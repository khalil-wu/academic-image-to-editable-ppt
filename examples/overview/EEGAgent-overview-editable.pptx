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</p:sldIdLst>
  <p:sldSz cx="12192000" cy="8128000" type="custom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gridSpacing cx="72008" cy="72008"/>
</p:viewPr>
</file>

<file path=ppt/_rels/presentation.xml.rels><?xml version="1.0" encoding="UTF-8" standalone="yes"?>
<Relationships xmlns="http://schemas.openxmlformats.org/package/2006/relationships"><Relationship Id="rId3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tableStyles" Target="tableStyles.xml"/><Relationship Id="rId5" Type="http://schemas.openxmlformats.org/officeDocument/2006/relationships/theme" Target="theme/theme1.xml"/><Relationship Id="rId4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897D4BC-B8C8-4DB4-8A0B-1FC405B5FF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330208"/>
            <a:ext cx="9144000" cy="2829748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8F94D73A-26F9-4DA5-9FCA-26561C565BA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4269082"/>
            <a:ext cx="9144000" cy="1962385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8E0C12D8-2C24-4CE2-9E0E-E87A1AC6AC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197EEE-2A1E-4F8B-A67C-5982BDA5F945}" type="datetimeFigureOut">
              <a:rPr lang="zh-CN" altLang="en-US" smtClean="0"/>
              <a:t>2026/10/20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36000D8F-C544-447A-A77A-48B3F3B8B8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EA474A58-4896-4DA5-B866-1B983901FB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2B710B3-CC5E-46A7-8FEE-7CD42C75894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4128863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CD8B877-E7F6-4380-AA23-8148D4F377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B7961AA8-597F-449D-B9FB-E79789D9637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CC3B8A23-CE9F-4F40-8D8C-B9C6E6055F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197EEE-2A1E-4F8B-A67C-5982BDA5F945}" type="datetimeFigureOut">
              <a:rPr lang="zh-CN" altLang="en-US" smtClean="0"/>
              <a:t>2026/10/20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0BAD4848-AA10-4235-82DA-0B318BD6399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1C9F08F0-2874-4CA1-BA3D-DB9ECE88BD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2B710B3-CC5E-46A7-8FEE-7CD42C75894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8865872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CBFC215-2592-45E6-88DE-BD112B902E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2026357"/>
            <a:ext cx="10515600" cy="3381022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209C7A18-9A44-49C4-A0AF-16C7B491595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5439364"/>
            <a:ext cx="10515600" cy="1777999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30E770CD-7B61-482C-8EA1-D0A3C44F0A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197EEE-2A1E-4F8B-A67C-5982BDA5F945}" type="datetimeFigureOut">
              <a:rPr lang="zh-CN" altLang="en-US" smtClean="0"/>
              <a:t>2026/10/20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EC8BCFC2-A677-43E0-9D00-7B7A3E614E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3F7B1FD2-94BC-45AF-A965-3D18F6E8C2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2B710B3-CC5E-46A7-8FEE-7CD42C75894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685129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7534D1E-4141-441F-8B1C-78E432F31F1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EEFF1A4-932E-4F9F-A8E1-D8B888D49B7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2163704"/>
            <a:ext cx="5181600" cy="5157141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798AECFF-5EA5-49B7-97A9-6DDB58C5E00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2163704"/>
            <a:ext cx="5181600" cy="5157141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E225B181-6640-4A0D-B59C-F79981DC98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197EEE-2A1E-4F8B-A67C-5982BDA5F945}" type="datetimeFigureOut">
              <a:rPr lang="zh-CN" altLang="en-US" smtClean="0"/>
              <a:t>2026/10/20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40CEF558-A33E-4E9A-86EA-7FE86ABCA4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4B115E44-29F0-4B31-8A3F-1C55DA32CB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2B710B3-CC5E-46A7-8FEE-7CD42C75894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6954451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1FC5F13-329F-409A-9A90-93E1F182C4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32741"/>
            <a:ext cx="10515600" cy="1571038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5F372B72-61DE-412E-8DE8-6E857CE2101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992490"/>
            <a:ext cx="5157787" cy="976488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1983AE27-0F58-4F8D-A742-5145720EC15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968978"/>
            <a:ext cx="5157787" cy="4366919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13D900B0-E855-45A7-B040-70A3EC0FA60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992490"/>
            <a:ext cx="5183188" cy="976488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DFFCC2A5-1B78-45D3-ACD0-39DAB461B42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968978"/>
            <a:ext cx="5183188" cy="4366919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3732A94C-AFE4-4166-A3CF-8FD90F0F716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197EEE-2A1E-4F8B-A67C-5982BDA5F945}" type="datetimeFigureOut">
              <a:rPr lang="zh-CN" altLang="en-US" smtClean="0"/>
              <a:t>2026/10/20</a:t>
            </a:fld>
            <a:endParaRPr lang="zh-CN" altLang="en-US"/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FD2E5968-E25E-4F93-80E8-05A75802F4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E9BF2AA1-E87B-4C18-BE24-788AA46AB1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2B710B3-CC5E-46A7-8FEE-7CD42C75894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6036372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899ADC4-A5C2-4931-AD27-4C4196A215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57E34F5C-E739-4037-8458-E91BC237B9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197EEE-2A1E-4F8B-A67C-5982BDA5F945}" type="datetimeFigureOut">
              <a:rPr lang="zh-CN" altLang="en-US" smtClean="0"/>
              <a:t>2026/10/20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4EEB18B5-7B0E-43F4-A0EA-FF34132D3F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A0A7D9FC-DF57-441A-9407-62306B4233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2B710B3-CC5E-46A7-8FEE-7CD42C75894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3078922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3B618AF0-4191-4BBF-B807-AD8EE3646D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197EEE-2A1E-4F8B-A67C-5982BDA5F945}" type="datetimeFigureOut">
              <a:rPr lang="zh-CN" altLang="en-US" smtClean="0"/>
              <a:t>2026/10/20</a:t>
            </a:fld>
            <a:endParaRPr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0516CA97-2CA0-4147-B4A6-102107C707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496FD164-3704-4837-A8A6-81D9959C8B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2B710B3-CC5E-46A7-8FEE-7CD42C75894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351332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EB010C3-C2A0-40FB-82DB-9E3B9A5AA9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9" y="541867"/>
            <a:ext cx="3932237" cy="1896533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4B18BE3C-0210-4B06-82C2-7A2B28D1213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1170282"/>
            <a:ext cx="6172200" cy="5776148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E0B9B448-EC47-42DB-97F6-9D8DDEB1BE4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9" y="2438400"/>
            <a:ext cx="3932237" cy="451743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7073EB45-6E24-4383-826D-FC05F53D7A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197EEE-2A1E-4F8B-A67C-5982BDA5F945}" type="datetimeFigureOut">
              <a:rPr lang="zh-CN" altLang="en-US" smtClean="0"/>
              <a:t>2026/10/20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3FFC4466-F058-4590-BA4E-A1D1C763E2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8C2B9E4B-ECDA-45F4-9EE9-8C9E2522F7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2B710B3-CC5E-46A7-8FEE-7CD42C75894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280821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26A62CB-250C-4B24-A8B3-3814F9A0CA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9" y="541867"/>
            <a:ext cx="3932237" cy="1896533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6ADAC899-30A5-4E24-9362-B37848B9C3D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1170282"/>
            <a:ext cx="6172200" cy="5776148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6C23B7EA-8A86-40EB-901E-101AE2B49EE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9" y="2438400"/>
            <a:ext cx="3932237" cy="451743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B0D6CF2E-DC46-4264-B7F8-469EBDE762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197EEE-2A1E-4F8B-A67C-5982BDA5F945}" type="datetimeFigureOut">
              <a:rPr lang="zh-CN" altLang="en-US" smtClean="0"/>
              <a:t>2026/10/20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1ABA2C6F-1EE6-4184-AECE-A99C910B31E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9D0580BC-259E-42D5-92D9-FADF0E787D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2B710B3-CC5E-46A7-8FEE-7CD42C75894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0102896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BD01D30-EE7B-4A9D-8B3A-6D4A2BEE9BD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DF3776CC-DB27-48BB-B6FB-88D7CB72297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B17D00FE-991A-4C31-B62D-C4B60F73D8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197EEE-2A1E-4F8B-A67C-5982BDA5F945}" type="datetimeFigureOut">
              <a:rPr lang="zh-CN" altLang="en-US" smtClean="0"/>
              <a:t>2026/10/20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1156E0BB-8B59-40B3-BC59-3B774AE731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E05B6B55-C12B-430B-BB74-D786AEC353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2B710B3-CC5E-46A7-8FEE-7CD42C75894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8786897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DA521675-D04F-4019-9BF6-45D87FA1AF5E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432741"/>
            <a:ext cx="2628900" cy="6888104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EECFB436-56F8-4463-BBBE-F6A629B3CAD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432741"/>
            <a:ext cx="7734300" cy="6888104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ED913D6D-DE0B-42CB-97D8-44E4FA663D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197EEE-2A1E-4F8B-A67C-5982BDA5F945}" type="datetimeFigureOut">
              <a:rPr lang="zh-CN" altLang="en-US" smtClean="0"/>
              <a:t>2026/10/20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69D3FDB6-99D4-4392-A0DC-28CA15D9F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958BC76F-997C-4380-B3FC-6A04210830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2B710B3-CC5E-46A7-8FEE-7CD42C75894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2157766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E653B32F-40B2-425F-A2FB-60E44736CC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32741"/>
            <a:ext cx="10515600" cy="157103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57AC1D37-7D52-420D-9436-5569B97F200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2163704"/>
            <a:ext cx="10515600" cy="515714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1632633C-7B77-416D-8794-5D78C07EB3E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7533452"/>
            <a:ext cx="2743200" cy="43274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4197EEE-2A1E-4F8B-A67C-5982BDA5F945}" type="datetimeFigureOut">
              <a:rPr lang="zh-CN" altLang="en-US" smtClean="0"/>
              <a:t>2026/10/20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ECD03915-E88A-4D26-A079-E1CC6B6A019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7533452"/>
            <a:ext cx="4114800" cy="43274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F9A00FFB-B7B3-46FB-98AC-521CD05AB1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7533452"/>
            <a:ext cx="2743200" cy="43274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2B710B3-CC5E-46A7-8FEE-7CD42C75894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426298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EEGAgent overview — editable reconstru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NVAS"/>
          <p:cNvSpPr/>
          <p:nvPr/>
        </p:nvSpPr>
        <p:spPr>
          <a:xfrm>
            <a:off x="0" y="0"/>
            <a:ext cx="12192000" cy="8128000"/>
          </a:xfrm>
          <a:prstGeom prst="rect">
            <a:avLst/>
          </a:prstGeom>
          <a:solidFill>
            <a:srgbClr val="FFFFFF"/>
          </a:solidFill>
          <a:ln w="7938" cap="rnd">
            <a:noFill/>
          </a:ln>
        </p:spPr>
      </p:sp>
      <p:grpSp>
        <p:nvGrpSpPr>
          <p:cNvPr id="4047" name="MODULE_A_TASK"/>
          <p:cNvGrpSpPr/>
          <p:nvPr/>
        </p:nvGrpSpPr>
        <p:grpSpPr>
          <a:xfrm>
            <a:off x="182562" y="460375"/>
            <a:ext cx="4270375" cy="1841500"/>
            <a:chOff x="182562" y="460375"/>
            <a:chExt cx="4270375" cy="1841500"/>
          </a:xfrm>
        </p:grpSpPr>
        <p:sp>
          <p:nvSpPr>
            <p:cNvPr id="3" name="A_TASK"/>
            <p:cNvSpPr/>
            <p:nvPr/>
          </p:nvSpPr>
          <p:spPr>
            <a:xfrm>
              <a:off x="182562" y="460375"/>
              <a:ext cx="4270375" cy="1841500"/>
            </a:xfrm>
            <a:prstGeom prst="roundRect">
              <a:avLst>
                <a:gd name="adj" fmla="val 7328"/>
              </a:avLst>
            </a:prstGeom>
            <a:solidFill>
              <a:srgbClr val="FFFFFF"/>
            </a:solidFill>
            <a:ln w="20638" cap="rnd">
              <a:solidFill>
                <a:srgbClr val="71458E"/>
              </a:solidFill>
              <a:round/>
            </a:ln>
          </p:spPr>
        </p:sp>
        <p:sp>
          <p:nvSpPr>
            <p:cNvPr id="4" name="A_TASK_HEADER"/>
            <p:cNvSpPr/>
            <p:nvPr/>
          </p:nvSpPr>
          <p:spPr>
            <a:xfrm>
              <a:off x="198438" y="476250"/>
              <a:ext cx="4238625" cy="269875"/>
            </a:xfrm>
            <a:custGeom>
              <a:avLst/>
              <a:gdLst/>
              <a:ahLst/>
              <a:cxnLst/>
              <a:rect l="0" t="0" r="r" b="b"/>
              <a:pathLst>
                <a:path w="534000" h="34000" fill="norm" stroke="0">
                  <a:moveTo>
                    <a:pt x="15000" y="0"/>
                  </a:moveTo>
                  <a:lnTo>
                    <a:pt x="519000" y="0"/>
                  </a:lnTo>
                  <a:cubicBezTo>
                    <a:pt x="527284" y="0"/>
                    <a:pt x="534000" y="6716"/>
                    <a:pt x="534000" y="15000"/>
                  </a:cubicBezTo>
                  <a:lnTo>
                    <a:pt x="534000" y="34000"/>
                  </a:lnTo>
                  <a:lnTo>
                    <a:pt x="0" y="34000"/>
                  </a:lnTo>
                  <a:lnTo>
                    <a:pt x="0" y="15000"/>
                  </a:lnTo>
                  <a:cubicBezTo>
                    <a:pt x="0" y="6716"/>
                    <a:pt x="6716" y="0"/>
                    <a:pt x="1500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CE4EC"/>
                </a:gs>
                <a:gs pos="100000">
                  <a:srgbClr val="FAEDF4"/>
                </a:gs>
              </a:gsLst>
              <a:lin ang="5400000" scaled="1"/>
            </a:gradFill>
            <a:ln w="11906" cap="rnd">
              <a:noFill/>
            </a:ln>
          </p:spPr>
        </p:sp>
        <p:sp>
          <p:nvSpPr>
            <p:cNvPr id="9" name="A_TASK_FOOTER"/>
            <p:cNvSpPr/>
            <p:nvPr/>
          </p:nvSpPr>
          <p:spPr>
            <a:xfrm>
              <a:off x="301625" y="2055812"/>
              <a:ext cx="4056062" cy="174625"/>
            </a:xfrm>
            <a:prstGeom prst="roundRect">
              <a:avLst>
                <a:gd name="adj" fmla="val 31818"/>
              </a:avLst>
            </a:prstGeom>
            <a:solidFill>
              <a:srgbClr val="EDE7F5"/>
            </a:solidFill>
            <a:ln w="7938" cap="rnd">
              <a:noFill/>
            </a:ln>
          </p:spPr>
        </p:sp>
        <p:sp>
          <p:nvSpPr>
            <p:cNvPr id="14" name="QUESTION_BUBBLE"/>
            <p:cNvSpPr/>
            <p:nvPr/>
          </p:nvSpPr>
          <p:spPr>
            <a:xfrm>
              <a:off x="1309688" y="1714500"/>
              <a:ext cx="2532062" cy="261938"/>
            </a:xfrm>
            <a:prstGeom prst="roundRect">
              <a:avLst>
                <a:gd name="adj" fmla="val 36364"/>
              </a:avLst>
            </a:prstGeom>
            <a:solidFill>
              <a:srgbClr val="FFFFFF"/>
            </a:solidFill>
            <a:ln w="11112" cap="rnd">
              <a:solidFill>
                <a:srgbClr val="8761B5"/>
              </a:solidFill>
              <a:round/>
            </a:ln>
          </p:spPr>
        </p:sp>
        <p:sp>
          <p:nvSpPr>
            <p:cNvPr id="15" name="QUESTION_TAIL"/>
            <p:cNvSpPr/>
            <p:nvPr/>
          </p:nvSpPr>
          <p:spPr>
            <a:xfrm>
              <a:off x="1206500" y="1793875"/>
              <a:ext cx="119062" cy="87312"/>
            </a:xfrm>
            <a:custGeom>
              <a:avLst/>
              <a:gdLst/>
              <a:ahLst/>
              <a:cxnLst/>
              <a:rect l="0" t="0" r="r" b="b"/>
              <a:pathLst>
                <a:path w="15000" h="11000" fill="norm" stroke="1">
                  <a:moveTo>
                    <a:pt x="14000" y="0"/>
                  </a:moveTo>
                  <a:lnTo>
                    <a:pt x="0" y="1000"/>
                  </a:lnTo>
                  <a:lnTo>
                    <a:pt x="15000" y="11000"/>
                  </a:lnTo>
                </a:path>
              </a:pathLst>
            </a:custGeom>
            <a:solidFill>
              <a:srgbClr val="FFFFFF"/>
            </a:solidFill>
            <a:ln w="11112" cap="rnd">
              <a:solidFill>
                <a:srgbClr val="8761B5"/>
              </a:solidFill>
              <a:round/>
            </a:ln>
          </p:spPr>
        </p:sp>
        <p:sp>
          <p:nvSpPr>
            <p:cNvPr id="16" name="A_SCALE"/>
            <p:cNvSpPr/>
            <p:nvPr/>
          </p:nvSpPr>
          <p:spPr>
            <a:xfrm>
              <a:off x="2452688" y="1547812"/>
              <a:ext cx="333375" cy="8"/>
            </a:xfrm>
            <a:custGeom>
              <a:avLst/>
              <a:gdLst/>
              <a:ahLst/>
              <a:cxnLst/>
              <a:rect l="0" t="0" r="r" b="b"/>
              <a:pathLst>
                <a:path w="42000" h="1" fill="none" stroke="1">
                  <a:moveTo>
                    <a:pt x="0" y="0"/>
                  </a:moveTo>
                  <a:lnTo>
                    <a:pt x="42000" y="0"/>
                  </a:lnTo>
                </a:path>
              </a:pathLst>
            </a:custGeom>
            <a:noFill/>
            <a:ln w="6350" cap="rnd">
              <a:solidFill>
                <a:srgbClr val="554980"/>
              </a:solidFill>
              <a:round/>
            </a:ln>
          </p:spPr>
        </p:sp>
        <p:sp>
          <p:nvSpPr>
            <p:cNvPr id="17" name="A_SCALE_L"/>
            <p:cNvSpPr/>
            <p:nvPr/>
          </p:nvSpPr>
          <p:spPr>
            <a:xfrm>
              <a:off x="2452688" y="1524000"/>
              <a:ext cx="8" cy="47625"/>
            </a:xfrm>
            <a:custGeom>
              <a:avLst/>
              <a:gdLst/>
              <a:ahLst/>
              <a:cxnLst/>
              <a:rect l="0" t="0" r="r" b="b"/>
              <a:pathLst>
                <a:path w="1" h="6000" fill="none" stroke="1">
                  <a:moveTo>
                    <a:pt x="0" y="0"/>
                  </a:moveTo>
                  <a:lnTo>
                    <a:pt x="0" y="6000"/>
                  </a:lnTo>
                </a:path>
              </a:pathLst>
            </a:custGeom>
            <a:noFill/>
            <a:ln w="6350" cap="rnd">
              <a:solidFill>
                <a:srgbClr val="554980"/>
              </a:solidFill>
              <a:round/>
            </a:ln>
          </p:spPr>
        </p:sp>
        <p:sp>
          <p:nvSpPr>
            <p:cNvPr id="18" name="A_SCALE_R"/>
            <p:cNvSpPr/>
            <p:nvPr/>
          </p:nvSpPr>
          <p:spPr>
            <a:xfrm>
              <a:off x="2786062" y="1524000"/>
              <a:ext cx="8" cy="47625"/>
            </a:xfrm>
            <a:custGeom>
              <a:avLst/>
              <a:gdLst/>
              <a:ahLst/>
              <a:cxnLst/>
              <a:rect l="0" t="0" r="r" b="b"/>
              <a:pathLst>
                <a:path w="1" h="6000" fill="none" stroke="1">
                  <a:moveTo>
                    <a:pt x="0" y="0"/>
                  </a:moveTo>
                  <a:lnTo>
                    <a:pt x="0" y="6000"/>
                  </a:lnTo>
                </a:path>
              </a:pathLst>
            </a:custGeom>
            <a:noFill/>
            <a:ln w="6350" cap="rnd">
              <a:solidFill>
                <a:srgbClr val="554980"/>
              </a:solidFill>
              <a:round/>
            </a:ln>
          </p:spPr>
        </p:sp>
        <p:grpSp>
          <p:nvGrpSpPr>
            <p:cNvPr id="385" name="ICON_EEG_HEAD"/>
            <p:cNvGrpSpPr/>
            <p:nvPr/>
          </p:nvGrpSpPr>
          <p:grpSpPr>
            <a:xfrm>
              <a:off x="285750" y="793750"/>
              <a:ext cx="1000125" cy="1222375"/>
              <a:chOff x="285750" y="793750"/>
              <a:chExt cx="1000125" cy="1222375"/>
            </a:xfrm>
          </p:grpSpPr>
          <p:sp>
            <p:nvSpPr>
              <p:cNvPr id="386" name="ICON_EEG_HEAD_path_001"/>
              <p:cNvSpPr/>
              <p:nvPr/>
            </p:nvSpPr>
            <p:spPr>
              <a:xfrm>
                <a:off x="337889" y="1231930"/>
                <a:ext cx="706249" cy="696770"/>
              </a:xfrm>
              <a:custGeom>
                <a:avLst/>
                <a:gdLst/>
                <a:ahLst/>
                <a:cxnLst/>
                <a:rect l="0" t="0" r="r" b="b"/>
                <a:pathLst>
                  <a:path w="55610" h="54864" fill="norm" stroke="0">
                    <a:moveTo>
                      <a:pt x="10077" y="0"/>
                    </a:moveTo>
                    <a:cubicBezTo>
                      <a:pt x="11185" y="0"/>
                      <a:pt x="12294" y="0"/>
                      <a:pt x="13436" y="0"/>
                    </a:cubicBezTo>
                    <a:cubicBezTo>
                      <a:pt x="13436" y="123"/>
                      <a:pt x="13436" y="246"/>
                      <a:pt x="13436" y="373"/>
                    </a:cubicBezTo>
                    <a:cubicBezTo>
                      <a:pt x="14175" y="373"/>
                      <a:pt x="14914" y="373"/>
                      <a:pt x="15675" y="373"/>
                    </a:cubicBezTo>
                    <a:cubicBezTo>
                      <a:pt x="15675" y="496"/>
                      <a:pt x="15675" y="620"/>
                      <a:pt x="15675" y="746"/>
                    </a:cubicBezTo>
                    <a:cubicBezTo>
                      <a:pt x="16168" y="746"/>
                      <a:pt x="16661" y="746"/>
                      <a:pt x="17168" y="746"/>
                    </a:cubicBezTo>
                    <a:cubicBezTo>
                      <a:pt x="17168" y="870"/>
                      <a:pt x="17168" y="993"/>
                      <a:pt x="17168" y="1120"/>
                    </a:cubicBezTo>
                    <a:cubicBezTo>
                      <a:pt x="17415" y="1120"/>
                      <a:pt x="17661" y="1120"/>
                      <a:pt x="17915" y="1120"/>
                    </a:cubicBezTo>
                    <a:cubicBezTo>
                      <a:pt x="17915" y="1243"/>
                      <a:pt x="17915" y="1366"/>
                      <a:pt x="17915" y="1493"/>
                    </a:cubicBezTo>
                    <a:cubicBezTo>
                      <a:pt x="18161" y="1493"/>
                      <a:pt x="18407" y="1493"/>
                      <a:pt x="18661" y="1493"/>
                    </a:cubicBezTo>
                    <a:cubicBezTo>
                      <a:pt x="18661" y="1616"/>
                      <a:pt x="18661" y="1739"/>
                      <a:pt x="18661" y="1866"/>
                    </a:cubicBezTo>
                    <a:cubicBezTo>
                      <a:pt x="18907" y="1866"/>
                      <a:pt x="19154" y="1866"/>
                      <a:pt x="19408" y="1866"/>
                    </a:cubicBezTo>
                    <a:cubicBezTo>
                      <a:pt x="19408" y="1989"/>
                      <a:pt x="19408" y="2112"/>
                      <a:pt x="19408" y="2239"/>
                    </a:cubicBezTo>
                    <a:cubicBezTo>
                      <a:pt x="19654" y="2239"/>
                      <a:pt x="19900" y="2239"/>
                      <a:pt x="20154" y="2239"/>
                    </a:cubicBezTo>
                    <a:cubicBezTo>
                      <a:pt x="20154" y="2362"/>
                      <a:pt x="20154" y="2486"/>
                      <a:pt x="20154" y="2613"/>
                    </a:cubicBezTo>
                    <a:cubicBezTo>
                      <a:pt x="20400" y="2613"/>
                      <a:pt x="20647" y="2613"/>
                      <a:pt x="20900" y="2613"/>
                    </a:cubicBezTo>
                    <a:cubicBezTo>
                      <a:pt x="20900" y="2736"/>
                      <a:pt x="20900" y="2859"/>
                      <a:pt x="20900" y="2986"/>
                    </a:cubicBezTo>
                    <a:cubicBezTo>
                      <a:pt x="21024" y="2986"/>
                      <a:pt x="21147" y="2986"/>
                      <a:pt x="21274" y="2986"/>
                    </a:cubicBezTo>
                    <a:cubicBezTo>
                      <a:pt x="21274" y="3109"/>
                      <a:pt x="21274" y="3232"/>
                      <a:pt x="21274" y="3359"/>
                    </a:cubicBezTo>
                    <a:cubicBezTo>
                      <a:pt x="21397" y="3359"/>
                      <a:pt x="21520" y="3359"/>
                      <a:pt x="21647" y="3359"/>
                    </a:cubicBezTo>
                    <a:cubicBezTo>
                      <a:pt x="21647" y="3482"/>
                      <a:pt x="21647" y="3605"/>
                      <a:pt x="21647" y="3732"/>
                    </a:cubicBezTo>
                    <a:cubicBezTo>
                      <a:pt x="21770" y="3732"/>
                      <a:pt x="21893" y="3732"/>
                      <a:pt x="22020" y="3732"/>
                    </a:cubicBezTo>
                    <a:cubicBezTo>
                      <a:pt x="22020" y="3855"/>
                      <a:pt x="22020" y="3979"/>
                      <a:pt x="22020" y="4105"/>
                    </a:cubicBezTo>
                    <a:cubicBezTo>
                      <a:pt x="22143" y="4105"/>
                      <a:pt x="22266" y="4105"/>
                      <a:pt x="22393" y="4105"/>
                    </a:cubicBezTo>
                    <a:cubicBezTo>
                      <a:pt x="22393" y="4229"/>
                      <a:pt x="22393" y="4352"/>
                      <a:pt x="22393" y="4479"/>
                    </a:cubicBezTo>
                    <a:cubicBezTo>
                      <a:pt x="22517" y="4479"/>
                      <a:pt x="22640" y="4479"/>
                      <a:pt x="22767" y="4479"/>
                    </a:cubicBezTo>
                    <a:cubicBezTo>
                      <a:pt x="22767" y="4602"/>
                      <a:pt x="22767" y="4725"/>
                      <a:pt x="22767" y="4852"/>
                    </a:cubicBezTo>
                    <a:cubicBezTo>
                      <a:pt x="22890" y="4852"/>
                      <a:pt x="23013" y="4852"/>
                      <a:pt x="23140" y="4852"/>
                    </a:cubicBezTo>
                    <a:cubicBezTo>
                      <a:pt x="23140" y="4975"/>
                      <a:pt x="23140" y="5098"/>
                      <a:pt x="23140" y="5225"/>
                    </a:cubicBezTo>
                    <a:cubicBezTo>
                      <a:pt x="23263" y="5225"/>
                      <a:pt x="23386" y="5225"/>
                      <a:pt x="23513" y="5225"/>
                    </a:cubicBezTo>
                    <a:cubicBezTo>
                      <a:pt x="23513" y="5348"/>
                      <a:pt x="23513" y="5471"/>
                      <a:pt x="23513" y="5598"/>
                    </a:cubicBezTo>
                    <a:cubicBezTo>
                      <a:pt x="23636" y="5598"/>
                      <a:pt x="23759" y="5598"/>
                      <a:pt x="23886" y="5598"/>
                    </a:cubicBezTo>
                    <a:cubicBezTo>
                      <a:pt x="23886" y="5722"/>
                      <a:pt x="23886" y="5845"/>
                      <a:pt x="23886" y="5972"/>
                    </a:cubicBezTo>
                    <a:cubicBezTo>
                      <a:pt x="24009" y="5972"/>
                      <a:pt x="24133" y="5972"/>
                      <a:pt x="24259" y="5972"/>
                    </a:cubicBezTo>
                    <a:cubicBezTo>
                      <a:pt x="24259" y="6095"/>
                      <a:pt x="24259" y="6218"/>
                      <a:pt x="24259" y="6345"/>
                    </a:cubicBezTo>
                    <a:cubicBezTo>
                      <a:pt x="24383" y="6345"/>
                      <a:pt x="24506" y="6345"/>
                      <a:pt x="24633" y="6345"/>
                    </a:cubicBezTo>
                    <a:cubicBezTo>
                      <a:pt x="24633" y="6468"/>
                      <a:pt x="24633" y="6591"/>
                      <a:pt x="24633" y="6718"/>
                    </a:cubicBezTo>
                    <a:cubicBezTo>
                      <a:pt x="24756" y="6718"/>
                      <a:pt x="24879" y="6718"/>
                      <a:pt x="25006" y="6718"/>
                    </a:cubicBezTo>
                    <a:cubicBezTo>
                      <a:pt x="25006" y="6964"/>
                      <a:pt x="25006" y="7211"/>
                      <a:pt x="25006" y="7464"/>
                    </a:cubicBezTo>
                    <a:cubicBezTo>
                      <a:pt x="25129" y="7464"/>
                      <a:pt x="25252" y="7464"/>
                      <a:pt x="25379" y="7464"/>
                    </a:cubicBezTo>
                    <a:cubicBezTo>
                      <a:pt x="25379" y="7588"/>
                      <a:pt x="25379" y="7711"/>
                      <a:pt x="25379" y="7838"/>
                    </a:cubicBezTo>
                    <a:cubicBezTo>
                      <a:pt x="25502" y="7838"/>
                      <a:pt x="25625" y="7838"/>
                      <a:pt x="25752" y="7838"/>
                    </a:cubicBezTo>
                    <a:cubicBezTo>
                      <a:pt x="25752" y="8084"/>
                      <a:pt x="25752" y="8330"/>
                      <a:pt x="25752" y="8584"/>
                    </a:cubicBezTo>
                    <a:cubicBezTo>
                      <a:pt x="25876" y="8584"/>
                      <a:pt x="25999" y="8584"/>
                      <a:pt x="26126" y="8584"/>
                    </a:cubicBezTo>
                    <a:cubicBezTo>
                      <a:pt x="26126" y="8707"/>
                      <a:pt x="26126" y="8830"/>
                      <a:pt x="26126" y="8957"/>
                    </a:cubicBezTo>
                    <a:cubicBezTo>
                      <a:pt x="26249" y="8957"/>
                      <a:pt x="26372" y="8957"/>
                      <a:pt x="26499" y="8957"/>
                    </a:cubicBezTo>
                    <a:cubicBezTo>
                      <a:pt x="26499" y="9204"/>
                      <a:pt x="26499" y="9450"/>
                      <a:pt x="26499" y="9704"/>
                    </a:cubicBezTo>
                    <a:cubicBezTo>
                      <a:pt x="26622" y="9704"/>
                      <a:pt x="26745" y="9704"/>
                      <a:pt x="26872" y="9704"/>
                    </a:cubicBezTo>
                    <a:cubicBezTo>
                      <a:pt x="26872" y="9950"/>
                      <a:pt x="26872" y="10196"/>
                      <a:pt x="26872" y="10450"/>
                    </a:cubicBezTo>
                    <a:cubicBezTo>
                      <a:pt x="26995" y="10450"/>
                      <a:pt x="27118" y="10450"/>
                      <a:pt x="27245" y="10450"/>
                    </a:cubicBezTo>
                    <a:cubicBezTo>
                      <a:pt x="27245" y="10697"/>
                      <a:pt x="27245" y="10943"/>
                      <a:pt x="27245" y="11197"/>
                    </a:cubicBezTo>
                    <a:cubicBezTo>
                      <a:pt x="27368" y="11197"/>
                      <a:pt x="27492" y="11197"/>
                      <a:pt x="27618" y="11197"/>
                    </a:cubicBezTo>
                    <a:cubicBezTo>
                      <a:pt x="27618" y="11443"/>
                      <a:pt x="27618" y="11689"/>
                      <a:pt x="27618" y="11943"/>
                    </a:cubicBezTo>
                    <a:cubicBezTo>
                      <a:pt x="27742" y="11943"/>
                      <a:pt x="27865" y="11943"/>
                      <a:pt x="27992" y="11943"/>
                    </a:cubicBezTo>
                    <a:cubicBezTo>
                      <a:pt x="27992" y="12189"/>
                      <a:pt x="27992" y="12436"/>
                      <a:pt x="27992" y="12690"/>
                    </a:cubicBezTo>
                    <a:cubicBezTo>
                      <a:pt x="28115" y="12690"/>
                      <a:pt x="28238" y="12690"/>
                      <a:pt x="28365" y="12690"/>
                    </a:cubicBezTo>
                    <a:cubicBezTo>
                      <a:pt x="28365" y="12936"/>
                      <a:pt x="28365" y="13182"/>
                      <a:pt x="28365" y="13436"/>
                    </a:cubicBezTo>
                    <a:cubicBezTo>
                      <a:pt x="28488" y="13436"/>
                      <a:pt x="28611" y="13436"/>
                      <a:pt x="28738" y="13436"/>
                    </a:cubicBezTo>
                    <a:cubicBezTo>
                      <a:pt x="28738" y="13806"/>
                      <a:pt x="28738" y="14175"/>
                      <a:pt x="28738" y="14556"/>
                    </a:cubicBezTo>
                    <a:cubicBezTo>
                      <a:pt x="28861" y="14556"/>
                      <a:pt x="28984" y="14556"/>
                      <a:pt x="29111" y="14556"/>
                    </a:cubicBezTo>
                    <a:cubicBezTo>
                      <a:pt x="29111" y="14802"/>
                      <a:pt x="29111" y="15048"/>
                      <a:pt x="29111" y="15302"/>
                    </a:cubicBezTo>
                    <a:cubicBezTo>
                      <a:pt x="29235" y="15302"/>
                      <a:pt x="29358" y="15302"/>
                      <a:pt x="29485" y="15302"/>
                    </a:cubicBezTo>
                    <a:cubicBezTo>
                      <a:pt x="29485" y="15548"/>
                      <a:pt x="29485" y="15795"/>
                      <a:pt x="29485" y="16049"/>
                    </a:cubicBezTo>
                    <a:cubicBezTo>
                      <a:pt x="29608" y="16049"/>
                      <a:pt x="29731" y="16049"/>
                      <a:pt x="29858" y="16049"/>
                    </a:cubicBezTo>
                    <a:cubicBezTo>
                      <a:pt x="29858" y="16418"/>
                      <a:pt x="29858" y="16788"/>
                      <a:pt x="29858" y="17168"/>
                    </a:cubicBezTo>
                    <a:cubicBezTo>
                      <a:pt x="29981" y="17168"/>
                      <a:pt x="30104" y="17168"/>
                      <a:pt x="30231" y="17168"/>
                    </a:cubicBezTo>
                    <a:cubicBezTo>
                      <a:pt x="30231" y="17415"/>
                      <a:pt x="30231" y="17661"/>
                      <a:pt x="30231" y="17915"/>
                    </a:cubicBezTo>
                    <a:cubicBezTo>
                      <a:pt x="30354" y="17915"/>
                      <a:pt x="30477" y="17915"/>
                      <a:pt x="30604" y="17915"/>
                    </a:cubicBezTo>
                    <a:cubicBezTo>
                      <a:pt x="30604" y="18161"/>
                      <a:pt x="30604" y="18407"/>
                      <a:pt x="30604" y="18661"/>
                    </a:cubicBezTo>
                    <a:cubicBezTo>
                      <a:pt x="30727" y="18661"/>
                      <a:pt x="30851" y="18661"/>
                      <a:pt x="30977" y="18661"/>
                    </a:cubicBezTo>
                    <a:cubicBezTo>
                      <a:pt x="30977" y="18907"/>
                      <a:pt x="30977" y="19154"/>
                      <a:pt x="30977" y="19408"/>
                    </a:cubicBezTo>
                    <a:cubicBezTo>
                      <a:pt x="31101" y="19408"/>
                      <a:pt x="31224" y="19408"/>
                      <a:pt x="31351" y="19408"/>
                    </a:cubicBezTo>
                    <a:cubicBezTo>
                      <a:pt x="31351" y="19654"/>
                      <a:pt x="31351" y="19900"/>
                      <a:pt x="31351" y="20154"/>
                    </a:cubicBezTo>
                    <a:cubicBezTo>
                      <a:pt x="31474" y="20154"/>
                      <a:pt x="31597" y="20154"/>
                      <a:pt x="31724" y="20154"/>
                    </a:cubicBezTo>
                    <a:cubicBezTo>
                      <a:pt x="31724" y="20400"/>
                      <a:pt x="31724" y="20647"/>
                      <a:pt x="31724" y="20900"/>
                    </a:cubicBezTo>
                    <a:cubicBezTo>
                      <a:pt x="31847" y="20900"/>
                      <a:pt x="31970" y="20900"/>
                      <a:pt x="32097" y="20900"/>
                    </a:cubicBezTo>
                    <a:cubicBezTo>
                      <a:pt x="32097" y="21147"/>
                      <a:pt x="32097" y="21393"/>
                      <a:pt x="32097" y="21647"/>
                    </a:cubicBezTo>
                    <a:cubicBezTo>
                      <a:pt x="32220" y="21647"/>
                      <a:pt x="32343" y="21647"/>
                      <a:pt x="32470" y="21647"/>
                    </a:cubicBezTo>
                    <a:cubicBezTo>
                      <a:pt x="32470" y="21893"/>
                      <a:pt x="32470" y="22140"/>
                      <a:pt x="32470" y="22393"/>
                    </a:cubicBezTo>
                    <a:cubicBezTo>
                      <a:pt x="32594" y="22393"/>
                      <a:pt x="32717" y="22393"/>
                      <a:pt x="32844" y="22393"/>
                    </a:cubicBezTo>
                    <a:cubicBezTo>
                      <a:pt x="32844" y="22640"/>
                      <a:pt x="32844" y="22886"/>
                      <a:pt x="32844" y="23140"/>
                    </a:cubicBezTo>
                    <a:cubicBezTo>
                      <a:pt x="32967" y="23140"/>
                      <a:pt x="33090" y="23140"/>
                      <a:pt x="33217" y="23140"/>
                    </a:cubicBezTo>
                    <a:cubicBezTo>
                      <a:pt x="33217" y="23263"/>
                      <a:pt x="33217" y="23386"/>
                      <a:pt x="33217" y="23513"/>
                    </a:cubicBezTo>
                    <a:cubicBezTo>
                      <a:pt x="33340" y="23513"/>
                      <a:pt x="33463" y="23513"/>
                      <a:pt x="33590" y="23513"/>
                    </a:cubicBezTo>
                    <a:cubicBezTo>
                      <a:pt x="33590" y="23759"/>
                      <a:pt x="33590" y="24006"/>
                      <a:pt x="33590" y="24259"/>
                    </a:cubicBezTo>
                    <a:cubicBezTo>
                      <a:pt x="33713" y="24259"/>
                      <a:pt x="33836" y="24259"/>
                      <a:pt x="33963" y="24259"/>
                    </a:cubicBezTo>
                    <a:cubicBezTo>
                      <a:pt x="33963" y="24383"/>
                      <a:pt x="33963" y="24506"/>
                      <a:pt x="33963" y="24633"/>
                    </a:cubicBezTo>
                    <a:cubicBezTo>
                      <a:pt x="34086" y="24633"/>
                      <a:pt x="34210" y="24633"/>
                      <a:pt x="34336" y="24633"/>
                    </a:cubicBezTo>
                    <a:cubicBezTo>
                      <a:pt x="34336" y="24879"/>
                      <a:pt x="34336" y="25125"/>
                      <a:pt x="34336" y="25379"/>
                    </a:cubicBezTo>
                    <a:cubicBezTo>
                      <a:pt x="34460" y="25379"/>
                      <a:pt x="34583" y="25379"/>
                      <a:pt x="34710" y="25379"/>
                    </a:cubicBezTo>
                    <a:cubicBezTo>
                      <a:pt x="34710" y="25502"/>
                      <a:pt x="34710" y="25625"/>
                      <a:pt x="34710" y="25752"/>
                    </a:cubicBezTo>
                    <a:cubicBezTo>
                      <a:pt x="34833" y="25752"/>
                      <a:pt x="34956" y="25752"/>
                      <a:pt x="35083" y="25752"/>
                    </a:cubicBezTo>
                    <a:cubicBezTo>
                      <a:pt x="35083" y="25999"/>
                      <a:pt x="35083" y="26245"/>
                      <a:pt x="35083" y="26499"/>
                    </a:cubicBezTo>
                    <a:cubicBezTo>
                      <a:pt x="35206" y="26499"/>
                      <a:pt x="35329" y="26499"/>
                      <a:pt x="35456" y="26499"/>
                    </a:cubicBezTo>
                    <a:cubicBezTo>
                      <a:pt x="35456" y="26622"/>
                      <a:pt x="35456" y="26745"/>
                      <a:pt x="35456" y="26872"/>
                    </a:cubicBezTo>
                    <a:cubicBezTo>
                      <a:pt x="35579" y="26872"/>
                      <a:pt x="35702" y="26872"/>
                      <a:pt x="35829" y="26872"/>
                    </a:cubicBezTo>
                    <a:cubicBezTo>
                      <a:pt x="35829" y="26995"/>
                      <a:pt x="35829" y="27118"/>
                      <a:pt x="35829" y="27245"/>
                    </a:cubicBezTo>
                    <a:cubicBezTo>
                      <a:pt x="35953" y="27245"/>
                      <a:pt x="36076" y="27245"/>
                      <a:pt x="36203" y="27245"/>
                    </a:cubicBezTo>
                    <a:cubicBezTo>
                      <a:pt x="36203" y="27368"/>
                      <a:pt x="36203" y="27492"/>
                      <a:pt x="36203" y="27618"/>
                    </a:cubicBezTo>
                    <a:cubicBezTo>
                      <a:pt x="36326" y="27618"/>
                      <a:pt x="36449" y="27618"/>
                      <a:pt x="36576" y="27618"/>
                    </a:cubicBezTo>
                    <a:cubicBezTo>
                      <a:pt x="36576" y="27742"/>
                      <a:pt x="36576" y="27865"/>
                      <a:pt x="36576" y="27992"/>
                    </a:cubicBezTo>
                    <a:cubicBezTo>
                      <a:pt x="36699" y="27992"/>
                      <a:pt x="36822" y="27992"/>
                      <a:pt x="36949" y="27992"/>
                    </a:cubicBezTo>
                    <a:cubicBezTo>
                      <a:pt x="36949" y="28238"/>
                      <a:pt x="36949" y="28484"/>
                      <a:pt x="36949" y="28738"/>
                    </a:cubicBezTo>
                    <a:cubicBezTo>
                      <a:pt x="37072" y="28738"/>
                      <a:pt x="37195" y="28738"/>
                      <a:pt x="37322" y="28738"/>
                    </a:cubicBezTo>
                    <a:cubicBezTo>
                      <a:pt x="37322" y="28861"/>
                      <a:pt x="37322" y="28984"/>
                      <a:pt x="37322" y="29111"/>
                    </a:cubicBezTo>
                    <a:cubicBezTo>
                      <a:pt x="37445" y="29111"/>
                      <a:pt x="37569" y="29111"/>
                      <a:pt x="37695" y="29111"/>
                    </a:cubicBezTo>
                    <a:cubicBezTo>
                      <a:pt x="37695" y="29235"/>
                      <a:pt x="37695" y="29358"/>
                      <a:pt x="37695" y="29485"/>
                    </a:cubicBezTo>
                    <a:cubicBezTo>
                      <a:pt x="37819" y="29485"/>
                      <a:pt x="37942" y="29485"/>
                      <a:pt x="38069" y="29485"/>
                    </a:cubicBezTo>
                    <a:cubicBezTo>
                      <a:pt x="38069" y="29608"/>
                      <a:pt x="38069" y="29731"/>
                      <a:pt x="38069" y="29858"/>
                    </a:cubicBezTo>
                    <a:cubicBezTo>
                      <a:pt x="38315" y="29858"/>
                      <a:pt x="38561" y="29858"/>
                      <a:pt x="38815" y="29858"/>
                    </a:cubicBezTo>
                    <a:cubicBezTo>
                      <a:pt x="38815" y="29981"/>
                      <a:pt x="38815" y="30104"/>
                      <a:pt x="38815" y="30231"/>
                    </a:cubicBezTo>
                    <a:cubicBezTo>
                      <a:pt x="38938" y="30231"/>
                      <a:pt x="39061" y="30231"/>
                      <a:pt x="39188" y="30231"/>
                    </a:cubicBezTo>
                    <a:cubicBezTo>
                      <a:pt x="39188" y="30354"/>
                      <a:pt x="39188" y="30477"/>
                      <a:pt x="39188" y="30604"/>
                    </a:cubicBezTo>
                    <a:cubicBezTo>
                      <a:pt x="39312" y="30604"/>
                      <a:pt x="39435" y="30604"/>
                      <a:pt x="39562" y="30604"/>
                    </a:cubicBezTo>
                    <a:cubicBezTo>
                      <a:pt x="39562" y="30727"/>
                      <a:pt x="39562" y="30851"/>
                      <a:pt x="39562" y="30977"/>
                    </a:cubicBezTo>
                    <a:cubicBezTo>
                      <a:pt x="39685" y="30977"/>
                      <a:pt x="39808" y="30977"/>
                      <a:pt x="39935" y="30977"/>
                    </a:cubicBezTo>
                    <a:cubicBezTo>
                      <a:pt x="39935" y="31101"/>
                      <a:pt x="39935" y="31224"/>
                      <a:pt x="39935" y="31351"/>
                    </a:cubicBezTo>
                    <a:cubicBezTo>
                      <a:pt x="40058" y="31351"/>
                      <a:pt x="40181" y="31351"/>
                      <a:pt x="40308" y="31351"/>
                    </a:cubicBezTo>
                    <a:cubicBezTo>
                      <a:pt x="40308" y="31474"/>
                      <a:pt x="40308" y="31597"/>
                      <a:pt x="40308" y="31724"/>
                    </a:cubicBezTo>
                    <a:cubicBezTo>
                      <a:pt x="40431" y="31724"/>
                      <a:pt x="40554" y="31724"/>
                      <a:pt x="40681" y="31724"/>
                    </a:cubicBezTo>
                    <a:cubicBezTo>
                      <a:pt x="40681" y="31970"/>
                      <a:pt x="40681" y="32217"/>
                      <a:pt x="40681" y="32470"/>
                    </a:cubicBezTo>
                    <a:cubicBezTo>
                      <a:pt x="40804" y="32470"/>
                      <a:pt x="40928" y="32470"/>
                      <a:pt x="41055" y="32470"/>
                    </a:cubicBezTo>
                    <a:cubicBezTo>
                      <a:pt x="41055" y="32594"/>
                      <a:pt x="41055" y="32717"/>
                      <a:pt x="41055" y="32844"/>
                    </a:cubicBezTo>
                    <a:cubicBezTo>
                      <a:pt x="41178" y="32844"/>
                      <a:pt x="41301" y="32844"/>
                      <a:pt x="41428" y="32844"/>
                    </a:cubicBezTo>
                    <a:cubicBezTo>
                      <a:pt x="41428" y="33090"/>
                      <a:pt x="41428" y="33336"/>
                      <a:pt x="41428" y="33590"/>
                    </a:cubicBezTo>
                    <a:cubicBezTo>
                      <a:pt x="41551" y="33590"/>
                      <a:pt x="41674" y="33590"/>
                      <a:pt x="41801" y="33590"/>
                    </a:cubicBezTo>
                    <a:cubicBezTo>
                      <a:pt x="41801" y="33713"/>
                      <a:pt x="41801" y="33836"/>
                      <a:pt x="41801" y="33963"/>
                    </a:cubicBezTo>
                    <a:cubicBezTo>
                      <a:pt x="41924" y="33963"/>
                      <a:pt x="42047" y="33963"/>
                      <a:pt x="42174" y="33963"/>
                    </a:cubicBezTo>
                    <a:cubicBezTo>
                      <a:pt x="42174" y="34210"/>
                      <a:pt x="42174" y="34456"/>
                      <a:pt x="42174" y="34710"/>
                    </a:cubicBezTo>
                    <a:cubicBezTo>
                      <a:pt x="42297" y="34710"/>
                      <a:pt x="42420" y="34710"/>
                      <a:pt x="42547" y="34710"/>
                    </a:cubicBezTo>
                    <a:cubicBezTo>
                      <a:pt x="42547" y="34833"/>
                      <a:pt x="42547" y="34956"/>
                      <a:pt x="42547" y="35083"/>
                    </a:cubicBezTo>
                    <a:cubicBezTo>
                      <a:pt x="42671" y="35083"/>
                      <a:pt x="42794" y="35083"/>
                      <a:pt x="42921" y="35083"/>
                    </a:cubicBezTo>
                    <a:cubicBezTo>
                      <a:pt x="42921" y="35206"/>
                      <a:pt x="42921" y="35329"/>
                      <a:pt x="42921" y="35456"/>
                    </a:cubicBezTo>
                    <a:cubicBezTo>
                      <a:pt x="43044" y="35456"/>
                      <a:pt x="43167" y="35456"/>
                      <a:pt x="43294" y="35456"/>
                    </a:cubicBezTo>
                    <a:cubicBezTo>
                      <a:pt x="43294" y="35579"/>
                      <a:pt x="43294" y="35702"/>
                      <a:pt x="43294" y="35829"/>
                    </a:cubicBezTo>
                    <a:cubicBezTo>
                      <a:pt x="43417" y="35829"/>
                      <a:pt x="43540" y="35829"/>
                      <a:pt x="43667" y="35829"/>
                    </a:cubicBezTo>
                    <a:cubicBezTo>
                      <a:pt x="43667" y="36076"/>
                      <a:pt x="43667" y="36322"/>
                      <a:pt x="43667" y="36576"/>
                    </a:cubicBezTo>
                    <a:cubicBezTo>
                      <a:pt x="43790" y="36576"/>
                      <a:pt x="43913" y="36576"/>
                      <a:pt x="44040" y="36576"/>
                    </a:cubicBezTo>
                    <a:cubicBezTo>
                      <a:pt x="44040" y="36699"/>
                      <a:pt x="44040" y="36822"/>
                      <a:pt x="44040" y="36949"/>
                    </a:cubicBezTo>
                    <a:cubicBezTo>
                      <a:pt x="44163" y="36949"/>
                      <a:pt x="44287" y="36949"/>
                      <a:pt x="44414" y="36949"/>
                    </a:cubicBezTo>
                    <a:cubicBezTo>
                      <a:pt x="44414" y="37072"/>
                      <a:pt x="44414" y="37195"/>
                      <a:pt x="44414" y="37322"/>
                    </a:cubicBezTo>
                    <a:cubicBezTo>
                      <a:pt x="44537" y="37322"/>
                      <a:pt x="44660" y="37322"/>
                      <a:pt x="44787" y="37322"/>
                    </a:cubicBezTo>
                    <a:cubicBezTo>
                      <a:pt x="44787" y="37445"/>
                      <a:pt x="44787" y="37569"/>
                      <a:pt x="44787" y="37695"/>
                    </a:cubicBezTo>
                    <a:cubicBezTo>
                      <a:pt x="44910" y="37695"/>
                      <a:pt x="45033" y="37695"/>
                      <a:pt x="45160" y="37695"/>
                    </a:cubicBezTo>
                    <a:cubicBezTo>
                      <a:pt x="45160" y="37819"/>
                      <a:pt x="45160" y="37942"/>
                      <a:pt x="45160" y="38069"/>
                    </a:cubicBezTo>
                    <a:cubicBezTo>
                      <a:pt x="45283" y="38069"/>
                      <a:pt x="45406" y="38069"/>
                      <a:pt x="45533" y="38069"/>
                    </a:cubicBezTo>
                    <a:cubicBezTo>
                      <a:pt x="45533" y="38192"/>
                      <a:pt x="45533" y="38315"/>
                      <a:pt x="45533" y="38442"/>
                    </a:cubicBezTo>
                    <a:cubicBezTo>
                      <a:pt x="45656" y="38442"/>
                      <a:pt x="45780" y="38442"/>
                      <a:pt x="45906" y="38442"/>
                    </a:cubicBezTo>
                    <a:cubicBezTo>
                      <a:pt x="45906" y="38565"/>
                      <a:pt x="45906" y="38688"/>
                      <a:pt x="45906" y="38815"/>
                    </a:cubicBezTo>
                    <a:cubicBezTo>
                      <a:pt x="46153" y="38815"/>
                      <a:pt x="46399" y="38815"/>
                      <a:pt x="46653" y="38815"/>
                    </a:cubicBezTo>
                    <a:cubicBezTo>
                      <a:pt x="46653" y="38938"/>
                      <a:pt x="46653" y="39061"/>
                      <a:pt x="46653" y="39188"/>
                    </a:cubicBezTo>
                    <a:cubicBezTo>
                      <a:pt x="46776" y="39188"/>
                      <a:pt x="46899" y="39188"/>
                      <a:pt x="47026" y="39188"/>
                    </a:cubicBezTo>
                    <a:cubicBezTo>
                      <a:pt x="47026" y="39681"/>
                      <a:pt x="47026" y="40174"/>
                      <a:pt x="47026" y="40681"/>
                    </a:cubicBezTo>
                    <a:cubicBezTo>
                      <a:pt x="47149" y="40681"/>
                      <a:pt x="47272" y="40681"/>
                      <a:pt x="47399" y="40681"/>
                    </a:cubicBezTo>
                    <a:cubicBezTo>
                      <a:pt x="47399" y="41667"/>
                      <a:pt x="47399" y="42652"/>
                      <a:pt x="47399" y="43667"/>
                    </a:cubicBezTo>
                    <a:cubicBezTo>
                      <a:pt x="47522" y="43667"/>
                      <a:pt x="47646" y="43667"/>
                      <a:pt x="47773" y="43667"/>
                    </a:cubicBezTo>
                    <a:cubicBezTo>
                      <a:pt x="47773" y="44283"/>
                      <a:pt x="47773" y="44899"/>
                      <a:pt x="47773" y="45533"/>
                    </a:cubicBezTo>
                    <a:cubicBezTo>
                      <a:pt x="47896" y="45533"/>
                      <a:pt x="48019" y="45533"/>
                      <a:pt x="48146" y="45533"/>
                    </a:cubicBezTo>
                    <a:cubicBezTo>
                      <a:pt x="48146" y="45780"/>
                      <a:pt x="48146" y="46026"/>
                      <a:pt x="48146" y="46280"/>
                    </a:cubicBezTo>
                    <a:cubicBezTo>
                      <a:pt x="48269" y="46280"/>
                      <a:pt x="48392" y="46280"/>
                      <a:pt x="48519" y="46280"/>
                    </a:cubicBezTo>
                    <a:cubicBezTo>
                      <a:pt x="48519" y="46649"/>
                      <a:pt x="48519" y="47019"/>
                      <a:pt x="48519" y="47399"/>
                    </a:cubicBezTo>
                    <a:cubicBezTo>
                      <a:pt x="48642" y="47399"/>
                      <a:pt x="48765" y="47399"/>
                      <a:pt x="48892" y="47399"/>
                    </a:cubicBezTo>
                    <a:cubicBezTo>
                      <a:pt x="48892" y="47769"/>
                      <a:pt x="48892" y="48138"/>
                      <a:pt x="48892" y="48519"/>
                    </a:cubicBezTo>
                    <a:cubicBezTo>
                      <a:pt x="49015" y="48519"/>
                      <a:pt x="49139" y="48519"/>
                      <a:pt x="49265" y="48519"/>
                    </a:cubicBezTo>
                    <a:cubicBezTo>
                      <a:pt x="49265" y="48765"/>
                      <a:pt x="49265" y="49012"/>
                      <a:pt x="49265" y="49265"/>
                    </a:cubicBezTo>
                    <a:cubicBezTo>
                      <a:pt x="49389" y="49265"/>
                      <a:pt x="49512" y="49265"/>
                      <a:pt x="49639" y="49265"/>
                    </a:cubicBezTo>
                    <a:cubicBezTo>
                      <a:pt x="49639" y="49512"/>
                      <a:pt x="49639" y="49758"/>
                      <a:pt x="49639" y="50012"/>
                    </a:cubicBezTo>
                    <a:cubicBezTo>
                      <a:pt x="49762" y="50012"/>
                      <a:pt x="49885" y="50012"/>
                      <a:pt x="50012" y="50012"/>
                    </a:cubicBezTo>
                    <a:cubicBezTo>
                      <a:pt x="50012" y="50258"/>
                      <a:pt x="50012" y="50505"/>
                      <a:pt x="50012" y="50758"/>
                    </a:cubicBezTo>
                    <a:cubicBezTo>
                      <a:pt x="50135" y="50758"/>
                      <a:pt x="50258" y="50758"/>
                      <a:pt x="50385" y="50758"/>
                    </a:cubicBezTo>
                    <a:cubicBezTo>
                      <a:pt x="50385" y="50881"/>
                      <a:pt x="50385" y="51005"/>
                      <a:pt x="50385" y="51132"/>
                    </a:cubicBezTo>
                    <a:cubicBezTo>
                      <a:pt x="50508" y="51132"/>
                      <a:pt x="50631" y="51132"/>
                      <a:pt x="50758" y="51132"/>
                    </a:cubicBezTo>
                    <a:cubicBezTo>
                      <a:pt x="50758" y="51378"/>
                      <a:pt x="50758" y="51624"/>
                      <a:pt x="50758" y="51878"/>
                    </a:cubicBezTo>
                    <a:cubicBezTo>
                      <a:pt x="50881" y="51878"/>
                      <a:pt x="51005" y="51878"/>
                      <a:pt x="51132" y="51878"/>
                    </a:cubicBezTo>
                    <a:cubicBezTo>
                      <a:pt x="51132" y="52001"/>
                      <a:pt x="51132" y="52124"/>
                      <a:pt x="51132" y="52251"/>
                    </a:cubicBezTo>
                    <a:cubicBezTo>
                      <a:pt x="51255" y="52251"/>
                      <a:pt x="51378" y="52251"/>
                      <a:pt x="51505" y="52251"/>
                    </a:cubicBezTo>
                    <a:cubicBezTo>
                      <a:pt x="51505" y="52498"/>
                      <a:pt x="51505" y="52744"/>
                      <a:pt x="51505" y="52998"/>
                    </a:cubicBezTo>
                    <a:cubicBezTo>
                      <a:pt x="51628" y="52998"/>
                      <a:pt x="51751" y="52998"/>
                      <a:pt x="51878" y="52998"/>
                    </a:cubicBezTo>
                    <a:cubicBezTo>
                      <a:pt x="51878" y="53121"/>
                      <a:pt x="51878" y="53244"/>
                      <a:pt x="51878" y="53371"/>
                    </a:cubicBezTo>
                    <a:cubicBezTo>
                      <a:pt x="52001" y="53371"/>
                      <a:pt x="52124" y="53371"/>
                      <a:pt x="52251" y="53371"/>
                    </a:cubicBezTo>
                    <a:cubicBezTo>
                      <a:pt x="52251" y="53494"/>
                      <a:pt x="52251" y="53617"/>
                      <a:pt x="52251" y="53744"/>
                    </a:cubicBezTo>
                    <a:cubicBezTo>
                      <a:pt x="52374" y="53744"/>
                      <a:pt x="52498" y="53744"/>
                      <a:pt x="52624" y="53744"/>
                    </a:cubicBezTo>
                    <a:cubicBezTo>
                      <a:pt x="52624" y="53867"/>
                      <a:pt x="52624" y="53990"/>
                      <a:pt x="52624" y="54117"/>
                    </a:cubicBezTo>
                    <a:cubicBezTo>
                      <a:pt x="52871" y="54117"/>
                      <a:pt x="53117" y="54117"/>
                      <a:pt x="53371" y="54117"/>
                    </a:cubicBezTo>
                    <a:cubicBezTo>
                      <a:pt x="53371" y="53994"/>
                      <a:pt x="53371" y="53871"/>
                      <a:pt x="53371" y="53744"/>
                    </a:cubicBezTo>
                    <a:cubicBezTo>
                      <a:pt x="53494" y="53744"/>
                      <a:pt x="53617" y="53744"/>
                      <a:pt x="53744" y="53744"/>
                    </a:cubicBezTo>
                    <a:cubicBezTo>
                      <a:pt x="53744" y="53621"/>
                      <a:pt x="53744" y="53498"/>
                      <a:pt x="53744" y="53371"/>
                    </a:cubicBezTo>
                    <a:cubicBezTo>
                      <a:pt x="53867" y="53371"/>
                      <a:pt x="53990" y="53371"/>
                      <a:pt x="54117" y="53371"/>
                    </a:cubicBezTo>
                    <a:cubicBezTo>
                      <a:pt x="54117" y="53125"/>
                      <a:pt x="54117" y="52878"/>
                      <a:pt x="54117" y="52624"/>
                    </a:cubicBezTo>
                    <a:cubicBezTo>
                      <a:pt x="54610" y="52624"/>
                      <a:pt x="55103" y="52624"/>
                      <a:pt x="55610" y="52624"/>
                    </a:cubicBezTo>
                    <a:cubicBezTo>
                      <a:pt x="55610" y="52871"/>
                      <a:pt x="55610" y="53117"/>
                      <a:pt x="55610" y="53371"/>
                    </a:cubicBezTo>
                    <a:cubicBezTo>
                      <a:pt x="55241" y="53371"/>
                      <a:pt x="54871" y="53371"/>
                      <a:pt x="54491" y="53371"/>
                    </a:cubicBezTo>
                    <a:cubicBezTo>
                      <a:pt x="54491" y="53494"/>
                      <a:pt x="54491" y="53617"/>
                      <a:pt x="54491" y="53744"/>
                    </a:cubicBezTo>
                    <a:cubicBezTo>
                      <a:pt x="54367" y="53744"/>
                      <a:pt x="54244" y="53744"/>
                      <a:pt x="54117" y="53744"/>
                    </a:cubicBezTo>
                    <a:cubicBezTo>
                      <a:pt x="54117" y="53867"/>
                      <a:pt x="54117" y="53990"/>
                      <a:pt x="54117" y="54117"/>
                    </a:cubicBezTo>
                    <a:cubicBezTo>
                      <a:pt x="53994" y="54117"/>
                      <a:pt x="53871" y="54117"/>
                      <a:pt x="53744" y="54117"/>
                    </a:cubicBezTo>
                    <a:cubicBezTo>
                      <a:pt x="53744" y="54240"/>
                      <a:pt x="53744" y="54364"/>
                      <a:pt x="53744" y="54491"/>
                    </a:cubicBezTo>
                    <a:cubicBezTo>
                      <a:pt x="53621" y="54491"/>
                      <a:pt x="53498" y="54491"/>
                      <a:pt x="53371" y="54491"/>
                    </a:cubicBezTo>
                    <a:cubicBezTo>
                      <a:pt x="53371" y="54614"/>
                      <a:pt x="53371" y="54737"/>
                      <a:pt x="53371" y="54864"/>
                    </a:cubicBezTo>
                    <a:cubicBezTo>
                      <a:pt x="53331" y="54851"/>
                      <a:pt x="53291" y="54838"/>
                      <a:pt x="53250" y="54825"/>
                    </a:cubicBezTo>
                    <a:cubicBezTo>
                      <a:pt x="52641" y="54650"/>
                      <a:pt x="52037" y="54636"/>
                      <a:pt x="51408" y="54618"/>
                    </a:cubicBezTo>
                    <a:cubicBezTo>
                      <a:pt x="51292" y="54614"/>
                      <a:pt x="51176" y="54610"/>
                      <a:pt x="51060" y="54606"/>
                    </a:cubicBezTo>
                    <a:cubicBezTo>
                      <a:pt x="50757" y="54596"/>
                      <a:pt x="50454" y="54587"/>
                      <a:pt x="50151" y="54578"/>
                    </a:cubicBezTo>
                    <a:cubicBezTo>
                      <a:pt x="49841" y="54568"/>
                      <a:pt x="49530" y="54558"/>
                      <a:pt x="49220" y="54548"/>
                    </a:cubicBezTo>
                    <a:cubicBezTo>
                      <a:pt x="48613" y="54528"/>
                      <a:pt x="48006" y="54509"/>
                      <a:pt x="47399" y="54491"/>
                    </a:cubicBezTo>
                    <a:cubicBezTo>
                      <a:pt x="47399" y="54367"/>
                      <a:pt x="47399" y="54244"/>
                      <a:pt x="47399" y="54117"/>
                    </a:cubicBezTo>
                    <a:cubicBezTo>
                      <a:pt x="40009" y="54117"/>
                      <a:pt x="32620" y="54117"/>
                      <a:pt x="25006" y="54117"/>
                    </a:cubicBezTo>
                    <a:cubicBezTo>
                      <a:pt x="25068" y="53933"/>
                      <a:pt x="25129" y="53748"/>
                      <a:pt x="25193" y="53557"/>
                    </a:cubicBezTo>
                    <a:cubicBezTo>
                      <a:pt x="25222" y="53341"/>
                      <a:pt x="25222" y="53341"/>
                      <a:pt x="25231" y="53134"/>
                    </a:cubicBezTo>
                    <a:cubicBezTo>
                      <a:pt x="25235" y="53056"/>
                      <a:pt x="25238" y="52977"/>
                      <a:pt x="25242" y="52896"/>
                    </a:cubicBezTo>
                    <a:cubicBezTo>
                      <a:pt x="25245" y="52814"/>
                      <a:pt x="25248" y="52731"/>
                      <a:pt x="25252" y="52645"/>
                    </a:cubicBezTo>
                    <a:cubicBezTo>
                      <a:pt x="25254" y="52602"/>
                      <a:pt x="25254" y="52602"/>
                      <a:pt x="25263" y="52384"/>
                    </a:cubicBezTo>
                    <a:cubicBezTo>
                      <a:pt x="25275" y="52111"/>
                      <a:pt x="25287" y="51837"/>
                      <a:pt x="25297" y="51563"/>
                    </a:cubicBezTo>
                    <a:cubicBezTo>
                      <a:pt x="25305" y="51377"/>
                      <a:pt x="25314" y="51190"/>
                      <a:pt x="25322" y="51004"/>
                    </a:cubicBezTo>
                    <a:cubicBezTo>
                      <a:pt x="25342" y="50549"/>
                      <a:pt x="25361" y="50094"/>
                      <a:pt x="25379" y="49639"/>
                    </a:cubicBezTo>
                    <a:cubicBezTo>
                      <a:pt x="25256" y="49639"/>
                      <a:pt x="25133" y="49639"/>
                      <a:pt x="25006" y="49639"/>
                    </a:cubicBezTo>
                    <a:cubicBezTo>
                      <a:pt x="25006" y="48776"/>
                      <a:pt x="25006" y="47914"/>
                      <a:pt x="25006" y="47026"/>
                    </a:cubicBezTo>
                    <a:cubicBezTo>
                      <a:pt x="24883" y="47026"/>
                      <a:pt x="24760" y="47026"/>
                      <a:pt x="24633" y="47026"/>
                    </a:cubicBezTo>
                    <a:cubicBezTo>
                      <a:pt x="24633" y="46533"/>
                      <a:pt x="24633" y="46041"/>
                      <a:pt x="24633" y="45533"/>
                    </a:cubicBezTo>
                    <a:cubicBezTo>
                      <a:pt x="24510" y="45533"/>
                      <a:pt x="24386" y="45533"/>
                      <a:pt x="24259" y="45533"/>
                    </a:cubicBezTo>
                    <a:cubicBezTo>
                      <a:pt x="24259" y="45164"/>
                      <a:pt x="24259" y="44794"/>
                      <a:pt x="24259" y="44414"/>
                    </a:cubicBezTo>
                    <a:cubicBezTo>
                      <a:pt x="24136" y="44414"/>
                      <a:pt x="24013" y="44414"/>
                      <a:pt x="23886" y="44414"/>
                    </a:cubicBezTo>
                    <a:cubicBezTo>
                      <a:pt x="23886" y="44167"/>
                      <a:pt x="23886" y="43921"/>
                      <a:pt x="23886" y="43667"/>
                    </a:cubicBezTo>
                    <a:cubicBezTo>
                      <a:pt x="23763" y="43667"/>
                      <a:pt x="23640" y="43667"/>
                      <a:pt x="23513" y="43667"/>
                    </a:cubicBezTo>
                    <a:cubicBezTo>
                      <a:pt x="23513" y="43298"/>
                      <a:pt x="23513" y="42928"/>
                      <a:pt x="23513" y="42547"/>
                    </a:cubicBezTo>
                    <a:cubicBezTo>
                      <a:pt x="23390" y="42547"/>
                      <a:pt x="23267" y="42547"/>
                      <a:pt x="23140" y="42547"/>
                    </a:cubicBezTo>
                    <a:cubicBezTo>
                      <a:pt x="23140" y="42424"/>
                      <a:pt x="23140" y="42301"/>
                      <a:pt x="23140" y="42174"/>
                    </a:cubicBezTo>
                    <a:cubicBezTo>
                      <a:pt x="23017" y="42174"/>
                      <a:pt x="22893" y="42174"/>
                      <a:pt x="22767" y="42174"/>
                    </a:cubicBezTo>
                    <a:cubicBezTo>
                      <a:pt x="22767" y="42051"/>
                      <a:pt x="22767" y="41928"/>
                      <a:pt x="22767" y="41801"/>
                    </a:cubicBezTo>
                    <a:cubicBezTo>
                      <a:pt x="22643" y="41801"/>
                      <a:pt x="22520" y="41801"/>
                      <a:pt x="22393" y="41801"/>
                    </a:cubicBezTo>
                    <a:cubicBezTo>
                      <a:pt x="22393" y="41678"/>
                      <a:pt x="22393" y="41555"/>
                      <a:pt x="22393" y="41428"/>
                    </a:cubicBezTo>
                    <a:cubicBezTo>
                      <a:pt x="21531" y="41428"/>
                      <a:pt x="20669" y="41428"/>
                      <a:pt x="19781" y="41428"/>
                    </a:cubicBezTo>
                    <a:cubicBezTo>
                      <a:pt x="19781" y="41551"/>
                      <a:pt x="19781" y="41674"/>
                      <a:pt x="19781" y="41801"/>
                    </a:cubicBezTo>
                    <a:cubicBezTo>
                      <a:pt x="19165" y="41801"/>
                      <a:pt x="18549" y="41801"/>
                      <a:pt x="17915" y="41801"/>
                    </a:cubicBezTo>
                    <a:cubicBezTo>
                      <a:pt x="17915" y="41924"/>
                      <a:pt x="17915" y="42047"/>
                      <a:pt x="17915" y="42174"/>
                    </a:cubicBezTo>
                    <a:cubicBezTo>
                      <a:pt x="17053" y="42174"/>
                      <a:pt x="16190" y="42174"/>
                      <a:pt x="15302" y="42174"/>
                    </a:cubicBezTo>
                    <a:cubicBezTo>
                      <a:pt x="15302" y="42297"/>
                      <a:pt x="15302" y="42420"/>
                      <a:pt x="15302" y="42547"/>
                    </a:cubicBezTo>
                    <a:cubicBezTo>
                      <a:pt x="13208" y="42547"/>
                      <a:pt x="11115" y="42547"/>
                      <a:pt x="8957" y="42547"/>
                    </a:cubicBezTo>
                    <a:cubicBezTo>
                      <a:pt x="8957" y="42424"/>
                      <a:pt x="8957" y="42301"/>
                      <a:pt x="8957" y="42174"/>
                    </a:cubicBezTo>
                    <a:cubicBezTo>
                      <a:pt x="8711" y="42174"/>
                      <a:pt x="8465" y="42174"/>
                      <a:pt x="8211" y="42174"/>
                    </a:cubicBezTo>
                    <a:cubicBezTo>
                      <a:pt x="8211" y="42051"/>
                      <a:pt x="8211" y="41928"/>
                      <a:pt x="8211" y="41801"/>
                    </a:cubicBezTo>
                    <a:cubicBezTo>
                      <a:pt x="8088" y="41801"/>
                      <a:pt x="7965" y="41801"/>
                      <a:pt x="7838" y="41801"/>
                    </a:cubicBezTo>
                    <a:cubicBezTo>
                      <a:pt x="7838" y="41678"/>
                      <a:pt x="7838" y="41555"/>
                      <a:pt x="7838" y="41428"/>
                    </a:cubicBezTo>
                    <a:cubicBezTo>
                      <a:pt x="7715" y="41428"/>
                      <a:pt x="7591" y="41428"/>
                      <a:pt x="7464" y="41428"/>
                    </a:cubicBezTo>
                    <a:cubicBezTo>
                      <a:pt x="7464" y="41305"/>
                      <a:pt x="7464" y="41181"/>
                      <a:pt x="7464" y="41055"/>
                    </a:cubicBezTo>
                    <a:cubicBezTo>
                      <a:pt x="7341" y="41055"/>
                      <a:pt x="7218" y="41055"/>
                      <a:pt x="7091" y="41055"/>
                    </a:cubicBezTo>
                    <a:cubicBezTo>
                      <a:pt x="7091" y="40931"/>
                      <a:pt x="7091" y="40808"/>
                      <a:pt x="7091" y="40681"/>
                    </a:cubicBezTo>
                    <a:cubicBezTo>
                      <a:pt x="6968" y="40681"/>
                      <a:pt x="6845" y="40681"/>
                      <a:pt x="6718" y="40681"/>
                    </a:cubicBezTo>
                    <a:cubicBezTo>
                      <a:pt x="6718" y="40312"/>
                      <a:pt x="6718" y="39942"/>
                      <a:pt x="6718" y="39562"/>
                    </a:cubicBezTo>
                    <a:cubicBezTo>
                      <a:pt x="6595" y="39562"/>
                      <a:pt x="6472" y="39562"/>
                      <a:pt x="6345" y="39562"/>
                    </a:cubicBezTo>
                    <a:cubicBezTo>
                      <a:pt x="6345" y="38084"/>
                      <a:pt x="6345" y="36606"/>
                      <a:pt x="6345" y="35083"/>
                    </a:cubicBezTo>
                    <a:cubicBezTo>
                      <a:pt x="6222" y="35083"/>
                      <a:pt x="6098" y="35083"/>
                      <a:pt x="5972" y="35083"/>
                    </a:cubicBezTo>
                    <a:cubicBezTo>
                      <a:pt x="5972" y="34960"/>
                      <a:pt x="5972" y="34837"/>
                      <a:pt x="5972" y="34710"/>
                    </a:cubicBezTo>
                    <a:cubicBezTo>
                      <a:pt x="5848" y="34710"/>
                      <a:pt x="5725" y="34710"/>
                      <a:pt x="5598" y="34710"/>
                    </a:cubicBezTo>
                    <a:cubicBezTo>
                      <a:pt x="5598" y="34587"/>
                      <a:pt x="5598" y="34463"/>
                      <a:pt x="5598" y="34336"/>
                    </a:cubicBezTo>
                    <a:cubicBezTo>
                      <a:pt x="5475" y="34336"/>
                      <a:pt x="5352" y="34336"/>
                      <a:pt x="5225" y="34336"/>
                    </a:cubicBezTo>
                    <a:cubicBezTo>
                      <a:pt x="5225" y="34213"/>
                      <a:pt x="5225" y="34090"/>
                      <a:pt x="5225" y="33963"/>
                    </a:cubicBezTo>
                    <a:cubicBezTo>
                      <a:pt x="5102" y="33963"/>
                      <a:pt x="4979" y="33963"/>
                      <a:pt x="4852" y="33963"/>
                    </a:cubicBezTo>
                    <a:cubicBezTo>
                      <a:pt x="4852" y="33840"/>
                      <a:pt x="4852" y="33717"/>
                      <a:pt x="4852" y="33590"/>
                    </a:cubicBezTo>
                    <a:cubicBezTo>
                      <a:pt x="4729" y="33590"/>
                      <a:pt x="4606" y="33590"/>
                      <a:pt x="4479" y="33590"/>
                    </a:cubicBezTo>
                    <a:cubicBezTo>
                      <a:pt x="4479" y="33097"/>
                      <a:pt x="4479" y="32605"/>
                      <a:pt x="4479" y="32097"/>
                    </a:cubicBezTo>
                    <a:cubicBezTo>
                      <a:pt x="4602" y="32097"/>
                      <a:pt x="4725" y="32097"/>
                      <a:pt x="4852" y="32097"/>
                    </a:cubicBezTo>
                    <a:cubicBezTo>
                      <a:pt x="4852" y="31974"/>
                      <a:pt x="4852" y="31851"/>
                      <a:pt x="4852" y="31724"/>
                    </a:cubicBezTo>
                    <a:cubicBezTo>
                      <a:pt x="5837" y="31724"/>
                      <a:pt x="6823" y="31724"/>
                      <a:pt x="7838" y="31724"/>
                    </a:cubicBezTo>
                    <a:cubicBezTo>
                      <a:pt x="7838" y="31601"/>
                      <a:pt x="7838" y="31478"/>
                      <a:pt x="7838" y="31351"/>
                    </a:cubicBezTo>
                    <a:cubicBezTo>
                      <a:pt x="7961" y="31351"/>
                      <a:pt x="8084" y="31351"/>
                      <a:pt x="8211" y="31351"/>
                    </a:cubicBezTo>
                    <a:cubicBezTo>
                      <a:pt x="8211" y="30981"/>
                      <a:pt x="8211" y="30612"/>
                      <a:pt x="8211" y="30231"/>
                    </a:cubicBezTo>
                    <a:cubicBezTo>
                      <a:pt x="8088" y="30231"/>
                      <a:pt x="7965" y="30231"/>
                      <a:pt x="7838" y="30231"/>
                    </a:cubicBezTo>
                    <a:cubicBezTo>
                      <a:pt x="7838" y="30108"/>
                      <a:pt x="7838" y="29985"/>
                      <a:pt x="7838" y="29858"/>
                    </a:cubicBezTo>
                    <a:cubicBezTo>
                      <a:pt x="6729" y="29858"/>
                      <a:pt x="5621" y="29858"/>
                      <a:pt x="4479" y="29858"/>
                    </a:cubicBezTo>
                    <a:cubicBezTo>
                      <a:pt x="4479" y="29735"/>
                      <a:pt x="4479" y="29611"/>
                      <a:pt x="4479" y="29485"/>
                    </a:cubicBezTo>
                    <a:cubicBezTo>
                      <a:pt x="4232" y="29485"/>
                      <a:pt x="3986" y="29485"/>
                      <a:pt x="3732" y="29485"/>
                    </a:cubicBezTo>
                    <a:cubicBezTo>
                      <a:pt x="3732" y="29361"/>
                      <a:pt x="3732" y="29238"/>
                      <a:pt x="3732" y="29111"/>
                    </a:cubicBezTo>
                    <a:cubicBezTo>
                      <a:pt x="3609" y="29111"/>
                      <a:pt x="3486" y="29111"/>
                      <a:pt x="3359" y="29111"/>
                    </a:cubicBezTo>
                    <a:cubicBezTo>
                      <a:pt x="3359" y="28496"/>
                      <a:pt x="3359" y="27880"/>
                      <a:pt x="3359" y="27245"/>
                    </a:cubicBezTo>
                    <a:cubicBezTo>
                      <a:pt x="3482" y="27245"/>
                      <a:pt x="3605" y="27245"/>
                      <a:pt x="3732" y="27245"/>
                    </a:cubicBezTo>
                    <a:cubicBezTo>
                      <a:pt x="3732" y="26876"/>
                      <a:pt x="3732" y="26506"/>
                      <a:pt x="3732" y="26126"/>
                    </a:cubicBezTo>
                    <a:cubicBezTo>
                      <a:pt x="3855" y="26126"/>
                      <a:pt x="3979" y="26126"/>
                      <a:pt x="4105" y="26126"/>
                    </a:cubicBezTo>
                    <a:cubicBezTo>
                      <a:pt x="4105" y="25633"/>
                      <a:pt x="4105" y="25140"/>
                      <a:pt x="4105" y="24633"/>
                    </a:cubicBezTo>
                    <a:cubicBezTo>
                      <a:pt x="3982" y="24633"/>
                      <a:pt x="3859" y="24633"/>
                      <a:pt x="3732" y="24633"/>
                    </a:cubicBezTo>
                    <a:cubicBezTo>
                      <a:pt x="3732" y="24510"/>
                      <a:pt x="3732" y="24386"/>
                      <a:pt x="3732" y="24259"/>
                    </a:cubicBezTo>
                    <a:cubicBezTo>
                      <a:pt x="3609" y="24259"/>
                      <a:pt x="3486" y="24259"/>
                      <a:pt x="3359" y="24259"/>
                    </a:cubicBezTo>
                    <a:cubicBezTo>
                      <a:pt x="3359" y="24136"/>
                      <a:pt x="3359" y="24013"/>
                      <a:pt x="3359" y="23886"/>
                    </a:cubicBezTo>
                    <a:cubicBezTo>
                      <a:pt x="3236" y="23886"/>
                      <a:pt x="3113" y="23886"/>
                      <a:pt x="2986" y="23886"/>
                    </a:cubicBezTo>
                    <a:cubicBezTo>
                      <a:pt x="2986" y="23763"/>
                      <a:pt x="2986" y="23640"/>
                      <a:pt x="2986" y="23513"/>
                    </a:cubicBezTo>
                    <a:cubicBezTo>
                      <a:pt x="2863" y="23513"/>
                      <a:pt x="2739" y="23513"/>
                      <a:pt x="2613" y="23513"/>
                    </a:cubicBezTo>
                    <a:cubicBezTo>
                      <a:pt x="2613" y="23390"/>
                      <a:pt x="2613" y="23267"/>
                      <a:pt x="2613" y="23140"/>
                    </a:cubicBezTo>
                    <a:cubicBezTo>
                      <a:pt x="2366" y="23140"/>
                      <a:pt x="2120" y="23140"/>
                      <a:pt x="1866" y="23140"/>
                    </a:cubicBezTo>
                    <a:cubicBezTo>
                      <a:pt x="1866" y="23017"/>
                      <a:pt x="1866" y="22893"/>
                      <a:pt x="1866" y="22767"/>
                    </a:cubicBezTo>
                    <a:cubicBezTo>
                      <a:pt x="1620" y="22767"/>
                      <a:pt x="1373" y="22767"/>
                      <a:pt x="1120" y="22767"/>
                    </a:cubicBezTo>
                    <a:cubicBezTo>
                      <a:pt x="1120" y="22643"/>
                      <a:pt x="1120" y="22520"/>
                      <a:pt x="1120" y="22393"/>
                    </a:cubicBezTo>
                    <a:cubicBezTo>
                      <a:pt x="997" y="22393"/>
                      <a:pt x="873" y="22393"/>
                      <a:pt x="746" y="22393"/>
                    </a:cubicBezTo>
                    <a:cubicBezTo>
                      <a:pt x="746" y="22270"/>
                      <a:pt x="746" y="22147"/>
                      <a:pt x="746" y="22020"/>
                    </a:cubicBezTo>
                    <a:cubicBezTo>
                      <a:pt x="623" y="22020"/>
                      <a:pt x="500" y="22020"/>
                      <a:pt x="373" y="22020"/>
                    </a:cubicBezTo>
                    <a:cubicBezTo>
                      <a:pt x="373" y="21897"/>
                      <a:pt x="373" y="21774"/>
                      <a:pt x="373" y="21647"/>
                    </a:cubicBezTo>
                    <a:cubicBezTo>
                      <a:pt x="250" y="21647"/>
                      <a:pt x="127" y="21647"/>
                      <a:pt x="0" y="21647"/>
                    </a:cubicBezTo>
                    <a:cubicBezTo>
                      <a:pt x="0" y="21031"/>
                      <a:pt x="0" y="20415"/>
                      <a:pt x="0" y="19781"/>
                    </a:cubicBezTo>
                    <a:cubicBezTo>
                      <a:pt x="123" y="19781"/>
                      <a:pt x="246" y="19781"/>
                      <a:pt x="373" y="19781"/>
                    </a:cubicBezTo>
                    <a:cubicBezTo>
                      <a:pt x="373" y="19658"/>
                      <a:pt x="373" y="19534"/>
                      <a:pt x="373" y="19408"/>
                    </a:cubicBezTo>
                    <a:cubicBezTo>
                      <a:pt x="496" y="19408"/>
                      <a:pt x="620" y="19408"/>
                      <a:pt x="746" y="19408"/>
                    </a:cubicBezTo>
                    <a:cubicBezTo>
                      <a:pt x="746" y="19284"/>
                      <a:pt x="746" y="19161"/>
                      <a:pt x="746" y="19034"/>
                    </a:cubicBezTo>
                    <a:cubicBezTo>
                      <a:pt x="870" y="19034"/>
                      <a:pt x="993" y="19034"/>
                      <a:pt x="1120" y="19034"/>
                    </a:cubicBezTo>
                    <a:cubicBezTo>
                      <a:pt x="1120" y="18788"/>
                      <a:pt x="1120" y="18542"/>
                      <a:pt x="1120" y="18288"/>
                    </a:cubicBezTo>
                    <a:cubicBezTo>
                      <a:pt x="1243" y="18288"/>
                      <a:pt x="1366" y="18288"/>
                      <a:pt x="1493" y="18288"/>
                    </a:cubicBezTo>
                    <a:cubicBezTo>
                      <a:pt x="1493" y="18165"/>
                      <a:pt x="1493" y="18042"/>
                      <a:pt x="1493" y="17915"/>
                    </a:cubicBezTo>
                    <a:cubicBezTo>
                      <a:pt x="1616" y="17915"/>
                      <a:pt x="1739" y="17915"/>
                      <a:pt x="1866" y="17915"/>
                    </a:cubicBezTo>
                    <a:cubicBezTo>
                      <a:pt x="1866" y="17792"/>
                      <a:pt x="1866" y="17668"/>
                      <a:pt x="1866" y="17541"/>
                    </a:cubicBezTo>
                    <a:cubicBezTo>
                      <a:pt x="1989" y="17541"/>
                      <a:pt x="2112" y="17541"/>
                      <a:pt x="2239" y="17541"/>
                    </a:cubicBezTo>
                    <a:cubicBezTo>
                      <a:pt x="2239" y="17418"/>
                      <a:pt x="2239" y="17295"/>
                      <a:pt x="2239" y="17168"/>
                    </a:cubicBezTo>
                    <a:cubicBezTo>
                      <a:pt x="2363" y="17168"/>
                      <a:pt x="2486" y="17168"/>
                      <a:pt x="2613" y="17168"/>
                    </a:cubicBezTo>
                    <a:cubicBezTo>
                      <a:pt x="2613" y="17045"/>
                      <a:pt x="2613" y="16922"/>
                      <a:pt x="2613" y="16795"/>
                    </a:cubicBezTo>
                    <a:cubicBezTo>
                      <a:pt x="2736" y="16795"/>
                      <a:pt x="2859" y="16795"/>
                      <a:pt x="2986" y="16795"/>
                    </a:cubicBezTo>
                    <a:cubicBezTo>
                      <a:pt x="2986" y="16549"/>
                      <a:pt x="2986" y="16302"/>
                      <a:pt x="2986" y="16049"/>
                    </a:cubicBezTo>
                    <a:cubicBezTo>
                      <a:pt x="3109" y="16049"/>
                      <a:pt x="3232" y="16049"/>
                      <a:pt x="3359" y="16049"/>
                    </a:cubicBezTo>
                    <a:cubicBezTo>
                      <a:pt x="3359" y="15925"/>
                      <a:pt x="3359" y="15802"/>
                      <a:pt x="3359" y="15675"/>
                    </a:cubicBezTo>
                    <a:cubicBezTo>
                      <a:pt x="3482" y="15675"/>
                      <a:pt x="3605" y="15675"/>
                      <a:pt x="3732" y="15675"/>
                    </a:cubicBezTo>
                    <a:cubicBezTo>
                      <a:pt x="3732" y="15552"/>
                      <a:pt x="3732" y="15429"/>
                      <a:pt x="3732" y="15302"/>
                    </a:cubicBezTo>
                    <a:cubicBezTo>
                      <a:pt x="3855" y="15302"/>
                      <a:pt x="3979" y="15302"/>
                      <a:pt x="4105" y="15302"/>
                    </a:cubicBezTo>
                    <a:cubicBezTo>
                      <a:pt x="4105" y="15056"/>
                      <a:pt x="4105" y="14809"/>
                      <a:pt x="4105" y="14556"/>
                    </a:cubicBezTo>
                    <a:cubicBezTo>
                      <a:pt x="4229" y="14556"/>
                      <a:pt x="4352" y="14556"/>
                      <a:pt x="4479" y="14556"/>
                    </a:cubicBezTo>
                    <a:cubicBezTo>
                      <a:pt x="4479" y="14433"/>
                      <a:pt x="4479" y="14309"/>
                      <a:pt x="4479" y="14182"/>
                    </a:cubicBezTo>
                    <a:cubicBezTo>
                      <a:pt x="4602" y="14182"/>
                      <a:pt x="4725" y="14182"/>
                      <a:pt x="4852" y="14182"/>
                    </a:cubicBezTo>
                    <a:cubicBezTo>
                      <a:pt x="4852" y="13936"/>
                      <a:pt x="4852" y="13690"/>
                      <a:pt x="4852" y="13436"/>
                    </a:cubicBezTo>
                    <a:cubicBezTo>
                      <a:pt x="4975" y="13436"/>
                      <a:pt x="5098" y="13436"/>
                      <a:pt x="5225" y="13436"/>
                    </a:cubicBezTo>
                    <a:cubicBezTo>
                      <a:pt x="5225" y="13190"/>
                      <a:pt x="5225" y="12943"/>
                      <a:pt x="5225" y="12690"/>
                    </a:cubicBezTo>
                    <a:cubicBezTo>
                      <a:pt x="5348" y="12690"/>
                      <a:pt x="5471" y="12690"/>
                      <a:pt x="5598" y="12690"/>
                    </a:cubicBezTo>
                    <a:cubicBezTo>
                      <a:pt x="5598" y="12566"/>
                      <a:pt x="5598" y="12443"/>
                      <a:pt x="5598" y="12316"/>
                    </a:cubicBezTo>
                    <a:cubicBezTo>
                      <a:pt x="5722" y="12316"/>
                      <a:pt x="5845" y="12316"/>
                      <a:pt x="5972" y="12316"/>
                    </a:cubicBezTo>
                    <a:cubicBezTo>
                      <a:pt x="5972" y="11947"/>
                      <a:pt x="5972" y="11577"/>
                      <a:pt x="5972" y="11197"/>
                    </a:cubicBezTo>
                    <a:cubicBezTo>
                      <a:pt x="6095" y="11197"/>
                      <a:pt x="6218" y="11197"/>
                      <a:pt x="6345" y="11197"/>
                    </a:cubicBezTo>
                    <a:cubicBezTo>
                      <a:pt x="6345" y="9842"/>
                      <a:pt x="6345" y="8487"/>
                      <a:pt x="6345" y="7091"/>
                    </a:cubicBezTo>
                    <a:cubicBezTo>
                      <a:pt x="6222" y="7091"/>
                      <a:pt x="6098" y="7091"/>
                      <a:pt x="5972" y="7091"/>
                    </a:cubicBezTo>
                    <a:cubicBezTo>
                      <a:pt x="5972" y="5860"/>
                      <a:pt x="5972" y="4628"/>
                      <a:pt x="5972" y="3359"/>
                    </a:cubicBezTo>
                    <a:cubicBezTo>
                      <a:pt x="6095" y="3359"/>
                      <a:pt x="6218" y="3359"/>
                      <a:pt x="6345" y="3359"/>
                    </a:cubicBezTo>
                    <a:cubicBezTo>
                      <a:pt x="6345" y="2620"/>
                      <a:pt x="6345" y="1881"/>
                      <a:pt x="6345" y="1120"/>
                    </a:cubicBezTo>
                    <a:cubicBezTo>
                      <a:pt x="6468" y="1120"/>
                      <a:pt x="6591" y="1120"/>
                      <a:pt x="6718" y="1120"/>
                    </a:cubicBezTo>
                    <a:cubicBezTo>
                      <a:pt x="6718" y="997"/>
                      <a:pt x="6718" y="873"/>
                      <a:pt x="6718" y="746"/>
                    </a:cubicBezTo>
                    <a:cubicBezTo>
                      <a:pt x="6964" y="746"/>
                      <a:pt x="7211" y="746"/>
                      <a:pt x="7464" y="746"/>
                    </a:cubicBezTo>
                    <a:cubicBezTo>
                      <a:pt x="7464" y="623"/>
                      <a:pt x="7464" y="500"/>
                      <a:pt x="7464" y="373"/>
                    </a:cubicBezTo>
                    <a:cubicBezTo>
                      <a:pt x="8327" y="373"/>
                      <a:pt x="9189" y="373"/>
                      <a:pt x="10077" y="373"/>
                    </a:cubicBezTo>
                    <a:cubicBezTo>
                      <a:pt x="10077" y="250"/>
                      <a:pt x="10077" y="127"/>
                      <a:pt x="10077" y="0"/>
                    </a:cubicBezTo>
                    <a:close/>
                    <a:moveTo>
                      <a:pt x="8957" y="11197"/>
                    </a:moveTo>
                    <a:cubicBezTo>
                      <a:pt x="8957" y="11320"/>
                      <a:pt x="8957" y="11443"/>
                      <a:pt x="8957" y="11570"/>
                    </a:cubicBezTo>
                    <a:cubicBezTo>
                      <a:pt x="8834" y="11570"/>
                      <a:pt x="8711" y="11570"/>
                      <a:pt x="8584" y="11570"/>
                    </a:cubicBezTo>
                    <a:cubicBezTo>
                      <a:pt x="8584" y="11816"/>
                      <a:pt x="8584" y="12063"/>
                      <a:pt x="8584" y="12316"/>
                    </a:cubicBezTo>
                    <a:cubicBezTo>
                      <a:pt x="8707" y="12316"/>
                      <a:pt x="8830" y="12316"/>
                      <a:pt x="8957" y="12316"/>
                    </a:cubicBezTo>
                    <a:cubicBezTo>
                      <a:pt x="8957" y="12440"/>
                      <a:pt x="8957" y="12563"/>
                      <a:pt x="8957" y="12690"/>
                    </a:cubicBezTo>
                    <a:cubicBezTo>
                      <a:pt x="9081" y="12690"/>
                      <a:pt x="9204" y="12690"/>
                      <a:pt x="9331" y="12690"/>
                    </a:cubicBezTo>
                    <a:cubicBezTo>
                      <a:pt x="9331" y="12813"/>
                      <a:pt x="9331" y="12936"/>
                      <a:pt x="9331" y="13063"/>
                    </a:cubicBezTo>
                    <a:cubicBezTo>
                      <a:pt x="9454" y="13063"/>
                      <a:pt x="9577" y="13063"/>
                      <a:pt x="9704" y="13063"/>
                    </a:cubicBezTo>
                    <a:cubicBezTo>
                      <a:pt x="9704" y="13186"/>
                      <a:pt x="9704" y="13309"/>
                      <a:pt x="9704" y="13436"/>
                    </a:cubicBezTo>
                    <a:cubicBezTo>
                      <a:pt x="9950" y="13436"/>
                      <a:pt x="10196" y="13436"/>
                      <a:pt x="10450" y="13436"/>
                    </a:cubicBezTo>
                    <a:cubicBezTo>
                      <a:pt x="10450" y="13559"/>
                      <a:pt x="10450" y="13682"/>
                      <a:pt x="10450" y="13809"/>
                    </a:cubicBezTo>
                    <a:cubicBezTo>
                      <a:pt x="10820" y="13809"/>
                      <a:pt x="11189" y="13809"/>
                      <a:pt x="11570" y="13809"/>
                    </a:cubicBezTo>
                    <a:cubicBezTo>
                      <a:pt x="11570" y="13932"/>
                      <a:pt x="11570" y="14056"/>
                      <a:pt x="11570" y="14182"/>
                    </a:cubicBezTo>
                    <a:cubicBezTo>
                      <a:pt x="12555" y="14182"/>
                      <a:pt x="13541" y="14182"/>
                      <a:pt x="14556" y="14182"/>
                    </a:cubicBezTo>
                    <a:cubicBezTo>
                      <a:pt x="14556" y="14059"/>
                      <a:pt x="14556" y="13936"/>
                      <a:pt x="14556" y="13809"/>
                    </a:cubicBezTo>
                    <a:cubicBezTo>
                      <a:pt x="14925" y="13809"/>
                      <a:pt x="15295" y="13809"/>
                      <a:pt x="15675" y="13809"/>
                    </a:cubicBezTo>
                    <a:cubicBezTo>
                      <a:pt x="15675" y="13686"/>
                      <a:pt x="15675" y="13563"/>
                      <a:pt x="15675" y="13436"/>
                    </a:cubicBezTo>
                    <a:cubicBezTo>
                      <a:pt x="15922" y="13436"/>
                      <a:pt x="16168" y="13436"/>
                      <a:pt x="16422" y="13436"/>
                    </a:cubicBezTo>
                    <a:cubicBezTo>
                      <a:pt x="16422" y="13313"/>
                      <a:pt x="16422" y="13190"/>
                      <a:pt x="16422" y="13063"/>
                    </a:cubicBezTo>
                    <a:cubicBezTo>
                      <a:pt x="16545" y="13063"/>
                      <a:pt x="16668" y="13063"/>
                      <a:pt x="16795" y="13063"/>
                    </a:cubicBezTo>
                    <a:cubicBezTo>
                      <a:pt x="16795" y="12940"/>
                      <a:pt x="16795" y="12816"/>
                      <a:pt x="16795" y="12690"/>
                    </a:cubicBezTo>
                    <a:cubicBezTo>
                      <a:pt x="16918" y="12690"/>
                      <a:pt x="17041" y="12690"/>
                      <a:pt x="17168" y="12690"/>
                    </a:cubicBezTo>
                    <a:cubicBezTo>
                      <a:pt x="17168" y="12320"/>
                      <a:pt x="17168" y="11951"/>
                      <a:pt x="17168" y="11570"/>
                    </a:cubicBezTo>
                    <a:cubicBezTo>
                      <a:pt x="17045" y="11570"/>
                      <a:pt x="16922" y="11570"/>
                      <a:pt x="16795" y="11570"/>
                    </a:cubicBezTo>
                    <a:cubicBezTo>
                      <a:pt x="16795" y="11447"/>
                      <a:pt x="16795" y="11324"/>
                      <a:pt x="16795" y="11197"/>
                    </a:cubicBezTo>
                    <a:cubicBezTo>
                      <a:pt x="16426" y="11197"/>
                      <a:pt x="16056" y="11197"/>
                      <a:pt x="15675" y="11197"/>
                    </a:cubicBezTo>
                    <a:cubicBezTo>
                      <a:pt x="15675" y="11320"/>
                      <a:pt x="15675" y="11443"/>
                      <a:pt x="15675" y="11570"/>
                    </a:cubicBezTo>
                    <a:cubicBezTo>
                      <a:pt x="15429" y="11570"/>
                      <a:pt x="15183" y="11570"/>
                      <a:pt x="14929" y="11570"/>
                    </a:cubicBezTo>
                    <a:cubicBezTo>
                      <a:pt x="14929" y="11693"/>
                      <a:pt x="14929" y="11816"/>
                      <a:pt x="14929" y="11943"/>
                    </a:cubicBezTo>
                    <a:cubicBezTo>
                      <a:pt x="14436" y="11943"/>
                      <a:pt x="13944" y="11943"/>
                      <a:pt x="13436" y="11943"/>
                    </a:cubicBezTo>
                    <a:cubicBezTo>
                      <a:pt x="13436" y="12066"/>
                      <a:pt x="13436" y="12189"/>
                      <a:pt x="13436" y="12316"/>
                    </a:cubicBezTo>
                    <a:cubicBezTo>
                      <a:pt x="13067" y="12316"/>
                      <a:pt x="12697" y="12316"/>
                      <a:pt x="12316" y="12316"/>
                    </a:cubicBezTo>
                    <a:cubicBezTo>
                      <a:pt x="12316" y="12193"/>
                      <a:pt x="12316" y="12070"/>
                      <a:pt x="12316" y="11943"/>
                    </a:cubicBezTo>
                    <a:cubicBezTo>
                      <a:pt x="11947" y="11943"/>
                      <a:pt x="11577" y="11943"/>
                      <a:pt x="11197" y="11943"/>
                    </a:cubicBezTo>
                    <a:cubicBezTo>
                      <a:pt x="11197" y="11820"/>
                      <a:pt x="11197" y="11697"/>
                      <a:pt x="11197" y="11570"/>
                    </a:cubicBezTo>
                    <a:cubicBezTo>
                      <a:pt x="11074" y="11570"/>
                      <a:pt x="10950" y="11570"/>
                      <a:pt x="10823" y="11570"/>
                    </a:cubicBezTo>
                    <a:cubicBezTo>
                      <a:pt x="10823" y="11447"/>
                      <a:pt x="10823" y="11324"/>
                      <a:pt x="10823" y="11197"/>
                    </a:cubicBezTo>
                    <a:cubicBezTo>
                      <a:pt x="10208" y="11197"/>
                      <a:pt x="9592" y="11197"/>
                      <a:pt x="8957" y="11197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387" name="ICON_EEG_HEAD_path_002"/>
              <p:cNvSpPr/>
              <p:nvPr/>
            </p:nvSpPr>
            <p:spPr>
              <a:xfrm>
                <a:off x="308765" y="883522"/>
                <a:ext cx="953411" cy="1036423"/>
              </a:xfrm>
              <a:custGeom>
                <a:avLst/>
                <a:gdLst/>
                <a:ahLst/>
                <a:cxnLst/>
                <a:rect l="0" t="0" r="r" b="b"/>
                <a:pathLst>
                  <a:path w="75072" h="81608" fill="norm" stroke="0">
                    <a:moveTo>
                      <a:pt x="34764" y="188"/>
                    </a:moveTo>
                    <a:cubicBezTo>
                      <a:pt x="35274" y="155"/>
                      <a:pt x="35785" y="132"/>
                      <a:pt x="36297" y="117"/>
                    </a:cubicBezTo>
                    <a:cubicBezTo>
                      <a:pt x="36470" y="110"/>
                      <a:pt x="36644" y="101"/>
                      <a:pt x="36817" y="90"/>
                    </a:cubicBezTo>
                    <a:cubicBezTo>
                      <a:pt x="38222" y="0"/>
                      <a:pt x="38222" y="0"/>
                      <a:pt x="38684" y="318"/>
                    </a:cubicBezTo>
                    <a:cubicBezTo>
                      <a:pt x="39013" y="629"/>
                      <a:pt x="39263" y="982"/>
                      <a:pt x="39511" y="1359"/>
                    </a:cubicBezTo>
                    <a:cubicBezTo>
                      <a:pt x="39644" y="1532"/>
                      <a:pt x="39789" y="1601"/>
                      <a:pt x="39989" y="1681"/>
                    </a:cubicBezTo>
                    <a:cubicBezTo>
                      <a:pt x="40012" y="1880"/>
                      <a:pt x="40012" y="1880"/>
                      <a:pt x="39989" y="2055"/>
                    </a:cubicBezTo>
                    <a:cubicBezTo>
                      <a:pt x="40112" y="2055"/>
                      <a:pt x="40235" y="2055"/>
                      <a:pt x="40362" y="2055"/>
                    </a:cubicBezTo>
                    <a:cubicBezTo>
                      <a:pt x="40362" y="2178"/>
                      <a:pt x="40362" y="2301"/>
                      <a:pt x="40362" y="2428"/>
                    </a:cubicBezTo>
                    <a:cubicBezTo>
                      <a:pt x="42209" y="2428"/>
                      <a:pt x="44057" y="2428"/>
                      <a:pt x="45960" y="2428"/>
                    </a:cubicBezTo>
                    <a:cubicBezTo>
                      <a:pt x="45960" y="2551"/>
                      <a:pt x="45960" y="2674"/>
                      <a:pt x="45960" y="2801"/>
                    </a:cubicBezTo>
                    <a:cubicBezTo>
                      <a:pt x="46699" y="2801"/>
                      <a:pt x="47438" y="2801"/>
                      <a:pt x="48200" y="2801"/>
                    </a:cubicBezTo>
                    <a:cubicBezTo>
                      <a:pt x="48200" y="2924"/>
                      <a:pt x="48200" y="3047"/>
                      <a:pt x="48200" y="3174"/>
                    </a:cubicBezTo>
                    <a:cubicBezTo>
                      <a:pt x="48692" y="3174"/>
                      <a:pt x="49185" y="3174"/>
                      <a:pt x="49693" y="3174"/>
                    </a:cubicBezTo>
                    <a:cubicBezTo>
                      <a:pt x="49693" y="3297"/>
                      <a:pt x="49693" y="3421"/>
                      <a:pt x="49693" y="3547"/>
                    </a:cubicBezTo>
                    <a:cubicBezTo>
                      <a:pt x="50185" y="3547"/>
                      <a:pt x="50678" y="3547"/>
                      <a:pt x="51185" y="3547"/>
                    </a:cubicBezTo>
                    <a:cubicBezTo>
                      <a:pt x="51185" y="3671"/>
                      <a:pt x="51185" y="3794"/>
                      <a:pt x="51185" y="3921"/>
                    </a:cubicBezTo>
                    <a:cubicBezTo>
                      <a:pt x="51242" y="3918"/>
                      <a:pt x="51299" y="3916"/>
                      <a:pt x="51357" y="3914"/>
                    </a:cubicBezTo>
                    <a:cubicBezTo>
                      <a:pt x="51946" y="3901"/>
                      <a:pt x="52479" y="3971"/>
                      <a:pt x="53052" y="4107"/>
                    </a:cubicBezTo>
                    <a:cubicBezTo>
                      <a:pt x="53074" y="4067"/>
                      <a:pt x="53097" y="4027"/>
                      <a:pt x="53120" y="3985"/>
                    </a:cubicBezTo>
                    <a:cubicBezTo>
                      <a:pt x="53214" y="3829"/>
                      <a:pt x="53305" y="3685"/>
                      <a:pt x="53425" y="3547"/>
                    </a:cubicBezTo>
                    <a:cubicBezTo>
                      <a:pt x="53635" y="3512"/>
                      <a:pt x="53635" y="3512"/>
                      <a:pt x="53798" y="3547"/>
                    </a:cubicBezTo>
                    <a:cubicBezTo>
                      <a:pt x="53798" y="3424"/>
                      <a:pt x="53798" y="3301"/>
                      <a:pt x="53798" y="3174"/>
                    </a:cubicBezTo>
                    <a:cubicBezTo>
                      <a:pt x="55030" y="3174"/>
                      <a:pt x="56261" y="3174"/>
                      <a:pt x="57530" y="3174"/>
                    </a:cubicBezTo>
                    <a:cubicBezTo>
                      <a:pt x="57530" y="3297"/>
                      <a:pt x="57530" y="3421"/>
                      <a:pt x="57530" y="3547"/>
                    </a:cubicBezTo>
                    <a:cubicBezTo>
                      <a:pt x="57575" y="3539"/>
                      <a:pt x="57621" y="3530"/>
                      <a:pt x="57667" y="3521"/>
                    </a:cubicBezTo>
                    <a:cubicBezTo>
                      <a:pt x="58002" y="3485"/>
                      <a:pt x="58205" y="3501"/>
                      <a:pt x="58492" y="3687"/>
                    </a:cubicBezTo>
                    <a:cubicBezTo>
                      <a:pt x="58990" y="4143"/>
                      <a:pt x="58990" y="4143"/>
                      <a:pt x="59070" y="4510"/>
                    </a:cubicBezTo>
                    <a:cubicBezTo>
                      <a:pt x="59070" y="4693"/>
                      <a:pt x="59057" y="4861"/>
                      <a:pt x="59023" y="5040"/>
                    </a:cubicBezTo>
                    <a:cubicBezTo>
                      <a:pt x="59146" y="5040"/>
                      <a:pt x="59269" y="5040"/>
                      <a:pt x="59396" y="5040"/>
                    </a:cubicBezTo>
                    <a:cubicBezTo>
                      <a:pt x="59396" y="5164"/>
                      <a:pt x="59396" y="5287"/>
                      <a:pt x="59396" y="5414"/>
                    </a:cubicBezTo>
                    <a:cubicBezTo>
                      <a:pt x="59520" y="5414"/>
                      <a:pt x="59643" y="5414"/>
                      <a:pt x="59770" y="5414"/>
                    </a:cubicBezTo>
                    <a:cubicBezTo>
                      <a:pt x="59770" y="5906"/>
                      <a:pt x="59770" y="6399"/>
                      <a:pt x="59770" y="6906"/>
                    </a:cubicBezTo>
                    <a:cubicBezTo>
                      <a:pt x="59893" y="6906"/>
                      <a:pt x="60016" y="6906"/>
                      <a:pt x="60143" y="6906"/>
                    </a:cubicBezTo>
                    <a:cubicBezTo>
                      <a:pt x="60143" y="7399"/>
                      <a:pt x="60143" y="7892"/>
                      <a:pt x="60143" y="8399"/>
                    </a:cubicBezTo>
                    <a:cubicBezTo>
                      <a:pt x="60266" y="8399"/>
                      <a:pt x="60389" y="8399"/>
                      <a:pt x="60516" y="8399"/>
                    </a:cubicBezTo>
                    <a:cubicBezTo>
                      <a:pt x="60655" y="8516"/>
                      <a:pt x="60655" y="8516"/>
                      <a:pt x="60784" y="8679"/>
                    </a:cubicBezTo>
                    <a:cubicBezTo>
                      <a:pt x="60808" y="8708"/>
                      <a:pt x="60808" y="8708"/>
                      <a:pt x="60929" y="8855"/>
                    </a:cubicBezTo>
                    <a:cubicBezTo>
                      <a:pt x="60953" y="8885"/>
                      <a:pt x="60953" y="8885"/>
                      <a:pt x="61076" y="9041"/>
                    </a:cubicBezTo>
                    <a:cubicBezTo>
                      <a:pt x="61173" y="9162"/>
                      <a:pt x="61270" y="9282"/>
                      <a:pt x="61367" y="9402"/>
                    </a:cubicBezTo>
                    <a:cubicBezTo>
                      <a:pt x="61410" y="9455"/>
                      <a:pt x="61453" y="9509"/>
                      <a:pt x="61496" y="9565"/>
                    </a:cubicBezTo>
                    <a:cubicBezTo>
                      <a:pt x="61636" y="9706"/>
                      <a:pt x="61636" y="9706"/>
                      <a:pt x="61839" y="9795"/>
                    </a:cubicBezTo>
                    <a:cubicBezTo>
                      <a:pt x="61867" y="9811"/>
                      <a:pt x="61867" y="9811"/>
                      <a:pt x="62009" y="9892"/>
                    </a:cubicBezTo>
                    <a:cubicBezTo>
                      <a:pt x="62032" y="10091"/>
                      <a:pt x="62032" y="10091"/>
                      <a:pt x="62009" y="10265"/>
                    </a:cubicBezTo>
                    <a:cubicBezTo>
                      <a:pt x="62032" y="10262"/>
                      <a:pt x="62032" y="10262"/>
                      <a:pt x="62151" y="10242"/>
                    </a:cubicBezTo>
                    <a:cubicBezTo>
                      <a:pt x="62451" y="10214"/>
                      <a:pt x="62668" y="10201"/>
                      <a:pt x="62918" y="10384"/>
                    </a:cubicBezTo>
                    <a:cubicBezTo>
                      <a:pt x="63081" y="10560"/>
                      <a:pt x="63228" y="10741"/>
                      <a:pt x="63373" y="10930"/>
                    </a:cubicBezTo>
                    <a:cubicBezTo>
                      <a:pt x="63486" y="11067"/>
                      <a:pt x="63599" y="11204"/>
                      <a:pt x="63712" y="11340"/>
                    </a:cubicBezTo>
                    <a:cubicBezTo>
                      <a:pt x="63769" y="11410"/>
                      <a:pt x="63826" y="11479"/>
                      <a:pt x="63885" y="11551"/>
                    </a:cubicBezTo>
                    <a:cubicBezTo>
                      <a:pt x="64166" y="11881"/>
                      <a:pt x="64467" y="12188"/>
                      <a:pt x="64773" y="12493"/>
                    </a:cubicBezTo>
                    <a:cubicBezTo>
                      <a:pt x="64827" y="12548"/>
                      <a:pt x="64881" y="12603"/>
                      <a:pt x="64937" y="12659"/>
                    </a:cubicBezTo>
                    <a:cubicBezTo>
                      <a:pt x="65323" y="13044"/>
                      <a:pt x="65323" y="13044"/>
                      <a:pt x="65582" y="13166"/>
                    </a:cubicBezTo>
                    <a:cubicBezTo>
                      <a:pt x="65741" y="13251"/>
                      <a:pt x="65741" y="13251"/>
                      <a:pt x="65833" y="13454"/>
                    </a:cubicBezTo>
                    <a:cubicBezTo>
                      <a:pt x="65857" y="13533"/>
                      <a:pt x="65880" y="13613"/>
                      <a:pt x="65904" y="13694"/>
                    </a:cubicBezTo>
                    <a:cubicBezTo>
                      <a:pt x="66073" y="14167"/>
                      <a:pt x="66285" y="14365"/>
                      <a:pt x="66711" y="14618"/>
                    </a:cubicBezTo>
                    <a:cubicBezTo>
                      <a:pt x="66760" y="14660"/>
                      <a:pt x="66810" y="14701"/>
                      <a:pt x="66861" y="14744"/>
                    </a:cubicBezTo>
                    <a:cubicBezTo>
                      <a:pt x="66861" y="14867"/>
                      <a:pt x="66861" y="14990"/>
                      <a:pt x="66861" y="15117"/>
                    </a:cubicBezTo>
                    <a:cubicBezTo>
                      <a:pt x="67107" y="15117"/>
                      <a:pt x="67353" y="15117"/>
                      <a:pt x="67607" y="15117"/>
                    </a:cubicBezTo>
                    <a:cubicBezTo>
                      <a:pt x="67607" y="15241"/>
                      <a:pt x="67607" y="15364"/>
                      <a:pt x="67607" y="15491"/>
                    </a:cubicBezTo>
                    <a:cubicBezTo>
                      <a:pt x="68100" y="15491"/>
                      <a:pt x="68593" y="15491"/>
                      <a:pt x="69100" y="15491"/>
                    </a:cubicBezTo>
                    <a:cubicBezTo>
                      <a:pt x="69100" y="15614"/>
                      <a:pt x="69100" y="15737"/>
                      <a:pt x="69100" y="15864"/>
                    </a:cubicBezTo>
                    <a:cubicBezTo>
                      <a:pt x="69593" y="15864"/>
                      <a:pt x="70085" y="15864"/>
                      <a:pt x="70593" y="15864"/>
                    </a:cubicBezTo>
                    <a:cubicBezTo>
                      <a:pt x="70593" y="15987"/>
                      <a:pt x="70593" y="16110"/>
                      <a:pt x="70593" y="16237"/>
                    </a:cubicBezTo>
                    <a:cubicBezTo>
                      <a:pt x="70646" y="16230"/>
                      <a:pt x="70700" y="16223"/>
                      <a:pt x="70755" y="16215"/>
                    </a:cubicBezTo>
                    <a:cubicBezTo>
                      <a:pt x="71041" y="16245"/>
                      <a:pt x="71172" y="16388"/>
                      <a:pt x="71363" y="16587"/>
                    </a:cubicBezTo>
                    <a:cubicBezTo>
                      <a:pt x="71380" y="16603"/>
                      <a:pt x="71380" y="16603"/>
                      <a:pt x="71466" y="16685"/>
                    </a:cubicBezTo>
                    <a:cubicBezTo>
                      <a:pt x="71634" y="16856"/>
                      <a:pt x="71710" y="16954"/>
                      <a:pt x="71735" y="17195"/>
                    </a:cubicBezTo>
                    <a:cubicBezTo>
                      <a:pt x="71727" y="17248"/>
                      <a:pt x="71720" y="17302"/>
                      <a:pt x="71713" y="17357"/>
                    </a:cubicBezTo>
                    <a:cubicBezTo>
                      <a:pt x="71836" y="17357"/>
                      <a:pt x="71959" y="17357"/>
                      <a:pt x="72086" y="17357"/>
                    </a:cubicBezTo>
                    <a:cubicBezTo>
                      <a:pt x="72086" y="17603"/>
                      <a:pt x="72086" y="17849"/>
                      <a:pt x="72086" y="18103"/>
                    </a:cubicBezTo>
                    <a:cubicBezTo>
                      <a:pt x="72209" y="18103"/>
                      <a:pt x="72332" y="18103"/>
                      <a:pt x="72459" y="18103"/>
                    </a:cubicBezTo>
                    <a:cubicBezTo>
                      <a:pt x="72459" y="19212"/>
                      <a:pt x="72459" y="20320"/>
                      <a:pt x="72459" y="21462"/>
                    </a:cubicBezTo>
                    <a:cubicBezTo>
                      <a:pt x="72336" y="21462"/>
                      <a:pt x="72213" y="21462"/>
                      <a:pt x="72086" y="21462"/>
                    </a:cubicBezTo>
                    <a:cubicBezTo>
                      <a:pt x="72086" y="21585"/>
                      <a:pt x="72086" y="21709"/>
                      <a:pt x="72086" y="21835"/>
                    </a:cubicBezTo>
                    <a:cubicBezTo>
                      <a:pt x="71963" y="21835"/>
                      <a:pt x="71840" y="21835"/>
                      <a:pt x="71713" y="21835"/>
                    </a:cubicBezTo>
                    <a:cubicBezTo>
                      <a:pt x="71713" y="22082"/>
                      <a:pt x="71713" y="22328"/>
                      <a:pt x="71713" y="22582"/>
                    </a:cubicBezTo>
                    <a:cubicBezTo>
                      <a:pt x="71590" y="22582"/>
                      <a:pt x="71466" y="22582"/>
                      <a:pt x="71339" y="22582"/>
                    </a:cubicBezTo>
                    <a:cubicBezTo>
                      <a:pt x="71339" y="23074"/>
                      <a:pt x="71339" y="23567"/>
                      <a:pt x="71339" y="24075"/>
                    </a:cubicBezTo>
                    <a:cubicBezTo>
                      <a:pt x="71463" y="24075"/>
                      <a:pt x="71586" y="24075"/>
                      <a:pt x="71713" y="24075"/>
                    </a:cubicBezTo>
                    <a:cubicBezTo>
                      <a:pt x="71713" y="24567"/>
                      <a:pt x="71713" y="25060"/>
                      <a:pt x="71713" y="25568"/>
                    </a:cubicBezTo>
                    <a:cubicBezTo>
                      <a:pt x="71836" y="25568"/>
                      <a:pt x="71959" y="25568"/>
                      <a:pt x="72086" y="25568"/>
                    </a:cubicBezTo>
                    <a:cubicBezTo>
                      <a:pt x="72086" y="26060"/>
                      <a:pt x="72086" y="26553"/>
                      <a:pt x="72086" y="27061"/>
                    </a:cubicBezTo>
                    <a:cubicBezTo>
                      <a:pt x="72209" y="27061"/>
                      <a:pt x="72332" y="27061"/>
                      <a:pt x="72459" y="27061"/>
                    </a:cubicBezTo>
                    <a:cubicBezTo>
                      <a:pt x="72459" y="29154"/>
                      <a:pt x="72459" y="31248"/>
                      <a:pt x="72459" y="33405"/>
                    </a:cubicBezTo>
                    <a:cubicBezTo>
                      <a:pt x="72582" y="33405"/>
                      <a:pt x="72705" y="33405"/>
                      <a:pt x="72832" y="33405"/>
                    </a:cubicBezTo>
                    <a:cubicBezTo>
                      <a:pt x="72832" y="33528"/>
                      <a:pt x="72832" y="33652"/>
                      <a:pt x="72832" y="33779"/>
                    </a:cubicBezTo>
                    <a:cubicBezTo>
                      <a:pt x="72956" y="33779"/>
                      <a:pt x="73079" y="33779"/>
                      <a:pt x="73206" y="33779"/>
                    </a:cubicBezTo>
                    <a:cubicBezTo>
                      <a:pt x="73206" y="33902"/>
                      <a:pt x="73206" y="34025"/>
                      <a:pt x="73206" y="34152"/>
                    </a:cubicBezTo>
                    <a:cubicBezTo>
                      <a:pt x="73259" y="34144"/>
                      <a:pt x="73312" y="34137"/>
                      <a:pt x="73367" y="34130"/>
                    </a:cubicBezTo>
                    <a:cubicBezTo>
                      <a:pt x="73653" y="34159"/>
                      <a:pt x="73785" y="34303"/>
                      <a:pt x="73975" y="34502"/>
                    </a:cubicBezTo>
                    <a:cubicBezTo>
                      <a:pt x="74009" y="34534"/>
                      <a:pt x="74043" y="34567"/>
                      <a:pt x="74078" y="34600"/>
                    </a:cubicBezTo>
                    <a:cubicBezTo>
                      <a:pt x="74246" y="34771"/>
                      <a:pt x="74322" y="34869"/>
                      <a:pt x="74347" y="35110"/>
                    </a:cubicBezTo>
                    <a:cubicBezTo>
                      <a:pt x="74340" y="35163"/>
                      <a:pt x="74333" y="35216"/>
                      <a:pt x="74325" y="35271"/>
                    </a:cubicBezTo>
                    <a:cubicBezTo>
                      <a:pt x="74448" y="35271"/>
                      <a:pt x="74572" y="35271"/>
                      <a:pt x="74698" y="35271"/>
                    </a:cubicBezTo>
                    <a:cubicBezTo>
                      <a:pt x="74698" y="35395"/>
                      <a:pt x="74698" y="35518"/>
                      <a:pt x="74698" y="35645"/>
                    </a:cubicBezTo>
                    <a:cubicBezTo>
                      <a:pt x="74822" y="35645"/>
                      <a:pt x="74945" y="35645"/>
                      <a:pt x="75072" y="35645"/>
                    </a:cubicBezTo>
                    <a:cubicBezTo>
                      <a:pt x="75072" y="36876"/>
                      <a:pt x="75072" y="38108"/>
                      <a:pt x="75072" y="39377"/>
                    </a:cubicBezTo>
                    <a:cubicBezTo>
                      <a:pt x="74949" y="39377"/>
                      <a:pt x="74825" y="39377"/>
                      <a:pt x="74698" y="39377"/>
                    </a:cubicBezTo>
                    <a:cubicBezTo>
                      <a:pt x="74708" y="39431"/>
                      <a:pt x="74717" y="39485"/>
                      <a:pt x="74727" y="39540"/>
                    </a:cubicBezTo>
                    <a:cubicBezTo>
                      <a:pt x="74698" y="39750"/>
                      <a:pt x="74698" y="39750"/>
                      <a:pt x="74501" y="39937"/>
                    </a:cubicBezTo>
                    <a:cubicBezTo>
                      <a:pt x="74416" y="40000"/>
                      <a:pt x="74330" y="40062"/>
                      <a:pt x="74244" y="40123"/>
                    </a:cubicBezTo>
                    <a:cubicBezTo>
                      <a:pt x="73787" y="40450"/>
                      <a:pt x="73787" y="40450"/>
                      <a:pt x="73666" y="40705"/>
                    </a:cubicBezTo>
                    <a:cubicBezTo>
                      <a:pt x="73637" y="40759"/>
                      <a:pt x="73608" y="40814"/>
                      <a:pt x="73579" y="40870"/>
                    </a:cubicBezTo>
                    <a:cubicBezTo>
                      <a:pt x="73397" y="40906"/>
                      <a:pt x="73397" y="40906"/>
                      <a:pt x="73194" y="40893"/>
                    </a:cubicBezTo>
                    <a:cubicBezTo>
                      <a:pt x="73126" y="40890"/>
                      <a:pt x="73059" y="40886"/>
                      <a:pt x="72989" y="40883"/>
                    </a:cubicBezTo>
                    <a:cubicBezTo>
                      <a:pt x="72937" y="40879"/>
                      <a:pt x="72886" y="40874"/>
                      <a:pt x="72832" y="40870"/>
                    </a:cubicBezTo>
                    <a:cubicBezTo>
                      <a:pt x="72832" y="40993"/>
                      <a:pt x="72832" y="41116"/>
                      <a:pt x="72832" y="41243"/>
                    </a:cubicBezTo>
                    <a:cubicBezTo>
                      <a:pt x="72463" y="41243"/>
                      <a:pt x="72093" y="41243"/>
                      <a:pt x="71713" y="41243"/>
                    </a:cubicBezTo>
                    <a:cubicBezTo>
                      <a:pt x="71713" y="41366"/>
                      <a:pt x="71713" y="41489"/>
                      <a:pt x="71713" y="41616"/>
                    </a:cubicBezTo>
                    <a:cubicBezTo>
                      <a:pt x="71590" y="41616"/>
                      <a:pt x="71466" y="41616"/>
                      <a:pt x="71339" y="41616"/>
                    </a:cubicBezTo>
                    <a:cubicBezTo>
                      <a:pt x="71339" y="42109"/>
                      <a:pt x="71339" y="42602"/>
                      <a:pt x="71339" y="43109"/>
                    </a:cubicBezTo>
                    <a:cubicBezTo>
                      <a:pt x="71216" y="43109"/>
                      <a:pt x="71093" y="43109"/>
                      <a:pt x="70966" y="43109"/>
                    </a:cubicBezTo>
                    <a:cubicBezTo>
                      <a:pt x="70843" y="43725"/>
                      <a:pt x="70720" y="44341"/>
                      <a:pt x="70593" y="44975"/>
                    </a:cubicBezTo>
                    <a:cubicBezTo>
                      <a:pt x="70470" y="44975"/>
                      <a:pt x="70347" y="44975"/>
                      <a:pt x="70220" y="44975"/>
                    </a:cubicBezTo>
                    <a:cubicBezTo>
                      <a:pt x="70220" y="45222"/>
                      <a:pt x="70220" y="45468"/>
                      <a:pt x="70220" y="45722"/>
                    </a:cubicBezTo>
                    <a:cubicBezTo>
                      <a:pt x="70097" y="45722"/>
                      <a:pt x="69973" y="45722"/>
                      <a:pt x="69847" y="45722"/>
                    </a:cubicBezTo>
                    <a:cubicBezTo>
                      <a:pt x="69847" y="45968"/>
                      <a:pt x="69847" y="46214"/>
                      <a:pt x="69847" y="46468"/>
                    </a:cubicBezTo>
                    <a:cubicBezTo>
                      <a:pt x="69723" y="46468"/>
                      <a:pt x="69600" y="46468"/>
                      <a:pt x="69473" y="46468"/>
                    </a:cubicBezTo>
                    <a:cubicBezTo>
                      <a:pt x="69473" y="46714"/>
                      <a:pt x="69473" y="46961"/>
                      <a:pt x="69473" y="47215"/>
                    </a:cubicBezTo>
                    <a:cubicBezTo>
                      <a:pt x="69350" y="47215"/>
                      <a:pt x="69227" y="47215"/>
                      <a:pt x="69100" y="47215"/>
                    </a:cubicBezTo>
                    <a:cubicBezTo>
                      <a:pt x="69100" y="47461"/>
                      <a:pt x="69100" y="47707"/>
                      <a:pt x="69100" y="47961"/>
                    </a:cubicBezTo>
                    <a:cubicBezTo>
                      <a:pt x="68977" y="47961"/>
                      <a:pt x="68854" y="47961"/>
                      <a:pt x="68727" y="47961"/>
                    </a:cubicBezTo>
                    <a:cubicBezTo>
                      <a:pt x="68727" y="48207"/>
                      <a:pt x="68727" y="48454"/>
                      <a:pt x="68727" y="48707"/>
                    </a:cubicBezTo>
                    <a:cubicBezTo>
                      <a:pt x="68604" y="48707"/>
                      <a:pt x="68481" y="48707"/>
                      <a:pt x="68354" y="48707"/>
                    </a:cubicBezTo>
                    <a:cubicBezTo>
                      <a:pt x="68354" y="48831"/>
                      <a:pt x="68354" y="48954"/>
                      <a:pt x="68354" y="49081"/>
                    </a:cubicBezTo>
                    <a:cubicBezTo>
                      <a:pt x="68231" y="49081"/>
                      <a:pt x="68107" y="49081"/>
                      <a:pt x="67980" y="49081"/>
                    </a:cubicBezTo>
                    <a:cubicBezTo>
                      <a:pt x="67976" y="49126"/>
                      <a:pt x="67971" y="49171"/>
                      <a:pt x="67966" y="49218"/>
                    </a:cubicBezTo>
                    <a:cubicBezTo>
                      <a:pt x="67871" y="49777"/>
                      <a:pt x="67627" y="50013"/>
                      <a:pt x="67216" y="50387"/>
                    </a:cubicBezTo>
                    <a:cubicBezTo>
                      <a:pt x="67034" y="50588"/>
                      <a:pt x="67000" y="50683"/>
                      <a:pt x="66966" y="50947"/>
                    </a:cubicBezTo>
                    <a:cubicBezTo>
                      <a:pt x="66905" y="51340"/>
                      <a:pt x="66699" y="51490"/>
                      <a:pt x="66394" y="51717"/>
                    </a:cubicBezTo>
                    <a:cubicBezTo>
                      <a:pt x="66373" y="51731"/>
                      <a:pt x="66373" y="51731"/>
                      <a:pt x="66266" y="51806"/>
                    </a:cubicBezTo>
                    <a:cubicBezTo>
                      <a:pt x="66000" y="51994"/>
                      <a:pt x="65876" y="52146"/>
                      <a:pt x="65741" y="52440"/>
                    </a:cubicBezTo>
                    <a:cubicBezTo>
                      <a:pt x="65543" y="52463"/>
                      <a:pt x="65543" y="52463"/>
                      <a:pt x="65368" y="52440"/>
                    </a:cubicBezTo>
                    <a:cubicBezTo>
                      <a:pt x="65368" y="52563"/>
                      <a:pt x="65368" y="52686"/>
                      <a:pt x="65368" y="52813"/>
                    </a:cubicBezTo>
                    <a:cubicBezTo>
                      <a:pt x="65245" y="52813"/>
                      <a:pt x="65122" y="52813"/>
                      <a:pt x="64995" y="52813"/>
                    </a:cubicBezTo>
                    <a:cubicBezTo>
                      <a:pt x="64995" y="53059"/>
                      <a:pt x="64995" y="53306"/>
                      <a:pt x="64995" y="53559"/>
                    </a:cubicBezTo>
                    <a:cubicBezTo>
                      <a:pt x="64872" y="53559"/>
                      <a:pt x="64748" y="53559"/>
                      <a:pt x="64621" y="53559"/>
                    </a:cubicBezTo>
                    <a:cubicBezTo>
                      <a:pt x="64621" y="53682"/>
                      <a:pt x="64621" y="53806"/>
                      <a:pt x="64621" y="53933"/>
                    </a:cubicBezTo>
                    <a:cubicBezTo>
                      <a:pt x="64498" y="53933"/>
                      <a:pt x="64375" y="53933"/>
                      <a:pt x="64248" y="53933"/>
                    </a:cubicBezTo>
                    <a:cubicBezTo>
                      <a:pt x="64248" y="54056"/>
                      <a:pt x="64248" y="54179"/>
                      <a:pt x="64248" y="54306"/>
                    </a:cubicBezTo>
                    <a:cubicBezTo>
                      <a:pt x="64125" y="54306"/>
                      <a:pt x="64002" y="54306"/>
                      <a:pt x="63875" y="54306"/>
                    </a:cubicBezTo>
                    <a:cubicBezTo>
                      <a:pt x="63875" y="54429"/>
                      <a:pt x="63875" y="54552"/>
                      <a:pt x="63875" y="54679"/>
                    </a:cubicBezTo>
                    <a:cubicBezTo>
                      <a:pt x="63752" y="54679"/>
                      <a:pt x="63629" y="54679"/>
                      <a:pt x="63502" y="54679"/>
                    </a:cubicBezTo>
                    <a:cubicBezTo>
                      <a:pt x="63502" y="54802"/>
                      <a:pt x="63502" y="54925"/>
                      <a:pt x="63502" y="55052"/>
                    </a:cubicBezTo>
                    <a:cubicBezTo>
                      <a:pt x="63474" y="55059"/>
                      <a:pt x="63474" y="55059"/>
                      <a:pt x="63330" y="55095"/>
                    </a:cubicBezTo>
                    <a:cubicBezTo>
                      <a:pt x="62668" y="55302"/>
                      <a:pt x="62355" y="55612"/>
                      <a:pt x="61953" y="56166"/>
                    </a:cubicBezTo>
                    <a:cubicBezTo>
                      <a:pt x="61676" y="56539"/>
                      <a:pt x="61676" y="56539"/>
                      <a:pt x="61422" y="56579"/>
                    </a:cubicBezTo>
                    <a:cubicBezTo>
                      <a:pt x="61369" y="56568"/>
                      <a:pt x="61317" y="56556"/>
                      <a:pt x="61262" y="56545"/>
                    </a:cubicBezTo>
                    <a:cubicBezTo>
                      <a:pt x="61262" y="56668"/>
                      <a:pt x="61262" y="56791"/>
                      <a:pt x="61262" y="56918"/>
                    </a:cubicBezTo>
                    <a:cubicBezTo>
                      <a:pt x="61016" y="56918"/>
                      <a:pt x="60770" y="56918"/>
                      <a:pt x="60516" y="56918"/>
                    </a:cubicBezTo>
                    <a:cubicBezTo>
                      <a:pt x="60516" y="57041"/>
                      <a:pt x="60516" y="57165"/>
                      <a:pt x="60516" y="57292"/>
                    </a:cubicBezTo>
                    <a:cubicBezTo>
                      <a:pt x="60278" y="57638"/>
                      <a:pt x="59975" y="57992"/>
                      <a:pt x="59554" y="58086"/>
                    </a:cubicBezTo>
                    <a:cubicBezTo>
                      <a:pt x="59371" y="58085"/>
                      <a:pt x="59202" y="58072"/>
                      <a:pt x="59023" y="58038"/>
                    </a:cubicBezTo>
                    <a:cubicBezTo>
                      <a:pt x="59023" y="58161"/>
                      <a:pt x="59023" y="58284"/>
                      <a:pt x="59023" y="58411"/>
                    </a:cubicBezTo>
                    <a:cubicBezTo>
                      <a:pt x="58777" y="58411"/>
                      <a:pt x="58530" y="58411"/>
                      <a:pt x="58277" y="58411"/>
                    </a:cubicBezTo>
                    <a:cubicBezTo>
                      <a:pt x="58277" y="58534"/>
                      <a:pt x="58277" y="58658"/>
                      <a:pt x="58277" y="58784"/>
                    </a:cubicBezTo>
                    <a:cubicBezTo>
                      <a:pt x="58154" y="58784"/>
                      <a:pt x="58030" y="58784"/>
                      <a:pt x="57903" y="58784"/>
                    </a:cubicBezTo>
                    <a:cubicBezTo>
                      <a:pt x="57903" y="58908"/>
                      <a:pt x="57903" y="59031"/>
                      <a:pt x="57903" y="59158"/>
                    </a:cubicBezTo>
                    <a:cubicBezTo>
                      <a:pt x="57657" y="59158"/>
                      <a:pt x="57411" y="59158"/>
                      <a:pt x="57157" y="59158"/>
                    </a:cubicBezTo>
                    <a:cubicBezTo>
                      <a:pt x="57157" y="59281"/>
                      <a:pt x="57157" y="59404"/>
                      <a:pt x="57157" y="59531"/>
                    </a:cubicBezTo>
                    <a:cubicBezTo>
                      <a:pt x="57034" y="59531"/>
                      <a:pt x="56911" y="59531"/>
                      <a:pt x="56784" y="59531"/>
                    </a:cubicBezTo>
                    <a:cubicBezTo>
                      <a:pt x="56784" y="59654"/>
                      <a:pt x="56784" y="59777"/>
                      <a:pt x="56784" y="59904"/>
                    </a:cubicBezTo>
                    <a:cubicBezTo>
                      <a:pt x="56537" y="59904"/>
                      <a:pt x="56291" y="59904"/>
                      <a:pt x="56037" y="59904"/>
                    </a:cubicBezTo>
                    <a:cubicBezTo>
                      <a:pt x="56037" y="60027"/>
                      <a:pt x="56037" y="60150"/>
                      <a:pt x="56037" y="60277"/>
                    </a:cubicBezTo>
                    <a:cubicBezTo>
                      <a:pt x="55791" y="60277"/>
                      <a:pt x="55545" y="60277"/>
                      <a:pt x="55291" y="60277"/>
                    </a:cubicBezTo>
                    <a:cubicBezTo>
                      <a:pt x="55291" y="60401"/>
                      <a:pt x="55291" y="60524"/>
                      <a:pt x="55291" y="60651"/>
                    </a:cubicBezTo>
                    <a:cubicBezTo>
                      <a:pt x="55168" y="60651"/>
                      <a:pt x="55045" y="60651"/>
                      <a:pt x="54918" y="60651"/>
                    </a:cubicBezTo>
                    <a:cubicBezTo>
                      <a:pt x="54918" y="60774"/>
                      <a:pt x="54918" y="60897"/>
                      <a:pt x="54918" y="61024"/>
                    </a:cubicBezTo>
                    <a:cubicBezTo>
                      <a:pt x="54795" y="61024"/>
                      <a:pt x="54671" y="61024"/>
                      <a:pt x="54544" y="61024"/>
                    </a:cubicBezTo>
                    <a:cubicBezTo>
                      <a:pt x="54544" y="61147"/>
                      <a:pt x="54544" y="61270"/>
                      <a:pt x="54544" y="61397"/>
                    </a:cubicBezTo>
                    <a:cubicBezTo>
                      <a:pt x="54421" y="61397"/>
                      <a:pt x="54298" y="61397"/>
                      <a:pt x="54171" y="61397"/>
                    </a:cubicBezTo>
                    <a:cubicBezTo>
                      <a:pt x="54171" y="61520"/>
                      <a:pt x="54171" y="61643"/>
                      <a:pt x="54171" y="61770"/>
                    </a:cubicBezTo>
                    <a:cubicBezTo>
                      <a:pt x="54048" y="61770"/>
                      <a:pt x="53925" y="61770"/>
                      <a:pt x="53798" y="61770"/>
                    </a:cubicBezTo>
                    <a:cubicBezTo>
                      <a:pt x="53805" y="61820"/>
                      <a:pt x="53811" y="61869"/>
                      <a:pt x="53818" y="61920"/>
                    </a:cubicBezTo>
                    <a:cubicBezTo>
                      <a:pt x="53834" y="62130"/>
                      <a:pt x="53837" y="62309"/>
                      <a:pt x="53798" y="62517"/>
                    </a:cubicBezTo>
                    <a:cubicBezTo>
                      <a:pt x="53686" y="62623"/>
                      <a:pt x="53686" y="62623"/>
                      <a:pt x="53541" y="62703"/>
                    </a:cubicBezTo>
                    <a:cubicBezTo>
                      <a:pt x="53142" y="62926"/>
                      <a:pt x="52995" y="63202"/>
                      <a:pt x="52865" y="63636"/>
                    </a:cubicBezTo>
                    <a:cubicBezTo>
                      <a:pt x="52773" y="64130"/>
                      <a:pt x="52723" y="64629"/>
                      <a:pt x="52678" y="65129"/>
                    </a:cubicBezTo>
                    <a:cubicBezTo>
                      <a:pt x="52555" y="65129"/>
                      <a:pt x="52432" y="65129"/>
                      <a:pt x="52305" y="65129"/>
                    </a:cubicBezTo>
                    <a:cubicBezTo>
                      <a:pt x="52305" y="65499"/>
                      <a:pt x="52305" y="65868"/>
                      <a:pt x="52305" y="66249"/>
                    </a:cubicBezTo>
                    <a:cubicBezTo>
                      <a:pt x="52182" y="66249"/>
                      <a:pt x="52059" y="66249"/>
                      <a:pt x="51932" y="66249"/>
                    </a:cubicBezTo>
                    <a:cubicBezTo>
                      <a:pt x="51934" y="66314"/>
                      <a:pt x="51936" y="66379"/>
                      <a:pt x="51938" y="66447"/>
                    </a:cubicBezTo>
                    <a:cubicBezTo>
                      <a:pt x="51940" y="66531"/>
                      <a:pt x="51942" y="66616"/>
                      <a:pt x="51943" y="66704"/>
                    </a:cubicBezTo>
                    <a:cubicBezTo>
                      <a:pt x="51946" y="66788"/>
                      <a:pt x="51948" y="66873"/>
                      <a:pt x="51950" y="66960"/>
                    </a:cubicBezTo>
                    <a:cubicBezTo>
                      <a:pt x="51932" y="67182"/>
                      <a:pt x="51932" y="67182"/>
                      <a:pt x="51745" y="67369"/>
                    </a:cubicBezTo>
                    <a:cubicBezTo>
                      <a:pt x="51716" y="67541"/>
                      <a:pt x="51698" y="67703"/>
                      <a:pt x="51686" y="67877"/>
                    </a:cubicBezTo>
                    <a:cubicBezTo>
                      <a:pt x="51684" y="67901"/>
                      <a:pt x="51684" y="67901"/>
                      <a:pt x="51675" y="68026"/>
                    </a:cubicBezTo>
                    <a:cubicBezTo>
                      <a:pt x="51662" y="68184"/>
                      <a:pt x="51651" y="68342"/>
                      <a:pt x="51640" y="68500"/>
                    </a:cubicBezTo>
                    <a:cubicBezTo>
                      <a:pt x="51632" y="68607"/>
                      <a:pt x="51624" y="68714"/>
                      <a:pt x="51616" y="68821"/>
                    </a:cubicBezTo>
                    <a:cubicBezTo>
                      <a:pt x="51596" y="69083"/>
                      <a:pt x="51577" y="69346"/>
                      <a:pt x="51559" y="69608"/>
                    </a:cubicBezTo>
                    <a:cubicBezTo>
                      <a:pt x="51682" y="69608"/>
                      <a:pt x="51805" y="69608"/>
                      <a:pt x="51932" y="69608"/>
                    </a:cubicBezTo>
                    <a:cubicBezTo>
                      <a:pt x="51932" y="70224"/>
                      <a:pt x="51932" y="70840"/>
                      <a:pt x="51932" y="71474"/>
                    </a:cubicBezTo>
                    <a:cubicBezTo>
                      <a:pt x="52055" y="71474"/>
                      <a:pt x="52178" y="71474"/>
                      <a:pt x="52305" y="71474"/>
                    </a:cubicBezTo>
                    <a:cubicBezTo>
                      <a:pt x="52305" y="71967"/>
                      <a:pt x="52305" y="72459"/>
                      <a:pt x="52305" y="72967"/>
                    </a:cubicBezTo>
                    <a:cubicBezTo>
                      <a:pt x="52428" y="72967"/>
                      <a:pt x="52551" y="72967"/>
                      <a:pt x="52678" y="72967"/>
                    </a:cubicBezTo>
                    <a:cubicBezTo>
                      <a:pt x="52678" y="73213"/>
                      <a:pt x="52678" y="73460"/>
                      <a:pt x="52678" y="73713"/>
                    </a:cubicBezTo>
                    <a:cubicBezTo>
                      <a:pt x="52802" y="73713"/>
                      <a:pt x="52925" y="73713"/>
                      <a:pt x="53052" y="73713"/>
                    </a:cubicBezTo>
                    <a:cubicBezTo>
                      <a:pt x="53175" y="74329"/>
                      <a:pt x="53298" y="74945"/>
                      <a:pt x="53425" y="75579"/>
                    </a:cubicBezTo>
                    <a:cubicBezTo>
                      <a:pt x="53548" y="75579"/>
                      <a:pt x="53671" y="75579"/>
                      <a:pt x="53798" y="75579"/>
                    </a:cubicBezTo>
                    <a:cubicBezTo>
                      <a:pt x="53798" y="75826"/>
                      <a:pt x="53798" y="76072"/>
                      <a:pt x="53798" y="76326"/>
                    </a:cubicBezTo>
                    <a:cubicBezTo>
                      <a:pt x="53921" y="76326"/>
                      <a:pt x="54044" y="76326"/>
                      <a:pt x="54171" y="76326"/>
                    </a:cubicBezTo>
                    <a:cubicBezTo>
                      <a:pt x="54194" y="76391"/>
                      <a:pt x="54216" y="76456"/>
                      <a:pt x="54240" y="76524"/>
                    </a:cubicBezTo>
                    <a:cubicBezTo>
                      <a:pt x="54271" y="76608"/>
                      <a:pt x="54302" y="76693"/>
                      <a:pt x="54335" y="76781"/>
                    </a:cubicBezTo>
                    <a:cubicBezTo>
                      <a:pt x="54365" y="76865"/>
                      <a:pt x="54395" y="76950"/>
                      <a:pt x="54426" y="77037"/>
                    </a:cubicBezTo>
                    <a:cubicBezTo>
                      <a:pt x="54544" y="77259"/>
                      <a:pt x="54544" y="77259"/>
                      <a:pt x="54743" y="77358"/>
                    </a:cubicBezTo>
                    <a:cubicBezTo>
                      <a:pt x="54800" y="77387"/>
                      <a:pt x="54858" y="77416"/>
                      <a:pt x="54918" y="77446"/>
                    </a:cubicBezTo>
                    <a:cubicBezTo>
                      <a:pt x="54954" y="77627"/>
                      <a:pt x="54954" y="77627"/>
                      <a:pt x="54941" y="77830"/>
                    </a:cubicBezTo>
                    <a:cubicBezTo>
                      <a:pt x="54938" y="77898"/>
                      <a:pt x="54934" y="77966"/>
                      <a:pt x="54931" y="78035"/>
                    </a:cubicBezTo>
                    <a:cubicBezTo>
                      <a:pt x="54929" y="78061"/>
                      <a:pt x="54929" y="78061"/>
                      <a:pt x="54918" y="78192"/>
                    </a:cubicBezTo>
                    <a:cubicBezTo>
                      <a:pt x="55041" y="78192"/>
                      <a:pt x="55164" y="78192"/>
                      <a:pt x="55291" y="78192"/>
                    </a:cubicBezTo>
                    <a:cubicBezTo>
                      <a:pt x="55291" y="78315"/>
                      <a:pt x="55291" y="78438"/>
                      <a:pt x="55291" y="78565"/>
                    </a:cubicBezTo>
                    <a:cubicBezTo>
                      <a:pt x="55414" y="78565"/>
                      <a:pt x="55537" y="78565"/>
                      <a:pt x="55664" y="78565"/>
                    </a:cubicBezTo>
                    <a:cubicBezTo>
                      <a:pt x="55687" y="78630"/>
                      <a:pt x="55709" y="78696"/>
                      <a:pt x="55733" y="78763"/>
                    </a:cubicBezTo>
                    <a:cubicBezTo>
                      <a:pt x="55764" y="78848"/>
                      <a:pt x="55795" y="78933"/>
                      <a:pt x="55827" y="79020"/>
                    </a:cubicBezTo>
                    <a:cubicBezTo>
                      <a:pt x="55858" y="79105"/>
                      <a:pt x="55888" y="79189"/>
                      <a:pt x="55919" y="79276"/>
                    </a:cubicBezTo>
                    <a:cubicBezTo>
                      <a:pt x="56037" y="79498"/>
                      <a:pt x="56037" y="79498"/>
                      <a:pt x="56236" y="79586"/>
                    </a:cubicBezTo>
                    <a:cubicBezTo>
                      <a:pt x="56293" y="79618"/>
                      <a:pt x="56351" y="79651"/>
                      <a:pt x="56411" y="79685"/>
                    </a:cubicBezTo>
                    <a:cubicBezTo>
                      <a:pt x="56439" y="79892"/>
                      <a:pt x="56446" y="80052"/>
                      <a:pt x="56434" y="80256"/>
                    </a:cubicBezTo>
                    <a:cubicBezTo>
                      <a:pt x="56433" y="80283"/>
                      <a:pt x="56433" y="80283"/>
                      <a:pt x="56429" y="80416"/>
                    </a:cubicBezTo>
                    <a:cubicBezTo>
                      <a:pt x="56424" y="80545"/>
                      <a:pt x="56418" y="80675"/>
                      <a:pt x="56411" y="80805"/>
                    </a:cubicBezTo>
                    <a:cubicBezTo>
                      <a:pt x="56287" y="80805"/>
                      <a:pt x="56164" y="80805"/>
                      <a:pt x="56037" y="80805"/>
                    </a:cubicBezTo>
                    <a:cubicBezTo>
                      <a:pt x="56037" y="80928"/>
                      <a:pt x="56037" y="81051"/>
                      <a:pt x="56037" y="81178"/>
                    </a:cubicBezTo>
                    <a:cubicBezTo>
                      <a:pt x="55914" y="81178"/>
                      <a:pt x="55791" y="81178"/>
                      <a:pt x="55664" y="81178"/>
                    </a:cubicBezTo>
                    <a:cubicBezTo>
                      <a:pt x="55664" y="81301"/>
                      <a:pt x="55664" y="81424"/>
                      <a:pt x="55664" y="81551"/>
                    </a:cubicBezTo>
                    <a:cubicBezTo>
                      <a:pt x="55418" y="81551"/>
                      <a:pt x="55171" y="81551"/>
                      <a:pt x="54918" y="81551"/>
                    </a:cubicBezTo>
                    <a:cubicBezTo>
                      <a:pt x="54918" y="81428"/>
                      <a:pt x="54918" y="81305"/>
                      <a:pt x="54918" y="81178"/>
                    </a:cubicBezTo>
                    <a:cubicBezTo>
                      <a:pt x="54795" y="81178"/>
                      <a:pt x="54671" y="81178"/>
                      <a:pt x="54544" y="81178"/>
                    </a:cubicBezTo>
                    <a:cubicBezTo>
                      <a:pt x="54544" y="81055"/>
                      <a:pt x="54544" y="80931"/>
                      <a:pt x="54544" y="80805"/>
                    </a:cubicBezTo>
                    <a:cubicBezTo>
                      <a:pt x="54421" y="80805"/>
                      <a:pt x="54298" y="80805"/>
                      <a:pt x="54171" y="80805"/>
                    </a:cubicBezTo>
                    <a:cubicBezTo>
                      <a:pt x="54171" y="80681"/>
                      <a:pt x="54171" y="80558"/>
                      <a:pt x="54171" y="80431"/>
                    </a:cubicBezTo>
                    <a:cubicBezTo>
                      <a:pt x="54048" y="80431"/>
                      <a:pt x="53925" y="80431"/>
                      <a:pt x="53798" y="80431"/>
                    </a:cubicBezTo>
                    <a:cubicBezTo>
                      <a:pt x="53798" y="80185"/>
                      <a:pt x="53798" y="79939"/>
                      <a:pt x="53798" y="79685"/>
                    </a:cubicBezTo>
                    <a:cubicBezTo>
                      <a:pt x="53675" y="79685"/>
                      <a:pt x="53552" y="79685"/>
                      <a:pt x="53425" y="79685"/>
                    </a:cubicBezTo>
                    <a:cubicBezTo>
                      <a:pt x="53425" y="79562"/>
                      <a:pt x="53425" y="79439"/>
                      <a:pt x="53425" y="79312"/>
                    </a:cubicBezTo>
                    <a:cubicBezTo>
                      <a:pt x="53302" y="79312"/>
                      <a:pt x="53178" y="79312"/>
                      <a:pt x="53052" y="79312"/>
                    </a:cubicBezTo>
                    <a:cubicBezTo>
                      <a:pt x="53052" y="79065"/>
                      <a:pt x="53052" y="78819"/>
                      <a:pt x="53052" y="78565"/>
                    </a:cubicBezTo>
                    <a:cubicBezTo>
                      <a:pt x="52928" y="78565"/>
                      <a:pt x="52805" y="78565"/>
                      <a:pt x="52678" y="78565"/>
                    </a:cubicBezTo>
                    <a:cubicBezTo>
                      <a:pt x="52678" y="78442"/>
                      <a:pt x="52678" y="78319"/>
                      <a:pt x="52678" y="78192"/>
                    </a:cubicBezTo>
                    <a:cubicBezTo>
                      <a:pt x="52555" y="78192"/>
                      <a:pt x="52432" y="78192"/>
                      <a:pt x="52305" y="78192"/>
                    </a:cubicBezTo>
                    <a:cubicBezTo>
                      <a:pt x="52305" y="77946"/>
                      <a:pt x="52305" y="77699"/>
                      <a:pt x="52305" y="77446"/>
                    </a:cubicBezTo>
                    <a:cubicBezTo>
                      <a:pt x="52182" y="77446"/>
                      <a:pt x="52059" y="77446"/>
                      <a:pt x="51932" y="77446"/>
                    </a:cubicBezTo>
                    <a:cubicBezTo>
                      <a:pt x="51932" y="77199"/>
                      <a:pt x="51932" y="76953"/>
                      <a:pt x="51932" y="76699"/>
                    </a:cubicBezTo>
                    <a:cubicBezTo>
                      <a:pt x="51809" y="76699"/>
                      <a:pt x="51686" y="76699"/>
                      <a:pt x="51559" y="76699"/>
                    </a:cubicBezTo>
                    <a:cubicBezTo>
                      <a:pt x="51559" y="76453"/>
                      <a:pt x="51559" y="76206"/>
                      <a:pt x="51559" y="75953"/>
                    </a:cubicBezTo>
                    <a:cubicBezTo>
                      <a:pt x="51436" y="75953"/>
                      <a:pt x="51312" y="75953"/>
                      <a:pt x="51185" y="75953"/>
                    </a:cubicBezTo>
                    <a:cubicBezTo>
                      <a:pt x="51185" y="75583"/>
                      <a:pt x="51185" y="75214"/>
                      <a:pt x="51185" y="74833"/>
                    </a:cubicBezTo>
                    <a:cubicBezTo>
                      <a:pt x="51062" y="74833"/>
                      <a:pt x="50939" y="74833"/>
                      <a:pt x="50812" y="74833"/>
                    </a:cubicBezTo>
                    <a:cubicBezTo>
                      <a:pt x="50812" y="74464"/>
                      <a:pt x="50812" y="74094"/>
                      <a:pt x="50812" y="73713"/>
                    </a:cubicBezTo>
                    <a:cubicBezTo>
                      <a:pt x="50689" y="73713"/>
                      <a:pt x="50566" y="73713"/>
                      <a:pt x="50439" y="73713"/>
                    </a:cubicBezTo>
                    <a:cubicBezTo>
                      <a:pt x="50439" y="73467"/>
                      <a:pt x="50439" y="73221"/>
                      <a:pt x="50439" y="72967"/>
                    </a:cubicBezTo>
                    <a:cubicBezTo>
                      <a:pt x="50316" y="72967"/>
                      <a:pt x="50193" y="72967"/>
                      <a:pt x="50066" y="72967"/>
                    </a:cubicBezTo>
                    <a:cubicBezTo>
                      <a:pt x="50066" y="72351"/>
                      <a:pt x="50066" y="71735"/>
                      <a:pt x="50066" y="71101"/>
                    </a:cubicBezTo>
                    <a:cubicBezTo>
                      <a:pt x="49943" y="71101"/>
                      <a:pt x="49819" y="71101"/>
                      <a:pt x="49693" y="71101"/>
                    </a:cubicBezTo>
                    <a:cubicBezTo>
                      <a:pt x="49693" y="70115"/>
                      <a:pt x="49693" y="69130"/>
                      <a:pt x="49693" y="68115"/>
                    </a:cubicBezTo>
                    <a:cubicBezTo>
                      <a:pt x="49569" y="68115"/>
                      <a:pt x="49446" y="68115"/>
                      <a:pt x="49319" y="68115"/>
                    </a:cubicBezTo>
                    <a:cubicBezTo>
                      <a:pt x="49319" y="67622"/>
                      <a:pt x="49319" y="67130"/>
                      <a:pt x="49319" y="66622"/>
                    </a:cubicBezTo>
                    <a:cubicBezTo>
                      <a:pt x="49196" y="66622"/>
                      <a:pt x="49073" y="66622"/>
                      <a:pt x="48946" y="66622"/>
                    </a:cubicBezTo>
                    <a:cubicBezTo>
                      <a:pt x="48946" y="66499"/>
                      <a:pt x="48946" y="66376"/>
                      <a:pt x="48946" y="66249"/>
                    </a:cubicBezTo>
                    <a:cubicBezTo>
                      <a:pt x="48700" y="66249"/>
                      <a:pt x="48453" y="66249"/>
                      <a:pt x="48200" y="66249"/>
                    </a:cubicBezTo>
                    <a:cubicBezTo>
                      <a:pt x="48200" y="66126"/>
                      <a:pt x="48200" y="66003"/>
                      <a:pt x="48200" y="65876"/>
                    </a:cubicBezTo>
                    <a:cubicBezTo>
                      <a:pt x="48077" y="65876"/>
                      <a:pt x="47953" y="65876"/>
                      <a:pt x="47826" y="65876"/>
                    </a:cubicBezTo>
                    <a:cubicBezTo>
                      <a:pt x="47826" y="65753"/>
                      <a:pt x="47826" y="65629"/>
                      <a:pt x="47826" y="65502"/>
                    </a:cubicBezTo>
                    <a:cubicBezTo>
                      <a:pt x="47703" y="65502"/>
                      <a:pt x="47580" y="65502"/>
                      <a:pt x="47453" y="65502"/>
                    </a:cubicBezTo>
                    <a:cubicBezTo>
                      <a:pt x="47453" y="65379"/>
                      <a:pt x="47453" y="65256"/>
                      <a:pt x="47453" y="65129"/>
                    </a:cubicBezTo>
                    <a:cubicBezTo>
                      <a:pt x="47330" y="65129"/>
                      <a:pt x="47207" y="65129"/>
                      <a:pt x="47080" y="65129"/>
                    </a:cubicBezTo>
                    <a:cubicBezTo>
                      <a:pt x="47080" y="65006"/>
                      <a:pt x="47080" y="64883"/>
                      <a:pt x="47080" y="64756"/>
                    </a:cubicBezTo>
                    <a:cubicBezTo>
                      <a:pt x="46957" y="64756"/>
                      <a:pt x="46834" y="64756"/>
                      <a:pt x="46707" y="64756"/>
                    </a:cubicBezTo>
                    <a:cubicBezTo>
                      <a:pt x="46707" y="64633"/>
                      <a:pt x="46707" y="64510"/>
                      <a:pt x="46707" y="64383"/>
                    </a:cubicBezTo>
                    <a:cubicBezTo>
                      <a:pt x="46584" y="64383"/>
                      <a:pt x="46460" y="64383"/>
                      <a:pt x="46334" y="64383"/>
                    </a:cubicBezTo>
                    <a:cubicBezTo>
                      <a:pt x="46334" y="64260"/>
                      <a:pt x="46334" y="64136"/>
                      <a:pt x="46334" y="64010"/>
                    </a:cubicBezTo>
                    <a:cubicBezTo>
                      <a:pt x="46210" y="64010"/>
                      <a:pt x="46087" y="64010"/>
                      <a:pt x="45960" y="64010"/>
                    </a:cubicBezTo>
                    <a:cubicBezTo>
                      <a:pt x="45960" y="63763"/>
                      <a:pt x="45960" y="63517"/>
                      <a:pt x="45960" y="63263"/>
                    </a:cubicBezTo>
                    <a:cubicBezTo>
                      <a:pt x="45837" y="63263"/>
                      <a:pt x="45714" y="63263"/>
                      <a:pt x="45587" y="63263"/>
                    </a:cubicBezTo>
                    <a:cubicBezTo>
                      <a:pt x="45587" y="63140"/>
                      <a:pt x="45587" y="63017"/>
                      <a:pt x="45587" y="62890"/>
                    </a:cubicBezTo>
                    <a:cubicBezTo>
                      <a:pt x="45464" y="62890"/>
                      <a:pt x="45341" y="62890"/>
                      <a:pt x="45214" y="62890"/>
                    </a:cubicBezTo>
                    <a:cubicBezTo>
                      <a:pt x="45214" y="62767"/>
                      <a:pt x="45214" y="62644"/>
                      <a:pt x="45214" y="62517"/>
                    </a:cubicBezTo>
                    <a:cubicBezTo>
                      <a:pt x="45091" y="62517"/>
                      <a:pt x="44968" y="62517"/>
                      <a:pt x="44841" y="62517"/>
                    </a:cubicBezTo>
                    <a:cubicBezTo>
                      <a:pt x="44841" y="62394"/>
                      <a:pt x="44841" y="62270"/>
                      <a:pt x="44841" y="62143"/>
                    </a:cubicBezTo>
                    <a:cubicBezTo>
                      <a:pt x="44717" y="62143"/>
                      <a:pt x="44594" y="62143"/>
                      <a:pt x="44467" y="62143"/>
                    </a:cubicBezTo>
                    <a:cubicBezTo>
                      <a:pt x="44467" y="61897"/>
                      <a:pt x="44467" y="61651"/>
                      <a:pt x="44467" y="61397"/>
                    </a:cubicBezTo>
                    <a:cubicBezTo>
                      <a:pt x="44344" y="61397"/>
                      <a:pt x="44221" y="61397"/>
                      <a:pt x="44094" y="61397"/>
                    </a:cubicBezTo>
                    <a:cubicBezTo>
                      <a:pt x="44094" y="61274"/>
                      <a:pt x="44094" y="61151"/>
                      <a:pt x="44094" y="61024"/>
                    </a:cubicBezTo>
                    <a:cubicBezTo>
                      <a:pt x="43971" y="61024"/>
                      <a:pt x="43848" y="61024"/>
                      <a:pt x="43721" y="61024"/>
                    </a:cubicBezTo>
                    <a:cubicBezTo>
                      <a:pt x="43721" y="60777"/>
                      <a:pt x="43721" y="60531"/>
                      <a:pt x="43721" y="60277"/>
                    </a:cubicBezTo>
                    <a:cubicBezTo>
                      <a:pt x="43598" y="60277"/>
                      <a:pt x="43475" y="60277"/>
                      <a:pt x="43348" y="60277"/>
                    </a:cubicBezTo>
                    <a:cubicBezTo>
                      <a:pt x="43348" y="60154"/>
                      <a:pt x="43348" y="60031"/>
                      <a:pt x="43348" y="59904"/>
                    </a:cubicBezTo>
                    <a:cubicBezTo>
                      <a:pt x="43225" y="59904"/>
                      <a:pt x="43101" y="59904"/>
                      <a:pt x="42975" y="59904"/>
                    </a:cubicBezTo>
                    <a:cubicBezTo>
                      <a:pt x="42975" y="59658"/>
                      <a:pt x="42975" y="59411"/>
                      <a:pt x="42975" y="59158"/>
                    </a:cubicBezTo>
                    <a:cubicBezTo>
                      <a:pt x="42851" y="59158"/>
                      <a:pt x="42728" y="59158"/>
                      <a:pt x="42601" y="59158"/>
                    </a:cubicBezTo>
                    <a:cubicBezTo>
                      <a:pt x="42601" y="59035"/>
                      <a:pt x="42601" y="58911"/>
                      <a:pt x="42601" y="58784"/>
                    </a:cubicBezTo>
                    <a:cubicBezTo>
                      <a:pt x="42478" y="58784"/>
                      <a:pt x="42355" y="58784"/>
                      <a:pt x="42228" y="58784"/>
                    </a:cubicBezTo>
                    <a:cubicBezTo>
                      <a:pt x="42228" y="58661"/>
                      <a:pt x="42228" y="58538"/>
                      <a:pt x="42228" y="58411"/>
                    </a:cubicBezTo>
                    <a:cubicBezTo>
                      <a:pt x="42105" y="58411"/>
                      <a:pt x="41982" y="58411"/>
                      <a:pt x="41855" y="58411"/>
                    </a:cubicBezTo>
                    <a:cubicBezTo>
                      <a:pt x="41855" y="58288"/>
                      <a:pt x="41855" y="58165"/>
                      <a:pt x="41855" y="58038"/>
                    </a:cubicBezTo>
                    <a:cubicBezTo>
                      <a:pt x="41732" y="58038"/>
                      <a:pt x="41609" y="58038"/>
                      <a:pt x="41482" y="58038"/>
                    </a:cubicBezTo>
                    <a:cubicBezTo>
                      <a:pt x="41482" y="57915"/>
                      <a:pt x="41482" y="57792"/>
                      <a:pt x="41482" y="57665"/>
                    </a:cubicBezTo>
                    <a:cubicBezTo>
                      <a:pt x="41358" y="57665"/>
                      <a:pt x="41235" y="57665"/>
                      <a:pt x="41108" y="57665"/>
                    </a:cubicBezTo>
                    <a:cubicBezTo>
                      <a:pt x="41108" y="57542"/>
                      <a:pt x="41108" y="57418"/>
                      <a:pt x="41108" y="57292"/>
                    </a:cubicBezTo>
                    <a:cubicBezTo>
                      <a:pt x="40862" y="57292"/>
                      <a:pt x="40616" y="57292"/>
                      <a:pt x="40362" y="57292"/>
                    </a:cubicBezTo>
                    <a:cubicBezTo>
                      <a:pt x="40362" y="57168"/>
                      <a:pt x="40362" y="57045"/>
                      <a:pt x="40362" y="56918"/>
                    </a:cubicBezTo>
                    <a:cubicBezTo>
                      <a:pt x="40239" y="56918"/>
                      <a:pt x="40116" y="56918"/>
                      <a:pt x="39989" y="56918"/>
                    </a:cubicBezTo>
                    <a:cubicBezTo>
                      <a:pt x="39989" y="56795"/>
                      <a:pt x="39989" y="56672"/>
                      <a:pt x="39989" y="56545"/>
                    </a:cubicBezTo>
                    <a:cubicBezTo>
                      <a:pt x="39866" y="56545"/>
                      <a:pt x="39742" y="56545"/>
                      <a:pt x="39616" y="56545"/>
                    </a:cubicBezTo>
                    <a:cubicBezTo>
                      <a:pt x="39616" y="56422"/>
                      <a:pt x="39616" y="56299"/>
                      <a:pt x="39616" y="56172"/>
                    </a:cubicBezTo>
                    <a:cubicBezTo>
                      <a:pt x="39492" y="56172"/>
                      <a:pt x="39369" y="56172"/>
                      <a:pt x="39242" y="56172"/>
                    </a:cubicBezTo>
                    <a:cubicBezTo>
                      <a:pt x="39242" y="55926"/>
                      <a:pt x="39242" y="55679"/>
                      <a:pt x="39242" y="55425"/>
                    </a:cubicBezTo>
                    <a:cubicBezTo>
                      <a:pt x="39119" y="55425"/>
                      <a:pt x="38996" y="55425"/>
                      <a:pt x="38869" y="55425"/>
                    </a:cubicBezTo>
                    <a:cubicBezTo>
                      <a:pt x="38869" y="55302"/>
                      <a:pt x="38869" y="55179"/>
                      <a:pt x="38869" y="55052"/>
                    </a:cubicBezTo>
                    <a:cubicBezTo>
                      <a:pt x="38746" y="55052"/>
                      <a:pt x="38623" y="55052"/>
                      <a:pt x="38496" y="55052"/>
                    </a:cubicBezTo>
                    <a:cubicBezTo>
                      <a:pt x="38496" y="54929"/>
                      <a:pt x="38496" y="54806"/>
                      <a:pt x="38496" y="54679"/>
                    </a:cubicBezTo>
                    <a:cubicBezTo>
                      <a:pt x="38373" y="54679"/>
                      <a:pt x="38250" y="54679"/>
                      <a:pt x="38123" y="54679"/>
                    </a:cubicBezTo>
                    <a:cubicBezTo>
                      <a:pt x="38123" y="54556"/>
                      <a:pt x="38123" y="54433"/>
                      <a:pt x="38123" y="54306"/>
                    </a:cubicBezTo>
                    <a:cubicBezTo>
                      <a:pt x="37999" y="54306"/>
                      <a:pt x="37876" y="54306"/>
                      <a:pt x="37749" y="54306"/>
                    </a:cubicBezTo>
                    <a:cubicBezTo>
                      <a:pt x="37749" y="54183"/>
                      <a:pt x="37749" y="54059"/>
                      <a:pt x="37749" y="53933"/>
                    </a:cubicBezTo>
                    <a:cubicBezTo>
                      <a:pt x="37626" y="53933"/>
                      <a:pt x="37503" y="53933"/>
                      <a:pt x="37376" y="53933"/>
                    </a:cubicBezTo>
                    <a:cubicBezTo>
                      <a:pt x="37376" y="53686"/>
                      <a:pt x="37376" y="53440"/>
                      <a:pt x="37376" y="53186"/>
                    </a:cubicBezTo>
                    <a:cubicBezTo>
                      <a:pt x="37253" y="53186"/>
                      <a:pt x="37130" y="53186"/>
                      <a:pt x="37003" y="53186"/>
                    </a:cubicBezTo>
                    <a:cubicBezTo>
                      <a:pt x="37003" y="53063"/>
                      <a:pt x="37003" y="52940"/>
                      <a:pt x="37003" y="52813"/>
                    </a:cubicBezTo>
                    <a:cubicBezTo>
                      <a:pt x="36880" y="52813"/>
                      <a:pt x="36757" y="52813"/>
                      <a:pt x="36630" y="52813"/>
                    </a:cubicBezTo>
                    <a:cubicBezTo>
                      <a:pt x="36630" y="52567"/>
                      <a:pt x="36630" y="52320"/>
                      <a:pt x="36630" y="52066"/>
                    </a:cubicBezTo>
                    <a:cubicBezTo>
                      <a:pt x="36507" y="52066"/>
                      <a:pt x="36383" y="52066"/>
                      <a:pt x="36257" y="52066"/>
                    </a:cubicBezTo>
                    <a:cubicBezTo>
                      <a:pt x="36257" y="51943"/>
                      <a:pt x="36257" y="51820"/>
                      <a:pt x="36257" y="51693"/>
                    </a:cubicBezTo>
                    <a:cubicBezTo>
                      <a:pt x="36133" y="51693"/>
                      <a:pt x="36010" y="51693"/>
                      <a:pt x="35883" y="51693"/>
                    </a:cubicBezTo>
                    <a:cubicBezTo>
                      <a:pt x="35883" y="51447"/>
                      <a:pt x="35883" y="51201"/>
                      <a:pt x="35883" y="50947"/>
                    </a:cubicBezTo>
                    <a:cubicBezTo>
                      <a:pt x="35760" y="50947"/>
                      <a:pt x="35637" y="50947"/>
                      <a:pt x="35510" y="50947"/>
                    </a:cubicBezTo>
                    <a:cubicBezTo>
                      <a:pt x="35510" y="50824"/>
                      <a:pt x="35510" y="50700"/>
                      <a:pt x="35510" y="50574"/>
                    </a:cubicBezTo>
                    <a:cubicBezTo>
                      <a:pt x="35387" y="50574"/>
                      <a:pt x="35264" y="50574"/>
                      <a:pt x="35137" y="50574"/>
                    </a:cubicBezTo>
                    <a:cubicBezTo>
                      <a:pt x="35137" y="50327"/>
                      <a:pt x="35137" y="50081"/>
                      <a:pt x="35137" y="49827"/>
                    </a:cubicBezTo>
                    <a:cubicBezTo>
                      <a:pt x="35014" y="49827"/>
                      <a:pt x="34891" y="49827"/>
                      <a:pt x="34764" y="49827"/>
                    </a:cubicBezTo>
                    <a:cubicBezTo>
                      <a:pt x="34764" y="49581"/>
                      <a:pt x="34764" y="49334"/>
                      <a:pt x="34764" y="49081"/>
                    </a:cubicBezTo>
                    <a:cubicBezTo>
                      <a:pt x="34640" y="49081"/>
                      <a:pt x="34517" y="49081"/>
                      <a:pt x="34390" y="49081"/>
                    </a:cubicBezTo>
                    <a:cubicBezTo>
                      <a:pt x="34390" y="48834"/>
                      <a:pt x="34390" y="48588"/>
                      <a:pt x="34390" y="48334"/>
                    </a:cubicBezTo>
                    <a:cubicBezTo>
                      <a:pt x="34267" y="48334"/>
                      <a:pt x="34144" y="48334"/>
                      <a:pt x="34017" y="48334"/>
                    </a:cubicBezTo>
                    <a:cubicBezTo>
                      <a:pt x="34017" y="48088"/>
                      <a:pt x="34017" y="47842"/>
                      <a:pt x="34017" y="47588"/>
                    </a:cubicBezTo>
                    <a:cubicBezTo>
                      <a:pt x="33894" y="47588"/>
                      <a:pt x="33771" y="47588"/>
                      <a:pt x="33644" y="47588"/>
                    </a:cubicBezTo>
                    <a:cubicBezTo>
                      <a:pt x="33644" y="47341"/>
                      <a:pt x="33644" y="47095"/>
                      <a:pt x="33644" y="46841"/>
                    </a:cubicBezTo>
                    <a:cubicBezTo>
                      <a:pt x="33521" y="46841"/>
                      <a:pt x="33398" y="46841"/>
                      <a:pt x="33271" y="46841"/>
                    </a:cubicBezTo>
                    <a:cubicBezTo>
                      <a:pt x="33271" y="46595"/>
                      <a:pt x="33271" y="46349"/>
                      <a:pt x="33271" y="46095"/>
                    </a:cubicBezTo>
                    <a:cubicBezTo>
                      <a:pt x="33148" y="46095"/>
                      <a:pt x="33024" y="46095"/>
                      <a:pt x="32898" y="46095"/>
                    </a:cubicBezTo>
                    <a:cubicBezTo>
                      <a:pt x="32898" y="45849"/>
                      <a:pt x="32898" y="45602"/>
                      <a:pt x="32898" y="45348"/>
                    </a:cubicBezTo>
                    <a:cubicBezTo>
                      <a:pt x="32774" y="45348"/>
                      <a:pt x="32651" y="45348"/>
                      <a:pt x="32524" y="45348"/>
                    </a:cubicBezTo>
                    <a:cubicBezTo>
                      <a:pt x="32524" y="45102"/>
                      <a:pt x="32524" y="44856"/>
                      <a:pt x="32524" y="44602"/>
                    </a:cubicBezTo>
                    <a:cubicBezTo>
                      <a:pt x="32401" y="44602"/>
                      <a:pt x="32278" y="44602"/>
                      <a:pt x="32151" y="44602"/>
                    </a:cubicBezTo>
                    <a:cubicBezTo>
                      <a:pt x="32151" y="44232"/>
                      <a:pt x="32151" y="43863"/>
                      <a:pt x="32151" y="43482"/>
                    </a:cubicBezTo>
                    <a:cubicBezTo>
                      <a:pt x="32028" y="43482"/>
                      <a:pt x="31905" y="43482"/>
                      <a:pt x="31778" y="43482"/>
                    </a:cubicBezTo>
                    <a:cubicBezTo>
                      <a:pt x="31778" y="43236"/>
                      <a:pt x="31778" y="42990"/>
                      <a:pt x="31778" y="42736"/>
                    </a:cubicBezTo>
                    <a:cubicBezTo>
                      <a:pt x="31655" y="42736"/>
                      <a:pt x="31532" y="42736"/>
                      <a:pt x="31405" y="42736"/>
                    </a:cubicBezTo>
                    <a:cubicBezTo>
                      <a:pt x="31405" y="42490"/>
                      <a:pt x="31405" y="42243"/>
                      <a:pt x="31405" y="41989"/>
                    </a:cubicBezTo>
                    <a:cubicBezTo>
                      <a:pt x="31281" y="41989"/>
                      <a:pt x="31158" y="41989"/>
                      <a:pt x="31031" y="41989"/>
                    </a:cubicBezTo>
                    <a:cubicBezTo>
                      <a:pt x="31031" y="41620"/>
                      <a:pt x="31031" y="41250"/>
                      <a:pt x="31031" y="40870"/>
                    </a:cubicBezTo>
                    <a:cubicBezTo>
                      <a:pt x="30908" y="40870"/>
                      <a:pt x="30785" y="40870"/>
                      <a:pt x="30658" y="40870"/>
                    </a:cubicBezTo>
                    <a:cubicBezTo>
                      <a:pt x="30658" y="40623"/>
                      <a:pt x="30658" y="40377"/>
                      <a:pt x="30658" y="40123"/>
                    </a:cubicBezTo>
                    <a:cubicBezTo>
                      <a:pt x="30535" y="40123"/>
                      <a:pt x="30412" y="40123"/>
                      <a:pt x="30285" y="40123"/>
                    </a:cubicBezTo>
                    <a:cubicBezTo>
                      <a:pt x="30285" y="39877"/>
                      <a:pt x="30285" y="39631"/>
                      <a:pt x="30285" y="39377"/>
                    </a:cubicBezTo>
                    <a:cubicBezTo>
                      <a:pt x="30162" y="39377"/>
                      <a:pt x="30039" y="39377"/>
                      <a:pt x="29912" y="39377"/>
                    </a:cubicBezTo>
                    <a:cubicBezTo>
                      <a:pt x="29912" y="39131"/>
                      <a:pt x="29912" y="38884"/>
                      <a:pt x="29912" y="38630"/>
                    </a:cubicBezTo>
                    <a:cubicBezTo>
                      <a:pt x="29789" y="38630"/>
                      <a:pt x="29665" y="38630"/>
                      <a:pt x="29539" y="38630"/>
                    </a:cubicBezTo>
                    <a:cubicBezTo>
                      <a:pt x="29539" y="38384"/>
                      <a:pt x="29539" y="38138"/>
                      <a:pt x="29539" y="37884"/>
                    </a:cubicBezTo>
                    <a:cubicBezTo>
                      <a:pt x="29415" y="37884"/>
                      <a:pt x="29292" y="37884"/>
                      <a:pt x="29165" y="37884"/>
                    </a:cubicBezTo>
                    <a:cubicBezTo>
                      <a:pt x="29165" y="37638"/>
                      <a:pt x="29165" y="37391"/>
                      <a:pt x="29165" y="37138"/>
                    </a:cubicBezTo>
                    <a:cubicBezTo>
                      <a:pt x="29042" y="37138"/>
                      <a:pt x="28919" y="37138"/>
                      <a:pt x="28792" y="37138"/>
                    </a:cubicBezTo>
                    <a:cubicBezTo>
                      <a:pt x="28792" y="36891"/>
                      <a:pt x="28792" y="36645"/>
                      <a:pt x="28792" y="36391"/>
                    </a:cubicBezTo>
                    <a:cubicBezTo>
                      <a:pt x="28669" y="36391"/>
                      <a:pt x="28546" y="36391"/>
                      <a:pt x="28419" y="36391"/>
                    </a:cubicBezTo>
                    <a:cubicBezTo>
                      <a:pt x="28419" y="36268"/>
                      <a:pt x="28419" y="36145"/>
                      <a:pt x="28419" y="36018"/>
                    </a:cubicBezTo>
                    <a:cubicBezTo>
                      <a:pt x="28296" y="36018"/>
                      <a:pt x="28173" y="36018"/>
                      <a:pt x="28046" y="36018"/>
                    </a:cubicBezTo>
                    <a:cubicBezTo>
                      <a:pt x="28046" y="35772"/>
                      <a:pt x="28046" y="35525"/>
                      <a:pt x="28046" y="35271"/>
                    </a:cubicBezTo>
                    <a:cubicBezTo>
                      <a:pt x="27922" y="35271"/>
                      <a:pt x="27799" y="35271"/>
                      <a:pt x="27672" y="35271"/>
                    </a:cubicBezTo>
                    <a:cubicBezTo>
                      <a:pt x="27672" y="35148"/>
                      <a:pt x="27672" y="35025"/>
                      <a:pt x="27672" y="34898"/>
                    </a:cubicBezTo>
                    <a:cubicBezTo>
                      <a:pt x="27549" y="34898"/>
                      <a:pt x="27426" y="34898"/>
                      <a:pt x="27299" y="34898"/>
                    </a:cubicBezTo>
                    <a:cubicBezTo>
                      <a:pt x="27299" y="34652"/>
                      <a:pt x="27299" y="34406"/>
                      <a:pt x="27299" y="34152"/>
                    </a:cubicBezTo>
                    <a:cubicBezTo>
                      <a:pt x="27176" y="34152"/>
                      <a:pt x="27053" y="34152"/>
                      <a:pt x="26926" y="34152"/>
                    </a:cubicBezTo>
                    <a:cubicBezTo>
                      <a:pt x="26926" y="34029"/>
                      <a:pt x="26926" y="33905"/>
                      <a:pt x="26926" y="33779"/>
                    </a:cubicBezTo>
                    <a:cubicBezTo>
                      <a:pt x="26803" y="33779"/>
                      <a:pt x="26680" y="33779"/>
                      <a:pt x="26553" y="33779"/>
                    </a:cubicBezTo>
                    <a:cubicBezTo>
                      <a:pt x="26553" y="33655"/>
                      <a:pt x="26553" y="33532"/>
                      <a:pt x="26553" y="33405"/>
                    </a:cubicBezTo>
                    <a:cubicBezTo>
                      <a:pt x="26430" y="33405"/>
                      <a:pt x="26306" y="33405"/>
                      <a:pt x="26180" y="33405"/>
                    </a:cubicBezTo>
                    <a:cubicBezTo>
                      <a:pt x="26180" y="33282"/>
                      <a:pt x="26180" y="33159"/>
                      <a:pt x="26180" y="33032"/>
                    </a:cubicBezTo>
                    <a:cubicBezTo>
                      <a:pt x="26056" y="33032"/>
                      <a:pt x="25933" y="33032"/>
                      <a:pt x="25806" y="33032"/>
                    </a:cubicBezTo>
                    <a:cubicBezTo>
                      <a:pt x="25806" y="32909"/>
                      <a:pt x="25806" y="32786"/>
                      <a:pt x="25806" y="32659"/>
                    </a:cubicBezTo>
                    <a:cubicBezTo>
                      <a:pt x="25683" y="32659"/>
                      <a:pt x="25560" y="32659"/>
                      <a:pt x="25433" y="32659"/>
                    </a:cubicBezTo>
                    <a:cubicBezTo>
                      <a:pt x="25433" y="32536"/>
                      <a:pt x="25433" y="32413"/>
                      <a:pt x="25433" y="32286"/>
                    </a:cubicBezTo>
                    <a:cubicBezTo>
                      <a:pt x="25310" y="32286"/>
                      <a:pt x="25187" y="32286"/>
                      <a:pt x="25060" y="32286"/>
                    </a:cubicBezTo>
                    <a:cubicBezTo>
                      <a:pt x="25060" y="32162"/>
                      <a:pt x="25060" y="32039"/>
                      <a:pt x="25060" y="31912"/>
                    </a:cubicBezTo>
                    <a:cubicBezTo>
                      <a:pt x="24937" y="31912"/>
                      <a:pt x="24814" y="31912"/>
                      <a:pt x="24687" y="31912"/>
                    </a:cubicBezTo>
                    <a:cubicBezTo>
                      <a:pt x="24687" y="31789"/>
                      <a:pt x="24687" y="31666"/>
                      <a:pt x="24687" y="31539"/>
                    </a:cubicBezTo>
                    <a:cubicBezTo>
                      <a:pt x="24563" y="31539"/>
                      <a:pt x="24440" y="31539"/>
                      <a:pt x="24313" y="31539"/>
                    </a:cubicBezTo>
                    <a:cubicBezTo>
                      <a:pt x="24313" y="31416"/>
                      <a:pt x="24313" y="31293"/>
                      <a:pt x="24313" y="31166"/>
                    </a:cubicBezTo>
                    <a:cubicBezTo>
                      <a:pt x="24190" y="31166"/>
                      <a:pt x="24067" y="31166"/>
                      <a:pt x="23940" y="31166"/>
                    </a:cubicBezTo>
                    <a:cubicBezTo>
                      <a:pt x="23940" y="31043"/>
                      <a:pt x="23940" y="30920"/>
                      <a:pt x="23940" y="30793"/>
                    </a:cubicBezTo>
                    <a:cubicBezTo>
                      <a:pt x="23817" y="30793"/>
                      <a:pt x="23694" y="30793"/>
                      <a:pt x="23567" y="30793"/>
                    </a:cubicBezTo>
                    <a:cubicBezTo>
                      <a:pt x="23567" y="30670"/>
                      <a:pt x="23567" y="30546"/>
                      <a:pt x="23567" y="30420"/>
                    </a:cubicBezTo>
                    <a:cubicBezTo>
                      <a:pt x="23444" y="30420"/>
                      <a:pt x="23321" y="30420"/>
                      <a:pt x="23194" y="30420"/>
                    </a:cubicBezTo>
                    <a:cubicBezTo>
                      <a:pt x="23194" y="30296"/>
                      <a:pt x="23194" y="30173"/>
                      <a:pt x="23194" y="30046"/>
                    </a:cubicBezTo>
                    <a:cubicBezTo>
                      <a:pt x="22947" y="30046"/>
                      <a:pt x="22701" y="30046"/>
                      <a:pt x="22447" y="30046"/>
                    </a:cubicBezTo>
                    <a:cubicBezTo>
                      <a:pt x="22447" y="29923"/>
                      <a:pt x="22447" y="29800"/>
                      <a:pt x="22447" y="29673"/>
                    </a:cubicBezTo>
                    <a:cubicBezTo>
                      <a:pt x="22201" y="29673"/>
                      <a:pt x="21955" y="29673"/>
                      <a:pt x="21701" y="29673"/>
                    </a:cubicBezTo>
                    <a:cubicBezTo>
                      <a:pt x="21701" y="29550"/>
                      <a:pt x="21701" y="29427"/>
                      <a:pt x="21701" y="29300"/>
                    </a:cubicBezTo>
                    <a:cubicBezTo>
                      <a:pt x="21455" y="29300"/>
                      <a:pt x="21208" y="29300"/>
                      <a:pt x="20954" y="29300"/>
                    </a:cubicBezTo>
                    <a:cubicBezTo>
                      <a:pt x="20954" y="29177"/>
                      <a:pt x="20954" y="29054"/>
                      <a:pt x="20954" y="28927"/>
                    </a:cubicBezTo>
                    <a:cubicBezTo>
                      <a:pt x="20708" y="28927"/>
                      <a:pt x="20462" y="28927"/>
                      <a:pt x="20208" y="28927"/>
                    </a:cubicBezTo>
                    <a:cubicBezTo>
                      <a:pt x="20208" y="28803"/>
                      <a:pt x="20208" y="28680"/>
                      <a:pt x="20208" y="28553"/>
                    </a:cubicBezTo>
                    <a:cubicBezTo>
                      <a:pt x="19962" y="28553"/>
                      <a:pt x="19715" y="28553"/>
                      <a:pt x="19462" y="28553"/>
                    </a:cubicBezTo>
                    <a:cubicBezTo>
                      <a:pt x="19462" y="28430"/>
                      <a:pt x="19462" y="28307"/>
                      <a:pt x="19462" y="28180"/>
                    </a:cubicBezTo>
                    <a:cubicBezTo>
                      <a:pt x="18969" y="28180"/>
                      <a:pt x="18476" y="28180"/>
                      <a:pt x="17969" y="28180"/>
                    </a:cubicBezTo>
                    <a:cubicBezTo>
                      <a:pt x="17969" y="28057"/>
                      <a:pt x="17969" y="27934"/>
                      <a:pt x="17969" y="27807"/>
                    </a:cubicBezTo>
                    <a:cubicBezTo>
                      <a:pt x="17230" y="27807"/>
                      <a:pt x="16491" y="27807"/>
                      <a:pt x="15729" y="27807"/>
                    </a:cubicBezTo>
                    <a:cubicBezTo>
                      <a:pt x="15729" y="27684"/>
                      <a:pt x="15729" y="27561"/>
                      <a:pt x="15729" y="27434"/>
                    </a:cubicBezTo>
                    <a:cubicBezTo>
                      <a:pt x="14621" y="27434"/>
                      <a:pt x="13512" y="27434"/>
                      <a:pt x="12370" y="27434"/>
                    </a:cubicBezTo>
                    <a:cubicBezTo>
                      <a:pt x="12370" y="27557"/>
                      <a:pt x="12370" y="27680"/>
                      <a:pt x="12370" y="27807"/>
                    </a:cubicBezTo>
                    <a:cubicBezTo>
                      <a:pt x="11508" y="27807"/>
                      <a:pt x="10646" y="27807"/>
                      <a:pt x="9758" y="27807"/>
                    </a:cubicBezTo>
                    <a:cubicBezTo>
                      <a:pt x="9758" y="27930"/>
                      <a:pt x="9758" y="28053"/>
                      <a:pt x="9758" y="28180"/>
                    </a:cubicBezTo>
                    <a:cubicBezTo>
                      <a:pt x="9511" y="28180"/>
                      <a:pt x="9265" y="28180"/>
                      <a:pt x="9011" y="28180"/>
                    </a:cubicBezTo>
                    <a:cubicBezTo>
                      <a:pt x="9011" y="28303"/>
                      <a:pt x="9011" y="28427"/>
                      <a:pt x="9011" y="28553"/>
                    </a:cubicBezTo>
                    <a:cubicBezTo>
                      <a:pt x="8888" y="28553"/>
                      <a:pt x="8765" y="28553"/>
                      <a:pt x="8638" y="28553"/>
                    </a:cubicBezTo>
                    <a:cubicBezTo>
                      <a:pt x="8638" y="29292"/>
                      <a:pt x="8638" y="30031"/>
                      <a:pt x="8638" y="30793"/>
                    </a:cubicBezTo>
                    <a:cubicBezTo>
                      <a:pt x="8515" y="30793"/>
                      <a:pt x="8392" y="30793"/>
                      <a:pt x="8265" y="30793"/>
                    </a:cubicBezTo>
                    <a:cubicBezTo>
                      <a:pt x="8265" y="32024"/>
                      <a:pt x="8265" y="33256"/>
                      <a:pt x="8265" y="34525"/>
                    </a:cubicBezTo>
                    <a:cubicBezTo>
                      <a:pt x="8388" y="34525"/>
                      <a:pt x="8511" y="34525"/>
                      <a:pt x="8638" y="34525"/>
                    </a:cubicBezTo>
                    <a:cubicBezTo>
                      <a:pt x="8638" y="35880"/>
                      <a:pt x="8638" y="37235"/>
                      <a:pt x="8638" y="38630"/>
                    </a:cubicBezTo>
                    <a:cubicBezTo>
                      <a:pt x="8515" y="38630"/>
                      <a:pt x="8392" y="38630"/>
                      <a:pt x="8265" y="38630"/>
                    </a:cubicBezTo>
                    <a:cubicBezTo>
                      <a:pt x="8265" y="39000"/>
                      <a:pt x="8265" y="39369"/>
                      <a:pt x="8265" y="39750"/>
                    </a:cubicBezTo>
                    <a:cubicBezTo>
                      <a:pt x="8142" y="39750"/>
                      <a:pt x="8019" y="39750"/>
                      <a:pt x="7892" y="39750"/>
                    </a:cubicBezTo>
                    <a:cubicBezTo>
                      <a:pt x="7892" y="39873"/>
                      <a:pt x="7892" y="39996"/>
                      <a:pt x="7892" y="40123"/>
                    </a:cubicBezTo>
                    <a:cubicBezTo>
                      <a:pt x="7768" y="40123"/>
                      <a:pt x="7645" y="40123"/>
                      <a:pt x="7518" y="40123"/>
                    </a:cubicBezTo>
                    <a:cubicBezTo>
                      <a:pt x="7518" y="40370"/>
                      <a:pt x="7518" y="40616"/>
                      <a:pt x="7518" y="40870"/>
                    </a:cubicBezTo>
                    <a:cubicBezTo>
                      <a:pt x="7395" y="40870"/>
                      <a:pt x="7272" y="40870"/>
                      <a:pt x="7145" y="40870"/>
                    </a:cubicBezTo>
                    <a:cubicBezTo>
                      <a:pt x="7145" y="41116"/>
                      <a:pt x="7145" y="41362"/>
                      <a:pt x="7145" y="41616"/>
                    </a:cubicBezTo>
                    <a:cubicBezTo>
                      <a:pt x="7022" y="41616"/>
                      <a:pt x="6899" y="41616"/>
                      <a:pt x="6772" y="41616"/>
                    </a:cubicBezTo>
                    <a:cubicBezTo>
                      <a:pt x="6772" y="41739"/>
                      <a:pt x="6772" y="41863"/>
                      <a:pt x="6772" y="41989"/>
                    </a:cubicBezTo>
                    <a:cubicBezTo>
                      <a:pt x="6649" y="41989"/>
                      <a:pt x="6526" y="41989"/>
                      <a:pt x="6399" y="41989"/>
                    </a:cubicBezTo>
                    <a:cubicBezTo>
                      <a:pt x="6399" y="42236"/>
                      <a:pt x="6399" y="42482"/>
                      <a:pt x="6399" y="42736"/>
                    </a:cubicBezTo>
                    <a:cubicBezTo>
                      <a:pt x="6276" y="42736"/>
                      <a:pt x="6152" y="42736"/>
                      <a:pt x="6025" y="42736"/>
                    </a:cubicBezTo>
                    <a:cubicBezTo>
                      <a:pt x="6025" y="42859"/>
                      <a:pt x="6025" y="42982"/>
                      <a:pt x="6025" y="43109"/>
                    </a:cubicBezTo>
                    <a:cubicBezTo>
                      <a:pt x="5902" y="43109"/>
                      <a:pt x="5779" y="43109"/>
                      <a:pt x="5652" y="43109"/>
                    </a:cubicBezTo>
                    <a:cubicBezTo>
                      <a:pt x="5652" y="43232"/>
                      <a:pt x="5652" y="43355"/>
                      <a:pt x="5652" y="43482"/>
                    </a:cubicBezTo>
                    <a:cubicBezTo>
                      <a:pt x="5529" y="43482"/>
                      <a:pt x="5406" y="43482"/>
                      <a:pt x="5279" y="43482"/>
                    </a:cubicBezTo>
                    <a:cubicBezTo>
                      <a:pt x="5279" y="43729"/>
                      <a:pt x="5279" y="43975"/>
                      <a:pt x="5279" y="44229"/>
                    </a:cubicBezTo>
                    <a:cubicBezTo>
                      <a:pt x="5156" y="44229"/>
                      <a:pt x="5033" y="44229"/>
                      <a:pt x="4906" y="44229"/>
                    </a:cubicBezTo>
                    <a:cubicBezTo>
                      <a:pt x="4906" y="44352"/>
                      <a:pt x="4906" y="44475"/>
                      <a:pt x="4906" y="44602"/>
                    </a:cubicBezTo>
                    <a:cubicBezTo>
                      <a:pt x="4783" y="44602"/>
                      <a:pt x="4659" y="44602"/>
                      <a:pt x="4533" y="44602"/>
                    </a:cubicBezTo>
                    <a:cubicBezTo>
                      <a:pt x="4533" y="44725"/>
                      <a:pt x="4533" y="44848"/>
                      <a:pt x="4533" y="44975"/>
                    </a:cubicBezTo>
                    <a:cubicBezTo>
                      <a:pt x="4409" y="44975"/>
                      <a:pt x="4286" y="44975"/>
                      <a:pt x="4159" y="44975"/>
                    </a:cubicBezTo>
                    <a:cubicBezTo>
                      <a:pt x="4159" y="45098"/>
                      <a:pt x="4159" y="45222"/>
                      <a:pt x="4159" y="45348"/>
                    </a:cubicBezTo>
                    <a:cubicBezTo>
                      <a:pt x="4036" y="45348"/>
                      <a:pt x="3913" y="45348"/>
                      <a:pt x="3786" y="45348"/>
                    </a:cubicBezTo>
                    <a:cubicBezTo>
                      <a:pt x="3786" y="45472"/>
                      <a:pt x="3786" y="45595"/>
                      <a:pt x="3786" y="45722"/>
                    </a:cubicBezTo>
                    <a:cubicBezTo>
                      <a:pt x="3663" y="45722"/>
                      <a:pt x="3540" y="45722"/>
                      <a:pt x="3413" y="45722"/>
                    </a:cubicBezTo>
                    <a:cubicBezTo>
                      <a:pt x="3413" y="45968"/>
                      <a:pt x="3413" y="46214"/>
                      <a:pt x="3413" y="46468"/>
                    </a:cubicBezTo>
                    <a:cubicBezTo>
                      <a:pt x="3290" y="46468"/>
                      <a:pt x="3167" y="46468"/>
                      <a:pt x="3040" y="46468"/>
                    </a:cubicBezTo>
                    <a:cubicBezTo>
                      <a:pt x="3040" y="46591"/>
                      <a:pt x="3040" y="46714"/>
                      <a:pt x="3040" y="46841"/>
                    </a:cubicBezTo>
                    <a:cubicBezTo>
                      <a:pt x="2917" y="46841"/>
                      <a:pt x="2793" y="46841"/>
                      <a:pt x="2666" y="46841"/>
                    </a:cubicBezTo>
                    <a:cubicBezTo>
                      <a:pt x="2666" y="46964"/>
                      <a:pt x="2666" y="47088"/>
                      <a:pt x="2666" y="47215"/>
                    </a:cubicBezTo>
                    <a:cubicBezTo>
                      <a:pt x="2543" y="47215"/>
                      <a:pt x="2420" y="47215"/>
                      <a:pt x="2293" y="47215"/>
                    </a:cubicBezTo>
                    <a:cubicBezTo>
                      <a:pt x="2293" y="47830"/>
                      <a:pt x="2293" y="48446"/>
                      <a:pt x="2293" y="49081"/>
                    </a:cubicBezTo>
                    <a:cubicBezTo>
                      <a:pt x="2416" y="49081"/>
                      <a:pt x="2540" y="49081"/>
                      <a:pt x="2666" y="49081"/>
                    </a:cubicBezTo>
                    <a:cubicBezTo>
                      <a:pt x="2666" y="49204"/>
                      <a:pt x="2666" y="49327"/>
                      <a:pt x="2666" y="49454"/>
                    </a:cubicBezTo>
                    <a:cubicBezTo>
                      <a:pt x="2790" y="49454"/>
                      <a:pt x="2913" y="49454"/>
                      <a:pt x="3040" y="49454"/>
                    </a:cubicBezTo>
                    <a:cubicBezTo>
                      <a:pt x="3040" y="49577"/>
                      <a:pt x="3040" y="49700"/>
                      <a:pt x="3040" y="49827"/>
                    </a:cubicBezTo>
                    <a:cubicBezTo>
                      <a:pt x="3163" y="49827"/>
                      <a:pt x="3286" y="49827"/>
                      <a:pt x="3413" y="49827"/>
                    </a:cubicBezTo>
                    <a:cubicBezTo>
                      <a:pt x="3413" y="49950"/>
                      <a:pt x="3413" y="50073"/>
                      <a:pt x="3413" y="50200"/>
                    </a:cubicBezTo>
                    <a:cubicBezTo>
                      <a:pt x="3659" y="50200"/>
                      <a:pt x="3906" y="50200"/>
                      <a:pt x="4159" y="50200"/>
                    </a:cubicBezTo>
                    <a:cubicBezTo>
                      <a:pt x="4159" y="50323"/>
                      <a:pt x="4159" y="50447"/>
                      <a:pt x="4159" y="50574"/>
                    </a:cubicBezTo>
                    <a:cubicBezTo>
                      <a:pt x="4406" y="50574"/>
                      <a:pt x="4652" y="50574"/>
                      <a:pt x="4906" y="50574"/>
                    </a:cubicBezTo>
                    <a:cubicBezTo>
                      <a:pt x="4906" y="50697"/>
                      <a:pt x="4906" y="50820"/>
                      <a:pt x="4906" y="50947"/>
                    </a:cubicBezTo>
                    <a:cubicBezTo>
                      <a:pt x="5029" y="50947"/>
                      <a:pt x="5152" y="50947"/>
                      <a:pt x="5279" y="50947"/>
                    </a:cubicBezTo>
                    <a:cubicBezTo>
                      <a:pt x="5279" y="51070"/>
                      <a:pt x="5279" y="51193"/>
                      <a:pt x="5279" y="51320"/>
                    </a:cubicBezTo>
                    <a:cubicBezTo>
                      <a:pt x="5402" y="51320"/>
                      <a:pt x="5525" y="51320"/>
                      <a:pt x="5652" y="51320"/>
                    </a:cubicBezTo>
                    <a:cubicBezTo>
                      <a:pt x="5652" y="51443"/>
                      <a:pt x="5652" y="51566"/>
                      <a:pt x="5652" y="51693"/>
                    </a:cubicBezTo>
                    <a:cubicBezTo>
                      <a:pt x="5775" y="51693"/>
                      <a:pt x="5899" y="51693"/>
                      <a:pt x="6025" y="51693"/>
                    </a:cubicBezTo>
                    <a:cubicBezTo>
                      <a:pt x="6025" y="51816"/>
                      <a:pt x="6025" y="51940"/>
                      <a:pt x="6025" y="52066"/>
                    </a:cubicBezTo>
                    <a:cubicBezTo>
                      <a:pt x="6149" y="52066"/>
                      <a:pt x="6272" y="52066"/>
                      <a:pt x="6399" y="52066"/>
                    </a:cubicBezTo>
                    <a:cubicBezTo>
                      <a:pt x="6399" y="52559"/>
                      <a:pt x="6399" y="53052"/>
                      <a:pt x="6399" y="53559"/>
                    </a:cubicBezTo>
                    <a:cubicBezTo>
                      <a:pt x="6276" y="53559"/>
                      <a:pt x="6152" y="53559"/>
                      <a:pt x="6025" y="53559"/>
                    </a:cubicBezTo>
                    <a:cubicBezTo>
                      <a:pt x="6025" y="53929"/>
                      <a:pt x="6025" y="54298"/>
                      <a:pt x="6025" y="54679"/>
                    </a:cubicBezTo>
                    <a:cubicBezTo>
                      <a:pt x="5902" y="54679"/>
                      <a:pt x="5779" y="54679"/>
                      <a:pt x="5652" y="54679"/>
                    </a:cubicBezTo>
                    <a:cubicBezTo>
                      <a:pt x="5652" y="55295"/>
                      <a:pt x="5652" y="55911"/>
                      <a:pt x="5652" y="56545"/>
                    </a:cubicBezTo>
                    <a:cubicBezTo>
                      <a:pt x="5775" y="56545"/>
                      <a:pt x="5899" y="56545"/>
                      <a:pt x="6025" y="56545"/>
                    </a:cubicBezTo>
                    <a:cubicBezTo>
                      <a:pt x="6025" y="56668"/>
                      <a:pt x="6025" y="56791"/>
                      <a:pt x="6025" y="56918"/>
                    </a:cubicBezTo>
                    <a:cubicBezTo>
                      <a:pt x="6272" y="56918"/>
                      <a:pt x="6518" y="56918"/>
                      <a:pt x="6772" y="56918"/>
                    </a:cubicBezTo>
                    <a:cubicBezTo>
                      <a:pt x="6772" y="57041"/>
                      <a:pt x="6772" y="57165"/>
                      <a:pt x="6772" y="57292"/>
                    </a:cubicBezTo>
                    <a:cubicBezTo>
                      <a:pt x="7880" y="57292"/>
                      <a:pt x="8989" y="57292"/>
                      <a:pt x="10131" y="57292"/>
                    </a:cubicBezTo>
                    <a:cubicBezTo>
                      <a:pt x="10131" y="57415"/>
                      <a:pt x="10131" y="57538"/>
                      <a:pt x="10131" y="57665"/>
                    </a:cubicBezTo>
                    <a:cubicBezTo>
                      <a:pt x="10254" y="57665"/>
                      <a:pt x="10377" y="57665"/>
                      <a:pt x="10504" y="57665"/>
                    </a:cubicBezTo>
                    <a:cubicBezTo>
                      <a:pt x="10504" y="58034"/>
                      <a:pt x="10504" y="58404"/>
                      <a:pt x="10504" y="58784"/>
                    </a:cubicBezTo>
                    <a:cubicBezTo>
                      <a:pt x="10381" y="58784"/>
                      <a:pt x="10258" y="58784"/>
                      <a:pt x="10131" y="58784"/>
                    </a:cubicBezTo>
                    <a:cubicBezTo>
                      <a:pt x="10131" y="58908"/>
                      <a:pt x="10131" y="59031"/>
                      <a:pt x="10131" y="59158"/>
                    </a:cubicBezTo>
                    <a:cubicBezTo>
                      <a:pt x="9146" y="59158"/>
                      <a:pt x="8160" y="59158"/>
                      <a:pt x="7145" y="59158"/>
                    </a:cubicBezTo>
                    <a:cubicBezTo>
                      <a:pt x="7145" y="59281"/>
                      <a:pt x="7145" y="59404"/>
                      <a:pt x="7145" y="59531"/>
                    </a:cubicBezTo>
                    <a:cubicBezTo>
                      <a:pt x="7022" y="59531"/>
                      <a:pt x="6899" y="59531"/>
                      <a:pt x="6772" y="59531"/>
                    </a:cubicBezTo>
                    <a:cubicBezTo>
                      <a:pt x="6772" y="60024"/>
                      <a:pt x="6772" y="60516"/>
                      <a:pt x="6772" y="61024"/>
                    </a:cubicBezTo>
                    <a:cubicBezTo>
                      <a:pt x="6895" y="61024"/>
                      <a:pt x="7018" y="61024"/>
                      <a:pt x="7145" y="61024"/>
                    </a:cubicBezTo>
                    <a:cubicBezTo>
                      <a:pt x="7145" y="61147"/>
                      <a:pt x="7145" y="61270"/>
                      <a:pt x="7145" y="61397"/>
                    </a:cubicBezTo>
                    <a:cubicBezTo>
                      <a:pt x="7268" y="61397"/>
                      <a:pt x="7391" y="61397"/>
                      <a:pt x="7518" y="61397"/>
                    </a:cubicBezTo>
                    <a:cubicBezTo>
                      <a:pt x="7518" y="61520"/>
                      <a:pt x="7518" y="61643"/>
                      <a:pt x="7518" y="61770"/>
                    </a:cubicBezTo>
                    <a:cubicBezTo>
                      <a:pt x="7642" y="61770"/>
                      <a:pt x="7765" y="61770"/>
                      <a:pt x="7892" y="61770"/>
                    </a:cubicBezTo>
                    <a:cubicBezTo>
                      <a:pt x="7892" y="61893"/>
                      <a:pt x="7892" y="62017"/>
                      <a:pt x="7892" y="62143"/>
                    </a:cubicBezTo>
                    <a:cubicBezTo>
                      <a:pt x="8015" y="62143"/>
                      <a:pt x="8138" y="62143"/>
                      <a:pt x="8265" y="62143"/>
                    </a:cubicBezTo>
                    <a:cubicBezTo>
                      <a:pt x="8265" y="62267"/>
                      <a:pt x="8265" y="62390"/>
                      <a:pt x="8265" y="62517"/>
                    </a:cubicBezTo>
                    <a:cubicBezTo>
                      <a:pt x="8388" y="62517"/>
                      <a:pt x="8511" y="62517"/>
                      <a:pt x="8638" y="62517"/>
                    </a:cubicBezTo>
                    <a:cubicBezTo>
                      <a:pt x="8638" y="63995"/>
                      <a:pt x="8638" y="65473"/>
                      <a:pt x="8638" y="66995"/>
                    </a:cubicBezTo>
                    <a:cubicBezTo>
                      <a:pt x="8761" y="66995"/>
                      <a:pt x="8884" y="66995"/>
                      <a:pt x="9011" y="66995"/>
                    </a:cubicBezTo>
                    <a:cubicBezTo>
                      <a:pt x="9011" y="67365"/>
                      <a:pt x="9011" y="67734"/>
                      <a:pt x="9011" y="68115"/>
                    </a:cubicBezTo>
                    <a:cubicBezTo>
                      <a:pt x="9134" y="68115"/>
                      <a:pt x="9258" y="68115"/>
                      <a:pt x="9384" y="68115"/>
                    </a:cubicBezTo>
                    <a:cubicBezTo>
                      <a:pt x="9384" y="68238"/>
                      <a:pt x="9384" y="68361"/>
                      <a:pt x="9384" y="68488"/>
                    </a:cubicBezTo>
                    <a:cubicBezTo>
                      <a:pt x="9508" y="68488"/>
                      <a:pt x="9631" y="68488"/>
                      <a:pt x="9758" y="68488"/>
                    </a:cubicBezTo>
                    <a:cubicBezTo>
                      <a:pt x="9758" y="68611"/>
                      <a:pt x="9758" y="68735"/>
                      <a:pt x="9758" y="68861"/>
                    </a:cubicBezTo>
                    <a:cubicBezTo>
                      <a:pt x="9881" y="68861"/>
                      <a:pt x="10004" y="68861"/>
                      <a:pt x="10131" y="68861"/>
                    </a:cubicBezTo>
                    <a:cubicBezTo>
                      <a:pt x="10131" y="68985"/>
                      <a:pt x="10131" y="69108"/>
                      <a:pt x="10131" y="69235"/>
                    </a:cubicBezTo>
                    <a:cubicBezTo>
                      <a:pt x="10254" y="69235"/>
                      <a:pt x="10377" y="69235"/>
                      <a:pt x="10504" y="69235"/>
                    </a:cubicBezTo>
                    <a:cubicBezTo>
                      <a:pt x="10504" y="69358"/>
                      <a:pt x="10504" y="69481"/>
                      <a:pt x="10504" y="69608"/>
                    </a:cubicBezTo>
                    <a:cubicBezTo>
                      <a:pt x="10750" y="69608"/>
                      <a:pt x="10997" y="69608"/>
                      <a:pt x="11251" y="69608"/>
                    </a:cubicBezTo>
                    <a:cubicBezTo>
                      <a:pt x="11251" y="69731"/>
                      <a:pt x="11251" y="69854"/>
                      <a:pt x="11251" y="69981"/>
                    </a:cubicBezTo>
                    <a:cubicBezTo>
                      <a:pt x="13344" y="69981"/>
                      <a:pt x="15438" y="69981"/>
                      <a:pt x="17595" y="69981"/>
                    </a:cubicBezTo>
                    <a:cubicBezTo>
                      <a:pt x="17595" y="69858"/>
                      <a:pt x="17595" y="69735"/>
                      <a:pt x="17595" y="69608"/>
                    </a:cubicBezTo>
                    <a:cubicBezTo>
                      <a:pt x="18458" y="69608"/>
                      <a:pt x="19320" y="69608"/>
                      <a:pt x="20208" y="69608"/>
                    </a:cubicBezTo>
                    <a:cubicBezTo>
                      <a:pt x="20208" y="69485"/>
                      <a:pt x="20208" y="69362"/>
                      <a:pt x="20208" y="69235"/>
                    </a:cubicBezTo>
                    <a:cubicBezTo>
                      <a:pt x="20824" y="69235"/>
                      <a:pt x="21440" y="69235"/>
                      <a:pt x="22074" y="69235"/>
                    </a:cubicBezTo>
                    <a:cubicBezTo>
                      <a:pt x="22074" y="69112"/>
                      <a:pt x="22074" y="68988"/>
                      <a:pt x="22074" y="68861"/>
                    </a:cubicBezTo>
                    <a:cubicBezTo>
                      <a:pt x="22936" y="68861"/>
                      <a:pt x="23798" y="68861"/>
                      <a:pt x="24687" y="68861"/>
                    </a:cubicBezTo>
                    <a:cubicBezTo>
                      <a:pt x="24687" y="68985"/>
                      <a:pt x="24687" y="69108"/>
                      <a:pt x="24687" y="69235"/>
                    </a:cubicBezTo>
                    <a:cubicBezTo>
                      <a:pt x="24810" y="69235"/>
                      <a:pt x="24933" y="69235"/>
                      <a:pt x="25060" y="69235"/>
                    </a:cubicBezTo>
                    <a:cubicBezTo>
                      <a:pt x="25060" y="69358"/>
                      <a:pt x="25060" y="69481"/>
                      <a:pt x="25060" y="69608"/>
                    </a:cubicBezTo>
                    <a:cubicBezTo>
                      <a:pt x="25183" y="69608"/>
                      <a:pt x="25306" y="69608"/>
                      <a:pt x="25433" y="69608"/>
                    </a:cubicBezTo>
                    <a:cubicBezTo>
                      <a:pt x="25433" y="69731"/>
                      <a:pt x="25433" y="69854"/>
                      <a:pt x="25433" y="69981"/>
                    </a:cubicBezTo>
                    <a:cubicBezTo>
                      <a:pt x="25556" y="69981"/>
                      <a:pt x="25679" y="69981"/>
                      <a:pt x="25806" y="69981"/>
                    </a:cubicBezTo>
                    <a:cubicBezTo>
                      <a:pt x="25806" y="70351"/>
                      <a:pt x="25806" y="70720"/>
                      <a:pt x="25806" y="71101"/>
                    </a:cubicBezTo>
                    <a:cubicBezTo>
                      <a:pt x="25929" y="71101"/>
                      <a:pt x="26053" y="71101"/>
                      <a:pt x="26180" y="71101"/>
                    </a:cubicBezTo>
                    <a:cubicBezTo>
                      <a:pt x="26180" y="71347"/>
                      <a:pt x="26180" y="71593"/>
                      <a:pt x="26180" y="71847"/>
                    </a:cubicBezTo>
                    <a:cubicBezTo>
                      <a:pt x="26303" y="71847"/>
                      <a:pt x="26426" y="71847"/>
                      <a:pt x="26553" y="71847"/>
                    </a:cubicBezTo>
                    <a:cubicBezTo>
                      <a:pt x="26553" y="72217"/>
                      <a:pt x="26553" y="72586"/>
                      <a:pt x="26553" y="72967"/>
                    </a:cubicBezTo>
                    <a:cubicBezTo>
                      <a:pt x="26676" y="72967"/>
                      <a:pt x="26799" y="72967"/>
                      <a:pt x="26926" y="72967"/>
                    </a:cubicBezTo>
                    <a:cubicBezTo>
                      <a:pt x="26926" y="73460"/>
                      <a:pt x="26926" y="73952"/>
                      <a:pt x="26926" y="74460"/>
                    </a:cubicBezTo>
                    <a:cubicBezTo>
                      <a:pt x="27049" y="74460"/>
                      <a:pt x="27172" y="74460"/>
                      <a:pt x="27299" y="74460"/>
                    </a:cubicBezTo>
                    <a:cubicBezTo>
                      <a:pt x="27299" y="75322"/>
                      <a:pt x="27299" y="76184"/>
                      <a:pt x="27299" y="77072"/>
                    </a:cubicBezTo>
                    <a:cubicBezTo>
                      <a:pt x="27422" y="77072"/>
                      <a:pt x="27546" y="77072"/>
                      <a:pt x="27672" y="77072"/>
                    </a:cubicBezTo>
                    <a:cubicBezTo>
                      <a:pt x="27682" y="77620"/>
                      <a:pt x="27688" y="78168"/>
                      <a:pt x="27693" y="78716"/>
                    </a:cubicBezTo>
                    <a:cubicBezTo>
                      <a:pt x="27695" y="78902"/>
                      <a:pt x="27697" y="79088"/>
                      <a:pt x="27701" y="79275"/>
                    </a:cubicBezTo>
                    <a:cubicBezTo>
                      <a:pt x="27705" y="79543"/>
                      <a:pt x="27707" y="79811"/>
                      <a:pt x="27709" y="80079"/>
                    </a:cubicBezTo>
                    <a:cubicBezTo>
                      <a:pt x="27711" y="80162"/>
                      <a:pt x="27713" y="80245"/>
                      <a:pt x="27715" y="80330"/>
                    </a:cubicBezTo>
                    <a:cubicBezTo>
                      <a:pt x="27715" y="80781"/>
                      <a:pt x="27674" y="81085"/>
                      <a:pt x="27407" y="81455"/>
                    </a:cubicBezTo>
                    <a:cubicBezTo>
                      <a:pt x="27240" y="81604"/>
                      <a:pt x="27086" y="81608"/>
                      <a:pt x="26868" y="81600"/>
                    </a:cubicBezTo>
                    <a:cubicBezTo>
                      <a:pt x="26818" y="81596"/>
                      <a:pt x="26768" y="81591"/>
                      <a:pt x="26716" y="81586"/>
                    </a:cubicBezTo>
                    <a:cubicBezTo>
                      <a:pt x="26690" y="81585"/>
                      <a:pt x="26690" y="81585"/>
                      <a:pt x="26559" y="81578"/>
                    </a:cubicBezTo>
                    <a:cubicBezTo>
                      <a:pt x="26433" y="81572"/>
                      <a:pt x="26306" y="81562"/>
                      <a:pt x="26180" y="81551"/>
                    </a:cubicBezTo>
                    <a:cubicBezTo>
                      <a:pt x="26180" y="81428"/>
                      <a:pt x="26180" y="81305"/>
                      <a:pt x="26180" y="81178"/>
                    </a:cubicBezTo>
                    <a:cubicBezTo>
                      <a:pt x="26056" y="81178"/>
                      <a:pt x="25933" y="81178"/>
                      <a:pt x="25806" y="81178"/>
                    </a:cubicBezTo>
                    <a:cubicBezTo>
                      <a:pt x="25806" y="81055"/>
                      <a:pt x="25806" y="80931"/>
                      <a:pt x="25806" y="80805"/>
                    </a:cubicBezTo>
                    <a:cubicBezTo>
                      <a:pt x="25683" y="80805"/>
                      <a:pt x="25560" y="80805"/>
                      <a:pt x="25433" y="80805"/>
                    </a:cubicBezTo>
                    <a:cubicBezTo>
                      <a:pt x="25433" y="79080"/>
                      <a:pt x="25433" y="77356"/>
                      <a:pt x="25433" y="75579"/>
                    </a:cubicBezTo>
                    <a:cubicBezTo>
                      <a:pt x="25310" y="75579"/>
                      <a:pt x="25187" y="75579"/>
                      <a:pt x="25060" y="75579"/>
                    </a:cubicBezTo>
                    <a:cubicBezTo>
                      <a:pt x="25060" y="75210"/>
                      <a:pt x="25060" y="74840"/>
                      <a:pt x="25060" y="74460"/>
                    </a:cubicBezTo>
                    <a:cubicBezTo>
                      <a:pt x="24937" y="74460"/>
                      <a:pt x="24814" y="74460"/>
                      <a:pt x="24687" y="74460"/>
                    </a:cubicBezTo>
                    <a:cubicBezTo>
                      <a:pt x="24687" y="74090"/>
                      <a:pt x="24687" y="73721"/>
                      <a:pt x="24687" y="73340"/>
                    </a:cubicBezTo>
                    <a:cubicBezTo>
                      <a:pt x="24563" y="73340"/>
                      <a:pt x="24440" y="73340"/>
                      <a:pt x="24313" y="73340"/>
                    </a:cubicBezTo>
                    <a:cubicBezTo>
                      <a:pt x="24313" y="72971"/>
                      <a:pt x="24313" y="72601"/>
                      <a:pt x="24313" y="72220"/>
                    </a:cubicBezTo>
                    <a:cubicBezTo>
                      <a:pt x="24190" y="72220"/>
                      <a:pt x="24067" y="72220"/>
                      <a:pt x="23940" y="72220"/>
                    </a:cubicBezTo>
                    <a:cubicBezTo>
                      <a:pt x="23940" y="71974"/>
                      <a:pt x="23940" y="71728"/>
                      <a:pt x="23940" y="71474"/>
                    </a:cubicBezTo>
                    <a:cubicBezTo>
                      <a:pt x="23817" y="71474"/>
                      <a:pt x="23694" y="71474"/>
                      <a:pt x="23567" y="71474"/>
                    </a:cubicBezTo>
                    <a:cubicBezTo>
                      <a:pt x="23567" y="71351"/>
                      <a:pt x="23567" y="71228"/>
                      <a:pt x="23567" y="71101"/>
                    </a:cubicBezTo>
                    <a:cubicBezTo>
                      <a:pt x="22951" y="71101"/>
                      <a:pt x="22335" y="71101"/>
                      <a:pt x="21701" y="71101"/>
                    </a:cubicBezTo>
                    <a:cubicBezTo>
                      <a:pt x="21701" y="71224"/>
                      <a:pt x="21701" y="71347"/>
                      <a:pt x="21701" y="71474"/>
                    </a:cubicBezTo>
                    <a:cubicBezTo>
                      <a:pt x="21085" y="71474"/>
                      <a:pt x="20469" y="71474"/>
                      <a:pt x="19835" y="71474"/>
                    </a:cubicBezTo>
                    <a:cubicBezTo>
                      <a:pt x="19835" y="71597"/>
                      <a:pt x="19835" y="71720"/>
                      <a:pt x="19835" y="71847"/>
                    </a:cubicBezTo>
                    <a:cubicBezTo>
                      <a:pt x="18973" y="71847"/>
                      <a:pt x="18110" y="71847"/>
                      <a:pt x="17222" y="71847"/>
                    </a:cubicBezTo>
                    <a:cubicBezTo>
                      <a:pt x="17222" y="71970"/>
                      <a:pt x="17222" y="72094"/>
                      <a:pt x="17222" y="72220"/>
                    </a:cubicBezTo>
                    <a:cubicBezTo>
                      <a:pt x="16442" y="72234"/>
                      <a:pt x="15662" y="72243"/>
                      <a:pt x="14881" y="72249"/>
                    </a:cubicBezTo>
                    <a:cubicBezTo>
                      <a:pt x="14519" y="72252"/>
                      <a:pt x="14156" y="72256"/>
                      <a:pt x="13794" y="72263"/>
                    </a:cubicBezTo>
                    <a:cubicBezTo>
                      <a:pt x="13443" y="72269"/>
                      <a:pt x="13092" y="72272"/>
                      <a:pt x="12741" y="72274"/>
                    </a:cubicBezTo>
                    <a:cubicBezTo>
                      <a:pt x="12608" y="72275"/>
                      <a:pt x="12475" y="72277"/>
                      <a:pt x="12343" y="72280"/>
                    </a:cubicBezTo>
                    <a:cubicBezTo>
                      <a:pt x="11408" y="72300"/>
                      <a:pt x="10729" y="72139"/>
                      <a:pt x="9893" y="71723"/>
                    </a:cubicBezTo>
                    <a:cubicBezTo>
                      <a:pt x="9613" y="71594"/>
                      <a:pt x="9314" y="71529"/>
                      <a:pt x="9011" y="71474"/>
                    </a:cubicBezTo>
                    <a:cubicBezTo>
                      <a:pt x="9011" y="71351"/>
                      <a:pt x="9011" y="71228"/>
                      <a:pt x="9011" y="71101"/>
                    </a:cubicBezTo>
                    <a:cubicBezTo>
                      <a:pt x="8888" y="71101"/>
                      <a:pt x="8765" y="71101"/>
                      <a:pt x="8638" y="71101"/>
                    </a:cubicBezTo>
                    <a:cubicBezTo>
                      <a:pt x="8638" y="70978"/>
                      <a:pt x="8638" y="70854"/>
                      <a:pt x="8638" y="70728"/>
                    </a:cubicBezTo>
                    <a:cubicBezTo>
                      <a:pt x="8515" y="70728"/>
                      <a:pt x="8392" y="70728"/>
                      <a:pt x="8265" y="70728"/>
                    </a:cubicBezTo>
                    <a:cubicBezTo>
                      <a:pt x="8265" y="70604"/>
                      <a:pt x="8265" y="70481"/>
                      <a:pt x="8265" y="70354"/>
                    </a:cubicBezTo>
                    <a:cubicBezTo>
                      <a:pt x="8142" y="70354"/>
                      <a:pt x="8019" y="70354"/>
                      <a:pt x="7892" y="70354"/>
                    </a:cubicBezTo>
                    <a:cubicBezTo>
                      <a:pt x="7892" y="70231"/>
                      <a:pt x="7892" y="70108"/>
                      <a:pt x="7892" y="69981"/>
                    </a:cubicBezTo>
                    <a:cubicBezTo>
                      <a:pt x="7768" y="69981"/>
                      <a:pt x="7645" y="69981"/>
                      <a:pt x="7518" y="69981"/>
                    </a:cubicBezTo>
                    <a:cubicBezTo>
                      <a:pt x="7518" y="69858"/>
                      <a:pt x="7518" y="69735"/>
                      <a:pt x="7518" y="69608"/>
                    </a:cubicBezTo>
                    <a:cubicBezTo>
                      <a:pt x="7395" y="69608"/>
                      <a:pt x="7272" y="69608"/>
                      <a:pt x="7145" y="69608"/>
                    </a:cubicBezTo>
                    <a:cubicBezTo>
                      <a:pt x="7145" y="69362"/>
                      <a:pt x="7145" y="69115"/>
                      <a:pt x="7145" y="68861"/>
                    </a:cubicBezTo>
                    <a:cubicBezTo>
                      <a:pt x="7022" y="68861"/>
                      <a:pt x="6899" y="68861"/>
                      <a:pt x="6772" y="68861"/>
                    </a:cubicBezTo>
                    <a:cubicBezTo>
                      <a:pt x="6772" y="67384"/>
                      <a:pt x="6772" y="65906"/>
                      <a:pt x="6772" y="64383"/>
                    </a:cubicBezTo>
                    <a:cubicBezTo>
                      <a:pt x="6649" y="64383"/>
                      <a:pt x="6526" y="64383"/>
                      <a:pt x="6399" y="64383"/>
                    </a:cubicBezTo>
                    <a:cubicBezTo>
                      <a:pt x="6399" y="64136"/>
                      <a:pt x="6399" y="63890"/>
                      <a:pt x="6399" y="63636"/>
                    </a:cubicBezTo>
                    <a:cubicBezTo>
                      <a:pt x="6276" y="63636"/>
                      <a:pt x="6152" y="63636"/>
                      <a:pt x="6025" y="63636"/>
                    </a:cubicBezTo>
                    <a:cubicBezTo>
                      <a:pt x="6007" y="63576"/>
                      <a:pt x="5989" y="63515"/>
                      <a:pt x="5970" y="63452"/>
                    </a:cubicBezTo>
                    <a:cubicBezTo>
                      <a:pt x="5808" y="62979"/>
                      <a:pt x="5685" y="62686"/>
                      <a:pt x="5256" y="62412"/>
                    </a:cubicBezTo>
                    <a:cubicBezTo>
                      <a:pt x="4918" y="62194"/>
                      <a:pt x="4918" y="62194"/>
                      <a:pt x="4858" y="61944"/>
                    </a:cubicBezTo>
                    <a:cubicBezTo>
                      <a:pt x="4859" y="61756"/>
                      <a:pt x="4872" y="61582"/>
                      <a:pt x="4906" y="61397"/>
                    </a:cubicBezTo>
                    <a:cubicBezTo>
                      <a:pt x="4783" y="61397"/>
                      <a:pt x="4659" y="61397"/>
                      <a:pt x="4533" y="61397"/>
                    </a:cubicBezTo>
                    <a:cubicBezTo>
                      <a:pt x="4533" y="60658"/>
                      <a:pt x="4533" y="59919"/>
                      <a:pt x="4533" y="59158"/>
                    </a:cubicBezTo>
                    <a:cubicBezTo>
                      <a:pt x="4656" y="59158"/>
                      <a:pt x="4779" y="59158"/>
                      <a:pt x="4906" y="59158"/>
                    </a:cubicBezTo>
                    <a:cubicBezTo>
                      <a:pt x="4906" y="58911"/>
                      <a:pt x="4906" y="58665"/>
                      <a:pt x="4906" y="58411"/>
                    </a:cubicBezTo>
                    <a:cubicBezTo>
                      <a:pt x="4783" y="58411"/>
                      <a:pt x="4659" y="58411"/>
                      <a:pt x="4533" y="58411"/>
                    </a:cubicBezTo>
                    <a:cubicBezTo>
                      <a:pt x="4533" y="58288"/>
                      <a:pt x="4533" y="58165"/>
                      <a:pt x="4533" y="58038"/>
                    </a:cubicBezTo>
                    <a:cubicBezTo>
                      <a:pt x="4409" y="58038"/>
                      <a:pt x="4286" y="58038"/>
                      <a:pt x="4159" y="58038"/>
                    </a:cubicBezTo>
                    <a:cubicBezTo>
                      <a:pt x="4159" y="57915"/>
                      <a:pt x="4159" y="57792"/>
                      <a:pt x="4159" y="57665"/>
                    </a:cubicBezTo>
                    <a:cubicBezTo>
                      <a:pt x="4036" y="57665"/>
                      <a:pt x="3913" y="57665"/>
                      <a:pt x="3786" y="57665"/>
                    </a:cubicBezTo>
                    <a:cubicBezTo>
                      <a:pt x="3786" y="57418"/>
                      <a:pt x="3786" y="57172"/>
                      <a:pt x="3786" y="56918"/>
                    </a:cubicBezTo>
                    <a:cubicBezTo>
                      <a:pt x="3663" y="56918"/>
                      <a:pt x="3540" y="56918"/>
                      <a:pt x="3413" y="56918"/>
                    </a:cubicBezTo>
                    <a:cubicBezTo>
                      <a:pt x="3413" y="56303"/>
                      <a:pt x="3413" y="55687"/>
                      <a:pt x="3413" y="55052"/>
                    </a:cubicBezTo>
                    <a:cubicBezTo>
                      <a:pt x="3536" y="55052"/>
                      <a:pt x="3659" y="55052"/>
                      <a:pt x="3786" y="55052"/>
                    </a:cubicBezTo>
                    <a:cubicBezTo>
                      <a:pt x="3786" y="54683"/>
                      <a:pt x="3786" y="54313"/>
                      <a:pt x="3786" y="53933"/>
                    </a:cubicBezTo>
                    <a:cubicBezTo>
                      <a:pt x="3909" y="53933"/>
                      <a:pt x="4032" y="53933"/>
                      <a:pt x="4159" y="53933"/>
                    </a:cubicBezTo>
                    <a:cubicBezTo>
                      <a:pt x="4159" y="53563"/>
                      <a:pt x="4159" y="53194"/>
                      <a:pt x="4159" y="52813"/>
                    </a:cubicBezTo>
                    <a:cubicBezTo>
                      <a:pt x="3913" y="52813"/>
                      <a:pt x="3667" y="52813"/>
                      <a:pt x="3413" y="52813"/>
                    </a:cubicBezTo>
                    <a:cubicBezTo>
                      <a:pt x="3413" y="52690"/>
                      <a:pt x="3413" y="52567"/>
                      <a:pt x="3413" y="52440"/>
                    </a:cubicBezTo>
                    <a:cubicBezTo>
                      <a:pt x="3167" y="52440"/>
                      <a:pt x="2920" y="52440"/>
                      <a:pt x="2666" y="52440"/>
                    </a:cubicBezTo>
                    <a:cubicBezTo>
                      <a:pt x="2666" y="52316"/>
                      <a:pt x="2666" y="52193"/>
                      <a:pt x="2666" y="52066"/>
                    </a:cubicBezTo>
                    <a:cubicBezTo>
                      <a:pt x="2543" y="52066"/>
                      <a:pt x="2420" y="52066"/>
                      <a:pt x="2293" y="52066"/>
                    </a:cubicBezTo>
                    <a:cubicBezTo>
                      <a:pt x="2293" y="51943"/>
                      <a:pt x="2293" y="51820"/>
                      <a:pt x="2293" y="51693"/>
                    </a:cubicBezTo>
                    <a:cubicBezTo>
                      <a:pt x="2246" y="51701"/>
                      <a:pt x="2199" y="51708"/>
                      <a:pt x="2151" y="51716"/>
                    </a:cubicBezTo>
                    <a:cubicBezTo>
                      <a:pt x="1851" y="51743"/>
                      <a:pt x="1635" y="51759"/>
                      <a:pt x="1386" y="51574"/>
                    </a:cubicBezTo>
                    <a:cubicBezTo>
                      <a:pt x="1235" y="51406"/>
                      <a:pt x="1098" y="51233"/>
                      <a:pt x="964" y="51052"/>
                    </a:cubicBezTo>
                    <a:cubicBezTo>
                      <a:pt x="870" y="50931"/>
                      <a:pt x="777" y="50811"/>
                      <a:pt x="682" y="50691"/>
                    </a:cubicBezTo>
                    <a:cubicBezTo>
                      <a:pt x="642" y="50637"/>
                      <a:pt x="602" y="50583"/>
                      <a:pt x="560" y="50528"/>
                    </a:cubicBezTo>
                    <a:cubicBezTo>
                      <a:pt x="427" y="50387"/>
                      <a:pt x="427" y="50387"/>
                      <a:pt x="228" y="50317"/>
                    </a:cubicBezTo>
                    <a:cubicBezTo>
                      <a:pt x="54" y="50200"/>
                      <a:pt x="54" y="50200"/>
                      <a:pt x="19" y="50068"/>
                    </a:cubicBezTo>
                    <a:cubicBezTo>
                      <a:pt x="4" y="49885"/>
                      <a:pt x="2" y="49705"/>
                      <a:pt x="4" y="49521"/>
                    </a:cubicBezTo>
                    <a:cubicBezTo>
                      <a:pt x="4" y="49453"/>
                      <a:pt x="4" y="49385"/>
                      <a:pt x="3" y="49315"/>
                    </a:cubicBezTo>
                    <a:cubicBezTo>
                      <a:pt x="3" y="49171"/>
                      <a:pt x="4" y="49026"/>
                      <a:pt x="5" y="48882"/>
                    </a:cubicBezTo>
                    <a:cubicBezTo>
                      <a:pt x="7" y="48664"/>
                      <a:pt x="5" y="48447"/>
                      <a:pt x="3" y="48229"/>
                    </a:cubicBezTo>
                    <a:cubicBezTo>
                      <a:pt x="0" y="46749"/>
                      <a:pt x="0" y="46749"/>
                      <a:pt x="427" y="46095"/>
                    </a:cubicBezTo>
                    <a:cubicBezTo>
                      <a:pt x="568" y="45983"/>
                      <a:pt x="704" y="45904"/>
                      <a:pt x="863" y="45821"/>
                    </a:cubicBezTo>
                    <a:cubicBezTo>
                      <a:pt x="1113" y="45620"/>
                      <a:pt x="1131" y="45278"/>
                      <a:pt x="1174" y="44975"/>
                    </a:cubicBezTo>
                    <a:cubicBezTo>
                      <a:pt x="1297" y="44975"/>
                      <a:pt x="1420" y="44975"/>
                      <a:pt x="1547" y="44975"/>
                    </a:cubicBezTo>
                    <a:cubicBezTo>
                      <a:pt x="1541" y="44919"/>
                      <a:pt x="1535" y="44863"/>
                      <a:pt x="1529" y="44805"/>
                    </a:cubicBezTo>
                    <a:cubicBezTo>
                      <a:pt x="1547" y="44602"/>
                      <a:pt x="1547" y="44602"/>
                      <a:pt x="1664" y="44463"/>
                    </a:cubicBezTo>
                    <a:cubicBezTo>
                      <a:pt x="1717" y="44420"/>
                      <a:pt x="1771" y="44378"/>
                      <a:pt x="1826" y="44334"/>
                    </a:cubicBezTo>
                    <a:cubicBezTo>
                      <a:pt x="1884" y="44286"/>
                      <a:pt x="1942" y="44238"/>
                      <a:pt x="2002" y="44189"/>
                    </a:cubicBezTo>
                    <a:cubicBezTo>
                      <a:pt x="2064" y="44141"/>
                      <a:pt x="2125" y="44092"/>
                      <a:pt x="2188" y="44042"/>
                    </a:cubicBezTo>
                    <a:cubicBezTo>
                      <a:pt x="2309" y="43945"/>
                      <a:pt x="2429" y="43848"/>
                      <a:pt x="2549" y="43751"/>
                    </a:cubicBezTo>
                    <a:cubicBezTo>
                      <a:pt x="2603" y="43708"/>
                      <a:pt x="2657" y="43665"/>
                      <a:pt x="2712" y="43622"/>
                    </a:cubicBezTo>
                    <a:cubicBezTo>
                      <a:pt x="2853" y="43482"/>
                      <a:pt x="2853" y="43482"/>
                      <a:pt x="2942" y="43279"/>
                    </a:cubicBezTo>
                    <a:cubicBezTo>
                      <a:pt x="2974" y="43223"/>
                      <a:pt x="3006" y="43167"/>
                      <a:pt x="3040" y="43109"/>
                    </a:cubicBezTo>
                    <a:cubicBezTo>
                      <a:pt x="3163" y="43109"/>
                      <a:pt x="3286" y="43109"/>
                      <a:pt x="3413" y="43109"/>
                    </a:cubicBezTo>
                    <a:cubicBezTo>
                      <a:pt x="3413" y="42863"/>
                      <a:pt x="3413" y="42616"/>
                      <a:pt x="3413" y="42363"/>
                    </a:cubicBezTo>
                    <a:cubicBezTo>
                      <a:pt x="3536" y="42363"/>
                      <a:pt x="3659" y="42363"/>
                      <a:pt x="3786" y="42363"/>
                    </a:cubicBezTo>
                    <a:cubicBezTo>
                      <a:pt x="3775" y="42309"/>
                      <a:pt x="3763" y="42255"/>
                      <a:pt x="3751" y="42199"/>
                    </a:cubicBezTo>
                    <a:cubicBezTo>
                      <a:pt x="3763" y="42130"/>
                      <a:pt x="3774" y="42061"/>
                      <a:pt x="3786" y="41989"/>
                    </a:cubicBezTo>
                    <a:cubicBezTo>
                      <a:pt x="3904" y="41908"/>
                      <a:pt x="3904" y="41908"/>
                      <a:pt x="4055" y="41826"/>
                    </a:cubicBezTo>
                    <a:cubicBezTo>
                      <a:pt x="4257" y="41707"/>
                      <a:pt x="4333" y="41647"/>
                      <a:pt x="4425" y="41427"/>
                    </a:cubicBezTo>
                    <a:cubicBezTo>
                      <a:pt x="4469" y="41241"/>
                      <a:pt x="4506" y="41058"/>
                      <a:pt x="4533" y="40870"/>
                    </a:cubicBezTo>
                    <a:cubicBezTo>
                      <a:pt x="4656" y="40870"/>
                      <a:pt x="4779" y="40870"/>
                      <a:pt x="4906" y="40870"/>
                    </a:cubicBezTo>
                    <a:cubicBezTo>
                      <a:pt x="4906" y="40747"/>
                      <a:pt x="4906" y="40623"/>
                      <a:pt x="4906" y="40497"/>
                    </a:cubicBezTo>
                    <a:cubicBezTo>
                      <a:pt x="5029" y="40497"/>
                      <a:pt x="5152" y="40497"/>
                      <a:pt x="5279" y="40497"/>
                    </a:cubicBezTo>
                    <a:cubicBezTo>
                      <a:pt x="5279" y="40250"/>
                      <a:pt x="5279" y="40004"/>
                      <a:pt x="5279" y="39750"/>
                    </a:cubicBezTo>
                    <a:cubicBezTo>
                      <a:pt x="5402" y="39750"/>
                      <a:pt x="5525" y="39750"/>
                      <a:pt x="5652" y="39750"/>
                    </a:cubicBezTo>
                    <a:cubicBezTo>
                      <a:pt x="5652" y="39504"/>
                      <a:pt x="5652" y="39257"/>
                      <a:pt x="5652" y="39004"/>
                    </a:cubicBezTo>
                    <a:cubicBezTo>
                      <a:pt x="5775" y="39004"/>
                      <a:pt x="5899" y="39004"/>
                      <a:pt x="6025" y="39004"/>
                    </a:cubicBezTo>
                    <a:cubicBezTo>
                      <a:pt x="6025" y="38757"/>
                      <a:pt x="6025" y="38511"/>
                      <a:pt x="6025" y="38257"/>
                    </a:cubicBezTo>
                    <a:cubicBezTo>
                      <a:pt x="6149" y="38257"/>
                      <a:pt x="6272" y="38257"/>
                      <a:pt x="6399" y="38257"/>
                    </a:cubicBezTo>
                    <a:cubicBezTo>
                      <a:pt x="6399" y="35178"/>
                      <a:pt x="6399" y="32099"/>
                      <a:pt x="6399" y="28927"/>
                    </a:cubicBezTo>
                    <a:cubicBezTo>
                      <a:pt x="6276" y="28927"/>
                      <a:pt x="6152" y="28927"/>
                      <a:pt x="6025" y="28927"/>
                    </a:cubicBezTo>
                    <a:cubicBezTo>
                      <a:pt x="5553" y="28087"/>
                      <a:pt x="5613" y="27250"/>
                      <a:pt x="5652" y="26314"/>
                    </a:cubicBezTo>
                    <a:cubicBezTo>
                      <a:pt x="5775" y="26314"/>
                      <a:pt x="5899" y="26314"/>
                      <a:pt x="6025" y="26314"/>
                    </a:cubicBezTo>
                    <a:cubicBezTo>
                      <a:pt x="6025" y="25945"/>
                      <a:pt x="6025" y="25575"/>
                      <a:pt x="6025" y="25194"/>
                    </a:cubicBezTo>
                    <a:cubicBezTo>
                      <a:pt x="6149" y="25194"/>
                      <a:pt x="6272" y="25194"/>
                      <a:pt x="6399" y="25194"/>
                    </a:cubicBezTo>
                    <a:cubicBezTo>
                      <a:pt x="6399" y="24702"/>
                      <a:pt x="6399" y="24209"/>
                      <a:pt x="6399" y="23702"/>
                    </a:cubicBezTo>
                    <a:cubicBezTo>
                      <a:pt x="6522" y="23702"/>
                      <a:pt x="6645" y="23702"/>
                      <a:pt x="6772" y="23702"/>
                    </a:cubicBezTo>
                    <a:cubicBezTo>
                      <a:pt x="6772" y="23455"/>
                      <a:pt x="6772" y="23209"/>
                      <a:pt x="6772" y="22955"/>
                    </a:cubicBezTo>
                    <a:cubicBezTo>
                      <a:pt x="6895" y="22955"/>
                      <a:pt x="7018" y="22955"/>
                      <a:pt x="7145" y="22955"/>
                    </a:cubicBezTo>
                    <a:cubicBezTo>
                      <a:pt x="7145" y="22586"/>
                      <a:pt x="7145" y="22216"/>
                      <a:pt x="7145" y="21835"/>
                    </a:cubicBezTo>
                    <a:cubicBezTo>
                      <a:pt x="7268" y="21835"/>
                      <a:pt x="7391" y="21835"/>
                      <a:pt x="7518" y="21835"/>
                    </a:cubicBezTo>
                    <a:cubicBezTo>
                      <a:pt x="7518" y="21589"/>
                      <a:pt x="7518" y="21343"/>
                      <a:pt x="7518" y="21089"/>
                    </a:cubicBezTo>
                    <a:cubicBezTo>
                      <a:pt x="7642" y="21089"/>
                      <a:pt x="7765" y="21089"/>
                      <a:pt x="7892" y="21089"/>
                    </a:cubicBezTo>
                    <a:cubicBezTo>
                      <a:pt x="7888" y="21064"/>
                      <a:pt x="7888" y="21064"/>
                      <a:pt x="7872" y="20939"/>
                    </a:cubicBezTo>
                    <a:cubicBezTo>
                      <a:pt x="7856" y="20728"/>
                      <a:pt x="7851" y="20550"/>
                      <a:pt x="7892" y="20343"/>
                    </a:cubicBezTo>
                    <a:cubicBezTo>
                      <a:pt x="8023" y="20224"/>
                      <a:pt x="8157" y="20157"/>
                      <a:pt x="8314" y="20076"/>
                    </a:cubicBezTo>
                    <a:cubicBezTo>
                      <a:pt x="8577" y="19872"/>
                      <a:pt x="8594" y="19536"/>
                      <a:pt x="8638" y="19223"/>
                    </a:cubicBezTo>
                    <a:cubicBezTo>
                      <a:pt x="8761" y="19223"/>
                      <a:pt x="8884" y="19223"/>
                      <a:pt x="9011" y="19223"/>
                    </a:cubicBezTo>
                    <a:cubicBezTo>
                      <a:pt x="9011" y="18977"/>
                      <a:pt x="9011" y="18730"/>
                      <a:pt x="9011" y="18476"/>
                    </a:cubicBezTo>
                    <a:cubicBezTo>
                      <a:pt x="9134" y="18476"/>
                      <a:pt x="9258" y="18476"/>
                      <a:pt x="9384" y="18476"/>
                    </a:cubicBezTo>
                    <a:cubicBezTo>
                      <a:pt x="9384" y="18230"/>
                      <a:pt x="9384" y="17984"/>
                      <a:pt x="9384" y="17730"/>
                    </a:cubicBezTo>
                    <a:cubicBezTo>
                      <a:pt x="9508" y="17730"/>
                      <a:pt x="9631" y="17730"/>
                      <a:pt x="9758" y="17730"/>
                    </a:cubicBezTo>
                    <a:cubicBezTo>
                      <a:pt x="9758" y="17607"/>
                      <a:pt x="9758" y="17484"/>
                      <a:pt x="9758" y="17357"/>
                    </a:cubicBezTo>
                    <a:cubicBezTo>
                      <a:pt x="9881" y="17357"/>
                      <a:pt x="10004" y="17357"/>
                      <a:pt x="10131" y="17357"/>
                    </a:cubicBezTo>
                    <a:cubicBezTo>
                      <a:pt x="10131" y="17234"/>
                      <a:pt x="10131" y="17110"/>
                      <a:pt x="10131" y="16984"/>
                    </a:cubicBezTo>
                    <a:cubicBezTo>
                      <a:pt x="10254" y="16984"/>
                      <a:pt x="10377" y="16984"/>
                      <a:pt x="10504" y="16984"/>
                    </a:cubicBezTo>
                    <a:cubicBezTo>
                      <a:pt x="10510" y="16959"/>
                      <a:pt x="10510" y="16959"/>
                      <a:pt x="10539" y="16833"/>
                    </a:cubicBezTo>
                    <a:cubicBezTo>
                      <a:pt x="10718" y="16076"/>
                      <a:pt x="10718" y="16076"/>
                      <a:pt x="10877" y="15864"/>
                    </a:cubicBezTo>
                    <a:cubicBezTo>
                      <a:pt x="11076" y="15841"/>
                      <a:pt x="11076" y="15841"/>
                      <a:pt x="11251" y="15864"/>
                    </a:cubicBezTo>
                    <a:cubicBezTo>
                      <a:pt x="11239" y="15810"/>
                      <a:pt x="11227" y="15756"/>
                      <a:pt x="11216" y="15701"/>
                    </a:cubicBezTo>
                    <a:cubicBezTo>
                      <a:pt x="11227" y="15631"/>
                      <a:pt x="11239" y="15562"/>
                      <a:pt x="11251" y="15491"/>
                    </a:cubicBezTo>
                    <a:cubicBezTo>
                      <a:pt x="11369" y="15409"/>
                      <a:pt x="11369" y="15409"/>
                      <a:pt x="11519" y="15327"/>
                    </a:cubicBezTo>
                    <a:cubicBezTo>
                      <a:pt x="11722" y="15209"/>
                      <a:pt x="11798" y="15148"/>
                      <a:pt x="11889" y="14928"/>
                    </a:cubicBezTo>
                    <a:cubicBezTo>
                      <a:pt x="11934" y="14742"/>
                      <a:pt x="11971" y="14560"/>
                      <a:pt x="11997" y="14371"/>
                    </a:cubicBezTo>
                    <a:cubicBezTo>
                      <a:pt x="12120" y="14371"/>
                      <a:pt x="12243" y="14371"/>
                      <a:pt x="12370" y="14371"/>
                    </a:cubicBezTo>
                    <a:cubicBezTo>
                      <a:pt x="12370" y="14125"/>
                      <a:pt x="12370" y="13878"/>
                      <a:pt x="12370" y="13624"/>
                    </a:cubicBezTo>
                    <a:cubicBezTo>
                      <a:pt x="12493" y="13624"/>
                      <a:pt x="12617" y="13624"/>
                      <a:pt x="12744" y="13624"/>
                    </a:cubicBezTo>
                    <a:cubicBezTo>
                      <a:pt x="12744" y="13255"/>
                      <a:pt x="12744" y="12886"/>
                      <a:pt x="12744" y="12505"/>
                    </a:cubicBezTo>
                    <a:cubicBezTo>
                      <a:pt x="12620" y="12505"/>
                      <a:pt x="12497" y="12505"/>
                      <a:pt x="12370" y="12505"/>
                    </a:cubicBezTo>
                    <a:cubicBezTo>
                      <a:pt x="12303" y="11697"/>
                      <a:pt x="12498" y="11027"/>
                      <a:pt x="12744" y="10265"/>
                    </a:cubicBezTo>
                    <a:cubicBezTo>
                      <a:pt x="12867" y="10265"/>
                      <a:pt x="12990" y="10265"/>
                      <a:pt x="13117" y="10265"/>
                    </a:cubicBezTo>
                    <a:cubicBezTo>
                      <a:pt x="13109" y="10218"/>
                      <a:pt x="13102" y="10171"/>
                      <a:pt x="13094" y="10123"/>
                    </a:cubicBezTo>
                    <a:cubicBezTo>
                      <a:pt x="13067" y="9823"/>
                      <a:pt x="13051" y="9607"/>
                      <a:pt x="13236" y="9359"/>
                    </a:cubicBezTo>
                    <a:cubicBezTo>
                      <a:pt x="13404" y="9207"/>
                      <a:pt x="13577" y="9070"/>
                      <a:pt x="13758" y="8936"/>
                    </a:cubicBezTo>
                    <a:cubicBezTo>
                      <a:pt x="13879" y="8843"/>
                      <a:pt x="13999" y="8749"/>
                      <a:pt x="14119" y="8654"/>
                    </a:cubicBezTo>
                    <a:cubicBezTo>
                      <a:pt x="14173" y="8614"/>
                      <a:pt x="14227" y="8574"/>
                      <a:pt x="14282" y="8533"/>
                    </a:cubicBezTo>
                    <a:cubicBezTo>
                      <a:pt x="14423" y="8399"/>
                      <a:pt x="14423" y="8399"/>
                      <a:pt x="14519" y="8199"/>
                    </a:cubicBezTo>
                    <a:cubicBezTo>
                      <a:pt x="14549" y="8142"/>
                      <a:pt x="14579" y="8085"/>
                      <a:pt x="14610" y="8026"/>
                    </a:cubicBezTo>
                    <a:cubicBezTo>
                      <a:pt x="14817" y="7997"/>
                      <a:pt x="14976" y="7991"/>
                      <a:pt x="15181" y="8003"/>
                    </a:cubicBezTo>
                    <a:cubicBezTo>
                      <a:pt x="15234" y="8005"/>
                      <a:pt x="15286" y="8006"/>
                      <a:pt x="15340" y="8008"/>
                    </a:cubicBezTo>
                    <a:cubicBezTo>
                      <a:pt x="15470" y="8012"/>
                      <a:pt x="15600" y="8019"/>
                      <a:pt x="15729" y="8026"/>
                    </a:cubicBezTo>
                    <a:cubicBezTo>
                      <a:pt x="15729" y="7903"/>
                      <a:pt x="15729" y="7780"/>
                      <a:pt x="15729" y="7653"/>
                    </a:cubicBezTo>
                    <a:cubicBezTo>
                      <a:pt x="16468" y="7653"/>
                      <a:pt x="17207" y="7653"/>
                      <a:pt x="17969" y="7653"/>
                    </a:cubicBezTo>
                    <a:cubicBezTo>
                      <a:pt x="17969" y="7776"/>
                      <a:pt x="17969" y="7899"/>
                      <a:pt x="17969" y="8026"/>
                    </a:cubicBezTo>
                    <a:cubicBezTo>
                      <a:pt x="18461" y="8026"/>
                      <a:pt x="18954" y="8026"/>
                      <a:pt x="19462" y="8026"/>
                    </a:cubicBezTo>
                    <a:cubicBezTo>
                      <a:pt x="19462" y="7903"/>
                      <a:pt x="19462" y="7780"/>
                      <a:pt x="19462" y="7653"/>
                    </a:cubicBezTo>
                    <a:cubicBezTo>
                      <a:pt x="19708" y="7653"/>
                      <a:pt x="19954" y="7653"/>
                      <a:pt x="20208" y="7653"/>
                    </a:cubicBezTo>
                    <a:cubicBezTo>
                      <a:pt x="20208" y="7530"/>
                      <a:pt x="20208" y="7407"/>
                      <a:pt x="20208" y="7280"/>
                    </a:cubicBezTo>
                    <a:cubicBezTo>
                      <a:pt x="20319" y="7169"/>
                      <a:pt x="20319" y="7169"/>
                      <a:pt x="20474" y="7080"/>
                    </a:cubicBezTo>
                    <a:cubicBezTo>
                      <a:pt x="20530" y="7048"/>
                      <a:pt x="20587" y="7015"/>
                      <a:pt x="20645" y="6982"/>
                    </a:cubicBezTo>
                    <a:cubicBezTo>
                      <a:pt x="20705" y="6949"/>
                      <a:pt x="20764" y="6917"/>
                      <a:pt x="20826" y="6883"/>
                    </a:cubicBezTo>
                    <a:cubicBezTo>
                      <a:pt x="20884" y="6849"/>
                      <a:pt x="20941" y="6815"/>
                      <a:pt x="21001" y="6780"/>
                    </a:cubicBezTo>
                    <a:cubicBezTo>
                      <a:pt x="21380" y="6568"/>
                      <a:pt x="21641" y="6493"/>
                      <a:pt x="22074" y="6533"/>
                    </a:cubicBezTo>
                    <a:cubicBezTo>
                      <a:pt x="22074" y="6410"/>
                      <a:pt x="22074" y="6287"/>
                      <a:pt x="22074" y="6160"/>
                    </a:cubicBezTo>
                    <a:cubicBezTo>
                      <a:pt x="22320" y="6160"/>
                      <a:pt x="22567" y="6160"/>
                      <a:pt x="22821" y="6160"/>
                    </a:cubicBezTo>
                    <a:cubicBezTo>
                      <a:pt x="22821" y="6037"/>
                      <a:pt x="22821" y="5914"/>
                      <a:pt x="22821" y="5787"/>
                    </a:cubicBezTo>
                    <a:cubicBezTo>
                      <a:pt x="23067" y="5787"/>
                      <a:pt x="23313" y="5787"/>
                      <a:pt x="23567" y="5787"/>
                    </a:cubicBezTo>
                    <a:cubicBezTo>
                      <a:pt x="23567" y="5664"/>
                      <a:pt x="23567" y="5540"/>
                      <a:pt x="23567" y="5414"/>
                    </a:cubicBezTo>
                    <a:cubicBezTo>
                      <a:pt x="23623" y="5398"/>
                      <a:pt x="23678" y="5382"/>
                      <a:pt x="23735" y="5365"/>
                    </a:cubicBezTo>
                    <a:cubicBezTo>
                      <a:pt x="23986" y="5292"/>
                      <a:pt x="24237" y="5219"/>
                      <a:pt x="24488" y="5145"/>
                    </a:cubicBezTo>
                    <a:cubicBezTo>
                      <a:pt x="24576" y="5120"/>
                      <a:pt x="24663" y="5095"/>
                      <a:pt x="24753" y="5069"/>
                    </a:cubicBezTo>
                    <a:cubicBezTo>
                      <a:pt x="24837" y="5044"/>
                      <a:pt x="24920" y="5020"/>
                      <a:pt x="25007" y="4994"/>
                    </a:cubicBezTo>
                    <a:cubicBezTo>
                      <a:pt x="25084" y="4972"/>
                      <a:pt x="25161" y="4949"/>
                      <a:pt x="25241" y="4926"/>
                    </a:cubicBezTo>
                    <a:cubicBezTo>
                      <a:pt x="25433" y="4854"/>
                      <a:pt x="25433" y="4854"/>
                      <a:pt x="25620" y="4667"/>
                    </a:cubicBezTo>
                    <a:cubicBezTo>
                      <a:pt x="25842" y="4649"/>
                      <a:pt x="25842" y="4649"/>
                      <a:pt x="26098" y="4656"/>
                    </a:cubicBezTo>
                    <a:cubicBezTo>
                      <a:pt x="26183" y="4657"/>
                      <a:pt x="26268" y="4659"/>
                      <a:pt x="26355" y="4661"/>
                    </a:cubicBezTo>
                    <a:cubicBezTo>
                      <a:pt x="26420" y="4663"/>
                      <a:pt x="26486" y="4665"/>
                      <a:pt x="26553" y="4667"/>
                    </a:cubicBezTo>
                    <a:cubicBezTo>
                      <a:pt x="26553" y="4544"/>
                      <a:pt x="26553" y="4421"/>
                      <a:pt x="26553" y="4294"/>
                    </a:cubicBezTo>
                    <a:cubicBezTo>
                      <a:pt x="26922" y="4294"/>
                      <a:pt x="27292" y="4294"/>
                      <a:pt x="27672" y="4294"/>
                    </a:cubicBezTo>
                    <a:cubicBezTo>
                      <a:pt x="27672" y="4171"/>
                      <a:pt x="27672" y="4048"/>
                      <a:pt x="27672" y="3921"/>
                    </a:cubicBezTo>
                    <a:cubicBezTo>
                      <a:pt x="28042" y="3921"/>
                      <a:pt x="28411" y="3921"/>
                      <a:pt x="28792" y="3921"/>
                    </a:cubicBezTo>
                    <a:cubicBezTo>
                      <a:pt x="28792" y="3798"/>
                      <a:pt x="28792" y="3674"/>
                      <a:pt x="28792" y="3547"/>
                    </a:cubicBezTo>
                    <a:cubicBezTo>
                      <a:pt x="29408" y="3547"/>
                      <a:pt x="30024" y="3547"/>
                      <a:pt x="30658" y="3547"/>
                    </a:cubicBezTo>
                    <a:cubicBezTo>
                      <a:pt x="30658" y="3424"/>
                      <a:pt x="30658" y="3301"/>
                      <a:pt x="30658" y="3174"/>
                    </a:cubicBezTo>
                    <a:cubicBezTo>
                      <a:pt x="31151" y="3174"/>
                      <a:pt x="31644" y="3174"/>
                      <a:pt x="32151" y="3174"/>
                    </a:cubicBezTo>
                    <a:cubicBezTo>
                      <a:pt x="32151" y="3051"/>
                      <a:pt x="32151" y="2928"/>
                      <a:pt x="32151" y="2801"/>
                    </a:cubicBezTo>
                    <a:cubicBezTo>
                      <a:pt x="32274" y="2801"/>
                      <a:pt x="32397" y="2801"/>
                      <a:pt x="32524" y="2801"/>
                    </a:cubicBezTo>
                    <a:cubicBezTo>
                      <a:pt x="32524" y="2678"/>
                      <a:pt x="32524" y="2555"/>
                      <a:pt x="32524" y="2428"/>
                    </a:cubicBezTo>
                    <a:cubicBezTo>
                      <a:pt x="32647" y="2428"/>
                      <a:pt x="32771" y="2428"/>
                      <a:pt x="32898" y="2428"/>
                    </a:cubicBezTo>
                    <a:cubicBezTo>
                      <a:pt x="32889" y="2383"/>
                      <a:pt x="32880" y="2337"/>
                      <a:pt x="32871" y="2291"/>
                    </a:cubicBezTo>
                    <a:cubicBezTo>
                      <a:pt x="32834" y="1948"/>
                      <a:pt x="32847" y="1753"/>
                      <a:pt x="33051" y="1466"/>
                    </a:cubicBezTo>
                    <a:cubicBezTo>
                      <a:pt x="33530" y="946"/>
                      <a:pt x="33530" y="946"/>
                      <a:pt x="33855" y="915"/>
                    </a:cubicBezTo>
                    <a:cubicBezTo>
                      <a:pt x="33909" y="921"/>
                      <a:pt x="33962" y="928"/>
                      <a:pt x="34017" y="935"/>
                    </a:cubicBezTo>
                    <a:cubicBezTo>
                      <a:pt x="34017" y="812"/>
                      <a:pt x="34017" y="689"/>
                      <a:pt x="34017" y="562"/>
                    </a:cubicBezTo>
                    <a:cubicBezTo>
                      <a:pt x="34264" y="562"/>
                      <a:pt x="34510" y="562"/>
                      <a:pt x="34764" y="562"/>
                    </a:cubicBezTo>
                    <a:cubicBezTo>
                      <a:pt x="34764" y="439"/>
                      <a:pt x="34764" y="315"/>
                      <a:pt x="34764" y="188"/>
                    </a:cubicBezTo>
                    <a:close/>
                    <a:moveTo>
                      <a:pt x="35510" y="2428"/>
                    </a:moveTo>
                    <a:cubicBezTo>
                      <a:pt x="35510" y="2551"/>
                      <a:pt x="35510" y="2674"/>
                      <a:pt x="35510" y="2801"/>
                    </a:cubicBezTo>
                    <a:cubicBezTo>
                      <a:pt x="35387" y="2801"/>
                      <a:pt x="35264" y="2801"/>
                      <a:pt x="35137" y="2801"/>
                    </a:cubicBezTo>
                    <a:cubicBezTo>
                      <a:pt x="35137" y="2924"/>
                      <a:pt x="35137" y="3047"/>
                      <a:pt x="35137" y="3174"/>
                    </a:cubicBezTo>
                    <a:cubicBezTo>
                      <a:pt x="35014" y="3174"/>
                      <a:pt x="34891" y="3174"/>
                      <a:pt x="34764" y="3174"/>
                    </a:cubicBezTo>
                    <a:cubicBezTo>
                      <a:pt x="34764" y="3421"/>
                      <a:pt x="34764" y="3667"/>
                      <a:pt x="34764" y="3921"/>
                    </a:cubicBezTo>
                    <a:cubicBezTo>
                      <a:pt x="34640" y="3921"/>
                      <a:pt x="34517" y="3921"/>
                      <a:pt x="34390" y="3921"/>
                    </a:cubicBezTo>
                    <a:cubicBezTo>
                      <a:pt x="34390" y="4290"/>
                      <a:pt x="34390" y="4660"/>
                      <a:pt x="34390" y="5040"/>
                    </a:cubicBezTo>
                    <a:cubicBezTo>
                      <a:pt x="34514" y="5040"/>
                      <a:pt x="34637" y="5040"/>
                      <a:pt x="34764" y="5040"/>
                    </a:cubicBezTo>
                    <a:cubicBezTo>
                      <a:pt x="34764" y="5287"/>
                      <a:pt x="34764" y="5533"/>
                      <a:pt x="34764" y="5787"/>
                    </a:cubicBezTo>
                    <a:cubicBezTo>
                      <a:pt x="34887" y="5787"/>
                      <a:pt x="35010" y="5787"/>
                      <a:pt x="35137" y="5787"/>
                    </a:cubicBezTo>
                    <a:cubicBezTo>
                      <a:pt x="35137" y="5910"/>
                      <a:pt x="35137" y="6033"/>
                      <a:pt x="35137" y="6160"/>
                    </a:cubicBezTo>
                    <a:cubicBezTo>
                      <a:pt x="35260" y="6160"/>
                      <a:pt x="35383" y="6160"/>
                      <a:pt x="35510" y="6160"/>
                    </a:cubicBezTo>
                    <a:cubicBezTo>
                      <a:pt x="35510" y="6283"/>
                      <a:pt x="35510" y="6406"/>
                      <a:pt x="35510" y="6533"/>
                    </a:cubicBezTo>
                    <a:cubicBezTo>
                      <a:pt x="36126" y="6533"/>
                      <a:pt x="36742" y="6533"/>
                      <a:pt x="37376" y="6533"/>
                    </a:cubicBezTo>
                    <a:cubicBezTo>
                      <a:pt x="37376" y="6410"/>
                      <a:pt x="37376" y="6287"/>
                      <a:pt x="37376" y="6160"/>
                    </a:cubicBezTo>
                    <a:cubicBezTo>
                      <a:pt x="37623" y="6160"/>
                      <a:pt x="37869" y="6160"/>
                      <a:pt x="38123" y="6160"/>
                    </a:cubicBezTo>
                    <a:cubicBezTo>
                      <a:pt x="38123" y="5914"/>
                      <a:pt x="38123" y="5667"/>
                      <a:pt x="38123" y="5414"/>
                    </a:cubicBezTo>
                    <a:cubicBezTo>
                      <a:pt x="38246" y="5414"/>
                      <a:pt x="38369" y="5414"/>
                      <a:pt x="38496" y="5414"/>
                    </a:cubicBezTo>
                    <a:cubicBezTo>
                      <a:pt x="38496" y="5290"/>
                      <a:pt x="38496" y="5167"/>
                      <a:pt x="38496" y="5040"/>
                    </a:cubicBezTo>
                    <a:cubicBezTo>
                      <a:pt x="38619" y="5040"/>
                      <a:pt x="38742" y="5040"/>
                      <a:pt x="38869" y="5040"/>
                    </a:cubicBezTo>
                    <a:cubicBezTo>
                      <a:pt x="38869" y="4671"/>
                      <a:pt x="38869" y="4301"/>
                      <a:pt x="38869" y="3921"/>
                    </a:cubicBezTo>
                    <a:cubicBezTo>
                      <a:pt x="38746" y="3921"/>
                      <a:pt x="38623" y="3921"/>
                      <a:pt x="38496" y="3921"/>
                    </a:cubicBezTo>
                    <a:cubicBezTo>
                      <a:pt x="38496" y="3798"/>
                      <a:pt x="38496" y="3674"/>
                      <a:pt x="38496" y="3547"/>
                    </a:cubicBezTo>
                    <a:cubicBezTo>
                      <a:pt x="38373" y="3547"/>
                      <a:pt x="38250" y="3547"/>
                      <a:pt x="38123" y="3547"/>
                    </a:cubicBezTo>
                    <a:cubicBezTo>
                      <a:pt x="38123" y="3301"/>
                      <a:pt x="38123" y="3055"/>
                      <a:pt x="38123" y="2801"/>
                    </a:cubicBezTo>
                    <a:cubicBezTo>
                      <a:pt x="37999" y="2801"/>
                      <a:pt x="37876" y="2801"/>
                      <a:pt x="37749" y="2801"/>
                    </a:cubicBezTo>
                    <a:cubicBezTo>
                      <a:pt x="37749" y="2678"/>
                      <a:pt x="37749" y="2555"/>
                      <a:pt x="37749" y="2428"/>
                    </a:cubicBezTo>
                    <a:cubicBezTo>
                      <a:pt x="37010" y="2428"/>
                      <a:pt x="36271" y="2428"/>
                      <a:pt x="35510" y="2428"/>
                    </a:cubicBezTo>
                    <a:close/>
                    <a:moveTo>
                      <a:pt x="41108" y="4294"/>
                    </a:moveTo>
                    <a:cubicBezTo>
                      <a:pt x="41108" y="4417"/>
                      <a:pt x="41108" y="4540"/>
                      <a:pt x="41108" y="4667"/>
                    </a:cubicBezTo>
                    <a:cubicBezTo>
                      <a:pt x="40985" y="4667"/>
                      <a:pt x="40862" y="4667"/>
                      <a:pt x="40735" y="4667"/>
                    </a:cubicBezTo>
                    <a:cubicBezTo>
                      <a:pt x="40735" y="5160"/>
                      <a:pt x="40735" y="5652"/>
                      <a:pt x="40735" y="6160"/>
                    </a:cubicBezTo>
                    <a:cubicBezTo>
                      <a:pt x="40858" y="6160"/>
                      <a:pt x="40982" y="6160"/>
                      <a:pt x="41108" y="6160"/>
                    </a:cubicBezTo>
                    <a:cubicBezTo>
                      <a:pt x="41108" y="6283"/>
                      <a:pt x="41108" y="6406"/>
                      <a:pt x="41108" y="6533"/>
                    </a:cubicBezTo>
                    <a:cubicBezTo>
                      <a:pt x="41232" y="6533"/>
                      <a:pt x="41355" y="6533"/>
                      <a:pt x="41482" y="6533"/>
                    </a:cubicBezTo>
                    <a:cubicBezTo>
                      <a:pt x="41482" y="6656"/>
                      <a:pt x="41482" y="6780"/>
                      <a:pt x="41482" y="6906"/>
                    </a:cubicBezTo>
                    <a:cubicBezTo>
                      <a:pt x="41605" y="6906"/>
                      <a:pt x="41728" y="6906"/>
                      <a:pt x="41855" y="6906"/>
                    </a:cubicBezTo>
                    <a:cubicBezTo>
                      <a:pt x="41855" y="7153"/>
                      <a:pt x="41855" y="7399"/>
                      <a:pt x="41855" y="7653"/>
                    </a:cubicBezTo>
                    <a:cubicBezTo>
                      <a:pt x="41732" y="7653"/>
                      <a:pt x="41609" y="7653"/>
                      <a:pt x="41482" y="7653"/>
                    </a:cubicBezTo>
                    <a:cubicBezTo>
                      <a:pt x="41482" y="7776"/>
                      <a:pt x="41482" y="7899"/>
                      <a:pt x="41482" y="8026"/>
                    </a:cubicBezTo>
                    <a:cubicBezTo>
                      <a:pt x="41358" y="8026"/>
                      <a:pt x="41235" y="8026"/>
                      <a:pt x="41108" y="8026"/>
                    </a:cubicBezTo>
                    <a:cubicBezTo>
                      <a:pt x="41108" y="8149"/>
                      <a:pt x="41108" y="8272"/>
                      <a:pt x="41108" y="8399"/>
                    </a:cubicBezTo>
                    <a:cubicBezTo>
                      <a:pt x="40616" y="8399"/>
                      <a:pt x="40123" y="8399"/>
                      <a:pt x="39616" y="8399"/>
                    </a:cubicBezTo>
                    <a:cubicBezTo>
                      <a:pt x="39616" y="8276"/>
                      <a:pt x="39616" y="8153"/>
                      <a:pt x="39616" y="8026"/>
                    </a:cubicBezTo>
                    <a:cubicBezTo>
                      <a:pt x="39246" y="8026"/>
                      <a:pt x="38877" y="8026"/>
                      <a:pt x="38496" y="8026"/>
                    </a:cubicBezTo>
                    <a:cubicBezTo>
                      <a:pt x="38496" y="8149"/>
                      <a:pt x="38496" y="8272"/>
                      <a:pt x="38496" y="8399"/>
                    </a:cubicBezTo>
                    <a:cubicBezTo>
                      <a:pt x="38250" y="8399"/>
                      <a:pt x="38003" y="8399"/>
                      <a:pt x="37749" y="8399"/>
                    </a:cubicBezTo>
                    <a:cubicBezTo>
                      <a:pt x="37749" y="8523"/>
                      <a:pt x="37749" y="8646"/>
                      <a:pt x="37749" y="8773"/>
                    </a:cubicBezTo>
                    <a:cubicBezTo>
                      <a:pt x="36641" y="8773"/>
                      <a:pt x="35532" y="8773"/>
                      <a:pt x="34390" y="8773"/>
                    </a:cubicBezTo>
                    <a:cubicBezTo>
                      <a:pt x="34390" y="8896"/>
                      <a:pt x="34390" y="9019"/>
                      <a:pt x="34390" y="9146"/>
                    </a:cubicBezTo>
                    <a:cubicBezTo>
                      <a:pt x="34267" y="9146"/>
                      <a:pt x="34144" y="9146"/>
                      <a:pt x="34017" y="9146"/>
                    </a:cubicBezTo>
                    <a:cubicBezTo>
                      <a:pt x="34017" y="9269"/>
                      <a:pt x="34017" y="9392"/>
                      <a:pt x="34017" y="9519"/>
                    </a:cubicBezTo>
                    <a:cubicBezTo>
                      <a:pt x="33894" y="9519"/>
                      <a:pt x="33771" y="9519"/>
                      <a:pt x="33644" y="9519"/>
                    </a:cubicBezTo>
                    <a:cubicBezTo>
                      <a:pt x="33644" y="9642"/>
                      <a:pt x="33644" y="9765"/>
                      <a:pt x="33644" y="9892"/>
                    </a:cubicBezTo>
                    <a:cubicBezTo>
                      <a:pt x="33521" y="9892"/>
                      <a:pt x="33398" y="9892"/>
                      <a:pt x="33271" y="9892"/>
                    </a:cubicBezTo>
                    <a:cubicBezTo>
                      <a:pt x="33271" y="10139"/>
                      <a:pt x="33271" y="10385"/>
                      <a:pt x="33271" y="10639"/>
                    </a:cubicBezTo>
                    <a:cubicBezTo>
                      <a:pt x="33148" y="10639"/>
                      <a:pt x="33024" y="10639"/>
                      <a:pt x="32898" y="10639"/>
                    </a:cubicBezTo>
                    <a:cubicBezTo>
                      <a:pt x="32898" y="10762"/>
                      <a:pt x="32898" y="10885"/>
                      <a:pt x="32898" y="11012"/>
                    </a:cubicBezTo>
                    <a:cubicBezTo>
                      <a:pt x="32774" y="11012"/>
                      <a:pt x="32651" y="11012"/>
                      <a:pt x="32524" y="11012"/>
                    </a:cubicBezTo>
                    <a:cubicBezTo>
                      <a:pt x="32524" y="11258"/>
                      <a:pt x="32524" y="11505"/>
                      <a:pt x="32524" y="11758"/>
                    </a:cubicBezTo>
                    <a:cubicBezTo>
                      <a:pt x="32401" y="11758"/>
                      <a:pt x="32278" y="11758"/>
                      <a:pt x="32151" y="11758"/>
                    </a:cubicBezTo>
                    <a:cubicBezTo>
                      <a:pt x="32151" y="12005"/>
                      <a:pt x="32151" y="12251"/>
                      <a:pt x="32151" y="12505"/>
                    </a:cubicBezTo>
                    <a:cubicBezTo>
                      <a:pt x="32028" y="12505"/>
                      <a:pt x="31905" y="12505"/>
                      <a:pt x="31778" y="12505"/>
                    </a:cubicBezTo>
                    <a:cubicBezTo>
                      <a:pt x="31778" y="12874"/>
                      <a:pt x="31778" y="13244"/>
                      <a:pt x="31778" y="13624"/>
                    </a:cubicBezTo>
                    <a:cubicBezTo>
                      <a:pt x="31901" y="13624"/>
                      <a:pt x="32024" y="13624"/>
                      <a:pt x="32151" y="13624"/>
                    </a:cubicBezTo>
                    <a:cubicBezTo>
                      <a:pt x="32151" y="13748"/>
                      <a:pt x="32151" y="13871"/>
                      <a:pt x="32151" y="13998"/>
                    </a:cubicBezTo>
                    <a:cubicBezTo>
                      <a:pt x="32274" y="13998"/>
                      <a:pt x="32397" y="13998"/>
                      <a:pt x="32524" y="13998"/>
                    </a:cubicBezTo>
                    <a:cubicBezTo>
                      <a:pt x="32524" y="14244"/>
                      <a:pt x="32524" y="14490"/>
                      <a:pt x="32524" y="14744"/>
                    </a:cubicBezTo>
                    <a:cubicBezTo>
                      <a:pt x="32647" y="14744"/>
                      <a:pt x="32771" y="14744"/>
                      <a:pt x="32898" y="14744"/>
                    </a:cubicBezTo>
                    <a:cubicBezTo>
                      <a:pt x="32898" y="15853"/>
                      <a:pt x="32898" y="16961"/>
                      <a:pt x="32898" y="18103"/>
                    </a:cubicBezTo>
                    <a:cubicBezTo>
                      <a:pt x="32774" y="18103"/>
                      <a:pt x="32651" y="18103"/>
                      <a:pt x="32524" y="18103"/>
                    </a:cubicBezTo>
                    <a:cubicBezTo>
                      <a:pt x="32524" y="18226"/>
                      <a:pt x="32524" y="18349"/>
                      <a:pt x="32524" y="18476"/>
                    </a:cubicBezTo>
                    <a:cubicBezTo>
                      <a:pt x="32401" y="18476"/>
                      <a:pt x="32278" y="18476"/>
                      <a:pt x="32151" y="18476"/>
                    </a:cubicBezTo>
                    <a:cubicBezTo>
                      <a:pt x="32151" y="18723"/>
                      <a:pt x="32151" y="18969"/>
                      <a:pt x="32151" y="19223"/>
                    </a:cubicBezTo>
                    <a:cubicBezTo>
                      <a:pt x="32028" y="19223"/>
                      <a:pt x="31905" y="19223"/>
                      <a:pt x="31778" y="19223"/>
                    </a:cubicBezTo>
                    <a:cubicBezTo>
                      <a:pt x="31778" y="19346"/>
                      <a:pt x="31778" y="19469"/>
                      <a:pt x="31778" y="19596"/>
                    </a:cubicBezTo>
                    <a:cubicBezTo>
                      <a:pt x="31655" y="19596"/>
                      <a:pt x="31532" y="19596"/>
                      <a:pt x="31405" y="19596"/>
                    </a:cubicBezTo>
                    <a:cubicBezTo>
                      <a:pt x="31405" y="19719"/>
                      <a:pt x="31405" y="19842"/>
                      <a:pt x="31405" y="19969"/>
                    </a:cubicBezTo>
                    <a:cubicBezTo>
                      <a:pt x="31281" y="19969"/>
                      <a:pt x="31158" y="19969"/>
                      <a:pt x="31031" y="19969"/>
                    </a:cubicBezTo>
                    <a:cubicBezTo>
                      <a:pt x="31031" y="20092"/>
                      <a:pt x="31031" y="20216"/>
                      <a:pt x="31031" y="20343"/>
                    </a:cubicBezTo>
                    <a:cubicBezTo>
                      <a:pt x="30908" y="20343"/>
                      <a:pt x="30785" y="20343"/>
                      <a:pt x="30658" y="20343"/>
                    </a:cubicBezTo>
                    <a:cubicBezTo>
                      <a:pt x="30658" y="20466"/>
                      <a:pt x="30658" y="20589"/>
                      <a:pt x="30658" y="20716"/>
                    </a:cubicBezTo>
                    <a:cubicBezTo>
                      <a:pt x="30412" y="20716"/>
                      <a:pt x="30166" y="20716"/>
                      <a:pt x="29912" y="20716"/>
                    </a:cubicBezTo>
                    <a:cubicBezTo>
                      <a:pt x="29912" y="20839"/>
                      <a:pt x="29912" y="20962"/>
                      <a:pt x="29912" y="21089"/>
                    </a:cubicBezTo>
                    <a:cubicBezTo>
                      <a:pt x="29837" y="21087"/>
                      <a:pt x="29761" y="21085"/>
                      <a:pt x="29684" y="21083"/>
                    </a:cubicBezTo>
                    <a:cubicBezTo>
                      <a:pt x="29401" y="21076"/>
                      <a:pt x="29119" y="21072"/>
                      <a:pt x="28836" y="21068"/>
                    </a:cubicBezTo>
                    <a:cubicBezTo>
                      <a:pt x="28715" y="21067"/>
                      <a:pt x="28593" y="21064"/>
                      <a:pt x="28472" y="21061"/>
                    </a:cubicBezTo>
                    <a:cubicBezTo>
                      <a:pt x="27114" y="21025"/>
                      <a:pt x="27114" y="21025"/>
                      <a:pt x="26553" y="21462"/>
                    </a:cubicBezTo>
                    <a:cubicBezTo>
                      <a:pt x="26206" y="21851"/>
                      <a:pt x="26139" y="22311"/>
                      <a:pt x="26166" y="22818"/>
                    </a:cubicBezTo>
                    <a:cubicBezTo>
                      <a:pt x="26169" y="22841"/>
                      <a:pt x="26169" y="22841"/>
                      <a:pt x="26180" y="22955"/>
                    </a:cubicBezTo>
                    <a:cubicBezTo>
                      <a:pt x="26056" y="22955"/>
                      <a:pt x="25933" y="22955"/>
                      <a:pt x="25806" y="22955"/>
                    </a:cubicBezTo>
                    <a:cubicBezTo>
                      <a:pt x="25806" y="23201"/>
                      <a:pt x="25806" y="23448"/>
                      <a:pt x="25806" y="23702"/>
                    </a:cubicBezTo>
                    <a:cubicBezTo>
                      <a:pt x="25683" y="23702"/>
                      <a:pt x="25560" y="23702"/>
                      <a:pt x="25433" y="23702"/>
                    </a:cubicBezTo>
                    <a:cubicBezTo>
                      <a:pt x="25433" y="23825"/>
                      <a:pt x="25433" y="23948"/>
                      <a:pt x="25433" y="24075"/>
                    </a:cubicBezTo>
                    <a:cubicBezTo>
                      <a:pt x="25310" y="24075"/>
                      <a:pt x="25187" y="24075"/>
                      <a:pt x="25060" y="24075"/>
                    </a:cubicBezTo>
                    <a:cubicBezTo>
                      <a:pt x="25060" y="24444"/>
                      <a:pt x="25060" y="24814"/>
                      <a:pt x="25060" y="25194"/>
                    </a:cubicBezTo>
                    <a:cubicBezTo>
                      <a:pt x="24937" y="25194"/>
                      <a:pt x="24814" y="25194"/>
                      <a:pt x="24687" y="25194"/>
                    </a:cubicBezTo>
                    <a:cubicBezTo>
                      <a:pt x="24687" y="25441"/>
                      <a:pt x="24687" y="25687"/>
                      <a:pt x="24687" y="25941"/>
                    </a:cubicBezTo>
                    <a:cubicBezTo>
                      <a:pt x="24563" y="25941"/>
                      <a:pt x="24440" y="25941"/>
                      <a:pt x="24313" y="25941"/>
                    </a:cubicBezTo>
                    <a:cubicBezTo>
                      <a:pt x="24313" y="26187"/>
                      <a:pt x="24313" y="26434"/>
                      <a:pt x="24313" y="26687"/>
                    </a:cubicBezTo>
                    <a:cubicBezTo>
                      <a:pt x="24190" y="26687"/>
                      <a:pt x="24067" y="26687"/>
                      <a:pt x="23940" y="26687"/>
                    </a:cubicBezTo>
                    <a:cubicBezTo>
                      <a:pt x="23940" y="26934"/>
                      <a:pt x="23940" y="27180"/>
                      <a:pt x="23940" y="27434"/>
                    </a:cubicBezTo>
                    <a:cubicBezTo>
                      <a:pt x="23817" y="27434"/>
                      <a:pt x="23694" y="27434"/>
                      <a:pt x="23567" y="27434"/>
                    </a:cubicBezTo>
                    <a:cubicBezTo>
                      <a:pt x="23620" y="27559"/>
                      <a:pt x="23674" y="27683"/>
                      <a:pt x="23730" y="27807"/>
                    </a:cubicBezTo>
                    <a:cubicBezTo>
                      <a:pt x="23745" y="27842"/>
                      <a:pt x="23745" y="27842"/>
                      <a:pt x="23822" y="28017"/>
                    </a:cubicBezTo>
                    <a:cubicBezTo>
                      <a:pt x="23861" y="28071"/>
                      <a:pt x="23900" y="28125"/>
                      <a:pt x="23940" y="28180"/>
                    </a:cubicBezTo>
                    <a:cubicBezTo>
                      <a:pt x="24140" y="28204"/>
                      <a:pt x="24140" y="28204"/>
                      <a:pt x="24313" y="28180"/>
                    </a:cubicBezTo>
                    <a:cubicBezTo>
                      <a:pt x="24313" y="28303"/>
                      <a:pt x="24313" y="28427"/>
                      <a:pt x="24313" y="28553"/>
                    </a:cubicBezTo>
                    <a:cubicBezTo>
                      <a:pt x="24437" y="28553"/>
                      <a:pt x="24560" y="28553"/>
                      <a:pt x="24687" y="28553"/>
                    </a:cubicBezTo>
                    <a:cubicBezTo>
                      <a:pt x="24687" y="28677"/>
                      <a:pt x="24687" y="28800"/>
                      <a:pt x="24687" y="28927"/>
                    </a:cubicBezTo>
                    <a:cubicBezTo>
                      <a:pt x="24810" y="28927"/>
                      <a:pt x="24933" y="28927"/>
                      <a:pt x="25060" y="28927"/>
                    </a:cubicBezTo>
                    <a:cubicBezTo>
                      <a:pt x="25060" y="29050"/>
                      <a:pt x="25060" y="29173"/>
                      <a:pt x="25060" y="29300"/>
                    </a:cubicBezTo>
                    <a:cubicBezTo>
                      <a:pt x="25183" y="29300"/>
                      <a:pt x="25306" y="29300"/>
                      <a:pt x="25433" y="29300"/>
                    </a:cubicBezTo>
                    <a:cubicBezTo>
                      <a:pt x="25433" y="29423"/>
                      <a:pt x="25433" y="29546"/>
                      <a:pt x="25433" y="29673"/>
                    </a:cubicBezTo>
                    <a:cubicBezTo>
                      <a:pt x="25679" y="29673"/>
                      <a:pt x="25926" y="29673"/>
                      <a:pt x="26180" y="29673"/>
                    </a:cubicBezTo>
                    <a:cubicBezTo>
                      <a:pt x="26180" y="29796"/>
                      <a:pt x="26180" y="29919"/>
                      <a:pt x="26180" y="30046"/>
                    </a:cubicBezTo>
                    <a:cubicBezTo>
                      <a:pt x="26303" y="30046"/>
                      <a:pt x="26426" y="30046"/>
                      <a:pt x="26553" y="30046"/>
                    </a:cubicBezTo>
                    <a:cubicBezTo>
                      <a:pt x="26553" y="30169"/>
                      <a:pt x="26553" y="30293"/>
                      <a:pt x="26553" y="30420"/>
                    </a:cubicBezTo>
                    <a:cubicBezTo>
                      <a:pt x="26676" y="30420"/>
                      <a:pt x="26799" y="30420"/>
                      <a:pt x="26926" y="30420"/>
                    </a:cubicBezTo>
                    <a:cubicBezTo>
                      <a:pt x="26926" y="30666"/>
                      <a:pt x="26926" y="30912"/>
                      <a:pt x="26926" y="31166"/>
                    </a:cubicBezTo>
                    <a:cubicBezTo>
                      <a:pt x="27049" y="31166"/>
                      <a:pt x="27172" y="31166"/>
                      <a:pt x="27299" y="31166"/>
                    </a:cubicBezTo>
                    <a:cubicBezTo>
                      <a:pt x="27299" y="31289"/>
                      <a:pt x="27299" y="31412"/>
                      <a:pt x="27299" y="31539"/>
                    </a:cubicBezTo>
                    <a:cubicBezTo>
                      <a:pt x="27422" y="31539"/>
                      <a:pt x="27546" y="31539"/>
                      <a:pt x="27672" y="31539"/>
                    </a:cubicBezTo>
                    <a:cubicBezTo>
                      <a:pt x="27672" y="31662"/>
                      <a:pt x="27672" y="31786"/>
                      <a:pt x="27672" y="31912"/>
                    </a:cubicBezTo>
                    <a:cubicBezTo>
                      <a:pt x="27796" y="31912"/>
                      <a:pt x="27919" y="31912"/>
                      <a:pt x="28046" y="31912"/>
                    </a:cubicBezTo>
                    <a:cubicBezTo>
                      <a:pt x="28046" y="32036"/>
                      <a:pt x="28046" y="32159"/>
                      <a:pt x="28046" y="32286"/>
                    </a:cubicBezTo>
                    <a:cubicBezTo>
                      <a:pt x="28169" y="32286"/>
                      <a:pt x="28292" y="32286"/>
                      <a:pt x="28419" y="32286"/>
                    </a:cubicBezTo>
                    <a:cubicBezTo>
                      <a:pt x="28419" y="32409"/>
                      <a:pt x="28419" y="32532"/>
                      <a:pt x="28419" y="32659"/>
                    </a:cubicBezTo>
                    <a:cubicBezTo>
                      <a:pt x="28542" y="32659"/>
                      <a:pt x="28665" y="32659"/>
                      <a:pt x="28792" y="32659"/>
                    </a:cubicBezTo>
                    <a:cubicBezTo>
                      <a:pt x="28792" y="32782"/>
                      <a:pt x="28792" y="32905"/>
                      <a:pt x="28792" y="33032"/>
                    </a:cubicBezTo>
                    <a:cubicBezTo>
                      <a:pt x="28915" y="33032"/>
                      <a:pt x="29038" y="33032"/>
                      <a:pt x="29165" y="33032"/>
                    </a:cubicBezTo>
                    <a:cubicBezTo>
                      <a:pt x="29165" y="33278"/>
                      <a:pt x="29165" y="33525"/>
                      <a:pt x="29165" y="33779"/>
                    </a:cubicBezTo>
                    <a:cubicBezTo>
                      <a:pt x="29288" y="33779"/>
                      <a:pt x="29412" y="33779"/>
                      <a:pt x="29539" y="33779"/>
                    </a:cubicBezTo>
                    <a:cubicBezTo>
                      <a:pt x="29539" y="33902"/>
                      <a:pt x="29539" y="34025"/>
                      <a:pt x="29539" y="34152"/>
                    </a:cubicBezTo>
                    <a:cubicBezTo>
                      <a:pt x="29662" y="34152"/>
                      <a:pt x="29785" y="34152"/>
                      <a:pt x="29912" y="34152"/>
                    </a:cubicBezTo>
                    <a:cubicBezTo>
                      <a:pt x="29912" y="34398"/>
                      <a:pt x="29912" y="34644"/>
                      <a:pt x="29912" y="34898"/>
                    </a:cubicBezTo>
                    <a:cubicBezTo>
                      <a:pt x="30035" y="34898"/>
                      <a:pt x="30158" y="34898"/>
                      <a:pt x="30285" y="34898"/>
                    </a:cubicBezTo>
                    <a:cubicBezTo>
                      <a:pt x="30285" y="35021"/>
                      <a:pt x="30285" y="35145"/>
                      <a:pt x="30285" y="35271"/>
                    </a:cubicBezTo>
                    <a:cubicBezTo>
                      <a:pt x="30408" y="35271"/>
                      <a:pt x="30531" y="35271"/>
                      <a:pt x="30658" y="35271"/>
                    </a:cubicBezTo>
                    <a:cubicBezTo>
                      <a:pt x="30658" y="35641"/>
                      <a:pt x="30658" y="36010"/>
                      <a:pt x="30658" y="36391"/>
                    </a:cubicBezTo>
                    <a:cubicBezTo>
                      <a:pt x="30781" y="36391"/>
                      <a:pt x="30905" y="36391"/>
                      <a:pt x="31031" y="36391"/>
                    </a:cubicBezTo>
                    <a:cubicBezTo>
                      <a:pt x="31031" y="36514"/>
                      <a:pt x="31031" y="36637"/>
                      <a:pt x="31031" y="36764"/>
                    </a:cubicBezTo>
                    <a:cubicBezTo>
                      <a:pt x="31155" y="36764"/>
                      <a:pt x="31278" y="36764"/>
                      <a:pt x="31405" y="36764"/>
                    </a:cubicBezTo>
                    <a:cubicBezTo>
                      <a:pt x="31405" y="37011"/>
                      <a:pt x="31405" y="37257"/>
                      <a:pt x="31405" y="37511"/>
                    </a:cubicBezTo>
                    <a:cubicBezTo>
                      <a:pt x="31528" y="37511"/>
                      <a:pt x="31651" y="37511"/>
                      <a:pt x="31778" y="37511"/>
                    </a:cubicBezTo>
                    <a:cubicBezTo>
                      <a:pt x="31778" y="37757"/>
                      <a:pt x="31778" y="38003"/>
                      <a:pt x="31778" y="38257"/>
                    </a:cubicBezTo>
                    <a:cubicBezTo>
                      <a:pt x="31901" y="38257"/>
                      <a:pt x="32024" y="38257"/>
                      <a:pt x="32151" y="38257"/>
                    </a:cubicBezTo>
                    <a:cubicBezTo>
                      <a:pt x="32269" y="38420"/>
                      <a:pt x="32269" y="38420"/>
                      <a:pt x="32361" y="38630"/>
                    </a:cubicBezTo>
                    <a:cubicBezTo>
                      <a:pt x="32377" y="38665"/>
                      <a:pt x="32377" y="38665"/>
                      <a:pt x="32456" y="38840"/>
                    </a:cubicBezTo>
                    <a:cubicBezTo>
                      <a:pt x="32478" y="38894"/>
                      <a:pt x="32501" y="38948"/>
                      <a:pt x="32524" y="39004"/>
                    </a:cubicBezTo>
                    <a:cubicBezTo>
                      <a:pt x="32650" y="38951"/>
                      <a:pt x="32774" y="38896"/>
                      <a:pt x="32898" y="38840"/>
                    </a:cubicBezTo>
                    <a:cubicBezTo>
                      <a:pt x="32932" y="38825"/>
                      <a:pt x="32932" y="38825"/>
                      <a:pt x="33107" y="38749"/>
                    </a:cubicBezTo>
                    <a:cubicBezTo>
                      <a:pt x="33134" y="38729"/>
                      <a:pt x="33134" y="38729"/>
                      <a:pt x="33271" y="38630"/>
                    </a:cubicBezTo>
                    <a:cubicBezTo>
                      <a:pt x="33294" y="38431"/>
                      <a:pt x="33294" y="38431"/>
                      <a:pt x="33271" y="38257"/>
                    </a:cubicBezTo>
                    <a:cubicBezTo>
                      <a:pt x="33394" y="38257"/>
                      <a:pt x="33517" y="38257"/>
                      <a:pt x="33644" y="38257"/>
                    </a:cubicBezTo>
                    <a:cubicBezTo>
                      <a:pt x="33644" y="38011"/>
                      <a:pt x="33644" y="37765"/>
                      <a:pt x="33644" y="37511"/>
                    </a:cubicBezTo>
                    <a:cubicBezTo>
                      <a:pt x="33767" y="37511"/>
                      <a:pt x="33890" y="37511"/>
                      <a:pt x="34017" y="37511"/>
                    </a:cubicBezTo>
                    <a:cubicBezTo>
                      <a:pt x="34017" y="37264"/>
                      <a:pt x="34017" y="37018"/>
                      <a:pt x="34017" y="36764"/>
                    </a:cubicBezTo>
                    <a:cubicBezTo>
                      <a:pt x="34140" y="36764"/>
                      <a:pt x="34264" y="36764"/>
                      <a:pt x="34390" y="36764"/>
                    </a:cubicBezTo>
                    <a:cubicBezTo>
                      <a:pt x="34390" y="36518"/>
                      <a:pt x="34390" y="36272"/>
                      <a:pt x="34390" y="36018"/>
                    </a:cubicBezTo>
                    <a:cubicBezTo>
                      <a:pt x="34514" y="36018"/>
                      <a:pt x="34637" y="36018"/>
                      <a:pt x="34764" y="36018"/>
                    </a:cubicBezTo>
                    <a:cubicBezTo>
                      <a:pt x="34764" y="35772"/>
                      <a:pt x="34764" y="35525"/>
                      <a:pt x="34764" y="35271"/>
                    </a:cubicBezTo>
                    <a:cubicBezTo>
                      <a:pt x="34887" y="35271"/>
                      <a:pt x="35010" y="35271"/>
                      <a:pt x="35137" y="35271"/>
                    </a:cubicBezTo>
                    <a:cubicBezTo>
                      <a:pt x="35137" y="35148"/>
                      <a:pt x="35137" y="35025"/>
                      <a:pt x="35137" y="34898"/>
                    </a:cubicBezTo>
                    <a:cubicBezTo>
                      <a:pt x="35260" y="34898"/>
                      <a:pt x="35383" y="34898"/>
                      <a:pt x="35510" y="34898"/>
                    </a:cubicBezTo>
                    <a:cubicBezTo>
                      <a:pt x="35510" y="34775"/>
                      <a:pt x="35510" y="34652"/>
                      <a:pt x="35510" y="34525"/>
                    </a:cubicBezTo>
                    <a:cubicBezTo>
                      <a:pt x="36126" y="34525"/>
                      <a:pt x="36742" y="34525"/>
                      <a:pt x="37376" y="34525"/>
                    </a:cubicBezTo>
                    <a:cubicBezTo>
                      <a:pt x="37376" y="34894"/>
                      <a:pt x="37376" y="35264"/>
                      <a:pt x="37376" y="35645"/>
                    </a:cubicBezTo>
                    <a:cubicBezTo>
                      <a:pt x="37253" y="35645"/>
                      <a:pt x="37130" y="35645"/>
                      <a:pt x="37003" y="35645"/>
                    </a:cubicBezTo>
                    <a:cubicBezTo>
                      <a:pt x="37003" y="35891"/>
                      <a:pt x="37003" y="36137"/>
                      <a:pt x="37003" y="36391"/>
                    </a:cubicBezTo>
                    <a:cubicBezTo>
                      <a:pt x="36880" y="36391"/>
                      <a:pt x="36757" y="36391"/>
                      <a:pt x="36630" y="36391"/>
                    </a:cubicBezTo>
                    <a:cubicBezTo>
                      <a:pt x="36630" y="36637"/>
                      <a:pt x="36630" y="36884"/>
                      <a:pt x="36630" y="37138"/>
                    </a:cubicBezTo>
                    <a:cubicBezTo>
                      <a:pt x="36507" y="37138"/>
                      <a:pt x="36383" y="37138"/>
                      <a:pt x="36257" y="37138"/>
                    </a:cubicBezTo>
                    <a:cubicBezTo>
                      <a:pt x="36257" y="37384"/>
                      <a:pt x="36257" y="37630"/>
                      <a:pt x="36257" y="37884"/>
                    </a:cubicBezTo>
                    <a:cubicBezTo>
                      <a:pt x="36133" y="37884"/>
                      <a:pt x="36010" y="37884"/>
                      <a:pt x="35883" y="37884"/>
                    </a:cubicBezTo>
                    <a:cubicBezTo>
                      <a:pt x="35883" y="38130"/>
                      <a:pt x="35883" y="38377"/>
                      <a:pt x="35883" y="38630"/>
                    </a:cubicBezTo>
                    <a:cubicBezTo>
                      <a:pt x="35760" y="38630"/>
                      <a:pt x="35637" y="38630"/>
                      <a:pt x="35510" y="38630"/>
                    </a:cubicBezTo>
                    <a:cubicBezTo>
                      <a:pt x="35510" y="38877"/>
                      <a:pt x="35510" y="39123"/>
                      <a:pt x="35510" y="39377"/>
                    </a:cubicBezTo>
                    <a:cubicBezTo>
                      <a:pt x="35387" y="39377"/>
                      <a:pt x="35264" y="39377"/>
                      <a:pt x="35137" y="39377"/>
                    </a:cubicBezTo>
                    <a:cubicBezTo>
                      <a:pt x="35137" y="39500"/>
                      <a:pt x="35137" y="39623"/>
                      <a:pt x="35137" y="39750"/>
                    </a:cubicBezTo>
                    <a:cubicBezTo>
                      <a:pt x="35014" y="39750"/>
                      <a:pt x="34891" y="39750"/>
                      <a:pt x="34764" y="39750"/>
                    </a:cubicBezTo>
                    <a:cubicBezTo>
                      <a:pt x="34764" y="40120"/>
                      <a:pt x="34764" y="40489"/>
                      <a:pt x="34764" y="40870"/>
                    </a:cubicBezTo>
                    <a:cubicBezTo>
                      <a:pt x="34640" y="40870"/>
                      <a:pt x="34517" y="40870"/>
                      <a:pt x="34390" y="40870"/>
                    </a:cubicBezTo>
                    <a:cubicBezTo>
                      <a:pt x="34390" y="41116"/>
                      <a:pt x="34390" y="41362"/>
                      <a:pt x="34390" y="41616"/>
                    </a:cubicBezTo>
                    <a:cubicBezTo>
                      <a:pt x="34267" y="41616"/>
                      <a:pt x="34144" y="41616"/>
                      <a:pt x="34017" y="41616"/>
                    </a:cubicBezTo>
                    <a:cubicBezTo>
                      <a:pt x="34017" y="41986"/>
                      <a:pt x="34017" y="42355"/>
                      <a:pt x="34017" y="42736"/>
                    </a:cubicBezTo>
                    <a:cubicBezTo>
                      <a:pt x="34140" y="42736"/>
                      <a:pt x="34264" y="42736"/>
                      <a:pt x="34390" y="42736"/>
                    </a:cubicBezTo>
                    <a:cubicBezTo>
                      <a:pt x="34390" y="43105"/>
                      <a:pt x="34390" y="43475"/>
                      <a:pt x="34390" y="43856"/>
                    </a:cubicBezTo>
                    <a:cubicBezTo>
                      <a:pt x="34514" y="43856"/>
                      <a:pt x="34637" y="43856"/>
                      <a:pt x="34764" y="43856"/>
                    </a:cubicBezTo>
                    <a:cubicBezTo>
                      <a:pt x="34764" y="44225"/>
                      <a:pt x="34764" y="44595"/>
                      <a:pt x="34764" y="44975"/>
                    </a:cubicBezTo>
                    <a:cubicBezTo>
                      <a:pt x="34887" y="44975"/>
                      <a:pt x="35010" y="44975"/>
                      <a:pt x="35137" y="44975"/>
                    </a:cubicBezTo>
                    <a:cubicBezTo>
                      <a:pt x="35137" y="45222"/>
                      <a:pt x="35137" y="45468"/>
                      <a:pt x="35137" y="45722"/>
                    </a:cubicBezTo>
                    <a:cubicBezTo>
                      <a:pt x="35260" y="45722"/>
                      <a:pt x="35383" y="45722"/>
                      <a:pt x="35510" y="45722"/>
                    </a:cubicBezTo>
                    <a:cubicBezTo>
                      <a:pt x="35510" y="45968"/>
                      <a:pt x="35510" y="46214"/>
                      <a:pt x="35510" y="46468"/>
                    </a:cubicBezTo>
                    <a:cubicBezTo>
                      <a:pt x="35633" y="46468"/>
                      <a:pt x="35756" y="46468"/>
                      <a:pt x="35883" y="46468"/>
                    </a:cubicBezTo>
                    <a:cubicBezTo>
                      <a:pt x="35883" y="46714"/>
                      <a:pt x="35883" y="46961"/>
                      <a:pt x="35883" y="47215"/>
                    </a:cubicBezTo>
                    <a:cubicBezTo>
                      <a:pt x="36006" y="47215"/>
                      <a:pt x="36130" y="47215"/>
                      <a:pt x="36257" y="47215"/>
                    </a:cubicBezTo>
                    <a:cubicBezTo>
                      <a:pt x="36257" y="47461"/>
                      <a:pt x="36257" y="47707"/>
                      <a:pt x="36257" y="47961"/>
                    </a:cubicBezTo>
                    <a:cubicBezTo>
                      <a:pt x="36380" y="47961"/>
                      <a:pt x="36503" y="47961"/>
                      <a:pt x="36630" y="47961"/>
                    </a:cubicBezTo>
                    <a:cubicBezTo>
                      <a:pt x="36630" y="48084"/>
                      <a:pt x="36630" y="48207"/>
                      <a:pt x="36630" y="48334"/>
                    </a:cubicBezTo>
                    <a:cubicBezTo>
                      <a:pt x="36753" y="48334"/>
                      <a:pt x="36876" y="48334"/>
                      <a:pt x="37003" y="48334"/>
                    </a:cubicBezTo>
                    <a:cubicBezTo>
                      <a:pt x="37003" y="48704"/>
                      <a:pt x="37003" y="49073"/>
                      <a:pt x="37003" y="49454"/>
                    </a:cubicBezTo>
                    <a:cubicBezTo>
                      <a:pt x="37126" y="49454"/>
                      <a:pt x="37249" y="49454"/>
                      <a:pt x="37376" y="49454"/>
                    </a:cubicBezTo>
                    <a:cubicBezTo>
                      <a:pt x="37376" y="49577"/>
                      <a:pt x="37376" y="49700"/>
                      <a:pt x="37376" y="49827"/>
                    </a:cubicBezTo>
                    <a:cubicBezTo>
                      <a:pt x="37499" y="49827"/>
                      <a:pt x="37623" y="49827"/>
                      <a:pt x="37749" y="49827"/>
                    </a:cubicBezTo>
                    <a:cubicBezTo>
                      <a:pt x="37749" y="50073"/>
                      <a:pt x="37749" y="50320"/>
                      <a:pt x="37749" y="50574"/>
                    </a:cubicBezTo>
                    <a:cubicBezTo>
                      <a:pt x="37873" y="50574"/>
                      <a:pt x="37996" y="50574"/>
                      <a:pt x="38123" y="50574"/>
                    </a:cubicBezTo>
                    <a:cubicBezTo>
                      <a:pt x="38123" y="50697"/>
                      <a:pt x="38123" y="50820"/>
                      <a:pt x="38123" y="50947"/>
                    </a:cubicBezTo>
                    <a:cubicBezTo>
                      <a:pt x="38246" y="50947"/>
                      <a:pt x="38369" y="50947"/>
                      <a:pt x="38496" y="50947"/>
                    </a:cubicBezTo>
                    <a:cubicBezTo>
                      <a:pt x="38496" y="51193"/>
                      <a:pt x="38496" y="51439"/>
                      <a:pt x="38496" y="51693"/>
                    </a:cubicBezTo>
                    <a:cubicBezTo>
                      <a:pt x="38619" y="51693"/>
                      <a:pt x="38742" y="51693"/>
                      <a:pt x="38869" y="51693"/>
                    </a:cubicBezTo>
                    <a:cubicBezTo>
                      <a:pt x="38869" y="51816"/>
                      <a:pt x="38869" y="51940"/>
                      <a:pt x="38869" y="52066"/>
                    </a:cubicBezTo>
                    <a:cubicBezTo>
                      <a:pt x="38992" y="52066"/>
                      <a:pt x="39115" y="52066"/>
                      <a:pt x="39242" y="52066"/>
                    </a:cubicBezTo>
                    <a:cubicBezTo>
                      <a:pt x="39242" y="52313"/>
                      <a:pt x="39242" y="52559"/>
                      <a:pt x="39242" y="52813"/>
                    </a:cubicBezTo>
                    <a:cubicBezTo>
                      <a:pt x="39365" y="52813"/>
                      <a:pt x="39489" y="52813"/>
                      <a:pt x="39616" y="52813"/>
                    </a:cubicBezTo>
                    <a:cubicBezTo>
                      <a:pt x="39616" y="52936"/>
                      <a:pt x="39616" y="53059"/>
                      <a:pt x="39616" y="53186"/>
                    </a:cubicBezTo>
                    <a:cubicBezTo>
                      <a:pt x="39739" y="53186"/>
                      <a:pt x="39862" y="53186"/>
                      <a:pt x="39989" y="53186"/>
                    </a:cubicBezTo>
                    <a:cubicBezTo>
                      <a:pt x="39989" y="53309"/>
                      <a:pt x="39989" y="53432"/>
                      <a:pt x="39989" y="53559"/>
                    </a:cubicBezTo>
                    <a:cubicBezTo>
                      <a:pt x="40112" y="53559"/>
                      <a:pt x="40235" y="53559"/>
                      <a:pt x="40362" y="53559"/>
                    </a:cubicBezTo>
                    <a:cubicBezTo>
                      <a:pt x="40362" y="53682"/>
                      <a:pt x="40362" y="53806"/>
                      <a:pt x="40362" y="53933"/>
                    </a:cubicBezTo>
                    <a:cubicBezTo>
                      <a:pt x="40485" y="53933"/>
                      <a:pt x="40608" y="53933"/>
                      <a:pt x="40735" y="53933"/>
                    </a:cubicBezTo>
                    <a:cubicBezTo>
                      <a:pt x="40735" y="54056"/>
                      <a:pt x="40735" y="54179"/>
                      <a:pt x="40735" y="54306"/>
                    </a:cubicBezTo>
                    <a:cubicBezTo>
                      <a:pt x="40858" y="54306"/>
                      <a:pt x="40982" y="54306"/>
                      <a:pt x="41108" y="54306"/>
                    </a:cubicBezTo>
                    <a:cubicBezTo>
                      <a:pt x="41108" y="54429"/>
                      <a:pt x="41108" y="54552"/>
                      <a:pt x="41108" y="54679"/>
                    </a:cubicBezTo>
                    <a:cubicBezTo>
                      <a:pt x="41232" y="54679"/>
                      <a:pt x="41355" y="54679"/>
                      <a:pt x="41482" y="54679"/>
                    </a:cubicBezTo>
                    <a:cubicBezTo>
                      <a:pt x="41482" y="54802"/>
                      <a:pt x="41482" y="54925"/>
                      <a:pt x="41482" y="55052"/>
                    </a:cubicBezTo>
                    <a:cubicBezTo>
                      <a:pt x="41605" y="55052"/>
                      <a:pt x="41728" y="55052"/>
                      <a:pt x="41855" y="55052"/>
                    </a:cubicBezTo>
                    <a:cubicBezTo>
                      <a:pt x="41855" y="55175"/>
                      <a:pt x="41855" y="55299"/>
                      <a:pt x="41855" y="55425"/>
                    </a:cubicBezTo>
                    <a:cubicBezTo>
                      <a:pt x="41883" y="55422"/>
                      <a:pt x="41883" y="55422"/>
                      <a:pt x="42028" y="55402"/>
                    </a:cubicBezTo>
                    <a:cubicBezTo>
                      <a:pt x="42061" y="55406"/>
                      <a:pt x="42061" y="55406"/>
                      <a:pt x="42228" y="55425"/>
                    </a:cubicBezTo>
                    <a:cubicBezTo>
                      <a:pt x="42346" y="55589"/>
                      <a:pt x="42346" y="55589"/>
                      <a:pt x="42438" y="55799"/>
                    </a:cubicBezTo>
                    <a:cubicBezTo>
                      <a:pt x="42469" y="55868"/>
                      <a:pt x="42501" y="55937"/>
                      <a:pt x="42533" y="56009"/>
                    </a:cubicBezTo>
                    <a:cubicBezTo>
                      <a:pt x="42555" y="56063"/>
                      <a:pt x="42578" y="56116"/>
                      <a:pt x="42601" y="56172"/>
                    </a:cubicBezTo>
                    <a:cubicBezTo>
                      <a:pt x="42727" y="56119"/>
                      <a:pt x="42851" y="56064"/>
                      <a:pt x="42975" y="56009"/>
                    </a:cubicBezTo>
                    <a:cubicBezTo>
                      <a:pt x="43044" y="55978"/>
                      <a:pt x="43113" y="55948"/>
                      <a:pt x="43184" y="55917"/>
                    </a:cubicBezTo>
                    <a:cubicBezTo>
                      <a:pt x="43238" y="55878"/>
                      <a:pt x="43292" y="55839"/>
                      <a:pt x="43348" y="55799"/>
                    </a:cubicBezTo>
                    <a:cubicBezTo>
                      <a:pt x="43371" y="55599"/>
                      <a:pt x="43371" y="55599"/>
                      <a:pt x="43348" y="55425"/>
                    </a:cubicBezTo>
                    <a:cubicBezTo>
                      <a:pt x="43471" y="55425"/>
                      <a:pt x="43594" y="55425"/>
                      <a:pt x="43721" y="55425"/>
                    </a:cubicBezTo>
                    <a:cubicBezTo>
                      <a:pt x="43721" y="55179"/>
                      <a:pt x="43721" y="54933"/>
                      <a:pt x="43721" y="54679"/>
                    </a:cubicBezTo>
                    <a:cubicBezTo>
                      <a:pt x="43844" y="54679"/>
                      <a:pt x="43967" y="54679"/>
                      <a:pt x="44094" y="54679"/>
                    </a:cubicBezTo>
                    <a:cubicBezTo>
                      <a:pt x="44094" y="54556"/>
                      <a:pt x="44094" y="54433"/>
                      <a:pt x="44094" y="54306"/>
                    </a:cubicBezTo>
                    <a:cubicBezTo>
                      <a:pt x="44217" y="54306"/>
                      <a:pt x="44341" y="54306"/>
                      <a:pt x="44467" y="54306"/>
                    </a:cubicBezTo>
                    <a:cubicBezTo>
                      <a:pt x="44467" y="54059"/>
                      <a:pt x="44467" y="53813"/>
                      <a:pt x="44467" y="53559"/>
                    </a:cubicBezTo>
                    <a:cubicBezTo>
                      <a:pt x="44591" y="53559"/>
                      <a:pt x="44714" y="53559"/>
                      <a:pt x="44841" y="53559"/>
                    </a:cubicBezTo>
                    <a:cubicBezTo>
                      <a:pt x="44841" y="53313"/>
                      <a:pt x="44841" y="53067"/>
                      <a:pt x="44841" y="52813"/>
                    </a:cubicBezTo>
                    <a:cubicBezTo>
                      <a:pt x="44964" y="52813"/>
                      <a:pt x="45087" y="52813"/>
                      <a:pt x="45214" y="52813"/>
                    </a:cubicBezTo>
                    <a:cubicBezTo>
                      <a:pt x="45214" y="52443"/>
                      <a:pt x="45214" y="52074"/>
                      <a:pt x="45214" y="51693"/>
                    </a:cubicBezTo>
                    <a:cubicBezTo>
                      <a:pt x="45337" y="51693"/>
                      <a:pt x="45460" y="51693"/>
                      <a:pt x="45587" y="51693"/>
                    </a:cubicBezTo>
                    <a:cubicBezTo>
                      <a:pt x="45587" y="51447"/>
                      <a:pt x="45587" y="51201"/>
                      <a:pt x="45587" y="50947"/>
                    </a:cubicBezTo>
                    <a:cubicBezTo>
                      <a:pt x="45710" y="50947"/>
                      <a:pt x="45833" y="50947"/>
                      <a:pt x="45960" y="50947"/>
                    </a:cubicBezTo>
                    <a:cubicBezTo>
                      <a:pt x="45960" y="50577"/>
                      <a:pt x="45960" y="50208"/>
                      <a:pt x="45960" y="49827"/>
                    </a:cubicBezTo>
                    <a:cubicBezTo>
                      <a:pt x="46083" y="49827"/>
                      <a:pt x="46207" y="49827"/>
                      <a:pt x="46334" y="49827"/>
                    </a:cubicBezTo>
                    <a:cubicBezTo>
                      <a:pt x="46334" y="49581"/>
                      <a:pt x="46334" y="49334"/>
                      <a:pt x="46334" y="49081"/>
                    </a:cubicBezTo>
                    <a:cubicBezTo>
                      <a:pt x="46457" y="49081"/>
                      <a:pt x="46580" y="49081"/>
                      <a:pt x="46707" y="49081"/>
                    </a:cubicBezTo>
                    <a:cubicBezTo>
                      <a:pt x="46707" y="48588"/>
                      <a:pt x="46707" y="48095"/>
                      <a:pt x="46707" y="47588"/>
                    </a:cubicBezTo>
                    <a:cubicBezTo>
                      <a:pt x="46830" y="47588"/>
                      <a:pt x="46953" y="47588"/>
                      <a:pt x="47080" y="47588"/>
                    </a:cubicBezTo>
                    <a:cubicBezTo>
                      <a:pt x="47080" y="47341"/>
                      <a:pt x="47080" y="47095"/>
                      <a:pt x="47080" y="46841"/>
                    </a:cubicBezTo>
                    <a:cubicBezTo>
                      <a:pt x="46834" y="46841"/>
                      <a:pt x="46587" y="46841"/>
                      <a:pt x="46334" y="46841"/>
                    </a:cubicBezTo>
                    <a:cubicBezTo>
                      <a:pt x="46334" y="46718"/>
                      <a:pt x="46334" y="46595"/>
                      <a:pt x="46334" y="46468"/>
                    </a:cubicBezTo>
                    <a:cubicBezTo>
                      <a:pt x="46210" y="46468"/>
                      <a:pt x="46087" y="46468"/>
                      <a:pt x="45960" y="46468"/>
                    </a:cubicBezTo>
                    <a:cubicBezTo>
                      <a:pt x="45960" y="46345"/>
                      <a:pt x="45960" y="46222"/>
                      <a:pt x="45960" y="46095"/>
                    </a:cubicBezTo>
                    <a:cubicBezTo>
                      <a:pt x="45837" y="46095"/>
                      <a:pt x="45714" y="46095"/>
                      <a:pt x="45587" y="46095"/>
                    </a:cubicBezTo>
                    <a:cubicBezTo>
                      <a:pt x="45587" y="45972"/>
                      <a:pt x="45587" y="45849"/>
                      <a:pt x="45587" y="45722"/>
                    </a:cubicBezTo>
                    <a:cubicBezTo>
                      <a:pt x="45464" y="45722"/>
                      <a:pt x="45341" y="45722"/>
                      <a:pt x="45214" y="45722"/>
                    </a:cubicBezTo>
                    <a:cubicBezTo>
                      <a:pt x="45214" y="45598"/>
                      <a:pt x="45214" y="45475"/>
                      <a:pt x="45214" y="45348"/>
                    </a:cubicBezTo>
                    <a:cubicBezTo>
                      <a:pt x="45091" y="45348"/>
                      <a:pt x="44968" y="45348"/>
                      <a:pt x="44841" y="45348"/>
                    </a:cubicBezTo>
                    <a:cubicBezTo>
                      <a:pt x="44841" y="45225"/>
                      <a:pt x="44841" y="45102"/>
                      <a:pt x="44841" y="44975"/>
                    </a:cubicBezTo>
                    <a:cubicBezTo>
                      <a:pt x="44717" y="44975"/>
                      <a:pt x="44594" y="44975"/>
                      <a:pt x="44467" y="44975"/>
                    </a:cubicBezTo>
                    <a:cubicBezTo>
                      <a:pt x="44467" y="44852"/>
                      <a:pt x="44467" y="44729"/>
                      <a:pt x="44467" y="44602"/>
                    </a:cubicBezTo>
                    <a:cubicBezTo>
                      <a:pt x="44344" y="44602"/>
                      <a:pt x="44221" y="44602"/>
                      <a:pt x="44094" y="44602"/>
                    </a:cubicBezTo>
                    <a:cubicBezTo>
                      <a:pt x="44094" y="44356"/>
                      <a:pt x="44094" y="44109"/>
                      <a:pt x="44094" y="43856"/>
                    </a:cubicBezTo>
                    <a:cubicBezTo>
                      <a:pt x="43971" y="43856"/>
                      <a:pt x="43848" y="43856"/>
                      <a:pt x="43721" y="43856"/>
                    </a:cubicBezTo>
                    <a:cubicBezTo>
                      <a:pt x="43721" y="42993"/>
                      <a:pt x="43721" y="42131"/>
                      <a:pt x="43721" y="41243"/>
                    </a:cubicBezTo>
                    <a:cubicBezTo>
                      <a:pt x="43844" y="41243"/>
                      <a:pt x="43967" y="41243"/>
                      <a:pt x="44094" y="41243"/>
                    </a:cubicBezTo>
                    <a:cubicBezTo>
                      <a:pt x="44094" y="40873"/>
                      <a:pt x="44094" y="40504"/>
                      <a:pt x="44094" y="40123"/>
                    </a:cubicBezTo>
                    <a:cubicBezTo>
                      <a:pt x="44217" y="40123"/>
                      <a:pt x="44341" y="40123"/>
                      <a:pt x="44467" y="40123"/>
                    </a:cubicBezTo>
                    <a:cubicBezTo>
                      <a:pt x="44467" y="40000"/>
                      <a:pt x="44467" y="39877"/>
                      <a:pt x="44467" y="39750"/>
                    </a:cubicBezTo>
                    <a:cubicBezTo>
                      <a:pt x="44591" y="39750"/>
                      <a:pt x="44714" y="39750"/>
                      <a:pt x="44841" y="39750"/>
                    </a:cubicBezTo>
                    <a:cubicBezTo>
                      <a:pt x="44841" y="39504"/>
                      <a:pt x="44841" y="39257"/>
                      <a:pt x="44841" y="39004"/>
                    </a:cubicBezTo>
                    <a:cubicBezTo>
                      <a:pt x="44964" y="39004"/>
                      <a:pt x="45087" y="39004"/>
                      <a:pt x="45214" y="39004"/>
                    </a:cubicBezTo>
                    <a:cubicBezTo>
                      <a:pt x="45214" y="38880"/>
                      <a:pt x="45214" y="38757"/>
                      <a:pt x="45214" y="38630"/>
                    </a:cubicBezTo>
                    <a:cubicBezTo>
                      <a:pt x="45460" y="38630"/>
                      <a:pt x="45707" y="38630"/>
                      <a:pt x="45960" y="38630"/>
                    </a:cubicBezTo>
                    <a:cubicBezTo>
                      <a:pt x="45960" y="38507"/>
                      <a:pt x="45960" y="38384"/>
                      <a:pt x="45960" y="38257"/>
                    </a:cubicBezTo>
                    <a:cubicBezTo>
                      <a:pt x="46083" y="38257"/>
                      <a:pt x="46207" y="38257"/>
                      <a:pt x="46334" y="38257"/>
                    </a:cubicBezTo>
                    <a:cubicBezTo>
                      <a:pt x="46334" y="38134"/>
                      <a:pt x="46334" y="38011"/>
                      <a:pt x="46334" y="37884"/>
                    </a:cubicBezTo>
                    <a:cubicBezTo>
                      <a:pt x="46457" y="37884"/>
                      <a:pt x="46580" y="37884"/>
                      <a:pt x="46707" y="37884"/>
                    </a:cubicBezTo>
                    <a:cubicBezTo>
                      <a:pt x="46707" y="37638"/>
                      <a:pt x="46707" y="37391"/>
                      <a:pt x="46707" y="37138"/>
                    </a:cubicBezTo>
                    <a:cubicBezTo>
                      <a:pt x="46584" y="37138"/>
                      <a:pt x="46460" y="37138"/>
                      <a:pt x="46334" y="37138"/>
                    </a:cubicBezTo>
                    <a:cubicBezTo>
                      <a:pt x="46334" y="36768"/>
                      <a:pt x="46334" y="36399"/>
                      <a:pt x="46334" y="36018"/>
                    </a:cubicBezTo>
                    <a:cubicBezTo>
                      <a:pt x="46210" y="36018"/>
                      <a:pt x="46087" y="36018"/>
                      <a:pt x="45960" y="36018"/>
                    </a:cubicBezTo>
                    <a:cubicBezTo>
                      <a:pt x="45960" y="35648"/>
                      <a:pt x="45960" y="35279"/>
                      <a:pt x="45960" y="34898"/>
                    </a:cubicBezTo>
                    <a:cubicBezTo>
                      <a:pt x="45837" y="34898"/>
                      <a:pt x="45714" y="34898"/>
                      <a:pt x="45587" y="34898"/>
                    </a:cubicBezTo>
                    <a:cubicBezTo>
                      <a:pt x="45587" y="34652"/>
                      <a:pt x="45587" y="34406"/>
                      <a:pt x="45587" y="34152"/>
                    </a:cubicBezTo>
                    <a:cubicBezTo>
                      <a:pt x="45464" y="34152"/>
                      <a:pt x="45341" y="34152"/>
                      <a:pt x="45214" y="34152"/>
                    </a:cubicBezTo>
                    <a:cubicBezTo>
                      <a:pt x="45214" y="33905"/>
                      <a:pt x="45214" y="33659"/>
                      <a:pt x="45214" y="33405"/>
                    </a:cubicBezTo>
                    <a:cubicBezTo>
                      <a:pt x="45091" y="33405"/>
                      <a:pt x="44968" y="33405"/>
                      <a:pt x="44841" y="33405"/>
                    </a:cubicBezTo>
                    <a:cubicBezTo>
                      <a:pt x="44841" y="33159"/>
                      <a:pt x="44841" y="32913"/>
                      <a:pt x="44841" y="32659"/>
                    </a:cubicBezTo>
                    <a:cubicBezTo>
                      <a:pt x="44717" y="32659"/>
                      <a:pt x="44594" y="32659"/>
                      <a:pt x="44467" y="32659"/>
                    </a:cubicBezTo>
                    <a:cubicBezTo>
                      <a:pt x="44467" y="32536"/>
                      <a:pt x="44467" y="32413"/>
                      <a:pt x="44467" y="32286"/>
                    </a:cubicBezTo>
                    <a:cubicBezTo>
                      <a:pt x="44344" y="32286"/>
                      <a:pt x="44221" y="32286"/>
                      <a:pt x="44094" y="32286"/>
                    </a:cubicBezTo>
                    <a:cubicBezTo>
                      <a:pt x="44094" y="32039"/>
                      <a:pt x="44094" y="31793"/>
                      <a:pt x="44094" y="31539"/>
                    </a:cubicBezTo>
                    <a:cubicBezTo>
                      <a:pt x="43971" y="31539"/>
                      <a:pt x="43848" y="31539"/>
                      <a:pt x="43721" y="31539"/>
                    </a:cubicBezTo>
                    <a:cubicBezTo>
                      <a:pt x="43721" y="31416"/>
                      <a:pt x="43721" y="31293"/>
                      <a:pt x="43721" y="31166"/>
                    </a:cubicBezTo>
                    <a:cubicBezTo>
                      <a:pt x="43598" y="31166"/>
                      <a:pt x="43475" y="31166"/>
                      <a:pt x="43348" y="31166"/>
                    </a:cubicBezTo>
                    <a:cubicBezTo>
                      <a:pt x="43348" y="31043"/>
                      <a:pt x="43348" y="30920"/>
                      <a:pt x="43348" y="30793"/>
                    </a:cubicBezTo>
                    <a:cubicBezTo>
                      <a:pt x="42978" y="30793"/>
                      <a:pt x="42609" y="30793"/>
                      <a:pt x="42228" y="30793"/>
                    </a:cubicBezTo>
                    <a:cubicBezTo>
                      <a:pt x="42228" y="30916"/>
                      <a:pt x="42228" y="31039"/>
                      <a:pt x="42228" y="31166"/>
                    </a:cubicBezTo>
                    <a:cubicBezTo>
                      <a:pt x="41859" y="31166"/>
                      <a:pt x="41489" y="31166"/>
                      <a:pt x="41108" y="31166"/>
                    </a:cubicBezTo>
                    <a:cubicBezTo>
                      <a:pt x="41108" y="31289"/>
                      <a:pt x="41108" y="31412"/>
                      <a:pt x="41108" y="31539"/>
                    </a:cubicBezTo>
                    <a:cubicBezTo>
                      <a:pt x="40246" y="31539"/>
                      <a:pt x="39384" y="31539"/>
                      <a:pt x="38496" y="31539"/>
                    </a:cubicBezTo>
                    <a:cubicBezTo>
                      <a:pt x="38496" y="31416"/>
                      <a:pt x="38496" y="31293"/>
                      <a:pt x="38496" y="31166"/>
                    </a:cubicBezTo>
                    <a:cubicBezTo>
                      <a:pt x="38373" y="31166"/>
                      <a:pt x="38250" y="31166"/>
                      <a:pt x="38123" y="31166"/>
                    </a:cubicBezTo>
                    <a:cubicBezTo>
                      <a:pt x="38123" y="31043"/>
                      <a:pt x="38123" y="30920"/>
                      <a:pt x="38123" y="30793"/>
                    </a:cubicBezTo>
                    <a:cubicBezTo>
                      <a:pt x="37999" y="30793"/>
                      <a:pt x="37876" y="30793"/>
                      <a:pt x="37749" y="30793"/>
                    </a:cubicBezTo>
                    <a:cubicBezTo>
                      <a:pt x="37749" y="30670"/>
                      <a:pt x="37749" y="30546"/>
                      <a:pt x="37749" y="30420"/>
                    </a:cubicBezTo>
                    <a:cubicBezTo>
                      <a:pt x="37626" y="30420"/>
                      <a:pt x="37503" y="30420"/>
                      <a:pt x="37376" y="30420"/>
                    </a:cubicBezTo>
                    <a:cubicBezTo>
                      <a:pt x="37376" y="30296"/>
                      <a:pt x="37376" y="30173"/>
                      <a:pt x="37376" y="30046"/>
                    </a:cubicBezTo>
                    <a:cubicBezTo>
                      <a:pt x="37253" y="30046"/>
                      <a:pt x="37130" y="30046"/>
                      <a:pt x="37003" y="30046"/>
                    </a:cubicBezTo>
                    <a:cubicBezTo>
                      <a:pt x="37003" y="29923"/>
                      <a:pt x="37003" y="29800"/>
                      <a:pt x="37003" y="29673"/>
                    </a:cubicBezTo>
                    <a:cubicBezTo>
                      <a:pt x="36880" y="29673"/>
                      <a:pt x="36757" y="29673"/>
                      <a:pt x="36630" y="29673"/>
                    </a:cubicBezTo>
                    <a:cubicBezTo>
                      <a:pt x="36630" y="29550"/>
                      <a:pt x="36630" y="29427"/>
                      <a:pt x="36630" y="29300"/>
                    </a:cubicBezTo>
                    <a:cubicBezTo>
                      <a:pt x="36507" y="29300"/>
                      <a:pt x="36383" y="29300"/>
                      <a:pt x="36257" y="29300"/>
                    </a:cubicBezTo>
                    <a:cubicBezTo>
                      <a:pt x="36257" y="28930"/>
                      <a:pt x="36257" y="28561"/>
                      <a:pt x="36257" y="28180"/>
                    </a:cubicBezTo>
                    <a:cubicBezTo>
                      <a:pt x="36133" y="28180"/>
                      <a:pt x="36010" y="28180"/>
                      <a:pt x="35883" y="28180"/>
                    </a:cubicBezTo>
                    <a:cubicBezTo>
                      <a:pt x="35883" y="27441"/>
                      <a:pt x="35883" y="26702"/>
                      <a:pt x="35883" y="25941"/>
                    </a:cubicBezTo>
                    <a:cubicBezTo>
                      <a:pt x="36006" y="25941"/>
                      <a:pt x="36130" y="25941"/>
                      <a:pt x="36257" y="25941"/>
                    </a:cubicBezTo>
                    <a:cubicBezTo>
                      <a:pt x="36257" y="25448"/>
                      <a:pt x="36257" y="24956"/>
                      <a:pt x="36257" y="24448"/>
                    </a:cubicBezTo>
                    <a:cubicBezTo>
                      <a:pt x="36380" y="24448"/>
                      <a:pt x="36503" y="24448"/>
                      <a:pt x="36630" y="24448"/>
                    </a:cubicBezTo>
                    <a:cubicBezTo>
                      <a:pt x="36630" y="24325"/>
                      <a:pt x="36630" y="24202"/>
                      <a:pt x="36630" y="24075"/>
                    </a:cubicBezTo>
                    <a:cubicBezTo>
                      <a:pt x="36753" y="24075"/>
                      <a:pt x="36876" y="24075"/>
                      <a:pt x="37003" y="24075"/>
                    </a:cubicBezTo>
                    <a:cubicBezTo>
                      <a:pt x="37003" y="23705"/>
                      <a:pt x="37003" y="23336"/>
                      <a:pt x="37003" y="22955"/>
                    </a:cubicBezTo>
                    <a:cubicBezTo>
                      <a:pt x="36880" y="22955"/>
                      <a:pt x="36757" y="22955"/>
                      <a:pt x="36630" y="22955"/>
                    </a:cubicBezTo>
                    <a:cubicBezTo>
                      <a:pt x="36630" y="22832"/>
                      <a:pt x="36630" y="22709"/>
                      <a:pt x="36630" y="22582"/>
                    </a:cubicBezTo>
                    <a:cubicBezTo>
                      <a:pt x="36507" y="22582"/>
                      <a:pt x="36383" y="22582"/>
                      <a:pt x="36257" y="22582"/>
                    </a:cubicBezTo>
                    <a:cubicBezTo>
                      <a:pt x="36257" y="22459"/>
                      <a:pt x="36257" y="22336"/>
                      <a:pt x="36257" y="22209"/>
                    </a:cubicBezTo>
                    <a:cubicBezTo>
                      <a:pt x="36133" y="22209"/>
                      <a:pt x="36010" y="22209"/>
                      <a:pt x="35883" y="22209"/>
                    </a:cubicBezTo>
                    <a:cubicBezTo>
                      <a:pt x="35883" y="21962"/>
                      <a:pt x="35883" y="21716"/>
                      <a:pt x="35883" y="21462"/>
                    </a:cubicBezTo>
                    <a:cubicBezTo>
                      <a:pt x="35760" y="21462"/>
                      <a:pt x="35637" y="21462"/>
                      <a:pt x="35510" y="21462"/>
                    </a:cubicBezTo>
                    <a:cubicBezTo>
                      <a:pt x="35510" y="21339"/>
                      <a:pt x="35510" y="21216"/>
                      <a:pt x="35510" y="21089"/>
                    </a:cubicBezTo>
                    <a:cubicBezTo>
                      <a:pt x="35017" y="21089"/>
                      <a:pt x="34525" y="21089"/>
                      <a:pt x="34017" y="21089"/>
                    </a:cubicBezTo>
                    <a:cubicBezTo>
                      <a:pt x="34017" y="20966"/>
                      <a:pt x="34017" y="20843"/>
                      <a:pt x="34017" y="20716"/>
                    </a:cubicBezTo>
                    <a:cubicBezTo>
                      <a:pt x="33894" y="20716"/>
                      <a:pt x="33771" y="20716"/>
                      <a:pt x="33644" y="20716"/>
                    </a:cubicBezTo>
                    <a:cubicBezTo>
                      <a:pt x="33644" y="20346"/>
                      <a:pt x="33644" y="19977"/>
                      <a:pt x="33644" y="19596"/>
                    </a:cubicBezTo>
                    <a:cubicBezTo>
                      <a:pt x="33767" y="19596"/>
                      <a:pt x="33890" y="19596"/>
                      <a:pt x="34017" y="19596"/>
                    </a:cubicBezTo>
                    <a:cubicBezTo>
                      <a:pt x="34017" y="19473"/>
                      <a:pt x="34017" y="19350"/>
                      <a:pt x="34017" y="19223"/>
                    </a:cubicBezTo>
                    <a:cubicBezTo>
                      <a:pt x="34140" y="19223"/>
                      <a:pt x="34264" y="19223"/>
                      <a:pt x="34390" y="19223"/>
                    </a:cubicBezTo>
                    <a:cubicBezTo>
                      <a:pt x="34390" y="19100"/>
                      <a:pt x="34390" y="18977"/>
                      <a:pt x="34390" y="18850"/>
                    </a:cubicBezTo>
                    <a:cubicBezTo>
                      <a:pt x="34760" y="18850"/>
                      <a:pt x="35129" y="18850"/>
                      <a:pt x="35510" y="18850"/>
                    </a:cubicBezTo>
                    <a:cubicBezTo>
                      <a:pt x="35510" y="18973"/>
                      <a:pt x="35510" y="19096"/>
                      <a:pt x="35510" y="19223"/>
                    </a:cubicBezTo>
                    <a:cubicBezTo>
                      <a:pt x="35633" y="19223"/>
                      <a:pt x="35756" y="19223"/>
                      <a:pt x="35883" y="19223"/>
                    </a:cubicBezTo>
                    <a:cubicBezTo>
                      <a:pt x="35883" y="19346"/>
                      <a:pt x="35883" y="19469"/>
                      <a:pt x="35883" y="19596"/>
                    </a:cubicBezTo>
                    <a:cubicBezTo>
                      <a:pt x="36006" y="19596"/>
                      <a:pt x="36130" y="19596"/>
                      <a:pt x="36257" y="19596"/>
                    </a:cubicBezTo>
                    <a:cubicBezTo>
                      <a:pt x="36257" y="19842"/>
                      <a:pt x="36257" y="20089"/>
                      <a:pt x="36257" y="20343"/>
                    </a:cubicBezTo>
                    <a:cubicBezTo>
                      <a:pt x="36503" y="20343"/>
                      <a:pt x="36749" y="20343"/>
                      <a:pt x="37003" y="20343"/>
                    </a:cubicBezTo>
                    <a:cubicBezTo>
                      <a:pt x="37003" y="20466"/>
                      <a:pt x="37003" y="20589"/>
                      <a:pt x="37003" y="20716"/>
                    </a:cubicBezTo>
                    <a:cubicBezTo>
                      <a:pt x="37126" y="20716"/>
                      <a:pt x="37249" y="20716"/>
                      <a:pt x="37376" y="20716"/>
                    </a:cubicBezTo>
                    <a:cubicBezTo>
                      <a:pt x="37376" y="20839"/>
                      <a:pt x="37376" y="20962"/>
                      <a:pt x="37376" y="21089"/>
                    </a:cubicBezTo>
                    <a:cubicBezTo>
                      <a:pt x="37499" y="21089"/>
                      <a:pt x="37623" y="21089"/>
                      <a:pt x="37749" y="21089"/>
                    </a:cubicBezTo>
                    <a:cubicBezTo>
                      <a:pt x="37749" y="21212"/>
                      <a:pt x="37749" y="21335"/>
                      <a:pt x="37749" y="21462"/>
                    </a:cubicBezTo>
                    <a:cubicBezTo>
                      <a:pt x="37873" y="21462"/>
                      <a:pt x="37996" y="21462"/>
                      <a:pt x="38123" y="21462"/>
                    </a:cubicBezTo>
                    <a:cubicBezTo>
                      <a:pt x="38123" y="21585"/>
                      <a:pt x="38123" y="21709"/>
                      <a:pt x="38123" y="21835"/>
                    </a:cubicBezTo>
                    <a:cubicBezTo>
                      <a:pt x="38246" y="21835"/>
                      <a:pt x="38369" y="21835"/>
                      <a:pt x="38496" y="21835"/>
                    </a:cubicBezTo>
                    <a:cubicBezTo>
                      <a:pt x="38496" y="21959"/>
                      <a:pt x="38496" y="22082"/>
                      <a:pt x="38496" y="22209"/>
                    </a:cubicBezTo>
                    <a:cubicBezTo>
                      <a:pt x="38742" y="22209"/>
                      <a:pt x="38989" y="22209"/>
                      <a:pt x="39242" y="22209"/>
                    </a:cubicBezTo>
                    <a:cubicBezTo>
                      <a:pt x="39242" y="22332"/>
                      <a:pt x="39242" y="22455"/>
                      <a:pt x="39242" y="22582"/>
                    </a:cubicBezTo>
                    <a:cubicBezTo>
                      <a:pt x="40104" y="22582"/>
                      <a:pt x="40967" y="22582"/>
                      <a:pt x="41855" y="22582"/>
                    </a:cubicBezTo>
                    <a:cubicBezTo>
                      <a:pt x="41855" y="22705"/>
                      <a:pt x="41855" y="22828"/>
                      <a:pt x="41855" y="22955"/>
                    </a:cubicBezTo>
                    <a:cubicBezTo>
                      <a:pt x="42101" y="22955"/>
                      <a:pt x="42348" y="22955"/>
                      <a:pt x="42601" y="22955"/>
                    </a:cubicBezTo>
                    <a:cubicBezTo>
                      <a:pt x="42601" y="22832"/>
                      <a:pt x="42601" y="22709"/>
                      <a:pt x="42601" y="22582"/>
                    </a:cubicBezTo>
                    <a:cubicBezTo>
                      <a:pt x="42724" y="22582"/>
                      <a:pt x="42848" y="22582"/>
                      <a:pt x="42975" y="22582"/>
                    </a:cubicBezTo>
                    <a:cubicBezTo>
                      <a:pt x="42975" y="22336"/>
                      <a:pt x="42975" y="22089"/>
                      <a:pt x="42975" y="21835"/>
                    </a:cubicBezTo>
                    <a:cubicBezTo>
                      <a:pt x="43098" y="21835"/>
                      <a:pt x="43221" y="21835"/>
                      <a:pt x="43348" y="21835"/>
                    </a:cubicBezTo>
                    <a:cubicBezTo>
                      <a:pt x="43348" y="21589"/>
                      <a:pt x="43348" y="21343"/>
                      <a:pt x="43348" y="21089"/>
                    </a:cubicBezTo>
                    <a:cubicBezTo>
                      <a:pt x="43471" y="21089"/>
                      <a:pt x="43594" y="21089"/>
                      <a:pt x="43721" y="21089"/>
                    </a:cubicBezTo>
                    <a:cubicBezTo>
                      <a:pt x="43721" y="20966"/>
                      <a:pt x="43721" y="20843"/>
                      <a:pt x="43721" y="20716"/>
                    </a:cubicBezTo>
                    <a:cubicBezTo>
                      <a:pt x="43844" y="20716"/>
                      <a:pt x="43967" y="20716"/>
                      <a:pt x="44094" y="20716"/>
                    </a:cubicBezTo>
                    <a:cubicBezTo>
                      <a:pt x="44094" y="20469"/>
                      <a:pt x="44094" y="20223"/>
                      <a:pt x="44094" y="19969"/>
                    </a:cubicBezTo>
                    <a:cubicBezTo>
                      <a:pt x="44217" y="19969"/>
                      <a:pt x="44341" y="19969"/>
                      <a:pt x="44467" y="19969"/>
                    </a:cubicBezTo>
                    <a:cubicBezTo>
                      <a:pt x="44467" y="19846"/>
                      <a:pt x="44467" y="19723"/>
                      <a:pt x="44467" y="19596"/>
                    </a:cubicBezTo>
                    <a:cubicBezTo>
                      <a:pt x="44591" y="19596"/>
                      <a:pt x="44714" y="19596"/>
                      <a:pt x="44841" y="19596"/>
                    </a:cubicBezTo>
                    <a:cubicBezTo>
                      <a:pt x="44841" y="18980"/>
                      <a:pt x="44841" y="18364"/>
                      <a:pt x="44841" y="17730"/>
                    </a:cubicBezTo>
                    <a:cubicBezTo>
                      <a:pt x="44717" y="17730"/>
                      <a:pt x="44594" y="17730"/>
                      <a:pt x="44467" y="17730"/>
                    </a:cubicBezTo>
                    <a:cubicBezTo>
                      <a:pt x="44467" y="17607"/>
                      <a:pt x="44467" y="17484"/>
                      <a:pt x="44467" y="17357"/>
                    </a:cubicBezTo>
                    <a:cubicBezTo>
                      <a:pt x="44344" y="17357"/>
                      <a:pt x="44221" y="17357"/>
                      <a:pt x="44094" y="17357"/>
                    </a:cubicBezTo>
                    <a:cubicBezTo>
                      <a:pt x="44094" y="16987"/>
                      <a:pt x="44094" y="16618"/>
                      <a:pt x="44094" y="16237"/>
                    </a:cubicBezTo>
                    <a:cubicBezTo>
                      <a:pt x="43971" y="16237"/>
                      <a:pt x="43848" y="16237"/>
                      <a:pt x="43721" y="16237"/>
                    </a:cubicBezTo>
                    <a:cubicBezTo>
                      <a:pt x="43721" y="15498"/>
                      <a:pt x="43721" y="14759"/>
                      <a:pt x="43721" y="13998"/>
                    </a:cubicBezTo>
                    <a:cubicBezTo>
                      <a:pt x="43844" y="13998"/>
                      <a:pt x="43967" y="13998"/>
                      <a:pt x="44094" y="13998"/>
                    </a:cubicBezTo>
                    <a:cubicBezTo>
                      <a:pt x="44094" y="13751"/>
                      <a:pt x="44094" y="13505"/>
                      <a:pt x="44094" y="13251"/>
                    </a:cubicBezTo>
                    <a:cubicBezTo>
                      <a:pt x="44217" y="13251"/>
                      <a:pt x="44341" y="13251"/>
                      <a:pt x="44467" y="13251"/>
                    </a:cubicBezTo>
                    <a:cubicBezTo>
                      <a:pt x="44467" y="13005"/>
                      <a:pt x="44467" y="12759"/>
                      <a:pt x="44467" y="12505"/>
                    </a:cubicBezTo>
                    <a:cubicBezTo>
                      <a:pt x="44591" y="12505"/>
                      <a:pt x="44714" y="12505"/>
                      <a:pt x="44841" y="12505"/>
                    </a:cubicBezTo>
                    <a:cubicBezTo>
                      <a:pt x="44841" y="12382"/>
                      <a:pt x="44841" y="12259"/>
                      <a:pt x="44841" y="12132"/>
                    </a:cubicBezTo>
                    <a:cubicBezTo>
                      <a:pt x="44964" y="12132"/>
                      <a:pt x="45087" y="12132"/>
                      <a:pt x="45214" y="12132"/>
                    </a:cubicBezTo>
                    <a:cubicBezTo>
                      <a:pt x="45214" y="12008"/>
                      <a:pt x="45214" y="11885"/>
                      <a:pt x="45214" y="11758"/>
                    </a:cubicBezTo>
                    <a:cubicBezTo>
                      <a:pt x="45337" y="11758"/>
                      <a:pt x="45460" y="11758"/>
                      <a:pt x="45587" y="11758"/>
                    </a:cubicBezTo>
                    <a:cubicBezTo>
                      <a:pt x="45587" y="11635"/>
                      <a:pt x="45587" y="11512"/>
                      <a:pt x="45587" y="11385"/>
                    </a:cubicBezTo>
                    <a:cubicBezTo>
                      <a:pt x="45710" y="11385"/>
                      <a:pt x="45833" y="11385"/>
                      <a:pt x="45960" y="11385"/>
                    </a:cubicBezTo>
                    <a:cubicBezTo>
                      <a:pt x="45960" y="11262"/>
                      <a:pt x="45960" y="11139"/>
                      <a:pt x="45960" y="11012"/>
                    </a:cubicBezTo>
                    <a:cubicBezTo>
                      <a:pt x="47315" y="11012"/>
                      <a:pt x="48670" y="11012"/>
                      <a:pt x="50066" y="11012"/>
                    </a:cubicBezTo>
                    <a:cubicBezTo>
                      <a:pt x="50066" y="11135"/>
                      <a:pt x="50066" y="11258"/>
                      <a:pt x="50066" y="11385"/>
                    </a:cubicBezTo>
                    <a:cubicBezTo>
                      <a:pt x="50312" y="11385"/>
                      <a:pt x="50558" y="11385"/>
                      <a:pt x="50812" y="11385"/>
                    </a:cubicBezTo>
                    <a:cubicBezTo>
                      <a:pt x="50812" y="11508"/>
                      <a:pt x="50812" y="11631"/>
                      <a:pt x="50812" y="11758"/>
                    </a:cubicBezTo>
                    <a:cubicBezTo>
                      <a:pt x="51059" y="11758"/>
                      <a:pt x="51305" y="11758"/>
                      <a:pt x="51559" y="11758"/>
                    </a:cubicBezTo>
                    <a:cubicBezTo>
                      <a:pt x="51559" y="11882"/>
                      <a:pt x="51559" y="12005"/>
                      <a:pt x="51559" y="12132"/>
                    </a:cubicBezTo>
                    <a:cubicBezTo>
                      <a:pt x="51682" y="12132"/>
                      <a:pt x="51805" y="12132"/>
                      <a:pt x="51932" y="12132"/>
                    </a:cubicBezTo>
                    <a:cubicBezTo>
                      <a:pt x="51932" y="12378"/>
                      <a:pt x="51932" y="12624"/>
                      <a:pt x="51932" y="12878"/>
                    </a:cubicBezTo>
                    <a:cubicBezTo>
                      <a:pt x="52055" y="12878"/>
                      <a:pt x="52178" y="12878"/>
                      <a:pt x="52305" y="12878"/>
                    </a:cubicBezTo>
                    <a:cubicBezTo>
                      <a:pt x="52305" y="13124"/>
                      <a:pt x="52305" y="13371"/>
                      <a:pt x="52305" y="13624"/>
                    </a:cubicBezTo>
                    <a:cubicBezTo>
                      <a:pt x="52428" y="13624"/>
                      <a:pt x="52551" y="13624"/>
                      <a:pt x="52678" y="13624"/>
                    </a:cubicBezTo>
                    <a:cubicBezTo>
                      <a:pt x="52678" y="14733"/>
                      <a:pt x="52678" y="15841"/>
                      <a:pt x="52678" y="16984"/>
                    </a:cubicBezTo>
                    <a:cubicBezTo>
                      <a:pt x="52802" y="16984"/>
                      <a:pt x="52925" y="16984"/>
                      <a:pt x="53052" y="16984"/>
                    </a:cubicBezTo>
                    <a:cubicBezTo>
                      <a:pt x="53052" y="17230"/>
                      <a:pt x="53052" y="17476"/>
                      <a:pt x="53052" y="17730"/>
                    </a:cubicBezTo>
                    <a:cubicBezTo>
                      <a:pt x="53175" y="17730"/>
                      <a:pt x="53298" y="17730"/>
                      <a:pt x="53425" y="17730"/>
                    </a:cubicBezTo>
                    <a:cubicBezTo>
                      <a:pt x="53425" y="17853"/>
                      <a:pt x="53425" y="17976"/>
                      <a:pt x="53425" y="18103"/>
                    </a:cubicBezTo>
                    <a:cubicBezTo>
                      <a:pt x="53548" y="18103"/>
                      <a:pt x="53671" y="18103"/>
                      <a:pt x="53798" y="18103"/>
                    </a:cubicBezTo>
                    <a:cubicBezTo>
                      <a:pt x="53798" y="18226"/>
                      <a:pt x="53798" y="18349"/>
                      <a:pt x="53798" y="18476"/>
                    </a:cubicBezTo>
                    <a:cubicBezTo>
                      <a:pt x="53921" y="18476"/>
                      <a:pt x="54044" y="18476"/>
                      <a:pt x="54171" y="18476"/>
                    </a:cubicBezTo>
                    <a:cubicBezTo>
                      <a:pt x="54171" y="18600"/>
                      <a:pt x="54171" y="18723"/>
                      <a:pt x="54171" y="18850"/>
                    </a:cubicBezTo>
                    <a:cubicBezTo>
                      <a:pt x="54294" y="18850"/>
                      <a:pt x="54418" y="18850"/>
                      <a:pt x="54544" y="18850"/>
                    </a:cubicBezTo>
                    <a:cubicBezTo>
                      <a:pt x="54544" y="19096"/>
                      <a:pt x="54544" y="19342"/>
                      <a:pt x="54544" y="19596"/>
                    </a:cubicBezTo>
                    <a:cubicBezTo>
                      <a:pt x="54668" y="19596"/>
                      <a:pt x="54791" y="19596"/>
                      <a:pt x="54918" y="19596"/>
                    </a:cubicBezTo>
                    <a:cubicBezTo>
                      <a:pt x="54918" y="19719"/>
                      <a:pt x="54918" y="19842"/>
                      <a:pt x="54918" y="19969"/>
                    </a:cubicBezTo>
                    <a:cubicBezTo>
                      <a:pt x="55041" y="19969"/>
                      <a:pt x="55164" y="19969"/>
                      <a:pt x="55291" y="19969"/>
                    </a:cubicBezTo>
                    <a:cubicBezTo>
                      <a:pt x="55291" y="20092"/>
                      <a:pt x="55291" y="20216"/>
                      <a:pt x="55291" y="20343"/>
                    </a:cubicBezTo>
                    <a:cubicBezTo>
                      <a:pt x="55414" y="20343"/>
                      <a:pt x="55537" y="20343"/>
                      <a:pt x="55664" y="20343"/>
                    </a:cubicBezTo>
                    <a:cubicBezTo>
                      <a:pt x="55664" y="20466"/>
                      <a:pt x="55664" y="20589"/>
                      <a:pt x="55664" y="20716"/>
                    </a:cubicBezTo>
                    <a:cubicBezTo>
                      <a:pt x="55787" y="20716"/>
                      <a:pt x="55910" y="20716"/>
                      <a:pt x="56037" y="20716"/>
                    </a:cubicBezTo>
                    <a:cubicBezTo>
                      <a:pt x="56037" y="20962"/>
                      <a:pt x="56037" y="21208"/>
                      <a:pt x="56037" y="21462"/>
                    </a:cubicBezTo>
                    <a:cubicBezTo>
                      <a:pt x="56161" y="21462"/>
                      <a:pt x="56284" y="21462"/>
                      <a:pt x="56411" y="21462"/>
                    </a:cubicBezTo>
                    <a:cubicBezTo>
                      <a:pt x="56411" y="21585"/>
                      <a:pt x="56411" y="21709"/>
                      <a:pt x="56411" y="21835"/>
                    </a:cubicBezTo>
                    <a:cubicBezTo>
                      <a:pt x="56534" y="21835"/>
                      <a:pt x="56657" y="21835"/>
                      <a:pt x="56784" y="21835"/>
                    </a:cubicBezTo>
                    <a:cubicBezTo>
                      <a:pt x="56784" y="22082"/>
                      <a:pt x="56784" y="22328"/>
                      <a:pt x="56784" y="22582"/>
                    </a:cubicBezTo>
                    <a:cubicBezTo>
                      <a:pt x="56907" y="22582"/>
                      <a:pt x="57030" y="22582"/>
                      <a:pt x="57157" y="22582"/>
                    </a:cubicBezTo>
                    <a:cubicBezTo>
                      <a:pt x="57157" y="22705"/>
                      <a:pt x="57157" y="22828"/>
                      <a:pt x="57157" y="22955"/>
                    </a:cubicBezTo>
                    <a:cubicBezTo>
                      <a:pt x="57280" y="22955"/>
                      <a:pt x="57403" y="22955"/>
                      <a:pt x="57530" y="22955"/>
                    </a:cubicBezTo>
                    <a:cubicBezTo>
                      <a:pt x="57530" y="23078"/>
                      <a:pt x="57530" y="23201"/>
                      <a:pt x="57530" y="23328"/>
                    </a:cubicBezTo>
                    <a:cubicBezTo>
                      <a:pt x="57777" y="23328"/>
                      <a:pt x="58023" y="23328"/>
                      <a:pt x="58277" y="23328"/>
                    </a:cubicBezTo>
                    <a:cubicBezTo>
                      <a:pt x="58277" y="23451"/>
                      <a:pt x="58277" y="23575"/>
                      <a:pt x="58277" y="23702"/>
                    </a:cubicBezTo>
                    <a:cubicBezTo>
                      <a:pt x="58892" y="23702"/>
                      <a:pt x="59508" y="23702"/>
                      <a:pt x="60143" y="23702"/>
                    </a:cubicBezTo>
                    <a:cubicBezTo>
                      <a:pt x="60143" y="23825"/>
                      <a:pt x="60143" y="23948"/>
                      <a:pt x="60143" y="24075"/>
                    </a:cubicBezTo>
                    <a:cubicBezTo>
                      <a:pt x="60389" y="24075"/>
                      <a:pt x="60635" y="24075"/>
                      <a:pt x="60889" y="24075"/>
                    </a:cubicBezTo>
                    <a:cubicBezTo>
                      <a:pt x="60889" y="24198"/>
                      <a:pt x="60889" y="24321"/>
                      <a:pt x="60889" y="24448"/>
                    </a:cubicBezTo>
                    <a:cubicBezTo>
                      <a:pt x="61012" y="24448"/>
                      <a:pt x="61136" y="24448"/>
                      <a:pt x="61262" y="24448"/>
                    </a:cubicBezTo>
                    <a:cubicBezTo>
                      <a:pt x="61262" y="24571"/>
                      <a:pt x="61262" y="24694"/>
                      <a:pt x="61262" y="24821"/>
                    </a:cubicBezTo>
                    <a:cubicBezTo>
                      <a:pt x="61386" y="24821"/>
                      <a:pt x="61509" y="24821"/>
                      <a:pt x="61636" y="24821"/>
                    </a:cubicBezTo>
                    <a:cubicBezTo>
                      <a:pt x="61636" y="24944"/>
                      <a:pt x="61636" y="25068"/>
                      <a:pt x="61636" y="25194"/>
                    </a:cubicBezTo>
                    <a:cubicBezTo>
                      <a:pt x="61759" y="25194"/>
                      <a:pt x="61882" y="25194"/>
                      <a:pt x="62009" y="25194"/>
                    </a:cubicBezTo>
                    <a:cubicBezTo>
                      <a:pt x="62009" y="25441"/>
                      <a:pt x="62009" y="25687"/>
                      <a:pt x="62009" y="25941"/>
                    </a:cubicBezTo>
                    <a:cubicBezTo>
                      <a:pt x="62132" y="25941"/>
                      <a:pt x="62255" y="25941"/>
                      <a:pt x="62382" y="25941"/>
                    </a:cubicBezTo>
                    <a:cubicBezTo>
                      <a:pt x="62543" y="26683"/>
                      <a:pt x="62653" y="27428"/>
                      <a:pt x="62755" y="28180"/>
                    </a:cubicBezTo>
                    <a:cubicBezTo>
                      <a:pt x="62632" y="28180"/>
                      <a:pt x="62509" y="28180"/>
                      <a:pt x="62382" y="28180"/>
                    </a:cubicBezTo>
                    <a:cubicBezTo>
                      <a:pt x="62382" y="28673"/>
                      <a:pt x="62382" y="29165"/>
                      <a:pt x="62382" y="29673"/>
                    </a:cubicBezTo>
                    <a:cubicBezTo>
                      <a:pt x="62259" y="29673"/>
                      <a:pt x="62136" y="29673"/>
                      <a:pt x="62009" y="29673"/>
                    </a:cubicBezTo>
                    <a:cubicBezTo>
                      <a:pt x="62009" y="29919"/>
                      <a:pt x="62009" y="30166"/>
                      <a:pt x="62009" y="30420"/>
                    </a:cubicBezTo>
                    <a:cubicBezTo>
                      <a:pt x="61886" y="30420"/>
                      <a:pt x="61763" y="30420"/>
                      <a:pt x="61636" y="30420"/>
                    </a:cubicBezTo>
                    <a:cubicBezTo>
                      <a:pt x="61636" y="30543"/>
                      <a:pt x="61636" y="30666"/>
                      <a:pt x="61636" y="30793"/>
                    </a:cubicBezTo>
                    <a:cubicBezTo>
                      <a:pt x="61513" y="30793"/>
                      <a:pt x="61389" y="30793"/>
                      <a:pt x="61262" y="30793"/>
                    </a:cubicBezTo>
                    <a:cubicBezTo>
                      <a:pt x="61262" y="31532"/>
                      <a:pt x="61262" y="32271"/>
                      <a:pt x="61262" y="33032"/>
                    </a:cubicBezTo>
                    <a:cubicBezTo>
                      <a:pt x="61386" y="33032"/>
                      <a:pt x="61509" y="33032"/>
                      <a:pt x="61636" y="33032"/>
                    </a:cubicBezTo>
                    <a:cubicBezTo>
                      <a:pt x="61636" y="33648"/>
                      <a:pt x="61636" y="34264"/>
                      <a:pt x="61636" y="34898"/>
                    </a:cubicBezTo>
                    <a:cubicBezTo>
                      <a:pt x="61759" y="34898"/>
                      <a:pt x="61882" y="34898"/>
                      <a:pt x="62009" y="34898"/>
                    </a:cubicBezTo>
                    <a:cubicBezTo>
                      <a:pt x="62009" y="37608"/>
                      <a:pt x="62009" y="40317"/>
                      <a:pt x="62009" y="43109"/>
                    </a:cubicBezTo>
                    <a:cubicBezTo>
                      <a:pt x="62132" y="43109"/>
                      <a:pt x="62255" y="43109"/>
                      <a:pt x="62382" y="43109"/>
                    </a:cubicBezTo>
                    <a:cubicBezTo>
                      <a:pt x="62382" y="43355"/>
                      <a:pt x="62382" y="43602"/>
                      <a:pt x="62382" y="43856"/>
                    </a:cubicBezTo>
                    <a:cubicBezTo>
                      <a:pt x="62505" y="43856"/>
                      <a:pt x="62628" y="43856"/>
                      <a:pt x="62755" y="43856"/>
                    </a:cubicBezTo>
                    <a:cubicBezTo>
                      <a:pt x="62755" y="43979"/>
                      <a:pt x="62755" y="44102"/>
                      <a:pt x="62755" y="44229"/>
                    </a:cubicBezTo>
                    <a:cubicBezTo>
                      <a:pt x="62879" y="44229"/>
                      <a:pt x="63002" y="44229"/>
                      <a:pt x="63129" y="44229"/>
                    </a:cubicBezTo>
                    <a:cubicBezTo>
                      <a:pt x="63129" y="44352"/>
                      <a:pt x="63129" y="44475"/>
                      <a:pt x="63129" y="44602"/>
                    </a:cubicBezTo>
                    <a:cubicBezTo>
                      <a:pt x="63252" y="44602"/>
                      <a:pt x="63375" y="44602"/>
                      <a:pt x="63502" y="44602"/>
                    </a:cubicBezTo>
                    <a:cubicBezTo>
                      <a:pt x="63502" y="44848"/>
                      <a:pt x="63502" y="45095"/>
                      <a:pt x="63502" y="45348"/>
                    </a:cubicBezTo>
                    <a:cubicBezTo>
                      <a:pt x="63625" y="45348"/>
                      <a:pt x="63748" y="45348"/>
                      <a:pt x="63875" y="45348"/>
                    </a:cubicBezTo>
                    <a:cubicBezTo>
                      <a:pt x="63875" y="45718"/>
                      <a:pt x="63875" y="46087"/>
                      <a:pt x="63875" y="46468"/>
                    </a:cubicBezTo>
                    <a:cubicBezTo>
                      <a:pt x="63998" y="46468"/>
                      <a:pt x="64121" y="46468"/>
                      <a:pt x="64248" y="46468"/>
                    </a:cubicBezTo>
                    <a:cubicBezTo>
                      <a:pt x="64248" y="46961"/>
                      <a:pt x="64248" y="47453"/>
                      <a:pt x="64248" y="47961"/>
                    </a:cubicBezTo>
                    <a:cubicBezTo>
                      <a:pt x="64125" y="47961"/>
                      <a:pt x="64002" y="47961"/>
                      <a:pt x="63875" y="47961"/>
                    </a:cubicBezTo>
                    <a:cubicBezTo>
                      <a:pt x="63875" y="48330"/>
                      <a:pt x="63875" y="48700"/>
                      <a:pt x="63875" y="49081"/>
                    </a:cubicBezTo>
                    <a:cubicBezTo>
                      <a:pt x="63752" y="49081"/>
                      <a:pt x="63629" y="49081"/>
                      <a:pt x="63502" y="49081"/>
                    </a:cubicBezTo>
                    <a:cubicBezTo>
                      <a:pt x="63502" y="49327"/>
                      <a:pt x="63502" y="49573"/>
                      <a:pt x="63502" y="49827"/>
                    </a:cubicBezTo>
                    <a:cubicBezTo>
                      <a:pt x="63379" y="49827"/>
                      <a:pt x="63255" y="49827"/>
                      <a:pt x="63129" y="49827"/>
                    </a:cubicBezTo>
                    <a:cubicBezTo>
                      <a:pt x="63129" y="49950"/>
                      <a:pt x="63129" y="50073"/>
                      <a:pt x="63129" y="50200"/>
                    </a:cubicBezTo>
                    <a:cubicBezTo>
                      <a:pt x="63005" y="50200"/>
                      <a:pt x="62882" y="50200"/>
                      <a:pt x="62755" y="50200"/>
                    </a:cubicBezTo>
                    <a:cubicBezTo>
                      <a:pt x="62755" y="50323"/>
                      <a:pt x="62755" y="50447"/>
                      <a:pt x="62755" y="50574"/>
                    </a:cubicBezTo>
                    <a:cubicBezTo>
                      <a:pt x="62509" y="50574"/>
                      <a:pt x="62263" y="50574"/>
                      <a:pt x="62009" y="50574"/>
                    </a:cubicBezTo>
                    <a:cubicBezTo>
                      <a:pt x="62009" y="50697"/>
                      <a:pt x="62009" y="50820"/>
                      <a:pt x="62009" y="50947"/>
                    </a:cubicBezTo>
                    <a:cubicBezTo>
                      <a:pt x="61763" y="50947"/>
                      <a:pt x="61516" y="50947"/>
                      <a:pt x="61262" y="50947"/>
                    </a:cubicBezTo>
                    <a:cubicBezTo>
                      <a:pt x="61262" y="51070"/>
                      <a:pt x="61262" y="51193"/>
                      <a:pt x="61262" y="51320"/>
                    </a:cubicBezTo>
                    <a:cubicBezTo>
                      <a:pt x="61016" y="51320"/>
                      <a:pt x="60770" y="51320"/>
                      <a:pt x="60516" y="51320"/>
                    </a:cubicBezTo>
                    <a:cubicBezTo>
                      <a:pt x="60516" y="51443"/>
                      <a:pt x="60516" y="51566"/>
                      <a:pt x="60516" y="51693"/>
                    </a:cubicBezTo>
                    <a:cubicBezTo>
                      <a:pt x="60393" y="51693"/>
                      <a:pt x="60270" y="51693"/>
                      <a:pt x="60143" y="51693"/>
                    </a:cubicBezTo>
                    <a:cubicBezTo>
                      <a:pt x="60143" y="51816"/>
                      <a:pt x="60143" y="51940"/>
                      <a:pt x="60143" y="52066"/>
                    </a:cubicBezTo>
                    <a:cubicBezTo>
                      <a:pt x="60020" y="52066"/>
                      <a:pt x="59896" y="52066"/>
                      <a:pt x="59770" y="52066"/>
                    </a:cubicBezTo>
                    <a:cubicBezTo>
                      <a:pt x="59770" y="52436"/>
                      <a:pt x="59770" y="52805"/>
                      <a:pt x="59770" y="53186"/>
                    </a:cubicBezTo>
                    <a:cubicBezTo>
                      <a:pt x="59646" y="53186"/>
                      <a:pt x="59523" y="53186"/>
                      <a:pt x="59396" y="53186"/>
                    </a:cubicBezTo>
                    <a:cubicBezTo>
                      <a:pt x="59396" y="53309"/>
                      <a:pt x="59396" y="53432"/>
                      <a:pt x="59396" y="53559"/>
                    </a:cubicBezTo>
                    <a:cubicBezTo>
                      <a:pt x="59273" y="53559"/>
                      <a:pt x="59150" y="53559"/>
                      <a:pt x="59023" y="53559"/>
                    </a:cubicBezTo>
                    <a:cubicBezTo>
                      <a:pt x="59023" y="53929"/>
                      <a:pt x="59023" y="54298"/>
                      <a:pt x="59023" y="54679"/>
                    </a:cubicBezTo>
                    <a:cubicBezTo>
                      <a:pt x="58900" y="54679"/>
                      <a:pt x="58777" y="54679"/>
                      <a:pt x="58650" y="54679"/>
                    </a:cubicBezTo>
                    <a:cubicBezTo>
                      <a:pt x="58650" y="54925"/>
                      <a:pt x="58650" y="55172"/>
                      <a:pt x="58650" y="55425"/>
                    </a:cubicBezTo>
                    <a:cubicBezTo>
                      <a:pt x="58896" y="55425"/>
                      <a:pt x="59143" y="55425"/>
                      <a:pt x="59396" y="55425"/>
                    </a:cubicBezTo>
                    <a:cubicBezTo>
                      <a:pt x="59396" y="55302"/>
                      <a:pt x="59396" y="55179"/>
                      <a:pt x="59396" y="55052"/>
                    </a:cubicBezTo>
                    <a:cubicBezTo>
                      <a:pt x="59533" y="54947"/>
                      <a:pt x="59533" y="54947"/>
                      <a:pt x="59723" y="54866"/>
                    </a:cubicBezTo>
                    <a:cubicBezTo>
                      <a:pt x="59790" y="54835"/>
                      <a:pt x="59858" y="54804"/>
                      <a:pt x="59927" y="54772"/>
                    </a:cubicBezTo>
                    <a:cubicBezTo>
                      <a:pt x="60071" y="54710"/>
                      <a:pt x="60215" y="54648"/>
                      <a:pt x="60359" y="54586"/>
                    </a:cubicBezTo>
                    <a:cubicBezTo>
                      <a:pt x="60426" y="54555"/>
                      <a:pt x="60493" y="54524"/>
                      <a:pt x="60563" y="54492"/>
                    </a:cubicBezTo>
                    <a:cubicBezTo>
                      <a:pt x="60625" y="54466"/>
                      <a:pt x="60688" y="54438"/>
                      <a:pt x="60752" y="54411"/>
                    </a:cubicBezTo>
                    <a:cubicBezTo>
                      <a:pt x="60797" y="54376"/>
                      <a:pt x="60843" y="54341"/>
                      <a:pt x="60889" y="54306"/>
                    </a:cubicBezTo>
                    <a:cubicBezTo>
                      <a:pt x="60910" y="54108"/>
                      <a:pt x="60910" y="54108"/>
                      <a:pt x="60889" y="53933"/>
                    </a:cubicBezTo>
                    <a:cubicBezTo>
                      <a:pt x="61012" y="53933"/>
                      <a:pt x="61136" y="53933"/>
                      <a:pt x="61262" y="53933"/>
                    </a:cubicBezTo>
                    <a:cubicBezTo>
                      <a:pt x="61262" y="53809"/>
                      <a:pt x="61262" y="53686"/>
                      <a:pt x="61262" y="53559"/>
                    </a:cubicBezTo>
                    <a:cubicBezTo>
                      <a:pt x="61386" y="53559"/>
                      <a:pt x="61509" y="53559"/>
                      <a:pt x="61636" y="53559"/>
                    </a:cubicBezTo>
                    <a:cubicBezTo>
                      <a:pt x="61636" y="53436"/>
                      <a:pt x="61636" y="53313"/>
                      <a:pt x="61636" y="53186"/>
                    </a:cubicBezTo>
                    <a:cubicBezTo>
                      <a:pt x="61759" y="53186"/>
                      <a:pt x="61882" y="53186"/>
                      <a:pt x="62009" y="53186"/>
                    </a:cubicBezTo>
                    <a:cubicBezTo>
                      <a:pt x="62009" y="53063"/>
                      <a:pt x="62009" y="52940"/>
                      <a:pt x="62009" y="52813"/>
                    </a:cubicBezTo>
                    <a:cubicBezTo>
                      <a:pt x="62132" y="52813"/>
                      <a:pt x="62255" y="52813"/>
                      <a:pt x="62382" y="52813"/>
                    </a:cubicBezTo>
                    <a:cubicBezTo>
                      <a:pt x="62382" y="52690"/>
                      <a:pt x="62382" y="52567"/>
                      <a:pt x="62382" y="52440"/>
                    </a:cubicBezTo>
                    <a:cubicBezTo>
                      <a:pt x="62505" y="52440"/>
                      <a:pt x="62628" y="52440"/>
                      <a:pt x="62755" y="52440"/>
                    </a:cubicBezTo>
                    <a:cubicBezTo>
                      <a:pt x="62755" y="52316"/>
                      <a:pt x="62755" y="52193"/>
                      <a:pt x="62755" y="52066"/>
                    </a:cubicBezTo>
                    <a:cubicBezTo>
                      <a:pt x="62879" y="52066"/>
                      <a:pt x="63002" y="52066"/>
                      <a:pt x="63129" y="52066"/>
                    </a:cubicBezTo>
                    <a:cubicBezTo>
                      <a:pt x="63129" y="51943"/>
                      <a:pt x="63129" y="51820"/>
                      <a:pt x="63129" y="51693"/>
                    </a:cubicBezTo>
                    <a:cubicBezTo>
                      <a:pt x="63252" y="51693"/>
                      <a:pt x="63375" y="51693"/>
                      <a:pt x="63502" y="51693"/>
                    </a:cubicBezTo>
                    <a:cubicBezTo>
                      <a:pt x="63502" y="51570"/>
                      <a:pt x="63502" y="51447"/>
                      <a:pt x="63502" y="51320"/>
                    </a:cubicBezTo>
                    <a:cubicBezTo>
                      <a:pt x="63625" y="51320"/>
                      <a:pt x="63748" y="51320"/>
                      <a:pt x="63875" y="51320"/>
                    </a:cubicBezTo>
                    <a:cubicBezTo>
                      <a:pt x="63875" y="51197"/>
                      <a:pt x="63875" y="51074"/>
                      <a:pt x="63875" y="50947"/>
                    </a:cubicBezTo>
                    <a:cubicBezTo>
                      <a:pt x="63998" y="50947"/>
                      <a:pt x="64121" y="50947"/>
                      <a:pt x="64248" y="50947"/>
                    </a:cubicBezTo>
                    <a:cubicBezTo>
                      <a:pt x="64248" y="50824"/>
                      <a:pt x="64248" y="50700"/>
                      <a:pt x="64248" y="50574"/>
                    </a:cubicBezTo>
                    <a:cubicBezTo>
                      <a:pt x="64371" y="50574"/>
                      <a:pt x="64495" y="50574"/>
                      <a:pt x="64621" y="50574"/>
                    </a:cubicBezTo>
                    <a:cubicBezTo>
                      <a:pt x="64621" y="50450"/>
                      <a:pt x="64621" y="50327"/>
                      <a:pt x="64621" y="50200"/>
                    </a:cubicBezTo>
                    <a:cubicBezTo>
                      <a:pt x="64745" y="50200"/>
                      <a:pt x="64868" y="50200"/>
                      <a:pt x="64995" y="50200"/>
                    </a:cubicBezTo>
                    <a:cubicBezTo>
                      <a:pt x="64995" y="49954"/>
                      <a:pt x="64995" y="49708"/>
                      <a:pt x="64995" y="49454"/>
                    </a:cubicBezTo>
                    <a:cubicBezTo>
                      <a:pt x="65118" y="49454"/>
                      <a:pt x="65241" y="49454"/>
                      <a:pt x="65368" y="49454"/>
                    </a:cubicBezTo>
                    <a:cubicBezTo>
                      <a:pt x="65368" y="49331"/>
                      <a:pt x="65368" y="49208"/>
                      <a:pt x="65368" y="49081"/>
                    </a:cubicBezTo>
                    <a:cubicBezTo>
                      <a:pt x="65491" y="49081"/>
                      <a:pt x="65614" y="49081"/>
                      <a:pt x="65741" y="49081"/>
                    </a:cubicBezTo>
                    <a:cubicBezTo>
                      <a:pt x="65741" y="48957"/>
                      <a:pt x="65741" y="48834"/>
                      <a:pt x="65741" y="48707"/>
                    </a:cubicBezTo>
                    <a:cubicBezTo>
                      <a:pt x="65864" y="48707"/>
                      <a:pt x="65987" y="48707"/>
                      <a:pt x="66114" y="48707"/>
                    </a:cubicBezTo>
                    <a:cubicBezTo>
                      <a:pt x="66114" y="48338"/>
                      <a:pt x="66114" y="47968"/>
                      <a:pt x="66114" y="47588"/>
                    </a:cubicBezTo>
                    <a:cubicBezTo>
                      <a:pt x="66238" y="47588"/>
                      <a:pt x="66361" y="47588"/>
                      <a:pt x="66488" y="47588"/>
                    </a:cubicBezTo>
                    <a:cubicBezTo>
                      <a:pt x="66488" y="47465"/>
                      <a:pt x="66488" y="47341"/>
                      <a:pt x="66488" y="47215"/>
                    </a:cubicBezTo>
                    <a:cubicBezTo>
                      <a:pt x="66611" y="47215"/>
                      <a:pt x="66734" y="47215"/>
                      <a:pt x="66861" y="47215"/>
                    </a:cubicBezTo>
                    <a:cubicBezTo>
                      <a:pt x="66861" y="47091"/>
                      <a:pt x="66861" y="46968"/>
                      <a:pt x="66861" y="46841"/>
                    </a:cubicBezTo>
                    <a:cubicBezTo>
                      <a:pt x="66984" y="46841"/>
                      <a:pt x="67107" y="46841"/>
                      <a:pt x="67234" y="46841"/>
                    </a:cubicBezTo>
                    <a:cubicBezTo>
                      <a:pt x="67234" y="46595"/>
                      <a:pt x="67234" y="46349"/>
                      <a:pt x="67234" y="46095"/>
                    </a:cubicBezTo>
                    <a:cubicBezTo>
                      <a:pt x="67357" y="46095"/>
                      <a:pt x="67480" y="46095"/>
                      <a:pt x="67607" y="46095"/>
                    </a:cubicBezTo>
                    <a:cubicBezTo>
                      <a:pt x="67607" y="45725"/>
                      <a:pt x="67607" y="45356"/>
                      <a:pt x="67607" y="44975"/>
                    </a:cubicBezTo>
                    <a:cubicBezTo>
                      <a:pt x="67730" y="44975"/>
                      <a:pt x="67854" y="44975"/>
                      <a:pt x="67980" y="44975"/>
                    </a:cubicBezTo>
                    <a:cubicBezTo>
                      <a:pt x="67980" y="44729"/>
                      <a:pt x="67980" y="44483"/>
                      <a:pt x="67980" y="44229"/>
                    </a:cubicBezTo>
                    <a:cubicBezTo>
                      <a:pt x="68104" y="44229"/>
                      <a:pt x="68227" y="44229"/>
                      <a:pt x="68354" y="44229"/>
                    </a:cubicBezTo>
                    <a:cubicBezTo>
                      <a:pt x="68354" y="43982"/>
                      <a:pt x="68354" y="43736"/>
                      <a:pt x="68354" y="43482"/>
                    </a:cubicBezTo>
                    <a:cubicBezTo>
                      <a:pt x="68477" y="43482"/>
                      <a:pt x="68600" y="43482"/>
                      <a:pt x="68727" y="43482"/>
                    </a:cubicBezTo>
                    <a:cubicBezTo>
                      <a:pt x="68727" y="43236"/>
                      <a:pt x="68727" y="42990"/>
                      <a:pt x="68727" y="42736"/>
                    </a:cubicBezTo>
                    <a:cubicBezTo>
                      <a:pt x="68850" y="42736"/>
                      <a:pt x="68973" y="42736"/>
                      <a:pt x="69100" y="42736"/>
                    </a:cubicBezTo>
                    <a:cubicBezTo>
                      <a:pt x="69100" y="42366"/>
                      <a:pt x="69100" y="41997"/>
                      <a:pt x="69100" y="41616"/>
                    </a:cubicBezTo>
                    <a:cubicBezTo>
                      <a:pt x="68977" y="41616"/>
                      <a:pt x="68854" y="41616"/>
                      <a:pt x="68727" y="41616"/>
                    </a:cubicBezTo>
                    <a:cubicBezTo>
                      <a:pt x="68727" y="41370"/>
                      <a:pt x="68727" y="41124"/>
                      <a:pt x="68727" y="40870"/>
                    </a:cubicBezTo>
                    <a:cubicBezTo>
                      <a:pt x="68604" y="40870"/>
                      <a:pt x="68481" y="40870"/>
                      <a:pt x="68354" y="40870"/>
                    </a:cubicBezTo>
                    <a:cubicBezTo>
                      <a:pt x="68354" y="40747"/>
                      <a:pt x="68354" y="40623"/>
                      <a:pt x="68354" y="40497"/>
                    </a:cubicBezTo>
                    <a:cubicBezTo>
                      <a:pt x="68231" y="40497"/>
                      <a:pt x="68107" y="40497"/>
                      <a:pt x="67980" y="40497"/>
                    </a:cubicBezTo>
                    <a:cubicBezTo>
                      <a:pt x="67980" y="40373"/>
                      <a:pt x="67980" y="40250"/>
                      <a:pt x="67980" y="40123"/>
                    </a:cubicBezTo>
                    <a:cubicBezTo>
                      <a:pt x="67857" y="40123"/>
                      <a:pt x="67734" y="40123"/>
                      <a:pt x="67607" y="40123"/>
                    </a:cubicBezTo>
                    <a:cubicBezTo>
                      <a:pt x="67607" y="40000"/>
                      <a:pt x="67607" y="39877"/>
                      <a:pt x="67607" y="39750"/>
                    </a:cubicBezTo>
                    <a:cubicBezTo>
                      <a:pt x="67484" y="39750"/>
                      <a:pt x="67361" y="39750"/>
                      <a:pt x="67234" y="39750"/>
                    </a:cubicBezTo>
                    <a:cubicBezTo>
                      <a:pt x="67234" y="39504"/>
                      <a:pt x="67234" y="39257"/>
                      <a:pt x="67234" y="39004"/>
                    </a:cubicBezTo>
                    <a:cubicBezTo>
                      <a:pt x="67111" y="39004"/>
                      <a:pt x="66988" y="39004"/>
                      <a:pt x="66861" y="39004"/>
                    </a:cubicBezTo>
                    <a:cubicBezTo>
                      <a:pt x="66861" y="38018"/>
                      <a:pt x="66861" y="37033"/>
                      <a:pt x="66861" y="36018"/>
                    </a:cubicBezTo>
                    <a:cubicBezTo>
                      <a:pt x="66984" y="36018"/>
                      <a:pt x="67107" y="36018"/>
                      <a:pt x="67234" y="36018"/>
                    </a:cubicBezTo>
                    <a:cubicBezTo>
                      <a:pt x="67234" y="35772"/>
                      <a:pt x="67234" y="35525"/>
                      <a:pt x="67234" y="35271"/>
                    </a:cubicBezTo>
                    <a:cubicBezTo>
                      <a:pt x="67357" y="35271"/>
                      <a:pt x="67480" y="35271"/>
                      <a:pt x="67607" y="35271"/>
                    </a:cubicBezTo>
                    <a:cubicBezTo>
                      <a:pt x="67607" y="35148"/>
                      <a:pt x="67607" y="35025"/>
                      <a:pt x="67607" y="34898"/>
                    </a:cubicBezTo>
                    <a:cubicBezTo>
                      <a:pt x="67730" y="34898"/>
                      <a:pt x="67854" y="34898"/>
                      <a:pt x="67980" y="34898"/>
                    </a:cubicBezTo>
                    <a:cubicBezTo>
                      <a:pt x="67980" y="34775"/>
                      <a:pt x="67980" y="34652"/>
                      <a:pt x="67980" y="34525"/>
                    </a:cubicBezTo>
                    <a:cubicBezTo>
                      <a:pt x="68104" y="34525"/>
                      <a:pt x="68227" y="34525"/>
                      <a:pt x="68354" y="34525"/>
                    </a:cubicBezTo>
                    <a:cubicBezTo>
                      <a:pt x="68354" y="34402"/>
                      <a:pt x="68354" y="34279"/>
                      <a:pt x="68354" y="34152"/>
                    </a:cubicBezTo>
                    <a:cubicBezTo>
                      <a:pt x="68477" y="34152"/>
                      <a:pt x="68600" y="34152"/>
                      <a:pt x="68727" y="34152"/>
                    </a:cubicBezTo>
                    <a:cubicBezTo>
                      <a:pt x="68727" y="34029"/>
                      <a:pt x="68727" y="33905"/>
                      <a:pt x="68727" y="33779"/>
                    </a:cubicBezTo>
                    <a:cubicBezTo>
                      <a:pt x="68850" y="33779"/>
                      <a:pt x="68973" y="33779"/>
                      <a:pt x="69100" y="33779"/>
                    </a:cubicBezTo>
                    <a:cubicBezTo>
                      <a:pt x="69100" y="33655"/>
                      <a:pt x="69100" y="33532"/>
                      <a:pt x="69100" y="33405"/>
                    </a:cubicBezTo>
                    <a:cubicBezTo>
                      <a:pt x="69346" y="33405"/>
                      <a:pt x="69593" y="33405"/>
                      <a:pt x="69847" y="33405"/>
                    </a:cubicBezTo>
                    <a:cubicBezTo>
                      <a:pt x="69847" y="33282"/>
                      <a:pt x="69847" y="33159"/>
                      <a:pt x="69847" y="33032"/>
                    </a:cubicBezTo>
                    <a:cubicBezTo>
                      <a:pt x="69970" y="33032"/>
                      <a:pt x="70093" y="33032"/>
                      <a:pt x="70220" y="33032"/>
                    </a:cubicBezTo>
                    <a:cubicBezTo>
                      <a:pt x="70220" y="32786"/>
                      <a:pt x="70220" y="32539"/>
                      <a:pt x="70220" y="32286"/>
                    </a:cubicBezTo>
                    <a:cubicBezTo>
                      <a:pt x="70343" y="32286"/>
                      <a:pt x="70466" y="32286"/>
                      <a:pt x="70593" y="32286"/>
                    </a:cubicBezTo>
                    <a:cubicBezTo>
                      <a:pt x="70593" y="31547"/>
                      <a:pt x="70593" y="30808"/>
                      <a:pt x="70593" y="30046"/>
                    </a:cubicBezTo>
                    <a:cubicBezTo>
                      <a:pt x="70470" y="30046"/>
                      <a:pt x="70347" y="30046"/>
                      <a:pt x="70220" y="30046"/>
                    </a:cubicBezTo>
                    <a:cubicBezTo>
                      <a:pt x="70220" y="29184"/>
                      <a:pt x="70220" y="28322"/>
                      <a:pt x="70220" y="27434"/>
                    </a:cubicBezTo>
                    <a:cubicBezTo>
                      <a:pt x="70097" y="27434"/>
                      <a:pt x="69973" y="27434"/>
                      <a:pt x="69847" y="27434"/>
                    </a:cubicBezTo>
                    <a:cubicBezTo>
                      <a:pt x="69847" y="26818"/>
                      <a:pt x="69847" y="26202"/>
                      <a:pt x="69847" y="25568"/>
                    </a:cubicBezTo>
                    <a:cubicBezTo>
                      <a:pt x="69723" y="25568"/>
                      <a:pt x="69600" y="25568"/>
                      <a:pt x="69473" y="25568"/>
                    </a:cubicBezTo>
                    <a:cubicBezTo>
                      <a:pt x="69473" y="25198"/>
                      <a:pt x="69473" y="24829"/>
                      <a:pt x="69473" y="24448"/>
                    </a:cubicBezTo>
                    <a:cubicBezTo>
                      <a:pt x="69350" y="24448"/>
                      <a:pt x="69227" y="24448"/>
                      <a:pt x="69100" y="24448"/>
                    </a:cubicBezTo>
                    <a:cubicBezTo>
                      <a:pt x="69100" y="24325"/>
                      <a:pt x="69100" y="24202"/>
                      <a:pt x="69100" y="24075"/>
                    </a:cubicBezTo>
                    <a:cubicBezTo>
                      <a:pt x="68361" y="24075"/>
                      <a:pt x="67622" y="24075"/>
                      <a:pt x="66861" y="24075"/>
                    </a:cubicBezTo>
                    <a:cubicBezTo>
                      <a:pt x="66861" y="23952"/>
                      <a:pt x="66861" y="23828"/>
                      <a:pt x="66861" y="23702"/>
                    </a:cubicBezTo>
                    <a:cubicBezTo>
                      <a:pt x="66614" y="23702"/>
                      <a:pt x="66368" y="23702"/>
                      <a:pt x="66114" y="23702"/>
                    </a:cubicBezTo>
                    <a:cubicBezTo>
                      <a:pt x="66114" y="23578"/>
                      <a:pt x="66114" y="23455"/>
                      <a:pt x="66114" y="23328"/>
                    </a:cubicBezTo>
                    <a:cubicBezTo>
                      <a:pt x="65991" y="23328"/>
                      <a:pt x="65868" y="23328"/>
                      <a:pt x="65741" y="23328"/>
                    </a:cubicBezTo>
                    <a:cubicBezTo>
                      <a:pt x="65741" y="23205"/>
                      <a:pt x="65741" y="23082"/>
                      <a:pt x="65741" y="22955"/>
                    </a:cubicBezTo>
                    <a:cubicBezTo>
                      <a:pt x="65618" y="22955"/>
                      <a:pt x="65495" y="22955"/>
                      <a:pt x="65368" y="22955"/>
                    </a:cubicBezTo>
                    <a:cubicBezTo>
                      <a:pt x="65368" y="22832"/>
                      <a:pt x="65368" y="22709"/>
                      <a:pt x="65368" y="22582"/>
                    </a:cubicBezTo>
                    <a:cubicBezTo>
                      <a:pt x="65245" y="22582"/>
                      <a:pt x="65122" y="22582"/>
                      <a:pt x="64995" y="22582"/>
                    </a:cubicBezTo>
                    <a:cubicBezTo>
                      <a:pt x="64995" y="22459"/>
                      <a:pt x="64995" y="22336"/>
                      <a:pt x="64995" y="22209"/>
                    </a:cubicBezTo>
                    <a:cubicBezTo>
                      <a:pt x="64872" y="22209"/>
                      <a:pt x="64748" y="22209"/>
                      <a:pt x="64621" y="22209"/>
                    </a:cubicBezTo>
                    <a:cubicBezTo>
                      <a:pt x="64621" y="22085"/>
                      <a:pt x="64621" y="21962"/>
                      <a:pt x="64621" y="21835"/>
                    </a:cubicBezTo>
                    <a:cubicBezTo>
                      <a:pt x="64498" y="21835"/>
                      <a:pt x="64375" y="21835"/>
                      <a:pt x="64248" y="21835"/>
                    </a:cubicBezTo>
                    <a:cubicBezTo>
                      <a:pt x="64248" y="21466"/>
                      <a:pt x="64248" y="21096"/>
                      <a:pt x="64248" y="20716"/>
                    </a:cubicBezTo>
                    <a:cubicBezTo>
                      <a:pt x="64125" y="20716"/>
                      <a:pt x="64002" y="20716"/>
                      <a:pt x="63875" y="20716"/>
                    </a:cubicBezTo>
                    <a:cubicBezTo>
                      <a:pt x="63875" y="20100"/>
                      <a:pt x="63875" y="19484"/>
                      <a:pt x="63875" y="18850"/>
                    </a:cubicBezTo>
                    <a:cubicBezTo>
                      <a:pt x="63998" y="18850"/>
                      <a:pt x="64121" y="18850"/>
                      <a:pt x="64248" y="18850"/>
                    </a:cubicBezTo>
                    <a:cubicBezTo>
                      <a:pt x="64248" y="18603"/>
                      <a:pt x="64248" y="18357"/>
                      <a:pt x="64248" y="18103"/>
                    </a:cubicBezTo>
                    <a:cubicBezTo>
                      <a:pt x="64371" y="18103"/>
                      <a:pt x="64495" y="18103"/>
                      <a:pt x="64621" y="18103"/>
                    </a:cubicBezTo>
                    <a:cubicBezTo>
                      <a:pt x="64621" y="17857"/>
                      <a:pt x="64621" y="17611"/>
                      <a:pt x="64621" y="17357"/>
                    </a:cubicBezTo>
                    <a:cubicBezTo>
                      <a:pt x="64745" y="17357"/>
                      <a:pt x="64868" y="17357"/>
                      <a:pt x="64995" y="17357"/>
                    </a:cubicBezTo>
                    <a:cubicBezTo>
                      <a:pt x="64995" y="16864"/>
                      <a:pt x="64995" y="16371"/>
                      <a:pt x="64995" y="15864"/>
                    </a:cubicBezTo>
                    <a:cubicBezTo>
                      <a:pt x="64872" y="15864"/>
                      <a:pt x="64748" y="15864"/>
                      <a:pt x="64621" y="15864"/>
                    </a:cubicBezTo>
                    <a:cubicBezTo>
                      <a:pt x="64621" y="15741"/>
                      <a:pt x="64621" y="15618"/>
                      <a:pt x="64621" y="15491"/>
                    </a:cubicBezTo>
                    <a:cubicBezTo>
                      <a:pt x="64498" y="15491"/>
                      <a:pt x="64375" y="15491"/>
                      <a:pt x="64248" y="15491"/>
                    </a:cubicBezTo>
                    <a:cubicBezTo>
                      <a:pt x="64248" y="15367"/>
                      <a:pt x="64248" y="15244"/>
                      <a:pt x="64248" y="15117"/>
                    </a:cubicBezTo>
                    <a:cubicBezTo>
                      <a:pt x="64125" y="15117"/>
                      <a:pt x="64002" y="15117"/>
                      <a:pt x="63875" y="15117"/>
                    </a:cubicBezTo>
                    <a:cubicBezTo>
                      <a:pt x="63875" y="14994"/>
                      <a:pt x="63875" y="14871"/>
                      <a:pt x="63875" y="14744"/>
                    </a:cubicBezTo>
                    <a:cubicBezTo>
                      <a:pt x="63752" y="14744"/>
                      <a:pt x="63629" y="14744"/>
                      <a:pt x="63502" y="14744"/>
                    </a:cubicBezTo>
                    <a:cubicBezTo>
                      <a:pt x="63502" y="14621"/>
                      <a:pt x="63502" y="14498"/>
                      <a:pt x="63502" y="14371"/>
                    </a:cubicBezTo>
                    <a:cubicBezTo>
                      <a:pt x="63379" y="14371"/>
                      <a:pt x="63255" y="14371"/>
                      <a:pt x="63129" y="14371"/>
                    </a:cubicBezTo>
                    <a:cubicBezTo>
                      <a:pt x="63129" y="14125"/>
                      <a:pt x="63129" y="13878"/>
                      <a:pt x="63129" y="13624"/>
                    </a:cubicBezTo>
                    <a:cubicBezTo>
                      <a:pt x="63005" y="13624"/>
                      <a:pt x="62882" y="13624"/>
                      <a:pt x="62755" y="13624"/>
                    </a:cubicBezTo>
                    <a:cubicBezTo>
                      <a:pt x="62755" y="13501"/>
                      <a:pt x="62755" y="13378"/>
                      <a:pt x="62755" y="13251"/>
                    </a:cubicBezTo>
                    <a:cubicBezTo>
                      <a:pt x="62632" y="13251"/>
                      <a:pt x="62509" y="13251"/>
                      <a:pt x="62382" y="13251"/>
                    </a:cubicBezTo>
                    <a:cubicBezTo>
                      <a:pt x="62382" y="13128"/>
                      <a:pt x="62382" y="13005"/>
                      <a:pt x="62382" y="12878"/>
                    </a:cubicBezTo>
                    <a:cubicBezTo>
                      <a:pt x="62259" y="12878"/>
                      <a:pt x="62136" y="12878"/>
                      <a:pt x="62009" y="12878"/>
                    </a:cubicBezTo>
                    <a:cubicBezTo>
                      <a:pt x="62009" y="12755"/>
                      <a:pt x="62009" y="12632"/>
                      <a:pt x="62009" y="12505"/>
                    </a:cubicBezTo>
                    <a:cubicBezTo>
                      <a:pt x="61763" y="12505"/>
                      <a:pt x="61516" y="12505"/>
                      <a:pt x="61262" y="12505"/>
                    </a:cubicBezTo>
                    <a:cubicBezTo>
                      <a:pt x="61262" y="12382"/>
                      <a:pt x="61262" y="12259"/>
                      <a:pt x="61262" y="12132"/>
                    </a:cubicBezTo>
                    <a:cubicBezTo>
                      <a:pt x="61139" y="12132"/>
                      <a:pt x="61016" y="12132"/>
                      <a:pt x="60889" y="12132"/>
                    </a:cubicBezTo>
                    <a:cubicBezTo>
                      <a:pt x="60889" y="12008"/>
                      <a:pt x="60889" y="11885"/>
                      <a:pt x="60889" y="11758"/>
                    </a:cubicBezTo>
                    <a:cubicBezTo>
                      <a:pt x="60766" y="11758"/>
                      <a:pt x="60643" y="11758"/>
                      <a:pt x="60516" y="11758"/>
                    </a:cubicBezTo>
                    <a:cubicBezTo>
                      <a:pt x="60516" y="11635"/>
                      <a:pt x="60516" y="11512"/>
                      <a:pt x="60516" y="11385"/>
                    </a:cubicBezTo>
                    <a:cubicBezTo>
                      <a:pt x="60393" y="11385"/>
                      <a:pt x="60270" y="11385"/>
                      <a:pt x="60143" y="11385"/>
                    </a:cubicBezTo>
                    <a:cubicBezTo>
                      <a:pt x="60143" y="11262"/>
                      <a:pt x="60143" y="11139"/>
                      <a:pt x="60143" y="11012"/>
                    </a:cubicBezTo>
                    <a:cubicBezTo>
                      <a:pt x="60020" y="11012"/>
                      <a:pt x="59896" y="11012"/>
                      <a:pt x="59770" y="11012"/>
                    </a:cubicBezTo>
                    <a:cubicBezTo>
                      <a:pt x="59770" y="10889"/>
                      <a:pt x="59770" y="10766"/>
                      <a:pt x="59770" y="10639"/>
                    </a:cubicBezTo>
                    <a:cubicBezTo>
                      <a:pt x="59646" y="10639"/>
                      <a:pt x="59523" y="10639"/>
                      <a:pt x="59396" y="10639"/>
                    </a:cubicBezTo>
                    <a:cubicBezTo>
                      <a:pt x="59396" y="10516"/>
                      <a:pt x="59396" y="10392"/>
                      <a:pt x="59396" y="10265"/>
                    </a:cubicBezTo>
                    <a:cubicBezTo>
                      <a:pt x="59150" y="10265"/>
                      <a:pt x="58904" y="10265"/>
                      <a:pt x="58650" y="10265"/>
                    </a:cubicBezTo>
                    <a:cubicBezTo>
                      <a:pt x="58650" y="10389"/>
                      <a:pt x="58650" y="10512"/>
                      <a:pt x="58650" y="10639"/>
                    </a:cubicBezTo>
                    <a:cubicBezTo>
                      <a:pt x="58404" y="10639"/>
                      <a:pt x="58157" y="10639"/>
                      <a:pt x="57903" y="10639"/>
                    </a:cubicBezTo>
                    <a:cubicBezTo>
                      <a:pt x="57903" y="10762"/>
                      <a:pt x="57903" y="10885"/>
                      <a:pt x="57903" y="11012"/>
                    </a:cubicBezTo>
                    <a:cubicBezTo>
                      <a:pt x="57657" y="11012"/>
                      <a:pt x="57411" y="11012"/>
                      <a:pt x="57157" y="11012"/>
                    </a:cubicBezTo>
                    <a:cubicBezTo>
                      <a:pt x="57157" y="11135"/>
                      <a:pt x="57157" y="11258"/>
                      <a:pt x="57157" y="11385"/>
                    </a:cubicBezTo>
                    <a:cubicBezTo>
                      <a:pt x="56295" y="11385"/>
                      <a:pt x="55433" y="11385"/>
                      <a:pt x="54544" y="11385"/>
                    </a:cubicBezTo>
                    <a:cubicBezTo>
                      <a:pt x="54544" y="11262"/>
                      <a:pt x="54544" y="11139"/>
                      <a:pt x="54544" y="11012"/>
                    </a:cubicBezTo>
                    <a:cubicBezTo>
                      <a:pt x="54298" y="11012"/>
                      <a:pt x="54052" y="11012"/>
                      <a:pt x="53798" y="11012"/>
                    </a:cubicBezTo>
                    <a:cubicBezTo>
                      <a:pt x="53798" y="10889"/>
                      <a:pt x="53798" y="10766"/>
                      <a:pt x="53798" y="10639"/>
                    </a:cubicBezTo>
                    <a:cubicBezTo>
                      <a:pt x="53552" y="10639"/>
                      <a:pt x="53305" y="10639"/>
                      <a:pt x="53052" y="10639"/>
                    </a:cubicBezTo>
                    <a:cubicBezTo>
                      <a:pt x="53052" y="10516"/>
                      <a:pt x="53052" y="10392"/>
                      <a:pt x="53052" y="10265"/>
                    </a:cubicBezTo>
                    <a:cubicBezTo>
                      <a:pt x="52928" y="10265"/>
                      <a:pt x="52805" y="10265"/>
                      <a:pt x="52678" y="10265"/>
                    </a:cubicBezTo>
                    <a:cubicBezTo>
                      <a:pt x="52678" y="10142"/>
                      <a:pt x="52678" y="10019"/>
                      <a:pt x="52678" y="9892"/>
                    </a:cubicBezTo>
                    <a:cubicBezTo>
                      <a:pt x="52555" y="9892"/>
                      <a:pt x="52432" y="9892"/>
                      <a:pt x="52305" y="9892"/>
                    </a:cubicBezTo>
                    <a:cubicBezTo>
                      <a:pt x="52305" y="9769"/>
                      <a:pt x="52305" y="9646"/>
                      <a:pt x="52305" y="9519"/>
                    </a:cubicBezTo>
                    <a:cubicBezTo>
                      <a:pt x="52182" y="9519"/>
                      <a:pt x="52059" y="9519"/>
                      <a:pt x="51932" y="9519"/>
                    </a:cubicBezTo>
                    <a:cubicBezTo>
                      <a:pt x="51932" y="9273"/>
                      <a:pt x="51932" y="9026"/>
                      <a:pt x="51932" y="8773"/>
                    </a:cubicBezTo>
                    <a:cubicBezTo>
                      <a:pt x="51809" y="8773"/>
                      <a:pt x="51686" y="8773"/>
                      <a:pt x="51559" y="8773"/>
                    </a:cubicBezTo>
                    <a:cubicBezTo>
                      <a:pt x="51559" y="8034"/>
                      <a:pt x="51559" y="7295"/>
                      <a:pt x="51559" y="6533"/>
                    </a:cubicBezTo>
                    <a:cubicBezTo>
                      <a:pt x="51436" y="6533"/>
                      <a:pt x="51312" y="6533"/>
                      <a:pt x="51185" y="6533"/>
                    </a:cubicBezTo>
                    <a:cubicBezTo>
                      <a:pt x="51185" y="6410"/>
                      <a:pt x="51185" y="6287"/>
                      <a:pt x="51185" y="6160"/>
                    </a:cubicBezTo>
                    <a:cubicBezTo>
                      <a:pt x="51062" y="6160"/>
                      <a:pt x="50939" y="6160"/>
                      <a:pt x="50812" y="6160"/>
                    </a:cubicBezTo>
                    <a:cubicBezTo>
                      <a:pt x="50812" y="6037"/>
                      <a:pt x="50812" y="5914"/>
                      <a:pt x="50812" y="5787"/>
                    </a:cubicBezTo>
                    <a:cubicBezTo>
                      <a:pt x="50443" y="5787"/>
                      <a:pt x="50073" y="5787"/>
                      <a:pt x="49693" y="5787"/>
                    </a:cubicBezTo>
                    <a:cubicBezTo>
                      <a:pt x="49693" y="5664"/>
                      <a:pt x="49693" y="5540"/>
                      <a:pt x="49693" y="5414"/>
                    </a:cubicBezTo>
                    <a:cubicBezTo>
                      <a:pt x="49077" y="5414"/>
                      <a:pt x="48461" y="5414"/>
                      <a:pt x="47826" y="5414"/>
                    </a:cubicBezTo>
                    <a:cubicBezTo>
                      <a:pt x="47826" y="5290"/>
                      <a:pt x="47826" y="5167"/>
                      <a:pt x="47826" y="5040"/>
                    </a:cubicBezTo>
                    <a:cubicBezTo>
                      <a:pt x="47765" y="5036"/>
                      <a:pt x="47704" y="5031"/>
                      <a:pt x="47641" y="5026"/>
                    </a:cubicBezTo>
                    <a:cubicBezTo>
                      <a:pt x="47414" y="5008"/>
                      <a:pt x="47187" y="4990"/>
                      <a:pt x="46960" y="4971"/>
                    </a:cubicBezTo>
                    <a:cubicBezTo>
                      <a:pt x="46861" y="4963"/>
                      <a:pt x="46763" y="4955"/>
                      <a:pt x="46665" y="4948"/>
                    </a:cubicBezTo>
                    <a:cubicBezTo>
                      <a:pt x="46524" y="4937"/>
                      <a:pt x="46382" y="4925"/>
                      <a:pt x="46241" y="4913"/>
                    </a:cubicBezTo>
                    <a:cubicBezTo>
                      <a:pt x="46156" y="4906"/>
                      <a:pt x="46071" y="4899"/>
                      <a:pt x="45983" y="4892"/>
                    </a:cubicBezTo>
                    <a:cubicBezTo>
                      <a:pt x="45774" y="4854"/>
                      <a:pt x="45774" y="4854"/>
                      <a:pt x="45587" y="4667"/>
                    </a:cubicBezTo>
                    <a:cubicBezTo>
                      <a:pt x="45437" y="4645"/>
                      <a:pt x="45437" y="4645"/>
                      <a:pt x="45258" y="4646"/>
                    </a:cubicBezTo>
                    <a:cubicBezTo>
                      <a:pt x="45190" y="4646"/>
                      <a:pt x="45123" y="4646"/>
                      <a:pt x="45054" y="4646"/>
                    </a:cubicBezTo>
                    <a:cubicBezTo>
                      <a:pt x="44981" y="4647"/>
                      <a:pt x="44909" y="4648"/>
                      <a:pt x="44834" y="4649"/>
                    </a:cubicBezTo>
                    <a:cubicBezTo>
                      <a:pt x="44797" y="4649"/>
                      <a:pt x="44797" y="4649"/>
                      <a:pt x="44609" y="4650"/>
                    </a:cubicBezTo>
                    <a:cubicBezTo>
                      <a:pt x="44371" y="4651"/>
                      <a:pt x="44134" y="4653"/>
                      <a:pt x="43896" y="4656"/>
                    </a:cubicBezTo>
                    <a:cubicBezTo>
                      <a:pt x="43735" y="4657"/>
                      <a:pt x="43574" y="4657"/>
                      <a:pt x="43413" y="4658"/>
                    </a:cubicBezTo>
                    <a:cubicBezTo>
                      <a:pt x="43018" y="4660"/>
                      <a:pt x="42623" y="4663"/>
                      <a:pt x="42228" y="4667"/>
                    </a:cubicBezTo>
                    <a:cubicBezTo>
                      <a:pt x="42228" y="4544"/>
                      <a:pt x="42228" y="4421"/>
                      <a:pt x="42228" y="4294"/>
                    </a:cubicBezTo>
                    <a:cubicBezTo>
                      <a:pt x="41859" y="4294"/>
                      <a:pt x="41489" y="4294"/>
                      <a:pt x="41108" y="4294"/>
                    </a:cubicBezTo>
                    <a:close/>
                    <a:moveTo>
                      <a:pt x="29539" y="5787"/>
                    </a:moveTo>
                    <a:cubicBezTo>
                      <a:pt x="29539" y="5910"/>
                      <a:pt x="29539" y="6033"/>
                      <a:pt x="29539" y="6160"/>
                    </a:cubicBezTo>
                    <a:cubicBezTo>
                      <a:pt x="29169" y="6160"/>
                      <a:pt x="28800" y="6160"/>
                      <a:pt x="28419" y="6160"/>
                    </a:cubicBezTo>
                    <a:cubicBezTo>
                      <a:pt x="28419" y="6283"/>
                      <a:pt x="28419" y="6406"/>
                      <a:pt x="28419" y="6533"/>
                    </a:cubicBezTo>
                    <a:cubicBezTo>
                      <a:pt x="28049" y="6533"/>
                      <a:pt x="27680" y="6533"/>
                      <a:pt x="27299" y="6533"/>
                    </a:cubicBezTo>
                    <a:cubicBezTo>
                      <a:pt x="27299" y="6656"/>
                      <a:pt x="27299" y="6780"/>
                      <a:pt x="27299" y="6906"/>
                    </a:cubicBezTo>
                    <a:cubicBezTo>
                      <a:pt x="27053" y="6906"/>
                      <a:pt x="26807" y="6906"/>
                      <a:pt x="26553" y="6906"/>
                    </a:cubicBezTo>
                    <a:cubicBezTo>
                      <a:pt x="26553" y="7030"/>
                      <a:pt x="26553" y="7153"/>
                      <a:pt x="26553" y="7280"/>
                    </a:cubicBezTo>
                    <a:cubicBezTo>
                      <a:pt x="26183" y="7280"/>
                      <a:pt x="25814" y="7280"/>
                      <a:pt x="25433" y="7280"/>
                    </a:cubicBezTo>
                    <a:cubicBezTo>
                      <a:pt x="25433" y="7403"/>
                      <a:pt x="25433" y="7526"/>
                      <a:pt x="25433" y="7653"/>
                    </a:cubicBezTo>
                    <a:cubicBezTo>
                      <a:pt x="25187" y="7653"/>
                      <a:pt x="24940" y="7653"/>
                      <a:pt x="24687" y="7653"/>
                    </a:cubicBezTo>
                    <a:cubicBezTo>
                      <a:pt x="24687" y="7776"/>
                      <a:pt x="24687" y="7899"/>
                      <a:pt x="24687" y="8026"/>
                    </a:cubicBezTo>
                    <a:cubicBezTo>
                      <a:pt x="24440" y="8026"/>
                      <a:pt x="24194" y="8026"/>
                      <a:pt x="23940" y="8026"/>
                    </a:cubicBezTo>
                    <a:cubicBezTo>
                      <a:pt x="23940" y="8149"/>
                      <a:pt x="23940" y="8272"/>
                      <a:pt x="23940" y="8399"/>
                    </a:cubicBezTo>
                    <a:cubicBezTo>
                      <a:pt x="23694" y="8399"/>
                      <a:pt x="23448" y="8399"/>
                      <a:pt x="23194" y="8399"/>
                    </a:cubicBezTo>
                    <a:cubicBezTo>
                      <a:pt x="23194" y="8523"/>
                      <a:pt x="23194" y="8646"/>
                      <a:pt x="23194" y="8773"/>
                    </a:cubicBezTo>
                    <a:cubicBezTo>
                      <a:pt x="22947" y="8773"/>
                      <a:pt x="22701" y="8773"/>
                      <a:pt x="22447" y="8773"/>
                    </a:cubicBezTo>
                    <a:cubicBezTo>
                      <a:pt x="22447" y="8896"/>
                      <a:pt x="22447" y="9019"/>
                      <a:pt x="22447" y="9146"/>
                    </a:cubicBezTo>
                    <a:cubicBezTo>
                      <a:pt x="22201" y="9146"/>
                      <a:pt x="21955" y="9146"/>
                      <a:pt x="21701" y="9146"/>
                    </a:cubicBezTo>
                    <a:cubicBezTo>
                      <a:pt x="21701" y="9269"/>
                      <a:pt x="21701" y="9392"/>
                      <a:pt x="21701" y="9519"/>
                    </a:cubicBezTo>
                    <a:cubicBezTo>
                      <a:pt x="21455" y="9519"/>
                      <a:pt x="21208" y="9519"/>
                      <a:pt x="20954" y="9519"/>
                    </a:cubicBezTo>
                    <a:cubicBezTo>
                      <a:pt x="20954" y="10135"/>
                      <a:pt x="20954" y="10751"/>
                      <a:pt x="20954" y="11385"/>
                    </a:cubicBezTo>
                    <a:cubicBezTo>
                      <a:pt x="21078" y="11385"/>
                      <a:pt x="21201" y="11385"/>
                      <a:pt x="21328" y="11385"/>
                    </a:cubicBezTo>
                    <a:cubicBezTo>
                      <a:pt x="21328" y="11878"/>
                      <a:pt x="21328" y="12370"/>
                      <a:pt x="21328" y="12878"/>
                    </a:cubicBezTo>
                    <a:cubicBezTo>
                      <a:pt x="21204" y="12878"/>
                      <a:pt x="21081" y="12878"/>
                      <a:pt x="20954" y="12878"/>
                    </a:cubicBezTo>
                    <a:cubicBezTo>
                      <a:pt x="20954" y="13248"/>
                      <a:pt x="20954" y="13617"/>
                      <a:pt x="20954" y="13998"/>
                    </a:cubicBezTo>
                    <a:cubicBezTo>
                      <a:pt x="20831" y="13998"/>
                      <a:pt x="20708" y="13998"/>
                      <a:pt x="20581" y="13998"/>
                    </a:cubicBezTo>
                    <a:cubicBezTo>
                      <a:pt x="20581" y="14121"/>
                      <a:pt x="20581" y="14244"/>
                      <a:pt x="20581" y="14371"/>
                    </a:cubicBezTo>
                    <a:cubicBezTo>
                      <a:pt x="20458" y="14371"/>
                      <a:pt x="20335" y="14371"/>
                      <a:pt x="20208" y="14371"/>
                    </a:cubicBezTo>
                    <a:cubicBezTo>
                      <a:pt x="20208" y="14617"/>
                      <a:pt x="20208" y="14864"/>
                      <a:pt x="20208" y="15117"/>
                    </a:cubicBezTo>
                    <a:cubicBezTo>
                      <a:pt x="20085" y="15117"/>
                      <a:pt x="19962" y="15117"/>
                      <a:pt x="19835" y="15117"/>
                    </a:cubicBezTo>
                    <a:cubicBezTo>
                      <a:pt x="19835" y="15241"/>
                      <a:pt x="19835" y="15364"/>
                      <a:pt x="19835" y="15491"/>
                    </a:cubicBezTo>
                    <a:cubicBezTo>
                      <a:pt x="19712" y="15491"/>
                      <a:pt x="19588" y="15491"/>
                      <a:pt x="19462" y="15491"/>
                    </a:cubicBezTo>
                    <a:cubicBezTo>
                      <a:pt x="19462" y="15614"/>
                      <a:pt x="19462" y="15737"/>
                      <a:pt x="19462" y="15864"/>
                    </a:cubicBezTo>
                    <a:cubicBezTo>
                      <a:pt x="19215" y="15864"/>
                      <a:pt x="18969" y="15864"/>
                      <a:pt x="18715" y="15864"/>
                    </a:cubicBezTo>
                    <a:cubicBezTo>
                      <a:pt x="18715" y="15987"/>
                      <a:pt x="18715" y="16110"/>
                      <a:pt x="18715" y="16237"/>
                    </a:cubicBezTo>
                    <a:cubicBezTo>
                      <a:pt x="17607" y="16237"/>
                      <a:pt x="16498" y="16237"/>
                      <a:pt x="15356" y="16237"/>
                    </a:cubicBezTo>
                    <a:cubicBezTo>
                      <a:pt x="15356" y="16114"/>
                      <a:pt x="15356" y="15991"/>
                      <a:pt x="15356" y="15864"/>
                    </a:cubicBezTo>
                    <a:cubicBezTo>
                      <a:pt x="14863" y="15864"/>
                      <a:pt x="14371" y="15864"/>
                      <a:pt x="13863" y="15864"/>
                    </a:cubicBezTo>
                    <a:cubicBezTo>
                      <a:pt x="13863" y="15987"/>
                      <a:pt x="13863" y="16110"/>
                      <a:pt x="13863" y="16237"/>
                    </a:cubicBezTo>
                    <a:cubicBezTo>
                      <a:pt x="13740" y="16237"/>
                      <a:pt x="13617" y="16237"/>
                      <a:pt x="13490" y="16237"/>
                    </a:cubicBezTo>
                    <a:cubicBezTo>
                      <a:pt x="13490" y="16360"/>
                      <a:pt x="13490" y="16483"/>
                      <a:pt x="13490" y="16610"/>
                    </a:cubicBezTo>
                    <a:cubicBezTo>
                      <a:pt x="13367" y="16610"/>
                      <a:pt x="13244" y="16610"/>
                      <a:pt x="13117" y="16610"/>
                    </a:cubicBezTo>
                    <a:cubicBezTo>
                      <a:pt x="13117" y="16733"/>
                      <a:pt x="13117" y="16857"/>
                      <a:pt x="13117" y="16984"/>
                    </a:cubicBezTo>
                    <a:cubicBezTo>
                      <a:pt x="12994" y="16984"/>
                      <a:pt x="12870" y="16984"/>
                      <a:pt x="12744" y="16984"/>
                    </a:cubicBezTo>
                    <a:cubicBezTo>
                      <a:pt x="12744" y="17107"/>
                      <a:pt x="12744" y="17230"/>
                      <a:pt x="12744" y="17357"/>
                    </a:cubicBezTo>
                    <a:cubicBezTo>
                      <a:pt x="12620" y="17357"/>
                      <a:pt x="12497" y="17357"/>
                      <a:pt x="12370" y="17357"/>
                    </a:cubicBezTo>
                    <a:cubicBezTo>
                      <a:pt x="12370" y="17603"/>
                      <a:pt x="12370" y="17849"/>
                      <a:pt x="12370" y="18103"/>
                    </a:cubicBezTo>
                    <a:cubicBezTo>
                      <a:pt x="12247" y="18103"/>
                      <a:pt x="12124" y="18103"/>
                      <a:pt x="11997" y="18103"/>
                    </a:cubicBezTo>
                    <a:cubicBezTo>
                      <a:pt x="11997" y="18226"/>
                      <a:pt x="11997" y="18349"/>
                      <a:pt x="11997" y="18476"/>
                    </a:cubicBezTo>
                    <a:cubicBezTo>
                      <a:pt x="11874" y="18476"/>
                      <a:pt x="11751" y="18476"/>
                      <a:pt x="11624" y="18476"/>
                    </a:cubicBezTo>
                    <a:cubicBezTo>
                      <a:pt x="11624" y="18723"/>
                      <a:pt x="11624" y="18969"/>
                      <a:pt x="11624" y="19223"/>
                    </a:cubicBezTo>
                    <a:cubicBezTo>
                      <a:pt x="11501" y="19223"/>
                      <a:pt x="11378" y="19223"/>
                      <a:pt x="11251" y="19223"/>
                    </a:cubicBezTo>
                    <a:cubicBezTo>
                      <a:pt x="11251" y="19346"/>
                      <a:pt x="11251" y="19469"/>
                      <a:pt x="11251" y="19596"/>
                    </a:cubicBezTo>
                    <a:cubicBezTo>
                      <a:pt x="11127" y="19596"/>
                      <a:pt x="11004" y="19596"/>
                      <a:pt x="10877" y="19596"/>
                    </a:cubicBezTo>
                    <a:cubicBezTo>
                      <a:pt x="10877" y="19966"/>
                      <a:pt x="10877" y="20335"/>
                      <a:pt x="10877" y="20716"/>
                    </a:cubicBezTo>
                    <a:cubicBezTo>
                      <a:pt x="10754" y="20716"/>
                      <a:pt x="10631" y="20716"/>
                      <a:pt x="10504" y="20716"/>
                    </a:cubicBezTo>
                    <a:cubicBezTo>
                      <a:pt x="10504" y="20962"/>
                      <a:pt x="10504" y="21208"/>
                      <a:pt x="10504" y="21462"/>
                    </a:cubicBezTo>
                    <a:cubicBezTo>
                      <a:pt x="10381" y="21462"/>
                      <a:pt x="10258" y="21462"/>
                      <a:pt x="10131" y="21462"/>
                    </a:cubicBezTo>
                    <a:cubicBezTo>
                      <a:pt x="10131" y="21709"/>
                      <a:pt x="10131" y="21955"/>
                      <a:pt x="10131" y="22209"/>
                    </a:cubicBezTo>
                    <a:cubicBezTo>
                      <a:pt x="10008" y="22209"/>
                      <a:pt x="9885" y="22209"/>
                      <a:pt x="9758" y="22209"/>
                    </a:cubicBezTo>
                    <a:cubicBezTo>
                      <a:pt x="9758" y="22455"/>
                      <a:pt x="9758" y="22701"/>
                      <a:pt x="9758" y="22955"/>
                    </a:cubicBezTo>
                    <a:cubicBezTo>
                      <a:pt x="9635" y="22955"/>
                      <a:pt x="9511" y="22955"/>
                      <a:pt x="9384" y="22955"/>
                    </a:cubicBezTo>
                    <a:cubicBezTo>
                      <a:pt x="9384" y="23078"/>
                      <a:pt x="9384" y="23201"/>
                      <a:pt x="9384" y="23328"/>
                    </a:cubicBezTo>
                    <a:cubicBezTo>
                      <a:pt x="9261" y="23328"/>
                      <a:pt x="9138" y="23328"/>
                      <a:pt x="9011" y="23328"/>
                    </a:cubicBezTo>
                    <a:cubicBezTo>
                      <a:pt x="9011" y="23698"/>
                      <a:pt x="9011" y="24067"/>
                      <a:pt x="9011" y="24448"/>
                    </a:cubicBezTo>
                    <a:cubicBezTo>
                      <a:pt x="8888" y="24448"/>
                      <a:pt x="8765" y="24448"/>
                      <a:pt x="8638" y="24448"/>
                    </a:cubicBezTo>
                    <a:cubicBezTo>
                      <a:pt x="8638" y="24941"/>
                      <a:pt x="8638" y="25433"/>
                      <a:pt x="8638" y="25941"/>
                    </a:cubicBezTo>
                    <a:cubicBezTo>
                      <a:pt x="9131" y="25941"/>
                      <a:pt x="9623" y="25941"/>
                      <a:pt x="10131" y="25941"/>
                    </a:cubicBezTo>
                    <a:cubicBezTo>
                      <a:pt x="10131" y="25818"/>
                      <a:pt x="10131" y="25695"/>
                      <a:pt x="10131" y="25568"/>
                    </a:cubicBezTo>
                    <a:cubicBezTo>
                      <a:pt x="12717" y="25568"/>
                      <a:pt x="15304" y="25568"/>
                      <a:pt x="17969" y="25568"/>
                    </a:cubicBezTo>
                    <a:cubicBezTo>
                      <a:pt x="17969" y="25691"/>
                      <a:pt x="17969" y="25814"/>
                      <a:pt x="17969" y="25941"/>
                    </a:cubicBezTo>
                    <a:cubicBezTo>
                      <a:pt x="18461" y="25941"/>
                      <a:pt x="18954" y="25941"/>
                      <a:pt x="19462" y="25941"/>
                    </a:cubicBezTo>
                    <a:cubicBezTo>
                      <a:pt x="19462" y="26064"/>
                      <a:pt x="19462" y="26187"/>
                      <a:pt x="19462" y="26314"/>
                    </a:cubicBezTo>
                    <a:cubicBezTo>
                      <a:pt x="19954" y="26314"/>
                      <a:pt x="20447" y="26314"/>
                      <a:pt x="20954" y="26314"/>
                    </a:cubicBezTo>
                    <a:cubicBezTo>
                      <a:pt x="20954" y="26437"/>
                      <a:pt x="20954" y="26560"/>
                      <a:pt x="20954" y="26687"/>
                    </a:cubicBezTo>
                    <a:cubicBezTo>
                      <a:pt x="21201" y="26687"/>
                      <a:pt x="21447" y="26687"/>
                      <a:pt x="21701" y="26687"/>
                    </a:cubicBezTo>
                    <a:cubicBezTo>
                      <a:pt x="21701" y="26441"/>
                      <a:pt x="21701" y="26195"/>
                      <a:pt x="21701" y="25941"/>
                    </a:cubicBezTo>
                    <a:cubicBezTo>
                      <a:pt x="21824" y="25941"/>
                      <a:pt x="21947" y="25941"/>
                      <a:pt x="22074" y="25941"/>
                    </a:cubicBezTo>
                    <a:cubicBezTo>
                      <a:pt x="22074" y="25695"/>
                      <a:pt x="22074" y="25448"/>
                      <a:pt x="22074" y="25194"/>
                    </a:cubicBezTo>
                    <a:cubicBezTo>
                      <a:pt x="22197" y="25194"/>
                      <a:pt x="22320" y="25194"/>
                      <a:pt x="22447" y="25194"/>
                    </a:cubicBezTo>
                    <a:cubicBezTo>
                      <a:pt x="22447" y="24948"/>
                      <a:pt x="22447" y="24702"/>
                      <a:pt x="22447" y="24448"/>
                    </a:cubicBezTo>
                    <a:cubicBezTo>
                      <a:pt x="22570" y="24448"/>
                      <a:pt x="22694" y="24448"/>
                      <a:pt x="22821" y="24448"/>
                    </a:cubicBezTo>
                    <a:cubicBezTo>
                      <a:pt x="22821" y="24202"/>
                      <a:pt x="22821" y="23955"/>
                      <a:pt x="22821" y="23702"/>
                    </a:cubicBezTo>
                    <a:cubicBezTo>
                      <a:pt x="22944" y="23702"/>
                      <a:pt x="23067" y="23702"/>
                      <a:pt x="23194" y="23702"/>
                    </a:cubicBezTo>
                    <a:cubicBezTo>
                      <a:pt x="23194" y="23455"/>
                      <a:pt x="23194" y="23209"/>
                      <a:pt x="23194" y="22955"/>
                    </a:cubicBezTo>
                    <a:cubicBezTo>
                      <a:pt x="23317" y="22955"/>
                      <a:pt x="23440" y="22955"/>
                      <a:pt x="23567" y="22955"/>
                    </a:cubicBezTo>
                    <a:cubicBezTo>
                      <a:pt x="23904" y="22564"/>
                      <a:pt x="23980" y="22100"/>
                      <a:pt x="23953" y="21599"/>
                    </a:cubicBezTo>
                    <a:cubicBezTo>
                      <a:pt x="23949" y="21554"/>
                      <a:pt x="23945" y="21509"/>
                      <a:pt x="23940" y="21462"/>
                    </a:cubicBezTo>
                    <a:cubicBezTo>
                      <a:pt x="24063" y="21462"/>
                      <a:pt x="24187" y="21462"/>
                      <a:pt x="24313" y="21462"/>
                    </a:cubicBezTo>
                    <a:cubicBezTo>
                      <a:pt x="24313" y="21216"/>
                      <a:pt x="24313" y="20970"/>
                      <a:pt x="24313" y="20716"/>
                    </a:cubicBezTo>
                    <a:cubicBezTo>
                      <a:pt x="24437" y="20716"/>
                      <a:pt x="24560" y="20716"/>
                      <a:pt x="24687" y="20716"/>
                    </a:cubicBezTo>
                    <a:cubicBezTo>
                      <a:pt x="25024" y="20324"/>
                      <a:pt x="25100" y="19860"/>
                      <a:pt x="25073" y="19360"/>
                    </a:cubicBezTo>
                    <a:cubicBezTo>
                      <a:pt x="25069" y="19315"/>
                      <a:pt x="25064" y="19269"/>
                      <a:pt x="25060" y="19223"/>
                    </a:cubicBezTo>
                    <a:cubicBezTo>
                      <a:pt x="25031" y="19227"/>
                      <a:pt x="25031" y="19227"/>
                      <a:pt x="24886" y="19245"/>
                    </a:cubicBezTo>
                    <a:cubicBezTo>
                      <a:pt x="24820" y="19238"/>
                      <a:pt x="24754" y="19230"/>
                      <a:pt x="24687" y="19223"/>
                    </a:cubicBezTo>
                    <a:cubicBezTo>
                      <a:pt x="24575" y="19066"/>
                      <a:pt x="24575" y="19066"/>
                      <a:pt x="24488" y="18861"/>
                    </a:cubicBezTo>
                    <a:cubicBezTo>
                      <a:pt x="24382" y="18617"/>
                      <a:pt x="24318" y="18481"/>
                      <a:pt x="24127" y="18290"/>
                    </a:cubicBezTo>
                    <a:cubicBezTo>
                      <a:pt x="24097" y="18133"/>
                      <a:pt x="24097" y="18133"/>
                      <a:pt x="24089" y="17943"/>
                    </a:cubicBezTo>
                    <a:cubicBezTo>
                      <a:pt x="24085" y="17872"/>
                      <a:pt x="24081" y="17801"/>
                      <a:pt x="24077" y="17728"/>
                    </a:cubicBezTo>
                    <a:cubicBezTo>
                      <a:pt x="24074" y="17651"/>
                      <a:pt x="24071" y="17575"/>
                      <a:pt x="24068" y="17496"/>
                    </a:cubicBezTo>
                    <a:cubicBezTo>
                      <a:pt x="24064" y="17418"/>
                      <a:pt x="24060" y="17339"/>
                      <a:pt x="24056" y="17258"/>
                    </a:cubicBezTo>
                    <a:cubicBezTo>
                      <a:pt x="24044" y="17007"/>
                      <a:pt x="24033" y="16756"/>
                      <a:pt x="24022" y="16505"/>
                    </a:cubicBezTo>
                    <a:cubicBezTo>
                      <a:pt x="24014" y="16335"/>
                      <a:pt x="24006" y="16165"/>
                      <a:pt x="23997" y="15995"/>
                    </a:cubicBezTo>
                    <a:cubicBezTo>
                      <a:pt x="23977" y="15578"/>
                      <a:pt x="23958" y="15161"/>
                      <a:pt x="23940" y="14744"/>
                    </a:cubicBezTo>
                    <a:cubicBezTo>
                      <a:pt x="24063" y="14744"/>
                      <a:pt x="24187" y="14744"/>
                      <a:pt x="24313" y="14744"/>
                    </a:cubicBezTo>
                    <a:cubicBezTo>
                      <a:pt x="24313" y="14498"/>
                      <a:pt x="24313" y="14252"/>
                      <a:pt x="24313" y="13998"/>
                    </a:cubicBezTo>
                    <a:cubicBezTo>
                      <a:pt x="24437" y="13998"/>
                      <a:pt x="24560" y="13998"/>
                      <a:pt x="24687" y="13998"/>
                    </a:cubicBezTo>
                    <a:cubicBezTo>
                      <a:pt x="24687" y="13875"/>
                      <a:pt x="24687" y="13751"/>
                      <a:pt x="24687" y="13624"/>
                    </a:cubicBezTo>
                    <a:cubicBezTo>
                      <a:pt x="24810" y="13624"/>
                      <a:pt x="24933" y="13624"/>
                      <a:pt x="25060" y="13624"/>
                    </a:cubicBezTo>
                    <a:cubicBezTo>
                      <a:pt x="25060" y="13501"/>
                      <a:pt x="25060" y="13378"/>
                      <a:pt x="25060" y="13251"/>
                    </a:cubicBezTo>
                    <a:cubicBezTo>
                      <a:pt x="25183" y="13251"/>
                      <a:pt x="25306" y="13251"/>
                      <a:pt x="25433" y="13251"/>
                    </a:cubicBezTo>
                    <a:cubicBezTo>
                      <a:pt x="25433" y="13128"/>
                      <a:pt x="25433" y="13005"/>
                      <a:pt x="25433" y="12878"/>
                    </a:cubicBezTo>
                    <a:cubicBezTo>
                      <a:pt x="25556" y="12878"/>
                      <a:pt x="25679" y="12878"/>
                      <a:pt x="25806" y="12878"/>
                    </a:cubicBezTo>
                    <a:cubicBezTo>
                      <a:pt x="25806" y="12755"/>
                      <a:pt x="25806" y="12632"/>
                      <a:pt x="25806" y="12505"/>
                    </a:cubicBezTo>
                    <a:cubicBezTo>
                      <a:pt x="26545" y="12382"/>
                      <a:pt x="27284" y="12259"/>
                      <a:pt x="28046" y="12132"/>
                    </a:cubicBezTo>
                    <a:cubicBezTo>
                      <a:pt x="28046" y="12008"/>
                      <a:pt x="28046" y="11885"/>
                      <a:pt x="28046" y="11758"/>
                    </a:cubicBezTo>
                    <a:cubicBezTo>
                      <a:pt x="28292" y="11758"/>
                      <a:pt x="28538" y="11758"/>
                      <a:pt x="28792" y="11758"/>
                    </a:cubicBezTo>
                    <a:cubicBezTo>
                      <a:pt x="28792" y="11882"/>
                      <a:pt x="28792" y="12005"/>
                      <a:pt x="28792" y="12132"/>
                    </a:cubicBezTo>
                    <a:cubicBezTo>
                      <a:pt x="29038" y="12132"/>
                      <a:pt x="29285" y="12132"/>
                      <a:pt x="29539" y="12132"/>
                    </a:cubicBezTo>
                    <a:cubicBezTo>
                      <a:pt x="29539" y="12008"/>
                      <a:pt x="29539" y="11885"/>
                      <a:pt x="29539" y="11758"/>
                    </a:cubicBezTo>
                    <a:cubicBezTo>
                      <a:pt x="29662" y="11758"/>
                      <a:pt x="29785" y="11758"/>
                      <a:pt x="29912" y="11758"/>
                    </a:cubicBezTo>
                    <a:cubicBezTo>
                      <a:pt x="29912" y="11635"/>
                      <a:pt x="29912" y="11512"/>
                      <a:pt x="29912" y="11385"/>
                    </a:cubicBezTo>
                    <a:cubicBezTo>
                      <a:pt x="30035" y="11385"/>
                      <a:pt x="30158" y="11385"/>
                      <a:pt x="30285" y="11385"/>
                    </a:cubicBezTo>
                    <a:cubicBezTo>
                      <a:pt x="30285" y="11139"/>
                      <a:pt x="30285" y="10893"/>
                      <a:pt x="30285" y="10639"/>
                    </a:cubicBezTo>
                    <a:cubicBezTo>
                      <a:pt x="30408" y="10639"/>
                      <a:pt x="30531" y="10639"/>
                      <a:pt x="30658" y="10639"/>
                    </a:cubicBezTo>
                    <a:cubicBezTo>
                      <a:pt x="30658" y="10516"/>
                      <a:pt x="30658" y="10392"/>
                      <a:pt x="30658" y="10265"/>
                    </a:cubicBezTo>
                    <a:cubicBezTo>
                      <a:pt x="30781" y="10265"/>
                      <a:pt x="30905" y="10265"/>
                      <a:pt x="31031" y="10265"/>
                    </a:cubicBezTo>
                    <a:cubicBezTo>
                      <a:pt x="31031" y="10019"/>
                      <a:pt x="31031" y="9773"/>
                      <a:pt x="31031" y="9519"/>
                    </a:cubicBezTo>
                    <a:cubicBezTo>
                      <a:pt x="31155" y="9519"/>
                      <a:pt x="31278" y="9519"/>
                      <a:pt x="31405" y="9519"/>
                    </a:cubicBezTo>
                    <a:cubicBezTo>
                      <a:pt x="31405" y="9396"/>
                      <a:pt x="31405" y="9273"/>
                      <a:pt x="31405" y="9146"/>
                    </a:cubicBezTo>
                    <a:cubicBezTo>
                      <a:pt x="31528" y="9146"/>
                      <a:pt x="31651" y="9146"/>
                      <a:pt x="31778" y="9146"/>
                    </a:cubicBezTo>
                    <a:cubicBezTo>
                      <a:pt x="31778" y="8899"/>
                      <a:pt x="31778" y="8653"/>
                      <a:pt x="31778" y="8399"/>
                    </a:cubicBezTo>
                    <a:cubicBezTo>
                      <a:pt x="31901" y="8399"/>
                      <a:pt x="32024" y="8399"/>
                      <a:pt x="32151" y="8399"/>
                    </a:cubicBezTo>
                    <a:cubicBezTo>
                      <a:pt x="32151" y="8276"/>
                      <a:pt x="32151" y="8153"/>
                      <a:pt x="32151" y="8026"/>
                    </a:cubicBezTo>
                    <a:cubicBezTo>
                      <a:pt x="32274" y="8026"/>
                      <a:pt x="32397" y="8026"/>
                      <a:pt x="32524" y="8026"/>
                    </a:cubicBezTo>
                    <a:cubicBezTo>
                      <a:pt x="32524" y="7903"/>
                      <a:pt x="32524" y="7780"/>
                      <a:pt x="32524" y="7653"/>
                    </a:cubicBezTo>
                    <a:cubicBezTo>
                      <a:pt x="32647" y="7653"/>
                      <a:pt x="32771" y="7653"/>
                      <a:pt x="32898" y="7653"/>
                    </a:cubicBezTo>
                    <a:cubicBezTo>
                      <a:pt x="32898" y="7283"/>
                      <a:pt x="32898" y="6914"/>
                      <a:pt x="32898" y="6533"/>
                    </a:cubicBezTo>
                    <a:cubicBezTo>
                      <a:pt x="32774" y="6533"/>
                      <a:pt x="32651" y="6533"/>
                      <a:pt x="32524" y="6533"/>
                    </a:cubicBezTo>
                    <a:cubicBezTo>
                      <a:pt x="32524" y="6287"/>
                      <a:pt x="32524" y="6041"/>
                      <a:pt x="32524" y="5787"/>
                    </a:cubicBezTo>
                    <a:cubicBezTo>
                      <a:pt x="32401" y="5787"/>
                      <a:pt x="32278" y="5787"/>
                      <a:pt x="32151" y="5787"/>
                    </a:cubicBezTo>
                    <a:cubicBezTo>
                      <a:pt x="32151" y="5664"/>
                      <a:pt x="32151" y="5540"/>
                      <a:pt x="32151" y="5414"/>
                    </a:cubicBezTo>
                    <a:cubicBezTo>
                      <a:pt x="31202" y="5367"/>
                      <a:pt x="30418" y="5414"/>
                      <a:pt x="29539" y="5787"/>
                    </a:cubicBezTo>
                    <a:close/>
                    <a:moveTo>
                      <a:pt x="54544" y="5414"/>
                    </a:moveTo>
                    <a:cubicBezTo>
                      <a:pt x="54544" y="5537"/>
                      <a:pt x="54544" y="5660"/>
                      <a:pt x="54544" y="5787"/>
                    </a:cubicBezTo>
                    <a:cubicBezTo>
                      <a:pt x="54421" y="5787"/>
                      <a:pt x="54298" y="5787"/>
                      <a:pt x="54171" y="5787"/>
                    </a:cubicBezTo>
                    <a:cubicBezTo>
                      <a:pt x="54171" y="5910"/>
                      <a:pt x="54171" y="6033"/>
                      <a:pt x="54171" y="6160"/>
                    </a:cubicBezTo>
                    <a:cubicBezTo>
                      <a:pt x="54048" y="6160"/>
                      <a:pt x="53925" y="6160"/>
                      <a:pt x="53798" y="6160"/>
                    </a:cubicBezTo>
                    <a:cubicBezTo>
                      <a:pt x="53798" y="6776"/>
                      <a:pt x="53798" y="7392"/>
                      <a:pt x="53798" y="8026"/>
                    </a:cubicBezTo>
                    <a:cubicBezTo>
                      <a:pt x="53921" y="8026"/>
                      <a:pt x="54044" y="8026"/>
                      <a:pt x="54171" y="8026"/>
                    </a:cubicBezTo>
                    <a:cubicBezTo>
                      <a:pt x="54171" y="8149"/>
                      <a:pt x="54171" y="8272"/>
                      <a:pt x="54171" y="8399"/>
                    </a:cubicBezTo>
                    <a:cubicBezTo>
                      <a:pt x="54294" y="8399"/>
                      <a:pt x="54418" y="8399"/>
                      <a:pt x="54544" y="8399"/>
                    </a:cubicBezTo>
                    <a:cubicBezTo>
                      <a:pt x="54544" y="8523"/>
                      <a:pt x="54544" y="8646"/>
                      <a:pt x="54544" y="8773"/>
                    </a:cubicBezTo>
                    <a:cubicBezTo>
                      <a:pt x="54668" y="8773"/>
                      <a:pt x="54791" y="8773"/>
                      <a:pt x="54918" y="8773"/>
                    </a:cubicBezTo>
                    <a:cubicBezTo>
                      <a:pt x="54918" y="8896"/>
                      <a:pt x="54918" y="9019"/>
                      <a:pt x="54918" y="9146"/>
                    </a:cubicBezTo>
                    <a:cubicBezTo>
                      <a:pt x="55533" y="9146"/>
                      <a:pt x="56149" y="9146"/>
                      <a:pt x="56784" y="9146"/>
                    </a:cubicBezTo>
                    <a:cubicBezTo>
                      <a:pt x="56784" y="9023"/>
                      <a:pt x="56784" y="8899"/>
                      <a:pt x="56784" y="8773"/>
                    </a:cubicBezTo>
                    <a:cubicBezTo>
                      <a:pt x="56907" y="8773"/>
                      <a:pt x="57030" y="8773"/>
                      <a:pt x="57157" y="8773"/>
                    </a:cubicBezTo>
                    <a:cubicBezTo>
                      <a:pt x="57157" y="8649"/>
                      <a:pt x="57157" y="8526"/>
                      <a:pt x="57157" y="8399"/>
                    </a:cubicBezTo>
                    <a:cubicBezTo>
                      <a:pt x="57280" y="8399"/>
                      <a:pt x="57403" y="8399"/>
                      <a:pt x="57530" y="8399"/>
                    </a:cubicBezTo>
                    <a:cubicBezTo>
                      <a:pt x="57530" y="7660"/>
                      <a:pt x="57530" y="6921"/>
                      <a:pt x="57530" y="6160"/>
                    </a:cubicBezTo>
                    <a:cubicBezTo>
                      <a:pt x="57407" y="6160"/>
                      <a:pt x="57284" y="6160"/>
                      <a:pt x="57157" y="6160"/>
                    </a:cubicBezTo>
                    <a:cubicBezTo>
                      <a:pt x="57157" y="6037"/>
                      <a:pt x="57157" y="5914"/>
                      <a:pt x="57157" y="5787"/>
                    </a:cubicBezTo>
                    <a:cubicBezTo>
                      <a:pt x="57034" y="5787"/>
                      <a:pt x="56911" y="5787"/>
                      <a:pt x="56784" y="5787"/>
                    </a:cubicBezTo>
                    <a:cubicBezTo>
                      <a:pt x="56784" y="5664"/>
                      <a:pt x="56784" y="5540"/>
                      <a:pt x="56784" y="5414"/>
                    </a:cubicBezTo>
                    <a:cubicBezTo>
                      <a:pt x="56045" y="5414"/>
                      <a:pt x="55306" y="5414"/>
                      <a:pt x="54544" y="5414"/>
                    </a:cubicBezTo>
                    <a:close/>
                    <a:moveTo>
                      <a:pt x="16476" y="9892"/>
                    </a:moveTo>
                    <a:cubicBezTo>
                      <a:pt x="16476" y="10015"/>
                      <a:pt x="16476" y="10139"/>
                      <a:pt x="16476" y="10265"/>
                    </a:cubicBezTo>
                    <a:cubicBezTo>
                      <a:pt x="16229" y="10265"/>
                      <a:pt x="15983" y="10265"/>
                      <a:pt x="15729" y="10265"/>
                    </a:cubicBezTo>
                    <a:cubicBezTo>
                      <a:pt x="15729" y="10389"/>
                      <a:pt x="15729" y="10512"/>
                      <a:pt x="15729" y="10639"/>
                    </a:cubicBezTo>
                    <a:cubicBezTo>
                      <a:pt x="15606" y="10639"/>
                      <a:pt x="15483" y="10639"/>
                      <a:pt x="15356" y="10639"/>
                    </a:cubicBezTo>
                    <a:cubicBezTo>
                      <a:pt x="15356" y="10762"/>
                      <a:pt x="15356" y="10885"/>
                      <a:pt x="15356" y="11012"/>
                    </a:cubicBezTo>
                    <a:cubicBezTo>
                      <a:pt x="15233" y="11012"/>
                      <a:pt x="15110" y="11012"/>
                      <a:pt x="14983" y="11012"/>
                    </a:cubicBezTo>
                    <a:cubicBezTo>
                      <a:pt x="14983" y="11135"/>
                      <a:pt x="14983" y="11258"/>
                      <a:pt x="14983" y="11385"/>
                    </a:cubicBezTo>
                    <a:cubicBezTo>
                      <a:pt x="14860" y="11385"/>
                      <a:pt x="14737" y="11385"/>
                      <a:pt x="14610" y="11385"/>
                    </a:cubicBezTo>
                    <a:cubicBezTo>
                      <a:pt x="14517" y="12107"/>
                      <a:pt x="14582" y="12628"/>
                      <a:pt x="15013" y="13228"/>
                    </a:cubicBezTo>
                    <a:cubicBezTo>
                      <a:pt x="15437" y="13765"/>
                      <a:pt x="15972" y="14293"/>
                      <a:pt x="16672" y="14401"/>
                    </a:cubicBezTo>
                    <a:cubicBezTo>
                      <a:pt x="17106" y="14432"/>
                      <a:pt x="17536" y="14414"/>
                      <a:pt x="17969" y="14371"/>
                    </a:cubicBezTo>
                    <a:cubicBezTo>
                      <a:pt x="17969" y="14248"/>
                      <a:pt x="17969" y="14125"/>
                      <a:pt x="17969" y="13998"/>
                    </a:cubicBezTo>
                    <a:cubicBezTo>
                      <a:pt x="18026" y="14004"/>
                      <a:pt x="18083" y="14011"/>
                      <a:pt x="18142" y="14018"/>
                    </a:cubicBezTo>
                    <a:cubicBezTo>
                      <a:pt x="18342" y="13998"/>
                      <a:pt x="18342" y="13998"/>
                      <a:pt x="18460" y="13861"/>
                    </a:cubicBezTo>
                    <a:cubicBezTo>
                      <a:pt x="18687" y="13392"/>
                      <a:pt x="18765" y="13024"/>
                      <a:pt x="18715" y="12505"/>
                    </a:cubicBezTo>
                    <a:cubicBezTo>
                      <a:pt x="18838" y="12505"/>
                      <a:pt x="18961" y="12505"/>
                      <a:pt x="19088" y="12505"/>
                    </a:cubicBezTo>
                    <a:cubicBezTo>
                      <a:pt x="18980" y="11693"/>
                      <a:pt x="18680" y="11004"/>
                      <a:pt x="18342" y="10265"/>
                    </a:cubicBezTo>
                    <a:cubicBezTo>
                      <a:pt x="18096" y="10265"/>
                      <a:pt x="17849" y="10265"/>
                      <a:pt x="17595" y="10265"/>
                    </a:cubicBezTo>
                    <a:cubicBezTo>
                      <a:pt x="17595" y="10142"/>
                      <a:pt x="17595" y="10019"/>
                      <a:pt x="17595" y="9892"/>
                    </a:cubicBezTo>
                    <a:cubicBezTo>
                      <a:pt x="17226" y="9892"/>
                      <a:pt x="16856" y="9892"/>
                      <a:pt x="16476" y="9892"/>
                    </a:cubicBezTo>
                    <a:close/>
                    <a:moveTo>
                      <a:pt x="47826" y="12878"/>
                    </a:moveTo>
                    <a:cubicBezTo>
                      <a:pt x="47826" y="13001"/>
                      <a:pt x="47826" y="13124"/>
                      <a:pt x="47826" y="13251"/>
                    </a:cubicBezTo>
                    <a:cubicBezTo>
                      <a:pt x="47580" y="13251"/>
                      <a:pt x="47334" y="13251"/>
                      <a:pt x="47080" y="13251"/>
                    </a:cubicBezTo>
                    <a:cubicBezTo>
                      <a:pt x="47080" y="13374"/>
                      <a:pt x="47080" y="13498"/>
                      <a:pt x="47080" y="13624"/>
                    </a:cubicBezTo>
                    <a:cubicBezTo>
                      <a:pt x="46834" y="13624"/>
                      <a:pt x="46587" y="13624"/>
                      <a:pt x="46334" y="13624"/>
                    </a:cubicBezTo>
                    <a:cubicBezTo>
                      <a:pt x="46334" y="13871"/>
                      <a:pt x="46334" y="14117"/>
                      <a:pt x="46334" y="14371"/>
                    </a:cubicBezTo>
                    <a:cubicBezTo>
                      <a:pt x="46210" y="14371"/>
                      <a:pt x="46087" y="14371"/>
                      <a:pt x="45960" y="14371"/>
                    </a:cubicBezTo>
                    <a:cubicBezTo>
                      <a:pt x="45960" y="14987"/>
                      <a:pt x="45960" y="15603"/>
                      <a:pt x="45960" y="16237"/>
                    </a:cubicBezTo>
                    <a:cubicBezTo>
                      <a:pt x="46083" y="16237"/>
                      <a:pt x="46207" y="16237"/>
                      <a:pt x="46334" y="16237"/>
                    </a:cubicBezTo>
                    <a:cubicBezTo>
                      <a:pt x="46334" y="16360"/>
                      <a:pt x="46334" y="16483"/>
                      <a:pt x="46334" y="16610"/>
                    </a:cubicBezTo>
                    <a:cubicBezTo>
                      <a:pt x="46457" y="16610"/>
                      <a:pt x="46580" y="16610"/>
                      <a:pt x="46707" y="16610"/>
                    </a:cubicBezTo>
                    <a:cubicBezTo>
                      <a:pt x="46707" y="16733"/>
                      <a:pt x="46707" y="16857"/>
                      <a:pt x="46707" y="16984"/>
                    </a:cubicBezTo>
                    <a:cubicBezTo>
                      <a:pt x="46830" y="16984"/>
                      <a:pt x="46953" y="16984"/>
                      <a:pt x="47080" y="16984"/>
                    </a:cubicBezTo>
                    <a:cubicBezTo>
                      <a:pt x="47080" y="17107"/>
                      <a:pt x="47080" y="17230"/>
                      <a:pt x="47080" y="17357"/>
                    </a:cubicBezTo>
                    <a:cubicBezTo>
                      <a:pt x="47203" y="17357"/>
                      <a:pt x="47326" y="17357"/>
                      <a:pt x="47453" y="17357"/>
                    </a:cubicBezTo>
                    <a:cubicBezTo>
                      <a:pt x="47453" y="17480"/>
                      <a:pt x="47453" y="17603"/>
                      <a:pt x="47453" y="17730"/>
                    </a:cubicBezTo>
                    <a:cubicBezTo>
                      <a:pt x="47946" y="17730"/>
                      <a:pt x="48439" y="17730"/>
                      <a:pt x="48946" y="17730"/>
                    </a:cubicBezTo>
                    <a:cubicBezTo>
                      <a:pt x="48946" y="17607"/>
                      <a:pt x="48946" y="17484"/>
                      <a:pt x="48946" y="17357"/>
                    </a:cubicBezTo>
                    <a:cubicBezTo>
                      <a:pt x="49192" y="17357"/>
                      <a:pt x="49439" y="17357"/>
                      <a:pt x="49693" y="17357"/>
                    </a:cubicBezTo>
                    <a:cubicBezTo>
                      <a:pt x="49693" y="17234"/>
                      <a:pt x="49693" y="17110"/>
                      <a:pt x="49693" y="16984"/>
                    </a:cubicBezTo>
                    <a:cubicBezTo>
                      <a:pt x="49816" y="16984"/>
                      <a:pt x="49939" y="16984"/>
                      <a:pt x="50066" y="16984"/>
                    </a:cubicBezTo>
                    <a:cubicBezTo>
                      <a:pt x="50066" y="16737"/>
                      <a:pt x="50066" y="16491"/>
                      <a:pt x="50066" y="16237"/>
                    </a:cubicBezTo>
                    <a:cubicBezTo>
                      <a:pt x="50189" y="16237"/>
                      <a:pt x="50312" y="16237"/>
                      <a:pt x="50439" y="16237"/>
                    </a:cubicBezTo>
                    <a:cubicBezTo>
                      <a:pt x="50439" y="15991"/>
                      <a:pt x="50439" y="15744"/>
                      <a:pt x="50439" y="15491"/>
                    </a:cubicBezTo>
                    <a:cubicBezTo>
                      <a:pt x="50562" y="15491"/>
                      <a:pt x="50685" y="15491"/>
                      <a:pt x="50812" y="15491"/>
                    </a:cubicBezTo>
                    <a:cubicBezTo>
                      <a:pt x="50812" y="15367"/>
                      <a:pt x="50812" y="15244"/>
                      <a:pt x="50812" y="15117"/>
                    </a:cubicBezTo>
                    <a:cubicBezTo>
                      <a:pt x="50689" y="15117"/>
                      <a:pt x="50566" y="15117"/>
                      <a:pt x="50439" y="15117"/>
                    </a:cubicBezTo>
                    <a:cubicBezTo>
                      <a:pt x="50439" y="14871"/>
                      <a:pt x="50439" y="14625"/>
                      <a:pt x="50439" y="14371"/>
                    </a:cubicBezTo>
                    <a:cubicBezTo>
                      <a:pt x="50316" y="14371"/>
                      <a:pt x="50193" y="14371"/>
                      <a:pt x="50066" y="14371"/>
                    </a:cubicBezTo>
                    <a:cubicBezTo>
                      <a:pt x="50066" y="14125"/>
                      <a:pt x="50066" y="13878"/>
                      <a:pt x="50066" y="13624"/>
                    </a:cubicBezTo>
                    <a:cubicBezTo>
                      <a:pt x="49943" y="13624"/>
                      <a:pt x="49819" y="13624"/>
                      <a:pt x="49693" y="13624"/>
                    </a:cubicBezTo>
                    <a:cubicBezTo>
                      <a:pt x="49693" y="13501"/>
                      <a:pt x="49693" y="13378"/>
                      <a:pt x="49693" y="13251"/>
                    </a:cubicBezTo>
                    <a:cubicBezTo>
                      <a:pt x="49446" y="13251"/>
                      <a:pt x="49200" y="13251"/>
                      <a:pt x="48946" y="13251"/>
                    </a:cubicBezTo>
                    <a:cubicBezTo>
                      <a:pt x="48946" y="13128"/>
                      <a:pt x="48946" y="13005"/>
                      <a:pt x="48946" y="12878"/>
                    </a:cubicBezTo>
                    <a:cubicBezTo>
                      <a:pt x="48577" y="12878"/>
                      <a:pt x="48207" y="12878"/>
                      <a:pt x="47826" y="12878"/>
                    </a:cubicBezTo>
                    <a:close/>
                    <a:moveTo>
                      <a:pt x="28046" y="13998"/>
                    </a:moveTo>
                    <a:cubicBezTo>
                      <a:pt x="28046" y="14121"/>
                      <a:pt x="28046" y="14244"/>
                      <a:pt x="28046" y="14371"/>
                    </a:cubicBezTo>
                    <a:cubicBezTo>
                      <a:pt x="27799" y="14371"/>
                      <a:pt x="27553" y="14371"/>
                      <a:pt x="27299" y="14371"/>
                    </a:cubicBezTo>
                    <a:cubicBezTo>
                      <a:pt x="27299" y="14494"/>
                      <a:pt x="27299" y="14617"/>
                      <a:pt x="27299" y="14744"/>
                    </a:cubicBezTo>
                    <a:cubicBezTo>
                      <a:pt x="27053" y="14744"/>
                      <a:pt x="26807" y="14744"/>
                      <a:pt x="26553" y="14744"/>
                    </a:cubicBezTo>
                    <a:cubicBezTo>
                      <a:pt x="26553" y="14867"/>
                      <a:pt x="26553" y="14990"/>
                      <a:pt x="26553" y="15117"/>
                    </a:cubicBezTo>
                    <a:cubicBezTo>
                      <a:pt x="26430" y="15117"/>
                      <a:pt x="26306" y="15117"/>
                      <a:pt x="26180" y="15117"/>
                    </a:cubicBezTo>
                    <a:cubicBezTo>
                      <a:pt x="26180" y="15241"/>
                      <a:pt x="26180" y="15364"/>
                      <a:pt x="26180" y="15491"/>
                    </a:cubicBezTo>
                    <a:cubicBezTo>
                      <a:pt x="26056" y="15491"/>
                      <a:pt x="25933" y="15491"/>
                      <a:pt x="25806" y="15491"/>
                    </a:cubicBezTo>
                    <a:cubicBezTo>
                      <a:pt x="25806" y="15860"/>
                      <a:pt x="25806" y="16230"/>
                      <a:pt x="25806" y="16610"/>
                    </a:cubicBezTo>
                    <a:cubicBezTo>
                      <a:pt x="25929" y="16610"/>
                      <a:pt x="26053" y="16610"/>
                      <a:pt x="26180" y="16610"/>
                    </a:cubicBezTo>
                    <a:cubicBezTo>
                      <a:pt x="26191" y="16671"/>
                      <a:pt x="26202" y="16732"/>
                      <a:pt x="26214" y="16795"/>
                    </a:cubicBezTo>
                    <a:cubicBezTo>
                      <a:pt x="26300" y="17244"/>
                      <a:pt x="26394" y="17674"/>
                      <a:pt x="26553" y="18103"/>
                    </a:cubicBezTo>
                    <a:cubicBezTo>
                      <a:pt x="26676" y="18103"/>
                      <a:pt x="26799" y="18103"/>
                      <a:pt x="26926" y="18103"/>
                    </a:cubicBezTo>
                    <a:cubicBezTo>
                      <a:pt x="26920" y="18160"/>
                      <a:pt x="26913" y="18218"/>
                      <a:pt x="26907" y="18277"/>
                    </a:cubicBezTo>
                    <a:cubicBezTo>
                      <a:pt x="26926" y="18476"/>
                      <a:pt x="26926" y="18476"/>
                      <a:pt x="27055" y="18594"/>
                    </a:cubicBezTo>
                    <a:cubicBezTo>
                      <a:pt x="27596" y="18863"/>
                      <a:pt x="28053" y="18896"/>
                      <a:pt x="28652" y="18873"/>
                    </a:cubicBezTo>
                    <a:cubicBezTo>
                      <a:pt x="28738" y="18871"/>
                      <a:pt x="28823" y="18870"/>
                      <a:pt x="28912" y="18868"/>
                    </a:cubicBezTo>
                    <a:cubicBezTo>
                      <a:pt x="29121" y="18863"/>
                      <a:pt x="29330" y="18857"/>
                      <a:pt x="29539" y="18850"/>
                    </a:cubicBezTo>
                    <a:cubicBezTo>
                      <a:pt x="29539" y="18726"/>
                      <a:pt x="29539" y="18603"/>
                      <a:pt x="29539" y="18476"/>
                    </a:cubicBezTo>
                    <a:cubicBezTo>
                      <a:pt x="29662" y="18476"/>
                      <a:pt x="29785" y="18476"/>
                      <a:pt x="29912" y="18476"/>
                    </a:cubicBezTo>
                    <a:cubicBezTo>
                      <a:pt x="29912" y="18353"/>
                      <a:pt x="29912" y="18230"/>
                      <a:pt x="29912" y="18103"/>
                    </a:cubicBezTo>
                    <a:cubicBezTo>
                      <a:pt x="30035" y="18103"/>
                      <a:pt x="30158" y="18103"/>
                      <a:pt x="30285" y="18103"/>
                    </a:cubicBezTo>
                    <a:cubicBezTo>
                      <a:pt x="30285" y="17980"/>
                      <a:pt x="30285" y="17857"/>
                      <a:pt x="30285" y="17730"/>
                    </a:cubicBezTo>
                    <a:cubicBezTo>
                      <a:pt x="30408" y="17730"/>
                      <a:pt x="30531" y="17730"/>
                      <a:pt x="30658" y="17730"/>
                    </a:cubicBezTo>
                    <a:cubicBezTo>
                      <a:pt x="30658" y="17114"/>
                      <a:pt x="30658" y="16498"/>
                      <a:pt x="30658" y="15864"/>
                    </a:cubicBezTo>
                    <a:cubicBezTo>
                      <a:pt x="30535" y="15864"/>
                      <a:pt x="30412" y="15864"/>
                      <a:pt x="30285" y="15864"/>
                    </a:cubicBezTo>
                    <a:cubicBezTo>
                      <a:pt x="30285" y="15618"/>
                      <a:pt x="30285" y="15371"/>
                      <a:pt x="30285" y="15117"/>
                    </a:cubicBezTo>
                    <a:cubicBezTo>
                      <a:pt x="30162" y="15117"/>
                      <a:pt x="30039" y="15117"/>
                      <a:pt x="29912" y="15117"/>
                    </a:cubicBezTo>
                    <a:cubicBezTo>
                      <a:pt x="29912" y="14994"/>
                      <a:pt x="29912" y="14871"/>
                      <a:pt x="29912" y="14744"/>
                    </a:cubicBezTo>
                    <a:cubicBezTo>
                      <a:pt x="29789" y="14744"/>
                      <a:pt x="29665" y="14744"/>
                      <a:pt x="29539" y="14744"/>
                    </a:cubicBezTo>
                    <a:cubicBezTo>
                      <a:pt x="29539" y="14621"/>
                      <a:pt x="29539" y="14498"/>
                      <a:pt x="29539" y="14371"/>
                    </a:cubicBezTo>
                    <a:cubicBezTo>
                      <a:pt x="29292" y="14371"/>
                      <a:pt x="29046" y="14371"/>
                      <a:pt x="28792" y="14371"/>
                    </a:cubicBezTo>
                    <a:cubicBezTo>
                      <a:pt x="28792" y="14248"/>
                      <a:pt x="28792" y="14125"/>
                      <a:pt x="28792" y="13998"/>
                    </a:cubicBezTo>
                    <a:cubicBezTo>
                      <a:pt x="28546" y="13998"/>
                      <a:pt x="28299" y="13998"/>
                      <a:pt x="28046" y="13998"/>
                    </a:cubicBezTo>
                    <a:close/>
                    <a:moveTo>
                      <a:pt x="67607" y="17730"/>
                    </a:moveTo>
                    <a:cubicBezTo>
                      <a:pt x="67607" y="17853"/>
                      <a:pt x="67607" y="17976"/>
                      <a:pt x="67607" y="18103"/>
                    </a:cubicBezTo>
                    <a:cubicBezTo>
                      <a:pt x="67361" y="18103"/>
                      <a:pt x="67115" y="18103"/>
                      <a:pt x="66861" y="18103"/>
                    </a:cubicBezTo>
                    <a:cubicBezTo>
                      <a:pt x="66861" y="18226"/>
                      <a:pt x="66861" y="18349"/>
                      <a:pt x="66861" y="18476"/>
                    </a:cubicBezTo>
                    <a:cubicBezTo>
                      <a:pt x="66738" y="18476"/>
                      <a:pt x="66614" y="18476"/>
                      <a:pt x="66488" y="18476"/>
                    </a:cubicBezTo>
                    <a:cubicBezTo>
                      <a:pt x="66488" y="18723"/>
                      <a:pt x="66488" y="18969"/>
                      <a:pt x="66488" y="19223"/>
                    </a:cubicBezTo>
                    <a:cubicBezTo>
                      <a:pt x="66364" y="19223"/>
                      <a:pt x="66241" y="19223"/>
                      <a:pt x="66114" y="19223"/>
                    </a:cubicBezTo>
                    <a:cubicBezTo>
                      <a:pt x="66114" y="19592"/>
                      <a:pt x="66114" y="19962"/>
                      <a:pt x="66114" y="20343"/>
                    </a:cubicBezTo>
                    <a:cubicBezTo>
                      <a:pt x="66238" y="20343"/>
                      <a:pt x="66361" y="20343"/>
                      <a:pt x="66488" y="20343"/>
                    </a:cubicBezTo>
                    <a:cubicBezTo>
                      <a:pt x="66488" y="20589"/>
                      <a:pt x="66488" y="20835"/>
                      <a:pt x="66488" y="21089"/>
                    </a:cubicBezTo>
                    <a:cubicBezTo>
                      <a:pt x="66611" y="21089"/>
                      <a:pt x="66734" y="21089"/>
                      <a:pt x="66861" y="21089"/>
                    </a:cubicBezTo>
                    <a:cubicBezTo>
                      <a:pt x="66861" y="21212"/>
                      <a:pt x="66861" y="21335"/>
                      <a:pt x="66861" y="21462"/>
                    </a:cubicBezTo>
                    <a:cubicBezTo>
                      <a:pt x="66984" y="21462"/>
                      <a:pt x="67107" y="21462"/>
                      <a:pt x="67234" y="21462"/>
                    </a:cubicBezTo>
                    <a:cubicBezTo>
                      <a:pt x="67234" y="21585"/>
                      <a:pt x="67234" y="21709"/>
                      <a:pt x="67234" y="21835"/>
                    </a:cubicBezTo>
                    <a:cubicBezTo>
                      <a:pt x="67850" y="21835"/>
                      <a:pt x="68466" y="21835"/>
                      <a:pt x="69100" y="21835"/>
                    </a:cubicBezTo>
                    <a:cubicBezTo>
                      <a:pt x="69100" y="21712"/>
                      <a:pt x="69100" y="21589"/>
                      <a:pt x="69100" y="21462"/>
                    </a:cubicBezTo>
                    <a:cubicBezTo>
                      <a:pt x="69223" y="21462"/>
                      <a:pt x="69346" y="21462"/>
                      <a:pt x="69473" y="21462"/>
                    </a:cubicBezTo>
                    <a:cubicBezTo>
                      <a:pt x="69473" y="21339"/>
                      <a:pt x="69473" y="21216"/>
                      <a:pt x="69473" y="21089"/>
                    </a:cubicBezTo>
                    <a:cubicBezTo>
                      <a:pt x="69597" y="21089"/>
                      <a:pt x="69720" y="21089"/>
                      <a:pt x="69847" y="21089"/>
                    </a:cubicBezTo>
                    <a:cubicBezTo>
                      <a:pt x="69847" y="20966"/>
                      <a:pt x="69847" y="20843"/>
                      <a:pt x="69847" y="20716"/>
                    </a:cubicBezTo>
                    <a:cubicBezTo>
                      <a:pt x="69970" y="20716"/>
                      <a:pt x="70093" y="20716"/>
                      <a:pt x="70220" y="20716"/>
                    </a:cubicBezTo>
                    <a:cubicBezTo>
                      <a:pt x="70220" y="20100"/>
                      <a:pt x="70220" y="19484"/>
                      <a:pt x="70220" y="18850"/>
                    </a:cubicBezTo>
                    <a:cubicBezTo>
                      <a:pt x="70097" y="18850"/>
                      <a:pt x="69973" y="18850"/>
                      <a:pt x="69847" y="18850"/>
                    </a:cubicBezTo>
                    <a:cubicBezTo>
                      <a:pt x="69847" y="18726"/>
                      <a:pt x="69847" y="18603"/>
                      <a:pt x="69847" y="18476"/>
                    </a:cubicBezTo>
                    <a:cubicBezTo>
                      <a:pt x="69723" y="18476"/>
                      <a:pt x="69600" y="18476"/>
                      <a:pt x="69473" y="18476"/>
                    </a:cubicBezTo>
                    <a:cubicBezTo>
                      <a:pt x="69473" y="18353"/>
                      <a:pt x="69473" y="18230"/>
                      <a:pt x="69473" y="18103"/>
                    </a:cubicBezTo>
                    <a:cubicBezTo>
                      <a:pt x="69350" y="18103"/>
                      <a:pt x="69227" y="18103"/>
                      <a:pt x="69100" y="18103"/>
                    </a:cubicBezTo>
                    <a:cubicBezTo>
                      <a:pt x="69100" y="17980"/>
                      <a:pt x="69100" y="17857"/>
                      <a:pt x="69100" y="17730"/>
                    </a:cubicBezTo>
                    <a:cubicBezTo>
                      <a:pt x="68607" y="17730"/>
                      <a:pt x="68115" y="17730"/>
                      <a:pt x="67607" y="17730"/>
                    </a:cubicBezTo>
                    <a:close/>
                    <a:moveTo>
                      <a:pt x="50066" y="19223"/>
                    </a:moveTo>
                    <a:cubicBezTo>
                      <a:pt x="50066" y="19346"/>
                      <a:pt x="50066" y="19469"/>
                      <a:pt x="50066" y="19596"/>
                    </a:cubicBezTo>
                    <a:cubicBezTo>
                      <a:pt x="49080" y="19596"/>
                      <a:pt x="48095" y="19596"/>
                      <a:pt x="47080" y="19596"/>
                    </a:cubicBezTo>
                    <a:cubicBezTo>
                      <a:pt x="47080" y="19719"/>
                      <a:pt x="47080" y="19842"/>
                      <a:pt x="47080" y="19969"/>
                    </a:cubicBezTo>
                    <a:cubicBezTo>
                      <a:pt x="46957" y="19969"/>
                      <a:pt x="46834" y="19969"/>
                      <a:pt x="46707" y="19969"/>
                    </a:cubicBezTo>
                    <a:cubicBezTo>
                      <a:pt x="46707" y="20092"/>
                      <a:pt x="46707" y="20216"/>
                      <a:pt x="46707" y="20343"/>
                    </a:cubicBezTo>
                    <a:cubicBezTo>
                      <a:pt x="46584" y="20343"/>
                      <a:pt x="46460" y="20343"/>
                      <a:pt x="46334" y="20343"/>
                    </a:cubicBezTo>
                    <a:cubicBezTo>
                      <a:pt x="46334" y="20466"/>
                      <a:pt x="46334" y="20589"/>
                      <a:pt x="46334" y="20716"/>
                    </a:cubicBezTo>
                    <a:cubicBezTo>
                      <a:pt x="46210" y="20716"/>
                      <a:pt x="46087" y="20716"/>
                      <a:pt x="45960" y="20716"/>
                    </a:cubicBezTo>
                    <a:cubicBezTo>
                      <a:pt x="45960" y="20962"/>
                      <a:pt x="45960" y="21208"/>
                      <a:pt x="45960" y="21462"/>
                    </a:cubicBezTo>
                    <a:cubicBezTo>
                      <a:pt x="45837" y="21462"/>
                      <a:pt x="45714" y="21462"/>
                      <a:pt x="45587" y="21462"/>
                    </a:cubicBezTo>
                    <a:cubicBezTo>
                      <a:pt x="45587" y="21585"/>
                      <a:pt x="45587" y="21709"/>
                      <a:pt x="45587" y="21835"/>
                    </a:cubicBezTo>
                    <a:cubicBezTo>
                      <a:pt x="45464" y="21835"/>
                      <a:pt x="45341" y="21835"/>
                      <a:pt x="45214" y="21835"/>
                    </a:cubicBezTo>
                    <a:cubicBezTo>
                      <a:pt x="45214" y="22082"/>
                      <a:pt x="45214" y="22328"/>
                      <a:pt x="45214" y="22582"/>
                    </a:cubicBezTo>
                    <a:cubicBezTo>
                      <a:pt x="45091" y="22582"/>
                      <a:pt x="44968" y="22582"/>
                      <a:pt x="44841" y="22582"/>
                    </a:cubicBezTo>
                    <a:cubicBezTo>
                      <a:pt x="44841" y="22705"/>
                      <a:pt x="44841" y="22828"/>
                      <a:pt x="44841" y="22955"/>
                    </a:cubicBezTo>
                    <a:cubicBezTo>
                      <a:pt x="44717" y="22955"/>
                      <a:pt x="44594" y="22955"/>
                      <a:pt x="44467" y="22955"/>
                    </a:cubicBezTo>
                    <a:cubicBezTo>
                      <a:pt x="44467" y="23201"/>
                      <a:pt x="44467" y="23448"/>
                      <a:pt x="44467" y="23702"/>
                    </a:cubicBezTo>
                    <a:cubicBezTo>
                      <a:pt x="44344" y="23702"/>
                      <a:pt x="44221" y="23702"/>
                      <a:pt x="44094" y="23702"/>
                    </a:cubicBezTo>
                    <a:cubicBezTo>
                      <a:pt x="44094" y="23948"/>
                      <a:pt x="44094" y="24194"/>
                      <a:pt x="44094" y="24448"/>
                    </a:cubicBezTo>
                    <a:cubicBezTo>
                      <a:pt x="44217" y="24448"/>
                      <a:pt x="44341" y="24448"/>
                      <a:pt x="44467" y="24448"/>
                    </a:cubicBezTo>
                    <a:cubicBezTo>
                      <a:pt x="44467" y="24571"/>
                      <a:pt x="44467" y="24694"/>
                      <a:pt x="44467" y="24821"/>
                    </a:cubicBezTo>
                    <a:cubicBezTo>
                      <a:pt x="44591" y="24821"/>
                      <a:pt x="44714" y="24821"/>
                      <a:pt x="44841" y="24821"/>
                    </a:cubicBezTo>
                    <a:cubicBezTo>
                      <a:pt x="44841" y="25191"/>
                      <a:pt x="44841" y="25560"/>
                      <a:pt x="44841" y="25941"/>
                    </a:cubicBezTo>
                    <a:cubicBezTo>
                      <a:pt x="44964" y="25941"/>
                      <a:pt x="45087" y="25941"/>
                      <a:pt x="45214" y="25941"/>
                    </a:cubicBezTo>
                    <a:cubicBezTo>
                      <a:pt x="45214" y="26557"/>
                      <a:pt x="45214" y="27172"/>
                      <a:pt x="45214" y="27807"/>
                    </a:cubicBezTo>
                    <a:cubicBezTo>
                      <a:pt x="45091" y="27807"/>
                      <a:pt x="44968" y="27807"/>
                      <a:pt x="44841" y="27807"/>
                    </a:cubicBezTo>
                    <a:cubicBezTo>
                      <a:pt x="44841" y="28300"/>
                      <a:pt x="44841" y="28792"/>
                      <a:pt x="44841" y="29300"/>
                    </a:cubicBezTo>
                    <a:cubicBezTo>
                      <a:pt x="44964" y="29300"/>
                      <a:pt x="45087" y="29300"/>
                      <a:pt x="45214" y="29300"/>
                    </a:cubicBezTo>
                    <a:cubicBezTo>
                      <a:pt x="45214" y="29546"/>
                      <a:pt x="45214" y="29793"/>
                      <a:pt x="45214" y="30046"/>
                    </a:cubicBezTo>
                    <a:cubicBezTo>
                      <a:pt x="45337" y="30046"/>
                      <a:pt x="45460" y="30046"/>
                      <a:pt x="45587" y="30046"/>
                    </a:cubicBezTo>
                    <a:cubicBezTo>
                      <a:pt x="45587" y="30169"/>
                      <a:pt x="45587" y="30293"/>
                      <a:pt x="45587" y="30420"/>
                    </a:cubicBezTo>
                    <a:cubicBezTo>
                      <a:pt x="45710" y="30420"/>
                      <a:pt x="45833" y="30420"/>
                      <a:pt x="45960" y="30420"/>
                    </a:cubicBezTo>
                    <a:cubicBezTo>
                      <a:pt x="45960" y="30543"/>
                      <a:pt x="45960" y="30666"/>
                      <a:pt x="45960" y="30793"/>
                    </a:cubicBezTo>
                    <a:cubicBezTo>
                      <a:pt x="46083" y="30793"/>
                      <a:pt x="46207" y="30793"/>
                      <a:pt x="46334" y="30793"/>
                    </a:cubicBezTo>
                    <a:cubicBezTo>
                      <a:pt x="46334" y="31039"/>
                      <a:pt x="46334" y="31285"/>
                      <a:pt x="46334" y="31539"/>
                    </a:cubicBezTo>
                    <a:cubicBezTo>
                      <a:pt x="46457" y="31539"/>
                      <a:pt x="46580" y="31539"/>
                      <a:pt x="46707" y="31539"/>
                    </a:cubicBezTo>
                    <a:cubicBezTo>
                      <a:pt x="46707" y="31786"/>
                      <a:pt x="46707" y="32032"/>
                      <a:pt x="46707" y="32286"/>
                    </a:cubicBezTo>
                    <a:cubicBezTo>
                      <a:pt x="46830" y="32286"/>
                      <a:pt x="46953" y="32286"/>
                      <a:pt x="47080" y="32286"/>
                    </a:cubicBezTo>
                    <a:cubicBezTo>
                      <a:pt x="47080" y="32532"/>
                      <a:pt x="47080" y="32778"/>
                      <a:pt x="47080" y="33032"/>
                    </a:cubicBezTo>
                    <a:cubicBezTo>
                      <a:pt x="47203" y="33032"/>
                      <a:pt x="47326" y="33032"/>
                      <a:pt x="47453" y="33032"/>
                    </a:cubicBezTo>
                    <a:cubicBezTo>
                      <a:pt x="47453" y="33155"/>
                      <a:pt x="47453" y="33278"/>
                      <a:pt x="47453" y="33405"/>
                    </a:cubicBezTo>
                    <a:cubicBezTo>
                      <a:pt x="47576" y="33405"/>
                      <a:pt x="47700" y="33405"/>
                      <a:pt x="47826" y="33405"/>
                    </a:cubicBezTo>
                    <a:cubicBezTo>
                      <a:pt x="47826" y="33652"/>
                      <a:pt x="47826" y="33898"/>
                      <a:pt x="47826" y="34152"/>
                    </a:cubicBezTo>
                    <a:cubicBezTo>
                      <a:pt x="47950" y="34152"/>
                      <a:pt x="48073" y="34152"/>
                      <a:pt x="48200" y="34152"/>
                    </a:cubicBezTo>
                    <a:cubicBezTo>
                      <a:pt x="48200" y="34644"/>
                      <a:pt x="48200" y="35137"/>
                      <a:pt x="48200" y="35645"/>
                    </a:cubicBezTo>
                    <a:cubicBezTo>
                      <a:pt x="48323" y="35645"/>
                      <a:pt x="48446" y="35645"/>
                      <a:pt x="48573" y="35645"/>
                    </a:cubicBezTo>
                    <a:cubicBezTo>
                      <a:pt x="48573" y="36014"/>
                      <a:pt x="48573" y="36384"/>
                      <a:pt x="48573" y="36764"/>
                    </a:cubicBezTo>
                    <a:cubicBezTo>
                      <a:pt x="48696" y="36764"/>
                      <a:pt x="48819" y="36764"/>
                      <a:pt x="48946" y="36764"/>
                    </a:cubicBezTo>
                    <a:cubicBezTo>
                      <a:pt x="48946" y="37011"/>
                      <a:pt x="48946" y="37257"/>
                      <a:pt x="48946" y="37511"/>
                    </a:cubicBezTo>
                    <a:cubicBezTo>
                      <a:pt x="49069" y="37511"/>
                      <a:pt x="49192" y="37511"/>
                      <a:pt x="49319" y="37511"/>
                    </a:cubicBezTo>
                    <a:cubicBezTo>
                      <a:pt x="49319" y="37634"/>
                      <a:pt x="49319" y="37757"/>
                      <a:pt x="49319" y="37884"/>
                    </a:cubicBezTo>
                    <a:cubicBezTo>
                      <a:pt x="49566" y="37884"/>
                      <a:pt x="49812" y="37884"/>
                      <a:pt x="50066" y="37884"/>
                    </a:cubicBezTo>
                    <a:cubicBezTo>
                      <a:pt x="50066" y="38007"/>
                      <a:pt x="50066" y="38130"/>
                      <a:pt x="50066" y="38257"/>
                    </a:cubicBezTo>
                    <a:cubicBezTo>
                      <a:pt x="50312" y="38257"/>
                      <a:pt x="50558" y="38257"/>
                      <a:pt x="50812" y="38257"/>
                    </a:cubicBezTo>
                    <a:cubicBezTo>
                      <a:pt x="50812" y="38380"/>
                      <a:pt x="50812" y="38504"/>
                      <a:pt x="50812" y="38630"/>
                    </a:cubicBezTo>
                    <a:cubicBezTo>
                      <a:pt x="50935" y="38630"/>
                      <a:pt x="51059" y="38630"/>
                      <a:pt x="51185" y="38630"/>
                    </a:cubicBezTo>
                    <a:cubicBezTo>
                      <a:pt x="51185" y="38754"/>
                      <a:pt x="51185" y="38877"/>
                      <a:pt x="51185" y="39004"/>
                    </a:cubicBezTo>
                    <a:cubicBezTo>
                      <a:pt x="51309" y="39004"/>
                      <a:pt x="51432" y="39004"/>
                      <a:pt x="51559" y="39004"/>
                    </a:cubicBezTo>
                    <a:cubicBezTo>
                      <a:pt x="51559" y="39250"/>
                      <a:pt x="51559" y="39496"/>
                      <a:pt x="51559" y="39750"/>
                    </a:cubicBezTo>
                    <a:cubicBezTo>
                      <a:pt x="51682" y="39750"/>
                      <a:pt x="51805" y="39750"/>
                      <a:pt x="51932" y="39750"/>
                    </a:cubicBezTo>
                    <a:cubicBezTo>
                      <a:pt x="51932" y="39873"/>
                      <a:pt x="51932" y="39996"/>
                      <a:pt x="51932" y="40123"/>
                    </a:cubicBezTo>
                    <a:cubicBezTo>
                      <a:pt x="52055" y="40123"/>
                      <a:pt x="52178" y="40123"/>
                      <a:pt x="52305" y="40123"/>
                    </a:cubicBezTo>
                    <a:cubicBezTo>
                      <a:pt x="52305" y="40370"/>
                      <a:pt x="52305" y="40616"/>
                      <a:pt x="52305" y="40870"/>
                    </a:cubicBezTo>
                    <a:cubicBezTo>
                      <a:pt x="52428" y="40870"/>
                      <a:pt x="52551" y="40870"/>
                      <a:pt x="52678" y="40870"/>
                    </a:cubicBezTo>
                    <a:cubicBezTo>
                      <a:pt x="52678" y="41855"/>
                      <a:pt x="52678" y="42840"/>
                      <a:pt x="52678" y="43856"/>
                    </a:cubicBezTo>
                    <a:cubicBezTo>
                      <a:pt x="52555" y="43856"/>
                      <a:pt x="52432" y="43856"/>
                      <a:pt x="52305" y="43856"/>
                    </a:cubicBezTo>
                    <a:cubicBezTo>
                      <a:pt x="52305" y="44102"/>
                      <a:pt x="52305" y="44348"/>
                      <a:pt x="52305" y="44602"/>
                    </a:cubicBezTo>
                    <a:cubicBezTo>
                      <a:pt x="52182" y="44602"/>
                      <a:pt x="52059" y="44602"/>
                      <a:pt x="51932" y="44602"/>
                    </a:cubicBezTo>
                    <a:cubicBezTo>
                      <a:pt x="51932" y="44848"/>
                      <a:pt x="51932" y="45095"/>
                      <a:pt x="51932" y="45348"/>
                    </a:cubicBezTo>
                    <a:cubicBezTo>
                      <a:pt x="51809" y="45348"/>
                      <a:pt x="51686" y="45348"/>
                      <a:pt x="51559" y="45348"/>
                    </a:cubicBezTo>
                    <a:cubicBezTo>
                      <a:pt x="51559" y="45472"/>
                      <a:pt x="51559" y="45595"/>
                      <a:pt x="51559" y="45722"/>
                    </a:cubicBezTo>
                    <a:cubicBezTo>
                      <a:pt x="51436" y="45722"/>
                      <a:pt x="51312" y="45722"/>
                      <a:pt x="51185" y="45722"/>
                    </a:cubicBezTo>
                    <a:cubicBezTo>
                      <a:pt x="51185" y="45845"/>
                      <a:pt x="51185" y="45968"/>
                      <a:pt x="51185" y="46095"/>
                    </a:cubicBezTo>
                    <a:cubicBezTo>
                      <a:pt x="51001" y="46156"/>
                      <a:pt x="51001" y="46156"/>
                      <a:pt x="50066" y="46468"/>
                    </a:cubicBezTo>
                    <a:cubicBezTo>
                      <a:pt x="50066" y="46591"/>
                      <a:pt x="50066" y="46714"/>
                      <a:pt x="50066" y="46841"/>
                    </a:cubicBezTo>
                    <a:cubicBezTo>
                      <a:pt x="49819" y="46841"/>
                      <a:pt x="49573" y="46841"/>
                      <a:pt x="49319" y="46841"/>
                    </a:cubicBezTo>
                    <a:cubicBezTo>
                      <a:pt x="49319" y="47088"/>
                      <a:pt x="49319" y="47334"/>
                      <a:pt x="49319" y="47588"/>
                    </a:cubicBezTo>
                    <a:cubicBezTo>
                      <a:pt x="49196" y="47588"/>
                      <a:pt x="49073" y="47588"/>
                      <a:pt x="48946" y="47588"/>
                    </a:cubicBezTo>
                    <a:cubicBezTo>
                      <a:pt x="48946" y="48080"/>
                      <a:pt x="48946" y="48573"/>
                      <a:pt x="48946" y="49081"/>
                    </a:cubicBezTo>
                    <a:cubicBezTo>
                      <a:pt x="48823" y="49081"/>
                      <a:pt x="48700" y="49081"/>
                      <a:pt x="48573" y="49081"/>
                    </a:cubicBezTo>
                    <a:cubicBezTo>
                      <a:pt x="48573" y="49573"/>
                      <a:pt x="48573" y="50066"/>
                      <a:pt x="48573" y="50574"/>
                    </a:cubicBezTo>
                    <a:cubicBezTo>
                      <a:pt x="48450" y="50574"/>
                      <a:pt x="48327" y="50574"/>
                      <a:pt x="48200" y="50574"/>
                    </a:cubicBezTo>
                    <a:cubicBezTo>
                      <a:pt x="48200" y="50820"/>
                      <a:pt x="48200" y="51066"/>
                      <a:pt x="48200" y="51320"/>
                    </a:cubicBezTo>
                    <a:cubicBezTo>
                      <a:pt x="48077" y="51320"/>
                      <a:pt x="47953" y="51320"/>
                      <a:pt x="47826" y="51320"/>
                    </a:cubicBezTo>
                    <a:cubicBezTo>
                      <a:pt x="47826" y="51689"/>
                      <a:pt x="47826" y="52059"/>
                      <a:pt x="47826" y="52440"/>
                    </a:cubicBezTo>
                    <a:cubicBezTo>
                      <a:pt x="47703" y="52440"/>
                      <a:pt x="47580" y="52440"/>
                      <a:pt x="47453" y="52440"/>
                    </a:cubicBezTo>
                    <a:cubicBezTo>
                      <a:pt x="47453" y="52686"/>
                      <a:pt x="47453" y="52932"/>
                      <a:pt x="47453" y="53186"/>
                    </a:cubicBezTo>
                    <a:cubicBezTo>
                      <a:pt x="47330" y="53186"/>
                      <a:pt x="47207" y="53186"/>
                      <a:pt x="47080" y="53186"/>
                    </a:cubicBezTo>
                    <a:cubicBezTo>
                      <a:pt x="47080" y="53432"/>
                      <a:pt x="47080" y="53679"/>
                      <a:pt x="47080" y="53933"/>
                    </a:cubicBezTo>
                    <a:cubicBezTo>
                      <a:pt x="46957" y="53933"/>
                      <a:pt x="46834" y="53933"/>
                      <a:pt x="46707" y="53933"/>
                    </a:cubicBezTo>
                    <a:cubicBezTo>
                      <a:pt x="46707" y="54302"/>
                      <a:pt x="46707" y="54672"/>
                      <a:pt x="46707" y="55052"/>
                    </a:cubicBezTo>
                    <a:cubicBezTo>
                      <a:pt x="46584" y="55052"/>
                      <a:pt x="46460" y="55052"/>
                      <a:pt x="46334" y="55052"/>
                    </a:cubicBezTo>
                    <a:cubicBezTo>
                      <a:pt x="46334" y="55175"/>
                      <a:pt x="46334" y="55299"/>
                      <a:pt x="46334" y="55425"/>
                    </a:cubicBezTo>
                    <a:cubicBezTo>
                      <a:pt x="46210" y="55425"/>
                      <a:pt x="46087" y="55425"/>
                      <a:pt x="45960" y="55425"/>
                    </a:cubicBezTo>
                    <a:cubicBezTo>
                      <a:pt x="45960" y="55672"/>
                      <a:pt x="45960" y="55918"/>
                      <a:pt x="45960" y="56172"/>
                    </a:cubicBezTo>
                    <a:cubicBezTo>
                      <a:pt x="45837" y="56172"/>
                      <a:pt x="45714" y="56172"/>
                      <a:pt x="45587" y="56172"/>
                    </a:cubicBezTo>
                    <a:cubicBezTo>
                      <a:pt x="45587" y="56295"/>
                      <a:pt x="45587" y="56418"/>
                      <a:pt x="45587" y="56545"/>
                    </a:cubicBezTo>
                    <a:cubicBezTo>
                      <a:pt x="45464" y="56545"/>
                      <a:pt x="45341" y="56545"/>
                      <a:pt x="45214" y="56545"/>
                    </a:cubicBezTo>
                    <a:cubicBezTo>
                      <a:pt x="45214" y="56791"/>
                      <a:pt x="45214" y="57038"/>
                      <a:pt x="45214" y="57292"/>
                    </a:cubicBezTo>
                    <a:cubicBezTo>
                      <a:pt x="45091" y="57292"/>
                      <a:pt x="44968" y="57292"/>
                      <a:pt x="44841" y="57292"/>
                    </a:cubicBezTo>
                    <a:cubicBezTo>
                      <a:pt x="44841" y="57661"/>
                      <a:pt x="44841" y="58031"/>
                      <a:pt x="44841" y="58411"/>
                    </a:cubicBezTo>
                    <a:cubicBezTo>
                      <a:pt x="44964" y="58411"/>
                      <a:pt x="45087" y="58411"/>
                      <a:pt x="45214" y="58411"/>
                    </a:cubicBezTo>
                    <a:cubicBezTo>
                      <a:pt x="45214" y="58658"/>
                      <a:pt x="45214" y="58904"/>
                      <a:pt x="45214" y="59158"/>
                    </a:cubicBezTo>
                    <a:cubicBezTo>
                      <a:pt x="45337" y="59158"/>
                      <a:pt x="45460" y="59158"/>
                      <a:pt x="45587" y="59158"/>
                    </a:cubicBezTo>
                    <a:cubicBezTo>
                      <a:pt x="45587" y="59404"/>
                      <a:pt x="45587" y="59650"/>
                      <a:pt x="45587" y="59904"/>
                    </a:cubicBezTo>
                    <a:cubicBezTo>
                      <a:pt x="45710" y="59904"/>
                      <a:pt x="45833" y="59904"/>
                      <a:pt x="45960" y="59904"/>
                    </a:cubicBezTo>
                    <a:cubicBezTo>
                      <a:pt x="45960" y="60027"/>
                      <a:pt x="45960" y="60150"/>
                      <a:pt x="45960" y="60277"/>
                    </a:cubicBezTo>
                    <a:cubicBezTo>
                      <a:pt x="46083" y="60277"/>
                      <a:pt x="46207" y="60277"/>
                      <a:pt x="46334" y="60277"/>
                    </a:cubicBezTo>
                    <a:cubicBezTo>
                      <a:pt x="46334" y="60524"/>
                      <a:pt x="46334" y="60770"/>
                      <a:pt x="46334" y="61024"/>
                    </a:cubicBezTo>
                    <a:cubicBezTo>
                      <a:pt x="46457" y="61024"/>
                      <a:pt x="46580" y="61024"/>
                      <a:pt x="46707" y="61024"/>
                    </a:cubicBezTo>
                    <a:cubicBezTo>
                      <a:pt x="46707" y="61147"/>
                      <a:pt x="46707" y="61270"/>
                      <a:pt x="46707" y="61397"/>
                    </a:cubicBezTo>
                    <a:cubicBezTo>
                      <a:pt x="46830" y="61397"/>
                      <a:pt x="46953" y="61397"/>
                      <a:pt x="47080" y="61397"/>
                    </a:cubicBezTo>
                    <a:cubicBezTo>
                      <a:pt x="47080" y="61520"/>
                      <a:pt x="47080" y="61643"/>
                      <a:pt x="47080" y="61770"/>
                    </a:cubicBezTo>
                    <a:cubicBezTo>
                      <a:pt x="47203" y="61770"/>
                      <a:pt x="47326" y="61770"/>
                      <a:pt x="47453" y="61770"/>
                    </a:cubicBezTo>
                    <a:cubicBezTo>
                      <a:pt x="47453" y="61893"/>
                      <a:pt x="47453" y="62017"/>
                      <a:pt x="47453" y="62143"/>
                    </a:cubicBezTo>
                    <a:cubicBezTo>
                      <a:pt x="47576" y="62143"/>
                      <a:pt x="47700" y="62143"/>
                      <a:pt x="47826" y="62143"/>
                    </a:cubicBezTo>
                    <a:cubicBezTo>
                      <a:pt x="47826" y="62267"/>
                      <a:pt x="47826" y="62390"/>
                      <a:pt x="47826" y="62517"/>
                    </a:cubicBezTo>
                    <a:cubicBezTo>
                      <a:pt x="47950" y="62517"/>
                      <a:pt x="48073" y="62517"/>
                      <a:pt x="48200" y="62517"/>
                    </a:cubicBezTo>
                    <a:cubicBezTo>
                      <a:pt x="48200" y="62763"/>
                      <a:pt x="48200" y="63009"/>
                      <a:pt x="48200" y="63263"/>
                    </a:cubicBezTo>
                    <a:cubicBezTo>
                      <a:pt x="48323" y="63263"/>
                      <a:pt x="48446" y="63263"/>
                      <a:pt x="48573" y="63263"/>
                    </a:cubicBezTo>
                    <a:cubicBezTo>
                      <a:pt x="48573" y="63386"/>
                      <a:pt x="48573" y="63509"/>
                      <a:pt x="48573" y="63636"/>
                    </a:cubicBezTo>
                    <a:cubicBezTo>
                      <a:pt x="48819" y="63636"/>
                      <a:pt x="49066" y="63636"/>
                      <a:pt x="49319" y="63636"/>
                    </a:cubicBezTo>
                    <a:cubicBezTo>
                      <a:pt x="49319" y="63760"/>
                      <a:pt x="49319" y="63883"/>
                      <a:pt x="49319" y="64010"/>
                    </a:cubicBezTo>
                    <a:cubicBezTo>
                      <a:pt x="49442" y="64010"/>
                      <a:pt x="49566" y="64010"/>
                      <a:pt x="49693" y="64010"/>
                    </a:cubicBezTo>
                    <a:cubicBezTo>
                      <a:pt x="49693" y="64133"/>
                      <a:pt x="49693" y="64256"/>
                      <a:pt x="49693" y="64383"/>
                    </a:cubicBezTo>
                    <a:cubicBezTo>
                      <a:pt x="49939" y="64383"/>
                      <a:pt x="50185" y="64383"/>
                      <a:pt x="50439" y="64383"/>
                    </a:cubicBezTo>
                    <a:cubicBezTo>
                      <a:pt x="50439" y="64136"/>
                      <a:pt x="50439" y="63890"/>
                      <a:pt x="50439" y="63636"/>
                    </a:cubicBezTo>
                    <a:cubicBezTo>
                      <a:pt x="50562" y="63636"/>
                      <a:pt x="50685" y="63636"/>
                      <a:pt x="50812" y="63636"/>
                    </a:cubicBezTo>
                    <a:cubicBezTo>
                      <a:pt x="50812" y="63390"/>
                      <a:pt x="50812" y="63144"/>
                      <a:pt x="50812" y="62890"/>
                    </a:cubicBezTo>
                    <a:cubicBezTo>
                      <a:pt x="50935" y="62890"/>
                      <a:pt x="51059" y="62890"/>
                      <a:pt x="51185" y="62890"/>
                    </a:cubicBezTo>
                    <a:cubicBezTo>
                      <a:pt x="51185" y="62644"/>
                      <a:pt x="51185" y="62397"/>
                      <a:pt x="51185" y="62143"/>
                    </a:cubicBezTo>
                    <a:cubicBezTo>
                      <a:pt x="51309" y="62143"/>
                      <a:pt x="51432" y="62143"/>
                      <a:pt x="51559" y="62143"/>
                    </a:cubicBezTo>
                    <a:cubicBezTo>
                      <a:pt x="51559" y="61897"/>
                      <a:pt x="51559" y="61651"/>
                      <a:pt x="51559" y="61397"/>
                    </a:cubicBezTo>
                    <a:cubicBezTo>
                      <a:pt x="51682" y="61397"/>
                      <a:pt x="51805" y="61397"/>
                      <a:pt x="51932" y="61397"/>
                    </a:cubicBezTo>
                    <a:cubicBezTo>
                      <a:pt x="51932" y="61274"/>
                      <a:pt x="51932" y="61151"/>
                      <a:pt x="51932" y="61024"/>
                    </a:cubicBezTo>
                    <a:cubicBezTo>
                      <a:pt x="52055" y="61024"/>
                      <a:pt x="52178" y="61024"/>
                      <a:pt x="52305" y="61024"/>
                    </a:cubicBezTo>
                    <a:cubicBezTo>
                      <a:pt x="52305" y="60777"/>
                      <a:pt x="52305" y="60531"/>
                      <a:pt x="52305" y="60277"/>
                    </a:cubicBezTo>
                    <a:cubicBezTo>
                      <a:pt x="52428" y="60277"/>
                      <a:pt x="52551" y="60277"/>
                      <a:pt x="52678" y="60277"/>
                    </a:cubicBezTo>
                    <a:cubicBezTo>
                      <a:pt x="52678" y="60154"/>
                      <a:pt x="52678" y="60031"/>
                      <a:pt x="52678" y="59904"/>
                    </a:cubicBezTo>
                    <a:cubicBezTo>
                      <a:pt x="52802" y="59904"/>
                      <a:pt x="52925" y="59904"/>
                      <a:pt x="53052" y="59904"/>
                    </a:cubicBezTo>
                    <a:cubicBezTo>
                      <a:pt x="53052" y="59781"/>
                      <a:pt x="53052" y="59658"/>
                      <a:pt x="53052" y="59531"/>
                    </a:cubicBezTo>
                    <a:cubicBezTo>
                      <a:pt x="53175" y="59531"/>
                      <a:pt x="53298" y="59531"/>
                      <a:pt x="53425" y="59531"/>
                    </a:cubicBezTo>
                    <a:cubicBezTo>
                      <a:pt x="53425" y="59408"/>
                      <a:pt x="53425" y="59285"/>
                      <a:pt x="53425" y="59158"/>
                    </a:cubicBezTo>
                    <a:cubicBezTo>
                      <a:pt x="53548" y="59158"/>
                      <a:pt x="53671" y="59158"/>
                      <a:pt x="53798" y="59158"/>
                    </a:cubicBezTo>
                    <a:cubicBezTo>
                      <a:pt x="53798" y="59035"/>
                      <a:pt x="53798" y="58911"/>
                      <a:pt x="53798" y="58784"/>
                    </a:cubicBezTo>
                    <a:cubicBezTo>
                      <a:pt x="53921" y="58784"/>
                      <a:pt x="54044" y="58784"/>
                      <a:pt x="54171" y="58784"/>
                    </a:cubicBezTo>
                    <a:cubicBezTo>
                      <a:pt x="54171" y="58661"/>
                      <a:pt x="54171" y="58538"/>
                      <a:pt x="54171" y="58411"/>
                    </a:cubicBezTo>
                    <a:cubicBezTo>
                      <a:pt x="54294" y="58411"/>
                      <a:pt x="54418" y="58411"/>
                      <a:pt x="54544" y="58411"/>
                    </a:cubicBezTo>
                    <a:cubicBezTo>
                      <a:pt x="54544" y="58288"/>
                      <a:pt x="54544" y="58165"/>
                      <a:pt x="54544" y="58038"/>
                    </a:cubicBezTo>
                    <a:cubicBezTo>
                      <a:pt x="54668" y="58038"/>
                      <a:pt x="54791" y="58038"/>
                      <a:pt x="54918" y="58038"/>
                    </a:cubicBezTo>
                    <a:cubicBezTo>
                      <a:pt x="54918" y="57792"/>
                      <a:pt x="54918" y="57545"/>
                      <a:pt x="54918" y="57292"/>
                    </a:cubicBezTo>
                    <a:cubicBezTo>
                      <a:pt x="55041" y="57292"/>
                      <a:pt x="55164" y="57292"/>
                      <a:pt x="55291" y="57292"/>
                    </a:cubicBezTo>
                    <a:cubicBezTo>
                      <a:pt x="55291" y="57045"/>
                      <a:pt x="55291" y="56799"/>
                      <a:pt x="55291" y="56545"/>
                    </a:cubicBezTo>
                    <a:cubicBezTo>
                      <a:pt x="55414" y="56545"/>
                      <a:pt x="55537" y="56545"/>
                      <a:pt x="55664" y="56545"/>
                    </a:cubicBezTo>
                    <a:cubicBezTo>
                      <a:pt x="55664" y="56176"/>
                      <a:pt x="55664" y="55806"/>
                      <a:pt x="55664" y="55425"/>
                    </a:cubicBezTo>
                    <a:cubicBezTo>
                      <a:pt x="55787" y="55425"/>
                      <a:pt x="55910" y="55425"/>
                      <a:pt x="56037" y="55425"/>
                    </a:cubicBezTo>
                    <a:cubicBezTo>
                      <a:pt x="56037" y="55302"/>
                      <a:pt x="56037" y="55179"/>
                      <a:pt x="56037" y="55052"/>
                    </a:cubicBezTo>
                    <a:cubicBezTo>
                      <a:pt x="56161" y="55052"/>
                      <a:pt x="56284" y="55052"/>
                      <a:pt x="56411" y="55052"/>
                    </a:cubicBezTo>
                    <a:cubicBezTo>
                      <a:pt x="56411" y="54806"/>
                      <a:pt x="56411" y="54560"/>
                      <a:pt x="56411" y="54306"/>
                    </a:cubicBezTo>
                    <a:cubicBezTo>
                      <a:pt x="56534" y="54306"/>
                      <a:pt x="56657" y="54306"/>
                      <a:pt x="56784" y="54306"/>
                    </a:cubicBezTo>
                    <a:cubicBezTo>
                      <a:pt x="56784" y="53936"/>
                      <a:pt x="56784" y="53567"/>
                      <a:pt x="56784" y="53186"/>
                    </a:cubicBezTo>
                    <a:cubicBezTo>
                      <a:pt x="56907" y="53186"/>
                      <a:pt x="57030" y="53186"/>
                      <a:pt x="57157" y="53186"/>
                    </a:cubicBezTo>
                    <a:cubicBezTo>
                      <a:pt x="57157" y="52940"/>
                      <a:pt x="57157" y="52693"/>
                      <a:pt x="57157" y="52440"/>
                    </a:cubicBezTo>
                    <a:cubicBezTo>
                      <a:pt x="57280" y="52440"/>
                      <a:pt x="57403" y="52440"/>
                      <a:pt x="57530" y="52440"/>
                    </a:cubicBezTo>
                    <a:cubicBezTo>
                      <a:pt x="57530" y="51824"/>
                      <a:pt x="57530" y="51208"/>
                      <a:pt x="57530" y="50574"/>
                    </a:cubicBezTo>
                    <a:cubicBezTo>
                      <a:pt x="57407" y="50574"/>
                      <a:pt x="57284" y="50574"/>
                      <a:pt x="57157" y="50574"/>
                    </a:cubicBezTo>
                    <a:cubicBezTo>
                      <a:pt x="57157" y="50450"/>
                      <a:pt x="57157" y="50327"/>
                      <a:pt x="57157" y="50200"/>
                    </a:cubicBezTo>
                    <a:cubicBezTo>
                      <a:pt x="57034" y="50200"/>
                      <a:pt x="56911" y="50200"/>
                      <a:pt x="56784" y="50200"/>
                    </a:cubicBezTo>
                    <a:cubicBezTo>
                      <a:pt x="56784" y="50077"/>
                      <a:pt x="56784" y="49954"/>
                      <a:pt x="56784" y="49827"/>
                    </a:cubicBezTo>
                    <a:cubicBezTo>
                      <a:pt x="56661" y="49827"/>
                      <a:pt x="56537" y="49827"/>
                      <a:pt x="56411" y="49827"/>
                    </a:cubicBezTo>
                    <a:cubicBezTo>
                      <a:pt x="56411" y="49704"/>
                      <a:pt x="56411" y="49581"/>
                      <a:pt x="56411" y="49454"/>
                    </a:cubicBezTo>
                    <a:cubicBezTo>
                      <a:pt x="56287" y="49454"/>
                      <a:pt x="56164" y="49454"/>
                      <a:pt x="56037" y="49454"/>
                    </a:cubicBezTo>
                    <a:cubicBezTo>
                      <a:pt x="56037" y="49331"/>
                      <a:pt x="56037" y="49208"/>
                      <a:pt x="56037" y="49081"/>
                    </a:cubicBezTo>
                    <a:cubicBezTo>
                      <a:pt x="55914" y="49081"/>
                      <a:pt x="55791" y="49081"/>
                      <a:pt x="55664" y="49081"/>
                    </a:cubicBezTo>
                    <a:cubicBezTo>
                      <a:pt x="55664" y="47972"/>
                      <a:pt x="55664" y="46864"/>
                      <a:pt x="55664" y="45722"/>
                    </a:cubicBezTo>
                    <a:cubicBezTo>
                      <a:pt x="55787" y="45722"/>
                      <a:pt x="55910" y="45722"/>
                      <a:pt x="56037" y="45722"/>
                    </a:cubicBezTo>
                    <a:cubicBezTo>
                      <a:pt x="56037" y="45475"/>
                      <a:pt x="56037" y="45229"/>
                      <a:pt x="56037" y="44975"/>
                    </a:cubicBezTo>
                    <a:cubicBezTo>
                      <a:pt x="56161" y="44975"/>
                      <a:pt x="56284" y="44975"/>
                      <a:pt x="56411" y="44975"/>
                    </a:cubicBezTo>
                    <a:cubicBezTo>
                      <a:pt x="56411" y="44852"/>
                      <a:pt x="56411" y="44729"/>
                      <a:pt x="56411" y="44602"/>
                    </a:cubicBezTo>
                    <a:cubicBezTo>
                      <a:pt x="56534" y="44602"/>
                      <a:pt x="56657" y="44602"/>
                      <a:pt x="56784" y="44602"/>
                    </a:cubicBezTo>
                    <a:cubicBezTo>
                      <a:pt x="56784" y="44479"/>
                      <a:pt x="56784" y="44356"/>
                      <a:pt x="56784" y="44229"/>
                    </a:cubicBezTo>
                    <a:cubicBezTo>
                      <a:pt x="56907" y="44229"/>
                      <a:pt x="57030" y="44229"/>
                      <a:pt x="57157" y="44229"/>
                    </a:cubicBezTo>
                    <a:cubicBezTo>
                      <a:pt x="57157" y="44106"/>
                      <a:pt x="57157" y="43982"/>
                      <a:pt x="57157" y="43856"/>
                    </a:cubicBezTo>
                    <a:cubicBezTo>
                      <a:pt x="57280" y="43856"/>
                      <a:pt x="57403" y="43856"/>
                      <a:pt x="57530" y="43856"/>
                    </a:cubicBezTo>
                    <a:cubicBezTo>
                      <a:pt x="57530" y="43732"/>
                      <a:pt x="57530" y="43609"/>
                      <a:pt x="57530" y="43482"/>
                    </a:cubicBezTo>
                    <a:cubicBezTo>
                      <a:pt x="57777" y="43482"/>
                      <a:pt x="58023" y="43482"/>
                      <a:pt x="58277" y="43482"/>
                    </a:cubicBezTo>
                    <a:cubicBezTo>
                      <a:pt x="58277" y="43359"/>
                      <a:pt x="58277" y="43236"/>
                      <a:pt x="58277" y="43109"/>
                    </a:cubicBezTo>
                    <a:cubicBezTo>
                      <a:pt x="58523" y="43109"/>
                      <a:pt x="58769" y="43109"/>
                      <a:pt x="59023" y="43109"/>
                    </a:cubicBezTo>
                    <a:cubicBezTo>
                      <a:pt x="59023" y="42986"/>
                      <a:pt x="59023" y="42863"/>
                      <a:pt x="59023" y="42736"/>
                    </a:cubicBezTo>
                    <a:cubicBezTo>
                      <a:pt x="59146" y="42736"/>
                      <a:pt x="59269" y="42736"/>
                      <a:pt x="59396" y="42736"/>
                    </a:cubicBezTo>
                    <a:cubicBezTo>
                      <a:pt x="59396" y="42613"/>
                      <a:pt x="59396" y="42490"/>
                      <a:pt x="59396" y="42363"/>
                    </a:cubicBezTo>
                    <a:cubicBezTo>
                      <a:pt x="59520" y="42363"/>
                      <a:pt x="59643" y="42363"/>
                      <a:pt x="59770" y="42363"/>
                    </a:cubicBezTo>
                    <a:cubicBezTo>
                      <a:pt x="59770" y="41747"/>
                      <a:pt x="59770" y="41131"/>
                      <a:pt x="59770" y="40497"/>
                    </a:cubicBezTo>
                    <a:cubicBezTo>
                      <a:pt x="59893" y="40497"/>
                      <a:pt x="60016" y="40497"/>
                      <a:pt x="60143" y="40497"/>
                    </a:cubicBezTo>
                    <a:cubicBezTo>
                      <a:pt x="60143" y="39265"/>
                      <a:pt x="60143" y="38033"/>
                      <a:pt x="60143" y="36764"/>
                    </a:cubicBezTo>
                    <a:cubicBezTo>
                      <a:pt x="60020" y="36764"/>
                      <a:pt x="59896" y="36764"/>
                      <a:pt x="59770" y="36764"/>
                    </a:cubicBezTo>
                    <a:cubicBezTo>
                      <a:pt x="59770" y="35902"/>
                      <a:pt x="59770" y="35040"/>
                      <a:pt x="59770" y="34152"/>
                    </a:cubicBezTo>
                    <a:cubicBezTo>
                      <a:pt x="59646" y="34152"/>
                      <a:pt x="59523" y="34152"/>
                      <a:pt x="59396" y="34152"/>
                    </a:cubicBezTo>
                    <a:cubicBezTo>
                      <a:pt x="59396" y="33782"/>
                      <a:pt x="59396" y="33413"/>
                      <a:pt x="59396" y="33032"/>
                    </a:cubicBezTo>
                    <a:cubicBezTo>
                      <a:pt x="59273" y="33032"/>
                      <a:pt x="59150" y="33032"/>
                      <a:pt x="59023" y="33032"/>
                    </a:cubicBezTo>
                    <a:cubicBezTo>
                      <a:pt x="59023" y="32786"/>
                      <a:pt x="59023" y="32539"/>
                      <a:pt x="59023" y="32286"/>
                    </a:cubicBezTo>
                    <a:cubicBezTo>
                      <a:pt x="58284" y="32286"/>
                      <a:pt x="57545" y="32286"/>
                      <a:pt x="56784" y="32286"/>
                    </a:cubicBezTo>
                    <a:cubicBezTo>
                      <a:pt x="56784" y="32162"/>
                      <a:pt x="56784" y="32039"/>
                      <a:pt x="56784" y="31912"/>
                    </a:cubicBezTo>
                    <a:cubicBezTo>
                      <a:pt x="56414" y="31912"/>
                      <a:pt x="56045" y="31912"/>
                      <a:pt x="55664" y="31912"/>
                    </a:cubicBezTo>
                    <a:cubicBezTo>
                      <a:pt x="55664" y="31789"/>
                      <a:pt x="55664" y="31666"/>
                      <a:pt x="55664" y="31539"/>
                    </a:cubicBezTo>
                    <a:cubicBezTo>
                      <a:pt x="55541" y="31539"/>
                      <a:pt x="55418" y="31539"/>
                      <a:pt x="55291" y="31539"/>
                    </a:cubicBezTo>
                    <a:cubicBezTo>
                      <a:pt x="55291" y="31416"/>
                      <a:pt x="55291" y="31293"/>
                      <a:pt x="55291" y="31166"/>
                    </a:cubicBezTo>
                    <a:cubicBezTo>
                      <a:pt x="55168" y="31166"/>
                      <a:pt x="55045" y="31166"/>
                      <a:pt x="54918" y="31166"/>
                    </a:cubicBezTo>
                    <a:cubicBezTo>
                      <a:pt x="54918" y="31043"/>
                      <a:pt x="54918" y="30920"/>
                      <a:pt x="54918" y="30793"/>
                    </a:cubicBezTo>
                    <a:cubicBezTo>
                      <a:pt x="54795" y="30793"/>
                      <a:pt x="54671" y="30793"/>
                      <a:pt x="54544" y="30793"/>
                    </a:cubicBezTo>
                    <a:cubicBezTo>
                      <a:pt x="54544" y="30670"/>
                      <a:pt x="54544" y="30546"/>
                      <a:pt x="54544" y="30420"/>
                    </a:cubicBezTo>
                    <a:cubicBezTo>
                      <a:pt x="54421" y="30420"/>
                      <a:pt x="54298" y="30420"/>
                      <a:pt x="54171" y="30420"/>
                    </a:cubicBezTo>
                    <a:cubicBezTo>
                      <a:pt x="54171" y="30173"/>
                      <a:pt x="54171" y="29927"/>
                      <a:pt x="54171" y="29673"/>
                    </a:cubicBezTo>
                    <a:cubicBezTo>
                      <a:pt x="54048" y="29673"/>
                      <a:pt x="53925" y="29673"/>
                      <a:pt x="53798" y="29673"/>
                    </a:cubicBezTo>
                    <a:cubicBezTo>
                      <a:pt x="53798" y="28565"/>
                      <a:pt x="53798" y="27456"/>
                      <a:pt x="53798" y="26314"/>
                    </a:cubicBezTo>
                    <a:cubicBezTo>
                      <a:pt x="53921" y="26314"/>
                      <a:pt x="54044" y="26314"/>
                      <a:pt x="54171" y="26314"/>
                    </a:cubicBezTo>
                    <a:cubicBezTo>
                      <a:pt x="54171" y="26068"/>
                      <a:pt x="54171" y="25821"/>
                      <a:pt x="54171" y="25568"/>
                    </a:cubicBezTo>
                    <a:cubicBezTo>
                      <a:pt x="54294" y="25568"/>
                      <a:pt x="54418" y="25568"/>
                      <a:pt x="54544" y="25568"/>
                    </a:cubicBezTo>
                    <a:cubicBezTo>
                      <a:pt x="54544" y="25444"/>
                      <a:pt x="54544" y="25321"/>
                      <a:pt x="54544" y="25194"/>
                    </a:cubicBezTo>
                    <a:cubicBezTo>
                      <a:pt x="54668" y="25194"/>
                      <a:pt x="54791" y="25194"/>
                      <a:pt x="54918" y="25194"/>
                    </a:cubicBezTo>
                    <a:cubicBezTo>
                      <a:pt x="54918" y="25071"/>
                      <a:pt x="54918" y="24948"/>
                      <a:pt x="54918" y="24821"/>
                    </a:cubicBezTo>
                    <a:cubicBezTo>
                      <a:pt x="55041" y="24821"/>
                      <a:pt x="55164" y="24821"/>
                      <a:pt x="55291" y="24821"/>
                    </a:cubicBezTo>
                    <a:cubicBezTo>
                      <a:pt x="55291" y="24575"/>
                      <a:pt x="55291" y="24329"/>
                      <a:pt x="55291" y="24075"/>
                    </a:cubicBezTo>
                    <a:cubicBezTo>
                      <a:pt x="55168" y="24075"/>
                      <a:pt x="55045" y="24075"/>
                      <a:pt x="54918" y="24075"/>
                    </a:cubicBezTo>
                    <a:cubicBezTo>
                      <a:pt x="54918" y="23705"/>
                      <a:pt x="54918" y="23336"/>
                      <a:pt x="54918" y="22955"/>
                    </a:cubicBezTo>
                    <a:cubicBezTo>
                      <a:pt x="54795" y="22955"/>
                      <a:pt x="54671" y="22955"/>
                      <a:pt x="54544" y="22955"/>
                    </a:cubicBezTo>
                    <a:cubicBezTo>
                      <a:pt x="54544" y="22832"/>
                      <a:pt x="54544" y="22709"/>
                      <a:pt x="54544" y="22582"/>
                    </a:cubicBezTo>
                    <a:cubicBezTo>
                      <a:pt x="54421" y="22582"/>
                      <a:pt x="54298" y="22582"/>
                      <a:pt x="54171" y="22582"/>
                    </a:cubicBezTo>
                    <a:cubicBezTo>
                      <a:pt x="54171" y="22336"/>
                      <a:pt x="54171" y="22089"/>
                      <a:pt x="54171" y="21835"/>
                    </a:cubicBezTo>
                    <a:cubicBezTo>
                      <a:pt x="54048" y="21835"/>
                      <a:pt x="53925" y="21835"/>
                      <a:pt x="53798" y="21835"/>
                    </a:cubicBezTo>
                    <a:cubicBezTo>
                      <a:pt x="53798" y="21712"/>
                      <a:pt x="53798" y="21589"/>
                      <a:pt x="53798" y="21462"/>
                    </a:cubicBezTo>
                    <a:cubicBezTo>
                      <a:pt x="53675" y="21462"/>
                      <a:pt x="53552" y="21462"/>
                      <a:pt x="53425" y="21462"/>
                    </a:cubicBezTo>
                    <a:cubicBezTo>
                      <a:pt x="53432" y="21409"/>
                      <a:pt x="53439" y="21355"/>
                      <a:pt x="53447" y="21300"/>
                    </a:cubicBezTo>
                    <a:cubicBezTo>
                      <a:pt x="53417" y="21014"/>
                      <a:pt x="53274" y="20883"/>
                      <a:pt x="53075" y="20692"/>
                    </a:cubicBezTo>
                    <a:cubicBezTo>
                      <a:pt x="53042" y="20658"/>
                      <a:pt x="53010" y="20624"/>
                      <a:pt x="52977" y="20590"/>
                    </a:cubicBezTo>
                    <a:cubicBezTo>
                      <a:pt x="52728" y="20345"/>
                      <a:pt x="52679" y="20343"/>
                      <a:pt x="52305" y="20343"/>
                    </a:cubicBezTo>
                    <a:cubicBezTo>
                      <a:pt x="52305" y="20096"/>
                      <a:pt x="52305" y="19850"/>
                      <a:pt x="52305" y="19596"/>
                    </a:cubicBezTo>
                    <a:cubicBezTo>
                      <a:pt x="52182" y="19596"/>
                      <a:pt x="52059" y="19596"/>
                      <a:pt x="51932" y="19596"/>
                    </a:cubicBezTo>
                    <a:cubicBezTo>
                      <a:pt x="51932" y="19473"/>
                      <a:pt x="51932" y="19350"/>
                      <a:pt x="51932" y="19223"/>
                    </a:cubicBezTo>
                    <a:cubicBezTo>
                      <a:pt x="51316" y="19223"/>
                      <a:pt x="50700" y="19223"/>
                      <a:pt x="50066" y="19223"/>
                    </a:cubicBezTo>
                    <a:close/>
                    <a:moveTo>
                      <a:pt x="39739" y="24690"/>
                    </a:moveTo>
                    <a:cubicBezTo>
                      <a:pt x="39616" y="24821"/>
                      <a:pt x="39616" y="24821"/>
                      <a:pt x="39616" y="25194"/>
                    </a:cubicBezTo>
                    <a:cubicBezTo>
                      <a:pt x="39369" y="25194"/>
                      <a:pt x="39123" y="25194"/>
                      <a:pt x="38869" y="25194"/>
                    </a:cubicBezTo>
                    <a:cubicBezTo>
                      <a:pt x="38869" y="25318"/>
                      <a:pt x="38869" y="25441"/>
                      <a:pt x="38869" y="25568"/>
                    </a:cubicBezTo>
                    <a:cubicBezTo>
                      <a:pt x="38746" y="25568"/>
                      <a:pt x="38623" y="25568"/>
                      <a:pt x="38496" y="25568"/>
                    </a:cubicBezTo>
                    <a:cubicBezTo>
                      <a:pt x="38496" y="25814"/>
                      <a:pt x="38496" y="26060"/>
                      <a:pt x="38496" y="26314"/>
                    </a:cubicBezTo>
                    <a:cubicBezTo>
                      <a:pt x="38373" y="26314"/>
                      <a:pt x="38250" y="26314"/>
                      <a:pt x="38123" y="26314"/>
                    </a:cubicBezTo>
                    <a:cubicBezTo>
                      <a:pt x="38047" y="27917"/>
                      <a:pt x="38047" y="27917"/>
                      <a:pt x="38363" y="28440"/>
                    </a:cubicBezTo>
                    <a:cubicBezTo>
                      <a:pt x="38541" y="28592"/>
                      <a:pt x="38660" y="28597"/>
                      <a:pt x="38892" y="28600"/>
                    </a:cubicBezTo>
                    <a:cubicBezTo>
                      <a:pt x="39009" y="28588"/>
                      <a:pt x="39126" y="28574"/>
                      <a:pt x="39242" y="28553"/>
                    </a:cubicBezTo>
                    <a:cubicBezTo>
                      <a:pt x="39242" y="28677"/>
                      <a:pt x="39242" y="28800"/>
                      <a:pt x="39242" y="28927"/>
                    </a:cubicBezTo>
                    <a:cubicBezTo>
                      <a:pt x="39365" y="28927"/>
                      <a:pt x="39489" y="28927"/>
                      <a:pt x="39616" y="28927"/>
                    </a:cubicBezTo>
                    <a:cubicBezTo>
                      <a:pt x="39616" y="29050"/>
                      <a:pt x="39616" y="29173"/>
                      <a:pt x="39616" y="29300"/>
                    </a:cubicBezTo>
                    <a:cubicBezTo>
                      <a:pt x="40231" y="29300"/>
                      <a:pt x="40847" y="29300"/>
                      <a:pt x="41482" y="29300"/>
                    </a:cubicBezTo>
                    <a:cubicBezTo>
                      <a:pt x="41482" y="29177"/>
                      <a:pt x="41482" y="29054"/>
                      <a:pt x="41482" y="28927"/>
                    </a:cubicBezTo>
                    <a:cubicBezTo>
                      <a:pt x="41728" y="28927"/>
                      <a:pt x="41974" y="28927"/>
                      <a:pt x="42228" y="28927"/>
                    </a:cubicBezTo>
                    <a:cubicBezTo>
                      <a:pt x="42228" y="28803"/>
                      <a:pt x="42228" y="28680"/>
                      <a:pt x="42228" y="28553"/>
                    </a:cubicBezTo>
                    <a:cubicBezTo>
                      <a:pt x="42351" y="28553"/>
                      <a:pt x="42474" y="28553"/>
                      <a:pt x="42601" y="28553"/>
                    </a:cubicBezTo>
                    <a:cubicBezTo>
                      <a:pt x="42601" y="28307"/>
                      <a:pt x="42601" y="28061"/>
                      <a:pt x="42601" y="27807"/>
                    </a:cubicBezTo>
                    <a:cubicBezTo>
                      <a:pt x="42724" y="27807"/>
                      <a:pt x="42848" y="27807"/>
                      <a:pt x="42975" y="27807"/>
                    </a:cubicBezTo>
                    <a:cubicBezTo>
                      <a:pt x="42975" y="27191"/>
                      <a:pt x="42975" y="26575"/>
                      <a:pt x="42975" y="25941"/>
                    </a:cubicBezTo>
                    <a:cubicBezTo>
                      <a:pt x="42851" y="25941"/>
                      <a:pt x="42728" y="25941"/>
                      <a:pt x="42601" y="25941"/>
                    </a:cubicBezTo>
                    <a:cubicBezTo>
                      <a:pt x="42601" y="25818"/>
                      <a:pt x="42601" y="25695"/>
                      <a:pt x="42601" y="25568"/>
                    </a:cubicBezTo>
                    <a:cubicBezTo>
                      <a:pt x="42478" y="25568"/>
                      <a:pt x="42355" y="25568"/>
                      <a:pt x="42228" y="25568"/>
                    </a:cubicBezTo>
                    <a:cubicBezTo>
                      <a:pt x="42228" y="25444"/>
                      <a:pt x="42228" y="25321"/>
                      <a:pt x="42228" y="25194"/>
                    </a:cubicBezTo>
                    <a:cubicBezTo>
                      <a:pt x="41982" y="25194"/>
                      <a:pt x="41735" y="25194"/>
                      <a:pt x="41482" y="25194"/>
                    </a:cubicBezTo>
                    <a:cubicBezTo>
                      <a:pt x="41482" y="25071"/>
                      <a:pt x="41482" y="24948"/>
                      <a:pt x="41482" y="24821"/>
                    </a:cubicBezTo>
                    <a:cubicBezTo>
                      <a:pt x="40362" y="24336"/>
                      <a:pt x="40362" y="24336"/>
                      <a:pt x="39739" y="24690"/>
                    </a:cubicBezTo>
                    <a:close/>
                    <a:moveTo>
                      <a:pt x="57157" y="25568"/>
                    </a:moveTo>
                    <a:cubicBezTo>
                      <a:pt x="57157" y="25691"/>
                      <a:pt x="57157" y="25814"/>
                      <a:pt x="57157" y="25941"/>
                    </a:cubicBezTo>
                    <a:cubicBezTo>
                      <a:pt x="57034" y="25941"/>
                      <a:pt x="56911" y="25941"/>
                      <a:pt x="56784" y="25941"/>
                    </a:cubicBezTo>
                    <a:cubicBezTo>
                      <a:pt x="56784" y="26064"/>
                      <a:pt x="56784" y="26187"/>
                      <a:pt x="56784" y="26314"/>
                    </a:cubicBezTo>
                    <a:cubicBezTo>
                      <a:pt x="56661" y="26314"/>
                      <a:pt x="56537" y="26314"/>
                      <a:pt x="56411" y="26314"/>
                    </a:cubicBezTo>
                    <a:cubicBezTo>
                      <a:pt x="56411" y="26437"/>
                      <a:pt x="56411" y="26560"/>
                      <a:pt x="56411" y="26687"/>
                    </a:cubicBezTo>
                    <a:cubicBezTo>
                      <a:pt x="56287" y="26687"/>
                      <a:pt x="56164" y="26687"/>
                      <a:pt x="56037" y="26687"/>
                    </a:cubicBezTo>
                    <a:cubicBezTo>
                      <a:pt x="56037" y="27426"/>
                      <a:pt x="56037" y="28165"/>
                      <a:pt x="56037" y="28927"/>
                    </a:cubicBezTo>
                    <a:cubicBezTo>
                      <a:pt x="56161" y="28927"/>
                      <a:pt x="56284" y="28927"/>
                      <a:pt x="56411" y="28927"/>
                    </a:cubicBezTo>
                    <a:cubicBezTo>
                      <a:pt x="56411" y="29050"/>
                      <a:pt x="56411" y="29173"/>
                      <a:pt x="56411" y="29300"/>
                    </a:cubicBezTo>
                    <a:cubicBezTo>
                      <a:pt x="56534" y="29300"/>
                      <a:pt x="56657" y="29300"/>
                      <a:pt x="56784" y="29300"/>
                    </a:cubicBezTo>
                    <a:cubicBezTo>
                      <a:pt x="56784" y="29423"/>
                      <a:pt x="56784" y="29546"/>
                      <a:pt x="56784" y="29673"/>
                    </a:cubicBezTo>
                    <a:cubicBezTo>
                      <a:pt x="56907" y="29673"/>
                      <a:pt x="57030" y="29673"/>
                      <a:pt x="57157" y="29673"/>
                    </a:cubicBezTo>
                    <a:cubicBezTo>
                      <a:pt x="57157" y="29796"/>
                      <a:pt x="57157" y="29919"/>
                      <a:pt x="57157" y="30046"/>
                    </a:cubicBezTo>
                    <a:cubicBezTo>
                      <a:pt x="57773" y="30046"/>
                      <a:pt x="58389" y="30046"/>
                      <a:pt x="59023" y="30046"/>
                    </a:cubicBezTo>
                    <a:cubicBezTo>
                      <a:pt x="59023" y="29923"/>
                      <a:pt x="59023" y="29800"/>
                      <a:pt x="59023" y="29673"/>
                    </a:cubicBezTo>
                    <a:cubicBezTo>
                      <a:pt x="59269" y="29673"/>
                      <a:pt x="59516" y="29673"/>
                      <a:pt x="59770" y="29673"/>
                    </a:cubicBezTo>
                    <a:cubicBezTo>
                      <a:pt x="59770" y="29550"/>
                      <a:pt x="59770" y="29427"/>
                      <a:pt x="59770" y="29300"/>
                    </a:cubicBezTo>
                    <a:cubicBezTo>
                      <a:pt x="59893" y="29300"/>
                      <a:pt x="60016" y="29300"/>
                      <a:pt x="60143" y="29300"/>
                    </a:cubicBezTo>
                    <a:cubicBezTo>
                      <a:pt x="60143" y="29054"/>
                      <a:pt x="60143" y="28807"/>
                      <a:pt x="60143" y="28553"/>
                    </a:cubicBezTo>
                    <a:cubicBezTo>
                      <a:pt x="60266" y="28553"/>
                      <a:pt x="60389" y="28553"/>
                      <a:pt x="60516" y="28553"/>
                    </a:cubicBezTo>
                    <a:cubicBezTo>
                      <a:pt x="60516" y="28061"/>
                      <a:pt x="60516" y="27568"/>
                      <a:pt x="60516" y="27061"/>
                    </a:cubicBezTo>
                    <a:cubicBezTo>
                      <a:pt x="60393" y="27061"/>
                      <a:pt x="60270" y="27061"/>
                      <a:pt x="60143" y="27061"/>
                    </a:cubicBezTo>
                    <a:cubicBezTo>
                      <a:pt x="60143" y="26814"/>
                      <a:pt x="60143" y="26568"/>
                      <a:pt x="60143" y="26314"/>
                    </a:cubicBezTo>
                    <a:cubicBezTo>
                      <a:pt x="60020" y="26314"/>
                      <a:pt x="59896" y="26314"/>
                      <a:pt x="59770" y="26314"/>
                    </a:cubicBezTo>
                    <a:cubicBezTo>
                      <a:pt x="59770" y="26191"/>
                      <a:pt x="59770" y="26068"/>
                      <a:pt x="59770" y="25941"/>
                    </a:cubicBezTo>
                    <a:cubicBezTo>
                      <a:pt x="59523" y="25941"/>
                      <a:pt x="59277" y="25941"/>
                      <a:pt x="59023" y="25941"/>
                    </a:cubicBezTo>
                    <a:cubicBezTo>
                      <a:pt x="59023" y="25818"/>
                      <a:pt x="59023" y="25695"/>
                      <a:pt x="59023" y="25568"/>
                    </a:cubicBezTo>
                    <a:cubicBezTo>
                      <a:pt x="58407" y="25568"/>
                      <a:pt x="57791" y="25568"/>
                      <a:pt x="57157" y="25568"/>
                    </a:cubicBezTo>
                    <a:close/>
                    <a:moveTo>
                      <a:pt x="69847" y="35645"/>
                    </a:moveTo>
                    <a:cubicBezTo>
                      <a:pt x="69847" y="35768"/>
                      <a:pt x="69847" y="35891"/>
                      <a:pt x="69847" y="36018"/>
                    </a:cubicBezTo>
                    <a:cubicBezTo>
                      <a:pt x="69723" y="36018"/>
                      <a:pt x="69600" y="36018"/>
                      <a:pt x="69473" y="36018"/>
                    </a:cubicBezTo>
                    <a:cubicBezTo>
                      <a:pt x="69473" y="36141"/>
                      <a:pt x="69473" y="36264"/>
                      <a:pt x="69473" y="36391"/>
                    </a:cubicBezTo>
                    <a:cubicBezTo>
                      <a:pt x="69350" y="36391"/>
                      <a:pt x="69227" y="36391"/>
                      <a:pt x="69100" y="36391"/>
                    </a:cubicBezTo>
                    <a:cubicBezTo>
                      <a:pt x="69100" y="37130"/>
                      <a:pt x="69100" y="37869"/>
                      <a:pt x="69100" y="38630"/>
                    </a:cubicBezTo>
                    <a:cubicBezTo>
                      <a:pt x="69223" y="38630"/>
                      <a:pt x="69346" y="38630"/>
                      <a:pt x="69473" y="38630"/>
                    </a:cubicBezTo>
                    <a:cubicBezTo>
                      <a:pt x="69473" y="38754"/>
                      <a:pt x="69473" y="38877"/>
                      <a:pt x="69473" y="39004"/>
                    </a:cubicBezTo>
                    <a:cubicBezTo>
                      <a:pt x="69597" y="39004"/>
                      <a:pt x="69720" y="39004"/>
                      <a:pt x="69847" y="39004"/>
                    </a:cubicBezTo>
                    <a:cubicBezTo>
                      <a:pt x="69847" y="39127"/>
                      <a:pt x="69847" y="39250"/>
                      <a:pt x="69847" y="39377"/>
                    </a:cubicBezTo>
                    <a:cubicBezTo>
                      <a:pt x="70586" y="39377"/>
                      <a:pt x="71325" y="39377"/>
                      <a:pt x="72086" y="39377"/>
                    </a:cubicBezTo>
                    <a:cubicBezTo>
                      <a:pt x="72086" y="39254"/>
                      <a:pt x="72086" y="39131"/>
                      <a:pt x="72086" y="39004"/>
                    </a:cubicBezTo>
                    <a:cubicBezTo>
                      <a:pt x="72209" y="39004"/>
                      <a:pt x="72332" y="39004"/>
                      <a:pt x="72459" y="39004"/>
                    </a:cubicBezTo>
                    <a:cubicBezTo>
                      <a:pt x="72459" y="38880"/>
                      <a:pt x="72459" y="38757"/>
                      <a:pt x="72459" y="38630"/>
                    </a:cubicBezTo>
                    <a:cubicBezTo>
                      <a:pt x="72582" y="38630"/>
                      <a:pt x="72705" y="38630"/>
                      <a:pt x="72832" y="38630"/>
                    </a:cubicBezTo>
                    <a:cubicBezTo>
                      <a:pt x="72832" y="37891"/>
                      <a:pt x="72832" y="37152"/>
                      <a:pt x="72832" y="36391"/>
                    </a:cubicBezTo>
                    <a:cubicBezTo>
                      <a:pt x="72709" y="36391"/>
                      <a:pt x="72586" y="36391"/>
                      <a:pt x="72459" y="36391"/>
                    </a:cubicBezTo>
                    <a:cubicBezTo>
                      <a:pt x="72459" y="36268"/>
                      <a:pt x="72459" y="36145"/>
                      <a:pt x="72459" y="36018"/>
                    </a:cubicBezTo>
                    <a:cubicBezTo>
                      <a:pt x="72336" y="36018"/>
                      <a:pt x="72213" y="36018"/>
                      <a:pt x="72086" y="36018"/>
                    </a:cubicBezTo>
                    <a:cubicBezTo>
                      <a:pt x="72086" y="35895"/>
                      <a:pt x="72086" y="35772"/>
                      <a:pt x="72086" y="35645"/>
                    </a:cubicBezTo>
                    <a:cubicBezTo>
                      <a:pt x="71347" y="35645"/>
                      <a:pt x="70608" y="35645"/>
                      <a:pt x="69847" y="35645"/>
                    </a:cubicBezTo>
                    <a:close/>
                    <a:moveTo>
                      <a:pt x="47453" y="40123"/>
                    </a:moveTo>
                    <a:cubicBezTo>
                      <a:pt x="47453" y="40246"/>
                      <a:pt x="47453" y="40370"/>
                      <a:pt x="47453" y="40497"/>
                    </a:cubicBezTo>
                    <a:cubicBezTo>
                      <a:pt x="47207" y="40497"/>
                      <a:pt x="46961" y="40497"/>
                      <a:pt x="46707" y="40497"/>
                    </a:cubicBezTo>
                    <a:cubicBezTo>
                      <a:pt x="46707" y="40620"/>
                      <a:pt x="46707" y="40743"/>
                      <a:pt x="46707" y="40870"/>
                    </a:cubicBezTo>
                    <a:cubicBezTo>
                      <a:pt x="46584" y="40870"/>
                      <a:pt x="46460" y="40870"/>
                      <a:pt x="46334" y="40870"/>
                    </a:cubicBezTo>
                    <a:cubicBezTo>
                      <a:pt x="46334" y="40993"/>
                      <a:pt x="46334" y="41116"/>
                      <a:pt x="46334" y="41243"/>
                    </a:cubicBezTo>
                    <a:cubicBezTo>
                      <a:pt x="46210" y="41243"/>
                      <a:pt x="46087" y="41243"/>
                      <a:pt x="45960" y="41243"/>
                    </a:cubicBezTo>
                    <a:cubicBezTo>
                      <a:pt x="45960" y="41982"/>
                      <a:pt x="45960" y="42721"/>
                      <a:pt x="45960" y="43482"/>
                    </a:cubicBezTo>
                    <a:cubicBezTo>
                      <a:pt x="46083" y="43482"/>
                      <a:pt x="46207" y="43482"/>
                      <a:pt x="46334" y="43482"/>
                    </a:cubicBezTo>
                    <a:cubicBezTo>
                      <a:pt x="46334" y="43605"/>
                      <a:pt x="46334" y="43729"/>
                      <a:pt x="46334" y="43856"/>
                    </a:cubicBezTo>
                    <a:cubicBezTo>
                      <a:pt x="46457" y="43856"/>
                      <a:pt x="46580" y="43856"/>
                      <a:pt x="46707" y="43856"/>
                    </a:cubicBezTo>
                    <a:cubicBezTo>
                      <a:pt x="46707" y="43979"/>
                      <a:pt x="46707" y="44102"/>
                      <a:pt x="46707" y="44229"/>
                    </a:cubicBezTo>
                    <a:cubicBezTo>
                      <a:pt x="46953" y="44229"/>
                      <a:pt x="47199" y="44229"/>
                      <a:pt x="47453" y="44229"/>
                    </a:cubicBezTo>
                    <a:cubicBezTo>
                      <a:pt x="47453" y="44352"/>
                      <a:pt x="47453" y="44475"/>
                      <a:pt x="47453" y="44602"/>
                    </a:cubicBezTo>
                    <a:cubicBezTo>
                      <a:pt x="48069" y="44602"/>
                      <a:pt x="48685" y="44602"/>
                      <a:pt x="49319" y="44602"/>
                    </a:cubicBezTo>
                    <a:cubicBezTo>
                      <a:pt x="49319" y="44479"/>
                      <a:pt x="49319" y="44356"/>
                      <a:pt x="49319" y="44229"/>
                    </a:cubicBezTo>
                    <a:cubicBezTo>
                      <a:pt x="49470" y="44137"/>
                      <a:pt x="49470" y="44137"/>
                      <a:pt x="49669" y="44065"/>
                    </a:cubicBezTo>
                    <a:cubicBezTo>
                      <a:pt x="50039" y="43892"/>
                      <a:pt x="50218" y="43737"/>
                      <a:pt x="50382" y="43361"/>
                    </a:cubicBezTo>
                    <a:cubicBezTo>
                      <a:pt x="50510" y="42792"/>
                      <a:pt x="50466" y="42196"/>
                      <a:pt x="50439" y="41616"/>
                    </a:cubicBezTo>
                    <a:cubicBezTo>
                      <a:pt x="50316" y="41616"/>
                      <a:pt x="50193" y="41616"/>
                      <a:pt x="50066" y="41616"/>
                    </a:cubicBezTo>
                    <a:cubicBezTo>
                      <a:pt x="50066" y="41370"/>
                      <a:pt x="50066" y="41124"/>
                      <a:pt x="50066" y="40870"/>
                    </a:cubicBezTo>
                    <a:cubicBezTo>
                      <a:pt x="49943" y="40870"/>
                      <a:pt x="49819" y="40870"/>
                      <a:pt x="49693" y="40870"/>
                    </a:cubicBezTo>
                    <a:cubicBezTo>
                      <a:pt x="49693" y="40747"/>
                      <a:pt x="49693" y="40623"/>
                      <a:pt x="49693" y="40497"/>
                    </a:cubicBezTo>
                    <a:cubicBezTo>
                      <a:pt x="49569" y="40497"/>
                      <a:pt x="49446" y="40497"/>
                      <a:pt x="49319" y="40497"/>
                    </a:cubicBezTo>
                    <a:cubicBezTo>
                      <a:pt x="49319" y="40373"/>
                      <a:pt x="49319" y="40250"/>
                      <a:pt x="49319" y="40123"/>
                    </a:cubicBezTo>
                    <a:cubicBezTo>
                      <a:pt x="48704" y="40123"/>
                      <a:pt x="48088" y="40123"/>
                      <a:pt x="47453" y="40123"/>
                    </a:cubicBezTo>
                    <a:close/>
                    <a:moveTo>
                      <a:pt x="59396" y="44975"/>
                    </a:moveTo>
                    <a:cubicBezTo>
                      <a:pt x="59396" y="45098"/>
                      <a:pt x="59396" y="45222"/>
                      <a:pt x="59396" y="45348"/>
                    </a:cubicBezTo>
                    <a:cubicBezTo>
                      <a:pt x="59273" y="45348"/>
                      <a:pt x="59150" y="45348"/>
                      <a:pt x="59023" y="45348"/>
                    </a:cubicBezTo>
                    <a:cubicBezTo>
                      <a:pt x="59023" y="45472"/>
                      <a:pt x="59023" y="45595"/>
                      <a:pt x="59023" y="45722"/>
                    </a:cubicBezTo>
                    <a:cubicBezTo>
                      <a:pt x="58777" y="45722"/>
                      <a:pt x="58530" y="45722"/>
                      <a:pt x="58277" y="45722"/>
                    </a:cubicBezTo>
                    <a:cubicBezTo>
                      <a:pt x="58277" y="45968"/>
                      <a:pt x="58277" y="46214"/>
                      <a:pt x="58277" y="46468"/>
                    </a:cubicBezTo>
                    <a:cubicBezTo>
                      <a:pt x="58154" y="46468"/>
                      <a:pt x="58030" y="46468"/>
                      <a:pt x="57903" y="46468"/>
                    </a:cubicBezTo>
                    <a:cubicBezTo>
                      <a:pt x="57903" y="46591"/>
                      <a:pt x="57903" y="46714"/>
                      <a:pt x="57903" y="46841"/>
                    </a:cubicBezTo>
                    <a:cubicBezTo>
                      <a:pt x="57780" y="46841"/>
                      <a:pt x="57657" y="46841"/>
                      <a:pt x="57530" y="46841"/>
                    </a:cubicBezTo>
                    <a:cubicBezTo>
                      <a:pt x="57530" y="47088"/>
                      <a:pt x="57530" y="47334"/>
                      <a:pt x="57530" y="47588"/>
                    </a:cubicBezTo>
                    <a:cubicBezTo>
                      <a:pt x="57653" y="47588"/>
                      <a:pt x="57777" y="47588"/>
                      <a:pt x="57903" y="47588"/>
                    </a:cubicBezTo>
                    <a:cubicBezTo>
                      <a:pt x="57903" y="47834"/>
                      <a:pt x="57903" y="48080"/>
                      <a:pt x="57903" y="48334"/>
                    </a:cubicBezTo>
                    <a:cubicBezTo>
                      <a:pt x="58027" y="48334"/>
                      <a:pt x="58150" y="48334"/>
                      <a:pt x="58277" y="48334"/>
                    </a:cubicBezTo>
                    <a:cubicBezTo>
                      <a:pt x="58277" y="48457"/>
                      <a:pt x="58277" y="48581"/>
                      <a:pt x="58277" y="48707"/>
                    </a:cubicBezTo>
                    <a:cubicBezTo>
                      <a:pt x="58400" y="48707"/>
                      <a:pt x="58523" y="48707"/>
                      <a:pt x="58650" y="48707"/>
                    </a:cubicBezTo>
                    <a:cubicBezTo>
                      <a:pt x="58650" y="48831"/>
                      <a:pt x="58650" y="48954"/>
                      <a:pt x="58650" y="49081"/>
                    </a:cubicBezTo>
                    <a:cubicBezTo>
                      <a:pt x="58896" y="49081"/>
                      <a:pt x="59143" y="49081"/>
                      <a:pt x="59396" y="49081"/>
                    </a:cubicBezTo>
                    <a:cubicBezTo>
                      <a:pt x="59396" y="49204"/>
                      <a:pt x="59396" y="49327"/>
                      <a:pt x="59396" y="49454"/>
                    </a:cubicBezTo>
                    <a:cubicBezTo>
                      <a:pt x="59643" y="49454"/>
                      <a:pt x="59889" y="49454"/>
                      <a:pt x="60143" y="49454"/>
                    </a:cubicBezTo>
                    <a:cubicBezTo>
                      <a:pt x="60143" y="49331"/>
                      <a:pt x="60143" y="49208"/>
                      <a:pt x="60143" y="49081"/>
                    </a:cubicBezTo>
                    <a:cubicBezTo>
                      <a:pt x="60389" y="49081"/>
                      <a:pt x="60635" y="49081"/>
                      <a:pt x="60889" y="49081"/>
                    </a:cubicBezTo>
                    <a:cubicBezTo>
                      <a:pt x="60889" y="48957"/>
                      <a:pt x="60889" y="48834"/>
                      <a:pt x="60889" y="48707"/>
                    </a:cubicBezTo>
                    <a:cubicBezTo>
                      <a:pt x="61012" y="48707"/>
                      <a:pt x="61136" y="48707"/>
                      <a:pt x="61262" y="48707"/>
                    </a:cubicBezTo>
                    <a:cubicBezTo>
                      <a:pt x="61262" y="48584"/>
                      <a:pt x="61262" y="48461"/>
                      <a:pt x="61262" y="48334"/>
                    </a:cubicBezTo>
                    <a:cubicBezTo>
                      <a:pt x="61386" y="48334"/>
                      <a:pt x="61509" y="48334"/>
                      <a:pt x="61636" y="48334"/>
                    </a:cubicBezTo>
                    <a:cubicBezTo>
                      <a:pt x="61636" y="48088"/>
                      <a:pt x="61636" y="47842"/>
                      <a:pt x="61636" y="47588"/>
                    </a:cubicBezTo>
                    <a:cubicBezTo>
                      <a:pt x="61759" y="47588"/>
                      <a:pt x="61882" y="47588"/>
                      <a:pt x="62009" y="47588"/>
                    </a:cubicBezTo>
                    <a:cubicBezTo>
                      <a:pt x="62009" y="47341"/>
                      <a:pt x="62009" y="47095"/>
                      <a:pt x="62009" y="46841"/>
                    </a:cubicBezTo>
                    <a:cubicBezTo>
                      <a:pt x="61886" y="46841"/>
                      <a:pt x="61763" y="46841"/>
                      <a:pt x="61636" y="46841"/>
                    </a:cubicBezTo>
                    <a:cubicBezTo>
                      <a:pt x="61636" y="46595"/>
                      <a:pt x="61636" y="46349"/>
                      <a:pt x="61636" y="46095"/>
                    </a:cubicBezTo>
                    <a:cubicBezTo>
                      <a:pt x="61513" y="46095"/>
                      <a:pt x="61389" y="46095"/>
                      <a:pt x="61262" y="46095"/>
                    </a:cubicBezTo>
                    <a:cubicBezTo>
                      <a:pt x="61171" y="45945"/>
                      <a:pt x="61171" y="45945"/>
                      <a:pt x="61099" y="45745"/>
                    </a:cubicBezTo>
                    <a:cubicBezTo>
                      <a:pt x="60922" y="45353"/>
                      <a:pt x="60738" y="45200"/>
                      <a:pt x="60345" y="45032"/>
                    </a:cubicBezTo>
                    <a:cubicBezTo>
                      <a:pt x="60026" y="44943"/>
                      <a:pt x="59725" y="44944"/>
                      <a:pt x="59396" y="44975"/>
                    </a:cubicBezTo>
                    <a:close/>
                  </a:path>
                </a:pathLst>
              </a:custGeom>
              <a:solidFill>
                <a:srgbClr val="251047"/>
              </a:solidFill>
              <a:ln w="2370" cap="flat">
                <a:noFill/>
              </a:ln>
            </p:spPr>
          </p:sp>
          <p:sp>
            <p:nvSpPr>
              <p:cNvPr id="388" name="ICON_EEG_HEAD_path_003"/>
              <p:cNvSpPr/>
              <p:nvPr/>
            </p:nvSpPr>
            <p:spPr>
              <a:xfrm>
                <a:off x="607769" y="938055"/>
                <a:ext cx="597527" cy="658850"/>
              </a:xfrm>
              <a:custGeom>
                <a:avLst/>
                <a:gdLst/>
                <a:ahLst/>
                <a:cxnLst/>
                <a:rect l="0" t="0" r="r" b="b"/>
                <a:pathLst>
                  <a:path w="47049" h="51878" fill="norm" stroke="0">
                    <a:moveTo>
                      <a:pt x="17565" y="0"/>
                    </a:moveTo>
                    <a:cubicBezTo>
                      <a:pt x="17934" y="0"/>
                      <a:pt x="18304" y="0"/>
                      <a:pt x="18684" y="0"/>
                    </a:cubicBezTo>
                    <a:cubicBezTo>
                      <a:pt x="18684" y="123"/>
                      <a:pt x="18684" y="246"/>
                      <a:pt x="18684" y="373"/>
                    </a:cubicBezTo>
                    <a:cubicBezTo>
                      <a:pt x="18705" y="373"/>
                      <a:pt x="18705" y="373"/>
                      <a:pt x="18811" y="372"/>
                    </a:cubicBezTo>
                    <a:cubicBezTo>
                      <a:pt x="19244" y="368"/>
                      <a:pt x="19676" y="365"/>
                      <a:pt x="20109" y="363"/>
                    </a:cubicBezTo>
                    <a:cubicBezTo>
                      <a:pt x="20271" y="362"/>
                      <a:pt x="20433" y="361"/>
                      <a:pt x="20594" y="359"/>
                    </a:cubicBezTo>
                    <a:cubicBezTo>
                      <a:pt x="20826" y="357"/>
                      <a:pt x="21058" y="356"/>
                      <a:pt x="21290" y="355"/>
                    </a:cubicBezTo>
                    <a:cubicBezTo>
                      <a:pt x="21363" y="354"/>
                      <a:pt x="21435" y="353"/>
                      <a:pt x="21510" y="352"/>
                    </a:cubicBezTo>
                    <a:cubicBezTo>
                      <a:pt x="21578" y="352"/>
                      <a:pt x="21645" y="352"/>
                      <a:pt x="21714" y="352"/>
                    </a:cubicBezTo>
                    <a:cubicBezTo>
                      <a:pt x="21773" y="352"/>
                      <a:pt x="21832" y="351"/>
                      <a:pt x="21893" y="351"/>
                    </a:cubicBezTo>
                    <a:cubicBezTo>
                      <a:pt x="22043" y="373"/>
                      <a:pt x="22043" y="373"/>
                      <a:pt x="22230" y="560"/>
                    </a:cubicBezTo>
                    <a:cubicBezTo>
                      <a:pt x="22440" y="598"/>
                      <a:pt x="22440" y="598"/>
                      <a:pt x="22697" y="619"/>
                    </a:cubicBezTo>
                    <a:cubicBezTo>
                      <a:pt x="22789" y="627"/>
                      <a:pt x="22881" y="634"/>
                      <a:pt x="22976" y="643"/>
                    </a:cubicBezTo>
                    <a:cubicBezTo>
                      <a:pt x="23074" y="650"/>
                      <a:pt x="23171" y="657"/>
                      <a:pt x="23268" y="665"/>
                    </a:cubicBezTo>
                    <a:cubicBezTo>
                      <a:pt x="23366" y="673"/>
                      <a:pt x="23464" y="681"/>
                      <a:pt x="23562" y="689"/>
                    </a:cubicBezTo>
                    <a:cubicBezTo>
                      <a:pt x="23802" y="709"/>
                      <a:pt x="24043" y="728"/>
                      <a:pt x="24283" y="746"/>
                    </a:cubicBezTo>
                    <a:cubicBezTo>
                      <a:pt x="24283" y="870"/>
                      <a:pt x="24283" y="993"/>
                      <a:pt x="24283" y="1120"/>
                    </a:cubicBezTo>
                    <a:cubicBezTo>
                      <a:pt x="24899" y="1120"/>
                      <a:pt x="25514" y="1120"/>
                      <a:pt x="26149" y="1120"/>
                    </a:cubicBezTo>
                    <a:cubicBezTo>
                      <a:pt x="26149" y="1243"/>
                      <a:pt x="26149" y="1366"/>
                      <a:pt x="26149" y="1493"/>
                    </a:cubicBezTo>
                    <a:cubicBezTo>
                      <a:pt x="26518" y="1493"/>
                      <a:pt x="26888" y="1493"/>
                      <a:pt x="27269" y="1493"/>
                    </a:cubicBezTo>
                    <a:cubicBezTo>
                      <a:pt x="27269" y="1616"/>
                      <a:pt x="27269" y="1739"/>
                      <a:pt x="27269" y="1866"/>
                    </a:cubicBezTo>
                    <a:cubicBezTo>
                      <a:pt x="27392" y="1866"/>
                      <a:pt x="27515" y="1866"/>
                      <a:pt x="27642" y="1866"/>
                    </a:cubicBezTo>
                    <a:cubicBezTo>
                      <a:pt x="27642" y="1989"/>
                      <a:pt x="27642" y="2112"/>
                      <a:pt x="27642" y="2239"/>
                    </a:cubicBezTo>
                    <a:cubicBezTo>
                      <a:pt x="27765" y="2239"/>
                      <a:pt x="27888" y="2239"/>
                      <a:pt x="28015" y="2239"/>
                    </a:cubicBezTo>
                    <a:cubicBezTo>
                      <a:pt x="28015" y="2978"/>
                      <a:pt x="28015" y="3717"/>
                      <a:pt x="28015" y="4479"/>
                    </a:cubicBezTo>
                    <a:cubicBezTo>
                      <a:pt x="28138" y="4479"/>
                      <a:pt x="28261" y="4479"/>
                      <a:pt x="28388" y="4479"/>
                    </a:cubicBezTo>
                    <a:cubicBezTo>
                      <a:pt x="28388" y="4725"/>
                      <a:pt x="28388" y="4971"/>
                      <a:pt x="28388" y="5225"/>
                    </a:cubicBezTo>
                    <a:cubicBezTo>
                      <a:pt x="28511" y="5225"/>
                      <a:pt x="28635" y="5225"/>
                      <a:pt x="28761" y="5225"/>
                    </a:cubicBezTo>
                    <a:cubicBezTo>
                      <a:pt x="28761" y="5348"/>
                      <a:pt x="28761" y="5471"/>
                      <a:pt x="28761" y="5598"/>
                    </a:cubicBezTo>
                    <a:cubicBezTo>
                      <a:pt x="28885" y="5598"/>
                      <a:pt x="29008" y="5598"/>
                      <a:pt x="29135" y="5598"/>
                    </a:cubicBezTo>
                    <a:cubicBezTo>
                      <a:pt x="29135" y="5722"/>
                      <a:pt x="29135" y="5845"/>
                      <a:pt x="29135" y="5972"/>
                    </a:cubicBezTo>
                    <a:cubicBezTo>
                      <a:pt x="29258" y="5972"/>
                      <a:pt x="29381" y="5972"/>
                      <a:pt x="29508" y="5972"/>
                    </a:cubicBezTo>
                    <a:cubicBezTo>
                      <a:pt x="29508" y="6095"/>
                      <a:pt x="29508" y="6218"/>
                      <a:pt x="29508" y="6345"/>
                    </a:cubicBezTo>
                    <a:cubicBezTo>
                      <a:pt x="29754" y="6345"/>
                      <a:pt x="30001" y="6345"/>
                      <a:pt x="30254" y="6345"/>
                    </a:cubicBezTo>
                    <a:cubicBezTo>
                      <a:pt x="30254" y="6468"/>
                      <a:pt x="30254" y="6591"/>
                      <a:pt x="30254" y="6718"/>
                    </a:cubicBezTo>
                    <a:cubicBezTo>
                      <a:pt x="30501" y="6718"/>
                      <a:pt x="30747" y="6718"/>
                      <a:pt x="31001" y="6718"/>
                    </a:cubicBezTo>
                    <a:cubicBezTo>
                      <a:pt x="31001" y="6841"/>
                      <a:pt x="31001" y="6964"/>
                      <a:pt x="31001" y="7091"/>
                    </a:cubicBezTo>
                    <a:cubicBezTo>
                      <a:pt x="31863" y="7091"/>
                      <a:pt x="32725" y="7091"/>
                      <a:pt x="33613" y="7091"/>
                    </a:cubicBezTo>
                    <a:cubicBezTo>
                      <a:pt x="33613" y="6968"/>
                      <a:pt x="33613" y="6845"/>
                      <a:pt x="33613" y="6718"/>
                    </a:cubicBezTo>
                    <a:cubicBezTo>
                      <a:pt x="33860" y="6718"/>
                      <a:pt x="34106" y="6718"/>
                      <a:pt x="34360" y="6718"/>
                    </a:cubicBezTo>
                    <a:cubicBezTo>
                      <a:pt x="34360" y="6595"/>
                      <a:pt x="34360" y="6472"/>
                      <a:pt x="34360" y="6345"/>
                    </a:cubicBezTo>
                    <a:cubicBezTo>
                      <a:pt x="34606" y="6345"/>
                      <a:pt x="34852" y="6345"/>
                      <a:pt x="35106" y="6345"/>
                    </a:cubicBezTo>
                    <a:cubicBezTo>
                      <a:pt x="35106" y="6222"/>
                      <a:pt x="35106" y="6098"/>
                      <a:pt x="35106" y="5972"/>
                    </a:cubicBezTo>
                    <a:cubicBezTo>
                      <a:pt x="35353" y="5972"/>
                      <a:pt x="35599" y="5972"/>
                      <a:pt x="35853" y="5972"/>
                    </a:cubicBezTo>
                    <a:cubicBezTo>
                      <a:pt x="35853" y="6095"/>
                      <a:pt x="35853" y="6218"/>
                      <a:pt x="35853" y="6345"/>
                    </a:cubicBezTo>
                    <a:cubicBezTo>
                      <a:pt x="35976" y="6345"/>
                      <a:pt x="36099" y="6345"/>
                      <a:pt x="36226" y="6345"/>
                    </a:cubicBezTo>
                    <a:cubicBezTo>
                      <a:pt x="36226" y="6468"/>
                      <a:pt x="36226" y="6591"/>
                      <a:pt x="36226" y="6718"/>
                    </a:cubicBezTo>
                    <a:cubicBezTo>
                      <a:pt x="36349" y="6718"/>
                      <a:pt x="36472" y="6718"/>
                      <a:pt x="36599" y="6718"/>
                    </a:cubicBezTo>
                    <a:cubicBezTo>
                      <a:pt x="36599" y="6841"/>
                      <a:pt x="36599" y="6964"/>
                      <a:pt x="36599" y="7091"/>
                    </a:cubicBezTo>
                    <a:cubicBezTo>
                      <a:pt x="36722" y="7091"/>
                      <a:pt x="36845" y="7091"/>
                      <a:pt x="36972" y="7091"/>
                    </a:cubicBezTo>
                    <a:cubicBezTo>
                      <a:pt x="36972" y="7214"/>
                      <a:pt x="36972" y="7338"/>
                      <a:pt x="36972" y="7464"/>
                    </a:cubicBezTo>
                    <a:cubicBezTo>
                      <a:pt x="37096" y="7464"/>
                      <a:pt x="37219" y="7464"/>
                      <a:pt x="37346" y="7464"/>
                    </a:cubicBezTo>
                    <a:cubicBezTo>
                      <a:pt x="37346" y="7588"/>
                      <a:pt x="37346" y="7711"/>
                      <a:pt x="37346" y="7838"/>
                    </a:cubicBezTo>
                    <a:cubicBezTo>
                      <a:pt x="37469" y="7838"/>
                      <a:pt x="37592" y="7838"/>
                      <a:pt x="37719" y="7838"/>
                    </a:cubicBezTo>
                    <a:cubicBezTo>
                      <a:pt x="37719" y="7961"/>
                      <a:pt x="37719" y="8084"/>
                      <a:pt x="37719" y="8211"/>
                    </a:cubicBezTo>
                    <a:cubicBezTo>
                      <a:pt x="37965" y="8211"/>
                      <a:pt x="38211" y="8211"/>
                      <a:pt x="38465" y="8211"/>
                    </a:cubicBezTo>
                    <a:cubicBezTo>
                      <a:pt x="38465" y="8334"/>
                      <a:pt x="38465" y="8457"/>
                      <a:pt x="38465" y="8584"/>
                    </a:cubicBezTo>
                    <a:cubicBezTo>
                      <a:pt x="38588" y="8584"/>
                      <a:pt x="38712" y="8584"/>
                      <a:pt x="38838" y="8584"/>
                    </a:cubicBezTo>
                    <a:cubicBezTo>
                      <a:pt x="38838" y="8707"/>
                      <a:pt x="38838" y="8830"/>
                      <a:pt x="38838" y="8957"/>
                    </a:cubicBezTo>
                    <a:cubicBezTo>
                      <a:pt x="38962" y="8957"/>
                      <a:pt x="39085" y="8957"/>
                      <a:pt x="39212" y="8957"/>
                    </a:cubicBezTo>
                    <a:cubicBezTo>
                      <a:pt x="39212" y="9081"/>
                      <a:pt x="39212" y="9204"/>
                      <a:pt x="39212" y="9331"/>
                    </a:cubicBezTo>
                    <a:cubicBezTo>
                      <a:pt x="39335" y="9331"/>
                      <a:pt x="39458" y="9331"/>
                      <a:pt x="39585" y="9331"/>
                    </a:cubicBezTo>
                    <a:cubicBezTo>
                      <a:pt x="39585" y="9577"/>
                      <a:pt x="39585" y="9823"/>
                      <a:pt x="39585" y="10077"/>
                    </a:cubicBezTo>
                    <a:cubicBezTo>
                      <a:pt x="39708" y="10077"/>
                      <a:pt x="39831" y="10077"/>
                      <a:pt x="39958" y="10077"/>
                    </a:cubicBezTo>
                    <a:cubicBezTo>
                      <a:pt x="39958" y="10200"/>
                      <a:pt x="39958" y="10323"/>
                      <a:pt x="39958" y="10450"/>
                    </a:cubicBezTo>
                    <a:cubicBezTo>
                      <a:pt x="40081" y="10450"/>
                      <a:pt x="40204" y="10450"/>
                      <a:pt x="40331" y="10450"/>
                    </a:cubicBezTo>
                    <a:cubicBezTo>
                      <a:pt x="40331" y="10573"/>
                      <a:pt x="40331" y="10697"/>
                      <a:pt x="40331" y="10823"/>
                    </a:cubicBezTo>
                    <a:cubicBezTo>
                      <a:pt x="40455" y="10823"/>
                      <a:pt x="40578" y="10823"/>
                      <a:pt x="40705" y="10823"/>
                    </a:cubicBezTo>
                    <a:cubicBezTo>
                      <a:pt x="40705" y="10947"/>
                      <a:pt x="40705" y="11070"/>
                      <a:pt x="40705" y="11197"/>
                    </a:cubicBezTo>
                    <a:cubicBezTo>
                      <a:pt x="40828" y="11197"/>
                      <a:pt x="40951" y="11197"/>
                      <a:pt x="41078" y="11197"/>
                    </a:cubicBezTo>
                    <a:cubicBezTo>
                      <a:pt x="41078" y="11320"/>
                      <a:pt x="41078" y="11443"/>
                      <a:pt x="41078" y="11570"/>
                    </a:cubicBezTo>
                    <a:cubicBezTo>
                      <a:pt x="41201" y="11570"/>
                      <a:pt x="41324" y="11570"/>
                      <a:pt x="41451" y="11570"/>
                    </a:cubicBezTo>
                    <a:cubicBezTo>
                      <a:pt x="41451" y="12063"/>
                      <a:pt x="41451" y="12555"/>
                      <a:pt x="41451" y="13063"/>
                    </a:cubicBezTo>
                    <a:cubicBezTo>
                      <a:pt x="41328" y="13063"/>
                      <a:pt x="41205" y="13063"/>
                      <a:pt x="41078" y="13063"/>
                    </a:cubicBezTo>
                    <a:cubicBezTo>
                      <a:pt x="41078" y="13309"/>
                      <a:pt x="41078" y="13555"/>
                      <a:pt x="41078" y="13809"/>
                    </a:cubicBezTo>
                    <a:cubicBezTo>
                      <a:pt x="40955" y="13809"/>
                      <a:pt x="40832" y="13809"/>
                      <a:pt x="40705" y="13809"/>
                    </a:cubicBezTo>
                    <a:cubicBezTo>
                      <a:pt x="40705" y="14056"/>
                      <a:pt x="40705" y="14302"/>
                      <a:pt x="40705" y="14556"/>
                    </a:cubicBezTo>
                    <a:cubicBezTo>
                      <a:pt x="40581" y="14556"/>
                      <a:pt x="40458" y="14556"/>
                      <a:pt x="40331" y="14556"/>
                    </a:cubicBezTo>
                    <a:cubicBezTo>
                      <a:pt x="40331" y="15172"/>
                      <a:pt x="40331" y="15787"/>
                      <a:pt x="40331" y="16422"/>
                    </a:cubicBezTo>
                    <a:cubicBezTo>
                      <a:pt x="40455" y="16422"/>
                      <a:pt x="40578" y="16422"/>
                      <a:pt x="40705" y="16422"/>
                    </a:cubicBezTo>
                    <a:cubicBezTo>
                      <a:pt x="40705" y="16791"/>
                      <a:pt x="40705" y="17161"/>
                      <a:pt x="40705" y="17541"/>
                    </a:cubicBezTo>
                    <a:cubicBezTo>
                      <a:pt x="40828" y="17541"/>
                      <a:pt x="40951" y="17541"/>
                      <a:pt x="41078" y="17541"/>
                    </a:cubicBezTo>
                    <a:cubicBezTo>
                      <a:pt x="41078" y="17665"/>
                      <a:pt x="41078" y="17788"/>
                      <a:pt x="41078" y="17915"/>
                    </a:cubicBezTo>
                    <a:cubicBezTo>
                      <a:pt x="41201" y="17915"/>
                      <a:pt x="41324" y="17915"/>
                      <a:pt x="41451" y="17915"/>
                    </a:cubicBezTo>
                    <a:cubicBezTo>
                      <a:pt x="41451" y="18038"/>
                      <a:pt x="41451" y="18161"/>
                      <a:pt x="41451" y="18288"/>
                    </a:cubicBezTo>
                    <a:cubicBezTo>
                      <a:pt x="41574" y="18288"/>
                      <a:pt x="41697" y="18288"/>
                      <a:pt x="41824" y="18288"/>
                    </a:cubicBezTo>
                    <a:cubicBezTo>
                      <a:pt x="41824" y="18411"/>
                      <a:pt x="41824" y="18534"/>
                      <a:pt x="41824" y="18661"/>
                    </a:cubicBezTo>
                    <a:cubicBezTo>
                      <a:pt x="41947" y="18661"/>
                      <a:pt x="42071" y="18661"/>
                      <a:pt x="42197" y="18661"/>
                    </a:cubicBezTo>
                    <a:cubicBezTo>
                      <a:pt x="42197" y="18784"/>
                      <a:pt x="42197" y="18907"/>
                      <a:pt x="42197" y="19034"/>
                    </a:cubicBezTo>
                    <a:cubicBezTo>
                      <a:pt x="42321" y="19034"/>
                      <a:pt x="42444" y="19034"/>
                      <a:pt x="42571" y="19034"/>
                    </a:cubicBezTo>
                    <a:cubicBezTo>
                      <a:pt x="42571" y="19158"/>
                      <a:pt x="42571" y="19281"/>
                      <a:pt x="42571" y="19408"/>
                    </a:cubicBezTo>
                    <a:cubicBezTo>
                      <a:pt x="42817" y="19408"/>
                      <a:pt x="43063" y="19408"/>
                      <a:pt x="43317" y="19408"/>
                    </a:cubicBezTo>
                    <a:cubicBezTo>
                      <a:pt x="43317" y="19531"/>
                      <a:pt x="43317" y="19654"/>
                      <a:pt x="43317" y="19781"/>
                    </a:cubicBezTo>
                    <a:cubicBezTo>
                      <a:pt x="44056" y="19781"/>
                      <a:pt x="44795" y="19781"/>
                      <a:pt x="45557" y="19781"/>
                    </a:cubicBezTo>
                    <a:cubicBezTo>
                      <a:pt x="45557" y="19904"/>
                      <a:pt x="45557" y="20027"/>
                      <a:pt x="45557" y="20154"/>
                    </a:cubicBezTo>
                    <a:cubicBezTo>
                      <a:pt x="45680" y="20154"/>
                      <a:pt x="45803" y="20154"/>
                      <a:pt x="45930" y="20154"/>
                    </a:cubicBezTo>
                    <a:cubicBezTo>
                      <a:pt x="45930" y="20524"/>
                      <a:pt x="45930" y="20893"/>
                      <a:pt x="45930" y="21274"/>
                    </a:cubicBezTo>
                    <a:cubicBezTo>
                      <a:pt x="46053" y="21274"/>
                      <a:pt x="46176" y="21274"/>
                      <a:pt x="46303" y="21274"/>
                    </a:cubicBezTo>
                    <a:cubicBezTo>
                      <a:pt x="46303" y="21890"/>
                      <a:pt x="46303" y="22505"/>
                      <a:pt x="46303" y="23140"/>
                    </a:cubicBezTo>
                    <a:cubicBezTo>
                      <a:pt x="46426" y="23140"/>
                      <a:pt x="46549" y="23140"/>
                      <a:pt x="46676" y="23140"/>
                    </a:cubicBezTo>
                    <a:cubicBezTo>
                      <a:pt x="46676" y="24002"/>
                      <a:pt x="46676" y="24864"/>
                      <a:pt x="46676" y="25752"/>
                    </a:cubicBezTo>
                    <a:cubicBezTo>
                      <a:pt x="46799" y="25752"/>
                      <a:pt x="46922" y="25752"/>
                      <a:pt x="47049" y="25752"/>
                    </a:cubicBezTo>
                    <a:cubicBezTo>
                      <a:pt x="47049" y="26491"/>
                      <a:pt x="47049" y="27230"/>
                      <a:pt x="47049" y="27992"/>
                    </a:cubicBezTo>
                    <a:cubicBezTo>
                      <a:pt x="46926" y="27992"/>
                      <a:pt x="46803" y="27992"/>
                      <a:pt x="46676" y="27992"/>
                    </a:cubicBezTo>
                    <a:cubicBezTo>
                      <a:pt x="46676" y="28238"/>
                      <a:pt x="46676" y="28484"/>
                      <a:pt x="46676" y="28738"/>
                    </a:cubicBezTo>
                    <a:cubicBezTo>
                      <a:pt x="46553" y="28738"/>
                      <a:pt x="46430" y="28738"/>
                      <a:pt x="46303" y="28738"/>
                    </a:cubicBezTo>
                    <a:cubicBezTo>
                      <a:pt x="46303" y="28861"/>
                      <a:pt x="46303" y="28984"/>
                      <a:pt x="46303" y="29111"/>
                    </a:cubicBezTo>
                    <a:cubicBezTo>
                      <a:pt x="46057" y="29111"/>
                      <a:pt x="45810" y="29111"/>
                      <a:pt x="45557" y="29111"/>
                    </a:cubicBezTo>
                    <a:cubicBezTo>
                      <a:pt x="45557" y="29235"/>
                      <a:pt x="45557" y="29358"/>
                      <a:pt x="45557" y="29485"/>
                    </a:cubicBezTo>
                    <a:cubicBezTo>
                      <a:pt x="45433" y="29485"/>
                      <a:pt x="45310" y="29485"/>
                      <a:pt x="45183" y="29485"/>
                    </a:cubicBezTo>
                    <a:cubicBezTo>
                      <a:pt x="45183" y="29608"/>
                      <a:pt x="45183" y="29731"/>
                      <a:pt x="45183" y="29858"/>
                    </a:cubicBezTo>
                    <a:cubicBezTo>
                      <a:pt x="45060" y="29858"/>
                      <a:pt x="44937" y="29858"/>
                      <a:pt x="44810" y="29858"/>
                    </a:cubicBezTo>
                    <a:cubicBezTo>
                      <a:pt x="44810" y="29981"/>
                      <a:pt x="44810" y="30104"/>
                      <a:pt x="44810" y="30231"/>
                    </a:cubicBezTo>
                    <a:cubicBezTo>
                      <a:pt x="44687" y="30231"/>
                      <a:pt x="44564" y="30231"/>
                      <a:pt x="44437" y="30231"/>
                    </a:cubicBezTo>
                    <a:cubicBezTo>
                      <a:pt x="44437" y="30354"/>
                      <a:pt x="44437" y="30477"/>
                      <a:pt x="44437" y="30604"/>
                    </a:cubicBezTo>
                    <a:cubicBezTo>
                      <a:pt x="44314" y="30604"/>
                      <a:pt x="44191" y="30604"/>
                      <a:pt x="44064" y="30604"/>
                    </a:cubicBezTo>
                    <a:cubicBezTo>
                      <a:pt x="44064" y="30727"/>
                      <a:pt x="44064" y="30851"/>
                      <a:pt x="44064" y="30977"/>
                    </a:cubicBezTo>
                    <a:cubicBezTo>
                      <a:pt x="43940" y="30977"/>
                      <a:pt x="43817" y="30977"/>
                      <a:pt x="43690" y="30977"/>
                    </a:cubicBezTo>
                    <a:cubicBezTo>
                      <a:pt x="43690" y="31224"/>
                      <a:pt x="43690" y="31470"/>
                      <a:pt x="43690" y="31724"/>
                    </a:cubicBezTo>
                    <a:cubicBezTo>
                      <a:pt x="43567" y="31724"/>
                      <a:pt x="43444" y="31724"/>
                      <a:pt x="43317" y="31724"/>
                    </a:cubicBezTo>
                    <a:cubicBezTo>
                      <a:pt x="43317" y="32709"/>
                      <a:pt x="43317" y="33695"/>
                      <a:pt x="43317" y="34710"/>
                    </a:cubicBezTo>
                    <a:cubicBezTo>
                      <a:pt x="43440" y="34710"/>
                      <a:pt x="43563" y="34710"/>
                      <a:pt x="43690" y="34710"/>
                    </a:cubicBezTo>
                    <a:cubicBezTo>
                      <a:pt x="43690" y="34956"/>
                      <a:pt x="43690" y="35202"/>
                      <a:pt x="43690" y="35456"/>
                    </a:cubicBezTo>
                    <a:cubicBezTo>
                      <a:pt x="43814" y="35456"/>
                      <a:pt x="43937" y="35456"/>
                      <a:pt x="44064" y="35456"/>
                    </a:cubicBezTo>
                    <a:cubicBezTo>
                      <a:pt x="44064" y="35579"/>
                      <a:pt x="44064" y="35702"/>
                      <a:pt x="44064" y="35829"/>
                    </a:cubicBezTo>
                    <a:cubicBezTo>
                      <a:pt x="44187" y="35829"/>
                      <a:pt x="44310" y="35829"/>
                      <a:pt x="44437" y="35829"/>
                    </a:cubicBezTo>
                    <a:cubicBezTo>
                      <a:pt x="44437" y="35953"/>
                      <a:pt x="44437" y="36076"/>
                      <a:pt x="44437" y="36203"/>
                    </a:cubicBezTo>
                    <a:cubicBezTo>
                      <a:pt x="44560" y="36203"/>
                      <a:pt x="44683" y="36203"/>
                      <a:pt x="44810" y="36203"/>
                    </a:cubicBezTo>
                    <a:cubicBezTo>
                      <a:pt x="44810" y="36326"/>
                      <a:pt x="44810" y="36449"/>
                      <a:pt x="44810" y="36576"/>
                    </a:cubicBezTo>
                    <a:cubicBezTo>
                      <a:pt x="44933" y="36576"/>
                      <a:pt x="45056" y="36576"/>
                      <a:pt x="45183" y="36576"/>
                    </a:cubicBezTo>
                    <a:cubicBezTo>
                      <a:pt x="45183" y="36822"/>
                      <a:pt x="45183" y="37068"/>
                      <a:pt x="45183" y="37322"/>
                    </a:cubicBezTo>
                    <a:cubicBezTo>
                      <a:pt x="45306" y="37322"/>
                      <a:pt x="45430" y="37322"/>
                      <a:pt x="45557" y="37322"/>
                    </a:cubicBezTo>
                    <a:cubicBezTo>
                      <a:pt x="45557" y="37692"/>
                      <a:pt x="45557" y="38061"/>
                      <a:pt x="45557" y="38442"/>
                    </a:cubicBezTo>
                    <a:cubicBezTo>
                      <a:pt x="45433" y="38442"/>
                      <a:pt x="45310" y="38442"/>
                      <a:pt x="45183" y="38442"/>
                    </a:cubicBezTo>
                    <a:cubicBezTo>
                      <a:pt x="45183" y="38688"/>
                      <a:pt x="45183" y="38935"/>
                      <a:pt x="45183" y="39188"/>
                    </a:cubicBezTo>
                    <a:cubicBezTo>
                      <a:pt x="45060" y="39188"/>
                      <a:pt x="44937" y="39188"/>
                      <a:pt x="44810" y="39188"/>
                    </a:cubicBezTo>
                    <a:cubicBezTo>
                      <a:pt x="44810" y="39435"/>
                      <a:pt x="44810" y="39681"/>
                      <a:pt x="44810" y="39935"/>
                    </a:cubicBezTo>
                    <a:cubicBezTo>
                      <a:pt x="44687" y="39935"/>
                      <a:pt x="44564" y="39935"/>
                      <a:pt x="44437" y="39935"/>
                    </a:cubicBezTo>
                    <a:cubicBezTo>
                      <a:pt x="44437" y="40181"/>
                      <a:pt x="44437" y="40427"/>
                      <a:pt x="44437" y="40681"/>
                    </a:cubicBezTo>
                    <a:cubicBezTo>
                      <a:pt x="44314" y="40681"/>
                      <a:pt x="44191" y="40681"/>
                      <a:pt x="44064" y="40681"/>
                    </a:cubicBezTo>
                    <a:cubicBezTo>
                      <a:pt x="44064" y="41051"/>
                      <a:pt x="44064" y="41420"/>
                      <a:pt x="44064" y="41801"/>
                    </a:cubicBezTo>
                    <a:cubicBezTo>
                      <a:pt x="43940" y="41801"/>
                      <a:pt x="43817" y="41801"/>
                      <a:pt x="43690" y="41801"/>
                    </a:cubicBezTo>
                    <a:cubicBezTo>
                      <a:pt x="43690" y="42047"/>
                      <a:pt x="43690" y="42294"/>
                      <a:pt x="43690" y="42547"/>
                    </a:cubicBezTo>
                    <a:cubicBezTo>
                      <a:pt x="43567" y="42547"/>
                      <a:pt x="43444" y="42547"/>
                      <a:pt x="43317" y="42547"/>
                    </a:cubicBezTo>
                    <a:cubicBezTo>
                      <a:pt x="43317" y="42671"/>
                      <a:pt x="43317" y="42794"/>
                      <a:pt x="43317" y="42921"/>
                    </a:cubicBezTo>
                    <a:cubicBezTo>
                      <a:pt x="43194" y="42921"/>
                      <a:pt x="43071" y="42921"/>
                      <a:pt x="42944" y="42921"/>
                    </a:cubicBezTo>
                    <a:cubicBezTo>
                      <a:pt x="42944" y="43044"/>
                      <a:pt x="42944" y="43167"/>
                      <a:pt x="42944" y="43294"/>
                    </a:cubicBezTo>
                    <a:cubicBezTo>
                      <a:pt x="42821" y="43294"/>
                      <a:pt x="42698" y="43294"/>
                      <a:pt x="42571" y="43294"/>
                    </a:cubicBezTo>
                    <a:cubicBezTo>
                      <a:pt x="42571" y="43663"/>
                      <a:pt x="42571" y="44033"/>
                      <a:pt x="42571" y="44414"/>
                    </a:cubicBezTo>
                    <a:cubicBezTo>
                      <a:pt x="42448" y="44414"/>
                      <a:pt x="42324" y="44414"/>
                      <a:pt x="42197" y="44414"/>
                    </a:cubicBezTo>
                    <a:cubicBezTo>
                      <a:pt x="42197" y="44537"/>
                      <a:pt x="42197" y="44660"/>
                      <a:pt x="42197" y="44787"/>
                    </a:cubicBezTo>
                    <a:cubicBezTo>
                      <a:pt x="42074" y="44787"/>
                      <a:pt x="41951" y="44787"/>
                      <a:pt x="41824" y="44787"/>
                    </a:cubicBezTo>
                    <a:cubicBezTo>
                      <a:pt x="41824" y="44910"/>
                      <a:pt x="41824" y="45033"/>
                      <a:pt x="41824" y="45160"/>
                    </a:cubicBezTo>
                    <a:cubicBezTo>
                      <a:pt x="41701" y="45160"/>
                      <a:pt x="41578" y="45160"/>
                      <a:pt x="41451" y="45160"/>
                    </a:cubicBezTo>
                    <a:cubicBezTo>
                      <a:pt x="41451" y="45406"/>
                      <a:pt x="41451" y="45653"/>
                      <a:pt x="41451" y="45906"/>
                    </a:cubicBezTo>
                    <a:cubicBezTo>
                      <a:pt x="41328" y="45906"/>
                      <a:pt x="41205" y="45906"/>
                      <a:pt x="41078" y="45906"/>
                    </a:cubicBezTo>
                    <a:cubicBezTo>
                      <a:pt x="41078" y="46030"/>
                      <a:pt x="41078" y="46153"/>
                      <a:pt x="41078" y="46280"/>
                    </a:cubicBezTo>
                    <a:cubicBezTo>
                      <a:pt x="40955" y="46280"/>
                      <a:pt x="40832" y="46280"/>
                      <a:pt x="40705" y="46280"/>
                    </a:cubicBezTo>
                    <a:cubicBezTo>
                      <a:pt x="40705" y="46403"/>
                      <a:pt x="40705" y="46526"/>
                      <a:pt x="40705" y="46653"/>
                    </a:cubicBezTo>
                    <a:cubicBezTo>
                      <a:pt x="40581" y="46653"/>
                      <a:pt x="40458" y="46653"/>
                      <a:pt x="40331" y="46653"/>
                    </a:cubicBezTo>
                    <a:cubicBezTo>
                      <a:pt x="40331" y="46776"/>
                      <a:pt x="40331" y="46899"/>
                      <a:pt x="40331" y="47026"/>
                    </a:cubicBezTo>
                    <a:cubicBezTo>
                      <a:pt x="40208" y="47026"/>
                      <a:pt x="40085" y="47026"/>
                      <a:pt x="39958" y="47026"/>
                    </a:cubicBezTo>
                    <a:cubicBezTo>
                      <a:pt x="39958" y="47149"/>
                      <a:pt x="39958" y="47272"/>
                      <a:pt x="39958" y="47399"/>
                    </a:cubicBezTo>
                    <a:cubicBezTo>
                      <a:pt x="39835" y="47399"/>
                      <a:pt x="39712" y="47399"/>
                      <a:pt x="39585" y="47399"/>
                    </a:cubicBezTo>
                    <a:cubicBezTo>
                      <a:pt x="39585" y="47522"/>
                      <a:pt x="39585" y="47646"/>
                      <a:pt x="39585" y="47773"/>
                    </a:cubicBezTo>
                    <a:cubicBezTo>
                      <a:pt x="39462" y="47773"/>
                      <a:pt x="39339" y="47773"/>
                      <a:pt x="39212" y="47773"/>
                    </a:cubicBezTo>
                    <a:cubicBezTo>
                      <a:pt x="39212" y="47896"/>
                      <a:pt x="39212" y="48019"/>
                      <a:pt x="39212" y="48146"/>
                    </a:cubicBezTo>
                    <a:cubicBezTo>
                      <a:pt x="39089" y="48146"/>
                      <a:pt x="38965" y="48146"/>
                      <a:pt x="38838" y="48146"/>
                    </a:cubicBezTo>
                    <a:cubicBezTo>
                      <a:pt x="38838" y="48269"/>
                      <a:pt x="38838" y="48392"/>
                      <a:pt x="38838" y="48519"/>
                    </a:cubicBezTo>
                    <a:cubicBezTo>
                      <a:pt x="38715" y="48519"/>
                      <a:pt x="38592" y="48519"/>
                      <a:pt x="38465" y="48519"/>
                    </a:cubicBezTo>
                    <a:cubicBezTo>
                      <a:pt x="38465" y="48642"/>
                      <a:pt x="38465" y="48765"/>
                      <a:pt x="38465" y="48892"/>
                    </a:cubicBezTo>
                    <a:cubicBezTo>
                      <a:pt x="38342" y="48892"/>
                      <a:pt x="38219" y="48892"/>
                      <a:pt x="38092" y="48892"/>
                    </a:cubicBezTo>
                    <a:cubicBezTo>
                      <a:pt x="38092" y="49015"/>
                      <a:pt x="38092" y="49139"/>
                      <a:pt x="38092" y="49265"/>
                    </a:cubicBezTo>
                    <a:cubicBezTo>
                      <a:pt x="37969" y="49265"/>
                      <a:pt x="37846" y="49265"/>
                      <a:pt x="37719" y="49265"/>
                    </a:cubicBezTo>
                    <a:cubicBezTo>
                      <a:pt x="37719" y="49389"/>
                      <a:pt x="37719" y="49512"/>
                      <a:pt x="37719" y="49639"/>
                    </a:cubicBezTo>
                    <a:cubicBezTo>
                      <a:pt x="37596" y="49639"/>
                      <a:pt x="37472" y="49639"/>
                      <a:pt x="37346" y="49639"/>
                    </a:cubicBezTo>
                    <a:cubicBezTo>
                      <a:pt x="37350" y="49666"/>
                      <a:pt x="37350" y="49666"/>
                      <a:pt x="37373" y="49807"/>
                    </a:cubicBezTo>
                    <a:cubicBezTo>
                      <a:pt x="37346" y="50012"/>
                      <a:pt x="37346" y="50012"/>
                      <a:pt x="37161" y="50164"/>
                    </a:cubicBezTo>
                    <a:cubicBezTo>
                      <a:pt x="37080" y="50212"/>
                      <a:pt x="36997" y="50259"/>
                      <a:pt x="36914" y="50303"/>
                    </a:cubicBezTo>
                    <a:cubicBezTo>
                      <a:pt x="36872" y="50328"/>
                      <a:pt x="36829" y="50352"/>
                      <a:pt x="36786" y="50376"/>
                    </a:cubicBezTo>
                    <a:cubicBezTo>
                      <a:pt x="36482" y="50545"/>
                      <a:pt x="36188" y="50670"/>
                      <a:pt x="35853" y="50758"/>
                    </a:cubicBezTo>
                    <a:cubicBezTo>
                      <a:pt x="35853" y="50881"/>
                      <a:pt x="35853" y="51005"/>
                      <a:pt x="35853" y="51132"/>
                    </a:cubicBezTo>
                    <a:cubicBezTo>
                      <a:pt x="35606" y="51132"/>
                      <a:pt x="35360" y="51132"/>
                      <a:pt x="35106" y="51132"/>
                    </a:cubicBezTo>
                    <a:cubicBezTo>
                      <a:pt x="35106" y="50885"/>
                      <a:pt x="35106" y="50639"/>
                      <a:pt x="35106" y="50385"/>
                    </a:cubicBezTo>
                    <a:cubicBezTo>
                      <a:pt x="35229" y="50385"/>
                      <a:pt x="35353" y="50385"/>
                      <a:pt x="35479" y="50385"/>
                    </a:cubicBezTo>
                    <a:cubicBezTo>
                      <a:pt x="35479" y="50016"/>
                      <a:pt x="35479" y="49646"/>
                      <a:pt x="35479" y="49265"/>
                    </a:cubicBezTo>
                    <a:cubicBezTo>
                      <a:pt x="35603" y="49265"/>
                      <a:pt x="35726" y="49265"/>
                      <a:pt x="35853" y="49265"/>
                    </a:cubicBezTo>
                    <a:cubicBezTo>
                      <a:pt x="35853" y="49142"/>
                      <a:pt x="35853" y="49019"/>
                      <a:pt x="35853" y="48892"/>
                    </a:cubicBezTo>
                    <a:cubicBezTo>
                      <a:pt x="35976" y="48892"/>
                      <a:pt x="36099" y="48892"/>
                      <a:pt x="36226" y="48892"/>
                    </a:cubicBezTo>
                    <a:cubicBezTo>
                      <a:pt x="36226" y="48523"/>
                      <a:pt x="36226" y="48153"/>
                      <a:pt x="36226" y="47773"/>
                    </a:cubicBezTo>
                    <a:cubicBezTo>
                      <a:pt x="36349" y="47773"/>
                      <a:pt x="36472" y="47773"/>
                      <a:pt x="36599" y="47773"/>
                    </a:cubicBezTo>
                    <a:cubicBezTo>
                      <a:pt x="36599" y="47649"/>
                      <a:pt x="36599" y="47526"/>
                      <a:pt x="36599" y="47399"/>
                    </a:cubicBezTo>
                    <a:cubicBezTo>
                      <a:pt x="36722" y="47399"/>
                      <a:pt x="36845" y="47399"/>
                      <a:pt x="36972" y="47399"/>
                    </a:cubicBezTo>
                    <a:cubicBezTo>
                      <a:pt x="36972" y="47276"/>
                      <a:pt x="36972" y="47153"/>
                      <a:pt x="36972" y="47026"/>
                    </a:cubicBezTo>
                    <a:cubicBezTo>
                      <a:pt x="37219" y="47026"/>
                      <a:pt x="37465" y="47026"/>
                      <a:pt x="37719" y="47026"/>
                    </a:cubicBezTo>
                    <a:cubicBezTo>
                      <a:pt x="37719" y="46903"/>
                      <a:pt x="37719" y="46780"/>
                      <a:pt x="37719" y="46653"/>
                    </a:cubicBezTo>
                    <a:cubicBezTo>
                      <a:pt x="37965" y="46653"/>
                      <a:pt x="38211" y="46653"/>
                      <a:pt x="38465" y="46653"/>
                    </a:cubicBezTo>
                    <a:cubicBezTo>
                      <a:pt x="38465" y="46530"/>
                      <a:pt x="38465" y="46407"/>
                      <a:pt x="38465" y="46280"/>
                    </a:cubicBezTo>
                    <a:cubicBezTo>
                      <a:pt x="38712" y="46280"/>
                      <a:pt x="38958" y="46280"/>
                      <a:pt x="39212" y="46280"/>
                    </a:cubicBezTo>
                    <a:cubicBezTo>
                      <a:pt x="39212" y="46156"/>
                      <a:pt x="39212" y="46033"/>
                      <a:pt x="39212" y="45906"/>
                    </a:cubicBezTo>
                    <a:cubicBezTo>
                      <a:pt x="39335" y="45906"/>
                      <a:pt x="39458" y="45906"/>
                      <a:pt x="39585" y="45906"/>
                    </a:cubicBezTo>
                    <a:cubicBezTo>
                      <a:pt x="39585" y="45783"/>
                      <a:pt x="39585" y="45660"/>
                      <a:pt x="39585" y="45533"/>
                    </a:cubicBezTo>
                    <a:cubicBezTo>
                      <a:pt x="39708" y="45533"/>
                      <a:pt x="39831" y="45533"/>
                      <a:pt x="39958" y="45533"/>
                    </a:cubicBezTo>
                    <a:cubicBezTo>
                      <a:pt x="39958" y="45287"/>
                      <a:pt x="39958" y="45041"/>
                      <a:pt x="39958" y="44787"/>
                    </a:cubicBezTo>
                    <a:cubicBezTo>
                      <a:pt x="40081" y="44787"/>
                      <a:pt x="40204" y="44787"/>
                      <a:pt x="40331" y="44787"/>
                    </a:cubicBezTo>
                    <a:cubicBezTo>
                      <a:pt x="40331" y="44417"/>
                      <a:pt x="40331" y="44048"/>
                      <a:pt x="40331" y="43667"/>
                    </a:cubicBezTo>
                    <a:cubicBezTo>
                      <a:pt x="40455" y="43667"/>
                      <a:pt x="40578" y="43667"/>
                      <a:pt x="40705" y="43667"/>
                    </a:cubicBezTo>
                    <a:cubicBezTo>
                      <a:pt x="40705" y="43174"/>
                      <a:pt x="40705" y="42682"/>
                      <a:pt x="40705" y="42174"/>
                    </a:cubicBezTo>
                    <a:cubicBezTo>
                      <a:pt x="40581" y="42174"/>
                      <a:pt x="40458" y="42174"/>
                      <a:pt x="40331" y="42174"/>
                    </a:cubicBezTo>
                    <a:cubicBezTo>
                      <a:pt x="40331" y="41805"/>
                      <a:pt x="40331" y="41435"/>
                      <a:pt x="40331" y="41055"/>
                    </a:cubicBezTo>
                    <a:cubicBezTo>
                      <a:pt x="40208" y="41055"/>
                      <a:pt x="40085" y="41055"/>
                      <a:pt x="39958" y="41055"/>
                    </a:cubicBezTo>
                    <a:cubicBezTo>
                      <a:pt x="39958" y="40808"/>
                      <a:pt x="39958" y="40562"/>
                      <a:pt x="39958" y="40308"/>
                    </a:cubicBezTo>
                    <a:cubicBezTo>
                      <a:pt x="39835" y="40308"/>
                      <a:pt x="39712" y="40308"/>
                      <a:pt x="39585" y="40308"/>
                    </a:cubicBezTo>
                    <a:cubicBezTo>
                      <a:pt x="39585" y="40185"/>
                      <a:pt x="39585" y="40062"/>
                      <a:pt x="39585" y="39935"/>
                    </a:cubicBezTo>
                    <a:cubicBezTo>
                      <a:pt x="39462" y="39935"/>
                      <a:pt x="39339" y="39935"/>
                      <a:pt x="39212" y="39935"/>
                    </a:cubicBezTo>
                    <a:cubicBezTo>
                      <a:pt x="39212" y="39812"/>
                      <a:pt x="39212" y="39689"/>
                      <a:pt x="39212" y="39562"/>
                    </a:cubicBezTo>
                    <a:cubicBezTo>
                      <a:pt x="39089" y="39562"/>
                      <a:pt x="38965" y="39562"/>
                      <a:pt x="38838" y="39562"/>
                    </a:cubicBezTo>
                    <a:cubicBezTo>
                      <a:pt x="38838" y="39315"/>
                      <a:pt x="38838" y="39069"/>
                      <a:pt x="38838" y="38815"/>
                    </a:cubicBezTo>
                    <a:cubicBezTo>
                      <a:pt x="38715" y="38815"/>
                      <a:pt x="38592" y="38815"/>
                      <a:pt x="38465" y="38815"/>
                    </a:cubicBezTo>
                    <a:cubicBezTo>
                      <a:pt x="38465" y="36106"/>
                      <a:pt x="38465" y="33396"/>
                      <a:pt x="38465" y="30604"/>
                    </a:cubicBezTo>
                    <a:cubicBezTo>
                      <a:pt x="38342" y="30604"/>
                      <a:pt x="38219" y="30604"/>
                      <a:pt x="38092" y="30604"/>
                    </a:cubicBezTo>
                    <a:cubicBezTo>
                      <a:pt x="38092" y="29988"/>
                      <a:pt x="38092" y="29373"/>
                      <a:pt x="38092" y="28738"/>
                    </a:cubicBezTo>
                    <a:cubicBezTo>
                      <a:pt x="37969" y="28738"/>
                      <a:pt x="37846" y="28738"/>
                      <a:pt x="37719" y="28738"/>
                    </a:cubicBezTo>
                    <a:cubicBezTo>
                      <a:pt x="37719" y="27999"/>
                      <a:pt x="37719" y="27260"/>
                      <a:pt x="37719" y="26499"/>
                    </a:cubicBezTo>
                    <a:cubicBezTo>
                      <a:pt x="37842" y="26499"/>
                      <a:pt x="37965" y="26499"/>
                      <a:pt x="38092" y="26499"/>
                    </a:cubicBezTo>
                    <a:cubicBezTo>
                      <a:pt x="38092" y="26376"/>
                      <a:pt x="38092" y="26252"/>
                      <a:pt x="38092" y="26126"/>
                    </a:cubicBezTo>
                    <a:cubicBezTo>
                      <a:pt x="38215" y="26126"/>
                      <a:pt x="38338" y="26126"/>
                      <a:pt x="38465" y="26126"/>
                    </a:cubicBezTo>
                    <a:cubicBezTo>
                      <a:pt x="38465" y="25879"/>
                      <a:pt x="38465" y="25633"/>
                      <a:pt x="38465" y="25379"/>
                    </a:cubicBezTo>
                    <a:cubicBezTo>
                      <a:pt x="38588" y="25379"/>
                      <a:pt x="38712" y="25379"/>
                      <a:pt x="38838" y="25379"/>
                    </a:cubicBezTo>
                    <a:cubicBezTo>
                      <a:pt x="38838" y="24886"/>
                      <a:pt x="38838" y="24394"/>
                      <a:pt x="38838" y="23886"/>
                    </a:cubicBezTo>
                    <a:cubicBezTo>
                      <a:pt x="38962" y="23886"/>
                      <a:pt x="39085" y="23886"/>
                      <a:pt x="39212" y="23886"/>
                    </a:cubicBezTo>
                    <a:cubicBezTo>
                      <a:pt x="39110" y="23134"/>
                      <a:pt x="38999" y="22389"/>
                      <a:pt x="38838" y="21647"/>
                    </a:cubicBezTo>
                    <a:cubicBezTo>
                      <a:pt x="38715" y="21647"/>
                      <a:pt x="38592" y="21647"/>
                      <a:pt x="38465" y="21647"/>
                    </a:cubicBezTo>
                    <a:cubicBezTo>
                      <a:pt x="38465" y="21401"/>
                      <a:pt x="38465" y="21154"/>
                      <a:pt x="38465" y="20900"/>
                    </a:cubicBezTo>
                    <a:cubicBezTo>
                      <a:pt x="38342" y="20900"/>
                      <a:pt x="38219" y="20900"/>
                      <a:pt x="38092" y="20900"/>
                    </a:cubicBezTo>
                    <a:cubicBezTo>
                      <a:pt x="38092" y="20777"/>
                      <a:pt x="38092" y="20654"/>
                      <a:pt x="38092" y="20527"/>
                    </a:cubicBezTo>
                    <a:cubicBezTo>
                      <a:pt x="37969" y="20527"/>
                      <a:pt x="37846" y="20527"/>
                      <a:pt x="37719" y="20527"/>
                    </a:cubicBezTo>
                    <a:cubicBezTo>
                      <a:pt x="37719" y="20404"/>
                      <a:pt x="37719" y="20281"/>
                      <a:pt x="37719" y="20154"/>
                    </a:cubicBezTo>
                    <a:cubicBezTo>
                      <a:pt x="37596" y="20154"/>
                      <a:pt x="37472" y="20154"/>
                      <a:pt x="37346" y="20154"/>
                    </a:cubicBezTo>
                    <a:cubicBezTo>
                      <a:pt x="37346" y="20031"/>
                      <a:pt x="37346" y="19908"/>
                      <a:pt x="37346" y="19781"/>
                    </a:cubicBezTo>
                    <a:cubicBezTo>
                      <a:pt x="37099" y="19781"/>
                      <a:pt x="36853" y="19781"/>
                      <a:pt x="36599" y="19781"/>
                    </a:cubicBezTo>
                    <a:cubicBezTo>
                      <a:pt x="36599" y="19658"/>
                      <a:pt x="36599" y="19534"/>
                      <a:pt x="36599" y="19408"/>
                    </a:cubicBezTo>
                    <a:cubicBezTo>
                      <a:pt x="35983" y="19408"/>
                      <a:pt x="35368" y="19408"/>
                      <a:pt x="34733" y="19408"/>
                    </a:cubicBezTo>
                    <a:cubicBezTo>
                      <a:pt x="34733" y="19284"/>
                      <a:pt x="34733" y="19161"/>
                      <a:pt x="34733" y="19034"/>
                    </a:cubicBezTo>
                    <a:cubicBezTo>
                      <a:pt x="34487" y="19034"/>
                      <a:pt x="34240" y="19034"/>
                      <a:pt x="33987" y="19034"/>
                    </a:cubicBezTo>
                    <a:cubicBezTo>
                      <a:pt x="33987" y="18911"/>
                      <a:pt x="33987" y="18788"/>
                      <a:pt x="33987" y="18661"/>
                    </a:cubicBezTo>
                    <a:cubicBezTo>
                      <a:pt x="33863" y="18661"/>
                      <a:pt x="33740" y="18661"/>
                      <a:pt x="33613" y="18661"/>
                    </a:cubicBezTo>
                    <a:cubicBezTo>
                      <a:pt x="33613" y="18538"/>
                      <a:pt x="33613" y="18415"/>
                      <a:pt x="33613" y="18288"/>
                    </a:cubicBezTo>
                    <a:cubicBezTo>
                      <a:pt x="33490" y="18288"/>
                      <a:pt x="33367" y="18288"/>
                      <a:pt x="33240" y="18288"/>
                    </a:cubicBezTo>
                    <a:cubicBezTo>
                      <a:pt x="33240" y="18042"/>
                      <a:pt x="33240" y="17795"/>
                      <a:pt x="33240" y="17541"/>
                    </a:cubicBezTo>
                    <a:cubicBezTo>
                      <a:pt x="33117" y="17541"/>
                      <a:pt x="32994" y="17541"/>
                      <a:pt x="32867" y="17541"/>
                    </a:cubicBezTo>
                    <a:cubicBezTo>
                      <a:pt x="32867" y="17418"/>
                      <a:pt x="32867" y="17295"/>
                      <a:pt x="32867" y="17168"/>
                    </a:cubicBezTo>
                    <a:cubicBezTo>
                      <a:pt x="32744" y="17168"/>
                      <a:pt x="32621" y="17168"/>
                      <a:pt x="32494" y="17168"/>
                    </a:cubicBezTo>
                    <a:cubicBezTo>
                      <a:pt x="32494" y="16922"/>
                      <a:pt x="32494" y="16676"/>
                      <a:pt x="32494" y="16422"/>
                    </a:cubicBezTo>
                    <a:cubicBezTo>
                      <a:pt x="32371" y="16422"/>
                      <a:pt x="32247" y="16422"/>
                      <a:pt x="32120" y="16422"/>
                    </a:cubicBezTo>
                    <a:cubicBezTo>
                      <a:pt x="32120" y="16299"/>
                      <a:pt x="32120" y="16175"/>
                      <a:pt x="32120" y="16049"/>
                    </a:cubicBezTo>
                    <a:cubicBezTo>
                      <a:pt x="31997" y="16049"/>
                      <a:pt x="31874" y="16049"/>
                      <a:pt x="31747" y="16049"/>
                    </a:cubicBezTo>
                    <a:cubicBezTo>
                      <a:pt x="31747" y="15925"/>
                      <a:pt x="31747" y="15802"/>
                      <a:pt x="31747" y="15675"/>
                    </a:cubicBezTo>
                    <a:cubicBezTo>
                      <a:pt x="31624" y="15675"/>
                      <a:pt x="31501" y="15675"/>
                      <a:pt x="31374" y="15675"/>
                    </a:cubicBezTo>
                    <a:cubicBezTo>
                      <a:pt x="31374" y="15552"/>
                      <a:pt x="31374" y="15429"/>
                      <a:pt x="31374" y="15302"/>
                    </a:cubicBezTo>
                    <a:cubicBezTo>
                      <a:pt x="31251" y="15302"/>
                      <a:pt x="31128" y="15302"/>
                      <a:pt x="31001" y="15302"/>
                    </a:cubicBezTo>
                    <a:cubicBezTo>
                      <a:pt x="31001" y="15056"/>
                      <a:pt x="31001" y="14809"/>
                      <a:pt x="31001" y="14556"/>
                    </a:cubicBezTo>
                    <a:cubicBezTo>
                      <a:pt x="30878" y="14556"/>
                      <a:pt x="30754" y="14556"/>
                      <a:pt x="30628" y="14556"/>
                    </a:cubicBezTo>
                    <a:cubicBezTo>
                      <a:pt x="30628" y="14433"/>
                      <a:pt x="30628" y="14309"/>
                      <a:pt x="30628" y="14182"/>
                    </a:cubicBezTo>
                    <a:cubicBezTo>
                      <a:pt x="30504" y="14182"/>
                      <a:pt x="30381" y="14182"/>
                      <a:pt x="30254" y="14182"/>
                    </a:cubicBezTo>
                    <a:cubicBezTo>
                      <a:pt x="30254" y="14059"/>
                      <a:pt x="30254" y="13936"/>
                      <a:pt x="30254" y="13809"/>
                    </a:cubicBezTo>
                    <a:cubicBezTo>
                      <a:pt x="30131" y="13809"/>
                      <a:pt x="30008" y="13809"/>
                      <a:pt x="29881" y="13809"/>
                    </a:cubicBezTo>
                    <a:cubicBezTo>
                      <a:pt x="29881" y="13686"/>
                      <a:pt x="29881" y="13563"/>
                      <a:pt x="29881" y="13436"/>
                    </a:cubicBezTo>
                    <a:cubicBezTo>
                      <a:pt x="29758" y="13436"/>
                      <a:pt x="29635" y="13436"/>
                      <a:pt x="29508" y="13436"/>
                    </a:cubicBezTo>
                    <a:cubicBezTo>
                      <a:pt x="29508" y="13190"/>
                      <a:pt x="29508" y="12943"/>
                      <a:pt x="29508" y="12690"/>
                    </a:cubicBezTo>
                    <a:cubicBezTo>
                      <a:pt x="29385" y="12690"/>
                      <a:pt x="29262" y="12690"/>
                      <a:pt x="29135" y="12690"/>
                    </a:cubicBezTo>
                    <a:cubicBezTo>
                      <a:pt x="29135" y="11581"/>
                      <a:pt x="29135" y="10473"/>
                      <a:pt x="29135" y="9331"/>
                    </a:cubicBezTo>
                    <a:cubicBezTo>
                      <a:pt x="29012" y="9331"/>
                      <a:pt x="28888" y="9331"/>
                      <a:pt x="28761" y="9331"/>
                    </a:cubicBezTo>
                    <a:cubicBezTo>
                      <a:pt x="28761" y="9084"/>
                      <a:pt x="28761" y="8838"/>
                      <a:pt x="28761" y="8584"/>
                    </a:cubicBezTo>
                    <a:cubicBezTo>
                      <a:pt x="28638" y="8584"/>
                      <a:pt x="28515" y="8584"/>
                      <a:pt x="28388" y="8584"/>
                    </a:cubicBezTo>
                    <a:cubicBezTo>
                      <a:pt x="28388" y="8338"/>
                      <a:pt x="28388" y="8091"/>
                      <a:pt x="28388" y="7838"/>
                    </a:cubicBezTo>
                    <a:cubicBezTo>
                      <a:pt x="28265" y="7838"/>
                      <a:pt x="28142" y="7838"/>
                      <a:pt x="28015" y="7838"/>
                    </a:cubicBezTo>
                    <a:cubicBezTo>
                      <a:pt x="28015" y="7715"/>
                      <a:pt x="28015" y="7591"/>
                      <a:pt x="28015" y="7464"/>
                    </a:cubicBezTo>
                    <a:cubicBezTo>
                      <a:pt x="27769" y="7464"/>
                      <a:pt x="27522" y="7464"/>
                      <a:pt x="27269" y="7464"/>
                    </a:cubicBezTo>
                    <a:cubicBezTo>
                      <a:pt x="27269" y="7341"/>
                      <a:pt x="27269" y="7218"/>
                      <a:pt x="27269" y="7091"/>
                    </a:cubicBezTo>
                    <a:cubicBezTo>
                      <a:pt x="27022" y="7091"/>
                      <a:pt x="26776" y="7091"/>
                      <a:pt x="26522" y="7091"/>
                    </a:cubicBezTo>
                    <a:cubicBezTo>
                      <a:pt x="26522" y="6968"/>
                      <a:pt x="26522" y="6845"/>
                      <a:pt x="26522" y="6718"/>
                    </a:cubicBezTo>
                    <a:cubicBezTo>
                      <a:pt x="25167" y="6718"/>
                      <a:pt x="23813" y="6718"/>
                      <a:pt x="22417" y="6718"/>
                    </a:cubicBezTo>
                    <a:cubicBezTo>
                      <a:pt x="22417" y="6841"/>
                      <a:pt x="22417" y="6964"/>
                      <a:pt x="22417" y="7091"/>
                    </a:cubicBezTo>
                    <a:cubicBezTo>
                      <a:pt x="22294" y="7091"/>
                      <a:pt x="22170" y="7091"/>
                      <a:pt x="22043" y="7091"/>
                    </a:cubicBezTo>
                    <a:cubicBezTo>
                      <a:pt x="22043" y="7214"/>
                      <a:pt x="22043" y="7338"/>
                      <a:pt x="22043" y="7464"/>
                    </a:cubicBezTo>
                    <a:cubicBezTo>
                      <a:pt x="21920" y="7464"/>
                      <a:pt x="21797" y="7464"/>
                      <a:pt x="21670" y="7464"/>
                    </a:cubicBezTo>
                    <a:cubicBezTo>
                      <a:pt x="21670" y="7588"/>
                      <a:pt x="21670" y="7711"/>
                      <a:pt x="21670" y="7838"/>
                    </a:cubicBezTo>
                    <a:cubicBezTo>
                      <a:pt x="21547" y="7838"/>
                      <a:pt x="21424" y="7838"/>
                      <a:pt x="21297" y="7838"/>
                    </a:cubicBezTo>
                    <a:cubicBezTo>
                      <a:pt x="21297" y="7961"/>
                      <a:pt x="21297" y="8084"/>
                      <a:pt x="21297" y="8211"/>
                    </a:cubicBezTo>
                    <a:cubicBezTo>
                      <a:pt x="21174" y="8211"/>
                      <a:pt x="21051" y="8211"/>
                      <a:pt x="20924" y="8211"/>
                    </a:cubicBezTo>
                    <a:cubicBezTo>
                      <a:pt x="20924" y="8457"/>
                      <a:pt x="20924" y="8704"/>
                      <a:pt x="20924" y="8957"/>
                    </a:cubicBezTo>
                    <a:cubicBezTo>
                      <a:pt x="20801" y="8957"/>
                      <a:pt x="20677" y="8957"/>
                      <a:pt x="20551" y="8957"/>
                    </a:cubicBezTo>
                    <a:cubicBezTo>
                      <a:pt x="20551" y="9204"/>
                      <a:pt x="20551" y="9450"/>
                      <a:pt x="20551" y="9704"/>
                    </a:cubicBezTo>
                    <a:cubicBezTo>
                      <a:pt x="20427" y="9704"/>
                      <a:pt x="20304" y="9704"/>
                      <a:pt x="20177" y="9704"/>
                    </a:cubicBezTo>
                    <a:cubicBezTo>
                      <a:pt x="20177" y="10443"/>
                      <a:pt x="20177" y="11182"/>
                      <a:pt x="20177" y="11943"/>
                    </a:cubicBezTo>
                    <a:cubicBezTo>
                      <a:pt x="20301" y="11943"/>
                      <a:pt x="20424" y="11943"/>
                      <a:pt x="20551" y="11943"/>
                    </a:cubicBezTo>
                    <a:cubicBezTo>
                      <a:pt x="20551" y="12313"/>
                      <a:pt x="20551" y="12682"/>
                      <a:pt x="20551" y="13063"/>
                    </a:cubicBezTo>
                    <a:cubicBezTo>
                      <a:pt x="20674" y="13063"/>
                      <a:pt x="20797" y="13063"/>
                      <a:pt x="20924" y="13063"/>
                    </a:cubicBezTo>
                    <a:cubicBezTo>
                      <a:pt x="20924" y="13186"/>
                      <a:pt x="20924" y="13309"/>
                      <a:pt x="20924" y="13436"/>
                    </a:cubicBezTo>
                    <a:cubicBezTo>
                      <a:pt x="21047" y="13436"/>
                      <a:pt x="21170" y="13436"/>
                      <a:pt x="21297" y="13436"/>
                    </a:cubicBezTo>
                    <a:cubicBezTo>
                      <a:pt x="21297" y="14052"/>
                      <a:pt x="21297" y="14668"/>
                      <a:pt x="21297" y="15302"/>
                    </a:cubicBezTo>
                    <a:cubicBezTo>
                      <a:pt x="21174" y="15302"/>
                      <a:pt x="21051" y="15302"/>
                      <a:pt x="20924" y="15302"/>
                    </a:cubicBezTo>
                    <a:cubicBezTo>
                      <a:pt x="20924" y="15425"/>
                      <a:pt x="20924" y="15548"/>
                      <a:pt x="20924" y="15675"/>
                    </a:cubicBezTo>
                    <a:cubicBezTo>
                      <a:pt x="20801" y="15675"/>
                      <a:pt x="20677" y="15675"/>
                      <a:pt x="20551" y="15675"/>
                    </a:cubicBezTo>
                    <a:cubicBezTo>
                      <a:pt x="20551" y="15922"/>
                      <a:pt x="20551" y="16168"/>
                      <a:pt x="20551" y="16422"/>
                    </a:cubicBezTo>
                    <a:cubicBezTo>
                      <a:pt x="20427" y="16422"/>
                      <a:pt x="20304" y="16422"/>
                      <a:pt x="20177" y="16422"/>
                    </a:cubicBezTo>
                    <a:cubicBezTo>
                      <a:pt x="20177" y="16545"/>
                      <a:pt x="20177" y="16668"/>
                      <a:pt x="20177" y="16795"/>
                    </a:cubicBezTo>
                    <a:cubicBezTo>
                      <a:pt x="20054" y="16795"/>
                      <a:pt x="19931" y="16795"/>
                      <a:pt x="19804" y="16795"/>
                    </a:cubicBezTo>
                    <a:cubicBezTo>
                      <a:pt x="19804" y="17041"/>
                      <a:pt x="19804" y="17288"/>
                      <a:pt x="19804" y="17541"/>
                    </a:cubicBezTo>
                    <a:cubicBezTo>
                      <a:pt x="19681" y="17541"/>
                      <a:pt x="19558" y="17541"/>
                      <a:pt x="19431" y="17541"/>
                    </a:cubicBezTo>
                    <a:cubicBezTo>
                      <a:pt x="19431" y="17788"/>
                      <a:pt x="19431" y="18034"/>
                      <a:pt x="19431" y="18288"/>
                    </a:cubicBezTo>
                    <a:cubicBezTo>
                      <a:pt x="19308" y="18288"/>
                      <a:pt x="19185" y="18288"/>
                      <a:pt x="19058" y="18288"/>
                    </a:cubicBezTo>
                    <a:cubicBezTo>
                      <a:pt x="19058" y="18411"/>
                      <a:pt x="19058" y="18534"/>
                      <a:pt x="19058" y="18661"/>
                    </a:cubicBezTo>
                    <a:cubicBezTo>
                      <a:pt x="18811" y="18661"/>
                      <a:pt x="18565" y="18661"/>
                      <a:pt x="18311" y="18661"/>
                    </a:cubicBezTo>
                    <a:cubicBezTo>
                      <a:pt x="18311" y="18538"/>
                      <a:pt x="18311" y="18415"/>
                      <a:pt x="18311" y="18288"/>
                    </a:cubicBezTo>
                    <a:cubicBezTo>
                      <a:pt x="17449" y="18288"/>
                      <a:pt x="16587" y="18288"/>
                      <a:pt x="15699" y="18288"/>
                    </a:cubicBezTo>
                    <a:cubicBezTo>
                      <a:pt x="15699" y="18165"/>
                      <a:pt x="15699" y="18042"/>
                      <a:pt x="15699" y="17915"/>
                    </a:cubicBezTo>
                    <a:cubicBezTo>
                      <a:pt x="15452" y="17915"/>
                      <a:pt x="15206" y="17915"/>
                      <a:pt x="14952" y="17915"/>
                    </a:cubicBezTo>
                    <a:cubicBezTo>
                      <a:pt x="14952" y="17792"/>
                      <a:pt x="14952" y="17668"/>
                      <a:pt x="14952" y="17541"/>
                    </a:cubicBezTo>
                    <a:cubicBezTo>
                      <a:pt x="14829" y="17541"/>
                      <a:pt x="14706" y="17541"/>
                      <a:pt x="14579" y="17541"/>
                    </a:cubicBezTo>
                    <a:cubicBezTo>
                      <a:pt x="14579" y="17418"/>
                      <a:pt x="14579" y="17295"/>
                      <a:pt x="14579" y="17168"/>
                    </a:cubicBezTo>
                    <a:cubicBezTo>
                      <a:pt x="14456" y="17168"/>
                      <a:pt x="14333" y="17168"/>
                      <a:pt x="14206" y="17168"/>
                    </a:cubicBezTo>
                    <a:cubicBezTo>
                      <a:pt x="14206" y="17045"/>
                      <a:pt x="14206" y="16922"/>
                      <a:pt x="14206" y="16795"/>
                    </a:cubicBezTo>
                    <a:cubicBezTo>
                      <a:pt x="14083" y="16795"/>
                      <a:pt x="13959" y="16795"/>
                      <a:pt x="13833" y="16795"/>
                    </a:cubicBezTo>
                    <a:cubicBezTo>
                      <a:pt x="13833" y="16672"/>
                      <a:pt x="13833" y="16549"/>
                      <a:pt x="13833" y="16422"/>
                    </a:cubicBezTo>
                    <a:cubicBezTo>
                      <a:pt x="13709" y="16422"/>
                      <a:pt x="13586" y="16422"/>
                      <a:pt x="13459" y="16422"/>
                    </a:cubicBezTo>
                    <a:cubicBezTo>
                      <a:pt x="13459" y="16299"/>
                      <a:pt x="13459" y="16175"/>
                      <a:pt x="13459" y="16049"/>
                    </a:cubicBezTo>
                    <a:cubicBezTo>
                      <a:pt x="13213" y="16049"/>
                      <a:pt x="12967" y="16049"/>
                      <a:pt x="12713" y="16049"/>
                    </a:cubicBezTo>
                    <a:cubicBezTo>
                      <a:pt x="12713" y="15802"/>
                      <a:pt x="12713" y="15556"/>
                      <a:pt x="12713" y="15302"/>
                    </a:cubicBezTo>
                    <a:cubicBezTo>
                      <a:pt x="12590" y="15302"/>
                      <a:pt x="12467" y="15302"/>
                      <a:pt x="12340" y="15302"/>
                    </a:cubicBezTo>
                    <a:cubicBezTo>
                      <a:pt x="12340" y="15179"/>
                      <a:pt x="12340" y="15056"/>
                      <a:pt x="12340" y="14929"/>
                    </a:cubicBezTo>
                    <a:cubicBezTo>
                      <a:pt x="12217" y="14929"/>
                      <a:pt x="12093" y="14929"/>
                      <a:pt x="11966" y="14929"/>
                    </a:cubicBezTo>
                    <a:cubicBezTo>
                      <a:pt x="11966" y="14806"/>
                      <a:pt x="11966" y="14683"/>
                      <a:pt x="11966" y="14556"/>
                    </a:cubicBezTo>
                    <a:cubicBezTo>
                      <a:pt x="11597" y="14556"/>
                      <a:pt x="11227" y="14556"/>
                      <a:pt x="10847" y="14556"/>
                    </a:cubicBezTo>
                    <a:cubicBezTo>
                      <a:pt x="10847" y="14679"/>
                      <a:pt x="10847" y="14802"/>
                      <a:pt x="10847" y="14929"/>
                    </a:cubicBezTo>
                    <a:cubicBezTo>
                      <a:pt x="10724" y="14929"/>
                      <a:pt x="10600" y="14929"/>
                      <a:pt x="10474" y="14929"/>
                    </a:cubicBezTo>
                    <a:cubicBezTo>
                      <a:pt x="10474" y="15052"/>
                      <a:pt x="10474" y="15175"/>
                      <a:pt x="10474" y="15302"/>
                    </a:cubicBezTo>
                    <a:cubicBezTo>
                      <a:pt x="10350" y="15302"/>
                      <a:pt x="10227" y="15302"/>
                      <a:pt x="10100" y="15302"/>
                    </a:cubicBezTo>
                    <a:cubicBezTo>
                      <a:pt x="10100" y="15672"/>
                      <a:pt x="10100" y="16041"/>
                      <a:pt x="10100" y="16422"/>
                    </a:cubicBezTo>
                    <a:cubicBezTo>
                      <a:pt x="10224" y="16422"/>
                      <a:pt x="10347" y="16422"/>
                      <a:pt x="10474" y="16422"/>
                    </a:cubicBezTo>
                    <a:cubicBezTo>
                      <a:pt x="10474" y="16545"/>
                      <a:pt x="10474" y="16668"/>
                      <a:pt x="10474" y="16795"/>
                    </a:cubicBezTo>
                    <a:cubicBezTo>
                      <a:pt x="10966" y="16795"/>
                      <a:pt x="11459" y="16795"/>
                      <a:pt x="11966" y="16795"/>
                    </a:cubicBezTo>
                    <a:cubicBezTo>
                      <a:pt x="11966" y="16918"/>
                      <a:pt x="11966" y="17041"/>
                      <a:pt x="11966" y="17168"/>
                    </a:cubicBezTo>
                    <a:cubicBezTo>
                      <a:pt x="12090" y="17168"/>
                      <a:pt x="12213" y="17168"/>
                      <a:pt x="12340" y="17168"/>
                    </a:cubicBezTo>
                    <a:cubicBezTo>
                      <a:pt x="12340" y="17415"/>
                      <a:pt x="12340" y="17661"/>
                      <a:pt x="12340" y="17915"/>
                    </a:cubicBezTo>
                    <a:cubicBezTo>
                      <a:pt x="12463" y="17915"/>
                      <a:pt x="12586" y="17915"/>
                      <a:pt x="12713" y="17915"/>
                    </a:cubicBezTo>
                    <a:cubicBezTo>
                      <a:pt x="12713" y="18038"/>
                      <a:pt x="12713" y="18161"/>
                      <a:pt x="12713" y="18288"/>
                    </a:cubicBezTo>
                    <a:cubicBezTo>
                      <a:pt x="12836" y="18288"/>
                      <a:pt x="12959" y="18288"/>
                      <a:pt x="13086" y="18288"/>
                    </a:cubicBezTo>
                    <a:cubicBezTo>
                      <a:pt x="13086" y="18411"/>
                      <a:pt x="13086" y="18534"/>
                      <a:pt x="13086" y="18661"/>
                    </a:cubicBezTo>
                    <a:cubicBezTo>
                      <a:pt x="13209" y="18661"/>
                      <a:pt x="13332" y="18661"/>
                      <a:pt x="13459" y="18661"/>
                    </a:cubicBezTo>
                    <a:cubicBezTo>
                      <a:pt x="13459" y="19031"/>
                      <a:pt x="13459" y="19400"/>
                      <a:pt x="13459" y="19781"/>
                    </a:cubicBezTo>
                    <a:cubicBezTo>
                      <a:pt x="13336" y="19781"/>
                      <a:pt x="13213" y="19781"/>
                      <a:pt x="13086" y="19781"/>
                    </a:cubicBezTo>
                    <a:cubicBezTo>
                      <a:pt x="13086" y="19904"/>
                      <a:pt x="13086" y="20027"/>
                      <a:pt x="13086" y="20154"/>
                    </a:cubicBezTo>
                    <a:cubicBezTo>
                      <a:pt x="12963" y="20154"/>
                      <a:pt x="12840" y="20154"/>
                      <a:pt x="12713" y="20154"/>
                    </a:cubicBezTo>
                    <a:cubicBezTo>
                      <a:pt x="12713" y="20647"/>
                      <a:pt x="12713" y="21139"/>
                      <a:pt x="12713" y="21647"/>
                    </a:cubicBezTo>
                    <a:cubicBezTo>
                      <a:pt x="12590" y="21647"/>
                      <a:pt x="12467" y="21647"/>
                      <a:pt x="12340" y="21647"/>
                    </a:cubicBezTo>
                    <a:cubicBezTo>
                      <a:pt x="12340" y="22386"/>
                      <a:pt x="12340" y="23125"/>
                      <a:pt x="12340" y="23886"/>
                    </a:cubicBezTo>
                    <a:cubicBezTo>
                      <a:pt x="12463" y="23886"/>
                      <a:pt x="12586" y="23886"/>
                      <a:pt x="12713" y="23886"/>
                    </a:cubicBezTo>
                    <a:cubicBezTo>
                      <a:pt x="12713" y="24256"/>
                      <a:pt x="12713" y="24625"/>
                      <a:pt x="12713" y="25006"/>
                    </a:cubicBezTo>
                    <a:cubicBezTo>
                      <a:pt x="12836" y="25006"/>
                      <a:pt x="12959" y="25006"/>
                      <a:pt x="13086" y="25006"/>
                    </a:cubicBezTo>
                    <a:cubicBezTo>
                      <a:pt x="13086" y="25129"/>
                      <a:pt x="13086" y="25252"/>
                      <a:pt x="13086" y="25379"/>
                    </a:cubicBezTo>
                    <a:cubicBezTo>
                      <a:pt x="13209" y="25379"/>
                      <a:pt x="13332" y="25379"/>
                      <a:pt x="13459" y="25379"/>
                    </a:cubicBezTo>
                    <a:cubicBezTo>
                      <a:pt x="13459" y="25502"/>
                      <a:pt x="13459" y="25625"/>
                      <a:pt x="13459" y="25752"/>
                    </a:cubicBezTo>
                    <a:cubicBezTo>
                      <a:pt x="13583" y="25752"/>
                      <a:pt x="13706" y="25752"/>
                      <a:pt x="13833" y="25752"/>
                    </a:cubicBezTo>
                    <a:cubicBezTo>
                      <a:pt x="13833" y="25876"/>
                      <a:pt x="13833" y="25999"/>
                      <a:pt x="13833" y="26126"/>
                    </a:cubicBezTo>
                    <a:cubicBezTo>
                      <a:pt x="13956" y="26126"/>
                      <a:pt x="14079" y="26126"/>
                      <a:pt x="14206" y="26126"/>
                    </a:cubicBezTo>
                    <a:cubicBezTo>
                      <a:pt x="14206" y="26249"/>
                      <a:pt x="14206" y="26372"/>
                      <a:pt x="14206" y="26499"/>
                    </a:cubicBezTo>
                    <a:cubicBezTo>
                      <a:pt x="14329" y="26499"/>
                      <a:pt x="14452" y="26499"/>
                      <a:pt x="14579" y="26499"/>
                    </a:cubicBezTo>
                    <a:cubicBezTo>
                      <a:pt x="14579" y="26622"/>
                      <a:pt x="14579" y="26745"/>
                      <a:pt x="14579" y="26872"/>
                    </a:cubicBezTo>
                    <a:cubicBezTo>
                      <a:pt x="14702" y="26872"/>
                      <a:pt x="14825" y="26872"/>
                      <a:pt x="14952" y="26872"/>
                    </a:cubicBezTo>
                    <a:cubicBezTo>
                      <a:pt x="14952" y="26995"/>
                      <a:pt x="14952" y="27118"/>
                      <a:pt x="14952" y="27245"/>
                    </a:cubicBezTo>
                    <a:cubicBezTo>
                      <a:pt x="15814" y="27245"/>
                      <a:pt x="16677" y="27245"/>
                      <a:pt x="17565" y="27245"/>
                    </a:cubicBezTo>
                    <a:cubicBezTo>
                      <a:pt x="17565" y="27122"/>
                      <a:pt x="17565" y="26999"/>
                      <a:pt x="17565" y="26872"/>
                    </a:cubicBezTo>
                    <a:cubicBezTo>
                      <a:pt x="17934" y="26872"/>
                      <a:pt x="18304" y="26872"/>
                      <a:pt x="18684" y="26872"/>
                    </a:cubicBezTo>
                    <a:cubicBezTo>
                      <a:pt x="18684" y="26749"/>
                      <a:pt x="18684" y="26626"/>
                      <a:pt x="18684" y="26499"/>
                    </a:cubicBezTo>
                    <a:cubicBezTo>
                      <a:pt x="19054" y="26499"/>
                      <a:pt x="19423" y="26499"/>
                      <a:pt x="19804" y="26499"/>
                    </a:cubicBezTo>
                    <a:cubicBezTo>
                      <a:pt x="19804" y="26622"/>
                      <a:pt x="19804" y="26745"/>
                      <a:pt x="19804" y="26872"/>
                    </a:cubicBezTo>
                    <a:cubicBezTo>
                      <a:pt x="19927" y="26872"/>
                      <a:pt x="20050" y="26872"/>
                      <a:pt x="20177" y="26872"/>
                    </a:cubicBezTo>
                    <a:cubicBezTo>
                      <a:pt x="20177" y="26995"/>
                      <a:pt x="20177" y="27118"/>
                      <a:pt x="20177" y="27245"/>
                    </a:cubicBezTo>
                    <a:cubicBezTo>
                      <a:pt x="20301" y="27245"/>
                      <a:pt x="20424" y="27245"/>
                      <a:pt x="20551" y="27245"/>
                    </a:cubicBezTo>
                    <a:cubicBezTo>
                      <a:pt x="20551" y="27492"/>
                      <a:pt x="20551" y="27738"/>
                      <a:pt x="20551" y="27992"/>
                    </a:cubicBezTo>
                    <a:cubicBezTo>
                      <a:pt x="20674" y="27992"/>
                      <a:pt x="20797" y="27992"/>
                      <a:pt x="20924" y="27992"/>
                    </a:cubicBezTo>
                    <a:cubicBezTo>
                      <a:pt x="20924" y="28115"/>
                      <a:pt x="20924" y="28238"/>
                      <a:pt x="20924" y="28365"/>
                    </a:cubicBezTo>
                    <a:cubicBezTo>
                      <a:pt x="21047" y="28365"/>
                      <a:pt x="21170" y="28365"/>
                      <a:pt x="21297" y="28365"/>
                    </a:cubicBezTo>
                    <a:cubicBezTo>
                      <a:pt x="21297" y="28611"/>
                      <a:pt x="21297" y="28858"/>
                      <a:pt x="21297" y="29111"/>
                    </a:cubicBezTo>
                    <a:cubicBezTo>
                      <a:pt x="21420" y="29111"/>
                      <a:pt x="21543" y="29111"/>
                      <a:pt x="21670" y="29111"/>
                    </a:cubicBezTo>
                    <a:cubicBezTo>
                      <a:pt x="21670" y="29358"/>
                      <a:pt x="21670" y="29604"/>
                      <a:pt x="21670" y="29858"/>
                    </a:cubicBezTo>
                    <a:cubicBezTo>
                      <a:pt x="21793" y="29858"/>
                      <a:pt x="21917" y="29858"/>
                      <a:pt x="22043" y="29858"/>
                    </a:cubicBezTo>
                    <a:cubicBezTo>
                      <a:pt x="22043" y="30104"/>
                      <a:pt x="22043" y="30350"/>
                      <a:pt x="22043" y="30604"/>
                    </a:cubicBezTo>
                    <a:cubicBezTo>
                      <a:pt x="22167" y="30604"/>
                      <a:pt x="22290" y="30604"/>
                      <a:pt x="22417" y="30604"/>
                    </a:cubicBezTo>
                    <a:cubicBezTo>
                      <a:pt x="22417" y="30974"/>
                      <a:pt x="22417" y="31343"/>
                      <a:pt x="22417" y="31724"/>
                    </a:cubicBezTo>
                    <a:cubicBezTo>
                      <a:pt x="22540" y="31724"/>
                      <a:pt x="22663" y="31724"/>
                      <a:pt x="22790" y="31724"/>
                    </a:cubicBezTo>
                    <a:cubicBezTo>
                      <a:pt x="22790" y="32093"/>
                      <a:pt x="22790" y="32463"/>
                      <a:pt x="22790" y="32844"/>
                    </a:cubicBezTo>
                    <a:cubicBezTo>
                      <a:pt x="22913" y="32844"/>
                      <a:pt x="23036" y="32844"/>
                      <a:pt x="23163" y="32844"/>
                    </a:cubicBezTo>
                    <a:cubicBezTo>
                      <a:pt x="23163" y="33090"/>
                      <a:pt x="23163" y="33336"/>
                      <a:pt x="23163" y="33590"/>
                    </a:cubicBezTo>
                    <a:cubicBezTo>
                      <a:pt x="23040" y="33590"/>
                      <a:pt x="22917" y="33590"/>
                      <a:pt x="22790" y="33590"/>
                    </a:cubicBezTo>
                    <a:cubicBezTo>
                      <a:pt x="22790" y="33713"/>
                      <a:pt x="22790" y="33836"/>
                      <a:pt x="22790" y="33963"/>
                    </a:cubicBezTo>
                    <a:cubicBezTo>
                      <a:pt x="22667" y="33963"/>
                      <a:pt x="22544" y="33963"/>
                      <a:pt x="22417" y="33963"/>
                    </a:cubicBezTo>
                    <a:cubicBezTo>
                      <a:pt x="22417" y="34086"/>
                      <a:pt x="22417" y="34210"/>
                      <a:pt x="22417" y="34336"/>
                    </a:cubicBezTo>
                    <a:cubicBezTo>
                      <a:pt x="22170" y="34336"/>
                      <a:pt x="21924" y="34336"/>
                      <a:pt x="21670" y="34336"/>
                    </a:cubicBezTo>
                    <a:cubicBezTo>
                      <a:pt x="21670" y="34460"/>
                      <a:pt x="21670" y="34583"/>
                      <a:pt x="21670" y="34710"/>
                    </a:cubicBezTo>
                    <a:cubicBezTo>
                      <a:pt x="21547" y="34710"/>
                      <a:pt x="21424" y="34710"/>
                      <a:pt x="21297" y="34710"/>
                    </a:cubicBezTo>
                    <a:cubicBezTo>
                      <a:pt x="21297" y="34956"/>
                      <a:pt x="21297" y="35202"/>
                      <a:pt x="21297" y="35456"/>
                    </a:cubicBezTo>
                    <a:cubicBezTo>
                      <a:pt x="21174" y="35456"/>
                      <a:pt x="21051" y="35456"/>
                      <a:pt x="20924" y="35456"/>
                    </a:cubicBezTo>
                    <a:cubicBezTo>
                      <a:pt x="20924" y="35579"/>
                      <a:pt x="20924" y="35702"/>
                      <a:pt x="20924" y="35829"/>
                    </a:cubicBezTo>
                    <a:cubicBezTo>
                      <a:pt x="20801" y="35829"/>
                      <a:pt x="20677" y="35829"/>
                      <a:pt x="20551" y="35829"/>
                    </a:cubicBezTo>
                    <a:cubicBezTo>
                      <a:pt x="20551" y="36199"/>
                      <a:pt x="20551" y="36568"/>
                      <a:pt x="20551" y="36949"/>
                    </a:cubicBezTo>
                    <a:cubicBezTo>
                      <a:pt x="20427" y="36949"/>
                      <a:pt x="20304" y="36949"/>
                      <a:pt x="20177" y="36949"/>
                    </a:cubicBezTo>
                    <a:cubicBezTo>
                      <a:pt x="20177" y="37811"/>
                      <a:pt x="20177" y="38673"/>
                      <a:pt x="20177" y="39562"/>
                    </a:cubicBezTo>
                    <a:cubicBezTo>
                      <a:pt x="20301" y="39562"/>
                      <a:pt x="20424" y="39562"/>
                      <a:pt x="20551" y="39562"/>
                    </a:cubicBezTo>
                    <a:cubicBezTo>
                      <a:pt x="20551" y="39808"/>
                      <a:pt x="20551" y="40054"/>
                      <a:pt x="20551" y="40308"/>
                    </a:cubicBezTo>
                    <a:cubicBezTo>
                      <a:pt x="20674" y="40308"/>
                      <a:pt x="20797" y="40308"/>
                      <a:pt x="20924" y="40308"/>
                    </a:cubicBezTo>
                    <a:cubicBezTo>
                      <a:pt x="20924" y="40431"/>
                      <a:pt x="20924" y="40554"/>
                      <a:pt x="20924" y="40681"/>
                    </a:cubicBezTo>
                    <a:cubicBezTo>
                      <a:pt x="21047" y="40681"/>
                      <a:pt x="21170" y="40681"/>
                      <a:pt x="21297" y="40681"/>
                    </a:cubicBezTo>
                    <a:cubicBezTo>
                      <a:pt x="21297" y="40804"/>
                      <a:pt x="21297" y="40928"/>
                      <a:pt x="21297" y="41055"/>
                    </a:cubicBezTo>
                    <a:cubicBezTo>
                      <a:pt x="21420" y="41055"/>
                      <a:pt x="21543" y="41055"/>
                      <a:pt x="21670" y="41055"/>
                    </a:cubicBezTo>
                    <a:cubicBezTo>
                      <a:pt x="21670" y="41178"/>
                      <a:pt x="21670" y="41301"/>
                      <a:pt x="21670" y="41428"/>
                    </a:cubicBezTo>
                    <a:cubicBezTo>
                      <a:pt x="21793" y="41428"/>
                      <a:pt x="21917" y="41428"/>
                      <a:pt x="22043" y="41428"/>
                    </a:cubicBezTo>
                    <a:cubicBezTo>
                      <a:pt x="22043" y="41551"/>
                      <a:pt x="22043" y="41674"/>
                      <a:pt x="22043" y="41801"/>
                    </a:cubicBezTo>
                    <a:cubicBezTo>
                      <a:pt x="22167" y="41801"/>
                      <a:pt x="22290" y="41801"/>
                      <a:pt x="22417" y="41801"/>
                    </a:cubicBezTo>
                    <a:cubicBezTo>
                      <a:pt x="22417" y="41924"/>
                      <a:pt x="22417" y="42047"/>
                      <a:pt x="22417" y="42174"/>
                    </a:cubicBezTo>
                    <a:cubicBezTo>
                      <a:pt x="22540" y="42174"/>
                      <a:pt x="22663" y="42174"/>
                      <a:pt x="22790" y="42174"/>
                    </a:cubicBezTo>
                    <a:cubicBezTo>
                      <a:pt x="22790" y="42297"/>
                      <a:pt x="22790" y="42420"/>
                      <a:pt x="22790" y="42547"/>
                    </a:cubicBezTo>
                    <a:cubicBezTo>
                      <a:pt x="23036" y="42547"/>
                      <a:pt x="23283" y="42547"/>
                      <a:pt x="23536" y="42547"/>
                    </a:cubicBezTo>
                    <a:cubicBezTo>
                      <a:pt x="23536" y="42794"/>
                      <a:pt x="23536" y="43040"/>
                      <a:pt x="23536" y="43294"/>
                    </a:cubicBezTo>
                    <a:cubicBezTo>
                      <a:pt x="23413" y="43294"/>
                      <a:pt x="23290" y="43294"/>
                      <a:pt x="23163" y="43294"/>
                    </a:cubicBezTo>
                    <a:cubicBezTo>
                      <a:pt x="23163" y="43786"/>
                      <a:pt x="23163" y="44279"/>
                      <a:pt x="23163" y="44787"/>
                    </a:cubicBezTo>
                    <a:cubicBezTo>
                      <a:pt x="23040" y="44787"/>
                      <a:pt x="22917" y="44787"/>
                      <a:pt x="22790" y="44787"/>
                    </a:cubicBezTo>
                    <a:cubicBezTo>
                      <a:pt x="22790" y="45033"/>
                      <a:pt x="22790" y="45279"/>
                      <a:pt x="22790" y="45533"/>
                    </a:cubicBezTo>
                    <a:cubicBezTo>
                      <a:pt x="22667" y="45533"/>
                      <a:pt x="22544" y="45533"/>
                      <a:pt x="22417" y="45533"/>
                    </a:cubicBezTo>
                    <a:cubicBezTo>
                      <a:pt x="22417" y="45903"/>
                      <a:pt x="22417" y="46272"/>
                      <a:pt x="22417" y="46653"/>
                    </a:cubicBezTo>
                    <a:cubicBezTo>
                      <a:pt x="22294" y="46653"/>
                      <a:pt x="22170" y="46653"/>
                      <a:pt x="22043" y="46653"/>
                    </a:cubicBezTo>
                    <a:cubicBezTo>
                      <a:pt x="22043" y="46899"/>
                      <a:pt x="22043" y="47145"/>
                      <a:pt x="22043" y="47399"/>
                    </a:cubicBezTo>
                    <a:cubicBezTo>
                      <a:pt x="21920" y="47399"/>
                      <a:pt x="21797" y="47399"/>
                      <a:pt x="21670" y="47399"/>
                    </a:cubicBezTo>
                    <a:cubicBezTo>
                      <a:pt x="21670" y="47769"/>
                      <a:pt x="21670" y="48138"/>
                      <a:pt x="21670" y="48519"/>
                    </a:cubicBezTo>
                    <a:cubicBezTo>
                      <a:pt x="21547" y="48519"/>
                      <a:pt x="21424" y="48519"/>
                      <a:pt x="21297" y="48519"/>
                    </a:cubicBezTo>
                    <a:cubicBezTo>
                      <a:pt x="21297" y="48765"/>
                      <a:pt x="21297" y="49012"/>
                      <a:pt x="21297" y="49265"/>
                    </a:cubicBezTo>
                    <a:cubicBezTo>
                      <a:pt x="21174" y="49265"/>
                      <a:pt x="21051" y="49265"/>
                      <a:pt x="20924" y="49265"/>
                    </a:cubicBezTo>
                    <a:cubicBezTo>
                      <a:pt x="20924" y="49512"/>
                      <a:pt x="20924" y="49758"/>
                      <a:pt x="20924" y="50012"/>
                    </a:cubicBezTo>
                    <a:cubicBezTo>
                      <a:pt x="20801" y="50012"/>
                      <a:pt x="20677" y="50012"/>
                      <a:pt x="20551" y="50012"/>
                    </a:cubicBezTo>
                    <a:cubicBezTo>
                      <a:pt x="20551" y="50135"/>
                      <a:pt x="20551" y="50258"/>
                      <a:pt x="20551" y="50385"/>
                    </a:cubicBezTo>
                    <a:cubicBezTo>
                      <a:pt x="20427" y="50385"/>
                      <a:pt x="20304" y="50385"/>
                      <a:pt x="20177" y="50385"/>
                    </a:cubicBezTo>
                    <a:cubicBezTo>
                      <a:pt x="20177" y="50631"/>
                      <a:pt x="20177" y="50878"/>
                      <a:pt x="20177" y="51132"/>
                    </a:cubicBezTo>
                    <a:cubicBezTo>
                      <a:pt x="20054" y="51132"/>
                      <a:pt x="19931" y="51132"/>
                      <a:pt x="19804" y="51132"/>
                    </a:cubicBezTo>
                    <a:cubicBezTo>
                      <a:pt x="19686" y="51295"/>
                      <a:pt x="19686" y="51295"/>
                      <a:pt x="19594" y="51505"/>
                    </a:cubicBezTo>
                    <a:cubicBezTo>
                      <a:pt x="19563" y="51574"/>
                      <a:pt x="19532" y="51643"/>
                      <a:pt x="19499" y="51715"/>
                    </a:cubicBezTo>
                    <a:cubicBezTo>
                      <a:pt x="19488" y="51742"/>
                      <a:pt x="19488" y="51742"/>
                      <a:pt x="19431" y="51878"/>
                    </a:cubicBezTo>
                    <a:cubicBezTo>
                      <a:pt x="19306" y="51825"/>
                      <a:pt x="19181" y="51770"/>
                      <a:pt x="19058" y="51715"/>
                    </a:cubicBezTo>
                    <a:cubicBezTo>
                      <a:pt x="19023" y="51700"/>
                      <a:pt x="19023" y="51700"/>
                      <a:pt x="18848" y="51623"/>
                    </a:cubicBezTo>
                    <a:cubicBezTo>
                      <a:pt x="18794" y="51584"/>
                      <a:pt x="18740" y="51545"/>
                      <a:pt x="18684" y="51505"/>
                    </a:cubicBezTo>
                    <a:cubicBezTo>
                      <a:pt x="18661" y="51305"/>
                      <a:pt x="18661" y="51305"/>
                      <a:pt x="18684" y="51132"/>
                    </a:cubicBezTo>
                    <a:cubicBezTo>
                      <a:pt x="18561" y="51132"/>
                      <a:pt x="18438" y="51132"/>
                      <a:pt x="18311" y="51132"/>
                    </a:cubicBezTo>
                    <a:cubicBezTo>
                      <a:pt x="18311" y="51008"/>
                      <a:pt x="18311" y="50885"/>
                      <a:pt x="18311" y="50758"/>
                    </a:cubicBezTo>
                    <a:cubicBezTo>
                      <a:pt x="18188" y="50758"/>
                      <a:pt x="18065" y="50758"/>
                      <a:pt x="17938" y="50758"/>
                    </a:cubicBezTo>
                    <a:cubicBezTo>
                      <a:pt x="17938" y="50635"/>
                      <a:pt x="17938" y="50512"/>
                      <a:pt x="17938" y="50385"/>
                    </a:cubicBezTo>
                    <a:cubicBezTo>
                      <a:pt x="17815" y="50385"/>
                      <a:pt x="17692" y="50385"/>
                      <a:pt x="17565" y="50385"/>
                    </a:cubicBezTo>
                    <a:cubicBezTo>
                      <a:pt x="17565" y="50262"/>
                      <a:pt x="17565" y="50139"/>
                      <a:pt x="17565" y="50012"/>
                    </a:cubicBezTo>
                    <a:cubicBezTo>
                      <a:pt x="17442" y="50012"/>
                      <a:pt x="17318" y="50012"/>
                      <a:pt x="17192" y="50012"/>
                    </a:cubicBezTo>
                    <a:cubicBezTo>
                      <a:pt x="17192" y="49889"/>
                      <a:pt x="17192" y="49766"/>
                      <a:pt x="17192" y="49639"/>
                    </a:cubicBezTo>
                    <a:cubicBezTo>
                      <a:pt x="17068" y="49639"/>
                      <a:pt x="16945" y="49639"/>
                      <a:pt x="16818" y="49639"/>
                    </a:cubicBezTo>
                    <a:cubicBezTo>
                      <a:pt x="16818" y="49515"/>
                      <a:pt x="16818" y="49392"/>
                      <a:pt x="16818" y="49265"/>
                    </a:cubicBezTo>
                    <a:cubicBezTo>
                      <a:pt x="16695" y="49265"/>
                      <a:pt x="16572" y="49265"/>
                      <a:pt x="16445" y="49265"/>
                    </a:cubicBezTo>
                    <a:cubicBezTo>
                      <a:pt x="16445" y="49142"/>
                      <a:pt x="16445" y="49019"/>
                      <a:pt x="16445" y="48892"/>
                    </a:cubicBezTo>
                    <a:cubicBezTo>
                      <a:pt x="16322" y="48892"/>
                      <a:pt x="16199" y="48892"/>
                      <a:pt x="16072" y="48892"/>
                    </a:cubicBezTo>
                    <a:cubicBezTo>
                      <a:pt x="16072" y="48769"/>
                      <a:pt x="16072" y="48646"/>
                      <a:pt x="16072" y="48519"/>
                    </a:cubicBezTo>
                    <a:cubicBezTo>
                      <a:pt x="15949" y="48519"/>
                      <a:pt x="15826" y="48519"/>
                      <a:pt x="15699" y="48519"/>
                    </a:cubicBezTo>
                    <a:cubicBezTo>
                      <a:pt x="15699" y="48273"/>
                      <a:pt x="15699" y="48026"/>
                      <a:pt x="15699" y="47773"/>
                    </a:cubicBezTo>
                    <a:cubicBezTo>
                      <a:pt x="15576" y="47773"/>
                      <a:pt x="15452" y="47773"/>
                      <a:pt x="15325" y="47773"/>
                    </a:cubicBezTo>
                    <a:cubicBezTo>
                      <a:pt x="15325" y="47649"/>
                      <a:pt x="15325" y="47526"/>
                      <a:pt x="15325" y="47399"/>
                    </a:cubicBezTo>
                    <a:cubicBezTo>
                      <a:pt x="15202" y="47399"/>
                      <a:pt x="15079" y="47399"/>
                      <a:pt x="14952" y="47399"/>
                    </a:cubicBezTo>
                    <a:cubicBezTo>
                      <a:pt x="14952" y="47153"/>
                      <a:pt x="14952" y="46907"/>
                      <a:pt x="14952" y="46653"/>
                    </a:cubicBezTo>
                    <a:cubicBezTo>
                      <a:pt x="14829" y="46653"/>
                      <a:pt x="14706" y="46653"/>
                      <a:pt x="14579" y="46653"/>
                    </a:cubicBezTo>
                    <a:cubicBezTo>
                      <a:pt x="14579" y="46530"/>
                      <a:pt x="14579" y="46407"/>
                      <a:pt x="14579" y="46280"/>
                    </a:cubicBezTo>
                    <a:cubicBezTo>
                      <a:pt x="14456" y="46280"/>
                      <a:pt x="14333" y="46280"/>
                      <a:pt x="14206" y="46280"/>
                    </a:cubicBezTo>
                    <a:cubicBezTo>
                      <a:pt x="14206" y="46033"/>
                      <a:pt x="14206" y="45787"/>
                      <a:pt x="14206" y="45533"/>
                    </a:cubicBezTo>
                    <a:cubicBezTo>
                      <a:pt x="14083" y="45533"/>
                      <a:pt x="13959" y="45533"/>
                      <a:pt x="13833" y="45533"/>
                    </a:cubicBezTo>
                    <a:cubicBezTo>
                      <a:pt x="13833" y="45410"/>
                      <a:pt x="13833" y="45287"/>
                      <a:pt x="13833" y="45160"/>
                    </a:cubicBezTo>
                    <a:cubicBezTo>
                      <a:pt x="13709" y="45160"/>
                      <a:pt x="13586" y="45160"/>
                      <a:pt x="13459" y="45160"/>
                    </a:cubicBezTo>
                    <a:cubicBezTo>
                      <a:pt x="13459" y="44790"/>
                      <a:pt x="13459" y="44421"/>
                      <a:pt x="13459" y="44040"/>
                    </a:cubicBezTo>
                    <a:cubicBezTo>
                      <a:pt x="13336" y="44040"/>
                      <a:pt x="13213" y="44040"/>
                      <a:pt x="13086" y="44040"/>
                    </a:cubicBezTo>
                    <a:cubicBezTo>
                      <a:pt x="13086" y="43917"/>
                      <a:pt x="13086" y="43794"/>
                      <a:pt x="13086" y="43667"/>
                    </a:cubicBezTo>
                    <a:cubicBezTo>
                      <a:pt x="12963" y="43667"/>
                      <a:pt x="12840" y="43667"/>
                      <a:pt x="12713" y="43667"/>
                    </a:cubicBezTo>
                    <a:cubicBezTo>
                      <a:pt x="12713" y="43421"/>
                      <a:pt x="12713" y="43174"/>
                      <a:pt x="12713" y="42921"/>
                    </a:cubicBezTo>
                    <a:cubicBezTo>
                      <a:pt x="12590" y="42921"/>
                      <a:pt x="12467" y="42921"/>
                      <a:pt x="12340" y="42921"/>
                    </a:cubicBezTo>
                    <a:cubicBezTo>
                      <a:pt x="12340" y="42674"/>
                      <a:pt x="12340" y="42428"/>
                      <a:pt x="12340" y="42174"/>
                    </a:cubicBezTo>
                    <a:cubicBezTo>
                      <a:pt x="12217" y="42174"/>
                      <a:pt x="12093" y="42174"/>
                      <a:pt x="11966" y="42174"/>
                    </a:cubicBezTo>
                    <a:cubicBezTo>
                      <a:pt x="11966" y="41928"/>
                      <a:pt x="11966" y="41682"/>
                      <a:pt x="11966" y="41428"/>
                    </a:cubicBezTo>
                    <a:cubicBezTo>
                      <a:pt x="11843" y="41428"/>
                      <a:pt x="11720" y="41428"/>
                      <a:pt x="11593" y="41428"/>
                    </a:cubicBezTo>
                    <a:cubicBezTo>
                      <a:pt x="11593" y="41181"/>
                      <a:pt x="11593" y="40935"/>
                      <a:pt x="11593" y="40681"/>
                    </a:cubicBezTo>
                    <a:cubicBezTo>
                      <a:pt x="11470" y="40681"/>
                      <a:pt x="11347" y="40681"/>
                      <a:pt x="11220" y="40681"/>
                    </a:cubicBezTo>
                    <a:cubicBezTo>
                      <a:pt x="11220" y="40312"/>
                      <a:pt x="11220" y="39942"/>
                      <a:pt x="11220" y="39562"/>
                    </a:cubicBezTo>
                    <a:cubicBezTo>
                      <a:pt x="11097" y="39562"/>
                      <a:pt x="10974" y="39562"/>
                      <a:pt x="10847" y="39562"/>
                    </a:cubicBezTo>
                    <a:cubicBezTo>
                      <a:pt x="10847" y="39192"/>
                      <a:pt x="10847" y="38823"/>
                      <a:pt x="10847" y="38442"/>
                    </a:cubicBezTo>
                    <a:cubicBezTo>
                      <a:pt x="10724" y="38442"/>
                      <a:pt x="10600" y="38442"/>
                      <a:pt x="10474" y="38442"/>
                    </a:cubicBezTo>
                    <a:cubicBezTo>
                      <a:pt x="10474" y="38072"/>
                      <a:pt x="10474" y="37703"/>
                      <a:pt x="10474" y="37322"/>
                    </a:cubicBezTo>
                    <a:cubicBezTo>
                      <a:pt x="10597" y="37322"/>
                      <a:pt x="10720" y="37322"/>
                      <a:pt x="10847" y="37322"/>
                    </a:cubicBezTo>
                    <a:cubicBezTo>
                      <a:pt x="10847" y="37076"/>
                      <a:pt x="10847" y="36830"/>
                      <a:pt x="10847" y="36576"/>
                    </a:cubicBezTo>
                    <a:cubicBezTo>
                      <a:pt x="10970" y="36576"/>
                      <a:pt x="11093" y="36576"/>
                      <a:pt x="11220" y="36576"/>
                    </a:cubicBezTo>
                    <a:cubicBezTo>
                      <a:pt x="11220" y="36206"/>
                      <a:pt x="11220" y="35837"/>
                      <a:pt x="11220" y="35456"/>
                    </a:cubicBezTo>
                    <a:cubicBezTo>
                      <a:pt x="11343" y="35456"/>
                      <a:pt x="11466" y="35456"/>
                      <a:pt x="11593" y="35456"/>
                    </a:cubicBezTo>
                    <a:cubicBezTo>
                      <a:pt x="11593" y="35333"/>
                      <a:pt x="11593" y="35210"/>
                      <a:pt x="11593" y="35083"/>
                    </a:cubicBezTo>
                    <a:cubicBezTo>
                      <a:pt x="11716" y="35083"/>
                      <a:pt x="11840" y="35083"/>
                      <a:pt x="11966" y="35083"/>
                    </a:cubicBezTo>
                    <a:cubicBezTo>
                      <a:pt x="11966" y="34837"/>
                      <a:pt x="11966" y="34590"/>
                      <a:pt x="11966" y="34336"/>
                    </a:cubicBezTo>
                    <a:cubicBezTo>
                      <a:pt x="12090" y="34336"/>
                      <a:pt x="12213" y="34336"/>
                      <a:pt x="12340" y="34336"/>
                    </a:cubicBezTo>
                    <a:cubicBezTo>
                      <a:pt x="12340" y="34090"/>
                      <a:pt x="12340" y="33844"/>
                      <a:pt x="12340" y="33590"/>
                    </a:cubicBezTo>
                    <a:cubicBezTo>
                      <a:pt x="12463" y="33590"/>
                      <a:pt x="12586" y="33590"/>
                      <a:pt x="12713" y="33590"/>
                    </a:cubicBezTo>
                    <a:cubicBezTo>
                      <a:pt x="12713" y="33344"/>
                      <a:pt x="12713" y="33097"/>
                      <a:pt x="12713" y="32844"/>
                    </a:cubicBezTo>
                    <a:cubicBezTo>
                      <a:pt x="12836" y="32844"/>
                      <a:pt x="12959" y="32844"/>
                      <a:pt x="13086" y="32844"/>
                    </a:cubicBezTo>
                    <a:cubicBezTo>
                      <a:pt x="13086" y="32597"/>
                      <a:pt x="13086" y="32351"/>
                      <a:pt x="13086" y="32097"/>
                    </a:cubicBezTo>
                    <a:cubicBezTo>
                      <a:pt x="13209" y="32097"/>
                      <a:pt x="13332" y="32097"/>
                      <a:pt x="13459" y="32097"/>
                    </a:cubicBezTo>
                    <a:cubicBezTo>
                      <a:pt x="13459" y="31851"/>
                      <a:pt x="13459" y="31605"/>
                      <a:pt x="13459" y="31351"/>
                    </a:cubicBezTo>
                    <a:cubicBezTo>
                      <a:pt x="13583" y="31351"/>
                      <a:pt x="13706" y="31351"/>
                      <a:pt x="13833" y="31351"/>
                    </a:cubicBezTo>
                    <a:cubicBezTo>
                      <a:pt x="13833" y="30981"/>
                      <a:pt x="13833" y="30612"/>
                      <a:pt x="13833" y="30231"/>
                    </a:cubicBezTo>
                    <a:cubicBezTo>
                      <a:pt x="13217" y="30231"/>
                      <a:pt x="12601" y="30231"/>
                      <a:pt x="11966" y="30231"/>
                    </a:cubicBezTo>
                    <a:cubicBezTo>
                      <a:pt x="11966" y="30354"/>
                      <a:pt x="11966" y="30477"/>
                      <a:pt x="11966" y="30604"/>
                    </a:cubicBezTo>
                    <a:cubicBezTo>
                      <a:pt x="11843" y="30604"/>
                      <a:pt x="11720" y="30604"/>
                      <a:pt x="11593" y="30604"/>
                    </a:cubicBezTo>
                    <a:cubicBezTo>
                      <a:pt x="11593" y="30727"/>
                      <a:pt x="11593" y="30851"/>
                      <a:pt x="11593" y="30977"/>
                    </a:cubicBezTo>
                    <a:cubicBezTo>
                      <a:pt x="11470" y="30977"/>
                      <a:pt x="11347" y="30977"/>
                      <a:pt x="11220" y="30977"/>
                    </a:cubicBezTo>
                    <a:cubicBezTo>
                      <a:pt x="11220" y="31224"/>
                      <a:pt x="11220" y="31470"/>
                      <a:pt x="11220" y="31724"/>
                    </a:cubicBezTo>
                    <a:cubicBezTo>
                      <a:pt x="11097" y="31724"/>
                      <a:pt x="10974" y="31724"/>
                      <a:pt x="10847" y="31724"/>
                    </a:cubicBezTo>
                    <a:cubicBezTo>
                      <a:pt x="10847" y="31970"/>
                      <a:pt x="10847" y="32217"/>
                      <a:pt x="10847" y="32470"/>
                    </a:cubicBezTo>
                    <a:cubicBezTo>
                      <a:pt x="10724" y="32470"/>
                      <a:pt x="10600" y="32470"/>
                      <a:pt x="10474" y="32470"/>
                    </a:cubicBezTo>
                    <a:cubicBezTo>
                      <a:pt x="10474" y="32717"/>
                      <a:pt x="10474" y="32963"/>
                      <a:pt x="10474" y="33217"/>
                    </a:cubicBezTo>
                    <a:cubicBezTo>
                      <a:pt x="10350" y="33217"/>
                      <a:pt x="10227" y="33217"/>
                      <a:pt x="10100" y="33217"/>
                    </a:cubicBezTo>
                    <a:cubicBezTo>
                      <a:pt x="10100" y="33463"/>
                      <a:pt x="10100" y="33709"/>
                      <a:pt x="10100" y="33963"/>
                    </a:cubicBezTo>
                    <a:cubicBezTo>
                      <a:pt x="9977" y="33963"/>
                      <a:pt x="9854" y="33963"/>
                      <a:pt x="9727" y="33963"/>
                    </a:cubicBezTo>
                    <a:cubicBezTo>
                      <a:pt x="9609" y="34127"/>
                      <a:pt x="9609" y="34127"/>
                      <a:pt x="9517" y="34336"/>
                    </a:cubicBezTo>
                    <a:cubicBezTo>
                      <a:pt x="9486" y="34406"/>
                      <a:pt x="9455" y="34475"/>
                      <a:pt x="9422" y="34546"/>
                    </a:cubicBezTo>
                    <a:cubicBezTo>
                      <a:pt x="9411" y="34573"/>
                      <a:pt x="9411" y="34573"/>
                      <a:pt x="9354" y="34710"/>
                    </a:cubicBezTo>
                    <a:cubicBezTo>
                      <a:pt x="9229" y="34657"/>
                      <a:pt x="9104" y="34602"/>
                      <a:pt x="8981" y="34546"/>
                    </a:cubicBezTo>
                    <a:cubicBezTo>
                      <a:pt x="8946" y="34531"/>
                      <a:pt x="8946" y="34531"/>
                      <a:pt x="8771" y="34455"/>
                    </a:cubicBezTo>
                    <a:cubicBezTo>
                      <a:pt x="8717" y="34416"/>
                      <a:pt x="8663" y="34377"/>
                      <a:pt x="8607" y="34336"/>
                    </a:cubicBezTo>
                    <a:cubicBezTo>
                      <a:pt x="8584" y="34137"/>
                      <a:pt x="8584" y="34137"/>
                      <a:pt x="8607" y="33963"/>
                    </a:cubicBezTo>
                    <a:cubicBezTo>
                      <a:pt x="8484" y="33963"/>
                      <a:pt x="8361" y="33963"/>
                      <a:pt x="8234" y="33963"/>
                    </a:cubicBezTo>
                    <a:cubicBezTo>
                      <a:pt x="8234" y="33717"/>
                      <a:pt x="8234" y="33471"/>
                      <a:pt x="8234" y="33217"/>
                    </a:cubicBezTo>
                    <a:cubicBezTo>
                      <a:pt x="8111" y="33217"/>
                      <a:pt x="7988" y="33217"/>
                      <a:pt x="7861" y="33217"/>
                    </a:cubicBezTo>
                    <a:cubicBezTo>
                      <a:pt x="7861" y="32970"/>
                      <a:pt x="7861" y="32724"/>
                      <a:pt x="7861" y="32470"/>
                    </a:cubicBezTo>
                    <a:cubicBezTo>
                      <a:pt x="7738" y="32470"/>
                      <a:pt x="7615" y="32470"/>
                      <a:pt x="7488" y="32470"/>
                    </a:cubicBezTo>
                    <a:cubicBezTo>
                      <a:pt x="7488" y="32347"/>
                      <a:pt x="7488" y="32224"/>
                      <a:pt x="7488" y="32097"/>
                    </a:cubicBezTo>
                    <a:cubicBezTo>
                      <a:pt x="7365" y="32097"/>
                      <a:pt x="7241" y="32097"/>
                      <a:pt x="7115" y="32097"/>
                    </a:cubicBezTo>
                    <a:cubicBezTo>
                      <a:pt x="7115" y="31728"/>
                      <a:pt x="7115" y="31358"/>
                      <a:pt x="7115" y="30977"/>
                    </a:cubicBezTo>
                    <a:cubicBezTo>
                      <a:pt x="6991" y="30977"/>
                      <a:pt x="6868" y="30977"/>
                      <a:pt x="6741" y="30977"/>
                    </a:cubicBezTo>
                    <a:cubicBezTo>
                      <a:pt x="6741" y="30854"/>
                      <a:pt x="6741" y="30731"/>
                      <a:pt x="6741" y="30604"/>
                    </a:cubicBezTo>
                    <a:cubicBezTo>
                      <a:pt x="6618" y="30604"/>
                      <a:pt x="6495" y="30604"/>
                      <a:pt x="6368" y="30604"/>
                    </a:cubicBezTo>
                    <a:cubicBezTo>
                      <a:pt x="6368" y="30358"/>
                      <a:pt x="6368" y="30112"/>
                      <a:pt x="6368" y="29858"/>
                    </a:cubicBezTo>
                    <a:cubicBezTo>
                      <a:pt x="6245" y="29858"/>
                      <a:pt x="6122" y="29858"/>
                      <a:pt x="5995" y="29858"/>
                    </a:cubicBezTo>
                    <a:cubicBezTo>
                      <a:pt x="5995" y="29735"/>
                      <a:pt x="5995" y="29611"/>
                      <a:pt x="5995" y="29485"/>
                    </a:cubicBezTo>
                    <a:cubicBezTo>
                      <a:pt x="5872" y="29485"/>
                      <a:pt x="5749" y="29485"/>
                      <a:pt x="5622" y="29485"/>
                    </a:cubicBezTo>
                    <a:cubicBezTo>
                      <a:pt x="5622" y="29238"/>
                      <a:pt x="5622" y="28992"/>
                      <a:pt x="5622" y="28738"/>
                    </a:cubicBezTo>
                    <a:cubicBezTo>
                      <a:pt x="5499" y="28738"/>
                      <a:pt x="5375" y="28738"/>
                      <a:pt x="5248" y="28738"/>
                    </a:cubicBezTo>
                    <a:cubicBezTo>
                      <a:pt x="5248" y="28615"/>
                      <a:pt x="5248" y="28492"/>
                      <a:pt x="5248" y="28365"/>
                    </a:cubicBezTo>
                    <a:cubicBezTo>
                      <a:pt x="5125" y="28365"/>
                      <a:pt x="5002" y="28365"/>
                      <a:pt x="4875" y="28365"/>
                    </a:cubicBezTo>
                    <a:cubicBezTo>
                      <a:pt x="4875" y="28242"/>
                      <a:pt x="4875" y="28119"/>
                      <a:pt x="4875" y="27992"/>
                    </a:cubicBezTo>
                    <a:cubicBezTo>
                      <a:pt x="4752" y="27992"/>
                      <a:pt x="4629" y="27992"/>
                      <a:pt x="4502" y="27992"/>
                    </a:cubicBezTo>
                    <a:cubicBezTo>
                      <a:pt x="4502" y="27869"/>
                      <a:pt x="4502" y="27745"/>
                      <a:pt x="4502" y="27618"/>
                    </a:cubicBezTo>
                    <a:cubicBezTo>
                      <a:pt x="4379" y="27618"/>
                      <a:pt x="4256" y="27618"/>
                      <a:pt x="4129" y="27618"/>
                    </a:cubicBezTo>
                    <a:cubicBezTo>
                      <a:pt x="4129" y="27495"/>
                      <a:pt x="4129" y="27372"/>
                      <a:pt x="4129" y="27245"/>
                    </a:cubicBezTo>
                    <a:cubicBezTo>
                      <a:pt x="4006" y="27245"/>
                      <a:pt x="3882" y="27245"/>
                      <a:pt x="3756" y="27245"/>
                    </a:cubicBezTo>
                    <a:cubicBezTo>
                      <a:pt x="3756" y="27122"/>
                      <a:pt x="3756" y="26999"/>
                      <a:pt x="3756" y="26872"/>
                    </a:cubicBezTo>
                    <a:cubicBezTo>
                      <a:pt x="3632" y="26872"/>
                      <a:pt x="3509" y="26872"/>
                      <a:pt x="3382" y="26872"/>
                    </a:cubicBezTo>
                    <a:cubicBezTo>
                      <a:pt x="3382" y="26626"/>
                      <a:pt x="3382" y="26379"/>
                      <a:pt x="3382" y="26126"/>
                    </a:cubicBezTo>
                    <a:cubicBezTo>
                      <a:pt x="3259" y="26126"/>
                      <a:pt x="3136" y="26126"/>
                      <a:pt x="3009" y="26126"/>
                    </a:cubicBezTo>
                    <a:cubicBezTo>
                      <a:pt x="3009" y="26002"/>
                      <a:pt x="3009" y="25879"/>
                      <a:pt x="3009" y="25752"/>
                    </a:cubicBezTo>
                    <a:cubicBezTo>
                      <a:pt x="2886" y="25752"/>
                      <a:pt x="2763" y="25752"/>
                      <a:pt x="2636" y="25752"/>
                    </a:cubicBezTo>
                    <a:cubicBezTo>
                      <a:pt x="2636" y="25629"/>
                      <a:pt x="2636" y="25506"/>
                      <a:pt x="2636" y="25379"/>
                    </a:cubicBezTo>
                    <a:cubicBezTo>
                      <a:pt x="2390" y="25379"/>
                      <a:pt x="2143" y="25379"/>
                      <a:pt x="1889" y="25379"/>
                    </a:cubicBezTo>
                    <a:cubicBezTo>
                      <a:pt x="1889" y="25256"/>
                      <a:pt x="1889" y="25133"/>
                      <a:pt x="1889" y="25006"/>
                    </a:cubicBezTo>
                    <a:cubicBezTo>
                      <a:pt x="1766" y="25006"/>
                      <a:pt x="1643" y="25006"/>
                      <a:pt x="1516" y="25006"/>
                    </a:cubicBezTo>
                    <a:cubicBezTo>
                      <a:pt x="1516" y="24883"/>
                      <a:pt x="1516" y="24760"/>
                      <a:pt x="1516" y="24633"/>
                    </a:cubicBezTo>
                    <a:cubicBezTo>
                      <a:pt x="1393" y="24633"/>
                      <a:pt x="1270" y="24633"/>
                      <a:pt x="1143" y="24633"/>
                    </a:cubicBezTo>
                    <a:cubicBezTo>
                      <a:pt x="1143" y="24510"/>
                      <a:pt x="1143" y="24386"/>
                      <a:pt x="1143" y="24259"/>
                    </a:cubicBezTo>
                    <a:cubicBezTo>
                      <a:pt x="1020" y="24259"/>
                      <a:pt x="897" y="24259"/>
                      <a:pt x="770" y="24259"/>
                    </a:cubicBezTo>
                    <a:cubicBezTo>
                      <a:pt x="777" y="24202"/>
                      <a:pt x="785" y="24144"/>
                      <a:pt x="793" y="24084"/>
                    </a:cubicBezTo>
                    <a:cubicBezTo>
                      <a:pt x="785" y="24019"/>
                      <a:pt x="778" y="23954"/>
                      <a:pt x="770" y="23886"/>
                    </a:cubicBezTo>
                    <a:cubicBezTo>
                      <a:pt x="606" y="23781"/>
                      <a:pt x="606" y="23781"/>
                      <a:pt x="397" y="23700"/>
                    </a:cubicBezTo>
                    <a:cubicBezTo>
                      <a:pt x="187" y="23618"/>
                      <a:pt x="187" y="23618"/>
                      <a:pt x="23" y="23513"/>
                    </a:cubicBezTo>
                    <a:cubicBezTo>
                      <a:pt x="0" y="23315"/>
                      <a:pt x="0" y="23315"/>
                      <a:pt x="23" y="23140"/>
                    </a:cubicBezTo>
                    <a:cubicBezTo>
                      <a:pt x="146" y="23140"/>
                      <a:pt x="270" y="23140"/>
                      <a:pt x="397" y="23140"/>
                    </a:cubicBezTo>
                    <a:cubicBezTo>
                      <a:pt x="397" y="22893"/>
                      <a:pt x="397" y="22647"/>
                      <a:pt x="397" y="22393"/>
                    </a:cubicBezTo>
                    <a:cubicBezTo>
                      <a:pt x="520" y="22393"/>
                      <a:pt x="643" y="22393"/>
                      <a:pt x="770" y="22393"/>
                    </a:cubicBezTo>
                    <a:cubicBezTo>
                      <a:pt x="770" y="22147"/>
                      <a:pt x="770" y="21901"/>
                      <a:pt x="770" y="21647"/>
                    </a:cubicBezTo>
                    <a:cubicBezTo>
                      <a:pt x="893" y="21647"/>
                      <a:pt x="1016" y="21647"/>
                      <a:pt x="1143" y="21647"/>
                    </a:cubicBezTo>
                    <a:cubicBezTo>
                      <a:pt x="1143" y="21401"/>
                      <a:pt x="1143" y="21154"/>
                      <a:pt x="1143" y="20900"/>
                    </a:cubicBezTo>
                    <a:cubicBezTo>
                      <a:pt x="1266" y="20900"/>
                      <a:pt x="1389" y="20900"/>
                      <a:pt x="1516" y="20900"/>
                    </a:cubicBezTo>
                    <a:cubicBezTo>
                      <a:pt x="1516" y="20531"/>
                      <a:pt x="1516" y="20161"/>
                      <a:pt x="1516" y="19781"/>
                    </a:cubicBezTo>
                    <a:cubicBezTo>
                      <a:pt x="1639" y="19781"/>
                      <a:pt x="1763" y="19781"/>
                      <a:pt x="1889" y="19781"/>
                    </a:cubicBezTo>
                    <a:cubicBezTo>
                      <a:pt x="1889" y="19658"/>
                      <a:pt x="1889" y="19534"/>
                      <a:pt x="1889" y="19408"/>
                    </a:cubicBezTo>
                    <a:cubicBezTo>
                      <a:pt x="2013" y="19408"/>
                      <a:pt x="2136" y="19408"/>
                      <a:pt x="2263" y="19408"/>
                    </a:cubicBezTo>
                    <a:cubicBezTo>
                      <a:pt x="2263" y="19161"/>
                      <a:pt x="2263" y="18915"/>
                      <a:pt x="2263" y="18661"/>
                    </a:cubicBezTo>
                    <a:cubicBezTo>
                      <a:pt x="2386" y="18661"/>
                      <a:pt x="2509" y="18661"/>
                      <a:pt x="2636" y="18661"/>
                    </a:cubicBezTo>
                    <a:cubicBezTo>
                      <a:pt x="2647" y="18600"/>
                      <a:pt x="2658" y="18539"/>
                      <a:pt x="2670" y="18477"/>
                    </a:cubicBezTo>
                    <a:cubicBezTo>
                      <a:pt x="2718" y="18227"/>
                      <a:pt x="2770" y="17977"/>
                      <a:pt x="2822" y="17728"/>
                    </a:cubicBezTo>
                    <a:cubicBezTo>
                      <a:pt x="2832" y="17671"/>
                      <a:pt x="2841" y="17614"/>
                      <a:pt x="2850" y="17555"/>
                    </a:cubicBezTo>
                    <a:cubicBezTo>
                      <a:pt x="2896" y="17344"/>
                      <a:pt x="2971" y="17200"/>
                      <a:pt x="3137" y="17064"/>
                    </a:cubicBezTo>
                    <a:cubicBezTo>
                      <a:pt x="3771" y="16703"/>
                      <a:pt x="4403" y="16753"/>
                      <a:pt x="5108" y="16772"/>
                    </a:cubicBezTo>
                    <a:cubicBezTo>
                      <a:pt x="5231" y="16774"/>
                      <a:pt x="5353" y="16775"/>
                      <a:pt x="5476" y="16777"/>
                    </a:cubicBezTo>
                    <a:cubicBezTo>
                      <a:pt x="5773" y="16781"/>
                      <a:pt x="6071" y="16787"/>
                      <a:pt x="6368" y="16795"/>
                    </a:cubicBezTo>
                    <a:cubicBezTo>
                      <a:pt x="6368" y="16672"/>
                      <a:pt x="6368" y="16549"/>
                      <a:pt x="6368" y="16422"/>
                    </a:cubicBezTo>
                    <a:cubicBezTo>
                      <a:pt x="6614" y="16422"/>
                      <a:pt x="6861" y="16422"/>
                      <a:pt x="7115" y="16422"/>
                    </a:cubicBezTo>
                    <a:cubicBezTo>
                      <a:pt x="7115" y="16299"/>
                      <a:pt x="7115" y="16175"/>
                      <a:pt x="7115" y="16049"/>
                    </a:cubicBezTo>
                    <a:cubicBezTo>
                      <a:pt x="7238" y="16049"/>
                      <a:pt x="7361" y="16049"/>
                      <a:pt x="7488" y="16049"/>
                    </a:cubicBezTo>
                    <a:cubicBezTo>
                      <a:pt x="7488" y="15925"/>
                      <a:pt x="7488" y="15802"/>
                      <a:pt x="7488" y="15675"/>
                    </a:cubicBezTo>
                    <a:cubicBezTo>
                      <a:pt x="7611" y="15675"/>
                      <a:pt x="7734" y="15675"/>
                      <a:pt x="7861" y="15675"/>
                    </a:cubicBezTo>
                    <a:cubicBezTo>
                      <a:pt x="7861" y="15552"/>
                      <a:pt x="7861" y="15429"/>
                      <a:pt x="7861" y="15302"/>
                    </a:cubicBezTo>
                    <a:cubicBezTo>
                      <a:pt x="7984" y="15302"/>
                      <a:pt x="8107" y="15302"/>
                      <a:pt x="8234" y="15302"/>
                    </a:cubicBezTo>
                    <a:cubicBezTo>
                      <a:pt x="8234" y="15179"/>
                      <a:pt x="8234" y="15056"/>
                      <a:pt x="8234" y="14929"/>
                    </a:cubicBezTo>
                    <a:cubicBezTo>
                      <a:pt x="8357" y="14929"/>
                      <a:pt x="8481" y="14929"/>
                      <a:pt x="8607" y="14929"/>
                    </a:cubicBezTo>
                    <a:cubicBezTo>
                      <a:pt x="8607" y="14683"/>
                      <a:pt x="8607" y="14436"/>
                      <a:pt x="8607" y="14182"/>
                    </a:cubicBezTo>
                    <a:cubicBezTo>
                      <a:pt x="8731" y="14182"/>
                      <a:pt x="8854" y="14182"/>
                      <a:pt x="8981" y="14182"/>
                    </a:cubicBezTo>
                    <a:cubicBezTo>
                      <a:pt x="8981" y="14059"/>
                      <a:pt x="8981" y="13936"/>
                      <a:pt x="8981" y="13809"/>
                    </a:cubicBezTo>
                    <a:cubicBezTo>
                      <a:pt x="9104" y="13809"/>
                      <a:pt x="9227" y="13809"/>
                      <a:pt x="9354" y="13809"/>
                    </a:cubicBezTo>
                    <a:cubicBezTo>
                      <a:pt x="9354" y="12701"/>
                      <a:pt x="9354" y="11592"/>
                      <a:pt x="9354" y="10450"/>
                    </a:cubicBezTo>
                    <a:cubicBezTo>
                      <a:pt x="9231" y="10450"/>
                      <a:pt x="9108" y="10450"/>
                      <a:pt x="8981" y="10450"/>
                    </a:cubicBezTo>
                    <a:cubicBezTo>
                      <a:pt x="8981" y="10204"/>
                      <a:pt x="8981" y="9958"/>
                      <a:pt x="8981" y="9704"/>
                    </a:cubicBezTo>
                    <a:cubicBezTo>
                      <a:pt x="8858" y="9704"/>
                      <a:pt x="8734" y="9704"/>
                      <a:pt x="8607" y="9704"/>
                    </a:cubicBezTo>
                    <a:cubicBezTo>
                      <a:pt x="8607" y="9581"/>
                      <a:pt x="8607" y="9457"/>
                      <a:pt x="8607" y="9331"/>
                    </a:cubicBezTo>
                    <a:cubicBezTo>
                      <a:pt x="8484" y="9331"/>
                      <a:pt x="8361" y="9331"/>
                      <a:pt x="8234" y="9331"/>
                    </a:cubicBezTo>
                    <a:cubicBezTo>
                      <a:pt x="8234" y="8961"/>
                      <a:pt x="8234" y="8592"/>
                      <a:pt x="8234" y="8211"/>
                    </a:cubicBezTo>
                    <a:cubicBezTo>
                      <a:pt x="8357" y="8211"/>
                      <a:pt x="8481" y="8211"/>
                      <a:pt x="8607" y="8211"/>
                    </a:cubicBezTo>
                    <a:cubicBezTo>
                      <a:pt x="8607" y="7965"/>
                      <a:pt x="8607" y="7718"/>
                      <a:pt x="8607" y="7464"/>
                    </a:cubicBezTo>
                    <a:cubicBezTo>
                      <a:pt x="8731" y="7464"/>
                      <a:pt x="8854" y="7464"/>
                      <a:pt x="8981" y="7464"/>
                    </a:cubicBezTo>
                    <a:cubicBezTo>
                      <a:pt x="8981" y="7218"/>
                      <a:pt x="8981" y="6972"/>
                      <a:pt x="8981" y="6718"/>
                    </a:cubicBezTo>
                    <a:cubicBezTo>
                      <a:pt x="9104" y="6718"/>
                      <a:pt x="9227" y="6718"/>
                      <a:pt x="9354" y="6718"/>
                    </a:cubicBezTo>
                    <a:cubicBezTo>
                      <a:pt x="9354" y="6595"/>
                      <a:pt x="9354" y="6472"/>
                      <a:pt x="9354" y="6345"/>
                    </a:cubicBezTo>
                    <a:cubicBezTo>
                      <a:pt x="9477" y="6345"/>
                      <a:pt x="9600" y="6345"/>
                      <a:pt x="9727" y="6345"/>
                    </a:cubicBezTo>
                    <a:cubicBezTo>
                      <a:pt x="9727" y="6098"/>
                      <a:pt x="9727" y="5852"/>
                      <a:pt x="9727" y="5598"/>
                    </a:cubicBezTo>
                    <a:cubicBezTo>
                      <a:pt x="9850" y="5598"/>
                      <a:pt x="9973" y="5598"/>
                      <a:pt x="10100" y="5598"/>
                    </a:cubicBezTo>
                    <a:cubicBezTo>
                      <a:pt x="10100" y="5475"/>
                      <a:pt x="10100" y="5352"/>
                      <a:pt x="10100" y="5225"/>
                    </a:cubicBezTo>
                    <a:cubicBezTo>
                      <a:pt x="10224" y="5225"/>
                      <a:pt x="10347" y="5225"/>
                      <a:pt x="10474" y="5225"/>
                    </a:cubicBezTo>
                    <a:cubicBezTo>
                      <a:pt x="10474" y="5102"/>
                      <a:pt x="10474" y="4979"/>
                      <a:pt x="10474" y="4852"/>
                    </a:cubicBezTo>
                    <a:cubicBezTo>
                      <a:pt x="10597" y="4852"/>
                      <a:pt x="10720" y="4852"/>
                      <a:pt x="10847" y="4852"/>
                    </a:cubicBezTo>
                    <a:cubicBezTo>
                      <a:pt x="10847" y="4729"/>
                      <a:pt x="10847" y="4606"/>
                      <a:pt x="10847" y="4479"/>
                    </a:cubicBezTo>
                    <a:cubicBezTo>
                      <a:pt x="11955" y="4479"/>
                      <a:pt x="13064" y="4479"/>
                      <a:pt x="14206" y="4479"/>
                    </a:cubicBezTo>
                    <a:cubicBezTo>
                      <a:pt x="14206" y="4356"/>
                      <a:pt x="14206" y="4232"/>
                      <a:pt x="14206" y="4105"/>
                    </a:cubicBezTo>
                    <a:cubicBezTo>
                      <a:pt x="14452" y="4105"/>
                      <a:pt x="14698" y="4105"/>
                      <a:pt x="14952" y="4105"/>
                    </a:cubicBezTo>
                    <a:cubicBezTo>
                      <a:pt x="14952" y="3982"/>
                      <a:pt x="14952" y="3859"/>
                      <a:pt x="14952" y="3732"/>
                    </a:cubicBezTo>
                    <a:cubicBezTo>
                      <a:pt x="15322" y="3732"/>
                      <a:pt x="15691" y="3732"/>
                      <a:pt x="16072" y="3732"/>
                    </a:cubicBezTo>
                    <a:cubicBezTo>
                      <a:pt x="16072" y="3855"/>
                      <a:pt x="16072" y="3979"/>
                      <a:pt x="16072" y="4105"/>
                    </a:cubicBezTo>
                    <a:cubicBezTo>
                      <a:pt x="16565" y="4105"/>
                      <a:pt x="17057" y="4105"/>
                      <a:pt x="17565" y="4105"/>
                    </a:cubicBezTo>
                    <a:cubicBezTo>
                      <a:pt x="17565" y="3982"/>
                      <a:pt x="17565" y="3859"/>
                      <a:pt x="17565" y="3732"/>
                    </a:cubicBezTo>
                    <a:cubicBezTo>
                      <a:pt x="17688" y="3732"/>
                      <a:pt x="17811" y="3732"/>
                      <a:pt x="17938" y="3732"/>
                    </a:cubicBezTo>
                    <a:cubicBezTo>
                      <a:pt x="17938" y="3609"/>
                      <a:pt x="17938" y="3486"/>
                      <a:pt x="17938" y="3359"/>
                    </a:cubicBezTo>
                    <a:cubicBezTo>
                      <a:pt x="18061" y="3359"/>
                      <a:pt x="18184" y="3359"/>
                      <a:pt x="18311" y="3359"/>
                    </a:cubicBezTo>
                    <a:cubicBezTo>
                      <a:pt x="18311" y="3113"/>
                      <a:pt x="18311" y="2866"/>
                      <a:pt x="18311" y="2613"/>
                    </a:cubicBezTo>
                    <a:cubicBezTo>
                      <a:pt x="18188" y="2613"/>
                      <a:pt x="18065" y="2613"/>
                      <a:pt x="17938" y="2613"/>
                    </a:cubicBezTo>
                    <a:cubicBezTo>
                      <a:pt x="17938" y="2489"/>
                      <a:pt x="17938" y="2366"/>
                      <a:pt x="17938" y="2239"/>
                    </a:cubicBezTo>
                    <a:cubicBezTo>
                      <a:pt x="17815" y="2239"/>
                      <a:pt x="17692" y="2239"/>
                      <a:pt x="17565" y="2239"/>
                    </a:cubicBezTo>
                    <a:cubicBezTo>
                      <a:pt x="17565" y="2116"/>
                      <a:pt x="17565" y="1993"/>
                      <a:pt x="17565" y="1866"/>
                    </a:cubicBezTo>
                    <a:cubicBezTo>
                      <a:pt x="17442" y="1866"/>
                      <a:pt x="17318" y="1866"/>
                      <a:pt x="17192" y="1866"/>
                    </a:cubicBezTo>
                    <a:cubicBezTo>
                      <a:pt x="17192" y="1373"/>
                      <a:pt x="17192" y="881"/>
                      <a:pt x="17192" y="373"/>
                    </a:cubicBezTo>
                    <a:cubicBezTo>
                      <a:pt x="17315" y="373"/>
                      <a:pt x="17438" y="373"/>
                      <a:pt x="17565" y="373"/>
                    </a:cubicBezTo>
                    <a:cubicBezTo>
                      <a:pt x="17565" y="250"/>
                      <a:pt x="17565" y="127"/>
                      <a:pt x="17565" y="0"/>
                    </a:cubicBezTo>
                    <a:close/>
                    <a:moveTo>
                      <a:pt x="40705" y="36576"/>
                    </a:moveTo>
                    <a:cubicBezTo>
                      <a:pt x="40705" y="36699"/>
                      <a:pt x="40705" y="36822"/>
                      <a:pt x="40705" y="36949"/>
                    </a:cubicBezTo>
                    <a:cubicBezTo>
                      <a:pt x="40581" y="36949"/>
                      <a:pt x="40458" y="36949"/>
                      <a:pt x="40331" y="36949"/>
                    </a:cubicBezTo>
                    <a:cubicBezTo>
                      <a:pt x="40331" y="37442"/>
                      <a:pt x="40331" y="37934"/>
                      <a:pt x="40331" y="38442"/>
                    </a:cubicBezTo>
                    <a:cubicBezTo>
                      <a:pt x="40455" y="38442"/>
                      <a:pt x="40578" y="38442"/>
                      <a:pt x="40705" y="38442"/>
                    </a:cubicBezTo>
                    <a:cubicBezTo>
                      <a:pt x="40705" y="38565"/>
                      <a:pt x="40705" y="38688"/>
                      <a:pt x="40705" y="38815"/>
                    </a:cubicBezTo>
                    <a:cubicBezTo>
                      <a:pt x="40951" y="38815"/>
                      <a:pt x="41197" y="38815"/>
                      <a:pt x="41451" y="38815"/>
                    </a:cubicBezTo>
                    <a:cubicBezTo>
                      <a:pt x="41451" y="38692"/>
                      <a:pt x="41451" y="38569"/>
                      <a:pt x="41451" y="38442"/>
                    </a:cubicBezTo>
                    <a:cubicBezTo>
                      <a:pt x="41574" y="38442"/>
                      <a:pt x="41697" y="38442"/>
                      <a:pt x="41824" y="38442"/>
                    </a:cubicBezTo>
                    <a:cubicBezTo>
                      <a:pt x="41824" y="38319"/>
                      <a:pt x="41824" y="38196"/>
                      <a:pt x="41824" y="38069"/>
                    </a:cubicBezTo>
                    <a:cubicBezTo>
                      <a:pt x="41947" y="38069"/>
                      <a:pt x="42071" y="38069"/>
                      <a:pt x="42197" y="38069"/>
                    </a:cubicBezTo>
                    <a:cubicBezTo>
                      <a:pt x="42270" y="37045"/>
                      <a:pt x="42270" y="37045"/>
                      <a:pt x="41982" y="36668"/>
                    </a:cubicBezTo>
                    <a:cubicBezTo>
                      <a:pt x="41616" y="36454"/>
                      <a:pt x="41113" y="36541"/>
                      <a:pt x="40705" y="36576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389" name="ICON_EEG_HEAD_path_004"/>
              <p:cNvSpPr/>
              <p:nvPr/>
            </p:nvSpPr>
            <p:spPr>
              <a:xfrm>
                <a:off x="868761" y="1127652"/>
                <a:ext cx="203817" cy="573531"/>
              </a:xfrm>
              <a:custGeom>
                <a:avLst/>
                <a:gdLst/>
                <a:ahLst/>
                <a:cxnLst/>
                <a:rect l="0" t="0" r="r" b="b"/>
                <a:pathLst>
                  <a:path w="16049" h="45160" fill="norm" stroke="0">
                    <a:moveTo>
                      <a:pt x="5972" y="0"/>
                    </a:moveTo>
                    <a:cubicBezTo>
                      <a:pt x="6587" y="0"/>
                      <a:pt x="7203" y="0"/>
                      <a:pt x="7838" y="0"/>
                    </a:cubicBezTo>
                    <a:cubicBezTo>
                      <a:pt x="7838" y="123"/>
                      <a:pt x="7838" y="246"/>
                      <a:pt x="7838" y="373"/>
                    </a:cubicBezTo>
                    <a:cubicBezTo>
                      <a:pt x="7961" y="373"/>
                      <a:pt x="8084" y="373"/>
                      <a:pt x="8211" y="373"/>
                    </a:cubicBezTo>
                    <a:cubicBezTo>
                      <a:pt x="8211" y="620"/>
                      <a:pt x="8211" y="866"/>
                      <a:pt x="8211" y="1120"/>
                    </a:cubicBezTo>
                    <a:cubicBezTo>
                      <a:pt x="8334" y="1120"/>
                      <a:pt x="8457" y="1120"/>
                      <a:pt x="8584" y="1120"/>
                    </a:cubicBezTo>
                    <a:cubicBezTo>
                      <a:pt x="8735" y="1233"/>
                      <a:pt x="8852" y="1335"/>
                      <a:pt x="8981" y="1470"/>
                    </a:cubicBezTo>
                    <a:cubicBezTo>
                      <a:pt x="9015" y="1502"/>
                      <a:pt x="9049" y="1535"/>
                      <a:pt x="9083" y="1568"/>
                    </a:cubicBezTo>
                    <a:cubicBezTo>
                      <a:pt x="9251" y="1738"/>
                      <a:pt x="9328" y="1836"/>
                      <a:pt x="9352" y="2078"/>
                    </a:cubicBezTo>
                    <a:cubicBezTo>
                      <a:pt x="9345" y="2131"/>
                      <a:pt x="9338" y="2184"/>
                      <a:pt x="9331" y="2239"/>
                    </a:cubicBezTo>
                    <a:cubicBezTo>
                      <a:pt x="9454" y="2239"/>
                      <a:pt x="9577" y="2239"/>
                      <a:pt x="9704" y="2239"/>
                    </a:cubicBezTo>
                    <a:cubicBezTo>
                      <a:pt x="9704" y="2362"/>
                      <a:pt x="9704" y="2486"/>
                      <a:pt x="9704" y="2613"/>
                    </a:cubicBezTo>
                    <a:cubicBezTo>
                      <a:pt x="9827" y="2613"/>
                      <a:pt x="9950" y="2613"/>
                      <a:pt x="10077" y="2613"/>
                    </a:cubicBezTo>
                    <a:cubicBezTo>
                      <a:pt x="10077" y="2859"/>
                      <a:pt x="10077" y="3105"/>
                      <a:pt x="10077" y="3359"/>
                    </a:cubicBezTo>
                    <a:cubicBezTo>
                      <a:pt x="10200" y="3359"/>
                      <a:pt x="10323" y="3359"/>
                      <a:pt x="10450" y="3359"/>
                    </a:cubicBezTo>
                    <a:cubicBezTo>
                      <a:pt x="10450" y="3482"/>
                      <a:pt x="10450" y="3605"/>
                      <a:pt x="10450" y="3732"/>
                    </a:cubicBezTo>
                    <a:cubicBezTo>
                      <a:pt x="10573" y="3732"/>
                      <a:pt x="10697" y="3732"/>
                      <a:pt x="10823" y="3732"/>
                    </a:cubicBezTo>
                    <a:cubicBezTo>
                      <a:pt x="10823" y="4102"/>
                      <a:pt x="10823" y="4471"/>
                      <a:pt x="10823" y="4852"/>
                    </a:cubicBezTo>
                    <a:cubicBezTo>
                      <a:pt x="10947" y="4852"/>
                      <a:pt x="11070" y="4852"/>
                      <a:pt x="11197" y="4852"/>
                    </a:cubicBezTo>
                    <a:cubicBezTo>
                      <a:pt x="11197" y="5098"/>
                      <a:pt x="11197" y="5345"/>
                      <a:pt x="11197" y="5598"/>
                    </a:cubicBezTo>
                    <a:cubicBezTo>
                      <a:pt x="11074" y="5598"/>
                      <a:pt x="10950" y="5598"/>
                      <a:pt x="10823" y="5598"/>
                    </a:cubicBezTo>
                    <a:cubicBezTo>
                      <a:pt x="10823" y="5722"/>
                      <a:pt x="10823" y="5845"/>
                      <a:pt x="10823" y="5972"/>
                    </a:cubicBezTo>
                    <a:cubicBezTo>
                      <a:pt x="10700" y="5972"/>
                      <a:pt x="10577" y="5972"/>
                      <a:pt x="10450" y="5972"/>
                    </a:cubicBezTo>
                    <a:cubicBezTo>
                      <a:pt x="10450" y="6095"/>
                      <a:pt x="10450" y="6218"/>
                      <a:pt x="10450" y="6345"/>
                    </a:cubicBezTo>
                    <a:cubicBezTo>
                      <a:pt x="10327" y="6345"/>
                      <a:pt x="10204" y="6345"/>
                      <a:pt x="10077" y="6345"/>
                    </a:cubicBezTo>
                    <a:cubicBezTo>
                      <a:pt x="10077" y="6591"/>
                      <a:pt x="10077" y="6837"/>
                      <a:pt x="10077" y="7091"/>
                    </a:cubicBezTo>
                    <a:cubicBezTo>
                      <a:pt x="9954" y="7091"/>
                      <a:pt x="9831" y="7091"/>
                      <a:pt x="9704" y="7091"/>
                    </a:cubicBezTo>
                    <a:cubicBezTo>
                      <a:pt x="9704" y="8200"/>
                      <a:pt x="9704" y="9308"/>
                      <a:pt x="9704" y="10450"/>
                    </a:cubicBezTo>
                    <a:cubicBezTo>
                      <a:pt x="9827" y="10450"/>
                      <a:pt x="9950" y="10450"/>
                      <a:pt x="10077" y="10450"/>
                    </a:cubicBezTo>
                    <a:cubicBezTo>
                      <a:pt x="10077" y="10697"/>
                      <a:pt x="10077" y="10943"/>
                      <a:pt x="10077" y="11197"/>
                    </a:cubicBezTo>
                    <a:cubicBezTo>
                      <a:pt x="10200" y="11197"/>
                      <a:pt x="10323" y="11197"/>
                      <a:pt x="10450" y="11197"/>
                    </a:cubicBezTo>
                    <a:cubicBezTo>
                      <a:pt x="10450" y="11320"/>
                      <a:pt x="10450" y="11443"/>
                      <a:pt x="10450" y="11570"/>
                    </a:cubicBezTo>
                    <a:cubicBezTo>
                      <a:pt x="10573" y="11570"/>
                      <a:pt x="10697" y="11570"/>
                      <a:pt x="10823" y="11570"/>
                    </a:cubicBezTo>
                    <a:cubicBezTo>
                      <a:pt x="10823" y="11693"/>
                      <a:pt x="10823" y="11816"/>
                      <a:pt x="10823" y="11943"/>
                    </a:cubicBezTo>
                    <a:cubicBezTo>
                      <a:pt x="10947" y="11943"/>
                      <a:pt x="11070" y="11943"/>
                      <a:pt x="11197" y="11943"/>
                    </a:cubicBezTo>
                    <a:cubicBezTo>
                      <a:pt x="11197" y="12066"/>
                      <a:pt x="11197" y="12189"/>
                      <a:pt x="11197" y="12316"/>
                    </a:cubicBezTo>
                    <a:cubicBezTo>
                      <a:pt x="11320" y="12316"/>
                      <a:pt x="11443" y="12316"/>
                      <a:pt x="11570" y="12316"/>
                    </a:cubicBezTo>
                    <a:cubicBezTo>
                      <a:pt x="11570" y="12440"/>
                      <a:pt x="11570" y="12563"/>
                      <a:pt x="11570" y="12690"/>
                    </a:cubicBezTo>
                    <a:cubicBezTo>
                      <a:pt x="11939" y="12690"/>
                      <a:pt x="12309" y="12690"/>
                      <a:pt x="12690" y="12690"/>
                    </a:cubicBezTo>
                    <a:cubicBezTo>
                      <a:pt x="12690" y="12813"/>
                      <a:pt x="12690" y="12936"/>
                      <a:pt x="12690" y="13063"/>
                    </a:cubicBezTo>
                    <a:cubicBezTo>
                      <a:pt x="13429" y="13063"/>
                      <a:pt x="14168" y="13063"/>
                      <a:pt x="14929" y="13063"/>
                    </a:cubicBezTo>
                    <a:cubicBezTo>
                      <a:pt x="14929" y="13309"/>
                      <a:pt x="14929" y="13555"/>
                      <a:pt x="14929" y="13809"/>
                    </a:cubicBezTo>
                    <a:cubicBezTo>
                      <a:pt x="15052" y="13809"/>
                      <a:pt x="15175" y="13809"/>
                      <a:pt x="15302" y="13809"/>
                    </a:cubicBezTo>
                    <a:cubicBezTo>
                      <a:pt x="15302" y="14179"/>
                      <a:pt x="15302" y="14548"/>
                      <a:pt x="15302" y="14929"/>
                    </a:cubicBezTo>
                    <a:cubicBezTo>
                      <a:pt x="15425" y="14929"/>
                      <a:pt x="15548" y="14929"/>
                      <a:pt x="15675" y="14929"/>
                    </a:cubicBezTo>
                    <a:cubicBezTo>
                      <a:pt x="15675" y="15791"/>
                      <a:pt x="15675" y="16653"/>
                      <a:pt x="15675" y="17541"/>
                    </a:cubicBezTo>
                    <a:cubicBezTo>
                      <a:pt x="15799" y="17541"/>
                      <a:pt x="15922" y="17541"/>
                      <a:pt x="16049" y="17541"/>
                    </a:cubicBezTo>
                    <a:cubicBezTo>
                      <a:pt x="16049" y="18773"/>
                      <a:pt x="16049" y="20005"/>
                      <a:pt x="16049" y="21274"/>
                    </a:cubicBezTo>
                    <a:cubicBezTo>
                      <a:pt x="15925" y="21274"/>
                      <a:pt x="15802" y="21274"/>
                      <a:pt x="15675" y="21274"/>
                    </a:cubicBezTo>
                    <a:cubicBezTo>
                      <a:pt x="15675" y="21890"/>
                      <a:pt x="15675" y="22505"/>
                      <a:pt x="15675" y="23140"/>
                    </a:cubicBezTo>
                    <a:cubicBezTo>
                      <a:pt x="15552" y="23140"/>
                      <a:pt x="15429" y="23140"/>
                      <a:pt x="15302" y="23140"/>
                    </a:cubicBezTo>
                    <a:cubicBezTo>
                      <a:pt x="15302" y="23263"/>
                      <a:pt x="15302" y="23386"/>
                      <a:pt x="15302" y="23513"/>
                    </a:cubicBezTo>
                    <a:cubicBezTo>
                      <a:pt x="15179" y="23513"/>
                      <a:pt x="15056" y="23513"/>
                      <a:pt x="14929" y="23513"/>
                    </a:cubicBezTo>
                    <a:cubicBezTo>
                      <a:pt x="14929" y="23636"/>
                      <a:pt x="14929" y="23759"/>
                      <a:pt x="14929" y="23886"/>
                    </a:cubicBezTo>
                    <a:cubicBezTo>
                      <a:pt x="14683" y="23886"/>
                      <a:pt x="14436" y="23886"/>
                      <a:pt x="14182" y="23886"/>
                    </a:cubicBezTo>
                    <a:cubicBezTo>
                      <a:pt x="14182" y="24009"/>
                      <a:pt x="14182" y="24133"/>
                      <a:pt x="14182" y="24259"/>
                    </a:cubicBezTo>
                    <a:cubicBezTo>
                      <a:pt x="13936" y="24259"/>
                      <a:pt x="13690" y="24259"/>
                      <a:pt x="13436" y="24259"/>
                    </a:cubicBezTo>
                    <a:cubicBezTo>
                      <a:pt x="13436" y="24383"/>
                      <a:pt x="13436" y="24506"/>
                      <a:pt x="13436" y="24633"/>
                    </a:cubicBezTo>
                    <a:cubicBezTo>
                      <a:pt x="13313" y="24633"/>
                      <a:pt x="13190" y="24633"/>
                      <a:pt x="13063" y="24633"/>
                    </a:cubicBezTo>
                    <a:cubicBezTo>
                      <a:pt x="13063" y="24756"/>
                      <a:pt x="13063" y="24879"/>
                      <a:pt x="13063" y="25006"/>
                    </a:cubicBezTo>
                    <a:cubicBezTo>
                      <a:pt x="12940" y="25006"/>
                      <a:pt x="12816" y="25006"/>
                      <a:pt x="12690" y="25006"/>
                    </a:cubicBezTo>
                    <a:cubicBezTo>
                      <a:pt x="12690" y="25129"/>
                      <a:pt x="12690" y="25252"/>
                      <a:pt x="12690" y="25379"/>
                    </a:cubicBezTo>
                    <a:cubicBezTo>
                      <a:pt x="12566" y="25379"/>
                      <a:pt x="12443" y="25379"/>
                      <a:pt x="12316" y="25379"/>
                    </a:cubicBezTo>
                    <a:cubicBezTo>
                      <a:pt x="12316" y="25502"/>
                      <a:pt x="12316" y="25625"/>
                      <a:pt x="12316" y="25752"/>
                    </a:cubicBezTo>
                    <a:cubicBezTo>
                      <a:pt x="12193" y="25752"/>
                      <a:pt x="12070" y="25752"/>
                      <a:pt x="11943" y="25752"/>
                    </a:cubicBezTo>
                    <a:cubicBezTo>
                      <a:pt x="11943" y="25999"/>
                      <a:pt x="11943" y="26245"/>
                      <a:pt x="11943" y="26499"/>
                    </a:cubicBezTo>
                    <a:cubicBezTo>
                      <a:pt x="11820" y="26499"/>
                      <a:pt x="11697" y="26499"/>
                      <a:pt x="11570" y="26499"/>
                    </a:cubicBezTo>
                    <a:cubicBezTo>
                      <a:pt x="11570" y="27607"/>
                      <a:pt x="11570" y="28716"/>
                      <a:pt x="11570" y="29858"/>
                    </a:cubicBezTo>
                    <a:cubicBezTo>
                      <a:pt x="11693" y="29858"/>
                      <a:pt x="11816" y="29858"/>
                      <a:pt x="11943" y="29858"/>
                    </a:cubicBezTo>
                    <a:cubicBezTo>
                      <a:pt x="11943" y="29981"/>
                      <a:pt x="11943" y="30104"/>
                      <a:pt x="11943" y="30231"/>
                    </a:cubicBezTo>
                    <a:cubicBezTo>
                      <a:pt x="12066" y="30231"/>
                      <a:pt x="12189" y="30231"/>
                      <a:pt x="12316" y="30231"/>
                    </a:cubicBezTo>
                    <a:cubicBezTo>
                      <a:pt x="12316" y="30354"/>
                      <a:pt x="12316" y="30477"/>
                      <a:pt x="12316" y="30604"/>
                    </a:cubicBezTo>
                    <a:cubicBezTo>
                      <a:pt x="12440" y="30604"/>
                      <a:pt x="12563" y="30604"/>
                      <a:pt x="12690" y="30604"/>
                    </a:cubicBezTo>
                    <a:cubicBezTo>
                      <a:pt x="12690" y="30727"/>
                      <a:pt x="12690" y="30851"/>
                      <a:pt x="12690" y="30977"/>
                    </a:cubicBezTo>
                    <a:cubicBezTo>
                      <a:pt x="12813" y="30977"/>
                      <a:pt x="12936" y="30977"/>
                      <a:pt x="13063" y="30977"/>
                    </a:cubicBezTo>
                    <a:cubicBezTo>
                      <a:pt x="13063" y="31101"/>
                      <a:pt x="13063" y="31224"/>
                      <a:pt x="13063" y="31351"/>
                    </a:cubicBezTo>
                    <a:cubicBezTo>
                      <a:pt x="13186" y="31351"/>
                      <a:pt x="13309" y="31351"/>
                      <a:pt x="13436" y="31351"/>
                    </a:cubicBezTo>
                    <a:cubicBezTo>
                      <a:pt x="13436" y="31967"/>
                      <a:pt x="13436" y="32582"/>
                      <a:pt x="13436" y="33217"/>
                    </a:cubicBezTo>
                    <a:cubicBezTo>
                      <a:pt x="13313" y="33217"/>
                      <a:pt x="13190" y="33217"/>
                      <a:pt x="13063" y="33217"/>
                    </a:cubicBezTo>
                    <a:cubicBezTo>
                      <a:pt x="13063" y="33463"/>
                      <a:pt x="13063" y="33709"/>
                      <a:pt x="13063" y="33963"/>
                    </a:cubicBezTo>
                    <a:cubicBezTo>
                      <a:pt x="12940" y="33963"/>
                      <a:pt x="12816" y="33963"/>
                      <a:pt x="12690" y="33963"/>
                    </a:cubicBezTo>
                    <a:cubicBezTo>
                      <a:pt x="12690" y="34333"/>
                      <a:pt x="12690" y="34702"/>
                      <a:pt x="12690" y="35083"/>
                    </a:cubicBezTo>
                    <a:cubicBezTo>
                      <a:pt x="12566" y="35083"/>
                      <a:pt x="12443" y="35083"/>
                      <a:pt x="12316" y="35083"/>
                    </a:cubicBezTo>
                    <a:cubicBezTo>
                      <a:pt x="12316" y="35329"/>
                      <a:pt x="12316" y="35576"/>
                      <a:pt x="12316" y="35829"/>
                    </a:cubicBezTo>
                    <a:cubicBezTo>
                      <a:pt x="12193" y="35829"/>
                      <a:pt x="12070" y="35829"/>
                      <a:pt x="11943" y="35829"/>
                    </a:cubicBezTo>
                    <a:cubicBezTo>
                      <a:pt x="11943" y="35953"/>
                      <a:pt x="11943" y="36076"/>
                      <a:pt x="11943" y="36203"/>
                    </a:cubicBezTo>
                    <a:cubicBezTo>
                      <a:pt x="11820" y="36203"/>
                      <a:pt x="11697" y="36203"/>
                      <a:pt x="11570" y="36203"/>
                    </a:cubicBezTo>
                    <a:cubicBezTo>
                      <a:pt x="11570" y="36572"/>
                      <a:pt x="11570" y="36942"/>
                      <a:pt x="11570" y="37322"/>
                    </a:cubicBezTo>
                    <a:cubicBezTo>
                      <a:pt x="11447" y="37322"/>
                      <a:pt x="11324" y="37322"/>
                      <a:pt x="11197" y="37322"/>
                    </a:cubicBezTo>
                    <a:cubicBezTo>
                      <a:pt x="11197" y="37569"/>
                      <a:pt x="11197" y="37815"/>
                      <a:pt x="11197" y="38069"/>
                    </a:cubicBezTo>
                    <a:cubicBezTo>
                      <a:pt x="11074" y="38069"/>
                      <a:pt x="10950" y="38069"/>
                      <a:pt x="10823" y="38069"/>
                    </a:cubicBezTo>
                    <a:cubicBezTo>
                      <a:pt x="10823" y="38315"/>
                      <a:pt x="10823" y="38561"/>
                      <a:pt x="10823" y="38815"/>
                    </a:cubicBezTo>
                    <a:cubicBezTo>
                      <a:pt x="10700" y="38815"/>
                      <a:pt x="10577" y="38815"/>
                      <a:pt x="10450" y="38815"/>
                    </a:cubicBezTo>
                    <a:cubicBezTo>
                      <a:pt x="10450" y="38938"/>
                      <a:pt x="10450" y="39061"/>
                      <a:pt x="10450" y="39188"/>
                    </a:cubicBezTo>
                    <a:cubicBezTo>
                      <a:pt x="10327" y="39188"/>
                      <a:pt x="10204" y="39188"/>
                      <a:pt x="10077" y="39188"/>
                    </a:cubicBezTo>
                    <a:cubicBezTo>
                      <a:pt x="10077" y="39312"/>
                      <a:pt x="10077" y="39435"/>
                      <a:pt x="10077" y="39562"/>
                    </a:cubicBezTo>
                    <a:cubicBezTo>
                      <a:pt x="9954" y="39562"/>
                      <a:pt x="9831" y="39562"/>
                      <a:pt x="9704" y="39562"/>
                    </a:cubicBezTo>
                    <a:cubicBezTo>
                      <a:pt x="9704" y="39685"/>
                      <a:pt x="9704" y="39808"/>
                      <a:pt x="9704" y="39935"/>
                    </a:cubicBezTo>
                    <a:cubicBezTo>
                      <a:pt x="9581" y="39935"/>
                      <a:pt x="9457" y="39935"/>
                      <a:pt x="9331" y="39935"/>
                    </a:cubicBezTo>
                    <a:cubicBezTo>
                      <a:pt x="9331" y="40058"/>
                      <a:pt x="9331" y="40181"/>
                      <a:pt x="9331" y="40308"/>
                    </a:cubicBezTo>
                    <a:cubicBezTo>
                      <a:pt x="9207" y="40308"/>
                      <a:pt x="9084" y="40308"/>
                      <a:pt x="8957" y="40308"/>
                    </a:cubicBezTo>
                    <a:cubicBezTo>
                      <a:pt x="8957" y="40431"/>
                      <a:pt x="8957" y="40554"/>
                      <a:pt x="8957" y="40681"/>
                    </a:cubicBezTo>
                    <a:cubicBezTo>
                      <a:pt x="8834" y="40681"/>
                      <a:pt x="8711" y="40681"/>
                      <a:pt x="8584" y="40681"/>
                    </a:cubicBezTo>
                    <a:cubicBezTo>
                      <a:pt x="8584" y="40804"/>
                      <a:pt x="8584" y="40928"/>
                      <a:pt x="8584" y="41055"/>
                    </a:cubicBezTo>
                    <a:cubicBezTo>
                      <a:pt x="8461" y="41055"/>
                      <a:pt x="8338" y="41055"/>
                      <a:pt x="8211" y="41055"/>
                    </a:cubicBezTo>
                    <a:cubicBezTo>
                      <a:pt x="8211" y="41301"/>
                      <a:pt x="8211" y="41547"/>
                      <a:pt x="8211" y="41801"/>
                    </a:cubicBezTo>
                    <a:cubicBezTo>
                      <a:pt x="8088" y="41801"/>
                      <a:pt x="7965" y="41801"/>
                      <a:pt x="7838" y="41801"/>
                    </a:cubicBezTo>
                    <a:cubicBezTo>
                      <a:pt x="7838" y="41924"/>
                      <a:pt x="7838" y="42047"/>
                      <a:pt x="7838" y="42174"/>
                    </a:cubicBezTo>
                    <a:cubicBezTo>
                      <a:pt x="7715" y="42174"/>
                      <a:pt x="7591" y="42174"/>
                      <a:pt x="7464" y="42174"/>
                    </a:cubicBezTo>
                    <a:cubicBezTo>
                      <a:pt x="7464" y="42420"/>
                      <a:pt x="7464" y="42667"/>
                      <a:pt x="7464" y="42921"/>
                    </a:cubicBezTo>
                    <a:cubicBezTo>
                      <a:pt x="7341" y="42921"/>
                      <a:pt x="7218" y="42921"/>
                      <a:pt x="7091" y="42921"/>
                    </a:cubicBezTo>
                    <a:cubicBezTo>
                      <a:pt x="7091" y="43167"/>
                      <a:pt x="7091" y="43413"/>
                      <a:pt x="7091" y="43667"/>
                    </a:cubicBezTo>
                    <a:cubicBezTo>
                      <a:pt x="6968" y="43667"/>
                      <a:pt x="6845" y="43667"/>
                      <a:pt x="6718" y="43667"/>
                    </a:cubicBezTo>
                    <a:cubicBezTo>
                      <a:pt x="6718" y="43913"/>
                      <a:pt x="6718" y="44160"/>
                      <a:pt x="6718" y="44414"/>
                    </a:cubicBezTo>
                    <a:cubicBezTo>
                      <a:pt x="6595" y="44414"/>
                      <a:pt x="6472" y="44414"/>
                      <a:pt x="6345" y="44414"/>
                    </a:cubicBezTo>
                    <a:cubicBezTo>
                      <a:pt x="6345" y="44660"/>
                      <a:pt x="6345" y="44906"/>
                      <a:pt x="6345" y="45160"/>
                    </a:cubicBezTo>
                    <a:cubicBezTo>
                      <a:pt x="6098" y="45160"/>
                      <a:pt x="5852" y="45160"/>
                      <a:pt x="5598" y="45160"/>
                    </a:cubicBezTo>
                    <a:cubicBezTo>
                      <a:pt x="5598" y="45037"/>
                      <a:pt x="5598" y="44914"/>
                      <a:pt x="5598" y="44787"/>
                    </a:cubicBezTo>
                    <a:cubicBezTo>
                      <a:pt x="5475" y="44787"/>
                      <a:pt x="5352" y="44787"/>
                      <a:pt x="5225" y="44787"/>
                    </a:cubicBezTo>
                    <a:cubicBezTo>
                      <a:pt x="5225" y="44664"/>
                      <a:pt x="5225" y="44540"/>
                      <a:pt x="5225" y="44414"/>
                    </a:cubicBezTo>
                    <a:cubicBezTo>
                      <a:pt x="4979" y="44414"/>
                      <a:pt x="4732" y="44414"/>
                      <a:pt x="4479" y="44414"/>
                    </a:cubicBezTo>
                    <a:cubicBezTo>
                      <a:pt x="4479" y="44290"/>
                      <a:pt x="4479" y="44167"/>
                      <a:pt x="4479" y="44040"/>
                    </a:cubicBezTo>
                    <a:cubicBezTo>
                      <a:pt x="4356" y="44040"/>
                      <a:pt x="4232" y="44040"/>
                      <a:pt x="4105" y="44040"/>
                    </a:cubicBezTo>
                    <a:cubicBezTo>
                      <a:pt x="4105" y="43794"/>
                      <a:pt x="4105" y="43548"/>
                      <a:pt x="4105" y="43294"/>
                    </a:cubicBezTo>
                    <a:cubicBezTo>
                      <a:pt x="3982" y="43294"/>
                      <a:pt x="3859" y="43294"/>
                      <a:pt x="3732" y="43294"/>
                    </a:cubicBezTo>
                    <a:cubicBezTo>
                      <a:pt x="3732" y="43171"/>
                      <a:pt x="3732" y="43048"/>
                      <a:pt x="3732" y="42921"/>
                    </a:cubicBezTo>
                    <a:cubicBezTo>
                      <a:pt x="3609" y="42921"/>
                      <a:pt x="3486" y="42921"/>
                      <a:pt x="3359" y="42921"/>
                    </a:cubicBezTo>
                    <a:cubicBezTo>
                      <a:pt x="3359" y="42797"/>
                      <a:pt x="3359" y="42674"/>
                      <a:pt x="3359" y="42547"/>
                    </a:cubicBezTo>
                    <a:cubicBezTo>
                      <a:pt x="3236" y="42547"/>
                      <a:pt x="3113" y="42547"/>
                      <a:pt x="2986" y="42547"/>
                    </a:cubicBezTo>
                    <a:cubicBezTo>
                      <a:pt x="2986" y="42424"/>
                      <a:pt x="2986" y="42301"/>
                      <a:pt x="2986" y="42174"/>
                    </a:cubicBezTo>
                    <a:cubicBezTo>
                      <a:pt x="2863" y="42174"/>
                      <a:pt x="2739" y="42174"/>
                      <a:pt x="2613" y="42174"/>
                    </a:cubicBezTo>
                    <a:cubicBezTo>
                      <a:pt x="2613" y="42051"/>
                      <a:pt x="2613" y="41928"/>
                      <a:pt x="2613" y="41801"/>
                    </a:cubicBezTo>
                    <a:cubicBezTo>
                      <a:pt x="2489" y="41801"/>
                      <a:pt x="2366" y="41801"/>
                      <a:pt x="2239" y="41801"/>
                    </a:cubicBezTo>
                    <a:cubicBezTo>
                      <a:pt x="2239" y="41555"/>
                      <a:pt x="2239" y="41308"/>
                      <a:pt x="2239" y="41055"/>
                    </a:cubicBezTo>
                    <a:cubicBezTo>
                      <a:pt x="2116" y="41055"/>
                      <a:pt x="1993" y="41055"/>
                      <a:pt x="1866" y="41055"/>
                    </a:cubicBezTo>
                    <a:cubicBezTo>
                      <a:pt x="1866" y="40931"/>
                      <a:pt x="1866" y="40808"/>
                      <a:pt x="1866" y="40681"/>
                    </a:cubicBezTo>
                    <a:cubicBezTo>
                      <a:pt x="1743" y="40681"/>
                      <a:pt x="1620" y="40681"/>
                      <a:pt x="1493" y="40681"/>
                    </a:cubicBezTo>
                    <a:cubicBezTo>
                      <a:pt x="1493" y="40435"/>
                      <a:pt x="1493" y="40189"/>
                      <a:pt x="1493" y="39935"/>
                    </a:cubicBezTo>
                    <a:cubicBezTo>
                      <a:pt x="1370" y="39935"/>
                      <a:pt x="1247" y="39935"/>
                      <a:pt x="1120" y="39935"/>
                    </a:cubicBezTo>
                    <a:cubicBezTo>
                      <a:pt x="1120" y="39689"/>
                      <a:pt x="1120" y="39442"/>
                      <a:pt x="1120" y="39188"/>
                    </a:cubicBezTo>
                    <a:cubicBezTo>
                      <a:pt x="997" y="39188"/>
                      <a:pt x="873" y="39188"/>
                      <a:pt x="746" y="39188"/>
                    </a:cubicBezTo>
                    <a:cubicBezTo>
                      <a:pt x="746" y="38819"/>
                      <a:pt x="746" y="38449"/>
                      <a:pt x="746" y="38069"/>
                    </a:cubicBezTo>
                    <a:cubicBezTo>
                      <a:pt x="870" y="38069"/>
                      <a:pt x="993" y="38069"/>
                      <a:pt x="1120" y="38069"/>
                    </a:cubicBezTo>
                    <a:cubicBezTo>
                      <a:pt x="1120" y="37822"/>
                      <a:pt x="1120" y="37576"/>
                      <a:pt x="1120" y="37322"/>
                    </a:cubicBezTo>
                    <a:cubicBezTo>
                      <a:pt x="1243" y="37322"/>
                      <a:pt x="1366" y="37322"/>
                      <a:pt x="1493" y="37322"/>
                    </a:cubicBezTo>
                    <a:cubicBezTo>
                      <a:pt x="1493" y="37199"/>
                      <a:pt x="1493" y="37076"/>
                      <a:pt x="1493" y="36949"/>
                    </a:cubicBezTo>
                    <a:cubicBezTo>
                      <a:pt x="1616" y="36949"/>
                      <a:pt x="1739" y="36949"/>
                      <a:pt x="1866" y="36949"/>
                    </a:cubicBezTo>
                    <a:cubicBezTo>
                      <a:pt x="1866" y="36703"/>
                      <a:pt x="1866" y="36456"/>
                      <a:pt x="1866" y="36203"/>
                    </a:cubicBezTo>
                    <a:cubicBezTo>
                      <a:pt x="1989" y="36203"/>
                      <a:pt x="2112" y="36203"/>
                      <a:pt x="2239" y="36203"/>
                    </a:cubicBezTo>
                    <a:cubicBezTo>
                      <a:pt x="2239" y="36079"/>
                      <a:pt x="2239" y="35956"/>
                      <a:pt x="2239" y="35829"/>
                    </a:cubicBezTo>
                    <a:cubicBezTo>
                      <a:pt x="2362" y="35829"/>
                      <a:pt x="2486" y="35829"/>
                      <a:pt x="2613" y="35829"/>
                    </a:cubicBezTo>
                    <a:cubicBezTo>
                      <a:pt x="2613" y="35460"/>
                      <a:pt x="2613" y="35090"/>
                      <a:pt x="2613" y="34710"/>
                    </a:cubicBezTo>
                    <a:cubicBezTo>
                      <a:pt x="2736" y="34710"/>
                      <a:pt x="2859" y="34710"/>
                      <a:pt x="2986" y="34710"/>
                    </a:cubicBezTo>
                    <a:cubicBezTo>
                      <a:pt x="2986" y="34463"/>
                      <a:pt x="2986" y="34217"/>
                      <a:pt x="2986" y="33963"/>
                    </a:cubicBezTo>
                    <a:cubicBezTo>
                      <a:pt x="3109" y="33963"/>
                      <a:pt x="3232" y="33963"/>
                      <a:pt x="3359" y="33963"/>
                    </a:cubicBezTo>
                    <a:cubicBezTo>
                      <a:pt x="3359" y="33717"/>
                      <a:pt x="3359" y="33471"/>
                      <a:pt x="3359" y="33217"/>
                    </a:cubicBezTo>
                    <a:cubicBezTo>
                      <a:pt x="3482" y="33217"/>
                      <a:pt x="3605" y="33217"/>
                      <a:pt x="3732" y="33217"/>
                    </a:cubicBezTo>
                    <a:cubicBezTo>
                      <a:pt x="3732" y="32847"/>
                      <a:pt x="3732" y="32478"/>
                      <a:pt x="3732" y="32097"/>
                    </a:cubicBezTo>
                    <a:cubicBezTo>
                      <a:pt x="3855" y="32097"/>
                      <a:pt x="3979" y="32097"/>
                      <a:pt x="4105" y="32097"/>
                    </a:cubicBezTo>
                    <a:cubicBezTo>
                      <a:pt x="4105" y="31851"/>
                      <a:pt x="4105" y="31605"/>
                      <a:pt x="4105" y="31351"/>
                    </a:cubicBezTo>
                    <a:cubicBezTo>
                      <a:pt x="4229" y="31351"/>
                      <a:pt x="4352" y="31351"/>
                      <a:pt x="4479" y="31351"/>
                    </a:cubicBezTo>
                    <a:cubicBezTo>
                      <a:pt x="4479" y="30858"/>
                      <a:pt x="4479" y="30365"/>
                      <a:pt x="4479" y="29858"/>
                    </a:cubicBezTo>
                    <a:cubicBezTo>
                      <a:pt x="4602" y="29858"/>
                      <a:pt x="4725" y="29858"/>
                      <a:pt x="4852" y="29858"/>
                    </a:cubicBezTo>
                    <a:cubicBezTo>
                      <a:pt x="4852" y="29365"/>
                      <a:pt x="4852" y="28873"/>
                      <a:pt x="4852" y="28365"/>
                    </a:cubicBezTo>
                    <a:cubicBezTo>
                      <a:pt x="4975" y="28365"/>
                      <a:pt x="5098" y="28365"/>
                      <a:pt x="5225" y="28365"/>
                    </a:cubicBezTo>
                    <a:cubicBezTo>
                      <a:pt x="5225" y="28119"/>
                      <a:pt x="5225" y="27872"/>
                      <a:pt x="5225" y="27618"/>
                    </a:cubicBezTo>
                    <a:cubicBezTo>
                      <a:pt x="5471" y="27618"/>
                      <a:pt x="5718" y="27618"/>
                      <a:pt x="5972" y="27618"/>
                    </a:cubicBezTo>
                    <a:cubicBezTo>
                      <a:pt x="5972" y="27495"/>
                      <a:pt x="5972" y="27372"/>
                      <a:pt x="5972" y="27245"/>
                    </a:cubicBezTo>
                    <a:cubicBezTo>
                      <a:pt x="6156" y="27184"/>
                      <a:pt x="6156" y="27184"/>
                      <a:pt x="7091" y="26872"/>
                    </a:cubicBezTo>
                    <a:cubicBezTo>
                      <a:pt x="7091" y="26749"/>
                      <a:pt x="7091" y="26626"/>
                      <a:pt x="7091" y="26499"/>
                    </a:cubicBezTo>
                    <a:cubicBezTo>
                      <a:pt x="7214" y="26499"/>
                      <a:pt x="7338" y="26499"/>
                      <a:pt x="7464" y="26499"/>
                    </a:cubicBezTo>
                    <a:cubicBezTo>
                      <a:pt x="7464" y="26376"/>
                      <a:pt x="7464" y="26252"/>
                      <a:pt x="7464" y="26126"/>
                    </a:cubicBezTo>
                    <a:cubicBezTo>
                      <a:pt x="7588" y="26126"/>
                      <a:pt x="7711" y="26126"/>
                      <a:pt x="7838" y="26126"/>
                    </a:cubicBezTo>
                    <a:cubicBezTo>
                      <a:pt x="7838" y="25879"/>
                      <a:pt x="7838" y="25633"/>
                      <a:pt x="7838" y="25379"/>
                    </a:cubicBezTo>
                    <a:cubicBezTo>
                      <a:pt x="7961" y="25379"/>
                      <a:pt x="8084" y="25379"/>
                      <a:pt x="8211" y="25379"/>
                    </a:cubicBezTo>
                    <a:cubicBezTo>
                      <a:pt x="8211" y="25133"/>
                      <a:pt x="8211" y="24886"/>
                      <a:pt x="8211" y="24633"/>
                    </a:cubicBezTo>
                    <a:cubicBezTo>
                      <a:pt x="8334" y="24633"/>
                      <a:pt x="8457" y="24633"/>
                      <a:pt x="8584" y="24633"/>
                    </a:cubicBezTo>
                    <a:cubicBezTo>
                      <a:pt x="8584" y="23647"/>
                      <a:pt x="8584" y="22662"/>
                      <a:pt x="8584" y="21647"/>
                    </a:cubicBezTo>
                    <a:cubicBezTo>
                      <a:pt x="8461" y="21647"/>
                      <a:pt x="8338" y="21647"/>
                      <a:pt x="8211" y="21647"/>
                    </a:cubicBezTo>
                    <a:cubicBezTo>
                      <a:pt x="8211" y="21401"/>
                      <a:pt x="8211" y="21154"/>
                      <a:pt x="8211" y="20900"/>
                    </a:cubicBezTo>
                    <a:cubicBezTo>
                      <a:pt x="8088" y="20900"/>
                      <a:pt x="7965" y="20900"/>
                      <a:pt x="7838" y="20900"/>
                    </a:cubicBezTo>
                    <a:cubicBezTo>
                      <a:pt x="7838" y="20777"/>
                      <a:pt x="7838" y="20654"/>
                      <a:pt x="7838" y="20527"/>
                    </a:cubicBezTo>
                    <a:cubicBezTo>
                      <a:pt x="7715" y="20527"/>
                      <a:pt x="7591" y="20527"/>
                      <a:pt x="7464" y="20527"/>
                    </a:cubicBezTo>
                    <a:cubicBezTo>
                      <a:pt x="7464" y="20281"/>
                      <a:pt x="7464" y="20035"/>
                      <a:pt x="7464" y="19781"/>
                    </a:cubicBezTo>
                    <a:cubicBezTo>
                      <a:pt x="7341" y="19781"/>
                      <a:pt x="7218" y="19781"/>
                      <a:pt x="7091" y="19781"/>
                    </a:cubicBezTo>
                    <a:cubicBezTo>
                      <a:pt x="7091" y="19658"/>
                      <a:pt x="7091" y="19534"/>
                      <a:pt x="7091" y="19408"/>
                    </a:cubicBezTo>
                    <a:cubicBezTo>
                      <a:pt x="6968" y="19408"/>
                      <a:pt x="6845" y="19408"/>
                      <a:pt x="6718" y="19408"/>
                    </a:cubicBezTo>
                    <a:cubicBezTo>
                      <a:pt x="6718" y="19284"/>
                      <a:pt x="6718" y="19161"/>
                      <a:pt x="6718" y="19034"/>
                    </a:cubicBezTo>
                    <a:cubicBezTo>
                      <a:pt x="6472" y="19034"/>
                      <a:pt x="6225" y="19034"/>
                      <a:pt x="5972" y="19034"/>
                    </a:cubicBezTo>
                    <a:cubicBezTo>
                      <a:pt x="5972" y="18911"/>
                      <a:pt x="5972" y="18788"/>
                      <a:pt x="5972" y="18661"/>
                    </a:cubicBezTo>
                    <a:cubicBezTo>
                      <a:pt x="5725" y="18661"/>
                      <a:pt x="5479" y="18661"/>
                      <a:pt x="5225" y="18661"/>
                    </a:cubicBezTo>
                    <a:cubicBezTo>
                      <a:pt x="5225" y="18538"/>
                      <a:pt x="5225" y="18415"/>
                      <a:pt x="5225" y="18288"/>
                    </a:cubicBezTo>
                    <a:cubicBezTo>
                      <a:pt x="5102" y="18288"/>
                      <a:pt x="4979" y="18288"/>
                      <a:pt x="4852" y="18288"/>
                    </a:cubicBezTo>
                    <a:cubicBezTo>
                      <a:pt x="4852" y="18042"/>
                      <a:pt x="4852" y="17795"/>
                      <a:pt x="4852" y="17541"/>
                    </a:cubicBezTo>
                    <a:cubicBezTo>
                      <a:pt x="4729" y="17541"/>
                      <a:pt x="4606" y="17541"/>
                      <a:pt x="4479" y="17541"/>
                    </a:cubicBezTo>
                    <a:cubicBezTo>
                      <a:pt x="4479" y="17172"/>
                      <a:pt x="4479" y="16802"/>
                      <a:pt x="4479" y="16422"/>
                    </a:cubicBezTo>
                    <a:cubicBezTo>
                      <a:pt x="4356" y="16422"/>
                      <a:pt x="4232" y="16422"/>
                      <a:pt x="4105" y="16422"/>
                    </a:cubicBezTo>
                    <a:cubicBezTo>
                      <a:pt x="4105" y="15929"/>
                      <a:pt x="4105" y="15436"/>
                      <a:pt x="4105" y="14929"/>
                    </a:cubicBezTo>
                    <a:cubicBezTo>
                      <a:pt x="3982" y="14929"/>
                      <a:pt x="3859" y="14929"/>
                      <a:pt x="3732" y="14929"/>
                    </a:cubicBezTo>
                    <a:cubicBezTo>
                      <a:pt x="3732" y="14683"/>
                      <a:pt x="3732" y="14436"/>
                      <a:pt x="3732" y="14182"/>
                    </a:cubicBezTo>
                    <a:cubicBezTo>
                      <a:pt x="3609" y="14182"/>
                      <a:pt x="3486" y="14182"/>
                      <a:pt x="3359" y="14182"/>
                    </a:cubicBezTo>
                    <a:cubicBezTo>
                      <a:pt x="3359" y="14059"/>
                      <a:pt x="3359" y="13936"/>
                      <a:pt x="3359" y="13809"/>
                    </a:cubicBezTo>
                    <a:cubicBezTo>
                      <a:pt x="3236" y="13809"/>
                      <a:pt x="3113" y="13809"/>
                      <a:pt x="2986" y="13809"/>
                    </a:cubicBezTo>
                    <a:cubicBezTo>
                      <a:pt x="2986" y="13563"/>
                      <a:pt x="2986" y="13317"/>
                      <a:pt x="2986" y="13063"/>
                    </a:cubicBezTo>
                    <a:cubicBezTo>
                      <a:pt x="2863" y="13063"/>
                      <a:pt x="2739" y="13063"/>
                      <a:pt x="2613" y="13063"/>
                    </a:cubicBezTo>
                    <a:cubicBezTo>
                      <a:pt x="2613" y="12816"/>
                      <a:pt x="2613" y="12570"/>
                      <a:pt x="2613" y="12316"/>
                    </a:cubicBezTo>
                    <a:cubicBezTo>
                      <a:pt x="2489" y="12316"/>
                      <a:pt x="2366" y="12316"/>
                      <a:pt x="2239" y="12316"/>
                    </a:cubicBezTo>
                    <a:cubicBezTo>
                      <a:pt x="2239" y="12070"/>
                      <a:pt x="2239" y="11824"/>
                      <a:pt x="2239" y="11570"/>
                    </a:cubicBezTo>
                    <a:cubicBezTo>
                      <a:pt x="2116" y="11570"/>
                      <a:pt x="1993" y="11570"/>
                      <a:pt x="1866" y="11570"/>
                    </a:cubicBezTo>
                    <a:cubicBezTo>
                      <a:pt x="1866" y="11447"/>
                      <a:pt x="1866" y="11324"/>
                      <a:pt x="1866" y="11197"/>
                    </a:cubicBezTo>
                    <a:cubicBezTo>
                      <a:pt x="1743" y="11197"/>
                      <a:pt x="1620" y="11197"/>
                      <a:pt x="1493" y="11197"/>
                    </a:cubicBezTo>
                    <a:cubicBezTo>
                      <a:pt x="1493" y="11074"/>
                      <a:pt x="1493" y="10950"/>
                      <a:pt x="1493" y="10823"/>
                    </a:cubicBezTo>
                    <a:cubicBezTo>
                      <a:pt x="1370" y="10823"/>
                      <a:pt x="1247" y="10823"/>
                      <a:pt x="1120" y="10823"/>
                    </a:cubicBezTo>
                    <a:cubicBezTo>
                      <a:pt x="1120" y="10577"/>
                      <a:pt x="1120" y="10331"/>
                      <a:pt x="1120" y="10077"/>
                    </a:cubicBezTo>
                    <a:cubicBezTo>
                      <a:pt x="997" y="10077"/>
                      <a:pt x="873" y="10077"/>
                      <a:pt x="746" y="10077"/>
                    </a:cubicBezTo>
                    <a:cubicBezTo>
                      <a:pt x="746" y="9584"/>
                      <a:pt x="746" y="9092"/>
                      <a:pt x="746" y="8584"/>
                    </a:cubicBezTo>
                    <a:cubicBezTo>
                      <a:pt x="870" y="8584"/>
                      <a:pt x="993" y="8584"/>
                      <a:pt x="1120" y="8584"/>
                    </a:cubicBezTo>
                    <a:cubicBezTo>
                      <a:pt x="1120" y="7968"/>
                      <a:pt x="1120" y="7352"/>
                      <a:pt x="1120" y="6718"/>
                    </a:cubicBezTo>
                    <a:cubicBezTo>
                      <a:pt x="997" y="6718"/>
                      <a:pt x="873" y="6718"/>
                      <a:pt x="746" y="6718"/>
                    </a:cubicBezTo>
                    <a:cubicBezTo>
                      <a:pt x="746" y="6349"/>
                      <a:pt x="746" y="5979"/>
                      <a:pt x="746" y="5598"/>
                    </a:cubicBezTo>
                    <a:cubicBezTo>
                      <a:pt x="623" y="5598"/>
                      <a:pt x="500" y="5598"/>
                      <a:pt x="373" y="5598"/>
                    </a:cubicBezTo>
                    <a:cubicBezTo>
                      <a:pt x="373" y="5475"/>
                      <a:pt x="373" y="5352"/>
                      <a:pt x="373" y="5225"/>
                    </a:cubicBezTo>
                    <a:cubicBezTo>
                      <a:pt x="250" y="5225"/>
                      <a:pt x="127" y="5225"/>
                      <a:pt x="0" y="5225"/>
                    </a:cubicBezTo>
                    <a:cubicBezTo>
                      <a:pt x="0" y="4979"/>
                      <a:pt x="0" y="4732"/>
                      <a:pt x="0" y="4479"/>
                    </a:cubicBezTo>
                    <a:cubicBezTo>
                      <a:pt x="123" y="4479"/>
                      <a:pt x="246" y="4479"/>
                      <a:pt x="373" y="4479"/>
                    </a:cubicBezTo>
                    <a:cubicBezTo>
                      <a:pt x="373" y="4232"/>
                      <a:pt x="373" y="3986"/>
                      <a:pt x="373" y="3732"/>
                    </a:cubicBezTo>
                    <a:cubicBezTo>
                      <a:pt x="496" y="3732"/>
                      <a:pt x="620" y="3732"/>
                      <a:pt x="746" y="3732"/>
                    </a:cubicBezTo>
                    <a:cubicBezTo>
                      <a:pt x="746" y="3609"/>
                      <a:pt x="746" y="3486"/>
                      <a:pt x="746" y="3359"/>
                    </a:cubicBezTo>
                    <a:cubicBezTo>
                      <a:pt x="870" y="3359"/>
                      <a:pt x="993" y="3359"/>
                      <a:pt x="1120" y="3359"/>
                    </a:cubicBezTo>
                    <a:cubicBezTo>
                      <a:pt x="1120" y="3113"/>
                      <a:pt x="1120" y="2866"/>
                      <a:pt x="1120" y="2613"/>
                    </a:cubicBezTo>
                    <a:cubicBezTo>
                      <a:pt x="1243" y="2613"/>
                      <a:pt x="1366" y="2613"/>
                      <a:pt x="1493" y="2613"/>
                    </a:cubicBezTo>
                    <a:cubicBezTo>
                      <a:pt x="1493" y="2489"/>
                      <a:pt x="1493" y="2366"/>
                      <a:pt x="1493" y="2239"/>
                    </a:cubicBezTo>
                    <a:cubicBezTo>
                      <a:pt x="1616" y="2239"/>
                      <a:pt x="1739" y="2239"/>
                      <a:pt x="1866" y="2239"/>
                    </a:cubicBezTo>
                    <a:cubicBezTo>
                      <a:pt x="1866" y="1993"/>
                      <a:pt x="1866" y="1747"/>
                      <a:pt x="1866" y="1493"/>
                    </a:cubicBezTo>
                    <a:cubicBezTo>
                      <a:pt x="1989" y="1493"/>
                      <a:pt x="2112" y="1493"/>
                      <a:pt x="2239" y="1493"/>
                    </a:cubicBezTo>
                    <a:cubicBezTo>
                      <a:pt x="2239" y="1370"/>
                      <a:pt x="2239" y="1247"/>
                      <a:pt x="2239" y="1120"/>
                    </a:cubicBezTo>
                    <a:cubicBezTo>
                      <a:pt x="2362" y="1120"/>
                      <a:pt x="2486" y="1120"/>
                      <a:pt x="2613" y="1120"/>
                    </a:cubicBezTo>
                    <a:cubicBezTo>
                      <a:pt x="2613" y="997"/>
                      <a:pt x="2613" y="873"/>
                      <a:pt x="2613" y="746"/>
                    </a:cubicBezTo>
                    <a:cubicBezTo>
                      <a:pt x="2736" y="746"/>
                      <a:pt x="2859" y="746"/>
                      <a:pt x="2986" y="746"/>
                    </a:cubicBezTo>
                    <a:cubicBezTo>
                      <a:pt x="2986" y="623"/>
                      <a:pt x="2986" y="500"/>
                      <a:pt x="2986" y="373"/>
                    </a:cubicBezTo>
                    <a:cubicBezTo>
                      <a:pt x="3971" y="373"/>
                      <a:pt x="4956" y="373"/>
                      <a:pt x="5972" y="373"/>
                    </a:cubicBezTo>
                    <a:cubicBezTo>
                      <a:pt x="5972" y="250"/>
                      <a:pt x="5972" y="127"/>
                      <a:pt x="5972" y="0"/>
                    </a:cubicBezTo>
                    <a:close/>
                    <a:moveTo>
                      <a:pt x="8957" y="13809"/>
                    </a:moveTo>
                    <a:cubicBezTo>
                      <a:pt x="8957" y="13932"/>
                      <a:pt x="8957" y="14056"/>
                      <a:pt x="8957" y="14182"/>
                    </a:cubicBezTo>
                    <a:cubicBezTo>
                      <a:pt x="8834" y="14182"/>
                      <a:pt x="8711" y="14182"/>
                      <a:pt x="8584" y="14182"/>
                    </a:cubicBezTo>
                    <a:cubicBezTo>
                      <a:pt x="8584" y="14429"/>
                      <a:pt x="8584" y="14675"/>
                      <a:pt x="8584" y="14929"/>
                    </a:cubicBezTo>
                    <a:cubicBezTo>
                      <a:pt x="8461" y="14929"/>
                      <a:pt x="8338" y="14929"/>
                      <a:pt x="8211" y="14929"/>
                    </a:cubicBezTo>
                    <a:cubicBezTo>
                      <a:pt x="8211" y="15052"/>
                      <a:pt x="8211" y="15175"/>
                      <a:pt x="8211" y="15302"/>
                    </a:cubicBezTo>
                    <a:cubicBezTo>
                      <a:pt x="8088" y="15302"/>
                      <a:pt x="7965" y="15302"/>
                      <a:pt x="7838" y="15302"/>
                    </a:cubicBezTo>
                    <a:cubicBezTo>
                      <a:pt x="7838" y="15672"/>
                      <a:pt x="7838" y="16041"/>
                      <a:pt x="7838" y="16422"/>
                    </a:cubicBezTo>
                    <a:cubicBezTo>
                      <a:pt x="7715" y="16422"/>
                      <a:pt x="7591" y="16422"/>
                      <a:pt x="7464" y="16422"/>
                    </a:cubicBezTo>
                    <a:cubicBezTo>
                      <a:pt x="7464" y="16545"/>
                      <a:pt x="7464" y="16668"/>
                      <a:pt x="7464" y="16795"/>
                    </a:cubicBezTo>
                    <a:cubicBezTo>
                      <a:pt x="7341" y="16795"/>
                      <a:pt x="7218" y="16795"/>
                      <a:pt x="7091" y="16795"/>
                    </a:cubicBezTo>
                    <a:cubicBezTo>
                      <a:pt x="7091" y="17041"/>
                      <a:pt x="7091" y="17288"/>
                      <a:pt x="7091" y="17541"/>
                    </a:cubicBezTo>
                    <a:cubicBezTo>
                      <a:pt x="7214" y="17541"/>
                      <a:pt x="7338" y="17541"/>
                      <a:pt x="7464" y="17541"/>
                    </a:cubicBezTo>
                    <a:cubicBezTo>
                      <a:pt x="7464" y="17665"/>
                      <a:pt x="7464" y="17788"/>
                      <a:pt x="7464" y="17915"/>
                    </a:cubicBezTo>
                    <a:cubicBezTo>
                      <a:pt x="7957" y="17915"/>
                      <a:pt x="8450" y="17915"/>
                      <a:pt x="8957" y="17915"/>
                    </a:cubicBezTo>
                    <a:cubicBezTo>
                      <a:pt x="8957" y="17792"/>
                      <a:pt x="8957" y="17668"/>
                      <a:pt x="8957" y="17541"/>
                    </a:cubicBezTo>
                    <a:cubicBezTo>
                      <a:pt x="9081" y="17541"/>
                      <a:pt x="9204" y="17541"/>
                      <a:pt x="9331" y="17541"/>
                    </a:cubicBezTo>
                    <a:cubicBezTo>
                      <a:pt x="9331" y="17418"/>
                      <a:pt x="9331" y="17295"/>
                      <a:pt x="9331" y="17168"/>
                    </a:cubicBezTo>
                    <a:cubicBezTo>
                      <a:pt x="9454" y="17168"/>
                      <a:pt x="9577" y="17168"/>
                      <a:pt x="9704" y="17168"/>
                    </a:cubicBezTo>
                    <a:cubicBezTo>
                      <a:pt x="9704" y="17045"/>
                      <a:pt x="9704" y="16922"/>
                      <a:pt x="9704" y="16795"/>
                    </a:cubicBezTo>
                    <a:cubicBezTo>
                      <a:pt x="9827" y="16795"/>
                      <a:pt x="9950" y="16795"/>
                      <a:pt x="10077" y="16795"/>
                    </a:cubicBezTo>
                    <a:cubicBezTo>
                      <a:pt x="10077" y="16672"/>
                      <a:pt x="10077" y="16549"/>
                      <a:pt x="10077" y="16422"/>
                    </a:cubicBezTo>
                    <a:cubicBezTo>
                      <a:pt x="10200" y="16422"/>
                      <a:pt x="10323" y="16422"/>
                      <a:pt x="10450" y="16422"/>
                    </a:cubicBezTo>
                    <a:cubicBezTo>
                      <a:pt x="10450" y="16175"/>
                      <a:pt x="10450" y="15929"/>
                      <a:pt x="10450" y="15675"/>
                    </a:cubicBezTo>
                    <a:cubicBezTo>
                      <a:pt x="10573" y="15675"/>
                      <a:pt x="10697" y="15675"/>
                      <a:pt x="10823" y="15675"/>
                    </a:cubicBezTo>
                    <a:cubicBezTo>
                      <a:pt x="10823" y="15306"/>
                      <a:pt x="10823" y="14936"/>
                      <a:pt x="10823" y="14556"/>
                    </a:cubicBezTo>
                    <a:cubicBezTo>
                      <a:pt x="10700" y="14556"/>
                      <a:pt x="10577" y="14556"/>
                      <a:pt x="10450" y="14556"/>
                    </a:cubicBezTo>
                    <a:cubicBezTo>
                      <a:pt x="10450" y="14433"/>
                      <a:pt x="10450" y="14309"/>
                      <a:pt x="10450" y="14182"/>
                    </a:cubicBezTo>
                    <a:cubicBezTo>
                      <a:pt x="10327" y="14182"/>
                      <a:pt x="10204" y="14182"/>
                      <a:pt x="10077" y="14182"/>
                    </a:cubicBezTo>
                    <a:cubicBezTo>
                      <a:pt x="10077" y="14059"/>
                      <a:pt x="10077" y="13936"/>
                      <a:pt x="10077" y="13809"/>
                    </a:cubicBezTo>
                    <a:cubicBezTo>
                      <a:pt x="9708" y="13809"/>
                      <a:pt x="9338" y="13809"/>
                      <a:pt x="8957" y="13809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390" name="ICON_EEG_HEAD_path_005"/>
              <p:cNvSpPr/>
              <p:nvPr/>
            </p:nvSpPr>
            <p:spPr>
              <a:xfrm>
                <a:off x="418468" y="951677"/>
                <a:ext cx="308095" cy="270773"/>
              </a:xfrm>
              <a:custGeom>
                <a:avLst/>
                <a:gdLst/>
                <a:ahLst/>
                <a:cxnLst/>
                <a:rect l="0" t="0" r="r" b="b"/>
                <a:pathLst>
                  <a:path w="24259" h="21321" fill="norm" stroke="0">
                    <a:moveTo>
                      <a:pt x="23513" y="47"/>
                    </a:moveTo>
                    <a:cubicBezTo>
                      <a:pt x="23513" y="170"/>
                      <a:pt x="23513" y="293"/>
                      <a:pt x="23513" y="420"/>
                    </a:cubicBezTo>
                    <a:cubicBezTo>
                      <a:pt x="23636" y="420"/>
                      <a:pt x="23759" y="420"/>
                      <a:pt x="23886" y="420"/>
                    </a:cubicBezTo>
                    <a:cubicBezTo>
                      <a:pt x="23886" y="667"/>
                      <a:pt x="23886" y="913"/>
                      <a:pt x="23886" y="1167"/>
                    </a:cubicBezTo>
                    <a:cubicBezTo>
                      <a:pt x="24009" y="1167"/>
                      <a:pt x="24133" y="1167"/>
                      <a:pt x="24259" y="1167"/>
                    </a:cubicBezTo>
                    <a:cubicBezTo>
                      <a:pt x="24259" y="1536"/>
                      <a:pt x="24259" y="1906"/>
                      <a:pt x="24259" y="2286"/>
                    </a:cubicBezTo>
                    <a:cubicBezTo>
                      <a:pt x="24136" y="2286"/>
                      <a:pt x="24013" y="2286"/>
                      <a:pt x="23886" y="2286"/>
                    </a:cubicBezTo>
                    <a:cubicBezTo>
                      <a:pt x="23886" y="2410"/>
                      <a:pt x="23886" y="2533"/>
                      <a:pt x="23886" y="2660"/>
                    </a:cubicBezTo>
                    <a:cubicBezTo>
                      <a:pt x="23763" y="2660"/>
                      <a:pt x="23640" y="2660"/>
                      <a:pt x="23513" y="2660"/>
                    </a:cubicBezTo>
                    <a:cubicBezTo>
                      <a:pt x="23513" y="2783"/>
                      <a:pt x="23513" y="2906"/>
                      <a:pt x="23513" y="3033"/>
                    </a:cubicBezTo>
                    <a:cubicBezTo>
                      <a:pt x="23390" y="3033"/>
                      <a:pt x="23267" y="3033"/>
                      <a:pt x="23140" y="3033"/>
                    </a:cubicBezTo>
                    <a:cubicBezTo>
                      <a:pt x="23140" y="3279"/>
                      <a:pt x="23140" y="3525"/>
                      <a:pt x="23140" y="3779"/>
                    </a:cubicBezTo>
                    <a:cubicBezTo>
                      <a:pt x="23017" y="3779"/>
                      <a:pt x="22893" y="3779"/>
                      <a:pt x="22767" y="3779"/>
                    </a:cubicBezTo>
                    <a:cubicBezTo>
                      <a:pt x="22767" y="3902"/>
                      <a:pt x="22767" y="4026"/>
                      <a:pt x="22767" y="4152"/>
                    </a:cubicBezTo>
                    <a:cubicBezTo>
                      <a:pt x="22643" y="4152"/>
                      <a:pt x="22520" y="4152"/>
                      <a:pt x="22393" y="4152"/>
                    </a:cubicBezTo>
                    <a:cubicBezTo>
                      <a:pt x="22393" y="4399"/>
                      <a:pt x="22393" y="4645"/>
                      <a:pt x="22393" y="4899"/>
                    </a:cubicBezTo>
                    <a:cubicBezTo>
                      <a:pt x="22270" y="4899"/>
                      <a:pt x="22147" y="4899"/>
                      <a:pt x="22020" y="4899"/>
                    </a:cubicBezTo>
                    <a:cubicBezTo>
                      <a:pt x="22020" y="5022"/>
                      <a:pt x="22020" y="5145"/>
                      <a:pt x="22020" y="5272"/>
                    </a:cubicBezTo>
                    <a:cubicBezTo>
                      <a:pt x="21897" y="5272"/>
                      <a:pt x="21774" y="5272"/>
                      <a:pt x="21647" y="5272"/>
                    </a:cubicBezTo>
                    <a:cubicBezTo>
                      <a:pt x="21647" y="5518"/>
                      <a:pt x="21647" y="5765"/>
                      <a:pt x="21647" y="6019"/>
                    </a:cubicBezTo>
                    <a:cubicBezTo>
                      <a:pt x="21524" y="6019"/>
                      <a:pt x="21401" y="6019"/>
                      <a:pt x="21274" y="6019"/>
                    </a:cubicBezTo>
                    <a:cubicBezTo>
                      <a:pt x="21274" y="6142"/>
                      <a:pt x="21274" y="6265"/>
                      <a:pt x="21274" y="6392"/>
                    </a:cubicBezTo>
                    <a:cubicBezTo>
                      <a:pt x="21151" y="6392"/>
                      <a:pt x="21027" y="6392"/>
                      <a:pt x="20900" y="6392"/>
                    </a:cubicBezTo>
                    <a:cubicBezTo>
                      <a:pt x="20900" y="6515"/>
                      <a:pt x="20900" y="6638"/>
                      <a:pt x="20900" y="6765"/>
                    </a:cubicBezTo>
                    <a:cubicBezTo>
                      <a:pt x="20654" y="6765"/>
                      <a:pt x="20408" y="6765"/>
                      <a:pt x="20154" y="6765"/>
                    </a:cubicBezTo>
                    <a:cubicBezTo>
                      <a:pt x="20154" y="6642"/>
                      <a:pt x="20154" y="6519"/>
                      <a:pt x="20154" y="6392"/>
                    </a:cubicBezTo>
                    <a:cubicBezTo>
                      <a:pt x="19908" y="6392"/>
                      <a:pt x="19661" y="6392"/>
                      <a:pt x="19408" y="6392"/>
                    </a:cubicBezTo>
                    <a:cubicBezTo>
                      <a:pt x="19408" y="6515"/>
                      <a:pt x="19408" y="6638"/>
                      <a:pt x="19408" y="6765"/>
                    </a:cubicBezTo>
                    <a:cubicBezTo>
                      <a:pt x="19360" y="6770"/>
                      <a:pt x="19312" y="6774"/>
                      <a:pt x="19262" y="6779"/>
                    </a:cubicBezTo>
                    <a:cubicBezTo>
                      <a:pt x="19042" y="6801"/>
                      <a:pt x="18823" y="6824"/>
                      <a:pt x="18603" y="6847"/>
                    </a:cubicBezTo>
                    <a:cubicBezTo>
                      <a:pt x="18527" y="6854"/>
                      <a:pt x="18452" y="6861"/>
                      <a:pt x="18374" y="6869"/>
                    </a:cubicBezTo>
                    <a:cubicBezTo>
                      <a:pt x="17947" y="6914"/>
                      <a:pt x="17570" y="6984"/>
                      <a:pt x="17168" y="7138"/>
                    </a:cubicBezTo>
                    <a:cubicBezTo>
                      <a:pt x="17168" y="7261"/>
                      <a:pt x="17168" y="7385"/>
                      <a:pt x="17168" y="7511"/>
                    </a:cubicBezTo>
                    <a:cubicBezTo>
                      <a:pt x="17045" y="7511"/>
                      <a:pt x="16922" y="7511"/>
                      <a:pt x="16795" y="7511"/>
                    </a:cubicBezTo>
                    <a:cubicBezTo>
                      <a:pt x="16795" y="7635"/>
                      <a:pt x="16795" y="7758"/>
                      <a:pt x="16795" y="7885"/>
                    </a:cubicBezTo>
                    <a:cubicBezTo>
                      <a:pt x="16672" y="7885"/>
                      <a:pt x="16549" y="7885"/>
                      <a:pt x="16422" y="7885"/>
                    </a:cubicBezTo>
                    <a:cubicBezTo>
                      <a:pt x="16422" y="8008"/>
                      <a:pt x="16422" y="8131"/>
                      <a:pt x="16422" y="8258"/>
                    </a:cubicBezTo>
                    <a:cubicBezTo>
                      <a:pt x="16299" y="8258"/>
                      <a:pt x="16175" y="8258"/>
                      <a:pt x="16049" y="8258"/>
                    </a:cubicBezTo>
                    <a:cubicBezTo>
                      <a:pt x="16049" y="8381"/>
                      <a:pt x="16049" y="8504"/>
                      <a:pt x="16049" y="8631"/>
                    </a:cubicBezTo>
                    <a:cubicBezTo>
                      <a:pt x="15925" y="8631"/>
                      <a:pt x="15802" y="8631"/>
                      <a:pt x="15675" y="8631"/>
                    </a:cubicBezTo>
                    <a:cubicBezTo>
                      <a:pt x="15675" y="8877"/>
                      <a:pt x="15675" y="9124"/>
                      <a:pt x="15675" y="9378"/>
                    </a:cubicBezTo>
                    <a:cubicBezTo>
                      <a:pt x="15552" y="9378"/>
                      <a:pt x="15429" y="9378"/>
                      <a:pt x="15302" y="9378"/>
                    </a:cubicBezTo>
                    <a:cubicBezTo>
                      <a:pt x="15315" y="9872"/>
                      <a:pt x="15331" y="10367"/>
                      <a:pt x="15351" y="10862"/>
                    </a:cubicBezTo>
                    <a:cubicBezTo>
                      <a:pt x="15357" y="11030"/>
                      <a:pt x="15363" y="11198"/>
                      <a:pt x="15367" y="11366"/>
                    </a:cubicBezTo>
                    <a:cubicBezTo>
                      <a:pt x="15373" y="11609"/>
                      <a:pt x="15383" y="11851"/>
                      <a:pt x="15393" y="12093"/>
                    </a:cubicBezTo>
                    <a:cubicBezTo>
                      <a:pt x="15395" y="12168"/>
                      <a:pt x="15396" y="12242"/>
                      <a:pt x="15397" y="12319"/>
                    </a:cubicBezTo>
                    <a:cubicBezTo>
                      <a:pt x="15418" y="12731"/>
                      <a:pt x="15469" y="12944"/>
                      <a:pt x="15775" y="13232"/>
                    </a:cubicBezTo>
                    <a:cubicBezTo>
                      <a:pt x="15826" y="13272"/>
                      <a:pt x="15877" y="13312"/>
                      <a:pt x="15930" y="13353"/>
                    </a:cubicBezTo>
                    <a:cubicBezTo>
                      <a:pt x="16049" y="13483"/>
                      <a:pt x="16049" y="13483"/>
                      <a:pt x="16066" y="13685"/>
                    </a:cubicBezTo>
                    <a:cubicBezTo>
                      <a:pt x="16060" y="13742"/>
                      <a:pt x="16054" y="13798"/>
                      <a:pt x="16049" y="13856"/>
                    </a:cubicBezTo>
                    <a:cubicBezTo>
                      <a:pt x="16172" y="13856"/>
                      <a:pt x="16295" y="13856"/>
                      <a:pt x="16422" y="13856"/>
                    </a:cubicBezTo>
                    <a:cubicBezTo>
                      <a:pt x="16327" y="14367"/>
                      <a:pt x="16228" y="14861"/>
                      <a:pt x="16049" y="15349"/>
                    </a:cubicBezTo>
                    <a:cubicBezTo>
                      <a:pt x="15925" y="15349"/>
                      <a:pt x="15802" y="15349"/>
                      <a:pt x="15675" y="15349"/>
                    </a:cubicBezTo>
                    <a:cubicBezTo>
                      <a:pt x="15675" y="15595"/>
                      <a:pt x="15675" y="15842"/>
                      <a:pt x="15675" y="16096"/>
                    </a:cubicBezTo>
                    <a:cubicBezTo>
                      <a:pt x="15552" y="16096"/>
                      <a:pt x="15429" y="16096"/>
                      <a:pt x="15302" y="16096"/>
                    </a:cubicBezTo>
                    <a:cubicBezTo>
                      <a:pt x="15291" y="16156"/>
                      <a:pt x="15280" y="16217"/>
                      <a:pt x="15268" y="16280"/>
                    </a:cubicBezTo>
                    <a:cubicBezTo>
                      <a:pt x="15182" y="16730"/>
                      <a:pt x="15087" y="17159"/>
                      <a:pt x="14929" y="17588"/>
                    </a:cubicBezTo>
                    <a:cubicBezTo>
                      <a:pt x="14806" y="17588"/>
                      <a:pt x="14683" y="17588"/>
                      <a:pt x="14556" y="17588"/>
                    </a:cubicBezTo>
                    <a:cubicBezTo>
                      <a:pt x="14556" y="17835"/>
                      <a:pt x="14556" y="18081"/>
                      <a:pt x="14556" y="18335"/>
                    </a:cubicBezTo>
                    <a:cubicBezTo>
                      <a:pt x="14433" y="18335"/>
                      <a:pt x="14309" y="18335"/>
                      <a:pt x="14182" y="18335"/>
                    </a:cubicBezTo>
                    <a:cubicBezTo>
                      <a:pt x="14182" y="18581"/>
                      <a:pt x="14182" y="18828"/>
                      <a:pt x="14182" y="19081"/>
                    </a:cubicBezTo>
                    <a:cubicBezTo>
                      <a:pt x="14059" y="19081"/>
                      <a:pt x="13936" y="19081"/>
                      <a:pt x="13809" y="19081"/>
                    </a:cubicBezTo>
                    <a:cubicBezTo>
                      <a:pt x="13809" y="19328"/>
                      <a:pt x="13809" y="19574"/>
                      <a:pt x="13809" y="19828"/>
                    </a:cubicBezTo>
                    <a:cubicBezTo>
                      <a:pt x="13686" y="19828"/>
                      <a:pt x="13563" y="19828"/>
                      <a:pt x="13436" y="19828"/>
                    </a:cubicBezTo>
                    <a:cubicBezTo>
                      <a:pt x="13436" y="20074"/>
                      <a:pt x="13436" y="20320"/>
                      <a:pt x="13436" y="20574"/>
                    </a:cubicBezTo>
                    <a:cubicBezTo>
                      <a:pt x="13313" y="20574"/>
                      <a:pt x="13190" y="20574"/>
                      <a:pt x="13063" y="20574"/>
                    </a:cubicBezTo>
                    <a:cubicBezTo>
                      <a:pt x="13063" y="20821"/>
                      <a:pt x="13063" y="21067"/>
                      <a:pt x="13063" y="21321"/>
                    </a:cubicBezTo>
                    <a:cubicBezTo>
                      <a:pt x="12816" y="21321"/>
                      <a:pt x="12570" y="21321"/>
                      <a:pt x="12316" y="21321"/>
                    </a:cubicBezTo>
                    <a:cubicBezTo>
                      <a:pt x="12316" y="21198"/>
                      <a:pt x="12316" y="21074"/>
                      <a:pt x="12316" y="20948"/>
                    </a:cubicBezTo>
                    <a:cubicBezTo>
                      <a:pt x="11824" y="20948"/>
                      <a:pt x="11331" y="20948"/>
                      <a:pt x="10823" y="20948"/>
                    </a:cubicBezTo>
                    <a:cubicBezTo>
                      <a:pt x="10823" y="20824"/>
                      <a:pt x="10823" y="20701"/>
                      <a:pt x="10823" y="20574"/>
                    </a:cubicBezTo>
                    <a:cubicBezTo>
                      <a:pt x="10331" y="20574"/>
                      <a:pt x="9838" y="20574"/>
                      <a:pt x="9331" y="20574"/>
                    </a:cubicBezTo>
                    <a:cubicBezTo>
                      <a:pt x="9331" y="20451"/>
                      <a:pt x="9331" y="20328"/>
                      <a:pt x="9331" y="20201"/>
                    </a:cubicBezTo>
                    <a:cubicBezTo>
                      <a:pt x="6744" y="20201"/>
                      <a:pt x="4158" y="20201"/>
                      <a:pt x="1493" y="20201"/>
                    </a:cubicBezTo>
                    <a:cubicBezTo>
                      <a:pt x="1493" y="20324"/>
                      <a:pt x="1493" y="20447"/>
                      <a:pt x="1493" y="20574"/>
                    </a:cubicBezTo>
                    <a:cubicBezTo>
                      <a:pt x="1000" y="20574"/>
                      <a:pt x="508" y="20574"/>
                      <a:pt x="0" y="20574"/>
                    </a:cubicBezTo>
                    <a:cubicBezTo>
                      <a:pt x="0" y="20082"/>
                      <a:pt x="0" y="19589"/>
                      <a:pt x="0" y="19081"/>
                    </a:cubicBezTo>
                    <a:cubicBezTo>
                      <a:pt x="123" y="19081"/>
                      <a:pt x="246" y="19081"/>
                      <a:pt x="373" y="19081"/>
                    </a:cubicBezTo>
                    <a:cubicBezTo>
                      <a:pt x="373" y="18712"/>
                      <a:pt x="373" y="18342"/>
                      <a:pt x="373" y="17962"/>
                    </a:cubicBezTo>
                    <a:cubicBezTo>
                      <a:pt x="496" y="17962"/>
                      <a:pt x="620" y="17962"/>
                      <a:pt x="746" y="17962"/>
                    </a:cubicBezTo>
                    <a:cubicBezTo>
                      <a:pt x="746" y="17839"/>
                      <a:pt x="746" y="17715"/>
                      <a:pt x="746" y="17588"/>
                    </a:cubicBezTo>
                    <a:cubicBezTo>
                      <a:pt x="870" y="17588"/>
                      <a:pt x="993" y="17588"/>
                      <a:pt x="1120" y="17588"/>
                    </a:cubicBezTo>
                    <a:cubicBezTo>
                      <a:pt x="1120" y="17342"/>
                      <a:pt x="1120" y="17096"/>
                      <a:pt x="1120" y="16842"/>
                    </a:cubicBezTo>
                    <a:cubicBezTo>
                      <a:pt x="1243" y="16842"/>
                      <a:pt x="1366" y="16842"/>
                      <a:pt x="1493" y="16842"/>
                    </a:cubicBezTo>
                    <a:cubicBezTo>
                      <a:pt x="1493" y="16596"/>
                      <a:pt x="1493" y="16349"/>
                      <a:pt x="1493" y="16096"/>
                    </a:cubicBezTo>
                    <a:cubicBezTo>
                      <a:pt x="1616" y="16096"/>
                      <a:pt x="1739" y="16096"/>
                      <a:pt x="1866" y="16096"/>
                    </a:cubicBezTo>
                    <a:cubicBezTo>
                      <a:pt x="1866" y="15849"/>
                      <a:pt x="1866" y="15603"/>
                      <a:pt x="1866" y="15349"/>
                    </a:cubicBezTo>
                    <a:cubicBezTo>
                      <a:pt x="1989" y="15349"/>
                      <a:pt x="2112" y="15349"/>
                      <a:pt x="2239" y="15349"/>
                    </a:cubicBezTo>
                    <a:cubicBezTo>
                      <a:pt x="2239" y="14980"/>
                      <a:pt x="2239" y="14610"/>
                      <a:pt x="2239" y="14229"/>
                    </a:cubicBezTo>
                    <a:cubicBezTo>
                      <a:pt x="2362" y="14229"/>
                      <a:pt x="2486" y="14229"/>
                      <a:pt x="2613" y="14229"/>
                    </a:cubicBezTo>
                    <a:cubicBezTo>
                      <a:pt x="2613" y="14106"/>
                      <a:pt x="2613" y="13983"/>
                      <a:pt x="2613" y="13856"/>
                    </a:cubicBezTo>
                    <a:cubicBezTo>
                      <a:pt x="2736" y="13856"/>
                      <a:pt x="2859" y="13856"/>
                      <a:pt x="2986" y="13856"/>
                    </a:cubicBezTo>
                    <a:cubicBezTo>
                      <a:pt x="2986" y="13610"/>
                      <a:pt x="2986" y="13364"/>
                      <a:pt x="2986" y="13110"/>
                    </a:cubicBezTo>
                    <a:cubicBezTo>
                      <a:pt x="3109" y="13110"/>
                      <a:pt x="3232" y="13110"/>
                      <a:pt x="3359" y="13110"/>
                    </a:cubicBezTo>
                    <a:cubicBezTo>
                      <a:pt x="3359" y="12987"/>
                      <a:pt x="3359" y="12863"/>
                      <a:pt x="3359" y="12737"/>
                    </a:cubicBezTo>
                    <a:cubicBezTo>
                      <a:pt x="3482" y="12737"/>
                      <a:pt x="3605" y="12737"/>
                      <a:pt x="3732" y="12737"/>
                    </a:cubicBezTo>
                    <a:cubicBezTo>
                      <a:pt x="3732" y="12490"/>
                      <a:pt x="3732" y="12244"/>
                      <a:pt x="3732" y="11990"/>
                    </a:cubicBezTo>
                    <a:cubicBezTo>
                      <a:pt x="3855" y="11990"/>
                      <a:pt x="3979" y="11990"/>
                      <a:pt x="4105" y="11990"/>
                    </a:cubicBezTo>
                    <a:cubicBezTo>
                      <a:pt x="4105" y="11867"/>
                      <a:pt x="4105" y="11744"/>
                      <a:pt x="4105" y="11617"/>
                    </a:cubicBezTo>
                    <a:cubicBezTo>
                      <a:pt x="4229" y="11617"/>
                      <a:pt x="4352" y="11617"/>
                      <a:pt x="4479" y="11617"/>
                    </a:cubicBezTo>
                    <a:cubicBezTo>
                      <a:pt x="4479" y="11494"/>
                      <a:pt x="4479" y="11371"/>
                      <a:pt x="4479" y="11244"/>
                    </a:cubicBezTo>
                    <a:cubicBezTo>
                      <a:pt x="4602" y="11244"/>
                      <a:pt x="4725" y="11244"/>
                      <a:pt x="4852" y="11244"/>
                    </a:cubicBezTo>
                    <a:cubicBezTo>
                      <a:pt x="4852" y="11121"/>
                      <a:pt x="4852" y="10997"/>
                      <a:pt x="4852" y="10870"/>
                    </a:cubicBezTo>
                    <a:cubicBezTo>
                      <a:pt x="4975" y="10870"/>
                      <a:pt x="5098" y="10870"/>
                      <a:pt x="5225" y="10870"/>
                    </a:cubicBezTo>
                    <a:cubicBezTo>
                      <a:pt x="5225" y="10747"/>
                      <a:pt x="5225" y="10624"/>
                      <a:pt x="5225" y="10497"/>
                    </a:cubicBezTo>
                    <a:cubicBezTo>
                      <a:pt x="5718" y="10497"/>
                      <a:pt x="6210" y="10497"/>
                      <a:pt x="6718" y="10497"/>
                    </a:cubicBezTo>
                    <a:cubicBezTo>
                      <a:pt x="6718" y="10620"/>
                      <a:pt x="6718" y="10744"/>
                      <a:pt x="6718" y="10870"/>
                    </a:cubicBezTo>
                    <a:cubicBezTo>
                      <a:pt x="7826" y="10870"/>
                      <a:pt x="8935" y="10870"/>
                      <a:pt x="10077" y="10870"/>
                    </a:cubicBezTo>
                    <a:cubicBezTo>
                      <a:pt x="10077" y="10747"/>
                      <a:pt x="10077" y="10624"/>
                      <a:pt x="10077" y="10497"/>
                    </a:cubicBezTo>
                    <a:cubicBezTo>
                      <a:pt x="10323" y="10497"/>
                      <a:pt x="10570" y="10497"/>
                      <a:pt x="10823" y="10497"/>
                    </a:cubicBezTo>
                    <a:cubicBezTo>
                      <a:pt x="10823" y="10374"/>
                      <a:pt x="10823" y="10251"/>
                      <a:pt x="10823" y="10124"/>
                    </a:cubicBezTo>
                    <a:cubicBezTo>
                      <a:pt x="10947" y="10124"/>
                      <a:pt x="11070" y="10124"/>
                      <a:pt x="11197" y="10124"/>
                    </a:cubicBezTo>
                    <a:cubicBezTo>
                      <a:pt x="11197" y="10001"/>
                      <a:pt x="11197" y="9878"/>
                      <a:pt x="11197" y="9751"/>
                    </a:cubicBezTo>
                    <a:cubicBezTo>
                      <a:pt x="11320" y="9751"/>
                      <a:pt x="11443" y="9751"/>
                      <a:pt x="11570" y="9751"/>
                    </a:cubicBezTo>
                    <a:cubicBezTo>
                      <a:pt x="11570" y="9504"/>
                      <a:pt x="11570" y="9258"/>
                      <a:pt x="11570" y="9004"/>
                    </a:cubicBezTo>
                    <a:cubicBezTo>
                      <a:pt x="11693" y="9004"/>
                      <a:pt x="11816" y="9004"/>
                      <a:pt x="11943" y="9004"/>
                    </a:cubicBezTo>
                    <a:cubicBezTo>
                      <a:pt x="11943" y="8881"/>
                      <a:pt x="11943" y="8758"/>
                      <a:pt x="11943" y="8631"/>
                    </a:cubicBezTo>
                    <a:cubicBezTo>
                      <a:pt x="12066" y="8631"/>
                      <a:pt x="12189" y="8631"/>
                      <a:pt x="12316" y="8631"/>
                    </a:cubicBezTo>
                    <a:cubicBezTo>
                      <a:pt x="12316" y="8262"/>
                      <a:pt x="12316" y="7892"/>
                      <a:pt x="12316" y="7511"/>
                    </a:cubicBezTo>
                    <a:cubicBezTo>
                      <a:pt x="12440" y="7511"/>
                      <a:pt x="12563" y="7511"/>
                      <a:pt x="12690" y="7511"/>
                    </a:cubicBezTo>
                    <a:cubicBezTo>
                      <a:pt x="12690" y="7019"/>
                      <a:pt x="12690" y="6526"/>
                      <a:pt x="12690" y="6019"/>
                    </a:cubicBezTo>
                    <a:cubicBezTo>
                      <a:pt x="12566" y="6019"/>
                      <a:pt x="12443" y="6019"/>
                      <a:pt x="12316" y="6019"/>
                    </a:cubicBezTo>
                    <a:cubicBezTo>
                      <a:pt x="12316" y="5403"/>
                      <a:pt x="12316" y="4787"/>
                      <a:pt x="12316" y="4152"/>
                    </a:cubicBezTo>
                    <a:cubicBezTo>
                      <a:pt x="12563" y="4152"/>
                      <a:pt x="12809" y="4152"/>
                      <a:pt x="13063" y="4152"/>
                    </a:cubicBezTo>
                    <a:cubicBezTo>
                      <a:pt x="13063" y="4029"/>
                      <a:pt x="13063" y="3906"/>
                      <a:pt x="13063" y="3779"/>
                    </a:cubicBezTo>
                    <a:cubicBezTo>
                      <a:pt x="13309" y="3779"/>
                      <a:pt x="13555" y="3779"/>
                      <a:pt x="13809" y="3779"/>
                    </a:cubicBezTo>
                    <a:cubicBezTo>
                      <a:pt x="13809" y="3656"/>
                      <a:pt x="13809" y="3533"/>
                      <a:pt x="13809" y="3406"/>
                    </a:cubicBezTo>
                    <a:cubicBezTo>
                      <a:pt x="14056" y="3406"/>
                      <a:pt x="14302" y="3406"/>
                      <a:pt x="14556" y="3406"/>
                    </a:cubicBezTo>
                    <a:cubicBezTo>
                      <a:pt x="14556" y="3283"/>
                      <a:pt x="14556" y="3160"/>
                      <a:pt x="14556" y="3033"/>
                    </a:cubicBezTo>
                    <a:cubicBezTo>
                      <a:pt x="14802" y="3033"/>
                      <a:pt x="15048" y="3033"/>
                      <a:pt x="15302" y="3033"/>
                    </a:cubicBezTo>
                    <a:cubicBezTo>
                      <a:pt x="15302" y="2910"/>
                      <a:pt x="15302" y="2786"/>
                      <a:pt x="15302" y="2660"/>
                    </a:cubicBezTo>
                    <a:cubicBezTo>
                      <a:pt x="15548" y="2660"/>
                      <a:pt x="15795" y="2660"/>
                      <a:pt x="16049" y="2660"/>
                    </a:cubicBezTo>
                    <a:cubicBezTo>
                      <a:pt x="16049" y="2536"/>
                      <a:pt x="16049" y="2413"/>
                      <a:pt x="16049" y="2286"/>
                    </a:cubicBezTo>
                    <a:cubicBezTo>
                      <a:pt x="16295" y="2286"/>
                      <a:pt x="16541" y="2286"/>
                      <a:pt x="16795" y="2286"/>
                    </a:cubicBezTo>
                    <a:cubicBezTo>
                      <a:pt x="16795" y="2163"/>
                      <a:pt x="16795" y="2040"/>
                      <a:pt x="16795" y="1913"/>
                    </a:cubicBezTo>
                    <a:cubicBezTo>
                      <a:pt x="17165" y="1913"/>
                      <a:pt x="17534" y="1913"/>
                      <a:pt x="17915" y="1913"/>
                    </a:cubicBezTo>
                    <a:cubicBezTo>
                      <a:pt x="17915" y="1790"/>
                      <a:pt x="17915" y="1667"/>
                      <a:pt x="17915" y="1540"/>
                    </a:cubicBezTo>
                    <a:cubicBezTo>
                      <a:pt x="18161" y="1540"/>
                      <a:pt x="18407" y="1540"/>
                      <a:pt x="18661" y="1540"/>
                    </a:cubicBezTo>
                    <a:cubicBezTo>
                      <a:pt x="18661" y="1417"/>
                      <a:pt x="18661" y="1294"/>
                      <a:pt x="18661" y="1167"/>
                    </a:cubicBezTo>
                    <a:cubicBezTo>
                      <a:pt x="19031" y="1167"/>
                      <a:pt x="19400" y="1167"/>
                      <a:pt x="19781" y="1167"/>
                    </a:cubicBezTo>
                    <a:cubicBezTo>
                      <a:pt x="19781" y="1044"/>
                      <a:pt x="19781" y="920"/>
                      <a:pt x="19781" y="793"/>
                    </a:cubicBezTo>
                    <a:cubicBezTo>
                      <a:pt x="20150" y="793"/>
                      <a:pt x="20520" y="793"/>
                      <a:pt x="20900" y="793"/>
                    </a:cubicBezTo>
                    <a:cubicBezTo>
                      <a:pt x="20900" y="670"/>
                      <a:pt x="20900" y="547"/>
                      <a:pt x="20900" y="420"/>
                    </a:cubicBezTo>
                    <a:cubicBezTo>
                      <a:pt x="21780" y="47"/>
                      <a:pt x="22564" y="0"/>
                      <a:pt x="23513" y="47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391" name="ICON_EEG_HEAD_path_006"/>
              <p:cNvSpPr/>
              <p:nvPr/>
            </p:nvSpPr>
            <p:spPr>
              <a:xfrm>
                <a:off x="446908" y="1374128"/>
                <a:ext cx="109018" cy="37919"/>
              </a:xfrm>
              <a:custGeom>
                <a:avLst/>
                <a:gdLst/>
                <a:ahLst/>
                <a:cxnLst/>
                <a:rect l="0" t="0" r="r" b="b"/>
                <a:pathLst>
                  <a:path w="8584" h="2986" fill="norm" stroke="0">
                    <a:moveTo>
                      <a:pt x="373" y="0"/>
                    </a:moveTo>
                    <a:cubicBezTo>
                      <a:pt x="989" y="0"/>
                      <a:pt x="1605" y="0"/>
                      <a:pt x="2239" y="0"/>
                    </a:cubicBezTo>
                    <a:cubicBezTo>
                      <a:pt x="2239" y="123"/>
                      <a:pt x="2239" y="246"/>
                      <a:pt x="2239" y="373"/>
                    </a:cubicBezTo>
                    <a:cubicBezTo>
                      <a:pt x="2363" y="373"/>
                      <a:pt x="2486" y="373"/>
                      <a:pt x="2613" y="373"/>
                    </a:cubicBezTo>
                    <a:cubicBezTo>
                      <a:pt x="2613" y="496"/>
                      <a:pt x="2613" y="620"/>
                      <a:pt x="2613" y="746"/>
                    </a:cubicBezTo>
                    <a:cubicBezTo>
                      <a:pt x="2982" y="746"/>
                      <a:pt x="3352" y="746"/>
                      <a:pt x="3732" y="746"/>
                    </a:cubicBezTo>
                    <a:cubicBezTo>
                      <a:pt x="3732" y="870"/>
                      <a:pt x="3732" y="993"/>
                      <a:pt x="3732" y="1120"/>
                    </a:cubicBezTo>
                    <a:cubicBezTo>
                      <a:pt x="4102" y="1120"/>
                      <a:pt x="4471" y="1120"/>
                      <a:pt x="4852" y="1120"/>
                    </a:cubicBezTo>
                    <a:cubicBezTo>
                      <a:pt x="4852" y="997"/>
                      <a:pt x="4852" y="873"/>
                      <a:pt x="4852" y="746"/>
                    </a:cubicBezTo>
                    <a:cubicBezTo>
                      <a:pt x="5345" y="746"/>
                      <a:pt x="5837" y="746"/>
                      <a:pt x="6345" y="746"/>
                    </a:cubicBezTo>
                    <a:cubicBezTo>
                      <a:pt x="6345" y="623"/>
                      <a:pt x="6345" y="500"/>
                      <a:pt x="6345" y="373"/>
                    </a:cubicBezTo>
                    <a:cubicBezTo>
                      <a:pt x="6591" y="373"/>
                      <a:pt x="6837" y="373"/>
                      <a:pt x="7091" y="373"/>
                    </a:cubicBezTo>
                    <a:cubicBezTo>
                      <a:pt x="7091" y="250"/>
                      <a:pt x="7091" y="127"/>
                      <a:pt x="7091" y="0"/>
                    </a:cubicBezTo>
                    <a:cubicBezTo>
                      <a:pt x="7461" y="0"/>
                      <a:pt x="7830" y="0"/>
                      <a:pt x="8211" y="0"/>
                    </a:cubicBezTo>
                    <a:cubicBezTo>
                      <a:pt x="8211" y="123"/>
                      <a:pt x="8211" y="246"/>
                      <a:pt x="8211" y="373"/>
                    </a:cubicBezTo>
                    <a:cubicBezTo>
                      <a:pt x="8334" y="373"/>
                      <a:pt x="8457" y="373"/>
                      <a:pt x="8584" y="373"/>
                    </a:cubicBezTo>
                    <a:cubicBezTo>
                      <a:pt x="8584" y="743"/>
                      <a:pt x="8584" y="1112"/>
                      <a:pt x="8584" y="1493"/>
                    </a:cubicBezTo>
                    <a:cubicBezTo>
                      <a:pt x="8461" y="1493"/>
                      <a:pt x="8338" y="1493"/>
                      <a:pt x="8211" y="1493"/>
                    </a:cubicBezTo>
                    <a:cubicBezTo>
                      <a:pt x="8211" y="1616"/>
                      <a:pt x="8211" y="1739"/>
                      <a:pt x="8211" y="1866"/>
                    </a:cubicBezTo>
                    <a:cubicBezTo>
                      <a:pt x="8088" y="1866"/>
                      <a:pt x="7965" y="1866"/>
                      <a:pt x="7838" y="1866"/>
                    </a:cubicBezTo>
                    <a:cubicBezTo>
                      <a:pt x="7838" y="1989"/>
                      <a:pt x="7838" y="2112"/>
                      <a:pt x="7838" y="2239"/>
                    </a:cubicBezTo>
                    <a:cubicBezTo>
                      <a:pt x="7591" y="2239"/>
                      <a:pt x="7345" y="2239"/>
                      <a:pt x="7091" y="2239"/>
                    </a:cubicBezTo>
                    <a:cubicBezTo>
                      <a:pt x="7091" y="2362"/>
                      <a:pt x="7091" y="2486"/>
                      <a:pt x="7091" y="2613"/>
                    </a:cubicBezTo>
                    <a:cubicBezTo>
                      <a:pt x="6722" y="2613"/>
                      <a:pt x="6352" y="2613"/>
                      <a:pt x="5972" y="2613"/>
                    </a:cubicBezTo>
                    <a:cubicBezTo>
                      <a:pt x="5972" y="2736"/>
                      <a:pt x="5972" y="2859"/>
                      <a:pt x="5972" y="2986"/>
                    </a:cubicBezTo>
                    <a:cubicBezTo>
                      <a:pt x="4986" y="2986"/>
                      <a:pt x="4001" y="2986"/>
                      <a:pt x="2986" y="2986"/>
                    </a:cubicBezTo>
                    <a:cubicBezTo>
                      <a:pt x="2986" y="2863"/>
                      <a:pt x="2986" y="2739"/>
                      <a:pt x="2986" y="2613"/>
                    </a:cubicBezTo>
                    <a:cubicBezTo>
                      <a:pt x="2616" y="2613"/>
                      <a:pt x="2247" y="2613"/>
                      <a:pt x="1866" y="2613"/>
                    </a:cubicBezTo>
                    <a:cubicBezTo>
                      <a:pt x="1866" y="2489"/>
                      <a:pt x="1866" y="2366"/>
                      <a:pt x="1866" y="2239"/>
                    </a:cubicBezTo>
                    <a:cubicBezTo>
                      <a:pt x="1620" y="2239"/>
                      <a:pt x="1373" y="2239"/>
                      <a:pt x="1120" y="2239"/>
                    </a:cubicBezTo>
                    <a:cubicBezTo>
                      <a:pt x="1120" y="2116"/>
                      <a:pt x="1120" y="1993"/>
                      <a:pt x="1120" y="1866"/>
                    </a:cubicBezTo>
                    <a:cubicBezTo>
                      <a:pt x="997" y="1866"/>
                      <a:pt x="873" y="1866"/>
                      <a:pt x="746" y="1866"/>
                    </a:cubicBezTo>
                    <a:cubicBezTo>
                      <a:pt x="746" y="1743"/>
                      <a:pt x="746" y="1620"/>
                      <a:pt x="746" y="1493"/>
                    </a:cubicBezTo>
                    <a:cubicBezTo>
                      <a:pt x="623" y="1493"/>
                      <a:pt x="500" y="1493"/>
                      <a:pt x="373" y="1493"/>
                    </a:cubicBezTo>
                    <a:cubicBezTo>
                      <a:pt x="373" y="1370"/>
                      <a:pt x="373" y="1247"/>
                      <a:pt x="373" y="1120"/>
                    </a:cubicBezTo>
                    <a:cubicBezTo>
                      <a:pt x="250" y="1120"/>
                      <a:pt x="127" y="1120"/>
                      <a:pt x="0" y="1120"/>
                    </a:cubicBezTo>
                    <a:cubicBezTo>
                      <a:pt x="0" y="873"/>
                      <a:pt x="0" y="627"/>
                      <a:pt x="0" y="373"/>
                    </a:cubicBezTo>
                    <a:cubicBezTo>
                      <a:pt x="123" y="373"/>
                      <a:pt x="246" y="373"/>
                      <a:pt x="373" y="373"/>
                    </a:cubicBezTo>
                    <a:cubicBezTo>
                      <a:pt x="373" y="250"/>
                      <a:pt x="373" y="127"/>
                      <a:pt x="373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2370" cap="flat">
                <a:noFill/>
              </a:ln>
            </p:spPr>
          </p:sp>
          <p:sp>
            <p:nvSpPr>
              <p:cNvPr id="392" name="ICON_EEG_HEAD_path_007"/>
              <p:cNvSpPr/>
              <p:nvPr/>
            </p:nvSpPr>
            <p:spPr>
              <a:xfrm>
                <a:off x="892461" y="1047073"/>
                <a:ext cx="61619" cy="61619"/>
              </a:xfrm>
              <a:custGeom>
                <a:avLst/>
                <a:gdLst/>
                <a:ahLst/>
                <a:cxnLst/>
                <a:rect l="0" t="0" r="r" b="b"/>
                <a:pathLst>
                  <a:path w="4852" h="4852" fill="norm" stroke="0">
                    <a:moveTo>
                      <a:pt x="1866" y="0"/>
                    </a:moveTo>
                    <a:cubicBezTo>
                      <a:pt x="2236" y="0"/>
                      <a:pt x="2605" y="0"/>
                      <a:pt x="2986" y="0"/>
                    </a:cubicBezTo>
                    <a:cubicBezTo>
                      <a:pt x="2986" y="123"/>
                      <a:pt x="2986" y="246"/>
                      <a:pt x="2986" y="373"/>
                    </a:cubicBezTo>
                    <a:cubicBezTo>
                      <a:pt x="3232" y="373"/>
                      <a:pt x="3478" y="373"/>
                      <a:pt x="3732" y="373"/>
                    </a:cubicBezTo>
                    <a:cubicBezTo>
                      <a:pt x="3732" y="496"/>
                      <a:pt x="3732" y="620"/>
                      <a:pt x="3732" y="746"/>
                    </a:cubicBezTo>
                    <a:cubicBezTo>
                      <a:pt x="3855" y="746"/>
                      <a:pt x="3979" y="746"/>
                      <a:pt x="4105" y="746"/>
                    </a:cubicBezTo>
                    <a:cubicBezTo>
                      <a:pt x="4105" y="993"/>
                      <a:pt x="4105" y="1239"/>
                      <a:pt x="4105" y="1493"/>
                    </a:cubicBezTo>
                    <a:cubicBezTo>
                      <a:pt x="4229" y="1493"/>
                      <a:pt x="4352" y="1493"/>
                      <a:pt x="4479" y="1493"/>
                    </a:cubicBezTo>
                    <a:cubicBezTo>
                      <a:pt x="4479" y="1739"/>
                      <a:pt x="4479" y="1986"/>
                      <a:pt x="4479" y="2239"/>
                    </a:cubicBezTo>
                    <a:cubicBezTo>
                      <a:pt x="4602" y="2239"/>
                      <a:pt x="4725" y="2239"/>
                      <a:pt x="4852" y="2239"/>
                    </a:cubicBezTo>
                    <a:cubicBezTo>
                      <a:pt x="4852" y="2362"/>
                      <a:pt x="4852" y="2486"/>
                      <a:pt x="4852" y="2613"/>
                    </a:cubicBezTo>
                    <a:cubicBezTo>
                      <a:pt x="4729" y="2613"/>
                      <a:pt x="4606" y="2613"/>
                      <a:pt x="4479" y="2613"/>
                    </a:cubicBezTo>
                    <a:cubicBezTo>
                      <a:pt x="4479" y="2859"/>
                      <a:pt x="4479" y="3105"/>
                      <a:pt x="4479" y="3359"/>
                    </a:cubicBezTo>
                    <a:cubicBezTo>
                      <a:pt x="4356" y="3359"/>
                      <a:pt x="4232" y="3359"/>
                      <a:pt x="4105" y="3359"/>
                    </a:cubicBezTo>
                    <a:cubicBezTo>
                      <a:pt x="4105" y="3605"/>
                      <a:pt x="4105" y="3852"/>
                      <a:pt x="4105" y="4105"/>
                    </a:cubicBezTo>
                    <a:cubicBezTo>
                      <a:pt x="3982" y="4105"/>
                      <a:pt x="3859" y="4105"/>
                      <a:pt x="3732" y="4105"/>
                    </a:cubicBezTo>
                    <a:cubicBezTo>
                      <a:pt x="3732" y="4229"/>
                      <a:pt x="3732" y="4352"/>
                      <a:pt x="3732" y="4479"/>
                    </a:cubicBezTo>
                    <a:cubicBezTo>
                      <a:pt x="3486" y="4479"/>
                      <a:pt x="3240" y="4479"/>
                      <a:pt x="2986" y="4479"/>
                    </a:cubicBezTo>
                    <a:cubicBezTo>
                      <a:pt x="2986" y="4602"/>
                      <a:pt x="2986" y="4725"/>
                      <a:pt x="2986" y="4852"/>
                    </a:cubicBezTo>
                    <a:cubicBezTo>
                      <a:pt x="2493" y="4852"/>
                      <a:pt x="2000" y="4852"/>
                      <a:pt x="1493" y="4852"/>
                    </a:cubicBezTo>
                    <a:cubicBezTo>
                      <a:pt x="1493" y="4729"/>
                      <a:pt x="1493" y="4606"/>
                      <a:pt x="1493" y="4479"/>
                    </a:cubicBezTo>
                    <a:cubicBezTo>
                      <a:pt x="1370" y="4479"/>
                      <a:pt x="1247" y="4479"/>
                      <a:pt x="1120" y="4479"/>
                    </a:cubicBezTo>
                    <a:cubicBezTo>
                      <a:pt x="1120" y="4356"/>
                      <a:pt x="1120" y="4232"/>
                      <a:pt x="1120" y="4105"/>
                    </a:cubicBezTo>
                    <a:cubicBezTo>
                      <a:pt x="997" y="4105"/>
                      <a:pt x="873" y="4105"/>
                      <a:pt x="746" y="4105"/>
                    </a:cubicBezTo>
                    <a:cubicBezTo>
                      <a:pt x="746" y="3982"/>
                      <a:pt x="746" y="3859"/>
                      <a:pt x="746" y="3732"/>
                    </a:cubicBezTo>
                    <a:cubicBezTo>
                      <a:pt x="623" y="3732"/>
                      <a:pt x="500" y="3732"/>
                      <a:pt x="373" y="3732"/>
                    </a:cubicBezTo>
                    <a:cubicBezTo>
                      <a:pt x="373" y="3609"/>
                      <a:pt x="373" y="3486"/>
                      <a:pt x="373" y="3359"/>
                    </a:cubicBezTo>
                    <a:cubicBezTo>
                      <a:pt x="250" y="3359"/>
                      <a:pt x="127" y="3359"/>
                      <a:pt x="0" y="3359"/>
                    </a:cubicBezTo>
                    <a:cubicBezTo>
                      <a:pt x="0" y="2743"/>
                      <a:pt x="0" y="2127"/>
                      <a:pt x="0" y="1493"/>
                    </a:cubicBezTo>
                    <a:cubicBezTo>
                      <a:pt x="123" y="1493"/>
                      <a:pt x="246" y="1493"/>
                      <a:pt x="373" y="1493"/>
                    </a:cubicBezTo>
                    <a:cubicBezTo>
                      <a:pt x="373" y="1247"/>
                      <a:pt x="373" y="1000"/>
                      <a:pt x="373" y="746"/>
                    </a:cubicBezTo>
                    <a:cubicBezTo>
                      <a:pt x="620" y="746"/>
                      <a:pt x="866" y="746"/>
                      <a:pt x="1120" y="746"/>
                    </a:cubicBezTo>
                    <a:cubicBezTo>
                      <a:pt x="1120" y="623"/>
                      <a:pt x="1120" y="500"/>
                      <a:pt x="1120" y="373"/>
                    </a:cubicBezTo>
                    <a:cubicBezTo>
                      <a:pt x="1366" y="373"/>
                      <a:pt x="1612" y="373"/>
                      <a:pt x="1866" y="373"/>
                    </a:cubicBezTo>
                    <a:cubicBezTo>
                      <a:pt x="1866" y="250"/>
                      <a:pt x="1866" y="127"/>
                      <a:pt x="186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393" name="ICON_EEG_HEAD_path_008"/>
              <p:cNvSpPr/>
              <p:nvPr/>
            </p:nvSpPr>
            <p:spPr>
              <a:xfrm>
                <a:off x="1020439" y="1208230"/>
                <a:ext cx="56879" cy="56879"/>
              </a:xfrm>
              <a:custGeom>
                <a:avLst/>
                <a:gdLst/>
                <a:ahLst/>
                <a:cxnLst/>
                <a:rect l="0" t="0" r="r" b="b"/>
                <a:pathLst>
                  <a:path w="4479" h="4479" fill="norm" stroke="0">
                    <a:moveTo>
                      <a:pt x="1120" y="0"/>
                    </a:moveTo>
                    <a:cubicBezTo>
                      <a:pt x="1735" y="0"/>
                      <a:pt x="2351" y="0"/>
                      <a:pt x="2986" y="0"/>
                    </a:cubicBezTo>
                    <a:cubicBezTo>
                      <a:pt x="2986" y="123"/>
                      <a:pt x="2986" y="246"/>
                      <a:pt x="2986" y="373"/>
                    </a:cubicBezTo>
                    <a:cubicBezTo>
                      <a:pt x="3232" y="373"/>
                      <a:pt x="3478" y="373"/>
                      <a:pt x="3732" y="373"/>
                    </a:cubicBezTo>
                    <a:cubicBezTo>
                      <a:pt x="3732" y="496"/>
                      <a:pt x="3732" y="620"/>
                      <a:pt x="3732" y="746"/>
                    </a:cubicBezTo>
                    <a:cubicBezTo>
                      <a:pt x="3855" y="746"/>
                      <a:pt x="3979" y="746"/>
                      <a:pt x="4105" y="746"/>
                    </a:cubicBezTo>
                    <a:cubicBezTo>
                      <a:pt x="4105" y="993"/>
                      <a:pt x="4105" y="1239"/>
                      <a:pt x="4105" y="1493"/>
                    </a:cubicBezTo>
                    <a:cubicBezTo>
                      <a:pt x="4229" y="1493"/>
                      <a:pt x="4352" y="1493"/>
                      <a:pt x="4479" y="1493"/>
                    </a:cubicBezTo>
                    <a:cubicBezTo>
                      <a:pt x="4479" y="1986"/>
                      <a:pt x="4479" y="2478"/>
                      <a:pt x="4479" y="2986"/>
                    </a:cubicBezTo>
                    <a:cubicBezTo>
                      <a:pt x="4356" y="2986"/>
                      <a:pt x="4232" y="2986"/>
                      <a:pt x="4105" y="2986"/>
                    </a:cubicBezTo>
                    <a:cubicBezTo>
                      <a:pt x="4105" y="3232"/>
                      <a:pt x="4105" y="3478"/>
                      <a:pt x="4105" y="3732"/>
                    </a:cubicBezTo>
                    <a:cubicBezTo>
                      <a:pt x="3982" y="3732"/>
                      <a:pt x="3859" y="3732"/>
                      <a:pt x="3732" y="3732"/>
                    </a:cubicBezTo>
                    <a:cubicBezTo>
                      <a:pt x="3732" y="3855"/>
                      <a:pt x="3732" y="3979"/>
                      <a:pt x="3732" y="4105"/>
                    </a:cubicBezTo>
                    <a:cubicBezTo>
                      <a:pt x="3486" y="4105"/>
                      <a:pt x="3240" y="4105"/>
                      <a:pt x="2986" y="4105"/>
                    </a:cubicBezTo>
                    <a:cubicBezTo>
                      <a:pt x="2986" y="4229"/>
                      <a:pt x="2986" y="4352"/>
                      <a:pt x="2986" y="4479"/>
                    </a:cubicBezTo>
                    <a:cubicBezTo>
                      <a:pt x="2370" y="4479"/>
                      <a:pt x="1754" y="4479"/>
                      <a:pt x="1120" y="4479"/>
                    </a:cubicBezTo>
                    <a:cubicBezTo>
                      <a:pt x="1120" y="4356"/>
                      <a:pt x="1120" y="4232"/>
                      <a:pt x="1120" y="4105"/>
                    </a:cubicBezTo>
                    <a:cubicBezTo>
                      <a:pt x="997" y="4105"/>
                      <a:pt x="873" y="4105"/>
                      <a:pt x="746" y="4105"/>
                    </a:cubicBezTo>
                    <a:cubicBezTo>
                      <a:pt x="746" y="3982"/>
                      <a:pt x="746" y="3859"/>
                      <a:pt x="746" y="3732"/>
                    </a:cubicBezTo>
                    <a:cubicBezTo>
                      <a:pt x="623" y="3732"/>
                      <a:pt x="500" y="3732"/>
                      <a:pt x="373" y="3732"/>
                    </a:cubicBezTo>
                    <a:cubicBezTo>
                      <a:pt x="373" y="3609"/>
                      <a:pt x="373" y="3486"/>
                      <a:pt x="373" y="3359"/>
                    </a:cubicBezTo>
                    <a:cubicBezTo>
                      <a:pt x="250" y="3359"/>
                      <a:pt x="127" y="3359"/>
                      <a:pt x="0" y="3359"/>
                    </a:cubicBezTo>
                    <a:cubicBezTo>
                      <a:pt x="0" y="2620"/>
                      <a:pt x="0" y="1881"/>
                      <a:pt x="0" y="1120"/>
                    </a:cubicBezTo>
                    <a:cubicBezTo>
                      <a:pt x="123" y="1120"/>
                      <a:pt x="246" y="1120"/>
                      <a:pt x="373" y="1120"/>
                    </a:cubicBezTo>
                    <a:cubicBezTo>
                      <a:pt x="373" y="997"/>
                      <a:pt x="373" y="873"/>
                      <a:pt x="373" y="746"/>
                    </a:cubicBezTo>
                    <a:cubicBezTo>
                      <a:pt x="496" y="746"/>
                      <a:pt x="620" y="746"/>
                      <a:pt x="746" y="746"/>
                    </a:cubicBezTo>
                    <a:cubicBezTo>
                      <a:pt x="746" y="623"/>
                      <a:pt x="746" y="500"/>
                      <a:pt x="746" y="373"/>
                    </a:cubicBezTo>
                    <a:cubicBezTo>
                      <a:pt x="870" y="373"/>
                      <a:pt x="993" y="373"/>
                      <a:pt x="1120" y="373"/>
                    </a:cubicBezTo>
                    <a:cubicBezTo>
                      <a:pt x="1120" y="250"/>
                      <a:pt x="1120" y="127"/>
                      <a:pt x="1120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2370" cap="flat">
                <a:noFill/>
              </a:ln>
            </p:spPr>
          </p:sp>
          <p:sp>
            <p:nvSpPr>
              <p:cNvPr id="394" name="ICON_EEG_HEAD_path_009"/>
              <p:cNvSpPr/>
              <p:nvPr/>
            </p:nvSpPr>
            <p:spPr>
              <a:xfrm>
                <a:off x="792531" y="1191138"/>
                <a:ext cx="62010" cy="64491"/>
              </a:xfrm>
              <a:custGeom>
                <a:avLst/>
                <a:gdLst/>
                <a:ahLst/>
                <a:cxnLst/>
                <a:rect l="0" t="0" r="r" b="b"/>
                <a:pathLst>
                  <a:path w="4883" h="5078" fill="norm" stroke="0">
                    <a:moveTo>
                      <a:pt x="3390" y="599"/>
                    </a:moveTo>
                    <a:cubicBezTo>
                      <a:pt x="3390" y="723"/>
                      <a:pt x="3390" y="846"/>
                      <a:pt x="3390" y="973"/>
                    </a:cubicBezTo>
                    <a:cubicBezTo>
                      <a:pt x="3636" y="973"/>
                      <a:pt x="3882" y="973"/>
                      <a:pt x="4136" y="973"/>
                    </a:cubicBezTo>
                    <a:cubicBezTo>
                      <a:pt x="4136" y="1096"/>
                      <a:pt x="4136" y="1219"/>
                      <a:pt x="4136" y="1346"/>
                    </a:cubicBezTo>
                    <a:cubicBezTo>
                      <a:pt x="4259" y="1346"/>
                      <a:pt x="4383" y="1346"/>
                      <a:pt x="4509" y="1346"/>
                    </a:cubicBezTo>
                    <a:cubicBezTo>
                      <a:pt x="4509" y="1469"/>
                      <a:pt x="4509" y="1592"/>
                      <a:pt x="4509" y="1719"/>
                    </a:cubicBezTo>
                    <a:cubicBezTo>
                      <a:pt x="4633" y="1719"/>
                      <a:pt x="4756" y="1719"/>
                      <a:pt x="4883" y="1719"/>
                    </a:cubicBezTo>
                    <a:cubicBezTo>
                      <a:pt x="4883" y="2335"/>
                      <a:pt x="4883" y="2951"/>
                      <a:pt x="4883" y="3585"/>
                    </a:cubicBezTo>
                    <a:cubicBezTo>
                      <a:pt x="4760" y="3585"/>
                      <a:pt x="4636" y="3585"/>
                      <a:pt x="4509" y="3585"/>
                    </a:cubicBezTo>
                    <a:cubicBezTo>
                      <a:pt x="4509" y="3832"/>
                      <a:pt x="4509" y="4078"/>
                      <a:pt x="4509" y="4332"/>
                    </a:cubicBezTo>
                    <a:cubicBezTo>
                      <a:pt x="4386" y="4332"/>
                      <a:pt x="4263" y="4332"/>
                      <a:pt x="4136" y="4332"/>
                    </a:cubicBezTo>
                    <a:cubicBezTo>
                      <a:pt x="4136" y="4455"/>
                      <a:pt x="4136" y="4578"/>
                      <a:pt x="4136" y="4705"/>
                    </a:cubicBezTo>
                    <a:cubicBezTo>
                      <a:pt x="3890" y="4705"/>
                      <a:pt x="3644" y="4705"/>
                      <a:pt x="3390" y="4705"/>
                    </a:cubicBezTo>
                    <a:cubicBezTo>
                      <a:pt x="3390" y="4828"/>
                      <a:pt x="3390" y="4951"/>
                      <a:pt x="3390" y="5078"/>
                    </a:cubicBezTo>
                    <a:cubicBezTo>
                      <a:pt x="2774" y="5078"/>
                      <a:pt x="2158" y="5078"/>
                      <a:pt x="1524" y="5078"/>
                    </a:cubicBezTo>
                    <a:cubicBezTo>
                      <a:pt x="1524" y="4955"/>
                      <a:pt x="1524" y="4832"/>
                      <a:pt x="1524" y="4705"/>
                    </a:cubicBezTo>
                    <a:cubicBezTo>
                      <a:pt x="1401" y="4705"/>
                      <a:pt x="1277" y="4705"/>
                      <a:pt x="1150" y="4705"/>
                    </a:cubicBezTo>
                    <a:cubicBezTo>
                      <a:pt x="1150" y="4582"/>
                      <a:pt x="1150" y="4459"/>
                      <a:pt x="1150" y="4332"/>
                    </a:cubicBezTo>
                    <a:cubicBezTo>
                      <a:pt x="1101" y="4340"/>
                      <a:pt x="1051" y="4349"/>
                      <a:pt x="1000" y="4358"/>
                    </a:cubicBezTo>
                    <a:cubicBezTo>
                      <a:pt x="785" y="4380"/>
                      <a:pt x="616" y="4380"/>
                      <a:pt x="404" y="4332"/>
                    </a:cubicBezTo>
                    <a:cubicBezTo>
                      <a:pt x="121" y="4089"/>
                      <a:pt x="45" y="3765"/>
                      <a:pt x="16" y="3403"/>
                    </a:cubicBezTo>
                    <a:cubicBezTo>
                      <a:pt x="0" y="2966"/>
                      <a:pt x="10" y="2530"/>
                      <a:pt x="31" y="2092"/>
                    </a:cubicBezTo>
                    <a:cubicBezTo>
                      <a:pt x="154" y="2092"/>
                      <a:pt x="277" y="2092"/>
                      <a:pt x="404" y="2092"/>
                    </a:cubicBezTo>
                    <a:cubicBezTo>
                      <a:pt x="404" y="1846"/>
                      <a:pt x="404" y="1600"/>
                      <a:pt x="404" y="1346"/>
                    </a:cubicBezTo>
                    <a:cubicBezTo>
                      <a:pt x="527" y="1346"/>
                      <a:pt x="650" y="1346"/>
                      <a:pt x="777" y="1346"/>
                    </a:cubicBezTo>
                    <a:cubicBezTo>
                      <a:pt x="777" y="1223"/>
                      <a:pt x="777" y="1100"/>
                      <a:pt x="777" y="973"/>
                    </a:cubicBezTo>
                    <a:cubicBezTo>
                      <a:pt x="1024" y="973"/>
                      <a:pt x="1270" y="973"/>
                      <a:pt x="1524" y="973"/>
                    </a:cubicBezTo>
                    <a:cubicBezTo>
                      <a:pt x="1524" y="849"/>
                      <a:pt x="1524" y="726"/>
                      <a:pt x="1524" y="599"/>
                    </a:cubicBezTo>
                    <a:cubicBezTo>
                      <a:pt x="2090" y="0"/>
                      <a:pt x="2752" y="323"/>
                      <a:pt x="3390" y="599"/>
                    </a:cubicBezTo>
                    <a:close/>
                    <a:moveTo>
                      <a:pt x="330" y="2083"/>
                    </a:moveTo>
                    <a:cubicBezTo>
                      <a:pt x="102" y="2480"/>
                      <a:pt x="131" y="2959"/>
                      <a:pt x="217" y="3399"/>
                    </a:cubicBezTo>
                    <a:cubicBezTo>
                      <a:pt x="314" y="3669"/>
                      <a:pt x="433" y="3906"/>
                      <a:pt x="591" y="4145"/>
                    </a:cubicBezTo>
                    <a:cubicBezTo>
                      <a:pt x="775" y="4083"/>
                      <a:pt x="960" y="4022"/>
                      <a:pt x="1150" y="3958"/>
                    </a:cubicBezTo>
                    <a:cubicBezTo>
                      <a:pt x="1150" y="3835"/>
                      <a:pt x="1150" y="3712"/>
                      <a:pt x="1150" y="3585"/>
                    </a:cubicBezTo>
                    <a:cubicBezTo>
                      <a:pt x="1274" y="3585"/>
                      <a:pt x="1397" y="3585"/>
                      <a:pt x="1524" y="3585"/>
                    </a:cubicBezTo>
                    <a:cubicBezTo>
                      <a:pt x="1524" y="3462"/>
                      <a:pt x="1524" y="3339"/>
                      <a:pt x="1524" y="3212"/>
                    </a:cubicBezTo>
                    <a:cubicBezTo>
                      <a:pt x="1647" y="3212"/>
                      <a:pt x="1770" y="3212"/>
                      <a:pt x="1897" y="3212"/>
                    </a:cubicBezTo>
                    <a:cubicBezTo>
                      <a:pt x="1897" y="2842"/>
                      <a:pt x="1897" y="2473"/>
                      <a:pt x="1897" y="2092"/>
                    </a:cubicBezTo>
                    <a:cubicBezTo>
                      <a:pt x="1651" y="2092"/>
                      <a:pt x="1404" y="2092"/>
                      <a:pt x="1150" y="2092"/>
                    </a:cubicBezTo>
                    <a:cubicBezTo>
                      <a:pt x="1150" y="1969"/>
                      <a:pt x="1150" y="1846"/>
                      <a:pt x="1150" y="1719"/>
                    </a:cubicBezTo>
                    <a:cubicBezTo>
                      <a:pt x="756" y="1688"/>
                      <a:pt x="594" y="1800"/>
                      <a:pt x="330" y="2083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395" name="ICON_EEG_HEAD_path_010"/>
              <p:cNvSpPr/>
              <p:nvPr/>
            </p:nvSpPr>
            <p:spPr>
              <a:xfrm>
                <a:off x="636505" y="1061293"/>
                <a:ext cx="61619" cy="62145"/>
              </a:xfrm>
              <a:custGeom>
                <a:avLst/>
                <a:gdLst/>
                <a:ahLst/>
                <a:cxnLst/>
                <a:rect l="0" t="0" r="r" b="b"/>
                <a:pathLst>
                  <a:path w="4852" h="4893" fill="norm" stroke="0">
                    <a:moveTo>
                      <a:pt x="2239" y="0"/>
                    </a:moveTo>
                    <a:cubicBezTo>
                      <a:pt x="2486" y="0"/>
                      <a:pt x="2732" y="0"/>
                      <a:pt x="2986" y="0"/>
                    </a:cubicBezTo>
                    <a:cubicBezTo>
                      <a:pt x="2986" y="123"/>
                      <a:pt x="2986" y="246"/>
                      <a:pt x="2986" y="373"/>
                    </a:cubicBezTo>
                    <a:cubicBezTo>
                      <a:pt x="3232" y="373"/>
                      <a:pt x="3478" y="373"/>
                      <a:pt x="3732" y="373"/>
                    </a:cubicBezTo>
                    <a:cubicBezTo>
                      <a:pt x="3732" y="496"/>
                      <a:pt x="3732" y="620"/>
                      <a:pt x="3732" y="746"/>
                    </a:cubicBezTo>
                    <a:cubicBezTo>
                      <a:pt x="3855" y="746"/>
                      <a:pt x="3979" y="746"/>
                      <a:pt x="4105" y="746"/>
                    </a:cubicBezTo>
                    <a:cubicBezTo>
                      <a:pt x="4105" y="870"/>
                      <a:pt x="4105" y="993"/>
                      <a:pt x="4105" y="1120"/>
                    </a:cubicBezTo>
                    <a:cubicBezTo>
                      <a:pt x="4229" y="1120"/>
                      <a:pt x="4352" y="1120"/>
                      <a:pt x="4479" y="1120"/>
                    </a:cubicBezTo>
                    <a:cubicBezTo>
                      <a:pt x="4479" y="1366"/>
                      <a:pt x="4479" y="1612"/>
                      <a:pt x="4479" y="1866"/>
                    </a:cubicBezTo>
                    <a:cubicBezTo>
                      <a:pt x="4602" y="1866"/>
                      <a:pt x="4725" y="1866"/>
                      <a:pt x="4852" y="1866"/>
                    </a:cubicBezTo>
                    <a:cubicBezTo>
                      <a:pt x="4852" y="2482"/>
                      <a:pt x="4852" y="3098"/>
                      <a:pt x="4852" y="3732"/>
                    </a:cubicBezTo>
                    <a:cubicBezTo>
                      <a:pt x="4729" y="3732"/>
                      <a:pt x="4606" y="3732"/>
                      <a:pt x="4479" y="3732"/>
                    </a:cubicBezTo>
                    <a:cubicBezTo>
                      <a:pt x="4479" y="3855"/>
                      <a:pt x="4479" y="3979"/>
                      <a:pt x="4479" y="4105"/>
                    </a:cubicBezTo>
                    <a:cubicBezTo>
                      <a:pt x="4356" y="4105"/>
                      <a:pt x="4232" y="4105"/>
                      <a:pt x="4105" y="4105"/>
                    </a:cubicBezTo>
                    <a:cubicBezTo>
                      <a:pt x="4105" y="4229"/>
                      <a:pt x="4105" y="4352"/>
                      <a:pt x="4105" y="4479"/>
                    </a:cubicBezTo>
                    <a:cubicBezTo>
                      <a:pt x="3982" y="4479"/>
                      <a:pt x="3859" y="4479"/>
                      <a:pt x="3732" y="4479"/>
                    </a:cubicBezTo>
                    <a:cubicBezTo>
                      <a:pt x="3732" y="4602"/>
                      <a:pt x="3732" y="4725"/>
                      <a:pt x="3732" y="4852"/>
                    </a:cubicBezTo>
                    <a:cubicBezTo>
                      <a:pt x="3437" y="4863"/>
                      <a:pt x="3141" y="4869"/>
                      <a:pt x="2846" y="4875"/>
                    </a:cubicBezTo>
                    <a:cubicBezTo>
                      <a:pt x="2804" y="4877"/>
                      <a:pt x="2804" y="4877"/>
                      <a:pt x="2595" y="4885"/>
                    </a:cubicBezTo>
                    <a:cubicBezTo>
                      <a:pt x="2012" y="4893"/>
                      <a:pt x="1614" y="4789"/>
                      <a:pt x="1120" y="4479"/>
                    </a:cubicBezTo>
                    <a:cubicBezTo>
                      <a:pt x="1181" y="4356"/>
                      <a:pt x="1243" y="4232"/>
                      <a:pt x="1306" y="4105"/>
                    </a:cubicBezTo>
                    <a:cubicBezTo>
                      <a:pt x="1553" y="4229"/>
                      <a:pt x="1799" y="4352"/>
                      <a:pt x="2053" y="4479"/>
                    </a:cubicBezTo>
                    <a:cubicBezTo>
                      <a:pt x="2114" y="4232"/>
                      <a:pt x="2176" y="3986"/>
                      <a:pt x="2239" y="3732"/>
                    </a:cubicBezTo>
                    <a:cubicBezTo>
                      <a:pt x="2116" y="3732"/>
                      <a:pt x="1993" y="3732"/>
                      <a:pt x="1866" y="3732"/>
                    </a:cubicBezTo>
                    <a:cubicBezTo>
                      <a:pt x="1866" y="3240"/>
                      <a:pt x="1866" y="2747"/>
                      <a:pt x="1866" y="2239"/>
                    </a:cubicBezTo>
                    <a:cubicBezTo>
                      <a:pt x="1497" y="2239"/>
                      <a:pt x="1127" y="2239"/>
                      <a:pt x="746" y="2239"/>
                    </a:cubicBezTo>
                    <a:cubicBezTo>
                      <a:pt x="685" y="2424"/>
                      <a:pt x="623" y="2609"/>
                      <a:pt x="560" y="2799"/>
                    </a:cubicBezTo>
                    <a:cubicBezTo>
                      <a:pt x="375" y="2738"/>
                      <a:pt x="190" y="2676"/>
                      <a:pt x="0" y="2613"/>
                    </a:cubicBezTo>
                    <a:cubicBezTo>
                      <a:pt x="0" y="2243"/>
                      <a:pt x="0" y="1874"/>
                      <a:pt x="0" y="1493"/>
                    </a:cubicBezTo>
                    <a:cubicBezTo>
                      <a:pt x="123" y="1493"/>
                      <a:pt x="246" y="1493"/>
                      <a:pt x="373" y="1493"/>
                    </a:cubicBezTo>
                    <a:cubicBezTo>
                      <a:pt x="373" y="1370"/>
                      <a:pt x="373" y="1247"/>
                      <a:pt x="373" y="1120"/>
                    </a:cubicBezTo>
                    <a:cubicBezTo>
                      <a:pt x="496" y="1120"/>
                      <a:pt x="620" y="1120"/>
                      <a:pt x="746" y="1120"/>
                    </a:cubicBezTo>
                    <a:cubicBezTo>
                      <a:pt x="746" y="997"/>
                      <a:pt x="746" y="873"/>
                      <a:pt x="746" y="746"/>
                    </a:cubicBezTo>
                    <a:cubicBezTo>
                      <a:pt x="993" y="746"/>
                      <a:pt x="1239" y="746"/>
                      <a:pt x="1493" y="746"/>
                    </a:cubicBezTo>
                    <a:cubicBezTo>
                      <a:pt x="1493" y="623"/>
                      <a:pt x="1493" y="500"/>
                      <a:pt x="1493" y="373"/>
                    </a:cubicBezTo>
                    <a:cubicBezTo>
                      <a:pt x="1739" y="373"/>
                      <a:pt x="1986" y="373"/>
                      <a:pt x="2239" y="373"/>
                    </a:cubicBezTo>
                    <a:cubicBezTo>
                      <a:pt x="2239" y="250"/>
                      <a:pt x="2239" y="127"/>
                      <a:pt x="223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396" name="ICON_EEG_HEAD_path_011"/>
              <p:cNvSpPr/>
              <p:nvPr/>
            </p:nvSpPr>
            <p:spPr>
              <a:xfrm>
                <a:off x="745523" y="914355"/>
                <a:ext cx="56879" cy="52139"/>
              </a:xfrm>
              <a:custGeom>
                <a:avLst/>
                <a:gdLst/>
                <a:ahLst/>
                <a:cxnLst/>
                <a:rect l="0" t="0" r="r" b="b"/>
                <a:pathLst>
                  <a:path w="4479" h="4105" fill="norm" stroke="0">
                    <a:moveTo>
                      <a:pt x="1120" y="0"/>
                    </a:moveTo>
                    <a:cubicBezTo>
                      <a:pt x="1859" y="0"/>
                      <a:pt x="2598" y="0"/>
                      <a:pt x="3359" y="0"/>
                    </a:cubicBezTo>
                    <a:cubicBezTo>
                      <a:pt x="3359" y="123"/>
                      <a:pt x="3359" y="246"/>
                      <a:pt x="3359" y="373"/>
                    </a:cubicBezTo>
                    <a:cubicBezTo>
                      <a:pt x="3482" y="373"/>
                      <a:pt x="3605" y="373"/>
                      <a:pt x="3732" y="373"/>
                    </a:cubicBezTo>
                    <a:cubicBezTo>
                      <a:pt x="3732" y="620"/>
                      <a:pt x="3732" y="866"/>
                      <a:pt x="3732" y="1120"/>
                    </a:cubicBezTo>
                    <a:cubicBezTo>
                      <a:pt x="3855" y="1120"/>
                      <a:pt x="3979" y="1120"/>
                      <a:pt x="4105" y="1120"/>
                    </a:cubicBezTo>
                    <a:cubicBezTo>
                      <a:pt x="4105" y="1243"/>
                      <a:pt x="4105" y="1366"/>
                      <a:pt x="4105" y="1493"/>
                    </a:cubicBezTo>
                    <a:cubicBezTo>
                      <a:pt x="4229" y="1493"/>
                      <a:pt x="4352" y="1493"/>
                      <a:pt x="4479" y="1493"/>
                    </a:cubicBezTo>
                    <a:cubicBezTo>
                      <a:pt x="4479" y="1862"/>
                      <a:pt x="4479" y="2232"/>
                      <a:pt x="4479" y="2613"/>
                    </a:cubicBezTo>
                    <a:cubicBezTo>
                      <a:pt x="4356" y="2613"/>
                      <a:pt x="4232" y="2613"/>
                      <a:pt x="4105" y="2613"/>
                    </a:cubicBezTo>
                    <a:cubicBezTo>
                      <a:pt x="4105" y="2736"/>
                      <a:pt x="4105" y="2859"/>
                      <a:pt x="4105" y="2986"/>
                    </a:cubicBezTo>
                    <a:cubicBezTo>
                      <a:pt x="3982" y="2986"/>
                      <a:pt x="3859" y="2986"/>
                      <a:pt x="3732" y="2986"/>
                    </a:cubicBezTo>
                    <a:cubicBezTo>
                      <a:pt x="3732" y="3232"/>
                      <a:pt x="3732" y="3478"/>
                      <a:pt x="3732" y="3732"/>
                    </a:cubicBezTo>
                    <a:cubicBezTo>
                      <a:pt x="3486" y="3732"/>
                      <a:pt x="3240" y="3732"/>
                      <a:pt x="2986" y="3732"/>
                    </a:cubicBezTo>
                    <a:cubicBezTo>
                      <a:pt x="2986" y="3855"/>
                      <a:pt x="2986" y="3979"/>
                      <a:pt x="2986" y="4105"/>
                    </a:cubicBezTo>
                    <a:cubicBezTo>
                      <a:pt x="2370" y="4105"/>
                      <a:pt x="1754" y="4105"/>
                      <a:pt x="1120" y="4105"/>
                    </a:cubicBezTo>
                    <a:cubicBezTo>
                      <a:pt x="1120" y="3982"/>
                      <a:pt x="1120" y="3859"/>
                      <a:pt x="1120" y="3732"/>
                    </a:cubicBezTo>
                    <a:cubicBezTo>
                      <a:pt x="997" y="3732"/>
                      <a:pt x="873" y="3732"/>
                      <a:pt x="746" y="3732"/>
                    </a:cubicBezTo>
                    <a:cubicBezTo>
                      <a:pt x="746" y="3609"/>
                      <a:pt x="746" y="3486"/>
                      <a:pt x="746" y="3359"/>
                    </a:cubicBezTo>
                    <a:cubicBezTo>
                      <a:pt x="623" y="3359"/>
                      <a:pt x="500" y="3359"/>
                      <a:pt x="373" y="3359"/>
                    </a:cubicBezTo>
                    <a:cubicBezTo>
                      <a:pt x="373" y="3113"/>
                      <a:pt x="373" y="2866"/>
                      <a:pt x="373" y="2613"/>
                    </a:cubicBezTo>
                    <a:cubicBezTo>
                      <a:pt x="250" y="2613"/>
                      <a:pt x="127" y="2613"/>
                      <a:pt x="0" y="2613"/>
                    </a:cubicBezTo>
                    <a:cubicBezTo>
                      <a:pt x="0" y="2243"/>
                      <a:pt x="0" y="1874"/>
                      <a:pt x="0" y="1493"/>
                    </a:cubicBezTo>
                    <a:cubicBezTo>
                      <a:pt x="123" y="1493"/>
                      <a:pt x="246" y="1493"/>
                      <a:pt x="373" y="1493"/>
                    </a:cubicBezTo>
                    <a:cubicBezTo>
                      <a:pt x="373" y="1247"/>
                      <a:pt x="373" y="1000"/>
                      <a:pt x="373" y="746"/>
                    </a:cubicBezTo>
                    <a:cubicBezTo>
                      <a:pt x="496" y="746"/>
                      <a:pt x="620" y="746"/>
                      <a:pt x="746" y="746"/>
                    </a:cubicBezTo>
                    <a:cubicBezTo>
                      <a:pt x="746" y="623"/>
                      <a:pt x="746" y="500"/>
                      <a:pt x="746" y="373"/>
                    </a:cubicBezTo>
                    <a:cubicBezTo>
                      <a:pt x="870" y="373"/>
                      <a:pt x="993" y="373"/>
                      <a:pt x="1120" y="373"/>
                    </a:cubicBezTo>
                    <a:cubicBezTo>
                      <a:pt x="1120" y="250"/>
                      <a:pt x="1120" y="127"/>
                      <a:pt x="1120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2370" cap="flat">
                <a:noFill/>
              </a:ln>
            </p:spPr>
          </p:sp>
          <p:sp>
            <p:nvSpPr>
              <p:cNvPr id="397" name="ICON_EEG_HEAD_path_012"/>
              <p:cNvSpPr/>
              <p:nvPr/>
            </p:nvSpPr>
            <p:spPr>
              <a:xfrm>
                <a:off x="892461" y="1393088"/>
                <a:ext cx="56879" cy="56879"/>
              </a:xfrm>
              <a:custGeom>
                <a:avLst/>
                <a:gdLst/>
                <a:ahLst/>
                <a:cxnLst/>
                <a:rect l="0" t="0" r="r" b="b"/>
                <a:pathLst>
                  <a:path w="4479" h="4479" fill="norm" stroke="0">
                    <a:moveTo>
                      <a:pt x="1493" y="0"/>
                    </a:moveTo>
                    <a:cubicBezTo>
                      <a:pt x="2109" y="0"/>
                      <a:pt x="2725" y="0"/>
                      <a:pt x="3359" y="0"/>
                    </a:cubicBezTo>
                    <a:cubicBezTo>
                      <a:pt x="3359" y="123"/>
                      <a:pt x="3359" y="246"/>
                      <a:pt x="3359" y="373"/>
                    </a:cubicBezTo>
                    <a:cubicBezTo>
                      <a:pt x="3482" y="373"/>
                      <a:pt x="3605" y="373"/>
                      <a:pt x="3732" y="373"/>
                    </a:cubicBezTo>
                    <a:cubicBezTo>
                      <a:pt x="3732" y="496"/>
                      <a:pt x="3732" y="620"/>
                      <a:pt x="3732" y="746"/>
                    </a:cubicBezTo>
                    <a:cubicBezTo>
                      <a:pt x="3855" y="746"/>
                      <a:pt x="3979" y="746"/>
                      <a:pt x="4105" y="746"/>
                    </a:cubicBezTo>
                    <a:cubicBezTo>
                      <a:pt x="4105" y="993"/>
                      <a:pt x="4105" y="1239"/>
                      <a:pt x="4105" y="1493"/>
                    </a:cubicBezTo>
                    <a:cubicBezTo>
                      <a:pt x="4229" y="1493"/>
                      <a:pt x="4352" y="1493"/>
                      <a:pt x="4479" y="1493"/>
                    </a:cubicBezTo>
                    <a:cubicBezTo>
                      <a:pt x="4479" y="1986"/>
                      <a:pt x="4479" y="2478"/>
                      <a:pt x="4479" y="2986"/>
                    </a:cubicBezTo>
                    <a:cubicBezTo>
                      <a:pt x="3492" y="3412"/>
                      <a:pt x="3492" y="3412"/>
                      <a:pt x="2986" y="3359"/>
                    </a:cubicBezTo>
                    <a:cubicBezTo>
                      <a:pt x="2986" y="3113"/>
                      <a:pt x="2986" y="2866"/>
                      <a:pt x="2986" y="2613"/>
                    </a:cubicBezTo>
                    <a:cubicBezTo>
                      <a:pt x="2616" y="2613"/>
                      <a:pt x="2247" y="2613"/>
                      <a:pt x="1866" y="2613"/>
                    </a:cubicBezTo>
                    <a:cubicBezTo>
                      <a:pt x="1866" y="2859"/>
                      <a:pt x="1866" y="3105"/>
                      <a:pt x="1866" y="3359"/>
                    </a:cubicBezTo>
                    <a:cubicBezTo>
                      <a:pt x="1620" y="3359"/>
                      <a:pt x="1373" y="3359"/>
                      <a:pt x="1120" y="3359"/>
                    </a:cubicBezTo>
                    <a:cubicBezTo>
                      <a:pt x="1178" y="3546"/>
                      <a:pt x="1178" y="3546"/>
                      <a:pt x="1306" y="3732"/>
                    </a:cubicBezTo>
                    <a:cubicBezTo>
                      <a:pt x="1503" y="3768"/>
                      <a:pt x="1665" y="3750"/>
                      <a:pt x="1866" y="3732"/>
                    </a:cubicBezTo>
                    <a:cubicBezTo>
                      <a:pt x="1866" y="3855"/>
                      <a:pt x="1866" y="3979"/>
                      <a:pt x="1866" y="4105"/>
                    </a:cubicBezTo>
                    <a:cubicBezTo>
                      <a:pt x="2112" y="4105"/>
                      <a:pt x="2359" y="4105"/>
                      <a:pt x="2613" y="4105"/>
                    </a:cubicBezTo>
                    <a:cubicBezTo>
                      <a:pt x="2613" y="3982"/>
                      <a:pt x="2613" y="3859"/>
                      <a:pt x="2613" y="3732"/>
                    </a:cubicBezTo>
                    <a:cubicBezTo>
                      <a:pt x="2982" y="3794"/>
                      <a:pt x="3352" y="3855"/>
                      <a:pt x="3732" y="3919"/>
                    </a:cubicBezTo>
                    <a:cubicBezTo>
                      <a:pt x="3609" y="3980"/>
                      <a:pt x="3486" y="4042"/>
                      <a:pt x="3359" y="4105"/>
                    </a:cubicBezTo>
                    <a:cubicBezTo>
                      <a:pt x="3359" y="4229"/>
                      <a:pt x="3359" y="4352"/>
                      <a:pt x="3359" y="4479"/>
                    </a:cubicBezTo>
                    <a:cubicBezTo>
                      <a:pt x="2743" y="4479"/>
                      <a:pt x="2127" y="4479"/>
                      <a:pt x="1493" y="4479"/>
                    </a:cubicBezTo>
                    <a:cubicBezTo>
                      <a:pt x="1493" y="4356"/>
                      <a:pt x="1493" y="4232"/>
                      <a:pt x="1493" y="4105"/>
                    </a:cubicBezTo>
                    <a:cubicBezTo>
                      <a:pt x="1247" y="4105"/>
                      <a:pt x="1000" y="4105"/>
                      <a:pt x="746" y="4105"/>
                    </a:cubicBezTo>
                    <a:cubicBezTo>
                      <a:pt x="746" y="3982"/>
                      <a:pt x="746" y="3859"/>
                      <a:pt x="746" y="3732"/>
                    </a:cubicBezTo>
                    <a:cubicBezTo>
                      <a:pt x="623" y="3732"/>
                      <a:pt x="500" y="3732"/>
                      <a:pt x="373" y="3732"/>
                    </a:cubicBezTo>
                    <a:cubicBezTo>
                      <a:pt x="373" y="3609"/>
                      <a:pt x="373" y="3486"/>
                      <a:pt x="373" y="3359"/>
                    </a:cubicBezTo>
                    <a:cubicBezTo>
                      <a:pt x="250" y="3359"/>
                      <a:pt x="127" y="3359"/>
                      <a:pt x="0" y="3359"/>
                    </a:cubicBezTo>
                    <a:cubicBezTo>
                      <a:pt x="0" y="2620"/>
                      <a:pt x="0" y="1881"/>
                      <a:pt x="0" y="1120"/>
                    </a:cubicBezTo>
                    <a:cubicBezTo>
                      <a:pt x="123" y="1120"/>
                      <a:pt x="246" y="1120"/>
                      <a:pt x="373" y="1120"/>
                    </a:cubicBezTo>
                    <a:cubicBezTo>
                      <a:pt x="373" y="997"/>
                      <a:pt x="373" y="873"/>
                      <a:pt x="373" y="746"/>
                    </a:cubicBezTo>
                    <a:cubicBezTo>
                      <a:pt x="496" y="746"/>
                      <a:pt x="620" y="746"/>
                      <a:pt x="746" y="746"/>
                    </a:cubicBezTo>
                    <a:cubicBezTo>
                      <a:pt x="746" y="623"/>
                      <a:pt x="746" y="500"/>
                      <a:pt x="746" y="373"/>
                    </a:cubicBezTo>
                    <a:cubicBezTo>
                      <a:pt x="993" y="373"/>
                      <a:pt x="1239" y="373"/>
                      <a:pt x="1493" y="373"/>
                    </a:cubicBezTo>
                    <a:cubicBezTo>
                      <a:pt x="1493" y="250"/>
                      <a:pt x="1493" y="127"/>
                      <a:pt x="14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398" name="ICON_EEG_HEAD_path_013"/>
              <p:cNvSpPr/>
              <p:nvPr/>
            </p:nvSpPr>
            <p:spPr>
              <a:xfrm>
                <a:off x="1039399" y="1454707"/>
                <a:ext cx="56879" cy="56879"/>
              </a:xfrm>
              <a:custGeom>
                <a:avLst/>
                <a:gdLst/>
                <a:ahLst/>
                <a:cxnLst/>
                <a:rect l="0" t="0" r="r" b="b"/>
                <a:pathLst>
                  <a:path w="4479" h="4479" fill="norm" stroke="0">
                    <a:moveTo>
                      <a:pt x="1866" y="0"/>
                    </a:moveTo>
                    <a:cubicBezTo>
                      <a:pt x="2563" y="86"/>
                      <a:pt x="3197" y="270"/>
                      <a:pt x="3732" y="746"/>
                    </a:cubicBezTo>
                    <a:cubicBezTo>
                      <a:pt x="3758" y="951"/>
                      <a:pt x="3758" y="951"/>
                      <a:pt x="3732" y="1120"/>
                    </a:cubicBezTo>
                    <a:cubicBezTo>
                      <a:pt x="3855" y="1120"/>
                      <a:pt x="3979" y="1120"/>
                      <a:pt x="4105" y="1120"/>
                    </a:cubicBezTo>
                    <a:cubicBezTo>
                      <a:pt x="4105" y="1366"/>
                      <a:pt x="4105" y="1612"/>
                      <a:pt x="4105" y="1866"/>
                    </a:cubicBezTo>
                    <a:cubicBezTo>
                      <a:pt x="4229" y="1866"/>
                      <a:pt x="4352" y="1866"/>
                      <a:pt x="4479" y="1866"/>
                    </a:cubicBezTo>
                    <a:cubicBezTo>
                      <a:pt x="4479" y="2112"/>
                      <a:pt x="4479" y="2359"/>
                      <a:pt x="4479" y="2613"/>
                    </a:cubicBezTo>
                    <a:cubicBezTo>
                      <a:pt x="4356" y="2613"/>
                      <a:pt x="4232" y="2613"/>
                      <a:pt x="4105" y="2613"/>
                    </a:cubicBezTo>
                    <a:cubicBezTo>
                      <a:pt x="4105" y="2859"/>
                      <a:pt x="4105" y="3105"/>
                      <a:pt x="4105" y="3359"/>
                    </a:cubicBezTo>
                    <a:cubicBezTo>
                      <a:pt x="3982" y="3359"/>
                      <a:pt x="3859" y="3359"/>
                      <a:pt x="3732" y="3359"/>
                    </a:cubicBezTo>
                    <a:cubicBezTo>
                      <a:pt x="3732" y="3482"/>
                      <a:pt x="3732" y="3605"/>
                      <a:pt x="3732" y="3732"/>
                    </a:cubicBezTo>
                    <a:cubicBezTo>
                      <a:pt x="3609" y="3732"/>
                      <a:pt x="3486" y="3732"/>
                      <a:pt x="3359" y="3732"/>
                    </a:cubicBezTo>
                    <a:cubicBezTo>
                      <a:pt x="3359" y="3855"/>
                      <a:pt x="3359" y="3979"/>
                      <a:pt x="3359" y="4105"/>
                    </a:cubicBezTo>
                    <a:cubicBezTo>
                      <a:pt x="3113" y="4105"/>
                      <a:pt x="2866" y="4105"/>
                      <a:pt x="2613" y="4105"/>
                    </a:cubicBezTo>
                    <a:cubicBezTo>
                      <a:pt x="2613" y="4229"/>
                      <a:pt x="2613" y="4352"/>
                      <a:pt x="2613" y="4479"/>
                    </a:cubicBezTo>
                    <a:cubicBezTo>
                      <a:pt x="2366" y="4479"/>
                      <a:pt x="2120" y="4479"/>
                      <a:pt x="1866" y="4479"/>
                    </a:cubicBezTo>
                    <a:cubicBezTo>
                      <a:pt x="1866" y="4356"/>
                      <a:pt x="1866" y="4232"/>
                      <a:pt x="1866" y="4105"/>
                    </a:cubicBezTo>
                    <a:cubicBezTo>
                      <a:pt x="1620" y="4105"/>
                      <a:pt x="1373" y="4105"/>
                      <a:pt x="1120" y="4105"/>
                    </a:cubicBezTo>
                    <a:cubicBezTo>
                      <a:pt x="1120" y="3982"/>
                      <a:pt x="1120" y="3859"/>
                      <a:pt x="1120" y="3732"/>
                    </a:cubicBezTo>
                    <a:cubicBezTo>
                      <a:pt x="997" y="3732"/>
                      <a:pt x="873" y="3732"/>
                      <a:pt x="746" y="3732"/>
                    </a:cubicBezTo>
                    <a:cubicBezTo>
                      <a:pt x="746" y="3609"/>
                      <a:pt x="746" y="3486"/>
                      <a:pt x="746" y="3359"/>
                    </a:cubicBezTo>
                    <a:cubicBezTo>
                      <a:pt x="623" y="3359"/>
                      <a:pt x="500" y="3359"/>
                      <a:pt x="373" y="3359"/>
                    </a:cubicBezTo>
                    <a:cubicBezTo>
                      <a:pt x="373" y="3113"/>
                      <a:pt x="373" y="2866"/>
                      <a:pt x="373" y="2613"/>
                    </a:cubicBezTo>
                    <a:cubicBezTo>
                      <a:pt x="250" y="2613"/>
                      <a:pt x="127" y="2613"/>
                      <a:pt x="0" y="2613"/>
                    </a:cubicBezTo>
                    <a:cubicBezTo>
                      <a:pt x="0" y="2366"/>
                      <a:pt x="0" y="2120"/>
                      <a:pt x="0" y="1866"/>
                    </a:cubicBezTo>
                    <a:cubicBezTo>
                      <a:pt x="123" y="1866"/>
                      <a:pt x="246" y="1866"/>
                      <a:pt x="373" y="1866"/>
                    </a:cubicBezTo>
                    <a:cubicBezTo>
                      <a:pt x="373" y="1743"/>
                      <a:pt x="373" y="1620"/>
                      <a:pt x="373" y="1493"/>
                    </a:cubicBezTo>
                    <a:cubicBezTo>
                      <a:pt x="496" y="1493"/>
                      <a:pt x="620" y="1493"/>
                      <a:pt x="746" y="1493"/>
                    </a:cubicBezTo>
                    <a:cubicBezTo>
                      <a:pt x="746" y="1247"/>
                      <a:pt x="746" y="1000"/>
                      <a:pt x="746" y="746"/>
                    </a:cubicBezTo>
                    <a:cubicBezTo>
                      <a:pt x="993" y="746"/>
                      <a:pt x="1239" y="746"/>
                      <a:pt x="1493" y="746"/>
                    </a:cubicBezTo>
                    <a:cubicBezTo>
                      <a:pt x="1493" y="623"/>
                      <a:pt x="1493" y="500"/>
                      <a:pt x="1493" y="373"/>
                    </a:cubicBezTo>
                    <a:cubicBezTo>
                      <a:pt x="1616" y="373"/>
                      <a:pt x="1739" y="373"/>
                      <a:pt x="1866" y="373"/>
                    </a:cubicBezTo>
                    <a:cubicBezTo>
                      <a:pt x="1866" y="250"/>
                      <a:pt x="1866" y="127"/>
                      <a:pt x="186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399" name="ICON_EEG_HEAD_path_014"/>
              <p:cNvSpPr/>
              <p:nvPr/>
            </p:nvSpPr>
            <p:spPr>
              <a:xfrm>
                <a:off x="1148417" y="1108692"/>
                <a:ext cx="52139" cy="52139"/>
              </a:xfrm>
              <a:custGeom>
                <a:avLst/>
                <a:gdLst/>
                <a:ahLst/>
                <a:cxnLst/>
                <a:rect l="0" t="0" r="r" b="b"/>
                <a:pathLst>
                  <a:path w="4105" h="4105" fill="norm" stroke="0">
                    <a:moveTo>
                      <a:pt x="1493" y="0"/>
                    </a:moveTo>
                    <a:cubicBezTo>
                      <a:pt x="1986" y="0"/>
                      <a:pt x="2478" y="0"/>
                      <a:pt x="2986" y="0"/>
                    </a:cubicBezTo>
                    <a:cubicBezTo>
                      <a:pt x="2986" y="123"/>
                      <a:pt x="2986" y="246"/>
                      <a:pt x="2986" y="373"/>
                    </a:cubicBezTo>
                    <a:cubicBezTo>
                      <a:pt x="3109" y="373"/>
                      <a:pt x="3232" y="373"/>
                      <a:pt x="3359" y="373"/>
                    </a:cubicBezTo>
                    <a:cubicBezTo>
                      <a:pt x="3359" y="496"/>
                      <a:pt x="3359" y="620"/>
                      <a:pt x="3359" y="746"/>
                    </a:cubicBezTo>
                    <a:cubicBezTo>
                      <a:pt x="3482" y="746"/>
                      <a:pt x="3605" y="746"/>
                      <a:pt x="3732" y="746"/>
                    </a:cubicBezTo>
                    <a:cubicBezTo>
                      <a:pt x="3732" y="870"/>
                      <a:pt x="3732" y="993"/>
                      <a:pt x="3732" y="1120"/>
                    </a:cubicBezTo>
                    <a:cubicBezTo>
                      <a:pt x="3855" y="1120"/>
                      <a:pt x="3979" y="1120"/>
                      <a:pt x="4105" y="1120"/>
                    </a:cubicBezTo>
                    <a:cubicBezTo>
                      <a:pt x="4105" y="1735"/>
                      <a:pt x="4105" y="2351"/>
                      <a:pt x="4105" y="2986"/>
                    </a:cubicBezTo>
                    <a:cubicBezTo>
                      <a:pt x="3982" y="2986"/>
                      <a:pt x="3859" y="2986"/>
                      <a:pt x="3732" y="2986"/>
                    </a:cubicBezTo>
                    <a:cubicBezTo>
                      <a:pt x="3732" y="3109"/>
                      <a:pt x="3732" y="3232"/>
                      <a:pt x="3732" y="3359"/>
                    </a:cubicBezTo>
                    <a:cubicBezTo>
                      <a:pt x="3609" y="3359"/>
                      <a:pt x="3486" y="3359"/>
                      <a:pt x="3359" y="3359"/>
                    </a:cubicBezTo>
                    <a:cubicBezTo>
                      <a:pt x="3359" y="3482"/>
                      <a:pt x="3359" y="3605"/>
                      <a:pt x="3359" y="3732"/>
                    </a:cubicBezTo>
                    <a:cubicBezTo>
                      <a:pt x="3236" y="3732"/>
                      <a:pt x="3113" y="3732"/>
                      <a:pt x="2986" y="3732"/>
                    </a:cubicBezTo>
                    <a:cubicBezTo>
                      <a:pt x="2986" y="3855"/>
                      <a:pt x="2986" y="3979"/>
                      <a:pt x="2986" y="4105"/>
                    </a:cubicBezTo>
                    <a:cubicBezTo>
                      <a:pt x="2370" y="4105"/>
                      <a:pt x="1754" y="4105"/>
                      <a:pt x="1120" y="4105"/>
                    </a:cubicBezTo>
                    <a:cubicBezTo>
                      <a:pt x="1120" y="3982"/>
                      <a:pt x="1120" y="3859"/>
                      <a:pt x="1120" y="3732"/>
                    </a:cubicBezTo>
                    <a:cubicBezTo>
                      <a:pt x="997" y="3732"/>
                      <a:pt x="873" y="3732"/>
                      <a:pt x="746" y="3732"/>
                    </a:cubicBezTo>
                    <a:cubicBezTo>
                      <a:pt x="746" y="3609"/>
                      <a:pt x="746" y="3486"/>
                      <a:pt x="746" y="3359"/>
                    </a:cubicBezTo>
                    <a:cubicBezTo>
                      <a:pt x="623" y="3359"/>
                      <a:pt x="500" y="3359"/>
                      <a:pt x="373" y="3359"/>
                    </a:cubicBezTo>
                    <a:cubicBezTo>
                      <a:pt x="373" y="3113"/>
                      <a:pt x="373" y="2866"/>
                      <a:pt x="373" y="2613"/>
                    </a:cubicBezTo>
                    <a:cubicBezTo>
                      <a:pt x="250" y="2613"/>
                      <a:pt x="127" y="2613"/>
                      <a:pt x="0" y="2613"/>
                    </a:cubicBezTo>
                    <a:cubicBezTo>
                      <a:pt x="0" y="2243"/>
                      <a:pt x="0" y="1874"/>
                      <a:pt x="0" y="1493"/>
                    </a:cubicBezTo>
                    <a:cubicBezTo>
                      <a:pt x="123" y="1493"/>
                      <a:pt x="246" y="1493"/>
                      <a:pt x="373" y="1493"/>
                    </a:cubicBezTo>
                    <a:cubicBezTo>
                      <a:pt x="373" y="1247"/>
                      <a:pt x="373" y="1000"/>
                      <a:pt x="373" y="746"/>
                    </a:cubicBezTo>
                    <a:cubicBezTo>
                      <a:pt x="496" y="746"/>
                      <a:pt x="620" y="746"/>
                      <a:pt x="746" y="746"/>
                    </a:cubicBezTo>
                    <a:cubicBezTo>
                      <a:pt x="746" y="623"/>
                      <a:pt x="746" y="500"/>
                      <a:pt x="746" y="373"/>
                    </a:cubicBezTo>
                    <a:cubicBezTo>
                      <a:pt x="993" y="373"/>
                      <a:pt x="1239" y="373"/>
                      <a:pt x="1493" y="373"/>
                    </a:cubicBezTo>
                    <a:cubicBezTo>
                      <a:pt x="1493" y="250"/>
                      <a:pt x="1493" y="127"/>
                      <a:pt x="1493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2370" cap="flat">
                <a:noFill/>
              </a:ln>
            </p:spPr>
          </p:sp>
          <p:sp>
            <p:nvSpPr>
              <p:cNvPr id="400" name="ICON_EEG_HEAD_path_015"/>
              <p:cNvSpPr/>
              <p:nvPr/>
            </p:nvSpPr>
            <p:spPr>
              <a:xfrm>
                <a:off x="1186336" y="1336209"/>
                <a:ext cx="47399" cy="47399"/>
              </a:xfrm>
              <a:custGeom>
                <a:avLst/>
                <a:gdLst/>
                <a:ahLst/>
                <a:cxnLst/>
                <a:rect l="0" t="0" r="r" b="b"/>
                <a:pathLst>
                  <a:path w="3732" h="3732" fill="norm" stroke="0">
                    <a:moveTo>
                      <a:pt x="746" y="0"/>
                    </a:moveTo>
                    <a:cubicBezTo>
                      <a:pt x="1485" y="0"/>
                      <a:pt x="2224" y="0"/>
                      <a:pt x="2986" y="0"/>
                    </a:cubicBezTo>
                    <a:cubicBezTo>
                      <a:pt x="2986" y="123"/>
                      <a:pt x="2986" y="246"/>
                      <a:pt x="2986" y="373"/>
                    </a:cubicBezTo>
                    <a:cubicBezTo>
                      <a:pt x="3109" y="373"/>
                      <a:pt x="3232" y="373"/>
                      <a:pt x="3359" y="373"/>
                    </a:cubicBezTo>
                    <a:cubicBezTo>
                      <a:pt x="3359" y="496"/>
                      <a:pt x="3359" y="620"/>
                      <a:pt x="3359" y="746"/>
                    </a:cubicBezTo>
                    <a:cubicBezTo>
                      <a:pt x="3482" y="746"/>
                      <a:pt x="3605" y="746"/>
                      <a:pt x="3732" y="746"/>
                    </a:cubicBezTo>
                    <a:cubicBezTo>
                      <a:pt x="3732" y="1485"/>
                      <a:pt x="3732" y="2224"/>
                      <a:pt x="3732" y="2986"/>
                    </a:cubicBezTo>
                    <a:cubicBezTo>
                      <a:pt x="3609" y="2986"/>
                      <a:pt x="3486" y="2986"/>
                      <a:pt x="3359" y="2986"/>
                    </a:cubicBezTo>
                    <a:cubicBezTo>
                      <a:pt x="3359" y="3109"/>
                      <a:pt x="3359" y="3232"/>
                      <a:pt x="3359" y="3359"/>
                    </a:cubicBezTo>
                    <a:cubicBezTo>
                      <a:pt x="3236" y="3359"/>
                      <a:pt x="3113" y="3359"/>
                      <a:pt x="2986" y="3359"/>
                    </a:cubicBezTo>
                    <a:cubicBezTo>
                      <a:pt x="2986" y="3482"/>
                      <a:pt x="2986" y="3605"/>
                      <a:pt x="2986" y="3732"/>
                    </a:cubicBezTo>
                    <a:cubicBezTo>
                      <a:pt x="2247" y="3732"/>
                      <a:pt x="1508" y="3732"/>
                      <a:pt x="746" y="3732"/>
                    </a:cubicBezTo>
                    <a:cubicBezTo>
                      <a:pt x="746" y="3609"/>
                      <a:pt x="746" y="3486"/>
                      <a:pt x="746" y="3359"/>
                    </a:cubicBezTo>
                    <a:cubicBezTo>
                      <a:pt x="623" y="3359"/>
                      <a:pt x="500" y="3359"/>
                      <a:pt x="373" y="3359"/>
                    </a:cubicBezTo>
                    <a:cubicBezTo>
                      <a:pt x="373" y="3236"/>
                      <a:pt x="373" y="3113"/>
                      <a:pt x="373" y="2986"/>
                    </a:cubicBezTo>
                    <a:cubicBezTo>
                      <a:pt x="250" y="2986"/>
                      <a:pt x="127" y="2986"/>
                      <a:pt x="0" y="2986"/>
                    </a:cubicBezTo>
                    <a:cubicBezTo>
                      <a:pt x="0" y="2247"/>
                      <a:pt x="0" y="1508"/>
                      <a:pt x="0" y="746"/>
                    </a:cubicBezTo>
                    <a:cubicBezTo>
                      <a:pt x="123" y="746"/>
                      <a:pt x="246" y="746"/>
                      <a:pt x="373" y="746"/>
                    </a:cubicBezTo>
                    <a:cubicBezTo>
                      <a:pt x="373" y="623"/>
                      <a:pt x="373" y="500"/>
                      <a:pt x="373" y="373"/>
                    </a:cubicBezTo>
                    <a:cubicBezTo>
                      <a:pt x="496" y="373"/>
                      <a:pt x="620" y="373"/>
                      <a:pt x="746" y="373"/>
                    </a:cubicBezTo>
                    <a:cubicBezTo>
                      <a:pt x="746" y="250"/>
                      <a:pt x="746" y="127"/>
                      <a:pt x="746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2370" cap="flat">
                <a:noFill/>
              </a:ln>
            </p:spPr>
          </p:sp>
          <p:sp>
            <p:nvSpPr>
              <p:cNvPr id="401" name="ICON_EEG_HEAD_path_016"/>
              <p:cNvSpPr/>
              <p:nvPr/>
            </p:nvSpPr>
            <p:spPr>
              <a:xfrm>
                <a:off x="493323" y="1009153"/>
                <a:ext cx="58403" cy="54509"/>
              </a:xfrm>
              <a:custGeom>
                <a:avLst/>
                <a:gdLst/>
                <a:ahLst/>
                <a:cxnLst/>
                <a:rect l="0" t="0" r="r" b="b"/>
                <a:pathLst>
                  <a:path w="4599" h="4292" fill="norm" stroke="0">
                    <a:moveTo>
                      <a:pt x="1944" y="0"/>
                    </a:moveTo>
                    <a:cubicBezTo>
                      <a:pt x="2313" y="0"/>
                      <a:pt x="2683" y="0"/>
                      <a:pt x="3063" y="0"/>
                    </a:cubicBezTo>
                    <a:cubicBezTo>
                      <a:pt x="3063" y="123"/>
                      <a:pt x="3063" y="246"/>
                      <a:pt x="3063" y="373"/>
                    </a:cubicBezTo>
                    <a:cubicBezTo>
                      <a:pt x="3112" y="365"/>
                      <a:pt x="3161" y="357"/>
                      <a:pt x="3212" y="349"/>
                    </a:cubicBezTo>
                    <a:cubicBezTo>
                      <a:pt x="3427" y="328"/>
                      <a:pt x="3598" y="326"/>
                      <a:pt x="3810" y="373"/>
                    </a:cubicBezTo>
                    <a:cubicBezTo>
                      <a:pt x="4016" y="574"/>
                      <a:pt x="4116" y="811"/>
                      <a:pt x="4230" y="1073"/>
                    </a:cubicBezTo>
                    <a:cubicBezTo>
                      <a:pt x="4262" y="1138"/>
                      <a:pt x="4294" y="1203"/>
                      <a:pt x="4327" y="1270"/>
                    </a:cubicBezTo>
                    <a:cubicBezTo>
                      <a:pt x="4541" y="1728"/>
                      <a:pt x="4599" y="2110"/>
                      <a:pt x="4556" y="2613"/>
                    </a:cubicBezTo>
                    <a:cubicBezTo>
                      <a:pt x="4433" y="2613"/>
                      <a:pt x="4310" y="2613"/>
                      <a:pt x="4183" y="2613"/>
                    </a:cubicBezTo>
                    <a:cubicBezTo>
                      <a:pt x="4121" y="2920"/>
                      <a:pt x="4060" y="3228"/>
                      <a:pt x="3996" y="3546"/>
                    </a:cubicBezTo>
                    <a:cubicBezTo>
                      <a:pt x="3873" y="3546"/>
                      <a:pt x="3750" y="3546"/>
                      <a:pt x="3623" y="3546"/>
                    </a:cubicBezTo>
                    <a:cubicBezTo>
                      <a:pt x="3561" y="3669"/>
                      <a:pt x="3500" y="3792"/>
                      <a:pt x="3436" y="3919"/>
                    </a:cubicBezTo>
                    <a:cubicBezTo>
                      <a:pt x="3436" y="3488"/>
                      <a:pt x="3436" y="3057"/>
                      <a:pt x="3436" y="2613"/>
                    </a:cubicBezTo>
                    <a:cubicBezTo>
                      <a:pt x="3067" y="2613"/>
                      <a:pt x="2697" y="2613"/>
                      <a:pt x="2317" y="2613"/>
                    </a:cubicBezTo>
                    <a:cubicBezTo>
                      <a:pt x="2317" y="3167"/>
                      <a:pt x="2317" y="3721"/>
                      <a:pt x="2317" y="4292"/>
                    </a:cubicBezTo>
                    <a:cubicBezTo>
                      <a:pt x="733" y="3817"/>
                      <a:pt x="733" y="3817"/>
                      <a:pt x="269" y="3064"/>
                    </a:cubicBezTo>
                    <a:cubicBezTo>
                      <a:pt x="0" y="2554"/>
                      <a:pt x="6" y="2052"/>
                      <a:pt x="77" y="1493"/>
                    </a:cubicBezTo>
                    <a:cubicBezTo>
                      <a:pt x="201" y="1493"/>
                      <a:pt x="324" y="1493"/>
                      <a:pt x="451" y="1493"/>
                    </a:cubicBezTo>
                    <a:cubicBezTo>
                      <a:pt x="451" y="1370"/>
                      <a:pt x="451" y="1247"/>
                      <a:pt x="451" y="1120"/>
                    </a:cubicBezTo>
                    <a:cubicBezTo>
                      <a:pt x="574" y="1120"/>
                      <a:pt x="697" y="1120"/>
                      <a:pt x="824" y="1120"/>
                    </a:cubicBezTo>
                    <a:cubicBezTo>
                      <a:pt x="824" y="997"/>
                      <a:pt x="824" y="873"/>
                      <a:pt x="824" y="746"/>
                    </a:cubicBezTo>
                    <a:cubicBezTo>
                      <a:pt x="947" y="746"/>
                      <a:pt x="1070" y="746"/>
                      <a:pt x="1197" y="746"/>
                    </a:cubicBezTo>
                    <a:cubicBezTo>
                      <a:pt x="1197" y="623"/>
                      <a:pt x="1197" y="500"/>
                      <a:pt x="1197" y="373"/>
                    </a:cubicBezTo>
                    <a:cubicBezTo>
                      <a:pt x="1443" y="373"/>
                      <a:pt x="1690" y="373"/>
                      <a:pt x="1944" y="373"/>
                    </a:cubicBezTo>
                    <a:cubicBezTo>
                      <a:pt x="1944" y="250"/>
                      <a:pt x="1944" y="127"/>
                      <a:pt x="19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70" cap="flat">
                <a:noFill/>
              </a:ln>
            </p:spPr>
          </p:sp>
          <p:sp>
            <p:nvSpPr>
              <p:cNvPr id="402" name="ICON_EEG_HEAD_path_017"/>
              <p:cNvSpPr/>
              <p:nvPr/>
            </p:nvSpPr>
            <p:spPr>
              <a:xfrm>
                <a:off x="991999" y="952274"/>
                <a:ext cx="47399" cy="47399"/>
              </a:xfrm>
              <a:custGeom>
                <a:avLst/>
                <a:gdLst/>
                <a:ahLst/>
                <a:cxnLst/>
                <a:rect l="0" t="0" r="r" b="b"/>
                <a:pathLst>
                  <a:path w="3732" h="3732" fill="norm" stroke="0">
                    <a:moveTo>
                      <a:pt x="746" y="0"/>
                    </a:moveTo>
                    <a:cubicBezTo>
                      <a:pt x="1485" y="0"/>
                      <a:pt x="2224" y="0"/>
                      <a:pt x="2986" y="0"/>
                    </a:cubicBezTo>
                    <a:cubicBezTo>
                      <a:pt x="2986" y="123"/>
                      <a:pt x="2986" y="246"/>
                      <a:pt x="2986" y="373"/>
                    </a:cubicBezTo>
                    <a:cubicBezTo>
                      <a:pt x="3109" y="373"/>
                      <a:pt x="3232" y="373"/>
                      <a:pt x="3359" y="373"/>
                    </a:cubicBezTo>
                    <a:cubicBezTo>
                      <a:pt x="3359" y="496"/>
                      <a:pt x="3359" y="620"/>
                      <a:pt x="3359" y="746"/>
                    </a:cubicBezTo>
                    <a:cubicBezTo>
                      <a:pt x="3482" y="746"/>
                      <a:pt x="3605" y="746"/>
                      <a:pt x="3732" y="746"/>
                    </a:cubicBezTo>
                    <a:cubicBezTo>
                      <a:pt x="3732" y="1485"/>
                      <a:pt x="3732" y="2224"/>
                      <a:pt x="3732" y="2986"/>
                    </a:cubicBezTo>
                    <a:cubicBezTo>
                      <a:pt x="3609" y="2986"/>
                      <a:pt x="3486" y="2986"/>
                      <a:pt x="3359" y="2986"/>
                    </a:cubicBezTo>
                    <a:cubicBezTo>
                      <a:pt x="3359" y="3109"/>
                      <a:pt x="3359" y="3232"/>
                      <a:pt x="3359" y="3359"/>
                    </a:cubicBezTo>
                    <a:cubicBezTo>
                      <a:pt x="3236" y="3359"/>
                      <a:pt x="3113" y="3359"/>
                      <a:pt x="2986" y="3359"/>
                    </a:cubicBezTo>
                    <a:cubicBezTo>
                      <a:pt x="2986" y="3482"/>
                      <a:pt x="2986" y="3605"/>
                      <a:pt x="2986" y="3732"/>
                    </a:cubicBezTo>
                    <a:cubicBezTo>
                      <a:pt x="2370" y="3732"/>
                      <a:pt x="1754" y="3732"/>
                      <a:pt x="1120" y="3732"/>
                    </a:cubicBezTo>
                    <a:cubicBezTo>
                      <a:pt x="1120" y="3609"/>
                      <a:pt x="1120" y="3486"/>
                      <a:pt x="1120" y="3359"/>
                    </a:cubicBezTo>
                    <a:cubicBezTo>
                      <a:pt x="997" y="3359"/>
                      <a:pt x="873" y="3359"/>
                      <a:pt x="746" y="3359"/>
                    </a:cubicBezTo>
                    <a:cubicBezTo>
                      <a:pt x="746" y="3236"/>
                      <a:pt x="746" y="3113"/>
                      <a:pt x="746" y="2986"/>
                    </a:cubicBezTo>
                    <a:cubicBezTo>
                      <a:pt x="623" y="2986"/>
                      <a:pt x="500" y="2986"/>
                      <a:pt x="373" y="2986"/>
                    </a:cubicBezTo>
                    <a:cubicBezTo>
                      <a:pt x="373" y="2863"/>
                      <a:pt x="373" y="2739"/>
                      <a:pt x="373" y="2613"/>
                    </a:cubicBezTo>
                    <a:cubicBezTo>
                      <a:pt x="250" y="2613"/>
                      <a:pt x="127" y="2613"/>
                      <a:pt x="0" y="2613"/>
                    </a:cubicBezTo>
                    <a:cubicBezTo>
                      <a:pt x="0" y="1997"/>
                      <a:pt x="0" y="1381"/>
                      <a:pt x="0" y="746"/>
                    </a:cubicBezTo>
                    <a:cubicBezTo>
                      <a:pt x="123" y="746"/>
                      <a:pt x="246" y="746"/>
                      <a:pt x="373" y="746"/>
                    </a:cubicBezTo>
                    <a:cubicBezTo>
                      <a:pt x="373" y="623"/>
                      <a:pt x="373" y="500"/>
                      <a:pt x="373" y="373"/>
                    </a:cubicBezTo>
                    <a:cubicBezTo>
                      <a:pt x="496" y="373"/>
                      <a:pt x="620" y="373"/>
                      <a:pt x="746" y="373"/>
                    </a:cubicBezTo>
                    <a:cubicBezTo>
                      <a:pt x="746" y="250"/>
                      <a:pt x="746" y="127"/>
                      <a:pt x="746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2370" cap="flat">
                <a:noFill/>
              </a:ln>
            </p:spPr>
          </p:sp>
          <p:sp>
            <p:nvSpPr>
              <p:cNvPr id="403" name="ICON_EEG_HEAD_path_018"/>
              <p:cNvSpPr/>
              <p:nvPr/>
            </p:nvSpPr>
            <p:spPr>
              <a:xfrm>
                <a:off x="1224256" y="1217710"/>
                <a:ext cx="33180" cy="109018"/>
              </a:xfrm>
              <a:custGeom>
                <a:avLst/>
                <a:gdLst/>
                <a:ahLst/>
                <a:cxnLst/>
                <a:rect l="0" t="0" r="r" b="b"/>
                <a:pathLst>
                  <a:path w="2613" h="8584" fill="norm" stroke="0">
                    <a:moveTo>
                      <a:pt x="0" y="0"/>
                    </a:moveTo>
                    <a:cubicBezTo>
                      <a:pt x="246" y="0"/>
                      <a:pt x="493" y="0"/>
                      <a:pt x="746" y="0"/>
                    </a:cubicBezTo>
                    <a:cubicBezTo>
                      <a:pt x="746" y="246"/>
                      <a:pt x="746" y="493"/>
                      <a:pt x="746" y="746"/>
                    </a:cubicBezTo>
                    <a:cubicBezTo>
                      <a:pt x="993" y="746"/>
                      <a:pt x="1239" y="746"/>
                      <a:pt x="1493" y="746"/>
                    </a:cubicBezTo>
                    <a:cubicBezTo>
                      <a:pt x="1493" y="1362"/>
                      <a:pt x="1493" y="1978"/>
                      <a:pt x="1493" y="2613"/>
                    </a:cubicBezTo>
                    <a:cubicBezTo>
                      <a:pt x="1616" y="2613"/>
                      <a:pt x="1739" y="2613"/>
                      <a:pt x="1866" y="2613"/>
                    </a:cubicBezTo>
                    <a:cubicBezTo>
                      <a:pt x="1866" y="3721"/>
                      <a:pt x="1866" y="4830"/>
                      <a:pt x="1866" y="5972"/>
                    </a:cubicBezTo>
                    <a:cubicBezTo>
                      <a:pt x="1989" y="5972"/>
                      <a:pt x="2112" y="5972"/>
                      <a:pt x="2239" y="5972"/>
                    </a:cubicBezTo>
                    <a:cubicBezTo>
                      <a:pt x="2239" y="6218"/>
                      <a:pt x="2239" y="6464"/>
                      <a:pt x="2239" y="6718"/>
                    </a:cubicBezTo>
                    <a:cubicBezTo>
                      <a:pt x="2362" y="6718"/>
                      <a:pt x="2486" y="6718"/>
                      <a:pt x="2613" y="6718"/>
                    </a:cubicBezTo>
                    <a:cubicBezTo>
                      <a:pt x="2613" y="7211"/>
                      <a:pt x="2613" y="7703"/>
                      <a:pt x="2613" y="8211"/>
                    </a:cubicBezTo>
                    <a:cubicBezTo>
                      <a:pt x="2489" y="8211"/>
                      <a:pt x="2366" y="8211"/>
                      <a:pt x="2239" y="8211"/>
                    </a:cubicBezTo>
                    <a:cubicBezTo>
                      <a:pt x="2239" y="8334"/>
                      <a:pt x="2239" y="8457"/>
                      <a:pt x="2239" y="8584"/>
                    </a:cubicBezTo>
                    <a:cubicBezTo>
                      <a:pt x="2114" y="8531"/>
                      <a:pt x="1990" y="8477"/>
                      <a:pt x="1866" y="8421"/>
                    </a:cubicBezTo>
                    <a:cubicBezTo>
                      <a:pt x="1797" y="8391"/>
                      <a:pt x="1727" y="8360"/>
                      <a:pt x="1656" y="8329"/>
                    </a:cubicBezTo>
                    <a:cubicBezTo>
                      <a:pt x="1602" y="8290"/>
                      <a:pt x="1549" y="8251"/>
                      <a:pt x="1493" y="8211"/>
                    </a:cubicBezTo>
                    <a:cubicBezTo>
                      <a:pt x="1470" y="8011"/>
                      <a:pt x="1470" y="8011"/>
                      <a:pt x="1493" y="7838"/>
                    </a:cubicBezTo>
                    <a:cubicBezTo>
                      <a:pt x="1370" y="7838"/>
                      <a:pt x="1247" y="7838"/>
                      <a:pt x="1120" y="7838"/>
                    </a:cubicBezTo>
                    <a:cubicBezTo>
                      <a:pt x="1120" y="7715"/>
                      <a:pt x="1120" y="7591"/>
                      <a:pt x="1120" y="7464"/>
                    </a:cubicBezTo>
                    <a:cubicBezTo>
                      <a:pt x="997" y="7464"/>
                      <a:pt x="873" y="7464"/>
                      <a:pt x="746" y="7464"/>
                    </a:cubicBezTo>
                    <a:cubicBezTo>
                      <a:pt x="746" y="7341"/>
                      <a:pt x="746" y="7218"/>
                      <a:pt x="746" y="7091"/>
                    </a:cubicBezTo>
                    <a:cubicBezTo>
                      <a:pt x="623" y="7091"/>
                      <a:pt x="500" y="7091"/>
                      <a:pt x="373" y="7091"/>
                    </a:cubicBezTo>
                    <a:cubicBezTo>
                      <a:pt x="373" y="4997"/>
                      <a:pt x="373" y="2904"/>
                      <a:pt x="373" y="746"/>
                    </a:cubicBezTo>
                    <a:cubicBezTo>
                      <a:pt x="250" y="746"/>
                      <a:pt x="127" y="746"/>
                      <a:pt x="0" y="746"/>
                    </a:cubicBezTo>
                    <a:cubicBezTo>
                      <a:pt x="0" y="500"/>
                      <a:pt x="0" y="25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04" name="ICON_EEG_HEAD_path_019"/>
              <p:cNvSpPr/>
              <p:nvPr/>
            </p:nvSpPr>
            <p:spPr>
              <a:xfrm>
                <a:off x="958820" y="1303029"/>
                <a:ext cx="47399" cy="52139"/>
              </a:xfrm>
              <a:custGeom>
                <a:avLst/>
                <a:gdLst/>
                <a:ahLst/>
                <a:cxnLst/>
                <a:rect l="0" t="0" r="r" b="b"/>
                <a:pathLst>
                  <a:path w="3732" h="4105" fill="norm" stroke="0">
                    <a:moveTo>
                      <a:pt x="1866" y="0"/>
                    </a:moveTo>
                    <a:cubicBezTo>
                      <a:pt x="2236" y="0"/>
                      <a:pt x="2605" y="0"/>
                      <a:pt x="2986" y="0"/>
                    </a:cubicBezTo>
                    <a:cubicBezTo>
                      <a:pt x="2986" y="123"/>
                      <a:pt x="2986" y="246"/>
                      <a:pt x="2986" y="373"/>
                    </a:cubicBezTo>
                    <a:cubicBezTo>
                      <a:pt x="3109" y="373"/>
                      <a:pt x="3232" y="373"/>
                      <a:pt x="3359" y="373"/>
                    </a:cubicBezTo>
                    <a:cubicBezTo>
                      <a:pt x="3359" y="496"/>
                      <a:pt x="3359" y="620"/>
                      <a:pt x="3359" y="746"/>
                    </a:cubicBezTo>
                    <a:cubicBezTo>
                      <a:pt x="3482" y="746"/>
                      <a:pt x="3605" y="746"/>
                      <a:pt x="3732" y="746"/>
                    </a:cubicBezTo>
                    <a:cubicBezTo>
                      <a:pt x="3732" y="1116"/>
                      <a:pt x="3732" y="1485"/>
                      <a:pt x="3732" y="1866"/>
                    </a:cubicBezTo>
                    <a:cubicBezTo>
                      <a:pt x="3609" y="1866"/>
                      <a:pt x="3486" y="1866"/>
                      <a:pt x="3359" y="1866"/>
                    </a:cubicBezTo>
                    <a:cubicBezTo>
                      <a:pt x="3359" y="2112"/>
                      <a:pt x="3359" y="2359"/>
                      <a:pt x="3359" y="2613"/>
                    </a:cubicBezTo>
                    <a:cubicBezTo>
                      <a:pt x="3236" y="2613"/>
                      <a:pt x="3113" y="2613"/>
                      <a:pt x="2986" y="2613"/>
                    </a:cubicBezTo>
                    <a:cubicBezTo>
                      <a:pt x="2986" y="2736"/>
                      <a:pt x="2986" y="2859"/>
                      <a:pt x="2986" y="2986"/>
                    </a:cubicBezTo>
                    <a:cubicBezTo>
                      <a:pt x="2863" y="2986"/>
                      <a:pt x="2739" y="2986"/>
                      <a:pt x="2613" y="2986"/>
                    </a:cubicBezTo>
                    <a:cubicBezTo>
                      <a:pt x="2613" y="3109"/>
                      <a:pt x="2613" y="3232"/>
                      <a:pt x="2613" y="3359"/>
                    </a:cubicBezTo>
                    <a:cubicBezTo>
                      <a:pt x="2489" y="3359"/>
                      <a:pt x="2366" y="3359"/>
                      <a:pt x="2239" y="3359"/>
                    </a:cubicBezTo>
                    <a:cubicBezTo>
                      <a:pt x="2239" y="3482"/>
                      <a:pt x="2239" y="3605"/>
                      <a:pt x="2239" y="3732"/>
                    </a:cubicBezTo>
                    <a:cubicBezTo>
                      <a:pt x="2116" y="3732"/>
                      <a:pt x="1993" y="3732"/>
                      <a:pt x="1866" y="3732"/>
                    </a:cubicBezTo>
                    <a:cubicBezTo>
                      <a:pt x="1866" y="3855"/>
                      <a:pt x="1866" y="3979"/>
                      <a:pt x="1866" y="4105"/>
                    </a:cubicBezTo>
                    <a:cubicBezTo>
                      <a:pt x="1373" y="4105"/>
                      <a:pt x="881" y="4105"/>
                      <a:pt x="373" y="4105"/>
                    </a:cubicBezTo>
                    <a:cubicBezTo>
                      <a:pt x="373" y="3982"/>
                      <a:pt x="373" y="3859"/>
                      <a:pt x="373" y="3732"/>
                    </a:cubicBezTo>
                    <a:cubicBezTo>
                      <a:pt x="250" y="3732"/>
                      <a:pt x="127" y="3732"/>
                      <a:pt x="0" y="3732"/>
                    </a:cubicBezTo>
                    <a:cubicBezTo>
                      <a:pt x="0" y="3486"/>
                      <a:pt x="0" y="3240"/>
                      <a:pt x="0" y="2986"/>
                    </a:cubicBezTo>
                    <a:cubicBezTo>
                      <a:pt x="123" y="2986"/>
                      <a:pt x="246" y="2986"/>
                      <a:pt x="373" y="2986"/>
                    </a:cubicBezTo>
                    <a:cubicBezTo>
                      <a:pt x="373" y="2863"/>
                      <a:pt x="373" y="2739"/>
                      <a:pt x="373" y="2613"/>
                    </a:cubicBezTo>
                    <a:cubicBezTo>
                      <a:pt x="496" y="2613"/>
                      <a:pt x="620" y="2613"/>
                      <a:pt x="746" y="2613"/>
                    </a:cubicBezTo>
                    <a:cubicBezTo>
                      <a:pt x="746" y="2243"/>
                      <a:pt x="746" y="1874"/>
                      <a:pt x="746" y="1493"/>
                    </a:cubicBezTo>
                    <a:cubicBezTo>
                      <a:pt x="870" y="1493"/>
                      <a:pt x="993" y="1493"/>
                      <a:pt x="1120" y="1493"/>
                    </a:cubicBezTo>
                    <a:cubicBezTo>
                      <a:pt x="1120" y="1370"/>
                      <a:pt x="1120" y="1247"/>
                      <a:pt x="1120" y="1120"/>
                    </a:cubicBezTo>
                    <a:cubicBezTo>
                      <a:pt x="1243" y="1120"/>
                      <a:pt x="1366" y="1120"/>
                      <a:pt x="1493" y="1120"/>
                    </a:cubicBezTo>
                    <a:cubicBezTo>
                      <a:pt x="1493" y="873"/>
                      <a:pt x="1493" y="627"/>
                      <a:pt x="1493" y="373"/>
                    </a:cubicBezTo>
                    <a:cubicBezTo>
                      <a:pt x="1616" y="373"/>
                      <a:pt x="1739" y="373"/>
                      <a:pt x="1866" y="373"/>
                    </a:cubicBezTo>
                    <a:cubicBezTo>
                      <a:pt x="1866" y="250"/>
                      <a:pt x="1866" y="127"/>
                      <a:pt x="1866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2370" cap="flat">
                <a:noFill/>
              </a:ln>
            </p:spPr>
          </p:sp>
          <p:sp>
            <p:nvSpPr>
              <p:cNvPr id="405" name="ICON_EEG_HEAD_path_020"/>
              <p:cNvSpPr/>
              <p:nvPr/>
            </p:nvSpPr>
            <p:spPr>
              <a:xfrm>
                <a:off x="962581" y="1710663"/>
                <a:ext cx="43638" cy="156418"/>
              </a:xfrm>
              <a:custGeom>
                <a:avLst/>
                <a:gdLst/>
                <a:ahLst/>
                <a:cxnLst/>
                <a:rect l="0" t="0" r="r" b="b"/>
                <a:pathLst>
                  <a:path w="3436" h="12316" fill="norm" stroke="0">
                    <a:moveTo>
                      <a:pt x="824" y="0"/>
                    </a:moveTo>
                    <a:cubicBezTo>
                      <a:pt x="947" y="0"/>
                      <a:pt x="1070" y="0"/>
                      <a:pt x="1197" y="0"/>
                    </a:cubicBezTo>
                    <a:cubicBezTo>
                      <a:pt x="1197" y="616"/>
                      <a:pt x="1197" y="1232"/>
                      <a:pt x="1197" y="1866"/>
                    </a:cubicBezTo>
                    <a:cubicBezTo>
                      <a:pt x="1074" y="1866"/>
                      <a:pt x="950" y="1866"/>
                      <a:pt x="824" y="1866"/>
                    </a:cubicBezTo>
                    <a:cubicBezTo>
                      <a:pt x="824" y="2112"/>
                      <a:pt x="824" y="2359"/>
                      <a:pt x="824" y="2613"/>
                    </a:cubicBezTo>
                    <a:cubicBezTo>
                      <a:pt x="700" y="2613"/>
                      <a:pt x="577" y="2613"/>
                      <a:pt x="450" y="2613"/>
                    </a:cubicBezTo>
                    <a:cubicBezTo>
                      <a:pt x="450" y="2859"/>
                      <a:pt x="450" y="3105"/>
                      <a:pt x="450" y="3359"/>
                    </a:cubicBezTo>
                    <a:cubicBezTo>
                      <a:pt x="573" y="3359"/>
                      <a:pt x="697" y="3359"/>
                      <a:pt x="824" y="3359"/>
                    </a:cubicBezTo>
                    <a:cubicBezTo>
                      <a:pt x="824" y="3975"/>
                      <a:pt x="824" y="4591"/>
                      <a:pt x="824" y="5225"/>
                    </a:cubicBezTo>
                    <a:cubicBezTo>
                      <a:pt x="947" y="5225"/>
                      <a:pt x="1070" y="5225"/>
                      <a:pt x="1197" y="5225"/>
                    </a:cubicBezTo>
                    <a:cubicBezTo>
                      <a:pt x="1197" y="5348"/>
                      <a:pt x="1197" y="5471"/>
                      <a:pt x="1197" y="5598"/>
                    </a:cubicBezTo>
                    <a:cubicBezTo>
                      <a:pt x="1320" y="5598"/>
                      <a:pt x="1443" y="5598"/>
                      <a:pt x="1570" y="5598"/>
                    </a:cubicBezTo>
                    <a:cubicBezTo>
                      <a:pt x="1570" y="5968"/>
                      <a:pt x="1570" y="6337"/>
                      <a:pt x="1570" y="6718"/>
                    </a:cubicBezTo>
                    <a:cubicBezTo>
                      <a:pt x="1693" y="6718"/>
                      <a:pt x="1816" y="6718"/>
                      <a:pt x="1943" y="6718"/>
                    </a:cubicBezTo>
                    <a:cubicBezTo>
                      <a:pt x="1943" y="6595"/>
                      <a:pt x="1943" y="6472"/>
                      <a:pt x="1943" y="6345"/>
                    </a:cubicBezTo>
                    <a:cubicBezTo>
                      <a:pt x="2066" y="6345"/>
                      <a:pt x="2190" y="6345"/>
                      <a:pt x="2316" y="6345"/>
                    </a:cubicBezTo>
                    <a:cubicBezTo>
                      <a:pt x="2316" y="6714"/>
                      <a:pt x="2316" y="7084"/>
                      <a:pt x="2316" y="7464"/>
                    </a:cubicBezTo>
                    <a:cubicBezTo>
                      <a:pt x="2193" y="7464"/>
                      <a:pt x="2070" y="7464"/>
                      <a:pt x="1943" y="7464"/>
                    </a:cubicBezTo>
                    <a:cubicBezTo>
                      <a:pt x="1943" y="8080"/>
                      <a:pt x="1943" y="8696"/>
                      <a:pt x="1943" y="9331"/>
                    </a:cubicBezTo>
                    <a:cubicBezTo>
                      <a:pt x="2066" y="9331"/>
                      <a:pt x="2190" y="9331"/>
                      <a:pt x="2316" y="9331"/>
                    </a:cubicBezTo>
                    <a:cubicBezTo>
                      <a:pt x="2316" y="9577"/>
                      <a:pt x="2316" y="9823"/>
                      <a:pt x="2316" y="10077"/>
                    </a:cubicBezTo>
                    <a:cubicBezTo>
                      <a:pt x="2440" y="10077"/>
                      <a:pt x="2563" y="10077"/>
                      <a:pt x="2690" y="10077"/>
                    </a:cubicBezTo>
                    <a:cubicBezTo>
                      <a:pt x="2690" y="10200"/>
                      <a:pt x="2690" y="10323"/>
                      <a:pt x="2690" y="10450"/>
                    </a:cubicBezTo>
                    <a:cubicBezTo>
                      <a:pt x="2813" y="10450"/>
                      <a:pt x="2936" y="10450"/>
                      <a:pt x="3063" y="10450"/>
                    </a:cubicBezTo>
                    <a:cubicBezTo>
                      <a:pt x="3063" y="10820"/>
                      <a:pt x="3063" y="11189"/>
                      <a:pt x="3063" y="11570"/>
                    </a:cubicBezTo>
                    <a:cubicBezTo>
                      <a:pt x="3186" y="11570"/>
                      <a:pt x="3309" y="11570"/>
                      <a:pt x="3436" y="11570"/>
                    </a:cubicBezTo>
                    <a:cubicBezTo>
                      <a:pt x="3436" y="11816"/>
                      <a:pt x="3436" y="12063"/>
                      <a:pt x="3436" y="12316"/>
                    </a:cubicBezTo>
                    <a:cubicBezTo>
                      <a:pt x="3161" y="12223"/>
                      <a:pt x="2918" y="12125"/>
                      <a:pt x="2690" y="11943"/>
                    </a:cubicBezTo>
                    <a:cubicBezTo>
                      <a:pt x="2622" y="11684"/>
                      <a:pt x="2644" y="11458"/>
                      <a:pt x="2690" y="11197"/>
                    </a:cubicBezTo>
                    <a:cubicBezTo>
                      <a:pt x="2566" y="11197"/>
                      <a:pt x="2443" y="11197"/>
                      <a:pt x="2316" y="11197"/>
                    </a:cubicBezTo>
                    <a:cubicBezTo>
                      <a:pt x="2316" y="10950"/>
                      <a:pt x="2316" y="10704"/>
                      <a:pt x="2316" y="10450"/>
                    </a:cubicBezTo>
                    <a:cubicBezTo>
                      <a:pt x="2193" y="10450"/>
                      <a:pt x="2070" y="10450"/>
                      <a:pt x="1943" y="10450"/>
                    </a:cubicBezTo>
                    <a:cubicBezTo>
                      <a:pt x="1586" y="10076"/>
                      <a:pt x="1540" y="9589"/>
                      <a:pt x="1547" y="9097"/>
                    </a:cubicBezTo>
                    <a:cubicBezTo>
                      <a:pt x="1551" y="8926"/>
                      <a:pt x="1560" y="8755"/>
                      <a:pt x="1570" y="8584"/>
                    </a:cubicBezTo>
                    <a:cubicBezTo>
                      <a:pt x="1447" y="8584"/>
                      <a:pt x="1324" y="8584"/>
                      <a:pt x="1197" y="8584"/>
                    </a:cubicBezTo>
                    <a:cubicBezTo>
                      <a:pt x="1197" y="8338"/>
                      <a:pt x="1197" y="8091"/>
                      <a:pt x="1197" y="7838"/>
                    </a:cubicBezTo>
                    <a:cubicBezTo>
                      <a:pt x="1074" y="7838"/>
                      <a:pt x="950" y="7838"/>
                      <a:pt x="824" y="7838"/>
                    </a:cubicBezTo>
                    <a:cubicBezTo>
                      <a:pt x="824" y="7345"/>
                      <a:pt x="824" y="6852"/>
                      <a:pt x="824" y="6345"/>
                    </a:cubicBezTo>
                    <a:cubicBezTo>
                      <a:pt x="700" y="6345"/>
                      <a:pt x="577" y="6345"/>
                      <a:pt x="450" y="6345"/>
                    </a:cubicBezTo>
                    <a:cubicBezTo>
                      <a:pt x="450" y="5729"/>
                      <a:pt x="450" y="5113"/>
                      <a:pt x="450" y="4479"/>
                    </a:cubicBezTo>
                    <a:cubicBezTo>
                      <a:pt x="327" y="4479"/>
                      <a:pt x="204" y="4479"/>
                      <a:pt x="77" y="4479"/>
                    </a:cubicBezTo>
                    <a:cubicBezTo>
                      <a:pt x="0" y="2036"/>
                      <a:pt x="0" y="2036"/>
                      <a:pt x="450" y="1120"/>
                    </a:cubicBezTo>
                    <a:cubicBezTo>
                      <a:pt x="573" y="1120"/>
                      <a:pt x="697" y="1120"/>
                      <a:pt x="824" y="1120"/>
                    </a:cubicBezTo>
                    <a:cubicBezTo>
                      <a:pt x="824" y="750"/>
                      <a:pt x="824" y="381"/>
                      <a:pt x="82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06" name="ICON_EEG_HEAD_path_021"/>
              <p:cNvSpPr/>
              <p:nvPr/>
            </p:nvSpPr>
            <p:spPr>
              <a:xfrm>
                <a:off x="603325" y="1800722"/>
                <a:ext cx="47399" cy="127978"/>
              </a:xfrm>
              <a:custGeom>
                <a:avLst/>
                <a:gdLst/>
                <a:ahLst/>
                <a:cxnLst/>
                <a:rect l="0" t="0" r="r" b="b"/>
                <a:pathLst>
                  <a:path w="3732" h="10077" fill="norm" stroke="0">
                    <a:moveTo>
                      <a:pt x="373" y="0"/>
                    </a:moveTo>
                    <a:cubicBezTo>
                      <a:pt x="620" y="0"/>
                      <a:pt x="866" y="0"/>
                      <a:pt x="1120" y="0"/>
                    </a:cubicBezTo>
                    <a:cubicBezTo>
                      <a:pt x="1120" y="369"/>
                      <a:pt x="1120" y="739"/>
                      <a:pt x="1120" y="1120"/>
                    </a:cubicBezTo>
                    <a:cubicBezTo>
                      <a:pt x="1243" y="1120"/>
                      <a:pt x="1366" y="1120"/>
                      <a:pt x="1493" y="1120"/>
                    </a:cubicBezTo>
                    <a:cubicBezTo>
                      <a:pt x="1493" y="1489"/>
                      <a:pt x="1493" y="1859"/>
                      <a:pt x="1493" y="2239"/>
                    </a:cubicBezTo>
                    <a:cubicBezTo>
                      <a:pt x="1616" y="2239"/>
                      <a:pt x="1739" y="2239"/>
                      <a:pt x="1866" y="2239"/>
                    </a:cubicBezTo>
                    <a:cubicBezTo>
                      <a:pt x="1866" y="2609"/>
                      <a:pt x="1866" y="2978"/>
                      <a:pt x="1866" y="3359"/>
                    </a:cubicBezTo>
                    <a:cubicBezTo>
                      <a:pt x="1989" y="3359"/>
                      <a:pt x="2112" y="3359"/>
                      <a:pt x="2239" y="3359"/>
                    </a:cubicBezTo>
                    <a:cubicBezTo>
                      <a:pt x="2239" y="5083"/>
                      <a:pt x="2239" y="6808"/>
                      <a:pt x="2239" y="8584"/>
                    </a:cubicBezTo>
                    <a:cubicBezTo>
                      <a:pt x="2362" y="8584"/>
                      <a:pt x="2486" y="8584"/>
                      <a:pt x="2613" y="8584"/>
                    </a:cubicBezTo>
                    <a:cubicBezTo>
                      <a:pt x="2613" y="8707"/>
                      <a:pt x="2613" y="8830"/>
                      <a:pt x="2613" y="8957"/>
                    </a:cubicBezTo>
                    <a:cubicBezTo>
                      <a:pt x="2736" y="8957"/>
                      <a:pt x="2859" y="8957"/>
                      <a:pt x="2986" y="8957"/>
                    </a:cubicBezTo>
                    <a:cubicBezTo>
                      <a:pt x="2986" y="9081"/>
                      <a:pt x="2986" y="9204"/>
                      <a:pt x="2986" y="9331"/>
                    </a:cubicBezTo>
                    <a:cubicBezTo>
                      <a:pt x="3232" y="9331"/>
                      <a:pt x="3478" y="9331"/>
                      <a:pt x="3732" y="9331"/>
                    </a:cubicBezTo>
                    <a:cubicBezTo>
                      <a:pt x="3732" y="9577"/>
                      <a:pt x="3732" y="9823"/>
                      <a:pt x="3732" y="10077"/>
                    </a:cubicBezTo>
                    <a:cubicBezTo>
                      <a:pt x="3486" y="10077"/>
                      <a:pt x="3240" y="10077"/>
                      <a:pt x="2986" y="10077"/>
                    </a:cubicBezTo>
                    <a:cubicBezTo>
                      <a:pt x="2986" y="9954"/>
                      <a:pt x="2986" y="9831"/>
                      <a:pt x="2986" y="9704"/>
                    </a:cubicBezTo>
                    <a:cubicBezTo>
                      <a:pt x="2863" y="9704"/>
                      <a:pt x="2739" y="9704"/>
                      <a:pt x="2613" y="9704"/>
                    </a:cubicBezTo>
                    <a:cubicBezTo>
                      <a:pt x="2613" y="9581"/>
                      <a:pt x="2613" y="9457"/>
                      <a:pt x="2613" y="9331"/>
                    </a:cubicBezTo>
                    <a:cubicBezTo>
                      <a:pt x="2489" y="9331"/>
                      <a:pt x="2366" y="9331"/>
                      <a:pt x="2239" y="9331"/>
                    </a:cubicBezTo>
                    <a:cubicBezTo>
                      <a:pt x="2239" y="9207"/>
                      <a:pt x="2239" y="9084"/>
                      <a:pt x="2239" y="8957"/>
                    </a:cubicBezTo>
                    <a:cubicBezTo>
                      <a:pt x="1993" y="8957"/>
                      <a:pt x="1747" y="8957"/>
                      <a:pt x="1493" y="8957"/>
                    </a:cubicBezTo>
                    <a:cubicBezTo>
                      <a:pt x="1493" y="8834"/>
                      <a:pt x="1493" y="8711"/>
                      <a:pt x="1493" y="8584"/>
                    </a:cubicBezTo>
                    <a:cubicBezTo>
                      <a:pt x="1370" y="8584"/>
                      <a:pt x="1247" y="8584"/>
                      <a:pt x="1120" y="8584"/>
                    </a:cubicBezTo>
                    <a:cubicBezTo>
                      <a:pt x="1120" y="8338"/>
                      <a:pt x="1120" y="8091"/>
                      <a:pt x="1120" y="7838"/>
                    </a:cubicBezTo>
                    <a:cubicBezTo>
                      <a:pt x="1243" y="7838"/>
                      <a:pt x="1366" y="7838"/>
                      <a:pt x="1493" y="7838"/>
                    </a:cubicBezTo>
                    <a:cubicBezTo>
                      <a:pt x="1493" y="7591"/>
                      <a:pt x="1493" y="7345"/>
                      <a:pt x="1493" y="7091"/>
                    </a:cubicBezTo>
                    <a:cubicBezTo>
                      <a:pt x="1616" y="7091"/>
                      <a:pt x="1739" y="7091"/>
                      <a:pt x="1866" y="7091"/>
                    </a:cubicBezTo>
                    <a:cubicBezTo>
                      <a:pt x="1866" y="5983"/>
                      <a:pt x="1866" y="4874"/>
                      <a:pt x="1866" y="3732"/>
                    </a:cubicBezTo>
                    <a:cubicBezTo>
                      <a:pt x="1743" y="3732"/>
                      <a:pt x="1620" y="3732"/>
                      <a:pt x="1493" y="3732"/>
                    </a:cubicBezTo>
                    <a:cubicBezTo>
                      <a:pt x="1493" y="3609"/>
                      <a:pt x="1493" y="3486"/>
                      <a:pt x="1493" y="3359"/>
                    </a:cubicBezTo>
                    <a:cubicBezTo>
                      <a:pt x="1370" y="3359"/>
                      <a:pt x="1247" y="3359"/>
                      <a:pt x="1120" y="3359"/>
                    </a:cubicBezTo>
                    <a:cubicBezTo>
                      <a:pt x="1120" y="3113"/>
                      <a:pt x="1120" y="2866"/>
                      <a:pt x="1120" y="2613"/>
                    </a:cubicBezTo>
                    <a:cubicBezTo>
                      <a:pt x="873" y="2613"/>
                      <a:pt x="627" y="2613"/>
                      <a:pt x="373" y="2613"/>
                    </a:cubicBezTo>
                    <a:cubicBezTo>
                      <a:pt x="373" y="2366"/>
                      <a:pt x="373" y="2120"/>
                      <a:pt x="373" y="1866"/>
                    </a:cubicBezTo>
                    <a:cubicBezTo>
                      <a:pt x="250" y="1866"/>
                      <a:pt x="127" y="1866"/>
                      <a:pt x="0" y="1866"/>
                    </a:cubicBezTo>
                    <a:cubicBezTo>
                      <a:pt x="0" y="1497"/>
                      <a:pt x="0" y="1127"/>
                      <a:pt x="0" y="746"/>
                    </a:cubicBezTo>
                    <a:cubicBezTo>
                      <a:pt x="123" y="746"/>
                      <a:pt x="246" y="746"/>
                      <a:pt x="373" y="746"/>
                    </a:cubicBezTo>
                    <a:cubicBezTo>
                      <a:pt x="373" y="500"/>
                      <a:pt x="373" y="254"/>
                      <a:pt x="37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07" name="ICON_EEG_HEAD_path_022"/>
              <p:cNvSpPr/>
              <p:nvPr/>
            </p:nvSpPr>
            <p:spPr>
              <a:xfrm>
                <a:off x="806846" y="890655"/>
                <a:ext cx="76135" cy="23700"/>
              </a:xfrm>
              <a:custGeom>
                <a:avLst/>
                <a:gdLst/>
                <a:ahLst/>
                <a:cxnLst/>
                <a:rect l="0" t="0" r="r" b="b"/>
                <a:pathLst>
                  <a:path w="5995" h="1866" fill="norm" stroke="0">
                    <a:moveTo>
                      <a:pt x="397" y="0"/>
                    </a:moveTo>
                    <a:cubicBezTo>
                      <a:pt x="520" y="0"/>
                      <a:pt x="643" y="0"/>
                      <a:pt x="770" y="0"/>
                    </a:cubicBezTo>
                    <a:cubicBezTo>
                      <a:pt x="770" y="123"/>
                      <a:pt x="770" y="246"/>
                      <a:pt x="770" y="373"/>
                    </a:cubicBezTo>
                    <a:cubicBezTo>
                      <a:pt x="2125" y="373"/>
                      <a:pt x="3479" y="373"/>
                      <a:pt x="4875" y="373"/>
                    </a:cubicBezTo>
                    <a:cubicBezTo>
                      <a:pt x="4875" y="620"/>
                      <a:pt x="4875" y="866"/>
                      <a:pt x="4875" y="1120"/>
                    </a:cubicBezTo>
                    <a:cubicBezTo>
                      <a:pt x="5245" y="1120"/>
                      <a:pt x="5614" y="1120"/>
                      <a:pt x="5995" y="1120"/>
                    </a:cubicBezTo>
                    <a:cubicBezTo>
                      <a:pt x="5995" y="1366"/>
                      <a:pt x="5995" y="1612"/>
                      <a:pt x="5995" y="1866"/>
                    </a:cubicBezTo>
                    <a:cubicBezTo>
                      <a:pt x="4394" y="1866"/>
                      <a:pt x="2793" y="1866"/>
                      <a:pt x="1143" y="1866"/>
                    </a:cubicBezTo>
                    <a:cubicBezTo>
                      <a:pt x="1143" y="1743"/>
                      <a:pt x="1143" y="1620"/>
                      <a:pt x="1143" y="1493"/>
                    </a:cubicBezTo>
                    <a:cubicBezTo>
                      <a:pt x="1020" y="1493"/>
                      <a:pt x="897" y="1493"/>
                      <a:pt x="770" y="1493"/>
                    </a:cubicBezTo>
                    <a:cubicBezTo>
                      <a:pt x="777" y="1435"/>
                      <a:pt x="785" y="1377"/>
                      <a:pt x="793" y="1318"/>
                    </a:cubicBezTo>
                    <a:cubicBezTo>
                      <a:pt x="789" y="1285"/>
                      <a:pt x="789" y="1285"/>
                      <a:pt x="770" y="1120"/>
                    </a:cubicBezTo>
                    <a:cubicBezTo>
                      <a:pt x="606" y="1015"/>
                      <a:pt x="606" y="1015"/>
                      <a:pt x="397" y="933"/>
                    </a:cubicBezTo>
                    <a:cubicBezTo>
                      <a:pt x="187" y="851"/>
                      <a:pt x="187" y="851"/>
                      <a:pt x="23" y="746"/>
                    </a:cubicBezTo>
                    <a:cubicBezTo>
                      <a:pt x="0" y="548"/>
                      <a:pt x="0" y="548"/>
                      <a:pt x="23" y="373"/>
                    </a:cubicBezTo>
                    <a:cubicBezTo>
                      <a:pt x="146" y="373"/>
                      <a:pt x="270" y="373"/>
                      <a:pt x="397" y="373"/>
                    </a:cubicBezTo>
                    <a:cubicBezTo>
                      <a:pt x="397" y="250"/>
                      <a:pt x="397" y="127"/>
                      <a:pt x="39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08" name="ICON_EEG_HEAD_path_023"/>
              <p:cNvSpPr/>
              <p:nvPr/>
            </p:nvSpPr>
            <p:spPr>
              <a:xfrm>
                <a:off x="333149" y="1544765"/>
                <a:ext cx="28440" cy="61619"/>
              </a:xfrm>
              <a:custGeom>
                <a:avLst/>
                <a:gdLst/>
                <a:ahLst/>
                <a:cxnLst/>
                <a:rect l="0" t="0" r="r" b="b"/>
                <a:pathLst>
                  <a:path w="2239" h="4852" fill="norm" stroke="0">
                    <a:moveTo>
                      <a:pt x="373" y="0"/>
                    </a:moveTo>
                    <a:cubicBezTo>
                      <a:pt x="496" y="0"/>
                      <a:pt x="620" y="0"/>
                      <a:pt x="746" y="0"/>
                    </a:cubicBezTo>
                    <a:cubicBezTo>
                      <a:pt x="746" y="123"/>
                      <a:pt x="746" y="246"/>
                      <a:pt x="746" y="373"/>
                    </a:cubicBezTo>
                    <a:cubicBezTo>
                      <a:pt x="993" y="373"/>
                      <a:pt x="1239" y="373"/>
                      <a:pt x="1493" y="373"/>
                    </a:cubicBezTo>
                    <a:cubicBezTo>
                      <a:pt x="1493" y="496"/>
                      <a:pt x="1493" y="620"/>
                      <a:pt x="1493" y="746"/>
                    </a:cubicBezTo>
                    <a:cubicBezTo>
                      <a:pt x="1739" y="746"/>
                      <a:pt x="1986" y="746"/>
                      <a:pt x="2239" y="746"/>
                    </a:cubicBezTo>
                    <a:cubicBezTo>
                      <a:pt x="2239" y="1116"/>
                      <a:pt x="2239" y="1485"/>
                      <a:pt x="2239" y="1866"/>
                    </a:cubicBezTo>
                    <a:cubicBezTo>
                      <a:pt x="2116" y="1866"/>
                      <a:pt x="1993" y="1866"/>
                      <a:pt x="1866" y="1866"/>
                    </a:cubicBezTo>
                    <a:cubicBezTo>
                      <a:pt x="1866" y="2236"/>
                      <a:pt x="1866" y="2605"/>
                      <a:pt x="1866" y="2986"/>
                    </a:cubicBezTo>
                    <a:cubicBezTo>
                      <a:pt x="1743" y="2986"/>
                      <a:pt x="1620" y="2986"/>
                      <a:pt x="1493" y="2986"/>
                    </a:cubicBezTo>
                    <a:cubicBezTo>
                      <a:pt x="1493" y="3355"/>
                      <a:pt x="1493" y="3725"/>
                      <a:pt x="1493" y="4105"/>
                    </a:cubicBezTo>
                    <a:cubicBezTo>
                      <a:pt x="1370" y="4105"/>
                      <a:pt x="1247" y="4105"/>
                      <a:pt x="1120" y="4105"/>
                    </a:cubicBezTo>
                    <a:cubicBezTo>
                      <a:pt x="1120" y="4229"/>
                      <a:pt x="1120" y="4352"/>
                      <a:pt x="1120" y="4479"/>
                    </a:cubicBezTo>
                    <a:cubicBezTo>
                      <a:pt x="997" y="4479"/>
                      <a:pt x="873" y="4479"/>
                      <a:pt x="746" y="4479"/>
                    </a:cubicBezTo>
                    <a:cubicBezTo>
                      <a:pt x="746" y="4602"/>
                      <a:pt x="746" y="4725"/>
                      <a:pt x="746" y="4852"/>
                    </a:cubicBezTo>
                    <a:cubicBezTo>
                      <a:pt x="500" y="4852"/>
                      <a:pt x="254" y="4852"/>
                      <a:pt x="0" y="4852"/>
                    </a:cubicBezTo>
                    <a:cubicBezTo>
                      <a:pt x="0" y="4359"/>
                      <a:pt x="0" y="3867"/>
                      <a:pt x="0" y="3359"/>
                    </a:cubicBezTo>
                    <a:cubicBezTo>
                      <a:pt x="246" y="3359"/>
                      <a:pt x="493" y="3359"/>
                      <a:pt x="746" y="3359"/>
                    </a:cubicBezTo>
                    <a:cubicBezTo>
                      <a:pt x="746" y="3113"/>
                      <a:pt x="746" y="2866"/>
                      <a:pt x="746" y="2613"/>
                    </a:cubicBezTo>
                    <a:cubicBezTo>
                      <a:pt x="870" y="2613"/>
                      <a:pt x="993" y="2613"/>
                      <a:pt x="1120" y="2613"/>
                    </a:cubicBezTo>
                    <a:cubicBezTo>
                      <a:pt x="1120" y="2366"/>
                      <a:pt x="1120" y="2120"/>
                      <a:pt x="1120" y="1866"/>
                    </a:cubicBezTo>
                    <a:cubicBezTo>
                      <a:pt x="873" y="1866"/>
                      <a:pt x="627" y="1866"/>
                      <a:pt x="373" y="1866"/>
                    </a:cubicBezTo>
                    <a:cubicBezTo>
                      <a:pt x="373" y="1620"/>
                      <a:pt x="373" y="1373"/>
                      <a:pt x="373" y="1120"/>
                    </a:cubicBezTo>
                    <a:cubicBezTo>
                      <a:pt x="250" y="1120"/>
                      <a:pt x="127" y="1120"/>
                      <a:pt x="0" y="1120"/>
                    </a:cubicBezTo>
                    <a:cubicBezTo>
                      <a:pt x="0" y="873"/>
                      <a:pt x="0" y="627"/>
                      <a:pt x="0" y="373"/>
                    </a:cubicBezTo>
                    <a:cubicBezTo>
                      <a:pt x="123" y="373"/>
                      <a:pt x="246" y="373"/>
                      <a:pt x="373" y="373"/>
                    </a:cubicBezTo>
                    <a:cubicBezTo>
                      <a:pt x="373" y="250"/>
                      <a:pt x="373" y="127"/>
                      <a:pt x="37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09" name="ICON_EEG_HEAD_path_024"/>
              <p:cNvSpPr/>
              <p:nvPr/>
            </p:nvSpPr>
            <p:spPr>
              <a:xfrm>
                <a:off x="446908" y="1023373"/>
                <a:ext cx="23700" cy="56879"/>
              </a:xfrm>
              <a:custGeom>
                <a:avLst/>
                <a:gdLst/>
                <a:ahLst/>
                <a:cxnLst/>
                <a:rect l="0" t="0" r="r" b="b"/>
                <a:pathLst>
                  <a:path w="1866" h="4479" fill="norm" stroke="0">
                    <a:moveTo>
                      <a:pt x="373" y="0"/>
                    </a:moveTo>
                    <a:cubicBezTo>
                      <a:pt x="866" y="0"/>
                      <a:pt x="1359" y="0"/>
                      <a:pt x="1866" y="0"/>
                    </a:cubicBezTo>
                    <a:cubicBezTo>
                      <a:pt x="1743" y="493"/>
                      <a:pt x="1620" y="985"/>
                      <a:pt x="1493" y="1493"/>
                    </a:cubicBezTo>
                    <a:cubicBezTo>
                      <a:pt x="1616" y="1493"/>
                      <a:pt x="1739" y="1493"/>
                      <a:pt x="1866" y="1493"/>
                    </a:cubicBezTo>
                    <a:cubicBezTo>
                      <a:pt x="1866" y="1862"/>
                      <a:pt x="1866" y="2232"/>
                      <a:pt x="1866" y="2613"/>
                    </a:cubicBezTo>
                    <a:cubicBezTo>
                      <a:pt x="1743" y="2613"/>
                      <a:pt x="1620" y="2613"/>
                      <a:pt x="1493" y="2613"/>
                    </a:cubicBezTo>
                    <a:cubicBezTo>
                      <a:pt x="1493" y="2859"/>
                      <a:pt x="1493" y="3105"/>
                      <a:pt x="1493" y="3359"/>
                    </a:cubicBezTo>
                    <a:cubicBezTo>
                      <a:pt x="1370" y="3359"/>
                      <a:pt x="1247" y="3359"/>
                      <a:pt x="1120" y="3359"/>
                    </a:cubicBezTo>
                    <a:cubicBezTo>
                      <a:pt x="1113" y="3424"/>
                      <a:pt x="1106" y="3489"/>
                      <a:pt x="1099" y="3557"/>
                    </a:cubicBezTo>
                    <a:cubicBezTo>
                      <a:pt x="999" y="4242"/>
                      <a:pt x="999" y="4242"/>
                      <a:pt x="796" y="4396"/>
                    </a:cubicBezTo>
                    <a:cubicBezTo>
                      <a:pt x="642" y="4444"/>
                      <a:pt x="642" y="4444"/>
                      <a:pt x="373" y="4479"/>
                    </a:cubicBezTo>
                    <a:cubicBezTo>
                      <a:pt x="373" y="4356"/>
                      <a:pt x="373" y="4232"/>
                      <a:pt x="373" y="4105"/>
                    </a:cubicBezTo>
                    <a:cubicBezTo>
                      <a:pt x="250" y="4105"/>
                      <a:pt x="127" y="4105"/>
                      <a:pt x="0" y="4105"/>
                    </a:cubicBezTo>
                    <a:cubicBezTo>
                      <a:pt x="0" y="3982"/>
                      <a:pt x="0" y="3859"/>
                      <a:pt x="0" y="3732"/>
                    </a:cubicBezTo>
                    <a:cubicBezTo>
                      <a:pt x="123" y="3732"/>
                      <a:pt x="246" y="3732"/>
                      <a:pt x="373" y="3732"/>
                    </a:cubicBezTo>
                    <a:cubicBezTo>
                      <a:pt x="373" y="3609"/>
                      <a:pt x="373" y="3486"/>
                      <a:pt x="373" y="3359"/>
                    </a:cubicBezTo>
                    <a:cubicBezTo>
                      <a:pt x="250" y="3359"/>
                      <a:pt x="127" y="3359"/>
                      <a:pt x="0" y="3359"/>
                    </a:cubicBezTo>
                    <a:cubicBezTo>
                      <a:pt x="0" y="3236"/>
                      <a:pt x="0" y="3113"/>
                      <a:pt x="0" y="2986"/>
                    </a:cubicBezTo>
                    <a:cubicBezTo>
                      <a:pt x="123" y="2986"/>
                      <a:pt x="246" y="2986"/>
                      <a:pt x="373" y="2986"/>
                    </a:cubicBezTo>
                    <a:cubicBezTo>
                      <a:pt x="373" y="2000"/>
                      <a:pt x="373" y="1015"/>
                      <a:pt x="37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10" name="ICON_EEG_HEAD_path_025"/>
              <p:cNvSpPr/>
              <p:nvPr/>
            </p:nvSpPr>
            <p:spPr>
              <a:xfrm>
                <a:off x="347369" y="1625344"/>
                <a:ext cx="23700" cy="47399"/>
              </a:xfrm>
              <a:custGeom>
                <a:avLst/>
                <a:gdLst/>
                <a:ahLst/>
                <a:cxnLst/>
                <a:rect l="0" t="0" r="r" b="b"/>
                <a:pathLst>
                  <a:path w="1866" h="3732" fill="norm" stroke="0">
                    <a:moveTo>
                      <a:pt x="1493" y="0"/>
                    </a:moveTo>
                    <a:cubicBezTo>
                      <a:pt x="1616" y="0"/>
                      <a:pt x="1739" y="0"/>
                      <a:pt x="1866" y="0"/>
                    </a:cubicBezTo>
                    <a:cubicBezTo>
                      <a:pt x="1866" y="246"/>
                      <a:pt x="1866" y="493"/>
                      <a:pt x="1866" y="746"/>
                    </a:cubicBezTo>
                    <a:cubicBezTo>
                      <a:pt x="1743" y="746"/>
                      <a:pt x="1620" y="746"/>
                      <a:pt x="1493" y="746"/>
                    </a:cubicBezTo>
                    <a:cubicBezTo>
                      <a:pt x="1493" y="1485"/>
                      <a:pt x="1493" y="2224"/>
                      <a:pt x="1493" y="2986"/>
                    </a:cubicBezTo>
                    <a:cubicBezTo>
                      <a:pt x="1616" y="2986"/>
                      <a:pt x="1739" y="2986"/>
                      <a:pt x="1866" y="2986"/>
                    </a:cubicBezTo>
                    <a:cubicBezTo>
                      <a:pt x="1866" y="3232"/>
                      <a:pt x="1866" y="3478"/>
                      <a:pt x="1866" y="3732"/>
                    </a:cubicBezTo>
                    <a:cubicBezTo>
                      <a:pt x="1743" y="3732"/>
                      <a:pt x="1620" y="3732"/>
                      <a:pt x="1493" y="3732"/>
                    </a:cubicBezTo>
                    <a:cubicBezTo>
                      <a:pt x="1493" y="3609"/>
                      <a:pt x="1493" y="3486"/>
                      <a:pt x="1493" y="3359"/>
                    </a:cubicBezTo>
                    <a:cubicBezTo>
                      <a:pt x="1000" y="3359"/>
                      <a:pt x="508" y="3359"/>
                      <a:pt x="0" y="3359"/>
                    </a:cubicBezTo>
                    <a:cubicBezTo>
                      <a:pt x="0" y="2497"/>
                      <a:pt x="0" y="1635"/>
                      <a:pt x="0" y="746"/>
                    </a:cubicBezTo>
                    <a:cubicBezTo>
                      <a:pt x="123" y="746"/>
                      <a:pt x="246" y="746"/>
                      <a:pt x="373" y="746"/>
                    </a:cubicBezTo>
                    <a:cubicBezTo>
                      <a:pt x="373" y="623"/>
                      <a:pt x="373" y="500"/>
                      <a:pt x="373" y="373"/>
                    </a:cubicBezTo>
                    <a:cubicBezTo>
                      <a:pt x="743" y="373"/>
                      <a:pt x="1112" y="373"/>
                      <a:pt x="1493" y="373"/>
                    </a:cubicBezTo>
                    <a:cubicBezTo>
                      <a:pt x="1493" y="250"/>
                      <a:pt x="1493" y="127"/>
                      <a:pt x="14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11" name="ICON_EEG_HEAD_path_026"/>
              <p:cNvSpPr/>
              <p:nvPr/>
            </p:nvSpPr>
            <p:spPr>
              <a:xfrm>
                <a:off x="427948" y="1791242"/>
                <a:ext cx="87689" cy="18960"/>
              </a:xfrm>
              <a:custGeom>
                <a:avLst/>
                <a:gdLst/>
                <a:ahLst/>
                <a:cxnLst/>
                <a:rect l="0" t="0" r="r" b="b"/>
                <a:pathLst>
                  <a:path w="6905" h="1493" fill="norm" stroke="0">
                    <a:moveTo>
                      <a:pt x="0" y="0"/>
                    </a:moveTo>
                    <a:cubicBezTo>
                      <a:pt x="90" y="39"/>
                      <a:pt x="179" y="78"/>
                      <a:pt x="272" y="118"/>
                    </a:cubicBezTo>
                    <a:cubicBezTo>
                      <a:pt x="1574" y="638"/>
                      <a:pt x="2835" y="662"/>
                      <a:pt x="4217" y="685"/>
                    </a:cubicBezTo>
                    <a:cubicBezTo>
                      <a:pt x="4521" y="690"/>
                      <a:pt x="4825" y="699"/>
                      <a:pt x="5129" y="707"/>
                    </a:cubicBezTo>
                    <a:cubicBezTo>
                      <a:pt x="5721" y="723"/>
                      <a:pt x="6313" y="736"/>
                      <a:pt x="6905" y="746"/>
                    </a:cubicBezTo>
                    <a:cubicBezTo>
                      <a:pt x="6905" y="995"/>
                      <a:pt x="6905" y="1244"/>
                      <a:pt x="6905" y="1493"/>
                    </a:cubicBezTo>
                    <a:cubicBezTo>
                      <a:pt x="5242" y="1493"/>
                      <a:pt x="3579" y="1493"/>
                      <a:pt x="1866" y="1493"/>
                    </a:cubicBezTo>
                    <a:cubicBezTo>
                      <a:pt x="1866" y="1370"/>
                      <a:pt x="1866" y="1247"/>
                      <a:pt x="1866" y="1120"/>
                    </a:cubicBezTo>
                    <a:cubicBezTo>
                      <a:pt x="1620" y="1120"/>
                      <a:pt x="1373" y="1120"/>
                      <a:pt x="1120" y="1120"/>
                    </a:cubicBezTo>
                    <a:cubicBezTo>
                      <a:pt x="1120" y="997"/>
                      <a:pt x="1120" y="873"/>
                      <a:pt x="1120" y="746"/>
                    </a:cubicBezTo>
                    <a:cubicBezTo>
                      <a:pt x="750" y="746"/>
                      <a:pt x="381" y="746"/>
                      <a:pt x="0" y="746"/>
                    </a:cubicBezTo>
                    <a:cubicBezTo>
                      <a:pt x="0" y="500"/>
                      <a:pt x="0" y="25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12" name="ICON_EEG_HEAD_path_027"/>
              <p:cNvSpPr/>
              <p:nvPr/>
            </p:nvSpPr>
            <p:spPr>
              <a:xfrm>
                <a:off x="375809" y="1701183"/>
                <a:ext cx="18960" cy="47399"/>
              </a:xfrm>
              <a:custGeom>
                <a:avLst/>
                <a:gdLst/>
                <a:ahLst/>
                <a:cxnLst/>
                <a:rect l="0" t="0" r="r" b="b"/>
                <a:pathLst>
                  <a:path w="1493" h="3732" fill="norm" stroke="0">
                    <a:moveTo>
                      <a:pt x="1120" y="0"/>
                    </a:moveTo>
                    <a:cubicBezTo>
                      <a:pt x="1243" y="0"/>
                      <a:pt x="1366" y="0"/>
                      <a:pt x="1493" y="0"/>
                    </a:cubicBezTo>
                    <a:cubicBezTo>
                      <a:pt x="1493" y="1232"/>
                      <a:pt x="1493" y="2463"/>
                      <a:pt x="1493" y="3732"/>
                    </a:cubicBezTo>
                    <a:cubicBezTo>
                      <a:pt x="1123" y="3732"/>
                      <a:pt x="754" y="3732"/>
                      <a:pt x="373" y="3732"/>
                    </a:cubicBezTo>
                    <a:cubicBezTo>
                      <a:pt x="373" y="3609"/>
                      <a:pt x="373" y="3486"/>
                      <a:pt x="373" y="3359"/>
                    </a:cubicBezTo>
                    <a:cubicBezTo>
                      <a:pt x="250" y="3359"/>
                      <a:pt x="127" y="3359"/>
                      <a:pt x="0" y="3359"/>
                    </a:cubicBezTo>
                    <a:cubicBezTo>
                      <a:pt x="0" y="2497"/>
                      <a:pt x="0" y="1635"/>
                      <a:pt x="0" y="746"/>
                    </a:cubicBezTo>
                    <a:cubicBezTo>
                      <a:pt x="369" y="746"/>
                      <a:pt x="739" y="746"/>
                      <a:pt x="1120" y="746"/>
                    </a:cubicBezTo>
                    <a:cubicBezTo>
                      <a:pt x="1120" y="500"/>
                      <a:pt x="1120" y="254"/>
                      <a:pt x="112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13" name="ICON_EEG_HEAD_path_028"/>
              <p:cNvSpPr/>
              <p:nvPr/>
            </p:nvSpPr>
            <p:spPr>
              <a:xfrm>
                <a:off x="1101018" y="1535286"/>
                <a:ext cx="56879" cy="56879"/>
              </a:xfrm>
              <a:custGeom>
                <a:avLst/>
                <a:gdLst/>
                <a:ahLst/>
                <a:cxnLst/>
                <a:rect l="0" t="0" r="r" b="b"/>
                <a:pathLst>
                  <a:path w="4479" h="4479" fill="norm" stroke="0">
                    <a:moveTo>
                      <a:pt x="4105" y="0"/>
                    </a:moveTo>
                    <a:cubicBezTo>
                      <a:pt x="4229" y="62"/>
                      <a:pt x="4352" y="123"/>
                      <a:pt x="4479" y="187"/>
                    </a:cubicBezTo>
                    <a:cubicBezTo>
                      <a:pt x="4356" y="495"/>
                      <a:pt x="4232" y="802"/>
                      <a:pt x="4105" y="1120"/>
                    </a:cubicBezTo>
                    <a:cubicBezTo>
                      <a:pt x="3982" y="1120"/>
                      <a:pt x="3859" y="1120"/>
                      <a:pt x="3732" y="1120"/>
                    </a:cubicBezTo>
                    <a:cubicBezTo>
                      <a:pt x="3732" y="1489"/>
                      <a:pt x="3732" y="1859"/>
                      <a:pt x="3732" y="2239"/>
                    </a:cubicBezTo>
                    <a:cubicBezTo>
                      <a:pt x="3609" y="2239"/>
                      <a:pt x="3486" y="2239"/>
                      <a:pt x="3359" y="2239"/>
                    </a:cubicBezTo>
                    <a:cubicBezTo>
                      <a:pt x="3359" y="2362"/>
                      <a:pt x="3359" y="2486"/>
                      <a:pt x="3359" y="2613"/>
                    </a:cubicBezTo>
                    <a:cubicBezTo>
                      <a:pt x="3236" y="2613"/>
                      <a:pt x="3113" y="2613"/>
                      <a:pt x="2986" y="2613"/>
                    </a:cubicBezTo>
                    <a:cubicBezTo>
                      <a:pt x="2986" y="2736"/>
                      <a:pt x="2986" y="2859"/>
                      <a:pt x="2986" y="2986"/>
                    </a:cubicBezTo>
                    <a:cubicBezTo>
                      <a:pt x="2863" y="2986"/>
                      <a:pt x="2739" y="2986"/>
                      <a:pt x="2613" y="2986"/>
                    </a:cubicBezTo>
                    <a:cubicBezTo>
                      <a:pt x="2613" y="3109"/>
                      <a:pt x="2613" y="3232"/>
                      <a:pt x="2613" y="3359"/>
                    </a:cubicBezTo>
                    <a:cubicBezTo>
                      <a:pt x="2489" y="3359"/>
                      <a:pt x="2366" y="3359"/>
                      <a:pt x="2239" y="3359"/>
                    </a:cubicBezTo>
                    <a:cubicBezTo>
                      <a:pt x="2239" y="3482"/>
                      <a:pt x="2239" y="3605"/>
                      <a:pt x="2239" y="3732"/>
                    </a:cubicBezTo>
                    <a:cubicBezTo>
                      <a:pt x="2116" y="3732"/>
                      <a:pt x="1993" y="3732"/>
                      <a:pt x="1866" y="3732"/>
                    </a:cubicBezTo>
                    <a:cubicBezTo>
                      <a:pt x="1866" y="3855"/>
                      <a:pt x="1866" y="3979"/>
                      <a:pt x="1866" y="4105"/>
                    </a:cubicBezTo>
                    <a:cubicBezTo>
                      <a:pt x="1743" y="4105"/>
                      <a:pt x="1620" y="4105"/>
                      <a:pt x="1493" y="4105"/>
                    </a:cubicBezTo>
                    <a:cubicBezTo>
                      <a:pt x="1493" y="4229"/>
                      <a:pt x="1493" y="4352"/>
                      <a:pt x="1493" y="4479"/>
                    </a:cubicBezTo>
                    <a:cubicBezTo>
                      <a:pt x="1000" y="4479"/>
                      <a:pt x="508" y="4479"/>
                      <a:pt x="0" y="4479"/>
                    </a:cubicBezTo>
                    <a:cubicBezTo>
                      <a:pt x="197" y="3953"/>
                      <a:pt x="197" y="3953"/>
                      <a:pt x="373" y="3732"/>
                    </a:cubicBezTo>
                    <a:cubicBezTo>
                      <a:pt x="632" y="3665"/>
                      <a:pt x="858" y="3687"/>
                      <a:pt x="1120" y="3732"/>
                    </a:cubicBezTo>
                    <a:cubicBezTo>
                      <a:pt x="1120" y="3609"/>
                      <a:pt x="1120" y="3486"/>
                      <a:pt x="1120" y="3359"/>
                    </a:cubicBezTo>
                    <a:cubicBezTo>
                      <a:pt x="1243" y="3359"/>
                      <a:pt x="1366" y="3359"/>
                      <a:pt x="1493" y="3359"/>
                    </a:cubicBezTo>
                    <a:cubicBezTo>
                      <a:pt x="1493" y="3236"/>
                      <a:pt x="1493" y="3113"/>
                      <a:pt x="1493" y="2986"/>
                    </a:cubicBezTo>
                    <a:cubicBezTo>
                      <a:pt x="1616" y="2986"/>
                      <a:pt x="1739" y="2986"/>
                      <a:pt x="1866" y="2986"/>
                    </a:cubicBezTo>
                    <a:cubicBezTo>
                      <a:pt x="1866" y="2863"/>
                      <a:pt x="1866" y="2739"/>
                      <a:pt x="1866" y="2613"/>
                    </a:cubicBezTo>
                    <a:cubicBezTo>
                      <a:pt x="1989" y="2613"/>
                      <a:pt x="2112" y="2613"/>
                      <a:pt x="2239" y="2613"/>
                    </a:cubicBezTo>
                    <a:cubicBezTo>
                      <a:pt x="2239" y="2489"/>
                      <a:pt x="2239" y="2366"/>
                      <a:pt x="2239" y="2239"/>
                    </a:cubicBezTo>
                    <a:cubicBezTo>
                      <a:pt x="2363" y="2239"/>
                      <a:pt x="2486" y="2239"/>
                      <a:pt x="2613" y="2239"/>
                    </a:cubicBezTo>
                    <a:cubicBezTo>
                      <a:pt x="2613" y="1993"/>
                      <a:pt x="2613" y="1747"/>
                      <a:pt x="2613" y="1493"/>
                    </a:cubicBezTo>
                    <a:cubicBezTo>
                      <a:pt x="2736" y="1493"/>
                      <a:pt x="2859" y="1493"/>
                      <a:pt x="2986" y="1493"/>
                    </a:cubicBezTo>
                    <a:cubicBezTo>
                      <a:pt x="2986" y="1370"/>
                      <a:pt x="2986" y="1247"/>
                      <a:pt x="2986" y="1120"/>
                    </a:cubicBezTo>
                    <a:cubicBezTo>
                      <a:pt x="3043" y="1127"/>
                      <a:pt x="3101" y="1134"/>
                      <a:pt x="3161" y="1142"/>
                    </a:cubicBezTo>
                    <a:cubicBezTo>
                      <a:pt x="3193" y="1138"/>
                      <a:pt x="3193" y="1138"/>
                      <a:pt x="3359" y="1120"/>
                    </a:cubicBezTo>
                    <a:cubicBezTo>
                      <a:pt x="3464" y="969"/>
                      <a:pt x="3464" y="969"/>
                      <a:pt x="3546" y="770"/>
                    </a:cubicBezTo>
                    <a:cubicBezTo>
                      <a:pt x="3693" y="439"/>
                      <a:pt x="3832" y="235"/>
                      <a:pt x="410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14" name="ICON_EEG_HEAD_path_029"/>
              <p:cNvSpPr/>
              <p:nvPr/>
            </p:nvSpPr>
            <p:spPr>
              <a:xfrm>
                <a:off x="1048582" y="923835"/>
                <a:ext cx="33476" cy="66359"/>
              </a:xfrm>
              <a:custGeom>
                <a:avLst/>
                <a:gdLst/>
                <a:ahLst/>
                <a:cxnLst/>
                <a:rect l="0" t="0" r="r" b="b"/>
                <a:pathLst>
                  <a:path w="2636" h="5225" fill="norm" stroke="0">
                    <a:moveTo>
                      <a:pt x="397" y="0"/>
                    </a:moveTo>
                    <a:cubicBezTo>
                      <a:pt x="520" y="0"/>
                      <a:pt x="643" y="0"/>
                      <a:pt x="770" y="0"/>
                    </a:cubicBezTo>
                    <a:cubicBezTo>
                      <a:pt x="770" y="123"/>
                      <a:pt x="770" y="246"/>
                      <a:pt x="770" y="373"/>
                    </a:cubicBezTo>
                    <a:cubicBezTo>
                      <a:pt x="1016" y="373"/>
                      <a:pt x="1262" y="373"/>
                      <a:pt x="1516" y="373"/>
                    </a:cubicBezTo>
                    <a:cubicBezTo>
                      <a:pt x="1516" y="866"/>
                      <a:pt x="1516" y="1359"/>
                      <a:pt x="1516" y="1866"/>
                    </a:cubicBezTo>
                    <a:cubicBezTo>
                      <a:pt x="1886" y="1866"/>
                      <a:pt x="2255" y="1866"/>
                      <a:pt x="2636" y="1866"/>
                    </a:cubicBezTo>
                    <a:cubicBezTo>
                      <a:pt x="2636" y="2112"/>
                      <a:pt x="2636" y="2359"/>
                      <a:pt x="2636" y="2613"/>
                    </a:cubicBezTo>
                    <a:cubicBezTo>
                      <a:pt x="2513" y="2613"/>
                      <a:pt x="2390" y="2613"/>
                      <a:pt x="2263" y="2613"/>
                    </a:cubicBezTo>
                    <a:cubicBezTo>
                      <a:pt x="2263" y="2982"/>
                      <a:pt x="2263" y="3352"/>
                      <a:pt x="2263" y="3732"/>
                    </a:cubicBezTo>
                    <a:cubicBezTo>
                      <a:pt x="2386" y="3732"/>
                      <a:pt x="2509" y="3732"/>
                      <a:pt x="2636" y="3732"/>
                    </a:cubicBezTo>
                    <a:cubicBezTo>
                      <a:pt x="2636" y="4102"/>
                      <a:pt x="2636" y="4471"/>
                      <a:pt x="2636" y="4852"/>
                    </a:cubicBezTo>
                    <a:cubicBezTo>
                      <a:pt x="2513" y="4852"/>
                      <a:pt x="2390" y="4852"/>
                      <a:pt x="2263" y="4852"/>
                    </a:cubicBezTo>
                    <a:cubicBezTo>
                      <a:pt x="2263" y="4975"/>
                      <a:pt x="2263" y="5098"/>
                      <a:pt x="2263" y="5225"/>
                    </a:cubicBezTo>
                    <a:cubicBezTo>
                      <a:pt x="2139" y="5225"/>
                      <a:pt x="2016" y="5225"/>
                      <a:pt x="1889" y="5225"/>
                    </a:cubicBezTo>
                    <a:cubicBezTo>
                      <a:pt x="1889" y="4732"/>
                      <a:pt x="1889" y="4240"/>
                      <a:pt x="1889" y="3732"/>
                    </a:cubicBezTo>
                    <a:cubicBezTo>
                      <a:pt x="1766" y="3732"/>
                      <a:pt x="1643" y="3732"/>
                      <a:pt x="1516" y="3732"/>
                    </a:cubicBezTo>
                    <a:cubicBezTo>
                      <a:pt x="1516" y="3240"/>
                      <a:pt x="1516" y="2747"/>
                      <a:pt x="1516" y="2239"/>
                    </a:cubicBezTo>
                    <a:cubicBezTo>
                      <a:pt x="1393" y="2239"/>
                      <a:pt x="1270" y="2239"/>
                      <a:pt x="1143" y="2239"/>
                    </a:cubicBezTo>
                    <a:cubicBezTo>
                      <a:pt x="1143" y="2116"/>
                      <a:pt x="1143" y="1993"/>
                      <a:pt x="1143" y="1866"/>
                    </a:cubicBezTo>
                    <a:cubicBezTo>
                      <a:pt x="1020" y="1866"/>
                      <a:pt x="897" y="1866"/>
                      <a:pt x="770" y="1866"/>
                    </a:cubicBezTo>
                    <a:cubicBezTo>
                      <a:pt x="778" y="1816"/>
                      <a:pt x="787" y="1767"/>
                      <a:pt x="796" y="1716"/>
                    </a:cubicBezTo>
                    <a:cubicBezTo>
                      <a:pt x="818" y="1497"/>
                      <a:pt x="826" y="1333"/>
                      <a:pt x="770" y="1120"/>
                    </a:cubicBezTo>
                    <a:cubicBezTo>
                      <a:pt x="582" y="984"/>
                      <a:pt x="406" y="913"/>
                      <a:pt x="187" y="838"/>
                    </a:cubicBezTo>
                    <a:cubicBezTo>
                      <a:pt x="133" y="808"/>
                      <a:pt x="79" y="778"/>
                      <a:pt x="23" y="746"/>
                    </a:cubicBezTo>
                    <a:cubicBezTo>
                      <a:pt x="0" y="550"/>
                      <a:pt x="0" y="550"/>
                      <a:pt x="23" y="373"/>
                    </a:cubicBezTo>
                    <a:cubicBezTo>
                      <a:pt x="146" y="373"/>
                      <a:pt x="270" y="373"/>
                      <a:pt x="397" y="373"/>
                    </a:cubicBezTo>
                    <a:cubicBezTo>
                      <a:pt x="397" y="250"/>
                      <a:pt x="397" y="127"/>
                      <a:pt x="39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15" name="ICON_EEG_HEAD_path_030"/>
              <p:cNvSpPr/>
              <p:nvPr/>
            </p:nvSpPr>
            <p:spPr>
              <a:xfrm>
                <a:off x="1219516" y="1122912"/>
                <a:ext cx="28440" cy="47399"/>
              </a:xfrm>
              <a:custGeom>
                <a:avLst/>
                <a:gdLst/>
                <a:ahLst/>
                <a:cxnLst/>
                <a:rect l="0" t="0" r="r" b="b"/>
                <a:pathLst>
                  <a:path w="2239" h="3732" fill="norm" stroke="0">
                    <a:moveTo>
                      <a:pt x="746" y="0"/>
                    </a:moveTo>
                    <a:cubicBezTo>
                      <a:pt x="993" y="0"/>
                      <a:pt x="1239" y="0"/>
                      <a:pt x="1493" y="0"/>
                    </a:cubicBezTo>
                    <a:cubicBezTo>
                      <a:pt x="1493" y="123"/>
                      <a:pt x="1493" y="246"/>
                      <a:pt x="1493" y="373"/>
                    </a:cubicBezTo>
                    <a:cubicBezTo>
                      <a:pt x="1739" y="373"/>
                      <a:pt x="1986" y="373"/>
                      <a:pt x="2239" y="373"/>
                    </a:cubicBezTo>
                    <a:cubicBezTo>
                      <a:pt x="2239" y="866"/>
                      <a:pt x="2239" y="1359"/>
                      <a:pt x="2239" y="1866"/>
                    </a:cubicBezTo>
                    <a:cubicBezTo>
                      <a:pt x="2116" y="1866"/>
                      <a:pt x="1993" y="1866"/>
                      <a:pt x="1866" y="1866"/>
                    </a:cubicBezTo>
                    <a:cubicBezTo>
                      <a:pt x="1866" y="2112"/>
                      <a:pt x="1866" y="2359"/>
                      <a:pt x="1866" y="2613"/>
                    </a:cubicBezTo>
                    <a:cubicBezTo>
                      <a:pt x="1743" y="2613"/>
                      <a:pt x="1620" y="2613"/>
                      <a:pt x="1493" y="2613"/>
                    </a:cubicBezTo>
                    <a:cubicBezTo>
                      <a:pt x="1493" y="2736"/>
                      <a:pt x="1493" y="2859"/>
                      <a:pt x="1493" y="2986"/>
                    </a:cubicBezTo>
                    <a:cubicBezTo>
                      <a:pt x="1370" y="2986"/>
                      <a:pt x="1247" y="2986"/>
                      <a:pt x="1120" y="2986"/>
                    </a:cubicBezTo>
                    <a:cubicBezTo>
                      <a:pt x="1120" y="3109"/>
                      <a:pt x="1120" y="3232"/>
                      <a:pt x="1120" y="3359"/>
                    </a:cubicBezTo>
                    <a:cubicBezTo>
                      <a:pt x="873" y="3359"/>
                      <a:pt x="627" y="3359"/>
                      <a:pt x="373" y="3359"/>
                    </a:cubicBezTo>
                    <a:cubicBezTo>
                      <a:pt x="373" y="3482"/>
                      <a:pt x="373" y="3605"/>
                      <a:pt x="373" y="3732"/>
                    </a:cubicBezTo>
                    <a:cubicBezTo>
                      <a:pt x="250" y="3732"/>
                      <a:pt x="127" y="3732"/>
                      <a:pt x="0" y="3732"/>
                    </a:cubicBezTo>
                    <a:cubicBezTo>
                      <a:pt x="0" y="3486"/>
                      <a:pt x="0" y="3240"/>
                      <a:pt x="0" y="2986"/>
                    </a:cubicBezTo>
                    <a:cubicBezTo>
                      <a:pt x="123" y="2986"/>
                      <a:pt x="246" y="2986"/>
                      <a:pt x="373" y="2986"/>
                    </a:cubicBezTo>
                    <a:cubicBezTo>
                      <a:pt x="373" y="2863"/>
                      <a:pt x="373" y="2739"/>
                      <a:pt x="373" y="2613"/>
                    </a:cubicBezTo>
                    <a:cubicBezTo>
                      <a:pt x="496" y="2613"/>
                      <a:pt x="620" y="2613"/>
                      <a:pt x="746" y="2613"/>
                    </a:cubicBezTo>
                    <a:cubicBezTo>
                      <a:pt x="746" y="1750"/>
                      <a:pt x="746" y="888"/>
                      <a:pt x="74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16" name="ICON_EEG_HEAD_path_031"/>
              <p:cNvSpPr/>
              <p:nvPr/>
            </p:nvSpPr>
            <p:spPr>
              <a:xfrm>
                <a:off x="1119977" y="1401513"/>
                <a:ext cx="24889" cy="29494"/>
              </a:xfrm>
              <a:custGeom>
                <a:avLst/>
                <a:gdLst/>
                <a:ahLst/>
                <a:cxnLst/>
                <a:rect l="0" t="0" r="r" b="b"/>
                <a:pathLst>
                  <a:path w="1960" h="2322" fill="norm" stroke="0">
                    <a:moveTo>
                      <a:pt x="373" y="83"/>
                    </a:moveTo>
                    <a:cubicBezTo>
                      <a:pt x="1351" y="0"/>
                      <a:pt x="1351" y="0"/>
                      <a:pt x="1650" y="175"/>
                    </a:cubicBezTo>
                    <a:cubicBezTo>
                      <a:pt x="1960" y="580"/>
                      <a:pt x="1900" y="1092"/>
                      <a:pt x="1866" y="1576"/>
                    </a:cubicBezTo>
                    <a:cubicBezTo>
                      <a:pt x="1743" y="1576"/>
                      <a:pt x="1620" y="1576"/>
                      <a:pt x="1493" y="1576"/>
                    </a:cubicBezTo>
                    <a:cubicBezTo>
                      <a:pt x="1493" y="1699"/>
                      <a:pt x="1493" y="1822"/>
                      <a:pt x="1493" y="1949"/>
                    </a:cubicBezTo>
                    <a:cubicBezTo>
                      <a:pt x="1370" y="1949"/>
                      <a:pt x="1247" y="1949"/>
                      <a:pt x="1120" y="1949"/>
                    </a:cubicBezTo>
                    <a:cubicBezTo>
                      <a:pt x="1120" y="2072"/>
                      <a:pt x="1120" y="2195"/>
                      <a:pt x="1120" y="2322"/>
                    </a:cubicBezTo>
                    <a:cubicBezTo>
                      <a:pt x="873" y="2322"/>
                      <a:pt x="627" y="2322"/>
                      <a:pt x="373" y="2322"/>
                    </a:cubicBezTo>
                    <a:cubicBezTo>
                      <a:pt x="373" y="2199"/>
                      <a:pt x="373" y="2076"/>
                      <a:pt x="373" y="1949"/>
                    </a:cubicBezTo>
                    <a:cubicBezTo>
                      <a:pt x="250" y="1949"/>
                      <a:pt x="127" y="1949"/>
                      <a:pt x="0" y="1949"/>
                    </a:cubicBezTo>
                    <a:cubicBezTo>
                      <a:pt x="0" y="1457"/>
                      <a:pt x="0" y="964"/>
                      <a:pt x="0" y="456"/>
                    </a:cubicBezTo>
                    <a:cubicBezTo>
                      <a:pt x="123" y="456"/>
                      <a:pt x="246" y="456"/>
                      <a:pt x="373" y="456"/>
                    </a:cubicBezTo>
                    <a:cubicBezTo>
                      <a:pt x="373" y="333"/>
                      <a:pt x="373" y="210"/>
                      <a:pt x="373" y="83"/>
                    </a:cubicBezTo>
                    <a:close/>
                  </a:path>
                </a:pathLst>
              </a:custGeom>
              <a:solidFill>
                <a:srgbClr val="251047"/>
              </a:solidFill>
              <a:ln w="2370" cap="flat">
                <a:noFill/>
              </a:ln>
            </p:spPr>
          </p:sp>
          <p:sp>
            <p:nvSpPr>
              <p:cNvPr id="417" name="ICON_EEG_HEAD_path_032"/>
              <p:cNvSpPr/>
              <p:nvPr/>
            </p:nvSpPr>
            <p:spPr>
              <a:xfrm>
                <a:off x="1181597" y="1464187"/>
                <a:ext cx="28440" cy="37919"/>
              </a:xfrm>
              <a:custGeom>
                <a:avLst/>
                <a:gdLst/>
                <a:ahLst/>
                <a:cxnLst/>
                <a:rect l="0" t="0" r="r" b="b"/>
                <a:pathLst>
                  <a:path w="2239" h="2986" fill="norm" stroke="0">
                    <a:moveTo>
                      <a:pt x="1120" y="0"/>
                    </a:moveTo>
                    <a:cubicBezTo>
                      <a:pt x="1366" y="0"/>
                      <a:pt x="1612" y="0"/>
                      <a:pt x="1866" y="0"/>
                    </a:cubicBezTo>
                    <a:cubicBezTo>
                      <a:pt x="1866" y="123"/>
                      <a:pt x="1866" y="246"/>
                      <a:pt x="1866" y="373"/>
                    </a:cubicBezTo>
                    <a:cubicBezTo>
                      <a:pt x="1989" y="373"/>
                      <a:pt x="2112" y="373"/>
                      <a:pt x="2239" y="373"/>
                    </a:cubicBezTo>
                    <a:cubicBezTo>
                      <a:pt x="2239" y="620"/>
                      <a:pt x="2239" y="866"/>
                      <a:pt x="2239" y="1120"/>
                    </a:cubicBezTo>
                    <a:cubicBezTo>
                      <a:pt x="2116" y="1120"/>
                      <a:pt x="1993" y="1120"/>
                      <a:pt x="1866" y="1120"/>
                    </a:cubicBezTo>
                    <a:cubicBezTo>
                      <a:pt x="1866" y="1243"/>
                      <a:pt x="1866" y="1366"/>
                      <a:pt x="1866" y="1493"/>
                    </a:cubicBezTo>
                    <a:cubicBezTo>
                      <a:pt x="1743" y="1493"/>
                      <a:pt x="1620" y="1493"/>
                      <a:pt x="1493" y="1493"/>
                    </a:cubicBezTo>
                    <a:cubicBezTo>
                      <a:pt x="1493" y="1616"/>
                      <a:pt x="1493" y="1739"/>
                      <a:pt x="1493" y="1866"/>
                    </a:cubicBezTo>
                    <a:cubicBezTo>
                      <a:pt x="1370" y="1866"/>
                      <a:pt x="1247" y="1866"/>
                      <a:pt x="1120" y="1866"/>
                    </a:cubicBezTo>
                    <a:cubicBezTo>
                      <a:pt x="1120" y="2236"/>
                      <a:pt x="1120" y="2605"/>
                      <a:pt x="1120" y="2986"/>
                    </a:cubicBezTo>
                    <a:cubicBezTo>
                      <a:pt x="750" y="2986"/>
                      <a:pt x="381" y="2986"/>
                      <a:pt x="0" y="2986"/>
                    </a:cubicBezTo>
                    <a:cubicBezTo>
                      <a:pt x="0" y="2739"/>
                      <a:pt x="0" y="2493"/>
                      <a:pt x="0" y="2239"/>
                    </a:cubicBezTo>
                    <a:cubicBezTo>
                      <a:pt x="123" y="2239"/>
                      <a:pt x="246" y="2239"/>
                      <a:pt x="373" y="2239"/>
                    </a:cubicBezTo>
                    <a:cubicBezTo>
                      <a:pt x="373" y="1993"/>
                      <a:pt x="373" y="1747"/>
                      <a:pt x="373" y="1493"/>
                    </a:cubicBezTo>
                    <a:cubicBezTo>
                      <a:pt x="496" y="1493"/>
                      <a:pt x="620" y="1493"/>
                      <a:pt x="746" y="1493"/>
                    </a:cubicBezTo>
                    <a:cubicBezTo>
                      <a:pt x="746" y="1247"/>
                      <a:pt x="746" y="1000"/>
                      <a:pt x="746" y="746"/>
                    </a:cubicBezTo>
                    <a:cubicBezTo>
                      <a:pt x="870" y="746"/>
                      <a:pt x="993" y="746"/>
                      <a:pt x="1120" y="746"/>
                    </a:cubicBezTo>
                    <a:cubicBezTo>
                      <a:pt x="1120" y="500"/>
                      <a:pt x="1120" y="254"/>
                      <a:pt x="112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18" name="ICON_EEG_HEAD_path_033"/>
              <p:cNvSpPr/>
              <p:nvPr/>
            </p:nvSpPr>
            <p:spPr>
              <a:xfrm>
                <a:off x="991999" y="1644304"/>
                <a:ext cx="33180" cy="33180"/>
              </a:xfrm>
              <a:custGeom>
                <a:avLst/>
                <a:gdLst/>
                <a:ahLst/>
                <a:cxnLst/>
                <a:rect l="0" t="0" r="r" b="b"/>
                <a:pathLst>
                  <a:path w="2613" h="2613" fill="norm" stroke="0">
                    <a:moveTo>
                      <a:pt x="2239" y="0"/>
                    </a:moveTo>
                    <a:cubicBezTo>
                      <a:pt x="2362" y="0"/>
                      <a:pt x="2486" y="0"/>
                      <a:pt x="2613" y="0"/>
                    </a:cubicBezTo>
                    <a:cubicBezTo>
                      <a:pt x="2613" y="369"/>
                      <a:pt x="2613" y="739"/>
                      <a:pt x="2613" y="1120"/>
                    </a:cubicBezTo>
                    <a:cubicBezTo>
                      <a:pt x="2489" y="1120"/>
                      <a:pt x="2366" y="1120"/>
                      <a:pt x="2239" y="1120"/>
                    </a:cubicBezTo>
                    <a:cubicBezTo>
                      <a:pt x="2239" y="1243"/>
                      <a:pt x="2239" y="1366"/>
                      <a:pt x="2239" y="1493"/>
                    </a:cubicBezTo>
                    <a:cubicBezTo>
                      <a:pt x="2116" y="1493"/>
                      <a:pt x="1993" y="1493"/>
                      <a:pt x="1866" y="1493"/>
                    </a:cubicBezTo>
                    <a:cubicBezTo>
                      <a:pt x="1866" y="1616"/>
                      <a:pt x="1866" y="1739"/>
                      <a:pt x="1866" y="1866"/>
                    </a:cubicBezTo>
                    <a:cubicBezTo>
                      <a:pt x="1743" y="1866"/>
                      <a:pt x="1620" y="1866"/>
                      <a:pt x="1493" y="1866"/>
                    </a:cubicBezTo>
                    <a:cubicBezTo>
                      <a:pt x="1493" y="1989"/>
                      <a:pt x="1493" y="2112"/>
                      <a:pt x="1493" y="2239"/>
                    </a:cubicBezTo>
                    <a:cubicBezTo>
                      <a:pt x="1247" y="2239"/>
                      <a:pt x="1000" y="2239"/>
                      <a:pt x="746" y="2239"/>
                    </a:cubicBezTo>
                    <a:cubicBezTo>
                      <a:pt x="746" y="2363"/>
                      <a:pt x="746" y="2486"/>
                      <a:pt x="746" y="2613"/>
                    </a:cubicBezTo>
                    <a:cubicBezTo>
                      <a:pt x="500" y="2613"/>
                      <a:pt x="254" y="2613"/>
                      <a:pt x="0" y="2613"/>
                    </a:cubicBezTo>
                    <a:cubicBezTo>
                      <a:pt x="0" y="2366"/>
                      <a:pt x="0" y="2120"/>
                      <a:pt x="0" y="1866"/>
                    </a:cubicBezTo>
                    <a:cubicBezTo>
                      <a:pt x="123" y="1866"/>
                      <a:pt x="246" y="1866"/>
                      <a:pt x="373" y="1866"/>
                    </a:cubicBezTo>
                    <a:cubicBezTo>
                      <a:pt x="373" y="1743"/>
                      <a:pt x="373" y="1620"/>
                      <a:pt x="373" y="1493"/>
                    </a:cubicBezTo>
                    <a:cubicBezTo>
                      <a:pt x="496" y="1493"/>
                      <a:pt x="620" y="1493"/>
                      <a:pt x="746" y="1493"/>
                    </a:cubicBezTo>
                    <a:cubicBezTo>
                      <a:pt x="746" y="1370"/>
                      <a:pt x="746" y="1247"/>
                      <a:pt x="746" y="1120"/>
                    </a:cubicBezTo>
                    <a:cubicBezTo>
                      <a:pt x="870" y="1120"/>
                      <a:pt x="993" y="1120"/>
                      <a:pt x="1120" y="1120"/>
                    </a:cubicBezTo>
                    <a:cubicBezTo>
                      <a:pt x="1120" y="997"/>
                      <a:pt x="1120" y="873"/>
                      <a:pt x="1120" y="746"/>
                    </a:cubicBezTo>
                    <a:cubicBezTo>
                      <a:pt x="1243" y="746"/>
                      <a:pt x="1366" y="746"/>
                      <a:pt x="1493" y="746"/>
                    </a:cubicBezTo>
                    <a:cubicBezTo>
                      <a:pt x="1493" y="623"/>
                      <a:pt x="1493" y="500"/>
                      <a:pt x="1493" y="373"/>
                    </a:cubicBezTo>
                    <a:cubicBezTo>
                      <a:pt x="1739" y="373"/>
                      <a:pt x="1986" y="373"/>
                      <a:pt x="2239" y="373"/>
                    </a:cubicBezTo>
                    <a:cubicBezTo>
                      <a:pt x="2239" y="250"/>
                      <a:pt x="2239" y="127"/>
                      <a:pt x="223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19" name="ICON_EEG_HEAD_path_034"/>
              <p:cNvSpPr/>
              <p:nvPr/>
            </p:nvSpPr>
            <p:spPr>
              <a:xfrm>
                <a:off x="380549" y="1250890"/>
                <a:ext cx="9480" cy="85319"/>
              </a:xfrm>
              <a:custGeom>
                <a:avLst/>
                <a:gdLst/>
                <a:ahLst/>
                <a:cxnLst/>
                <a:rect l="0" t="0" r="r" b="b"/>
                <a:pathLst>
                  <a:path w="746" h="6718" fill="norm" stroke="0">
                    <a:moveTo>
                      <a:pt x="373" y="0"/>
                    </a:moveTo>
                    <a:cubicBezTo>
                      <a:pt x="496" y="0"/>
                      <a:pt x="620" y="0"/>
                      <a:pt x="746" y="0"/>
                    </a:cubicBezTo>
                    <a:cubicBezTo>
                      <a:pt x="746" y="2217"/>
                      <a:pt x="746" y="4434"/>
                      <a:pt x="746" y="6718"/>
                    </a:cubicBezTo>
                    <a:cubicBezTo>
                      <a:pt x="623" y="6718"/>
                      <a:pt x="500" y="6718"/>
                      <a:pt x="373" y="6718"/>
                    </a:cubicBezTo>
                    <a:cubicBezTo>
                      <a:pt x="373" y="5486"/>
                      <a:pt x="373" y="4255"/>
                      <a:pt x="373" y="2986"/>
                    </a:cubicBezTo>
                    <a:cubicBezTo>
                      <a:pt x="250" y="2986"/>
                      <a:pt x="127" y="2986"/>
                      <a:pt x="0" y="2986"/>
                    </a:cubicBezTo>
                    <a:cubicBezTo>
                      <a:pt x="0" y="2616"/>
                      <a:pt x="0" y="2247"/>
                      <a:pt x="0" y="1866"/>
                    </a:cubicBezTo>
                    <a:cubicBezTo>
                      <a:pt x="123" y="1866"/>
                      <a:pt x="246" y="1866"/>
                      <a:pt x="373" y="1866"/>
                    </a:cubicBezTo>
                    <a:cubicBezTo>
                      <a:pt x="373" y="1250"/>
                      <a:pt x="373" y="634"/>
                      <a:pt x="37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20" name="ICON_EEG_HEAD_path_035"/>
              <p:cNvSpPr/>
              <p:nvPr/>
            </p:nvSpPr>
            <p:spPr>
              <a:xfrm>
                <a:off x="906681" y="1426267"/>
                <a:ext cx="37919" cy="21330"/>
              </a:xfrm>
              <a:custGeom>
                <a:avLst/>
                <a:gdLst/>
                <a:ahLst/>
                <a:cxnLst/>
                <a:rect l="0" t="0" r="r" b="b"/>
                <a:pathLst>
                  <a:path w="2986" h="1680" fill="norm" stroke="0">
                    <a:moveTo>
                      <a:pt x="746" y="0"/>
                    </a:moveTo>
                    <a:cubicBezTo>
                      <a:pt x="1116" y="0"/>
                      <a:pt x="1485" y="0"/>
                      <a:pt x="1866" y="0"/>
                    </a:cubicBezTo>
                    <a:cubicBezTo>
                      <a:pt x="1866" y="246"/>
                      <a:pt x="1866" y="493"/>
                      <a:pt x="1866" y="746"/>
                    </a:cubicBezTo>
                    <a:cubicBezTo>
                      <a:pt x="2174" y="623"/>
                      <a:pt x="2482" y="500"/>
                      <a:pt x="2799" y="373"/>
                    </a:cubicBezTo>
                    <a:cubicBezTo>
                      <a:pt x="2861" y="620"/>
                      <a:pt x="2922" y="866"/>
                      <a:pt x="2986" y="1120"/>
                    </a:cubicBezTo>
                    <a:cubicBezTo>
                      <a:pt x="2018" y="1368"/>
                      <a:pt x="2018" y="1368"/>
                      <a:pt x="1493" y="1120"/>
                    </a:cubicBezTo>
                    <a:cubicBezTo>
                      <a:pt x="1470" y="1295"/>
                      <a:pt x="1470" y="1295"/>
                      <a:pt x="1493" y="1493"/>
                    </a:cubicBezTo>
                    <a:cubicBezTo>
                      <a:pt x="1616" y="1554"/>
                      <a:pt x="1739" y="1616"/>
                      <a:pt x="1866" y="1680"/>
                    </a:cubicBezTo>
                    <a:cubicBezTo>
                      <a:pt x="1435" y="1680"/>
                      <a:pt x="1004" y="1680"/>
                      <a:pt x="560" y="1680"/>
                    </a:cubicBezTo>
                    <a:cubicBezTo>
                      <a:pt x="621" y="1495"/>
                      <a:pt x="683" y="1310"/>
                      <a:pt x="746" y="1120"/>
                    </a:cubicBezTo>
                    <a:cubicBezTo>
                      <a:pt x="500" y="1181"/>
                      <a:pt x="254" y="1243"/>
                      <a:pt x="0" y="1306"/>
                    </a:cubicBezTo>
                    <a:cubicBezTo>
                      <a:pt x="0" y="1122"/>
                      <a:pt x="0" y="937"/>
                      <a:pt x="0" y="746"/>
                    </a:cubicBezTo>
                    <a:cubicBezTo>
                      <a:pt x="246" y="746"/>
                      <a:pt x="493" y="746"/>
                      <a:pt x="746" y="746"/>
                    </a:cubicBezTo>
                    <a:cubicBezTo>
                      <a:pt x="746" y="500"/>
                      <a:pt x="746" y="254"/>
                      <a:pt x="7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70" cap="flat">
                <a:noFill/>
              </a:ln>
            </p:spPr>
          </p:sp>
          <p:sp>
            <p:nvSpPr>
              <p:cNvPr id="421" name="ICON_EEG_HEAD_path_036"/>
              <p:cNvSpPr/>
              <p:nvPr/>
            </p:nvSpPr>
            <p:spPr>
              <a:xfrm>
                <a:off x="640593" y="1089277"/>
                <a:ext cx="24351" cy="31265"/>
              </a:xfrm>
              <a:custGeom>
                <a:avLst/>
                <a:gdLst/>
                <a:ahLst/>
                <a:cxnLst/>
                <a:rect l="0" t="0" r="r" b="b"/>
                <a:pathLst>
                  <a:path w="1917" h="2462" fill="norm" stroke="0">
                    <a:moveTo>
                      <a:pt x="425" y="36"/>
                    </a:moveTo>
                    <a:cubicBezTo>
                      <a:pt x="635" y="7"/>
                      <a:pt x="788" y="0"/>
                      <a:pt x="996" y="13"/>
                    </a:cubicBezTo>
                    <a:cubicBezTo>
                      <a:pt x="1177" y="20"/>
                      <a:pt x="1358" y="28"/>
                      <a:pt x="1544" y="36"/>
                    </a:cubicBezTo>
                    <a:cubicBezTo>
                      <a:pt x="1544" y="528"/>
                      <a:pt x="1544" y="1021"/>
                      <a:pt x="1544" y="1529"/>
                    </a:cubicBezTo>
                    <a:cubicBezTo>
                      <a:pt x="1667" y="1529"/>
                      <a:pt x="1791" y="1529"/>
                      <a:pt x="1917" y="1529"/>
                    </a:cubicBezTo>
                    <a:cubicBezTo>
                      <a:pt x="1917" y="1837"/>
                      <a:pt x="1917" y="2145"/>
                      <a:pt x="1917" y="2462"/>
                    </a:cubicBezTo>
                    <a:cubicBezTo>
                      <a:pt x="384" y="1991"/>
                      <a:pt x="384" y="1991"/>
                      <a:pt x="133" y="1540"/>
                    </a:cubicBezTo>
                    <a:cubicBezTo>
                      <a:pt x="0" y="1137"/>
                      <a:pt x="78" y="793"/>
                      <a:pt x="238" y="409"/>
                    </a:cubicBezTo>
                    <a:cubicBezTo>
                      <a:pt x="260" y="341"/>
                      <a:pt x="281" y="272"/>
                      <a:pt x="304" y="202"/>
                    </a:cubicBezTo>
                    <a:cubicBezTo>
                      <a:pt x="344" y="147"/>
                      <a:pt x="383" y="92"/>
                      <a:pt x="425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70" cap="flat">
                <a:noFill/>
              </a:ln>
            </p:spPr>
          </p:sp>
          <p:sp>
            <p:nvSpPr>
              <p:cNvPr id="422" name="ICON_EEG_HEAD_path_037"/>
              <p:cNvSpPr/>
              <p:nvPr/>
            </p:nvSpPr>
            <p:spPr>
              <a:xfrm>
                <a:off x="1001479" y="904875"/>
                <a:ext cx="37919" cy="18960"/>
              </a:xfrm>
              <a:custGeom>
                <a:avLst/>
                <a:gdLst/>
                <a:ahLst/>
                <a:cxnLst/>
                <a:rect l="0" t="0" r="r" b="b"/>
                <a:pathLst>
                  <a:path w="2986" h="1493" fill="norm" stroke="0">
                    <a:moveTo>
                      <a:pt x="746" y="0"/>
                    </a:moveTo>
                    <a:cubicBezTo>
                      <a:pt x="993" y="0"/>
                      <a:pt x="1239" y="0"/>
                      <a:pt x="1493" y="0"/>
                    </a:cubicBezTo>
                    <a:cubicBezTo>
                      <a:pt x="1493" y="246"/>
                      <a:pt x="1493" y="493"/>
                      <a:pt x="1493" y="746"/>
                    </a:cubicBezTo>
                    <a:cubicBezTo>
                      <a:pt x="1986" y="746"/>
                      <a:pt x="2478" y="746"/>
                      <a:pt x="2986" y="746"/>
                    </a:cubicBezTo>
                    <a:cubicBezTo>
                      <a:pt x="2986" y="993"/>
                      <a:pt x="2986" y="1239"/>
                      <a:pt x="2986" y="1493"/>
                    </a:cubicBezTo>
                    <a:cubicBezTo>
                      <a:pt x="2000" y="1493"/>
                      <a:pt x="1015" y="1493"/>
                      <a:pt x="0" y="1493"/>
                    </a:cubicBezTo>
                    <a:cubicBezTo>
                      <a:pt x="0" y="1247"/>
                      <a:pt x="0" y="1000"/>
                      <a:pt x="0" y="746"/>
                    </a:cubicBezTo>
                    <a:cubicBezTo>
                      <a:pt x="246" y="746"/>
                      <a:pt x="493" y="746"/>
                      <a:pt x="746" y="746"/>
                    </a:cubicBezTo>
                    <a:cubicBezTo>
                      <a:pt x="746" y="500"/>
                      <a:pt x="746" y="254"/>
                      <a:pt x="74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23" name="ICON_EEG_HEAD_path_038"/>
              <p:cNvSpPr/>
              <p:nvPr/>
            </p:nvSpPr>
            <p:spPr>
              <a:xfrm>
                <a:off x="793768" y="1212314"/>
                <a:ext cx="22854" cy="31466"/>
              </a:xfrm>
              <a:custGeom>
                <a:avLst/>
                <a:gdLst/>
                <a:ahLst/>
                <a:cxnLst/>
                <a:rect l="0" t="0" r="r" b="b"/>
                <a:pathLst>
                  <a:path w="1799" h="2478" fill="norm" stroke="0">
                    <a:moveTo>
                      <a:pt x="1053" y="52"/>
                    </a:moveTo>
                    <a:cubicBezTo>
                      <a:pt x="1053" y="175"/>
                      <a:pt x="1053" y="298"/>
                      <a:pt x="1053" y="425"/>
                    </a:cubicBezTo>
                    <a:cubicBezTo>
                      <a:pt x="1299" y="425"/>
                      <a:pt x="1546" y="425"/>
                      <a:pt x="1799" y="425"/>
                    </a:cubicBezTo>
                    <a:cubicBezTo>
                      <a:pt x="1799" y="794"/>
                      <a:pt x="1799" y="1164"/>
                      <a:pt x="1799" y="1545"/>
                    </a:cubicBezTo>
                    <a:cubicBezTo>
                      <a:pt x="1676" y="1545"/>
                      <a:pt x="1553" y="1545"/>
                      <a:pt x="1426" y="1545"/>
                    </a:cubicBezTo>
                    <a:cubicBezTo>
                      <a:pt x="1426" y="1668"/>
                      <a:pt x="1426" y="1791"/>
                      <a:pt x="1426" y="1918"/>
                    </a:cubicBezTo>
                    <a:cubicBezTo>
                      <a:pt x="1303" y="1918"/>
                      <a:pt x="1180" y="1918"/>
                      <a:pt x="1053" y="1918"/>
                    </a:cubicBezTo>
                    <a:cubicBezTo>
                      <a:pt x="991" y="2103"/>
                      <a:pt x="930" y="2287"/>
                      <a:pt x="866" y="2478"/>
                    </a:cubicBezTo>
                    <a:cubicBezTo>
                      <a:pt x="743" y="2478"/>
                      <a:pt x="620" y="2478"/>
                      <a:pt x="493" y="2478"/>
                    </a:cubicBezTo>
                    <a:cubicBezTo>
                      <a:pt x="196" y="1763"/>
                      <a:pt x="0" y="1184"/>
                      <a:pt x="307" y="425"/>
                    </a:cubicBezTo>
                    <a:cubicBezTo>
                      <a:pt x="489" y="119"/>
                      <a:pt x="691" y="0"/>
                      <a:pt x="1053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70" cap="flat">
                <a:noFill/>
              </a:ln>
            </p:spPr>
          </p:sp>
          <p:sp>
            <p:nvSpPr>
              <p:cNvPr id="424" name="ICON_EEG_HEAD_path_039"/>
              <p:cNvSpPr/>
              <p:nvPr/>
            </p:nvSpPr>
            <p:spPr>
              <a:xfrm>
                <a:off x="508527" y="1042333"/>
                <a:ext cx="33180" cy="25017"/>
              </a:xfrm>
              <a:custGeom>
                <a:avLst/>
                <a:gdLst/>
                <a:ahLst/>
                <a:cxnLst/>
                <a:rect l="0" t="0" r="r" b="b"/>
                <a:pathLst>
                  <a:path w="2613" h="1970" fill="norm" stroke="0">
                    <a:moveTo>
                      <a:pt x="1120" y="0"/>
                    </a:moveTo>
                    <a:cubicBezTo>
                      <a:pt x="1489" y="0"/>
                      <a:pt x="1859" y="0"/>
                      <a:pt x="2239" y="0"/>
                    </a:cubicBezTo>
                    <a:cubicBezTo>
                      <a:pt x="2266" y="142"/>
                      <a:pt x="2293" y="285"/>
                      <a:pt x="2321" y="431"/>
                    </a:cubicBezTo>
                    <a:cubicBezTo>
                      <a:pt x="2394" y="798"/>
                      <a:pt x="2483" y="1142"/>
                      <a:pt x="2613" y="1493"/>
                    </a:cubicBezTo>
                    <a:cubicBezTo>
                      <a:pt x="2489" y="1493"/>
                      <a:pt x="2366" y="1493"/>
                      <a:pt x="2239" y="1493"/>
                    </a:cubicBezTo>
                    <a:cubicBezTo>
                      <a:pt x="2239" y="1616"/>
                      <a:pt x="2239" y="1739"/>
                      <a:pt x="2239" y="1866"/>
                    </a:cubicBezTo>
                    <a:cubicBezTo>
                      <a:pt x="777" y="1970"/>
                      <a:pt x="777" y="1970"/>
                      <a:pt x="280" y="1586"/>
                    </a:cubicBezTo>
                    <a:cubicBezTo>
                      <a:pt x="188" y="1494"/>
                      <a:pt x="95" y="1401"/>
                      <a:pt x="0" y="1306"/>
                    </a:cubicBezTo>
                    <a:cubicBezTo>
                      <a:pt x="154" y="1337"/>
                      <a:pt x="154" y="1337"/>
                      <a:pt x="933" y="1493"/>
                    </a:cubicBezTo>
                    <a:cubicBezTo>
                      <a:pt x="995" y="1000"/>
                      <a:pt x="1056" y="508"/>
                      <a:pt x="112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  <p:sp>
            <p:nvSpPr>
              <p:cNvPr id="425" name="ICON_EEG_HEAD_path_040"/>
              <p:cNvSpPr/>
              <p:nvPr/>
            </p:nvSpPr>
            <p:spPr>
              <a:xfrm>
                <a:off x="510897" y="1795982"/>
                <a:ext cx="40289" cy="20002"/>
              </a:xfrm>
              <a:custGeom>
                <a:avLst/>
                <a:gdLst/>
                <a:ahLst/>
                <a:cxnLst/>
                <a:rect l="0" t="0" r="r" b="b"/>
                <a:pathLst>
                  <a:path w="3172" h="1575" fill="norm" stroke="0">
                    <a:moveTo>
                      <a:pt x="1306" y="0"/>
                    </a:moveTo>
                    <a:cubicBezTo>
                      <a:pt x="1922" y="0"/>
                      <a:pt x="2538" y="0"/>
                      <a:pt x="3172" y="0"/>
                    </a:cubicBezTo>
                    <a:cubicBezTo>
                      <a:pt x="3172" y="123"/>
                      <a:pt x="3172" y="246"/>
                      <a:pt x="3172" y="373"/>
                    </a:cubicBezTo>
                    <a:cubicBezTo>
                      <a:pt x="3049" y="373"/>
                      <a:pt x="2926" y="373"/>
                      <a:pt x="2799" y="373"/>
                    </a:cubicBezTo>
                    <a:cubicBezTo>
                      <a:pt x="2799" y="496"/>
                      <a:pt x="2799" y="620"/>
                      <a:pt x="2799" y="746"/>
                    </a:cubicBezTo>
                    <a:cubicBezTo>
                      <a:pt x="2307" y="746"/>
                      <a:pt x="1814" y="746"/>
                      <a:pt x="1306" y="746"/>
                    </a:cubicBezTo>
                    <a:cubicBezTo>
                      <a:pt x="1306" y="993"/>
                      <a:pt x="1306" y="1239"/>
                      <a:pt x="1306" y="1493"/>
                    </a:cubicBezTo>
                    <a:cubicBezTo>
                      <a:pt x="830" y="1575"/>
                      <a:pt x="830" y="1575"/>
                      <a:pt x="560" y="1493"/>
                    </a:cubicBezTo>
                    <a:cubicBezTo>
                      <a:pt x="308" y="1193"/>
                      <a:pt x="180" y="919"/>
                      <a:pt x="0" y="560"/>
                    </a:cubicBezTo>
                    <a:cubicBezTo>
                      <a:pt x="216" y="529"/>
                      <a:pt x="216" y="529"/>
                      <a:pt x="1306" y="373"/>
                    </a:cubicBezTo>
                    <a:cubicBezTo>
                      <a:pt x="1306" y="250"/>
                      <a:pt x="1306" y="127"/>
                      <a:pt x="130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2370" cap="flat">
                <a:noFill/>
              </a:ln>
            </p:spPr>
          </p:sp>
        </p:grpSp>
        <p:grpSp>
          <p:nvGrpSpPr>
            <p:cNvPr id="426" name="ICON_TASK_DATABASE"/>
            <p:cNvGrpSpPr/>
            <p:nvPr/>
          </p:nvGrpSpPr>
          <p:grpSpPr>
            <a:xfrm>
              <a:off x="2968625" y="825500"/>
              <a:ext cx="206375" cy="214312"/>
              <a:chOff x="2968625" y="825500"/>
              <a:chExt cx="206375" cy="214312"/>
            </a:xfrm>
          </p:grpSpPr>
          <p:sp>
            <p:nvSpPr>
              <p:cNvPr id="427" name="ICON_TASK_DATABASE_path_001"/>
              <p:cNvSpPr/>
              <p:nvPr/>
            </p:nvSpPr>
            <p:spPr>
              <a:xfrm>
                <a:off x="2989532" y="917348"/>
                <a:ext cx="161691" cy="62189"/>
              </a:xfrm>
              <a:custGeom>
                <a:avLst/>
                <a:gdLst/>
                <a:ahLst/>
                <a:cxnLst/>
                <a:rect l="0" t="0" r="r" b="b"/>
                <a:pathLst>
                  <a:path w="12732" h="4897" fill="norm" stroke="0">
                    <a:moveTo>
                      <a:pt x="75" y="0"/>
                    </a:moveTo>
                    <a:cubicBezTo>
                      <a:pt x="101" y="11"/>
                      <a:pt x="126" y="22"/>
                      <a:pt x="151" y="33"/>
                    </a:cubicBezTo>
                    <a:cubicBezTo>
                      <a:pt x="165" y="39"/>
                      <a:pt x="179" y="45"/>
                      <a:pt x="193" y="51"/>
                    </a:cubicBezTo>
                    <a:cubicBezTo>
                      <a:pt x="204" y="59"/>
                      <a:pt x="215" y="67"/>
                      <a:pt x="226" y="75"/>
                    </a:cubicBezTo>
                    <a:cubicBezTo>
                      <a:pt x="231" y="116"/>
                      <a:pt x="231" y="116"/>
                      <a:pt x="226" y="151"/>
                    </a:cubicBezTo>
                    <a:cubicBezTo>
                      <a:pt x="251" y="151"/>
                      <a:pt x="276" y="151"/>
                      <a:pt x="301" y="151"/>
                    </a:cubicBezTo>
                    <a:cubicBezTo>
                      <a:pt x="301" y="176"/>
                      <a:pt x="301" y="200"/>
                      <a:pt x="301" y="226"/>
                    </a:cubicBezTo>
                    <a:cubicBezTo>
                      <a:pt x="351" y="226"/>
                      <a:pt x="401" y="226"/>
                      <a:pt x="452" y="226"/>
                    </a:cubicBezTo>
                    <a:cubicBezTo>
                      <a:pt x="452" y="251"/>
                      <a:pt x="452" y="276"/>
                      <a:pt x="452" y="301"/>
                    </a:cubicBezTo>
                    <a:cubicBezTo>
                      <a:pt x="502" y="301"/>
                      <a:pt x="551" y="301"/>
                      <a:pt x="603" y="301"/>
                    </a:cubicBezTo>
                    <a:cubicBezTo>
                      <a:pt x="603" y="326"/>
                      <a:pt x="603" y="351"/>
                      <a:pt x="603" y="377"/>
                    </a:cubicBezTo>
                    <a:cubicBezTo>
                      <a:pt x="628" y="377"/>
                      <a:pt x="652" y="377"/>
                      <a:pt x="678" y="377"/>
                    </a:cubicBezTo>
                    <a:cubicBezTo>
                      <a:pt x="678" y="402"/>
                      <a:pt x="678" y="426"/>
                      <a:pt x="678" y="452"/>
                    </a:cubicBezTo>
                    <a:cubicBezTo>
                      <a:pt x="728" y="452"/>
                      <a:pt x="777" y="452"/>
                      <a:pt x="829" y="452"/>
                    </a:cubicBezTo>
                    <a:cubicBezTo>
                      <a:pt x="829" y="477"/>
                      <a:pt x="829" y="502"/>
                      <a:pt x="829" y="527"/>
                    </a:cubicBezTo>
                    <a:cubicBezTo>
                      <a:pt x="878" y="527"/>
                      <a:pt x="928" y="527"/>
                      <a:pt x="979" y="527"/>
                    </a:cubicBezTo>
                    <a:cubicBezTo>
                      <a:pt x="979" y="552"/>
                      <a:pt x="979" y="577"/>
                      <a:pt x="979" y="603"/>
                    </a:cubicBezTo>
                    <a:cubicBezTo>
                      <a:pt x="1054" y="603"/>
                      <a:pt x="1129" y="603"/>
                      <a:pt x="1205" y="603"/>
                    </a:cubicBezTo>
                    <a:cubicBezTo>
                      <a:pt x="1205" y="628"/>
                      <a:pt x="1205" y="652"/>
                      <a:pt x="1205" y="678"/>
                    </a:cubicBezTo>
                    <a:cubicBezTo>
                      <a:pt x="1255" y="678"/>
                      <a:pt x="1305" y="678"/>
                      <a:pt x="1356" y="678"/>
                    </a:cubicBezTo>
                    <a:cubicBezTo>
                      <a:pt x="1356" y="703"/>
                      <a:pt x="1356" y="728"/>
                      <a:pt x="1356" y="753"/>
                    </a:cubicBezTo>
                    <a:cubicBezTo>
                      <a:pt x="1431" y="753"/>
                      <a:pt x="1505" y="753"/>
                      <a:pt x="1582" y="753"/>
                    </a:cubicBezTo>
                    <a:cubicBezTo>
                      <a:pt x="1582" y="778"/>
                      <a:pt x="1582" y="803"/>
                      <a:pt x="1582" y="829"/>
                    </a:cubicBezTo>
                    <a:cubicBezTo>
                      <a:pt x="1657" y="829"/>
                      <a:pt x="1731" y="829"/>
                      <a:pt x="1808" y="829"/>
                    </a:cubicBezTo>
                    <a:cubicBezTo>
                      <a:pt x="1808" y="854"/>
                      <a:pt x="1808" y="878"/>
                      <a:pt x="1808" y="904"/>
                    </a:cubicBezTo>
                    <a:cubicBezTo>
                      <a:pt x="1907" y="904"/>
                      <a:pt x="2007" y="904"/>
                      <a:pt x="2109" y="904"/>
                    </a:cubicBezTo>
                    <a:cubicBezTo>
                      <a:pt x="2109" y="929"/>
                      <a:pt x="2109" y="954"/>
                      <a:pt x="2109" y="979"/>
                    </a:cubicBezTo>
                    <a:cubicBezTo>
                      <a:pt x="2209" y="979"/>
                      <a:pt x="2308" y="979"/>
                      <a:pt x="2411" y="979"/>
                    </a:cubicBezTo>
                    <a:cubicBezTo>
                      <a:pt x="2411" y="1004"/>
                      <a:pt x="2411" y="1029"/>
                      <a:pt x="2411" y="1055"/>
                    </a:cubicBezTo>
                    <a:cubicBezTo>
                      <a:pt x="2510" y="1055"/>
                      <a:pt x="2610" y="1055"/>
                      <a:pt x="2712" y="1055"/>
                    </a:cubicBezTo>
                    <a:cubicBezTo>
                      <a:pt x="2712" y="1080"/>
                      <a:pt x="2712" y="1104"/>
                      <a:pt x="2712" y="1130"/>
                    </a:cubicBezTo>
                    <a:cubicBezTo>
                      <a:pt x="2836" y="1130"/>
                      <a:pt x="2961" y="1130"/>
                      <a:pt x="3089" y="1130"/>
                    </a:cubicBezTo>
                    <a:cubicBezTo>
                      <a:pt x="3089" y="1155"/>
                      <a:pt x="3089" y="1180"/>
                      <a:pt x="3089" y="1205"/>
                    </a:cubicBezTo>
                    <a:cubicBezTo>
                      <a:pt x="3213" y="1205"/>
                      <a:pt x="3337" y="1205"/>
                      <a:pt x="3465" y="1205"/>
                    </a:cubicBezTo>
                    <a:cubicBezTo>
                      <a:pt x="3465" y="1230"/>
                      <a:pt x="3465" y="1255"/>
                      <a:pt x="3465" y="1281"/>
                    </a:cubicBezTo>
                    <a:cubicBezTo>
                      <a:pt x="3639" y="1281"/>
                      <a:pt x="3813" y="1281"/>
                      <a:pt x="3993" y="1281"/>
                    </a:cubicBezTo>
                    <a:cubicBezTo>
                      <a:pt x="3993" y="1306"/>
                      <a:pt x="3993" y="1330"/>
                      <a:pt x="3993" y="1356"/>
                    </a:cubicBezTo>
                    <a:cubicBezTo>
                      <a:pt x="4241" y="1356"/>
                      <a:pt x="4490" y="1356"/>
                      <a:pt x="4746" y="1356"/>
                    </a:cubicBezTo>
                    <a:cubicBezTo>
                      <a:pt x="4746" y="1381"/>
                      <a:pt x="4746" y="1406"/>
                      <a:pt x="4746" y="1431"/>
                    </a:cubicBezTo>
                    <a:cubicBezTo>
                      <a:pt x="5840" y="1431"/>
                      <a:pt x="6934" y="1431"/>
                      <a:pt x="8061" y="1431"/>
                    </a:cubicBezTo>
                    <a:cubicBezTo>
                      <a:pt x="8061" y="1407"/>
                      <a:pt x="8061" y="1382"/>
                      <a:pt x="8061" y="1356"/>
                    </a:cubicBezTo>
                    <a:cubicBezTo>
                      <a:pt x="8309" y="1356"/>
                      <a:pt x="8558" y="1356"/>
                      <a:pt x="8814" y="1356"/>
                    </a:cubicBezTo>
                    <a:cubicBezTo>
                      <a:pt x="8814" y="1331"/>
                      <a:pt x="8814" y="1306"/>
                      <a:pt x="8814" y="1281"/>
                    </a:cubicBezTo>
                    <a:cubicBezTo>
                      <a:pt x="8988" y="1281"/>
                      <a:pt x="9162" y="1281"/>
                      <a:pt x="9342" y="1281"/>
                    </a:cubicBezTo>
                    <a:cubicBezTo>
                      <a:pt x="9342" y="1256"/>
                      <a:pt x="9342" y="1231"/>
                      <a:pt x="9342" y="1205"/>
                    </a:cubicBezTo>
                    <a:cubicBezTo>
                      <a:pt x="9466" y="1205"/>
                      <a:pt x="9590" y="1205"/>
                      <a:pt x="9718" y="1205"/>
                    </a:cubicBezTo>
                    <a:cubicBezTo>
                      <a:pt x="9718" y="1180"/>
                      <a:pt x="9718" y="1156"/>
                      <a:pt x="9718" y="1130"/>
                    </a:cubicBezTo>
                    <a:cubicBezTo>
                      <a:pt x="9842" y="1130"/>
                      <a:pt x="9967" y="1130"/>
                      <a:pt x="10095" y="1130"/>
                    </a:cubicBezTo>
                    <a:cubicBezTo>
                      <a:pt x="10095" y="1105"/>
                      <a:pt x="10095" y="1080"/>
                      <a:pt x="10095" y="1055"/>
                    </a:cubicBezTo>
                    <a:cubicBezTo>
                      <a:pt x="10194" y="1055"/>
                      <a:pt x="10294" y="1055"/>
                      <a:pt x="10396" y="1055"/>
                    </a:cubicBezTo>
                    <a:cubicBezTo>
                      <a:pt x="10396" y="1030"/>
                      <a:pt x="10396" y="1005"/>
                      <a:pt x="10396" y="979"/>
                    </a:cubicBezTo>
                    <a:cubicBezTo>
                      <a:pt x="10496" y="979"/>
                      <a:pt x="10595" y="979"/>
                      <a:pt x="10698" y="979"/>
                    </a:cubicBezTo>
                    <a:cubicBezTo>
                      <a:pt x="10698" y="954"/>
                      <a:pt x="10698" y="930"/>
                      <a:pt x="10698" y="904"/>
                    </a:cubicBezTo>
                    <a:cubicBezTo>
                      <a:pt x="10772" y="904"/>
                      <a:pt x="10847" y="904"/>
                      <a:pt x="10924" y="904"/>
                    </a:cubicBezTo>
                    <a:cubicBezTo>
                      <a:pt x="10924" y="879"/>
                      <a:pt x="10924" y="854"/>
                      <a:pt x="10924" y="829"/>
                    </a:cubicBezTo>
                    <a:cubicBezTo>
                      <a:pt x="10998" y="829"/>
                      <a:pt x="11073" y="829"/>
                      <a:pt x="11150" y="829"/>
                    </a:cubicBezTo>
                    <a:cubicBezTo>
                      <a:pt x="11150" y="804"/>
                      <a:pt x="11150" y="779"/>
                      <a:pt x="11150" y="753"/>
                    </a:cubicBezTo>
                    <a:cubicBezTo>
                      <a:pt x="11224" y="753"/>
                      <a:pt x="11299" y="753"/>
                      <a:pt x="11376" y="753"/>
                    </a:cubicBezTo>
                    <a:cubicBezTo>
                      <a:pt x="11376" y="728"/>
                      <a:pt x="11376" y="704"/>
                      <a:pt x="11376" y="678"/>
                    </a:cubicBezTo>
                    <a:cubicBezTo>
                      <a:pt x="11450" y="678"/>
                      <a:pt x="11525" y="678"/>
                      <a:pt x="11602" y="678"/>
                    </a:cubicBezTo>
                    <a:cubicBezTo>
                      <a:pt x="11602" y="653"/>
                      <a:pt x="11602" y="628"/>
                      <a:pt x="11602" y="603"/>
                    </a:cubicBezTo>
                    <a:cubicBezTo>
                      <a:pt x="11651" y="603"/>
                      <a:pt x="11701" y="603"/>
                      <a:pt x="11752" y="603"/>
                    </a:cubicBezTo>
                    <a:cubicBezTo>
                      <a:pt x="11752" y="578"/>
                      <a:pt x="11752" y="553"/>
                      <a:pt x="11752" y="527"/>
                    </a:cubicBezTo>
                    <a:cubicBezTo>
                      <a:pt x="11802" y="527"/>
                      <a:pt x="11852" y="527"/>
                      <a:pt x="11903" y="527"/>
                    </a:cubicBezTo>
                    <a:cubicBezTo>
                      <a:pt x="11903" y="502"/>
                      <a:pt x="11903" y="478"/>
                      <a:pt x="11903" y="452"/>
                    </a:cubicBezTo>
                    <a:cubicBezTo>
                      <a:pt x="11953" y="452"/>
                      <a:pt x="12002" y="452"/>
                      <a:pt x="12054" y="452"/>
                    </a:cubicBezTo>
                    <a:cubicBezTo>
                      <a:pt x="12054" y="427"/>
                      <a:pt x="12054" y="402"/>
                      <a:pt x="12054" y="377"/>
                    </a:cubicBezTo>
                    <a:cubicBezTo>
                      <a:pt x="12103" y="377"/>
                      <a:pt x="12153" y="377"/>
                      <a:pt x="12204" y="377"/>
                    </a:cubicBezTo>
                    <a:cubicBezTo>
                      <a:pt x="12204" y="352"/>
                      <a:pt x="12204" y="327"/>
                      <a:pt x="12204" y="301"/>
                    </a:cubicBezTo>
                    <a:cubicBezTo>
                      <a:pt x="12229" y="301"/>
                      <a:pt x="12254" y="301"/>
                      <a:pt x="12280" y="301"/>
                    </a:cubicBezTo>
                    <a:cubicBezTo>
                      <a:pt x="12280" y="276"/>
                      <a:pt x="12280" y="252"/>
                      <a:pt x="12280" y="226"/>
                    </a:cubicBezTo>
                    <a:cubicBezTo>
                      <a:pt x="12329" y="226"/>
                      <a:pt x="12379" y="226"/>
                      <a:pt x="12430" y="226"/>
                    </a:cubicBezTo>
                    <a:cubicBezTo>
                      <a:pt x="12430" y="201"/>
                      <a:pt x="12430" y="176"/>
                      <a:pt x="12430" y="151"/>
                    </a:cubicBezTo>
                    <a:cubicBezTo>
                      <a:pt x="12480" y="151"/>
                      <a:pt x="12530" y="151"/>
                      <a:pt x="12581" y="151"/>
                    </a:cubicBezTo>
                    <a:cubicBezTo>
                      <a:pt x="12581" y="126"/>
                      <a:pt x="12581" y="101"/>
                      <a:pt x="12581" y="75"/>
                    </a:cubicBezTo>
                    <a:cubicBezTo>
                      <a:pt x="12631" y="75"/>
                      <a:pt x="12680" y="75"/>
                      <a:pt x="12732" y="75"/>
                    </a:cubicBezTo>
                    <a:cubicBezTo>
                      <a:pt x="12732" y="1095"/>
                      <a:pt x="12732" y="2114"/>
                      <a:pt x="12732" y="3164"/>
                    </a:cubicBezTo>
                    <a:cubicBezTo>
                      <a:pt x="12707" y="3164"/>
                      <a:pt x="12682" y="3164"/>
                      <a:pt x="12656" y="3164"/>
                    </a:cubicBezTo>
                    <a:cubicBezTo>
                      <a:pt x="12656" y="3214"/>
                      <a:pt x="12656" y="3264"/>
                      <a:pt x="12656" y="3315"/>
                    </a:cubicBezTo>
                    <a:cubicBezTo>
                      <a:pt x="12631" y="3315"/>
                      <a:pt x="12607" y="3315"/>
                      <a:pt x="12581" y="3315"/>
                    </a:cubicBezTo>
                    <a:cubicBezTo>
                      <a:pt x="12581" y="3340"/>
                      <a:pt x="12581" y="3364"/>
                      <a:pt x="12581" y="3390"/>
                    </a:cubicBezTo>
                    <a:cubicBezTo>
                      <a:pt x="12556" y="3390"/>
                      <a:pt x="12531" y="3390"/>
                      <a:pt x="12506" y="3390"/>
                    </a:cubicBezTo>
                    <a:cubicBezTo>
                      <a:pt x="12506" y="3415"/>
                      <a:pt x="12506" y="3440"/>
                      <a:pt x="12506" y="3465"/>
                    </a:cubicBezTo>
                    <a:cubicBezTo>
                      <a:pt x="12481" y="3465"/>
                      <a:pt x="12456" y="3465"/>
                      <a:pt x="12430" y="3465"/>
                    </a:cubicBezTo>
                    <a:cubicBezTo>
                      <a:pt x="12430" y="3490"/>
                      <a:pt x="12430" y="3515"/>
                      <a:pt x="12430" y="3541"/>
                    </a:cubicBezTo>
                    <a:cubicBezTo>
                      <a:pt x="12405" y="3541"/>
                      <a:pt x="12381" y="3541"/>
                      <a:pt x="12355" y="3541"/>
                    </a:cubicBezTo>
                    <a:cubicBezTo>
                      <a:pt x="12355" y="3566"/>
                      <a:pt x="12355" y="3590"/>
                      <a:pt x="12355" y="3616"/>
                    </a:cubicBezTo>
                    <a:cubicBezTo>
                      <a:pt x="12330" y="3616"/>
                      <a:pt x="12305" y="3616"/>
                      <a:pt x="12280" y="3616"/>
                    </a:cubicBezTo>
                    <a:cubicBezTo>
                      <a:pt x="12280" y="3641"/>
                      <a:pt x="12280" y="3666"/>
                      <a:pt x="12280" y="3691"/>
                    </a:cubicBezTo>
                    <a:cubicBezTo>
                      <a:pt x="12255" y="3691"/>
                      <a:pt x="12230" y="3691"/>
                      <a:pt x="12204" y="3691"/>
                    </a:cubicBezTo>
                    <a:cubicBezTo>
                      <a:pt x="12204" y="3716"/>
                      <a:pt x="12204" y="3741"/>
                      <a:pt x="12204" y="3767"/>
                    </a:cubicBezTo>
                    <a:cubicBezTo>
                      <a:pt x="12155" y="3767"/>
                      <a:pt x="12105" y="3767"/>
                      <a:pt x="12054" y="3767"/>
                    </a:cubicBezTo>
                    <a:cubicBezTo>
                      <a:pt x="12054" y="3792"/>
                      <a:pt x="12054" y="3816"/>
                      <a:pt x="12054" y="3842"/>
                    </a:cubicBezTo>
                    <a:cubicBezTo>
                      <a:pt x="12029" y="3842"/>
                      <a:pt x="12004" y="3842"/>
                      <a:pt x="11978" y="3842"/>
                    </a:cubicBezTo>
                    <a:cubicBezTo>
                      <a:pt x="11978" y="3867"/>
                      <a:pt x="11978" y="3892"/>
                      <a:pt x="11978" y="3917"/>
                    </a:cubicBezTo>
                    <a:cubicBezTo>
                      <a:pt x="11929" y="3917"/>
                      <a:pt x="11879" y="3917"/>
                      <a:pt x="11828" y="3917"/>
                    </a:cubicBezTo>
                    <a:cubicBezTo>
                      <a:pt x="11828" y="3942"/>
                      <a:pt x="11828" y="3967"/>
                      <a:pt x="11828" y="3993"/>
                    </a:cubicBezTo>
                    <a:cubicBezTo>
                      <a:pt x="11778" y="3993"/>
                      <a:pt x="11728" y="3993"/>
                      <a:pt x="11677" y="3993"/>
                    </a:cubicBezTo>
                    <a:cubicBezTo>
                      <a:pt x="11677" y="4018"/>
                      <a:pt x="11677" y="4042"/>
                      <a:pt x="11677" y="4068"/>
                    </a:cubicBezTo>
                    <a:cubicBezTo>
                      <a:pt x="11602" y="4068"/>
                      <a:pt x="11528" y="4068"/>
                      <a:pt x="11451" y="4068"/>
                    </a:cubicBezTo>
                    <a:cubicBezTo>
                      <a:pt x="11451" y="4093"/>
                      <a:pt x="11451" y="4118"/>
                      <a:pt x="11451" y="4143"/>
                    </a:cubicBezTo>
                    <a:cubicBezTo>
                      <a:pt x="11401" y="4143"/>
                      <a:pt x="11351" y="4143"/>
                      <a:pt x="11300" y="4143"/>
                    </a:cubicBezTo>
                    <a:cubicBezTo>
                      <a:pt x="11300" y="4168"/>
                      <a:pt x="11300" y="4193"/>
                      <a:pt x="11300" y="4219"/>
                    </a:cubicBezTo>
                    <a:cubicBezTo>
                      <a:pt x="11226" y="4219"/>
                      <a:pt x="11151" y="4219"/>
                      <a:pt x="11074" y="4219"/>
                    </a:cubicBezTo>
                    <a:cubicBezTo>
                      <a:pt x="11074" y="4244"/>
                      <a:pt x="11074" y="4268"/>
                      <a:pt x="11074" y="4294"/>
                    </a:cubicBezTo>
                    <a:cubicBezTo>
                      <a:pt x="11000" y="4294"/>
                      <a:pt x="10925" y="4294"/>
                      <a:pt x="10848" y="4294"/>
                    </a:cubicBezTo>
                    <a:cubicBezTo>
                      <a:pt x="10848" y="4319"/>
                      <a:pt x="10848" y="4344"/>
                      <a:pt x="10848" y="4369"/>
                    </a:cubicBezTo>
                    <a:cubicBezTo>
                      <a:pt x="10774" y="4369"/>
                      <a:pt x="10699" y="4369"/>
                      <a:pt x="10622" y="4369"/>
                    </a:cubicBezTo>
                    <a:cubicBezTo>
                      <a:pt x="10622" y="4394"/>
                      <a:pt x="10622" y="4419"/>
                      <a:pt x="10622" y="4445"/>
                    </a:cubicBezTo>
                    <a:cubicBezTo>
                      <a:pt x="10523" y="4445"/>
                      <a:pt x="10423" y="4445"/>
                      <a:pt x="10321" y="4445"/>
                    </a:cubicBezTo>
                    <a:cubicBezTo>
                      <a:pt x="10321" y="4470"/>
                      <a:pt x="10321" y="4494"/>
                      <a:pt x="10321" y="4520"/>
                    </a:cubicBezTo>
                    <a:cubicBezTo>
                      <a:pt x="10221" y="4520"/>
                      <a:pt x="10122" y="4520"/>
                      <a:pt x="10020" y="4520"/>
                    </a:cubicBezTo>
                    <a:cubicBezTo>
                      <a:pt x="10020" y="4545"/>
                      <a:pt x="10020" y="4570"/>
                      <a:pt x="10020" y="4595"/>
                    </a:cubicBezTo>
                    <a:cubicBezTo>
                      <a:pt x="9895" y="4595"/>
                      <a:pt x="9771" y="4595"/>
                      <a:pt x="9643" y="4595"/>
                    </a:cubicBezTo>
                    <a:cubicBezTo>
                      <a:pt x="9643" y="4620"/>
                      <a:pt x="9643" y="4645"/>
                      <a:pt x="9643" y="4671"/>
                    </a:cubicBezTo>
                    <a:cubicBezTo>
                      <a:pt x="9494" y="4671"/>
                      <a:pt x="9345" y="4671"/>
                      <a:pt x="9191" y="4671"/>
                    </a:cubicBezTo>
                    <a:cubicBezTo>
                      <a:pt x="9191" y="4696"/>
                      <a:pt x="9191" y="4720"/>
                      <a:pt x="9191" y="4746"/>
                    </a:cubicBezTo>
                    <a:cubicBezTo>
                      <a:pt x="9017" y="4746"/>
                      <a:pt x="8843" y="4746"/>
                      <a:pt x="8664" y="4746"/>
                    </a:cubicBezTo>
                    <a:cubicBezTo>
                      <a:pt x="8664" y="4771"/>
                      <a:pt x="8664" y="4796"/>
                      <a:pt x="8664" y="4821"/>
                    </a:cubicBezTo>
                    <a:cubicBezTo>
                      <a:pt x="8390" y="4821"/>
                      <a:pt x="8117" y="4821"/>
                      <a:pt x="7835" y="4821"/>
                    </a:cubicBezTo>
                    <a:cubicBezTo>
                      <a:pt x="7835" y="4846"/>
                      <a:pt x="7835" y="4871"/>
                      <a:pt x="7835" y="4897"/>
                    </a:cubicBezTo>
                    <a:cubicBezTo>
                      <a:pt x="6890" y="4897"/>
                      <a:pt x="5945" y="4897"/>
                      <a:pt x="4972" y="4897"/>
                    </a:cubicBezTo>
                    <a:cubicBezTo>
                      <a:pt x="4972" y="4872"/>
                      <a:pt x="4972" y="4847"/>
                      <a:pt x="4972" y="4821"/>
                    </a:cubicBezTo>
                    <a:cubicBezTo>
                      <a:pt x="4723" y="4821"/>
                      <a:pt x="4475" y="4821"/>
                      <a:pt x="4219" y="4821"/>
                    </a:cubicBezTo>
                    <a:cubicBezTo>
                      <a:pt x="4219" y="4797"/>
                      <a:pt x="4219" y="4772"/>
                      <a:pt x="4219" y="4746"/>
                    </a:cubicBezTo>
                    <a:cubicBezTo>
                      <a:pt x="4020" y="4746"/>
                      <a:pt x="3821" y="4746"/>
                      <a:pt x="3616" y="4746"/>
                    </a:cubicBezTo>
                    <a:cubicBezTo>
                      <a:pt x="3616" y="4721"/>
                      <a:pt x="3616" y="4696"/>
                      <a:pt x="3616" y="4671"/>
                    </a:cubicBezTo>
                    <a:cubicBezTo>
                      <a:pt x="3467" y="4671"/>
                      <a:pt x="3318" y="4671"/>
                      <a:pt x="3164" y="4671"/>
                    </a:cubicBezTo>
                    <a:cubicBezTo>
                      <a:pt x="3164" y="4646"/>
                      <a:pt x="3164" y="4621"/>
                      <a:pt x="3164" y="4595"/>
                    </a:cubicBezTo>
                    <a:cubicBezTo>
                      <a:pt x="3065" y="4595"/>
                      <a:pt x="2965" y="4595"/>
                      <a:pt x="2863" y="4595"/>
                    </a:cubicBezTo>
                    <a:cubicBezTo>
                      <a:pt x="2863" y="4571"/>
                      <a:pt x="2863" y="4546"/>
                      <a:pt x="2863" y="4520"/>
                    </a:cubicBezTo>
                    <a:cubicBezTo>
                      <a:pt x="2738" y="4520"/>
                      <a:pt x="2614" y="4520"/>
                      <a:pt x="2486" y="4520"/>
                    </a:cubicBezTo>
                    <a:cubicBezTo>
                      <a:pt x="2486" y="4495"/>
                      <a:pt x="2486" y="4470"/>
                      <a:pt x="2486" y="4445"/>
                    </a:cubicBezTo>
                    <a:cubicBezTo>
                      <a:pt x="2387" y="4445"/>
                      <a:pt x="2287" y="4445"/>
                      <a:pt x="2185" y="4445"/>
                    </a:cubicBezTo>
                    <a:cubicBezTo>
                      <a:pt x="2185" y="4420"/>
                      <a:pt x="2185" y="4395"/>
                      <a:pt x="2185" y="4369"/>
                    </a:cubicBezTo>
                    <a:cubicBezTo>
                      <a:pt x="2110" y="4369"/>
                      <a:pt x="2036" y="4369"/>
                      <a:pt x="1959" y="4369"/>
                    </a:cubicBezTo>
                    <a:cubicBezTo>
                      <a:pt x="1959" y="4345"/>
                      <a:pt x="1959" y="4320"/>
                      <a:pt x="1959" y="4294"/>
                    </a:cubicBezTo>
                    <a:cubicBezTo>
                      <a:pt x="1884" y="4294"/>
                      <a:pt x="1810" y="4294"/>
                      <a:pt x="1733" y="4294"/>
                    </a:cubicBezTo>
                    <a:cubicBezTo>
                      <a:pt x="1733" y="4269"/>
                      <a:pt x="1733" y="4244"/>
                      <a:pt x="1733" y="4219"/>
                    </a:cubicBezTo>
                    <a:cubicBezTo>
                      <a:pt x="1658" y="4219"/>
                      <a:pt x="1584" y="4219"/>
                      <a:pt x="1507" y="4219"/>
                    </a:cubicBezTo>
                    <a:cubicBezTo>
                      <a:pt x="1507" y="4194"/>
                      <a:pt x="1507" y="4169"/>
                      <a:pt x="1507" y="4143"/>
                    </a:cubicBezTo>
                    <a:cubicBezTo>
                      <a:pt x="1432" y="4143"/>
                      <a:pt x="1358" y="4143"/>
                      <a:pt x="1281" y="4143"/>
                    </a:cubicBezTo>
                    <a:cubicBezTo>
                      <a:pt x="1281" y="4119"/>
                      <a:pt x="1281" y="4094"/>
                      <a:pt x="1281" y="4068"/>
                    </a:cubicBezTo>
                    <a:cubicBezTo>
                      <a:pt x="1231" y="4068"/>
                      <a:pt x="1181" y="4068"/>
                      <a:pt x="1130" y="4068"/>
                    </a:cubicBezTo>
                    <a:cubicBezTo>
                      <a:pt x="1130" y="4043"/>
                      <a:pt x="1130" y="4018"/>
                      <a:pt x="1130" y="3993"/>
                    </a:cubicBezTo>
                    <a:cubicBezTo>
                      <a:pt x="1080" y="3993"/>
                      <a:pt x="1031" y="3993"/>
                      <a:pt x="979" y="3993"/>
                    </a:cubicBezTo>
                    <a:cubicBezTo>
                      <a:pt x="979" y="3968"/>
                      <a:pt x="979" y="3943"/>
                      <a:pt x="979" y="3917"/>
                    </a:cubicBezTo>
                    <a:cubicBezTo>
                      <a:pt x="930" y="3917"/>
                      <a:pt x="880" y="3917"/>
                      <a:pt x="829" y="3917"/>
                    </a:cubicBezTo>
                    <a:cubicBezTo>
                      <a:pt x="829" y="3893"/>
                      <a:pt x="829" y="3868"/>
                      <a:pt x="829" y="3842"/>
                    </a:cubicBezTo>
                    <a:cubicBezTo>
                      <a:pt x="804" y="3842"/>
                      <a:pt x="779" y="3842"/>
                      <a:pt x="753" y="3842"/>
                    </a:cubicBezTo>
                    <a:cubicBezTo>
                      <a:pt x="753" y="3817"/>
                      <a:pt x="753" y="3792"/>
                      <a:pt x="753" y="3767"/>
                    </a:cubicBezTo>
                    <a:cubicBezTo>
                      <a:pt x="704" y="3767"/>
                      <a:pt x="654" y="3767"/>
                      <a:pt x="603" y="3767"/>
                    </a:cubicBezTo>
                    <a:cubicBezTo>
                      <a:pt x="603" y="3742"/>
                      <a:pt x="603" y="3717"/>
                      <a:pt x="603" y="3691"/>
                    </a:cubicBezTo>
                    <a:cubicBezTo>
                      <a:pt x="578" y="3691"/>
                      <a:pt x="553" y="3691"/>
                      <a:pt x="527" y="3691"/>
                    </a:cubicBezTo>
                    <a:cubicBezTo>
                      <a:pt x="527" y="3667"/>
                      <a:pt x="527" y="3642"/>
                      <a:pt x="527" y="3616"/>
                    </a:cubicBezTo>
                    <a:cubicBezTo>
                      <a:pt x="478" y="3616"/>
                      <a:pt x="428" y="3616"/>
                      <a:pt x="377" y="3616"/>
                    </a:cubicBezTo>
                    <a:cubicBezTo>
                      <a:pt x="377" y="3591"/>
                      <a:pt x="377" y="3566"/>
                      <a:pt x="377" y="3541"/>
                    </a:cubicBezTo>
                    <a:cubicBezTo>
                      <a:pt x="352" y="3541"/>
                      <a:pt x="327" y="3541"/>
                      <a:pt x="301" y="3541"/>
                    </a:cubicBezTo>
                    <a:cubicBezTo>
                      <a:pt x="301" y="3516"/>
                      <a:pt x="301" y="3491"/>
                      <a:pt x="301" y="3465"/>
                    </a:cubicBezTo>
                    <a:cubicBezTo>
                      <a:pt x="276" y="3465"/>
                      <a:pt x="252" y="3465"/>
                      <a:pt x="226" y="3465"/>
                    </a:cubicBezTo>
                    <a:cubicBezTo>
                      <a:pt x="226" y="3416"/>
                      <a:pt x="226" y="3366"/>
                      <a:pt x="226" y="3315"/>
                    </a:cubicBezTo>
                    <a:cubicBezTo>
                      <a:pt x="201" y="3315"/>
                      <a:pt x="176" y="3315"/>
                      <a:pt x="151" y="3315"/>
                    </a:cubicBezTo>
                    <a:cubicBezTo>
                      <a:pt x="151" y="3290"/>
                      <a:pt x="151" y="3265"/>
                      <a:pt x="151" y="3239"/>
                    </a:cubicBezTo>
                    <a:cubicBezTo>
                      <a:pt x="126" y="3239"/>
                      <a:pt x="101" y="3239"/>
                      <a:pt x="75" y="3239"/>
                    </a:cubicBezTo>
                    <a:cubicBezTo>
                      <a:pt x="75" y="3165"/>
                      <a:pt x="75" y="3090"/>
                      <a:pt x="75" y="3013"/>
                    </a:cubicBezTo>
                    <a:cubicBezTo>
                      <a:pt x="50" y="3013"/>
                      <a:pt x="26" y="3013"/>
                      <a:pt x="0" y="3013"/>
                    </a:cubicBezTo>
                    <a:cubicBezTo>
                      <a:pt x="0" y="2044"/>
                      <a:pt x="0" y="1074"/>
                      <a:pt x="0" y="75"/>
                    </a:cubicBezTo>
                    <a:cubicBezTo>
                      <a:pt x="25" y="75"/>
                      <a:pt x="50" y="75"/>
                      <a:pt x="75" y="75"/>
                    </a:cubicBezTo>
                    <a:cubicBezTo>
                      <a:pt x="75" y="50"/>
                      <a:pt x="75" y="26"/>
                      <a:pt x="75" y="0"/>
                    </a:cubicBezTo>
                    <a:close/>
                    <a:moveTo>
                      <a:pt x="10472" y="1733"/>
                    </a:moveTo>
                    <a:cubicBezTo>
                      <a:pt x="10472" y="1758"/>
                      <a:pt x="10472" y="1782"/>
                      <a:pt x="10472" y="1808"/>
                    </a:cubicBezTo>
                    <a:cubicBezTo>
                      <a:pt x="10397" y="1808"/>
                      <a:pt x="10322" y="1808"/>
                      <a:pt x="10246" y="1808"/>
                    </a:cubicBezTo>
                    <a:cubicBezTo>
                      <a:pt x="10246" y="1833"/>
                      <a:pt x="10246" y="1858"/>
                      <a:pt x="10246" y="1883"/>
                    </a:cubicBezTo>
                    <a:cubicBezTo>
                      <a:pt x="10221" y="1883"/>
                      <a:pt x="10196" y="1883"/>
                      <a:pt x="10170" y="1883"/>
                    </a:cubicBezTo>
                    <a:cubicBezTo>
                      <a:pt x="10170" y="1908"/>
                      <a:pt x="10170" y="1933"/>
                      <a:pt x="10170" y="1959"/>
                    </a:cubicBezTo>
                    <a:cubicBezTo>
                      <a:pt x="10145" y="1959"/>
                      <a:pt x="10120" y="1959"/>
                      <a:pt x="10095" y="1959"/>
                    </a:cubicBezTo>
                    <a:cubicBezTo>
                      <a:pt x="10095" y="1984"/>
                      <a:pt x="10095" y="2008"/>
                      <a:pt x="10095" y="2034"/>
                    </a:cubicBezTo>
                    <a:cubicBezTo>
                      <a:pt x="10070" y="2034"/>
                      <a:pt x="10045" y="2034"/>
                      <a:pt x="10020" y="2034"/>
                    </a:cubicBezTo>
                    <a:cubicBezTo>
                      <a:pt x="10020" y="2059"/>
                      <a:pt x="10020" y="2084"/>
                      <a:pt x="10020" y="2109"/>
                    </a:cubicBezTo>
                    <a:cubicBezTo>
                      <a:pt x="9995" y="2109"/>
                      <a:pt x="9970" y="2109"/>
                      <a:pt x="9944" y="2109"/>
                    </a:cubicBezTo>
                    <a:cubicBezTo>
                      <a:pt x="9944" y="2134"/>
                      <a:pt x="9944" y="2159"/>
                      <a:pt x="9944" y="2185"/>
                    </a:cubicBezTo>
                    <a:cubicBezTo>
                      <a:pt x="9919" y="2185"/>
                      <a:pt x="9894" y="2185"/>
                      <a:pt x="9869" y="2185"/>
                    </a:cubicBezTo>
                    <a:cubicBezTo>
                      <a:pt x="9869" y="2259"/>
                      <a:pt x="9869" y="2334"/>
                      <a:pt x="9869" y="2411"/>
                    </a:cubicBezTo>
                    <a:cubicBezTo>
                      <a:pt x="9844" y="2411"/>
                      <a:pt x="9819" y="2411"/>
                      <a:pt x="9794" y="2411"/>
                    </a:cubicBezTo>
                    <a:cubicBezTo>
                      <a:pt x="9794" y="2535"/>
                      <a:pt x="9794" y="2659"/>
                      <a:pt x="9794" y="2787"/>
                    </a:cubicBezTo>
                    <a:cubicBezTo>
                      <a:pt x="9818" y="2787"/>
                      <a:pt x="9843" y="2787"/>
                      <a:pt x="9869" y="2787"/>
                    </a:cubicBezTo>
                    <a:cubicBezTo>
                      <a:pt x="9869" y="2862"/>
                      <a:pt x="9869" y="2937"/>
                      <a:pt x="9869" y="3013"/>
                    </a:cubicBezTo>
                    <a:cubicBezTo>
                      <a:pt x="9894" y="3013"/>
                      <a:pt x="9919" y="3013"/>
                      <a:pt x="9944" y="3013"/>
                    </a:cubicBezTo>
                    <a:cubicBezTo>
                      <a:pt x="9944" y="3038"/>
                      <a:pt x="9944" y="3063"/>
                      <a:pt x="9944" y="3089"/>
                    </a:cubicBezTo>
                    <a:cubicBezTo>
                      <a:pt x="9969" y="3089"/>
                      <a:pt x="9994" y="3089"/>
                      <a:pt x="10020" y="3089"/>
                    </a:cubicBezTo>
                    <a:cubicBezTo>
                      <a:pt x="10020" y="3114"/>
                      <a:pt x="10020" y="3138"/>
                      <a:pt x="10020" y="3164"/>
                    </a:cubicBezTo>
                    <a:cubicBezTo>
                      <a:pt x="10044" y="3164"/>
                      <a:pt x="10069" y="3164"/>
                      <a:pt x="10095" y="3164"/>
                    </a:cubicBezTo>
                    <a:cubicBezTo>
                      <a:pt x="10095" y="3189"/>
                      <a:pt x="10095" y="3214"/>
                      <a:pt x="10095" y="3239"/>
                    </a:cubicBezTo>
                    <a:cubicBezTo>
                      <a:pt x="10120" y="3239"/>
                      <a:pt x="10145" y="3239"/>
                      <a:pt x="10170" y="3239"/>
                    </a:cubicBezTo>
                    <a:cubicBezTo>
                      <a:pt x="10170" y="3264"/>
                      <a:pt x="10170" y="3289"/>
                      <a:pt x="10170" y="3315"/>
                    </a:cubicBezTo>
                    <a:cubicBezTo>
                      <a:pt x="10195" y="3315"/>
                      <a:pt x="10220" y="3315"/>
                      <a:pt x="10246" y="3315"/>
                    </a:cubicBezTo>
                    <a:cubicBezTo>
                      <a:pt x="10246" y="3340"/>
                      <a:pt x="10246" y="3364"/>
                      <a:pt x="10246" y="3390"/>
                    </a:cubicBezTo>
                    <a:cubicBezTo>
                      <a:pt x="10320" y="3390"/>
                      <a:pt x="10395" y="3390"/>
                      <a:pt x="10472" y="3390"/>
                    </a:cubicBezTo>
                    <a:cubicBezTo>
                      <a:pt x="10472" y="3415"/>
                      <a:pt x="10472" y="3440"/>
                      <a:pt x="10472" y="3465"/>
                    </a:cubicBezTo>
                    <a:cubicBezTo>
                      <a:pt x="10596" y="3465"/>
                      <a:pt x="10720" y="3465"/>
                      <a:pt x="10848" y="3465"/>
                    </a:cubicBezTo>
                    <a:cubicBezTo>
                      <a:pt x="10848" y="3441"/>
                      <a:pt x="10848" y="3416"/>
                      <a:pt x="10848" y="3390"/>
                    </a:cubicBezTo>
                    <a:cubicBezTo>
                      <a:pt x="10898" y="3390"/>
                      <a:pt x="10948" y="3390"/>
                      <a:pt x="10999" y="3390"/>
                    </a:cubicBezTo>
                    <a:cubicBezTo>
                      <a:pt x="10999" y="3365"/>
                      <a:pt x="10999" y="3340"/>
                      <a:pt x="10999" y="3315"/>
                    </a:cubicBezTo>
                    <a:cubicBezTo>
                      <a:pt x="11049" y="3315"/>
                      <a:pt x="11098" y="3315"/>
                      <a:pt x="11150" y="3315"/>
                    </a:cubicBezTo>
                    <a:cubicBezTo>
                      <a:pt x="11150" y="3290"/>
                      <a:pt x="11150" y="3265"/>
                      <a:pt x="11150" y="3239"/>
                    </a:cubicBezTo>
                    <a:cubicBezTo>
                      <a:pt x="11174" y="3239"/>
                      <a:pt x="11199" y="3239"/>
                      <a:pt x="11225" y="3239"/>
                    </a:cubicBezTo>
                    <a:cubicBezTo>
                      <a:pt x="11225" y="3215"/>
                      <a:pt x="11225" y="3190"/>
                      <a:pt x="11225" y="3164"/>
                    </a:cubicBezTo>
                    <a:cubicBezTo>
                      <a:pt x="11250" y="3164"/>
                      <a:pt x="11275" y="3164"/>
                      <a:pt x="11300" y="3164"/>
                    </a:cubicBezTo>
                    <a:cubicBezTo>
                      <a:pt x="11300" y="3139"/>
                      <a:pt x="11300" y="3114"/>
                      <a:pt x="11300" y="3089"/>
                    </a:cubicBezTo>
                    <a:cubicBezTo>
                      <a:pt x="11325" y="3089"/>
                      <a:pt x="11350" y="3089"/>
                      <a:pt x="11376" y="3089"/>
                    </a:cubicBezTo>
                    <a:cubicBezTo>
                      <a:pt x="11376" y="3064"/>
                      <a:pt x="11376" y="3039"/>
                      <a:pt x="11376" y="3013"/>
                    </a:cubicBezTo>
                    <a:cubicBezTo>
                      <a:pt x="11400" y="3013"/>
                      <a:pt x="11425" y="3013"/>
                      <a:pt x="11451" y="3013"/>
                    </a:cubicBezTo>
                    <a:cubicBezTo>
                      <a:pt x="11451" y="2939"/>
                      <a:pt x="11451" y="2864"/>
                      <a:pt x="11451" y="2787"/>
                    </a:cubicBezTo>
                    <a:cubicBezTo>
                      <a:pt x="11476" y="2787"/>
                      <a:pt x="11501" y="2787"/>
                      <a:pt x="11526" y="2787"/>
                    </a:cubicBezTo>
                    <a:cubicBezTo>
                      <a:pt x="11526" y="2638"/>
                      <a:pt x="11526" y="2489"/>
                      <a:pt x="11526" y="2335"/>
                    </a:cubicBezTo>
                    <a:cubicBezTo>
                      <a:pt x="11501" y="2335"/>
                      <a:pt x="11477" y="2335"/>
                      <a:pt x="11451" y="2335"/>
                    </a:cubicBezTo>
                    <a:cubicBezTo>
                      <a:pt x="11451" y="2286"/>
                      <a:pt x="11451" y="2236"/>
                      <a:pt x="11451" y="2185"/>
                    </a:cubicBezTo>
                    <a:cubicBezTo>
                      <a:pt x="11426" y="2185"/>
                      <a:pt x="11401" y="2185"/>
                      <a:pt x="11376" y="2185"/>
                    </a:cubicBezTo>
                    <a:cubicBezTo>
                      <a:pt x="11376" y="2135"/>
                      <a:pt x="11376" y="2085"/>
                      <a:pt x="11376" y="2034"/>
                    </a:cubicBezTo>
                    <a:cubicBezTo>
                      <a:pt x="11351" y="2034"/>
                      <a:pt x="11326" y="2034"/>
                      <a:pt x="11300" y="2034"/>
                    </a:cubicBezTo>
                    <a:cubicBezTo>
                      <a:pt x="11300" y="2009"/>
                      <a:pt x="11300" y="1984"/>
                      <a:pt x="11300" y="1959"/>
                    </a:cubicBezTo>
                    <a:cubicBezTo>
                      <a:pt x="11251" y="1959"/>
                      <a:pt x="11201" y="1959"/>
                      <a:pt x="11150" y="1959"/>
                    </a:cubicBezTo>
                    <a:cubicBezTo>
                      <a:pt x="11150" y="1934"/>
                      <a:pt x="11150" y="1909"/>
                      <a:pt x="11150" y="1883"/>
                    </a:cubicBezTo>
                    <a:cubicBezTo>
                      <a:pt x="11125" y="1883"/>
                      <a:pt x="11100" y="1883"/>
                      <a:pt x="11074" y="1883"/>
                    </a:cubicBezTo>
                    <a:cubicBezTo>
                      <a:pt x="11074" y="1859"/>
                      <a:pt x="11074" y="1834"/>
                      <a:pt x="11074" y="1808"/>
                    </a:cubicBezTo>
                    <a:cubicBezTo>
                      <a:pt x="11000" y="1808"/>
                      <a:pt x="10925" y="1808"/>
                      <a:pt x="10848" y="1808"/>
                    </a:cubicBezTo>
                    <a:cubicBezTo>
                      <a:pt x="10848" y="1783"/>
                      <a:pt x="10848" y="1758"/>
                      <a:pt x="10848" y="1733"/>
                    </a:cubicBezTo>
                    <a:cubicBezTo>
                      <a:pt x="10724" y="1733"/>
                      <a:pt x="10600" y="1733"/>
                      <a:pt x="10472" y="1733"/>
                    </a:cubicBezTo>
                    <a:close/>
                  </a:path>
                </a:pathLst>
              </a:custGeom>
              <a:solidFill>
                <a:srgbClr val="ACB5E9"/>
              </a:solidFill>
              <a:ln w="478" cap="flat">
                <a:noFill/>
              </a:ln>
            </p:spPr>
          </p:sp>
          <p:sp>
            <p:nvSpPr>
              <p:cNvPr id="428" name="ICON_TASK_DATABASE_path_002"/>
              <p:cNvSpPr/>
              <p:nvPr/>
            </p:nvSpPr>
            <p:spPr>
              <a:xfrm>
                <a:off x="2989532" y="967099"/>
                <a:ext cx="161691" cy="61232"/>
              </a:xfrm>
              <a:custGeom>
                <a:avLst/>
                <a:gdLst/>
                <a:ahLst/>
                <a:cxnLst/>
                <a:rect l="0" t="0" r="r" b="b"/>
                <a:pathLst>
                  <a:path w="12732" h="4821" fill="norm" stroke="0">
                    <a:moveTo>
                      <a:pt x="0" y="0"/>
                    </a:moveTo>
                    <a:cubicBezTo>
                      <a:pt x="75" y="0"/>
                      <a:pt x="149" y="0"/>
                      <a:pt x="226" y="0"/>
                    </a:cubicBezTo>
                    <a:cubicBezTo>
                      <a:pt x="226" y="25"/>
                      <a:pt x="226" y="50"/>
                      <a:pt x="226" y="75"/>
                    </a:cubicBezTo>
                    <a:cubicBezTo>
                      <a:pt x="251" y="75"/>
                      <a:pt x="276" y="75"/>
                      <a:pt x="301" y="75"/>
                    </a:cubicBezTo>
                    <a:cubicBezTo>
                      <a:pt x="301" y="100"/>
                      <a:pt x="301" y="125"/>
                      <a:pt x="301" y="151"/>
                    </a:cubicBezTo>
                    <a:cubicBezTo>
                      <a:pt x="326" y="151"/>
                      <a:pt x="351" y="151"/>
                      <a:pt x="377" y="151"/>
                    </a:cubicBezTo>
                    <a:cubicBezTo>
                      <a:pt x="377" y="176"/>
                      <a:pt x="377" y="200"/>
                      <a:pt x="377" y="226"/>
                    </a:cubicBezTo>
                    <a:cubicBezTo>
                      <a:pt x="426" y="226"/>
                      <a:pt x="476" y="226"/>
                      <a:pt x="527" y="226"/>
                    </a:cubicBezTo>
                    <a:cubicBezTo>
                      <a:pt x="527" y="251"/>
                      <a:pt x="527" y="276"/>
                      <a:pt x="527" y="301"/>
                    </a:cubicBezTo>
                    <a:cubicBezTo>
                      <a:pt x="577" y="301"/>
                      <a:pt x="627" y="301"/>
                      <a:pt x="678" y="301"/>
                    </a:cubicBezTo>
                    <a:cubicBezTo>
                      <a:pt x="678" y="326"/>
                      <a:pt x="678" y="351"/>
                      <a:pt x="678" y="377"/>
                    </a:cubicBezTo>
                    <a:cubicBezTo>
                      <a:pt x="703" y="377"/>
                      <a:pt x="728" y="377"/>
                      <a:pt x="753" y="377"/>
                    </a:cubicBezTo>
                    <a:cubicBezTo>
                      <a:pt x="753" y="402"/>
                      <a:pt x="753" y="426"/>
                      <a:pt x="753" y="452"/>
                    </a:cubicBezTo>
                    <a:cubicBezTo>
                      <a:pt x="803" y="452"/>
                      <a:pt x="853" y="452"/>
                      <a:pt x="904" y="452"/>
                    </a:cubicBezTo>
                    <a:cubicBezTo>
                      <a:pt x="904" y="477"/>
                      <a:pt x="904" y="502"/>
                      <a:pt x="904" y="527"/>
                    </a:cubicBezTo>
                    <a:cubicBezTo>
                      <a:pt x="979" y="527"/>
                      <a:pt x="1053" y="527"/>
                      <a:pt x="1130" y="527"/>
                    </a:cubicBezTo>
                    <a:cubicBezTo>
                      <a:pt x="1130" y="552"/>
                      <a:pt x="1130" y="577"/>
                      <a:pt x="1130" y="603"/>
                    </a:cubicBezTo>
                    <a:cubicBezTo>
                      <a:pt x="1180" y="603"/>
                      <a:pt x="1229" y="603"/>
                      <a:pt x="1281" y="603"/>
                    </a:cubicBezTo>
                    <a:cubicBezTo>
                      <a:pt x="1281" y="628"/>
                      <a:pt x="1281" y="652"/>
                      <a:pt x="1281" y="678"/>
                    </a:cubicBezTo>
                    <a:cubicBezTo>
                      <a:pt x="1355" y="678"/>
                      <a:pt x="1430" y="678"/>
                      <a:pt x="1507" y="678"/>
                    </a:cubicBezTo>
                    <a:cubicBezTo>
                      <a:pt x="1507" y="703"/>
                      <a:pt x="1507" y="728"/>
                      <a:pt x="1507" y="753"/>
                    </a:cubicBezTo>
                    <a:cubicBezTo>
                      <a:pt x="1581" y="753"/>
                      <a:pt x="1656" y="753"/>
                      <a:pt x="1733" y="753"/>
                    </a:cubicBezTo>
                    <a:cubicBezTo>
                      <a:pt x="1733" y="778"/>
                      <a:pt x="1733" y="803"/>
                      <a:pt x="1733" y="829"/>
                    </a:cubicBezTo>
                    <a:cubicBezTo>
                      <a:pt x="1807" y="829"/>
                      <a:pt x="1882" y="829"/>
                      <a:pt x="1959" y="829"/>
                    </a:cubicBezTo>
                    <a:cubicBezTo>
                      <a:pt x="1959" y="854"/>
                      <a:pt x="1959" y="878"/>
                      <a:pt x="1959" y="904"/>
                    </a:cubicBezTo>
                    <a:cubicBezTo>
                      <a:pt x="2058" y="904"/>
                      <a:pt x="2158" y="904"/>
                      <a:pt x="2260" y="904"/>
                    </a:cubicBezTo>
                    <a:cubicBezTo>
                      <a:pt x="2260" y="929"/>
                      <a:pt x="2260" y="954"/>
                      <a:pt x="2260" y="979"/>
                    </a:cubicBezTo>
                    <a:cubicBezTo>
                      <a:pt x="2335" y="979"/>
                      <a:pt x="2409" y="979"/>
                      <a:pt x="2486" y="979"/>
                    </a:cubicBezTo>
                    <a:cubicBezTo>
                      <a:pt x="2486" y="1004"/>
                      <a:pt x="2486" y="1029"/>
                      <a:pt x="2486" y="1055"/>
                    </a:cubicBezTo>
                    <a:cubicBezTo>
                      <a:pt x="2610" y="1055"/>
                      <a:pt x="2735" y="1055"/>
                      <a:pt x="2863" y="1055"/>
                    </a:cubicBezTo>
                    <a:cubicBezTo>
                      <a:pt x="2863" y="1080"/>
                      <a:pt x="2863" y="1104"/>
                      <a:pt x="2863" y="1130"/>
                    </a:cubicBezTo>
                    <a:cubicBezTo>
                      <a:pt x="2987" y="1130"/>
                      <a:pt x="3111" y="1130"/>
                      <a:pt x="3239" y="1130"/>
                    </a:cubicBezTo>
                    <a:cubicBezTo>
                      <a:pt x="3239" y="1155"/>
                      <a:pt x="3239" y="1180"/>
                      <a:pt x="3239" y="1205"/>
                    </a:cubicBezTo>
                    <a:cubicBezTo>
                      <a:pt x="3413" y="1205"/>
                      <a:pt x="3587" y="1205"/>
                      <a:pt x="3767" y="1205"/>
                    </a:cubicBezTo>
                    <a:cubicBezTo>
                      <a:pt x="3767" y="1230"/>
                      <a:pt x="3767" y="1255"/>
                      <a:pt x="3767" y="1281"/>
                    </a:cubicBezTo>
                    <a:cubicBezTo>
                      <a:pt x="3966" y="1281"/>
                      <a:pt x="4165" y="1281"/>
                      <a:pt x="4369" y="1281"/>
                    </a:cubicBezTo>
                    <a:cubicBezTo>
                      <a:pt x="4369" y="1306"/>
                      <a:pt x="4369" y="1330"/>
                      <a:pt x="4369" y="1356"/>
                    </a:cubicBezTo>
                    <a:cubicBezTo>
                      <a:pt x="4693" y="1356"/>
                      <a:pt x="5016" y="1356"/>
                      <a:pt x="5349" y="1356"/>
                    </a:cubicBezTo>
                    <a:cubicBezTo>
                      <a:pt x="5349" y="1381"/>
                      <a:pt x="5349" y="1406"/>
                      <a:pt x="5349" y="1431"/>
                    </a:cubicBezTo>
                    <a:cubicBezTo>
                      <a:pt x="6045" y="1431"/>
                      <a:pt x="6741" y="1431"/>
                      <a:pt x="7458" y="1431"/>
                    </a:cubicBezTo>
                    <a:cubicBezTo>
                      <a:pt x="7458" y="1407"/>
                      <a:pt x="7458" y="1382"/>
                      <a:pt x="7458" y="1356"/>
                    </a:cubicBezTo>
                    <a:cubicBezTo>
                      <a:pt x="7806" y="1356"/>
                      <a:pt x="8154" y="1356"/>
                      <a:pt x="8513" y="1356"/>
                    </a:cubicBezTo>
                    <a:cubicBezTo>
                      <a:pt x="8513" y="1331"/>
                      <a:pt x="8513" y="1306"/>
                      <a:pt x="8513" y="1281"/>
                    </a:cubicBezTo>
                    <a:cubicBezTo>
                      <a:pt x="8687" y="1281"/>
                      <a:pt x="8861" y="1281"/>
                      <a:pt x="9040" y="1281"/>
                    </a:cubicBezTo>
                    <a:cubicBezTo>
                      <a:pt x="9040" y="1256"/>
                      <a:pt x="9040" y="1231"/>
                      <a:pt x="9040" y="1205"/>
                    </a:cubicBezTo>
                    <a:cubicBezTo>
                      <a:pt x="9189" y="1205"/>
                      <a:pt x="9339" y="1205"/>
                      <a:pt x="9492" y="1205"/>
                    </a:cubicBezTo>
                    <a:cubicBezTo>
                      <a:pt x="9492" y="1180"/>
                      <a:pt x="9492" y="1156"/>
                      <a:pt x="9492" y="1130"/>
                    </a:cubicBezTo>
                    <a:cubicBezTo>
                      <a:pt x="9641" y="1130"/>
                      <a:pt x="9791" y="1130"/>
                      <a:pt x="9944" y="1130"/>
                    </a:cubicBezTo>
                    <a:cubicBezTo>
                      <a:pt x="9944" y="1105"/>
                      <a:pt x="9944" y="1080"/>
                      <a:pt x="9944" y="1055"/>
                    </a:cubicBezTo>
                    <a:cubicBezTo>
                      <a:pt x="10068" y="1055"/>
                      <a:pt x="10193" y="1055"/>
                      <a:pt x="10321" y="1055"/>
                    </a:cubicBezTo>
                    <a:cubicBezTo>
                      <a:pt x="10321" y="1030"/>
                      <a:pt x="10321" y="1005"/>
                      <a:pt x="10321" y="979"/>
                    </a:cubicBezTo>
                    <a:cubicBezTo>
                      <a:pt x="10420" y="979"/>
                      <a:pt x="10520" y="979"/>
                      <a:pt x="10622" y="979"/>
                    </a:cubicBezTo>
                    <a:cubicBezTo>
                      <a:pt x="10622" y="954"/>
                      <a:pt x="10622" y="930"/>
                      <a:pt x="10622" y="904"/>
                    </a:cubicBezTo>
                    <a:cubicBezTo>
                      <a:pt x="10697" y="904"/>
                      <a:pt x="10771" y="904"/>
                      <a:pt x="10848" y="904"/>
                    </a:cubicBezTo>
                    <a:cubicBezTo>
                      <a:pt x="10848" y="879"/>
                      <a:pt x="10848" y="854"/>
                      <a:pt x="10848" y="829"/>
                    </a:cubicBezTo>
                    <a:cubicBezTo>
                      <a:pt x="10923" y="829"/>
                      <a:pt x="10997" y="829"/>
                      <a:pt x="11074" y="829"/>
                    </a:cubicBezTo>
                    <a:cubicBezTo>
                      <a:pt x="11074" y="804"/>
                      <a:pt x="11074" y="779"/>
                      <a:pt x="11074" y="753"/>
                    </a:cubicBezTo>
                    <a:cubicBezTo>
                      <a:pt x="11149" y="753"/>
                      <a:pt x="11223" y="753"/>
                      <a:pt x="11300" y="753"/>
                    </a:cubicBezTo>
                    <a:cubicBezTo>
                      <a:pt x="11300" y="728"/>
                      <a:pt x="11300" y="704"/>
                      <a:pt x="11300" y="678"/>
                    </a:cubicBezTo>
                    <a:cubicBezTo>
                      <a:pt x="11375" y="678"/>
                      <a:pt x="11449" y="678"/>
                      <a:pt x="11526" y="678"/>
                    </a:cubicBezTo>
                    <a:cubicBezTo>
                      <a:pt x="11526" y="653"/>
                      <a:pt x="11526" y="628"/>
                      <a:pt x="11526" y="603"/>
                    </a:cubicBezTo>
                    <a:cubicBezTo>
                      <a:pt x="11576" y="603"/>
                      <a:pt x="11626" y="603"/>
                      <a:pt x="11677" y="603"/>
                    </a:cubicBezTo>
                    <a:cubicBezTo>
                      <a:pt x="11677" y="578"/>
                      <a:pt x="11677" y="553"/>
                      <a:pt x="11677" y="527"/>
                    </a:cubicBezTo>
                    <a:cubicBezTo>
                      <a:pt x="11727" y="527"/>
                      <a:pt x="11776" y="527"/>
                      <a:pt x="11828" y="527"/>
                    </a:cubicBezTo>
                    <a:cubicBezTo>
                      <a:pt x="11828" y="502"/>
                      <a:pt x="11828" y="478"/>
                      <a:pt x="11828" y="452"/>
                    </a:cubicBezTo>
                    <a:cubicBezTo>
                      <a:pt x="11877" y="452"/>
                      <a:pt x="11927" y="452"/>
                      <a:pt x="11978" y="452"/>
                    </a:cubicBezTo>
                    <a:cubicBezTo>
                      <a:pt x="11978" y="427"/>
                      <a:pt x="11978" y="402"/>
                      <a:pt x="11978" y="377"/>
                    </a:cubicBezTo>
                    <a:cubicBezTo>
                      <a:pt x="12028" y="377"/>
                      <a:pt x="12078" y="377"/>
                      <a:pt x="12129" y="377"/>
                    </a:cubicBezTo>
                    <a:cubicBezTo>
                      <a:pt x="12129" y="352"/>
                      <a:pt x="12129" y="327"/>
                      <a:pt x="12129" y="301"/>
                    </a:cubicBezTo>
                    <a:cubicBezTo>
                      <a:pt x="12154" y="301"/>
                      <a:pt x="12179" y="301"/>
                      <a:pt x="12204" y="301"/>
                    </a:cubicBezTo>
                    <a:cubicBezTo>
                      <a:pt x="12204" y="276"/>
                      <a:pt x="12204" y="252"/>
                      <a:pt x="12204" y="226"/>
                    </a:cubicBezTo>
                    <a:cubicBezTo>
                      <a:pt x="12254" y="226"/>
                      <a:pt x="12304" y="226"/>
                      <a:pt x="12355" y="226"/>
                    </a:cubicBezTo>
                    <a:cubicBezTo>
                      <a:pt x="12355" y="201"/>
                      <a:pt x="12355" y="176"/>
                      <a:pt x="12355" y="151"/>
                    </a:cubicBezTo>
                    <a:cubicBezTo>
                      <a:pt x="12405" y="151"/>
                      <a:pt x="12454" y="151"/>
                      <a:pt x="12506" y="151"/>
                    </a:cubicBezTo>
                    <a:cubicBezTo>
                      <a:pt x="12506" y="126"/>
                      <a:pt x="12506" y="101"/>
                      <a:pt x="12506" y="75"/>
                    </a:cubicBezTo>
                    <a:cubicBezTo>
                      <a:pt x="12530" y="75"/>
                      <a:pt x="12555" y="75"/>
                      <a:pt x="12581" y="75"/>
                    </a:cubicBezTo>
                    <a:cubicBezTo>
                      <a:pt x="12581" y="50"/>
                      <a:pt x="12581" y="26"/>
                      <a:pt x="12581" y="0"/>
                    </a:cubicBezTo>
                    <a:cubicBezTo>
                      <a:pt x="12631" y="0"/>
                      <a:pt x="12680" y="0"/>
                      <a:pt x="12732" y="0"/>
                    </a:cubicBezTo>
                    <a:cubicBezTo>
                      <a:pt x="12732" y="1044"/>
                      <a:pt x="12732" y="2088"/>
                      <a:pt x="12732" y="3164"/>
                    </a:cubicBezTo>
                    <a:cubicBezTo>
                      <a:pt x="12707" y="3164"/>
                      <a:pt x="12682" y="3164"/>
                      <a:pt x="12656" y="3164"/>
                    </a:cubicBezTo>
                    <a:cubicBezTo>
                      <a:pt x="12656" y="3189"/>
                      <a:pt x="12656" y="3214"/>
                      <a:pt x="12656" y="3239"/>
                    </a:cubicBezTo>
                    <a:cubicBezTo>
                      <a:pt x="12631" y="3239"/>
                      <a:pt x="12607" y="3239"/>
                      <a:pt x="12581" y="3239"/>
                    </a:cubicBezTo>
                    <a:cubicBezTo>
                      <a:pt x="12581" y="3289"/>
                      <a:pt x="12581" y="3339"/>
                      <a:pt x="12581" y="3390"/>
                    </a:cubicBezTo>
                    <a:cubicBezTo>
                      <a:pt x="12556" y="3390"/>
                      <a:pt x="12531" y="3390"/>
                      <a:pt x="12506" y="3390"/>
                    </a:cubicBezTo>
                    <a:cubicBezTo>
                      <a:pt x="12506" y="3415"/>
                      <a:pt x="12506" y="3440"/>
                      <a:pt x="12506" y="3465"/>
                    </a:cubicBezTo>
                    <a:cubicBezTo>
                      <a:pt x="12481" y="3465"/>
                      <a:pt x="12456" y="3465"/>
                      <a:pt x="12430" y="3465"/>
                    </a:cubicBezTo>
                    <a:cubicBezTo>
                      <a:pt x="12430" y="3490"/>
                      <a:pt x="12430" y="3515"/>
                      <a:pt x="12430" y="3541"/>
                    </a:cubicBezTo>
                    <a:cubicBezTo>
                      <a:pt x="12381" y="3541"/>
                      <a:pt x="12331" y="3541"/>
                      <a:pt x="12280" y="3541"/>
                    </a:cubicBezTo>
                    <a:cubicBezTo>
                      <a:pt x="12280" y="3566"/>
                      <a:pt x="12280" y="3590"/>
                      <a:pt x="12280" y="3616"/>
                    </a:cubicBezTo>
                    <a:cubicBezTo>
                      <a:pt x="12255" y="3616"/>
                      <a:pt x="12230" y="3616"/>
                      <a:pt x="12204" y="3616"/>
                    </a:cubicBezTo>
                    <a:cubicBezTo>
                      <a:pt x="12204" y="3641"/>
                      <a:pt x="12204" y="3666"/>
                      <a:pt x="12204" y="3691"/>
                    </a:cubicBezTo>
                    <a:cubicBezTo>
                      <a:pt x="12179" y="3691"/>
                      <a:pt x="12155" y="3691"/>
                      <a:pt x="12129" y="3691"/>
                    </a:cubicBezTo>
                    <a:cubicBezTo>
                      <a:pt x="12129" y="3716"/>
                      <a:pt x="12129" y="3741"/>
                      <a:pt x="12129" y="3767"/>
                    </a:cubicBezTo>
                    <a:cubicBezTo>
                      <a:pt x="12079" y="3767"/>
                      <a:pt x="12029" y="3767"/>
                      <a:pt x="11978" y="3767"/>
                    </a:cubicBezTo>
                    <a:cubicBezTo>
                      <a:pt x="11978" y="3792"/>
                      <a:pt x="11978" y="3816"/>
                      <a:pt x="11978" y="3842"/>
                    </a:cubicBezTo>
                    <a:cubicBezTo>
                      <a:pt x="11929" y="3842"/>
                      <a:pt x="11879" y="3842"/>
                      <a:pt x="11828" y="3842"/>
                    </a:cubicBezTo>
                    <a:cubicBezTo>
                      <a:pt x="11828" y="3867"/>
                      <a:pt x="11828" y="3892"/>
                      <a:pt x="11828" y="3917"/>
                    </a:cubicBezTo>
                    <a:cubicBezTo>
                      <a:pt x="11778" y="3917"/>
                      <a:pt x="11728" y="3917"/>
                      <a:pt x="11677" y="3917"/>
                    </a:cubicBezTo>
                    <a:cubicBezTo>
                      <a:pt x="11677" y="3942"/>
                      <a:pt x="11677" y="3967"/>
                      <a:pt x="11677" y="3993"/>
                    </a:cubicBezTo>
                    <a:cubicBezTo>
                      <a:pt x="11627" y="3993"/>
                      <a:pt x="11577" y="3993"/>
                      <a:pt x="11526" y="3993"/>
                    </a:cubicBezTo>
                    <a:cubicBezTo>
                      <a:pt x="11526" y="4018"/>
                      <a:pt x="11526" y="4042"/>
                      <a:pt x="11526" y="4068"/>
                    </a:cubicBezTo>
                    <a:cubicBezTo>
                      <a:pt x="11452" y="4068"/>
                      <a:pt x="11377" y="4068"/>
                      <a:pt x="11300" y="4068"/>
                    </a:cubicBezTo>
                    <a:cubicBezTo>
                      <a:pt x="11300" y="4093"/>
                      <a:pt x="11300" y="4118"/>
                      <a:pt x="11300" y="4143"/>
                    </a:cubicBezTo>
                    <a:cubicBezTo>
                      <a:pt x="11251" y="4143"/>
                      <a:pt x="11201" y="4143"/>
                      <a:pt x="11150" y="4143"/>
                    </a:cubicBezTo>
                    <a:cubicBezTo>
                      <a:pt x="11150" y="4168"/>
                      <a:pt x="11150" y="4193"/>
                      <a:pt x="11150" y="4219"/>
                    </a:cubicBezTo>
                    <a:cubicBezTo>
                      <a:pt x="11050" y="4219"/>
                      <a:pt x="10951" y="4219"/>
                      <a:pt x="10848" y="4219"/>
                    </a:cubicBezTo>
                    <a:cubicBezTo>
                      <a:pt x="10848" y="4244"/>
                      <a:pt x="10848" y="4268"/>
                      <a:pt x="10848" y="4294"/>
                    </a:cubicBezTo>
                    <a:cubicBezTo>
                      <a:pt x="10774" y="4294"/>
                      <a:pt x="10699" y="4294"/>
                      <a:pt x="10622" y="4294"/>
                    </a:cubicBezTo>
                    <a:cubicBezTo>
                      <a:pt x="10622" y="4319"/>
                      <a:pt x="10622" y="4344"/>
                      <a:pt x="10622" y="4369"/>
                    </a:cubicBezTo>
                    <a:cubicBezTo>
                      <a:pt x="10523" y="4369"/>
                      <a:pt x="10423" y="4369"/>
                      <a:pt x="10321" y="4369"/>
                    </a:cubicBezTo>
                    <a:cubicBezTo>
                      <a:pt x="10321" y="4394"/>
                      <a:pt x="10321" y="4419"/>
                      <a:pt x="10321" y="4445"/>
                    </a:cubicBezTo>
                    <a:cubicBezTo>
                      <a:pt x="10221" y="4445"/>
                      <a:pt x="10122" y="4445"/>
                      <a:pt x="10020" y="4445"/>
                    </a:cubicBezTo>
                    <a:cubicBezTo>
                      <a:pt x="10020" y="4470"/>
                      <a:pt x="10020" y="4494"/>
                      <a:pt x="10020" y="4520"/>
                    </a:cubicBezTo>
                    <a:cubicBezTo>
                      <a:pt x="9895" y="4520"/>
                      <a:pt x="9771" y="4520"/>
                      <a:pt x="9643" y="4520"/>
                    </a:cubicBezTo>
                    <a:cubicBezTo>
                      <a:pt x="9643" y="4545"/>
                      <a:pt x="9643" y="4570"/>
                      <a:pt x="9643" y="4595"/>
                    </a:cubicBezTo>
                    <a:cubicBezTo>
                      <a:pt x="9519" y="4595"/>
                      <a:pt x="9394" y="4595"/>
                      <a:pt x="9266" y="4595"/>
                    </a:cubicBezTo>
                    <a:cubicBezTo>
                      <a:pt x="9266" y="4620"/>
                      <a:pt x="9266" y="4645"/>
                      <a:pt x="9266" y="4671"/>
                    </a:cubicBezTo>
                    <a:cubicBezTo>
                      <a:pt x="9067" y="4671"/>
                      <a:pt x="8868" y="4671"/>
                      <a:pt x="8664" y="4671"/>
                    </a:cubicBezTo>
                    <a:cubicBezTo>
                      <a:pt x="8664" y="4696"/>
                      <a:pt x="8664" y="4720"/>
                      <a:pt x="8664" y="4746"/>
                    </a:cubicBezTo>
                    <a:cubicBezTo>
                      <a:pt x="8415" y="4746"/>
                      <a:pt x="8166" y="4746"/>
                      <a:pt x="7910" y="4746"/>
                    </a:cubicBezTo>
                    <a:cubicBezTo>
                      <a:pt x="7910" y="4771"/>
                      <a:pt x="7910" y="4796"/>
                      <a:pt x="7910" y="4821"/>
                    </a:cubicBezTo>
                    <a:cubicBezTo>
                      <a:pt x="6941" y="4821"/>
                      <a:pt x="5971" y="4821"/>
                      <a:pt x="4972" y="4821"/>
                    </a:cubicBezTo>
                    <a:cubicBezTo>
                      <a:pt x="4972" y="4797"/>
                      <a:pt x="4972" y="4772"/>
                      <a:pt x="4972" y="4746"/>
                    </a:cubicBezTo>
                    <a:cubicBezTo>
                      <a:pt x="4699" y="4746"/>
                      <a:pt x="4425" y="4746"/>
                      <a:pt x="4143" y="4746"/>
                    </a:cubicBezTo>
                    <a:cubicBezTo>
                      <a:pt x="4143" y="4721"/>
                      <a:pt x="4143" y="4696"/>
                      <a:pt x="4143" y="4671"/>
                    </a:cubicBezTo>
                    <a:cubicBezTo>
                      <a:pt x="3969" y="4671"/>
                      <a:pt x="3795" y="4671"/>
                      <a:pt x="3616" y="4671"/>
                    </a:cubicBezTo>
                    <a:cubicBezTo>
                      <a:pt x="3616" y="4646"/>
                      <a:pt x="3616" y="4621"/>
                      <a:pt x="3616" y="4595"/>
                    </a:cubicBezTo>
                    <a:cubicBezTo>
                      <a:pt x="3467" y="4595"/>
                      <a:pt x="3318" y="4595"/>
                      <a:pt x="3164" y="4595"/>
                    </a:cubicBezTo>
                    <a:cubicBezTo>
                      <a:pt x="3164" y="4571"/>
                      <a:pt x="3164" y="4546"/>
                      <a:pt x="3164" y="4520"/>
                    </a:cubicBezTo>
                    <a:cubicBezTo>
                      <a:pt x="3040" y="4520"/>
                      <a:pt x="2915" y="4520"/>
                      <a:pt x="2787" y="4520"/>
                    </a:cubicBezTo>
                    <a:cubicBezTo>
                      <a:pt x="2787" y="4495"/>
                      <a:pt x="2787" y="4470"/>
                      <a:pt x="2787" y="4445"/>
                    </a:cubicBezTo>
                    <a:cubicBezTo>
                      <a:pt x="2688" y="4445"/>
                      <a:pt x="2589" y="4445"/>
                      <a:pt x="2486" y="4445"/>
                    </a:cubicBezTo>
                    <a:cubicBezTo>
                      <a:pt x="2486" y="4420"/>
                      <a:pt x="2486" y="4395"/>
                      <a:pt x="2486" y="4369"/>
                    </a:cubicBezTo>
                    <a:cubicBezTo>
                      <a:pt x="2387" y="4369"/>
                      <a:pt x="2287" y="4369"/>
                      <a:pt x="2185" y="4369"/>
                    </a:cubicBezTo>
                    <a:cubicBezTo>
                      <a:pt x="2185" y="4345"/>
                      <a:pt x="2185" y="4320"/>
                      <a:pt x="2185" y="4294"/>
                    </a:cubicBezTo>
                    <a:cubicBezTo>
                      <a:pt x="2085" y="4294"/>
                      <a:pt x="1986" y="4294"/>
                      <a:pt x="1883" y="4294"/>
                    </a:cubicBezTo>
                    <a:cubicBezTo>
                      <a:pt x="1883" y="4269"/>
                      <a:pt x="1883" y="4244"/>
                      <a:pt x="1883" y="4219"/>
                    </a:cubicBezTo>
                    <a:cubicBezTo>
                      <a:pt x="1809" y="4219"/>
                      <a:pt x="1734" y="4219"/>
                      <a:pt x="1657" y="4219"/>
                    </a:cubicBezTo>
                    <a:cubicBezTo>
                      <a:pt x="1657" y="4194"/>
                      <a:pt x="1657" y="4169"/>
                      <a:pt x="1657" y="4143"/>
                    </a:cubicBezTo>
                    <a:cubicBezTo>
                      <a:pt x="1608" y="4143"/>
                      <a:pt x="1558" y="4143"/>
                      <a:pt x="1507" y="4143"/>
                    </a:cubicBezTo>
                    <a:cubicBezTo>
                      <a:pt x="1507" y="4119"/>
                      <a:pt x="1507" y="4094"/>
                      <a:pt x="1507" y="4068"/>
                    </a:cubicBezTo>
                    <a:cubicBezTo>
                      <a:pt x="1432" y="4068"/>
                      <a:pt x="1358" y="4068"/>
                      <a:pt x="1281" y="4068"/>
                    </a:cubicBezTo>
                    <a:cubicBezTo>
                      <a:pt x="1281" y="4043"/>
                      <a:pt x="1281" y="4018"/>
                      <a:pt x="1281" y="3993"/>
                    </a:cubicBezTo>
                    <a:cubicBezTo>
                      <a:pt x="1231" y="3993"/>
                      <a:pt x="1181" y="3993"/>
                      <a:pt x="1130" y="3993"/>
                    </a:cubicBezTo>
                    <a:cubicBezTo>
                      <a:pt x="1130" y="3968"/>
                      <a:pt x="1130" y="3943"/>
                      <a:pt x="1130" y="3917"/>
                    </a:cubicBezTo>
                    <a:cubicBezTo>
                      <a:pt x="1080" y="3917"/>
                      <a:pt x="1031" y="3917"/>
                      <a:pt x="979" y="3917"/>
                    </a:cubicBezTo>
                    <a:cubicBezTo>
                      <a:pt x="979" y="3893"/>
                      <a:pt x="979" y="3868"/>
                      <a:pt x="979" y="3842"/>
                    </a:cubicBezTo>
                    <a:cubicBezTo>
                      <a:pt x="930" y="3842"/>
                      <a:pt x="880" y="3842"/>
                      <a:pt x="829" y="3842"/>
                    </a:cubicBezTo>
                    <a:cubicBezTo>
                      <a:pt x="829" y="3817"/>
                      <a:pt x="829" y="3792"/>
                      <a:pt x="829" y="3767"/>
                    </a:cubicBezTo>
                    <a:cubicBezTo>
                      <a:pt x="779" y="3767"/>
                      <a:pt x="729" y="3767"/>
                      <a:pt x="678" y="3767"/>
                    </a:cubicBezTo>
                    <a:cubicBezTo>
                      <a:pt x="678" y="3742"/>
                      <a:pt x="678" y="3717"/>
                      <a:pt x="678" y="3691"/>
                    </a:cubicBezTo>
                    <a:cubicBezTo>
                      <a:pt x="653" y="3691"/>
                      <a:pt x="628" y="3691"/>
                      <a:pt x="603" y="3691"/>
                    </a:cubicBezTo>
                    <a:cubicBezTo>
                      <a:pt x="603" y="3667"/>
                      <a:pt x="603" y="3642"/>
                      <a:pt x="603" y="3616"/>
                    </a:cubicBezTo>
                    <a:cubicBezTo>
                      <a:pt x="553" y="3616"/>
                      <a:pt x="503" y="3616"/>
                      <a:pt x="452" y="3616"/>
                    </a:cubicBezTo>
                    <a:cubicBezTo>
                      <a:pt x="452" y="3591"/>
                      <a:pt x="452" y="3566"/>
                      <a:pt x="452" y="3541"/>
                    </a:cubicBezTo>
                    <a:cubicBezTo>
                      <a:pt x="427" y="3541"/>
                      <a:pt x="402" y="3541"/>
                      <a:pt x="377" y="3541"/>
                    </a:cubicBezTo>
                    <a:cubicBezTo>
                      <a:pt x="377" y="3516"/>
                      <a:pt x="377" y="3491"/>
                      <a:pt x="377" y="3465"/>
                    </a:cubicBezTo>
                    <a:cubicBezTo>
                      <a:pt x="352" y="3465"/>
                      <a:pt x="327" y="3465"/>
                      <a:pt x="301" y="3465"/>
                    </a:cubicBezTo>
                    <a:cubicBezTo>
                      <a:pt x="301" y="3441"/>
                      <a:pt x="301" y="3416"/>
                      <a:pt x="301" y="3390"/>
                    </a:cubicBezTo>
                    <a:cubicBezTo>
                      <a:pt x="276" y="3390"/>
                      <a:pt x="252" y="3390"/>
                      <a:pt x="226" y="3390"/>
                    </a:cubicBezTo>
                    <a:cubicBezTo>
                      <a:pt x="226" y="3365"/>
                      <a:pt x="226" y="3340"/>
                      <a:pt x="226" y="3315"/>
                    </a:cubicBezTo>
                    <a:cubicBezTo>
                      <a:pt x="201" y="3315"/>
                      <a:pt x="176" y="3315"/>
                      <a:pt x="151" y="3315"/>
                    </a:cubicBezTo>
                    <a:cubicBezTo>
                      <a:pt x="151" y="3265"/>
                      <a:pt x="151" y="3215"/>
                      <a:pt x="151" y="3164"/>
                    </a:cubicBezTo>
                    <a:cubicBezTo>
                      <a:pt x="126" y="3164"/>
                      <a:pt x="101" y="3164"/>
                      <a:pt x="75" y="3164"/>
                    </a:cubicBezTo>
                    <a:cubicBezTo>
                      <a:pt x="75" y="3089"/>
                      <a:pt x="75" y="3015"/>
                      <a:pt x="75" y="2938"/>
                    </a:cubicBezTo>
                    <a:cubicBezTo>
                      <a:pt x="50" y="2938"/>
                      <a:pt x="26" y="2938"/>
                      <a:pt x="0" y="2938"/>
                    </a:cubicBezTo>
                    <a:cubicBezTo>
                      <a:pt x="0" y="2888"/>
                      <a:pt x="0" y="2839"/>
                      <a:pt x="0" y="2787"/>
                    </a:cubicBezTo>
                    <a:cubicBezTo>
                      <a:pt x="25" y="2787"/>
                      <a:pt x="50" y="2787"/>
                      <a:pt x="75" y="2787"/>
                    </a:cubicBezTo>
                    <a:cubicBezTo>
                      <a:pt x="75" y="2713"/>
                      <a:pt x="75" y="2638"/>
                      <a:pt x="75" y="2561"/>
                    </a:cubicBezTo>
                    <a:cubicBezTo>
                      <a:pt x="50" y="2561"/>
                      <a:pt x="26" y="2561"/>
                      <a:pt x="0" y="2561"/>
                    </a:cubicBezTo>
                    <a:cubicBezTo>
                      <a:pt x="0" y="1716"/>
                      <a:pt x="0" y="871"/>
                      <a:pt x="0" y="0"/>
                    </a:cubicBezTo>
                    <a:close/>
                    <a:moveTo>
                      <a:pt x="10321" y="1733"/>
                    </a:moveTo>
                    <a:cubicBezTo>
                      <a:pt x="10321" y="1758"/>
                      <a:pt x="10321" y="1782"/>
                      <a:pt x="10321" y="1808"/>
                    </a:cubicBezTo>
                    <a:cubicBezTo>
                      <a:pt x="10271" y="1808"/>
                      <a:pt x="10221" y="1808"/>
                      <a:pt x="10170" y="1808"/>
                    </a:cubicBezTo>
                    <a:cubicBezTo>
                      <a:pt x="10170" y="1833"/>
                      <a:pt x="10170" y="1858"/>
                      <a:pt x="10170" y="1883"/>
                    </a:cubicBezTo>
                    <a:cubicBezTo>
                      <a:pt x="10145" y="1883"/>
                      <a:pt x="10120" y="1883"/>
                      <a:pt x="10095" y="1883"/>
                    </a:cubicBezTo>
                    <a:cubicBezTo>
                      <a:pt x="10095" y="1908"/>
                      <a:pt x="10095" y="1933"/>
                      <a:pt x="10095" y="1959"/>
                    </a:cubicBezTo>
                    <a:cubicBezTo>
                      <a:pt x="10070" y="1959"/>
                      <a:pt x="10045" y="1959"/>
                      <a:pt x="10020" y="1959"/>
                    </a:cubicBezTo>
                    <a:cubicBezTo>
                      <a:pt x="10020" y="1984"/>
                      <a:pt x="10020" y="2008"/>
                      <a:pt x="10020" y="2034"/>
                    </a:cubicBezTo>
                    <a:cubicBezTo>
                      <a:pt x="9995" y="2034"/>
                      <a:pt x="9970" y="2034"/>
                      <a:pt x="9944" y="2034"/>
                    </a:cubicBezTo>
                    <a:cubicBezTo>
                      <a:pt x="9944" y="2084"/>
                      <a:pt x="9944" y="2133"/>
                      <a:pt x="9944" y="2185"/>
                    </a:cubicBezTo>
                    <a:cubicBezTo>
                      <a:pt x="9919" y="2185"/>
                      <a:pt x="9894" y="2185"/>
                      <a:pt x="9869" y="2185"/>
                    </a:cubicBezTo>
                    <a:cubicBezTo>
                      <a:pt x="9869" y="2259"/>
                      <a:pt x="9869" y="2334"/>
                      <a:pt x="9869" y="2411"/>
                    </a:cubicBezTo>
                    <a:cubicBezTo>
                      <a:pt x="9844" y="2411"/>
                      <a:pt x="9819" y="2411"/>
                      <a:pt x="9794" y="2411"/>
                    </a:cubicBezTo>
                    <a:cubicBezTo>
                      <a:pt x="9794" y="2510"/>
                      <a:pt x="9794" y="2610"/>
                      <a:pt x="9794" y="2712"/>
                    </a:cubicBezTo>
                    <a:cubicBezTo>
                      <a:pt x="9818" y="2712"/>
                      <a:pt x="9843" y="2712"/>
                      <a:pt x="9869" y="2712"/>
                    </a:cubicBezTo>
                    <a:cubicBezTo>
                      <a:pt x="9869" y="2787"/>
                      <a:pt x="9869" y="2861"/>
                      <a:pt x="9869" y="2938"/>
                    </a:cubicBezTo>
                    <a:cubicBezTo>
                      <a:pt x="9894" y="2938"/>
                      <a:pt x="9919" y="2938"/>
                      <a:pt x="9944" y="2938"/>
                    </a:cubicBezTo>
                    <a:cubicBezTo>
                      <a:pt x="9944" y="2988"/>
                      <a:pt x="9944" y="3037"/>
                      <a:pt x="9944" y="3089"/>
                    </a:cubicBezTo>
                    <a:cubicBezTo>
                      <a:pt x="9969" y="3089"/>
                      <a:pt x="9994" y="3089"/>
                      <a:pt x="10020" y="3089"/>
                    </a:cubicBezTo>
                    <a:cubicBezTo>
                      <a:pt x="10020" y="3114"/>
                      <a:pt x="10020" y="3138"/>
                      <a:pt x="10020" y="3164"/>
                    </a:cubicBezTo>
                    <a:cubicBezTo>
                      <a:pt x="10044" y="3164"/>
                      <a:pt x="10069" y="3164"/>
                      <a:pt x="10095" y="3164"/>
                    </a:cubicBezTo>
                    <a:cubicBezTo>
                      <a:pt x="10095" y="3189"/>
                      <a:pt x="10095" y="3214"/>
                      <a:pt x="10095" y="3239"/>
                    </a:cubicBezTo>
                    <a:cubicBezTo>
                      <a:pt x="10120" y="3239"/>
                      <a:pt x="10145" y="3239"/>
                      <a:pt x="10170" y="3239"/>
                    </a:cubicBezTo>
                    <a:cubicBezTo>
                      <a:pt x="10170" y="3264"/>
                      <a:pt x="10170" y="3289"/>
                      <a:pt x="10170" y="3315"/>
                    </a:cubicBezTo>
                    <a:cubicBezTo>
                      <a:pt x="10220" y="3315"/>
                      <a:pt x="10270" y="3315"/>
                      <a:pt x="10321" y="3315"/>
                    </a:cubicBezTo>
                    <a:cubicBezTo>
                      <a:pt x="10321" y="3340"/>
                      <a:pt x="10321" y="3364"/>
                      <a:pt x="10321" y="3390"/>
                    </a:cubicBezTo>
                    <a:cubicBezTo>
                      <a:pt x="10545" y="3390"/>
                      <a:pt x="10768" y="3390"/>
                      <a:pt x="10999" y="3390"/>
                    </a:cubicBezTo>
                    <a:cubicBezTo>
                      <a:pt x="10999" y="3365"/>
                      <a:pt x="10999" y="3340"/>
                      <a:pt x="10999" y="3315"/>
                    </a:cubicBezTo>
                    <a:cubicBezTo>
                      <a:pt x="11049" y="3315"/>
                      <a:pt x="11098" y="3315"/>
                      <a:pt x="11150" y="3315"/>
                    </a:cubicBezTo>
                    <a:cubicBezTo>
                      <a:pt x="11150" y="3290"/>
                      <a:pt x="11150" y="3265"/>
                      <a:pt x="11150" y="3239"/>
                    </a:cubicBezTo>
                    <a:cubicBezTo>
                      <a:pt x="11174" y="3239"/>
                      <a:pt x="11199" y="3239"/>
                      <a:pt x="11225" y="3239"/>
                    </a:cubicBezTo>
                    <a:cubicBezTo>
                      <a:pt x="11225" y="3215"/>
                      <a:pt x="11225" y="3190"/>
                      <a:pt x="11225" y="3164"/>
                    </a:cubicBezTo>
                    <a:cubicBezTo>
                      <a:pt x="11250" y="3164"/>
                      <a:pt x="11275" y="3164"/>
                      <a:pt x="11300" y="3164"/>
                    </a:cubicBezTo>
                    <a:cubicBezTo>
                      <a:pt x="11300" y="3139"/>
                      <a:pt x="11300" y="3114"/>
                      <a:pt x="11300" y="3089"/>
                    </a:cubicBezTo>
                    <a:cubicBezTo>
                      <a:pt x="11325" y="3089"/>
                      <a:pt x="11350" y="3089"/>
                      <a:pt x="11376" y="3089"/>
                    </a:cubicBezTo>
                    <a:cubicBezTo>
                      <a:pt x="11376" y="3039"/>
                      <a:pt x="11376" y="2989"/>
                      <a:pt x="11376" y="2938"/>
                    </a:cubicBezTo>
                    <a:cubicBezTo>
                      <a:pt x="11400" y="2938"/>
                      <a:pt x="11425" y="2938"/>
                      <a:pt x="11451" y="2938"/>
                    </a:cubicBezTo>
                    <a:cubicBezTo>
                      <a:pt x="11451" y="2863"/>
                      <a:pt x="11451" y="2789"/>
                      <a:pt x="11451" y="2712"/>
                    </a:cubicBezTo>
                    <a:cubicBezTo>
                      <a:pt x="11476" y="2712"/>
                      <a:pt x="11501" y="2712"/>
                      <a:pt x="11526" y="2712"/>
                    </a:cubicBezTo>
                    <a:cubicBezTo>
                      <a:pt x="11526" y="2588"/>
                      <a:pt x="11526" y="2463"/>
                      <a:pt x="11526" y="2335"/>
                    </a:cubicBezTo>
                    <a:cubicBezTo>
                      <a:pt x="11501" y="2335"/>
                      <a:pt x="11477" y="2335"/>
                      <a:pt x="11451" y="2335"/>
                    </a:cubicBezTo>
                    <a:cubicBezTo>
                      <a:pt x="11451" y="2261"/>
                      <a:pt x="11451" y="2186"/>
                      <a:pt x="11451" y="2109"/>
                    </a:cubicBezTo>
                    <a:cubicBezTo>
                      <a:pt x="11426" y="2109"/>
                      <a:pt x="11401" y="2109"/>
                      <a:pt x="11376" y="2109"/>
                    </a:cubicBezTo>
                    <a:cubicBezTo>
                      <a:pt x="11376" y="2085"/>
                      <a:pt x="11376" y="2060"/>
                      <a:pt x="11376" y="2034"/>
                    </a:cubicBezTo>
                    <a:cubicBezTo>
                      <a:pt x="11351" y="2034"/>
                      <a:pt x="11326" y="2034"/>
                      <a:pt x="11300" y="2034"/>
                    </a:cubicBezTo>
                    <a:cubicBezTo>
                      <a:pt x="11300" y="2009"/>
                      <a:pt x="11300" y="1984"/>
                      <a:pt x="11300" y="1959"/>
                    </a:cubicBezTo>
                    <a:cubicBezTo>
                      <a:pt x="11275" y="1959"/>
                      <a:pt x="11251" y="1959"/>
                      <a:pt x="11225" y="1959"/>
                    </a:cubicBezTo>
                    <a:cubicBezTo>
                      <a:pt x="11225" y="1934"/>
                      <a:pt x="11225" y="1909"/>
                      <a:pt x="11225" y="1883"/>
                    </a:cubicBezTo>
                    <a:cubicBezTo>
                      <a:pt x="11200" y="1883"/>
                      <a:pt x="11175" y="1883"/>
                      <a:pt x="11150" y="1883"/>
                    </a:cubicBezTo>
                    <a:cubicBezTo>
                      <a:pt x="11150" y="1859"/>
                      <a:pt x="11150" y="1834"/>
                      <a:pt x="11150" y="1808"/>
                    </a:cubicBezTo>
                    <a:cubicBezTo>
                      <a:pt x="11100" y="1808"/>
                      <a:pt x="11050" y="1808"/>
                      <a:pt x="10999" y="1808"/>
                    </a:cubicBezTo>
                    <a:cubicBezTo>
                      <a:pt x="10999" y="1783"/>
                      <a:pt x="10999" y="1758"/>
                      <a:pt x="10999" y="1733"/>
                    </a:cubicBezTo>
                    <a:cubicBezTo>
                      <a:pt x="10775" y="1733"/>
                      <a:pt x="10551" y="1733"/>
                      <a:pt x="10321" y="1733"/>
                    </a:cubicBezTo>
                    <a:close/>
                  </a:path>
                </a:pathLst>
              </a:custGeom>
              <a:solidFill>
                <a:srgbClr val="ACB5E9"/>
              </a:solidFill>
              <a:ln w="478" cap="flat">
                <a:noFill/>
              </a:ln>
            </p:spPr>
          </p:sp>
          <p:sp>
            <p:nvSpPr>
              <p:cNvPr id="429" name="ICON_TASK_DATABASE_path_003"/>
              <p:cNvSpPr/>
              <p:nvPr/>
            </p:nvSpPr>
            <p:spPr>
              <a:xfrm>
                <a:off x="2989532" y="870408"/>
                <a:ext cx="161691" cy="60335"/>
              </a:xfrm>
              <a:custGeom>
                <a:avLst/>
                <a:gdLst/>
                <a:ahLst/>
                <a:cxnLst/>
                <a:rect l="0" t="0" r="r" b="b"/>
                <a:pathLst>
                  <a:path w="12732" h="4751" fill="norm" stroke="0">
                    <a:moveTo>
                      <a:pt x="0" y="5"/>
                    </a:moveTo>
                    <a:cubicBezTo>
                      <a:pt x="75" y="5"/>
                      <a:pt x="149" y="5"/>
                      <a:pt x="226" y="5"/>
                    </a:cubicBezTo>
                    <a:cubicBezTo>
                      <a:pt x="226" y="30"/>
                      <a:pt x="226" y="54"/>
                      <a:pt x="226" y="80"/>
                    </a:cubicBezTo>
                    <a:cubicBezTo>
                      <a:pt x="251" y="80"/>
                      <a:pt x="276" y="80"/>
                      <a:pt x="301" y="80"/>
                    </a:cubicBezTo>
                    <a:cubicBezTo>
                      <a:pt x="301" y="105"/>
                      <a:pt x="301" y="130"/>
                      <a:pt x="301" y="155"/>
                    </a:cubicBezTo>
                    <a:cubicBezTo>
                      <a:pt x="351" y="155"/>
                      <a:pt x="401" y="155"/>
                      <a:pt x="452" y="155"/>
                    </a:cubicBezTo>
                    <a:cubicBezTo>
                      <a:pt x="452" y="180"/>
                      <a:pt x="452" y="205"/>
                      <a:pt x="452" y="231"/>
                    </a:cubicBezTo>
                    <a:cubicBezTo>
                      <a:pt x="502" y="231"/>
                      <a:pt x="551" y="231"/>
                      <a:pt x="603" y="231"/>
                    </a:cubicBezTo>
                    <a:cubicBezTo>
                      <a:pt x="603" y="256"/>
                      <a:pt x="603" y="280"/>
                      <a:pt x="603" y="306"/>
                    </a:cubicBezTo>
                    <a:cubicBezTo>
                      <a:pt x="652" y="306"/>
                      <a:pt x="702" y="306"/>
                      <a:pt x="753" y="306"/>
                    </a:cubicBezTo>
                    <a:cubicBezTo>
                      <a:pt x="753" y="331"/>
                      <a:pt x="753" y="356"/>
                      <a:pt x="753" y="381"/>
                    </a:cubicBezTo>
                    <a:cubicBezTo>
                      <a:pt x="803" y="381"/>
                      <a:pt x="853" y="381"/>
                      <a:pt x="904" y="381"/>
                    </a:cubicBezTo>
                    <a:cubicBezTo>
                      <a:pt x="904" y="406"/>
                      <a:pt x="904" y="431"/>
                      <a:pt x="904" y="457"/>
                    </a:cubicBezTo>
                    <a:cubicBezTo>
                      <a:pt x="954" y="457"/>
                      <a:pt x="1003" y="457"/>
                      <a:pt x="1055" y="457"/>
                    </a:cubicBezTo>
                    <a:cubicBezTo>
                      <a:pt x="1055" y="482"/>
                      <a:pt x="1055" y="506"/>
                      <a:pt x="1055" y="532"/>
                    </a:cubicBezTo>
                    <a:cubicBezTo>
                      <a:pt x="1104" y="532"/>
                      <a:pt x="1154" y="532"/>
                      <a:pt x="1205" y="532"/>
                    </a:cubicBezTo>
                    <a:cubicBezTo>
                      <a:pt x="1205" y="557"/>
                      <a:pt x="1205" y="582"/>
                      <a:pt x="1205" y="607"/>
                    </a:cubicBezTo>
                    <a:cubicBezTo>
                      <a:pt x="1280" y="607"/>
                      <a:pt x="1355" y="607"/>
                      <a:pt x="1431" y="607"/>
                    </a:cubicBezTo>
                    <a:cubicBezTo>
                      <a:pt x="1431" y="632"/>
                      <a:pt x="1431" y="657"/>
                      <a:pt x="1431" y="683"/>
                    </a:cubicBezTo>
                    <a:cubicBezTo>
                      <a:pt x="1506" y="683"/>
                      <a:pt x="1581" y="683"/>
                      <a:pt x="1657" y="683"/>
                    </a:cubicBezTo>
                    <a:cubicBezTo>
                      <a:pt x="1657" y="708"/>
                      <a:pt x="1657" y="732"/>
                      <a:pt x="1657" y="758"/>
                    </a:cubicBezTo>
                    <a:cubicBezTo>
                      <a:pt x="1757" y="758"/>
                      <a:pt x="1856" y="758"/>
                      <a:pt x="1959" y="758"/>
                    </a:cubicBezTo>
                    <a:cubicBezTo>
                      <a:pt x="1959" y="783"/>
                      <a:pt x="1959" y="808"/>
                      <a:pt x="1959" y="833"/>
                    </a:cubicBezTo>
                    <a:cubicBezTo>
                      <a:pt x="2033" y="833"/>
                      <a:pt x="2108" y="833"/>
                      <a:pt x="2185" y="833"/>
                    </a:cubicBezTo>
                    <a:cubicBezTo>
                      <a:pt x="2185" y="858"/>
                      <a:pt x="2185" y="883"/>
                      <a:pt x="2185" y="909"/>
                    </a:cubicBezTo>
                    <a:cubicBezTo>
                      <a:pt x="2284" y="909"/>
                      <a:pt x="2384" y="909"/>
                      <a:pt x="2486" y="909"/>
                    </a:cubicBezTo>
                    <a:cubicBezTo>
                      <a:pt x="2486" y="934"/>
                      <a:pt x="2486" y="958"/>
                      <a:pt x="2486" y="984"/>
                    </a:cubicBezTo>
                    <a:cubicBezTo>
                      <a:pt x="2610" y="984"/>
                      <a:pt x="2735" y="984"/>
                      <a:pt x="2863" y="984"/>
                    </a:cubicBezTo>
                    <a:cubicBezTo>
                      <a:pt x="2863" y="1009"/>
                      <a:pt x="2863" y="1034"/>
                      <a:pt x="2863" y="1059"/>
                    </a:cubicBezTo>
                    <a:cubicBezTo>
                      <a:pt x="2987" y="1059"/>
                      <a:pt x="3111" y="1059"/>
                      <a:pt x="3239" y="1059"/>
                    </a:cubicBezTo>
                    <a:cubicBezTo>
                      <a:pt x="3239" y="1084"/>
                      <a:pt x="3239" y="1109"/>
                      <a:pt x="3239" y="1135"/>
                    </a:cubicBezTo>
                    <a:cubicBezTo>
                      <a:pt x="3413" y="1135"/>
                      <a:pt x="3587" y="1135"/>
                      <a:pt x="3767" y="1135"/>
                    </a:cubicBezTo>
                    <a:cubicBezTo>
                      <a:pt x="3767" y="1160"/>
                      <a:pt x="3767" y="1184"/>
                      <a:pt x="3767" y="1210"/>
                    </a:cubicBezTo>
                    <a:cubicBezTo>
                      <a:pt x="3990" y="1210"/>
                      <a:pt x="4214" y="1210"/>
                      <a:pt x="4445" y="1210"/>
                    </a:cubicBezTo>
                    <a:cubicBezTo>
                      <a:pt x="4445" y="1235"/>
                      <a:pt x="4445" y="1260"/>
                      <a:pt x="4445" y="1285"/>
                    </a:cubicBezTo>
                    <a:cubicBezTo>
                      <a:pt x="4843" y="1285"/>
                      <a:pt x="5240" y="1285"/>
                      <a:pt x="5650" y="1285"/>
                    </a:cubicBezTo>
                    <a:cubicBezTo>
                      <a:pt x="5650" y="1310"/>
                      <a:pt x="5650" y="1335"/>
                      <a:pt x="5650" y="1361"/>
                    </a:cubicBezTo>
                    <a:cubicBezTo>
                      <a:pt x="6172" y="1361"/>
                      <a:pt x="6694" y="1361"/>
                      <a:pt x="7232" y="1361"/>
                    </a:cubicBezTo>
                    <a:cubicBezTo>
                      <a:pt x="7232" y="1336"/>
                      <a:pt x="7232" y="1311"/>
                      <a:pt x="7232" y="1285"/>
                    </a:cubicBezTo>
                    <a:cubicBezTo>
                      <a:pt x="7605" y="1285"/>
                      <a:pt x="7978" y="1285"/>
                      <a:pt x="8362" y="1285"/>
                    </a:cubicBezTo>
                    <a:cubicBezTo>
                      <a:pt x="8362" y="1261"/>
                      <a:pt x="8362" y="1236"/>
                      <a:pt x="8362" y="1210"/>
                    </a:cubicBezTo>
                    <a:cubicBezTo>
                      <a:pt x="8611" y="1210"/>
                      <a:pt x="8859" y="1210"/>
                      <a:pt x="9116" y="1210"/>
                    </a:cubicBezTo>
                    <a:cubicBezTo>
                      <a:pt x="9116" y="1185"/>
                      <a:pt x="9116" y="1160"/>
                      <a:pt x="9116" y="1135"/>
                    </a:cubicBezTo>
                    <a:cubicBezTo>
                      <a:pt x="9265" y="1135"/>
                      <a:pt x="9414" y="1135"/>
                      <a:pt x="9568" y="1135"/>
                    </a:cubicBezTo>
                    <a:cubicBezTo>
                      <a:pt x="9568" y="1110"/>
                      <a:pt x="9568" y="1085"/>
                      <a:pt x="9568" y="1059"/>
                    </a:cubicBezTo>
                    <a:cubicBezTo>
                      <a:pt x="9692" y="1059"/>
                      <a:pt x="9816" y="1059"/>
                      <a:pt x="9944" y="1059"/>
                    </a:cubicBezTo>
                    <a:cubicBezTo>
                      <a:pt x="9944" y="1035"/>
                      <a:pt x="9944" y="1010"/>
                      <a:pt x="9944" y="984"/>
                    </a:cubicBezTo>
                    <a:cubicBezTo>
                      <a:pt x="10068" y="984"/>
                      <a:pt x="10193" y="984"/>
                      <a:pt x="10321" y="984"/>
                    </a:cubicBezTo>
                    <a:cubicBezTo>
                      <a:pt x="10321" y="959"/>
                      <a:pt x="10321" y="934"/>
                      <a:pt x="10321" y="909"/>
                    </a:cubicBezTo>
                    <a:cubicBezTo>
                      <a:pt x="10420" y="909"/>
                      <a:pt x="10520" y="909"/>
                      <a:pt x="10622" y="909"/>
                    </a:cubicBezTo>
                    <a:cubicBezTo>
                      <a:pt x="10622" y="884"/>
                      <a:pt x="10622" y="859"/>
                      <a:pt x="10622" y="833"/>
                    </a:cubicBezTo>
                    <a:cubicBezTo>
                      <a:pt x="10722" y="833"/>
                      <a:pt x="10821" y="833"/>
                      <a:pt x="10924" y="833"/>
                    </a:cubicBezTo>
                    <a:cubicBezTo>
                      <a:pt x="10924" y="809"/>
                      <a:pt x="10924" y="784"/>
                      <a:pt x="10924" y="758"/>
                    </a:cubicBezTo>
                    <a:cubicBezTo>
                      <a:pt x="10998" y="758"/>
                      <a:pt x="11073" y="758"/>
                      <a:pt x="11150" y="758"/>
                    </a:cubicBezTo>
                    <a:cubicBezTo>
                      <a:pt x="11150" y="733"/>
                      <a:pt x="11150" y="708"/>
                      <a:pt x="11150" y="683"/>
                    </a:cubicBezTo>
                    <a:cubicBezTo>
                      <a:pt x="11224" y="683"/>
                      <a:pt x="11299" y="683"/>
                      <a:pt x="11376" y="683"/>
                    </a:cubicBezTo>
                    <a:cubicBezTo>
                      <a:pt x="11376" y="658"/>
                      <a:pt x="11376" y="633"/>
                      <a:pt x="11376" y="607"/>
                    </a:cubicBezTo>
                    <a:cubicBezTo>
                      <a:pt x="11450" y="607"/>
                      <a:pt x="11525" y="607"/>
                      <a:pt x="11602" y="607"/>
                    </a:cubicBezTo>
                    <a:cubicBezTo>
                      <a:pt x="11602" y="583"/>
                      <a:pt x="11602" y="558"/>
                      <a:pt x="11602" y="532"/>
                    </a:cubicBezTo>
                    <a:cubicBezTo>
                      <a:pt x="11651" y="532"/>
                      <a:pt x="11701" y="532"/>
                      <a:pt x="11752" y="532"/>
                    </a:cubicBezTo>
                    <a:cubicBezTo>
                      <a:pt x="11752" y="507"/>
                      <a:pt x="11752" y="482"/>
                      <a:pt x="11752" y="457"/>
                    </a:cubicBezTo>
                    <a:cubicBezTo>
                      <a:pt x="11802" y="457"/>
                      <a:pt x="11852" y="457"/>
                      <a:pt x="11903" y="457"/>
                    </a:cubicBezTo>
                    <a:cubicBezTo>
                      <a:pt x="11903" y="432"/>
                      <a:pt x="11903" y="407"/>
                      <a:pt x="11903" y="381"/>
                    </a:cubicBezTo>
                    <a:cubicBezTo>
                      <a:pt x="11977" y="381"/>
                      <a:pt x="12052" y="381"/>
                      <a:pt x="12129" y="381"/>
                    </a:cubicBezTo>
                    <a:cubicBezTo>
                      <a:pt x="12129" y="357"/>
                      <a:pt x="12129" y="332"/>
                      <a:pt x="12129" y="306"/>
                    </a:cubicBezTo>
                    <a:cubicBezTo>
                      <a:pt x="12154" y="306"/>
                      <a:pt x="12179" y="306"/>
                      <a:pt x="12204" y="306"/>
                    </a:cubicBezTo>
                    <a:cubicBezTo>
                      <a:pt x="12204" y="281"/>
                      <a:pt x="12204" y="256"/>
                      <a:pt x="12204" y="231"/>
                    </a:cubicBezTo>
                    <a:cubicBezTo>
                      <a:pt x="12254" y="231"/>
                      <a:pt x="12304" y="231"/>
                      <a:pt x="12355" y="231"/>
                    </a:cubicBezTo>
                    <a:cubicBezTo>
                      <a:pt x="12355" y="206"/>
                      <a:pt x="12355" y="181"/>
                      <a:pt x="12355" y="155"/>
                    </a:cubicBezTo>
                    <a:cubicBezTo>
                      <a:pt x="12365" y="157"/>
                      <a:pt x="12375" y="159"/>
                      <a:pt x="12385" y="161"/>
                    </a:cubicBezTo>
                    <a:cubicBezTo>
                      <a:pt x="12429" y="165"/>
                      <a:pt x="12462" y="167"/>
                      <a:pt x="12506" y="155"/>
                    </a:cubicBezTo>
                    <a:cubicBezTo>
                      <a:pt x="12533" y="117"/>
                      <a:pt x="12547" y="82"/>
                      <a:pt x="12562" y="38"/>
                    </a:cubicBezTo>
                    <a:cubicBezTo>
                      <a:pt x="12565" y="32"/>
                      <a:pt x="12565" y="32"/>
                      <a:pt x="12581" y="5"/>
                    </a:cubicBezTo>
                    <a:cubicBezTo>
                      <a:pt x="12621" y="0"/>
                      <a:pt x="12621" y="0"/>
                      <a:pt x="12656" y="5"/>
                    </a:cubicBezTo>
                    <a:cubicBezTo>
                      <a:pt x="12656" y="30"/>
                      <a:pt x="12656" y="54"/>
                      <a:pt x="12656" y="80"/>
                    </a:cubicBezTo>
                    <a:cubicBezTo>
                      <a:pt x="12681" y="80"/>
                      <a:pt x="12706" y="80"/>
                      <a:pt x="12732" y="80"/>
                    </a:cubicBezTo>
                    <a:cubicBezTo>
                      <a:pt x="12732" y="1050"/>
                      <a:pt x="12732" y="2019"/>
                      <a:pt x="12732" y="3018"/>
                    </a:cubicBezTo>
                    <a:cubicBezTo>
                      <a:pt x="12707" y="3018"/>
                      <a:pt x="12682" y="3018"/>
                      <a:pt x="12656" y="3018"/>
                    </a:cubicBezTo>
                    <a:cubicBezTo>
                      <a:pt x="12656" y="3043"/>
                      <a:pt x="12656" y="3068"/>
                      <a:pt x="12656" y="3093"/>
                    </a:cubicBezTo>
                    <a:cubicBezTo>
                      <a:pt x="12631" y="3093"/>
                      <a:pt x="12607" y="3093"/>
                      <a:pt x="12581" y="3093"/>
                    </a:cubicBezTo>
                    <a:cubicBezTo>
                      <a:pt x="12581" y="3143"/>
                      <a:pt x="12581" y="3193"/>
                      <a:pt x="12581" y="3244"/>
                    </a:cubicBezTo>
                    <a:cubicBezTo>
                      <a:pt x="12556" y="3244"/>
                      <a:pt x="12531" y="3244"/>
                      <a:pt x="12506" y="3244"/>
                    </a:cubicBezTo>
                    <a:cubicBezTo>
                      <a:pt x="12506" y="3269"/>
                      <a:pt x="12506" y="3294"/>
                      <a:pt x="12506" y="3319"/>
                    </a:cubicBezTo>
                    <a:cubicBezTo>
                      <a:pt x="12481" y="3319"/>
                      <a:pt x="12456" y="3319"/>
                      <a:pt x="12430" y="3319"/>
                    </a:cubicBezTo>
                    <a:cubicBezTo>
                      <a:pt x="12430" y="3344"/>
                      <a:pt x="12430" y="3369"/>
                      <a:pt x="12430" y="3395"/>
                    </a:cubicBezTo>
                    <a:cubicBezTo>
                      <a:pt x="12405" y="3395"/>
                      <a:pt x="12381" y="3395"/>
                      <a:pt x="12355" y="3395"/>
                    </a:cubicBezTo>
                    <a:cubicBezTo>
                      <a:pt x="12355" y="3420"/>
                      <a:pt x="12355" y="3444"/>
                      <a:pt x="12355" y="3470"/>
                    </a:cubicBezTo>
                    <a:cubicBezTo>
                      <a:pt x="12305" y="3470"/>
                      <a:pt x="12255" y="3470"/>
                      <a:pt x="12204" y="3470"/>
                    </a:cubicBezTo>
                    <a:cubicBezTo>
                      <a:pt x="12204" y="3495"/>
                      <a:pt x="12204" y="3520"/>
                      <a:pt x="12204" y="3545"/>
                    </a:cubicBezTo>
                    <a:cubicBezTo>
                      <a:pt x="12179" y="3545"/>
                      <a:pt x="12155" y="3545"/>
                      <a:pt x="12129" y="3545"/>
                    </a:cubicBezTo>
                    <a:cubicBezTo>
                      <a:pt x="12129" y="3570"/>
                      <a:pt x="12129" y="3595"/>
                      <a:pt x="12129" y="3621"/>
                    </a:cubicBezTo>
                    <a:cubicBezTo>
                      <a:pt x="12079" y="3621"/>
                      <a:pt x="12029" y="3621"/>
                      <a:pt x="11978" y="3621"/>
                    </a:cubicBezTo>
                    <a:cubicBezTo>
                      <a:pt x="11978" y="3646"/>
                      <a:pt x="11978" y="3671"/>
                      <a:pt x="11978" y="3696"/>
                    </a:cubicBezTo>
                    <a:cubicBezTo>
                      <a:pt x="11953" y="3696"/>
                      <a:pt x="11929" y="3696"/>
                      <a:pt x="11903" y="3696"/>
                    </a:cubicBezTo>
                    <a:cubicBezTo>
                      <a:pt x="11903" y="3721"/>
                      <a:pt x="11903" y="3746"/>
                      <a:pt x="11903" y="3771"/>
                    </a:cubicBezTo>
                    <a:cubicBezTo>
                      <a:pt x="11853" y="3771"/>
                      <a:pt x="11803" y="3771"/>
                      <a:pt x="11752" y="3771"/>
                    </a:cubicBezTo>
                    <a:cubicBezTo>
                      <a:pt x="11752" y="3796"/>
                      <a:pt x="11752" y="3821"/>
                      <a:pt x="11752" y="3847"/>
                    </a:cubicBezTo>
                    <a:cubicBezTo>
                      <a:pt x="11678" y="3847"/>
                      <a:pt x="11603" y="3847"/>
                      <a:pt x="11526" y="3847"/>
                    </a:cubicBezTo>
                    <a:cubicBezTo>
                      <a:pt x="11526" y="3872"/>
                      <a:pt x="11526" y="3897"/>
                      <a:pt x="11526" y="3922"/>
                    </a:cubicBezTo>
                    <a:cubicBezTo>
                      <a:pt x="11477" y="3922"/>
                      <a:pt x="11427" y="3922"/>
                      <a:pt x="11376" y="3922"/>
                    </a:cubicBezTo>
                    <a:cubicBezTo>
                      <a:pt x="11376" y="3947"/>
                      <a:pt x="11376" y="3972"/>
                      <a:pt x="11376" y="3997"/>
                    </a:cubicBezTo>
                    <a:cubicBezTo>
                      <a:pt x="11301" y="3997"/>
                      <a:pt x="11226" y="3997"/>
                      <a:pt x="11150" y="3997"/>
                    </a:cubicBezTo>
                    <a:cubicBezTo>
                      <a:pt x="11150" y="4022"/>
                      <a:pt x="11150" y="4047"/>
                      <a:pt x="11150" y="4073"/>
                    </a:cubicBezTo>
                    <a:cubicBezTo>
                      <a:pt x="11100" y="4073"/>
                      <a:pt x="11050" y="4073"/>
                      <a:pt x="10999" y="4073"/>
                    </a:cubicBezTo>
                    <a:cubicBezTo>
                      <a:pt x="10999" y="4098"/>
                      <a:pt x="10999" y="4123"/>
                      <a:pt x="10999" y="4148"/>
                    </a:cubicBezTo>
                    <a:cubicBezTo>
                      <a:pt x="10899" y="4148"/>
                      <a:pt x="10800" y="4148"/>
                      <a:pt x="10698" y="4148"/>
                    </a:cubicBezTo>
                    <a:cubicBezTo>
                      <a:pt x="10698" y="4173"/>
                      <a:pt x="10698" y="4198"/>
                      <a:pt x="10698" y="4223"/>
                    </a:cubicBezTo>
                    <a:cubicBezTo>
                      <a:pt x="10623" y="4223"/>
                      <a:pt x="10548" y="4223"/>
                      <a:pt x="10472" y="4223"/>
                    </a:cubicBezTo>
                    <a:cubicBezTo>
                      <a:pt x="10472" y="4248"/>
                      <a:pt x="10472" y="4273"/>
                      <a:pt x="10472" y="4299"/>
                    </a:cubicBezTo>
                    <a:cubicBezTo>
                      <a:pt x="10372" y="4299"/>
                      <a:pt x="10273" y="4299"/>
                      <a:pt x="10170" y="4299"/>
                    </a:cubicBezTo>
                    <a:cubicBezTo>
                      <a:pt x="10170" y="4324"/>
                      <a:pt x="10170" y="4349"/>
                      <a:pt x="10170" y="4374"/>
                    </a:cubicBezTo>
                    <a:cubicBezTo>
                      <a:pt x="10046" y="4374"/>
                      <a:pt x="9922" y="4374"/>
                      <a:pt x="9794" y="4374"/>
                    </a:cubicBezTo>
                    <a:cubicBezTo>
                      <a:pt x="9794" y="4399"/>
                      <a:pt x="9794" y="4424"/>
                      <a:pt x="9794" y="4449"/>
                    </a:cubicBezTo>
                    <a:cubicBezTo>
                      <a:pt x="9669" y="4449"/>
                      <a:pt x="9545" y="4449"/>
                      <a:pt x="9417" y="4449"/>
                    </a:cubicBezTo>
                    <a:cubicBezTo>
                      <a:pt x="9417" y="4474"/>
                      <a:pt x="9417" y="4499"/>
                      <a:pt x="9417" y="4525"/>
                    </a:cubicBezTo>
                    <a:cubicBezTo>
                      <a:pt x="9243" y="4525"/>
                      <a:pt x="9069" y="4525"/>
                      <a:pt x="8890" y="4525"/>
                    </a:cubicBezTo>
                    <a:cubicBezTo>
                      <a:pt x="8890" y="4550"/>
                      <a:pt x="8890" y="4575"/>
                      <a:pt x="8890" y="4600"/>
                    </a:cubicBezTo>
                    <a:cubicBezTo>
                      <a:pt x="8691" y="4600"/>
                      <a:pt x="8492" y="4600"/>
                      <a:pt x="8287" y="4600"/>
                    </a:cubicBezTo>
                    <a:cubicBezTo>
                      <a:pt x="8287" y="4625"/>
                      <a:pt x="8287" y="4650"/>
                      <a:pt x="8287" y="4675"/>
                    </a:cubicBezTo>
                    <a:cubicBezTo>
                      <a:pt x="7839" y="4675"/>
                      <a:pt x="7392" y="4675"/>
                      <a:pt x="6931" y="4675"/>
                    </a:cubicBezTo>
                    <a:cubicBezTo>
                      <a:pt x="6931" y="4700"/>
                      <a:pt x="6931" y="4725"/>
                      <a:pt x="6931" y="4751"/>
                    </a:cubicBezTo>
                    <a:cubicBezTo>
                      <a:pt x="6583" y="4751"/>
                      <a:pt x="6235" y="4751"/>
                      <a:pt x="5876" y="4751"/>
                    </a:cubicBezTo>
                    <a:cubicBezTo>
                      <a:pt x="5876" y="4726"/>
                      <a:pt x="5876" y="4701"/>
                      <a:pt x="5876" y="4675"/>
                    </a:cubicBezTo>
                    <a:cubicBezTo>
                      <a:pt x="5453" y="4675"/>
                      <a:pt x="5031" y="4675"/>
                      <a:pt x="4595" y="4675"/>
                    </a:cubicBezTo>
                    <a:cubicBezTo>
                      <a:pt x="4595" y="4651"/>
                      <a:pt x="4595" y="4626"/>
                      <a:pt x="4595" y="4600"/>
                    </a:cubicBezTo>
                    <a:cubicBezTo>
                      <a:pt x="4372" y="4600"/>
                      <a:pt x="4148" y="4600"/>
                      <a:pt x="3917" y="4600"/>
                    </a:cubicBezTo>
                    <a:cubicBezTo>
                      <a:pt x="3917" y="4575"/>
                      <a:pt x="3917" y="4550"/>
                      <a:pt x="3917" y="4525"/>
                    </a:cubicBezTo>
                    <a:cubicBezTo>
                      <a:pt x="3743" y="4525"/>
                      <a:pt x="3569" y="4525"/>
                      <a:pt x="3390" y="4525"/>
                    </a:cubicBezTo>
                    <a:cubicBezTo>
                      <a:pt x="3390" y="4500"/>
                      <a:pt x="3390" y="4475"/>
                      <a:pt x="3390" y="4449"/>
                    </a:cubicBezTo>
                    <a:cubicBezTo>
                      <a:pt x="3266" y="4449"/>
                      <a:pt x="3141" y="4449"/>
                      <a:pt x="3013" y="4449"/>
                    </a:cubicBezTo>
                    <a:cubicBezTo>
                      <a:pt x="3013" y="4425"/>
                      <a:pt x="3013" y="4400"/>
                      <a:pt x="3013" y="4374"/>
                    </a:cubicBezTo>
                    <a:cubicBezTo>
                      <a:pt x="2889" y="4374"/>
                      <a:pt x="2765" y="4374"/>
                      <a:pt x="2637" y="4374"/>
                    </a:cubicBezTo>
                    <a:cubicBezTo>
                      <a:pt x="2637" y="4349"/>
                      <a:pt x="2637" y="4324"/>
                      <a:pt x="2637" y="4299"/>
                    </a:cubicBezTo>
                    <a:cubicBezTo>
                      <a:pt x="2537" y="4299"/>
                      <a:pt x="2438" y="4299"/>
                      <a:pt x="2335" y="4299"/>
                    </a:cubicBezTo>
                    <a:cubicBezTo>
                      <a:pt x="2335" y="4274"/>
                      <a:pt x="2335" y="4249"/>
                      <a:pt x="2335" y="4223"/>
                    </a:cubicBezTo>
                    <a:cubicBezTo>
                      <a:pt x="2236" y="4223"/>
                      <a:pt x="2136" y="4223"/>
                      <a:pt x="2034" y="4223"/>
                    </a:cubicBezTo>
                    <a:cubicBezTo>
                      <a:pt x="2034" y="4199"/>
                      <a:pt x="2034" y="4174"/>
                      <a:pt x="2034" y="4148"/>
                    </a:cubicBezTo>
                    <a:cubicBezTo>
                      <a:pt x="1959" y="4148"/>
                      <a:pt x="1885" y="4148"/>
                      <a:pt x="1808" y="4148"/>
                    </a:cubicBezTo>
                    <a:cubicBezTo>
                      <a:pt x="1808" y="4123"/>
                      <a:pt x="1808" y="4098"/>
                      <a:pt x="1808" y="4073"/>
                    </a:cubicBezTo>
                    <a:cubicBezTo>
                      <a:pt x="1733" y="4073"/>
                      <a:pt x="1659" y="4073"/>
                      <a:pt x="1582" y="4073"/>
                    </a:cubicBezTo>
                    <a:cubicBezTo>
                      <a:pt x="1582" y="4048"/>
                      <a:pt x="1582" y="4023"/>
                      <a:pt x="1582" y="3997"/>
                    </a:cubicBezTo>
                    <a:cubicBezTo>
                      <a:pt x="1532" y="3997"/>
                      <a:pt x="1483" y="3997"/>
                      <a:pt x="1431" y="3997"/>
                    </a:cubicBezTo>
                    <a:cubicBezTo>
                      <a:pt x="1431" y="3973"/>
                      <a:pt x="1431" y="3948"/>
                      <a:pt x="1431" y="3922"/>
                    </a:cubicBezTo>
                    <a:cubicBezTo>
                      <a:pt x="1357" y="3922"/>
                      <a:pt x="1282" y="3922"/>
                      <a:pt x="1205" y="3922"/>
                    </a:cubicBezTo>
                    <a:cubicBezTo>
                      <a:pt x="1205" y="3897"/>
                      <a:pt x="1205" y="3872"/>
                      <a:pt x="1205" y="3847"/>
                    </a:cubicBezTo>
                    <a:cubicBezTo>
                      <a:pt x="1156" y="3847"/>
                      <a:pt x="1106" y="3847"/>
                      <a:pt x="1055" y="3847"/>
                    </a:cubicBezTo>
                    <a:cubicBezTo>
                      <a:pt x="1055" y="3822"/>
                      <a:pt x="1055" y="3797"/>
                      <a:pt x="1055" y="3771"/>
                    </a:cubicBezTo>
                    <a:cubicBezTo>
                      <a:pt x="1005" y="3771"/>
                      <a:pt x="955" y="3771"/>
                      <a:pt x="904" y="3771"/>
                    </a:cubicBezTo>
                    <a:cubicBezTo>
                      <a:pt x="904" y="3747"/>
                      <a:pt x="904" y="3722"/>
                      <a:pt x="904" y="3696"/>
                    </a:cubicBezTo>
                    <a:cubicBezTo>
                      <a:pt x="854" y="3696"/>
                      <a:pt x="805" y="3696"/>
                      <a:pt x="753" y="3696"/>
                    </a:cubicBezTo>
                    <a:cubicBezTo>
                      <a:pt x="753" y="3671"/>
                      <a:pt x="753" y="3646"/>
                      <a:pt x="753" y="3621"/>
                    </a:cubicBezTo>
                    <a:cubicBezTo>
                      <a:pt x="728" y="3621"/>
                      <a:pt x="704" y="3621"/>
                      <a:pt x="678" y="3621"/>
                    </a:cubicBezTo>
                    <a:cubicBezTo>
                      <a:pt x="678" y="3596"/>
                      <a:pt x="678" y="3571"/>
                      <a:pt x="678" y="3545"/>
                    </a:cubicBezTo>
                    <a:cubicBezTo>
                      <a:pt x="628" y="3545"/>
                      <a:pt x="579" y="3545"/>
                      <a:pt x="527" y="3545"/>
                    </a:cubicBezTo>
                    <a:cubicBezTo>
                      <a:pt x="527" y="3521"/>
                      <a:pt x="527" y="3496"/>
                      <a:pt x="527" y="3470"/>
                    </a:cubicBezTo>
                    <a:cubicBezTo>
                      <a:pt x="502" y="3470"/>
                      <a:pt x="478" y="3470"/>
                      <a:pt x="452" y="3470"/>
                    </a:cubicBezTo>
                    <a:cubicBezTo>
                      <a:pt x="452" y="3445"/>
                      <a:pt x="452" y="3420"/>
                      <a:pt x="452" y="3395"/>
                    </a:cubicBezTo>
                    <a:cubicBezTo>
                      <a:pt x="427" y="3395"/>
                      <a:pt x="402" y="3395"/>
                      <a:pt x="377" y="3395"/>
                    </a:cubicBezTo>
                    <a:cubicBezTo>
                      <a:pt x="377" y="3370"/>
                      <a:pt x="377" y="3345"/>
                      <a:pt x="377" y="3319"/>
                    </a:cubicBezTo>
                    <a:cubicBezTo>
                      <a:pt x="352" y="3319"/>
                      <a:pt x="327" y="3319"/>
                      <a:pt x="301" y="3319"/>
                    </a:cubicBezTo>
                    <a:cubicBezTo>
                      <a:pt x="301" y="3295"/>
                      <a:pt x="301" y="3270"/>
                      <a:pt x="301" y="3244"/>
                    </a:cubicBezTo>
                    <a:cubicBezTo>
                      <a:pt x="276" y="3244"/>
                      <a:pt x="252" y="3244"/>
                      <a:pt x="226" y="3244"/>
                    </a:cubicBezTo>
                    <a:cubicBezTo>
                      <a:pt x="226" y="3219"/>
                      <a:pt x="226" y="3194"/>
                      <a:pt x="226" y="3169"/>
                    </a:cubicBezTo>
                    <a:cubicBezTo>
                      <a:pt x="201" y="3169"/>
                      <a:pt x="176" y="3169"/>
                      <a:pt x="151" y="3169"/>
                    </a:cubicBezTo>
                    <a:cubicBezTo>
                      <a:pt x="151" y="3119"/>
                      <a:pt x="151" y="3069"/>
                      <a:pt x="151" y="3018"/>
                    </a:cubicBezTo>
                    <a:cubicBezTo>
                      <a:pt x="126" y="3018"/>
                      <a:pt x="101" y="3018"/>
                      <a:pt x="75" y="3018"/>
                    </a:cubicBezTo>
                    <a:cubicBezTo>
                      <a:pt x="75" y="2968"/>
                      <a:pt x="75" y="2919"/>
                      <a:pt x="75" y="2867"/>
                    </a:cubicBezTo>
                    <a:cubicBezTo>
                      <a:pt x="50" y="2867"/>
                      <a:pt x="26" y="2867"/>
                      <a:pt x="0" y="2867"/>
                    </a:cubicBezTo>
                    <a:cubicBezTo>
                      <a:pt x="0" y="1923"/>
                      <a:pt x="0" y="978"/>
                      <a:pt x="0" y="5"/>
                    </a:cubicBezTo>
                    <a:close/>
                    <a:moveTo>
                      <a:pt x="10321" y="1662"/>
                    </a:moveTo>
                    <a:cubicBezTo>
                      <a:pt x="10321" y="1687"/>
                      <a:pt x="10321" y="1712"/>
                      <a:pt x="10321" y="1737"/>
                    </a:cubicBezTo>
                    <a:cubicBezTo>
                      <a:pt x="10271" y="1737"/>
                      <a:pt x="10221" y="1737"/>
                      <a:pt x="10170" y="1737"/>
                    </a:cubicBezTo>
                    <a:cubicBezTo>
                      <a:pt x="10170" y="1762"/>
                      <a:pt x="10170" y="1787"/>
                      <a:pt x="10170" y="1813"/>
                    </a:cubicBezTo>
                    <a:cubicBezTo>
                      <a:pt x="10145" y="1813"/>
                      <a:pt x="10120" y="1813"/>
                      <a:pt x="10095" y="1813"/>
                    </a:cubicBezTo>
                    <a:cubicBezTo>
                      <a:pt x="10095" y="1838"/>
                      <a:pt x="10095" y="1862"/>
                      <a:pt x="10095" y="1888"/>
                    </a:cubicBezTo>
                    <a:cubicBezTo>
                      <a:pt x="10070" y="1888"/>
                      <a:pt x="10045" y="1888"/>
                      <a:pt x="10020" y="1888"/>
                    </a:cubicBezTo>
                    <a:cubicBezTo>
                      <a:pt x="10020" y="1913"/>
                      <a:pt x="10020" y="1938"/>
                      <a:pt x="10020" y="1963"/>
                    </a:cubicBezTo>
                    <a:cubicBezTo>
                      <a:pt x="9995" y="1963"/>
                      <a:pt x="9970" y="1963"/>
                      <a:pt x="9944" y="1963"/>
                    </a:cubicBezTo>
                    <a:cubicBezTo>
                      <a:pt x="9944" y="2013"/>
                      <a:pt x="9944" y="2063"/>
                      <a:pt x="9944" y="2114"/>
                    </a:cubicBezTo>
                    <a:cubicBezTo>
                      <a:pt x="9919" y="2114"/>
                      <a:pt x="9894" y="2114"/>
                      <a:pt x="9869" y="2114"/>
                    </a:cubicBezTo>
                    <a:cubicBezTo>
                      <a:pt x="9869" y="2164"/>
                      <a:pt x="9869" y="2214"/>
                      <a:pt x="9869" y="2265"/>
                    </a:cubicBezTo>
                    <a:cubicBezTo>
                      <a:pt x="9844" y="2265"/>
                      <a:pt x="9819" y="2265"/>
                      <a:pt x="9794" y="2265"/>
                    </a:cubicBezTo>
                    <a:cubicBezTo>
                      <a:pt x="9794" y="2389"/>
                      <a:pt x="9794" y="2513"/>
                      <a:pt x="9794" y="2641"/>
                    </a:cubicBezTo>
                    <a:cubicBezTo>
                      <a:pt x="9818" y="2641"/>
                      <a:pt x="9843" y="2641"/>
                      <a:pt x="9869" y="2641"/>
                    </a:cubicBezTo>
                    <a:cubicBezTo>
                      <a:pt x="9869" y="2716"/>
                      <a:pt x="9869" y="2791"/>
                      <a:pt x="9869" y="2867"/>
                    </a:cubicBezTo>
                    <a:cubicBezTo>
                      <a:pt x="9894" y="2867"/>
                      <a:pt x="9919" y="2867"/>
                      <a:pt x="9944" y="2867"/>
                    </a:cubicBezTo>
                    <a:cubicBezTo>
                      <a:pt x="9944" y="2917"/>
                      <a:pt x="9944" y="2967"/>
                      <a:pt x="9944" y="3018"/>
                    </a:cubicBezTo>
                    <a:cubicBezTo>
                      <a:pt x="9969" y="3018"/>
                      <a:pt x="9994" y="3018"/>
                      <a:pt x="10020" y="3018"/>
                    </a:cubicBezTo>
                    <a:cubicBezTo>
                      <a:pt x="10020" y="3043"/>
                      <a:pt x="10020" y="3068"/>
                      <a:pt x="10020" y="3093"/>
                    </a:cubicBezTo>
                    <a:cubicBezTo>
                      <a:pt x="10044" y="3093"/>
                      <a:pt x="10069" y="3093"/>
                      <a:pt x="10095" y="3093"/>
                    </a:cubicBezTo>
                    <a:cubicBezTo>
                      <a:pt x="10095" y="3118"/>
                      <a:pt x="10095" y="3143"/>
                      <a:pt x="10095" y="3169"/>
                    </a:cubicBezTo>
                    <a:cubicBezTo>
                      <a:pt x="10145" y="3169"/>
                      <a:pt x="10194" y="3169"/>
                      <a:pt x="10246" y="3169"/>
                    </a:cubicBezTo>
                    <a:cubicBezTo>
                      <a:pt x="10246" y="3194"/>
                      <a:pt x="10246" y="3218"/>
                      <a:pt x="10246" y="3244"/>
                    </a:cubicBezTo>
                    <a:cubicBezTo>
                      <a:pt x="10295" y="3244"/>
                      <a:pt x="10345" y="3244"/>
                      <a:pt x="10396" y="3244"/>
                    </a:cubicBezTo>
                    <a:cubicBezTo>
                      <a:pt x="10396" y="3269"/>
                      <a:pt x="10396" y="3294"/>
                      <a:pt x="10396" y="3319"/>
                    </a:cubicBezTo>
                    <a:cubicBezTo>
                      <a:pt x="10570" y="3319"/>
                      <a:pt x="10744" y="3319"/>
                      <a:pt x="10924" y="3319"/>
                    </a:cubicBezTo>
                    <a:cubicBezTo>
                      <a:pt x="10924" y="3295"/>
                      <a:pt x="10924" y="3270"/>
                      <a:pt x="10924" y="3244"/>
                    </a:cubicBezTo>
                    <a:cubicBezTo>
                      <a:pt x="10973" y="3244"/>
                      <a:pt x="11023" y="3244"/>
                      <a:pt x="11074" y="3244"/>
                    </a:cubicBezTo>
                    <a:cubicBezTo>
                      <a:pt x="11074" y="3219"/>
                      <a:pt x="11074" y="3194"/>
                      <a:pt x="11074" y="3169"/>
                    </a:cubicBezTo>
                    <a:cubicBezTo>
                      <a:pt x="11124" y="3169"/>
                      <a:pt x="11174" y="3169"/>
                      <a:pt x="11225" y="3169"/>
                    </a:cubicBezTo>
                    <a:cubicBezTo>
                      <a:pt x="11225" y="3144"/>
                      <a:pt x="11225" y="3119"/>
                      <a:pt x="11225" y="3093"/>
                    </a:cubicBezTo>
                    <a:cubicBezTo>
                      <a:pt x="11250" y="3093"/>
                      <a:pt x="11275" y="3093"/>
                      <a:pt x="11300" y="3093"/>
                    </a:cubicBezTo>
                    <a:cubicBezTo>
                      <a:pt x="11300" y="3069"/>
                      <a:pt x="11300" y="3044"/>
                      <a:pt x="11300" y="3018"/>
                    </a:cubicBezTo>
                    <a:cubicBezTo>
                      <a:pt x="11325" y="3018"/>
                      <a:pt x="11350" y="3018"/>
                      <a:pt x="11376" y="3018"/>
                    </a:cubicBezTo>
                    <a:cubicBezTo>
                      <a:pt x="11376" y="2968"/>
                      <a:pt x="11376" y="2919"/>
                      <a:pt x="11376" y="2867"/>
                    </a:cubicBezTo>
                    <a:cubicBezTo>
                      <a:pt x="11400" y="2867"/>
                      <a:pt x="11425" y="2867"/>
                      <a:pt x="11451" y="2867"/>
                    </a:cubicBezTo>
                    <a:cubicBezTo>
                      <a:pt x="11451" y="2793"/>
                      <a:pt x="11451" y="2718"/>
                      <a:pt x="11451" y="2641"/>
                    </a:cubicBezTo>
                    <a:cubicBezTo>
                      <a:pt x="11476" y="2641"/>
                      <a:pt x="11501" y="2641"/>
                      <a:pt x="11526" y="2641"/>
                    </a:cubicBezTo>
                    <a:cubicBezTo>
                      <a:pt x="11526" y="2517"/>
                      <a:pt x="11526" y="2393"/>
                      <a:pt x="11526" y="2265"/>
                    </a:cubicBezTo>
                    <a:cubicBezTo>
                      <a:pt x="11501" y="2265"/>
                      <a:pt x="11477" y="2265"/>
                      <a:pt x="11451" y="2265"/>
                    </a:cubicBezTo>
                    <a:cubicBezTo>
                      <a:pt x="11451" y="2190"/>
                      <a:pt x="11451" y="2116"/>
                      <a:pt x="11451" y="2039"/>
                    </a:cubicBezTo>
                    <a:cubicBezTo>
                      <a:pt x="11426" y="2039"/>
                      <a:pt x="11401" y="2039"/>
                      <a:pt x="11376" y="2039"/>
                    </a:cubicBezTo>
                    <a:cubicBezTo>
                      <a:pt x="11376" y="2014"/>
                      <a:pt x="11376" y="1989"/>
                      <a:pt x="11376" y="1963"/>
                    </a:cubicBezTo>
                    <a:cubicBezTo>
                      <a:pt x="11351" y="1963"/>
                      <a:pt x="11326" y="1963"/>
                      <a:pt x="11300" y="1963"/>
                    </a:cubicBezTo>
                    <a:cubicBezTo>
                      <a:pt x="11300" y="1939"/>
                      <a:pt x="11300" y="1914"/>
                      <a:pt x="11300" y="1888"/>
                    </a:cubicBezTo>
                    <a:cubicBezTo>
                      <a:pt x="11275" y="1888"/>
                      <a:pt x="11251" y="1888"/>
                      <a:pt x="11225" y="1888"/>
                    </a:cubicBezTo>
                    <a:cubicBezTo>
                      <a:pt x="11225" y="1863"/>
                      <a:pt x="11225" y="1838"/>
                      <a:pt x="11225" y="1813"/>
                    </a:cubicBezTo>
                    <a:cubicBezTo>
                      <a:pt x="11200" y="1813"/>
                      <a:pt x="11175" y="1813"/>
                      <a:pt x="11150" y="1813"/>
                    </a:cubicBezTo>
                    <a:cubicBezTo>
                      <a:pt x="11150" y="1788"/>
                      <a:pt x="11150" y="1763"/>
                      <a:pt x="11150" y="1737"/>
                    </a:cubicBezTo>
                    <a:cubicBezTo>
                      <a:pt x="11100" y="1737"/>
                      <a:pt x="11050" y="1737"/>
                      <a:pt x="10999" y="1737"/>
                    </a:cubicBezTo>
                    <a:cubicBezTo>
                      <a:pt x="10999" y="1713"/>
                      <a:pt x="10999" y="1688"/>
                      <a:pt x="10999" y="1662"/>
                    </a:cubicBezTo>
                    <a:cubicBezTo>
                      <a:pt x="10775" y="1662"/>
                      <a:pt x="10551" y="1662"/>
                      <a:pt x="10321" y="1662"/>
                    </a:cubicBezTo>
                    <a:close/>
                  </a:path>
                </a:pathLst>
              </a:custGeom>
              <a:solidFill>
                <a:srgbClr val="ACB5E9"/>
              </a:solidFill>
              <a:ln w="478" cap="flat">
                <a:noFill/>
              </a:ln>
            </p:spPr>
          </p:sp>
          <p:sp>
            <p:nvSpPr>
              <p:cNvPr id="430" name="ICON_TASK_DATABASE_path_004"/>
              <p:cNvSpPr/>
              <p:nvPr/>
            </p:nvSpPr>
            <p:spPr>
              <a:xfrm>
                <a:off x="2984748" y="830284"/>
                <a:ext cx="172362" cy="203788"/>
              </a:xfrm>
              <a:custGeom>
                <a:avLst/>
                <a:gdLst/>
                <a:ahLst/>
                <a:cxnLst/>
                <a:rect l="0" t="0" r="r" b="b"/>
                <a:pathLst>
                  <a:path w="13572" h="16046" fill="norm" stroke="0">
                    <a:moveTo>
                      <a:pt x="5349" y="0"/>
                    </a:moveTo>
                    <a:cubicBezTo>
                      <a:pt x="6269" y="0"/>
                      <a:pt x="7188" y="0"/>
                      <a:pt x="8136" y="0"/>
                    </a:cubicBezTo>
                    <a:cubicBezTo>
                      <a:pt x="8136" y="25"/>
                      <a:pt x="8136" y="50"/>
                      <a:pt x="8136" y="75"/>
                    </a:cubicBezTo>
                    <a:cubicBezTo>
                      <a:pt x="8146" y="75"/>
                      <a:pt x="8156" y="75"/>
                      <a:pt x="8166" y="75"/>
                    </a:cubicBezTo>
                    <a:cubicBezTo>
                      <a:pt x="8259" y="74"/>
                      <a:pt x="8351" y="74"/>
                      <a:pt x="8444" y="73"/>
                    </a:cubicBezTo>
                    <a:cubicBezTo>
                      <a:pt x="8491" y="73"/>
                      <a:pt x="8539" y="73"/>
                      <a:pt x="8586" y="73"/>
                    </a:cubicBezTo>
                    <a:cubicBezTo>
                      <a:pt x="8641" y="72"/>
                      <a:pt x="8696" y="72"/>
                      <a:pt x="8750" y="72"/>
                    </a:cubicBezTo>
                    <a:cubicBezTo>
                      <a:pt x="8768" y="71"/>
                      <a:pt x="8785" y="71"/>
                      <a:pt x="8802" y="71"/>
                    </a:cubicBezTo>
                    <a:cubicBezTo>
                      <a:pt x="8818" y="71"/>
                      <a:pt x="8834" y="71"/>
                      <a:pt x="8850" y="71"/>
                    </a:cubicBezTo>
                    <a:cubicBezTo>
                      <a:pt x="8857" y="71"/>
                      <a:pt x="8857" y="71"/>
                      <a:pt x="8893" y="71"/>
                    </a:cubicBezTo>
                    <a:cubicBezTo>
                      <a:pt x="8927" y="75"/>
                      <a:pt x="8927" y="75"/>
                      <a:pt x="8965" y="113"/>
                    </a:cubicBezTo>
                    <a:cubicBezTo>
                      <a:pt x="8992" y="119"/>
                      <a:pt x="8992" y="119"/>
                      <a:pt x="9024" y="121"/>
                    </a:cubicBezTo>
                    <a:cubicBezTo>
                      <a:pt x="9037" y="121"/>
                      <a:pt x="9049" y="122"/>
                      <a:pt x="9061" y="123"/>
                    </a:cubicBezTo>
                    <a:cubicBezTo>
                      <a:pt x="9074" y="124"/>
                      <a:pt x="9087" y="124"/>
                      <a:pt x="9100" y="125"/>
                    </a:cubicBezTo>
                    <a:cubicBezTo>
                      <a:pt x="9107" y="125"/>
                      <a:pt x="9107" y="125"/>
                      <a:pt x="9141" y="127"/>
                    </a:cubicBezTo>
                    <a:cubicBezTo>
                      <a:pt x="9183" y="130"/>
                      <a:pt x="9226" y="132"/>
                      <a:pt x="9269" y="134"/>
                    </a:cubicBezTo>
                    <a:cubicBezTo>
                      <a:pt x="9297" y="136"/>
                      <a:pt x="9326" y="137"/>
                      <a:pt x="9355" y="139"/>
                    </a:cubicBezTo>
                    <a:cubicBezTo>
                      <a:pt x="9426" y="143"/>
                      <a:pt x="9497" y="147"/>
                      <a:pt x="9568" y="151"/>
                    </a:cubicBezTo>
                    <a:cubicBezTo>
                      <a:pt x="9568" y="176"/>
                      <a:pt x="9568" y="200"/>
                      <a:pt x="9568" y="226"/>
                    </a:cubicBezTo>
                    <a:cubicBezTo>
                      <a:pt x="9580" y="226"/>
                      <a:pt x="9592" y="226"/>
                      <a:pt x="9605" y="225"/>
                    </a:cubicBezTo>
                    <a:cubicBezTo>
                      <a:pt x="9651" y="225"/>
                      <a:pt x="9697" y="224"/>
                      <a:pt x="9742" y="224"/>
                    </a:cubicBezTo>
                    <a:cubicBezTo>
                      <a:pt x="9762" y="224"/>
                      <a:pt x="9782" y="223"/>
                      <a:pt x="9802" y="223"/>
                    </a:cubicBezTo>
                    <a:cubicBezTo>
                      <a:pt x="9831" y="223"/>
                      <a:pt x="9859" y="223"/>
                      <a:pt x="9888" y="222"/>
                    </a:cubicBezTo>
                    <a:cubicBezTo>
                      <a:pt x="9905" y="222"/>
                      <a:pt x="9922" y="222"/>
                      <a:pt x="9940" y="222"/>
                    </a:cubicBezTo>
                    <a:cubicBezTo>
                      <a:pt x="9982" y="226"/>
                      <a:pt x="9982" y="226"/>
                      <a:pt x="10020" y="264"/>
                    </a:cubicBezTo>
                    <a:cubicBezTo>
                      <a:pt x="10054" y="270"/>
                      <a:pt x="10087" y="273"/>
                      <a:pt x="10122" y="276"/>
                    </a:cubicBezTo>
                    <a:cubicBezTo>
                      <a:pt x="10127" y="276"/>
                      <a:pt x="10127" y="276"/>
                      <a:pt x="10152" y="278"/>
                    </a:cubicBezTo>
                    <a:cubicBezTo>
                      <a:pt x="10184" y="280"/>
                      <a:pt x="10216" y="283"/>
                      <a:pt x="10248" y="285"/>
                    </a:cubicBezTo>
                    <a:cubicBezTo>
                      <a:pt x="10269" y="286"/>
                      <a:pt x="10291" y="288"/>
                      <a:pt x="10313" y="290"/>
                    </a:cubicBezTo>
                    <a:cubicBezTo>
                      <a:pt x="10366" y="294"/>
                      <a:pt x="10419" y="298"/>
                      <a:pt x="10472" y="301"/>
                    </a:cubicBezTo>
                    <a:cubicBezTo>
                      <a:pt x="10472" y="326"/>
                      <a:pt x="10472" y="351"/>
                      <a:pt x="10472" y="377"/>
                    </a:cubicBezTo>
                    <a:cubicBezTo>
                      <a:pt x="10490" y="376"/>
                      <a:pt x="10509" y="376"/>
                      <a:pt x="10528" y="375"/>
                    </a:cubicBezTo>
                    <a:cubicBezTo>
                      <a:pt x="10552" y="375"/>
                      <a:pt x="10577" y="375"/>
                      <a:pt x="10601" y="374"/>
                    </a:cubicBezTo>
                    <a:cubicBezTo>
                      <a:pt x="10613" y="374"/>
                      <a:pt x="10626" y="374"/>
                      <a:pt x="10638" y="373"/>
                    </a:cubicBezTo>
                    <a:cubicBezTo>
                      <a:pt x="10650" y="373"/>
                      <a:pt x="10662" y="373"/>
                      <a:pt x="10674" y="373"/>
                    </a:cubicBezTo>
                    <a:cubicBezTo>
                      <a:pt x="10679" y="373"/>
                      <a:pt x="10679" y="373"/>
                      <a:pt x="10707" y="372"/>
                    </a:cubicBezTo>
                    <a:cubicBezTo>
                      <a:pt x="10735" y="377"/>
                      <a:pt x="10735" y="377"/>
                      <a:pt x="10773" y="414"/>
                    </a:cubicBezTo>
                    <a:cubicBezTo>
                      <a:pt x="10812" y="422"/>
                      <a:pt x="10812" y="422"/>
                      <a:pt x="10859" y="426"/>
                    </a:cubicBezTo>
                    <a:cubicBezTo>
                      <a:pt x="10876" y="428"/>
                      <a:pt x="10893" y="429"/>
                      <a:pt x="10910" y="431"/>
                    </a:cubicBezTo>
                    <a:cubicBezTo>
                      <a:pt x="10928" y="433"/>
                      <a:pt x="10945" y="434"/>
                      <a:pt x="10964" y="436"/>
                    </a:cubicBezTo>
                    <a:cubicBezTo>
                      <a:pt x="10981" y="437"/>
                      <a:pt x="10999" y="439"/>
                      <a:pt x="11017" y="440"/>
                    </a:cubicBezTo>
                    <a:cubicBezTo>
                      <a:pt x="11061" y="444"/>
                      <a:pt x="11106" y="448"/>
                      <a:pt x="11150" y="452"/>
                    </a:cubicBezTo>
                    <a:cubicBezTo>
                      <a:pt x="11150" y="477"/>
                      <a:pt x="11150" y="502"/>
                      <a:pt x="11150" y="527"/>
                    </a:cubicBezTo>
                    <a:cubicBezTo>
                      <a:pt x="11156" y="527"/>
                      <a:pt x="11156" y="527"/>
                      <a:pt x="11189" y="526"/>
                    </a:cubicBezTo>
                    <a:cubicBezTo>
                      <a:pt x="11198" y="526"/>
                      <a:pt x="11198" y="526"/>
                      <a:pt x="11241" y="525"/>
                    </a:cubicBezTo>
                    <a:cubicBezTo>
                      <a:pt x="11250" y="525"/>
                      <a:pt x="11250" y="525"/>
                      <a:pt x="11293" y="524"/>
                    </a:cubicBezTo>
                    <a:cubicBezTo>
                      <a:pt x="11338" y="527"/>
                      <a:pt x="11338" y="527"/>
                      <a:pt x="11376" y="565"/>
                    </a:cubicBezTo>
                    <a:cubicBezTo>
                      <a:pt x="11407" y="573"/>
                      <a:pt x="11407" y="573"/>
                      <a:pt x="11445" y="577"/>
                    </a:cubicBezTo>
                    <a:cubicBezTo>
                      <a:pt x="11452" y="578"/>
                      <a:pt x="11452" y="578"/>
                      <a:pt x="11486" y="582"/>
                    </a:cubicBezTo>
                    <a:cubicBezTo>
                      <a:pt x="11500" y="583"/>
                      <a:pt x="11514" y="585"/>
                      <a:pt x="11529" y="586"/>
                    </a:cubicBezTo>
                    <a:cubicBezTo>
                      <a:pt x="11543" y="588"/>
                      <a:pt x="11557" y="589"/>
                      <a:pt x="11572" y="591"/>
                    </a:cubicBezTo>
                    <a:cubicBezTo>
                      <a:pt x="11607" y="595"/>
                      <a:pt x="11642" y="599"/>
                      <a:pt x="11677" y="603"/>
                    </a:cubicBezTo>
                    <a:cubicBezTo>
                      <a:pt x="11677" y="628"/>
                      <a:pt x="11677" y="652"/>
                      <a:pt x="11677" y="678"/>
                    </a:cubicBezTo>
                    <a:cubicBezTo>
                      <a:pt x="11727" y="678"/>
                      <a:pt x="11776" y="678"/>
                      <a:pt x="11828" y="678"/>
                    </a:cubicBezTo>
                    <a:cubicBezTo>
                      <a:pt x="11828" y="703"/>
                      <a:pt x="11828" y="728"/>
                      <a:pt x="11828" y="753"/>
                    </a:cubicBezTo>
                    <a:cubicBezTo>
                      <a:pt x="11835" y="753"/>
                      <a:pt x="11835" y="753"/>
                      <a:pt x="11874" y="749"/>
                    </a:cubicBezTo>
                    <a:cubicBezTo>
                      <a:pt x="11895" y="748"/>
                      <a:pt x="11915" y="747"/>
                      <a:pt x="11936" y="746"/>
                    </a:cubicBezTo>
                    <a:cubicBezTo>
                      <a:pt x="11946" y="745"/>
                      <a:pt x="11956" y="744"/>
                      <a:pt x="11967" y="743"/>
                    </a:cubicBezTo>
                    <a:cubicBezTo>
                      <a:pt x="11999" y="742"/>
                      <a:pt x="12023" y="743"/>
                      <a:pt x="12054" y="753"/>
                    </a:cubicBezTo>
                    <a:cubicBezTo>
                      <a:pt x="12073" y="778"/>
                      <a:pt x="12073" y="778"/>
                      <a:pt x="12089" y="809"/>
                    </a:cubicBezTo>
                    <a:cubicBezTo>
                      <a:pt x="12120" y="864"/>
                      <a:pt x="12120" y="864"/>
                      <a:pt x="12160" y="877"/>
                    </a:cubicBezTo>
                    <a:cubicBezTo>
                      <a:pt x="12199" y="881"/>
                      <a:pt x="12236" y="882"/>
                      <a:pt x="12275" y="883"/>
                    </a:cubicBezTo>
                    <a:cubicBezTo>
                      <a:pt x="12406" y="892"/>
                      <a:pt x="12472" y="917"/>
                      <a:pt x="12559" y="1016"/>
                    </a:cubicBezTo>
                    <a:cubicBezTo>
                      <a:pt x="12581" y="1055"/>
                      <a:pt x="12581" y="1055"/>
                      <a:pt x="12581" y="1130"/>
                    </a:cubicBezTo>
                    <a:cubicBezTo>
                      <a:pt x="12655" y="1130"/>
                      <a:pt x="12730" y="1130"/>
                      <a:pt x="12807" y="1130"/>
                    </a:cubicBezTo>
                    <a:cubicBezTo>
                      <a:pt x="12807" y="1155"/>
                      <a:pt x="12807" y="1180"/>
                      <a:pt x="12807" y="1205"/>
                    </a:cubicBezTo>
                    <a:cubicBezTo>
                      <a:pt x="12832" y="1205"/>
                      <a:pt x="12857" y="1205"/>
                      <a:pt x="12882" y="1205"/>
                    </a:cubicBezTo>
                    <a:cubicBezTo>
                      <a:pt x="12882" y="1230"/>
                      <a:pt x="12882" y="1255"/>
                      <a:pt x="12882" y="1281"/>
                    </a:cubicBezTo>
                    <a:cubicBezTo>
                      <a:pt x="12893" y="1278"/>
                      <a:pt x="12904" y="1276"/>
                      <a:pt x="12915" y="1274"/>
                    </a:cubicBezTo>
                    <a:cubicBezTo>
                      <a:pt x="12929" y="1276"/>
                      <a:pt x="12943" y="1278"/>
                      <a:pt x="12958" y="1281"/>
                    </a:cubicBezTo>
                    <a:cubicBezTo>
                      <a:pt x="12974" y="1305"/>
                      <a:pt x="12974" y="1305"/>
                      <a:pt x="12991" y="1335"/>
                    </a:cubicBezTo>
                    <a:cubicBezTo>
                      <a:pt x="13015" y="1376"/>
                      <a:pt x="13027" y="1391"/>
                      <a:pt x="13071" y="1410"/>
                    </a:cubicBezTo>
                    <a:cubicBezTo>
                      <a:pt x="13109" y="1419"/>
                      <a:pt x="13146" y="1426"/>
                      <a:pt x="13184" y="1431"/>
                    </a:cubicBezTo>
                    <a:cubicBezTo>
                      <a:pt x="13184" y="1456"/>
                      <a:pt x="13184" y="1481"/>
                      <a:pt x="13184" y="1507"/>
                    </a:cubicBezTo>
                    <a:cubicBezTo>
                      <a:pt x="13208" y="1507"/>
                      <a:pt x="13233" y="1507"/>
                      <a:pt x="13259" y="1507"/>
                    </a:cubicBezTo>
                    <a:cubicBezTo>
                      <a:pt x="13263" y="1520"/>
                      <a:pt x="13268" y="1533"/>
                      <a:pt x="13273" y="1547"/>
                    </a:cubicBezTo>
                    <a:cubicBezTo>
                      <a:pt x="13279" y="1564"/>
                      <a:pt x="13285" y="1581"/>
                      <a:pt x="13292" y="1599"/>
                    </a:cubicBezTo>
                    <a:cubicBezTo>
                      <a:pt x="13298" y="1616"/>
                      <a:pt x="13304" y="1633"/>
                      <a:pt x="13310" y="1650"/>
                    </a:cubicBezTo>
                    <a:cubicBezTo>
                      <a:pt x="13338" y="1702"/>
                      <a:pt x="13357" y="1710"/>
                      <a:pt x="13410" y="1733"/>
                    </a:cubicBezTo>
                    <a:cubicBezTo>
                      <a:pt x="13414" y="1773"/>
                      <a:pt x="13414" y="1773"/>
                      <a:pt x="13410" y="1808"/>
                    </a:cubicBezTo>
                    <a:cubicBezTo>
                      <a:pt x="13434" y="1808"/>
                      <a:pt x="13459" y="1808"/>
                      <a:pt x="13485" y="1808"/>
                    </a:cubicBezTo>
                    <a:cubicBezTo>
                      <a:pt x="13485" y="1833"/>
                      <a:pt x="13485" y="1858"/>
                      <a:pt x="13485" y="1883"/>
                    </a:cubicBezTo>
                    <a:cubicBezTo>
                      <a:pt x="13510" y="1883"/>
                      <a:pt x="13535" y="1883"/>
                      <a:pt x="13560" y="1883"/>
                    </a:cubicBezTo>
                    <a:cubicBezTo>
                      <a:pt x="13562" y="3025"/>
                      <a:pt x="13563" y="4167"/>
                      <a:pt x="13563" y="5309"/>
                    </a:cubicBezTo>
                    <a:cubicBezTo>
                      <a:pt x="13563" y="5317"/>
                      <a:pt x="13563" y="5317"/>
                      <a:pt x="13564" y="5360"/>
                    </a:cubicBezTo>
                    <a:cubicBezTo>
                      <a:pt x="13564" y="5727"/>
                      <a:pt x="13564" y="6095"/>
                      <a:pt x="13564" y="6462"/>
                    </a:cubicBezTo>
                    <a:cubicBezTo>
                      <a:pt x="13564" y="6642"/>
                      <a:pt x="13564" y="6822"/>
                      <a:pt x="13564" y="7003"/>
                    </a:cubicBezTo>
                    <a:cubicBezTo>
                      <a:pt x="13564" y="7021"/>
                      <a:pt x="13564" y="7038"/>
                      <a:pt x="13564" y="7057"/>
                    </a:cubicBezTo>
                    <a:cubicBezTo>
                      <a:pt x="13565" y="7638"/>
                      <a:pt x="13565" y="8219"/>
                      <a:pt x="13566" y="8800"/>
                    </a:cubicBezTo>
                    <a:cubicBezTo>
                      <a:pt x="13567" y="9397"/>
                      <a:pt x="13567" y="9994"/>
                      <a:pt x="13567" y="10591"/>
                    </a:cubicBezTo>
                    <a:cubicBezTo>
                      <a:pt x="13567" y="10675"/>
                      <a:pt x="13567" y="10760"/>
                      <a:pt x="13567" y="10844"/>
                    </a:cubicBezTo>
                    <a:cubicBezTo>
                      <a:pt x="13567" y="10852"/>
                      <a:pt x="13567" y="10852"/>
                      <a:pt x="13567" y="10894"/>
                    </a:cubicBezTo>
                    <a:cubicBezTo>
                      <a:pt x="13568" y="11161"/>
                      <a:pt x="13568" y="11429"/>
                      <a:pt x="13568" y="11696"/>
                    </a:cubicBezTo>
                    <a:cubicBezTo>
                      <a:pt x="13569" y="11964"/>
                      <a:pt x="13569" y="12233"/>
                      <a:pt x="13569" y="12502"/>
                    </a:cubicBezTo>
                    <a:cubicBezTo>
                      <a:pt x="13569" y="12661"/>
                      <a:pt x="13569" y="12821"/>
                      <a:pt x="13569" y="12980"/>
                    </a:cubicBezTo>
                    <a:cubicBezTo>
                      <a:pt x="13570" y="13087"/>
                      <a:pt x="13570" y="13194"/>
                      <a:pt x="13569" y="13300"/>
                    </a:cubicBezTo>
                    <a:cubicBezTo>
                      <a:pt x="13569" y="13361"/>
                      <a:pt x="13569" y="13422"/>
                      <a:pt x="13570" y="13482"/>
                    </a:cubicBezTo>
                    <a:cubicBezTo>
                      <a:pt x="13572" y="13897"/>
                      <a:pt x="13572" y="13897"/>
                      <a:pt x="13529" y="14057"/>
                    </a:cubicBezTo>
                    <a:cubicBezTo>
                      <a:pt x="13526" y="14067"/>
                      <a:pt x="13524" y="14077"/>
                      <a:pt x="13521" y="14087"/>
                    </a:cubicBezTo>
                    <a:cubicBezTo>
                      <a:pt x="13498" y="14159"/>
                      <a:pt x="13459" y="14187"/>
                      <a:pt x="13396" y="14222"/>
                    </a:cubicBezTo>
                    <a:cubicBezTo>
                      <a:pt x="13372" y="14238"/>
                      <a:pt x="13372" y="14238"/>
                      <a:pt x="13358" y="14273"/>
                    </a:cubicBezTo>
                    <a:cubicBezTo>
                      <a:pt x="13358" y="14279"/>
                      <a:pt x="13358" y="14279"/>
                      <a:pt x="13355" y="14309"/>
                    </a:cubicBezTo>
                    <a:cubicBezTo>
                      <a:pt x="13337" y="14411"/>
                      <a:pt x="13266" y="14481"/>
                      <a:pt x="13184" y="14540"/>
                    </a:cubicBezTo>
                    <a:cubicBezTo>
                      <a:pt x="13141" y="14544"/>
                      <a:pt x="13141" y="14544"/>
                      <a:pt x="13108" y="14540"/>
                    </a:cubicBezTo>
                    <a:cubicBezTo>
                      <a:pt x="13110" y="14550"/>
                      <a:pt x="13111" y="14561"/>
                      <a:pt x="13113" y="14572"/>
                    </a:cubicBezTo>
                    <a:cubicBezTo>
                      <a:pt x="13107" y="14630"/>
                      <a:pt x="13078" y="14657"/>
                      <a:pt x="13038" y="14695"/>
                    </a:cubicBezTo>
                    <a:cubicBezTo>
                      <a:pt x="13034" y="14698"/>
                      <a:pt x="13034" y="14698"/>
                      <a:pt x="13018" y="14716"/>
                    </a:cubicBezTo>
                    <a:cubicBezTo>
                      <a:pt x="12983" y="14750"/>
                      <a:pt x="12964" y="14765"/>
                      <a:pt x="12915" y="14770"/>
                    </a:cubicBezTo>
                    <a:cubicBezTo>
                      <a:pt x="12904" y="14769"/>
                      <a:pt x="12893" y="14767"/>
                      <a:pt x="12882" y="14766"/>
                    </a:cubicBezTo>
                    <a:cubicBezTo>
                      <a:pt x="12882" y="14790"/>
                      <a:pt x="12882" y="14815"/>
                      <a:pt x="12882" y="14841"/>
                    </a:cubicBezTo>
                    <a:cubicBezTo>
                      <a:pt x="12833" y="14841"/>
                      <a:pt x="12783" y="14841"/>
                      <a:pt x="12732" y="14841"/>
                    </a:cubicBezTo>
                    <a:cubicBezTo>
                      <a:pt x="12732" y="14866"/>
                      <a:pt x="12732" y="14891"/>
                      <a:pt x="12732" y="14916"/>
                    </a:cubicBezTo>
                    <a:cubicBezTo>
                      <a:pt x="12682" y="14916"/>
                      <a:pt x="12632" y="14916"/>
                      <a:pt x="12581" y="14916"/>
                    </a:cubicBezTo>
                    <a:cubicBezTo>
                      <a:pt x="12581" y="14941"/>
                      <a:pt x="12581" y="14966"/>
                      <a:pt x="12581" y="14992"/>
                    </a:cubicBezTo>
                    <a:cubicBezTo>
                      <a:pt x="12531" y="14992"/>
                      <a:pt x="12481" y="14992"/>
                      <a:pt x="12430" y="14992"/>
                    </a:cubicBezTo>
                    <a:cubicBezTo>
                      <a:pt x="12430" y="15016"/>
                      <a:pt x="12430" y="15041"/>
                      <a:pt x="12430" y="15067"/>
                    </a:cubicBezTo>
                    <a:cubicBezTo>
                      <a:pt x="12405" y="15067"/>
                      <a:pt x="12381" y="15067"/>
                      <a:pt x="12355" y="15067"/>
                    </a:cubicBezTo>
                    <a:cubicBezTo>
                      <a:pt x="12355" y="15092"/>
                      <a:pt x="12355" y="15117"/>
                      <a:pt x="12355" y="15142"/>
                    </a:cubicBezTo>
                    <a:cubicBezTo>
                      <a:pt x="12280" y="15142"/>
                      <a:pt x="12206" y="15142"/>
                      <a:pt x="12129" y="15142"/>
                    </a:cubicBezTo>
                    <a:cubicBezTo>
                      <a:pt x="12129" y="15167"/>
                      <a:pt x="12129" y="15192"/>
                      <a:pt x="12129" y="15218"/>
                    </a:cubicBezTo>
                    <a:cubicBezTo>
                      <a:pt x="12079" y="15218"/>
                      <a:pt x="12029" y="15218"/>
                      <a:pt x="11978" y="15218"/>
                    </a:cubicBezTo>
                    <a:cubicBezTo>
                      <a:pt x="11978" y="15242"/>
                      <a:pt x="11978" y="15267"/>
                      <a:pt x="11978" y="15293"/>
                    </a:cubicBezTo>
                    <a:cubicBezTo>
                      <a:pt x="11929" y="15293"/>
                      <a:pt x="11879" y="15293"/>
                      <a:pt x="11828" y="15293"/>
                    </a:cubicBezTo>
                    <a:cubicBezTo>
                      <a:pt x="11828" y="15318"/>
                      <a:pt x="11828" y="15343"/>
                      <a:pt x="11828" y="15368"/>
                    </a:cubicBezTo>
                    <a:cubicBezTo>
                      <a:pt x="11728" y="15368"/>
                      <a:pt x="11629" y="15368"/>
                      <a:pt x="11526" y="15368"/>
                    </a:cubicBezTo>
                    <a:cubicBezTo>
                      <a:pt x="11526" y="15393"/>
                      <a:pt x="11526" y="15418"/>
                      <a:pt x="11526" y="15444"/>
                    </a:cubicBezTo>
                    <a:cubicBezTo>
                      <a:pt x="11477" y="15444"/>
                      <a:pt x="11427" y="15444"/>
                      <a:pt x="11376" y="15444"/>
                    </a:cubicBezTo>
                    <a:cubicBezTo>
                      <a:pt x="11376" y="15468"/>
                      <a:pt x="11376" y="15493"/>
                      <a:pt x="11376" y="15519"/>
                    </a:cubicBezTo>
                    <a:cubicBezTo>
                      <a:pt x="11276" y="15519"/>
                      <a:pt x="11177" y="15519"/>
                      <a:pt x="11074" y="15519"/>
                    </a:cubicBezTo>
                    <a:cubicBezTo>
                      <a:pt x="11074" y="15544"/>
                      <a:pt x="11074" y="15569"/>
                      <a:pt x="11074" y="15594"/>
                    </a:cubicBezTo>
                    <a:cubicBezTo>
                      <a:pt x="10975" y="15594"/>
                      <a:pt x="10875" y="15594"/>
                      <a:pt x="10773" y="15594"/>
                    </a:cubicBezTo>
                    <a:cubicBezTo>
                      <a:pt x="10773" y="15619"/>
                      <a:pt x="10773" y="15644"/>
                      <a:pt x="10773" y="15670"/>
                    </a:cubicBezTo>
                    <a:cubicBezTo>
                      <a:pt x="10759" y="15671"/>
                      <a:pt x="10746" y="15672"/>
                      <a:pt x="10732" y="15673"/>
                    </a:cubicBezTo>
                    <a:cubicBezTo>
                      <a:pt x="10682" y="15676"/>
                      <a:pt x="10632" y="15680"/>
                      <a:pt x="10582" y="15684"/>
                    </a:cubicBezTo>
                    <a:cubicBezTo>
                      <a:pt x="10560" y="15685"/>
                      <a:pt x="10539" y="15687"/>
                      <a:pt x="10517" y="15688"/>
                    </a:cubicBezTo>
                    <a:cubicBezTo>
                      <a:pt x="10486" y="15691"/>
                      <a:pt x="10455" y="15693"/>
                      <a:pt x="10423" y="15695"/>
                    </a:cubicBezTo>
                    <a:cubicBezTo>
                      <a:pt x="10419" y="15696"/>
                      <a:pt x="10419" y="15696"/>
                      <a:pt x="10394" y="15697"/>
                    </a:cubicBezTo>
                    <a:cubicBezTo>
                      <a:pt x="10339" y="15702"/>
                      <a:pt x="10324" y="15704"/>
                      <a:pt x="10283" y="15745"/>
                    </a:cubicBezTo>
                    <a:cubicBezTo>
                      <a:pt x="10248" y="15749"/>
                      <a:pt x="10248" y="15749"/>
                      <a:pt x="10205" y="15749"/>
                    </a:cubicBezTo>
                    <a:cubicBezTo>
                      <a:pt x="10190" y="15749"/>
                      <a:pt x="10175" y="15748"/>
                      <a:pt x="10159" y="15748"/>
                    </a:cubicBezTo>
                    <a:cubicBezTo>
                      <a:pt x="10144" y="15748"/>
                      <a:pt x="10128" y="15748"/>
                      <a:pt x="10111" y="15747"/>
                    </a:cubicBezTo>
                    <a:cubicBezTo>
                      <a:pt x="10095" y="15747"/>
                      <a:pt x="10079" y="15747"/>
                      <a:pt x="10063" y="15747"/>
                    </a:cubicBezTo>
                    <a:cubicBezTo>
                      <a:pt x="10023" y="15746"/>
                      <a:pt x="9984" y="15746"/>
                      <a:pt x="9944" y="15745"/>
                    </a:cubicBezTo>
                    <a:cubicBezTo>
                      <a:pt x="9944" y="15770"/>
                      <a:pt x="9944" y="15795"/>
                      <a:pt x="9944" y="15820"/>
                    </a:cubicBezTo>
                    <a:cubicBezTo>
                      <a:pt x="9820" y="15820"/>
                      <a:pt x="9696" y="15820"/>
                      <a:pt x="9568" y="15820"/>
                    </a:cubicBezTo>
                    <a:cubicBezTo>
                      <a:pt x="9568" y="15845"/>
                      <a:pt x="9568" y="15870"/>
                      <a:pt x="9568" y="15896"/>
                    </a:cubicBezTo>
                    <a:cubicBezTo>
                      <a:pt x="9559" y="15896"/>
                      <a:pt x="9551" y="15896"/>
                      <a:pt x="9542" y="15897"/>
                    </a:cubicBezTo>
                    <a:cubicBezTo>
                      <a:pt x="9455" y="15901"/>
                      <a:pt x="9367" y="15905"/>
                      <a:pt x="9280" y="15910"/>
                    </a:cubicBezTo>
                    <a:cubicBezTo>
                      <a:pt x="9247" y="15911"/>
                      <a:pt x="9215" y="15913"/>
                      <a:pt x="9182" y="15914"/>
                    </a:cubicBezTo>
                    <a:cubicBezTo>
                      <a:pt x="9135" y="15917"/>
                      <a:pt x="9088" y="15919"/>
                      <a:pt x="9041" y="15921"/>
                    </a:cubicBezTo>
                    <a:cubicBezTo>
                      <a:pt x="9034" y="15922"/>
                      <a:pt x="9034" y="15922"/>
                      <a:pt x="8997" y="15923"/>
                    </a:cubicBezTo>
                    <a:cubicBezTo>
                      <a:pt x="8984" y="15924"/>
                      <a:pt x="8970" y="15925"/>
                      <a:pt x="8956" y="15926"/>
                    </a:cubicBezTo>
                    <a:cubicBezTo>
                      <a:pt x="8944" y="15926"/>
                      <a:pt x="8932" y="15927"/>
                      <a:pt x="8920" y="15927"/>
                    </a:cubicBezTo>
                    <a:cubicBezTo>
                      <a:pt x="8890" y="15933"/>
                      <a:pt x="8890" y="15933"/>
                      <a:pt x="8852" y="15971"/>
                    </a:cubicBezTo>
                    <a:cubicBezTo>
                      <a:pt x="8814" y="15976"/>
                      <a:pt x="8814" y="15976"/>
                      <a:pt x="8768" y="15975"/>
                    </a:cubicBezTo>
                    <a:cubicBezTo>
                      <a:pt x="8751" y="15975"/>
                      <a:pt x="8733" y="15975"/>
                      <a:pt x="8715" y="15975"/>
                    </a:cubicBezTo>
                    <a:cubicBezTo>
                      <a:pt x="8697" y="15975"/>
                      <a:pt x="8678" y="15975"/>
                      <a:pt x="8659" y="15975"/>
                    </a:cubicBezTo>
                    <a:cubicBezTo>
                      <a:pt x="8639" y="15975"/>
                      <a:pt x="8620" y="15975"/>
                      <a:pt x="8601" y="15974"/>
                    </a:cubicBezTo>
                    <a:cubicBezTo>
                      <a:pt x="8550" y="15974"/>
                      <a:pt x="8499" y="15974"/>
                      <a:pt x="8448" y="15974"/>
                    </a:cubicBezTo>
                    <a:cubicBezTo>
                      <a:pt x="8396" y="15973"/>
                      <a:pt x="8344" y="15973"/>
                      <a:pt x="8292" y="15973"/>
                    </a:cubicBezTo>
                    <a:cubicBezTo>
                      <a:pt x="8190" y="15972"/>
                      <a:pt x="8088" y="15972"/>
                      <a:pt x="7985" y="15971"/>
                    </a:cubicBezTo>
                    <a:cubicBezTo>
                      <a:pt x="7985" y="15996"/>
                      <a:pt x="7985" y="16021"/>
                      <a:pt x="7985" y="16046"/>
                    </a:cubicBezTo>
                    <a:cubicBezTo>
                      <a:pt x="7165" y="16046"/>
                      <a:pt x="6345" y="16046"/>
                      <a:pt x="5499" y="16046"/>
                    </a:cubicBezTo>
                    <a:cubicBezTo>
                      <a:pt x="5499" y="16021"/>
                      <a:pt x="5499" y="15997"/>
                      <a:pt x="5499" y="15971"/>
                    </a:cubicBezTo>
                    <a:cubicBezTo>
                      <a:pt x="5490" y="15971"/>
                      <a:pt x="5480" y="15971"/>
                      <a:pt x="5470" y="15971"/>
                    </a:cubicBezTo>
                    <a:cubicBezTo>
                      <a:pt x="5377" y="15972"/>
                      <a:pt x="5285" y="15973"/>
                      <a:pt x="5192" y="15973"/>
                    </a:cubicBezTo>
                    <a:cubicBezTo>
                      <a:pt x="5144" y="15973"/>
                      <a:pt x="5097" y="15973"/>
                      <a:pt x="5049" y="15974"/>
                    </a:cubicBezTo>
                    <a:cubicBezTo>
                      <a:pt x="4995" y="15974"/>
                      <a:pt x="4940" y="15974"/>
                      <a:pt x="4885" y="15975"/>
                    </a:cubicBezTo>
                    <a:cubicBezTo>
                      <a:pt x="4877" y="15975"/>
                      <a:pt x="4877" y="15975"/>
                      <a:pt x="4833" y="15975"/>
                    </a:cubicBezTo>
                    <a:cubicBezTo>
                      <a:pt x="4825" y="15975"/>
                      <a:pt x="4825" y="15975"/>
                      <a:pt x="4785" y="15975"/>
                    </a:cubicBezTo>
                    <a:cubicBezTo>
                      <a:pt x="4771" y="15975"/>
                      <a:pt x="4757" y="15975"/>
                      <a:pt x="4743" y="15976"/>
                    </a:cubicBezTo>
                    <a:cubicBezTo>
                      <a:pt x="4708" y="15971"/>
                      <a:pt x="4708" y="15971"/>
                      <a:pt x="4671" y="15933"/>
                    </a:cubicBezTo>
                    <a:cubicBezTo>
                      <a:pt x="4640" y="15927"/>
                      <a:pt x="4640" y="15927"/>
                      <a:pt x="4604" y="15926"/>
                    </a:cubicBezTo>
                    <a:cubicBezTo>
                      <a:pt x="4591" y="15925"/>
                      <a:pt x="4577" y="15924"/>
                      <a:pt x="4563" y="15923"/>
                    </a:cubicBezTo>
                    <a:cubicBezTo>
                      <a:pt x="4548" y="15923"/>
                      <a:pt x="4534" y="15922"/>
                      <a:pt x="4519" y="15921"/>
                    </a:cubicBezTo>
                    <a:cubicBezTo>
                      <a:pt x="4511" y="15921"/>
                      <a:pt x="4511" y="15921"/>
                      <a:pt x="4473" y="15919"/>
                    </a:cubicBezTo>
                    <a:cubicBezTo>
                      <a:pt x="4425" y="15917"/>
                      <a:pt x="4377" y="15914"/>
                      <a:pt x="4329" y="15912"/>
                    </a:cubicBezTo>
                    <a:cubicBezTo>
                      <a:pt x="4297" y="15910"/>
                      <a:pt x="4264" y="15909"/>
                      <a:pt x="4232" y="15907"/>
                    </a:cubicBezTo>
                    <a:cubicBezTo>
                      <a:pt x="4152" y="15903"/>
                      <a:pt x="4072" y="15899"/>
                      <a:pt x="3993" y="15896"/>
                    </a:cubicBezTo>
                    <a:cubicBezTo>
                      <a:pt x="3993" y="15871"/>
                      <a:pt x="3993" y="15846"/>
                      <a:pt x="3993" y="15820"/>
                    </a:cubicBezTo>
                    <a:cubicBezTo>
                      <a:pt x="3844" y="15820"/>
                      <a:pt x="3694" y="15820"/>
                      <a:pt x="3541" y="15820"/>
                    </a:cubicBezTo>
                    <a:cubicBezTo>
                      <a:pt x="3541" y="15795"/>
                      <a:pt x="3541" y="15771"/>
                      <a:pt x="3541" y="15745"/>
                    </a:cubicBezTo>
                    <a:cubicBezTo>
                      <a:pt x="3441" y="15745"/>
                      <a:pt x="3342" y="15745"/>
                      <a:pt x="3239" y="15745"/>
                    </a:cubicBezTo>
                    <a:cubicBezTo>
                      <a:pt x="3239" y="15720"/>
                      <a:pt x="3239" y="15695"/>
                      <a:pt x="3239" y="15670"/>
                    </a:cubicBezTo>
                    <a:cubicBezTo>
                      <a:pt x="3234" y="15670"/>
                      <a:pt x="3234" y="15670"/>
                      <a:pt x="3209" y="15670"/>
                    </a:cubicBezTo>
                    <a:cubicBezTo>
                      <a:pt x="3163" y="15671"/>
                      <a:pt x="3118" y="15672"/>
                      <a:pt x="3072" y="15672"/>
                    </a:cubicBezTo>
                    <a:cubicBezTo>
                      <a:pt x="3056" y="15672"/>
                      <a:pt x="3041" y="15673"/>
                      <a:pt x="3024" y="15673"/>
                    </a:cubicBezTo>
                    <a:cubicBezTo>
                      <a:pt x="3017" y="15673"/>
                      <a:pt x="3017" y="15673"/>
                      <a:pt x="2978" y="15673"/>
                    </a:cubicBezTo>
                    <a:cubicBezTo>
                      <a:pt x="2971" y="15673"/>
                      <a:pt x="2971" y="15673"/>
                      <a:pt x="2936" y="15674"/>
                    </a:cubicBezTo>
                    <a:cubicBezTo>
                      <a:pt x="2900" y="15670"/>
                      <a:pt x="2900" y="15670"/>
                      <a:pt x="2863" y="15632"/>
                    </a:cubicBezTo>
                    <a:cubicBezTo>
                      <a:pt x="2831" y="15624"/>
                      <a:pt x="2831" y="15624"/>
                      <a:pt x="2793" y="15620"/>
                    </a:cubicBezTo>
                    <a:cubicBezTo>
                      <a:pt x="2780" y="15618"/>
                      <a:pt x="2766" y="15617"/>
                      <a:pt x="2752" y="15615"/>
                    </a:cubicBezTo>
                    <a:cubicBezTo>
                      <a:pt x="2745" y="15615"/>
                      <a:pt x="2745" y="15615"/>
                      <a:pt x="2710" y="15611"/>
                    </a:cubicBezTo>
                    <a:cubicBezTo>
                      <a:pt x="2695" y="15609"/>
                      <a:pt x="2681" y="15608"/>
                      <a:pt x="2667" y="15606"/>
                    </a:cubicBezTo>
                    <a:cubicBezTo>
                      <a:pt x="2632" y="15602"/>
                      <a:pt x="2596" y="15598"/>
                      <a:pt x="2561" y="15594"/>
                    </a:cubicBezTo>
                    <a:cubicBezTo>
                      <a:pt x="2561" y="15569"/>
                      <a:pt x="2561" y="15545"/>
                      <a:pt x="2561" y="15519"/>
                    </a:cubicBezTo>
                    <a:cubicBezTo>
                      <a:pt x="2462" y="15519"/>
                      <a:pt x="2363" y="15519"/>
                      <a:pt x="2260" y="15519"/>
                    </a:cubicBezTo>
                    <a:cubicBezTo>
                      <a:pt x="2260" y="15494"/>
                      <a:pt x="2260" y="15469"/>
                      <a:pt x="2260" y="15444"/>
                    </a:cubicBezTo>
                    <a:cubicBezTo>
                      <a:pt x="2161" y="15444"/>
                      <a:pt x="2061" y="15444"/>
                      <a:pt x="1959" y="15444"/>
                    </a:cubicBezTo>
                    <a:cubicBezTo>
                      <a:pt x="1959" y="15419"/>
                      <a:pt x="1959" y="15394"/>
                      <a:pt x="1959" y="15368"/>
                    </a:cubicBezTo>
                    <a:cubicBezTo>
                      <a:pt x="1884" y="15368"/>
                      <a:pt x="1810" y="15368"/>
                      <a:pt x="1733" y="15368"/>
                    </a:cubicBezTo>
                    <a:cubicBezTo>
                      <a:pt x="1733" y="15343"/>
                      <a:pt x="1733" y="15319"/>
                      <a:pt x="1733" y="15293"/>
                    </a:cubicBezTo>
                    <a:cubicBezTo>
                      <a:pt x="1683" y="15293"/>
                      <a:pt x="1633" y="15293"/>
                      <a:pt x="1582" y="15293"/>
                    </a:cubicBezTo>
                    <a:cubicBezTo>
                      <a:pt x="1582" y="15268"/>
                      <a:pt x="1582" y="15243"/>
                      <a:pt x="1582" y="15218"/>
                    </a:cubicBezTo>
                    <a:cubicBezTo>
                      <a:pt x="1507" y="15218"/>
                      <a:pt x="1433" y="15218"/>
                      <a:pt x="1356" y="15218"/>
                    </a:cubicBezTo>
                    <a:cubicBezTo>
                      <a:pt x="1356" y="15193"/>
                      <a:pt x="1356" y="15168"/>
                      <a:pt x="1356" y="15142"/>
                    </a:cubicBezTo>
                    <a:cubicBezTo>
                      <a:pt x="1331" y="15142"/>
                      <a:pt x="1306" y="15142"/>
                      <a:pt x="1281" y="15142"/>
                    </a:cubicBezTo>
                    <a:cubicBezTo>
                      <a:pt x="1281" y="15117"/>
                      <a:pt x="1281" y="15093"/>
                      <a:pt x="1281" y="15067"/>
                    </a:cubicBezTo>
                    <a:cubicBezTo>
                      <a:pt x="1231" y="15067"/>
                      <a:pt x="1181" y="15067"/>
                      <a:pt x="1130" y="15067"/>
                    </a:cubicBezTo>
                    <a:cubicBezTo>
                      <a:pt x="1130" y="15042"/>
                      <a:pt x="1130" y="15017"/>
                      <a:pt x="1130" y="14992"/>
                    </a:cubicBezTo>
                    <a:cubicBezTo>
                      <a:pt x="1055" y="14992"/>
                      <a:pt x="981" y="14992"/>
                      <a:pt x="904" y="14992"/>
                    </a:cubicBezTo>
                    <a:cubicBezTo>
                      <a:pt x="904" y="14967"/>
                      <a:pt x="904" y="14942"/>
                      <a:pt x="904" y="14916"/>
                    </a:cubicBezTo>
                    <a:cubicBezTo>
                      <a:pt x="899" y="14917"/>
                      <a:pt x="899" y="14917"/>
                      <a:pt x="871" y="14923"/>
                    </a:cubicBezTo>
                    <a:cubicBezTo>
                      <a:pt x="829" y="14916"/>
                      <a:pt x="829" y="14916"/>
                      <a:pt x="814" y="14895"/>
                    </a:cubicBezTo>
                    <a:cubicBezTo>
                      <a:pt x="808" y="14886"/>
                      <a:pt x="803" y="14876"/>
                      <a:pt x="798" y="14867"/>
                    </a:cubicBezTo>
                    <a:cubicBezTo>
                      <a:pt x="764" y="14808"/>
                      <a:pt x="727" y="14785"/>
                      <a:pt x="667" y="14754"/>
                    </a:cubicBezTo>
                    <a:cubicBezTo>
                      <a:pt x="557" y="14691"/>
                      <a:pt x="475" y="14608"/>
                      <a:pt x="388" y="14516"/>
                    </a:cubicBezTo>
                    <a:cubicBezTo>
                      <a:pt x="366" y="14493"/>
                      <a:pt x="344" y="14470"/>
                      <a:pt x="322" y="14447"/>
                    </a:cubicBezTo>
                    <a:cubicBezTo>
                      <a:pt x="302" y="14426"/>
                      <a:pt x="282" y="14406"/>
                      <a:pt x="263" y="14385"/>
                    </a:cubicBezTo>
                    <a:cubicBezTo>
                      <a:pt x="226" y="14351"/>
                      <a:pt x="226" y="14351"/>
                      <a:pt x="184" y="14330"/>
                    </a:cubicBezTo>
                    <a:cubicBezTo>
                      <a:pt x="173" y="14325"/>
                      <a:pt x="162" y="14319"/>
                      <a:pt x="151" y="14314"/>
                    </a:cubicBezTo>
                    <a:cubicBezTo>
                      <a:pt x="146" y="14274"/>
                      <a:pt x="146" y="14274"/>
                      <a:pt x="151" y="14238"/>
                    </a:cubicBezTo>
                    <a:cubicBezTo>
                      <a:pt x="126" y="14238"/>
                      <a:pt x="101" y="14238"/>
                      <a:pt x="75" y="14238"/>
                    </a:cubicBezTo>
                    <a:cubicBezTo>
                      <a:pt x="75" y="14189"/>
                      <a:pt x="75" y="14139"/>
                      <a:pt x="75" y="14088"/>
                    </a:cubicBezTo>
                    <a:cubicBezTo>
                      <a:pt x="50" y="14088"/>
                      <a:pt x="26" y="14088"/>
                      <a:pt x="0" y="14088"/>
                    </a:cubicBezTo>
                    <a:cubicBezTo>
                      <a:pt x="0" y="10060"/>
                      <a:pt x="0" y="6033"/>
                      <a:pt x="0" y="1883"/>
                    </a:cubicBezTo>
                    <a:cubicBezTo>
                      <a:pt x="25" y="1883"/>
                      <a:pt x="50" y="1883"/>
                      <a:pt x="75" y="1883"/>
                    </a:cubicBezTo>
                    <a:cubicBezTo>
                      <a:pt x="74" y="1874"/>
                      <a:pt x="72" y="1865"/>
                      <a:pt x="70" y="1855"/>
                    </a:cubicBezTo>
                    <a:cubicBezTo>
                      <a:pt x="64" y="1791"/>
                      <a:pt x="62" y="1750"/>
                      <a:pt x="102" y="1697"/>
                    </a:cubicBezTo>
                    <a:cubicBezTo>
                      <a:pt x="141" y="1662"/>
                      <a:pt x="180" y="1630"/>
                      <a:pt x="221" y="1599"/>
                    </a:cubicBezTo>
                    <a:cubicBezTo>
                      <a:pt x="388" y="1466"/>
                      <a:pt x="388" y="1466"/>
                      <a:pt x="437" y="1377"/>
                    </a:cubicBezTo>
                    <a:cubicBezTo>
                      <a:pt x="452" y="1356"/>
                      <a:pt x="452" y="1356"/>
                      <a:pt x="494" y="1349"/>
                    </a:cubicBezTo>
                    <a:cubicBezTo>
                      <a:pt x="500" y="1350"/>
                      <a:pt x="500" y="1350"/>
                      <a:pt x="527" y="1356"/>
                    </a:cubicBezTo>
                    <a:cubicBezTo>
                      <a:pt x="527" y="1331"/>
                      <a:pt x="527" y="1306"/>
                      <a:pt x="527" y="1281"/>
                    </a:cubicBezTo>
                    <a:cubicBezTo>
                      <a:pt x="540" y="1276"/>
                      <a:pt x="554" y="1272"/>
                      <a:pt x="567" y="1267"/>
                    </a:cubicBezTo>
                    <a:cubicBezTo>
                      <a:pt x="576" y="1264"/>
                      <a:pt x="576" y="1264"/>
                      <a:pt x="619" y="1248"/>
                    </a:cubicBezTo>
                    <a:cubicBezTo>
                      <a:pt x="636" y="1242"/>
                      <a:pt x="653" y="1235"/>
                      <a:pt x="671" y="1229"/>
                    </a:cubicBezTo>
                    <a:cubicBezTo>
                      <a:pt x="716" y="1205"/>
                      <a:pt x="716" y="1205"/>
                      <a:pt x="732" y="1167"/>
                    </a:cubicBezTo>
                    <a:cubicBezTo>
                      <a:pt x="757" y="1123"/>
                      <a:pt x="766" y="1122"/>
                      <a:pt x="813" y="1109"/>
                    </a:cubicBezTo>
                    <a:cubicBezTo>
                      <a:pt x="849" y="1100"/>
                      <a:pt x="886" y="1092"/>
                      <a:pt x="922" y="1084"/>
                    </a:cubicBezTo>
                    <a:cubicBezTo>
                      <a:pt x="955" y="1076"/>
                      <a:pt x="986" y="1069"/>
                      <a:pt x="1017" y="1055"/>
                    </a:cubicBezTo>
                    <a:cubicBezTo>
                      <a:pt x="1039" y="1015"/>
                      <a:pt x="1039" y="1015"/>
                      <a:pt x="1055" y="979"/>
                    </a:cubicBezTo>
                    <a:cubicBezTo>
                      <a:pt x="1091" y="972"/>
                      <a:pt x="1091" y="972"/>
                      <a:pt x="1132" y="975"/>
                    </a:cubicBezTo>
                    <a:cubicBezTo>
                      <a:pt x="1146" y="975"/>
                      <a:pt x="1160" y="976"/>
                      <a:pt x="1174" y="977"/>
                    </a:cubicBezTo>
                    <a:cubicBezTo>
                      <a:pt x="1184" y="978"/>
                      <a:pt x="1195" y="978"/>
                      <a:pt x="1205" y="979"/>
                    </a:cubicBezTo>
                    <a:cubicBezTo>
                      <a:pt x="1205" y="954"/>
                      <a:pt x="1205" y="930"/>
                      <a:pt x="1205" y="904"/>
                    </a:cubicBezTo>
                    <a:cubicBezTo>
                      <a:pt x="1255" y="904"/>
                      <a:pt x="1305" y="904"/>
                      <a:pt x="1356" y="904"/>
                    </a:cubicBezTo>
                    <a:cubicBezTo>
                      <a:pt x="1356" y="879"/>
                      <a:pt x="1356" y="854"/>
                      <a:pt x="1356" y="829"/>
                    </a:cubicBezTo>
                    <a:cubicBezTo>
                      <a:pt x="1406" y="829"/>
                      <a:pt x="1455" y="829"/>
                      <a:pt x="1507" y="829"/>
                    </a:cubicBezTo>
                    <a:cubicBezTo>
                      <a:pt x="1507" y="804"/>
                      <a:pt x="1507" y="779"/>
                      <a:pt x="1507" y="753"/>
                    </a:cubicBezTo>
                    <a:cubicBezTo>
                      <a:pt x="1660" y="704"/>
                      <a:pt x="1796" y="664"/>
                      <a:pt x="1959" y="678"/>
                    </a:cubicBezTo>
                    <a:cubicBezTo>
                      <a:pt x="1959" y="653"/>
                      <a:pt x="1959" y="628"/>
                      <a:pt x="1959" y="603"/>
                    </a:cubicBezTo>
                    <a:cubicBezTo>
                      <a:pt x="2033" y="603"/>
                      <a:pt x="2108" y="603"/>
                      <a:pt x="2185" y="603"/>
                    </a:cubicBezTo>
                    <a:cubicBezTo>
                      <a:pt x="2185" y="578"/>
                      <a:pt x="2185" y="553"/>
                      <a:pt x="2185" y="527"/>
                    </a:cubicBezTo>
                    <a:cubicBezTo>
                      <a:pt x="2284" y="527"/>
                      <a:pt x="2384" y="527"/>
                      <a:pt x="2486" y="527"/>
                    </a:cubicBezTo>
                    <a:cubicBezTo>
                      <a:pt x="2486" y="502"/>
                      <a:pt x="2486" y="478"/>
                      <a:pt x="2486" y="452"/>
                    </a:cubicBezTo>
                    <a:cubicBezTo>
                      <a:pt x="2585" y="452"/>
                      <a:pt x="2685" y="452"/>
                      <a:pt x="2787" y="452"/>
                    </a:cubicBezTo>
                    <a:cubicBezTo>
                      <a:pt x="2787" y="427"/>
                      <a:pt x="2787" y="402"/>
                      <a:pt x="2787" y="377"/>
                    </a:cubicBezTo>
                    <a:cubicBezTo>
                      <a:pt x="2887" y="377"/>
                      <a:pt x="2986" y="377"/>
                      <a:pt x="3089" y="377"/>
                    </a:cubicBezTo>
                    <a:cubicBezTo>
                      <a:pt x="3089" y="352"/>
                      <a:pt x="3089" y="327"/>
                      <a:pt x="3089" y="301"/>
                    </a:cubicBezTo>
                    <a:cubicBezTo>
                      <a:pt x="3213" y="301"/>
                      <a:pt x="3337" y="301"/>
                      <a:pt x="3465" y="301"/>
                    </a:cubicBezTo>
                    <a:cubicBezTo>
                      <a:pt x="3465" y="276"/>
                      <a:pt x="3465" y="252"/>
                      <a:pt x="3465" y="226"/>
                    </a:cubicBezTo>
                    <a:cubicBezTo>
                      <a:pt x="3639" y="226"/>
                      <a:pt x="3813" y="226"/>
                      <a:pt x="3993" y="226"/>
                    </a:cubicBezTo>
                    <a:cubicBezTo>
                      <a:pt x="3993" y="201"/>
                      <a:pt x="3993" y="176"/>
                      <a:pt x="3993" y="151"/>
                    </a:cubicBezTo>
                    <a:cubicBezTo>
                      <a:pt x="4192" y="151"/>
                      <a:pt x="4391" y="151"/>
                      <a:pt x="4595" y="151"/>
                    </a:cubicBezTo>
                    <a:cubicBezTo>
                      <a:pt x="4595" y="126"/>
                      <a:pt x="4595" y="101"/>
                      <a:pt x="4595" y="75"/>
                    </a:cubicBezTo>
                    <a:cubicBezTo>
                      <a:pt x="4844" y="75"/>
                      <a:pt x="5093" y="75"/>
                      <a:pt x="5349" y="75"/>
                    </a:cubicBezTo>
                    <a:cubicBezTo>
                      <a:pt x="5349" y="50"/>
                      <a:pt x="5349" y="26"/>
                      <a:pt x="5349" y="0"/>
                    </a:cubicBezTo>
                    <a:close/>
                    <a:moveTo>
                      <a:pt x="5123" y="452"/>
                    </a:moveTo>
                    <a:cubicBezTo>
                      <a:pt x="5123" y="477"/>
                      <a:pt x="5123" y="502"/>
                      <a:pt x="5123" y="527"/>
                    </a:cubicBezTo>
                    <a:cubicBezTo>
                      <a:pt x="4924" y="527"/>
                      <a:pt x="4725" y="527"/>
                      <a:pt x="4520" y="527"/>
                    </a:cubicBezTo>
                    <a:cubicBezTo>
                      <a:pt x="4520" y="552"/>
                      <a:pt x="4520" y="577"/>
                      <a:pt x="4520" y="603"/>
                    </a:cubicBezTo>
                    <a:cubicBezTo>
                      <a:pt x="4346" y="603"/>
                      <a:pt x="4172" y="603"/>
                      <a:pt x="3993" y="603"/>
                    </a:cubicBezTo>
                    <a:cubicBezTo>
                      <a:pt x="3993" y="628"/>
                      <a:pt x="3993" y="652"/>
                      <a:pt x="3993" y="678"/>
                    </a:cubicBezTo>
                    <a:cubicBezTo>
                      <a:pt x="3844" y="678"/>
                      <a:pt x="3694" y="678"/>
                      <a:pt x="3541" y="678"/>
                    </a:cubicBezTo>
                    <a:cubicBezTo>
                      <a:pt x="3541" y="703"/>
                      <a:pt x="3541" y="728"/>
                      <a:pt x="3541" y="753"/>
                    </a:cubicBezTo>
                    <a:cubicBezTo>
                      <a:pt x="3416" y="753"/>
                      <a:pt x="3292" y="753"/>
                      <a:pt x="3164" y="753"/>
                    </a:cubicBezTo>
                    <a:cubicBezTo>
                      <a:pt x="3164" y="778"/>
                      <a:pt x="3164" y="803"/>
                      <a:pt x="3164" y="829"/>
                    </a:cubicBezTo>
                    <a:cubicBezTo>
                      <a:pt x="3040" y="829"/>
                      <a:pt x="2915" y="829"/>
                      <a:pt x="2787" y="829"/>
                    </a:cubicBezTo>
                    <a:cubicBezTo>
                      <a:pt x="2787" y="854"/>
                      <a:pt x="2787" y="878"/>
                      <a:pt x="2787" y="904"/>
                    </a:cubicBezTo>
                    <a:cubicBezTo>
                      <a:pt x="2688" y="904"/>
                      <a:pt x="2589" y="904"/>
                      <a:pt x="2486" y="904"/>
                    </a:cubicBezTo>
                    <a:cubicBezTo>
                      <a:pt x="2486" y="929"/>
                      <a:pt x="2486" y="954"/>
                      <a:pt x="2486" y="979"/>
                    </a:cubicBezTo>
                    <a:cubicBezTo>
                      <a:pt x="2411" y="979"/>
                      <a:pt x="2337" y="979"/>
                      <a:pt x="2260" y="979"/>
                    </a:cubicBezTo>
                    <a:cubicBezTo>
                      <a:pt x="2260" y="1004"/>
                      <a:pt x="2260" y="1029"/>
                      <a:pt x="2260" y="1055"/>
                    </a:cubicBezTo>
                    <a:cubicBezTo>
                      <a:pt x="2185" y="1055"/>
                      <a:pt x="2111" y="1055"/>
                      <a:pt x="2034" y="1055"/>
                    </a:cubicBezTo>
                    <a:cubicBezTo>
                      <a:pt x="2034" y="1080"/>
                      <a:pt x="2034" y="1104"/>
                      <a:pt x="2034" y="1130"/>
                    </a:cubicBezTo>
                    <a:cubicBezTo>
                      <a:pt x="1959" y="1130"/>
                      <a:pt x="1885" y="1130"/>
                      <a:pt x="1808" y="1130"/>
                    </a:cubicBezTo>
                    <a:cubicBezTo>
                      <a:pt x="1808" y="1155"/>
                      <a:pt x="1808" y="1180"/>
                      <a:pt x="1808" y="1205"/>
                    </a:cubicBezTo>
                    <a:cubicBezTo>
                      <a:pt x="1733" y="1205"/>
                      <a:pt x="1659" y="1205"/>
                      <a:pt x="1582" y="1205"/>
                    </a:cubicBezTo>
                    <a:cubicBezTo>
                      <a:pt x="1582" y="1230"/>
                      <a:pt x="1582" y="1255"/>
                      <a:pt x="1582" y="1281"/>
                    </a:cubicBezTo>
                    <a:cubicBezTo>
                      <a:pt x="1532" y="1281"/>
                      <a:pt x="1483" y="1281"/>
                      <a:pt x="1431" y="1281"/>
                    </a:cubicBezTo>
                    <a:cubicBezTo>
                      <a:pt x="1431" y="1306"/>
                      <a:pt x="1431" y="1330"/>
                      <a:pt x="1431" y="1356"/>
                    </a:cubicBezTo>
                    <a:cubicBezTo>
                      <a:pt x="1382" y="1356"/>
                      <a:pt x="1332" y="1356"/>
                      <a:pt x="1281" y="1356"/>
                    </a:cubicBezTo>
                    <a:cubicBezTo>
                      <a:pt x="1281" y="1381"/>
                      <a:pt x="1281" y="1406"/>
                      <a:pt x="1281" y="1431"/>
                    </a:cubicBezTo>
                    <a:cubicBezTo>
                      <a:pt x="1231" y="1431"/>
                      <a:pt x="1181" y="1431"/>
                      <a:pt x="1130" y="1431"/>
                    </a:cubicBezTo>
                    <a:cubicBezTo>
                      <a:pt x="1130" y="1456"/>
                      <a:pt x="1130" y="1481"/>
                      <a:pt x="1130" y="1507"/>
                    </a:cubicBezTo>
                    <a:cubicBezTo>
                      <a:pt x="1080" y="1507"/>
                      <a:pt x="1031" y="1507"/>
                      <a:pt x="979" y="1507"/>
                    </a:cubicBezTo>
                    <a:cubicBezTo>
                      <a:pt x="979" y="1532"/>
                      <a:pt x="979" y="1556"/>
                      <a:pt x="979" y="1582"/>
                    </a:cubicBezTo>
                    <a:cubicBezTo>
                      <a:pt x="954" y="1582"/>
                      <a:pt x="930" y="1582"/>
                      <a:pt x="904" y="1582"/>
                    </a:cubicBezTo>
                    <a:cubicBezTo>
                      <a:pt x="904" y="1607"/>
                      <a:pt x="904" y="1632"/>
                      <a:pt x="904" y="1657"/>
                    </a:cubicBezTo>
                    <a:cubicBezTo>
                      <a:pt x="879" y="1657"/>
                      <a:pt x="854" y="1657"/>
                      <a:pt x="829" y="1657"/>
                    </a:cubicBezTo>
                    <a:cubicBezTo>
                      <a:pt x="829" y="1682"/>
                      <a:pt x="829" y="1707"/>
                      <a:pt x="829" y="1733"/>
                    </a:cubicBezTo>
                    <a:cubicBezTo>
                      <a:pt x="779" y="1733"/>
                      <a:pt x="729" y="1733"/>
                      <a:pt x="678" y="1733"/>
                    </a:cubicBezTo>
                    <a:cubicBezTo>
                      <a:pt x="678" y="1758"/>
                      <a:pt x="678" y="1782"/>
                      <a:pt x="678" y="1808"/>
                    </a:cubicBezTo>
                    <a:cubicBezTo>
                      <a:pt x="653" y="1808"/>
                      <a:pt x="628" y="1808"/>
                      <a:pt x="603" y="1808"/>
                    </a:cubicBezTo>
                    <a:cubicBezTo>
                      <a:pt x="603" y="1858"/>
                      <a:pt x="603" y="1907"/>
                      <a:pt x="603" y="1959"/>
                    </a:cubicBezTo>
                    <a:cubicBezTo>
                      <a:pt x="578" y="1959"/>
                      <a:pt x="553" y="1959"/>
                      <a:pt x="527" y="1959"/>
                    </a:cubicBezTo>
                    <a:cubicBezTo>
                      <a:pt x="527" y="1984"/>
                      <a:pt x="527" y="2008"/>
                      <a:pt x="527" y="2034"/>
                    </a:cubicBezTo>
                    <a:cubicBezTo>
                      <a:pt x="502" y="2034"/>
                      <a:pt x="478" y="2034"/>
                      <a:pt x="452" y="2034"/>
                    </a:cubicBezTo>
                    <a:cubicBezTo>
                      <a:pt x="452" y="2183"/>
                      <a:pt x="452" y="2332"/>
                      <a:pt x="452" y="2486"/>
                    </a:cubicBezTo>
                    <a:cubicBezTo>
                      <a:pt x="477" y="2486"/>
                      <a:pt x="502" y="2486"/>
                      <a:pt x="527" y="2486"/>
                    </a:cubicBezTo>
                    <a:cubicBezTo>
                      <a:pt x="527" y="2511"/>
                      <a:pt x="527" y="2536"/>
                      <a:pt x="527" y="2561"/>
                    </a:cubicBezTo>
                    <a:cubicBezTo>
                      <a:pt x="552" y="2561"/>
                      <a:pt x="577" y="2561"/>
                      <a:pt x="603" y="2561"/>
                    </a:cubicBezTo>
                    <a:cubicBezTo>
                      <a:pt x="603" y="2586"/>
                      <a:pt x="603" y="2611"/>
                      <a:pt x="603" y="2637"/>
                    </a:cubicBezTo>
                    <a:cubicBezTo>
                      <a:pt x="628" y="2637"/>
                      <a:pt x="652" y="2637"/>
                      <a:pt x="678" y="2637"/>
                    </a:cubicBezTo>
                    <a:cubicBezTo>
                      <a:pt x="678" y="2662"/>
                      <a:pt x="678" y="2686"/>
                      <a:pt x="678" y="2712"/>
                    </a:cubicBezTo>
                    <a:cubicBezTo>
                      <a:pt x="703" y="2712"/>
                      <a:pt x="728" y="2712"/>
                      <a:pt x="753" y="2712"/>
                    </a:cubicBezTo>
                    <a:cubicBezTo>
                      <a:pt x="753" y="2737"/>
                      <a:pt x="753" y="2762"/>
                      <a:pt x="753" y="2787"/>
                    </a:cubicBezTo>
                    <a:cubicBezTo>
                      <a:pt x="778" y="2787"/>
                      <a:pt x="803" y="2787"/>
                      <a:pt x="829" y="2787"/>
                    </a:cubicBezTo>
                    <a:cubicBezTo>
                      <a:pt x="829" y="2812"/>
                      <a:pt x="829" y="2837"/>
                      <a:pt x="829" y="2863"/>
                    </a:cubicBezTo>
                    <a:cubicBezTo>
                      <a:pt x="854" y="2863"/>
                      <a:pt x="878" y="2863"/>
                      <a:pt x="904" y="2863"/>
                    </a:cubicBezTo>
                    <a:cubicBezTo>
                      <a:pt x="904" y="2888"/>
                      <a:pt x="904" y="2912"/>
                      <a:pt x="904" y="2938"/>
                    </a:cubicBezTo>
                    <a:cubicBezTo>
                      <a:pt x="954" y="2938"/>
                      <a:pt x="1003" y="2938"/>
                      <a:pt x="1055" y="2938"/>
                    </a:cubicBezTo>
                    <a:cubicBezTo>
                      <a:pt x="1055" y="2963"/>
                      <a:pt x="1055" y="2988"/>
                      <a:pt x="1055" y="3013"/>
                    </a:cubicBezTo>
                    <a:cubicBezTo>
                      <a:pt x="1104" y="3013"/>
                      <a:pt x="1154" y="3013"/>
                      <a:pt x="1205" y="3013"/>
                    </a:cubicBezTo>
                    <a:cubicBezTo>
                      <a:pt x="1205" y="3038"/>
                      <a:pt x="1205" y="3063"/>
                      <a:pt x="1205" y="3089"/>
                    </a:cubicBezTo>
                    <a:cubicBezTo>
                      <a:pt x="1230" y="3089"/>
                      <a:pt x="1255" y="3089"/>
                      <a:pt x="1281" y="3089"/>
                    </a:cubicBezTo>
                    <a:cubicBezTo>
                      <a:pt x="1281" y="3114"/>
                      <a:pt x="1281" y="3138"/>
                      <a:pt x="1281" y="3164"/>
                    </a:cubicBezTo>
                    <a:cubicBezTo>
                      <a:pt x="1355" y="3164"/>
                      <a:pt x="1430" y="3164"/>
                      <a:pt x="1507" y="3164"/>
                    </a:cubicBezTo>
                    <a:cubicBezTo>
                      <a:pt x="1507" y="3189"/>
                      <a:pt x="1507" y="3214"/>
                      <a:pt x="1507" y="3239"/>
                    </a:cubicBezTo>
                    <a:cubicBezTo>
                      <a:pt x="1556" y="3239"/>
                      <a:pt x="1606" y="3239"/>
                      <a:pt x="1657" y="3239"/>
                    </a:cubicBezTo>
                    <a:cubicBezTo>
                      <a:pt x="1657" y="3264"/>
                      <a:pt x="1657" y="3289"/>
                      <a:pt x="1657" y="3315"/>
                    </a:cubicBezTo>
                    <a:cubicBezTo>
                      <a:pt x="1707" y="3315"/>
                      <a:pt x="1757" y="3315"/>
                      <a:pt x="1808" y="3315"/>
                    </a:cubicBezTo>
                    <a:cubicBezTo>
                      <a:pt x="1808" y="3340"/>
                      <a:pt x="1808" y="3364"/>
                      <a:pt x="1808" y="3390"/>
                    </a:cubicBezTo>
                    <a:cubicBezTo>
                      <a:pt x="1883" y="3390"/>
                      <a:pt x="1957" y="3390"/>
                      <a:pt x="2034" y="3390"/>
                    </a:cubicBezTo>
                    <a:cubicBezTo>
                      <a:pt x="2034" y="3415"/>
                      <a:pt x="2034" y="3440"/>
                      <a:pt x="2034" y="3465"/>
                    </a:cubicBezTo>
                    <a:cubicBezTo>
                      <a:pt x="2109" y="3465"/>
                      <a:pt x="2183" y="3465"/>
                      <a:pt x="2260" y="3465"/>
                    </a:cubicBezTo>
                    <a:cubicBezTo>
                      <a:pt x="2260" y="3490"/>
                      <a:pt x="2260" y="3515"/>
                      <a:pt x="2260" y="3541"/>
                    </a:cubicBezTo>
                    <a:cubicBezTo>
                      <a:pt x="2359" y="3541"/>
                      <a:pt x="2459" y="3541"/>
                      <a:pt x="2561" y="3541"/>
                    </a:cubicBezTo>
                    <a:cubicBezTo>
                      <a:pt x="2561" y="3566"/>
                      <a:pt x="2561" y="3590"/>
                      <a:pt x="2561" y="3616"/>
                    </a:cubicBezTo>
                    <a:cubicBezTo>
                      <a:pt x="2661" y="3616"/>
                      <a:pt x="2760" y="3616"/>
                      <a:pt x="2863" y="3616"/>
                    </a:cubicBezTo>
                    <a:cubicBezTo>
                      <a:pt x="2863" y="3641"/>
                      <a:pt x="2863" y="3666"/>
                      <a:pt x="2863" y="3691"/>
                    </a:cubicBezTo>
                    <a:cubicBezTo>
                      <a:pt x="2987" y="3691"/>
                      <a:pt x="3111" y="3691"/>
                      <a:pt x="3239" y="3691"/>
                    </a:cubicBezTo>
                    <a:cubicBezTo>
                      <a:pt x="3239" y="3716"/>
                      <a:pt x="3239" y="3741"/>
                      <a:pt x="3239" y="3767"/>
                    </a:cubicBezTo>
                    <a:cubicBezTo>
                      <a:pt x="3364" y="3767"/>
                      <a:pt x="3488" y="3767"/>
                      <a:pt x="3616" y="3767"/>
                    </a:cubicBezTo>
                    <a:cubicBezTo>
                      <a:pt x="3616" y="3792"/>
                      <a:pt x="3616" y="3816"/>
                      <a:pt x="3616" y="3842"/>
                    </a:cubicBezTo>
                    <a:cubicBezTo>
                      <a:pt x="3765" y="3842"/>
                      <a:pt x="3914" y="3842"/>
                      <a:pt x="4068" y="3842"/>
                    </a:cubicBezTo>
                    <a:cubicBezTo>
                      <a:pt x="4068" y="3867"/>
                      <a:pt x="4068" y="3892"/>
                      <a:pt x="4068" y="3917"/>
                    </a:cubicBezTo>
                    <a:cubicBezTo>
                      <a:pt x="4292" y="3917"/>
                      <a:pt x="4516" y="3917"/>
                      <a:pt x="4746" y="3917"/>
                    </a:cubicBezTo>
                    <a:cubicBezTo>
                      <a:pt x="4746" y="3942"/>
                      <a:pt x="4746" y="3967"/>
                      <a:pt x="4746" y="3993"/>
                    </a:cubicBezTo>
                    <a:cubicBezTo>
                      <a:pt x="5094" y="3993"/>
                      <a:pt x="5442" y="3993"/>
                      <a:pt x="5801" y="3993"/>
                    </a:cubicBezTo>
                    <a:cubicBezTo>
                      <a:pt x="5801" y="4018"/>
                      <a:pt x="5801" y="4042"/>
                      <a:pt x="5801" y="4068"/>
                    </a:cubicBezTo>
                    <a:cubicBezTo>
                      <a:pt x="6472" y="4068"/>
                      <a:pt x="7143" y="4068"/>
                      <a:pt x="7835" y="4068"/>
                    </a:cubicBezTo>
                    <a:cubicBezTo>
                      <a:pt x="7835" y="4043"/>
                      <a:pt x="7835" y="4018"/>
                      <a:pt x="7835" y="3993"/>
                    </a:cubicBezTo>
                    <a:cubicBezTo>
                      <a:pt x="8183" y="3993"/>
                      <a:pt x="8531" y="3993"/>
                      <a:pt x="8890" y="3993"/>
                    </a:cubicBezTo>
                    <a:cubicBezTo>
                      <a:pt x="8890" y="3968"/>
                      <a:pt x="8890" y="3943"/>
                      <a:pt x="8890" y="3917"/>
                    </a:cubicBezTo>
                    <a:cubicBezTo>
                      <a:pt x="9088" y="3917"/>
                      <a:pt x="9287" y="3917"/>
                      <a:pt x="9492" y="3917"/>
                    </a:cubicBezTo>
                    <a:cubicBezTo>
                      <a:pt x="9492" y="3893"/>
                      <a:pt x="9492" y="3868"/>
                      <a:pt x="9492" y="3842"/>
                    </a:cubicBezTo>
                    <a:cubicBezTo>
                      <a:pt x="9666" y="3842"/>
                      <a:pt x="9840" y="3842"/>
                      <a:pt x="10020" y="3842"/>
                    </a:cubicBezTo>
                    <a:cubicBezTo>
                      <a:pt x="10020" y="3817"/>
                      <a:pt x="10020" y="3792"/>
                      <a:pt x="10020" y="3767"/>
                    </a:cubicBezTo>
                    <a:cubicBezTo>
                      <a:pt x="10144" y="3767"/>
                      <a:pt x="10268" y="3767"/>
                      <a:pt x="10396" y="3767"/>
                    </a:cubicBezTo>
                    <a:cubicBezTo>
                      <a:pt x="10396" y="3742"/>
                      <a:pt x="10396" y="3717"/>
                      <a:pt x="10396" y="3691"/>
                    </a:cubicBezTo>
                    <a:cubicBezTo>
                      <a:pt x="10496" y="3691"/>
                      <a:pt x="10595" y="3691"/>
                      <a:pt x="10698" y="3691"/>
                    </a:cubicBezTo>
                    <a:cubicBezTo>
                      <a:pt x="10698" y="3667"/>
                      <a:pt x="10698" y="3642"/>
                      <a:pt x="10698" y="3616"/>
                    </a:cubicBezTo>
                    <a:cubicBezTo>
                      <a:pt x="10797" y="3616"/>
                      <a:pt x="10896" y="3616"/>
                      <a:pt x="10999" y="3616"/>
                    </a:cubicBezTo>
                    <a:cubicBezTo>
                      <a:pt x="10999" y="3591"/>
                      <a:pt x="10999" y="3566"/>
                      <a:pt x="10999" y="3541"/>
                    </a:cubicBezTo>
                    <a:cubicBezTo>
                      <a:pt x="11098" y="3541"/>
                      <a:pt x="11198" y="3541"/>
                      <a:pt x="11300" y="3541"/>
                    </a:cubicBezTo>
                    <a:cubicBezTo>
                      <a:pt x="11300" y="3516"/>
                      <a:pt x="11300" y="3491"/>
                      <a:pt x="11300" y="3465"/>
                    </a:cubicBezTo>
                    <a:cubicBezTo>
                      <a:pt x="11375" y="3465"/>
                      <a:pt x="11449" y="3465"/>
                      <a:pt x="11526" y="3465"/>
                    </a:cubicBezTo>
                    <a:cubicBezTo>
                      <a:pt x="11526" y="3441"/>
                      <a:pt x="11526" y="3416"/>
                      <a:pt x="11526" y="3390"/>
                    </a:cubicBezTo>
                    <a:cubicBezTo>
                      <a:pt x="11601" y="3390"/>
                      <a:pt x="11675" y="3390"/>
                      <a:pt x="11752" y="3390"/>
                    </a:cubicBezTo>
                    <a:cubicBezTo>
                      <a:pt x="11752" y="3365"/>
                      <a:pt x="11752" y="3340"/>
                      <a:pt x="11752" y="3315"/>
                    </a:cubicBezTo>
                    <a:cubicBezTo>
                      <a:pt x="11827" y="3315"/>
                      <a:pt x="11901" y="3315"/>
                      <a:pt x="11978" y="3315"/>
                    </a:cubicBezTo>
                    <a:cubicBezTo>
                      <a:pt x="11978" y="3290"/>
                      <a:pt x="11978" y="3265"/>
                      <a:pt x="11978" y="3239"/>
                    </a:cubicBezTo>
                    <a:cubicBezTo>
                      <a:pt x="12028" y="3239"/>
                      <a:pt x="12078" y="3239"/>
                      <a:pt x="12129" y="3239"/>
                    </a:cubicBezTo>
                    <a:cubicBezTo>
                      <a:pt x="12129" y="3215"/>
                      <a:pt x="12129" y="3190"/>
                      <a:pt x="12129" y="3164"/>
                    </a:cubicBezTo>
                    <a:cubicBezTo>
                      <a:pt x="12179" y="3164"/>
                      <a:pt x="12228" y="3164"/>
                      <a:pt x="12280" y="3164"/>
                    </a:cubicBezTo>
                    <a:cubicBezTo>
                      <a:pt x="12280" y="3139"/>
                      <a:pt x="12280" y="3114"/>
                      <a:pt x="12280" y="3089"/>
                    </a:cubicBezTo>
                    <a:cubicBezTo>
                      <a:pt x="12329" y="3089"/>
                      <a:pt x="12379" y="3089"/>
                      <a:pt x="12430" y="3089"/>
                    </a:cubicBezTo>
                    <a:cubicBezTo>
                      <a:pt x="12430" y="3064"/>
                      <a:pt x="12430" y="3039"/>
                      <a:pt x="12430" y="3013"/>
                    </a:cubicBezTo>
                    <a:cubicBezTo>
                      <a:pt x="12480" y="3013"/>
                      <a:pt x="12530" y="3013"/>
                      <a:pt x="12581" y="3013"/>
                    </a:cubicBezTo>
                    <a:cubicBezTo>
                      <a:pt x="12581" y="2989"/>
                      <a:pt x="12581" y="2964"/>
                      <a:pt x="12581" y="2938"/>
                    </a:cubicBezTo>
                    <a:cubicBezTo>
                      <a:pt x="12606" y="2938"/>
                      <a:pt x="12631" y="2938"/>
                      <a:pt x="12656" y="2938"/>
                    </a:cubicBezTo>
                    <a:cubicBezTo>
                      <a:pt x="12656" y="2913"/>
                      <a:pt x="12656" y="2888"/>
                      <a:pt x="12656" y="2863"/>
                    </a:cubicBezTo>
                    <a:cubicBezTo>
                      <a:pt x="12681" y="2863"/>
                      <a:pt x="12706" y="2863"/>
                      <a:pt x="12732" y="2863"/>
                    </a:cubicBezTo>
                    <a:cubicBezTo>
                      <a:pt x="12732" y="2838"/>
                      <a:pt x="12732" y="2813"/>
                      <a:pt x="12732" y="2787"/>
                    </a:cubicBezTo>
                    <a:cubicBezTo>
                      <a:pt x="12781" y="2787"/>
                      <a:pt x="12831" y="2787"/>
                      <a:pt x="12882" y="2787"/>
                    </a:cubicBezTo>
                    <a:cubicBezTo>
                      <a:pt x="12882" y="2763"/>
                      <a:pt x="12882" y="2738"/>
                      <a:pt x="12882" y="2712"/>
                    </a:cubicBezTo>
                    <a:cubicBezTo>
                      <a:pt x="12907" y="2712"/>
                      <a:pt x="12932" y="2712"/>
                      <a:pt x="12958" y="2712"/>
                    </a:cubicBezTo>
                    <a:cubicBezTo>
                      <a:pt x="12958" y="2687"/>
                      <a:pt x="12958" y="2662"/>
                      <a:pt x="12958" y="2637"/>
                    </a:cubicBezTo>
                    <a:cubicBezTo>
                      <a:pt x="12982" y="2637"/>
                      <a:pt x="13007" y="2637"/>
                      <a:pt x="13033" y="2637"/>
                    </a:cubicBezTo>
                    <a:cubicBezTo>
                      <a:pt x="13033" y="2587"/>
                      <a:pt x="13033" y="2537"/>
                      <a:pt x="13033" y="2486"/>
                    </a:cubicBezTo>
                    <a:cubicBezTo>
                      <a:pt x="13058" y="2486"/>
                      <a:pt x="13083" y="2486"/>
                      <a:pt x="13108" y="2486"/>
                    </a:cubicBezTo>
                    <a:cubicBezTo>
                      <a:pt x="13108" y="2337"/>
                      <a:pt x="13108" y="2188"/>
                      <a:pt x="13108" y="2034"/>
                    </a:cubicBezTo>
                    <a:cubicBezTo>
                      <a:pt x="13083" y="2034"/>
                      <a:pt x="13059" y="2034"/>
                      <a:pt x="13033" y="2034"/>
                    </a:cubicBezTo>
                    <a:cubicBezTo>
                      <a:pt x="13033" y="2009"/>
                      <a:pt x="13033" y="1984"/>
                      <a:pt x="13033" y="1959"/>
                    </a:cubicBezTo>
                    <a:cubicBezTo>
                      <a:pt x="13008" y="1959"/>
                      <a:pt x="12983" y="1959"/>
                      <a:pt x="12958" y="1959"/>
                    </a:cubicBezTo>
                    <a:cubicBezTo>
                      <a:pt x="12958" y="1934"/>
                      <a:pt x="12958" y="1909"/>
                      <a:pt x="12958" y="1883"/>
                    </a:cubicBezTo>
                    <a:cubicBezTo>
                      <a:pt x="12933" y="1883"/>
                      <a:pt x="12908" y="1883"/>
                      <a:pt x="12882" y="1883"/>
                    </a:cubicBezTo>
                    <a:cubicBezTo>
                      <a:pt x="12882" y="1859"/>
                      <a:pt x="12882" y="1834"/>
                      <a:pt x="12882" y="1808"/>
                    </a:cubicBezTo>
                    <a:cubicBezTo>
                      <a:pt x="12857" y="1808"/>
                      <a:pt x="12833" y="1808"/>
                      <a:pt x="12807" y="1808"/>
                    </a:cubicBezTo>
                    <a:cubicBezTo>
                      <a:pt x="12807" y="1783"/>
                      <a:pt x="12807" y="1758"/>
                      <a:pt x="12807" y="1733"/>
                    </a:cubicBezTo>
                    <a:cubicBezTo>
                      <a:pt x="12782" y="1733"/>
                      <a:pt x="12757" y="1733"/>
                      <a:pt x="12732" y="1733"/>
                    </a:cubicBezTo>
                    <a:cubicBezTo>
                      <a:pt x="12732" y="1708"/>
                      <a:pt x="12732" y="1683"/>
                      <a:pt x="12732" y="1657"/>
                    </a:cubicBezTo>
                    <a:cubicBezTo>
                      <a:pt x="12707" y="1657"/>
                      <a:pt x="12682" y="1657"/>
                      <a:pt x="12656" y="1657"/>
                    </a:cubicBezTo>
                    <a:cubicBezTo>
                      <a:pt x="12656" y="1633"/>
                      <a:pt x="12656" y="1608"/>
                      <a:pt x="12656" y="1582"/>
                    </a:cubicBezTo>
                    <a:cubicBezTo>
                      <a:pt x="12631" y="1582"/>
                      <a:pt x="12607" y="1582"/>
                      <a:pt x="12581" y="1582"/>
                    </a:cubicBezTo>
                    <a:cubicBezTo>
                      <a:pt x="12581" y="1557"/>
                      <a:pt x="12581" y="1532"/>
                      <a:pt x="12581" y="1507"/>
                    </a:cubicBezTo>
                    <a:cubicBezTo>
                      <a:pt x="12531" y="1507"/>
                      <a:pt x="12481" y="1507"/>
                      <a:pt x="12430" y="1507"/>
                    </a:cubicBezTo>
                    <a:cubicBezTo>
                      <a:pt x="12430" y="1482"/>
                      <a:pt x="12430" y="1457"/>
                      <a:pt x="12430" y="1431"/>
                    </a:cubicBezTo>
                    <a:cubicBezTo>
                      <a:pt x="12381" y="1431"/>
                      <a:pt x="12331" y="1431"/>
                      <a:pt x="12280" y="1431"/>
                    </a:cubicBezTo>
                    <a:cubicBezTo>
                      <a:pt x="12280" y="1407"/>
                      <a:pt x="12280" y="1382"/>
                      <a:pt x="12280" y="1356"/>
                    </a:cubicBezTo>
                    <a:cubicBezTo>
                      <a:pt x="12230" y="1356"/>
                      <a:pt x="12180" y="1356"/>
                      <a:pt x="12129" y="1356"/>
                    </a:cubicBezTo>
                    <a:cubicBezTo>
                      <a:pt x="12129" y="1331"/>
                      <a:pt x="12129" y="1306"/>
                      <a:pt x="12129" y="1281"/>
                    </a:cubicBezTo>
                    <a:cubicBezTo>
                      <a:pt x="12079" y="1281"/>
                      <a:pt x="12029" y="1281"/>
                      <a:pt x="11978" y="1281"/>
                    </a:cubicBezTo>
                    <a:cubicBezTo>
                      <a:pt x="11978" y="1256"/>
                      <a:pt x="11978" y="1231"/>
                      <a:pt x="11978" y="1205"/>
                    </a:cubicBezTo>
                    <a:cubicBezTo>
                      <a:pt x="11904" y="1205"/>
                      <a:pt x="11829" y="1205"/>
                      <a:pt x="11752" y="1205"/>
                    </a:cubicBezTo>
                    <a:cubicBezTo>
                      <a:pt x="11752" y="1180"/>
                      <a:pt x="11752" y="1156"/>
                      <a:pt x="11752" y="1130"/>
                    </a:cubicBezTo>
                    <a:cubicBezTo>
                      <a:pt x="11703" y="1130"/>
                      <a:pt x="11653" y="1130"/>
                      <a:pt x="11602" y="1130"/>
                    </a:cubicBezTo>
                    <a:cubicBezTo>
                      <a:pt x="11602" y="1105"/>
                      <a:pt x="11602" y="1080"/>
                      <a:pt x="11602" y="1055"/>
                    </a:cubicBezTo>
                    <a:cubicBezTo>
                      <a:pt x="11527" y="1055"/>
                      <a:pt x="11452" y="1055"/>
                      <a:pt x="11376" y="1055"/>
                    </a:cubicBezTo>
                    <a:cubicBezTo>
                      <a:pt x="11376" y="1030"/>
                      <a:pt x="11376" y="1005"/>
                      <a:pt x="11376" y="979"/>
                    </a:cubicBezTo>
                    <a:cubicBezTo>
                      <a:pt x="11276" y="979"/>
                      <a:pt x="11177" y="979"/>
                      <a:pt x="11074" y="979"/>
                    </a:cubicBezTo>
                    <a:cubicBezTo>
                      <a:pt x="11074" y="954"/>
                      <a:pt x="11074" y="930"/>
                      <a:pt x="11074" y="904"/>
                    </a:cubicBezTo>
                    <a:cubicBezTo>
                      <a:pt x="10975" y="904"/>
                      <a:pt x="10875" y="904"/>
                      <a:pt x="10773" y="904"/>
                    </a:cubicBezTo>
                    <a:cubicBezTo>
                      <a:pt x="10773" y="879"/>
                      <a:pt x="10773" y="854"/>
                      <a:pt x="10773" y="829"/>
                    </a:cubicBezTo>
                    <a:cubicBezTo>
                      <a:pt x="10673" y="829"/>
                      <a:pt x="10574" y="829"/>
                      <a:pt x="10472" y="829"/>
                    </a:cubicBezTo>
                    <a:cubicBezTo>
                      <a:pt x="10472" y="804"/>
                      <a:pt x="10472" y="779"/>
                      <a:pt x="10472" y="753"/>
                    </a:cubicBezTo>
                    <a:cubicBezTo>
                      <a:pt x="10347" y="753"/>
                      <a:pt x="10223" y="753"/>
                      <a:pt x="10095" y="753"/>
                    </a:cubicBezTo>
                    <a:cubicBezTo>
                      <a:pt x="10095" y="728"/>
                      <a:pt x="10095" y="704"/>
                      <a:pt x="10095" y="678"/>
                    </a:cubicBezTo>
                    <a:cubicBezTo>
                      <a:pt x="9946" y="678"/>
                      <a:pt x="9797" y="678"/>
                      <a:pt x="9643" y="678"/>
                    </a:cubicBezTo>
                    <a:cubicBezTo>
                      <a:pt x="9643" y="653"/>
                      <a:pt x="9643" y="628"/>
                      <a:pt x="9643" y="603"/>
                    </a:cubicBezTo>
                    <a:cubicBezTo>
                      <a:pt x="9469" y="603"/>
                      <a:pt x="9295" y="603"/>
                      <a:pt x="9116" y="603"/>
                    </a:cubicBezTo>
                    <a:cubicBezTo>
                      <a:pt x="9116" y="578"/>
                      <a:pt x="9116" y="553"/>
                      <a:pt x="9116" y="527"/>
                    </a:cubicBezTo>
                    <a:cubicBezTo>
                      <a:pt x="8867" y="527"/>
                      <a:pt x="8618" y="527"/>
                      <a:pt x="8362" y="527"/>
                    </a:cubicBezTo>
                    <a:cubicBezTo>
                      <a:pt x="8362" y="502"/>
                      <a:pt x="8362" y="478"/>
                      <a:pt x="8362" y="452"/>
                    </a:cubicBezTo>
                    <a:cubicBezTo>
                      <a:pt x="7293" y="452"/>
                      <a:pt x="6224" y="452"/>
                      <a:pt x="5123" y="452"/>
                    </a:cubicBezTo>
                    <a:close/>
                    <a:moveTo>
                      <a:pt x="377" y="3164"/>
                    </a:moveTo>
                    <a:cubicBezTo>
                      <a:pt x="377" y="4109"/>
                      <a:pt x="377" y="5053"/>
                      <a:pt x="377" y="6027"/>
                    </a:cubicBezTo>
                    <a:cubicBezTo>
                      <a:pt x="402" y="6027"/>
                      <a:pt x="426" y="6027"/>
                      <a:pt x="452" y="6027"/>
                    </a:cubicBezTo>
                    <a:cubicBezTo>
                      <a:pt x="452" y="6077"/>
                      <a:pt x="452" y="6126"/>
                      <a:pt x="452" y="6177"/>
                    </a:cubicBezTo>
                    <a:cubicBezTo>
                      <a:pt x="477" y="6177"/>
                      <a:pt x="502" y="6177"/>
                      <a:pt x="527" y="6177"/>
                    </a:cubicBezTo>
                    <a:cubicBezTo>
                      <a:pt x="527" y="6227"/>
                      <a:pt x="527" y="6277"/>
                      <a:pt x="527" y="6328"/>
                    </a:cubicBezTo>
                    <a:cubicBezTo>
                      <a:pt x="552" y="6328"/>
                      <a:pt x="577" y="6328"/>
                      <a:pt x="603" y="6328"/>
                    </a:cubicBezTo>
                    <a:cubicBezTo>
                      <a:pt x="603" y="6353"/>
                      <a:pt x="603" y="6378"/>
                      <a:pt x="603" y="6403"/>
                    </a:cubicBezTo>
                    <a:cubicBezTo>
                      <a:pt x="628" y="6403"/>
                      <a:pt x="652" y="6403"/>
                      <a:pt x="678" y="6403"/>
                    </a:cubicBezTo>
                    <a:cubicBezTo>
                      <a:pt x="678" y="6428"/>
                      <a:pt x="678" y="6453"/>
                      <a:pt x="678" y="6479"/>
                    </a:cubicBezTo>
                    <a:cubicBezTo>
                      <a:pt x="703" y="6479"/>
                      <a:pt x="728" y="6479"/>
                      <a:pt x="753" y="6479"/>
                    </a:cubicBezTo>
                    <a:cubicBezTo>
                      <a:pt x="753" y="6504"/>
                      <a:pt x="753" y="6529"/>
                      <a:pt x="753" y="6554"/>
                    </a:cubicBezTo>
                    <a:cubicBezTo>
                      <a:pt x="778" y="6554"/>
                      <a:pt x="803" y="6554"/>
                      <a:pt x="829" y="6554"/>
                    </a:cubicBezTo>
                    <a:cubicBezTo>
                      <a:pt x="829" y="6579"/>
                      <a:pt x="829" y="6604"/>
                      <a:pt x="829" y="6629"/>
                    </a:cubicBezTo>
                    <a:cubicBezTo>
                      <a:pt x="854" y="6629"/>
                      <a:pt x="878" y="6629"/>
                      <a:pt x="904" y="6629"/>
                    </a:cubicBezTo>
                    <a:cubicBezTo>
                      <a:pt x="904" y="6654"/>
                      <a:pt x="904" y="6679"/>
                      <a:pt x="904" y="6705"/>
                    </a:cubicBezTo>
                    <a:cubicBezTo>
                      <a:pt x="954" y="6705"/>
                      <a:pt x="1003" y="6705"/>
                      <a:pt x="1055" y="6705"/>
                    </a:cubicBezTo>
                    <a:cubicBezTo>
                      <a:pt x="1055" y="6730"/>
                      <a:pt x="1055" y="6755"/>
                      <a:pt x="1055" y="6780"/>
                    </a:cubicBezTo>
                    <a:cubicBezTo>
                      <a:pt x="1080" y="6780"/>
                      <a:pt x="1104" y="6780"/>
                      <a:pt x="1130" y="6780"/>
                    </a:cubicBezTo>
                    <a:cubicBezTo>
                      <a:pt x="1130" y="6805"/>
                      <a:pt x="1130" y="6830"/>
                      <a:pt x="1130" y="6855"/>
                    </a:cubicBezTo>
                    <a:cubicBezTo>
                      <a:pt x="1180" y="6855"/>
                      <a:pt x="1229" y="6855"/>
                      <a:pt x="1281" y="6855"/>
                    </a:cubicBezTo>
                    <a:cubicBezTo>
                      <a:pt x="1281" y="6880"/>
                      <a:pt x="1281" y="6905"/>
                      <a:pt x="1281" y="6931"/>
                    </a:cubicBezTo>
                    <a:cubicBezTo>
                      <a:pt x="1330" y="6931"/>
                      <a:pt x="1380" y="6931"/>
                      <a:pt x="1431" y="6931"/>
                    </a:cubicBezTo>
                    <a:cubicBezTo>
                      <a:pt x="1431" y="6956"/>
                      <a:pt x="1431" y="6981"/>
                      <a:pt x="1431" y="7006"/>
                    </a:cubicBezTo>
                    <a:cubicBezTo>
                      <a:pt x="1481" y="7006"/>
                      <a:pt x="1531" y="7006"/>
                      <a:pt x="1582" y="7006"/>
                    </a:cubicBezTo>
                    <a:cubicBezTo>
                      <a:pt x="1582" y="7031"/>
                      <a:pt x="1582" y="7056"/>
                      <a:pt x="1582" y="7081"/>
                    </a:cubicBezTo>
                    <a:cubicBezTo>
                      <a:pt x="1657" y="7081"/>
                      <a:pt x="1731" y="7081"/>
                      <a:pt x="1808" y="7081"/>
                    </a:cubicBezTo>
                    <a:cubicBezTo>
                      <a:pt x="1808" y="7106"/>
                      <a:pt x="1808" y="7131"/>
                      <a:pt x="1808" y="7157"/>
                    </a:cubicBezTo>
                    <a:cubicBezTo>
                      <a:pt x="1858" y="7157"/>
                      <a:pt x="1907" y="7157"/>
                      <a:pt x="1959" y="7157"/>
                    </a:cubicBezTo>
                    <a:cubicBezTo>
                      <a:pt x="1959" y="7182"/>
                      <a:pt x="1959" y="7207"/>
                      <a:pt x="1959" y="7232"/>
                    </a:cubicBezTo>
                    <a:cubicBezTo>
                      <a:pt x="2033" y="7232"/>
                      <a:pt x="2108" y="7232"/>
                      <a:pt x="2185" y="7232"/>
                    </a:cubicBezTo>
                    <a:cubicBezTo>
                      <a:pt x="2185" y="7257"/>
                      <a:pt x="2185" y="7282"/>
                      <a:pt x="2185" y="7307"/>
                    </a:cubicBezTo>
                    <a:cubicBezTo>
                      <a:pt x="2259" y="7307"/>
                      <a:pt x="2334" y="7307"/>
                      <a:pt x="2411" y="7307"/>
                    </a:cubicBezTo>
                    <a:cubicBezTo>
                      <a:pt x="2411" y="7332"/>
                      <a:pt x="2411" y="7357"/>
                      <a:pt x="2411" y="7383"/>
                    </a:cubicBezTo>
                    <a:cubicBezTo>
                      <a:pt x="2510" y="7383"/>
                      <a:pt x="2610" y="7383"/>
                      <a:pt x="2712" y="7383"/>
                    </a:cubicBezTo>
                    <a:cubicBezTo>
                      <a:pt x="2712" y="7408"/>
                      <a:pt x="2712" y="7433"/>
                      <a:pt x="2712" y="7458"/>
                    </a:cubicBezTo>
                    <a:cubicBezTo>
                      <a:pt x="2811" y="7458"/>
                      <a:pt x="2911" y="7458"/>
                      <a:pt x="3013" y="7458"/>
                    </a:cubicBezTo>
                    <a:cubicBezTo>
                      <a:pt x="3013" y="7483"/>
                      <a:pt x="3013" y="7508"/>
                      <a:pt x="3013" y="7533"/>
                    </a:cubicBezTo>
                    <a:cubicBezTo>
                      <a:pt x="3138" y="7533"/>
                      <a:pt x="3262" y="7533"/>
                      <a:pt x="3390" y="7533"/>
                    </a:cubicBezTo>
                    <a:cubicBezTo>
                      <a:pt x="3390" y="7558"/>
                      <a:pt x="3390" y="7583"/>
                      <a:pt x="3390" y="7609"/>
                    </a:cubicBezTo>
                    <a:cubicBezTo>
                      <a:pt x="3514" y="7609"/>
                      <a:pt x="3639" y="7609"/>
                      <a:pt x="3767" y="7609"/>
                    </a:cubicBezTo>
                    <a:cubicBezTo>
                      <a:pt x="3767" y="7634"/>
                      <a:pt x="3767" y="7659"/>
                      <a:pt x="3767" y="7684"/>
                    </a:cubicBezTo>
                    <a:cubicBezTo>
                      <a:pt x="3941" y="7684"/>
                      <a:pt x="4115" y="7684"/>
                      <a:pt x="4294" y="7684"/>
                    </a:cubicBezTo>
                    <a:cubicBezTo>
                      <a:pt x="4294" y="7709"/>
                      <a:pt x="4294" y="7734"/>
                      <a:pt x="4294" y="7759"/>
                    </a:cubicBezTo>
                    <a:cubicBezTo>
                      <a:pt x="4518" y="7759"/>
                      <a:pt x="4742" y="7759"/>
                      <a:pt x="4972" y="7759"/>
                    </a:cubicBezTo>
                    <a:cubicBezTo>
                      <a:pt x="4972" y="7784"/>
                      <a:pt x="4972" y="7809"/>
                      <a:pt x="4972" y="7835"/>
                    </a:cubicBezTo>
                    <a:cubicBezTo>
                      <a:pt x="5395" y="7835"/>
                      <a:pt x="5817" y="7835"/>
                      <a:pt x="6253" y="7835"/>
                    </a:cubicBezTo>
                    <a:cubicBezTo>
                      <a:pt x="6253" y="7860"/>
                      <a:pt x="6253" y="7885"/>
                      <a:pt x="6253" y="7910"/>
                    </a:cubicBezTo>
                    <a:cubicBezTo>
                      <a:pt x="6601" y="7910"/>
                      <a:pt x="6949" y="7910"/>
                      <a:pt x="7307" y="7910"/>
                    </a:cubicBezTo>
                    <a:cubicBezTo>
                      <a:pt x="7307" y="7885"/>
                      <a:pt x="7307" y="7860"/>
                      <a:pt x="7307" y="7835"/>
                    </a:cubicBezTo>
                    <a:cubicBezTo>
                      <a:pt x="7755" y="7835"/>
                      <a:pt x="8202" y="7835"/>
                      <a:pt x="8664" y="7835"/>
                    </a:cubicBezTo>
                    <a:cubicBezTo>
                      <a:pt x="8664" y="7810"/>
                      <a:pt x="8664" y="7785"/>
                      <a:pt x="8664" y="7759"/>
                    </a:cubicBezTo>
                    <a:cubicBezTo>
                      <a:pt x="8862" y="7759"/>
                      <a:pt x="9061" y="7759"/>
                      <a:pt x="9266" y="7759"/>
                    </a:cubicBezTo>
                    <a:cubicBezTo>
                      <a:pt x="9266" y="7735"/>
                      <a:pt x="9266" y="7710"/>
                      <a:pt x="9266" y="7684"/>
                    </a:cubicBezTo>
                    <a:cubicBezTo>
                      <a:pt x="9440" y="7684"/>
                      <a:pt x="9614" y="7684"/>
                      <a:pt x="9794" y="7684"/>
                    </a:cubicBezTo>
                    <a:cubicBezTo>
                      <a:pt x="9794" y="7659"/>
                      <a:pt x="9794" y="7634"/>
                      <a:pt x="9794" y="7609"/>
                    </a:cubicBezTo>
                    <a:cubicBezTo>
                      <a:pt x="9918" y="7609"/>
                      <a:pt x="10042" y="7609"/>
                      <a:pt x="10170" y="7609"/>
                    </a:cubicBezTo>
                    <a:cubicBezTo>
                      <a:pt x="10170" y="7584"/>
                      <a:pt x="10170" y="7559"/>
                      <a:pt x="10170" y="7533"/>
                    </a:cubicBezTo>
                    <a:cubicBezTo>
                      <a:pt x="10295" y="7533"/>
                      <a:pt x="10419" y="7533"/>
                      <a:pt x="10547" y="7533"/>
                    </a:cubicBezTo>
                    <a:cubicBezTo>
                      <a:pt x="10547" y="7509"/>
                      <a:pt x="10547" y="7484"/>
                      <a:pt x="10547" y="7458"/>
                    </a:cubicBezTo>
                    <a:cubicBezTo>
                      <a:pt x="10646" y="7458"/>
                      <a:pt x="10746" y="7458"/>
                      <a:pt x="10848" y="7458"/>
                    </a:cubicBezTo>
                    <a:cubicBezTo>
                      <a:pt x="10848" y="7433"/>
                      <a:pt x="10848" y="7408"/>
                      <a:pt x="10848" y="7383"/>
                    </a:cubicBezTo>
                    <a:cubicBezTo>
                      <a:pt x="10923" y="7383"/>
                      <a:pt x="10997" y="7383"/>
                      <a:pt x="11074" y="7383"/>
                    </a:cubicBezTo>
                    <a:cubicBezTo>
                      <a:pt x="11074" y="7358"/>
                      <a:pt x="11074" y="7333"/>
                      <a:pt x="11074" y="7307"/>
                    </a:cubicBezTo>
                    <a:cubicBezTo>
                      <a:pt x="11174" y="7307"/>
                      <a:pt x="11273" y="7307"/>
                      <a:pt x="11376" y="7307"/>
                    </a:cubicBezTo>
                    <a:cubicBezTo>
                      <a:pt x="11376" y="7283"/>
                      <a:pt x="11376" y="7258"/>
                      <a:pt x="11376" y="7232"/>
                    </a:cubicBezTo>
                    <a:cubicBezTo>
                      <a:pt x="11425" y="7232"/>
                      <a:pt x="11475" y="7232"/>
                      <a:pt x="11526" y="7232"/>
                    </a:cubicBezTo>
                    <a:cubicBezTo>
                      <a:pt x="11526" y="7207"/>
                      <a:pt x="11526" y="7182"/>
                      <a:pt x="11526" y="7157"/>
                    </a:cubicBezTo>
                    <a:cubicBezTo>
                      <a:pt x="11601" y="7157"/>
                      <a:pt x="11675" y="7157"/>
                      <a:pt x="11752" y="7157"/>
                    </a:cubicBezTo>
                    <a:cubicBezTo>
                      <a:pt x="11752" y="7132"/>
                      <a:pt x="11752" y="7107"/>
                      <a:pt x="11752" y="7081"/>
                    </a:cubicBezTo>
                    <a:cubicBezTo>
                      <a:pt x="11802" y="7081"/>
                      <a:pt x="11852" y="7081"/>
                      <a:pt x="11903" y="7081"/>
                    </a:cubicBezTo>
                    <a:cubicBezTo>
                      <a:pt x="11903" y="7057"/>
                      <a:pt x="11903" y="7032"/>
                      <a:pt x="11903" y="7006"/>
                    </a:cubicBezTo>
                    <a:cubicBezTo>
                      <a:pt x="11977" y="7006"/>
                      <a:pt x="12052" y="7006"/>
                      <a:pt x="12129" y="7006"/>
                    </a:cubicBezTo>
                    <a:cubicBezTo>
                      <a:pt x="12129" y="6981"/>
                      <a:pt x="12129" y="6956"/>
                      <a:pt x="12129" y="6931"/>
                    </a:cubicBezTo>
                    <a:cubicBezTo>
                      <a:pt x="12179" y="6931"/>
                      <a:pt x="12228" y="6931"/>
                      <a:pt x="12280" y="6931"/>
                    </a:cubicBezTo>
                    <a:cubicBezTo>
                      <a:pt x="12280" y="6906"/>
                      <a:pt x="12280" y="6881"/>
                      <a:pt x="12280" y="6855"/>
                    </a:cubicBezTo>
                    <a:cubicBezTo>
                      <a:pt x="12304" y="6855"/>
                      <a:pt x="12329" y="6855"/>
                      <a:pt x="12355" y="6855"/>
                    </a:cubicBezTo>
                    <a:cubicBezTo>
                      <a:pt x="12355" y="6831"/>
                      <a:pt x="12355" y="6806"/>
                      <a:pt x="12355" y="6780"/>
                    </a:cubicBezTo>
                    <a:cubicBezTo>
                      <a:pt x="12405" y="6780"/>
                      <a:pt x="12454" y="6780"/>
                      <a:pt x="12506" y="6780"/>
                    </a:cubicBezTo>
                    <a:cubicBezTo>
                      <a:pt x="12506" y="6755"/>
                      <a:pt x="12506" y="6730"/>
                      <a:pt x="12506" y="6705"/>
                    </a:cubicBezTo>
                    <a:cubicBezTo>
                      <a:pt x="12530" y="6705"/>
                      <a:pt x="12555" y="6705"/>
                      <a:pt x="12581" y="6705"/>
                    </a:cubicBezTo>
                    <a:cubicBezTo>
                      <a:pt x="12581" y="6680"/>
                      <a:pt x="12581" y="6655"/>
                      <a:pt x="12581" y="6629"/>
                    </a:cubicBezTo>
                    <a:cubicBezTo>
                      <a:pt x="12631" y="6629"/>
                      <a:pt x="12680" y="6629"/>
                      <a:pt x="12732" y="6629"/>
                    </a:cubicBezTo>
                    <a:cubicBezTo>
                      <a:pt x="12732" y="6605"/>
                      <a:pt x="12732" y="6580"/>
                      <a:pt x="12732" y="6554"/>
                    </a:cubicBezTo>
                    <a:cubicBezTo>
                      <a:pt x="12756" y="6554"/>
                      <a:pt x="12781" y="6554"/>
                      <a:pt x="12807" y="6554"/>
                    </a:cubicBezTo>
                    <a:cubicBezTo>
                      <a:pt x="12807" y="6529"/>
                      <a:pt x="12807" y="6504"/>
                      <a:pt x="12807" y="6479"/>
                    </a:cubicBezTo>
                    <a:cubicBezTo>
                      <a:pt x="12832" y="6479"/>
                      <a:pt x="12857" y="6479"/>
                      <a:pt x="12882" y="6479"/>
                    </a:cubicBezTo>
                    <a:cubicBezTo>
                      <a:pt x="12882" y="6454"/>
                      <a:pt x="12882" y="6429"/>
                      <a:pt x="12882" y="6403"/>
                    </a:cubicBezTo>
                    <a:cubicBezTo>
                      <a:pt x="12907" y="6403"/>
                      <a:pt x="12932" y="6403"/>
                      <a:pt x="12958" y="6403"/>
                    </a:cubicBezTo>
                    <a:cubicBezTo>
                      <a:pt x="12958" y="6354"/>
                      <a:pt x="12958" y="6304"/>
                      <a:pt x="12958" y="6253"/>
                    </a:cubicBezTo>
                    <a:cubicBezTo>
                      <a:pt x="12982" y="6253"/>
                      <a:pt x="13007" y="6253"/>
                      <a:pt x="13033" y="6253"/>
                    </a:cubicBezTo>
                    <a:cubicBezTo>
                      <a:pt x="13033" y="6228"/>
                      <a:pt x="13033" y="6203"/>
                      <a:pt x="13033" y="6177"/>
                    </a:cubicBezTo>
                    <a:cubicBezTo>
                      <a:pt x="13058" y="6177"/>
                      <a:pt x="13083" y="6177"/>
                      <a:pt x="13108" y="6177"/>
                    </a:cubicBezTo>
                    <a:cubicBezTo>
                      <a:pt x="13108" y="5208"/>
                      <a:pt x="13108" y="4238"/>
                      <a:pt x="13108" y="3239"/>
                    </a:cubicBezTo>
                    <a:cubicBezTo>
                      <a:pt x="13083" y="3239"/>
                      <a:pt x="13059" y="3239"/>
                      <a:pt x="13033" y="3239"/>
                    </a:cubicBezTo>
                    <a:cubicBezTo>
                      <a:pt x="13033" y="3215"/>
                      <a:pt x="13033" y="3190"/>
                      <a:pt x="13033" y="3164"/>
                    </a:cubicBezTo>
                    <a:cubicBezTo>
                      <a:pt x="13008" y="3175"/>
                      <a:pt x="12983" y="3186"/>
                      <a:pt x="12958" y="3197"/>
                    </a:cubicBezTo>
                    <a:cubicBezTo>
                      <a:pt x="12944" y="3203"/>
                      <a:pt x="12930" y="3209"/>
                      <a:pt x="12915" y="3216"/>
                    </a:cubicBezTo>
                    <a:cubicBezTo>
                      <a:pt x="12904" y="3223"/>
                      <a:pt x="12893" y="3231"/>
                      <a:pt x="12882" y="3239"/>
                    </a:cubicBezTo>
                    <a:cubicBezTo>
                      <a:pt x="12882" y="3264"/>
                      <a:pt x="12882" y="3289"/>
                      <a:pt x="12882" y="3315"/>
                    </a:cubicBezTo>
                    <a:cubicBezTo>
                      <a:pt x="12833" y="3315"/>
                      <a:pt x="12783" y="3315"/>
                      <a:pt x="12732" y="3315"/>
                    </a:cubicBezTo>
                    <a:cubicBezTo>
                      <a:pt x="12732" y="3340"/>
                      <a:pt x="12732" y="3364"/>
                      <a:pt x="12732" y="3390"/>
                    </a:cubicBezTo>
                    <a:cubicBezTo>
                      <a:pt x="12682" y="3390"/>
                      <a:pt x="12632" y="3390"/>
                      <a:pt x="12581" y="3390"/>
                    </a:cubicBezTo>
                    <a:cubicBezTo>
                      <a:pt x="12581" y="3415"/>
                      <a:pt x="12581" y="3440"/>
                      <a:pt x="12581" y="3465"/>
                    </a:cubicBezTo>
                    <a:cubicBezTo>
                      <a:pt x="12556" y="3465"/>
                      <a:pt x="12531" y="3465"/>
                      <a:pt x="12506" y="3465"/>
                    </a:cubicBezTo>
                    <a:cubicBezTo>
                      <a:pt x="12506" y="3490"/>
                      <a:pt x="12506" y="3515"/>
                      <a:pt x="12506" y="3541"/>
                    </a:cubicBezTo>
                    <a:cubicBezTo>
                      <a:pt x="12431" y="3541"/>
                      <a:pt x="12356" y="3541"/>
                      <a:pt x="12280" y="3541"/>
                    </a:cubicBezTo>
                    <a:cubicBezTo>
                      <a:pt x="12280" y="3566"/>
                      <a:pt x="12280" y="3590"/>
                      <a:pt x="12280" y="3616"/>
                    </a:cubicBezTo>
                    <a:cubicBezTo>
                      <a:pt x="12230" y="3616"/>
                      <a:pt x="12180" y="3616"/>
                      <a:pt x="12129" y="3616"/>
                    </a:cubicBezTo>
                    <a:cubicBezTo>
                      <a:pt x="12129" y="3641"/>
                      <a:pt x="12129" y="3666"/>
                      <a:pt x="12129" y="3691"/>
                    </a:cubicBezTo>
                    <a:cubicBezTo>
                      <a:pt x="12079" y="3691"/>
                      <a:pt x="12029" y="3691"/>
                      <a:pt x="11978" y="3691"/>
                    </a:cubicBezTo>
                    <a:cubicBezTo>
                      <a:pt x="11978" y="3716"/>
                      <a:pt x="11978" y="3741"/>
                      <a:pt x="11978" y="3767"/>
                    </a:cubicBezTo>
                    <a:cubicBezTo>
                      <a:pt x="11904" y="3767"/>
                      <a:pt x="11829" y="3767"/>
                      <a:pt x="11752" y="3767"/>
                    </a:cubicBezTo>
                    <a:cubicBezTo>
                      <a:pt x="11752" y="3792"/>
                      <a:pt x="11752" y="3816"/>
                      <a:pt x="11752" y="3842"/>
                    </a:cubicBezTo>
                    <a:cubicBezTo>
                      <a:pt x="11678" y="3842"/>
                      <a:pt x="11603" y="3842"/>
                      <a:pt x="11526" y="3842"/>
                    </a:cubicBezTo>
                    <a:cubicBezTo>
                      <a:pt x="11526" y="3867"/>
                      <a:pt x="11526" y="3892"/>
                      <a:pt x="11526" y="3917"/>
                    </a:cubicBezTo>
                    <a:cubicBezTo>
                      <a:pt x="11452" y="3917"/>
                      <a:pt x="11377" y="3917"/>
                      <a:pt x="11300" y="3917"/>
                    </a:cubicBezTo>
                    <a:cubicBezTo>
                      <a:pt x="11300" y="3942"/>
                      <a:pt x="11300" y="3967"/>
                      <a:pt x="11300" y="3993"/>
                    </a:cubicBezTo>
                    <a:cubicBezTo>
                      <a:pt x="11201" y="3993"/>
                      <a:pt x="11101" y="3993"/>
                      <a:pt x="10999" y="3993"/>
                    </a:cubicBezTo>
                    <a:cubicBezTo>
                      <a:pt x="10999" y="4018"/>
                      <a:pt x="10999" y="4042"/>
                      <a:pt x="10999" y="4068"/>
                    </a:cubicBezTo>
                    <a:cubicBezTo>
                      <a:pt x="10899" y="4068"/>
                      <a:pt x="10800" y="4068"/>
                      <a:pt x="10698" y="4068"/>
                    </a:cubicBezTo>
                    <a:cubicBezTo>
                      <a:pt x="10698" y="4093"/>
                      <a:pt x="10698" y="4118"/>
                      <a:pt x="10698" y="4143"/>
                    </a:cubicBezTo>
                    <a:cubicBezTo>
                      <a:pt x="10573" y="4143"/>
                      <a:pt x="10449" y="4143"/>
                      <a:pt x="10321" y="4143"/>
                    </a:cubicBezTo>
                    <a:cubicBezTo>
                      <a:pt x="10321" y="4168"/>
                      <a:pt x="10321" y="4193"/>
                      <a:pt x="10321" y="4219"/>
                    </a:cubicBezTo>
                    <a:cubicBezTo>
                      <a:pt x="10197" y="4219"/>
                      <a:pt x="10072" y="4219"/>
                      <a:pt x="9944" y="4219"/>
                    </a:cubicBezTo>
                    <a:cubicBezTo>
                      <a:pt x="9944" y="4244"/>
                      <a:pt x="9944" y="4268"/>
                      <a:pt x="9944" y="4294"/>
                    </a:cubicBezTo>
                    <a:cubicBezTo>
                      <a:pt x="9795" y="4294"/>
                      <a:pt x="9646" y="4294"/>
                      <a:pt x="9492" y="4294"/>
                    </a:cubicBezTo>
                    <a:cubicBezTo>
                      <a:pt x="9492" y="4319"/>
                      <a:pt x="9492" y="4344"/>
                      <a:pt x="9492" y="4369"/>
                    </a:cubicBezTo>
                    <a:cubicBezTo>
                      <a:pt x="9244" y="4369"/>
                      <a:pt x="8995" y="4369"/>
                      <a:pt x="8739" y="4369"/>
                    </a:cubicBezTo>
                    <a:cubicBezTo>
                      <a:pt x="8739" y="4394"/>
                      <a:pt x="8739" y="4419"/>
                      <a:pt x="8739" y="4445"/>
                    </a:cubicBezTo>
                    <a:cubicBezTo>
                      <a:pt x="8366" y="4445"/>
                      <a:pt x="7993" y="4445"/>
                      <a:pt x="7609" y="4445"/>
                    </a:cubicBezTo>
                    <a:cubicBezTo>
                      <a:pt x="7609" y="4470"/>
                      <a:pt x="7609" y="4494"/>
                      <a:pt x="7609" y="4520"/>
                    </a:cubicBezTo>
                    <a:cubicBezTo>
                      <a:pt x="7087" y="4520"/>
                      <a:pt x="6565" y="4520"/>
                      <a:pt x="6027" y="4520"/>
                    </a:cubicBezTo>
                    <a:cubicBezTo>
                      <a:pt x="6027" y="4495"/>
                      <a:pt x="6027" y="4470"/>
                      <a:pt x="6027" y="4445"/>
                    </a:cubicBezTo>
                    <a:cubicBezTo>
                      <a:pt x="5629" y="4445"/>
                      <a:pt x="5231" y="4445"/>
                      <a:pt x="4821" y="4445"/>
                    </a:cubicBezTo>
                    <a:cubicBezTo>
                      <a:pt x="4821" y="4420"/>
                      <a:pt x="4821" y="4395"/>
                      <a:pt x="4821" y="4369"/>
                    </a:cubicBezTo>
                    <a:cubicBezTo>
                      <a:pt x="4598" y="4369"/>
                      <a:pt x="4374" y="4369"/>
                      <a:pt x="4143" y="4369"/>
                    </a:cubicBezTo>
                    <a:cubicBezTo>
                      <a:pt x="4143" y="4345"/>
                      <a:pt x="4143" y="4320"/>
                      <a:pt x="4143" y="4294"/>
                    </a:cubicBezTo>
                    <a:cubicBezTo>
                      <a:pt x="3969" y="4294"/>
                      <a:pt x="3795" y="4294"/>
                      <a:pt x="3616" y="4294"/>
                    </a:cubicBezTo>
                    <a:cubicBezTo>
                      <a:pt x="3616" y="4269"/>
                      <a:pt x="3616" y="4244"/>
                      <a:pt x="3616" y="4219"/>
                    </a:cubicBezTo>
                    <a:cubicBezTo>
                      <a:pt x="3492" y="4219"/>
                      <a:pt x="3367" y="4219"/>
                      <a:pt x="3239" y="4219"/>
                    </a:cubicBezTo>
                    <a:cubicBezTo>
                      <a:pt x="3239" y="4194"/>
                      <a:pt x="3239" y="4169"/>
                      <a:pt x="3239" y="4143"/>
                    </a:cubicBezTo>
                    <a:cubicBezTo>
                      <a:pt x="3115" y="4143"/>
                      <a:pt x="2991" y="4143"/>
                      <a:pt x="2863" y="4143"/>
                    </a:cubicBezTo>
                    <a:cubicBezTo>
                      <a:pt x="2863" y="4119"/>
                      <a:pt x="2863" y="4094"/>
                      <a:pt x="2863" y="4068"/>
                    </a:cubicBezTo>
                    <a:cubicBezTo>
                      <a:pt x="2763" y="4068"/>
                      <a:pt x="2664" y="4068"/>
                      <a:pt x="2561" y="4068"/>
                    </a:cubicBezTo>
                    <a:cubicBezTo>
                      <a:pt x="2561" y="4043"/>
                      <a:pt x="2561" y="4018"/>
                      <a:pt x="2561" y="3993"/>
                    </a:cubicBezTo>
                    <a:cubicBezTo>
                      <a:pt x="2487" y="3993"/>
                      <a:pt x="2412" y="3993"/>
                      <a:pt x="2335" y="3993"/>
                    </a:cubicBezTo>
                    <a:cubicBezTo>
                      <a:pt x="2335" y="3968"/>
                      <a:pt x="2335" y="3943"/>
                      <a:pt x="2335" y="3917"/>
                    </a:cubicBezTo>
                    <a:cubicBezTo>
                      <a:pt x="2236" y="3917"/>
                      <a:pt x="2136" y="3917"/>
                      <a:pt x="2034" y="3917"/>
                    </a:cubicBezTo>
                    <a:cubicBezTo>
                      <a:pt x="2034" y="3893"/>
                      <a:pt x="2034" y="3868"/>
                      <a:pt x="2034" y="3842"/>
                    </a:cubicBezTo>
                    <a:cubicBezTo>
                      <a:pt x="1959" y="3842"/>
                      <a:pt x="1885" y="3842"/>
                      <a:pt x="1808" y="3842"/>
                    </a:cubicBezTo>
                    <a:cubicBezTo>
                      <a:pt x="1808" y="3817"/>
                      <a:pt x="1808" y="3792"/>
                      <a:pt x="1808" y="3767"/>
                    </a:cubicBezTo>
                    <a:cubicBezTo>
                      <a:pt x="1733" y="3767"/>
                      <a:pt x="1659" y="3767"/>
                      <a:pt x="1582" y="3767"/>
                    </a:cubicBezTo>
                    <a:cubicBezTo>
                      <a:pt x="1582" y="3742"/>
                      <a:pt x="1582" y="3717"/>
                      <a:pt x="1582" y="3691"/>
                    </a:cubicBezTo>
                    <a:cubicBezTo>
                      <a:pt x="1532" y="3691"/>
                      <a:pt x="1483" y="3691"/>
                      <a:pt x="1431" y="3691"/>
                    </a:cubicBezTo>
                    <a:cubicBezTo>
                      <a:pt x="1431" y="3667"/>
                      <a:pt x="1431" y="3642"/>
                      <a:pt x="1431" y="3616"/>
                    </a:cubicBezTo>
                    <a:cubicBezTo>
                      <a:pt x="1382" y="3616"/>
                      <a:pt x="1332" y="3616"/>
                      <a:pt x="1281" y="3616"/>
                    </a:cubicBezTo>
                    <a:cubicBezTo>
                      <a:pt x="1281" y="3591"/>
                      <a:pt x="1281" y="3566"/>
                      <a:pt x="1281" y="3541"/>
                    </a:cubicBezTo>
                    <a:cubicBezTo>
                      <a:pt x="1231" y="3541"/>
                      <a:pt x="1181" y="3541"/>
                      <a:pt x="1130" y="3541"/>
                    </a:cubicBezTo>
                    <a:cubicBezTo>
                      <a:pt x="1130" y="3516"/>
                      <a:pt x="1130" y="3491"/>
                      <a:pt x="1130" y="3465"/>
                    </a:cubicBezTo>
                    <a:cubicBezTo>
                      <a:pt x="1080" y="3465"/>
                      <a:pt x="1031" y="3465"/>
                      <a:pt x="979" y="3465"/>
                    </a:cubicBezTo>
                    <a:cubicBezTo>
                      <a:pt x="979" y="3441"/>
                      <a:pt x="979" y="3416"/>
                      <a:pt x="979" y="3390"/>
                    </a:cubicBezTo>
                    <a:cubicBezTo>
                      <a:pt x="930" y="3390"/>
                      <a:pt x="880" y="3390"/>
                      <a:pt x="829" y="3390"/>
                    </a:cubicBezTo>
                    <a:cubicBezTo>
                      <a:pt x="829" y="3365"/>
                      <a:pt x="829" y="3340"/>
                      <a:pt x="829" y="3315"/>
                    </a:cubicBezTo>
                    <a:cubicBezTo>
                      <a:pt x="779" y="3315"/>
                      <a:pt x="729" y="3315"/>
                      <a:pt x="678" y="3315"/>
                    </a:cubicBezTo>
                    <a:cubicBezTo>
                      <a:pt x="678" y="3290"/>
                      <a:pt x="678" y="3265"/>
                      <a:pt x="678" y="3239"/>
                    </a:cubicBezTo>
                    <a:cubicBezTo>
                      <a:pt x="653" y="3239"/>
                      <a:pt x="628" y="3239"/>
                      <a:pt x="603" y="3239"/>
                    </a:cubicBezTo>
                    <a:cubicBezTo>
                      <a:pt x="603" y="3215"/>
                      <a:pt x="603" y="3190"/>
                      <a:pt x="603" y="3164"/>
                    </a:cubicBezTo>
                    <a:cubicBezTo>
                      <a:pt x="528" y="3164"/>
                      <a:pt x="454" y="3164"/>
                      <a:pt x="377" y="3164"/>
                    </a:cubicBezTo>
                    <a:close/>
                    <a:moveTo>
                      <a:pt x="452" y="6855"/>
                    </a:moveTo>
                    <a:cubicBezTo>
                      <a:pt x="452" y="6880"/>
                      <a:pt x="452" y="6905"/>
                      <a:pt x="452" y="6931"/>
                    </a:cubicBezTo>
                    <a:cubicBezTo>
                      <a:pt x="427" y="6931"/>
                      <a:pt x="402" y="6931"/>
                      <a:pt x="377" y="6931"/>
                    </a:cubicBezTo>
                    <a:cubicBezTo>
                      <a:pt x="377" y="7900"/>
                      <a:pt x="377" y="8870"/>
                      <a:pt x="377" y="9869"/>
                    </a:cubicBezTo>
                    <a:cubicBezTo>
                      <a:pt x="402" y="9869"/>
                      <a:pt x="426" y="9869"/>
                      <a:pt x="452" y="9869"/>
                    </a:cubicBezTo>
                    <a:cubicBezTo>
                      <a:pt x="452" y="9943"/>
                      <a:pt x="452" y="10018"/>
                      <a:pt x="452" y="10095"/>
                    </a:cubicBezTo>
                    <a:cubicBezTo>
                      <a:pt x="477" y="10095"/>
                      <a:pt x="502" y="10095"/>
                      <a:pt x="527" y="10095"/>
                    </a:cubicBezTo>
                    <a:cubicBezTo>
                      <a:pt x="527" y="10120"/>
                      <a:pt x="527" y="10145"/>
                      <a:pt x="527" y="10170"/>
                    </a:cubicBezTo>
                    <a:cubicBezTo>
                      <a:pt x="552" y="10170"/>
                      <a:pt x="577" y="10170"/>
                      <a:pt x="603" y="10170"/>
                    </a:cubicBezTo>
                    <a:cubicBezTo>
                      <a:pt x="603" y="10220"/>
                      <a:pt x="603" y="10270"/>
                      <a:pt x="603" y="10321"/>
                    </a:cubicBezTo>
                    <a:cubicBezTo>
                      <a:pt x="628" y="10321"/>
                      <a:pt x="652" y="10321"/>
                      <a:pt x="678" y="10321"/>
                    </a:cubicBezTo>
                    <a:cubicBezTo>
                      <a:pt x="678" y="10346"/>
                      <a:pt x="678" y="10371"/>
                      <a:pt x="678" y="10396"/>
                    </a:cubicBezTo>
                    <a:cubicBezTo>
                      <a:pt x="703" y="10396"/>
                      <a:pt x="728" y="10396"/>
                      <a:pt x="753" y="10396"/>
                    </a:cubicBezTo>
                    <a:cubicBezTo>
                      <a:pt x="753" y="10421"/>
                      <a:pt x="753" y="10446"/>
                      <a:pt x="753" y="10472"/>
                    </a:cubicBezTo>
                    <a:cubicBezTo>
                      <a:pt x="803" y="10472"/>
                      <a:pt x="853" y="10472"/>
                      <a:pt x="904" y="10472"/>
                    </a:cubicBezTo>
                    <a:cubicBezTo>
                      <a:pt x="904" y="10496"/>
                      <a:pt x="904" y="10521"/>
                      <a:pt x="904" y="10547"/>
                    </a:cubicBezTo>
                    <a:cubicBezTo>
                      <a:pt x="929" y="10547"/>
                      <a:pt x="954" y="10547"/>
                      <a:pt x="979" y="10547"/>
                    </a:cubicBezTo>
                    <a:cubicBezTo>
                      <a:pt x="979" y="10572"/>
                      <a:pt x="979" y="10597"/>
                      <a:pt x="979" y="10622"/>
                    </a:cubicBezTo>
                    <a:cubicBezTo>
                      <a:pt x="1029" y="10622"/>
                      <a:pt x="1079" y="10622"/>
                      <a:pt x="1130" y="10622"/>
                    </a:cubicBezTo>
                    <a:cubicBezTo>
                      <a:pt x="1130" y="10647"/>
                      <a:pt x="1130" y="10672"/>
                      <a:pt x="1130" y="10698"/>
                    </a:cubicBezTo>
                    <a:cubicBezTo>
                      <a:pt x="1155" y="10698"/>
                      <a:pt x="1180" y="10698"/>
                      <a:pt x="1205" y="10698"/>
                    </a:cubicBezTo>
                    <a:cubicBezTo>
                      <a:pt x="1205" y="10722"/>
                      <a:pt x="1205" y="10747"/>
                      <a:pt x="1205" y="10773"/>
                    </a:cubicBezTo>
                    <a:cubicBezTo>
                      <a:pt x="1255" y="10773"/>
                      <a:pt x="1305" y="10773"/>
                      <a:pt x="1356" y="10773"/>
                    </a:cubicBezTo>
                    <a:cubicBezTo>
                      <a:pt x="1356" y="10798"/>
                      <a:pt x="1356" y="10823"/>
                      <a:pt x="1356" y="10848"/>
                    </a:cubicBezTo>
                    <a:cubicBezTo>
                      <a:pt x="1406" y="10848"/>
                      <a:pt x="1455" y="10848"/>
                      <a:pt x="1507" y="10848"/>
                    </a:cubicBezTo>
                    <a:cubicBezTo>
                      <a:pt x="1507" y="10873"/>
                      <a:pt x="1507" y="10898"/>
                      <a:pt x="1507" y="10924"/>
                    </a:cubicBezTo>
                    <a:cubicBezTo>
                      <a:pt x="1556" y="10924"/>
                      <a:pt x="1606" y="10924"/>
                      <a:pt x="1657" y="10924"/>
                    </a:cubicBezTo>
                    <a:cubicBezTo>
                      <a:pt x="1657" y="10948"/>
                      <a:pt x="1657" y="10973"/>
                      <a:pt x="1657" y="10999"/>
                    </a:cubicBezTo>
                    <a:cubicBezTo>
                      <a:pt x="1732" y="10999"/>
                      <a:pt x="1807" y="10999"/>
                      <a:pt x="1883" y="10999"/>
                    </a:cubicBezTo>
                    <a:cubicBezTo>
                      <a:pt x="1883" y="11024"/>
                      <a:pt x="1883" y="11049"/>
                      <a:pt x="1883" y="11074"/>
                    </a:cubicBezTo>
                    <a:cubicBezTo>
                      <a:pt x="1958" y="11074"/>
                      <a:pt x="2033" y="11074"/>
                      <a:pt x="2109" y="11074"/>
                    </a:cubicBezTo>
                    <a:cubicBezTo>
                      <a:pt x="2109" y="11099"/>
                      <a:pt x="2109" y="11124"/>
                      <a:pt x="2109" y="11150"/>
                    </a:cubicBezTo>
                    <a:cubicBezTo>
                      <a:pt x="2184" y="11150"/>
                      <a:pt x="2259" y="11150"/>
                      <a:pt x="2335" y="11150"/>
                    </a:cubicBezTo>
                    <a:cubicBezTo>
                      <a:pt x="2335" y="11174"/>
                      <a:pt x="2335" y="11199"/>
                      <a:pt x="2335" y="11225"/>
                    </a:cubicBezTo>
                    <a:cubicBezTo>
                      <a:pt x="2410" y="11225"/>
                      <a:pt x="2485" y="11225"/>
                      <a:pt x="2561" y="11225"/>
                    </a:cubicBezTo>
                    <a:cubicBezTo>
                      <a:pt x="2561" y="11250"/>
                      <a:pt x="2561" y="11275"/>
                      <a:pt x="2561" y="11300"/>
                    </a:cubicBezTo>
                    <a:cubicBezTo>
                      <a:pt x="2661" y="11300"/>
                      <a:pt x="2760" y="11300"/>
                      <a:pt x="2863" y="11300"/>
                    </a:cubicBezTo>
                    <a:cubicBezTo>
                      <a:pt x="2863" y="11325"/>
                      <a:pt x="2863" y="11350"/>
                      <a:pt x="2863" y="11376"/>
                    </a:cubicBezTo>
                    <a:cubicBezTo>
                      <a:pt x="2987" y="11376"/>
                      <a:pt x="3111" y="11376"/>
                      <a:pt x="3239" y="11376"/>
                    </a:cubicBezTo>
                    <a:cubicBezTo>
                      <a:pt x="3239" y="11400"/>
                      <a:pt x="3239" y="11425"/>
                      <a:pt x="3239" y="11451"/>
                    </a:cubicBezTo>
                    <a:cubicBezTo>
                      <a:pt x="3339" y="11451"/>
                      <a:pt x="3438" y="11451"/>
                      <a:pt x="3541" y="11451"/>
                    </a:cubicBezTo>
                    <a:cubicBezTo>
                      <a:pt x="3541" y="11476"/>
                      <a:pt x="3541" y="11501"/>
                      <a:pt x="3541" y="11526"/>
                    </a:cubicBezTo>
                    <a:cubicBezTo>
                      <a:pt x="3690" y="11526"/>
                      <a:pt x="3839" y="11526"/>
                      <a:pt x="3993" y="11526"/>
                    </a:cubicBezTo>
                    <a:cubicBezTo>
                      <a:pt x="3993" y="11551"/>
                      <a:pt x="3993" y="11576"/>
                      <a:pt x="3993" y="11602"/>
                    </a:cubicBezTo>
                    <a:cubicBezTo>
                      <a:pt x="4192" y="11602"/>
                      <a:pt x="4391" y="11602"/>
                      <a:pt x="4595" y="11602"/>
                    </a:cubicBezTo>
                    <a:cubicBezTo>
                      <a:pt x="4595" y="11626"/>
                      <a:pt x="4595" y="11651"/>
                      <a:pt x="4595" y="11677"/>
                    </a:cubicBezTo>
                    <a:cubicBezTo>
                      <a:pt x="4844" y="11677"/>
                      <a:pt x="5093" y="11677"/>
                      <a:pt x="5349" y="11677"/>
                    </a:cubicBezTo>
                    <a:cubicBezTo>
                      <a:pt x="5349" y="11702"/>
                      <a:pt x="5349" y="11727"/>
                      <a:pt x="5349" y="11752"/>
                    </a:cubicBezTo>
                    <a:cubicBezTo>
                      <a:pt x="6293" y="11752"/>
                      <a:pt x="7238" y="11752"/>
                      <a:pt x="8211" y="11752"/>
                    </a:cubicBezTo>
                    <a:cubicBezTo>
                      <a:pt x="8211" y="11727"/>
                      <a:pt x="8211" y="11703"/>
                      <a:pt x="8211" y="11677"/>
                    </a:cubicBezTo>
                    <a:cubicBezTo>
                      <a:pt x="8485" y="11677"/>
                      <a:pt x="8758" y="11677"/>
                      <a:pt x="9040" y="11677"/>
                    </a:cubicBezTo>
                    <a:cubicBezTo>
                      <a:pt x="9040" y="11652"/>
                      <a:pt x="9040" y="11627"/>
                      <a:pt x="9040" y="11602"/>
                    </a:cubicBezTo>
                    <a:cubicBezTo>
                      <a:pt x="9214" y="11602"/>
                      <a:pt x="9388" y="11602"/>
                      <a:pt x="9568" y="11602"/>
                    </a:cubicBezTo>
                    <a:cubicBezTo>
                      <a:pt x="9568" y="11577"/>
                      <a:pt x="9568" y="11552"/>
                      <a:pt x="9568" y="11526"/>
                    </a:cubicBezTo>
                    <a:cubicBezTo>
                      <a:pt x="9717" y="11526"/>
                      <a:pt x="9866" y="11526"/>
                      <a:pt x="10020" y="11526"/>
                    </a:cubicBezTo>
                    <a:cubicBezTo>
                      <a:pt x="10020" y="11501"/>
                      <a:pt x="10020" y="11477"/>
                      <a:pt x="10020" y="11451"/>
                    </a:cubicBezTo>
                    <a:cubicBezTo>
                      <a:pt x="10144" y="11451"/>
                      <a:pt x="10268" y="11451"/>
                      <a:pt x="10396" y="11451"/>
                    </a:cubicBezTo>
                    <a:cubicBezTo>
                      <a:pt x="10396" y="11426"/>
                      <a:pt x="10396" y="11401"/>
                      <a:pt x="10396" y="11376"/>
                    </a:cubicBezTo>
                    <a:cubicBezTo>
                      <a:pt x="10496" y="11376"/>
                      <a:pt x="10595" y="11376"/>
                      <a:pt x="10698" y="11376"/>
                    </a:cubicBezTo>
                    <a:cubicBezTo>
                      <a:pt x="10698" y="11351"/>
                      <a:pt x="10698" y="11326"/>
                      <a:pt x="10698" y="11300"/>
                    </a:cubicBezTo>
                    <a:cubicBezTo>
                      <a:pt x="10797" y="11300"/>
                      <a:pt x="10896" y="11300"/>
                      <a:pt x="10999" y="11300"/>
                    </a:cubicBezTo>
                    <a:cubicBezTo>
                      <a:pt x="10999" y="11275"/>
                      <a:pt x="10999" y="11251"/>
                      <a:pt x="10999" y="11225"/>
                    </a:cubicBezTo>
                    <a:cubicBezTo>
                      <a:pt x="11073" y="11225"/>
                      <a:pt x="11148" y="11225"/>
                      <a:pt x="11225" y="11225"/>
                    </a:cubicBezTo>
                    <a:cubicBezTo>
                      <a:pt x="11225" y="11200"/>
                      <a:pt x="11225" y="11175"/>
                      <a:pt x="11225" y="11150"/>
                    </a:cubicBezTo>
                    <a:cubicBezTo>
                      <a:pt x="11299" y="11150"/>
                      <a:pt x="11374" y="11150"/>
                      <a:pt x="11451" y="11150"/>
                    </a:cubicBezTo>
                    <a:cubicBezTo>
                      <a:pt x="11451" y="11125"/>
                      <a:pt x="11451" y="11100"/>
                      <a:pt x="11451" y="11074"/>
                    </a:cubicBezTo>
                    <a:cubicBezTo>
                      <a:pt x="11525" y="11074"/>
                      <a:pt x="11600" y="11074"/>
                      <a:pt x="11677" y="11074"/>
                    </a:cubicBezTo>
                    <a:cubicBezTo>
                      <a:pt x="11677" y="11049"/>
                      <a:pt x="11677" y="11024"/>
                      <a:pt x="11677" y="10999"/>
                    </a:cubicBezTo>
                    <a:cubicBezTo>
                      <a:pt x="11727" y="10999"/>
                      <a:pt x="11776" y="10999"/>
                      <a:pt x="11828" y="10999"/>
                    </a:cubicBezTo>
                    <a:cubicBezTo>
                      <a:pt x="11828" y="10974"/>
                      <a:pt x="11828" y="10949"/>
                      <a:pt x="11828" y="10924"/>
                    </a:cubicBezTo>
                    <a:cubicBezTo>
                      <a:pt x="11902" y="10924"/>
                      <a:pt x="11977" y="10924"/>
                      <a:pt x="12054" y="10924"/>
                    </a:cubicBezTo>
                    <a:cubicBezTo>
                      <a:pt x="12054" y="10899"/>
                      <a:pt x="12054" y="10874"/>
                      <a:pt x="12054" y="10848"/>
                    </a:cubicBezTo>
                    <a:cubicBezTo>
                      <a:pt x="12103" y="10848"/>
                      <a:pt x="12153" y="10848"/>
                      <a:pt x="12204" y="10848"/>
                    </a:cubicBezTo>
                    <a:cubicBezTo>
                      <a:pt x="12204" y="10823"/>
                      <a:pt x="12204" y="10798"/>
                      <a:pt x="12204" y="10773"/>
                    </a:cubicBezTo>
                    <a:cubicBezTo>
                      <a:pt x="12254" y="10773"/>
                      <a:pt x="12304" y="10773"/>
                      <a:pt x="12355" y="10773"/>
                    </a:cubicBezTo>
                    <a:cubicBezTo>
                      <a:pt x="12355" y="10748"/>
                      <a:pt x="12355" y="10723"/>
                      <a:pt x="12355" y="10698"/>
                    </a:cubicBezTo>
                    <a:cubicBezTo>
                      <a:pt x="12380" y="10698"/>
                      <a:pt x="12405" y="10698"/>
                      <a:pt x="12430" y="10698"/>
                    </a:cubicBezTo>
                    <a:cubicBezTo>
                      <a:pt x="12430" y="10673"/>
                      <a:pt x="12430" y="10648"/>
                      <a:pt x="12430" y="10622"/>
                    </a:cubicBezTo>
                    <a:cubicBezTo>
                      <a:pt x="12480" y="10622"/>
                      <a:pt x="12530" y="10622"/>
                      <a:pt x="12581" y="10622"/>
                    </a:cubicBezTo>
                    <a:cubicBezTo>
                      <a:pt x="12581" y="10597"/>
                      <a:pt x="12581" y="10572"/>
                      <a:pt x="12581" y="10547"/>
                    </a:cubicBezTo>
                    <a:cubicBezTo>
                      <a:pt x="12606" y="10547"/>
                      <a:pt x="12631" y="10547"/>
                      <a:pt x="12656" y="10547"/>
                    </a:cubicBezTo>
                    <a:cubicBezTo>
                      <a:pt x="12656" y="10522"/>
                      <a:pt x="12656" y="10497"/>
                      <a:pt x="12656" y="10472"/>
                    </a:cubicBezTo>
                    <a:cubicBezTo>
                      <a:pt x="12681" y="10472"/>
                      <a:pt x="12706" y="10472"/>
                      <a:pt x="12732" y="10472"/>
                    </a:cubicBezTo>
                    <a:cubicBezTo>
                      <a:pt x="12732" y="10447"/>
                      <a:pt x="12732" y="10422"/>
                      <a:pt x="12732" y="10396"/>
                    </a:cubicBezTo>
                    <a:cubicBezTo>
                      <a:pt x="12756" y="10396"/>
                      <a:pt x="12781" y="10396"/>
                      <a:pt x="12807" y="10396"/>
                    </a:cubicBezTo>
                    <a:cubicBezTo>
                      <a:pt x="12807" y="10371"/>
                      <a:pt x="12807" y="10346"/>
                      <a:pt x="12807" y="10321"/>
                    </a:cubicBezTo>
                    <a:cubicBezTo>
                      <a:pt x="12832" y="10321"/>
                      <a:pt x="12857" y="10321"/>
                      <a:pt x="12882" y="10321"/>
                    </a:cubicBezTo>
                    <a:cubicBezTo>
                      <a:pt x="12882" y="10296"/>
                      <a:pt x="12882" y="10271"/>
                      <a:pt x="12882" y="10246"/>
                    </a:cubicBezTo>
                    <a:cubicBezTo>
                      <a:pt x="12907" y="10246"/>
                      <a:pt x="12932" y="10246"/>
                      <a:pt x="12958" y="10246"/>
                    </a:cubicBezTo>
                    <a:cubicBezTo>
                      <a:pt x="12958" y="10221"/>
                      <a:pt x="12958" y="10196"/>
                      <a:pt x="12958" y="10170"/>
                    </a:cubicBezTo>
                    <a:cubicBezTo>
                      <a:pt x="12982" y="10170"/>
                      <a:pt x="13007" y="10170"/>
                      <a:pt x="13033" y="10170"/>
                    </a:cubicBezTo>
                    <a:cubicBezTo>
                      <a:pt x="13033" y="10120"/>
                      <a:pt x="13033" y="10071"/>
                      <a:pt x="13033" y="10020"/>
                    </a:cubicBezTo>
                    <a:cubicBezTo>
                      <a:pt x="13058" y="10020"/>
                      <a:pt x="13083" y="10020"/>
                      <a:pt x="13108" y="10020"/>
                    </a:cubicBezTo>
                    <a:cubicBezTo>
                      <a:pt x="13108" y="9000"/>
                      <a:pt x="13108" y="7981"/>
                      <a:pt x="13108" y="6931"/>
                    </a:cubicBezTo>
                    <a:cubicBezTo>
                      <a:pt x="13059" y="6931"/>
                      <a:pt x="13009" y="6931"/>
                      <a:pt x="12958" y="6931"/>
                    </a:cubicBezTo>
                    <a:cubicBezTo>
                      <a:pt x="12958" y="6956"/>
                      <a:pt x="12958" y="6981"/>
                      <a:pt x="12958" y="7006"/>
                    </a:cubicBezTo>
                    <a:cubicBezTo>
                      <a:pt x="12908" y="7006"/>
                      <a:pt x="12858" y="7006"/>
                      <a:pt x="12807" y="7006"/>
                    </a:cubicBezTo>
                    <a:cubicBezTo>
                      <a:pt x="12807" y="7031"/>
                      <a:pt x="12807" y="7056"/>
                      <a:pt x="12807" y="7081"/>
                    </a:cubicBezTo>
                    <a:cubicBezTo>
                      <a:pt x="12757" y="7081"/>
                      <a:pt x="12707" y="7081"/>
                      <a:pt x="12656" y="7081"/>
                    </a:cubicBezTo>
                    <a:cubicBezTo>
                      <a:pt x="12656" y="7106"/>
                      <a:pt x="12656" y="7131"/>
                      <a:pt x="12656" y="7157"/>
                    </a:cubicBezTo>
                    <a:cubicBezTo>
                      <a:pt x="12631" y="7157"/>
                      <a:pt x="12607" y="7157"/>
                      <a:pt x="12581" y="7157"/>
                    </a:cubicBezTo>
                    <a:cubicBezTo>
                      <a:pt x="12581" y="7182"/>
                      <a:pt x="12581" y="7207"/>
                      <a:pt x="12581" y="7232"/>
                    </a:cubicBezTo>
                    <a:cubicBezTo>
                      <a:pt x="12531" y="7232"/>
                      <a:pt x="12481" y="7232"/>
                      <a:pt x="12430" y="7232"/>
                    </a:cubicBezTo>
                    <a:cubicBezTo>
                      <a:pt x="12430" y="7257"/>
                      <a:pt x="12430" y="7282"/>
                      <a:pt x="12430" y="7307"/>
                    </a:cubicBezTo>
                    <a:cubicBezTo>
                      <a:pt x="12381" y="7307"/>
                      <a:pt x="12331" y="7307"/>
                      <a:pt x="12280" y="7307"/>
                    </a:cubicBezTo>
                    <a:cubicBezTo>
                      <a:pt x="12280" y="7332"/>
                      <a:pt x="12280" y="7357"/>
                      <a:pt x="12280" y="7383"/>
                    </a:cubicBezTo>
                    <a:cubicBezTo>
                      <a:pt x="12230" y="7383"/>
                      <a:pt x="12180" y="7383"/>
                      <a:pt x="12129" y="7383"/>
                    </a:cubicBezTo>
                    <a:cubicBezTo>
                      <a:pt x="12129" y="7408"/>
                      <a:pt x="12129" y="7433"/>
                      <a:pt x="12129" y="7458"/>
                    </a:cubicBezTo>
                    <a:cubicBezTo>
                      <a:pt x="12079" y="7458"/>
                      <a:pt x="12029" y="7458"/>
                      <a:pt x="11978" y="7458"/>
                    </a:cubicBezTo>
                    <a:cubicBezTo>
                      <a:pt x="11978" y="7483"/>
                      <a:pt x="11978" y="7508"/>
                      <a:pt x="11978" y="7533"/>
                    </a:cubicBezTo>
                    <a:cubicBezTo>
                      <a:pt x="11904" y="7533"/>
                      <a:pt x="11829" y="7533"/>
                      <a:pt x="11752" y="7533"/>
                    </a:cubicBezTo>
                    <a:cubicBezTo>
                      <a:pt x="11752" y="7558"/>
                      <a:pt x="11752" y="7583"/>
                      <a:pt x="11752" y="7609"/>
                    </a:cubicBezTo>
                    <a:cubicBezTo>
                      <a:pt x="11678" y="7609"/>
                      <a:pt x="11603" y="7609"/>
                      <a:pt x="11526" y="7609"/>
                    </a:cubicBezTo>
                    <a:cubicBezTo>
                      <a:pt x="11526" y="7634"/>
                      <a:pt x="11526" y="7659"/>
                      <a:pt x="11526" y="7684"/>
                    </a:cubicBezTo>
                    <a:cubicBezTo>
                      <a:pt x="11452" y="7684"/>
                      <a:pt x="11377" y="7684"/>
                      <a:pt x="11300" y="7684"/>
                    </a:cubicBezTo>
                    <a:cubicBezTo>
                      <a:pt x="11300" y="7709"/>
                      <a:pt x="11300" y="7734"/>
                      <a:pt x="11300" y="7759"/>
                    </a:cubicBezTo>
                    <a:cubicBezTo>
                      <a:pt x="11226" y="7759"/>
                      <a:pt x="11151" y="7759"/>
                      <a:pt x="11074" y="7759"/>
                    </a:cubicBezTo>
                    <a:cubicBezTo>
                      <a:pt x="11074" y="7784"/>
                      <a:pt x="11074" y="7809"/>
                      <a:pt x="11074" y="7835"/>
                    </a:cubicBezTo>
                    <a:cubicBezTo>
                      <a:pt x="10975" y="7835"/>
                      <a:pt x="10875" y="7835"/>
                      <a:pt x="10773" y="7835"/>
                    </a:cubicBezTo>
                    <a:cubicBezTo>
                      <a:pt x="10773" y="7860"/>
                      <a:pt x="10773" y="7885"/>
                      <a:pt x="10773" y="7910"/>
                    </a:cubicBezTo>
                    <a:cubicBezTo>
                      <a:pt x="10673" y="7910"/>
                      <a:pt x="10574" y="7910"/>
                      <a:pt x="10472" y="7910"/>
                    </a:cubicBezTo>
                    <a:cubicBezTo>
                      <a:pt x="10472" y="7935"/>
                      <a:pt x="10472" y="7960"/>
                      <a:pt x="10472" y="7985"/>
                    </a:cubicBezTo>
                    <a:cubicBezTo>
                      <a:pt x="10347" y="7985"/>
                      <a:pt x="10223" y="7985"/>
                      <a:pt x="10095" y="7985"/>
                    </a:cubicBezTo>
                    <a:cubicBezTo>
                      <a:pt x="10095" y="8010"/>
                      <a:pt x="10095" y="8035"/>
                      <a:pt x="10095" y="8061"/>
                    </a:cubicBezTo>
                    <a:cubicBezTo>
                      <a:pt x="9971" y="8061"/>
                      <a:pt x="9846" y="8061"/>
                      <a:pt x="9718" y="8061"/>
                    </a:cubicBezTo>
                    <a:cubicBezTo>
                      <a:pt x="9718" y="8086"/>
                      <a:pt x="9718" y="8111"/>
                      <a:pt x="9718" y="8136"/>
                    </a:cubicBezTo>
                    <a:cubicBezTo>
                      <a:pt x="9544" y="8136"/>
                      <a:pt x="9370" y="8136"/>
                      <a:pt x="9191" y="8136"/>
                    </a:cubicBezTo>
                    <a:cubicBezTo>
                      <a:pt x="9191" y="8161"/>
                      <a:pt x="9191" y="8186"/>
                      <a:pt x="9191" y="8211"/>
                    </a:cubicBezTo>
                    <a:cubicBezTo>
                      <a:pt x="8942" y="8211"/>
                      <a:pt x="8694" y="8211"/>
                      <a:pt x="8438" y="8211"/>
                    </a:cubicBezTo>
                    <a:cubicBezTo>
                      <a:pt x="8438" y="8236"/>
                      <a:pt x="8438" y="8261"/>
                      <a:pt x="8438" y="8287"/>
                    </a:cubicBezTo>
                    <a:cubicBezTo>
                      <a:pt x="7344" y="8287"/>
                      <a:pt x="6250" y="8287"/>
                      <a:pt x="5123" y="8287"/>
                    </a:cubicBezTo>
                    <a:cubicBezTo>
                      <a:pt x="5123" y="8262"/>
                      <a:pt x="5123" y="8237"/>
                      <a:pt x="5123" y="8211"/>
                    </a:cubicBezTo>
                    <a:cubicBezTo>
                      <a:pt x="4874" y="8211"/>
                      <a:pt x="4626" y="8211"/>
                      <a:pt x="4369" y="8211"/>
                    </a:cubicBezTo>
                    <a:cubicBezTo>
                      <a:pt x="4369" y="8187"/>
                      <a:pt x="4369" y="8162"/>
                      <a:pt x="4369" y="8136"/>
                    </a:cubicBezTo>
                    <a:cubicBezTo>
                      <a:pt x="4195" y="8136"/>
                      <a:pt x="4021" y="8136"/>
                      <a:pt x="3842" y="8136"/>
                    </a:cubicBezTo>
                    <a:cubicBezTo>
                      <a:pt x="3842" y="8111"/>
                      <a:pt x="3842" y="8086"/>
                      <a:pt x="3842" y="8061"/>
                    </a:cubicBezTo>
                    <a:cubicBezTo>
                      <a:pt x="3718" y="8061"/>
                      <a:pt x="3593" y="8061"/>
                      <a:pt x="3465" y="8061"/>
                    </a:cubicBezTo>
                    <a:cubicBezTo>
                      <a:pt x="3465" y="8036"/>
                      <a:pt x="3465" y="8011"/>
                      <a:pt x="3465" y="7985"/>
                    </a:cubicBezTo>
                    <a:cubicBezTo>
                      <a:pt x="3341" y="7985"/>
                      <a:pt x="3217" y="7985"/>
                      <a:pt x="3089" y="7985"/>
                    </a:cubicBezTo>
                    <a:cubicBezTo>
                      <a:pt x="3089" y="7961"/>
                      <a:pt x="3089" y="7936"/>
                      <a:pt x="3089" y="7910"/>
                    </a:cubicBezTo>
                    <a:cubicBezTo>
                      <a:pt x="2989" y="7910"/>
                      <a:pt x="2890" y="7910"/>
                      <a:pt x="2787" y="7910"/>
                    </a:cubicBezTo>
                    <a:cubicBezTo>
                      <a:pt x="2787" y="7885"/>
                      <a:pt x="2787" y="7860"/>
                      <a:pt x="2787" y="7835"/>
                    </a:cubicBezTo>
                    <a:cubicBezTo>
                      <a:pt x="2688" y="7835"/>
                      <a:pt x="2589" y="7835"/>
                      <a:pt x="2486" y="7835"/>
                    </a:cubicBezTo>
                    <a:cubicBezTo>
                      <a:pt x="2486" y="7810"/>
                      <a:pt x="2486" y="7785"/>
                      <a:pt x="2486" y="7759"/>
                    </a:cubicBezTo>
                    <a:cubicBezTo>
                      <a:pt x="2387" y="7759"/>
                      <a:pt x="2287" y="7759"/>
                      <a:pt x="2185" y="7759"/>
                    </a:cubicBezTo>
                    <a:cubicBezTo>
                      <a:pt x="2185" y="7735"/>
                      <a:pt x="2185" y="7710"/>
                      <a:pt x="2185" y="7684"/>
                    </a:cubicBezTo>
                    <a:cubicBezTo>
                      <a:pt x="2110" y="7684"/>
                      <a:pt x="2036" y="7684"/>
                      <a:pt x="1959" y="7684"/>
                    </a:cubicBezTo>
                    <a:cubicBezTo>
                      <a:pt x="1959" y="7659"/>
                      <a:pt x="1959" y="7634"/>
                      <a:pt x="1959" y="7609"/>
                    </a:cubicBezTo>
                    <a:cubicBezTo>
                      <a:pt x="1884" y="7609"/>
                      <a:pt x="1810" y="7609"/>
                      <a:pt x="1733" y="7609"/>
                    </a:cubicBezTo>
                    <a:cubicBezTo>
                      <a:pt x="1733" y="7584"/>
                      <a:pt x="1733" y="7559"/>
                      <a:pt x="1733" y="7533"/>
                    </a:cubicBezTo>
                    <a:cubicBezTo>
                      <a:pt x="1683" y="7533"/>
                      <a:pt x="1633" y="7533"/>
                      <a:pt x="1582" y="7533"/>
                    </a:cubicBezTo>
                    <a:cubicBezTo>
                      <a:pt x="1582" y="7509"/>
                      <a:pt x="1582" y="7484"/>
                      <a:pt x="1582" y="7458"/>
                    </a:cubicBezTo>
                    <a:cubicBezTo>
                      <a:pt x="1507" y="7458"/>
                      <a:pt x="1433" y="7458"/>
                      <a:pt x="1356" y="7458"/>
                    </a:cubicBezTo>
                    <a:cubicBezTo>
                      <a:pt x="1356" y="7433"/>
                      <a:pt x="1356" y="7408"/>
                      <a:pt x="1356" y="7383"/>
                    </a:cubicBezTo>
                    <a:cubicBezTo>
                      <a:pt x="1306" y="7383"/>
                      <a:pt x="1257" y="7383"/>
                      <a:pt x="1205" y="7383"/>
                    </a:cubicBezTo>
                    <a:cubicBezTo>
                      <a:pt x="1205" y="7358"/>
                      <a:pt x="1205" y="7333"/>
                      <a:pt x="1205" y="7307"/>
                    </a:cubicBezTo>
                    <a:cubicBezTo>
                      <a:pt x="1156" y="7307"/>
                      <a:pt x="1106" y="7307"/>
                      <a:pt x="1055" y="7307"/>
                    </a:cubicBezTo>
                    <a:cubicBezTo>
                      <a:pt x="1055" y="7283"/>
                      <a:pt x="1055" y="7258"/>
                      <a:pt x="1055" y="7232"/>
                    </a:cubicBezTo>
                    <a:cubicBezTo>
                      <a:pt x="1030" y="7232"/>
                      <a:pt x="1005" y="7232"/>
                      <a:pt x="979" y="7232"/>
                    </a:cubicBezTo>
                    <a:cubicBezTo>
                      <a:pt x="979" y="7207"/>
                      <a:pt x="979" y="7182"/>
                      <a:pt x="979" y="7157"/>
                    </a:cubicBezTo>
                    <a:cubicBezTo>
                      <a:pt x="930" y="7157"/>
                      <a:pt x="880" y="7157"/>
                      <a:pt x="829" y="7157"/>
                    </a:cubicBezTo>
                    <a:cubicBezTo>
                      <a:pt x="829" y="7132"/>
                      <a:pt x="829" y="7107"/>
                      <a:pt x="829" y="7081"/>
                    </a:cubicBezTo>
                    <a:cubicBezTo>
                      <a:pt x="779" y="7081"/>
                      <a:pt x="729" y="7081"/>
                      <a:pt x="678" y="7081"/>
                    </a:cubicBezTo>
                    <a:cubicBezTo>
                      <a:pt x="678" y="7057"/>
                      <a:pt x="678" y="7032"/>
                      <a:pt x="678" y="7006"/>
                    </a:cubicBezTo>
                    <a:cubicBezTo>
                      <a:pt x="672" y="7007"/>
                      <a:pt x="672" y="7007"/>
                      <a:pt x="643" y="7011"/>
                    </a:cubicBezTo>
                    <a:cubicBezTo>
                      <a:pt x="629" y="7009"/>
                      <a:pt x="616" y="7008"/>
                      <a:pt x="603" y="7006"/>
                    </a:cubicBezTo>
                    <a:cubicBezTo>
                      <a:pt x="578" y="6968"/>
                      <a:pt x="565" y="6930"/>
                      <a:pt x="549" y="6888"/>
                    </a:cubicBezTo>
                    <a:cubicBezTo>
                      <a:pt x="542" y="6878"/>
                      <a:pt x="535" y="6867"/>
                      <a:pt x="527" y="6855"/>
                    </a:cubicBezTo>
                    <a:cubicBezTo>
                      <a:pt x="487" y="6851"/>
                      <a:pt x="487" y="6851"/>
                      <a:pt x="452" y="6855"/>
                    </a:cubicBezTo>
                    <a:close/>
                    <a:moveTo>
                      <a:pt x="377" y="10773"/>
                    </a:moveTo>
                    <a:cubicBezTo>
                      <a:pt x="377" y="11618"/>
                      <a:pt x="377" y="12463"/>
                      <a:pt x="377" y="13334"/>
                    </a:cubicBezTo>
                    <a:cubicBezTo>
                      <a:pt x="402" y="13334"/>
                      <a:pt x="426" y="13334"/>
                      <a:pt x="452" y="13334"/>
                    </a:cubicBezTo>
                    <a:cubicBezTo>
                      <a:pt x="452" y="13409"/>
                      <a:pt x="452" y="13483"/>
                      <a:pt x="452" y="13560"/>
                    </a:cubicBezTo>
                    <a:cubicBezTo>
                      <a:pt x="427" y="13560"/>
                      <a:pt x="402" y="13560"/>
                      <a:pt x="377" y="13560"/>
                    </a:cubicBezTo>
                    <a:cubicBezTo>
                      <a:pt x="377" y="13610"/>
                      <a:pt x="377" y="13660"/>
                      <a:pt x="377" y="13711"/>
                    </a:cubicBezTo>
                    <a:cubicBezTo>
                      <a:pt x="402" y="13711"/>
                      <a:pt x="426" y="13711"/>
                      <a:pt x="452" y="13711"/>
                    </a:cubicBezTo>
                    <a:cubicBezTo>
                      <a:pt x="452" y="13786"/>
                      <a:pt x="452" y="13860"/>
                      <a:pt x="452" y="13937"/>
                    </a:cubicBezTo>
                    <a:cubicBezTo>
                      <a:pt x="477" y="13937"/>
                      <a:pt x="502" y="13937"/>
                      <a:pt x="527" y="13937"/>
                    </a:cubicBezTo>
                    <a:cubicBezTo>
                      <a:pt x="527" y="13987"/>
                      <a:pt x="527" y="14036"/>
                      <a:pt x="527" y="14088"/>
                    </a:cubicBezTo>
                    <a:cubicBezTo>
                      <a:pt x="552" y="14088"/>
                      <a:pt x="577" y="14088"/>
                      <a:pt x="603" y="14088"/>
                    </a:cubicBezTo>
                    <a:cubicBezTo>
                      <a:pt x="603" y="14112"/>
                      <a:pt x="603" y="14137"/>
                      <a:pt x="603" y="14163"/>
                    </a:cubicBezTo>
                    <a:cubicBezTo>
                      <a:pt x="628" y="14163"/>
                      <a:pt x="652" y="14163"/>
                      <a:pt x="678" y="14163"/>
                    </a:cubicBezTo>
                    <a:cubicBezTo>
                      <a:pt x="678" y="14188"/>
                      <a:pt x="678" y="14213"/>
                      <a:pt x="678" y="14238"/>
                    </a:cubicBezTo>
                    <a:cubicBezTo>
                      <a:pt x="703" y="14238"/>
                      <a:pt x="728" y="14238"/>
                      <a:pt x="753" y="14238"/>
                    </a:cubicBezTo>
                    <a:cubicBezTo>
                      <a:pt x="753" y="14263"/>
                      <a:pt x="753" y="14288"/>
                      <a:pt x="753" y="14314"/>
                    </a:cubicBezTo>
                    <a:cubicBezTo>
                      <a:pt x="778" y="14314"/>
                      <a:pt x="803" y="14314"/>
                      <a:pt x="829" y="14314"/>
                    </a:cubicBezTo>
                    <a:cubicBezTo>
                      <a:pt x="829" y="14338"/>
                      <a:pt x="829" y="14363"/>
                      <a:pt x="829" y="14389"/>
                    </a:cubicBezTo>
                    <a:cubicBezTo>
                      <a:pt x="878" y="14389"/>
                      <a:pt x="928" y="14389"/>
                      <a:pt x="979" y="14389"/>
                    </a:cubicBezTo>
                    <a:cubicBezTo>
                      <a:pt x="979" y="14414"/>
                      <a:pt x="979" y="14439"/>
                      <a:pt x="979" y="14464"/>
                    </a:cubicBezTo>
                    <a:cubicBezTo>
                      <a:pt x="1004" y="14464"/>
                      <a:pt x="1029" y="14464"/>
                      <a:pt x="1055" y="14464"/>
                    </a:cubicBezTo>
                    <a:cubicBezTo>
                      <a:pt x="1055" y="14489"/>
                      <a:pt x="1055" y="14514"/>
                      <a:pt x="1055" y="14540"/>
                    </a:cubicBezTo>
                    <a:cubicBezTo>
                      <a:pt x="1104" y="14540"/>
                      <a:pt x="1154" y="14540"/>
                      <a:pt x="1205" y="14540"/>
                    </a:cubicBezTo>
                    <a:cubicBezTo>
                      <a:pt x="1205" y="14564"/>
                      <a:pt x="1205" y="14589"/>
                      <a:pt x="1205" y="14615"/>
                    </a:cubicBezTo>
                    <a:cubicBezTo>
                      <a:pt x="1255" y="14615"/>
                      <a:pt x="1305" y="14615"/>
                      <a:pt x="1356" y="14615"/>
                    </a:cubicBezTo>
                    <a:cubicBezTo>
                      <a:pt x="1356" y="14640"/>
                      <a:pt x="1356" y="14665"/>
                      <a:pt x="1356" y="14690"/>
                    </a:cubicBezTo>
                    <a:cubicBezTo>
                      <a:pt x="1406" y="14690"/>
                      <a:pt x="1455" y="14690"/>
                      <a:pt x="1507" y="14690"/>
                    </a:cubicBezTo>
                    <a:cubicBezTo>
                      <a:pt x="1507" y="14715"/>
                      <a:pt x="1507" y="14740"/>
                      <a:pt x="1507" y="14766"/>
                    </a:cubicBezTo>
                    <a:cubicBezTo>
                      <a:pt x="1556" y="14766"/>
                      <a:pt x="1606" y="14766"/>
                      <a:pt x="1657" y="14766"/>
                    </a:cubicBezTo>
                    <a:cubicBezTo>
                      <a:pt x="1657" y="14790"/>
                      <a:pt x="1657" y="14815"/>
                      <a:pt x="1657" y="14841"/>
                    </a:cubicBezTo>
                    <a:cubicBezTo>
                      <a:pt x="1732" y="14841"/>
                      <a:pt x="1807" y="14841"/>
                      <a:pt x="1883" y="14841"/>
                    </a:cubicBezTo>
                    <a:cubicBezTo>
                      <a:pt x="1883" y="14866"/>
                      <a:pt x="1883" y="14891"/>
                      <a:pt x="1883" y="14916"/>
                    </a:cubicBezTo>
                    <a:cubicBezTo>
                      <a:pt x="1933" y="14916"/>
                      <a:pt x="1983" y="14916"/>
                      <a:pt x="2034" y="14916"/>
                    </a:cubicBezTo>
                    <a:cubicBezTo>
                      <a:pt x="2034" y="14941"/>
                      <a:pt x="2034" y="14966"/>
                      <a:pt x="2034" y="14992"/>
                    </a:cubicBezTo>
                    <a:cubicBezTo>
                      <a:pt x="2109" y="14992"/>
                      <a:pt x="2183" y="14992"/>
                      <a:pt x="2260" y="14992"/>
                    </a:cubicBezTo>
                    <a:cubicBezTo>
                      <a:pt x="2260" y="15016"/>
                      <a:pt x="2260" y="15041"/>
                      <a:pt x="2260" y="15067"/>
                    </a:cubicBezTo>
                    <a:cubicBezTo>
                      <a:pt x="2359" y="15067"/>
                      <a:pt x="2459" y="15067"/>
                      <a:pt x="2561" y="15067"/>
                    </a:cubicBezTo>
                    <a:cubicBezTo>
                      <a:pt x="2561" y="15092"/>
                      <a:pt x="2561" y="15117"/>
                      <a:pt x="2561" y="15142"/>
                    </a:cubicBezTo>
                    <a:cubicBezTo>
                      <a:pt x="2661" y="15142"/>
                      <a:pt x="2760" y="15142"/>
                      <a:pt x="2863" y="15142"/>
                    </a:cubicBezTo>
                    <a:cubicBezTo>
                      <a:pt x="2863" y="15167"/>
                      <a:pt x="2863" y="15192"/>
                      <a:pt x="2863" y="15218"/>
                    </a:cubicBezTo>
                    <a:cubicBezTo>
                      <a:pt x="2962" y="15218"/>
                      <a:pt x="3062" y="15218"/>
                      <a:pt x="3164" y="15218"/>
                    </a:cubicBezTo>
                    <a:cubicBezTo>
                      <a:pt x="3164" y="15242"/>
                      <a:pt x="3164" y="15267"/>
                      <a:pt x="3164" y="15293"/>
                    </a:cubicBezTo>
                    <a:cubicBezTo>
                      <a:pt x="3288" y="15293"/>
                      <a:pt x="3413" y="15293"/>
                      <a:pt x="3541" y="15293"/>
                    </a:cubicBezTo>
                    <a:cubicBezTo>
                      <a:pt x="3541" y="15318"/>
                      <a:pt x="3541" y="15343"/>
                      <a:pt x="3541" y="15368"/>
                    </a:cubicBezTo>
                    <a:cubicBezTo>
                      <a:pt x="3690" y="15368"/>
                      <a:pt x="3839" y="15368"/>
                      <a:pt x="3993" y="15368"/>
                    </a:cubicBezTo>
                    <a:cubicBezTo>
                      <a:pt x="3993" y="15393"/>
                      <a:pt x="3993" y="15418"/>
                      <a:pt x="3993" y="15444"/>
                    </a:cubicBezTo>
                    <a:cubicBezTo>
                      <a:pt x="4167" y="15444"/>
                      <a:pt x="4341" y="15444"/>
                      <a:pt x="4520" y="15444"/>
                    </a:cubicBezTo>
                    <a:cubicBezTo>
                      <a:pt x="4520" y="15468"/>
                      <a:pt x="4520" y="15493"/>
                      <a:pt x="4520" y="15519"/>
                    </a:cubicBezTo>
                    <a:cubicBezTo>
                      <a:pt x="4794" y="15519"/>
                      <a:pt x="5067" y="15519"/>
                      <a:pt x="5349" y="15519"/>
                    </a:cubicBezTo>
                    <a:cubicBezTo>
                      <a:pt x="5349" y="15544"/>
                      <a:pt x="5349" y="15569"/>
                      <a:pt x="5349" y="15594"/>
                    </a:cubicBezTo>
                    <a:cubicBezTo>
                      <a:pt x="6318" y="15594"/>
                      <a:pt x="7288" y="15594"/>
                      <a:pt x="8287" y="15594"/>
                    </a:cubicBezTo>
                    <a:cubicBezTo>
                      <a:pt x="8287" y="15569"/>
                      <a:pt x="8287" y="15545"/>
                      <a:pt x="8287" y="15519"/>
                    </a:cubicBezTo>
                    <a:cubicBezTo>
                      <a:pt x="8535" y="15519"/>
                      <a:pt x="8784" y="15519"/>
                      <a:pt x="9040" y="15519"/>
                    </a:cubicBezTo>
                    <a:cubicBezTo>
                      <a:pt x="9040" y="15494"/>
                      <a:pt x="9040" y="15469"/>
                      <a:pt x="9040" y="15444"/>
                    </a:cubicBezTo>
                    <a:cubicBezTo>
                      <a:pt x="9239" y="15444"/>
                      <a:pt x="9438" y="15444"/>
                      <a:pt x="9643" y="15444"/>
                    </a:cubicBezTo>
                    <a:cubicBezTo>
                      <a:pt x="9643" y="15419"/>
                      <a:pt x="9643" y="15394"/>
                      <a:pt x="9643" y="15368"/>
                    </a:cubicBezTo>
                    <a:cubicBezTo>
                      <a:pt x="9767" y="15368"/>
                      <a:pt x="9891" y="15368"/>
                      <a:pt x="10020" y="15368"/>
                    </a:cubicBezTo>
                    <a:cubicBezTo>
                      <a:pt x="10020" y="15343"/>
                      <a:pt x="10020" y="15319"/>
                      <a:pt x="10020" y="15293"/>
                    </a:cubicBezTo>
                    <a:cubicBezTo>
                      <a:pt x="10144" y="15293"/>
                      <a:pt x="10268" y="15293"/>
                      <a:pt x="10396" y="15293"/>
                    </a:cubicBezTo>
                    <a:cubicBezTo>
                      <a:pt x="10396" y="15268"/>
                      <a:pt x="10396" y="15243"/>
                      <a:pt x="10396" y="15218"/>
                    </a:cubicBezTo>
                    <a:cubicBezTo>
                      <a:pt x="10496" y="15218"/>
                      <a:pt x="10595" y="15218"/>
                      <a:pt x="10698" y="15218"/>
                    </a:cubicBezTo>
                    <a:cubicBezTo>
                      <a:pt x="10698" y="15193"/>
                      <a:pt x="10698" y="15168"/>
                      <a:pt x="10698" y="15142"/>
                    </a:cubicBezTo>
                    <a:cubicBezTo>
                      <a:pt x="10797" y="15142"/>
                      <a:pt x="10896" y="15142"/>
                      <a:pt x="10999" y="15142"/>
                    </a:cubicBezTo>
                    <a:cubicBezTo>
                      <a:pt x="10999" y="15117"/>
                      <a:pt x="10999" y="15093"/>
                      <a:pt x="10999" y="15067"/>
                    </a:cubicBezTo>
                    <a:cubicBezTo>
                      <a:pt x="11073" y="15067"/>
                      <a:pt x="11148" y="15067"/>
                      <a:pt x="11225" y="15067"/>
                    </a:cubicBezTo>
                    <a:cubicBezTo>
                      <a:pt x="11225" y="15042"/>
                      <a:pt x="11225" y="15017"/>
                      <a:pt x="11225" y="14992"/>
                    </a:cubicBezTo>
                    <a:cubicBezTo>
                      <a:pt x="11324" y="14992"/>
                      <a:pt x="11424" y="14992"/>
                      <a:pt x="11526" y="14992"/>
                    </a:cubicBezTo>
                    <a:cubicBezTo>
                      <a:pt x="11526" y="14967"/>
                      <a:pt x="11526" y="14942"/>
                      <a:pt x="11526" y="14916"/>
                    </a:cubicBezTo>
                    <a:cubicBezTo>
                      <a:pt x="11576" y="14916"/>
                      <a:pt x="11626" y="14916"/>
                      <a:pt x="11677" y="14916"/>
                    </a:cubicBezTo>
                    <a:cubicBezTo>
                      <a:pt x="11677" y="14891"/>
                      <a:pt x="11677" y="14867"/>
                      <a:pt x="11677" y="14841"/>
                    </a:cubicBezTo>
                    <a:cubicBezTo>
                      <a:pt x="11751" y="14841"/>
                      <a:pt x="11826" y="14841"/>
                      <a:pt x="11903" y="14841"/>
                    </a:cubicBezTo>
                    <a:cubicBezTo>
                      <a:pt x="11903" y="14816"/>
                      <a:pt x="11903" y="14791"/>
                      <a:pt x="11903" y="14766"/>
                    </a:cubicBezTo>
                    <a:cubicBezTo>
                      <a:pt x="11953" y="14766"/>
                      <a:pt x="12002" y="14766"/>
                      <a:pt x="12054" y="14766"/>
                    </a:cubicBezTo>
                    <a:cubicBezTo>
                      <a:pt x="12054" y="14741"/>
                      <a:pt x="12054" y="14716"/>
                      <a:pt x="12054" y="14690"/>
                    </a:cubicBezTo>
                    <a:cubicBezTo>
                      <a:pt x="12103" y="14690"/>
                      <a:pt x="12153" y="14690"/>
                      <a:pt x="12204" y="14690"/>
                    </a:cubicBezTo>
                    <a:cubicBezTo>
                      <a:pt x="12204" y="14665"/>
                      <a:pt x="12204" y="14641"/>
                      <a:pt x="12204" y="14615"/>
                    </a:cubicBezTo>
                    <a:cubicBezTo>
                      <a:pt x="12254" y="14615"/>
                      <a:pt x="12304" y="14615"/>
                      <a:pt x="12355" y="14615"/>
                    </a:cubicBezTo>
                    <a:cubicBezTo>
                      <a:pt x="12355" y="14590"/>
                      <a:pt x="12355" y="14565"/>
                      <a:pt x="12355" y="14540"/>
                    </a:cubicBezTo>
                    <a:cubicBezTo>
                      <a:pt x="12405" y="14540"/>
                      <a:pt x="12454" y="14540"/>
                      <a:pt x="12506" y="14540"/>
                    </a:cubicBezTo>
                    <a:cubicBezTo>
                      <a:pt x="12506" y="14515"/>
                      <a:pt x="12506" y="14490"/>
                      <a:pt x="12506" y="14464"/>
                    </a:cubicBezTo>
                    <a:cubicBezTo>
                      <a:pt x="12530" y="14464"/>
                      <a:pt x="12555" y="14464"/>
                      <a:pt x="12581" y="14464"/>
                    </a:cubicBezTo>
                    <a:cubicBezTo>
                      <a:pt x="12581" y="14439"/>
                      <a:pt x="12581" y="14415"/>
                      <a:pt x="12581" y="14389"/>
                    </a:cubicBezTo>
                    <a:cubicBezTo>
                      <a:pt x="12606" y="14389"/>
                      <a:pt x="12631" y="14389"/>
                      <a:pt x="12656" y="14389"/>
                    </a:cubicBezTo>
                    <a:cubicBezTo>
                      <a:pt x="12656" y="14364"/>
                      <a:pt x="12656" y="14339"/>
                      <a:pt x="12656" y="14314"/>
                    </a:cubicBezTo>
                    <a:cubicBezTo>
                      <a:pt x="12706" y="14314"/>
                      <a:pt x="12756" y="14314"/>
                      <a:pt x="12807" y="14314"/>
                    </a:cubicBezTo>
                    <a:cubicBezTo>
                      <a:pt x="12807" y="14289"/>
                      <a:pt x="12807" y="14264"/>
                      <a:pt x="12807" y="14238"/>
                    </a:cubicBezTo>
                    <a:cubicBezTo>
                      <a:pt x="12832" y="14238"/>
                      <a:pt x="12857" y="14238"/>
                      <a:pt x="12882" y="14238"/>
                    </a:cubicBezTo>
                    <a:cubicBezTo>
                      <a:pt x="12882" y="14213"/>
                      <a:pt x="12882" y="14189"/>
                      <a:pt x="12882" y="14163"/>
                    </a:cubicBezTo>
                    <a:cubicBezTo>
                      <a:pt x="12907" y="14163"/>
                      <a:pt x="12932" y="14163"/>
                      <a:pt x="12958" y="14163"/>
                    </a:cubicBezTo>
                    <a:cubicBezTo>
                      <a:pt x="12958" y="14113"/>
                      <a:pt x="12958" y="14064"/>
                      <a:pt x="12958" y="14012"/>
                    </a:cubicBezTo>
                    <a:cubicBezTo>
                      <a:pt x="12982" y="14012"/>
                      <a:pt x="13007" y="14012"/>
                      <a:pt x="13033" y="14012"/>
                    </a:cubicBezTo>
                    <a:cubicBezTo>
                      <a:pt x="13033" y="13987"/>
                      <a:pt x="13033" y="13963"/>
                      <a:pt x="13033" y="13937"/>
                    </a:cubicBezTo>
                    <a:cubicBezTo>
                      <a:pt x="13058" y="13937"/>
                      <a:pt x="13083" y="13937"/>
                      <a:pt x="13108" y="13937"/>
                    </a:cubicBezTo>
                    <a:cubicBezTo>
                      <a:pt x="13108" y="12893"/>
                      <a:pt x="13108" y="11849"/>
                      <a:pt x="13108" y="10773"/>
                    </a:cubicBezTo>
                    <a:cubicBezTo>
                      <a:pt x="13059" y="10773"/>
                      <a:pt x="13009" y="10773"/>
                      <a:pt x="12958" y="10773"/>
                    </a:cubicBezTo>
                    <a:cubicBezTo>
                      <a:pt x="12958" y="10798"/>
                      <a:pt x="12958" y="10823"/>
                      <a:pt x="12958" y="10848"/>
                    </a:cubicBezTo>
                    <a:cubicBezTo>
                      <a:pt x="12933" y="10848"/>
                      <a:pt x="12908" y="10848"/>
                      <a:pt x="12882" y="10848"/>
                    </a:cubicBezTo>
                    <a:cubicBezTo>
                      <a:pt x="12882" y="10873"/>
                      <a:pt x="12882" y="10898"/>
                      <a:pt x="12882" y="10924"/>
                    </a:cubicBezTo>
                    <a:cubicBezTo>
                      <a:pt x="12833" y="10924"/>
                      <a:pt x="12783" y="10924"/>
                      <a:pt x="12732" y="10924"/>
                    </a:cubicBezTo>
                    <a:cubicBezTo>
                      <a:pt x="12732" y="10948"/>
                      <a:pt x="12732" y="10973"/>
                      <a:pt x="12732" y="10999"/>
                    </a:cubicBezTo>
                    <a:cubicBezTo>
                      <a:pt x="12682" y="10999"/>
                      <a:pt x="12632" y="10999"/>
                      <a:pt x="12581" y="10999"/>
                    </a:cubicBezTo>
                    <a:cubicBezTo>
                      <a:pt x="12581" y="11024"/>
                      <a:pt x="12581" y="11049"/>
                      <a:pt x="12581" y="11074"/>
                    </a:cubicBezTo>
                    <a:cubicBezTo>
                      <a:pt x="12556" y="11074"/>
                      <a:pt x="12531" y="11074"/>
                      <a:pt x="12506" y="11074"/>
                    </a:cubicBezTo>
                    <a:cubicBezTo>
                      <a:pt x="12506" y="11099"/>
                      <a:pt x="12506" y="11124"/>
                      <a:pt x="12506" y="11150"/>
                    </a:cubicBezTo>
                    <a:cubicBezTo>
                      <a:pt x="12456" y="11150"/>
                      <a:pt x="12406" y="11150"/>
                      <a:pt x="12355" y="11150"/>
                    </a:cubicBezTo>
                    <a:cubicBezTo>
                      <a:pt x="12355" y="11174"/>
                      <a:pt x="12355" y="11199"/>
                      <a:pt x="12355" y="11225"/>
                    </a:cubicBezTo>
                    <a:cubicBezTo>
                      <a:pt x="12305" y="11225"/>
                      <a:pt x="12255" y="11225"/>
                      <a:pt x="12204" y="11225"/>
                    </a:cubicBezTo>
                    <a:cubicBezTo>
                      <a:pt x="12204" y="11250"/>
                      <a:pt x="12204" y="11275"/>
                      <a:pt x="12204" y="11300"/>
                    </a:cubicBezTo>
                    <a:cubicBezTo>
                      <a:pt x="12155" y="11300"/>
                      <a:pt x="12105" y="11300"/>
                      <a:pt x="12054" y="11300"/>
                    </a:cubicBezTo>
                    <a:cubicBezTo>
                      <a:pt x="12054" y="11325"/>
                      <a:pt x="12054" y="11350"/>
                      <a:pt x="12054" y="11376"/>
                    </a:cubicBezTo>
                    <a:cubicBezTo>
                      <a:pt x="12004" y="11376"/>
                      <a:pt x="11954" y="11376"/>
                      <a:pt x="11903" y="11376"/>
                    </a:cubicBezTo>
                    <a:cubicBezTo>
                      <a:pt x="11903" y="11400"/>
                      <a:pt x="11903" y="11425"/>
                      <a:pt x="11903" y="11451"/>
                    </a:cubicBezTo>
                    <a:cubicBezTo>
                      <a:pt x="11828" y="11451"/>
                      <a:pt x="11754" y="11451"/>
                      <a:pt x="11677" y="11451"/>
                    </a:cubicBezTo>
                    <a:cubicBezTo>
                      <a:pt x="11677" y="11476"/>
                      <a:pt x="11677" y="11501"/>
                      <a:pt x="11677" y="11526"/>
                    </a:cubicBezTo>
                    <a:cubicBezTo>
                      <a:pt x="11602" y="11526"/>
                      <a:pt x="11528" y="11526"/>
                      <a:pt x="11451" y="11526"/>
                    </a:cubicBezTo>
                    <a:cubicBezTo>
                      <a:pt x="11451" y="11551"/>
                      <a:pt x="11451" y="11576"/>
                      <a:pt x="11451" y="11602"/>
                    </a:cubicBezTo>
                    <a:cubicBezTo>
                      <a:pt x="11376" y="11602"/>
                      <a:pt x="11302" y="11602"/>
                      <a:pt x="11225" y="11602"/>
                    </a:cubicBezTo>
                    <a:cubicBezTo>
                      <a:pt x="11225" y="11626"/>
                      <a:pt x="11225" y="11651"/>
                      <a:pt x="11225" y="11677"/>
                    </a:cubicBezTo>
                    <a:cubicBezTo>
                      <a:pt x="11150" y="11677"/>
                      <a:pt x="11076" y="11677"/>
                      <a:pt x="10999" y="11677"/>
                    </a:cubicBezTo>
                    <a:cubicBezTo>
                      <a:pt x="10999" y="11702"/>
                      <a:pt x="10999" y="11727"/>
                      <a:pt x="10999" y="11752"/>
                    </a:cubicBezTo>
                    <a:cubicBezTo>
                      <a:pt x="10899" y="11752"/>
                      <a:pt x="10800" y="11752"/>
                      <a:pt x="10698" y="11752"/>
                    </a:cubicBezTo>
                    <a:cubicBezTo>
                      <a:pt x="10698" y="11777"/>
                      <a:pt x="10698" y="11802"/>
                      <a:pt x="10698" y="11828"/>
                    </a:cubicBezTo>
                    <a:cubicBezTo>
                      <a:pt x="10573" y="11828"/>
                      <a:pt x="10449" y="11828"/>
                      <a:pt x="10321" y="11828"/>
                    </a:cubicBezTo>
                    <a:cubicBezTo>
                      <a:pt x="10321" y="11852"/>
                      <a:pt x="10321" y="11877"/>
                      <a:pt x="10321" y="11903"/>
                    </a:cubicBezTo>
                    <a:cubicBezTo>
                      <a:pt x="10172" y="11903"/>
                      <a:pt x="10023" y="11903"/>
                      <a:pt x="9869" y="11903"/>
                    </a:cubicBezTo>
                    <a:cubicBezTo>
                      <a:pt x="9869" y="11928"/>
                      <a:pt x="9869" y="11953"/>
                      <a:pt x="9869" y="11978"/>
                    </a:cubicBezTo>
                    <a:cubicBezTo>
                      <a:pt x="9720" y="11978"/>
                      <a:pt x="9571" y="11978"/>
                      <a:pt x="9417" y="11978"/>
                    </a:cubicBezTo>
                    <a:cubicBezTo>
                      <a:pt x="9417" y="12003"/>
                      <a:pt x="9417" y="12028"/>
                      <a:pt x="9417" y="12054"/>
                    </a:cubicBezTo>
                    <a:cubicBezTo>
                      <a:pt x="9243" y="12054"/>
                      <a:pt x="9069" y="12054"/>
                      <a:pt x="8890" y="12054"/>
                    </a:cubicBezTo>
                    <a:cubicBezTo>
                      <a:pt x="8890" y="12078"/>
                      <a:pt x="8890" y="12103"/>
                      <a:pt x="8890" y="12129"/>
                    </a:cubicBezTo>
                    <a:cubicBezTo>
                      <a:pt x="8541" y="12129"/>
                      <a:pt x="8193" y="12129"/>
                      <a:pt x="7835" y="12129"/>
                    </a:cubicBezTo>
                    <a:cubicBezTo>
                      <a:pt x="7835" y="12154"/>
                      <a:pt x="7835" y="12179"/>
                      <a:pt x="7835" y="12204"/>
                    </a:cubicBezTo>
                    <a:cubicBezTo>
                      <a:pt x="7139" y="12204"/>
                      <a:pt x="6443" y="12204"/>
                      <a:pt x="5725" y="12204"/>
                    </a:cubicBezTo>
                    <a:cubicBezTo>
                      <a:pt x="5725" y="12179"/>
                      <a:pt x="5725" y="12155"/>
                      <a:pt x="5725" y="12129"/>
                    </a:cubicBezTo>
                    <a:cubicBezTo>
                      <a:pt x="5402" y="12129"/>
                      <a:pt x="5079" y="12129"/>
                      <a:pt x="4746" y="12129"/>
                    </a:cubicBezTo>
                    <a:cubicBezTo>
                      <a:pt x="4746" y="12104"/>
                      <a:pt x="4746" y="12079"/>
                      <a:pt x="4746" y="12054"/>
                    </a:cubicBezTo>
                    <a:cubicBezTo>
                      <a:pt x="4547" y="12054"/>
                      <a:pt x="4348" y="12054"/>
                      <a:pt x="4143" y="12054"/>
                    </a:cubicBezTo>
                    <a:cubicBezTo>
                      <a:pt x="4143" y="12029"/>
                      <a:pt x="4143" y="12004"/>
                      <a:pt x="4143" y="11978"/>
                    </a:cubicBezTo>
                    <a:cubicBezTo>
                      <a:pt x="3969" y="11978"/>
                      <a:pt x="3795" y="11978"/>
                      <a:pt x="3616" y="11978"/>
                    </a:cubicBezTo>
                    <a:cubicBezTo>
                      <a:pt x="3616" y="11953"/>
                      <a:pt x="3616" y="11929"/>
                      <a:pt x="3616" y="11903"/>
                    </a:cubicBezTo>
                    <a:cubicBezTo>
                      <a:pt x="3492" y="11903"/>
                      <a:pt x="3367" y="11903"/>
                      <a:pt x="3239" y="11903"/>
                    </a:cubicBezTo>
                    <a:cubicBezTo>
                      <a:pt x="3239" y="11878"/>
                      <a:pt x="3239" y="11853"/>
                      <a:pt x="3239" y="11828"/>
                    </a:cubicBezTo>
                    <a:cubicBezTo>
                      <a:pt x="3115" y="11828"/>
                      <a:pt x="2991" y="11828"/>
                      <a:pt x="2863" y="11828"/>
                    </a:cubicBezTo>
                    <a:cubicBezTo>
                      <a:pt x="2863" y="11803"/>
                      <a:pt x="2863" y="11778"/>
                      <a:pt x="2863" y="11752"/>
                    </a:cubicBezTo>
                    <a:cubicBezTo>
                      <a:pt x="2788" y="11752"/>
                      <a:pt x="2714" y="11752"/>
                      <a:pt x="2637" y="11752"/>
                    </a:cubicBezTo>
                    <a:cubicBezTo>
                      <a:pt x="2637" y="11727"/>
                      <a:pt x="2637" y="11703"/>
                      <a:pt x="2637" y="11677"/>
                    </a:cubicBezTo>
                    <a:cubicBezTo>
                      <a:pt x="2537" y="11677"/>
                      <a:pt x="2438" y="11677"/>
                      <a:pt x="2335" y="11677"/>
                    </a:cubicBezTo>
                    <a:cubicBezTo>
                      <a:pt x="2335" y="11652"/>
                      <a:pt x="2335" y="11627"/>
                      <a:pt x="2335" y="11602"/>
                    </a:cubicBezTo>
                    <a:cubicBezTo>
                      <a:pt x="2261" y="11602"/>
                      <a:pt x="2186" y="11602"/>
                      <a:pt x="2109" y="11602"/>
                    </a:cubicBezTo>
                    <a:cubicBezTo>
                      <a:pt x="2109" y="11577"/>
                      <a:pt x="2109" y="11552"/>
                      <a:pt x="2109" y="11526"/>
                    </a:cubicBezTo>
                    <a:cubicBezTo>
                      <a:pt x="2035" y="11526"/>
                      <a:pt x="1960" y="11526"/>
                      <a:pt x="1883" y="11526"/>
                    </a:cubicBezTo>
                    <a:cubicBezTo>
                      <a:pt x="1883" y="11501"/>
                      <a:pt x="1883" y="11477"/>
                      <a:pt x="1883" y="11451"/>
                    </a:cubicBezTo>
                    <a:cubicBezTo>
                      <a:pt x="1809" y="11451"/>
                      <a:pt x="1734" y="11451"/>
                      <a:pt x="1657" y="11451"/>
                    </a:cubicBezTo>
                    <a:cubicBezTo>
                      <a:pt x="1657" y="11426"/>
                      <a:pt x="1657" y="11401"/>
                      <a:pt x="1657" y="11376"/>
                    </a:cubicBezTo>
                    <a:cubicBezTo>
                      <a:pt x="1608" y="11376"/>
                      <a:pt x="1558" y="11376"/>
                      <a:pt x="1507" y="11376"/>
                    </a:cubicBezTo>
                    <a:cubicBezTo>
                      <a:pt x="1507" y="11351"/>
                      <a:pt x="1507" y="11326"/>
                      <a:pt x="1507" y="11300"/>
                    </a:cubicBezTo>
                    <a:cubicBezTo>
                      <a:pt x="1432" y="11300"/>
                      <a:pt x="1358" y="11300"/>
                      <a:pt x="1281" y="11300"/>
                    </a:cubicBezTo>
                    <a:cubicBezTo>
                      <a:pt x="1281" y="11275"/>
                      <a:pt x="1281" y="11251"/>
                      <a:pt x="1281" y="11225"/>
                    </a:cubicBezTo>
                    <a:cubicBezTo>
                      <a:pt x="1231" y="11225"/>
                      <a:pt x="1181" y="11225"/>
                      <a:pt x="1130" y="11225"/>
                    </a:cubicBezTo>
                    <a:cubicBezTo>
                      <a:pt x="1130" y="11200"/>
                      <a:pt x="1130" y="11175"/>
                      <a:pt x="1130" y="11150"/>
                    </a:cubicBezTo>
                    <a:cubicBezTo>
                      <a:pt x="1105" y="11150"/>
                      <a:pt x="1080" y="11150"/>
                      <a:pt x="1055" y="11150"/>
                    </a:cubicBezTo>
                    <a:cubicBezTo>
                      <a:pt x="1055" y="11125"/>
                      <a:pt x="1055" y="11100"/>
                      <a:pt x="1055" y="11074"/>
                    </a:cubicBezTo>
                    <a:cubicBezTo>
                      <a:pt x="1005" y="11074"/>
                      <a:pt x="955" y="11074"/>
                      <a:pt x="904" y="11074"/>
                    </a:cubicBezTo>
                    <a:cubicBezTo>
                      <a:pt x="904" y="11049"/>
                      <a:pt x="904" y="11024"/>
                      <a:pt x="904" y="10999"/>
                    </a:cubicBezTo>
                    <a:cubicBezTo>
                      <a:pt x="854" y="10999"/>
                      <a:pt x="805" y="10999"/>
                      <a:pt x="753" y="10999"/>
                    </a:cubicBezTo>
                    <a:cubicBezTo>
                      <a:pt x="753" y="10974"/>
                      <a:pt x="753" y="10949"/>
                      <a:pt x="753" y="10924"/>
                    </a:cubicBezTo>
                    <a:cubicBezTo>
                      <a:pt x="728" y="10924"/>
                      <a:pt x="704" y="10924"/>
                      <a:pt x="678" y="10924"/>
                    </a:cubicBezTo>
                    <a:cubicBezTo>
                      <a:pt x="678" y="10899"/>
                      <a:pt x="678" y="10874"/>
                      <a:pt x="678" y="10848"/>
                    </a:cubicBezTo>
                    <a:cubicBezTo>
                      <a:pt x="653" y="10848"/>
                      <a:pt x="628" y="10848"/>
                      <a:pt x="603" y="10848"/>
                    </a:cubicBezTo>
                    <a:cubicBezTo>
                      <a:pt x="603" y="10823"/>
                      <a:pt x="603" y="10798"/>
                      <a:pt x="603" y="10773"/>
                    </a:cubicBezTo>
                    <a:cubicBezTo>
                      <a:pt x="528" y="10773"/>
                      <a:pt x="454" y="10773"/>
                      <a:pt x="377" y="10773"/>
                    </a:cubicBezTo>
                    <a:close/>
                  </a:path>
                </a:pathLst>
              </a:custGeom>
              <a:solidFill>
                <a:srgbClr val="251047"/>
              </a:solidFill>
              <a:ln w="478" cap="flat">
                <a:noFill/>
              </a:ln>
            </p:spPr>
          </p:sp>
          <p:sp>
            <p:nvSpPr>
              <p:cNvPr id="431" name="ICON_TASK_DATABASE_path_005"/>
              <p:cNvSpPr/>
              <p:nvPr/>
            </p:nvSpPr>
            <p:spPr>
              <a:xfrm>
                <a:off x="2990489" y="836024"/>
                <a:ext cx="160734" cy="45924"/>
              </a:xfrm>
              <a:custGeom>
                <a:avLst/>
                <a:gdLst/>
                <a:ahLst/>
                <a:cxnLst/>
                <a:rect l="0" t="0" r="r" b="b"/>
                <a:pathLst>
                  <a:path w="12656" h="3616" fill="norm" stroke="0">
                    <a:moveTo>
                      <a:pt x="4671" y="0"/>
                    </a:moveTo>
                    <a:cubicBezTo>
                      <a:pt x="5740" y="0"/>
                      <a:pt x="6809" y="0"/>
                      <a:pt x="7910" y="0"/>
                    </a:cubicBezTo>
                    <a:cubicBezTo>
                      <a:pt x="7910" y="25"/>
                      <a:pt x="7910" y="50"/>
                      <a:pt x="7910" y="75"/>
                    </a:cubicBezTo>
                    <a:cubicBezTo>
                      <a:pt x="8159" y="75"/>
                      <a:pt x="8407" y="75"/>
                      <a:pt x="8664" y="75"/>
                    </a:cubicBezTo>
                    <a:cubicBezTo>
                      <a:pt x="8664" y="100"/>
                      <a:pt x="8664" y="125"/>
                      <a:pt x="8664" y="151"/>
                    </a:cubicBezTo>
                    <a:cubicBezTo>
                      <a:pt x="8838" y="151"/>
                      <a:pt x="9012" y="151"/>
                      <a:pt x="9191" y="151"/>
                    </a:cubicBezTo>
                    <a:cubicBezTo>
                      <a:pt x="9191" y="176"/>
                      <a:pt x="9191" y="200"/>
                      <a:pt x="9191" y="226"/>
                    </a:cubicBezTo>
                    <a:cubicBezTo>
                      <a:pt x="9340" y="226"/>
                      <a:pt x="9489" y="226"/>
                      <a:pt x="9643" y="226"/>
                    </a:cubicBezTo>
                    <a:cubicBezTo>
                      <a:pt x="9643" y="251"/>
                      <a:pt x="9643" y="276"/>
                      <a:pt x="9643" y="301"/>
                    </a:cubicBezTo>
                    <a:cubicBezTo>
                      <a:pt x="9767" y="301"/>
                      <a:pt x="9891" y="301"/>
                      <a:pt x="10020" y="301"/>
                    </a:cubicBezTo>
                    <a:cubicBezTo>
                      <a:pt x="10020" y="326"/>
                      <a:pt x="10020" y="351"/>
                      <a:pt x="10020" y="377"/>
                    </a:cubicBezTo>
                    <a:cubicBezTo>
                      <a:pt x="10119" y="377"/>
                      <a:pt x="10218" y="377"/>
                      <a:pt x="10321" y="377"/>
                    </a:cubicBezTo>
                    <a:cubicBezTo>
                      <a:pt x="10321" y="402"/>
                      <a:pt x="10321" y="426"/>
                      <a:pt x="10321" y="452"/>
                    </a:cubicBezTo>
                    <a:cubicBezTo>
                      <a:pt x="10420" y="452"/>
                      <a:pt x="10520" y="452"/>
                      <a:pt x="10622" y="452"/>
                    </a:cubicBezTo>
                    <a:cubicBezTo>
                      <a:pt x="10622" y="477"/>
                      <a:pt x="10622" y="502"/>
                      <a:pt x="10622" y="527"/>
                    </a:cubicBezTo>
                    <a:cubicBezTo>
                      <a:pt x="10722" y="527"/>
                      <a:pt x="10821" y="527"/>
                      <a:pt x="10924" y="527"/>
                    </a:cubicBezTo>
                    <a:cubicBezTo>
                      <a:pt x="10924" y="552"/>
                      <a:pt x="10924" y="577"/>
                      <a:pt x="10924" y="603"/>
                    </a:cubicBezTo>
                    <a:cubicBezTo>
                      <a:pt x="10998" y="603"/>
                      <a:pt x="11073" y="603"/>
                      <a:pt x="11150" y="603"/>
                    </a:cubicBezTo>
                    <a:cubicBezTo>
                      <a:pt x="11150" y="628"/>
                      <a:pt x="11150" y="652"/>
                      <a:pt x="11150" y="678"/>
                    </a:cubicBezTo>
                    <a:cubicBezTo>
                      <a:pt x="11199" y="678"/>
                      <a:pt x="11249" y="678"/>
                      <a:pt x="11300" y="678"/>
                    </a:cubicBezTo>
                    <a:cubicBezTo>
                      <a:pt x="11300" y="703"/>
                      <a:pt x="11300" y="728"/>
                      <a:pt x="11300" y="753"/>
                    </a:cubicBezTo>
                    <a:cubicBezTo>
                      <a:pt x="11375" y="753"/>
                      <a:pt x="11449" y="753"/>
                      <a:pt x="11526" y="753"/>
                    </a:cubicBezTo>
                    <a:cubicBezTo>
                      <a:pt x="11526" y="778"/>
                      <a:pt x="11526" y="803"/>
                      <a:pt x="11526" y="829"/>
                    </a:cubicBezTo>
                    <a:cubicBezTo>
                      <a:pt x="11576" y="829"/>
                      <a:pt x="11626" y="829"/>
                      <a:pt x="11677" y="829"/>
                    </a:cubicBezTo>
                    <a:cubicBezTo>
                      <a:pt x="11677" y="854"/>
                      <a:pt x="11677" y="878"/>
                      <a:pt x="11677" y="904"/>
                    </a:cubicBezTo>
                    <a:cubicBezTo>
                      <a:pt x="11727" y="904"/>
                      <a:pt x="11776" y="904"/>
                      <a:pt x="11828" y="904"/>
                    </a:cubicBezTo>
                    <a:cubicBezTo>
                      <a:pt x="11828" y="929"/>
                      <a:pt x="11828" y="954"/>
                      <a:pt x="11828" y="979"/>
                    </a:cubicBezTo>
                    <a:cubicBezTo>
                      <a:pt x="11877" y="979"/>
                      <a:pt x="11927" y="979"/>
                      <a:pt x="11978" y="979"/>
                    </a:cubicBezTo>
                    <a:cubicBezTo>
                      <a:pt x="11978" y="1004"/>
                      <a:pt x="11978" y="1029"/>
                      <a:pt x="11978" y="1055"/>
                    </a:cubicBezTo>
                    <a:cubicBezTo>
                      <a:pt x="12028" y="1055"/>
                      <a:pt x="12078" y="1055"/>
                      <a:pt x="12129" y="1055"/>
                    </a:cubicBezTo>
                    <a:cubicBezTo>
                      <a:pt x="12129" y="1080"/>
                      <a:pt x="12129" y="1104"/>
                      <a:pt x="12129" y="1130"/>
                    </a:cubicBezTo>
                    <a:cubicBezTo>
                      <a:pt x="12154" y="1130"/>
                      <a:pt x="12179" y="1130"/>
                      <a:pt x="12204" y="1130"/>
                    </a:cubicBezTo>
                    <a:cubicBezTo>
                      <a:pt x="12204" y="1155"/>
                      <a:pt x="12204" y="1180"/>
                      <a:pt x="12204" y="1205"/>
                    </a:cubicBezTo>
                    <a:cubicBezTo>
                      <a:pt x="12229" y="1205"/>
                      <a:pt x="12254" y="1205"/>
                      <a:pt x="12280" y="1205"/>
                    </a:cubicBezTo>
                    <a:cubicBezTo>
                      <a:pt x="12280" y="1230"/>
                      <a:pt x="12280" y="1255"/>
                      <a:pt x="12280" y="1281"/>
                    </a:cubicBezTo>
                    <a:cubicBezTo>
                      <a:pt x="12304" y="1281"/>
                      <a:pt x="12329" y="1281"/>
                      <a:pt x="12355" y="1281"/>
                    </a:cubicBezTo>
                    <a:cubicBezTo>
                      <a:pt x="12355" y="1306"/>
                      <a:pt x="12355" y="1330"/>
                      <a:pt x="12355" y="1356"/>
                    </a:cubicBezTo>
                    <a:cubicBezTo>
                      <a:pt x="12380" y="1356"/>
                      <a:pt x="12405" y="1356"/>
                      <a:pt x="12430" y="1356"/>
                    </a:cubicBezTo>
                    <a:cubicBezTo>
                      <a:pt x="12430" y="1381"/>
                      <a:pt x="12430" y="1406"/>
                      <a:pt x="12430" y="1431"/>
                    </a:cubicBezTo>
                    <a:cubicBezTo>
                      <a:pt x="12455" y="1431"/>
                      <a:pt x="12480" y="1431"/>
                      <a:pt x="12506" y="1431"/>
                    </a:cubicBezTo>
                    <a:cubicBezTo>
                      <a:pt x="12506" y="1456"/>
                      <a:pt x="12506" y="1481"/>
                      <a:pt x="12506" y="1507"/>
                    </a:cubicBezTo>
                    <a:cubicBezTo>
                      <a:pt x="12530" y="1507"/>
                      <a:pt x="12555" y="1507"/>
                      <a:pt x="12581" y="1507"/>
                    </a:cubicBezTo>
                    <a:cubicBezTo>
                      <a:pt x="12581" y="1532"/>
                      <a:pt x="12581" y="1556"/>
                      <a:pt x="12581" y="1582"/>
                    </a:cubicBezTo>
                    <a:cubicBezTo>
                      <a:pt x="12606" y="1582"/>
                      <a:pt x="12631" y="1582"/>
                      <a:pt x="12656" y="1582"/>
                    </a:cubicBezTo>
                    <a:cubicBezTo>
                      <a:pt x="12656" y="1731"/>
                      <a:pt x="12656" y="1880"/>
                      <a:pt x="12656" y="2034"/>
                    </a:cubicBezTo>
                    <a:cubicBezTo>
                      <a:pt x="12631" y="2034"/>
                      <a:pt x="12607" y="2034"/>
                      <a:pt x="12581" y="2034"/>
                    </a:cubicBezTo>
                    <a:cubicBezTo>
                      <a:pt x="12581" y="2084"/>
                      <a:pt x="12581" y="2133"/>
                      <a:pt x="12581" y="2185"/>
                    </a:cubicBezTo>
                    <a:cubicBezTo>
                      <a:pt x="12556" y="2185"/>
                      <a:pt x="12531" y="2185"/>
                      <a:pt x="12506" y="2185"/>
                    </a:cubicBezTo>
                    <a:cubicBezTo>
                      <a:pt x="12506" y="2210"/>
                      <a:pt x="12506" y="2234"/>
                      <a:pt x="12506" y="2260"/>
                    </a:cubicBezTo>
                    <a:cubicBezTo>
                      <a:pt x="12481" y="2260"/>
                      <a:pt x="12456" y="2260"/>
                      <a:pt x="12430" y="2260"/>
                    </a:cubicBezTo>
                    <a:cubicBezTo>
                      <a:pt x="12430" y="2285"/>
                      <a:pt x="12430" y="2310"/>
                      <a:pt x="12430" y="2335"/>
                    </a:cubicBezTo>
                    <a:cubicBezTo>
                      <a:pt x="12381" y="2335"/>
                      <a:pt x="12331" y="2335"/>
                      <a:pt x="12280" y="2335"/>
                    </a:cubicBezTo>
                    <a:cubicBezTo>
                      <a:pt x="12280" y="2360"/>
                      <a:pt x="12280" y="2385"/>
                      <a:pt x="12280" y="2411"/>
                    </a:cubicBezTo>
                    <a:cubicBezTo>
                      <a:pt x="12255" y="2411"/>
                      <a:pt x="12230" y="2411"/>
                      <a:pt x="12204" y="2411"/>
                    </a:cubicBezTo>
                    <a:cubicBezTo>
                      <a:pt x="12204" y="2436"/>
                      <a:pt x="12204" y="2460"/>
                      <a:pt x="12204" y="2486"/>
                    </a:cubicBezTo>
                    <a:cubicBezTo>
                      <a:pt x="12179" y="2486"/>
                      <a:pt x="12155" y="2486"/>
                      <a:pt x="12129" y="2486"/>
                    </a:cubicBezTo>
                    <a:cubicBezTo>
                      <a:pt x="12129" y="2511"/>
                      <a:pt x="12129" y="2536"/>
                      <a:pt x="12129" y="2561"/>
                    </a:cubicBezTo>
                    <a:cubicBezTo>
                      <a:pt x="12079" y="2561"/>
                      <a:pt x="12029" y="2561"/>
                      <a:pt x="11978" y="2561"/>
                    </a:cubicBezTo>
                    <a:cubicBezTo>
                      <a:pt x="11978" y="2586"/>
                      <a:pt x="11978" y="2611"/>
                      <a:pt x="11978" y="2637"/>
                    </a:cubicBezTo>
                    <a:cubicBezTo>
                      <a:pt x="11929" y="2637"/>
                      <a:pt x="11879" y="2637"/>
                      <a:pt x="11828" y="2637"/>
                    </a:cubicBezTo>
                    <a:cubicBezTo>
                      <a:pt x="11828" y="2662"/>
                      <a:pt x="11828" y="2686"/>
                      <a:pt x="11828" y="2712"/>
                    </a:cubicBezTo>
                    <a:cubicBezTo>
                      <a:pt x="11778" y="2712"/>
                      <a:pt x="11728" y="2712"/>
                      <a:pt x="11677" y="2712"/>
                    </a:cubicBezTo>
                    <a:cubicBezTo>
                      <a:pt x="11677" y="2737"/>
                      <a:pt x="11677" y="2762"/>
                      <a:pt x="11677" y="2787"/>
                    </a:cubicBezTo>
                    <a:cubicBezTo>
                      <a:pt x="11627" y="2787"/>
                      <a:pt x="11577" y="2787"/>
                      <a:pt x="11526" y="2787"/>
                    </a:cubicBezTo>
                    <a:cubicBezTo>
                      <a:pt x="11526" y="2812"/>
                      <a:pt x="11526" y="2837"/>
                      <a:pt x="11526" y="2863"/>
                    </a:cubicBezTo>
                    <a:cubicBezTo>
                      <a:pt x="11452" y="2863"/>
                      <a:pt x="11377" y="2863"/>
                      <a:pt x="11300" y="2863"/>
                    </a:cubicBezTo>
                    <a:cubicBezTo>
                      <a:pt x="11300" y="2888"/>
                      <a:pt x="11300" y="2912"/>
                      <a:pt x="11300" y="2938"/>
                    </a:cubicBezTo>
                    <a:cubicBezTo>
                      <a:pt x="11226" y="2938"/>
                      <a:pt x="11151" y="2938"/>
                      <a:pt x="11074" y="2938"/>
                    </a:cubicBezTo>
                    <a:cubicBezTo>
                      <a:pt x="11074" y="2963"/>
                      <a:pt x="11074" y="2988"/>
                      <a:pt x="11074" y="3013"/>
                    </a:cubicBezTo>
                    <a:cubicBezTo>
                      <a:pt x="11000" y="3013"/>
                      <a:pt x="10925" y="3013"/>
                      <a:pt x="10848" y="3013"/>
                    </a:cubicBezTo>
                    <a:cubicBezTo>
                      <a:pt x="10848" y="3038"/>
                      <a:pt x="10848" y="3063"/>
                      <a:pt x="10848" y="3089"/>
                    </a:cubicBezTo>
                    <a:cubicBezTo>
                      <a:pt x="10749" y="3089"/>
                      <a:pt x="10649" y="3089"/>
                      <a:pt x="10547" y="3089"/>
                    </a:cubicBezTo>
                    <a:cubicBezTo>
                      <a:pt x="10547" y="3114"/>
                      <a:pt x="10547" y="3138"/>
                      <a:pt x="10547" y="3164"/>
                    </a:cubicBezTo>
                    <a:cubicBezTo>
                      <a:pt x="10447" y="3164"/>
                      <a:pt x="10348" y="3164"/>
                      <a:pt x="10246" y="3164"/>
                    </a:cubicBezTo>
                    <a:cubicBezTo>
                      <a:pt x="10246" y="3189"/>
                      <a:pt x="10246" y="3214"/>
                      <a:pt x="10246" y="3239"/>
                    </a:cubicBezTo>
                    <a:cubicBezTo>
                      <a:pt x="10146" y="3239"/>
                      <a:pt x="10047" y="3239"/>
                      <a:pt x="9944" y="3239"/>
                    </a:cubicBezTo>
                    <a:cubicBezTo>
                      <a:pt x="9944" y="3264"/>
                      <a:pt x="9944" y="3289"/>
                      <a:pt x="9944" y="3315"/>
                    </a:cubicBezTo>
                    <a:cubicBezTo>
                      <a:pt x="9820" y="3315"/>
                      <a:pt x="9696" y="3315"/>
                      <a:pt x="9568" y="3315"/>
                    </a:cubicBezTo>
                    <a:cubicBezTo>
                      <a:pt x="9568" y="3340"/>
                      <a:pt x="9568" y="3364"/>
                      <a:pt x="9568" y="3390"/>
                    </a:cubicBezTo>
                    <a:cubicBezTo>
                      <a:pt x="9393" y="3390"/>
                      <a:pt x="9219" y="3390"/>
                      <a:pt x="9040" y="3390"/>
                    </a:cubicBezTo>
                    <a:cubicBezTo>
                      <a:pt x="9040" y="3415"/>
                      <a:pt x="9040" y="3440"/>
                      <a:pt x="9040" y="3465"/>
                    </a:cubicBezTo>
                    <a:cubicBezTo>
                      <a:pt x="8841" y="3465"/>
                      <a:pt x="8642" y="3465"/>
                      <a:pt x="8438" y="3465"/>
                    </a:cubicBezTo>
                    <a:cubicBezTo>
                      <a:pt x="8438" y="3490"/>
                      <a:pt x="8438" y="3515"/>
                      <a:pt x="8438" y="3541"/>
                    </a:cubicBezTo>
                    <a:cubicBezTo>
                      <a:pt x="8089" y="3541"/>
                      <a:pt x="7741" y="3541"/>
                      <a:pt x="7383" y="3541"/>
                    </a:cubicBezTo>
                    <a:cubicBezTo>
                      <a:pt x="7383" y="3566"/>
                      <a:pt x="7383" y="3590"/>
                      <a:pt x="7383" y="3616"/>
                    </a:cubicBezTo>
                    <a:cubicBezTo>
                      <a:pt x="6712" y="3616"/>
                      <a:pt x="6040" y="3616"/>
                      <a:pt x="5349" y="3616"/>
                    </a:cubicBezTo>
                    <a:cubicBezTo>
                      <a:pt x="5349" y="3591"/>
                      <a:pt x="5349" y="3566"/>
                      <a:pt x="5349" y="3541"/>
                    </a:cubicBezTo>
                    <a:cubicBezTo>
                      <a:pt x="5001" y="3541"/>
                      <a:pt x="4653" y="3541"/>
                      <a:pt x="4294" y="3541"/>
                    </a:cubicBezTo>
                    <a:cubicBezTo>
                      <a:pt x="4294" y="3516"/>
                      <a:pt x="4294" y="3491"/>
                      <a:pt x="4294" y="3465"/>
                    </a:cubicBezTo>
                    <a:cubicBezTo>
                      <a:pt x="4070" y="3465"/>
                      <a:pt x="3847" y="3465"/>
                      <a:pt x="3616" y="3465"/>
                    </a:cubicBezTo>
                    <a:cubicBezTo>
                      <a:pt x="3616" y="3441"/>
                      <a:pt x="3616" y="3416"/>
                      <a:pt x="3616" y="3390"/>
                    </a:cubicBezTo>
                    <a:cubicBezTo>
                      <a:pt x="3467" y="3390"/>
                      <a:pt x="3318" y="3390"/>
                      <a:pt x="3164" y="3390"/>
                    </a:cubicBezTo>
                    <a:cubicBezTo>
                      <a:pt x="3164" y="3365"/>
                      <a:pt x="3164" y="3340"/>
                      <a:pt x="3164" y="3315"/>
                    </a:cubicBezTo>
                    <a:cubicBezTo>
                      <a:pt x="3040" y="3315"/>
                      <a:pt x="2915" y="3315"/>
                      <a:pt x="2787" y="3315"/>
                    </a:cubicBezTo>
                    <a:cubicBezTo>
                      <a:pt x="2787" y="3290"/>
                      <a:pt x="2787" y="3265"/>
                      <a:pt x="2787" y="3239"/>
                    </a:cubicBezTo>
                    <a:cubicBezTo>
                      <a:pt x="2663" y="3239"/>
                      <a:pt x="2539" y="3239"/>
                      <a:pt x="2411" y="3239"/>
                    </a:cubicBezTo>
                    <a:cubicBezTo>
                      <a:pt x="2411" y="3215"/>
                      <a:pt x="2411" y="3190"/>
                      <a:pt x="2411" y="3164"/>
                    </a:cubicBezTo>
                    <a:cubicBezTo>
                      <a:pt x="2311" y="3164"/>
                      <a:pt x="2212" y="3164"/>
                      <a:pt x="2109" y="3164"/>
                    </a:cubicBezTo>
                    <a:cubicBezTo>
                      <a:pt x="2109" y="3139"/>
                      <a:pt x="2109" y="3114"/>
                      <a:pt x="2109" y="3089"/>
                    </a:cubicBezTo>
                    <a:cubicBezTo>
                      <a:pt x="2010" y="3089"/>
                      <a:pt x="1910" y="3089"/>
                      <a:pt x="1808" y="3089"/>
                    </a:cubicBezTo>
                    <a:cubicBezTo>
                      <a:pt x="1808" y="3064"/>
                      <a:pt x="1808" y="3039"/>
                      <a:pt x="1808" y="3013"/>
                    </a:cubicBezTo>
                    <a:cubicBezTo>
                      <a:pt x="1733" y="3013"/>
                      <a:pt x="1659" y="3013"/>
                      <a:pt x="1582" y="3013"/>
                    </a:cubicBezTo>
                    <a:cubicBezTo>
                      <a:pt x="1582" y="2989"/>
                      <a:pt x="1582" y="2964"/>
                      <a:pt x="1582" y="2938"/>
                    </a:cubicBezTo>
                    <a:cubicBezTo>
                      <a:pt x="1507" y="2938"/>
                      <a:pt x="1433" y="2938"/>
                      <a:pt x="1356" y="2938"/>
                    </a:cubicBezTo>
                    <a:cubicBezTo>
                      <a:pt x="1356" y="2913"/>
                      <a:pt x="1356" y="2888"/>
                      <a:pt x="1356" y="2863"/>
                    </a:cubicBezTo>
                    <a:cubicBezTo>
                      <a:pt x="1306" y="2863"/>
                      <a:pt x="1257" y="2863"/>
                      <a:pt x="1205" y="2863"/>
                    </a:cubicBezTo>
                    <a:cubicBezTo>
                      <a:pt x="1205" y="2838"/>
                      <a:pt x="1205" y="2813"/>
                      <a:pt x="1205" y="2787"/>
                    </a:cubicBezTo>
                    <a:cubicBezTo>
                      <a:pt x="1156" y="2787"/>
                      <a:pt x="1106" y="2787"/>
                      <a:pt x="1055" y="2787"/>
                    </a:cubicBezTo>
                    <a:cubicBezTo>
                      <a:pt x="1055" y="2763"/>
                      <a:pt x="1055" y="2738"/>
                      <a:pt x="1055" y="2712"/>
                    </a:cubicBezTo>
                    <a:cubicBezTo>
                      <a:pt x="980" y="2712"/>
                      <a:pt x="906" y="2712"/>
                      <a:pt x="829" y="2712"/>
                    </a:cubicBezTo>
                    <a:cubicBezTo>
                      <a:pt x="829" y="2687"/>
                      <a:pt x="829" y="2662"/>
                      <a:pt x="829" y="2637"/>
                    </a:cubicBezTo>
                    <a:cubicBezTo>
                      <a:pt x="804" y="2637"/>
                      <a:pt x="779" y="2637"/>
                      <a:pt x="753" y="2637"/>
                    </a:cubicBezTo>
                    <a:cubicBezTo>
                      <a:pt x="753" y="2612"/>
                      <a:pt x="753" y="2587"/>
                      <a:pt x="753" y="2561"/>
                    </a:cubicBezTo>
                    <a:cubicBezTo>
                      <a:pt x="704" y="2561"/>
                      <a:pt x="654" y="2561"/>
                      <a:pt x="603" y="2561"/>
                    </a:cubicBezTo>
                    <a:cubicBezTo>
                      <a:pt x="603" y="2537"/>
                      <a:pt x="603" y="2512"/>
                      <a:pt x="603" y="2486"/>
                    </a:cubicBezTo>
                    <a:cubicBezTo>
                      <a:pt x="553" y="2486"/>
                      <a:pt x="503" y="2486"/>
                      <a:pt x="452" y="2486"/>
                    </a:cubicBezTo>
                    <a:cubicBezTo>
                      <a:pt x="452" y="2461"/>
                      <a:pt x="452" y="2436"/>
                      <a:pt x="452" y="2411"/>
                    </a:cubicBezTo>
                    <a:cubicBezTo>
                      <a:pt x="427" y="2411"/>
                      <a:pt x="402" y="2411"/>
                      <a:pt x="377" y="2411"/>
                    </a:cubicBezTo>
                    <a:cubicBezTo>
                      <a:pt x="377" y="2386"/>
                      <a:pt x="377" y="2361"/>
                      <a:pt x="377" y="2335"/>
                    </a:cubicBezTo>
                    <a:cubicBezTo>
                      <a:pt x="352" y="2335"/>
                      <a:pt x="327" y="2335"/>
                      <a:pt x="301" y="2335"/>
                    </a:cubicBezTo>
                    <a:cubicBezTo>
                      <a:pt x="301" y="2311"/>
                      <a:pt x="301" y="2286"/>
                      <a:pt x="301" y="2260"/>
                    </a:cubicBezTo>
                    <a:cubicBezTo>
                      <a:pt x="276" y="2260"/>
                      <a:pt x="252" y="2260"/>
                      <a:pt x="226" y="2260"/>
                    </a:cubicBezTo>
                    <a:cubicBezTo>
                      <a:pt x="226" y="2235"/>
                      <a:pt x="226" y="2210"/>
                      <a:pt x="226" y="2185"/>
                    </a:cubicBezTo>
                    <a:cubicBezTo>
                      <a:pt x="201" y="2185"/>
                      <a:pt x="176" y="2185"/>
                      <a:pt x="151" y="2185"/>
                    </a:cubicBezTo>
                    <a:cubicBezTo>
                      <a:pt x="151" y="2160"/>
                      <a:pt x="151" y="2135"/>
                      <a:pt x="151" y="2109"/>
                    </a:cubicBezTo>
                    <a:cubicBezTo>
                      <a:pt x="126" y="2109"/>
                      <a:pt x="101" y="2109"/>
                      <a:pt x="75" y="2109"/>
                    </a:cubicBezTo>
                    <a:cubicBezTo>
                      <a:pt x="75" y="2085"/>
                      <a:pt x="75" y="2060"/>
                      <a:pt x="75" y="2034"/>
                    </a:cubicBezTo>
                    <a:cubicBezTo>
                      <a:pt x="50" y="2034"/>
                      <a:pt x="26" y="2034"/>
                      <a:pt x="0" y="2034"/>
                    </a:cubicBezTo>
                    <a:cubicBezTo>
                      <a:pt x="0" y="1885"/>
                      <a:pt x="0" y="1736"/>
                      <a:pt x="0" y="1582"/>
                    </a:cubicBezTo>
                    <a:cubicBezTo>
                      <a:pt x="25" y="1582"/>
                      <a:pt x="50" y="1582"/>
                      <a:pt x="75" y="1582"/>
                    </a:cubicBezTo>
                    <a:cubicBezTo>
                      <a:pt x="75" y="1557"/>
                      <a:pt x="75" y="1532"/>
                      <a:pt x="75" y="1507"/>
                    </a:cubicBezTo>
                    <a:cubicBezTo>
                      <a:pt x="100" y="1507"/>
                      <a:pt x="125" y="1507"/>
                      <a:pt x="151" y="1507"/>
                    </a:cubicBezTo>
                    <a:cubicBezTo>
                      <a:pt x="151" y="1457"/>
                      <a:pt x="151" y="1407"/>
                      <a:pt x="151" y="1356"/>
                    </a:cubicBezTo>
                    <a:cubicBezTo>
                      <a:pt x="176" y="1356"/>
                      <a:pt x="200" y="1356"/>
                      <a:pt x="226" y="1356"/>
                    </a:cubicBezTo>
                    <a:cubicBezTo>
                      <a:pt x="226" y="1331"/>
                      <a:pt x="226" y="1306"/>
                      <a:pt x="226" y="1281"/>
                    </a:cubicBezTo>
                    <a:cubicBezTo>
                      <a:pt x="276" y="1281"/>
                      <a:pt x="325" y="1281"/>
                      <a:pt x="377" y="1281"/>
                    </a:cubicBezTo>
                    <a:cubicBezTo>
                      <a:pt x="377" y="1256"/>
                      <a:pt x="377" y="1231"/>
                      <a:pt x="377" y="1205"/>
                    </a:cubicBezTo>
                    <a:cubicBezTo>
                      <a:pt x="402" y="1205"/>
                      <a:pt x="426" y="1205"/>
                      <a:pt x="452" y="1205"/>
                    </a:cubicBezTo>
                    <a:cubicBezTo>
                      <a:pt x="452" y="1180"/>
                      <a:pt x="452" y="1156"/>
                      <a:pt x="452" y="1130"/>
                    </a:cubicBezTo>
                    <a:cubicBezTo>
                      <a:pt x="477" y="1130"/>
                      <a:pt x="502" y="1130"/>
                      <a:pt x="527" y="1130"/>
                    </a:cubicBezTo>
                    <a:cubicBezTo>
                      <a:pt x="527" y="1105"/>
                      <a:pt x="527" y="1080"/>
                      <a:pt x="527" y="1055"/>
                    </a:cubicBezTo>
                    <a:cubicBezTo>
                      <a:pt x="577" y="1055"/>
                      <a:pt x="627" y="1055"/>
                      <a:pt x="678" y="1055"/>
                    </a:cubicBezTo>
                    <a:cubicBezTo>
                      <a:pt x="678" y="1030"/>
                      <a:pt x="678" y="1005"/>
                      <a:pt x="678" y="979"/>
                    </a:cubicBezTo>
                    <a:cubicBezTo>
                      <a:pt x="728" y="979"/>
                      <a:pt x="777" y="979"/>
                      <a:pt x="829" y="979"/>
                    </a:cubicBezTo>
                    <a:cubicBezTo>
                      <a:pt x="829" y="954"/>
                      <a:pt x="829" y="930"/>
                      <a:pt x="829" y="904"/>
                    </a:cubicBezTo>
                    <a:cubicBezTo>
                      <a:pt x="878" y="904"/>
                      <a:pt x="928" y="904"/>
                      <a:pt x="979" y="904"/>
                    </a:cubicBezTo>
                    <a:cubicBezTo>
                      <a:pt x="979" y="879"/>
                      <a:pt x="979" y="854"/>
                      <a:pt x="979" y="829"/>
                    </a:cubicBezTo>
                    <a:cubicBezTo>
                      <a:pt x="1029" y="829"/>
                      <a:pt x="1079" y="829"/>
                      <a:pt x="1130" y="829"/>
                    </a:cubicBezTo>
                    <a:cubicBezTo>
                      <a:pt x="1130" y="804"/>
                      <a:pt x="1130" y="779"/>
                      <a:pt x="1130" y="753"/>
                    </a:cubicBezTo>
                    <a:cubicBezTo>
                      <a:pt x="1205" y="753"/>
                      <a:pt x="1279" y="753"/>
                      <a:pt x="1356" y="753"/>
                    </a:cubicBezTo>
                    <a:cubicBezTo>
                      <a:pt x="1356" y="728"/>
                      <a:pt x="1356" y="704"/>
                      <a:pt x="1356" y="678"/>
                    </a:cubicBezTo>
                    <a:cubicBezTo>
                      <a:pt x="1431" y="678"/>
                      <a:pt x="1505" y="678"/>
                      <a:pt x="1582" y="678"/>
                    </a:cubicBezTo>
                    <a:cubicBezTo>
                      <a:pt x="1582" y="653"/>
                      <a:pt x="1582" y="628"/>
                      <a:pt x="1582" y="603"/>
                    </a:cubicBezTo>
                    <a:cubicBezTo>
                      <a:pt x="1657" y="603"/>
                      <a:pt x="1731" y="603"/>
                      <a:pt x="1808" y="603"/>
                    </a:cubicBezTo>
                    <a:cubicBezTo>
                      <a:pt x="1808" y="578"/>
                      <a:pt x="1808" y="553"/>
                      <a:pt x="1808" y="527"/>
                    </a:cubicBezTo>
                    <a:cubicBezTo>
                      <a:pt x="1883" y="527"/>
                      <a:pt x="1957" y="527"/>
                      <a:pt x="2034" y="527"/>
                    </a:cubicBezTo>
                    <a:cubicBezTo>
                      <a:pt x="2034" y="502"/>
                      <a:pt x="2034" y="478"/>
                      <a:pt x="2034" y="452"/>
                    </a:cubicBezTo>
                    <a:cubicBezTo>
                      <a:pt x="2133" y="452"/>
                      <a:pt x="2233" y="452"/>
                      <a:pt x="2335" y="452"/>
                    </a:cubicBezTo>
                    <a:cubicBezTo>
                      <a:pt x="2335" y="427"/>
                      <a:pt x="2335" y="402"/>
                      <a:pt x="2335" y="377"/>
                    </a:cubicBezTo>
                    <a:cubicBezTo>
                      <a:pt x="2460" y="377"/>
                      <a:pt x="2584" y="377"/>
                      <a:pt x="2712" y="377"/>
                    </a:cubicBezTo>
                    <a:cubicBezTo>
                      <a:pt x="2712" y="352"/>
                      <a:pt x="2712" y="327"/>
                      <a:pt x="2712" y="301"/>
                    </a:cubicBezTo>
                    <a:cubicBezTo>
                      <a:pt x="2836" y="301"/>
                      <a:pt x="2961" y="301"/>
                      <a:pt x="3089" y="301"/>
                    </a:cubicBezTo>
                    <a:cubicBezTo>
                      <a:pt x="3089" y="276"/>
                      <a:pt x="3089" y="252"/>
                      <a:pt x="3089" y="226"/>
                    </a:cubicBezTo>
                    <a:cubicBezTo>
                      <a:pt x="3238" y="226"/>
                      <a:pt x="3387" y="226"/>
                      <a:pt x="3541" y="226"/>
                    </a:cubicBezTo>
                    <a:cubicBezTo>
                      <a:pt x="3541" y="201"/>
                      <a:pt x="3541" y="176"/>
                      <a:pt x="3541" y="151"/>
                    </a:cubicBezTo>
                    <a:cubicBezTo>
                      <a:pt x="3715" y="151"/>
                      <a:pt x="3889" y="151"/>
                      <a:pt x="4068" y="151"/>
                    </a:cubicBezTo>
                    <a:cubicBezTo>
                      <a:pt x="4068" y="126"/>
                      <a:pt x="4068" y="101"/>
                      <a:pt x="4068" y="75"/>
                    </a:cubicBezTo>
                    <a:cubicBezTo>
                      <a:pt x="4267" y="75"/>
                      <a:pt x="4466" y="75"/>
                      <a:pt x="4671" y="75"/>
                    </a:cubicBezTo>
                    <a:cubicBezTo>
                      <a:pt x="4671" y="50"/>
                      <a:pt x="4671" y="26"/>
                      <a:pt x="467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78" cap="flat">
                <a:noFill/>
              </a:ln>
            </p:spPr>
          </p:sp>
          <p:sp>
            <p:nvSpPr>
              <p:cNvPr id="432" name="ICON_TASK_DATABASE_path_006"/>
              <p:cNvSpPr/>
              <p:nvPr/>
            </p:nvSpPr>
            <p:spPr>
              <a:xfrm>
                <a:off x="3113910" y="939354"/>
                <a:ext cx="22005" cy="22005"/>
              </a:xfrm>
              <a:custGeom>
                <a:avLst/>
                <a:gdLst/>
                <a:ahLst/>
                <a:cxnLst/>
                <a:rect l="0" t="0" r="r" b="b"/>
                <a:pathLst>
                  <a:path w="1733" h="1733" fill="norm" stroke="0">
                    <a:moveTo>
                      <a:pt x="678" y="0"/>
                    </a:moveTo>
                    <a:cubicBezTo>
                      <a:pt x="802" y="0"/>
                      <a:pt x="927" y="0"/>
                      <a:pt x="1055" y="0"/>
                    </a:cubicBezTo>
                    <a:cubicBezTo>
                      <a:pt x="1055" y="25"/>
                      <a:pt x="1055" y="50"/>
                      <a:pt x="1055" y="75"/>
                    </a:cubicBezTo>
                    <a:cubicBezTo>
                      <a:pt x="1129" y="75"/>
                      <a:pt x="1204" y="75"/>
                      <a:pt x="1281" y="75"/>
                    </a:cubicBezTo>
                    <a:cubicBezTo>
                      <a:pt x="1281" y="100"/>
                      <a:pt x="1281" y="125"/>
                      <a:pt x="1281" y="151"/>
                    </a:cubicBezTo>
                    <a:cubicBezTo>
                      <a:pt x="1306" y="151"/>
                      <a:pt x="1330" y="151"/>
                      <a:pt x="1356" y="151"/>
                    </a:cubicBezTo>
                    <a:cubicBezTo>
                      <a:pt x="1356" y="176"/>
                      <a:pt x="1356" y="200"/>
                      <a:pt x="1356" y="226"/>
                    </a:cubicBezTo>
                    <a:cubicBezTo>
                      <a:pt x="1406" y="226"/>
                      <a:pt x="1455" y="226"/>
                      <a:pt x="1507" y="226"/>
                    </a:cubicBezTo>
                    <a:cubicBezTo>
                      <a:pt x="1507" y="251"/>
                      <a:pt x="1507" y="276"/>
                      <a:pt x="1507" y="301"/>
                    </a:cubicBezTo>
                    <a:cubicBezTo>
                      <a:pt x="1532" y="301"/>
                      <a:pt x="1556" y="301"/>
                      <a:pt x="1582" y="301"/>
                    </a:cubicBezTo>
                    <a:cubicBezTo>
                      <a:pt x="1582" y="351"/>
                      <a:pt x="1582" y="401"/>
                      <a:pt x="1582" y="452"/>
                    </a:cubicBezTo>
                    <a:cubicBezTo>
                      <a:pt x="1607" y="452"/>
                      <a:pt x="1632" y="452"/>
                      <a:pt x="1657" y="452"/>
                    </a:cubicBezTo>
                    <a:cubicBezTo>
                      <a:pt x="1657" y="502"/>
                      <a:pt x="1657" y="551"/>
                      <a:pt x="1657" y="603"/>
                    </a:cubicBezTo>
                    <a:cubicBezTo>
                      <a:pt x="1682" y="603"/>
                      <a:pt x="1707" y="603"/>
                      <a:pt x="1733" y="603"/>
                    </a:cubicBezTo>
                    <a:cubicBezTo>
                      <a:pt x="1733" y="752"/>
                      <a:pt x="1733" y="901"/>
                      <a:pt x="1733" y="1055"/>
                    </a:cubicBezTo>
                    <a:cubicBezTo>
                      <a:pt x="1708" y="1055"/>
                      <a:pt x="1683" y="1055"/>
                      <a:pt x="1657" y="1055"/>
                    </a:cubicBezTo>
                    <a:cubicBezTo>
                      <a:pt x="1657" y="1129"/>
                      <a:pt x="1657" y="1204"/>
                      <a:pt x="1657" y="1281"/>
                    </a:cubicBezTo>
                    <a:cubicBezTo>
                      <a:pt x="1633" y="1281"/>
                      <a:pt x="1608" y="1281"/>
                      <a:pt x="1582" y="1281"/>
                    </a:cubicBezTo>
                    <a:cubicBezTo>
                      <a:pt x="1582" y="1306"/>
                      <a:pt x="1582" y="1330"/>
                      <a:pt x="1582" y="1356"/>
                    </a:cubicBezTo>
                    <a:cubicBezTo>
                      <a:pt x="1557" y="1356"/>
                      <a:pt x="1532" y="1356"/>
                      <a:pt x="1507" y="1356"/>
                    </a:cubicBezTo>
                    <a:cubicBezTo>
                      <a:pt x="1507" y="1381"/>
                      <a:pt x="1507" y="1406"/>
                      <a:pt x="1507" y="1431"/>
                    </a:cubicBezTo>
                    <a:cubicBezTo>
                      <a:pt x="1482" y="1431"/>
                      <a:pt x="1457" y="1431"/>
                      <a:pt x="1431" y="1431"/>
                    </a:cubicBezTo>
                    <a:cubicBezTo>
                      <a:pt x="1431" y="1456"/>
                      <a:pt x="1431" y="1481"/>
                      <a:pt x="1431" y="1507"/>
                    </a:cubicBezTo>
                    <a:cubicBezTo>
                      <a:pt x="1407" y="1507"/>
                      <a:pt x="1382" y="1507"/>
                      <a:pt x="1356" y="1507"/>
                    </a:cubicBezTo>
                    <a:cubicBezTo>
                      <a:pt x="1356" y="1532"/>
                      <a:pt x="1356" y="1556"/>
                      <a:pt x="1356" y="1582"/>
                    </a:cubicBezTo>
                    <a:cubicBezTo>
                      <a:pt x="1306" y="1582"/>
                      <a:pt x="1257" y="1582"/>
                      <a:pt x="1205" y="1582"/>
                    </a:cubicBezTo>
                    <a:cubicBezTo>
                      <a:pt x="1205" y="1607"/>
                      <a:pt x="1205" y="1632"/>
                      <a:pt x="1205" y="1657"/>
                    </a:cubicBezTo>
                    <a:cubicBezTo>
                      <a:pt x="1156" y="1657"/>
                      <a:pt x="1106" y="1657"/>
                      <a:pt x="1055" y="1657"/>
                    </a:cubicBezTo>
                    <a:cubicBezTo>
                      <a:pt x="1055" y="1682"/>
                      <a:pt x="1055" y="1707"/>
                      <a:pt x="1055" y="1733"/>
                    </a:cubicBezTo>
                    <a:cubicBezTo>
                      <a:pt x="930" y="1733"/>
                      <a:pt x="806" y="1733"/>
                      <a:pt x="678" y="1733"/>
                    </a:cubicBezTo>
                    <a:cubicBezTo>
                      <a:pt x="678" y="1708"/>
                      <a:pt x="678" y="1683"/>
                      <a:pt x="678" y="1657"/>
                    </a:cubicBezTo>
                    <a:cubicBezTo>
                      <a:pt x="603" y="1657"/>
                      <a:pt x="529" y="1657"/>
                      <a:pt x="452" y="1657"/>
                    </a:cubicBezTo>
                    <a:cubicBezTo>
                      <a:pt x="452" y="1633"/>
                      <a:pt x="452" y="1608"/>
                      <a:pt x="452" y="1582"/>
                    </a:cubicBezTo>
                    <a:cubicBezTo>
                      <a:pt x="427" y="1582"/>
                      <a:pt x="402" y="1582"/>
                      <a:pt x="377" y="1582"/>
                    </a:cubicBezTo>
                    <a:cubicBezTo>
                      <a:pt x="377" y="1557"/>
                      <a:pt x="377" y="1532"/>
                      <a:pt x="377" y="1507"/>
                    </a:cubicBezTo>
                    <a:cubicBezTo>
                      <a:pt x="352" y="1507"/>
                      <a:pt x="327" y="1507"/>
                      <a:pt x="301" y="1507"/>
                    </a:cubicBezTo>
                    <a:cubicBezTo>
                      <a:pt x="301" y="1482"/>
                      <a:pt x="301" y="1457"/>
                      <a:pt x="301" y="1431"/>
                    </a:cubicBezTo>
                    <a:cubicBezTo>
                      <a:pt x="276" y="1431"/>
                      <a:pt x="252" y="1431"/>
                      <a:pt x="226" y="1431"/>
                    </a:cubicBezTo>
                    <a:cubicBezTo>
                      <a:pt x="226" y="1407"/>
                      <a:pt x="226" y="1382"/>
                      <a:pt x="226" y="1356"/>
                    </a:cubicBezTo>
                    <a:cubicBezTo>
                      <a:pt x="201" y="1356"/>
                      <a:pt x="176" y="1356"/>
                      <a:pt x="151" y="1356"/>
                    </a:cubicBezTo>
                    <a:cubicBezTo>
                      <a:pt x="151" y="1331"/>
                      <a:pt x="151" y="1306"/>
                      <a:pt x="151" y="1281"/>
                    </a:cubicBezTo>
                    <a:cubicBezTo>
                      <a:pt x="126" y="1281"/>
                      <a:pt x="101" y="1281"/>
                      <a:pt x="75" y="1281"/>
                    </a:cubicBezTo>
                    <a:cubicBezTo>
                      <a:pt x="75" y="1206"/>
                      <a:pt x="75" y="1132"/>
                      <a:pt x="75" y="1055"/>
                    </a:cubicBezTo>
                    <a:cubicBezTo>
                      <a:pt x="50" y="1055"/>
                      <a:pt x="26" y="1055"/>
                      <a:pt x="0" y="1055"/>
                    </a:cubicBezTo>
                    <a:cubicBezTo>
                      <a:pt x="0" y="930"/>
                      <a:pt x="0" y="806"/>
                      <a:pt x="0" y="678"/>
                    </a:cubicBezTo>
                    <a:cubicBezTo>
                      <a:pt x="25" y="678"/>
                      <a:pt x="50" y="678"/>
                      <a:pt x="75" y="678"/>
                    </a:cubicBezTo>
                    <a:cubicBezTo>
                      <a:pt x="75" y="603"/>
                      <a:pt x="75" y="529"/>
                      <a:pt x="75" y="452"/>
                    </a:cubicBezTo>
                    <a:cubicBezTo>
                      <a:pt x="100" y="452"/>
                      <a:pt x="125" y="452"/>
                      <a:pt x="151" y="452"/>
                    </a:cubicBezTo>
                    <a:cubicBezTo>
                      <a:pt x="151" y="427"/>
                      <a:pt x="151" y="402"/>
                      <a:pt x="151" y="377"/>
                    </a:cubicBezTo>
                    <a:cubicBezTo>
                      <a:pt x="176" y="377"/>
                      <a:pt x="200" y="377"/>
                      <a:pt x="226" y="377"/>
                    </a:cubicBezTo>
                    <a:cubicBezTo>
                      <a:pt x="226" y="352"/>
                      <a:pt x="226" y="327"/>
                      <a:pt x="226" y="301"/>
                    </a:cubicBezTo>
                    <a:cubicBezTo>
                      <a:pt x="251" y="301"/>
                      <a:pt x="276" y="301"/>
                      <a:pt x="301" y="301"/>
                    </a:cubicBezTo>
                    <a:cubicBezTo>
                      <a:pt x="301" y="276"/>
                      <a:pt x="301" y="252"/>
                      <a:pt x="301" y="226"/>
                    </a:cubicBezTo>
                    <a:cubicBezTo>
                      <a:pt x="326" y="226"/>
                      <a:pt x="351" y="226"/>
                      <a:pt x="377" y="226"/>
                    </a:cubicBezTo>
                    <a:cubicBezTo>
                      <a:pt x="377" y="201"/>
                      <a:pt x="377" y="176"/>
                      <a:pt x="377" y="151"/>
                    </a:cubicBezTo>
                    <a:cubicBezTo>
                      <a:pt x="402" y="151"/>
                      <a:pt x="426" y="151"/>
                      <a:pt x="452" y="151"/>
                    </a:cubicBezTo>
                    <a:cubicBezTo>
                      <a:pt x="452" y="126"/>
                      <a:pt x="452" y="101"/>
                      <a:pt x="452" y="75"/>
                    </a:cubicBezTo>
                    <a:cubicBezTo>
                      <a:pt x="527" y="75"/>
                      <a:pt x="601" y="75"/>
                      <a:pt x="678" y="75"/>
                    </a:cubicBezTo>
                    <a:cubicBezTo>
                      <a:pt x="678" y="50"/>
                      <a:pt x="678" y="26"/>
                      <a:pt x="678" y="0"/>
                    </a:cubicBezTo>
                    <a:close/>
                    <a:moveTo>
                      <a:pt x="603" y="452"/>
                    </a:moveTo>
                    <a:cubicBezTo>
                      <a:pt x="603" y="477"/>
                      <a:pt x="603" y="502"/>
                      <a:pt x="603" y="527"/>
                    </a:cubicBezTo>
                    <a:cubicBezTo>
                      <a:pt x="578" y="527"/>
                      <a:pt x="553" y="527"/>
                      <a:pt x="527" y="527"/>
                    </a:cubicBezTo>
                    <a:cubicBezTo>
                      <a:pt x="527" y="577"/>
                      <a:pt x="527" y="627"/>
                      <a:pt x="527" y="678"/>
                    </a:cubicBezTo>
                    <a:cubicBezTo>
                      <a:pt x="502" y="678"/>
                      <a:pt x="478" y="678"/>
                      <a:pt x="452" y="678"/>
                    </a:cubicBezTo>
                    <a:cubicBezTo>
                      <a:pt x="452" y="802"/>
                      <a:pt x="452" y="927"/>
                      <a:pt x="452" y="1055"/>
                    </a:cubicBezTo>
                    <a:cubicBezTo>
                      <a:pt x="477" y="1055"/>
                      <a:pt x="502" y="1055"/>
                      <a:pt x="527" y="1055"/>
                    </a:cubicBezTo>
                    <a:cubicBezTo>
                      <a:pt x="527" y="1080"/>
                      <a:pt x="527" y="1104"/>
                      <a:pt x="527" y="1130"/>
                    </a:cubicBezTo>
                    <a:cubicBezTo>
                      <a:pt x="552" y="1130"/>
                      <a:pt x="577" y="1130"/>
                      <a:pt x="603" y="1130"/>
                    </a:cubicBezTo>
                    <a:cubicBezTo>
                      <a:pt x="603" y="1155"/>
                      <a:pt x="603" y="1180"/>
                      <a:pt x="603" y="1205"/>
                    </a:cubicBezTo>
                    <a:cubicBezTo>
                      <a:pt x="628" y="1205"/>
                      <a:pt x="652" y="1205"/>
                      <a:pt x="678" y="1205"/>
                    </a:cubicBezTo>
                    <a:cubicBezTo>
                      <a:pt x="678" y="1230"/>
                      <a:pt x="678" y="1255"/>
                      <a:pt x="678" y="1281"/>
                    </a:cubicBezTo>
                    <a:cubicBezTo>
                      <a:pt x="802" y="1281"/>
                      <a:pt x="927" y="1281"/>
                      <a:pt x="1055" y="1281"/>
                    </a:cubicBezTo>
                    <a:cubicBezTo>
                      <a:pt x="1055" y="1256"/>
                      <a:pt x="1055" y="1231"/>
                      <a:pt x="1055" y="1205"/>
                    </a:cubicBezTo>
                    <a:cubicBezTo>
                      <a:pt x="1080" y="1205"/>
                      <a:pt x="1104" y="1205"/>
                      <a:pt x="1130" y="1205"/>
                    </a:cubicBezTo>
                    <a:cubicBezTo>
                      <a:pt x="1130" y="1180"/>
                      <a:pt x="1130" y="1156"/>
                      <a:pt x="1130" y="1130"/>
                    </a:cubicBezTo>
                    <a:cubicBezTo>
                      <a:pt x="1155" y="1130"/>
                      <a:pt x="1180" y="1130"/>
                      <a:pt x="1205" y="1130"/>
                    </a:cubicBezTo>
                    <a:cubicBezTo>
                      <a:pt x="1205" y="1105"/>
                      <a:pt x="1205" y="1080"/>
                      <a:pt x="1205" y="1055"/>
                    </a:cubicBezTo>
                    <a:cubicBezTo>
                      <a:pt x="1230" y="1055"/>
                      <a:pt x="1255" y="1055"/>
                      <a:pt x="1281" y="1055"/>
                    </a:cubicBezTo>
                    <a:cubicBezTo>
                      <a:pt x="1281" y="906"/>
                      <a:pt x="1281" y="756"/>
                      <a:pt x="1281" y="603"/>
                    </a:cubicBezTo>
                    <a:cubicBezTo>
                      <a:pt x="1256" y="603"/>
                      <a:pt x="1231" y="603"/>
                      <a:pt x="1205" y="603"/>
                    </a:cubicBezTo>
                    <a:cubicBezTo>
                      <a:pt x="1205" y="578"/>
                      <a:pt x="1205" y="553"/>
                      <a:pt x="1205" y="527"/>
                    </a:cubicBezTo>
                    <a:cubicBezTo>
                      <a:pt x="1180" y="527"/>
                      <a:pt x="1156" y="527"/>
                      <a:pt x="1130" y="527"/>
                    </a:cubicBezTo>
                    <a:cubicBezTo>
                      <a:pt x="1130" y="502"/>
                      <a:pt x="1130" y="478"/>
                      <a:pt x="1130" y="452"/>
                    </a:cubicBezTo>
                    <a:cubicBezTo>
                      <a:pt x="956" y="452"/>
                      <a:pt x="782" y="452"/>
                      <a:pt x="603" y="452"/>
                    </a:cubicBezTo>
                    <a:close/>
                  </a:path>
                </a:pathLst>
              </a:custGeom>
              <a:solidFill>
                <a:srgbClr val="251047"/>
              </a:solidFill>
              <a:ln w="478" cap="flat">
                <a:noFill/>
              </a:ln>
            </p:spPr>
          </p:sp>
          <p:sp>
            <p:nvSpPr>
              <p:cNvPr id="433" name="ICON_TASK_DATABASE_path_007"/>
              <p:cNvSpPr/>
              <p:nvPr/>
            </p:nvSpPr>
            <p:spPr>
              <a:xfrm>
                <a:off x="3113910" y="989105"/>
                <a:ext cx="22005" cy="21049"/>
              </a:xfrm>
              <a:custGeom>
                <a:avLst/>
                <a:gdLst/>
                <a:ahLst/>
                <a:cxnLst/>
                <a:rect l="0" t="0" r="r" b="b"/>
                <a:pathLst>
                  <a:path w="1733" h="1657" fill="norm" stroke="0">
                    <a:moveTo>
                      <a:pt x="527" y="0"/>
                    </a:moveTo>
                    <a:cubicBezTo>
                      <a:pt x="751" y="0"/>
                      <a:pt x="975" y="0"/>
                      <a:pt x="1205" y="0"/>
                    </a:cubicBezTo>
                    <a:cubicBezTo>
                      <a:pt x="1205" y="25"/>
                      <a:pt x="1205" y="50"/>
                      <a:pt x="1205" y="75"/>
                    </a:cubicBezTo>
                    <a:cubicBezTo>
                      <a:pt x="1255" y="75"/>
                      <a:pt x="1305" y="75"/>
                      <a:pt x="1356" y="75"/>
                    </a:cubicBezTo>
                    <a:cubicBezTo>
                      <a:pt x="1356" y="100"/>
                      <a:pt x="1356" y="125"/>
                      <a:pt x="1356" y="151"/>
                    </a:cubicBezTo>
                    <a:cubicBezTo>
                      <a:pt x="1381" y="151"/>
                      <a:pt x="1406" y="151"/>
                      <a:pt x="1431" y="151"/>
                    </a:cubicBezTo>
                    <a:cubicBezTo>
                      <a:pt x="1431" y="176"/>
                      <a:pt x="1431" y="200"/>
                      <a:pt x="1431" y="226"/>
                    </a:cubicBezTo>
                    <a:cubicBezTo>
                      <a:pt x="1456" y="226"/>
                      <a:pt x="1481" y="226"/>
                      <a:pt x="1507" y="226"/>
                    </a:cubicBezTo>
                    <a:cubicBezTo>
                      <a:pt x="1507" y="251"/>
                      <a:pt x="1507" y="276"/>
                      <a:pt x="1507" y="301"/>
                    </a:cubicBezTo>
                    <a:cubicBezTo>
                      <a:pt x="1532" y="301"/>
                      <a:pt x="1556" y="301"/>
                      <a:pt x="1582" y="301"/>
                    </a:cubicBezTo>
                    <a:cubicBezTo>
                      <a:pt x="1582" y="326"/>
                      <a:pt x="1582" y="351"/>
                      <a:pt x="1582" y="377"/>
                    </a:cubicBezTo>
                    <a:cubicBezTo>
                      <a:pt x="1607" y="377"/>
                      <a:pt x="1632" y="377"/>
                      <a:pt x="1657" y="377"/>
                    </a:cubicBezTo>
                    <a:cubicBezTo>
                      <a:pt x="1657" y="451"/>
                      <a:pt x="1657" y="526"/>
                      <a:pt x="1657" y="603"/>
                    </a:cubicBezTo>
                    <a:cubicBezTo>
                      <a:pt x="1682" y="603"/>
                      <a:pt x="1707" y="603"/>
                      <a:pt x="1733" y="603"/>
                    </a:cubicBezTo>
                    <a:cubicBezTo>
                      <a:pt x="1733" y="727"/>
                      <a:pt x="1733" y="851"/>
                      <a:pt x="1733" y="979"/>
                    </a:cubicBezTo>
                    <a:cubicBezTo>
                      <a:pt x="1708" y="979"/>
                      <a:pt x="1683" y="979"/>
                      <a:pt x="1657" y="979"/>
                    </a:cubicBezTo>
                    <a:cubicBezTo>
                      <a:pt x="1657" y="1054"/>
                      <a:pt x="1657" y="1129"/>
                      <a:pt x="1657" y="1205"/>
                    </a:cubicBezTo>
                    <a:cubicBezTo>
                      <a:pt x="1633" y="1205"/>
                      <a:pt x="1608" y="1205"/>
                      <a:pt x="1582" y="1205"/>
                    </a:cubicBezTo>
                    <a:cubicBezTo>
                      <a:pt x="1582" y="1255"/>
                      <a:pt x="1582" y="1305"/>
                      <a:pt x="1582" y="1356"/>
                    </a:cubicBezTo>
                    <a:cubicBezTo>
                      <a:pt x="1557" y="1356"/>
                      <a:pt x="1532" y="1356"/>
                      <a:pt x="1507" y="1356"/>
                    </a:cubicBezTo>
                    <a:cubicBezTo>
                      <a:pt x="1507" y="1381"/>
                      <a:pt x="1507" y="1406"/>
                      <a:pt x="1507" y="1431"/>
                    </a:cubicBezTo>
                    <a:cubicBezTo>
                      <a:pt x="1482" y="1431"/>
                      <a:pt x="1457" y="1431"/>
                      <a:pt x="1431" y="1431"/>
                    </a:cubicBezTo>
                    <a:cubicBezTo>
                      <a:pt x="1431" y="1456"/>
                      <a:pt x="1431" y="1481"/>
                      <a:pt x="1431" y="1507"/>
                    </a:cubicBezTo>
                    <a:cubicBezTo>
                      <a:pt x="1407" y="1507"/>
                      <a:pt x="1382" y="1507"/>
                      <a:pt x="1356" y="1507"/>
                    </a:cubicBezTo>
                    <a:cubicBezTo>
                      <a:pt x="1356" y="1532"/>
                      <a:pt x="1356" y="1556"/>
                      <a:pt x="1356" y="1582"/>
                    </a:cubicBezTo>
                    <a:cubicBezTo>
                      <a:pt x="1306" y="1582"/>
                      <a:pt x="1257" y="1582"/>
                      <a:pt x="1205" y="1582"/>
                    </a:cubicBezTo>
                    <a:cubicBezTo>
                      <a:pt x="1205" y="1607"/>
                      <a:pt x="1205" y="1632"/>
                      <a:pt x="1205" y="1657"/>
                    </a:cubicBezTo>
                    <a:cubicBezTo>
                      <a:pt x="982" y="1657"/>
                      <a:pt x="758" y="1657"/>
                      <a:pt x="527" y="1657"/>
                    </a:cubicBezTo>
                    <a:cubicBezTo>
                      <a:pt x="527" y="1633"/>
                      <a:pt x="527" y="1608"/>
                      <a:pt x="527" y="1582"/>
                    </a:cubicBezTo>
                    <a:cubicBezTo>
                      <a:pt x="478" y="1582"/>
                      <a:pt x="428" y="1582"/>
                      <a:pt x="377" y="1582"/>
                    </a:cubicBezTo>
                    <a:cubicBezTo>
                      <a:pt x="377" y="1557"/>
                      <a:pt x="377" y="1532"/>
                      <a:pt x="377" y="1507"/>
                    </a:cubicBezTo>
                    <a:cubicBezTo>
                      <a:pt x="352" y="1507"/>
                      <a:pt x="327" y="1507"/>
                      <a:pt x="301" y="1507"/>
                    </a:cubicBezTo>
                    <a:cubicBezTo>
                      <a:pt x="301" y="1482"/>
                      <a:pt x="301" y="1457"/>
                      <a:pt x="301" y="1431"/>
                    </a:cubicBezTo>
                    <a:cubicBezTo>
                      <a:pt x="276" y="1431"/>
                      <a:pt x="252" y="1431"/>
                      <a:pt x="226" y="1431"/>
                    </a:cubicBezTo>
                    <a:cubicBezTo>
                      <a:pt x="226" y="1407"/>
                      <a:pt x="226" y="1382"/>
                      <a:pt x="226" y="1356"/>
                    </a:cubicBezTo>
                    <a:cubicBezTo>
                      <a:pt x="201" y="1356"/>
                      <a:pt x="176" y="1356"/>
                      <a:pt x="151" y="1356"/>
                    </a:cubicBezTo>
                    <a:cubicBezTo>
                      <a:pt x="151" y="1306"/>
                      <a:pt x="151" y="1257"/>
                      <a:pt x="151" y="1205"/>
                    </a:cubicBezTo>
                    <a:cubicBezTo>
                      <a:pt x="126" y="1205"/>
                      <a:pt x="101" y="1205"/>
                      <a:pt x="75" y="1205"/>
                    </a:cubicBezTo>
                    <a:cubicBezTo>
                      <a:pt x="75" y="1131"/>
                      <a:pt x="75" y="1056"/>
                      <a:pt x="75" y="979"/>
                    </a:cubicBezTo>
                    <a:cubicBezTo>
                      <a:pt x="50" y="979"/>
                      <a:pt x="26" y="979"/>
                      <a:pt x="0" y="979"/>
                    </a:cubicBezTo>
                    <a:cubicBezTo>
                      <a:pt x="0" y="880"/>
                      <a:pt x="0" y="780"/>
                      <a:pt x="0" y="678"/>
                    </a:cubicBezTo>
                    <a:cubicBezTo>
                      <a:pt x="25" y="678"/>
                      <a:pt x="50" y="678"/>
                      <a:pt x="75" y="678"/>
                    </a:cubicBezTo>
                    <a:cubicBezTo>
                      <a:pt x="75" y="603"/>
                      <a:pt x="75" y="529"/>
                      <a:pt x="75" y="452"/>
                    </a:cubicBezTo>
                    <a:cubicBezTo>
                      <a:pt x="100" y="452"/>
                      <a:pt x="125" y="452"/>
                      <a:pt x="151" y="452"/>
                    </a:cubicBezTo>
                    <a:cubicBezTo>
                      <a:pt x="151" y="402"/>
                      <a:pt x="151" y="353"/>
                      <a:pt x="151" y="301"/>
                    </a:cubicBezTo>
                    <a:cubicBezTo>
                      <a:pt x="176" y="301"/>
                      <a:pt x="200" y="301"/>
                      <a:pt x="226" y="301"/>
                    </a:cubicBezTo>
                    <a:cubicBezTo>
                      <a:pt x="226" y="276"/>
                      <a:pt x="226" y="252"/>
                      <a:pt x="226" y="226"/>
                    </a:cubicBezTo>
                    <a:cubicBezTo>
                      <a:pt x="251" y="226"/>
                      <a:pt x="276" y="226"/>
                      <a:pt x="301" y="226"/>
                    </a:cubicBezTo>
                    <a:cubicBezTo>
                      <a:pt x="301" y="201"/>
                      <a:pt x="301" y="176"/>
                      <a:pt x="301" y="151"/>
                    </a:cubicBezTo>
                    <a:cubicBezTo>
                      <a:pt x="326" y="151"/>
                      <a:pt x="351" y="151"/>
                      <a:pt x="377" y="151"/>
                    </a:cubicBezTo>
                    <a:cubicBezTo>
                      <a:pt x="377" y="126"/>
                      <a:pt x="377" y="101"/>
                      <a:pt x="377" y="75"/>
                    </a:cubicBezTo>
                    <a:cubicBezTo>
                      <a:pt x="426" y="75"/>
                      <a:pt x="476" y="75"/>
                      <a:pt x="527" y="75"/>
                    </a:cubicBezTo>
                    <a:cubicBezTo>
                      <a:pt x="527" y="50"/>
                      <a:pt x="527" y="26"/>
                      <a:pt x="527" y="0"/>
                    </a:cubicBezTo>
                    <a:close/>
                    <a:moveTo>
                      <a:pt x="678" y="377"/>
                    </a:moveTo>
                    <a:cubicBezTo>
                      <a:pt x="678" y="402"/>
                      <a:pt x="678" y="426"/>
                      <a:pt x="678" y="452"/>
                    </a:cubicBezTo>
                    <a:cubicBezTo>
                      <a:pt x="653" y="452"/>
                      <a:pt x="628" y="452"/>
                      <a:pt x="603" y="452"/>
                    </a:cubicBezTo>
                    <a:cubicBezTo>
                      <a:pt x="603" y="477"/>
                      <a:pt x="603" y="502"/>
                      <a:pt x="603" y="527"/>
                    </a:cubicBezTo>
                    <a:cubicBezTo>
                      <a:pt x="578" y="527"/>
                      <a:pt x="553" y="527"/>
                      <a:pt x="527" y="527"/>
                    </a:cubicBezTo>
                    <a:cubicBezTo>
                      <a:pt x="527" y="552"/>
                      <a:pt x="527" y="577"/>
                      <a:pt x="527" y="603"/>
                    </a:cubicBezTo>
                    <a:cubicBezTo>
                      <a:pt x="502" y="603"/>
                      <a:pt x="478" y="603"/>
                      <a:pt x="452" y="603"/>
                    </a:cubicBezTo>
                    <a:cubicBezTo>
                      <a:pt x="452" y="752"/>
                      <a:pt x="452" y="901"/>
                      <a:pt x="452" y="1055"/>
                    </a:cubicBezTo>
                    <a:cubicBezTo>
                      <a:pt x="477" y="1055"/>
                      <a:pt x="502" y="1055"/>
                      <a:pt x="527" y="1055"/>
                    </a:cubicBezTo>
                    <a:cubicBezTo>
                      <a:pt x="527" y="1080"/>
                      <a:pt x="527" y="1104"/>
                      <a:pt x="527" y="1130"/>
                    </a:cubicBezTo>
                    <a:cubicBezTo>
                      <a:pt x="552" y="1130"/>
                      <a:pt x="577" y="1130"/>
                      <a:pt x="603" y="1130"/>
                    </a:cubicBezTo>
                    <a:cubicBezTo>
                      <a:pt x="603" y="1155"/>
                      <a:pt x="603" y="1180"/>
                      <a:pt x="603" y="1205"/>
                    </a:cubicBezTo>
                    <a:cubicBezTo>
                      <a:pt x="628" y="1205"/>
                      <a:pt x="652" y="1205"/>
                      <a:pt x="678" y="1205"/>
                    </a:cubicBezTo>
                    <a:cubicBezTo>
                      <a:pt x="678" y="1230"/>
                      <a:pt x="678" y="1255"/>
                      <a:pt x="678" y="1281"/>
                    </a:cubicBezTo>
                    <a:cubicBezTo>
                      <a:pt x="802" y="1281"/>
                      <a:pt x="927" y="1281"/>
                      <a:pt x="1055" y="1281"/>
                    </a:cubicBezTo>
                    <a:cubicBezTo>
                      <a:pt x="1055" y="1256"/>
                      <a:pt x="1055" y="1231"/>
                      <a:pt x="1055" y="1205"/>
                    </a:cubicBezTo>
                    <a:cubicBezTo>
                      <a:pt x="1080" y="1205"/>
                      <a:pt x="1104" y="1205"/>
                      <a:pt x="1130" y="1205"/>
                    </a:cubicBezTo>
                    <a:cubicBezTo>
                      <a:pt x="1130" y="1180"/>
                      <a:pt x="1130" y="1156"/>
                      <a:pt x="1130" y="1130"/>
                    </a:cubicBezTo>
                    <a:cubicBezTo>
                      <a:pt x="1155" y="1130"/>
                      <a:pt x="1180" y="1130"/>
                      <a:pt x="1205" y="1130"/>
                    </a:cubicBezTo>
                    <a:cubicBezTo>
                      <a:pt x="1205" y="1105"/>
                      <a:pt x="1205" y="1080"/>
                      <a:pt x="1205" y="1055"/>
                    </a:cubicBezTo>
                    <a:cubicBezTo>
                      <a:pt x="1230" y="1055"/>
                      <a:pt x="1255" y="1055"/>
                      <a:pt x="1281" y="1055"/>
                    </a:cubicBezTo>
                    <a:cubicBezTo>
                      <a:pt x="1281" y="906"/>
                      <a:pt x="1281" y="756"/>
                      <a:pt x="1281" y="603"/>
                    </a:cubicBezTo>
                    <a:cubicBezTo>
                      <a:pt x="1256" y="603"/>
                      <a:pt x="1231" y="603"/>
                      <a:pt x="1205" y="603"/>
                    </a:cubicBezTo>
                    <a:cubicBezTo>
                      <a:pt x="1205" y="578"/>
                      <a:pt x="1205" y="553"/>
                      <a:pt x="1205" y="527"/>
                    </a:cubicBezTo>
                    <a:cubicBezTo>
                      <a:pt x="1180" y="527"/>
                      <a:pt x="1156" y="527"/>
                      <a:pt x="1130" y="527"/>
                    </a:cubicBezTo>
                    <a:cubicBezTo>
                      <a:pt x="1130" y="502"/>
                      <a:pt x="1130" y="478"/>
                      <a:pt x="1130" y="452"/>
                    </a:cubicBezTo>
                    <a:cubicBezTo>
                      <a:pt x="1105" y="452"/>
                      <a:pt x="1080" y="452"/>
                      <a:pt x="1055" y="452"/>
                    </a:cubicBezTo>
                    <a:cubicBezTo>
                      <a:pt x="1055" y="427"/>
                      <a:pt x="1055" y="402"/>
                      <a:pt x="1055" y="377"/>
                    </a:cubicBezTo>
                    <a:cubicBezTo>
                      <a:pt x="930" y="377"/>
                      <a:pt x="806" y="377"/>
                      <a:pt x="678" y="377"/>
                    </a:cubicBezTo>
                    <a:close/>
                  </a:path>
                </a:pathLst>
              </a:custGeom>
              <a:solidFill>
                <a:srgbClr val="251047"/>
              </a:solidFill>
              <a:ln w="478" cap="flat">
                <a:noFill/>
              </a:ln>
            </p:spPr>
          </p:sp>
          <p:sp>
            <p:nvSpPr>
              <p:cNvPr id="434" name="ICON_TASK_DATABASE_path_008"/>
              <p:cNvSpPr/>
              <p:nvPr/>
            </p:nvSpPr>
            <p:spPr>
              <a:xfrm>
                <a:off x="3113910" y="891516"/>
                <a:ext cx="22005" cy="21049"/>
              </a:xfrm>
              <a:custGeom>
                <a:avLst/>
                <a:gdLst/>
                <a:ahLst/>
                <a:cxnLst/>
                <a:rect l="0" t="0" r="r" b="b"/>
                <a:pathLst>
                  <a:path w="1733" h="1657" fill="norm" stroke="0">
                    <a:moveTo>
                      <a:pt x="527" y="0"/>
                    </a:moveTo>
                    <a:cubicBezTo>
                      <a:pt x="751" y="0"/>
                      <a:pt x="975" y="0"/>
                      <a:pt x="1205" y="0"/>
                    </a:cubicBezTo>
                    <a:cubicBezTo>
                      <a:pt x="1205" y="25"/>
                      <a:pt x="1205" y="50"/>
                      <a:pt x="1205" y="75"/>
                    </a:cubicBezTo>
                    <a:cubicBezTo>
                      <a:pt x="1255" y="75"/>
                      <a:pt x="1305" y="75"/>
                      <a:pt x="1356" y="75"/>
                    </a:cubicBezTo>
                    <a:cubicBezTo>
                      <a:pt x="1356" y="100"/>
                      <a:pt x="1356" y="125"/>
                      <a:pt x="1356" y="151"/>
                    </a:cubicBezTo>
                    <a:cubicBezTo>
                      <a:pt x="1381" y="151"/>
                      <a:pt x="1406" y="151"/>
                      <a:pt x="1431" y="151"/>
                    </a:cubicBezTo>
                    <a:cubicBezTo>
                      <a:pt x="1431" y="176"/>
                      <a:pt x="1431" y="200"/>
                      <a:pt x="1431" y="226"/>
                    </a:cubicBezTo>
                    <a:cubicBezTo>
                      <a:pt x="1456" y="226"/>
                      <a:pt x="1481" y="226"/>
                      <a:pt x="1507" y="226"/>
                    </a:cubicBezTo>
                    <a:cubicBezTo>
                      <a:pt x="1507" y="251"/>
                      <a:pt x="1507" y="276"/>
                      <a:pt x="1507" y="301"/>
                    </a:cubicBezTo>
                    <a:cubicBezTo>
                      <a:pt x="1532" y="301"/>
                      <a:pt x="1556" y="301"/>
                      <a:pt x="1582" y="301"/>
                    </a:cubicBezTo>
                    <a:cubicBezTo>
                      <a:pt x="1582" y="326"/>
                      <a:pt x="1582" y="351"/>
                      <a:pt x="1582" y="377"/>
                    </a:cubicBezTo>
                    <a:cubicBezTo>
                      <a:pt x="1607" y="377"/>
                      <a:pt x="1632" y="377"/>
                      <a:pt x="1657" y="377"/>
                    </a:cubicBezTo>
                    <a:cubicBezTo>
                      <a:pt x="1657" y="451"/>
                      <a:pt x="1657" y="526"/>
                      <a:pt x="1657" y="603"/>
                    </a:cubicBezTo>
                    <a:cubicBezTo>
                      <a:pt x="1682" y="603"/>
                      <a:pt x="1707" y="603"/>
                      <a:pt x="1733" y="603"/>
                    </a:cubicBezTo>
                    <a:cubicBezTo>
                      <a:pt x="1733" y="727"/>
                      <a:pt x="1733" y="851"/>
                      <a:pt x="1733" y="979"/>
                    </a:cubicBezTo>
                    <a:cubicBezTo>
                      <a:pt x="1708" y="979"/>
                      <a:pt x="1683" y="979"/>
                      <a:pt x="1657" y="979"/>
                    </a:cubicBezTo>
                    <a:cubicBezTo>
                      <a:pt x="1657" y="1054"/>
                      <a:pt x="1657" y="1129"/>
                      <a:pt x="1657" y="1205"/>
                    </a:cubicBezTo>
                    <a:cubicBezTo>
                      <a:pt x="1633" y="1205"/>
                      <a:pt x="1608" y="1205"/>
                      <a:pt x="1582" y="1205"/>
                    </a:cubicBezTo>
                    <a:cubicBezTo>
                      <a:pt x="1582" y="1255"/>
                      <a:pt x="1582" y="1305"/>
                      <a:pt x="1582" y="1356"/>
                    </a:cubicBezTo>
                    <a:cubicBezTo>
                      <a:pt x="1557" y="1356"/>
                      <a:pt x="1532" y="1356"/>
                      <a:pt x="1507" y="1356"/>
                    </a:cubicBezTo>
                    <a:cubicBezTo>
                      <a:pt x="1507" y="1381"/>
                      <a:pt x="1507" y="1406"/>
                      <a:pt x="1507" y="1431"/>
                    </a:cubicBezTo>
                    <a:cubicBezTo>
                      <a:pt x="1482" y="1431"/>
                      <a:pt x="1457" y="1431"/>
                      <a:pt x="1431" y="1431"/>
                    </a:cubicBezTo>
                    <a:cubicBezTo>
                      <a:pt x="1431" y="1456"/>
                      <a:pt x="1431" y="1481"/>
                      <a:pt x="1431" y="1507"/>
                    </a:cubicBezTo>
                    <a:cubicBezTo>
                      <a:pt x="1382" y="1507"/>
                      <a:pt x="1332" y="1507"/>
                      <a:pt x="1281" y="1507"/>
                    </a:cubicBezTo>
                    <a:cubicBezTo>
                      <a:pt x="1281" y="1532"/>
                      <a:pt x="1281" y="1556"/>
                      <a:pt x="1281" y="1582"/>
                    </a:cubicBezTo>
                    <a:cubicBezTo>
                      <a:pt x="1231" y="1582"/>
                      <a:pt x="1181" y="1582"/>
                      <a:pt x="1130" y="1582"/>
                    </a:cubicBezTo>
                    <a:cubicBezTo>
                      <a:pt x="1130" y="1607"/>
                      <a:pt x="1130" y="1632"/>
                      <a:pt x="1130" y="1657"/>
                    </a:cubicBezTo>
                    <a:cubicBezTo>
                      <a:pt x="956" y="1657"/>
                      <a:pt x="782" y="1657"/>
                      <a:pt x="603" y="1657"/>
                    </a:cubicBezTo>
                    <a:cubicBezTo>
                      <a:pt x="603" y="1633"/>
                      <a:pt x="603" y="1608"/>
                      <a:pt x="603" y="1582"/>
                    </a:cubicBezTo>
                    <a:cubicBezTo>
                      <a:pt x="553" y="1582"/>
                      <a:pt x="503" y="1582"/>
                      <a:pt x="452" y="1582"/>
                    </a:cubicBezTo>
                    <a:cubicBezTo>
                      <a:pt x="452" y="1557"/>
                      <a:pt x="452" y="1532"/>
                      <a:pt x="452" y="1507"/>
                    </a:cubicBezTo>
                    <a:cubicBezTo>
                      <a:pt x="402" y="1507"/>
                      <a:pt x="353" y="1507"/>
                      <a:pt x="301" y="1507"/>
                    </a:cubicBezTo>
                    <a:cubicBezTo>
                      <a:pt x="301" y="1482"/>
                      <a:pt x="301" y="1457"/>
                      <a:pt x="301" y="1431"/>
                    </a:cubicBezTo>
                    <a:cubicBezTo>
                      <a:pt x="276" y="1431"/>
                      <a:pt x="252" y="1431"/>
                      <a:pt x="226" y="1431"/>
                    </a:cubicBezTo>
                    <a:cubicBezTo>
                      <a:pt x="226" y="1407"/>
                      <a:pt x="226" y="1382"/>
                      <a:pt x="226" y="1356"/>
                    </a:cubicBezTo>
                    <a:cubicBezTo>
                      <a:pt x="201" y="1356"/>
                      <a:pt x="176" y="1356"/>
                      <a:pt x="151" y="1356"/>
                    </a:cubicBezTo>
                    <a:cubicBezTo>
                      <a:pt x="151" y="1306"/>
                      <a:pt x="151" y="1257"/>
                      <a:pt x="151" y="1205"/>
                    </a:cubicBezTo>
                    <a:cubicBezTo>
                      <a:pt x="126" y="1205"/>
                      <a:pt x="101" y="1205"/>
                      <a:pt x="75" y="1205"/>
                    </a:cubicBezTo>
                    <a:cubicBezTo>
                      <a:pt x="75" y="1131"/>
                      <a:pt x="75" y="1056"/>
                      <a:pt x="75" y="979"/>
                    </a:cubicBezTo>
                    <a:cubicBezTo>
                      <a:pt x="50" y="979"/>
                      <a:pt x="26" y="979"/>
                      <a:pt x="0" y="979"/>
                    </a:cubicBezTo>
                    <a:cubicBezTo>
                      <a:pt x="0" y="855"/>
                      <a:pt x="0" y="731"/>
                      <a:pt x="0" y="603"/>
                    </a:cubicBezTo>
                    <a:cubicBezTo>
                      <a:pt x="25" y="603"/>
                      <a:pt x="50" y="603"/>
                      <a:pt x="75" y="603"/>
                    </a:cubicBezTo>
                    <a:cubicBezTo>
                      <a:pt x="75" y="553"/>
                      <a:pt x="75" y="503"/>
                      <a:pt x="75" y="452"/>
                    </a:cubicBezTo>
                    <a:cubicBezTo>
                      <a:pt x="100" y="452"/>
                      <a:pt x="125" y="452"/>
                      <a:pt x="151" y="452"/>
                    </a:cubicBezTo>
                    <a:cubicBezTo>
                      <a:pt x="151" y="402"/>
                      <a:pt x="151" y="353"/>
                      <a:pt x="151" y="301"/>
                    </a:cubicBezTo>
                    <a:cubicBezTo>
                      <a:pt x="176" y="301"/>
                      <a:pt x="200" y="301"/>
                      <a:pt x="226" y="301"/>
                    </a:cubicBezTo>
                    <a:cubicBezTo>
                      <a:pt x="226" y="276"/>
                      <a:pt x="226" y="252"/>
                      <a:pt x="226" y="226"/>
                    </a:cubicBezTo>
                    <a:cubicBezTo>
                      <a:pt x="251" y="226"/>
                      <a:pt x="276" y="226"/>
                      <a:pt x="301" y="226"/>
                    </a:cubicBezTo>
                    <a:cubicBezTo>
                      <a:pt x="301" y="201"/>
                      <a:pt x="301" y="176"/>
                      <a:pt x="301" y="151"/>
                    </a:cubicBezTo>
                    <a:cubicBezTo>
                      <a:pt x="326" y="151"/>
                      <a:pt x="351" y="151"/>
                      <a:pt x="377" y="151"/>
                    </a:cubicBezTo>
                    <a:cubicBezTo>
                      <a:pt x="377" y="126"/>
                      <a:pt x="377" y="101"/>
                      <a:pt x="377" y="75"/>
                    </a:cubicBezTo>
                    <a:cubicBezTo>
                      <a:pt x="426" y="75"/>
                      <a:pt x="476" y="75"/>
                      <a:pt x="527" y="75"/>
                    </a:cubicBezTo>
                    <a:cubicBezTo>
                      <a:pt x="527" y="50"/>
                      <a:pt x="527" y="26"/>
                      <a:pt x="527" y="0"/>
                    </a:cubicBezTo>
                    <a:close/>
                    <a:moveTo>
                      <a:pt x="678" y="377"/>
                    </a:moveTo>
                    <a:cubicBezTo>
                      <a:pt x="678" y="402"/>
                      <a:pt x="678" y="426"/>
                      <a:pt x="678" y="452"/>
                    </a:cubicBezTo>
                    <a:cubicBezTo>
                      <a:pt x="653" y="452"/>
                      <a:pt x="628" y="452"/>
                      <a:pt x="603" y="452"/>
                    </a:cubicBezTo>
                    <a:cubicBezTo>
                      <a:pt x="603" y="477"/>
                      <a:pt x="603" y="502"/>
                      <a:pt x="603" y="527"/>
                    </a:cubicBezTo>
                    <a:cubicBezTo>
                      <a:pt x="578" y="527"/>
                      <a:pt x="553" y="527"/>
                      <a:pt x="527" y="527"/>
                    </a:cubicBezTo>
                    <a:cubicBezTo>
                      <a:pt x="527" y="552"/>
                      <a:pt x="527" y="577"/>
                      <a:pt x="527" y="603"/>
                    </a:cubicBezTo>
                    <a:cubicBezTo>
                      <a:pt x="502" y="603"/>
                      <a:pt x="478" y="603"/>
                      <a:pt x="452" y="603"/>
                    </a:cubicBezTo>
                    <a:cubicBezTo>
                      <a:pt x="452" y="752"/>
                      <a:pt x="452" y="901"/>
                      <a:pt x="452" y="1055"/>
                    </a:cubicBezTo>
                    <a:cubicBezTo>
                      <a:pt x="477" y="1055"/>
                      <a:pt x="502" y="1055"/>
                      <a:pt x="527" y="1055"/>
                    </a:cubicBezTo>
                    <a:cubicBezTo>
                      <a:pt x="527" y="1080"/>
                      <a:pt x="527" y="1104"/>
                      <a:pt x="527" y="1130"/>
                    </a:cubicBezTo>
                    <a:cubicBezTo>
                      <a:pt x="552" y="1130"/>
                      <a:pt x="577" y="1130"/>
                      <a:pt x="603" y="1130"/>
                    </a:cubicBezTo>
                    <a:cubicBezTo>
                      <a:pt x="603" y="1155"/>
                      <a:pt x="603" y="1180"/>
                      <a:pt x="603" y="1205"/>
                    </a:cubicBezTo>
                    <a:cubicBezTo>
                      <a:pt x="777" y="1205"/>
                      <a:pt x="951" y="1205"/>
                      <a:pt x="1130" y="1205"/>
                    </a:cubicBezTo>
                    <a:cubicBezTo>
                      <a:pt x="1130" y="1180"/>
                      <a:pt x="1130" y="1156"/>
                      <a:pt x="1130" y="1130"/>
                    </a:cubicBezTo>
                    <a:cubicBezTo>
                      <a:pt x="1155" y="1130"/>
                      <a:pt x="1180" y="1130"/>
                      <a:pt x="1205" y="1130"/>
                    </a:cubicBezTo>
                    <a:cubicBezTo>
                      <a:pt x="1205" y="1105"/>
                      <a:pt x="1205" y="1080"/>
                      <a:pt x="1205" y="1055"/>
                    </a:cubicBezTo>
                    <a:cubicBezTo>
                      <a:pt x="1230" y="1055"/>
                      <a:pt x="1255" y="1055"/>
                      <a:pt x="1281" y="1055"/>
                    </a:cubicBezTo>
                    <a:cubicBezTo>
                      <a:pt x="1281" y="881"/>
                      <a:pt x="1281" y="707"/>
                      <a:pt x="1281" y="527"/>
                    </a:cubicBezTo>
                    <a:cubicBezTo>
                      <a:pt x="1256" y="527"/>
                      <a:pt x="1231" y="527"/>
                      <a:pt x="1205" y="527"/>
                    </a:cubicBezTo>
                    <a:cubicBezTo>
                      <a:pt x="1205" y="502"/>
                      <a:pt x="1205" y="478"/>
                      <a:pt x="1205" y="452"/>
                    </a:cubicBezTo>
                    <a:cubicBezTo>
                      <a:pt x="1180" y="452"/>
                      <a:pt x="1156" y="452"/>
                      <a:pt x="1130" y="452"/>
                    </a:cubicBezTo>
                    <a:cubicBezTo>
                      <a:pt x="1130" y="427"/>
                      <a:pt x="1130" y="402"/>
                      <a:pt x="1130" y="377"/>
                    </a:cubicBezTo>
                    <a:cubicBezTo>
                      <a:pt x="981" y="377"/>
                      <a:pt x="832" y="377"/>
                      <a:pt x="678" y="377"/>
                    </a:cubicBezTo>
                    <a:close/>
                  </a:path>
                </a:pathLst>
              </a:custGeom>
              <a:solidFill>
                <a:srgbClr val="251047"/>
              </a:solidFill>
              <a:ln w="478" cap="flat">
                <a:noFill/>
              </a:ln>
            </p:spPr>
          </p:sp>
          <p:sp>
            <p:nvSpPr>
              <p:cNvPr id="435" name="ICON_TASK_DATABASE_path_009"/>
              <p:cNvSpPr/>
              <p:nvPr/>
            </p:nvSpPr>
            <p:spPr>
              <a:xfrm>
                <a:off x="2982835" y="854203"/>
                <a:ext cx="1914" cy="153080"/>
              </a:xfrm>
              <a:custGeom>
                <a:avLst/>
                <a:gdLst/>
                <a:ahLst/>
                <a:cxnLst/>
                <a:rect l="0" t="0" r="r" b="b"/>
                <a:pathLst>
                  <a:path w="151" h="12054" fill="norm" stroke="0">
                    <a:moveTo>
                      <a:pt x="75" y="0"/>
                    </a:moveTo>
                    <a:cubicBezTo>
                      <a:pt x="100" y="0"/>
                      <a:pt x="125" y="0"/>
                      <a:pt x="151" y="0"/>
                    </a:cubicBezTo>
                    <a:cubicBezTo>
                      <a:pt x="151" y="3978"/>
                      <a:pt x="151" y="7955"/>
                      <a:pt x="151" y="12054"/>
                    </a:cubicBezTo>
                    <a:cubicBezTo>
                      <a:pt x="126" y="12054"/>
                      <a:pt x="101" y="12054"/>
                      <a:pt x="75" y="12054"/>
                    </a:cubicBezTo>
                    <a:cubicBezTo>
                      <a:pt x="75" y="11954"/>
                      <a:pt x="75" y="11855"/>
                      <a:pt x="75" y="11752"/>
                    </a:cubicBezTo>
                    <a:cubicBezTo>
                      <a:pt x="50" y="11752"/>
                      <a:pt x="26" y="11752"/>
                      <a:pt x="0" y="11752"/>
                    </a:cubicBezTo>
                    <a:cubicBezTo>
                      <a:pt x="0" y="11628"/>
                      <a:pt x="0" y="11504"/>
                      <a:pt x="0" y="11376"/>
                    </a:cubicBezTo>
                    <a:cubicBezTo>
                      <a:pt x="25" y="11376"/>
                      <a:pt x="50" y="11376"/>
                      <a:pt x="75" y="11376"/>
                    </a:cubicBezTo>
                    <a:cubicBezTo>
                      <a:pt x="75" y="11102"/>
                      <a:pt x="75" y="10829"/>
                      <a:pt x="75" y="10547"/>
                    </a:cubicBezTo>
                    <a:cubicBezTo>
                      <a:pt x="50" y="10547"/>
                      <a:pt x="26" y="10547"/>
                      <a:pt x="0" y="10547"/>
                    </a:cubicBezTo>
                    <a:cubicBezTo>
                      <a:pt x="0" y="10423"/>
                      <a:pt x="0" y="10298"/>
                      <a:pt x="0" y="10170"/>
                    </a:cubicBezTo>
                    <a:cubicBezTo>
                      <a:pt x="25" y="10170"/>
                      <a:pt x="50" y="10170"/>
                      <a:pt x="75" y="10170"/>
                    </a:cubicBezTo>
                    <a:cubicBezTo>
                      <a:pt x="75" y="9922"/>
                      <a:pt x="75" y="9673"/>
                      <a:pt x="75" y="9417"/>
                    </a:cubicBezTo>
                    <a:cubicBezTo>
                      <a:pt x="50" y="9417"/>
                      <a:pt x="26" y="9417"/>
                      <a:pt x="0" y="9417"/>
                    </a:cubicBezTo>
                    <a:cubicBezTo>
                      <a:pt x="0" y="9193"/>
                      <a:pt x="0" y="8969"/>
                      <a:pt x="0" y="8739"/>
                    </a:cubicBezTo>
                    <a:cubicBezTo>
                      <a:pt x="25" y="8739"/>
                      <a:pt x="50" y="8739"/>
                      <a:pt x="75" y="8739"/>
                    </a:cubicBezTo>
                    <a:cubicBezTo>
                      <a:pt x="75" y="8490"/>
                      <a:pt x="75" y="8242"/>
                      <a:pt x="75" y="7985"/>
                    </a:cubicBezTo>
                    <a:cubicBezTo>
                      <a:pt x="50" y="7985"/>
                      <a:pt x="26" y="7985"/>
                      <a:pt x="0" y="7985"/>
                    </a:cubicBezTo>
                    <a:cubicBezTo>
                      <a:pt x="0" y="7886"/>
                      <a:pt x="0" y="7787"/>
                      <a:pt x="0" y="7684"/>
                    </a:cubicBezTo>
                    <a:cubicBezTo>
                      <a:pt x="25" y="7684"/>
                      <a:pt x="50" y="7684"/>
                      <a:pt x="75" y="7684"/>
                    </a:cubicBezTo>
                    <a:cubicBezTo>
                      <a:pt x="75" y="7560"/>
                      <a:pt x="75" y="7436"/>
                      <a:pt x="75" y="7307"/>
                    </a:cubicBezTo>
                    <a:cubicBezTo>
                      <a:pt x="50" y="7307"/>
                      <a:pt x="26" y="7307"/>
                      <a:pt x="0" y="7307"/>
                    </a:cubicBezTo>
                    <a:cubicBezTo>
                      <a:pt x="0" y="7258"/>
                      <a:pt x="0" y="7208"/>
                      <a:pt x="0" y="7157"/>
                    </a:cubicBezTo>
                    <a:cubicBezTo>
                      <a:pt x="25" y="7157"/>
                      <a:pt x="50" y="7157"/>
                      <a:pt x="75" y="7157"/>
                    </a:cubicBezTo>
                    <a:cubicBezTo>
                      <a:pt x="75" y="7082"/>
                      <a:pt x="75" y="7008"/>
                      <a:pt x="75" y="6931"/>
                    </a:cubicBezTo>
                    <a:cubicBezTo>
                      <a:pt x="50" y="6931"/>
                      <a:pt x="26" y="6931"/>
                      <a:pt x="0" y="6931"/>
                    </a:cubicBezTo>
                    <a:cubicBezTo>
                      <a:pt x="0" y="6782"/>
                      <a:pt x="0" y="6632"/>
                      <a:pt x="0" y="6479"/>
                    </a:cubicBezTo>
                    <a:cubicBezTo>
                      <a:pt x="25" y="6479"/>
                      <a:pt x="50" y="6479"/>
                      <a:pt x="75" y="6479"/>
                    </a:cubicBezTo>
                    <a:cubicBezTo>
                      <a:pt x="75" y="6429"/>
                      <a:pt x="75" y="6379"/>
                      <a:pt x="75" y="6328"/>
                    </a:cubicBezTo>
                    <a:cubicBezTo>
                      <a:pt x="50" y="6328"/>
                      <a:pt x="26" y="6328"/>
                      <a:pt x="0" y="6328"/>
                    </a:cubicBezTo>
                    <a:cubicBezTo>
                      <a:pt x="0" y="6278"/>
                      <a:pt x="0" y="6229"/>
                      <a:pt x="0" y="6177"/>
                    </a:cubicBezTo>
                    <a:cubicBezTo>
                      <a:pt x="25" y="6177"/>
                      <a:pt x="50" y="6177"/>
                      <a:pt x="75" y="6177"/>
                    </a:cubicBezTo>
                    <a:cubicBezTo>
                      <a:pt x="75" y="6003"/>
                      <a:pt x="75" y="5829"/>
                      <a:pt x="75" y="5650"/>
                    </a:cubicBezTo>
                    <a:cubicBezTo>
                      <a:pt x="50" y="5650"/>
                      <a:pt x="26" y="5650"/>
                      <a:pt x="0" y="5650"/>
                    </a:cubicBezTo>
                    <a:cubicBezTo>
                      <a:pt x="0" y="5551"/>
                      <a:pt x="0" y="5451"/>
                      <a:pt x="0" y="5349"/>
                    </a:cubicBezTo>
                    <a:cubicBezTo>
                      <a:pt x="25" y="5349"/>
                      <a:pt x="50" y="5349"/>
                      <a:pt x="75" y="5349"/>
                    </a:cubicBezTo>
                    <a:cubicBezTo>
                      <a:pt x="75" y="5150"/>
                      <a:pt x="75" y="4951"/>
                      <a:pt x="75" y="4746"/>
                    </a:cubicBezTo>
                    <a:cubicBezTo>
                      <a:pt x="50" y="4746"/>
                      <a:pt x="26" y="4746"/>
                      <a:pt x="0" y="4746"/>
                    </a:cubicBezTo>
                    <a:cubicBezTo>
                      <a:pt x="0" y="4647"/>
                      <a:pt x="0" y="4547"/>
                      <a:pt x="0" y="4445"/>
                    </a:cubicBezTo>
                    <a:cubicBezTo>
                      <a:pt x="25" y="4445"/>
                      <a:pt x="50" y="4445"/>
                      <a:pt x="75" y="4445"/>
                    </a:cubicBezTo>
                    <a:cubicBezTo>
                      <a:pt x="75" y="4221"/>
                      <a:pt x="75" y="3997"/>
                      <a:pt x="75" y="3767"/>
                    </a:cubicBezTo>
                    <a:cubicBezTo>
                      <a:pt x="50" y="3767"/>
                      <a:pt x="26" y="3767"/>
                      <a:pt x="0" y="3767"/>
                    </a:cubicBezTo>
                    <a:cubicBezTo>
                      <a:pt x="0" y="3642"/>
                      <a:pt x="0" y="3518"/>
                      <a:pt x="0" y="3390"/>
                    </a:cubicBezTo>
                    <a:cubicBezTo>
                      <a:pt x="25" y="3390"/>
                      <a:pt x="50" y="3390"/>
                      <a:pt x="75" y="3390"/>
                    </a:cubicBezTo>
                    <a:cubicBezTo>
                      <a:pt x="75" y="3315"/>
                      <a:pt x="75" y="3241"/>
                      <a:pt x="75" y="3164"/>
                    </a:cubicBezTo>
                    <a:cubicBezTo>
                      <a:pt x="50" y="3164"/>
                      <a:pt x="26" y="3164"/>
                      <a:pt x="0" y="3164"/>
                    </a:cubicBezTo>
                    <a:cubicBezTo>
                      <a:pt x="0" y="3139"/>
                      <a:pt x="0" y="3114"/>
                      <a:pt x="0" y="3089"/>
                    </a:cubicBezTo>
                    <a:cubicBezTo>
                      <a:pt x="25" y="3089"/>
                      <a:pt x="50" y="3089"/>
                      <a:pt x="75" y="3089"/>
                    </a:cubicBezTo>
                    <a:cubicBezTo>
                      <a:pt x="75" y="2940"/>
                      <a:pt x="75" y="2790"/>
                      <a:pt x="75" y="2637"/>
                    </a:cubicBezTo>
                    <a:cubicBezTo>
                      <a:pt x="50" y="2637"/>
                      <a:pt x="26" y="2637"/>
                      <a:pt x="0" y="2637"/>
                    </a:cubicBezTo>
                    <a:cubicBezTo>
                      <a:pt x="0" y="2562"/>
                      <a:pt x="0" y="2488"/>
                      <a:pt x="0" y="2411"/>
                    </a:cubicBezTo>
                    <a:cubicBezTo>
                      <a:pt x="25" y="2411"/>
                      <a:pt x="50" y="2411"/>
                      <a:pt x="75" y="2411"/>
                    </a:cubicBezTo>
                    <a:cubicBezTo>
                      <a:pt x="75" y="2187"/>
                      <a:pt x="75" y="1963"/>
                      <a:pt x="75" y="1733"/>
                    </a:cubicBezTo>
                    <a:cubicBezTo>
                      <a:pt x="50" y="1733"/>
                      <a:pt x="26" y="1733"/>
                      <a:pt x="0" y="1733"/>
                    </a:cubicBezTo>
                    <a:cubicBezTo>
                      <a:pt x="0" y="1559"/>
                      <a:pt x="0" y="1385"/>
                      <a:pt x="0" y="1205"/>
                    </a:cubicBezTo>
                    <a:cubicBezTo>
                      <a:pt x="25" y="1205"/>
                      <a:pt x="50" y="1205"/>
                      <a:pt x="75" y="1205"/>
                    </a:cubicBezTo>
                    <a:cubicBezTo>
                      <a:pt x="75" y="907"/>
                      <a:pt x="75" y="609"/>
                      <a:pt x="75" y="301"/>
                    </a:cubicBezTo>
                    <a:cubicBezTo>
                      <a:pt x="50" y="301"/>
                      <a:pt x="26" y="301"/>
                      <a:pt x="0" y="301"/>
                    </a:cubicBezTo>
                    <a:cubicBezTo>
                      <a:pt x="0" y="252"/>
                      <a:pt x="0" y="202"/>
                      <a:pt x="0" y="151"/>
                    </a:cubicBezTo>
                    <a:cubicBezTo>
                      <a:pt x="25" y="151"/>
                      <a:pt x="50" y="151"/>
                      <a:pt x="75" y="151"/>
                    </a:cubicBezTo>
                    <a:cubicBezTo>
                      <a:pt x="75" y="101"/>
                      <a:pt x="75" y="51"/>
                      <a:pt x="7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78" cap="flat">
                <a:noFill/>
              </a:ln>
            </p:spPr>
          </p:sp>
          <p:sp>
            <p:nvSpPr>
              <p:cNvPr id="436" name="ICON_TASK_DATABASE_path_010"/>
              <p:cNvSpPr/>
              <p:nvPr/>
            </p:nvSpPr>
            <p:spPr>
              <a:xfrm>
                <a:off x="3156007" y="856116"/>
                <a:ext cx="4784" cy="153080"/>
              </a:xfrm>
              <a:custGeom>
                <a:avLst/>
                <a:gdLst/>
                <a:ahLst/>
                <a:cxnLst/>
                <a:rect l="0" t="0" r="r" b="b"/>
                <a:pathLst>
                  <a:path w="377" h="12054" fill="norm" stroke="0">
                    <a:moveTo>
                      <a:pt x="75" y="0"/>
                    </a:moveTo>
                    <a:cubicBezTo>
                      <a:pt x="100" y="0"/>
                      <a:pt x="125" y="0"/>
                      <a:pt x="151" y="0"/>
                    </a:cubicBezTo>
                    <a:cubicBezTo>
                      <a:pt x="151" y="25"/>
                      <a:pt x="151" y="50"/>
                      <a:pt x="151" y="75"/>
                    </a:cubicBezTo>
                    <a:cubicBezTo>
                      <a:pt x="176" y="75"/>
                      <a:pt x="200" y="75"/>
                      <a:pt x="226" y="75"/>
                    </a:cubicBezTo>
                    <a:cubicBezTo>
                      <a:pt x="226" y="125"/>
                      <a:pt x="226" y="175"/>
                      <a:pt x="226" y="226"/>
                    </a:cubicBezTo>
                    <a:cubicBezTo>
                      <a:pt x="201" y="226"/>
                      <a:pt x="176" y="226"/>
                      <a:pt x="151" y="226"/>
                    </a:cubicBezTo>
                    <a:cubicBezTo>
                      <a:pt x="151" y="524"/>
                      <a:pt x="151" y="823"/>
                      <a:pt x="151" y="1130"/>
                    </a:cubicBezTo>
                    <a:cubicBezTo>
                      <a:pt x="225" y="1130"/>
                      <a:pt x="300" y="1130"/>
                      <a:pt x="377" y="1130"/>
                    </a:cubicBezTo>
                    <a:cubicBezTo>
                      <a:pt x="377" y="1254"/>
                      <a:pt x="377" y="1379"/>
                      <a:pt x="377" y="1507"/>
                    </a:cubicBezTo>
                    <a:cubicBezTo>
                      <a:pt x="302" y="1507"/>
                      <a:pt x="228" y="1507"/>
                      <a:pt x="151" y="1507"/>
                    </a:cubicBezTo>
                    <a:cubicBezTo>
                      <a:pt x="151" y="2277"/>
                      <a:pt x="151" y="3048"/>
                      <a:pt x="151" y="3842"/>
                    </a:cubicBezTo>
                    <a:cubicBezTo>
                      <a:pt x="176" y="3842"/>
                      <a:pt x="200" y="3842"/>
                      <a:pt x="226" y="3842"/>
                    </a:cubicBezTo>
                    <a:cubicBezTo>
                      <a:pt x="226" y="3867"/>
                      <a:pt x="226" y="3892"/>
                      <a:pt x="226" y="3917"/>
                    </a:cubicBezTo>
                    <a:cubicBezTo>
                      <a:pt x="276" y="3917"/>
                      <a:pt x="325" y="3917"/>
                      <a:pt x="377" y="3917"/>
                    </a:cubicBezTo>
                    <a:cubicBezTo>
                      <a:pt x="377" y="3967"/>
                      <a:pt x="377" y="4017"/>
                      <a:pt x="377" y="4068"/>
                    </a:cubicBezTo>
                    <a:cubicBezTo>
                      <a:pt x="302" y="4068"/>
                      <a:pt x="228" y="4068"/>
                      <a:pt x="151" y="4068"/>
                    </a:cubicBezTo>
                    <a:cubicBezTo>
                      <a:pt x="151" y="5361"/>
                      <a:pt x="151" y="6654"/>
                      <a:pt x="151" y="7985"/>
                    </a:cubicBezTo>
                    <a:cubicBezTo>
                      <a:pt x="225" y="7985"/>
                      <a:pt x="300" y="7985"/>
                      <a:pt x="377" y="7985"/>
                    </a:cubicBezTo>
                    <a:cubicBezTo>
                      <a:pt x="377" y="8085"/>
                      <a:pt x="377" y="8184"/>
                      <a:pt x="377" y="8287"/>
                    </a:cubicBezTo>
                    <a:cubicBezTo>
                      <a:pt x="302" y="8287"/>
                      <a:pt x="228" y="8287"/>
                      <a:pt x="151" y="8287"/>
                    </a:cubicBezTo>
                    <a:cubicBezTo>
                      <a:pt x="151" y="9058"/>
                      <a:pt x="151" y="9828"/>
                      <a:pt x="151" y="10622"/>
                    </a:cubicBezTo>
                    <a:cubicBezTo>
                      <a:pt x="225" y="10622"/>
                      <a:pt x="300" y="10622"/>
                      <a:pt x="377" y="10622"/>
                    </a:cubicBezTo>
                    <a:cubicBezTo>
                      <a:pt x="377" y="10647"/>
                      <a:pt x="377" y="10672"/>
                      <a:pt x="377" y="10698"/>
                    </a:cubicBezTo>
                    <a:cubicBezTo>
                      <a:pt x="327" y="10698"/>
                      <a:pt x="277" y="10698"/>
                      <a:pt x="226" y="10698"/>
                    </a:cubicBezTo>
                    <a:cubicBezTo>
                      <a:pt x="226" y="10722"/>
                      <a:pt x="226" y="10747"/>
                      <a:pt x="226" y="10773"/>
                    </a:cubicBezTo>
                    <a:cubicBezTo>
                      <a:pt x="201" y="10773"/>
                      <a:pt x="176" y="10773"/>
                      <a:pt x="151" y="10773"/>
                    </a:cubicBezTo>
                    <a:cubicBezTo>
                      <a:pt x="151" y="11171"/>
                      <a:pt x="151" y="11568"/>
                      <a:pt x="151" y="11978"/>
                    </a:cubicBezTo>
                    <a:cubicBezTo>
                      <a:pt x="126" y="11978"/>
                      <a:pt x="101" y="11978"/>
                      <a:pt x="75" y="11978"/>
                    </a:cubicBezTo>
                    <a:cubicBezTo>
                      <a:pt x="75" y="12003"/>
                      <a:pt x="75" y="12028"/>
                      <a:pt x="75" y="12054"/>
                    </a:cubicBezTo>
                    <a:cubicBezTo>
                      <a:pt x="50" y="12054"/>
                      <a:pt x="26" y="12054"/>
                      <a:pt x="0" y="12054"/>
                    </a:cubicBezTo>
                    <a:cubicBezTo>
                      <a:pt x="3" y="12042"/>
                      <a:pt x="5" y="12031"/>
                      <a:pt x="8" y="12020"/>
                    </a:cubicBezTo>
                    <a:cubicBezTo>
                      <a:pt x="35" y="11897"/>
                      <a:pt x="43" y="11782"/>
                      <a:pt x="43" y="11657"/>
                    </a:cubicBezTo>
                    <a:cubicBezTo>
                      <a:pt x="43" y="11636"/>
                      <a:pt x="43" y="11616"/>
                      <a:pt x="43" y="11595"/>
                    </a:cubicBezTo>
                    <a:cubicBezTo>
                      <a:pt x="44" y="11539"/>
                      <a:pt x="44" y="11484"/>
                      <a:pt x="44" y="11428"/>
                    </a:cubicBezTo>
                    <a:cubicBezTo>
                      <a:pt x="44" y="11367"/>
                      <a:pt x="44" y="11306"/>
                      <a:pt x="44" y="11245"/>
                    </a:cubicBezTo>
                    <a:cubicBezTo>
                      <a:pt x="45" y="11138"/>
                      <a:pt x="45" y="11031"/>
                      <a:pt x="45" y="10925"/>
                    </a:cubicBezTo>
                    <a:cubicBezTo>
                      <a:pt x="45" y="10766"/>
                      <a:pt x="46" y="10607"/>
                      <a:pt x="46" y="10449"/>
                    </a:cubicBezTo>
                    <a:cubicBezTo>
                      <a:pt x="47" y="10182"/>
                      <a:pt x="48" y="9915"/>
                      <a:pt x="49" y="9648"/>
                    </a:cubicBezTo>
                    <a:cubicBezTo>
                      <a:pt x="49" y="9384"/>
                      <a:pt x="50" y="9119"/>
                      <a:pt x="51" y="8855"/>
                    </a:cubicBezTo>
                    <a:cubicBezTo>
                      <a:pt x="51" y="8839"/>
                      <a:pt x="51" y="8822"/>
                      <a:pt x="51" y="8805"/>
                    </a:cubicBezTo>
                    <a:cubicBezTo>
                      <a:pt x="51" y="8722"/>
                      <a:pt x="51" y="8638"/>
                      <a:pt x="52" y="8555"/>
                    </a:cubicBezTo>
                    <a:cubicBezTo>
                      <a:pt x="53" y="7964"/>
                      <a:pt x="55" y="7373"/>
                      <a:pt x="57" y="6782"/>
                    </a:cubicBezTo>
                    <a:cubicBezTo>
                      <a:pt x="58" y="6207"/>
                      <a:pt x="60" y="5633"/>
                      <a:pt x="61" y="5059"/>
                    </a:cubicBezTo>
                    <a:cubicBezTo>
                      <a:pt x="61" y="5050"/>
                      <a:pt x="61" y="5050"/>
                      <a:pt x="61" y="5005"/>
                    </a:cubicBezTo>
                    <a:cubicBezTo>
                      <a:pt x="62" y="4828"/>
                      <a:pt x="62" y="4650"/>
                      <a:pt x="63" y="4472"/>
                    </a:cubicBezTo>
                    <a:cubicBezTo>
                      <a:pt x="64" y="4110"/>
                      <a:pt x="65" y="3748"/>
                      <a:pt x="66" y="3386"/>
                    </a:cubicBezTo>
                    <a:cubicBezTo>
                      <a:pt x="66" y="3369"/>
                      <a:pt x="66" y="3352"/>
                      <a:pt x="66" y="3335"/>
                    </a:cubicBezTo>
                    <a:cubicBezTo>
                      <a:pt x="69" y="2223"/>
                      <a:pt x="72" y="1112"/>
                      <a:pt x="7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78" cap="flat">
                <a:noFill/>
              </a:ln>
            </p:spPr>
          </p:sp>
          <p:sp>
            <p:nvSpPr>
              <p:cNvPr id="437" name="ICON_TASK_DATABASE_path_011"/>
              <p:cNvSpPr/>
              <p:nvPr/>
            </p:nvSpPr>
            <p:spPr>
              <a:xfrm>
                <a:off x="3036413" y="1032103"/>
                <a:ext cx="67929" cy="5796"/>
              </a:xfrm>
              <a:custGeom>
                <a:avLst/>
                <a:gdLst/>
                <a:ahLst/>
                <a:cxnLst/>
                <a:rect l="0" t="0" r="r" b="b"/>
                <a:pathLst>
                  <a:path w="5349" h="456" fill="norm" stroke="0">
                    <a:moveTo>
                      <a:pt x="75" y="4"/>
                    </a:moveTo>
                    <a:cubicBezTo>
                      <a:pt x="150" y="3"/>
                      <a:pt x="224" y="3"/>
                      <a:pt x="299" y="2"/>
                    </a:cubicBezTo>
                    <a:cubicBezTo>
                      <a:pt x="324" y="2"/>
                      <a:pt x="349" y="2"/>
                      <a:pt x="375" y="2"/>
                    </a:cubicBezTo>
                    <a:cubicBezTo>
                      <a:pt x="411" y="1"/>
                      <a:pt x="447" y="1"/>
                      <a:pt x="484" y="1"/>
                    </a:cubicBezTo>
                    <a:cubicBezTo>
                      <a:pt x="495" y="0"/>
                      <a:pt x="506" y="0"/>
                      <a:pt x="518" y="0"/>
                    </a:cubicBezTo>
                    <a:cubicBezTo>
                      <a:pt x="546" y="0"/>
                      <a:pt x="575" y="2"/>
                      <a:pt x="603" y="4"/>
                    </a:cubicBezTo>
                    <a:cubicBezTo>
                      <a:pt x="615" y="17"/>
                      <a:pt x="628" y="29"/>
                      <a:pt x="640" y="42"/>
                    </a:cubicBezTo>
                    <a:cubicBezTo>
                      <a:pt x="675" y="48"/>
                      <a:pt x="675" y="48"/>
                      <a:pt x="717" y="50"/>
                    </a:cubicBezTo>
                    <a:cubicBezTo>
                      <a:pt x="733" y="51"/>
                      <a:pt x="749" y="51"/>
                      <a:pt x="765" y="52"/>
                    </a:cubicBezTo>
                    <a:cubicBezTo>
                      <a:pt x="774" y="52"/>
                      <a:pt x="774" y="52"/>
                      <a:pt x="817" y="54"/>
                    </a:cubicBezTo>
                    <a:cubicBezTo>
                      <a:pt x="826" y="54"/>
                      <a:pt x="826" y="54"/>
                      <a:pt x="870" y="56"/>
                    </a:cubicBezTo>
                    <a:cubicBezTo>
                      <a:pt x="917" y="58"/>
                      <a:pt x="963" y="60"/>
                      <a:pt x="1010" y="62"/>
                    </a:cubicBezTo>
                    <a:cubicBezTo>
                      <a:pt x="1057" y="64"/>
                      <a:pt x="1105" y="66"/>
                      <a:pt x="1152" y="68"/>
                    </a:cubicBezTo>
                    <a:cubicBezTo>
                      <a:pt x="1245" y="72"/>
                      <a:pt x="1338" y="76"/>
                      <a:pt x="1431" y="80"/>
                    </a:cubicBezTo>
                    <a:cubicBezTo>
                      <a:pt x="1431" y="105"/>
                      <a:pt x="1431" y="129"/>
                      <a:pt x="1431" y="155"/>
                    </a:cubicBezTo>
                    <a:cubicBezTo>
                      <a:pt x="2252" y="155"/>
                      <a:pt x="3072" y="155"/>
                      <a:pt x="3917" y="155"/>
                    </a:cubicBezTo>
                    <a:cubicBezTo>
                      <a:pt x="3917" y="130"/>
                      <a:pt x="3917" y="105"/>
                      <a:pt x="3917" y="80"/>
                    </a:cubicBezTo>
                    <a:cubicBezTo>
                      <a:pt x="3928" y="79"/>
                      <a:pt x="3939" y="79"/>
                      <a:pt x="3950" y="79"/>
                    </a:cubicBezTo>
                    <a:cubicBezTo>
                      <a:pt x="4051" y="75"/>
                      <a:pt x="4153" y="71"/>
                      <a:pt x="4254" y="67"/>
                    </a:cubicBezTo>
                    <a:cubicBezTo>
                      <a:pt x="4306" y="65"/>
                      <a:pt x="4359" y="63"/>
                      <a:pt x="4411" y="61"/>
                    </a:cubicBezTo>
                    <a:cubicBezTo>
                      <a:pt x="4461" y="59"/>
                      <a:pt x="4511" y="57"/>
                      <a:pt x="4562" y="55"/>
                    </a:cubicBezTo>
                    <a:cubicBezTo>
                      <a:pt x="4581" y="54"/>
                      <a:pt x="4600" y="54"/>
                      <a:pt x="4619" y="53"/>
                    </a:cubicBezTo>
                    <a:cubicBezTo>
                      <a:pt x="4646" y="52"/>
                      <a:pt x="4673" y="51"/>
                      <a:pt x="4700" y="50"/>
                    </a:cubicBezTo>
                    <a:cubicBezTo>
                      <a:pt x="4715" y="49"/>
                      <a:pt x="4731" y="49"/>
                      <a:pt x="4746" y="48"/>
                    </a:cubicBezTo>
                    <a:cubicBezTo>
                      <a:pt x="4784" y="42"/>
                      <a:pt x="4784" y="42"/>
                      <a:pt x="4821" y="4"/>
                    </a:cubicBezTo>
                    <a:cubicBezTo>
                      <a:pt x="4857" y="1"/>
                      <a:pt x="4889" y="0"/>
                      <a:pt x="4924" y="1"/>
                    </a:cubicBezTo>
                    <a:cubicBezTo>
                      <a:pt x="4929" y="1"/>
                      <a:pt x="4929" y="1"/>
                      <a:pt x="4954" y="1"/>
                    </a:cubicBezTo>
                    <a:cubicBezTo>
                      <a:pt x="4986" y="1"/>
                      <a:pt x="5018" y="2"/>
                      <a:pt x="5050" y="2"/>
                    </a:cubicBezTo>
                    <a:cubicBezTo>
                      <a:pt x="5071" y="2"/>
                      <a:pt x="5093" y="2"/>
                      <a:pt x="5115" y="3"/>
                    </a:cubicBezTo>
                    <a:cubicBezTo>
                      <a:pt x="5168" y="3"/>
                      <a:pt x="5220" y="4"/>
                      <a:pt x="5273" y="4"/>
                    </a:cubicBezTo>
                    <a:cubicBezTo>
                      <a:pt x="5273" y="29"/>
                      <a:pt x="5273" y="54"/>
                      <a:pt x="5273" y="80"/>
                    </a:cubicBezTo>
                    <a:cubicBezTo>
                      <a:pt x="5298" y="80"/>
                      <a:pt x="5323" y="80"/>
                      <a:pt x="5349" y="80"/>
                    </a:cubicBezTo>
                    <a:cubicBezTo>
                      <a:pt x="5349" y="105"/>
                      <a:pt x="5349" y="129"/>
                      <a:pt x="5349" y="155"/>
                    </a:cubicBezTo>
                    <a:cubicBezTo>
                      <a:pt x="5274" y="155"/>
                      <a:pt x="5200" y="155"/>
                      <a:pt x="5123" y="155"/>
                    </a:cubicBezTo>
                    <a:cubicBezTo>
                      <a:pt x="5123" y="130"/>
                      <a:pt x="5123" y="105"/>
                      <a:pt x="5123" y="80"/>
                    </a:cubicBezTo>
                    <a:cubicBezTo>
                      <a:pt x="5098" y="80"/>
                      <a:pt x="5073" y="80"/>
                      <a:pt x="5047" y="80"/>
                    </a:cubicBezTo>
                    <a:cubicBezTo>
                      <a:pt x="5047" y="105"/>
                      <a:pt x="5047" y="129"/>
                      <a:pt x="5047" y="155"/>
                    </a:cubicBezTo>
                    <a:cubicBezTo>
                      <a:pt x="4724" y="155"/>
                      <a:pt x="4401" y="155"/>
                      <a:pt x="4068" y="155"/>
                    </a:cubicBezTo>
                    <a:cubicBezTo>
                      <a:pt x="4068" y="205"/>
                      <a:pt x="4068" y="254"/>
                      <a:pt x="4068" y="306"/>
                    </a:cubicBezTo>
                    <a:cubicBezTo>
                      <a:pt x="4018" y="306"/>
                      <a:pt x="3969" y="306"/>
                      <a:pt x="3917" y="306"/>
                    </a:cubicBezTo>
                    <a:cubicBezTo>
                      <a:pt x="3917" y="355"/>
                      <a:pt x="3917" y="405"/>
                      <a:pt x="3917" y="456"/>
                    </a:cubicBezTo>
                    <a:cubicBezTo>
                      <a:pt x="3694" y="456"/>
                      <a:pt x="3470" y="456"/>
                      <a:pt x="3239" y="456"/>
                    </a:cubicBezTo>
                    <a:cubicBezTo>
                      <a:pt x="3239" y="407"/>
                      <a:pt x="3239" y="357"/>
                      <a:pt x="3239" y="306"/>
                    </a:cubicBezTo>
                    <a:cubicBezTo>
                      <a:pt x="3165" y="306"/>
                      <a:pt x="3090" y="306"/>
                      <a:pt x="3013" y="306"/>
                    </a:cubicBezTo>
                    <a:cubicBezTo>
                      <a:pt x="3013" y="355"/>
                      <a:pt x="3013" y="405"/>
                      <a:pt x="3013" y="456"/>
                    </a:cubicBezTo>
                    <a:cubicBezTo>
                      <a:pt x="2864" y="456"/>
                      <a:pt x="2715" y="456"/>
                      <a:pt x="2561" y="456"/>
                    </a:cubicBezTo>
                    <a:cubicBezTo>
                      <a:pt x="2561" y="407"/>
                      <a:pt x="2561" y="357"/>
                      <a:pt x="2561" y="306"/>
                    </a:cubicBezTo>
                    <a:cubicBezTo>
                      <a:pt x="2462" y="306"/>
                      <a:pt x="2363" y="306"/>
                      <a:pt x="2260" y="306"/>
                    </a:cubicBezTo>
                    <a:cubicBezTo>
                      <a:pt x="2260" y="355"/>
                      <a:pt x="2260" y="405"/>
                      <a:pt x="2260" y="456"/>
                    </a:cubicBezTo>
                    <a:cubicBezTo>
                      <a:pt x="2086" y="456"/>
                      <a:pt x="1912" y="456"/>
                      <a:pt x="1733" y="456"/>
                    </a:cubicBezTo>
                    <a:cubicBezTo>
                      <a:pt x="1733" y="407"/>
                      <a:pt x="1733" y="357"/>
                      <a:pt x="1733" y="306"/>
                    </a:cubicBezTo>
                    <a:cubicBezTo>
                      <a:pt x="1584" y="306"/>
                      <a:pt x="1434" y="306"/>
                      <a:pt x="1281" y="306"/>
                    </a:cubicBezTo>
                    <a:cubicBezTo>
                      <a:pt x="1281" y="281"/>
                      <a:pt x="1281" y="256"/>
                      <a:pt x="1281" y="230"/>
                    </a:cubicBezTo>
                    <a:cubicBezTo>
                      <a:pt x="1256" y="230"/>
                      <a:pt x="1231" y="230"/>
                      <a:pt x="1205" y="230"/>
                    </a:cubicBezTo>
                    <a:cubicBezTo>
                      <a:pt x="1205" y="206"/>
                      <a:pt x="1205" y="181"/>
                      <a:pt x="1205" y="155"/>
                    </a:cubicBezTo>
                    <a:cubicBezTo>
                      <a:pt x="982" y="155"/>
                      <a:pt x="758" y="155"/>
                      <a:pt x="527" y="155"/>
                    </a:cubicBezTo>
                    <a:cubicBezTo>
                      <a:pt x="527" y="130"/>
                      <a:pt x="527" y="105"/>
                      <a:pt x="527" y="80"/>
                    </a:cubicBezTo>
                    <a:cubicBezTo>
                      <a:pt x="453" y="80"/>
                      <a:pt x="378" y="80"/>
                      <a:pt x="301" y="80"/>
                    </a:cubicBezTo>
                    <a:cubicBezTo>
                      <a:pt x="301" y="105"/>
                      <a:pt x="301" y="129"/>
                      <a:pt x="301" y="155"/>
                    </a:cubicBezTo>
                    <a:cubicBezTo>
                      <a:pt x="202" y="155"/>
                      <a:pt x="102" y="155"/>
                      <a:pt x="0" y="155"/>
                    </a:cubicBezTo>
                    <a:cubicBezTo>
                      <a:pt x="0" y="130"/>
                      <a:pt x="0" y="105"/>
                      <a:pt x="0" y="80"/>
                    </a:cubicBezTo>
                    <a:cubicBezTo>
                      <a:pt x="25" y="80"/>
                      <a:pt x="50" y="80"/>
                      <a:pt x="75" y="80"/>
                    </a:cubicBezTo>
                    <a:cubicBezTo>
                      <a:pt x="75" y="55"/>
                      <a:pt x="75" y="30"/>
                      <a:pt x="75" y="4"/>
                    </a:cubicBezTo>
                    <a:close/>
                  </a:path>
                </a:pathLst>
              </a:custGeom>
              <a:solidFill>
                <a:srgbClr val="ACB5E9"/>
              </a:solidFill>
              <a:ln w="478" cap="flat">
                <a:noFill/>
              </a:ln>
            </p:spPr>
          </p:sp>
          <p:sp>
            <p:nvSpPr>
              <p:cNvPr id="438" name="ICON_TASK_DATABASE_path_012"/>
              <p:cNvSpPr/>
              <p:nvPr/>
            </p:nvSpPr>
            <p:spPr>
              <a:xfrm>
                <a:off x="3119650" y="993888"/>
                <a:ext cx="10524" cy="11481"/>
              </a:xfrm>
              <a:custGeom>
                <a:avLst/>
                <a:gdLst/>
                <a:ahLst/>
                <a:cxnLst/>
                <a:rect l="0" t="0" r="r" b="b"/>
                <a:pathLst>
                  <a:path w="829" h="904" fill="norm" stroke="0">
                    <a:moveTo>
                      <a:pt x="226" y="0"/>
                    </a:moveTo>
                    <a:cubicBezTo>
                      <a:pt x="350" y="0"/>
                      <a:pt x="475" y="0"/>
                      <a:pt x="603" y="0"/>
                    </a:cubicBezTo>
                    <a:cubicBezTo>
                      <a:pt x="603" y="25"/>
                      <a:pt x="603" y="50"/>
                      <a:pt x="603" y="75"/>
                    </a:cubicBezTo>
                    <a:cubicBezTo>
                      <a:pt x="628" y="75"/>
                      <a:pt x="652" y="75"/>
                      <a:pt x="678" y="75"/>
                    </a:cubicBezTo>
                    <a:cubicBezTo>
                      <a:pt x="678" y="100"/>
                      <a:pt x="678" y="125"/>
                      <a:pt x="678" y="151"/>
                    </a:cubicBezTo>
                    <a:cubicBezTo>
                      <a:pt x="703" y="151"/>
                      <a:pt x="728" y="151"/>
                      <a:pt x="753" y="151"/>
                    </a:cubicBezTo>
                    <a:cubicBezTo>
                      <a:pt x="753" y="176"/>
                      <a:pt x="753" y="200"/>
                      <a:pt x="753" y="226"/>
                    </a:cubicBezTo>
                    <a:cubicBezTo>
                      <a:pt x="778" y="226"/>
                      <a:pt x="803" y="226"/>
                      <a:pt x="829" y="226"/>
                    </a:cubicBezTo>
                    <a:cubicBezTo>
                      <a:pt x="829" y="375"/>
                      <a:pt x="829" y="524"/>
                      <a:pt x="829" y="678"/>
                    </a:cubicBezTo>
                    <a:cubicBezTo>
                      <a:pt x="804" y="678"/>
                      <a:pt x="779" y="678"/>
                      <a:pt x="753" y="678"/>
                    </a:cubicBezTo>
                    <a:cubicBezTo>
                      <a:pt x="753" y="703"/>
                      <a:pt x="753" y="728"/>
                      <a:pt x="753" y="753"/>
                    </a:cubicBezTo>
                    <a:cubicBezTo>
                      <a:pt x="728" y="753"/>
                      <a:pt x="704" y="753"/>
                      <a:pt x="678" y="753"/>
                    </a:cubicBezTo>
                    <a:cubicBezTo>
                      <a:pt x="678" y="778"/>
                      <a:pt x="678" y="803"/>
                      <a:pt x="678" y="829"/>
                    </a:cubicBezTo>
                    <a:cubicBezTo>
                      <a:pt x="653" y="829"/>
                      <a:pt x="628" y="829"/>
                      <a:pt x="603" y="829"/>
                    </a:cubicBezTo>
                    <a:cubicBezTo>
                      <a:pt x="603" y="854"/>
                      <a:pt x="603" y="878"/>
                      <a:pt x="603" y="904"/>
                    </a:cubicBezTo>
                    <a:cubicBezTo>
                      <a:pt x="478" y="904"/>
                      <a:pt x="354" y="904"/>
                      <a:pt x="226" y="904"/>
                    </a:cubicBezTo>
                    <a:cubicBezTo>
                      <a:pt x="226" y="879"/>
                      <a:pt x="226" y="854"/>
                      <a:pt x="226" y="829"/>
                    </a:cubicBezTo>
                    <a:cubicBezTo>
                      <a:pt x="201" y="829"/>
                      <a:pt x="176" y="829"/>
                      <a:pt x="151" y="829"/>
                    </a:cubicBezTo>
                    <a:cubicBezTo>
                      <a:pt x="151" y="804"/>
                      <a:pt x="151" y="779"/>
                      <a:pt x="151" y="753"/>
                    </a:cubicBezTo>
                    <a:cubicBezTo>
                      <a:pt x="126" y="753"/>
                      <a:pt x="101" y="753"/>
                      <a:pt x="75" y="753"/>
                    </a:cubicBezTo>
                    <a:cubicBezTo>
                      <a:pt x="75" y="728"/>
                      <a:pt x="75" y="704"/>
                      <a:pt x="75" y="678"/>
                    </a:cubicBezTo>
                    <a:cubicBezTo>
                      <a:pt x="50" y="678"/>
                      <a:pt x="26" y="678"/>
                      <a:pt x="0" y="678"/>
                    </a:cubicBezTo>
                    <a:cubicBezTo>
                      <a:pt x="0" y="529"/>
                      <a:pt x="0" y="380"/>
                      <a:pt x="0" y="226"/>
                    </a:cubicBezTo>
                    <a:cubicBezTo>
                      <a:pt x="25" y="226"/>
                      <a:pt x="50" y="226"/>
                      <a:pt x="75" y="226"/>
                    </a:cubicBezTo>
                    <a:cubicBezTo>
                      <a:pt x="75" y="201"/>
                      <a:pt x="75" y="176"/>
                      <a:pt x="75" y="151"/>
                    </a:cubicBezTo>
                    <a:cubicBezTo>
                      <a:pt x="100" y="151"/>
                      <a:pt x="125" y="151"/>
                      <a:pt x="151" y="151"/>
                    </a:cubicBezTo>
                    <a:cubicBezTo>
                      <a:pt x="151" y="126"/>
                      <a:pt x="151" y="101"/>
                      <a:pt x="151" y="75"/>
                    </a:cubicBezTo>
                    <a:cubicBezTo>
                      <a:pt x="176" y="75"/>
                      <a:pt x="200" y="75"/>
                      <a:pt x="226" y="75"/>
                    </a:cubicBezTo>
                    <a:cubicBezTo>
                      <a:pt x="226" y="50"/>
                      <a:pt x="226" y="26"/>
                      <a:pt x="226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478" cap="flat">
                <a:noFill/>
              </a:ln>
            </p:spPr>
          </p:sp>
          <p:sp>
            <p:nvSpPr>
              <p:cNvPr id="439" name="ICON_TASK_DATABASE_path_013"/>
              <p:cNvSpPr/>
              <p:nvPr/>
            </p:nvSpPr>
            <p:spPr>
              <a:xfrm>
                <a:off x="3119650" y="896300"/>
                <a:ext cx="10524" cy="10524"/>
              </a:xfrm>
              <a:custGeom>
                <a:avLst/>
                <a:gdLst/>
                <a:ahLst/>
                <a:cxnLst/>
                <a:rect l="0" t="0" r="r" b="b"/>
                <a:pathLst>
                  <a:path w="829" h="829" fill="norm" stroke="0">
                    <a:moveTo>
                      <a:pt x="226" y="0"/>
                    </a:moveTo>
                    <a:cubicBezTo>
                      <a:pt x="375" y="0"/>
                      <a:pt x="524" y="0"/>
                      <a:pt x="678" y="0"/>
                    </a:cubicBezTo>
                    <a:cubicBezTo>
                      <a:pt x="678" y="25"/>
                      <a:pt x="678" y="50"/>
                      <a:pt x="678" y="75"/>
                    </a:cubicBezTo>
                    <a:cubicBezTo>
                      <a:pt x="703" y="75"/>
                      <a:pt x="728" y="75"/>
                      <a:pt x="753" y="75"/>
                    </a:cubicBezTo>
                    <a:cubicBezTo>
                      <a:pt x="753" y="100"/>
                      <a:pt x="753" y="125"/>
                      <a:pt x="753" y="151"/>
                    </a:cubicBezTo>
                    <a:cubicBezTo>
                      <a:pt x="778" y="151"/>
                      <a:pt x="803" y="151"/>
                      <a:pt x="829" y="151"/>
                    </a:cubicBezTo>
                    <a:cubicBezTo>
                      <a:pt x="829" y="325"/>
                      <a:pt x="829" y="499"/>
                      <a:pt x="829" y="678"/>
                    </a:cubicBezTo>
                    <a:cubicBezTo>
                      <a:pt x="804" y="678"/>
                      <a:pt x="779" y="678"/>
                      <a:pt x="753" y="678"/>
                    </a:cubicBezTo>
                    <a:cubicBezTo>
                      <a:pt x="753" y="703"/>
                      <a:pt x="753" y="728"/>
                      <a:pt x="753" y="753"/>
                    </a:cubicBezTo>
                    <a:cubicBezTo>
                      <a:pt x="728" y="753"/>
                      <a:pt x="704" y="753"/>
                      <a:pt x="678" y="753"/>
                    </a:cubicBezTo>
                    <a:cubicBezTo>
                      <a:pt x="678" y="778"/>
                      <a:pt x="678" y="803"/>
                      <a:pt x="678" y="829"/>
                    </a:cubicBezTo>
                    <a:cubicBezTo>
                      <a:pt x="504" y="829"/>
                      <a:pt x="330" y="829"/>
                      <a:pt x="151" y="829"/>
                    </a:cubicBezTo>
                    <a:cubicBezTo>
                      <a:pt x="151" y="804"/>
                      <a:pt x="151" y="779"/>
                      <a:pt x="151" y="753"/>
                    </a:cubicBezTo>
                    <a:cubicBezTo>
                      <a:pt x="126" y="753"/>
                      <a:pt x="101" y="753"/>
                      <a:pt x="75" y="753"/>
                    </a:cubicBezTo>
                    <a:cubicBezTo>
                      <a:pt x="75" y="728"/>
                      <a:pt x="75" y="704"/>
                      <a:pt x="75" y="678"/>
                    </a:cubicBezTo>
                    <a:cubicBezTo>
                      <a:pt x="50" y="678"/>
                      <a:pt x="26" y="678"/>
                      <a:pt x="0" y="678"/>
                    </a:cubicBezTo>
                    <a:cubicBezTo>
                      <a:pt x="0" y="529"/>
                      <a:pt x="0" y="380"/>
                      <a:pt x="0" y="226"/>
                    </a:cubicBezTo>
                    <a:cubicBezTo>
                      <a:pt x="25" y="226"/>
                      <a:pt x="50" y="226"/>
                      <a:pt x="75" y="226"/>
                    </a:cubicBezTo>
                    <a:cubicBezTo>
                      <a:pt x="75" y="201"/>
                      <a:pt x="75" y="176"/>
                      <a:pt x="75" y="151"/>
                    </a:cubicBezTo>
                    <a:cubicBezTo>
                      <a:pt x="100" y="151"/>
                      <a:pt x="125" y="151"/>
                      <a:pt x="151" y="151"/>
                    </a:cubicBezTo>
                    <a:cubicBezTo>
                      <a:pt x="151" y="126"/>
                      <a:pt x="151" y="101"/>
                      <a:pt x="151" y="75"/>
                    </a:cubicBezTo>
                    <a:cubicBezTo>
                      <a:pt x="176" y="75"/>
                      <a:pt x="200" y="75"/>
                      <a:pt x="226" y="75"/>
                    </a:cubicBezTo>
                    <a:cubicBezTo>
                      <a:pt x="226" y="50"/>
                      <a:pt x="226" y="26"/>
                      <a:pt x="226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478" cap="flat">
                <a:noFill/>
              </a:ln>
            </p:spPr>
          </p:sp>
          <p:sp>
            <p:nvSpPr>
              <p:cNvPr id="440" name="ICON_TASK_DATABASE_path_014"/>
              <p:cNvSpPr/>
              <p:nvPr/>
            </p:nvSpPr>
            <p:spPr>
              <a:xfrm>
                <a:off x="3119650" y="945094"/>
                <a:ext cx="10524" cy="10524"/>
              </a:xfrm>
              <a:custGeom>
                <a:avLst/>
                <a:gdLst/>
                <a:ahLst/>
                <a:cxnLst/>
                <a:rect l="0" t="0" r="r" b="b"/>
                <a:pathLst>
                  <a:path w="829" h="829" fill="norm" stroke="0">
                    <a:moveTo>
                      <a:pt x="151" y="0"/>
                    </a:moveTo>
                    <a:cubicBezTo>
                      <a:pt x="325" y="0"/>
                      <a:pt x="499" y="0"/>
                      <a:pt x="678" y="0"/>
                    </a:cubicBezTo>
                    <a:cubicBezTo>
                      <a:pt x="678" y="25"/>
                      <a:pt x="678" y="50"/>
                      <a:pt x="678" y="75"/>
                    </a:cubicBezTo>
                    <a:cubicBezTo>
                      <a:pt x="703" y="75"/>
                      <a:pt x="728" y="75"/>
                      <a:pt x="753" y="75"/>
                    </a:cubicBezTo>
                    <a:cubicBezTo>
                      <a:pt x="753" y="100"/>
                      <a:pt x="753" y="125"/>
                      <a:pt x="753" y="151"/>
                    </a:cubicBezTo>
                    <a:cubicBezTo>
                      <a:pt x="778" y="151"/>
                      <a:pt x="803" y="151"/>
                      <a:pt x="829" y="151"/>
                    </a:cubicBezTo>
                    <a:cubicBezTo>
                      <a:pt x="829" y="300"/>
                      <a:pt x="829" y="449"/>
                      <a:pt x="829" y="603"/>
                    </a:cubicBezTo>
                    <a:cubicBezTo>
                      <a:pt x="804" y="603"/>
                      <a:pt x="779" y="603"/>
                      <a:pt x="753" y="603"/>
                    </a:cubicBezTo>
                    <a:cubicBezTo>
                      <a:pt x="753" y="628"/>
                      <a:pt x="753" y="652"/>
                      <a:pt x="753" y="678"/>
                    </a:cubicBezTo>
                    <a:cubicBezTo>
                      <a:pt x="728" y="678"/>
                      <a:pt x="704" y="678"/>
                      <a:pt x="678" y="678"/>
                    </a:cubicBezTo>
                    <a:cubicBezTo>
                      <a:pt x="678" y="703"/>
                      <a:pt x="678" y="728"/>
                      <a:pt x="678" y="753"/>
                    </a:cubicBezTo>
                    <a:cubicBezTo>
                      <a:pt x="653" y="753"/>
                      <a:pt x="628" y="753"/>
                      <a:pt x="603" y="753"/>
                    </a:cubicBezTo>
                    <a:cubicBezTo>
                      <a:pt x="603" y="778"/>
                      <a:pt x="603" y="803"/>
                      <a:pt x="603" y="829"/>
                    </a:cubicBezTo>
                    <a:cubicBezTo>
                      <a:pt x="478" y="829"/>
                      <a:pt x="354" y="829"/>
                      <a:pt x="226" y="829"/>
                    </a:cubicBezTo>
                    <a:cubicBezTo>
                      <a:pt x="226" y="804"/>
                      <a:pt x="226" y="779"/>
                      <a:pt x="226" y="753"/>
                    </a:cubicBezTo>
                    <a:cubicBezTo>
                      <a:pt x="201" y="753"/>
                      <a:pt x="176" y="753"/>
                      <a:pt x="151" y="753"/>
                    </a:cubicBezTo>
                    <a:cubicBezTo>
                      <a:pt x="151" y="728"/>
                      <a:pt x="151" y="704"/>
                      <a:pt x="151" y="678"/>
                    </a:cubicBezTo>
                    <a:cubicBezTo>
                      <a:pt x="126" y="678"/>
                      <a:pt x="101" y="678"/>
                      <a:pt x="75" y="678"/>
                    </a:cubicBezTo>
                    <a:cubicBezTo>
                      <a:pt x="75" y="653"/>
                      <a:pt x="75" y="628"/>
                      <a:pt x="75" y="603"/>
                    </a:cubicBezTo>
                    <a:cubicBezTo>
                      <a:pt x="50" y="603"/>
                      <a:pt x="26" y="603"/>
                      <a:pt x="0" y="603"/>
                    </a:cubicBezTo>
                    <a:cubicBezTo>
                      <a:pt x="0" y="478"/>
                      <a:pt x="0" y="354"/>
                      <a:pt x="0" y="226"/>
                    </a:cubicBezTo>
                    <a:cubicBezTo>
                      <a:pt x="25" y="226"/>
                      <a:pt x="50" y="226"/>
                      <a:pt x="75" y="226"/>
                    </a:cubicBezTo>
                    <a:cubicBezTo>
                      <a:pt x="75" y="176"/>
                      <a:pt x="75" y="127"/>
                      <a:pt x="75" y="75"/>
                    </a:cubicBezTo>
                    <a:cubicBezTo>
                      <a:pt x="100" y="75"/>
                      <a:pt x="125" y="75"/>
                      <a:pt x="151" y="75"/>
                    </a:cubicBezTo>
                    <a:cubicBezTo>
                      <a:pt x="151" y="50"/>
                      <a:pt x="151" y="26"/>
                      <a:pt x="151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478" cap="flat">
                <a:noFill/>
              </a:ln>
            </p:spPr>
          </p:sp>
          <p:sp>
            <p:nvSpPr>
              <p:cNvPr id="441" name="ICON_TASK_DATABASE_path_015"/>
              <p:cNvSpPr/>
              <p:nvPr/>
            </p:nvSpPr>
            <p:spPr>
              <a:xfrm>
                <a:off x="3088077" y="827414"/>
                <a:ext cx="16265" cy="4838"/>
              </a:xfrm>
              <a:custGeom>
                <a:avLst/>
                <a:gdLst/>
                <a:ahLst/>
                <a:cxnLst/>
                <a:rect l="0" t="0" r="r" b="b"/>
                <a:pathLst>
                  <a:path w="1281" h="381" fill="norm" stroke="0">
                    <a:moveTo>
                      <a:pt x="0" y="0"/>
                    </a:moveTo>
                    <a:cubicBezTo>
                      <a:pt x="75" y="0"/>
                      <a:pt x="149" y="0"/>
                      <a:pt x="226" y="0"/>
                    </a:cubicBezTo>
                    <a:cubicBezTo>
                      <a:pt x="226" y="50"/>
                      <a:pt x="226" y="99"/>
                      <a:pt x="226" y="151"/>
                    </a:cubicBezTo>
                    <a:cubicBezTo>
                      <a:pt x="425" y="151"/>
                      <a:pt x="624" y="151"/>
                      <a:pt x="829" y="151"/>
                    </a:cubicBezTo>
                    <a:cubicBezTo>
                      <a:pt x="829" y="176"/>
                      <a:pt x="829" y="200"/>
                      <a:pt x="829" y="226"/>
                    </a:cubicBezTo>
                    <a:cubicBezTo>
                      <a:pt x="878" y="226"/>
                      <a:pt x="928" y="226"/>
                      <a:pt x="979" y="226"/>
                    </a:cubicBezTo>
                    <a:cubicBezTo>
                      <a:pt x="979" y="251"/>
                      <a:pt x="979" y="276"/>
                      <a:pt x="979" y="301"/>
                    </a:cubicBezTo>
                    <a:cubicBezTo>
                      <a:pt x="1079" y="301"/>
                      <a:pt x="1178" y="301"/>
                      <a:pt x="1281" y="301"/>
                    </a:cubicBezTo>
                    <a:cubicBezTo>
                      <a:pt x="1281" y="326"/>
                      <a:pt x="1281" y="351"/>
                      <a:pt x="1281" y="377"/>
                    </a:cubicBezTo>
                    <a:cubicBezTo>
                      <a:pt x="1217" y="378"/>
                      <a:pt x="1153" y="378"/>
                      <a:pt x="1090" y="379"/>
                    </a:cubicBezTo>
                    <a:cubicBezTo>
                      <a:pt x="1068" y="379"/>
                      <a:pt x="1046" y="379"/>
                      <a:pt x="1025" y="379"/>
                    </a:cubicBezTo>
                    <a:cubicBezTo>
                      <a:pt x="994" y="380"/>
                      <a:pt x="962" y="380"/>
                      <a:pt x="931" y="380"/>
                    </a:cubicBezTo>
                    <a:cubicBezTo>
                      <a:pt x="922" y="381"/>
                      <a:pt x="912" y="381"/>
                      <a:pt x="902" y="381"/>
                    </a:cubicBezTo>
                    <a:cubicBezTo>
                      <a:pt x="874" y="381"/>
                      <a:pt x="874" y="381"/>
                      <a:pt x="829" y="377"/>
                    </a:cubicBezTo>
                    <a:cubicBezTo>
                      <a:pt x="816" y="364"/>
                      <a:pt x="804" y="352"/>
                      <a:pt x="791" y="339"/>
                    </a:cubicBezTo>
                    <a:cubicBezTo>
                      <a:pt x="756" y="333"/>
                      <a:pt x="756" y="333"/>
                      <a:pt x="714" y="331"/>
                    </a:cubicBezTo>
                    <a:cubicBezTo>
                      <a:pt x="698" y="331"/>
                      <a:pt x="682" y="330"/>
                      <a:pt x="666" y="329"/>
                    </a:cubicBezTo>
                    <a:cubicBezTo>
                      <a:pt x="658" y="329"/>
                      <a:pt x="658" y="329"/>
                      <a:pt x="614" y="327"/>
                    </a:cubicBezTo>
                    <a:cubicBezTo>
                      <a:pt x="597" y="326"/>
                      <a:pt x="579" y="326"/>
                      <a:pt x="561" y="325"/>
                    </a:cubicBezTo>
                    <a:cubicBezTo>
                      <a:pt x="515" y="323"/>
                      <a:pt x="468" y="321"/>
                      <a:pt x="422" y="319"/>
                    </a:cubicBezTo>
                    <a:cubicBezTo>
                      <a:pt x="374" y="317"/>
                      <a:pt x="327" y="315"/>
                      <a:pt x="279" y="313"/>
                    </a:cubicBezTo>
                    <a:cubicBezTo>
                      <a:pt x="186" y="309"/>
                      <a:pt x="93" y="305"/>
                      <a:pt x="0" y="301"/>
                    </a:cubicBezTo>
                    <a:cubicBezTo>
                      <a:pt x="0" y="202"/>
                      <a:pt x="0" y="102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78" cap="flat">
                <a:noFill/>
              </a:ln>
            </p:spPr>
          </p:sp>
          <p:sp>
            <p:nvSpPr>
              <p:cNvPr id="442" name="ICON_TASK_DATABASE_path_016"/>
              <p:cNvSpPr/>
              <p:nvPr/>
            </p:nvSpPr>
            <p:spPr>
              <a:xfrm>
                <a:off x="3045023" y="827414"/>
                <a:ext cx="8611" cy="3827"/>
              </a:xfrm>
              <a:custGeom>
                <a:avLst/>
                <a:gdLst/>
                <a:ahLst/>
                <a:cxnLst/>
                <a:rect l="0" t="0" r="r" b="b"/>
                <a:pathLst>
                  <a:path w="678" h="301" fill="norm" stroke="0">
                    <a:moveTo>
                      <a:pt x="75" y="0"/>
                    </a:moveTo>
                    <a:cubicBezTo>
                      <a:pt x="274" y="0"/>
                      <a:pt x="473" y="0"/>
                      <a:pt x="678" y="0"/>
                    </a:cubicBezTo>
                    <a:cubicBezTo>
                      <a:pt x="678" y="75"/>
                      <a:pt x="678" y="149"/>
                      <a:pt x="678" y="226"/>
                    </a:cubicBezTo>
                    <a:cubicBezTo>
                      <a:pt x="653" y="226"/>
                      <a:pt x="628" y="226"/>
                      <a:pt x="603" y="226"/>
                    </a:cubicBezTo>
                    <a:cubicBezTo>
                      <a:pt x="603" y="251"/>
                      <a:pt x="603" y="276"/>
                      <a:pt x="603" y="301"/>
                    </a:cubicBezTo>
                    <a:cubicBezTo>
                      <a:pt x="404" y="301"/>
                      <a:pt x="205" y="301"/>
                      <a:pt x="0" y="301"/>
                    </a:cubicBezTo>
                    <a:cubicBezTo>
                      <a:pt x="0" y="252"/>
                      <a:pt x="0" y="202"/>
                      <a:pt x="0" y="151"/>
                    </a:cubicBezTo>
                    <a:cubicBezTo>
                      <a:pt x="25" y="151"/>
                      <a:pt x="50" y="151"/>
                      <a:pt x="75" y="151"/>
                    </a:cubicBezTo>
                    <a:cubicBezTo>
                      <a:pt x="75" y="101"/>
                      <a:pt x="75" y="51"/>
                      <a:pt x="7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78" cap="flat">
                <a:noFill/>
              </a:ln>
            </p:spPr>
          </p:sp>
          <p:sp>
            <p:nvSpPr>
              <p:cNvPr id="443" name="ICON_TASK_DATABASE_path_017"/>
              <p:cNvSpPr/>
              <p:nvPr/>
            </p:nvSpPr>
            <p:spPr>
              <a:xfrm>
                <a:off x="3014407" y="1027375"/>
                <a:ext cx="15308" cy="3827"/>
              </a:xfrm>
              <a:custGeom>
                <a:avLst/>
                <a:gdLst/>
                <a:ahLst/>
                <a:cxnLst/>
                <a:rect l="0" t="0" r="r" b="b"/>
                <a:pathLst>
                  <a:path w="1205" h="301" fill="norm" stroke="0">
                    <a:moveTo>
                      <a:pt x="0" y="0"/>
                    </a:moveTo>
                    <a:cubicBezTo>
                      <a:pt x="75" y="0"/>
                      <a:pt x="149" y="0"/>
                      <a:pt x="226" y="0"/>
                    </a:cubicBezTo>
                    <a:cubicBezTo>
                      <a:pt x="226" y="25"/>
                      <a:pt x="226" y="50"/>
                      <a:pt x="226" y="75"/>
                    </a:cubicBezTo>
                    <a:cubicBezTo>
                      <a:pt x="235" y="75"/>
                      <a:pt x="244" y="75"/>
                      <a:pt x="253" y="75"/>
                    </a:cubicBezTo>
                    <a:cubicBezTo>
                      <a:pt x="293" y="74"/>
                      <a:pt x="334" y="73"/>
                      <a:pt x="374" y="73"/>
                    </a:cubicBezTo>
                    <a:cubicBezTo>
                      <a:pt x="388" y="73"/>
                      <a:pt x="402" y="72"/>
                      <a:pt x="417" y="72"/>
                    </a:cubicBezTo>
                    <a:cubicBezTo>
                      <a:pt x="430" y="72"/>
                      <a:pt x="444" y="72"/>
                      <a:pt x="458" y="72"/>
                    </a:cubicBezTo>
                    <a:cubicBezTo>
                      <a:pt x="470" y="71"/>
                      <a:pt x="483" y="71"/>
                      <a:pt x="495" y="71"/>
                    </a:cubicBezTo>
                    <a:cubicBezTo>
                      <a:pt x="527" y="75"/>
                      <a:pt x="527" y="75"/>
                      <a:pt x="565" y="113"/>
                    </a:cubicBezTo>
                    <a:cubicBezTo>
                      <a:pt x="600" y="121"/>
                      <a:pt x="600" y="121"/>
                      <a:pt x="643" y="125"/>
                    </a:cubicBezTo>
                    <a:cubicBezTo>
                      <a:pt x="658" y="126"/>
                      <a:pt x="673" y="128"/>
                      <a:pt x="689" y="130"/>
                    </a:cubicBezTo>
                    <a:cubicBezTo>
                      <a:pt x="705" y="131"/>
                      <a:pt x="721" y="133"/>
                      <a:pt x="737" y="134"/>
                    </a:cubicBezTo>
                    <a:cubicBezTo>
                      <a:pt x="753" y="136"/>
                      <a:pt x="769" y="137"/>
                      <a:pt x="785" y="139"/>
                    </a:cubicBezTo>
                    <a:cubicBezTo>
                      <a:pt x="825" y="143"/>
                      <a:pt x="864" y="147"/>
                      <a:pt x="904" y="151"/>
                    </a:cubicBezTo>
                    <a:cubicBezTo>
                      <a:pt x="904" y="176"/>
                      <a:pt x="904" y="200"/>
                      <a:pt x="904" y="226"/>
                    </a:cubicBezTo>
                    <a:cubicBezTo>
                      <a:pt x="1003" y="226"/>
                      <a:pt x="1103" y="226"/>
                      <a:pt x="1205" y="226"/>
                    </a:cubicBezTo>
                    <a:cubicBezTo>
                      <a:pt x="1205" y="251"/>
                      <a:pt x="1205" y="276"/>
                      <a:pt x="1205" y="301"/>
                    </a:cubicBezTo>
                    <a:cubicBezTo>
                      <a:pt x="1056" y="301"/>
                      <a:pt x="907" y="301"/>
                      <a:pt x="753" y="301"/>
                    </a:cubicBezTo>
                    <a:cubicBezTo>
                      <a:pt x="753" y="276"/>
                      <a:pt x="753" y="252"/>
                      <a:pt x="753" y="226"/>
                    </a:cubicBezTo>
                    <a:cubicBezTo>
                      <a:pt x="530" y="226"/>
                      <a:pt x="306" y="226"/>
                      <a:pt x="75" y="226"/>
                    </a:cubicBezTo>
                    <a:cubicBezTo>
                      <a:pt x="75" y="201"/>
                      <a:pt x="75" y="176"/>
                      <a:pt x="75" y="151"/>
                    </a:cubicBezTo>
                    <a:cubicBezTo>
                      <a:pt x="50" y="151"/>
                      <a:pt x="26" y="151"/>
                      <a:pt x="0" y="151"/>
                    </a:cubicBezTo>
                    <a:cubicBezTo>
                      <a:pt x="0" y="101"/>
                      <a:pt x="0" y="51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78" cap="flat">
                <a:noFill/>
              </a:ln>
            </p:spPr>
          </p:sp>
          <p:sp>
            <p:nvSpPr>
              <p:cNvPr id="444" name="ICON_TASK_DATABASE_path_018"/>
              <p:cNvSpPr/>
              <p:nvPr/>
            </p:nvSpPr>
            <p:spPr>
              <a:xfrm>
                <a:off x="3106256" y="831241"/>
                <a:ext cx="9568" cy="2925"/>
              </a:xfrm>
              <a:custGeom>
                <a:avLst/>
                <a:gdLst/>
                <a:ahLst/>
                <a:cxnLst/>
                <a:rect l="0" t="0" r="r" b="b"/>
                <a:pathLst>
                  <a:path w="753" h="230" fill="norm" stroke="0">
                    <a:moveTo>
                      <a:pt x="0" y="0"/>
                    </a:moveTo>
                    <a:cubicBezTo>
                      <a:pt x="149" y="0"/>
                      <a:pt x="298" y="0"/>
                      <a:pt x="452" y="0"/>
                    </a:cubicBezTo>
                    <a:cubicBezTo>
                      <a:pt x="452" y="25"/>
                      <a:pt x="452" y="50"/>
                      <a:pt x="452" y="75"/>
                    </a:cubicBezTo>
                    <a:cubicBezTo>
                      <a:pt x="551" y="75"/>
                      <a:pt x="651" y="75"/>
                      <a:pt x="753" y="75"/>
                    </a:cubicBezTo>
                    <a:cubicBezTo>
                      <a:pt x="753" y="125"/>
                      <a:pt x="753" y="175"/>
                      <a:pt x="753" y="226"/>
                    </a:cubicBezTo>
                    <a:cubicBezTo>
                      <a:pt x="704" y="227"/>
                      <a:pt x="654" y="228"/>
                      <a:pt x="605" y="228"/>
                    </a:cubicBezTo>
                    <a:cubicBezTo>
                      <a:pt x="591" y="229"/>
                      <a:pt x="577" y="229"/>
                      <a:pt x="562" y="229"/>
                    </a:cubicBezTo>
                    <a:cubicBezTo>
                      <a:pt x="549" y="229"/>
                      <a:pt x="535" y="230"/>
                      <a:pt x="522" y="230"/>
                    </a:cubicBezTo>
                    <a:cubicBezTo>
                      <a:pt x="509" y="230"/>
                      <a:pt x="497" y="230"/>
                      <a:pt x="484" y="230"/>
                    </a:cubicBezTo>
                    <a:cubicBezTo>
                      <a:pt x="452" y="226"/>
                      <a:pt x="452" y="226"/>
                      <a:pt x="414" y="188"/>
                    </a:cubicBezTo>
                    <a:cubicBezTo>
                      <a:pt x="372" y="181"/>
                      <a:pt x="372" y="181"/>
                      <a:pt x="320" y="176"/>
                    </a:cubicBezTo>
                    <a:cubicBezTo>
                      <a:pt x="301" y="175"/>
                      <a:pt x="283" y="173"/>
                      <a:pt x="264" y="172"/>
                    </a:cubicBezTo>
                    <a:cubicBezTo>
                      <a:pt x="244" y="170"/>
                      <a:pt x="224" y="169"/>
                      <a:pt x="205" y="167"/>
                    </a:cubicBezTo>
                    <a:cubicBezTo>
                      <a:pt x="185" y="166"/>
                      <a:pt x="165" y="164"/>
                      <a:pt x="145" y="162"/>
                    </a:cubicBezTo>
                    <a:cubicBezTo>
                      <a:pt x="97" y="158"/>
                      <a:pt x="48" y="154"/>
                      <a:pt x="0" y="151"/>
                    </a:cubicBezTo>
                    <a:cubicBezTo>
                      <a:pt x="0" y="101"/>
                      <a:pt x="0" y="51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78" cap="flat">
                <a:noFill/>
              </a:ln>
            </p:spPr>
          </p:sp>
          <p:sp>
            <p:nvSpPr>
              <p:cNvPr id="445" name="ICON_TASK_DATABASE_path_019"/>
              <p:cNvSpPr/>
              <p:nvPr/>
            </p:nvSpPr>
            <p:spPr>
              <a:xfrm>
                <a:off x="3149309" y="1012964"/>
                <a:ext cx="5741" cy="6757"/>
              </a:xfrm>
              <a:custGeom>
                <a:avLst/>
                <a:gdLst/>
                <a:ahLst/>
                <a:cxnLst/>
                <a:rect l="0" t="0" r="r" b="b"/>
                <a:pathLst>
                  <a:path w="452" h="532" fill="norm" stroke="0">
                    <a:moveTo>
                      <a:pt x="301" y="5"/>
                    </a:moveTo>
                    <a:cubicBezTo>
                      <a:pt x="341" y="0"/>
                      <a:pt x="341" y="0"/>
                      <a:pt x="377" y="5"/>
                    </a:cubicBezTo>
                    <a:cubicBezTo>
                      <a:pt x="377" y="30"/>
                      <a:pt x="377" y="54"/>
                      <a:pt x="377" y="80"/>
                    </a:cubicBezTo>
                    <a:cubicBezTo>
                      <a:pt x="402" y="80"/>
                      <a:pt x="426" y="80"/>
                      <a:pt x="452" y="80"/>
                    </a:cubicBezTo>
                    <a:cubicBezTo>
                      <a:pt x="452" y="105"/>
                      <a:pt x="452" y="130"/>
                      <a:pt x="452" y="155"/>
                    </a:cubicBezTo>
                    <a:cubicBezTo>
                      <a:pt x="427" y="155"/>
                      <a:pt x="402" y="155"/>
                      <a:pt x="377" y="155"/>
                    </a:cubicBezTo>
                    <a:cubicBezTo>
                      <a:pt x="377" y="205"/>
                      <a:pt x="377" y="255"/>
                      <a:pt x="377" y="306"/>
                    </a:cubicBezTo>
                    <a:cubicBezTo>
                      <a:pt x="352" y="306"/>
                      <a:pt x="327" y="306"/>
                      <a:pt x="301" y="306"/>
                    </a:cubicBezTo>
                    <a:cubicBezTo>
                      <a:pt x="301" y="331"/>
                      <a:pt x="301" y="356"/>
                      <a:pt x="301" y="381"/>
                    </a:cubicBezTo>
                    <a:cubicBezTo>
                      <a:pt x="276" y="381"/>
                      <a:pt x="252" y="381"/>
                      <a:pt x="226" y="381"/>
                    </a:cubicBezTo>
                    <a:cubicBezTo>
                      <a:pt x="226" y="406"/>
                      <a:pt x="226" y="431"/>
                      <a:pt x="226" y="457"/>
                    </a:cubicBezTo>
                    <a:cubicBezTo>
                      <a:pt x="201" y="457"/>
                      <a:pt x="176" y="457"/>
                      <a:pt x="151" y="457"/>
                    </a:cubicBezTo>
                    <a:cubicBezTo>
                      <a:pt x="151" y="482"/>
                      <a:pt x="151" y="506"/>
                      <a:pt x="151" y="532"/>
                    </a:cubicBezTo>
                    <a:cubicBezTo>
                      <a:pt x="126" y="532"/>
                      <a:pt x="101" y="532"/>
                      <a:pt x="75" y="532"/>
                    </a:cubicBezTo>
                    <a:cubicBezTo>
                      <a:pt x="75" y="482"/>
                      <a:pt x="75" y="433"/>
                      <a:pt x="75" y="381"/>
                    </a:cubicBezTo>
                    <a:cubicBezTo>
                      <a:pt x="50" y="381"/>
                      <a:pt x="26" y="381"/>
                      <a:pt x="0" y="381"/>
                    </a:cubicBezTo>
                    <a:cubicBezTo>
                      <a:pt x="11" y="356"/>
                      <a:pt x="22" y="331"/>
                      <a:pt x="33" y="306"/>
                    </a:cubicBezTo>
                    <a:cubicBezTo>
                      <a:pt x="39" y="292"/>
                      <a:pt x="45" y="278"/>
                      <a:pt x="51" y="264"/>
                    </a:cubicBezTo>
                    <a:cubicBezTo>
                      <a:pt x="59" y="253"/>
                      <a:pt x="67" y="242"/>
                      <a:pt x="75" y="231"/>
                    </a:cubicBezTo>
                    <a:cubicBezTo>
                      <a:pt x="116" y="226"/>
                      <a:pt x="116" y="226"/>
                      <a:pt x="151" y="231"/>
                    </a:cubicBezTo>
                    <a:cubicBezTo>
                      <a:pt x="151" y="206"/>
                      <a:pt x="151" y="181"/>
                      <a:pt x="151" y="155"/>
                    </a:cubicBezTo>
                    <a:cubicBezTo>
                      <a:pt x="162" y="157"/>
                      <a:pt x="174" y="158"/>
                      <a:pt x="186" y="160"/>
                    </a:cubicBezTo>
                    <a:cubicBezTo>
                      <a:pt x="193" y="159"/>
                      <a:pt x="193" y="159"/>
                      <a:pt x="226" y="155"/>
                    </a:cubicBezTo>
                    <a:cubicBezTo>
                      <a:pt x="247" y="122"/>
                      <a:pt x="247" y="122"/>
                      <a:pt x="264" y="80"/>
                    </a:cubicBezTo>
                    <a:cubicBezTo>
                      <a:pt x="280" y="38"/>
                      <a:pt x="280" y="38"/>
                      <a:pt x="301" y="5"/>
                    </a:cubicBezTo>
                    <a:close/>
                  </a:path>
                </a:pathLst>
              </a:custGeom>
              <a:solidFill>
                <a:srgbClr val="ACB5E9"/>
              </a:solidFill>
              <a:ln w="478" cap="flat">
                <a:noFill/>
              </a:ln>
            </p:spPr>
          </p:sp>
        </p:grpSp>
        <p:grpSp>
          <p:nvGrpSpPr>
            <p:cNvPr id="446" name="ICON_TASK_VIDEO"/>
            <p:cNvGrpSpPr/>
            <p:nvPr/>
          </p:nvGrpSpPr>
          <p:grpSpPr>
            <a:xfrm>
              <a:off x="2952750" y="1111250"/>
              <a:ext cx="246062" cy="198438"/>
              <a:chOff x="2952750" y="1111250"/>
              <a:chExt cx="246062" cy="198438"/>
            </a:xfrm>
          </p:grpSpPr>
          <p:sp>
            <p:nvSpPr>
              <p:cNvPr id="447" name="ICON_TASK_VIDEO_path_001"/>
              <p:cNvSpPr/>
              <p:nvPr/>
            </p:nvSpPr>
            <p:spPr>
              <a:xfrm>
                <a:off x="2963176" y="1124451"/>
                <a:ext cx="224167" cy="130330"/>
              </a:xfrm>
              <a:custGeom>
                <a:avLst/>
                <a:gdLst/>
                <a:ahLst/>
                <a:cxnLst/>
                <a:rect l="0" t="0" r="r" b="b"/>
                <a:pathLst>
                  <a:path w="17651" h="10262" fill="norm" stroke="0">
                    <a:moveTo>
                      <a:pt x="657" y="0"/>
                    </a:moveTo>
                    <a:cubicBezTo>
                      <a:pt x="6048" y="0"/>
                      <a:pt x="11439" y="0"/>
                      <a:pt x="16994" y="0"/>
                    </a:cubicBezTo>
                    <a:cubicBezTo>
                      <a:pt x="16994" y="27"/>
                      <a:pt x="16994" y="54"/>
                      <a:pt x="16994" y="82"/>
                    </a:cubicBezTo>
                    <a:cubicBezTo>
                      <a:pt x="17048" y="82"/>
                      <a:pt x="17103" y="82"/>
                      <a:pt x="17158" y="82"/>
                    </a:cubicBezTo>
                    <a:cubicBezTo>
                      <a:pt x="17158" y="109"/>
                      <a:pt x="17158" y="136"/>
                      <a:pt x="17158" y="164"/>
                    </a:cubicBezTo>
                    <a:cubicBezTo>
                      <a:pt x="17213" y="164"/>
                      <a:pt x="17267" y="164"/>
                      <a:pt x="17323" y="164"/>
                    </a:cubicBezTo>
                    <a:cubicBezTo>
                      <a:pt x="17323" y="191"/>
                      <a:pt x="17323" y="218"/>
                      <a:pt x="17323" y="246"/>
                    </a:cubicBezTo>
                    <a:cubicBezTo>
                      <a:pt x="17350" y="246"/>
                      <a:pt x="17377" y="246"/>
                      <a:pt x="17405" y="246"/>
                    </a:cubicBezTo>
                    <a:cubicBezTo>
                      <a:pt x="17405" y="273"/>
                      <a:pt x="17405" y="300"/>
                      <a:pt x="17405" y="328"/>
                    </a:cubicBezTo>
                    <a:cubicBezTo>
                      <a:pt x="17432" y="328"/>
                      <a:pt x="17459" y="328"/>
                      <a:pt x="17487" y="328"/>
                    </a:cubicBezTo>
                    <a:cubicBezTo>
                      <a:pt x="17487" y="383"/>
                      <a:pt x="17487" y="437"/>
                      <a:pt x="17487" y="493"/>
                    </a:cubicBezTo>
                    <a:cubicBezTo>
                      <a:pt x="17514" y="493"/>
                      <a:pt x="17541" y="493"/>
                      <a:pt x="17569" y="493"/>
                    </a:cubicBezTo>
                    <a:cubicBezTo>
                      <a:pt x="17569" y="547"/>
                      <a:pt x="17569" y="601"/>
                      <a:pt x="17569" y="657"/>
                    </a:cubicBezTo>
                    <a:cubicBezTo>
                      <a:pt x="17596" y="657"/>
                      <a:pt x="17623" y="657"/>
                      <a:pt x="17651" y="657"/>
                    </a:cubicBezTo>
                    <a:cubicBezTo>
                      <a:pt x="17651" y="3799"/>
                      <a:pt x="17651" y="6942"/>
                      <a:pt x="17651" y="10180"/>
                    </a:cubicBezTo>
                    <a:cubicBezTo>
                      <a:pt x="17624" y="10180"/>
                      <a:pt x="17597" y="10180"/>
                      <a:pt x="17569" y="10180"/>
                    </a:cubicBezTo>
                    <a:cubicBezTo>
                      <a:pt x="17569" y="10207"/>
                      <a:pt x="17569" y="10234"/>
                      <a:pt x="17569" y="10262"/>
                    </a:cubicBezTo>
                    <a:cubicBezTo>
                      <a:pt x="11798" y="10262"/>
                      <a:pt x="6028" y="10262"/>
                      <a:pt x="82" y="10262"/>
                    </a:cubicBezTo>
                    <a:cubicBezTo>
                      <a:pt x="82" y="10235"/>
                      <a:pt x="82" y="10208"/>
                      <a:pt x="82" y="10180"/>
                    </a:cubicBezTo>
                    <a:cubicBezTo>
                      <a:pt x="55" y="10180"/>
                      <a:pt x="28" y="10180"/>
                      <a:pt x="0" y="10180"/>
                    </a:cubicBezTo>
                    <a:cubicBezTo>
                      <a:pt x="0" y="7010"/>
                      <a:pt x="0" y="3841"/>
                      <a:pt x="0" y="575"/>
                    </a:cubicBezTo>
                    <a:cubicBezTo>
                      <a:pt x="27" y="575"/>
                      <a:pt x="54" y="575"/>
                      <a:pt x="82" y="575"/>
                    </a:cubicBezTo>
                    <a:cubicBezTo>
                      <a:pt x="82" y="520"/>
                      <a:pt x="82" y="466"/>
                      <a:pt x="82" y="410"/>
                    </a:cubicBezTo>
                    <a:cubicBezTo>
                      <a:pt x="109" y="410"/>
                      <a:pt x="136" y="410"/>
                      <a:pt x="164" y="410"/>
                    </a:cubicBezTo>
                    <a:cubicBezTo>
                      <a:pt x="164" y="383"/>
                      <a:pt x="164" y="356"/>
                      <a:pt x="164" y="328"/>
                    </a:cubicBezTo>
                    <a:cubicBezTo>
                      <a:pt x="191" y="328"/>
                      <a:pt x="218" y="328"/>
                      <a:pt x="246" y="328"/>
                    </a:cubicBezTo>
                    <a:cubicBezTo>
                      <a:pt x="246" y="301"/>
                      <a:pt x="246" y="274"/>
                      <a:pt x="246" y="246"/>
                    </a:cubicBezTo>
                    <a:cubicBezTo>
                      <a:pt x="273" y="246"/>
                      <a:pt x="300" y="246"/>
                      <a:pt x="328" y="246"/>
                    </a:cubicBezTo>
                    <a:cubicBezTo>
                      <a:pt x="328" y="219"/>
                      <a:pt x="328" y="192"/>
                      <a:pt x="328" y="164"/>
                    </a:cubicBezTo>
                    <a:cubicBezTo>
                      <a:pt x="355" y="164"/>
                      <a:pt x="383" y="164"/>
                      <a:pt x="410" y="164"/>
                    </a:cubicBezTo>
                    <a:cubicBezTo>
                      <a:pt x="410" y="137"/>
                      <a:pt x="410" y="110"/>
                      <a:pt x="410" y="82"/>
                    </a:cubicBezTo>
                    <a:cubicBezTo>
                      <a:pt x="492" y="82"/>
                      <a:pt x="573" y="82"/>
                      <a:pt x="657" y="82"/>
                    </a:cubicBezTo>
                    <a:cubicBezTo>
                      <a:pt x="657" y="55"/>
                      <a:pt x="657" y="28"/>
                      <a:pt x="657" y="0"/>
                    </a:cubicBezTo>
                    <a:close/>
                    <a:moveTo>
                      <a:pt x="7060" y="2545"/>
                    </a:moveTo>
                    <a:cubicBezTo>
                      <a:pt x="7060" y="2572"/>
                      <a:pt x="7060" y="2599"/>
                      <a:pt x="7060" y="2627"/>
                    </a:cubicBezTo>
                    <a:cubicBezTo>
                      <a:pt x="7006" y="2627"/>
                      <a:pt x="6952" y="2627"/>
                      <a:pt x="6896" y="2627"/>
                    </a:cubicBezTo>
                    <a:cubicBezTo>
                      <a:pt x="6896" y="2654"/>
                      <a:pt x="6896" y="2681"/>
                      <a:pt x="6896" y="2709"/>
                    </a:cubicBezTo>
                    <a:cubicBezTo>
                      <a:pt x="6842" y="2709"/>
                      <a:pt x="6788" y="2709"/>
                      <a:pt x="6732" y="2709"/>
                    </a:cubicBezTo>
                    <a:cubicBezTo>
                      <a:pt x="6732" y="2736"/>
                      <a:pt x="6732" y="2763"/>
                      <a:pt x="6732" y="2791"/>
                    </a:cubicBezTo>
                    <a:cubicBezTo>
                      <a:pt x="6705" y="2791"/>
                      <a:pt x="6678" y="2791"/>
                      <a:pt x="6650" y="2791"/>
                    </a:cubicBezTo>
                    <a:cubicBezTo>
                      <a:pt x="6650" y="2845"/>
                      <a:pt x="6650" y="2900"/>
                      <a:pt x="6650" y="2956"/>
                    </a:cubicBezTo>
                    <a:cubicBezTo>
                      <a:pt x="6623" y="2956"/>
                      <a:pt x="6596" y="2956"/>
                      <a:pt x="6568" y="2956"/>
                    </a:cubicBezTo>
                    <a:cubicBezTo>
                      <a:pt x="6568" y="3010"/>
                      <a:pt x="6568" y="3064"/>
                      <a:pt x="6568" y="3120"/>
                    </a:cubicBezTo>
                    <a:cubicBezTo>
                      <a:pt x="6541" y="3120"/>
                      <a:pt x="6514" y="3120"/>
                      <a:pt x="6486" y="3120"/>
                    </a:cubicBezTo>
                    <a:cubicBezTo>
                      <a:pt x="6486" y="4637"/>
                      <a:pt x="6486" y="6154"/>
                      <a:pt x="6486" y="7717"/>
                    </a:cubicBezTo>
                    <a:cubicBezTo>
                      <a:pt x="6513" y="7717"/>
                      <a:pt x="6540" y="7717"/>
                      <a:pt x="6568" y="7717"/>
                    </a:cubicBezTo>
                    <a:cubicBezTo>
                      <a:pt x="6568" y="7771"/>
                      <a:pt x="6568" y="7826"/>
                      <a:pt x="6568" y="7881"/>
                    </a:cubicBezTo>
                    <a:cubicBezTo>
                      <a:pt x="6595" y="7881"/>
                      <a:pt x="6622" y="7881"/>
                      <a:pt x="6650" y="7881"/>
                    </a:cubicBezTo>
                    <a:cubicBezTo>
                      <a:pt x="6650" y="7908"/>
                      <a:pt x="6650" y="7936"/>
                      <a:pt x="6650" y="7963"/>
                    </a:cubicBezTo>
                    <a:cubicBezTo>
                      <a:pt x="6677" y="7963"/>
                      <a:pt x="6704" y="7963"/>
                      <a:pt x="6732" y="7963"/>
                    </a:cubicBezTo>
                    <a:cubicBezTo>
                      <a:pt x="6732" y="7991"/>
                      <a:pt x="6732" y="8018"/>
                      <a:pt x="6732" y="8046"/>
                    </a:cubicBezTo>
                    <a:cubicBezTo>
                      <a:pt x="6759" y="8046"/>
                      <a:pt x="6786" y="8046"/>
                      <a:pt x="6814" y="8046"/>
                    </a:cubicBezTo>
                    <a:cubicBezTo>
                      <a:pt x="6814" y="8073"/>
                      <a:pt x="6814" y="8100"/>
                      <a:pt x="6814" y="8128"/>
                    </a:cubicBezTo>
                    <a:cubicBezTo>
                      <a:pt x="6868" y="8128"/>
                      <a:pt x="6922" y="8128"/>
                      <a:pt x="6978" y="8128"/>
                    </a:cubicBezTo>
                    <a:cubicBezTo>
                      <a:pt x="6978" y="8155"/>
                      <a:pt x="6978" y="8182"/>
                      <a:pt x="6978" y="8210"/>
                    </a:cubicBezTo>
                    <a:cubicBezTo>
                      <a:pt x="7222" y="8210"/>
                      <a:pt x="7466" y="8210"/>
                      <a:pt x="7717" y="8210"/>
                    </a:cubicBezTo>
                    <a:cubicBezTo>
                      <a:pt x="7717" y="8183"/>
                      <a:pt x="7717" y="8156"/>
                      <a:pt x="7717" y="8128"/>
                    </a:cubicBezTo>
                    <a:cubicBezTo>
                      <a:pt x="7771" y="8128"/>
                      <a:pt x="7826" y="8128"/>
                      <a:pt x="7881" y="8128"/>
                    </a:cubicBezTo>
                    <a:cubicBezTo>
                      <a:pt x="7881" y="8101"/>
                      <a:pt x="7881" y="8073"/>
                      <a:pt x="7881" y="8046"/>
                    </a:cubicBezTo>
                    <a:cubicBezTo>
                      <a:pt x="7936" y="8046"/>
                      <a:pt x="7990" y="8046"/>
                      <a:pt x="8046" y="8046"/>
                    </a:cubicBezTo>
                    <a:cubicBezTo>
                      <a:pt x="8046" y="8018"/>
                      <a:pt x="8046" y="7991"/>
                      <a:pt x="8046" y="7963"/>
                    </a:cubicBezTo>
                    <a:cubicBezTo>
                      <a:pt x="8073" y="7963"/>
                      <a:pt x="8100" y="7963"/>
                      <a:pt x="8128" y="7963"/>
                    </a:cubicBezTo>
                    <a:cubicBezTo>
                      <a:pt x="8128" y="7936"/>
                      <a:pt x="8128" y="7909"/>
                      <a:pt x="8128" y="7881"/>
                    </a:cubicBezTo>
                    <a:cubicBezTo>
                      <a:pt x="8182" y="7881"/>
                      <a:pt x="8236" y="7881"/>
                      <a:pt x="8292" y="7881"/>
                    </a:cubicBezTo>
                    <a:cubicBezTo>
                      <a:pt x="8292" y="7854"/>
                      <a:pt x="8292" y="7827"/>
                      <a:pt x="8292" y="7799"/>
                    </a:cubicBezTo>
                    <a:cubicBezTo>
                      <a:pt x="8346" y="7799"/>
                      <a:pt x="8400" y="7799"/>
                      <a:pt x="8456" y="7799"/>
                    </a:cubicBezTo>
                    <a:cubicBezTo>
                      <a:pt x="8456" y="7772"/>
                      <a:pt x="8456" y="7745"/>
                      <a:pt x="8456" y="7717"/>
                    </a:cubicBezTo>
                    <a:cubicBezTo>
                      <a:pt x="8510" y="7717"/>
                      <a:pt x="8564" y="7717"/>
                      <a:pt x="8620" y="7717"/>
                    </a:cubicBezTo>
                    <a:cubicBezTo>
                      <a:pt x="8620" y="7690"/>
                      <a:pt x="8620" y="7663"/>
                      <a:pt x="8620" y="7635"/>
                    </a:cubicBezTo>
                    <a:cubicBezTo>
                      <a:pt x="8647" y="7635"/>
                      <a:pt x="8674" y="7635"/>
                      <a:pt x="8702" y="7635"/>
                    </a:cubicBezTo>
                    <a:cubicBezTo>
                      <a:pt x="8702" y="7608"/>
                      <a:pt x="8702" y="7581"/>
                      <a:pt x="8702" y="7553"/>
                    </a:cubicBezTo>
                    <a:cubicBezTo>
                      <a:pt x="8757" y="7553"/>
                      <a:pt x="8811" y="7553"/>
                      <a:pt x="8867" y="7553"/>
                    </a:cubicBezTo>
                    <a:cubicBezTo>
                      <a:pt x="8867" y="7526"/>
                      <a:pt x="8867" y="7499"/>
                      <a:pt x="8867" y="7471"/>
                    </a:cubicBezTo>
                    <a:cubicBezTo>
                      <a:pt x="8921" y="7471"/>
                      <a:pt x="8975" y="7471"/>
                      <a:pt x="9031" y="7471"/>
                    </a:cubicBezTo>
                    <a:cubicBezTo>
                      <a:pt x="9031" y="7444"/>
                      <a:pt x="9031" y="7417"/>
                      <a:pt x="9031" y="7389"/>
                    </a:cubicBezTo>
                    <a:cubicBezTo>
                      <a:pt x="9085" y="7389"/>
                      <a:pt x="9139" y="7389"/>
                      <a:pt x="9195" y="7389"/>
                    </a:cubicBezTo>
                    <a:cubicBezTo>
                      <a:pt x="9195" y="7362"/>
                      <a:pt x="9195" y="7335"/>
                      <a:pt x="9195" y="7307"/>
                    </a:cubicBezTo>
                    <a:cubicBezTo>
                      <a:pt x="9222" y="7307"/>
                      <a:pt x="9249" y="7307"/>
                      <a:pt x="9277" y="7307"/>
                    </a:cubicBezTo>
                    <a:cubicBezTo>
                      <a:pt x="9277" y="7280"/>
                      <a:pt x="9277" y="7252"/>
                      <a:pt x="9277" y="7225"/>
                    </a:cubicBezTo>
                    <a:cubicBezTo>
                      <a:pt x="9331" y="7225"/>
                      <a:pt x="9385" y="7225"/>
                      <a:pt x="9441" y="7225"/>
                    </a:cubicBezTo>
                    <a:cubicBezTo>
                      <a:pt x="9441" y="7197"/>
                      <a:pt x="9441" y="7170"/>
                      <a:pt x="9441" y="7142"/>
                    </a:cubicBezTo>
                    <a:cubicBezTo>
                      <a:pt x="9495" y="7142"/>
                      <a:pt x="9550" y="7142"/>
                      <a:pt x="9605" y="7142"/>
                    </a:cubicBezTo>
                    <a:cubicBezTo>
                      <a:pt x="9605" y="7115"/>
                      <a:pt x="9605" y="7088"/>
                      <a:pt x="9605" y="7060"/>
                    </a:cubicBezTo>
                    <a:cubicBezTo>
                      <a:pt x="9632" y="7060"/>
                      <a:pt x="9660" y="7060"/>
                      <a:pt x="9688" y="7060"/>
                    </a:cubicBezTo>
                    <a:cubicBezTo>
                      <a:pt x="9688" y="7033"/>
                      <a:pt x="9688" y="7006"/>
                      <a:pt x="9688" y="6978"/>
                    </a:cubicBezTo>
                    <a:cubicBezTo>
                      <a:pt x="9742" y="6978"/>
                      <a:pt x="9796" y="6978"/>
                      <a:pt x="9852" y="6978"/>
                    </a:cubicBezTo>
                    <a:cubicBezTo>
                      <a:pt x="9852" y="6951"/>
                      <a:pt x="9852" y="6924"/>
                      <a:pt x="9852" y="6896"/>
                    </a:cubicBezTo>
                    <a:cubicBezTo>
                      <a:pt x="9906" y="6896"/>
                      <a:pt x="9960" y="6896"/>
                      <a:pt x="10016" y="6896"/>
                    </a:cubicBezTo>
                    <a:cubicBezTo>
                      <a:pt x="10016" y="6869"/>
                      <a:pt x="10016" y="6842"/>
                      <a:pt x="10016" y="6814"/>
                    </a:cubicBezTo>
                    <a:cubicBezTo>
                      <a:pt x="10070" y="6814"/>
                      <a:pt x="10124" y="6814"/>
                      <a:pt x="10180" y="6814"/>
                    </a:cubicBezTo>
                    <a:cubicBezTo>
                      <a:pt x="10180" y="6787"/>
                      <a:pt x="10180" y="6760"/>
                      <a:pt x="10180" y="6732"/>
                    </a:cubicBezTo>
                    <a:cubicBezTo>
                      <a:pt x="10207" y="6732"/>
                      <a:pt x="10234" y="6732"/>
                      <a:pt x="10262" y="6732"/>
                    </a:cubicBezTo>
                    <a:cubicBezTo>
                      <a:pt x="10262" y="6705"/>
                      <a:pt x="10262" y="6678"/>
                      <a:pt x="10262" y="6650"/>
                    </a:cubicBezTo>
                    <a:cubicBezTo>
                      <a:pt x="10316" y="6650"/>
                      <a:pt x="10371" y="6650"/>
                      <a:pt x="10426" y="6650"/>
                    </a:cubicBezTo>
                    <a:cubicBezTo>
                      <a:pt x="10426" y="6623"/>
                      <a:pt x="10426" y="6596"/>
                      <a:pt x="10426" y="6568"/>
                    </a:cubicBezTo>
                    <a:cubicBezTo>
                      <a:pt x="10481" y="6568"/>
                      <a:pt x="10535" y="6568"/>
                      <a:pt x="10591" y="6568"/>
                    </a:cubicBezTo>
                    <a:cubicBezTo>
                      <a:pt x="10591" y="6541"/>
                      <a:pt x="10591" y="6514"/>
                      <a:pt x="10591" y="6486"/>
                    </a:cubicBezTo>
                    <a:cubicBezTo>
                      <a:pt x="10645" y="6486"/>
                      <a:pt x="10699" y="6486"/>
                      <a:pt x="10755" y="6486"/>
                    </a:cubicBezTo>
                    <a:cubicBezTo>
                      <a:pt x="10755" y="6459"/>
                      <a:pt x="10755" y="6432"/>
                      <a:pt x="10755" y="6404"/>
                    </a:cubicBezTo>
                    <a:cubicBezTo>
                      <a:pt x="10782" y="6404"/>
                      <a:pt x="10809" y="6404"/>
                      <a:pt x="10837" y="6404"/>
                    </a:cubicBezTo>
                    <a:cubicBezTo>
                      <a:pt x="10837" y="6377"/>
                      <a:pt x="10837" y="6349"/>
                      <a:pt x="10837" y="6322"/>
                    </a:cubicBezTo>
                    <a:cubicBezTo>
                      <a:pt x="10891" y="6322"/>
                      <a:pt x="10945" y="6322"/>
                      <a:pt x="11001" y="6322"/>
                    </a:cubicBezTo>
                    <a:cubicBezTo>
                      <a:pt x="11001" y="6294"/>
                      <a:pt x="11001" y="6267"/>
                      <a:pt x="11001" y="6239"/>
                    </a:cubicBezTo>
                    <a:cubicBezTo>
                      <a:pt x="11055" y="6239"/>
                      <a:pt x="11109" y="6239"/>
                      <a:pt x="11165" y="6239"/>
                    </a:cubicBezTo>
                    <a:cubicBezTo>
                      <a:pt x="11165" y="6212"/>
                      <a:pt x="11165" y="6185"/>
                      <a:pt x="11165" y="6157"/>
                    </a:cubicBezTo>
                    <a:cubicBezTo>
                      <a:pt x="11192" y="6157"/>
                      <a:pt x="11219" y="6157"/>
                      <a:pt x="11247" y="6157"/>
                    </a:cubicBezTo>
                    <a:cubicBezTo>
                      <a:pt x="11247" y="6130"/>
                      <a:pt x="11247" y="6103"/>
                      <a:pt x="11247" y="6075"/>
                    </a:cubicBezTo>
                    <a:cubicBezTo>
                      <a:pt x="11274" y="6075"/>
                      <a:pt x="11302" y="6075"/>
                      <a:pt x="11329" y="6075"/>
                    </a:cubicBezTo>
                    <a:cubicBezTo>
                      <a:pt x="11329" y="6048"/>
                      <a:pt x="11329" y="6021"/>
                      <a:pt x="11329" y="5993"/>
                    </a:cubicBezTo>
                    <a:cubicBezTo>
                      <a:pt x="11357" y="5993"/>
                      <a:pt x="11384" y="5993"/>
                      <a:pt x="11412" y="5993"/>
                    </a:cubicBezTo>
                    <a:cubicBezTo>
                      <a:pt x="11412" y="5966"/>
                      <a:pt x="11412" y="5939"/>
                      <a:pt x="11412" y="5911"/>
                    </a:cubicBezTo>
                    <a:cubicBezTo>
                      <a:pt x="11439" y="5911"/>
                      <a:pt x="11466" y="5911"/>
                      <a:pt x="11494" y="5911"/>
                    </a:cubicBezTo>
                    <a:cubicBezTo>
                      <a:pt x="11494" y="5884"/>
                      <a:pt x="11494" y="5857"/>
                      <a:pt x="11494" y="5829"/>
                    </a:cubicBezTo>
                    <a:cubicBezTo>
                      <a:pt x="11521" y="5829"/>
                      <a:pt x="11548" y="5829"/>
                      <a:pt x="11576" y="5829"/>
                    </a:cubicBezTo>
                    <a:cubicBezTo>
                      <a:pt x="11576" y="5748"/>
                      <a:pt x="11576" y="5666"/>
                      <a:pt x="11576" y="5583"/>
                    </a:cubicBezTo>
                    <a:cubicBezTo>
                      <a:pt x="11603" y="5583"/>
                      <a:pt x="11630" y="5583"/>
                      <a:pt x="11658" y="5583"/>
                    </a:cubicBezTo>
                    <a:cubicBezTo>
                      <a:pt x="11658" y="5474"/>
                      <a:pt x="11658" y="5366"/>
                      <a:pt x="11658" y="5254"/>
                    </a:cubicBezTo>
                    <a:cubicBezTo>
                      <a:pt x="11631" y="5254"/>
                      <a:pt x="11604" y="5254"/>
                      <a:pt x="11576" y="5254"/>
                    </a:cubicBezTo>
                    <a:cubicBezTo>
                      <a:pt x="11576" y="5173"/>
                      <a:pt x="11576" y="5092"/>
                      <a:pt x="11576" y="5008"/>
                    </a:cubicBezTo>
                    <a:cubicBezTo>
                      <a:pt x="11549" y="5008"/>
                      <a:pt x="11522" y="5008"/>
                      <a:pt x="11494" y="5008"/>
                    </a:cubicBezTo>
                    <a:cubicBezTo>
                      <a:pt x="11494" y="4981"/>
                      <a:pt x="11494" y="4954"/>
                      <a:pt x="11494" y="4926"/>
                    </a:cubicBezTo>
                    <a:cubicBezTo>
                      <a:pt x="11467" y="4926"/>
                      <a:pt x="11439" y="4926"/>
                      <a:pt x="11412" y="4926"/>
                    </a:cubicBezTo>
                    <a:cubicBezTo>
                      <a:pt x="11412" y="4899"/>
                      <a:pt x="11412" y="4872"/>
                      <a:pt x="11412" y="4844"/>
                    </a:cubicBezTo>
                    <a:cubicBezTo>
                      <a:pt x="11384" y="4844"/>
                      <a:pt x="11357" y="4844"/>
                      <a:pt x="11329" y="4844"/>
                    </a:cubicBezTo>
                    <a:cubicBezTo>
                      <a:pt x="11329" y="4817"/>
                      <a:pt x="11329" y="4790"/>
                      <a:pt x="11329" y="4762"/>
                    </a:cubicBezTo>
                    <a:cubicBezTo>
                      <a:pt x="11302" y="4762"/>
                      <a:pt x="11275" y="4762"/>
                      <a:pt x="11247" y="4762"/>
                    </a:cubicBezTo>
                    <a:cubicBezTo>
                      <a:pt x="11247" y="4735"/>
                      <a:pt x="11247" y="4707"/>
                      <a:pt x="11247" y="4680"/>
                    </a:cubicBezTo>
                    <a:cubicBezTo>
                      <a:pt x="11220" y="4680"/>
                      <a:pt x="11193" y="4680"/>
                      <a:pt x="11165" y="4680"/>
                    </a:cubicBezTo>
                    <a:cubicBezTo>
                      <a:pt x="11165" y="4652"/>
                      <a:pt x="11165" y="4625"/>
                      <a:pt x="11165" y="4597"/>
                    </a:cubicBezTo>
                    <a:cubicBezTo>
                      <a:pt x="11111" y="4597"/>
                      <a:pt x="11057" y="4597"/>
                      <a:pt x="11001" y="4597"/>
                    </a:cubicBezTo>
                    <a:cubicBezTo>
                      <a:pt x="11001" y="4570"/>
                      <a:pt x="11001" y="4543"/>
                      <a:pt x="11001" y="4515"/>
                    </a:cubicBezTo>
                    <a:cubicBezTo>
                      <a:pt x="10947" y="4515"/>
                      <a:pt x="10893" y="4515"/>
                      <a:pt x="10837" y="4515"/>
                    </a:cubicBezTo>
                    <a:cubicBezTo>
                      <a:pt x="10837" y="4488"/>
                      <a:pt x="10837" y="4461"/>
                      <a:pt x="10837" y="4433"/>
                    </a:cubicBezTo>
                    <a:cubicBezTo>
                      <a:pt x="10810" y="4433"/>
                      <a:pt x="10783" y="4433"/>
                      <a:pt x="10755" y="4433"/>
                    </a:cubicBezTo>
                    <a:cubicBezTo>
                      <a:pt x="10755" y="4406"/>
                      <a:pt x="10755" y="4379"/>
                      <a:pt x="10755" y="4351"/>
                    </a:cubicBezTo>
                    <a:cubicBezTo>
                      <a:pt x="10701" y="4351"/>
                      <a:pt x="10646" y="4351"/>
                      <a:pt x="10591" y="4351"/>
                    </a:cubicBezTo>
                    <a:cubicBezTo>
                      <a:pt x="10591" y="4324"/>
                      <a:pt x="10591" y="4297"/>
                      <a:pt x="10591" y="4269"/>
                    </a:cubicBezTo>
                    <a:cubicBezTo>
                      <a:pt x="10563" y="4269"/>
                      <a:pt x="10536" y="4269"/>
                      <a:pt x="10508" y="4269"/>
                    </a:cubicBezTo>
                    <a:cubicBezTo>
                      <a:pt x="10508" y="4242"/>
                      <a:pt x="10508" y="4215"/>
                      <a:pt x="10508" y="4187"/>
                    </a:cubicBezTo>
                    <a:cubicBezTo>
                      <a:pt x="10454" y="4187"/>
                      <a:pt x="10400" y="4187"/>
                      <a:pt x="10344" y="4187"/>
                    </a:cubicBezTo>
                    <a:cubicBezTo>
                      <a:pt x="10344" y="4160"/>
                      <a:pt x="10344" y="4133"/>
                      <a:pt x="10344" y="4105"/>
                    </a:cubicBezTo>
                    <a:cubicBezTo>
                      <a:pt x="10290" y="4105"/>
                      <a:pt x="10236" y="4105"/>
                      <a:pt x="10180" y="4105"/>
                    </a:cubicBezTo>
                    <a:cubicBezTo>
                      <a:pt x="10180" y="4078"/>
                      <a:pt x="10180" y="4051"/>
                      <a:pt x="10180" y="4023"/>
                    </a:cubicBezTo>
                    <a:cubicBezTo>
                      <a:pt x="10126" y="4023"/>
                      <a:pt x="10072" y="4023"/>
                      <a:pt x="10016" y="4023"/>
                    </a:cubicBezTo>
                    <a:cubicBezTo>
                      <a:pt x="10016" y="3996"/>
                      <a:pt x="10016" y="3969"/>
                      <a:pt x="10016" y="3941"/>
                    </a:cubicBezTo>
                    <a:cubicBezTo>
                      <a:pt x="9989" y="3941"/>
                      <a:pt x="9962" y="3941"/>
                      <a:pt x="9934" y="3941"/>
                    </a:cubicBezTo>
                    <a:cubicBezTo>
                      <a:pt x="9934" y="3914"/>
                      <a:pt x="9934" y="3886"/>
                      <a:pt x="9934" y="3859"/>
                    </a:cubicBezTo>
                    <a:cubicBezTo>
                      <a:pt x="9880" y="3859"/>
                      <a:pt x="9825" y="3859"/>
                      <a:pt x="9770" y="3859"/>
                    </a:cubicBezTo>
                    <a:cubicBezTo>
                      <a:pt x="9770" y="3831"/>
                      <a:pt x="9770" y="3804"/>
                      <a:pt x="9770" y="3776"/>
                    </a:cubicBezTo>
                    <a:cubicBezTo>
                      <a:pt x="9715" y="3776"/>
                      <a:pt x="9661" y="3776"/>
                      <a:pt x="9605" y="3776"/>
                    </a:cubicBezTo>
                    <a:cubicBezTo>
                      <a:pt x="9605" y="3749"/>
                      <a:pt x="9605" y="3722"/>
                      <a:pt x="9605" y="3694"/>
                    </a:cubicBezTo>
                    <a:cubicBezTo>
                      <a:pt x="9578" y="3694"/>
                      <a:pt x="9551" y="3694"/>
                      <a:pt x="9523" y="3694"/>
                    </a:cubicBezTo>
                    <a:cubicBezTo>
                      <a:pt x="9523" y="3667"/>
                      <a:pt x="9523" y="3640"/>
                      <a:pt x="9523" y="3612"/>
                    </a:cubicBezTo>
                    <a:cubicBezTo>
                      <a:pt x="9469" y="3612"/>
                      <a:pt x="9415" y="3612"/>
                      <a:pt x="9359" y="3612"/>
                    </a:cubicBezTo>
                    <a:cubicBezTo>
                      <a:pt x="9359" y="3585"/>
                      <a:pt x="9359" y="3558"/>
                      <a:pt x="9359" y="3530"/>
                    </a:cubicBezTo>
                    <a:cubicBezTo>
                      <a:pt x="9305" y="3530"/>
                      <a:pt x="9251" y="3530"/>
                      <a:pt x="9195" y="3530"/>
                    </a:cubicBezTo>
                    <a:cubicBezTo>
                      <a:pt x="9195" y="3503"/>
                      <a:pt x="9195" y="3476"/>
                      <a:pt x="9195" y="3448"/>
                    </a:cubicBezTo>
                    <a:cubicBezTo>
                      <a:pt x="9168" y="3448"/>
                      <a:pt x="9141" y="3448"/>
                      <a:pt x="9113" y="3448"/>
                    </a:cubicBezTo>
                    <a:cubicBezTo>
                      <a:pt x="9113" y="3421"/>
                      <a:pt x="9113" y="3394"/>
                      <a:pt x="9113" y="3366"/>
                    </a:cubicBezTo>
                    <a:cubicBezTo>
                      <a:pt x="9059" y="3366"/>
                      <a:pt x="9004" y="3366"/>
                      <a:pt x="8949" y="3366"/>
                    </a:cubicBezTo>
                    <a:cubicBezTo>
                      <a:pt x="8949" y="3339"/>
                      <a:pt x="8949" y="3312"/>
                      <a:pt x="8949" y="3284"/>
                    </a:cubicBezTo>
                    <a:cubicBezTo>
                      <a:pt x="8894" y="3284"/>
                      <a:pt x="8840" y="3284"/>
                      <a:pt x="8784" y="3284"/>
                    </a:cubicBezTo>
                    <a:cubicBezTo>
                      <a:pt x="8784" y="3257"/>
                      <a:pt x="8784" y="3230"/>
                      <a:pt x="8784" y="3202"/>
                    </a:cubicBezTo>
                    <a:cubicBezTo>
                      <a:pt x="8730" y="3202"/>
                      <a:pt x="8676" y="3202"/>
                      <a:pt x="8620" y="3202"/>
                    </a:cubicBezTo>
                    <a:cubicBezTo>
                      <a:pt x="8620" y="3175"/>
                      <a:pt x="8620" y="3148"/>
                      <a:pt x="8620" y="3120"/>
                    </a:cubicBezTo>
                    <a:cubicBezTo>
                      <a:pt x="8593" y="3120"/>
                      <a:pt x="8566" y="3120"/>
                      <a:pt x="8538" y="3120"/>
                    </a:cubicBezTo>
                    <a:cubicBezTo>
                      <a:pt x="8538" y="3093"/>
                      <a:pt x="8538" y="3066"/>
                      <a:pt x="8538" y="3038"/>
                    </a:cubicBezTo>
                    <a:cubicBezTo>
                      <a:pt x="8484" y="3038"/>
                      <a:pt x="8430" y="3038"/>
                      <a:pt x="8374" y="3038"/>
                    </a:cubicBezTo>
                    <a:cubicBezTo>
                      <a:pt x="8374" y="3011"/>
                      <a:pt x="8374" y="2983"/>
                      <a:pt x="8374" y="2956"/>
                    </a:cubicBezTo>
                    <a:cubicBezTo>
                      <a:pt x="8320" y="2956"/>
                      <a:pt x="8266" y="2956"/>
                      <a:pt x="8210" y="2956"/>
                    </a:cubicBezTo>
                    <a:cubicBezTo>
                      <a:pt x="8210" y="2928"/>
                      <a:pt x="8210" y="2901"/>
                      <a:pt x="8210" y="2873"/>
                    </a:cubicBezTo>
                    <a:cubicBezTo>
                      <a:pt x="8183" y="2873"/>
                      <a:pt x="8156" y="2873"/>
                      <a:pt x="8128" y="2873"/>
                    </a:cubicBezTo>
                    <a:cubicBezTo>
                      <a:pt x="8128" y="2846"/>
                      <a:pt x="8128" y="2819"/>
                      <a:pt x="8128" y="2791"/>
                    </a:cubicBezTo>
                    <a:cubicBezTo>
                      <a:pt x="8073" y="2791"/>
                      <a:pt x="8019" y="2791"/>
                      <a:pt x="7963" y="2791"/>
                    </a:cubicBezTo>
                    <a:cubicBezTo>
                      <a:pt x="7963" y="2764"/>
                      <a:pt x="7963" y="2737"/>
                      <a:pt x="7963" y="2709"/>
                    </a:cubicBezTo>
                    <a:cubicBezTo>
                      <a:pt x="7909" y="2709"/>
                      <a:pt x="7855" y="2709"/>
                      <a:pt x="7799" y="2709"/>
                    </a:cubicBezTo>
                    <a:cubicBezTo>
                      <a:pt x="7799" y="2682"/>
                      <a:pt x="7799" y="2655"/>
                      <a:pt x="7799" y="2627"/>
                    </a:cubicBezTo>
                    <a:cubicBezTo>
                      <a:pt x="7745" y="2627"/>
                      <a:pt x="7691" y="2627"/>
                      <a:pt x="7635" y="2627"/>
                    </a:cubicBezTo>
                    <a:cubicBezTo>
                      <a:pt x="7635" y="2600"/>
                      <a:pt x="7635" y="2573"/>
                      <a:pt x="7635" y="2545"/>
                    </a:cubicBezTo>
                    <a:cubicBezTo>
                      <a:pt x="7445" y="2545"/>
                      <a:pt x="7256" y="2545"/>
                      <a:pt x="7060" y="2545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1" cap="flat">
                <a:noFill/>
              </a:ln>
            </p:spPr>
          </p:sp>
          <p:sp>
            <p:nvSpPr>
              <p:cNvPr id="448" name="ICON_TASK_VIDEO_path_002"/>
              <p:cNvSpPr/>
              <p:nvPr/>
            </p:nvSpPr>
            <p:spPr>
              <a:xfrm>
                <a:off x="2963176" y="1259994"/>
                <a:ext cx="224167" cy="36492"/>
              </a:xfrm>
              <a:custGeom>
                <a:avLst/>
                <a:gdLst/>
                <a:ahLst/>
                <a:cxnLst/>
                <a:rect l="0" t="0" r="r" b="b"/>
                <a:pathLst>
                  <a:path w="17651" h="2873" fill="norm" stroke="0">
                    <a:moveTo>
                      <a:pt x="82" y="0"/>
                    </a:moveTo>
                    <a:cubicBezTo>
                      <a:pt x="5853" y="0"/>
                      <a:pt x="11623" y="0"/>
                      <a:pt x="17569" y="0"/>
                    </a:cubicBezTo>
                    <a:cubicBezTo>
                      <a:pt x="17569" y="27"/>
                      <a:pt x="17569" y="54"/>
                      <a:pt x="17569" y="82"/>
                    </a:cubicBezTo>
                    <a:cubicBezTo>
                      <a:pt x="17596" y="82"/>
                      <a:pt x="17623" y="82"/>
                      <a:pt x="17651" y="82"/>
                    </a:cubicBezTo>
                    <a:cubicBezTo>
                      <a:pt x="17651" y="786"/>
                      <a:pt x="17651" y="1491"/>
                      <a:pt x="17651" y="2217"/>
                    </a:cubicBezTo>
                    <a:cubicBezTo>
                      <a:pt x="17624" y="2217"/>
                      <a:pt x="17597" y="2217"/>
                      <a:pt x="17569" y="2217"/>
                    </a:cubicBezTo>
                    <a:cubicBezTo>
                      <a:pt x="17569" y="2271"/>
                      <a:pt x="17569" y="2325"/>
                      <a:pt x="17569" y="2381"/>
                    </a:cubicBezTo>
                    <a:cubicBezTo>
                      <a:pt x="17542" y="2381"/>
                      <a:pt x="17515" y="2381"/>
                      <a:pt x="17487" y="2381"/>
                    </a:cubicBezTo>
                    <a:cubicBezTo>
                      <a:pt x="17487" y="2435"/>
                      <a:pt x="17487" y="2489"/>
                      <a:pt x="17487" y="2545"/>
                    </a:cubicBezTo>
                    <a:cubicBezTo>
                      <a:pt x="17460" y="2545"/>
                      <a:pt x="17433" y="2545"/>
                      <a:pt x="17405" y="2545"/>
                    </a:cubicBezTo>
                    <a:cubicBezTo>
                      <a:pt x="17405" y="2572"/>
                      <a:pt x="17405" y="2599"/>
                      <a:pt x="17405" y="2627"/>
                    </a:cubicBezTo>
                    <a:cubicBezTo>
                      <a:pt x="17378" y="2627"/>
                      <a:pt x="17350" y="2627"/>
                      <a:pt x="17323" y="2627"/>
                    </a:cubicBezTo>
                    <a:cubicBezTo>
                      <a:pt x="17323" y="2654"/>
                      <a:pt x="17323" y="2681"/>
                      <a:pt x="17323" y="2709"/>
                    </a:cubicBezTo>
                    <a:cubicBezTo>
                      <a:pt x="17268" y="2709"/>
                      <a:pt x="17214" y="2709"/>
                      <a:pt x="17158" y="2709"/>
                    </a:cubicBezTo>
                    <a:cubicBezTo>
                      <a:pt x="17158" y="2736"/>
                      <a:pt x="17158" y="2763"/>
                      <a:pt x="17158" y="2791"/>
                    </a:cubicBezTo>
                    <a:cubicBezTo>
                      <a:pt x="17023" y="2791"/>
                      <a:pt x="16887" y="2791"/>
                      <a:pt x="16748" y="2791"/>
                    </a:cubicBezTo>
                    <a:cubicBezTo>
                      <a:pt x="16748" y="2818"/>
                      <a:pt x="16748" y="2845"/>
                      <a:pt x="16748" y="2873"/>
                    </a:cubicBezTo>
                    <a:cubicBezTo>
                      <a:pt x="11465" y="2873"/>
                      <a:pt x="6182" y="2873"/>
                      <a:pt x="739" y="2873"/>
                    </a:cubicBezTo>
                    <a:cubicBezTo>
                      <a:pt x="739" y="2846"/>
                      <a:pt x="739" y="2819"/>
                      <a:pt x="739" y="2791"/>
                    </a:cubicBezTo>
                    <a:cubicBezTo>
                      <a:pt x="658" y="2791"/>
                      <a:pt x="576" y="2791"/>
                      <a:pt x="493" y="2791"/>
                    </a:cubicBezTo>
                    <a:cubicBezTo>
                      <a:pt x="493" y="2764"/>
                      <a:pt x="493" y="2737"/>
                      <a:pt x="493" y="2709"/>
                    </a:cubicBezTo>
                    <a:cubicBezTo>
                      <a:pt x="438" y="2709"/>
                      <a:pt x="384" y="2709"/>
                      <a:pt x="328" y="2709"/>
                    </a:cubicBezTo>
                    <a:cubicBezTo>
                      <a:pt x="328" y="2682"/>
                      <a:pt x="328" y="2655"/>
                      <a:pt x="328" y="2627"/>
                    </a:cubicBezTo>
                    <a:cubicBezTo>
                      <a:pt x="301" y="2627"/>
                      <a:pt x="274" y="2627"/>
                      <a:pt x="246" y="2627"/>
                    </a:cubicBezTo>
                    <a:cubicBezTo>
                      <a:pt x="246" y="2600"/>
                      <a:pt x="246" y="2573"/>
                      <a:pt x="246" y="2545"/>
                    </a:cubicBezTo>
                    <a:cubicBezTo>
                      <a:pt x="219" y="2545"/>
                      <a:pt x="192" y="2545"/>
                      <a:pt x="164" y="2545"/>
                    </a:cubicBezTo>
                    <a:cubicBezTo>
                      <a:pt x="164" y="2518"/>
                      <a:pt x="164" y="2491"/>
                      <a:pt x="164" y="2463"/>
                    </a:cubicBezTo>
                    <a:cubicBezTo>
                      <a:pt x="137" y="2463"/>
                      <a:pt x="110" y="2463"/>
                      <a:pt x="82" y="2463"/>
                    </a:cubicBezTo>
                    <a:cubicBezTo>
                      <a:pt x="82" y="2409"/>
                      <a:pt x="82" y="2355"/>
                      <a:pt x="82" y="2299"/>
                    </a:cubicBezTo>
                    <a:cubicBezTo>
                      <a:pt x="55" y="2299"/>
                      <a:pt x="28" y="2299"/>
                      <a:pt x="0" y="2299"/>
                    </a:cubicBezTo>
                    <a:cubicBezTo>
                      <a:pt x="0" y="1567"/>
                      <a:pt x="0" y="836"/>
                      <a:pt x="0" y="82"/>
                    </a:cubicBezTo>
                    <a:cubicBezTo>
                      <a:pt x="27" y="82"/>
                      <a:pt x="54" y="82"/>
                      <a:pt x="82" y="82"/>
                    </a:cubicBezTo>
                    <a:cubicBezTo>
                      <a:pt x="82" y="55"/>
                      <a:pt x="82" y="28"/>
                      <a:pt x="82" y="0"/>
                    </a:cubicBezTo>
                    <a:close/>
                    <a:moveTo>
                      <a:pt x="4762" y="493"/>
                    </a:moveTo>
                    <a:cubicBezTo>
                      <a:pt x="4762" y="520"/>
                      <a:pt x="4762" y="547"/>
                      <a:pt x="4762" y="575"/>
                    </a:cubicBezTo>
                    <a:cubicBezTo>
                      <a:pt x="4680" y="575"/>
                      <a:pt x="4599" y="575"/>
                      <a:pt x="4515" y="575"/>
                    </a:cubicBezTo>
                    <a:cubicBezTo>
                      <a:pt x="4515" y="602"/>
                      <a:pt x="4515" y="629"/>
                      <a:pt x="4515" y="657"/>
                    </a:cubicBezTo>
                    <a:cubicBezTo>
                      <a:pt x="4488" y="657"/>
                      <a:pt x="4461" y="657"/>
                      <a:pt x="4433" y="657"/>
                    </a:cubicBezTo>
                    <a:cubicBezTo>
                      <a:pt x="4433" y="684"/>
                      <a:pt x="4433" y="711"/>
                      <a:pt x="4433" y="739"/>
                    </a:cubicBezTo>
                    <a:cubicBezTo>
                      <a:pt x="4406" y="739"/>
                      <a:pt x="4379" y="739"/>
                      <a:pt x="4351" y="739"/>
                    </a:cubicBezTo>
                    <a:cubicBezTo>
                      <a:pt x="4351" y="766"/>
                      <a:pt x="4351" y="793"/>
                      <a:pt x="4351" y="821"/>
                    </a:cubicBezTo>
                    <a:cubicBezTo>
                      <a:pt x="4324" y="821"/>
                      <a:pt x="4297" y="821"/>
                      <a:pt x="4269" y="821"/>
                    </a:cubicBezTo>
                    <a:cubicBezTo>
                      <a:pt x="4269" y="848"/>
                      <a:pt x="4269" y="875"/>
                      <a:pt x="4269" y="903"/>
                    </a:cubicBezTo>
                    <a:cubicBezTo>
                      <a:pt x="4242" y="903"/>
                      <a:pt x="4215" y="903"/>
                      <a:pt x="4187" y="903"/>
                    </a:cubicBezTo>
                    <a:cubicBezTo>
                      <a:pt x="4187" y="930"/>
                      <a:pt x="4187" y="957"/>
                      <a:pt x="4187" y="985"/>
                    </a:cubicBezTo>
                    <a:cubicBezTo>
                      <a:pt x="4160" y="985"/>
                      <a:pt x="4133" y="985"/>
                      <a:pt x="4105" y="985"/>
                    </a:cubicBezTo>
                    <a:cubicBezTo>
                      <a:pt x="4105" y="1039"/>
                      <a:pt x="4105" y="1094"/>
                      <a:pt x="4105" y="1149"/>
                    </a:cubicBezTo>
                    <a:cubicBezTo>
                      <a:pt x="3617" y="1149"/>
                      <a:pt x="3130" y="1149"/>
                      <a:pt x="2627" y="1149"/>
                    </a:cubicBezTo>
                    <a:cubicBezTo>
                      <a:pt x="2627" y="1176"/>
                      <a:pt x="2627" y="1204"/>
                      <a:pt x="2627" y="1231"/>
                    </a:cubicBezTo>
                    <a:cubicBezTo>
                      <a:pt x="2248" y="1231"/>
                      <a:pt x="1869" y="1231"/>
                      <a:pt x="1478" y="1231"/>
                    </a:cubicBezTo>
                    <a:cubicBezTo>
                      <a:pt x="1478" y="1259"/>
                      <a:pt x="1478" y="1286"/>
                      <a:pt x="1478" y="1314"/>
                    </a:cubicBezTo>
                    <a:cubicBezTo>
                      <a:pt x="1451" y="1314"/>
                      <a:pt x="1424" y="1314"/>
                      <a:pt x="1396" y="1314"/>
                    </a:cubicBezTo>
                    <a:cubicBezTo>
                      <a:pt x="1396" y="1395"/>
                      <a:pt x="1396" y="1476"/>
                      <a:pt x="1396" y="1560"/>
                    </a:cubicBezTo>
                    <a:cubicBezTo>
                      <a:pt x="1423" y="1560"/>
                      <a:pt x="1450" y="1560"/>
                      <a:pt x="1478" y="1560"/>
                    </a:cubicBezTo>
                    <a:cubicBezTo>
                      <a:pt x="1478" y="1587"/>
                      <a:pt x="1478" y="1614"/>
                      <a:pt x="1478" y="1642"/>
                    </a:cubicBezTo>
                    <a:cubicBezTo>
                      <a:pt x="2318" y="1642"/>
                      <a:pt x="3157" y="1642"/>
                      <a:pt x="4023" y="1642"/>
                    </a:cubicBezTo>
                    <a:cubicBezTo>
                      <a:pt x="4023" y="1669"/>
                      <a:pt x="4023" y="1696"/>
                      <a:pt x="4023" y="1724"/>
                    </a:cubicBezTo>
                    <a:cubicBezTo>
                      <a:pt x="4050" y="1724"/>
                      <a:pt x="4077" y="1724"/>
                      <a:pt x="4105" y="1724"/>
                    </a:cubicBezTo>
                    <a:cubicBezTo>
                      <a:pt x="4105" y="1778"/>
                      <a:pt x="4105" y="1832"/>
                      <a:pt x="4105" y="1888"/>
                    </a:cubicBezTo>
                    <a:cubicBezTo>
                      <a:pt x="4132" y="1888"/>
                      <a:pt x="4159" y="1888"/>
                      <a:pt x="4187" y="1888"/>
                    </a:cubicBezTo>
                    <a:cubicBezTo>
                      <a:pt x="4187" y="1915"/>
                      <a:pt x="4187" y="1942"/>
                      <a:pt x="4187" y="1970"/>
                    </a:cubicBezTo>
                    <a:cubicBezTo>
                      <a:pt x="4214" y="1970"/>
                      <a:pt x="4241" y="1970"/>
                      <a:pt x="4269" y="1970"/>
                    </a:cubicBezTo>
                    <a:cubicBezTo>
                      <a:pt x="4269" y="1997"/>
                      <a:pt x="4269" y="2025"/>
                      <a:pt x="4269" y="2052"/>
                    </a:cubicBezTo>
                    <a:cubicBezTo>
                      <a:pt x="4296" y="2052"/>
                      <a:pt x="4323" y="2052"/>
                      <a:pt x="4351" y="2052"/>
                    </a:cubicBezTo>
                    <a:cubicBezTo>
                      <a:pt x="4351" y="2080"/>
                      <a:pt x="4351" y="2107"/>
                      <a:pt x="4351" y="2135"/>
                    </a:cubicBezTo>
                    <a:cubicBezTo>
                      <a:pt x="4378" y="2135"/>
                      <a:pt x="4405" y="2135"/>
                      <a:pt x="4433" y="2135"/>
                    </a:cubicBezTo>
                    <a:cubicBezTo>
                      <a:pt x="4433" y="2162"/>
                      <a:pt x="4433" y="2189"/>
                      <a:pt x="4433" y="2217"/>
                    </a:cubicBezTo>
                    <a:cubicBezTo>
                      <a:pt x="4460" y="2217"/>
                      <a:pt x="4487" y="2217"/>
                      <a:pt x="4515" y="2217"/>
                    </a:cubicBezTo>
                    <a:cubicBezTo>
                      <a:pt x="4515" y="2244"/>
                      <a:pt x="4515" y="2271"/>
                      <a:pt x="4515" y="2299"/>
                    </a:cubicBezTo>
                    <a:cubicBezTo>
                      <a:pt x="4570" y="2299"/>
                      <a:pt x="4624" y="2299"/>
                      <a:pt x="4680" y="2299"/>
                    </a:cubicBezTo>
                    <a:cubicBezTo>
                      <a:pt x="4680" y="2326"/>
                      <a:pt x="4680" y="2353"/>
                      <a:pt x="4680" y="2381"/>
                    </a:cubicBezTo>
                    <a:cubicBezTo>
                      <a:pt x="4896" y="2381"/>
                      <a:pt x="5113" y="2381"/>
                      <a:pt x="5336" y="2381"/>
                    </a:cubicBezTo>
                    <a:cubicBezTo>
                      <a:pt x="5336" y="2354"/>
                      <a:pt x="5336" y="2327"/>
                      <a:pt x="5336" y="2299"/>
                    </a:cubicBezTo>
                    <a:cubicBezTo>
                      <a:pt x="5391" y="2299"/>
                      <a:pt x="5445" y="2299"/>
                      <a:pt x="5501" y="2299"/>
                    </a:cubicBezTo>
                    <a:cubicBezTo>
                      <a:pt x="5501" y="2272"/>
                      <a:pt x="5501" y="2245"/>
                      <a:pt x="5501" y="2217"/>
                    </a:cubicBezTo>
                    <a:cubicBezTo>
                      <a:pt x="5555" y="2217"/>
                      <a:pt x="5609" y="2217"/>
                      <a:pt x="5665" y="2217"/>
                    </a:cubicBezTo>
                    <a:cubicBezTo>
                      <a:pt x="5665" y="2190"/>
                      <a:pt x="5665" y="2162"/>
                      <a:pt x="5665" y="2135"/>
                    </a:cubicBezTo>
                    <a:cubicBezTo>
                      <a:pt x="5692" y="2135"/>
                      <a:pt x="5719" y="2135"/>
                      <a:pt x="5747" y="2135"/>
                    </a:cubicBezTo>
                    <a:cubicBezTo>
                      <a:pt x="5747" y="2107"/>
                      <a:pt x="5747" y="2080"/>
                      <a:pt x="5747" y="2052"/>
                    </a:cubicBezTo>
                    <a:cubicBezTo>
                      <a:pt x="5774" y="2052"/>
                      <a:pt x="5801" y="2052"/>
                      <a:pt x="5829" y="2052"/>
                    </a:cubicBezTo>
                    <a:cubicBezTo>
                      <a:pt x="5829" y="1998"/>
                      <a:pt x="5829" y="1944"/>
                      <a:pt x="5829" y="1888"/>
                    </a:cubicBezTo>
                    <a:cubicBezTo>
                      <a:pt x="5856" y="1888"/>
                      <a:pt x="5883" y="1888"/>
                      <a:pt x="5911" y="1888"/>
                    </a:cubicBezTo>
                    <a:cubicBezTo>
                      <a:pt x="5911" y="1834"/>
                      <a:pt x="5911" y="1780"/>
                      <a:pt x="5911" y="1724"/>
                    </a:cubicBezTo>
                    <a:cubicBezTo>
                      <a:pt x="5938" y="1724"/>
                      <a:pt x="5965" y="1724"/>
                      <a:pt x="5993" y="1724"/>
                    </a:cubicBezTo>
                    <a:cubicBezTo>
                      <a:pt x="5993" y="1697"/>
                      <a:pt x="5993" y="1670"/>
                      <a:pt x="5993" y="1642"/>
                    </a:cubicBezTo>
                    <a:cubicBezTo>
                      <a:pt x="9353" y="1642"/>
                      <a:pt x="12712" y="1642"/>
                      <a:pt x="16173" y="1642"/>
                    </a:cubicBezTo>
                    <a:cubicBezTo>
                      <a:pt x="16173" y="1615"/>
                      <a:pt x="16173" y="1588"/>
                      <a:pt x="16173" y="1560"/>
                    </a:cubicBezTo>
                    <a:cubicBezTo>
                      <a:pt x="16200" y="1560"/>
                      <a:pt x="16227" y="1560"/>
                      <a:pt x="16255" y="1560"/>
                    </a:cubicBezTo>
                    <a:cubicBezTo>
                      <a:pt x="16255" y="1479"/>
                      <a:pt x="16255" y="1397"/>
                      <a:pt x="16255" y="1314"/>
                    </a:cubicBezTo>
                    <a:cubicBezTo>
                      <a:pt x="16228" y="1314"/>
                      <a:pt x="16201" y="1314"/>
                      <a:pt x="16173" y="1314"/>
                    </a:cubicBezTo>
                    <a:cubicBezTo>
                      <a:pt x="16173" y="1286"/>
                      <a:pt x="16173" y="1259"/>
                      <a:pt x="16173" y="1231"/>
                    </a:cubicBezTo>
                    <a:cubicBezTo>
                      <a:pt x="15848" y="1231"/>
                      <a:pt x="15523" y="1231"/>
                      <a:pt x="15188" y="1231"/>
                    </a:cubicBezTo>
                    <a:cubicBezTo>
                      <a:pt x="15188" y="1204"/>
                      <a:pt x="15188" y="1177"/>
                      <a:pt x="15188" y="1149"/>
                    </a:cubicBezTo>
                    <a:cubicBezTo>
                      <a:pt x="15134" y="1149"/>
                      <a:pt x="15080" y="1149"/>
                      <a:pt x="15024" y="1149"/>
                    </a:cubicBezTo>
                    <a:cubicBezTo>
                      <a:pt x="15024" y="1176"/>
                      <a:pt x="15024" y="1204"/>
                      <a:pt x="15024" y="1231"/>
                    </a:cubicBezTo>
                    <a:cubicBezTo>
                      <a:pt x="14753" y="1231"/>
                      <a:pt x="14482" y="1231"/>
                      <a:pt x="14203" y="1231"/>
                    </a:cubicBezTo>
                    <a:cubicBezTo>
                      <a:pt x="14203" y="1204"/>
                      <a:pt x="14203" y="1177"/>
                      <a:pt x="14203" y="1149"/>
                    </a:cubicBezTo>
                    <a:cubicBezTo>
                      <a:pt x="13688" y="1149"/>
                      <a:pt x="13173" y="1149"/>
                      <a:pt x="12643" y="1149"/>
                    </a:cubicBezTo>
                    <a:cubicBezTo>
                      <a:pt x="12643" y="1176"/>
                      <a:pt x="12643" y="1204"/>
                      <a:pt x="12643" y="1231"/>
                    </a:cubicBezTo>
                    <a:cubicBezTo>
                      <a:pt x="12128" y="1231"/>
                      <a:pt x="11614" y="1231"/>
                      <a:pt x="11083" y="1231"/>
                    </a:cubicBezTo>
                    <a:cubicBezTo>
                      <a:pt x="11083" y="1204"/>
                      <a:pt x="11083" y="1177"/>
                      <a:pt x="11083" y="1149"/>
                    </a:cubicBezTo>
                    <a:cubicBezTo>
                      <a:pt x="11002" y="1149"/>
                      <a:pt x="10921" y="1149"/>
                      <a:pt x="10837" y="1149"/>
                    </a:cubicBezTo>
                    <a:cubicBezTo>
                      <a:pt x="10837" y="1176"/>
                      <a:pt x="10837" y="1204"/>
                      <a:pt x="10837" y="1231"/>
                    </a:cubicBezTo>
                    <a:cubicBezTo>
                      <a:pt x="10674" y="1231"/>
                      <a:pt x="10512" y="1231"/>
                      <a:pt x="10344" y="1231"/>
                    </a:cubicBezTo>
                    <a:cubicBezTo>
                      <a:pt x="10344" y="1204"/>
                      <a:pt x="10344" y="1177"/>
                      <a:pt x="10344" y="1149"/>
                    </a:cubicBezTo>
                    <a:cubicBezTo>
                      <a:pt x="10019" y="1149"/>
                      <a:pt x="9694" y="1149"/>
                      <a:pt x="9359" y="1149"/>
                    </a:cubicBezTo>
                    <a:cubicBezTo>
                      <a:pt x="9359" y="1176"/>
                      <a:pt x="9359" y="1204"/>
                      <a:pt x="9359" y="1231"/>
                    </a:cubicBezTo>
                    <a:cubicBezTo>
                      <a:pt x="9278" y="1231"/>
                      <a:pt x="9197" y="1231"/>
                      <a:pt x="9113" y="1231"/>
                    </a:cubicBezTo>
                    <a:cubicBezTo>
                      <a:pt x="9113" y="1204"/>
                      <a:pt x="9113" y="1177"/>
                      <a:pt x="9113" y="1149"/>
                    </a:cubicBezTo>
                    <a:cubicBezTo>
                      <a:pt x="8083" y="1149"/>
                      <a:pt x="7054" y="1149"/>
                      <a:pt x="5993" y="1149"/>
                    </a:cubicBezTo>
                    <a:cubicBezTo>
                      <a:pt x="5993" y="1122"/>
                      <a:pt x="5993" y="1095"/>
                      <a:pt x="5993" y="1067"/>
                    </a:cubicBezTo>
                    <a:cubicBezTo>
                      <a:pt x="5966" y="1067"/>
                      <a:pt x="5939" y="1067"/>
                      <a:pt x="5911" y="1067"/>
                    </a:cubicBezTo>
                    <a:cubicBezTo>
                      <a:pt x="5911" y="1040"/>
                      <a:pt x="5911" y="1013"/>
                      <a:pt x="5911" y="985"/>
                    </a:cubicBezTo>
                    <a:cubicBezTo>
                      <a:pt x="5884" y="985"/>
                      <a:pt x="5857" y="985"/>
                      <a:pt x="5829" y="985"/>
                    </a:cubicBezTo>
                    <a:cubicBezTo>
                      <a:pt x="5829" y="931"/>
                      <a:pt x="5829" y="877"/>
                      <a:pt x="5829" y="821"/>
                    </a:cubicBezTo>
                    <a:cubicBezTo>
                      <a:pt x="5802" y="821"/>
                      <a:pt x="5775" y="821"/>
                      <a:pt x="5747" y="821"/>
                    </a:cubicBezTo>
                    <a:cubicBezTo>
                      <a:pt x="5747" y="794"/>
                      <a:pt x="5747" y="767"/>
                      <a:pt x="5747" y="739"/>
                    </a:cubicBezTo>
                    <a:cubicBezTo>
                      <a:pt x="5693" y="739"/>
                      <a:pt x="5638" y="739"/>
                      <a:pt x="5583" y="739"/>
                    </a:cubicBezTo>
                    <a:cubicBezTo>
                      <a:pt x="5583" y="712"/>
                      <a:pt x="5583" y="685"/>
                      <a:pt x="5583" y="657"/>
                    </a:cubicBezTo>
                    <a:cubicBezTo>
                      <a:pt x="5556" y="657"/>
                      <a:pt x="5528" y="657"/>
                      <a:pt x="5501" y="657"/>
                    </a:cubicBezTo>
                    <a:cubicBezTo>
                      <a:pt x="5501" y="630"/>
                      <a:pt x="5501" y="603"/>
                      <a:pt x="5501" y="575"/>
                    </a:cubicBezTo>
                    <a:cubicBezTo>
                      <a:pt x="5446" y="575"/>
                      <a:pt x="5392" y="575"/>
                      <a:pt x="5336" y="575"/>
                    </a:cubicBezTo>
                    <a:cubicBezTo>
                      <a:pt x="5336" y="548"/>
                      <a:pt x="5336" y="520"/>
                      <a:pt x="5336" y="493"/>
                    </a:cubicBezTo>
                    <a:cubicBezTo>
                      <a:pt x="5147" y="493"/>
                      <a:pt x="4957" y="493"/>
                      <a:pt x="4762" y="493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1" cap="flat">
                <a:noFill/>
              </a:ln>
            </p:spPr>
          </p:sp>
          <p:sp>
            <p:nvSpPr>
              <p:cNvPr id="449" name="ICON_TASK_VIDEO_path_003"/>
              <p:cNvSpPr/>
              <p:nvPr/>
            </p:nvSpPr>
            <p:spPr>
              <a:xfrm>
                <a:off x="2956921" y="1118127"/>
                <a:ext cx="236679" cy="183573"/>
              </a:xfrm>
              <a:custGeom>
                <a:avLst/>
                <a:gdLst/>
                <a:ahLst/>
                <a:cxnLst/>
                <a:rect l="0" t="0" r="r" b="b"/>
                <a:pathLst>
                  <a:path w="18636" h="14455" fill="norm" stroke="0">
                    <a:moveTo>
                      <a:pt x="1231" y="5"/>
                    </a:moveTo>
                    <a:cubicBezTo>
                      <a:pt x="2564" y="5"/>
                      <a:pt x="3897" y="4"/>
                      <a:pt x="5844" y="4"/>
                    </a:cubicBezTo>
                    <a:cubicBezTo>
                      <a:pt x="5867" y="4"/>
                      <a:pt x="5890" y="4"/>
                      <a:pt x="5913" y="4"/>
                    </a:cubicBezTo>
                    <a:cubicBezTo>
                      <a:pt x="6395" y="3"/>
                      <a:pt x="6877" y="3"/>
                      <a:pt x="7359" y="3"/>
                    </a:cubicBezTo>
                    <a:cubicBezTo>
                      <a:pt x="7601" y="3"/>
                      <a:pt x="7843" y="3"/>
                      <a:pt x="8085" y="3"/>
                    </a:cubicBezTo>
                    <a:cubicBezTo>
                      <a:pt x="8122" y="3"/>
                      <a:pt x="8158" y="3"/>
                      <a:pt x="8195" y="3"/>
                    </a:cubicBezTo>
                    <a:cubicBezTo>
                      <a:pt x="8757" y="3"/>
                      <a:pt x="9320" y="3"/>
                      <a:pt x="9883" y="3"/>
                    </a:cubicBezTo>
                    <a:cubicBezTo>
                      <a:pt x="9895" y="3"/>
                      <a:pt x="9907" y="3"/>
                      <a:pt x="9919" y="3"/>
                    </a:cubicBezTo>
                    <a:cubicBezTo>
                      <a:pt x="10114" y="2"/>
                      <a:pt x="10309" y="2"/>
                      <a:pt x="10505" y="2"/>
                    </a:cubicBezTo>
                    <a:cubicBezTo>
                      <a:pt x="11066" y="2"/>
                      <a:pt x="11628" y="2"/>
                      <a:pt x="12190" y="2"/>
                    </a:cubicBezTo>
                    <a:cubicBezTo>
                      <a:pt x="12202" y="2"/>
                      <a:pt x="12213" y="2"/>
                      <a:pt x="12225" y="2"/>
                    </a:cubicBezTo>
                    <a:cubicBezTo>
                      <a:pt x="12479" y="2"/>
                      <a:pt x="12732" y="2"/>
                      <a:pt x="12986" y="2"/>
                    </a:cubicBezTo>
                    <a:cubicBezTo>
                      <a:pt x="13088" y="2"/>
                      <a:pt x="13189" y="1"/>
                      <a:pt x="13291" y="1"/>
                    </a:cubicBezTo>
                    <a:cubicBezTo>
                      <a:pt x="13297" y="1"/>
                      <a:pt x="13297" y="1"/>
                      <a:pt x="13325" y="1"/>
                    </a:cubicBezTo>
                    <a:cubicBezTo>
                      <a:pt x="13685" y="1"/>
                      <a:pt x="14045" y="1"/>
                      <a:pt x="14405" y="1"/>
                    </a:cubicBezTo>
                    <a:cubicBezTo>
                      <a:pt x="14778" y="1"/>
                      <a:pt x="15150" y="1"/>
                      <a:pt x="15523" y="1"/>
                    </a:cubicBezTo>
                    <a:cubicBezTo>
                      <a:pt x="15738" y="1"/>
                      <a:pt x="15953" y="1"/>
                      <a:pt x="16167" y="0"/>
                    </a:cubicBezTo>
                    <a:cubicBezTo>
                      <a:pt x="16311" y="0"/>
                      <a:pt x="16454" y="0"/>
                      <a:pt x="16597" y="0"/>
                    </a:cubicBezTo>
                    <a:cubicBezTo>
                      <a:pt x="16679" y="0"/>
                      <a:pt x="16761" y="0"/>
                      <a:pt x="16843" y="0"/>
                    </a:cubicBezTo>
                    <a:cubicBezTo>
                      <a:pt x="16917" y="0"/>
                      <a:pt x="16992" y="0"/>
                      <a:pt x="17066" y="0"/>
                    </a:cubicBezTo>
                    <a:cubicBezTo>
                      <a:pt x="17093" y="0"/>
                      <a:pt x="17120" y="0"/>
                      <a:pt x="17146" y="0"/>
                    </a:cubicBezTo>
                    <a:cubicBezTo>
                      <a:pt x="17183" y="0"/>
                      <a:pt x="17219" y="0"/>
                      <a:pt x="17255" y="0"/>
                    </a:cubicBezTo>
                    <a:cubicBezTo>
                      <a:pt x="17265" y="0"/>
                      <a:pt x="17265" y="0"/>
                      <a:pt x="17316" y="0"/>
                    </a:cubicBezTo>
                    <a:cubicBezTo>
                      <a:pt x="17364" y="5"/>
                      <a:pt x="17364" y="5"/>
                      <a:pt x="17405" y="46"/>
                    </a:cubicBezTo>
                    <a:cubicBezTo>
                      <a:pt x="17439" y="55"/>
                      <a:pt x="17439" y="55"/>
                      <a:pt x="17481" y="59"/>
                    </a:cubicBezTo>
                    <a:cubicBezTo>
                      <a:pt x="17495" y="61"/>
                      <a:pt x="17510" y="63"/>
                      <a:pt x="17525" y="65"/>
                    </a:cubicBezTo>
                    <a:cubicBezTo>
                      <a:pt x="17540" y="66"/>
                      <a:pt x="17556" y="68"/>
                      <a:pt x="17571" y="69"/>
                    </a:cubicBezTo>
                    <a:cubicBezTo>
                      <a:pt x="17587" y="71"/>
                      <a:pt x="17602" y="73"/>
                      <a:pt x="17618" y="75"/>
                    </a:cubicBezTo>
                    <a:cubicBezTo>
                      <a:pt x="17657" y="79"/>
                      <a:pt x="17695" y="83"/>
                      <a:pt x="17733" y="87"/>
                    </a:cubicBezTo>
                    <a:cubicBezTo>
                      <a:pt x="17733" y="115"/>
                      <a:pt x="17733" y="142"/>
                      <a:pt x="17733" y="170"/>
                    </a:cubicBezTo>
                    <a:cubicBezTo>
                      <a:pt x="17743" y="172"/>
                      <a:pt x="17753" y="175"/>
                      <a:pt x="17763" y="177"/>
                    </a:cubicBezTo>
                    <a:cubicBezTo>
                      <a:pt x="17808" y="188"/>
                      <a:pt x="17853" y="199"/>
                      <a:pt x="17897" y="211"/>
                    </a:cubicBezTo>
                    <a:cubicBezTo>
                      <a:pt x="17910" y="212"/>
                      <a:pt x="17922" y="214"/>
                      <a:pt x="17935" y="216"/>
                    </a:cubicBezTo>
                    <a:cubicBezTo>
                      <a:pt x="18069" y="238"/>
                      <a:pt x="18126" y="310"/>
                      <a:pt x="18208" y="413"/>
                    </a:cubicBezTo>
                    <a:cubicBezTo>
                      <a:pt x="18351" y="591"/>
                      <a:pt x="18351" y="591"/>
                      <a:pt x="18449" y="646"/>
                    </a:cubicBezTo>
                    <a:cubicBezTo>
                      <a:pt x="18472" y="662"/>
                      <a:pt x="18472" y="662"/>
                      <a:pt x="18480" y="708"/>
                    </a:cubicBezTo>
                    <a:cubicBezTo>
                      <a:pt x="18477" y="720"/>
                      <a:pt x="18475" y="732"/>
                      <a:pt x="18472" y="744"/>
                    </a:cubicBezTo>
                    <a:cubicBezTo>
                      <a:pt x="18499" y="744"/>
                      <a:pt x="18526" y="744"/>
                      <a:pt x="18554" y="744"/>
                    </a:cubicBezTo>
                    <a:cubicBezTo>
                      <a:pt x="18554" y="880"/>
                      <a:pt x="18554" y="1015"/>
                      <a:pt x="18554" y="1155"/>
                    </a:cubicBezTo>
                    <a:cubicBezTo>
                      <a:pt x="18581" y="1155"/>
                      <a:pt x="18608" y="1155"/>
                      <a:pt x="18636" y="1155"/>
                    </a:cubicBezTo>
                    <a:cubicBezTo>
                      <a:pt x="18636" y="5219"/>
                      <a:pt x="18636" y="9282"/>
                      <a:pt x="18636" y="13469"/>
                    </a:cubicBezTo>
                    <a:cubicBezTo>
                      <a:pt x="18609" y="13469"/>
                      <a:pt x="18582" y="13469"/>
                      <a:pt x="18554" y="13469"/>
                    </a:cubicBezTo>
                    <a:cubicBezTo>
                      <a:pt x="18554" y="13551"/>
                      <a:pt x="18554" y="13632"/>
                      <a:pt x="18554" y="13716"/>
                    </a:cubicBezTo>
                    <a:cubicBezTo>
                      <a:pt x="18527" y="13716"/>
                      <a:pt x="18500" y="13716"/>
                      <a:pt x="18472" y="13716"/>
                    </a:cubicBezTo>
                    <a:cubicBezTo>
                      <a:pt x="18472" y="13770"/>
                      <a:pt x="18472" y="13824"/>
                      <a:pt x="18472" y="13880"/>
                    </a:cubicBezTo>
                    <a:cubicBezTo>
                      <a:pt x="18445" y="13880"/>
                      <a:pt x="18418" y="13880"/>
                      <a:pt x="18390" y="13880"/>
                    </a:cubicBezTo>
                    <a:cubicBezTo>
                      <a:pt x="18391" y="13892"/>
                      <a:pt x="18392" y="13905"/>
                      <a:pt x="18394" y="13917"/>
                    </a:cubicBezTo>
                    <a:cubicBezTo>
                      <a:pt x="18390" y="13962"/>
                      <a:pt x="18390" y="13962"/>
                      <a:pt x="18364" y="13993"/>
                    </a:cubicBezTo>
                    <a:cubicBezTo>
                      <a:pt x="18352" y="14002"/>
                      <a:pt x="18341" y="14011"/>
                      <a:pt x="18328" y="14021"/>
                    </a:cubicBezTo>
                    <a:cubicBezTo>
                      <a:pt x="18316" y="14031"/>
                      <a:pt x="18303" y="14042"/>
                      <a:pt x="18290" y="14053"/>
                    </a:cubicBezTo>
                    <a:cubicBezTo>
                      <a:pt x="18276" y="14063"/>
                      <a:pt x="18263" y="14074"/>
                      <a:pt x="18249" y="14085"/>
                    </a:cubicBezTo>
                    <a:cubicBezTo>
                      <a:pt x="18222" y="14106"/>
                      <a:pt x="18196" y="14128"/>
                      <a:pt x="18169" y="14149"/>
                    </a:cubicBezTo>
                    <a:cubicBezTo>
                      <a:pt x="18158" y="14159"/>
                      <a:pt x="18146" y="14168"/>
                      <a:pt x="18134" y="14178"/>
                    </a:cubicBezTo>
                    <a:cubicBezTo>
                      <a:pt x="18099" y="14212"/>
                      <a:pt x="18083" y="14247"/>
                      <a:pt x="18061" y="14290"/>
                    </a:cubicBezTo>
                    <a:cubicBezTo>
                      <a:pt x="18022" y="14298"/>
                      <a:pt x="18022" y="14298"/>
                      <a:pt x="17977" y="14295"/>
                    </a:cubicBezTo>
                    <a:cubicBezTo>
                      <a:pt x="17962" y="14295"/>
                      <a:pt x="17947" y="14294"/>
                      <a:pt x="17932" y="14293"/>
                    </a:cubicBezTo>
                    <a:cubicBezTo>
                      <a:pt x="17926" y="14293"/>
                      <a:pt x="17926" y="14293"/>
                      <a:pt x="17897" y="14290"/>
                    </a:cubicBezTo>
                    <a:cubicBezTo>
                      <a:pt x="17897" y="14317"/>
                      <a:pt x="17897" y="14345"/>
                      <a:pt x="17897" y="14372"/>
                    </a:cubicBezTo>
                    <a:cubicBezTo>
                      <a:pt x="17843" y="14372"/>
                      <a:pt x="17789" y="14372"/>
                      <a:pt x="17733" y="14372"/>
                    </a:cubicBezTo>
                    <a:cubicBezTo>
                      <a:pt x="17733" y="14400"/>
                      <a:pt x="17733" y="14427"/>
                      <a:pt x="17733" y="14455"/>
                    </a:cubicBezTo>
                    <a:cubicBezTo>
                      <a:pt x="12179" y="14455"/>
                      <a:pt x="6625" y="14455"/>
                      <a:pt x="903" y="14455"/>
                    </a:cubicBezTo>
                    <a:cubicBezTo>
                      <a:pt x="903" y="14427"/>
                      <a:pt x="903" y="14400"/>
                      <a:pt x="903" y="14372"/>
                    </a:cubicBezTo>
                    <a:cubicBezTo>
                      <a:pt x="849" y="14372"/>
                      <a:pt x="795" y="14372"/>
                      <a:pt x="739" y="14372"/>
                    </a:cubicBezTo>
                    <a:cubicBezTo>
                      <a:pt x="739" y="14345"/>
                      <a:pt x="739" y="14318"/>
                      <a:pt x="739" y="14290"/>
                    </a:cubicBezTo>
                    <a:cubicBezTo>
                      <a:pt x="685" y="14290"/>
                      <a:pt x="631" y="14290"/>
                      <a:pt x="575" y="14290"/>
                    </a:cubicBezTo>
                    <a:cubicBezTo>
                      <a:pt x="575" y="14263"/>
                      <a:pt x="575" y="14236"/>
                      <a:pt x="575" y="14208"/>
                    </a:cubicBezTo>
                    <a:cubicBezTo>
                      <a:pt x="548" y="14208"/>
                      <a:pt x="520" y="14208"/>
                      <a:pt x="493" y="14208"/>
                    </a:cubicBezTo>
                    <a:cubicBezTo>
                      <a:pt x="493" y="14181"/>
                      <a:pt x="493" y="14154"/>
                      <a:pt x="493" y="14126"/>
                    </a:cubicBezTo>
                    <a:cubicBezTo>
                      <a:pt x="438" y="14126"/>
                      <a:pt x="384" y="14126"/>
                      <a:pt x="328" y="14126"/>
                    </a:cubicBezTo>
                    <a:cubicBezTo>
                      <a:pt x="323" y="14112"/>
                      <a:pt x="318" y="14097"/>
                      <a:pt x="313" y="14083"/>
                    </a:cubicBezTo>
                    <a:cubicBezTo>
                      <a:pt x="306" y="14064"/>
                      <a:pt x="300" y="14045"/>
                      <a:pt x="292" y="14026"/>
                    </a:cubicBezTo>
                    <a:cubicBezTo>
                      <a:pt x="286" y="14008"/>
                      <a:pt x="279" y="13989"/>
                      <a:pt x="272" y="13970"/>
                    </a:cubicBezTo>
                    <a:cubicBezTo>
                      <a:pt x="242" y="13913"/>
                      <a:pt x="221" y="13905"/>
                      <a:pt x="164" y="13880"/>
                    </a:cubicBezTo>
                    <a:cubicBezTo>
                      <a:pt x="159" y="13836"/>
                      <a:pt x="159" y="13836"/>
                      <a:pt x="164" y="13798"/>
                    </a:cubicBezTo>
                    <a:cubicBezTo>
                      <a:pt x="137" y="13798"/>
                      <a:pt x="110" y="13798"/>
                      <a:pt x="82" y="13798"/>
                    </a:cubicBezTo>
                    <a:cubicBezTo>
                      <a:pt x="82" y="13689"/>
                      <a:pt x="82" y="13581"/>
                      <a:pt x="82" y="13469"/>
                    </a:cubicBezTo>
                    <a:cubicBezTo>
                      <a:pt x="55" y="13469"/>
                      <a:pt x="28" y="13469"/>
                      <a:pt x="0" y="13469"/>
                    </a:cubicBezTo>
                    <a:cubicBezTo>
                      <a:pt x="0" y="9378"/>
                      <a:pt x="0" y="5288"/>
                      <a:pt x="0" y="1073"/>
                    </a:cubicBezTo>
                    <a:cubicBezTo>
                      <a:pt x="27" y="1073"/>
                      <a:pt x="54" y="1073"/>
                      <a:pt x="82" y="1073"/>
                    </a:cubicBezTo>
                    <a:cubicBezTo>
                      <a:pt x="82" y="991"/>
                      <a:pt x="82" y="910"/>
                      <a:pt x="82" y="826"/>
                    </a:cubicBezTo>
                    <a:cubicBezTo>
                      <a:pt x="109" y="826"/>
                      <a:pt x="136" y="826"/>
                      <a:pt x="164" y="826"/>
                    </a:cubicBezTo>
                    <a:cubicBezTo>
                      <a:pt x="163" y="815"/>
                      <a:pt x="161" y="805"/>
                      <a:pt x="160" y="793"/>
                    </a:cubicBezTo>
                    <a:cubicBezTo>
                      <a:pt x="156" y="747"/>
                      <a:pt x="155" y="708"/>
                      <a:pt x="164" y="662"/>
                    </a:cubicBezTo>
                    <a:cubicBezTo>
                      <a:pt x="193" y="636"/>
                      <a:pt x="223" y="621"/>
                      <a:pt x="258" y="603"/>
                    </a:cubicBezTo>
                    <a:cubicBezTo>
                      <a:pt x="298" y="572"/>
                      <a:pt x="297" y="548"/>
                      <a:pt x="303" y="498"/>
                    </a:cubicBezTo>
                    <a:cubicBezTo>
                      <a:pt x="310" y="455"/>
                      <a:pt x="310" y="455"/>
                      <a:pt x="328" y="416"/>
                    </a:cubicBezTo>
                    <a:cubicBezTo>
                      <a:pt x="380" y="387"/>
                      <a:pt x="429" y="370"/>
                      <a:pt x="486" y="354"/>
                    </a:cubicBezTo>
                    <a:cubicBezTo>
                      <a:pt x="544" y="329"/>
                      <a:pt x="551" y="308"/>
                      <a:pt x="575" y="252"/>
                    </a:cubicBezTo>
                    <a:cubicBezTo>
                      <a:pt x="618" y="247"/>
                      <a:pt x="618" y="247"/>
                      <a:pt x="657" y="252"/>
                    </a:cubicBezTo>
                    <a:cubicBezTo>
                      <a:pt x="657" y="225"/>
                      <a:pt x="657" y="197"/>
                      <a:pt x="657" y="170"/>
                    </a:cubicBezTo>
                    <a:cubicBezTo>
                      <a:pt x="684" y="170"/>
                      <a:pt x="711" y="170"/>
                      <a:pt x="739" y="170"/>
                    </a:cubicBezTo>
                    <a:cubicBezTo>
                      <a:pt x="739" y="142"/>
                      <a:pt x="739" y="115"/>
                      <a:pt x="739" y="87"/>
                    </a:cubicBezTo>
                    <a:cubicBezTo>
                      <a:pt x="901" y="87"/>
                      <a:pt x="1064" y="87"/>
                      <a:pt x="1231" y="87"/>
                    </a:cubicBezTo>
                    <a:cubicBezTo>
                      <a:pt x="1231" y="60"/>
                      <a:pt x="1231" y="33"/>
                      <a:pt x="1231" y="5"/>
                    </a:cubicBezTo>
                    <a:close/>
                    <a:moveTo>
                      <a:pt x="1149" y="498"/>
                    </a:moveTo>
                    <a:cubicBezTo>
                      <a:pt x="1149" y="525"/>
                      <a:pt x="1149" y="552"/>
                      <a:pt x="1149" y="580"/>
                    </a:cubicBezTo>
                    <a:cubicBezTo>
                      <a:pt x="1068" y="580"/>
                      <a:pt x="987" y="580"/>
                      <a:pt x="903" y="580"/>
                    </a:cubicBezTo>
                    <a:cubicBezTo>
                      <a:pt x="903" y="607"/>
                      <a:pt x="903" y="634"/>
                      <a:pt x="903" y="662"/>
                    </a:cubicBezTo>
                    <a:cubicBezTo>
                      <a:pt x="876" y="662"/>
                      <a:pt x="849" y="662"/>
                      <a:pt x="821" y="662"/>
                    </a:cubicBezTo>
                    <a:cubicBezTo>
                      <a:pt x="821" y="689"/>
                      <a:pt x="821" y="716"/>
                      <a:pt x="821" y="744"/>
                    </a:cubicBezTo>
                    <a:cubicBezTo>
                      <a:pt x="794" y="744"/>
                      <a:pt x="767" y="744"/>
                      <a:pt x="739" y="744"/>
                    </a:cubicBezTo>
                    <a:cubicBezTo>
                      <a:pt x="739" y="771"/>
                      <a:pt x="739" y="798"/>
                      <a:pt x="739" y="826"/>
                    </a:cubicBezTo>
                    <a:cubicBezTo>
                      <a:pt x="712" y="826"/>
                      <a:pt x="685" y="826"/>
                      <a:pt x="657" y="826"/>
                    </a:cubicBezTo>
                    <a:cubicBezTo>
                      <a:pt x="657" y="853"/>
                      <a:pt x="657" y="881"/>
                      <a:pt x="657" y="908"/>
                    </a:cubicBezTo>
                    <a:cubicBezTo>
                      <a:pt x="630" y="908"/>
                      <a:pt x="603" y="908"/>
                      <a:pt x="575" y="908"/>
                    </a:cubicBezTo>
                    <a:cubicBezTo>
                      <a:pt x="575" y="963"/>
                      <a:pt x="575" y="1017"/>
                      <a:pt x="575" y="1073"/>
                    </a:cubicBezTo>
                    <a:cubicBezTo>
                      <a:pt x="548" y="1073"/>
                      <a:pt x="520" y="1073"/>
                      <a:pt x="493" y="1073"/>
                    </a:cubicBezTo>
                    <a:cubicBezTo>
                      <a:pt x="493" y="4242"/>
                      <a:pt x="493" y="7412"/>
                      <a:pt x="493" y="10678"/>
                    </a:cubicBezTo>
                    <a:cubicBezTo>
                      <a:pt x="520" y="10678"/>
                      <a:pt x="547" y="10678"/>
                      <a:pt x="575" y="10678"/>
                    </a:cubicBezTo>
                    <a:cubicBezTo>
                      <a:pt x="575" y="10705"/>
                      <a:pt x="575" y="10732"/>
                      <a:pt x="575" y="10760"/>
                    </a:cubicBezTo>
                    <a:cubicBezTo>
                      <a:pt x="6345" y="10760"/>
                      <a:pt x="12116" y="10760"/>
                      <a:pt x="18061" y="10760"/>
                    </a:cubicBezTo>
                    <a:cubicBezTo>
                      <a:pt x="18061" y="10733"/>
                      <a:pt x="18061" y="10706"/>
                      <a:pt x="18061" y="10678"/>
                    </a:cubicBezTo>
                    <a:cubicBezTo>
                      <a:pt x="18089" y="10678"/>
                      <a:pt x="18116" y="10678"/>
                      <a:pt x="18144" y="10678"/>
                    </a:cubicBezTo>
                    <a:cubicBezTo>
                      <a:pt x="18144" y="7535"/>
                      <a:pt x="18144" y="4393"/>
                      <a:pt x="18144" y="1155"/>
                    </a:cubicBezTo>
                    <a:cubicBezTo>
                      <a:pt x="18116" y="1155"/>
                      <a:pt x="18089" y="1155"/>
                      <a:pt x="18061" y="1155"/>
                    </a:cubicBezTo>
                    <a:cubicBezTo>
                      <a:pt x="18061" y="1101"/>
                      <a:pt x="18061" y="1046"/>
                      <a:pt x="18061" y="991"/>
                    </a:cubicBezTo>
                    <a:cubicBezTo>
                      <a:pt x="18034" y="991"/>
                      <a:pt x="18007" y="991"/>
                      <a:pt x="17979" y="991"/>
                    </a:cubicBezTo>
                    <a:cubicBezTo>
                      <a:pt x="17979" y="936"/>
                      <a:pt x="17979" y="882"/>
                      <a:pt x="17979" y="826"/>
                    </a:cubicBezTo>
                    <a:cubicBezTo>
                      <a:pt x="17952" y="826"/>
                      <a:pt x="17925" y="826"/>
                      <a:pt x="17897" y="826"/>
                    </a:cubicBezTo>
                    <a:cubicBezTo>
                      <a:pt x="17897" y="799"/>
                      <a:pt x="17897" y="772"/>
                      <a:pt x="17897" y="744"/>
                    </a:cubicBezTo>
                    <a:cubicBezTo>
                      <a:pt x="17870" y="744"/>
                      <a:pt x="17843" y="744"/>
                      <a:pt x="17815" y="744"/>
                    </a:cubicBezTo>
                    <a:cubicBezTo>
                      <a:pt x="17815" y="717"/>
                      <a:pt x="17815" y="690"/>
                      <a:pt x="17815" y="662"/>
                    </a:cubicBezTo>
                    <a:cubicBezTo>
                      <a:pt x="17761" y="662"/>
                      <a:pt x="17707" y="662"/>
                      <a:pt x="17651" y="662"/>
                    </a:cubicBezTo>
                    <a:cubicBezTo>
                      <a:pt x="17651" y="635"/>
                      <a:pt x="17651" y="608"/>
                      <a:pt x="17651" y="580"/>
                    </a:cubicBezTo>
                    <a:cubicBezTo>
                      <a:pt x="17597" y="580"/>
                      <a:pt x="17543" y="580"/>
                      <a:pt x="17487" y="580"/>
                    </a:cubicBezTo>
                    <a:cubicBezTo>
                      <a:pt x="17487" y="553"/>
                      <a:pt x="17487" y="526"/>
                      <a:pt x="17487" y="498"/>
                    </a:cubicBezTo>
                    <a:cubicBezTo>
                      <a:pt x="12095" y="498"/>
                      <a:pt x="6704" y="498"/>
                      <a:pt x="1149" y="498"/>
                    </a:cubicBezTo>
                    <a:close/>
                    <a:moveTo>
                      <a:pt x="575" y="11171"/>
                    </a:moveTo>
                    <a:cubicBezTo>
                      <a:pt x="575" y="11198"/>
                      <a:pt x="575" y="11225"/>
                      <a:pt x="575" y="11253"/>
                    </a:cubicBezTo>
                    <a:cubicBezTo>
                      <a:pt x="548" y="11253"/>
                      <a:pt x="520" y="11253"/>
                      <a:pt x="493" y="11253"/>
                    </a:cubicBezTo>
                    <a:cubicBezTo>
                      <a:pt x="493" y="11984"/>
                      <a:pt x="493" y="12716"/>
                      <a:pt x="493" y="13469"/>
                    </a:cubicBezTo>
                    <a:cubicBezTo>
                      <a:pt x="520" y="13469"/>
                      <a:pt x="547" y="13469"/>
                      <a:pt x="575" y="13469"/>
                    </a:cubicBezTo>
                    <a:cubicBezTo>
                      <a:pt x="575" y="13524"/>
                      <a:pt x="575" y="13578"/>
                      <a:pt x="575" y="13634"/>
                    </a:cubicBezTo>
                    <a:cubicBezTo>
                      <a:pt x="602" y="13634"/>
                      <a:pt x="629" y="13634"/>
                      <a:pt x="657" y="13634"/>
                    </a:cubicBezTo>
                    <a:cubicBezTo>
                      <a:pt x="657" y="13661"/>
                      <a:pt x="657" y="13688"/>
                      <a:pt x="657" y="13716"/>
                    </a:cubicBezTo>
                    <a:cubicBezTo>
                      <a:pt x="684" y="13716"/>
                      <a:pt x="711" y="13716"/>
                      <a:pt x="739" y="13716"/>
                    </a:cubicBezTo>
                    <a:cubicBezTo>
                      <a:pt x="739" y="13743"/>
                      <a:pt x="739" y="13770"/>
                      <a:pt x="739" y="13798"/>
                    </a:cubicBezTo>
                    <a:cubicBezTo>
                      <a:pt x="766" y="13798"/>
                      <a:pt x="793" y="13798"/>
                      <a:pt x="821" y="13798"/>
                    </a:cubicBezTo>
                    <a:cubicBezTo>
                      <a:pt x="821" y="13825"/>
                      <a:pt x="821" y="13852"/>
                      <a:pt x="821" y="13880"/>
                    </a:cubicBezTo>
                    <a:cubicBezTo>
                      <a:pt x="875" y="13880"/>
                      <a:pt x="929" y="13880"/>
                      <a:pt x="985" y="13880"/>
                    </a:cubicBezTo>
                    <a:cubicBezTo>
                      <a:pt x="985" y="13907"/>
                      <a:pt x="985" y="13934"/>
                      <a:pt x="985" y="13962"/>
                    </a:cubicBezTo>
                    <a:cubicBezTo>
                      <a:pt x="1066" y="13962"/>
                      <a:pt x="1148" y="13962"/>
                      <a:pt x="1231" y="13962"/>
                    </a:cubicBezTo>
                    <a:cubicBezTo>
                      <a:pt x="1231" y="13989"/>
                      <a:pt x="1231" y="14016"/>
                      <a:pt x="1231" y="14044"/>
                    </a:cubicBezTo>
                    <a:cubicBezTo>
                      <a:pt x="6514" y="14044"/>
                      <a:pt x="11797" y="14044"/>
                      <a:pt x="17240" y="14044"/>
                    </a:cubicBezTo>
                    <a:cubicBezTo>
                      <a:pt x="17240" y="14017"/>
                      <a:pt x="17240" y="13990"/>
                      <a:pt x="17240" y="13962"/>
                    </a:cubicBezTo>
                    <a:cubicBezTo>
                      <a:pt x="17376" y="13962"/>
                      <a:pt x="17511" y="13962"/>
                      <a:pt x="17651" y="13962"/>
                    </a:cubicBezTo>
                    <a:cubicBezTo>
                      <a:pt x="17651" y="13935"/>
                      <a:pt x="17651" y="13908"/>
                      <a:pt x="17651" y="13880"/>
                    </a:cubicBezTo>
                    <a:cubicBezTo>
                      <a:pt x="17705" y="13880"/>
                      <a:pt x="17759" y="13880"/>
                      <a:pt x="17815" y="13880"/>
                    </a:cubicBezTo>
                    <a:cubicBezTo>
                      <a:pt x="17815" y="13853"/>
                      <a:pt x="17815" y="13826"/>
                      <a:pt x="17815" y="13798"/>
                    </a:cubicBezTo>
                    <a:cubicBezTo>
                      <a:pt x="17842" y="13798"/>
                      <a:pt x="17869" y="13798"/>
                      <a:pt x="17897" y="13798"/>
                    </a:cubicBezTo>
                    <a:cubicBezTo>
                      <a:pt x="17897" y="13771"/>
                      <a:pt x="17897" y="13744"/>
                      <a:pt x="17897" y="13716"/>
                    </a:cubicBezTo>
                    <a:cubicBezTo>
                      <a:pt x="17924" y="13716"/>
                      <a:pt x="17951" y="13716"/>
                      <a:pt x="17979" y="13716"/>
                    </a:cubicBezTo>
                    <a:cubicBezTo>
                      <a:pt x="17979" y="13661"/>
                      <a:pt x="17979" y="13607"/>
                      <a:pt x="17979" y="13551"/>
                    </a:cubicBezTo>
                    <a:cubicBezTo>
                      <a:pt x="18006" y="13551"/>
                      <a:pt x="18034" y="13551"/>
                      <a:pt x="18061" y="13551"/>
                    </a:cubicBezTo>
                    <a:cubicBezTo>
                      <a:pt x="18061" y="13497"/>
                      <a:pt x="18061" y="13443"/>
                      <a:pt x="18061" y="13387"/>
                    </a:cubicBezTo>
                    <a:cubicBezTo>
                      <a:pt x="18089" y="13387"/>
                      <a:pt x="18116" y="13387"/>
                      <a:pt x="18144" y="13387"/>
                    </a:cubicBezTo>
                    <a:cubicBezTo>
                      <a:pt x="18144" y="12683"/>
                      <a:pt x="18144" y="11978"/>
                      <a:pt x="18144" y="11253"/>
                    </a:cubicBezTo>
                    <a:cubicBezTo>
                      <a:pt x="18116" y="11253"/>
                      <a:pt x="18089" y="11253"/>
                      <a:pt x="18061" y="11253"/>
                    </a:cubicBezTo>
                    <a:cubicBezTo>
                      <a:pt x="18061" y="11226"/>
                      <a:pt x="18061" y="11199"/>
                      <a:pt x="18061" y="11171"/>
                    </a:cubicBezTo>
                    <a:cubicBezTo>
                      <a:pt x="12291" y="11171"/>
                      <a:pt x="6520" y="11171"/>
                      <a:pt x="575" y="11171"/>
                    </a:cubicBezTo>
                    <a:close/>
                  </a:path>
                </a:pathLst>
              </a:custGeom>
              <a:solidFill>
                <a:srgbClr val="251047"/>
              </a:solidFill>
              <a:ln w="521" cap="flat">
                <a:noFill/>
              </a:ln>
            </p:spPr>
          </p:sp>
          <p:sp>
            <p:nvSpPr>
              <p:cNvPr id="450" name="ICON_TASK_VIDEO_path_004"/>
              <p:cNvSpPr/>
              <p:nvPr/>
            </p:nvSpPr>
            <p:spPr>
              <a:xfrm>
                <a:off x="3051801" y="1163029"/>
                <a:ext cx="52132" cy="59430"/>
              </a:xfrm>
              <a:custGeom>
                <a:avLst/>
                <a:gdLst/>
                <a:ahLst/>
                <a:cxnLst/>
                <a:rect l="0" t="0" r="r" b="b"/>
                <a:pathLst>
                  <a:path w="4105" h="4680" fill="norm" stroke="0">
                    <a:moveTo>
                      <a:pt x="164" y="0"/>
                    </a:moveTo>
                    <a:cubicBezTo>
                      <a:pt x="300" y="0"/>
                      <a:pt x="435" y="0"/>
                      <a:pt x="575" y="0"/>
                    </a:cubicBezTo>
                    <a:cubicBezTo>
                      <a:pt x="575" y="27"/>
                      <a:pt x="575" y="54"/>
                      <a:pt x="575" y="82"/>
                    </a:cubicBezTo>
                    <a:cubicBezTo>
                      <a:pt x="629" y="82"/>
                      <a:pt x="683" y="82"/>
                      <a:pt x="739" y="82"/>
                    </a:cubicBezTo>
                    <a:cubicBezTo>
                      <a:pt x="739" y="109"/>
                      <a:pt x="739" y="136"/>
                      <a:pt x="739" y="164"/>
                    </a:cubicBezTo>
                    <a:cubicBezTo>
                      <a:pt x="766" y="164"/>
                      <a:pt x="793" y="164"/>
                      <a:pt x="821" y="164"/>
                    </a:cubicBezTo>
                    <a:cubicBezTo>
                      <a:pt x="821" y="191"/>
                      <a:pt x="821" y="218"/>
                      <a:pt x="821" y="246"/>
                    </a:cubicBezTo>
                    <a:cubicBezTo>
                      <a:pt x="875" y="246"/>
                      <a:pt x="929" y="246"/>
                      <a:pt x="985" y="246"/>
                    </a:cubicBezTo>
                    <a:cubicBezTo>
                      <a:pt x="985" y="273"/>
                      <a:pt x="985" y="300"/>
                      <a:pt x="985" y="328"/>
                    </a:cubicBezTo>
                    <a:cubicBezTo>
                      <a:pt x="1039" y="328"/>
                      <a:pt x="1094" y="328"/>
                      <a:pt x="1149" y="328"/>
                    </a:cubicBezTo>
                    <a:cubicBezTo>
                      <a:pt x="1149" y="355"/>
                      <a:pt x="1149" y="383"/>
                      <a:pt x="1149" y="410"/>
                    </a:cubicBezTo>
                    <a:cubicBezTo>
                      <a:pt x="1176" y="410"/>
                      <a:pt x="1204" y="410"/>
                      <a:pt x="1231" y="410"/>
                    </a:cubicBezTo>
                    <a:cubicBezTo>
                      <a:pt x="1231" y="438"/>
                      <a:pt x="1231" y="465"/>
                      <a:pt x="1231" y="493"/>
                    </a:cubicBezTo>
                    <a:cubicBezTo>
                      <a:pt x="1286" y="493"/>
                      <a:pt x="1340" y="493"/>
                      <a:pt x="1396" y="493"/>
                    </a:cubicBezTo>
                    <a:cubicBezTo>
                      <a:pt x="1396" y="520"/>
                      <a:pt x="1396" y="547"/>
                      <a:pt x="1396" y="575"/>
                    </a:cubicBezTo>
                    <a:cubicBezTo>
                      <a:pt x="1450" y="575"/>
                      <a:pt x="1504" y="575"/>
                      <a:pt x="1560" y="575"/>
                    </a:cubicBezTo>
                    <a:cubicBezTo>
                      <a:pt x="1560" y="602"/>
                      <a:pt x="1560" y="629"/>
                      <a:pt x="1560" y="657"/>
                    </a:cubicBezTo>
                    <a:cubicBezTo>
                      <a:pt x="1614" y="657"/>
                      <a:pt x="1668" y="657"/>
                      <a:pt x="1724" y="657"/>
                    </a:cubicBezTo>
                    <a:cubicBezTo>
                      <a:pt x="1724" y="684"/>
                      <a:pt x="1724" y="711"/>
                      <a:pt x="1724" y="739"/>
                    </a:cubicBezTo>
                    <a:cubicBezTo>
                      <a:pt x="1751" y="739"/>
                      <a:pt x="1778" y="739"/>
                      <a:pt x="1806" y="739"/>
                    </a:cubicBezTo>
                    <a:cubicBezTo>
                      <a:pt x="1806" y="766"/>
                      <a:pt x="1806" y="793"/>
                      <a:pt x="1806" y="821"/>
                    </a:cubicBezTo>
                    <a:cubicBezTo>
                      <a:pt x="1860" y="821"/>
                      <a:pt x="1915" y="821"/>
                      <a:pt x="1970" y="821"/>
                    </a:cubicBezTo>
                    <a:cubicBezTo>
                      <a:pt x="1970" y="848"/>
                      <a:pt x="1970" y="875"/>
                      <a:pt x="1970" y="903"/>
                    </a:cubicBezTo>
                    <a:cubicBezTo>
                      <a:pt x="2025" y="903"/>
                      <a:pt x="2079" y="903"/>
                      <a:pt x="2135" y="903"/>
                    </a:cubicBezTo>
                    <a:cubicBezTo>
                      <a:pt x="2135" y="930"/>
                      <a:pt x="2135" y="957"/>
                      <a:pt x="2135" y="985"/>
                    </a:cubicBezTo>
                    <a:cubicBezTo>
                      <a:pt x="2162" y="985"/>
                      <a:pt x="2189" y="985"/>
                      <a:pt x="2217" y="985"/>
                    </a:cubicBezTo>
                    <a:cubicBezTo>
                      <a:pt x="2217" y="1012"/>
                      <a:pt x="2217" y="1039"/>
                      <a:pt x="2217" y="1067"/>
                    </a:cubicBezTo>
                    <a:cubicBezTo>
                      <a:pt x="2271" y="1067"/>
                      <a:pt x="2325" y="1067"/>
                      <a:pt x="2381" y="1067"/>
                    </a:cubicBezTo>
                    <a:cubicBezTo>
                      <a:pt x="2381" y="1094"/>
                      <a:pt x="2381" y="1121"/>
                      <a:pt x="2381" y="1149"/>
                    </a:cubicBezTo>
                    <a:cubicBezTo>
                      <a:pt x="2435" y="1149"/>
                      <a:pt x="2489" y="1149"/>
                      <a:pt x="2545" y="1149"/>
                    </a:cubicBezTo>
                    <a:cubicBezTo>
                      <a:pt x="2545" y="1176"/>
                      <a:pt x="2545" y="1204"/>
                      <a:pt x="2545" y="1231"/>
                    </a:cubicBezTo>
                    <a:cubicBezTo>
                      <a:pt x="2572" y="1231"/>
                      <a:pt x="2599" y="1231"/>
                      <a:pt x="2627" y="1231"/>
                    </a:cubicBezTo>
                    <a:cubicBezTo>
                      <a:pt x="2627" y="1259"/>
                      <a:pt x="2627" y="1286"/>
                      <a:pt x="2627" y="1314"/>
                    </a:cubicBezTo>
                    <a:cubicBezTo>
                      <a:pt x="2681" y="1314"/>
                      <a:pt x="2735" y="1314"/>
                      <a:pt x="2791" y="1314"/>
                    </a:cubicBezTo>
                    <a:cubicBezTo>
                      <a:pt x="2791" y="1341"/>
                      <a:pt x="2791" y="1368"/>
                      <a:pt x="2791" y="1396"/>
                    </a:cubicBezTo>
                    <a:cubicBezTo>
                      <a:pt x="2845" y="1396"/>
                      <a:pt x="2900" y="1396"/>
                      <a:pt x="2956" y="1396"/>
                    </a:cubicBezTo>
                    <a:cubicBezTo>
                      <a:pt x="2956" y="1423"/>
                      <a:pt x="2956" y="1450"/>
                      <a:pt x="2956" y="1478"/>
                    </a:cubicBezTo>
                    <a:cubicBezTo>
                      <a:pt x="2983" y="1478"/>
                      <a:pt x="3010" y="1478"/>
                      <a:pt x="3038" y="1478"/>
                    </a:cubicBezTo>
                    <a:cubicBezTo>
                      <a:pt x="3038" y="1505"/>
                      <a:pt x="3038" y="1532"/>
                      <a:pt x="3038" y="1560"/>
                    </a:cubicBezTo>
                    <a:cubicBezTo>
                      <a:pt x="3092" y="1560"/>
                      <a:pt x="3146" y="1560"/>
                      <a:pt x="3202" y="1560"/>
                    </a:cubicBezTo>
                    <a:cubicBezTo>
                      <a:pt x="3202" y="1587"/>
                      <a:pt x="3202" y="1614"/>
                      <a:pt x="3202" y="1642"/>
                    </a:cubicBezTo>
                    <a:cubicBezTo>
                      <a:pt x="3256" y="1642"/>
                      <a:pt x="3310" y="1642"/>
                      <a:pt x="3366" y="1642"/>
                    </a:cubicBezTo>
                    <a:cubicBezTo>
                      <a:pt x="3366" y="1669"/>
                      <a:pt x="3366" y="1696"/>
                      <a:pt x="3366" y="1724"/>
                    </a:cubicBezTo>
                    <a:cubicBezTo>
                      <a:pt x="3420" y="1724"/>
                      <a:pt x="3474" y="1724"/>
                      <a:pt x="3530" y="1724"/>
                    </a:cubicBezTo>
                    <a:cubicBezTo>
                      <a:pt x="3530" y="1751"/>
                      <a:pt x="3530" y="1778"/>
                      <a:pt x="3530" y="1806"/>
                    </a:cubicBezTo>
                    <a:cubicBezTo>
                      <a:pt x="3557" y="1806"/>
                      <a:pt x="3584" y="1806"/>
                      <a:pt x="3612" y="1806"/>
                    </a:cubicBezTo>
                    <a:cubicBezTo>
                      <a:pt x="3612" y="1833"/>
                      <a:pt x="3612" y="1860"/>
                      <a:pt x="3612" y="1888"/>
                    </a:cubicBezTo>
                    <a:cubicBezTo>
                      <a:pt x="3666" y="1888"/>
                      <a:pt x="3721" y="1888"/>
                      <a:pt x="3776" y="1888"/>
                    </a:cubicBezTo>
                    <a:cubicBezTo>
                      <a:pt x="3776" y="1915"/>
                      <a:pt x="3776" y="1942"/>
                      <a:pt x="3776" y="1970"/>
                    </a:cubicBezTo>
                    <a:cubicBezTo>
                      <a:pt x="3831" y="1970"/>
                      <a:pt x="3885" y="1970"/>
                      <a:pt x="3941" y="1970"/>
                    </a:cubicBezTo>
                    <a:cubicBezTo>
                      <a:pt x="3941" y="1997"/>
                      <a:pt x="3941" y="2025"/>
                      <a:pt x="3941" y="2052"/>
                    </a:cubicBezTo>
                    <a:cubicBezTo>
                      <a:pt x="3968" y="2052"/>
                      <a:pt x="3995" y="2052"/>
                      <a:pt x="4023" y="2052"/>
                    </a:cubicBezTo>
                    <a:cubicBezTo>
                      <a:pt x="4023" y="2080"/>
                      <a:pt x="4023" y="2107"/>
                      <a:pt x="4023" y="2135"/>
                    </a:cubicBezTo>
                    <a:cubicBezTo>
                      <a:pt x="4050" y="2135"/>
                      <a:pt x="4077" y="2135"/>
                      <a:pt x="4105" y="2135"/>
                    </a:cubicBezTo>
                    <a:cubicBezTo>
                      <a:pt x="4105" y="2297"/>
                      <a:pt x="4105" y="2460"/>
                      <a:pt x="4105" y="2627"/>
                    </a:cubicBezTo>
                    <a:cubicBezTo>
                      <a:pt x="4078" y="2627"/>
                      <a:pt x="4051" y="2627"/>
                      <a:pt x="4023" y="2627"/>
                    </a:cubicBezTo>
                    <a:cubicBezTo>
                      <a:pt x="4023" y="2654"/>
                      <a:pt x="4023" y="2681"/>
                      <a:pt x="4023" y="2709"/>
                    </a:cubicBezTo>
                    <a:cubicBezTo>
                      <a:pt x="3969" y="2709"/>
                      <a:pt x="3914" y="2709"/>
                      <a:pt x="3859" y="2709"/>
                    </a:cubicBezTo>
                    <a:cubicBezTo>
                      <a:pt x="3859" y="2736"/>
                      <a:pt x="3859" y="2763"/>
                      <a:pt x="3859" y="2791"/>
                    </a:cubicBezTo>
                    <a:cubicBezTo>
                      <a:pt x="3831" y="2791"/>
                      <a:pt x="3804" y="2791"/>
                      <a:pt x="3776" y="2791"/>
                    </a:cubicBezTo>
                    <a:cubicBezTo>
                      <a:pt x="3776" y="2818"/>
                      <a:pt x="3776" y="2845"/>
                      <a:pt x="3776" y="2873"/>
                    </a:cubicBezTo>
                    <a:cubicBezTo>
                      <a:pt x="3722" y="2873"/>
                      <a:pt x="3668" y="2873"/>
                      <a:pt x="3612" y="2873"/>
                    </a:cubicBezTo>
                    <a:cubicBezTo>
                      <a:pt x="3612" y="2901"/>
                      <a:pt x="3612" y="2928"/>
                      <a:pt x="3612" y="2956"/>
                    </a:cubicBezTo>
                    <a:cubicBezTo>
                      <a:pt x="3558" y="2956"/>
                      <a:pt x="3504" y="2956"/>
                      <a:pt x="3448" y="2956"/>
                    </a:cubicBezTo>
                    <a:cubicBezTo>
                      <a:pt x="3448" y="2983"/>
                      <a:pt x="3448" y="3010"/>
                      <a:pt x="3448" y="3038"/>
                    </a:cubicBezTo>
                    <a:cubicBezTo>
                      <a:pt x="3394" y="3038"/>
                      <a:pt x="3340" y="3038"/>
                      <a:pt x="3284" y="3038"/>
                    </a:cubicBezTo>
                    <a:cubicBezTo>
                      <a:pt x="3284" y="3065"/>
                      <a:pt x="3284" y="3092"/>
                      <a:pt x="3284" y="3120"/>
                    </a:cubicBezTo>
                    <a:cubicBezTo>
                      <a:pt x="3257" y="3120"/>
                      <a:pt x="3230" y="3120"/>
                      <a:pt x="3202" y="3120"/>
                    </a:cubicBezTo>
                    <a:cubicBezTo>
                      <a:pt x="3202" y="3147"/>
                      <a:pt x="3202" y="3174"/>
                      <a:pt x="3202" y="3202"/>
                    </a:cubicBezTo>
                    <a:cubicBezTo>
                      <a:pt x="3148" y="3202"/>
                      <a:pt x="3093" y="3202"/>
                      <a:pt x="3038" y="3202"/>
                    </a:cubicBezTo>
                    <a:cubicBezTo>
                      <a:pt x="3038" y="3229"/>
                      <a:pt x="3038" y="3256"/>
                      <a:pt x="3038" y="3284"/>
                    </a:cubicBezTo>
                    <a:cubicBezTo>
                      <a:pt x="2983" y="3284"/>
                      <a:pt x="2929" y="3284"/>
                      <a:pt x="2873" y="3284"/>
                    </a:cubicBezTo>
                    <a:cubicBezTo>
                      <a:pt x="2873" y="3311"/>
                      <a:pt x="2873" y="3338"/>
                      <a:pt x="2873" y="3366"/>
                    </a:cubicBezTo>
                    <a:cubicBezTo>
                      <a:pt x="2846" y="3366"/>
                      <a:pt x="2819" y="3366"/>
                      <a:pt x="2791" y="3366"/>
                    </a:cubicBezTo>
                    <a:cubicBezTo>
                      <a:pt x="2791" y="3393"/>
                      <a:pt x="2791" y="3420"/>
                      <a:pt x="2791" y="3448"/>
                    </a:cubicBezTo>
                    <a:cubicBezTo>
                      <a:pt x="2737" y="3448"/>
                      <a:pt x="2683" y="3448"/>
                      <a:pt x="2627" y="3448"/>
                    </a:cubicBezTo>
                    <a:cubicBezTo>
                      <a:pt x="2627" y="3475"/>
                      <a:pt x="2627" y="3502"/>
                      <a:pt x="2627" y="3530"/>
                    </a:cubicBezTo>
                    <a:cubicBezTo>
                      <a:pt x="2573" y="3530"/>
                      <a:pt x="2519" y="3530"/>
                      <a:pt x="2463" y="3530"/>
                    </a:cubicBezTo>
                    <a:cubicBezTo>
                      <a:pt x="2463" y="3557"/>
                      <a:pt x="2463" y="3584"/>
                      <a:pt x="2463" y="3612"/>
                    </a:cubicBezTo>
                    <a:cubicBezTo>
                      <a:pt x="2436" y="3612"/>
                      <a:pt x="2409" y="3612"/>
                      <a:pt x="2381" y="3612"/>
                    </a:cubicBezTo>
                    <a:cubicBezTo>
                      <a:pt x="2381" y="3639"/>
                      <a:pt x="2381" y="3666"/>
                      <a:pt x="2381" y="3694"/>
                    </a:cubicBezTo>
                    <a:cubicBezTo>
                      <a:pt x="2327" y="3694"/>
                      <a:pt x="2272" y="3694"/>
                      <a:pt x="2217" y="3694"/>
                    </a:cubicBezTo>
                    <a:cubicBezTo>
                      <a:pt x="2217" y="3721"/>
                      <a:pt x="2217" y="3749"/>
                      <a:pt x="2217" y="3776"/>
                    </a:cubicBezTo>
                    <a:cubicBezTo>
                      <a:pt x="2162" y="3776"/>
                      <a:pt x="2108" y="3776"/>
                      <a:pt x="2052" y="3776"/>
                    </a:cubicBezTo>
                    <a:cubicBezTo>
                      <a:pt x="2052" y="3804"/>
                      <a:pt x="2052" y="3831"/>
                      <a:pt x="2052" y="3859"/>
                    </a:cubicBezTo>
                    <a:cubicBezTo>
                      <a:pt x="1998" y="3859"/>
                      <a:pt x="1944" y="3859"/>
                      <a:pt x="1888" y="3859"/>
                    </a:cubicBezTo>
                    <a:cubicBezTo>
                      <a:pt x="1888" y="3886"/>
                      <a:pt x="1888" y="3913"/>
                      <a:pt x="1888" y="3941"/>
                    </a:cubicBezTo>
                    <a:cubicBezTo>
                      <a:pt x="1861" y="3941"/>
                      <a:pt x="1834" y="3941"/>
                      <a:pt x="1806" y="3941"/>
                    </a:cubicBezTo>
                    <a:cubicBezTo>
                      <a:pt x="1806" y="3968"/>
                      <a:pt x="1806" y="3995"/>
                      <a:pt x="1806" y="4023"/>
                    </a:cubicBezTo>
                    <a:cubicBezTo>
                      <a:pt x="1752" y="4023"/>
                      <a:pt x="1698" y="4023"/>
                      <a:pt x="1642" y="4023"/>
                    </a:cubicBezTo>
                    <a:cubicBezTo>
                      <a:pt x="1642" y="4050"/>
                      <a:pt x="1642" y="4077"/>
                      <a:pt x="1642" y="4105"/>
                    </a:cubicBezTo>
                    <a:cubicBezTo>
                      <a:pt x="1588" y="4105"/>
                      <a:pt x="1534" y="4105"/>
                      <a:pt x="1478" y="4105"/>
                    </a:cubicBezTo>
                    <a:cubicBezTo>
                      <a:pt x="1478" y="4132"/>
                      <a:pt x="1478" y="4159"/>
                      <a:pt x="1478" y="4187"/>
                    </a:cubicBezTo>
                    <a:cubicBezTo>
                      <a:pt x="1424" y="4187"/>
                      <a:pt x="1369" y="4187"/>
                      <a:pt x="1314" y="4187"/>
                    </a:cubicBezTo>
                    <a:cubicBezTo>
                      <a:pt x="1314" y="4214"/>
                      <a:pt x="1314" y="4241"/>
                      <a:pt x="1314" y="4269"/>
                    </a:cubicBezTo>
                    <a:cubicBezTo>
                      <a:pt x="1286" y="4269"/>
                      <a:pt x="1259" y="4269"/>
                      <a:pt x="1231" y="4269"/>
                    </a:cubicBezTo>
                    <a:cubicBezTo>
                      <a:pt x="1231" y="4296"/>
                      <a:pt x="1231" y="4323"/>
                      <a:pt x="1231" y="4351"/>
                    </a:cubicBezTo>
                    <a:cubicBezTo>
                      <a:pt x="1177" y="4351"/>
                      <a:pt x="1123" y="4351"/>
                      <a:pt x="1067" y="4351"/>
                    </a:cubicBezTo>
                    <a:cubicBezTo>
                      <a:pt x="1067" y="4378"/>
                      <a:pt x="1067" y="4405"/>
                      <a:pt x="1067" y="4433"/>
                    </a:cubicBezTo>
                    <a:cubicBezTo>
                      <a:pt x="1013" y="4433"/>
                      <a:pt x="959" y="4433"/>
                      <a:pt x="903" y="4433"/>
                    </a:cubicBezTo>
                    <a:cubicBezTo>
                      <a:pt x="903" y="4460"/>
                      <a:pt x="903" y="4487"/>
                      <a:pt x="903" y="4515"/>
                    </a:cubicBezTo>
                    <a:cubicBezTo>
                      <a:pt x="849" y="4515"/>
                      <a:pt x="795" y="4515"/>
                      <a:pt x="739" y="4515"/>
                    </a:cubicBezTo>
                    <a:cubicBezTo>
                      <a:pt x="739" y="4542"/>
                      <a:pt x="739" y="4570"/>
                      <a:pt x="739" y="4597"/>
                    </a:cubicBezTo>
                    <a:cubicBezTo>
                      <a:pt x="685" y="4597"/>
                      <a:pt x="631" y="4597"/>
                      <a:pt x="575" y="4597"/>
                    </a:cubicBezTo>
                    <a:cubicBezTo>
                      <a:pt x="575" y="4625"/>
                      <a:pt x="575" y="4652"/>
                      <a:pt x="575" y="4680"/>
                    </a:cubicBezTo>
                    <a:cubicBezTo>
                      <a:pt x="439" y="4680"/>
                      <a:pt x="304" y="4680"/>
                      <a:pt x="164" y="4680"/>
                    </a:cubicBezTo>
                    <a:cubicBezTo>
                      <a:pt x="164" y="4652"/>
                      <a:pt x="164" y="4625"/>
                      <a:pt x="164" y="4597"/>
                    </a:cubicBezTo>
                    <a:cubicBezTo>
                      <a:pt x="137" y="4597"/>
                      <a:pt x="110" y="4597"/>
                      <a:pt x="82" y="4597"/>
                    </a:cubicBezTo>
                    <a:cubicBezTo>
                      <a:pt x="82" y="4570"/>
                      <a:pt x="82" y="4543"/>
                      <a:pt x="82" y="4515"/>
                    </a:cubicBezTo>
                    <a:cubicBezTo>
                      <a:pt x="55" y="4515"/>
                      <a:pt x="28" y="4515"/>
                      <a:pt x="0" y="4515"/>
                    </a:cubicBezTo>
                    <a:cubicBezTo>
                      <a:pt x="0" y="3079"/>
                      <a:pt x="0" y="1644"/>
                      <a:pt x="0" y="164"/>
                    </a:cubicBezTo>
                    <a:cubicBezTo>
                      <a:pt x="27" y="164"/>
                      <a:pt x="54" y="164"/>
                      <a:pt x="82" y="164"/>
                    </a:cubicBezTo>
                    <a:cubicBezTo>
                      <a:pt x="82" y="137"/>
                      <a:pt x="82" y="110"/>
                      <a:pt x="82" y="82"/>
                    </a:cubicBezTo>
                    <a:cubicBezTo>
                      <a:pt x="109" y="82"/>
                      <a:pt x="136" y="82"/>
                      <a:pt x="164" y="82"/>
                    </a:cubicBezTo>
                    <a:cubicBezTo>
                      <a:pt x="164" y="55"/>
                      <a:pt x="164" y="28"/>
                      <a:pt x="164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521" cap="flat">
                <a:noFill/>
              </a:ln>
            </p:spPr>
          </p:sp>
          <p:sp>
            <p:nvSpPr>
              <p:cNvPr id="451" name="ICON_TASK_VIDEO_path_005"/>
              <p:cNvSpPr/>
              <p:nvPr/>
            </p:nvSpPr>
            <p:spPr>
              <a:xfrm>
                <a:off x="2980901" y="1266250"/>
                <a:ext cx="188717" cy="23981"/>
              </a:xfrm>
              <a:custGeom>
                <a:avLst/>
                <a:gdLst/>
                <a:ahLst/>
                <a:cxnLst/>
                <a:rect l="0" t="0" r="r" b="b"/>
                <a:pathLst>
                  <a:path w="14860" h="1888" fill="norm" stroke="0">
                    <a:moveTo>
                      <a:pt x="3366" y="0"/>
                    </a:moveTo>
                    <a:cubicBezTo>
                      <a:pt x="3556" y="0"/>
                      <a:pt x="3745" y="0"/>
                      <a:pt x="3941" y="0"/>
                    </a:cubicBezTo>
                    <a:cubicBezTo>
                      <a:pt x="3941" y="27"/>
                      <a:pt x="3941" y="54"/>
                      <a:pt x="3941" y="82"/>
                    </a:cubicBezTo>
                    <a:cubicBezTo>
                      <a:pt x="3995" y="82"/>
                      <a:pt x="4049" y="82"/>
                      <a:pt x="4105" y="82"/>
                    </a:cubicBezTo>
                    <a:cubicBezTo>
                      <a:pt x="4105" y="109"/>
                      <a:pt x="4105" y="136"/>
                      <a:pt x="4105" y="164"/>
                    </a:cubicBezTo>
                    <a:cubicBezTo>
                      <a:pt x="4132" y="164"/>
                      <a:pt x="4159" y="164"/>
                      <a:pt x="4187" y="164"/>
                    </a:cubicBezTo>
                    <a:cubicBezTo>
                      <a:pt x="4187" y="191"/>
                      <a:pt x="4187" y="218"/>
                      <a:pt x="4187" y="246"/>
                    </a:cubicBezTo>
                    <a:cubicBezTo>
                      <a:pt x="4241" y="246"/>
                      <a:pt x="4295" y="246"/>
                      <a:pt x="4351" y="246"/>
                    </a:cubicBezTo>
                    <a:cubicBezTo>
                      <a:pt x="4351" y="273"/>
                      <a:pt x="4351" y="300"/>
                      <a:pt x="4351" y="328"/>
                    </a:cubicBezTo>
                    <a:cubicBezTo>
                      <a:pt x="4378" y="328"/>
                      <a:pt x="4405" y="328"/>
                      <a:pt x="4433" y="328"/>
                    </a:cubicBezTo>
                    <a:cubicBezTo>
                      <a:pt x="4433" y="383"/>
                      <a:pt x="4433" y="437"/>
                      <a:pt x="4433" y="493"/>
                    </a:cubicBezTo>
                    <a:cubicBezTo>
                      <a:pt x="4460" y="493"/>
                      <a:pt x="4487" y="493"/>
                      <a:pt x="4515" y="493"/>
                    </a:cubicBezTo>
                    <a:cubicBezTo>
                      <a:pt x="4515" y="520"/>
                      <a:pt x="4515" y="547"/>
                      <a:pt x="4515" y="575"/>
                    </a:cubicBezTo>
                    <a:cubicBezTo>
                      <a:pt x="4542" y="575"/>
                      <a:pt x="4570" y="575"/>
                      <a:pt x="4597" y="575"/>
                    </a:cubicBezTo>
                    <a:cubicBezTo>
                      <a:pt x="4597" y="602"/>
                      <a:pt x="4597" y="629"/>
                      <a:pt x="4597" y="657"/>
                    </a:cubicBezTo>
                    <a:cubicBezTo>
                      <a:pt x="5627" y="657"/>
                      <a:pt x="6656" y="657"/>
                      <a:pt x="7717" y="657"/>
                    </a:cubicBezTo>
                    <a:cubicBezTo>
                      <a:pt x="7717" y="684"/>
                      <a:pt x="7717" y="711"/>
                      <a:pt x="7717" y="739"/>
                    </a:cubicBezTo>
                    <a:cubicBezTo>
                      <a:pt x="7798" y="739"/>
                      <a:pt x="7880" y="739"/>
                      <a:pt x="7963" y="739"/>
                    </a:cubicBezTo>
                    <a:cubicBezTo>
                      <a:pt x="7963" y="712"/>
                      <a:pt x="7963" y="685"/>
                      <a:pt x="7963" y="657"/>
                    </a:cubicBezTo>
                    <a:cubicBezTo>
                      <a:pt x="8289" y="657"/>
                      <a:pt x="8614" y="657"/>
                      <a:pt x="8949" y="657"/>
                    </a:cubicBezTo>
                    <a:cubicBezTo>
                      <a:pt x="8949" y="684"/>
                      <a:pt x="8949" y="711"/>
                      <a:pt x="8949" y="739"/>
                    </a:cubicBezTo>
                    <a:cubicBezTo>
                      <a:pt x="9111" y="739"/>
                      <a:pt x="9274" y="739"/>
                      <a:pt x="9441" y="739"/>
                    </a:cubicBezTo>
                    <a:cubicBezTo>
                      <a:pt x="9441" y="712"/>
                      <a:pt x="9441" y="685"/>
                      <a:pt x="9441" y="657"/>
                    </a:cubicBezTo>
                    <a:cubicBezTo>
                      <a:pt x="9522" y="657"/>
                      <a:pt x="9604" y="657"/>
                      <a:pt x="9688" y="657"/>
                    </a:cubicBezTo>
                    <a:cubicBezTo>
                      <a:pt x="9688" y="684"/>
                      <a:pt x="9688" y="711"/>
                      <a:pt x="9688" y="739"/>
                    </a:cubicBezTo>
                    <a:cubicBezTo>
                      <a:pt x="10202" y="739"/>
                      <a:pt x="10717" y="739"/>
                      <a:pt x="11247" y="739"/>
                    </a:cubicBezTo>
                    <a:cubicBezTo>
                      <a:pt x="11247" y="712"/>
                      <a:pt x="11247" y="685"/>
                      <a:pt x="11247" y="657"/>
                    </a:cubicBezTo>
                    <a:cubicBezTo>
                      <a:pt x="11762" y="657"/>
                      <a:pt x="12277" y="657"/>
                      <a:pt x="12807" y="657"/>
                    </a:cubicBezTo>
                    <a:cubicBezTo>
                      <a:pt x="12807" y="684"/>
                      <a:pt x="12807" y="711"/>
                      <a:pt x="12807" y="739"/>
                    </a:cubicBezTo>
                    <a:cubicBezTo>
                      <a:pt x="13078" y="739"/>
                      <a:pt x="13349" y="739"/>
                      <a:pt x="13628" y="739"/>
                    </a:cubicBezTo>
                    <a:cubicBezTo>
                      <a:pt x="13628" y="712"/>
                      <a:pt x="13628" y="685"/>
                      <a:pt x="13628" y="657"/>
                    </a:cubicBezTo>
                    <a:cubicBezTo>
                      <a:pt x="13682" y="657"/>
                      <a:pt x="13737" y="657"/>
                      <a:pt x="13792" y="657"/>
                    </a:cubicBezTo>
                    <a:cubicBezTo>
                      <a:pt x="13792" y="684"/>
                      <a:pt x="13792" y="711"/>
                      <a:pt x="13792" y="739"/>
                    </a:cubicBezTo>
                    <a:cubicBezTo>
                      <a:pt x="14117" y="739"/>
                      <a:pt x="14443" y="739"/>
                      <a:pt x="14778" y="739"/>
                    </a:cubicBezTo>
                    <a:cubicBezTo>
                      <a:pt x="14778" y="766"/>
                      <a:pt x="14778" y="793"/>
                      <a:pt x="14778" y="821"/>
                    </a:cubicBezTo>
                    <a:cubicBezTo>
                      <a:pt x="14805" y="821"/>
                      <a:pt x="14832" y="821"/>
                      <a:pt x="14860" y="821"/>
                    </a:cubicBezTo>
                    <a:cubicBezTo>
                      <a:pt x="14860" y="902"/>
                      <a:pt x="14860" y="984"/>
                      <a:pt x="14860" y="1067"/>
                    </a:cubicBezTo>
                    <a:cubicBezTo>
                      <a:pt x="14833" y="1067"/>
                      <a:pt x="14805" y="1067"/>
                      <a:pt x="14778" y="1067"/>
                    </a:cubicBezTo>
                    <a:cubicBezTo>
                      <a:pt x="14778" y="1094"/>
                      <a:pt x="14778" y="1121"/>
                      <a:pt x="14778" y="1149"/>
                    </a:cubicBezTo>
                    <a:cubicBezTo>
                      <a:pt x="11418" y="1149"/>
                      <a:pt x="8059" y="1149"/>
                      <a:pt x="4597" y="1149"/>
                    </a:cubicBezTo>
                    <a:cubicBezTo>
                      <a:pt x="4597" y="1176"/>
                      <a:pt x="4597" y="1204"/>
                      <a:pt x="4597" y="1231"/>
                    </a:cubicBezTo>
                    <a:cubicBezTo>
                      <a:pt x="4570" y="1231"/>
                      <a:pt x="4543" y="1231"/>
                      <a:pt x="4515" y="1231"/>
                    </a:cubicBezTo>
                    <a:cubicBezTo>
                      <a:pt x="4515" y="1286"/>
                      <a:pt x="4515" y="1340"/>
                      <a:pt x="4515" y="1396"/>
                    </a:cubicBezTo>
                    <a:cubicBezTo>
                      <a:pt x="4488" y="1396"/>
                      <a:pt x="4461" y="1396"/>
                      <a:pt x="4433" y="1396"/>
                    </a:cubicBezTo>
                    <a:cubicBezTo>
                      <a:pt x="4433" y="1450"/>
                      <a:pt x="4433" y="1504"/>
                      <a:pt x="4433" y="1560"/>
                    </a:cubicBezTo>
                    <a:cubicBezTo>
                      <a:pt x="4406" y="1560"/>
                      <a:pt x="4379" y="1560"/>
                      <a:pt x="4351" y="1560"/>
                    </a:cubicBezTo>
                    <a:cubicBezTo>
                      <a:pt x="4351" y="1587"/>
                      <a:pt x="4351" y="1614"/>
                      <a:pt x="4351" y="1642"/>
                    </a:cubicBezTo>
                    <a:cubicBezTo>
                      <a:pt x="4324" y="1642"/>
                      <a:pt x="4297" y="1642"/>
                      <a:pt x="4269" y="1642"/>
                    </a:cubicBezTo>
                    <a:cubicBezTo>
                      <a:pt x="4269" y="1669"/>
                      <a:pt x="4269" y="1696"/>
                      <a:pt x="4269" y="1724"/>
                    </a:cubicBezTo>
                    <a:cubicBezTo>
                      <a:pt x="4215" y="1724"/>
                      <a:pt x="4161" y="1724"/>
                      <a:pt x="4105" y="1724"/>
                    </a:cubicBezTo>
                    <a:cubicBezTo>
                      <a:pt x="4105" y="1751"/>
                      <a:pt x="4105" y="1778"/>
                      <a:pt x="4105" y="1806"/>
                    </a:cubicBezTo>
                    <a:cubicBezTo>
                      <a:pt x="4051" y="1806"/>
                      <a:pt x="3997" y="1806"/>
                      <a:pt x="3941" y="1806"/>
                    </a:cubicBezTo>
                    <a:cubicBezTo>
                      <a:pt x="3941" y="1833"/>
                      <a:pt x="3941" y="1860"/>
                      <a:pt x="3941" y="1888"/>
                    </a:cubicBezTo>
                    <a:cubicBezTo>
                      <a:pt x="3724" y="1888"/>
                      <a:pt x="3507" y="1888"/>
                      <a:pt x="3284" y="1888"/>
                    </a:cubicBezTo>
                    <a:cubicBezTo>
                      <a:pt x="3284" y="1861"/>
                      <a:pt x="3284" y="1834"/>
                      <a:pt x="3284" y="1806"/>
                    </a:cubicBezTo>
                    <a:cubicBezTo>
                      <a:pt x="3230" y="1806"/>
                      <a:pt x="3176" y="1806"/>
                      <a:pt x="3120" y="1806"/>
                    </a:cubicBezTo>
                    <a:cubicBezTo>
                      <a:pt x="3120" y="1779"/>
                      <a:pt x="3120" y="1752"/>
                      <a:pt x="3120" y="1724"/>
                    </a:cubicBezTo>
                    <a:cubicBezTo>
                      <a:pt x="3093" y="1724"/>
                      <a:pt x="3066" y="1724"/>
                      <a:pt x="3038" y="1724"/>
                    </a:cubicBezTo>
                    <a:cubicBezTo>
                      <a:pt x="3038" y="1697"/>
                      <a:pt x="3038" y="1670"/>
                      <a:pt x="3038" y="1642"/>
                    </a:cubicBezTo>
                    <a:cubicBezTo>
                      <a:pt x="3011" y="1642"/>
                      <a:pt x="2983" y="1642"/>
                      <a:pt x="2956" y="1642"/>
                    </a:cubicBezTo>
                    <a:cubicBezTo>
                      <a:pt x="2956" y="1615"/>
                      <a:pt x="2956" y="1588"/>
                      <a:pt x="2956" y="1560"/>
                    </a:cubicBezTo>
                    <a:cubicBezTo>
                      <a:pt x="2928" y="1560"/>
                      <a:pt x="2901" y="1560"/>
                      <a:pt x="2873" y="1560"/>
                    </a:cubicBezTo>
                    <a:cubicBezTo>
                      <a:pt x="2873" y="1533"/>
                      <a:pt x="2873" y="1506"/>
                      <a:pt x="2873" y="1478"/>
                    </a:cubicBezTo>
                    <a:cubicBezTo>
                      <a:pt x="2846" y="1478"/>
                      <a:pt x="2819" y="1478"/>
                      <a:pt x="2791" y="1478"/>
                    </a:cubicBezTo>
                    <a:cubicBezTo>
                      <a:pt x="2791" y="1451"/>
                      <a:pt x="2791" y="1424"/>
                      <a:pt x="2791" y="1396"/>
                    </a:cubicBezTo>
                    <a:cubicBezTo>
                      <a:pt x="2764" y="1396"/>
                      <a:pt x="2737" y="1396"/>
                      <a:pt x="2709" y="1396"/>
                    </a:cubicBezTo>
                    <a:cubicBezTo>
                      <a:pt x="2709" y="1341"/>
                      <a:pt x="2709" y="1287"/>
                      <a:pt x="2709" y="1231"/>
                    </a:cubicBezTo>
                    <a:cubicBezTo>
                      <a:pt x="2682" y="1231"/>
                      <a:pt x="2655" y="1231"/>
                      <a:pt x="2627" y="1231"/>
                    </a:cubicBezTo>
                    <a:cubicBezTo>
                      <a:pt x="2627" y="1204"/>
                      <a:pt x="2627" y="1177"/>
                      <a:pt x="2627" y="1149"/>
                    </a:cubicBezTo>
                    <a:cubicBezTo>
                      <a:pt x="1787" y="1149"/>
                      <a:pt x="947" y="1149"/>
                      <a:pt x="82" y="1149"/>
                    </a:cubicBezTo>
                    <a:cubicBezTo>
                      <a:pt x="82" y="1122"/>
                      <a:pt x="82" y="1095"/>
                      <a:pt x="82" y="1067"/>
                    </a:cubicBezTo>
                    <a:cubicBezTo>
                      <a:pt x="55" y="1067"/>
                      <a:pt x="28" y="1067"/>
                      <a:pt x="0" y="1067"/>
                    </a:cubicBezTo>
                    <a:cubicBezTo>
                      <a:pt x="0" y="986"/>
                      <a:pt x="0" y="905"/>
                      <a:pt x="0" y="821"/>
                    </a:cubicBezTo>
                    <a:cubicBezTo>
                      <a:pt x="27" y="821"/>
                      <a:pt x="54" y="821"/>
                      <a:pt x="82" y="821"/>
                    </a:cubicBezTo>
                    <a:cubicBezTo>
                      <a:pt x="82" y="794"/>
                      <a:pt x="82" y="767"/>
                      <a:pt x="82" y="739"/>
                    </a:cubicBezTo>
                    <a:cubicBezTo>
                      <a:pt x="461" y="739"/>
                      <a:pt x="841" y="739"/>
                      <a:pt x="1231" y="739"/>
                    </a:cubicBezTo>
                    <a:cubicBezTo>
                      <a:pt x="1231" y="712"/>
                      <a:pt x="1231" y="685"/>
                      <a:pt x="1231" y="657"/>
                    </a:cubicBezTo>
                    <a:cubicBezTo>
                      <a:pt x="1719" y="657"/>
                      <a:pt x="2207" y="657"/>
                      <a:pt x="2709" y="657"/>
                    </a:cubicBezTo>
                    <a:cubicBezTo>
                      <a:pt x="2709" y="603"/>
                      <a:pt x="2709" y="548"/>
                      <a:pt x="2709" y="493"/>
                    </a:cubicBezTo>
                    <a:cubicBezTo>
                      <a:pt x="2736" y="493"/>
                      <a:pt x="2763" y="493"/>
                      <a:pt x="2791" y="493"/>
                    </a:cubicBezTo>
                    <a:cubicBezTo>
                      <a:pt x="2791" y="465"/>
                      <a:pt x="2791" y="438"/>
                      <a:pt x="2791" y="410"/>
                    </a:cubicBezTo>
                    <a:cubicBezTo>
                      <a:pt x="2818" y="410"/>
                      <a:pt x="2845" y="410"/>
                      <a:pt x="2873" y="410"/>
                    </a:cubicBezTo>
                    <a:cubicBezTo>
                      <a:pt x="2873" y="383"/>
                      <a:pt x="2873" y="356"/>
                      <a:pt x="2873" y="328"/>
                    </a:cubicBezTo>
                    <a:cubicBezTo>
                      <a:pt x="2901" y="328"/>
                      <a:pt x="2928" y="328"/>
                      <a:pt x="2956" y="328"/>
                    </a:cubicBezTo>
                    <a:cubicBezTo>
                      <a:pt x="2956" y="301"/>
                      <a:pt x="2956" y="274"/>
                      <a:pt x="2956" y="246"/>
                    </a:cubicBezTo>
                    <a:cubicBezTo>
                      <a:pt x="2983" y="246"/>
                      <a:pt x="3010" y="246"/>
                      <a:pt x="3038" y="246"/>
                    </a:cubicBezTo>
                    <a:cubicBezTo>
                      <a:pt x="3038" y="219"/>
                      <a:pt x="3038" y="192"/>
                      <a:pt x="3038" y="164"/>
                    </a:cubicBezTo>
                    <a:cubicBezTo>
                      <a:pt x="3065" y="164"/>
                      <a:pt x="3092" y="164"/>
                      <a:pt x="3120" y="164"/>
                    </a:cubicBezTo>
                    <a:cubicBezTo>
                      <a:pt x="3120" y="137"/>
                      <a:pt x="3120" y="110"/>
                      <a:pt x="3120" y="82"/>
                    </a:cubicBezTo>
                    <a:cubicBezTo>
                      <a:pt x="3201" y="82"/>
                      <a:pt x="3282" y="82"/>
                      <a:pt x="3366" y="82"/>
                    </a:cubicBezTo>
                    <a:cubicBezTo>
                      <a:pt x="3366" y="55"/>
                      <a:pt x="3366" y="28"/>
                      <a:pt x="3366" y="0"/>
                    </a:cubicBezTo>
                    <a:close/>
                    <a:moveTo>
                      <a:pt x="3366" y="493"/>
                    </a:moveTo>
                    <a:cubicBezTo>
                      <a:pt x="3366" y="520"/>
                      <a:pt x="3366" y="547"/>
                      <a:pt x="3366" y="575"/>
                    </a:cubicBezTo>
                    <a:cubicBezTo>
                      <a:pt x="3339" y="575"/>
                      <a:pt x="3312" y="575"/>
                      <a:pt x="3284" y="575"/>
                    </a:cubicBezTo>
                    <a:cubicBezTo>
                      <a:pt x="3284" y="602"/>
                      <a:pt x="3284" y="629"/>
                      <a:pt x="3284" y="657"/>
                    </a:cubicBezTo>
                    <a:cubicBezTo>
                      <a:pt x="3257" y="657"/>
                      <a:pt x="3230" y="657"/>
                      <a:pt x="3202" y="657"/>
                    </a:cubicBezTo>
                    <a:cubicBezTo>
                      <a:pt x="3202" y="738"/>
                      <a:pt x="3202" y="819"/>
                      <a:pt x="3202" y="903"/>
                    </a:cubicBezTo>
                    <a:cubicBezTo>
                      <a:pt x="3175" y="903"/>
                      <a:pt x="3148" y="903"/>
                      <a:pt x="3120" y="903"/>
                    </a:cubicBezTo>
                    <a:cubicBezTo>
                      <a:pt x="3120" y="957"/>
                      <a:pt x="3120" y="1011"/>
                      <a:pt x="3120" y="1067"/>
                    </a:cubicBezTo>
                    <a:cubicBezTo>
                      <a:pt x="3147" y="1067"/>
                      <a:pt x="3174" y="1067"/>
                      <a:pt x="3202" y="1067"/>
                    </a:cubicBezTo>
                    <a:cubicBezTo>
                      <a:pt x="3202" y="1121"/>
                      <a:pt x="3202" y="1176"/>
                      <a:pt x="3202" y="1231"/>
                    </a:cubicBezTo>
                    <a:cubicBezTo>
                      <a:pt x="3229" y="1231"/>
                      <a:pt x="3256" y="1231"/>
                      <a:pt x="3284" y="1231"/>
                    </a:cubicBezTo>
                    <a:cubicBezTo>
                      <a:pt x="3284" y="1259"/>
                      <a:pt x="3284" y="1286"/>
                      <a:pt x="3284" y="1314"/>
                    </a:cubicBezTo>
                    <a:cubicBezTo>
                      <a:pt x="3311" y="1314"/>
                      <a:pt x="3338" y="1314"/>
                      <a:pt x="3366" y="1314"/>
                    </a:cubicBezTo>
                    <a:cubicBezTo>
                      <a:pt x="3366" y="1341"/>
                      <a:pt x="3366" y="1368"/>
                      <a:pt x="3366" y="1396"/>
                    </a:cubicBezTo>
                    <a:cubicBezTo>
                      <a:pt x="3529" y="1396"/>
                      <a:pt x="3691" y="1396"/>
                      <a:pt x="3859" y="1396"/>
                    </a:cubicBezTo>
                    <a:cubicBezTo>
                      <a:pt x="3859" y="1369"/>
                      <a:pt x="3859" y="1341"/>
                      <a:pt x="3859" y="1314"/>
                    </a:cubicBezTo>
                    <a:cubicBezTo>
                      <a:pt x="3886" y="1314"/>
                      <a:pt x="3913" y="1314"/>
                      <a:pt x="3941" y="1314"/>
                    </a:cubicBezTo>
                    <a:cubicBezTo>
                      <a:pt x="3941" y="1286"/>
                      <a:pt x="3941" y="1259"/>
                      <a:pt x="3941" y="1231"/>
                    </a:cubicBezTo>
                    <a:cubicBezTo>
                      <a:pt x="3968" y="1231"/>
                      <a:pt x="3995" y="1231"/>
                      <a:pt x="4023" y="1231"/>
                    </a:cubicBezTo>
                    <a:cubicBezTo>
                      <a:pt x="4023" y="1204"/>
                      <a:pt x="4023" y="1177"/>
                      <a:pt x="4023" y="1149"/>
                    </a:cubicBezTo>
                    <a:cubicBezTo>
                      <a:pt x="4050" y="1149"/>
                      <a:pt x="4077" y="1149"/>
                      <a:pt x="4105" y="1149"/>
                    </a:cubicBezTo>
                    <a:cubicBezTo>
                      <a:pt x="4105" y="1014"/>
                      <a:pt x="4105" y="878"/>
                      <a:pt x="4105" y="739"/>
                    </a:cubicBezTo>
                    <a:cubicBezTo>
                      <a:pt x="4078" y="739"/>
                      <a:pt x="4051" y="739"/>
                      <a:pt x="4023" y="739"/>
                    </a:cubicBezTo>
                    <a:cubicBezTo>
                      <a:pt x="4023" y="712"/>
                      <a:pt x="4023" y="685"/>
                      <a:pt x="4023" y="657"/>
                    </a:cubicBezTo>
                    <a:cubicBezTo>
                      <a:pt x="3996" y="657"/>
                      <a:pt x="3969" y="657"/>
                      <a:pt x="3941" y="657"/>
                    </a:cubicBezTo>
                    <a:cubicBezTo>
                      <a:pt x="3941" y="630"/>
                      <a:pt x="3941" y="603"/>
                      <a:pt x="3941" y="575"/>
                    </a:cubicBezTo>
                    <a:cubicBezTo>
                      <a:pt x="3914" y="575"/>
                      <a:pt x="3886" y="575"/>
                      <a:pt x="3859" y="575"/>
                    </a:cubicBezTo>
                    <a:cubicBezTo>
                      <a:pt x="3859" y="548"/>
                      <a:pt x="3859" y="520"/>
                      <a:pt x="3859" y="493"/>
                    </a:cubicBezTo>
                    <a:cubicBezTo>
                      <a:pt x="3696" y="493"/>
                      <a:pt x="3533" y="493"/>
                      <a:pt x="3366" y="493"/>
                    </a:cubicBezTo>
                    <a:close/>
                  </a:path>
                </a:pathLst>
              </a:custGeom>
              <a:solidFill>
                <a:srgbClr val="251047"/>
              </a:solidFill>
              <a:ln w="521" cap="flat">
                <a:noFill/>
              </a:ln>
            </p:spPr>
          </p:sp>
          <p:sp>
            <p:nvSpPr>
              <p:cNvPr id="452" name="ICON_TASK_VIDEO_path_006"/>
              <p:cNvSpPr/>
              <p:nvPr/>
            </p:nvSpPr>
            <p:spPr>
              <a:xfrm>
                <a:off x="3045545" y="1156773"/>
                <a:ext cx="65686" cy="71942"/>
              </a:xfrm>
              <a:custGeom>
                <a:avLst/>
                <a:gdLst/>
                <a:ahLst/>
                <a:cxnLst/>
                <a:rect l="0" t="0" r="r" b="b"/>
                <a:pathLst>
                  <a:path w="5172" h="5665" fill="norm" stroke="0">
                    <a:moveTo>
                      <a:pt x="575" y="0"/>
                    </a:moveTo>
                    <a:cubicBezTo>
                      <a:pt x="764" y="0"/>
                      <a:pt x="954" y="0"/>
                      <a:pt x="1149" y="0"/>
                    </a:cubicBezTo>
                    <a:cubicBezTo>
                      <a:pt x="1149" y="27"/>
                      <a:pt x="1149" y="54"/>
                      <a:pt x="1149" y="82"/>
                    </a:cubicBezTo>
                    <a:cubicBezTo>
                      <a:pt x="1204" y="82"/>
                      <a:pt x="1258" y="82"/>
                      <a:pt x="1314" y="82"/>
                    </a:cubicBezTo>
                    <a:cubicBezTo>
                      <a:pt x="1314" y="109"/>
                      <a:pt x="1314" y="136"/>
                      <a:pt x="1314" y="164"/>
                    </a:cubicBezTo>
                    <a:cubicBezTo>
                      <a:pt x="1368" y="164"/>
                      <a:pt x="1422" y="164"/>
                      <a:pt x="1478" y="164"/>
                    </a:cubicBezTo>
                    <a:cubicBezTo>
                      <a:pt x="1478" y="191"/>
                      <a:pt x="1478" y="218"/>
                      <a:pt x="1478" y="246"/>
                    </a:cubicBezTo>
                    <a:cubicBezTo>
                      <a:pt x="1532" y="246"/>
                      <a:pt x="1586" y="246"/>
                      <a:pt x="1642" y="246"/>
                    </a:cubicBezTo>
                    <a:cubicBezTo>
                      <a:pt x="1642" y="273"/>
                      <a:pt x="1642" y="300"/>
                      <a:pt x="1642" y="328"/>
                    </a:cubicBezTo>
                    <a:cubicBezTo>
                      <a:pt x="1669" y="328"/>
                      <a:pt x="1696" y="328"/>
                      <a:pt x="1724" y="328"/>
                    </a:cubicBezTo>
                    <a:cubicBezTo>
                      <a:pt x="1724" y="355"/>
                      <a:pt x="1724" y="383"/>
                      <a:pt x="1724" y="410"/>
                    </a:cubicBezTo>
                    <a:cubicBezTo>
                      <a:pt x="1778" y="410"/>
                      <a:pt x="1832" y="410"/>
                      <a:pt x="1888" y="410"/>
                    </a:cubicBezTo>
                    <a:cubicBezTo>
                      <a:pt x="1888" y="438"/>
                      <a:pt x="1888" y="465"/>
                      <a:pt x="1888" y="493"/>
                    </a:cubicBezTo>
                    <a:cubicBezTo>
                      <a:pt x="1942" y="493"/>
                      <a:pt x="1997" y="493"/>
                      <a:pt x="2052" y="493"/>
                    </a:cubicBezTo>
                    <a:cubicBezTo>
                      <a:pt x="2052" y="520"/>
                      <a:pt x="2052" y="547"/>
                      <a:pt x="2052" y="575"/>
                    </a:cubicBezTo>
                    <a:cubicBezTo>
                      <a:pt x="2080" y="575"/>
                      <a:pt x="2107" y="575"/>
                      <a:pt x="2135" y="575"/>
                    </a:cubicBezTo>
                    <a:cubicBezTo>
                      <a:pt x="2135" y="602"/>
                      <a:pt x="2135" y="629"/>
                      <a:pt x="2135" y="657"/>
                    </a:cubicBezTo>
                    <a:cubicBezTo>
                      <a:pt x="2189" y="657"/>
                      <a:pt x="2243" y="657"/>
                      <a:pt x="2299" y="657"/>
                    </a:cubicBezTo>
                    <a:cubicBezTo>
                      <a:pt x="2299" y="684"/>
                      <a:pt x="2299" y="711"/>
                      <a:pt x="2299" y="739"/>
                    </a:cubicBezTo>
                    <a:cubicBezTo>
                      <a:pt x="2353" y="739"/>
                      <a:pt x="2407" y="739"/>
                      <a:pt x="2463" y="739"/>
                    </a:cubicBezTo>
                    <a:cubicBezTo>
                      <a:pt x="2463" y="766"/>
                      <a:pt x="2463" y="793"/>
                      <a:pt x="2463" y="821"/>
                    </a:cubicBezTo>
                    <a:cubicBezTo>
                      <a:pt x="2517" y="821"/>
                      <a:pt x="2571" y="821"/>
                      <a:pt x="2627" y="821"/>
                    </a:cubicBezTo>
                    <a:cubicBezTo>
                      <a:pt x="2627" y="848"/>
                      <a:pt x="2627" y="875"/>
                      <a:pt x="2627" y="903"/>
                    </a:cubicBezTo>
                    <a:cubicBezTo>
                      <a:pt x="2654" y="903"/>
                      <a:pt x="2681" y="903"/>
                      <a:pt x="2709" y="903"/>
                    </a:cubicBezTo>
                    <a:cubicBezTo>
                      <a:pt x="2709" y="930"/>
                      <a:pt x="2709" y="957"/>
                      <a:pt x="2709" y="985"/>
                    </a:cubicBezTo>
                    <a:cubicBezTo>
                      <a:pt x="2763" y="985"/>
                      <a:pt x="2818" y="985"/>
                      <a:pt x="2873" y="985"/>
                    </a:cubicBezTo>
                    <a:cubicBezTo>
                      <a:pt x="2873" y="1012"/>
                      <a:pt x="2873" y="1039"/>
                      <a:pt x="2873" y="1067"/>
                    </a:cubicBezTo>
                    <a:cubicBezTo>
                      <a:pt x="2928" y="1067"/>
                      <a:pt x="2982" y="1067"/>
                      <a:pt x="3038" y="1067"/>
                    </a:cubicBezTo>
                    <a:cubicBezTo>
                      <a:pt x="3038" y="1094"/>
                      <a:pt x="3038" y="1121"/>
                      <a:pt x="3038" y="1149"/>
                    </a:cubicBezTo>
                    <a:cubicBezTo>
                      <a:pt x="3065" y="1149"/>
                      <a:pt x="3092" y="1149"/>
                      <a:pt x="3120" y="1149"/>
                    </a:cubicBezTo>
                    <a:cubicBezTo>
                      <a:pt x="3120" y="1176"/>
                      <a:pt x="3120" y="1204"/>
                      <a:pt x="3120" y="1231"/>
                    </a:cubicBezTo>
                    <a:cubicBezTo>
                      <a:pt x="3174" y="1231"/>
                      <a:pt x="3228" y="1231"/>
                      <a:pt x="3284" y="1231"/>
                    </a:cubicBezTo>
                    <a:cubicBezTo>
                      <a:pt x="3284" y="1259"/>
                      <a:pt x="3284" y="1286"/>
                      <a:pt x="3284" y="1314"/>
                    </a:cubicBezTo>
                    <a:cubicBezTo>
                      <a:pt x="3338" y="1314"/>
                      <a:pt x="3392" y="1314"/>
                      <a:pt x="3448" y="1314"/>
                    </a:cubicBezTo>
                    <a:cubicBezTo>
                      <a:pt x="3448" y="1341"/>
                      <a:pt x="3448" y="1368"/>
                      <a:pt x="3448" y="1396"/>
                    </a:cubicBezTo>
                    <a:cubicBezTo>
                      <a:pt x="3475" y="1396"/>
                      <a:pt x="3502" y="1396"/>
                      <a:pt x="3530" y="1396"/>
                    </a:cubicBezTo>
                    <a:cubicBezTo>
                      <a:pt x="3530" y="1423"/>
                      <a:pt x="3530" y="1450"/>
                      <a:pt x="3530" y="1478"/>
                    </a:cubicBezTo>
                    <a:cubicBezTo>
                      <a:pt x="3584" y="1478"/>
                      <a:pt x="3639" y="1478"/>
                      <a:pt x="3694" y="1478"/>
                    </a:cubicBezTo>
                    <a:cubicBezTo>
                      <a:pt x="3694" y="1505"/>
                      <a:pt x="3694" y="1532"/>
                      <a:pt x="3694" y="1560"/>
                    </a:cubicBezTo>
                    <a:cubicBezTo>
                      <a:pt x="3749" y="1560"/>
                      <a:pt x="3803" y="1560"/>
                      <a:pt x="3859" y="1560"/>
                    </a:cubicBezTo>
                    <a:cubicBezTo>
                      <a:pt x="3859" y="1587"/>
                      <a:pt x="3859" y="1614"/>
                      <a:pt x="3859" y="1642"/>
                    </a:cubicBezTo>
                    <a:cubicBezTo>
                      <a:pt x="3913" y="1642"/>
                      <a:pt x="3967" y="1642"/>
                      <a:pt x="4023" y="1642"/>
                    </a:cubicBezTo>
                    <a:cubicBezTo>
                      <a:pt x="4023" y="1669"/>
                      <a:pt x="4023" y="1696"/>
                      <a:pt x="4023" y="1724"/>
                    </a:cubicBezTo>
                    <a:cubicBezTo>
                      <a:pt x="4050" y="1724"/>
                      <a:pt x="4077" y="1724"/>
                      <a:pt x="4105" y="1724"/>
                    </a:cubicBezTo>
                    <a:cubicBezTo>
                      <a:pt x="4105" y="1751"/>
                      <a:pt x="4105" y="1778"/>
                      <a:pt x="4105" y="1806"/>
                    </a:cubicBezTo>
                    <a:cubicBezTo>
                      <a:pt x="4159" y="1806"/>
                      <a:pt x="4213" y="1806"/>
                      <a:pt x="4269" y="1806"/>
                    </a:cubicBezTo>
                    <a:cubicBezTo>
                      <a:pt x="4269" y="1833"/>
                      <a:pt x="4269" y="1860"/>
                      <a:pt x="4269" y="1888"/>
                    </a:cubicBezTo>
                    <a:cubicBezTo>
                      <a:pt x="4296" y="1888"/>
                      <a:pt x="4323" y="1888"/>
                      <a:pt x="4351" y="1888"/>
                    </a:cubicBezTo>
                    <a:cubicBezTo>
                      <a:pt x="4351" y="1915"/>
                      <a:pt x="4351" y="1942"/>
                      <a:pt x="4351" y="1970"/>
                    </a:cubicBezTo>
                    <a:cubicBezTo>
                      <a:pt x="4405" y="1970"/>
                      <a:pt x="4460" y="1970"/>
                      <a:pt x="4515" y="1970"/>
                    </a:cubicBezTo>
                    <a:cubicBezTo>
                      <a:pt x="4515" y="1997"/>
                      <a:pt x="4515" y="2025"/>
                      <a:pt x="4515" y="2052"/>
                    </a:cubicBezTo>
                    <a:cubicBezTo>
                      <a:pt x="4570" y="2052"/>
                      <a:pt x="4624" y="2052"/>
                      <a:pt x="4680" y="2052"/>
                    </a:cubicBezTo>
                    <a:cubicBezTo>
                      <a:pt x="4680" y="2080"/>
                      <a:pt x="4680" y="2107"/>
                      <a:pt x="4680" y="2135"/>
                    </a:cubicBezTo>
                    <a:cubicBezTo>
                      <a:pt x="4707" y="2135"/>
                      <a:pt x="4734" y="2135"/>
                      <a:pt x="4762" y="2135"/>
                    </a:cubicBezTo>
                    <a:cubicBezTo>
                      <a:pt x="4762" y="2162"/>
                      <a:pt x="4762" y="2189"/>
                      <a:pt x="4762" y="2217"/>
                    </a:cubicBezTo>
                    <a:cubicBezTo>
                      <a:pt x="4789" y="2217"/>
                      <a:pt x="4816" y="2217"/>
                      <a:pt x="4844" y="2217"/>
                    </a:cubicBezTo>
                    <a:cubicBezTo>
                      <a:pt x="4844" y="2244"/>
                      <a:pt x="4844" y="2271"/>
                      <a:pt x="4844" y="2299"/>
                    </a:cubicBezTo>
                    <a:cubicBezTo>
                      <a:pt x="4871" y="2299"/>
                      <a:pt x="4898" y="2299"/>
                      <a:pt x="4926" y="2299"/>
                    </a:cubicBezTo>
                    <a:cubicBezTo>
                      <a:pt x="4926" y="2326"/>
                      <a:pt x="4926" y="2353"/>
                      <a:pt x="4926" y="2381"/>
                    </a:cubicBezTo>
                    <a:cubicBezTo>
                      <a:pt x="4953" y="2381"/>
                      <a:pt x="4980" y="2381"/>
                      <a:pt x="5008" y="2381"/>
                    </a:cubicBezTo>
                    <a:cubicBezTo>
                      <a:pt x="5008" y="2408"/>
                      <a:pt x="5008" y="2435"/>
                      <a:pt x="5008" y="2463"/>
                    </a:cubicBezTo>
                    <a:cubicBezTo>
                      <a:pt x="5035" y="2463"/>
                      <a:pt x="5062" y="2463"/>
                      <a:pt x="5090" y="2463"/>
                    </a:cubicBezTo>
                    <a:cubicBezTo>
                      <a:pt x="5090" y="2544"/>
                      <a:pt x="5090" y="2625"/>
                      <a:pt x="5090" y="2709"/>
                    </a:cubicBezTo>
                    <a:cubicBezTo>
                      <a:pt x="5117" y="2709"/>
                      <a:pt x="5144" y="2709"/>
                      <a:pt x="5172" y="2709"/>
                    </a:cubicBezTo>
                    <a:cubicBezTo>
                      <a:pt x="5172" y="2818"/>
                      <a:pt x="5172" y="2926"/>
                      <a:pt x="5172" y="3038"/>
                    </a:cubicBezTo>
                    <a:cubicBezTo>
                      <a:pt x="5145" y="3038"/>
                      <a:pt x="5118" y="3038"/>
                      <a:pt x="5090" y="3038"/>
                    </a:cubicBezTo>
                    <a:cubicBezTo>
                      <a:pt x="5090" y="3119"/>
                      <a:pt x="5090" y="3200"/>
                      <a:pt x="5090" y="3284"/>
                    </a:cubicBezTo>
                    <a:cubicBezTo>
                      <a:pt x="5063" y="3284"/>
                      <a:pt x="5036" y="3284"/>
                      <a:pt x="5008" y="3284"/>
                    </a:cubicBezTo>
                    <a:cubicBezTo>
                      <a:pt x="5008" y="3311"/>
                      <a:pt x="5008" y="3338"/>
                      <a:pt x="5008" y="3366"/>
                    </a:cubicBezTo>
                    <a:cubicBezTo>
                      <a:pt x="4981" y="3366"/>
                      <a:pt x="4954" y="3366"/>
                      <a:pt x="4926" y="3366"/>
                    </a:cubicBezTo>
                    <a:cubicBezTo>
                      <a:pt x="4926" y="3393"/>
                      <a:pt x="4926" y="3420"/>
                      <a:pt x="4926" y="3448"/>
                    </a:cubicBezTo>
                    <a:cubicBezTo>
                      <a:pt x="4899" y="3448"/>
                      <a:pt x="4872" y="3448"/>
                      <a:pt x="4844" y="3448"/>
                    </a:cubicBezTo>
                    <a:cubicBezTo>
                      <a:pt x="4844" y="3475"/>
                      <a:pt x="4844" y="3502"/>
                      <a:pt x="4844" y="3530"/>
                    </a:cubicBezTo>
                    <a:cubicBezTo>
                      <a:pt x="4817" y="3530"/>
                      <a:pt x="4790" y="3530"/>
                      <a:pt x="4762" y="3530"/>
                    </a:cubicBezTo>
                    <a:cubicBezTo>
                      <a:pt x="4762" y="3557"/>
                      <a:pt x="4762" y="3584"/>
                      <a:pt x="4762" y="3612"/>
                    </a:cubicBezTo>
                    <a:cubicBezTo>
                      <a:pt x="4735" y="3612"/>
                      <a:pt x="4707" y="3612"/>
                      <a:pt x="4680" y="3612"/>
                    </a:cubicBezTo>
                    <a:cubicBezTo>
                      <a:pt x="4680" y="3639"/>
                      <a:pt x="4680" y="3666"/>
                      <a:pt x="4680" y="3694"/>
                    </a:cubicBezTo>
                    <a:cubicBezTo>
                      <a:pt x="4625" y="3694"/>
                      <a:pt x="4571" y="3694"/>
                      <a:pt x="4515" y="3694"/>
                    </a:cubicBezTo>
                    <a:cubicBezTo>
                      <a:pt x="4515" y="3721"/>
                      <a:pt x="4515" y="3749"/>
                      <a:pt x="4515" y="3776"/>
                    </a:cubicBezTo>
                    <a:cubicBezTo>
                      <a:pt x="4461" y="3776"/>
                      <a:pt x="4407" y="3776"/>
                      <a:pt x="4351" y="3776"/>
                    </a:cubicBezTo>
                    <a:cubicBezTo>
                      <a:pt x="4351" y="3804"/>
                      <a:pt x="4351" y="3831"/>
                      <a:pt x="4351" y="3859"/>
                    </a:cubicBezTo>
                    <a:cubicBezTo>
                      <a:pt x="4324" y="3859"/>
                      <a:pt x="4297" y="3859"/>
                      <a:pt x="4269" y="3859"/>
                    </a:cubicBezTo>
                    <a:cubicBezTo>
                      <a:pt x="4269" y="3886"/>
                      <a:pt x="4269" y="3913"/>
                      <a:pt x="4269" y="3941"/>
                    </a:cubicBezTo>
                    <a:cubicBezTo>
                      <a:pt x="4215" y="3941"/>
                      <a:pt x="4161" y="3941"/>
                      <a:pt x="4105" y="3941"/>
                    </a:cubicBezTo>
                    <a:cubicBezTo>
                      <a:pt x="4105" y="3968"/>
                      <a:pt x="4105" y="3995"/>
                      <a:pt x="4105" y="4023"/>
                    </a:cubicBezTo>
                    <a:cubicBezTo>
                      <a:pt x="4051" y="4023"/>
                      <a:pt x="3997" y="4023"/>
                      <a:pt x="3941" y="4023"/>
                    </a:cubicBezTo>
                    <a:cubicBezTo>
                      <a:pt x="3941" y="4050"/>
                      <a:pt x="3941" y="4077"/>
                      <a:pt x="3941" y="4105"/>
                    </a:cubicBezTo>
                    <a:cubicBezTo>
                      <a:pt x="3886" y="4105"/>
                      <a:pt x="3832" y="4105"/>
                      <a:pt x="3776" y="4105"/>
                    </a:cubicBezTo>
                    <a:cubicBezTo>
                      <a:pt x="3776" y="4132"/>
                      <a:pt x="3776" y="4159"/>
                      <a:pt x="3776" y="4187"/>
                    </a:cubicBezTo>
                    <a:cubicBezTo>
                      <a:pt x="3749" y="4187"/>
                      <a:pt x="3722" y="4187"/>
                      <a:pt x="3694" y="4187"/>
                    </a:cubicBezTo>
                    <a:cubicBezTo>
                      <a:pt x="3694" y="4214"/>
                      <a:pt x="3694" y="4241"/>
                      <a:pt x="3694" y="4269"/>
                    </a:cubicBezTo>
                    <a:cubicBezTo>
                      <a:pt x="3640" y="4269"/>
                      <a:pt x="3586" y="4269"/>
                      <a:pt x="3530" y="4269"/>
                    </a:cubicBezTo>
                    <a:cubicBezTo>
                      <a:pt x="3530" y="4296"/>
                      <a:pt x="3530" y="4323"/>
                      <a:pt x="3530" y="4351"/>
                    </a:cubicBezTo>
                    <a:cubicBezTo>
                      <a:pt x="3476" y="4351"/>
                      <a:pt x="3422" y="4351"/>
                      <a:pt x="3366" y="4351"/>
                    </a:cubicBezTo>
                    <a:cubicBezTo>
                      <a:pt x="3366" y="4378"/>
                      <a:pt x="3366" y="4405"/>
                      <a:pt x="3366" y="4433"/>
                    </a:cubicBezTo>
                    <a:cubicBezTo>
                      <a:pt x="3312" y="4433"/>
                      <a:pt x="3258" y="4433"/>
                      <a:pt x="3202" y="4433"/>
                    </a:cubicBezTo>
                    <a:cubicBezTo>
                      <a:pt x="3202" y="4460"/>
                      <a:pt x="3202" y="4487"/>
                      <a:pt x="3202" y="4515"/>
                    </a:cubicBezTo>
                    <a:cubicBezTo>
                      <a:pt x="3175" y="4515"/>
                      <a:pt x="3148" y="4515"/>
                      <a:pt x="3120" y="4515"/>
                    </a:cubicBezTo>
                    <a:cubicBezTo>
                      <a:pt x="3120" y="4542"/>
                      <a:pt x="3120" y="4570"/>
                      <a:pt x="3120" y="4597"/>
                    </a:cubicBezTo>
                    <a:cubicBezTo>
                      <a:pt x="3066" y="4597"/>
                      <a:pt x="3011" y="4597"/>
                      <a:pt x="2956" y="4597"/>
                    </a:cubicBezTo>
                    <a:cubicBezTo>
                      <a:pt x="2956" y="4625"/>
                      <a:pt x="2956" y="4652"/>
                      <a:pt x="2956" y="4680"/>
                    </a:cubicBezTo>
                    <a:cubicBezTo>
                      <a:pt x="2901" y="4680"/>
                      <a:pt x="2847" y="4680"/>
                      <a:pt x="2791" y="4680"/>
                    </a:cubicBezTo>
                    <a:cubicBezTo>
                      <a:pt x="2791" y="4707"/>
                      <a:pt x="2791" y="4734"/>
                      <a:pt x="2791" y="4762"/>
                    </a:cubicBezTo>
                    <a:cubicBezTo>
                      <a:pt x="2764" y="4762"/>
                      <a:pt x="2737" y="4762"/>
                      <a:pt x="2709" y="4762"/>
                    </a:cubicBezTo>
                    <a:cubicBezTo>
                      <a:pt x="2709" y="4789"/>
                      <a:pt x="2709" y="4816"/>
                      <a:pt x="2709" y="4844"/>
                    </a:cubicBezTo>
                    <a:cubicBezTo>
                      <a:pt x="2655" y="4844"/>
                      <a:pt x="2601" y="4844"/>
                      <a:pt x="2545" y="4844"/>
                    </a:cubicBezTo>
                    <a:cubicBezTo>
                      <a:pt x="2545" y="4871"/>
                      <a:pt x="2545" y="4898"/>
                      <a:pt x="2545" y="4926"/>
                    </a:cubicBezTo>
                    <a:cubicBezTo>
                      <a:pt x="2491" y="4926"/>
                      <a:pt x="2437" y="4926"/>
                      <a:pt x="2381" y="4926"/>
                    </a:cubicBezTo>
                    <a:cubicBezTo>
                      <a:pt x="2381" y="4953"/>
                      <a:pt x="2381" y="4980"/>
                      <a:pt x="2381" y="5008"/>
                    </a:cubicBezTo>
                    <a:cubicBezTo>
                      <a:pt x="2327" y="5008"/>
                      <a:pt x="2272" y="5008"/>
                      <a:pt x="2217" y="5008"/>
                    </a:cubicBezTo>
                    <a:cubicBezTo>
                      <a:pt x="2217" y="5035"/>
                      <a:pt x="2217" y="5062"/>
                      <a:pt x="2217" y="5090"/>
                    </a:cubicBezTo>
                    <a:cubicBezTo>
                      <a:pt x="2190" y="5090"/>
                      <a:pt x="2162" y="5090"/>
                      <a:pt x="2135" y="5090"/>
                    </a:cubicBezTo>
                    <a:cubicBezTo>
                      <a:pt x="2135" y="5117"/>
                      <a:pt x="2135" y="5144"/>
                      <a:pt x="2135" y="5172"/>
                    </a:cubicBezTo>
                    <a:cubicBezTo>
                      <a:pt x="2080" y="5172"/>
                      <a:pt x="2026" y="5172"/>
                      <a:pt x="1970" y="5172"/>
                    </a:cubicBezTo>
                    <a:cubicBezTo>
                      <a:pt x="1970" y="5199"/>
                      <a:pt x="1970" y="5226"/>
                      <a:pt x="1970" y="5254"/>
                    </a:cubicBezTo>
                    <a:cubicBezTo>
                      <a:pt x="1916" y="5254"/>
                      <a:pt x="1862" y="5254"/>
                      <a:pt x="1806" y="5254"/>
                    </a:cubicBezTo>
                    <a:cubicBezTo>
                      <a:pt x="1806" y="5281"/>
                      <a:pt x="1806" y="5308"/>
                      <a:pt x="1806" y="5336"/>
                    </a:cubicBezTo>
                    <a:cubicBezTo>
                      <a:pt x="1752" y="5336"/>
                      <a:pt x="1698" y="5336"/>
                      <a:pt x="1642" y="5336"/>
                    </a:cubicBezTo>
                    <a:cubicBezTo>
                      <a:pt x="1642" y="5363"/>
                      <a:pt x="1642" y="5391"/>
                      <a:pt x="1642" y="5418"/>
                    </a:cubicBezTo>
                    <a:cubicBezTo>
                      <a:pt x="1615" y="5418"/>
                      <a:pt x="1588" y="5418"/>
                      <a:pt x="1560" y="5418"/>
                    </a:cubicBezTo>
                    <a:cubicBezTo>
                      <a:pt x="1560" y="5446"/>
                      <a:pt x="1560" y="5473"/>
                      <a:pt x="1560" y="5501"/>
                    </a:cubicBezTo>
                    <a:cubicBezTo>
                      <a:pt x="1506" y="5501"/>
                      <a:pt x="1451" y="5501"/>
                      <a:pt x="1396" y="5501"/>
                    </a:cubicBezTo>
                    <a:cubicBezTo>
                      <a:pt x="1396" y="5528"/>
                      <a:pt x="1396" y="5555"/>
                      <a:pt x="1396" y="5583"/>
                    </a:cubicBezTo>
                    <a:cubicBezTo>
                      <a:pt x="1341" y="5583"/>
                      <a:pt x="1287" y="5583"/>
                      <a:pt x="1231" y="5583"/>
                    </a:cubicBezTo>
                    <a:cubicBezTo>
                      <a:pt x="1231" y="5610"/>
                      <a:pt x="1231" y="5637"/>
                      <a:pt x="1231" y="5665"/>
                    </a:cubicBezTo>
                    <a:cubicBezTo>
                      <a:pt x="988" y="5665"/>
                      <a:pt x="744" y="5665"/>
                      <a:pt x="493" y="5665"/>
                    </a:cubicBezTo>
                    <a:cubicBezTo>
                      <a:pt x="493" y="5638"/>
                      <a:pt x="493" y="5611"/>
                      <a:pt x="493" y="5583"/>
                    </a:cubicBezTo>
                    <a:cubicBezTo>
                      <a:pt x="438" y="5583"/>
                      <a:pt x="384" y="5583"/>
                      <a:pt x="328" y="5583"/>
                    </a:cubicBezTo>
                    <a:cubicBezTo>
                      <a:pt x="328" y="5556"/>
                      <a:pt x="328" y="5528"/>
                      <a:pt x="328" y="5501"/>
                    </a:cubicBezTo>
                    <a:cubicBezTo>
                      <a:pt x="301" y="5501"/>
                      <a:pt x="274" y="5501"/>
                      <a:pt x="246" y="5501"/>
                    </a:cubicBezTo>
                    <a:cubicBezTo>
                      <a:pt x="246" y="5473"/>
                      <a:pt x="246" y="5446"/>
                      <a:pt x="246" y="5418"/>
                    </a:cubicBezTo>
                    <a:cubicBezTo>
                      <a:pt x="219" y="5418"/>
                      <a:pt x="192" y="5418"/>
                      <a:pt x="164" y="5418"/>
                    </a:cubicBezTo>
                    <a:cubicBezTo>
                      <a:pt x="164" y="5391"/>
                      <a:pt x="164" y="5364"/>
                      <a:pt x="164" y="5336"/>
                    </a:cubicBezTo>
                    <a:cubicBezTo>
                      <a:pt x="137" y="5336"/>
                      <a:pt x="110" y="5336"/>
                      <a:pt x="82" y="5336"/>
                    </a:cubicBezTo>
                    <a:cubicBezTo>
                      <a:pt x="82" y="5282"/>
                      <a:pt x="82" y="5228"/>
                      <a:pt x="82" y="5172"/>
                    </a:cubicBezTo>
                    <a:cubicBezTo>
                      <a:pt x="55" y="5172"/>
                      <a:pt x="28" y="5172"/>
                      <a:pt x="0" y="5172"/>
                    </a:cubicBezTo>
                    <a:cubicBezTo>
                      <a:pt x="0" y="3655"/>
                      <a:pt x="0" y="2138"/>
                      <a:pt x="0" y="575"/>
                    </a:cubicBezTo>
                    <a:cubicBezTo>
                      <a:pt x="27" y="575"/>
                      <a:pt x="54" y="575"/>
                      <a:pt x="82" y="575"/>
                    </a:cubicBezTo>
                    <a:cubicBezTo>
                      <a:pt x="82" y="520"/>
                      <a:pt x="82" y="466"/>
                      <a:pt x="82" y="410"/>
                    </a:cubicBezTo>
                    <a:cubicBezTo>
                      <a:pt x="109" y="410"/>
                      <a:pt x="136" y="410"/>
                      <a:pt x="164" y="410"/>
                    </a:cubicBezTo>
                    <a:cubicBezTo>
                      <a:pt x="164" y="356"/>
                      <a:pt x="164" y="302"/>
                      <a:pt x="164" y="246"/>
                    </a:cubicBezTo>
                    <a:cubicBezTo>
                      <a:pt x="191" y="246"/>
                      <a:pt x="218" y="246"/>
                      <a:pt x="246" y="246"/>
                    </a:cubicBezTo>
                    <a:cubicBezTo>
                      <a:pt x="246" y="219"/>
                      <a:pt x="246" y="192"/>
                      <a:pt x="246" y="164"/>
                    </a:cubicBezTo>
                    <a:cubicBezTo>
                      <a:pt x="300" y="164"/>
                      <a:pt x="355" y="164"/>
                      <a:pt x="410" y="164"/>
                    </a:cubicBezTo>
                    <a:cubicBezTo>
                      <a:pt x="410" y="137"/>
                      <a:pt x="410" y="110"/>
                      <a:pt x="410" y="82"/>
                    </a:cubicBezTo>
                    <a:cubicBezTo>
                      <a:pt x="465" y="82"/>
                      <a:pt x="519" y="82"/>
                      <a:pt x="575" y="82"/>
                    </a:cubicBezTo>
                    <a:cubicBezTo>
                      <a:pt x="575" y="55"/>
                      <a:pt x="575" y="28"/>
                      <a:pt x="575" y="0"/>
                    </a:cubicBezTo>
                    <a:close/>
                    <a:moveTo>
                      <a:pt x="657" y="493"/>
                    </a:moveTo>
                    <a:cubicBezTo>
                      <a:pt x="657" y="520"/>
                      <a:pt x="657" y="547"/>
                      <a:pt x="657" y="575"/>
                    </a:cubicBezTo>
                    <a:cubicBezTo>
                      <a:pt x="630" y="575"/>
                      <a:pt x="603" y="575"/>
                      <a:pt x="575" y="575"/>
                    </a:cubicBezTo>
                    <a:cubicBezTo>
                      <a:pt x="575" y="602"/>
                      <a:pt x="575" y="629"/>
                      <a:pt x="575" y="657"/>
                    </a:cubicBezTo>
                    <a:cubicBezTo>
                      <a:pt x="548" y="657"/>
                      <a:pt x="520" y="657"/>
                      <a:pt x="493" y="657"/>
                    </a:cubicBezTo>
                    <a:cubicBezTo>
                      <a:pt x="493" y="2093"/>
                      <a:pt x="493" y="3529"/>
                      <a:pt x="493" y="5008"/>
                    </a:cubicBezTo>
                    <a:cubicBezTo>
                      <a:pt x="520" y="5008"/>
                      <a:pt x="547" y="5008"/>
                      <a:pt x="575" y="5008"/>
                    </a:cubicBezTo>
                    <a:cubicBezTo>
                      <a:pt x="575" y="5035"/>
                      <a:pt x="575" y="5062"/>
                      <a:pt x="575" y="5090"/>
                    </a:cubicBezTo>
                    <a:cubicBezTo>
                      <a:pt x="602" y="5090"/>
                      <a:pt x="629" y="5090"/>
                      <a:pt x="657" y="5090"/>
                    </a:cubicBezTo>
                    <a:cubicBezTo>
                      <a:pt x="657" y="5117"/>
                      <a:pt x="657" y="5144"/>
                      <a:pt x="657" y="5172"/>
                    </a:cubicBezTo>
                    <a:cubicBezTo>
                      <a:pt x="792" y="5172"/>
                      <a:pt x="928" y="5172"/>
                      <a:pt x="1067" y="5172"/>
                    </a:cubicBezTo>
                    <a:cubicBezTo>
                      <a:pt x="1067" y="5145"/>
                      <a:pt x="1067" y="5118"/>
                      <a:pt x="1067" y="5090"/>
                    </a:cubicBezTo>
                    <a:cubicBezTo>
                      <a:pt x="1121" y="5090"/>
                      <a:pt x="1176" y="5090"/>
                      <a:pt x="1231" y="5090"/>
                    </a:cubicBezTo>
                    <a:cubicBezTo>
                      <a:pt x="1231" y="5063"/>
                      <a:pt x="1231" y="5036"/>
                      <a:pt x="1231" y="5008"/>
                    </a:cubicBezTo>
                    <a:cubicBezTo>
                      <a:pt x="1286" y="5008"/>
                      <a:pt x="1340" y="5008"/>
                      <a:pt x="1396" y="5008"/>
                    </a:cubicBezTo>
                    <a:cubicBezTo>
                      <a:pt x="1396" y="4981"/>
                      <a:pt x="1396" y="4954"/>
                      <a:pt x="1396" y="4926"/>
                    </a:cubicBezTo>
                    <a:cubicBezTo>
                      <a:pt x="1450" y="4926"/>
                      <a:pt x="1504" y="4926"/>
                      <a:pt x="1560" y="4926"/>
                    </a:cubicBezTo>
                    <a:cubicBezTo>
                      <a:pt x="1560" y="4899"/>
                      <a:pt x="1560" y="4872"/>
                      <a:pt x="1560" y="4844"/>
                    </a:cubicBezTo>
                    <a:cubicBezTo>
                      <a:pt x="1614" y="4844"/>
                      <a:pt x="1668" y="4844"/>
                      <a:pt x="1724" y="4844"/>
                    </a:cubicBezTo>
                    <a:cubicBezTo>
                      <a:pt x="1724" y="4817"/>
                      <a:pt x="1724" y="4790"/>
                      <a:pt x="1724" y="4762"/>
                    </a:cubicBezTo>
                    <a:cubicBezTo>
                      <a:pt x="1751" y="4762"/>
                      <a:pt x="1778" y="4762"/>
                      <a:pt x="1806" y="4762"/>
                    </a:cubicBezTo>
                    <a:cubicBezTo>
                      <a:pt x="1806" y="4735"/>
                      <a:pt x="1806" y="4707"/>
                      <a:pt x="1806" y="4680"/>
                    </a:cubicBezTo>
                    <a:cubicBezTo>
                      <a:pt x="1860" y="4680"/>
                      <a:pt x="1915" y="4680"/>
                      <a:pt x="1970" y="4680"/>
                    </a:cubicBezTo>
                    <a:cubicBezTo>
                      <a:pt x="1970" y="4652"/>
                      <a:pt x="1970" y="4625"/>
                      <a:pt x="1970" y="4597"/>
                    </a:cubicBezTo>
                    <a:cubicBezTo>
                      <a:pt x="2025" y="4597"/>
                      <a:pt x="2079" y="4597"/>
                      <a:pt x="2135" y="4597"/>
                    </a:cubicBezTo>
                    <a:cubicBezTo>
                      <a:pt x="2135" y="4570"/>
                      <a:pt x="2135" y="4543"/>
                      <a:pt x="2135" y="4515"/>
                    </a:cubicBezTo>
                    <a:cubicBezTo>
                      <a:pt x="2189" y="4515"/>
                      <a:pt x="2243" y="4515"/>
                      <a:pt x="2299" y="4515"/>
                    </a:cubicBezTo>
                    <a:cubicBezTo>
                      <a:pt x="2299" y="4488"/>
                      <a:pt x="2299" y="4461"/>
                      <a:pt x="2299" y="4433"/>
                    </a:cubicBezTo>
                    <a:cubicBezTo>
                      <a:pt x="2326" y="4433"/>
                      <a:pt x="2353" y="4433"/>
                      <a:pt x="2381" y="4433"/>
                    </a:cubicBezTo>
                    <a:cubicBezTo>
                      <a:pt x="2381" y="4406"/>
                      <a:pt x="2381" y="4379"/>
                      <a:pt x="2381" y="4351"/>
                    </a:cubicBezTo>
                    <a:cubicBezTo>
                      <a:pt x="2435" y="4351"/>
                      <a:pt x="2489" y="4351"/>
                      <a:pt x="2545" y="4351"/>
                    </a:cubicBezTo>
                    <a:cubicBezTo>
                      <a:pt x="2545" y="4324"/>
                      <a:pt x="2545" y="4297"/>
                      <a:pt x="2545" y="4269"/>
                    </a:cubicBezTo>
                    <a:cubicBezTo>
                      <a:pt x="2599" y="4269"/>
                      <a:pt x="2653" y="4269"/>
                      <a:pt x="2709" y="4269"/>
                    </a:cubicBezTo>
                    <a:cubicBezTo>
                      <a:pt x="2709" y="4242"/>
                      <a:pt x="2709" y="4215"/>
                      <a:pt x="2709" y="4187"/>
                    </a:cubicBezTo>
                    <a:cubicBezTo>
                      <a:pt x="2763" y="4187"/>
                      <a:pt x="2818" y="4187"/>
                      <a:pt x="2873" y="4187"/>
                    </a:cubicBezTo>
                    <a:cubicBezTo>
                      <a:pt x="2873" y="4160"/>
                      <a:pt x="2873" y="4133"/>
                      <a:pt x="2873" y="4105"/>
                    </a:cubicBezTo>
                    <a:cubicBezTo>
                      <a:pt x="2901" y="4105"/>
                      <a:pt x="2928" y="4105"/>
                      <a:pt x="2956" y="4105"/>
                    </a:cubicBezTo>
                    <a:cubicBezTo>
                      <a:pt x="2956" y="4078"/>
                      <a:pt x="2956" y="4051"/>
                      <a:pt x="2956" y="4023"/>
                    </a:cubicBezTo>
                    <a:cubicBezTo>
                      <a:pt x="3010" y="4023"/>
                      <a:pt x="3064" y="4023"/>
                      <a:pt x="3120" y="4023"/>
                    </a:cubicBezTo>
                    <a:cubicBezTo>
                      <a:pt x="3120" y="3996"/>
                      <a:pt x="3120" y="3969"/>
                      <a:pt x="3120" y="3941"/>
                    </a:cubicBezTo>
                    <a:cubicBezTo>
                      <a:pt x="3174" y="3941"/>
                      <a:pt x="3228" y="3941"/>
                      <a:pt x="3284" y="3941"/>
                    </a:cubicBezTo>
                    <a:cubicBezTo>
                      <a:pt x="3284" y="3914"/>
                      <a:pt x="3284" y="3886"/>
                      <a:pt x="3284" y="3859"/>
                    </a:cubicBezTo>
                    <a:cubicBezTo>
                      <a:pt x="3311" y="3859"/>
                      <a:pt x="3338" y="3859"/>
                      <a:pt x="3366" y="3859"/>
                    </a:cubicBezTo>
                    <a:cubicBezTo>
                      <a:pt x="3366" y="3831"/>
                      <a:pt x="3366" y="3804"/>
                      <a:pt x="3366" y="3776"/>
                    </a:cubicBezTo>
                    <a:cubicBezTo>
                      <a:pt x="3420" y="3776"/>
                      <a:pt x="3474" y="3776"/>
                      <a:pt x="3530" y="3776"/>
                    </a:cubicBezTo>
                    <a:cubicBezTo>
                      <a:pt x="3530" y="3749"/>
                      <a:pt x="3530" y="3722"/>
                      <a:pt x="3530" y="3694"/>
                    </a:cubicBezTo>
                    <a:cubicBezTo>
                      <a:pt x="3584" y="3694"/>
                      <a:pt x="3639" y="3694"/>
                      <a:pt x="3694" y="3694"/>
                    </a:cubicBezTo>
                    <a:cubicBezTo>
                      <a:pt x="3694" y="3667"/>
                      <a:pt x="3694" y="3640"/>
                      <a:pt x="3694" y="3612"/>
                    </a:cubicBezTo>
                    <a:cubicBezTo>
                      <a:pt x="3721" y="3612"/>
                      <a:pt x="3749" y="3612"/>
                      <a:pt x="3776" y="3612"/>
                    </a:cubicBezTo>
                    <a:cubicBezTo>
                      <a:pt x="3776" y="3585"/>
                      <a:pt x="3776" y="3558"/>
                      <a:pt x="3776" y="3530"/>
                    </a:cubicBezTo>
                    <a:cubicBezTo>
                      <a:pt x="3831" y="3530"/>
                      <a:pt x="3885" y="3530"/>
                      <a:pt x="3941" y="3530"/>
                    </a:cubicBezTo>
                    <a:cubicBezTo>
                      <a:pt x="3941" y="3503"/>
                      <a:pt x="3941" y="3476"/>
                      <a:pt x="3941" y="3448"/>
                    </a:cubicBezTo>
                    <a:cubicBezTo>
                      <a:pt x="3995" y="3448"/>
                      <a:pt x="4049" y="3448"/>
                      <a:pt x="4105" y="3448"/>
                    </a:cubicBezTo>
                    <a:cubicBezTo>
                      <a:pt x="4105" y="3421"/>
                      <a:pt x="4105" y="3394"/>
                      <a:pt x="4105" y="3366"/>
                    </a:cubicBezTo>
                    <a:cubicBezTo>
                      <a:pt x="4159" y="3366"/>
                      <a:pt x="4213" y="3366"/>
                      <a:pt x="4269" y="3366"/>
                    </a:cubicBezTo>
                    <a:cubicBezTo>
                      <a:pt x="4269" y="3339"/>
                      <a:pt x="4269" y="3312"/>
                      <a:pt x="4269" y="3284"/>
                    </a:cubicBezTo>
                    <a:cubicBezTo>
                      <a:pt x="4296" y="3284"/>
                      <a:pt x="4323" y="3284"/>
                      <a:pt x="4351" y="3284"/>
                    </a:cubicBezTo>
                    <a:cubicBezTo>
                      <a:pt x="4351" y="3257"/>
                      <a:pt x="4351" y="3230"/>
                      <a:pt x="4351" y="3202"/>
                    </a:cubicBezTo>
                    <a:cubicBezTo>
                      <a:pt x="4405" y="3202"/>
                      <a:pt x="4460" y="3202"/>
                      <a:pt x="4515" y="3202"/>
                    </a:cubicBezTo>
                    <a:cubicBezTo>
                      <a:pt x="4515" y="3175"/>
                      <a:pt x="4515" y="3148"/>
                      <a:pt x="4515" y="3120"/>
                    </a:cubicBezTo>
                    <a:cubicBezTo>
                      <a:pt x="4542" y="3120"/>
                      <a:pt x="4570" y="3120"/>
                      <a:pt x="4597" y="3120"/>
                    </a:cubicBezTo>
                    <a:cubicBezTo>
                      <a:pt x="4597" y="2957"/>
                      <a:pt x="4597" y="2795"/>
                      <a:pt x="4597" y="2627"/>
                    </a:cubicBezTo>
                    <a:cubicBezTo>
                      <a:pt x="4570" y="2627"/>
                      <a:pt x="4543" y="2627"/>
                      <a:pt x="4515" y="2627"/>
                    </a:cubicBezTo>
                    <a:cubicBezTo>
                      <a:pt x="4515" y="2600"/>
                      <a:pt x="4515" y="2573"/>
                      <a:pt x="4515" y="2545"/>
                    </a:cubicBezTo>
                    <a:cubicBezTo>
                      <a:pt x="4488" y="2545"/>
                      <a:pt x="4461" y="2545"/>
                      <a:pt x="4433" y="2545"/>
                    </a:cubicBezTo>
                    <a:cubicBezTo>
                      <a:pt x="4433" y="2518"/>
                      <a:pt x="4433" y="2491"/>
                      <a:pt x="4433" y="2463"/>
                    </a:cubicBezTo>
                    <a:cubicBezTo>
                      <a:pt x="4379" y="2463"/>
                      <a:pt x="4325" y="2463"/>
                      <a:pt x="4269" y="2463"/>
                    </a:cubicBezTo>
                    <a:cubicBezTo>
                      <a:pt x="4269" y="2436"/>
                      <a:pt x="4269" y="2409"/>
                      <a:pt x="4269" y="2381"/>
                    </a:cubicBezTo>
                    <a:cubicBezTo>
                      <a:pt x="4215" y="2381"/>
                      <a:pt x="4161" y="2381"/>
                      <a:pt x="4105" y="2381"/>
                    </a:cubicBezTo>
                    <a:cubicBezTo>
                      <a:pt x="4105" y="2354"/>
                      <a:pt x="4105" y="2327"/>
                      <a:pt x="4105" y="2299"/>
                    </a:cubicBezTo>
                    <a:cubicBezTo>
                      <a:pt x="4078" y="2299"/>
                      <a:pt x="4051" y="2299"/>
                      <a:pt x="4023" y="2299"/>
                    </a:cubicBezTo>
                    <a:cubicBezTo>
                      <a:pt x="4023" y="2272"/>
                      <a:pt x="4023" y="2245"/>
                      <a:pt x="4023" y="2217"/>
                    </a:cubicBezTo>
                    <a:cubicBezTo>
                      <a:pt x="3969" y="2217"/>
                      <a:pt x="3914" y="2217"/>
                      <a:pt x="3859" y="2217"/>
                    </a:cubicBezTo>
                    <a:cubicBezTo>
                      <a:pt x="3859" y="2190"/>
                      <a:pt x="3859" y="2162"/>
                      <a:pt x="3859" y="2135"/>
                    </a:cubicBezTo>
                    <a:cubicBezTo>
                      <a:pt x="3804" y="2135"/>
                      <a:pt x="3750" y="2135"/>
                      <a:pt x="3694" y="2135"/>
                    </a:cubicBezTo>
                    <a:cubicBezTo>
                      <a:pt x="3694" y="2107"/>
                      <a:pt x="3694" y="2080"/>
                      <a:pt x="3694" y="2052"/>
                    </a:cubicBezTo>
                    <a:cubicBezTo>
                      <a:pt x="3640" y="2052"/>
                      <a:pt x="3586" y="2052"/>
                      <a:pt x="3530" y="2052"/>
                    </a:cubicBezTo>
                    <a:cubicBezTo>
                      <a:pt x="3530" y="2025"/>
                      <a:pt x="3530" y="1998"/>
                      <a:pt x="3530" y="1970"/>
                    </a:cubicBezTo>
                    <a:cubicBezTo>
                      <a:pt x="3503" y="1970"/>
                      <a:pt x="3476" y="1970"/>
                      <a:pt x="3448" y="1970"/>
                    </a:cubicBezTo>
                    <a:cubicBezTo>
                      <a:pt x="3448" y="1943"/>
                      <a:pt x="3448" y="1916"/>
                      <a:pt x="3448" y="1888"/>
                    </a:cubicBezTo>
                    <a:cubicBezTo>
                      <a:pt x="3394" y="1888"/>
                      <a:pt x="3340" y="1888"/>
                      <a:pt x="3284" y="1888"/>
                    </a:cubicBezTo>
                    <a:cubicBezTo>
                      <a:pt x="3284" y="1861"/>
                      <a:pt x="3284" y="1834"/>
                      <a:pt x="3284" y="1806"/>
                    </a:cubicBezTo>
                    <a:cubicBezTo>
                      <a:pt x="3230" y="1806"/>
                      <a:pt x="3176" y="1806"/>
                      <a:pt x="3120" y="1806"/>
                    </a:cubicBezTo>
                    <a:cubicBezTo>
                      <a:pt x="3120" y="1779"/>
                      <a:pt x="3120" y="1752"/>
                      <a:pt x="3120" y="1724"/>
                    </a:cubicBezTo>
                    <a:cubicBezTo>
                      <a:pt x="3093" y="1724"/>
                      <a:pt x="3066" y="1724"/>
                      <a:pt x="3038" y="1724"/>
                    </a:cubicBezTo>
                    <a:cubicBezTo>
                      <a:pt x="3038" y="1697"/>
                      <a:pt x="3038" y="1670"/>
                      <a:pt x="3038" y="1642"/>
                    </a:cubicBezTo>
                    <a:cubicBezTo>
                      <a:pt x="2983" y="1642"/>
                      <a:pt x="2929" y="1642"/>
                      <a:pt x="2873" y="1642"/>
                    </a:cubicBezTo>
                    <a:cubicBezTo>
                      <a:pt x="2873" y="1615"/>
                      <a:pt x="2873" y="1588"/>
                      <a:pt x="2873" y="1560"/>
                    </a:cubicBezTo>
                    <a:cubicBezTo>
                      <a:pt x="2819" y="1560"/>
                      <a:pt x="2765" y="1560"/>
                      <a:pt x="2709" y="1560"/>
                    </a:cubicBezTo>
                    <a:cubicBezTo>
                      <a:pt x="2709" y="1533"/>
                      <a:pt x="2709" y="1506"/>
                      <a:pt x="2709" y="1478"/>
                    </a:cubicBezTo>
                    <a:cubicBezTo>
                      <a:pt x="2682" y="1478"/>
                      <a:pt x="2655" y="1478"/>
                      <a:pt x="2627" y="1478"/>
                    </a:cubicBezTo>
                    <a:cubicBezTo>
                      <a:pt x="2627" y="1451"/>
                      <a:pt x="2627" y="1424"/>
                      <a:pt x="2627" y="1396"/>
                    </a:cubicBezTo>
                    <a:cubicBezTo>
                      <a:pt x="2573" y="1396"/>
                      <a:pt x="2519" y="1396"/>
                      <a:pt x="2463" y="1396"/>
                    </a:cubicBezTo>
                    <a:cubicBezTo>
                      <a:pt x="2463" y="1369"/>
                      <a:pt x="2463" y="1341"/>
                      <a:pt x="2463" y="1314"/>
                    </a:cubicBezTo>
                    <a:cubicBezTo>
                      <a:pt x="2409" y="1314"/>
                      <a:pt x="2355" y="1314"/>
                      <a:pt x="2299" y="1314"/>
                    </a:cubicBezTo>
                    <a:cubicBezTo>
                      <a:pt x="2299" y="1286"/>
                      <a:pt x="2299" y="1259"/>
                      <a:pt x="2299" y="1231"/>
                    </a:cubicBezTo>
                    <a:cubicBezTo>
                      <a:pt x="2272" y="1231"/>
                      <a:pt x="2245" y="1231"/>
                      <a:pt x="2217" y="1231"/>
                    </a:cubicBezTo>
                    <a:cubicBezTo>
                      <a:pt x="2217" y="1204"/>
                      <a:pt x="2217" y="1177"/>
                      <a:pt x="2217" y="1149"/>
                    </a:cubicBezTo>
                    <a:cubicBezTo>
                      <a:pt x="2162" y="1149"/>
                      <a:pt x="2108" y="1149"/>
                      <a:pt x="2052" y="1149"/>
                    </a:cubicBezTo>
                    <a:cubicBezTo>
                      <a:pt x="2052" y="1122"/>
                      <a:pt x="2052" y="1095"/>
                      <a:pt x="2052" y="1067"/>
                    </a:cubicBezTo>
                    <a:cubicBezTo>
                      <a:pt x="1998" y="1067"/>
                      <a:pt x="1944" y="1067"/>
                      <a:pt x="1888" y="1067"/>
                    </a:cubicBezTo>
                    <a:cubicBezTo>
                      <a:pt x="1888" y="1040"/>
                      <a:pt x="1888" y="1013"/>
                      <a:pt x="1888" y="985"/>
                    </a:cubicBezTo>
                    <a:cubicBezTo>
                      <a:pt x="1834" y="985"/>
                      <a:pt x="1780" y="985"/>
                      <a:pt x="1724" y="985"/>
                    </a:cubicBezTo>
                    <a:cubicBezTo>
                      <a:pt x="1724" y="958"/>
                      <a:pt x="1724" y="931"/>
                      <a:pt x="1724" y="903"/>
                    </a:cubicBezTo>
                    <a:cubicBezTo>
                      <a:pt x="1697" y="903"/>
                      <a:pt x="1670" y="903"/>
                      <a:pt x="1642" y="903"/>
                    </a:cubicBezTo>
                    <a:cubicBezTo>
                      <a:pt x="1642" y="876"/>
                      <a:pt x="1642" y="849"/>
                      <a:pt x="1642" y="821"/>
                    </a:cubicBezTo>
                    <a:cubicBezTo>
                      <a:pt x="1588" y="821"/>
                      <a:pt x="1534" y="821"/>
                      <a:pt x="1478" y="821"/>
                    </a:cubicBezTo>
                    <a:cubicBezTo>
                      <a:pt x="1478" y="794"/>
                      <a:pt x="1478" y="767"/>
                      <a:pt x="1478" y="739"/>
                    </a:cubicBezTo>
                    <a:cubicBezTo>
                      <a:pt x="1424" y="739"/>
                      <a:pt x="1369" y="739"/>
                      <a:pt x="1314" y="739"/>
                    </a:cubicBezTo>
                    <a:cubicBezTo>
                      <a:pt x="1314" y="712"/>
                      <a:pt x="1314" y="685"/>
                      <a:pt x="1314" y="657"/>
                    </a:cubicBezTo>
                    <a:cubicBezTo>
                      <a:pt x="1286" y="657"/>
                      <a:pt x="1259" y="657"/>
                      <a:pt x="1231" y="657"/>
                    </a:cubicBezTo>
                    <a:cubicBezTo>
                      <a:pt x="1231" y="630"/>
                      <a:pt x="1231" y="603"/>
                      <a:pt x="1231" y="575"/>
                    </a:cubicBezTo>
                    <a:cubicBezTo>
                      <a:pt x="1177" y="575"/>
                      <a:pt x="1123" y="575"/>
                      <a:pt x="1067" y="575"/>
                    </a:cubicBezTo>
                    <a:cubicBezTo>
                      <a:pt x="1067" y="548"/>
                      <a:pt x="1067" y="520"/>
                      <a:pt x="1067" y="493"/>
                    </a:cubicBezTo>
                    <a:cubicBezTo>
                      <a:pt x="932" y="493"/>
                      <a:pt x="796" y="493"/>
                      <a:pt x="657" y="493"/>
                    </a:cubicBezTo>
                    <a:close/>
                  </a:path>
                </a:pathLst>
              </a:custGeom>
              <a:solidFill>
                <a:srgbClr val="251047"/>
              </a:solidFill>
              <a:ln w="521" cap="flat">
                <a:noFill/>
              </a:ln>
            </p:spPr>
          </p:sp>
          <p:sp>
            <p:nvSpPr>
              <p:cNvPr id="453" name="ICON_TASK_VIDEO_path_007"/>
              <p:cNvSpPr/>
              <p:nvPr/>
            </p:nvSpPr>
            <p:spPr>
              <a:xfrm>
                <a:off x="2961091" y="1297529"/>
                <a:ext cx="225210" cy="6256"/>
              </a:xfrm>
              <a:custGeom>
                <a:avLst/>
                <a:gdLst/>
                <a:ahLst/>
                <a:cxnLst/>
                <a:rect l="0" t="0" r="r" b="b"/>
                <a:pathLst>
                  <a:path w="17733" h="493" fill="norm" stroke="0">
                    <a:moveTo>
                      <a:pt x="0" y="0"/>
                    </a:moveTo>
                    <a:cubicBezTo>
                      <a:pt x="54" y="0"/>
                      <a:pt x="108" y="0"/>
                      <a:pt x="164" y="0"/>
                    </a:cubicBezTo>
                    <a:cubicBezTo>
                      <a:pt x="164" y="27"/>
                      <a:pt x="164" y="54"/>
                      <a:pt x="164" y="82"/>
                    </a:cubicBezTo>
                    <a:cubicBezTo>
                      <a:pt x="191" y="82"/>
                      <a:pt x="218" y="82"/>
                      <a:pt x="246" y="82"/>
                    </a:cubicBezTo>
                    <a:cubicBezTo>
                      <a:pt x="246" y="109"/>
                      <a:pt x="246" y="136"/>
                      <a:pt x="246" y="164"/>
                    </a:cubicBezTo>
                    <a:cubicBezTo>
                      <a:pt x="300" y="164"/>
                      <a:pt x="355" y="164"/>
                      <a:pt x="410" y="164"/>
                    </a:cubicBezTo>
                    <a:cubicBezTo>
                      <a:pt x="410" y="191"/>
                      <a:pt x="410" y="218"/>
                      <a:pt x="410" y="246"/>
                    </a:cubicBezTo>
                    <a:cubicBezTo>
                      <a:pt x="465" y="246"/>
                      <a:pt x="519" y="246"/>
                      <a:pt x="575" y="246"/>
                    </a:cubicBezTo>
                    <a:cubicBezTo>
                      <a:pt x="575" y="273"/>
                      <a:pt x="575" y="300"/>
                      <a:pt x="575" y="328"/>
                    </a:cubicBezTo>
                    <a:cubicBezTo>
                      <a:pt x="6129" y="328"/>
                      <a:pt x="11682" y="328"/>
                      <a:pt x="17405" y="328"/>
                    </a:cubicBezTo>
                    <a:cubicBezTo>
                      <a:pt x="17405" y="301"/>
                      <a:pt x="17405" y="274"/>
                      <a:pt x="17405" y="246"/>
                    </a:cubicBezTo>
                    <a:cubicBezTo>
                      <a:pt x="17459" y="246"/>
                      <a:pt x="17513" y="246"/>
                      <a:pt x="17569" y="246"/>
                    </a:cubicBezTo>
                    <a:cubicBezTo>
                      <a:pt x="17569" y="219"/>
                      <a:pt x="17569" y="192"/>
                      <a:pt x="17569" y="164"/>
                    </a:cubicBezTo>
                    <a:cubicBezTo>
                      <a:pt x="17623" y="164"/>
                      <a:pt x="17677" y="164"/>
                      <a:pt x="17733" y="164"/>
                    </a:cubicBezTo>
                    <a:cubicBezTo>
                      <a:pt x="17733" y="245"/>
                      <a:pt x="17733" y="327"/>
                      <a:pt x="17733" y="410"/>
                    </a:cubicBezTo>
                    <a:cubicBezTo>
                      <a:pt x="17706" y="410"/>
                      <a:pt x="17679" y="410"/>
                      <a:pt x="17651" y="410"/>
                    </a:cubicBezTo>
                    <a:cubicBezTo>
                      <a:pt x="17651" y="438"/>
                      <a:pt x="17651" y="465"/>
                      <a:pt x="17651" y="493"/>
                    </a:cubicBezTo>
                    <a:cubicBezTo>
                      <a:pt x="17543" y="493"/>
                      <a:pt x="17434" y="493"/>
                      <a:pt x="17323" y="493"/>
                    </a:cubicBezTo>
                    <a:cubicBezTo>
                      <a:pt x="17323" y="465"/>
                      <a:pt x="17323" y="438"/>
                      <a:pt x="17323" y="410"/>
                    </a:cubicBezTo>
                    <a:cubicBezTo>
                      <a:pt x="17241" y="410"/>
                      <a:pt x="17160" y="410"/>
                      <a:pt x="17076" y="410"/>
                    </a:cubicBezTo>
                    <a:cubicBezTo>
                      <a:pt x="17076" y="438"/>
                      <a:pt x="17076" y="465"/>
                      <a:pt x="17076" y="493"/>
                    </a:cubicBezTo>
                    <a:cubicBezTo>
                      <a:pt x="11712" y="493"/>
                      <a:pt x="6348" y="493"/>
                      <a:pt x="821" y="493"/>
                    </a:cubicBezTo>
                    <a:cubicBezTo>
                      <a:pt x="821" y="465"/>
                      <a:pt x="821" y="438"/>
                      <a:pt x="821" y="410"/>
                    </a:cubicBezTo>
                    <a:cubicBezTo>
                      <a:pt x="686" y="410"/>
                      <a:pt x="550" y="410"/>
                      <a:pt x="410" y="410"/>
                    </a:cubicBezTo>
                    <a:cubicBezTo>
                      <a:pt x="410" y="383"/>
                      <a:pt x="410" y="356"/>
                      <a:pt x="410" y="328"/>
                    </a:cubicBezTo>
                    <a:cubicBezTo>
                      <a:pt x="329" y="328"/>
                      <a:pt x="248" y="328"/>
                      <a:pt x="164" y="328"/>
                    </a:cubicBezTo>
                    <a:cubicBezTo>
                      <a:pt x="164" y="301"/>
                      <a:pt x="164" y="274"/>
                      <a:pt x="164" y="246"/>
                    </a:cubicBezTo>
                    <a:cubicBezTo>
                      <a:pt x="137" y="246"/>
                      <a:pt x="110" y="246"/>
                      <a:pt x="82" y="246"/>
                    </a:cubicBezTo>
                    <a:cubicBezTo>
                      <a:pt x="80" y="235"/>
                      <a:pt x="77" y="224"/>
                      <a:pt x="75" y="213"/>
                    </a:cubicBezTo>
                    <a:cubicBezTo>
                      <a:pt x="57" y="137"/>
                      <a:pt x="40" y="6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1" cap="flat">
                <a:noFill/>
              </a:ln>
            </p:spPr>
          </p:sp>
          <p:sp>
            <p:nvSpPr>
              <p:cNvPr id="454" name="ICON_TASK_VIDEO_path_008"/>
              <p:cNvSpPr/>
              <p:nvPr/>
            </p:nvSpPr>
            <p:spPr>
              <a:xfrm>
                <a:off x="2968390" y="1117153"/>
                <a:ext cx="217911" cy="4171"/>
              </a:xfrm>
              <a:custGeom>
                <a:avLst/>
                <a:gdLst/>
                <a:ahLst/>
                <a:cxnLst/>
                <a:rect l="0" t="0" r="r" b="b"/>
                <a:pathLst>
                  <a:path w="17158" h="328" fill="norm" stroke="0">
                    <a:moveTo>
                      <a:pt x="164" y="0"/>
                    </a:moveTo>
                    <a:cubicBezTo>
                      <a:pt x="5664" y="0"/>
                      <a:pt x="11164" y="0"/>
                      <a:pt x="16830" y="0"/>
                    </a:cubicBezTo>
                    <a:cubicBezTo>
                      <a:pt x="16830" y="27"/>
                      <a:pt x="16830" y="54"/>
                      <a:pt x="16830" y="82"/>
                    </a:cubicBezTo>
                    <a:cubicBezTo>
                      <a:pt x="16857" y="82"/>
                      <a:pt x="16884" y="82"/>
                      <a:pt x="16912" y="82"/>
                    </a:cubicBezTo>
                    <a:cubicBezTo>
                      <a:pt x="16912" y="109"/>
                      <a:pt x="16912" y="136"/>
                      <a:pt x="16912" y="164"/>
                    </a:cubicBezTo>
                    <a:cubicBezTo>
                      <a:pt x="16923" y="163"/>
                      <a:pt x="16935" y="162"/>
                      <a:pt x="16947" y="161"/>
                    </a:cubicBezTo>
                    <a:cubicBezTo>
                      <a:pt x="16991" y="159"/>
                      <a:pt x="17032" y="158"/>
                      <a:pt x="17076" y="164"/>
                    </a:cubicBezTo>
                    <a:cubicBezTo>
                      <a:pt x="17105" y="200"/>
                      <a:pt x="17105" y="200"/>
                      <a:pt x="17117" y="246"/>
                    </a:cubicBezTo>
                    <a:cubicBezTo>
                      <a:pt x="17131" y="274"/>
                      <a:pt x="17144" y="301"/>
                      <a:pt x="17158" y="328"/>
                    </a:cubicBezTo>
                    <a:cubicBezTo>
                      <a:pt x="17046" y="308"/>
                      <a:pt x="16937" y="286"/>
                      <a:pt x="16830" y="246"/>
                    </a:cubicBezTo>
                    <a:cubicBezTo>
                      <a:pt x="16830" y="219"/>
                      <a:pt x="16830" y="192"/>
                      <a:pt x="16830" y="164"/>
                    </a:cubicBezTo>
                    <a:cubicBezTo>
                      <a:pt x="16820" y="164"/>
                      <a:pt x="16811" y="165"/>
                      <a:pt x="16800" y="165"/>
                    </a:cubicBezTo>
                    <a:cubicBezTo>
                      <a:pt x="16756" y="166"/>
                      <a:pt x="16712" y="166"/>
                      <a:pt x="16668" y="167"/>
                    </a:cubicBezTo>
                    <a:cubicBezTo>
                      <a:pt x="16661" y="167"/>
                      <a:pt x="16661" y="167"/>
                      <a:pt x="16622" y="168"/>
                    </a:cubicBezTo>
                    <a:cubicBezTo>
                      <a:pt x="16607" y="168"/>
                      <a:pt x="16593" y="168"/>
                      <a:pt x="16577" y="168"/>
                    </a:cubicBezTo>
                    <a:cubicBezTo>
                      <a:pt x="16564" y="168"/>
                      <a:pt x="16550" y="169"/>
                      <a:pt x="16536" y="169"/>
                    </a:cubicBezTo>
                    <a:cubicBezTo>
                      <a:pt x="16502" y="164"/>
                      <a:pt x="16502" y="164"/>
                      <a:pt x="16461" y="123"/>
                    </a:cubicBezTo>
                    <a:cubicBezTo>
                      <a:pt x="16413" y="118"/>
                      <a:pt x="16413" y="118"/>
                      <a:pt x="16352" y="118"/>
                    </a:cubicBezTo>
                    <a:cubicBezTo>
                      <a:pt x="16341" y="118"/>
                      <a:pt x="16329" y="118"/>
                      <a:pt x="16318" y="118"/>
                    </a:cubicBezTo>
                    <a:cubicBezTo>
                      <a:pt x="16280" y="117"/>
                      <a:pt x="16242" y="117"/>
                      <a:pt x="16204" y="117"/>
                    </a:cubicBezTo>
                    <a:cubicBezTo>
                      <a:pt x="16176" y="117"/>
                      <a:pt x="16148" y="117"/>
                      <a:pt x="16121" y="117"/>
                    </a:cubicBezTo>
                    <a:cubicBezTo>
                      <a:pt x="16045" y="117"/>
                      <a:pt x="15968" y="117"/>
                      <a:pt x="15892" y="117"/>
                    </a:cubicBezTo>
                    <a:cubicBezTo>
                      <a:pt x="15809" y="117"/>
                      <a:pt x="15726" y="116"/>
                      <a:pt x="15643" y="116"/>
                    </a:cubicBezTo>
                    <a:cubicBezTo>
                      <a:pt x="15498" y="116"/>
                      <a:pt x="15353" y="115"/>
                      <a:pt x="15207" y="115"/>
                    </a:cubicBezTo>
                    <a:cubicBezTo>
                      <a:pt x="14991" y="115"/>
                      <a:pt x="14775" y="114"/>
                      <a:pt x="14559" y="114"/>
                    </a:cubicBezTo>
                    <a:cubicBezTo>
                      <a:pt x="14196" y="113"/>
                      <a:pt x="13832" y="112"/>
                      <a:pt x="13469" y="111"/>
                    </a:cubicBezTo>
                    <a:cubicBezTo>
                      <a:pt x="13109" y="111"/>
                      <a:pt x="12748" y="110"/>
                      <a:pt x="12388" y="109"/>
                    </a:cubicBezTo>
                    <a:cubicBezTo>
                      <a:pt x="12377" y="109"/>
                      <a:pt x="12366" y="109"/>
                      <a:pt x="12355" y="109"/>
                    </a:cubicBezTo>
                    <a:cubicBezTo>
                      <a:pt x="12252" y="109"/>
                      <a:pt x="12150" y="108"/>
                      <a:pt x="12048" y="108"/>
                    </a:cubicBezTo>
                    <a:cubicBezTo>
                      <a:pt x="11795" y="107"/>
                      <a:pt x="11541" y="107"/>
                      <a:pt x="11287" y="106"/>
                    </a:cubicBezTo>
                    <a:cubicBezTo>
                      <a:pt x="11276" y="106"/>
                      <a:pt x="11264" y="106"/>
                      <a:pt x="11252" y="106"/>
                    </a:cubicBezTo>
                    <a:cubicBezTo>
                      <a:pt x="10690" y="105"/>
                      <a:pt x="10127" y="104"/>
                      <a:pt x="9565" y="102"/>
                    </a:cubicBezTo>
                    <a:cubicBezTo>
                      <a:pt x="9370" y="102"/>
                      <a:pt x="9175" y="102"/>
                      <a:pt x="8979" y="101"/>
                    </a:cubicBezTo>
                    <a:cubicBezTo>
                      <a:pt x="8967" y="101"/>
                      <a:pt x="8955" y="101"/>
                      <a:pt x="8943" y="101"/>
                    </a:cubicBezTo>
                    <a:cubicBezTo>
                      <a:pt x="8380" y="100"/>
                      <a:pt x="7818" y="99"/>
                      <a:pt x="7255" y="97"/>
                    </a:cubicBezTo>
                    <a:cubicBezTo>
                      <a:pt x="7219" y="97"/>
                      <a:pt x="7182" y="97"/>
                      <a:pt x="7146" y="97"/>
                    </a:cubicBezTo>
                    <a:cubicBezTo>
                      <a:pt x="6904" y="97"/>
                      <a:pt x="6662" y="96"/>
                      <a:pt x="6420" y="96"/>
                    </a:cubicBezTo>
                    <a:cubicBezTo>
                      <a:pt x="5938" y="94"/>
                      <a:pt x="5457" y="93"/>
                      <a:pt x="4975" y="92"/>
                    </a:cubicBezTo>
                    <a:cubicBezTo>
                      <a:pt x="4952" y="92"/>
                      <a:pt x="4929" y="92"/>
                      <a:pt x="4906" y="92"/>
                    </a:cubicBezTo>
                    <a:cubicBezTo>
                      <a:pt x="3634" y="89"/>
                      <a:pt x="2362" y="86"/>
                      <a:pt x="328" y="82"/>
                    </a:cubicBezTo>
                    <a:cubicBezTo>
                      <a:pt x="328" y="109"/>
                      <a:pt x="328" y="136"/>
                      <a:pt x="328" y="164"/>
                    </a:cubicBezTo>
                    <a:cubicBezTo>
                      <a:pt x="220" y="164"/>
                      <a:pt x="112" y="164"/>
                      <a:pt x="0" y="164"/>
                    </a:cubicBezTo>
                    <a:cubicBezTo>
                      <a:pt x="14" y="137"/>
                      <a:pt x="27" y="110"/>
                      <a:pt x="41" y="82"/>
                    </a:cubicBezTo>
                    <a:cubicBezTo>
                      <a:pt x="84" y="71"/>
                      <a:pt x="119" y="78"/>
                      <a:pt x="164" y="82"/>
                    </a:cubicBezTo>
                    <a:cubicBezTo>
                      <a:pt x="164" y="55"/>
                      <a:pt x="164" y="28"/>
                      <a:pt x="16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1" cap="flat">
                <a:noFill/>
              </a:ln>
            </p:spPr>
          </p:sp>
          <p:sp>
            <p:nvSpPr>
              <p:cNvPr id="455" name="ICON_TASK_VIDEO_path_009"/>
              <p:cNvSpPr/>
              <p:nvPr/>
            </p:nvSpPr>
            <p:spPr>
              <a:xfrm>
                <a:off x="3192557" y="1128622"/>
                <a:ext cx="4171" cy="120425"/>
              </a:xfrm>
              <a:custGeom>
                <a:avLst/>
                <a:gdLst/>
                <a:ahLst/>
                <a:cxnLst/>
                <a:rect l="0" t="0" r="r" b="b"/>
                <a:pathLst>
                  <a:path w="328" h="9482" fill="norm" stroke="0">
                    <a:moveTo>
                      <a:pt x="0" y="0"/>
                    </a:moveTo>
                    <a:cubicBezTo>
                      <a:pt x="81" y="0"/>
                      <a:pt x="163" y="0"/>
                      <a:pt x="246" y="0"/>
                    </a:cubicBezTo>
                    <a:cubicBezTo>
                      <a:pt x="246" y="27"/>
                      <a:pt x="246" y="54"/>
                      <a:pt x="246" y="82"/>
                    </a:cubicBezTo>
                    <a:cubicBezTo>
                      <a:pt x="273" y="82"/>
                      <a:pt x="300" y="82"/>
                      <a:pt x="328" y="82"/>
                    </a:cubicBezTo>
                    <a:cubicBezTo>
                      <a:pt x="328" y="190"/>
                      <a:pt x="328" y="299"/>
                      <a:pt x="328" y="410"/>
                    </a:cubicBezTo>
                    <a:cubicBezTo>
                      <a:pt x="301" y="410"/>
                      <a:pt x="274" y="410"/>
                      <a:pt x="246" y="410"/>
                    </a:cubicBezTo>
                    <a:cubicBezTo>
                      <a:pt x="246" y="465"/>
                      <a:pt x="246" y="519"/>
                      <a:pt x="246" y="575"/>
                    </a:cubicBezTo>
                    <a:cubicBezTo>
                      <a:pt x="219" y="575"/>
                      <a:pt x="192" y="575"/>
                      <a:pt x="164" y="575"/>
                    </a:cubicBezTo>
                    <a:cubicBezTo>
                      <a:pt x="164" y="1252"/>
                      <a:pt x="164" y="1929"/>
                      <a:pt x="164" y="2627"/>
                    </a:cubicBezTo>
                    <a:cubicBezTo>
                      <a:pt x="191" y="2627"/>
                      <a:pt x="218" y="2627"/>
                      <a:pt x="246" y="2627"/>
                    </a:cubicBezTo>
                    <a:cubicBezTo>
                      <a:pt x="246" y="2708"/>
                      <a:pt x="246" y="2790"/>
                      <a:pt x="246" y="2873"/>
                    </a:cubicBezTo>
                    <a:cubicBezTo>
                      <a:pt x="219" y="2873"/>
                      <a:pt x="192" y="2873"/>
                      <a:pt x="164" y="2873"/>
                    </a:cubicBezTo>
                    <a:cubicBezTo>
                      <a:pt x="164" y="3280"/>
                      <a:pt x="164" y="3686"/>
                      <a:pt x="164" y="4105"/>
                    </a:cubicBezTo>
                    <a:cubicBezTo>
                      <a:pt x="191" y="4105"/>
                      <a:pt x="218" y="4105"/>
                      <a:pt x="246" y="4105"/>
                    </a:cubicBezTo>
                    <a:cubicBezTo>
                      <a:pt x="246" y="4213"/>
                      <a:pt x="246" y="4322"/>
                      <a:pt x="246" y="4433"/>
                    </a:cubicBezTo>
                    <a:cubicBezTo>
                      <a:pt x="219" y="4433"/>
                      <a:pt x="192" y="4433"/>
                      <a:pt x="164" y="4433"/>
                    </a:cubicBezTo>
                    <a:cubicBezTo>
                      <a:pt x="164" y="4542"/>
                      <a:pt x="164" y="4650"/>
                      <a:pt x="164" y="4762"/>
                    </a:cubicBezTo>
                    <a:cubicBezTo>
                      <a:pt x="191" y="4762"/>
                      <a:pt x="218" y="4762"/>
                      <a:pt x="246" y="4762"/>
                    </a:cubicBezTo>
                    <a:cubicBezTo>
                      <a:pt x="246" y="4816"/>
                      <a:pt x="246" y="4870"/>
                      <a:pt x="246" y="4926"/>
                    </a:cubicBezTo>
                    <a:cubicBezTo>
                      <a:pt x="273" y="4926"/>
                      <a:pt x="300" y="4926"/>
                      <a:pt x="328" y="4926"/>
                    </a:cubicBezTo>
                    <a:cubicBezTo>
                      <a:pt x="328" y="5088"/>
                      <a:pt x="328" y="5251"/>
                      <a:pt x="328" y="5418"/>
                    </a:cubicBezTo>
                    <a:cubicBezTo>
                      <a:pt x="301" y="5418"/>
                      <a:pt x="274" y="5418"/>
                      <a:pt x="246" y="5418"/>
                    </a:cubicBezTo>
                    <a:cubicBezTo>
                      <a:pt x="246" y="5500"/>
                      <a:pt x="246" y="5581"/>
                      <a:pt x="246" y="5665"/>
                    </a:cubicBezTo>
                    <a:cubicBezTo>
                      <a:pt x="219" y="5665"/>
                      <a:pt x="192" y="5665"/>
                      <a:pt x="164" y="5665"/>
                    </a:cubicBezTo>
                    <a:cubicBezTo>
                      <a:pt x="164" y="5936"/>
                      <a:pt x="164" y="6207"/>
                      <a:pt x="164" y="6486"/>
                    </a:cubicBezTo>
                    <a:cubicBezTo>
                      <a:pt x="191" y="6486"/>
                      <a:pt x="218" y="6486"/>
                      <a:pt x="246" y="6486"/>
                    </a:cubicBezTo>
                    <a:cubicBezTo>
                      <a:pt x="246" y="6621"/>
                      <a:pt x="246" y="6757"/>
                      <a:pt x="246" y="6896"/>
                    </a:cubicBezTo>
                    <a:cubicBezTo>
                      <a:pt x="219" y="6896"/>
                      <a:pt x="192" y="6896"/>
                      <a:pt x="164" y="6896"/>
                    </a:cubicBezTo>
                    <a:cubicBezTo>
                      <a:pt x="164" y="7059"/>
                      <a:pt x="164" y="7221"/>
                      <a:pt x="164" y="7389"/>
                    </a:cubicBezTo>
                    <a:cubicBezTo>
                      <a:pt x="191" y="7389"/>
                      <a:pt x="218" y="7389"/>
                      <a:pt x="246" y="7389"/>
                    </a:cubicBezTo>
                    <a:cubicBezTo>
                      <a:pt x="246" y="7606"/>
                      <a:pt x="246" y="7822"/>
                      <a:pt x="246" y="8046"/>
                    </a:cubicBezTo>
                    <a:cubicBezTo>
                      <a:pt x="273" y="8046"/>
                      <a:pt x="300" y="8046"/>
                      <a:pt x="328" y="8046"/>
                    </a:cubicBezTo>
                    <a:cubicBezTo>
                      <a:pt x="328" y="8100"/>
                      <a:pt x="328" y="8154"/>
                      <a:pt x="328" y="8210"/>
                    </a:cubicBezTo>
                    <a:cubicBezTo>
                      <a:pt x="301" y="8210"/>
                      <a:pt x="274" y="8210"/>
                      <a:pt x="246" y="8210"/>
                    </a:cubicBezTo>
                    <a:cubicBezTo>
                      <a:pt x="246" y="8237"/>
                      <a:pt x="246" y="8264"/>
                      <a:pt x="246" y="8292"/>
                    </a:cubicBezTo>
                    <a:cubicBezTo>
                      <a:pt x="219" y="8292"/>
                      <a:pt x="192" y="8292"/>
                      <a:pt x="164" y="8292"/>
                    </a:cubicBezTo>
                    <a:cubicBezTo>
                      <a:pt x="164" y="8427"/>
                      <a:pt x="164" y="8563"/>
                      <a:pt x="164" y="8702"/>
                    </a:cubicBezTo>
                    <a:cubicBezTo>
                      <a:pt x="191" y="8702"/>
                      <a:pt x="218" y="8702"/>
                      <a:pt x="246" y="8702"/>
                    </a:cubicBezTo>
                    <a:cubicBezTo>
                      <a:pt x="246" y="8757"/>
                      <a:pt x="246" y="8811"/>
                      <a:pt x="246" y="8867"/>
                    </a:cubicBezTo>
                    <a:cubicBezTo>
                      <a:pt x="219" y="8867"/>
                      <a:pt x="192" y="8867"/>
                      <a:pt x="164" y="8867"/>
                    </a:cubicBezTo>
                    <a:cubicBezTo>
                      <a:pt x="164" y="8921"/>
                      <a:pt x="164" y="8975"/>
                      <a:pt x="164" y="9031"/>
                    </a:cubicBezTo>
                    <a:cubicBezTo>
                      <a:pt x="191" y="9031"/>
                      <a:pt x="218" y="9031"/>
                      <a:pt x="246" y="9031"/>
                    </a:cubicBezTo>
                    <a:cubicBezTo>
                      <a:pt x="246" y="9180"/>
                      <a:pt x="246" y="9329"/>
                      <a:pt x="246" y="9482"/>
                    </a:cubicBezTo>
                    <a:cubicBezTo>
                      <a:pt x="233" y="9482"/>
                      <a:pt x="219" y="9482"/>
                      <a:pt x="205" y="9482"/>
                    </a:cubicBezTo>
                    <a:cubicBezTo>
                      <a:pt x="205" y="9415"/>
                      <a:pt x="205" y="9347"/>
                      <a:pt x="205" y="9277"/>
                    </a:cubicBezTo>
                    <a:cubicBezTo>
                      <a:pt x="165" y="9291"/>
                      <a:pt x="124" y="9304"/>
                      <a:pt x="82" y="9318"/>
                    </a:cubicBezTo>
                    <a:cubicBezTo>
                      <a:pt x="82" y="6351"/>
                      <a:pt x="82" y="3385"/>
                      <a:pt x="82" y="328"/>
                    </a:cubicBezTo>
                    <a:cubicBezTo>
                      <a:pt x="55" y="328"/>
                      <a:pt x="28" y="328"/>
                      <a:pt x="0" y="328"/>
                    </a:cubicBezTo>
                    <a:cubicBezTo>
                      <a:pt x="0" y="220"/>
                      <a:pt x="0" y="112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1" cap="flat">
                <a:noFill/>
              </a:ln>
            </p:spPr>
          </p:sp>
          <p:sp>
            <p:nvSpPr>
              <p:cNvPr id="456" name="ICON_TASK_VIDEO_path_010"/>
              <p:cNvSpPr/>
              <p:nvPr/>
            </p:nvSpPr>
            <p:spPr>
              <a:xfrm>
                <a:off x="2954835" y="1126536"/>
                <a:ext cx="4171" cy="164737"/>
              </a:xfrm>
              <a:custGeom>
                <a:avLst/>
                <a:gdLst/>
                <a:ahLst/>
                <a:cxnLst/>
                <a:rect l="0" t="0" r="r" b="b"/>
                <a:pathLst>
                  <a:path w="328" h="12971" fill="norm" stroke="0">
                    <a:moveTo>
                      <a:pt x="246" y="0"/>
                    </a:moveTo>
                    <a:cubicBezTo>
                      <a:pt x="273" y="0"/>
                      <a:pt x="300" y="0"/>
                      <a:pt x="328" y="0"/>
                    </a:cubicBezTo>
                    <a:cubicBezTo>
                      <a:pt x="328" y="54"/>
                      <a:pt x="328" y="108"/>
                      <a:pt x="328" y="164"/>
                    </a:cubicBezTo>
                    <a:cubicBezTo>
                      <a:pt x="301" y="164"/>
                      <a:pt x="274" y="164"/>
                      <a:pt x="246" y="164"/>
                    </a:cubicBezTo>
                    <a:cubicBezTo>
                      <a:pt x="246" y="245"/>
                      <a:pt x="246" y="327"/>
                      <a:pt x="246" y="410"/>
                    </a:cubicBezTo>
                    <a:cubicBezTo>
                      <a:pt x="219" y="410"/>
                      <a:pt x="192" y="410"/>
                      <a:pt x="164" y="410"/>
                    </a:cubicBezTo>
                    <a:cubicBezTo>
                      <a:pt x="164" y="4501"/>
                      <a:pt x="164" y="8592"/>
                      <a:pt x="164" y="12807"/>
                    </a:cubicBezTo>
                    <a:cubicBezTo>
                      <a:pt x="191" y="12807"/>
                      <a:pt x="218" y="12807"/>
                      <a:pt x="246" y="12807"/>
                    </a:cubicBezTo>
                    <a:cubicBezTo>
                      <a:pt x="246" y="12861"/>
                      <a:pt x="246" y="12916"/>
                      <a:pt x="246" y="12971"/>
                    </a:cubicBezTo>
                    <a:cubicBezTo>
                      <a:pt x="192" y="12971"/>
                      <a:pt x="138" y="12971"/>
                      <a:pt x="82" y="12971"/>
                    </a:cubicBezTo>
                    <a:cubicBezTo>
                      <a:pt x="82" y="12700"/>
                      <a:pt x="82" y="12430"/>
                      <a:pt x="82" y="12150"/>
                    </a:cubicBezTo>
                    <a:cubicBezTo>
                      <a:pt x="55" y="12150"/>
                      <a:pt x="28" y="12150"/>
                      <a:pt x="0" y="12150"/>
                    </a:cubicBezTo>
                    <a:cubicBezTo>
                      <a:pt x="0" y="12123"/>
                      <a:pt x="0" y="12096"/>
                      <a:pt x="0" y="12068"/>
                    </a:cubicBezTo>
                    <a:cubicBezTo>
                      <a:pt x="27" y="12068"/>
                      <a:pt x="54" y="12068"/>
                      <a:pt x="82" y="12068"/>
                    </a:cubicBezTo>
                    <a:cubicBezTo>
                      <a:pt x="82" y="11960"/>
                      <a:pt x="82" y="11852"/>
                      <a:pt x="82" y="11740"/>
                    </a:cubicBezTo>
                    <a:cubicBezTo>
                      <a:pt x="55" y="11740"/>
                      <a:pt x="28" y="11740"/>
                      <a:pt x="0" y="11740"/>
                    </a:cubicBezTo>
                    <a:cubicBezTo>
                      <a:pt x="0" y="11469"/>
                      <a:pt x="0" y="11198"/>
                      <a:pt x="0" y="10919"/>
                    </a:cubicBezTo>
                    <a:cubicBezTo>
                      <a:pt x="27" y="10919"/>
                      <a:pt x="54" y="10919"/>
                      <a:pt x="82" y="10919"/>
                    </a:cubicBezTo>
                    <a:cubicBezTo>
                      <a:pt x="82" y="7370"/>
                      <a:pt x="82" y="3821"/>
                      <a:pt x="82" y="164"/>
                    </a:cubicBezTo>
                    <a:cubicBezTo>
                      <a:pt x="109" y="164"/>
                      <a:pt x="136" y="164"/>
                      <a:pt x="164" y="164"/>
                    </a:cubicBezTo>
                    <a:cubicBezTo>
                      <a:pt x="164" y="137"/>
                      <a:pt x="164" y="110"/>
                      <a:pt x="164" y="82"/>
                    </a:cubicBezTo>
                    <a:cubicBezTo>
                      <a:pt x="191" y="82"/>
                      <a:pt x="218" y="82"/>
                      <a:pt x="246" y="82"/>
                    </a:cubicBezTo>
                    <a:cubicBezTo>
                      <a:pt x="246" y="55"/>
                      <a:pt x="246" y="28"/>
                      <a:pt x="24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1" cap="flat">
                <a:noFill/>
              </a:ln>
            </p:spPr>
          </p:sp>
          <p:sp>
            <p:nvSpPr>
              <p:cNvPr id="457" name="ICON_TASK_VIDEO_path_011"/>
              <p:cNvSpPr/>
              <p:nvPr/>
            </p:nvSpPr>
            <p:spPr>
              <a:xfrm>
                <a:off x="3020521" y="1272506"/>
                <a:ext cx="12512" cy="11469"/>
              </a:xfrm>
              <a:custGeom>
                <a:avLst/>
                <a:gdLst/>
                <a:ahLst/>
                <a:cxnLst/>
                <a:rect l="0" t="0" r="r" b="b"/>
                <a:pathLst>
                  <a:path w="985" h="903" fill="norm" stroke="0">
                    <a:moveTo>
                      <a:pt x="246" y="0"/>
                    </a:moveTo>
                    <a:cubicBezTo>
                      <a:pt x="409" y="0"/>
                      <a:pt x="571" y="0"/>
                      <a:pt x="739" y="0"/>
                    </a:cubicBezTo>
                    <a:cubicBezTo>
                      <a:pt x="739" y="27"/>
                      <a:pt x="739" y="54"/>
                      <a:pt x="739" y="82"/>
                    </a:cubicBezTo>
                    <a:cubicBezTo>
                      <a:pt x="766" y="82"/>
                      <a:pt x="793" y="82"/>
                      <a:pt x="821" y="82"/>
                    </a:cubicBezTo>
                    <a:cubicBezTo>
                      <a:pt x="821" y="109"/>
                      <a:pt x="821" y="136"/>
                      <a:pt x="821" y="164"/>
                    </a:cubicBezTo>
                    <a:cubicBezTo>
                      <a:pt x="848" y="164"/>
                      <a:pt x="875" y="164"/>
                      <a:pt x="903" y="164"/>
                    </a:cubicBezTo>
                    <a:cubicBezTo>
                      <a:pt x="903" y="191"/>
                      <a:pt x="903" y="218"/>
                      <a:pt x="903" y="246"/>
                    </a:cubicBezTo>
                    <a:cubicBezTo>
                      <a:pt x="930" y="246"/>
                      <a:pt x="957" y="246"/>
                      <a:pt x="985" y="246"/>
                    </a:cubicBezTo>
                    <a:cubicBezTo>
                      <a:pt x="985" y="382"/>
                      <a:pt x="985" y="517"/>
                      <a:pt x="985" y="657"/>
                    </a:cubicBezTo>
                    <a:cubicBezTo>
                      <a:pt x="958" y="657"/>
                      <a:pt x="931" y="657"/>
                      <a:pt x="903" y="657"/>
                    </a:cubicBezTo>
                    <a:cubicBezTo>
                      <a:pt x="903" y="684"/>
                      <a:pt x="903" y="711"/>
                      <a:pt x="903" y="739"/>
                    </a:cubicBezTo>
                    <a:cubicBezTo>
                      <a:pt x="876" y="739"/>
                      <a:pt x="849" y="739"/>
                      <a:pt x="821" y="739"/>
                    </a:cubicBezTo>
                    <a:cubicBezTo>
                      <a:pt x="821" y="766"/>
                      <a:pt x="821" y="793"/>
                      <a:pt x="821" y="821"/>
                    </a:cubicBezTo>
                    <a:cubicBezTo>
                      <a:pt x="794" y="821"/>
                      <a:pt x="767" y="821"/>
                      <a:pt x="739" y="821"/>
                    </a:cubicBezTo>
                    <a:cubicBezTo>
                      <a:pt x="739" y="848"/>
                      <a:pt x="739" y="875"/>
                      <a:pt x="739" y="903"/>
                    </a:cubicBezTo>
                    <a:cubicBezTo>
                      <a:pt x="576" y="903"/>
                      <a:pt x="414" y="903"/>
                      <a:pt x="246" y="903"/>
                    </a:cubicBezTo>
                    <a:cubicBezTo>
                      <a:pt x="246" y="876"/>
                      <a:pt x="246" y="849"/>
                      <a:pt x="246" y="821"/>
                    </a:cubicBezTo>
                    <a:cubicBezTo>
                      <a:pt x="219" y="821"/>
                      <a:pt x="192" y="821"/>
                      <a:pt x="164" y="821"/>
                    </a:cubicBezTo>
                    <a:cubicBezTo>
                      <a:pt x="164" y="794"/>
                      <a:pt x="164" y="767"/>
                      <a:pt x="164" y="739"/>
                    </a:cubicBezTo>
                    <a:cubicBezTo>
                      <a:pt x="137" y="739"/>
                      <a:pt x="110" y="739"/>
                      <a:pt x="82" y="739"/>
                    </a:cubicBezTo>
                    <a:cubicBezTo>
                      <a:pt x="82" y="685"/>
                      <a:pt x="82" y="631"/>
                      <a:pt x="82" y="575"/>
                    </a:cubicBezTo>
                    <a:cubicBezTo>
                      <a:pt x="55" y="575"/>
                      <a:pt x="28" y="575"/>
                      <a:pt x="0" y="575"/>
                    </a:cubicBezTo>
                    <a:cubicBezTo>
                      <a:pt x="0" y="520"/>
                      <a:pt x="0" y="466"/>
                      <a:pt x="0" y="410"/>
                    </a:cubicBezTo>
                    <a:cubicBezTo>
                      <a:pt x="27" y="410"/>
                      <a:pt x="54" y="410"/>
                      <a:pt x="82" y="410"/>
                    </a:cubicBezTo>
                    <a:cubicBezTo>
                      <a:pt x="82" y="329"/>
                      <a:pt x="82" y="248"/>
                      <a:pt x="82" y="164"/>
                    </a:cubicBezTo>
                    <a:cubicBezTo>
                      <a:pt x="109" y="164"/>
                      <a:pt x="136" y="164"/>
                      <a:pt x="164" y="164"/>
                    </a:cubicBezTo>
                    <a:cubicBezTo>
                      <a:pt x="164" y="137"/>
                      <a:pt x="164" y="110"/>
                      <a:pt x="164" y="82"/>
                    </a:cubicBezTo>
                    <a:cubicBezTo>
                      <a:pt x="191" y="82"/>
                      <a:pt x="218" y="82"/>
                      <a:pt x="246" y="82"/>
                    </a:cubicBezTo>
                    <a:cubicBezTo>
                      <a:pt x="246" y="55"/>
                      <a:pt x="246" y="28"/>
                      <a:pt x="246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521" cap="flat">
                <a:noFill/>
              </a:ln>
            </p:spPr>
          </p:sp>
          <p:sp>
            <p:nvSpPr>
              <p:cNvPr id="458" name="ICON_TASK_VIDEO_path_012"/>
              <p:cNvSpPr/>
              <p:nvPr/>
            </p:nvSpPr>
            <p:spPr>
              <a:xfrm>
                <a:off x="3193534" y="1246407"/>
                <a:ext cx="2306" cy="30269"/>
              </a:xfrm>
              <a:custGeom>
                <a:avLst/>
                <a:gdLst/>
                <a:ahLst/>
                <a:cxnLst/>
                <a:rect l="0" t="0" r="r" b="b"/>
                <a:pathLst>
                  <a:path w="182" h="2383" fill="norm" stroke="0">
                    <a:moveTo>
                      <a:pt x="90" y="0"/>
                    </a:moveTo>
                    <a:cubicBezTo>
                      <a:pt x="102" y="1"/>
                      <a:pt x="115" y="2"/>
                      <a:pt x="128" y="3"/>
                    </a:cubicBezTo>
                    <a:cubicBezTo>
                      <a:pt x="182" y="192"/>
                      <a:pt x="173" y="382"/>
                      <a:pt x="169" y="577"/>
                    </a:cubicBezTo>
                    <a:cubicBezTo>
                      <a:pt x="142" y="577"/>
                      <a:pt x="115" y="577"/>
                      <a:pt x="87" y="577"/>
                    </a:cubicBezTo>
                    <a:cubicBezTo>
                      <a:pt x="87" y="740"/>
                      <a:pt x="87" y="902"/>
                      <a:pt x="87" y="1070"/>
                    </a:cubicBezTo>
                    <a:cubicBezTo>
                      <a:pt x="114" y="1070"/>
                      <a:pt x="141" y="1070"/>
                      <a:pt x="169" y="1070"/>
                    </a:cubicBezTo>
                    <a:cubicBezTo>
                      <a:pt x="169" y="1205"/>
                      <a:pt x="169" y="1341"/>
                      <a:pt x="169" y="1480"/>
                    </a:cubicBezTo>
                    <a:cubicBezTo>
                      <a:pt x="142" y="1480"/>
                      <a:pt x="115" y="1480"/>
                      <a:pt x="87" y="1480"/>
                    </a:cubicBezTo>
                    <a:cubicBezTo>
                      <a:pt x="87" y="1697"/>
                      <a:pt x="87" y="1914"/>
                      <a:pt x="87" y="2137"/>
                    </a:cubicBezTo>
                    <a:cubicBezTo>
                      <a:pt x="114" y="2137"/>
                      <a:pt x="141" y="2137"/>
                      <a:pt x="169" y="2137"/>
                    </a:cubicBezTo>
                    <a:cubicBezTo>
                      <a:pt x="169" y="2218"/>
                      <a:pt x="169" y="2300"/>
                      <a:pt x="169" y="2383"/>
                    </a:cubicBezTo>
                    <a:cubicBezTo>
                      <a:pt x="142" y="2383"/>
                      <a:pt x="115" y="2383"/>
                      <a:pt x="87" y="2383"/>
                    </a:cubicBezTo>
                    <a:cubicBezTo>
                      <a:pt x="87" y="2356"/>
                      <a:pt x="87" y="2329"/>
                      <a:pt x="87" y="2301"/>
                    </a:cubicBezTo>
                    <a:cubicBezTo>
                      <a:pt x="60" y="2301"/>
                      <a:pt x="33" y="2301"/>
                      <a:pt x="5" y="2301"/>
                    </a:cubicBezTo>
                    <a:cubicBezTo>
                      <a:pt x="4" y="2008"/>
                      <a:pt x="3" y="1714"/>
                      <a:pt x="3" y="1420"/>
                    </a:cubicBezTo>
                    <a:cubicBezTo>
                      <a:pt x="3" y="1284"/>
                      <a:pt x="2" y="1148"/>
                      <a:pt x="2" y="1011"/>
                    </a:cubicBezTo>
                    <a:cubicBezTo>
                      <a:pt x="2" y="892"/>
                      <a:pt x="1" y="774"/>
                      <a:pt x="1" y="655"/>
                    </a:cubicBezTo>
                    <a:cubicBezTo>
                      <a:pt x="1" y="592"/>
                      <a:pt x="1" y="529"/>
                      <a:pt x="1" y="466"/>
                    </a:cubicBezTo>
                    <a:cubicBezTo>
                      <a:pt x="0" y="407"/>
                      <a:pt x="0" y="348"/>
                      <a:pt x="0" y="288"/>
                    </a:cubicBezTo>
                    <a:cubicBezTo>
                      <a:pt x="0" y="267"/>
                      <a:pt x="0" y="245"/>
                      <a:pt x="0" y="223"/>
                    </a:cubicBezTo>
                    <a:cubicBezTo>
                      <a:pt x="0" y="194"/>
                      <a:pt x="0" y="164"/>
                      <a:pt x="0" y="134"/>
                    </a:cubicBezTo>
                    <a:cubicBezTo>
                      <a:pt x="0" y="118"/>
                      <a:pt x="0" y="101"/>
                      <a:pt x="0" y="84"/>
                    </a:cubicBezTo>
                    <a:cubicBezTo>
                      <a:pt x="8" y="23"/>
                      <a:pt x="29" y="4"/>
                      <a:pt x="9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1" cap="flat">
                <a:noFill/>
              </a:ln>
            </p:spPr>
          </p:sp>
          <p:sp>
            <p:nvSpPr>
              <p:cNvPr id="459" name="ICON_TASK_VIDEO_path_013"/>
              <p:cNvSpPr/>
              <p:nvPr/>
            </p:nvSpPr>
            <p:spPr>
              <a:xfrm>
                <a:off x="3192557" y="1283975"/>
                <a:ext cx="4171" cy="8341"/>
              </a:xfrm>
              <a:custGeom>
                <a:avLst/>
                <a:gdLst/>
                <a:ahLst/>
                <a:cxnLst/>
                <a:rect l="0" t="0" r="r" b="b"/>
                <a:pathLst>
                  <a:path w="328" h="657" fill="norm" stroke="0">
                    <a:moveTo>
                      <a:pt x="82" y="0"/>
                    </a:moveTo>
                    <a:cubicBezTo>
                      <a:pt x="136" y="0"/>
                      <a:pt x="190" y="0"/>
                      <a:pt x="246" y="0"/>
                    </a:cubicBezTo>
                    <a:cubicBezTo>
                      <a:pt x="246" y="54"/>
                      <a:pt x="246" y="108"/>
                      <a:pt x="246" y="164"/>
                    </a:cubicBezTo>
                    <a:cubicBezTo>
                      <a:pt x="273" y="164"/>
                      <a:pt x="300" y="164"/>
                      <a:pt x="328" y="164"/>
                    </a:cubicBezTo>
                    <a:cubicBezTo>
                      <a:pt x="328" y="300"/>
                      <a:pt x="328" y="435"/>
                      <a:pt x="328" y="575"/>
                    </a:cubicBezTo>
                    <a:cubicBezTo>
                      <a:pt x="301" y="575"/>
                      <a:pt x="274" y="575"/>
                      <a:pt x="246" y="575"/>
                    </a:cubicBezTo>
                    <a:cubicBezTo>
                      <a:pt x="246" y="602"/>
                      <a:pt x="246" y="629"/>
                      <a:pt x="246" y="657"/>
                    </a:cubicBezTo>
                    <a:cubicBezTo>
                      <a:pt x="165" y="657"/>
                      <a:pt x="84" y="657"/>
                      <a:pt x="0" y="657"/>
                    </a:cubicBezTo>
                    <a:cubicBezTo>
                      <a:pt x="0" y="576"/>
                      <a:pt x="0" y="494"/>
                      <a:pt x="0" y="410"/>
                    </a:cubicBezTo>
                    <a:cubicBezTo>
                      <a:pt x="27" y="410"/>
                      <a:pt x="54" y="410"/>
                      <a:pt x="82" y="410"/>
                    </a:cubicBezTo>
                    <a:cubicBezTo>
                      <a:pt x="82" y="275"/>
                      <a:pt x="82" y="140"/>
                      <a:pt x="8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1" cap="flat">
                <a:noFill/>
              </a:ln>
            </p:spPr>
          </p:sp>
        </p:grpSp>
        <p:grpSp>
          <p:nvGrpSpPr>
            <p:cNvPr id="460" name="ICON_TASK_DOCUMENT"/>
            <p:cNvGrpSpPr/>
            <p:nvPr/>
          </p:nvGrpSpPr>
          <p:grpSpPr>
            <a:xfrm>
              <a:off x="2960688" y="1381125"/>
              <a:ext cx="222250" cy="230188"/>
              <a:chOff x="2960688" y="1381125"/>
              <a:chExt cx="222250" cy="230188"/>
            </a:xfrm>
          </p:grpSpPr>
          <p:sp>
            <p:nvSpPr>
              <p:cNvPr id="461" name="ICON_TASK_DOCUMENT_path_001"/>
              <p:cNvSpPr/>
              <p:nvPr/>
            </p:nvSpPr>
            <p:spPr>
              <a:xfrm>
                <a:off x="2979631" y="1391782"/>
                <a:ext cx="180100" cy="208874"/>
              </a:xfrm>
              <a:custGeom>
                <a:avLst/>
                <a:gdLst/>
                <a:ahLst/>
                <a:cxnLst/>
                <a:rect l="0" t="0" r="r" b="b"/>
                <a:pathLst>
                  <a:path w="14181" h="16447" fill="norm" stroke="0">
                    <a:moveTo>
                      <a:pt x="336" y="0"/>
                    </a:moveTo>
                    <a:cubicBezTo>
                      <a:pt x="3852" y="0"/>
                      <a:pt x="7369" y="0"/>
                      <a:pt x="10992" y="0"/>
                    </a:cubicBezTo>
                    <a:cubicBezTo>
                      <a:pt x="10992" y="28"/>
                      <a:pt x="10992" y="55"/>
                      <a:pt x="10992" y="84"/>
                    </a:cubicBezTo>
                    <a:cubicBezTo>
                      <a:pt x="11020" y="84"/>
                      <a:pt x="11048" y="84"/>
                      <a:pt x="11076" y="84"/>
                    </a:cubicBezTo>
                    <a:cubicBezTo>
                      <a:pt x="11076" y="1081"/>
                      <a:pt x="11076" y="2078"/>
                      <a:pt x="11076" y="3105"/>
                    </a:cubicBezTo>
                    <a:cubicBezTo>
                      <a:pt x="11104" y="3105"/>
                      <a:pt x="11132" y="3105"/>
                      <a:pt x="11160" y="3105"/>
                    </a:cubicBezTo>
                    <a:cubicBezTo>
                      <a:pt x="11160" y="3160"/>
                      <a:pt x="11160" y="3216"/>
                      <a:pt x="11160" y="3273"/>
                    </a:cubicBezTo>
                    <a:cubicBezTo>
                      <a:pt x="11188" y="3273"/>
                      <a:pt x="11216" y="3273"/>
                      <a:pt x="11244" y="3273"/>
                    </a:cubicBezTo>
                    <a:cubicBezTo>
                      <a:pt x="11244" y="3300"/>
                      <a:pt x="11244" y="3328"/>
                      <a:pt x="11244" y="3356"/>
                    </a:cubicBezTo>
                    <a:cubicBezTo>
                      <a:pt x="11272" y="3356"/>
                      <a:pt x="11300" y="3356"/>
                      <a:pt x="11328" y="3356"/>
                    </a:cubicBezTo>
                    <a:cubicBezTo>
                      <a:pt x="11328" y="3384"/>
                      <a:pt x="11328" y="3412"/>
                      <a:pt x="11328" y="3440"/>
                    </a:cubicBezTo>
                    <a:cubicBezTo>
                      <a:pt x="11356" y="3440"/>
                      <a:pt x="11384" y="3440"/>
                      <a:pt x="11412" y="3440"/>
                    </a:cubicBezTo>
                    <a:cubicBezTo>
                      <a:pt x="11412" y="3468"/>
                      <a:pt x="11412" y="3496"/>
                      <a:pt x="11412" y="3524"/>
                    </a:cubicBezTo>
                    <a:cubicBezTo>
                      <a:pt x="11495" y="3524"/>
                      <a:pt x="11578" y="3524"/>
                      <a:pt x="11664" y="3524"/>
                    </a:cubicBezTo>
                    <a:cubicBezTo>
                      <a:pt x="11664" y="3552"/>
                      <a:pt x="11664" y="3580"/>
                      <a:pt x="11664" y="3608"/>
                    </a:cubicBezTo>
                    <a:cubicBezTo>
                      <a:pt x="12467" y="3608"/>
                      <a:pt x="13270" y="3608"/>
                      <a:pt x="14097" y="3608"/>
                    </a:cubicBezTo>
                    <a:cubicBezTo>
                      <a:pt x="14097" y="3636"/>
                      <a:pt x="14097" y="3664"/>
                      <a:pt x="14097" y="3692"/>
                    </a:cubicBezTo>
                    <a:cubicBezTo>
                      <a:pt x="14125" y="3692"/>
                      <a:pt x="14153" y="3692"/>
                      <a:pt x="14181" y="3692"/>
                    </a:cubicBezTo>
                    <a:cubicBezTo>
                      <a:pt x="14181" y="7818"/>
                      <a:pt x="14181" y="11944"/>
                      <a:pt x="14181" y="16195"/>
                    </a:cubicBezTo>
                    <a:cubicBezTo>
                      <a:pt x="14153" y="16195"/>
                      <a:pt x="14126" y="16195"/>
                      <a:pt x="14097" y="16195"/>
                    </a:cubicBezTo>
                    <a:cubicBezTo>
                      <a:pt x="14097" y="16223"/>
                      <a:pt x="14097" y="16250"/>
                      <a:pt x="14097" y="16279"/>
                    </a:cubicBezTo>
                    <a:cubicBezTo>
                      <a:pt x="14070" y="16279"/>
                      <a:pt x="14042" y="16279"/>
                      <a:pt x="14013" y="16279"/>
                    </a:cubicBezTo>
                    <a:cubicBezTo>
                      <a:pt x="14013" y="16307"/>
                      <a:pt x="14013" y="16334"/>
                      <a:pt x="14013" y="16363"/>
                    </a:cubicBezTo>
                    <a:cubicBezTo>
                      <a:pt x="13958" y="16363"/>
                      <a:pt x="13903" y="16363"/>
                      <a:pt x="13845" y="16363"/>
                    </a:cubicBezTo>
                    <a:cubicBezTo>
                      <a:pt x="13845" y="16391"/>
                      <a:pt x="13845" y="16418"/>
                      <a:pt x="13845" y="16447"/>
                    </a:cubicBezTo>
                    <a:cubicBezTo>
                      <a:pt x="9415" y="16447"/>
                      <a:pt x="4984" y="16447"/>
                      <a:pt x="420" y="16447"/>
                    </a:cubicBezTo>
                    <a:cubicBezTo>
                      <a:pt x="420" y="16419"/>
                      <a:pt x="420" y="16391"/>
                      <a:pt x="420" y="16363"/>
                    </a:cubicBezTo>
                    <a:cubicBezTo>
                      <a:pt x="364" y="16363"/>
                      <a:pt x="309" y="16363"/>
                      <a:pt x="252" y="16363"/>
                    </a:cubicBezTo>
                    <a:cubicBezTo>
                      <a:pt x="252" y="16335"/>
                      <a:pt x="252" y="16307"/>
                      <a:pt x="252" y="16279"/>
                    </a:cubicBezTo>
                    <a:cubicBezTo>
                      <a:pt x="224" y="16279"/>
                      <a:pt x="196" y="16279"/>
                      <a:pt x="168" y="16279"/>
                    </a:cubicBezTo>
                    <a:cubicBezTo>
                      <a:pt x="168" y="16251"/>
                      <a:pt x="168" y="16224"/>
                      <a:pt x="168" y="16195"/>
                    </a:cubicBezTo>
                    <a:cubicBezTo>
                      <a:pt x="140" y="16195"/>
                      <a:pt x="112" y="16195"/>
                      <a:pt x="84" y="16195"/>
                    </a:cubicBezTo>
                    <a:cubicBezTo>
                      <a:pt x="84" y="16167"/>
                      <a:pt x="84" y="16140"/>
                      <a:pt x="84" y="16111"/>
                    </a:cubicBezTo>
                    <a:cubicBezTo>
                      <a:pt x="56" y="16111"/>
                      <a:pt x="29" y="16111"/>
                      <a:pt x="0" y="16111"/>
                    </a:cubicBezTo>
                    <a:cubicBezTo>
                      <a:pt x="0" y="10905"/>
                      <a:pt x="0" y="5699"/>
                      <a:pt x="0" y="336"/>
                    </a:cubicBezTo>
                    <a:cubicBezTo>
                      <a:pt x="28" y="336"/>
                      <a:pt x="55" y="336"/>
                      <a:pt x="84" y="336"/>
                    </a:cubicBezTo>
                    <a:cubicBezTo>
                      <a:pt x="84" y="280"/>
                      <a:pt x="84" y="225"/>
                      <a:pt x="84" y="168"/>
                    </a:cubicBezTo>
                    <a:cubicBezTo>
                      <a:pt x="112" y="168"/>
                      <a:pt x="139" y="168"/>
                      <a:pt x="168" y="168"/>
                    </a:cubicBezTo>
                    <a:cubicBezTo>
                      <a:pt x="168" y="140"/>
                      <a:pt x="168" y="112"/>
                      <a:pt x="168" y="84"/>
                    </a:cubicBezTo>
                    <a:cubicBezTo>
                      <a:pt x="223" y="84"/>
                      <a:pt x="279" y="84"/>
                      <a:pt x="336" y="84"/>
                    </a:cubicBezTo>
                    <a:cubicBezTo>
                      <a:pt x="336" y="56"/>
                      <a:pt x="336" y="29"/>
                      <a:pt x="336" y="0"/>
                    </a:cubicBezTo>
                    <a:close/>
                    <a:moveTo>
                      <a:pt x="84" y="1175"/>
                    </a:moveTo>
                    <a:cubicBezTo>
                      <a:pt x="84" y="1507"/>
                      <a:pt x="84" y="1839"/>
                      <a:pt x="84" y="2182"/>
                    </a:cubicBezTo>
                    <a:cubicBezTo>
                      <a:pt x="139" y="2182"/>
                      <a:pt x="195" y="2182"/>
                      <a:pt x="252" y="2182"/>
                    </a:cubicBezTo>
                    <a:cubicBezTo>
                      <a:pt x="252" y="1849"/>
                      <a:pt x="252" y="1517"/>
                      <a:pt x="252" y="1175"/>
                    </a:cubicBezTo>
                    <a:cubicBezTo>
                      <a:pt x="196" y="1175"/>
                      <a:pt x="141" y="1175"/>
                      <a:pt x="84" y="1175"/>
                    </a:cubicBezTo>
                    <a:close/>
                    <a:moveTo>
                      <a:pt x="84" y="2517"/>
                    </a:moveTo>
                    <a:cubicBezTo>
                      <a:pt x="84" y="3431"/>
                      <a:pt x="84" y="4345"/>
                      <a:pt x="84" y="5286"/>
                    </a:cubicBezTo>
                    <a:cubicBezTo>
                      <a:pt x="139" y="5286"/>
                      <a:pt x="195" y="5286"/>
                      <a:pt x="252" y="5286"/>
                    </a:cubicBezTo>
                    <a:cubicBezTo>
                      <a:pt x="252" y="4373"/>
                      <a:pt x="252" y="3459"/>
                      <a:pt x="252" y="2517"/>
                    </a:cubicBezTo>
                    <a:cubicBezTo>
                      <a:pt x="196" y="2517"/>
                      <a:pt x="141" y="2517"/>
                      <a:pt x="84" y="2517"/>
                    </a:cubicBezTo>
                    <a:close/>
                    <a:moveTo>
                      <a:pt x="2182" y="4112"/>
                    </a:moveTo>
                    <a:cubicBezTo>
                      <a:pt x="2182" y="4139"/>
                      <a:pt x="2182" y="4167"/>
                      <a:pt x="2182" y="4196"/>
                    </a:cubicBezTo>
                    <a:cubicBezTo>
                      <a:pt x="2154" y="4196"/>
                      <a:pt x="2126" y="4196"/>
                      <a:pt x="2098" y="4196"/>
                    </a:cubicBezTo>
                    <a:cubicBezTo>
                      <a:pt x="2098" y="4223"/>
                      <a:pt x="2098" y="4251"/>
                      <a:pt x="2098" y="4280"/>
                    </a:cubicBezTo>
                    <a:cubicBezTo>
                      <a:pt x="2070" y="4280"/>
                      <a:pt x="2042" y="4280"/>
                      <a:pt x="2014" y="4280"/>
                    </a:cubicBezTo>
                    <a:cubicBezTo>
                      <a:pt x="2014" y="4335"/>
                      <a:pt x="2014" y="4390"/>
                      <a:pt x="2014" y="4447"/>
                    </a:cubicBezTo>
                    <a:cubicBezTo>
                      <a:pt x="1986" y="4447"/>
                      <a:pt x="1959" y="4447"/>
                      <a:pt x="1930" y="4447"/>
                    </a:cubicBezTo>
                    <a:cubicBezTo>
                      <a:pt x="1930" y="4503"/>
                      <a:pt x="1930" y="4558"/>
                      <a:pt x="1930" y="4615"/>
                    </a:cubicBezTo>
                    <a:cubicBezTo>
                      <a:pt x="1958" y="4615"/>
                      <a:pt x="1985" y="4615"/>
                      <a:pt x="2014" y="4615"/>
                    </a:cubicBezTo>
                    <a:cubicBezTo>
                      <a:pt x="2014" y="4671"/>
                      <a:pt x="2014" y="4726"/>
                      <a:pt x="2014" y="4783"/>
                    </a:cubicBezTo>
                    <a:cubicBezTo>
                      <a:pt x="2042" y="4783"/>
                      <a:pt x="2069" y="4783"/>
                      <a:pt x="2098" y="4783"/>
                    </a:cubicBezTo>
                    <a:cubicBezTo>
                      <a:pt x="2098" y="4811"/>
                      <a:pt x="2098" y="4838"/>
                      <a:pt x="2098" y="4867"/>
                    </a:cubicBezTo>
                    <a:cubicBezTo>
                      <a:pt x="2153" y="4867"/>
                      <a:pt x="2209" y="4867"/>
                      <a:pt x="2266" y="4867"/>
                    </a:cubicBezTo>
                    <a:cubicBezTo>
                      <a:pt x="2266" y="4895"/>
                      <a:pt x="2266" y="4922"/>
                      <a:pt x="2266" y="4951"/>
                    </a:cubicBezTo>
                    <a:cubicBezTo>
                      <a:pt x="4259" y="4951"/>
                      <a:pt x="6253" y="4951"/>
                      <a:pt x="8307" y="4951"/>
                    </a:cubicBezTo>
                    <a:cubicBezTo>
                      <a:pt x="8307" y="4923"/>
                      <a:pt x="8307" y="4895"/>
                      <a:pt x="8307" y="4867"/>
                    </a:cubicBezTo>
                    <a:cubicBezTo>
                      <a:pt x="8363" y="4867"/>
                      <a:pt x="8418" y="4867"/>
                      <a:pt x="8475" y="4867"/>
                    </a:cubicBezTo>
                    <a:cubicBezTo>
                      <a:pt x="8475" y="4839"/>
                      <a:pt x="8475" y="4812"/>
                      <a:pt x="8475" y="4783"/>
                    </a:cubicBezTo>
                    <a:cubicBezTo>
                      <a:pt x="8503" y="4783"/>
                      <a:pt x="8530" y="4783"/>
                      <a:pt x="8559" y="4783"/>
                    </a:cubicBezTo>
                    <a:cubicBezTo>
                      <a:pt x="8559" y="4617"/>
                      <a:pt x="8559" y="4451"/>
                      <a:pt x="8559" y="4280"/>
                    </a:cubicBezTo>
                    <a:cubicBezTo>
                      <a:pt x="8531" y="4280"/>
                      <a:pt x="8504" y="4280"/>
                      <a:pt x="8475" y="4280"/>
                    </a:cubicBezTo>
                    <a:cubicBezTo>
                      <a:pt x="8475" y="4252"/>
                      <a:pt x="8475" y="4224"/>
                      <a:pt x="8475" y="4196"/>
                    </a:cubicBezTo>
                    <a:cubicBezTo>
                      <a:pt x="8447" y="4196"/>
                      <a:pt x="8420" y="4196"/>
                      <a:pt x="8391" y="4196"/>
                    </a:cubicBezTo>
                    <a:cubicBezTo>
                      <a:pt x="8391" y="4168"/>
                      <a:pt x="8391" y="4140"/>
                      <a:pt x="8391" y="4112"/>
                    </a:cubicBezTo>
                    <a:cubicBezTo>
                      <a:pt x="6342" y="4112"/>
                      <a:pt x="4293" y="4112"/>
                      <a:pt x="2182" y="4112"/>
                    </a:cubicBezTo>
                    <a:close/>
                    <a:moveTo>
                      <a:pt x="2182" y="6545"/>
                    </a:moveTo>
                    <a:cubicBezTo>
                      <a:pt x="2182" y="6573"/>
                      <a:pt x="2182" y="6601"/>
                      <a:pt x="2182" y="6629"/>
                    </a:cubicBezTo>
                    <a:cubicBezTo>
                      <a:pt x="2154" y="6629"/>
                      <a:pt x="2126" y="6629"/>
                      <a:pt x="2098" y="6629"/>
                    </a:cubicBezTo>
                    <a:cubicBezTo>
                      <a:pt x="2098" y="6657"/>
                      <a:pt x="2098" y="6684"/>
                      <a:pt x="2098" y="6713"/>
                    </a:cubicBezTo>
                    <a:cubicBezTo>
                      <a:pt x="2070" y="6713"/>
                      <a:pt x="2042" y="6713"/>
                      <a:pt x="2014" y="6713"/>
                    </a:cubicBezTo>
                    <a:cubicBezTo>
                      <a:pt x="2014" y="6796"/>
                      <a:pt x="2014" y="6879"/>
                      <a:pt x="2014" y="6965"/>
                    </a:cubicBezTo>
                    <a:cubicBezTo>
                      <a:pt x="2042" y="6965"/>
                      <a:pt x="2069" y="6965"/>
                      <a:pt x="2098" y="6965"/>
                    </a:cubicBezTo>
                    <a:cubicBezTo>
                      <a:pt x="2098" y="6992"/>
                      <a:pt x="2098" y="7020"/>
                      <a:pt x="2098" y="7049"/>
                    </a:cubicBezTo>
                    <a:cubicBezTo>
                      <a:pt x="2125" y="7049"/>
                      <a:pt x="2153" y="7049"/>
                      <a:pt x="2182" y="7049"/>
                    </a:cubicBezTo>
                    <a:cubicBezTo>
                      <a:pt x="2182" y="7076"/>
                      <a:pt x="2182" y="7104"/>
                      <a:pt x="2182" y="7133"/>
                    </a:cubicBezTo>
                    <a:cubicBezTo>
                      <a:pt x="5449" y="7133"/>
                      <a:pt x="8717" y="7133"/>
                      <a:pt x="12083" y="7133"/>
                    </a:cubicBezTo>
                    <a:cubicBezTo>
                      <a:pt x="12083" y="7105"/>
                      <a:pt x="12083" y="7077"/>
                      <a:pt x="12083" y="7049"/>
                    </a:cubicBezTo>
                    <a:cubicBezTo>
                      <a:pt x="12111" y="7049"/>
                      <a:pt x="12139" y="7049"/>
                      <a:pt x="12167" y="7049"/>
                    </a:cubicBezTo>
                    <a:cubicBezTo>
                      <a:pt x="12167" y="7021"/>
                      <a:pt x="12167" y="6993"/>
                      <a:pt x="12167" y="6965"/>
                    </a:cubicBezTo>
                    <a:cubicBezTo>
                      <a:pt x="12195" y="6965"/>
                      <a:pt x="12223" y="6965"/>
                      <a:pt x="12251" y="6965"/>
                    </a:cubicBezTo>
                    <a:cubicBezTo>
                      <a:pt x="12251" y="6882"/>
                      <a:pt x="12251" y="6799"/>
                      <a:pt x="12251" y="6713"/>
                    </a:cubicBezTo>
                    <a:cubicBezTo>
                      <a:pt x="12223" y="6713"/>
                      <a:pt x="12196" y="6713"/>
                      <a:pt x="12167" y="6713"/>
                    </a:cubicBezTo>
                    <a:cubicBezTo>
                      <a:pt x="12167" y="6685"/>
                      <a:pt x="12167" y="6658"/>
                      <a:pt x="12167" y="6629"/>
                    </a:cubicBezTo>
                    <a:cubicBezTo>
                      <a:pt x="12140" y="6629"/>
                      <a:pt x="12112" y="6629"/>
                      <a:pt x="12083" y="6629"/>
                    </a:cubicBezTo>
                    <a:cubicBezTo>
                      <a:pt x="12083" y="6601"/>
                      <a:pt x="12083" y="6574"/>
                      <a:pt x="12083" y="6545"/>
                    </a:cubicBezTo>
                    <a:cubicBezTo>
                      <a:pt x="8816" y="6545"/>
                      <a:pt x="5548" y="6545"/>
                      <a:pt x="2182" y="6545"/>
                    </a:cubicBezTo>
                    <a:close/>
                    <a:moveTo>
                      <a:pt x="84" y="7300"/>
                    </a:moveTo>
                    <a:cubicBezTo>
                      <a:pt x="84" y="7577"/>
                      <a:pt x="84" y="7854"/>
                      <a:pt x="84" y="8139"/>
                    </a:cubicBezTo>
                    <a:cubicBezTo>
                      <a:pt x="139" y="8139"/>
                      <a:pt x="195" y="8139"/>
                      <a:pt x="252" y="8139"/>
                    </a:cubicBezTo>
                    <a:cubicBezTo>
                      <a:pt x="252" y="7863"/>
                      <a:pt x="252" y="7586"/>
                      <a:pt x="252" y="7300"/>
                    </a:cubicBezTo>
                    <a:cubicBezTo>
                      <a:pt x="196" y="7300"/>
                      <a:pt x="141" y="7300"/>
                      <a:pt x="84" y="7300"/>
                    </a:cubicBezTo>
                    <a:close/>
                    <a:moveTo>
                      <a:pt x="84" y="8727"/>
                    </a:moveTo>
                    <a:cubicBezTo>
                      <a:pt x="84" y="9031"/>
                      <a:pt x="84" y="9336"/>
                      <a:pt x="84" y="9650"/>
                    </a:cubicBezTo>
                    <a:cubicBezTo>
                      <a:pt x="139" y="9650"/>
                      <a:pt x="195" y="9650"/>
                      <a:pt x="252" y="9650"/>
                    </a:cubicBezTo>
                    <a:cubicBezTo>
                      <a:pt x="252" y="9345"/>
                      <a:pt x="252" y="9041"/>
                      <a:pt x="252" y="8727"/>
                    </a:cubicBezTo>
                    <a:cubicBezTo>
                      <a:pt x="196" y="8727"/>
                      <a:pt x="141" y="8727"/>
                      <a:pt x="84" y="8727"/>
                    </a:cubicBezTo>
                    <a:close/>
                    <a:moveTo>
                      <a:pt x="2098" y="8895"/>
                    </a:moveTo>
                    <a:cubicBezTo>
                      <a:pt x="2090" y="8942"/>
                      <a:pt x="2090" y="8942"/>
                      <a:pt x="2098" y="8979"/>
                    </a:cubicBezTo>
                    <a:cubicBezTo>
                      <a:pt x="2070" y="8979"/>
                      <a:pt x="2042" y="8979"/>
                      <a:pt x="2014" y="8979"/>
                    </a:cubicBezTo>
                    <a:cubicBezTo>
                      <a:pt x="2014" y="9062"/>
                      <a:pt x="2014" y="9145"/>
                      <a:pt x="2014" y="9230"/>
                    </a:cubicBezTo>
                    <a:cubicBezTo>
                      <a:pt x="2042" y="9230"/>
                      <a:pt x="2069" y="9230"/>
                      <a:pt x="2098" y="9230"/>
                    </a:cubicBezTo>
                    <a:cubicBezTo>
                      <a:pt x="2098" y="9258"/>
                      <a:pt x="2098" y="9286"/>
                      <a:pt x="2098" y="9314"/>
                    </a:cubicBezTo>
                    <a:cubicBezTo>
                      <a:pt x="2125" y="9314"/>
                      <a:pt x="2153" y="9314"/>
                      <a:pt x="2182" y="9314"/>
                    </a:cubicBezTo>
                    <a:cubicBezTo>
                      <a:pt x="2182" y="9342"/>
                      <a:pt x="2182" y="9370"/>
                      <a:pt x="2182" y="9398"/>
                    </a:cubicBezTo>
                    <a:cubicBezTo>
                      <a:pt x="5449" y="9398"/>
                      <a:pt x="8717" y="9398"/>
                      <a:pt x="12083" y="9398"/>
                    </a:cubicBezTo>
                    <a:cubicBezTo>
                      <a:pt x="12083" y="9370"/>
                      <a:pt x="12083" y="9343"/>
                      <a:pt x="12083" y="9314"/>
                    </a:cubicBezTo>
                    <a:cubicBezTo>
                      <a:pt x="12111" y="9314"/>
                      <a:pt x="12139" y="9314"/>
                      <a:pt x="12167" y="9314"/>
                    </a:cubicBezTo>
                    <a:cubicBezTo>
                      <a:pt x="12167" y="9287"/>
                      <a:pt x="12167" y="9259"/>
                      <a:pt x="12167" y="9230"/>
                    </a:cubicBezTo>
                    <a:cubicBezTo>
                      <a:pt x="12195" y="9230"/>
                      <a:pt x="12223" y="9230"/>
                      <a:pt x="12251" y="9230"/>
                    </a:cubicBezTo>
                    <a:cubicBezTo>
                      <a:pt x="12251" y="9175"/>
                      <a:pt x="12251" y="9120"/>
                      <a:pt x="12251" y="9062"/>
                    </a:cubicBezTo>
                    <a:cubicBezTo>
                      <a:pt x="12223" y="9062"/>
                      <a:pt x="12196" y="9062"/>
                      <a:pt x="12167" y="9062"/>
                    </a:cubicBezTo>
                    <a:cubicBezTo>
                      <a:pt x="12167" y="9007"/>
                      <a:pt x="12167" y="8952"/>
                      <a:pt x="12167" y="8895"/>
                    </a:cubicBezTo>
                    <a:cubicBezTo>
                      <a:pt x="12140" y="8895"/>
                      <a:pt x="12112" y="8895"/>
                      <a:pt x="12083" y="8895"/>
                    </a:cubicBezTo>
                    <a:cubicBezTo>
                      <a:pt x="12083" y="8867"/>
                      <a:pt x="12083" y="8839"/>
                      <a:pt x="12083" y="8811"/>
                    </a:cubicBezTo>
                    <a:cubicBezTo>
                      <a:pt x="11145" y="8809"/>
                      <a:pt x="10207" y="8808"/>
                      <a:pt x="9269" y="8807"/>
                    </a:cubicBezTo>
                    <a:cubicBezTo>
                      <a:pt x="9255" y="8807"/>
                      <a:pt x="9241" y="8807"/>
                      <a:pt x="9227" y="8807"/>
                    </a:cubicBezTo>
                    <a:cubicBezTo>
                      <a:pt x="8925" y="8807"/>
                      <a:pt x="8623" y="8807"/>
                      <a:pt x="8322" y="8806"/>
                    </a:cubicBezTo>
                    <a:cubicBezTo>
                      <a:pt x="8174" y="8806"/>
                      <a:pt x="8026" y="8806"/>
                      <a:pt x="7878" y="8806"/>
                    </a:cubicBezTo>
                    <a:cubicBezTo>
                      <a:pt x="7870" y="8806"/>
                      <a:pt x="7870" y="8806"/>
                      <a:pt x="7833" y="8806"/>
                    </a:cubicBezTo>
                    <a:cubicBezTo>
                      <a:pt x="7356" y="8806"/>
                      <a:pt x="6878" y="8805"/>
                      <a:pt x="6401" y="8804"/>
                    </a:cubicBezTo>
                    <a:cubicBezTo>
                      <a:pt x="5911" y="8804"/>
                      <a:pt x="5420" y="8803"/>
                      <a:pt x="4930" y="8803"/>
                    </a:cubicBezTo>
                    <a:cubicBezTo>
                      <a:pt x="4861" y="8803"/>
                      <a:pt x="4791" y="8803"/>
                      <a:pt x="4722" y="8803"/>
                    </a:cubicBezTo>
                    <a:cubicBezTo>
                      <a:pt x="4715" y="8803"/>
                      <a:pt x="4715" y="8803"/>
                      <a:pt x="4681" y="8803"/>
                    </a:cubicBezTo>
                    <a:cubicBezTo>
                      <a:pt x="4461" y="8803"/>
                      <a:pt x="4242" y="8802"/>
                      <a:pt x="4022" y="8802"/>
                    </a:cubicBezTo>
                    <a:cubicBezTo>
                      <a:pt x="3802" y="8801"/>
                      <a:pt x="3581" y="8801"/>
                      <a:pt x="3360" y="8801"/>
                    </a:cubicBezTo>
                    <a:cubicBezTo>
                      <a:pt x="3229" y="8801"/>
                      <a:pt x="3098" y="8801"/>
                      <a:pt x="2967" y="8801"/>
                    </a:cubicBezTo>
                    <a:cubicBezTo>
                      <a:pt x="2869" y="8800"/>
                      <a:pt x="2771" y="8800"/>
                      <a:pt x="2673" y="8801"/>
                    </a:cubicBezTo>
                    <a:cubicBezTo>
                      <a:pt x="2634" y="8801"/>
                      <a:pt x="2594" y="8801"/>
                      <a:pt x="2554" y="8800"/>
                    </a:cubicBezTo>
                    <a:cubicBezTo>
                      <a:pt x="2501" y="8800"/>
                      <a:pt x="2447" y="8800"/>
                      <a:pt x="2393" y="8800"/>
                    </a:cubicBezTo>
                    <a:cubicBezTo>
                      <a:pt x="2378" y="8800"/>
                      <a:pt x="2362" y="8800"/>
                      <a:pt x="2346" y="8800"/>
                    </a:cubicBezTo>
                    <a:cubicBezTo>
                      <a:pt x="2246" y="8801"/>
                      <a:pt x="2170" y="8822"/>
                      <a:pt x="2098" y="8895"/>
                    </a:cubicBezTo>
                    <a:close/>
                    <a:moveTo>
                      <a:pt x="84" y="9902"/>
                    </a:moveTo>
                    <a:cubicBezTo>
                      <a:pt x="84" y="10151"/>
                      <a:pt x="84" y="10400"/>
                      <a:pt x="84" y="10657"/>
                    </a:cubicBezTo>
                    <a:cubicBezTo>
                      <a:pt x="139" y="10657"/>
                      <a:pt x="195" y="10657"/>
                      <a:pt x="252" y="10657"/>
                    </a:cubicBezTo>
                    <a:cubicBezTo>
                      <a:pt x="252" y="10408"/>
                      <a:pt x="252" y="10158"/>
                      <a:pt x="252" y="9902"/>
                    </a:cubicBezTo>
                    <a:cubicBezTo>
                      <a:pt x="196" y="9902"/>
                      <a:pt x="141" y="9902"/>
                      <a:pt x="84" y="9902"/>
                    </a:cubicBezTo>
                    <a:close/>
                    <a:moveTo>
                      <a:pt x="84" y="10909"/>
                    </a:moveTo>
                    <a:cubicBezTo>
                      <a:pt x="84" y="11213"/>
                      <a:pt x="84" y="11518"/>
                      <a:pt x="84" y="11832"/>
                    </a:cubicBezTo>
                    <a:cubicBezTo>
                      <a:pt x="139" y="11832"/>
                      <a:pt x="195" y="11832"/>
                      <a:pt x="252" y="11832"/>
                    </a:cubicBezTo>
                    <a:cubicBezTo>
                      <a:pt x="252" y="11527"/>
                      <a:pt x="252" y="11222"/>
                      <a:pt x="252" y="10909"/>
                    </a:cubicBezTo>
                    <a:cubicBezTo>
                      <a:pt x="196" y="10909"/>
                      <a:pt x="141" y="10909"/>
                      <a:pt x="84" y="10909"/>
                    </a:cubicBezTo>
                    <a:close/>
                    <a:moveTo>
                      <a:pt x="2182" y="11076"/>
                    </a:moveTo>
                    <a:cubicBezTo>
                      <a:pt x="2182" y="11104"/>
                      <a:pt x="2182" y="11132"/>
                      <a:pt x="2182" y="11160"/>
                    </a:cubicBezTo>
                    <a:cubicBezTo>
                      <a:pt x="2154" y="11160"/>
                      <a:pt x="2126" y="11160"/>
                      <a:pt x="2098" y="11160"/>
                    </a:cubicBezTo>
                    <a:cubicBezTo>
                      <a:pt x="2098" y="11188"/>
                      <a:pt x="2098" y="11216"/>
                      <a:pt x="2098" y="11244"/>
                    </a:cubicBezTo>
                    <a:cubicBezTo>
                      <a:pt x="2070" y="11244"/>
                      <a:pt x="2042" y="11244"/>
                      <a:pt x="2014" y="11244"/>
                    </a:cubicBezTo>
                    <a:cubicBezTo>
                      <a:pt x="2014" y="11327"/>
                      <a:pt x="2014" y="11410"/>
                      <a:pt x="2014" y="11496"/>
                    </a:cubicBezTo>
                    <a:cubicBezTo>
                      <a:pt x="2042" y="11496"/>
                      <a:pt x="2069" y="11496"/>
                      <a:pt x="2098" y="11496"/>
                    </a:cubicBezTo>
                    <a:cubicBezTo>
                      <a:pt x="2098" y="11551"/>
                      <a:pt x="2098" y="11607"/>
                      <a:pt x="2098" y="11664"/>
                    </a:cubicBezTo>
                    <a:cubicBezTo>
                      <a:pt x="2153" y="11664"/>
                      <a:pt x="2209" y="11664"/>
                      <a:pt x="2266" y="11664"/>
                    </a:cubicBezTo>
                    <a:cubicBezTo>
                      <a:pt x="2266" y="11691"/>
                      <a:pt x="2266" y="11719"/>
                      <a:pt x="2266" y="11748"/>
                    </a:cubicBezTo>
                    <a:cubicBezTo>
                      <a:pt x="5478" y="11748"/>
                      <a:pt x="8690" y="11748"/>
                      <a:pt x="11999" y="11748"/>
                    </a:cubicBezTo>
                    <a:cubicBezTo>
                      <a:pt x="11999" y="11720"/>
                      <a:pt x="11999" y="11692"/>
                      <a:pt x="11999" y="11664"/>
                    </a:cubicBezTo>
                    <a:cubicBezTo>
                      <a:pt x="12027" y="11664"/>
                      <a:pt x="12055" y="11664"/>
                      <a:pt x="12083" y="11664"/>
                    </a:cubicBezTo>
                    <a:cubicBezTo>
                      <a:pt x="12083" y="11636"/>
                      <a:pt x="12083" y="11608"/>
                      <a:pt x="12083" y="11580"/>
                    </a:cubicBezTo>
                    <a:cubicBezTo>
                      <a:pt x="12111" y="11580"/>
                      <a:pt x="12139" y="11580"/>
                      <a:pt x="12167" y="11580"/>
                    </a:cubicBezTo>
                    <a:cubicBezTo>
                      <a:pt x="12167" y="11552"/>
                      <a:pt x="12167" y="11524"/>
                      <a:pt x="12167" y="11496"/>
                    </a:cubicBezTo>
                    <a:cubicBezTo>
                      <a:pt x="12195" y="11496"/>
                      <a:pt x="12223" y="11496"/>
                      <a:pt x="12251" y="11496"/>
                    </a:cubicBezTo>
                    <a:cubicBezTo>
                      <a:pt x="12251" y="11413"/>
                      <a:pt x="12251" y="11330"/>
                      <a:pt x="12251" y="11244"/>
                    </a:cubicBezTo>
                    <a:cubicBezTo>
                      <a:pt x="12223" y="11244"/>
                      <a:pt x="12196" y="11244"/>
                      <a:pt x="12167" y="11244"/>
                    </a:cubicBezTo>
                    <a:cubicBezTo>
                      <a:pt x="12167" y="11217"/>
                      <a:pt x="12167" y="11189"/>
                      <a:pt x="12167" y="11160"/>
                    </a:cubicBezTo>
                    <a:cubicBezTo>
                      <a:pt x="12140" y="11160"/>
                      <a:pt x="12112" y="11160"/>
                      <a:pt x="12083" y="11160"/>
                    </a:cubicBezTo>
                    <a:cubicBezTo>
                      <a:pt x="12083" y="11133"/>
                      <a:pt x="12083" y="11105"/>
                      <a:pt x="12083" y="11076"/>
                    </a:cubicBezTo>
                    <a:cubicBezTo>
                      <a:pt x="8816" y="11076"/>
                      <a:pt x="5548" y="11076"/>
                      <a:pt x="2182" y="11076"/>
                    </a:cubicBezTo>
                    <a:close/>
                    <a:moveTo>
                      <a:pt x="2182" y="13342"/>
                    </a:moveTo>
                    <a:cubicBezTo>
                      <a:pt x="2182" y="13370"/>
                      <a:pt x="2182" y="13397"/>
                      <a:pt x="2182" y="13426"/>
                    </a:cubicBezTo>
                    <a:cubicBezTo>
                      <a:pt x="2154" y="13426"/>
                      <a:pt x="2126" y="13426"/>
                      <a:pt x="2098" y="13426"/>
                    </a:cubicBezTo>
                    <a:cubicBezTo>
                      <a:pt x="2098" y="13454"/>
                      <a:pt x="2098" y="13481"/>
                      <a:pt x="2098" y="13510"/>
                    </a:cubicBezTo>
                    <a:cubicBezTo>
                      <a:pt x="2070" y="13510"/>
                      <a:pt x="2042" y="13510"/>
                      <a:pt x="2014" y="13510"/>
                    </a:cubicBezTo>
                    <a:cubicBezTo>
                      <a:pt x="2014" y="13593"/>
                      <a:pt x="2014" y="13676"/>
                      <a:pt x="2014" y="13762"/>
                    </a:cubicBezTo>
                    <a:cubicBezTo>
                      <a:pt x="2042" y="13762"/>
                      <a:pt x="2069" y="13762"/>
                      <a:pt x="2098" y="13762"/>
                    </a:cubicBezTo>
                    <a:cubicBezTo>
                      <a:pt x="2098" y="13817"/>
                      <a:pt x="2098" y="13872"/>
                      <a:pt x="2098" y="13929"/>
                    </a:cubicBezTo>
                    <a:cubicBezTo>
                      <a:pt x="2125" y="13929"/>
                      <a:pt x="2153" y="13929"/>
                      <a:pt x="2182" y="13929"/>
                    </a:cubicBezTo>
                    <a:cubicBezTo>
                      <a:pt x="2182" y="13957"/>
                      <a:pt x="2182" y="13985"/>
                      <a:pt x="2182" y="14013"/>
                    </a:cubicBezTo>
                    <a:cubicBezTo>
                      <a:pt x="4286" y="14013"/>
                      <a:pt x="6391" y="14013"/>
                      <a:pt x="8559" y="14013"/>
                    </a:cubicBezTo>
                    <a:cubicBezTo>
                      <a:pt x="8559" y="13986"/>
                      <a:pt x="8559" y="13958"/>
                      <a:pt x="8559" y="13929"/>
                    </a:cubicBezTo>
                    <a:cubicBezTo>
                      <a:pt x="8574" y="13930"/>
                      <a:pt x="8589" y="13930"/>
                      <a:pt x="8604" y="13931"/>
                    </a:cubicBezTo>
                    <a:cubicBezTo>
                      <a:pt x="8659" y="13932"/>
                      <a:pt x="8714" y="13933"/>
                      <a:pt x="8770" y="13934"/>
                    </a:cubicBezTo>
                    <a:cubicBezTo>
                      <a:pt x="8793" y="13934"/>
                      <a:pt x="8817" y="13935"/>
                      <a:pt x="8841" y="13936"/>
                    </a:cubicBezTo>
                    <a:cubicBezTo>
                      <a:pt x="8875" y="13937"/>
                      <a:pt x="8910" y="13937"/>
                      <a:pt x="8944" y="13938"/>
                    </a:cubicBezTo>
                    <a:cubicBezTo>
                      <a:pt x="8955" y="13938"/>
                      <a:pt x="8955" y="13938"/>
                      <a:pt x="9007" y="13939"/>
                    </a:cubicBezTo>
                    <a:cubicBezTo>
                      <a:pt x="9079" y="13927"/>
                      <a:pt x="9103" y="13903"/>
                      <a:pt x="9146" y="13845"/>
                    </a:cubicBezTo>
                    <a:cubicBezTo>
                      <a:pt x="9156" y="13805"/>
                      <a:pt x="9156" y="13805"/>
                      <a:pt x="9155" y="13764"/>
                    </a:cubicBezTo>
                    <a:cubicBezTo>
                      <a:pt x="9154" y="13749"/>
                      <a:pt x="9154" y="13734"/>
                      <a:pt x="9154" y="13719"/>
                    </a:cubicBezTo>
                    <a:cubicBezTo>
                      <a:pt x="9153" y="13704"/>
                      <a:pt x="9152" y="13688"/>
                      <a:pt x="9152" y="13672"/>
                    </a:cubicBezTo>
                    <a:cubicBezTo>
                      <a:pt x="9151" y="13657"/>
                      <a:pt x="9151" y="13641"/>
                      <a:pt x="9151" y="13625"/>
                    </a:cubicBezTo>
                    <a:cubicBezTo>
                      <a:pt x="9150" y="13587"/>
                      <a:pt x="9148" y="13548"/>
                      <a:pt x="9146" y="13510"/>
                    </a:cubicBezTo>
                    <a:cubicBezTo>
                      <a:pt x="9119" y="13510"/>
                      <a:pt x="9091" y="13510"/>
                      <a:pt x="9062" y="13510"/>
                    </a:cubicBezTo>
                    <a:cubicBezTo>
                      <a:pt x="9062" y="13482"/>
                      <a:pt x="9062" y="13454"/>
                      <a:pt x="9062" y="13426"/>
                    </a:cubicBezTo>
                    <a:cubicBezTo>
                      <a:pt x="9035" y="13426"/>
                      <a:pt x="9007" y="13426"/>
                      <a:pt x="8979" y="13426"/>
                    </a:cubicBezTo>
                    <a:cubicBezTo>
                      <a:pt x="8979" y="13398"/>
                      <a:pt x="8979" y="13371"/>
                      <a:pt x="8979" y="13342"/>
                    </a:cubicBezTo>
                    <a:cubicBezTo>
                      <a:pt x="6736" y="13342"/>
                      <a:pt x="4493" y="13342"/>
                      <a:pt x="2182" y="13342"/>
                    </a:cubicBezTo>
                    <a:close/>
                    <a:moveTo>
                      <a:pt x="84" y="14097"/>
                    </a:moveTo>
                    <a:cubicBezTo>
                      <a:pt x="84" y="14374"/>
                      <a:pt x="84" y="14651"/>
                      <a:pt x="84" y="14936"/>
                    </a:cubicBezTo>
                    <a:cubicBezTo>
                      <a:pt x="139" y="14936"/>
                      <a:pt x="195" y="14936"/>
                      <a:pt x="252" y="14936"/>
                    </a:cubicBezTo>
                    <a:cubicBezTo>
                      <a:pt x="252" y="14659"/>
                      <a:pt x="252" y="14383"/>
                      <a:pt x="252" y="14097"/>
                    </a:cubicBezTo>
                    <a:cubicBezTo>
                      <a:pt x="196" y="14097"/>
                      <a:pt x="141" y="14097"/>
                      <a:pt x="84" y="14097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3" cap="flat">
                <a:noFill/>
              </a:ln>
            </p:spPr>
          </p:sp>
          <p:sp>
            <p:nvSpPr>
              <p:cNvPr id="462" name="ICON_TASK_DOCUMENT_path_002"/>
              <p:cNvSpPr/>
              <p:nvPr/>
            </p:nvSpPr>
            <p:spPr>
              <a:xfrm>
                <a:off x="2973237" y="1384870"/>
                <a:ext cx="193028" cy="222434"/>
              </a:xfrm>
              <a:custGeom>
                <a:avLst/>
                <a:gdLst/>
                <a:ahLst/>
                <a:cxnLst/>
                <a:rect l="0" t="0" r="r" b="b"/>
                <a:pathLst>
                  <a:path w="15199" h="17514" fill="norm" stroke="0">
                    <a:moveTo>
                      <a:pt x="1222" y="31"/>
                    </a:moveTo>
                    <a:cubicBezTo>
                      <a:pt x="1279" y="31"/>
                      <a:pt x="1336" y="31"/>
                      <a:pt x="1393" y="31"/>
                    </a:cubicBezTo>
                    <a:cubicBezTo>
                      <a:pt x="1493" y="30"/>
                      <a:pt x="1593" y="30"/>
                      <a:pt x="1692" y="31"/>
                    </a:cubicBezTo>
                    <a:cubicBezTo>
                      <a:pt x="1841" y="31"/>
                      <a:pt x="1989" y="31"/>
                      <a:pt x="2138" y="31"/>
                    </a:cubicBezTo>
                    <a:cubicBezTo>
                      <a:pt x="2388" y="31"/>
                      <a:pt x="2637" y="31"/>
                      <a:pt x="2887" y="32"/>
                    </a:cubicBezTo>
                    <a:cubicBezTo>
                      <a:pt x="3134" y="32"/>
                      <a:pt x="3382" y="33"/>
                      <a:pt x="3629" y="33"/>
                    </a:cubicBezTo>
                    <a:cubicBezTo>
                      <a:pt x="3644" y="33"/>
                      <a:pt x="3660" y="33"/>
                      <a:pt x="3676" y="33"/>
                    </a:cubicBezTo>
                    <a:cubicBezTo>
                      <a:pt x="3754" y="33"/>
                      <a:pt x="3832" y="33"/>
                      <a:pt x="3910" y="33"/>
                    </a:cubicBezTo>
                    <a:cubicBezTo>
                      <a:pt x="4463" y="33"/>
                      <a:pt x="5016" y="34"/>
                      <a:pt x="5570" y="34"/>
                    </a:cubicBezTo>
                    <a:cubicBezTo>
                      <a:pt x="6107" y="35"/>
                      <a:pt x="6644" y="36"/>
                      <a:pt x="7181" y="36"/>
                    </a:cubicBezTo>
                    <a:cubicBezTo>
                      <a:pt x="7198" y="36"/>
                      <a:pt x="7215" y="36"/>
                      <a:pt x="7232" y="36"/>
                    </a:cubicBezTo>
                    <a:cubicBezTo>
                      <a:pt x="7398" y="36"/>
                      <a:pt x="7564" y="36"/>
                      <a:pt x="7731" y="37"/>
                    </a:cubicBezTo>
                    <a:cubicBezTo>
                      <a:pt x="8070" y="37"/>
                      <a:pt x="8409" y="37"/>
                      <a:pt x="8748" y="37"/>
                    </a:cubicBezTo>
                    <a:cubicBezTo>
                      <a:pt x="8756" y="37"/>
                      <a:pt x="8756" y="37"/>
                      <a:pt x="8795" y="37"/>
                    </a:cubicBezTo>
                    <a:cubicBezTo>
                      <a:pt x="9835" y="38"/>
                      <a:pt x="10875" y="39"/>
                      <a:pt x="11916" y="41"/>
                    </a:cubicBezTo>
                    <a:cubicBezTo>
                      <a:pt x="11916" y="69"/>
                      <a:pt x="11916" y="96"/>
                      <a:pt x="11916" y="125"/>
                    </a:cubicBezTo>
                    <a:cubicBezTo>
                      <a:pt x="11943" y="125"/>
                      <a:pt x="11971" y="125"/>
                      <a:pt x="11999" y="125"/>
                    </a:cubicBezTo>
                    <a:cubicBezTo>
                      <a:pt x="11999" y="152"/>
                      <a:pt x="11999" y="180"/>
                      <a:pt x="11999" y="209"/>
                    </a:cubicBezTo>
                    <a:cubicBezTo>
                      <a:pt x="12012" y="207"/>
                      <a:pt x="12024" y="206"/>
                      <a:pt x="12037" y="204"/>
                    </a:cubicBezTo>
                    <a:cubicBezTo>
                      <a:pt x="12083" y="209"/>
                      <a:pt x="12083" y="209"/>
                      <a:pt x="12118" y="238"/>
                    </a:cubicBezTo>
                    <a:cubicBezTo>
                      <a:pt x="12129" y="252"/>
                      <a:pt x="12140" y="265"/>
                      <a:pt x="12151" y="279"/>
                    </a:cubicBezTo>
                    <a:cubicBezTo>
                      <a:pt x="12164" y="294"/>
                      <a:pt x="12176" y="309"/>
                      <a:pt x="12189" y="324"/>
                    </a:cubicBezTo>
                    <a:cubicBezTo>
                      <a:pt x="12195" y="332"/>
                      <a:pt x="12195" y="332"/>
                      <a:pt x="12228" y="371"/>
                    </a:cubicBezTo>
                    <a:cubicBezTo>
                      <a:pt x="12369" y="544"/>
                      <a:pt x="12369" y="544"/>
                      <a:pt x="12444" y="584"/>
                    </a:cubicBezTo>
                    <a:cubicBezTo>
                      <a:pt x="12505" y="620"/>
                      <a:pt x="12516" y="656"/>
                      <a:pt x="12537" y="722"/>
                    </a:cubicBezTo>
                    <a:cubicBezTo>
                      <a:pt x="12589" y="868"/>
                      <a:pt x="12694" y="961"/>
                      <a:pt x="12804" y="1067"/>
                    </a:cubicBezTo>
                    <a:cubicBezTo>
                      <a:pt x="12839" y="1100"/>
                      <a:pt x="12873" y="1135"/>
                      <a:pt x="12908" y="1169"/>
                    </a:cubicBezTo>
                    <a:cubicBezTo>
                      <a:pt x="12930" y="1191"/>
                      <a:pt x="12953" y="1213"/>
                      <a:pt x="12975" y="1235"/>
                    </a:cubicBezTo>
                    <a:cubicBezTo>
                      <a:pt x="12985" y="1245"/>
                      <a:pt x="12996" y="1255"/>
                      <a:pt x="13006" y="1265"/>
                    </a:cubicBezTo>
                    <a:cubicBezTo>
                      <a:pt x="13060" y="1317"/>
                      <a:pt x="13107" y="1351"/>
                      <a:pt x="13174" y="1383"/>
                    </a:cubicBezTo>
                    <a:cubicBezTo>
                      <a:pt x="13182" y="1424"/>
                      <a:pt x="13182" y="1424"/>
                      <a:pt x="13179" y="1470"/>
                    </a:cubicBezTo>
                    <a:cubicBezTo>
                      <a:pt x="13179" y="1485"/>
                      <a:pt x="13178" y="1500"/>
                      <a:pt x="13177" y="1516"/>
                    </a:cubicBezTo>
                    <a:cubicBezTo>
                      <a:pt x="13177" y="1522"/>
                      <a:pt x="13177" y="1522"/>
                      <a:pt x="13174" y="1551"/>
                    </a:cubicBezTo>
                    <a:cubicBezTo>
                      <a:pt x="13186" y="1549"/>
                      <a:pt x="13199" y="1547"/>
                      <a:pt x="13211" y="1545"/>
                    </a:cubicBezTo>
                    <a:cubicBezTo>
                      <a:pt x="13258" y="1551"/>
                      <a:pt x="13258" y="1551"/>
                      <a:pt x="13296" y="1590"/>
                    </a:cubicBezTo>
                    <a:cubicBezTo>
                      <a:pt x="13309" y="1607"/>
                      <a:pt x="13321" y="1625"/>
                      <a:pt x="13334" y="1643"/>
                    </a:cubicBezTo>
                    <a:cubicBezTo>
                      <a:pt x="13393" y="1721"/>
                      <a:pt x="13454" y="1794"/>
                      <a:pt x="13523" y="1863"/>
                    </a:cubicBezTo>
                    <a:cubicBezTo>
                      <a:pt x="13531" y="1872"/>
                      <a:pt x="13540" y="1880"/>
                      <a:pt x="13549" y="1889"/>
                    </a:cubicBezTo>
                    <a:cubicBezTo>
                      <a:pt x="13601" y="1940"/>
                      <a:pt x="13655" y="1987"/>
                      <a:pt x="13711" y="2033"/>
                    </a:cubicBezTo>
                    <a:cubicBezTo>
                      <a:pt x="13724" y="2043"/>
                      <a:pt x="13738" y="2054"/>
                      <a:pt x="13751" y="2065"/>
                    </a:cubicBezTo>
                    <a:cubicBezTo>
                      <a:pt x="13776" y="2085"/>
                      <a:pt x="13802" y="2106"/>
                      <a:pt x="13828" y="2125"/>
                    </a:cubicBezTo>
                    <a:cubicBezTo>
                      <a:pt x="13901" y="2184"/>
                      <a:pt x="13935" y="2229"/>
                      <a:pt x="13964" y="2319"/>
                    </a:cubicBezTo>
                    <a:cubicBezTo>
                      <a:pt x="14016" y="2463"/>
                      <a:pt x="14122" y="2556"/>
                      <a:pt x="14230" y="2661"/>
                    </a:cubicBezTo>
                    <a:cubicBezTo>
                      <a:pt x="14265" y="2695"/>
                      <a:pt x="14300" y="2729"/>
                      <a:pt x="14335" y="2763"/>
                    </a:cubicBezTo>
                    <a:cubicBezTo>
                      <a:pt x="14357" y="2785"/>
                      <a:pt x="14379" y="2807"/>
                      <a:pt x="14401" y="2829"/>
                    </a:cubicBezTo>
                    <a:cubicBezTo>
                      <a:pt x="14412" y="2839"/>
                      <a:pt x="14422" y="2849"/>
                      <a:pt x="14433" y="2860"/>
                    </a:cubicBezTo>
                    <a:cubicBezTo>
                      <a:pt x="14486" y="2911"/>
                      <a:pt x="14533" y="2945"/>
                      <a:pt x="14601" y="2978"/>
                    </a:cubicBezTo>
                    <a:cubicBezTo>
                      <a:pt x="14606" y="3022"/>
                      <a:pt x="14606" y="3022"/>
                      <a:pt x="14601" y="3062"/>
                    </a:cubicBezTo>
                    <a:cubicBezTo>
                      <a:pt x="14628" y="3062"/>
                      <a:pt x="14656" y="3062"/>
                      <a:pt x="14685" y="3062"/>
                    </a:cubicBezTo>
                    <a:cubicBezTo>
                      <a:pt x="14685" y="3117"/>
                      <a:pt x="14685" y="3172"/>
                      <a:pt x="14685" y="3229"/>
                    </a:cubicBezTo>
                    <a:cubicBezTo>
                      <a:pt x="14712" y="3229"/>
                      <a:pt x="14740" y="3229"/>
                      <a:pt x="14769" y="3229"/>
                    </a:cubicBezTo>
                    <a:cubicBezTo>
                      <a:pt x="14769" y="3257"/>
                      <a:pt x="14769" y="3285"/>
                      <a:pt x="14769" y="3313"/>
                    </a:cubicBezTo>
                    <a:cubicBezTo>
                      <a:pt x="14781" y="3312"/>
                      <a:pt x="14794" y="3311"/>
                      <a:pt x="14807" y="3309"/>
                    </a:cubicBezTo>
                    <a:cubicBezTo>
                      <a:pt x="14852" y="3313"/>
                      <a:pt x="14852" y="3313"/>
                      <a:pt x="14884" y="3340"/>
                    </a:cubicBezTo>
                    <a:cubicBezTo>
                      <a:pt x="14893" y="3352"/>
                      <a:pt x="14903" y="3364"/>
                      <a:pt x="14913" y="3376"/>
                    </a:cubicBezTo>
                    <a:cubicBezTo>
                      <a:pt x="14918" y="3383"/>
                      <a:pt x="14918" y="3383"/>
                      <a:pt x="14945" y="3416"/>
                    </a:cubicBezTo>
                    <a:cubicBezTo>
                      <a:pt x="14956" y="3430"/>
                      <a:pt x="14967" y="3443"/>
                      <a:pt x="14978" y="3458"/>
                    </a:cubicBezTo>
                    <a:cubicBezTo>
                      <a:pt x="15000" y="3485"/>
                      <a:pt x="15022" y="3512"/>
                      <a:pt x="15044" y="3539"/>
                    </a:cubicBezTo>
                    <a:cubicBezTo>
                      <a:pt x="15053" y="3551"/>
                      <a:pt x="15063" y="3563"/>
                      <a:pt x="15073" y="3575"/>
                    </a:cubicBezTo>
                    <a:cubicBezTo>
                      <a:pt x="15104" y="3607"/>
                      <a:pt x="15104" y="3607"/>
                      <a:pt x="15147" y="3624"/>
                    </a:cubicBezTo>
                    <a:cubicBezTo>
                      <a:pt x="15188" y="3649"/>
                      <a:pt x="15188" y="3649"/>
                      <a:pt x="15199" y="3689"/>
                    </a:cubicBezTo>
                    <a:cubicBezTo>
                      <a:pt x="15199" y="3705"/>
                      <a:pt x="15199" y="3722"/>
                      <a:pt x="15199" y="3739"/>
                    </a:cubicBezTo>
                    <a:cubicBezTo>
                      <a:pt x="15199" y="3758"/>
                      <a:pt x="15199" y="3777"/>
                      <a:pt x="15199" y="3796"/>
                    </a:cubicBezTo>
                    <a:cubicBezTo>
                      <a:pt x="15199" y="3817"/>
                      <a:pt x="15199" y="3839"/>
                      <a:pt x="15198" y="3860"/>
                    </a:cubicBezTo>
                    <a:cubicBezTo>
                      <a:pt x="15198" y="3882"/>
                      <a:pt x="15199" y="3905"/>
                      <a:pt x="15199" y="3927"/>
                    </a:cubicBezTo>
                    <a:cubicBezTo>
                      <a:pt x="15199" y="3990"/>
                      <a:pt x="15199" y="4052"/>
                      <a:pt x="15198" y="4114"/>
                    </a:cubicBezTo>
                    <a:cubicBezTo>
                      <a:pt x="15198" y="4182"/>
                      <a:pt x="15198" y="4250"/>
                      <a:pt x="15198" y="4317"/>
                    </a:cubicBezTo>
                    <a:cubicBezTo>
                      <a:pt x="15199" y="4436"/>
                      <a:pt x="15198" y="4555"/>
                      <a:pt x="15198" y="4673"/>
                    </a:cubicBezTo>
                    <a:cubicBezTo>
                      <a:pt x="15198" y="4850"/>
                      <a:pt x="15198" y="5026"/>
                      <a:pt x="15198" y="5203"/>
                    </a:cubicBezTo>
                    <a:cubicBezTo>
                      <a:pt x="15198" y="5500"/>
                      <a:pt x="15197" y="5796"/>
                      <a:pt x="15197" y="6093"/>
                    </a:cubicBezTo>
                    <a:cubicBezTo>
                      <a:pt x="15196" y="6387"/>
                      <a:pt x="15196" y="6681"/>
                      <a:pt x="15196" y="6975"/>
                    </a:cubicBezTo>
                    <a:cubicBezTo>
                      <a:pt x="15196" y="6994"/>
                      <a:pt x="15196" y="7012"/>
                      <a:pt x="15196" y="7031"/>
                    </a:cubicBezTo>
                    <a:cubicBezTo>
                      <a:pt x="15196" y="7123"/>
                      <a:pt x="15196" y="7216"/>
                      <a:pt x="15196" y="7309"/>
                    </a:cubicBezTo>
                    <a:cubicBezTo>
                      <a:pt x="15196" y="7966"/>
                      <a:pt x="15195" y="8623"/>
                      <a:pt x="15194" y="9281"/>
                    </a:cubicBezTo>
                    <a:cubicBezTo>
                      <a:pt x="15194" y="9919"/>
                      <a:pt x="15193" y="10558"/>
                      <a:pt x="15193" y="11197"/>
                    </a:cubicBezTo>
                    <a:cubicBezTo>
                      <a:pt x="15193" y="11217"/>
                      <a:pt x="15193" y="11236"/>
                      <a:pt x="15193" y="11257"/>
                    </a:cubicBezTo>
                    <a:cubicBezTo>
                      <a:pt x="15193" y="11454"/>
                      <a:pt x="15192" y="11652"/>
                      <a:pt x="15192" y="11849"/>
                    </a:cubicBezTo>
                    <a:cubicBezTo>
                      <a:pt x="15192" y="12252"/>
                      <a:pt x="15192" y="12654"/>
                      <a:pt x="15192" y="13057"/>
                    </a:cubicBezTo>
                    <a:cubicBezTo>
                      <a:pt x="15192" y="13066"/>
                      <a:pt x="15192" y="13066"/>
                      <a:pt x="15192" y="13113"/>
                    </a:cubicBezTo>
                    <a:cubicBezTo>
                      <a:pt x="15191" y="14350"/>
                      <a:pt x="15190" y="15587"/>
                      <a:pt x="15188" y="16823"/>
                    </a:cubicBezTo>
                    <a:cubicBezTo>
                      <a:pt x="15160" y="16823"/>
                      <a:pt x="15133" y="16823"/>
                      <a:pt x="15104" y="16823"/>
                    </a:cubicBezTo>
                    <a:cubicBezTo>
                      <a:pt x="15104" y="16906"/>
                      <a:pt x="15104" y="16989"/>
                      <a:pt x="15104" y="17075"/>
                    </a:cubicBezTo>
                    <a:cubicBezTo>
                      <a:pt x="15076" y="17075"/>
                      <a:pt x="15049" y="17075"/>
                      <a:pt x="15020" y="17075"/>
                    </a:cubicBezTo>
                    <a:cubicBezTo>
                      <a:pt x="15022" y="17087"/>
                      <a:pt x="15023" y="17099"/>
                      <a:pt x="15025" y="17111"/>
                    </a:cubicBezTo>
                    <a:cubicBezTo>
                      <a:pt x="15017" y="17193"/>
                      <a:pt x="14959" y="17239"/>
                      <a:pt x="14901" y="17292"/>
                    </a:cubicBezTo>
                    <a:cubicBezTo>
                      <a:pt x="14836" y="17338"/>
                      <a:pt x="14792" y="17341"/>
                      <a:pt x="14715" y="17333"/>
                    </a:cubicBezTo>
                    <a:cubicBezTo>
                      <a:pt x="14705" y="17331"/>
                      <a:pt x="14695" y="17329"/>
                      <a:pt x="14685" y="17327"/>
                    </a:cubicBezTo>
                    <a:cubicBezTo>
                      <a:pt x="14685" y="17354"/>
                      <a:pt x="14685" y="17382"/>
                      <a:pt x="14685" y="17411"/>
                    </a:cubicBezTo>
                    <a:cubicBezTo>
                      <a:pt x="14424" y="17514"/>
                      <a:pt x="14160" y="17507"/>
                      <a:pt x="13885" y="17505"/>
                    </a:cubicBezTo>
                    <a:cubicBezTo>
                      <a:pt x="13816" y="17505"/>
                      <a:pt x="13747" y="17505"/>
                      <a:pt x="13677" y="17506"/>
                    </a:cubicBezTo>
                    <a:cubicBezTo>
                      <a:pt x="13556" y="17506"/>
                      <a:pt x="13435" y="17506"/>
                      <a:pt x="13315" y="17506"/>
                    </a:cubicBezTo>
                    <a:cubicBezTo>
                      <a:pt x="13135" y="17505"/>
                      <a:pt x="12955" y="17505"/>
                      <a:pt x="12775" y="17506"/>
                    </a:cubicBezTo>
                    <a:cubicBezTo>
                      <a:pt x="12454" y="17506"/>
                      <a:pt x="12132" y="17506"/>
                      <a:pt x="11811" y="17506"/>
                    </a:cubicBezTo>
                    <a:cubicBezTo>
                      <a:pt x="11530" y="17506"/>
                      <a:pt x="11249" y="17506"/>
                      <a:pt x="10968" y="17506"/>
                    </a:cubicBezTo>
                    <a:cubicBezTo>
                      <a:pt x="10949" y="17506"/>
                      <a:pt x="10930" y="17506"/>
                      <a:pt x="10911" y="17506"/>
                    </a:cubicBezTo>
                    <a:cubicBezTo>
                      <a:pt x="10835" y="17506"/>
                      <a:pt x="10759" y="17506"/>
                      <a:pt x="10684" y="17506"/>
                    </a:cubicBezTo>
                    <a:cubicBezTo>
                      <a:pt x="9973" y="17506"/>
                      <a:pt x="9263" y="17506"/>
                      <a:pt x="8552" y="17505"/>
                    </a:cubicBezTo>
                    <a:cubicBezTo>
                      <a:pt x="7921" y="17505"/>
                      <a:pt x="7290" y="17505"/>
                      <a:pt x="6659" y="17505"/>
                    </a:cubicBezTo>
                    <a:cubicBezTo>
                      <a:pt x="5950" y="17506"/>
                      <a:pt x="5241" y="17506"/>
                      <a:pt x="4531" y="17506"/>
                    </a:cubicBezTo>
                    <a:cubicBezTo>
                      <a:pt x="4456" y="17506"/>
                      <a:pt x="4380" y="17506"/>
                      <a:pt x="4304" y="17506"/>
                    </a:cubicBezTo>
                    <a:cubicBezTo>
                      <a:pt x="4286" y="17506"/>
                      <a:pt x="4267" y="17506"/>
                      <a:pt x="4248" y="17506"/>
                    </a:cubicBezTo>
                    <a:cubicBezTo>
                      <a:pt x="3967" y="17506"/>
                      <a:pt x="3686" y="17506"/>
                      <a:pt x="3405" y="17506"/>
                    </a:cubicBezTo>
                    <a:cubicBezTo>
                      <a:pt x="3086" y="17506"/>
                      <a:pt x="2766" y="17506"/>
                      <a:pt x="2446" y="17506"/>
                    </a:cubicBezTo>
                    <a:cubicBezTo>
                      <a:pt x="2268" y="17505"/>
                      <a:pt x="2089" y="17505"/>
                      <a:pt x="1910" y="17506"/>
                    </a:cubicBezTo>
                    <a:cubicBezTo>
                      <a:pt x="1791" y="17506"/>
                      <a:pt x="1671" y="17506"/>
                      <a:pt x="1552" y="17505"/>
                    </a:cubicBezTo>
                    <a:cubicBezTo>
                      <a:pt x="1484" y="17505"/>
                      <a:pt x="1416" y="17505"/>
                      <a:pt x="1348" y="17505"/>
                    </a:cubicBezTo>
                    <a:cubicBezTo>
                      <a:pt x="830" y="17508"/>
                      <a:pt x="830" y="17508"/>
                      <a:pt x="587" y="17411"/>
                    </a:cubicBezTo>
                    <a:cubicBezTo>
                      <a:pt x="587" y="17383"/>
                      <a:pt x="587" y="17355"/>
                      <a:pt x="587" y="17327"/>
                    </a:cubicBezTo>
                    <a:cubicBezTo>
                      <a:pt x="577" y="17329"/>
                      <a:pt x="567" y="17332"/>
                      <a:pt x="557" y="17334"/>
                    </a:cubicBezTo>
                    <a:cubicBezTo>
                      <a:pt x="505" y="17341"/>
                      <a:pt x="470" y="17341"/>
                      <a:pt x="420" y="17327"/>
                    </a:cubicBezTo>
                    <a:cubicBezTo>
                      <a:pt x="376" y="17289"/>
                      <a:pt x="343" y="17243"/>
                      <a:pt x="310" y="17195"/>
                    </a:cubicBezTo>
                    <a:cubicBezTo>
                      <a:pt x="268" y="17134"/>
                      <a:pt x="237" y="17107"/>
                      <a:pt x="168" y="17075"/>
                    </a:cubicBezTo>
                    <a:cubicBezTo>
                      <a:pt x="163" y="17030"/>
                      <a:pt x="163" y="17030"/>
                      <a:pt x="168" y="16991"/>
                    </a:cubicBezTo>
                    <a:cubicBezTo>
                      <a:pt x="140" y="16991"/>
                      <a:pt x="112" y="16991"/>
                      <a:pt x="84" y="16991"/>
                    </a:cubicBezTo>
                    <a:cubicBezTo>
                      <a:pt x="84" y="16853"/>
                      <a:pt x="84" y="16714"/>
                      <a:pt x="84" y="16571"/>
                    </a:cubicBezTo>
                    <a:cubicBezTo>
                      <a:pt x="56" y="16571"/>
                      <a:pt x="29" y="16571"/>
                      <a:pt x="0" y="16571"/>
                    </a:cubicBezTo>
                    <a:cubicBezTo>
                      <a:pt x="0" y="16378"/>
                      <a:pt x="0" y="16184"/>
                      <a:pt x="0" y="15984"/>
                    </a:cubicBezTo>
                    <a:cubicBezTo>
                      <a:pt x="28" y="15984"/>
                      <a:pt x="55" y="15984"/>
                      <a:pt x="84" y="15984"/>
                    </a:cubicBezTo>
                    <a:cubicBezTo>
                      <a:pt x="84" y="15763"/>
                      <a:pt x="84" y="15541"/>
                      <a:pt x="84" y="15313"/>
                    </a:cubicBezTo>
                    <a:cubicBezTo>
                      <a:pt x="56" y="15313"/>
                      <a:pt x="29" y="15313"/>
                      <a:pt x="0" y="15313"/>
                    </a:cubicBezTo>
                    <a:cubicBezTo>
                      <a:pt x="0" y="15119"/>
                      <a:pt x="0" y="14925"/>
                      <a:pt x="0" y="14725"/>
                    </a:cubicBezTo>
                    <a:cubicBezTo>
                      <a:pt x="28" y="14725"/>
                      <a:pt x="55" y="14725"/>
                      <a:pt x="84" y="14725"/>
                    </a:cubicBezTo>
                    <a:cubicBezTo>
                      <a:pt x="84" y="14282"/>
                      <a:pt x="84" y="13839"/>
                      <a:pt x="84" y="13383"/>
                    </a:cubicBezTo>
                    <a:cubicBezTo>
                      <a:pt x="56" y="13383"/>
                      <a:pt x="29" y="13383"/>
                      <a:pt x="0" y="13383"/>
                    </a:cubicBezTo>
                    <a:cubicBezTo>
                      <a:pt x="0" y="12801"/>
                      <a:pt x="0" y="12220"/>
                      <a:pt x="0" y="11621"/>
                    </a:cubicBezTo>
                    <a:cubicBezTo>
                      <a:pt x="28" y="11621"/>
                      <a:pt x="55" y="11621"/>
                      <a:pt x="84" y="11621"/>
                    </a:cubicBezTo>
                    <a:cubicBezTo>
                      <a:pt x="84" y="10873"/>
                      <a:pt x="84" y="10125"/>
                      <a:pt x="84" y="9355"/>
                    </a:cubicBezTo>
                    <a:cubicBezTo>
                      <a:pt x="56" y="9355"/>
                      <a:pt x="29" y="9355"/>
                      <a:pt x="0" y="9355"/>
                    </a:cubicBezTo>
                    <a:cubicBezTo>
                      <a:pt x="0" y="8635"/>
                      <a:pt x="0" y="7915"/>
                      <a:pt x="0" y="7173"/>
                    </a:cubicBezTo>
                    <a:cubicBezTo>
                      <a:pt x="28" y="7173"/>
                      <a:pt x="55" y="7173"/>
                      <a:pt x="84" y="7173"/>
                    </a:cubicBezTo>
                    <a:cubicBezTo>
                      <a:pt x="84" y="7090"/>
                      <a:pt x="84" y="7007"/>
                      <a:pt x="84" y="6922"/>
                    </a:cubicBezTo>
                    <a:cubicBezTo>
                      <a:pt x="56" y="6922"/>
                      <a:pt x="29" y="6922"/>
                      <a:pt x="0" y="6922"/>
                    </a:cubicBezTo>
                    <a:cubicBezTo>
                      <a:pt x="0" y="6340"/>
                      <a:pt x="0" y="5759"/>
                      <a:pt x="0" y="5159"/>
                    </a:cubicBezTo>
                    <a:cubicBezTo>
                      <a:pt x="28" y="5159"/>
                      <a:pt x="55" y="5159"/>
                      <a:pt x="84" y="5159"/>
                    </a:cubicBezTo>
                    <a:cubicBezTo>
                      <a:pt x="84" y="5132"/>
                      <a:pt x="84" y="5104"/>
                      <a:pt x="84" y="5076"/>
                    </a:cubicBezTo>
                    <a:cubicBezTo>
                      <a:pt x="56" y="5076"/>
                      <a:pt x="29" y="5076"/>
                      <a:pt x="0" y="5076"/>
                    </a:cubicBezTo>
                    <a:cubicBezTo>
                      <a:pt x="0" y="4522"/>
                      <a:pt x="0" y="3968"/>
                      <a:pt x="0" y="3397"/>
                    </a:cubicBezTo>
                    <a:cubicBezTo>
                      <a:pt x="28" y="3397"/>
                      <a:pt x="55" y="3397"/>
                      <a:pt x="84" y="3397"/>
                    </a:cubicBezTo>
                    <a:cubicBezTo>
                      <a:pt x="84" y="2843"/>
                      <a:pt x="84" y="2290"/>
                      <a:pt x="84" y="1719"/>
                    </a:cubicBezTo>
                    <a:cubicBezTo>
                      <a:pt x="56" y="1719"/>
                      <a:pt x="29" y="1719"/>
                      <a:pt x="0" y="1719"/>
                    </a:cubicBezTo>
                    <a:cubicBezTo>
                      <a:pt x="0" y="1553"/>
                      <a:pt x="0" y="1387"/>
                      <a:pt x="0" y="1216"/>
                    </a:cubicBezTo>
                    <a:cubicBezTo>
                      <a:pt x="28" y="1216"/>
                      <a:pt x="55" y="1216"/>
                      <a:pt x="84" y="1216"/>
                    </a:cubicBezTo>
                    <a:cubicBezTo>
                      <a:pt x="83" y="1197"/>
                      <a:pt x="83" y="1179"/>
                      <a:pt x="83" y="1160"/>
                    </a:cubicBezTo>
                    <a:cubicBezTo>
                      <a:pt x="81" y="1091"/>
                      <a:pt x="80" y="1022"/>
                      <a:pt x="79" y="954"/>
                    </a:cubicBezTo>
                    <a:cubicBezTo>
                      <a:pt x="79" y="924"/>
                      <a:pt x="78" y="894"/>
                      <a:pt x="78" y="865"/>
                    </a:cubicBezTo>
                    <a:cubicBezTo>
                      <a:pt x="77" y="822"/>
                      <a:pt x="76" y="779"/>
                      <a:pt x="76" y="736"/>
                    </a:cubicBezTo>
                    <a:cubicBezTo>
                      <a:pt x="75" y="723"/>
                      <a:pt x="75" y="710"/>
                      <a:pt x="74" y="696"/>
                    </a:cubicBezTo>
                    <a:cubicBezTo>
                      <a:pt x="74" y="601"/>
                      <a:pt x="100" y="530"/>
                      <a:pt x="168" y="460"/>
                    </a:cubicBezTo>
                    <a:cubicBezTo>
                      <a:pt x="215" y="452"/>
                      <a:pt x="215" y="452"/>
                      <a:pt x="252" y="460"/>
                    </a:cubicBezTo>
                    <a:cubicBezTo>
                      <a:pt x="252" y="433"/>
                      <a:pt x="252" y="405"/>
                      <a:pt x="252" y="376"/>
                    </a:cubicBezTo>
                    <a:cubicBezTo>
                      <a:pt x="279" y="376"/>
                      <a:pt x="307" y="376"/>
                      <a:pt x="336" y="376"/>
                    </a:cubicBezTo>
                    <a:cubicBezTo>
                      <a:pt x="334" y="364"/>
                      <a:pt x="333" y="352"/>
                      <a:pt x="332" y="340"/>
                    </a:cubicBezTo>
                    <a:cubicBezTo>
                      <a:pt x="339" y="259"/>
                      <a:pt x="389" y="220"/>
                      <a:pt x="447" y="167"/>
                    </a:cubicBezTo>
                    <a:cubicBezTo>
                      <a:pt x="655" y="0"/>
                      <a:pt x="972" y="29"/>
                      <a:pt x="1222" y="31"/>
                    </a:cubicBezTo>
                    <a:close/>
                    <a:moveTo>
                      <a:pt x="839" y="544"/>
                    </a:moveTo>
                    <a:cubicBezTo>
                      <a:pt x="839" y="572"/>
                      <a:pt x="839" y="600"/>
                      <a:pt x="839" y="628"/>
                    </a:cubicBezTo>
                    <a:cubicBezTo>
                      <a:pt x="784" y="628"/>
                      <a:pt x="728" y="628"/>
                      <a:pt x="671" y="628"/>
                    </a:cubicBezTo>
                    <a:cubicBezTo>
                      <a:pt x="671" y="656"/>
                      <a:pt x="671" y="684"/>
                      <a:pt x="671" y="712"/>
                    </a:cubicBezTo>
                    <a:cubicBezTo>
                      <a:pt x="644" y="712"/>
                      <a:pt x="616" y="712"/>
                      <a:pt x="587" y="712"/>
                    </a:cubicBezTo>
                    <a:cubicBezTo>
                      <a:pt x="587" y="768"/>
                      <a:pt x="587" y="823"/>
                      <a:pt x="587" y="880"/>
                    </a:cubicBezTo>
                    <a:cubicBezTo>
                      <a:pt x="560" y="880"/>
                      <a:pt x="532" y="880"/>
                      <a:pt x="503" y="880"/>
                    </a:cubicBezTo>
                    <a:cubicBezTo>
                      <a:pt x="503" y="6086"/>
                      <a:pt x="503" y="11292"/>
                      <a:pt x="503" y="16655"/>
                    </a:cubicBezTo>
                    <a:cubicBezTo>
                      <a:pt x="531" y="16655"/>
                      <a:pt x="559" y="16655"/>
                      <a:pt x="587" y="16655"/>
                    </a:cubicBezTo>
                    <a:cubicBezTo>
                      <a:pt x="587" y="16683"/>
                      <a:pt x="587" y="16711"/>
                      <a:pt x="587" y="16739"/>
                    </a:cubicBezTo>
                    <a:cubicBezTo>
                      <a:pt x="615" y="16739"/>
                      <a:pt x="643" y="16739"/>
                      <a:pt x="671" y="16739"/>
                    </a:cubicBezTo>
                    <a:cubicBezTo>
                      <a:pt x="671" y="16767"/>
                      <a:pt x="671" y="16795"/>
                      <a:pt x="671" y="16823"/>
                    </a:cubicBezTo>
                    <a:cubicBezTo>
                      <a:pt x="699" y="16823"/>
                      <a:pt x="727" y="16823"/>
                      <a:pt x="755" y="16823"/>
                    </a:cubicBezTo>
                    <a:cubicBezTo>
                      <a:pt x="755" y="16851"/>
                      <a:pt x="755" y="16879"/>
                      <a:pt x="755" y="16907"/>
                    </a:cubicBezTo>
                    <a:cubicBezTo>
                      <a:pt x="811" y="16907"/>
                      <a:pt x="866" y="16907"/>
                      <a:pt x="923" y="16907"/>
                    </a:cubicBezTo>
                    <a:cubicBezTo>
                      <a:pt x="923" y="16935"/>
                      <a:pt x="923" y="16963"/>
                      <a:pt x="923" y="16991"/>
                    </a:cubicBezTo>
                    <a:cubicBezTo>
                      <a:pt x="5354" y="16991"/>
                      <a:pt x="9784" y="16991"/>
                      <a:pt x="14349" y="16991"/>
                    </a:cubicBezTo>
                    <a:cubicBezTo>
                      <a:pt x="14349" y="16963"/>
                      <a:pt x="14349" y="16936"/>
                      <a:pt x="14349" y="16907"/>
                    </a:cubicBezTo>
                    <a:cubicBezTo>
                      <a:pt x="14404" y="16907"/>
                      <a:pt x="14460" y="16907"/>
                      <a:pt x="14517" y="16907"/>
                    </a:cubicBezTo>
                    <a:cubicBezTo>
                      <a:pt x="14517" y="16879"/>
                      <a:pt x="14517" y="16852"/>
                      <a:pt x="14517" y="16823"/>
                    </a:cubicBezTo>
                    <a:cubicBezTo>
                      <a:pt x="14544" y="16823"/>
                      <a:pt x="14572" y="16823"/>
                      <a:pt x="14601" y="16823"/>
                    </a:cubicBezTo>
                    <a:cubicBezTo>
                      <a:pt x="14601" y="16796"/>
                      <a:pt x="14601" y="16768"/>
                      <a:pt x="14601" y="16739"/>
                    </a:cubicBezTo>
                    <a:cubicBezTo>
                      <a:pt x="14628" y="16739"/>
                      <a:pt x="14656" y="16739"/>
                      <a:pt x="14685" y="16739"/>
                    </a:cubicBezTo>
                    <a:cubicBezTo>
                      <a:pt x="14685" y="12613"/>
                      <a:pt x="14685" y="8487"/>
                      <a:pt x="14685" y="4236"/>
                    </a:cubicBezTo>
                    <a:cubicBezTo>
                      <a:pt x="14657" y="4236"/>
                      <a:pt x="14629" y="4236"/>
                      <a:pt x="14601" y="4236"/>
                    </a:cubicBezTo>
                    <a:cubicBezTo>
                      <a:pt x="14601" y="4209"/>
                      <a:pt x="14601" y="4181"/>
                      <a:pt x="14601" y="4153"/>
                    </a:cubicBezTo>
                    <a:cubicBezTo>
                      <a:pt x="13798" y="4153"/>
                      <a:pt x="12995" y="4153"/>
                      <a:pt x="12167" y="4153"/>
                    </a:cubicBezTo>
                    <a:cubicBezTo>
                      <a:pt x="12167" y="4125"/>
                      <a:pt x="12167" y="4097"/>
                      <a:pt x="12167" y="4069"/>
                    </a:cubicBezTo>
                    <a:cubicBezTo>
                      <a:pt x="12084" y="4069"/>
                      <a:pt x="12001" y="4069"/>
                      <a:pt x="11916" y="4069"/>
                    </a:cubicBezTo>
                    <a:cubicBezTo>
                      <a:pt x="11916" y="4041"/>
                      <a:pt x="11916" y="4013"/>
                      <a:pt x="11916" y="3985"/>
                    </a:cubicBezTo>
                    <a:cubicBezTo>
                      <a:pt x="11888" y="3985"/>
                      <a:pt x="11860" y="3985"/>
                      <a:pt x="11832" y="3985"/>
                    </a:cubicBezTo>
                    <a:cubicBezTo>
                      <a:pt x="11832" y="3957"/>
                      <a:pt x="11832" y="3929"/>
                      <a:pt x="11832" y="3901"/>
                    </a:cubicBezTo>
                    <a:cubicBezTo>
                      <a:pt x="11804" y="3901"/>
                      <a:pt x="11776" y="3901"/>
                      <a:pt x="11748" y="3901"/>
                    </a:cubicBezTo>
                    <a:cubicBezTo>
                      <a:pt x="11748" y="3873"/>
                      <a:pt x="11748" y="3845"/>
                      <a:pt x="11748" y="3817"/>
                    </a:cubicBezTo>
                    <a:cubicBezTo>
                      <a:pt x="11720" y="3817"/>
                      <a:pt x="11692" y="3817"/>
                      <a:pt x="11664" y="3817"/>
                    </a:cubicBezTo>
                    <a:cubicBezTo>
                      <a:pt x="11664" y="3761"/>
                      <a:pt x="11664" y="3706"/>
                      <a:pt x="11664" y="3649"/>
                    </a:cubicBezTo>
                    <a:cubicBezTo>
                      <a:pt x="11636" y="3649"/>
                      <a:pt x="11608" y="3649"/>
                      <a:pt x="11580" y="3649"/>
                    </a:cubicBezTo>
                    <a:cubicBezTo>
                      <a:pt x="11580" y="2652"/>
                      <a:pt x="11580" y="1655"/>
                      <a:pt x="11580" y="628"/>
                    </a:cubicBezTo>
                    <a:cubicBezTo>
                      <a:pt x="11552" y="628"/>
                      <a:pt x="11524" y="628"/>
                      <a:pt x="11496" y="628"/>
                    </a:cubicBezTo>
                    <a:cubicBezTo>
                      <a:pt x="11496" y="601"/>
                      <a:pt x="11496" y="573"/>
                      <a:pt x="11496" y="544"/>
                    </a:cubicBezTo>
                    <a:cubicBezTo>
                      <a:pt x="7979" y="544"/>
                      <a:pt x="4462" y="544"/>
                      <a:pt x="839" y="544"/>
                    </a:cubicBezTo>
                    <a:close/>
                    <a:moveTo>
                      <a:pt x="12083" y="1048"/>
                    </a:moveTo>
                    <a:cubicBezTo>
                      <a:pt x="12083" y="1075"/>
                      <a:pt x="12083" y="1103"/>
                      <a:pt x="12083" y="1132"/>
                    </a:cubicBezTo>
                    <a:cubicBezTo>
                      <a:pt x="12056" y="1132"/>
                      <a:pt x="12028" y="1132"/>
                      <a:pt x="11999" y="1132"/>
                    </a:cubicBezTo>
                    <a:cubicBezTo>
                      <a:pt x="11999" y="1879"/>
                      <a:pt x="11999" y="2627"/>
                      <a:pt x="11999" y="3397"/>
                    </a:cubicBezTo>
                    <a:cubicBezTo>
                      <a:pt x="12027" y="3397"/>
                      <a:pt x="12055" y="3397"/>
                      <a:pt x="12083" y="3397"/>
                    </a:cubicBezTo>
                    <a:cubicBezTo>
                      <a:pt x="12083" y="3453"/>
                      <a:pt x="12083" y="3508"/>
                      <a:pt x="12083" y="3565"/>
                    </a:cubicBezTo>
                    <a:cubicBezTo>
                      <a:pt x="12111" y="3565"/>
                      <a:pt x="12139" y="3565"/>
                      <a:pt x="12167" y="3565"/>
                    </a:cubicBezTo>
                    <a:cubicBezTo>
                      <a:pt x="12167" y="3593"/>
                      <a:pt x="12167" y="3621"/>
                      <a:pt x="12167" y="3649"/>
                    </a:cubicBezTo>
                    <a:cubicBezTo>
                      <a:pt x="12887" y="3649"/>
                      <a:pt x="13607" y="3649"/>
                      <a:pt x="14349" y="3649"/>
                    </a:cubicBezTo>
                    <a:cubicBezTo>
                      <a:pt x="14349" y="3594"/>
                      <a:pt x="14349" y="3538"/>
                      <a:pt x="14349" y="3481"/>
                    </a:cubicBezTo>
                    <a:cubicBezTo>
                      <a:pt x="14321" y="3481"/>
                      <a:pt x="14294" y="3481"/>
                      <a:pt x="14265" y="3481"/>
                    </a:cubicBezTo>
                    <a:cubicBezTo>
                      <a:pt x="14265" y="3454"/>
                      <a:pt x="14265" y="3426"/>
                      <a:pt x="14265" y="3397"/>
                    </a:cubicBezTo>
                    <a:cubicBezTo>
                      <a:pt x="14237" y="3397"/>
                      <a:pt x="14210" y="3397"/>
                      <a:pt x="14181" y="3397"/>
                    </a:cubicBezTo>
                    <a:cubicBezTo>
                      <a:pt x="14181" y="3370"/>
                      <a:pt x="14181" y="3342"/>
                      <a:pt x="14181" y="3313"/>
                    </a:cubicBezTo>
                    <a:cubicBezTo>
                      <a:pt x="14153" y="3313"/>
                      <a:pt x="14126" y="3313"/>
                      <a:pt x="14097" y="3313"/>
                    </a:cubicBezTo>
                    <a:cubicBezTo>
                      <a:pt x="14097" y="3286"/>
                      <a:pt x="14097" y="3258"/>
                      <a:pt x="14097" y="3229"/>
                    </a:cubicBezTo>
                    <a:cubicBezTo>
                      <a:pt x="14070" y="3229"/>
                      <a:pt x="14042" y="3229"/>
                      <a:pt x="14013" y="3229"/>
                    </a:cubicBezTo>
                    <a:cubicBezTo>
                      <a:pt x="14013" y="3174"/>
                      <a:pt x="14013" y="3119"/>
                      <a:pt x="14013" y="3062"/>
                    </a:cubicBezTo>
                    <a:cubicBezTo>
                      <a:pt x="13986" y="3062"/>
                      <a:pt x="13958" y="3062"/>
                      <a:pt x="13929" y="3062"/>
                    </a:cubicBezTo>
                    <a:cubicBezTo>
                      <a:pt x="13929" y="3034"/>
                      <a:pt x="13929" y="3006"/>
                      <a:pt x="13929" y="2978"/>
                    </a:cubicBezTo>
                    <a:cubicBezTo>
                      <a:pt x="13902" y="2978"/>
                      <a:pt x="13874" y="2978"/>
                      <a:pt x="13845" y="2978"/>
                    </a:cubicBezTo>
                    <a:cubicBezTo>
                      <a:pt x="13845" y="2950"/>
                      <a:pt x="13845" y="2922"/>
                      <a:pt x="13845" y="2894"/>
                    </a:cubicBezTo>
                    <a:cubicBezTo>
                      <a:pt x="13818" y="2894"/>
                      <a:pt x="13790" y="2894"/>
                      <a:pt x="13762" y="2894"/>
                    </a:cubicBezTo>
                    <a:cubicBezTo>
                      <a:pt x="13762" y="2866"/>
                      <a:pt x="13762" y="2838"/>
                      <a:pt x="13762" y="2810"/>
                    </a:cubicBezTo>
                    <a:cubicBezTo>
                      <a:pt x="13734" y="2810"/>
                      <a:pt x="13706" y="2810"/>
                      <a:pt x="13678" y="2810"/>
                    </a:cubicBezTo>
                    <a:cubicBezTo>
                      <a:pt x="13678" y="2782"/>
                      <a:pt x="13678" y="2755"/>
                      <a:pt x="13678" y="2726"/>
                    </a:cubicBezTo>
                    <a:cubicBezTo>
                      <a:pt x="13650" y="2726"/>
                      <a:pt x="13622" y="2726"/>
                      <a:pt x="13594" y="2726"/>
                    </a:cubicBezTo>
                    <a:cubicBezTo>
                      <a:pt x="13594" y="2698"/>
                      <a:pt x="13594" y="2671"/>
                      <a:pt x="13594" y="2642"/>
                    </a:cubicBezTo>
                    <a:cubicBezTo>
                      <a:pt x="13566" y="2642"/>
                      <a:pt x="13538" y="2642"/>
                      <a:pt x="13510" y="2642"/>
                    </a:cubicBezTo>
                    <a:cubicBezTo>
                      <a:pt x="13510" y="2614"/>
                      <a:pt x="13510" y="2587"/>
                      <a:pt x="13510" y="2558"/>
                    </a:cubicBezTo>
                    <a:cubicBezTo>
                      <a:pt x="13482" y="2558"/>
                      <a:pt x="13454" y="2558"/>
                      <a:pt x="13426" y="2558"/>
                    </a:cubicBezTo>
                    <a:cubicBezTo>
                      <a:pt x="13426" y="2530"/>
                      <a:pt x="13426" y="2503"/>
                      <a:pt x="13426" y="2474"/>
                    </a:cubicBezTo>
                    <a:cubicBezTo>
                      <a:pt x="13398" y="2474"/>
                      <a:pt x="13371" y="2474"/>
                      <a:pt x="13342" y="2474"/>
                    </a:cubicBezTo>
                    <a:cubicBezTo>
                      <a:pt x="13342" y="2447"/>
                      <a:pt x="13342" y="2419"/>
                      <a:pt x="13342" y="2390"/>
                    </a:cubicBezTo>
                    <a:cubicBezTo>
                      <a:pt x="13314" y="2390"/>
                      <a:pt x="13287" y="2390"/>
                      <a:pt x="13258" y="2390"/>
                    </a:cubicBezTo>
                    <a:cubicBezTo>
                      <a:pt x="13258" y="2363"/>
                      <a:pt x="13258" y="2335"/>
                      <a:pt x="13258" y="2306"/>
                    </a:cubicBezTo>
                    <a:cubicBezTo>
                      <a:pt x="13230" y="2306"/>
                      <a:pt x="13203" y="2306"/>
                      <a:pt x="13174" y="2306"/>
                    </a:cubicBezTo>
                    <a:cubicBezTo>
                      <a:pt x="13174" y="2251"/>
                      <a:pt x="13174" y="2196"/>
                      <a:pt x="13174" y="2139"/>
                    </a:cubicBezTo>
                    <a:cubicBezTo>
                      <a:pt x="13146" y="2139"/>
                      <a:pt x="13119" y="2139"/>
                      <a:pt x="13090" y="2139"/>
                    </a:cubicBezTo>
                    <a:cubicBezTo>
                      <a:pt x="13090" y="2111"/>
                      <a:pt x="13090" y="2083"/>
                      <a:pt x="13090" y="2055"/>
                    </a:cubicBezTo>
                    <a:cubicBezTo>
                      <a:pt x="13063" y="2055"/>
                      <a:pt x="13035" y="2055"/>
                      <a:pt x="13006" y="2055"/>
                    </a:cubicBezTo>
                    <a:cubicBezTo>
                      <a:pt x="13006" y="2027"/>
                      <a:pt x="13006" y="1999"/>
                      <a:pt x="13006" y="1971"/>
                    </a:cubicBezTo>
                    <a:cubicBezTo>
                      <a:pt x="12979" y="1971"/>
                      <a:pt x="12951" y="1971"/>
                      <a:pt x="12922" y="1971"/>
                    </a:cubicBezTo>
                    <a:cubicBezTo>
                      <a:pt x="12922" y="1943"/>
                      <a:pt x="12922" y="1915"/>
                      <a:pt x="12922" y="1887"/>
                    </a:cubicBezTo>
                    <a:cubicBezTo>
                      <a:pt x="12895" y="1887"/>
                      <a:pt x="12867" y="1887"/>
                      <a:pt x="12839" y="1887"/>
                    </a:cubicBezTo>
                    <a:cubicBezTo>
                      <a:pt x="12839" y="1859"/>
                      <a:pt x="12839" y="1832"/>
                      <a:pt x="12839" y="1803"/>
                    </a:cubicBezTo>
                    <a:cubicBezTo>
                      <a:pt x="12811" y="1803"/>
                      <a:pt x="12783" y="1803"/>
                      <a:pt x="12755" y="1803"/>
                    </a:cubicBezTo>
                    <a:cubicBezTo>
                      <a:pt x="12755" y="1748"/>
                      <a:pt x="12755" y="1692"/>
                      <a:pt x="12755" y="1635"/>
                    </a:cubicBezTo>
                    <a:cubicBezTo>
                      <a:pt x="12727" y="1635"/>
                      <a:pt x="12699" y="1635"/>
                      <a:pt x="12671" y="1635"/>
                    </a:cubicBezTo>
                    <a:cubicBezTo>
                      <a:pt x="12671" y="1607"/>
                      <a:pt x="12671" y="1580"/>
                      <a:pt x="12671" y="1551"/>
                    </a:cubicBezTo>
                    <a:cubicBezTo>
                      <a:pt x="12643" y="1551"/>
                      <a:pt x="12615" y="1551"/>
                      <a:pt x="12587" y="1551"/>
                    </a:cubicBezTo>
                    <a:cubicBezTo>
                      <a:pt x="12587" y="1524"/>
                      <a:pt x="12587" y="1496"/>
                      <a:pt x="12587" y="1467"/>
                    </a:cubicBezTo>
                    <a:cubicBezTo>
                      <a:pt x="12559" y="1467"/>
                      <a:pt x="12531" y="1467"/>
                      <a:pt x="12503" y="1467"/>
                    </a:cubicBezTo>
                    <a:cubicBezTo>
                      <a:pt x="12503" y="1440"/>
                      <a:pt x="12503" y="1412"/>
                      <a:pt x="12503" y="1383"/>
                    </a:cubicBezTo>
                    <a:cubicBezTo>
                      <a:pt x="12475" y="1383"/>
                      <a:pt x="12448" y="1383"/>
                      <a:pt x="12419" y="1383"/>
                    </a:cubicBezTo>
                    <a:cubicBezTo>
                      <a:pt x="12419" y="1356"/>
                      <a:pt x="12419" y="1328"/>
                      <a:pt x="12419" y="1300"/>
                    </a:cubicBezTo>
                    <a:cubicBezTo>
                      <a:pt x="12391" y="1300"/>
                      <a:pt x="12364" y="1300"/>
                      <a:pt x="12335" y="1300"/>
                    </a:cubicBezTo>
                    <a:cubicBezTo>
                      <a:pt x="12335" y="1272"/>
                      <a:pt x="12335" y="1244"/>
                      <a:pt x="12335" y="1216"/>
                    </a:cubicBezTo>
                    <a:cubicBezTo>
                      <a:pt x="12329" y="1216"/>
                      <a:pt x="12329" y="1216"/>
                      <a:pt x="12296" y="1221"/>
                    </a:cubicBezTo>
                    <a:cubicBezTo>
                      <a:pt x="12281" y="1219"/>
                      <a:pt x="12266" y="1217"/>
                      <a:pt x="12251" y="1216"/>
                    </a:cubicBezTo>
                    <a:cubicBezTo>
                      <a:pt x="12224" y="1174"/>
                      <a:pt x="12209" y="1131"/>
                      <a:pt x="12191" y="1084"/>
                    </a:cubicBezTo>
                    <a:cubicBezTo>
                      <a:pt x="12183" y="1072"/>
                      <a:pt x="12175" y="1060"/>
                      <a:pt x="12167" y="1048"/>
                    </a:cubicBezTo>
                    <a:cubicBezTo>
                      <a:pt x="12123" y="1043"/>
                      <a:pt x="12123" y="1043"/>
                      <a:pt x="12083" y="1048"/>
                    </a:cubicBezTo>
                    <a:close/>
                  </a:path>
                </a:pathLst>
              </a:custGeom>
              <a:solidFill>
                <a:srgbClr val="251047"/>
              </a:solidFill>
              <a:ln w="533" cap="flat">
                <a:noFill/>
              </a:ln>
            </p:spPr>
          </p:sp>
          <p:sp>
            <p:nvSpPr>
              <p:cNvPr id="463" name="ICON_TASK_DOCUMENT_path_003"/>
              <p:cNvSpPr/>
              <p:nvPr/>
            </p:nvSpPr>
            <p:spPr>
              <a:xfrm>
                <a:off x="3005207" y="1532452"/>
                <a:ext cx="130013" cy="8525"/>
              </a:xfrm>
              <a:custGeom>
                <a:avLst/>
                <a:gdLst/>
                <a:ahLst/>
                <a:cxnLst/>
                <a:rect l="0" t="0" r="r" b="b"/>
                <a:pathLst>
                  <a:path w="10237" h="671" fill="norm" stroke="0">
                    <a:moveTo>
                      <a:pt x="168" y="0"/>
                    </a:moveTo>
                    <a:cubicBezTo>
                      <a:pt x="3435" y="0"/>
                      <a:pt x="6703" y="0"/>
                      <a:pt x="10069" y="0"/>
                    </a:cubicBezTo>
                    <a:cubicBezTo>
                      <a:pt x="10069" y="28"/>
                      <a:pt x="10069" y="55"/>
                      <a:pt x="10069" y="84"/>
                    </a:cubicBezTo>
                    <a:cubicBezTo>
                      <a:pt x="10097" y="84"/>
                      <a:pt x="10125" y="84"/>
                      <a:pt x="10153" y="84"/>
                    </a:cubicBezTo>
                    <a:cubicBezTo>
                      <a:pt x="10153" y="112"/>
                      <a:pt x="10153" y="139"/>
                      <a:pt x="10153" y="168"/>
                    </a:cubicBezTo>
                    <a:cubicBezTo>
                      <a:pt x="10181" y="168"/>
                      <a:pt x="10209" y="168"/>
                      <a:pt x="10237" y="168"/>
                    </a:cubicBezTo>
                    <a:cubicBezTo>
                      <a:pt x="10237" y="251"/>
                      <a:pt x="10237" y="334"/>
                      <a:pt x="10237" y="420"/>
                    </a:cubicBezTo>
                    <a:cubicBezTo>
                      <a:pt x="10210" y="420"/>
                      <a:pt x="10182" y="420"/>
                      <a:pt x="10153" y="420"/>
                    </a:cubicBezTo>
                    <a:cubicBezTo>
                      <a:pt x="10153" y="447"/>
                      <a:pt x="10153" y="475"/>
                      <a:pt x="10153" y="503"/>
                    </a:cubicBezTo>
                    <a:cubicBezTo>
                      <a:pt x="10126" y="503"/>
                      <a:pt x="10098" y="503"/>
                      <a:pt x="10069" y="503"/>
                    </a:cubicBezTo>
                    <a:cubicBezTo>
                      <a:pt x="10069" y="531"/>
                      <a:pt x="10069" y="559"/>
                      <a:pt x="10069" y="587"/>
                    </a:cubicBezTo>
                    <a:cubicBezTo>
                      <a:pt x="10042" y="587"/>
                      <a:pt x="10014" y="587"/>
                      <a:pt x="9986" y="587"/>
                    </a:cubicBezTo>
                    <a:cubicBezTo>
                      <a:pt x="9986" y="615"/>
                      <a:pt x="9986" y="643"/>
                      <a:pt x="9986" y="671"/>
                    </a:cubicBezTo>
                    <a:cubicBezTo>
                      <a:pt x="6773" y="671"/>
                      <a:pt x="3561" y="671"/>
                      <a:pt x="252" y="671"/>
                    </a:cubicBezTo>
                    <a:cubicBezTo>
                      <a:pt x="252" y="644"/>
                      <a:pt x="252" y="616"/>
                      <a:pt x="252" y="587"/>
                    </a:cubicBezTo>
                    <a:cubicBezTo>
                      <a:pt x="196" y="587"/>
                      <a:pt x="141" y="587"/>
                      <a:pt x="84" y="587"/>
                    </a:cubicBezTo>
                    <a:cubicBezTo>
                      <a:pt x="84" y="532"/>
                      <a:pt x="84" y="477"/>
                      <a:pt x="84" y="420"/>
                    </a:cubicBezTo>
                    <a:cubicBezTo>
                      <a:pt x="56" y="420"/>
                      <a:pt x="29" y="420"/>
                      <a:pt x="0" y="420"/>
                    </a:cubicBezTo>
                    <a:cubicBezTo>
                      <a:pt x="0" y="336"/>
                      <a:pt x="0" y="253"/>
                      <a:pt x="0" y="168"/>
                    </a:cubicBezTo>
                    <a:cubicBezTo>
                      <a:pt x="28" y="168"/>
                      <a:pt x="55" y="168"/>
                      <a:pt x="84" y="168"/>
                    </a:cubicBezTo>
                    <a:cubicBezTo>
                      <a:pt x="84" y="140"/>
                      <a:pt x="84" y="112"/>
                      <a:pt x="84" y="84"/>
                    </a:cubicBezTo>
                    <a:cubicBezTo>
                      <a:pt x="112" y="84"/>
                      <a:pt x="139" y="84"/>
                      <a:pt x="168" y="84"/>
                    </a:cubicBezTo>
                    <a:cubicBezTo>
                      <a:pt x="168" y="56"/>
                      <a:pt x="168" y="29"/>
                      <a:pt x="168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533" cap="flat">
                <a:noFill/>
              </a:ln>
            </p:spPr>
          </p:sp>
          <p:sp>
            <p:nvSpPr>
              <p:cNvPr id="464" name="ICON_TASK_DOCUMENT_path_004"/>
              <p:cNvSpPr/>
              <p:nvPr/>
            </p:nvSpPr>
            <p:spPr>
              <a:xfrm>
                <a:off x="3005207" y="1474905"/>
                <a:ext cx="130013" cy="7460"/>
              </a:xfrm>
              <a:custGeom>
                <a:avLst/>
                <a:gdLst/>
                <a:ahLst/>
                <a:cxnLst/>
                <a:rect l="0" t="0" r="r" b="b"/>
                <a:pathLst>
                  <a:path w="10237" h="587" fill="norm" stroke="0">
                    <a:moveTo>
                      <a:pt x="168" y="0"/>
                    </a:moveTo>
                    <a:cubicBezTo>
                      <a:pt x="3435" y="0"/>
                      <a:pt x="6703" y="0"/>
                      <a:pt x="10069" y="0"/>
                    </a:cubicBezTo>
                    <a:cubicBezTo>
                      <a:pt x="10069" y="28"/>
                      <a:pt x="10069" y="55"/>
                      <a:pt x="10069" y="84"/>
                    </a:cubicBezTo>
                    <a:cubicBezTo>
                      <a:pt x="10097" y="84"/>
                      <a:pt x="10125" y="84"/>
                      <a:pt x="10153" y="84"/>
                    </a:cubicBezTo>
                    <a:cubicBezTo>
                      <a:pt x="10153" y="112"/>
                      <a:pt x="10153" y="139"/>
                      <a:pt x="10153" y="168"/>
                    </a:cubicBezTo>
                    <a:cubicBezTo>
                      <a:pt x="10181" y="168"/>
                      <a:pt x="10209" y="168"/>
                      <a:pt x="10237" y="168"/>
                    </a:cubicBezTo>
                    <a:cubicBezTo>
                      <a:pt x="10237" y="251"/>
                      <a:pt x="10237" y="334"/>
                      <a:pt x="10237" y="420"/>
                    </a:cubicBezTo>
                    <a:cubicBezTo>
                      <a:pt x="10210" y="420"/>
                      <a:pt x="10182" y="420"/>
                      <a:pt x="10153" y="420"/>
                    </a:cubicBezTo>
                    <a:cubicBezTo>
                      <a:pt x="10153" y="447"/>
                      <a:pt x="10153" y="475"/>
                      <a:pt x="10153" y="503"/>
                    </a:cubicBezTo>
                    <a:cubicBezTo>
                      <a:pt x="10126" y="503"/>
                      <a:pt x="10098" y="503"/>
                      <a:pt x="10069" y="503"/>
                    </a:cubicBezTo>
                    <a:cubicBezTo>
                      <a:pt x="10069" y="531"/>
                      <a:pt x="10069" y="559"/>
                      <a:pt x="10069" y="587"/>
                    </a:cubicBezTo>
                    <a:cubicBezTo>
                      <a:pt x="6802" y="587"/>
                      <a:pt x="3534" y="587"/>
                      <a:pt x="168" y="587"/>
                    </a:cubicBezTo>
                    <a:cubicBezTo>
                      <a:pt x="168" y="560"/>
                      <a:pt x="168" y="532"/>
                      <a:pt x="168" y="503"/>
                    </a:cubicBezTo>
                    <a:cubicBezTo>
                      <a:pt x="140" y="503"/>
                      <a:pt x="112" y="503"/>
                      <a:pt x="84" y="503"/>
                    </a:cubicBezTo>
                    <a:cubicBezTo>
                      <a:pt x="84" y="476"/>
                      <a:pt x="84" y="448"/>
                      <a:pt x="84" y="420"/>
                    </a:cubicBezTo>
                    <a:cubicBezTo>
                      <a:pt x="56" y="420"/>
                      <a:pt x="29" y="420"/>
                      <a:pt x="0" y="420"/>
                    </a:cubicBezTo>
                    <a:cubicBezTo>
                      <a:pt x="0" y="336"/>
                      <a:pt x="0" y="253"/>
                      <a:pt x="0" y="168"/>
                    </a:cubicBezTo>
                    <a:cubicBezTo>
                      <a:pt x="28" y="168"/>
                      <a:pt x="55" y="168"/>
                      <a:pt x="84" y="168"/>
                    </a:cubicBezTo>
                    <a:cubicBezTo>
                      <a:pt x="84" y="140"/>
                      <a:pt x="84" y="112"/>
                      <a:pt x="84" y="84"/>
                    </a:cubicBezTo>
                    <a:cubicBezTo>
                      <a:pt x="112" y="84"/>
                      <a:pt x="139" y="84"/>
                      <a:pt x="168" y="84"/>
                    </a:cubicBezTo>
                    <a:cubicBezTo>
                      <a:pt x="168" y="56"/>
                      <a:pt x="168" y="29"/>
                      <a:pt x="168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533" cap="flat">
                <a:noFill/>
              </a:ln>
            </p:spPr>
          </p:sp>
          <p:sp>
            <p:nvSpPr>
              <p:cNvPr id="465" name="ICON_TASK_DOCUMENT_path_005"/>
              <p:cNvSpPr/>
              <p:nvPr/>
            </p:nvSpPr>
            <p:spPr>
              <a:xfrm>
                <a:off x="3005207" y="1503528"/>
                <a:ext cx="130013" cy="7611"/>
              </a:xfrm>
              <a:custGeom>
                <a:avLst/>
                <a:gdLst/>
                <a:ahLst/>
                <a:cxnLst/>
                <a:rect l="0" t="0" r="r" b="b"/>
                <a:pathLst>
                  <a:path w="10237" h="599" fill="norm" stroke="0">
                    <a:moveTo>
                      <a:pt x="379" y="2"/>
                    </a:moveTo>
                    <a:cubicBezTo>
                      <a:pt x="396" y="1"/>
                      <a:pt x="413" y="1"/>
                      <a:pt x="430" y="1"/>
                    </a:cubicBezTo>
                    <a:cubicBezTo>
                      <a:pt x="486" y="1"/>
                      <a:pt x="543" y="1"/>
                      <a:pt x="599" y="2"/>
                    </a:cubicBezTo>
                    <a:cubicBezTo>
                      <a:pt x="640" y="2"/>
                      <a:pt x="681" y="2"/>
                      <a:pt x="722" y="2"/>
                    </a:cubicBezTo>
                    <a:cubicBezTo>
                      <a:pt x="810" y="1"/>
                      <a:pt x="899" y="2"/>
                      <a:pt x="988" y="2"/>
                    </a:cubicBezTo>
                    <a:cubicBezTo>
                      <a:pt x="1120" y="2"/>
                      <a:pt x="1251" y="2"/>
                      <a:pt x="1383" y="2"/>
                    </a:cubicBezTo>
                    <a:cubicBezTo>
                      <a:pt x="1605" y="2"/>
                      <a:pt x="1827" y="3"/>
                      <a:pt x="2049" y="3"/>
                    </a:cubicBezTo>
                    <a:cubicBezTo>
                      <a:pt x="2269" y="3"/>
                      <a:pt x="2488" y="4"/>
                      <a:pt x="2708" y="4"/>
                    </a:cubicBezTo>
                    <a:cubicBezTo>
                      <a:pt x="2722" y="4"/>
                      <a:pt x="2735" y="4"/>
                      <a:pt x="2750" y="4"/>
                    </a:cubicBezTo>
                    <a:cubicBezTo>
                      <a:pt x="2819" y="4"/>
                      <a:pt x="2888" y="4"/>
                      <a:pt x="2958" y="4"/>
                    </a:cubicBezTo>
                    <a:cubicBezTo>
                      <a:pt x="3449" y="4"/>
                      <a:pt x="3940" y="5"/>
                      <a:pt x="4432" y="6"/>
                    </a:cubicBezTo>
                    <a:cubicBezTo>
                      <a:pt x="4909" y="6"/>
                      <a:pt x="5386" y="7"/>
                      <a:pt x="5864" y="7"/>
                    </a:cubicBezTo>
                    <a:cubicBezTo>
                      <a:pt x="5879" y="7"/>
                      <a:pt x="5893" y="7"/>
                      <a:pt x="5908" y="7"/>
                    </a:cubicBezTo>
                    <a:cubicBezTo>
                      <a:pt x="6056" y="7"/>
                      <a:pt x="6204" y="8"/>
                      <a:pt x="6352" y="8"/>
                    </a:cubicBezTo>
                    <a:cubicBezTo>
                      <a:pt x="6653" y="8"/>
                      <a:pt x="6954" y="8"/>
                      <a:pt x="7255" y="8"/>
                    </a:cubicBezTo>
                    <a:cubicBezTo>
                      <a:pt x="7262" y="8"/>
                      <a:pt x="7262" y="8"/>
                      <a:pt x="7297" y="8"/>
                    </a:cubicBezTo>
                    <a:cubicBezTo>
                      <a:pt x="8221" y="9"/>
                      <a:pt x="9145" y="10"/>
                      <a:pt x="10069" y="12"/>
                    </a:cubicBezTo>
                    <a:cubicBezTo>
                      <a:pt x="10069" y="40"/>
                      <a:pt x="10069" y="67"/>
                      <a:pt x="10069" y="96"/>
                    </a:cubicBezTo>
                    <a:cubicBezTo>
                      <a:pt x="10097" y="96"/>
                      <a:pt x="10125" y="96"/>
                      <a:pt x="10153" y="96"/>
                    </a:cubicBezTo>
                    <a:cubicBezTo>
                      <a:pt x="10153" y="151"/>
                      <a:pt x="10153" y="207"/>
                      <a:pt x="10153" y="264"/>
                    </a:cubicBezTo>
                    <a:cubicBezTo>
                      <a:pt x="10181" y="264"/>
                      <a:pt x="10209" y="264"/>
                      <a:pt x="10237" y="264"/>
                    </a:cubicBezTo>
                    <a:cubicBezTo>
                      <a:pt x="10237" y="319"/>
                      <a:pt x="10237" y="374"/>
                      <a:pt x="10237" y="431"/>
                    </a:cubicBezTo>
                    <a:cubicBezTo>
                      <a:pt x="10210" y="431"/>
                      <a:pt x="10182" y="431"/>
                      <a:pt x="10153" y="431"/>
                    </a:cubicBezTo>
                    <a:cubicBezTo>
                      <a:pt x="10153" y="459"/>
                      <a:pt x="10153" y="487"/>
                      <a:pt x="10153" y="515"/>
                    </a:cubicBezTo>
                    <a:cubicBezTo>
                      <a:pt x="10126" y="515"/>
                      <a:pt x="10098" y="515"/>
                      <a:pt x="10069" y="515"/>
                    </a:cubicBezTo>
                    <a:cubicBezTo>
                      <a:pt x="10069" y="543"/>
                      <a:pt x="10069" y="571"/>
                      <a:pt x="10069" y="599"/>
                    </a:cubicBezTo>
                    <a:cubicBezTo>
                      <a:pt x="6802" y="599"/>
                      <a:pt x="3534" y="599"/>
                      <a:pt x="168" y="599"/>
                    </a:cubicBezTo>
                    <a:cubicBezTo>
                      <a:pt x="168" y="572"/>
                      <a:pt x="168" y="544"/>
                      <a:pt x="168" y="515"/>
                    </a:cubicBezTo>
                    <a:cubicBezTo>
                      <a:pt x="140" y="515"/>
                      <a:pt x="112" y="515"/>
                      <a:pt x="84" y="515"/>
                    </a:cubicBezTo>
                    <a:cubicBezTo>
                      <a:pt x="84" y="488"/>
                      <a:pt x="84" y="460"/>
                      <a:pt x="84" y="431"/>
                    </a:cubicBezTo>
                    <a:cubicBezTo>
                      <a:pt x="56" y="431"/>
                      <a:pt x="29" y="431"/>
                      <a:pt x="0" y="431"/>
                    </a:cubicBezTo>
                    <a:cubicBezTo>
                      <a:pt x="0" y="348"/>
                      <a:pt x="0" y="265"/>
                      <a:pt x="0" y="180"/>
                    </a:cubicBezTo>
                    <a:cubicBezTo>
                      <a:pt x="28" y="180"/>
                      <a:pt x="55" y="180"/>
                      <a:pt x="84" y="180"/>
                    </a:cubicBezTo>
                    <a:cubicBezTo>
                      <a:pt x="83" y="174"/>
                      <a:pt x="83" y="174"/>
                      <a:pt x="76" y="143"/>
                    </a:cubicBezTo>
                    <a:cubicBezTo>
                      <a:pt x="84" y="96"/>
                      <a:pt x="84" y="96"/>
                      <a:pt x="106" y="73"/>
                    </a:cubicBezTo>
                    <a:cubicBezTo>
                      <a:pt x="197" y="9"/>
                      <a:pt x="269" y="0"/>
                      <a:pt x="379" y="2"/>
                    </a:cubicBezTo>
                    <a:close/>
                  </a:path>
                </a:pathLst>
              </a:custGeom>
              <a:solidFill>
                <a:srgbClr val="251047"/>
              </a:solidFill>
              <a:ln w="533" cap="flat">
                <a:noFill/>
              </a:ln>
            </p:spPr>
          </p:sp>
          <p:sp>
            <p:nvSpPr>
              <p:cNvPr id="466" name="ICON_TASK_DOCUMENT_path_006"/>
              <p:cNvSpPr/>
              <p:nvPr/>
            </p:nvSpPr>
            <p:spPr>
              <a:xfrm>
                <a:off x="3004142" y="1444000"/>
                <a:ext cx="84189" cy="10657"/>
              </a:xfrm>
              <a:custGeom>
                <a:avLst/>
                <a:gdLst/>
                <a:ahLst/>
                <a:cxnLst/>
                <a:rect l="0" t="0" r="r" b="b"/>
                <a:pathLst>
                  <a:path w="6629" h="839" fill="norm" stroke="0">
                    <a:moveTo>
                      <a:pt x="252" y="0"/>
                    </a:moveTo>
                    <a:cubicBezTo>
                      <a:pt x="2301" y="0"/>
                      <a:pt x="4350" y="0"/>
                      <a:pt x="6461" y="0"/>
                    </a:cubicBezTo>
                    <a:cubicBezTo>
                      <a:pt x="6461" y="28"/>
                      <a:pt x="6461" y="55"/>
                      <a:pt x="6461" y="84"/>
                    </a:cubicBezTo>
                    <a:cubicBezTo>
                      <a:pt x="6489" y="84"/>
                      <a:pt x="6517" y="84"/>
                      <a:pt x="6545" y="84"/>
                    </a:cubicBezTo>
                    <a:cubicBezTo>
                      <a:pt x="6545" y="112"/>
                      <a:pt x="6545" y="139"/>
                      <a:pt x="6545" y="168"/>
                    </a:cubicBezTo>
                    <a:cubicBezTo>
                      <a:pt x="6573" y="168"/>
                      <a:pt x="6601" y="168"/>
                      <a:pt x="6629" y="168"/>
                    </a:cubicBezTo>
                    <a:cubicBezTo>
                      <a:pt x="6629" y="334"/>
                      <a:pt x="6629" y="500"/>
                      <a:pt x="6629" y="671"/>
                    </a:cubicBezTo>
                    <a:cubicBezTo>
                      <a:pt x="6601" y="671"/>
                      <a:pt x="6574" y="671"/>
                      <a:pt x="6545" y="671"/>
                    </a:cubicBezTo>
                    <a:cubicBezTo>
                      <a:pt x="6545" y="699"/>
                      <a:pt x="6545" y="727"/>
                      <a:pt x="6545" y="755"/>
                    </a:cubicBezTo>
                    <a:cubicBezTo>
                      <a:pt x="6490" y="755"/>
                      <a:pt x="6434" y="755"/>
                      <a:pt x="6377" y="755"/>
                    </a:cubicBezTo>
                    <a:cubicBezTo>
                      <a:pt x="6377" y="783"/>
                      <a:pt x="6377" y="811"/>
                      <a:pt x="6377" y="839"/>
                    </a:cubicBezTo>
                    <a:cubicBezTo>
                      <a:pt x="4384" y="839"/>
                      <a:pt x="2390" y="839"/>
                      <a:pt x="336" y="839"/>
                    </a:cubicBezTo>
                    <a:cubicBezTo>
                      <a:pt x="336" y="811"/>
                      <a:pt x="336" y="784"/>
                      <a:pt x="336" y="755"/>
                    </a:cubicBezTo>
                    <a:cubicBezTo>
                      <a:pt x="280" y="755"/>
                      <a:pt x="225" y="755"/>
                      <a:pt x="168" y="755"/>
                    </a:cubicBezTo>
                    <a:cubicBezTo>
                      <a:pt x="168" y="728"/>
                      <a:pt x="168" y="700"/>
                      <a:pt x="168" y="671"/>
                    </a:cubicBezTo>
                    <a:cubicBezTo>
                      <a:pt x="140" y="671"/>
                      <a:pt x="112" y="671"/>
                      <a:pt x="84" y="671"/>
                    </a:cubicBezTo>
                    <a:cubicBezTo>
                      <a:pt x="84" y="616"/>
                      <a:pt x="84" y="561"/>
                      <a:pt x="84" y="503"/>
                    </a:cubicBezTo>
                    <a:cubicBezTo>
                      <a:pt x="56" y="503"/>
                      <a:pt x="29" y="503"/>
                      <a:pt x="0" y="503"/>
                    </a:cubicBezTo>
                    <a:cubicBezTo>
                      <a:pt x="0" y="448"/>
                      <a:pt x="0" y="393"/>
                      <a:pt x="0" y="336"/>
                    </a:cubicBezTo>
                    <a:cubicBezTo>
                      <a:pt x="28" y="336"/>
                      <a:pt x="55" y="336"/>
                      <a:pt x="84" y="336"/>
                    </a:cubicBezTo>
                    <a:cubicBezTo>
                      <a:pt x="84" y="280"/>
                      <a:pt x="84" y="225"/>
                      <a:pt x="84" y="168"/>
                    </a:cubicBezTo>
                    <a:cubicBezTo>
                      <a:pt x="112" y="168"/>
                      <a:pt x="139" y="168"/>
                      <a:pt x="168" y="168"/>
                    </a:cubicBezTo>
                    <a:cubicBezTo>
                      <a:pt x="168" y="140"/>
                      <a:pt x="168" y="112"/>
                      <a:pt x="168" y="84"/>
                    </a:cubicBezTo>
                    <a:cubicBezTo>
                      <a:pt x="196" y="84"/>
                      <a:pt x="223" y="84"/>
                      <a:pt x="252" y="84"/>
                    </a:cubicBezTo>
                    <a:cubicBezTo>
                      <a:pt x="252" y="56"/>
                      <a:pt x="252" y="29"/>
                      <a:pt x="252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533" cap="flat">
                <a:noFill/>
              </a:ln>
            </p:spPr>
          </p:sp>
          <p:sp>
            <p:nvSpPr>
              <p:cNvPr id="467" name="ICON_TASK_DOCUMENT_path_007"/>
              <p:cNvSpPr/>
              <p:nvPr/>
            </p:nvSpPr>
            <p:spPr>
              <a:xfrm>
                <a:off x="3005207" y="1561225"/>
                <a:ext cx="90704" cy="8525"/>
              </a:xfrm>
              <a:custGeom>
                <a:avLst/>
                <a:gdLst/>
                <a:ahLst/>
                <a:cxnLst/>
                <a:rect l="0" t="0" r="r" b="b"/>
                <a:pathLst>
                  <a:path w="7142" h="671" fill="norm" stroke="0">
                    <a:moveTo>
                      <a:pt x="168" y="0"/>
                    </a:moveTo>
                    <a:cubicBezTo>
                      <a:pt x="2411" y="0"/>
                      <a:pt x="4654" y="0"/>
                      <a:pt x="6965" y="0"/>
                    </a:cubicBezTo>
                    <a:cubicBezTo>
                      <a:pt x="6965" y="28"/>
                      <a:pt x="6965" y="55"/>
                      <a:pt x="6965" y="84"/>
                    </a:cubicBezTo>
                    <a:cubicBezTo>
                      <a:pt x="6992" y="84"/>
                      <a:pt x="7020" y="84"/>
                      <a:pt x="7049" y="84"/>
                    </a:cubicBezTo>
                    <a:cubicBezTo>
                      <a:pt x="7049" y="112"/>
                      <a:pt x="7049" y="139"/>
                      <a:pt x="7049" y="168"/>
                    </a:cubicBezTo>
                    <a:cubicBezTo>
                      <a:pt x="7076" y="168"/>
                      <a:pt x="7104" y="168"/>
                      <a:pt x="7133" y="168"/>
                    </a:cubicBezTo>
                    <a:cubicBezTo>
                      <a:pt x="7135" y="222"/>
                      <a:pt x="7136" y="276"/>
                      <a:pt x="7138" y="330"/>
                    </a:cubicBezTo>
                    <a:cubicBezTo>
                      <a:pt x="7138" y="346"/>
                      <a:pt x="7139" y="361"/>
                      <a:pt x="7140" y="377"/>
                    </a:cubicBezTo>
                    <a:cubicBezTo>
                      <a:pt x="7140" y="392"/>
                      <a:pt x="7140" y="407"/>
                      <a:pt x="7141" y="422"/>
                    </a:cubicBezTo>
                    <a:cubicBezTo>
                      <a:pt x="7141" y="435"/>
                      <a:pt x="7142" y="449"/>
                      <a:pt x="7142" y="463"/>
                    </a:cubicBezTo>
                    <a:cubicBezTo>
                      <a:pt x="7127" y="525"/>
                      <a:pt x="7098" y="549"/>
                      <a:pt x="7049" y="587"/>
                    </a:cubicBezTo>
                    <a:cubicBezTo>
                      <a:pt x="6993" y="597"/>
                      <a:pt x="6993" y="597"/>
                      <a:pt x="6930" y="596"/>
                    </a:cubicBezTo>
                    <a:cubicBezTo>
                      <a:pt x="6919" y="595"/>
                      <a:pt x="6908" y="595"/>
                      <a:pt x="6897" y="595"/>
                    </a:cubicBezTo>
                    <a:cubicBezTo>
                      <a:pt x="6862" y="595"/>
                      <a:pt x="6827" y="594"/>
                      <a:pt x="6792" y="593"/>
                    </a:cubicBezTo>
                    <a:cubicBezTo>
                      <a:pt x="6768" y="592"/>
                      <a:pt x="6744" y="592"/>
                      <a:pt x="6720" y="591"/>
                    </a:cubicBezTo>
                    <a:cubicBezTo>
                      <a:pt x="6662" y="591"/>
                      <a:pt x="6603" y="589"/>
                      <a:pt x="6545" y="587"/>
                    </a:cubicBezTo>
                    <a:cubicBezTo>
                      <a:pt x="6545" y="615"/>
                      <a:pt x="6545" y="643"/>
                      <a:pt x="6545" y="671"/>
                    </a:cubicBezTo>
                    <a:cubicBezTo>
                      <a:pt x="4441" y="671"/>
                      <a:pt x="2336" y="671"/>
                      <a:pt x="168" y="671"/>
                    </a:cubicBezTo>
                    <a:cubicBezTo>
                      <a:pt x="168" y="644"/>
                      <a:pt x="168" y="616"/>
                      <a:pt x="168" y="587"/>
                    </a:cubicBezTo>
                    <a:cubicBezTo>
                      <a:pt x="140" y="587"/>
                      <a:pt x="112" y="587"/>
                      <a:pt x="84" y="587"/>
                    </a:cubicBezTo>
                    <a:cubicBezTo>
                      <a:pt x="84" y="532"/>
                      <a:pt x="84" y="477"/>
                      <a:pt x="84" y="420"/>
                    </a:cubicBezTo>
                    <a:cubicBezTo>
                      <a:pt x="56" y="420"/>
                      <a:pt x="29" y="420"/>
                      <a:pt x="0" y="420"/>
                    </a:cubicBezTo>
                    <a:cubicBezTo>
                      <a:pt x="0" y="336"/>
                      <a:pt x="0" y="253"/>
                      <a:pt x="0" y="168"/>
                    </a:cubicBezTo>
                    <a:cubicBezTo>
                      <a:pt x="28" y="168"/>
                      <a:pt x="55" y="168"/>
                      <a:pt x="84" y="168"/>
                    </a:cubicBezTo>
                    <a:cubicBezTo>
                      <a:pt x="84" y="140"/>
                      <a:pt x="84" y="112"/>
                      <a:pt x="84" y="84"/>
                    </a:cubicBezTo>
                    <a:cubicBezTo>
                      <a:pt x="112" y="84"/>
                      <a:pt x="139" y="84"/>
                      <a:pt x="168" y="84"/>
                    </a:cubicBezTo>
                    <a:cubicBezTo>
                      <a:pt x="168" y="56"/>
                      <a:pt x="168" y="29"/>
                      <a:pt x="168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533" cap="flat">
                <a:noFill/>
              </a:ln>
            </p:spPr>
          </p:sp>
          <p:sp>
            <p:nvSpPr>
              <p:cNvPr id="468" name="ICON_TASK_DOCUMENT_path_008"/>
              <p:cNvSpPr/>
              <p:nvPr/>
            </p:nvSpPr>
            <p:spPr>
              <a:xfrm>
                <a:off x="3165060" y="1432278"/>
                <a:ext cx="6394" cy="168378"/>
              </a:xfrm>
              <a:custGeom>
                <a:avLst/>
                <a:gdLst/>
                <a:ahLst/>
                <a:cxnLst/>
                <a:rect l="0" t="0" r="r" b="b"/>
                <a:pathLst>
                  <a:path w="503" h="13258" fill="norm" stroke="0">
                    <a:moveTo>
                      <a:pt x="84" y="0"/>
                    </a:moveTo>
                    <a:cubicBezTo>
                      <a:pt x="112" y="0"/>
                      <a:pt x="139" y="0"/>
                      <a:pt x="168" y="0"/>
                    </a:cubicBezTo>
                    <a:cubicBezTo>
                      <a:pt x="168" y="305"/>
                      <a:pt x="168" y="609"/>
                      <a:pt x="168" y="923"/>
                    </a:cubicBezTo>
                    <a:cubicBezTo>
                      <a:pt x="223" y="923"/>
                      <a:pt x="279" y="923"/>
                      <a:pt x="336" y="923"/>
                    </a:cubicBezTo>
                    <a:cubicBezTo>
                      <a:pt x="336" y="618"/>
                      <a:pt x="336" y="314"/>
                      <a:pt x="336" y="0"/>
                    </a:cubicBezTo>
                    <a:cubicBezTo>
                      <a:pt x="391" y="0"/>
                      <a:pt x="446" y="0"/>
                      <a:pt x="503" y="0"/>
                    </a:cubicBezTo>
                    <a:cubicBezTo>
                      <a:pt x="503" y="471"/>
                      <a:pt x="503" y="941"/>
                      <a:pt x="503" y="1427"/>
                    </a:cubicBezTo>
                    <a:cubicBezTo>
                      <a:pt x="476" y="1427"/>
                      <a:pt x="448" y="1427"/>
                      <a:pt x="420" y="1427"/>
                    </a:cubicBezTo>
                    <a:cubicBezTo>
                      <a:pt x="420" y="1731"/>
                      <a:pt x="420" y="2036"/>
                      <a:pt x="420" y="2350"/>
                    </a:cubicBezTo>
                    <a:cubicBezTo>
                      <a:pt x="447" y="2350"/>
                      <a:pt x="475" y="2350"/>
                      <a:pt x="503" y="2350"/>
                    </a:cubicBezTo>
                    <a:cubicBezTo>
                      <a:pt x="503" y="2516"/>
                      <a:pt x="503" y="2682"/>
                      <a:pt x="503" y="2853"/>
                    </a:cubicBezTo>
                    <a:cubicBezTo>
                      <a:pt x="476" y="2853"/>
                      <a:pt x="448" y="2853"/>
                      <a:pt x="420" y="2853"/>
                    </a:cubicBezTo>
                    <a:cubicBezTo>
                      <a:pt x="420" y="3158"/>
                      <a:pt x="420" y="3462"/>
                      <a:pt x="420" y="3776"/>
                    </a:cubicBezTo>
                    <a:cubicBezTo>
                      <a:pt x="447" y="3776"/>
                      <a:pt x="475" y="3776"/>
                      <a:pt x="503" y="3776"/>
                    </a:cubicBezTo>
                    <a:cubicBezTo>
                      <a:pt x="503" y="3970"/>
                      <a:pt x="503" y="4164"/>
                      <a:pt x="503" y="4363"/>
                    </a:cubicBezTo>
                    <a:cubicBezTo>
                      <a:pt x="476" y="4363"/>
                      <a:pt x="448" y="4363"/>
                      <a:pt x="420" y="4363"/>
                    </a:cubicBezTo>
                    <a:cubicBezTo>
                      <a:pt x="420" y="4391"/>
                      <a:pt x="420" y="4419"/>
                      <a:pt x="420" y="4447"/>
                    </a:cubicBezTo>
                    <a:cubicBezTo>
                      <a:pt x="392" y="4447"/>
                      <a:pt x="364" y="4447"/>
                      <a:pt x="336" y="4447"/>
                    </a:cubicBezTo>
                    <a:cubicBezTo>
                      <a:pt x="336" y="4420"/>
                      <a:pt x="336" y="4392"/>
                      <a:pt x="336" y="4363"/>
                    </a:cubicBezTo>
                    <a:cubicBezTo>
                      <a:pt x="280" y="4363"/>
                      <a:pt x="225" y="4363"/>
                      <a:pt x="168" y="4363"/>
                    </a:cubicBezTo>
                    <a:cubicBezTo>
                      <a:pt x="168" y="4502"/>
                      <a:pt x="168" y="4640"/>
                      <a:pt x="168" y="4783"/>
                    </a:cubicBezTo>
                    <a:cubicBezTo>
                      <a:pt x="223" y="4783"/>
                      <a:pt x="279" y="4783"/>
                      <a:pt x="336" y="4783"/>
                    </a:cubicBezTo>
                    <a:cubicBezTo>
                      <a:pt x="336" y="4728"/>
                      <a:pt x="336" y="4672"/>
                      <a:pt x="336" y="4615"/>
                    </a:cubicBezTo>
                    <a:cubicBezTo>
                      <a:pt x="391" y="4615"/>
                      <a:pt x="446" y="4615"/>
                      <a:pt x="503" y="4615"/>
                    </a:cubicBezTo>
                    <a:cubicBezTo>
                      <a:pt x="503" y="4698"/>
                      <a:pt x="503" y="4781"/>
                      <a:pt x="503" y="4867"/>
                    </a:cubicBezTo>
                    <a:cubicBezTo>
                      <a:pt x="476" y="4867"/>
                      <a:pt x="448" y="4867"/>
                      <a:pt x="420" y="4867"/>
                    </a:cubicBezTo>
                    <a:cubicBezTo>
                      <a:pt x="420" y="4922"/>
                      <a:pt x="420" y="4978"/>
                      <a:pt x="420" y="5035"/>
                    </a:cubicBezTo>
                    <a:cubicBezTo>
                      <a:pt x="447" y="5035"/>
                      <a:pt x="475" y="5035"/>
                      <a:pt x="503" y="5035"/>
                    </a:cubicBezTo>
                    <a:cubicBezTo>
                      <a:pt x="503" y="5229"/>
                      <a:pt x="503" y="5422"/>
                      <a:pt x="503" y="5622"/>
                    </a:cubicBezTo>
                    <a:cubicBezTo>
                      <a:pt x="476" y="5622"/>
                      <a:pt x="448" y="5622"/>
                      <a:pt x="420" y="5622"/>
                    </a:cubicBezTo>
                    <a:cubicBezTo>
                      <a:pt x="420" y="5705"/>
                      <a:pt x="420" y="5788"/>
                      <a:pt x="420" y="5874"/>
                    </a:cubicBezTo>
                    <a:cubicBezTo>
                      <a:pt x="447" y="5874"/>
                      <a:pt x="475" y="5874"/>
                      <a:pt x="503" y="5874"/>
                    </a:cubicBezTo>
                    <a:cubicBezTo>
                      <a:pt x="503" y="6040"/>
                      <a:pt x="503" y="6206"/>
                      <a:pt x="503" y="6377"/>
                    </a:cubicBezTo>
                    <a:cubicBezTo>
                      <a:pt x="476" y="6377"/>
                      <a:pt x="448" y="6377"/>
                      <a:pt x="420" y="6377"/>
                    </a:cubicBezTo>
                    <a:cubicBezTo>
                      <a:pt x="420" y="6433"/>
                      <a:pt x="420" y="6488"/>
                      <a:pt x="420" y="6545"/>
                    </a:cubicBezTo>
                    <a:cubicBezTo>
                      <a:pt x="447" y="6545"/>
                      <a:pt x="475" y="6545"/>
                      <a:pt x="503" y="6545"/>
                    </a:cubicBezTo>
                    <a:cubicBezTo>
                      <a:pt x="503" y="6601"/>
                      <a:pt x="503" y="6656"/>
                      <a:pt x="503" y="6713"/>
                    </a:cubicBezTo>
                    <a:cubicBezTo>
                      <a:pt x="476" y="6713"/>
                      <a:pt x="448" y="6713"/>
                      <a:pt x="420" y="6713"/>
                    </a:cubicBezTo>
                    <a:cubicBezTo>
                      <a:pt x="420" y="6879"/>
                      <a:pt x="420" y="7045"/>
                      <a:pt x="420" y="7216"/>
                    </a:cubicBezTo>
                    <a:cubicBezTo>
                      <a:pt x="447" y="7216"/>
                      <a:pt x="475" y="7216"/>
                      <a:pt x="503" y="7216"/>
                    </a:cubicBezTo>
                    <a:cubicBezTo>
                      <a:pt x="503" y="7549"/>
                      <a:pt x="503" y="7881"/>
                      <a:pt x="503" y="8223"/>
                    </a:cubicBezTo>
                    <a:cubicBezTo>
                      <a:pt x="476" y="8223"/>
                      <a:pt x="448" y="8223"/>
                      <a:pt x="420" y="8223"/>
                    </a:cubicBezTo>
                    <a:cubicBezTo>
                      <a:pt x="420" y="8362"/>
                      <a:pt x="420" y="8500"/>
                      <a:pt x="420" y="8643"/>
                    </a:cubicBezTo>
                    <a:cubicBezTo>
                      <a:pt x="447" y="8643"/>
                      <a:pt x="475" y="8643"/>
                      <a:pt x="503" y="8643"/>
                    </a:cubicBezTo>
                    <a:cubicBezTo>
                      <a:pt x="503" y="8809"/>
                      <a:pt x="503" y="8975"/>
                      <a:pt x="503" y="9146"/>
                    </a:cubicBezTo>
                    <a:cubicBezTo>
                      <a:pt x="476" y="9146"/>
                      <a:pt x="448" y="9146"/>
                      <a:pt x="420" y="9146"/>
                    </a:cubicBezTo>
                    <a:cubicBezTo>
                      <a:pt x="420" y="9313"/>
                      <a:pt x="420" y="9479"/>
                      <a:pt x="420" y="9650"/>
                    </a:cubicBezTo>
                    <a:cubicBezTo>
                      <a:pt x="447" y="9650"/>
                      <a:pt x="475" y="9650"/>
                      <a:pt x="503" y="9650"/>
                    </a:cubicBezTo>
                    <a:cubicBezTo>
                      <a:pt x="503" y="10176"/>
                      <a:pt x="503" y="10702"/>
                      <a:pt x="503" y="11244"/>
                    </a:cubicBezTo>
                    <a:cubicBezTo>
                      <a:pt x="476" y="11244"/>
                      <a:pt x="448" y="11244"/>
                      <a:pt x="420" y="11244"/>
                    </a:cubicBezTo>
                    <a:cubicBezTo>
                      <a:pt x="420" y="11327"/>
                      <a:pt x="420" y="11410"/>
                      <a:pt x="420" y="11496"/>
                    </a:cubicBezTo>
                    <a:cubicBezTo>
                      <a:pt x="447" y="11496"/>
                      <a:pt x="475" y="11496"/>
                      <a:pt x="503" y="11496"/>
                    </a:cubicBezTo>
                    <a:cubicBezTo>
                      <a:pt x="503" y="11828"/>
                      <a:pt x="503" y="12161"/>
                      <a:pt x="503" y="12503"/>
                    </a:cubicBezTo>
                    <a:cubicBezTo>
                      <a:pt x="476" y="12503"/>
                      <a:pt x="448" y="12503"/>
                      <a:pt x="420" y="12503"/>
                    </a:cubicBezTo>
                    <a:cubicBezTo>
                      <a:pt x="420" y="12558"/>
                      <a:pt x="420" y="12614"/>
                      <a:pt x="420" y="12671"/>
                    </a:cubicBezTo>
                    <a:cubicBezTo>
                      <a:pt x="336" y="12671"/>
                      <a:pt x="253" y="12671"/>
                      <a:pt x="168" y="12671"/>
                    </a:cubicBezTo>
                    <a:cubicBezTo>
                      <a:pt x="168" y="12754"/>
                      <a:pt x="168" y="12837"/>
                      <a:pt x="168" y="12922"/>
                    </a:cubicBezTo>
                    <a:cubicBezTo>
                      <a:pt x="196" y="12922"/>
                      <a:pt x="223" y="12922"/>
                      <a:pt x="252" y="12922"/>
                    </a:cubicBezTo>
                    <a:cubicBezTo>
                      <a:pt x="252" y="12978"/>
                      <a:pt x="252" y="13033"/>
                      <a:pt x="252" y="13090"/>
                    </a:cubicBezTo>
                    <a:cubicBezTo>
                      <a:pt x="224" y="13090"/>
                      <a:pt x="196" y="13090"/>
                      <a:pt x="168" y="13090"/>
                    </a:cubicBezTo>
                    <a:cubicBezTo>
                      <a:pt x="168" y="13118"/>
                      <a:pt x="168" y="13146"/>
                      <a:pt x="168" y="13174"/>
                    </a:cubicBezTo>
                    <a:cubicBezTo>
                      <a:pt x="140" y="13174"/>
                      <a:pt x="112" y="13174"/>
                      <a:pt x="84" y="13174"/>
                    </a:cubicBezTo>
                    <a:cubicBezTo>
                      <a:pt x="84" y="13202"/>
                      <a:pt x="84" y="13230"/>
                      <a:pt x="84" y="13258"/>
                    </a:cubicBezTo>
                    <a:cubicBezTo>
                      <a:pt x="56" y="13258"/>
                      <a:pt x="29" y="13258"/>
                      <a:pt x="0" y="13258"/>
                    </a:cubicBezTo>
                    <a:cubicBezTo>
                      <a:pt x="0" y="13203"/>
                      <a:pt x="0" y="13147"/>
                      <a:pt x="0" y="13090"/>
                    </a:cubicBezTo>
                    <a:cubicBezTo>
                      <a:pt x="28" y="13090"/>
                      <a:pt x="55" y="13090"/>
                      <a:pt x="84" y="13090"/>
                    </a:cubicBezTo>
                    <a:cubicBezTo>
                      <a:pt x="84" y="8770"/>
                      <a:pt x="84" y="4451"/>
                      <a:pt x="84" y="0"/>
                    </a:cubicBezTo>
                    <a:close/>
                    <a:moveTo>
                      <a:pt x="168" y="11412"/>
                    </a:moveTo>
                    <a:cubicBezTo>
                      <a:pt x="168" y="11772"/>
                      <a:pt x="168" y="12132"/>
                      <a:pt x="168" y="12503"/>
                    </a:cubicBezTo>
                    <a:cubicBezTo>
                      <a:pt x="223" y="12503"/>
                      <a:pt x="279" y="12503"/>
                      <a:pt x="336" y="12503"/>
                    </a:cubicBezTo>
                    <a:cubicBezTo>
                      <a:pt x="336" y="12143"/>
                      <a:pt x="336" y="11783"/>
                      <a:pt x="336" y="11412"/>
                    </a:cubicBezTo>
                    <a:cubicBezTo>
                      <a:pt x="280" y="11412"/>
                      <a:pt x="225" y="11412"/>
                      <a:pt x="168" y="11412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3" cap="flat">
                <a:noFill/>
              </a:ln>
            </p:spPr>
          </p:sp>
          <p:sp>
            <p:nvSpPr>
              <p:cNvPr id="469" name="ICON_TASK_DOCUMENT_path_009"/>
              <p:cNvSpPr/>
              <p:nvPr/>
            </p:nvSpPr>
            <p:spPr>
              <a:xfrm>
                <a:off x="3125629" y="1398176"/>
                <a:ext cx="29839" cy="33036"/>
              </a:xfrm>
              <a:custGeom>
                <a:avLst/>
                <a:gdLst/>
                <a:ahLst/>
                <a:cxnLst/>
                <a:rect l="0" t="0" r="r" b="b"/>
                <a:pathLst>
                  <a:path w="2350" h="2601" fill="norm" stroke="0">
                    <a:moveTo>
                      <a:pt x="84" y="0"/>
                    </a:moveTo>
                    <a:cubicBezTo>
                      <a:pt x="112" y="12"/>
                      <a:pt x="140" y="24"/>
                      <a:pt x="168" y="37"/>
                    </a:cubicBezTo>
                    <a:cubicBezTo>
                      <a:pt x="183" y="44"/>
                      <a:pt x="199" y="50"/>
                      <a:pt x="215" y="57"/>
                    </a:cubicBezTo>
                    <a:cubicBezTo>
                      <a:pt x="227" y="66"/>
                      <a:pt x="239" y="75"/>
                      <a:pt x="252" y="84"/>
                    </a:cubicBezTo>
                    <a:cubicBezTo>
                      <a:pt x="257" y="129"/>
                      <a:pt x="257" y="129"/>
                      <a:pt x="252" y="168"/>
                    </a:cubicBezTo>
                    <a:cubicBezTo>
                      <a:pt x="279" y="168"/>
                      <a:pt x="307" y="168"/>
                      <a:pt x="336" y="168"/>
                    </a:cubicBezTo>
                    <a:cubicBezTo>
                      <a:pt x="336" y="196"/>
                      <a:pt x="336" y="223"/>
                      <a:pt x="336" y="252"/>
                    </a:cubicBezTo>
                    <a:cubicBezTo>
                      <a:pt x="363" y="252"/>
                      <a:pt x="391" y="252"/>
                      <a:pt x="420" y="252"/>
                    </a:cubicBezTo>
                    <a:cubicBezTo>
                      <a:pt x="420" y="279"/>
                      <a:pt x="420" y="307"/>
                      <a:pt x="420" y="336"/>
                    </a:cubicBezTo>
                    <a:cubicBezTo>
                      <a:pt x="447" y="336"/>
                      <a:pt x="475" y="336"/>
                      <a:pt x="503" y="336"/>
                    </a:cubicBezTo>
                    <a:cubicBezTo>
                      <a:pt x="503" y="363"/>
                      <a:pt x="503" y="391"/>
                      <a:pt x="503" y="420"/>
                    </a:cubicBezTo>
                    <a:cubicBezTo>
                      <a:pt x="531" y="420"/>
                      <a:pt x="559" y="420"/>
                      <a:pt x="587" y="420"/>
                    </a:cubicBezTo>
                    <a:cubicBezTo>
                      <a:pt x="587" y="447"/>
                      <a:pt x="587" y="475"/>
                      <a:pt x="587" y="503"/>
                    </a:cubicBezTo>
                    <a:cubicBezTo>
                      <a:pt x="615" y="503"/>
                      <a:pt x="643" y="503"/>
                      <a:pt x="671" y="503"/>
                    </a:cubicBezTo>
                    <a:cubicBezTo>
                      <a:pt x="671" y="531"/>
                      <a:pt x="671" y="559"/>
                      <a:pt x="671" y="587"/>
                    </a:cubicBezTo>
                    <a:cubicBezTo>
                      <a:pt x="699" y="587"/>
                      <a:pt x="727" y="587"/>
                      <a:pt x="755" y="587"/>
                    </a:cubicBezTo>
                    <a:cubicBezTo>
                      <a:pt x="755" y="643"/>
                      <a:pt x="755" y="698"/>
                      <a:pt x="755" y="755"/>
                    </a:cubicBezTo>
                    <a:cubicBezTo>
                      <a:pt x="783" y="755"/>
                      <a:pt x="811" y="755"/>
                      <a:pt x="839" y="755"/>
                    </a:cubicBezTo>
                    <a:cubicBezTo>
                      <a:pt x="839" y="783"/>
                      <a:pt x="839" y="811"/>
                      <a:pt x="839" y="839"/>
                    </a:cubicBezTo>
                    <a:cubicBezTo>
                      <a:pt x="867" y="839"/>
                      <a:pt x="895" y="839"/>
                      <a:pt x="923" y="839"/>
                    </a:cubicBezTo>
                    <a:cubicBezTo>
                      <a:pt x="923" y="867"/>
                      <a:pt x="923" y="895"/>
                      <a:pt x="923" y="923"/>
                    </a:cubicBezTo>
                    <a:cubicBezTo>
                      <a:pt x="951" y="923"/>
                      <a:pt x="978" y="923"/>
                      <a:pt x="1007" y="923"/>
                    </a:cubicBezTo>
                    <a:cubicBezTo>
                      <a:pt x="1007" y="951"/>
                      <a:pt x="1007" y="978"/>
                      <a:pt x="1007" y="1007"/>
                    </a:cubicBezTo>
                    <a:cubicBezTo>
                      <a:pt x="1035" y="1007"/>
                      <a:pt x="1062" y="1007"/>
                      <a:pt x="1091" y="1007"/>
                    </a:cubicBezTo>
                    <a:cubicBezTo>
                      <a:pt x="1091" y="1035"/>
                      <a:pt x="1091" y="1062"/>
                      <a:pt x="1091" y="1091"/>
                    </a:cubicBezTo>
                    <a:cubicBezTo>
                      <a:pt x="1119" y="1091"/>
                      <a:pt x="1146" y="1091"/>
                      <a:pt x="1175" y="1091"/>
                    </a:cubicBezTo>
                    <a:cubicBezTo>
                      <a:pt x="1175" y="1146"/>
                      <a:pt x="1175" y="1202"/>
                      <a:pt x="1175" y="1259"/>
                    </a:cubicBezTo>
                    <a:cubicBezTo>
                      <a:pt x="1202" y="1259"/>
                      <a:pt x="1230" y="1259"/>
                      <a:pt x="1259" y="1259"/>
                    </a:cubicBezTo>
                    <a:cubicBezTo>
                      <a:pt x="1259" y="1286"/>
                      <a:pt x="1259" y="1314"/>
                      <a:pt x="1259" y="1343"/>
                    </a:cubicBezTo>
                    <a:cubicBezTo>
                      <a:pt x="1286" y="1343"/>
                      <a:pt x="1314" y="1343"/>
                      <a:pt x="1343" y="1343"/>
                    </a:cubicBezTo>
                    <a:cubicBezTo>
                      <a:pt x="1343" y="1370"/>
                      <a:pt x="1343" y="1398"/>
                      <a:pt x="1343" y="1427"/>
                    </a:cubicBezTo>
                    <a:cubicBezTo>
                      <a:pt x="1370" y="1427"/>
                      <a:pt x="1398" y="1427"/>
                      <a:pt x="1427" y="1427"/>
                    </a:cubicBezTo>
                    <a:cubicBezTo>
                      <a:pt x="1427" y="1454"/>
                      <a:pt x="1427" y="1482"/>
                      <a:pt x="1427" y="1510"/>
                    </a:cubicBezTo>
                    <a:cubicBezTo>
                      <a:pt x="1454" y="1510"/>
                      <a:pt x="1482" y="1510"/>
                      <a:pt x="1510" y="1510"/>
                    </a:cubicBezTo>
                    <a:cubicBezTo>
                      <a:pt x="1510" y="1538"/>
                      <a:pt x="1510" y="1566"/>
                      <a:pt x="1510" y="1594"/>
                    </a:cubicBezTo>
                    <a:cubicBezTo>
                      <a:pt x="1538" y="1594"/>
                      <a:pt x="1566" y="1594"/>
                      <a:pt x="1594" y="1594"/>
                    </a:cubicBezTo>
                    <a:cubicBezTo>
                      <a:pt x="1594" y="1622"/>
                      <a:pt x="1594" y="1650"/>
                      <a:pt x="1594" y="1678"/>
                    </a:cubicBezTo>
                    <a:cubicBezTo>
                      <a:pt x="1622" y="1678"/>
                      <a:pt x="1650" y="1678"/>
                      <a:pt x="1678" y="1678"/>
                    </a:cubicBezTo>
                    <a:cubicBezTo>
                      <a:pt x="1678" y="1706"/>
                      <a:pt x="1678" y="1734"/>
                      <a:pt x="1678" y="1762"/>
                    </a:cubicBezTo>
                    <a:cubicBezTo>
                      <a:pt x="1706" y="1762"/>
                      <a:pt x="1734" y="1762"/>
                      <a:pt x="1762" y="1762"/>
                    </a:cubicBezTo>
                    <a:cubicBezTo>
                      <a:pt x="1762" y="1790"/>
                      <a:pt x="1762" y="1818"/>
                      <a:pt x="1762" y="1846"/>
                    </a:cubicBezTo>
                    <a:cubicBezTo>
                      <a:pt x="1790" y="1846"/>
                      <a:pt x="1818" y="1846"/>
                      <a:pt x="1846" y="1846"/>
                    </a:cubicBezTo>
                    <a:cubicBezTo>
                      <a:pt x="1846" y="1874"/>
                      <a:pt x="1846" y="1901"/>
                      <a:pt x="1846" y="1930"/>
                    </a:cubicBezTo>
                    <a:cubicBezTo>
                      <a:pt x="1874" y="1930"/>
                      <a:pt x="1901" y="1930"/>
                      <a:pt x="1930" y="1930"/>
                    </a:cubicBezTo>
                    <a:cubicBezTo>
                      <a:pt x="1930" y="1958"/>
                      <a:pt x="1930" y="1985"/>
                      <a:pt x="1930" y="2014"/>
                    </a:cubicBezTo>
                    <a:cubicBezTo>
                      <a:pt x="1958" y="2014"/>
                      <a:pt x="1985" y="2014"/>
                      <a:pt x="2014" y="2014"/>
                    </a:cubicBezTo>
                    <a:cubicBezTo>
                      <a:pt x="2014" y="2069"/>
                      <a:pt x="2014" y="2125"/>
                      <a:pt x="2014" y="2182"/>
                    </a:cubicBezTo>
                    <a:cubicBezTo>
                      <a:pt x="2042" y="2182"/>
                      <a:pt x="2069" y="2182"/>
                      <a:pt x="2098" y="2182"/>
                    </a:cubicBezTo>
                    <a:cubicBezTo>
                      <a:pt x="2098" y="2209"/>
                      <a:pt x="2098" y="2237"/>
                      <a:pt x="2098" y="2266"/>
                    </a:cubicBezTo>
                    <a:cubicBezTo>
                      <a:pt x="2125" y="2266"/>
                      <a:pt x="2153" y="2266"/>
                      <a:pt x="2182" y="2266"/>
                    </a:cubicBezTo>
                    <a:cubicBezTo>
                      <a:pt x="2182" y="2293"/>
                      <a:pt x="2182" y="2321"/>
                      <a:pt x="2182" y="2350"/>
                    </a:cubicBezTo>
                    <a:cubicBezTo>
                      <a:pt x="2209" y="2350"/>
                      <a:pt x="2237" y="2350"/>
                      <a:pt x="2266" y="2350"/>
                    </a:cubicBezTo>
                    <a:cubicBezTo>
                      <a:pt x="2266" y="2377"/>
                      <a:pt x="2266" y="2405"/>
                      <a:pt x="2266" y="2433"/>
                    </a:cubicBezTo>
                    <a:cubicBezTo>
                      <a:pt x="2293" y="2433"/>
                      <a:pt x="2321" y="2433"/>
                      <a:pt x="2350" y="2433"/>
                    </a:cubicBezTo>
                    <a:cubicBezTo>
                      <a:pt x="2350" y="2489"/>
                      <a:pt x="2350" y="2544"/>
                      <a:pt x="2350" y="2601"/>
                    </a:cubicBezTo>
                    <a:cubicBezTo>
                      <a:pt x="1630" y="2601"/>
                      <a:pt x="910" y="2601"/>
                      <a:pt x="168" y="2601"/>
                    </a:cubicBezTo>
                    <a:cubicBezTo>
                      <a:pt x="168" y="2574"/>
                      <a:pt x="168" y="2546"/>
                      <a:pt x="168" y="2517"/>
                    </a:cubicBezTo>
                    <a:cubicBezTo>
                      <a:pt x="140" y="2517"/>
                      <a:pt x="112" y="2517"/>
                      <a:pt x="84" y="2517"/>
                    </a:cubicBezTo>
                    <a:cubicBezTo>
                      <a:pt x="84" y="2462"/>
                      <a:pt x="84" y="2407"/>
                      <a:pt x="84" y="2350"/>
                    </a:cubicBezTo>
                    <a:cubicBezTo>
                      <a:pt x="56" y="2350"/>
                      <a:pt x="29" y="2350"/>
                      <a:pt x="0" y="2350"/>
                    </a:cubicBezTo>
                    <a:cubicBezTo>
                      <a:pt x="0" y="1602"/>
                      <a:pt x="0" y="854"/>
                      <a:pt x="0" y="84"/>
                    </a:cubicBezTo>
                    <a:cubicBezTo>
                      <a:pt x="28" y="84"/>
                      <a:pt x="55" y="84"/>
                      <a:pt x="84" y="84"/>
                    </a:cubicBezTo>
                    <a:cubicBezTo>
                      <a:pt x="84" y="56"/>
                      <a:pt x="84" y="29"/>
                      <a:pt x="8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3" cap="flat">
                <a:noFill/>
              </a:ln>
            </p:spPr>
          </p:sp>
          <p:sp>
            <p:nvSpPr>
              <p:cNvPr id="470" name="ICON_TASK_DOCUMENT_path_010"/>
              <p:cNvSpPr/>
              <p:nvPr/>
            </p:nvSpPr>
            <p:spPr>
              <a:xfrm>
                <a:off x="2980697" y="1383256"/>
                <a:ext cx="149196" cy="6394"/>
              </a:xfrm>
              <a:custGeom>
                <a:avLst/>
                <a:gdLst/>
                <a:ahLst/>
                <a:cxnLst/>
                <a:rect l="0" t="0" r="r" b="b"/>
                <a:pathLst>
                  <a:path w="11748" h="503" fill="norm" stroke="0">
                    <a:moveTo>
                      <a:pt x="252" y="0"/>
                    </a:moveTo>
                    <a:cubicBezTo>
                      <a:pt x="279" y="0"/>
                      <a:pt x="307" y="0"/>
                      <a:pt x="336" y="0"/>
                    </a:cubicBezTo>
                    <a:cubicBezTo>
                      <a:pt x="336" y="28"/>
                      <a:pt x="336" y="55"/>
                      <a:pt x="336" y="84"/>
                    </a:cubicBezTo>
                    <a:cubicBezTo>
                      <a:pt x="474" y="84"/>
                      <a:pt x="613" y="84"/>
                      <a:pt x="755" y="84"/>
                    </a:cubicBezTo>
                    <a:cubicBezTo>
                      <a:pt x="755" y="56"/>
                      <a:pt x="755" y="29"/>
                      <a:pt x="755" y="0"/>
                    </a:cubicBezTo>
                    <a:cubicBezTo>
                      <a:pt x="1143" y="0"/>
                      <a:pt x="1531" y="0"/>
                      <a:pt x="1930" y="0"/>
                    </a:cubicBezTo>
                    <a:cubicBezTo>
                      <a:pt x="1930" y="28"/>
                      <a:pt x="1930" y="55"/>
                      <a:pt x="1930" y="84"/>
                    </a:cubicBezTo>
                    <a:cubicBezTo>
                      <a:pt x="1985" y="84"/>
                      <a:pt x="2041" y="84"/>
                      <a:pt x="2098" y="84"/>
                    </a:cubicBezTo>
                    <a:cubicBezTo>
                      <a:pt x="2098" y="56"/>
                      <a:pt x="2098" y="29"/>
                      <a:pt x="2098" y="0"/>
                    </a:cubicBezTo>
                    <a:cubicBezTo>
                      <a:pt x="4202" y="0"/>
                      <a:pt x="6307" y="0"/>
                      <a:pt x="8475" y="0"/>
                    </a:cubicBezTo>
                    <a:cubicBezTo>
                      <a:pt x="8475" y="28"/>
                      <a:pt x="8475" y="55"/>
                      <a:pt x="8475" y="84"/>
                    </a:cubicBezTo>
                    <a:cubicBezTo>
                      <a:pt x="8586" y="84"/>
                      <a:pt x="8697" y="84"/>
                      <a:pt x="8811" y="84"/>
                    </a:cubicBezTo>
                    <a:cubicBezTo>
                      <a:pt x="8811" y="56"/>
                      <a:pt x="8811" y="29"/>
                      <a:pt x="8811" y="0"/>
                    </a:cubicBezTo>
                    <a:cubicBezTo>
                      <a:pt x="9226" y="0"/>
                      <a:pt x="9641" y="0"/>
                      <a:pt x="10069" y="0"/>
                    </a:cubicBezTo>
                    <a:cubicBezTo>
                      <a:pt x="10069" y="28"/>
                      <a:pt x="10069" y="55"/>
                      <a:pt x="10069" y="84"/>
                    </a:cubicBezTo>
                    <a:cubicBezTo>
                      <a:pt x="10346" y="84"/>
                      <a:pt x="10623" y="84"/>
                      <a:pt x="10909" y="84"/>
                    </a:cubicBezTo>
                    <a:cubicBezTo>
                      <a:pt x="10909" y="56"/>
                      <a:pt x="10909" y="29"/>
                      <a:pt x="10909" y="0"/>
                    </a:cubicBezTo>
                    <a:cubicBezTo>
                      <a:pt x="11047" y="0"/>
                      <a:pt x="11185" y="0"/>
                      <a:pt x="11328" y="0"/>
                    </a:cubicBezTo>
                    <a:cubicBezTo>
                      <a:pt x="11328" y="28"/>
                      <a:pt x="11328" y="55"/>
                      <a:pt x="11328" y="84"/>
                    </a:cubicBezTo>
                    <a:cubicBezTo>
                      <a:pt x="11356" y="84"/>
                      <a:pt x="11384" y="84"/>
                      <a:pt x="11412" y="84"/>
                    </a:cubicBezTo>
                    <a:cubicBezTo>
                      <a:pt x="11412" y="112"/>
                      <a:pt x="11412" y="139"/>
                      <a:pt x="11412" y="168"/>
                    </a:cubicBezTo>
                    <a:cubicBezTo>
                      <a:pt x="11467" y="168"/>
                      <a:pt x="11523" y="168"/>
                      <a:pt x="11580" y="168"/>
                    </a:cubicBezTo>
                    <a:cubicBezTo>
                      <a:pt x="11580" y="196"/>
                      <a:pt x="11580" y="223"/>
                      <a:pt x="11580" y="252"/>
                    </a:cubicBezTo>
                    <a:cubicBezTo>
                      <a:pt x="11635" y="252"/>
                      <a:pt x="11691" y="252"/>
                      <a:pt x="11748" y="252"/>
                    </a:cubicBezTo>
                    <a:cubicBezTo>
                      <a:pt x="11748" y="307"/>
                      <a:pt x="11748" y="362"/>
                      <a:pt x="11748" y="420"/>
                    </a:cubicBezTo>
                    <a:cubicBezTo>
                      <a:pt x="11720" y="420"/>
                      <a:pt x="11692" y="420"/>
                      <a:pt x="11664" y="420"/>
                    </a:cubicBezTo>
                    <a:cubicBezTo>
                      <a:pt x="11664" y="447"/>
                      <a:pt x="11664" y="475"/>
                      <a:pt x="11664" y="503"/>
                    </a:cubicBezTo>
                    <a:cubicBezTo>
                      <a:pt x="11636" y="492"/>
                      <a:pt x="11608" y="479"/>
                      <a:pt x="11580" y="467"/>
                    </a:cubicBezTo>
                    <a:cubicBezTo>
                      <a:pt x="11564" y="460"/>
                      <a:pt x="11549" y="453"/>
                      <a:pt x="11533" y="446"/>
                    </a:cubicBezTo>
                    <a:cubicBezTo>
                      <a:pt x="11527" y="442"/>
                      <a:pt x="11527" y="442"/>
                      <a:pt x="11496" y="420"/>
                    </a:cubicBezTo>
                    <a:cubicBezTo>
                      <a:pt x="11491" y="375"/>
                      <a:pt x="11491" y="375"/>
                      <a:pt x="11496" y="336"/>
                    </a:cubicBezTo>
                    <a:cubicBezTo>
                      <a:pt x="11468" y="336"/>
                      <a:pt x="11441" y="336"/>
                      <a:pt x="11412" y="336"/>
                    </a:cubicBezTo>
                    <a:cubicBezTo>
                      <a:pt x="11412" y="308"/>
                      <a:pt x="11412" y="280"/>
                      <a:pt x="11412" y="252"/>
                    </a:cubicBezTo>
                    <a:cubicBezTo>
                      <a:pt x="11384" y="252"/>
                      <a:pt x="11357" y="252"/>
                      <a:pt x="11328" y="252"/>
                    </a:cubicBezTo>
                    <a:cubicBezTo>
                      <a:pt x="11328" y="224"/>
                      <a:pt x="11328" y="196"/>
                      <a:pt x="11328" y="168"/>
                    </a:cubicBezTo>
                    <a:cubicBezTo>
                      <a:pt x="10271" y="171"/>
                      <a:pt x="9214" y="174"/>
                      <a:pt x="8157" y="178"/>
                    </a:cubicBezTo>
                    <a:cubicBezTo>
                      <a:pt x="8141" y="178"/>
                      <a:pt x="8126" y="178"/>
                      <a:pt x="8110" y="178"/>
                    </a:cubicBezTo>
                    <a:cubicBezTo>
                      <a:pt x="7770" y="179"/>
                      <a:pt x="7430" y="181"/>
                      <a:pt x="7090" y="182"/>
                    </a:cubicBezTo>
                    <a:cubicBezTo>
                      <a:pt x="6923" y="182"/>
                      <a:pt x="6756" y="183"/>
                      <a:pt x="6589" y="183"/>
                    </a:cubicBezTo>
                    <a:cubicBezTo>
                      <a:pt x="6573" y="184"/>
                      <a:pt x="6556" y="184"/>
                      <a:pt x="6539" y="184"/>
                    </a:cubicBezTo>
                    <a:cubicBezTo>
                      <a:pt x="6001" y="185"/>
                      <a:pt x="5464" y="187"/>
                      <a:pt x="4926" y="189"/>
                    </a:cubicBezTo>
                    <a:cubicBezTo>
                      <a:pt x="4373" y="191"/>
                      <a:pt x="3820" y="192"/>
                      <a:pt x="3268" y="194"/>
                    </a:cubicBezTo>
                    <a:cubicBezTo>
                      <a:pt x="3190" y="195"/>
                      <a:pt x="3112" y="195"/>
                      <a:pt x="3034" y="195"/>
                    </a:cubicBezTo>
                    <a:cubicBezTo>
                      <a:pt x="3018" y="195"/>
                      <a:pt x="3003" y="195"/>
                      <a:pt x="2987" y="195"/>
                    </a:cubicBezTo>
                    <a:cubicBezTo>
                      <a:pt x="2740" y="196"/>
                      <a:pt x="2492" y="197"/>
                      <a:pt x="2245" y="198"/>
                    </a:cubicBezTo>
                    <a:cubicBezTo>
                      <a:pt x="1996" y="198"/>
                      <a:pt x="1748" y="199"/>
                      <a:pt x="1499" y="200"/>
                    </a:cubicBezTo>
                    <a:cubicBezTo>
                      <a:pt x="1351" y="201"/>
                      <a:pt x="1204" y="201"/>
                      <a:pt x="1056" y="202"/>
                    </a:cubicBezTo>
                    <a:cubicBezTo>
                      <a:pt x="957" y="202"/>
                      <a:pt x="859" y="202"/>
                      <a:pt x="760" y="203"/>
                    </a:cubicBezTo>
                    <a:cubicBezTo>
                      <a:pt x="704" y="203"/>
                      <a:pt x="647" y="203"/>
                      <a:pt x="591" y="203"/>
                    </a:cubicBezTo>
                    <a:cubicBezTo>
                      <a:pt x="531" y="203"/>
                      <a:pt x="470" y="204"/>
                      <a:pt x="409" y="204"/>
                    </a:cubicBezTo>
                    <a:cubicBezTo>
                      <a:pt x="392" y="204"/>
                      <a:pt x="375" y="204"/>
                      <a:pt x="357" y="204"/>
                    </a:cubicBezTo>
                    <a:cubicBezTo>
                      <a:pt x="234" y="205"/>
                      <a:pt x="120" y="224"/>
                      <a:pt x="0" y="252"/>
                    </a:cubicBezTo>
                    <a:cubicBezTo>
                      <a:pt x="7" y="239"/>
                      <a:pt x="13" y="226"/>
                      <a:pt x="20" y="213"/>
                    </a:cubicBezTo>
                    <a:cubicBezTo>
                      <a:pt x="42" y="168"/>
                      <a:pt x="42" y="168"/>
                      <a:pt x="55" y="121"/>
                    </a:cubicBezTo>
                    <a:cubicBezTo>
                      <a:pt x="84" y="84"/>
                      <a:pt x="84" y="84"/>
                      <a:pt x="124" y="79"/>
                    </a:cubicBezTo>
                    <a:cubicBezTo>
                      <a:pt x="167" y="79"/>
                      <a:pt x="209" y="80"/>
                      <a:pt x="252" y="84"/>
                    </a:cubicBezTo>
                    <a:cubicBezTo>
                      <a:pt x="252" y="56"/>
                      <a:pt x="252" y="29"/>
                      <a:pt x="25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3" cap="flat">
                <a:noFill/>
              </a:ln>
            </p:spPr>
          </p:sp>
          <p:sp>
            <p:nvSpPr>
              <p:cNvPr id="471" name="ICON_TASK_DOCUMENT_path_011"/>
              <p:cNvSpPr/>
              <p:nvPr/>
            </p:nvSpPr>
            <p:spPr>
              <a:xfrm>
                <a:off x="2978565" y="1604918"/>
                <a:ext cx="183297" cy="4263"/>
              </a:xfrm>
              <a:custGeom>
                <a:avLst/>
                <a:gdLst/>
                <a:ahLst/>
                <a:cxnLst/>
                <a:rect l="0" t="0" r="r" b="b"/>
                <a:pathLst>
                  <a:path w="14433" h="336" fill="norm" stroke="0">
                    <a:moveTo>
                      <a:pt x="0" y="0"/>
                    </a:moveTo>
                    <a:cubicBezTo>
                      <a:pt x="55" y="0"/>
                      <a:pt x="111" y="0"/>
                      <a:pt x="168" y="0"/>
                    </a:cubicBezTo>
                    <a:cubicBezTo>
                      <a:pt x="168" y="28"/>
                      <a:pt x="168" y="55"/>
                      <a:pt x="168" y="84"/>
                    </a:cubicBezTo>
                    <a:cubicBezTo>
                      <a:pt x="186" y="83"/>
                      <a:pt x="203" y="83"/>
                      <a:pt x="221" y="82"/>
                    </a:cubicBezTo>
                    <a:cubicBezTo>
                      <a:pt x="245" y="82"/>
                      <a:pt x="268" y="82"/>
                      <a:pt x="291" y="81"/>
                    </a:cubicBezTo>
                    <a:cubicBezTo>
                      <a:pt x="297" y="81"/>
                      <a:pt x="297" y="81"/>
                      <a:pt x="326" y="80"/>
                    </a:cubicBezTo>
                    <a:cubicBezTo>
                      <a:pt x="357" y="80"/>
                      <a:pt x="389" y="82"/>
                      <a:pt x="420" y="84"/>
                    </a:cubicBezTo>
                    <a:cubicBezTo>
                      <a:pt x="433" y="98"/>
                      <a:pt x="447" y="112"/>
                      <a:pt x="462" y="126"/>
                    </a:cubicBezTo>
                    <a:cubicBezTo>
                      <a:pt x="502" y="131"/>
                      <a:pt x="502" y="131"/>
                      <a:pt x="553" y="131"/>
                    </a:cubicBezTo>
                    <a:cubicBezTo>
                      <a:pt x="573" y="131"/>
                      <a:pt x="592" y="131"/>
                      <a:pt x="612" y="131"/>
                    </a:cubicBezTo>
                    <a:cubicBezTo>
                      <a:pt x="634" y="131"/>
                      <a:pt x="656" y="131"/>
                      <a:pt x="678" y="131"/>
                    </a:cubicBezTo>
                    <a:cubicBezTo>
                      <a:pt x="701" y="131"/>
                      <a:pt x="724" y="131"/>
                      <a:pt x="747" y="131"/>
                    </a:cubicBezTo>
                    <a:cubicBezTo>
                      <a:pt x="811" y="131"/>
                      <a:pt x="875" y="131"/>
                      <a:pt x="938" y="131"/>
                    </a:cubicBezTo>
                    <a:cubicBezTo>
                      <a:pt x="1008" y="131"/>
                      <a:pt x="1077" y="131"/>
                      <a:pt x="1146" y="131"/>
                    </a:cubicBezTo>
                    <a:cubicBezTo>
                      <a:pt x="1268" y="132"/>
                      <a:pt x="1390" y="132"/>
                      <a:pt x="1511" y="131"/>
                    </a:cubicBezTo>
                    <a:cubicBezTo>
                      <a:pt x="1692" y="131"/>
                      <a:pt x="1873" y="131"/>
                      <a:pt x="2054" y="131"/>
                    </a:cubicBezTo>
                    <a:cubicBezTo>
                      <a:pt x="2377" y="132"/>
                      <a:pt x="2700" y="132"/>
                      <a:pt x="3023" y="132"/>
                    </a:cubicBezTo>
                    <a:cubicBezTo>
                      <a:pt x="3306" y="131"/>
                      <a:pt x="3588" y="131"/>
                      <a:pt x="3871" y="131"/>
                    </a:cubicBezTo>
                    <a:cubicBezTo>
                      <a:pt x="3890" y="131"/>
                      <a:pt x="3908" y="131"/>
                      <a:pt x="3928" y="131"/>
                    </a:cubicBezTo>
                    <a:cubicBezTo>
                      <a:pt x="4004" y="131"/>
                      <a:pt x="4080" y="132"/>
                      <a:pt x="4155" y="132"/>
                    </a:cubicBezTo>
                    <a:cubicBezTo>
                      <a:pt x="4869" y="132"/>
                      <a:pt x="5582" y="132"/>
                      <a:pt x="6296" y="131"/>
                    </a:cubicBezTo>
                    <a:cubicBezTo>
                      <a:pt x="6930" y="131"/>
                      <a:pt x="7564" y="131"/>
                      <a:pt x="8198" y="131"/>
                    </a:cubicBezTo>
                    <a:cubicBezTo>
                      <a:pt x="8910" y="132"/>
                      <a:pt x="9622" y="132"/>
                      <a:pt x="10335" y="132"/>
                    </a:cubicBezTo>
                    <a:cubicBezTo>
                      <a:pt x="10410" y="131"/>
                      <a:pt x="10486" y="131"/>
                      <a:pt x="10562" y="131"/>
                    </a:cubicBezTo>
                    <a:cubicBezTo>
                      <a:pt x="10581" y="131"/>
                      <a:pt x="10599" y="131"/>
                      <a:pt x="10619" y="131"/>
                    </a:cubicBezTo>
                    <a:cubicBezTo>
                      <a:pt x="10901" y="131"/>
                      <a:pt x="11184" y="131"/>
                      <a:pt x="11466" y="132"/>
                    </a:cubicBezTo>
                    <a:cubicBezTo>
                      <a:pt x="11787" y="132"/>
                      <a:pt x="12108" y="132"/>
                      <a:pt x="12430" y="131"/>
                    </a:cubicBezTo>
                    <a:cubicBezTo>
                      <a:pt x="12610" y="131"/>
                      <a:pt x="12789" y="131"/>
                      <a:pt x="12969" y="131"/>
                    </a:cubicBezTo>
                    <a:cubicBezTo>
                      <a:pt x="13089" y="132"/>
                      <a:pt x="13209" y="132"/>
                      <a:pt x="13329" y="131"/>
                    </a:cubicBezTo>
                    <a:cubicBezTo>
                      <a:pt x="13398" y="131"/>
                      <a:pt x="13466" y="131"/>
                      <a:pt x="13535" y="131"/>
                    </a:cubicBezTo>
                    <a:cubicBezTo>
                      <a:pt x="13597" y="131"/>
                      <a:pt x="13659" y="131"/>
                      <a:pt x="13721" y="131"/>
                    </a:cubicBezTo>
                    <a:cubicBezTo>
                      <a:pt x="13744" y="131"/>
                      <a:pt x="13766" y="131"/>
                      <a:pt x="13789" y="131"/>
                    </a:cubicBezTo>
                    <a:cubicBezTo>
                      <a:pt x="13819" y="131"/>
                      <a:pt x="13849" y="131"/>
                      <a:pt x="13880" y="131"/>
                    </a:cubicBezTo>
                    <a:cubicBezTo>
                      <a:pt x="13888" y="131"/>
                      <a:pt x="13888" y="131"/>
                      <a:pt x="13931" y="131"/>
                    </a:cubicBezTo>
                    <a:cubicBezTo>
                      <a:pt x="13971" y="126"/>
                      <a:pt x="13971" y="126"/>
                      <a:pt x="14013" y="84"/>
                    </a:cubicBezTo>
                    <a:cubicBezTo>
                      <a:pt x="14057" y="81"/>
                      <a:pt x="14098" y="80"/>
                      <a:pt x="14142" y="81"/>
                    </a:cubicBezTo>
                    <a:cubicBezTo>
                      <a:pt x="14154" y="81"/>
                      <a:pt x="14165" y="82"/>
                      <a:pt x="14178" y="82"/>
                    </a:cubicBezTo>
                    <a:cubicBezTo>
                      <a:pt x="14207" y="82"/>
                      <a:pt x="14236" y="83"/>
                      <a:pt x="14265" y="84"/>
                    </a:cubicBezTo>
                    <a:cubicBezTo>
                      <a:pt x="14265" y="56"/>
                      <a:pt x="14265" y="29"/>
                      <a:pt x="14265" y="0"/>
                    </a:cubicBezTo>
                    <a:cubicBezTo>
                      <a:pt x="14320" y="0"/>
                      <a:pt x="14376" y="0"/>
                      <a:pt x="14433" y="0"/>
                    </a:cubicBezTo>
                    <a:cubicBezTo>
                      <a:pt x="14419" y="28"/>
                      <a:pt x="14405" y="56"/>
                      <a:pt x="14391" y="84"/>
                    </a:cubicBezTo>
                    <a:cubicBezTo>
                      <a:pt x="14385" y="99"/>
                      <a:pt x="14379" y="115"/>
                      <a:pt x="14373" y="131"/>
                    </a:cubicBezTo>
                    <a:cubicBezTo>
                      <a:pt x="14365" y="143"/>
                      <a:pt x="14357" y="155"/>
                      <a:pt x="14349" y="168"/>
                    </a:cubicBezTo>
                    <a:cubicBezTo>
                      <a:pt x="14304" y="173"/>
                      <a:pt x="14304" y="173"/>
                      <a:pt x="14265" y="168"/>
                    </a:cubicBezTo>
                    <a:cubicBezTo>
                      <a:pt x="14265" y="196"/>
                      <a:pt x="14265" y="223"/>
                      <a:pt x="14265" y="252"/>
                    </a:cubicBezTo>
                    <a:cubicBezTo>
                      <a:pt x="13767" y="252"/>
                      <a:pt x="13268" y="252"/>
                      <a:pt x="12755" y="252"/>
                    </a:cubicBezTo>
                    <a:cubicBezTo>
                      <a:pt x="12755" y="279"/>
                      <a:pt x="12755" y="307"/>
                      <a:pt x="12755" y="336"/>
                    </a:cubicBezTo>
                    <a:cubicBezTo>
                      <a:pt x="12745" y="333"/>
                      <a:pt x="12735" y="330"/>
                      <a:pt x="12725" y="327"/>
                    </a:cubicBezTo>
                    <a:cubicBezTo>
                      <a:pt x="12612" y="295"/>
                      <a:pt x="12508" y="288"/>
                      <a:pt x="12392" y="288"/>
                    </a:cubicBezTo>
                    <a:cubicBezTo>
                      <a:pt x="12373" y="288"/>
                      <a:pt x="12354" y="288"/>
                      <a:pt x="12334" y="288"/>
                    </a:cubicBezTo>
                    <a:cubicBezTo>
                      <a:pt x="12282" y="287"/>
                      <a:pt x="12229" y="287"/>
                      <a:pt x="12176" y="287"/>
                    </a:cubicBezTo>
                    <a:cubicBezTo>
                      <a:pt x="12119" y="287"/>
                      <a:pt x="12062" y="287"/>
                      <a:pt x="12004" y="286"/>
                    </a:cubicBezTo>
                    <a:cubicBezTo>
                      <a:pt x="11904" y="286"/>
                      <a:pt x="11804" y="286"/>
                      <a:pt x="11703" y="285"/>
                    </a:cubicBezTo>
                    <a:cubicBezTo>
                      <a:pt x="11554" y="285"/>
                      <a:pt x="11405" y="285"/>
                      <a:pt x="11255" y="284"/>
                    </a:cubicBezTo>
                    <a:cubicBezTo>
                      <a:pt x="11004" y="283"/>
                      <a:pt x="10753" y="282"/>
                      <a:pt x="10502" y="281"/>
                    </a:cubicBezTo>
                    <a:cubicBezTo>
                      <a:pt x="10254" y="281"/>
                      <a:pt x="10005" y="280"/>
                      <a:pt x="9756" y="279"/>
                    </a:cubicBezTo>
                    <a:cubicBezTo>
                      <a:pt x="9749" y="279"/>
                      <a:pt x="9749" y="279"/>
                      <a:pt x="9710" y="279"/>
                    </a:cubicBezTo>
                    <a:cubicBezTo>
                      <a:pt x="9631" y="279"/>
                      <a:pt x="9553" y="278"/>
                      <a:pt x="9474" y="278"/>
                    </a:cubicBezTo>
                    <a:cubicBezTo>
                      <a:pt x="8918" y="276"/>
                      <a:pt x="8362" y="274"/>
                      <a:pt x="7806" y="273"/>
                    </a:cubicBezTo>
                    <a:cubicBezTo>
                      <a:pt x="7266" y="271"/>
                      <a:pt x="6726" y="269"/>
                      <a:pt x="6185" y="267"/>
                    </a:cubicBezTo>
                    <a:cubicBezTo>
                      <a:pt x="6177" y="267"/>
                      <a:pt x="6177" y="267"/>
                      <a:pt x="6135" y="267"/>
                    </a:cubicBezTo>
                    <a:cubicBezTo>
                      <a:pt x="5968" y="267"/>
                      <a:pt x="5801" y="266"/>
                      <a:pt x="5633" y="265"/>
                    </a:cubicBezTo>
                    <a:cubicBezTo>
                      <a:pt x="5293" y="264"/>
                      <a:pt x="4952" y="263"/>
                      <a:pt x="4611" y="262"/>
                    </a:cubicBezTo>
                    <a:cubicBezTo>
                      <a:pt x="4604" y="262"/>
                      <a:pt x="4604" y="262"/>
                      <a:pt x="4564" y="262"/>
                    </a:cubicBezTo>
                    <a:cubicBezTo>
                      <a:pt x="3518" y="258"/>
                      <a:pt x="2472" y="255"/>
                      <a:pt x="1427" y="252"/>
                    </a:cubicBezTo>
                    <a:cubicBezTo>
                      <a:pt x="1427" y="279"/>
                      <a:pt x="1427" y="307"/>
                      <a:pt x="1427" y="336"/>
                    </a:cubicBezTo>
                    <a:cubicBezTo>
                      <a:pt x="1288" y="336"/>
                      <a:pt x="1150" y="336"/>
                      <a:pt x="1007" y="336"/>
                    </a:cubicBezTo>
                    <a:cubicBezTo>
                      <a:pt x="1007" y="308"/>
                      <a:pt x="1007" y="280"/>
                      <a:pt x="1007" y="252"/>
                    </a:cubicBezTo>
                    <a:cubicBezTo>
                      <a:pt x="730" y="252"/>
                      <a:pt x="453" y="252"/>
                      <a:pt x="168" y="252"/>
                    </a:cubicBezTo>
                    <a:cubicBezTo>
                      <a:pt x="168" y="224"/>
                      <a:pt x="168" y="196"/>
                      <a:pt x="168" y="168"/>
                    </a:cubicBezTo>
                    <a:cubicBezTo>
                      <a:pt x="161" y="169"/>
                      <a:pt x="161" y="169"/>
                      <a:pt x="128" y="173"/>
                    </a:cubicBezTo>
                    <a:cubicBezTo>
                      <a:pt x="114" y="171"/>
                      <a:pt x="99" y="170"/>
                      <a:pt x="84" y="168"/>
                    </a:cubicBezTo>
                    <a:cubicBezTo>
                      <a:pt x="60" y="131"/>
                      <a:pt x="60" y="131"/>
                      <a:pt x="42" y="84"/>
                    </a:cubicBezTo>
                    <a:cubicBezTo>
                      <a:pt x="34" y="68"/>
                      <a:pt x="26" y="53"/>
                      <a:pt x="18" y="37"/>
                    </a:cubicBezTo>
                    <a:cubicBezTo>
                      <a:pt x="12" y="25"/>
                      <a:pt x="6" y="1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3" cap="flat">
                <a:noFill/>
              </a:ln>
            </p:spPr>
          </p:sp>
          <p:sp>
            <p:nvSpPr>
              <p:cNvPr id="472" name="ICON_TASK_DOCUMENT_path_012"/>
              <p:cNvSpPr/>
              <p:nvPr/>
            </p:nvSpPr>
            <p:spPr>
              <a:xfrm>
                <a:off x="2980697" y="1423752"/>
                <a:ext cx="2131" cy="35168"/>
              </a:xfrm>
              <a:custGeom>
                <a:avLst/>
                <a:gdLst/>
                <a:ahLst/>
                <a:cxnLst/>
                <a:rect l="0" t="0" r="r" b="b"/>
                <a:pathLst>
                  <a:path w="168" h="2769" fill="norm" stroke="0">
                    <a:moveTo>
                      <a:pt x="0" y="0"/>
                    </a:moveTo>
                    <a:cubicBezTo>
                      <a:pt x="55" y="0"/>
                      <a:pt x="111" y="0"/>
                      <a:pt x="168" y="0"/>
                    </a:cubicBezTo>
                    <a:cubicBezTo>
                      <a:pt x="168" y="914"/>
                      <a:pt x="168" y="1828"/>
                      <a:pt x="168" y="2769"/>
                    </a:cubicBezTo>
                    <a:cubicBezTo>
                      <a:pt x="112" y="2769"/>
                      <a:pt x="57" y="2769"/>
                      <a:pt x="0" y="2769"/>
                    </a:cubicBezTo>
                    <a:cubicBezTo>
                      <a:pt x="0" y="1855"/>
                      <a:pt x="0" y="9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33" cap="flat">
                <a:noFill/>
              </a:ln>
            </p:spPr>
          </p:sp>
          <p:sp>
            <p:nvSpPr>
              <p:cNvPr id="473" name="ICON_TASK_DOCUMENT_path_013"/>
              <p:cNvSpPr/>
              <p:nvPr/>
            </p:nvSpPr>
            <p:spPr>
              <a:xfrm>
                <a:off x="2972171" y="1503679"/>
                <a:ext cx="2131" cy="28773"/>
              </a:xfrm>
              <a:custGeom>
                <a:avLst/>
                <a:gdLst/>
                <a:ahLst/>
                <a:cxnLst/>
                <a:rect l="0" t="0" r="r" b="b"/>
                <a:pathLst>
                  <a:path w="168" h="2266" fill="norm" stroke="0">
                    <a:moveTo>
                      <a:pt x="84" y="0"/>
                    </a:moveTo>
                    <a:cubicBezTo>
                      <a:pt x="112" y="0"/>
                      <a:pt x="139" y="0"/>
                      <a:pt x="168" y="0"/>
                    </a:cubicBezTo>
                    <a:cubicBezTo>
                      <a:pt x="168" y="748"/>
                      <a:pt x="168" y="1495"/>
                      <a:pt x="168" y="2266"/>
                    </a:cubicBezTo>
                    <a:cubicBezTo>
                      <a:pt x="140" y="2266"/>
                      <a:pt x="112" y="2266"/>
                      <a:pt x="84" y="2266"/>
                    </a:cubicBezTo>
                    <a:cubicBezTo>
                      <a:pt x="84" y="1601"/>
                      <a:pt x="84" y="936"/>
                      <a:pt x="84" y="252"/>
                    </a:cubicBezTo>
                    <a:cubicBezTo>
                      <a:pt x="56" y="252"/>
                      <a:pt x="29" y="252"/>
                      <a:pt x="0" y="252"/>
                    </a:cubicBezTo>
                    <a:cubicBezTo>
                      <a:pt x="0" y="196"/>
                      <a:pt x="0" y="141"/>
                      <a:pt x="0" y="84"/>
                    </a:cubicBezTo>
                    <a:cubicBezTo>
                      <a:pt x="28" y="84"/>
                      <a:pt x="55" y="84"/>
                      <a:pt x="84" y="84"/>
                    </a:cubicBezTo>
                    <a:cubicBezTo>
                      <a:pt x="84" y="56"/>
                      <a:pt x="84" y="29"/>
                      <a:pt x="8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3" cap="flat">
                <a:noFill/>
              </a:ln>
            </p:spPr>
          </p:sp>
          <p:sp>
            <p:nvSpPr>
              <p:cNvPr id="474" name="ICON_TASK_DOCUMENT_path_014"/>
              <p:cNvSpPr/>
              <p:nvPr/>
            </p:nvSpPr>
            <p:spPr>
              <a:xfrm>
                <a:off x="3167191" y="1577211"/>
                <a:ext cx="2131" cy="13854"/>
              </a:xfrm>
              <a:custGeom>
                <a:avLst/>
                <a:gdLst/>
                <a:ahLst/>
                <a:cxnLst/>
                <a:rect l="0" t="0" r="r" b="b"/>
                <a:pathLst>
                  <a:path w="168" h="1091" fill="norm" stroke="0">
                    <a:moveTo>
                      <a:pt x="0" y="0"/>
                    </a:moveTo>
                    <a:cubicBezTo>
                      <a:pt x="55" y="0"/>
                      <a:pt x="111" y="0"/>
                      <a:pt x="168" y="0"/>
                    </a:cubicBezTo>
                    <a:cubicBezTo>
                      <a:pt x="168" y="360"/>
                      <a:pt x="168" y="720"/>
                      <a:pt x="168" y="1091"/>
                    </a:cubicBezTo>
                    <a:cubicBezTo>
                      <a:pt x="112" y="1091"/>
                      <a:pt x="57" y="1091"/>
                      <a:pt x="0" y="1091"/>
                    </a:cubicBezTo>
                    <a:cubicBezTo>
                      <a:pt x="0" y="731"/>
                      <a:pt x="0" y="37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33" cap="flat">
                <a:noFill/>
              </a:ln>
            </p:spPr>
          </p:sp>
          <p:sp>
            <p:nvSpPr>
              <p:cNvPr id="475" name="ICON_TASK_DOCUMENT_path_015"/>
              <p:cNvSpPr/>
              <p:nvPr/>
            </p:nvSpPr>
            <p:spPr>
              <a:xfrm>
                <a:off x="2980697" y="1406701"/>
                <a:ext cx="2131" cy="12788"/>
              </a:xfrm>
              <a:custGeom>
                <a:avLst/>
                <a:gdLst/>
                <a:ahLst/>
                <a:cxnLst/>
                <a:rect l="0" t="0" r="r" b="b"/>
                <a:pathLst>
                  <a:path w="168" h="1007" fill="norm" stroke="0">
                    <a:moveTo>
                      <a:pt x="0" y="0"/>
                    </a:moveTo>
                    <a:cubicBezTo>
                      <a:pt x="55" y="0"/>
                      <a:pt x="111" y="0"/>
                      <a:pt x="168" y="0"/>
                    </a:cubicBezTo>
                    <a:cubicBezTo>
                      <a:pt x="168" y="332"/>
                      <a:pt x="168" y="665"/>
                      <a:pt x="168" y="1007"/>
                    </a:cubicBezTo>
                    <a:cubicBezTo>
                      <a:pt x="112" y="1007"/>
                      <a:pt x="57" y="1007"/>
                      <a:pt x="0" y="1007"/>
                    </a:cubicBezTo>
                    <a:cubicBezTo>
                      <a:pt x="0" y="675"/>
                      <a:pt x="0" y="3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33" cap="flat">
                <a:noFill/>
              </a:ln>
            </p:spPr>
          </p:sp>
          <p:sp>
            <p:nvSpPr>
              <p:cNvPr id="476" name="ICON_TASK_DOCUMENT_path_016"/>
              <p:cNvSpPr/>
              <p:nvPr/>
            </p:nvSpPr>
            <p:spPr>
              <a:xfrm>
                <a:off x="2980697" y="1530321"/>
                <a:ext cx="2131" cy="11723"/>
              </a:xfrm>
              <a:custGeom>
                <a:avLst/>
                <a:gdLst/>
                <a:ahLst/>
                <a:cxnLst/>
                <a:rect l="0" t="0" r="r" b="b"/>
                <a:pathLst>
                  <a:path w="168" h="923" fill="norm" stroke="0">
                    <a:moveTo>
                      <a:pt x="0" y="0"/>
                    </a:moveTo>
                    <a:cubicBezTo>
                      <a:pt x="55" y="0"/>
                      <a:pt x="111" y="0"/>
                      <a:pt x="168" y="0"/>
                    </a:cubicBezTo>
                    <a:cubicBezTo>
                      <a:pt x="168" y="305"/>
                      <a:pt x="168" y="609"/>
                      <a:pt x="168" y="923"/>
                    </a:cubicBezTo>
                    <a:cubicBezTo>
                      <a:pt x="112" y="923"/>
                      <a:pt x="57" y="923"/>
                      <a:pt x="0" y="923"/>
                    </a:cubicBezTo>
                    <a:cubicBezTo>
                      <a:pt x="0" y="618"/>
                      <a:pt x="0" y="3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33" cap="flat">
                <a:noFill/>
              </a:ln>
            </p:spPr>
          </p:sp>
          <p:sp>
            <p:nvSpPr>
              <p:cNvPr id="477" name="ICON_TASK_DOCUMENT_path_017"/>
              <p:cNvSpPr/>
              <p:nvPr/>
            </p:nvSpPr>
            <p:spPr>
              <a:xfrm>
                <a:off x="2980697" y="1502613"/>
                <a:ext cx="2131" cy="11723"/>
              </a:xfrm>
              <a:custGeom>
                <a:avLst/>
                <a:gdLst/>
                <a:ahLst/>
                <a:cxnLst/>
                <a:rect l="0" t="0" r="r" b="b"/>
                <a:pathLst>
                  <a:path w="168" h="923" fill="norm" stroke="0">
                    <a:moveTo>
                      <a:pt x="0" y="0"/>
                    </a:moveTo>
                    <a:cubicBezTo>
                      <a:pt x="55" y="0"/>
                      <a:pt x="111" y="0"/>
                      <a:pt x="168" y="0"/>
                    </a:cubicBezTo>
                    <a:cubicBezTo>
                      <a:pt x="168" y="305"/>
                      <a:pt x="168" y="609"/>
                      <a:pt x="168" y="923"/>
                    </a:cubicBezTo>
                    <a:cubicBezTo>
                      <a:pt x="112" y="923"/>
                      <a:pt x="57" y="923"/>
                      <a:pt x="0" y="923"/>
                    </a:cubicBezTo>
                    <a:cubicBezTo>
                      <a:pt x="0" y="618"/>
                      <a:pt x="0" y="3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33" cap="flat">
                <a:noFill/>
              </a:ln>
            </p:spPr>
          </p:sp>
          <p:sp>
            <p:nvSpPr>
              <p:cNvPr id="478" name="ICON_TASK_DOCUMENT_path_018"/>
              <p:cNvSpPr/>
              <p:nvPr/>
            </p:nvSpPr>
            <p:spPr>
              <a:xfrm>
                <a:off x="2972171" y="1406701"/>
                <a:ext cx="2131" cy="21314"/>
              </a:xfrm>
              <a:custGeom>
                <a:avLst/>
                <a:gdLst/>
                <a:ahLst/>
                <a:cxnLst/>
                <a:rect l="0" t="0" r="r" b="b"/>
                <a:pathLst>
                  <a:path w="168" h="1678" fill="norm" stroke="0">
                    <a:moveTo>
                      <a:pt x="84" y="0"/>
                    </a:moveTo>
                    <a:cubicBezTo>
                      <a:pt x="112" y="0"/>
                      <a:pt x="139" y="0"/>
                      <a:pt x="168" y="0"/>
                    </a:cubicBezTo>
                    <a:cubicBezTo>
                      <a:pt x="168" y="554"/>
                      <a:pt x="168" y="1108"/>
                      <a:pt x="168" y="1678"/>
                    </a:cubicBezTo>
                    <a:cubicBezTo>
                      <a:pt x="140" y="1678"/>
                      <a:pt x="112" y="1678"/>
                      <a:pt x="84" y="1678"/>
                    </a:cubicBezTo>
                    <a:cubicBezTo>
                      <a:pt x="84" y="1595"/>
                      <a:pt x="84" y="1512"/>
                      <a:pt x="84" y="1427"/>
                    </a:cubicBezTo>
                    <a:cubicBezTo>
                      <a:pt x="56" y="1427"/>
                      <a:pt x="29" y="1427"/>
                      <a:pt x="0" y="1427"/>
                    </a:cubicBezTo>
                    <a:cubicBezTo>
                      <a:pt x="0" y="1371"/>
                      <a:pt x="0" y="1316"/>
                      <a:pt x="0" y="1259"/>
                    </a:cubicBezTo>
                    <a:cubicBezTo>
                      <a:pt x="28" y="1259"/>
                      <a:pt x="55" y="1259"/>
                      <a:pt x="84" y="1259"/>
                    </a:cubicBezTo>
                    <a:cubicBezTo>
                      <a:pt x="84" y="843"/>
                      <a:pt x="84" y="428"/>
                      <a:pt x="8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3" cap="flat">
                <a:noFill/>
              </a:ln>
            </p:spPr>
          </p:sp>
          <p:sp>
            <p:nvSpPr>
              <p:cNvPr id="479" name="ICON_TASK_DOCUMENT_path_019"/>
              <p:cNvSpPr/>
              <p:nvPr/>
            </p:nvSpPr>
            <p:spPr>
              <a:xfrm>
                <a:off x="2973237" y="1386453"/>
                <a:ext cx="6394" cy="13854"/>
              </a:xfrm>
              <a:custGeom>
                <a:avLst/>
                <a:gdLst/>
                <a:ahLst/>
                <a:cxnLst/>
                <a:rect l="0" t="0" r="r" b="b"/>
                <a:pathLst>
                  <a:path w="503" h="1091" fill="norm" stroke="0">
                    <a:moveTo>
                      <a:pt x="252" y="0"/>
                    </a:moveTo>
                    <a:cubicBezTo>
                      <a:pt x="335" y="0"/>
                      <a:pt x="418" y="0"/>
                      <a:pt x="503" y="0"/>
                    </a:cubicBezTo>
                    <a:cubicBezTo>
                      <a:pt x="446" y="131"/>
                      <a:pt x="446" y="131"/>
                      <a:pt x="420" y="168"/>
                    </a:cubicBezTo>
                    <a:cubicBezTo>
                      <a:pt x="375" y="173"/>
                      <a:pt x="375" y="173"/>
                      <a:pt x="336" y="168"/>
                    </a:cubicBezTo>
                    <a:cubicBezTo>
                      <a:pt x="336" y="196"/>
                      <a:pt x="336" y="223"/>
                      <a:pt x="336" y="252"/>
                    </a:cubicBezTo>
                    <a:cubicBezTo>
                      <a:pt x="308" y="252"/>
                      <a:pt x="280" y="252"/>
                      <a:pt x="252" y="252"/>
                    </a:cubicBezTo>
                    <a:cubicBezTo>
                      <a:pt x="252" y="279"/>
                      <a:pt x="252" y="307"/>
                      <a:pt x="252" y="336"/>
                    </a:cubicBezTo>
                    <a:cubicBezTo>
                      <a:pt x="224" y="336"/>
                      <a:pt x="196" y="336"/>
                      <a:pt x="168" y="336"/>
                    </a:cubicBezTo>
                    <a:cubicBezTo>
                      <a:pt x="133" y="429"/>
                      <a:pt x="118" y="512"/>
                      <a:pt x="113" y="611"/>
                    </a:cubicBezTo>
                    <a:cubicBezTo>
                      <a:pt x="112" y="625"/>
                      <a:pt x="111" y="639"/>
                      <a:pt x="110" y="653"/>
                    </a:cubicBezTo>
                    <a:cubicBezTo>
                      <a:pt x="107" y="697"/>
                      <a:pt x="105" y="740"/>
                      <a:pt x="102" y="784"/>
                    </a:cubicBezTo>
                    <a:cubicBezTo>
                      <a:pt x="100" y="814"/>
                      <a:pt x="99" y="844"/>
                      <a:pt x="97" y="873"/>
                    </a:cubicBezTo>
                    <a:cubicBezTo>
                      <a:pt x="92" y="946"/>
                      <a:pt x="88" y="1018"/>
                      <a:pt x="84" y="1091"/>
                    </a:cubicBezTo>
                    <a:cubicBezTo>
                      <a:pt x="56" y="1091"/>
                      <a:pt x="29" y="1091"/>
                      <a:pt x="0" y="1091"/>
                    </a:cubicBezTo>
                    <a:cubicBezTo>
                      <a:pt x="0" y="842"/>
                      <a:pt x="0" y="592"/>
                      <a:pt x="0" y="336"/>
                    </a:cubicBezTo>
                    <a:cubicBezTo>
                      <a:pt x="28" y="336"/>
                      <a:pt x="55" y="336"/>
                      <a:pt x="84" y="336"/>
                    </a:cubicBezTo>
                    <a:cubicBezTo>
                      <a:pt x="84" y="280"/>
                      <a:pt x="84" y="225"/>
                      <a:pt x="84" y="168"/>
                    </a:cubicBezTo>
                    <a:cubicBezTo>
                      <a:pt x="112" y="168"/>
                      <a:pt x="139" y="168"/>
                      <a:pt x="168" y="168"/>
                    </a:cubicBezTo>
                    <a:cubicBezTo>
                      <a:pt x="168" y="140"/>
                      <a:pt x="168" y="112"/>
                      <a:pt x="168" y="84"/>
                    </a:cubicBezTo>
                    <a:cubicBezTo>
                      <a:pt x="196" y="84"/>
                      <a:pt x="223" y="84"/>
                      <a:pt x="252" y="84"/>
                    </a:cubicBezTo>
                    <a:cubicBezTo>
                      <a:pt x="252" y="56"/>
                      <a:pt x="252" y="29"/>
                      <a:pt x="25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3" cap="flat">
                <a:noFill/>
              </a:ln>
            </p:spPr>
          </p:sp>
          <p:sp>
            <p:nvSpPr>
              <p:cNvPr id="480" name="ICON_TASK_DOCUMENT_path_020"/>
              <p:cNvSpPr/>
              <p:nvPr/>
            </p:nvSpPr>
            <p:spPr>
              <a:xfrm>
                <a:off x="2980697" y="1570817"/>
                <a:ext cx="2131" cy="10657"/>
              </a:xfrm>
              <a:custGeom>
                <a:avLst/>
                <a:gdLst/>
                <a:ahLst/>
                <a:cxnLst/>
                <a:rect l="0" t="0" r="r" b="b"/>
                <a:pathLst>
                  <a:path w="168" h="839" fill="norm" stroke="0">
                    <a:moveTo>
                      <a:pt x="0" y="0"/>
                    </a:moveTo>
                    <a:cubicBezTo>
                      <a:pt x="55" y="0"/>
                      <a:pt x="111" y="0"/>
                      <a:pt x="168" y="0"/>
                    </a:cubicBezTo>
                    <a:cubicBezTo>
                      <a:pt x="168" y="277"/>
                      <a:pt x="168" y="554"/>
                      <a:pt x="168" y="839"/>
                    </a:cubicBezTo>
                    <a:cubicBezTo>
                      <a:pt x="112" y="839"/>
                      <a:pt x="57" y="839"/>
                      <a:pt x="0" y="839"/>
                    </a:cubicBezTo>
                    <a:cubicBezTo>
                      <a:pt x="0" y="562"/>
                      <a:pt x="0" y="28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33" cap="flat">
                <a:noFill/>
              </a:ln>
            </p:spPr>
          </p:sp>
          <p:sp>
            <p:nvSpPr>
              <p:cNvPr id="481" name="ICON_TASK_DOCUMENT_path_021"/>
              <p:cNvSpPr/>
              <p:nvPr/>
            </p:nvSpPr>
            <p:spPr>
              <a:xfrm>
                <a:off x="2980697" y="1484496"/>
                <a:ext cx="2131" cy="10657"/>
              </a:xfrm>
              <a:custGeom>
                <a:avLst/>
                <a:gdLst/>
                <a:ahLst/>
                <a:cxnLst/>
                <a:rect l="0" t="0" r="r" b="b"/>
                <a:pathLst>
                  <a:path w="168" h="839" fill="norm" stroke="0">
                    <a:moveTo>
                      <a:pt x="0" y="0"/>
                    </a:moveTo>
                    <a:cubicBezTo>
                      <a:pt x="55" y="0"/>
                      <a:pt x="111" y="0"/>
                      <a:pt x="168" y="0"/>
                    </a:cubicBezTo>
                    <a:cubicBezTo>
                      <a:pt x="168" y="277"/>
                      <a:pt x="168" y="554"/>
                      <a:pt x="168" y="839"/>
                    </a:cubicBezTo>
                    <a:cubicBezTo>
                      <a:pt x="112" y="839"/>
                      <a:pt x="57" y="839"/>
                      <a:pt x="0" y="839"/>
                    </a:cubicBezTo>
                    <a:cubicBezTo>
                      <a:pt x="0" y="562"/>
                      <a:pt x="0" y="28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33" cap="flat">
                <a:noFill/>
              </a:ln>
            </p:spPr>
          </p:sp>
          <p:sp>
            <p:nvSpPr>
              <p:cNvPr id="482" name="ICON_TASK_DOCUMENT_path_022"/>
              <p:cNvSpPr/>
              <p:nvPr/>
            </p:nvSpPr>
            <p:spPr>
              <a:xfrm>
                <a:off x="2972171" y="1554831"/>
                <a:ext cx="2131" cy="17051"/>
              </a:xfrm>
              <a:custGeom>
                <a:avLst/>
                <a:gdLst/>
                <a:ahLst/>
                <a:cxnLst/>
                <a:rect l="0" t="0" r="r" b="b"/>
                <a:pathLst>
                  <a:path w="168" h="1343" fill="norm" stroke="0">
                    <a:moveTo>
                      <a:pt x="84" y="0"/>
                    </a:moveTo>
                    <a:cubicBezTo>
                      <a:pt x="112" y="0"/>
                      <a:pt x="139" y="0"/>
                      <a:pt x="168" y="0"/>
                    </a:cubicBezTo>
                    <a:cubicBezTo>
                      <a:pt x="168" y="443"/>
                      <a:pt x="168" y="886"/>
                      <a:pt x="168" y="1343"/>
                    </a:cubicBezTo>
                    <a:cubicBezTo>
                      <a:pt x="140" y="1343"/>
                      <a:pt x="112" y="1343"/>
                      <a:pt x="84" y="1343"/>
                    </a:cubicBezTo>
                    <a:cubicBezTo>
                      <a:pt x="84" y="1038"/>
                      <a:pt x="84" y="733"/>
                      <a:pt x="84" y="420"/>
                    </a:cubicBezTo>
                    <a:cubicBezTo>
                      <a:pt x="56" y="420"/>
                      <a:pt x="29" y="420"/>
                      <a:pt x="0" y="420"/>
                    </a:cubicBezTo>
                    <a:cubicBezTo>
                      <a:pt x="0" y="364"/>
                      <a:pt x="0" y="309"/>
                      <a:pt x="0" y="252"/>
                    </a:cubicBezTo>
                    <a:cubicBezTo>
                      <a:pt x="28" y="252"/>
                      <a:pt x="55" y="252"/>
                      <a:pt x="84" y="252"/>
                    </a:cubicBezTo>
                    <a:cubicBezTo>
                      <a:pt x="84" y="169"/>
                      <a:pt x="84" y="86"/>
                      <a:pt x="8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3" cap="flat">
                <a:noFill/>
              </a:ln>
            </p:spPr>
          </p:sp>
          <p:sp>
            <p:nvSpPr>
              <p:cNvPr id="483" name="ICON_TASK_DOCUMENT_path_023"/>
              <p:cNvSpPr/>
              <p:nvPr/>
            </p:nvSpPr>
            <p:spPr>
              <a:xfrm>
                <a:off x="2980697" y="1517532"/>
                <a:ext cx="2131" cy="9591"/>
              </a:xfrm>
              <a:custGeom>
                <a:avLst/>
                <a:gdLst/>
                <a:ahLst/>
                <a:cxnLst/>
                <a:rect l="0" t="0" r="r" b="b"/>
                <a:pathLst>
                  <a:path w="168" h="755" fill="norm" stroke="0">
                    <a:moveTo>
                      <a:pt x="0" y="0"/>
                    </a:moveTo>
                    <a:cubicBezTo>
                      <a:pt x="55" y="0"/>
                      <a:pt x="111" y="0"/>
                      <a:pt x="168" y="0"/>
                    </a:cubicBezTo>
                    <a:cubicBezTo>
                      <a:pt x="168" y="249"/>
                      <a:pt x="168" y="498"/>
                      <a:pt x="168" y="755"/>
                    </a:cubicBezTo>
                    <a:cubicBezTo>
                      <a:pt x="112" y="755"/>
                      <a:pt x="57" y="755"/>
                      <a:pt x="0" y="755"/>
                    </a:cubicBezTo>
                    <a:cubicBezTo>
                      <a:pt x="0" y="506"/>
                      <a:pt x="0" y="25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33" cap="flat">
                <a:noFill/>
              </a:ln>
            </p:spPr>
          </p:sp>
          <p:sp>
            <p:nvSpPr>
              <p:cNvPr id="484" name="ICON_TASK_DOCUMENT_path_024"/>
              <p:cNvSpPr/>
              <p:nvPr/>
            </p:nvSpPr>
            <p:spPr>
              <a:xfrm>
                <a:off x="3158666" y="1422687"/>
                <a:ext cx="7460" cy="8525"/>
              </a:xfrm>
              <a:custGeom>
                <a:avLst/>
                <a:gdLst/>
                <a:ahLst/>
                <a:cxnLst/>
                <a:rect l="0" t="0" r="r" b="b"/>
                <a:pathLst>
                  <a:path w="587" h="671" fill="norm" stroke="0">
                    <a:moveTo>
                      <a:pt x="0" y="0"/>
                    </a:moveTo>
                    <a:cubicBezTo>
                      <a:pt x="83" y="0"/>
                      <a:pt x="166" y="0"/>
                      <a:pt x="252" y="0"/>
                    </a:cubicBezTo>
                    <a:cubicBezTo>
                      <a:pt x="252" y="55"/>
                      <a:pt x="252" y="111"/>
                      <a:pt x="252" y="168"/>
                    </a:cubicBezTo>
                    <a:cubicBezTo>
                      <a:pt x="307" y="168"/>
                      <a:pt x="363" y="168"/>
                      <a:pt x="420" y="168"/>
                    </a:cubicBezTo>
                    <a:cubicBezTo>
                      <a:pt x="421" y="190"/>
                      <a:pt x="423" y="212"/>
                      <a:pt x="424" y="235"/>
                    </a:cubicBezTo>
                    <a:cubicBezTo>
                      <a:pt x="440" y="413"/>
                      <a:pt x="453" y="543"/>
                      <a:pt x="587" y="671"/>
                    </a:cubicBezTo>
                    <a:cubicBezTo>
                      <a:pt x="452" y="617"/>
                      <a:pt x="339" y="538"/>
                      <a:pt x="252" y="420"/>
                    </a:cubicBezTo>
                    <a:cubicBezTo>
                      <a:pt x="247" y="372"/>
                      <a:pt x="247" y="372"/>
                      <a:pt x="252" y="336"/>
                    </a:cubicBezTo>
                    <a:cubicBezTo>
                      <a:pt x="224" y="336"/>
                      <a:pt x="196" y="336"/>
                      <a:pt x="168" y="336"/>
                    </a:cubicBezTo>
                    <a:cubicBezTo>
                      <a:pt x="168" y="308"/>
                      <a:pt x="168" y="280"/>
                      <a:pt x="168" y="252"/>
                    </a:cubicBezTo>
                    <a:cubicBezTo>
                      <a:pt x="140" y="252"/>
                      <a:pt x="112" y="252"/>
                      <a:pt x="84" y="252"/>
                    </a:cubicBezTo>
                    <a:cubicBezTo>
                      <a:pt x="84" y="196"/>
                      <a:pt x="84" y="141"/>
                      <a:pt x="84" y="84"/>
                    </a:cubicBezTo>
                    <a:cubicBezTo>
                      <a:pt x="56" y="84"/>
                      <a:pt x="29" y="84"/>
                      <a:pt x="0" y="84"/>
                    </a:cubicBezTo>
                    <a:cubicBezTo>
                      <a:pt x="0" y="56"/>
                      <a:pt x="0" y="2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3" cap="flat">
                <a:noFill/>
              </a:ln>
            </p:spPr>
          </p:sp>
        </p:grpSp>
        <p:grpSp>
          <p:nvGrpSpPr>
            <p:cNvPr id="3189" name="ICON_A_EEG_WAVE_GRAPHIC"/>
            <p:cNvGrpSpPr/>
            <p:nvPr/>
          </p:nvGrpSpPr>
          <p:grpSpPr>
            <a:xfrm>
              <a:off x="1452562" y="857250"/>
              <a:ext cx="1357312" cy="682625"/>
              <a:chOff x="1452562" y="857250"/>
              <a:chExt cx="1357312" cy="682625"/>
            </a:xfrm>
          </p:grpSpPr>
          <p:sp>
            <p:nvSpPr>
              <p:cNvPr id="3190" name="ICON_A_EEG_WAVE_GRAPHIC_path_001"/>
              <p:cNvSpPr/>
              <p:nvPr/>
            </p:nvSpPr>
            <p:spPr>
              <a:xfrm>
                <a:off x="2229158" y="1031627"/>
                <a:ext cx="558498" cy="182811"/>
              </a:xfrm>
              <a:custGeom>
                <a:avLst/>
                <a:gdLst/>
                <a:ahLst/>
                <a:cxnLst/>
                <a:rect l="0" t="0" r="r" b="b"/>
                <a:pathLst>
                  <a:path w="43976" h="14395" fill="norm" stroke="0">
                    <a:moveTo>
                      <a:pt x="14803" y="15"/>
                    </a:moveTo>
                    <a:cubicBezTo>
                      <a:pt x="14825" y="20"/>
                      <a:pt x="14825" y="20"/>
                      <a:pt x="14932" y="45"/>
                    </a:cubicBezTo>
                    <a:cubicBezTo>
                      <a:pt x="14955" y="50"/>
                      <a:pt x="14955" y="50"/>
                      <a:pt x="15073" y="75"/>
                    </a:cubicBezTo>
                    <a:cubicBezTo>
                      <a:pt x="15121" y="87"/>
                      <a:pt x="15169" y="99"/>
                      <a:pt x="15218" y="111"/>
                    </a:cubicBezTo>
                    <a:cubicBezTo>
                      <a:pt x="15267" y="121"/>
                      <a:pt x="15315" y="133"/>
                      <a:pt x="15366" y="144"/>
                    </a:cubicBezTo>
                    <a:cubicBezTo>
                      <a:pt x="15486" y="171"/>
                      <a:pt x="15606" y="199"/>
                      <a:pt x="15726" y="228"/>
                    </a:cubicBezTo>
                    <a:cubicBezTo>
                      <a:pt x="15728" y="276"/>
                      <a:pt x="15729" y="323"/>
                      <a:pt x="15731" y="373"/>
                    </a:cubicBezTo>
                    <a:cubicBezTo>
                      <a:pt x="15747" y="826"/>
                      <a:pt x="15765" y="1280"/>
                      <a:pt x="15786" y="1733"/>
                    </a:cubicBezTo>
                    <a:cubicBezTo>
                      <a:pt x="15796" y="1966"/>
                      <a:pt x="15806" y="2199"/>
                      <a:pt x="15814" y="2432"/>
                    </a:cubicBezTo>
                    <a:cubicBezTo>
                      <a:pt x="15821" y="2658"/>
                      <a:pt x="15831" y="2883"/>
                      <a:pt x="15842" y="3109"/>
                    </a:cubicBezTo>
                    <a:cubicBezTo>
                      <a:pt x="15846" y="3194"/>
                      <a:pt x="15849" y="3280"/>
                      <a:pt x="15851" y="3365"/>
                    </a:cubicBezTo>
                    <a:cubicBezTo>
                      <a:pt x="15865" y="3827"/>
                      <a:pt x="15921" y="4236"/>
                      <a:pt x="16109" y="4662"/>
                    </a:cubicBezTo>
                    <a:cubicBezTo>
                      <a:pt x="16123" y="4698"/>
                      <a:pt x="16137" y="4734"/>
                      <a:pt x="16152" y="4771"/>
                    </a:cubicBezTo>
                    <a:cubicBezTo>
                      <a:pt x="16202" y="4871"/>
                      <a:pt x="16202" y="4871"/>
                      <a:pt x="16351" y="5020"/>
                    </a:cubicBezTo>
                    <a:cubicBezTo>
                      <a:pt x="16557" y="5020"/>
                      <a:pt x="16763" y="5020"/>
                      <a:pt x="16976" y="5020"/>
                    </a:cubicBezTo>
                    <a:cubicBezTo>
                      <a:pt x="16976" y="4263"/>
                      <a:pt x="16976" y="3507"/>
                      <a:pt x="16976" y="2728"/>
                    </a:cubicBezTo>
                    <a:cubicBezTo>
                      <a:pt x="17148" y="2694"/>
                      <a:pt x="17148" y="2694"/>
                      <a:pt x="18017" y="2520"/>
                    </a:cubicBezTo>
                    <a:cubicBezTo>
                      <a:pt x="18226" y="2728"/>
                      <a:pt x="18226" y="2728"/>
                      <a:pt x="18251" y="2864"/>
                    </a:cubicBezTo>
                    <a:cubicBezTo>
                      <a:pt x="18250" y="2915"/>
                      <a:pt x="18250" y="2966"/>
                      <a:pt x="18249" y="3019"/>
                    </a:cubicBezTo>
                    <a:cubicBezTo>
                      <a:pt x="18249" y="3048"/>
                      <a:pt x="18249" y="3076"/>
                      <a:pt x="18249" y="3106"/>
                    </a:cubicBezTo>
                    <a:cubicBezTo>
                      <a:pt x="18249" y="3199"/>
                      <a:pt x="18248" y="3293"/>
                      <a:pt x="18246" y="3386"/>
                    </a:cubicBezTo>
                    <a:cubicBezTo>
                      <a:pt x="18246" y="3451"/>
                      <a:pt x="18245" y="3516"/>
                      <a:pt x="18245" y="3581"/>
                    </a:cubicBezTo>
                    <a:cubicBezTo>
                      <a:pt x="18244" y="3752"/>
                      <a:pt x="18242" y="3923"/>
                      <a:pt x="18240" y="4094"/>
                    </a:cubicBezTo>
                    <a:cubicBezTo>
                      <a:pt x="18238" y="4269"/>
                      <a:pt x="18237" y="4443"/>
                      <a:pt x="18236" y="4618"/>
                    </a:cubicBezTo>
                    <a:cubicBezTo>
                      <a:pt x="18234" y="4960"/>
                      <a:pt x="18230" y="5302"/>
                      <a:pt x="18226" y="5645"/>
                    </a:cubicBezTo>
                    <a:cubicBezTo>
                      <a:pt x="18432" y="5645"/>
                      <a:pt x="18638" y="5645"/>
                      <a:pt x="18851" y="5645"/>
                    </a:cubicBezTo>
                    <a:cubicBezTo>
                      <a:pt x="18851" y="5026"/>
                      <a:pt x="18851" y="4407"/>
                      <a:pt x="18851" y="3770"/>
                    </a:cubicBezTo>
                    <a:cubicBezTo>
                      <a:pt x="19057" y="3770"/>
                      <a:pt x="19263" y="3770"/>
                      <a:pt x="19476" y="3770"/>
                    </a:cubicBezTo>
                    <a:cubicBezTo>
                      <a:pt x="19613" y="4051"/>
                      <a:pt x="19613" y="4051"/>
                      <a:pt x="19636" y="4182"/>
                    </a:cubicBezTo>
                    <a:cubicBezTo>
                      <a:pt x="19792" y="4976"/>
                      <a:pt x="19792" y="4976"/>
                      <a:pt x="20089" y="5198"/>
                    </a:cubicBezTo>
                    <a:cubicBezTo>
                      <a:pt x="20161" y="5244"/>
                      <a:pt x="20235" y="5289"/>
                      <a:pt x="20309" y="5332"/>
                    </a:cubicBezTo>
                    <a:cubicBezTo>
                      <a:pt x="20811" y="5630"/>
                      <a:pt x="20917" y="6050"/>
                      <a:pt x="21060" y="6582"/>
                    </a:cubicBezTo>
                    <a:cubicBezTo>
                      <a:pt x="21067" y="6607"/>
                      <a:pt x="21074" y="6633"/>
                      <a:pt x="21081" y="6659"/>
                    </a:cubicBezTo>
                    <a:cubicBezTo>
                      <a:pt x="21118" y="6796"/>
                      <a:pt x="21150" y="6933"/>
                      <a:pt x="21177" y="7073"/>
                    </a:cubicBezTo>
                    <a:cubicBezTo>
                      <a:pt x="21215" y="7243"/>
                      <a:pt x="21250" y="7375"/>
                      <a:pt x="21351" y="7520"/>
                    </a:cubicBezTo>
                    <a:cubicBezTo>
                      <a:pt x="21551" y="7596"/>
                      <a:pt x="21771" y="7554"/>
                      <a:pt x="21976" y="7520"/>
                    </a:cubicBezTo>
                    <a:cubicBezTo>
                      <a:pt x="21974" y="7491"/>
                      <a:pt x="21973" y="7463"/>
                      <a:pt x="21971" y="7434"/>
                    </a:cubicBezTo>
                    <a:cubicBezTo>
                      <a:pt x="21959" y="7167"/>
                      <a:pt x="21949" y="6901"/>
                      <a:pt x="21943" y="6634"/>
                    </a:cubicBezTo>
                    <a:cubicBezTo>
                      <a:pt x="21940" y="6497"/>
                      <a:pt x="21936" y="6360"/>
                      <a:pt x="21929" y="6223"/>
                    </a:cubicBezTo>
                    <a:cubicBezTo>
                      <a:pt x="21920" y="6065"/>
                      <a:pt x="21918" y="5907"/>
                      <a:pt x="21915" y="5750"/>
                    </a:cubicBezTo>
                    <a:cubicBezTo>
                      <a:pt x="21911" y="5700"/>
                      <a:pt x="21908" y="5651"/>
                      <a:pt x="21905" y="5601"/>
                    </a:cubicBezTo>
                    <a:cubicBezTo>
                      <a:pt x="21905" y="5453"/>
                      <a:pt x="21906" y="5359"/>
                      <a:pt x="21976" y="5228"/>
                    </a:cubicBezTo>
                    <a:cubicBezTo>
                      <a:pt x="22083" y="5191"/>
                      <a:pt x="22178" y="5165"/>
                      <a:pt x="22288" y="5144"/>
                    </a:cubicBezTo>
                    <a:cubicBezTo>
                      <a:pt x="22405" y="5118"/>
                      <a:pt x="22504" y="5092"/>
                      <a:pt x="22601" y="5020"/>
                    </a:cubicBezTo>
                    <a:cubicBezTo>
                      <a:pt x="22722" y="4770"/>
                      <a:pt x="22673" y="4447"/>
                      <a:pt x="22662" y="4179"/>
                    </a:cubicBezTo>
                    <a:cubicBezTo>
                      <a:pt x="22661" y="4095"/>
                      <a:pt x="22660" y="4011"/>
                      <a:pt x="22659" y="3927"/>
                    </a:cubicBezTo>
                    <a:cubicBezTo>
                      <a:pt x="22657" y="3707"/>
                      <a:pt x="22651" y="3487"/>
                      <a:pt x="22644" y="3267"/>
                    </a:cubicBezTo>
                    <a:cubicBezTo>
                      <a:pt x="22637" y="3042"/>
                      <a:pt x="22634" y="2817"/>
                      <a:pt x="22631" y="2592"/>
                    </a:cubicBezTo>
                    <a:cubicBezTo>
                      <a:pt x="22625" y="2151"/>
                      <a:pt x="22614" y="1710"/>
                      <a:pt x="22601" y="1270"/>
                    </a:cubicBezTo>
                    <a:cubicBezTo>
                      <a:pt x="22807" y="1270"/>
                      <a:pt x="23013" y="1270"/>
                      <a:pt x="23226" y="1270"/>
                    </a:cubicBezTo>
                    <a:cubicBezTo>
                      <a:pt x="23230" y="1356"/>
                      <a:pt x="23234" y="1442"/>
                      <a:pt x="23238" y="1531"/>
                    </a:cubicBezTo>
                    <a:cubicBezTo>
                      <a:pt x="23252" y="1817"/>
                      <a:pt x="23268" y="2103"/>
                      <a:pt x="23286" y="2389"/>
                    </a:cubicBezTo>
                    <a:cubicBezTo>
                      <a:pt x="23296" y="2562"/>
                      <a:pt x="23306" y="2735"/>
                      <a:pt x="23314" y="2909"/>
                    </a:cubicBezTo>
                    <a:cubicBezTo>
                      <a:pt x="23321" y="3076"/>
                      <a:pt x="23331" y="3244"/>
                      <a:pt x="23342" y="3411"/>
                    </a:cubicBezTo>
                    <a:cubicBezTo>
                      <a:pt x="23346" y="3475"/>
                      <a:pt x="23349" y="3538"/>
                      <a:pt x="23351" y="3602"/>
                    </a:cubicBezTo>
                    <a:cubicBezTo>
                      <a:pt x="23365" y="3937"/>
                      <a:pt x="23385" y="4173"/>
                      <a:pt x="23643" y="4415"/>
                    </a:cubicBezTo>
                    <a:cubicBezTo>
                      <a:pt x="23681" y="4448"/>
                      <a:pt x="23718" y="4480"/>
                      <a:pt x="23756" y="4513"/>
                    </a:cubicBezTo>
                    <a:cubicBezTo>
                      <a:pt x="23896" y="4647"/>
                      <a:pt x="23915" y="4760"/>
                      <a:pt x="23922" y="4948"/>
                    </a:cubicBezTo>
                    <a:cubicBezTo>
                      <a:pt x="23925" y="4979"/>
                      <a:pt x="23928" y="5010"/>
                      <a:pt x="23932" y="5041"/>
                    </a:cubicBezTo>
                    <a:cubicBezTo>
                      <a:pt x="23944" y="5170"/>
                      <a:pt x="23953" y="5300"/>
                      <a:pt x="23961" y="5430"/>
                    </a:cubicBezTo>
                    <a:cubicBezTo>
                      <a:pt x="24006" y="6024"/>
                      <a:pt x="24006" y="6024"/>
                      <a:pt x="24161" y="6181"/>
                    </a:cubicBezTo>
                    <a:cubicBezTo>
                      <a:pt x="24237" y="6246"/>
                      <a:pt x="24314" y="6312"/>
                      <a:pt x="24390" y="6377"/>
                    </a:cubicBezTo>
                    <a:cubicBezTo>
                      <a:pt x="24476" y="6478"/>
                      <a:pt x="24476" y="6478"/>
                      <a:pt x="24494" y="6604"/>
                    </a:cubicBezTo>
                    <a:cubicBezTo>
                      <a:pt x="24478" y="6745"/>
                      <a:pt x="24449" y="6875"/>
                      <a:pt x="24411" y="7012"/>
                    </a:cubicBezTo>
                    <a:cubicBezTo>
                      <a:pt x="24401" y="7058"/>
                      <a:pt x="24390" y="7104"/>
                      <a:pt x="24380" y="7151"/>
                    </a:cubicBezTo>
                    <a:cubicBezTo>
                      <a:pt x="24298" y="7494"/>
                      <a:pt x="24298" y="7494"/>
                      <a:pt x="24162" y="7606"/>
                    </a:cubicBezTo>
                    <a:cubicBezTo>
                      <a:pt x="23987" y="7769"/>
                      <a:pt x="24009" y="8025"/>
                      <a:pt x="23993" y="8250"/>
                    </a:cubicBezTo>
                    <a:cubicBezTo>
                      <a:pt x="23991" y="8275"/>
                      <a:pt x="23991" y="8275"/>
                      <a:pt x="23980" y="8403"/>
                    </a:cubicBezTo>
                    <a:cubicBezTo>
                      <a:pt x="23969" y="8537"/>
                      <a:pt x="23958" y="8671"/>
                      <a:pt x="23948" y="8805"/>
                    </a:cubicBezTo>
                    <a:cubicBezTo>
                      <a:pt x="23938" y="8941"/>
                      <a:pt x="23926" y="9078"/>
                      <a:pt x="23915" y="9215"/>
                    </a:cubicBezTo>
                    <a:cubicBezTo>
                      <a:pt x="23892" y="9483"/>
                      <a:pt x="23871" y="9751"/>
                      <a:pt x="23851" y="10020"/>
                    </a:cubicBezTo>
                    <a:cubicBezTo>
                      <a:pt x="24057" y="10020"/>
                      <a:pt x="24263" y="10020"/>
                      <a:pt x="24476" y="10020"/>
                    </a:cubicBezTo>
                    <a:cubicBezTo>
                      <a:pt x="24474" y="9971"/>
                      <a:pt x="24471" y="9923"/>
                      <a:pt x="24469" y="9873"/>
                    </a:cubicBezTo>
                    <a:cubicBezTo>
                      <a:pt x="24461" y="9692"/>
                      <a:pt x="24457" y="9511"/>
                      <a:pt x="24453" y="9330"/>
                    </a:cubicBezTo>
                    <a:cubicBezTo>
                      <a:pt x="24451" y="9252"/>
                      <a:pt x="24448" y="9174"/>
                      <a:pt x="24444" y="9096"/>
                    </a:cubicBezTo>
                    <a:cubicBezTo>
                      <a:pt x="24414" y="8435"/>
                      <a:pt x="24414" y="8435"/>
                      <a:pt x="24567" y="8232"/>
                    </a:cubicBezTo>
                    <a:cubicBezTo>
                      <a:pt x="24642" y="8168"/>
                      <a:pt x="24717" y="8106"/>
                      <a:pt x="24794" y="8044"/>
                    </a:cubicBezTo>
                    <a:cubicBezTo>
                      <a:pt x="24996" y="7822"/>
                      <a:pt x="24977" y="7495"/>
                      <a:pt x="24996" y="7207"/>
                    </a:cubicBezTo>
                    <a:cubicBezTo>
                      <a:pt x="25045" y="6494"/>
                      <a:pt x="25045" y="6494"/>
                      <a:pt x="25303" y="6256"/>
                    </a:cubicBezTo>
                    <a:cubicBezTo>
                      <a:pt x="25340" y="6224"/>
                      <a:pt x="25377" y="6192"/>
                      <a:pt x="25415" y="6160"/>
                    </a:cubicBezTo>
                    <a:cubicBezTo>
                      <a:pt x="25591" y="5990"/>
                      <a:pt x="25649" y="5780"/>
                      <a:pt x="25726" y="5553"/>
                    </a:cubicBezTo>
                    <a:cubicBezTo>
                      <a:pt x="25962" y="4924"/>
                      <a:pt x="25962" y="4924"/>
                      <a:pt x="26129" y="4642"/>
                    </a:cubicBezTo>
                    <a:cubicBezTo>
                      <a:pt x="26143" y="4616"/>
                      <a:pt x="26155" y="4590"/>
                      <a:pt x="26169" y="4564"/>
                    </a:cubicBezTo>
                    <a:cubicBezTo>
                      <a:pt x="26213" y="4495"/>
                      <a:pt x="26213" y="4495"/>
                      <a:pt x="26351" y="4395"/>
                    </a:cubicBezTo>
                    <a:cubicBezTo>
                      <a:pt x="26557" y="4395"/>
                      <a:pt x="26763" y="4395"/>
                      <a:pt x="26976" y="4395"/>
                    </a:cubicBezTo>
                    <a:cubicBezTo>
                      <a:pt x="26976" y="4807"/>
                      <a:pt x="26976" y="5220"/>
                      <a:pt x="26976" y="5645"/>
                    </a:cubicBezTo>
                    <a:cubicBezTo>
                      <a:pt x="27182" y="5645"/>
                      <a:pt x="27388" y="5645"/>
                      <a:pt x="27601" y="5645"/>
                    </a:cubicBezTo>
                    <a:cubicBezTo>
                      <a:pt x="27601" y="6263"/>
                      <a:pt x="27601" y="6882"/>
                      <a:pt x="27601" y="7520"/>
                    </a:cubicBezTo>
                    <a:cubicBezTo>
                      <a:pt x="27807" y="7520"/>
                      <a:pt x="28013" y="7520"/>
                      <a:pt x="28226" y="7520"/>
                    </a:cubicBezTo>
                    <a:cubicBezTo>
                      <a:pt x="28221" y="7449"/>
                      <a:pt x="28216" y="7379"/>
                      <a:pt x="28211" y="7306"/>
                    </a:cubicBezTo>
                    <a:cubicBezTo>
                      <a:pt x="28207" y="7213"/>
                      <a:pt x="28203" y="7119"/>
                      <a:pt x="28200" y="7025"/>
                    </a:cubicBezTo>
                    <a:cubicBezTo>
                      <a:pt x="28196" y="6979"/>
                      <a:pt x="28193" y="6932"/>
                      <a:pt x="28189" y="6885"/>
                    </a:cubicBezTo>
                    <a:cubicBezTo>
                      <a:pt x="28179" y="6531"/>
                      <a:pt x="28179" y="6531"/>
                      <a:pt x="28317" y="6375"/>
                    </a:cubicBezTo>
                    <a:cubicBezTo>
                      <a:pt x="28336" y="6360"/>
                      <a:pt x="28336" y="6360"/>
                      <a:pt x="28430" y="6279"/>
                    </a:cubicBezTo>
                    <a:cubicBezTo>
                      <a:pt x="28684" y="6056"/>
                      <a:pt x="28698" y="5868"/>
                      <a:pt x="28721" y="5548"/>
                    </a:cubicBezTo>
                    <a:cubicBezTo>
                      <a:pt x="28723" y="5517"/>
                      <a:pt x="28725" y="5486"/>
                      <a:pt x="28727" y="5454"/>
                    </a:cubicBezTo>
                    <a:cubicBezTo>
                      <a:pt x="28775" y="4739"/>
                      <a:pt x="28954" y="4284"/>
                      <a:pt x="29476" y="3770"/>
                    </a:cubicBezTo>
                    <a:cubicBezTo>
                      <a:pt x="29892" y="3978"/>
                      <a:pt x="30309" y="4186"/>
                      <a:pt x="30726" y="4395"/>
                    </a:cubicBezTo>
                    <a:cubicBezTo>
                      <a:pt x="30726" y="3776"/>
                      <a:pt x="30726" y="3157"/>
                      <a:pt x="30726" y="2520"/>
                    </a:cubicBezTo>
                    <a:cubicBezTo>
                      <a:pt x="30932" y="2520"/>
                      <a:pt x="31138" y="2520"/>
                      <a:pt x="31351" y="2520"/>
                    </a:cubicBezTo>
                    <a:cubicBezTo>
                      <a:pt x="31513" y="2818"/>
                      <a:pt x="31513" y="2818"/>
                      <a:pt x="31544" y="2954"/>
                    </a:cubicBezTo>
                    <a:cubicBezTo>
                      <a:pt x="31550" y="2983"/>
                      <a:pt x="31557" y="3012"/>
                      <a:pt x="31564" y="3042"/>
                    </a:cubicBezTo>
                    <a:cubicBezTo>
                      <a:pt x="31568" y="3057"/>
                      <a:pt x="31568" y="3057"/>
                      <a:pt x="31585" y="3131"/>
                    </a:cubicBezTo>
                    <a:cubicBezTo>
                      <a:pt x="31608" y="3219"/>
                      <a:pt x="31631" y="3306"/>
                      <a:pt x="31655" y="3392"/>
                    </a:cubicBezTo>
                    <a:cubicBezTo>
                      <a:pt x="31670" y="3446"/>
                      <a:pt x="31684" y="3501"/>
                      <a:pt x="31696" y="3555"/>
                    </a:cubicBezTo>
                    <a:cubicBezTo>
                      <a:pt x="31732" y="3698"/>
                      <a:pt x="31762" y="3765"/>
                      <a:pt x="31873" y="3864"/>
                    </a:cubicBezTo>
                    <a:cubicBezTo>
                      <a:pt x="32003" y="4008"/>
                      <a:pt x="32001" y="4078"/>
                      <a:pt x="31999" y="4269"/>
                    </a:cubicBezTo>
                    <a:cubicBezTo>
                      <a:pt x="31999" y="4298"/>
                      <a:pt x="31999" y="4326"/>
                      <a:pt x="31999" y="4356"/>
                    </a:cubicBezTo>
                    <a:cubicBezTo>
                      <a:pt x="31999" y="4449"/>
                      <a:pt x="31998" y="4543"/>
                      <a:pt x="31996" y="4636"/>
                    </a:cubicBezTo>
                    <a:cubicBezTo>
                      <a:pt x="31996" y="4701"/>
                      <a:pt x="31995" y="4766"/>
                      <a:pt x="31995" y="4831"/>
                    </a:cubicBezTo>
                    <a:cubicBezTo>
                      <a:pt x="31994" y="5002"/>
                      <a:pt x="31992" y="5173"/>
                      <a:pt x="31990" y="5344"/>
                    </a:cubicBezTo>
                    <a:cubicBezTo>
                      <a:pt x="31988" y="5519"/>
                      <a:pt x="31987" y="5693"/>
                      <a:pt x="31986" y="5868"/>
                    </a:cubicBezTo>
                    <a:cubicBezTo>
                      <a:pt x="31984" y="6210"/>
                      <a:pt x="31980" y="6552"/>
                      <a:pt x="31976" y="6895"/>
                    </a:cubicBezTo>
                    <a:cubicBezTo>
                      <a:pt x="32079" y="6898"/>
                      <a:pt x="32181" y="6901"/>
                      <a:pt x="32284" y="6903"/>
                    </a:cubicBezTo>
                    <a:cubicBezTo>
                      <a:pt x="32313" y="6904"/>
                      <a:pt x="32342" y="6905"/>
                      <a:pt x="32373" y="6906"/>
                    </a:cubicBezTo>
                    <a:cubicBezTo>
                      <a:pt x="32457" y="6908"/>
                      <a:pt x="32457" y="6908"/>
                      <a:pt x="32601" y="6895"/>
                    </a:cubicBezTo>
                    <a:cubicBezTo>
                      <a:pt x="32668" y="6763"/>
                      <a:pt x="32676" y="6721"/>
                      <a:pt x="32679" y="6582"/>
                    </a:cubicBezTo>
                    <a:cubicBezTo>
                      <a:pt x="32697" y="6456"/>
                      <a:pt x="32719" y="6362"/>
                      <a:pt x="32809" y="6270"/>
                    </a:cubicBezTo>
                    <a:cubicBezTo>
                      <a:pt x="33141" y="6180"/>
                      <a:pt x="33513" y="6233"/>
                      <a:pt x="33851" y="6270"/>
                    </a:cubicBezTo>
                    <a:cubicBezTo>
                      <a:pt x="33844" y="6234"/>
                      <a:pt x="33838" y="6198"/>
                      <a:pt x="33831" y="6161"/>
                    </a:cubicBezTo>
                    <a:cubicBezTo>
                      <a:pt x="33705" y="5376"/>
                      <a:pt x="33705" y="5376"/>
                      <a:pt x="33851" y="5020"/>
                    </a:cubicBezTo>
                    <a:cubicBezTo>
                      <a:pt x="34098" y="4820"/>
                      <a:pt x="34398" y="4768"/>
                      <a:pt x="34703" y="4707"/>
                    </a:cubicBezTo>
                    <a:cubicBezTo>
                      <a:pt x="35073" y="4633"/>
                      <a:pt x="35295" y="4507"/>
                      <a:pt x="35517" y="4186"/>
                    </a:cubicBezTo>
                    <a:cubicBezTo>
                      <a:pt x="35609" y="4013"/>
                      <a:pt x="35676" y="3837"/>
                      <a:pt x="35739" y="3652"/>
                    </a:cubicBezTo>
                    <a:cubicBezTo>
                      <a:pt x="35771" y="3561"/>
                      <a:pt x="35804" y="3469"/>
                      <a:pt x="35837" y="3378"/>
                    </a:cubicBezTo>
                    <a:cubicBezTo>
                      <a:pt x="35851" y="3338"/>
                      <a:pt x="35865" y="3298"/>
                      <a:pt x="35879" y="3257"/>
                    </a:cubicBezTo>
                    <a:cubicBezTo>
                      <a:pt x="35934" y="3145"/>
                      <a:pt x="35934" y="3145"/>
                      <a:pt x="36040" y="3050"/>
                    </a:cubicBezTo>
                    <a:cubicBezTo>
                      <a:pt x="36182" y="2892"/>
                      <a:pt x="36188" y="2757"/>
                      <a:pt x="36208" y="2551"/>
                    </a:cubicBezTo>
                    <a:cubicBezTo>
                      <a:pt x="36210" y="2533"/>
                      <a:pt x="36210" y="2533"/>
                      <a:pt x="36221" y="2440"/>
                    </a:cubicBezTo>
                    <a:cubicBezTo>
                      <a:pt x="36235" y="2323"/>
                      <a:pt x="36247" y="2207"/>
                      <a:pt x="36260" y="2090"/>
                    </a:cubicBezTo>
                    <a:cubicBezTo>
                      <a:pt x="36269" y="2010"/>
                      <a:pt x="36278" y="1931"/>
                      <a:pt x="36287" y="1852"/>
                    </a:cubicBezTo>
                    <a:cubicBezTo>
                      <a:pt x="36309" y="1658"/>
                      <a:pt x="36330" y="1464"/>
                      <a:pt x="36351" y="1270"/>
                    </a:cubicBezTo>
                    <a:cubicBezTo>
                      <a:pt x="36557" y="1270"/>
                      <a:pt x="36763" y="1270"/>
                      <a:pt x="36976" y="1270"/>
                    </a:cubicBezTo>
                    <a:cubicBezTo>
                      <a:pt x="36980" y="1318"/>
                      <a:pt x="36984" y="1366"/>
                      <a:pt x="36988" y="1416"/>
                    </a:cubicBezTo>
                    <a:cubicBezTo>
                      <a:pt x="37004" y="1597"/>
                      <a:pt x="37023" y="1778"/>
                      <a:pt x="37042" y="1959"/>
                    </a:cubicBezTo>
                    <a:cubicBezTo>
                      <a:pt x="37050" y="2037"/>
                      <a:pt x="37057" y="2115"/>
                      <a:pt x="37064" y="2193"/>
                    </a:cubicBezTo>
                    <a:cubicBezTo>
                      <a:pt x="37121" y="2870"/>
                      <a:pt x="37121" y="2870"/>
                      <a:pt x="37284" y="3042"/>
                    </a:cubicBezTo>
                    <a:cubicBezTo>
                      <a:pt x="37322" y="3069"/>
                      <a:pt x="37360" y="3097"/>
                      <a:pt x="37399" y="3125"/>
                    </a:cubicBezTo>
                    <a:cubicBezTo>
                      <a:pt x="37534" y="3236"/>
                      <a:pt x="37589" y="3294"/>
                      <a:pt x="37623" y="3466"/>
                    </a:cubicBezTo>
                    <a:cubicBezTo>
                      <a:pt x="37652" y="3791"/>
                      <a:pt x="37641" y="4118"/>
                      <a:pt x="37629" y="4444"/>
                    </a:cubicBezTo>
                    <a:cubicBezTo>
                      <a:pt x="37625" y="4579"/>
                      <a:pt x="37623" y="4715"/>
                      <a:pt x="37621" y="4850"/>
                    </a:cubicBezTo>
                    <a:cubicBezTo>
                      <a:pt x="37617" y="5115"/>
                      <a:pt x="37610" y="5380"/>
                      <a:pt x="37601" y="5645"/>
                    </a:cubicBezTo>
                    <a:cubicBezTo>
                      <a:pt x="37814" y="5696"/>
                      <a:pt x="38017" y="5729"/>
                      <a:pt x="38226" y="5645"/>
                    </a:cubicBezTo>
                    <a:cubicBezTo>
                      <a:pt x="38329" y="5541"/>
                      <a:pt x="38388" y="5424"/>
                      <a:pt x="38450" y="5292"/>
                    </a:cubicBezTo>
                    <a:cubicBezTo>
                      <a:pt x="38468" y="5255"/>
                      <a:pt x="38486" y="5218"/>
                      <a:pt x="38504" y="5180"/>
                    </a:cubicBezTo>
                    <a:cubicBezTo>
                      <a:pt x="38710" y="4711"/>
                      <a:pt x="38716" y="4232"/>
                      <a:pt x="38729" y="3727"/>
                    </a:cubicBezTo>
                    <a:cubicBezTo>
                      <a:pt x="38733" y="3626"/>
                      <a:pt x="38737" y="3524"/>
                      <a:pt x="38741" y="3422"/>
                    </a:cubicBezTo>
                    <a:cubicBezTo>
                      <a:pt x="38750" y="3185"/>
                      <a:pt x="38758" y="2948"/>
                      <a:pt x="38765" y="2710"/>
                    </a:cubicBezTo>
                    <a:cubicBezTo>
                      <a:pt x="38773" y="2439"/>
                      <a:pt x="38784" y="2168"/>
                      <a:pt x="38794" y="1897"/>
                    </a:cubicBezTo>
                    <a:cubicBezTo>
                      <a:pt x="38815" y="1340"/>
                      <a:pt x="38834" y="784"/>
                      <a:pt x="38851" y="228"/>
                    </a:cubicBezTo>
                    <a:cubicBezTo>
                      <a:pt x="39020" y="187"/>
                      <a:pt x="39189" y="149"/>
                      <a:pt x="39359" y="111"/>
                    </a:cubicBezTo>
                    <a:cubicBezTo>
                      <a:pt x="39406" y="99"/>
                      <a:pt x="39454" y="87"/>
                      <a:pt x="39504" y="75"/>
                    </a:cubicBezTo>
                    <a:cubicBezTo>
                      <a:pt x="39850" y="0"/>
                      <a:pt x="39850" y="0"/>
                      <a:pt x="40029" y="82"/>
                    </a:cubicBezTo>
                    <a:cubicBezTo>
                      <a:pt x="40171" y="283"/>
                      <a:pt x="40128" y="571"/>
                      <a:pt x="40124" y="806"/>
                    </a:cubicBezTo>
                    <a:cubicBezTo>
                      <a:pt x="40124" y="866"/>
                      <a:pt x="40124" y="925"/>
                      <a:pt x="40124" y="985"/>
                    </a:cubicBezTo>
                    <a:cubicBezTo>
                      <a:pt x="40125" y="1146"/>
                      <a:pt x="40123" y="1308"/>
                      <a:pt x="40122" y="1469"/>
                    </a:cubicBezTo>
                    <a:cubicBezTo>
                      <a:pt x="40121" y="1638"/>
                      <a:pt x="40120" y="1806"/>
                      <a:pt x="40120" y="1975"/>
                    </a:cubicBezTo>
                    <a:cubicBezTo>
                      <a:pt x="40120" y="2295"/>
                      <a:pt x="40118" y="2614"/>
                      <a:pt x="40116" y="2934"/>
                    </a:cubicBezTo>
                    <a:cubicBezTo>
                      <a:pt x="40113" y="3297"/>
                      <a:pt x="40112" y="3661"/>
                      <a:pt x="40111" y="4025"/>
                    </a:cubicBezTo>
                    <a:cubicBezTo>
                      <a:pt x="40109" y="4773"/>
                      <a:pt x="40105" y="5521"/>
                      <a:pt x="40101" y="6270"/>
                    </a:cubicBezTo>
                    <a:cubicBezTo>
                      <a:pt x="40307" y="6270"/>
                      <a:pt x="40513" y="6270"/>
                      <a:pt x="40726" y="6270"/>
                    </a:cubicBezTo>
                    <a:cubicBezTo>
                      <a:pt x="40726" y="5445"/>
                      <a:pt x="40726" y="4620"/>
                      <a:pt x="40726" y="3770"/>
                    </a:cubicBezTo>
                    <a:cubicBezTo>
                      <a:pt x="40932" y="3770"/>
                      <a:pt x="41138" y="3770"/>
                      <a:pt x="41351" y="3770"/>
                    </a:cubicBezTo>
                    <a:cubicBezTo>
                      <a:pt x="41351" y="4388"/>
                      <a:pt x="41351" y="5007"/>
                      <a:pt x="41351" y="5645"/>
                    </a:cubicBezTo>
                    <a:cubicBezTo>
                      <a:pt x="41557" y="5645"/>
                      <a:pt x="41763" y="5645"/>
                      <a:pt x="41976" y="5645"/>
                    </a:cubicBezTo>
                    <a:cubicBezTo>
                      <a:pt x="41976" y="4613"/>
                      <a:pt x="41976" y="3582"/>
                      <a:pt x="41976" y="2520"/>
                    </a:cubicBezTo>
                    <a:cubicBezTo>
                      <a:pt x="42182" y="2520"/>
                      <a:pt x="42388" y="2520"/>
                      <a:pt x="42601" y="2520"/>
                    </a:cubicBezTo>
                    <a:cubicBezTo>
                      <a:pt x="42602" y="2603"/>
                      <a:pt x="42603" y="2685"/>
                      <a:pt x="42603" y="2771"/>
                    </a:cubicBezTo>
                    <a:cubicBezTo>
                      <a:pt x="42607" y="3050"/>
                      <a:pt x="42616" y="3328"/>
                      <a:pt x="42628" y="3606"/>
                    </a:cubicBezTo>
                    <a:cubicBezTo>
                      <a:pt x="42635" y="3775"/>
                      <a:pt x="42641" y="3943"/>
                      <a:pt x="42641" y="4111"/>
                    </a:cubicBezTo>
                    <a:cubicBezTo>
                      <a:pt x="42642" y="4275"/>
                      <a:pt x="42649" y="4438"/>
                      <a:pt x="42658" y="4602"/>
                    </a:cubicBezTo>
                    <a:cubicBezTo>
                      <a:pt x="42660" y="4663"/>
                      <a:pt x="42661" y="4725"/>
                      <a:pt x="42660" y="4786"/>
                    </a:cubicBezTo>
                    <a:cubicBezTo>
                      <a:pt x="42657" y="5088"/>
                      <a:pt x="42701" y="5324"/>
                      <a:pt x="42916" y="5547"/>
                    </a:cubicBezTo>
                    <a:cubicBezTo>
                      <a:pt x="43029" y="5650"/>
                      <a:pt x="43145" y="5750"/>
                      <a:pt x="43260" y="5850"/>
                    </a:cubicBezTo>
                    <a:cubicBezTo>
                      <a:pt x="43637" y="6182"/>
                      <a:pt x="43916" y="6456"/>
                      <a:pt x="43962" y="6974"/>
                    </a:cubicBezTo>
                    <a:cubicBezTo>
                      <a:pt x="43976" y="7251"/>
                      <a:pt x="43969" y="7527"/>
                      <a:pt x="43956" y="7804"/>
                    </a:cubicBezTo>
                    <a:cubicBezTo>
                      <a:pt x="43950" y="7970"/>
                      <a:pt x="43949" y="8136"/>
                      <a:pt x="43948" y="8303"/>
                    </a:cubicBezTo>
                    <a:cubicBezTo>
                      <a:pt x="43945" y="8617"/>
                      <a:pt x="43936" y="8930"/>
                      <a:pt x="43926" y="9244"/>
                    </a:cubicBezTo>
                    <a:cubicBezTo>
                      <a:pt x="43914" y="9601"/>
                      <a:pt x="43908" y="9959"/>
                      <a:pt x="43903" y="10317"/>
                    </a:cubicBezTo>
                    <a:cubicBezTo>
                      <a:pt x="43892" y="11051"/>
                      <a:pt x="43874" y="11785"/>
                      <a:pt x="43851" y="12520"/>
                    </a:cubicBezTo>
                    <a:cubicBezTo>
                      <a:pt x="43644" y="12520"/>
                      <a:pt x="43438" y="12520"/>
                      <a:pt x="43226" y="12520"/>
                    </a:cubicBezTo>
                    <a:cubicBezTo>
                      <a:pt x="43222" y="12433"/>
                      <a:pt x="43218" y="12347"/>
                      <a:pt x="43213" y="12258"/>
                    </a:cubicBezTo>
                    <a:cubicBezTo>
                      <a:pt x="43199" y="11972"/>
                      <a:pt x="43183" y="11686"/>
                      <a:pt x="43166" y="11400"/>
                    </a:cubicBezTo>
                    <a:cubicBezTo>
                      <a:pt x="43155" y="11227"/>
                      <a:pt x="43146" y="11054"/>
                      <a:pt x="43138" y="10880"/>
                    </a:cubicBezTo>
                    <a:cubicBezTo>
                      <a:pt x="43130" y="10713"/>
                      <a:pt x="43120" y="10545"/>
                      <a:pt x="43109" y="10378"/>
                    </a:cubicBezTo>
                    <a:cubicBezTo>
                      <a:pt x="43106" y="10314"/>
                      <a:pt x="43103" y="10251"/>
                      <a:pt x="43100" y="10187"/>
                    </a:cubicBezTo>
                    <a:cubicBezTo>
                      <a:pt x="43078" y="9637"/>
                      <a:pt x="43078" y="9637"/>
                      <a:pt x="42864" y="9421"/>
                    </a:cubicBezTo>
                    <a:cubicBezTo>
                      <a:pt x="42809" y="9372"/>
                      <a:pt x="42751" y="9325"/>
                      <a:pt x="42693" y="9280"/>
                    </a:cubicBezTo>
                    <a:cubicBezTo>
                      <a:pt x="42575" y="9160"/>
                      <a:pt x="42569" y="9082"/>
                      <a:pt x="42560" y="8918"/>
                    </a:cubicBezTo>
                    <a:cubicBezTo>
                      <a:pt x="42563" y="8825"/>
                      <a:pt x="42568" y="8732"/>
                      <a:pt x="42575" y="8639"/>
                    </a:cubicBezTo>
                    <a:cubicBezTo>
                      <a:pt x="42577" y="8591"/>
                      <a:pt x="42579" y="8544"/>
                      <a:pt x="42580" y="8494"/>
                    </a:cubicBezTo>
                    <a:cubicBezTo>
                      <a:pt x="42585" y="8378"/>
                      <a:pt x="42593" y="8261"/>
                      <a:pt x="42601" y="8145"/>
                    </a:cubicBezTo>
                    <a:cubicBezTo>
                      <a:pt x="42394" y="8145"/>
                      <a:pt x="42188" y="8145"/>
                      <a:pt x="41976" y="8145"/>
                    </a:cubicBezTo>
                    <a:cubicBezTo>
                      <a:pt x="41976" y="8763"/>
                      <a:pt x="41976" y="9382"/>
                      <a:pt x="41976" y="10020"/>
                    </a:cubicBezTo>
                    <a:cubicBezTo>
                      <a:pt x="41769" y="10020"/>
                      <a:pt x="41563" y="10020"/>
                      <a:pt x="41351" y="10020"/>
                    </a:cubicBezTo>
                    <a:cubicBezTo>
                      <a:pt x="41351" y="10845"/>
                      <a:pt x="41351" y="11670"/>
                      <a:pt x="41351" y="12520"/>
                    </a:cubicBezTo>
                    <a:cubicBezTo>
                      <a:pt x="41144" y="12520"/>
                      <a:pt x="40938" y="12520"/>
                      <a:pt x="40726" y="12520"/>
                    </a:cubicBezTo>
                    <a:cubicBezTo>
                      <a:pt x="40722" y="12471"/>
                      <a:pt x="40718" y="12423"/>
                      <a:pt x="40713" y="12373"/>
                    </a:cubicBezTo>
                    <a:cubicBezTo>
                      <a:pt x="40697" y="12192"/>
                      <a:pt x="40679" y="12011"/>
                      <a:pt x="40660" y="11830"/>
                    </a:cubicBezTo>
                    <a:cubicBezTo>
                      <a:pt x="40652" y="11752"/>
                      <a:pt x="40644" y="11674"/>
                      <a:pt x="40638" y="11596"/>
                    </a:cubicBezTo>
                    <a:cubicBezTo>
                      <a:pt x="40575" y="10864"/>
                      <a:pt x="40575" y="10864"/>
                      <a:pt x="40303" y="10625"/>
                    </a:cubicBezTo>
                    <a:cubicBezTo>
                      <a:pt x="40266" y="10595"/>
                      <a:pt x="40229" y="10564"/>
                      <a:pt x="40191" y="10533"/>
                    </a:cubicBezTo>
                    <a:cubicBezTo>
                      <a:pt x="40047" y="10379"/>
                      <a:pt x="40058" y="10233"/>
                      <a:pt x="40064" y="10029"/>
                    </a:cubicBezTo>
                    <a:cubicBezTo>
                      <a:pt x="40066" y="10006"/>
                      <a:pt x="40066" y="10006"/>
                      <a:pt x="40075" y="9889"/>
                    </a:cubicBezTo>
                    <a:cubicBezTo>
                      <a:pt x="40077" y="9841"/>
                      <a:pt x="40079" y="9794"/>
                      <a:pt x="40080" y="9744"/>
                    </a:cubicBezTo>
                    <a:cubicBezTo>
                      <a:pt x="40085" y="9627"/>
                      <a:pt x="40092" y="9511"/>
                      <a:pt x="40101" y="9395"/>
                    </a:cubicBezTo>
                    <a:cubicBezTo>
                      <a:pt x="39885" y="9343"/>
                      <a:pt x="39688" y="9316"/>
                      <a:pt x="39476" y="9395"/>
                    </a:cubicBezTo>
                    <a:cubicBezTo>
                      <a:pt x="39134" y="9677"/>
                      <a:pt x="39048" y="10213"/>
                      <a:pt x="39006" y="10629"/>
                    </a:cubicBezTo>
                    <a:cubicBezTo>
                      <a:pt x="38968" y="11060"/>
                      <a:pt x="38951" y="11494"/>
                      <a:pt x="38934" y="11927"/>
                    </a:cubicBezTo>
                    <a:cubicBezTo>
                      <a:pt x="38925" y="12135"/>
                      <a:pt x="38915" y="12343"/>
                      <a:pt x="38904" y="12551"/>
                    </a:cubicBezTo>
                    <a:cubicBezTo>
                      <a:pt x="38884" y="12957"/>
                      <a:pt x="38867" y="13363"/>
                      <a:pt x="38851" y="13770"/>
                    </a:cubicBezTo>
                    <a:cubicBezTo>
                      <a:pt x="38644" y="13770"/>
                      <a:pt x="38438" y="13770"/>
                      <a:pt x="38226" y="13770"/>
                    </a:cubicBezTo>
                    <a:cubicBezTo>
                      <a:pt x="38226" y="12326"/>
                      <a:pt x="38226" y="10882"/>
                      <a:pt x="38226" y="9395"/>
                    </a:cubicBezTo>
                    <a:cubicBezTo>
                      <a:pt x="38019" y="9395"/>
                      <a:pt x="37813" y="9395"/>
                      <a:pt x="37601" y="9395"/>
                    </a:cubicBezTo>
                    <a:cubicBezTo>
                      <a:pt x="37601" y="8982"/>
                      <a:pt x="37601" y="8570"/>
                      <a:pt x="37601" y="8145"/>
                    </a:cubicBezTo>
                    <a:cubicBezTo>
                      <a:pt x="36976" y="8145"/>
                      <a:pt x="36976" y="8145"/>
                      <a:pt x="36828" y="8285"/>
                    </a:cubicBezTo>
                    <a:cubicBezTo>
                      <a:pt x="36779" y="8380"/>
                      <a:pt x="36779" y="8380"/>
                      <a:pt x="36736" y="8486"/>
                    </a:cubicBezTo>
                    <a:cubicBezTo>
                      <a:pt x="36728" y="8505"/>
                      <a:pt x="36728" y="8505"/>
                      <a:pt x="36686" y="8598"/>
                    </a:cubicBezTo>
                    <a:cubicBezTo>
                      <a:pt x="36492" y="9076"/>
                      <a:pt x="36465" y="9587"/>
                      <a:pt x="36434" y="10097"/>
                    </a:cubicBezTo>
                    <a:cubicBezTo>
                      <a:pt x="36425" y="10230"/>
                      <a:pt x="36415" y="10363"/>
                      <a:pt x="36404" y="10496"/>
                    </a:cubicBezTo>
                    <a:cubicBezTo>
                      <a:pt x="36385" y="10754"/>
                      <a:pt x="36367" y="11011"/>
                      <a:pt x="36351" y="11270"/>
                    </a:cubicBezTo>
                    <a:cubicBezTo>
                      <a:pt x="35823" y="11322"/>
                      <a:pt x="35823" y="11322"/>
                      <a:pt x="35612" y="11208"/>
                    </a:cubicBezTo>
                    <a:cubicBezTo>
                      <a:pt x="35514" y="11118"/>
                      <a:pt x="35438" y="11027"/>
                      <a:pt x="35361" y="10918"/>
                    </a:cubicBezTo>
                    <a:cubicBezTo>
                      <a:pt x="35334" y="10881"/>
                      <a:pt x="35307" y="10845"/>
                      <a:pt x="35280" y="10807"/>
                    </a:cubicBezTo>
                    <a:cubicBezTo>
                      <a:pt x="35077" y="10490"/>
                      <a:pt x="35074" y="10238"/>
                      <a:pt x="35153" y="9876"/>
                    </a:cubicBezTo>
                    <a:cubicBezTo>
                      <a:pt x="35257" y="9437"/>
                      <a:pt x="35257" y="9437"/>
                      <a:pt x="35415" y="9309"/>
                    </a:cubicBezTo>
                    <a:cubicBezTo>
                      <a:pt x="35589" y="9145"/>
                      <a:pt x="35567" y="8889"/>
                      <a:pt x="35583" y="8665"/>
                    </a:cubicBezTo>
                    <a:cubicBezTo>
                      <a:pt x="35585" y="8639"/>
                      <a:pt x="35585" y="8639"/>
                      <a:pt x="35596" y="8511"/>
                    </a:cubicBezTo>
                    <a:cubicBezTo>
                      <a:pt x="35608" y="8377"/>
                      <a:pt x="35618" y="8244"/>
                      <a:pt x="35628" y="8110"/>
                    </a:cubicBezTo>
                    <a:cubicBezTo>
                      <a:pt x="35639" y="7973"/>
                      <a:pt x="35650" y="7836"/>
                      <a:pt x="35662" y="7699"/>
                    </a:cubicBezTo>
                    <a:cubicBezTo>
                      <a:pt x="35684" y="7431"/>
                      <a:pt x="35705" y="7163"/>
                      <a:pt x="35726" y="6895"/>
                    </a:cubicBezTo>
                    <a:cubicBezTo>
                      <a:pt x="35519" y="6895"/>
                      <a:pt x="35313" y="6895"/>
                      <a:pt x="35101" y="6895"/>
                    </a:cubicBezTo>
                    <a:cubicBezTo>
                      <a:pt x="35102" y="6918"/>
                      <a:pt x="35102" y="6918"/>
                      <a:pt x="35111" y="7034"/>
                    </a:cubicBezTo>
                    <a:cubicBezTo>
                      <a:pt x="35211" y="8580"/>
                      <a:pt x="35211" y="8580"/>
                      <a:pt x="34788" y="9082"/>
                    </a:cubicBezTo>
                    <a:cubicBezTo>
                      <a:pt x="34689" y="9193"/>
                      <a:pt x="34588" y="9297"/>
                      <a:pt x="34476" y="9395"/>
                    </a:cubicBezTo>
                    <a:cubicBezTo>
                      <a:pt x="34059" y="9186"/>
                      <a:pt x="33642" y="8978"/>
                      <a:pt x="33226" y="8770"/>
                    </a:cubicBezTo>
                    <a:cubicBezTo>
                      <a:pt x="33219" y="8793"/>
                      <a:pt x="33213" y="8816"/>
                      <a:pt x="33206" y="8841"/>
                    </a:cubicBezTo>
                    <a:cubicBezTo>
                      <a:pt x="33139" y="9085"/>
                      <a:pt x="33067" y="9328"/>
                      <a:pt x="32993" y="9571"/>
                    </a:cubicBezTo>
                    <a:cubicBezTo>
                      <a:pt x="32966" y="9661"/>
                      <a:pt x="32940" y="9752"/>
                      <a:pt x="32915" y="9844"/>
                    </a:cubicBezTo>
                    <a:cubicBezTo>
                      <a:pt x="32746" y="10458"/>
                      <a:pt x="32746" y="10458"/>
                      <a:pt x="32601" y="10645"/>
                    </a:cubicBezTo>
                    <a:cubicBezTo>
                      <a:pt x="32400" y="10750"/>
                      <a:pt x="32185" y="10700"/>
                      <a:pt x="31976" y="10645"/>
                    </a:cubicBezTo>
                    <a:cubicBezTo>
                      <a:pt x="31977" y="10621"/>
                      <a:pt x="31979" y="10599"/>
                      <a:pt x="31980" y="10575"/>
                    </a:cubicBezTo>
                    <a:cubicBezTo>
                      <a:pt x="31994" y="10335"/>
                      <a:pt x="32003" y="10095"/>
                      <a:pt x="32010" y="9855"/>
                    </a:cubicBezTo>
                    <a:cubicBezTo>
                      <a:pt x="32013" y="9765"/>
                      <a:pt x="32018" y="9676"/>
                      <a:pt x="32023" y="9586"/>
                    </a:cubicBezTo>
                    <a:cubicBezTo>
                      <a:pt x="32058" y="8985"/>
                      <a:pt x="32058" y="8985"/>
                      <a:pt x="31976" y="8770"/>
                    </a:cubicBezTo>
                    <a:cubicBezTo>
                      <a:pt x="31864" y="8669"/>
                      <a:pt x="31733" y="8648"/>
                      <a:pt x="31589" y="8621"/>
                    </a:cubicBezTo>
                    <a:cubicBezTo>
                      <a:pt x="31366" y="8579"/>
                      <a:pt x="31366" y="8579"/>
                      <a:pt x="31264" y="8460"/>
                    </a:cubicBezTo>
                    <a:cubicBezTo>
                      <a:pt x="31204" y="8330"/>
                      <a:pt x="31158" y="8203"/>
                      <a:pt x="31116" y="8066"/>
                    </a:cubicBezTo>
                    <a:cubicBezTo>
                      <a:pt x="31100" y="8020"/>
                      <a:pt x="31083" y="7974"/>
                      <a:pt x="31066" y="7926"/>
                    </a:cubicBezTo>
                    <a:cubicBezTo>
                      <a:pt x="30994" y="7724"/>
                      <a:pt x="30932" y="7521"/>
                      <a:pt x="30884" y="7312"/>
                    </a:cubicBezTo>
                    <a:cubicBezTo>
                      <a:pt x="30848" y="7159"/>
                      <a:pt x="30815" y="7026"/>
                      <a:pt x="30726" y="6895"/>
                    </a:cubicBezTo>
                    <a:cubicBezTo>
                      <a:pt x="30535" y="6801"/>
                      <a:pt x="30379" y="6778"/>
                      <a:pt x="30176" y="6848"/>
                    </a:cubicBezTo>
                    <a:cubicBezTo>
                      <a:pt x="29991" y="6963"/>
                      <a:pt x="29925" y="7195"/>
                      <a:pt x="29844" y="7388"/>
                    </a:cubicBezTo>
                    <a:cubicBezTo>
                      <a:pt x="29727" y="7665"/>
                      <a:pt x="29599" y="7833"/>
                      <a:pt x="29371" y="8027"/>
                    </a:cubicBezTo>
                    <a:cubicBezTo>
                      <a:pt x="29048" y="8311"/>
                      <a:pt x="28916" y="8635"/>
                      <a:pt x="28777" y="9038"/>
                    </a:cubicBezTo>
                    <a:cubicBezTo>
                      <a:pt x="28762" y="9081"/>
                      <a:pt x="28747" y="9124"/>
                      <a:pt x="28732" y="9168"/>
                    </a:cubicBezTo>
                    <a:cubicBezTo>
                      <a:pt x="28720" y="9207"/>
                      <a:pt x="28707" y="9245"/>
                      <a:pt x="28694" y="9285"/>
                    </a:cubicBezTo>
                    <a:cubicBezTo>
                      <a:pt x="28642" y="9395"/>
                      <a:pt x="28642" y="9395"/>
                      <a:pt x="28537" y="9480"/>
                    </a:cubicBezTo>
                    <a:cubicBezTo>
                      <a:pt x="28363" y="9644"/>
                      <a:pt x="28384" y="9900"/>
                      <a:pt x="28368" y="10125"/>
                    </a:cubicBezTo>
                    <a:cubicBezTo>
                      <a:pt x="28366" y="10150"/>
                      <a:pt x="28366" y="10150"/>
                      <a:pt x="28355" y="10278"/>
                    </a:cubicBezTo>
                    <a:cubicBezTo>
                      <a:pt x="28344" y="10412"/>
                      <a:pt x="28333" y="10546"/>
                      <a:pt x="28323" y="10680"/>
                    </a:cubicBezTo>
                    <a:cubicBezTo>
                      <a:pt x="28313" y="10816"/>
                      <a:pt x="28301" y="10953"/>
                      <a:pt x="28290" y="11090"/>
                    </a:cubicBezTo>
                    <a:cubicBezTo>
                      <a:pt x="28267" y="11358"/>
                      <a:pt x="28246" y="11626"/>
                      <a:pt x="28226" y="11895"/>
                    </a:cubicBezTo>
                    <a:cubicBezTo>
                      <a:pt x="27797" y="11966"/>
                      <a:pt x="27797" y="11966"/>
                      <a:pt x="27601" y="11895"/>
                    </a:cubicBezTo>
                    <a:cubicBezTo>
                      <a:pt x="27460" y="11711"/>
                      <a:pt x="27418" y="11505"/>
                      <a:pt x="27366" y="11282"/>
                    </a:cubicBezTo>
                    <a:cubicBezTo>
                      <a:pt x="27344" y="11195"/>
                      <a:pt x="27320" y="11108"/>
                      <a:pt x="27296" y="11021"/>
                    </a:cubicBezTo>
                    <a:cubicBezTo>
                      <a:pt x="27281" y="10968"/>
                      <a:pt x="27268" y="10913"/>
                      <a:pt x="27255" y="10859"/>
                    </a:cubicBezTo>
                    <a:cubicBezTo>
                      <a:pt x="27219" y="10715"/>
                      <a:pt x="27192" y="10651"/>
                      <a:pt x="27076" y="10555"/>
                    </a:cubicBezTo>
                    <a:cubicBezTo>
                      <a:pt x="26914" y="10363"/>
                      <a:pt x="26950" y="10157"/>
                      <a:pt x="26955" y="9915"/>
                    </a:cubicBezTo>
                    <a:cubicBezTo>
                      <a:pt x="26956" y="9889"/>
                      <a:pt x="26956" y="9889"/>
                      <a:pt x="26956" y="9761"/>
                    </a:cubicBezTo>
                    <a:cubicBezTo>
                      <a:pt x="26957" y="9627"/>
                      <a:pt x="26959" y="9494"/>
                      <a:pt x="26961" y="9360"/>
                    </a:cubicBezTo>
                    <a:cubicBezTo>
                      <a:pt x="26964" y="9223"/>
                      <a:pt x="26965" y="9086"/>
                      <a:pt x="26966" y="8949"/>
                    </a:cubicBezTo>
                    <a:cubicBezTo>
                      <a:pt x="26968" y="8681"/>
                      <a:pt x="26971" y="8413"/>
                      <a:pt x="26976" y="8145"/>
                    </a:cubicBezTo>
                    <a:cubicBezTo>
                      <a:pt x="26423" y="8091"/>
                      <a:pt x="26423" y="8091"/>
                      <a:pt x="26267" y="8206"/>
                    </a:cubicBezTo>
                    <a:cubicBezTo>
                      <a:pt x="26207" y="8300"/>
                      <a:pt x="26168" y="8391"/>
                      <a:pt x="26129" y="8496"/>
                    </a:cubicBezTo>
                    <a:cubicBezTo>
                      <a:pt x="26113" y="8534"/>
                      <a:pt x="26097" y="8571"/>
                      <a:pt x="26080" y="8609"/>
                    </a:cubicBezTo>
                    <a:cubicBezTo>
                      <a:pt x="26029" y="8731"/>
                      <a:pt x="25981" y="8854"/>
                      <a:pt x="25934" y="8978"/>
                    </a:cubicBezTo>
                    <a:cubicBezTo>
                      <a:pt x="25902" y="9059"/>
                      <a:pt x="25870" y="9140"/>
                      <a:pt x="25838" y="9221"/>
                    </a:cubicBezTo>
                    <a:cubicBezTo>
                      <a:pt x="25822" y="9262"/>
                      <a:pt x="25806" y="9303"/>
                      <a:pt x="25789" y="9346"/>
                    </a:cubicBezTo>
                    <a:cubicBezTo>
                      <a:pt x="25781" y="9367"/>
                      <a:pt x="25781" y="9367"/>
                      <a:pt x="25739" y="9473"/>
                    </a:cubicBezTo>
                    <a:cubicBezTo>
                      <a:pt x="25722" y="9515"/>
                      <a:pt x="25705" y="9558"/>
                      <a:pt x="25688" y="9601"/>
                    </a:cubicBezTo>
                    <a:cubicBezTo>
                      <a:pt x="25551" y="9947"/>
                      <a:pt x="25404" y="10288"/>
                      <a:pt x="25245" y="10624"/>
                    </a:cubicBezTo>
                    <a:cubicBezTo>
                      <a:pt x="25218" y="10681"/>
                      <a:pt x="25192" y="10738"/>
                      <a:pt x="25167" y="10795"/>
                    </a:cubicBezTo>
                    <a:cubicBezTo>
                      <a:pt x="25131" y="10875"/>
                      <a:pt x="25094" y="10954"/>
                      <a:pt x="25055" y="11033"/>
                    </a:cubicBezTo>
                    <a:cubicBezTo>
                      <a:pt x="25045" y="11056"/>
                      <a:pt x="25045" y="11056"/>
                      <a:pt x="24990" y="11171"/>
                    </a:cubicBezTo>
                    <a:cubicBezTo>
                      <a:pt x="24958" y="11204"/>
                      <a:pt x="24926" y="11236"/>
                      <a:pt x="24892" y="11270"/>
                    </a:cubicBezTo>
                    <a:cubicBezTo>
                      <a:pt x="24755" y="11270"/>
                      <a:pt x="24617" y="11270"/>
                      <a:pt x="24476" y="11270"/>
                    </a:cubicBezTo>
                    <a:cubicBezTo>
                      <a:pt x="24476" y="12301"/>
                      <a:pt x="24476" y="13332"/>
                      <a:pt x="24476" y="14395"/>
                    </a:cubicBezTo>
                    <a:cubicBezTo>
                      <a:pt x="23851" y="14395"/>
                      <a:pt x="23851" y="14395"/>
                      <a:pt x="23655" y="14261"/>
                    </a:cubicBezTo>
                    <a:cubicBezTo>
                      <a:pt x="23577" y="14170"/>
                      <a:pt x="23577" y="14170"/>
                      <a:pt x="23503" y="14066"/>
                    </a:cubicBezTo>
                    <a:cubicBezTo>
                      <a:pt x="23490" y="14047"/>
                      <a:pt x="23490" y="14047"/>
                      <a:pt x="23423" y="13954"/>
                    </a:cubicBezTo>
                    <a:cubicBezTo>
                      <a:pt x="23098" y="13437"/>
                      <a:pt x="23146" y="12844"/>
                      <a:pt x="23162" y="12257"/>
                    </a:cubicBezTo>
                    <a:cubicBezTo>
                      <a:pt x="23166" y="12090"/>
                      <a:pt x="23167" y="11922"/>
                      <a:pt x="23167" y="11755"/>
                    </a:cubicBezTo>
                    <a:cubicBezTo>
                      <a:pt x="23169" y="11440"/>
                      <a:pt x="23174" y="11125"/>
                      <a:pt x="23181" y="10810"/>
                    </a:cubicBezTo>
                    <a:cubicBezTo>
                      <a:pt x="23188" y="10451"/>
                      <a:pt x="23191" y="10092"/>
                      <a:pt x="23194" y="9733"/>
                    </a:cubicBezTo>
                    <a:cubicBezTo>
                      <a:pt x="23201" y="8995"/>
                      <a:pt x="23212" y="8257"/>
                      <a:pt x="23226" y="7520"/>
                    </a:cubicBezTo>
                    <a:cubicBezTo>
                      <a:pt x="23019" y="7520"/>
                      <a:pt x="22813" y="7520"/>
                      <a:pt x="22601" y="7520"/>
                    </a:cubicBezTo>
                    <a:cubicBezTo>
                      <a:pt x="22603" y="7568"/>
                      <a:pt x="22605" y="7616"/>
                      <a:pt x="22607" y="7666"/>
                    </a:cubicBezTo>
                    <a:cubicBezTo>
                      <a:pt x="22615" y="7847"/>
                      <a:pt x="22620" y="8028"/>
                      <a:pt x="22624" y="8209"/>
                    </a:cubicBezTo>
                    <a:cubicBezTo>
                      <a:pt x="22626" y="8287"/>
                      <a:pt x="22629" y="8365"/>
                      <a:pt x="22632" y="8443"/>
                    </a:cubicBezTo>
                    <a:cubicBezTo>
                      <a:pt x="22662" y="9104"/>
                      <a:pt x="22662" y="9104"/>
                      <a:pt x="22509" y="9308"/>
                    </a:cubicBezTo>
                    <a:cubicBezTo>
                      <a:pt x="22434" y="9372"/>
                      <a:pt x="22358" y="9435"/>
                      <a:pt x="22281" y="9496"/>
                    </a:cubicBezTo>
                    <a:cubicBezTo>
                      <a:pt x="22100" y="9695"/>
                      <a:pt x="22115" y="9952"/>
                      <a:pt x="22099" y="10210"/>
                    </a:cubicBezTo>
                    <a:cubicBezTo>
                      <a:pt x="22065" y="10717"/>
                      <a:pt x="21997" y="11152"/>
                      <a:pt x="21689" y="11569"/>
                    </a:cubicBezTo>
                    <a:cubicBezTo>
                      <a:pt x="21677" y="11586"/>
                      <a:pt x="21677" y="11586"/>
                      <a:pt x="21617" y="11672"/>
                    </a:cubicBezTo>
                    <a:cubicBezTo>
                      <a:pt x="21517" y="11792"/>
                      <a:pt x="21434" y="11880"/>
                      <a:pt x="21275" y="11908"/>
                    </a:cubicBezTo>
                    <a:cubicBezTo>
                      <a:pt x="21090" y="11922"/>
                      <a:pt x="20909" y="11911"/>
                      <a:pt x="20726" y="11895"/>
                    </a:cubicBezTo>
                    <a:cubicBezTo>
                      <a:pt x="20724" y="11870"/>
                      <a:pt x="20724" y="11870"/>
                      <a:pt x="20713" y="11748"/>
                    </a:cubicBezTo>
                    <a:cubicBezTo>
                      <a:pt x="20697" y="11567"/>
                      <a:pt x="20679" y="11386"/>
                      <a:pt x="20660" y="11205"/>
                    </a:cubicBezTo>
                    <a:cubicBezTo>
                      <a:pt x="20652" y="11127"/>
                      <a:pt x="20644" y="11049"/>
                      <a:pt x="20638" y="10971"/>
                    </a:cubicBezTo>
                    <a:cubicBezTo>
                      <a:pt x="20575" y="10239"/>
                      <a:pt x="20575" y="10239"/>
                      <a:pt x="20303" y="10000"/>
                    </a:cubicBezTo>
                    <a:cubicBezTo>
                      <a:pt x="20266" y="9970"/>
                      <a:pt x="20229" y="9939"/>
                      <a:pt x="20191" y="9908"/>
                    </a:cubicBezTo>
                    <a:cubicBezTo>
                      <a:pt x="20047" y="9754"/>
                      <a:pt x="20058" y="9608"/>
                      <a:pt x="20064" y="9404"/>
                    </a:cubicBezTo>
                    <a:cubicBezTo>
                      <a:pt x="20066" y="9381"/>
                      <a:pt x="20066" y="9381"/>
                      <a:pt x="20075" y="9264"/>
                    </a:cubicBezTo>
                    <a:cubicBezTo>
                      <a:pt x="20077" y="9216"/>
                      <a:pt x="20079" y="9169"/>
                      <a:pt x="20080" y="9119"/>
                    </a:cubicBezTo>
                    <a:cubicBezTo>
                      <a:pt x="20085" y="9003"/>
                      <a:pt x="20093" y="8886"/>
                      <a:pt x="20101" y="8770"/>
                    </a:cubicBezTo>
                    <a:cubicBezTo>
                      <a:pt x="19894" y="8770"/>
                      <a:pt x="19688" y="8770"/>
                      <a:pt x="19476" y="8770"/>
                    </a:cubicBezTo>
                    <a:cubicBezTo>
                      <a:pt x="19476" y="9182"/>
                      <a:pt x="19476" y="9595"/>
                      <a:pt x="19476" y="10020"/>
                    </a:cubicBezTo>
                    <a:cubicBezTo>
                      <a:pt x="19269" y="10020"/>
                      <a:pt x="19063" y="10020"/>
                      <a:pt x="18851" y="10020"/>
                    </a:cubicBezTo>
                    <a:cubicBezTo>
                      <a:pt x="18851" y="9401"/>
                      <a:pt x="18851" y="8782"/>
                      <a:pt x="18851" y="8145"/>
                    </a:cubicBezTo>
                    <a:cubicBezTo>
                      <a:pt x="18644" y="8145"/>
                      <a:pt x="18438" y="8145"/>
                      <a:pt x="18226" y="8145"/>
                    </a:cubicBezTo>
                    <a:cubicBezTo>
                      <a:pt x="18226" y="8557"/>
                      <a:pt x="18226" y="8970"/>
                      <a:pt x="18226" y="9395"/>
                    </a:cubicBezTo>
                    <a:cubicBezTo>
                      <a:pt x="18019" y="9395"/>
                      <a:pt x="17813" y="9395"/>
                      <a:pt x="17601" y="9395"/>
                    </a:cubicBezTo>
                    <a:cubicBezTo>
                      <a:pt x="17566" y="9120"/>
                      <a:pt x="17566" y="9120"/>
                      <a:pt x="17392" y="7728"/>
                    </a:cubicBezTo>
                    <a:cubicBezTo>
                      <a:pt x="17117" y="7728"/>
                      <a:pt x="16842" y="7728"/>
                      <a:pt x="16559" y="7728"/>
                    </a:cubicBezTo>
                    <a:cubicBezTo>
                      <a:pt x="16490" y="8072"/>
                      <a:pt x="16421" y="8415"/>
                      <a:pt x="16351" y="8770"/>
                    </a:cubicBezTo>
                    <a:cubicBezTo>
                      <a:pt x="16144" y="8770"/>
                      <a:pt x="15938" y="8770"/>
                      <a:pt x="15726" y="8770"/>
                    </a:cubicBezTo>
                    <a:cubicBezTo>
                      <a:pt x="15726" y="8151"/>
                      <a:pt x="15726" y="7532"/>
                      <a:pt x="15726" y="6895"/>
                    </a:cubicBezTo>
                    <a:cubicBezTo>
                      <a:pt x="15519" y="6895"/>
                      <a:pt x="15313" y="6895"/>
                      <a:pt x="15101" y="6895"/>
                    </a:cubicBezTo>
                    <a:cubicBezTo>
                      <a:pt x="15103" y="6943"/>
                      <a:pt x="15105" y="6991"/>
                      <a:pt x="15107" y="7041"/>
                    </a:cubicBezTo>
                    <a:cubicBezTo>
                      <a:pt x="15115" y="7222"/>
                      <a:pt x="15120" y="7403"/>
                      <a:pt x="15124" y="7584"/>
                    </a:cubicBezTo>
                    <a:cubicBezTo>
                      <a:pt x="15126" y="7662"/>
                      <a:pt x="15129" y="7740"/>
                      <a:pt x="15132" y="7818"/>
                    </a:cubicBezTo>
                    <a:cubicBezTo>
                      <a:pt x="15137" y="7930"/>
                      <a:pt x="15140" y="8043"/>
                      <a:pt x="15141" y="8156"/>
                    </a:cubicBezTo>
                    <a:cubicBezTo>
                      <a:pt x="15144" y="8190"/>
                      <a:pt x="15146" y="8225"/>
                      <a:pt x="15148" y="8260"/>
                    </a:cubicBezTo>
                    <a:cubicBezTo>
                      <a:pt x="15148" y="8373"/>
                      <a:pt x="15141" y="8455"/>
                      <a:pt x="15101" y="8561"/>
                    </a:cubicBezTo>
                    <a:cubicBezTo>
                      <a:pt x="15034" y="8620"/>
                      <a:pt x="14965" y="8676"/>
                      <a:pt x="14895" y="8730"/>
                    </a:cubicBezTo>
                    <a:cubicBezTo>
                      <a:pt x="14629" y="8975"/>
                      <a:pt x="14629" y="9233"/>
                      <a:pt x="14610" y="9582"/>
                    </a:cubicBezTo>
                    <a:cubicBezTo>
                      <a:pt x="14605" y="9729"/>
                      <a:pt x="14601" y="9875"/>
                      <a:pt x="14598" y="10021"/>
                    </a:cubicBezTo>
                    <a:cubicBezTo>
                      <a:pt x="14594" y="10123"/>
                      <a:pt x="14590" y="10225"/>
                      <a:pt x="14586" y="10328"/>
                    </a:cubicBezTo>
                    <a:cubicBezTo>
                      <a:pt x="14576" y="10568"/>
                      <a:pt x="14568" y="10809"/>
                      <a:pt x="14561" y="11049"/>
                    </a:cubicBezTo>
                    <a:cubicBezTo>
                      <a:pt x="14553" y="11323"/>
                      <a:pt x="14543" y="11597"/>
                      <a:pt x="14532" y="11871"/>
                    </a:cubicBezTo>
                    <a:cubicBezTo>
                      <a:pt x="14511" y="12435"/>
                      <a:pt x="14493" y="12998"/>
                      <a:pt x="14476" y="13561"/>
                    </a:cubicBezTo>
                    <a:cubicBezTo>
                      <a:pt x="14307" y="13602"/>
                      <a:pt x="14138" y="13641"/>
                      <a:pt x="13968" y="13678"/>
                    </a:cubicBezTo>
                    <a:cubicBezTo>
                      <a:pt x="13944" y="13684"/>
                      <a:pt x="13944" y="13684"/>
                      <a:pt x="13823" y="13714"/>
                    </a:cubicBezTo>
                    <a:cubicBezTo>
                      <a:pt x="13471" y="13790"/>
                      <a:pt x="13471" y="13790"/>
                      <a:pt x="13298" y="13693"/>
                    </a:cubicBezTo>
                    <a:cubicBezTo>
                      <a:pt x="13205" y="13524"/>
                      <a:pt x="13198" y="13403"/>
                      <a:pt x="13202" y="13213"/>
                    </a:cubicBezTo>
                    <a:cubicBezTo>
                      <a:pt x="13202" y="13178"/>
                      <a:pt x="13202" y="13143"/>
                      <a:pt x="13202" y="13108"/>
                    </a:cubicBezTo>
                    <a:cubicBezTo>
                      <a:pt x="13202" y="12994"/>
                      <a:pt x="13204" y="12880"/>
                      <a:pt x="13205" y="12766"/>
                    </a:cubicBezTo>
                    <a:cubicBezTo>
                      <a:pt x="13206" y="12687"/>
                      <a:pt x="13206" y="12608"/>
                      <a:pt x="13206" y="12529"/>
                    </a:cubicBezTo>
                    <a:cubicBezTo>
                      <a:pt x="13207" y="12321"/>
                      <a:pt x="13209" y="12113"/>
                      <a:pt x="13211" y="11905"/>
                    </a:cubicBezTo>
                    <a:cubicBezTo>
                      <a:pt x="13214" y="11693"/>
                      <a:pt x="13215" y="11481"/>
                      <a:pt x="13216" y="11268"/>
                    </a:cubicBezTo>
                    <a:cubicBezTo>
                      <a:pt x="13218" y="10852"/>
                      <a:pt x="13221" y="10436"/>
                      <a:pt x="13226" y="10020"/>
                    </a:cubicBezTo>
                    <a:cubicBezTo>
                      <a:pt x="13019" y="10020"/>
                      <a:pt x="12813" y="10020"/>
                      <a:pt x="12601" y="10020"/>
                    </a:cubicBezTo>
                    <a:cubicBezTo>
                      <a:pt x="12604" y="10085"/>
                      <a:pt x="12607" y="10150"/>
                      <a:pt x="12611" y="10217"/>
                    </a:cubicBezTo>
                    <a:cubicBezTo>
                      <a:pt x="12621" y="10435"/>
                      <a:pt x="12628" y="10654"/>
                      <a:pt x="12633" y="10873"/>
                    </a:cubicBezTo>
                    <a:cubicBezTo>
                      <a:pt x="12636" y="11005"/>
                      <a:pt x="12641" y="11137"/>
                      <a:pt x="12648" y="11269"/>
                    </a:cubicBezTo>
                    <a:cubicBezTo>
                      <a:pt x="12677" y="11847"/>
                      <a:pt x="12671" y="12319"/>
                      <a:pt x="12325" y="12803"/>
                    </a:cubicBezTo>
                    <a:cubicBezTo>
                      <a:pt x="12300" y="12838"/>
                      <a:pt x="12276" y="12873"/>
                      <a:pt x="12251" y="12909"/>
                    </a:cubicBezTo>
                    <a:cubicBezTo>
                      <a:pt x="12172" y="13004"/>
                      <a:pt x="12172" y="13004"/>
                      <a:pt x="11976" y="13145"/>
                    </a:cubicBezTo>
                    <a:cubicBezTo>
                      <a:pt x="11769" y="13145"/>
                      <a:pt x="11563" y="13145"/>
                      <a:pt x="11351" y="13145"/>
                    </a:cubicBezTo>
                    <a:cubicBezTo>
                      <a:pt x="11351" y="12320"/>
                      <a:pt x="11351" y="11495"/>
                      <a:pt x="11351" y="10645"/>
                    </a:cubicBezTo>
                    <a:cubicBezTo>
                      <a:pt x="11144" y="10645"/>
                      <a:pt x="10938" y="10645"/>
                      <a:pt x="10726" y="10645"/>
                    </a:cubicBezTo>
                    <a:cubicBezTo>
                      <a:pt x="10726" y="11607"/>
                      <a:pt x="10726" y="12570"/>
                      <a:pt x="10726" y="13561"/>
                    </a:cubicBezTo>
                    <a:cubicBezTo>
                      <a:pt x="10554" y="13596"/>
                      <a:pt x="10554" y="13596"/>
                      <a:pt x="9684" y="13770"/>
                    </a:cubicBezTo>
                    <a:cubicBezTo>
                      <a:pt x="9476" y="13561"/>
                      <a:pt x="9476" y="13561"/>
                      <a:pt x="9450" y="13441"/>
                    </a:cubicBezTo>
                    <a:cubicBezTo>
                      <a:pt x="9450" y="13419"/>
                      <a:pt x="9450" y="13419"/>
                      <a:pt x="9451" y="13307"/>
                    </a:cubicBezTo>
                    <a:cubicBezTo>
                      <a:pt x="9450" y="13256"/>
                      <a:pt x="9450" y="13205"/>
                      <a:pt x="9450" y="13152"/>
                    </a:cubicBezTo>
                    <a:cubicBezTo>
                      <a:pt x="9451" y="13096"/>
                      <a:pt x="9451" y="13039"/>
                      <a:pt x="9452" y="12983"/>
                    </a:cubicBezTo>
                    <a:cubicBezTo>
                      <a:pt x="9452" y="12923"/>
                      <a:pt x="9452" y="12864"/>
                      <a:pt x="9452" y="12804"/>
                    </a:cubicBezTo>
                    <a:cubicBezTo>
                      <a:pt x="9452" y="12643"/>
                      <a:pt x="9453" y="12481"/>
                      <a:pt x="9455" y="12320"/>
                    </a:cubicBezTo>
                    <a:cubicBezTo>
                      <a:pt x="9456" y="12151"/>
                      <a:pt x="9456" y="11983"/>
                      <a:pt x="9456" y="11814"/>
                    </a:cubicBezTo>
                    <a:cubicBezTo>
                      <a:pt x="9457" y="11494"/>
                      <a:pt x="9459" y="11175"/>
                      <a:pt x="9461" y="10855"/>
                    </a:cubicBezTo>
                    <a:cubicBezTo>
                      <a:pt x="9463" y="10492"/>
                      <a:pt x="9464" y="10128"/>
                      <a:pt x="9465" y="9764"/>
                    </a:cubicBezTo>
                    <a:cubicBezTo>
                      <a:pt x="9468" y="9016"/>
                      <a:pt x="9471" y="8268"/>
                      <a:pt x="9476" y="7520"/>
                    </a:cubicBezTo>
                    <a:cubicBezTo>
                      <a:pt x="9269" y="7520"/>
                      <a:pt x="9063" y="7520"/>
                      <a:pt x="8851" y="7520"/>
                    </a:cubicBezTo>
                    <a:cubicBezTo>
                      <a:pt x="8851" y="8551"/>
                      <a:pt x="8851" y="9582"/>
                      <a:pt x="8851" y="10645"/>
                    </a:cubicBezTo>
                    <a:cubicBezTo>
                      <a:pt x="8226" y="10645"/>
                      <a:pt x="8226" y="10645"/>
                      <a:pt x="8028" y="10521"/>
                    </a:cubicBezTo>
                    <a:cubicBezTo>
                      <a:pt x="7949" y="10433"/>
                      <a:pt x="7949" y="10433"/>
                      <a:pt x="7874" y="10332"/>
                    </a:cubicBezTo>
                    <a:cubicBezTo>
                      <a:pt x="7848" y="10297"/>
                      <a:pt x="7821" y="10262"/>
                      <a:pt x="7794" y="10226"/>
                    </a:cubicBezTo>
                    <a:cubicBezTo>
                      <a:pt x="7417" y="9635"/>
                      <a:pt x="7553" y="8813"/>
                      <a:pt x="7601" y="8145"/>
                    </a:cubicBezTo>
                    <a:cubicBezTo>
                      <a:pt x="7033" y="8097"/>
                      <a:pt x="7033" y="8097"/>
                      <a:pt x="6905" y="8203"/>
                    </a:cubicBezTo>
                    <a:cubicBezTo>
                      <a:pt x="6865" y="8290"/>
                      <a:pt x="6847" y="8362"/>
                      <a:pt x="6833" y="8457"/>
                    </a:cubicBezTo>
                    <a:cubicBezTo>
                      <a:pt x="6822" y="8509"/>
                      <a:pt x="6822" y="8509"/>
                      <a:pt x="6767" y="8770"/>
                    </a:cubicBezTo>
                    <a:cubicBezTo>
                      <a:pt x="6424" y="8701"/>
                      <a:pt x="6080" y="8632"/>
                      <a:pt x="5726" y="8561"/>
                    </a:cubicBezTo>
                    <a:cubicBezTo>
                      <a:pt x="5726" y="8424"/>
                      <a:pt x="5726" y="8286"/>
                      <a:pt x="5726" y="8145"/>
                    </a:cubicBezTo>
                    <a:cubicBezTo>
                      <a:pt x="5519" y="8145"/>
                      <a:pt x="5313" y="8145"/>
                      <a:pt x="5101" y="8145"/>
                    </a:cubicBezTo>
                    <a:cubicBezTo>
                      <a:pt x="5106" y="8215"/>
                      <a:pt x="5110" y="8285"/>
                      <a:pt x="5115" y="8358"/>
                    </a:cubicBezTo>
                    <a:cubicBezTo>
                      <a:pt x="5119" y="8452"/>
                      <a:pt x="5123" y="8545"/>
                      <a:pt x="5127" y="8639"/>
                    </a:cubicBezTo>
                    <a:cubicBezTo>
                      <a:pt x="5129" y="8662"/>
                      <a:pt x="5129" y="8662"/>
                      <a:pt x="5137" y="8779"/>
                    </a:cubicBezTo>
                    <a:cubicBezTo>
                      <a:pt x="5142" y="8926"/>
                      <a:pt x="5136" y="9044"/>
                      <a:pt x="5101" y="9186"/>
                    </a:cubicBezTo>
                    <a:cubicBezTo>
                      <a:pt x="5008" y="9282"/>
                      <a:pt x="5008" y="9282"/>
                      <a:pt x="4894" y="9374"/>
                    </a:cubicBezTo>
                    <a:cubicBezTo>
                      <a:pt x="4723" y="9528"/>
                      <a:pt x="4652" y="9654"/>
                      <a:pt x="4627" y="9886"/>
                    </a:cubicBezTo>
                    <a:cubicBezTo>
                      <a:pt x="4624" y="9965"/>
                      <a:pt x="4621" y="10044"/>
                      <a:pt x="4621" y="10123"/>
                    </a:cubicBezTo>
                    <a:cubicBezTo>
                      <a:pt x="4620" y="10209"/>
                      <a:pt x="4616" y="10295"/>
                      <a:pt x="4612" y="10381"/>
                    </a:cubicBezTo>
                    <a:cubicBezTo>
                      <a:pt x="4601" y="10625"/>
                      <a:pt x="4594" y="10870"/>
                      <a:pt x="4589" y="11114"/>
                    </a:cubicBezTo>
                    <a:cubicBezTo>
                      <a:pt x="4572" y="11834"/>
                      <a:pt x="4549" y="12451"/>
                      <a:pt x="4027" y="13007"/>
                    </a:cubicBezTo>
                    <a:cubicBezTo>
                      <a:pt x="3861" y="13154"/>
                      <a:pt x="3720" y="13206"/>
                      <a:pt x="3499" y="13197"/>
                    </a:cubicBezTo>
                    <a:cubicBezTo>
                      <a:pt x="3404" y="13186"/>
                      <a:pt x="3319" y="13168"/>
                      <a:pt x="3226" y="13145"/>
                    </a:cubicBezTo>
                    <a:cubicBezTo>
                      <a:pt x="3229" y="13108"/>
                      <a:pt x="3232" y="13071"/>
                      <a:pt x="3236" y="13033"/>
                    </a:cubicBezTo>
                    <a:cubicBezTo>
                      <a:pt x="3246" y="12896"/>
                      <a:pt x="3254" y="12759"/>
                      <a:pt x="3260" y="12622"/>
                    </a:cubicBezTo>
                    <a:cubicBezTo>
                      <a:pt x="3263" y="12563"/>
                      <a:pt x="3268" y="12503"/>
                      <a:pt x="3273" y="12444"/>
                    </a:cubicBezTo>
                    <a:cubicBezTo>
                      <a:pt x="3275" y="12416"/>
                      <a:pt x="3278" y="12387"/>
                      <a:pt x="3281" y="12357"/>
                    </a:cubicBezTo>
                    <a:cubicBezTo>
                      <a:pt x="3283" y="12332"/>
                      <a:pt x="3286" y="12306"/>
                      <a:pt x="3289" y="12280"/>
                    </a:cubicBezTo>
                    <a:cubicBezTo>
                      <a:pt x="3286" y="12138"/>
                      <a:pt x="3274" y="12030"/>
                      <a:pt x="3226" y="11895"/>
                    </a:cubicBezTo>
                    <a:cubicBezTo>
                      <a:pt x="3116" y="11853"/>
                      <a:pt x="3029" y="11830"/>
                      <a:pt x="2916" y="11810"/>
                    </a:cubicBezTo>
                    <a:cubicBezTo>
                      <a:pt x="2803" y="11781"/>
                      <a:pt x="2700" y="11749"/>
                      <a:pt x="2601" y="11686"/>
                    </a:cubicBezTo>
                    <a:cubicBezTo>
                      <a:pt x="2498" y="11489"/>
                      <a:pt x="2499" y="11291"/>
                      <a:pt x="2494" y="11073"/>
                    </a:cubicBezTo>
                    <a:cubicBezTo>
                      <a:pt x="2491" y="11013"/>
                      <a:pt x="2487" y="10952"/>
                      <a:pt x="2483" y="10892"/>
                    </a:cubicBezTo>
                    <a:cubicBezTo>
                      <a:pt x="2473" y="10734"/>
                      <a:pt x="2467" y="10575"/>
                      <a:pt x="2461" y="10416"/>
                    </a:cubicBezTo>
                    <a:cubicBezTo>
                      <a:pt x="2455" y="10254"/>
                      <a:pt x="2445" y="10092"/>
                      <a:pt x="2436" y="9930"/>
                    </a:cubicBezTo>
                    <a:cubicBezTo>
                      <a:pt x="2418" y="9613"/>
                      <a:pt x="2404" y="9296"/>
                      <a:pt x="2392" y="8978"/>
                    </a:cubicBezTo>
                    <a:cubicBezTo>
                      <a:pt x="1828" y="8919"/>
                      <a:pt x="1828" y="8919"/>
                      <a:pt x="1559" y="8978"/>
                    </a:cubicBezTo>
                    <a:cubicBezTo>
                      <a:pt x="1404" y="9112"/>
                      <a:pt x="1371" y="9264"/>
                      <a:pt x="1325" y="9460"/>
                    </a:cubicBezTo>
                    <a:cubicBezTo>
                      <a:pt x="1294" y="9555"/>
                      <a:pt x="1263" y="9651"/>
                      <a:pt x="1231" y="9746"/>
                    </a:cubicBezTo>
                    <a:cubicBezTo>
                      <a:pt x="1216" y="9793"/>
                      <a:pt x="1202" y="9840"/>
                      <a:pt x="1187" y="9888"/>
                    </a:cubicBezTo>
                    <a:cubicBezTo>
                      <a:pt x="1125" y="10070"/>
                      <a:pt x="1047" y="10233"/>
                      <a:pt x="947" y="10397"/>
                    </a:cubicBezTo>
                    <a:cubicBezTo>
                      <a:pt x="934" y="10423"/>
                      <a:pt x="921" y="10449"/>
                      <a:pt x="907" y="10475"/>
                    </a:cubicBezTo>
                    <a:cubicBezTo>
                      <a:pt x="852" y="10562"/>
                      <a:pt x="818" y="10595"/>
                      <a:pt x="726" y="10645"/>
                    </a:cubicBezTo>
                    <a:cubicBezTo>
                      <a:pt x="616" y="10652"/>
                      <a:pt x="514" y="10654"/>
                      <a:pt x="405" y="10651"/>
                    </a:cubicBezTo>
                    <a:cubicBezTo>
                      <a:pt x="375" y="10650"/>
                      <a:pt x="346" y="10650"/>
                      <a:pt x="316" y="10649"/>
                    </a:cubicBezTo>
                    <a:cubicBezTo>
                      <a:pt x="244" y="10648"/>
                      <a:pt x="173" y="10646"/>
                      <a:pt x="101" y="10645"/>
                    </a:cubicBezTo>
                    <a:cubicBezTo>
                      <a:pt x="86" y="10279"/>
                      <a:pt x="75" y="9913"/>
                      <a:pt x="68" y="9547"/>
                    </a:cubicBezTo>
                    <a:cubicBezTo>
                      <a:pt x="65" y="9377"/>
                      <a:pt x="61" y="9207"/>
                      <a:pt x="54" y="9037"/>
                    </a:cubicBezTo>
                    <a:cubicBezTo>
                      <a:pt x="0" y="7734"/>
                      <a:pt x="0" y="7734"/>
                      <a:pt x="377" y="7217"/>
                    </a:cubicBezTo>
                    <a:cubicBezTo>
                      <a:pt x="389" y="7200"/>
                      <a:pt x="389" y="7200"/>
                      <a:pt x="450" y="7114"/>
                    </a:cubicBezTo>
                    <a:cubicBezTo>
                      <a:pt x="529" y="7024"/>
                      <a:pt x="529" y="7024"/>
                      <a:pt x="726" y="6895"/>
                    </a:cubicBezTo>
                    <a:cubicBezTo>
                      <a:pt x="932" y="6895"/>
                      <a:pt x="1138" y="6895"/>
                      <a:pt x="1351" y="6895"/>
                    </a:cubicBezTo>
                    <a:cubicBezTo>
                      <a:pt x="1351" y="5726"/>
                      <a:pt x="1351" y="4557"/>
                      <a:pt x="1351" y="3353"/>
                    </a:cubicBezTo>
                    <a:cubicBezTo>
                      <a:pt x="1694" y="3284"/>
                      <a:pt x="2038" y="3215"/>
                      <a:pt x="2392" y="3145"/>
                    </a:cubicBezTo>
                    <a:cubicBezTo>
                      <a:pt x="2627" y="3379"/>
                      <a:pt x="2627" y="3379"/>
                      <a:pt x="2631" y="3527"/>
                    </a:cubicBezTo>
                    <a:cubicBezTo>
                      <a:pt x="2632" y="3543"/>
                      <a:pt x="2632" y="3543"/>
                      <a:pt x="2635" y="3628"/>
                    </a:cubicBezTo>
                    <a:cubicBezTo>
                      <a:pt x="2636" y="3664"/>
                      <a:pt x="2636" y="3700"/>
                      <a:pt x="2637" y="3737"/>
                    </a:cubicBezTo>
                    <a:cubicBezTo>
                      <a:pt x="2638" y="3756"/>
                      <a:pt x="2638" y="3756"/>
                      <a:pt x="2641" y="3853"/>
                    </a:cubicBezTo>
                    <a:cubicBezTo>
                      <a:pt x="2644" y="3936"/>
                      <a:pt x="2646" y="4019"/>
                      <a:pt x="2649" y="4102"/>
                    </a:cubicBezTo>
                    <a:cubicBezTo>
                      <a:pt x="2652" y="4233"/>
                      <a:pt x="2657" y="4364"/>
                      <a:pt x="2662" y="4496"/>
                    </a:cubicBezTo>
                    <a:cubicBezTo>
                      <a:pt x="2677" y="4869"/>
                      <a:pt x="2689" y="5242"/>
                      <a:pt x="2700" y="5616"/>
                    </a:cubicBezTo>
                    <a:cubicBezTo>
                      <a:pt x="2707" y="5844"/>
                      <a:pt x="2715" y="6073"/>
                      <a:pt x="2725" y="6301"/>
                    </a:cubicBezTo>
                    <a:cubicBezTo>
                      <a:pt x="2729" y="6388"/>
                      <a:pt x="2731" y="6475"/>
                      <a:pt x="2733" y="6562"/>
                    </a:cubicBezTo>
                    <a:cubicBezTo>
                      <a:pt x="2745" y="7125"/>
                      <a:pt x="2745" y="7125"/>
                      <a:pt x="2809" y="7311"/>
                    </a:cubicBezTo>
                    <a:cubicBezTo>
                      <a:pt x="2915" y="7407"/>
                      <a:pt x="2995" y="7440"/>
                      <a:pt x="3131" y="7481"/>
                    </a:cubicBezTo>
                    <a:cubicBezTo>
                      <a:pt x="3226" y="7520"/>
                      <a:pt x="3226" y="7520"/>
                      <a:pt x="3268" y="7598"/>
                    </a:cubicBezTo>
                    <a:cubicBezTo>
                      <a:pt x="3287" y="7699"/>
                      <a:pt x="3294" y="7795"/>
                      <a:pt x="3297" y="7897"/>
                    </a:cubicBezTo>
                    <a:cubicBezTo>
                      <a:pt x="3300" y="7933"/>
                      <a:pt x="3303" y="7970"/>
                      <a:pt x="3307" y="8007"/>
                    </a:cubicBezTo>
                    <a:cubicBezTo>
                      <a:pt x="3320" y="8161"/>
                      <a:pt x="3328" y="8315"/>
                      <a:pt x="3336" y="8470"/>
                    </a:cubicBezTo>
                    <a:cubicBezTo>
                      <a:pt x="3378" y="9130"/>
                      <a:pt x="3378" y="9130"/>
                      <a:pt x="3533" y="9285"/>
                    </a:cubicBezTo>
                    <a:cubicBezTo>
                      <a:pt x="3640" y="9338"/>
                      <a:pt x="3734" y="9373"/>
                      <a:pt x="3851" y="9395"/>
                    </a:cubicBezTo>
                    <a:cubicBezTo>
                      <a:pt x="3849" y="9365"/>
                      <a:pt x="3846" y="9336"/>
                      <a:pt x="3844" y="9305"/>
                    </a:cubicBezTo>
                    <a:cubicBezTo>
                      <a:pt x="3835" y="9170"/>
                      <a:pt x="3830" y="9035"/>
                      <a:pt x="3825" y="8900"/>
                    </a:cubicBezTo>
                    <a:cubicBezTo>
                      <a:pt x="3823" y="8877"/>
                      <a:pt x="3823" y="8877"/>
                      <a:pt x="3814" y="8760"/>
                    </a:cubicBezTo>
                    <a:cubicBezTo>
                      <a:pt x="3804" y="8404"/>
                      <a:pt x="3804" y="8404"/>
                      <a:pt x="3943" y="8252"/>
                    </a:cubicBezTo>
                    <a:cubicBezTo>
                      <a:pt x="3981" y="8220"/>
                      <a:pt x="4018" y="8189"/>
                      <a:pt x="4057" y="8157"/>
                    </a:cubicBezTo>
                    <a:cubicBezTo>
                      <a:pt x="4232" y="8004"/>
                      <a:pt x="4293" y="7905"/>
                      <a:pt x="4312" y="7679"/>
                    </a:cubicBezTo>
                    <a:cubicBezTo>
                      <a:pt x="4319" y="7550"/>
                      <a:pt x="4324" y="7422"/>
                      <a:pt x="4328" y="7293"/>
                    </a:cubicBezTo>
                    <a:cubicBezTo>
                      <a:pt x="4353" y="6708"/>
                      <a:pt x="4353" y="6708"/>
                      <a:pt x="4476" y="6478"/>
                    </a:cubicBezTo>
                    <a:cubicBezTo>
                      <a:pt x="4764" y="6248"/>
                      <a:pt x="5163" y="6254"/>
                      <a:pt x="5517" y="6270"/>
                    </a:cubicBezTo>
                    <a:cubicBezTo>
                      <a:pt x="5525" y="6315"/>
                      <a:pt x="5533" y="6360"/>
                      <a:pt x="5541" y="6406"/>
                    </a:cubicBezTo>
                    <a:cubicBezTo>
                      <a:pt x="5555" y="6465"/>
                      <a:pt x="5569" y="6524"/>
                      <a:pt x="5583" y="6582"/>
                    </a:cubicBezTo>
                    <a:cubicBezTo>
                      <a:pt x="5587" y="6612"/>
                      <a:pt x="5592" y="6642"/>
                      <a:pt x="5597" y="6672"/>
                    </a:cubicBezTo>
                    <a:cubicBezTo>
                      <a:pt x="5624" y="6778"/>
                      <a:pt x="5640" y="6824"/>
                      <a:pt x="5726" y="6895"/>
                    </a:cubicBezTo>
                    <a:cubicBezTo>
                      <a:pt x="5937" y="6922"/>
                      <a:pt x="6139" y="6912"/>
                      <a:pt x="6351" y="6895"/>
                    </a:cubicBezTo>
                    <a:cubicBezTo>
                      <a:pt x="6349" y="6868"/>
                      <a:pt x="6348" y="6841"/>
                      <a:pt x="6346" y="6813"/>
                    </a:cubicBezTo>
                    <a:cubicBezTo>
                      <a:pt x="6334" y="6556"/>
                      <a:pt x="6324" y="6299"/>
                      <a:pt x="6318" y="6041"/>
                    </a:cubicBezTo>
                    <a:cubicBezTo>
                      <a:pt x="6315" y="5909"/>
                      <a:pt x="6310" y="5777"/>
                      <a:pt x="6304" y="5645"/>
                    </a:cubicBezTo>
                    <a:cubicBezTo>
                      <a:pt x="6274" y="5067"/>
                      <a:pt x="6280" y="4595"/>
                      <a:pt x="6627" y="4111"/>
                    </a:cubicBezTo>
                    <a:cubicBezTo>
                      <a:pt x="6639" y="4094"/>
                      <a:pt x="6639" y="4094"/>
                      <a:pt x="6700" y="4005"/>
                    </a:cubicBezTo>
                    <a:cubicBezTo>
                      <a:pt x="6779" y="3910"/>
                      <a:pt x="6779" y="3910"/>
                      <a:pt x="6976" y="3770"/>
                    </a:cubicBezTo>
                    <a:cubicBezTo>
                      <a:pt x="7182" y="3770"/>
                      <a:pt x="7388" y="3770"/>
                      <a:pt x="7601" y="3770"/>
                    </a:cubicBezTo>
                    <a:cubicBezTo>
                      <a:pt x="7601" y="4388"/>
                      <a:pt x="7601" y="5007"/>
                      <a:pt x="7601" y="5645"/>
                    </a:cubicBezTo>
                    <a:cubicBezTo>
                      <a:pt x="7807" y="5645"/>
                      <a:pt x="8013" y="5645"/>
                      <a:pt x="8226" y="5645"/>
                    </a:cubicBezTo>
                    <a:cubicBezTo>
                      <a:pt x="8226" y="4063"/>
                      <a:pt x="8226" y="2482"/>
                      <a:pt x="8226" y="853"/>
                    </a:cubicBezTo>
                    <a:cubicBezTo>
                      <a:pt x="8569" y="784"/>
                      <a:pt x="8913" y="715"/>
                      <a:pt x="9267" y="645"/>
                    </a:cubicBezTo>
                    <a:cubicBezTo>
                      <a:pt x="9502" y="879"/>
                      <a:pt x="9502" y="879"/>
                      <a:pt x="9506" y="1094"/>
                    </a:cubicBezTo>
                    <a:cubicBezTo>
                      <a:pt x="9507" y="1142"/>
                      <a:pt x="9509" y="1190"/>
                      <a:pt x="9510" y="1240"/>
                    </a:cubicBezTo>
                    <a:cubicBezTo>
                      <a:pt x="9511" y="1293"/>
                      <a:pt x="9511" y="1346"/>
                      <a:pt x="9512" y="1399"/>
                    </a:cubicBezTo>
                    <a:cubicBezTo>
                      <a:pt x="9513" y="1455"/>
                      <a:pt x="9515" y="1511"/>
                      <a:pt x="9516" y="1567"/>
                    </a:cubicBezTo>
                    <a:cubicBezTo>
                      <a:pt x="9519" y="1688"/>
                      <a:pt x="9522" y="1809"/>
                      <a:pt x="9524" y="1930"/>
                    </a:cubicBezTo>
                    <a:cubicBezTo>
                      <a:pt x="9527" y="2122"/>
                      <a:pt x="9532" y="2314"/>
                      <a:pt x="9537" y="2505"/>
                    </a:cubicBezTo>
                    <a:cubicBezTo>
                      <a:pt x="9552" y="3051"/>
                      <a:pt x="9564" y="3597"/>
                      <a:pt x="9575" y="4142"/>
                    </a:cubicBezTo>
                    <a:cubicBezTo>
                      <a:pt x="9581" y="4444"/>
                      <a:pt x="9588" y="4745"/>
                      <a:pt x="9597" y="5047"/>
                    </a:cubicBezTo>
                    <a:cubicBezTo>
                      <a:pt x="9602" y="5206"/>
                      <a:pt x="9606" y="5365"/>
                      <a:pt x="9608" y="5524"/>
                    </a:cubicBezTo>
                    <a:cubicBezTo>
                      <a:pt x="9623" y="6664"/>
                      <a:pt x="9623" y="6664"/>
                      <a:pt x="9858" y="7187"/>
                    </a:cubicBezTo>
                    <a:cubicBezTo>
                      <a:pt x="9873" y="7222"/>
                      <a:pt x="9887" y="7256"/>
                      <a:pt x="9902" y="7292"/>
                    </a:cubicBezTo>
                    <a:cubicBezTo>
                      <a:pt x="9951" y="7385"/>
                      <a:pt x="9951" y="7385"/>
                      <a:pt x="10101" y="7520"/>
                    </a:cubicBezTo>
                    <a:cubicBezTo>
                      <a:pt x="10307" y="7520"/>
                      <a:pt x="10513" y="7520"/>
                      <a:pt x="10726" y="7520"/>
                    </a:cubicBezTo>
                    <a:cubicBezTo>
                      <a:pt x="10726" y="6488"/>
                      <a:pt x="10726" y="5457"/>
                      <a:pt x="10726" y="4395"/>
                    </a:cubicBezTo>
                    <a:cubicBezTo>
                      <a:pt x="10932" y="4395"/>
                      <a:pt x="11138" y="4395"/>
                      <a:pt x="11351" y="4395"/>
                    </a:cubicBezTo>
                    <a:cubicBezTo>
                      <a:pt x="11353" y="4438"/>
                      <a:pt x="11353" y="4438"/>
                      <a:pt x="11363" y="4659"/>
                    </a:cubicBezTo>
                    <a:cubicBezTo>
                      <a:pt x="11377" y="4948"/>
                      <a:pt x="11393" y="5236"/>
                      <a:pt x="11411" y="5525"/>
                    </a:cubicBezTo>
                    <a:cubicBezTo>
                      <a:pt x="11421" y="5699"/>
                      <a:pt x="11431" y="5874"/>
                      <a:pt x="11439" y="6049"/>
                    </a:cubicBezTo>
                    <a:cubicBezTo>
                      <a:pt x="11446" y="6218"/>
                      <a:pt x="11456" y="6387"/>
                      <a:pt x="11467" y="6556"/>
                    </a:cubicBezTo>
                    <a:cubicBezTo>
                      <a:pt x="11471" y="6620"/>
                      <a:pt x="11474" y="6685"/>
                      <a:pt x="11476" y="6749"/>
                    </a:cubicBezTo>
                    <a:cubicBezTo>
                      <a:pt x="11484" y="6945"/>
                      <a:pt x="11495" y="7125"/>
                      <a:pt x="11559" y="7311"/>
                    </a:cubicBezTo>
                    <a:cubicBezTo>
                      <a:pt x="11687" y="7424"/>
                      <a:pt x="11811" y="7478"/>
                      <a:pt x="11976" y="7520"/>
                    </a:cubicBezTo>
                    <a:cubicBezTo>
                      <a:pt x="11973" y="7487"/>
                      <a:pt x="11971" y="7455"/>
                      <a:pt x="11969" y="7421"/>
                    </a:cubicBezTo>
                    <a:cubicBezTo>
                      <a:pt x="11960" y="7289"/>
                      <a:pt x="11955" y="7157"/>
                      <a:pt x="11950" y="7025"/>
                    </a:cubicBezTo>
                    <a:cubicBezTo>
                      <a:pt x="11946" y="6979"/>
                      <a:pt x="11943" y="6932"/>
                      <a:pt x="11939" y="6885"/>
                    </a:cubicBezTo>
                    <a:cubicBezTo>
                      <a:pt x="11935" y="6738"/>
                      <a:pt x="11941" y="6620"/>
                      <a:pt x="11976" y="6478"/>
                    </a:cubicBezTo>
                    <a:cubicBezTo>
                      <a:pt x="12068" y="6389"/>
                      <a:pt x="12068" y="6389"/>
                      <a:pt x="12181" y="6304"/>
                    </a:cubicBezTo>
                    <a:cubicBezTo>
                      <a:pt x="12417" y="6096"/>
                      <a:pt x="12445" y="5887"/>
                      <a:pt x="12466" y="5583"/>
                    </a:cubicBezTo>
                    <a:cubicBezTo>
                      <a:pt x="12471" y="5471"/>
                      <a:pt x="12475" y="5358"/>
                      <a:pt x="12479" y="5246"/>
                    </a:cubicBezTo>
                    <a:cubicBezTo>
                      <a:pt x="12483" y="5167"/>
                      <a:pt x="12487" y="5088"/>
                      <a:pt x="12491" y="5009"/>
                    </a:cubicBezTo>
                    <a:cubicBezTo>
                      <a:pt x="12501" y="4803"/>
                      <a:pt x="12510" y="4597"/>
                      <a:pt x="12518" y="4391"/>
                    </a:cubicBezTo>
                    <a:cubicBezTo>
                      <a:pt x="12526" y="4180"/>
                      <a:pt x="12537" y="3969"/>
                      <a:pt x="12547" y="3758"/>
                    </a:cubicBezTo>
                    <a:cubicBezTo>
                      <a:pt x="12567" y="3345"/>
                      <a:pt x="12585" y="2933"/>
                      <a:pt x="12601" y="2520"/>
                    </a:cubicBezTo>
                    <a:cubicBezTo>
                      <a:pt x="12807" y="2520"/>
                      <a:pt x="13013" y="2520"/>
                      <a:pt x="13226" y="2520"/>
                    </a:cubicBezTo>
                    <a:cubicBezTo>
                      <a:pt x="13228" y="2543"/>
                      <a:pt x="13228" y="2543"/>
                      <a:pt x="13238" y="2662"/>
                    </a:cubicBezTo>
                    <a:cubicBezTo>
                      <a:pt x="13254" y="2841"/>
                      <a:pt x="13273" y="3019"/>
                      <a:pt x="13292" y="3197"/>
                    </a:cubicBezTo>
                    <a:cubicBezTo>
                      <a:pt x="13300" y="3274"/>
                      <a:pt x="13307" y="3350"/>
                      <a:pt x="13314" y="3427"/>
                    </a:cubicBezTo>
                    <a:cubicBezTo>
                      <a:pt x="13355" y="3903"/>
                      <a:pt x="13428" y="4225"/>
                      <a:pt x="13721" y="4608"/>
                    </a:cubicBezTo>
                    <a:cubicBezTo>
                      <a:pt x="13852" y="4787"/>
                      <a:pt x="13852" y="4787"/>
                      <a:pt x="13846" y="4918"/>
                    </a:cubicBezTo>
                    <a:cubicBezTo>
                      <a:pt x="13797" y="5016"/>
                      <a:pt x="13744" y="5084"/>
                      <a:pt x="13668" y="5163"/>
                    </a:cubicBezTo>
                    <a:cubicBezTo>
                      <a:pt x="13647" y="5190"/>
                      <a:pt x="13625" y="5217"/>
                      <a:pt x="13603" y="5245"/>
                    </a:cubicBezTo>
                    <a:cubicBezTo>
                      <a:pt x="13549" y="5310"/>
                      <a:pt x="13492" y="5374"/>
                      <a:pt x="13434" y="5436"/>
                    </a:cubicBezTo>
                    <a:cubicBezTo>
                      <a:pt x="13449" y="5445"/>
                      <a:pt x="13449" y="5445"/>
                      <a:pt x="13525" y="5491"/>
                    </a:cubicBezTo>
                    <a:cubicBezTo>
                      <a:pt x="13710" y="5630"/>
                      <a:pt x="13832" y="5738"/>
                      <a:pt x="13870" y="5975"/>
                    </a:cubicBezTo>
                    <a:cubicBezTo>
                      <a:pt x="13888" y="6282"/>
                      <a:pt x="13872" y="6588"/>
                      <a:pt x="13851" y="6895"/>
                    </a:cubicBezTo>
                    <a:cubicBezTo>
                      <a:pt x="14057" y="6895"/>
                      <a:pt x="14263" y="6895"/>
                      <a:pt x="14476" y="6895"/>
                    </a:cubicBezTo>
                    <a:cubicBezTo>
                      <a:pt x="14475" y="6811"/>
                      <a:pt x="14475" y="6728"/>
                      <a:pt x="14474" y="6643"/>
                    </a:cubicBezTo>
                    <a:cubicBezTo>
                      <a:pt x="14470" y="5861"/>
                      <a:pt x="14467" y="5079"/>
                      <a:pt x="14465" y="4298"/>
                    </a:cubicBezTo>
                    <a:cubicBezTo>
                      <a:pt x="14464" y="3896"/>
                      <a:pt x="14462" y="3494"/>
                      <a:pt x="14460" y="3092"/>
                    </a:cubicBezTo>
                    <a:cubicBezTo>
                      <a:pt x="14458" y="2742"/>
                      <a:pt x="14457" y="2391"/>
                      <a:pt x="14456" y="2041"/>
                    </a:cubicBezTo>
                    <a:cubicBezTo>
                      <a:pt x="14456" y="1855"/>
                      <a:pt x="14455" y="1670"/>
                      <a:pt x="14454" y="1485"/>
                    </a:cubicBezTo>
                    <a:cubicBezTo>
                      <a:pt x="14452" y="1310"/>
                      <a:pt x="14452" y="1135"/>
                      <a:pt x="14452" y="961"/>
                    </a:cubicBezTo>
                    <a:cubicBezTo>
                      <a:pt x="14452" y="897"/>
                      <a:pt x="14452" y="833"/>
                      <a:pt x="14451" y="769"/>
                    </a:cubicBezTo>
                    <a:cubicBezTo>
                      <a:pt x="14450" y="681"/>
                      <a:pt x="14450" y="594"/>
                      <a:pt x="14451" y="506"/>
                    </a:cubicBezTo>
                    <a:cubicBezTo>
                      <a:pt x="14450" y="457"/>
                      <a:pt x="14450" y="408"/>
                      <a:pt x="14450" y="358"/>
                    </a:cubicBezTo>
                    <a:cubicBezTo>
                      <a:pt x="14489" y="160"/>
                      <a:pt x="14595" y="23"/>
                      <a:pt x="14803" y="15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191" name="ICON_A_EEG_WAVE_GRAPHIC_path_002"/>
              <p:cNvSpPr/>
              <p:nvPr/>
            </p:nvSpPr>
            <p:spPr>
              <a:xfrm>
                <a:off x="1468083" y="1246188"/>
                <a:ext cx="500417" cy="277812"/>
              </a:xfrm>
              <a:custGeom>
                <a:avLst/>
                <a:gdLst/>
                <a:ahLst/>
                <a:cxnLst/>
                <a:rect l="0" t="0" r="r" b="b"/>
                <a:pathLst>
                  <a:path w="39403" h="21875" fill="norm" stroke="0">
                    <a:moveTo>
                      <a:pt x="653" y="0"/>
                    </a:moveTo>
                    <a:cubicBezTo>
                      <a:pt x="859" y="0"/>
                      <a:pt x="1065" y="0"/>
                      <a:pt x="1278" y="0"/>
                    </a:cubicBezTo>
                    <a:cubicBezTo>
                      <a:pt x="1282" y="86"/>
                      <a:pt x="1286" y="172"/>
                      <a:pt x="1290" y="261"/>
                    </a:cubicBezTo>
                    <a:cubicBezTo>
                      <a:pt x="1304" y="547"/>
                      <a:pt x="1321" y="833"/>
                      <a:pt x="1338" y="1119"/>
                    </a:cubicBezTo>
                    <a:cubicBezTo>
                      <a:pt x="1348" y="1293"/>
                      <a:pt x="1358" y="1466"/>
                      <a:pt x="1366" y="1639"/>
                    </a:cubicBezTo>
                    <a:cubicBezTo>
                      <a:pt x="1374" y="1807"/>
                      <a:pt x="1383" y="1974"/>
                      <a:pt x="1394" y="2142"/>
                    </a:cubicBezTo>
                    <a:cubicBezTo>
                      <a:pt x="1398" y="2205"/>
                      <a:pt x="1401" y="2269"/>
                      <a:pt x="1404" y="2332"/>
                    </a:cubicBezTo>
                    <a:cubicBezTo>
                      <a:pt x="1424" y="2840"/>
                      <a:pt x="1424" y="2840"/>
                      <a:pt x="1581" y="3034"/>
                    </a:cubicBezTo>
                    <a:cubicBezTo>
                      <a:pt x="1656" y="3101"/>
                      <a:pt x="1731" y="3168"/>
                      <a:pt x="1808" y="3234"/>
                    </a:cubicBezTo>
                    <a:cubicBezTo>
                      <a:pt x="1974" y="3407"/>
                      <a:pt x="1976" y="3598"/>
                      <a:pt x="1989" y="3830"/>
                    </a:cubicBezTo>
                    <a:cubicBezTo>
                      <a:pt x="1993" y="3875"/>
                      <a:pt x="1997" y="3921"/>
                      <a:pt x="2001" y="3968"/>
                    </a:cubicBezTo>
                    <a:cubicBezTo>
                      <a:pt x="2014" y="4112"/>
                      <a:pt x="2024" y="4257"/>
                      <a:pt x="2033" y="4401"/>
                    </a:cubicBezTo>
                    <a:cubicBezTo>
                      <a:pt x="2041" y="4500"/>
                      <a:pt x="2049" y="4598"/>
                      <a:pt x="2058" y="4696"/>
                    </a:cubicBezTo>
                    <a:cubicBezTo>
                      <a:pt x="2078" y="4936"/>
                      <a:pt x="2095" y="5176"/>
                      <a:pt x="2111" y="5417"/>
                    </a:cubicBezTo>
                    <a:cubicBezTo>
                      <a:pt x="2386" y="5417"/>
                      <a:pt x="2661" y="5417"/>
                      <a:pt x="2945" y="5417"/>
                    </a:cubicBezTo>
                    <a:cubicBezTo>
                      <a:pt x="2945" y="5346"/>
                      <a:pt x="2946" y="5276"/>
                      <a:pt x="2946" y="5204"/>
                    </a:cubicBezTo>
                    <a:cubicBezTo>
                      <a:pt x="2965" y="4909"/>
                      <a:pt x="2989" y="4628"/>
                      <a:pt x="3153" y="4375"/>
                    </a:cubicBezTo>
                    <a:cubicBezTo>
                      <a:pt x="3391" y="4217"/>
                      <a:pt x="3656" y="4150"/>
                      <a:pt x="3932" y="4090"/>
                    </a:cubicBezTo>
                    <a:cubicBezTo>
                      <a:pt x="4263" y="4017"/>
                      <a:pt x="4511" y="3939"/>
                      <a:pt x="4745" y="3675"/>
                    </a:cubicBezTo>
                    <a:cubicBezTo>
                      <a:pt x="4881" y="3431"/>
                      <a:pt x="4872" y="3172"/>
                      <a:pt x="4880" y="2899"/>
                    </a:cubicBezTo>
                    <a:cubicBezTo>
                      <a:pt x="4905" y="2320"/>
                      <a:pt x="4905" y="2320"/>
                      <a:pt x="5028" y="2083"/>
                    </a:cubicBezTo>
                    <a:cubicBezTo>
                      <a:pt x="5285" y="1865"/>
                      <a:pt x="5628" y="1852"/>
                      <a:pt x="5954" y="1847"/>
                    </a:cubicBezTo>
                    <a:cubicBezTo>
                      <a:pt x="6115" y="1886"/>
                      <a:pt x="6174" y="1956"/>
                      <a:pt x="6278" y="2083"/>
                    </a:cubicBezTo>
                    <a:cubicBezTo>
                      <a:pt x="6303" y="2219"/>
                      <a:pt x="6303" y="2219"/>
                      <a:pt x="6302" y="2375"/>
                    </a:cubicBezTo>
                    <a:cubicBezTo>
                      <a:pt x="6302" y="2403"/>
                      <a:pt x="6302" y="2432"/>
                      <a:pt x="6302" y="2461"/>
                    </a:cubicBezTo>
                    <a:cubicBezTo>
                      <a:pt x="6301" y="2555"/>
                      <a:pt x="6300" y="2648"/>
                      <a:pt x="6298" y="2742"/>
                    </a:cubicBezTo>
                    <a:cubicBezTo>
                      <a:pt x="6298" y="2807"/>
                      <a:pt x="6297" y="2872"/>
                      <a:pt x="6297" y="2937"/>
                    </a:cubicBezTo>
                    <a:cubicBezTo>
                      <a:pt x="6297" y="3108"/>
                      <a:pt x="6295" y="3279"/>
                      <a:pt x="6292" y="3450"/>
                    </a:cubicBezTo>
                    <a:cubicBezTo>
                      <a:pt x="6290" y="3624"/>
                      <a:pt x="6289" y="3799"/>
                      <a:pt x="6288" y="3973"/>
                    </a:cubicBezTo>
                    <a:cubicBezTo>
                      <a:pt x="6286" y="4316"/>
                      <a:pt x="6282" y="4658"/>
                      <a:pt x="6278" y="5000"/>
                    </a:cubicBezTo>
                    <a:cubicBezTo>
                      <a:pt x="6484" y="5000"/>
                      <a:pt x="6690" y="5000"/>
                      <a:pt x="6903" y="5000"/>
                    </a:cubicBezTo>
                    <a:cubicBezTo>
                      <a:pt x="6903" y="4656"/>
                      <a:pt x="6903" y="4312"/>
                      <a:pt x="6903" y="3958"/>
                    </a:cubicBezTo>
                    <a:cubicBezTo>
                      <a:pt x="7247" y="3890"/>
                      <a:pt x="7590" y="3821"/>
                      <a:pt x="7945" y="3750"/>
                    </a:cubicBezTo>
                    <a:cubicBezTo>
                      <a:pt x="7966" y="3853"/>
                      <a:pt x="7988" y="3956"/>
                      <a:pt x="8010" y="4062"/>
                    </a:cubicBezTo>
                    <a:cubicBezTo>
                      <a:pt x="8049" y="4205"/>
                      <a:pt x="8087" y="4337"/>
                      <a:pt x="8221" y="4415"/>
                    </a:cubicBezTo>
                    <a:cubicBezTo>
                      <a:pt x="8390" y="4466"/>
                      <a:pt x="8540" y="4458"/>
                      <a:pt x="8710" y="4412"/>
                    </a:cubicBezTo>
                    <a:cubicBezTo>
                      <a:pt x="8778" y="4375"/>
                      <a:pt x="8778" y="4375"/>
                      <a:pt x="8828" y="4233"/>
                    </a:cubicBezTo>
                    <a:cubicBezTo>
                      <a:pt x="8838" y="4175"/>
                      <a:pt x="8847" y="4118"/>
                      <a:pt x="8856" y="4061"/>
                    </a:cubicBezTo>
                    <a:cubicBezTo>
                      <a:pt x="8884" y="3945"/>
                      <a:pt x="8915" y="3846"/>
                      <a:pt x="8986" y="3750"/>
                    </a:cubicBezTo>
                    <a:cubicBezTo>
                      <a:pt x="9176" y="3652"/>
                      <a:pt x="9406" y="3678"/>
                      <a:pt x="9614" y="3691"/>
                    </a:cubicBezTo>
                    <a:cubicBezTo>
                      <a:pt x="9715" y="3698"/>
                      <a:pt x="9816" y="3700"/>
                      <a:pt x="9918" y="3701"/>
                    </a:cubicBezTo>
                    <a:cubicBezTo>
                      <a:pt x="9983" y="3703"/>
                      <a:pt x="10048" y="3705"/>
                      <a:pt x="10112" y="3708"/>
                    </a:cubicBezTo>
                    <a:cubicBezTo>
                      <a:pt x="10128" y="3708"/>
                      <a:pt x="10128" y="3708"/>
                      <a:pt x="10204" y="3710"/>
                    </a:cubicBezTo>
                    <a:cubicBezTo>
                      <a:pt x="10365" y="3722"/>
                      <a:pt x="10434" y="3742"/>
                      <a:pt x="10568" y="3841"/>
                    </a:cubicBezTo>
                    <a:cubicBezTo>
                      <a:pt x="10667" y="3978"/>
                      <a:pt x="10678" y="4040"/>
                      <a:pt x="10673" y="4206"/>
                    </a:cubicBezTo>
                    <a:cubicBezTo>
                      <a:pt x="10672" y="4253"/>
                      <a:pt x="10672" y="4299"/>
                      <a:pt x="10671" y="4347"/>
                    </a:cubicBezTo>
                    <a:cubicBezTo>
                      <a:pt x="10670" y="4371"/>
                      <a:pt x="10670" y="4371"/>
                      <a:pt x="10666" y="4492"/>
                    </a:cubicBezTo>
                    <a:cubicBezTo>
                      <a:pt x="10665" y="4541"/>
                      <a:pt x="10664" y="4590"/>
                      <a:pt x="10663" y="4640"/>
                    </a:cubicBezTo>
                    <a:cubicBezTo>
                      <a:pt x="10661" y="4760"/>
                      <a:pt x="10657" y="4880"/>
                      <a:pt x="10653" y="5000"/>
                    </a:cubicBezTo>
                    <a:cubicBezTo>
                      <a:pt x="10850" y="4934"/>
                      <a:pt x="11022" y="4870"/>
                      <a:pt x="11133" y="4687"/>
                    </a:cubicBezTo>
                    <a:cubicBezTo>
                      <a:pt x="11182" y="4558"/>
                      <a:pt x="11224" y="4429"/>
                      <a:pt x="11265" y="4297"/>
                    </a:cubicBezTo>
                    <a:cubicBezTo>
                      <a:pt x="11422" y="3865"/>
                      <a:pt x="11594" y="3408"/>
                      <a:pt x="12007" y="3160"/>
                    </a:cubicBezTo>
                    <a:cubicBezTo>
                      <a:pt x="12369" y="3039"/>
                      <a:pt x="12817" y="3233"/>
                      <a:pt x="13153" y="3333"/>
                    </a:cubicBezTo>
                    <a:cubicBezTo>
                      <a:pt x="13153" y="3677"/>
                      <a:pt x="13153" y="4021"/>
                      <a:pt x="13153" y="4375"/>
                    </a:cubicBezTo>
                    <a:cubicBezTo>
                      <a:pt x="13071" y="4381"/>
                      <a:pt x="13071" y="4381"/>
                      <a:pt x="12658" y="4414"/>
                    </a:cubicBezTo>
                    <a:cubicBezTo>
                      <a:pt x="12408" y="4450"/>
                      <a:pt x="12188" y="4487"/>
                      <a:pt x="12024" y="4692"/>
                    </a:cubicBezTo>
                    <a:cubicBezTo>
                      <a:pt x="11889" y="4951"/>
                      <a:pt x="11807" y="5225"/>
                      <a:pt x="11740" y="5509"/>
                    </a:cubicBezTo>
                    <a:cubicBezTo>
                      <a:pt x="11695" y="5625"/>
                      <a:pt x="11695" y="5625"/>
                      <a:pt x="11588" y="5724"/>
                    </a:cubicBezTo>
                    <a:cubicBezTo>
                      <a:pt x="11451" y="5871"/>
                      <a:pt x="11458" y="5971"/>
                      <a:pt x="11457" y="6165"/>
                    </a:cubicBezTo>
                    <a:cubicBezTo>
                      <a:pt x="11454" y="6230"/>
                      <a:pt x="11450" y="6295"/>
                      <a:pt x="11447" y="6360"/>
                    </a:cubicBezTo>
                    <a:cubicBezTo>
                      <a:pt x="11445" y="6393"/>
                      <a:pt x="11443" y="6426"/>
                      <a:pt x="11441" y="6461"/>
                    </a:cubicBezTo>
                    <a:cubicBezTo>
                      <a:pt x="11401" y="7060"/>
                      <a:pt x="11401" y="7060"/>
                      <a:pt x="11278" y="7292"/>
                    </a:cubicBezTo>
                    <a:cubicBezTo>
                      <a:pt x="11021" y="7511"/>
                      <a:pt x="10678" y="7523"/>
                      <a:pt x="10352" y="7528"/>
                    </a:cubicBezTo>
                    <a:cubicBezTo>
                      <a:pt x="10186" y="7488"/>
                      <a:pt x="10127" y="7430"/>
                      <a:pt x="10028" y="7292"/>
                    </a:cubicBezTo>
                    <a:cubicBezTo>
                      <a:pt x="10000" y="7163"/>
                      <a:pt x="10004" y="7038"/>
                      <a:pt x="10008" y="6907"/>
                    </a:cubicBezTo>
                    <a:cubicBezTo>
                      <a:pt x="10008" y="6870"/>
                      <a:pt x="10008" y="6833"/>
                      <a:pt x="10009" y="6796"/>
                    </a:cubicBezTo>
                    <a:cubicBezTo>
                      <a:pt x="10010" y="6679"/>
                      <a:pt x="10012" y="6562"/>
                      <a:pt x="10015" y="6445"/>
                    </a:cubicBezTo>
                    <a:cubicBezTo>
                      <a:pt x="10016" y="6366"/>
                      <a:pt x="10017" y="6287"/>
                      <a:pt x="10018" y="6207"/>
                    </a:cubicBezTo>
                    <a:cubicBezTo>
                      <a:pt x="10020" y="6013"/>
                      <a:pt x="10024" y="5819"/>
                      <a:pt x="10028" y="5625"/>
                    </a:cubicBezTo>
                    <a:cubicBezTo>
                      <a:pt x="9814" y="5602"/>
                      <a:pt x="9616" y="5591"/>
                      <a:pt x="9403" y="5625"/>
                    </a:cubicBezTo>
                    <a:cubicBezTo>
                      <a:pt x="9271" y="5733"/>
                      <a:pt x="9225" y="5858"/>
                      <a:pt x="9169" y="6016"/>
                    </a:cubicBezTo>
                    <a:cubicBezTo>
                      <a:pt x="9138" y="6089"/>
                      <a:pt x="9107" y="6162"/>
                      <a:pt x="9076" y="6235"/>
                    </a:cubicBezTo>
                    <a:cubicBezTo>
                      <a:pt x="9030" y="6349"/>
                      <a:pt x="8984" y="6463"/>
                      <a:pt x="8940" y="6578"/>
                    </a:cubicBezTo>
                    <a:cubicBezTo>
                      <a:pt x="8821" y="6856"/>
                      <a:pt x="8821" y="6856"/>
                      <a:pt x="8703" y="6908"/>
                    </a:cubicBezTo>
                    <a:cubicBezTo>
                      <a:pt x="8615" y="6916"/>
                      <a:pt x="8540" y="6912"/>
                      <a:pt x="8452" y="6901"/>
                    </a:cubicBezTo>
                    <a:cubicBezTo>
                      <a:pt x="8354" y="6892"/>
                      <a:pt x="8255" y="6884"/>
                      <a:pt x="8153" y="6875"/>
                    </a:cubicBezTo>
                    <a:cubicBezTo>
                      <a:pt x="8084" y="6531"/>
                      <a:pt x="8015" y="6188"/>
                      <a:pt x="7945" y="5833"/>
                    </a:cubicBezTo>
                    <a:cubicBezTo>
                      <a:pt x="7330" y="5731"/>
                      <a:pt x="7330" y="5731"/>
                      <a:pt x="7111" y="5833"/>
                    </a:cubicBezTo>
                    <a:cubicBezTo>
                      <a:pt x="6907" y="6088"/>
                      <a:pt x="6835" y="6436"/>
                      <a:pt x="6739" y="6743"/>
                    </a:cubicBezTo>
                    <a:cubicBezTo>
                      <a:pt x="6678" y="6926"/>
                      <a:pt x="6600" y="7088"/>
                      <a:pt x="6499" y="7252"/>
                    </a:cubicBezTo>
                    <a:cubicBezTo>
                      <a:pt x="6486" y="7278"/>
                      <a:pt x="6473" y="7304"/>
                      <a:pt x="6460" y="7331"/>
                    </a:cubicBezTo>
                    <a:cubicBezTo>
                      <a:pt x="6415" y="7400"/>
                      <a:pt x="6415" y="7400"/>
                      <a:pt x="6278" y="7500"/>
                    </a:cubicBezTo>
                    <a:cubicBezTo>
                      <a:pt x="6072" y="7500"/>
                      <a:pt x="5865" y="7500"/>
                      <a:pt x="5653" y="7500"/>
                    </a:cubicBezTo>
                    <a:cubicBezTo>
                      <a:pt x="5653" y="6675"/>
                      <a:pt x="5653" y="5850"/>
                      <a:pt x="5653" y="5000"/>
                    </a:cubicBezTo>
                    <a:cubicBezTo>
                      <a:pt x="5447" y="5000"/>
                      <a:pt x="5240" y="5000"/>
                      <a:pt x="5028" y="5000"/>
                    </a:cubicBezTo>
                    <a:cubicBezTo>
                      <a:pt x="5030" y="5073"/>
                      <a:pt x="5033" y="5146"/>
                      <a:pt x="5035" y="5221"/>
                    </a:cubicBezTo>
                    <a:cubicBezTo>
                      <a:pt x="5037" y="5316"/>
                      <a:pt x="5039" y="5412"/>
                      <a:pt x="5041" y="5508"/>
                    </a:cubicBezTo>
                    <a:cubicBezTo>
                      <a:pt x="5043" y="5556"/>
                      <a:pt x="5044" y="5604"/>
                      <a:pt x="5046" y="5653"/>
                    </a:cubicBezTo>
                    <a:cubicBezTo>
                      <a:pt x="5047" y="5676"/>
                      <a:pt x="5047" y="5676"/>
                      <a:pt x="5048" y="5794"/>
                    </a:cubicBezTo>
                    <a:cubicBezTo>
                      <a:pt x="5049" y="5815"/>
                      <a:pt x="5049" y="5815"/>
                      <a:pt x="5052" y="5922"/>
                    </a:cubicBezTo>
                    <a:cubicBezTo>
                      <a:pt x="5018" y="6091"/>
                      <a:pt x="4957" y="6149"/>
                      <a:pt x="4820" y="6250"/>
                    </a:cubicBezTo>
                    <a:cubicBezTo>
                      <a:pt x="4704" y="6270"/>
                      <a:pt x="4610" y="6279"/>
                      <a:pt x="4495" y="6279"/>
                    </a:cubicBezTo>
                    <a:cubicBezTo>
                      <a:pt x="4431" y="6282"/>
                      <a:pt x="4368" y="6286"/>
                      <a:pt x="4304" y="6290"/>
                    </a:cubicBezTo>
                    <a:cubicBezTo>
                      <a:pt x="4271" y="6291"/>
                      <a:pt x="4238" y="6293"/>
                      <a:pt x="4204" y="6295"/>
                    </a:cubicBezTo>
                    <a:cubicBezTo>
                      <a:pt x="3473" y="6345"/>
                      <a:pt x="3473" y="6345"/>
                      <a:pt x="3252" y="6570"/>
                    </a:cubicBezTo>
                    <a:cubicBezTo>
                      <a:pt x="3072" y="6872"/>
                      <a:pt x="3026" y="7146"/>
                      <a:pt x="2945" y="7500"/>
                    </a:cubicBezTo>
                    <a:cubicBezTo>
                      <a:pt x="2601" y="7431"/>
                      <a:pt x="2257" y="7362"/>
                      <a:pt x="1903" y="7292"/>
                    </a:cubicBezTo>
                    <a:cubicBezTo>
                      <a:pt x="1903" y="7154"/>
                      <a:pt x="1903" y="7017"/>
                      <a:pt x="1903" y="6875"/>
                    </a:cubicBezTo>
                    <a:cubicBezTo>
                      <a:pt x="1697" y="6875"/>
                      <a:pt x="1490" y="6875"/>
                      <a:pt x="1278" y="6875"/>
                    </a:cubicBezTo>
                    <a:cubicBezTo>
                      <a:pt x="1281" y="7974"/>
                      <a:pt x="1290" y="9074"/>
                      <a:pt x="1305" y="10173"/>
                    </a:cubicBezTo>
                    <a:cubicBezTo>
                      <a:pt x="1313" y="10683"/>
                      <a:pt x="1318" y="11194"/>
                      <a:pt x="1319" y="11704"/>
                    </a:cubicBezTo>
                    <a:cubicBezTo>
                      <a:pt x="1319" y="12150"/>
                      <a:pt x="1324" y="12595"/>
                      <a:pt x="1332" y="13040"/>
                    </a:cubicBezTo>
                    <a:cubicBezTo>
                      <a:pt x="1337" y="13276"/>
                      <a:pt x="1339" y="13511"/>
                      <a:pt x="1338" y="13747"/>
                    </a:cubicBezTo>
                    <a:cubicBezTo>
                      <a:pt x="1328" y="15284"/>
                      <a:pt x="1328" y="15284"/>
                      <a:pt x="1655" y="15639"/>
                    </a:cubicBezTo>
                    <a:cubicBezTo>
                      <a:pt x="1828" y="15803"/>
                      <a:pt x="2013" y="15926"/>
                      <a:pt x="2220" y="16042"/>
                    </a:cubicBezTo>
                    <a:cubicBezTo>
                      <a:pt x="2422" y="16155"/>
                      <a:pt x="2547" y="16237"/>
                      <a:pt x="2623" y="16464"/>
                    </a:cubicBezTo>
                    <a:cubicBezTo>
                      <a:pt x="2696" y="16736"/>
                      <a:pt x="2724" y="17011"/>
                      <a:pt x="2736" y="17292"/>
                    </a:cubicBezTo>
                    <a:cubicBezTo>
                      <a:pt x="3011" y="17292"/>
                      <a:pt x="3286" y="17292"/>
                      <a:pt x="3570" y="17292"/>
                    </a:cubicBezTo>
                    <a:cubicBezTo>
                      <a:pt x="3638" y="16948"/>
                      <a:pt x="3707" y="16604"/>
                      <a:pt x="3778" y="16250"/>
                    </a:cubicBezTo>
                    <a:cubicBezTo>
                      <a:pt x="4190" y="16250"/>
                      <a:pt x="4603" y="16250"/>
                      <a:pt x="5028" y="16250"/>
                    </a:cubicBezTo>
                    <a:cubicBezTo>
                      <a:pt x="5021" y="16139"/>
                      <a:pt x="5013" y="16029"/>
                      <a:pt x="5006" y="15915"/>
                    </a:cubicBezTo>
                    <a:cubicBezTo>
                      <a:pt x="4935" y="14543"/>
                      <a:pt x="4935" y="14543"/>
                      <a:pt x="5301" y="14062"/>
                    </a:cubicBezTo>
                    <a:cubicBezTo>
                      <a:pt x="5326" y="14029"/>
                      <a:pt x="5350" y="13996"/>
                      <a:pt x="5376" y="13962"/>
                    </a:cubicBezTo>
                    <a:cubicBezTo>
                      <a:pt x="5455" y="13874"/>
                      <a:pt x="5455" y="13874"/>
                      <a:pt x="5653" y="13750"/>
                    </a:cubicBezTo>
                    <a:cubicBezTo>
                      <a:pt x="5859" y="13750"/>
                      <a:pt x="6065" y="13750"/>
                      <a:pt x="6278" y="13750"/>
                    </a:cubicBezTo>
                    <a:cubicBezTo>
                      <a:pt x="6278" y="14781"/>
                      <a:pt x="6278" y="15812"/>
                      <a:pt x="6278" y="16875"/>
                    </a:cubicBezTo>
                    <a:cubicBezTo>
                      <a:pt x="6484" y="16875"/>
                      <a:pt x="6690" y="16875"/>
                      <a:pt x="6903" y="16875"/>
                    </a:cubicBezTo>
                    <a:cubicBezTo>
                      <a:pt x="7020" y="16718"/>
                      <a:pt x="7055" y="16646"/>
                      <a:pt x="7101" y="16465"/>
                    </a:cubicBezTo>
                    <a:cubicBezTo>
                      <a:pt x="7107" y="16444"/>
                      <a:pt x="7107" y="16444"/>
                      <a:pt x="7140" y="16339"/>
                    </a:cubicBezTo>
                    <a:cubicBezTo>
                      <a:pt x="7181" y="16206"/>
                      <a:pt x="7218" y="16072"/>
                      <a:pt x="7255" y="15938"/>
                    </a:cubicBezTo>
                    <a:cubicBezTo>
                      <a:pt x="7281" y="15847"/>
                      <a:pt x="7309" y="15757"/>
                      <a:pt x="7336" y="15666"/>
                    </a:cubicBezTo>
                    <a:cubicBezTo>
                      <a:pt x="7403" y="15445"/>
                      <a:pt x="7467" y="15223"/>
                      <a:pt x="7528" y="15000"/>
                    </a:cubicBezTo>
                    <a:cubicBezTo>
                      <a:pt x="7945" y="15208"/>
                      <a:pt x="8361" y="15417"/>
                      <a:pt x="8778" y="15625"/>
                    </a:cubicBezTo>
                    <a:cubicBezTo>
                      <a:pt x="8791" y="15600"/>
                      <a:pt x="8803" y="15574"/>
                      <a:pt x="8816" y="15548"/>
                    </a:cubicBezTo>
                    <a:cubicBezTo>
                      <a:pt x="9083" y="15015"/>
                      <a:pt x="9083" y="15015"/>
                      <a:pt x="9139" y="14904"/>
                    </a:cubicBezTo>
                    <a:cubicBezTo>
                      <a:pt x="9177" y="14828"/>
                      <a:pt x="9212" y="14751"/>
                      <a:pt x="9245" y="14674"/>
                    </a:cubicBezTo>
                    <a:cubicBezTo>
                      <a:pt x="9369" y="14393"/>
                      <a:pt x="9369" y="14393"/>
                      <a:pt x="9538" y="14305"/>
                    </a:cubicBezTo>
                    <a:cubicBezTo>
                      <a:pt x="9772" y="14293"/>
                      <a:pt x="9933" y="14294"/>
                      <a:pt x="10118" y="14452"/>
                    </a:cubicBezTo>
                    <a:cubicBezTo>
                      <a:pt x="10212" y="14552"/>
                      <a:pt x="10296" y="14656"/>
                      <a:pt x="10380" y="14766"/>
                    </a:cubicBezTo>
                    <a:cubicBezTo>
                      <a:pt x="10393" y="14784"/>
                      <a:pt x="10393" y="14784"/>
                      <a:pt x="10462" y="14875"/>
                    </a:cubicBezTo>
                    <a:cubicBezTo>
                      <a:pt x="10642" y="15136"/>
                      <a:pt x="10683" y="15310"/>
                      <a:pt x="10653" y="15625"/>
                    </a:cubicBezTo>
                    <a:cubicBezTo>
                      <a:pt x="10859" y="15625"/>
                      <a:pt x="11065" y="15625"/>
                      <a:pt x="11278" y="15625"/>
                    </a:cubicBezTo>
                    <a:cubicBezTo>
                      <a:pt x="11275" y="15541"/>
                      <a:pt x="11271" y="15457"/>
                      <a:pt x="11268" y="15370"/>
                    </a:cubicBezTo>
                    <a:cubicBezTo>
                      <a:pt x="11258" y="15090"/>
                      <a:pt x="11251" y="14809"/>
                      <a:pt x="11246" y="14527"/>
                    </a:cubicBezTo>
                    <a:cubicBezTo>
                      <a:pt x="11242" y="14357"/>
                      <a:pt x="11238" y="14187"/>
                      <a:pt x="11231" y="14017"/>
                    </a:cubicBezTo>
                    <a:cubicBezTo>
                      <a:pt x="11177" y="12714"/>
                      <a:pt x="11177" y="12714"/>
                      <a:pt x="11554" y="12197"/>
                    </a:cubicBezTo>
                    <a:cubicBezTo>
                      <a:pt x="11578" y="12163"/>
                      <a:pt x="11603" y="12129"/>
                      <a:pt x="11628" y="12094"/>
                    </a:cubicBezTo>
                    <a:cubicBezTo>
                      <a:pt x="11706" y="12004"/>
                      <a:pt x="11706" y="12004"/>
                      <a:pt x="11903" y="11875"/>
                    </a:cubicBezTo>
                    <a:cubicBezTo>
                      <a:pt x="12109" y="11875"/>
                      <a:pt x="12315" y="11875"/>
                      <a:pt x="12528" y="11875"/>
                    </a:cubicBezTo>
                    <a:cubicBezTo>
                      <a:pt x="12528" y="13525"/>
                      <a:pt x="12528" y="15175"/>
                      <a:pt x="12528" y="16875"/>
                    </a:cubicBezTo>
                    <a:cubicBezTo>
                      <a:pt x="12734" y="16875"/>
                      <a:pt x="12940" y="16875"/>
                      <a:pt x="13153" y="16875"/>
                    </a:cubicBezTo>
                    <a:cubicBezTo>
                      <a:pt x="13149" y="16842"/>
                      <a:pt x="13149" y="16842"/>
                      <a:pt x="13131" y="16676"/>
                    </a:cubicBezTo>
                    <a:cubicBezTo>
                      <a:pt x="13092" y="16163"/>
                      <a:pt x="13116" y="15778"/>
                      <a:pt x="13426" y="15352"/>
                    </a:cubicBezTo>
                    <a:cubicBezTo>
                      <a:pt x="13451" y="15316"/>
                      <a:pt x="13475" y="15280"/>
                      <a:pt x="13501" y="15244"/>
                    </a:cubicBezTo>
                    <a:cubicBezTo>
                      <a:pt x="13580" y="15146"/>
                      <a:pt x="13580" y="15146"/>
                      <a:pt x="13778" y="15000"/>
                    </a:cubicBezTo>
                    <a:cubicBezTo>
                      <a:pt x="13984" y="15000"/>
                      <a:pt x="14190" y="15000"/>
                      <a:pt x="14403" y="15000"/>
                    </a:cubicBezTo>
                    <a:cubicBezTo>
                      <a:pt x="14403" y="15619"/>
                      <a:pt x="14403" y="16237"/>
                      <a:pt x="14403" y="16875"/>
                    </a:cubicBezTo>
                    <a:cubicBezTo>
                      <a:pt x="14609" y="16875"/>
                      <a:pt x="14815" y="16875"/>
                      <a:pt x="15028" y="16875"/>
                    </a:cubicBezTo>
                    <a:cubicBezTo>
                      <a:pt x="15028" y="15844"/>
                      <a:pt x="15028" y="14812"/>
                      <a:pt x="15028" y="13750"/>
                    </a:cubicBezTo>
                    <a:cubicBezTo>
                      <a:pt x="15653" y="13750"/>
                      <a:pt x="15653" y="13750"/>
                      <a:pt x="15843" y="13881"/>
                    </a:cubicBezTo>
                    <a:cubicBezTo>
                      <a:pt x="15920" y="13972"/>
                      <a:pt x="15920" y="13972"/>
                      <a:pt x="15991" y="14075"/>
                    </a:cubicBezTo>
                    <a:cubicBezTo>
                      <a:pt x="16018" y="14111"/>
                      <a:pt x="16044" y="14148"/>
                      <a:pt x="16071" y="14185"/>
                    </a:cubicBezTo>
                    <a:cubicBezTo>
                      <a:pt x="16335" y="14593"/>
                      <a:pt x="16365" y="15030"/>
                      <a:pt x="16416" y="15504"/>
                    </a:cubicBezTo>
                    <a:cubicBezTo>
                      <a:pt x="16456" y="15874"/>
                      <a:pt x="16510" y="16207"/>
                      <a:pt x="16669" y="16550"/>
                    </a:cubicBezTo>
                    <a:cubicBezTo>
                      <a:pt x="16682" y="16584"/>
                      <a:pt x="16696" y="16618"/>
                      <a:pt x="16710" y="16653"/>
                    </a:cubicBezTo>
                    <a:cubicBezTo>
                      <a:pt x="16758" y="16744"/>
                      <a:pt x="16758" y="16744"/>
                      <a:pt x="16903" y="16875"/>
                    </a:cubicBezTo>
                    <a:cubicBezTo>
                      <a:pt x="17109" y="16875"/>
                      <a:pt x="17315" y="16875"/>
                      <a:pt x="17528" y="16875"/>
                    </a:cubicBezTo>
                    <a:cubicBezTo>
                      <a:pt x="17528" y="16463"/>
                      <a:pt x="17528" y="16050"/>
                      <a:pt x="17528" y="15625"/>
                    </a:cubicBezTo>
                    <a:cubicBezTo>
                      <a:pt x="19090" y="15489"/>
                      <a:pt x="19090" y="15489"/>
                      <a:pt x="19491" y="15796"/>
                    </a:cubicBezTo>
                    <a:cubicBezTo>
                      <a:pt x="19730" y="16000"/>
                      <a:pt x="19997" y="16257"/>
                      <a:pt x="20047" y="16579"/>
                    </a:cubicBezTo>
                    <a:cubicBezTo>
                      <a:pt x="20048" y="16694"/>
                      <a:pt x="20048" y="16694"/>
                      <a:pt x="20028" y="16875"/>
                    </a:cubicBezTo>
                    <a:cubicBezTo>
                      <a:pt x="20234" y="16875"/>
                      <a:pt x="20440" y="16875"/>
                      <a:pt x="20653" y="16875"/>
                    </a:cubicBezTo>
                    <a:cubicBezTo>
                      <a:pt x="20643" y="16792"/>
                      <a:pt x="20634" y="16709"/>
                      <a:pt x="20624" y="16624"/>
                    </a:cubicBezTo>
                    <a:cubicBezTo>
                      <a:pt x="20541" y="15724"/>
                      <a:pt x="20541" y="15724"/>
                      <a:pt x="20802" y="15395"/>
                    </a:cubicBezTo>
                    <a:cubicBezTo>
                      <a:pt x="21038" y="15169"/>
                      <a:pt x="21294" y="15005"/>
                      <a:pt x="21628" y="14996"/>
                    </a:cubicBezTo>
                    <a:cubicBezTo>
                      <a:pt x="21949" y="15026"/>
                      <a:pt x="22213" y="15112"/>
                      <a:pt x="22528" y="15208"/>
                    </a:cubicBezTo>
                    <a:cubicBezTo>
                      <a:pt x="22528" y="15552"/>
                      <a:pt x="22528" y="15896"/>
                      <a:pt x="22528" y="16250"/>
                    </a:cubicBezTo>
                    <a:cubicBezTo>
                      <a:pt x="23004" y="16312"/>
                      <a:pt x="23004" y="16312"/>
                      <a:pt x="23153" y="16250"/>
                    </a:cubicBezTo>
                    <a:cubicBezTo>
                      <a:pt x="23296" y="16074"/>
                      <a:pt x="23316" y="15840"/>
                      <a:pt x="23361" y="15625"/>
                    </a:cubicBezTo>
                    <a:cubicBezTo>
                      <a:pt x="23705" y="15694"/>
                      <a:pt x="24049" y="15763"/>
                      <a:pt x="24403" y="15833"/>
                    </a:cubicBezTo>
                    <a:cubicBezTo>
                      <a:pt x="24403" y="16177"/>
                      <a:pt x="24403" y="16521"/>
                      <a:pt x="24403" y="16875"/>
                    </a:cubicBezTo>
                    <a:cubicBezTo>
                      <a:pt x="24609" y="16875"/>
                      <a:pt x="24815" y="16875"/>
                      <a:pt x="25028" y="16875"/>
                    </a:cubicBezTo>
                    <a:cubicBezTo>
                      <a:pt x="25028" y="15088"/>
                      <a:pt x="25028" y="13300"/>
                      <a:pt x="25028" y="11458"/>
                    </a:cubicBezTo>
                    <a:cubicBezTo>
                      <a:pt x="25372" y="11390"/>
                      <a:pt x="25715" y="11321"/>
                      <a:pt x="26070" y="11250"/>
                    </a:cubicBezTo>
                    <a:cubicBezTo>
                      <a:pt x="26278" y="11458"/>
                      <a:pt x="26278" y="11458"/>
                      <a:pt x="26303" y="11594"/>
                    </a:cubicBezTo>
                    <a:cubicBezTo>
                      <a:pt x="26303" y="11645"/>
                      <a:pt x="26302" y="11697"/>
                      <a:pt x="26302" y="11750"/>
                    </a:cubicBezTo>
                    <a:cubicBezTo>
                      <a:pt x="26302" y="11778"/>
                      <a:pt x="26302" y="11807"/>
                      <a:pt x="26302" y="11836"/>
                    </a:cubicBezTo>
                    <a:cubicBezTo>
                      <a:pt x="26301" y="11930"/>
                      <a:pt x="26300" y="12023"/>
                      <a:pt x="26298" y="12117"/>
                    </a:cubicBezTo>
                    <a:cubicBezTo>
                      <a:pt x="26298" y="12182"/>
                      <a:pt x="26298" y="12247"/>
                      <a:pt x="26297" y="12312"/>
                    </a:cubicBezTo>
                    <a:cubicBezTo>
                      <a:pt x="26297" y="12483"/>
                      <a:pt x="26295" y="12654"/>
                      <a:pt x="26292" y="12825"/>
                    </a:cubicBezTo>
                    <a:cubicBezTo>
                      <a:pt x="26290" y="12999"/>
                      <a:pt x="26289" y="13174"/>
                      <a:pt x="26288" y="13348"/>
                    </a:cubicBezTo>
                    <a:cubicBezTo>
                      <a:pt x="26286" y="13691"/>
                      <a:pt x="26282" y="14033"/>
                      <a:pt x="26278" y="14375"/>
                    </a:cubicBezTo>
                    <a:cubicBezTo>
                      <a:pt x="26308" y="14374"/>
                      <a:pt x="26339" y="14373"/>
                      <a:pt x="26370" y="14372"/>
                    </a:cubicBezTo>
                    <a:cubicBezTo>
                      <a:pt x="26509" y="14367"/>
                      <a:pt x="26647" y="14365"/>
                      <a:pt x="26786" y="14362"/>
                    </a:cubicBezTo>
                    <a:cubicBezTo>
                      <a:pt x="26834" y="14360"/>
                      <a:pt x="26882" y="14359"/>
                      <a:pt x="26931" y="14357"/>
                    </a:cubicBezTo>
                    <a:cubicBezTo>
                      <a:pt x="27329" y="14351"/>
                      <a:pt x="27329" y="14351"/>
                      <a:pt x="27456" y="14456"/>
                    </a:cubicBezTo>
                    <a:cubicBezTo>
                      <a:pt x="27555" y="14632"/>
                      <a:pt x="27554" y="14770"/>
                      <a:pt x="27548" y="14968"/>
                    </a:cubicBezTo>
                    <a:cubicBezTo>
                      <a:pt x="27548" y="15005"/>
                      <a:pt x="27548" y="15042"/>
                      <a:pt x="27547" y="15079"/>
                    </a:cubicBezTo>
                    <a:cubicBezTo>
                      <a:pt x="27546" y="15196"/>
                      <a:pt x="27544" y="15313"/>
                      <a:pt x="27541" y="15430"/>
                    </a:cubicBezTo>
                    <a:cubicBezTo>
                      <a:pt x="27540" y="15509"/>
                      <a:pt x="27539" y="15588"/>
                      <a:pt x="27538" y="15668"/>
                    </a:cubicBezTo>
                    <a:cubicBezTo>
                      <a:pt x="27536" y="15862"/>
                      <a:pt x="27532" y="16056"/>
                      <a:pt x="27528" y="16250"/>
                    </a:cubicBezTo>
                    <a:cubicBezTo>
                      <a:pt x="27734" y="16250"/>
                      <a:pt x="27940" y="16250"/>
                      <a:pt x="28153" y="16250"/>
                    </a:cubicBezTo>
                    <a:cubicBezTo>
                      <a:pt x="28150" y="16185"/>
                      <a:pt x="28146" y="16120"/>
                      <a:pt x="28143" y="16053"/>
                    </a:cubicBezTo>
                    <a:cubicBezTo>
                      <a:pt x="28133" y="15834"/>
                      <a:pt x="28126" y="15616"/>
                      <a:pt x="28121" y="15397"/>
                    </a:cubicBezTo>
                    <a:cubicBezTo>
                      <a:pt x="28117" y="15264"/>
                      <a:pt x="28113" y="15132"/>
                      <a:pt x="28106" y="15000"/>
                    </a:cubicBezTo>
                    <a:cubicBezTo>
                      <a:pt x="28077" y="14423"/>
                      <a:pt x="28082" y="13950"/>
                      <a:pt x="28429" y="13467"/>
                    </a:cubicBezTo>
                    <a:cubicBezTo>
                      <a:pt x="28441" y="13449"/>
                      <a:pt x="28441" y="13449"/>
                      <a:pt x="28503" y="13360"/>
                    </a:cubicBezTo>
                    <a:cubicBezTo>
                      <a:pt x="28581" y="13265"/>
                      <a:pt x="28581" y="13265"/>
                      <a:pt x="28778" y="13125"/>
                    </a:cubicBezTo>
                    <a:cubicBezTo>
                      <a:pt x="28984" y="13125"/>
                      <a:pt x="29190" y="13125"/>
                      <a:pt x="29403" y="13125"/>
                    </a:cubicBezTo>
                    <a:cubicBezTo>
                      <a:pt x="29403" y="14156"/>
                      <a:pt x="29403" y="15188"/>
                      <a:pt x="29403" y="16250"/>
                    </a:cubicBezTo>
                    <a:cubicBezTo>
                      <a:pt x="29609" y="16250"/>
                      <a:pt x="29815" y="16250"/>
                      <a:pt x="30028" y="16250"/>
                    </a:cubicBezTo>
                    <a:cubicBezTo>
                      <a:pt x="30155" y="16103"/>
                      <a:pt x="30200" y="16032"/>
                      <a:pt x="30262" y="15859"/>
                    </a:cubicBezTo>
                    <a:cubicBezTo>
                      <a:pt x="30293" y="15786"/>
                      <a:pt x="30324" y="15713"/>
                      <a:pt x="30355" y="15640"/>
                    </a:cubicBezTo>
                    <a:cubicBezTo>
                      <a:pt x="30370" y="15603"/>
                      <a:pt x="30384" y="15566"/>
                      <a:pt x="30400" y="15529"/>
                    </a:cubicBezTo>
                    <a:cubicBezTo>
                      <a:pt x="30601" y="15027"/>
                      <a:pt x="30601" y="15027"/>
                      <a:pt x="30788" y="14930"/>
                    </a:cubicBezTo>
                    <a:cubicBezTo>
                      <a:pt x="31018" y="14918"/>
                      <a:pt x="31179" y="14926"/>
                      <a:pt x="31368" y="15067"/>
                    </a:cubicBezTo>
                    <a:cubicBezTo>
                      <a:pt x="31679" y="15357"/>
                      <a:pt x="31906" y="15690"/>
                      <a:pt x="31942" y="16121"/>
                    </a:cubicBezTo>
                    <a:cubicBezTo>
                      <a:pt x="31948" y="16374"/>
                      <a:pt x="31931" y="16623"/>
                      <a:pt x="31903" y="16875"/>
                    </a:cubicBezTo>
                    <a:cubicBezTo>
                      <a:pt x="32109" y="16875"/>
                      <a:pt x="32315" y="16875"/>
                      <a:pt x="32528" y="16875"/>
                    </a:cubicBezTo>
                    <a:cubicBezTo>
                      <a:pt x="32518" y="16809"/>
                      <a:pt x="32509" y="16744"/>
                      <a:pt x="32499" y="16676"/>
                    </a:cubicBezTo>
                    <a:cubicBezTo>
                      <a:pt x="32450" y="16202"/>
                      <a:pt x="32466" y="15835"/>
                      <a:pt x="32773" y="15451"/>
                    </a:cubicBezTo>
                    <a:cubicBezTo>
                      <a:pt x="32981" y="15231"/>
                      <a:pt x="33186" y="15033"/>
                      <a:pt x="33493" y="14975"/>
                    </a:cubicBezTo>
                    <a:cubicBezTo>
                      <a:pt x="33990" y="14967"/>
                      <a:pt x="34427" y="15166"/>
                      <a:pt x="34780" y="15508"/>
                    </a:cubicBezTo>
                    <a:cubicBezTo>
                      <a:pt x="34917" y="15642"/>
                      <a:pt x="35017" y="15752"/>
                      <a:pt x="35043" y="15946"/>
                    </a:cubicBezTo>
                    <a:cubicBezTo>
                      <a:pt x="35043" y="16049"/>
                      <a:pt x="35039" y="16148"/>
                      <a:pt x="35028" y="16250"/>
                    </a:cubicBezTo>
                    <a:cubicBezTo>
                      <a:pt x="35237" y="16300"/>
                      <a:pt x="35451" y="16345"/>
                      <a:pt x="35653" y="16250"/>
                    </a:cubicBezTo>
                    <a:cubicBezTo>
                      <a:pt x="35809" y="16075"/>
                      <a:pt x="35892" y="15854"/>
                      <a:pt x="35980" y="15640"/>
                    </a:cubicBezTo>
                    <a:cubicBezTo>
                      <a:pt x="35995" y="15603"/>
                      <a:pt x="36010" y="15567"/>
                      <a:pt x="36026" y="15529"/>
                    </a:cubicBezTo>
                    <a:cubicBezTo>
                      <a:pt x="36070" y="15417"/>
                      <a:pt x="36070" y="15417"/>
                      <a:pt x="36105" y="15296"/>
                    </a:cubicBezTo>
                    <a:cubicBezTo>
                      <a:pt x="36150" y="15170"/>
                      <a:pt x="36183" y="15094"/>
                      <a:pt x="36278" y="15000"/>
                    </a:cubicBezTo>
                    <a:cubicBezTo>
                      <a:pt x="36505" y="14927"/>
                      <a:pt x="36677" y="14921"/>
                      <a:pt x="36903" y="15000"/>
                    </a:cubicBezTo>
                    <a:cubicBezTo>
                      <a:pt x="37043" y="15176"/>
                      <a:pt x="37086" y="15372"/>
                      <a:pt x="37137" y="15586"/>
                    </a:cubicBezTo>
                    <a:cubicBezTo>
                      <a:pt x="37152" y="15641"/>
                      <a:pt x="37168" y="15696"/>
                      <a:pt x="37184" y="15751"/>
                    </a:cubicBezTo>
                    <a:cubicBezTo>
                      <a:pt x="37215" y="15861"/>
                      <a:pt x="37245" y="15971"/>
                      <a:pt x="37273" y="16081"/>
                    </a:cubicBezTo>
                    <a:cubicBezTo>
                      <a:pt x="37345" y="16350"/>
                      <a:pt x="37437" y="16612"/>
                      <a:pt x="37528" y="16875"/>
                    </a:cubicBezTo>
                    <a:cubicBezTo>
                      <a:pt x="37725" y="16809"/>
                      <a:pt x="37896" y="16743"/>
                      <a:pt x="38011" y="16562"/>
                    </a:cubicBezTo>
                    <a:cubicBezTo>
                      <a:pt x="38065" y="16433"/>
                      <a:pt x="38110" y="16304"/>
                      <a:pt x="38153" y="16172"/>
                    </a:cubicBezTo>
                    <a:cubicBezTo>
                      <a:pt x="38188" y="16078"/>
                      <a:pt x="38222" y="15985"/>
                      <a:pt x="38258" y="15891"/>
                    </a:cubicBezTo>
                    <a:cubicBezTo>
                      <a:pt x="38275" y="15846"/>
                      <a:pt x="38292" y="15800"/>
                      <a:pt x="38310" y="15754"/>
                    </a:cubicBezTo>
                    <a:cubicBezTo>
                      <a:pt x="38380" y="15577"/>
                      <a:pt x="38459" y="15411"/>
                      <a:pt x="38557" y="15248"/>
                    </a:cubicBezTo>
                    <a:cubicBezTo>
                      <a:pt x="38570" y="15222"/>
                      <a:pt x="38583" y="15196"/>
                      <a:pt x="38596" y="15169"/>
                    </a:cubicBezTo>
                    <a:cubicBezTo>
                      <a:pt x="38640" y="15100"/>
                      <a:pt x="38640" y="15100"/>
                      <a:pt x="38778" y="15000"/>
                    </a:cubicBezTo>
                    <a:cubicBezTo>
                      <a:pt x="38984" y="15000"/>
                      <a:pt x="39190" y="15000"/>
                      <a:pt x="39403" y="15000"/>
                    </a:cubicBezTo>
                    <a:cubicBezTo>
                      <a:pt x="39403" y="15412"/>
                      <a:pt x="39403" y="15825"/>
                      <a:pt x="39403" y="16250"/>
                    </a:cubicBezTo>
                    <a:cubicBezTo>
                      <a:pt x="39197" y="16250"/>
                      <a:pt x="38990" y="16250"/>
                      <a:pt x="38778" y="16250"/>
                    </a:cubicBezTo>
                    <a:cubicBezTo>
                      <a:pt x="38783" y="16320"/>
                      <a:pt x="38787" y="16391"/>
                      <a:pt x="38793" y="16463"/>
                    </a:cubicBezTo>
                    <a:cubicBezTo>
                      <a:pt x="38829" y="17210"/>
                      <a:pt x="38829" y="17210"/>
                      <a:pt x="38700" y="17417"/>
                    </a:cubicBezTo>
                    <a:cubicBezTo>
                      <a:pt x="38628" y="17474"/>
                      <a:pt x="38556" y="17529"/>
                      <a:pt x="38482" y="17583"/>
                    </a:cubicBezTo>
                    <a:cubicBezTo>
                      <a:pt x="38286" y="17752"/>
                      <a:pt x="38216" y="18020"/>
                      <a:pt x="38127" y="18255"/>
                    </a:cubicBezTo>
                    <a:cubicBezTo>
                      <a:pt x="38118" y="18279"/>
                      <a:pt x="38118" y="18279"/>
                      <a:pt x="38072" y="18401"/>
                    </a:cubicBezTo>
                    <a:cubicBezTo>
                      <a:pt x="38029" y="18517"/>
                      <a:pt x="37986" y="18633"/>
                      <a:pt x="37945" y="18750"/>
                    </a:cubicBezTo>
                    <a:cubicBezTo>
                      <a:pt x="37204" y="18703"/>
                      <a:pt x="37204" y="18703"/>
                      <a:pt x="36903" y="18542"/>
                    </a:cubicBezTo>
                    <a:cubicBezTo>
                      <a:pt x="36724" y="18307"/>
                      <a:pt x="36705" y="17995"/>
                      <a:pt x="36695" y="17708"/>
                    </a:cubicBezTo>
                    <a:cubicBezTo>
                      <a:pt x="36102" y="17655"/>
                      <a:pt x="36102" y="17655"/>
                      <a:pt x="35861" y="17708"/>
                    </a:cubicBezTo>
                    <a:cubicBezTo>
                      <a:pt x="35771" y="17813"/>
                      <a:pt x="35750" y="17899"/>
                      <a:pt x="35709" y="18029"/>
                    </a:cubicBezTo>
                    <a:cubicBezTo>
                      <a:pt x="35653" y="18125"/>
                      <a:pt x="35653" y="18125"/>
                      <a:pt x="35525" y="18182"/>
                    </a:cubicBezTo>
                    <a:cubicBezTo>
                      <a:pt x="35345" y="18216"/>
                      <a:pt x="35193" y="18209"/>
                      <a:pt x="35028" y="18125"/>
                    </a:cubicBezTo>
                    <a:cubicBezTo>
                      <a:pt x="34891" y="18009"/>
                      <a:pt x="34784" y="17877"/>
                      <a:pt x="34676" y="17734"/>
                    </a:cubicBezTo>
                    <a:cubicBezTo>
                      <a:pt x="34649" y="17698"/>
                      <a:pt x="34622" y="17662"/>
                      <a:pt x="34594" y="17625"/>
                    </a:cubicBezTo>
                    <a:cubicBezTo>
                      <a:pt x="34414" y="17364"/>
                      <a:pt x="34373" y="17190"/>
                      <a:pt x="34403" y="16875"/>
                    </a:cubicBezTo>
                    <a:cubicBezTo>
                      <a:pt x="34197" y="16875"/>
                      <a:pt x="33990" y="16875"/>
                      <a:pt x="33778" y="16875"/>
                    </a:cubicBezTo>
                    <a:cubicBezTo>
                      <a:pt x="33778" y="17287"/>
                      <a:pt x="33778" y="17700"/>
                      <a:pt x="33778" y="18125"/>
                    </a:cubicBezTo>
                    <a:cubicBezTo>
                      <a:pt x="33159" y="18125"/>
                      <a:pt x="32540" y="18125"/>
                      <a:pt x="31903" y="18125"/>
                    </a:cubicBezTo>
                    <a:cubicBezTo>
                      <a:pt x="31903" y="18537"/>
                      <a:pt x="31903" y="18950"/>
                      <a:pt x="31903" y="19375"/>
                    </a:cubicBezTo>
                    <a:cubicBezTo>
                      <a:pt x="31486" y="19167"/>
                      <a:pt x="31070" y="18958"/>
                      <a:pt x="30653" y="18750"/>
                    </a:cubicBezTo>
                    <a:cubicBezTo>
                      <a:pt x="30653" y="19300"/>
                      <a:pt x="30653" y="19850"/>
                      <a:pt x="30653" y="20417"/>
                    </a:cubicBezTo>
                    <a:cubicBezTo>
                      <a:pt x="30485" y="20455"/>
                      <a:pt x="30318" y="20494"/>
                      <a:pt x="30145" y="20534"/>
                    </a:cubicBezTo>
                    <a:cubicBezTo>
                      <a:pt x="30093" y="20547"/>
                      <a:pt x="30040" y="20559"/>
                      <a:pt x="29986" y="20573"/>
                    </a:cubicBezTo>
                    <a:cubicBezTo>
                      <a:pt x="29965" y="20577"/>
                      <a:pt x="29965" y="20577"/>
                      <a:pt x="29859" y="20600"/>
                    </a:cubicBezTo>
                    <a:cubicBezTo>
                      <a:pt x="29817" y="20610"/>
                      <a:pt x="29774" y="20619"/>
                      <a:pt x="29731" y="20630"/>
                    </a:cubicBezTo>
                    <a:cubicBezTo>
                      <a:pt x="29591" y="20624"/>
                      <a:pt x="29541" y="20585"/>
                      <a:pt x="29447" y="20484"/>
                    </a:cubicBezTo>
                    <a:cubicBezTo>
                      <a:pt x="29363" y="20355"/>
                      <a:pt x="29376" y="20218"/>
                      <a:pt x="29379" y="20068"/>
                    </a:cubicBezTo>
                    <a:cubicBezTo>
                      <a:pt x="29379" y="20033"/>
                      <a:pt x="29379" y="19999"/>
                      <a:pt x="29379" y="19963"/>
                    </a:cubicBezTo>
                    <a:cubicBezTo>
                      <a:pt x="29379" y="19849"/>
                      <a:pt x="29381" y="19735"/>
                      <a:pt x="29382" y="19622"/>
                    </a:cubicBezTo>
                    <a:cubicBezTo>
                      <a:pt x="29383" y="19543"/>
                      <a:pt x="29383" y="19463"/>
                      <a:pt x="29384" y="19384"/>
                    </a:cubicBezTo>
                    <a:cubicBezTo>
                      <a:pt x="29384" y="19176"/>
                      <a:pt x="29386" y="18969"/>
                      <a:pt x="29389" y="18761"/>
                    </a:cubicBezTo>
                    <a:cubicBezTo>
                      <a:pt x="29391" y="18548"/>
                      <a:pt x="29392" y="18336"/>
                      <a:pt x="29393" y="18124"/>
                    </a:cubicBezTo>
                    <a:cubicBezTo>
                      <a:pt x="29395" y="17707"/>
                      <a:pt x="29399" y="17291"/>
                      <a:pt x="29403" y="16875"/>
                    </a:cubicBezTo>
                    <a:cubicBezTo>
                      <a:pt x="29197" y="16875"/>
                      <a:pt x="28990" y="16875"/>
                      <a:pt x="28778" y="16875"/>
                    </a:cubicBezTo>
                    <a:cubicBezTo>
                      <a:pt x="28778" y="17425"/>
                      <a:pt x="28778" y="17975"/>
                      <a:pt x="28778" y="18542"/>
                    </a:cubicBezTo>
                    <a:cubicBezTo>
                      <a:pt x="28610" y="18580"/>
                      <a:pt x="28443" y="18619"/>
                      <a:pt x="28270" y="18659"/>
                    </a:cubicBezTo>
                    <a:cubicBezTo>
                      <a:pt x="28218" y="18672"/>
                      <a:pt x="28165" y="18684"/>
                      <a:pt x="28111" y="18698"/>
                    </a:cubicBezTo>
                    <a:cubicBezTo>
                      <a:pt x="27777" y="18769"/>
                      <a:pt x="27777" y="18769"/>
                      <a:pt x="27600" y="18685"/>
                    </a:cubicBezTo>
                    <a:cubicBezTo>
                      <a:pt x="27464" y="18496"/>
                      <a:pt x="27507" y="18228"/>
                      <a:pt x="27515" y="18008"/>
                    </a:cubicBezTo>
                    <a:cubicBezTo>
                      <a:pt x="27516" y="17959"/>
                      <a:pt x="27517" y="17910"/>
                      <a:pt x="27518" y="17860"/>
                    </a:cubicBezTo>
                    <a:cubicBezTo>
                      <a:pt x="27520" y="17740"/>
                      <a:pt x="27524" y="17620"/>
                      <a:pt x="27528" y="17500"/>
                    </a:cubicBezTo>
                    <a:cubicBezTo>
                      <a:pt x="27322" y="17500"/>
                      <a:pt x="27115" y="17500"/>
                      <a:pt x="26903" y="17500"/>
                    </a:cubicBezTo>
                    <a:cubicBezTo>
                      <a:pt x="26908" y="17570"/>
                      <a:pt x="26912" y="17641"/>
                      <a:pt x="26918" y="17713"/>
                    </a:cubicBezTo>
                    <a:cubicBezTo>
                      <a:pt x="26921" y="17807"/>
                      <a:pt x="26925" y="17901"/>
                      <a:pt x="26929" y="17995"/>
                    </a:cubicBezTo>
                    <a:cubicBezTo>
                      <a:pt x="26933" y="18041"/>
                      <a:pt x="26936" y="18087"/>
                      <a:pt x="26940" y="18135"/>
                    </a:cubicBezTo>
                    <a:cubicBezTo>
                      <a:pt x="26950" y="18489"/>
                      <a:pt x="26950" y="18489"/>
                      <a:pt x="26812" y="18643"/>
                    </a:cubicBezTo>
                    <a:cubicBezTo>
                      <a:pt x="26775" y="18675"/>
                      <a:pt x="26738" y="18706"/>
                      <a:pt x="26699" y="18739"/>
                    </a:cubicBezTo>
                    <a:cubicBezTo>
                      <a:pt x="26398" y="19003"/>
                      <a:pt x="26408" y="19309"/>
                      <a:pt x="26382" y="19688"/>
                    </a:cubicBezTo>
                    <a:cubicBezTo>
                      <a:pt x="26334" y="20401"/>
                      <a:pt x="26334" y="20401"/>
                      <a:pt x="26071" y="20636"/>
                    </a:cubicBezTo>
                    <a:cubicBezTo>
                      <a:pt x="26053" y="20652"/>
                      <a:pt x="26053" y="20652"/>
                      <a:pt x="25959" y="20732"/>
                    </a:cubicBezTo>
                    <a:cubicBezTo>
                      <a:pt x="25783" y="20915"/>
                      <a:pt x="25765" y="21137"/>
                      <a:pt x="25731" y="21380"/>
                    </a:cubicBezTo>
                    <a:cubicBezTo>
                      <a:pt x="25723" y="21428"/>
                      <a:pt x="25715" y="21476"/>
                      <a:pt x="25707" y="21525"/>
                    </a:cubicBezTo>
                    <a:cubicBezTo>
                      <a:pt x="25687" y="21641"/>
                      <a:pt x="25670" y="21758"/>
                      <a:pt x="25653" y="21875"/>
                    </a:cubicBezTo>
                    <a:cubicBezTo>
                      <a:pt x="25447" y="21875"/>
                      <a:pt x="25240" y="21875"/>
                      <a:pt x="25028" y="21875"/>
                    </a:cubicBezTo>
                    <a:cubicBezTo>
                      <a:pt x="24959" y="20706"/>
                      <a:pt x="24890" y="19537"/>
                      <a:pt x="24820" y="18333"/>
                    </a:cubicBezTo>
                    <a:cubicBezTo>
                      <a:pt x="24493" y="18316"/>
                      <a:pt x="24166" y="18299"/>
                      <a:pt x="23830" y="18281"/>
                    </a:cubicBezTo>
                    <a:cubicBezTo>
                      <a:pt x="23106" y="18224"/>
                      <a:pt x="22588" y="18168"/>
                      <a:pt x="22094" y="17614"/>
                    </a:cubicBezTo>
                    <a:cubicBezTo>
                      <a:pt x="21904" y="17366"/>
                      <a:pt x="21873" y="17184"/>
                      <a:pt x="21903" y="16875"/>
                    </a:cubicBezTo>
                    <a:cubicBezTo>
                      <a:pt x="21697" y="16875"/>
                      <a:pt x="21490" y="16875"/>
                      <a:pt x="21278" y="16875"/>
                    </a:cubicBezTo>
                    <a:cubicBezTo>
                      <a:pt x="21278" y="17287"/>
                      <a:pt x="21278" y="17700"/>
                      <a:pt x="21278" y="18125"/>
                    </a:cubicBezTo>
                    <a:cubicBezTo>
                      <a:pt x="21072" y="18125"/>
                      <a:pt x="20865" y="18125"/>
                      <a:pt x="20653" y="18125"/>
                    </a:cubicBezTo>
                    <a:cubicBezTo>
                      <a:pt x="20653" y="18537"/>
                      <a:pt x="20653" y="18950"/>
                      <a:pt x="20653" y="19375"/>
                    </a:cubicBezTo>
                    <a:cubicBezTo>
                      <a:pt x="20028" y="19375"/>
                      <a:pt x="20028" y="19375"/>
                      <a:pt x="19845" y="19229"/>
                    </a:cubicBezTo>
                    <a:cubicBezTo>
                      <a:pt x="19795" y="19162"/>
                      <a:pt x="19748" y="19094"/>
                      <a:pt x="19703" y="19023"/>
                    </a:cubicBezTo>
                    <a:cubicBezTo>
                      <a:pt x="19677" y="18986"/>
                      <a:pt x="19651" y="18950"/>
                      <a:pt x="19625" y="18912"/>
                    </a:cubicBezTo>
                    <a:cubicBezTo>
                      <a:pt x="19305" y="18429"/>
                      <a:pt x="19065" y="17860"/>
                      <a:pt x="18937" y="17295"/>
                    </a:cubicBezTo>
                    <a:cubicBezTo>
                      <a:pt x="18901" y="17141"/>
                      <a:pt x="18868" y="17008"/>
                      <a:pt x="18778" y="16875"/>
                    </a:cubicBezTo>
                    <a:cubicBezTo>
                      <a:pt x="18588" y="16782"/>
                      <a:pt x="18432" y="16758"/>
                      <a:pt x="18229" y="16827"/>
                    </a:cubicBezTo>
                    <a:cubicBezTo>
                      <a:pt x="17985" y="16981"/>
                      <a:pt x="17892" y="17353"/>
                      <a:pt x="17782" y="17606"/>
                    </a:cubicBezTo>
                    <a:cubicBezTo>
                      <a:pt x="17700" y="17790"/>
                      <a:pt x="17617" y="17935"/>
                      <a:pt x="17467" y="18075"/>
                    </a:cubicBezTo>
                    <a:cubicBezTo>
                      <a:pt x="17095" y="18201"/>
                      <a:pt x="16633" y="18010"/>
                      <a:pt x="16278" y="17917"/>
                    </a:cubicBezTo>
                    <a:cubicBezTo>
                      <a:pt x="16278" y="17573"/>
                      <a:pt x="16278" y="17229"/>
                      <a:pt x="16278" y="16875"/>
                    </a:cubicBezTo>
                    <a:cubicBezTo>
                      <a:pt x="16072" y="16875"/>
                      <a:pt x="15865" y="16875"/>
                      <a:pt x="15653" y="16875"/>
                    </a:cubicBezTo>
                    <a:cubicBezTo>
                      <a:pt x="15653" y="17838"/>
                      <a:pt x="15653" y="18800"/>
                      <a:pt x="15653" y="19792"/>
                    </a:cubicBezTo>
                    <a:cubicBezTo>
                      <a:pt x="15309" y="19860"/>
                      <a:pt x="14965" y="19929"/>
                      <a:pt x="14611" y="20000"/>
                    </a:cubicBezTo>
                    <a:cubicBezTo>
                      <a:pt x="14403" y="19792"/>
                      <a:pt x="14403" y="19792"/>
                      <a:pt x="14378" y="19703"/>
                    </a:cubicBezTo>
                    <a:cubicBezTo>
                      <a:pt x="14378" y="19674"/>
                      <a:pt x="14379" y="19645"/>
                      <a:pt x="14379" y="19615"/>
                    </a:cubicBezTo>
                    <a:cubicBezTo>
                      <a:pt x="14379" y="19598"/>
                      <a:pt x="14379" y="19598"/>
                      <a:pt x="14379" y="19514"/>
                    </a:cubicBezTo>
                    <a:cubicBezTo>
                      <a:pt x="14380" y="19479"/>
                      <a:pt x="14381" y="19443"/>
                      <a:pt x="14382" y="19407"/>
                    </a:cubicBezTo>
                    <a:cubicBezTo>
                      <a:pt x="14383" y="19370"/>
                      <a:pt x="14383" y="19333"/>
                      <a:pt x="14384" y="19296"/>
                    </a:cubicBezTo>
                    <a:cubicBezTo>
                      <a:pt x="14385" y="19179"/>
                      <a:pt x="14387" y="19062"/>
                      <a:pt x="14390" y="18945"/>
                    </a:cubicBezTo>
                    <a:cubicBezTo>
                      <a:pt x="14391" y="18866"/>
                      <a:pt x="14392" y="18787"/>
                      <a:pt x="14393" y="18707"/>
                    </a:cubicBezTo>
                    <a:cubicBezTo>
                      <a:pt x="14395" y="18513"/>
                      <a:pt x="14399" y="18319"/>
                      <a:pt x="14403" y="18125"/>
                    </a:cubicBezTo>
                    <a:cubicBezTo>
                      <a:pt x="14197" y="18125"/>
                      <a:pt x="13990" y="18125"/>
                      <a:pt x="13778" y="18125"/>
                    </a:cubicBezTo>
                    <a:cubicBezTo>
                      <a:pt x="13781" y="18190"/>
                      <a:pt x="13784" y="18255"/>
                      <a:pt x="13788" y="18322"/>
                    </a:cubicBezTo>
                    <a:cubicBezTo>
                      <a:pt x="13798" y="18541"/>
                      <a:pt x="13805" y="18759"/>
                      <a:pt x="13810" y="18978"/>
                    </a:cubicBezTo>
                    <a:cubicBezTo>
                      <a:pt x="13814" y="19111"/>
                      <a:pt x="13818" y="19243"/>
                      <a:pt x="13825" y="19375"/>
                    </a:cubicBezTo>
                    <a:cubicBezTo>
                      <a:pt x="13854" y="19952"/>
                      <a:pt x="13849" y="20425"/>
                      <a:pt x="13502" y="20908"/>
                    </a:cubicBezTo>
                    <a:cubicBezTo>
                      <a:pt x="13478" y="20943"/>
                      <a:pt x="13453" y="20979"/>
                      <a:pt x="13428" y="21015"/>
                    </a:cubicBezTo>
                    <a:cubicBezTo>
                      <a:pt x="13326" y="21138"/>
                      <a:pt x="13239" y="21234"/>
                      <a:pt x="13076" y="21264"/>
                    </a:cubicBezTo>
                    <a:cubicBezTo>
                      <a:pt x="12892" y="21279"/>
                      <a:pt x="12711" y="21268"/>
                      <a:pt x="12528" y="21250"/>
                    </a:cubicBezTo>
                    <a:cubicBezTo>
                      <a:pt x="12527" y="21232"/>
                      <a:pt x="12527" y="21232"/>
                      <a:pt x="12523" y="21142"/>
                    </a:cubicBezTo>
                    <a:cubicBezTo>
                      <a:pt x="12506" y="20805"/>
                      <a:pt x="12488" y="20468"/>
                      <a:pt x="12468" y="20131"/>
                    </a:cubicBezTo>
                    <a:cubicBezTo>
                      <a:pt x="12458" y="19958"/>
                      <a:pt x="12448" y="19784"/>
                      <a:pt x="12440" y="19611"/>
                    </a:cubicBezTo>
                    <a:cubicBezTo>
                      <a:pt x="12432" y="19443"/>
                      <a:pt x="12423" y="19276"/>
                      <a:pt x="12412" y="19108"/>
                    </a:cubicBezTo>
                    <a:cubicBezTo>
                      <a:pt x="12408" y="19045"/>
                      <a:pt x="12405" y="18981"/>
                      <a:pt x="12402" y="18918"/>
                    </a:cubicBezTo>
                    <a:cubicBezTo>
                      <a:pt x="12380" y="18367"/>
                      <a:pt x="12380" y="18367"/>
                      <a:pt x="12167" y="18151"/>
                    </a:cubicBezTo>
                    <a:cubicBezTo>
                      <a:pt x="12111" y="18102"/>
                      <a:pt x="12053" y="18056"/>
                      <a:pt x="11995" y="18010"/>
                    </a:cubicBezTo>
                    <a:cubicBezTo>
                      <a:pt x="11878" y="17891"/>
                      <a:pt x="11871" y="17812"/>
                      <a:pt x="11862" y="17648"/>
                    </a:cubicBezTo>
                    <a:cubicBezTo>
                      <a:pt x="11865" y="17555"/>
                      <a:pt x="11870" y="17463"/>
                      <a:pt x="11877" y="17370"/>
                    </a:cubicBezTo>
                    <a:cubicBezTo>
                      <a:pt x="11879" y="17322"/>
                      <a:pt x="11881" y="17274"/>
                      <a:pt x="11883" y="17225"/>
                    </a:cubicBezTo>
                    <a:cubicBezTo>
                      <a:pt x="11888" y="17108"/>
                      <a:pt x="11895" y="16992"/>
                      <a:pt x="11903" y="16875"/>
                    </a:cubicBezTo>
                    <a:cubicBezTo>
                      <a:pt x="11697" y="16875"/>
                      <a:pt x="11490" y="16875"/>
                      <a:pt x="11278" y="16875"/>
                    </a:cubicBezTo>
                    <a:cubicBezTo>
                      <a:pt x="11278" y="17425"/>
                      <a:pt x="11278" y="17975"/>
                      <a:pt x="11278" y="18542"/>
                    </a:cubicBezTo>
                    <a:cubicBezTo>
                      <a:pt x="11110" y="18580"/>
                      <a:pt x="10943" y="18619"/>
                      <a:pt x="10770" y="18659"/>
                    </a:cubicBezTo>
                    <a:cubicBezTo>
                      <a:pt x="10718" y="18672"/>
                      <a:pt x="10665" y="18684"/>
                      <a:pt x="10611" y="18698"/>
                    </a:cubicBezTo>
                    <a:cubicBezTo>
                      <a:pt x="10590" y="18702"/>
                      <a:pt x="10590" y="18702"/>
                      <a:pt x="10484" y="18725"/>
                    </a:cubicBezTo>
                    <a:cubicBezTo>
                      <a:pt x="10463" y="18730"/>
                      <a:pt x="10463" y="18730"/>
                      <a:pt x="10356" y="18755"/>
                    </a:cubicBezTo>
                    <a:cubicBezTo>
                      <a:pt x="10236" y="18750"/>
                      <a:pt x="10236" y="18750"/>
                      <a:pt x="10118" y="18671"/>
                    </a:cubicBezTo>
                    <a:cubicBezTo>
                      <a:pt x="9985" y="18518"/>
                      <a:pt x="10002" y="18350"/>
                      <a:pt x="10008" y="18157"/>
                    </a:cubicBezTo>
                    <a:cubicBezTo>
                      <a:pt x="10008" y="18120"/>
                      <a:pt x="10008" y="18083"/>
                      <a:pt x="10009" y="18046"/>
                    </a:cubicBezTo>
                    <a:cubicBezTo>
                      <a:pt x="10010" y="17929"/>
                      <a:pt x="10012" y="17812"/>
                      <a:pt x="10015" y="17695"/>
                    </a:cubicBezTo>
                    <a:cubicBezTo>
                      <a:pt x="10016" y="17616"/>
                      <a:pt x="10017" y="17537"/>
                      <a:pt x="10018" y="17457"/>
                    </a:cubicBezTo>
                    <a:cubicBezTo>
                      <a:pt x="10020" y="17263"/>
                      <a:pt x="10024" y="17069"/>
                      <a:pt x="10028" y="16875"/>
                    </a:cubicBezTo>
                    <a:cubicBezTo>
                      <a:pt x="9820" y="16820"/>
                      <a:pt x="9602" y="16768"/>
                      <a:pt x="9403" y="16875"/>
                    </a:cubicBezTo>
                    <a:cubicBezTo>
                      <a:pt x="9215" y="17137"/>
                      <a:pt x="9164" y="17505"/>
                      <a:pt x="9090" y="17812"/>
                    </a:cubicBezTo>
                    <a:cubicBezTo>
                      <a:pt x="9048" y="17989"/>
                      <a:pt x="9002" y="18165"/>
                      <a:pt x="8954" y="18340"/>
                    </a:cubicBezTo>
                    <a:cubicBezTo>
                      <a:pt x="8945" y="18381"/>
                      <a:pt x="8937" y="18422"/>
                      <a:pt x="8928" y="18464"/>
                    </a:cubicBezTo>
                    <a:cubicBezTo>
                      <a:pt x="8896" y="18578"/>
                      <a:pt x="8896" y="18578"/>
                      <a:pt x="8778" y="18750"/>
                    </a:cubicBezTo>
                    <a:cubicBezTo>
                      <a:pt x="8572" y="18750"/>
                      <a:pt x="8365" y="18750"/>
                      <a:pt x="8153" y="18750"/>
                    </a:cubicBezTo>
                    <a:cubicBezTo>
                      <a:pt x="8153" y="18338"/>
                      <a:pt x="8153" y="17925"/>
                      <a:pt x="8153" y="17500"/>
                    </a:cubicBezTo>
                    <a:cubicBezTo>
                      <a:pt x="7528" y="17500"/>
                      <a:pt x="7528" y="17500"/>
                      <a:pt x="7383" y="17624"/>
                    </a:cubicBezTo>
                    <a:cubicBezTo>
                      <a:pt x="7335" y="17712"/>
                      <a:pt x="7335" y="17712"/>
                      <a:pt x="7294" y="17812"/>
                    </a:cubicBezTo>
                    <a:cubicBezTo>
                      <a:pt x="7277" y="17847"/>
                      <a:pt x="7261" y="17882"/>
                      <a:pt x="7244" y="17918"/>
                    </a:cubicBezTo>
                    <a:cubicBezTo>
                      <a:pt x="6982" y="18562"/>
                      <a:pt x="6964" y="19314"/>
                      <a:pt x="6903" y="20000"/>
                    </a:cubicBezTo>
                    <a:cubicBezTo>
                      <a:pt x="6697" y="20000"/>
                      <a:pt x="6490" y="20000"/>
                      <a:pt x="6278" y="20000"/>
                    </a:cubicBezTo>
                    <a:cubicBezTo>
                      <a:pt x="6209" y="19244"/>
                      <a:pt x="6140" y="18487"/>
                      <a:pt x="6070" y="17708"/>
                    </a:cubicBezTo>
                    <a:cubicBezTo>
                      <a:pt x="4617" y="17626"/>
                      <a:pt x="4617" y="17626"/>
                      <a:pt x="4306" y="17879"/>
                    </a:cubicBezTo>
                    <a:cubicBezTo>
                      <a:pt x="3977" y="18226"/>
                      <a:pt x="3828" y="18682"/>
                      <a:pt x="3666" y="19124"/>
                    </a:cubicBezTo>
                    <a:cubicBezTo>
                      <a:pt x="3584" y="19344"/>
                      <a:pt x="3494" y="19551"/>
                      <a:pt x="3374" y="19752"/>
                    </a:cubicBezTo>
                    <a:cubicBezTo>
                      <a:pt x="3361" y="19778"/>
                      <a:pt x="3348" y="19804"/>
                      <a:pt x="3335" y="19831"/>
                    </a:cubicBezTo>
                    <a:cubicBezTo>
                      <a:pt x="3290" y="19900"/>
                      <a:pt x="3290" y="19900"/>
                      <a:pt x="3153" y="20000"/>
                    </a:cubicBezTo>
                    <a:cubicBezTo>
                      <a:pt x="2947" y="20000"/>
                      <a:pt x="2740" y="20000"/>
                      <a:pt x="2528" y="20000"/>
                    </a:cubicBezTo>
                    <a:cubicBezTo>
                      <a:pt x="2528" y="19381"/>
                      <a:pt x="2528" y="18763"/>
                      <a:pt x="2528" y="18125"/>
                    </a:cubicBezTo>
                    <a:cubicBezTo>
                      <a:pt x="2322" y="18125"/>
                      <a:pt x="2115" y="18125"/>
                      <a:pt x="1903" y="18125"/>
                    </a:cubicBezTo>
                    <a:cubicBezTo>
                      <a:pt x="1903" y="19156"/>
                      <a:pt x="1903" y="20188"/>
                      <a:pt x="1903" y="21250"/>
                    </a:cubicBezTo>
                    <a:cubicBezTo>
                      <a:pt x="1697" y="21250"/>
                      <a:pt x="1490" y="21250"/>
                      <a:pt x="1278" y="21250"/>
                    </a:cubicBezTo>
                    <a:cubicBezTo>
                      <a:pt x="1277" y="21167"/>
                      <a:pt x="1276" y="21084"/>
                      <a:pt x="1275" y="20999"/>
                    </a:cubicBezTo>
                    <a:cubicBezTo>
                      <a:pt x="1270" y="20618"/>
                      <a:pt x="1257" y="20237"/>
                      <a:pt x="1239" y="19857"/>
                    </a:cubicBezTo>
                    <a:cubicBezTo>
                      <a:pt x="1238" y="19840"/>
                      <a:pt x="1238" y="19840"/>
                      <a:pt x="1234" y="19754"/>
                    </a:cubicBezTo>
                    <a:cubicBezTo>
                      <a:pt x="1163" y="18289"/>
                      <a:pt x="1163" y="18289"/>
                      <a:pt x="745" y="17873"/>
                    </a:cubicBezTo>
                    <a:cubicBezTo>
                      <a:pt x="628" y="17770"/>
                      <a:pt x="502" y="17680"/>
                      <a:pt x="375" y="17590"/>
                    </a:cubicBezTo>
                    <a:cubicBezTo>
                      <a:pt x="39" y="17347"/>
                      <a:pt x="39" y="17347"/>
                      <a:pt x="0" y="17153"/>
                    </a:cubicBezTo>
                    <a:cubicBezTo>
                      <a:pt x="13" y="16830"/>
                      <a:pt x="110" y="16545"/>
                      <a:pt x="236" y="16250"/>
                    </a:cubicBezTo>
                    <a:cubicBezTo>
                      <a:pt x="374" y="16250"/>
                      <a:pt x="511" y="16250"/>
                      <a:pt x="653" y="16250"/>
                    </a:cubicBezTo>
                    <a:cubicBezTo>
                      <a:pt x="667" y="14820"/>
                      <a:pt x="678" y="13391"/>
                      <a:pt x="685" y="11961"/>
                    </a:cubicBezTo>
                    <a:cubicBezTo>
                      <a:pt x="686" y="11792"/>
                      <a:pt x="686" y="11624"/>
                      <a:pt x="687" y="11455"/>
                    </a:cubicBezTo>
                    <a:cubicBezTo>
                      <a:pt x="688" y="11421"/>
                      <a:pt x="688" y="11388"/>
                      <a:pt x="688" y="11353"/>
                    </a:cubicBezTo>
                    <a:cubicBezTo>
                      <a:pt x="690" y="10809"/>
                      <a:pt x="695" y="10265"/>
                      <a:pt x="701" y="9721"/>
                    </a:cubicBezTo>
                    <a:cubicBezTo>
                      <a:pt x="707" y="9162"/>
                      <a:pt x="710" y="8604"/>
                      <a:pt x="712" y="8046"/>
                    </a:cubicBezTo>
                    <a:cubicBezTo>
                      <a:pt x="713" y="7702"/>
                      <a:pt x="715" y="7357"/>
                      <a:pt x="720" y="7013"/>
                    </a:cubicBezTo>
                    <a:cubicBezTo>
                      <a:pt x="724" y="6776"/>
                      <a:pt x="725" y="6540"/>
                      <a:pt x="724" y="6304"/>
                    </a:cubicBezTo>
                    <a:cubicBezTo>
                      <a:pt x="724" y="6168"/>
                      <a:pt x="724" y="6032"/>
                      <a:pt x="728" y="5895"/>
                    </a:cubicBezTo>
                    <a:cubicBezTo>
                      <a:pt x="742" y="5219"/>
                      <a:pt x="742" y="5219"/>
                      <a:pt x="653" y="5000"/>
                    </a:cubicBezTo>
                    <a:cubicBezTo>
                      <a:pt x="474" y="4822"/>
                      <a:pt x="275" y="4822"/>
                      <a:pt x="28" y="4792"/>
                    </a:cubicBezTo>
                    <a:cubicBezTo>
                      <a:pt x="97" y="4448"/>
                      <a:pt x="165" y="4104"/>
                      <a:pt x="236" y="3750"/>
                    </a:cubicBezTo>
                    <a:cubicBezTo>
                      <a:pt x="374" y="3750"/>
                      <a:pt x="511" y="3750"/>
                      <a:pt x="653" y="3750"/>
                    </a:cubicBezTo>
                    <a:cubicBezTo>
                      <a:pt x="653" y="2513"/>
                      <a:pt x="653" y="1275"/>
                      <a:pt x="653" y="0"/>
                    </a:cubicBezTo>
                    <a:close/>
                  </a:path>
                </a:pathLst>
              </a:custGeom>
              <a:solidFill>
                <a:srgbClr val="61AEAC"/>
              </a:solidFill>
              <a:ln w="2646" cap="flat">
                <a:noFill/>
              </a:ln>
            </p:spPr>
          </p:sp>
          <p:sp>
            <p:nvSpPr>
              <p:cNvPr id="3192" name="ICON_A_EEG_WAVE_GRAPHIC_path_003"/>
              <p:cNvSpPr/>
              <p:nvPr/>
            </p:nvSpPr>
            <p:spPr>
              <a:xfrm>
                <a:off x="1840288" y="1039754"/>
                <a:ext cx="399209" cy="166746"/>
              </a:xfrm>
              <a:custGeom>
                <a:avLst/>
                <a:gdLst/>
                <a:ahLst/>
                <a:cxnLst/>
                <a:rect l="0" t="0" r="r" b="b"/>
                <a:pathLst>
                  <a:path w="31434" h="13130" fill="norm" stroke="0">
                    <a:moveTo>
                      <a:pt x="304" y="5"/>
                    </a:moveTo>
                    <a:cubicBezTo>
                      <a:pt x="648" y="73"/>
                      <a:pt x="991" y="142"/>
                      <a:pt x="1345" y="213"/>
                    </a:cubicBezTo>
                    <a:cubicBezTo>
                      <a:pt x="1345" y="2413"/>
                      <a:pt x="1345" y="4613"/>
                      <a:pt x="1345" y="6880"/>
                    </a:cubicBezTo>
                    <a:cubicBezTo>
                      <a:pt x="1552" y="6880"/>
                      <a:pt x="1758" y="6880"/>
                      <a:pt x="1970" y="6880"/>
                    </a:cubicBezTo>
                    <a:cubicBezTo>
                      <a:pt x="1961" y="6814"/>
                      <a:pt x="1951" y="6749"/>
                      <a:pt x="1941" y="6681"/>
                    </a:cubicBezTo>
                    <a:cubicBezTo>
                      <a:pt x="1893" y="6206"/>
                      <a:pt x="1908" y="5839"/>
                      <a:pt x="2216" y="5456"/>
                    </a:cubicBezTo>
                    <a:cubicBezTo>
                      <a:pt x="2427" y="5232"/>
                      <a:pt x="2626" y="5023"/>
                      <a:pt x="2945" y="4990"/>
                    </a:cubicBezTo>
                    <a:cubicBezTo>
                      <a:pt x="3260" y="5011"/>
                      <a:pt x="3553" y="5098"/>
                      <a:pt x="3845" y="5213"/>
                    </a:cubicBezTo>
                    <a:cubicBezTo>
                      <a:pt x="3845" y="5350"/>
                      <a:pt x="3845" y="5488"/>
                      <a:pt x="3845" y="5630"/>
                    </a:cubicBezTo>
                    <a:cubicBezTo>
                      <a:pt x="4052" y="5630"/>
                      <a:pt x="4258" y="5630"/>
                      <a:pt x="4470" y="5630"/>
                    </a:cubicBezTo>
                    <a:cubicBezTo>
                      <a:pt x="4470" y="5080"/>
                      <a:pt x="4470" y="4530"/>
                      <a:pt x="4470" y="3963"/>
                    </a:cubicBezTo>
                    <a:cubicBezTo>
                      <a:pt x="4638" y="3924"/>
                      <a:pt x="4806" y="3886"/>
                      <a:pt x="4978" y="3846"/>
                    </a:cubicBezTo>
                    <a:cubicBezTo>
                      <a:pt x="5031" y="3833"/>
                      <a:pt x="5083" y="3820"/>
                      <a:pt x="5137" y="3807"/>
                    </a:cubicBezTo>
                    <a:cubicBezTo>
                      <a:pt x="5179" y="3798"/>
                      <a:pt x="5221" y="3789"/>
                      <a:pt x="5264" y="3780"/>
                    </a:cubicBezTo>
                    <a:cubicBezTo>
                      <a:pt x="5306" y="3770"/>
                      <a:pt x="5349" y="3760"/>
                      <a:pt x="5393" y="3750"/>
                    </a:cubicBezTo>
                    <a:cubicBezTo>
                      <a:pt x="5512" y="3755"/>
                      <a:pt x="5512" y="3755"/>
                      <a:pt x="5630" y="3838"/>
                    </a:cubicBezTo>
                    <a:cubicBezTo>
                      <a:pt x="5738" y="3987"/>
                      <a:pt x="5749" y="4096"/>
                      <a:pt x="5750" y="4273"/>
                    </a:cubicBezTo>
                    <a:cubicBezTo>
                      <a:pt x="5753" y="4334"/>
                      <a:pt x="5756" y="4396"/>
                      <a:pt x="5760" y="4457"/>
                    </a:cubicBezTo>
                    <a:cubicBezTo>
                      <a:pt x="5762" y="4489"/>
                      <a:pt x="5764" y="4521"/>
                      <a:pt x="5766" y="4554"/>
                    </a:cubicBezTo>
                    <a:cubicBezTo>
                      <a:pt x="5819" y="5326"/>
                      <a:pt x="5819" y="5326"/>
                      <a:pt x="6040" y="5551"/>
                    </a:cubicBezTo>
                    <a:cubicBezTo>
                      <a:pt x="6194" y="5683"/>
                      <a:pt x="6364" y="5790"/>
                      <a:pt x="6536" y="5897"/>
                    </a:cubicBezTo>
                    <a:cubicBezTo>
                      <a:pt x="6961" y="6167"/>
                      <a:pt x="6961" y="6167"/>
                      <a:pt x="7019" y="6410"/>
                    </a:cubicBezTo>
                    <a:cubicBezTo>
                      <a:pt x="7073" y="6772"/>
                      <a:pt x="7029" y="7146"/>
                      <a:pt x="6970" y="7505"/>
                    </a:cubicBezTo>
                    <a:cubicBezTo>
                      <a:pt x="7523" y="7557"/>
                      <a:pt x="7523" y="7557"/>
                      <a:pt x="7679" y="7443"/>
                    </a:cubicBezTo>
                    <a:cubicBezTo>
                      <a:pt x="7739" y="7349"/>
                      <a:pt x="7779" y="7258"/>
                      <a:pt x="7817" y="7153"/>
                    </a:cubicBezTo>
                    <a:cubicBezTo>
                      <a:pt x="7833" y="7116"/>
                      <a:pt x="7848" y="7080"/>
                      <a:pt x="7865" y="7042"/>
                    </a:cubicBezTo>
                    <a:cubicBezTo>
                      <a:pt x="7917" y="6920"/>
                      <a:pt x="7965" y="6796"/>
                      <a:pt x="8012" y="6671"/>
                    </a:cubicBezTo>
                    <a:cubicBezTo>
                      <a:pt x="8067" y="6531"/>
                      <a:pt x="8123" y="6390"/>
                      <a:pt x="8179" y="6250"/>
                    </a:cubicBezTo>
                    <a:cubicBezTo>
                      <a:pt x="8215" y="6159"/>
                      <a:pt x="8250" y="6068"/>
                      <a:pt x="8284" y="5976"/>
                    </a:cubicBezTo>
                    <a:cubicBezTo>
                      <a:pt x="8300" y="5934"/>
                      <a:pt x="8315" y="5892"/>
                      <a:pt x="8332" y="5849"/>
                    </a:cubicBezTo>
                    <a:cubicBezTo>
                      <a:pt x="8346" y="5811"/>
                      <a:pt x="8359" y="5774"/>
                      <a:pt x="8374" y="5736"/>
                    </a:cubicBezTo>
                    <a:cubicBezTo>
                      <a:pt x="8429" y="5630"/>
                      <a:pt x="8429" y="5630"/>
                      <a:pt x="8537" y="5532"/>
                    </a:cubicBezTo>
                    <a:cubicBezTo>
                      <a:pt x="8671" y="5383"/>
                      <a:pt x="8665" y="5283"/>
                      <a:pt x="8666" y="5089"/>
                    </a:cubicBezTo>
                    <a:cubicBezTo>
                      <a:pt x="8669" y="5024"/>
                      <a:pt x="8673" y="4960"/>
                      <a:pt x="8676" y="4895"/>
                    </a:cubicBezTo>
                    <a:cubicBezTo>
                      <a:pt x="8679" y="4861"/>
                      <a:pt x="8680" y="4828"/>
                      <a:pt x="8682" y="4794"/>
                    </a:cubicBezTo>
                    <a:cubicBezTo>
                      <a:pt x="8723" y="4195"/>
                      <a:pt x="8723" y="4195"/>
                      <a:pt x="8845" y="3963"/>
                    </a:cubicBezTo>
                    <a:cubicBezTo>
                      <a:pt x="9103" y="3744"/>
                      <a:pt x="9445" y="3731"/>
                      <a:pt x="9771" y="3727"/>
                    </a:cubicBezTo>
                    <a:cubicBezTo>
                      <a:pt x="9933" y="3765"/>
                      <a:pt x="9991" y="3835"/>
                      <a:pt x="10095" y="3963"/>
                    </a:cubicBezTo>
                    <a:cubicBezTo>
                      <a:pt x="10120" y="4099"/>
                      <a:pt x="10120" y="4099"/>
                      <a:pt x="10119" y="4254"/>
                    </a:cubicBezTo>
                    <a:cubicBezTo>
                      <a:pt x="10119" y="4283"/>
                      <a:pt x="10119" y="4311"/>
                      <a:pt x="10119" y="4341"/>
                    </a:cubicBezTo>
                    <a:cubicBezTo>
                      <a:pt x="10119" y="4434"/>
                      <a:pt x="10118" y="4528"/>
                      <a:pt x="10116" y="4621"/>
                    </a:cubicBezTo>
                    <a:cubicBezTo>
                      <a:pt x="10115" y="4686"/>
                      <a:pt x="10115" y="4751"/>
                      <a:pt x="10115" y="4817"/>
                    </a:cubicBezTo>
                    <a:cubicBezTo>
                      <a:pt x="10114" y="4987"/>
                      <a:pt x="10112" y="5158"/>
                      <a:pt x="10110" y="5329"/>
                    </a:cubicBezTo>
                    <a:cubicBezTo>
                      <a:pt x="10108" y="5504"/>
                      <a:pt x="10107" y="5678"/>
                      <a:pt x="10106" y="5853"/>
                    </a:cubicBezTo>
                    <a:cubicBezTo>
                      <a:pt x="10103" y="6195"/>
                      <a:pt x="10100" y="6537"/>
                      <a:pt x="10095" y="6880"/>
                    </a:cubicBezTo>
                    <a:cubicBezTo>
                      <a:pt x="10302" y="6880"/>
                      <a:pt x="10508" y="6880"/>
                      <a:pt x="10720" y="6880"/>
                    </a:cubicBezTo>
                    <a:cubicBezTo>
                      <a:pt x="10708" y="6816"/>
                      <a:pt x="10696" y="6753"/>
                      <a:pt x="10684" y="6688"/>
                    </a:cubicBezTo>
                    <a:cubicBezTo>
                      <a:pt x="10597" y="6019"/>
                      <a:pt x="10597" y="6019"/>
                      <a:pt x="10765" y="5772"/>
                    </a:cubicBezTo>
                    <a:cubicBezTo>
                      <a:pt x="10903" y="5613"/>
                      <a:pt x="11067" y="5479"/>
                      <a:pt x="11228" y="5343"/>
                    </a:cubicBezTo>
                    <a:cubicBezTo>
                      <a:pt x="11662" y="4978"/>
                      <a:pt x="11846" y="4697"/>
                      <a:pt x="11899" y="4125"/>
                    </a:cubicBezTo>
                    <a:cubicBezTo>
                      <a:pt x="11905" y="4030"/>
                      <a:pt x="11909" y="3935"/>
                      <a:pt x="11913" y="3840"/>
                    </a:cubicBezTo>
                    <a:cubicBezTo>
                      <a:pt x="11931" y="3387"/>
                      <a:pt x="11931" y="3387"/>
                      <a:pt x="12062" y="3221"/>
                    </a:cubicBezTo>
                    <a:cubicBezTo>
                      <a:pt x="12137" y="3155"/>
                      <a:pt x="12212" y="3089"/>
                      <a:pt x="12288" y="3024"/>
                    </a:cubicBezTo>
                    <a:cubicBezTo>
                      <a:pt x="12465" y="2841"/>
                      <a:pt x="12483" y="2619"/>
                      <a:pt x="12517" y="2374"/>
                    </a:cubicBezTo>
                    <a:cubicBezTo>
                      <a:pt x="12521" y="2350"/>
                      <a:pt x="12521" y="2350"/>
                      <a:pt x="12542" y="2230"/>
                    </a:cubicBezTo>
                    <a:cubicBezTo>
                      <a:pt x="12561" y="2113"/>
                      <a:pt x="12579" y="1996"/>
                      <a:pt x="12595" y="1880"/>
                    </a:cubicBezTo>
                    <a:cubicBezTo>
                      <a:pt x="12802" y="1880"/>
                      <a:pt x="13008" y="1880"/>
                      <a:pt x="13220" y="1880"/>
                    </a:cubicBezTo>
                    <a:cubicBezTo>
                      <a:pt x="13220" y="2705"/>
                      <a:pt x="13220" y="3530"/>
                      <a:pt x="13220" y="4380"/>
                    </a:cubicBezTo>
                    <a:cubicBezTo>
                      <a:pt x="13427" y="4380"/>
                      <a:pt x="13633" y="4380"/>
                      <a:pt x="13845" y="4380"/>
                    </a:cubicBezTo>
                    <a:cubicBezTo>
                      <a:pt x="13845" y="4036"/>
                      <a:pt x="13845" y="3692"/>
                      <a:pt x="13845" y="3338"/>
                    </a:cubicBezTo>
                    <a:cubicBezTo>
                      <a:pt x="14631" y="3131"/>
                      <a:pt x="14631" y="3131"/>
                      <a:pt x="14887" y="3130"/>
                    </a:cubicBezTo>
                    <a:cubicBezTo>
                      <a:pt x="15020" y="3209"/>
                      <a:pt x="15020" y="3209"/>
                      <a:pt x="15108" y="3325"/>
                    </a:cubicBezTo>
                    <a:cubicBezTo>
                      <a:pt x="15173" y="3398"/>
                      <a:pt x="15237" y="3471"/>
                      <a:pt x="15304" y="3546"/>
                    </a:cubicBezTo>
                    <a:cubicBezTo>
                      <a:pt x="15579" y="3546"/>
                      <a:pt x="15854" y="3546"/>
                      <a:pt x="16137" y="3546"/>
                    </a:cubicBezTo>
                    <a:cubicBezTo>
                      <a:pt x="16206" y="2446"/>
                      <a:pt x="16275" y="1346"/>
                      <a:pt x="16345" y="213"/>
                    </a:cubicBezTo>
                    <a:cubicBezTo>
                      <a:pt x="16517" y="179"/>
                      <a:pt x="16517" y="179"/>
                      <a:pt x="17387" y="5"/>
                    </a:cubicBezTo>
                    <a:cubicBezTo>
                      <a:pt x="17621" y="239"/>
                      <a:pt x="17621" y="239"/>
                      <a:pt x="17632" y="479"/>
                    </a:cubicBezTo>
                    <a:cubicBezTo>
                      <a:pt x="17633" y="504"/>
                      <a:pt x="17634" y="530"/>
                      <a:pt x="17636" y="557"/>
                    </a:cubicBezTo>
                    <a:cubicBezTo>
                      <a:pt x="17639" y="612"/>
                      <a:pt x="17641" y="668"/>
                      <a:pt x="17643" y="724"/>
                    </a:cubicBezTo>
                    <a:cubicBezTo>
                      <a:pt x="17647" y="812"/>
                      <a:pt x="17652" y="901"/>
                      <a:pt x="17657" y="989"/>
                    </a:cubicBezTo>
                    <a:cubicBezTo>
                      <a:pt x="17671" y="1241"/>
                      <a:pt x="17684" y="1492"/>
                      <a:pt x="17695" y="1744"/>
                    </a:cubicBezTo>
                    <a:cubicBezTo>
                      <a:pt x="17701" y="1899"/>
                      <a:pt x="17710" y="2053"/>
                      <a:pt x="17720" y="2207"/>
                    </a:cubicBezTo>
                    <a:cubicBezTo>
                      <a:pt x="17723" y="2265"/>
                      <a:pt x="17726" y="2324"/>
                      <a:pt x="17728" y="2382"/>
                    </a:cubicBezTo>
                    <a:cubicBezTo>
                      <a:pt x="17742" y="2852"/>
                      <a:pt x="17742" y="2852"/>
                      <a:pt x="17900" y="3029"/>
                    </a:cubicBezTo>
                    <a:cubicBezTo>
                      <a:pt x="17938" y="3061"/>
                      <a:pt x="17976" y="3093"/>
                      <a:pt x="18014" y="3126"/>
                    </a:cubicBezTo>
                    <a:cubicBezTo>
                      <a:pt x="18172" y="3264"/>
                      <a:pt x="18245" y="3355"/>
                      <a:pt x="18265" y="3568"/>
                    </a:cubicBezTo>
                    <a:cubicBezTo>
                      <a:pt x="18270" y="3718"/>
                      <a:pt x="18266" y="3867"/>
                      <a:pt x="18261" y="4017"/>
                    </a:cubicBezTo>
                    <a:cubicBezTo>
                      <a:pt x="18260" y="4081"/>
                      <a:pt x="18260" y="4146"/>
                      <a:pt x="18259" y="4211"/>
                    </a:cubicBezTo>
                    <a:cubicBezTo>
                      <a:pt x="18258" y="4380"/>
                      <a:pt x="18254" y="4549"/>
                      <a:pt x="18249" y="4719"/>
                    </a:cubicBezTo>
                    <a:cubicBezTo>
                      <a:pt x="18245" y="4892"/>
                      <a:pt x="18243" y="5065"/>
                      <a:pt x="18241" y="5238"/>
                    </a:cubicBezTo>
                    <a:cubicBezTo>
                      <a:pt x="18236" y="5577"/>
                      <a:pt x="18229" y="5916"/>
                      <a:pt x="18220" y="6255"/>
                    </a:cubicBezTo>
                    <a:cubicBezTo>
                      <a:pt x="18427" y="6255"/>
                      <a:pt x="18633" y="6255"/>
                      <a:pt x="18845" y="6255"/>
                    </a:cubicBezTo>
                    <a:cubicBezTo>
                      <a:pt x="18842" y="6171"/>
                      <a:pt x="18839" y="6087"/>
                      <a:pt x="18835" y="6000"/>
                    </a:cubicBezTo>
                    <a:cubicBezTo>
                      <a:pt x="18825" y="5719"/>
                      <a:pt x="18818" y="5438"/>
                      <a:pt x="18813" y="5157"/>
                    </a:cubicBezTo>
                    <a:cubicBezTo>
                      <a:pt x="18810" y="4987"/>
                      <a:pt x="18805" y="4817"/>
                      <a:pt x="18798" y="4647"/>
                    </a:cubicBezTo>
                    <a:cubicBezTo>
                      <a:pt x="18742" y="3286"/>
                      <a:pt x="18742" y="3286"/>
                      <a:pt x="19205" y="2726"/>
                    </a:cubicBezTo>
                    <a:cubicBezTo>
                      <a:pt x="19366" y="2560"/>
                      <a:pt x="19504" y="2465"/>
                      <a:pt x="19738" y="2449"/>
                    </a:cubicBezTo>
                    <a:cubicBezTo>
                      <a:pt x="19863" y="2454"/>
                      <a:pt x="19975" y="2474"/>
                      <a:pt x="20095" y="2505"/>
                    </a:cubicBezTo>
                    <a:cubicBezTo>
                      <a:pt x="20097" y="2532"/>
                      <a:pt x="20099" y="2560"/>
                      <a:pt x="20101" y="2589"/>
                    </a:cubicBezTo>
                    <a:cubicBezTo>
                      <a:pt x="20117" y="2852"/>
                      <a:pt x="20135" y="3116"/>
                      <a:pt x="20155" y="3379"/>
                    </a:cubicBezTo>
                    <a:cubicBezTo>
                      <a:pt x="20166" y="3515"/>
                      <a:pt x="20175" y="3650"/>
                      <a:pt x="20183" y="3786"/>
                    </a:cubicBezTo>
                    <a:cubicBezTo>
                      <a:pt x="20192" y="3942"/>
                      <a:pt x="20205" y="4098"/>
                      <a:pt x="20218" y="4254"/>
                    </a:cubicBezTo>
                    <a:cubicBezTo>
                      <a:pt x="20220" y="4302"/>
                      <a:pt x="20222" y="4350"/>
                      <a:pt x="20225" y="4400"/>
                    </a:cubicBezTo>
                    <a:cubicBezTo>
                      <a:pt x="20250" y="4676"/>
                      <a:pt x="20309" y="4834"/>
                      <a:pt x="20515" y="5022"/>
                    </a:cubicBezTo>
                    <a:cubicBezTo>
                      <a:pt x="20534" y="5037"/>
                      <a:pt x="20534" y="5037"/>
                      <a:pt x="20628" y="5115"/>
                    </a:cubicBezTo>
                    <a:cubicBezTo>
                      <a:pt x="20773" y="5269"/>
                      <a:pt x="20763" y="5417"/>
                      <a:pt x="20757" y="5620"/>
                    </a:cubicBezTo>
                    <a:cubicBezTo>
                      <a:pt x="20755" y="5643"/>
                      <a:pt x="20755" y="5643"/>
                      <a:pt x="20746" y="5760"/>
                    </a:cubicBezTo>
                    <a:cubicBezTo>
                      <a:pt x="20745" y="5807"/>
                      <a:pt x="20743" y="5855"/>
                      <a:pt x="20741" y="5905"/>
                    </a:cubicBezTo>
                    <a:cubicBezTo>
                      <a:pt x="20736" y="6021"/>
                      <a:pt x="20728" y="6138"/>
                      <a:pt x="20720" y="6255"/>
                    </a:cubicBezTo>
                    <a:cubicBezTo>
                      <a:pt x="20927" y="6255"/>
                      <a:pt x="21133" y="6255"/>
                      <a:pt x="21345" y="6255"/>
                    </a:cubicBezTo>
                    <a:cubicBezTo>
                      <a:pt x="21341" y="6184"/>
                      <a:pt x="21336" y="6114"/>
                      <a:pt x="21331" y="6041"/>
                    </a:cubicBezTo>
                    <a:cubicBezTo>
                      <a:pt x="21327" y="5947"/>
                      <a:pt x="21323" y="5854"/>
                      <a:pt x="21319" y="5760"/>
                    </a:cubicBezTo>
                    <a:cubicBezTo>
                      <a:pt x="21316" y="5714"/>
                      <a:pt x="21312" y="5667"/>
                      <a:pt x="21309" y="5620"/>
                    </a:cubicBezTo>
                    <a:cubicBezTo>
                      <a:pt x="21305" y="5474"/>
                      <a:pt x="21308" y="5354"/>
                      <a:pt x="21345" y="5213"/>
                    </a:cubicBezTo>
                    <a:cubicBezTo>
                      <a:pt x="21438" y="5123"/>
                      <a:pt x="21438" y="5123"/>
                      <a:pt x="21551" y="5036"/>
                    </a:cubicBezTo>
                    <a:cubicBezTo>
                      <a:pt x="21721" y="4888"/>
                      <a:pt x="21774" y="4797"/>
                      <a:pt x="21799" y="4572"/>
                    </a:cubicBezTo>
                    <a:cubicBezTo>
                      <a:pt x="21814" y="4344"/>
                      <a:pt x="21818" y="4115"/>
                      <a:pt x="21823" y="3886"/>
                    </a:cubicBezTo>
                    <a:cubicBezTo>
                      <a:pt x="21852" y="2879"/>
                      <a:pt x="21852" y="2879"/>
                      <a:pt x="22020" y="2644"/>
                    </a:cubicBezTo>
                    <a:cubicBezTo>
                      <a:pt x="22227" y="2459"/>
                      <a:pt x="22507" y="2453"/>
                      <a:pt x="22771" y="2457"/>
                    </a:cubicBezTo>
                    <a:cubicBezTo>
                      <a:pt x="22939" y="2471"/>
                      <a:pt x="23065" y="2507"/>
                      <a:pt x="23181" y="2636"/>
                    </a:cubicBezTo>
                    <a:cubicBezTo>
                      <a:pt x="23274" y="2817"/>
                      <a:pt x="23245" y="3036"/>
                      <a:pt x="23241" y="3235"/>
                    </a:cubicBezTo>
                    <a:cubicBezTo>
                      <a:pt x="23240" y="3285"/>
                      <a:pt x="23240" y="3336"/>
                      <a:pt x="23240" y="3388"/>
                    </a:cubicBezTo>
                    <a:cubicBezTo>
                      <a:pt x="23239" y="3522"/>
                      <a:pt x="23237" y="3656"/>
                      <a:pt x="23235" y="3790"/>
                    </a:cubicBezTo>
                    <a:cubicBezTo>
                      <a:pt x="23233" y="3926"/>
                      <a:pt x="23232" y="4063"/>
                      <a:pt x="23231" y="4200"/>
                    </a:cubicBezTo>
                    <a:cubicBezTo>
                      <a:pt x="23228" y="4468"/>
                      <a:pt x="23225" y="4736"/>
                      <a:pt x="23220" y="5005"/>
                    </a:cubicBezTo>
                    <a:cubicBezTo>
                      <a:pt x="23788" y="5052"/>
                      <a:pt x="23788" y="5052"/>
                      <a:pt x="23916" y="4946"/>
                    </a:cubicBezTo>
                    <a:cubicBezTo>
                      <a:pt x="23956" y="4859"/>
                      <a:pt x="23974" y="4787"/>
                      <a:pt x="23989" y="4692"/>
                    </a:cubicBezTo>
                    <a:cubicBezTo>
                      <a:pt x="24010" y="4589"/>
                      <a:pt x="24032" y="4486"/>
                      <a:pt x="24054" y="4380"/>
                    </a:cubicBezTo>
                    <a:cubicBezTo>
                      <a:pt x="24398" y="4448"/>
                      <a:pt x="24741" y="4517"/>
                      <a:pt x="25095" y="4588"/>
                    </a:cubicBezTo>
                    <a:cubicBezTo>
                      <a:pt x="25095" y="4725"/>
                      <a:pt x="25095" y="4863"/>
                      <a:pt x="25095" y="5005"/>
                    </a:cubicBezTo>
                    <a:cubicBezTo>
                      <a:pt x="25308" y="5056"/>
                      <a:pt x="25512" y="5090"/>
                      <a:pt x="25720" y="5005"/>
                    </a:cubicBezTo>
                    <a:cubicBezTo>
                      <a:pt x="25823" y="4898"/>
                      <a:pt x="25882" y="4777"/>
                      <a:pt x="25945" y="4644"/>
                    </a:cubicBezTo>
                    <a:cubicBezTo>
                      <a:pt x="25962" y="4607"/>
                      <a:pt x="25980" y="4569"/>
                      <a:pt x="25999" y="4531"/>
                    </a:cubicBezTo>
                    <a:cubicBezTo>
                      <a:pt x="26188" y="4104"/>
                      <a:pt x="26210" y="3685"/>
                      <a:pt x="26223" y="3224"/>
                    </a:cubicBezTo>
                    <a:cubicBezTo>
                      <a:pt x="26227" y="3136"/>
                      <a:pt x="26231" y="3049"/>
                      <a:pt x="26236" y="2961"/>
                    </a:cubicBezTo>
                    <a:cubicBezTo>
                      <a:pt x="26246" y="2734"/>
                      <a:pt x="26254" y="2507"/>
                      <a:pt x="26262" y="2279"/>
                    </a:cubicBezTo>
                    <a:cubicBezTo>
                      <a:pt x="26271" y="2046"/>
                      <a:pt x="26281" y="1812"/>
                      <a:pt x="26292" y="1579"/>
                    </a:cubicBezTo>
                    <a:cubicBezTo>
                      <a:pt x="26312" y="1124"/>
                      <a:pt x="26329" y="669"/>
                      <a:pt x="26345" y="213"/>
                    </a:cubicBezTo>
                    <a:cubicBezTo>
                      <a:pt x="26514" y="172"/>
                      <a:pt x="26684" y="134"/>
                      <a:pt x="26853" y="96"/>
                    </a:cubicBezTo>
                    <a:cubicBezTo>
                      <a:pt x="26901" y="84"/>
                      <a:pt x="26949" y="72"/>
                      <a:pt x="26999" y="60"/>
                    </a:cubicBezTo>
                    <a:cubicBezTo>
                      <a:pt x="27045" y="50"/>
                      <a:pt x="27091" y="40"/>
                      <a:pt x="27139" y="30"/>
                    </a:cubicBezTo>
                    <a:cubicBezTo>
                      <a:pt x="27181" y="20"/>
                      <a:pt x="27224" y="10"/>
                      <a:pt x="27268" y="0"/>
                    </a:cubicBezTo>
                    <a:cubicBezTo>
                      <a:pt x="27387" y="5"/>
                      <a:pt x="27387" y="5"/>
                      <a:pt x="27504" y="72"/>
                    </a:cubicBezTo>
                    <a:cubicBezTo>
                      <a:pt x="27667" y="261"/>
                      <a:pt x="27633" y="536"/>
                      <a:pt x="27638" y="772"/>
                    </a:cubicBezTo>
                    <a:cubicBezTo>
                      <a:pt x="27640" y="830"/>
                      <a:pt x="27642" y="887"/>
                      <a:pt x="27644" y="945"/>
                    </a:cubicBezTo>
                    <a:cubicBezTo>
                      <a:pt x="27650" y="1100"/>
                      <a:pt x="27654" y="1256"/>
                      <a:pt x="27659" y="1412"/>
                    </a:cubicBezTo>
                    <a:cubicBezTo>
                      <a:pt x="27663" y="1575"/>
                      <a:pt x="27669" y="1738"/>
                      <a:pt x="27674" y="1901"/>
                    </a:cubicBezTo>
                    <a:cubicBezTo>
                      <a:pt x="27685" y="2209"/>
                      <a:pt x="27694" y="2517"/>
                      <a:pt x="27703" y="2826"/>
                    </a:cubicBezTo>
                    <a:cubicBezTo>
                      <a:pt x="27714" y="3177"/>
                      <a:pt x="27725" y="3528"/>
                      <a:pt x="27736" y="3880"/>
                    </a:cubicBezTo>
                    <a:cubicBezTo>
                      <a:pt x="27760" y="4602"/>
                      <a:pt x="27782" y="5324"/>
                      <a:pt x="27804" y="6046"/>
                    </a:cubicBezTo>
                    <a:cubicBezTo>
                      <a:pt x="28285" y="6046"/>
                      <a:pt x="28766" y="6046"/>
                      <a:pt x="29262" y="6046"/>
                    </a:cubicBezTo>
                    <a:cubicBezTo>
                      <a:pt x="29331" y="5290"/>
                      <a:pt x="29400" y="4534"/>
                      <a:pt x="29470" y="3755"/>
                    </a:cubicBezTo>
                    <a:cubicBezTo>
                      <a:pt x="30095" y="3755"/>
                      <a:pt x="30095" y="3755"/>
                      <a:pt x="30284" y="3872"/>
                    </a:cubicBezTo>
                    <a:cubicBezTo>
                      <a:pt x="30337" y="3925"/>
                      <a:pt x="30388" y="3980"/>
                      <a:pt x="30437" y="4037"/>
                    </a:cubicBezTo>
                    <a:cubicBezTo>
                      <a:pt x="30465" y="4066"/>
                      <a:pt x="30492" y="4096"/>
                      <a:pt x="30521" y="4127"/>
                    </a:cubicBezTo>
                    <a:cubicBezTo>
                      <a:pt x="30607" y="4222"/>
                      <a:pt x="30690" y="4320"/>
                      <a:pt x="30773" y="4419"/>
                    </a:cubicBezTo>
                    <a:cubicBezTo>
                      <a:pt x="30801" y="4452"/>
                      <a:pt x="30829" y="4485"/>
                      <a:pt x="30858" y="4518"/>
                    </a:cubicBezTo>
                    <a:cubicBezTo>
                      <a:pt x="31434" y="5205"/>
                      <a:pt x="31434" y="5205"/>
                      <a:pt x="31398" y="5678"/>
                    </a:cubicBezTo>
                    <a:cubicBezTo>
                      <a:pt x="31389" y="5722"/>
                      <a:pt x="31380" y="5766"/>
                      <a:pt x="31371" y="5812"/>
                    </a:cubicBezTo>
                    <a:cubicBezTo>
                      <a:pt x="31364" y="5854"/>
                      <a:pt x="31356" y="5896"/>
                      <a:pt x="31348" y="5940"/>
                    </a:cubicBezTo>
                    <a:cubicBezTo>
                      <a:pt x="31298" y="6088"/>
                      <a:pt x="31260" y="6155"/>
                      <a:pt x="31137" y="6255"/>
                    </a:cubicBezTo>
                    <a:cubicBezTo>
                      <a:pt x="31034" y="6279"/>
                      <a:pt x="30932" y="6292"/>
                      <a:pt x="30827" y="6306"/>
                    </a:cubicBezTo>
                    <a:cubicBezTo>
                      <a:pt x="30455" y="6356"/>
                      <a:pt x="30455" y="6356"/>
                      <a:pt x="30304" y="6463"/>
                    </a:cubicBezTo>
                    <a:cubicBezTo>
                      <a:pt x="30173" y="6731"/>
                      <a:pt x="30207" y="7066"/>
                      <a:pt x="30211" y="7358"/>
                    </a:cubicBezTo>
                    <a:cubicBezTo>
                      <a:pt x="30220" y="8374"/>
                      <a:pt x="30220" y="8374"/>
                      <a:pt x="30046" y="8614"/>
                    </a:cubicBezTo>
                    <a:cubicBezTo>
                      <a:pt x="29830" y="8797"/>
                      <a:pt x="29542" y="8790"/>
                      <a:pt x="29274" y="8782"/>
                    </a:cubicBezTo>
                    <a:cubicBezTo>
                      <a:pt x="29201" y="8774"/>
                      <a:pt x="29127" y="8766"/>
                      <a:pt x="29054" y="8755"/>
                    </a:cubicBezTo>
                    <a:cubicBezTo>
                      <a:pt x="29046" y="8709"/>
                      <a:pt x="29038" y="8664"/>
                      <a:pt x="29030" y="8618"/>
                    </a:cubicBezTo>
                    <a:cubicBezTo>
                      <a:pt x="29016" y="8559"/>
                      <a:pt x="29003" y="8501"/>
                      <a:pt x="28989" y="8442"/>
                    </a:cubicBezTo>
                    <a:cubicBezTo>
                      <a:pt x="28984" y="8412"/>
                      <a:pt x="28979" y="8382"/>
                      <a:pt x="28974" y="8352"/>
                    </a:cubicBezTo>
                    <a:cubicBezTo>
                      <a:pt x="28952" y="8266"/>
                      <a:pt x="28952" y="8266"/>
                      <a:pt x="28845" y="8130"/>
                    </a:cubicBezTo>
                    <a:cubicBezTo>
                      <a:pt x="28639" y="8130"/>
                      <a:pt x="28433" y="8130"/>
                      <a:pt x="28220" y="8130"/>
                    </a:cubicBezTo>
                    <a:cubicBezTo>
                      <a:pt x="28220" y="9573"/>
                      <a:pt x="28220" y="11017"/>
                      <a:pt x="28220" y="12505"/>
                    </a:cubicBezTo>
                    <a:cubicBezTo>
                      <a:pt x="27595" y="12505"/>
                      <a:pt x="27595" y="12505"/>
                      <a:pt x="27402" y="12392"/>
                    </a:cubicBezTo>
                    <a:cubicBezTo>
                      <a:pt x="26757" y="11705"/>
                      <a:pt x="26868" y="10705"/>
                      <a:pt x="26855" y="9828"/>
                    </a:cubicBezTo>
                    <a:cubicBezTo>
                      <a:pt x="26850" y="9471"/>
                      <a:pt x="26842" y="9114"/>
                      <a:pt x="26830" y="8758"/>
                    </a:cubicBezTo>
                    <a:cubicBezTo>
                      <a:pt x="26826" y="8635"/>
                      <a:pt x="26826" y="8512"/>
                      <a:pt x="26825" y="8389"/>
                    </a:cubicBezTo>
                    <a:cubicBezTo>
                      <a:pt x="26817" y="7969"/>
                      <a:pt x="26754" y="7624"/>
                      <a:pt x="26571" y="7242"/>
                    </a:cubicBezTo>
                    <a:cubicBezTo>
                      <a:pt x="26554" y="7206"/>
                      <a:pt x="26537" y="7171"/>
                      <a:pt x="26520" y="7134"/>
                    </a:cubicBezTo>
                    <a:cubicBezTo>
                      <a:pt x="26396" y="6900"/>
                      <a:pt x="26396" y="6900"/>
                      <a:pt x="26262" y="6845"/>
                    </a:cubicBezTo>
                    <a:cubicBezTo>
                      <a:pt x="26073" y="6812"/>
                      <a:pt x="25906" y="6835"/>
                      <a:pt x="25720" y="6880"/>
                    </a:cubicBezTo>
                    <a:cubicBezTo>
                      <a:pt x="25723" y="6903"/>
                      <a:pt x="25723" y="6903"/>
                      <a:pt x="25734" y="7019"/>
                    </a:cubicBezTo>
                    <a:cubicBezTo>
                      <a:pt x="25860" y="8483"/>
                      <a:pt x="25860" y="8483"/>
                      <a:pt x="25475" y="8972"/>
                    </a:cubicBezTo>
                    <a:cubicBezTo>
                      <a:pt x="25260" y="9191"/>
                      <a:pt x="25061" y="9365"/>
                      <a:pt x="24745" y="9391"/>
                    </a:cubicBezTo>
                    <a:cubicBezTo>
                      <a:pt x="24416" y="9370"/>
                      <a:pt x="24169" y="9279"/>
                      <a:pt x="23845" y="9171"/>
                    </a:cubicBezTo>
                    <a:cubicBezTo>
                      <a:pt x="23845" y="8828"/>
                      <a:pt x="23845" y="8484"/>
                      <a:pt x="23845" y="8130"/>
                    </a:cubicBezTo>
                    <a:cubicBezTo>
                      <a:pt x="23639" y="8130"/>
                      <a:pt x="23433" y="8130"/>
                      <a:pt x="23220" y="8130"/>
                    </a:cubicBezTo>
                    <a:cubicBezTo>
                      <a:pt x="23220" y="8955"/>
                      <a:pt x="23220" y="9780"/>
                      <a:pt x="23220" y="10630"/>
                    </a:cubicBezTo>
                    <a:cubicBezTo>
                      <a:pt x="23014" y="10630"/>
                      <a:pt x="22808" y="10630"/>
                      <a:pt x="22595" y="10630"/>
                    </a:cubicBezTo>
                    <a:cubicBezTo>
                      <a:pt x="22595" y="10011"/>
                      <a:pt x="22595" y="9392"/>
                      <a:pt x="22595" y="8755"/>
                    </a:cubicBezTo>
                    <a:cubicBezTo>
                      <a:pt x="21970" y="8755"/>
                      <a:pt x="21970" y="8755"/>
                      <a:pt x="21823" y="8873"/>
                    </a:cubicBezTo>
                    <a:cubicBezTo>
                      <a:pt x="21774" y="8958"/>
                      <a:pt x="21774" y="8958"/>
                      <a:pt x="21731" y="9057"/>
                    </a:cubicBezTo>
                    <a:cubicBezTo>
                      <a:pt x="21723" y="9075"/>
                      <a:pt x="21723" y="9075"/>
                      <a:pt x="21681" y="9165"/>
                    </a:cubicBezTo>
                    <a:cubicBezTo>
                      <a:pt x="21422" y="9822"/>
                      <a:pt x="21455" y="10591"/>
                      <a:pt x="21429" y="11287"/>
                    </a:cubicBezTo>
                    <a:cubicBezTo>
                      <a:pt x="21420" y="11495"/>
                      <a:pt x="21410" y="11703"/>
                      <a:pt x="21399" y="11911"/>
                    </a:cubicBezTo>
                    <a:cubicBezTo>
                      <a:pt x="21379" y="12317"/>
                      <a:pt x="21362" y="12723"/>
                      <a:pt x="21345" y="13130"/>
                    </a:cubicBezTo>
                    <a:cubicBezTo>
                      <a:pt x="21139" y="13130"/>
                      <a:pt x="20933" y="13130"/>
                      <a:pt x="20720" y="13130"/>
                    </a:cubicBezTo>
                    <a:cubicBezTo>
                      <a:pt x="20720" y="11480"/>
                      <a:pt x="20720" y="9830"/>
                      <a:pt x="20720" y="8130"/>
                    </a:cubicBezTo>
                    <a:cubicBezTo>
                      <a:pt x="20514" y="8130"/>
                      <a:pt x="20308" y="8130"/>
                      <a:pt x="20095" y="8130"/>
                    </a:cubicBezTo>
                    <a:cubicBezTo>
                      <a:pt x="19980" y="8272"/>
                      <a:pt x="19940" y="8341"/>
                      <a:pt x="19887" y="8507"/>
                    </a:cubicBezTo>
                    <a:cubicBezTo>
                      <a:pt x="19806" y="8743"/>
                      <a:pt x="19728" y="8930"/>
                      <a:pt x="19532" y="9089"/>
                    </a:cubicBezTo>
                    <a:cubicBezTo>
                      <a:pt x="19202" y="9358"/>
                      <a:pt x="19025" y="9567"/>
                      <a:pt x="18962" y="9999"/>
                    </a:cubicBezTo>
                    <a:cubicBezTo>
                      <a:pt x="18939" y="10230"/>
                      <a:pt x="18924" y="10461"/>
                      <a:pt x="18914" y="10693"/>
                    </a:cubicBezTo>
                    <a:cubicBezTo>
                      <a:pt x="18908" y="10828"/>
                      <a:pt x="18898" y="10961"/>
                      <a:pt x="18889" y="11095"/>
                    </a:cubicBezTo>
                    <a:cubicBezTo>
                      <a:pt x="18871" y="11357"/>
                      <a:pt x="18857" y="11618"/>
                      <a:pt x="18845" y="11880"/>
                    </a:cubicBezTo>
                    <a:cubicBezTo>
                      <a:pt x="18629" y="11935"/>
                      <a:pt x="18434" y="11957"/>
                      <a:pt x="18220" y="11880"/>
                    </a:cubicBezTo>
                    <a:cubicBezTo>
                      <a:pt x="17881" y="11626"/>
                      <a:pt x="17605" y="11203"/>
                      <a:pt x="17541" y="10786"/>
                    </a:cubicBezTo>
                    <a:cubicBezTo>
                      <a:pt x="17516" y="10496"/>
                      <a:pt x="17525" y="10207"/>
                      <a:pt x="17534" y="9917"/>
                    </a:cubicBezTo>
                    <a:cubicBezTo>
                      <a:pt x="17536" y="9810"/>
                      <a:pt x="17536" y="9704"/>
                      <a:pt x="17537" y="9598"/>
                    </a:cubicBezTo>
                    <a:cubicBezTo>
                      <a:pt x="17539" y="9349"/>
                      <a:pt x="17544" y="9101"/>
                      <a:pt x="17550" y="8852"/>
                    </a:cubicBezTo>
                    <a:cubicBezTo>
                      <a:pt x="17558" y="8569"/>
                      <a:pt x="17561" y="8285"/>
                      <a:pt x="17564" y="8001"/>
                    </a:cubicBezTo>
                    <a:cubicBezTo>
                      <a:pt x="17570" y="7419"/>
                      <a:pt x="17581" y="6837"/>
                      <a:pt x="17595" y="6255"/>
                    </a:cubicBezTo>
                    <a:cubicBezTo>
                      <a:pt x="17381" y="6231"/>
                      <a:pt x="17184" y="6219"/>
                      <a:pt x="16970" y="6255"/>
                    </a:cubicBezTo>
                    <a:cubicBezTo>
                      <a:pt x="16849" y="6371"/>
                      <a:pt x="16828" y="6504"/>
                      <a:pt x="16795" y="6665"/>
                    </a:cubicBezTo>
                    <a:cubicBezTo>
                      <a:pt x="16783" y="6706"/>
                      <a:pt x="16772" y="6748"/>
                      <a:pt x="16760" y="6791"/>
                    </a:cubicBezTo>
                    <a:cubicBezTo>
                      <a:pt x="16723" y="6924"/>
                      <a:pt x="16690" y="7058"/>
                      <a:pt x="16658" y="7192"/>
                    </a:cubicBezTo>
                    <a:cubicBezTo>
                      <a:pt x="16616" y="7369"/>
                      <a:pt x="16570" y="7544"/>
                      <a:pt x="16521" y="7719"/>
                    </a:cubicBezTo>
                    <a:cubicBezTo>
                      <a:pt x="16517" y="7740"/>
                      <a:pt x="16517" y="7740"/>
                      <a:pt x="16495" y="7844"/>
                    </a:cubicBezTo>
                    <a:cubicBezTo>
                      <a:pt x="16464" y="7957"/>
                      <a:pt x="16464" y="7957"/>
                      <a:pt x="16345" y="8130"/>
                    </a:cubicBezTo>
                    <a:cubicBezTo>
                      <a:pt x="16139" y="8130"/>
                      <a:pt x="15933" y="8130"/>
                      <a:pt x="15720" y="8130"/>
                    </a:cubicBezTo>
                    <a:cubicBezTo>
                      <a:pt x="15686" y="7855"/>
                      <a:pt x="15686" y="7855"/>
                      <a:pt x="15512" y="6463"/>
                    </a:cubicBezTo>
                    <a:cubicBezTo>
                      <a:pt x="14359" y="6645"/>
                      <a:pt x="14359" y="6645"/>
                      <a:pt x="14124" y="6933"/>
                    </a:cubicBezTo>
                    <a:cubicBezTo>
                      <a:pt x="13935" y="7287"/>
                      <a:pt x="13902" y="7739"/>
                      <a:pt x="13845" y="8130"/>
                    </a:cubicBezTo>
                    <a:cubicBezTo>
                      <a:pt x="13639" y="8130"/>
                      <a:pt x="13433" y="8130"/>
                      <a:pt x="13220" y="8130"/>
                    </a:cubicBezTo>
                    <a:cubicBezTo>
                      <a:pt x="13152" y="7786"/>
                      <a:pt x="13083" y="7442"/>
                      <a:pt x="13012" y="7088"/>
                    </a:cubicBezTo>
                    <a:cubicBezTo>
                      <a:pt x="12737" y="7088"/>
                      <a:pt x="12462" y="7088"/>
                      <a:pt x="12179" y="7088"/>
                    </a:cubicBezTo>
                    <a:cubicBezTo>
                      <a:pt x="12171" y="7156"/>
                      <a:pt x="12163" y="7224"/>
                      <a:pt x="12155" y="7294"/>
                    </a:cubicBezTo>
                    <a:cubicBezTo>
                      <a:pt x="12078" y="7847"/>
                      <a:pt x="11972" y="8303"/>
                      <a:pt x="11519" y="8664"/>
                    </a:cubicBezTo>
                    <a:cubicBezTo>
                      <a:pt x="11366" y="8760"/>
                      <a:pt x="11254" y="8778"/>
                      <a:pt x="11078" y="8743"/>
                    </a:cubicBezTo>
                    <a:cubicBezTo>
                      <a:pt x="10934" y="8696"/>
                      <a:pt x="10839" y="8644"/>
                      <a:pt x="10720" y="8546"/>
                    </a:cubicBezTo>
                    <a:cubicBezTo>
                      <a:pt x="10662" y="8384"/>
                      <a:pt x="10685" y="8305"/>
                      <a:pt x="10720" y="8130"/>
                    </a:cubicBezTo>
                    <a:cubicBezTo>
                      <a:pt x="10514" y="8130"/>
                      <a:pt x="10308" y="8130"/>
                      <a:pt x="10095" y="8130"/>
                    </a:cubicBezTo>
                    <a:cubicBezTo>
                      <a:pt x="10095" y="9573"/>
                      <a:pt x="10095" y="11017"/>
                      <a:pt x="10095" y="12505"/>
                    </a:cubicBezTo>
                    <a:cubicBezTo>
                      <a:pt x="9889" y="12505"/>
                      <a:pt x="9683" y="12505"/>
                      <a:pt x="9470" y="12505"/>
                    </a:cubicBezTo>
                    <a:cubicBezTo>
                      <a:pt x="9470" y="11061"/>
                      <a:pt x="9470" y="9617"/>
                      <a:pt x="9470" y="8130"/>
                    </a:cubicBezTo>
                    <a:cubicBezTo>
                      <a:pt x="9264" y="8130"/>
                      <a:pt x="9058" y="8130"/>
                      <a:pt x="8845" y="8130"/>
                    </a:cubicBezTo>
                    <a:cubicBezTo>
                      <a:pt x="8725" y="8276"/>
                      <a:pt x="8682" y="8349"/>
                      <a:pt x="8624" y="8520"/>
                    </a:cubicBezTo>
                    <a:cubicBezTo>
                      <a:pt x="8493" y="8870"/>
                      <a:pt x="8344" y="9181"/>
                      <a:pt x="8012" y="9380"/>
                    </a:cubicBezTo>
                    <a:cubicBezTo>
                      <a:pt x="7803" y="9429"/>
                      <a:pt x="7583" y="9416"/>
                      <a:pt x="7369" y="9417"/>
                    </a:cubicBezTo>
                    <a:cubicBezTo>
                      <a:pt x="6780" y="9429"/>
                      <a:pt x="6780" y="9429"/>
                      <a:pt x="6554" y="9588"/>
                    </a:cubicBezTo>
                    <a:cubicBezTo>
                      <a:pt x="6374" y="9843"/>
                      <a:pt x="6384" y="10202"/>
                      <a:pt x="6382" y="10501"/>
                    </a:cubicBezTo>
                    <a:cubicBezTo>
                      <a:pt x="6382" y="10566"/>
                      <a:pt x="6381" y="10630"/>
                      <a:pt x="6380" y="10694"/>
                    </a:cubicBezTo>
                    <a:cubicBezTo>
                      <a:pt x="6380" y="10725"/>
                      <a:pt x="6380" y="10757"/>
                      <a:pt x="6380" y="10789"/>
                    </a:cubicBezTo>
                    <a:cubicBezTo>
                      <a:pt x="6372" y="10955"/>
                      <a:pt x="6358" y="11029"/>
                      <a:pt x="6255" y="11166"/>
                    </a:cubicBezTo>
                    <a:cubicBezTo>
                      <a:pt x="6181" y="11233"/>
                      <a:pt x="6105" y="11298"/>
                      <a:pt x="6029" y="11362"/>
                    </a:cubicBezTo>
                    <a:cubicBezTo>
                      <a:pt x="5850" y="11543"/>
                      <a:pt x="5833" y="11766"/>
                      <a:pt x="5799" y="12010"/>
                    </a:cubicBezTo>
                    <a:cubicBezTo>
                      <a:pt x="5790" y="12057"/>
                      <a:pt x="5782" y="12105"/>
                      <a:pt x="5774" y="12155"/>
                    </a:cubicBezTo>
                    <a:cubicBezTo>
                      <a:pt x="5755" y="12271"/>
                      <a:pt x="5737" y="12388"/>
                      <a:pt x="5720" y="12505"/>
                    </a:cubicBezTo>
                    <a:cubicBezTo>
                      <a:pt x="5514" y="12505"/>
                      <a:pt x="5308" y="12505"/>
                      <a:pt x="5095" y="12505"/>
                    </a:cubicBezTo>
                    <a:cubicBezTo>
                      <a:pt x="5099" y="12449"/>
                      <a:pt x="5102" y="12393"/>
                      <a:pt x="5105" y="12336"/>
                    </a:cubicBezTo>
                    <a:cubicBezTo>
                      <a:pt x="5117" y="12129"/>
                      <a:pt x="5124" y="11922"/>
                      <a:pt x="5130" y="11715"/>
                    </a:cubicBezTo>
                    <a:cubicBezTo>
                      <a:pt x="5133" y="11625"/>
                      <a:pt x="5137" y="11536"/>
                      <a:pt x="5143" y="11446"/>
                    </a:cubicBezTo>
                    <a:cubicBezTo>
                      <a:pt x="5179" y="10837"/>
                      <a:pt x="5179" y="10837"/>
                      <a:pt x="5095" y="10630"/>
                    </a:cubicBezTo>
                    <a:cubicBezTo>
                      <a:pt x="4978" y="10570"/>
                      <a:pt x="4914" y="10549"/>
                      <a:pt x="4789" y="10532"/>
                    </a:cubicBezTo>
                    <a:cubicBezTo>
                      <a:pt x="4668" y="10514"/>
                      <a:pt x="4570" y="10496"/>
                      <a:pt x="4470" y="10421"/>
                    </a:cubicBezTo>
                    <a:cubicBezTo>
                      <a:pt x="4325" y="10103"/>
                      <a:pt x="4344" y="9710"/>
                      <a:pt x="4327" y="9367"/>
                    </a:cubicBezTo>
                    <a:cubicBezTo>
                      <a:pt x="4320" y="9267"/>
                      <a:pt x="4313" y="9168"/>
                      <a:pt x="4306" y="9068"/>
                    </a:cubicBezTo>
                    <a:cubicBezTo>
                      <a:pt x="4288" y="8825"/>
                      <a:pt x="4274" y="8582"/>
                      <a:pt x="4262" y="8338"/>
                    </a:cubicBezTo>
                    <a:cubicBezTo>
                      <a:pt x="3183" y="8198"/>
                      <a:pt x="3183" y="8198"/>
                      <a:pt x="2804" y="8338"/>
                    </a:cubicBezTo>
                    <a:cubicBezTo>
                      <a:pt x="2548" y="8566"/>
                      <a:pt x="2495" y="8926"/>
                      <a:pt x="2421" y="9248"/>
                    </a:cubicBezTo>
                    <a:cubicBezTo>
                      <a:pt x="2372" y="9437"/>
                      <a:pt x="2295" y="9593"/>
                      <a:pt x="2192" y="9757"/>
                    </a:cubicBezTo>
                    <a:cubicBezTo>
                      <a:pt x="2179" y="9783"/>
                      <a:pt x="2166" y="9809"/>
                      <a:pt x="2152" y="9835"/>
                    </a:cubicBezTo>
                    <a:cubicBezTo>
                      <a:pt x="2064" y="9974"/>
                      <a:pt x="1985" y="10001"/>
                      <a:pt x="1826" y="10041"/>
                    </a:cubicBezTo>
                    <a:cubicBezTo>
                      <a:pt x="1649" y="10065"/>
                      <a:pt x="1517" y="10059"/>
                      <a:pt x="1345" y="10005"/>
                    </a:cubicBezTo>
                    <a:cubicBezTo>
                      <a:pt x="1206" y="9819"/>
                      <a:pt x="1163" y="9616"/>
                      <a:pt x="1111" y="9392"/>
                    </a:cubicBezTo>
                    <a:cubicBezTo>
                      <a:pt x="1088" y="9305"/>
                      <a:pt x="1065" y="9218"/>
                      <a:pt x="1041" y="9131"/>
                    </a:cubicBezTo>
                    <a:cubicBezTo>
                      <a:pt x="1026" y="9078"/>
                      <a:pt x="1013" y="9023"/>
                      <a:pt x="1000" y="8969"/>
                    </a:cubicBezTo>
                    <a:cubicBezTo>
                      <a:pt x="963" y="8823"/>
                      <a:pt x="932" y="8758"/>
                      <a:pt x="819" y="8656"/>
                    </a:cubicBezTo>
                    <a:cubicBezTo>
                      <a:pt x="713" y="8537"/>
                      <a:pt x="706" y="8522"/>
                      <a:pt x="707" y="8373"/>
                    </a:cubicBezTo>
                    <a:cubicBezTo>
                      <a:pt x="711" y="8305"/>
                      <a:pt x="716" y="8237"/>
                      <a:pt x="722" y="8169"/>
                    </a:cubicBezTo>
                    <a:cubicBezTo>
                      <a:pt x="726" y="8094"/>
                      <a:pt x="729" y="8020"/>
                      <a:pt x="733" y="7946"/>
                    </a:cubicBezTo>
                    <a:cubicBezTo>
                      <a:pt x="739" y="7829"/>
                      <a:pt x="746" y="7712"/>
                      <a:pt x="756" y="7596"/>
                    </a:cubicBezTo>
                    <a:cubicBezTo>
                      <a:pt x="765" y="7483"/>
                      <a:pt x="770" y="7370"/>
                      <a:pt x="774" y="7257"/>
                    </a:cubicBezTo>
                    <a:cubicBezTo>
                      <a:pt x="778" y="7222"/>
                      <a:pt x="782" y="7188"/>
                      <a:pt x="786" y="7152"/>
                    </a:cubicBezTo>
                    <a:cubicBezTo>
                      <a:pt x="789" y="7034"/>
                      <a:pt x="784" y="6981"/>
                      <a:pt x="720" y="6880"/>
                    </a:cubicBezTo>
                    <a:cubicBezTo>
                      <a:pt x="646" y="6858"/>
                      <a:pt x="572" y="6837"/>
                      <a:pt x="496" y="6822"/>
                    </a:cubicBezTo>
                    <a:cubicBezTo>
                      <a:pt x="353" y="6791"/>
                      <a:pt x="218" y="6754"/>
                      <a:pt x="95" y="6671"/>
                    </a:cubicBezTo>
                    <a:cubicBezTo>
                      <a:pt x="0" y="6472"/>
                      <a:pt x="14" y="6274"/>
                      <a:pt x="21" y="6058"/>
                    </a:cubicBezTo>
                    <a:cubicBezTo>
                      <a:pt x="21" y="5995"/>
                      <a:pt x="21" y="5931"/>
                      <a:pt x="20" y="5868"/>
                    </a:cubicBezTo>
                    <a:cubicBezTo>
                      <a:pt x="19" y="5696"/>
                      <a:pt x="22" y="5525"/>
                      <a:pt x="25" y="5353"/>
                    </a:cubicBezTo>
                    <a:cubicBezTo>
                      <a:pt x="28" y="5173"/>
                      <a:pt x="28" y="4993"/>
                      <a:pt x="28" y="4814"/>
                    </a:cubicBezTo>
                    <a:cubicBezTo>
                      <a:pt x="29" y="4511"/>
                      <a:pt x="32" y="4210"/>
                      <a:pt x="37" y="3908"/>
                    </a:cubicBezTo>
                    <a:cubicBezTo>
                      <a:pt x="43" y="3520"/>
                      <a:pt x="45" y="3133"/>
                      <a:pt x="46" y="2745"/>
                    </a:cubicBezTo>
                    <a:cubicBezTo>
                      <a:pt x="47" y="2412"/>
                      <a:pt x="49" y="2079"/>
                      <a:pt x="52" y="1746"/>
                    </a:cubicBezTo>
                    <a:cubicBezTo>
                      <a:pt x="53" y="1639"/>
                      <a:pt x="54" y="1532"/>
                      <a:pt x="54" y="1425"/>
                    </a:cubicBezTo>
                    <a:cubicBezTo>
                      <a:pt x="55" y="1256"/>
                      <a:pt x="58" y="1088"/>
                      <a:pt x="60" y="920"/>
                    </a:cubicBezTo>
                    <a:cubicBezTo>
                      <a:pt x="61" y="858"/>
                      <a:pt x="62" y="796"/>
                      <a:pt x="62" y="735"/>
                    </a:cubicBezTo>
                    <a:cubicBezTo>
                      <a:pt x="62" y="650"/>
                      <a:pt x="64" y="566"/>
                      <a:pt x="66" y="482"/>
                    </a:cubicBezTo>
                    <a:cubicBezTo>
                      <a:pt x="67" y="435"/>
                      <a:pt x="67" y="388"/>
                      <a:pt x="68" y="339"/>
                    </a:cubicBezTo>
                    <a:cubicBezTo>
                      <a:pt x="95" y="213"/>
                      <a:pt x="95" y="213"/>
                      <a:pt x="304" y="5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193" name="ICON_A_EEG_WAVE_GRAPHIC_path_004"/>
              <p:cNvSpPr/>
              <p:nvPr/>
            </p:nvSpPr>
            <p:spPr>
              <a:xfrm>
                <a:off x="1530358" y="1031875"/>
                <a:ext cx="312690" cy="183475"/>
              </a:xfrm>
              <a:custGeom>
                <a:avLst/>
                <a:gdLst/>
                <a:ahLst/>
                <a:cxnLst/>
                <a:rect l="0" t="0" r="r" b="b"/>
                <a:pathLst>
                  <a:path w="24621" h="14447" fill="norm" stroke="0">
                    <a:moveTo>
                      <a:pt x="20124" y="0"/>
                    </a:moveTo>
                    <a:cubicBezTo>
                      <a:pt x="20749" y="0"/>
                      <a:pt x="20749" y="0"/>
                      <a:pt x="20945" y="123"/>
                    </a:cubicBezTo>
                    <a:cubicBezTo>
                      <a:pt x="21533" y="778"/>
                      <a:pt x="21457" y="1565"/>
                      <a:pt x="21438" y="2390"/>
                    </a:cubicBezTo>
                    <a:cubicBezTo>
                      <a:pt x="21434" y="2592"/>
                      <a:pt x="21434" y="2795"/>
                      <a:pt x="21433" y="2997"/>
                    </a:cubicBezTo>
                    <a:cubicBezTo>
                      <a:pt x="21431" y="3378"/>
                      <a:pt x="21426" y="3760"/>
                      <a:pt x="21419" y="4141"/>
                    </a:cubicBezTo>
                    <a:cubicBezTo>
                      <a:pt x="21412" y="4576"/>
                      <a:pt x="21409" y="5011"/>
                      <a:pt x="21406" y="5445"/>
                    </a:cubicBezTo>
                    <a:cubicBezTo>
                      <a:pt x="21399" y="6339"/>
                      <a:pt x="21388" y="7232"/>
                      <a:pt x="21374" y="8125"/>
                    </a:cubicBezTo>
                    <a:cubicBezTo>
                      <a:pt x="21581" y="8125"/>
                      <a:pt x="21787" y="8125"/>
                      <a:pt x="21999" y="8125"/>
                    </a:cubicBezTo>
                    <a:cubicBezTo>
                      <a:pt x="21997" y="8077"/>
                      <a:pt x="21995" y="8028"/>
                      <a:pt x="21993" y="7979"/>
                    </a:cubicBezTo>
                    <a:cubicBezTo>
                      <a:pt x="21985" y="7798"/>
                      <a:pt x="21980" y="7617"/>
                      <a:pt x="21976" y="7436"/>
                    </a:cubicBezTo>
                    <a:cubicBezTo>
                      <a:pt x="21974" y="7358"/>
                      <a:pt x="21972" y="7280"/>
                      <a:pt x="21968" y="7202"/>
                    </a:cubicBezTo>
                    <a:cubicBezTo>
                      <a:pt x="21963" y="7089"/>
                      <a:pt x="21960" y="6976"/>
                      <a:pt x="21959" y="6864"/>
                    </a:cubicBezTo>
                    <a:cubicBezTo>
                      <a:pt x="21958" y="6846"/>
                      <a:pt x="21958" y="6846"/>
                      <a:pt x="21952" y="6760"/>
                    </a:cubicBezTo>
                    <a:cubicBezTo>
                      <a:pt x="21952" y="6646"/>
                      <a:pt x="21960" y="6565"/>
                      <a:pt x="21999" y="6458"/>
                    </a:cubicBezTo>
                    <a:cubicBezTo>
                      <a:pt x="22092" y="6369"/>
                      <a:pt x="22092" y="6369"/>
                      <a:pt x="22205" y="6276"/>
                    </a:cubicBezTo>
                    <a:cubicBezTo>
                      <a:pt x="22468" y="6034"/>
                      <a:pt x="22478" y="5800"/>
                      <a:pt x="22495" y="5454"/>
                    </a:cubicBezTo>
                    <a:cubicBezTo>
                      <a:pt x="22497" y="5378"/>
                      <a:pt x="22500" y="5302"/>
                      <a:pt x="22502" y="5226"/>
                    </a:cubicBezTo>
                    <a:cubicBezTo>
                      <a:pt x="22506" y="5147"/>
                      <a:pt x="22510" y="5069"/>
                      <a:pt x="22515" y="4990"/>
                    </a:cubicBezTo>
                    <a:cubicBezTo>
                      <a:pt x="22525" y="4784"/>
                      <a:pt x="22534" y="4578"/>
                      <a:pt x="22541" y="4371"/>
                    </a:cubicBezTo>
                    <a:cubicBezTo>
                      <a:pt x="22550" y="4160"/>
                      <a:pt x="22560" y="3949"/>
                      <a:pt x="22571" y="3739"/>
                    </a:cubicBezTo>
                    <a:cubicBezTo>
                      <a:pt x="22591" y="3326"/>
                      <a:pt x="22608" y="2913"/>
                      <a:pt x="22624" y="2500"/>
                    </a:cubicBezTo>
                    <a:cubicBezTo>
                      <a:pt x="22831" y="2500"/>
                      <a:pt x="23037" y="2500"/>
                      <a:pt x="23249" y="2500"/>
                    </a:cubicBezTo>
                    <a:cubicBezTo>
                      <a:pt x="23251" y="2543"/>
                      <a:pt x="23251" y="2543"/>
                      <a:pt x="23262" y="2761"/>
                    </a:cubicBezTo>
                    <a:cubicBezTo>
                      <a:pt x="23276" y="3047"/>
                      <a:pt x="23292" y="3333"/>
                      <a:pt x="23309" y="3619"/>
                    </a:cubicBezTo>
                    <a:cubicBezTo>
                      <a:pt x="23320" y="3793"/>
                      <a:pt x="23329" y="3966"/>
                      <a:pt x="23337" y="4139"/>
                    </a:cubicBezTo>
                    <a:cubicBezTo>
                      <a:pt x="23345" y="4307"/>
                      <a:pt x="23355" y="4474"/>
                      <a:pt x="23366" y="4642"/>
                    </a:cubicBezTo>
                    <a:cubicBezTo>
                      <a:pt x="23369" y="4705"/>
                      <a:pt x="23373" y="4769"/>
                      <a:pt x="23375" y="4832"/>
                    </a:cubicBezTo>
                    <a:cubicBezTo>
                      <a:pt x="23395" y="5339"/>
                      <a:pt x="23395" y="5339"/>
                      <a:pt x="23555" y="5537"/>
                    </a:cubicBezTo>
                    <a:cubicBezTo>
                      <a:pt x="23630" y="5606"/>
                      <a:pt x="23706" y="5674"/>
                      <a:pt x="23783" y="5740"/>
                    </a:cubicBezTo>
                    <a:cubicBezTo>
                      <a:pt x="23885" y="5844"/>
                      <a:pt x="23905" y="5888"/>
                      <a:pt x="23912" y="6030"/>
                    </a:cubicBezTo>
                    <a:cubicBezTo>
                      <a:pt x="23908" y="6097"/>
                      <a:pt x="23901" y="6165"/>
                      <a:pt x="23893" y="6231"/>
                    </a:cubicBezTo>
                    <a:cubicBezTo>
                      <a:pt x="23889" y="6305"/>
                      <a:pt x="23885" y="6379"/>
                      <a:pt x="23880" y="6452"/>
                    </a:cubicBezTo>
                    <a:cubicBezTo>
                      <a:pt x="23871" y="6567"/>
                      <a:pt x="23861" y="6681"/>
                      <a:pt x="23850" y="6795"/>
                    </a:cubicBezTo>
                    <a:cubicBezTo>
                      <a:pt x="23840" y="6907"/>
                      <a:pt x="23834" y="7018"/>
                      <a:pt x="23828" y="7130"/>
                    </a:cubicBezTo>
                    <a:cubicBezTo>
                      <a:pt x="23824" y="7164"/>
                      <a:pt x="23819" y="7198"/>
                      <a:pt x="23814" y="7233"/>
                    </a:cubicBezTo>
                    <a:cubicBezTo>
                      <a:pt x="23809" y="7348"/>
                      <a:pt x="23807" y="7405"/>
                      <a:pt x="23874" y="7500"/>
                    </a:cubicBezTo>
                    <a:cubicBezTo>
                      <a:pt x="23949" y="7513"/>
                      <a:pt x="24023" y="7525"/>
                      <a:pt x="24098" y="7533"/>
                    </a:cubicBezTo>
                    <a:cubicBezTo>
                      <a:pt x="24259" y="7557"/>
                      <a:pt x="24386" y="7586"/>
                      <a:pt x="24499" y="7708"/>
                    </a:cubicBezTo>
                    <a:cubicBezTo>
                      <a:pt x="24621" y="8081"/>
                      <a:pt x="24574" y="8520"/>
                      <a:pt x="24563" y="8907"/>
                    </a:cubicBezTo>
                    <a:cubicBezTo>
                      <a:pt x="24559" y="9070"/>
                      <a:pt x="24559" y="9233"/>
                      <a:pt x="24558" y="9396"/>
                    </a:cubicBezTo>
                    <a:cubicBezTo>
                      <a:pt x="24556" y="9705"/>
                      <a:pt x="24551" y="10013"/>
                      <a:pt x="24544" y="10321"/>
                    </a:cubicBezTo>
                    <a:cubicBezTo>
                      <a:pt x="24538" y="10672"/>
                      <a:pt x="24534" y="11024"/>
                      <a:pt x="24531" y="11375"/>
                    </a:cubicBezTo>
                    <a:cubicBezTo>
                      <a:pt x="24524" y="12097"/>
                      <a:pt x="24513" y="12819"/>
                      <a:pt x="24499" y="13542"/>
                    </a:cubicBezTo>
                    <a:cubicBezTo>
                      <a:pt x="24330" y="13583"/>
                      <a:pt x="24161" y="13621"/>
                      <a:pt x="23991" y="13659"/>
                    </a:cubicBezTo>
                    <a:cubicBezTo>
                      <a:pt x="23967" y="13665"/>
                      <a:pt x="23967" y="13665"/>
                      <a:pt x="23846" y="13694"/>
                    </a:cubicBezTo>
                    <a:cubicBezTo>
                      <a:pt x="23495" y="13771"/>
                      <a:pt x="23495" y="13771"/>
                      <a:pt x="23322" y="13673"/>
                    </a:cubicBezTo>
                    <a:cubicBezTo>
                      <a:pt x="23229" y="13504"/>
                      <a:pt x="23221" y="13383"/>
                      <a:pt x="23226" y="13193"/>
                    </a:cubicBezTo>
                    <a:cubicBezTo>
                      <a:pt x="23226" y="13158"/>
                      <a:pt x="23226" y="13124"/>
                      <a:pt x="23226" y="13088"/>
                    </a:cubicBezTo>
                    <a:cubicBezTo>
                      <a:pt x="23226" y="12974"/>
                      <a:pt x="23227" y="12860"/>
                      <a:pt x="23229" y="12747"/>
                    </a:cubicBezTo>
                    <a:cubicBezTo>
                      <a:pt x="23229" y="12668"/>
                      <a:pt x="23230" y="12588"/>
                      <a:pt x="23230" y="12509"/>
                    </a:cubicBezTo>
                    <a:cubicBezTo>
                      <a:pt x="23231" y="12301"/>
                      <a:pt x="23233" y="12094"/>
                      <a:pt x="23235" y="11886"/>
                    </a:cubicBezTo>
                    <a:cubicBezTo>
                      <a:pt x="23237" y="11673"/>
                      <a:pt x="23238" y="11461"/>
                      <a:pt x="23239" y="11249"/>
                    </a:cubicBezTo>
                    <a:cubicBezTo>
                      <a:pt x="23241" y="10832"/>
                      <a:pt x="23245" y="10416"/>
                      <a:pt x="23249" y="10000"/>
                    </a:cubicBezTo>
                    <a:cubicBezTo>
                      <a:pt x="23043" y="10000"/>
                      <a:pt x="22837" y="10000"/>
                      <a:pt x="22624" y="10000"/>
                    </a:cubicBezTo>
                    <a:cubicBezTo>
                      <a:pt x="22624" y="10963"/>
                      <a:pt x="22624" y="11925"/>
                      <a:pt x="22624" y="12917"/>
                    </a:cubicBezTo>
                    <a:cubicBezTo>
                      <a:pt x="22281" y="12985"/>
                      <a:pt x="21937" y="13054"/>
                      <a:pt x="21583" y="13125"/>
                    </a:cubicBezTo>
                    <a:cubicBezTo>
                      <a:pt x="21349" y="12891"/>
                      <a:pt x="21349" y="12891"/>
                      <a:pt x="21348" y="12718"/>
                    </a:cubicBezTo>
                    <a:cubicBezTo>
                      <a:pt x="21347" y="12680"/>
                      <a:pt x="21346" y="12641"/>
                      <a:pt x="21346" y="12602"/>
                    </a:cubicBezTo>
                    <a:cubicBezTo>
                      <a:pt x="21345" y="12561"/>
                      <a:pt x="21345" y="12520"/>
                      <a:pt x="21345" y="12477"/>
                    </a:cubicBezTo>
                    <a:cubicBezTo>
                      <a:pt x="21342" y="12388"/>
                      <a:pt x="21339" y="12299"/>
                      <a:pt x="21335" y="12211"/>
                    </a:cubicBezTo>
                    <a:cubicBezTo>
                      <a:pt x="21334" y="12188"/>
                      <a:pt x="21334" y="12188"/>
                      <a:pt x="21329" y="12070"/>
                    </a:cubicBezTo>
                    <a:cubicBezTo>
                      <a:pt x="21271" y="10857"/>
                      <a:pt x="21271" y="10857"/>
                      <a:pt x="20921" y="10523"/>
                    </a:cubicBezTo>
                    <a:cubicBezTo>
                      <a:pt x="20805" y="10418"/>
                      <a:pt x="20683" y="10325"/>
                      <a:pt x="20559" y="10231"/>
                    </a:cubicBezTo>
                    <a:cubicBezTo>
                      <a:pt x="20322" y="10049"/>
                      <a:pt x="20131" y="9894"/>
                      <a:pt x="20076" y="9588"/>
                    </a:cubicBezTo>
                    <a:cubicBezTo>
                      <a:pt x="20021" y="9103"/>
                      <a:pt x="20066" y="8608"/>
                      <a:pt x="20124" y="8125"/>
                    </a:cubicBezTo>
                    <a:cubicBezTo>
                      <a:pt x="19911" y="8102"/>
                      <a:pt x="19712" y="8091"/>
                      <a:pt x="19499" y="8125"/>
                    </a:cubicBezTo>
                    <a:cubicBezTo>
                      <a:pt x="19372" y="8233"/>
                      <a:pt x="19331" y="8360"/>
                      <a:pt x="19278" y="8516"/>
                    </a:cubicBezTo>
                    <a:cubicBezTo>
                      <a:pt x="19245" y="8592"/>
                      <a:pt x="19211" y="8668"/>
                      <a:pt x="19177" y="8744"/>
                    </a:cubicBezTo>
                    <a:cubicBezTo>
                      <a:pt x="19161" y="8781"/>
                      <a:pt x="19145" y="8818"/>
                      <a:pt x="19129" y="8856"/>
                    </a:cubicBezTo>
                    <a:cubicBezTo>
                      <a:pt x="19046" y="9040"/>
                      <a:pt x="18963" y="9185"/>
                      <a:pt x="18813" y="9325"/>
                    </a:cubicBezTo>
                    <a:cubicBezTo>
                      <a:pt x="18442" y="9450"/>
                      <a:pt x="17989" y="9272"/>
                      <a:pt x="17624" y="9167"/>
                    </a:cubicBezTo>
                    <a:cubicBezTo>
                      <a:pt x="17624" y="9029"/>
                      <a:pt x="17624" y="8892"/>
                      <a:pt x="17624" y="8750"/>
                    </a:cubicBezTo>
                    <a:cubicBezTo>
                      <a:pt x="17418" y="8750"/>
                      <a:pt x="17212" y="8750"/>
                      <a:pt x="16999" y="8750"/>
                    </a:cubicBezTo>
                    <a:cubicBezTo>
                      <a:pt x="16999" y="9369"/>
                      <a:pt x="16999" y="9987"/>
                      <a:pt x="16999" y="10625"/>
                    </a:cubicBezTo>
                    <a:cubicBezTo>
                      <a:pt x="16793" y="10625"/>
                      <a:pt x="16587" y="10625"/>
                      <a:pt x="16374" y="10625"/>
                    </a:cubicBezTo>
                    <a:cubicBezTo>
                      <a:pt x="16212" y="10326"/>
                      <a:pt x="16212" y="10326"/>
                      <a:pt x="16181" y="10191"/>
                    </a:cubicBezTo>
                    <a:cubicBezTo>
                      <a:pt x="16178" y="10176"/>
                      <a:pt x="16178" y="10176"/>
                      <a:pt x="16161" y="10102"/>
                    </a:cubicBezTo>
                    <a:cubicBezTo>
                      <a:pt x="16154" y="10073"/>
                      <a:pt x="16147" y="10043"/>
                      <a:pt x="16140" y="10013"/>
                    </a:cubicBezTo>
                    <a:cubicBezTo>
                      <a:pt x="16117" y="9926"/>
                      <a:pt x="16094" y="9839"/>
                      <a:pt x="16070" y="9752"/>
                    </a:cubicBezTo>
                    <a:cubicBezTo>
                      <a:pt x="16055" y="9698"/>
                      <a:pt x="16041" y="9644"/>
                      <a:pt x="16029" y="9589"/>
                    </a:cubicBezTo>
                    <a:cubicBezTo>
                      <a:pt x="15992" y="9444"/>
                      <a:pt x="15957" y="9375"/>
                      <a:pt x="15849" y="9268"/>
                    </a:cubicBezTo>
                    <a:cubicBezTo>
                      <a:pt x="15749" y="9167"/>
                      <a:pt x="15749" y="9167"/>
                      <a:pt x="15726" y="9047"/>
                    </a:cubicBezTo>
                    <a:cubicBezTo>
                      <a:pt x="15727" y="9005"/>
                      <a:pt x="15728" y="8962"/>
                      <a:pt x="15729" y="8919"/>
                    </a:cubicBezTo>
                    <a:cubicBezTo>
                      <a:pt x="15729" y="8895"/>
                      <a:pt x="15729" y="8895"/>
                      <a:pt x="15731" y="8778"/>
                    </a:cubicBezTo>
                    <a:cubicBezTo>
                      <a:pt x="15732" y="8754"/>
                      <a:pt x="15732" y="8754"/>
                      <a:pt x="15736" y="8633"/>
                    </a:cubicBezTo>
                    <a:cubicBezTo>
                      <a:pt x="15737" y="8584"/>
                      <a:pt x="15738" y="8535"/>
                      <a:pt x="15739" y="8485"/>
                    </a:cubicBezTo>
                    <a:cubicBezTo>
                      <a:pt x="15742" y="8365"/>
                      <a:pt x="15745" y="8245"/>
                      <a:pt x="15749" y="8125"/>
                    </a:cubicBezTo>
                    <a:cubicBezTo>
                      <a:pt x="15543" y="8125"/>
                      <a:pt x="15337" y="8125"/>
                      <a:pt x="15124" y="8125"/>
                    </a:cubicBezTo>
                    <a:cubicBezTo>
                      <a:pt x="15128" y="8158"/>
                      <a:pt x="15128" y="8158"/>
                      <a:pt x="15146" y="8324"/>
                    </a:cubicBezTo>
                    <a:cubicBezTo>
                      <a:pt x="15186" y="8837"/>
                      <a:pt x="15161" y="9222"/>
                      <a:pt x="14851" y="9648"/>
                    </a:cubicBezTo>
                    <a:cubicBezTo>
                      <a:pt x="14826" y="9684"/>
                      <a:pt x="14802" y="9720"/>
                      <a:pt x="14777" y="9756"/>
                    </a:cubicBezTo>
                    <a:cubicBezTo>
                      <a:pt x="14697" y="9854"/>
                      <a:pt x="14697" y="9854"/>
                      <a:pt x="14499" y="10000"/>
                    </a:cubicBezTo>
                    <a:cubicBezTo>
                      <a:pt x="14293" y="10000"/>
                      <a:pt x="14087" y="10000"/>
                      <a:pt x="13874" y="10000"/>
                    </a:cubicBezTo>
                    <a:cubicBezTo>
                      <a:pt x="13874" y="9588"/>
                      <a:pt x="13874" y="9175"/>
                      <a:pt x="13874" y="8750"/>
                    </a:cubicBezTo>
                    <a:cubicBezTo>
                      <a:pt x="13668" y="8750"/>
                      <a:pt x="13462" y="8750"/>
                      <a:pt x="13249" y="8750"/>
                    </a:cubicBezTo>
                    <a:cubicBezTo>
                      <a:pt x="13254" y="8820"/>
                      <a:pt x="13259" y="8891"/>
                      <a:pt x="13264" y="8963"/>
                    </a:cubicBezTo>
                    <a:cubicBezTo>
                      <a:pt x="13268" y="9057"/>
                      <a:pt x="13272" y="9151"/>
                      <a:pt x="13275" y="9245"/>
                    </a:cubicBezTo>
                    <a:cubicBezTo>
                      <a:pt x="13279" y="9291"/>
                      <a:pt x="13283" y="9337"/>
                      <a:pt x="13286" y="9385"/>
                    </a:cubicBezTo>
                    <a:cubicBezTo>
                      <a:pt x="13290" y="9531"/>
                      <a:pt x="13287" y="9650"/>
                      <a:pt x="13249" y="9792"/>
                    </a:cubicBezTo>
                    <a:cubicBezTo>
                      <a:pt x="13158" y="9882"/>
                      <a:pt x="13158" y="9882"/>
                      <a:pt x="13046" y="9969"/>
                    </a:cubicBezTo>
                    <a:cubicBezTo>
                      <a:pt x="12771" y="10210"/>
                      <a:pt x="12777" y="10476"/>
                      <a:pt x="12751" y="10826"/>
                    </a:cubicBezTo>
                    <a:cubicBezTo>
                      <a:pt x="12742" y="10967"/>
                      <a:pt x="12735" y="11109"/>
                      <a:pt x="12729" y="11250"/>
                    </a:cubicBezTo>
                    <a:cubicBezTo>
                      <a:pt x="12682" y="12247"/>
                      <a:pt x="12682" y="12247"/>
                      <a:pt x="12530" y="12430"/>
                    </a:cubicBezTo>
                    <a:cubicBezTo>
                      <a:pt x="12418" y="12531"/>
                      <a:pt x="12418" y="12531"/>
                      <a:pt x="12305" y="12618"/>
                    </a:cubicBezTo>
                    <a:cubicBezTo>
                      <a:pt x="12123" y="12787"/>
                      <a:pt x="12111" y="13018"/>
                      <a:pt x="12078" y="13255"/>
                    </a:cubicBezTo>
                    <a:cubicBezTo>
                      <a:pt x="12069" y="13303"/>
                      <a:pt x="12061" y="13351"/>
                      <a:pt x="12053" y="13400"/>
                    </a:cubicBezTo>
                    <a:cubicBezTo>
                      <a:pt x="12034" y="13516"/>
                      <a:pt x="12016" y="13633"/>
                      <a:pt x="11999" y="13750"/>
                    </a:cubicBezTo>
                    <a:cubicBezTo>
                      <a:pt x="11793" y="13750"/>
                      <a:pt x="11587" y="13750"/>
                      <a:pt x="11374" y="13750"/>
                    </a:cubicBezTo>
                    <a:cubicBezTo>
                      <a:pt x="11376" y="13722"/>
                      <a:pt x="11376" y="13722"/>
                      <a:pt x="11384" y="13581"/>
                    </a:cubicBezTo>
                    <a:cubicBezTo>
                      <a:pt x="11396" y="13374"/>
                      <a:pt x="11403" y="13168"/>
                      <a:pt x="11409" y="12960"/>
                    </a:cubicBezTo>
                    <a:cubicBezTo>
                      <a:pt x="11412" y="12871"/>
                      <a:pt x="11416" y="12781"/>
                      <a:pt x="11421" y="12692"/>
                    </a:cubicBezTo>
                    <a:cubicBezTo>
                      <a:pt x="11429" y="12563"/>
                      <a:pt x="11433" y="12435"/>
                      <a:pt x="11435" y="12305"/>
                    </a:cubicBezTo>
                    <a:cubicBezTo>
                      <a:pt x="11439" y="12266"/>
                      <a:pt x="11442" y="12226"/>
                      <a:pt x="11445" y="12184"/>
                    </a:cubicBezTo>
                    <a:cubicBezTo>
                      <a:pt x="11445" y="12056"/>
                      <a:pt x="11443" y="11985"/>
                      <a:pt x="11374" y="11875"/>
                    </a:cubicBezTo>
                    <a:cubicBezTo>
                      <a:pt x="11269" y="11839"/>
                      <a:pt x="11172" y="11813"/>
                      <a:pt x="11064" y="11789"/>
                    </a:cubicBezTo>
                    <a:cubicBezTo>
                      <a:pt x="10949" y="11761"/>
                      <a:pt x="10848" y="11733"/>
                      <a:pt x="10749" y="11667"/>
                    </a:cubicBezTo>
                    <a:cubicBezTo>
                      <a:pt x="10648" y="11432"/>
                      <a:pt x="10657" y="11199"/>
                      <a:pt x="10657" y="10946"/>
                    </a:cubicBezTo>
                    <a:cubicBezTo>
                      <a:pt x="10655" y="10874"/>
                      <a:pt x="10652" y="10801"/>
                      <a:pt x="10649" y="10729"/>
                    </a:cubicBezTo>
                    <a:cubicBezTo>
                      <a:pt x="10641" y="10538"/>
                      <a:pt x="10637" y="10347"/>
                      <a:pt x="10634" y="10156"/>
                    </a:cubicBezTo>
                    <a:cubicBezTo>
                      <a:pt x="10598" y="8019"/>
                      <a:pt x="10598" y="8019"/>
                      <a:pt x="10193" y="7554"/>
                    </a:cubicBezTo>
                    <a:cubicBezTo>
                      <a:pt x="10045" y="7438"/>
                      <a:pt x="9882" y="7437"/>
                      <a:pt x="9700" y="7457"/>
                    </a:cubicBezTo>
                    <a:cubicBezTo>
                      <a:pt x="9633" y="7469"/>
                      <a:pt x="9566" y="7484"/>
                      <a:pt x="9499" y="7500"/>
                    </a:cubicBezTo>
                    <a:cubicBezTo>
                      <a:pt x="9500" y="7524"/>
                      <a:pt x="9500" y="7524"/>
                      <a:pt x="9506" y="7646"/>
                    </a:cubicBezTo>
                    <a:cubicBezTo>
                      <a:pt x="9514" y="7827"/>
                      <a:pt x="9518" y="8008"/>
                      <a:pt x="9522" y="8189"/>
                    </a:cubicBezTo>
                    <a:cubicBezTo>
                      <a:pt x="9524" y="8267"/>
                      <a:pt x="9527" y="8345"/>
                      <a:pt x="9531" y="8423"/>
                    </a:cubicBezTo>
                    <a:cubicBezTo>
                      <a:pt x="9536" y="8536"/>
                      <a:pt x="9538" y="8649"/>
                      <a:pt x="9540" y="8761"/>
                    </a:cubicBezTo>
                    <a:cubicBezTo>
                      <a:pt x="9542" y="8796"/>
                      <a:pt x="9544" y="8830"/>
                      <a:pt x="9547" y="8865"/>
                    </a:cubicBezTo>
                    <a:cubicBezTo>
                      <a:pt x="9547" y="8979"/>
                      <a:pt x="9539" y="9060"/>
                      <a:pt x="9499" y="9167"/>
                    </a:cubicBezTo>
                    <a:cubicBezTo>
                      <a:pt x="9406" y="9258"/>
                      <a:pt x="9406" y="9258"/>
                      <a:pt x="9293" y="9353"/>
                    </a:cubicBezTo>
                    <a:cubicBezTo>
                      <a:pt x="9066" y="9562"/>
                      <a:pt x="9034" y="9725"/>
                      <a:pt x="9018" y="10028"/>
                    </a:cubicBezTo>
                    <a:cubicBezTo>
                      <a:pt x="9015" y="10096"/>
                      <a:pt x="9014" y="10164"/>
                      <a:pt x="9013" y="10232"/>
                    </a:cubicBezTo>
                    <a:cubicBezTo>
                      <a:pt x="9011" y="10341"/>
                      <a:pt x="9007" y="10449"/>
                      <a:pt x="9002" y="10558"/>
                    </a:cubicBezTo>
                    <a:cubicBezTo>
                      <a:pt x="8992" y="10789"/>
                      <a:pt x="8985" y="11019"/>
                      <a:pt x="8979" y="11250"/>
                    </a:cubicBezTo>
                    <a:cubicBezTo>
                      <a:pt x="8971" y="11518"/>
                      <a:pt x="8962" y="11785"/>
                      <a:pt x="8950" y="12053"/>
                    </a:cubicBezTo>
                    <a:cubicBezTo>
                      <a:pt x="8946" y="12159"/>
                      <a:pt x="8944" y="12265"/>
                      <a:pt x="8943" y="12372"/>
                    </a:cubicBezTo>
                    <a:cubicBezTo>
                      <a:pt x="8925" y="12897"/>
                      <a:pt x="8925" y="12897"/>
                      <a:pt x="8725" y="13104"/>
                    </a:cubicBezTo>
                    <a:cubicBezTo>
                      <a:pt x="8670" y="13153"/>
                      <a:pt x="8612" y="13198"/>
                      <a:pt x="8555" y="13243"/>
                    </a:cubicBezTo>
                    <a:cubicBezTo>
                      <a:pt x="8374" y="13412"/>
                      <a:pt x="8360" y="13644"/>
                      <a:pt x="8328" y="13880"/>
                    </a:cubicBezTo>
                    <a:cubicBezTo>
                      <a:pt x="8319" y="13928"/>
                      <a:pt x="8311" y="13976"/>
                      <a:pt x="8303" y="14025"/>
                    </a:cubicBezTo>
                    <a:cubicBezTo>
                      <a:pt x="8284" y="14141"/>
                      <a:pt x="8266" y="14258"/>
                      <a:pt x="8249" y="14375"/>
                    </a:cubicBezTo>
                    <a:cubicBezTo>
                      <a:pt x="7821" y="14447"/>
                      <a:pt x="7821" y="14447"/>
                      <a:pt x="7624" y="14375"/>
                    </a:cubicBezTo>
                    <a:cubicBezTo>
                      <a:pt x="7483" y="14191"/>
                      <a:pt x="7441" y="13986"/>
                      <a:pt x="7390" y="13763"/>
                    </a:cubicBezTo>
                    <a:cubicBezTo>
                      <a:pt x="7367" y="13676"/>
                      <a:pt x="7344" y="13589"/>
                      <a:pt x="7320" y="13502"/>
                    </a:cubicBezTo>
                    <a:cubicBezTo>
                      <a:pt x="7305" y="13448"/>
                      <a:pt x="7291" y="13394"/>
                      <a:pt x="7279" y="13339"/>
                    </a:cubicBezTo>
                    <a:cubicBezTo>
                      <a:pt x="7243" y="13197"/>
                      <a:pt x="7217" y="13133"/>
                      <a:pt x="7101" y="13039"/>
                    </a:cubicBezTo>
                    <a:cubicBezTo>
                      <a:pt x="6947" y="12899"/>
                      <a:pt x="6964" y="12697"/>
                      <a:pt x="6955" y="12501"/>
                    </a:cubicBezTo>
                    <a:cubicBezTo>
                      <a:pt x="6954" y="12474"/>
                      <a:pt x="6953" y="12447"/>
                      <a:pt x="6951" y="12419"/>
                    </a:cubicBezTo>
                    <a:cubicBezTo>
                      <a:pt x="6948" y="12332"/>
                      <a:pt x="6943" y="12245"/>
                      <a:pt x="6938" y="12158"/>
                    </a:cubicBezTo>
                    <a:cubicBezTo>
                      <a:pt x="6923" y="11911"/>
                      <a:pt x="6911" y="11664"/>
                      <a:pt x="6900" y="11417"/>
                    </a:cubicBezTo>
                    <a:cubicBezTo>
                      <a:pt x="6846" y="10216"/>
                      <a:pt x="6846" y="10216"/>
                      <a:pt x="6614" y="9705"/>
                    </a:cubicBezTo>
                    <a:cubicBezTo>
                      <a:pt x="6600" y="9670"/>
                      <a:pt x="6586" y="9636"/>
                      <a:pt x="6571" y="9600"/>
                    </a:cubicBezTo>
                    <a:cubicBezTo>
                      <a:pt x="6522" y="9508"/>
                      <a:pt x="6522" y="9508"/>
                      <a:pt x="6374" y="9375"/>
                    </a:cubicBezTo>
                    <a:cubicBezTo>
                      <a:pt x="6168" y="9375"/>
                      <a:pt x="5962" y="9375"/>
                      <a:pt x="5749" y="9375"/>
                    </a:cubicBezTo>
                    <a:cubicBezTo>
                      <a:pt x="5749" y="10200"/>
                      <a:pt x="5749" y="11025"/>
                      <a:pt x="5749" y="11875"/>
                    </a:cubicBezTo>
                    <a:cubicBezTo>
                      <a:pt x="5543" y="11875"/>
                      <a:pt x="5337" y="11875"/>
                      <a:pt x="5124" y="11875"/>
                    </a:cubicBezTo>
                    <a:cubicBezTo>
                      <a:pt x="4962" y="11576"/>
                      <a:pt x="4962" y="11576"/>
                      <a:pt x="4931" y="11441"/>
                    </a:cubicBezTo>
                    <a:cubicBezTo>
                      <a:pt x="4925" y="11412"/>
                      <a:pt x="4918" y="11382"/>
                      <a:pt x="4911" y="11352"/>
                    </a:cubicBezTo>
                    <a:cubicBezTo>
                      <a:pt x="4904" y="11323"/>
                      <a:pt x="4897" y="11293"/>
                      <a:pt x="4890" y="11263"/>
                    </a:cubicBezTo>
                    <a:cubicBezTo>
                      <a:pt x="4867" y="11176"/>
                      <a:pt x="4844" y="11089"/>
                      <a:pt x="4820" y="11002"/>
                    </a:cubicBezTo>
                    <a:cubicBezTo>
                      <a:pt x="4805" y="10948"/>
                      <a:pt x="4791" y="10894"/>
                      <a:pt x="4779" y="10839"/>
                    </a:cubicBezTo>
                    <a:cubicBezTo>
                      <a:pt x="4742" y="10694"/>
                      <a:pt x="4707" y="10625"/>
                      <a:pt x="4599" y="10518"/>
                    </a:cubicBezTo>
                    <a:cubicBezTo>
                      <a:pt x="4499" y="10417"/>
                      <a:pt x="4499" y="10417"/>
                      <a:pt x="4476" y="10297"/>
                    </a:cubicBezTo>
                    <a:cubicBezTo>
                      <a:pt x="4476" y="10276"/>
                      <a:pt x="4476" y="10276"/>
                      <a:pt x="4479" y="10169"/>
                    </a:cubicBezTo>
                    <a:cubicBezTo>
                      <a:pt x="4479" y="10145"/>
                      <a:pt x="4479" y="10145"/>
                      <a:pt x="4481" y="10028"/>
                    </a:cubicBezTo>
                    <a:cubicBezTo>
                      <a:pt x="4483" y="9980"/>
                      <a:pt x="4485" y="9932"/>
                      <a:pt x="4486" y="9883"/>
                    </a:cubicBezTo>
                    <a:cubicBezTo>
                      <a:pt x="4487" y="9834"/>
                      <a:pt x="4488" y="9785"/>
                      <a:pt x="4489" y="9735"/>
                    </a:cubicBezTo>
                    <a:cubicBezTo>
                      <a:pt x="4492" y="9615"/>
                      <a:pt x="4495" y="9495"/>
                      <a:pt x="4499" y="9375"/>
                    </a:cubicBezTo>
                    <a:cubicBezTo>
                      <a:pt x="4484" y="9394"/>
                      <a:pt x="4468" y="9413"/>
                      <a:pt x="4452" y="9432"/>
                    </a:cubicBezTo>
                    <a:cubicBezTo>
                      <a:pt x="4378" y="9519"/>
                      <a:pt x="4302" y="9603"/>
                      <a:pt x="4226" y="9688"/>
                    </a:cubicBezTo>
                    <a:cubicBezTo>
                      <a:pt x="4201" y="9717"/>
                      <a:pt x="4177" y="9747"/>
                      <a:pt x="4151" y="9778"/>
                    </a:cubicBezTo>
                    <a:cubicBezTo>
                      <a:pt x="4072" y="9863"/>
                      <a:pt x="4072" y="9863"/>
                      <a:pt x="3874" y="10000"/>
                    </a:cubicBezTo>
                    <a:cubicBezTo>
                      <a:pt x="3668" y="10000"/>
                      <a:pt x="3462" y="10000"/>
                      <a:pt x="3249" y="10000"/>
                    </a:cubicBezTo>
                    <a:cubicBezTo>
                      <a:pt x="3249" y="9588"/>
                      <a:pt x="3249" y="9175"/>
                      <a:pt x="3249" y="8750"/>
                    </a:cubicBezTo>
                    <a:cubicBezTo>
                      <a:pt x="3043" y="8750"/>
                      <a:pt x="2837" y="8750"/>
                      <a:pt x="2624" y="8750"/>
                    </a:cubicBezTo>
                    <a:cubicBezTo>
                      <a:pt x="2624" y="9094"/>
                      <a:pt x="2624" y="9438"/>
                      <a:pt x="2624" y="9792"/>
                    </a:cubicBezTo>
                    <a:cubicBezTo>
                      <a:pt x="2455" y="9832"/>
                      <a:pt x="2286" y="9871"/>
                      <a:pt x="2116" y="9909"/>
                    </a:cubicBezTo>
                    <a:cubicBezTo>
                      <a:pt x="2069" y="9921"/>
                      <a:pt x="2021" y="9932"/>
                      <a:pt x="1971" y="9944"/>
                    </a:cubicBezTo>
                    <a:cubicBezTo>
                      <a:pt x="1925" y="9954"/>
                      <a:pt x="1879" y="9964"/>
                      <a:pt x="1831" y="9975"/>
                    </a:cubicBezTo>
                    <a:cubicBezTo>
                      <a:pt x="1788" y="9985"/>
                      <a:pt x="1746" y="9994"/>
                      <a:pt x="1702" y="10005"/>
                    </a:cubicBezTo>
                    <a:cubicBezTo>
                      <a:pt x="1583" y="10000"/>
                      <a:pt x="1583" y="10000"/>
                      <a:pt x="1466" y="9917"/>
                    </a:cubicBezTo>
                    <a:cubicBezTo>
                      <a:pt x="1359" y="9771"/>
                      <a:pt x="1336" y="9656"/>
                      <a:pt x="1323" y="9482"/>
                    </a:cubicBezTo>
                    <a:cubicBezTo>
                      <a:pt x="1317" y="9420"/>
                      <a:pt x="1310" y="9359"/>
                      <a:pt x="1303" y="9297"/>
                    </a:cubicBezTo>
                    <a:cubicBezTo>
                      <a:pt x="1300" y="9265"/>
                      <a:pt x="1297" y="9233"/>
                      <a:pt x="1294" y="9200"/>
                    </a:cubicBezTo>
                    <a:cubicBezTo>
                      <a:pt x="1244" y="8731"/>
                      <a:pt x="1187" y="8269"/>
                      <a:pt x="984" y="7839"/>
                    </a:cubicBezTo>
                    <a:cubicBezTo>
                      <a:pt x="970" y="7806"/>
                      <a:pt x="956" y="7774"/>
                      <a:pt x="942" y="7741"/>
                    </a:cubicBezTo>
                    <a:cubicBezTo>
                      <a:pt x="886" y="7635"/>
                      <a:pt x="842" y="7576"/>
                      <a:pt x="749" y="7500"/>
                    </a:cubicBezTo>
                    <a:cubicBezTo>
                      <a:pt x="672" y="7487"/>
                      <a:pt x="595" y="7475"/>
                      <a:pt x="517" y="7465"/>
                    </a:cubicBezTo>
                    <a:cubicBezTo>
                      <a:pt x="364" y="7439"/>
                      <a:pt x="237" y="7403"/>
                      <a:pt x="124" y="7292"/>
                    </a:cubicBezTo>
                    <a:cubicBezTo>
                      <a:pt x="0" y="6979"/>
                      <a:pt x="52" y="6598"/>
                      <a:pt x="63" y="6269"/>
                    </a:cubicBezTo>
                    <a:cubicBezTo>
                      <a:pt x="65" y="6166"/>
                      <a:pt x="65" y="6064"/>
                      <a:pt x="66" y="5961"/>
                    </a:cubicBezTo>
                    <a:cubicBezTo>
                      <a:pt x="68" y="5719"/>
                      <a:pt x="73" y="5477"/>
                      <a:pt x="79" y="5235"/>
                    </a:cubicBezTo>
                    <a:cubicBezTo>
                      <a:pt x="86" y="4960"/>
                      <a:pt x="90" y="4684"/>
                      <a:pt x="93" y="4409"/>
                    </a:cubicBezTo>
                    <a:cubicBezTo>
                      <a:pt x="99" y="3842"/>
                      <a:pt x="110" y="3275"/>
                      <a:pt x="124" y="2708"/>
                    </a:cubicBezTo>
                    <a:cubicBezTo>
                      <a:pt x="293" y="2667"/>
                      <a:pt x="463" y="2629"/>
                      <a:pt x="632" y="2591"/>
                    </a:cubicBezTo>
                    <a:cubicBezTo>
                      <a:pt x="680" y="2579"/>
                      <a:pt x="728" y="2568"/>
                      <a:pt x="778" y="2556"/>
                    </a:cubicBezTo>
                    <a:cubicBezTo>
                      <a:pt x="1128" y="2480"/>
                      <a:pt x="1128" y="2480"/>
                      <a:pt x="1302" y="2573"/>
                    </a:cubicBezTo>
                    <a:cubicBezTo>
                      <a:pt x="1401" y="2759"/>
                      <a:pt x="1402" y="2907"/>
                      <a:pt x="1398" y="3114"/>
                    </a:cubicBezTo>
                    <a:cubicBezTo>
                      <a:pt x="1398" y="3155"/>
                      <a:pt x="1398" y="3196"/>
                      <a:pt x="1398" y="3238"/>
                    </a:cubicBezTo>
                    <a:cubicBezTo>
                      <a:pt x="1398" y="3372"/>
                      <a:pt x="1396" y="3506"/>
                      <a:pt x="1395" y="3640"/>
                    </a:cubicBezTo>
                    <a:cubicBezTo>
                      <a:pt x="1394" y="3733"/>
                      <a:pt x="1394" y="3826"/>
                      <a:pt x="1394" y="3920"/>
                    </a:cubicBezTo>
                    <a:cubicBezTo>
                      <a:pt x="1393" y="4164"/>
                      <a:pt x="1391" y="4409"/>
                      <a:pt x="1389" y="4654"/>
                    </a:cubicBezTo>
                    <a:cubicBezTo>
                      <a:pt x="1386" y="4904"/>
                      <a:pt x="1386" y="5154"/>
                      <a:pt x="1385" y="5404"/>
                    </a:cubicBezTo>
                    <a:cubicBezTo>
                      <a:pt x="1382" y="5894"/>
                      <a:pt x="1379" y="6385"/>
                      <a:pt x="1374" y="6875"/>
                    </a:cubicBezTo>
                    <a:cubicBezTo>
                      <a:pt x="1581" y="6875"/>
                      <a:pt x="1787" y="6875"/>
                      <a:pt x="1999" y="6875"/>
                    </a:cubicBezTo>
                    <a:cubicBezTo>
                      <a:pt x="1999" y="6325"/>
                      <a:pt x="1999" y="5775"/>
                      <a:pt x="1999" y="5208"/>
                    </a:cubicBezTo>
                    <a:cubicBezTo>
                      <a:pt x="2167" y="5170"/>
                      <a:pt x="2335" y="5131"/>
                      <a:pt x="2507" y="5091"/>
                    </a:cubicBezTo>
                    <a:cubicBezTo>
                      <a:pt x="2560" y="5078"/>
                      <a:pt x="2612" y="5066"/>
                      <a:pt x="2666" y="5052"/>
                    </a:cubicBezTo>
                    <a:cubicBezTo>
                      <a:pt x="2687" y="5048"/>
                      <a:pt x="2687" y="5048"/>
                      <a:pt x="2793" y="5025"/>
                    </a:cubicBezTo>
                    <a:cubicBezTo>
                      <a:pt x="2814" y="5020"/>
                      <a:pt x="2814" y="5020"/>
                      <a:pt x="2922" y="4995"/>
                    </a:cubicBezTo>
                    <a:cubicBezTo>
                      <a:pt x="3041" y="5000"/>
                      <a:pt x="3041" y="5000"/>
                      <a:pt x="3159" y="5079"/>
                    </a:cubicBezTo>
                    <a:cubicBezTo>
                      <a:pt x="3292" y="5232"/>
                      <a:pt x="3276" y="5400"/>
                      <a:pt x="3270" y="5593"/>
                    </a:cubicBezTo>
                    <a:cubicBezTo>
                      <a:pt x="3269" y="5630"/>
                      <a:pt x="3269" y="5667"/>
                      <a:pt x="3269" y="5704"/>
                    </a:cubicBezTo>
                    <a:cubicBezTo>
                      <a:pt x="3268" y="5821"/>
                      <a:pt x="3265" y="5938"/>
                      <a:pt x="3262" y="6055"/>
                    </a:cubicBezTo>
                    <a:cubicBezTo>
                      <a:pt x="3261" y="6134"/>
                      <a:pt x="3260" y="6213"/>
                      <a:pt x="3260" y="6293"/>
                    </a:cubicBezTo>
                    <a:cubicBezTo>
                      <a:pt x="3257" y="6487"/>
                      <a:pt x="3254" y="6681"/>
                      <a:pt x="3249" y="6875"/>
                    </a:cubicBezTo>
                    <a:cubicBezTo>
                      <a:pt x="3258" y="6865"/>
                      <a:pt x="3258" y="6865"/>
                      <a:pt x="3302" y="6812"/>
                    </a:cubicBezTo>
                    <a:cubicBezTo>
                      <a:pt x="3374" y="6727"/>
                      <a:pt x="3448" y="6645"/>
                      <a:pt x="3523" y="6562"/>
                    </a:cubicBezTo>
                    <a:cubicBezTo>
                      <a:pt x="3547" y="6533"/>
                      <a:pt x="3572" y="6503"/>
                      <a:pt x="3597" y="6472"/>
                    </a:cubicBezTo>
                    <a:cubicBezTo>
                      <a:pt x="3677" y="6387"/>
                      <a:pt x="3677" y="6387"/>
                      <a:pt x="3874" y="6250"/>
                    </a:cubicBezTo>
                    <a:cubicBezTo>
                      <a:pt x="4081" y="6250"/>
                      <a:pt x="4287" y="6250"/>
                      <a:pt x="4499" y="6250"/>
                    </a:cubicBezTo>
                    <a:cubicBezTo>
                      <a:pt x="4499" y="7075"/>
                      <a:pt x="4499" y="7900"/>
                      <a:pt x="4499" y="8750"/>
                    </a:cubicBezTo>
                    <a:cubicBezTo>
                      <a:pt x="4706" y="8750"/>
                      <a:pt x="4912" y="8750"/>
                      <a:pt x="5124" y="8750"/>
                    </a:cubicBezTo>
                    <a:cubicBezTo>
                      <a:pt x="5124" y="7306"/>
                      <a:pt x="5124" y="5862"/>
                      <a:pt x="5124" y="4375"/>
                    </a:cubicBezTo>
                    <a:cubicBezTo>
                      <a:pt x="5331" y="4375"/>
                      <a:pt x="5537" y="4375"/>
                      <a:pt x="5749" y="4375"/>
                    </a:cubicBezTo>
                    <a:cubicBezTo>
                      <a:pt x="5912" y="4674"/>
                      <a:pt x="5912" y="4674"/>
                      <a:pt x="5942" y="4809"/>
                    </a:cubicBezTo>
                    <a:cubicBezTo>
                      <a:pt x="5949" y="4838"/>
                      <a:pt x="5956" y="4868"/>
                      <a:pt x="5963" y="4898"/>
                    </a:cubicBezTo>
                    <a:cubicBezTo>
                      <a:pt x="5970" y="4927"/>
                      <a:pt x="5977" y="4957"/>
                      <a:pt x="5984" y="4987"/>
                    </a:cubicBezTo>
                    <a:cubicBezTo>
                      <a:pt x="6006" y="5074"/>
                      <a:pt x="6030" y="5161"/>
                      <a:pt x="6054" y="5248"/>
                    </a:cubicBezTo>
                    <a:cubicBezTo>
                      <a:pt x="6069" y="5302"/>
                      <a:pt x="6082" y="5356"/>
                      <a:pt x="6095" y="5411"/>
                    </a:cubicBezTo>
                    <a:cubicBezTo>
                      <a:pt x="6132" y="5557"/>
                      <a:pt x="6166" y="5625"/>
                      <a:pt x="6276" y="5733"/>
                    </a:cubicBezTo>
                    <a:cubicBezTo>
                      <a:pt x="6374" y="5833"/>
                      <a:pt x="6374" y="5833"/>
                      <a:pt x="6388" y="5949"/>
                    </a:cubicBezTo>
                    <a:cubicBezTo>
                      <a:pt x="6383" y="5991"/>
                      <a:pt x="6378" y="6032"/>
                      <a:pt x="6373" y="6074"/>
                    </a:cubicBezTo>
                    <a:cubicBezTo>
                      <a:pt x="6369" y="6119"/>
                      <a:pt x="6365" y="6165"/>
                      <a:pt x="6361" y="6211"/>
                    </a:cubicBezTo>
                    <a:cubicBezTo>
                      <a:pt x="6357" y="6259"/>
                      <a:pt x="6353" y="6306"/>
                      <a:pt x="6348" y="6354"/>
                    </a:cubicBezTo>
                    <a:cubicBezTo>
                      <a:pt x="6340" y="6531"/>
                      <a:pt x="6334" y="6701"/>
                      <a:pt x="6374" y="6875"/>
                    </a:cubicBezTo>
                    <a:cubicBezTo>
                      <a:pt x="6509" y="6960"/>
                      <a:pt x="6593" y="6971"/>
                      <a:pt x="6747" y="6989"/>
                    </a:cubicBezTo>
                    <a:cubicBezTo>
                      <a:pt x="6847" y="7008"/>
                      <a:pt x="6913" y="7027"/>
                      <a:pt x="6999" y="7083"/>
                    </a:cubicBezTo>
                    <a:cubicBezTo>
                      <a:pt x="7179" y="7361"/>
                      <a:pt x="7269" y="7694"/>
                      <a:pt x="7364" y="8009"/>
                    </a:cubicBezTo>
                    <a:cubicBezTo>
                      <a:pt x="7416" y="8125"/>
                      <a:pt x="7416" y="8125"/>
                      <a:pt x="7525" y="8220"/>
                    </a:cubicBezTo>
                    <a:cubicBezTo>
                      <a:pt x="7667" y="8382"/>
                      <a:pt x="7651" y="8510"/>
                      <a:pt x="7645" y="8718"/>
                    </a:cubicBezTo>
                    <a:cubicBezTo>
                      <a:pt x="7644" y="8755"/>
                      <a:pt x="7644" y="8792"/>
                      <a:pt x="7644" y="8829"/>
                    </a:cubicBezTo>
                    <a:cubicBezTo>
                      <a:pt x="7643" y="8946"/>
                      <a:pt x="7640" y="9063"/>
                      <a:pt x="7637" y="9180"/>
                    </a:cubicBezTo>
                    <a:cubicBezTo>
                      <a:pt x="7636" y="9259"/>
                      <a:pt x="7635" y="9338"/>
                      <a:pt x="7635" y="9418"/>
                    </a:cubicBezTo>
                    <a:cubicBezTo>
                      <a:pt x="7632" y="9612"/>
                      <a:pt x="7629" y="9806"/>
                      <a:pt x="7624" y="10000"/>
                    </a:cubicBezTo>
                    <a:cubicBezTo>
                      <a:pt x="7831" y="10000"/>
                      <a:pt x="8037" y="10000"/>
                      <a:pt x="8249" y="10000"/>
                    </a:cubicBezTo>
                    <a:cubicBezTo>
                      <a:pt x="8248" y="9976"/>
                      <a:pt x="8248" y="9976"/>
                      <a:pt x="8243" y="9854"/>
                    </a:cubicBezTo>
                    <a:cubicBezTo>
                      <a:pt x="8235" y="9673"/>
                      <a:pt x="8230" y="9492"/>
                      <a:pt x="8226" y="9311"/>
                    </a:cubicBezTo>
                    <a:cubicBezTo>
                      <a:pt x="8224" y="9233"/>
                      <a:pt x="8222" y="9155"/>
                      <a:pt x="8218" y="9077"/>
                    </a:cubicBezTo>
                    <a:cubicBezTo>
                      <a:pt x="8213" y="8964"/>
                      <a:pt x="8210" y="8851"/>
                      <a:pt x="8209" y="8739"/>
                    </a:cubicBezTo>
                    <a:cubicBezTo>
                      <a:pt x="8208" y="8721"/>
                      <a:pt x="8208" y="8721"/>
                      <a:pt x="8202" y="8635"/>
                    </a:cubicBezTo>
                    <a:cubicBezTo>
                      <a:pt x="8202" y="8458"/>
                      <a:pt x="8216" y="8367"/>
                      <a:pt x="8342" y="8237"/>
                    </a:cubicBezTo>
                    <a:cubicBezTo>
                      <a:pt x="8380" y="8205"/>
                      <a:pt x="8417" y="8172"/>
                      <a:pt x="8456" y="8138"/>
                    </a:cubicBezTo>
                    <a:cubicBezTo>
                      <a:pt x="8658" y="7953"/>
                      <a:pt x="8713" y="7821"/>
                      <a:pt x="8731" y="7548"/>
                    </a:cubicBezTo>
                    <a:cubicBezTo>
                      <a:pt x="8733" y="7494"/>
                      <a:pt x="8735" y="7439"/>
                      <a:pt x="8736" y="7384"/>
                    </a:cubicBezTo>
                    <a:cubicBezTo>
                      <a:pt x="8738" y="7296"/>
                      <a:pt x="8742" y="7209"/>
                      <a:pt x="8747" y="7121"/>
                    </a:cubicBezTo>
                    <a:cubicBezTo>
                      <a:pt x="8757" y="6935"/>
                      <a:pt x="8764" y="6749"/>
                      <a:pt x="8770" y="6562"/>
                    </a:cubicBezTo>
                    <a:cubicBezTo>
                      <a:pt x="8778" y="6346"/>
                      <a:pt x="8786" y="6131"/>
                      <a:pt x="8799" y="5915"/>
                    </a:cubicBezTo>
                    <a:cubicBezTo>
                      <a:pt x="8803" y="5829"/>
                      <a:pt x="8804" y="5744"/>
                      <a:pt x="8806" y="5658"/>
                    </a:cubicBezTo>
                    <a:cubicBezTo>
                      <a:pt x="8822" y="5268"/>
                      <a:pt x="8822" y="5268"/>
                      <a:pt x="8969" y="5101"/>
                    </a:cubicBezTo>
                    <a:cubicBezTo>
                      <a:pt x="9006" y="5069"/>
                      <a:pt x="9043" y="5037"/>
                      <a:pt x="9082" y="5004"/>
                    </a:cubicBezTo>
                    <a:cubicBezTo>
                      <a:pt x="9295" y="4818"/>
                      <a:pt x="9342" y="4661"/>
                      <a:pt x="9365" y="4389"/>
                    </a:cubicBezTo>
                    <a:cubicBezTo>
                      <a:pt x="9370" y="4297"/>
                      <a:pt x="9374" y="4205"/>
                      <a:pt x="9377" y="4113"/>
                    </a:cubicBezTo>
                    <a:cubicBezTo>
                      <a:pt x="9381" y="4048"/>
                      <a:pt x="9385" y="3983"/>
                      <a:pt x="9390" y="3919"/>
                    </a:cubicBezTo>
                    <a:cubicBezTo>
                      <a:pt x="9400" y="3749"/>
                      <a:pt x="9409" y="3580"/>
                      <a:pt x="9416" y="3411"/>
                    </a:cubicBezTo>
                    <a:cubicBezTo>
                      <a:pt x="9425" y="3238"/>
                      <a:pt x="9435" y="3065"/>
                      <a:pt x="9446" y="2891"/>
                    </a:cubicBezTo>
                    <a:cubicBezTo>
                      <a:pt x="9466" y="2553"/>
                      <a:pt x="9483" y="2214"/>
                      <a:pt x="9499" y="1875"/>
                    </a:cubicBezTo>
                    <a:cubicBezTo>
                      <a:pt x="9706" y="1875"/>
                      <a:pt x="9912" y="1875"/>
                      <a:pt x="10124" y="1875"/>
                    </a:cubicBezTo>
                    <a:cubicBezTo>
                      <a:pt x="10123" y="1921"/>
                      <a:pt x="10122" y="1968"/>
                      <a:pt x="10120" y="2016"/>
                    </a:cubicBezTo>
                    <a:cubicBezTo>
                      <a:pt x="10108" y="2454"/>
                      <a:pt x="10098" y="2892"/>
                      <a:pt x="10092" y="3331"/>
                    </a:cubicBezTo>
                    <a:cubicBezTo>
                      <a:pt x="10089" y="3556"/>
                      <a:pt x="10084" y="3782"/>
                      <a:pt x="10077" y="4007"/>
                    </a:cubicBezTo>
                    <a:cubicBezTo>
                      <a:pt x="10070" y="4225"/>
                      <a:pt x="10067" y="4442"/>
                      <a:pt x="10065" y="4660"/>
                    </a:cubicBezTo>
                    <a:cubicBezTo>
                      <a:pt x="10064" y="4743"/>
                      <a:pt x="10062" y="4826"/>
                      <a:pt x="10058" y="4909"/>
                    </a:cubicBezTo>
                    <a:cubicBezTo>
                      <a:pt x="10038" y="5442"/>
                      <a:pt x="10038" y="5442"/>
                      <a:pt x="10124" y="5625"/>
                    </a:cubicBezTo>
                    <a:cubicBezTo>
                      <a:pt x="10265" y="5742"/>
                      <a:pt x="10430" y="5770"/>
                      <a:pt x="10606" y="5798"/>
                    </a:cubicBezTo>
                    <a:cubicBezTo>
                      <a:pt x="10749" y="5833"/>
                      <a:pt x="10749" y="5833"/>
                      <a:pt x="10814" y="5928"/>
                    </a:cubicBezTo>
                    <a:cubicBezTo>
                      <a:pt x="10844" y="6037"/>
                      <a:pt x="10858" y="6138"/>
                      <a:pt x="10866" y="6250"/>
                    </a:cubicBezTo>
                    <a:cubicBezTo>
                      <a:pt x="10881" y="6398"/>
                      <a:pt x="10895" y="6531"/>
                      <a:pt x="10958" y="6667"/>
                    </a:cubicBezTo>
                    <a:cubicBezTo>
                      <a:pt x="11054" y="6711"/>
                      <a:pt x="11054" y="6711"/>
                      <a:pt x="11168" y="6748"/>
                    </a:cubicBezTo>
                    <a:cubicBezTo>
                      <a:pt x="11281" y="6801"/>
                      <a:pt x="11281" y="6801"/>
                      <a:pt x="11374" y="6875"/>
                    </a:cubicBezTo>
                    <a:cubicBezTo>
                      <a:pt x="11435" y="7062"/>
                      <a:pt x="11423" y="7248"/>
                      <a:pt x="11415" y="7442"/>
                    </a:cubicBezTo>
                    <a:cubicBezTo>
                      <a:pt x="11414" y="7498"/>
                      <a:pt x="11414" y="7554"/>
                      <a:pt x="11413" y="7609"/>
                    </a:cubicBezTo>
                    <a:cubicBezTo>
                      <a:pt x="11412" y="7756"/>
                      <a:pt x="11408" y="7902"/>
                      <a:pt x="11403" y="8048"/>
                    </a:cubicBezTo>
                    <a:cubicBezTo>
                      <a:pt x="11399" y="8198"/>
                      <a:pt x="11397" y="8347"/>
                      <a:pt x="11395" y="8496"/>
                    </a:cubicBezTo>
                    <a:cubicBezTo>
                      <a:pt x="11390" y="8789"/>
                      <a:pt x="11383" y="9082"/>
                      <a:pt x="11374" y="9375"/>
                    </a:cubicBezTo>
                    <a:cubicBezTo>
                      <a:pt x="11581" y="9375"/>
                      <a:pt x="11787" y="9375"/>
                      <a:pt x="11999" y="9375"/>
                    </a:cubicBezTo>
                    <a:cubicBezTo>
                      <a:pt x="11995" y="9305"/>
                      <a:pt x="11990" y="9234"/>
                      <a:pt x="11985" y="9162"/>
                    </a:cubicBezTo>
                    <a:cubicBezTo>
                      <a:pt x="11981" y="9068"/>
                      <a:pt x="11977" y="8974"/>
                      <a:pt x="11973" y="8880"/>
                    </a:cubicBezTo>
                    <a:cubicBezTo>
                      <a:pt x="11970" y="8834"/>
                      <a:pt x="11966" y="8788"/>
                      <a:pt x="11963" y="8740"/>
                    </a:cubicBezTo>
                    <a:cubicBezTo>
                      <a:pt x="11952" y="8386"/>
                      <a:pt x="11952" y="8386"/>
                      <a:pt x="12090" y="8232"/>
                    </a:cubicBezTo>
                    <a:cubicBezTo>
                      <a:pt x="12128" y="8200"/>
                      <a:pt x="12165" y="8169"/>
                      <a:pt x="12203" y="8136"/>
                    </a:cubicBezTo>
                    <a:cubicBezTo>
                      <a:pt x="12505" y="7872"/>
                      <a:pt x="12495" y="7566"/>
                      <a:pt x="12520" y="7188"/>
                    </a:cubicBezTo>
                    <a:cubicBezTo>
                      <a:pt x="12569" y="6474"/>
                      <a:pt x="12569" y="6474"/>
                      <a:pt x="12831" y="6239"/>
                    </a:cubicBezTo>
                    <a:cubicBezTo>
                      <a:pt x="12868" y="6207"/>
                      <a:pt x="12905" y="6176"/>
                      <a:pt x="12944" y="6143"/>
                    </a:cubicBezTo>
                    <a:cubicBezTo>
                      <a:pt x="13119" y="5960"/>
                      <a:pt x="13137" y="5738"/>
                      <a:pt x="13171" y="5495"/>
                    </a:cubicBezTo>
                    <a:cubicBezTo>
                      <a:pt x="13179" y="5447"/>
                      <a:pt x="13187" y="5399"/>
                      <a:pt x="13196" y="5350"/>
                    </a:cubicBezTo>
                    <a:cubicBezTo>
                      <a:pt x="13215" y="5234"/>
                      <a:pt x="13233" y="5117"/>
                      <a:pt x="13249" y="5000"/>
                    </a:cubicBezTo>
                    <a:cubicBezTo>
                      <a:pt x="13456" y="5000"/>
                      <a:pt x="13662" y="5000"/>
                      <a:pt x="13874" y="5000"/>
                    </a:cubicBezTo>
                    <a:cubicBezTo>
                      <a:pt x="13874" y="5825"/>
                      <a:pt x="13874" y="6650"/>
                      <a:pt x="13874" y="7500"/>
                    </a:cubicBezTo>
                    <a:cubicBezTo>
                      <a:pt x="14081" y="7500"/>
                      <a:pt x="14287" y="7500"/>
                      <a:pt x="14499" y="7500"/>
                    </a:cubicBezTo>
                    <a:cubicBezTo>
                      <a:pt x="14487" y="7437"/>
                      <a:pt x="14475" y="7374"/>
                      <a:pt x="14463" y="7309"/>
                    </a:cubicBezTo>
                    <a:cubicBezTo>
                      <a:pt x="14425" y="7016"/>
                      <a:pt x="14408" y="6741"/>
                      <a:pt x="14499" y="6458"/>
                    </a:cubicBezTo>
                    <a:cubicBezTo>
                      <a:pt x="14612" y="6335"/>
                      <a:pt x="14733" y="6244"/>
                      <a:pt x="14867" y="6146"/>
                    </a:cubicBezTo>
                    <a:cubicBezTo>
                      <a:pt x="15253" y="5861"/>
                      <a:pt x="15540" y="5552"/>
                      <a:pt x="15629" y="5069"/>
                    </a:cubicBezTo>
                    <a:cubicBezTo>
                      <a:pt x="15705" y="4521"/>
                      <a:pt x="15707" y="3966"/>
                      <a:pt x="15709" y="3414"/>
                    </a:cubicBezTo>
                    <a:cubicBezTo>
                      <a:pt x="15711" y="3169"/>
                      <a:pt x="15719" y="2925"/>
                      <a:pt x="15726" y="2680"/>
                    </a:cubicBezTo>
                    <a:cubicBezTo>
                      <a:pt x="15740" y="2204"/>
                      <a:pt x="15746" y="1727"/>
                      <a:pt x="15749" y="1250"/>
                    </a:cubicBezTo>
                    <a:cubicBezTo>
                      <a:pt x="15956" y="1250"/>
                      <a:pt x="16162" y="1250"/>
                      <a:pt x="16374" y="1250"/>
                    </a:cubicBezTo>
                    <a:cubicBezTo>
                      <a:pt x="16376" y="1301"/>
                      <a:pt x="16378" y="1353"/>
                      <a:pt x="16380" y="1405"/>
                    </a:cubicBezTo>
                    <a:cubicBezTo>
                      <a:pt x="16396" y="1890"/>
                      <a:pt x="16414" y="2374"/>
                      <a:pt x="16434" y="2858"/>
                    </a:cubicBezTo>
                    <a:cubicBezTo>
                      <a:pt x="16445" y="3107"/>
                      <a:pt x="16454" y="3356"/>
                      <a:pt x="16462" y="3605"/>
                    </a:cubicBezTo>
                    <a:cubicBezTo>
                      <a:pt x="16470" y="3846"/>
                      <a:pt x="16480" y="4086"/>
                      <a:pt x="16491" y="4326"/>
                    </a:cubicBezTo>
                    <a:cubicBezTo>
                      <a:pt x="16495" y="4418"/>
                      <a:pt x="16498" y="4509"/>
                      <a:pt x="16500" y="4601"/>
                    </a:cubicBezTo>
                    <a:cubicBezTo>
                      <a:pt x="16522" y="5395"/>
                      <a:pt x="16522" y="5395"/>
                      <a:pt x="16736" y="5617"/>
                    </a:cubicBezTo>
                    <a:cubicBezTo>
                      <a:pt x="16794" y="5668"/>
                      <a:pt x="16794" y="5668"/>
                      <a:pt x="16907" y="5749"/>
                    </a:cubicBezTo>
                    <a:cubicBezTo>
                      <a:pt x="17030" y="5861"/>
                      <a:pt x="17031" y="5940"/>
                      <a:pt x="17040" y="6102"/>
                    </a:cubicBezTo>
                    <a:cubicBezTo>
                      <a:pt x="17037" y="6195"/>
                      <a:pt x="17033" y="6287"/>
                      <a:pt x="17025" y="6380"/>
                    </a:cubicBezTo>
                    <a:cubicBezTo>
                      <a:pt x="17024" y="6428"/>
                      <a:pt x="17022" y="6476"/>
                      <a:pt x="17020" y="6525"/>
                    </a:cubicBezTo>
                    <a:cubicBezTo>
                      <a:pt x="17015" y="6642"/>
                      <a:pt x="17007" y="6758"/>
                      <a:pt x="16999" y="6875"/>
                    </a:cubicBezTo>
                    <a:cubicBezTo>
                      <a:pt x="17206" y="6875"/>
                      <a:pt x="17412" y="6875"/>
                      <a:pt x="17624" y="6875"/>
                    </a:cubicBezTo>
                    <a:cubicBezTo>
                      <a:pt x="17624" y="6119"/>
                      <a:pt x="17624" y="5362"/>
                      <a:pt x="17624" y="4583"/>
                    </a:cubicBezTo>
                    <a:cubicBezTo>
                      <a:pt x="17968" y="4515"/>
                      <a:pt x="18312" y="4446"/>
                      <a:pt x="18666" y="4375"/>
                    </a:cubicBezTo>
                    <a:cubicBezTo>
                      <a:pt x="18888" y="4570"/>
                      <a:pt x="18888" y="4570"/>
                      <a:pt x="19083" y="4792"/>
                    </a:cubicBezTo>
                    <a:cubicBezTo>
                      <a:pt x="19358" y="4792"/>
                      <a:pt x="19633" y="4792"/>
                      <a:pt x="19916" y="4792"/>
                    </a:cubicBezTo>
                    <a:cubicBezTo>
                      <a:pt x="19985" y="3210"/>
                      <a:pt x="20054" y="1629"/>
                      <a:pt x="20124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194" name="ICON_A_EEG_WAVE_GRAPHIC_path_005"/>
              <p:cNvSpPr/>
              <p:nvPr/>
            </p:nvSpPr>
            <p:spPr>
              <a:xfrm>
                <a:off x="2285458" y="1238250"/>
                <a:ext cx="382595" cy="128013"/>
              </a:xfrm>
              <a:custGeom>
                <a:avLst/>
                <a:gdLst/>
                <a:ahLst/>
                <a:cxnLst/>
                <a:rect l="0" t="0" r="r" b="b"/>
                <a:pathLst>
                  <a:path w="30126" h="10080" fill="norm" stroke="0">
                    <a:moveTo>
                      <a:pt x="10668" y="0"/>
                    </a:moveTo>
                    <a:cubicBezTo>
                      <a:pt x="10874" y="0"/>
                      <a:pt x="11080" y="0"/>
                      <a:pt x="11293" y="0"/>
                    </a:cubicBezTo>
                    <a:cubicBezTo>
                      <a:pt x="11295" y="34"/>
                      <a:pt x="11295" y="34"/>
                      <a:pt x="11305" y="204"/>
                    </a:cubicBezTo>
                    <a:cubicBezTo>
                      <a:pt x="11319" y="427"/>
                      <a:pt x="11335" y="651"/>
                      <a:pt x="11353" y="875"/>
                    </a:cubicBezTo>
                    <a:cubicBezTo>
                      <a:pt x="11363" y="1010"/>
                      <a:pt x="11373" y="1146"/>
                      <a:pt x="11381" y="1281"/>
                    </a:cubicBezTo>
                    <a:cubicBezTo>
                      <a:pt x="11390" y="1438"/>
                      <a:pt x="11402" y="1594"/>
                      <a:pt x="11415" y="1750"/>
                    </a:cubicBezTo>
                    <a:cubicBezTo>
                      <a:pt x="11417" y="1798"/>
                      <a:pt x="11420" y="1846"/>
                      <a:pt x="11422" y="1895"/>
                    </a:cubicBezTo>
                    <a:cubicBezTo>
                      <a:pt x="11447" y="2177"/>
                      <a:pt x="11494" y="2306"/>
                      <a:pt x="11712" y="2491"/>
                    </a:cubicBezTo>
                    <a:cubicBezTo>
                      <a:pt x="11869" y="2631"/>
                      <a:pt x="11942" y="2725"/>
                      <a:pt x="11962" y="2938"/>
                    </a:cubicBezTo>
                    <a:cubicBezTo>
                      <a:pt x="11967" y="3088"/>
                      <a:pt x="11964" y="3237"/>
                      <a:pt x="11958" y="3387"/>
                    </a:cubicBezTo>
                    <a:cubicBezTo>
                      <a:pt x="11958" y="3452"/>
                      <a:pt x="11957" y="3517"/>
                      <a:pt x="11957" y="3581"/>
                    </a:cubicBezTo>
                    <a:cubicBezTo>
                      <a:pt x="11955" y="3751"/>
                      <a:pt x="11951" y="3920"/>
                      <a:pt x="11946" y="4089"/>
                    </a:cubicBezTo>
                    <a:cubicBezTo>
                      <a:pt x="11942" y="4262"/>
                      <a:pt x="11940" y="4435"/>
                      <a:pt x="11938" y="4609"/>
                    </a:cubicBezTo>
                    <a:cubicBezTo>
                      <a:pt x="11934" y="4948"/>
                      <a:pt x="11926" y="5286"/>
                      <a:pt x="11918" y="5625"/>
                    </a:cubicBezTo>
                    <a:cubicBezTo>
                      <a:pt x="12124" y="5625"/>
                      <a:pt x="12330" y="5625"/>
                      <a:pt x="12543" y="5625"/>
                    </a:cubicBezTo>
                    <a:cubicBezTo>
                      <a:pt x="12543" y="4388"/>
                      <a:pt x="12543" y="3150"/>
                      <a:pt x="12543" y="1875"/>
                    </a:cubicBezTo>
                    <a:cubicBezTo>
                      <a:pt x="12749" y="1875"/>
                      <a:pt x="12955" y="1875"/>
                      <a:pt x="13168" y="1875"/>
                    </a:cubicBezTo>
                    <a:cubicBezTo>
                      <a:pt x="13330" y="2174"/>
                      <a:pt x="13330" y="2174"/>
                      <a:pt x="13361" y="2309"/>
                    </a:cubicBezTo>
                    <a:cubicBezTo>
                      <a:pt x="13368" y="2338"/>
                      <a:pt x="13374" y="2368"/>
                      <a:pt x="13381" y="2398"/>
                    </a:cubicBezTo>
                    <a:cubicBezTo>
                      <a:pt x="13388" y="2427"/>
                      <a:pt x="13395" y="2457"/>
                      <a:pt x="13402" y="2487"/>
                    </a:cubicBezTo>
                    <a:cubicBezTo>
                      <a:pt x="13425" y="2574"/>
                      <a:pt x="13448" y="2661"/>
                      <a:pt x="13472" y="2748"/>
                    </a:cubicBezTo>
                    <a:cubicBezTo>
                      <a:pt x="13487" y="2802"/>
                      <a:pt x="13501" y="2856"/>
                      <a:pt x="13513" y="2911"/>
                    </a:cubicBezTo>
                    <a:cubicBezTo>
                      <a:pt x="13550" y="3056"/>
                      <a:pt x="13585" y="3125"/>
                      <a:pt x="13693" y="3232"/>
                    </a:cubicBezTo>
                    <a:cubicBezTo>
                      <a:pt x="13793" y="3333"/>
                      <a:pt x="13793" y="3333"/>
                      <a:pt x="13816" y="3453"/>
                    </a:cubicBezTo>
                    <a:cubicBezTo>
                      <a:pt x="13816" y="3474"/>
                      <a:pt x="13816" y="3474"/>
                      <a:pt x="13813" y="3581"/>
                    </a:cubicBezTo>
                    <a:cubicBezTo>
                      <a:pt x="13813" y="3605"/>
                      <a:pt x="13813" y="3605"/>
                      <a:pt x="13811" y="3722"/>
                    </a:cubicBezTo>
                    <a:cubicBezTo>
                      <a:pt x="13810" y="3746"/>
                      <a:pt x="13810" y="3746"/>
                      <a:pt x="13806" y="3867"/>
                    </a:cubicBezTo>
                    <a:cubicBezTo>
                      <a:pt x="13805" y="3916"/>
                      <a:pt x="13804" y="3965"/>
                      <a:pt x="13803" y="4015"/>
                    </a:cubicBezTo>
                    <a:cubicBezTo>
                      <a:pt x="13800" y="4135"/>
                      <a:pt x="13797" y="4255"/>
                      <a:pt x="13793" y="4375"/>
                    </a:cubicBezTo>
                    <a:cubicBezTo>
                      <a:pt x="13999" y="4375"/>
                      <a:pt x="14205" y="4375"/>
                      <a:pt x="14418" y="4375"/>
                    </a:cubicBezTo>
                    <a:cubicBezTo>
                      <a:pt x="14418" y="3963"/>
                      <a:pt x="14418" y="3550"/>
                      <a:pt x="14418" y="3125"/>
                    </a:cubicBezTo>
                    <a:cubicBezTo>
                      <a:pt x="15043" y="3125"/>
                      <a:pt x="15043" y="3125"/>
                      <a:pt x="15240" y="3256"/>
                    </a:cubicBezTo>
                    <a:cubicBezTo>
                      <a:pt x="15320" y="3347"/>
                      <a:pt x="15320" y="3347"/>
                      <a:pt x="15394" y="3450"/>
                    </a:cubicBezTo>
                    <a:cubicBezTo>
                      <a:pt x="15420" y="3486"/>
                      <a:pt x="15447" y="3522"/>
                      <a:pt x="15474" y="3559"/>
                    </a:cubicBezTo>
                    <a:cubicBezTo>
                      <a:pt x="15705" y="3924"/>
                      <a:pt x="15730" y="4290"/>
                      <a:pt x="15733" y="4714"/>
                    </a:cubicBezTo>
                    <a:cubicBezTo>
                      <a:pt x="15734" y="4745"/>
                      <a:pt x="15734" y="4777"/>
                      <a:pt x="15735" y="4809"/>
                    </a:cubicBezTo>
                    <a:cubicBezTo>
                      <a:pt x="15736" y="4902"/>
                      <a:pt x="15734" y="4994"/>
                      <a:pt x="15730" y="5086"/>
                    </a:cubicBezTo>
                    <a:cubicBezTo>
                      <a:pt x="15731" y="5113"/>
                      <a:pt x="15731" y="5140"/>
                      <a:pt x="15731" y="5168"/>
                    </a:cubicBezTo>
                    <a:cubicBezTo>
                      <a:pt x="15719" y="5324"/>
                      <a:pt x="15689" y="5396"/>
                      <a:pt x="15574" y="5506"/>
                    </a:cubicBezTo>
                    <a:cubicBezTo>
                      <a:pt x="15536" y="5538"/>
                      <a:pt x="15499" y="5570"/>
                      <a:pt x="15461" y="5603"/>
                    </a:cubicBezTo>
                    <a:cubicBezTo>
                      <a:pt x="15178" y="5870"/>
                      <a:pt x="15179" y="6147"/>
                      <a:pt x="15165" y="6512"/>
                    </a:cubicBezTo>
                    <a:cubicBezTo>
                      <a:pt x="15161" y="6577"/>
                      <a:pt x="15157" y="6642"/>
                      <a:pt x="15153" y="6706"/>
                    </a:cubicBezTo>
                    <a:cubicBezTo>
                      <a:pt x="15142" y="6876"/>
                      <a:pt x="15134" y="7045"/>
                      <a:pt x="15126" y="7214"/>
                    </a:cubicBezTo>
                    <a:cubicBezTo>
                      <a:pt x="15118" y="7387"/>
                      <a:pt x="15107" y="7560"/>
                      <a:pt x="15096" y="7734"/>
                    </a:cubicBezTo>
                    <a:cubicBezTo>
                      <a:pt x="15076" y="8072"/>
                      <a:pt x="15059" y="8411"/>
                      <a:pt x="15043" y="8750"/>
                    </a:cubicBezTo>
                    <a:cubicBezTo>
                      <a:pt x="15249" y="8750"/>
                      <a:pt x="15455" y="8750"/>
                      <a:pt x="15668" y="8750"/>
                    </a:cubicBezTo>
                    <a:cubicBezTo>
                      <a:pt x="15666" y="8683"/>
                      <a:pt x="15663" y="8616"/>
                      <a:pt x="15661" y="8546"/>
                    </a:cubicBezTo>
                    <a:cubicBezTo>
                      <a:pt x="15654" y="8323"/>
                      <a:pt x="15650" y="8099"/>
                      <a:pt x="15646" y="7875"/>
                    </a:cubicBezTo>
                    <a:cubicBezTo>
                      <a:pt x="15644" y="7740"/>
                      <a:pt x="15641" y="7604"/>
                      <a:pt x="15636" y="7469"/>
                    </a:cubicBezTo>
                    <a:cubicBezTo>
                      <a:pt x="15603" y="6505"/>
                      <a:pt x="15603" y="6505"/>
                      <a:pt x="15759" y="6318"/>
                    </a:cubicBezTo>
                    <a:cubicBezTo>
                      <a:pt x="15871" y="6222"/>
                      <a:pt x="15871" y="6222"/>
                      <a:pt x="15986" y="6139"/>
                    </a:cubicBezTo>
                    <a:cubicBezTo>
                      <a:pt x="16195" y="5933"/>
                      <a:pt x="16170" y="5592"/>
                      <a:pt x="16189" y="5312"/>
                    </a:cubicBezTo>
                    <a:cubicBezTo>
                      <a:pt x="16234" y="4646"/>
                      <a:pt x="16234" y="4646"/>
                      <a:pt x="16389" y="4481"/>
                    </a:cubicBezTo>
                    <a:cubicBezTo>
                      <a:pt x="16426" y="4452"/>
                      <a:pt x="16463" y="4423"/>
                      <a:pt x="16502" y="4393"/>
                    </a:cubicBezTo>
                    <a:cubicBezTo>
                      <a:pt x="16704" y="4221"/>
                      <a:pt x="16739" y="4092"/>
                      <a:pt x="16765" y="3830"/>
                    </a:cubicBezTo>
                    <a:cubicBezTo>
                      <a:pt x="16783" y="3558"/>
                      <a:pt x="16797" y="3286"/>
                      <a:pt x="16804" y="3013"/>
                    </a:cubicBezTo>
                    <a:cubicBezTo>
                      <a:pt x="16827" y="2336"/>
                      <a:pt x="16945" y="1801"/>
                      <a:pt x="17455" y="1317"/>
                    </a:cubicBezTo>
                    <a:cubicBezTo>
                      <a:pt x="17614" y="1195"/>
                      <a:pt x="17760" y="1151"/>
                      <a:pt x="17960" y="1166"/>
                    </a:cubicBezTo>
                    <a:cubicBezTo>
                      <a:pt x="18106" y="1198"/>
                      <a:pt x="18165" y="1247"/>
                      <a:pt x="18252" y="1367"/>
                    </a:cubicBezTo>
                    <a:cubicBezTo>
                      <a:pt x="18325" y="1526"/>
                      <a:pt x="18363" y="1693"/>
                      <a:pt x="18402" y="1862"/>
                    </a:cubicBezTo>
                    <a:cubicBezTo>
                      <a:pt x="18425" y="1949"/>
                      <a:pt x="18448" y="2036"/>
                      <a:pt x="18472" y="2123"/>
                    </a:cubicBezTo>
                    <a:cubicBezTo>
                      <a:pt x="18487" y="2177"/>
                      <a:pt x="18501" y="2231"/>
                      <a:pt x="18513" y="2286"/>
                    </a:cubicBezTo>
                    <a:cubicBezTo>
                      <a:pt x="18550" y="2430"/>
                      <a:pt x="18583" y="2498"/>
                      <a:pt x="18691" y="2602"/>
                    </a:cubicBezTo>
                    <a:cubicBezTo>
                      <a:pt x="18821" y="2738"/>
                      <a:pt x="18831" y="2854"/>
                      <a:pt x="18844" y="3033"/>
                    </a:cubicBezTo>
                    <a:cubicBezTo>
                      <a:pt x="18851" y="3097"/>
                      <a:pt x="18858" y="3161"/>
                      <a:pt x="18865" y="3225"/>
                    </a:cubicBezTo>
                    <a:cubicBezTo>
                      <a:pt x="18875" y="3324"/>
                      <a:pt x="18884" y="3424"/>
                      <a:pt x="18892" y="3524"/>
                    </a:cubicBezTo>
                    <a:cubicBezTo>
                      <a:pt x="18942" y="4102"/>
                      <a:pt x="18942" y="4102"/>
                      <a:pt x="19100" y="4276"/>
                    </a:cubicBezTo>
                    <a:cubicBezTo>
                      <a:pt x="19138" y="4306"/>
                      <a:pt x="19176" y="4336"/>
                      <a:pt x="19215" y="4368"/>
                    </a:cubicBezTo>
                    <a:cubicBezTo>
                      <a:pt x="19364" y="4494"/>
                      <a:pt x="19429" y="4579"/>
                      <a:pt x="19452" y="4771"/>
                    </a:cubicBezTo>
                    <a:cubicBezTo>
                      <a:pt x="19464" y="4995"/>
                      <a:pt x="19454" y="5219"/>
                      <a:pt x="19444" y="5443"/>
                    </a:cubicBezTo>
                    <a:cubicBezTo>
                      <a:pt x="19442" y="5521"/>
                      <a:pt x="19440" y="5600"/>
                      <a:pt x="19438" y="5678"/>
                    </a:cubicBezTo>
                    <a:cubicBezTo>
                      <a:pt x="19434" y="5869"/>
                      <a:pt x="19426" y="6059"/>
                      <a:pt x="19418" y="6250"/>
                    </a:cubicBezTo>
                    <a:cubicBezTo>
                      <a:pt x="19624" y="6250"/>
                      <a:pt x="19830" y="6250"/>
                      <a:pt x="20043" y="6250"/>
                    </a:cubicBezTo>
                    <a:cubicBezTo>
                      <a:pt x="20037" y="6219"/>
                      <a:pt x="20037" y="6219"/>
                      <a:pt x="20009" y="6061"/>
                    </a:cubicBezTo>
                    <a:cubicBezTo>
                      <a:pt x="19959" y="5645"/>
                      <a:pt x="19959" y="5275"/>
                      <a:pt x="20215" y="4930"/>
                    </a:cubicBezTo>
                    <a:cubicBezTo>
                      <a:pt x="20407" y="4685"/>
                      <a:pt x="20628" y="4466"/>
                      <a:pt x="20853" y="4251"/>
                    </a:cubicBezTo>
                    <a:cubicBezTo>
                      <a:pt x="20970" y="4139"/>
                      <a:pt x="21081" y="4022"/>
                      <a:pt x="21191" y="3903"/>
                    </a:cubicBezTo>
                    <a:cubicBezTo>
                      <a:pt x="21869" y="3182"/>
                      <a:pt x="22485" y="2959"/>
                      <a:pt x="23469" y="2920"/>
                    </a:cubicBezTo>
                    <a:cubicBezTo>
                      <a:pt x="23507" y="2919"/>
                      <a:pt x="23545" y="2918"/>
                      <a:pt x="23584" y="2917"/>
                    </a:cubicBezTo>
                    <a:cubicBezTo>
                      <a:pt x="23585" y="2891"/>
                      <a:pt x="23585" y="2865"/>
                      <a:pt x="23585" y="2839"/>
                    </a:cubicBezTo>
                    <a:cubicBezTo>
                      <a:pt x="23612" y="1084"/>
                      <a:pt x="23612" y="1084"/>
                      <a:pt x="23843" y="763"/>
                    </a:cubicBezTo>
                    <a:cubicBezTo>
                      <a:pt x="24050" y="578"/>
                      <a:pt x="24330" y="573"/>
                      <a:pt x="24594" y="577"/>
                    </a:cubicBezTo>
                    <a:cubicBezTo>
                      <a:pt x="24752" y="590"/>
                      <a:pt x="24822" y="616"/>
                      <a:pt x="24951" y="712"/>
                    </a:cubicBezTo>
                    <a:cubicBezTo>
                      <a:pt x="25064" y="861"/>
                      <a:pt x="25076" y="978"/>
                      <a:pt x="25078" y="1158"/>
                    </a:cubicBezTo>
                    <a:cubicBezTo>
                      <a:pt x="25078" y="1174"/>
                      <a:pt x="25078" y="1174"/>
                      <a:pt x="25080" y="1252"/>
                    </a:cubicBezTo>
                    <a:cubicBezTo>
                      <a:pt x="25081" y="1318"/>
                      <a:pt x="25081" y="1384"/>
                      <a:pt x="25081" y="1449"/>
                    </a:cubicBezTo>
                    <a:cubicBezTo>
                      <a:pt x="25082" y="1549"/>
                      <a:pt x="25086" y="1647"/>
                      <a:pt x="25090" y="1747"/>
                    </a:cubicBezTo>
                    <a:cubicBezTo>
                      <a:pt x="25090" y="1811"/>
                      <a:pt x="25091" y="1875"/>
                      <a:pt x="25091" y="1939"/>
                    </a:cubicBezTo>
                    <a:cubicBezTo>
                      <a:pt x="25092" y="1968"/>
                      <a:pt x="25094" y="1998"/>
                      <a:pt x="25095" y="2028"/>
                    </a:cubicBezTo>
                    <a:cubicBezTo>
                      <a:pt x="25092" y="2191"/>
                      <a:pt x="25066" y="2267"/>
                      <a:pt x="24950" y="2387"/>
                    </a:cubicBezTo>
                    <a:cubicBezTo>
                      <a:pt x="24931" y="2404"/>
                      <a:pt x="24931" y="2404"/>
                      <a:pt x="24837" y="2488"/>
                    </a:cubicBezTo>
                    <a:cubicBezTo>
                      <a:pt x="24585" y="2722"/>
                      <a:pt x="24556" y="2916"/>
                      <a:pt x="24540" y="3250"/>
                    </a:cubicBezTo>
                    <a:cubicBezTo>
                      <a:pt x="24536" y="3301"/>
                      <a:pt x="24532" y="3351"/>
                      <a:pt x="24528" y="3403"/>
                    </a:cubicBezTo>
                    <a:cubicBezTo>
                      <a:pt x="24517" y="3535"/>
                      <a:pt x="24509" y="3667"/>
                      <a:pt x="24501" y="3799"/>
                    </a:cubicBezTo>
                    <a:cubicBezTo>
                      <a:pt x="24493" y="3935"/>
                      <a:pt x="24482" y="4070"/>
                      <a:pt x="24471" y="4206"/>
                    </a:cubicBezTo>
                    <a:cubicBezTo>
                      <a:pt x="24451" y="4470"/>
                      <a:pt x="24434" y="4735"/>
                      <a:pt x="24418" y="5000"/>
                    </a:cubicBezTo>
                    <a:cubicBezTo>
                      <a:pt x="24806" y="4833"/>
                      <a:pt x="24806" y="4833"/>
                      <a:pt x="24910" y="4682"/>
                    </a:cubicBezTo>
                    <a:cubicBezTo>
                      <a:pt x="24921" y="4644"/>
                      <a:pt x="24933" y="4605"/>
                      <a:pt x="24944" y="4565"/>
                    </a:cubicBezTo>
                    <a:cubicBezTo>
                      <a:pt x="24958" y="4522"/>
                      <a:pt x="24973" y="4479"/>
                      <a:pt x="24987" y="4435"/>
                    </a:cubicBezTo>
                    <a:cubicBezTo>
                      <a:pt x="24994" y="4412"/>
                      <a:pt x="24994" y="4412"/>
                      <a:pt x="25030" y="4297"/>
                    </a:cubicBezTo>
                    <a:cubicBezTo>
                      <a:pt x="25188" y="3862"/>
                      <a:pt x="25358" y="3412"/>
                      <a:pt x="25774" y="3164"/>
                    </a:cubicBezTo>
                    <a:cubicBezTo>
                      <a:pt x="26072" y="3050"/>
                      <a:pt x="26386" y="3102"/>
                      <a:pt x="26683" y="3198"/>
                    </a:cubicBezTo>
                    <a:cubicBezTo>
                      <a:pt x="26931" y="3311"/>
                      <a:pt x="27010" y="3453"/>
                      <a:pt x="27108" y="3702"/>
                    </a:cubicBezTo>
                    <a:cubicBezTo>
                      <a:pt x="27152" y="3841"/>
                      <a:pt x="27152" y="3841"/>
                      <a:pt x="27184" y="3978"/>
                    </a:cubicBezTo>
                    <a:cubicBezTo>
                      <a:pt x="27278" y="4344"/>
                      <a:pt x="27435" y="4480"/>
                      <a:pt x="27746" y="4671"/>
                    </a:cubicBezTo>
                    <a:cubicBezTo>
                      <a:pt x="27817" y="4712"/>
                      <a:pt x="27888" y="4752"/>
                      <a:pt x="27959" y="4792"/>
                    </a:cubicBezTo>
                    <a:cubicBezTo>
                      <a:pt x="27976" y="4771"/>
                      <a:pt x="27993" y="4750"/>
                      <a:pt x="28011" y="4728"/>
                    </a:cubicBezTo>
                    <a:cubicBezTo>
                      <a:pt x="28171" y="4531"/>
                      <a:pt x="28333" y="4334"/>
                      <a:pt x="28498" y="4140"/>
                    </a:cubicBezTo>
                    <a:cubicBezTo>
                      <a:pt x="28582" y="4040"/>
                      <a:pt x="28665" y="3939"/>
                      <a:pt x="28748" y="3837"/>
                    </a:cubicBezTo>
                    <a:cubicBezTo>
                      <a:pt x="29327" y="3122"/>
                      <a:pt x="29327" y="3122"/>
                      <a:pt x="29605" y="3073"/>
                    </a:cubicBezTo>
                    <a:cubicBezTo>
                      <a:pt x="29758" y="3065"/>
                      <a:pt x="29895" y="3086"/>
                      <a:pt x="30043" y="3125"/>
                    </a:cubicBezTo>
                    <a:cubicBezTo>
                      <a:pt x="30058" y="3359"/>
                      <a:pt x="30070" y="3592"/>
                      <a:pt x="30077" y="3826"/>
                    </a:cubicBezTo>
                    <a:cubicBezTo>
                      <a:pt x="30080" y="3905"/>
                      <a:pt x="30084" y="3985"/>
                      <a:pt x="30090" y="4064"/>
                    </a:cubicBezTo>
                    <a:cubicBezTo>
                      <a:pt x="30126" y="4600"/>
                      <a:pt x="30126" y="4600"/>
                      <a:pt x="30043" y="4792"/>
                    </a:cubicBezTo>
                    <a:cubicBezTo>
                      <a:pt x="29931" y="4848"/>
                      <a:pt x="29866" y="4870"/>
                      <a:pt x="29747" y="4889"/>
                    </a:cubicBezTo>
                    <a:cubicBezTo>
                      <a:pt x="29625" y="4910"/>
                      <a:pt x="29523" y="4932"/>
                      <a:pt x="29418" y="5000"/>
                    </a:cubicBezTo>
                    <a:cubicBezTo>
                      <a:pt x="29216" y="5310"/>
                      <a:pt x="29159" y="5730"/>
                      <a:pt x="29072" y="6085"/>
                    </a:cubicBezTo>
                    <a:cubicBezTo>
                      <a:pt x="28918" y="6704"/>
                      <a:pt x="28918" y="6704"/>
                      <a:pt x="28793" y="6875"/>
                    </a:cubicBezTo>
                    <a:cubicBezTo>
                      <a:pt x="28594" y="6980"/>
                      <a:pt x="28376" y="6929"/>
                      <a:pt x="28168" y="6875"/>
                    </a:cubicBezTo>
                    <a:cubicBezTo>
                      <a:pt x="28164" y="6845"/>
                      <a:pt x="28159" y="6814"/>
                      <a:pt x="28155" y="6783"/>
                    </a:cubicBezTo>
                    <a:cubicBezTo>
                      <a:pt x="28135" y="6644"/>
                      <a:pt x="28113" y="6506"/>
                      <a:pt x="28090" y="6367"/>
                    </a:cubicBezTo>
                    <a:cubicBezTo>
                      <a:pt x="28086" y="6343"/>
                      <a:pt x="28086" y="6343"/>
                      <a:pt x="28070" y="6222"/>
                    </a:cubicBezTo>
                    <a:cubicBezTo>
                      <a:pt x="28062" y="6176"/>
                      <a:pt x="28054" y="6129"/>
                      <a:pt x="28046" y="6081"/>
                    </a:cubicBezTo>
                    <a:cubicBezTo>
                      <a:pt x="28039" y="6039"/>
                      <a:pt x="28032" y="5996"/>
                      <a:pt x="28026" y="5953"/>
                    </a:cubicBezTo>
                    <a:cubicBezTo>
                      <a:pt x="27959" y="5833"/>
                      <a:pt x="27959" y="5833"/>
                      <a:pt x="27543" y="5625"/>
                    </a:cubicBezTo>
                    <a:cubicBezTo>
                      <a:pt x="27543" y="6656"/>
                      <a:pt x="27543" y="7688"/>
                      <a:pt x="27543" y="8750"/>
                    </a:cubicBezTo>
                    <a:cubicBezTo>
                      <a:pt x="27336" y="8750"/>
                      <a:pt x="27130" y="8750"/>
                      <a:pt x="26918" y="8750"/>
                    </a:cubicBezTo>
                    <a:cubicBezTo>
                      <a:pt x="26755" y="8451"/>
                      <a:pt x="26755" y="8451"/>
                      <a:pt x="26725" y="8316"/>
                    </a:cubicBezTo>
                    <a:cubicBezTo>
                      <a:pt x="26718" y="8287"/>
                      <a:pt x="26711" y="8257"/>
                      <a:pt x="26704" y="8227"/>
                    </a:cubicBezTo>
                    <a:cubicBezTo>
                      <a:pt x="26697" y="8198"/>
                      <a:pt x="26690" y="8168"/>
                      <a:pt x="26683" y="8138"/>
                    </a:cubicBezTo>
                    <a:cubicBezTo>
                      <a:pt x="26661" y="8051"/>
                      <a:pt x="26637" y="7964"/>
                      <a:pt x="26613" y="7877"/>
                    </a:cubicBezTo>
                    <a:cubicBezTo>
                      <a:pt x="26599" y="7823"/>
                      <a:pt x="26585" y="7769"/>
                      <a:pt x="26572" y="7714"/>
                    </a:cubicBezTo>
                    <a:cubicBezTo>
                      <a:pt x="26536" y="7571"/>
                      <a:pt x="26506" y="7505"/>
                      <a:pt x="26395" y="7405"/>
                    </a:cubicBezTo>
                    <a:cubicBezTo>
                      <a:pt x="26265" y="7261"/>
                      <a:pt x="26267" y="7192"/>
                      <a:pt x="26269" y="7000"/>
                    </a:cubicBezTo>
                    <a:cubicBezTo>
                      <a:pt x="26269" y="6972"/>
                      <a:pt x="26269" y="6943"/>
                      <a:pt x="26269" y="6914"/>
                    </a:cubicBezTo>
                    <a:cubicBezTo>
                      <a:pt x="26269" y="6820"/>
                      <a:pt x="26271" y="6727"/>
                      <a:pt x="26272" y="6633"/>
                    </a:cubicBezTo>
                    <a:cubicBezTo>
                      <a:pt x="26273" y="6568"/>
                      <a:pt x="26273" y="6503"/>
                      <a:pt x="26273" y="6438"/>
                    </a:cubicBezTo>
                    <a:cubicBezTo>
                      <a:pt x="26274" y="6267"/>
                      <a:pt x="26276" y="6096"/>
                      <a:pt x="26278" y="5925"/>
                    </a:cubicBezTo>
                    <a:cubicBezTo>
                      <a:pt x="26281" y="5751"/>
                      <a:pt x="26281" y="5576"/>
                      <a:pt x="26282" y="5402"/>
                    </a:cubicBezTo>
                    <a:cubicBezTo>
                      <a:pt x="26285" y="5059"/>
                      <a:pt x="26288" y="4717"/>
                      <a:pt x="26293" y="4375"/>
                    </a:cubicBezTo>
                    <a:cubicBezTo>
                      <a:pt x="26225" y="4405"/>
                      <a:pt x="26158" y="4435"/>
                      <a:pt x="26091" y="4466"/>
                    </a:cubicBezTo>
                    <a:cubicBezTo>
                      <a:pt x="26054" y="4483"/>
                      <a:pt x="26016" y="4500"/>
                      <a:pt x="25978" y="4518"/>
                    </a:cubicBezTo>
                    <a:cubicBezTo>
                      <a:pt x="25789" y="4639"/>
                      <a:pt x="25748" y="4834"/>
                      <a:pt x="25681" y="5039"/>
                    </a:cubicBezTo>
                    <a:cubicBezTo>
                      <a:pt x="25646" y="5132"/>
                      <a:pt x="25610" y="5224"/>
                      <a:pt x="25575" y="5317"/>
                    </a:cubicBezTo>
                    <a:cubicBezTo>
                      <a:pt x="25514" y="5477"/>
                      <a:pt x="25455" y="5638"/>
                      <a:pt x="25397" y="5799"/>
                    </a:cubicBezTo>
                    <a:cubicBezTo>
                      <a:pt x="25093" y="6636"/>
                      <a:pt x="25093" y="6636"/>
                      <a:pt x="24834" y="6875"/>
                    </a:cubicBezTo>
                    <a:cubicBezTo>
                      <a:pt x="24461" y="6973"/>
                      <a:pt x="24142" y="6799"/>
                      <a:pt x="23793" y="6667"/>
                    </a:cubicBezTo>
                    <a:cubicBezTo>
                      <a:pt x="23793" y="6117"/>
                      <a:pt x="23793" y="5567"/>
                      <a:pt x="23793" y="5000"/>
                    </a:cubicBezTo>
                    <a:cubicBezTo>
                      <a:pt x="23586" y="5000"/>
                      <a:pt x="23380" y="5000"/>
                      <a:pt x="23168" y="5000"/>
                    </a:cubicBezTo>
                    <a:cubicBezTo>
                      <a:pt x="23177" y="5066"/>
                      <a:pt x="23187" y="5131"/>
                      <a:pt x="23197" y="5199"/>
                    </a:cubicBezTo>
                    <a:cubicBezTo>
                      <a:pt x="23246" y="5673"/>
                      <a:pt x="23230" y="6040"/>
                      <a:pt x="22922" y="6424"/>
                    </a:cubicBezTo>
                    <a:cubicBezTo>
                      <a:pt x="22711" y="6648"/>
                      <a:pt x="22512" y="6857"/>
                      <a:pt x="22193" y="6889"/>
                    </a:cubicBezTo>
                    <a:cubicBezTo>
                      <a:pt x="21878" y="6869"/>
                      <a:pt x="21585" y="6781"/>
                      <a:pt x="21293" y="6667"/>
                    </a:cubicBezTo>
                    <a:cubicBezTo>
                      <a:pt x="21293" y="6529"/>
                      <a:pt x="21293" y="6392"/>
                      <a:pt x="21293" y="6250"/>
                    </a:cubicBezTo>
                    <a:cubicBezTo>
                      <a:pt x="21086" y="6250"/>
                      <a:pt x="20880" y="6250"/>
                      <a:pt x="20668" y="6250"/>
                    </a:cubicBezTo>
                    <a:cubicBezTo>
                      <a:pt x="20671" y="6296"/>
                      <a:pt x="20674" y="6342"/>
                      <a:pt x="20678" y="6390"/>
                    </a:cubicBezTo>
                    <a:cubicBezTo>
                      <a:pt x="20778" y="7934"/>
                      <a:pt x="20778" y="7934"/>
                      <a:pt x="20394" y="8438"/>
                    </a:cubicBezTo>
                    <a:cubicBezTo>
                      <a:pt x="20382" y="8454"/>
                      <a:pt x="20382" y="8454"/>
                      <a:pt x="20320" y="8538"/>
                    </a:cubicBezTo>
                    <a:cubicBezTo>
                      <a:pt x="20188" y="8685"/>
                      <a:pt x="20078" y="8754"/>
                      <a:pt x="19881" y="8769"/>
                    </a:cubicBezTo>
                    <a:cubicBezTo>
                      <a:pt x="19726" y="8772"/>
                      <a:pt x="19573" y="8764"/>
                      <a:pt x="19418" y="8750"/>
                    </a:cubicBezTo>
                    <a:cubicBezTo>
                      <a:pt x="19421" y="8713"/>
                      <a:pt x="19424" y="8676"/>
                      <a:pt x="19428" y="8639"/>
                    </a:cubicBezTo>
                    <a:cubicBezTo>
                      <a:pt x="19450" y="8355"/>
                      <a:pt x="19464" y="8072"/>
                      <a:pt x="19458" y="7788"/>
                    </a:cubicBezTo>
                    <a:cubicBezTo>
                      <a:pt x="19458" y="7761"/>
                      <a:pt x="19458" y="7734"/>
                      <a:pt x="19459" y="7706"/>
                    </a:cubicBezTo>
                    <a:cubicBezTo>
                      <a:pt x="19456" y="7630"/>
                      <a:pt x="19456" y="7630"/>
                      <a:pt x="19418" y="7500"/>
                    </a:cubicBezTo>
                    <a:cubicBezTo>
                      <a:pt x="19261" y="7412"/>
                      <a:pt x="19136" y="7379"/>
                      <a:pt x="18959" y="7362"/>
                    </a:cubicBezTo>
                    <a:cubicBezTo>
                      <a:pt x="18831" y="7330"/>
                      <a:pt x="18799" y="7301"/>
                      <a:pt x="18726" y="7188"/>
                    </a:cubicBezTo>
                    <a:cubicBezTo>
                      <a:pt x="18604" y="6923"/>
                      <a:pt x="18512" y="6646"/>
                      <a:pt x="18428" y="6366"/>
                    </a:cubicBezTo>
                    <a:cubicBezTo>
                      <a:pt x="18376" y="6250"/>
                      <a:pt x="18376" y="6250"/>
                      <a:pt x="18270" y="6157"/>
                    </a:cubicBezTo>
                    <a:cubicBezTo>
                      <a:pt x="18141" y="6011"/>
                      <a:pt x="18142" y="5942"/>
                      <a:pt x="18144" y="5750"/>
                    </a:cubicBezTo>
                    <a:cubicBezTo>
                      <a:pt x="18144" y="5722"/>
                      <a:pt x="18144" y="5693"/>
                      <a:pt x="18144" y="5664"/>
                    </a:cubicBezTo>
                    <a:cubicBezTo>
                      <a:pt x="18144" y="5570"/>
                      <a:pt x="18146" y="5477"/>
                      <a:pt x="18147" y="5383"/>
                    </a:cubicBezTo>
                    <a:cubicBezTo>
                      <a:pt x="18148" y="5318"/>
                      <a:pt x="18148" y="5253"/>
                      <a:pt x="18148" y="5188"/>
                    </a:cubicBezTo>
                    <a:cubicBezTo>
                      <a:pt x="18149" y="5017"/>
                      <a:pt x="18151" y="4846"/>
                      <a:pt x="18153" y="4675"/>
                    </a:cubicBezTo>
                    <a:cubicBezTo>
                      <a:pt x="18156" y="4501"/>
                      <a:pt x="18156" y="4326"/>
                      <a:pt x="18158" y="4152"/>
                    </a:cubicBezTo>
                    <a:cubicBezTo>
                      <a:pt x="18160" y="3809"/>
                      <a:pt x="18163" y="3467"/>
                      <a:pt x="18168" y="3125"/>
                    </a:cubicBezTo>
                    <a:cubicBezTo>
                      <a:pt x="17961" y="3125"/>
                      <a:pt x="17755" y="3125"/>
                      <a:pt x="17543" y="3125"/>
                    </a:cubicBezTo>
                    <a:cubicBezTo>
                      <a:pt x="17545" y="3192"/>
                      <a:pt x="17547" y="3259"/>
                      <a:pt x="17549" y="3329"/>
                    </a:cubicBezTo>
                    <a:cubicBezTo>
                      <a:pt x="17556" y="3552"/>
                      <a:pt x="17561" y="3776"/>
                      <a:pt x="17564" y="4000"/>
                    </a:cubicBezTo>
                    <a:cubicBezTo>
                      <a:pt x="17566" y="4135"/>
                      <a:pt x="17569" y="4271"/>
                      <a:pt x="17574" y="4406"/>
                    </a:cubicBezTo>
                    <a:cubicBezTo>
                      <a:pt x="17607" y="5370"/>
                      <a:pt x="17607" y="5370"/>
                      <a:pt x="17452" y="5557"/>
                    </a:cubicBezTo>
                    <a:cubicBezTo>
                      <a:pt x="17339" y="5653"/>
                      <a:pt x="17339" y="5653"/>
                      <a:pt x="17224" y="5736"/>
                    </a:cubicBezTo>
                    <a:cubicBezTo>
                      <a:pt x="17016" y="5942"/>
                      <a:pt x="17041" y="6283"/>
                      <a:pt x="17022" y="6562"/>
                    </a:cubicBezTo>
                    <a:cubicBezTo>
                      <a:pt x="16977" y="7222"/>
                      <a:pt x="16977" y="7222"/>
                      <a:pt x="16821" y="7405"/>
                    </a:cubicBezTo>
                    <a:cubicBezTo>
                      <a:pt x="16746" y="7469"/>
                      <a:pt x="16670" y="7533"/>
                      <a:pt x="16595" y="7597"/>
                    </a:cubicBezTo>
                    <a:cubicBezTo>
                      <a:pt x="16421" y="7803"/>
                      <a:pt x="16441" y="8057"/>
                      <a:pt x="16428" y="8316"/>
                    </a:cubicBezTo>
                    <a:cubicBezTo>
                      <a:pt x="16394" y="8921"/>
                      <a:pt x="16274" y="9369"/>
                      <a:pt x="15820" y="9787"/>
                    </a:cubicBezTo>
                    <a:cubicBezTo>
                      <a:pt x="15533" y="10005"/>
                      <a:pt x="15257" y="10080"/>
                      <a:pt x="14899" y="10039"/>
                    </a:cubicBezTo>
                    <a:cubicBezTo>
                      <a:pt x="14698" y="9997"/>
                      <a:pt x="14561" y="9942"/>
                      <a:pt x="14418" y="9792"/>
                    </a:cubicBezTo>
                    <a:cubicBezTo>
                      <a:pt x="14286" y="9514"/>
                      <a:pt x="14277" y="9181"/>
                      <a:pt x="14267" y="8878"/>
                    </a:cubicBezTo>
                    <a:cubicBezTo>
                      <a:pt x="14266" y="8846"/>
                      <a:pt x="14264" y="8814"/>
                      <a:pt x="14263" y="8781"/>
                    </a:cubicBezTo>
                    <a:cubicBezTo>
                      <a:pt x="14260" y="8720"/>
                      <a:pt x="14260" y="8659"/>
                      <a:pt x="14262" y="8597"/>
                    </a:cubicBezTo>
                    <a:cubicBezTo>
                      <a:pt x="14257" y="8434"/>
                      <a:pt x="14236" y="8359"/>
                      <a:pt x="14115" y="8243"/>
                    </a:cubicBezTo>
                    <a:cubicBezTo>
                      <a:pt x="14077" y="8210"/>
                      <a:pt x="14039" y="8178"/>
                      <a:pt x="14000" y="8145"/>
                    </a:cubicBezTo>
                    <a:cubicBezTo>
                      <a:pt x="13846" y="8001"/>
                      <a:pt x="13768" y="7901"/>
                      <a:pt x="13748" y="7686"/>
                    </a:cubicBezTo>
                    <a:cubicBezTo>
                      <a:pt x="13743" y="7536"/>
                      <a:pt x="13747" y="7388"/>
                      <a:pt x="13752" y="7238"/>
                    </a:cubicBezTo>
                    <a:cubicBezTo>
                      <a:pt x="13753" y="7173"/>
                      <a:pt x="13753" y="7108"/>
                      <a:pt x="13754" y="7044"/>
                    </a:cubicBezTo>
                    <a:cubicBezTo>
                      <a:pt x="13755" y="6874"/>
                      <a:pt x="13759" y="6705"/>
                      <a:pt x="13764" y="6536"/>
                    </a:cubicBezTo>
                    <a:cubicBezTo>
                      <a:pt x="13768" y="6363"/>
                      <a:pt x="13770" y="6190"/>
                      <a:pt x="13772" y="6016"/>
                    </a:cubicBezTo>
                    <a:cubicBezTo>
                      <a:pt x="13777" y="5677"/>
                      <a:pt x="13784" y="5339"/>
                      <a:pt x="13793" y="5000"/>
                    </a:cubicBezTo>
                    <a:cubicBezTo>
                      <a:pt x="13407" y="5165"/>
                      <a:pt x="13407" y="5165"/>
                      <a:pt x="13294" y="5324"/>
                    </a:cubicBezTo>
                    <a:cubicBezTo>
                      <a:pt x="13280" y="5366"/>
                      <a:pt x="13266" y="5407"/>
                      <a:pt x="13251" y="5449"/>
                    </a:cubicBezTo>
                    <a:cubicBezTo>
                      <a:pt x="13235" y="5495"/>
                      <a:pt x="13219" y="5540"/>
                      <a:pt x="13201" y="5587"/>
                    </a:cubicBezTo>
                    <a:cubicBezTo>
                      <a:pt x="13194" y="5610"/>
                      <a:pt x="13194" y="5610"/>
                      <a:pt x="13155" y="5729"/>
                    </a:cubicBezTo>
                    <a:cubicBezTo>
                      <a:pt x="13122" y="5823"/>
                      <a:pt x="13090" y="5916"/>
                      <a:pt x="13056" y="6009"/>
                    </a:cubicBezTo>
                    <a:cubicBezTo>
                      <a:pt x="13042" y="6050"/>
                      <a:pt x="13029" y="6091"/>
                      <a:pt x="13015" y="6134"/>
                    </a:cubicBezTo>
                    <a:cubicBezTo>
                      <a:pt x="12959" y="6250"/>
                      <a:pt x="12959" y="6250"/>
                      <a:pt x="12853" y="6345"/>
                    </a:cubicBezTo>
                    <a:cubicBezTo>
                      <a:pt x="12711" y="6502"/>
                      <a:pt x="12705" y="6638"/>
                      <a:pt x="12685" y="6843"/>
                    </a:cubicBezTo>
                    <a:cubicBezTo>
                      <a:pt x="12681" y="6880"/>
                      <a:pt x="12676" y="6917"/>
                      <a:pt x="12672" y="6954"/>
                    </a:cubicBezTo>
                    <a:cubicBezTo>
                      <a:pt x="12659" y="7071"/>
                      <a:pt x="12646" y="7188"/>
                      <a:pt x="12634" y="7305"/>
                    </a:cubicBezTo>
                    <a:cubicBezTo>
                      <a:pt x="12625" y="7384"/>
                      <a:pt x="12616" y="7463"/>
                      <a:pt x="12607" y="7543"/>
                    </a:cubicBezTo>
                    <a:cubicBezTo>
                      <a:pt x="12584" y="7737"/>
                      <a:pt x="12563" y="7931"/>
                      <a:pt x="12543" y="8125"/>
                    </a:cubicBezTo>
                    <a:cubicBezTo>
                      <a:pt x="12336" y="8125"/>
                      <a:pt x="12130" y="8125"/>
                      <a:pt x="11918" y="8125"/>
                    </a:cubicBezTo>
                    <a:cubicBezTo>
                      <a:pt x="11916" y="8101"/>
                      <a:pt x="11916" y="8101"/>
                      <a:pt x="11905" y="7979"/>
                    </a:cubicBezTo>
                    <a:cubicBezTo>
                      <a:pt x="11889" y="7797"/>
                      <a:pt x="11871" y="7617"/>
                      <a:pt x="11852" y="7436"/>
                    </a:cubicBezTo>
                    <a:cubicBezTo>
                      <a:pt x="11844" y="7358"/>
                      <a:pt x="11836" y="7280"/>
                      <a:pt x="11830" y="7202"/>
                    </a:cubicBezTo>
                    <a:cubicBezTo>
                      <a:pt x="11772" y="6524"/>
                      <a:pt x="11772" y="6524"/>
                      <a:pt x="11609" y="6353"/>
                    </a:cubicBezTo>
                    <a:cubicBezTo>
                      <a:pt x="11571" y="6325"/>
                      <a:pt x="11534" y="6298"/>
                      <a:pt x="11495" y="6270"/>
                    </a:cubicBezTo>
                    <a:cubicBezTo>
                      <a:pt x="11360" y="6159"/>
                      <a:pt x="11304" y="6101"/>
                      <a:pt x="11271" y="5929"/>
                    </a:cubicBezTo>
                    <a:cubicBezTo>
                      <a:pt x="11242" y="5603"/>
                      <a:pt x="11253" y="5277"/>
                      <a:pt x="11264" y="4951"/>
                    </a:cubicBezTo>
                    <a:cubicBezTo>
                      <a:pt x="11268" y="4815"/>
                      <a:pt x="11270" y="4680"/>
                      <a:pt x="11272" y="4544"/>
                    </a:cubicBezTo>
                    <a:cubicBezTo>
                      <a:pt x="11277" y="4279"/>
                      <a:pt x="11284" y="4015"/>
                      <a:pt x="11293" y="3750"/>
                    </a:cubicBezTo>
                    <a:cubicBezTo>
                      <a:pt x="11086" y="3750"/>
                      <a:pt x="10880" y="3750"/>
                      <a:pt x="10668" y="3750"/>
                    </a:cubicBezTo>
                    <a:cubicBezTo>
                      <a:pt x="10669" y="3774"/>
                      <a:pt x="10669" y="3774"/>
                      <a:pt x="10674" y="3896"/>
                    </a:cubicBezTo>
                    <a:cubicBezTo>
                      <a:pt x="10682" y="4077"/>
                      <a:pt x="10687" y="4258"/>
                      <a:pt x="10691" y="4439"/>
                    </a:cubicBezTo>
                    <a:cubicBezTo>
                      <a:pt x="10693" y="4517"/>
                      <a:pt x="10695" y="4595"/>
                      <a:pt x="10699" y="4673"/>
                    </a:cubicBezTo>
                    <a:cubicBezTo>
                      <a:pt x="10729" y="5326"/>
                      <a:pt x="10729" y="5326"/>
                      <a:pt x="10580" y="5545"/>
                    </a:cubicBezTo>
                    <a:cubicBezTo>
                      <a:pt x="10508" y="5613"/>
                      <a:pt x="10433" y="5677"/>
                      <a:pt x="10356" y="5739"/>
                    </a:cubicBezTo>
                    <a:cubicBezTo>
                      <a:pt x="10174" y="5902"/>
                      <a:pt x="10119" y="6115"/>
                      <a:pt x="10043" y="6341"/>
                    </a:cubicBezTo>
                    <a:cubicBezTo>
                      <a:pt x="9657" y="7367"/>
                      <a:pt x="9657" y="7367"/>
                      <a:pt x="9349" y="7539"/>
                    </a:cubicBezTo>
                    <a:cubicBezTo>
                      <a:pt x="9185" y="7601"/>
                      <a:pt x="9043" y="7602"/>
                      <a:pt x="8877" y="7545"/>
                    </a:cubicBezTo>
                    <a:cubicBezTo>
                      <a:pt x="8544" y="7367"/>
                      <a:pt x="8302" y="7011"/>
                      <a:pt x="8168" y="6667"/>
                    </a:cubicBezTo>
                    <a:cubicBezTo>
                      <a:pt x="8102" y="6319"/>
                      <a:pt x="8129" y="5974"/>
                      <a:pt x="8168" y="5625"/>
                    </a:cubicBezTo>
                    <a:cubicBezTo>
                      <a:pt x="7961" y="5625"/>
                      <a:pt x="7755" y="5625"/>
                      <a:pt x="7543" y="5625"/>
                    </a:cubicBezTo>
                    <a:cubicBezTo>
                      <a:pt x="7548" y="5695"/>
                      <a:pt x="7552" y="5766"/>
                      <a:pt x="7557" y="5838"/>
                    </a:cubicBezTo>
                    <a:cubicBezTo>
                      <a:pt x="7561" y="5932"/>
                      <a:pt x="7565" y="6026"/>
                      <a:pt x="7569" y="6120"/>
                    </a:cubicBezTo>
                    <a:cubicBezTo>
                      <a:pt x="7572" y="6166"/>
                      <a:pt x="7576" y="6212"/>
                      <a:pt x="7579" y="6260"/>
                    </a:cubicBezTo>
                    <a:cubicBezTo>
                      <a:pt x="7590" y="6616"/>
                      <a:pt x="7590" y="6616"/>
                      <a:pt x="7453" y="6764"/>
                    </a:cubicBezTo>
                    <a:cubicBezTo>
                      <a:pt x="7416" y="6794"/>
                      <a:pt x="7379" y="6824"/>
                      <a:pt x="7341" y="6855"/>
                    </a:cubicBezTo>
                    <a:cubicBezTo>
                      <a:pt x="7014" y="7142"/>
                      <a:pt x="7030" y="7532"/>
                      <a:pt x="6996" y="7943"/>
                    </a:cubicBezTo>
                    <a:cubicBezTo>
                      <a:pt x="6988" y="8021"/>
                      <a:pt x="6980" y="8100"/>
                      <a:pt x="6971" y="8178"/>
                    </a:cubicBezTo>
                    <a:cubicBezTo>
                      <a:pt x="6952" y="8369"/>
                      <a:pt x="6934" y="8559"/>
                      <a:pt x="6918" y="8750"/>
                    </a:cubicBezTo>
                    <a:cubicBezTo>
                      <a:pt x="6382" y="8803"/>
                      <a:pt x="6382" y="8803"/>
                      <a:pt x="6189" y="8689"/>
                    </a:cubicBezTo>
                    <a:cubicBezTo>
                      <a:pt x="6103" y="8597"/>
                      <a:pt x="6035" y="8504"/>
                      <a:pt x="5967" y="8398"/>
                    </a:cubicBezTo>
                    <a:cubicBezTo>
                      <a:pt x="5942" y="8361"/>
                      <a:pt x="5916" y="8325"/>
                      <a:pt x="5890" y="8287"/>
                    </a:cubicBezTo>
                    <a:cubicBezTo>
                      <a:pt x="5601" y="7850"/>
                      <a:pt x="5420" y="7368"/>
                      <a:pt x="5251" y="6875"/>
                    </a:cubicBezTo>
                    <a:cubicBezTo>
                      <a:pt x="5239" y="6840"/>
                      <a:pt x="5226" y="6804"/>
                      <a:pt x="5214" y="6768"/>
                    </a:cubicBezTo>
                    <a:cubicBezTo>
                      <a:pt x="5154" y="6596"/>
                      <a:pt x="5096" y="6424"/>
                      <a:pt x="5043" y="6250"/>
                    </a:cubicBezTo>
                    <a:cubicBezTo>
                      <a:pt x="5020" y="6269"/>
                      <a:pt x="4997" y="6288"/>
                      <a:pt x="4973" y="6307"/>
                    </a:cubicBezTo>
                    <a:cubicBezTo>
                      <a:pt x="4867" y="6394"/>
                      <a:pt x="4759" y="6478"/>
                      <a:pt x="4652" y="6562"/>
                    </a:cubicBezTo>
                    <a:cubicBezTo>
                      <a:pt x="4634" y="6578"/>
                      <a:pt x="4634" y="6578"/>
                      <a:pt x="4542" y="6653"/>
                    </a:cubicBezTo>
                    <a:cubicBezTo>
                      <a:pt x="4333" y="6815"/>
                      <a:pt x="4162" y="6931"/>
                      <a:pt x="3889" y="6907"/>
                    </a:cubicBezTo>
                    <a:cubicBezTo>
                      <a:pt x="3693" y="6841"/>
                      <a:pt x="3594" y="6689"/>
                      <a:pt x="3480" y="6523"/>
                    </a:cubicBezTo>
                    <a:cubicBezTo>
                      <a:pt x="3467" y="6505"/>
                      <a:pt x="3467" y="6505"/>
                      <a:pt x="3400" y="6412"/>
                    </a:cubicBezTo>
                    <a:cubicBezTo>
                      <a:pt x="3056" y="5910"/>
                      <a:pt x="2803" y="5309"/>
                      <a:pt x="2685" y="4711"/>
                    </a:cubicBezTo>
                    <a:cubicBezTo>
                      <a:pt x="2649" y="4583"/>
                      <a:pt x="2617" y="4487"/>
                      <a:pt x="2543" y="4375"/>
                    </a:cubicBezTo>
                    <a:cubicBezTo>
                      <a:pt x="2424" y="4356"/>
                      <a:pt x="2340" y="4351"/>
                      <a:pt x="2223" y="4360"/>
                    </a:cubicBezTo>
                    <a:cubicBezTo>
                      <a:pt x="2194" y="4361"/>
                      <a:pt x="2164" y="4362"/>
                      <a:pt x="2134" y="4363"/>
                    </a:cubicBezTo>
                    <a:cubicBezTo>
                      <a:pt x="2062" y="4366"/>
                      <a:pt x="1990" y="4370"/>
                      <a:pt x="1918" y="4375"/>
                    </a:cubicBezTo>
                    <a:cubicBezTo>
                      <a:pt x="1919" y="4399"/>
                      <a:pt x="1919" y="4399"/>
                      <a:pt x="1924" y="4521"/>
                    </a:cubicBezTo>
                    <a:cubicBezTo>
                      <a:pt x="1932" y="4702"/>
                      <a:pt x="1937" y="4883"/>
                      <a:pt x="1941" y="5064"/>
                    </a:cubicBezTo>
                    <a:cubicBezTo>
                      <a:pt x="1943" y="5142"/>
                      <a:pt x="1945" y="5220"/>
                      <a:pt x="1949" y="5298"/>
                    </a:cubicBezTo>
                    <a:cubicBezTo>
                      <a:pt x="1954" y="5411"/>
                      <a:pt x="1957" y="5524"/>
                      <a:pt x="1958" y="5636"/>
                    </a:cubicBezTo>
                    <a:cubicBezTo>
                      <a:pt x="1961" y="5671"/>
                      <a:pt x="1963" y="5705"/>
                      <a:pt x="1965" y="5740"/>
                    </a:cubicBezTo>
                    <a:cubicBezTo>
                      <a:pt x="1965" y="5918"/>
                      <a:pt x="1949" y="6008"/>
                      <a:pt x="1825" y="6141"/>
                    </a:cubicBezTo>
                    <a:cubicBezTo>
                      <a:pt x="1788" y="6174"/>
                      <a:pt x="1751" y="6207"/>
                      <a:pt x="1712" y="6241"/>
                    </a:cubicBezTo>
                    <a:cubicBezTo>
                      <a:pt x="1459" y="6474"/>
                      <a:pt x="1431" y="6666"/>
                      <a:pt x="1415" y="7000"/>
                    </a:cubicBezTo>
                    <a:cubicBezTo>
                      <a:pt x="1411" y="7051"/>
                      <a:pt x="1407" y="7101"/>
                      <a:pt x="1403" y="7153"/>
                    </a:cubicBezTo>
                    <a:cubicBezTo>
                      <a:pt x="1392" y="7285"/>
                      <a:pt x="1384" y="7417"/>
                      <a:pt x="1376" y="7549"/>
                    </a:cubicBezTo>
                    <a:cubicBezTo>
                      <a:pt x="1368" y="7685"/>
                      <a:pt x="1357" y="7820"/>
                      <a:pt x="1346" y="7956"/>
                    </a:cubicBezTo>
                    <a:cubicBezTo>
                      <a:pt x="1326" y="8220"/>
                      <a:pt x="1309" y="8485"/>
                      <a:pt x="1293" y="8750"/>
                    </a:cubicBezTo>
                    <a:cubicBezTo>
                      <a:pt x="765" y="8803"/>
                      <a:pt x="765" y="8803"/>
                      <a:pt x="554" y="8689"/>
                    </a:cubicBezTo>
                    <a:cubicBezTo>
                      <a:pt x="456" y="8598"/>
                      <a:pt x="380" y="8507"/>
                      <a:pt x="303" y="8398"/>
                    </a:cubicBezTo>
                    <a:cubicBezTo>
                      <a:pt x="276" y="8361"/>
                      <a:pt x="250" y="8324"/>
                      <a:pt x="222" y="8285"/>
                    </a:cubicBezTo>
                    <a:cubicBezTo>
                      <a:pt x="39" y="7991"/>
                      <a:pt x="0" y="7760"/>
                      <a:pt x="69" y="7422"/>
                    </a:cubicBezTo>
                    <a:cubicBezTo>
                      <a:pt x="210" y="6860"/>
                      <a:pt x="534" y="5910"/>
                      <a:pt x="987" y="5533"/>
                    </a:cubicBezTo>
                    <a:cubicBezTo>
                      <a:pt x="1134" y="5358"/>
                      <a:pt x="1120" y="5192"/>
                      <a:pt x="1128" y="4970"/>
                    </a:cubicBezTo>
                    <a:cubicBezTo>
                      <a:pt x="1134" y="4879"/>
                      <a:pt x="1140" y="4789"/>
                      <a:pt x="1146" y="4699"/>
                    </a:cubicBezTo>
                    <a:cubicBezTo>
                      <a:pt x="1155" y="4557"/>
                      <a:pt x="1162" y="4416"/>
                      <a:pt x="1168" y="4275"/>
                    </a:cubicBezTo>
                    <a:cubicBezTo>
                      <a:pt x="1198" y="3576"/>
                      <a:pt x="1344" y="3086"/>
                      <a:pt x="1836" y="2569"/>
                    </a:cubicBezTo>
                    <a:cubicBezTo>
                      <a:pt x="1963" y="2461"/>
                      <a:pt x="2066" y="2428"/>
                      <a:pt x="2230" y="2396"/>
                    </a:cubicBezTo>
                    <a:cubicBezTo>
                      <a:pt x="2483" y="2421"/>
                      <a:pt x="2627" y="2559"/>
                      <a:pt x="2788" y="2747"/>
                    </a:cubicBezTo>
                    <a:cubicBezTo>
                      <a:pt x="3089" y="3139"/>
                      <a:pt x="3286" y="3564"/>
                      <a:pt x="3450" y="4029"/>
                    </a:cubicBezTo>
                    <a:cubicBezTo>
                      <a:pt x="3567" y="4360"/>
                      <a:pt x="3567" y="4360"/>
                      <a:pt x="3699" y="4476"/>
                    </a:cubicBezTo>
                    <a:cubicBezTo>
                      <a:pt x="3859" y="4659"/>
                      <a:pt x="3814" y="4884"/>
                      <a:pt x="3806" y="5117"/>
                    </a:cubicBezTo>
                    <a:cubicBezTo>
                      <a:pt x="3805" y="5166"/>
                      <a:pt x="3804" y="5215"/>
                      <a:pt x="3803" y="5265"/>
                    </a:cubicBezTo>
                    <a:cubicBezTo>
                      <a:pt x="3800" y="5385"/>
                      <a:pt x="3797" y="5505"/>
                      <a:pt x="3793" y="5625"/>
                    </a:cubicBezTo>
                    <a:cubicBezTo>
                      <a:pt x="4236" y="5700"/>
                      <a:pt x="4236" y="5700"/>
                      <a:pt x="4418" y="5625"/>
                    </a:cubicBezTo>
                    <a:cubicBezTo>
                      <a:pt x="4558" y="5453"/>
                      <a:pt x="4589" y="5213"/>
                      <a:pt x="4626" y="5000"/>
                    </a:cubicBezTo>
                    <a:cubicBezTo>
                      <a:pt x="5366" y="5047"/>
                      <a:pt x="5366" y="5047"/>
                      <a:pt x="5668" y="5208"/>
                    </a:cubicBezTo>
                    <a:cubicBezTo>
                      <a:pt x="5855" y="5454"/>
                      <a:pt x="5847" y="5740"/>
                      <a:pt x="5876" y="6042"/>
                    </a:cubicBezTo>
                    <a:cubicBezTo>
                      <a:pt x="6151" y="6042"/>
                      <a:pt x="6426" y="6042"/>
                      <a:pt x="6709" y="6042"/>
                    </a:cubicBezTo>
                    <a:cubicBezTo>
                      <a:pt x="6716" y="5990"/>
                      <a:pt x="6716" y="5990"/>
                      <a:pt x="6748" y="5730"/>
                    </a:cubicBezTo>
                    <a:cubicBezTo>
                      <a:pt x="6760" y="5630"/>
                      <a:pt x="6774" y="5530"/>
                      <a:pt x="6787" y="5430"/>
                    </a:cubicBezTo>
                    <a:cubicBezTo>
                      <a:pt x="6796" y="5361"/>
                      <a:pt x="6805" y="5291"/>
                      <a:pt x="6813" y="5222"/>
                    </a:cubicBezTo>
                    <a:cubicBezTo>
                      <a:pt x="6825" y="5122"/>
                      <a:pt x="6838" y="5022"/>
                      <a:pt x="6852" y="4923"/>
                    </a:cubicBezTo>
                    <a:cubicBezTo>
                      <a:pt x="6855" y="4892"/>
                      <a:pt x="6859" y="4861"/>
                      <a:pt x="6862" y="4829"/>
                    </a:cubicBezTo>
                    <a:cubicBezTo>
                      <a:pt x="6885" y="4674"/>
                      <a:pt x="6912" y="4591"/>
                      <a:pt x="7005" y="4460"/>
                    </a:cubicBezTo>
                    <a:cubicBezTo>
                      <a:pt x="7163" y="4349"/>
                      <a:pt x="7270" y="4345"/>
                      <a:pt x="7458" y="4347"/>
                    </a:cubicBezTo>
                    <a:cubicBezTo>
                      <a:pt x="7490" y="4347"/>
                      <a:pt x="7521" y="4347"/>
                      <a:pt x="7554" y="4347"/>
                    </a:cubicBezTo>
                    <a:cubicBezTo>
                      <a:pt x="7620" y="4347"/>
                      <a:pt x="7687" y="4347"/>
                      <a:pt x="7753" y="4348"/>
                    </a:cubicBezTo>
                    <a:cubicBezTo>
                      <a:pt x="7855" y="4349"/>
                      <a:pt x="7956" y="4348"/>
                      <a:pt x="8058" y="4346"/>
                    </a:cubicBezTo>
                    <a:cubicBezTo>
                      <a:pt x="8123" y="4347"/>
                      <a:pt x="8188" y="4347"/>
                      <a:pt x="8252" y="4347"/>
                    </a:cubicBezTo>
                    <a:cubicBezTo>
                      <a:pt x="8282" y="4347"/>
                      <a:pt x="8313" y="4346"/>
                      <a:pt x="8344" y="4346"/>
                    </a:cubicBezTo>
                    <a:cubicBezTo>
                      <a:pt x="8501" y="4350"/>
                      <a:pt x="8573" y="4368"/>
                      <a:pt x="8708" y="4457"/>
                    </a:cubicBezTo>
                    <a:cubicBezTo>
                      <a:pt x="8825" y="4631"/>
                      <a:pt x="8819" y="4763"/>
                      <a:pt x="8813" y="4968"/>
                    </a:cubicBezTo>
                    <a:cubicBezTo>
                      <a:pt x="8813" y="5005"/>
                      <a:pt x="8812" y="5042"/>
                      <a:pt x="8812" y="5079"/>
                    </a:cubicBezTo>
                    <a:cubicBezTo>
                      <a:pt x="8811" y="5196"/>
                      <a:pt x="8808" y="5313"/>
                      <a:pt x="8806" y="5430"/>
                    </a:cubicBezTo>
                    <a:cubicBezTo>
                      <a:pt x="8805" y="5509"/>
                      <a:pt x="8804" y="5588"/>
                      <a:pt x="8803" y="5668"/>
                    </a:cubicBezTo>
                    <a:cubicBezTo>
                      <a:pt x="8801" y="5862"/>
                      <a:pt x="8797" y="6056"/>
                      <a:pt x="8793" y="6250"/>
                    </a:cubicBezTo>
                    <a:cubicBezTo>
                      <a:pt x="8999" y="6250"/>
                      <a:pt x="9205" y="6250"/>
                      <a:pt x="9418" y="6250"/>
                    </a:cubicBezTo>
                    <a:cubicBezTo>
                      <a:pt x="9417" y="6226"/>
                      <a:pt x="9417" y="6226"/>
                      <a:pt x="9411" y="6104"/>
                    </a:cubicBezTo>
                    <a:cubicBezTo>
                      <a:pt x="9404" y="5923"/>
                      <a:pt x="9399" y="5742"/>
                      <a:pt x="9395" y="5561"/>
                    </a:cubicBezTo>
                    <a:cubicBezTo>
                      <a:pt x="9393" y="5483"/>
                      <a:pt x="9390" y="5405"/>
                      <a:pt x="9386" y="5327"/>
                    </a:cubicBezTo>
                    <a:cubicBezTo>
                      <a:pt x="9356" y="4658"/>
                      <a:pt x="9356" y="4658"/>
                      <a:pt x="9509" y="4473"/>
                    </a:cubicBezTo>
                    <a:cubicBezTo>
                      <a:pt x="9546" y="4445"/>
                      <a:pt x="9583" y="4416"/>
                      <a:pt x="9621" y="4386"/>
                    </a:cubicBezTo>
                    <a:cubicBezTo>
                      <a:pt x="9792" y="4249"/>
                      <a:pt x="9846" y="4165"/>
                      <a:pt x="9881" y="3947"/>
                    </a:cubicBezTo>
                    <a:cubicBezTo>
                      <a:pt x="9911" y="3674"/>
                      <a:pt x="9926" y="3400"/>
                      <a:pt x="9939" y="3125"/>
                    </a:cubicBezTo>
                    <a:cubicBezTo>
                      <a:pt x="9985" y="2121"/>
                      <a:pt x="9985" y="2121"/>
                      <a:pt x="10138" y="1956"/>
                    </a:cubicBezTo>
                    <a:cubicBezTo>
                      <a:pt x="10211" y="1895"/>
                      <a:pt x="10286" y="1835"/>
                      <a:pt x="10362" y="1777"/>
                    </a:cubicBezTo>
                    <a:cubicBezTo>
                      <a:pt x="10584" y="1526"/>
                      <a:pt x="10562" y="1128"/>
                      <a:pt x="10590" y="807"/>
                    </a:cubicBezTo>
                    <a:cubicBezTo>
                      <a:pt x="10597" y="729"/>
                      <a:pt x="10606" y="650"/>
                      <a:pt x="10614" y="572"/>
                    </a:cubicBezTo>
                    <a:cubicBezTo>
                      <a:pt x="10634" y="381"/>
                      <a:pt x="10651" y="191"/>
                      <a:pt x="10668" y="0"/>
                    </a:cubicBezTo>
                    <a:close/>
                  </a:path>
                </a:pathLst>
              </a:custGeom>
              <a:solidFill>
                <a:srgbClr val="EF55AB"/>
              </a:solidFill>
              <a:ln w="2646" cap="flat">
                <a:noFill/>
              </a:ln>
            </p:spPr>
          </p:sp>
          <p:sp>
            <p:nvSpPr>
              <p:cNvPr id="3195" name="ICON_A_EEG_WAVE_GRAPHIC_path_006"/>
              <p:cNvSpPr/>
              <p:nvPr/>
            </p:nvSpPr>
            <p:spPr>
              <a:xfrm>
                <a:off x="2515317" y="889000"/>
                <a:ext cx="279823" cy="111125"/>
              </a:xfrm>
              <a:custGeom>
                <a:avLst/>
                <a:gdLst/>
                <a:ahLst/>
                <a:cxnLst/>
                <a:rect l="0" t="0" r="r" b="b"/>
                <a:pathLst>
                  <a:path w="22033" h="8750" fill="norm" stroke="0">
                    <a:moveTo>
                      <a:pt x="7777" y="0"/>
                    </a:moveTo>
                    <a:cubicBezTo>
                      <a:pt x="7949" y="34"/>
                      <a:pt x="7949" y="34"/>
                      <a:pt x="8819" y="208"/>
                    </a:cubicBezTo>
                    <a:cubicBezTo>
                      <a:pt x="8819" y="1583"/>
                      <a:pt x="8819" y="2958"/>
                      <a:pt x="8819" y="4375"/>
                    </a:cubicBezTo>
                    <a:cubicBezTo>
                      <a:pt x="9025" y="4375"/>
                      <a:pt x="9231" y="4375"/>
                      <a:pt x="9444" y="4375"/>
                    </a:cubicBezTo>
                    <a:cubicBezTo>
                      <a:pt x="9553" y="4216"/>
                      <a:pt x="9582" y="4145"/>
                      <a:pt x="9619" y="3965"/>
                    </a:cubicBezTo>
                    <a:cubicBezTo>
                      <a:pt x="9631" y="3923"/>
                      <a:pt x="9642" y="3882"/>
                      <a:pt x="9654" y="3839"/>
                    </a:cubicBezTo>
                    <a:cubicBezTo>
                      <a:pt x="9691" y="3706"/>
                      <a:pt x="9724" y="3572"/>
                      <a:pt x="9756" y="3438"/>
                    </a:cubicBezTo>
                    <a:cubicBezTo>
                      <a:pt x="9964" y="2570"/>
                      <a:pt x="9964" y="2570"/>
                      <a:pt x="10138" y="2454"/>
                    </a:cubicBezTo>
                    <a:cubicBezTo>
                      <a:pt x="10330" y="2392"/>
                      <a:pt x="10510" y="2424"/>
                      <a:pt x="10694" y="2500"/>
                    </a:cubicBezTo>
                    <a:cubicBezTo>
                      <a:pt x="10850" y="2594"/>
                      <a:pt x="10942" y="2702"/>
                      <a:pt x="11045" y="2852"/>
                    </a:cubicBezTo>
                    <a:cubicBezTo>
                      <a:pt x="11072" y="2888"/>
                      <a:pt x="11098" y="2924"/>
                      <a:pt x="11125" y="2962"/>
                    </a:cubicBezTo>
                    <a:cubicBezTo>
                      <a:pt x="11413" y="3404"/>
                      <a:pt x="11376" y="3870"/>
                      <a:pt x="11319" y="4375"/>
                    </a:cubicBezTo>
                    <a:cubicBezTo>
                      <a:pt x="11699" y="4241"/>
                      <a:pt x="11699" y="4241"/>
                      <a:pt x="11777" y="4081"/>
                    </a:cubicBezTo>
                    <a:cubicBezTo>
                      <a:pt x="11795" y="3973"/>
                      <a:pt x="11800" y="3870"/>
                      <a:pt x="11802" y="3761"/>
                    </a:cubicBezTo>
                    <a:cubicBezTo>
                      <a:pt x="11803" y="3740"/>
                      <a:pt x="11803" y="3740"/>
                      <a:pt x="11808" y="3637"/>
                    </a:cubicBezTo>
                    <a:cubicBezTo>
                      <a:pt x="11814" y="3503"/>
                      <a:pt x="11818" y="3369"/>
                      <a:pt x="11821" y="3235"/>
                    </a:cubicBezTo>
                    <a:cubicBezTo>
                      <a:pt x="11825" y="3142"/>
                      <a:pt x="11829" y="3049"/>
                      <a:pt x="11834" y="2955"/>
                    </a:cubicBezTo>
                    <a:cubicBezTo>
                      <a:pt x="11844" y="2711"/>
                      <a:pt x="11853" y="2466"/>
                      <a:pt x="11860" y="2221"/>
                    </a:cubicBezTo>
                    <a:cubicBezTo>
                      <a:pt x="11869" y="1971"/>
                      <a:pt x="11879" y="1721"/>
                      <a:pt x="11890" y="1471"/>
                    </a:cubicBezTo>
                    <a:cubicBezTo>
                      <a:pt x="11910" y="981"/>
                      <a:pt x="11927" y="490"/>
                      <a:pt x="11944" y="0"/>
                    </a:cubicBezTo>
                    <a:cubicBezTo>
                      <a:pt x="12150" y="0"/>
                      <a:pt x="12356" y="0"/>
                      <a:pt x="12569" y="0"/>
                    </a:cubicBezTo>
                    <a:cubicBezTo>
                      <a:pt x="12637" y="1375"/>
                      <a:pt x="12706" y="2750"/>
                      <a:pt x="12777" y="4167"/>
                    </a:cubicBezTo>
                    <a:cubicBezTo>
                      <a:pt x="13956" y="3931"/>
                      <a:pt x="13956" y="3931"/>
                      <a:pt x="14235" y="3555"/>
                    </a:cubicBezTo>
                    <a:cubicBezTo>
                      <a:pt x="14523" y="3217"/>
                      <a:pt x="14763" y="3051"/>
                      <a:pt x="15186" y="2917"/>
                    </a:cubicBezTo>
                    <a:cubicBezTo>
                      <a:pt x="15642" y="2771"/>
                      <a:pt x="15866" y="2573"/>
                      <a:pt x="16094" y="2150"/>
                    </a:cubicBezTo>
                    <a:cubicBezTo>
                      <a:pt x="16197" y="1976"/>
                      <a:pt x="16262" y="1892"/>
                      <a:pt x="16460" y="1833"/>
                    </a:cubicBezTo>
                    <a:cubicBezTo>
                      <a:pt x="16628" y="1811"/>
                      <a:pt x="16784" y="1816"/>
                      <a:pt x="16944" y="1875"/>
                    </a:cubicBezTo>
                    <a:cubicBezTo>
                      <a:pt x="17126" y="2019"/>
                      <a:pt x="17246" y="2191"/>
                      <a:pt x="17373" y="2383"/>
                    </a:cubicBezTo>
                    <a:cubicBezTo>
                      <a:pt x="17440" y="2479"/>
                      <a:pt x="17507" y="2574"/>
                      <a:pt x="17576" y="2669"/>
                    </a:cubicBezTo>
                    <a:cubicBezTo>
                      <a:pt x="17584" y="2680"/>
                      <a:pt x="17584" y="2680"/>
                      <a:pt x="17625" y="2738"/>
                    </a:cubicBezTo>
                    <a:cubicBezTo>
                      <a:pt x="17738" y="2889"/>
                      <a:pt x="17832" y="2953"/>
                      <a:pt x="18009" y="3014"/>
                    </a:cubicBezTo>
                    <a:cubicBezTo>
                      <a:pt x="18113" y="3058"/>
                      <a:pt x="18113" y="3058"/>
                      <a:pt x="18194" y="3125"/>
                    </a:cubicBezTo>
                    <a:cubicBezTo>
                      <a:pt x="18247" y="3339"/>
                      <a:pt x="18233" y="3544"/>
                      <a:pt x="18220" y="3763"/>
                    </a:cubicBezTo>
                    <a:cubicBezTo>
                      <a:pt x="18218" y="3822"/>
                      <a:pt x="18216" y="3881"/>
                      <a:pt x="18214" y="3941"/>
                    </a:cubicBezTo>
                    <a:cubicBezTo>
                      <a:pt x="18209" y="4086"/>
                      <a:pt x="18202" y="4230"/>
                      <a:pt x="18194" y="4375"/>
                    </a:cubicBezTo>
                    <a:cubicBezTo>
                      <a:pt x="18408" y="4398"/>
                      <a:pt x="18605" y="4409"/>
                      <a:pt x="18819" y="4375"/>
                    </a:cubicBezTo>
                    <a:cubicBezTo>
                      <a:pt x="18950" y="4267"/>
                      <a:pt x="18996" y="4142"/>
                      <a:pt x="19053" y="3984"/>
                    </a:cubicBezTo>
                    <a:cubicBezTo>
                      <a:pt x="19084" y="3911"/>
                      <a:pt x="19115" y="3838"/>
                      <a:pt x="19146" y="3765"/>
                    </a:cubicBezTo>
                    <a:cubicBezTo>
                      <a:pt x="19193" y="3651"/>
                      <a:pt x="19236" y="3540"/>
                      <a:pt x="19271" y="3421"/>
                    </a:cubicBezTo>
                    <a:cubicBezTo>
                      <a:pt x="19312" y="3306"/>
                      <a:pt x="19312" y="3306"/>
                      <a:pt x="19444" y="3125"/>
                    </a:cubicBezTo>
                    <a:cubicBezTo>
                      <a:pt x="19650" y="3125"/>
                      <a:pt x="19856" y="3125"/>
                      <a:pt x="20069" y="3125"/>
                    </a:cubicBezTo>
                    <a:cubicBezTo>
                      <a:pt x="20069" y="3537"/>
                      <a:pt x="20069" y="3950"/>
                      <a:pt x="20069" y="4375"/>
                    </a:cubicBezTo>
                    <a:cubicBezTo>
                      <a:pt x="20275" y="4375"/>
                      <a:pt x="20481" y="4375"/>
                      <a:pt x="20694" y="4375"/>
                    </a:cubicBezTo>
                    <a:cubicBezTo>
                      <a:pt x="20694" y="3825"/>
                      <a:pt x="20694" y="3275"/>
                      <a:pt x="20694" y="2708"/>
                    </a:cubicBezTo>
                    <a:cubicBezTo>
                      <a:pt x="20861" y="2670"/>
                      <a:pt x="21029" y="2631"/>
                      <a:pt x="21201" y="2591"/>
                    </a:cubicBezTo>
                    <a:cubicBezTo>
                      <a:pt x="21254" y="2578"/>
                      <a:pt x="21306" y="2566"/>
                      <a:pt x="21360" y="2552"/>
                    </a:cubicBezTo>
                    <a:cubicBezTo>
                      <a:pt x="21402" y="2544"/>
                      <a:pt x="21444" y="2535"/>
                      <a:pt x="21487" y="2525"/>
                    </a:cubicBezTo>
                    <a:cubicBezTo>
                      <a:pt x="21530" y="2515"/>
                      <a:pt x="21572" y="2506"/>
                      <a:pt x="21616" y="2495"/>
                    </a:cubicBezTo>
                    <a:cubicBezTo>
                      <a:pt x="21754" y="2501"/>
                      <a:pt x="21806" y="2536"/>
                      <a:pt x="21899" y="2636"/>
                    </a:cubicBezTo>
                    <a:cubicBezTo>
                      <a:pt x="21992" y="2788"/>
                      <a:pt x="21976" y="2966"/>
                      <a:pt x="21977" y="3140"/>
                    </a:cubicBezTo>
                    <a:cubicBezTo>
                      <a:pt x="21978" y="3161"/>
                      <a:pt x="21978" y="3161"/>
                      <a:pt x="21980" y="3271"/>
                    </a:cubicBezTo>
                    <a:cubicBezTo>
                      <a:pt x="21983" y="3415"/>
                      <a:pt x="21985" y="3558"/>
                      <a:pt x="21986" y="3702"/>
                    </a:cubicBezTo>
                    <a:cubicBezTo>
                      <a:pt x="21986" y="3727"/>
                      <a:pt x="21986" y="3727"/>
                      <a:pt x="21988" y="3851"/>
                    </a:cubicBezTo>
                    <a:cubicBezTo>
                      <a:pt x="21990" y="4086"/>
                      <a:pt x="21992" y="4321"/>
                      <a:pt x="21993" y="4556"/>
                    </a:cubicBezTo>
                    <a:cubicBezTo>
                      <a:pt x="21994" y="4824"/>
                      <a:pt x="21998" y="5093"/>
                      <a:pt x="22004" y="5362"/>
                    </a:cubicBezTo>
                    <a:cubicBezTo>
                      <a:pt x="22009" y="5596"/>
                      <a:pt x="22011" y="5830"/>
                      <a:pt x="22011" y="6065"/>
                    </a:cubicBezTo>
                    <a:cubicBezTo>
                      <a:pt x="22012" y="6164"/>
                      <a:pt x="22013" y="6262"/>
                      <a:pt x="22016" y="6361"/>
                    </a:cubicBezTo>
                    <a:cubicBezTo>
                      <a:pt x="22033" y="7029"/>
                      <a:pt x="21923" y="7457"/>
                      <a:pt x="21487" y="7975"/>
                    </a:cubicBezTo>
                    <a:cubicBezTo>
                      <a:pt x="21349" y="8116"/>
                      <a:pt x="21243" y="8167"/>
                      <a:pt x="21048" y="8180"/>
                    </a:cubicBezTo>
                    <a:cubicBezTo>
                      <a:pt x="20924" y="8175"/>
                      <a:pt x="20813" y="8156"/>
                      <a:pt x="20694" y="8125"/>
                    </a:cubicBezTo>
                    <a:cubicBezTo>
                      <a:pt x="20691" y="8100"/>
                      <a:pt x="20691" y="8100"/>
                      <a:pt x="20681" y="7975"/>
                    </a:cubicBezTo>
                    <a:cubicBezTo>
                      <a:pt x="20665" y="7791"/>
                      <a:pt x="20647" y="7608"/>
                      <a:pt x="20627" y="7424"/>
                    </a:cubicBezTo>
                    <a:cubicBezTo>
                      <a:pt x="20619" y="7345"/>
                      <a:pt x="20612" y="7266"/>
                      <a:pt x="20606" y="7186"/>
                    </a:cubicBezTo>
                    <a:cubicBezTo>
                      <a:pt x="20560" y="6644"/>
                      <a:pt x="20560" y="6644"/>
                      <a:pt x="20485" y="6458"/>
                    </a:cubicBezTo>
                    <a:cubicBezTo>
                      <a:pt x="20377" y="6376"/>
                      <a:pt x="20287" y="6346"/>
                      <a:pt x="20159" y="6307"/>
                    </a:cubicBezTo>
                    <a:cubicBezTo>
                      <a:pt x="20069" y="6250"/>
                      <a:pt x="20069" y="6250"/>
                      <a:pt x="20035" y="6119"/>
                    </a:cubicBezTo>
                    <a:cubicBezTo>
                      <a:pt x="20022" y="5949"/>
                      <a:pt x="20032" y="5781"/>
                      <a:pt x="20042" y="5612"/>
                    </a:cubicBezTo>
                    <a:cubicBezTo>
                      <a:pt x="20045" y="5553"/>
                      <a:pt x="20046" y="5494"/>
                      <a:pt x="20048" y="5434"/>
                    </a:cubicBezTo>
                    <a:cubicBezTo>
                      <a:pt x="20053" y="5289"/>
                      <a:pt x="20060" y="5145"/>
                      <a:pt x="20069" y="5000"/>
                    </a:cubicBezTo>
                    <a:cubicBezTo>
                      <a:pt x="19849" y="4963"/>
                      <a:pt x="19660" y="4941"/>
                      <a:pt x="19444" y="5000"/>
                    </a:cubicBezTo>
                    <a:cubicBezTo>
                      <a:pt x="19391" y="5111"/>
                      <a:pt x="19366" y="5189"/>
                      <a:pt x="19344" y="5307"/>
                    </a:cubicBezTo>
                    <a:cubicBezTo>
                      <a:pt x="19319" y="5421"/>
                      <a:pt x="19296" y="5525"/>
                      <a:pt x="19235" y="5625"/>
                    </a:cubicBezTo>
                    <a:cubicBezTo>
                      <a:pt x="19009" y="5731"/>
                      <a:pt x="18791" y="5726"/>
                      <a:pt x="18545" y="5716"/>
                    </a:cubicBezTo>
                    <a:cubicBezTo>
                      <a:pt x="18529" y="5716"/>
                      <a:pt x="18529" y="5716"/>
                      <a:pt x="18446" y="5714"/>
                    </a:cubicBezTo>
                    <a:cubicBezTo>
                      <a:pt x="17970" y="5702"/>
                      <a:pt x="17619" y="5615"/>
                      <a:pt x="17269" y="5273"/>
                    </a:cubicBezTo>
                    <a:cubicBezTo>
                      <a:pt x="16972" y="4951"/>
                      <a:pt x="16881" y="4654"/>
                      <a:pt x="16891" y="4219"/>
                    </a:cubicBezTo>
                    <a:cubicBezTo>
                      <a:pt x="16902" y="4060"/>
                      <a:pt x="16920" y="3907"/>
                      <a:pt x="16944" y="3750"/>
                    </a:cubicBezTo>
                    <a:cubicBezTo>
                      <a:pt x="16737" y="3750"/>
                      <a:pt x="16531" y="3750"/>
                      <a:pt x="16319" y="3750"/>
                    </a:cubicBezTo>
                    <a:cubicBezTo>
                      <a:pt x="16319" y="4162"/>
                      <a:pt x="16319" y="4575"/>
                      <a:pt x="16319" y="5000"/>
                    </a:cubicBezTo>
                    <a:cubicBezTo>
                      <a:pt x="16112" y="5000"/>
                      <a:pt x="15906" y="5000"/>
                      <a:pt x="15694" y="5000"/>
                    </a:cubicBezTo>
                    <a:cubicBezTo>
                      <a:pt x="15579" y="4793"/>
                      <a:pt x="15579" y="4793"/>
                      <a:pt x="15537" y="4678"/>
                    </a:cubicBezTo>
                    <a:cubicBezTo>
                      <a:pt x="15485" y="4583"/>
                      <a:pt x="15485" y="4583"/>
                      <a:pt x="15393" y="4545"/>
                    </a:cubicBezTo>
                    <a:cubicBezTo>
                      <a:pt x="15265" y="4536"/>
                      <a:pt x="15156" y="4547"/>
                      <a:pt x="15029" y="4570"/>
                    </a:cubicBezTo>
                    <a:cubicBezTo>
                      <a:pt x="14984" y="4578"/>
                      <a:pt x="14939" y="4586"/>
                      <a:pt x="14892" y="4594"/>
                    </a:cubicBezTo>
                    <a:cubicBezTo>
                      <a:pt x="14314" y="4753"/>
                      <a:pt x="13979" y="5277"/>
                      <a:pt x="13640" y="5742"/>
                    </a:cubicBezTo>
                    <a:cubicBezTo>
                      <a:pt x="13615" y="5775"/>
                      <a:pt x="13590" y="5808"/>
                      <a:pt x="13564" y="5842"/>
                    </a:cubicBezTo>
                    <a:cubicBezTo>
                      <a:pt x="13517" y="5904"/>
                      <a:pt x="13472" y="5968"/>
                      <a:pt x="13428" y="6033"/>
                    </a:cubicBezTo>
                    <a:cubicBezTo>
                      <a:pt x="13363" y="6119"/>
                      <a:pt x="13363" y="6119"/>
                      <a:pt x="13194" y="6250"/>
                    </a:cubicBezTo>
                    <a:cubicBezTo>
                      <a:pt x="12987" y="6250"/>
                      <a:pt x="12781" y="6250"/>
                      <a:pt x="12569" y="6250"/>
                    </a:cubicBezTo>
                    <a:cubicBezTo>
                      <a:pt x="12569" y="5838"/>
                      <a:pt x="12569" y="5425"/>
                      <a:pt x="12569" y="5000"/>
                    </a:cubicBezTo>
                    <a:cubicBezTo>
                      <a:pt x="12362" y="5000"/>
                      <a:pt x="12156" y="5000"/>
                      <a:pt x="11944" y="5000"/>
                    </a:cubicBezTo>
                    <a:cubicBezTo>
                      <a:pt x="11944" y="6237"/>
                      <a:pt x="11944" y="7475"/>
                      <a:pt x="11944" y="8750"/>
                    </a:cubicBezTo>
                    <a:cubicBezTo>
                      <a:pt x="11737" y="8750"/>
                      <a:pt x="11531" y="8750"/>
                      <a:pt x="11319" y="8750"/>
                    </a:cubicBezTo>
                    <a:cubicBezTo>
                      <a:pt x="11314" y="8683"/>
                      <a:pt x="11310" y="8616"/>
                      <a:pt x="11306" y="8546"/>
                    </a:cubicBezTo>
                    <a:cubicBezTo>
                      <a:pt x="11292" y="8323"/>
                      <a:pt x="11276" y="8099"/>
                      <a:pt x="11259" y="7875"/>
                    </a:cubicBezTo>
                    <a:cubicBezTo>
                      <a:pt x="11248" y="7740"/>
                      <a:pt x="11239" y="7604"/>
                      <a:pt x="11231" y="7469"/>
                    </a:cubicBezTo>
                    <a:cubicBezTo>
                      <a:pt x="11221" y="7312"/>
                      <a:pt x="11209" y="7156"/>
                      <a:pt x="11196" y="7000"/>
                    </a:cubicBezTo>
                    <a:cubicBezTo>
                      <a:pt x="11195" y="6976"/>
                      <a:pt x="11195" y="6976"/>
                      <a:pt x="11189" y="6855"/>
                    </a:cubicBezTo>
                    <a:cubicBezTo>
                      <a:pt x="11158" y="6505"/>
                      <a:pt x="11044" y="6371"/>
                      <a:pt x="10786" y="6141"/>
                    </a:cubicBezTo>
                    <a:cubicBezTo>
                      <a:pt x="10662" y="6008"/>
                      <a:pt x="10646" y="5918"/>
                      <a:pt x="10646" y="5740"/>
                    </a:cubicBezTo>
                    <a:cubicBezTo>
                      <a:pt x="10649" y="5706"/>
                      <a:pt x="10651" y="5672"/>
                      <a:pt x="10653" y="5636"/>
                    </a:cubicBezTo>
                    <a:cubicBezTo>
                      <a:pt x="10654" y="5600"/>
                      <a:pt x="10654" y="5564"/>
                      <a:pt x="10655" y="5526"/>
                    </a:cubicBezTo>
                    <a:cubicBezTo>
                      <a:pt x="10657" y="5411"/>
                      <a:pt x="10662" y="5297"/>
                      <a:pt x="10667" y="5182"/>
                    </a:cubicBezTo>
                    <a:cubicBezTo>
                      <a:pt x="10670" y="5104"/>
                      <a:pt x="10671" y="5025"/>
                      <a:pt x="10673" y="4947"/>
                    </a:cubicBezTo>
                    <a:cubicBezTo>
                      <a:pt x="10678" y="4756"/>
                      <a:pt x="10685" y="4566"/>
                      <a:pt x="10694" y="4375"/>
                    </a:cubicBezTo>
                    <a:cubicBezTo>
                      <a:pt x="10487" y="4375"/>
                      <a:pt x="10281" y="4375"/>
                      <a:pt x="10069" y="4375"/>
                    </a:cubicBezTo>
                    <a:cubicBezTo>
                      <a:pt x="10073" y="4445"/>
                      <a:pt x="10078" y="4516"/>
                      <a:pt x="10083" y="4588"/>
                    </a:cubicBezTo>
                    <a:cubicBezTo>
                      <a:pt x="10120" y="5342"/>
                      <a:pt x="10120" y="5342"/>
                      <a:pt x="9983" y="5542"/>
                    </a:cubicBezTo>
                    <a:cubicBezTo>
                      <a:pt x="9909" y="5598"/>
                      <a:pt x="9834" y="5654"/>
                      <a:pt x="9759" y="5708"/>
                    </a:cubicBezTo>
                    <a:cubicBezTo>
                      <a:pt x="9488" y="5959"/>
                      <a:pt x="9492" y="6529"/>
                      <a:pt x="9444" y="6875"/>
                    </a:cubicBezTo>
                    <a:cubicBezTo>
                      <a:pt x="9227" y="6930"/>
                      <a:pt x="9033" y="6951"/>
                      <a:pt x="8819" y="6875"/>
                    </a:cubicBezTo>
                    <a:cubicBezTo>
                      <a:pt x="8512" y="6651"/>
                      <a:pt x="8247" y="6271"/>
                      <a:pt x="8161" y="5903"/>
                    </a:cubicBezTo>
                    <a:cubicBezTo>
                      <a:pt x="8118" y="5549"/>
                      <a:pt x="8136" y="5198"/>
                      <a:pt x="8154" y="4844"/>
                    </a:cubicBezTo>
                    <a:cubicBezTo>
                      <a:pt x="8158" y="4737"/>
                      <a:pt x="8160" y="4631"/>
                      <a:pt x="8163" y="4524"/>
                    </a:cubicBezTo>
                    <a:cubicBezTo>
                      <a:pt x="8170" y="4266"/>
                      <a:pt x="8180" y="4008"/>
                      <a:pt x="8194" y="3750"/>
                    </a:cubicBezTo>
                    <a:cubicBezTo>
                      <a:pt x="7982" y="3733"/>
                      <a:pt x="7779" y="3723"/>
                      <a:pt x="7569" y="3750"/>
                    </a:cubicBezTo>
                    <a:cubicBezTo>
                      <a:pt x="7493" y="3877"/>
                      <a:pt x="7484" y="3911"/>
                      <a:pt x="7477" y="4050"/>
                    </a:cubicBezTo>
                    <a:cubicBezTo>
                      <a:pt x="7457" y="4171"/>
                      <a:pt x="7436" y="4276"/>
                      <a:pt x="7360" y="4375"/>
                    </a:cubicBezTo>
                    <a:cubicBezTo>
                      <a:pt x="7259" y="4403"/>
                      <a:pt x="7164" y="4405"/>
                      <a:pt x="7059" y="4409"/>
                    </a:cubicBezTo>
                    <a:cubicBezTo>
                      <a:pt x="6683" y="4426"/>
                      <a:pt x="6683" y="4426"/>
                      <a:pt x="6527" y="4583"/>
                    </a:cubicBezTo>
                    <a:cubicBezTo>
                      <a:pt x="6319" y="5083"/>
                      <a:pt x="6340" y="5716"/>
                      <a:pt x="6319" y="6250"/>
                    </a:cubicBezTo>
                    <a:cubicBezTo>
                      <a:pt x="6112" y="6250"/>
                      <a:pt x="5906" y="6250"/>
                      <a:pt x="5694" y="6250"/>
                    </a:cubicBezTo>
                    <a:cubicBezTo>
                      <a:pt x="5689" y="6201"/>
                      <a:pt x="5685" y="6151"/>
                      <a:pt x="5681" y="6100"/>
                    </a:cubicBezTo>
                    <a:cubicBezTo>
                      <a:pt x="5665" y="5916"/>
                      <a:pt x="5647" y="5733"/>
                      <a:pt x="5627" y="5549"/>
                    </a:cubicBezTo>
                    <a:cubicBezTo>
                      <a:pt x="5619" y="5470"/>
                      <a:pt x="5612" y="5391"/>
                      <a:pt x="5606" y="5311"/>
                    </a:cubicBezTo>
                    <a:cubicBezTo>
                      <a:pt x="5596" y="5197"/>
                      <a:pt x="5584" y="5082"/>
                      <a:pt x="5571" y="4968"/>
                    </a:cubicBezTo>
                    <a:cubicBezTo>
                      <a:pt x="5569" y="4933"/>
                      <a:pt x="5567" y="4897"/>
                      <a:pt x="5564" y="4861"/>
                    </a:cubicBezTo>
                    <a:cubicBezTo>
                      <a:pt x="5552" y="4760"/>
                      <a:pt x="5552" y="4760"/>
                      <a:pt x="5485" y="4583"/>
                    </a:cubicBezTo>
                    <a:cubicBezTo>
                      <a:pt x="5348" y="4515"/>
                      <a:pt x="5210" y="4446"/>
                      <a:pt x="5069" y="4375"/>
                    </a:cubicBezTo>
                    <a:cubicBezTo>
                      <a:pt x="5069" y="4925"/>
                      <a:pt x="5069" y="5475"/>
                      <a:pt x="5069" y="6042"/>
                    </a:cubicBezTo>
                    <a:cubicBezTo>
                      <a:pt x="4901" y="6080"/>
                      <a:pt x="4733" y="6119"/>
                      <a:pt x="4561" y="6159"/>
                    </a:cubicBezTo>
                    <a:cubicBezTo>
                      <a:pt x="4508" y="6172"/>
                      <a:pt x="4456" y="6184"/>
                      <a:pt x="4402" y="6198"/>
                    </a:cubicBezTo>
                    <a:cubicBezTo>
                      <a:pt x="4067" y="6269"/>
                      <a:pt x="4067" y="6269"/>
                      <a:pt x="3890" y="6185"/>
                    </a:cubicBezTo>
                    <a:cubicBezTo>
                      <a:pt x="3755" y="5996"/>
                      <a:pt x="3797" y="5728"/>
                      <a:pt x="3806" y="5508"/>
                    </a:cubicBezTo>
                    <a:cubicBezTo>
                      <a:pt x="3806" y="5459"/>
                      <a:pt x="3807" y="5410"/>
                      <a:pt x="3808" y="5360"/>
                    </a:cubicBezTo>
                    <a:cubicBezTo>
                      <a:pt x="3811" y="5240"/>
                      <a:pt x="3814" y="5120"/>
                      <a:pt x="3819" y="5000"/>
                    </a:cubicBezTo>
                    <a:cubicBezTo>
                      <a:pt x="3776" y="4993"/>
                      <a:pt x="3733" y="4985"/>
                      <a:pt x="3689" y="4978"/>
                    </a:cubicBezTo>
                    <a:cubicBezTo>
                      <a:pt x="3665" y="4974"/>
                      <a:pt x="3641" y="4970"/>
                      <a:pt x="3616" y="4966"/>
                    </a:cubicBezTo>
                    <a:cubicBezTo>
                      <a:pt x="3315" y="4951"/>
                      <a:pt x="3315" y="4951"/>
                      <a:pt x="3194" y="5000"/>
                    </a:cubicBezTo>
                    <a:cubicBezTo>
                      <a:pt x="3152" y="5112"/>
                      <a:pt x="3132" y="5197"/>
                      <a:pt x="3115" y="5312"/>
                    </a:cubicBezTo>
                    <a:cubicBezTo>
                      <a:pt x="3087" y="5428"/>
                      <a:pt x="3057" y="5529"/>
                      <a:pt x="2985" y="5625"/>
                    </a:cubicBezTo>
                    <a:cubicBezTo>
                      <a:pt x="2775" y="5687"/>
                      <a:pt x="2575" y="5673"/>
                      <a:pt x="2358" y="5666"/>
                    </a:cubicBezTo>
                    <a:cubicBezTo>
                      <a:pt x="2081" y="5661"/>
                      <a:pt x="1756" y="5659"/>
                      <a:pt x="1527" y="5833"/>
                    </a:cubicBezTo>
                    <a:cubicBezTo>
                      <a:pt x="1238" y="6279"/>
                      <a:pt x="1305" y="6991"/>
                      <a:pt x="1319" y="7500"/>
                    </a:cubicBezTo>
                    <a:cubicBezTo>
                      <a:pt x="1112" y="7500"/>
                      <a:pt x="906" y="7500"/>
                      <a:pt x="694" y="7500"/>
                    </a:cubicBezTo>
                    <a:cubicBezTo>
                      <a:pt x="692" y="7448"/>
                      <a:pt x="690" y="7396"/>
                      <a:pt x="688" y="7343"/>
                    </a:cubicBezTo>
                    <a:cubicBezTo>
                      <a:pt x="672" y="6856"/>
                      <a:pt x="654" y="6368"/>
                      <a:pt x="634" y="5881"/>
                    </a:cubicBezTo>
                    <a:cubicBezTo>
                      <a:pt x="623" y="5630"/>
                      <a:pt x="614" y="5380"/>
                      <a:pt x="606" y="5129"/>
                    </a:cubicBezTo>
                    <a:cubicBezTo>
                      <a:pt x="598" y="4887"/>
                      <a:pt x="588" y="4646"/>
                      <a:pt x="577" y="4404"/>
                    </a:cubicBezTo>
                    <a:cubicBezTo>
                      <a:pt x="573" y="4312"/>
                      <a:pt x="570" y="4219"/>
                      <a:pt x="568" y="4127"/>
                    </a:cubicBezTo>
                    <a:cubicBezTo>
                      <a:pt x="564" y="3998"/>
                      <a:pt x="558" y="3869"/>
                      <a:pt x="552" y="3739"/>
                    </a:cubicBezTo>
                    <a:cubicBezTo>
                      <a:pt x="551" y="3701"/>
                      <a:pt x="551" y="3663"/>
                      <a:pt x="550" y="3624"/>
                    </a:cubicBezTo>
                    <a:cubicBezTo>
                      <a:pt x="543" y="3512"/>
                      <a:pt x="534" y="3434"/>
                      <a:pt x="485" y="3333"/>
                    </a:cubicBezTo>
                    <a:cubicBezTo>
                      <a:pt x="381" y="3260"/>
                      <a:pt x="282" y="3214"/>
                      <a:pt x="164" y="3170"/>
                    </a:cubicBezTo>
                    <a:cubicBezTo>
                      <a:pt x="69" y="3125"/>
                      <a:pt x="69" y="3125"/>
                      <a:pt x="6" y="2990"/>
                    </a:cubicBezTo>
                    <a:cubicBezTo>
                      <a:pt x="0" y="2623"/>
                      <a:pt x="89" y="2418"/>
                      <a:pt x="342" y="2148"/>
                    </a:cubicBezTo>
                    <a:cubicBezTo>
                      <a:pt x="366" y="2121"/>
                      <a:pt x="391" y="2094"/>
                      <a:pt x="416" y="2066"/>
                    </a:cubicBezTo>
                    <a:cubicBezTo>
                      <a:pt x="711" y="1784"/>
                      <a:pt x="853" y="1875"/>
                      <a:pt x="1319" y="1875"/>
                    </a:cubicBezTo>
                    <a:cubicBezTo>
                      <a:pt x="1387" y="2631"/>
                      <a:pt x="1456" y="3388"/>
                      <a:pt x="1527" y="4167"/>
                    </a:cubicBezTo>
                    <a:cubicBezTo>
                      <a:pt x="2569" y="3958"/>
                      <a:pt x="2569" y="3958"/>
                      <a:pt x="2777" y="3750"/>
                    </a:cubicBezTo>
                    <a:cubicBezTo>
                      <a:pt x="2896" y="3726"/>
                      <a:pt x="2896" y="3726"/>
                      <a:pt x="3025" y="3730"/>
                    </a:cubicBezTo>
                    <a:cubicBezTo>
                      <a:pt x="3067" y="3730"/>
                      <a:pt x="3109" y="3731"/>
                      <a:pt x="3152" y="3731"/>
                    </a:cubicBezTo>
                    <a:cubicBezTo>
                      <a:pt x="3204" y="3733"/>
                      <a:pt x="3257" y="3735"/>
                      <a:pt x="3311" y="3737"/>
                    </a:cubicBezTo>
                    <a:cubicBezTo>
                      <a:pt x="3395" y="3739"/>
                      <a:pt x="3395" y="3739"/>
                      <a:pt x="3819" y="3750"/>
                    </a:cubicBezTo>
                    <a:cubicBezTo>
                      <a:pt x="3819" y="3406"/>
                      <a:pt x="3819" y="3062"/>
                      <a:pt x="3819" y="2708"/>
                    </a:cubicBezTo>
                    <a:cubicBezTo>
                      <a:pt x="3987" y="2668"/>
                      <a:pt x="4157" y="2629"/>
                      <a:pt x="4326" y="2591"/>
                    </a:cubicBezTo>
                    <a:cubicBezTo>
                      <a:pt x="4374" y="2579"/>
                      <a:pt x="4422" y="2568"/>
                      <a:pt x="4472" y="2556"/>
                    </a:cubicBezTo>
                    <a:cubicBezTo>
                      <a:pt x="4819" y="2480"/>
                      <a:pt x="4819" y="2480"/>
                      <a:pt x="4997" y="2565"/>
                    </a:cubicBezTo>
                    <a:cubicBezTo>
                      <a:pt x="5132" y="2754"/>
                      <a:pt x="5090" y="3022"/>
                      <a:pt x="5081" y="3242"/>
                    </a:cubicBezTo>
                    <a:cubicBezTo>
                      <a:pt x="5081" y="3291"/>
                      <a:pt x="5080" y="3340"/>
                      <a:pt x="5079" y="3390"/>
                    </a:cubicBezTo>
                    <a:cubicBezTo>
                      <a:pt x="5076" y="3510"/>
                      <a:pt x="5072" y="3630"/>
                      <a:pt x="5069" y="3750"/>
                    </a:cubicBezTo>
                    <a:cubicBezTo>
                      <a:pt x="5275" y="3750"/>
                      <a:pt x="5481" y="3750"/>
                      <a:pt x="5694" y="3750"/>
                    </a:cubicBezTo>
                    <a:cubicBezTo>
                      <a:pt x="5694" y="3200"/>
                      <a:pt x="5694" y="2650"/>
                      <a:pt x="5694" y="2083"/>
                    </a:cubicBezTo>
                    <a:cubicBezTo>
                      <a:pt x="5777" y="2064"/>
                      <a:pt x="5777" y="2064"/>
                      <a:pt x="6201" y="1966"/>
                    </a:cubicBezTo>
                    <a:cubicBezTo>
                      <a:pt x="6254" y="1953"/>
                      <a:pt x="6306" y="1941"/>
                      <a:pt x="6360" y="1927"/>
                    </a:cubicBezTo>
                    <a:cubicBezTo>
                      <a:pt x="6695" y="1856"/>
                      <a:pt x="6695" y="1856"/>
                      <a:pt x="6872" y="1940"/>
                    </a:cubicBezTo>
                    <a:cubicBezTo>
                      <a:pt x="7007" y="2129"/>
                      <a:pt x="6965" y="2397"/>
                      <a:pt x="6956" y="2617"/>
                    </a:cubicBezTo>
                    <a:cubicBezTo>
                      <a:pt x="6956" y="2666"/>
                      <a:pt x="6955" y="2715"/>
                      <a:pt x="6954" y="2765"/>
                    </a:cubicBezTo>
                    <a:cubicBezTo>
                      <a:pt x="6951" y="2885"/>
                      <a:pt x="6947" y="3005"/>
                      <a:pt x="6944" y="3125"/>
                    </a:cubicBezTo>
                    <a:cubicBezTo>
                      <a:pt x="7150" y="3125"/>
                      <a:pt x="7356" y="3125"/>
                      <a:pt x="7569" y="3125"/>
                    </a:cubicBezTo>
                    <a:cubicBezTo>
                      <a:pt x="7567" y="3038"/>
                      <a:pt x="7566" y="2950"/>
                      <a:pt x="7565" y="2861"/>
                    </a:cubicBezTo>
                    <a:cubicBezTo>
                      <a:pt x="7562" y="2572"/>
                      <a:pt x="7560" y="2284"/>
                      <a:pt x="7558" y="1995"/>
                    </a:cubicBezTo>
                    <a:cubicBezTo>
                      <a:pt x="7557" y="1820"/>
                      <a:pt x="7555" y="1645"/>
                      <a:pt x="7553" y="1470"/>
                    </a:cubicBezTo>
                    <a:cubicBezTo>
                      <a:pt x="7551" y="1301"/>
                      <a:pt x="7549" y="1132"/>
                      <a:pt x="7549" y="964"/>
                    </a:cubicBezTo>
                    <a:cubicBezTo>
                      <a:pt x="7548" y="899"/>
                      <a:pt x="7548" y="835"/>
                      <a:pt x="7546" y="770"/>
                    </a:cubicBezTo>
                    <a:cubicBezTo>
                      <a:pt x="7545" y="680"/>
                      <a:pt x="7545" y="590"/>
                      <a:pt x="7545" y="500"/>
                    </a:cubicBezTo>
                    <a:cubicBezTo>
                      <a:pt x="7544" y="448"/>
                      <a:pt x="7544" y="397"/>
                      <a:pt x="7544" y="344"/>
                    </a:cubicBezTo>
                    <a:cubicBezTo>
                      <a:pt x="7569" y="208"/>
                      <a:pt x="7569" y="208"/>
                      <a:pt x="7777" y="0"/>
                    </a:cubicBezTo>
                    <a:close/>
                  </a:path>
                </a:pathLst>
              </a:custGeom>
              <a:solidFill>
                <a:srgbClr val="4E7AF6"/>
              </a:solidFill>
              <a:ln w="2646" cap="flat">
                <a:noFill/>
              </a:ln>
            </p:spPr>
          </p:sp>
          <p:sp>
            <p:nvSpPr>
              <p:cNvPr id="3196" name="ICON_A_EEG_WAVE_GRAPHIC_path_007"/>
              <p:cNvSpPr/>
              <p:nvPr/>
            </p:nvSpPr>
            <p:spPr>
              <a:xfrm>
                <a:off x="2348116" y="1397000"/>
                <a:ext cx="233434" cy="103188"/>
              </a:xfrm>
              <a:custGeom>
                <a:avLst/>
                <a:gdLst/>
                <a:ahLst/>
                <a:cxnLst/>
                <a:rect l="0" t="0" r="r" b="b"/>
                <a:pathLst>
                  <a:path w="18381" h="8125" fill="norm" stroke="0">
                    <a:moveTo>
                      <a:pt x="11567" y="0"/>
                    </a:moveTo>
                    <a:cubicBezTo>
                      <a:pt x="11739" y="34"/>
                      <a:pt x="11739" y="34"/>
                      <a:pt x="12609" y="208"/>
                    </a:cubicBezTo>
                    <a:cubicBezTo>
                      <a:pt x="12609" y="1171"/>
                      <a:pt x="12609" y="2133"/>
                      <a:pt x="12609" y="3125"/>
                    </a:cubicBezTo>
                    <a:cubicBezTo>
                      <a:pt x="13234" y="3125"/>
                      <a:pt x="13234" y="3125"/>
                      <a:pt x="13379" y="3001"/>
                    </a:cubicBezTo>
                    <a:cubicBezTo>
                      <a:pt x="13426" y="2913"/>
                      <a:pt x="13426" y="2913"/>
                      <a:pt x="13468" y="2812"/>
                    </a:cubicBezTo>
                    <a:cubicBezTo>
                      <a:pt x="13485" y="2778"/>
                      <a:pt x="13501" y="2743"/>
                      <a:pt x="13518" y="2707"/>
                    </a:cubicBezTo>
                    <a:cubicBezTo>
                      <a:pt x="13780" y="2063"/>
                      <a:pt x="13798" y="1311"/>
                      <a:pt x="13859" y="625"/>
                    </a:cubicBezTo>
                    <a:cubicBezTo>
                      <a:pt x="14074" y="570"/>
                      <a:pt x="14272" y="544"/>
                      <a:pt x="14484" y="625"/>
                    </a:cubicBezTo>
                    <a:cubicBezTo>
                      <a:pt x="14836" y="880"/>
                      <a:pt x="15089" y="1292"/>
                      <a:pt x="15171" y="1716"/>
                    </a:cubicBezTo>
                    <a:cubicBezTo>
                      <a:pt x="15207" y="1985"/>
                      <a:pt x="15218" y="2255"/>
                      <a:pt x="15226" y="2526"/>
                    </a:cubicBezTo>
                    <a:cubicBezTo>
                      <a:pt x="15261" y="3501"/>
                      <a:pt x="15261" y="3501"/>
                      <a:pt x="15415" y="3679"/>
                    </a:cubicBezTo>
                    <a:cubicBezTo>
                      <a:pt x="15489" y="3744"/>
                      <a:pt x="15565" y="3806"/>
                      <a:pt x="15643" y="3867"/>
                    </a:cubicBezTo>
                    <a:cubicBezTo>
                      <a:pt x="15762" y="3986"/>
                      <a:pt x="15767" y="4060"/>
                      <a:pt x="15775" y="4227"/>
                    </a:cubicBezTo>
                    <a:cubicBezTo>
                      <a:pt x="15772" y="4320"/>
                      <a:pt x="15767" y="4412"/>
                      <a:pt x="15760" y="4505"/>
                    </a:cubicBezTo>
                    <a:cubicBezTo>
                      <a:pt x="15758" y="4553"/>
                      <a:pt x="15756" y="4601"/>
                      <a:pt x="15754" y="4650"/>
                    </a:cubicBezTo>
                    <a:cubicBezTo>
                      <a:pt x="15749" y="4767"/>
                      <a:pt x="15742" y="4883"/>
                      <a:pt x="15734" y="5000"/>
                    </a:cubicBezTo>
                    <a:cubicBezTo>
                      <a:pt x="15940" y="5000"/>
                      <a:pt x="16146" y="5000"/>
                      <a:pt x="16359" y="5000"/>
                    </a:cubicBezTo>
                    <a:cubicBezTo>
                      <a:pt x="16347" y="4930"/>
                      <a:pt x="16335" y="4859"/>
                      <a:pt x="16322" y="4787"/>
                    </a:cubicBezTo>
                    <a:cubicBezTo>
                      <a:pt x="16254" y="4218"/>
                      <a:pt x="16254" y="4218"/>
                      <a:pt x="16359" y="3958"/>
                    </a:cubicBezTo>
                    <a:cubicBezTo>
                      <a:pt x="16549" y="3798"/>
                      <a:pt x="16774" y="3735"/>
                      <a:pt x="17012" y="3674"/>
                    </a:cubicBezTo>
                    <a:cubicBezTo>
                      <a:pt x="17275" y="3605"/>
                      <a:pt x="17275" y="3605"/>
                      <a:pt x="17401" y="3542"/>
                    </a:cubicBezTo>
                    <a:cubicBezTo>
                      <a:pt x="17459" y="3439"/>
                      <a:pt x="17459" y="3439"/>
                      <a:pt x="17499" y="3323"/>
                    </a:cubicBezTo>
                    <a:cubicBezTo>
                      <a:pt x="17540" y="3212"/>
                      <a:pt x="17540" y="3212"/>
                      <a:pt x="17609" y="3125"/>
                    </a:cubicBezTo>
                    <a:cubicBezTo>
                      <a:pt x="17822" y="3087"/>
                      <a:pt x="18020" y="3101"/>
                      <a:pt x="18234" y="3125"/>
                    </a:cubicBezTo>
                    <a:cubicBezTo>
                      <a:pt x="18381" y="4877"/>
                      <a:pt x="18381" y="4877"/>
                      <a:pt x="18085" y="5249"/>
                    </a:cubicBezTo>
                    <a:cubicBezTo>
                      <a:pt x="17883" y="5428"/>
                      <a:pt x="17651" y="5530"/>
                      <a:pt x="17401" y="5625"/>
                    </a:cubicBezTo>
                    <a:cubicBezTo>
                      <a:pt x="17310" y="5662"/>
                      <a:pt x="17219" y="5700"/>
                      <a:pt x="17128" y="5737"/>
                    </a:cubicBezTo>
                    <a:cubicBezTo>
                      <a:pt x="16994" y="5792"/>
                      <a:pt x="16861" y="5844"/>
                      <a:pt x="16724" y="5889"/>
                    </a:cubicBezTo>
                    <a:cubicBezTo>
                      <a:pt x="16406" y="5997"/>
                      <a:pt x="16103" y="6148"/>
                      <a:pt x="15942" y="6458"/>
                    </a:cubicBezTo>
                    <a:cubicBezTo>
                      <a:pt x="15853" y="6736"/>
                      <a:pt x="15836" y="7029"/>
                      <a:pt x="15812" y="7318"/>
                    </a:cubicBezTo>
                    <a:cubicBezTo>
                      <a:pt x="15804" y="7396"/>
                      <a:pt x="15796" y="7475"/>
                      <a:pt x="15788" y="7553"/>
                    </a:cubicBezTo>
                    <a:cubicBezTo>
                      <a:pt x="15768" y="7744"/>
                      <a:pt x="15750" y="7934"/>
                      <a:pt x="15734" y="8125"/>
                    </a:cubicBezTo>
                    <a:cubicBezTo>
                      <a:pt x="15528" y="8125"/>
                      <a:pt x="15321" y="8125"/>
                      <a:pt x="15109" y="8125"/>
                    </a:cubicBezTo>
                    <a:cubicBezTo>
                      <a:pt x="15107" y="8083"/>
                      <a:pt x="15107" y="8083"/>
                      <a:pt x="15096" y="7870"/>
                    </a:cubicBezTo>
                    <a:cubicBezTo>
                      <a:pt x="15082" y="7589"/>
                      <a:pt x="15066" y="7308"/>
                      <a:pt x="15049" y="7027"/>
                    </a:cubicBezTo>
                    <a:cubicBezTo>
                      <a:pt x="15039" y="6857"/>
                      <a:pt x="15029" y="6688"/>
                      <a:pt x="15021" y="6517"/>
                    </a:cubicBezTo>
                    <a:cubicBezTo>
                      <a:pt x="14959" y="5214"/>
                      <a:pt x="14959" y="5214"/>
                      <a:pt x="14705" y="4700"/>
                    </a:cubicBezTo>
                    <a:cubicBezTo>
                      <a:pt x="14689" y="4667"/>
                      <a:pt x="14672" y="4634"/>
                      <a:pt x="14655" y="4599"/>
                    </a:cubicBezTo>
                    <a:cubicBezTo>
                      <a:pt x="14585" y="4478"/>
                      <a:pt x="14534" y="4394"/>
                      <a:pt x="14400" y="4343"/>
                    </a:cubicBezTo>
                    <a:cubicBezTo>
                      <a:pt x="14210" y="4309"/>
                      <a:pt x="14046" y="4330"/>
                      <a:pt x="13859" y="4375"/>
                    </a:cubicBezTo>
                    <a:cubicBezTo>
                      <a:pt x="13861" y="4404"/>
                      <a:pt x="13863" y="4434"/>
                      <a:pt x="13866" y="4464"/>
                    </a:cubicBezTo>
                    <a:cubicBezTo>
                      <a:pt x="13874" y="4599"/>
                      <a:pt x="13880" y="4734"/>
                      <a:pt x="13885" y="4870"/>
                    </a:cubicBezTo>
                    <a:cubicBezTo>
                      <a:pt x="13889" y="4916"/>
                      <a:pt x="13892" y="4962"/>
                      <a:pt x="13896" y="5010"/>
                    </a:cubicBezTo>
                    <a:cubicBezTo>
                      <a:pt x="13906" y="5366"/>
                      <a:pt x="13906" y="5366"/>
                      <a:pt x="13769" y="5514"/>
                    </a:cubicBezTo>
                    <a:cubicBezTo>
                      <a:pt x="13732" y="5544"/>
                      <a:pt x="13695" y="5574"/>
                      <a:pt x="13657" y="5605"/>
                    </a:cubicBezTo>
                    <a:cubicBezTo>
                      <a:pt x="13330" y="5892"/>
                      <a:pt x="13347" y="6282"/>
                      <a:pt x="13312" y="6693"/>
                    </a:cubicBezTo>
                    <a:cubicBezTo>
                      <a:pt x="13304" y="6771"/>
                      <a:pt x="13296" y="6850"/>
                      <a:pt x="13288" y="6928"/>
                    </a:cubicBezTo>
                    <a:cubicBezTo>
                      <a:pt x="13268" y="7119"/>
                      <a:pt x="13250" y="7309"/>
                      <a:pt x="13234" y="7500"/>
                    </a:cubicBezTo>
                    <a:cubicBezTo>
                      <a:pt x="13028" y="7500"/>
                      <a:pt x="12821" y="7500"/>
                      <a:pt x="12609" y="7500"/>
                    </a:cubicBezTo>
                    <a:cubicBezTo>
                      <a:pt x="12575" y="7122"/>
                      <a:pt x="12575" y="7122"/>
                      <a:pt x="12401" y="5208"/>
                    </a:cubicBezTo>
                    <a:cubicBezTo>
                      <a:pt x="12057" y="5277"/>
                      <a:pt x="11713" y="5346"/>
                      <a:pt x="11359" y="5417"/>
                    </a:cubicBezTo>
                    <a:cubicBezTo>
                      <a:pt x="11012" y="5486"/>
                      <a:pt x="10665" y="5556"/>
                      <a:pt x="10317" y="5625"/>
                    </a:cubicBezTo>
                    <a:cubicBezTo>
                      <a:pt x="10309" y="5594"/>
                      <a:pt x="10301" y="5562"/>
                      <a:pt x="10292" y="5529"/>
                    </a:cubicBezTo>
                    <a:cubicBezTo>
                      <a:pt x="10099" y="4836"/>
                      <a:pt x="10099" y="4836"/>
                      <a:pt x="9901" y="4583"/>
                    </a:cubicBezTo>
                    <a:cubicBezTo>
                      <a:pt x="9641" y="4457"/>
                      <a:pt x="9339" y="4519"/>
                      <a:pt x="9067" y="4583"/>
                    </a:cubicBezTo>
                    <a:cubicBezTo>
                      <a:pt x="9070" y="4614"/>
                      <a:pt x="9072" y="4644"/>
                      <a:pt x="9075" y="4676"/>
                    </a:cubicBezTo>
                    <a:cubicBezTo>
                      <a:pt x="9090" y="5011"/>
                      <a:pt x="9091" y="5363"/>
                      <a:pt x="8859" y="5625"/>
                    </a:cubicBezTo>
                    <a:cubicBezTo>
                      <a:pt x="8379" y="5860"/>
                      <a:pt x="7679" y="5810"/>
                      <a:pt x="7192" y="5833"/>
                    </a:cubicBezTo>
                    <a:cubicBezTo>
                      <a:pt x="7124" y="6590"/>
                      <a:pt x="7055" y="7346"/>
                      <a:pt x="6984" y="8125"/>
                    </a:cubicBezTo>
                    <a:cubicBezTo>
                      <a:pt x="6778" y="8125"/>
                      <a:pt x="6571" y="8125"/>
                      <a:pt x="6359" y="8125"/>
                    </a:cubicBezTo>
                    <a:cubicBezTo>
                      <a:pt x="6359" y="6888"/>
                      <a:pt x="6359" y="5650"/>
                      <a:pt x="6359" y="4375"/>
                    </a:cubicBezTo>
                    <a:cubicBezTo>
                      <a:pt x="5734" y="4375"/>
                      <a:pt x="5734" y="4375"/>
                      <a:pt x="5589" y="4506"/>
                    </a:cubicBezTo>
                    <a:cubicBezTo>
                      <a:pt x="5542" y="4597"/>
                      <a:pt x="5542" y="4597"/>
                      <a:pt x="5500" y="4700"/>
                    </a:cubicBezTo>
                    <a:cubicBezTo>
                      <a:pt x="5483" y="4736"/>
                      <a:pt x="5466" y="4772"/>
                      <a:pt x="5448" y="4808"/>
                    </a:cubicBezTo>
                    <a:cubicBezTo>
                      <a:pt x="5340" y="5064"/>
                      <a:pt x="5301" y="5307"/>
                      <a:pt x="5282" y="5581"/>
                    </a:cubicBezTo>
                    <a:cubicBezTo>
                      <a:pt x="5221" y="6412"/>
                      <a:pt x="5221" y="6412"/>
                      <a:pt x="5109" y="6667"/>
                    </a:cubicBezTo>
                    <a:cubicBezTo>
                      <a:pt x="4850" y="6883"/>
                      <a:pt x="4509" y="6898"/>
                      <a:pt x="4183" y="6903"/>
                    </a:cubicBezTo>
                    <a:cubicBezTo>
                      <a:pt x="4020" y="6864"/>
                      <a:pt x="3960" y="6800"/>
                      <a:pt x="3859" y="6667"/>
                    </a:cubicBezTo>
                    <a:cubicBezTo>
                      <a:pt x="3831" y="6557"/>
                      <a:pt x="3816" y="6467"/>
                      <a:pt x="3808" y="6357"/>
                    </a:cubicBezTo>
                    <a:cubicBezTo>
                      <a:pt x="3801" y="6295"/>
                      <a:pt x="3795" y="6234"/>
                      <a:pt x="3788" y="6172"/>
                    </a:cubicBezTo>
                    <a:cubicBezTo>
                      <a:pt x="3785" y="6140"/>
                      <a:pt x="3781" y="6108"/>
                      <a:pt x="3778" y="6075"/>
                    </a:cubicBezTo>
                    <a:cubicBezTo>
                      <a:pt x="3636" y="4724"/>
                      <a:pt x="3636" y="4724"/>
                      <a:pt x="3234" y="4375"/>
                    </a:cubicBezTo>
                    <a:cubicBezTo>
                      <a:pt x="3026" y="4289"/>
                      <a:pt x="2822" y="4324"/>
                      <a:pt x="2609" y="4375"/>
                    </a:cubicBezTo>
                    <a:cubicBezTo>
                      <a:pt x="2612" y="4402"/>
                      <a:pt x="2615" y="4429"/>
                      <a:pt x="2619" y="4457"/>
                    </a:cubicBezTo>
                    <a:cubicBezTo>
                      <a:pt x="2675" y="5002"/>
                      <a:pt x="2672" y="5445"/>
                      <a:pt x="2336" y="5898"/>
                    </a:cubicBezTo>
                    <a:cubicBezTo>
                      <a:pt x="2146" y="6130"/>
                      <a:pt x="1974" y="6308"/>
                      <a:pt x="1671" y="6354"/>
                    </a:cubicBezTo>
                    <a:cubicBezTo>
                      <a:pt x="1308" y="6304"/>
                      <a:pt x="1134" y="6027"/>
                      <a:pt x="924" y="5750"/>
                    </a:cubicBezTo>
                    <a:cubicBezTo>
                      <a:pt x="788" y="5551"/>
                      <a:pt x="719" y="5436"/>
                      <a:pt x="756" y="5194"/>
                    </a:cubicBezTo>
                    <a:cubicBezTo>
                      <a:pt x="766" y="5088"/>
                      <a:pt x="766" y="5088"/>
                      <a:pt x="734" y="5000"/>
                    </a:cubicBezTo>
                    <a:cubicBezTo>
                      <a:pt x="629" y="4964"/>
                      <a:pt x="532" y="4939"/>
                      <a:pt x="424" y="4916"/>
                    </a:cubicBezTo>
                    <a:cubicBezTo>
                      <a:pt x="308" y="4889"/>
                      <a:pt x="206" y="4862"/>
                      <a:pt x="109" y="4792"/>
                    </a:cubicBezTo>
                    <a:cubicBezTo>
                      <a:pt x="0" y="4570"/>
                      <a:pt x="51" y="4287"/>
                      <a:pt x="70" y="4050"/>
                    </a:cubicBezTo>
                    <a:cubicBezTo>
                      <a:pt x="73" y="3980"/>
                      <a:pt x="76" y="3911"/>
                      <a:pt x="79" y="3841"/>
                    </a:cubicBezTo>
                    <a:cubicBezTo>
                      <a:pt x="85" y="3672"/>
                      <a:pt x="96" y="3503"/>
                      <a:pt x="109" y="3333"/>
                    </a:cubicBezTo>
                    <a:cubicBezTo>
                      <a:pt x="278" y="3292"/>
                      <a:pt x="447" y="3254"/>
                      <a:pt x="617" y="3216"/>
                    </a:cubicBezTo>
                    <a:cubicBezTo>
                      <a:pt x="665" y="3204"/>
                      <a:pt x="713" y="3193"/>
                      <a:pt x="762" y="3181"/>
                    </a:cubicBezTo>
                    <a:cubicBezTo>
                      <a:pt x="808" y="3171"/>
                      <a:pt x="855" y="3161"/>
                      <a:pt x="903" y="3150"/>
                    </a:cubicBezTo>
                    <a:cubicBezTo>
                      <a:pt x="945" y="3140"/>
                      <a:pt x="988" y="3131"/>
                      <a:pt x="1031" y="3120"/>
                    </a:cubicBezTo>
                    <a:cubicBezTo>
                      <a:pt x="1151" y="3125"/>
                      <a:pt x="1151" y="3125"/>
                      <a:pt x="1269" y="3204"/>
                    </a:cubicBezTo>
                    <a:cubicBezTo>
                      <a:pt x="1402" y="3357"/>
                      <a:pt x="1385" y="3525"/>
                      <a:pt x="1379" y="3718"/>
                    </a:cubicBezTo>
                    <a:cubicBezTo>
                      <a:pt x="1379" y="3755"/>
                      <a:pt x="1379" y="3792"/>
                      <a:pt x="1378" y="3829"/>
                    </a:cubicBezTo>
                    <a:cubicBezTo>
                      <a:pt x="1377" y="3946"/>
                      <a:pt x="1375" y="4063"/>
                      <a:pt x="1372" y="4180"/>
                    </a:cubicBezTo>
                    <a:cubicBezTo>
                      <a:pt x="1371" y="4259"/>
                      <a:pt x="1370" y="4338"/>
                      <a:pt x="1369" y="4418"/>
                    </a:cubicBezTo>
                    <a:cubicBezTo>
                      <a:pt x="1367" y="4612"/>
                      <a:pt x="1363" y="4806"/>
                      <a:pt x="1359" y="5000"/>
                    </a:cubicBezTo>
                    <a:cubicBezTo>
                      <a:pt x="1556" y="4934"/>
                      <a:pt x="1728" y="4870"/>
                      <a:pt x="1839" y="4687"/>
                    </a:cubicBezTo>
                    <a:cubicBezTo>
                      <a:pt x="1888" y="4558"/>
                      <a:pt x="1930" y="4429"/>
                      <a:pt x="1971" y="4297"/>
                    </a:cubicBezTo>
                    <a:cubicBezTo>
                      <a:pt x="2128" y="3865"/>
                      <a:pt x="2300" y="3408"/>
                      <a:pt x="2713" y="3160"/>
                    </a:cubicBezTo>
                    <a:cubicBezTo>
                      <a:pt x="3075" y="3039"/>
                      <a:pt x="3523" y="3233"/>
                      <a:pt x="3859" y="3333"/>
                    </a:cubicBezTo>
                    <a:cubicBezTo>
                      <a:pt x="3859" y="3677"/>
                      <a:pt x="3859" y="4021"/>
                      <a:pt x="3859" y="4375"/>
                    </a:cubicBezTo>
                    <a:cubicBezTo>
                      <a:pt x="4065" y="4375"/>
                      <a:pt x="4271" y="4375"/>
                      <a:pt x="4484" y="4375"/>
                    </a:cubicBezTo>
                    <a:cubicBezTo>
                      <a:pt x="4479" y="4305"/>
                      <a:pt x="4474" y="4234"/>
                      <a:pt x="4469" y="4162"/>
                    </a:cubicBezTo>
                    <a:cubicBezTo>
                      <a:pt x="4433" y="3415"/>
                      <a:pt x="4433" y="3415"/>
                      <a:pt x="4562" y="3208"/>
                    </a:cubicBezTo>
                    <a:cubicBezTo>
                      <a:pt x="4634" y="3150"/>
                      <a:pt x="4708" y="3094"/>
                      <a:pt x="4783" y="3040"/>
                    </a:cubicBezTo>
                    <a:cubicBezTo>
                      <a:pt x="4967" y="2880"/>
                      <a:pt x="5018" y="2632"/>
                      <a:pt x="5096" y="2409"/>
                    </a:cubicBezTo>
                    <a:cubicBezTo>
                      <a:pt x="5256" y="1980"/>
                      <a:pt x="5427" y="1537"/>
                      <a:pt x="5839" y="1294"/>
                    </a:cubicBezTo>
                    <a:cubicBezTo>
                      <a:pt x="6142" y="1165"/>
                      <a:pt x="6448" y="1142"/>
                      <a:pt x="6760" y="1252"/>
                    </a:cubicBezTo>
                    <a:cubicBezTo>
                      <a:pt x="6944" y="1369"/>
                      <a:pt x="6997" y="1465"/>
                      <a:pt x="7051" y="1675"/>
                    </a:cubicBezTo>
                    <a:cubicBezTo>
                      <a:pt x="7172" y="2287"/>
                      <a:pt x="7185" y="2920"/>
                      <a:pt x="7192" y="3542"/>
                    </a:cubicBezTo>
                    <a:cubicBezTo>
                      <a:pt x="8105" y="3451"/>
                      <a:pt x="8105" y="3451"/>
                      <a:pt x="8335" y="3242"/>
                    </a:cubicBezTo>
                    <a:cubicBezTo>
                      <a:pt x="8421" y="3132"/>
                      <a:pt x="8498" y="3022"/>
                      <a:pt x="8573" y="2904"/>
                    </a:cubicBezTo>
                    <a:cubicBezTo>
                      <a:pt x="8839" y="2487"/>
                      <a:pt x="8839" y="2487"/>
                      <a:pt x="9014" y="2416"/>
                    </a:cubicBezTo>
                    <a:cubicBezTo>
                      <a:pt x="9188" y="2379"/>
                      <a:pt x="9334" y="2405"/>
                      <a:pt x="9484" y="2500"/>
                    </a:cubicBezTo>
                    <a:cubicBezTo>
                      <a:pt x="9750" y="2737"/>
                      <a:pt x="10075" y="3090"/>
                      <a:pt x="10126" y="3454"/>
                    </a:cubicBezTo>
                    <a:cubicBezTo>
                      <a:pt x="10126" y="3569"/>
                      <a:pt x="10126" y="3569"/>
                      <a:pt x="10109" y="3750"/>
                    </a:cubicBezTo>
                    <a:cubicBezTo>
                      <a:pt x="10315" y="3750"/>
                      <a:pt x="10521" y="3750"/>
                      <a:pt x="10734" y="3750"/>
                    </a:cubicBezTo>
                    <a:cubicBezTo>
                      <a:pt x="10733" y="3726"/>
                      <a:pt x="10733" y="3726"/>
                      <a:pt x="10727" y="3604"/>
                    </a:cubicBezTo>
                    <a:cubicBezTo>
                      <a:pt x="10720" y="3423"/>
                      <a:pt x="10715" y="3242"/>
                      <a:pt x="10711" y="3061"/>
                    </a:cubicBezTo>
                    <a:cubicBezTo>
                      <a:pt x="10709" y="2983"/>
                      <a:pt x="10706" y="2905"/>
                      <a:pt x="10703" y="2827"/>
                    </a:cubicBezTo>
                    <a:cubicBezTo>
                      <a:pt x="10673" y="2165"/>
                      <a:pt x="10673" y="2165"/>
                      <a:pt x="10824" y="1963"/>
                    </a:cubicBezTo>
                    <a:cubicBezTo>
                      <a:pt x="10899" y="1899"/>
                      <a:pt x="10975" y="1837"/>
                      <a:pt x="11051" y="1776"/>
                    </a:cubicBezTo>
                    <a:cubicBezTo>
                      <a:pt x="11258" y="1549"/>
                      <a:pt x="11244" y="1218"/>
                      <a:pt x="11268" y="925"/>
                    </a:cubicBezTo>
                    <a:cubicBezTo>
                      <a:pt x="11277" y="825"/>
                      <a:pt x="11287" y="726"/>
                      <a:pt x="11298" y="627"/>
                    </a:cubicBezTo>
                    <a:cubicBezTo>
                      <a:pt x="11304" y="566"/>
                      <a:pt x="11310" y="505"/>
                      <a:pt x="11314" y="444"/>
                    </a:cubicBezTo>
                    <a:cubicBezTo>
                      <a:pt x="11338" y="205"/>
                      <a:pt x="11378" y="189"/>
                      <a:pt x="11567" y="0"/>
                    </a:cubicBezTo>
                    <a:close/>
                  </a:path>
                </a:pathLst>
              </a:custGeom>
              <a:solidFill>
                <a:srgbClr val="63ADAD"/>
              </a:solidFill>
              <a:ln w="2646" cap="flat">
                <a:noFill/>
              </a:ln>
            </p:spPr>
          </p:sp>
          <p:sp>
            <p:nvSpPr>
              <p:cNvPr id="3197" name="ICON_A_EEG_WAVE_GRAPHIC_path_008"/>
              <p:cNvSpPr/>
              <p:nvPr/>
            </p:nvSpPr>
            <p:spPr>
              <a:xfrm>
                <a:off x="1991453" y="1229024"/>
                <a:ext cx="159610" cy="160039"/>
              </a:xfrm>
              <a:custGeom>
                <a:avLst/>
                <a:gdLst/>
                <a:ahLst/>
                <a:cxnLst/>
                <a:rect l="0" t="0" r="r" b="b"/>
                <a:pathLst>
                  <a:path w="12568" h="12601" fill="norm" stroke="0">
                    <a:moveTo>
                      <a:pt x="1943" y="101"/>
                    </a:moveTo>
                    <a:cubicBezTo>
                      <a:pt x="1943" y="720"/>
                      <a:pt x="1943" y="1339"/>
                      <a:pt x="1943" y="1976"/>
                    </a:cubicBezTo>
                    <a:cubicBezTo>
                      <a:pt x="2450" y="1964"/>
                      <a:pt x="2450" y="1964"/>
                      <a:pt x="2610" y="1958"/>
                    </a:cubicBezTo>
                    <a:cubicBezTo>
                      <a:pt x="2651" y="1957"/>
                      <a:pt x="2693" y="1957"/>
                      <a:pt x="2736" y="1956"/>
                    </a:cubicBezTo>
                    <a:cubicBezTo>
                      <a:pt x="2779" y="1955"/>
                      <a:pt x="2821" y="1954"/>
                      <a:pt x="2865" y="1953"/>
                    </a:cubicBezTo>
                    <a:cubicBezTo>
                      <a:pt x="2991" y="1978"/>
                      <a:pt x="3060" y="2012"/>
                      <a:pt x="3148" y="2105"/>
                    </a:cubicBezTo>
                    <a:cubicBezTo>
                      <a:pt x="3254" y="2294"/>
                      <a:pt x="3227" y="2530"/>
                      <a:pt x="3229" y="2741"/>
                    </a:cubicBezTo>
                    <a:cubicBezTo>
                      <a:pt x="3230" y="2798"/>
                      <a:pt x="3232" y="2855"/>
                      <a:pt x="3233" y="2912"/>
                    </a:cubicBezTo>
                    <a:cubicBezTo>
                      <a:pt x="3236" y="3035"/>
                      <a:pt x="3239" y="3158"/>
                      <a:pt x="3241" y="3281"/>
                    </a:cubicBezTo>
                    <a:cubicBezTo>
                      <a:pt x="3244" y="3475"/>
                      <a:pt x="3249" y="3669"/>
                      <a:pt x="3254" y="3864"/>
                    </a:cubicBezTo>
                    <a:cubicBezTo>
                      <a:pt x="3269" y="4416"/>
                      <a:pt x="3281" y="4969"/>
                      <a:pt x="3292" y="5522"/>
                    </a:cubicBezTo>
                    <a:cubicBezTo>
                      <a:pt x="3298" y="5827"/>
                      <a:pt x="3305" y="6132"/>
                      <a:pt x="3314" y="6438"/>
                    </a:cubicBezTo>
                    <a:cubicBezTo>
                      <a:pt x="3320" y="6631"/>
                      <a:pt x="3324" y="6824"/>
                      <a:pt x="3326" y="7017"/>
                    </a:cubicBezTo>
                    <a:cubicBezTo>
                      <a:pt x="3328" y="7137"/>
                      <a:pt x="3331" y="7257"/>
                      <a:pt x="3336" y="7378"/>
                    </a:cubicBezTo>
                    <a:cubicBezTo>
                      <a:pt x="3337" y="7433"/>
                      <a:pt x="3338" y="7489"/>
                      <a:pt x="3338" y="7545"/>
                    </a:cubicBezTo>
                    <a:cubicBezTo>
                      <a:pt x="3339" y="7711"/>
                      <a:pt x="3343" y="7861"/>
                      <a:pt x="3401" y="8018"/>
                    </a:cubicBezTo>
                    <a:cubicBezTo>
                      <a:pt x="3529" y="8125"/>
                      <a:pt x="3659" y="8180"/>
                      <a:pt x="3818" y="8226"/>
                    </a:cubicBezTo>
                    <a:cubicBezTo>
                      <a:pt x="3817" y="8191"/>
                      <a:pt x="3816" y="8155"/>
                      <a:pt x="3815" y="8119"/>
                    </a:cubicBezTo>
                    <a:cubicBezTo>
                      <a:pt x="3806" y="7781"/>
                      <a:pt x="3800" y="7444"/>
                      <a:pt x="3796" y="7107"/>
                    </a:cubicBezTo>
                    <a:cubicBezTo>
                      <a:pt x="3794" y="6934"/>
                      <a:pt x="3791" y="6761"/>
                      <a:pt x="3786" y="6587"/>
                    </a:cubicBezTo>
                    <a:cubicBezTo>
                      <a:pt x="3782" y="6420"/>
                      <a:pt x="3779" y="6252"/>
                      <a:pt x="3778" y="6085"/>
                    </a:cubicBezTo>
                    <a:cubicBezTo>
                      <a:pt x="3778" y="6021"/>
                      <a:pt x="3776" y="5957"/>
                      <a:pt x="3774" y="5894"/>
                    </a:cubicBezTo>
                    <a:cubicBezTo>
                      <a:pt x="3756" y="5366"/>
                      <a:pt x="3756" y="5366"/>
                      <a:pt x="3911" y="5184"/>
                    </a:cubicBezTo>
                    <a:cubicBezTo>
                      <a:pt x="3983" y="5110"/>
                      <a:pt x="4056" y="5049"/>
                      <a:pt x="4138" y="4985"/>
                    </a:cubicBezTo>
                    <a:cubicBezTo>
                      <a:pt x="4310" y="4821"/>
                      <a:pt x="4305" y="4611"/>
                      <a:pt x="4326" y="4385"/>
                    </a:cubicBezTo>
                    <a:cubicBezTo>
                      <a:pt x="4394" y="3926"/>
                      <a:pt x="4528" y="3623"/>
                      <a:pt x="4897" y="3332"/>
                    </a:cubicBezTo>
                    <a:cubicBezTo>
                      <a:pt x="5110" y="3190"/>
                      <a:pt x="5277" y="3125"/>
                      <a:pt x="5534" y="3151"/>
                    </a:cubicBezTo>
                    <a:cubicBezTo>
                      <a:pt x="5864" y="3270"/>
                      <a:pt x="6097" y="3660"/>
                      <a:pt x="6269" y="3947"/>
                    </a:cubicBezTo>
                    <a:cubicBezTo>
                      <a:pt x="6348" y="4130"/>
                      <a:pt x="6336" y="4280"/>
                      <a:pt x="6318" y="4476"/>
                    </a:cubicBezTo>
                    <a:cubicBezTo>
                      <a:pt x="6524" y="4476"/>
                      <a:pt x="6730" y="4476"/>
                      <a:pt x="6943" y="4476"/>
                    </a:cubicBezTo>
                    <a:cubicBezTo>
                      <a:pt x="6943" y="3651"/>
                      <a:pt x="6943" y="2826"/>
                      <a:pt x="6943" y="1976"/>
                    </a:cubicBezTo>
                    <a:cubicBezTo>
                      <a:pt x="7568" y="1976"/>
                      <a:pt x="7568" y="1976"/>
                      <a:pt x="7764" y="2106"/>
                    </a:cubicBezTo>
                    <a:cubicBezTo>
                      <a:pt x="7843" y="2196"/>
                      <a:pt x="7843" y="2196"/>
                      <a:pt x="7917" y="2299"/>
                    </a:cubicBezTo>
                    <a:cubicBezTo>
                      <a:pt x="7943" y="2335"/>
                      <a:pt x="7970" y="2371"/>
                      <a:pt x="7997" y="2409"/>
                    </a:cubicBezTo>
                    <a:cubicBezTo>
                      <a:pt x="8338" y="2951"/>
                      <a:pt x="8262" y="3605"/>
                      <a:pt x="8236" y="4219"/>
                    </a:cubicBezTo>
                    <a:cubicBezTo>
                      <a:pt x="8229" y="4389"/>
                      <a:pt x="8226" y="4560"/>
                      <a:pt x="8223" y="4730"/>
                    </a:cubicBezTo>
                    <a:cubicBezTo>
                      <a:pt x="8217" y="5062"/>
                      <a:pt x="8206" y="5394"/>
                      <a:pt x="8193" y="5726"/>
                    </a:cubicBezTo>
                    <a:cubicBezTo>
                      <a:pt x="8294" y="5731"/>
                      <a:pt x="8395" y="5734"/>
                      <a:pt x="8496" y="5737"/>
                    </a:cubicBezTo>
                    <a:cubicBezTo>
                      <a:pt x="8525" y="5738"/>
                      <a:pt x="8553" y="5740"/>
                      <a:pt x="8583" y="5741"/>
                    </a:cubicBezTo>
                    <a:cubicBezTo>
                      <a:pt x="8724" y="5744"/>
                      <a:pt x="8799" y="5743"/>
                      <a:pt x="8907" y="5649"/>
                    </a:cubicBezTo>
                    <a:cubicBezTo>
                      <a:pt x="8970" y="5547"/>
                      <a:pt x="9011" y="5448"/>
                      <a:pt x="9052" y="5336"/>
                    </a:cubicBezTo>
                    <a:cubicBezTo>
                      <a:pt x="9083" y="5262"/>
                      <a:pt x="9114" y="5189"/>
                      <a:pt x="9145" y="5116"/>
                    </a:cubicBezTo>
                    <a:cubicBezTo>
                      <a:pt x="9191" y="5002"/>
                      <a:pt x="9236" y="4889"/>
                      <a:pt x="9281" y="4774"/>
                    </a:cubicBezTo>
                    <a:cubicBezTo>
                      <a:pt x="9400" y="4500"/>
                      <a:pt x="9400" y="4500"/>
                      <a:pt x="9514" y="4437"/>
                    </a:cubicBezTo>
                    <a:cubicBezTo>
                      <a:pt x="9599" y="4420"/>
                      <a:pt x="9669" y="4419"/>
                      <a:pt x="9755" y="4424"/>
                    </a:cubicBezTo>
                    <a:cubicBezTo>
                      <a:pt x="9783" y="4425"/>
                      <a:pt x="9811" y="4426"/>
                      <a:pt x="9840" y="4427"/>
                    </a:cubicBezTo>
                    <a:cubicBezTo>
                      <a:pt x="9985" y="4440"/>
                      <a:pt x="10056" y="4463"/>
                      <a:pt x="10155" y="4571"/>
                    </a:cubicBezTo>
                    <a:cubicBezTo>
                      <a:pt x="10211" y="4685"/>
                      <a:pt x="10211" y="4685"/>
                      <a:pt x="10276" y="4893"/>
                    </a:cubicBezTo>
                    <a:cubicBezTo>
                      <a:pt x="10551" y="4824"/>
                      <a:pt x="10826" y="4756"/>
                      <a:pt x="11109" y="4685"/>
                    </a:cubicBezTo>
                    <a:cubicBezTo>
                      <a:pt x="11075" y="4661"/>
                      <a:pt x="11075" y="4661"/>
                      <a:pt x="10901" y="4541"/>
                    </a:cubicBezTo>
                    <a:cubicBezTo>
                      <a:pt x="10766" y="4428"/>
                      <a:pt x="10701" y="4321"/>
                      <a:pt x="10673" y="4146"/>
                    </a:cubicBezTo>
                    <a:cubicBezTo>
                      <a:pt x="10655" y="3839"/>
                      <a:pt x="10670" y="3533"/>
                      <a:pt x="10693" y="3226"/>
                    </a:cubicBezTo>
                    <a:cubicBezTo>
                      <a:pt x="10911" y="3171"/>
                      <a:pt x="11101" y="3155"/>
                      <a:pt x="11318" y="3226"/>
                    </a:cubicBezTo>
                    <a:cubicBezTo>
                      <a:pt x="11614" y="3409"/>
                      <a:pt x="11839" y="3732"/>
                      <a:pt x="11943" y="4060"/>
                    </a:cubicBezTo>
                    <a:cubicBezTo>
                      <a:pt x="12055" y="4611"/>
                      <a:pt x="12005" y="5201"/>
                      <a:pt x="11986" y="5759"/>
                    </a:cubicBezTo>
                    <a:cubicBezTo>
                      <a:pt x="11979" y="5967"/>
                      <a:pt x="11976" y="6175"/>
                      <a:pt x="11973" y="6383"/>
                    </a:cubicBezTo>
                    <a:cubicBezTo>
                      <a:pt x="11967" y="6789"/>
                      <a:pt x="11956" y="7195"/>
                      <a:pt x="11943" y="7601"/>
                    </a:cubicBezTo>
                    <a:cubicBezTo>
                      <a:pt x="12149" y="7601"/>
                      <a:pt x="12355" y="7601"/>
                      <a:pt x="12568" y="7601"/>
                    </a:cubicBezTo>
                    <a:cubicBezTo>
                      <a:pt x="12568" y="8151"/>
                      <a:pt x="12568" y="8701"/>
                      <a:pt x="12568" y="9268"/>
                    </a:cubicBezTo>
                    <a:cubicBezTo>
                      <a:pt x="12400" y="9307"/>
                      <a:pt x="12233" y="9345"/>
                      <a:pt x="12060" y="9385"/>
                    </a:cubicBezTo>
                    <a:cubicBezTo>
                      <a:pt x="12008" y="9398"/>
                      <a:pt x="11955" y="9411"/>
                      <a:pt x="11901" y="9424"/>
                    </a:cubicBezTo>
                    <a:cubicBezTo>
                      <a:pt x="11859" y="9433"/>
                      <a:pt x="11817" y="9442"/>
                      <a:pt x="11774" y="9451"/>
                    </a:cubicBezTo>
                    <a:cubicBezTo>
                      <a:pt x="11732" y="9461"/>
                      <a:pt x="11689" y="9471"/>
                      <a:pt x="11645" y="9481"/>
                    </a:cubicBezTo>
                    <a:cubicBezTo>
                      <a:pt x="11504" y="9476"/>
                      <a:pt x="11457" y="9434"/>
                      <a:pt x="11361" y="9332"/>
                    </a:cubicBezTo>
                    <a:cubicBezTo>
                      <a:pt x="11284" y="9219"/>
                      <a:pt x="11293" y="9111"/>
                      <a:pt x="11294" y="8977"/>
                    </a:cubicBezTo>
                    <a:cubicBezTo>
                      <a:pt x="11294" y="8948"/>
                      <a:pt x="11294" y="8920"/>
                      <a:pt x="11294" y="8890"/>
                    </a:cubicBezTo>
                    <a:cubicBezTo>
                      <a:pt x="11294" y="8797"/>
                      <a:pt x="11296" y="8703"/>
                      <a:pt x="11297" y="8610"/>
                    </a:cubicBezTo>
                    <a:cubicBezTo>
                      <a:pt x="11298" y="8545"/>
                      <a:pt x="11298" y="8480"/>
                      <a:pt x="11298" y="8414"/>
                    </a:cubicBezTo>
                    <a:cubicBezTo>
                      <a:pt x="11299" y="8244"/>
                      <a:pt x="11301" y="8073"/>
                      <a:pt x="11303" y="7902"/>
                    </a:cubicBezTo>
                    <a:cubicBezTo>
                      <a:pt x="11306" y="7727"/>
                      <a:pt x="11306" y="7553"/>
                      <a:pt x="11308" y="7378"/>
                    </a:cubicBezTo>
                    <a:cubicBezTo>
                      <a:pt x="11310" y="7036"/>
                      <a:pt x="11313" y="6694"/>
                      <a:pt x="11318" y="6351"/>
                    </a:cubicBezTo>
                    <a:cubicBezTo>
                      <a:pt x="11111" y="6351"/>
                      <a:pt x="10905" y="6351"/>
                      <a:pt x="10693" y="6351"/>
                    </a:cubicBezTo>
                    <a:cubicBezTo>
                      <a:pt x="10693" y="6901"/>
                      <a:pt x="10693" y="7451"/>
                      <a:pt x="10693" y="8018"/>
                    </a:cubicBezTo>
                    <a:cubicBezTo>
                      <a:pt x="10525" y="8057"/>
                      <a:pt x="10358" y="8095"/>
                      <a:pt x="10185" y="8135"/>
                    </a:cubicBezTo>
                    <a:cubicBezTo>
                      <a:pt x="10133" y="8148"/>
                      <a:pt x="10080" y="8161"/>
                      <a:pt x="10026" y="8174"/>
                    </a:cubicBezTo>
                    <a:cubicBezTo>
                      <a:pt x="9984" y="8183"/>
                      <a:pt x="9942" y="8192"/>
                      <a:pt x="9899" y="8201"/>
                    </a:cubicBezTo>
                    <a:cubicBezTo>
                      <a:pt x="9857" y="8211"/>
                      <a:pt x="9814" y="8221"/>
                      <a:pt x="9770" y="8231"/>
                    </a:cubicBezTo>
                    <a:cubicBezTo>
                      <a:pt x="9651" y="8226"/>
                      <a:pt x="9651" y="8226"/>
                      <a:pt x="9533" y="8148"/>
                    </a:cubicBezTo>
                    <a:cubicBezTo>
                      <a:pt x="9400" y="7995"/>
                      <a:pt x="9416" y="7826"/>
                      <a:pt x="9422" y="7633"/>
                    </a:cubicBezTo>
                    <a:cubicBezTo>
                      <a:pt x="9423" y="7596"/>
                      <a:pt x="9423" y="7560"/>
                      <a:pt x="9423" y="7522"/>
                    </a:cubicBezTo>
                    <a:cubicBezTo>
                      <a:pt x="9424" y="7405"/>
                      <a:pt x="9427" y="7289"/>
                      <a:pt x="9430" y="7172"/>
                    </a:cubicBezTo>
                    <a:cubicBezTo>
                      <a:pt x="9431" y="7092"/>
                      <a:pt x="9432" y="7013"/>
                      <a:pt x="9433" y="6934"/>
                    </a:cubicBezTo>
                    <a:cubicBezTo>
                      <a:pt x="9435" y="6740"/>
                      <a:pt x="9438" y="6546"/>
                      <a:pt x="9443" y="6351"/>
                    </a:cubicBezTo>
                    <a:cubicBezTo>
                      <a:pt x="9236" y="6351"/>
                      <a:pt x="9030" y="6351"/>
                      <a:pt x="8818" y="6351"/>
                    </a:cubicBezTo>
                    <a:cubicBezTo>
                      <a:pt x="8818" y="6695"/>
                      <a:pt x="8818" y="7039"/>
                      <a:pt x="8818" y="7393"/>
                    </a:cubicBezTo>
                    <a:cubicBezTo>
                      <a:pt x="8649" y="7434"/>
                      <a:pt x="8480" y="7472"/>
                      <a:pt x="8310" y="7510"/>
                    </a:cubicBezTo>
                    <a:cubicBezTo>
                      <a:pt x="8262" y="7522"/>
                      <a:pt x="8214" y="7534"/>
                      <a:pt x="8165" y="7546"/>
                    </a:cubicBezTo>
                    <a:cubicBezTo>
                      <a:pt x="8118" y="7556"/>
                      <a:pt x="8072" y="7566"/>
                      <a:pt x="8024" y="7576"/>
                    </a:cubicBezTo>
                    <a:cubicBezTo>
                      <a:pt x="7982" y="7586"/>
                      <a:pt x="7939" y="7596"/>
                      <a:pt x="7895" y="7606"/>
                    </a:cubicBezTo>
                    <a:cubicBezTo>
                      <a:pt x="7776" y="7601"/>
                      <a:pt x="7776" y="7601"/>
                      <a:pt x="7658" y="7531"/>
                    </a:cubicBezTo>
                    <a:cubicBezTo>
                      <a:pt x="7501" y="7350"/>
                      <a:pt x="7543" y="7096"/>
                      <a:pt x="7547" y="6871"/>
                    </a:cubicBezTo>
                    <a:cubicBezTo>
                      <a:pt x="7548" y="6821"/>
                      <a:pt x="7548" y="6770"/>
                      <a:pt x="7548" y="6718"/>
                    </a:cubicBezTo>
                    <a:cubicBezTo>
                      <a:pt x="7549" y="6584"/>
                      <a:pt x="7551" y="6450"/>
                      <a:pt x="7553" y="6316"/>
                    </a:cubicBezTo>
                    <a:cubicBezTo>
                      <a:pt x="7556" y="6180"/>
                      <a:pt x="7556" y="6043"/>
                      <a:pt x="7558" y="5906"/>
                    </a:cubicBezTo>
                    <a:cubicBezTo>
                      <a:pt x="7560" y="5638"/>
                      <a:pt x="7563" y="5370"/>
                      <a:pt x="7568" y="5101"/>
                    </a:cubicBezTo>
                    <a:cubicBezTo>
                      <a:pt x="7361" y="5054"/>
                      <a:pt x="7141" y="5003"/>
                      <a:pt x="6943" y="5101"/>
                    </a:cubicBezTo>
                    <a:cubicBezTo>
                      <a:pt x="6799" y="5301"/>
                      <a:pt x="6774" y="5584"/>
                      <a:pt x="6724" y="5820"/>
                    </a:cubicBezTo>
                    <a:cubicBezTo>
                      <a:pt x="6471" y="6960"/>
                      <a:pt x="5846" y="7510"/>
                      <a:pt x="4951" y="8201"/>
                    </a:cubicBezTo>
                    <a:cubicBezTo>
                      <a:pt x="4850" y="8279"/>
                      <a:pt x="4751" y="8356"/>
                      <a:pt x="4651" y="8435"/>
                    </a:cubicBezTo>
                    <a:cubicBezTo>
                      <a:pt x="4620" y="8459"/>
                      <a:pt x="4589" y="8484"/>
                      <a:pt x="4556" y="8509"/>
                    </a:cubicBezTo>
                    <a:cubicBezTo>
                      <a:pt x="4165" y="8826"/>
                      <a:pt x="3965" y="9089"/>
                      <a:pt x="3907" y="9596"/>
                    </a:cubicBezTo>
                    <a:cubicBezTo>
                      <a:pt x="3897" y="9708"/>
                      <a:pt x="3890" y="9820"/>
                      <a:pt x="3883" y="9932"/>
                    </a:cubicBezTo>
                    <a:cubicBezTo>
                      <a:pt x="3876" y="10010"/>
                      <a:pt x="3869" y="10087"/>
                      <a:pt x="3861" y="10165"/>
                    </a:cubicBezTo>
                    <a:cubicBezTo>
                      <a:pt x="3844" y="10352"/>
                      <a:pt x="3830" y="10539"/>
                      <a:pt x="3818" y="10726"/>
                    </a:cubicBezTo>
                    <a:cubicBezTo>
                      <a:pt x="3611" y="10726"/>
                      <a:pt x="3405" y="10726"/>
                      <a:pt x="3193" y="10726"/>
                    </a:cubicBezTo>
                    <a:cubicBezTo>
                      <a:pt x="3189" y="10678"/>
                      <a:pt x="3184" y="10630"/>
                      <a:pt x="3180" y="10580"/>
                    </a:cubicBezTo>
                    <a:cubicBezTo>
                      <a:pt x="3164" y="10399"/>
                      <a:pt x="3146" y="10218"/>
                      <a:pt x="3127" y="10037"/>
                    </a:cubicBezTo>
                    <a:cubicBezTo>
                      <a:pt x="3119" y="9959"/>
                      <a:pt x="3111" y="9881"/>
                      <a:pt x="3105" y="9803"/>
                    </a:cubicBezTo>
                    <a:cubicBezTo>
                      <a:pt x="3095" y="9690"/>
                      <a:pt x="3083" y="9578"/>
                      <a:pt x="3071" y="9465"/>
                    </a:cubicBezTo>
                    <a:cubicBezTo>
                      <a:pt x="3069" y="9448"/>
                      <a:pt x="3069" y="9448"/>
                      <a:pt x="3063" y="9361"/>
                    </a:cubicBezTo>
                    <a:cubicBezTo>
                      <a:pt x="3034" y="9121"/>
                      <a:pt x="2960" y="9029"/>
                      <a:pt x="2775" y="8873"/>
                    </a:cubicBezTo>
                    <a:cubicBezTo>
                      <a:pt x="2550" y="8664"/>
                      <a:pt x="2519" y="8500"/>
                      <a:pt x="2503" y="8199"/>
                    </a:cubicBezTo>
                    <a:cubicBezTo>
                      <a:pt x="2500" y="8131"/>
                      <a:pt x="2499" y="8063"/>
                      <a:pt x="2498" y="7995"/>
                    </a:cubicBezTo>
                    <a:cubicBezTo>
                      <a:pt x="2496" y="7886"/>
                      <a:pt x="2492" y="7777"/>
                      <a:pt x="2487" y="7669"/>
                    </a:cubicBezTo>
                    <a:cubicBezTo>
                      <a:pt x="2475" y="7399"/>
                      <a:pt x="2468" y="7129"/>
                      <a:pt x="2460" y="6859"/>
                    </a:cubicBezTo>
                    <a:cubicBezTo>
                      <a:pt x="2454" y="6631"/>
                      <a:pt x="2446" y="6402"/>
                      <a:pt x="2435" y="6174"/>
                    </a:cubicBezTo>
                    <a:cubicBezTo>
                      <a:pt x="2431" y="6067"/>
                      <a:pt x="2429" y="5961"/>
                      <a:pt x="2428" y="5855"/>
                    </a:cubicBezTo>
                    <a:cubicBezTo>
                      <a:pt x="2411" y="5350"/>
                      <a:pt x="2411" y="5350"/>
                      <a:pt x="2263" y="5185"/>
                    </a:cubicBezTo>
                    <a:cubicBezTo>
                      <a:pt x="2189" y="5116"/>
                      <a:pt x="2113" y="5049"/>
                      <a:pt x="2036" y="4985"/>
                    </a:cubicBezTo>
                    <a:cubicBezTo>
                      <a:pt x="1932" y="4883"/>
                      <a:pt x="1910" y="4835"/>
                      <a:pt x="1895" y="4693"/>
                    </a:cubicBezTo>
                    <a:cubicBezTo>
                      <a:pt x="1895" y="4624"/>
                      <a:pt x="1898" y="4556"/>
                      <a:pt x="1902" y="4488"/>
                    </a:cubicBezTo>
                    <a:cubicBezTo>
                      <a:pt x="1903" y="4451"/>
                      <a:pt x="1903" y="4415"/>
                      <a:pt x="1904" y="4377"/>
                    </a:cubicBezTo>
                    <a:cubicBezTo>
                      <a:pt x="1906" y="4263"/>
                      <a:pt x="1911" y="4148"/>
                      <a:pt x="1917" y="4034"/>
                    </a:cubicBezTo>
                    <a:cubicBezTo>
                      <a:pt x="1919" y="3955"/>
                      <a:pt x="1921" y="3877"/>
                      <a:pt x="1922" y="3799"/>
                    </a:cubicBezTo>
                    <a:cubicBezTo>
                      <a:pt x="1927" y="3608"/>
                      <a:pt x="1934" y="3417"/>
                      <a:pt x="1943" y="3226"/>
                    </a:cubicBezTo>
                    <a:cubicBezTo>
                      <a:pt x="1736" y="3226"/>
                      <a:pt x="1530" y="3226"/>
                      <a:pt x="1318" y="3226"/>
                    </a:cubicBezTo>
                    <a:cubicBezTo>
                      <a:pt x="1318" y="6320"/>
                      <a:pt x="1318" y="9414"/>
                      <a:pt x="1318" y="12601"/>
                    </a:cubicBezTo>
                    <a:cubicBezTo>
                      <a:pt x="615" y="12601"/>
                      <a:pt x="615" y="12601"/>
                      <a:pt x="415" y="12411"/>
                    </a:cubicBezTo>
                    <a:cubicBezTo>
                      <a:pt x="391" y="12384"/>
                      <a:pt x="366" y="12356"/>
                      <a:pt x="341" y="12328"/>
                    </a:cubicBezTo>
                    <a:cubicBezTo>
                      <a:pt x="315" y="12300"/>
                      <a:pt x="289" y="12272"/>
                      <a:pt x="262" y="12244"/>
                    </a:cubicBezTo>
                    <a:cubicBezTo>
                      <a:pt x="51" y="11999"/>
                      <a:pt x="0" y="11803"/>
                      <a:pt x="5" y="11486"/>
                    </a:cubicBezTo>
                    <a:cubicBezTo>
                      <a:pt x="81" y="11323"/>
                      <a:pt x="114" y="11325"/>
                      <a:pt x="277" y="11264"/>
                    </a:cubicBezTo>
                    <a:cubicBezTo>
                      <a:pt x="472" y="11171"/>
                      <a:pt x="472" y="11171"/>
                      <a:pt x="524" y="11058"/>
                    </a:cubicBezTo>
                    <a:cubicBezTo>
                      <a:pt x="539" y="10949"/>
                      <a:pt x="541" y="10846"/>
                      <a:pt x="538" y="10736"/>
                    </a:cubicBezTo>
                    <a:cubicBezTo>
                      <a:pt x="539" y="10695"/>
                      <a:pt x="540" y="10654"/>
                      <a:pt x="540" y="10611"/>
                    </a:cubicBezTo>
                    <a:cubicBezTo>
                      <a:pt x="543" y="10472"/>
                      <a:pt x="542" y="10334"/>
                      <a:pt x="541" y="10196"/>
                    </a:cubicBezTo>
                    <a:cubicBezTo>
                      <a:pt x="542" y="10096"/>
                      <a:pt x="543" y="9997"/>
                      <a:pt x="544" y="9898"/>
                    </a:cubicBezTo>
                    <a:cubicBezTo>
                      <a:pt x="547" y="9684"/>
                      <a:pt x="548" y="9470"/>
                      <a:pt x="548" y="9256"/>
                    </a:cubicBezTo>
                    <a:cubicBezTo>
                      <a:pt x="548" y="8946"/>
                      <a:pt x="551" y="8636"/>
                      <a:pt x="555" y="8325"/>
                    </a:cubicBezTo>
                    <a:cubicBezTo>
                      <a:pt x="562" y="7821"/>
                      <a:pt x="567" y="7316"/>
                      <a:pt x="570" y="6812"/>
                    </a:cubicBezTo>
                    <a:cubicBezTo>
                      <a:pt x="571" y="6781"/>
                      <a:pt x="571" y="6751"/>
                      <a:pt x="571" y="6720"/>
                    </a:cubicBezTo>
                    <a:cubicBezTo>
                      <a:pt x="574" y="6384"/>
                      <a:pt x="576" y="6048"/>
                      <a:pt x="578" y="5712"/>
                    </a:cubicBezTo>
                    <a:cubicBezTo>
                      <a:pt x="578" y="5591"/>
                      <a:pt x="579" y="5469"/>
                      <a:pt x="579" y="5348"/>
                    </a:cubicBezTo>
                    <a:cubicBezTo>
                      <a:pt x="580" y="5318"/>
                      <a:pt x="580" y="5288"/>
                      <a:pt x="580" y="5257"/>
                    </a:cubicBezTo>
                    <a:cubicBezTo>
                      <a:pt x="583" y="4755"/>
                      <a:pt x="588" y="4253"/>
                      <a:pt x="595" y="3751"/>
                    </a:cubicBezTo>
                    <a:cubicBezTo>
                      <a:pt x="599" y="3442"/>
                      <a:pt x="601" y="3133"/>
                      <a:pt x="601" y="2825"/>
                    </a:cubicBezTo>
                    <a:cubicBezTo>
                      <a:pt x="600" y="2587"/>
                      <a:pt x="603" y="2349"/>
                      <a:pt x="608" y="2111"/>
                    </a:cubicBezTo>
                    <a:cubicBezTo>
                      <a:pt x="609" y="2015"/>
                      <a:pt x="609" y="1918"/>
                      <a:pt x="608" y="1821"/>
                    </a:cubicBezTo>
                    <a:cubicBezTo>
                      <a:pt x="603" y="1291"/>
                      <a:pt x="661" y="895"/>
                      <a:pt x="971" y="454"/>
                    </a:cubicBezTo>
                    <a:cubicBezTo>
                      <a:pt x="996" y="418"/>
                      <a:pt x="1020" y="382"/>
                      <a:pt x="1045" y="345"/>
                    </a:cubicBezTo>
                    <a:cubicBezTo>
                      <a:pt x="1321" y="0"/>
                      <a:pt x="1439" y="101"/>
                      <a:pt x="1943" y="101"/>
                    </a:cubicBezTo>
                    <a:close/>
                  </a:path>
                </a:pathLst>
              </a:custGeom>
              <a:solidFill>
                <a:srgbClr val="ED56AC"/>
              </a:solidFill>
              <a:ln w="2646" cap="flat">
                <a:noFill/>
              </a:ln>
            </p:spPr>
          </p:sp>
          <p:sp>
            <p:nvSpPr>
              <p:cNvPr id="3198" name="ICON_A_EEG_WAVE_GRAPHIC_path_009"/>
              <p:cNvSpPr/>
              <p:nvPr/>
            </p:nvSpPr>
            <p:spPr>
              <a:xfrm>
                <a:off x="2286000" y="889000"/>
                <a:ext cx="230188" cy="95308"/>
              </a:xfrm>
              <a:custGeom>
                <a:avLst/>
                <a:gdLst/>
                <a:ahLst/>
                <a:cxnLst/>
                <a:rect l="0" t="0" r="r" b="b"/>
                <a:pathLst>
                  <a:path w="18125" h="7505" fill="norm" stroke="0">
                    <a:moveTo>
                      <a:pt x="8750" y="0"/>
                    </a:moveTo>
                    <a:cubicBezTo>
                      <a:pt x="8956" y="0"/>
                      <a:pt x="9162" y="0"/>
                      <a:pt x="9375" y="0"/>
                    </a:cubicBezTo>
                    <a:cubicBezTo>
                      <a:pt x="9375" y="1444"/>
                      <a:pt x="9375" y="2888"/>
                      <a:pt x="9375" y="4375"/>
                    </a:cubicBezTo>
                    <a:cubicBezTo>
                      <a:pt x="9581" y="4375"/>
                      <a:pt x="9787" y="4375"/>
                      <a:pt x="10000" y="4375"/>
                    </a:cubicBezTo>
                    <a:cubicBezTo>
                      <a:pt x="9993" y="4309"/>
                      <a:pt x="9985" y="4244"/>
                      <a:pt x="9978" y="4176"/>
                    </a:cubicBezTo>
                    <a:cubicBezTo>
                      <a:pt x="9939" y="3663"/>
                      <a:pt x="9963" y="3278"/>
                      <a:pt x="10273" y="2852"/>
                    </a:cubicBezTo>
                    <a:cubicBezTo>
                      <a:pt x="10286" y="2834"/>
                      <a:pt x="10286" y="2834"/>
                      <a:pt x="10348" y="2744"/>
                    </a:cubicBezTo>
                    <a:cubicBezTo>
                      <a:pt x="10427" y="2646"/>
                      <a:pt x="10427" y="2646"/>
                      <a:pt x="10625" y="2500"/>
                    </a:cubicBezTo>
                    <a:cubicBezTo>
                      <a:pt x="10831" y="2500"/>
                      <a:pt x="11037" y="2500"/>
                      <a:pt x="11250" y="2500"/>
                    </a:cubicBezTo>
                    <a:cubicBezTo>
                      <a:pt x="11250" y="2912"/>
                      <a:pt x="11250" y="3325"/>
                      <a:pt x="11250" y="3750"/>
                    </a:cubicBezTo>
                    <a:cubicBezTo>
                      <a:pt x="11456" y="3750"/>
                      <a:pt x="11662" y="3750"/>
                      <a:pt x="11875" y="3750"/>
                    </a:cubicBezTo>
                    <a:cubicBezTo>
                      <a:pt x="11870" y="3680"/>
                      <a:pt x="11865" y="3609"/>
                      <a:pt x="11860" y="3537"/>
                    </a:cubicBezTo>
                    <a:cubicBezTo>
                      <a:pt x="11856" y="3443"/>
                      <a:pt x="11853" y="3349"/>
                      <a:pt x="11849" y="3255"/>
                    </a:cubicBezTo>
                    <a:cubicBezTo>
                      <a:pt x="11845" y="3209"/>
                      <a:pt x="11842" y="3163"/>
                      <a:pt x="11838" y="3115"/>
                    </a:cubicBezTo>
                    <a:cubicBezTo>
                      <a:pt x="11828" y="2759"/>
                      <a:pt x="11828" y="2759"/>
                      <a:pt x="11965" y="2611"/>
                    </a:cubicBezTo>
                    <a:cubicBezTo>
                      <a:pt x="12002" y="2581"/>
                      <a:pt x="12039" y="2551"/>
                      <a:pt x="12077" y="2520"/>
                    </a:cubicBezTo>
                    <a:cubicBezTo>
                      <a:pt x="12404" y="2233"/>
                      <a:pt x="12387" y="1843"/>
                      <a:pt x="12422" y="1432"/>
                    </a:cubicBezTo>
                    <a:cubicBezTo>
                      <a:pt x="12430" y="1354"/>
                      <a:pt x="12438" y="1275"/>
                      <a:pt x="12446" y="1197"/>
                    </a:cubicBezTo>
                    <a:cubicBezTo>
                      <a:pt x="12466" y="1006"/>
                      <a:pt x="12484" y="816"/>
                      <a:pt x="12500" y="625"/>
                    </a:cubicBezTo>
                    <a:cubicBezTo>
                      <a:pt x="13108" y="571"/>
                      <a:pt x="13108" y="571"/>
                      <a:pt x="13323" y="749"/>
                    </a:cubicBezTo>
                    <a:cubicBezTo>
                      <a:pt x="13402" y="837"/>
                      <a:pt x="13402" y="837"/>
                      <a:pt x="13477" y="938"/>
                    </a:cubicBezTo>
                    <a:cubicBezTo>
                      <a:pt x="13503" y="972"/>
                      <a:pt x="13530" y="1007"/>
                      <a:pt x="13557" y="1043"/>
                    </a:cubicBezTo>
                    <a:cubicBezTo>
                      <a:pt x="13934" y="1635"/>
                      <a:pt x="13798" y="2457"/>
                      <a:pt x="13750" y="3125"/>
                    </a:cubicBezTo>
                    <a:cubicBezTo>
                      <a:pt x="14317" y="3172"/>
                      <a:pt x="14317" y="3172"/>
                      <a:pt x="14446" y="3066"/>
                    </a:cubicBezTo>
                    <a:cubicBezTo>
                      <a:pt x="14485" y="2981"/>
                      <a:pt x="14504" y="2905"/>
                      <a:pt x="14518" y="2812"/>
                    </a:cubicBezTo>
                    <a:cubicBezTo>
                      <a:pt x="14525" y="2783"/>
                      <a:pt x="14532" y="2753"/>
                      <a:pt x="14540" y="2722"/>
                    </a:cubicBezTo>
                    <a:cubicBezTo>
                      <a:pt x="14557" y="2649"/>
                      <a:pt x="14570" y="2574"/>
                      <a:pt x="14583" y="2500"/>
                    </a:cubicBezTo>
                    <a:cubicBezTo>
                      <a:pt x="15115" y="2557"/>
                      <a:pt x="15612" y="2613"/>
                      <a:pt x="16002" y="3008"/>
                    </a:cubicBezTo>
                    <a:cubicBezTo>
                      <a:pt x="16028" y="3033"/>
                      <a:pt x="16054" y="3059"/>
                      <a:pt x="16081" y="3085"/>
                    </a:cubicBezTo>
                    <a:cubicBezTo>
                      <a:pt x="16219" y="3241"/>
                      <a:pt x="16265" y="3352"/>
                      <a:pt x="16265" y="3562"/>
                    </a:cubicBezTo>
                    <a:cubicBezTo>
                      <a:pt x="16261" y="3625"/>
                      <a:pt x="16257" y="3688"/>
                      <a:pt x="16250" y="3750"/>
                    </a:cubicBezTo>
                    <a:cubicBezTo>
                      <a:pt x="16694" y="3825"/>
                      <a:pt x="16694" y="3825"/>
                      <a:pt x="16875" y="3750"/>
                    </a:cubicBezTo>
                    <a:cubicBezTo>
                      <a:pt x="17018" y="3574"/>
                      <a:pt x="17039" y="3340"/>
                      <a:pt x="17083" y="3125"/>
                    </a:cubicBezTo>
                    <a:cubicBezTo>
                      <a:pt x="17427" y="3194"/>
                      <a:pt x="17771" y="3263"/>
                      <a:pt x="18125" y="3333"/>
                    </a:cubicBezTo>
                    <a:cubicBezTo>
                      <a:pt x="18042" y="4143"/>
                      <a:pt x="18042" y="4143"/>
                      <a:pt x="17917" y="4375"/>
                    </a:cubicBezTo>
                    <a:cubicBezTo>
                      <a:pt x="17788" y="4455"/>
                      <a:pt x="17662" y="4467"/>
                      <a:pt x="17513" y="4479"/>
                    </a:cubicBezTo>
                    <a:cubicBezTo>
                      <a:pt x="17358" y="4494"/>
                      <a:pt x="17223" y="4511"/>
                      <a:pt x="17083" y="4583"/>
                    </a:cubicBezTo>
                    <a:cubicBezTo>
                      <a:pt x="16887" y="4846"/>
                      <a:pt x="16810" y="5188"/>
                      <a:pt x="16711" y="5496"/>
                    </a:cubicBezTo>
                    <a:cubicBezTo>
                      <a:pt x="16649" y="5677"/>
                      <a:pt x="16570" y="5839"/>
                      <a:pt x="16471" y="6002"/>
                    </a:cubicBezTo>
                    <a:cubicBezTo>
                      <a:pt x="16458" y="6028"/>
                      <a:pt x="16445" y="6054"/>
                      <a:pt x="16432" y="6081"/>
                    </a:cubicBezTo>
                    <a:cubicBezTo>
                      <a:pt x="16387" y="6150"/>
                      <a:pt x="16387" y="6150"/>
                      <a:pt x="16250" y="6250"/>
                    </a:cubicBezTo>
                    <a:cubicBezTo>
                      <a:pt x="16044" y="6250"/>
                      <a:pt x="15838" y="6250"/>
                      <a:pt x="15625" y="6250"/>
                    </a:cubicBezTo>
                    <a:cubicBezTo>
                      <a:pt x="15625" y="5631"/>
                      <a:pt x="15625" y="5013"/>
                      <a:pt x="15625" y="4375"/>
                    </a:cubicBezTo>
                    <a:cubicBezTo>
                      <a:pt x="15419" y="4375"/>
                      <a:pt x="15213" y="4375"/>
                      <a:pt x="15000" y="4375"/>
                    </a:cubicBezTo>
                    <a:cubicBezTo>
                      <a:pt x="14899" y="4505"/>
                      <a:pt x="14880" y="4537"/>
                      <a:pt x="14857" y="4688"/>
                    </a:cubicBezTo>
                    <a:cubicBezTo>
                      <a:pt x="14850" y="4717"/>
                      <a:pt x="14843" y="4747"/>
                      <a:pt x="14835" y="4778"/>
                    </a:cubicBezTo>
                    <a:cubicBezTo>
                      <a:pt x="14818" y="4851"/>
                      <a:pt x="14805" y="4926"/>
                      <a:pt x="14792" y="5000"/>
                    </a:cubicBezTo>
                    <a:cubicBezTo>
                      <a:pt x="14686" y="4979"/>
                      <a:pt x="14580" y="4958"/>
                      <a:pt x="14474" y="4936"/>
                    </a:cubicBezTo>
                    <a:cubicBezTo>
                      <a:pt x="14381" y="4918"/>
                      <a:pt x="14287" y="4900"/>
                      <a:pt x="14194" y="4883"/>
                    </a:cubicBezTo>
                    <a:cubicBezTo>
                      <a:pt x="13946" y="4837"/>
                      <a:pt x="13714" y="4783"/>
                      <a:pt x="13478" y="4695"/>
                    </a:cubicBezTo>
                    <a:cubicBezTo>
                      <a:pt x="12962" y="4518"/>
                      <a:pt x="12962" y="4518"/>
                      <a:pt x="12708" y="4583"/>
                    </a:cubicBezTo>
                    <a:cubicBezTo>
                      <a:pt x="12343" y="4819"/>
                      <a:pt x="12096" y="5261"/>
                      <a:pt x="11875" y="5625"/>
                    </a:cubicBezTo>
                    <a:cubicBezTo>
                      <a:pt x="11458" y="5417"/>
                      <a:pt x="11042" y="5208"/>
                      <a:pt x="10625" y="5000"/>
                    </a:cubicBezTo>
                    <a:cubicBezTo>
                      <a:pt x="10626" y="5015"/>
                      <a:pt x="10626" y="5015"/>
                      <a:pt x="10632" y="5089"/>
                    </a:cubicBezTo>
                    <a:cubicBezTo>
                      <a:pt x="10687" y="5950"/>
                      <a:pt x="10687" y="5950"/>
                      <a:pt x="10540" y="6167"/>
                    </a:cubicBezTo>
                    <a:cubicBezTo>
                      <a:pt x="10465" y="6223"/>
                      <a:pt x="10390" y="6279"/>
                      <a:pt x="10315" y="6333"/>
                    </a:cubicBezTo>
                    <a:cubicBezTo>
                      <a:pt x="10045" y="6583"/>
                      <a:pt x="10050" y="7157"/>
                      <a:pt x="10000" y="7500"/>
                    </a:cubicBezTo>
                    <a:cubicBezTo>
                      <a:pt x="9794" y="7500"/>
                      <a:pt x="9588" y="7500"/>
                      <a:pt x="9375" y="7500"/>
                    </a:cubicBezTo>
                    <a:cubicBezTo>
                      <a:pt x="9375" y="6881"/>
                      <a:pt x="9375" y="6263"/>
                      <a:pt x="9375" y="5625"/>
                    </a:cubicBezTo>
                    <a:cubicBezTo>
                      <a:pt x="9169" y="5625"/>
                      <a:pt x="8963" y="5625"/>
                      <a:pt x="8750" y="5625"/>
                    </a:cubicBezTo>
                    <a:cubicBezTo>
                      <a:pt x="8750" y="6175"/>
                      <a:pt x="8750" y="6725"/>
                      <a:pt x="8750" y="7292"/>
                    </a:cubicBezTo>
                    <a:cubicBezTo>
                      <a:pt x="8583" y="7330"/>
                      <a:pt x="8415" y="7369"/>
                      <a:pt x="8242" y="7409"/>
                    </a:cubicBezTo>
                    <a:cubicBezTo>
                      <a:pt x="8190" y="7422"/>
                      <a:pt x="8137" y="7434"/>
                      <a:pt x="8083" y="7448"/>
                    </a:cubicBezTo>
                    <a:cubicBezTo>
                      <a:pt x="8041" y="7456"/>
                      <a:pt x="8000" y="7465"/>
                      <a:pt x="7956" y="7475"/>
                    </a:cubicBezTo>
                    <a:cubicBezTo>
                      <a:pt x="7914" y="7485"/>
                      <a:pt x="7871" y="7494"/>
                      <a:pt x="7828" y="7505"/>
                    </a:cubicBezTo>
                    <a:cubicBezTo>
                      <a:pt x="7686" y="7499"/>
                      <a:pt x="7639" y="7457"/>
                      <a:pt x="7544" y="7356"/>
                    </a:cubicBezTo>
                    <a:cubicBezTo>
                      <a:pt x="7466" y="7242"/>
                      <a:pt x="7475" y="7135"/>
                      <a:pt x="7476" y="7000"/>
                    </a:cubicBezTo>
                    <a:cubicBezTo>
                      <a:pt x="7476" y="6972"/>
                      <a:pt x="7476" y="6943"/>
                      <a:pt x="7476" y="6914"/>
                    </a:cubicBezTo>
                    <a:cubicBezTo>
                      <a:pt x="7476" y="6820"/>
                      <a:pt x="7478" y="6727"/>
                      <a:pt x="7480" y="6633"/>
                    </a:cubicBezTo>
                    <a:cubicBezTo>
                      <a:pt x="7480" y="6568"/>
                      <a:pt x="7480" y="6503"/>
                      <a:pt x="7481" y="6438"/>
                    </a:cubicBezTo>
                    <a:cubicBezTo>
                      <a:pt x="7481" y="6267"/>
                      <a:pt x="7483" y="6096"/>
                      <a:pt x="7486" y="5925"/>
                    </a:cubicBezTo>
                    <a:cubicBezTo>
                      <a:pt x="7488" y="5751"/>
                      <a:pt x="7489" y="5576"/>
                      <a:pt x="7490" y="5402"/>
                    </a:cubicBezTo>
                    <a:cubicBezTo>
                      <a:pt x="7492" y="5059"/>
                      <a:pt x="7496" y="4717"/>
                      <a:pt x="7500" y="4375"/>
                    </a:cubicBezTo>
                    <a:cubicBezTo>
                      <a:pt x="7399" y="4370"/>
                      <a:pt x="7298" y="4367"/>
                      <a:pt x="7196" y="4365"/>
                    </a:cubicBezTo>
                    <a:cubicBezTo>
                      <a:pt x="7168" y="4363"/>
                      <a:pt x="7139" y="4362"/>
                      <a:pt x="7110" y="4360"/>
                    </a:cubicBezTo>
                    <a:cubicBezTo>
                      <a:pt x="6969" y="4358"/>
                      <a:pt x="6894" y="4358"/>
                      <a:pt x="6785" y="4453"/>
                    </a:cubicBezTo>
                    <a:cubicBezTo>
                      <a:pt x="6723" y="4554"/>
                      <a:pt x="6681" y="4654"/>
                      <a:pt x="6641" y="4766"/>
                    </a:cubicBezTo>
                    <a:cubicBezTo>
                      <a:pt x="6610" y="4839"/>
                      <a:pt x="6579" y="4912"/>
                      <a:pt x="6548" y="4985"/>
                    </a:cubicBezTo>
                    <a:cubicBezTo>
                      <a:pt x="6534" y="5022"/>
                      <a:pt x="6519" y="5058"/>
                      <a:pt x="6505" y="5096"/>
                    </a:cubicBezTo>
                    <a:cubicBezTo>
                      <a:pt x="6430" y="5277"/>
                      <a:pt x="6340" y="5451"/>
                      <a:pt x="6250" y="5625"/>
                    </a:cubicBezTo>
                    <a:cubicBezTo>
                      <a:pt x="5781" y="5519"/>
                      <a:pt x="5781" y="5519"/>
                      <a:pt x="5625" y="5417"/>
                    </a:cubicBezTo>
                    <a:cubicBezTo>
                      <a:pt x="5567" y="5269"/>
                      <a:pt x="5585" y="5152"/>
                      <a:pt x="5625" y="5000"/>
                    </a:cubicBezTo>
                    <a:cubicBezTo>
                      <a:pt x="5178" y="4924"/>
                      <a:pt x="5178" y="4924"/>
                      <a:pt x="5000" y="5000"/>
                    </a:cubicBezTo>
                    <a:cubicBezTo>
                      <a:pt x="4915" y="5120"/>
                      <a:pt x="4895" y="5260"/>
                      <a:pt x="4863" y="5400"/>
                    </a:cubicBezTo>
                    <a:cubicBezTo>
                      <a:pt x="4843" y="5484"/>
                      <a:pt x="4843" y="5484"/>
                      <a:pt x="4792" y="5625"/>
                    </a:cubicBezTo>
                    <a:cubicBezTo>
                      <a:pt x="4671" y="5695"/>
                      <a:pt x="4607" y="5693"/>
                      <a:pt x="4471" y="5675"/>
                    </a:cubicBezTo>
                    <a:cubicBezTo>
                      <a:pt x="4375" y="5625"/>
                      <a:pt x="4375" y="5625"/>
                      <a:pt x="4331" y="5530"/>
                    </a:cubicBezTo>
                    <a:cubicBezTo>
                      <a:pt x="4320" y="5493"/>
                      <a:pt x="4309" y="5455"/>
                      <a:pt x="4297" y="5417"/>
                    </a:cubicBezTo>
                    <a:cubicBezTo>
                      <a:pt x="4254" y="5348"/>
                      <a:pt x="4211" y="5279"/>
                      <a:pt x="4167" y="5208"/>
                    </a:cubicBezTo>
                    <a:cubicBezTo>
                      <a:pt x="3892" y="5208"/>
                      <a:pt x="3617" y="5208"/>
                      <a:pt x="3333" y="5208"/>
                    </a:cubicBezTo>
                    <a:cubicBezTo>
                      <a:pt x="3265" y="5758"/>
                      <a:pt x="3196" y="6308"/>
                      <a:pt x="3125" y="6875"/>
                    </a:cubicBezTo>
                    <a:cubicBezTo>
                      <a:pt x="2919" y="6875"/>
                      <a:pt x="2713" y="6875"/>
                      <a:pt x="2500" y="6875"/>
                    </a:cubicBezTo>
                    <a:cubicBezTo>
                      <a:pt x="2496" y="6829"/>
                      <a:pt x="2492" y="6783"/>
                      <a:pt x="2488" y="6735"/>
                    </a:cubicBezTo>
                    <a:cubicBezTo>
                      <a:pt x="2303" y="4748"/>
                      <a:pt x="2303" y="4748"/>
                      <a:pt x="1875" y="4375"/>
                    </a:cubicBezTo>
                    <a:cubicBezTo>
                      <a:pt x="1716" y="4288"/>
                      <a:pt x="1566" y="4269"/>
                      <a:pt x="1388" y="4304"/>
                    </a:cubicBezTo>
                    <a:cubicBezTo>
                      <a:pt x="1231" y="4385"/>
                      <a:pt x="1197" y="4434"/>
                      <a:pt x="1134" y="4592"/>
                    </a:cubicBezTo>
                    <a:cubicBezTo>
                      <a:pt x="1096" y="4726"/>
                      <a:pt x="1070" y="4864"/>
                      <a:pt x="1042" y="5000"/>
                    </a:cubicBezTo>
                    <a:cubicBezTo>
                      <a:pt x="698" y="4931"/>
                      <a:pt x="354" y="4862"/>
                      <a:pt x="0" y="4792"/>
                    </a:cubicBezTo>
                    <a:cubicBezTo>
                      <a:pt x="69" y="4448"/>
                      <a:pt x="137" y="4104"/>
                      <a:pt x="208" y="3750"/>
                    </a:cubicBezTo>
                    <a:cubicBezTo>
                      <a:pt x="346" y="3750"/>
                      <a:pt x="483" y="3750"/>
                      <a:pt x="625" y="3750"/>
                    </a:cubicBezTo>
                    <a:cubicBezTo>
                      <a:pt x="678" y="3633"/>
                      <a:pt x="694" y="3564"/>
                      <a:pt x="710" y="3441"/>
                    </a:cubicBezTo>
                    <a:cubicBezTo>
                      <a:pt x="736" y="3325"/>
                      <a:pt x="764" y="3223"/>
                      <a:pt x="833" y="3125"/>
                    </a:cubicBezTo>
                    <a:cubicBezTo>
                      <a:pt x="1022" y="3026"/>
                      <a:pt x="1254" y="3053"/>
                      <a:pt x="1461" y="3066"/>
                    </a:cubicBezTo>
                    <a:cubicBezTo>
                      <a:pt x="1562" y="3073"/>
                      <a:pt x="1663" y="3075"/>
                      <a:pt x="1765" y="3076"/>
                    </a:cubicBezTo>
                    <a:cubicBezTo>
                      <a:pt x="1830" y="3078"/>
                      <a:pt x="1895" y="3080"/>
                      <a:pt x="1960" y="3083"/>
                    </a:cubicBezTo>
                    <a:cubicBezTo>
                      <a:pt x="1975" y="3083"/>
                      <a:pt x="1975" y="3083"/>
                      <a:pt x="2051" y="3085"/>
                    </a:cubicBezTo>
                    <a:cubicBezTo>
                      <a:pt x="2212" y="3097"/>
                      <a:pt x="2281" y="3117"/>
                      <a:pt x="2415" y="3216"/>
                    </a:cubicBezTo>
                    <a:cubicBezTo>
                      <a:pt x="2514" y="3353"/>
                      <a:pt x="2525" y="3415"/>
                      <a:pt x="2520" y="3581"/>
                    </a:cubicBezTo>
                    <a:cubicBezTo>
                      <a:pt x="2520" y="3628"/>
                      <a:pt x="2519" y="3674"/>
                      <a:pt x="2518" y="3722"/>
                    </a:cubicBezTo>
                    <a:cubicBezTo>
                      <a:pt x="2518" y="3746"/>
                      <a:pt x="2518" y="3746"/>
                      <a:pt x="2513" y="3867"/>
                    </a:cubicBezTo>
                    <a:cubicBezTo>
                      <a:pt x="2512" y="3916"/>
                      <a:pt x="2511" y="3965"/>
                      <a:pt x="2510" y="4015"/>
                    </a:cubicBezTo>
                    <a:cubicBezTo>
                      <a:pt x="2508" y="4135"/>
                      <a:pt x="2504" y="4255"/>
                      <a:pt x="2500" y="4375"/>
                    </a:cubicBezTo>
                    <a:cubicBezTo>
                      <a:pt x="2706" y="4375"/>
                      <a:pt x="2912" y="4375"/>
                      <a:pt x="3125" y="4375"/>
                    </a:cubicBezTo>
                    <a:cubicBezTo>
                      <a:pt x="3125" y="4031"/>
                      <a:pt x="3125" y="3688"/>
                      <a:pt x="3125" y="3333"/>
                    </a:cubicBezTo>
                    <a:cubicBezTo>
                      <a:pt x="3469" y="3265"/>
                      <a:pt x="3812" y="3196"/>
                      <a:pt x="4167" y="3125"/>
                    </a:cubicBezTo>
                    <a:cubicBezTo>
                      <a:pt x="4235" y="3331"/>
                      <a:pt x="4304" y="3537"/>
                      <a:pt x="4375" y="3750"/>
                    </a:cubicBezTo>
                    <a:cubicBezTo>
                      <a:pt x="4394" y="3728"/>
                      <a:pt x="4394" y="3728"/>
                      <a:pt x="4490" y="3613"/>
                    </a:cubicBezTo>
                    <a:cubicBezTo>
                      <a:pt x="4960" y="3080"/>
                      <a:pt x="4960" y="3080"/>
                      <a:pt x="5312" y="3047"/>
                    </a:cubicBezTo>
                    <a:cubicBezTo>
                      <a:pt x="5744" y="3088"/>
                      <a:pt x="5980" y="3442"/>
                      <a:pt x="6250" y="3750"/>
                    </a:cubicBezTo>
                    <a:cubicBezTo>
                      <a:pt x="6250" y="3406"/>
                      <a:pt x="6250" y="3062"/>
                      <a:pt x="6250" y="2708"/>
                    </a:cubicBezTo>
                    <a:cubicBezTo>
                      <a:pt x="7007" y="2422"/>
                      <a:pt x="7007" y="2422"/>
                      <a:pt x="7292" y="2500"/>
                    </a:cubicBezTo>
                    <a:cubicBezTo>
                      <a:pt x="7650" y="2843"/>
                      <a:pt x="7856" y="3454"/>
                      <a:pt x="7957" y="3932"/>
                    </a:cubicBezTo>
                    <a:cubicBezTo>
                      <a:pt x="7995" y="4099"/>
                      <a:pt x="8027" y="4232"/>
                      <a:pt x="8125" y="4375"/>
                    </a:cubicBezTo>
                    <a:cubicBezTo>
                      <a:pt x="8325" y="4451"/>
                      <a:pt x="8545" y="4410"/>
                      <a:pt x="8750" y="4375"/>
                    </a:cubicBezTo>
                    <a:cubicBezTo>
                      <a:pt x="8695" y="4201"/>
                      <a:pt x="8640" y="4026"/>
                      <a:pt x="8583" y="3852"/>
                    </a:cubicBezTo>
                    <a:cubicBezTo>
                      <a:pt x="8564" y="3793"/>
                      <a:pt x="8546" y="3734"/>
                      <a:pt x="8527" y="3675"/>
                    </a:cubicBezTo>
                    <a:cubicBezTo>
                      <a:pt x="8500" y="3589"/>
                      <a:pt x="8473" y="3504"/>
                      <a:pt x="8445" y="3419"/>
                    </a:cubicBezTo>
                    <a:cubicBezTo>
                      <a:pt x="8441" y="3406"/>
                      <a:pt x="8441" y="3406"/>
                      <a:pt x="8420" y="3339"/>
                    </a:cubicBezTo>
                    <a:cubicBezTo>
                      <a:pt x="8374" y="3200"/>
                      <a:pt x="8333" y="3124"/>
                      <a:pt x="8224" y="3023"/>
                    </a:cubicBezTo>
                    <a:cubicBezTo>
                      <a:pt x="8096" y="2885"/>
                      <a:pt x="8091" y="2772"/>
                      <a:pt x="8090" y="2592"/>
                    </a:cubicBezTo>
                    <a:cubicBezTo>
                      <a:pt x="8090" y="2576"/>
                      <a:pt x="8090" y="2576"/>
                      <a:pt x="8088" y="2498"/>
                    </a:cubicBezTo>
                    <a:cubicBezTo>
                      <a:pt x="8087" y="2432"/>
                      <a:pt x="8086" y="2366"/>
                      <a:pt x="8086" y="2301"/>
                    </a:cubicBezTo>
                    <a:cubicBezTo>
                      <a:pt x="8086" y="2201"/>
                      <a:pt x="8082" y="2103"/>
                      <a:pt x="8078" y="2003"/>
                    </a:cubicBezTo>
                    <a:cubicBezTo>
                      <a:pt x="8070" y="1531"/>
                      <a:pt x="8070" y="1531"/>
                      <a:pt x="8216" y="1338"/>
                    </a:cubicBezTo>
                    <a:cubicBezTo>
                      <a:pt x="8290" y="1272"/>
                      <a:pt x="8365" y="1206"/>
                      <a:pt x="8442" y="1143"/>
                    </a:cubicBezTo>
                    <a:cubicBezTo>
                      <a:pt x="8621" y="962"/>
                      <a:pt x="8638" y="739"/>
                      <a:pt x="8672" y="495"/>
                    </a:cubicBezTo>
                    <a:cubicBezTo>
                      <a:pt x="8680" y="447"/>
                      <a:pt x="8688" y="399"/>
                      <a:pt x="8696" y="350"/>
                    </a:cubicBezTo>
                    <a:cubicBezTo>
                      <a:pt x="8716" y="234"/>
                      <a:pt x="8733" y="117"/>
                      <a:pt x="8750" y="0"/>
                    </a:cubicBezTo>
                    <a:close/>
                  </a:path>
                </a:pathLst>
              </a:custGeom>
              <a:solidFill>
                <a:srgbClr val="9D88D6"/>
              </a:solidFill>
              <a:ln w="2646" cap="flat">
                <a:noFill/>
              </a:ln>
            </p:spPr>
          </p:sp>
          <p:sp>
            <p:nvSpPr>
              <p:cNvPr id="3199" name="ICON_A_EEG_WAVE_GRAPHIC_path_010"/>
              <p:cNvSpPr/>
              <p:nvPr/>
            </p:nvSpPr>
            <p:spPr>
              <a:xfrm>
                <a:off x="2022552" y="873125"/>
                <a:ext cx="136649" cy="127661"/>
              </a:xfrm>
              <a:custGeom>
                <a:avLst/>
                <a:gdLst/>
                <a:ahLst/>
                <a:cxnLst/>
                <a:rect l="0" t="0" r="r" b="b"/>
                <a:pathLst>
                  <a:path w="10760" h="10052" fill="norm" stroke="0">
                    <a:moveTo>
                      <a:pt x="9494" y="0"/>
                    </a:moveTo>
                    <a:cubicBezTo>
                      <a:pt x="9700" y="0"/>
                      <a:pt x="9906" y="0"/>
                      <a:pt x="10119" y="0"/>
                    </a:cubicBezTo>
                    <a:cubicBezTo>
                      <a:pt x="10121" y="34"/>
                      <a:pt x="10121" y="34"/>
                      <a:pt x="10131" y="204"/>
                    </a:cubicBezTo>
                    <a:cubicBezTo>
                      <a:pt x="10146" y="427"/>
                      <a:pt x="10162" y="651"/>
                      <a:pt x="10179" y="875"/>
                    </a:cubicBezTo>
                    <a:cubicBezTo>
                      <a:pt x="10189" y="1010"/>
                      <a:pt x="10199" y="1146"/>
                      <a:pt x="10207" y="1281"/>
                    </a:cubicBezTo>
                    <a:cubicBezTo>
                      <a:pt x="10216" y="1438"/>
                      <a:pt x="10229" y="1594"/>
                      <a:pt x="10241" y="1750"/>
                    </a:cubicBezTo>
                    <a:cubicBezTo>
                      <a:pt x="10243" y="1798"/>
                      <a:pt x="10246" y="1846"/>
                      <a:pt x="10248" y="1895"/>
                    </a:cubicBezTo>
                    <a:cubicBezTo>
                      <a:pt x="10273" y="2172"/>
                      <a:pt x="10333" y="2330"/>
                      <a:pt x="10541" y="2517"/>
                    </a:cubicBezTo>
                    <a:cubicBezTo>
                      <a:pt x="10560" y="2533"/>
                      <a:pt x="10560" y="2533"/>
                      <a:pt x="10656" y="2611"/>
                    </a:cubicBezTo>
                    <a:cubicBezTo>
                      <a:pt x="10744" y="2708"/>
                      <a:pt x="10744" y="2708"/>
                      <a:pt x="10760" y="2843"/>
                    </a:cubicBezTo>
                    <a:cubicBezTo>
                      <a:pt x="10745" y="2981"/>
                      <a:pt x="10716" y="3108"/>
                      <a:pt x="10679" y="3242"/>
                    </a:cubicBezTo>
                    <a:cubicBezTo>
                      <a:pt x="10674" y="3265"/>
                      <a:pt x="10674" y="3265"/>
                      <a:pt x="10648" y="3382"/>
                    </a:cubicBezTo>
                    <a:cubicBezTo>
                      <a:pt x="10567" y="3723"/>
                      <a:pt x="10567" y="3723"/>
                      <a:pt x="10431" y="3841"/>
                    </a:cubicBezTo>
                    <a:cubicBezTo>
                      <a:pt x="10299" y="3969"/>
                      <a:pt x="10294" y="4105"/>
                      <a:pt x="10291" y="4281"/>
                    </a:cubicBezTo>
                    <a:cubicBezTo>
                      <a:pt x="10290" y="4313"/>
                      <a:pt x="10288" y="4345"/>
                      <a:pt x="10287" y="4378"/>
                    </a:cubicBezTo>
                    <a:cubicBezTo>
                      <a:pt x="10284" y="4447"/>
                      <a:pt x="10281" y="4516"/>
                      <a:pt x="10279" y="4585"/>
                    </a:cubicBezTo>
                    <a:cubicBezTo>
                      <a:pt x="10276" y="4695"/>
                      <a:pt x="10271" y="4804"/>
                      <a:pt x="10266" y="4914"/>
                    </a:cubicBezTo>
                    <a:cubicBezTo>
                      <a:pt x="10251" y="5225"/>
                      <a:pt x="10239" y="5536"/>
                      <a:pt x="10228" y="5847"/>
                    </a:cubicBezTo>
                    <a:cubicBezTo>
                      <a:pt x="10221" y="6038"/>
                      <a:pt x="10213" y="6229"/>
                      <a:pt x="10203" y="6420"/>
                    </a:cubicBezTo>
                    <a:cubicBezTo>
                      <a:pt x="10200" y="6492"/>
                      <a:pt x="10197" y="6564"/>
                      <a:pt x="10195" y="6637"/>
                    </a:cubicBezTo>
                    <a:cubicBezTo>
                      <a:pt x="10181" y="7213"/>
                      <a:pt x="10181" y="7213"/>
                      <a:pt x="10023" y="7414"/>
                    </a:cubicBezTo>
                    <a:cubicBezTo>
                      <a:pt x="9948" y="7481"/>
                      <a:pt x="9873" y="7547"/>
                      <a:pt x="9796" y="7612"/>
                    </a:cubicBezTo>
                    <a:cubicBezTo>
                      <a:pt x="9657" y="7755"/>
                      <a:pt x="9654" y="7875"/>
                      <a:pt x="9650" y="8068"/>
                    </a:cubicBezTo>
                    <a:cubicBezTo>
                      <a:pt x="9650" y="8089"/>
                      <a:pt x="9650" y="8089"/>
                      <a:pt x="9653" y="8198"/>
                    </a:cubicBezTo>
                    <a:cubicBezTo>
                      <a:pt x="9650" y="8290"/>
                      <a:pt x="9647" y="8383"/>
                      <a:pt x="9645" y="8475"/>
                    </a:cubicBezTo>
                    <a:cubicBezTo>
                      <a:pt x="9644" y="8523"/>
                      <a:pt x="9642" y="8570"/>
                      <a:pt x="9641" y="8619"/>
                    </a:cubicBezTo>
                    <a:cubicBezTo>
                      <a:pt x="9612" y="9626"/>
                      <a:pt x="9612" y="9626"/>
                      <a:pt x="9445" y="9861"/>
                    </a:cubicBezTo>
                    <a:cubicBezTo>
                      <a:pt x="9238" y="10046"/>
                      <a:pt x="8957" y="10052"/>
                      <a:pt x="8693" y="10048"/>
                    </a:cubicBezTo>
                    <a:cubicBezTo>
                      <a:pt x="8514" y="10033"/>
                      <a:pt x="8413" y="9990"/>
                      <a:pt x="8288" y="9858"/>
                    </a:cubicBezTo>
                    <a:cubicBezTo>
                      <a:pt x="8203" y="9730"/>
                      <a:pt x="8217" y="9592"/>
                      <a:pt x="8220" y="9443"/>
                    </a:cubicBezTo>
                    <a:cubicBezTo>
                      <a:pt x="8220" y="9408"/>
                      <a:pt x="8220" y="9374"/>
                      <a:pt x="8220" y="9338"/>
                    </a:cubicBezTo>
                    <a:cubicBezTo>
                      <a:pt x="8220" y="9224"/>
                      <a:pt x="8222" y="9110"/>
                      <a:pt x="8224" y="8997"/>
                    </a:cubicBezTo>
                    <a:cubicBezTo>
                      <a:pt x="8224" y="8918"/>
                      <a:pt x="8224" y="8838"/>
                      <a:pt x="8225" y="8759"/>
                    </a:cubicBezTo>
                    <a:cubicBezTo>
                      <a:pt x="8225" y="8551"/>
                      <a:pt x="8227" y="8344"/>
                      <a:pt x="8230" y="8136"/>
                    </a:cubicBezTo>
                    <a:cubicBezTo>
                      <a:pt x="8232" y="7923"/>
                      <a:pt x="8233" y="7711"/>
                      <a:pt x="8234" y="7499"/>
                    </a:cubicBezTo>
                    <a:cubicBezTo>
                      <a:pt x="8236" y="7082"/>
                      <a:pt x="8240" y="6666"/>
                      <a:pt x="8244" y="6250"/>
                    </a:cubicBezTo>
                    <a:cubicBezTo>
                      <a:pt x="8143" y="6245"/>
                      <a:pt x="8042" y="6242"/>
                      <a:pt x="7940" y="6240"/>
                    </a:cubicBezTo>
                    <a:cubicBezTo>
                      <a:pt x="7912" y="6238"/>
                      <a:pt x="7883" y="6237"/>
                      <a:pt x="7854" y="6235"/>
                    </a:cubicBezTo>
                    <a:cubicBezTo>
                      <a:pt x="7713" y="6233"/>
                      <a:pt x="7638" y="6233"/>
                      <a:pt x="7529" y="6328"/>
                    </a:cubicBezTo>
                    <a:cubicBezTo>
                      <a:pt x="7467" y="6429"/>
                      <a:pt x="7425" y="6529"/>
                      <a:pt x="7385" y="6641"/>
                    </a:cubicBezTo>
                    <a:cubicBezTo>
                      <a:pt x="7354" y="6714"/>
                      <a:pt x="7323" y="6787"/>
                      <a:pt x="7292" y="6860"/>
                    </a:cubicBezTo>
                    <a:cubicBezTo>
                      <a:pt x="7246" y="6974"/>
                      <a:pt x="7200" y="7088"/>
                      <a:pt x="7156" y="7203"/>
                    </a:cubicBezTo>
                    <a:cubicBezTo>
                      <a:pt x="7037" y="7481"/>
                      <a:pt x="7037" y="7481"/>
                      <a:pt x="6919" y="7533"/>
                    </a:cubicBezTo>
                    <a:cubicBezTo>
                      <a:pt x="6831" y="7541"/>
                      <a:pt x="6756" y="7537"/>
                      <a:pt x="6669" y="7526"/>
                    </a:cubicBezTo>
                    <a:cubicBezTo>
                      <a:pt x="6570" y="7517"/>
                      <a:pt x="6471" y="7509"/>
                      <a:pt x="6369" y="7500"/>
                    </a:cubicBezTo>
                    <a:cubicBezTo>
                      <a:pt x="6335" y="7328"/>
                      <a:pt x="6335" y="7328"/>
                      <a:pt x="6161" y="6458"/>
                    </a:cubicBezTo>
                    <a:cubicBezTo>
                      <a:pt x="5638" y="6557"/>
                      <a:pt x="5638" y="6557"/>
                      <a:pt x="5392" y="6611"/>
                    </a:cubicBezTo>
                    <a:cubicBezTo>
                      <a:pt x="5203" y="6652"/>
                      <a:pt x="5022" y="6680"/>
                      <a:pt x="4828" y="6685"/>
                    </a:cubicBezTo>
                    <a:cubicBezTo>
                      <a:pt x="4687" y="6719"/>
                      <a:pt x="4602" y="6780"/>
                      <a:pt x="4494" y="6875"/>
                    </a:cubicBezTo>
                    <a:cubicBezTo>
                      <a:pt x="4466" y="6984"/>
                      <a:pt x="4456" y="7057"/>
                      <a:pt x="4456" y="7166"/>
                    </a:cubicBezTo>
                    <a:cubicBezTo>
                      <a:pt x="4456" y="7180"/>
                      <a:pt x="4456" y="7180"/>
                      <a:pt x="4454" y="7250"/>
                    </a:cubicBezTo>
                    <a:cubicBezTo>
                      <a:pt x="4448" y="7543"/>
                      <a:pt x="4468" y="7834"/>
                      <a:pt x="4494" y="8125"/>
                    </a:cubicBezTo>
                    <a:cubicBezTo>
                      <a:pt x="4077" y="7917"/>
                      <a:pt x="3661" y="7708"/>
                      <a:pt x="3244" y="7500"/>
                    </a:cubicBezTo>
                    <a:cubicBezTo>
                      <a:pt x="3246" y="7523"/>
                      <a:pt x="3246" y="7523"/>
                      <a:pt x="3254" y="7640"/>
                    </a:cubicBezTo>
                    <a:cubicBezTo>
                      <a:pt x="3354" y="9184"/>
                      <a:pt x="3354" y="9184"/>
                      <a:pt x="2971" y="9688"/>
                    </a:cubicBezTo>
                    <a:cubicBezTo>
                      <a:pt x="2958" y="9704"/>
                      <a:pt x="2958" y="9704"/>
                      <a:pt x="2896" y="9788"/>
                    </a:cubicBezTo>
                    <a:cubicBezTo>
                      <a:pt x="2764" y="9935"/>
                      <a:pt x="2655" y="10004"/>
                      <a:pt x="2457" y="10019"/>
                    </a:cubicBezTo>
                    <a:cubicBezTo>
                      <a:pt x="2302" y="10022"/>
                      <a:pt x="2149" y="10014"/>
                      <a:pt x="1994" y="10000"/>
                    </a:cubicBezTo>
                    <a:cubicBezTo>
                      <a:pt x="1994" y="9974"/>
                      <a:pt x="1993" y="9947"/>
                      <a:pt x="1993" y="9920"/>
                    </a:cubicBezTo>
                    <a:cubicBezTo>
                      <a:pt x="1988" y="9586"/>
                      <a:pt x="1975" y="9253"/>
                      <a:pt x="1955" y="8919"/>
                    </a:cubicBezTo>
                    <a:cubicBezTo>
                      <a:pt x="1953" y="8893"/>
                      <a:pt x="1952" y="8866"/>
                      <a:pt x="1950" y="8839"/>
                    </a:cubicBezTo>
                    <a:cubicBezTo>
                      <a:pt x="1908" y="8176"/>
                      <a:pt x="1852" y="7595"/>
                      <a:pt x="1325" y="7131"/>
                    </a:cubicBezTo>
                    <a:cubicBezTo>
                      <a:pt x="1187" y="7017"/>
                      <a:pt x="1044" y="6910"/>
                      <a:pt x="897" y="6807"/>
                    </a:cubicBezTo>
                    <a:cubicBezTo>
                      <a:pt x="836" y="6761"/>
                      <a:pt x="836" y="6761"/>
                      <a:pt x="744" y="6667"/>
                    </a:cubicBezTo>
                    <a:cubicBezTo>
                      <a:pt x="734" y="6552"/>
                      <a:pt x="749" y="6458"/>
                      <a:pt x="768" y="6345"/>
                    </a:cubicBezTo>
                    <a:cubicBezTo>
                      <a:pt x="764" y="6330"/>
                      <a:pt x="764" y="6330"/>
                      <a:pt x="744" y="6250"/>
                    </a:cubicBezTo>
                    <a:cubicBezTo>
                      <a:pt x="609" y="6213"/>
                      <a:pt x="609" y="6213"/>
                      <a:pt x="524" y="6199"/>
                    </a:cubicBezTo>
                    <a:cubicBezTo>
                      <a:pt x="374" y="6172"/>
                      <a:pt x="240" y="6137"/>
                      <a:pt x="119" y="6042"/>
                    </a:cubicBezTo>
                    <a:cubicBezTo>
                      <a:pt x="0" y="5806"/>
                      <a:pt x="47" y="5501"/>
                      <a:pt x="58" y="5247"/>
                    </a:cubicBezTo>
                    <a:cubicBezTo>
                      <a:pt x="59" y="5168"/>
                      <a:pt x="60" y="5088"/>
                      <a:pt x="61" y="5009"/>
                    </a:cubicBezTo>
                    <a:cubicBezTo>
                      <a:pt x="63" y="4801"/>
                      <a:pt x="69" y="4594"/>
                      <a:pt x="76" y="4386"/>
                    </a:cubicBezTo>
                    <a:cubicBezTo>
                      <a:pt x="82" y="4173"/>
                      <a:pt x="85" y="3961"/>
                      <a:pt x="89" y="3749"/>
                    </a:cubicBezTo>
                    <a:cubicBezTo>
                      <a:pt x="95" y="3332"/>
                      <a:pt x="106" y="2916"/>
                      <a:pt x="119" y="2500"/>
                    </a:cubicBezTo>
                    <a:cubicBezTo>
                      <a:pt x="325" y="2500"/>
                      <a:pt x="531" y="2500"/>
                      <a:pt x="744" y="2500"/>
                    </a:cubicBezTo>
                    <a:cubicBezTo>
                      <a:pt x="748" y="2587"/>
                      <a:pt x="752" y="2675"/>
                      <a:pt x="756" y="2764"/>
                    </a:cubicBezTo>
                    <a:cubicBezTo>
                      <a:pt x="770" y="3053"/>
                      <a:pt x="787" y="3342"/>
                      <a:pt x="804" y="3630"/>
                    </a:cubicBezTo>
                    <a:cubicBezTo>
                      <a:pt x="814" y="3805"/>
                      <a:pt x="824" y="3980"/>
                      <a:pt x="832" y="4155"/>
                    </a:cubicBezTo>
                    <a:cubicBezTo>
                      <a:pt x="840" y="4324"/>
                      <a:pt x="849" y="4493"/>
                      <a:pt x="860" y="4661"/>
                    </a:cubicBezTo>
                    <a:cubicBezTo>
                      <a:pt x="864" y="4726"/>
                      <a:pt x="867" y="4790"/>
                      <a:pt x="870" y="4855"/>
                    </a:cubicBezTo>
                    <a:cubicBezTo>
                      <a:pt x="873" y="4945"/>
                      <a:pt x="879" y="5035"/>
                      <a:pt x="886" y="5125"/>
                    </a:cubicBezTo>
                    <a:cubicBezTo>
                      <a:pt x="889" y="5177"/>
                      <a:pt x="891" y="5228"/>
                      <a:pt x="894" y="5281"/>
                    </a:cubicBezTo>
                    <a:cubicBezTo>
                      <a:pt x="952" y="5417"/>
                      <a:pt x="952" y="5417"/>
                      <a:pt x="1369" y="5625"/>
                    </a:cubicBezTo>
                    <a:cubicBezTo>
                      <a:pt x="1369" y="5213"/>
                      <a:pt x="1369" y="4800"/>
                      <a:pt x="1369" y="4375"/>
                    </a:cubicBezTo>
                    <a:cubicBezTo>
                      <a:pt x="1575" y="4375"/>
                      <a:pt x="1781" y="4375"/>
                      <a:pt x="1994" y="4375"/>
                    </a:cubicBezTo>
                    <a:cubicBezTo>
                      <a:pt x="1994" y="4994"/>
                      <a:pt x="1994" y="5612"/>
                      <a:pt x="1994" y="6250"/>
                    </a:cubicBezTo>
                    <a:cubicBezTo>
                      <a:pt x="2200" y="6250"/>
                      <a:pt x="2406" y="6250"/>
                      <a:pt x="2619" y="6250"/>
                    </a:cubicBezTo>
                    <a:cubicBezTo>
                      <a:pt x="2612" y="6184"/>
                      <a:pt x="2604" y="6119"/>
                      <a:pt x="2597" y="6051"/>
                    </a:cubicBezTo>
                    <a:cubicBezTo>
                      <a:pt x="2551" y="5443"/>
                      <a:pt x="2627" y="5091"/>
                      <a:pt x="3022" y="4619"/>
                    </a:cubicBezTo>
                    <a:cubicBezTo>
                      <a:pt x="3094" y="4536"/>
                      <a:pt x="3168" y="4455"/>
                      <a:pt x="3244" y="4375"/>
                    </a:cubicBezTo>
                    <a:cubicBezTo>
                      <a:pt x="3661" y="4583"/>
                      <a:pt x="4077" y="4792"/>
                      <a:pt x="4494" y="5000"/>
                    </a:cubicBezTo>
                    <a:cubicBezTo>
                      <a:pt x="4505" y="4977"/>
                      <a:pt x="4517" y="4954"/>
                      <a:pt x="4529" y="4930"/>
                    </a:cubicBezTo>
                    <a:cubicBezTo>
                      <a:pt x="4726" y="4537"/>
                      <a:pt x="4922" y="4143"/>
                      <a:pt x="5119" y="3750"/>
                    </a:cubicBezTo>
                    <a:cubicBezTo>
                      <a:pt x="5536" y="3958"/>
                      <a:pt x="5952" y="4167"/>
                      <a:pt x="6369" y="4375"/>
                    </a:cubicBezTo>
                    <a:cubicBezTo>
                      <a:pt x="6369" y="3619"/>
                      <a:pt x="6369" y="2862"/>
                      <a:pt x="6369" y="2083"/>
                    </a:cubicBezTo>
                    <a:cubicBezTo>
                      <a:pt x="6713" y="2015"/>
                      <a:pt x="7056" y="1946"/>
                      <a:pt x="7411" y="1875"/>
                    </a:cubicBezTo>
                    <a:cubicBezTo>
                      <a:pt x="7645" y="2109"/>
                      <a:pt x="7645" y="2109"/>
                      <a:pt x="7655" y="2237"/>
                    </a:cubicBezTo>
                    <a:cubicBezTo>
                      <a:pt x="7658" y="2266"/>
                      <a:pt x="7661" y="2295"/>
                      <a:pt x="7664" y="2324"/>
                    </a:cubicBezTo>
                    <a:cubicBezTo>
                      <a:pt x="7666" y="2354"/>
                      <a:pt x="7668" y="2384"/>
                      <a:pt x="7670" y="2415"/>
                    </a:cubicBezTo>
                    <a:cubicBezTo>
                      <a:pt x="7677" y="2480"/>
                      <a:pt x="7684" y="2545"/>
                      <a:pt x="7691" y="2610"/>
                    </a:cubicBezTo>
                    <a:cubicBezTo>
                      <a:pt x="7701" y="2711"/>
                      <a:pt x="7710" y="2813"/>
                      <a:pt x="7718" y="2914"/>
                    </a:cubicBezTo>
                    <a:cubicBezTo>
                      <a:pt x="7727" y="3013"/>
                      <a:pt x="7737" y="3111"/>
                      <a:pt x="7748" y="3210"/>
                    </a:cubicBezTo>
                    <a:cubicBezTo>
                      <a:pt x="7750" y="3240"/>
                      <a:pt x="7752" y="3270"/>
                      <a:pt x="7754" y="3301"/>
                    </a:cubicBezTo>
                    <a:cubicBezTo>
                      <a:pt x="7765" y="3397"/>
                      <a:pt x="7777" y="3459"/>
                      <a:pt x="7827" y="3542"/>
                    </a:cubicBezTo>
                    <a:cubicBezTo>
                      <a:pt x="7924" y="3593"/>
                      <a:pt x="7924" y="3593"/>
                      <a:pt x="8038" y="3640"/>
                    </a:cubicBezTo>
                    <a:cubicBezTo>
                      <a:pt x="8234" y="3724"/>
                      <a:pt x="8234" y="3724"/>
                      <a:pt x="8281" y="3840"/>
                    </a:cubicBezTo>
                    <a:cubicBezTo>
                      <a:pt x="8292" y="3956"/>
                      <a:pt x="8291" y="4065"/>
                      <a:pt x="8285" y="4180"/>
                    </a:cubicBezTo>
                    <a:cubicBezTo>
                      <a:pt x="8284" y="4222"/>
                      <a:pt x="8284" y="4263"/>
                      <a:pt x="8283" y="4306"/>
                    </a:cubicBezTo>
                    <a:cubicBezTo>
                      <a:pt x="8281" y="4438"/>
                      <a:pt x="8275" y="4569"/>
                      <a:pt x="8270" y="4700"/>
                    </a:cubicBezTo>
                    <a:cubicBezTo>
                      <a:pt x="8268" y="4790"/>
                      <a:pt x="8266" y="4879"/>
                      <a:pt x="8264" y="4969"/>
                    </a:cubicBezTo>
                    <a:cubicBezTo>
                      <a:pt x="8260" y="5188"/>
                      <a:pt x="8252" y="5406"/>
                      <a:pt x="8244" y="5625"/>
                    </a:cubicBezTo>
                    <a:cubicBezTo>
                      <a:pt x="8450" y="5625"/>
                      <a:pt x="8656" y="5625"/>
                      <a:pt x="8869" y="5625"/>
                    </a:cubicBezTo>
                    <a:cubicBezTo>
                      <a:pt x="8864" y="5555"/>
                      <a:pt x="8859" y="5484"/>
                      <a:pt x="8854" y="5412"/>
                    </a:cubicBezTo>
                    <a:cubicBezTo>
                      <a:pt x="8850" y="5318"/>
                      <a:pt x="8847" y="5224"/>
                      <a:pt x="8843" y="5130"/>
                    </a:cubicBezTo>
                    <a:cubicBezTo>
                      <a:pt x="8839" y="5084"/>
                      <a:pt x="8836" y="5038"/>
                      <a:pt x="8832" y="4990"/>
                    </a:cubicBezTo>
                    <a:cubicBezTo>
                      <a:pt x="8828" y="4844"/>
                      <a:pt x="8834" y="4726"/>
                      <a:pt x="8869" y="4583"/>
                    </a:cubicBezTo>
                    <a:cubicBezTo>
                      <a:pt x="8961" y="4499"/>
                      <a:pt x="8961" y="4499"/>
                      <a:pt x="9074" y="4418"/>
                    </a:cubicBezTo>
                    <a:cubicBezTo>
                      <a:pt x="9297" y="4224"/>
                      <a:pt x="9331" y="4024"/>
                      <a:pt x="9352" y="3737"/>
                    </a:cubicBezTo>
                    <a:cubicBezTo>
                      <a:pt x="9362" y="3563"/>
                      <a:pt x="9367" y="3389"/>
                      <a:pt x="9372" y="3215"/>
                    </a:cubicBezTo>
                    <a:cubicBezTo>
                      <a:pt x="9376" y="3122"/>
                      <a:pt x="9380" y="3029"/>
                      <a:pt x="9384" y="2936"/>
                    </a:cubicBezTo>
                    <a:cubicBezTo>
                      <a:pt x="9395" y="2693"/>
                      <a:pt x="9403" y="2450"/>
                      <a:pt x="9411" y="2206"/>
                    </a:cubicBezTo>
                    <a:cubicBezTo>
                      <a:pt x="9419" y="1958"/>
                      <a:pt x="9430" y="1709"/>
                      <a:pt x="9440" y="1461"/>
                    </a:cubicBezTo>
                    <a:cubicBezTo>
                      <a:pt x="9460" y="974"/>
                      <a:pt x="9478" y="487"/>
                      <a:pt x="9494" y="0"/>
                    </a:cubicBezTo>
                    <a:close/>
                  </a:path>
                </a:pathLst>
              </a:custGeom>
              <a:solidFill>
                <a:srgbClr val="4278FB"/>
              </a:solidFill>
              <a:ln w="2646" cap="flat">
                <a:noFill/>
              </a:ln>
            </p:spPr>
          </p:sp>
          <p:sp>
            <p:nvSpPr>
              <p:cNvPr id="3200" name="ICON_A_EEG_WAVE_GRAPHIC_path_011"/>
              <p:cNvSpPr/>
              <p:nvPr/>
            </p:nvSpPr>
            <p:spPr>
              <a:xfrm>
                <a:off x="2166289" y="1404938"/>
                <a:ext cx="184385" cy="103473"/>
              </a:xfrm>
              <a:custGeom>
                <a:avLst/>
                <a:gdLst/>
                <a:ahLst/>
                <a:cxnLst/>
                <a:rect l="0" t="0" r="r" b="b"/>
                <a:pathLst>
                  <a:path w="14519" h="8147" fill="norm" stroke="0">
                    <a:moveTo>
                      <a:pt x="8176" y="0"/>
                    </a:moveTo>
                    <a:cubicBezTo>
                      <a:pt x="8801" y="0"/>
                      <a:pt x="8801" y="0"/>
                      <a:pt x="8999" y="146"/>
                    </a:cubicBezTo>
                    <a:cubicBezTo>
                      <a:pt x="9078" y="243"/>
                      <a:pt x="9078" y="243"/>
                      <a:pt x="9153" y="352"/>
                    </a:cubicBezTo>
                    <a:cubicBezTo>
                      <a:pt x="9180" y="388"/>
                      <a:pt x="9207" y="425"/>
                      <a:pt x="9235" y="463"/>
                    </a:cubicBezTo>
                    <a:cubicBezTo>
                      <a:pt x="9440" y="775"/>
                      <a:pt x="9448" y="1016"/>
                      <a:pt x="9413" y="1380"/>
                    </a:cubicBezTo>
                    <a:cubicBezTo>
                      <a:pt x="9398" y="1551"/>
                      <a:pt x="9384" y="1708"/>
                      <a:pt x="9426" y="1875"/>
                    </a:cubicBezTo>
                    <a:cubicBezTo>
                      <a:pt x="9586" y="2053"/>
                      <a:pt x="9817" y="2114"/>
                      <a:pt x="10036" y="2194"/>
                    </a:cubicBezTo>
                    <a:cubicBezTo>
                      <a:pt x="10281" y="2287"/>
                      <a:pt x="10408" y="2432"/>
                      <a:pt x="10572" y="2630"/>
                    </a:cubicBezTo>
                    <a:cubicBezTo>
                      <a:pt x="10766" y="2851"/>
                      <a:pt x="10916" y="2955"/>
                      <a:pt x="11214" y="2981"/>
                    </a:cubicBezTo>
                    <a:cubicBezTo>
                      <a:pt x="11647" y="2984"/>
                      <a:pt x="11647" y="2984"/>
                      <a:pt x="11817" y="2821"/>
                    </a:cubicBezTo>
                    <a:cubicBezTo>
                      <a:pt x="11871" y="2713"/>
                      <a:pt x="11905" y="2619"/>
                      <a:pt x="11926" y="2500"/>
                    </a:cubicBezTo>
                    <a:cubicBezTo>
                      <a:pt x="12031" y="2524"/>
                      <a:pt x="12135" y="2550"/>
                      <a:pt x="12239" y="2578"/>
                    </a:cubicBezTo>
                    <a:cubicBezTo>
                      <a:pt x="12268" y="2585"/>
                      <a:pt x="12298" y="2591"/>
                      <a:pt x="12329" y="2598"/>
                    </a:cubicBezTo>
                    <a:cubicBezTo>
                      <a:pt x="12421" y="2624"/>
                      <a:pt x="12480" y="2643"/>
                      <a:pt x="12551" y="2708"/>
                    </a:cubicBezTo>
                    <a:cubicBezTo>
                      <a:pt x="12579" y="2850"/>
                      <a:pt x="12569" y="2982"/>
                      <a:pt x="12551" y="3125"/>
                    </a:cubicBezTo>
                    <a:cubicBezTo>
                      <a:pt x="12574" y="3106"/>
                      <a:pt x="12597" y="3087"/>
                      <a:pt x="12621" y="3068"/>
                    </a:cubicBezTo>
                    <a:cubicBezTo>
                      <a:pt x="12727" y="2981"/>
                      <a:pt x="12834" y="2897"/>
                      <a:pt x="12942" y="2812"/>
                    </a:cubicBezTo>
                    <a:cubicBezTo>
                      <a:pt x="12978" y="2783"/>
                      <a:pt x="13014" y="2753"/>
                      <a:pt x="13051" y="2722"/>
                    </a:cubicBezTo>
                    <a:cubicBezTo>
                      <a:pt x="13088" y="2694"/>
                      <a:pt x="13124" y="2666"/>
                      <a:pt x="13161" y="2637"/>
                    </a:cubicBezTo>
                    <a:cubicBezTo>
                      <a:pt x="13194" y="2611"/>
                      <a:pt x="13227" y="2584"/>
                      <a:pt x="13261" y="2557"/>
                    </a:cubicBezTo>
                    <a:cubicBezTo>
                      <a:pt x="13440" y="2474"/>
                      <a:pt x="13607" y="2489"/>
                      <a:pt x="13801" y="2500"/>
                    </a:cubicBezTo>
                    <a:cubicBezTo>
                      <a:pt x="13800" y="2511"/>
                      <a:pt x="13800" y="2511"/>
                      <a:pt x="13797" y="2570"/>
                    </a:cubicBezTo>
                    <a:cubicBezTo>
                      <a:pt x="13783" y="2810"/>
                      <a:pt x="13774" y="3049"/>
                      <a:pt x="13767" y="3290"/>
                    </a:cubicBezTo>
                    <a:cubicBezTo>
                      <a:pt x="13764" y="3379"/>
                      <a:pt x="13759" y="3469"/>
                      <a:pt x="13754" y="3558"/>
                    </a:cubicBezTo>
                    <a:cubicBezTo>
                      <a:pt x="13746" y="3687"/>
                      <a:pt x="13743" y="3815"/>
                      <a:pt x="13740" y="3945"/>
                    </a:cubicBezTo>
                    <a:cubicBezTo>
                      <a:pt x="13737" y="3984"/>
                      <a:pt x="13734" y="4024"/>
                      <a:pt x="13730" y="4066"/>
                    </a:cubicBezTo>
                    <a:cubicBezTo>
                      <a:pt x="13730" y="4194"/>
                      <a:pt x="13732" y="4265"/>
                      <a:pt x="13801" y="4375"/>
                    </a:cubicBezTo>
                    <a:cubicBezTo>
                      <a:pt x="13907" y="4412"/>
                      <a:pt x="14005" y="4440"/>
                      <a:pt x="14114" y="4465"/>
                    </a:cubicBezTo>
                    <a:cubicBezTo>
                      <a:pt x="14226" y="4492"/>
                      <a:pt x="14328" y="4520"/>
                      <a:pt x="14426" y="4583"/>
                    </a:cubicBezTo>
                    <a:cubicBezTo>
                      <a:pt x="14519" y="4800"/>
                      <a:pt x="14499" y="5010"/>
                      <a:pt x="14487" y="5242"/>
                    </a:cubicBezTo>
                    <a:cubicBezTo>
                      <a:pt x="14486" y="5307"/>
                      <a:pt x="14485" y="5372"/>
                      <a:pt x="14484" y="5437"/>
                    </a:cubicBezTo>
                    <a:cubicBezTo>
                      <a:pt x="14482" y="5608"/>
                      <a:pt x="14476" y="5779"/>
                      <a:pt x="14469" y="5950"/>
                    </a:cubicBezTo>
                    <a:cubicBezTo>
                      <a:pt x="14463" y="6124"/>
                      <a:pt x="14460" y="6299"/>
                      <a:pt x="14456" y="6473"/>
                    </a:cubicBezTo>
                    <a:cubicBezTo>
                      <a:pt x="14450" y="6816"/>
                      <a:pt x="14439" y="7158"/>
                      <a:pt x="14426" y="7500"/>
                    </a:cubicBezTo>
                    <a:cubicBezTo>
                      <a:pt x="14220" y="7500"/>
                      <a:pt x="14014" y="7500"/>
                      <a:pt x="13801" y="7500"/>
                    </a:cubicBezTo>
                    <a:cubicBezTo>
                      <a:pt x="13800" y="7455"/>
                      <a:pt x="13799" y="7410"/>
                      <a:pt x="13799" y="7364"/>
                    </a:cubicBezTo>
                    <a:cubicBezTo>
                      <a:pt x="13757" y="5898"/>
                      <a:pt x="13757" y="5898"/>
                      <a:pt x="13205" y="5364"/>
                    </a:cubicBezTo>
                    <a:cubicBezTo>
                      <a:pt x="13110" y="5277"/>
                      <a:pt x="13012" y="5195"/>
                      <a:pt x="12911" y="5114"/>
                    </a:cubicBezTo>
                    <a:cubicBezTo>
                      <a:pt x="12865" y="5077"/>
                      <a:pt x="12818" y="5039"/>
                      <a:pt x="12772" y="5002"/>
                    </a:cubicBezTo>
                    <a:cubicBezTo>
                      <a:pt x="12761" y="4993"/>
                      <a:pt x="12761" y="4993"/>
                      <a:pt x="12706" y="4949"/>
                    </a:cubicBezTo>
                    <a:cubicBezTo>
                      <a:pt x="12604" y="4861"/>
                      <a:pt x="12554" y="4803"/>
                      <a:pt x="12519" y="4672"/>
                    </a:cubicBezTo>
                    <a:cubicBezTo>
                      <a:pt x="12519" y="4567"/>
                      <a:pt x="12527" y="4476"/>
                      <a:pt x="12551" y="4375"/>
                    </a:cubicBezTo>
                    <a:cubicBezTo>
                      <a:pt x="12107" y="4300"/>
                      <a:pt x="12107" y="4300"/>
                      <a:pt x="11926" y="4375"/>
                    </a:cubicBezTo>
                    <a:cubicBezTo>
                      <a:pt x="11786" y="4547"/>
                      <a:pt x="11754" y="4787"/>
                      <a:pt x="11718" y="5000"/>
                    </a:cubicBezTo>
                    <a:cubicBezTo>
                      <a:pt x="11364" y="4990"/>
                      <a:pt x="10990" y="4969"/>
                      <a:pt x="10676" y="4792"/>
                    </a:cubicBezTo>
                    <a:cubicBezTo>
                      <a:pt x="10468" y="4529"/>
                      <a:pt x="10395" y="4185"/>
                      <a:pt x="10300" y="3869"/>
                    </a:cubicBezTo>
                    <a:cubicBezTo>
                      <a:pt x="10230" y="3665"/>
                      <a:pt x="10141" y="3532"/>
                      <a:pt x="9976" y="3390"/>
                    </a:cubicBezTo>
                    <a:cubicBezTo>
                      <a:pt x="9674" y="3262"/>
                      <a:pt x="9330" y="3303"/>
                      <a:pt x="9009" y="3333"/>
                    </a:cubicBezTo>
                    <a:cubicBezTo>
                      <a:pt x="9005" y="3375"/>
                      <a:pt x="9001" y="3417"/>
                      <a:pt x="8997" y="3461"/>
                    </a:cubicBezTo>
                    <a:cubicBezTo>
                      <a:pt x="8981" y="3619"/>
                      <a:pt x="8962" y="3776"/>
                      <a:pt x="8943" y="3934"/>
                    </a:cubicBezTo>
                    <a:cubicBezTo>
                      <a:pt x="8935" y="4001"/>
                      <a:pt x="8928" y="4069"/>
                      <a:pt x="8921" y="4137"/>
                    </a:cubicBezTo>
                    <a:cubicBezTo>
                      <a:pt x="8864" y="4726"/>
                      <a:pt x="8864" y="4726"/>
                      <a:pt x="8702" y="4895"/>
                    </a:cubicBezTo>
                    <a:cubicBezTo>
                      <a:pt x="8665" y="4923"/>
                      <a:pt x="8627" y="4952"/>
                      <a:pt x="8589" y="4981"/>
                    </a:cubicBezTo>
                    <a:cubicBezTo>
                      <a:pt x="8420" y="5124"/>
                      <a:pt x="8372" y="5211"/>
                      <a:pt x="8348" y="5432"/>
                    </a:cubicBezTo>
                    <a:cubicBezTo>
                      <a:pt x="8333" y="5660"/>
                      <a:pt x="8329" y="5890"/>
                      <a:pt x="8324" y="6119"/>
                    </a:cubicBezTo>
                    <a:cubicBezTo>
                      <a:pt x="8294" y="7126"/>
                      <a:pt x="8294" y="7126"/>
                      <a:pt x="8127" y="7361"/>
                    </a:cubicBezTo>
                    <a:cubicBezTo>
                      <a:pt x="7920" y="7546"/>
                      <a:pt x="7640" y="7552"/>
                      <a:pt x="7375" y="7548"/>
                    </a:cubicBezTo>
                    <a:cubicBezTo>
                      <a:pt x="7210" y="7534"/>
                      <a:pt x="7081" y="7499"/>
                      <a:pt x="6967" y="7372"/>
                    </a:cubicBezTo>
                    <a:cubicBezTo>
                      <a:pt x="6877" y="7196"/>
                      <a:pt x="6886" y="6988"/>
                      <a:pt x="6878" y="6794"/>
                    </a:cubicBezTo>
                    <a:cubicBezTo>
                      <a:pt x="6875" y="6707"/>
                      <a:pt x="6870" y="6620"/>
                      <a:pt x="6865" y="6533"/>
                    </a:cubicBezTo>
                    <a:cubicBezTo>
                      <a:pt x="6850" y="6286"/>
                      <a:pt x="6838" y="6039"/>
                      <a:pt x="6827" y="5792"/>
                    </a:cubicBezTo>
                    <a:cubicBezTo>
                      <a:pt x="6773" y="4591"/>
                      <a:pt x="6773" y="4591"/>
                      <a:pt x="6541" y="4080"/>
                    </a:cubicBezTo>
                    <a:cubicBezTo>
                      <a:pt x="6527" y="4045"/>
                      <a:pt x="6513" y="4011"/>
                      <a:pt x="6498" y="3975"/>
                    </a:cubicBezTo>
                    <a:cubicBezTo>
                      <a:pt x="6449" y="3883"/>
                      <a:pt x="6449" y="3883"/>
                      <a:pt x="6301" y="3750"/>
                    </a:cubicBezTo>
                    <a:cubicBezTo>
                      <a:pt x="6095" y="3750"/>
                      <a:pt x="5889" y="3750"/>
                      <a:pt x="5676" y="3750"/>
                    </a:cubicBezTo>
                    <a:cubicBezTo>
                      <a:pt x="5676" y="4300"/>
                      <a:pt x="5676" y="4850"/>
                      <a:pt x="5676" y="5417"/>
                    </a:cubicBezTo>
                    <a:cubicBezTo>
                      <a:pt x="5509" y="5455"/>
                      <a:pt x="5341" y="5494"/>
                      <a:pt x="5168" y="5534"/>
                    </a:cubicBezTo>
                    <a:cubicBezTo>
                      <a:pt x="5116" y="5547"/>
                      <a:pt x="5063" y="5559"/>
                      <a:pt x="5009" y="5573"/>
                    </a:cubicBezTo>
                    <a:cubicBezTo>
                      <a:pt x="4675" y="5644"/>
                      <a:pt x="4675" y="5644"/>
                      <a:pt x="4498" y="5560"/>
                    </a:cubicBezTo>
                    <a:cubicBezTo>
                      <a:pt x="4362" y="5371"/>
                      <a:pt x="4405" y="5103"/>
                      <a:pt x="4413" y="4883"/>
                    </a:cubicBezTo>
                    <a:cubicBezTo>
                      <a:pt x="4414" y="4834"/>
                      <a:pt x="4415" y="4785"/>
                      <a:pt x="4416" y="4735"/>
                    </a:cubicBezTo>
                    <a:cubicBezTo>
                      <a:pt x="4418" y="4615"/>
                      <a:pt x="4422" y="4495"/>
                      <a:pt x="4426" y="4375"/>
                    </a:cubicBezTo>
                    <a:cubicBezTo>
                      <a:pt x="4220" y="4375"/>
                      <a:pt x="4014" y="4375"/>
                      <a:pt x="3801" y="4375"/>
                    </a:cubicBezTo>
                    <a:cubicBezTo>
                      <a:pt x="3808" y="4441"/>
                      <a:pt x="3816" y="4506"/>
                      <a:pt x="3823" y="4574"/>
                    </a:cubicBezTo>
                    <a:cubicBezTo>
                      <a:pt x="3869" y="5182"/>
                      <a:pt x="3793" y="5534"/>
                      <a:pt x="3398" y="6006"/>
                    </a:cubicBezTo>
                    <a:cubicBezTo>
                      <a:pt x="3326" y="6089"/>
                      <a:pt x="3252" y="6170"/>
                      <a:pt x="3176" y="6250"/>
                    </a:cubicBezTo>
                    <a:cubicBezTo>
                      <a:pt x="2759" y="6042"/>
                      <a:pt x="2343" y="5833"/>
                      <a:pt x="1926" y="5625"/>
                    </a:cubicBezTo>
                    <a:cubicBezTo>
                      <a:pt x="1928" y="5648"/>
                      <a:pt x="1928" y="5648"/>
                      <a:pt x="1936" y="5765"/>
                    </a:cubicBezTo>
                    <a:cubicBezTo>
                      <a:pt x="2036" y="7309"/>
                      <a:pt x="2036" y="7309"/>
                      <a:pt x="1653" y="7812"/>
                    </a:cubicBezTo>
                    <a:cubicBezTo>
                      <a:pt x="1628" y="7846"/>
                      <a:pt x="1604" y="7879"/>
                      <a:pt x="1578" y="7913"/>
                    </a:cubicBezTo>
                    <a:cubicBezTo>
                      <a:pt x="1446" y="8060"/>
                      <a:pt x="1337" y="8129"/>
                      <a:pt x="1140" y="8144"/>
                    </a:cubicBezTo>
                    <a:cubicBezTo>
                      <a:pt x="984" y="8147"/>
                      <a:pt x="831" y="8139"/>
                      <a:pt x="676" y="8125"/>
                    </a:cubicBezTo>
                    <a:cubicBezTo>
                      <a:pt x="672" y="8077"/>
                      <a:pt x="668" y="8028"/>
                      <a:pt x="664" y="7979"/>
                    </a:cubicBezTo>
                    <a:cubicBezTo>
                      <a:pt x="648" y="7797"/>
                      <a:pt x="629" y="7617"/>
                      <a:pt x="610" y="7436"/>
                    </a:cubicBezTo>
                    <a:cubicBezTo>
                      <a:pt x="602" y="7358"/>
                      <a:pt x="595" y="7280"/>
                      <a:pt x="588" y="7202"/>
                    </a:cubicBezTo>
                    <a:cubicBezTo>
                      <a:pt x="531" y="6528"/>
                      <a:pt x="531" y="6528"/>
                      <a:pt x="368" y="6349"/>
                    </a:cubicBezTo>
                    <a:cubicBezTo>
                      <a:pt x="349" y="6334"/>
                      <a:pt x="349" y="6334"/>
                      <a:pt x="254" y="6262"/>
                    </a:cubicBezTo>
                    <a:cubicBezTo>
                      <a:pt x="84" y="6123"/>
                      <a:pt x="39" y="6038"/>
                      <a:pt x="14" y="5819"/>
                    </a:cubicBezTo>
                    <a:cubicBezTo>
                      <a:pt x="0" y="5589"/>
                      <a:pt x="2" y="5361"/>
                      <a:pt x="8" y="5132"/>
                    </a:cubicBezTo>
                    <a:cubicBezTo>
                      <a:pt x="12" y="4987"/>
                      <a:pt x="12" y="4842"/>
                      <a:pt x="12" y="4697"/>
                    </a:cubicBezTo>
                    <a:cubicBezTo>
                      <a:pt x="13" y="4605"/>
                      <a:pt x="15" y="4512"/>
                      <a:pt x="16" y="4420"/>
                    </a:cubicBezTo>
                    <a:cubicBezTo>
                      <a:pt x="16" y="4377"/>
                      <a:pt x="16" y="4333"/>
                      <a:pt x="17" y="4289"/>
                    </a:cubicBezTo>
                    <a:cubicBezTo>
                      <a:pt x="28" y="3956"/>
                      <a:pt x="28" y="3956"/>
                      <a:pt x="142" y="3827"/>
                    </a:cubicBezTo>
                    <a:cubicBezTo>
                      <a:pt x="278" y="3738"/>
                      <a:pt x="347" y="3726"/>
                      <a:pt x="507" y="3730"/>
                    </a:cubicBezTo>
                    <a:cubicBezTo>
                      <a:pt x="549" y="3730"/>
                      <a:pt x="591" y="3731"/>
                      <a:pt x="634" y="3731"/>
                    </a:cubicBezTo>
                    <a:cubicBezTo>
                      <a:pt x="687" y="3733"/>
                      <a:pt x="739" y="3735"/>
                      <a:pt x="793" y="3737"/>
                    </a:cubicBezTo>
                    <a:cubicBezTo>
                      <a:pt x="877" y="3739"/>
                      <a:pt x="877" y="3739"/>
                      <a:pt x="1301" y="3750"/>
                    </a:cubicBezTo>
                    <a:cubicBezTo>
                      <a:pt x="1301" y="3406"/>
                      <a:pt x="1301" y="3062"/>
                      <a:pt x="1301" y="2708"/>
                    </a:cubicBezTo>
                    <a:cubicBezTo>
                      <a:pt x="1470" y="2668"/>
                      <a:pt x="1639" y="2629"/>
                      <a:pt x="1809" y="2591"/>
                    </a:cubicBezTo>
                    <a:cubicBezTo>
                      <a:pt x="1857" y="2579"/>
                      <a:pt x="1905" y="2568"/>
                      <a:pt x="1954" y="2556"/>
                    </a:cubicBezTo>
                    <a:cubicBezTo>
                      <a:pt x="2301" y="2480"/>
                      <a:pt x="2301" y="2480"/>
                      <a:pt x="2479" y="2565"/>
                    </a:cubicBezTo>
                    <a:cubicBezTo>
                      <a:pt x="2615" y="2754"/>
                      <a:pt x="2572" y="3022"/>
                      <a:pt x="2564" y="3242"/>
                    </a:cubicBezTo>
                    <a:cubicBezTo>
                      <a:pt x="2563" y="3291"/>
                      <a:pt x="2562" y="3340"/>
                      <a:pt x="2561" y="3390"/>
                    </a:cubicBezTo>
                    <a:cubicBezTo>
                      <a:pt x="2559" y="3510"/>
                      <a:pt x="2555" y="3630"/>
                      <a:pt x="2551" y="3750"/>
                    </a:cubicBezTo>
                    <a:cubicBezTo>
                      <a:pt x="2995" y="3825"/>
                      <a:pt x="2995" y="3825"/>
                      <a:pt x="3176" y="3750"/>
                    </a:cubicBezTo>
                    <a:cubicBezTo>
                      <a:pt x="3319" y="3574"/>
                      <a:pt x="3340" y="3340"/>
                      <a:pt x="3384" y="3125"/>
                    </a:cubicBezTo>
                    <a:cubicBezTo>
                      <a:pt x="3556" y="3159"/>
                      <a:pt x="3556" y="3159"/>
                      <a:pt x="4426" y="3333"/>
                    </a:cubicBezTo>
                    <a:cubicBezTo>
                      <a:pt x="4426" y="3471"/>
                      <a:pt x="4426" y="3608"/>
                      <a:pt x="4426" y="3750"/>
                    </a:cubicBezTo>
                    <a:cubicBezTo>
                      <a:pt x="4637" y="3801"/>
                      <a:pt x="4846" y="3840"/>
                      <a:pt x="5051" y="3750"/>
                    </a:cubicBezTo>
                    <a:cubicBezTo>
                      <a:pt x="5266" y="3530"/>
                      <a:pt x="5359" y="3198"/>
                      <a:pt x="5468" y="2917"/>
                    </a:cubicBezTo>
                    <a:cubicBezTo>
                      <a:pt x="5507" y="2821"/>
                      <a:pt x="5546" y="2725"/>
                      <a:pt x="5586" y="2629"/>
                    </a:cubicBezTo>
                    <a:cubicBezTo>
                      <a:pt x="5688" y="2379"/>
                      <a:pt x="5787" y="2127"/>
                      <a:pt x="5884" y="1875"/>
                    </a:cubicBezTo>
                    <a:cubicBezTo>
                      <a:pt x="6239" y="1860"/>
                      <a:pt x="6638" y="1853"/>
                      <a:pt x="6926" y="2083"/>
                    </a:cubicBezTo>
                    <a:cubicBezTo>
                      <a:pt x="7154" y="2494"/>
                      <a:pt x="7121" y="3088"/>
                      <a:pt x="7134" y="3542"/>
                    </a:cubicBezTo>
                    <a:cubicBezTo>
                      <a:pt x="7409" y="3542"/>
                      <a:pt x="7684" y="3542"/>
                      <a:pt x="7968" y="3542"/>
                    </a:cubicBezTo>
                    <a:cubicBezTo>
                      <a:pt x="8036" y="2373"/>
                      <a:pt x="8105" y="1204"/>
                      <a:pt x="8176" y="0"/>
                    </a:cubicBezTo>
                    <a:close/>
                  </a:path>
                </a:pathLst>
              </a:custGeom>
              <a:solidFill>
                <a:srgbClr val="64ACAE"/>
              </a:solidFill>
              <a:ln w="2646" cap="flat">
                <a:noFill/>
              </a:ln>
            </p:spPr>
          </p:sp>
          <p:sp>
            <p:nvSpPr>
              <p:cNvPr id="3201" name="ICON_A_EEG_WAVE_GRAPHIC_path_012"/>
              <p:cNvSpPr/>
              <p:nvPr/>
            </p:nvSpPr>
            <p:spPr>
              <a:xfrm>
                <a:off x="1468438" y="1246188"/>
                <a:ext cx="166688" cy="119062"/>
              </a:xfrm>
              <a:custGeom>
                <a:avLst/>
                <a:gdLst/>
                <a:ahLst/>
                <a:cxnLst/>
                <a:rect l="0" t="0" r="r" b="b"/>
                <a:pathLst>
                  <a:path w="13125" h="9375" fill="norm" stroke="0">
                    <a:moveTo>
                      <a:pt x="625" y="0"/>
                    </a:moveTo>
                    <a:cubicBezTo>
                      <a:pt x="831" y="0"/>
                      <a:pt x="1037" y="0"/>
                      <a:pt x="1250" y="0"/>
                    </a:cubicBezTo>
                    <a:cubicBezTo>
                      <a:pt x="1254" y="86"/>
                      <a:pt x="1258" y="172"/>
                      <a:pt x="1263" y="261"/>
                    </a:cubicBezTo>
                    <a:cubicBezTo>
                      <a:pt x="1276" y="547"/>
                      <a:pt x="1293" y="833"/>
                      <a:pt x="1310" y="1119"/>
                    </a:cubicBezTo>
                    <a:cubicBezTo>
                      <a:pt x="1320" y="1293"/>
                      <a:pt x="1330" y="1466"/>
                      <a:pt x="1338" y="1639"/>
                    </a:cubicBezTo>
                    <a:cubicBezTo>
                      <a:pt x="1346" y="1807"/>
                      <a:pt x="1355" y="1974"/>
                      <a:pt x="1366" y="2142"/>
                    </a:cubicBezTo>
                    <a:cubicBezTo>
                      <a:pt x="1370" y="2205"/>
                      <a:pt x="1373" y="2269"/>
                      <a:pt x="1376" y="2332"/>
                    </a:cubicBezTo>
                    <a:cubicBezTo>
                      <a:pt x="1396" y="2840"/>
                      <a:pt x="1396" y="2840"/>
                      <a:pt x="1554" y="3034"/>
                    </a:cubicBezTo>
                    <a:cubicBezTo>
                      <a:pt x="1628" y="3101"/>
                      <a:pt x="1704" y="3168"/>
                      <a:pt x="1780" y="3234"/>
                    </a:cubicBezTo>
                    <a:cubicBezTo>
                      <a:pt x="1946" y="3407"/>
                      <a:pt x="1948" y="3598"/>
                      <a:pt x="1961" y="3830"/>
                    </a:cubicBezTo>
                    <a:cubicBezTo>
                      <a:pt x="1965" y="3875"/>
                      <a:pt x="1969" y="3921"/>
                      <a:pt x="1974" y="3968"/>
                    </a:cubicBezTo>
                    <a:cubicBezTo>
                      <a:pt x="1986" y="4112"/>
                      <a:pt x="1996" y="4257"/>
                      <a:pt x="2005" y="4401"/>
                    </a:cubicBezTo>
                    <a:cubicBezTo>
                      <a:pt x="2013" y="4500"/>
                      <a:pt x="2021" y="4598"/>
                      <a:pt x="2030" y="4696"/>
                    </a:cubicBezTo>
                    <a:cubicBezTo>
                      <a:pt x="2050" y="4936"/>
                      <a:pt x="2067" y="5176"/>
                      <a:pt x="2083" y="5417"/>
                    </a:cubicBezTo>
                    <a:cubicBezTo>
                      <a:pt x="2358" y="5417"/>
                      <a:pt x="2633" y="5417"/>
                      <a:pt x="2917" y="5417"/>
                    </a:cubicBezTo>
                    <a:cubicBezTo>
                      <a:pt x="2917" y="5346"/>
                      <a:pt x="2918" y="5276"/>
                      <a:pt x="2918" y="5204"/>
                    </a:cubicBezTo>
                    <a:cubicBezTo>
                      <a:pt x="2938" y="4909"/>
                      <a:pt x="2961" y="4628"/>
                      <a:pt x="3125" y="4375"/>
                    </a:cubicBezTo>
                    <a:cubicBezTo>
                      <a:pt x="3363" y="4217"/>
                      <a:pt x="3628" y="4150"/>
                      <a:pt x="3904" y="4090"/>
                    </a:cubicBezTo>
                    <a:cubicBezTo>
                      <a:pt x="4235" y="4017"/>
                      <a:pt x="4483" y="3939"/>
                      <a:pt x="4718" y="3675"/>
                    </a:cubicBezTo>
                    <a:cubicBezTo>
                      <a:pt x="4853" y="3431"/>
                      <a:pt x="4844" y="3172"/>
                      <a:pt x="4853" y="2899"/>
                    </a:cubicBezTo>
                    <a:cubicBezTo>
                      <a:pt x="4877" y="2320"/>
                      <a:pt x="4877" y="2320"/>
                      <a:pt x="5000" y="2083"/>
                    </a:cubicBezTo>
                    <a:cubicBezTo>
                      <a:pt x="5257" y="1865"/>
                      <a:pt x="5600" y="1852"/>
                      <a:pt x="5926" y="1847"/>
                    </a:cubicBezTo>
                    <a:cubicBezTo>
                      <a:pt x="6087" y="1886"/>
                      <a:pt x="6146" y="1956"/>
                      <a:pt x="6250" y="2083"/>
                    </a:cubicBezTo>
                    <a:cubicBezTo>
                      <a:pt x="6275" y="2219"/>
                      <a:pt x="6275" y="2219"/>
                      <a:pt x="6274" y="2375"/>
                    </a:cubicBezTo>
                    <a:cubicBezTo>
                      <a:pt x="6274" y="2403"/>
                      <a:pt x="6274" y="2432"/>
                      <a:pt x="6274" y="2461"/>
                    </a:cubicBezTo>
                    <a:cubicBezTo>
                      <a:pt x="6274" y="2555"/>
                      <a:pt x="6272" y="2648"/>
                      <a:pt x="6270" y="2742"/>
                    </a:cubicBezTo>
                    <a:cubicBezTo>
                      <a:pt x="6270" y="2807"/>
                      <a:pt x="6270" y="2872"/>
                      <a:pt x="6269" y="2937"/>
                    </a:cubicBezTo>
                    <a:cubicBezTo>
                      <a:pt x="6269" y="3108"/>
                      <a:pt x="6267" y="3279"/>
                      <a:pt x="6264" y="3450"/>
                    </a:cubicBezTo>
                    <a:cubicBezTo>
                      <a:pt x="6262" y="3624"/>
                      <a:pt x="6261" y="3799"/>
                      <a:pt x="6260" y="3973"/>
                    </a:cubicBezTo>
                    <a:cubicBezTo>
                      <a:pt x="6258" y="4316"/>
                      <a:pt x="6254" y="4658"/>
                      <a:pt x="6250" y="5000"/>
                    </a:cubicBezTo>
                    <a:cubicBezTo>
                      <a:pt x="6456" y="5000"/>
                      <a:pt x="6662" y="5000"/>
                      <a:pt x="6875" y="5000"/>
                    </a:cubicBezTo>
                    <a:cubicBezTo>
                      <a:pt x="6875" y="4656"/>
                      <a:pt x="6875" y="4312"/>
                      <a:pt x="6875" y="3958"/>
                    </a:cubicBezTo>
                    <a:cubicBezTo>
                      <a:pt x="7219" y="3890"/>
                      <a:pt x="7562" y="3821"/>
                      <a:pt x="7917" y="3750"/>
                    </a:cubicBezTo>
                    <a:cubicBezTo>
                      <a:pt x="7938" y="3853"/>
                      <a:pt x="7960" y="3956"/>
                      <a:pt x="7982" y="4062"/>
                    </a:cubicBezTo>
                    <a:cubicBezTo>
                      <a:pt x="8021" y="4205"/>
                      <a:pt x="8059" y="4337"/>
                      <a:pt x="8193" y="4415"/>
                    </a:cubicBezTo>
                    <a:cubicBezTo>
                      <a:pt x="8362" y="4466"/>
                      <a:pt x="8512" y="4458"/>
                      <a:pt x="8682" y="4412"/>
                    </a:cubicBezTo>
                    <a:cubicBezTo>
                      <a:pt x="8750" y="4375"/>
                      <a:pt x="8750" y="4375"/>
                      <a:pt x="8800" y="4233"/>
                    </a:cubicBezTo>
                    <a:cubicBezTo>
                      <a:pt x="8810" y="4175"/>
                      <a:pt x="8819" y="4118"/>
                      <a:pt x="8828" y="4061"/>
                    </a:cubicBezTo>
                    <a:cubicBezTo>
                      <a:pt x="8856" y="3945"/>
                      <a:pt x="8887" y="3846"/>
                      <a:pt x="8958" y="3750"/>
                    </a:cubicBezTo>
                    <a:cubicBezTo>
                      <a:pt x="9148" y="3652"/>
                      <a:pt x="9379" y="3678"/>
                      <a:pt x="9586" y="3691"/>
                    </a:cubicBezTo>
                    <a:cubicBezTo>
                      <a:pt x="9687" y="3698"/>
                      <a:pt x="9788" y="3700"/>
                      <a:pt x="9890" y="3701"/>
                    </a:cubicBezTo>
                    <a:cubicBezTo>
                      <a:pt x="9955" y="3703"/>
                      <a:pt x="10020" y="3705"/>
                      <a:pt x="10085" y="3708"/>
                    </a:cubicBezTo>
                    <a:cubicBezTo>
                      <a:pt x="10100" y="3708"/>
                      <a:pt x="10100" y="3708"/>
                      <a:pt x="10176" y="3710"/>
                    </a:cubicBezTo>
                    <a:cubicBezTo>
                      <a:pt x="10337" y="3722"/>
                      <a:pt x="10406" y="3742"/>
                      <a:pt x="10540" y="3841"/>
                    </a:cubicBezTo>
                    <a:cubicBezTo>
                      <a:pt x="10639" y="3978"/>
                      <a:pt x="10650" y="4040"/>
                      <a:pt x="10645" y="4206"/>
                    </a:cubicBezTo>
                    <a:cubicBezTo>
                      <a:pt x="10645" y="4253"/>
                      <a:pt x="10644" y="4299"/>
                      <a:pt x="10643" y="4347"/>
                    </a:cubicBezTo>
                    <a:cubicBezTo>
                      <a:pt x="10642" y="4371"/>
                      <a:pt x="10642" y="4371"/>
                      <a:pt x="10638" y="4492"/>
                    </a:cubicBezTo>
                    <a:cubicBezTo>
                      <a:pt x="10637" y="4541"/>
                      <a:pt x="10636" y="4590"/>
                      <a:pt x="10635" y="4640"/>
                    </a:cubicBezTo>
                    <a:cubicBezTo>
                      <a:pt x="10633" y="4760"/>
                      <a:pt x="10629" y="4880"/>
                      <a:pt x="10625" y="5000"/>
                    </a:cubicBezTo>
                    <a:cubicBezTo>
                      <a:pt x="10822" y="4934"/>
                      <a:pt x="10994" y="4870"/>
                      <a:pt x="11105" y="4687"/>
                    </a:cubicBezTo>
                    <a:cubicBezTo>
                      <a:pt x="11154" y="4558"/>
                      <a:pt x="11196" y="4429"/>
                      <a:pt x="11237" y="4297"/>
                    </a:cubicBezTo>
                    <a:cubicBezTo>
                      <a:pt x="11394" y="3865"/>
                      <a:pt x="11566" y="3408"/>
                      <a:pt x="11979" y="3160"/>
                    </a:cubicBezTo>
                    <a:cubicBezTo>
                      <a:pt x="12341" y="3039"/>
                      <a:pt x="12789" y="3233"/>
                      <a:pt x="13125" y="3333"/>
                    </a:cubicBezTo>
                    <a:cubicBezTo>
                      <a:pt x="13125" y="3677"/>
                      <a:pt x="13125" y="4021"/>
                      <a:pt x="13125" y="4375"/>
                    </a:cubicBezTo>
                    <a:cubicBezTo>
                      <a:pt x="13043" y="4381"/>
                      <a:pt x="13043" y="4381"/>
                      <a:pt x="12630" y="4414"/>
                    </a:cubicBezTo>
                    <a:cubicBezTo>
                      <a:pt x="12380" y="4450"/>
                      <a:pt x="12160" y="4487"/>
                      <a:pt x="11996" y="4692"/>
                    </a:cubicBezTo>
                    <a:cubicBezTo>
                      <a:pt x="11861" y="4951"/>
                      <a:pt x="11779" y="5225"/>
                      <a:pt x="11712" y="5509"/>
                    </a:cubicBezTo>
                    <a:cubicBezTo>
                      <a:pt x="11667" y="5625"/>
                      <a:pt x="11667" y="5625"/>
                      <a:pt x="11560" y="5724"/>
                    </a:cubicBezTo>
                    <a:cubicBezTo>
                      <a:pt x="11423" y="5871"/>
                      <a:pt x="11430" y="5971"/>
                      <a:pt x="11429" y="6165"/>
                    </a:cubicBezTo>
                    <a:cubicBezTo>
                      <a:pt x="11426" y="6230"/>
                      <a:pt x="11422" y="6295"/>
                      <a:pt x="11419" y="6360"/>
                    </a:cubicBezTo>
                    <a:cubicBezTo>
                      <a:pt x="11417" y="6393"/>
                      <a:pt x="11415" y="6426"/>
                      <a:pt x="11413" y="6461"/>
                    </a:cubicBezTo>
                    <a:cubicBezTo>
                      <a:pt x="11373" y="7060"/>
                      <a:pt x="11373" y="7060"/>
                      <a:pt x="11250" y="7292"/>
                    </a:cubicBezTo>
                    <a:cubicBezTo>
                      <a:pt x="10993" y="7511"/>
                      <a:pt x="10650" y="7523"/>
                      <a:pt x="10324" y="7528"/>
                    </a:cubicBezTo>
                    <a:cubicBezTo>
                      <a:pt x="10158" y="7488"/>
                      <a:pt x="10099" y="7430"/>
                      <a:pt x="10000" y="7292"/>
                    </a:cubicBezTo>
                    <a:cubicBezTo>
                      <a:pt x="9972" y="7163"/>
                      <a:pt x="9976" y="7038"/>
                      <a:pt x="9980" y="6907"/>
                    </a:cubicBezTo>
                    <a:cubicBezTo>
                      <a:pt x="9980" y="6870"/>
                      <a:pt x="9980" y="6833"/>
                      <a:pt x="9981" y="6796"/>
                    </a:cubicBezTo>
                    <a:cubicBezTo>
                      <a:pt x="9982" y="6679"/>
                      <a:pt x="9984" y="6562"/>
                      <a:pt x="9987" y="6445"/>
                    </a:cubicBezTo>
                    <a:cubicBezTo>
                      <a:pt x="9988" y="6366"/>
                      <a:pt x="9989" y="6287"/>
                      <a:pt x="9990" y="6207"/>
                    </a:cubicBezTo>
                    <a:cubicBezTo>
                      <a:pt x="9992" y="6013"/>
                      <a:pt x="9996" y="5819"/>
                      <a:pt x="10000" y="5625"/>
                    </a:cubicBezTo>
                    <a:cubicBezTo>
                      <a:pt x="9786" y="5602"/>
                      <a:pt x="9588" y="5591"/>
                      <a:pt x="9375" y="5625"/>
                    </a:cubicBezTo>
                    <a:cubicBezTo>
                      <a:pt x="9244" y="5733"/>
                      <a:pt x="9198" y="5858"/>
                      <a:pt x="9141" y="6016"/>
                    </a:cubicBezTo>
                    <a:cubicBezTo>
                      <a:pt x="9110" y="6089"/>
                      <a:pt x="9079" y="6162"/>
                      <a:pt x="9048" y="6235"/>
                    </a:cubicBezTo>
                    <a:cubicBezTo>
                      <a:pt x="9002" y="6349"/>
                      <a:pt x="8956" y="6463"/>
                      <a:pt x="8912" y="6578"/>
                    </a:cubicBezTo>
                    <a:cubicBezTo>
                      <a:pt x="8793" y="6856"/>
                      <a:pt x="8793" y="6856"/>
                      <a:pt x="8675" y="6908"/>
                    </a:cubicBezTo>
                    <a:cubicBezTo>
                      <a:pt x="8587" y="6916"/>
                      <a:pt x="8513" y="6912"/>
                      <a:pt x="8425" y="6901"/>
                    </a:cubicBezTo>
                    <a:cubicBezTo>
                      <a:pt x="8326" y="6892"/>
                      <a:pt x="8227" y="6884"/>
                      <a:pt x="8125" y="6875"/>
                    </a:cubicBezTo>
                    <a:cubicBezTo>
                      <a:pt x="8056" y="6531"/>
                      <a:pt x="7987" y="6188"/>
                      <a:pt x="7917" y="5833"/>
                    </a:cubicBezTo>
                    <a:cubicBezTo>
                      <a:pt x="7302" y="5731"/>
                      <a:pt x="7302" y="5731"/>
                      <a:pt x="7083" y="5833"/>
                    </a:cubicBezTo>
                    <a:cubicBezTo>
                      <a:pt x="6880" y="6088"/>
                      <a:pt x="6807" y="6436"/>
                      <a:pt x="6711" y="6743"/>
                    </a:cubicBezTo>
                    <a:cubicBezTo>
                      <a:pt x="6650" y="6926"/>
                      <a:pt x="6572" y="7088"/>
                      <a:pt x="6471" y="7252"/>
                    </a:cubicBezTo>
                    <a:cubicBezTo>
                      <a:pt x="6458" y="7278"/>
                      <a:pt x="6445" y="7304"/>
                      <a:pt x="6432" y="7331"/>
                    </a:cubicBezTo>
                    <a:cubicBezTo>
                      <a:pt x="6388" y="7400"/>
                      <a:pt x="6388" y="7400"/>
                      <a:pt x="6250" y="7500"/>
                    </a:cubicBezTo>
                    <a:cubicBezTo>
                      <a:pt x="6044" y="7500"/>
                      <a:pt x="5838" y="7500"/>
                      <a:pt x="5625" y="7500"/>
                    </a:cubicBezTo>
                    <a:cubicBezTo>
                      <a:pt x="5625" y="6675"/>
                      <a:pt x="5625" y="5850"/>
                      <a:pt x="5625" y="5000"/>
                    </a:cubicBezTo>
                    <a:cubicBezTo>
                      <a:pt x="5419" y="5000"/>
                      <a:pt x="5213" y="5000"/>
                      <a:pt x="5000" y="5000"/>
                    </a:cubicBezTo>
                    <a:cubicBezTo>
                      <a:pt x="5002" y="5073"/>
                      <a:pt x="5005" y="5146"/>
                      <a:pt x="5007" y="5221"/>
                    </a:cubicBezTo>
                    <a:cubicBezTo>
                      <a:pt x="5009" y="5316"/>
                      <a:pt x="5011" y="5412"/>
                      <a:pt x="5013" y="5508"/>
                    </a:cubicBezTo>
                    <a:cubicBezTo>
                      <a:pt x="5015" y="5556"/>
                      <a:pt x="5016" y="5604"/>
                      <a:pt x="5018" y="5653"/>
                    </a:cubicBezTo>
                    <a:cubicBezTo>
                      <a:pt x="5019" y="5676"/>
                      <a:pt x="5019" y="5676"/>
                      <a:pt x="5020" y="5794"/>
                    </a:cubicBezTo>
                    <a:cubicBezTo>
                      <a:pt x="5021" y="5815"/>
                      <a:pt x="5021" y="5815"/>
                      <a:pt x="5024" y="5922"/>
                    </a:cubicBezTo>
                    <a:cubicBezTo>
                      <a:pt x="4990" y="6091"/>
                      <a:pt x="4929" y="6149"/>
                      <a:pt x="4792" y="6250"/>
                    </a:cubicBezTo>
                    <a:cubicBezTo>
                      <a:pt x="4676" y="6270"/>
                      <a:pt x="4582" y="6279"/>
                      <a:pt x="4467" y="6279"/>
                    </a:cubicBezTo>
                    <a:cubicBezTo>
                      <a:pt x="4403" y="6282"/>
                      <a:pt x="4340" y="6286"/>
                      <a:pt x="4276" y="6290"/>
                    </a:cubicBezTo>
                    <a:cubicBezTo>
                      <a:pt x="4243" y="6291"/>
                      <a:pt x="4210" y="6293"/>
                      <a:pt x="4176" y="6295"/>
                    </a:cubicBezTo>
                    <a:cubicBezTo>
                      <a:pt x="3445" y="6345"/>
                      <a:pt x="3445" y="6345"/>
                      <a:pt x="3224" y="6570"/>
                    </a:cubicBezTo>
                    <a:cubicBezTo>
                      <a:pt x="3044" y="6872"/>
                      <a:pt x="2998" y="7146"/>
                      <a:pt x="2917" y="7500"/>
                    </a:cubicBezTo>
                    <a:cubicBezTo>
                      <a:pt x="2573" y="7431"/>
                      <a:pt x="2229" y="7362"/>
                      <a:pt x="1875" y="7292"/>
                    </a:cubicBezTo>
                    <a:cubicBezTo>
                      <a:pt x="1875" y="7154"/>
                      <a:pt x="1875" y="7017"/>
                      <a:pt x="1875" y="6875"/>
                    </a:cubicBezTo>
                    <a:cubicBezTo>
                      <a:pt x="1669" y="6875"/>
                      <a:pt x="1463" y="6875"/>
                      <a:pt x="1250" y="6875"/>
                    </a:cubicBezTo>
                    <a:cubicBezTo>
                      <a:pt x="1250" y="7700"/>
                      <a:pt x="1250" y="8525"/>
                      <a:pt x="1250" y="9375"/>
                    </a:cubicBezTo>
                    <a:cubicBezTo>
                      <a:pt x="1044" y="9375"/>
                      <a:pt x="838" y="9375"/>
                      <a:pt x="625" y="9375"/>
                    </a:cubicBezTo>
                    <a:cubicBezTo>
                      <a:pt x="626" y="9321"/>
                      <a:pt x="628" y="9266"/>
                      <a:pt x="629" y="9210"/>
                    </a:cubicBezTo>
                    <a:cubicBezTo>
                      <a:pt x="642" y="8698"/>
                      <a:pt x="651" y="8186"/>
                      <a:pt x="657" y="7675"/>
                    </a:cubicBezTo>
                    <a:cubicBezTo>
                      <a:pt x="661" y="7411"/>
                      <a:pt x="665" y="7148"/>
                      <a:pt x="672" y="6885"/>
                    </a:cubicBezTo>
                    <a:cubicBezTo>
                      <a:pt x="679" y="6631"/>
                      <a:pt x="683" y="6377"/>
                      <a:pt x="684" y="6123"/>
                    </a:cubicBezTo>
                    <a:cubicBezTo>
                      <a:pt x="685" y="6026"/>
                      <a:pt x="688" y="5929"/>
                      <a:pt x="691" y="5832"/>
                    </a:cubicBezTo>
                    <a:cubicBezTo>
                      <a:pt x="712" y="5208"/>
                      <a:pt x="712" y="5208"/>
                      <a:pt x="625" y="5000"/>
                    </a:cubicBezTo>
                    <a:cubicBezTo>
                      <a:pt x="446" y="4829"/>
                      <a:pt x="242" y="4825"/>
                      <a:pt x="0" y="4792"/>
                    </a:cubicBezTo>
                    <a:cubicBezTo>
                      <a:pt x="69" y="4448"/>
                      <a:pt x="138" y="4104"/>
                      <a:pt x="208" y="3750"/>
                    </a:cubicBezTo>
                    <a:cubicBezTo>
                      <a:pt x="346" y="3750"/>
                      <a:pt x="483" y="3750"/>
                      <a:pt x="625" y="3750"/>
                    </a:cubicBezTo>
                    <a:cubicBezTo>
                      <a:pt x="625" y="2513"/>
                      <a:pt x="625" y="1275"/>
                      <a:pt x="625" y="0"/>
                    </a:cubicBezTo>
                    <a:close/>
                  </a:path>
                </a:pathLst>
              </a:custGeom>
              <a:solidFill>
                <a:srgbClr val="EB57AD"/>
              </a:solidFill>
              <a:ln w="2646" cap="flat">
                <a:noFill/>
              </a:ln>
            </p:spPr>
          </p:sp>
          <p:sp>
            <p:nvSpPr>
              <p:cNvPr id="3202" name="ICON_A_EEG_WAVE_GRAPHIC_path_013"/>
              <p:cNvSpPr/>
              <p:nvPr/>
            </p:nvSpPr>
            <p:spPr>
              <a:xfrm>
                <a:off x="2515861" y="1246130"/>
                <a:ext cx="152191" cy="103531"/>
              </a:xfrm>
              <a:custGeom>
                <a:avLst/>
                <a:gdLst/>
                <a:ahLst/>
                <a:cxnLst/>
                <a:rect l="0" t="0" r="r" b="b"/>
                <a:pathLst>
                  <a:path w="11984" h="8152" fill="norm" stroke="0">
                    <a:moveTo>
                      <a:pt x="5978" y="0"/>
                    </a:moveTo>
                    <a:cubicBezTo>
                      <a:pt x="6021" y="10"/>
                      <a:pt x="6063" y="20"/>
                      <a:pt x="6107" y="30"/>
                    </a:cubicBezTo>
                    <a:cubicBezTo>
                      <a:pt x="6154" y="40"/>
                      <a:pt x="6200" y="50"/>
                      <a:pt x="6248" y="60"/>
                    </a:cubicBezTo>
                    <a:cubicBezTo>
                      <a:pt x="6296" y="72"/>
                      <a:pt x="6344" y="84"/>
                      <a:pt x="6393" y="96"/>
                    </a:cubicBezTo>
                    <a:cubicBezTo>
                      <a:pt x="6442" y="106"/>
                      <a:pt x="6490" y="118"/>
                      <a:pt x="6541" y="129"/>
                    </a:cubicBezTo>
                    <a:cubicBezTo>
                      <a:pt x="6661" y="156"/>
                      <a:pt x="6781" y="184"/>
                      <a:pt x="6901" y="213"/>
                    </a:cubicBezTo>
                    <a:cubicBezTo>
                      <a:pt x="6911" y="413"/>
                      <a:pt x="6919" y="613"/>
                      <a:pt x="6924" y="813"/>
                    </a:cubicBezTo>
                    <a:cubicBezTo>
                      <a:pt x="6926" y="881"/>
                      <a:pt x="6929" y="949"/>
                      <a:pt x="6932" y="1017"/>
                    </a:cubicBezTo>
                    <a:cubicBezTo>
                      <a:pt x="6937" y="1115"/>
                      <a:pt x="6940" y="1213"/>
                      <a:pt x="6941" y="1311"/>
                    </a:cubicBezTo>
                    <a:cubicBezTo>
                      <a:pt x="6944" y="1341"/>
                      <a:pt x="6946" y="1371"/>
                      <a:pt x="6948" y="1402"/>
                    </a:cubicBezTo>
                    <a:cubicBezTo>
                      <a:pt x="6948" y="1568"/>
                      <a:pt x="6926" y="1645"/>
                      <a:pt x="6808" y="1767"/>
                    </a:cubicBezTo>
                    <a:cubicBezTo>
                      <a:pt x="6771" y="1801"/>
                      <a:pt x="6734" y="1834"/>
                      <a:pt x="6695" y="1868"/>
                    </a:cubicBezTo>
                    <a:cubicBezTo>
                      <a:pt x="6443" y="2102"/>
                      <a:pt x="6415" y="2295"/>
                      <a:pt x="6398" y="2630"/>
                    </a:cubicBezTo>
                    <a:cubicBezTo>
                      <a:pt x="6394" y="2680"/>
                      <a:pt x="6390" y="2730"/>
                      <a:pt x="6386" y="2782"/>
                    </a:cubicBezTo>
                    <a:cubicBezTo>
                      <a:pt x="6375" y="2914"/>
                      <a:pt x="6367" y="3046"/>
                      <a:pt x="6359" y="3179"/>
                    </a:cubicBezTo>
                    <a:cubicBezTo>
                      <a:pt x="6350" y="3314"/>
                      <a:pt x="6340" y="3450"/>
                      <a:pt x="6329" y="3585"/>
                    </a:cubicBezTo>
                    <a:cubicBezTo>
                      <a:pt x="6309" y="3850"/>
                      <a:pt x="6292" y="4115"/>
                      <a:pt x="6276" y="4380"/>
                    </a:cubicBezTo>
                    <a:cubicBezTo>
                      <a:pt x="6664" y="4212"/>
                      <a:pt x="6664" y="4212"/>
                      <a:pt x="6768" y="4062"/>
                    </a:cubicBezTo>
                    <a:cubicBezTo>
                      <a:pt x="6779" y="4023"/>
                      <a:pt x="6791" y="3985"/>
                      <a:pt x="6802" y="3945"/>
                    </a:cubicBezTo>
                    <a:cubicBezTo>
                      <a:pt x="6809" y="3923"/>
                      <a:pt x="6809" y="3923"/>
                      <a:pt x="6845" y="3814"/>
                    </a:cubicBezTo>
                    <a:cubicBezTo>
                      <a:pt x="6859" y="3769"/>
                      <a:pt x="6873" y="3723"/>
                      <a:pt x="6888" y="3676"/>
                    </a:cubicBezTo>
                    <a:cubicBezTo>
                      <a:pt x="7046" y="3242"/>
                      <a:pt x="7216" y="2791"/>
                      <a:pt x="7632" y="2544"/>
                    </a:cubicBezTo>
                    <a:cubicBezTo>
                      <a:pt x="7930" y="2429"/>
                      <a:pt x="8244" y="2482"/>
                      <a:pt x="8541" y="2577"/>
                    </a:cubicBezTo>
                    <a:cubicBezTo>
                      <a:pt x="8789" y="2691"/>
                      <a:pt x="8869" y="2832"/>
                      <a:pt x="8966" y="3081"/>
                    </a:cubicBezTo>
                    <a:cubicBezTo>
                      <a:pt x="9010" y="3221"/>
                      <a:pt x="9010" y="3221"/>
                      <a:pt x="9042" y="3358"/>
                    </a:cubicBezTo>
                    <a:cubicBezTo>
                      <a:pt x="9135" y="3724"/>
                      <a:pt x="9294" y="3860"/>
                      <a:pt x="9604" y="4050"/>
                    </a:cubicBezTo>
                    <a:cubicBezTo>
                      <a:pt x="9675" y="4092"/>
                      <a:pt x="9746" y="4131"/>
                      <a:pt x="9817" y="4171"/>
                    </a:cubicBezTo>
                    <a:cubicBezTo>
                      <a:pt x="9834" y="4150"/>
                      <a:pt x="9851" y="4129"/>
                      <a:pt x="9869" y="4108"/>
                    </a:cubicBezTo>
                    <a:cubicBezTo>
                      <a:pt x="10029" y="3910"/>
                      <a:pt x="10191" y="3714"/>
                      <a:pt x="10355" y="3519"/>
                    </a:cubicBezTo>
                    <a:cubicBezTo>
                      <a:pt x="10440" y="3419"/>
                      <a:pt x="10523" y="3319"/>
                      <a:pt x="10605" y="3217"/>
                    </a:cubicBezTo>
                    <a:cubicBezTo>
                      <a:pt x="11185" y="2501"/>
                      <a:pt x="11185" y="2501"/>
                      <a:pt x="11463" y="2453"/>
                    </a:cubicBezTo>
                    <a:cubicBezTo>
                      <a:pt x="11616" y="2444"/>
                      <a:pt x="11753" y="2465"/>
                      <a:pt x="11901" y="2505"/>
                    </a:cubicBezTo>
                    <a:cubicBezTo>
                      <a:pt x="11916" y="2738"/>
                      <a:pt x="11927" y="2971"/>
                      <a:pt x="11935" y="3205"/>
                    </a:cubicBezTo>
                    <a:cubicBezTo>
                      <a:pt x="11938" y="3285"/>
                      <a:pt x="11942" y="3364"/>
                      <a:pt x="11948" y="3443"/>
                    </a:cubicBezTo>
                    <a:cubicBezTo>
                      <a:pt x="11984" y="3980"/>
                      <a:pt x="11984" y="3980"/>
                      <a:pt x="11901" y="4171"/>
                    </a:cubicBezTo>
                    <a:cubicBezTo>
                      <a:pt x="11789" y="4227"/>
                      <a:pt x="11724" y="4249"/>
                      <a:pt x="11605" y="4269"/>
                    </a:cubicBezTo>
                    <a:cubicBezTo>
                      <a:pt x="11483" y="4289"/>
                      <a:pt x="11381" y="4312"/>
                      <a:pt x="11276" y="4380"/>
                    </a:cubicBezTo>
                    <a:cubicBezTo>
                      <a:pt x="11074" y="4690"/>
                      <a:pt x="11017" y="5110"/>
                      <a:pt x="10931" y="5465"/>
                    </a:cubicBezTo>
                    <a:cubicBezTo>
                      <a:pt x="10776" y="6083"/>
                      <a:pt x="10776" y="6083"/>
                      <a:pt x="10651" y="6255"/>
                    </a:cubicBezTo>
                    <a:cubicBezTo>
                      <a:pt x="10452" y="6360"/>
                      <a:pt x="10234" y="6308"/>
                      <a:pt x="10026" y="6255"/>
                    </a:cubicBezTo>
                    <a:cubicBezTo>
                      <a:pt x="10024" y="6239"/>
                      <a:pt x="10024" y="6239"/>
                      <a:pt x="10013" y="6162"/>
                    </a:cubicBezTo>
                    <a:cubicBezTo>
                      <a:pt x="9993" y="6023"/>
                      <a:pt x="9970" y="5885"/>
                      <a:pt x="9947" y="5747"/>
                    </a:cubicBezTo>
                    <a:cubicBezTo>
                      <a:pt x="9941" y="5699"/>
                      <a:pt x="9935" y="5651"/>
                      <a:pt x="9928" y="5601"/>
                    </a:cubicBezTo>
                    <a:cubicBezTo>
                      <a:pt x="9924" y="5578"/>
                      <a:pt x="9924" y="5578"/>
                      <a:pt x="9904" y="5461"/>
                    </a:cubicBezTo>
                    <a:cubicBezTo>
                      <a:pt x="9897" y="5419"/>
                      <a:pt x="9891" y="5376"/>
                      <a:pt x="9884" y="5332"/>
                    </a:cubicBezTo>
                    <a:cubicBezTo>
                      <a:pt x="9817" y="5213"/>
                      <a:pt x="9817" y="5213"/>
                      <a:pt x="9401" y="5005"/>
                    </a:cubicBezTo>
                    <a:cubicBezTo>
                      <a:pt x="9401" y="6036"/>
                      <a:pt x="9401" y="7067"/>
                      <a:pt x="9401" y="8130"/>
                    </a:cubicBezTo>
                    <a:cubicBezTo>
                      <a:pt x="9194" y="8130"/>
                      <a:pt x="8988" y="8130"/>
                      <a:pt x="8776" y="8130"/>
                    </a:cubicBezTo>
                    <a:cubicBezTo>
                      <a:pt x="8613" y="7831"/>
                      <a:pt x="8613" y="7831"/>
                      <a:pt x="8583" y="7695"/>
                    </a:cubicBezTo>
                    <a:cubicBezTo>
                      <a:pt x="8576" y="7666"/>
                      <a:pt x="8569" y="7637"/>
                      <a:pt x="8562" y="7607"/>
                    </a:cubicBezTo>
                    <a:cubicBezTo>
                      <a:pt x="8555" y="7578"/>
                      <a:pt x="8548" y="7548"/>
                      <a:pt x="8541" y="7517"/>
                    </a:cubicBezTo>
                    <a:cubicBezTo>
                      <a:pt x="8519" y="7430"/>
                      <a:pt x="8495" y="7343"/>
                      <a:pt x="8471" y="7256"/>
                    </a:cubicBezTo>
                    <a:cubicBezTo>
                      <a:pt x="8456" y="7203"/>
                      <a:pt x="8443" y="7148"/>
                      <a:pt x="8430" y="7094"/>
                    </a:cubicBezTo>
                    <a:cubicBezTo>
                      <a:pt x="8394" y="6951"/>
                      <a:pt x="8364" y="6884"/>
                      <a:pt x="8253" y="6785"/>
                    </a:cubicBezTo>
                    <a:cubicBezTo>
                      <a:pt x="8123" y="6641"/>
                      <a:pt x="8125" y="6571"/>
                      <a:pt x="8127" y="6380"/>
                    </a:cubicBezTo>
                    <a:cubicBezTo>
                      <a:pt x="8127" y="6351"/>
                      <a:pt x="8127" y="6323"/>
                      <a:pt x="8127" y="6294"/>
                    </a:cubicBezTo>
                    <a:cubicBezTo>
                      <a:pt x="8127" y="6200"/>
                      <a:pt x="8129" y="6106"/>
                      <a:pt x="8130" y="6013"/>
                    </a:cubicBezTo>
                    <a:cubicBezTo>
                      <a:pt x="8131" y="5948"/>
                      <a:pt x="8131" y="5883"/>
                      <a:pt x="8131" y="5817"/>
                    </a:cubicBezTo>
                    <a:cubicBezTo>
                      <a:pt x="8132" y="5647"/>
                      <a:pt x="8134" y="5476"/>
                      <a:pt x="8136" y="5305"/>
                    </a:cubicBezTo>
                    <a:cubicBezTo>
                      <a:pt x="8139" y="5130"/>
                      <a:pt x="8140" y="4956"/>
                      <a:pt x="8141" y="4781"/>
                    </a:cubicBezTo>
                    <a:cubicBezTo>
                      <a:pt x="8143" y="4439"/>
                      <a:pt x="8146" y="4097"/>
                      <a:pt x="8151" y="3755"/>
                    </a:cubicBezTo>
                    <a:cubicBezTo>
                      <a:pt x="8083" y="3784"/>
                      <a:pt x="8016" y="3815"/>
                      <a:pt x="7949" y="3846"/>
                    </a:cubicBezTo>
                    <a:cubicBezTo>
                      <a:pt x="7912" y="3863"/>
                      <a:pt x="7874" y="3880"/>
                      <a:pt x="7836" y="3897"/>
                    </a:cubicBezTo>
                    <a:cubicBezTo>
                      <a:pt x="7647" y="4019"/>
                      <a:pt x="7605" y="4214"/>
                      <a:pt x="7539" y="4419"/>
                    </a:cubicBezTo>
                    <a:cubicBezTo>
                      <a:pt x="7504" y="4511"/>
                      <a:pt x="7469" y="4604"/>
                      <a:pt x="7433" y="4696"/>
                    </a:cubicBezTo>
                    <a:cubicBezTo>
                      <a:pt x="7372" y="4857"/>
                      <a:pt x="7313" y="5017"/>
                      <a:pt x="7255" y="5179"/>
                    </a:cubicBezTo>
                    <a:cubicBezTo>
                      <a:pt x="6951" y="6016"/>
                      <a:pt x="6951" y="6016"/>
                      <a:pt x="6692" y="6255"/>
                    </a:cubicBezTo>
                    <a:cubicBezTo>
                      <a:pt x="6319" y="6353"/>
                      <a:pt x="6000" y="6178"/>
                      <a:pt x="5651" y="6046"/>
                    </a:cubicBezTo>
                    <a:cubicBezTo>
                      <a:pt x="5651" y="5496"/>
                      <a:pt x="5651" y="4946"/>
                      <a:pt x="5651" y="4380"/>
                    </a:cubicBezTo>
                    <a:cubicBezTo>
                      <a:pt x="5444" y="4380"/>
                      <a:pt x="5238" y="4380"/>
                      <a:pt x="5026" y="4380"/>
                    </a:cubicBezTo>
                    <a:cubicBezTo>
                      <a:pt x="5031" y="4412"/>
                      <a:pt x="5031" y="4412"/>
                      <a:pt x="5055" y="4578"/>
                    </a:cubicBezTo>
                    <a:cubicBezTo>
                      <a:pt x="5104" y="5053"/>
                      <a:pt x="5088" y="5420"/>
                      <a:pt x="4780" y="5803"/>
                    </a:cubicBezTo>
                    <a:cubicBezTo>
                      <a:pt x="4569" y="6028"/>
                      <a:pt x="4370" y="6236"/>
                      <a:pt x="4051" y="6269"/>
                    </a:cubicBezTo>
                    <a:cubicBezTo>
                      <a:pt x="3736" y="6248"/>
                      <a:pt x="3443" y="6161"/>
                      <a:pt x="3151" y="6046"/>
                    </a:cubicBezTo>
                    <a:cubicBezTo>
                      <a:pt x="3151" y="5909"/>
                      <a:pt x="3151" y="5771"/>
                      <a:pt x="3151" y="5630"/>
                    </a:cubicBezTo>
                    <a:cubicBezTo>
                      <a:pt x="2944" y="5630"/>
                      <a:pt x="2738" y="5630"/>
                      <a:pt x="2526" y="5630"/>
                    </a:cubicBezTo>
                    <a:cubicBezTo>
                      <a:pt x="2527" y="5653"/>
                      <a:pt x="2527" y="5653"/>
                      <a:pt x="2536" y="5769"/>
                    </a:cubicBezTo>
                    <a:cubicBezTo>
                      <a:pt x="2636" y="7314"/>
                      <a:pt x="2636" y="7314"/>
                      <a:pt x="2252" y="7817"/>
                    </a:cubicBezTo>
                    <a:cubicBezTo>
                      <a:pt x="2240" y="7834"/>
                      <a:pt x="2240" y="7834"/>
                      <a:pt x="2178" y="7918"/>
                    </a:cubicBezTo>
                    <a:cubicBezTo>
                      <a:pt x="2046" y="8064"/>
                      <a:pt x="1936" y="8134"/>
                      <a:pt x="1739" y="8148"/>
                    </a:cubicBezTo>
                    <a:cubicBezTo>
                      <a:pt x="1584" y="8152"/>
                      <a:pt x="1431" y="8143"/>
                      <a:pt x="1276" y="8130"/>
                    </a:cubicBezTo>
                    <a:cubicBezTo>
                      <a:pt x="1279" y="8093"/>
                      <a:pt x="1282" y="8056"/>
                      <a:pt x="1286" y="8018"/>
                    </a:cubicBezTo>
                    <a:cubicBezTo>
                      <a:pt x="1308" y="7735"/>
                      <a:pt x="1322" y="7452"/>
                      <a:pt x="1316" y="7168"/>
                    </a:cubicBezTo>
                    <a:cubicBezTo>
                      <a:pt x="1316" y="7141"/>
                      <a:pt x="1316" y="7114"/>
                      <a:pt x="1317" y="7086"/>
                    </a:cubicBezTo>
                    <a:cubicBezTo>
                      <a:pt x="1314" y="7009"/>
                      <a:pt x="1314" y="7009"/>
                      <a:pt x="1276" y="6880"/>
                    </a:cubicBezTo>
                    <a:cubicBezTo>
                      <a:pt x="1119" y="6792"/>
                      <a:pt x="994" y="6758"/>
                      <a:pt x="817" y="6742"/>
                    </a:cubicBezTo>
                    <a:cubicBezTo>
                      <a:pt x="689" y="6709"/>
                      <a:pt x="657" y="6680"/>
                      <a:pt x="584" y="6568"/>
                    </a:cubicBezTo>
                    <a:cubicBezTo>
                      <a:pt x="462" y="6302"/>
                      <a:pt x="370" y="6025"/>
                      <a:pt x="286" y="5745"/>
                    </a:cubicBezTo>
                    <a:cubicBezTo>
                      <a:pt x="234" y="5630"/>
                      <a:pt x="234" y="5630"/>
                      <a:pt x="128" y="5541"/>
                    </a:cubicBezTo>
                    <a:cubicBezTo>
                      <a:pt x="33" y="5449"/>
                      <a:pt x="10" y="5386"/>
                      <a:pt x="1" y="5254"/>
                    </a:cubicBezTo>
                    <a:cubicBezTo>
                      <a:pt x="0" y="5187"/>
                      <a:pt x="1" y="5120"/>
                      <a:pt x="2" y="5053"/>
                    </a:cubicBezTo>
                    <a:cubicBezTo>
                      <a:pt x="2" y="5017"/>
                      <a:pt x="2" y="4980"/>
                      <a:pt x="2" y="4942"/>
                    </a:cubicBezTo>
                    <a:cubicBezTo>
                      <a:pt x="2" y="4822"/>
                      <a:pt x="4" y="4701"/>
                      <a:pt x="5" y="4581"/>
                    </a:cubicBezTo>
                    <a:cubicBezTo>
                      <a:pt x="6" y="4497"/>
                      <a:pt x="6" y="4413"/>
                      <a:pt x="6" y="4329"/>
                    </a:cubicBezTo>
                    <a:cubicBezTo>
                      <a:pt x="7" y="4109"/>
                      <a:pt x="9" y="3889"/>
                      <a:pt x="11" y="3669"/>
                    </a:cubicBezTo>
                    <a:cubicBezTo>
                      <a:pt x="14" y="3444"/>
                      <a:pt x="15" y="3219"/>
                      <a:pt x="16" y="2994"/>
                    </a:cubicBezTo>
                    <a:cubicBezTo>
                      <a:pt x="18" y="2553"/>
                      <a:pt x="21" y="2112"/>
                      <a:pt x="26" y="1671"/>
                    </a:cubicBezTo>
                    <a:cubicBezTo>
                      <a:pt x="129" y="1732"/>
                      <a:pt x="231" y="1795"/>
                      <a:pt x="332" y="1858"/>
                    </a:cubicBezTo>
                    <a:cubicBezTo>
                      <a:pt x="361" y="1875"/>
                      <a:pt x="391" y="1892"/>
                      <a:pt x="420" y="1909"/>
                    </a:cubicBezTo>
                    <a:cubicBezTo>
                      <a:pt x="577" y="2009"/>
                      <a:pt x="665" y="2081"/>
                      <a:pt x="716" y="2263"/>
                    </a:cubicBezTo>
                    <a:cubicBezTo>
                      <a:pt x="726" y="2319"/>
                      <a:pt x="735" y="2376"/>
                      <a:pt x="743" y="2433"/>
                    </a:cubicBezTo>
                    <a:cubicBezTo>
                      <a:pt x="747" y="2467"/>
                      <a:pt x="752" y="2502"/>
                      <a:pt x="756" y="2537"/>
                    </a:cubicBezTo>
                    <a:cubicBezTo>
                      <a:pt x="757" y="2565"/>
                      <a:pt x="758" y="2594"/>
                      <a:pt x="759" y="2623"/>
                    </a:cubicBezTo>
                    <a:cubicBezTo>
                      <a:pt x="761" y="2655"/>
                      <a:pt x="762" y="2686"/>
                      <a:pt x="764" y="2719"/>
                    </a:cubicBezTo>
                    <a:cubicBezTo>
                      <a:pt x="765" y="2736"/>
                      <a:pt x="765" y="2736"/>
                      <a:pt x="768" y="2817"/>
                    </a:cubicBezTo>
                    <a:cubicBezTo>
                      <a:pt x="802" y="3483"/>
                      <a:pt x="802" y="3483"/>
                      <a:pt x="956" y="3654"/>
                    </a:cubicBezTo>
                    <a:cubicBezTo>
                      <a:pt x="975" y="3670"/>
                      <a:pt x="975" y="3670"/>
                      <a:pt x="1071" y="3746"/>
                    </a:cubicBezTo>
                    <a:cubicBezTo>
                      <a:pt x="1221" y="3873"/>
                      <a:pt x="1287" y="3958"/>
                      <a:pt x="1310" y="4151"/>
                    </a:cubicBezTo>
                    <a:cubicBezTo>
                      <a:pt x="1322" y="4375"/>
                      <a:pt x="1312" y="4598"/>
                      <a:pt x="1302" y="4822"/>
                    </a:cubicBezTo>
                    <a:cubicBezTo>
                      <a:pt x="1300" y="4901"/>
                      <a:pt x="1298" y="4979"/>
                      <a:pt x="1296" y="5058"/>
                    </a:cubicBezTo>
                    <a:cubicBezTo>
                      <a:pt x="1291" y="5248"/>
                      <a:pt x="1284" y="5439"/>
                      <a:pt x="1276" y="5630"/>
                    </a:cubicBezTo>
                    <a:cubicBezTo>
                      <a:pt x="1482" y="5630"/>
                      <a:pt x="1688" y="5630"/>
                      <a:pt x="1901" y="5630"/>
                    </a:cubicBezTo>
                    <a:cubicBezTo>
                      <a:pt x="1890" y="5567"/>
                      <a:pt x="1879" y="5505"/>
                      <a:pt x="1867" y="5440"/>
                    </a:cubicBezTo>
                    <a:cubicBezTo>
                      <a:pt x="1817" y="5025"/>
                      <a:pt x="1817" y="4655"/>
                      <a:pt x="2072" y="4310"/>
                    </a:cubicBezTo>
                    <a:cubicBezTo>
                      <a:pt x="2265" y="4065"/>
                      <a:pt x="2486" y="3846"/>
                      <a:pt x="2711" y="3631"/>
                    </a:cubicBezTo>
                    <a:cubicBezTo>
                      <a:pt x="2828" y="3518"/>
                      <a:pt x="2939" y="3401"/>
                      <a:pt x="3050" y="3282"/>
                    </a:cubicBezTo>
                    <a:cubicBezTo>
                      <a:pt x="3727" y="2562"/>
                      <a:pt x="4343" y="2339"/>
                      <a:pt x="5326" y="2300"/>
                    </a:cubicBezTo>
                    <a:cubicBezTo>
                      <a:pt x="5365" y="2299"/>
                      <a:pt x="5403" y="2297"/>
                      <a:pt x="5442" y="2296"/>
                    </a:cubicBezTo>
                    <a:cubicBezTo>
                      <a:pt x="5444" y="2283"/>
                      <a:pt x="5444" y="2283"/>
                      <a:pt x="5449" y="2219"/>
                    </a:cubicBezTo>
                    <a:cubicBezTo>
                      <a:pt x="5471" y="1951"/>
                      <a:pt x="5495" y="1684"/>
                      <a:pt x="5520" y="1418"/>
                    </a:cubicBezTo>
                    <a:cubicBezTo>
                      <a:pt x="5529" y="1318"/>
                      <a:pt x="5538" y="1218"/>
                      <a:pt x="5546" y="1119"/>
                    </a:cubicBezTo>
                    <a:cubicBezTo>
                      <a:pt x="5558" y="975"/>
                      <a:pt x="5571" y="832"/>
                      <a:pt x="5585" y="689"/>
                    </a:cubicBezTo>
                    <a:cubicBezTo>
                      <a:pt x="5586" y="667"/>
                      <a:pt x="5586" y="667"/>
                      <a:pt x="5595" y="554"/>
                    </a:cubicBezTo>
                    <a:cubicBezTo>
                      <a:pt x="5630" y="209"/>
                      <a:pt x="5630" y="209"/>
                      <a:pt x="5744" y="77"/>
                    </a:cubicBezTo>
                    <a:cubicBezTo>
                      <a:pt x="5859" y="5"/>
                      <a:pt x="5859" y="5"/>
                      <a:pt x="5978" y="0"/>
                    </a:cubicBezTo>
                    <a:close/>
                  </a:path>
                </a:pathLst>
              </a:custGeom>
              <a:solidFill>
                <a:srgbClr val="EB57AD"/>
              </a:solidFill>
              <a:ln w="2646" cap="flat">
                <a:noFill/>
              </a:ln>
            </p:spPr>
          </p:sp>
          <p:sp>
            <p:nvSpPr>
              <p:cNvPr id="3203" name="ICON_A_EEG_WAVE_GRAPHIC_path_014"/>
              <p:cNvSpPr/>
              <p:nvPr/>
            </p:nvSpPr>
            <p:spPr>
              <a:xfrm>
                <a:off x="1975379" y="1403787"/>
                <a:ext cx="183621" cy="120213"/>
              </a:xfrm>
              <a:custGeom>
                <a:avLst/>
                <a:gdLst/>
                <a:ahLst/>
                <a:cxnLst/>
                <a:rect l="0" t="0" r="r" b="b"/>
                <a:pathLst>
                  <a:path w="14458" h="9466" fill="norm" stroke="0">
                    <a:moveTo>
                      <a:pt x="1333" y="91"/>
                    </a:moveTo>
                    <a:cubicBezTo>
                      <a:pt x="1333" y="1328"/>
                      <a:pt x="1333" y="2566"/>
                      <a:pt x="1333" y="3841"/>
                    </a:cubicBezTo>
                    <a:cubicBezTo>
                      <a:pt x="1540" y="3841"/>
                      <a:pt x="1746" y="3841"/>
                      <a:pt x="1958" y="3841"/>
                    </a:cubicBezTo>
                    <a:cubicBezTo>
                      <a:pt x="2079" y="3693"/>
                      <a:pt x="2121" y="3621"/>
                      <a:pt x="2180" y="3450"/>
                    </a:cubicBezTo>
                    <a:cubicBezTo>
                      <a:pt x="2213" y="3374"/>
                      <a:pt x="2246" y="3297"/>
                      <a:pt x="2281" y="3221"/>
                    </a:cubicBezTo>
                    <a:cubicBezTo>
                      <a:pt x="2297" y="3185"/>
                      <a:pt x="2312" y="3148"/>
                      <a:pt x="2329" y="3110"/>
                    </a:cubicBezTo>
                    <a:cubicBezTo>
                      <a:pt x="2412" y="2924"/>
                      <a:pt x="2492" y="2779"/>
                      <a:pt x="2649" y="2644"/>
                    </a:cubicBezTo>
                    <a:cubicBezTo>
                      <a:pt x="2991" y="2515"/>
                      <a:pt x="3345" y="2599"/>
                      <a:pt x="3679" y="2722"/>
                    </a:cubicBezTo>
                    <a:cubicBezTo>
                      <a:pt x="4211" y="2965"/>
                      <a:pt x="4661" y="3448"/>
                      <a:pt x="5083" y="3841"/>
                    </a:cubicBezTo>
                    <a:cubicBezTo>
                      <a:pt x="5083" y="3428"/>
                      <a:pt x="5083" y="3016"/>
                      <a:pt x="5083" y="2591"/>
                    </a:cubicBezTo>
                    <a:cubicBezTo>
                      <a:pt x="5702" y="2591"/>
                      <a:pt x="6321" y="2591"/>
                      <a:pt x="6958" y="2591"/>
                    </a:cubicBezTo>
                    <a:cubicBezTo>
                      <a:pt x="6958" y="3003"/>
                      <a:pt x="6958" y="3416"/>
                      <a:pt x="6958" y="3841"/>
                    </a:cubicBezTo>
                    <a:cubicBezTo>
                      <a:pt x="7165" y="3841"/>
                      <a:pt x="7371" y="3841"/>
                      <a:pt x="7583" y="3841"/>
                    </a:cubicBezTo>
                    <a:cubicBezTo>
                      <a:pt x="7684" y="3711"/>
                      <a:pt x="7703" y="3678"/>
                      <a:pt x="7727" y="3528"/>
                    </a:cubicBezTo>
                    <a:cubicBezTo>
                      <a:pt x="7734" y="3498"/>
                      <a:pt x="7741" y="3469"/>
                      <a:pt x="7748" y="3438"/>
                    </a:cubicBezTo>
                    <a:cubicBezTo>
                      <a:pt x="7765" y="3364"/>
                      <a:pt x="7779" y="3290"/>
                      <a:pt x="7792" y="3216"/>
                    </a:cubicBezTo>
                    <a:cubicBezTo>
                      <a:pt x="8324" y="3273"/>
                      <a:pt x="8820" y="3329"/>
                      <a:pt x="9211" y="3724"/>
                    </a:cubicBezTo>
                    <a:cubicBezTo>
                      <a:pt x="9237" y="3749"/>
                      <a:pt x="9263" y="3774"/>
                      <a:pt x="9289" y="3801"/>
                    </a:cubicBezTo>
                    <a:cubicBezTo>
                      <a:pt x="9427" y="3957"/>
                      <a:pt x="9473" y="4067"/>
                      <a:pt x="9474" y="4278"/>
                    </a:cubicBezTo>
                    <a:cubicBezTo>
                      <a:pt x="9469" y="4340"/>
                      <a:pt x="9464" y="4402"/>
                      <a:pt x="9458" y="4466"/>
                    </a:cubicBezTo>
                    <a:cubicBezTo>
                      <a:pt x="9665" y="4466"/>
                      <a:pt x="9871" y="4466"/>
                      <a:pt x="10083" y="4466"/>
                    </a:cubicBezTo>
                    <a:cubicBezTo>
                      <a:pt x="10083" y="4053"/>
                      <a:pt x="10083" y="3641"/>
                      <a:pt x="10083" y="3216"/>
                    </a:cubicBezTo>
                    <a:cubicBezTo>
                      <a:pt x="10591" y="3138"/>
                      <a:pt x="10591" y="3138"/>
                      <a:pt x="10750" y="3116"/>
                    </a:cubicBezTo>
                    <a:cubicBezTo>
                      <a:pt x="11091" y="3056"/>
                      <a:pt x="11091" y="3056"/>
                      <a:pt x="11195" y="2909"/>
                    </a:cubicBezTo>
                    <a:cubicBezTo>
                      <a:pt x="11228" y="2835"/>
                      <a:pt x="11259" y="2760"/>
                      <a:pt x="11288" y="2684"/>
                    </a:cubicBezTo>
                    <a:cubicBezTo>
                      <a:pt x="11333" y="2591"/>
                      <a:pt x="11333" y="2591"/>
                      <a:pt x="11468" y="2521"/>
                    </a:cubicBezTo>
                    <a:cubicBezTo>
                      <a:pt x="11703" y="2508"/>
                      <a:pt x="11864" y="2510"/>
                      <a:pt x="12048" y="2668"/>
                    </a:cubicBezTo>
                    <a:cubicBezTo>
                      <a:pt x="12143" y="2768"/>
                      <a:pt x="12227" y="2871"/>
                      <a:pt x="12310" y="2981"/>
                    </a:cubicBezTo>
                    <a:cubicBezTo>
                      <a:pt x="12324" y="2999"/>
                      <a:pt x="12324" y="2999"/>
                      <a:pt x="12393" y="3091"/>
                    </a:cubicBezTo>
                    <a:cubicBezTo>
                      <a:pt x="12572" y="3352"/>
                      <a:pt x="12613" y="3526"/>
                      <a:pt x="12583" y="3841"/>
                    </a:cubicBezTo>
                    <a:cubicBezTo>
                      <a:pt x="12790" y="3841"/>
                      <a:pt x="12996" y="3841"/>
                      <a:pt x="13208" y="3841"/>
                    </a:cubicBezTo>
                    <a:cubicBezTo>
                      <a:pt x="13207" y="3807"/>
                      <a:pt x="13207" y="3807"/>
                      <a:pt x="13202" y="3637"/>
                    </a:cubicBezTo>
                    <a:cubicBezTo>
                      <a:pt x="13195" y="3413"/>
                      <a:pt x="13190" y="3190"/>
                      <a:pt x="13187" y="2966"/>
                    </a:cubicBezTo>
                    <a:cubicBezTo>
                      <a:pt x="13185" y="2830"/>
                      <a:pt x="13182" y="2695"/>
                      <a:pt x="13177" y="2560"/>
                    </a:cubicBezTo>
                    <a:cubicBezTo>
                      <a:pt x="13144" y="1601"/>
                      <a:pt x="13144" y="1601"/>
                      <a:pt x="13298" y="1402"/>
                    </a:cubicBezTo>
                    <a:cubicBezTo>
                      <a:pt x="13410" y="1301"/>
                      <a:pt x="13410" y="1301"/>
                      <a:pt x="13525" y="1218"/>
                    </a:cubicBezTo>
                    <a:cubicBezTo>
                      <a:pt x="13714" y="1056"/>
                      <a:pt x="13722" y="821"/>
                      <a:pt x="13755" y="585"/>
                    </a:cubicBezTo>
                    <a:cubicBezTo>
                      <a:pt x="13763" y="538"/>
                      <a:pt x="13771" y="490"/>
                      <a:pt x="13780" y="441"/>
                    </a:cubicBezTo>
                    <a:cubicBezTo>
                      <a:pt x="13799" y="324"/>
                      <a:pt x="13816" y="207"/>
                      <a:pt x="13833" y="91"/>
                    </a:cubicBezTo>
                    <a:cubicBezTo>
                      <a:pt x="14040" y="91"/>
                      <a:pt x="14246" y="91"/>
                      <a:pt x="14458" y="91"/>
                    </a:cubicBezTo>
                    <a:cubicBezTo>
                      <a:pt x="14458" y="3184"/>
                      <a:pt x="14458" y="6278"/>
                      <a:pt x="14458" y="9466"/>
                    </a:cubicBezTo>
                    <a:cubicBezTo>
                      <a:pt x="14252" y="9466"/>
                      <a:pt x="14046" y="9466"/>
                      <a:pt x="13833" y="9466"/>
                    </a:cubicBezTo>
                    <a:cubicBezTo>
                      <a:pt x="13832" y="9414"/>
                      <a:pt x="13830" y="9362"/>
                      <a:pt x="13828" y="9309"/>
                    </a:cubicBezTo>
                    <a:cubicBezTo>
                      <a:pt x="13812" y="8821"/>
                      <a:pt x="13794" y="8334"/>
                      <a:pt x="13773" y="7847"/>
                    </a:cubicBezTo>
                    <a:cubicBezTo>
                      <a:pt x="13763" y="7596"/>
                      <a:pt x="13753" y="7345"/>
                      <a:pt x="13745" y="7095"/>
                    </a:cubicBezTo>
                    <a:cubicBezTo>
                      <a:pt x="13738" y="6853"/>
                      <a:pt x="13728" y="6611"/>
                      <a:pt x="13717" y="6370"/>
                    </a:cubicBezTo>
                    <a:cubicBezTo>
                      <a:pt x="13713" y="6277"/>
                      <a:pt x="13710" y="6185"/>
                      <a:pt x="13708" y="6093"/>
                    </a:cubicBezTo>
                    <a:cubicBezTo>
                      <a:pt x="13704" y="5963"/>
                      <a:pt x="13698" y="5834"/>
                      <a:pt x="13691" y="5705"/>
                    </a:cubicBezTo>
                    <a:cubicBezTo>
                      <a:pt x="13691" y="5667"/>
                      <a:pt x="13691" y="5629"/>
                      <a:pt x="13690" y="5589"/>
                    </a:cubicBezTo>
                    <a:cubicBezTo>
                      <a:pt x="13683" y="5482"/>
                      <a:pt x="13683" y="5482"/>
                      <a:pt x="13625" y="5299"/>
                    </a:cubicBezTo>
                    <a:cubicBezTo>
                      <a:pt x="13488" y="5230"/>
                      <a:pt x="13350" y="5161"/>
                      <a:pt x="13208" y="5091"/>
                    </a:cubicBezTo>
                    <a:cubicBezTo>
                      <a:pt x="13208" y="5503"/>
                      <a:pt x="13208" y="5916"/>
                      <a:pt x="13208" y="6341"/>
                    </a:cubicBezTo>
                    <a:cubicBezTo>
                      <a:pt x="12583" y="6341"/>
                      <a:pt x="12583" y="6341"/>
                      <a:pt x="12393" y="6188"/>
                    </a:cubicBezTo>
                    <a:cubicBezTo>
                      <a:pt x="12341" y="6119"/>
                      <a:pt x="12292" y="6048"/>
                      <a:pt x="12245" y="5976"/>
                    </a:cubicBezTo>
                    <a:cubicBezTo>
                      <a:pt x="12219" y="5939"/>
                      <a:pt x="12193" y="5902"/>
                      <a:pt x="12166" y="5864"/>
                    </a:cubicBezTo>
                    <a:cubicBezTo>
                      <a:pt x="11921" y="5494"/>
                      <a:pt x="11817" y="5109"/>
                      <a:pt x="11750" y="4674"/>
                    </a:cubicBezTo>
                    <a:cubicBezTo>
                      <a:pt x="10628" y="4832"/>
                      <a:pt x="10628" y="4832"/>
                      <a:pt x="10375" y="5144"/>
                    </a:cubicBezTo>
                    <a:cubicBezTo>
                      <a:pt x="10157" y="5514"/>
                      <a:pt x="10022" y="5942"/>
                      <a:pt x="9875" y="6341"/>
                    </a:cubicBezTo>
                    <a:cubicBezTo>
                      <a:pt x="9531" y="6272"/>
                      <a:pt x="9188" y="6203"/>
                      <a:pt x="8833" y="6132"/>
                    </a:cubicBezTo>
                    <a:cubicBezTo>
                      <a:pt x="8833" y="5789"/>
                      <a:pt x="8833" y="5445"/>
                      <a:pt x="8833" y="5091"/>
                    </a:cubicBezTo>
                    <a:cubicBezTo>
                      <a:pt x="8723" y="5100"/>
                      <a:pt x="8612" y="5110"/>
                      <a:pt x="8498" y="5120"/>
                    </a:cubicBezTo>
                    <a:cubicBezTo>
                      <a:pt x="7208" y="5208"/>
                      <a:pt x="7208" y="5208"/>
                      <a:pt x="6809" y="4867"/>
                    </a:cubicBezTo>
                    <a:cubicBezTo>
                      <a:pt x="6594" y="4665"/>
                      <a:pt x="6361" y="4438"/>
                      <a:pt x="6315" y="4137"/>
                    </a:cubicBezTo>
                    <a:cubicBezTo>
                      <a:pt x="6314" y="4036"/>
                      <a:pt x="6319" y="3940"/>
                      <a:pt x="6333" y="3841"/>
                    </a:cubicBezTo>
                    <a:cubicBezTo>
                      <a:pt x="6291" y="3833"/>
                      <a:pt x="6248" y="3826"/>
                      <a:pt x="6204" y="3819"/>
                    </a:cubicBezTo>
                    <a:cubicBezTo>
                      <a:pt x="6180" y="3815"/>
                      <a:pt x="6156" y="3810"/>
                      <a:pt x="6131" y="3806"/>
                    </a:cubicBezTo>
                    <a:cubicBezTo>
                      <a:pt x="5836" y="3792"/>
                      <a:pt x="5836" y="3792"/>
                      <a:pt x="5708" y="3841"/>
                    </a:cubicBezTo>
                    <a:cubicBezTo>
                      <a:pt x="5663" y="3953"/>
                      <a:pt x="5641" y="4035"/>
                      <a:pt x="5621" y="4151"/>
                    </a:cubicBezTo>
                    <a:cubicBezTo>
                      <a:pt x="5593" y="4264"/>
                      <a:pt x="5562" y="4367"/>
                      <a:pt x="5500" y="4466"/>
                    </a:cubicBezTo>
                    <a:cubicBezTo>
                      <a:pt x="5331" y="4546"/>
                      <a:pt x="5172" y="4545"/>
                      <a:pt x="4989" y="4539"/>
                    </a:cubicBezTo>
                    <a:cubicBezTo>
                      <a:pt x="4900" y="4536"/>
                      <a:pt x="4812" y="4537"/>
                      <a:pt x="4724" y="4539"/>
                    </a:cubicBezTo>
                    <a:cubicBezTo>
                      <a:pt x="4472" y="4546"/>
                      <a:pt x="4220" y="4545"/>
                      <a:pt x="3969" y="4541"/>
                    </a:cubicBezTo>
                    <a:cubicBezTo>
                      <a:pt x="3113" y="4529"/>
                      <a:pt x="3113" y="4529"/>
                      <a:pt x="2792" y="4674"/>
                    </a:cubicBezTo>
                    <a:cubicBezTo>
                      <a:pt x="2552" y="4927"/>
                      <a:pt x="2480" y="5258"/>
                      <a:pt x="2408" y="5590"/>
                    </a:cubicBezTo>
                    <a:cubicBezTo>
                      <a:pt x="2360" y="5774"/>
                      <a:pt x="2276" y="5930"/>
                      <a:pt x="2180" y="6093"/>
                    </a:cubicBezTo>
                    <a:cubicBezTo>
                      <a:pt x="2172" y="6106"/>
                      <a:pt x="2172" y="6106"/>
                      <a:pt x="2135" y="6174"/>
                    </a:cubicBezTo>
                    <a:cubicBezTo>
                      <a:pt x="2084" y="6260"/>
                      <a:pt x="2048" y="6293"/>
                      <a:pt x="1958" y="6341"/>
                    </a:cubicBezTo>
                    <a:cubicBezTo>
                      <a:pt x="1733" y="6398"/>
                      <a:pt x="1557" y="6412"/>
                      <a:pt x="1333" y="6341"/>
                    </a:cubicBezTo>
                    <a:cubicBezTo>
                      <a:pt x="1194" y="6155"/>
                      <a:pt x="1151" y="5952"/>
                      <a:pt x="1099" y="5729"/>
                    </a:cubicBezTo>
                    <a:cubicBezTo>
                      <a:pt x="1076" y="5641"/>
                      <a:pt x="1053" y="5554"/>
                      <a:pt x="1029" y="5468"/>
                    </a:cubicBezTo>
                    <a:cubicBezTo>
                      <a:pt x="1014" y="5414"/>
                      <a:pt x="1000" y="5359"/>
                      <a:pt x="988" y="5305"/>
                    </a:cubicBezTo>
                    <a:cubicBezTo>
                      <a:pt x="952" y="5163"/>
                      <a:pt x="923" y="5096"/>
                      <a:pt x="811" y="4998"/>
                    </a:cubicBezTo>
                    <a:cubicBezTo>
                      <a:pt x="683" y="4853"/>
                      <a:pt x="676" y="4742"/>
                      <a:pt x="672" y="4556"/>
                    </a:cubicBezTo>
                    <a:cubicBezTo>
                      <a:pt x="671" y="4540"/>
                      <a:pt x="671" y="4540"/>
                      <a:pt x="668" y="4458"/>
                    </a:cubicBezTo>
                    <a:cubicBezTo>
                      <a:pt x="665" y="4389"/>
                      <a:pt x="663" y="4319"/>
                      <a:pt x="660" y="4249"/>
                    </a:cubicBezTo>
                    <a:cubicBezTo>
                      <a:pt x="657" y="4139"/>
                      <a:pt x="652" y="4029"/>
                      <a:pt x="647" y="3918"/>
                    </a:cubicBezTo>
                    <a:cubicBezTo>
                      <a:pt x="632" y="3605"/>
                      <a:pt x="620" y="3291"/>
                      <a:pt x="609" y="2977"/>
                    </a:cubicBezTo>
                    <a:cubicBezTo>
                      <a:pt x="602" y="2785"/>
                      <a:pt x="594" y="2593"/>
                      <a:pt x="584" y="2401"/>
                    </a:cubicBezTo>
                    <a:cubicBezTo>
                      <a:pt x="581" y="2328"/>
                      <a:pt x="578" y="2255"/>
                      <a:pt x="576" y="2182"/>
                    </a:cubicBezTo>
                    <a:cubicBezTo>
                      <a:pt x="571" y="1964"/>
                      <a:pt x="563" y="1759"/>
                      <a:pt x="500" y="1549"/>
                    </a:cubicBezTo>
                    <a:cubicBezTo>
                      <a:pt x="395" y="1453"/>
                      <a:pt x="314" y="1414"/>
                      <a:pt x="178" y="1373"/>
                    </a:cubicBezTo>
                    <a:cubicBezTo>
                      <a:pt x="147" y="1362"/>
                      <a:pt x="115" y="1352"/>
                      <a:pt x="83" y="1341"/>
                    </a:cubicBezTo>
                    <a:cubicBezTo>
                      <a:pt x="0" y="1161"/>
                      <a:pt x="5" y="993"/>
                      <a:pt x="50" y="803"/>
                    </a:cubicBezTo>
                    <a:cubicBezTo>
                      <a:pt x="117" y="629"/>
                      <a:pt x="230" y="499"/>
                      <a:pt x="357" y="364"/>
                    </a:cubicBezTo>
                    <a:cubicBezTo>
                      <a:pt x="369" y="350"/>
                      <a:pt x="369" y="350"/>
                      <a:pt x="431" y="281"/>
                    </a:cubicBezTo>
                    <a:cubicBezTo>
                      <a:pt x="726" y="0"/>
                      <a:pt x="868" y="91"/>
                      <a:pt x="1333" y="91"/>
                    </a:cubicBezTo>
                    <a:close/>
                  </a:path>
                </a:pathLst>
              </a:custGeom>
              <a:solidFill>
                <a:srgbClr val="62ADAD"/>
              </a:solidFill>
              <a:ln w="2646" cap="flat">
                <a:noFill/>
              </a:ln>
            </p:spPr>
          </p:sp>
          <p:sp>
            <p:nvSpPr>
              <p:cNvPr id="3204" name="ICON_A_EEG_WAVE_GRAPHIC_path_015"/>
              <p:cNvSpPr/>
              <p:nvPr/>
            </p:nvSpPr>
            <p:spPr>
              <a:xfrm>
                <a:off x="1531363" y="889000"/>
                <a:ext cx="129053" cy="119062"/>
              </a:xfrm>
              <a:custGeom>
                <a:avLst/>
                <a:gdLst/>
                <a:ahLst/>
                <a:cxnLst/>
                <a:rect l="0" t="0" r="r" b="b"/>
                <a:pathLst>
                  <a:path w="10162" h="9375" fill="norm" stroke="0">
                    <a:moveTo>
                      <a:pt x="8795" y="0"/>
                    </a:moveTo>
                    <a:cubicBezTo>
                      <a:pt x="9420" y="0"/>
                      <a:pt x="9420" y="0"/>
                      <a:pt x="9617" y="140"/>
                    </a:cubicBezTo>
                    <a:cubicBezTo>
                      <a:pt x="9695" y="235"/>
                      <a:pt x="9695" y="235"/>
                      <a:pt x="9769" y="342"/>
                    </a:cubicBezTo>
                    <a:cubicBezTo>
                      <a:pt x="9796" y="379"/>
                      <a:pt x="9822" y="415"/>
                      <a:pt x="9849" y="454"/>
                    </a:cubicBezTo>
                    <a:cubicBezTo>
                      <a:pt x="10162" y="943"/>
                      <a:pt x="10113" y="1472"/>
                      <a:pt x="10084" y="2031"/>
                    </a:cubicBezTo>
                    <a:cubicBezTo>
                      <a:pt x="10081" y="2138"/>
                      <a:pt x="10078" y="2244"/>
                      <a:pt x="10076" y="2351"/>
                    </a:cubicBezTo>
                    <a:cubicBezTo>
                      <a:pt x="10069" y="2609"/>
                      <a:pt x="10058" y="2867"/>
                      <a:pt x="10045" y="3125"/>
                    </a:cubicBezTo>
                    <a:cubicBezTo>
                      <a:pt x="9839" y="3125"/>
                      <a:pt x="9633" y="3125"/>
                      <a:pt x="9420" y="3125"/>
                    </a:cubicBezTo>
                    <a:cubicBezTo>
                      <a:pt x="9421" y="3169"/>
                      <a:pt x="9422" y="3212"/>
                      <a:pt x="9423" y="3257"/>
                    </a:cubicBezTo>
                    <a:cubicBezTo>
                      <a:pt x="9431" y="3667"/>
                      <a:pt x="9438" y="4078"/>
                      <a:pt x="9442" y="4489"/>
                    </a:cubicBezTo>
                    <a:cubicBezTo>
                      <a:pt x="9444" y="4700"/>
                      <a:pt x="9447" y="4911"/>
                      <a:pt x="9452" y="5122"/>
                    </a:cubicBezTo>
                    <a:cubicBezTo>
                      <a:pt x="9456" y="5326"/>
                      <a:pt x="9459" y="5530"/>
                      <a:pt x="9460" y="5734"/>
                    </a:cubicBezTo>
                    <a:cubicBezTo>
                      <a:pt x="9460" y="5812"/>
                      <a:pt x="9462" y="5889"/>
                      <a:pt x="9464" y="5967"/>
                    </a:cubicBezTo>
                    <a:cubicBezTo>
                      <a:pt x="9482" y="6609"/>
                      <a:pt x="9482" y="6609"/>
                      <a:pt x="9329" y="6800"/>
                    </a:cubicBezTo>
                    <a:cubicBezTo>
                      <a:pt x="9258" y="6875"/>
                      <a:pt x="9187" y="6932"/>
                      <a:pt x="9105" y="6995"/>
                    </a:cubicBezTo>
                    <a:cubicBezTo>
                      <a:pt x="8887" y="7185"/>
                      <a:pt x="8833" y="7506"/>
                      <a:pt x="8751" y="7775"/>
                    </a:cubicBezTo>
                    <a:cubicBezTo>
                      <a:pt x="8736" y="7820"/>
                      <a:pt x="8720" y="7865"/>
                      <a:pt x="8704" y="7912"/>
                    </a:cubicBezTo>
                    <a:cubicBezTo>
                      <a:pt x="8691" y="7953"/>
                      <a:pt x="8679" y="7994"/>
                      <a:pt x="8666" y="8036"/>
                    </a:cubicBezTo>
                    <a:cubicBezTo>
                      <a:pt x="8653" y="8051"/>
                      <a:pt x="8653" y="8051"/>
                      <a:pt x="8587" y="8125"/>
                    </a:cubicBezTo>
                    <a:cubicBezTo>
                      <a:pt x="8449" y="8125"/>
                      <a:pt x="8312" y="8125"/>
                      <a:pt x="8170" y="8125"/>
                    </a:cubicBezTo>
                    <a:cubicBezTo>
                      <a:pt x="8170" y="8537"/>
                      <a:pt x="8170" y="8950"/>
                      <a:pt x="8170" y="9375"/>
                    </a:cubicBezTo>
                    <a:cubicBezTo>
                      <a:pt x="7545" y="9375"/>
                      <a:pt x="7545" y="9375"/>
                      <a:pt x="7350" y="9228"/>
                    </a:cubicBezTo>
                    <a:cubicBezTo>
                      <a:pt x="7271" y="9129"/>
                      <a:pt x="7271" y="9129"/>
                      <a:pt x="7198" y="9020"/>
                    </a:cubicBezTo>
                    <a:cubicBezTo>
                      <a:pt x="7171" y="8983"/>
                      <a:pt x="7145" y="8946"/>
                      <a:pt x="7118" y="8907"/>
                    </a:cubicBezTo>
                    <a:cubicBezTo>
                      <a:pt x="6837" y="8470"/>
                      <a:pt x="6840" y="8052"/>
                      <a:pt x="6859" y="7549"/>
                    </a:cubicBezTo>
                    <a:cubicBezTo>
                      <a:pt x="6860" y="7457"/>
                      <a:pt x="6861" y="7364"/>
                      <a:pt x="6862" y="7272"/>
                    </a:cubicBezTo>
                    <a:cubicBezTo>
                      <a:pt x="6864" y="7032"/>
                      <a:pt x="6870" y="6793"/>
                      <a:pt x="6877" y="6553"/>
                    </a:cubicBezTo>
                    <a:cubicBezTo>
                      <a:pt x="6884" y="6307"/>
                      <a:pt x="6886" y="6061"/>
                      <a:pt x="6890" y="5815"/>
                    </a:cubicBezTo>
                    <a:cubicBezTo>
                      <a:pt x="6896" y="5335"/>
                      <a:pt x="6907" y="4855"/>
                      <a:pt x="6920" y="4375"/>
                    </a:cubicBezTo>
                    <a:cubicBezTo>
                      <a:pt x="6374" y="4325"/>
                      <a:pt x="6374" y="4325"/>
                      <a:pt x="6206" y="4431"/>
                    </a:cubicBezTo>
                    <a:cubicBezTo>
                      <a:pt x="6138" y="4520"/>
                      <a:pt x="6096" y="4604"/>
                      <a:pt x="6054" y="4707"/>
                    </a:cubicBezTo>
                    <a:cubicBezTo>
                      <a:pt x="6037" y="4744"/>
                      <a:pt x="6020" y="4780"/>
                      <a:pt x="6003" y="4818"/>
                    </a:cubicBezTo>
                    <a:cubicBezTo>
                      <a:pt x="5763" y="5415"/>
                      <a:pt x="5797" y="6108"/>
                      <a:pt x="5784" y="6743"/>
                    </a:cubicBezTo>
                    <a:cubicBezTo>
                      <a:pt x="5756" y="7907"/>
                      <a:pt x="5756" y="7907"/>
                      <a:pt x="5389" y="8418"/>
                    </a:cubicBezTo>
                    <a:cubicBezTo>
                      <a:pt x="5365" y="8452"/>
                      <a:pt x="5341" y="8487"/>
                      <a:pt x="5316" y="8523"/>
                    </a:cubicBezTo>
                    <a:cubicBezTo>
                      <a:pt x="5239" y="8615"/>
                      <a:pt x="5239" y="8615"/>
                      <a:pt x="5045" y="8750"/>
                    </a:cubicBezTo>
                    <a:cubicBezTo>
                      <a:pt x="4839" y="8750"/>
                      <a:pt x="4633" y="8750"/>
                      <a:pt x="4420" y="8750"/>
                    </a:cubicBezTo>
                    <a:cubicBezTo>
                      <a:pt x="4420" y="7925"/>
                      <a:pt x="4420" y="7100"/>
                      <a:pt x="4420" y="6250"/>
                    </a:cubicBezTo>
                    <a:cubicBezTo>
                      <a:pt x="4214" y="6250"/>
                      <a:pt x="4008" y="6250"/>
                      <a:pt x="3795" y="6250"/>
                    </a:cubicBezTo>
                    <a:cubicBezTo>
                      <a:pt x="3761" y="6078"/>
                      <a:pt x="3761" y="6078"/>
                      <a:pt x="3587" y="5208"/>
                    </a:cubicBezTo>
                    <a:cubicBezTo>
                      <a:pt x="3312" y="5208"/>
                      <a:pt x="3037" y="5208"/>
                      <a:pt x="2754" y="5208"/>
                    </a:cubicBezTo>
                    <a:cubicBezTo>
                      <a:pt x="2685" y="5552"/>
                      <a:pt x="2616" y="5896"/>
                      <a:pt x="2545" y="6250"/>
                    </a:cubicBezTo>
                    <a:cubicBezTo>
                      <a:pt x="2045" y="6323"/>
                      <a:pt x="2045" y="6323"/>
                      <a:pt x="1836" y="6201"/>
                    </a:cubicBezTo>
                    <a:cubicBezTo>
                      <a:pt x="1620" y="6031"/>
                      <a:pt x="1444" y="5823"/>
                      <a:pt x="1269" y="5612"/>
                    </a:cubicBezTo>
                    <a:cubicBezTo>
                      <a:pt x="1241" y="5580"/>
                      <a:pt x="1214" y="5547"/>
                      <a:pt x="1185" y="5514"/>
                    </a:cubicBezTo>
                    <a:cubicBezTo>
                      <a:pt x="733" y="4983"/>
                      <a:pt x="523" y="4513"/>
                      <a:pt x="509" y="3815"/>
                    </a:cubicBezTo>
                    <a:cubicBezTo>
                      <a:pt x="508" y="3757"/>
                      <a:pt x="506" y="3699"/>
                      <a:pt x="504" y="3642"/>
                    </a:cubicBezTo>
                    <a:cubicBezTo>
                      <a:pt x="503" y="3614"/>
                      <a:pt x="502" y="3586"/>
                      <a:pt x="502" y="3557"/>
                    </a:cubicBezTo>
                    <a:cubicBezTo>
                      <a:pt x="491" y="3411"/>
                      <a:pt x="474" y="3345"/>
                      <a:pt x="367" y="3241"/>
                    </a:cubicBezTo>
                    <a:cubicBezTo>
                      <a:pt x="329" y="3213"/>
                      <a:pt x="291" y="3185"/>
                      <a:pt x="252" y="3157"/>
                    </a:cubicBezTo>
                    <a:cubicBezTo>
                      <a:pt x="73" y="3004"/>
                      <a:pt x="32" y="2905"/>
                      <a:pt x="11" y="2670"/>
                    </a:cubicBezTo>
                    <a:cubicBezTo>
                      <a:pt x="0" y="2388"/>
                      <a:pt x="7" y="2107"/>
                      <a:pt x="17" y="1826"/>
                    </a:cubicBezTo>
                    <a:cubicBezTo>
                      <a:pt x="21" y="1690"/>
                      <a:pt x="23" y="1555"/>
                      <a:pt x="25" y="1419"/>
                    </a:cubicBezTo>
                    <a:cubicBezTo>
                      <a:pt x="29" y="1154"/>
                      <a:pt x="36" y="890"/>
                      <a:pt x="45" y="625"/>
                    </a:cubicBezTo>
                    <a:cubicBezTo>
                      <a:pt x="474" y="553"/>
                      <a:pt x="474" y="553"/>
                      <a:pt x="670" y="625"/>
                    </a:cubicBezTo>
                    <a:cubicBezTo>
                      <a:pt x="811" y="809"/>
                      <a:pt x="853" y="1014"/>
                      <a:pt x="905" y="1237"/>
                    </a:cubicBezTo>
                    <a:cubicBezTo>
                      <a:pt x="927" y="1324"/>
                      <a:pt x="951" y="1411"/>
                      <a:pt x="975" y="1498"/>
                    </a:cubicBezTo>
                    <a:cubicBezTo>
                      <a:pt x="989" y="1552"/>
                      <a:pt x="1003" y="1606"/>
                      <a:pt x="1016" y="1661"/>
                    </a:cubicBezTo>
                    <a:cubicBezTo>
                      <a:pt x="1052" y="1804"/>
                      <a:pt x="1085" y="1873"/>
                      <a:pt x="1192" y="1976"/>
                    </a:cubicBezTo>
                    <a:cubicBezTo>
                      <a:pt x="1329" y="2119"/>
                      <a:pt x="1340" y="2231"/>
                      <a:pt x="1361" y="2423"/>
                    </a:cubicBezTo>
                    <a:cubicBezTo>
                      <a:pt x="1365" y="2455"/>
                      <a:pt x="1370" y="2487"/>
                      <a:pt x="1374" y="2520"/>
                    </a:cubicBezTo>
                    <a:cubicBezTo>
                      <a:pt x="1388" y="2622"/>
                      <a:pt x="1400" y="2724"/>
                      <a:pt x="1412" y="2825"/>
                    </a:cubicBezTo>
                    <a:cubicBezTo>
                      <a:pt x="1421" y="2895"/>
                      <a:pt x="1430" y="2964"/>
                      <a:pt x="1440" y="3034"/>
                    </a:cubicBezTo>
                    <a:cubicBezTo>
                      <a:pt x="1462" y="3203"/>
                      <a:pt x="1483" y="3372"/>
                      <a:pt x="1504" y="3542"/>
                    </a:cubicBezTo>
                    <a:cubicBezTo>
                      <a:pt x="1779" y="3542"/>
                      <a:pt x="2054" y="3542"/>
                      <a:pt x="2337" y="3542"/>
                    </a:cubicBezTo>
                    <a:cubicBezTo>
                      <a:pt x="2406" y="3198"/>
                      <a:pt x="2474" y="2854"/>
                      <a:pt x="2545" y="2500"/>
                    </a:cubicBezTo>
                    <a:cubicBezTo>
                      <a:pt x="2751" y="2500"/>
                      <a:pt x="2958" y="2500"/>
                      <a:pt x="3170" y="2500"/>
                    </a:cubicBezTo>
                    <a:cubicBezTo>
                      <a:pt x="3170" y="2912"/>
                      <a:pt x="3170" y="3325"/>
                      <a:pt x="3170" y="3750"/>
                    </a:cubicBezTo>
                    <a:cubicBezTo>
                      <a:pt x="3376" y="3750"/>
                      <a:pt x="3583" y="3750"/>
                      <a:pt x="3795" y="3750"/>
                    </a:cubicBezTo>
                    <a:cubicBezTo>
                      <a:pt x="3883" y="3620"/>
                      <a:pt x="3899" y="3584"/>
                      <a:pt x="3912" y="3438"/>
                    </a:cubicBezTo>
                    <a:cubicBezTo>
                      <a:pt x="3928" y="3312"/>
                      <a:pt x="3948" y="3244"/>
                      <a:pt x="4004" y="3125"/>
                    </a:cubicBezTo>
                    <a:cubicBezTo>
                      <a:pt x="4141" y="3125"/>
                      <a:pt x="4279" y="3125"/>
                      <a:pt x="4420" y="3125"/>
                    </a:cubicBezTo>
                    <a:cubicBezTo>
                      <a:pt x="4420" y="3744"/>
                      <a:pt x="4420" y="4362"/>
                      <a:pt x="4420" y="5000"/>
                    </a:cubicBezTo>
                    <a:cubicBezTo>
                      <a:pt x="5045" y="5000"/>
                      <a:pt x="5045" y="5000"/>
                      <a:pt x="5194" y="4854"/>
                    </a:cubicBezTo>
                    <a:cubicBezTo>
                      <a:pt x="5244" y="4757"/>
                      <a:pt x="5244" y="4757"/>
                      <a:pt x="5287" y="4648"/>
                    </a:cubicBezTo>
                    <a:cubicBezTo>
                      <a:pt x="5304" y="4611"/>
                      <a:pt x="5320" y="4574"/>
                      <a:pt x="5337" y="4536"/>
                    </a:cubicBezTo>
                    <a:cubicBezTo>
                      <a:pt x="5538" y="4043"/>
                      <a:pt x="5542" y="3515"/>
                      <a:pt x="5557" y="2990"/>
                    </a:cubicBezTo>
                    <a:cubicBezTo>
                      <a:pt x="5580" y="2322"/>
                      <a:pt x="5707" y="1794"/>
                      <a:pt x="6206" y="1315"/>
                    </a:cubicBezTo>
                    <a:cubicBezTo>
                      <a:pt x="6373" y="1194"/>
                      <a:pt x="6530" y="1185"/>
                      <a:pt x="6730" y="1207"/>
                    </a:cubicBezTo>
                    <a:cubicBezTo>
                      <a:pt x="6794" y="1219"/>
                      <a:pt x="6857" y="1234"/>
                      <a:pt x="6920" y="1250"/>
                    </a:cubicBezTo>
                    <a:cubicBezTo>
                      <a:pt x="6922" y="1275"/>
                      <a:pt x="6922" y="1275"/>
                      <a:pt x="6933" y="1400"/>
                    </a:cubicBezTo>
                    <a:cubicBezTo>
                      <a:pt x="6949" y="1584"/>
                      <a:pt x="6967" y="1767"/>
                      <a:pt x="6986" y="1951"/>
                    </a:cubicBezTo>
                    <a:cubicBezTo>
                      <a:pt x="6994" y="2030"/>
                      <a:pt x="7001" y="2109"/>
                      <a:pt x="7008" y="2189"/>
                    </a:cubicBezTo>
                    <a:cubicBezTo>
                      <a:pt x="7053" y="2730"/>
                      <a:pt x="7053" y="2730"/>
                      <a:pt x="7129" y="2917"/>
                    </a:cubicBezTo>
                    <a:cubicBezTo>
                      <a:pt x="7225" y="2986"/>
                      <a:pt x="7225" y="2986"/>
                      <a:pt x="7337" y="3021"/>
                    </a:cubicBezTo>
                    <a:cubicBezTo>
                      <a:pt x="7449" y="3055"/>
                      <a:pt x="7449" y="3055"/>
                      <a:pt x="7545" y="3125"/>
                    </a:cubicBezTo>
                    <a:cubicBezTo>
                      <a:pt x="7651" y="3387"/>
                      <a:pt x="7653" y="3692"/>
                      <a:pt x="7675" y="3971"/>
                    </a:cubicBezTo>
                    <a:cubicBezTo>
                      <a:pt x="7683" y="4051"/>
                      <a:pt x="7691" y="4130"/>
                      <a:pt x="7700" y="4209"/>
                    </a:cubicBezTo>
                    <a:cubicBezTo>
                      <a:pt x="7720" y="4403"/>
                      <a:pt x="7737" y="4597"/>
                      <a:pt x="7754" y="4792"/>
                    </a:cubicBezTo>
                    <a:cubicBezTo>
                      <a:pt x="8029" y="4792"/>
                      <a:pt x="8304" y="4792"/>
                      <a:pt x="8587" y="4792"/>
                    </a:cubicBezTo>
                    <a:cubicBezTo>
                      <a:pt x="8656" y="3210"/>
                      <a:pt x="8724" y="1629"/>
                      <a:pt x="8795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05" name="ICON_A_EEG_WAVE_GRAPHIC_path_016"/>
              <p:cNvSpPr/>
              <p:nvPr/>
            </p:nvSpPr>
            <p:spPr>
              <a:xfrm>
                <a:off x="1840561" y="1270000"/>
                <a:ext cx="152747" cy="95250"/>
              </a:xfrm>
              <a:custGeom>
                <a:avLst/>
                <a:gdLst/>
                <a:ahLst/>
                <a:cxnLst/>
                <a:rect l="0" t="0" r="r" b="b"/>
                <a:pathLst>
                  <a:path w="12027" h="7500" fill="norm" stroke="0">
                    <a:moveTo>
                      <a:pt x="5074" y="0"/>
                    </a:moveTo>
                    <a:cubicBezTo>
                      <a:pt x="5699" y="0"/>
                      <a:pt x="5699" y="0"/>
                      <a:pt x="5897" y="146"/>
                    </a:cubicBezTo>
                    <a:cubicBezTo>
                      <a:pt x="5950" y="213"/>
                      <a:pt x="6001" y="281"/>
                      <a:pt x="6051" y="352"/>
                    </a:cubicBezTo>
                    <a:cubicBezTo>
                      <a:pt x="6064" y="367"/>
                      <a:pt x="6064" y="367"/>
                      <a:pt x="6132" y="446"/>
                    </a:cubicBezTo>
                    <a:cubicBezTo>
                      <a:pt x="6463" y="892"/>
                      <a:pt x="6324" y="1280"/>
                      <a:pt x="6324" y="1875"/>
                    </a:cubicBezTo>
                    <a:cubicBezTo>
                      <a:pt x="7149" y="1875"/>
                      <a:pt x="7974" y="1875"/>
                      <a:pt x="8824" y="1875"/>
                    </a:cubicBezTo>
                    <a:cubicBezTo>
                      <a:pt x="8858" y="2047"/>
                      <a:pt x="8858" y="2047"/>
                      <a:pt x="9032" y="2917"/>
                    </a:cubicBezTo>
                    <a:cubicBezTo>
                      <a:pt x="9307" y="2917"/>
                      <a:pt x="9582" y="2917"/>
                      <a:pt x="9866" y="2917"/>
                    </a:cubicBezTo>
                    <a:cubicBezTo>
                      <a:pt x="9873" y="2821"/>
                      <a:pt x="9881" y="2725"/>
                      <a:pt x="9889" y="2627"/>
                    </a:cubicBezTo>
                    <a:cubicBezTo>
                      <a:pt x="9958" y="1895"/>
                      <a:pt x="10028" y="1202"/>
                      <a:pt x="10614" y="687"/>
                    </a:cubicBezTo>
                    <a:cubicBezTo>
                      <a:pt x="10802" y="550"/>
                      <a:pt x="10934" y="509"/>
                      <a:pt x="11164" y="544"/>
                    </a:cubicBezTo>
                    <a:cubicBezTo>
                      <a:pt x="11505" y="686"/>
                      <a:pt x="11744" y="1007"/>
                      <a:pt x="11904" y="1328"/>
                    </a:cubicBezTo>
                    <a:cubicBezTo>
                      <a:pt x="12027" y="1685"/>
                      <a:pt x="11963" y="2068"/>
                      <a:pt x="11809" y="2406"/>
                    </a:cubicBezTo>
                    <a:cubicBezTo>
                      <a:pt x="11708" y="2545"/>
                      <a:pt x="11613" y="2566"/>
                      <a:pt x="11447" y="2593"/>
                    </a:cubicBezTo>
                    <a:cubicBezTo>
                      <a:pt x="11373" y="2601"/>
                      <a:pt x="11299" y="2608"/>
                      <a:pt x="11224" y="2614"/>
                    </a:cubicBezTo>
                    <a:cubicBezTo>
                      <a:pt x="11103" y="2631"/>
                      <a:pt x="11015" y="2651"/>
                      <a:pt x="10907" y="2708"/>
                    </a:cubicBezTo>
                    <a:cubicBezTo>
                      <a:pt x="10711" y="2977"/>
                      <a:pt x="10625" y="3316"/>
                      <a:pt x="10539" y="3634"/>
                    </a:cubicBezTo>
                    <a:cubicBezTo>
                      <a:pt x="10491" y="3750"/>
                      <a:pt x="10491" y="3750"/>
                      <a:pt x="10383" y="3849"/>
                    </a:cubicBezTo>
                    <a:cubicBezTo>
                      <a:pt x="10247" y="3996"/>
                      <a:pt x="10254" y="4097"/>
                      <a:pt x="10253" y="4290"/>
                    </a:cubicBezTo>
                    <a:cubicBezTo>
                      <a:pt x="10250" y="4355"/>
                      <a:pt x="10247" y="4420"/>
                      <a:pt x="10243" y="4485"/>
                    </a:cubicBezTo>
                    <a:cubicBezTo>
                      <a:pt x="10241" y="4518"/>
                      <a:pt x="10239" y="4552"/>
                      <a:pt x="10237" y="4586"/>
                    </a:cubicBezTo>
                    <a:cubicBezTo>
                      <a:pt x="10188" y="5298"/>
                      <a:pt x="10188" y="5298"/>
                      <a:pt x="9976" y="5519"/>
                    </a:cubicBezTo>
                    <a:cubicBezTo>
                      <a:pt x="9677" y="5695"/>
                      <a:pt x="9364" y="5710"/>
                      <a:pt x="9032" y="5625"/>
                    </a:cubicBezTo>
                    <a:cubicBezTo>
                      <a:pt x="8676" y="5484"/>
                      <a:pt x="8388" y="5229"/>
                      <a:pt x="8228" y="4878"/>
                    </a:cubicBezTo>
                    <a:cubicBezTo>
                      <a:pt x="8045" y="4342"/>
                      <a:pt x="8147" y="3678"/>
                      <a:pt x="8199" y="3125"/>
                    </a:cubicBezTo>
                    <a:cubicBezTo>
                      <a:pt x="7985" y="3102"/>
                      <a:pt x="7787" y="3091"/>
                      <a:pt x="7574" y="3125"/>
                    </a:cubicBezTo>
                    <a:cubicBezTo>
                      <a:pt x="7442" y="3233"/>
                      <a:pt x="7396" y="3358"/>
                      <a:pt x="7340" y="3516"/>
                    </a:cubicBezTo>
                    <a:cubicBezTo>
                      <a:pt x="7309" y="3589"/>
                      <a:pt x="7278" y="3662"/>
                      <a:pt x="7247" y="3735"/>
                    </a:cubicBezTo>
                    <a:cubicBezTo>
                      <a:pt x="7201" y="3849"/>
                      <a:pt x="7155" y="3963"/>
                      <a:pt x="7111" y="4077"/>
                    </a:cubicBezTo>
                    <a:cubicBezTo>
                      <a:pt x="6992" y="4352"/>
                      <a:pt x="6992" y="4352"/>
                      <a:pt x="6877" y="4414"/>
                    </a:cubicBezTo>
                    <a:cubicBezTo>
                      <a:pt x="6793" y="4432"/>
                      <a:pt x="6722" y="4433"/>
                      <a:pt x="6636" y="4427"/>
                    </a:cubicBezTo>
                    <a:cubicBezTo>
                      <a:pt x="6608" y="4426"/>
                      <a:pt x="6580" y="4425"/>
                      <a:pt x="6550" y="4425"/>
                    </a:cubicBezTo>
                    <a:cubicBezTo>
                      <a:pt x="6466" y="4417"/>
                      <a:pt x="6466" y="4417"/>
                      <a:pt x="6324" y="4375"/>
                    </a:cubicBezTo>
                    <a:cubicBezTo>
                      <a:pt x="6266" y="4281"/>
                      <a:pt x="6266" y="4281"/>
                      <a:pt x="6233" y="4167"/>
                    </a:cubicBezTo>
                    <a:cubicBezTo>
                      <a:pt x="6195" y="4051"/>
                      <a:pt x="6195" y="4051"/>
                      <a:pt x="6116" y="3958"/>
                    </a:cubicBezTo>
                    <a:cubicBezTo>
                      <a:pt x="5844" y="3898"/>
                      <a:pt x="5555" y="3941"/>
                      <a:pt x="5282" y="3958"/>
                    </a:cubicBezTo>
                    <a:cubicBezTo>
                      <a:pt x="5214" y="4302"/>
                      <a:pt x="5145" y="4646"/>
                      <a:pt x="5074" y="5000"/>
                    </a:cubicBezTo>
                    <a:cubicBezTo>
                      <a:pt x="4649" y="5037"/>
                      <a:pt x="4649" y="5037"/>
                      <a:pt x="4449" y="5000"/>
                    </a:cubicBezTo>
                    <a:cubicBezTo>
                      <a:pt x="4390" y="4907"/>
                      <a:pt x="4390" y="4907"/>
                      <a:pt x="4358" y="4792"/>
                    </a:cubicBezTo>
                    <a:cubicBezTo>
                      <a:pt x="4319" y="4680"/>
                      <a:pt x="4319" y="4680"/>
                      <a:pt x="4241" y="4583"/>
                    </a:cubicBezTo>
                    <a:cubicBezTo>
                      <a:pt x="4007" y="4480"/>
                      <a:pt x="3750" y="4466"/>
                      <a:pt x="3504" y="4530"/>
                    </a:cubicBezTo>
                    <a:cubicBezTo>
                      <a:pt x="3201" y="4698"/>
                      <a:pt x="3131" y="5186"/>
                      <a:pt x="3035" y="5493"/>
                    </a:cubicBezTo>
                    <a:cubicBezTo>
                      <a:pt x="2974" y="5676"/>
                      <a:pt x="2896" y="5838"/>
                      <a:pt x="2795" y="6002"/>
                    </a:cubicBezTo>
                    <a:cubicBezTo>
                      <a:pt x="2782" y="6028"/>
                      <a:pt x="2769" y="6054"/>
                      <a:pt x="2756" y="6081"/>
                    </a:cubicBezTo>
                    <a:cubicBezTo>
                      <a:pt x="2711" y="6150"/>
                      <a:pt x="2711" y="6150"/>
                      <a:pt x="2574" y="6250"/>
                    </a:cubicBezTo>
                    <a:cubicBezTo>
                      <a:pt x="2368" y="6250"/>
                      <a:pt x="2161" y="6250"/>
                      <a:pt x="1949" y="6250"/>
                    </a:cubicBezTo>
                    <a:cubicBezTo>
                      <a:pt x="1949" y="5631"/>
                      <a:pt x="1949" y="5013"/>
                      <a:pt x="1949" y="4375"/>
                    </a:cubicBezTo>
                    <a:cubicBezTo>
                      <a:pt x="1743" y="4375"/>
                      <a:pt x="1536" y="4375"/>
                      <a:pt x="1324" y="4375"/>
                    </a:cubicBezTo>
                    <a:cubicBezTo>
                      <a:pt x="1324" y="5406"/>
                      <a:pt x="1324" y="6438"/>
                      <a:pt x="1324" y="7500"/>
                    </a:cubicBezTo>
                    <a:cubicBezTo>
                      <a:pt x="699" y="7500"/>
                      <a:pt x="699" y="7500"/>
                      <a:pt x="501" y="7369"/>
                    </a:cubicBezTo>
                    <a:cubicBezTo>
                      <a:pt x="422" y="7278"/>
                      <a:pt x="422" y="7278"/>
                      <a:pt x="347" y="7175"/>
                    </a:cubicBezTo>
                    <a:cubicBezTo>
                      <a:pt x="321" y="7139"/>
                      <a:pt x="295" y="7103"/>
                      <a:pt x="268" y="7066"/>
                    </a:cubicBezTo>
                    <a:cubicBezTo>
                      <a:pt x="37" y="6701"/>
                      <a:pt x="12" y="6335"/>
                      <a:pt x="9" y="5911"/>
                    </a:cubicBezTo>
                    <a:cubicBezTo>
                      <a:pt x="8" y="5880"/>
                      <a:pt x="7" y="5848"/>
                      <a:pt x="7" y="5816"/>
                    </a:cubicBezTo>
                    <a:cubicBezTo>
                      <a:pt x="0" y="5296"/>
                      <a:pt x="0" y="5296"/>
                      <a:pt x="168" y="5097"/>
                    </a:cubicBezTo>
                    <a:cubicBezTo>
                      <a:pt x="243" y="5033"/>
                      <a:pt x="318" y="4969"/>
                      <a:pt x="394" y="4905"/>
                    </a:cubicBezTo>
                    <a:cubicBezTo>
                      <a:pt x="591" y="4675"/>
                      <a:pt x="575" y="4355"/>
                      <a:pt x="595" y="4062"/>
                    </a:cubicBezTo>
                    <a:cubicBezTo>
                      <a:pt x="640" y="3401"/>
                      <a:pt x="640" y="3401"/>
                      <a:pt x="794" y="3225"/>
                    </a:cubicBezTo>
                    <a:cubicBezTo>
                      <a:pt x="831" y="3195"/>
                      <a:pt x="868" y="3164"/>
                      <a:pt x="906" y="3133"/>
                    </a:cubicBezTo>
                    <a:cubicBezTo>
                      <a:pt x="1232" y="2856"/>
                      <a:pt x="1212" y="2458"/>
                      <a:pt x="1246" y="2057"/>
                    </a:cubicBezTo>
                    <a:cubicBezTo>
                      <a:pt x="1254" y="1979"/>
                      <a:pt x="1262" y="1900"/>
                      <a:pt x="1270" y="1822"/>
                    </a:cubicBezTo>
                    <a:cubicBezTo>
                      <a:pt x="1290" y="1631"/>
                      <a:pt x="1308" y="1441"/>
                      <a:pt x="1324" y="1250"/>
                    </a:cubicBezTo>
                    <a:cubicBezTo>
                      <a:pt x="1741" y="1458"/>
                      <a:pt x="2157" y="1667"/>
                      <a:pt x="2574" y="1875"/>
                    </a:cubicBezTo>
                    <a:cubicBezTo>
                      <a:pt x="2643" y="1669"/>
                      <a:pt x="2711" y="1463"/>
                      <a:pt x="2782" y="1250"/>
                    </a:cubicBezTo>
                    <a:cubicBezTo>
                      <a:pt x="3816" y="1369"/>
                      <a:pt x="3816" y="1369"/>
                      <a:pt x="4201" y="1758"/>
                    </a:cubicBezTo>
                    <a:cubicBezTo>
                      <a:pt x="4214" y="1771"/>
                      <a:pt x="4214" y="1771"/>
                      <a:pt x="4280" y="1835"/>
                    </a:cubicBezTo>
                    <a:cubicBezTo>
                      <a:pt x="4418" y="1991"/>
                      <a:pt x="4464" y="2102"/>
                      <a:pt x="4464" y="2312"/>
                    </a:cubicBezTo>
                    <a:cubicBezTo>
                      <a:pt x="4459" y="2374"/>
                      <a:pt x="4454" y="2436"/>
                      <a:pt x="4449" y="2500"/>
                    </a:cubicBezTo>
                    <a:cubicBezTo>
                      <a:pt x="4655" y="2500"/>
                      <a:pt x="4861" y="2500"/>
                      <a:pt x="5074" y="2500"/>
                    </a:cubicBezTo>
                    <a:cubicBezTo>
                      <a:pt x="5074" y="1675"/>
                      <a:pt x="5074" y="850"/>
                      <a:pt x="5074" y="0"/>
                    </a:cubicBezTo>
                    <a:close/>
                  </a:path>
                </a:pathLst>
              </a:custGeom>
              <a:solidFill>
                <a:srgbClr val="EF57AC"/>
              </a:solidFill>
              <a:ln w="2646" cap="flat">
                <a:noFill/>
              </a:ln>
            </p:spPr>
          </p:sp>
          <p:sp>
            <p:nvSpPr>
              <p:cNvPr id="3206" name="ICON_A_EEG_WAVE_GRAPHIC_path_017"/>
              <p:cNvSpPr/>
              <p:nvPr/>
            </p:nvSpPr>
            <p:spPr>
              <a:xfrm>
                <a:off x="1872909" y="873125"/>
                <a:ext cx="143986" cy="127000"/>
              </a:xfrm>
              <a:custGeom>
                <a:avLst/>
                <a:gdLst/>
                <a:ahLst/>
                <a:cxnLst/>
                <a:rect l="0" t="0" r="r" b="b"/>
                <a:pathLst>
                  <a:path w="11338" h="10000" fill="norm" stroke="0">
                    <a:moveTo>
                      <a:pt x="235" y="0"/>
                    </a:moveTo>
                    <a:cubicBezTo>
                      <a:pt x="579" y="69"/>
                      <a:pt x="923" y="138"/>
                      <a:pt x="1277" y="208"/>
                    </a:cubicBezTo>
                    <a:cubicBezTo>
                      <a:pt x="1346" y="1721"/>
                      <a:pt x="1414" y="3233"/>
                      <a:pt x="1485" y="4792"/>
                    </a:cubicBezTo>
                    <a:cubicBezTo>
                      <a:pt x="1760" y="4792"/>
                      <a:pt x="2035" y="4792"/>
                      <a:pt x="2319" y="4792"/>
                    </a:cubicBezTo>
                    <a:cubicBezTo>
                      <a:pt x="2464" y="4602"/>
                      <a:pt x="2500" y="4529"/>
                      <a:pt x="2553" y="4310"/>
                    </a:cubicBezTo>
                    <a:cubicBezTo>
                      <a:pt x="2584" y="4214"/>
                      <a:pt x="2615" y="4119"/>
                      <a:pt x="2646" y="4023"/>
                    </a:cubicBezTo>
                    <a:cubicBezTo>
                      <a:pt x="2661" y="3977"/>
                      <a:pt x="2676" y="3930"/>
                      <a:pt x="2691" y="3882"/>
                    </a:cubicBezTo>
                    <a:cubicBezTo>
                      <a:pt x="2790" y="3586"/>
                      <a:pt x="2936" y="3245"/>
                      <a:pt x="3221" y="3086"/>
                    </a:cubicBezTo>
                    <a:cubicBezTo>
                      <a:pt x="3385" y="3024"/>
                      <a:pt x="3528" y="3022"/>
                      <a:pt x="3694" y="3079"/>
                    </a:cubicBezTo>
                    <a:cubicBezTo>
                      <a:pt x="4041" y="3270"/>
                      <a:pt x="4316" y="3710"/>
                      <a:pt x="4442" y="4076"/>
                    </a:cubicBezTo>
                    <a:cubicBezTo>
                      <a:pt x="4481" y="4223"/>
                      <a:pt x="4514" y="4368"/>
                      <a:pt x="4531" y="4519"/>
                    </a:cubicBezTo>
                    <a:cubicBezTo>
                      <a:pt x="4547" y="4623"/>
                      <a:pt x="4561" y="4699"/>
                      <a:pt x="4610" y="4792"/>
                    </a:cubicBezTo>
                    <a:cubicBezTo>
                      <a:pt x="4741" y="4884"/>
                      <a:pt x="4877" y="4945"/>
                      <a:pt x="5027" y="5000"/>
                    </a:cubicBezTo>
                    <a:cubicBezTo>
                      <a:pt x="5035" y="4980"/>
                      <a:pt x="5043" y="4960"/>
                      <a:pt x="5052" y="4940"/>
                    </a:cubicBezTo>
                    <a:cubicBezTo>
                      <a:pt x="5249" y="4482"/>
                      <a:pt x="5494" y="4062"/>
                      <a:pt x="5794" y="3664"/>
                    </a:cubicBezTo>
                    <a:cubicBezTo>
                      <a:pt x="5829" y="3618"/>
                      <a:pt x="5864" y="3570"/>
                      <a:pt x="5897" y="3523"/>
                    </a:cubicBezTo>
                    <a:cubicBezTo>
                      <a:pt x="5914" y="3500"/>
                      <a:pt x="5930" y="3477"/>
                      <a:pt x="5947" y="3453"/>
                    </a:cubicBezTo>
                    <a:cubicBezTo>
                      <a:pt x="5961" y="3433"/>
                      <a:pt x="5975" y="3413"/>
                      <a:pt x="5989" y="3392"/>
                    </a:cubicBezTo>
                    <a:cubicBezTo>
                      <a:pt x="6075" y="3293"/>
                      <a:pt x="6178" y="3211"/>
                      <a:pt x="6277" y="3125"/>
                    </a:cubicBezTo>
                    <a:cubicBezTo>
                      <a:pt x="6483" y="3125"/>
                      <a:pt x="6689" y="3125"/>
                      <a:pt x="6902" y="3125"/>
                    </a:cubicBezTo>
                    <a:cubicBezTo>
                      <a:pt x="6902" y="3537"/>
                      <a:pt x="6902" y="3950"/>
                      <a:pt x="6902" y="4375"/>
                    </a:cubicBezTo>
                    <a:cubicBezTo>
                      <a:pt x="7177" y="4341"/>
                      <a:pt x="7177" y="4341"/>
                      <a:pt x="8569" y="4167"/>
                    </a:cubicBezTo>
                    <a:cubicBezTo>
                      <a:pt x="8637" y="3617"/>
                      <a:pt x="8706" y="3067"/>
                      <a:pt x="8777" y="2500"/>
                    </a:cubicBezTo>
                    <a:cubicBezTo>
                      <a:pt x="9402" y="2500"/>
                      <a:pt x="9402" y="2500"/>
                      <a:pt x="9585" y="2646"/>
                    </a:cubicBezTo>
                    <a:cubicBezTo>
                      <a:pt x="9635" y="2713"/>
                      <a:pt x="9682" y="2781"/>
                      <a:pt x="9727" y="2852"/>
                    </a:cubicBezTo>
                    <a:cubicBezTo>
                      <a:pt x="9754" y="2889"/>
                      <a:pt x="9780" y="2926"/>
                      <a:pt x="9806" y="2964"/>
                    </a:cubicBezTo>
                    <a:cubicBezTo>
                      <a:pt x="10021" y="3285"/>
                      <a:pt x="10144" y="3625"/>
                      <a:pt x="10268" y="3988"/>
                    </a:cubicBezTo>
                    <a:cubicBezTo>
                      <a:pt x="10402" y="4347"/>
                      <a:pt x="10598" y="4545"/>
                      <a:pt x="10886" y="4792"/>
                    </a:cubicBezTo>
                    <a:cubicBezTo>
                      <a:pt x="11131" y="5004"/>
                      <a:pt x="11294" y="5159"/>
                      <a:pt x="11331" y="5491"/>
                    </a:cubicBezTo>
                    <a:cubicBezTo>
                      <a:pt x="11338" y="5747"/>
                      <a:pt x="11317" y="5998"/>
                      <a:pt x="11277" y="6250"/>
                    </a:cubicBezTo>
                    <a:cubicBezTo>
                      <a:pt x="11063" y="6305"/>
                      <a:pt x="10861" y="6336"/>
                      <a:pt x="10652" y="6250"/>
                    </a:cubicBezTo>
                    <a:cubicBezTo>
                      <a:pt x="10513" y="6135"/>
                      <a:pt x="10407" y="6003"/>
                      <a:pt x="10300" y="5859"/>
                    </a:cubicBezTo>
                    <a:cubicBezTo>
                      <a:pt x="10273" y="5823"/>
                      <a:pt x="10246" y="5787"/>
                      <a:pt x="10218" y="5750"/>
                    </a:cubicBezTo>
                    <a:cubicBezTo>
                      <a:pt x="10038" y="5489"/>
                      <a:pt x="9997" y="5315"/>
                      <a:pt x="10027" y="5000"/>
                    </a:cubicBezTo>
                    <a:cubicBezTo>
                      <a:pt x="9821" y="5000"/>
                      <a:pt x="9614" y="5000"/>
                      <a:pt x="9402" y="5000"/>
                    </a:cubicBezTo>
                    <a:cubicBezTo>
                      <a:pt x="9402" y="5412"/>
                      <a:pt x="9402" y="5825"/>
                      <a:pt x="9402" y="6250"/>
                    </a:cubicBezTo>
                    <a:cubicBezTo>
                      <a:pt x="9196" y="6250"/>
                      <a:pt x="8989" y="6250"/>
                      <a:pt x="8777" y="6250"/>
                    </a:cubicBezTo>
                    <a:cubicBezTo>
                      <a:pt x="8767" y="6177"/>
                      <a:pt x="8756" y="6104"/>
                      <a:pt x="8746" y="6029"/>
                    </a:cubicBezTo>
                    <a:cubicBezTo>
                      <a:pt x="8730" y="5934"/>
                      <a:pt x="8715" y="5838"/>
                      <a:pt x="8699" y="5742"/>
                    </a:cubicBezTo>
                    <a:cubicBezTo>
                      <a:pt x="8692" y="5694"/>
                      <a:pt x="8686" y="5646"/>
                      <a:pt x="8679" y="5597"/>
                    </a:cubicBezTo>
                    <a:cubicBezTo>
                      <a:pt x="8619" y="5248"/>
                      <a:pt x="8619" y="5248"/>
                      <a:pt x="8468" y="5129"/>
                    </a:cubicBezTo>
                    <a:cubicBezTo>
                      <a:pt x="8363" y="5076"/>
                      <a:pt x="8263" y="5034"/>
                      <a:pt x="8152" y="5000"/>
                    </a:cubicBezTo>
                    <a:cubicBezTo>
                      <a:pt x="8156" y="5027"/>
                      <a:pt x="8161" y="5054"/>
                      <a:pt x="8165" y="5082"/>
                    </a:cubicBezTo>
                    <a:cubicBezTo>
                      <a:pt x="8225" y="5517"/>
                      <a:pt x="8252" y="5925"/>
                      <a:pt x="8003" y="6304"/>
                    </a:cubicBezTo>
                    <a:cubicBezTo>
                      <a:pt x="7792" y="6567"/>
                      <a:pt x="7542" y="6843"/>
                      <a:pt x="7194" y="6893"/>
                    </a:cubicBezTo>
                    <a:cubicBezTo>
                      <a:pt x="6977" y="6883"/>
                      <a:pt x="6782" y="6830"/>
                      <a:pt x="6577" y="6762"/>
                    </a:cubicBezTo>
                    <a:cubicBezTo>
                      <a:pt x="6140" y="6623"/>
                      <a:pt x="5685" y="6548"/>
                      <a:pt x="5235" y="6458"/>
                    </a:cubicBezTo>
                    <a:cubicBezTo>
                      <a:pt x="5166" y="7215"/>
                      <a:pt x="5098" y="7971"/>
                      <a:pt x="5027" y="8750"/>
                    </a:cubicBezTo>
                    <a:cubicBezTo>
                      <a:pt x="4402" y="8750"/>
                      <a:pt x="4402" y="8750"/>
                      <a:pt x="4197" y="8604"/>
                    </a:cubicBezTo>
                    <a:cubicBezTo>
                      <a:pt x="4114" y="8507"/>
                      <a:pt x="4114" y="8507"/>
                      <a:pt x="4037" y="8398"/>
                    </a:cubicBezTo>
                    <a:cubicBezTo>
                      <a:pt x="4010" y="8361"/>
                      <a:pt x="3984" y="8324"/>
                      <a:pt x="3956" y="8286"/>
                    </a:cubicBezTo>
                    <a:cubicBezTo>
                      <a:pt x="3794" y="8029"/>
                      <a:pt x="3748" y="7838"/>
                      <a:pt x="3798" y="7538"/>
                    </a:cubicBezTo>
                    <a:cubicBezTo>
                      <a:pt x="3840" y="7360"/>
                      <a:pt x="3889" y="7186"/>
                      <a:pt x="3943" y="7011"/>
                    </a:cubicBezTo>
                    <a:cubicBezTo>
                      <a:pt x="4202" y="6174"/>
                      <a:pt x="4202" y="6174"/>
                      <a:pt x="4194" y="5833"/>
                    </a:cubicBezTo>
                    <a:cubicBezTo>
                      <a:pt x="4103" y="5696"/>
                      <a:pt x="4011" y="5634"/>
                      <a:pt x="3877" y="5542"/>
                    </a:cubicBezTo>
                    <a:cubicBezTo>
                      <a:pt x="3757" y="5431"/>
                      <a:pt x="3757" y="5320"/>
                      <a:pt x="3748" y="5161"/>
                    </a:cubicBezTo>
                    <a:cubicBezTo>
                      <a:pt x="3746" y="4898"/>
                      <a:pt x="3759" y="4637"/>
                      <a:pt x="3777" y="4375"/>
                    </a:cubicBezTo>
                    <a:cubicBezTo>
                      <a:pt x="3571" y="4375"/>
                      <a:pt x="3364" y="4375"/>
                      <a:pt x="3152" y="4375"/>
                    </a:cubicBezTo>
                    <a:cubicBezTo>
                      <a:pt x="3156" y="4429"/>
                      <a:pt x="3161" y="4482"/>
                      <a:pt x="3165" y="4537"/>
                    </a:cubicBezTo>
                    <a:cubicBezTo>
                      <a:pt x="3284" y="6128"/>
                      <a:pt x="3284" y="6128"/>
                      <a:pt x="3003" y="6521"/>
                    </a:cubicBezTo>
                    <a:cubicBezTo>
                      <a:pt x="2767" y="6754"/>
                      <a:pt x="2509" y="6874"/>
                      <a:pt x="2177" y="6876"/>
                    </a:cubicBezTo>
                    <a:cubicBezTo>
                      <a:pt x="1855" y="6847"/>
                      <a:pt x="1594" y="6764"/>
                      <a:pt x="1277" y="6667"/>
                    </a:cubicBezTo>
                    <a:cubicBezTo>
                      <a:pt x="1277" y="6323"/>
                      <a:pt x="1277" y="5979"/>
                      <a:pt x="1277" y="5625"/>
                    </a:cubicBezTo>
                    <a:cubicBezTo>
                      <a:pt x="1071" y="5625"/>
                      <a:pt x="864" y="5625"/>
                      <a:pt x="652" y="5625"/>
                    </a:cubicBezTo>
                    <a:cubicBezTo>
                      <a:pt x="652" y="7069"/>
                      <a:pt x="652" y="8513"/>
                      <a:pt x="652" y="10000"/>
                    </a:cubicBezTo>
                    <a:cubicBezTo>
                      <a:pt x="446" y="10000"/>
                      <a:pt x="239" y="10000"/>
                      <a:pt x="27" y="10000"/>
                    </a:cubicBezTo>
                    <a:cubicBezTo>
                      <a:pt x="22" y="8756"/>
                      <a:pt x="18" y="7512"/>
                      <a:pt x="16" y="6268"/>
                    </a:cubicBezTo>
                    <a:cubicBezTo>
                      <a:pt x="16" y="6122"/>
                      <a:pt x="16" y="5975"/>
                      <a:pt x="15" y="5828"/>
                    </a:cubicBezTo>
                    <a:cubicBezTo>
                      <a:pt x="15" y="5799"/>
                      <a:pt x="15" y="5770"/>
                      <a:pt x="15" y="5739"/>
                    </a:cubicBezTo>
                    <a:cubicBezTo>
                      <a:pt x="14" y="5266"/>
                      <a:pt x="13" y="4793"/>
                      <a:pt x="11" y="4319"/>
                    </a:cubicBezTo>
                    <a:cubicBezTo>
                      <a:pt x="9" y="3834"/>
                      <a:pt x="8" y="3348"/>
                      <a:pt x="7" y="2862"/>
                    </a:cubicBezTo>
                    <a:cubicBezTo>
                      <a:pt x="7" y="2562"/>
                      <a:pt x="6" y="2263"/>
                      <a:pt x="4" y="1963"/>
                    </a:cubicBezTo>
                    <a:cubicBezTo>
                      <a:pt x="3" y="1733"/>
                      <a:pt x="3" y="1504"/>
                      <a:pt x="3" y="1274"/>
                    </a:cubicBezTo>
                    <a:cubicBezTo>
                      <a:pt x="3" y="1179"/>
                      <a:pt x="3" y="1085"/>
                      <a:pt x="2" y="991"/>
                    </a:cubicBezTo>
                    <a:cubicBezTo>
                      <a:pt x="1" y="862"/>
                      <a:pt x="1" y="734"/>
                      <a:pt x="2" y="605"/>
                    </a:cubicBezTo>
                    <a:cubicBezTo>
                      <a:pt x="1" y="568"/>
                      <a:pt x="1" y="530"/>
                      <a:pt x="0" y="491"/>
                    </a:cubicBezTo>
                    <a:cubicBezTo>
                      <a:pt x="0" y="457"/>
                      <a:pt x="1" y="422"/>
                      <a:pt x="1" y="387"/>
                    </a:cubicBezTo>
                    <a:cubicBezTo>
                      <a:pt x="1" y="372"/>
                      <a:pt x="1" y="372"/>
                      <a:pt x="1" y="297"/>
                    </a:cubicBezTo>
                    <a:cubicBezTo>
                      <a:pt x="27" y="208"/>
                      <a:pt x="27" y="208"/>
                      <a:pt x="235" y="0"/>
                    </a:cubicBezTo>
                    <a:close/>
                  </a:path>
                </a:pathLst>
              </a:custGeom>
              <a:solidFill>
                <a:srgbClr val="4979F8"/>
              </a:solidFill>
              <a:ln w="2646" cap="flat">
                <a:noFill/>
              </a:ln>
            </p:spPr>
          </p:sp>
          <p:sp>
            <p:nvSpPr>
              <p:cNvPr id="3207" name="ICON_A_EEG_WAVE_GRAPHIC_path_018"/>
              <p:cNvSpPr/>
              <p:nvPr/>
            </p:nvSpPr>
            <p:spPr>
              <a:xfrm>
                <a:off x="2587286" y="1403668"/>
                <a:ext cx="151151" cy="96520"/>
              </a:xfrm>
              <a:custGeom>
                <a:avLst/>
                <a:gdLst/>
                <a:ahLst/>
                <a:cxnLst/>
                <a:rect l="0" t="0" r="r" b="b"/>
                <a:pathLst>
                  <a:path w="11902" h="7600" fill="norm" stroke="0">
                    <a:moveTo>
                      <a:pt x="11902" y="100"/>
                    </a:moveTo>
                    <a:cubicBezTo>
                      <a:pt x="11902" y="1131"/>
                      <a:pt x="11902" y="2162"/>
                      <a:pt x="11902" y="3225"/>
                    </a:cubicBezTo>
                    <a:cubicBezTo>
                      <a:pt x="11695" y="3225"/>
                      <a:pt x="11489" y="3225"/>
                      <a:pt x="11277" y="3225"/>
                    </a:cubicBezTo>
                    <a:cubicBezTo>
                      <a:pt x="11156" y="3372"/>
                      <a:pt x="11114" y="3444"/>
                      <a:pt x="11055" y="3616"/>
                    </a:cubicBezTo>
                    <a:cubicBezTo>
                      <a:pt x="11022" y="3692"/>
                      <a:pt x="10989" y="3768"/>
                      <a:pt x="10954" y="3844"/>
                    </a:cubicBezTo>
                    <a:cubicBezTo>
                      <a:pt x="10946" y="3863"/>
                      <a:pt x="10946" y="3863"/>
                      <a:pt x="10906" y="3956"/>
                    </a:cubicBezTo>
                    <a:cubicBezTo>
                      <a:pt x="10823" y="4141"/>
                      <a:pt x="10741" y="4287"/>
                      <a:pt x="10587" y="4425"/>
                    </a:cubicBezTo>
                    <a:cubicBezTo>
                      <a:pt x="10299" y="4526"/>
                      <a:pt x="10003" y="4423"/>
                      <a:pt x="9717" y="4347"/>
                    </a:cubicBezTo>
                    <a:cubicBezTo>
                      <a:pt x="9670" y="4336"/>
                      <a:pt x="9623" y="4325"/>
                      <a:pt x="9575" y="4313"/>
                    </a:cubicBezTo>
                    <a:cubicBezTo>
                      <a:pt x="9435" y="4278"/>
                      <a:pt x="9300" y="4231"/>
                      <a:pt x="9164" y="4182"/>
                    </a:cubicBezTo>
                    <a:cubicBezTo>
                      <a:pt x="8898" y="4096"/>
                      <a:pt x="8641" y="4020"/>
                      <a:pt x="8360" y="4058"/>
                    </a:cubicBezTo>
                    <a:cubicBezTo>
                      <a:pt x="8010" y="4238"/>
                      <a:pt x="7768" y="4588"/>
                      <a:pt x="7527" y="4892"/>
                    </a:cubicBezTo>
                    <a:cubicBezTo>
                      <a:pt x="6891" y="5692"/>
                      <a:pt x="6891" y="5692"/>
                      <a:pt x="6558" y="5747"/>
                    </a:cubicBezTo>
                    <a:cubicBezTo>
                      <a:pt x="6249" y="5744"/>
                      <a:pt x="5911" y="5694"/>
                      <a:pt x="5652" y="5517"/>
                    </a:cubicBezTo>
                    <a:cubicBezTo>
                      <a:pt x="5471" y="5261"/>
                      <a:pt x="5473" y="4992"/>
                      <a:pt x="5443" y="4683"/>
                    </a:cubicBezTo>
                    <a:cubicBezTo>
                      <a:pt x="5168" y="4683"/>
                      <a:pt x="4893" y="4683"/>
                      <a:pt x="4610" y="4683"/>
                    </a:cubicBezTo>
                    <a:cubicBezTo>
                      <a:pt x="4541" y="5646"/>
                      <a:pt x="4472" y="6608"/>
                      <a:pt x="4402" y="7600"/>
                    </a:cubicBezTo>
                    <a:cubicBezTo>
                      <a:pt x="4195" y="7600"/>
                      <a:pt x="3989" y="7600"/>
                      <a:pt x="3777" y="7600"/>
                    </a:cubicBezTo>
                    <a:cubicBezTo>
                      <a:pt x="3773" y="7552"/>
                      <a:pt x="3768" y="7503"/>
                      <a:pt x="3764" y="7454"/>
                    </a:cubicBezTo>
                    <a:cubicBezTo>
                      <a:pt x="3748" y="7272"/>
                      <a:pt x="3730" y="7092"/>
                      <a:pt x="3711" y="6911"/>
                    </a:cubicBezTo>
                    <a:cubicBezTo>
                      <a:pt x="3703" y="6833"/>
                      <a:pt x="3695" y="6755"/>
                      <a:pt x="3689" y="6677"/>
                    </a:cubicBezTo>
                    <a:cubicBezTo>
                      <a:pt x="3679" y="6564"/>
                      <a:pt x="3667" y="6451"/>
                      <a:pt x="3655" y="6339"/>
                    </a:cubicBezTo>
                    <a:cubicBezTo>
                      <a:pt x="3652" y="6304"/>
                      <a:pt x="3650" y="6270"/>
                      <a:pt x="3647" y="6235"/>
                    </a:cubicBezTo>
                    <a:cubicBezTo>
                      <a:pt x="3617" y="5993"/>
                      <a:pt x="3542" y="5900"/>
                      <a:pt x="3357" y="5742"/>
                    </a:cubicBezTo>
                    <a:cubicBezTo>
                      <a:pt x="3203" y="5599"/>
                      <a:pt x="3127" y="5500"/>
                      <a:pt x="3107" y="5286"/>
                    </a:cubicBezTo>
                    <a:cubicBezTo>
                      <a:pt x="3102" y="5137"/>
                      <a:pt x="3106" y="4988"/>
                      <a:pt x="3111" y="4838"/>
                    </a:cubicBezTo>
                    <a:cubicBezTo>
                      <a:pt x="3112" y="4773"/>
                      <a:pt x="3112" y="4708"/>
                      <a:pt x="3113" y="4644"/>
                    </a:cubicBezTo>
                    <a:cubicBezTo>
                      <a:pt x="3114" y="4474"/>
                      <a:pt x="3118" y="4305"/>
                      <a:pt x="3123" y="4136"/>
                    </a:cubicBezTo>
                    <a:cubicBezTo>
                      <a:pt x="3127" y="3963"/>
                      <a:pt x="3129" y="3790"/>
                      <a:pt x="3131" y="3616"/>
                    </a:cubicBezTo>
                    <a:cubicBezTo>
                      <a:pt x="3136" y="3277"/>
                      <a:pt x="3143" y="2939"/>
                      <a:pt x="3152" y="2600"/>
                    </a:cubicBezTo>
                    <a:cubicBezTo>
                      <a:pt x="3050" y="2596"/>
                      <a:pt x="2949" y="2593"/>
                      <a:pt x="2848" y="2591"/>
                    </a:cubicBezTo>
                    <a:cubicBezTo>
                      <a:pt x="2819" y="2590"/>
                      <a:pt x="2790" y="2589"/>
                      <a:pt x="2761" y="2587"/>
                    </a:cubicBezTo>
                    <a:cubicBezTo>
                      <a:pt x="2628" y="2585"/>
                      <a:pt x="2548" y="2584"/>
                      <a:pt x="2441" y="2667"/>
                    </a:cubicBezTo>
                    <a:cubicBezTo>
                      <a:pt x="2380" y="2759"/>
                      <a:pt x="2343" y="2848"/>
                      <a:pt x="2305" y="2952"/>
                    </a:cubicBezTo>
                    <a:cubicBezTo>
                      <a:pt x="2289" y="2989"/>
                      <a:pt x="2273" y="3025"/>
                      <a:pt x="2257" y="3063"/>
                    </a:cubicBezTo>
                    <a:cubicBezTo>
                      <a:pt x="2205" y="3186"/>
                      <a:pt x="2157" y="3309"/>
                      <a:pt x="2110" y="3433"/>
                    </a:cubicBezTo>
                    <a:cubicBezTo>
                      <a:pt x="2076" y="3522"/>
                      <a:pt x="2041" y="3610"/>
                      <a:pt x="2007" y="3699"/>
                    </a:cubicBezTo>
                    <a:cubicBezTo>
                      <a:pt x="1998" y="3721"/>
                      <a:pt x="1998" y="3721"/>
                      <a:pt x="1954" y="3833"/>
                    </a:cubicBezTo>
                    <a:cubicBezTo>
                      <a:pt x="1669" y="4561"/>
                      <a:pt x="1669" y="4561"/>
                      <a:pt x="1498" y="4852"/>
                    </a:cubicBezTo>
                    <a:cubicBezTo>
                      <a:pt x="1485" y="4878"/>
                      <a:pt x="1472" y="4904"/>
                      <a:pt x="1459" y="4931"/>
                    </a:cubicBezTo>
                    <a:cubicBezTo>
                      <a:pt x="1403" y="5017"/>
                      <a:pt x="1370" y="5054"/>
                      <a:pt x="1277" y="5100"/>
                    </a:cubicBezTo>
                    <a:cubicBezTo>
                      <a:pt x="1066" y="5121"/>
                      <a:pt x="862" y="5114"/>
                      <a:pt x="652" y="5100"/>
                    </a:cubicBezTo>
                    <a:cubicBezTo>
                      <a:pt x="653" y="5082"/>
                      <a:pt x="653" y="5082"/>
                      <a:pt x="662" y="4989"/>
                    </a:cubicBezTo>
                    <a:cubicBezTo>
                      <a:pt x="741" y="3966"/>
                      <a:pt x="741" y="3966"/>
                      <a:pt x="590" y="3770"/>
                    </a:cubicBezTo>
                    <a:cubicBezTo>
                      <a:pt x="417" y="3659"/>
                      <a:pt x="229" y="3644"/>
                      <a:pt x="27" y="3642"/>
                    </a:cubicBezTo>
                    <a:cubicBezTo>
                      <a:pt x="11" y="3292"/>
                      <a:pt x="0" y="2880"/>
                      <a:pt x="235" y="2600"/>
                    </a:cubicBezTo>
                    <a:cubicBezTo>
                      <a:pt x="459" y="2507"/>
                      <a:pt x="726" y="2527"/>
                      <a:pt x="964" y="2522"/>
                    </a:cubicBezTo>
                    <a:cubicBezTo>
                      <a:pt x="1513" y="2509"/>
                      <a:pt x="1513" y="2509"/>
                      <a:pt x="1693" y="2392"/>
                    </a:cubicBezTo>
                    <a:cubicBezTo>
                      <a:pt x="1830" y="2183"/>
                      <a:pt x="1817" y="1903"/>
                      <a:pt x="1824" y="1662"/>
                    </a:cubicBezTo>
                    <a:cubicBezTo>
                      <a:pt x="1842" y="999"/>
                      <a:pt x="1842" y="999"/>
                      <a:pt x="1994" y="831"/>
                    </a:cubicBezTo>
                    <a:cubicBezTo>
                      <a:pt x="2296" y="654"/>
                      <a:pt x="2608" y="646"/>
                      <a:pt x="2943" y="725"/>
                    </a:cubicBezTo>
                    <a:cubicBezTo>
                      <a:pt x="3256" y="824"/>
                      <a:pt x="3499" y="1004"/>
                      <a:pt x="3672" y="1285"/>
                    </a:cubicBezTo>
                    <a:cubicBezTo>
                      <a:pt x="4017" y="1975"/>
                      <a:pt x="3827" y="3102"/>
                      <a:pt x="3777" y="3850"/>
                    </a:cubicBezTo>
                    <a:cubicBezTo>
                      <a:pt x="3983" y="3850"/>
                      <a:pt x="4189" y="3850"/>
                      <a:pt x="4402" y="3850"/>
                    </a:cubicBezTo>
                    <a:cubicBezTo>
                      <a:pt x="4402" y="3506"/>
                      <a:pt x="4402" y="3162"/>
                      <a:pt x="4402" y="2808"/>
                    </a:cubicBezTo>
                    <a:cubicBezTo>
                      <a:pt x="5319" y="2528"/>
                      <a:pt x="5319" y="2528"/>
                      <a:pt x="5698" y="2681"/>
                    </a:cubicBezTo>
                    <a:cubicBezTo>
                      <a:pt x="5945" y="2817"/>
                      <a:pt x="6144" y="2972"/>
                      <a:pt x="6277" y="3225"/>
                    </a:cubicBezTo>
                    <a:cubicBezTo>
                      <a:pt x="6387" y="3623"/>
                      <a:pt x="6328" y="4071"/>
                      <a:pt x="6277" y="4475"/>
                    </a:cubicBezTo>
                    <a:cubicBezTo>
                      <a:pt x="6489" y="4495"/>
                      <a:pt x="6689" y="4505"/>
                      <a:pt x="6902" y="4475"/>
                    </a:cubicBezTo>
                    <a:cubicBezTo>
                      <a:pt x="7016" y="4380"/>
                      <a:pt x="7042" y="4264"/>
                      <a:pt x="7084" y="4123"/>
                    </a:cubicBezTo>
                    <a:cubicBezTo>
                      <a:pt x="7328" y="3534"/>
                      <a:pt x="7773" y="2894"/>
                      <a:pt x="8360" y="2600"/>
                    </a:cubicBezTo>
                    <a:cubicBezTo>
                      <a:pt x="8615" y="2512"/>
                      <a:pt x="8873" y="2497"/>
                      <a:pt x="9141" y="2496"/>
                    </a:cubicBezTo>
                    <a:cubicBezTo>
                      <a:pt x="9157" y="2495"/>
                      <a:pt x="9157" y="2495"/>
                      <a:pt x="9239" y="2493"/>
                    </a:cubicBezTo>
                    <a:cubicBezTo>
                      <a:pt x="9452" y="2491"/>
                      <a:pt x="9626" y="2503"/>
                      <a:pt x="9818" y="2600"/>
                    </a:cubicBezTo>
                    <a:cubicBezTo>
                      <a:pt x="9892" y="2726"/>
                      <a:pt x="9915" y="2865"/>
                      <a:pt x="9943" y="3007"/>
                    </a:cubicBezTo>
                    <a:cubicBezTo>
                      <a:pt x="9963" y="3090"/>
                      <a:pt x="9963" y="3090"/>
                      <a:pt x="10027" y="3225"/>
                    </a:cubicBezTo>
                    <a:cubicBezTo>
                      <a:pt x="10244" y="3284"/>
                      <a:pt x="10432" y="3262"/>
                      <a:pt x="10652" y="3225"/>
                    </a:cubicBezTo>
                    <a:cubicBezTo>
                      <a:pt x="10650" y="3198"/>
                      <a:pt x="10649" y="3171"/>
                      <a:pt x="10648" y="3144"/>
                    </a:cubicBezTo>
                    <a:cubicBezTo>
                      <a:pt x="10635" y="2886"/>
                      <a:pt x="10625" y="2629"/>
                      <a:pt x="10619" y="2372"/>
                    </a:cubicBezTo>
                    <a:cubicBezTo>
                      <a:pt x="10616" y="2239"/>
                      <a:pt x="10611" y="2107"/>
                      <a:pt x="10605" y="1975"/>
                    </a:cubicBezTo>
                    <a:cubicBezTo>
                      <a:pt x="10575" y="1398"/>
                      <a:pt x="10581" y="925"/>
                      <a:pt x="10928" y="442"/>
                    </a:cubicBezTo>
                    <a:cubicBezTo>
                      <a:pt x="10952" y="407"/>
                      <a:pt x="10976" y="371"/>
                      <a:pt x="11001" y="335"/>
                    </a:cubicBezTo>
                    <a:cubicBezTo>
                      <a:pt x="11280" y="0"/>
                      <a:pt x="11407" y="100"/>
                      <a:pt x="11902" y="100"/>
                    </a:cubicBezTo>
                    <a:close/>
                  </a:path>
                </a:pathLst>
              </a:custGeom>
              <a:solidFill>
                <a:srgbClr val="61AEAC"/>
              </a:solidFill>
              <a:ln w="2646" cap="flat">
                <a:noFill/>
              </a:ln>
            </p:spPr>
          </p:sp>
          <p:sp>
            <p:nvSpPr>
              <p:cNvPr id="3208" name="ICON_A_EEG_WAVE_GRAPHIC_path_019"/>
              <p:cNvSpPr/>
              <p:nvPr/>
            </p:nvSpPr>
            <p:spPr>
              <a:xfrm>
                <a:off x="1840992" y="1435289"/>
                <a:ext cx="127508" cy="72893"/>
              </a:xfrm>
              <a:custGeom>
                <a:avLst/>
                <a:gdLst/>
                <a:ahLst/>
                <a:cxnLst/>
                <a:rect l="0" t="0" r="r" b="b"/>
                <a:pathLst>
                  <a:path w="10040" h="5740" fill="norm" stroke="0">
                    <a:moveTo>
                      <a:pt x="4796" y="203"/>
                    </a:moveTo>
                    <a:cubicBezTo>
                      <a:pt x="5137" y="349"/>
                      <a:pt x="5503" y="596"/>
                      <a:pt x="5665" y="944"/>
                    </a:cubicBezTo>
                    <a:cubicBezTo>
                      <a:pt x="5684" y="1085"/>
                      <a:pt x="5680" y="1218"/>
                      <a:pt x="5665" y="1360"/>
                    </a:cubicBezTo>
                    <a:cubicBezTo>
                      <a:pt x="5874" y="1410"/>
                      <a:pt x="6088" y="1455"/>
                      <a:pt x="6290" y="1360"/>
                    </a:cubicBezTo>
                    <a:cubicBezTo>
                      <a:pt x="6446" y="1185"/>
                      <a:pt x="6529" y="964"/>
                      <a:pt x="6617" y="750"/>
                    </a:cubicBezTo>
                    <a:cubicBezTo>
                      <a:pt x="6632" y="713"/>
                      <a:pt x="6647" y="677"/>
                      <a:pt x="6663" y="639"/>
                    </a:cubicBezTo>
                    <a:cubicBezTo>
                      <a:pt x="6707" y="527"/>
                      <a:pt x="6707" y="527"/>
                      <a:pt x="6742" y="406"/>
                    </a:cubicBezTo>
                    <a:cubicBezTo>
                      <a:pt x="6787" y="280"/>
                      <a:pt x="6820" y="204"/>
                      <a:pt x="6915" y="110"/>
                    </a:cubicBezTo>
                    <a:cubicBezTo>
                      <a:pt x="7142" y="37"/>
                      <a:pt x="7314" y="31"/>
                      <a:pt x="7540" y="110"/>
                    </a:cubicBezTo>
                    <a:cubicBezTo>
                      <a:pt x="7680" y="286"/>
                      <a:pt x="7723" y="482"/>
                      <a:pt x="7774" y="696"/>
                    </a:cubicBezTo>
                    <a:cubicBezTo>
                      <a:pt x="7790" y="751"/>
                      <a:pt x="7805" y="806"/>
                      <a:pt x="7821" y="861"/>
                    </a:cubicBezTo>
                    <a:cubicBezTo>
                      <a:pt x="7852" y="971"/>
                      <a:pt x="7882" y="1081"/>
                      <a:pt x="7910" y="1191"/>
                    </a:cubicBezTo>
                    <a:cubicBezTo>
                      <a:pt x="7982" y="1460"/>
                      <a:pt x="8074" y="1722"/>
                      <a:pt x="8165" y="1985"/>
                    </a:cubicBezTo>
                    <a:cubicBezTo>
                      <a:pt x="8362" y="1919"/>
                      <a:pt x="8533" y="1853"/>
                      <a:pt x="8648" y="1672"/>
                    </a:cubicBezTo>
                    <a:cubicBezTo>
                      <a:pt x="8702" y="1544"/>
                      <a:pt x="8747" y="1414"/>
                      <a:pt x="8790" y="1282"/>
                    </a:cubicBezTo>
                    <a:cubicBezTo>
                      <a:pt x="8825" y="1188"/>
                      <a:pt x="8860" y="1095"/>
                      <a:pt x="8895" y="1001"/>
                    </a:cubicBezTo>
                    <a:cubicBezTo>
                      <a:pt x="8912" y="956"/>
                      <a:pt x="8929" y="910"/>
                      <a:pt x="8947" y="864"/>
                    </a:cubicBezTo>
                    <a:cubicBezTo>
                      <a:pt x="9017" y="687"/>
                      <a:pt x="9096" y="521"/>
                      <a:pt x="9194" y="358"/>
                    </a:cubicBezTo>
                    <a:cubicBezTo>
                      <a:pt x="9207" y="332"/>
                      <a:pt x="9220" y="306"/>
                      <a:pt x="9233" y="280"/>
                    </a:cubicBezTo>
                    <a:cubicBezTo>
                      <a:pt x="9277" y="210"/>
                      <a:pt x="9277" y="210"/>
                      <a:pt x="9415" y="110"/>
                    </a:cubicBezTo>
                    <a:cubicBezTo>
                      <a:pt x="9621" y="110"/>
                      <a:pt x="9827" y="110"/>
                      <a:pt x="10040" y="110"/>
                    </a:cubicBezTo>
                    <a:cubicBezTo>
                      <a:pt x="10040" y="523"/>
                      <a:pt x="10040" y="935"/>
                      <a:pt x="10040" y="1360"/>
                    </a:cubicBezTo>
                    <a:cubicBezTo>
                      <a:pt x="9834" y="1360"/>
                      <a:pt x="9627" y="1360"/>
                      <a:pt x="9415" y="1360"/>
                    </a:cubicBezTo>
                    <a:cubicBezTo>
                      <a:pt x="9420" y="1430"/>
                      <a:pt x="9425" y="1501"/>
                      <a:pt x="9430" y="1573"/>
                    </a:cubicBezTo>
                    <a:cubicBezTo>
                      <a:pt x="9466" y="2320"/>
                      <a:pt x="9466" y="2320"/>
                      <a:pt x="9337" y="2527"/>
                    </a:cubicBezTo>
                    <a:cubicBezTo>
                      <a:pt x="9265" y="2584"/>
                      <a:pt x="9192" y="2639"/>
                      <a:pt x="9119" y="2693"/>
                    </a:cubicBezTo>
                    <a:cubicBezTo>
                      <a:pt x="8924" y="2862"/>
                      <a:pt x="8853" y="3130"/>
                      <a:pt x="8764" y="3365"/>
                    </a:cubicBezTo>
                    <a:cubicBezTo>
                      <a:pt x="8755" y="3389"/>
                      <a:pt x="8755" y="3389"/>
                      <a:pt x="8709" y="3511"/>
                    </a:cubicBezTo>
                    <a:cubicBezTo>
                      <a:pt x="8665" y="3627"/>
                      <a:pt x="8623" y="3743"/>
                      <a:pt x="8582" y="3860"/>
                    </a:cubicBezTo>
                    <a:cubicBezTo>
                      <a:pt x="7841" y="3813"/>
                      <a:pt x="7841" y="3813"/>
                      <a:pt x="7540" y="3652"/>
                    </a:cubicBezTo>
                    <a:cubicBezTo>
                      <a:pt x="7361" y="3417"/>
                      <a:pt x="7342" y="3105"/>
                      <a:pt x="7332" y="2819"/>
                    </a:cubicBezTo>
                    <a:cubicBezTo>
                      <a:pt x="6739" y="2765"/>
                      <a:pt x="6739" y="2765"/>
                      <a:pt x="6498" y="2819"/>
                    </a:cubicBezTo>
                    <a:cubicBezTo>
                      <a:pt x="6408" y="2923"/>
                      <a:pt x="6387" y="3009"/>
                      <a:pt x="6346" y="3139"/>
                    </a:cubicBezTo>
                    <a:cubicBezTo>
                      <a:pt x="6290" y="3235"/>
                      <a:pt x="6290" y="3235"/>
                      <a:pt x="6162" y="3292"/>
                    </a:cubicBezTo>
                    <a:cubicBezTo>
                      <a:pt x="5982" y="3327"/>
                      <a:pt x="5830" y="3319"/>
                      <a:pt x="5665" y="3235"/>
                    </a:cubicBezTo>
                    <a:cubicBezTo>
                      <a:pt x="5529" y="3119"/>
                      <a:pt x="5421" y="2987"/>
                      <a:pt x="5313" y="2845"/>
                    </a:cubicBezTo>
                    <a:cubicBezTo>
                      <a:pt x="5286" y="2808"/>
                      <a:pt x="5259" y="2772"/>
                      <a:pt x="5230" y="2735"/>
                    </a:cubicBezTo>
                    <a:cubicBezTo>
                      <a:pt x="5051" y="2474"/>
                      <a:pt x="5010" y="2300"/>
                      <a:pt x="5040" y="1985"/>
                    </a:cubicBezTo>
                    <a:cubicBezTo>
                      <a:pt x="4834" y="1985"/>
                      <a:pt x="4627" y="1985"/>
                      <a:pt x="4415" y="1985"/>
                    </a:cubicBezTo>
                    <a:cubicBezTo>
                      <a:pt x="4415" y="2398"/>
                      <a:pt x="4415" y="2810"/>
                      <a:pt x="4415" y="3235"/>
                    </a:cubicBezTo>
                    <a:cubicBezTo>
                      <a:pt x="3796" y="3235"/>
                      <a:pt x="3177" y="3235"/>
                      <a:pt x="2540" y="3235"/>
                    </a:cubicBezTo>
                    <a:cubicBezTo>
                      <a:pt x="2540" y="3648"/>
                      <a:pt x="2540" y="4060"/>
                      <a:pt x="2540" y="4485"/>
                    </a:cubicBezTo>
                    <a:cubicBezTo>
                      <a:pt x="2123" y="4277"/>
                      <a:pt x="1707" y="4069"/>
                      <a:pt x="1290" y="3860"/>
                    </a:cubicBezTo>
                    <a:cubicBezTo>
                      <a:pt x="1290" y="4410"/>
                      <a:pt x="1290" y="4960"/>
                      <a:pt x="1290" y="5527"/>
                    </a:cubicBezTo>
                    <a:cubicBezTo>
                      <a:pt x="1122" y="5565"/>
                      <a:pt x="955" y="5604"/>
                      <a:pt x="782" y="5644"/>
                    </a:cubicBezTo>
                    <a:cubicBezTo>
                      <a:pt x="730" y="5657"/>
                      <a:pt x="677" y="5670"/>
                      <a:pt x="623" y="5683"/>
                    </a:cubicBezTo>
                    <a:cubicBezTo>
                      <a:pt x="581" y="5692"/>
                      <a:pt x="540" y="5701"/>
                      <a:pt x="496" y="5710"/>
                    </a:cubicBezTo>
                    <a:cubicBezTo>
                      <a:pt x="454" y="5720"/>
                      <a:pt x="411" y="5730"/>
                      <a:pt x="367" y="5740"/>
                    </a:cubicBezTo>
                    <a:cubicBezTo>
                      <a:pt x="228" y="5734"/>
                      <a:pt x="178" y="5695"/>
                      <a:pt x="84" y="5594"/>
                    </a:cubicBezTo>
                    <a:cubicBezTo>
                      <a:pt x="0" y="5465"/>
                      <a:pt x="13" y="5328"/>
                      <a:pt x="16" y="5178"/>
                    </a:cubicBezTo>
                    <a:cubicBezTo>
                      <a:pt x="16" y="5144"/>
                      <a:pt x="16" y="5109"/>
                      <a:pt x="16" y="5073"/>
                    </a:cubicBezTo>
                    <a:cubicBezTo>
                      <a:pt x="16" y="4959"/>
                      <a:pt x="18" y="4846"/>
                      <a:pt x="20" y="4732"/>
                    </a:cubicBezTo>
                    <a:cubicBezTo>
                      <a:pt x="20" y="4653"/>
                      <a:pt x="20" y="4574"/>
                      <a:pt x="21" y="4494"/>
                    </a:cubicBezTo>
                    <a:cubicBezTo>
                      <a:pt x="21" y="4286"/>
                      <a:pt x="23" y="4079"/>
                      <a:pt x="26" y="3871"/>
                    </a:cubicBezTo>
                    <a:cubicBezTo>
                      <a:pt x="28" y="3659"/>
                      <a:pt x="29" y="3446"/>
                      <a:pt x="30" y="3234"/>
                    </a:cubicBezTo>
                    <a:cubicBezTo>
                      <a:pt x="32" y="2818"/>
                      <a:pt x="36" y="2401"/>
                      <a:pt x="40" y="1985"/>
                    </a:cubicBezTo>
                    <a:cubicBezTo>
                      <a:pt x="84" y="1987"/>
                      <a:pt x="128" y="1988"/>
                      <a:pt x="174" y="1990"/>
                    </a:cubicBezTo>
                    <a:cubicBezTo>
                      <a:pt x="231" y="1991"/>
                      <a:pt x="289" y="1993"/>
                      <a:pt x="347" y="1994"/>
                    </a:cubicBezTo>
                    <a:cubicBezTo>
                      <a:pt x="376" y="1995"/>
                      <a:pt x="405" y="1996"/>
                      <a:pt x="435" y="1997"/>
                    </a:cubicBezTo>
                    <a:cubicBezTo>
                      <a:pt x="519" y="1999"/>
                      <a:pt x="519" y="1999"/>
                      <a:pt x="665" y="1985"/>
                    </a:cubicBezTo>
                    <a:cubicBezTo>
                      <a:pt x="761" y="1891"/>
                      <a:pt x="769" y="1803"/>
                      <a:pt x="782" y="1673"/>
                    </a:cubicBezTo>
                    <a:cubicBezTo>
                      <a:pt x="805" y="1561"/>
                      <a:pt x="833" y="1467"/>
                      <a:pt x="873" y="1360"/>
                    </a:cubicBezTo>
                    <a:cubicBezTo>
                      <a:pt x="989" y="1337"/>
                      <a:pt x="1075" y="1359"/>
                      <a:pt x="1191" y="1380"/>
                    </a:cubicBezTo>
                    <a:cubicBezTo>
                      <a:pt x="1224" y="1373"/>
                      <a:pt x="1256" y="1367"/>
                      <a:pt x="1290" y="1360"/>
                    </a:cubicBezTo>
                    <a:cubicBezTo>
                      <a:pt x="1401" y="1152"/>
                      <a:pt x="1440" y="970"/>
                      <a:pt x="1498" y="735"/>
                    </a:cubicBezTo>
                    <a:cubicBezTo>
                      <a:pt x="1842" y="804"/>
                      <a:pt x="2186" y="873"/>
                      <a:pt x="2540" y="944"/>
                    </a:cubicBezTo>
                    <a:cubicBezTo>
                      <a:pt x="2540" y="1287"/>
                      <a:pt x="2540" y="1631"/>
                      <a:pt x="2540" y="1985"/>
                    </a:cubicBezTo>
                    <a:cubicBezTo>
                      <a:pt x="2746" y="1985"/>
                      <a:pt x="2952" y="1985"/>
                      <a:pt x="3165" y="1985"/>
                    </a:cubicBezTo>
                    <a:cubicBezTo>
                      <a:pt x="3155" y="1920"/>
                      <a:pt x="3146" y="1854"/>
                      <a:pt x="3136" y="1787"/>
                    </a:cubicBezTo>
                    <a:cubicBezTo>
                      <a:pt x="3087" y="1312"/>
                      <a:pt x="3103" y="945"/>
                      <a:pt x="3410" y="561"/>
                    </a:cubicBezTo>
                    <a:cubicBezTo>
                      <a:pt x="3838" y="109"/>
                      <a:pt x="4203" y="0"/>
                      <a:pt x="4796" y="203"/>
                    </a:cubicBezTo>
                    <a:close/>
                  </a:path>
                </a:pathLst>
              </a:custGeom>
              <a:solidFill>
                <a:srgbClr val="61AEAC"/>
              </a:solidFill>
              <a:ln w="2646" cap="flat">
                <a:noFill/>
              </a:ln>
            </p:spPr>
          </p:sp>
          <p:sp>
            <p:nvSpPr>
              <p:cNvPr id="3209" name="ICON_A_EEG_WAVE_GRAPHIC_path_020"/>
              <p:cNvSpPr/>
              <p:nvPr/>
            </p:nvSpPr>
            <p:spPr>
              <a:xfrm>
                <a:off x="1737609" y="1254125"/>
                <a:ext cx="106482" cy="87929"/>
              </a:xfrm>
              <a:custGeom>
                <a:avLst/>
                <a:gdLst/>
                <a:ahLst/>
                <a:cxnLst/>
                <a:rect l="0" t="0" r="r" b="b"/>
                <a:pathLst>
                  <a:path w="8384" h="6924" fill="norm" stroke="0">
                    <a:moveTo>
                      <a:pt x="7555" y="0"/>
                    </a:moveTo>
                    <a:cubicBezTo>
                      <a:pt x="7762" y="0"/>
                      <a:pt x="7968" y="0"/>
                      <a:pt x="8180" y="0"/>
                    </a:cubicBezTo>
                    <a:cubicBezTo>
                      <a:pt x="8210" y="681"/>
                      <a:pt x="8232" y="1362"/>
                      <a:pt x="8245" y="2043"/>
                    </a:cubicBezTo>
                    <a:cubicBezTo>
                      <a:pt x="8252" y="2360"/>
                      <a:pt x="8260" y="2676"/>
                      <a:pt x="8275" y="2993"/>
                    </a:cubicBezTo>
                    <a:cubicBezTo>
                      <a:pt x="8384" y="5440"/>
                      <a:pt x="8384" y="5440"/>
                      <a:pt x="7590" y="6321"/>
                    </a:cubicBezTo>
                    <a:cubicBezTo>
                      <a:pt x="7562" y="6351"/>
                      <a:pt x="7535" y="6381"/>
                      <a:pt x="7507" y="6412"/>
                    </a:cubicBezTo>
                    <a:cubicBezTo>
                      <a:pt x="7274" y="6662"/>
                      <a:pt x="7033" y="6892"/>
                      <a:pt x="6679" y="6923"/>
                    </a:cubicBezTo>
                    <a:cubicBezTo>
                      <a:pt x="6441" y="6924"/>
                      <a:pt x="6222" y="6878"/>
                      <a:pt x="6034" y="6728"/>
                    </a:cubicBezTo>
                    <a:cubicBezTo>
                      <a:pt x="5523" y="6216"/>
                      <a:pt x="5578" y="5549"/>
                      <a:pt x="5565" y="4867"/>
                    </a:cubicBezTo>
                    <a:cubicBezTo>
                      <a:pt x="5560" y="4599"/>
                      <a:pt x="5552" y="4332"/>
                      <a:pt x="5540" y="4064"/>
                    </a:cubicBezTo>
                    <a:cubicBezTo>
                      <a:pt x="5536" y="3971"/>
                      <a:pt x="5536" y="3879"/>
                      <a:pt x="5535" y="3786"/>
                    </a:cubicBezTo>
                    <a:cubicBezTo>
                      <a:pt x="5531" y="3628"/>
                      <a:pt x="5521" y="3485"/>
                      <a:pt x="5472" y="3333"/>
                    </a:cubicBezTo>
                    <a:cubicBezTo>
                      <a:pt x="5345" y="3221"/>
                      <a:pt x="5219" y="3168"/>
                      <a:pt x="5055" y="3125"/>
                    </a:cubicBezTo>
                    <a:cubicBezTo>
                      <a:pt x="5057" y="3152"/>
                      <a:pt x="5058" y="3179"/>
                      <a:pt x="5060" y="3206"/>
                    </a:cubicBezTo>
                    <a:cubicBezTo>
                      <a:pt x="5072" y="3464"/>
                      <a:pt x="5082" y="3721"/>
                      <a:pt x="5088" y="3978"/>
                    </a:cubicBezTo>
                    <a:cubicBezTo>
                      <a:pt x="5091" y="4111"/>
                      <a:pt x="5096" y="4243"/>
                      <a:pt x="5103" y="4375"/>
                    </a:cubicBezTo>
                    <a:cubicBezTo>
                      <a:pt x="5135" y="5009"/>
                      <a:pt x="5111" y="5505"/>
                      <a:pt x="4695" y="6011"/>
                    </a:cubicBezTo>
                    <a:cubicBezTo>
                      <a:pt x="4519" y="6197"/>
                      <a:pt x="4376" y="6311"/>
                      <a:pt x="4120" y="6346"/>
                    </a:cubicBezTo>
                    <a:cubicBezTo>
                      <a:pt x="3798" y="6323"/>
                      <a:pt x="3589" y="6081"/>
                      <a:pt x="3388" y="5851"/>
                    </a:cubicBezTo>
                    <a:cubicBezTo>
                      <a:pt x="3333" y="5784"/>
                      <a:pt x="3278" y="5717"/>
                      <a:pt x="3224" y="5650"/>
                    </a:cubicBezTo>
                    <a:cubicBezTo>
                      <a:pt x="3141" y="5547"/>
                      <a:pt x="3056" y="5447"/>
                      <a:pt x="2969" y="5347"/>
                    </a:cubicBezTo>
                    <a:cubicBezTo>
                      <a:pt x="2915" y="5282"/>
                      <a:pt x="2861" y="5217"/>
                      <a:pt x="2807" y="5151"/>
                    </a:cubicBezTo>
                    <a:cubicBezTo>
                      <a:pt x="2781" y="5122"/>
                      <a:pt x="2756" y="5092"/>
                      <a:pt x="2730" y="5061"/>
                    </a:cubicBezTo>
                    <a:cubicBezTo>
                      <a:pt x="2551" y="4834"/>
                      <a:pt x="2523" y="4661"/>
                      <a:pt x="2555" y="4375"/>
                    </a:cubicBezTo>
                    <a:cubicBezTo>
                      <a:pt x="2343" y="4324"/>
                      <a:pt x="2138" y="4289"/>
                      <a:pt x="1930" y="4375"/>
                    </a:cubicBezTo>
                    <a:cubicBezTo>
                      <a:pt x="1625" y="4640"/>
                      <a:pt x="1516" y="5097"/>
                      <a:pt x="1486" y="5483"/>
                    </a:cubicBezTo>
                    <a:cubicBezTo>
                      <a:pt x="1484" y="5499"/>
                      <a:pt x="1484" y="5499"/>
                      <a:pt x="1479" y="5581"/>
                    </a:cubicBezTo>
                    <a:cubicBezTo>
                      <a:pt x="1418" y="6412"/>
                      <a:pt x="1418" y="6412"/>
                      <a:pt x="1305" y="6667"/>
                    </a:cubicBezTo>
                    <a:cubicBezTo>
                      <a:pt x="1046" y="6883"/>
                      <a:pt x="706" y="6898"/>
                      <a:pt x="380" y="6903"/>
                    </a:cubicBezTo>
                    <a:cubicBezTo>
                      <a:pt x="216" y="6864"/>
                      <a:pt x="155" y="6801"/>
                      <a:pt x="55" y="6667"/>
                    </a:cubicBezTo>
                    <a:cubicBezTo>
                      <a:pt x="32" y="6550"/>
                      <a:pt x="21" y="6459"/>
                      <a:pt x="20" y="6342"/>
                    </a:cubicBezTo>
                    <a:cubicBezTo>
                      <a:pt x="20" y="6311"/>
                      <a:pt x="19" y="6280"/>
                      <a:pt x="18" y="6248"/>
                    </a:cubicBezTo>
                    <a:cubicBezTo>
                      <a:pt x="17" y="6182"/>
                      <a:pt x="17" y="6116"/>
                      <a:pt x="17" y="6051"/>
                    </a:cubicBezTo>
                    <a:cubicBezTo>
                      <a:pt x="16" y="5951"/>
                      <a:pt x="13" y="5853"/>
                      <a:pt x="9" y="5753"/>
                    </a:cubicBezTo>
                    <a:cubicBezTo>
                      <a:pt x="0" y="5285"/>
                      <a:pt x="0" y="5285"/>
                      <a:pt x="143" y="5088"/>
                    </a:cubicBezTo>
                    <a:cubicBezTo>
                      <a:pt x="216" y="5021"/>
                      <a:pt x="291" y="4955"/>
                      <a:pt x="367" y="4892"/>
                    </a:cubicBezTo>
                    <a:cubicBezTo>
                      <a:pt x="550" y="4717"/>
                      <a:pt x="613" y="4493"/>
                      <a:pt x="693" y="4258"/>
                    </a:cubicBezTo>
                    <a:cubicBezTo>
                      <a:pt x="726" y="4166"/>
                      <a:pt x="759" y="4075"/>
                      <a:pt x="792" y="3984"/>
                    </a:cubicBezTo>
                    <a:cubicBezTo>
                      <a:pt x="799" y="3964"/>
                      <a:pt x="799" y="3964"/>
                      <a:pt x="834" y="3863"/>
                    </a:cubicBezTo>
                    <a:cubicBezTo>
                      <a:pt x="889" y="3750"/>
                      <a:pt x="889" y="3750"/>
                      <a:pt x="995" y="3655"/>
                    </a:cubicBezTo>
                    <a:cubicBezTo>
                      <a:pt x="1137" y="3498"/>
                      <a:pt x="1143" y="3363"/>
                      <a:pt x="1163" y="3157"/>
                    </a:cubicBezTo>
                    <a:cubicBezTo>
                      <a:pt x="1167" y="3120"/>
                      <a:pt x="1172" y="3083"/>
                      <a:pt x="1176" y="3046"/>
                    </a:cubicBezTo>
                    <a:cubicBezTo>
                      <a:pt x="1190" y="2929"/>
                      <a:pt x="1202" y="2812"/>
                      <a:pt x="1214" y="2695"/>
                    </a:cubicBezTo>
                    <a:cubicBezTo>
                      <a:pt x="1223" y="2616"/>
                      <a:pt x="1232" y="2537"/>
                      <a:pt x="1241" y="2457"/>
                    </a:cubicBezTo>
                    <a:cubicBezTo>
                      <a:pt x="1264" y="2263"/>
                      <a:pt x="1285" y="2069"/>
                      <a:pt x="1305" y="1875"/>
                    </a:cubicBezTo>
                    <a:cubicBezTo>
                      <a:pt x="1520" y="1851"/>
                      <a:pt x="1717" y="1836"/>
                      <a:pt x="1930" y="1875"/>
                    </a:cubicBezTo>
                    <a:cubicBezTo>
                      <a:pt x="2009" y="1978"/>
                      <a:pt x="2039" y="2073"/>
                      <a:pt x="2082" y="2195"/>
                    </a:cubicBezTo>
                    <a:cubicBezTo>
                      <a:pt x="2139" y="2292"/>
                      <a:pt x="2139" y="2292"/>
                      <a:pt x="2248" y="2329"/>
                    </a:cubicBezTo>
                    <a:cubicBezTo>
                      <a:pt x="2385" y="2342"/>
                      <a:pt x="2522" y="2350"/>
                      <a:pt x="2660" y="2357"/>
                    </a:cubicBezTo>
                    <a:cubicBezTo>
                      <a:pt x="2849" y="2378"/>
                      <a:pt x="3014" y="2404"/>
                      <a:pt x="3180" y="2500"/>
                    </a:cubicBezTo>
                    <a:cubicBezTo>
                      <a:pt x="3371" y="2805"/>
                      <a:pt x="3375" y="3192"/>
                      <a:pt x="3389" y="3542"/>
                    </a:cubicBezTo>
                    <a:cubicBezTo>
                      <a:pt x="3664" y="3542"/>
                      <a:pt x="3939" y="3542"/>
                      <a:pt x="4222" y="3542"/>
                    </a:cubicBezTo>
                    <a:cubicBezTo>
                      <a:pt x="4230" y="3446"/>
                      <a:pt x="4238" y="3350"/>
                      <a:pt x="4246" y="3252"/>
                    </a:cubicBezTo>
                    <a:cubicBezTo>
                      <a:pt x="4358" y="2064"/>
                      <a:pt x="4358" y="2064"/>
                      <a:pt x="4717" y="1575"/>
                    </a:cubicBezTo>
                    <a:cubicBezTo>
                      <a:pt x="4741" y="1541"/>
                      <a:pt x="4764" y="1507"/>
                      <a:pt x="4789" y="1472"/>
                    </a:cubicBezTo>
                    <a:cubicBezTo>
                      <a:pt x="4889" y="1353"/>
                      <a:pt x="4972" y="1264"/>
                      <a:pt x="5131" y="1237"/>
                    </a:cubicBezTo>
                    <a:cubicBezTo>
                      <a:pt x="5316" y="1223"/>
                      <a:pt x="5497" y="1233"/>
                      <a:pt x="5680" y="1250"/>
                    </a:cubicBezTo>
                    <a:cubicBezTo>
                      <a:pt x="5677" y="1287"/>
                      <a:pt x="5674" y="1324"/>
                      <a:pt x="5670" y="1361"/>
                    </a:cubicBezTo>
                    <a:cubicBezTo>
                      <a:pt x="5607" y="2181"/>
                      <a:pt x="5607" y="2181"/>
                      <a:pt x="5680" y="2500"/>
                    </a:cubicBezTo>
                    <a:cubicBezTo>
                      <a:pt x="5793" y="2615"/>
                      <a:pt x="5928" y="2612"/>
                      <a:pt x="6082" y="2624"/>
                    </a:cubicBezTo>
                    <a:cubicBezTo>
                      <a:pt x="6177" y="2638"/>
                      <a:pt x="6230" y="2647"/>
                      <a:pt x="6305" y="2708"/>
                    </a:cubicBezTo>
                    <a:cubicBezTo>
                      <a:pt x="6397" y="3039"/>
                      <a:pt x="6342" y="3413"/>
                      <a:pt x="6305" y="3750"/>
                    </a:cubicBezTo>
                    <a:cubicBezTo>
                      <a:pt x="6520" y="3801"/>
                      <a:pt x="6719" y="3831"/>
                      <a:pt x="6930" y="3750"/>
                    </a:cubicBezTo>
                    <a:cubicBezTo>
                      <a:pt x="7034" y="3656"/>
                      <a:pt x="7091" y="3549"/>
                      <a:pt x="7152" y="3425"/>
                    </a:cubicBezTo>
                    <a:cubicBezTo>
                      <a:pt x="7170" y="3389"/>
                      <a:pt x="7187" y="3353"/>
                      <a:pt x="7206" y="3315"/>
                    </a:cubicBezTo>
                    <a:cubicBezTo>
                      <a:pt x="7451" y="2751"/>
                      <a:pt x="7444" y="2113"/>
                      <a:pt x="7472" y="1507"/>
                    </a:cubicBezTo>
                    <a:cubicBezTo>
                      <a:pt x="7481" y="1337"/>
                      <a:pt x="7491" y="1166"/>
                      <a:pt x="7502" y="996"/>
                    </a:cubicBezTo>
                    <a:cubicBezTo>
                      <a:pt x="7522" y="664"/>
                      <a:pt x="7539" y="332"/>
                      <a:pt x="7555" y="0"/>
                    </a:cubicBezTo>
                    <a:close/>
                  </a:path>
                </a:pathLst>
              </a:custGeom>
              <a:solidFill>
                <a:srgbClr val="F054AA"/>
              </a:solidFill>
              <a:ln w="2646" cap="flat">
                <a:noFill/>
              </a:ln>
            </p:spPr>
          </p:sp>
          <p:sp>
            <p:nvSpPr>
              <p:cNvPr id="3210" name="ICON_A_EEG_WAVE_GRAPHIC_path_021"/>
              <p:cNvSpPr/>
              <p:nvPr/>
            </p:nvSpPr>
            <p:spPr>
              <a:xfrm>
                <a:off x="2158201" y="896938"/>
                <a:ext cx="103987" cy="95250"/>
              </a:xfrm>
              <a:custGeom>
                <a:avLst/>
                <a:gdLst/>
                <a:ahLst/>
                <a:cxnLst/>
                <a:rect l="0" t="0" r="r" b="b"/>
                <a:pathLst>
                  <a:path w="8188" h="7500" fill="norm" stroke="0">
                    <a:moveTo>
                      <a:pt x="2146" y="0"/>
                    </a:moveTo>
                    <a:cubicBezTo>
                      <a:pt x="2490" y="69"/>
                      <a:pt x="2834" y="138"/>
                      <a:pt x="3188" y="208"/>
                    </a:cubicBezTo>
                    <a:cubicBezTo>
                      <a:pt x="3188" y="965"/>
                      <a:pt x="3188" y="1721"/>
                      <a:pt x="3188" y="2500"/>
                    </a:cubicBezTo>
                    <a:cubicBezTo>
                      <a:pt x="3394" y="2500"/>
                      <a:pt x="3600" y="2500"/>
                      <a:pt x="3813" y="2500"/>
                    </a:cubicBezTo>
                    <a:cubicBezTo>
                      <a:pt x="3917" y="2366"/>
                      <a:pt x="3932" y="2341"/>
                      <a:pt x="3956" y="2188"/>
                    </a:cubicBezTo>
                    <a:cubicBezTo>
                      <a:pt x="3978" y="2084"/>
                      <a:pt x="3999" y="1981"/>
                      <a:pt x="4021" y="1875"/>
                    </a:cubicBezTo>
                    <a:cubicBezTo>
                      <a:pt x="4193" y="1909"/>
                      <a:pt x="4193" y="1909"/>
                      <a:pt x="5063" y="2083"/>
                    </a:cubicBezTo>
                    <a:cubicBezTo>
                      <a:pt x="5063" y="2427"/>
                      <a:pt x="5063" y="2771"/>
                      <a:pt x="5063" y="3125"/>
                    </a:cubicBezTo>
                    <a:cubicBezTo>
                      <a:pt x="5269" y="3125"/>
                      <a:pt x="5475" y="3125"/>
                      <a:pt x="5688" y="3125"/>
                    </a:cubicBezTo>
                    <a:cubicBezTo>
                      <a:pt x="5688" y="2575"/>
                      <a:pt x="5688" y="2025"/>
                      <a:pt x="5688" y="1458"/>
                    </a:cubicBezTo>
                    <a:cubicBezTo>
                      <a:pt x="6451" y="1170"/>
                      <a:pt x="6451" y="1170"/>
                      <a:pt x="6730" y="1250"/>
                    </a:cubicBezTo>
                    <a:cubicBezTo>
                      <a:pt x="7000" y="1526"/>
                      <a:pt x="7138" y="1920"/>
                      <a:pt x="7262" y="2280"/>
                    </a:cubicBezTo>
                    <a:cubicBezTo>
                      <a:pt x="7312" y="2421"/>
                      <a:pt x="7348" y="2495"/>
                      <a:pt x="7465" y="2590"/>
                    </a:cubicBezTo>
                    <a:cubicBezTo>
                      <a:pt x="7624" y="2782"/>
                      <a:pt x="7589" y="2989"/>
                      <a:pt x="7583" y="3230"/>
                    </a:cubicBezTo>
                    <a:cubicBezTo>
                      <a:pt x="7583" y="3281"/>
                      <a:pt x="7583" y="3331"/>
                      <a:pt x="7582" y="3383"/>
                    </a:cubicBezTo>
                    <a:cubicBezTo>
                      <a:pt x="7582" y="3517"/>
                      <a:pt x="7580" y="3651"/>
                      <a:pt x="7577" y="3785"/>
                    </a:cubicBezTo>
                    <a:cubicBezTo>
                      <a:pt x="7575" y="3922"/>
                      <a:pt x="7574" y="4059"/>
                      <a:pt x="7573" y="4196"/>
                    </a:cubicBezTo>
                    <a:cubicBezTo>
                      <a:pt x="7571" y="4464"/>
                      <a:pt x="7567" y="4732"/>
                      <a:pt x="7563" y="5000"/>
                    </a:cubicBezTo>
                    <a:cubicBezTo>
                      <a:pt x="7769" y="5000"/>
                      <a:pt x="7975" y="5000"/>
                      <a:pt x="8188" y="5000"/>
                    </a:cubicBezTo>
                    <a:cubicBezTo>
                      <a:pt x="8188" y="5344"/>
                      <a:pt x="8188" y="5688"/>
                      <a:pt x="8188" y="6042"/>
                    </a:cubicBezTo>
                    <a:cubicBezTo>
                      <a:pt x="8019" y="6082"/>
                      <a:pt x="7850" y="6121"/>
                      <a:pt x="7680" y="6159"/>
                    </a:cubicBezTo>
                    <a:cubicBezTo>
                      <a:pt x="7632" y="6171"/>
                      <a:pt x="7584" y="6182"/>
                      <a:pt x="7535" y="6194"/>
                    </a:cubicBezTo>
                    <a:cubicBezTo>
                      <a:pt x="7489" y="6204"/>
                      <a:pt x="7442" y="6214"/>
                      <a:pt x="7394" y="6225"/>
                    </a:cubicBezTo>
                    <a:cubicBezTo>
                      <a:pt x="7352" y="6235"/>
                      <a:pt x="7309" y="6244"/>
                      <a:pt x="7266" y="6255"/>
                    </a:cubicBezTo>
                    <a:cubicBezTo>
                      <a:pt x="7146" y="6250"/>
                      <a:pt x="7146" y="6250"/>
                      <a:pt x="7037" y="6162"/>
                    </a:cubicBezTo>
                    <a:cubicBezTo>
                      <a:pt x="6921" y="6020"/>
                      <a:pt x="6909" y="5954"/>
                      <a:pt x="6902" y="5773"/>
                    </a:cubicBezTo>
                    <a:cubicBezTo>
                      <a:pt x="6900" y="5747"/>
                      <a:pt x="6899" y="5720"/>
                      <a:pt x="6898" y="5694"/>
                    </a:cubicBezTo>
                    <a:cubicBezTo>
                      <a:pt x="6895" y="5637"/>
                      <a:pt x="6892" y="5581"/>
                      <a:pt x="6890" y="5524"/>
                    </a:cubicBezTo>
                    <a:cubicBezTo>
                      <a:pt x="6887" y="5435"/>
                      <a:pt x="6882" y="5346"/>
                      <a:pt x="6876" y="5256"/>
                    </a:cubicBezTo>
                    <a:cubicBezTo>
                      <a:pt x="6862" y="5003"/>
                      <a:pt x="6849" y="4749"/>
                      <a:pt x="6839" y="4495"/>
                    </a:cubicBezTo>
                    <a:cubicBezTo>
                      <a:pt x="6832" y="4339"/>
                      <a:pt x="6823" y="4184"/>
                      <a:pt x="6814" y="4028"/>
                    </a:cubicBezTo>
                    <a:cubicBezTo>
                      <a:pt x="6810" y="3969"/>
                      <a:pt x="6808" y="3910"/>
                      <a:pt x="6806" y="3851"/>
                    </a:cubicBezTo>
                    <a:cubicBezTo>
                      <a:pt x="6803" y="3767"/>
                      <a:pt x="6798" y="3685"/>
                      <a:pt x="6793" y="3602"/>
                    </a:cubicBezTo>
                    <a:cubicBezTo>
                      <a:pt x="6791" y="3555"/>
                      <a:pt x="6788" y="3508"/>
                      <a:pt x="6786" y="3460"/>
                    </a:cubicBezTo>
                    <a:cubicBezTo>
                      <a:pt x="6730" y="3333"/>
                      <a:pt x="6730" y="3333"/>
                      <a:pt x="6313" y="3125"/>
                    </a:cubicBezTo>
                    <a:cubicBezTo>
                      <a:pt x="6313" y="3675"/>
                      <a:pt x="6313" y="4225"/>
                      <a:pt x="6313" y="4792"/>
                    </a:cubicBezTo>
                    <a:cubicBezTo>
                      <a:pt x="5969" y="4860"/>
                      <a:pt x="5625" y="4929"/>
                      <a:pt x="5271" y="5000"/>
                    </a:cubicBezTo>
                    <a:cubicBezTo>
                      <a:pt x="5251" y="4925"/>
                      <a:pt x="5230" y="4850"/>
                      <a:pt x="5209" y="4772"/>
                    </a:cubicBezTo>
                    <a:cubicBezTo>
                      <a:pt x="5025" y="4175"/>
                      <a:pt x="5025" y="4175"/>
                      <a:pt x="4855" y="3958"/>
                    </a:cubicBezTo>
                    <a:cubicBezTo>
                      <a:pt x="4581" y="3825"/>
                      <a:pt x="4313" y="3910"/>
                      <a:pt x="4021" y="3958"/>
                    </a:cubicBezTo>
                    <a:cubicBezTo>
                      <a:pt x="3953" y="4302"/>
                      <a:pt x="3884" y="4646"/>
                      <a:pt x="3813" y="5000"/>
                    </a:cubicBezTo>
                    <a:cubicBezTo>
                      <a:pt x="3385" y="5081"/>
                      <a:pt x="3385" y="5081"/>
                      <a:pt x="3188" y="5000"/>
                    </a:cubicBezTo>
                    <a:cubicBezTo>
                      <a:pt x="3049" y="4885"/>
                      <a:pt x="2944" y="4753"/>
                      <a:pt x="2836" y="4609"/>
                    </a:cubicBezTo>
                    <a:cubicBezTo>
                      <a:pt x="2809" y="4573"/>
                      <a:pt x="2782" y="4537"/>
                      <a:pt x="2754" y="4500"/>
                    </a:cubicBezTo>
                    <a:cubicBezTo>
                      <a:pt x="2579" y="4247"/>
                      <a:pt x="2524" y="4056"/>
                      <a:pt x="2563" y="3750"/>
                    </a:cubicBezTo>
                    <a:cubicBezTo>
                      <a:pt x="2350" y="3699"/>
                      <a:pt x="2146" y="3664"/>
                      <a:pt x="1938" y="3750"/>
                    </a:cubicBezTo>
                    <a:cubicBezTo>
                      <a:pt x="1473" y="4154"/>
                      <a:pt x="1445" y="4957"/>
                      <a:pt x="1402" y="5529"/>
                    </a:cubicBezTo>
                    <a:cubicBezTo>
                      <a:pt x="1367" y="5919"/>
                      <a:pt x="1303" y="6092"/>
                      <a:pt x="994" y="6356"/>
                    </a:cubicBezTo>
                    <a:cubicBezTo>
                      <a:pt x="819" y="6540"/>
                      <a:pt x="800" y="6761"/>
                      <a:pt x="766" y="7005"/>
                    </a:cubicBezTo>
                    <a:cubicBezTo>
                      <a:pt x="762" y="7029"/>
                      <a:pt x="762" y="7029"/>
                      <a:pt x="742" y="7150"/>
                    </a:cubicBezTo>
                    <a:cubicBezTo>
                      <a:pt x="722" y="7266"/>
                      <a:pt x="705" y="7383"/>
                      <a:pt x="688" y="7500"/>
                    </a:cubicBezTo>
                    <a:cubicBezTo>
                      <a:pt x="482" y="7500"/>
                      <a:pt x="275" y="7500"/>
                      <a:pt x="63" y="7500"/>
                    </a:cubicBezTo>
                    <a:cubicBezTo>
                      <a:pt x="53" y="6964"/>
                      <a:pt x="46" y="6428"/>
                      <a:pt x="41" y="5892"/>
                    </a:cubicBezTo>
                    <a:cubicBezTo>
                      <a:pt x="39" y="5643"/>
                      <a:pt x="36" y="5394"/>
                      <a:pt x="31" y="5145"/>
                    </a:cubicBezTo>
                    <a:cubicBezTo>
                      <a:pt x="27" y="4905"/>
                      <a:pt x="24" y="4664"/>
                      <a:pt x="23" y="4424"/>
                    </a:cubicBezTo>
                    <a:cubicBezTo>
                      <a:pt x="23" y="4332"/>
                      <a:pt x="21" y="4241"/>
                      <a:pt x="19" y="4149"/>
                    </a:cubicBezTo>
                    <a:cubicBezTo>
                      <a:pt x="0" y="3355"/>
                      <a:pt x="0" y="3355"/>
                      <a:pt x="212" y="3132"/>
                    </a:cubicBezTo>
                    <a:cubicBezTo>
                      <a:pt x="270" y="3081"/>
                      <a:pt x="270" y="3081"/>
                      <a:pt x="384" y="2998"/>
                    </a:cubicBezTo>
                    <a:cubicBezTo>
                      <a:pt x="534" y="2870"/>
                      <a:pt x="531" y="2730"/>
                      <a:pt x="548" y="2541"/>
                    </a:cubicBezTo>
                    <a:cubicBezTo>
                      <a:pt x="551" y="2498"/>
                      <a:pt x="554" y="2454"/>
                      <a:pt x="558" y="2409"/>
                    </a:cubicBezTo>
                    <a:cubicBezTo>
                      <a:pt x="607" y="2042"/>
                      <a:pt x="689" y="1818"/>
                      <a:pt x="979" y="1579"/>
                    </a:cubicBezTo>
                    <a:cubicBezTo>
                      <a:pt x="1301" y="1345"/>
                      <a:pt x="1530" y="1203"/>
                      <a:pt x="1938" y="1250"/>
                    </a:cubicBezTo>
                    <a:cubicBezTo>
                      <a:pt x="1937" y="1220"/>
                      <a:pt x="1936" y="1189"/>
                      <a:pt x="1935" y="1158"/>
                    </a:cubicBezTo>
                    <a:cubicBezTo>
                      <a:pt x="1930" y="1019"/>
                      <a:pt x="1928" y="881"/>
                      <a:pt x="1925" y="742"/>
                    </a:cubicBezTo>
                    <a:cubicBezTo>
                      <a:pt x="1923" y="694"/>
                      <a:pt x="1921" y="646"/>
                      <a:pt x="1920" y="597"/>
                    </a:cubicBezTo>
                    <a:cubicBezTo>
                      <a:pt x="1919" y="551"/>
                      <a:pt x="1918" y="504"/>
                      <a:pt x="1918" y="456"/>
                    </a:cubicBezTo>
                    <a:cubicBezTo>
                      <a:pt x="1916" y="414"/>
                      <a:pt x="1915" y="371"/>
                      <a:pt x="1914" y="328"/>
                    </a:cubicBezTo>
                    <a:cubicBezTo>
                      <a:pt x="1938" y="208"/>
                      <a:pt x="1938" y="208"/>
                      <a:pt x="2146" y="0"/>
                    </a:cubicBezTo>
                    <a:close/>
                  </a:path>
                </a:pathLst>
              </a:custGeom>
              <a:solidFill>
                <a:srgbClr val="A38AD4"/>
              </a:solidFill>
              <a:ln w="2646" cap="flat">
                <a:noFill/>
              </a:ln>
            </p:spPr>
          </p:sp>
          <p:sp>
            <p:nvSpPr>
              <p:cNvPr id="3211" name="ICON_A_EEG_WAVE_GRAPHIC_path_022"/>
              <p:cNvSpPr/>
              <p:nvPr/>
            </p:nvSpPr>
            <p:spPr>
              <a:xfrm>
                <a:off x="2721166" y="1238250"/>
                <a:ext cx="74988" cy="134938"/>
              </a:xfrm>
              <a:custGeom>
                <a:avLst/>
                <a:gdLst/>
                <a:ahLst/>
                <a:cxnLst/>
                <a:rect l="0" t="0" r="r" b="b"/>
                <a:pathLst>
                  <a:path w="5905" h="10625" fill="norm" stroke="0">
                    <a:moveTo>
                      <a:pt x="1985" y="0"/>
                    </a:moveTo>
                    <a:cubicBezTo>
                      <a:pt x="2191" y="0"/>
                      <a:pt x="2398" y="0"/>
                      <a:pt x="2610" y="0"/>
                    </a:cubicBezTo>
                    <a:cubicBezTo>
                      <a:pt x="2614" y="87"/>
                      <a:pt x="2618" y="175"/>
                      <a:pt x="2623" y="264"/>
                    </a:cubicBezTo>
                    <a:cubicBezTo>
                      <a:pt x="2636" y="553"/>
                      <a:pt x="2653" y="842"/>
                      <a:pt x="2670" y="1130"/>
                    </a:cubicBezTo>
                    <a:cubicBezTo>
                      <a:pt x="2680" y="1305"/>
                      <a:pt x="2690" y="1480"/>
                      <a:pt x="2698" y="1655"/>
                    </a:cubicBezTo>
                    <a:cubicBezTo>
                      <a:pt x="2706" y="1824"/>
                      <a:pt x="2715" y="1993"/>
                      <a:pt x="2726" y="2161"/>
                    </a:cubicBezTo>
                    <a:cubicBezTo>
                      <a:pt x="2730" y="2226"/>
                      <a:pt x="2733" y="2290"/>
                      <a:pt x="2736" y="2355"/>
                    </a:cubicBezTo>
                    <a:cubicBezTo>
                      <a:pt x="2743" y="2550"/>
                      <a:pt x="2754" y="2731"/>
                      <a:pt x="2818" y="2917"/>
                    </a:cubicBezTo>
                    <a:cubicBezTo>
                      <a:pt x="2923" y="2997"/>
                      <a:pt x="3017" y="3035"/>
                      <a:pt x="3141" y="3079"/>
                    </a:cubicBezTo>
                    <a:cubicBezTo>
                      <a:pt x="3235" y="3125"/>
                      <a:pt x="3235" y="3125"/>
                      <a:pt x="3277" y="3204"/>
                    </a:cubicBezTo>
                    <a:cubicBezTo>
                      <a:pt x="3296" y="3305"/>
                      <a:pt x="3303" y="3400"/>
                      <a:pt x="3307" y="3502"/>
                    </a:cubicBezTo>
                    <a:cubicBezTo>
                      <a:pt x="3310" y="3539"/>
                      <a:pt x="3313" y="3575"/>
                      <a:pt x="3316" y="3612"/>
                    </a:cubicBezTo>
                    <a:cubicBezTo>
                      <a:pt x="3329" y="3766"/>
                      <a:pt x="3337" y="3921"/>
                      <a:pt x="3346" y="4075"/>
                    </a:cubicBezTo>
                    <a:cubicBezTo>
                      <a:pt x="3353" y="4188"/>
                      <a:pt x="3362" y="4301"/>
                      <a:pt x="3372" y="4414"/>
                    </a:cubicBezTo>
                    <a:cubicBezTo>
                      <a:pt x="3373" y="4449"/>
                      <a:pt x="3374" y="4484"/>
                      <a:pt x="3375" y="4519"/>
                    </a:cubicBezTo>
                    <a:cubicBezTo>
                      <a:pt x="3384" y="4618"/>
                      <a:pt x="3384" y="4618"/>
                      <a:pt x="3443" y="4792"/>
                    </a:cubicBezTo>
                    <a:cubicBezTo>
                      <a:pt x="3581" y="4860"/>
                      <a:pt x="3718" y="4929"/>
                      <a:pt x="3860" y="5000"/>
                    </a:cubicBezTo>
                    <a:cubicBezTo>
                      <a:pt x="3860" y="4656"/>
                      <a:pt x="3860" y="4312"/>
                      <a:pt x="3860" y="3958"/>
                    </a:cubicBezTo>
                    <a:cubicBezTo>
                      <a:pt x="4704" y="3677"/>
                      <a:pt x="4704" y="3677"/>
                      <a:pt x="5033" y="3798"/>
                    </a:cubicBezTo>
                    <a:cubicBezTo>
                      <a:pt x="5402" y="4014"/>
                      <a:pt x="5672" y="4338"/>
                      <a:pt x="5787" y="4750"/>
                    </a:cubicBezTo>
                    <a:cubicBezTo>
                      <a:pt x="5880" y="5161"/>
                      <a:pt x="5905" y="5647"/>
                      <a:pt x="5735" y="6042"/>
                    </a:cubicBezTo>
                    <a:cubicBezTo>
                      <a:pt x="5587" y="6261"/>
                      <a:pt x="5361" y="6421"/>
                      <a:pt x="5153" y="6580"/>
                    </a:cubicBezTo>
                    <a:cubicBezTo>
                      <a:pt x="4885" y="6791"/>
                      <a:pt x="4698" y="6981"/>
                      <a:pt x="4640" y="7327"/>
                    </a:cubicBezTo>
                    <a:cubicBezTo>
                      <a:pt x="4609" y="7610"/>
                      <a:pt x="4598" y="7893"/>
                      <a:pt x="4589" y="8177"/>
                    </a:cubicBezTo>
                    <a:cubicBezTo>
                      <a:pt x="4562" y="9058"/>
                      <a:pt x="4562" y="9058"/>
                      <a:pt x="4438" y="9234"/>
                    </a:cubicBezTo>
                    <a:cubicBezTo>
                      <a:pt x="4231" y="9419"/>
                      <a:pt x="3949" y="9427"/>
                      <a:pt x="3684" y="9423"/>
                    </a:cubicBezTo>
                    <a:cubicBezTo>
                      <a:pt x="3526" y="9410"/>
                      <a:pt x="3456" y="9384"/>
                      <a:pt x="3327" y="9288"/>
                    </a:cubicBezTo>
                    <a:cubicBezTo>
                      <a:pt x="3216" y="9141"/>
                      <a:pt x="3197" y="9020"/>
                      <a:pt x="3184" y="8842"/>
                    </a:cubicBezTo>
                    <a:cubicBezTo>
                      <a:pt x="3177" y="8778"/>
                      <a:pt x="3170" y="8714"/>
                      <a:pt x="3163" y="8650"/>
                    </a:cubicBezTo>
                    <a:cubicBezTo>
                      <a:pt x="3153" y="8551"/>
                      <a:pt x="3144" y="8451"/>
                      <a:pt x="3136" y="8351"/>
                    </a:cubicBezTo>
                    <a:cubicBezTo>
                      <a:pt x="3127" y="8254"/>
                      <a:pt x="3117" y="8157"/>
                      <a:pt x="3106" y="8061"/>
                    </a:cubicBezTo>
                    <a:cubicBezTo>
                      <a:pt x="3104" y="8032"/>
                      <a:pt x="3102" y="8002"/>
                      <a:pt x="3100" y="7972"/>
                    </a:cubicBezTo>
                    <a:cubicBezTo>
                      <a:pt x="3073" y="7749"/>
                      <a:pt x="2987" y="7665"/>
                      <a:pt x="2816" y="7520"/>
                    </a:cubicBezTo>
                    <a:cubicBezTo>
                      <a:pt x="2636" y="7351"/>
                      <a:pt x="2571" y="7221"/>
                      <a:pt x="2563" y="6977"/>
                    </a:cubicBezTo>
                    <a:cubicBezTo>
                      <a:pt x="2561" y="6855"/>
                      <a:pt x="2565" y="6734"/>
                      <a:pt x="2569" y="6613"/>
                    </a:cubicBezTo>
                    <a:cubicBezTo>
                      <a:pt x="2570" y="6548"/>
                      <a:pt x="2571" y="6483"/>
                      <a:pt x="2571" y="6419"/>
                    </a:cubicBezTo>
                    <a:cubicBezTo>
                      <a:pt x="2573" y="6249"/>
                      <a:pt x="2577" y="6080"/>
                      <a:pt x="2581" y="5911"/>
                    </a:cubicBezTo>
                    <a:cubicBezTo>
                      <a:pt x="2586" y="5738"/>
                      <a:pt x="2588" y="5565"/>
                      <a:pt x="2590" y="5391"/>
                    </a:cubicBezTo>
                    <a:cubicBezTo>
                      <a:pt x="2594" y="5052"/>
                      <a:pt x="2601" y="4714"/>
                      <a:pt x="2610" y="4375"/>
                    </a:cubicBezTo>
                    <a:cubicBezTo>
                      <a:pt x="2404" y="4375"/>
                      <a:pt x="2198" y="4375"/>
                      <a:pt x="1985" y="4375"/>
                    </a:cubicBezTo>
                    <a:cubicBezTo>
                      <a:pt x="1986" y="4426"/>
                      <a:pt x="1987" y="4478"/>
                      <a:pt x="1988" y="4530"/>
                    </a:cubicBezTo>
                    <a:cubicBezTo>
                      <a:pt x="1996" y="5015"/>
                      <a:pt x="2003" y="5499"/>
                      <a:pt x="2007" y="5983"/>
                    </a:cubicBezTo>
                    <a:cubicBezTo>
                      <a:pt x="2009" y="6232"/>
                      <a:pt x="2012" y="6481"/>
                      <a:pt x="2016" y="6730"/>
                    </a:cubicBezTo>
                    <a:cubicBezTo>
                      <a:pt x="2021" y="6970"/>
                      <a:pt x="2024" y="7211"/>
                      <a:pt x="2025" y="7451"/>
                    </a:cubicBezTo>
                    <a:cubicBezTo>
                      <a:pt x="2025" y="7543"/>
                      <a:pt x="2027" y="7634"/>
                      <a:pt x="2029" y="7726"/>
                    </a:cubicBezTo>
                    <a:cubicBezTo>
                      <a:pt x="2047" y="8488"/>
                      <a:pt x="2047" y="8488"/>
                      <a:pt x="1893" y="8679"/>
                    </a:cubicBezTo>
                    <a:cubicBezTo>
                      <a:pt x="1780" y="8784"/>
                      <a:pt x="1780" y="8784"/>
                      <a:pt x="1665" y="8874"/>
                    </a:cubicBezTo>
                    <a:cubicBezTo>
                      <a:pt x="1506" y="9013"/>
                      <a:pt x="1496" y="9161"/>
                      <a:pt x="1482" y="9364"/>
                    </a:cubicBezTo>
                    <a:cubicBezTo>
                      <a:pt x="1478" y="9400"/>
                      <a:pt x="1474" y="9436"/>
                      <a:pt x="1470" y="9474"/>
                    </a:cubicBezTo>
                    <a:cubicBezTo>
                      <a:pt x="1458" y="9588"/>
                      <a:pt x="1448" y="9703"/>
                      <a:pt x="1438" y="9818"/>
                    </a:cubicBezTo>
                    <a:cubicBezTo>
                      <a:pt x="1430" y="9896"/>
                      <a:pt x="1422" y="9975"/>
                      <a:pt x="1414" y="10053"/>
                    </a:cubicBezTo>
                    <a:cubicBezTo>
                      <a:pt x="1394" y="10244"/>
                      <a:pt x="1376" y="10434"/>
                      <a:pt x="1360" y="10625"/>
                    </a:cubicBezTo>
                    <a:cubicBezTo>
                      <a:pt x="1154" y="10625"/>
                      <a:pt x="948" y="10625"/>
                      <a:pt x="735" y="10625"/>
                    </a:cubicBezTo>
                    <a:cubicBezTo>
                      <a:pt x="738" y="10550"/>
                      <a:pt x="741" y="10476"/>
                      <a:pt x="745" y="10399"/>
                    </a:cubicBezTo>
                    <a:cubicBezTo>
                      <a:pt x="755" y="10152"/>
                      <a:pt x="762" y="9905"/>
                      <a:pt x="767" y="9658"/>
                    </a:cubicBezTo>
                    <a:cubicBezTo>
                      <a:pt x="771" y="9508"/>
                      <a:pt x="775" y="9359"/>
                      <a:pt x="782" y="9209"/>
                    </a:cubicBezTo>
                    <a:cubicBezTo>
                      <a:pt x="819" y="8402"/>
                      <a:pt x="819" y="8402"/>
                      <a:pt x="735" y="8125"/>
                    </a:cubicBezTo>
                    <a:cubicBezTo>
                      <a:pt x="622" y="8010"/>
                      <a:pt x="492" y="7996"/>
                      <a:pt x="337" y="7976"/>
                    </a:cubicBezTo>
                    <a:cubicBezTo>
                      <a:pt x="253" y="7964"/>
                      <a:pt x="253" y="7964"/>
                      <a:pt x="110" y="7917"/>
                    </a:cubicBezTo>
                    <a:cubicBezTo>
                      <a:pt x="0" y="7733"/>
                      <a:pt x="20" y="7496"/>
                      <a:pt x="29" y="7289"/>
                    </a:cubicBezTo>
                    <a:cubicBezTo>
                      <a:pt x="32" y="7187"/>
                      <a:pt x="29" y="7087"/>
                      <a:pt x="25" y="6985"/>
                    </a:cubicBezTo>
                    <a:cubicBezTo>
                      <a:pt x="22" y="6612"/>
                      <a:pt x="22" y="6612"/>
                      <a:pt x="110" y="6458"/>
                    </a:cubicBezTo>
                    <a:cubicBezTo>
                      <a:pt x="233" y="6376"/>
                      <a:pt x="371" y="6352"/>
                      <a:pt x="514" y="6322"/>
                    </a:cubicBezTo>
                    <a:cubicBezTo>
                      <a:pt x="598" y="6302"/>
                      <a:pt x="598" y="6302"/>
                      <a:pt x="735" y="6250"/>
                    </a:cubicBezTo>
                    <a:cubicBezTo>
                      <a:pt x="807" y="6079"/>
                      <a:pt x="776" y="5922"/>
                      <a:pt x="748" y="5742"/>
                    </a:cubicBezTo>
                    <a:cubicBezTo>
                      <a:pt x="722" y="5558"/>
                      <a:pt x="704" y="5392"/>
                      <a:pt x="735" y="5208"/>
                    </a:cubicBezTo>
                    <a:cubicBezTo>
                      <a:pt x="825" y="5113"/>
                      <a:pt x="825" y="5113"/>
                      <a:pt x="940" y="5022"/>
                    </a:cubicBezTo>
                    <a:cubicBezTo>
                      <a:pt x="1138" y="4845"/>
                      <a:pt x="1199" y="4689"/>
                      <a:pt x="1217" y="4423"/>
                    </a:cubicBezTo>
                    <a:cubicBezTo>
                      <a:pt x="1219" y="4369"/>
                      <a:pt x="1220" y="4314"/>
                      <a:pt x="1222" y="4259"/>
                    </a:cubicBezTo>
                    <a:cubicBezTo>
                      <a:pt x="1223" y="4171"/>
                      <a:pt x="1228" y="4084"/>
                      <a:pt x="1233" y="3996"/>
                    </a:cubicBezTo>
                    <a:cubicBezTo>
                      <a:pt x="1243" y="3810"/>
                      <a:pt x="1249" y="3624"/>
                      <a:pt x="1256" y="3438"/>
                    </a:cubicBezTo>
                    <a:cubicBezTo>
                      <a:pt x="1263" y="3221"/>
                      <a:pt x="1272" y="3006"/>
                      <a:pt x="1284" y="2790"/>
                    </a:cubicBezTo>
                    <a:cubicBezTo>
                      <a:pt x="1288" y="2704"/>
                      <a:pt x="1290" y="2619"/>
                      <a:pt x="1292" y="2533"/>
                    </a:cubicBezTo>
                    <a:cubicBezTo>
                      <a:pt x="1304" y="2239"/>
                      <a:pt x="1346" y="2067"/>
                      <a:pt x="1568" y="1862"/>
                    </a:cubicBezTo>
                    <a:cubicBezTo>
                      <a:pt x="1605" y="1829"/>
                      <a:pt x="1642" y="1796"/>
                      <a:pt x="1681" y="1763"/>
                    </a:cubicBezTo>
                    <a:cubicBezTo>
                      <a:pt x="1832" y="1611"/>
                      <a:pt x="1848" y="1468"/>
                      <a:pt x="1863" y="1261"/>
                    </a:cubicBezTo>
                    <a:cubicBezTo>
                      <a:pt x="1867" y="1225"/>
                      <a:pt x="1871" y="1189"/>
                      <a:pt x="1875" y="1151"/>
                    </a:cubicBezTo>
                    <a:cubicBezTo>
                      <a:pt x="1888" y="1037"/>
                      <a:pt x="1897" y="922"/>
                      <a:pt x="1907" y="807"/>
                    </a:cubicBezTo>
                    <a:cubicBezTo>
                      <a:pt x="1915" y="729"/>
                      <a:pt x="1923" y="650"/>
                      <a:pt x="1931" y="572"/>
                    </a:cubicBezTo>
                    <a:cubicBezTo>
                      <a:pt x="1951" y="381"/>
                      <a:pt x="1969" y="191"/>
                      <a:pt x="1985" y="0"/>
                    </a:cubicBezTo>
                    <a:close/>
                  </a:path>
                </a:pathLst>
              </a:custGeom>
              <a:solidFill>
                <a:srgbClr val="EC57AD"/>
              </a:solidFill>
              <a:ln w="2646" cap="flat">
                <a:noFill/>
              </a:ln>
            </p:spPr>
          </p:sp>
          <p:sp>
            <p:nvSpPr>
              <p:cNvPr id="3212" name="ICON_A_EEG_WAVE_GRAPHIC_path_023"/>
              <p:cNvSpPr/>
              <p:nvPr/>
            </p:nvSpPr>
            <p:spPr>
              <a:xfrm>
                <a:off x="1468281" y="1087438"/>
                <a:ext cx="64669" cy="135112"/>
              </a:xfrm>
              <a:custGeom>
                <a:avLst/>
                <a:gdLst/>
                <a:ahLst/>
                <a:cxnLst/>
                <a:rect l="0" t="0" r="r" b="b"/>
                <a:pathLst>
                  <a:path w="5092" h="10639" fill="norm" stroke="0">
                    <a:moveTo>
                      <a:pt x="637" y="0"/>
                    </a:moveTo>
                    <a:cubicBezTo>
                      <a:pt x="844" y="0"/>
                      <a:pt x="1050" y="0"/>
                      <a:pt x="1262" y="0"/>
                    </a:cubicBezTo>
                    <a:cubicBezTo>
                      <a:pt x="1425" y="299"/>
                      <a:pt x="1425" y="299"/>
                      <a:pt x="1455" y="434"/>
                    </a:cubicBezTo>
                    <a:cubicBezTo>
                      <a:pt x="1462" y="463"/>
                      <a:pt x="1469" y="493"/>
                      <a:pt x="1476" y="523"/>
                    </a:cubicBezTo>
                    <a:cubicBezTo>
                      <a:pt x="1479" y="537"/>
                      <a:pt x="1479" y="537"/>
                      <a:pt x="1497" y="612"/>
                    </a:cubicBezTo>
                    <a:cubicBezTo>
                      <a:pt x="1519" y="699"/>
                      <a:pt x="1543" y="786"/>
                      <a:pt x="1567" y="873"/>
                    </a:cubicBezTo>
                    <a:cubicBezTo>
                      <a:pt x="1581" y="927"/>
                      <a:pt x="1595" y="981"/>
                      <a:pt x="1608" y="1036"/>
                    </a:cubicBezTo>
                    <a:cubicBezTo>
                      <a:pt x="1644" y="1179"/>
                      <a:pt x="1674" y="1245"/>
                      <a:pt x="1785" y="1345"/>
                    </a:cubicBezTo>
                    <a:cubicBezTo>
                      <a:pt x="1939" y="1516"/>
                      <a:pt x="1927" y="1682"/>
                      <a:pt x="1939" y="1905"/>
                    </a:cubicBezTo>
                    <a:cubicBezTo>
                      <a:pt x="1945" y="1996"/>
                      <a:pt x="1952" y="2086"/>
                      <a:pt x="1959" y="2176"/>
                    </a:cubicBezTo>
                    <a:cubicBezTo>
                      <a:pt x="1969" y="2318"/>
                      <a:pt x="1978" y="2459"/>
                      <a:pt x="1987" y="2600"/>
                    </a:cubicBezTo>
                    <a:cubicBezTo>
                      <a:pt x="2070" y="3960"/>
                      <a:pt x="2070" y="3960"/>
                      <a:pt x="2512" y="4375"/>
                    </a:cubicBezTo>
                    <a:cubicBezTo>
                      <a:pt x="2718" y="4464"/>
                      <a:pt x="2926" y="4426"/>
                      <a:pt x="3137" y="4375"/>
                    </a:cubicBezTo>
                    <a:cubicBezTo>
                      <a:pt x="3134" y="4340"/>
                      <a:pt x="3131" y="4306"/>
                      <a:pt x="3127" y="4270"/>
                    </a:cubicBezTo>
                    <a:cubicBezTo>
                      <a:pt x="3037" y="3171"/>
                      <a:pt x="3037" y="3171"/>
                      <a:pt x="3319" y="2792"/>
                    </a:cubicBezTo>
                    <a:cubicBezTo>
                      <a:pt x="3451" y="2651"/>
                      <a:pt x="3570" y="2545"/>
                      <a:pt x="3762" y="2500"/>
                    </a:cubicBezTo>
                    <a:cubicBezTo>
                      <a:pt x="4080" y="2531"/>
                      <a:pt x="4352" y="2724"/>
                      <a:pt x="4596" y="2917"/>
                    </a:cubicBezTo>
                    <a:cubicBezTo>
                      <a:pt x="4634" y="2945"/>
                      <a:pt x="4672" y="2973"/>
                      <a:pt x="4711" y="3002"/>
                    </a:cubicBezTo>
                    <a:cubicBezTo>
                      <a:pt x="4943" y="3199"/>
                      <a:pt x="5050" y="3366"/>
                      <a:pt x="5082" y="3664"/>
                    </a:cubicBezTo>
                    <a:cubicBezTo>
                      <a:pt x="5091" y="3788"/>
                      <a:pt x="5092" y="3912"/>
                      <a:pt x="5090" y="4036"/>
                    </a:cubicBezTo>
                    <a:cubicBezTo>
                      <a:pt x="5090" y="4069"/>
                      <a:pt x="5090" y="4101"/>
                      <a:pt x="5090" y="4134"/>
                    </a:cubicBezTo>
                    <a:cubicBezTo>
                      <a:pt x="5084" y="4612"/>
                      <a:pt x="5000" y="4945"/>
                      <a:pt x="4661" y="5300"/>
                    </a:cubicBezTo>
                    <a:cubicBezTo>
                      <a:pt x="4630" y="5334"/>
                      <a:pt x="4599" y="5368"/>
                      <a:pt x="4567" y="5403"/>
                    </a:cubicBezTo>
                    <a:cubicBezTo>
                      <a:pt x="4136" y="5780"/>
                      <a:pt x="3747" y="5625"/>
                      <a:pt x="3137" y="5625"/>
                    </a:cubicBezTo>
                    <a:cubicBezTo>
                      <a:pt x="3137" y="6450"/>
                      <a:pt x="3137" y="7275"/>
                      <a:pt x="3137" y="8125"/>
                    </a:cubicBezTo>
                    <a:cubicBezTo>
                      <a:pt x="2721" y="7917"/>
                      <a:pt x="2304" y="7708"/>
                      <a:pt x="1887" y="7500"/>
                    </a:cubicBezTo>
                    <a:cubicBezTo>
                      <a:pt x="1889" y="7532"/>
                      <a:pt x="1889" y="7532"/>
                      <a:pt x="1897" y="7697"/>
                    </a:cubicBezTo>
                    <a:cubicBezTo>
                      <a:pt x="1907" y="7916"/>
                      <a:pt x="1915" y="8134"/>
                      <a:pt x="1920" y="8353"/>
                    </a:cubicBezTo>
                    <a:cubicBezTo>
                      <a:pt x="1923" y="8486"/>
                      <a:pt x="1928" y="8618"/>
                      <a:pt x="1934" y="8750"/>
                    </a:cubicBezTo>
                    <a:cubicBezTo>
                      <a:pt x="1964" y="9327"/>
                      <a:pt x="1958" y="9800"/>
                      <a:pt x="1611" y="10283"/>
                    </a:cubicBezTo>
                    <a:cubicBezTo>
                      <a:pt x="1587" y="10318"/>
                      <a:pt x="1563" y="10354"/>
                      <a:pt x="1538" y="10390"/>
                    </a:cubicBezTo>
                    <a:cubicBezTo>
                      <a:pt x="1439" y="10509"/>
                      <a:pt x="1348" y="10612"/>
                      <a:pt x="1188" y="10636"/>
                    </a:cubicBezTo>
                    <a:cubicBezTo>
                      <a:pt x="1104" y="10639"/>
                      <a:pt x="1021" y="10637"/>
                      <a:pt x="938" y="10634"/>
                    </a:cubicBezTo>
                    <a:cubicBezTo>
                      <a:pt x="923" y="10634"/>
                      <a:pt x="923" y="10634"/>
                      <a:pt x="850" y="10632"/>
                    </a:cubicBezTo>
                    <a:cubicBezTo>
                      <a:pt x="779" y="10630"/>
                      <a:pt x="708" y="10628"/>
                      <a:pt x="637" y="10625"/>
                    </a:cubicBezTo>
                    <a:cubicBezTo>
                      <a:pt x="637" y="10610"/>
                      <a:pt x="637" y="10610"/>
                      <a:pt x="635" y="10532"/>
                    </a:cubicBezTo>
                    <a:cubicBezTo>
                      <a:pt x="618" y="9782"/>
                      <a:pt x="599" y="9033"/>
                      <a:pt x="577" y="8283"/>
                    </a:cubicBezTo>
                    <a:cubicBezTo>
                      <a:pt x="567" y="7921"/>
                      <a:pt x="557" y="7559"/>
                      <a:pt x="549" y="7196"/>
                    </a:cubicBezTo>
                    <a:cubicBezTo>
                      <a:pt x="543" y="6880"/>
                      <a:pt x="534" y="6564"/>
                      <a:pt x="524" y="6248"/>
                    </a:cubicBezTo>
                    <a:cubicBezTo>
                      <a:pt x="519" y="6081"/>
                      <a:pt x="514" y="5914"/>
                      <a:pt x="512" y="5746"/>
                    </a:cubicBezTo>
                    <a:cubicBezTo>
                      <a:pt x="509" y="5589"/>
                      <a:pt x="504" y="5431"/>
                      <a:pt x="498" y="5273"/>
                    </a:cubicBezTo>
                    <a:cubicBezTo>
                      <a:pt x="496" y="5216"/>
                      <a:pt x="495" y="5158"/>
                      <a:pt x="495" y="5100"/>
                    </a:cubicBezTo>
                    <a:cubicBezTo>
                      <a:pt x="492" y="4819"/>
                      <a:pt x="483" y="4613"/>
                      <a:pt x="275" y="4407"/>
                    </a:cubicBezTo>
                    <a:cubicBezTo>
                      <a:pt x="219" y="4356"/>
                      <a:pt x="160" y="4310"/>
                      <a:pt x="101" y="4263"/>
                    </a:cubicBezTo>
                    <a:cubicBezTo>
                      <a:pt x="12" y="4167"/>
                      <a:pt x="12" y="4167"/>
                      <a:pt x="0" y="4029"/>
                    </a:cubicBezTo>
                    <a:cubicBezTo>
                      <a:pt x="19" y="3888"/>
                      <a:pt x="51" y="3757"/>
                      <a:pt x="90" y="3620"/>
                    </a:cubicBezTo>
                    <a:cubicBezTo>
                      <a:pt x="96" y="3596"/>
                      <a:pt x="96" y="3596"/>
                      <a:pt x="126" y="3475"/>
                    </a:cubicBezTo>
                    <a:cubicBezTo>
                      <a:pt x="156" y="3358"/>
                      <a:pt x="187" y="3241"/>
                      <a:pt x="221" y="3125"/>
                    </a:cubicBezTo>
                    <a:cubicBezTo>
                      <a:pt x="358" y="3125"/>
                      <a:pt x="496" y="3125"/>
                      <a:pt x="637" y="3125"/>
                    </a:cubicBezTo>
                    <a:cubicBezTo>
                      <a:pt x="637" y="2094"/>
                      <a:pt x="637" y="1062"/>
                      <a:pt x="637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13" name="ICON_A_EEG_WAVE_GRAPHIC_path_024"/>
              <p:cNvSpPr/>
              <p:nvPr/>
            </p:nvSpPr>
            <p:spPr>
              <a:xfrm>
                <a:off x="2433323" y="1252831"/>
                <a:ext cx="82865" cy="113432"/>
              </a:xfrm>
              <a:custGeom>
                <a:avLst/>
                <a:gdLst/>
                <a:ahLst/>
                <a:cxnLst/>
                <a:rect l="0" t="0" r="r" b="b"/>
                <a:pathLst>
                  <a:path w="6525" h="8932" fill="norm" stroke="0">
                    <a:moveTo>
                      <a:pt x="6525" y="102"/>
                    </a:moveTo>
                    <a:cubicBezTo>
                      <a:pt x="6525" y="721"/>
                      <a:pt x="6525" y="1339"/>
                      <a:pt x="6525" y="1977"/>
                    </a:cubicBezTo>
                    <a:cubicBezTo>
                      <a:pt x="6319" y="1977"/>
                      <a:pt x="6112" y="1977"/>
                      <a:pt x="5900" y="1977"/>
                    </a:cubicBezTo>
                    <a:cubicBezTo>
                      <a:pt x="5902" y="2044"/>
                      <a:pt x="5904" y="2111"/>
                      <a:pt x="5906" y="2181"/>
                    </a:cubicBezTo>
                    <a:cubicBezTo>
                      <a:pt x="5913" y="2404"/>
                      <a:pt x="5918" y="2628"/>
                      <a:pt x="5921" y="2852"/>
                    </a:cubicBezTo>
                    <a:cubicBezTo>
                      <a:pt x="5924" y="2987"/>
                      <a:pt x="5926" y="3123"/>
                      <a:pt x="5931" y="3258"/>
                    </a:cubicBezTo>
                    <a:cubicBezTo>
                      <a:pt x="5964" y="4221"/>
                      <a:pt x="5964" y="4221"/>
                      <a:pt x="5809" y="4409"/>
                    </a:cubicBezTo>
                    <a:cubicBezTo>
                      <a:pt x="5696" y="4505"/>
                      <a:pt x="5696" y="4505"/>
                      <a:pt x="5581" y="4588"/>
                    </a:cubicBezTo>
                    <a:cubicBezTo>
                      <a:pt x="5373" y="4794"/>
                      <a:pt x="5398" y="5135"/>
                      <a:pt x="5379" y="5414"/>
                    </a:cubicBezTo>
                    <a:cubicBezTo>
                      <a:pt x="5334" y="6074"/>
                      <a:pt x="5334" y="6074"/>
                      <a:pt x="5178" y="6257"/>
                    </a:cubicBezTo>
                    <a:cubicBezTo>
                      <a:pt x="5103" y="6321"/>
                      <a:pt x="5027" y="6385"/>
                      <a:pt x="4952" y="6449"/>
                    </a:cubicBezTo>
                    <a:cubicBezTo>
                      <a:pt x="4778" y="6655"/>
                      <a:pt x="4798" y="6909"/>
                      <a:pt x="4785" y="7168"/>
                    </a:cubicBezTo>
                    <a:cubicBezTo>
                      <a:pt x="4751" y="7773"/>
                      <a:pt x="4631" y="8221"/>
                      <a:pt x="4177" y="8639"/>
                    </a:cubicBezTo>
                    <a:cubicBezTo>
                      <a:pt x="3890" y="8857"/>
                      <a:pt x="3614" y="8932"/>
                      <a:pt x="3256" y="8891"/>
                    </a:cubicBezTo>
                    <a:cubicBezTo>
                      <a:pt x="3055" y="8849"/>
                      <a:pt x="2919" y="8794"/>
                      <a:pt x="2775" y="8644"/>
                    </a:cubicBezTo>
                    <a:cubicBezTo>
                      <a:pt x="2643" y="8366"/>
                      <a:pt x="2634" y="8033"/>
                      <a:pt x="2624" y="7730"/>
                    </a:cubicBezTo>
                    <a:cubicBezTo>
                      <a:pt x="2623" y="7698"/>
                      <a:pt x="2621" y="7666"/>
                      <a:pt x="2620" y="7633"/>
                    </a:cubicBezTo>
                    <a:cubicBezTo>
                      <a:pt x="2617" y="7571"/>
                      <a:pt x="2617" y="7510"/>
                      <a:pt x="2619" y="7449"/>
                    </a:cubicBezTo>
                    <a:cubicBezTo>
                      <a:pt x="2614" y="7286"/>
                      <a:pt x="2593" y="7211"/>
                      <a:pt x="2472" y="7094"/>
                    </a:cubicBezTo>
                    <a:cubicBezTo>
                      <a:pt x="2434" y="7062"/>
                      <a:pt x="2396" y="7030"/>
                      <a:pt x="2357" y="6997"/>
                    </a:cubicBezTo>
                    <a:cubicBezTo>
                      <a:pt x="2203" y="6853"/>
                      <a:pt x="2125" y="6753"/>
                      <a:pt x="2105" y="6538"/>
                    </a:cubicBezTo>
                    <a:cubicBezTo>
                      <a:pt x="2100" y="6388"/>
                      <a:pt x="2104" y="6240"/>
                      <a:pt x="2109" y="6090"/>
                    </a:cubicBezTo>
                    <a:cubicBezTo>
                      <a:pt x="2110" y="6025"/>
                      <a:pt x="2110" y="5960"/>
                      <a:pt x="2111" y="5895"/>
                    </a:cubicBezTo>
                    <a:cubicBezTo>
                      <a:pt x="2112" y="5726"/>
                      <a:pt x="2116" y="5557"/>
                      <a:pt x="2121" y="5388"/>
                    </a:cubicBezTo>
                    <a:cubicBezTo>
                      <a:pt x="2125" y="5215"/>
                      <a:pt x="2127" y="5041"/>
                      <a:pt x="2129" y="4868"/>
                    </a:cubicBezTo>
                    <a:cubicBezTo>
                      <a:pt x="2134" y="4529"/>
                      <a:pt x="2141" y="4191"/>
                      <a:pt x="2150" y="3852"/>
                    </a:cubicBezTo>
                    <a:cubicBezTo>
                      <a:pt x="1764" y="4017"/>
                      <a:pt x="1764" y="4017"/>
                      <a:pt x="1651" y="4176"/>
                    </a:cubicBezTo>
                    <a:cubicBezTo>
                      <a:pt x="1637" y="4218"/>
                      <a:pt x="1623" y="4259"/>
                      <a:pt x="1609" y="4301"/>
                    </a:cubicBezTo>
                    <a:cubicBezTo>
                      <a:pt x="1592" y="4346"/>
                      <a:pt x="1576" y="4392"/>
                      <a:pt x="1559" y="4439"/>
                    </a:cubicBezTo>
                    <a:cubicBezTo>
                      <a:pt x="1543" y="4486"/>
                      <a:pt x="1528" y="4533"/>
                      <a:pt x="1512" y="4581"/>
                    </a:cubicBezTo>
                    <a:cubicBezTo>
                      <a:pt x="1479" y="4675"/>
                      <a:pt x="1447" y="4768"/>
                      <a:pt x="1413" y="4861"/>
                    </a:cubicBezTo>
                    <a:cubicBezTo>
                      <a:pt x="1400" y="4902"/>
                      <a:pt x="1386" y="4943"/>
                      <a:pt x="1372" y="4986"/>
                    </a:cubicBezTo>
                    <a:cubicBezTo>
                      <a:pt x="1316" y="5102"/>
                      <a:pt x="1316" y="5102"/>
                      <a:pt x="1210" y="5197"/>
                    </a:cubicBezTo>
                    <a:cubicBezTo>
                      <a:pt x="1068" y="5354"/>
                      <a:pt x="1062" y="5489"/>
                      <a:pt x="1042" y="5695"/>
                    </a:cubicBezTo>
                    <a:cubicBezTo>
                      <a:pt x="1038" y="5732"/>
                      <a:pt x="1034" y="5769"/>
                      <a:pt x="1029" y="5806"/>
                    </a:cubicBezTo>
                    <a:cubicBezTo>
                      <a:pt x="1016" y="5923"/>
                      <a:pt x="1003" y="6040"/>
                      <a:pt x="991" y="6156"/>
                    </a:cubicBezTo>
                    <a:cubicBezTo>
                      <a:pt x="982" y="6236"/>
                      <a:pt x="973" y="6315"/>
                      <a:pt x="964" y="6395"/>
                    </a:cubicBezTo>
                    <a:cubicBezTo>
                      <a:pt x="941" y="6589"/>
                      <a:pt x="920" y="6783"/>
                      <a:pt x="900" y="6977"/>
                    </a:cubicBezTo>
                    <a:cubicBezTo>
                      <a:pt x="694" y="6977"/>
                      <a:pt x="487" y="6977"/>
                      <a:pt x="275" y="6977"/>
                    </a:cubicBezTo>
                    <a:cubicBezTo>
                      <a:pt x="239" y="6721"/>
                      <a:pt x="206" y="6466"/>
                      <a:pt x="174" y="6210"/>
                    </a:cubicBezTo>
                    <a:cubicBezTo>
                      <a:pt x="163" y="6123"/>
                      <a:pt x="152" y="6037"/>
                      <a:pt x="140" y="5950"/>
                    </a:cubicBezTo>
                    <a:cubicBezTo>
                      <a:pt x="0" y="4941"/>
                      <a:pt x="0" y="4941"/>
                      <a:pt x="275" y="4477"/>
                    </a:cubicBezTo>
                    <a:cubicBezTo>
                      <a:pt x="481" y="4477"/>
                      <a:pt x="687" y="4477"/>
                      <a:pt x="900" y="4477"/>
                    </a:cubicBezTo>
                    <a:cubicBezTo>
                      <a:pt x="900" y="3239"/>
                      <a:pt x="900" y="2002"/>
                      <a:pt x="900" y="727"/>
                    </a:cubicBezTo>
                    <a:cubicBezTo>
                      <a:pt x="1106" y="727"/>
                      <a:pt x="1312" y="727"/>
                      <a:pt x="1525" y="727"/>
                    </a:cubicBezTo>
                    <a:cubicBezTo>
                      <a:pt x="1687" y="1026"/>
                      <a:pt x="1687" y="1026"/>
                      <a:pt x="1718" y="1161"/>
                    </a:cubicBezTo>
                    <a:cubicBezTo>
                      <a:pt x="1721" y="1176"/>
                      <a:pt x="1721" y="1176"/>
                      <a:pt x="1739" y="1250"/>
                    </a:cubicBezTo>
                    <a:cubicBezTo>
                      <a:pt x="1745" y="1279"/>
                      <a:pt x="1752" y="1309"/>
                      <a:pt x="1759" y="1339"/>
                    </a:cubicBezTo>
                    <a:cubicBezTo>
                      <a:pt x="1782" y="1426"/>
                      <a:pt x="1805" y="1513"/>
                      <a:pt x="1829" y="1600"/>
                    </a:cubicBezTo>
                    <a:cubicBezTo>
                      <a:pt x="1844" y="1654"/>
                      <a:pt x="1858" y="1708"/>
                      <a:pt x="1870" y="1763"/>
                    </a:cubicBezTo>
                    <a:cubicBezTo>
                      <a:pt x="1907" y="1908"/>
                      <a:pt x="1942" y="1977"/>
                      <a:pt x="2050" y="2084"/>
                    </a:cubicBezTo>
                    <a:cubicBezTo>
                      <a:pt x="2150" y="2185"/>
                      <a:pt x="2150" y="2185"/>
                      <a:pt x="2174" y="2305"/>
                    </a:cubicBezTo>
                    <a:cubicBezTo>
                      <a:pt x="2172" y="2347"/>
                      <a:pt x="2171" y="2390"/>
                      <a:pt x="2170" y="2433"/>
                    </a:cubicBezTo>
                    <a:cubicBezTo>
                      <a:pt x="2169" y="2480"/>
                      <a:pt x="2169" y="2526"/>
                      <a:pt x="2168" y="2574"/>
                    </a:cubicBezTo>
                    <a:cubicBezTo>
                      <a:pt x="2166" y="2622"/>
                      <a:pt x="2165" y="2670"/>
                      <a:pt x="2163" y="2719"/>
                    </a:cubicBezTo>
                    <a:cubicBezTo>
                      <a:pt x="2162" y="2768"/>
                      <a:pt x="2161" y="2816"/>
                      <a:pt x="2160" y="2867"/>
                    </a:cubicBezTo>
                    <a:cubicBezTo>
                      <a:pt x="2157" y="2987"/>
                      <a:pt x="2154" y="3107"/>
                      <a:pt x="2150" y="3227"/>
                    </a:cubicBezTo>
                    <a:cubicBezTo>
                      <a:pt x="2356" y="3227"/>
                      <a:pt x="2562" y="3227"/>
                      <a:pt x="2775" y="3227"/>
                    </a:cubicBezTo>
                    <a:cubicBezTo>
                      <a:pt x="2775" y="2814"/>
                      <a:pt x="2775" y="2402"/>
                      <a:pt x="2775" y="1977"/>
                    </a:cubicBezTo>
                    <a:cubicBezTo>
                      <a:pt x="3400" y="1977"/>
                      <a:pt x="3400" y="1977"/>
                      <a:pt x="3597" y="2108"/>
                    </a:cubicBezTo>
                    <a:cubicBezTo>
                      <a:pt x="3677" y="2199"/>
                      <a:pt x="3677" y="2199"/>
                      <a:pt x="3751" y="2302"/>
                    </a:cubicBezTo>
                    <a:cubicBezTo>
                      <a:pt x="3778" y="2338"/>
                      <a:pt x="3804" y="2374"/>
                      <a:pt x="3831" y="2411"/>
                    </a:cubicBezTo>
                    <a:cubicBezTo>
                      <a:pt x="4062" y="2776"/>
                      <a:pt x="4087" y="3142"/>
                      <a:pt x="4090" y="3565"/>
                    </a:cubicBezTo>
                    <a:cubicBezTo>
                      <a:pt x="4091" y="3597"/>
                      <a:pt x="4091" y="3629"/>
                      <a:pt x="4092" y="3661"/>
                    </a:cubicBezTo>
                    <a:cubicBezTo>
                      <a:pt x="4093" y="3754"/>
                      <a:pt x="4091" y="3846"/>
                      <a:pt x="4087" y="3938"/>
                    </a:cubicBezTo>
                    <a:cubicBezTo>
                      <a:pt x="4088" y="3965"/>
                      <a:pt x="4088" y="3992"/>
                      <a:pt x="4088" y="4020"/>
                    </a:cubicBezTo>
                    <a:cubicBezTo>
                      <a:pt x="4076" y="4176"/>
                      <a:pt x="4046" y="4248"/>
                      <a:pt x="3931" y="4358"/>
                    </a:cubicBezTo>
                    <a:cubicBezTo>
                      <a:pt x="3894" y="4390"/>
                      <a:pt x="3856" y="4422"/>
                      <a:pt x="3818" y="4455"/>
                    </a:cubicBezTo>
                    <a:cubicBezTo>
                      <a:pt x="3535" y="4722"/>
                      <a:pt x="3536" y="4999"/>
                      <a:pt x="3522" y="5364"/>
                    </a:cubicBezTo>
                    <a:cubicBezTo>
                      <a:pt x="3518" y="5429"/>
                      <a:pt x="3514" y="5494"/>
                      <a:pt x="3510" y="5558"/>
                    </a:cubicBezTo>
                    <a:cubicBezTo>
                      <a:pt x="3499" y="5728"/>
                      <a:pt x="3491" y="5897"/>
                      <a:pt x="3483" y="6066"/>
                    </a:cubicBezTo>
                    <a:cubicBezTo>
                      <a:pt x="3475" y="6239"/>
                      <a:pt x="3464" y="6412"/>
                      <a:pt x="3454" y="6585"/>
                    </a:cubicBezTo>
                    <a:cubicBezTo>
                      <a:pt x="3433" y="6924"/>
                      <a:pt x="3416" y="7263"/>
                      <a:pt x="3400" y="7602"/>
                    </a:cubicBezTo>
                    <a:cubicBezTo>
                      <a:pt x="3606" y="7602"/>
                      <a:pt x="3812" y="7602"/>
                      <a:pt x="4025" y="7602"/>
                    </a:cubicBezTo>
                    <a:cubicBezTo>
                      <a:pt x="4023" y="7535"/>
                      <a:pt x="4020" y="7468"/>
                      <a:pt x="4018" y="7398"/>
                    </a:cubicBezTo>
                    <a:cubicBezTo>
                      <a:pt x="4011" y="7174"/>
                      <a:pt x="4007" y="6951"/>
                      <a:pt x="4003" y="6727"/>
                    </a:cubicBezTo>
                    <a:cubicBezTo>
                      <a:pt x="4001" y="6592"/>
                      <a:pt x="3998" y="6456"/>
                      <a:pt x="3993" y="6321"/>
                    </a:cubicBezTo>
                    <a:cubicBezTo>
                      <a:pt x="3960" y="5357"/>
                      <a:pt x="3960" y="5357"/>
                      <a:pt x="4116" y="5170"/>
                    </a:cubicBezTo>
                    <a:cubicBezTo>
                      <a:pt x="4228" y="5074"/>
                      <a:pt x="4228" y="5074"/>
                      <a:pt x="4343" y="4991"/>
                    </a:cubicBezTo>
                    <a:cubicBezTo>
                      <a:pt x="4552" y="4785"/>
                      <a:pt x="4527" y="4444"/>
                      <a:pt x="4546" y="4164"/>
                    </a:cubicBezTo>
                    <a:cubicBezTo>
                      <a:pt x="4591" y="3498"/>
                      <a:pt x="4591" y="3498"/>
                      <a:pt x="4746" y="3333"/>
                    </a:cubicBezTo>
                    <a:cubicBezTo>
                      <a:pt x="4783" y="3304"/>
                      <a:pt x="4820" y="3275"/>
                      <a:pt x="4859" y="3245"/>
                    </a:cubicBezTo>
                    <a:cubicBezTo>
                      <a:pt x="5061" y="3073"/>
                      <a:pt x="5096" y="2944"/>
                      <a:pt x="5122" y="2682"/>
                    </a:cubicBezTo>
                    <a:cubicBezTo>
                      <a:pt x="5140" y="2410"/>
                      <a:pt x="5154" y="2138"/>
                      <a:pt x="5161" y="1865"/>
                    </a:cubicBezTo>
                    <a:cubicBezTo>
                      <a:pt x="5180" y="1326"/>
                      <a:pt x="5238" y="900"/>
                      <a:pt x="5556" y="452"/>
                    </a:cubicBezTo>
                    <a:cubicBezTo>
                      <a:pt x="5580" y="416"/>
                      <a:pt x="5604" y="381"/>
                      <a:pt x="5629" y="344"/>
                    </a:cubicBezTo>
                    <a:cubicBezTo>
                      <a:pt x="5903" y="0"/>
                      <a:pt x="6023" y="102"/>
                      <a:pt x="6525" y="102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214" name="ICON_A_EEG_WAVE_GRAPHIC_path_025"/>
              <p:cNvSpPr/>
              <p:nvPr/>
            </p:nvSpPr>
            <p:spPr>
              <a:xfrm>
                <a:off x="1762125" y="903859"/>
                <a:ext cx="104196" cy="72453"/>
              </a:xfrm>
              <a:custGeom>
                <a:avLst/>
                <a:gdLst/>
                <a:ahLst/>
                <a:cxnLst/>
                <a:rect l="0" t="0" r="r" b="b"/>
                <a:pathLst>
                  <a:path w="8204" h="5705" fill="norm" stroke="0">
                    <a:moveTo>
                      <a:pt x="1250" y="80"/>
                    </a:moveTo>
                    <a:cubicBezTo>
                      <a:pt x="1466" y="25"/>
                      <a:pt x="1662" y="0"/>
                      <a:pt x="1875" y="80"/>
                    </a:cubicBezTo>
                    <a:cubicBezTo>
                      <a:pt x="2199" y="304"/>
                      <a:pt x="2445" y="669"/>
                      <a:pt x="2531" y="1053"/>
                    </a:cubicBezTo>
                    <a:cubicBezTo>
                      <a:pt x="2575" y="1406"/>
                      <a:pt x="2558" y="1757"/>
                      <a:pt x="2539" y="2111"/>
                    </a:cubicBezTo>
                    <a:cubicBezTo>
                      <a:pt x="2536" y="2218"/>
                      <a:pt x="2533" y="2324"/>
                      <a:pt x="2530" y="2431"/>
                    </a:cubicBezTo>
                    <a:cubicBezTo>
                      <a:pt x="2524" y="2689"/>
                      <a:pt x="2513" y="2947"/>
                      <a:pt x="2500" y="3205"/>
                    </a:cubicBezTo>
                    <a:cubicBezTo>
                      <a:pt x="2714" y="3228"/>
                      <a:pt x="2912" y="3239"/>
                      <a:pt x="3125" y="3205"/>
                    </a:cubicBezTo>
                    <a:cubicBezTo>
                      <a:pt x="3256" y="3097"/>
                      <a:pt x="3303" y="2972"/>
                      <a:pt x="3359" y="2814"/>
                    </a:cubicBezTo>
                    <a:cubicBezTo>
                      <a:pt x="3390" y="2741"/>
                      <a:pt x="3421" y="2668"/>
                      <a:pt x="3452" y="2595"/>
                    </a:cubicBezTo>
                    <a:cubicBezTo>
                      <a:pt x="3499" y="2481"/>
                      <a:pt x="3542" y="2370"/>
                      <a:pt x="3577" y="2251"/>
                    </a:cubicBezTo>
                    <a:cubicBezTo>
                      <a:pt x="3618" y="2136"/>
                      <a:pt x="3618" y="2136"/>
                      <a:pt x="3750" y="1955"/>
                    </a:cubicBezTo>
                    <a:cubicBezTo>
                      <a:pt x="3956" y="1955"/>
                      <a:pt x="4162" y="1955"/>
                      <a:pt x="4375" y="1955"/>
                    </a:cubicBezTo>
                    <a:cubicBezTo>
                      <a:pt x="4375" y="2367"/>
                      <a:pt x="4375" y="2780"/>
                      <a:pt x="4375" y="3205"/>
                    </a:cubicBezTo>
                    <a:cubicBezTo>
                      <a:pt x="4581" y="3205"/>
                      <a:pt x="4787" y="3205"/>
                      <a:pt x="5000" y="3205"/>
                    </a:cubicBezTo>
                    <a:cubicBezTo>
                      <a:pt x="5000" y="2586"/>
                      <a:pt x="5000" y="1968"/>
                      <a:pt x="5000" y="1330"/>
                    </a:cubicBezTo>
                    <a:cubicBezTo>
                      <a:pt x="5206" y="1330"/>
                      <a:pt x="5412" y="1330"/>
                      <a:pt x="5625" y="1330"/>
                    </a:cubicBezTo>
                    <a:cubicBezTo>
                      <a:pt x="5735" y="1530"/>
                      <a:pt x="5735" y="1530"/>
                      <a:pt x="5775" y="1646"/>
                    </a:cubicBezTo>
                    <a:cubicBezTo>
                      <a:pt x="5833" y="1747"/>
                      <a:pt x="5833" y="1747"/>
                      <a:pt x="5946" y="1801"/>
                    </a:cubicBezTo>
                    <a:cubicBezTo>
                      <a:pt x="6086" y="1834"/>
                      <a:pt x="6224" y="1858"/>
                      <a:pt x="6367" y="1877"/>
                    </a:cubicBezTo>
                    <a:cubicBezTo>
                      <a:pt x="6391" y="1881"/>
                      <a:pt x="6391" y="1881"/>
                      <a:pt x="6515" y="1901"/>
                    </a:cubicBezTo>
                    <a:cubicBezTo>
                      <a:pt x="6635" y="1921"/>
                      <a:pt x="6755" y="1939"/>
                      <a:pt x="6875" y="1955"/>
                    </a:cubicBezTo>
                    <a:cubicBezTo>
                      <a:pt x="6856" y="1932"/>
                      <a:pt x="6837" y="1909"/>
                      <a:pt x="6818" y="1885"/>
                    </a:cubicBezTo>
                    <a:cubicBezTo>
                      <a:pt x="6731" y="1779"/>
                      <a:pt x="6647" y="1672"/>
                      <a:pt x="6562" y="1564"/>
                    </a:cubicBezTo>
                    <a:cubicBezTo>
                      <a:pt x="6533" y="1528"/>
                      <a:pt x="6503" y="1492"/>
                      <a:pt x="6472" y="1455"/>
                    </a:cubicBezTo>
                    <a:cubicBezTo>
                      <a:pt x="6294" y="1226"/>
                      <a:pt x="6215" y="1074"/>
                      <a:pt x="6239" y="781"/>
                    </a:cubicBezTo>
                    <a:cubicBezTo>
                      <a:pt x="6241" y="768"/>
                      <a:pt x="6241" y="768"/>
                      <a:pt x="6250" y="705"/>
                    </a:cubicBezTo>
                    <a:cubicBezTo>
                      <a:pt x="6697" y="633"/>
                      <a:pt x="7147" y="594"/>
                      <a:pt x="7546" y="839"/>
                    </a:cubicBezTo>
                    <a:cubicBezTo>
                      <a:pt x="7883" y="1098"/>
                      <a:pt x="8117" y="1385"/>
                      <a:pt x="8181" y="1808"/>
                    </a:cubicBezTo>
                    <a:cubicBezTo>
                      <a:pt x="8198" y="1970"/>
                      <a:pt x="8203" y="2131"/>
                      <a:pt x="8203" y="2294"/>
                    </a:cubicBezTo>
                    <a:cubicBezTo>
                      <a:pt x="8204" y="2325"/>
                      <a:pt x="8204" y="2357"/>
                      <a:pt x="8204" y="2389"/>
                    </a:cubicBezTo>
                    <a:cubicBezTo>
                      <a:pt x="8204" y="2906"/>
                      <a:pt x="8204" y="2906"/>
                      <a:pt x="8029" y="3107"/>
                    </a:cubicBezTo>
                    <a:cubicBezTo>
                      <a:pt x="7992" y="3139"/>
                      <a:pt x="7954" y="3170"/>
                      <a:pt x="7916" y="3203"/>
                    </a:cubicBezTo>
                    <a:cubicBezTo>
                      <a:pt x="7740" y="3352"/>
                      <a:pt x="7683" y="3447"/>
                      <a:pt x="7663" y="3670"/>
                    </a:cubicBezTo>
                    <a:cubicBezTo>
                      <a:pt x="7657" y="3799"/>
                      <a:pt x="7651" y="3928"/>
                      <a:pt x="7648" y="4056"/>
                    </a:cubicBezTo>
                    <a:cubicBezTo>
                      <a:pt x="7623" y="4635"/>
                      <a:pt x="7623" y="4635"/>
                      <a:pt x="7500" y="4872"/>
                    </a:cubicBezTo>
                    <a:cubicBezTo>
                      <a:pt x="7243" y="5090"/>
                      <a:pt x="6900" y="5103"/>
                      <a:pt x="6574" y="5108"/>
                    </a:cubicBezTo>
                    <a:cubicBezTo>
                      <a:pt x="6408" y="5068"/>
                      <a:pt x="6349" y="5010"/>
                      <a:pt x="6250" y="4872"/>
                    </a:cubicBezTo>
                    <a:cubicBezTo>
                      <a:pt x="6222" y="4743"/>
                      <a:pt x="6226" y="4618"/>
                      <a:pt x="6230" y="4487"/>
                    </a:cubicBezTo>
                    <a:cubicBezTo>
                      <a:pt x="6230" y="4450"/>
                      <a:pt x="6230" y="4413"/>
                      <a:pt x="6231" y="4376"/>
                    </a:cubicBezTo>
                    <a:cubicBezTo>
                      <a:pt x="6232" y="4259"/>
                      <a:pt x="6234" y="4142"/>
                      <a:pt x="6237" y="4025"/>
                    </a:cubicBezTo>
                    <a:cubicBezTo>
                      <a:pt x="6238" y="3946"/>
                      <a:pt x="6239" y="3867"/>
                      <a:pt x="6240" y="3787"/>
                    </a:cubicBezTo>
                    <a:cubicBezTo>
                      <a:pt x="6242" y="3593"/>
                      <a:pt x="6246" y="3399"/>
                      <a:pt x="6250" y="3205"/>
                    </a:cubicBezTo>
                    <a:cubicBezTo>
                      <a:pt x="6044" y="3205"/>
                      <a:pt x="5838" y="3205"/>
                      <a:pt x="5625" y="3205"/>
                    </a:cubicBezTo>
                    <a:cubicBezTo>
                      <a:pt x="5629" y="3238"/>
                      <a:pt x="5629" y="3238"/>
                      <a:pt x="5647" y="3404"/>
                    </a:cubicBezTo>
                    <a:cubicBezTo>
                      <a:pt x="5686" y="3917"/>
                      <a:pt x="5662" y="4302"/>
                      <a:pt x="5352" y="4728"/>
                    </a:cubicBezTo>
                    <a:cubicBezTo>
                      <a:pt x="5327" y="4764"/>
                      <a:pt x="5303" y="4800"/>
                      <a:pt x="5277" y="4836"/>
                    </a:cubicBezTo>
                    <a:cubicBezTo>
                      <a:pt x="5198" y="4934"/>
                      <a:pt x="5198" y="4934"/>
                      <a:pt x="5000" y="5080"/>
                    </a:cubicBezTo>
                    <a:cubicBezTo>
                      <a:pt x="4794" y="5080"/>
                      <a:pt x="4588" y="5080"/>
                      <a:pt x="4375" y="5080"/>
                    </a:cubicBezTo>
                    <a:cubicBezTo>
                      <a:pt x="4375" y="4668"/>
                      <a:pt x="4375" y="4255"/>
                      <a:pt x="4375" y="3830"/>
                    </a:cubicBezTo>
                    <a:cubicBezTo>
                      <a:pt x="4169" y="3830"/>
                      <a:pt x="3963" y="3830"/>
                      <a:pt x="3750" y="3830"/>
                    </a:cubicBezTo>
                    <a:cubicBezTo>
                      <a:pt x="3624" y="3963"/>
                      <a:pt x="3588" y="4019"/>
                      <a:pt x="3529" y="4182"/>
                    </a:cubicBezTo>
                    <a:cubicBezTo>
                      <a:pt x="3513" y="4218"/>
                      <a:pt x="3497" y="4254"/>
                      <a:pt x="3481" y="4292"/>
                    </a:cubicBezTo>
                    <a:cubicBezTo>
                      <a:pt x="3429" y="4415"/>
                      <a:pt x="3381" y="4539"/>
                      <a:pt x="3333" y="4663"/>
                    </a:cubicBezTo>
                    <a:cubicBezTo>
                      <a:pt x="3294" y="4759"/>
                      <a:pt x="3255" y="4855"/>
                      <a:pt x="3215" y="4951"/>
                    </a:cubicBezTo>
                    <a:cubicBezTo>
                      <a:pt x="3112" y="5201"/>
                      <a:pt x="3015" y="5453"/>
                      <a:pt x="2917" y="5705"/>
                    </a:cubicBezTo>
                    <a:cubicBezTo>
                      <a:pt x="2573" y="5636"/>
                      <a:pt x="2229" y="5567"/>
                      <a:pt x="1875" y="5497"/>
                    </a:cubicBezTo>
                    <a:cubicBezTo>
                      <a:pt x="1875" y="4740"/>
                      <a:pt x="1875" y="3984"/>
                      <a:pt x="1875" y="3205"/>
                    </a:cubicBezTo>
                    <a:cubicBezTo>
                      <a:pt x="1669" y="3205"/>
                      <a:pt x="1463" y="3205"/>
                      <a:pt x="1250" y="3205"/>
                    </a:cubicBezTo>
                    <a:cubicBezTo>
                      <a:pt x="1146" y="3339"/>
                      <a:pt x="1131" y="3364"/>
                      <a:pt x="1107" y="3517"/>
                    </a:cubicBezTo>
                    <a:cubicBezTo>
                      <a:pt x="1096" y="3569"/>
                      <a:pt x="1096" y="3569"/>
                      <a:pt x="1042" y="3830"/>
                    </a:cubicBezTo>
                    <a:cubicBezTo>
                      <a:pt x="698" y="3761"/>
                      <a:pt x="354" y="3692"/>
                      <a:pt x="0" y="3622"/>
                    </a:cubicBezTo>
                    <a:cubicBezTo>
                      <a:pt x="0" y="3072"/>
                      <a:pt x="0" y="2522"/>
                      <a:pt x="0" y="1955"/>
                    </a:cubicBezTo>
                    <a:cubicBezTo>
                      <a:pt x="167" y="1955"/>
                      <a:pt x="335" y="1955"/>
                      <a:pt x="508" y="1955"/>
                    </a:cubicBezTo>
                    <a:cubicBezTo>
                      <a:pt x="725" y="1934"/>
                      <a:pt x="876" y="1894"/>
                      <a:pt x="1042" y="1747"/>
                    </a:cubicBezTo>
                    <a:cubicBezTo>
                      <a:pt x="1278" y="1264"/>
                      <a:pt x="1241" y="606"/>
                      <a:pt x="1250" y="8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15" name="ICON_A_EEG_WAVE_GRAPHIC_path_026"/>
              <p:cNvSpPr/>
              <p:nvPr/>
            </p:nvSpPr>
            <p:spPr>
              <a:xfrm>
                <a:off x="2403988" y="896255"/>
                <a:ext cx="112199" cy="87995"/>
              </a:xfrm>
              <a:custGeom>
                <a:avLst/>
                <a:gdLst/>
                <a:ahLst/>
                <a:cxnLst/>
                <a:rect l="0" t="0" r="r" b="b"/>
                <a:pathLst>
                  <a:path w="8835" h="6929" fill="norm" stroke="0">
                    <a:moveTo>
                      <a:pt x="3210" y="54"/>
                    </a:moveTo>
                    <a:cubicBezTo>
                      <a:pt x="3818" y="0"/>
                      <a:pt x="3818" y="0"/>
                      <a:pt x="4032" y="177"/>
                    </a:cubicBezTo>
                    <a:cubicBezTo>
                      <a:pt x="4112" y="266"/>
                      <a:pt x="4112" y="266"/>
                      <a:pt x="4186" y="366"/>
                    </a:cubicBezTo>
                    <a:cubicBezTo>
                      <a:pt x="4213" y="401"/>
                      <a:pt x="4239" y="436"/>
                      <a:pt x="4266" y="472"/>
                    </a:cubicBezTo>
                    <a:cubicBezTo>
                      <a:pt x="4643" y="1063"/>
                      <a:pt x="4507" y="1886"/>
                      <a:pt x="4460" y="2554"/>
                    </a:cubicBezTo>
                    <a:cubicBezTo>
                      <a:pt x="5027" y="2601"/>
                      <a:pt x="5027" y="2601"/>
                      <a:pt x="5156" y="2495"/>
                    </a:cubicBezTo>
                    <a:cubicBezTo>
                      <a:pt x="5195" y="2410"/>
                      <a:pt x="5213" y="2334"/>
                      <a:pt x="5228" y="2241"/>
                    </a:cubicBezTo>
                    <a:cubicBezTo>
                      <a:pt x="5235" y="2211"/>
                      <a:pt x="5242" y="2182"/>
                      <a:pt x="5249" y="2151"/>
                    </a:cubicBezTo>
                    <a:cubicBezTo>
                      <a:pt x="5266" y="2078"/>
                      <a:pt x="5280" y="2003"/>
                      <a:pt x="5293" y="1929"/>
                    </a:cubicBezTo>
                    <a:cubicBezTo>
                      <a:pt x="5825" y="1986"/>
                      <a:pt x="6322" y="2042"/>
                      <a:pt x="6712" y="2437"/>
                    </a:cubicBezTo>
                    <a:cubicBezTo>
                      <a:pt x="6725" y="2449"/>
                      <a:pt x="6725" y="2449"/>
                      <a:pt x="6790" y="2514"/>
                    </a:cubicBezTo>
                    <a:cubicBezTo>
                      <a:pt x="6929" y="2670"/>
                      <a:pt x="6974" y="2780"/>
                      <a:pt x="6975" y="2991"/>
                    </a:cubicBezTo>
                    <a:cubicBezTo>
                      <a:pt x="6971" y="3054"/>
                      <a:pt x="6966" y="3116"/>
                      <a:pt x="6960" y="3179"/>
                    </a:cubicBezTo>
                    <a:cubicBezTo>
                      <a:pt x="7403" y="3254"/>
                      <a:pt x="7403" y="3254"/>
                      <a:pt x="7585" y="3179"/>
                    </a:cubicBezTo>
                    <a:cubicBezTo>
                      <a:pt x="7728" y="3003"/>
                      <a:pt x="7748" y="2769"/>
                      <a:pt x="7793" y="2554"/>
                    </a:cubicBezTo>
                    <a:cubicBezTo>
                      <a:pt x="7965" y="2588"/>
                      <a:pt x="7965" y="2588"/>
                      <a:pt x="8835" y="2762"/>
                    </a:cubicBezTo>
                    <a:cubicBezTo>
                      <a:pt x="8751" y="3572"/>
                      <a:pt x="8751" y="3572"/>
                      <a:pt x="8626" y="3804"/>
                    </a:cubicBezTo>
                    <a:cubicBezTo>
                      <a:pt x="8498" y="3884"/>
                      <a:pt x="8372" y="3895"/>
                      <a:pt x="8222" y="3908"/>
                    </a:cubicBezTo>
                    <a:cubicBezTo>
                      <a:pt x="8067" y="3922"/>
                      <a:pt x="7932" y="3939"/>
                      <a:pt x="7793" y="4012"/>
                    </a:cubicBezTo>
                    <a:cubicBezTo>
                      <a:pt x="7597" y="4275"/>
                      <a:pt x="7520" y="4617"/>
                      <a:pt x="7421" y="4925"/>
                    </a:cubicBezTo>
                    <a:cubicBezTo>
                      <a:pt x="7358" y="5106"/>
                      <a:pt x="7280" y="5268"/>
                      <a:pt x="7181" y="5431"/>
                    </a:cubicBezTo>
                    <a:cubicBezTo>
                      <a:pt x="7168" y="5457"/>
                      <a:pt x="7155" y="5483"/>
                      <a:pt x="7141" y="5509"/>
                    </a:cubicBezTo>
                    <a:cubicBezTo>
                      <a:pt x="7097" y="5579"/>
                      <a:pt x="7097" y="5579"/>
                      <a:pt x="6960" y="5679"/>
                    </a:cubicBezTo>
                    <a:cubicBezTo>
                      <a:pt x="6753" y="5679"/>
                      <a:pt x="6547" y="5679"/>
                      <a:pt x="6335" y="5679"/>
                    </a:cubicBezTo>
                    <a:cubicBezTo>
                      <a:pt x="6335" y="5060"/>
                      <a:pt x="6335" y="4441"/>
                      <a:pt x="6335" y="3804"/>
                    </a:cubicBezTo>
                    <a:cubicBezTo>
                      <a:pt x="6128" y="3804"/>
                      <a:pt x="5922" y="3804"/>
                      <a:pt x="5710" y="3804"/>
                    </a:cubicBezTo>
                    <a:cubicBezTo>
                      <a:pt x="5609" y="3933"/>
                      <a:pt x="5590" y="3966"/>
                      <a:pt x="5566" y="4116"/>
                    </a:cubicBezTo>
                    <a:cubicBezTo>
                      <a:pt x="5559" y="4146"/>
                      <a:pt x="5552" y="4176"/>
                      <a:pt x="5545" y="4207"/>
                    </a:cubicBezTo>
                    <a:cubicBezTo>
                      <a:pt x="5528" y="4280"/>
                      <a:pt x="5514" y="4354"/>
                      <a:pt x="5501" y="4429"/>
                    </a:cubicBezTo>
                    <a:cubicBezTo>
                      <a:pt x="5395" y="4407"/>
                      <a:pt x="5290" y="4386"/>
                      <a:pt x="5184" y="4365"/>
                    </a:cubicBezTo>
                    <a:cubicBezTo>
                      <a:pt x="5091" y="4346"/>
                      <a:pt x="4997" y="4329"/>
                      <a:pt x="4904" y="4312"/>
                    </a:cubicBezTo>
                    <a:cubicBezTo>
                      <a:pt x="4656" y="4266"/>
                      <a:pt x="4424" y="4211"/>
                      <a:pt x="4188" y="4124"/>
                    </a:cubicBezTo>
                    <a:cubicBezTo>
                      <a:pt x="3672" y="3946"/>
                      <a:pt x="3672" y="3946"/>
                      <a:pt x="3418" y="4012"/>
                    </a:cubicBezTo>
                    <a:cubicBezTo>
                      <a:pt x="3052" y="4248"/>
                      <a:pt x="2805" y="4690"/>
                      <a:pt x="2585" y="5054"/>
                    </a:cubicBezTo>
                    <a:cubicBezTo>
                      <a:pt x="2168" y="4845"/>
                      <a:pt x="1751" y="4637"/>
                      <a:pt x="1335" y="4429"/>
                    </a:cubicBezTo>
                    <a:cubicBezTo>
                      <a:pt x="1337" y="4458"/>
                      <a:pt x="1339" y="4487"/>
                      <a:pt x="1341" y="4518"/>
                    </a:cubicBezTo>
                    <a:cubicBezTo>
                      <a:pt x="1397" y="5379"/>
                      <a:pt x="1397" y="5379"/>
                      <a:pt x="1249" y="5596"/>
                    </a:cubicBezTo>
                    <a:cubicBezTo>
                      <a:pt x="1175" y="5652"/>
                      <a:pt x="1100" y="5707"/>
                      <a:pt x="1025" y="5762"/>
                    </a:cubicBezTo>
                    <a:cubicBezTo>
                      <a:pt x="755" y="6012"/>
                      <a:pt x="759" y="6585"/>
                      <a:pt x="710" y="6929"/>
                    </a:cubicBezTo>
                    <a:cubicBezTo>
                      <a:pt x="503" y="6929"/>
                      <a:pt x="297" y="6929"/>
                      <a:pt x="85" y="6929"/>
                    </a:cubicBezTo>
                    <a:cubicBezTo>
                      <a:pt x="70" y="6634"/>
                      <a:pt x="59" y="6339"/>
                      <a:pt x="52" y="6043"/>
                    </a:cubicBezTo>
                    <a:cubicBezTo>
                      <a:pt x="49" y="5906"/>
                      <a:pt x="45" y="5769"/>
                      <a:pt x="37" y="5632"/>
                    </a:cubicBezTo>
                    <a:cubicBezTo>
                      <a:pt x="0" y="4890"/>
                      <a:pt x="0" y="4890"/>
                      <a:pt x="85" y="4637"/>
                    </a:cubicBezTo>
                    <a:cubicBezTo>
                      <a:pt x="201" y="4531"/>
                      <a:pt x="336" y="4519"/>
                      <a:pt x="488" y="4498"/>
                    </a:cubicBezTo>
                    <a:cubicBezTo>
                      <a:pt x="572" y="4484"/>
                      <a:pt x="572" y="4484"/>
                      <a:pt x="710" y="4429"/>
                    </a:cubicBezTo>
                    <a:cubicBezTo>
                      <a:pt x="798" y="4223"/>
                      <a:pt x="744" y="3964"/>
                      <a:pt x="721" y="3748"/>
                    </a:cubicBezTo>
                    <a:cubicBezTo>
                      <a:pt x="666" y="3198"/>
                      <a:pt x="631" y="2697"/>
                      <a:pt x="983" y="2241"/>
                    </a:cubicBezTo>
                    <a:cubicBezTo>
                      <a:pt x="1008" y="2208"/>
                      <a:pt x="1032" y="2175"/>
                      <a:pt x="1058" y="2140"/>
                    </a:cubicBezTo>
                    <a:cubicBezTo>
                      <a:pt x="1137" y="2052"/>
                      <a:pt x="1137" y="2052"/>
                      <a:pt x="1335" y="1929"/>
                    </a:cubicBezTo>
                    <a:cubicBezTo>
                      <a:pt x="1541" y="1929"/>
                      <a:pt x="1747" y="1929"/>
                      <a:pt x="1960" y="1929"/>
                    </a:cubicBezTo>
                    <a:cubicBezTo>
                      <a:pt x="1960" y="2341"/>
                      <a:pt x="1960" y="2754"/>
                      <a:pt x="1960" y="3179"/>
                    </a:cubicBezTo>
                    <a:cubicBezTo>
                      <a:pt x="2166" y="3179"/>
                      <a:pt x="2372" y="3179"/>
                      <a:pt x="2585" y="3179"/>
                    </a:cubicBezTo>
                    <a:cubicBezTo>
                      <a:pt x="2580" y="3108"/>
                      <a:pt x="2575" y="3038"/>
                      <a:pt x="2570" y="2966"/>
                    </a:cubicBezTo>
                    <a:cubicBezTo>
                      <a:pt x="2566" y="2872"/>
                      <a:pt x="2562" y="2778"/>
                      <a:pt x="2559" y="2684"/>
                    </a:cubicBezTo>
                    <a:cubicBezTo>
                      <a:pt x="2555" y="2638"/>
                      <a:pt x="2551" y="2592"/>
                      <a:pt x="2548" y="2544"/>
                    </a:cubicBezTo>
                    <a:cubicBezTo>
                      <a:pt x="2537" y="2188"/>
                      <a:pt x="2537" y="2188"/>
                      <a:pt x="2675" y="2040"/>
                    </a:cubicBezTo>
                    <a:cubicBezTo>
                      <a:pt x="2711" y="2010"/>
                      <a:pt x="2748" y="1980"/>
                      <a:pt x="2786" y="1948"/>
                    </a:cubicBezTo>
                    <a:cubicBezTo>
                      <a:pt x="3113" y="1662"/>
                      <a:pt x="3097" y="1272"/>
                      <a:pt x="3131" y="861"/>
                    </a:cubicBezTo>
                    <a:cubicBezTo>
                      <a:pt x="3139" y="783"/>
                      <a:pt x="3148" y="704"/>
                      <a:pt x="3156" y="626"/>
                    </a:cubicBezTo>
                    <a:cubicBezTo>
                      <a:pt x="3176" y="435"/>
                      <a:pt x="3193" y="245"/>
                      <a:pt x="3210" y="54"/>
                    </a:cubicBezTo>
                    <a:close/>
                  </a:path>
                </a:pathLst>
              </a:custGeom>
              <a:solidFill>
                <a:srgbClr val="4178FB"/>
              </a:solidFill>
              <a:ln w="2646" cap="flat">
                <a:noFill/>
              </a:ln>
            </p:spPr>
          </p:sp>
          <p:sp>
            <p:nvSpPr>
              <p:cNvPr id="3216" name="ICON_A_EEG_WAVE_GRAPHIC_path_027"/>
              <p:cNvSpPr/>
              <p:nvPr/>
            </p:nvSpPr>
            <p:spPr>
              <a:xfrm>
                <a:off x="2151063" y="1261196"/>
                <a:ext cx="72110" cy="113027"/>
              </a:xfrm>
              <a:custGeom>
                <a:avLst/>
                <a:gdLst/>
                <a:ahLst/>
                <a:cxnLst/>
                <a:rect l="0" t="0" r="r" b="b"/>
                <a:pathLst>
                  <a:path w="5678" h="8900" fill="norm" stroke="0">
                    <a:moveTo>
                      <a:pt x="2604" y="29"/>
                    </a:moveTo>
                    <a:cubicBezTo>
                      <a:pt x="2785" y="51"/>
                      <a:pt x="2937" y="84"/>
                      <a:pt x="3076" y="208"/>
                    </a:cubicBezTo>
                    <a:cubicBezTo>
                      <a:pt x="3319" y="550"/>
                      <a:pt x="3256" y="1176"/>
                      <a:pt x="3257" y="1574"/>
                    </a:cubicBezTo>
                    <a:cubicBezTo>
                      <a:pt x="3264" y="2028"/>
                      <a:pt x="3271" y="2393"/>
                      <a:pt x="3604" y="2731"/>
                    </a:cubicBezTo>
                    <a:cubicBezTo>
                      <a:pt x="3935" y="3032"/>
                      <a:pt x="4280" y="3090"/>
                      <a:pt x="4714" y="3115"/>
                    </a:cubicBezTo>
                    <a:cubicBezTo>
                      <a:pt x="4811" y="3123"/>
                      <a:pt x="4909" y="3131"/>
                      <a:pt x="5007" y="3141"/>
                    </a:cubicBezTo>
                    <a:cubicBezTo>
                      <a:pt x="5066" y="3146"/>
                      <a:pt x="5127" y="3151"/>
                      <a:pt x="5187" y="3154"/>
                    </a:cubicBezTo>
                    <a:cubicBezTo>
                      <a:pt x="5336" y="3166"/>
                      <a:pt x="5416" y="3193"/>
                      <a:pt x="5538" y="3281"/>
                    </a:cubicBezTo>
                    <a:cubicBezTo>
                      <a:pt x="5642" y="3425"/>
                      <a:pt x="5662" y="3539"/>
                      <a:pt x="5667" y="3712"/>
                    </a:cubicBezTo>
                    <a:cubicBezTo>
                      <a:pt x="5669" y="3741"/>
                      <a:pt x="5670" y="3771"/>
                      <a:pt x="5672" y="3802"/>
                    </a:cubicBezTo>
                    <a:cubicBezTo>
                      <a:pt x="5675" y="3899"/>
                      <a:pt x="5677" y="3995"/>
                      <a:pt x="5677" y="4092"/>
                    </a:cubicBezTo>
                    <a:cubicBezTo>
                      <a:pt x="5677" y="4124"/>
                      <a:pt x="5678" y="4157"/>
                      <a:pt x="5678" y="4191"/>
                    </a:cubicBezTo>
                    <a:cubicBezTo>
                      <a:pt x="5677" y="4645"/>
                      <a:pt x="5629" y="4994"/>
                      <a:pt x="5352" y="5368"/>
                    </a:cubicBezTo>
                    <a:cubicBezTo>
                      <a:pt x="5327" y="5402"/>
                      <a:pt x="5302" y="5436"/>
                      <a:pt x="5277" y="5471"/>
                    </a:cubicBezTo>
                    <a:cubicBezTo>
                      <a:pt x="5198" y="5562"/>
                      <a:pt x="5198" y="5562"/>
                      <a:pt x="5000" y="5693"/>
                    </a:cubicBezTo>
                    <a:cubicBezTo>
                      <a:pt x="4794" y="5693"/>
                      <a:pt x="4587" y="5693"/>
                      <a:pt x="4375" y="5693"/>
                    </a:cubicBezTo>
                    <a:cubicBezTo>
                      <a:pt x="4375" y="5281"/>
                      <a:pt x="4375" y="4868"/>
                      <a:pt x="4375" y="4443"/>
                    </a:cubicBezTo>
                    <a:cubicBezTo>
                      <a:pt x="4169" y="4443"/>
                      <a:pt x="3962" y="4443"/>
                      <a:pt x="3750" y="4443"/>
                    </a:cubicBezTo>
                    <a:cubicBezTo>
                      <a:pt x="3752" y="4491"/>
                      <a:pt x="3754" y="4540"/>
                      <a:pt x="3757" y="4590"/>
                    </a:cubicBezTo>
                    <a:cubicBezTo>
                      <a:pt x="3764" y="4770"/>
                      <a:pt x="3769" y="4951"/>
                      <a:pt x="3773" y="5133"/>
                    </a:cubicBezTo>
                    <a:cubicBezTo>
                      <a:pt x="3775" y="5210"/>
                      <a:pt x="3778" y="5288"/>
                      <a:pt x="3781" y="5366"/>
                    </a:cubicBezTo>
                    <a:cubicBezTo>
                      <a:pt x="3786" y="5479"/>
                      <a:pt x="3789" y="5592"/>
                      <a:pt x="3791" y="5705"/>
                    </a:cubicBezTo>
                    <a:cubicBezTo>
                      <a:pt x="3793" y="5739"/>
                      <a:pt x="3795" y="5773"/>
                      <a:pt x="3797" y="5809"/>
                    </a:cubicBezTo>
                    <a:cubicBezTo>
                      <a:pt x="3797" y="5986"/>
                      <a:pt x="3781" y="6076"/>
                      <a:pt x="3657" y="6209"/>
                    </a:cubicBezTo>
                    <a:cubicBezTo>
                      <a:pt x="3620" y="6242"/>
                      <a:pt x="3583" y="6275"/>
                      <a:pt x="3545" y="6310"/>
                    </a:cubicBezTo>
                    <a:cubicBezTo>
                      <a:pt x="3291" y="6542"/>
                      <a:pt x="3264" y="6735"/>
                      <a:pt x="3247" y="7069"/>
                    </a:cubicBezTo>
                    <a:cubicBezTo>
                      <a:pt x="3243" y="7119"/>
                      <a:pt x="3239" y="7169"/>
                      <a:pt x="3235" y="7221"/>
                    </a:cubicBezTo>
                    <a:cubicBezTo>
                      <a:pt x="3224" y="7353"/>
                      <a:pt x="3216" y="7485"/>
                      <a:pt x="3208" y="7618"/>
                    </a:cubicBezTo>
                    <a:cubicBezTo>
                      <a:pt x="3200" y="7753"/>
                      <a:pt x="3189" y="7889"/>
                      <a:pt x="3179" y="8024"/>
                    </a:cubicBezTo>
                    <a:cubicBezTo>
                      <a:pt x="3159" y="8289"/>
                      <a:pt x="3141" y="8553"/>
                      <a:pt x="3125" y="8818"/>
                    </a:cubicBezTo>
                    <a:cubicBezTo>
                      <a:pt x="2910" y="8873"/>
                      <a:pt x="2712" y="8900"/>
                      <a:pt x="2500" y="8818"/>
                    </a:cubicBezTo>
                    <a:cubicBezTo>
                      <a:pt x="2150" y="8564"/>
                      <a:pt x="1893" y="8154"/>
                      <a:pt x="1816" y="7731"/>
                    </a:cubicBezTo>
                    <a:cubicBezTo>
                      <a:pt x="1778" y="7419"/>
                      <a:pt x="1774" y="7107"/>
                      <a:pt x="1769" y="6793"/>
                    </a:cubicBezTo>
                    <a:cubicBezTo>
                      <a:pt x="1756" y="6307"/>
                      <a:pt x="1741" y="5918"/>
                      <a:pt x="1413" y="5538"/>
                    </a:cubicBezTo>
                    <a:cubicBezTo>
                      <a:pt x="1042" y="5277"/>
                      <a:pt x="1042" y="5277"/>
                      <a:pt x="0" y="5068"/>
                    </a:cubicBezTo>
                    <a:cubicBezTo>
                      <a:pt x="0" y="4243"/>
                      <a:pt x="0" y="3418"/>
                      <a:pt x="0" y="2568"/>
                    </a:cubicBezTo>
                    <a:cubicBezTo>
                      <a:pt x="206" y="2568"/>
                      <a:pt x="412" y="2568"/>
                      <a:pt x="625" y="2568"/>
                    </a:cubicBezTo>
                    <a:cubicBezTo>
                      <a:pt x="694" y="2912"/>
                      <a:pt x="762" y="3256"/>
                      <a:pt x="833" y="3610"/>
                    </a:cubicBezTo>
                    <a:cubicBezTo>
                      <a:pt x="1108" y="3610"/>
                      <a:pt x="1383" y="3610"/>
                      <a:pt x="1667" y="3610"/>
                    </a:cubicBezTo>
                    <a:cubicBezTo>
                      <a:pt x="1672" y="3510"/>
                      <a:pt x="1677" y="3410"/>
                      <a:pt x="1683" y="3307"/>
                    </a:cubicBezTo>
                    <a:cubicBezTo>
                      <a:pt x="1700" y="2977"/>
                      <a:pt x="1718" y="2647"/>
                      <a:pt x="1737" y="2317"/>
                    </a:cubicBezTo>
                    <a:cubicBezTo>
                      <a:pt x="1749" y="2117"/>
                      <a:pt x="1760" y="1917"/>
                      <a:pt x="1770" y="1716"/>
                    </a:cubicBezTo>
                    <a:cubicBezTo>
                      <a:pt x="1780" y="1523"/>
                      <a:pt x="1791" y="1330"/>
                      <a:pt x="1803" y="1137"/>
                    </a:cubicBezTo>
                    <a:cubicBezTo>
                      <a:pt x="1807" y="1063"/>
                      <a:pt x="1811" y="990"/>
                      <a:pt x="1814" y="916"/>
                    </a:cubicBezTo>
                    <a:cubicBezTo>
                      <a:pt x="1819" y="812"/>
                      <a:pt x="1826" y="709"/>
                      <a:pt x="1832" y="606"/>
                    </a:cubicBezTo>
                    <a:cubicBezTo>
                      <a:pt x="1833" y="576"/>
                      <a:pt x="1835" y="545"/>
                      <a:pt x="1836" y="514"/>
                    </a:cubicBezTo>
                    <a:cubicBezTo>
                      <a:pt x="1847" y="362"/>
                      <a:pt x="1870" y="263"/>
                      <a:pt x="1975" y="154"/>
                    </a:cubicBezTo>
                    <a:cubicBezTo>
                      <a:pt x="2170" y="0"/>
                      <a:pt x="2364" y="10"/>
                      <a:pt x="2604" y="29"/>
                    </a:cubicBezTo>
                    <a:close/>
                  </a:path>
                </a:pathLst>
              </a:custGeom>
              <a:solidFill>
                <a:srgbClr val="EC57AD"/>
              </a:solidFill>
              <a:ln w="2646" cap="flat">
                <a:noFill/>
              </a:ln>
            </p:spPr>
          </p:sp>
          <p:sp>
            <p:nvSpPr>
              <p:cNvPr id="3217" name="ICON_A_EEG_WAVE_GRAPHIC_path_028"/>
              <p:cNvSpPr/>
              <p:nvPr/>
            </p:nvSpPr>
            <p:spPr>
              <a:xfrm>
                <a:off x="1698061" y="873125"/>
                <a:ext cx="64064" cy="112038"/>
              </a:xfrm>
              <a:custGeom>
                <a:avLst/>
                <a:gdLst/>
                <a:ahLst/>
                <a:cxnLst/>
                <a:rect l="0" t="0" r="r" b="b"/>
                <a:pathLst>
                  <a:path w="5044" h="8822" fill="norm" stroke="0">
                    <a:moveTo>
                      <a:pt x="4003" y="0"/>
                    </a:moveTo>
                    <a:cubicBezTo>
                      <a:pt x="4175" y="34"/>
                      <a:pt x="4175" y="34"/>
                      <a:pt x="5044" y="208"/>
                    </a:cubicBezTo>
                    <a:cubicBezTo>
                      <a:pt x="5044" y="1583"/>
                      <a:pt x="5044" y="2958"/>
                      <a:pt x="5044" y="4375"/>
                    </a:cubicBezTo>
                    <a:cubicBezTo>
                      <a:pt x="4838" y="4375"/>
                      <a:pt x="4632" y="4375"/>
                      <a:pt x="4419" y="4375"/>
                    </a:cubicBezTo>
                    <a:cubicBezTo>
                      <a:pt x="4284" y="4497"/>
                      <a:pt x="4250" y="4542"/>
                      <a:pt x="4185" y="4700"/>
                    </a:cubicBezTo>
                    <a:cubicBezTo>
                      <a:pt x="4168" y="4736"/>
                      <a:pt x="4151" y="4772"/>
                      <a:pt x="4134" y="4808"/>
                    </a:cubicBezTo>
                    <a:cubicBezTo>
                      <a:pt x="4025" y="5064"/>
                      <a:pt x="3987" y="5307"/>
                      <a:pt x="3968" y="5581"/>
                    </a:cubicBezTo>
                    <a:cubicBezTo>
                      <a:pt x="3907" y="6412"/>
                      <a:pt x="3907" y="6412"/>
                      <a:pt x="3794" y="6667"/>
                    </a:cubicBezTo>
                    <a:cubicBezTo>
                      <a:pt x="3539" y="6880"/>
                      <a:pt x="3188" y="6911"/>
                      <a:pt x="2864" y="6894"/>
                    </a:cubicBezTo>
                    <a:cubicBezTo>
                      <a:pt x="2753" y="6875"/>
                      <a:pt x="2753" y="6875"/>
                      <a:pt x="2617" y="6804"/>
                    </a:cubicBezTo>
                    <a:cubicBezTo>
                      <a:pt x="2502" y="6586"/>
                      <a:pt x="2523" y="6375"/>
                      <a:pt x="2531" y="6133"/>
                    </a:cubicBezTo>
                    <a:cubicBezTo>
                      <a:pt x="2532" y="6084"/>
                      <a:pt x="2533" y="6035"/>
                      <a:pt x="2534" y="5985"/>
                    </a:cubicBezTo>
                    <a:cubicBezTo>
                      <a:pt x="2537" y="5865"/>
                      <a:pt x="2540" y="5745"/>
                      <a:pt x="2544" y="5625"/>
                    </a:cubicBezTo>
                    <a:cubicBezTo>
                      <a:pt x="2338" y="5625"/>
                      <a:pt x="2132" y="5625"/>
                      <a:pt x="1919" y="5625"/>
                    </a:cubicBezTo>
                    <a:cubicBezTo>
                      <a:pt x="1927" y="5698"/>
                      <a:pt x="1934" y="5771"/>
                      <a:pt x="1941" y="5846"/>
                    </a:cubicBezTo>
                    <a:cubicBezTo>
                      <a:pt x="1947" y="5941"/>
                      <a:pt x="1953" y="6037"/>
                      <a:pt x="1959" y="6133"/>
                    </a:cubicBezTo>
                    <a:cubicBezTo>
                      <a:pt x="1961" y="6157"/>
                      <a:pt x="1961" y="6157"/>
                      <a:pt x="1974" y="6278"/>
                    </a:cubicBezTo>
                    <a:cubicBezTo>
                      <a:pt x="1981" y="6429"/>
                      <a:pt x="1983" y="6529"/>
                      <a:pt x="1919" y="6667"/>
                    </a:cubicBezTo>
                    <a:cubicBezTo>
                      <a:pt x="1812" y="6702"/>
                      <a:pt x="1717" y="6725"/>
                      <a:pt x="1607" y="6745"/>
                    </a:cubicBezTo>
                    <a:cubicBezTo>
                      <a:pt x="1486" y="6770"/>
                      <a:pt x="1390" y="6795"/>
                      <a:pt x="1294" y="6875"/>
                    </a:cubicBezTo>
                    <a:cubicBezTo>
                      <a:pt x="1180" y="7166"/>
                      <a:pt x="1237" y="7520"/>
                      <a:pt x="1255" y="7825"/>
                    </a:cubicBezTo>
                    <a:cubicBezTo>
                      <a:pt x="1259" y="7915"/>
                      <a:pt x="1261" y="8004"/>
                      <a:pt x="1264" y="8094"/>
                    </a:cubicBezTo>
                    <a:cubicBezTo>
                      <a:pt x="1271" y="8313"/>
                      <a:pt x="1281" y="8531"/>
                      <a:pt x="1294" y="8750"/>
                    </a:cubicBezTo>
                    <a:cubicBezTo>
                      <a:pt x="866" y="8822"/>
                      <a:pt x="866" y="8822"/>
                      <a:pt x="669" y="8750"/>
                    </a:cubicBezTo>
                    <a:cubicBezTo>
                      <a:pt x="528" y="8566"/>
                      <a:pt x="486" y="8361"/>
                      <a:pt x="435" y="8138"/>
                    </a:cubicBezTo>
                    <a:cubicBezTo>
                      <a:pt x="412" y="8051"/>
                      <a:pt x="389" y="7964"/>
                      <a:pt x="365" y="7877"/>
                    </a:cubicBezTo>
                    <a:cubicBezTo>
                      <a:pt x="350" y="7823"/>
                      <a:pt x="336" y="7769"/>
                      <a:pt x="324" y="7714"/>
                    </a:cubicBezTo>
                    <a:cubicBezTo>
                      <a:pt x="287" y="7569"/>
                      <a:pt x="256" y="7503"/>
                      <a:pt x="144" y="7401"/>
                    </a:cubicBezTo>
                    <a:cubicBezTo>
                      <a:pt x="0" y="7243"/>
                      <a:pt x="18" y="7114"/>
                      <a:pt x="24" y="6907"/>
                    </a:cubicBezTo>
                    <a:cubicBezTo>
                      <a:pt x="24" y="6870"/>
                      <a:pt x="25" y="6833"/>
                      <a:pt x="25" y="6796"/>
                    </a:cubicBezTo>
                    <a:cubicBezTo>
                      <a:pt x="26" y="6679"/>
                      <a:pt x="29" y="6562"/>
                      <a:pt x="31" y="6445"/>
                    </a:cubicBezTo>
                    <a:cubicBezTo>
                      <a:pt x="32" y="6366"/>
                      <a:pt x="33" y="6287"/>
                      <a:pt x="34" y="6207"/>
                    </a:cubicBezTo>
                    <a:cubicBezTo>
                      <a:pt x="36" y="6013"/>
                      <a:pt x="40" y="5819"/>
                      <a:pt x="44" y="5625"/>
                    </a:cubicBezTo>
                    <a:cubicBezTo>
                      <a:pt x="87" y="5629"/>
                      <a:pt x="129" y="5632"/>
                      <a:pt x="173" y="5636"/>
                    </a:cubicBezTo>
                    <a:cubicBezTo>
                      <a:pt x="607" y="5664"/>
                      <a:pt x="607" y="5664"/>
                      <a:pt x="757" y="5570"/>
                    </a:cubicBezTo>
                    <a:cubicBezTo>
                      <a:pt x="822" y="5483"/>
                      <a:pt x="863" y="5401"/>
                      <a:pt x="904" y="5300"/>
                    </a:cubicBezTo>
                    <a:cubicBezTo>
                      <a:pt x="921" y="5264"/>
                      <a:pt x="938" y="5228"/>
                      <a:pt x="955" y="5192"/>
                    </a:cubicBezTo>
                    <a:cubicBezTo>
                      <a:pt x="1064" y="4936"/>
                      <a:pt x="1102" y="4693"/>
                      <a:pt x="1121" y="4419"/>
                    </a:cubicBezTo>
                    <a:cubicBezTo>
                      <a:pt x="1182" y="3588"/>
                      <a:pt x="1182" y="3588"/>
                      <a:pt x="1294" y="3333"/>
                    </a:cubicBezTo>
                    <a:cubicBezTo>
                      <a:pt x="1550" y="3120"/>
                      <a:pt x="1901" y="3089"/>
                      <a:pt x="2225" y="3106"/>
                    </a:cubicBezTo>
                    <a:cubicBezTo>
                      <a:pt x="2336" y="3125"/>
                      <a:pt x="2336" y="3125"/>
                      <a:pt x="2472" y="3196"/>
                    </a:cubicBezTo>
                    <a:cubicBezTo>
                      <a:pt x="2587" y="3414"/>
                      <a:pt x="2566" y="3625"/>
                      <a:pt x="2557" y="3867"/>
                    </a:cubicBezTo>
                    <a:cubicBezTo>
                      <a:pt x="2556" y="3916"/>
                      <a:pt x="2555" y="3965"/>
                      <a:pt x="2555" y="4015"/>
                    </a:cubicBezTo>
                    <a:cubicBezTo>
                      <a:pt x="2552" y="4135"/>
                      <a:pt x="2549" y="4255"/>
                      <a:pt x="2544" y="4375"/>
                    </a:cubicBezTo>
                    <a:cubicBezTo>
                      <a:pt x="2760" y="4427"/>
                      <a:pt x="2957" y="4454"/>
                      <a:pt x="3169" y="4375"/>
                    </a:cubicBezTo>
                    <a:cubicBezTo>
                      <a:pt x="3529" y="4068"/>
                      <a:pt x="3606" y="3504"/>
                      <a:pt x="3644" y="3061"/>
                    </a:cubicBezTo>
                    <a:cubicBezTo>
                      <a:pt x="3671" y="2691"/>
                      <a:pt x="3686" y="2321"/>
                      <a:pt x="3699" y="1951"/>
                    </a:cubicBezTo>
                    <a:cubicBezTo>
                      <a:pt x="3710" y="1646"/>
                      <a:pt x="3724" y="1341"/>
                      <a:pt x="3738" y="1036"/>
                    </a:cubicBezTo>
                    <a:cubicBezTo>
                      <a:pt x="3743" y="930"/>
                      <a:pt x="3746" y="825"/>
                      <a:pt x="3750" y="719"/>
                    </a:cubicBezTo>
                    <a:cubicBezTo>
                      <a:pt x="3752" y="654"/>
                      <a:pt x="3755" y="589"/>
                      <a:pt x="3758" y="525"/>
                    </a:cubicBezTo>
                    <a:cubicBezTo>
                      <a:pt x="3759" y="510"/>
                      <a:pt x="3759" y="510"/>
                      <a:pt x="3760" y="436"/>
                    </a:cubicBezTo>
                    <a:cubicBezTo>
                      <a:pt x="3773" y="198"/>
                      <a:pt x="3813" y="190"/>
                      <a:pt x="4003" y="0"/>
                    </a:cubicBezTo>
                    <a:close/>
                  </a:path>
                </a:pathLst>
              </a:custGeom>
              <a:solidFill>
                <a:srgbClr val="AA8CD2"/>
              </a:solidFill>
              <a:ln w="2646" cap="flat">
                <a:noFill/>
              </a:ln>
            </p:spPr>
          </p:sp>
          <p:sp>
            <p:nvSpPr>
              <p:cNvPr id="3218" name="ICON_A_EEG_WAVE_GRAPHIC_path_029"/>
              <p:cNvSpPr/>
              <p:nvPr/>
            </p:nvSpPr>
            <p:spPr>
              <a:xfrm>
                <a:off x="1468438" y="889000"/>
                <a:ext cx="64101" cy="127000"/>
              </a:xfrm>
              <a:custGeom>
                <a:avLst/>
                <a:gdLst/>
                <a:ahLst/>
                <a:cxnLst/>
                <a:rect l="0" t="0" r="r" b="b"/>
                <a:pathLst>
                  <a:path w="5047" h="10000" fill="norm" stroke="0">
                    <a:moveTo>
                      <a:pt x="625" y="0"/>
                    </a:moveTo>
                    <a:cubicBezTo>
                      <a:pt x="831" y="0"/>
                      <a:pt x="1037" y="0"/>
                      <a:pt x="1250" y="0"/>
                    </a:cubicBezTo>
                    <a:cubicBezTo>
                      <a:pt x="1254" y="86"/>
                      <a:pt x="1258" y="172"/>
                      <a:pt x="1263" y="261"/>
                    </a:cubicBezTo>
                    <a:cubicBezTo>
                      <a:pt x="1276" y="547"/>
                      <a:pt x="1293" y="833"/>
                      <a:pt x="1310" y="1119"/>
                    </a:cubicBezTo>
                    <a:cubicBezTo>
                      <a:pt x="1320" y="1293"/>
                      <a:pt x="1330" y="1466"/>
                      <a:pt x="1338" y="1639"/>
                    </a:cubicBezTo>
                    <a:cubicBezTo>
                      <a:pt x="1346" y="1807"/>
                      <a:pt x="1355" y="1974"/>
                      <a:pt x="1366" y="2142"/>
                    </a:cubicBezTo>
                    <a:cubicBezTo>
                      <a:pt x="1370" y="2205"/>
                      <a:pt x="1373" y="2269"/>
                      <a:pt x="1376" y="2332"/>
                    </a:cubicBezTo>
                    <a:cubicBezTo>
                      <a:pt x="1397" y="2883"/>
                      <a:pt x="1397" y="2883"/>
                      <a:pt x="1611" y="3099"/>
                    </a:cubicBezTo>
                    <a:cubicBezTo>
                      <a:pt x="1666" y="3148"/>
                      <a:pt x="1725" y="3194"/>
                      <a:pt x="1783" y="3240"/>
                    </a:cubicBezTo>
                    <a:cubicBezTo>
                      <a:pt x="1900" y="3359"/>
                      <a:pt x="1907" y="3438"/>
                      <a:pt x="1916" y="3602"/>
                    </a:cubicBezTo>
                    <a:cubicBezTo>
                      <a:pt x="1913" y="3695"/>
                      <a:pt x="1908" y="3787"/>
                      <a:pt x="1901" y="3880"/>
                    </a:cubicBezTo>
                    <a:cubicBezTo>
                      <a:pt x="1899" y="3928"/>
                      <a:pt x="1897" y="3976"/>
                      <a:pt x="1895" y="4025"/>
                    </a:cubicBezTo>
                    <a:cubicBezTo>
                      <a:pt x="1890" y="4142"/>
                      <a:pt x="1884" y="4258"/>
                      <a:pt x="1875" y="4375"/>
                    </a:cubicBezTo>
                    <a:cubicBezTo>
                      <a:pt x="1898" y="4356"/>
                      <a:pt x="1921" y="4337"/>
                      <a:pt x="1945" y="4318"/>
                    </a:cubicBezTo>
                    <a:cubicBezTo>
                      <a:pt x="2051" y="4231"/>
                      <a:pt x="2158" y="4147"/>
                      <a:pt x="2266" y="4062"/>
                    </a:cubicBezTo>
                    <a:cubicBezTo>
                      <a:pt x="2302" y="4033"/>
                      <a:pt x="2338" y="4003"/>
                      <a:pt x="2375" y="3972"/>
                    </a:cubicBezTo>
                    <a:cubicBezTo>
                      <a:pt x="2412" y="3944"/>
                      <a:pt x="2448" y="3916"/>
                      <a:pt x="2485" y="3887"/>
                    </a:cubicBezTo>
                    <a:cubicBezTo>
                      <a:pt x="2518" y="3861"/>
                      <a:pt x="2551" y="3834"/>
                      <a:pt x="2585" y="3807"/>
                    </a:cubicBezTo>
                    <a:cubicBezTo>
                      <a:pt x="2708" y="3750"/>
                      <a:pt x="2708" y="3750"/>
                      <a:pt x="3125" y="3750"/>
                    </a:cubicBezTo>
                    <a:cubicBezTo>
                      <a:pt x="3125" y="4162"/>
                      <a:pt x="3125" y="4575"/>
                      <a:pt x="3125" y="5000"/>
                    </a:cubicBezTo>
                    <a:cubicBezTo>
                      <a:pt x="3331" y="5000"/>
                      <a:pt x="3537" y="5000"/>
                      <a:pt x="3750" y="5000"/>
                    </a:cubicBezTo>
                    <a:cubicBezTo>
                      <a:pt x="3877" y="4853"/>
                      <a:pt x="3922" y="4782"/>
                      <a:pt x="3984" y="4609"/>
                    </a:cubicBezTo>
                    <a:cubicBezTo>
                      <a:pt x="4015" y="4536"/>
                      <a:pt x="4046" y="4463"/>
                      <a:pt x="4077" y="4390"/>
                    </a:cubicBezTo>
                    <a:cubicBezTo>
                      <a:pt x="4124" y="4276"/>
                      <a:pt x="4167" y="4165"/>
                      <a:pt x="4202" y="4046"/>
                    </a:cubicBezTo>
                    <a:cubicBezTo>
                      <a:pt x="4247" y="3920"/>
                      <a:pt x="4277" y="3843"/>
                      <a:pt x="4375" y="3750"/>
                    </a:cubicBezTo>
                    <a:cubicBezTo>
                      <a:pt x="4589" y="3714"/>
                      <a:pt x="4786" y="3726"/>
                      <a:pt x="5000" y="3750"/>
                    </a:cubicBezTo>
                    <a:cubicBezTo>
                      <a:pt x="5011" y="4013"/>
                      <a:pt x="5018" y="4276"/>
                      <a:pt x="5023" y="4540"/>
                    </a:cubicBezTo>
                    <a:cubicBezTo>
                      <a:pt x="5025" y="4629"/>
                      <a:pt x="5028" y="4719"/>
                      <a:pt x="5031" y="4808"/>
                    </a:cubicBezTo>
                    <a:cubicBezTo>
                      <a:pt x="5036" y="4937"/>
                      <a:pt x="5039" y="5066"/>
                      <a:pt x="5041" y="5195"/>
                    </a:cubicBezTo>
                    <a:cubicBezTo>
                      <a:pt x="5043" y="5234"/>
                      <a:pt x="5045" y="5274"/>
                      <a:pt x="5047" y="5316"/>
                    </a:cubicBezTo>
                    <a:cubicBezTo>
                      <a:pt x="5047" y="5432"/>
                      <a:pt x="5045" y="5517"/>
                      <a:pt x="5000" y="5625"/>
                    </a:cubicBezTo>
                    <a:cubicBezTo>
                      <a:pt x="4907" y="5680"/>
                      <a:pt x="4907" y="5680"/>
                      <a:pt x="4795" y="5724"/>
                    </a:cubicBezTo>
                    <a:cubicBezTo>
                      <a:pt x="4596" y="5804"/>
                      <a:pt x="4596" y="5804"/>
                      <a:pt x="4538" y="5939"/>
                    </a:cubicBezTo>
                    <a:cubicBezTo>
                      <a:pt x="4515" y="6079"/>
                      <a:pt x="4504" y="6214"/>
                      <a:pt x="4497" y="6355"/>
                    </a:cubicBezTo>
                    <a:cubicBezTo>
                      <a:pt x="4493" y="6406"/>
                      <a:pt x="4489" y="6456"/>
                      <a:pt x="4485" y="6508"/>
                    </a:cubicBezTo>
                    <a:cubicBezTo>
                      <a:pt x="4474" y="6642"/>
                      <a:pt x="4466" y="6776"/>
                      <a:pt x="4458" y="6910"/>
                    </a:cubicBezTo>
                    <a:cubicBezTo>
                      <a:pt x="4450" y="7047"/>
                      <a:pt x="4439" y="7184"/>
                      <a:pt x="4429" y="7321"/>
                    </a:cubicBezTo>
                    <a:cubicBezTo>
                      <a:pt x="4409" y="7589"/>
                      <a:pt x="4391" y="7857"/>
                      <a:pt x="4375" y="8125"/>
                    </a:cubicBezTo>
                    <a:cubicBezTo>
                      <a:pt x="3841" y="8180"/>
                      <a:pt x="3841" y="8180"/>
                      <a:pt x="3643" y="8060"/>
                    </a:cubicBezTo>
                    <a:cubicBezTo>
                      <a:pt x="3554" y="7966"/>
                      <a:pt x="3483" y="7870"/>
                      <a:pt x="3411" y="7760"/>
                    </a:cubicBezTo>
                    <a:cubicBezTo>
                      <a:pt x="3399" y="7742"/>
                      <a:pt x="3399" y="7742"/>
                      <a:pt x="3333" y="7648"/>
                    </a:cubicBezTo>
                    <a:cubicBezTo>
                      <a:pt x="3082" y="7269"/>
                      <a:pt x="2996" y="6903"/>
                      <a:pt x="2917" y="6458"/>
                    </a:cubicBezTo>
                    <a:cubicBezTo>
                      <a:pt x="2642" y="6458"/>
                      <a:pt x="2367" y="6458"/>
                      <a:pt x="2083" y="6458"/>
                    </a:cubicBezTo>
                    <a:cubicBezTo>
                      <a:pt x="2015" y="7627"/>
                      <a:pt x="1946" y="8796"/>
                      <a:pt x="1875" y="10000"/>
                    </a:cubicBezTo>
                    <a:cubicBezTo>
                      <a:pt x="1669" y="10000"/>
                      <a:pt x="1463" y="10000"/>
                      <a:pt x="1250" y="10000"/>
                    </a:cubicBezTo>
                    <a:cubicBezTo>
                      <a:pt x="1250" y="9941"/>
                      <a:pt x="1249" y="9882"/>
                      <a:pt x="1249" y="9821"/>
                    </a:cubicBezTo>
                    <a:cubicBezTo>
                      <a:pt x="1246" y="9263"/>
                      <a:pt x="1237" y="8705"/>
                      <a:pt x="1222" y="8147"/>
                    </a:cubicBezTo>
                    <a:cubicBezTo>
                      <a:pt x="1215" y="7860"/>
                      <a:pt x="1210" y="7574"/>
                      <a:pt x="1209" y="7287"/>
                    </a:cubicBezTo>
                    <a:cubicBezTo>
                      <a:pt x="1209" y="7037"/>
                      <a:pt x="1204" y="6787"/>
                      <a:pt x="1196" y="6537"/>
                    </a:cubicBezTo>
                    <a:cubicBezTo>
                      <a:pt x="1191" y="6404"/>
                      <a:pt x="1189" y="6272"/>
                      <a:pt x="1190" y="6140"/>
                    </a:cubicBezTo>
                    <a:cubicBezTo>
                      <a:pt x="1195" y="5463"/>
                      <a:pt x="1195" y="5463"/>
                      <a:pt x="1042" y="5208"/>
                    </a:cubicBezTo>
                    <a:cubicBezTo>
                      <a:pt x="733" y="4963"/>
                      <a:pt x="378" y="4895"/>
                      <a:pt x="0" y="4792"/>
                    </a:cubicBezTo>
                    <a:cubicBezTo>
                      <a:pt x="69" y="4448"/>
                      <a:pt x="138" y="4104"/>
                      <a:pt x="208" y="3750"/>
                    </a:cubicBezTo>
                    <a:cubicBezTo>
                      <a:pt x="346" y="3750"/>
                      <a:pt x="483" y="3750"/>
                      <a:pt x="625" y="3750"/>
                    </a:cubicBezTo>
                    <a:cubicBezTo>
                      <a:pt x="625" y="2513"/>
                      <a:pt x="625" y="1275"/>
                      <a:pt x="625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19" name="ICON_A_EEG_WAVE_GRAPHIC_path_030"/>
              <p:cNvSpPr/>
              <p:nvPr/>
            </p:nvSpPr>
            <p:spPr>
              <a:xfrm>
                <a:off x="2714624" y="912079"/>
                <a:ext cx="80515" cy="80812"/>
              </a:xfrm>
              <a:custGeom>
                <a:avLst/>
                <a:gdLst/>
                <a:ahLst/>
                <a:cxnLst/>
                <a:rect l="0" t="0" r="r" b="b"/>
                <a:pathLst>
                  <a:path w="6340" h="6363" fill="norm" stroke="0">
                    <a:moveTo>
                      <a:pt x="924" y="0"/>
                    </a:moveTo>
                    <a:cubicBezTo>
                      <a:pt x="1113" y="4"/>
                      <a:pt x="1222" y="36"/>
                      <a:pt x="1372" y="154"/>
                    </a:cubicBezTo>
                    <a:cubicBezTo>
                      <a:pt x="1489" y="281"/>
                      <a:pt x="1584" y="422"/>
                      <a:pt x="1680" y="566"/>
                    </a:cubicBezTo>
                    <a:cubicBezTo>
                      <a:pt x="1746" y="662"/>
                      <a:pt x="1814" y="757"/>
                      <a:pt x="1883" y="851"/>
                    </a:cubicBezTo>
                    <a:cubicBezTo>
                      <a:pt x="1899" y="874"/>
                      <a:pt x="1915" y="897"/>
                      <a:pt x="1932" y="921"/>
                    </a:cubicBezTo>
                    <a:cubicBezTo>
                      <a:pt x="2045" y="1072"/>
                      <a:pt x="2139" y="1135"/>
                      <a:pt x="2315" y="1197"/>
                    </a:cubicBezTo>
                    <a:cubicBezTo>
                      <a:pt x="2420" y="1240"/>
                      <a:pt x="2420" y="1240"/>
                      <a:pt x="2500" y="1308"/>
                    </a:cubicBezTo>
                    <a:cubicBezTo>
                      <a:pt x="2553" y="1522"/>
                      <a:pt x="2540" y="1727"/>
                      <a:pt x="2526" y="1946"/>
                    </a:cubicBezTo>
                    <a:cubicBezTo>
                      <a:pt x="2524" y="2005"/>
                      <a:pt x="2522" y="2064"/>
                      <a:pt x="2520" y="2124"/>
                    </a:cubicBezTo>
                    <a:cubicBezTo>
                      <a:pt x="2516" y="2269"/>
                      <a:pt x="2509" y="2413"/>
                      <a:pt x="2500" y="2558"/>
                    </a:cubicBezTo>
                    <a:cubicBezTo>
                      <a:pt x="2714" y="2581"/>
                      <a:pt x="2912" y="2591"/>
                      <a:pt x="3125" y="2558"/>
                    </a:cubicBezTo>
                    <a:cubicBezTo>
                      <a:pt x="3256" y="2450"/>
                      <a:pt x="3303" y="2324"/>
                      <a:pt x="3359" y="2167"/>
                    </a:cubicBezTo>
                    <a:cubicBezTo>
                      <a:pt x="3390" y="2094"/>
                      <a:pt x="3421" y="2021"/>
                      <a:pt x="3452" y="1948"/>
                    </a:cubicBezTo>
                    <a:cubicBezTo>
                      <a:pt x="3500" y="1833"/>
                      <a:pt x="3542" y="1722"/>
                      <a:pt x="3577" y="1604"/>
                    </a:cubicBezTo>
                    <a:cubicBezTo>
                      <a:pt x="3618" y="1489"/>
                      <a:pt x="3618" y="1489"/>
                      <a:pt x="3750" y="1308"/>
                    </a:cubicBezTo>
                    <a:cubicBezTo>
                      <a:pt x="3956" y="1308"/>
                      <a:pt x="4163" y="1308"/>
                      <a:pt x="4375" y="1308"/>
                    </a:cubicBezTo>
                    <a:cubicBezTo>
                      <a:pt x="4375" y="1720"/>
                      <a:pt x="4375" y="2133"/>
                      <a:pt x="4375" y="2558"/>
                    </a:cubicBezTo>
                    <a:cubicBezTo>
                      <a:pt x="4581" y="2558"/>
                      <a:pt x="4788" y="2558"/>
                      <a:pt x="5000" y="2558"/>
                    </a:cubicBezTo>
                    <a:cubicBezTo>
                      <a:pt x="5000" y="2008"/>
                      <a:pt x="5000" y="1458"/>
                      <a:pt x="5000" y="891"/>
                    </a:cubicBezTo>
                    <a:cubicBezTo>
                      <a:pt x="5084" y="872"/>
                      <a:pt x="5084" y="872"/>
                      <a:pt x="5508" y="774"/>
                    </a:cubicBezTo>
                    <a:cubicBezTo>
                      <a:pt x="5560" y="761"/>
                      <a:pt x="5613" y="748"/>
                      <a:pt x="5667" y="735"/>
                    </a:cubicBezTo>
                    <a:cubicBezTo>
                      <a:pt x="5709" y="726"/>
                      <a:pt x="5750" y="717"/>
                      <a:pt x="5794" y="708"/>
                    </a:cubicBezTo>
                    <a:cubicBezTo>
                      <a:pt x="5836" y="698"/>
                      <a:pt x="5879" y="688"/>
                      <a:pt x="5923" y="678"/>
                    </a:cubicBezTo>
                    <a:cubicBezTo>
                      <a:pt x="6060" y="684"/>
                      <a:pt x="6113" y="719"/>
                      <a:pt x="6206" y="819"/>
                    </a:cubicBezTo>
                    <a:cubicBezTo>
                      <a:pt x="6299" y="971"/>
                      <a:pt x="6283" y="1149"/>
                      <a:pt x="6284" y="1322"/>
                    </a:cubicBezTo>
                    <a:cubicBezTo>
                      <a:pt x="6285" y="1366"/>
                      <a:pt x="6286" y="1409"/>
                      <a:pt x="6287" y="1454"/>
                    </a:cubicBezTo>
                    <a:cubicBezTo>
                      <a:pt x="6290" y="1597"/>
                      <a:pt x="6291" y="1741"/>
                      <a:pt x="6293" y="1885"/>
                    </a:cubicBezTo>
                    <a:cubicBezTo>
                      <a:pt x="6293" y="1934"/>
                      <a:pt x="6294" y="1983"/>
                      <a:pt x="6294" y="2034"/>
                    </a:cubicBezTo>
                    <a:cubicBezTo>
                      <a:pt x="6297" y="2269"/>
                      <a:pt x="6299" y="2504"/>
                      <a:pt x="6300" y="2738"/>
                    </a:cubicBezTo>
                    <a:cubicBezTo>
                      <a:pt x="6301" y="3007"/>
                      <a:pt x="6304" y="3276"/>
                      <a:pt x="6310" y="3545"/>
                    </a:cubicBezTo>
                    <a:cubicBezTo>
                      <a:pt x="6316" y="3779"/>
                      <a:pt x="6317" y="4013"/>
                      <a:pt x="6318" y="4248"/>
                    </a:cubicBezTo>
                    <a:cubicBezTo>
                      <a:pt x="6318" y="4346"/>
                      <a:pt x="6320" y="4445"/>
                      <a:pt x="6323" y="4544"/>
                    </a:cubicBezTo>
                    <a:cubicBezTo>
                      <a:pt x="6340" y="5212"/>
                      <a:pt x="6229" y="5640"/>
                      <a:pt x="5794" y="6158"/>
                    </a:cubicBezTo>
                    <a:cubicBezTo>
                      <a:pt x="5656" y="6299"/>
                      <a:pt x="5550" y="6350"/>
                      <a:pt x="5354" y="6363"/>
                    </a:cubicBezTo>
                    <a:cubicBezTo>
                      <a:pt x="5231" y="6358"/>
                      <a:pt x="5120" y="6338"/>
                      <a:pt x="5000" y="6308"/>
                    </a:cubicBezTo>
                    <a:cubicBezTo>
                      <a:pt x="4996" y="6258"/>
                      <a:pt x="4992" y="6209"/>
                      <a:pt x="4988" y="6158"/>
                    </a:cubicBezTo>
                    <a:cubicBezTo>
                      <a:pt x="4972" y="5974"/>
                      <a:pt x="4953" y="5791"/>
                      <a:pt x="4934" y="5607"/>
                    </a:cubicBezTo>
                    <a:cubicBezTo>
                      <a:pt x="4926" y="5528"/>
                      <a:pt x="4919" y="5448"/>
                      <a:pt x="4912" y="5369"/>
                    </a:cubicBezTo>
                    <a:cubicBezTo>
                      <a:pt x="4867" y="4827"/>
                      <a:pt x="4867" y="4827"/>
                      <a:pt x="4792" y="4641"/>
                    </a:cubicBezTo>
                    <a:cubicBezTo>
                      <a:pt x="4684" y="4558"/>
                      <a:pt x="4594" y="4529"/>
                      <a:pt x="4465" y="4489"/>
                    </a:cubicBezTo>
                    <a:cubicBezTo>
                      <a:pt x="4375" y="4433"/>
                      <a:pt x="4375" y="4433"/>
                      <a:pt x="4341" y="4302"/>
                    </a:cubicBezTo>
                    <a:cubicBezTo>
                      <a:pt x="4329" y="4132"/>
                      <a:pt x="4339" y="3964"/>
                      <a:pt x="4349" y="3795"/>
                    </a:cubicBezTo>
                    <a:cubicBezTo>
                      <a:pt x="4351" y="3735"/>
                      <a:pt x="4353" y="3676"/>
                      <a:pt x="4355" y="3617"/>
                    </a:cubicBezTo>
                    <a:cubicBezTo>
                      <a:pt x="4359" y="3472"/>
                      <a:pt x="4366" y="3328"/>
                      <a:pt x="4375" y="3183"/>
                    </a:cubicBezTo>
                    <a:cubicBezTo>
                      <a:pt x="4155" y="3145"/>
                      <a:pt x="3967" y="3123"/>
                      <a:pt x="3750" y="3183"/>
                    </a:cubicBezTo>
                    <a:cubicBezTo>
                      <a:pt x="3698" y="3294"/>
                      <a:pt x="3673" y="3372"/>
                      <a:pt x="3650" y="3490"/>
                    </a:cubicBezTo>
                    <a:cubicBezTo>
                      <a:pt x="3626" y="3604"/>
                      <a:pt x="3602" y="3707"/>
                      <a:pt x="3542" y="3808"/>
                    </a:cubicBezTo>
                    <a:cubicBezTo>
                      <a:pt x="3316" y="3914"/>
                      <a:pt x="3098" y="3909"/>
                      <a:pt x="2852" y="3899"/>
                    </a:cubicBezTo>
                    <a:cubicBezTo>
                      <a:pt x="2835" y="3899"/>
                      <a:pt x="2835" y="3899"/>
                      <a:pt x="2753" y="3897"/>
                    </a:cubicBezTo>
                    <a:cubicBezTo>
                      <a:pt x="2277" y="3885"/>
                      <a:pt x="1926" y="3798"/>
                      <a:pt x="1576" y="3456"/>
                    </a:cubicBezTo>
                    <a:cubicBezTo>
                      <a:pt x="1279" y="3134"/>
                      <a:pt x="1188" y="2836"/>
                      <a:pt x="1198" y="2401"/>
                    </a:cubicBezTo>
                    <a:cubicBezTo>
                      <a:pt x="1209" y="2244"/>
                      <a:pt x="1225" y="2089"/>
                      <a:pt x="1250" y="1933"/>
                    </a:cubicBezTo>
                    <a:cubicBezTo>
                      <a:pt x="1212" y="1940"/>
                      <a:pt x="1174" y="1947"/>
                      <a:pt x="1135" y="1955"/>
                    </a:cubicBezTo>
                    <a:cubicBezTo>
                      <a:pt x="817" y="1996"/>
                      <a:pt x="595" y="1949"/>
                      <a:pt x="336" y="1751"/>
                    </a:cubicBezTo>
                    <a:cubicBezTo>
                      <a:pt x="189" y="1620"/>
                      <a:pt x="63" y="1499"/>
                      <a:pt x="0" y="1308"/>
                    </a:cubicBezTo>
                    <a:cubicBezTo>
                      <a:pt x="28" y="1032"/>
                      <a:pt x="197" y="798"/>
                      <a:pt x="353" y="577"/>
                    </a:cubicBezTo>
                    <a:cubicBezTo>
                      <a:pt x="421" y="468"/>
                      <a:pt x="456" y="362"/>
                      <a:pt x="498" y="241"/>
                    </a:cubicBezTo>
                    <a:cubicBezTo>
                      <a:pt x="593" y="46"/>
                      <a:pt x="716" y="9"/>
                      <a:pt x="924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20" name="ICON_A_EEG_WAVE_GRAPHIC_path_031"/>
              <p:cNvSpPr/>
              <p:nvPr/>
            </p:nvSpPr>
            <p:spPr>
              <a:xfrm>
                <a:off x="2102567" y="1404938"/>
                <a:ext cx="56433" cy="119062"/>
              </a:xfrm>
              <a:custGeom>
                <a:avLst/>
                <a:gdLst/>
                <a:ahLst/>
                <a:cxnLst/>
                <a:rect l="0" t="0" r="r" b="b"/>
                <a:pathLst>
                  <a:path w="4444" h="9375" fill="norm" stroke="0">
                    <a:moveTo>
                      <a:pt x="3819" y="0"/>
                    </a:moveTo>
                    <a:cubicBezTo>
                      <a:pt x="4025" y="0"/>
                      <a:pt x="4231" y="0"/>
                      <a:pt x="4444" y="0"/>
                    </a:cubicBezTo>
                    <a:cubicBezTo>
                      <a:pt x="4444" y="3094"/>
                      <a:pt x="4444" y="6188"/>
                      <a:pt x="4444" y="9375"/>
                    </a:cubicBezTo>
                    <a:cubicBezTo>
                      <a:pt x="4237" y="9375"/>
                      <a:pt x="4031" y="9375"/>
                      <a:pt x="3819" y="9375"/>
                    </a:cubicBezTo>
                    <a:cubicBezTo>
                      <a:pt x="3818" y="9349"/>
                      <a:pt x="3818" y="9349"/>
                      <a:pt x="3813" y="9218"/>
                    </a:cubicBezTo>
                    <a:cubicBezTo>
                      <a:pt x="3797" y="8731"/>
                      <a:pt x="3779" y="8243"/>
                      <a:pt x="3759" y="7756"/>
                    </a:cubicBezTo>
                    <a:cubicBezTo>
                      <a:pt x="3748" y="7505"/>
                      <a:pt x="3739" y="7255"/>
                      <a:pt x="3731" y="7004"/>
                    </a:cubicBezTo>
                    <a:cubicBezTo>
                      <a:pt x="3723" y="6762"/>
                      <a:pt x="3713" y="6521"/>
                      <a:pt x="3702" y="6279"/>
                    </a:cubicBezTo>
                    <a:cubicBezTo>
                      <a:pt x="3698" y="6187"/>
                      <a:pt x="3695" y="6094"/>
                      <a:pt x="3693" y="6002"/>
                    </a:cubicBezTo>
                    <a:cubicBezTo>
                      <a:pt x="3689" y="5873"/>
                      <a:pt x="3683" y="5744"/>
                      <a:pt x="3677" y="5614"/>
                    </a:cubicBezTo>
                    <a:cubicBezTo>
                      <a:pt x="3676" y="5576"/>
                      <a:pt x="3676" y="5538"/>
                      <a:pt x="3675" y="5499"/>
                    </a:cubicBezTo>
                    <a:cubicBezTo>
                      <a:pt x="3668" y="5392"/>
                      <a:pt x="3668" y="5392"/>
                      <a:pt x="3610" y="5208"/>
                    </a:cubicBezTo>
                    <a:cubicBezTo>
                      <a:pt x="3473" y="5140"/>
                      <a:pt x="3335" y="5071"/>
                      <a:pt x="3194" y="5000"/>
                    </a:cubicBezTo>
                    <a:cubicBezTo>
                      <a:pt x="3194" y="5412"/>
                      <a:pt x="3194" y="5825"/>
                      <a:pt x="3194" y="6250"/>
                    </a:cubicBezTo>
                    <a:cubicBezTo>
                      <a:pt x="2569" y="6250"/>
                      <a:pt x="2569" y="6250"/>
                      <a:pt x="2378" y="6097"/>
                    </a:cubicBezTo>
                    <a:cubicBezTo>
                      <a:pt x="2326" y="6028"/>
                      <a:pt x="2277" y="5957"/>
                      <a:pt x="2230" y="5885"/>
                    </a:cubicBezTo>
                    <a:cubicBezTo>
                      <a:pt x="2203" y="5848"/>
                      <a:pt x="2176" y="5811"/>
                      <a:pt x="2149" y="5773"/>
                    </a:cubicBezTo>
                    <a:cubicBezTo>
                      <a:pt x="1968" y="5505"/>
                      <a:pt x="1906" y="5277"/>
                      <a:pt x="1865" y="4961"/>
                    </a:cubicBezTo>
                    <a:cubicBezTo>
                      <a:pt x="1845" y="4817"/>
                      <a:pt x="1824" y="4701"/>
                      <a:pt x="1735" y="4583"/>
                    </a:cubicBezTo>
                    <a:cubicBezTo>
                      <a:pt x="1535" y="4490"/>
                      <a:pt x="1317" y="4475"/>
                      <a:pt x="1100" y="4450"/>
                    </a:cubicBezTo>
                    <a:cubicBezTo>
                      <a:pt x="680" y="4394"/>
                      <a:pt x="438" y="4250"/>
                      <a:pt x="171" y="3923"/>
                    </a:cubicBezTo>
                    <a:cubicBezTo>
                      <a:pt x="0" y="3670"/>
                      <a:pt x="13" y="3415"/>
                      <a:pt x="69" y="3125"/>
                    </a:cubicBezTo>
                    <a:cubicBezTo>
                      <a:pt x="99" y="3121"/>
                      <a:pt x="129" y="3117"/>
                      <a:pt x="161" y="3112"/>
                    </a:cubicBezTo>
                    <a:cubicBezTo>
                      <a:pt x="300" y="3093"/>
                      <a:pt x="438" y="3070"/>
                      <a:pt x="576" y="3047"/>
                    </a:cubicBezTo>
                    <a:cubicBezTo>
                      <a:pt x="624" y="3040"/>
                      <a:pt x="672" y="3034"/>
                      <a:pt x="722" y="3027"/>
                    </a:cubicBezTo>
                    <a:cubicBezTo>
                      <a:pt x="1075" y="2966"/>
                      <a:pt x="1075" y="2966"/>
                      <a:pt x="1180" y="2818"/>
                    </a:cubicBezTo>
                    <a:cubicBezTo>
                      <a:pt x="1213" y="2744"/>
                      <a:pt x="1244" y="2669"/>
                      <a:pt x="1273" y="2594"/>
                    </a:cubicBezTo>
                    <a:cubicBezTo>
                      <a:pt x="1319" y="2500"/>
                      <a:pt x="1319" y="2500"/>
                      <a:pt x="1454" y="2430"/>
                    </a:cubicBezTo>
                    <a:cubicBezTo>
                      <a:pt x="1688" y="2418"/>
                      <a:pt x="1849" y="2419"/>
                      <a:pt x="2034" y="2577"/>
                    </a:cubicBezTo>
                    <a:cubicBezTo>
                      <a:pt x="2128" y="2677"/>
                      <a:pt x="2212" y="2781"/>
                      <a:pt x="2295" y="2891"/>
                    </a:cubicBezTo>
                    <a:cubicBezTo>
                      <a:pt x="2323" y="2927"/>
                      <a:pt x="2350" y="2963"/>
                      <a:pt x="2378" y="3000"/>
                    </a:cubicBezTo>
                    <a:cubicBezTo>
                      <a:pt x="2558" y="3261"/>
                      <a:pt x="2598" y="3435"/>
                      <a:pt x="2569" y="3750"/>
                    </a:cubicBezTo>
                    <a:cubicBezTo>
                      <a:pt x="2775" y="3750"/>
                      <a:pt x="2981" y="3750"/>
                      <a:pt x="3194" y="3750"/>
                    </a:cubicBezTo>
                    <a:cubicBezTo>
                      <a:pt x="3191" y="3683"/>
                      <a:pt x="3189" y="3616"/>
                      <a:pt x="3187" y="3546"/>
                    </a:cubicBezTo>
                    <a:cubicBezTo>
                      <a:pt x="3180" y="3323"/>
                      <a:pt x="3175" y="3099"/>
                      <a:pt x="3172" y="2875"/>
                    </a:cubicBezTo>
                    <a:cubicBezTo>
                      <a:pt x="3170" y="2740"/>
                      <a:pt x="3167" y="2604"/>
                      <a:pt x="3162" y="2469"/>
                    </a:cubicBezTo>
                    <a:cubicBezTo>
                      <a:pt x="3129" y="1510"/>
                      <a:pt x="3129" y="1510"/>
                      <a:pt x="3284" y="1311"/>
                    </a:cubicBezTo>
                    <a:cubicBezTo>
                      <a:pt x="3395" y="1211"/>
                      <a:pt x="3395" y="1211"/>
                      <a:pt x="3510" y="1128"/>
                    </a:cubicBezTo>
                    <a:cubicBezTo>
                      <a:pt x="3699" y="966"/>
                      <a:pt x="3708" y="731"/>
                      <a:pt x="3740" y="495"/>
                    </a:cubicBezTo>
                    <a:cubicBezTo>
                      <a:pt x="3749" y="447"/>
                      <a:pt x="3756" y="399"/>
                      <a:pt x="3765" y="350"/>
                    </a:cubicBezTo>
                    <a:cubicBezTo>
                      <a:pt x="3784" y="234"/>
                      <a:pt x="3802" y="117"/>
                      <a:pt x="3819" y="0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221" name="ICON_A_EEG_WAVE_GRAPHIC_path_032"/>
              <p:cNvSpPr/>
              <p:nvPr/>
            </p:nvSpPr>
            <p:spPr>
              <a:xfrm>
                <a:off x="2642664" y="889000"/>
                <a:ext cx="80777" cy="111125"/>
              </a:xfrm>
              <a:custGeom>
                <a:avLst/>
                <a:gdLst/>
                <a:ahLst/>
                <a:cxnLst/>
                <a:rect l="0" t="0" r="r" b="b"/>
                <a:pathLst>
                  <a:path w="6360" h="8750" fill="norm" stroke="0">
                    <a:moveTo>
                      <a:pt x="1916" y="0"/>
                    </a:moveTo>
                    <a:cubicBezTo>
                      <a:pt x="2123" y="0"/>
                      <a:pt x="2329" y="0"/>
                      <a:pt x="2541" y="0"/>
                    </a:cubicBezTo>
                    <a:cubicBezTo>
                      <a:pt x="2610" y="1375"/>
                      <a:pt x="2679" y="2750"/>
                      <a:pt x="2750" y="4167"/>
                    </a:cubicBezTo>
                    <a:cubicBezTo>
                      <a:pt x="3924" y="3932"/>
                      <a:pt x="3924" y="3932"/>
                      <a:pt x="4208" y="3542"/>
                    </a:cubicBezTo>
                    <a:cubicBezTo>
                      <a:pt x="4491" y="3213"/>
                      <a:pt x="4731" y="3035"/>
                      <a:pt x="5158" y="2943"/>
                    </a:cubicBezTo>
                    <a:cubicBezTo>
                      <a:pt x="5200" y="2933"/>
                      <a:pt x="5241" y="2922"/>
                      <a:pt x="5283" y="2912"/>
                    </a:cubicBezTo>
                    <a:cubicBezTo>
                      <a:pt x="5593" y="2863"/>
                      <a:pt x="5836" y="2956"/>
                      <a:pt x="6091" y="3124"/>
                    </a:cubicBezTo>
                    <a:cubicBezTo>
                      <a:pt x="6237" y="3241"/>
                      <a:pt x="6308" y="3338"/>
                      <a:pt x="6341" y="3524"/>
                    </a:cubicBezTo>
                    <a:cubicBezTo>
                      <a:pt x="6360" y="3748"/>
                      <a:pt x="6346" y="3969"/>
                      <a:pt x="6330" y="4193"/>
                    </a:cubicBezTo>
                    <a:cubicBezTo>
                      <a:pt x="6327" y="4271"/>
                      <a:pt x="6324" y="4350"/>
                      <a:pt x="6322" y="4428"/>
                    </a:cubicBezTo>
                    <a:cubicBezTo>
                      <a:pt x="6315" y="4619"/>
                      <a:pt x="6304" y="4809"/>
                      <a:pt x="6291" y="5000"/>
                    </a:cubicBezTo>
                    <a:cubicBezTo>
                      <a:pt x="6077" y="5024"/>
                      <a:pt x="5879" y="5039"/>
                      <a:pt x="5666" y="5000"/>
                    </a:cubicBezTo>
                    <a:cubicBezTo>
                      <a:pt x="5586" y="4897"/>
                      <a:pt x="5554" y="4801"/>
                      <a:pt x="5510" y="4678"/>
                    </a:cubicBezTo>
                    <a:cubicBezTo>
                      <a:pt x="5458" y="4583"/>
                      <a:pt x="5458" y="4583"/>
                      <a:pt x="5366" y="4545"/>
                    </a:cubicBezTo>
                    <a:cubicBezTo>
                      <a:pt x="5237" y="4536"/>
                      <a:pt x="5129" y="4547"/>
                      <a:pt x="5002" y="4570"/>
                    </a:cubicBezTo>
                    <a:cubicBezTo>
                      <a:pt x="4957" y="4578"/>
                      <a:pt x="4912" y="4586"/>
                      <a:pt x="4865" y="4594"/>
                    </a:cubicBezTo>
                    <a:cubicBezTo>
                      <a:pt x="4286" y="4753"/>
                      <a:pt x="3951" y="5277"/>
                      <a:pt x="3613" y="5742"/>
                    </a:cubicBezTo>
                    <a:cubicBezTo>
                      <a:pt x="3600" y="5758"/>
                      <a:pt x="3600" y="5758"/>
                      <a:pt x="3537" y="5842"/>
                    </a:cubicBezTo>
                    <a:cubicBezTo>
                      <a:pt x="3490" y="5904"/>
                      <a:pt x="3444" y="5968"/>
                      <a:pt x="3401" y="6033"/>
                    </a:cubicBezTo>
                    <a:cubicBezTo>
                      <a:pt x="3335" y="6119"/>
                      <a:pt x="3335" y="6119"/>
                      <a:pt x="3166" y="6250"/>
                    </a:cubicBezTo>
                    <a:cubicBezTo>
                      <a:pt x="2960" y="6250"/>
                      <a:pt x="2754" y="6250"/>
                      <a:pt x="2541" y="6250"/>
                    </a:cubicBezTo>
                    <a:cubicBezTo>
                      <a:pt x="2541" y="5838"/>
                      <a:pt x="2541" y="5425"/>
                      <a:pt x="2541" y="5000"/>
                    </a:cubicBezTo>
                    <a:cubicBezTo>
                      <a:pt x="2335" y="5000"/>
                      <a:pt x="2129" y="5000"/>
                      <a:pt x="1916" y="5000"/>
                    </a:cubicBezTo>
                    <a:cubicBezTo>
                      <a:pt x="1916" y="6237"/>
                      <a:pt x="1916" y="7475"/>
                      <a:pt x="1916" y="8750"/>
                    </a:cubicBezTo>
                    <a:cubicBezTo>
                      <a:pt x="1710" y="8750"/>
                      <a:pt x="1504" y="8750"/>
                      <a:pt x="1291" y="8750"/>
                    </a:cubicBezTo>
                    <a:cubicBezTo>
                      <a:pt x="1287" y="8683"/>
                      <a:pt x="1283" y="8616"/>
                      <a:pt x="1279" y="8546"/>
                    </a:cubicBezTo>
                    <a:cubicBezTo>
                      <a:pt x="1265" y="8323"/>
                      <a:pt x="1249" y="8099"/>
                      <a:pt x="1231" y="7875"/>
                    </a:cubicBezTo>
                    <a:cubicBezTo>
                      <a:pt x="1221" y="7740"/>
                      <a:pt x="1211" y="7604"/>
                      <a:pt x="1203" y="7469"/>
                    </a:cubicBezTo>
                    <a:cubicBezTo>
                      <a:pt x="1194" y="7312"/>
                      <a:pt x="1182" y="7156"/>
                      <a:pt x="1169" y="7000"/>
                    </a:cubicBezTo>
                    <a:cubicBezTo>
                      <a:pt x="1167" y="6952"/>
                      <a:pt x="1164" y="6904"/>
                      <a:pt x="1162" y="6855"/>
                    </a:cubicBezTo>
                    <a:cubicBezTo>
                      <a:pt x="1136" y="6574"/>
                      <a:pt x="1089" y="6442"/>
                      <a:pt x="874" y="6255"/>
                    </a:cubicBezTo>
                    <a:cubicBezTo>
                      <a:pt x="670" y="6073"/>
                      <a:pt x="619" y="5941"/>
                      <a:pt x="601" y="5669"/>
                    </a:cubicBezTo>
                    <a:cubicBezTo>
                      <a:pt x="599" y="5614"/>
                      <a:pt x="597" y="5558"/>
                      <a:pt x="596" y="5502"/>
                    </a:cubicBezTo>
                    <a:cubicBezTo>
                      <a:pt x="595" y="5414"/>
                      <a:pt x="590" y="5325"/>
                      <a:pt x="585" y="5237"/>
                    </a:cubicBezTo>
                    <a:cubicBezTo>
                      <a:pt x="574" y="5018"/>
                      <a:pt x="566" y="4798"/>
                      <a:pt x="559" y="4579"/>
                    </a:cubicBezTo>
                    <a:cubicBezTo>
                      <a:pt x="552" y="4392"/>
                      <a:pt x="544" y="4206"/>
                      <a:pt x="534" y="4020"/>
                    </a:cubicBezTo>
                    <a:cubicBezTo>
                      <a:pt x="530" y="3933"/>
                      <a:pt x="528" y="3846"/>
                      <a:pt x="526" y="3759"/>
                    </a:cubicBezTo>
                    <a:cubicBezTo>
                      <a:pt x="520" y="3610"/>
                      <a:pt x="508" y="3475"/>
                      <a:pt x="458" y="3333"/>
                    </a:cubicBezTo>
                    <a:cubicBezTo>
                      <a:pt x="352" y="3248"/>
                      <a:pt x="262" y="3206"/>
                      <a:pt x="134" y="3165"/>
                    </a:cubicBezTo>
                    <a:cubicBezTo>
                      <a:pt x="41" y="3125"/>
                      <a:pt x="41" y="3125"/>
                      <a:pt x="8" y="3047"/>
                    </a:cubicBezTo>
                    <a:cubicBezTo>
                      <a:pt x="0" y="2961"/>
                      <a:pt x="5" y="2885"/>
                      <a:pt x="15" y="2800"/>
                    </a:cubicBezTo>
                    <a:cubicBezTo>
                      <a:pt x="17" y="2771"/>
                      <a:pt x="19" y="2742"/>
                      <a:pt x="21" y="2712"/>
                    </a:cubicBezTo>
                    <a:cubicBezTo>
                      <a:pt x="26" y="2641"/>
                      <a:pt x="33" y="2571"/>
                      <a:pt x="41" y="2500"/>
                    </a:cubicBezTo>
                    <a:cubicBezTo>
                      <a:pt x="256" y="2445"/>
                      <a:pt x="454" y="2419"/>
                      <a:pt x="666" y="2500"/>
                    </a:cubicBezTo>
                    <a:cubicBezTo>
                      <a:pt x="983" y="2726"/>
                      <a:pt x="1245" y="3091"/>
                      <a:pt x="1318" y="3475"/>
                    </a:cubicBezTo>
                    <a:cubicBezTo>
                      <a:pt x="1344" y="3777"/>
                      <a:pt x="1325" y="4074"/>
                      <a:pt x="1291" y="4375"/>
                    </a:cubicBezTo>
                    <a:cubicBezTo>
                      <a:pt x="1672" y="4241"/>
                      <a:pt x="1672" y="4241"/>
                      <a:pt x="1750" y="4081"/>
                    </a:cubicBezTo>
                    <a:cubicBezTo>
                      <a:pt x="1768" y="3973"/>
                      <a:pt x="1773" y="3870"/>
                      <a:pt x="1774" y="3761"/>
                    </a:cubicBezTo>
                    <a:cubicBezTo>
                      <a:pt x="1776" y="3720"/>
                      <a:pt x="1779" y="3679"/>
                      <a:pt x="1781" y="3637"/>
                    </a:cubicBezTo>
                    <a:cubicBezTo>
                      <a:pt x="1787" y="3503"/>
                      <a:pt x="1791" y="3369"/>
                      <a:pt x="1794" y="3235"/>
                    </a:cubicBezTo>
                    <a:cubicBezTo>
                      <a:pt x="1798" y="3142"/>
                      <a:pt x="1802" y="3049"/>
                      <a:pt x="1806" y="2955"/>
                    </a:cubicBezTo>
                    <a:cubicBezTo>
                      <a:pt x="1817" y="2711"/>
                      <a:pt x="1825" y="2466"/>
                      <a:pt x="1833" y="2221"/>
                    </a:cubicBezTo>
                    <a:cubicBezTo>
                      <a:pt x="1841" y="1971"/>
                      <a:pt x="1852" y="1721"/>
                      <a:pt x="1862" y="1471"/>
                    </a:cubicBezTo>
                    <a:cubicBezTo>
                      <a:pt x="1883" y="981"/>
                      <a:pt x="1900" y="490"/>
                      <a:pt x="1916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22" name="ICON_A_EEG_WAVE_GRAPHIC_path_033"/>
              <p:cNvSpPr/>
              <p:nvPr/>
            </p:nvSpPr>
            <p:spPr>
              <a:xfrm>
                <a:off x="2102914" y="873125"/>
                <a:ext cx="56287" cy="127661"/>
              </a:xfrm>
              <a:custGeom>
                <a:avLst/>
                <a:gdLst/>
                <a:ahLst/>
                <a:cxnLst/>
                <a:rect l="0" t="0" r="r" b="b"/>
                <a:pathLst>
                  <a:path w="4432" h="10052" fill="norm" stroke="0">
                    <a:moveTo>
                      <a:pt x="3166" y="0"/>
                    </a:moveTo>
                    <a:cubicBezTo>
                      <a:pt x="3373" y="0"/>
                      <a:pt x="3579" y="0"/>
                      <a:pt x="3791" y="0"/>
                    </a:cubicBezTo>
                    <a:cubicBezTo>
                      <a:pt x="3795" y="67"/>
                      <a:pt x="3800" y="134"/>
                      <a:pt x="3804" y="204"/>
                    </a:cubicBezTo>
                    <a:cubicBezTo>
                      <a:pt x="3818" y="427"/>
                      <a:pt x="3834" y="651"/>
                      <a:pt x="3851" y="875"/>
                    </a:cubicBezTo>
                    <a:cubicBezTo>
                      <a:pt x="3861" y="1010"/>
                      <a:pt x="3871" y="1146"/>
                      <a:pt x="3879" y="1281"/>
                    </a:cubicBezTo>
                    <a:cubicBezTo>
                      <a:pt x="3888" y="1438"/>
                      <a:pt x="3901" y="1594"/>
                      <a:pt x="3913" y="1750"/>
                    </a:cubicBezTo>
                    <a:cubicBezTo>
                      <a:pt x="3916" y="1798"/>
                      <a:pt x="3918" y="1846"/>
                      <a:pt x="3921" y="1895"/>
                    </a:cubicBezTo>
                    <a:cubicBezTo>
                      <a:pt x="3946" y="2172"/>
                      <a:pt x="4005" y="2330"/>
                      <a:pt x="4213" y="2517"/>
                    </a:cubicBezTo>
                    <a:cubicBezTo>
                      <a:pt x="4251" y="2548"/>
                      <a:pt x="4289" y="2579"/>
                      <a:pt x="4328" y="2611"/>
                    </a:cubicBezTo>
                    <a:cubicBezTo>
                      <a:pt x="4416" y="2708"/>
                      <a:pt x="4416" y="2708"/>
                      <a:pt x="4432" y="2843"/>
                    </a:cubicBezTo>
                    <a:cubicBezTo>
                      <a:pt x="4417" y="2981"/>
                      <a:pt x="4388" y="3108"/>
                      <a:pt x="4351" y="3242"/>
                    </a:cubicBezTo>
                    <a:cubicBezTo>
                      <a:pt x="4346" y="3265"/>
                      <a:pt x="4346" y="3265"/>
                      <a:pt x="4321" y="3382"/>
                    </a:cubicBezTo>
                    <a:cubicBezTo>
                      <a:pt x="4239" y="3723"/>
                      <a:pt x="4239" y="3723"/>
                      <a:pt x="4103" y="3841"/>
                    </a:cubicBezTo>
                    <a:cubicBezTo>
                      <a:pt x="3972" y="3969"/>
                      <a:pt x="3967" y="4105"/>
                      <a:pt x="3963" y="4281"/>
                    </a:cubicBezTo>
                    <a:cubicBezTo>
                      <a:pt x="3963" y="4297"/>
                      <a:pt x="3963" y="4297"/>
                      <a:pt x="3959" y="4378"/>
                    </a:cubicBezTo>
                    <a:cubicBezTo>
                      <a:pt x="3956" y="4447"/>
                      <a:pt x="3954" y="4516"/>
                      <a:pt x="3952" y="4585"/>
                    </a:cubicBezTo>
                    <a:cubicBezTo>
                      <a:pt x="3948" y="4695"/>
                      <a:pt x="3943" y="4804"/>
                      <a:pt x="3938" y="4914"/>
                    </a:cubicBezTo>
                    <a:cubicBezTo>
                      <a:pt x="3924" y="5225"/>
                      <a:pt x="3911" y="5536"/>
                      <a:pt x="3900" y="5847"/>
                    </a:cubicBezTo>
                    <a:cubicBezTo>
                      <a:pt x="3894" y="6038"/>
                      <a:pt x="3885" y="6229"/>
                      <a:pt x="3875" y="6420"/>
                    </a:cubicBezTo>
                    <a:cubicBezTo>
                      <a:pt x="3872" y="6492"/>
                      <a:pt x="3869" y="6564"/>
                      <a:pt x="3867" y="6637"/>
                    </a:cubicBezTo>
                    <a:cubicBezTo>
                      <a:pt x="3853" y="7213"/>
                      <a:pt x="3853" y="7213"/>
                      <a:pt x="3695" y="7414"/>
                    </a:cubicBezTo>
                    <a:cubicBezTo>
                      <a:pt x="3621" y="7481"/>
                      <a:pt x="3545" y="7547"/>
                      <a:pt x="3468" y="7612"/>
                    </a:cubicBezTo>
                    <a:cubicBezTo>
                      <a:pt x="3330" y="7755"/>
                      <a:pt x="3326" y="7875"/>
                      <a:pt x="3322" y="8068"/>
                    </a:cubicBezTo>
                    <a:cubicBezTo>
                      <a:pt x="3323" y="8111"/>
                      <a:pt x="3324" y="8153"/>
                      <a:pt x="3325" y="8198"/>
                    </a:cubicBezTo>
                    <a:cubicBezTo>
                      <a:pt x="3322" y="8290"/>
                      <a:pt x="3320" y="8383"/>
                      <a:pt x="3317" y="8475"/>
                    </a:cubicBezTo>
                    <a:cubicBezTo>
                      <a:pt x="3316" y="8523"/>
                      <a:pt x="3315" y="8570"/>
                      <a:pt x="3314" y="8619"/>
                    </a:cubicBezTo>
                    <a:cubicBezTo>
                      <a:pt x="3285" y="9626"/>
                      <a:pt x="3285" y="9626"/>
                      <a:pt x="3117" y="9861"/>
                    </a:cubicBezTo>
                    <a:cubicBezTo>
                      <a:pt x="2910" y="10046"/>
                      <a:pt x="2630" y="10052"/>
                      <a:pt x="2365" y="10048"/>
                    </a:cubicBezTo>
                    <a:cubicBezTo>
                      <a:pt x="2186" y="10033"/>
                      <a:pt x="2085" y="9990"/>
                      <a:pt x="1960" y="9858"/>
                    </a:cubicBezTo>
                    <a:cubicBezTo>
                      <a:pt x="1875" y="9730"/>
                      <a:pt x="1889" y="9592"/>
                      <a:pt x="1892" y="9443"/>
                    </a:cubicBezTo>
                    <a:cubicBezTo>
                      <a:pt x="1892" y="9408"/>
                      <a:pt x="1892" y="9374"/>
                      <a:pt x="1892" y="9338"/>
                    </a:cubicBezTo>
                    <a:cubicBezTo>
                      <a:pt x="1893" y="9224"/>
                      <a:pt x="1894" y="9110"/>
                      <a:pt x="1896" y="8997"/>
                    </a:cubicBezTo>
                    <a:cubicBezTo>
                      <a:pt x="1896" y="8918"/>
                      <a:pt x="1897" y="8838"/>
                      <a:pt x="1897" y="8759"/>
                    </a:cubicBezTo>
                    <a:cubicBezTo>
                      <a:pt x="1897" y="8551"/>
                      <a:pt x="1900" y="8344"/>
                      <a:pt x="1902" y="8136"/>
                    </a:cubicBezTo>
                    <a:cubicBezTo>
                      <a:pt x="1904" y="7923"/>
                      <a:pt x="1905" y="7711"/>
                      <a:pt x="1906" y="7499"/>
                    </a:cubicBezTo>
                    <a:cubicBezTo>
                      <a:pt x="1908" y="7082"/>
                      <a:pt x="1912" y="6666"/>
                      <a:pt x="1916" y="6250"/>
                    </a:cubicBezTo>
                    <a:cubicBezTo>
                      <a:pt x="1815" y="6245"/>
                      <a:pt x="1714" y="6242"/>
                      <a:pt x="1613" y="6240"/>
                    </a:cubicBezTo>
                    <a:cubicBezTo>
                      <a:pt x="1584" y="6238"/>
                      <a:pt x="1556" y="6237"/>
                      <a:pt x="1526" y="6235"/>
                    </a:cubicBezTo>
                    <a:cubicBezTo>
                      <a:pt x="1385" y="6233"/>
                      <a:pt x="1310" y="6233"/>
                      <a:pt x="1202" y="6328"/>
                    </a:cubicBezTo>
                    <a:cubicBezTo>
                      <a:pt x="1139" y="6429"/>
                      <a:pt x="1097" y="6529"/>
                      <a:pt x="1057" y="6641"/>
                    </a:cubicBezTo>
                    <a:cubicBezTo>
                      <a:pt x="1026" y="6714"/>
                      <a:pt x="995" y="6787"/>
                      <a:pt x="964" y="6860"/>
                    </a:cubicBezTo>
                    <a:cubicBezTo>
                      <a:pt x="918" y="6974"/>
                      <a:pt x="873" y="7088"/>
                      <a:pt x="829" y="7203"/>
                    </a:cubicBezTo>
                    <a:cubicBezTo>
                      <a:pt x="709" y="7481"/>
                      <a:pt x="709" y="7481"/>
                      <a:pt x="591" y="7533"/>
                    </a:cubicBezTo>
                    <a:cubicBezTo>
                      <a:pt x="504" y="7541"/>
                      <a:pt x="427" y="7537"/>
                      <a:pt x="341" y="7526"/>
                    </a:cubicBezTo>
                    <a:cubicBezTo>
                      <a:pt x="312" y="7524"/>
                      <a:pt x="283" y="7522"/>
                      <a:pt x="253" y="7520"/>
                    </a:cubicBezTo>
                    <a:cubicBezTo>
                      <a:pt x="183" y="7515"/>
                      <a:pt x="112" y="7508"/>
                      <a:pt x="41" y="7500"/>
                    </a:cubicBezTo>
                    <a:cubicBezTo>
                      <a:pt x="30" y="7400"/>
                      <a:pt x="22" y="7301"/>
                      <a:pt x="15" y="7200"/>
                    </a:cubicBezTo>
                    <a:cubicBezTo>
                      <a:pt x="12" y="7172"/>
                      <a:pt x="8" y="7144"/>
                      <a:pt x="5" y="7115"/>
                    </a:cubicBezTo>
                    <a:cubicBezTo>
                      <a:pt x="0" y="7021"/>
                      <a:pt x="1" y="6961"/>
                      <a:pt x="41" y="6875"/>
                    </a:cubicBezTo>
                    <a:cubicBezTo>
                      <a:pt x="131" y="6838"/>
                      <a:pt x="131" y="6838"/>
                      <a:pt x="243" y="6803"/>
                    </a:cubicBezTo>
                    <a:cubicBezTo>
                      <a:pt x="358" y="6755"/>
                      <a:pt x="358" y="6755"/>
                      <a:pt x="458" y="6667"/>
                    </a:cubicBezTo>
                    <a:cubicBezTo>
                      <a:pt x="563" y="6403"/>
                      <a:pt x="565" y="6100"/>
                      <a:pt x="588" y="5820"/>
                    </a:cubicBezTo>
                    <a:cubicBezTo>
                      <a:pt x="596" y="5741"/>
                      <a:pt x="604" y="5662"/>
                      <a:pt x="612" y="5582"/>
                    </a:cubicBezTo>
                    <a:cubicBezTo>
                      <a:pt x="632" y="5388"/>
                      <a:pt x="650" y="5194"/>
                      <a:pt x="666" y="5000"/>
                    </a:cubicBezTo>
                    <a:cubicBezTo>
                      <a:pt x="880" y="4976"/>
                      <a:pt x="1078" y="4962"/>
                      <a:pt x="1291" y="5000"/>
                    </a:cubicBezTo>
                    <a:cubicBezTo>
                      <a:pt x="1370" y="5101"/>
                      <a:pt x="1399" y="5195"/>
                      <a:pt x="1442" y="5316"/>
                    </a:cubicBezTo>
                    <a:cubicBezTo>
                      <a:pt x="1500" y="5417"/>
                      <a:pt x="1500" y="5417"/>
                      <a:pt x="1612" y="5471"/>
                    </a:cubicBezTo>
                    <a:cubicBezTo>
                      <a:pt x="1752" y="5504"/>
                      <a:pt x="1890" y="5528"/>
                      <a:pt x="2033" y="5547"/>
                    </a:cubicBezTo>
                    <a:cubicBezTo>
                      <a:pt x="2082" y="5555"/>
                      <a:pt x="2131" y="5563"/>
                      <a:pt x="2181" y="5571"/>
                    </a:cubicBezTo>
                    <a:cubicBezTo>
                      <a:pt x="2301" y="5591"/>
                      <a:pt x="2421" y="5609"/>
                      <a:pt x="2541" y="5625"/>
                    </a:cubicBezTo>
                    <a:cubicBezTo>
                      <a:pt x="2539" y="5596"/>
                      <a:pt x="2537" y="5566"/>
                      <a:pt x="2535" y="5536"/>
                    </a:cubicBezTo>
                    <a:cubicBezTo>
                      <a:pt x="2526" y="5401"/>
                      <a:pt x="2521" y="5266"/>
                      <a:pt x="2515" y="5130"/>
                    </a:cubicBezTo>
                    <a:cubicBezTo>
                      <a:pt x="2514" y="5107"/>
                      <a:pt x="2514" y="5107"/>
                      <a:pt x="2505" y="4990"/>
                    </a:cubicBezTo>
                    <a:cubicBezTo>
                      <a:pt x="2500" y="4844"/>
                      <a:pt x="2506" y="4726"/>
                      <a:pt x="2541" y="4583"/>
                    </a:cubicBezTo>
                    <a:cubicBezTo>
                      <a:pt x="2633" y="4499"/>
                      <a:pt x="2633" y="4499"/>
                      <a:pt x="2747" y="4418"/>
                    </a:cubicBezTo>
                    <a:cubicBezTo>
                      <a:pt x="2969" y="4224"/>
                      <a:pt x="3004" y="4024"/>
                      <a:pt x="3024" y="3737"/>
                    </a:cubicBezTo>
                    <a:cubicBezTo>
                      <a:pt x="3034" y="3563"/>
                      <a:pt x="3040" y="3389"/>
                      <a:pt x="3044" y="3215"/>
                    </a:cubicBezTo>
                    <a:cubicBezTo>
                      <a:pt x="3048" y="3122"/>
                      <a:pt x="3052" y="3029"/>
                      <a:pt x="3056" y="2936"/>
                    </a:cubicBezTo>
                    <a:cubicBezTo>
                      <a:pt x="3067" y="2693"/>
                      <a:pt x="3075" y="2450"/>
                      <a:pt x="3083" y="2206"/>
                    </a:cubicBezTo>
                    <a:cubicBezTo>
                      <a:pt x="3091" y="1958"/>
                      <a:pt x="3102" y="1709"/>
                      <a:pt x="3112" y="1461"/>
                    </a:cubicBezTo>
                    <a:cubicBezTo>
                      <a:pt x="3133" y="974"/>
                      <a:pt x="3150" y="487"/>
                      <a:pt x="3166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23" name="ICON_A_EEG_WAVE_GRAPHIC_path_034"/>
              <p:cNvSpPr/>
              <p:nvPr/>
            </p:nvSpPr>
            <p:spPr>
              <a:xfrm>
                <a:off x="2348116" y="1419963"/>
                <a:ext cx="83862" cy="64701"/>
              </a:xfrm>
              <a:custGeom>
                <a:avLst/>
                <a:gdLst/>
                <a:ahLst/>
                <a:cxnLst/>
                <a:rect l="0" t="0" r="r" b="b"/>
                <a:pathLst>
                  <a:path w="6603" h="5095" fill="norm" stroke="0">
                    <a:moveTo>
                      <a:pt x="5407" y="21"/>
                    </a:moveTo>
                    <a:cubicBezTo>
                      <a:pt x="5588" y="0"/>
                      <a:pt x="5698" y="43"/>
                      <a:pt x="5849" y="143"/>
                    </a:cubicBezTo>
                    <a:cubicBezTo>
                      <a:pt x="5975" y="253"/>
                      <a:pt x="6083" y="368"/>
                      <a:pt x="6190" y="496"/>
                    </a:cubicBezTo>
                    <a:cubicBezTo>
                      <a:pt x="6209" y="519"/>
                      <a:pt x="6228" y="541"/>
                      <a:pt x="6247" y="564"/>
                    </a:cubicBezTo>
                    <a:cubicBezTo>
                      <a:pt x="6490" y="860"/>
                      <a:pt x="6603" y="1116"/>
                      <a:pt x="6575" y="1502"/>
                    </a:cubicBezTo>
                    <a:cubicBezTo>
                      <a:pt x="6537" y="1863"/>
                      <a:pt x="6455" y="2218"/>
                      <a:pt x="6359" y="2567"/>
                    </a:cubicBezTo>
                    <a:cubicBezTo>
                      <a:pt x="6317" y="2563"/>
                      <a:pt x="6274" y="2559"/>
                      <a:pt x="6230" y="2555"/>
                    </a:cubicBezTo>
                    <a:cubicBezTo>
                      <a:pt x="5796" y="2528"/>
                      <a:pt x="5796" y="2528"/>
                      <a:pt x="5647" y="2621"/>
                    </a:cubicBezTo>
                    <a:cubicBezTo>
                      <a:pt x="5581" y="2709"/>
                      <a:pt x="5541" y="2791"/>
                      <a:pt x="5500" y="2892"/>
                    </a:cubicBezTo>
                    <a:cubicBezTo>
                      <a:pt x="5483" y="2928"/>
                      <a:pt x="5466" y="2964"/>
                      <a:pt x="5448" y="3000"/>
                    </a:cubicBezTo>
                    <a:cubicBezTo>
                      <a:pt x="5340" y="3256"/>
                      <a:pt x="5301" y="3499"/>
                      <a:pt x="5282" y="3773"/>
                    </a:cubicBezTo>
                    <a:cubicBezTo>
                      <a:pt x="5221" y="4604"/>
                      <a:pt x="5221" y="4604"/>
                      <a:pt x="5109" y="4859"/>
                    </a:cubicBezTo>
                    <a:cubicBezTo>
                      <a:pt x="4850" y="5075"/>
                      <a:pt x="4509" y="5090"/>
                      <a:pt x="4183" y="5095"/>
                    </a:cubicBezTo>
                    <a:cubicBezTo>
                      <a:pt x="4020" y="5056"/>
                      <a:pt x="3960" y="4991"/>
                      <a:pt x="3859" y="4859"/>
                    </a:cubicBezTo>
                    <a:cubicBezTo>
                      <a:pt x="3831" y="4749"/>
                      <a:pt x="3816" y="4659"/>
                      <a:pt x="3808" y="4549"/>
                    </a:cubicBezTo>
                    <a:cubicBezTo>
                      <a:pt x="3801" y="4487"/>
                      <a:pt x="3795" y="4425"/>
                      <a:pt x="3788" y="4364"/>
                    </a:cubicBezTo>
                    <a:cubicBezTo>
                      <a:pt x="3785" y="4332"/>
                      <a:pt x="3781" y="4300"/>
                      <a:pt x="3778" y="4267"/>
                    </a:cubicBezTo>
                    <a:cubicBezTo>
                      <a:pt x="3636" y="2916"/>
                      <a:pt x="3636" y="2916"/>
                      <a:pt x="3234" y="2567"/>
                    </a:cubicBezTo>
                    <a:cubicBezTo>
                      <a:pt x="3026" y="2481"/>
                      <a:pt x="2822" y="2516"/>
                      <a:pt x="2609" y="2567"/>
                    </a:cubicBezTo>
                    <a:cubicBezTo>
                      <a:pt x="2611" y="2580"/>
                      <a:pt x="2611" y="2580"/>
                      <a:pt x="2619" y="2649"/>
                    </a:cubicBezTo>
                    <a:cubicBezTo>
                      <a:pt x="2675" y="3194"/>
                      <a:pt x="2672" y="3637"/>
                      <a:pt x="2336" y="4090"/>
                    </a:cubicBezTo>
                    <a:cubicBezTo>
                      <a:pt x="2146" y="4322"/>
                      <a:pt x="1974" y="4500"/>
                      <a:pt x="1671" y="4546"/>
                    </a:cubicBezTo>
                    <a:cubicBezTo>
                      <a:pt x="1309" y="4496"/>
                      <a:pt x="1134" y="4219"/>
                      <a:pt x="924" y="3942"/>
                    </a:cubicBezTo>
                    <a:cubicBezTo>
                      <a:pt x="788" y="3743"/>
                      <a:pt x="719" y="3628"/>
                      <a:pt x="756" y="3386"/>
                    </a:cubicBezTo>
                    <a:cubicBezTo>
                      <a:pt x="766" y="3280"/>
                      <a:pt x="766" y="3280"/>
                      <a:pt x="734" y="3192"/>
                    </a:cubicBezTo>
                    <a:cubicBezTo>
                      <a:pt x="629" y="3156"/>
                      <a:pt x="532" y="3131"/>
                      <a:pt x="424" y="3108"/>
                    </a:cubicBezTo>
                    <a:cubicBezTo>
                      <a:pt x="308" y="3081"/>
                      <a:pt x="206" y="3054"/>
                      <a:pt x="109" y="2984"/>
                    </a:cubicBezTo>
                    <a:cubicBezTo>
                      <a:pt x="0" y="2762"/>
                      <a:pt x="51" y="2479"/>
                      <a:pt x="70" y="2241"/>
                    </a:cubicBezTo>
                    <a:cubicBezTo>
                      <a:pt x="73" y="2172"/>
                      <a:pt x="76" y="2103"/>
                      <a:pt x="79" y="2033"/>
                    </a:cubicBezTo>
                    <a:cubicBezTo>
                      <a:pt x="85" y="1864"/>
                      <a:pt x="96" y="1695"/>
                      <a:pt x="109" y="1525"/>
                    </a:cubicBezTo>
                    <a:cubicBezTo>
                      <a:pt x="278" y="1484"/>
                      <a:pt x="447" y="1446"/>
                      <a:pt x="617" y="1408"/>
                    </a:cubicBezTo>
                    <a:cubicBezTo>
                      <a:pt x="665" y="1396"/>
                      <a:pt x="713" y="1385"/>
                      <a:pt x="762" y="1373"/>
                    </a:cubicBezTo>
                    <a:cubicBezTo>
                      <a:pt x="808" y="1362"/>
                      <a:pt x="855" y="1352"/>
                      <a:pt x="903" y="1342"/>
                    </a:cubicBezTo>
                    <a:cubicBezTo>
                      <a:pt x="945" y="1332"/>
                      <a:pt x="988" y="1322"/>
                      <a:pt x="1031" y="1312"/>
                    </a:cubicBezTo>
                    <a:cubicBezTo>
                      <a:pt x="1151" y="1317"/>
                      <a:pt x="1151" y="1317"/>
                      <a:pt x="1269" y="1395"/>
                    </a:cubicBezTo>
                    <a:cubicBezTo>
                      <a:pt x="1402" y="1549"/>
                      <a:pt x="1385" y="1717"/>
                      <a:pt x="1379" y="1910"/>
                    </a:cubicBezTo>
                    <a:cubicBezTo>
                      <a:pt x="1379" y="1947"/>
                      <a:pt x="1379" y="1984"/>
                      <a:pt x="1378" y="2021"/>
                    </a:cubicBezTo>
                    <a:cubicBezTo>
                      <a:pt x="1377" y="2138"/>
                      <a:pt x="1375" y="2255"/>
                      <a:pt x="1372" y="2371"/>
                    </a:cubicBezTo>
                    <a:cubicBezTo>
                      <a:pt x="1371" y="2451"/>
                      <a:pt x="1370" y="2530"/>
                      <a:pt x="1369" y="2610"/>
                    </a:cubicBezTo>
                    <a:cubicBezTo>
                      <a:pt x="1367" y="2804"/>
                      <a:pt x="1363" y="2998"/>
                      <a:pt x="1359" y="3192"/>
                    </a:cubicBezTo>
                    <a:cubicBezTo>
                      <a:pt x="1556" y="3126"/>
                      <a:pt x="1728" y="3062"/>
                      <a:pt x="1839" y="2879"/>
                    </a:cubicBezTo>
                    <a:cubicBezTo>
                      <a:pt x="1888" y="2750"/>
                      <a:pt x="1930" y="2620"/>
                      <a:pt x="1971" y="2489"/>
                    </a:cubicBezTo>
                    <a:cubicBezTo>
                      <a:pt x="2128" y="2057"/>
                      <a:pt x="2300" y="1600"/>
                      <a:pt x="2713" y="1351"/>
                    </a:cubicBezTo>
                    <a:cubicBezTo>
                      <a:pt x="3075" y="1231"/>
                      <a:pt x="3523" y="1425"/>
                      <a:pt x="3859" y="1525"/>
                    </a:cubicBezTo>
                    <a:cubicBezTo>
                      <a:pt x="3859" y="1869"/>
                      <a:pt x="3859" y="2213"/>
                      <a:pt x="3859" y="2567"/>
                    </a:cubicBezTo>
                    <a:cubicBezTo>
                      <a:pt x="4065" y="2567"/>
                      <a:pt x="4271" y="2567"/>
                      <a:pt x="4484" y="2567"/>
                    </a:cubicBezTo>
                    <a:cubicBezTo>
                      <a:pt x="4479" y="2496"/>
                      <a:pt x="4474" y="2426"/>
                      <a:pt x="4469" y="2354"/>
                    </a:cubicBezTo>
                    <a:cubicBezTo>
                      <a:pt x="4433" y="1607"/>
                      <a:pt x="4433" y="1607"/>
                      <a:pt x="4562" y="1400"/>
                    </a:cubicBezTo>
                    <a:cubicBezTo>
                      <a:pt x="4634" y="1343"/>
                      <a:pt x="4707" y="1287"/>
                      <a:pt x="4782" y="1234"/>
                    </a:cubicBezTo>
                    <a:cubicBezTo>
                      <a:pt x="5004" y="1042"/>
                      <a:pt x="5071" y="687"/>
                      <a:pt x="5154" y="416"/>
                    </a:cubicBezTo>
                    <a:cubicBezTo>
                      <a:pt x="5264" y="94"/>
                      <a:pt x="5264" y="94"/>
                      <a:pt x="5407" y="21"/>
                    </a:cubicBezTo>
                    <a:close/>
                  </a:path>
                </a:pathLst>
              </a:custGeom>
              <a:solidFill>
                <a:srgbClr val="6DA8B3"/>
              </a:solidFill>
              <a:ln w="2646" cap="flat">
                <a:noFill/>
              </a:ln>
            </p:spPr>
          </p:sp>
          <p:sp>
            <p:nvSpPr>
              <p:cNvPr id="3224" name="ICON_A_EEG_WAVE_GRAPHIC_path_035"/>
              <p:cNvSpPr/>
              <p:nvPr/>
            </p:nvSpPr>
            <p:spPr>
              <a:xfrm>
                <a:off x="1617504" y="888349"/>
                <a:ext cx="42913" cy="119713"/>
              </a:xfrm>
              <a:custGeom>
                <a:avLst/>
                <a:gdLst/>
                <a:ahLst/>
                <a:cxnLst/>
                <a:rect l="0" t="0" r="r" b="b"/>
                <a:pathLst>
                  <a:path w="3379" h="9426" fill="norm" stroke="0">
                    <a:moveTo>
                      <a:pt x="2013" y="51"/>
                    </a:moveTo>
                    <a:cubicBezTo>
                      <a:pt x="2542" y="0"/>
                      <a:pt x="2542" y="0"/>
                      <a:pt x="2747" y="110"/>
                    </a:cubicBezTo>
                    <a:cubicBezTo>
                      <a:pt x="2841" y="198"/>
                      <a:pt x="2913" y="287"/>
                      <a:pt x="2987" y="393"/>
                    </a:cubicBezTo>
                    <a:cubicBezTo>
                      <a:pt x="3013" y="430"/>
                      <a:pt x="3039" y="467"/>
                      <a:pt x="3067" y="505"/>
                    </a:cubicBezTo>
                    <a:cubicBezTo>
                      <a:pt x="3379" y="995"/>
                      <a:pt x="3331" y="1524"/>
                      <a:pt x="3302" y="2082"/>
                    </a:cubicBezTo>
                    <a:cubicBezTo>
                      <a:pt x="3298" y="2189"/>
                      <a:pt x="3296" y="2296"/>
                      <a:pt x="3293" y="2402"/>
                    </a:cubicBezTo>
                    <a:cubicBezTo>
                      <a:pt x="3286" y="2661"/>
                      <a:pt x="3275" y="2918"/>
                      <a:pt x="3263" y="3176"/>
                    </a:cubicBezTo>
                    <a:cubicBezTo>
                      <a:pt x="3056" y="3176"/>
                      <a:pt x="2850" y="3176"/>
                      <a:pt x="2638" y="3176"/>
                    </a:cubicBezTo>
                    <a:cubicBezTo>
                      <a:pt x="2638" y="3220"/>
                      <a:pt x="2639" y="3263"/>
                      <a:pt x="2640" y="3308"/>
                    </a:cubicBezTo>
                    <a:cubicBezTo>
                      <a:pt x="2649" y="3719"/>
                      <a:pt x="2655" y="4129"/>
                      <a:pt x="2659" y="4540"/>
                    </a:cubicBezTo>
                    <a:cubicBezTo>
                      <a:pt x="2661" y="4751"/>
                      <a:pt x="2664" y="4962"/>
                      <a:pt x="2669" y="5173"/>
                    </a:cubicBezTo>
                    <a:cubicBezTo>
                      <a:pt x="2674" y="5377"/>
                      <a:pt x="2676" y="5581"/>
                      <a:pt x="2677" y="5785"/>
                    </a:cubicBezTo>
                    <a:cubicBezTo>
                      <a:pt x="2678" y="5863"/>
                      <a:pt x="2679" y="5940"/>
                      <a:pt x="2681" y="6018"/>
                    </a:cubicBezTo>
                    <a:cubicBezTo>
                      <a:pt x="2700" y="6661"/>
                      <a:pt x="2700" y="6661"/>
                      <a:pt x="2546" y="6852"/>
                    </a:cubicBezTo>
                    <a:cubicBezTo>
                      <a:pt x="2475" y="6926"/>
                      <a:pt x="2405" y="6983"/>
                      <a:pt x="2322" y="7046"/>
                    </a:cubicBezTo>
                    <a:cubicBezTo>
                      <a:pt x="2105" y="7236"/>
                      <a:pt x="2050" y="7557"/>
                      <a:pt x="1969" y="7826"/>
                    </a:cubicBezTo>
                    <a:cubicBezTo>
                      <a:pt x="1953" y="7871"/>
                      <a:pt x="1938" y="7916"/>
                      <a:pt x="1921" y="7963"/>
                    </a:cubicBezTo>
                    <a:cubicBezTo>
                      <a:pt x="1909" y="8004"/>
                      <a:pt x="1896" y="8045"/>
                      <a:pt x="1883" y="8087"/>
                    </a:cubicBezTo>
                    <a:cubicBezTo>
                      <a:pt x="1857" y="8117"/>
                      <a:pt x="1831" y="8146"/>
                      <a:pt x="1804" y="8176"/>
                    </a:cubicBezTo>
                    <a:cubicBezTo>
                      <a:pt x="1667" y="8176"/>
                      <a:pt x="1529" y="8176"/>
                      <a:pt x="1388" y="8176"/>
                    </a:cubicBezTo>
                    <a:cubicBezTo>
                      <a:pt x="1388" y="8589"/>
                      <a:pt x="1388" y="9001"/>
                      <a:pt x="1388" y="9426"/>
                    </a:cubicBezTo>
                    <a:cubicBezTo>
                      <a:pt x="763" y="9426"/>
                      <a:pt x="763" y="9426"/>
                      <a:pt x="568" y="9296"/>
                    </a:cubicBezTo>
                    <a:cubicBezTo>
                      <a:pt x="490" y="9205"/>
                      <a:pt x="490" y="9205"/>
                      <a:pt x="417" y="9101"/>
                    </a:cubicBezTo>
                    <a:cubicBezTo>
                      <a:pt x="404" y="9083"/>
                      <a:pt x="404" y="9083"/>
                      <a:pt x="337" y="8991"/>
                    </a:cubicBezTo>
                    <a:cubicBezTo>
                      <a:pt x="17" y="8483"/>
                      <a:pt x="36" y="7899"/>
                      <a:pt x="45" y="7318"/>
                    </a:cubicBezTo>
                    <a:cubicBezTo>
                      <a:pt x="46" y="7186"/>
                      <a:pt x="45" y="7055"/>
                      <a:pt x="40" y="6924"/>
                    </a:cubicBezTo>
                    <a:cubicBezTo>
                      <a:pt x="0" y="5796"/>
                      <a:pt x="0" y="5796"/>
                      <a:pt x="300" y="5454"/>
                    </a:cubicBezTo>
                    <a:cubicBezTo>
                      <a:pt x="562" y="5222"/>
                      <a:pt x="828" y="5061"/>
                      <a:pt x="1181" y="5028"/>
                    </a:cubicBezTo>
                    <a:cubicBezTo>
                      <a:pt x="1628" y="4978"/>
                      <a:pt x="1628" y="4978"/>
                      <a:pt x="1804" y="4843"/>
                    </a:cubicBezTo>
                    <a:cubicBezTo>
                      <a:pt x="1961" y="4550"/>
                      <a:pt x="1931" y="4177"/>
                      <a:pt x="1931" y="3854"/>
                    </a:cubicBezTo>
                    <a:cubicBezTo>
                      <a:pt x="1931" y="3720"/>
                      <a:pt x="1937" y="3587"/>
                      <a:pt x="1941" y="3453"/>
                    </a:cubicBezTo>
                    <a:cubicBezTo>
                      <a:pt x="1950" y="3200"/>
                      <a:pt x="1954" y="2947"/>
                      <a:pt x="1957" y="2694"/>
                    </a:cubicBezTo>
                    <a:cubicBezTo>
                      <a:pt x="1960" y="2405"/>
                      <a:pt x="1968" y="2117"/>
                      <a:pt x="1977" y="1829"/>
                    </a:cubicBezTo>
                    <a:cubicBezTo>
                      <a:pt x="1994" y="1237"/>
                      <a:pt x="2005" y="644"/>
                      <a:pt x="2013" y="51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25" name="ICON_A_EEG_WAVE_GRAPHIC_path_036"/>
              <p:cNvSpPr/>
              <p:nvPr/>
            </p:nvSpPr>
            <p:spPr>
              <a:xfrm>
                <a:off x="1872909" y="873125"/>
                <a:ext cx="41325" cy="127000"/>
              </a:xfrm>
              <a:custGeom>
                <a:avLst/>
                <a:gdLst/>
                <a:ahLst/>
                <a:cxnLst/>
                <a:rect l="0" t="0" r="r" b="b"/>
                <a:pathLst>
                  <a:path w="3254" h="10000" fill="norm" stroke="0">
                    <a:moveTo>
                      <a:pt x="235" y="0"/>
                    </a:moveTo>
                    <a:cubicBezTo>
                      <a:pt x="579" y="69"/>
                      <a:pt x="923" y="138"/>
                      <a:pt x="1277" y="208"/>
                    </a:cubicBezTo>
                    <a:cubicBezTo>
                      <a:pt x="1346" y="1721"/>
                      <a:pt x="1414" y="3233"/>
                      <a:pt x="1485" y="4792"/>
                    </a:cubicBezTo>
                    <a:cubicBezTo>
                      <a:pt x="1829" y="4860"/>
                      <a:pt x="2173" y="4929"/>
                      <a:pt x="2527" y="5000"/>
                    </a:cubicBezTo>
                    <a:cubicBezTo>
                      <a:pt x="3148" y="5471"/>
                      <a:pt x="3148" y="5471"/>
                      <a:pt x="3236" y="5860"/>
                    </a:cubicBezTo>
                    <a:cubicBezTo>
                      <a:pt x="3254" y="6059"/>
                      <a:pt x="3198" y="6187"/>
                      <a:pt x="3084" y="6341"/>
                    </a:cubicBezTo>
                    <a:cubicBezTo>
                      <a:pt x="2871" y="6581"/>
                      <a:pt x="2627" y="6778"/>
                      <a:pt x="2319" y="6875"/>
                    </a:cubicBezTo>
                    <a:cubicBezTo>
                      <a:pt x="1947" y="6892"/>
                      <a:pt x="1632" y="6775"/>
                      <a:pt x="1277" y="6667"/>
                    </a:cubicBezTo>
                    <a:cubicBezTo>
                      <a:pt x="1277" y="6323"/>
                      <a:pt x="1277" y="5979"/>
                      <a:pt x="1277" y="5625"/>
                    </a:cubicBezTo>
                    <a:cubicBezTo>
                      <a:pt x="1071" y="5625"/>
                      <a:pt x="864" y="5625"/>
                      <a:pt x="652" y="5625"/>
                    </a:cubicBezTo>
                    <a:cubicBezTo>
                      <a:pt x="652" y="7069"/>
                      <a:pt x="652" y="8513"/>
                      <a:pt x="652" y="10000"/>
                    </a:cubicBezTo>
                    <a:cubicBezTo>
                      <a:pt x="446" y="10000"/>
                      <a:pt x="239" y="10000"/>
                      <a:pt x="27" y="10000"/>
                    </a:cubicBezTo>
                    <a:cubicBezTo>
                      <a:pt x="22" y="8756"/>
                      <a:pt x="18" y="7512"/>
                      <a:pt x="16" y="6268"/>
                    </a:cubicBezTo>
                    <a:cubicBezTo>
                      <a:pt x="16" y="6122"/>
                      <a:pt x="16" y="5975"/>
                      <a:pt x="15" y="5828"/>
                    </a:cubicBezTo>
                    <a:cubicBezTo>
                      <a:pt x="15" y="5799"/>
                      <a:pt x="15" y="5770"/>
                      <a:pt x="15" y="5739"/>
                    </a:cubicBezTo>
                    <a:cubicBezTo>
                      <a:pt x="14" y="5266"/>
                      <a:pt x="13" y="4793"/>
                      <a:pt x="11" y="4319"/>
                    </a:cubicBezTo>
                    <a:cubicBezTo>
                      <a:pt x="9" y="3834"/>
                      <a:pt x="8" y="3348"/>
                      <a:pt x="7" y="2862"/>
                    </a:cubicBezTo>
                    <a:cubicBezTo>
                      <a:pt x="7" y="2562"/>
                      <a:pt x="6" y="2263"/>
                      <a:pt x="4" y="1963"/>
                    </a:cubicBezTo>
                    <a:cubicBezTo>
                      <a:pt x="3" y="1733"/>
                      <a:pt x="3" y="1504"/>
                      <a:pt x="3" y="1274"/>
                    </a:cubicBezTo>
                    <a:cubicBezTo>
                      <a:pt x="3" y="1179"/>
                      <a:pt x="3" y="1085"/>
                      <a:pt x="2" y="991"/>
                    </a:cubicBezTo>
                    <a:cubicBezTo>
                      <a:pt x="1" y="862"/>
                      <a:pt x="1" y="734"/>
                      <a:pt x="2" y="605"/>
                    </a:cubicBezTo>
                    <a:cubicBezTo>
                      <a:pt x="1" y="568"/>
                      <a:pt x="1" y="530"/>
                      <a:pt x="0" y="491"/>
                    </a:cubicBezTo>
                    <a:cubicBezTo>
                      <a:pt x="0" y="457"/>
                      <a:pt x="1" y="422"/>
                      <a:pt x="1" y="387"/>
                    </a:cubicBezTo>
                    <a:cubicBezTo>
                      <a:pt x="1" y="372"/>
                      <a:pt x="1" y="372"/>
                      <a:pt x="1" y="297"/>
                    </a:cubicBezTo>
                    <a:cubicBezTo>
                      <a:pt x="27" y="208"/>
                      <a:pt x="27" y="208"/>
                      <a:pt x="235" y="0"/>
                    </a:cubicBezTo>
                    <a:close/>
                  </a:path>
                </a:pathLst>
              </a:custGeom>
              <a:solidFill>
                <a:srgbClr val="A98CD2"/>
              </a:solidFill>
              <a:ln w="2646" cap="flat">
                <a:noFill/>
              </a:ln>
            </p:spPr>
          </p:sp>
          <p:sp>
            <p:nvSpPr>
              <p:cNvPr id="3226" name="ICON_A_EEG_WAVE_GRAPHIC_path_037"/>
              <p:cNvSpPr/>
              <p:nvPr/>
            </p:nvSpPr>
            <p:spPr>
              <a:xfrm>
                <a:off x="2587625" y="889000"/>
                <a:ext cx="64622" cy="88284"/>
              </a:xfrm>
              <a:custGeom>
                <a:avLst/>
                <a:gdLst/>
                <a:ahLst/>
                <a:cxnLst/>
                <a:rect l="0" t="0" r="r" b="b"/>
                <a:pathLst>
                  <a:path w="5088" h="6951" fill="norm" stroke="0">
                    <a:moveTo>
                      <a:pt x="2083" y="0"/>
                    </a:moveTo>
                    <a:cubicBezTo>
                      <a:pt x="2427" y="69"/>
                      <a:pt x="2771" y="138"/>
                      <a:pt x="3125" y="208"/>
                    </a:cubicBezTo>
                    <a:cubicBezTo>
                      <a:pt x="3125" y="1583"/>
                      <a:pt x="3125" y="2958"/>
                      <a:pt x="3125" y="4375"/>
                    </a:cubicBezTo>
                    <a:cubicBezTo>
                      <a:pt x="3331" y="4375"/>
                      <a:pt x="3538" y="4375"/>
                      <a:pt x="3750" y="4375"/>
                    </a:cubicBezTo>
                    <a:cubicBezTo>
                      <a:pt x="3877" y="4228"/>
                      <a:pt x="3922" y="4157"/>
                      <a:pt x="3984" y="3984"/>
                    </a:cubicBezTo>
                    <a:cubicBezTo>
                      <a:pt x="4015" y="3911"/>
                      <a:pt x="4046" y="3838"/>
                      <a:pt x="4077" y="3765"/>
                    </a:cubicBezTo>
                    <a:cubicBezTo>
                      <a:pt x="4091" y="3728"/>
                      <a:pt x="4106" y="3692"/>
                      <a:pt x="4120" y="3654"/>
                    </a:cubicBezTo>
                    <a:cubicBezTo>
                      <a:pt x="4195" y="3473"/>
                      <a:pt x="4285" y="3299"/>
                      <a:pt x="4375" y="3125"/>
                    </a:cubicBezTo>
                    <a:cubicBezTo>
                      <a:pt x="4844" y="3156"/>
                      <a:pt x="4844" y="3156"/>
                      <a:pt x="5000" y="3333"/>
                    </a:cubicBezTo>
                    <a:cubicBezTo>
                      <a:pt x="5088" y="3668"/>
                      <a:pt x="5034" y="4035"/>
                      <a:pt x="5000" y="4375"/>
                    </a:cubicBezTo>
                    <a:cubicBezTo>
                      <a:pt x="4794" y="4375"/>
                      <a:pt x="4588" y="4375"/>
                      <a:pt x="4375" y="4375"/>
                    </a:cubicBezTo>
                    <a:cubicBezTo>
                      <a:pt x="4380" y="4445"/>
                      <a:pt x="4385" y="4516"/>
                      <a:pt x="4390" y="4588"/>
                    </a:cubicBezTo>
                    <a:cubicBezTo>
                      <a:pt x="4426" y="5342"/>
                      <a:pt x="4426" y="5342"/>
                      <a:pt x="4290" y="5542"/>
                    </a:cubicBezTo>
                    <a:cubicBezTo>
                      <a:pt x="4215" y="5598"/>
                      <a:pt x="4140" y="5654"/>
                      <a:pt x="4065" y="5708"/>
                    </a:cubicBezTo>
                    <a:cubicBezTo>
                      <a:pt x="3795" y="5959"/>
                      <a:pt x="3799" y="6529"/>
                      <a:pt x="3750" y="6875"/>
                    </a:cubicBezTo>
                    <a:cubicBezTo>
                      <a:pt x="3534" y="6930"/>
                      <a:pt x="3339" y="6951"/>
                      <a:pt x="3125" y="6875"/>
                    </a:cubicBezTo>
                    <a:cubicBezTo>
                      <a:pt x="2818" y="6651"/>
                      <a:pt x="2554" y="6271"/>
                      <a:pt x="2468" y="5903"/>
                    </a:cubicBezTo>
                    <a:cubicBezTo>
                      <a:pt x="2424" y="5549"/>
                      <a:pt x="2442" y="5198"/>
                      <a:pt x="2461" y="4844"/>
                    </a:cubicBezTo>
                    <a:cubicBezTo>
                      <a:pt x="2464" y="4737"/>
                      <a:pt x="2467" y="4631"/>
                      <a:pt x="2470" y="4524"/>
                    </a:cubicBezTo>
                    <a:cubicBezTo>
                      <a:pt x="2476" y="4266"/>
                      <a:pt x="2487" y="4008"/>
                      <a:pt x="2500" y="3750"/>
                    </a:cubicBezTo>
                    <a:cubicBezTo>
                      <a:pt x="2288" y="3733"/>
                      <a:pt x="2086" y="3722"/>
                      <a:pt x="1875" y="3750"/>
                    </a:cubicBezTo>
                    <a:cubicBezTo>
                      <a:pt x="1777" y="3839"/>
                      <a:pt x="1770" y="3934"/>
                      <a:pt x="1758" y="4062"/>
                    </a:cubicBezTo>
                    <a:cubicBezTo>
                      <a:pt x="1743" y="4188"/>
                      <a:pt x="1722" y="4256"/>
                      <a:pt x="1667" y="4375"/>
                    </a:cubicBezTo>
                    <a:cubicBezTo>
                      <a:pt x="1525" y="4403"/>
                      <a:pt x="1393" y="4393"/>
                      <a:pt x="1250" y="4375"/>
                    </a:cubicBezTo>
                    <a:cubicBezTo>
                      <a:pt x="1249" y="4360"/>
                      <a:pt x="1249" y="4360"/>
                      <a:pt x="1241" y="4286"/>
                    </a:cubicBezTo>
                    <a:cubicBezTo>
                      <a:pt x="1144" y="3454"/>
                      <a:pt x="1144" y="3454"/>
                      <a:pt x="970" y="3250"/>
                    </a:cubicBezTo>
                    <a:cubicBezTo>
                      <a:pt x="863" y="3166"/>
                      <a:pt x="751" y="3104"/>
                      <a:pt x="630" y="3042"/>
                    </a:cubicBezTo>
                    <a:cubicBezTo>
                      <a:pt x="424" y="2936"/>
                      <a:pt x="424" y="2936"/>
                      <a:pt x="376" y="2800"/>
                    </a:cubicBezTo>
                    <a:cubicBezTo>
                      <a:pt x="377" y="2682"/>
                      <a:pt x="377" y="2682"/>
                      <a:pt x="417" y="2500"/>
                    </a:cubicBezTo>
                    <a:cubicBezTo>
                      <a:pt x="279" y="2500"/>
                      <a:pt x="142" y="2500"/>
                      <a:pt x="0" y="2500"/>
                    </a:cubicBezTo>
                    <a:cubicBezTo>
                      <a:pt x="69" y="2294"/>
                      <a:pt x="138" y="2088"/>
                      <a:pt x="208" y="1875"/>
                    </a:cubicBezTo>
                    <a:cubicBezTo>
                      <a:pt x="552" y="1944"/>
                      <a:pt x="896" y="2013"/>
                      <a:pt x="1250" y="2083"/>
                    </a:cubicBezTo>
                    <a:cubicBezTo>
                      <a:pt x="1250" y="2427"/>
                      <a:pt x="1250" y="2771"/>
                      <a:pt x="1250" y="3125"/>
                    </a:cubicBezTo>
                    <a:cubicBezTo>
                      <a:pt x="1456" y="3125"/>
                      <a:pt x="1663" y="3125"/>
                      <a:pt x="1875" y="3125"/>
                    </a:cubicBezTo>
                    <a:cubicBezTo>
                      <a:pt x="1874" y="3038"/>
                      <a:pt x="1873" y="2950"/>
                      <a:pt x="1872" y="2861"/>
                    </a:cubicBezTo>
                    <a:cubicBezTo>
                      <a:pt x="1868" y="2572"/>
                      <a:pt x="1866" y="2284"/>
                      <a:pt x="1864" y="1995"/>
                    </a:cubicBezTo>
                    <a:cubicBezTo>
                      <a:pt x="1863" y="1820"/>
                      <a:pt x="1862" y="1645"/>
                      <a:pt x="1859" y="1470"/>
                    </a:cubicBezTo>
                    <a:cubicBezTo>
                      <a:pt x="1857" y="1301"/>
                      <a:pt x="1856" y="1132"/>
                      <a:pt x="1855" y="964"/>
                    </a:cubicBezTo>
                    <a:cubicBezTo>
                      <a:pt x="1855" y="899"/>
                      <a:pt x="1854" y="835"/>
                      <a:pt x="1853" y="770"/>
                    </a:cubicBezTo>
                    <a:cubicBezTo>
                      <a:pt x="1851" y="680"/>
                      <a:pt x="1851" y="590"/>
                      <a:pt x="1851" y="500"/>
                    </a:cubicBezTo>
                    <a:cubicBezTo>
                      <a:pt x="1851" y="448"/>
                      <a:pt x="1850" y="397"/>
                      <a:pt x="1850" y="344"/>
                    </a:cubicBezTo>
                    <a:cubicBezTo>
                      <a:pt x="1875" y="208"/>
                      <a:pt x="1875" y="208"/>
                      <a:pt x="2083" y="0"/>
                    </a:cubicBezTo>
                    <a:close/>
                  </a:path>
                </a:pathLst>
              </a:custGeom>
              <a:solidFill>
                <a:srgbClr val="A28BD5"/>
              </a:solidFill>
              <a:ln w="2646" cap="flat">
                <a:noFill/>
              </a:ln>
            </p:spPr>
          </p:sp>
          <p:sp>
            <p:nvSpPr>
              <p:cNvPr id="3227" name="ICON_A_EEG_WAVE_GRAPHIC_path_038"/>
              <p:cNvSpPr/>
              <p:nvPr/>
            </p:nvSpPr>
            <p:spPr>
              <a:xfrm>
                <a:off x="1991453" y="1229024"/>
                <a:ext cx="32610" cy="160039"/>
              </a:xfrm>
              <a:custGeom>
                <a:avLst/>
                <a:gdLst/>
                <a:ahLst/>
                <a:cxnLst/>
                <a:rect l="0" t="0" r="r" b="b"/>
                <a:pathLst>
                  <a:path w="2568" h="12601" fill="norm" stroke="0">
                    <a:moveTo>
                      <a:pt x="1943" y="101"/>
                    </a:moveTo>
                    <a:cubicBezTo>
                      <a:pt x="1943" y="720"/>
                      <a:pt x="1943" y="1339"/>
                      <a:pt x="1943" y="1976"/>
                    </a:cubicBezTo>
                    <a:cubicBezTo>
                      <a:pt x="2149" y="1976"/>
                      <a:pt x="2355" y="1976"/>
                      <a:pt x="2568" y="1976"/>
                    </a:cubicBezTo>
                    <a:cubicBezTo>
                      <a:pt x="2263" y="2587"/>
                      <a:pt x="2263" y="2587"/>
                      <a:pt x="2205" y="2697"/>
                    </a:cubicBezTo>
                    <a:cubicBezTo>
                      <a:pt x="2151" y="2810"/>
                      <a:pt x="2151" y="2810"/>
                      <a:pt x="2113" y="2930"/>
                    </a:cubicBezTo>
                    <a:cubicBezTo>
                      <a:pt x="2072" y="3046"/>
                      <a:pt x="2072" y="3046"/>
                      <a:pt x="1943" y="3226"/>
                    </a:cubicBezTo>
                    <a:cubicBezTo>
                      <a:pt x="1736" y="3226"/>
                      <a:pt x="1530" y="3226"/>
                      <a:pt x="1318" y="3226"/>
                    </a:cubicBezTo>
                    <a:cubicBezTo>
                      <a:pt x="1318" y="6320"/>
                      <a:pt x="1318" y="9414"/>
                      <a:pt x="1318" y="12601"/>
                    </a:cubicBezTo>
                    <a:cubicBezTo>
                      <a:pt x="615" y="12601"/>
                      <a:pt x="615" y="12601"/>
                      <a:pt x="415" y="12411"/>
                    </a:cubicBezTo>
                    <a:cubicBezTo>
                      <a:pt x="391" y="12384"/>
                      <a:pt x="366" y="12356"/>
                      <a:pt x="341" y="12328"/>
                    </a:cubicBezTo>
                    <a:cubicBezTo>
                      <a:pt x="315" y="12300"/>
                      <a:pt x="289" y="12272"/>
                      <a:pt x="262" y="12244"/>
                    </a:cubicBezTo>
                    <a:cubicBezTo>
                      <a:pt x="51" y="11999"/>
                      <a:pt x="0" y="11803"/>
                      <a:pt x="5" y="11486"/>
                    </a:cubicBezTo>
                    <a:cubicBezTo>
                      <a:pt x="81" y="11323"/>
                      <a:pt x="114" y="11325"/>
                      <a:pt x="277" y="11264"/>
                    </a:cubicBezTo>
                    <a:cubicBezTo>
                      <a:pt x="472" y="11171"/>
                      <a:pt x="472" y="11171"/>
                      <a:pt x="524" y="11058"/>
                    </a:cubicBezTo>
                    <a:cubicBezTo>
                      <a:pt x="539" y="10949"/>
                      <a:pt x="541" y="10846"/>
                      <a:pt x="538" y="10736"/>
                    </a:cubicBezTo>
                    <a:cubicBezTo>
                      <a:pt x="539" y="10695"/>
                      <a:pt x="540" y="10654"/>
                      <a:pt x="540" y="10611"/>
                    </a:cubicBezTo>
                    <a:cubicBezTo>
                      <a:pt x="543" y="10472"/>
                      <a:pt x="542" y="10334"/>
                      <a:pt x="541" y="10196"/>
                    </a:cubicBezTo>
                    <a:cubicBezTo>
                      <a:pt x="542" y="10096"/>
                      <a:pt x="543" y="9997"/>
                      <a:pt x="544" y="9898"/>
                    </a:cubicBezTo>
                    <a:cubicBezTo>
                      <a:pt x="547" y="9684"/>
                      <a:pt x="548" y="9470"/>
                      <a:pt x="548" y="9256"/>
                    </a:cubicBezTo>
                    <a:cubicBezTo>
                      <a:pt x="548" y="8946"/>
                      <a:pt x="551" y="8636"/>
                      <a:pt x="555" y="8325"/>
                    </a:cubicBezTo>
                    <a:cubicBezTo>
                      <a:pt x="562" y="7821"/>
                      <a:pt x="567" y="7316"/>
                      <a:pt x="570" y="6812"/>
                    </a:cubicBezTo>
                    <a:cubicBezTo>
                      <a:pt x="571" y="6781"/>
                      <a:pt x="571" y="6751"/>
                      <a:pt x="571" y="6720"/>
                    </a:cubicBezTo>
                    <a:cubicBezTo>
                      <a:pt x="574" y="6384"/>
                      <a:pt x="576" y="6048"/>
                      <a:pt x="578" y="5712"/>
                    </a:cubicBezTo>
                    <a:cubicBezTo>
                      <a:pt x="578" y="5591"/>
                      <a:pt x="579" y="5469"/>
                      <a:pt x="579" y="5348"/>
                    </a:cubicBezTo>
                    <a:cubicBezTo>
                      <a:pt x="580" y="5318"/>
                      <a:pt x="580" y="5288"/>
                      <a:pt x="580" y="5257"/>
                    </a:cubicBezTo>
                    <a:cubicBezTo>
                      <a:pt x="583" y="4755"/>
                      <a:pt x="588" y="4253"/>
                      <a:pt x="595" y="3751"/>
                    </a:cubicBezTo>
                    <a:cubicBezTo>
                      <a:pt x="599" y="3442"/>
                      <a:pt x="601" y="3133"/>
                      <a:pt x="601" y="2825"/>
                    </a:cubicBezTo>
                    <a:cubicBezTo>
                      <a:pt x="600" y="2587"/>
                      <a:pt x="603" y="2349"/>
                      <a:pt x="608" y="2111"/>
                    </a:cubicBezTo>
                    <a:cubicBezTo>
                      <a:pt x="609" y="2015"/>
                      <a:pt x="609" y="1918"/>
                      <a:pt x="608" y="1821"/>
                    </a:cubicBezTo>
                    <a:cubicBezTo>
                      <a:pt x="603" y="1291"/>
                      <a:pt x="661" y="895"/>
                      <a:pt x="971" y="454"/>
                    </a:cubicBezTo>
                    <a:cubicBezTo>
                      <a:pt x="996" y="418"/>
                      <a:pt x="1020" y="382"/>
                      <a:pt x="1045" y="345"/>
                    </a:cubicBezTo>
                    <a:cubicBezTo>
                      <a:pt x="1321" y="0"/>
                      <a:pt x="1439" y="101"/>
                      <a:pt x="1943" y="101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228" name="ICON_A_EEG_WAVE_GRAPHIC_path_039"/>
              <p:cNvSpPr/>
              <p:nvPr/>
            </p:nvSpPr>
            <p:spPr>
              <a:xfrm>
                <a:off x="1650328" y="1420812"/>
                <a:ext cx="64418" cy="56523"/>
              </a:xfrm>
              <a:custGeom>
                <a:avLst/>
                <a:gdLst/>
                <a:ahLst/>
                <a:cxnLst/>
                <a:rect l="0" t="0" r="r" b="b"/>
                <a:pathLst>
                  <a:path w="5072" h="4451" fill="norm" stroke="0">
                    <a:moveTo>
                      <a:pt x="678" y="0"/>
                    </a:moveTo>
                    <a:cubicBezTo>
                      <a:pt x="1303" y="0"/>
                      <a:pt x="1303" y="0"/>
                      <a:pt x="1493" y="131"/>
                    </a:cubicBezTo>
                    <a:cubicBezTo>
                      <a:pt x="1570" y="222"/>
                      <a:pt x="1570" y="222"/>
                      <a:pt x="1641" y="325"/>
                    </a:cubicBezTo>
                    <a:cubicBezTo>
                      <a:pt x="1668" y="361"/>
                      <a:pt x="1694" y="397"/>
                      <a:pt x="1721" y="435"/>
                    </a:cubicBezTo>
                    <a:cubicBezTo>
                      <a:pt x="1985" y="843"/>
                      <a:pt x="2015" y="1280"/>
                      <a:pt x="2066" y="1754"/>
                    </a:cubicBezTo>
                    <a:cubicBezTo>
                      <a:pt x="2106" y="2124"/>
                      <a:pt x="2160" y="2457"/>
                      <a:pt x="2319" y="2800"/>
                    </a:cubicBezTo>
                    <a:cubicBezTo>
                      <a:pt x="2332" y="2834"/>
                      <a:pt x="2346" y="2868"/>
                      <a:pt x="2360" y="2903"/>
                    </a:cubicBezTo>
                    <a:cubicBezTo>
                      <a:pt x="2408" y="2994"/>
                      <a:pt x="2408" y="2994"/>
                      <a:pt x="2553" y="3125"/>
                    </a:cubicBezTo>
                    <a:cubicBezTo>
                      <a:pt x="2759" y="3125"/>
                      <a:pt x="2965" y="3125"/>
                      <a:pt x="3178" y="3125"/>
                    </a:cubicBezTo>
                    <a:cubicBezTo>
                      <a:pt x="3178" y="2713"/>
                      <a:pt x="3178" y="2300"/>
                      <a:pt x="3178" y="1875"/>
                    </a:cubicBezTo>
                    <a:cubicBezTo>
                      <a:pt x="3728" y="1875"/>
                      <a:pt x="4278" y="1875"/>
                      <a:pt x="4845" y="1875"/>
                    </a:cubicBezTo>
                    <a:cubicBezTo>
                      <a:pt x="4883" y="2043"/>
                      <a:pt x="4922" y="2210"/>
                      <a:pt x="4962" y="2383"/>
                    </a:cubicBezTo>
                    <a:cubicBezTo>
                      <a:pt x="4975" y="2435"/>
                      <a:pt x="4987" y="2488"/>
                      <a:pt x="5000" y="2542"/>
                    </a:cubicBezTo>
                    <a:cubicBezTo>
                      <a:pt x="5072" y="2876"/>
                      <a:pt x="5072" y="2876"/>
                      <a:pt x="4986" y="3057"/>
                    </a:cubicBezTo>
                    <a:cubicBezTo>
                      <a:pt x="4833" y="3167"/>
                      <a:pt x="4654" y="3121"/>
                      <a:pt x="4477" y="3101"/>
                    </a:cubicBezTo>
                    <a:cubicBezTo>
                      <a:pt x="4247" y="3076"/>
                      <a:pt x="4027" y="3059"/>
                      <a:pt x="3803" y="3125"/>
                    </a:cubicBezTo>
                    <a:cubicBezTo>
                      <a:pt x="3595" y="3311"/>
                      <a:pt x="3518" y="3600"/>
                      <a:pt x="3425" y="3856"/>
                    </a:cubicBezTo>
                    <a:cubicBezTo>
                      <a:pt x="3353" y="4046"/>
                      <a:pt x="3267" y="4185"/>
                      <a:pt x="3117" y="4325"/>
                    </a:cubicBezTo>
                    <a:cubicBezTo>
                      <a:pt x="2745" y="4451"/>
                      <a:pt x="2283" y="4260"/>
                      <a:pt x="1928" y="4167"/>
                    </a:cubicBezTo>
                    <a:cubicBezTo>
                      <a:pt x="1928" y="3823"/>
                      <a:pt x="1928" y="3479"/>
                      <a:pt x="1928" y="3125"/>
                    </a:cubicBezTo>
                    <a:cubicBezTo>
                      <a:pt x="1722" y="3125"/>
                      <a:pt x="1515" y="3125"/>
                      <a:pt x="1303" y="3125"/>
                    </a:cubicBezTo>
                    <a:cubicBezTo>
                      <a:pt x="1303" y="3537"/>
                      <a:pt x="1303" y="3950"/>
                      <a:pt x="1303" y="4375"/>
                    </a:cubicBezTo>
                    <a:cubicBezTo>
                      <a:pt x="600" y="4375"/>
                      <a:pt x="600" y="4375"/>
                      <a:pt x="401" y="4184"/>
                    </a:cubicBezTo>
                    <a:cubicBezTo>
                      <a:pt x="376" y="4157"/>
                      <a:pt x="352" y="4130"/>
                      <a:pt x="326" y="4102"/>
                    </a:cubicBezTo>
                    <a:cubicBezTo>
                      <a:pt x="300" y="4074"/>
                      <a:pt x="273" y="4046"/>
                      <a:pt x="246" y="4017"/>
                    </a:cubicBezTo>
                    <a:cubicBezTo>
                      <a:pt x="76" y="3823"/>
                      <a:pt x="0" y="3659"/>
                      <a:pt x="14" y="3398"/>
                    </a:cubicBezTo>
                    <a:cubicBezTo>
                      <a:pt x="20" y="3353"/>
                      <a:pt x="20" y="3353"/>
                      <a:pt x="53" y="3125"/>
                    </a:cubicBezTo>
                    <a:cubicBezTo>
                      <a:pt x="259" y="3125"/>
                      <a:pt x="465" y="3125"/>
                      <a:pt x="678" y="3125"/>
                    </a:cubicBezTo>
                    <a:cubicBezTo>
                      <a:pt x="678" y="2094"/>
                      <a:pt x="678" y="1062"/>
                      <a:pt x="678" y="0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229" name="ICON_A_EEG_WAVE_GRAPHIC_path_040"/>
              <p:cNvSpPr/>
              <p:nvPr/>
            </p:nvSpPr>
            <p:spPr>
              <a:xfrm>
                <a:off x="1531363" y="896025"/>
                <a:ext cx="56661" cy="73372"/>
              </a:xfrm>
              <a:custGeom>
                <a:avLst/>
                <a:gdLst/>
                <a:ahLst/>
                <a:cxnLst/>
                <a:rect l="0" t="0" r="r" b="b"/>
                <a:pathLst>
                  <a:path w="4461" h="5777" fill="norm" stroke="0">
                    <a:moveTo>
                      <a:pt x="45" y="72"/>
                    </a:moveTo>
                    <a:cubicBezTo>
                      <a:pt x="474" y="0"/>
                      <a:pt x="474" y="0"/>
                      <a:pt x="670" y="72"/>
                    </a:cubicBezTo>
                    <a:cubicBezTo>
                      <a:pt x="811" y="256"/>
                      <a:pt x="853" y="461"/>
                      <a:pt x="905" y="684"/>
                    </a:cubicBezTo>
                    <a:cubicBezTo>
                      <a:pt x="927" y="771"/>
                      <a:pt x="951" y="858"/>
                      <a:pt x="975" y="945"/>
                    </a:cubicBezTo>
                    <a:cubicBezTo>
                      <a:pt x="989" y="999"/>
                      <a:pt x="1003" y="1053"/>
                      <a:pt x="1016" y="1108"/>
                    </a:cubicBezTo>
                    <a:cubicBezTo>
                      <a:pt x="1052" y="1251"/>
                      <a:pt x="1085" y="1320"/>
                      <a:pt x="1192" y="1423"/>
                    </a:cubicBezTo>
                    <a:cubicBezTo>
                      <a:pt x="1329" y="1566"/>
                      <a:pt x="1340" y="1678"/>
                      <a:pt x="1361" y="1870"/>
                    </a:cubicBezTo>
                    <a:cubicBezTo>
                      <a:pt x="1365" y="1902"/>
                      <a:pt x="1370" y="1934"/>
                      <a:pt x="1374" y="1967"/>
                    </a:cubicBezTo>
                    <a:cubicBezTo>
                      <a:pt x="1388" y="2069"/>
                      <a:pt x="1400" y="2170"/>
                      <a:pt x="1412" y="2272"/>
                    </a:cubicBezTo>
                    <a:cubicBezTo>
                      <a:pt x="1421" y="2342"/>
                      <a:pt x="1430" y="2411"/>
                      <a:pt x="1440" y="2480"/>
                    </a:cubicBezTo>
                    <a:cubicBezTo>
                      <a:pt x="1462" y="2650"/>
                      <a:pt x="1483" y="2819"/>
                      <a:pt x="1504" y="2989"/>
                    </a:cubicBezTo>
                    <a:cubicBezTo>
                      <a:pt x="1779" y="2989"/>
                      <a:pt x="2054" y="2989"/>
                      <a:pt x="2337" y="2989"/>
                    </a:cubicBezTo>
                    <a:cubicBezTo>
                      <a:pt x="2406" y="2645"/>
                      <a:pt x="2474" y="2301"/>
                      <a:pt x="2545" y="1947"/>
                    </a:cubicBezTo>
                    <a:cubicBezTo>
                      <a:pt x="2751" y="1947"/>
                      <a:pt x="2958" y="1947"/>
                      <a:pt x="3170" y="1947"/>
                    </a:cubicBezTo>
                    <a:cubicBezTo>
                      <a:pt x="3170" y="2359"/>
                      <a:pt x="3170" y="2772"/>
                      <a:pt x="3170" y="3197"/>
                    </a:cubicBezTo>
                    <a:cubicBezTo>
                      <a:pt x="3376" y="3197"/>
                      <a:pt x="3583" y="3197"/>
                      <a:pt x="3795" y="3197"/>
                    </a:cubicBezTo>
                    <a:cubicBezTo>
                      <a:pt x="3883" y="3066"/>
                      <a:pt x="3897" y="3030"/>
                      <a:pt x="3912" y="2884"/>
                    </a:cubicBezTo>
                    <a:cubicBezTo>
                      <a:pt x="3935" y="2773"/>
                      <a:pt x="3963" y="2679"/>
                      <a:pt x="4004" y="2572"/>
                    </a:cubicBezTo>
                    <a:cubicBezTo>
                      <a:pt x="4151" y="2513"/>
                      <a:pt x="4269" y="2532"/>
                      <a:pt x="4420" y="2572"/>
                    </a:cubicBezTo>
                    <a:cubicBezTo>
                      <a:pt x="4431" y="2672"/>
                      <a:pt x="4440" y="2771"/>
                      <a:pt x="4446" y="2871"/>
                    </a:cubicBezTo>
                    <a:cubicBezTo>
                      <a:pt x="4450" y="2899"/>
                      <a:pt x="4453" y="2928"/>
                      <a:pt x="4457" y="2956"/>
                    </a:cubicBezTo>
                    <a:cubicBezTo>
                      <a:pt x="4461" y="3051"/>
                      <a:pt x="4460" y="3110"/>
                      <a:pt x="4420" y="3197"/>
                    </a:cubicBezTo>
                    <a:cubicBezTo>
                      <a:pt x="4332" y="3245"/>
                      <a:pt x="4332" y="3245"/>
                      <a:pt x="4222" y="3289"/>
                    </a:cubicBezTo>
                    <a:cubicBezTo>
                      <a:pt x="4080" y="3349"/>
                      <a:pt x="4018" y="3379"/>
                      <a:pt x="3944" y="3515"/>
                    </a:cubicBezTo>
                    <a:cubicBezTo>
                      <a:pt x="3899" y="3651"/>
                      <a:pt x="3860" y="3788"/>
                      <a:pt x="3821" y="3926"/>
                    </a:cubicBezTo>
                    <a:cubicBezTo>
                      <a:pt x="3666" y="4404"/>
                      <a:pt x="3666" y="4404"/>
                      <a:pt x="3491" y="4499"/>
                    </a:cubicBezTo>
                    <a:cubicBezTo>
                      <a:pt x="3343" y="4535"/>
                      <a:pt x="3197" y="4548"/>
                      <a:pt x="3045" y="4560"/>
                    </a:cubicBezTo>
                    <a:cubicBezTo>
                      <a:pt x="2930" y="4578"/>
                      <a:pt x="2853" y="4593"/>
                      <a:pt x="2754" y="4655"/>
                    </a:cubicBezTo>
                    <a:cubicBezTo>
                      <a:pt x="2585" y="4966"/>
                      <a:pt x="2567" y="5349"/>
                      <a:pt x="2545" y="5697"/>
                    </a:cubicBezTo>
                    <a:cubicBezTo>
                      <a:pt x="2304" y="5744"/>
                      <a:pt x="2057" y="5777"/>
                      <a:pt x="1836" y="5648"/>
                    </a:cubicBezTo>
                    <a:cubicBezTo>
                      <a:pt x="1620" y="5478"/>
                      <a:pt x="1444" y="5270"/>
                      <a:pt x="1269" y="5059"/>
                    </a:cubicBezTo>
                    <a:cubicBezTo>
                      <a:pt x="1241" y="5026"/>
                      <a:pt x="1214" y="4994"/>
                      <a:pt x="1185" y="4961"/>
                    </a:cubicBezTo>
                    <a:cubicBezTo>
                      <a:pt x="733" y="4430"/>
                      <a:pt x="523" y="3960"/>
                      <a:pt x="509" y="3261"/>
                    </a:cubicBezTo>
                    <a:cubicBezTo>
                      <a:pt x="508" y="3204"/>
                      <a:pt x="506" y="3146"/>
                      <a:pt x="504" y="3089"/>
                    </a:cubicBezTo>
                    <a:cubicBezTo>
                      <a:pt x="503" y="3061"/>
                      <a:pt x="502" y="3033"/>
                      <a:pt x="502" y="3004"/>
                    </a:cubicBezTo>
                    <a:cubicBezTo>
                      <a:pt x="491" y="2858"/>
                      <a:pt x="474" y="2792"/>
                      <a:pt x="367" y="2688"/>
                    </a:cubicBezTo>
                    <a:cubicBezTo>
                      <a:pt x="329" y="2660"/>
                      <a:pt x="291" y="2632"/>
                      <a:pt x="252" y="2604"/>
                    </a:cubicBezTo>
                    <a:cubicBezTo>
                      <a:pt x="73" y="2451"/>
                      <a:pt x="32" y="2352"/>
                      <a:pt x="11" y="2117"/>
                    </a:cubicBezTo>
                    <a:cubicBezTo>
                      <a:pt x="0" y="1835"/>
                      <a:pt x="7" y="1554"/>
                      <a:pt x="17" y="1273"/>
                    </a:cubicBezTo>
                    <a:cubicBezTo>
                      <a:pt x="21" y="1137"/>
                      <a:pt x="23" y="1002"/>
                      <a:pt x="25" y="866"/>
                    </a:cubicBezTo>
                    <a:cubicBezTo>
                      <a:pt x="29" y="601"/>
                      <a:pt x="36" y="337"/>
                      <a:pt x="45" y="72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30" name="ICON_A_EEG_WAVE_GRAPHIC_path_041"/>
              <p:cNvSpPr/>
              <p:nvPr/>
            </p:nvSpPr>
            <p:spPr>
              <a:xfrm>
                <a:off x="2457093" y="920750"/>
                <a:ext cx="59095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4653" h="3750" fill="norm" stroke="0">
                    <a:moveTo>
                      <a:pt x="1111" y="0"/>
                    </a:moveTo>
                    <a:cubicBezTo>
                      <a:pt x="1644" y="57"/>
                      <a:pt x="2140" y="113"/>
                      <a:pt x="2531" y="508"/>
                    </a:cubicBezTo>
                    <a:cubicBezTo>
                      <a:pt x="2556" y="533"/>
                      <a:pt x="2582" y="559"/>
                      <a:pt x="2609" y="585"/>
                    </a:cubicBezTo>
                    <a:cubicBezTo>
                      <a:pt x="2747" y="741"/>
                      <a:pt x="2793" y="852"/>
                      <a:pt x="2794" y="1062"/>
                    </a:cubicBezTo>
                    <a:cubicBezTo>
                      <a:pt x="2790" y="1125"/>
                      <a:pt x="2785" y="1188"/>
                      <a:pt x="2778" y="1250"/>
                    </a:cubicBezTo>
                    <a:cubicBezTo>
                      <a:pt x="3222" y="1325"/>
                      <a:pt x="3222" y="1325"/>
                      <a:pt x="3403" y="1250"/>
                    </a:cubicBezTo>
                    <a:cubicBezTo>
                      <a:pt x="3546" y="1074"/>
                      <a:pt x="3567" y="840"/>
                      <a:pt x="3611" y="625"/>
                    </a:cubicBezTo>
                    <a:cubicBezTo>
                      <a:pt x="3783" y="659"/>
                      <a:pt x="3783" y="659"/>
                      <a:pt x="4653" y="833"/>
                    </a:cubicBezTo>
                    <a:cubicBezTo>
                      <a:pt x="4570" y="1643"/>
                      <a:pt x="4570" y="1643"/>
                      <a:pt x="4445" y="1875"/>
                    </a:cubicBezTo>
                    <a:cubicBezTo>
                      <a:pt x="4316" y="1955"/>
                      <a:pt x="4191" y="1967"/>
                      <a:pt x="4041" y="1979"/>
                    </a:cubicBezTo>
                    <a:cubicBezTo>
                      <a:pt x="3886" y="1994"/>
                      <a:pt x="3751" y="2011"/>
                      <a:pt x="3611" y="2083"/>
                    </a:cubicBezTo>
                    <a:cubicBezTo>
                      <a:pt x="3415" y="2346"/>
                      <a:pt x="3339" y="2688"/>
                      <a:pt x="3239" y="2996"/>
                    </a:cubicBezTo>
                    <a:cubicBezTo>
                      <a:pt x="3177" y="3177"/>
                      <a:pt x="3099" y="3339"/>
                      <a:pt x="2999" y="3502"/>
                    </a:cubicBezTo>
                    <a:cubicBezTo>
                      <a:pt x="2986" y="3528"/>
                      <a:pt x="2973" y="3554"/>
                      <a:pt x="2960" y="3581"/>
                    </a:cubicBezTo>
                    <a:cubicBezTo>
                      <a:pt x="2916" y="3650"/>
                      <a:pt x="2916" y="3650"/>
                      <a:pt x="2778" y="3750"/>
                    </a:cubicBezTo>
                    <a:cubicBezTo>
                      <a:pt x="2572" y="3750"/>
                      <a:pt x="2366" y="3750"/>
                      <a:pt x="2153" y="3750"/>
                    </a:cubicBezTo>
                    <a:cubicBezTo>
                      <a:pt x="2153" y="3131"/>
                      <a:pt x="2153" y="2513"/>
                      <a:pt x="2153" y="1875"/>
                    </a:cubicBezTo>
                    <a:cubicBezTo>
                      <a:pt x="1947" y="1875"/>
                      <a:pt x="1741" y="1875"/>
                      <a:pt x="1528" y="1875"/>
                    </a:cubicBezTo>
                    <a:cubicBezTo>
                      <a:pt x="1427" y="2005"/>
                      <a:pt x="1409" y="2037"/>
                      <a:pt x="1385" y="2188"/>
                    </a:cubicBezTo>
                    <a:cubicBezTo>
                      <a:pt x="1378" y="2217"/>
                      <a:pt x="1371" y="2247"/>
                      <a:pt x="1363" y="2278"/>
                    </a:cubicBezTo>
                    <a:cubicBezTo>
                      <a:pt x="1346" y="2351"/>
                      <a:pt x="1333" y="2426"/>
                      <a:pt x="1320" y="2500"/>
                    </a:cubicBezTo>
                    <a:cubicBezTo>
                      <a:pt x="1150" y="2477"/>
                      <a:pt x="981" y="2450"/>
                      <a:pt x="812" y="2422"/>
                    </a:cubicBezTo>
                    <a:cubicBezTo>
                      <a:pt x="788" y="2419"/>
                      <a:pt x="788" y="2419"/>
                      <a:pt x="667" y="2402"/>
                    </a:cubicBezTo>
                    <a:cubicBezTo>
                      <a:pt x="483" y="2370"/>
                      <a:pt x="334" y="2344"/>
                      <a:pt x="195" y="2214"/>
                    </a:cubicBezTo>
                    <a:cubicBezTo>
                      <a:pt x="0" y="1897"/>
                      <a:pt x="90" y="1565"/>
                      <a:pt x="161" y="1224"/>
                    </a:cubicBezTo>
                    <a:cubicBezTo>
                      <a:pt x="172" y="1166"/>
                      <a:pt x="183" y="1107"/>
                      <a:pt x="194" y="1049"/>
                    </a:cubicBezTo>
                    <a:cubicBezTo>
                      <a:pt x="221" y="907"/>
                      <a:pt x="249" y="766"/>
                      <a:pt x="278" y="625"/>
                    </a:cubicBezTo>
                    <a:cubicBezTo>
                      <a:pt x="322" y="629"/>
                      <a:pt x="365" y="632"/>
                      <a:pt x="410" y="636"/>
                    </a:cubicBezTo>
                    <a:cubicBezTo>
                      <a:pt x="857" y="663"/>
                      <a:pt x="857" y="663"/>
                      <a:pt x="974" y="566"/>
                    </a:cubicBezTo>
                    <a:cubicBezTo>
                      <a:pt x="1013" y="481"/>
                      <a:pt x="1032" y="405"/>
                      <a:pt x="1046" y="312"/>
                    </a:cubicBezTo>
                    <a:cubicBezTo>
                      <a:pt x="1054" y="283"/>
                      <a:pt x="1061" y="253"/>
                      <a:pt x="1068" y="222"/>
                    </a:cubicBezTo>
                    <a:cubicBezTo>
                      <a:pt x="1085" y="149"/>
                      <a:pt x="1099" y="74"/>
                      <a:pt x="1111" y="0"/>
                    </a:cubicBezTo>
                    <a:close/>
                  </a:path>
                </a:pathLst>
              </a:custGeom>
              <a:solidFill>
                <a:srgbClr val="4579FA"/>
              </a:solidFill>
              <a:ln w="2646" cap="flat">
                <a:noFill/>
              </a:ln>
            </p:spPr>
          </p:sp>
          <p:sp>
            <p:nvSpPr>
              <p:cNvPr id="3231" name="ICON_A_EEG_WAVE_GRAPHIC_path_042"/>
              <p:cNvSpPr/>
              <p:nvPr/>
            </p:nvSpPr>
            <p:spPr>
              <a:xfrm>
                <a:off x="1902046" y="911532"/>
                <a:ext cx="61161" cy="73387"/>
              </a:xfrm>
              <a:custGeom>
                <a:avLst/>
                <a:gdLst/>
                <a:ahLst/>
                <a:cxnLst/>
                <a:rect l="0" t="0" r="r" b="b"/>
                <a:pathLst>
                  <a:path w="4816" h="5779" fill="norm" stroke="0">
                    <a:moveTo>
                      <a:pt x="1237" y="12"/>
                    </a:moveTo>
                    <a:cubicBezTo>
                      <a:pt x="1551" y="69"/>
                      <a:pt x="1725" y="333"/>
                      <a:pt x="1902" y="578"/>
                    </a:cubicBezTo>
                    <a:cubicBezTo>
                      <a:pt x="2095" y="873"/>
                      <a:pt x="2182" y="1153"/>
                      <a:pt x="2244" y="1497"/>
                    </a:cubicBezTo>
                    <a:cubicBezTo>
                      <a:pt x="2293" y="1746"/>
                      <a:pt x="2293" y="1746"/>
                      <a:pt x="2420" y="1866"/>
                    </a:cubicBezTo>
                    <a:cubicBezTo>
                      <a:pt x="2537" y="1924"/>
                      <a:pt x="2537" y="1924"/>
                      <a:pt x="2733" y="1976"/>
                    </a:cubicBezTo>
                    <a:cubicBezTo>
                      <a:pt x="2801" y="1770"/>
                      <a:pt x="2870" y="1563"/>
                      <a:pt x="2941" y="1351"/>
                    </a:cubicBezTo>
                    <a:cubicBezTo>
                      <a:pt x="3774" y="1771"/>
                      <a:pt x="4279" y="2259"/>
                      <a:pt x="4816" y="3017"/>
                    </a:cubicBezTo>
                    <a:cubicBezTo>
                      <a:pt x="4541" y="3086"/>
                      <a:pt x="4266" y="3155"/>
                      <a:pt x="3983" y="3226"/>
                    </a:cubicBezTo>
                    <a:cubicBezTo>
                      <a:pt x="3959" y="3160"/>
                      <a:pt x="3936" y="3094"/>
                      <a:pt x="3912" y="3026"/>
                    </a:cubicBezTo>
                    <a:cubicBezTo>
                      <a:pt x="3842" y="2885"/>
                      <a:pt x="3803" y="2823"/>
                      <a:pt x="3659" y="2755"/>
                    </a:cubicBezTo>
                    <a:cubicBezTo>
                      <a:pt x="3520" y="2721"/>
                      <a:pt x="3383" y="2698"/>
                      <a:pt x="3240" y="2679"/>
                    </a:cubicBezTo>
                    <a:cubicBezTo>
                      <a:pt x="3216" y="2675"/>
                      <a:pt x="3216" y="2675"/>
                      <a:pt x="3093" y="2655"/>
                    </a:cubicBezTo>
                    <a:cubicBezTo>
                      <a:pt x="2973" y="2635"/>
                      <a:pt x="2853" y="2617"/>
                      <a:pt x="2733" y="2601"/>
                    </a:cubicBezTo>
                    <a:cubicBezTo>
                      <a:pt x="2741" y="2624"/>
                      <a:pt x="2741" y="2624"/>
                      <a:pt x="2781" y="2741"/>
                    </a:cubicBezTo>
                    <a:cubicBezTo>
                      <a:pt x="2976" y="3359"/>
                      <a:pt x="2932" y="3917"/>
                      <a:pt x="2859" y="4554"/>
                    </a:cubicBezTo>
                    <a:cubicBezTo>
                      <a:pt x="2844" y="4686"/>
                      <a:pt x="2830" y="4819"/>
                      <a:pt x="2817" y="4952"/>
                    </a:cubicBezTo>
                    <a:cubicBezTo>
                      <a:pt x="2790" y="5210"/>
                      <a:pt x="2762" y="5468"/>
                      <a:pt x="2733" y="5726"/>
                    </a:cubicBezTo>
                    <a:cubicBezTo>
                      <a:pt x="2205" y="5779"/>
                      <a:pt x="2205" y="5779"/>
                      <a:pt x="1994" y="5665"/>
                    </a:cubicBezTo>
                    <a:cubicBezTo>
                      <a:pt x="1896" y="5574"/>
                      <a:pt x="1820" y="5483"/>
                      <a:pt x="1743" y="5374"/>
                    </a:cubicBezTo>
                    <a:cubicBezTo>
                      <a:pt x="1716" y="5337"/>
                      <a:pt x="1689" y="5300"/>
                      <a:pt x="1661" y="5261"/>
                    </a:cubicBezTo>
                    <a:cubicBezTo>
                      <a:pt x="1499" y="5005"/>
                      <a:pt x="1454" y="4814"/>
                      <a:pt x="1504" y="4514"/>
                    </a:cubicBezTo>
                    <a:cubicBezTo>
                      <a:pt x="1546" y="4336"/>
                      <a:pt x="1595" y="4162"/>
                      <a:pt x="1649" y="3987"/>
                    </a:cubicBezTo>
                    <a:cubicBezTo>
                      <a:pt x="1908" y="3149"/>
                      <a:pt x="1908" y="3149"/>
                      <a:pt x="1899" y="2809"/>
                    </a:cubicBezTo>
                    <a:cubicBezTo>
                      <a:pt x="1809" y="2672"/>
                      <a:pt x="1717" y="2610"/>
                      <a:pt x="1583" y="2518"/>
                    </a:cubicBezTo>
                    <a:cubicBezTo>
                      <a:pt x="1463" y="2407"/>
                      <a:pt x="1463" y="2296"/>
                      <a:pt x="1454" y="2137"/>
                    </a:cubicBezTo>
                    <a:cubicBezTo>
                      <a:pt x="1452" y="1874"/>
                      <a:pt x="1465" y="1613"/>
                      <a:pt x="1483" y="1351"/>
                    </a:cubicBezTo>
                    <a:cubicBezTo>
                      <a:pt x="1276" y="1351"/>
                      <a:pt x="1070" y="1351"/>
                      <a:pt x="858" y="1351"/>
                    </a:cubicBezTo>
                    <a:cubicBezTo>
                      <a:pt x="858" y="1763"/>
                      <a:pt x="858" y="2176"/>
                      <a:pt x="858" y="2601"/>
                    </a:cubicBezTo>
                    <a:cubicBezTo>
                      <a:pt x="312" y="2482"/>
                      <a:pt x="312" y="2482"/>
                      <a:pt x="130" y="2276"/>
                    </a:cubicBezTo>
                    <a:cubicBezTo>
                      <a:pt x="18" y="2069"/>
                      <a:pt x="0" y="1875"/>
                      <a:pt x="51" y="1647"/>
                    </a:cubicBezTo>
                    <a:cubicBezTo>
                      <a:pt x="150" y="1325"/>
                      <a:pt x="290" y="1026"/>
                      <a:pt x="441" y="726"/>
                    </a:cubicBezTo>
                    <a:cubicBezTo>
                      <a:pt x="458" y="690"/>
                      <a:pt x="475" y="655"/>
                      <a:pt x="492" y="618"/>
                    </a:cubicBezTo>
                    <a:cubicBezTo>
                      <a:pt x="654" y="287"/>
                      <a:pt x="831" y="0"/>
                      <a:pt x="1237" y="12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32" name="ICON_A_EEG_WAVE_GRAPHIC_path_043"/>
              <p:cNvSpPr/>
              <p:nvPr/>
            </p:nvSpPr>
            <p:spPr>
              <a:xfrm>
                <a:off x="1657371" y="912812"/>
                <a:ext cx="41254" cy="56928"/>
              </a:xfrm>
              <a:custGeom>
                <a:avLst/>
                <a:gdLst/>
                <a:ahLst/>
                <a:cxnLst/>
                <a:rect l="0" t="0" r="r" b="b"/>
                <a:pathLst>
                  <a:path w="3248" h="4483" fill="norm" stroke="0">
                    <a:moveTo>
                      <a:pt x="2207" y="0"/>
                    </a:moveTo>
                    <a:cubicBezTo>
                      <a:pt x="2550" y="69"/>
                      <a:pt x="2894" y="138"/>
                      <a:pt x="3248" y="208"/>
                    </a:cubicBezTo>
                    <a:cubicBezTo>
                      <a:pt x="3248" y="965"/>
                      <a:pt x="3248" y="1721"/>
                      <a:pt x="3248" y="2500"/>
                    </a:cubicBezTo>
                    <a:cubicBezTo>
                      <a:pt x="2905" y="2569"/>
                      <a:pt x="2561" y="2638"/>
                      <a:pt x="2207" y="2708"/>
                    </a:cubicBezTo>
                    <a:cubicBezTo>
                      <a:pt x="2065" y="3246"/>
                      <a:pt x="2065" y="3246"/>
                      <a:pt x="2047" y="3484"/>
                    </a:cubicBezTo>
                    <a:cubicBezTo>
                      <a:pt x="2000" y="3840"/>
                      <a:pt x="1820" y="4051"/>
                      <a:pt x="1544" y="4269"/>
                    </a:cubicBezTo>
                    <a:cubicBezTo>
                      <a:pt x="1336" y="4409"/>
                      <a:pt x="1168" y="4483"/>
                      <a:pt x="915" y="4444"/>
                    </a:cubicBezTo>
                    <a:cubicBezTo>
                      <a:pt x="576" y="4334"/>
                      <a:pt x="352" y="3968"/>
                      <a:pt x="182" y="3674"/>
                    </a:cubicBezTo>
                    <a:cubicBezTo>
                      <a:pt x="0" y="3262"/>
                      <a:pt x="61" y="2782"/>
                      <a:pt x="84" y="2344"/>
                    </a:cubicBezTo>
                    <a:cubicBezTo>
                      <a:pt x="88" y="2237"/>
                      <a:pt x="90" y="2131"/>
                      <a:pt x="93" y="2024"/>
                    </a:cubicBezTo>
                    <a:cubicBezTo>
                      <a:pt x="100" y="1766"/>
                      <a:pt x="110" y="1508"/>
                      <a:pt x="123" y="1250"/>
                    </a:cubicBezTo>
                    <a:cubicBezTo>
                      <a:pt x="659" y="1203"/>
                      <a:pt x="659" y="1203"/>
                      <a:pt x="859" y="1309"/>
                    </a:cubicBezTo>
                    <a:cubicBezTo>
                      <a:pt x="948" y="1388"/>
                      <a:pt x="1024" y="1470"/>
                      <a:pt x="1100" y="1562"/>
                    </a:cubicBezTo>
                    <a:cubicBezTo>
                      <a:pt x="1127" y="1592"/>
                      <a:pt x="1154" y="1622"/>
                      <a:pt x="1182" y="1653"/>
                    </a:cubicBezTo>
                    <a:cubicBezTo>
                      <a:pt x="1247" y="1726"/>
                      <a:pt x="1311" y="1800"/>
                      <a:pt x="1373" y="1875"/>
                    </a:cubicBezTo>
                    <a:cubicBezTo>
                      <a:pt x="1384" y="1830"/>
                      <a:pt x="1394" y="1785"/>
                      <a:pt x="1404" y="1738"/>
                    </a:cubicBezTo>
                    <a:cubicBezTo>
                      <a:pt x="1420" y="1680"/>
                      <a:pt x="1436" y="1621"/>
                      <a:pt x="1451" y="1562"/>
                    </a:cubicBezTo>
                    <a:cubicBezTo>
                      <a:pt x="1458" y="1533"/>
                      <a:pt x="1464" y="1503"/>
                      <a:pt x="1471" y="1472"/>
                    </a:cubicBezTo>
                    <a:cubicBezTo>
                      <a:pt x="1498" y="1380"/>
                      <a:pt x="1516" y="1321"/>
                      <a:pt x="1582" y="1250"/>
                    </a:cubicBezTo>
                    <a:cubicBezTo>
                      <a:pt x="1724" y="1222"/>
                      <a:pt x="1855" y="1232"/>
                      <a:pt x="1998" y="1250"/>
                    </a:cubicBezTo>
                    <a:cubicBezTo>
                      <a:pt x="1997" y="1220"/>
                      <a:pt x="1996" y="1189"/>
                      <a:pt x="1995" y="1158"/>
                    </a:cubicBezTo>
                    <a:cubicBezTo>
                      <a:pt x="1991" y="1019"/>
                      <a:pt x="1988" y="881"/>
                      <a:pt x="1985" y="742"/>
                    </a:cubicBezTo>
                    <a:cubicBezTo>
                      <a:pt x="1984" y="694"/>
                      <a:pt x="1982" y="646"/>
                      <a:pt x="1980" y="597"/>
                    </a:cubicBezTo>
                    <a:cubicBezTo>
                      <a:pt x="1979" y="551"/>
                      <a:pt x="1979" y="504"/>
                      <a:pt x="1978" y="456"/>
                    </a:cubicBezTo>
                    <a:cubicBezTo>
                      <a:pt x="1977" y="414"/>
                      <a:pt x="1976" y="371"/>
                      <a:pt x="1975" y="328"/>
                    </a:cubicBezTo>
                    <a:cubicBezTo>
                      <a:pt x="1998" y="208"/>
                      <a:pt x="1998" y="208"/>
                      <a:pt x="2207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33" name="ICON_A_EEG_WAVE_GRAPHIC_path_044"/>
              <p:cNvSpPr/>
              <p:nvPr/>
            </p:nvSpPr>
            <p:spPr>
              <a:xfrm>
                <a:off x="1633118" y="1254068"/>
                <a:ext cx="34557" cy="119121"/>
              </a:xfrm>
              <a:custGeom>
                <a:avLst/>
                <a:gdLst/>
                <a:ahLst/>
                <a:cxnLst/>
                <a:rect l="0" t="0" r="r" b="b"/>
                <a:pathLst>
                  <a:path w="2721" h="9380" fill="norm" stroke="0">
                    <a:moveTo>
                      <a:pt x="1736" y="0"/>
                    </a:moveTo>
                    <a:cubicBezTo>
                      <a:pt x="1757" y="5"/>
                      <a:pt x="1757" y="5"/>
                      <a:pt x="1865" y="30"/>
                    </a:cubicBezTo>
                    <a:cubicBezTo>
                      <a:pt x="1911" y="40"/>
                      <a:pt x="1957" y="50"/>
                      <a:pt x="2005" y="60"/>
                    </a:cubicBezTo>
                    <a:cubicBezTo>
                      <a:pt x="2053" y="72"/>
                      <a:pt x="2101" y="84"/>
                      <a:pt x="2150" y="96"/>
                    </a:cubicBezTo>
                    <a:cubicBezTo>
                      <a:pt x="2199" y="106"/>
                      <a:pt x="2248" y="118"/>
                      <a:pt x="2298" y="129"/>
                    </a:cubicBezTo>
                    <a:cubicBezTo>
                      <a:pt x="2418" y="156"/>
                      <a:pt x="2538" y="184"/>
                      <a:pt x="2658" y="213"/>
                    </a:cubicBezTo>
                    <a:cubicBezTo>
                      <a:pt x="2669" y="502"/>
                      <a:pt x="2676" y="791"/>
                      <a:pt x="2681" y="1080"/>
                    </a:cubicBezTo>
                    <a:cubicBezTo>
                      <a:pt x="2683" y="1178"/>
                      <a:pt x="2686" y="1276"/>
                      <a:pt x="2689" y="1375"/>
                    </a:cubicBezTo>
                    <a:cubicBezTo>
                      <a:pt x="2721" y="2253"/>
                      <a:pt x="2721" y="2253"/>
                      <a:pt x="2566" y="2427"/>
                    </a:cubicBezTo>
                    <a:cubicBezTo>
                      <a:pt x="2491" y="2489"/>
                      <a:pt x="2415" y="2549"/>
                      <a:pt x="2337" y="2607"/>
                    </a:cubicBezTo>
                    <a:cubicBezTo>
                      <a:pt x="2200" y="2759"/>
                      <a:pt x="2201" y="2890"/>
                      <a:pt x="2192" y="3089"/>
                    </a:cubicBezTo>
                    <a:cubicBezTo>
                      <a:pt x="2191" y="3106"/>
                      <a:pt x="2191" y="3106"/>
                      <a:pt x="2186" y="3194"/>
                    </a:cubicBezTo>
                    <a:cubicBezTo>
                      <a:pt x="2180" y="3339"/>
                      <a:pt x="2176" y="3483"/>
                      <a:pt x="2178" y="3627"/>
                    </a:cubicBezTo>
                    <a:cubicBezTo>
                      <a:pt x="2179" y="3890"/>
                      <a:pt x="2172" y="4150"/>
                      <a:pt x="2033" y="4380"/>
                    </a:cubicBezTo>
                    <a:cubicBezTo>
                      <a:pt x="1915" y="4474"/>
                      <a:pt x="1788" y="4550"/>
                      <a:pt x="1659" y="4627"/>
                    </a:cubicBezTo>
                    <a:cubicBezTo>
                      <a:pt x="1325" y="4830"/>
                      <a:pt x="1027" y="5028"/>
                      <a:pt x="927" y="5425"/>
                    </a:cubicBezTo>
                    <a:cubicBezTo>
                      <a:pt x="816" y="6008"/>
                      <a:pt x="825" y="6611"/>
                      <a:pt x="823" y="7202"/>
                    </a:cubicBezTo>
                    <a:cubicBezTo>
                      <a:pt x="821" y="7448"/>
                      <a:pt x="814" y="7693"/>
                      <a:pt x="806" y="7939"/>
                    </a:cubicBezTo>
                    <a:cubicBezTo>
                      <a:pt x="793" y="8419"/>
                      <a:pt x="786" y="8899"/>
                      <a:pt x="783" y="9380"/>
                    </a:cubicBezTo>
                    <a:cubicBezTo>
                      <a:pt x="577" y="9380"/>
                      <a:pt x="370" y="9380"/>
                      <a:pt x="158" y="9380"/>
                    </a:cubicBezTo>
                    <a:cubicBezTo>
                      <a:pt x="134" y="8824"/>
                      <a:pt x="115" y="8268"/>
                      <a:pt x="104" y="7711"/>
                    </a:cubicBezTo>
                    <a:cubicBezTo>
                      <a:pt x="99" y="7453"/>
                      <a:pt x="91" y="7195"/>
                      <a:pt x="79" y="6937"/>
                    </a:cubicBezTo>
                    <a:cubicBezTo>
                      <a:pt x="0" y="5168"/>
                      <a:pt x="0" y="5168"/>
                      <a:pt x="261" y="4859"/>
                    </a:cubicBezTo>
                    <a:cubicBezTo>
                      <a:pt x="406" y="4723"/>
                      <a:pt x="573" y="4629"/>
                      <a:pt x="746" y="4534"/>
                    </a:cubicBezTo>
                    <a:cubicBezTo>
                      <a:pt x="951" y="4419"/>
                      <a:pt x="1147" y="4306"/>
                      <a:pt x="1236" y="4079"/>
                    </a:cubicBezTo>
                    <a:cubicBezTo>
                      <a:pt x="1386" y="3506"/>
                      <a:pt x="1356" y="2879"/>
                      <a:pt x="1356" y="2291"/>
                    </a:cubicBezTo>
                    <a:cubicBezTo>
                      <a:pt x="1356" y="1970"/>
                      <a:pt x="1365" y="1650"/>
                      <a:pt x="1373" y="1329"/>
                    </a:cubicBezTo>
                    <a:cubicBezTo>
                      <a:pt x="1377" y="1159"/>
                      <a:pt x="1379" y="989"/>
                      <a:pt x="1379" y="819"/>
                    </a:cubicBezTo>
                    <a:cubicBezTo>
                      <a:pt x="1380" y="741"/>
                      <a:pt x="1381" y="664"/>
                      <a:pt x="1382" y="587"/>
                    </a:cubicBezTo>
                    <a:cubicBezTo>
                      <a:pt x="1381" y="569"/>
                      <a:pt x="1381" y="569"/>
                      <a:pt x="1380" y="481"/>
                    </a:cubicBezTo>
                    <a:cubicBezTo>
                      <a:pt x="1383" y="316"/>
                      <a:pt x="1391" y="209"/>
                      <a:pt x="1506" y="86"/>
                    </a:cubicBezTo>
                    <a:cubicBezTo>
                      <a:pt x="1616" y="5"/>
                      <a:pt x="1616" y="5"/>
                      <a:pt x="1736" y="0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234" name="ICON_A_EEG_WAVE_GRAPHIC_path_045"/>
              <p:cNvSpPr/>
              <p:nvPr/>
            </p:nvSpPr>
            <p:spPr>
              <a:xfrm>
                <a:off x="2483660" y="1252831"/>
                <a:ext cx="32528" cy="107127"/>
              </a:xfrm>
              <a:custGeom>
                <a:avLst/>
                <a:gdLst/>
                <a:ahLst/>
                <a:cxnLst/>
                <a:rect l="0" t="0" r="r" b="b"/>
                <a:pathLst>
                  <a:path w="2561" h="8435" fill="norm" stroke="0">
                    <a:moveTo>
                      <a:pt x="2561" y="102"/>
                    </a:moveTo>
                    <a:cubicBezTo>
                      <a:pt x="2561" y="721"/>
                      <a:pt x="2561" y="1339"/>
                      <a:pt x="2561" y="1977"/>
                    </a:cubicBezTo>
                    <a:cubicBezTo>
                      <a:pt x="2355" y="1977"/>
                      <a:pt x="2149" y="1977"/>
                      <a:pt x="1936" y="1977"/>
                    </a:cubicBezTo>
                    <a:cubicBezTo>
                      <a:pt x="1938" y="2044"/>
                      <a:pt x="1941" y="2111"/>
                      <a:pt x="1943" y="2181"/>
                    </a:cubicBezTo>
                    <a:cubicBezTo>
                      <a:pt x="1950" y="2404"/>
                      <a:pt x="1954" y="2628"/>
                      <a:pt x="1958" y="2852"/>
                    </a:cubicBezTo>
                    <a:cubicBezTo>
                      <a:pt x="1960" y="2987"/>
                      <a:pt x="1963" y="3123"/>
                      <a:pt x="1968" y="3258"/>
                    </a:cubicBezTo>
                    <a:cubicBezTo>
                      <a:pt x="2001" y="4221"/>
                      <a:pt x="2001" y="4221"/>
                      <a:pt x="1845" y="4409"/>
                    </a:cubicBezTo>
                    <a:cubicBezTo>
                      <a:pt x="1733" y="4505"/>
                      <a:pt x="1733" y="4505"/>
                      <a:pt x="1618" y="4588"/>
                    </a:cubicBezTo>
                    <a:cubicBezTo>
                      <a:pt x="1409" y="4794"/>
                      <a:pt x="1434" y="5135"/>
                      <a:pt x="1415" y="5414"/>
                    </a:cubicBezTo>
                    <a:cubicBezTo>
                      <a:pt x="1371" y="6074"/>
                      <a:pt x="1371" y="6074"/>
                      <a:pt x="1215" y="6256"/>
                    </a:cubicBezTo>
                    <a:cubicBezTo>
                      <a:pt x="1178" y="6288"/>
                      <a:pt x="1141" y="6319"/>
                      <a:pt x="1102" y="6352"/>
                    </a:cubicBezTo>
                    <a:cubicBezTo>
                      <a:pt x="868" y="6551"/>
                      <a:pt x="848" y="6709"/>
                      <a:pt x="822" y="6999"/>
                    </a:cubicBezTo>
                    <a:cubicBezTo>
                      <a:pt x="812" y="7129"/>
                      <a:pt x="805" y="7258"/>
                      <a:pt x="800" y="7387"/>
                    </a:cubicBezTo>
                    <a:cubicBezTo>
                      <a:pt x="798" y="7419"/>
                      <a:pt x="796" y="7451"/>
                      <a:pt x="795" y="7484"/>
                    </a:cubicBezTo>
                    <a:cubicBezTo>
                      <a:pt x="794" y="7512"/>
                      <a:pt x="793" y="7540"/>
                      <a:pt x="792" y="7569"/>
                    </a:cubicBezTo>
                    <a:cubicBezTo>
                      <a:pt x="787" y="7604"/>
                      <a:pt x="783" y="7638"/>
                      <a:pt x="778" y="7674"/>
                    </a:cubicBezTo>
                    <a:cubicBezTo>
                      <a:pt x="775" y="7700"/>
                      <a:pt x="771" y="7727"/>
                      <a:pt x="768" y="7754"/>
                    </a:cubicBezTo>
                    <a:cubicBezTo>
                      <a:pt x="734" y="7934"/>
                      <a:pt x="691" y="8034"/>
                      <a:pt x="541" y="8143"/>
                    </a:cubicBezTo>
                    <a:cubicBezTo>
                      <a:pt x="484" y="8179"/>
                      <a:pt x="426" y="8214"/>
                      <a:pt x="368" y="8249"/>
                    </a:cubicBezTo>
                    <a:cubicBezTo>
                      <a:pt x="339" y="8267"/>
                      <a:pt x="309" y="8285"/>
                      <a:pt x="279" y="8304"/>
                    </a:cubicBezTo>
                    <a:cubicBezTo>
                      <a:pt x="207" y="8349"/>
                      <a:pt x="134" y="8392"/>
                      <a:pt x="61" y="8435"/>
                    </a:cubicBezTo>
                    <a:cubicBezTo>
                      <a:pt x="51" y="8035"/>
                      <a:pt x="44" y="7635"/>
                      <a:pt x="40" y="7234"/>
                    </a:cubicBezTo>
                    <a:cubicBezTo>
                      <a:pt x="37" y="7049"/>
                      <a:pt x="35" y="6863"/>
                      <a:pt x="30" y="6677"/>
                    </a:cubicBezTo>
                    <a:cubicBezTo>
                      <a:pt x="25" y="6497"/>
                      <a:pt x="23" y="6318"/>
                      <a:pt x="22" y="6138"/>
                    </a:cubicBezTo>
                    <a:cubicBezTo>
                      <a:pt x="21" y="6070"/>
                      <a:pt x="19" y="6001"/>
                      <a:pt x="17" y="5933"/>
                    </a:cubicBezTo>
                    <a:cubicBezTo>
                      <a:pt x="0" y="5393"/>
                      <a:pt x="0" y="5393"/>
                      <a:pt x="154" y="5185"/>
                    </a:cubicBezTo>
                    <a:cubicBezTo>
                      <a:pt x="228" y="5115"/>
                      <a:pt x="304" y="5048"/>
                      <a:pt x="382" y="4982"/>
                    </a:cubicBezTo>
                    <a:cubicBezTo>
                      <a:pt x="502" y="4871"/>
                      <a:pt x="530" y="4795"/>
                      <a:pt x="546" y="4635"/>
                    </a:cubicBezTo>
                    <a:cubicBezTo>
                      <a:pt x="547" y="4606"/>
                      <a:pt x="548" y="4578"/>
                      <a:pt x="550" y="4549"/>
                    </a:cubicBezTo>
                    <a:cubicBezTo>
                      <a:pt x="553" y="4518"/>
                      <a:pt x="556" y="4487"/>
                      <a:pt x="559" y="4455"/>
                    </a:cubicBezTo>
                    <a:cubicBezTo>
                      <a:pt x="568" y="4358"/>
                      <a:pt x="575" y="4261"/>
                      <a:pt x="582" y="4164"/>
                    </a:cubicBezTo>
                    <a:cubicBezTo>
                      <a:pt x="627" y="3498"/>
                      <a:pt x="627" y="3498"/>
                      <a:pt x="782" y="3333"/>
                    </a:cubicBezTo>
                    <a:cubicBezTo>
                      <a:pt x="820" y="3304"/>
                      <a:pt x="857" y="3275"/>
                      <a:pt x="895" y="3245"/>
                    </a:cubicBezTo>
                    <a:cubicBezTo>
                      <a:pt x="1097" y="3073"/>
                      <a:pt x="1133" y="2944"/>
                      <a:pt x="1159" y="2682"/>
                    </a:cubicBezTo>
                    <a:cubicBezTo>
                      <a:pt x="1177" y="2410"/>
                      <a:pt x="1190" y="2138"/>
                      <a:pt x="1198" y="1865"/>
                    </a:cubicBezTo>
                    <a:cubicBezTo>
                      <a:pt x="1216" y="1326"/>
                      <a:pt x="1274" y="900"/>
                      <a:pt x="1592" y="452"/>
                    </a:cubicBezTo>
                    <a:cubicBezTo>
                      <a:pt x="1616" y="416"/>
                      <a:pt x="1640" y="381"/>
                      <a:pt x="1665" y="344"/>
                    </a:cubicBezTo>
                    <a:cubicBezTo>
                      <a:pt x="1940" y="0"/>
                      <a:pt x="2060" y="102"/>
                      <a:pt x="2561" y="102"/>
                    </a:cubicBezTo>
                    <a:close/>
                  </a:path>
                </a:pathLst>
              </a:custGeom>
              <a:solidFill>
                <a:srgbClr val="EA58AE"/>
              </a:solidFill>
              <a:ln w="2646" cap="flat">
                <a:noFill/>
              </a:ln>
            </p:spPr>
          </p:sp>
          <p:sp>
            <p:nvSpPr>
              <p:cNvPr id="3235" name="ICON_A_EEG_WAVE_GRAPHIC_path_046"/>
              <p:cNvSpPr/>
              <p:nvPr/>
            </p:nvSpPr>
            <p:spPr>
              <a:xfrm>
                <a:off x="2405062" y="1238250"/>
                <a:ext cx="32380" cy="79375"/>
              </a:xfrm>
              <a:custGeom>
                <a:avLst/>
                <a:gdLst/>
                <a:ahLst/>
                <a:cxnLst/>
                <a:rect l="0" t="0" r="r" b="b"/>
                <a:pathLst>
                  <a:path w="2550" h="6250" fill="norm" stroke="0">
                    <a:moveTo>
                      <a:pt x="1250" y="0"/>
                    </a:moveTo>
                    <a:cubicBezTo>
                      <a:pt x="1456" y="0"/>
                      <a:pt x="1662" y="0"/>
                      <a:pt x="1875" y="0"/>
                    </a:cubicBezTo>
                    <a:cubicBezTo>
                      <a:pt x="1879" y="67"/>
                      <a:pt x="1883" y="134"/>
                      <a:pt x="1887" y="204"/>
                    </a:cubicBezTo>
                    <a:cubicBezTo>
                      <a:pt x="1902" y="427"/>
                      <a:pt x="1918" y="651"/>
                      <a:pt x="1935" y="875"/>
                    </a:cubicBezTo>
                    <a:cubicBezTo>
                      <a:pt x="1945" y="1010"/>
                      <a:pt x="1955" y="1146"/>
                      <a:pt x="1963" y="1281"/>
                    </a:cubicBezTo>
                    <a:cubicBezTo>
                      <a:pt x="1972" y="1438"/>
                      <a:pt x="1985" y="1594"/>
                      <a:pt x="1997" y="1750"/>
                    </a:cubicBezTo>
                    <a:cubicBezTo>
                      <a:pt x="1999" y="1798"/>
                      <a:pt x="2002" y="1846"/>
                      <a:pt x="2004" y="1895"/>
                    </a:cubicBezTo>
                    <a:cubicBezTo>
                      <a:pt x="2036" y="2244"/>
                      <a:pt x="2036" y="2244"/>
                      <a:pt x="2180" y="2389"/>
                    </a:cubicBezTo>
                    <a:cubicBezTo>
                      <a:pt x="2218" y="2420"/>
                      <a:pt x="2256" y="2451"/>
                      <a:pt x="2295" y="2483"/>
                    </a:cubicBezTo>
                    <a:cubicBezTo>
                      <a:pt x="2471" y="2641"/>
                      <a:pt x="2527" y="2749"/>
                      <a:pt x="2544" y="2978"/>
                    </a:cubicBezTo>
                    <a:cubicBezTo>
                      <a:pt x="2550" y="3160"/>
                      <a:pt x="2546" y="3342"/>
                      <a:pt x="2541" y="3524"/>
                    </a:cubicBezTo>
                    <a:cubicBezTo>
                      <a:pt x="2540" y="3603"/>
                      <a:pt x="2539" y="3681"/>
                      <a:pt x="2539" y="3760"/>
                    </a:cubicBezTo>
                    <a:cubicBezTo>
                      <a:pt x="2537" y="3966"/>
                      <a:pt x="2533" y="4172"/>
                      <a:pt x="2529" y="4379"/>
                    </a:cubicBezTo>
                    <a:cubicBezTo>
                      <a:pt x="2524" y="4590"/>
                      <a:pt x="2523" y="4800"/>
                      <a:pt x="2520" y="5011"/>
                    </a:cubicBezTo>
                    <a:cubicBezTo>
                      <a:pt x="2516" y="5424"/>
                      <a:pt x="2509" y="5837"/>
                      <a:pt x="2500" y="6250"/>
                    </a:cubicBezTo>
                    <a:cubicBezTo>
                      <a:pt x="2055" y="6160"/>
                      <a:pt x="2055" y="6160"/>
                      <a:pt x="1875" y="6042"/>
                    </a:cubicBezTo>
                    <a:cubicBezTo>
                      <a:pt x="1786" y="5870"/>
                      <a:pt x="1801" y="5710"/>
                      <a:pt x="1814" y="5520"/>
                    </a:cubicBezTo>
                    <a:cubicBezTo>
                      <a:pt x="1815" y="5469"/>
                      <a:pt x="1816" y="5419"/>
                      <a:pt x="1817" y="5367"/>
                    </a:cubicBezTo>
                    <a:cubicBezTo>
                      <a:pt x="1819" y="5233"/>
                      <a:pt x="1825" y="5099"/>
                      <a:pt x="1832" y="4965"/>
                    </a:cubicBezTo>
                    <a:cubicBezTo>
                      <a:pt x="1839" y="4828"/>
                      <a:pt x="1841" y="4691"/>
                      <a:pt x="1845" y="4554"/>
                    </a:cubicBezTo>
                    <a:cubicBezTo>
                      <a:pt x="1851" y="4286"/>
                      <a:pt x="1862" y="4018"/>
                      <a:pt x="1875" y="3750"/>
                    </a:cubicBezTo>
                    <a:cubicBezTo>
                      <a:pt x="1669" y="3750"/>
                      <a:pt x="1463" y="3750"/>
                      <a:pt x="1250" y="3750"/>
                    </a:cubicBezTo>
                    <a:cubicBezTo>
                      <a:pt x="1253" y="3799"/>
                      <a:pt x="1256" y="3849"/>
                      <a:pt x="1260" y="3900"/>
                    </a:cubicBezTo>
                    <a:cubicBezTo>
                      <a:pt x="1271" y="4083"/>
                      <a:pt x="1278" y="4267"/>
                      <a:pt x="1284" y="4451"/>
                    </a:cubicBezTo>
                    <a:cubicBezTo>
                      <a:pt x="1287" y="4530"/>
                      <a:pt x="1292" y="4610"/>
                      <a:pt x="1297" y="4689"/>
                    </a:cubicBezTo>
                    <a:cubicBezTo>
                      <a:pt x="1332" y="5212"/>
                      <a:pt x="1332" y="5212"/>
                      <a:pt x="1250" y="5417"/>
                    </a:cubicBezTo>
                    <a:cubicBezTo>
                      <a:pt x="1105" y="5571"/>
                      <a:pt x="908" y="5616"/>
                      <a:pt x="702" y="5628"/>
                    </a:cubicBezTo>
                    <a:cubicBezTo>
                      <a:pt x="550" y="5622"/>
                      <a:pt x="451" y="5567"/>
                      <a:pt x="332" y="5476"/>
                    </a:cubicBezTo>
                    <a:cubicBezTo>
                      <a:pt x="318" y="5460"/>
                      <a:pt x="318" y="5460"/>
                      <a:pt x="248" y="5377"/>
                    </a:cubicBezTo>
                    <a:cubicBezTo>
                      <a:pt x="224" y="5351"/>
                      <a:pt x="200" y="5324"/>
                      <a:pt x="176" y="5296"/>
                    </a:cubicBezTo>
                    <a:cubicBezTo>
                      <a:pt x="99" y="5199"/>
                      <a:pt x="43" y="5116"/>
                      <a:pt x="0" y="5000"/>
                    </a:cubicBezTo>
                    <a:cubicBezTo>
                      <a:pt x="28" y="4855"/>
                      <a:pt x="106" y="4748"/>
                      <a:pt x="186" y="4626"/>
                    </a:cubicBezTo>
                    <a:cubicBezTo>
                      <a:pt x="375" y="4300"/>
                      <a:pt x="461" y="4020"/>
                      <a:pt x="488" y="3644"/>
                    </a:cubicBezTo>
                    <a:cubicBezTo>
                      <a:pt x="492" y="3600"/>
                      <a:pt x="495" y="3555"/>
                      <a:pt x="498" y="3509"/>
                    </a:cubicBezTo>
                    <a:cubicBezTo>
                      <a:pt x="510" y="3326"/>
                      <a:pt x="519" y="3142"/>
                      <a:pt x="528" y="2959"/>
                    </a:cubicBezTo>
                    <a:cubicBezTo>
                      <a:pt x="571" y="2118"/>
                      <a:pt x="571" y="2118"/>
                      <a:pt x="720" y="1957"/>
                    </a:cubicBezTo>
                    <a:cubicBezTo>
                      <a:pt x="794" y="1896"/>
                      <a:pt x="869" y="1836"/>
                      <a:pt x="944" y="1778"/>
                    </a:cubicBezTo>
                    <a:cubicBezTo>
                      <a:pt x="1166" y="1525"/>
                      <a:pt x="1145" y="1129"/>
                      <a:pt x="1172" y="807"/>
                    </a:cubicBezTo>
                    <a:cubicBezTo>
                      <a:pt x="1180" y="729"/>
                      <a:pt x="1188" y="650"/>
                      <a:pt x="1196" y="572"/>
                    </a:cubicBezTo>
                    <a:cubicBezTo>
                      <a:pt x="1216" y="381"/>
                      <a:pt x="1234" y="191"/>
                      <a:pt x="1250" y="0"/>
                    </a:cubicBezTo>
                    <a:close/>
                  </a:path>
                </a:pathLst>
              </a:custGeom>
              <a:solidFill>
                <a:srgbClr val="E25FB2"/>
              </a:solidFill>
              <a:ln w="2646" cap="flat">
                <a:noFill/>
              </a:ln>
            </p:spPr>
          </p:sp>
          <p:sp>
            <p:nvSpPr>
              <p:cNvPr id="3236" name="ICON_A_EEG_WAVE_GRAPHIC_path_047"/>
              <p:cNvSpPr/>
              <p:nvPr/>
            </p:nvSpPr>
            <p:spPr>
              <a:xfrm>
                <a:off x="1825625" y="911400"/>
                <a:ext cx="40696" cy="57327"/>
              </a:xfrm>
              <a:custGeom>
                <a:avLst/>
                <a:gdLst/>
                <a:ahLst/>
                <a:cxnLst/>
                <a:rect l="0" t="0" r="r" b="b"/>
                <a:pathLst>
                  <a:path w="3204" h="4514" fill="norm" stroke="0">
                    <a:moveTo>
                      <a:pt x="1250" y="111"/>
                    </a:moveTo>
                    <a:cubicBezTo>
                      <a:pt x="1697" y="40"/>
                      <a:pt x="2147" y="0"/>
                      <a:pt x="2546" y="246"/>
                    </a:cubicBezTo>
                    <a:cubicBezTo>
                      <a:pt x="2883" y="504"/>
                      <a:pt x="3117" y="791"/>
                      <a:pt x="3181" y="1214"/>
                    </a:cubicBezTo>
                    <a:cubicBezTo>
                      <a:pt x="3198" y="1376"/>
                      <a:pt x="3203" y="1537"/>
                      <a:pt x="3203" y="1700"/>
                    </a:cubicBezTo>
                    <a:cubicBezTo>
                      <a:pt x="3203" y="1716"/>
                      <a:pt x="3203" y="1716"/>
                      <a:pt x="3204" y="1796"/>
                    </a:cubicBezTo>
                    <a:cubicBezTo>
                      <a:pt x="3204" y="2312"/>
                      <a:pt x="3204" y="2312"/>
                      <a:pt x="3029" y="2513"/>
                    </a:cubicBezTo>
                    <a:cubicBezTo>
                      <a:pt x="2992" y="2545"/>
                      <a:pt x="2954" y="2576"/>
                      <a:pt x="2916" y="2609"/>
                    </a:cubicBezTo>
                    <a:cubicBezTo>
                      <a:pt x="2740" y="2758"/>
                      <a:pt x="2683" y="2853"/>
                      <a:pt x="2663" y="3076"/>
                    </a:cubicBezTo>
                    <a:cubicBezTo>
                      <a:pt x="2657" y="3205"/>
                      <a:pt x="2651" y="3334"/>
                      <a:pt x="2648" y="3463"/>
                    </a:cubicBezTo>
                    <a:cubicBezTo>
                      <a:pt x="2623" y="4041"/>
                      <a:pt x="2623" y="4041"/>
                      <a:pt x="2500" y="4278"/>
                    </a:cubicBezTo>
                    <a:cubicBezTo>
                      <a:pt x="2243" y="4497"/>
                      <a:pt x="1900" y="4510"/>
                      <a:pt x="1574" y="4514"/>
                    </a:cubicBezTo>
                    <a:cubicBezTo>
                      <a:pt x="1452" y="4485"/>
                      <a:pt x="1374" y="4447"/>
                      <a:pt x="1290" y="4352"/>
                    </a:cubicBezTo>
                    <a:cubicBezTo>
                      <a:pt x="1201" y="4187"/>
                      <a:pt x="1221" y="3992"/>
                      <a:pt x="1221" y="3809"/>
                    </a:cubicBezTo>
                    <a:cubicBezTo>
                      <a:pt x="1218" y="3716"/>
                      <a:pt x="1214" y="3623"/>
                      <a:pt x="1210" y="3529"/>
                    </a:cubicBezTo>
                    <a:cubicBezTo>
                      <a:pt x="1210" y="3505"/>
                      <a:pt x="1210" y="3505"/>
                      <a:pt x="1205" y="3383"/>
                    </a:cubicBezTo>
                    <a:cubicBezTo>
                      <a:pt x="1157" y="2347"/>
                      <a:pt x="1157" y="2347"/>
                      <a:pt x="990" y="2126"/>
                    </a:cubicBezTo>
                    <a:cubicBezTo>
                      <a:pt x="707" y="1889"/>
                      <a:pt x="342" y="1969"/>
                      <a:pt x="0" y="1986"/>
                    </a:cubicBezTo>
                    <a:cubicBezTo>
                      <a:pt x="0" y="1574"/>
                      <a:pt x="0" y="1161"/>
                      <a:pt x="0" y="736"/>
                    </a:cubicBezTo>
                    <a:cubicBezTo>
                      <a:pt x="206" y="736"/>
                      <a:pt x="412" y="736"/>
                      <a:pt x="625" y="736"/>
                    </a:cubicBezTo>
                    <a:cubicBezTo>
                      <a:pt x="735" y="936"/>
                      <a:pt x="735" y="936"/>
                      <a:pt x="775" y="1052"/>
                    </a:cubicBezTo>
                    <a:cubicBezTo>
                      <a:pt x="833" y="1153"/>
                      <a:pt x="833" y="1153"/>
                      <a:pt x="946" y="1207"/>
                    </a:cubicBezTo>
                    <a:cubicBezTo>
                      <a:pt x="1086" y="1240"/>
                      <a:pt x="1224" y="1264"/>
                      <a:pt x="1367" y="1283"/>
                    </a:cubicBezTo>
                    <a:cubicBezTo>
                      <a:pt x="1416" y="1291"/>
                      <a:pt x="1465" y="1299"/>
                      <a:pt x="1515" y="1308"/>
                    </a:cubicBezTo>
                    <a:cubicBezTo>
                      <a:pt x="1635" y="1327"/>
                      <a:pt x="1755" y="1345"/>
                      <a:pt x="1875" y="1361"/>
                    </a:cubicBezTo>
                    <a:cubicBezTo>
                      <a:pt x="1856" y="1338"/>
                      <a:pt x="1837" y="1315"/>
                      <a:pt x="1818" y="1291"/>
                    </a:cubicBezTo>
                    <a:cubicBezTo>
                      <a:pt x="1731" y="1185"/>
                      <a:pt x="1647" y="1078"/>
                      <a:pt x="1562" y="971"/>
                    </a:cubicBezTo>
                    <a:cubicBezTo>
                      <a:pt x="1533" y="934"/>
                      <a:pt x="1503" y="898"/>
                      <a:pt x="1472" y="861"/>
                    </a:cubicBezTo>
                    <a:cubicBezTo>
                      <a:pt x="1294" y="632"/>
                      <a:pt x="1215" y="480"/>
                      <a:pt x="1239" y="187"/>
                    </a:cubicBezTo>
                    <a:cubicBezTo>
                      <a:pt x="1243" y="162"/>
                      <a:pt x="1246" y="137"/>
                      <a:pt x="1250" y="111"/>
                    </a:cubicBezTo>
                    <a:close/>
                  </a:path>
                </a:pathLst>
              </a:custGeom>
              <a:solidFill>
                <a:srgbClr val="A18BD6"/>
              </a:solidFill>
              <a:ln w="2646" cap="flat">
                <a:noFill/>
              </a:ln>
            </p:spPr>
          </p:sp>
          <p:sp>
            <p:nvSpPr>
              <p:cNvPr id="3237" name="ICON_A_EEG_WAVE_GRAPHIC_path_048"/>
              <p:cNvSpPr/>
              <p:nvPr/>
            </p:nvSpPr>
            <p:spPr>
              <a:xfrm>
                <a:off x="1698060" y="912755"/>
                <a:ext cx="33372" cy="72406"/>
              </a:xfrm>
              <a:custGeom>
                <a:avLst/>
                <a:gdLst/>
                <a:ahLst/>
                <a:cxnLst/>
                <a:rect l="0" t="0" r="r" b="b"/>
                <a:pathLst>
                  <a:path w="2628" h="5701" fill="norm" stroke="0">
                    <a:moveTo>
                      <a:pt x="1622" y="0"/>
                    </a:moveTo>
                    <a:cubicBezTo>
                      <a:pt x="1643" y="5"/>
                      <a:pt x="1643" y="5"/>
                      <a:pt x="1751" y="30"/>
                    </a:cubicBezTo>
                    <a:cubicBezTo>
                      <a:pt x="1797" y="40"/>
                      <a:pt x="1844" y="50"/>
                      <a:pt x="1891" y="60"/>
                    </a:cubicBezTo>
                    <a:cubicBezTo>
                      <a:pt x="1939" y="72"/>
                      <a:pt x="1987" y="84"/>
                      <a:pt x="2037" y="96"/>
                    </a:cubicBezTo>
                    <a:cubicBezTo>
                      <a:pt x="2085" y="106"/>
                      <a:pt x="2134" y="118"/>
                      <a:pt x="2184" y="129"/>
                    </a:cubicBezTo>
                    <a:cubicBezTo>
                      <a:pt x="2305" y="156"/>
                      <a:pt x="2425" y="184"/>
                      <a:pt x="2544" y="213"/>
                    </a:cubicBezTo>
                    <a:cubicBezTo>
                      <a:pt x="2560" y="417"/>
                      <a:pt x="2571" y="620"/>
                      <a:pt x="2579" y="825"/>
                    </a:cubicBezTo>
                    <a:cubicBezTo>
                      <a:pt x="2582" y="894"/>
                      <a:pt x="2586" y="963"/>
                      <a:pt x="2592" y="1032"/>
                    </a:cubicBezTo>
                    <a:cubicBezTo>
                      <a:pt x="2628" y="1506"/>
                      <a:pt x="2628" y="1506"/>
                      <a:pt x="2544" y="1671"/>
                    </a:cubicBezTo>
                    <a:cubicBezTo>
                      <a:pt x="2430" y="1722"/>
                      <a:pt x="2350" y="1748"/>
                      <a:pt x="2230" y="1770"/>
                    </a:cubicBezTo>
                    <a:cubicBezTo>
                      <a:pt x="2105" y="1793"/>
                      <a:pt x="2035" y="1819"/>
                      <a:pt x="1919" y="1880"/>
                    </a:cubicBezTo>
                    <a:cubicBezTo>
                      <a:pt x="1821" y="2131"/>
                      <a:pt x="1891" y="2452"/>
                      <a:pt x="1919" y="2713"/>
                    </a:cubicBezTo>
                    <a:cubicBezTo>
                      <a:pt x="1991" y="3366"/>
                      <a:pt x="1991" y="3366"/>
                      <a:pt x="1919" y="3546"/>
                    </a:cubicBezTo>
                    <a:cubicBezTo>
                      <a:pt x="1804" y="3601"/>
                      <a:pt x="1731" y="3624"/>
                      <a:pt x="1609" y="3643"/>
                    </a:cubicBezTo>
                    <a:cubicBezTo>
                      <a:pt x="1491" y="3663"/>
                      <a:pt x="1392" y="3681"/>
                      <a:pt x="1294" y="3755"/>
                    </a:cubicBezTo>
                    <a:cubicBezTo>
                      <a:pt x="1178" y="4044"/>
                      <a:pt x="1237" y="4401"/>
                      <a:pt x="1255" y="4705"/>
                    </a:cubicBezTo>
                    <a:cubicBezTo>
                      <a:pt x="1259" y="4794"/>
                      <a:pt x="1261" y="4884"/>
                      <a:pt x="1264" y="4973"/>
                    </a:cubicBezTo>
                    <a:cubicBezTo>
                      <a:pt x="1271" y="5192"/>
                      <a:pt x="1281" y="5411"/>
                      <a:pt x="1294" y="5630"/>
                    </a:cubicBezTo>
                    <a:cubicBezTo>
                      <a:pt x="866" y="5701"/>
                      <a:pt x="866" y="5701"/>
                      <a:pt x="669" y="5630"/>
                    </a:cubicBezTo>
                    <a:cubicBezTo>
                      <a:pt x="529" y="5446"/>
                      <a:pt x="487" y="5240"/>
                      <a:pt x="435" y="5017"/>
                    </a:cubicBezTo>
                    <a:cubicBezTo>
                      <a:pt x="412" y="4930"/>
                      <a:pt x="389" y="4843"/>
                      <a:pt x="365" y="4756"/>
                    </a:cubicBezTo>
                    <a:cubicBezTo>
                      <a:pt x="350" y="4703"/>
                      <a:pt x="336" y="4648"/>
                      <a:pt x="324" y="4594"/>
                    </a:cubicBezTo>
                    <a:cubicBezTo>
                      <a:pt x="287" y="4449"/>
                      <a:pt x="256" y="4383"/>
                      <a:pt x="144" y="4281"/>
                    </a:cubicBezTo>
                    <a:cubicBezTo>
                      <a:pt x="0" y="4122"/>
                      <a:pt x="18" y="3994"/>
                      <a:pt x="24" y="3786"/>
                    </a:cubicBezTo>
                    <a:cubicBezTo>
                      <a:pt x="24" y="3750"/>
                      <a:pt x="25" y="3713"/>
                      <a:pt x="25" y="3675"/>
                    </a:cubicBezTo>
                    <a:cubicBezTo>
                      <a:pt x="26" y="3558"/>
                      <a:pt x="29" y="3442"/>
                      <a:pt x="31" y="3325"/>
                    </a:cubicBezTo>
                    <a:cubicBezTo>
                      <a:pt x="32" y="3245"/>
                      <a:pt x="34" y="3166"/>
                      <a:pt x="34" y="3087"/>
                    </a:cubicBezTo>
                    <a:cubicBezTo>
                      <a:pt x="37" y="2893"/>
                      <a:pt x="40" y="2699"/>
                      <a:pt x="44" y="2505"/>
                    </a:cubicBezTo>
                    <a:cubicBezTo>
                      <a:pt x="87" y="2508"/>
                      <a:pt x="129" y="2512"/>
                      <a:pt x="173" y="2516"/>
                    </a:cubicBezTo>
                    <a:cubicBezTo>
                      <a:pt x="607" y="2544"/>
                      <a:pt x="607" y="2544"/>
                      <a:pt x="757" y="2450"/>
                    </a:cubicBezTo>
                    <a:cubicBezTo>
                      <a:pt x="822" y="2363"/>
                      <a:pt x="863" y="2280"/>
                      <a:pt x="904" y="2179"/>
                    </a:cubicBezTo>
                    <a:cubicBezTo>
                      <a:pt x="920" y="2144"/>
                      <a:pt x="937" y="2108"/>
                      <a:pt x="954" y="2071"/>
                    </a:cubicBezTo>
                    <a:cubicBezTo>
                      <a:pt x="1131" y="1640"/>
                      <a:pt x="1177" y="1168"/>
                      <a:pt x="1223" y="707"/>
                    </a:cubicBezTo>
                    <a:cubicBezTo>
                      <a:pt x="1227" y="676"/>
                      <a:pt x="1230" y="645"/>
                      <a:pt x="1234" y="613"/>
                    </a:cubicBezTo>
                    <a:cubicBezTo>
                      <a:pt x="1240" y="555"/>
                      <a:pt x="1245" y="496"/>
                      <a:pt x="1250" y="438"/>
                    </a:cubicBezTo>
                    <a:cubicBezTo>
                      <a:pt x="1266" y="288"/>
                      <a:pt x="1297" y="210"/>
                      <a:pt x="1386" y="88"/>
                    </a:cubicBezTo>
                    <a:cubicBezTo>
                      <a:pt x="1503" y="5"/>
                      <a:pt x="1503" y="5"/>
                      <a:pt x="1622" y="0"/>
                    </a:cubicBezTo>
                    <a:close/>
                  </a:path>
                </a:pathLst>
              </a:custGeom>
              <a:solidFill>
                <a:srgbClr val="4B7AF7"/>
              </a:solidFill>
              <a:ln w="2646" cap="flat">
                <a:noFill/>
              </a:ln>
            </p:spPr>
          </p:sp>
          <p:sp>
            <p:nvSpPr>
              <p:cNvPr id="3238" name="ICON_A_EEG_WAVE_GRAPHIC_path_049"/>
              <p:cNvSpPr/>
              <p:nvPr/>
            </p:nvSpPr>
            <p:spPr>
              <a:xfrm>
                <a:off x="2222500" y="912411"/>
                <a:ext cx="39688" cy="63958"/>
              </a:xfrm>
              <a:custGeom>
                <a:avLst/>
                <a:gdLst/>
                <a:ahLst/>
                <a:cxnLst/>
                <a:rect l="0" t="0" r="r" b="b"/>
                <a:pathLst>
                  <a:path w="3125" h="5036" fill="norm" stroke="0">
                    <a:moveTo>
                      <a:pt x="1067" y="20"/>
                    </a:moveTo>
                    <a:cubicBezTo>
                      <a:pt x="1351" y="50"/>
                      <a:pt x="1628" y="89"/>
                      <a:pt x="1875" y="240"/>
                    </a:cubicBezTo>
                    <a:cubicBezTo>
                      <a:pt x="2084" y="507"/>
                      <a:pt x="2169" y="840"/>
                      <a:pt x="2246" y="1166"/>
                    </a:cubicBezTo>
                    <a:cubicBezTo>
                      <a:pt x="2292" y="1282"/>
                      <a:pt x="2292" y="1282"/>
                      <a:pt x="2399" y="1368"/>
                    </a:cubicBezTo>
                    <a:cubicBezTo>
                      <a:pt x="2515" y="1475"/>
                      <a:pt x="2517" y="1570"/>
                      <a:pt x="2524" y="1724"/>
                    </a:cubicBezTo>
                    <a:cubicBezTo>
                      <a:pt x="2524" y="1820"/>
                      <a:pt x="2523" y="1916"/>
                      <a:pt x="2520" y="2012"/>
                    </a:cubicBezTo>
                    <a:cubicBezTo>
                      <a:pt x="2520" y="2062"/>
                      <a:pt x="2520" y="2113"/>
                      <a:pt x="2519" y="2165"/>
                    </a:cubicBezTo>
                    <a:cubicBezTo>
                      <a:pt x="2519" y="2299"/>
                      <a:pt x="2517" y="2433"/>
                      <a:pt x="2514" y="2567"/>
                    </a:cubicBezTo>
                    <a:cubicBezTo>
                      <a:pt x="2512" y="2703"/>
                      <a:pt x="2511" y="2840"/>
                      <a:pt x="2510" y="2977"/>
                    </a:cubicBezTo>
                    <a:cubicBezTo>
                      <a:pt x="2508" y="3245"/>
                      <a:pt x="2504" y="3514"/>
                      <a:pt x="2500" y="3782"/>
                    </a:cubicBezTo>
                    <a:cubicBezTo>
                      <a:pt x="2706" y="3782"/>
                      <a:pt x="2913" y="3782"/>
                      <a:pt x="3125" y="3782"/>
                    </a:cubicBezTo>
                    <a:cubicBezTo>
                      <a:pt x="3125" y="4125"/>
                      <a:pt x="3125" y="4469"/>
                      <a:pt x="3125" y="4823"/>
                    </a:cubicBezTo>
                    <a:cubicBezTo>
                      <a:pt x="2956" y="4864"/>
                      <a:pt x="2787" y="4902"/>
                      <a:pt x="2617" y="4940"/>
                    </a:cubicBezTo>
                    <a:cubicBezTo>
                      <a:pt x="2569" y="4952"/>
                      <a:pt x="2521" y="4964"/>
                      <a:pt x="2472" y="4976"/>
                    </a:cubicBezTo>
                    <a:cubicBezTo>
                      <a:pt x="2426" y="4986"/>
                      <a:pt x="2379" y="4996"/>
                      <a:pt x="2331" y="5006"/>
                    </a:cubicBezTo>
                    <a:cubicBezTo>
                      <a:pt x="2310" y="5011"/>
                      <a:pt x="2310" y="5011"/>
                      <a:pt x="2203" y="5036"/>
                    </a:cubicBezTo>
                    <a:cubicBezTo>
                      <a:pt x="2083" y="5032"/>
                      <a:pt x="2083" y="5032"/>
                      <a:pt x="1974" y="4944"/>
                    </a:cubicBezTo>
                    <a:cubicBezTo>
                      <a:pt x="1858" y="4802"/>
                      <a:pt x="1846" y="4735"/>
                      <a:pt x="1839" y="4554"/>
                    </a:cubicBezTo>
                    <a:cubicBezTo>
                      <a:pt x="1838" y="4541"/>
                      <a:pt x="1838" y="4541"/>
                      <a:pt x="1835" y="4475"/>
                    </a:cubicBezTo>
                    <a:cubicBezTo>
                      <a:pt x="1832" y="4419"/>
                      <a:pt x="1829" y="4362"/>
                      <a:pt x="1827" y="4306"/>
                    </a:cubicBezTo>
                    <a:cubicBezTo>
                      <a:pt x="1824" y="4217"/>
                      <a:pt x="1819" y="4127"/>
                      <a:pt x="1814" y="4038"/>
                    </a:cubicBezTo>
                    <a:cubicBezTo>
                      <a:pt x="1799" y="3784"/>
                      <a:pt x="1786" y="3530"/>
                      <a:pt x="1776" y="3276"/>
                    </a:cubicBezTo>
                    <a:cubicBezTo>
                      <a:pt x="1769" y="3121"/>
                      <a:pt x="1760" y="2965"/>
                      <a:pt x="1751" y="2810"/>
                    </a:cubicBezTo>
                    <a:cubicBezTo>
                      <a:pt x="1747" y="2750"/>
                      <a:pt x="1745" y="2691"/>
                      <a:pt x="1743" y="2632"/>
                    </a:cubicBezTo>
                    <a:cubicBezTo>
                      <a:pt x="1740" y="2549"/>
                      <a:pt x="1735" y="2467"/>
                      <a:pt x="1730" y="2384"/>
                    </a:cubicBezTo>
                    <a:cubicBezTo>
                      <a:pt x="1729" y="2360"/>
                      <a:pt x="1729" y="2360"/>
                      <a:pt x="1723" y="2241"/>
                    </a:cubicBezTo>
                    <a:cubicBezTo>
                      <a:pt x="1667" y="2115"/>
                      <a:pt x="1667" y="2115"/>
                      <a:pt x="1250" y="1907"/>
                    </a:cubicBezTo>
                    <a:cubicBezTo>
                      <a:pt x="1250" y="2457"/>
                      <a:pt x="1250" y="3007"/>
                      <a:pt x="1250" y="3573"/>
                    </a:cubicBezTo>
                    <a:cubicBezTo>
                      <a:pt x="906" y="3642"/>
                      <a:pt x="562" y="3711"/>
                      <a:pt x="208" y="3782"/>
                    </a:cubicBezTo>
                    <a:cubicBezTo>
                      <a:pt x="140" y="3575"/>
                      <a:pt x="71" y="3369"/>
                      <a:pt x="0" y="3157"/>
                    </a:cubicBezTo>
                    <a:cubicBezTo>
                      <a:pt x="67" y="3135"/>
                      <a:pt x="134" y="3113"/>
                      <a:pt x="203" y="3090"/>
                    </a:cubicBezTo>
                    <a:cubicBezTo>
                      <a:pt x="349" y="3017"/>
                      <a:pt x="405" y="2981"/>
                      <a:pt x="461" y="2826"/>
                    </a:cubicBezTo>
                    <a:cubicBezTo>
                      <a:pt x="482" y="2664"/>
                      <a:pt x="491" y="2506"/>
                      <a:pt x="496" y="2343"/>
                    </a:cubicBezTo>
                    <a:cubicBezTo>
                      <a:pt x="499" y="2283"/>
                      <a:pt x="502" y="2223"/>
                      <a:pt x="506" y="2163"/>
                    </a:cubicBezTo>
                    <a:cubicBezTo>
                      <a:pt x="516" y="2006"/>
                      <a:pt x="523" y="1848"/>
                      <a:pt x="530" y="1691"/>
                    </a:cubicBezTo>
                    <a:cubicBezTo>
                      <a:pt x="540" y="1439"/>
                      <a:pt x="554" y="1186"/>
                      <a:pt x="569" y="935"/>
                    </a:cubicBezTo>
                    <a:cubicBezTo>
                      <a:pt x="574" y="847"/>
                      <a:pt x="577" y="759"/>
                      <a:pt x="580" y="671"/>
                    </a:cubicBezTo>
                    <a:cubicBezTo>
                      <a:pt x="583" y="617"/>
                      <a:pt x="586" y="563"/>
                      <a:pt x="589" y="509"/>
                    </a:cubicBezTo>
                    <a:cubicBezTo>
                      <a:pt x="591" y="462"/>
                      <a:pt x="593" y="415"/>
                      <a:pt x="595" y="366"/>
                    </a:cubicBezTo>
                    <a:cubicBezTo>
                      <a:pt x="655" y="114"/>
                      <a:pt x="814" y="0"/>
                      <a:pt x="1067" y="20"/>
                    </a:cubicBezTo>
                    <a:close/>
                  </a:path>
                </a:pathLst>
              </a:custGeom>
              <a:solidFill>
                <a:srgbClr val="AA8CD2"/>
              </a:solidFill>
              <a:ln w="2646" cap="flat">
                <a:noFill/>
              </a:ln>
            </p:spPr>
          </p:sp>
          <p:sp>
            <p:nvSpPr>
              <p:cNvPr id="3239" name="ICON_A_EEG_WAVE_GRAPHIC_path_050"/>
              <p:cNvSpPr/>
              <p:nvPr/>
            </p:nvSpPr>
            <p:spPr>
              <a:xfrm>
                <a:off x="2735918" y="1436462"/>
                <a:ext cx="50144" cy="40288"/>
              </a:xfrm>
              <a:custGeom>
                <a:avLst/>
                <a:gdLst/>
                <a:ahLst/>
                <a:cxnLst/>
                <a:rect l="0" t="0" r="r" b="b"/>
                <a:pathLst>
                  <a:path w="3948" h="3172" fill="norm" stroke="0">
                    <a:moveTo>
                      <a:pt x="1773" y="0"/>
                    </a:moveTo>
                    <a:cubicBezTo>
                      <a:pt x="2444" y="74"/>
                      <a:pt x="2444" y="74"/>
                      <a:pt x="2698" y="226"/>
                    </a:cubicBezTo>
                    <a:cubicBezTo>
                      <a:pt x="2795" y="391"/>
                      <a:pt x="2797" y="570"/>
                      <a:pt x="2812" y="757"/>
                    </a:cubicBezTo>
                    <a:cubicBezTo>
                      <a:pt x="2829" y="875"/>
                      <a:pt x="2845" y="957"/>
                      <a:pt x="2907" y="1059"/>
                    </a:cubicBezTo>
                    <a:cubicBezTo>
                      <a:pt x="3222" y="1232"/>
                      <a:pt x="3600" y="1232"/>
                      <a:pt x="3948" y="1268"/>
                    </a:cubicBezTo>
                    <a:cubicBezTo>
                      <a:pt x="3948" y="1886"/>
                      <a:pt x="3948" y="2505"/>
                      <a:pt x="3948" y="3143"/>
                    </a:cubicBezTo>
                    <a:cubicBezTo>
                      <a:pt x="3323" y="3143"/>
                      <a:pt x="3323" y="3143"/>
                      <a:pt x="3138" y="3015"/>
                    </a:cubicBezTo>
                    <a:cubicBezTo>
                      <a:pt x="3086" y="2958"/>
                      <a:pt x="3037" y="2899"/>
                      <a:pt x="2989" y="2838"/>
                    </a:cubicBezTo>
                    <a:cubicBezTo>
                      <a:pt x="2962" y="2807"/>
                      <a:pt x="2935" y="2776"/>
                      <a:pt x="2907" y="2743"/>
                    </a:cubicBezTo>
                    <a:cubicBezTo>
                      <a:pt x="2851" y="2677"/>
                      <a:pt x="2796" y="2610"/>
                      <a:pt x="2742" y="2543"/>
                    </a:cubicBezTo>
                    <a:cubicBezTo>
                      <a:pt x="2659" y="2440"/>
                      <a:pt x="2574" y="2340"/>
                      <a:pt x="2487" y="2239"/>
                    </a:cubicBezTo>
                    <a:cubicBezTo>
                      <a:pt x="2433" y="2174"/>
                      <a:pt x="2379" y="2109"/>
                      <a:pt x="2325" y="2044"/>
                    </a:cubicBezTo>
                    <a:cubicBezTo>
                      <a:pt x="2312" y="2029"/>
                      <a:pt x="2312" y="2029"/>
                      <a:pt x="2248" y="1954"/>
                    </a:cubicBezTo>
                    <a:cubicBezTo>
                      <a:pt x="2064" y="1720"/>
                      <a:pt x="2048" y="1563"/>
                      <a:pt x="2073" y="1268"/>
                    </a:cubicBezTo>
                    <a:cubicBezTo>
                      <a:pt x="1867" y="1268"/>
                      <a:pt x="1661" y="1268"/>
                      <a:pt x="1448" y="1268"/>
                    </a:cubicBezTo>
                    <a:cubicBezTo>
                      <a:pt x="1456" y="1333"/>
                      <a:pt x="1463" y="1399"/>
                      <a:pt x="1470" y="1466"/>
                    </a:cubicBezTo>
                    <a:cubicBezTo>
                      <a:pt x="1510" y="1980"/>
                      <a:pt x="1485" y="2365"/>
                      <a:pt x="1175" y="2791"/>
                    </a:cubicBezTo>
                    <a:cubicBezTo>
                      <a:pt x="1150" y="2827"/>
                      <a:pt x="1126" y="2862"/>
                      <a:pt x="1101" y="2899"/>
                    </a:cubicBezTo>
                    <a:cubicBezTo>
                      <a:pt x="999" y="3025"/>
                      <a:pt x="912" y="3126"/>
                      <a:pt x="747" y="3157"/>
                    </a:cubicBezTo>
                    <a:cubicBezTo>
                      <a:pt x="562" y="3172"/>
                      <a:pt x="382" y="3161"/>
                      <a:pt x="198" y="3143"/>
                    </a:cubicBezTo>
                    <a:cubicBezTo>
                      <a:pt x="0" y="969"/>
                      <a:pt x="0" y="969"/>
                      <a:pt x="252" y="554"/>
                    </a:cubicBezTo>
                    <a:cubicBezTo>
                      <a:pt x="489" y="311"/>
                      <a:pt x="832" y="275"/>
                      <a:pt x="1155" y="250"/>
                    </a:cubicBezTo>
                    <a:cubicBezTo>
                      <a:pt x="1206" y="249"/>
                      <a:pt x="1257" y="249"/>
                      <a:pt x="1310" y="248"/>
                    </a:cubicBezTo>
                    <a:cubicBezTo>
                      <a:pt x="1522" y="214"/>
                      <a:pt x="1568" y="31"/>
                      <a:pt x="1773" y="0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240" name="ICON_A_EEG_WAVE_GRAPHIC_path_051"/>
              <p:cNvSpPr/>
              <p:nvPr/>
            </p:nvSpPr>
            <p:spPr>
              <a:xfrm>
                <a:off x="2698750" y="1246188"/>
                <a:ext cx="24993" cy="87312"/>
              </a:xfrm>
              <a:custGeom>
                <a:avLst/>
                <a:gdLst/>
                <a:ahLst/>
                <a:cxnLst/>
                <a:rect l="0" t="0" r="r" b="b"/>
                <a:pathLst>
                  <a:path w="1968" h="6875" fill="norm" stroke="0">
                    <a:moveTo>
                      <a:pt x="1250" y="0"/>
                    </a:moveTo>
                    <a:cubicBezTo>
                      <a:pt x="1456" y="0"/>
                      <a:pt x="1662" y="0"/>
                      <a:pt x="1875" y="0"/>
                    </a:cubicBezTo>
                    <a:cubicBezTo>
                      <a:pt x="1889" y="703"/>
                      <a:pt x="1901" y="1405"/>
                      <a:pt x="1907" y="2108"/>
                    </a:cubicBezTo>
                    <a:cubicBezTo>
                      <a:pt x="1911" y="2434"/>
                      <a:pt x="1915" y="2760"/>
                      <a:pt x="1922" y="3087"/>
                    </a:cubicBezTo>
                    <a:cubicBezTo>
                      <a:pt x="1928" y="3371"/>
                      <a:pt x="1933" y="3655"/>
                      <a:pt x="1934" y="3940"/>
                    </a:cubicBezTo>
                    <a:cubicBezTo>
                      <a:pt x="1935" y="4090"/>
                      <a:pt x="1936" y="4241"/>
                      <a:pt x="1941" y="4391"/>
                    </a:cubicBezTo>
                    <a:cubicBezTo>
                      <a:pt x="1968" y="5315"/>
                      <a:pt x="1968" y="5315"/>
                      <a:pt x="1813" y="5485"/>
                    </a:cubicBezTo>
                    <a:cubicBezTo>
                      <a:pt x="1679" y="5565"/>
                      <a:pt x="1553" y="5590"/>
                      <a:pt x="1399" y="5604"/>
                    </a:cubicBezTo>
                    <a:cubicBezTo>
                      <a:pt x="1250" y="5625"/>
                      <a:pt x="1250" y="5625"/>
                      <a:pt x="1161" y="5715"/>
                    </a:cubicBezTo>
                    <a:cubicBezTo>
                      <a:pt x="1102" y="5817"/>
                      <a:pt x="1058" y="5918"/>
                      <a:pt x="1016" y="6029"/>
                    </a:cubicBezTo>
                    <a:cubicBezTo>
                      <a:pt x="985" y="6100"/>
                      <a:pt x="954" y="6171"/>
                      <a:pt x="923" y="6243"/>
                    </a:cubicBezTo>
                    <a:cubicBezTo>
                      <a:pt x="875" y="6354"/>
                      <a:pt x="832" y="6462"/>
                      <a:pt x="798" y="6578"/>
                    </a:cubicBezTo>
                    <a:cubicBezTo>
                      <a:pt x="757" y="6694"/>
                      <a:pt x="757" y="6694"/>
                      <a:pt x="625" y="6875"/>
                    </a:cubicBezTo>
                    <a:cubicBezTo>
                      <a:pt x="419" y="6875"/>
                      <a:pt x="213" y="6875"/>
                      <a:pt x="0" y="6875"/>
                    </a:cubicBezTo>
                    <a:cubicBezTo>
                      <a:pt x="0" y="5638"/>
                      <a:pt x="0" y="4400"/>
                      <a:pt x="0" y="3125"/>
                    </a:cubicBezTo>
                    <a:cubicBezTo>
                      <a:pt x="206" y="3125"/>
                      <a:pt x="412" y="3125"/>
                      <a:pt x="625" y="3125"/>
                    </a:cubicBezTo>
                    <a:cubicBezTo>
                      <a:pt x="625" y="3744"/>
                      <a:pt x="625" y="4362"/>
                      <a:pt x="625" y="5000"/>
                    </a:cubicBezTo>
                    <a:cubicBezTo>
                      <a:pt x="762" y="4931"/>
                      <a:pt x="900" y="4862"/>
                      <a:pt x="1042" y="4792"/>
                    </a:cubicBezTo>
                    <a:cubicBezTo>
                      <a:pt x="1090" y="4618"/>
                      <a:pt x="1106" y="4504"/>
                      <a:pt x="1108" y="4328"/>
                    </a:cubicBezTo>
                    <a:cubicBezTo>
                      <a:pt x="1110" y="4281"/>
                      <a:pt x="1112" y="4235"/>
                      <a:pt x="1114" y="4186"/>
                    </a:cubicBezTo>
                    <a:cubicBezTo>
                      <a:pt x="1120" y="4059"/>
                      <a:pt x="1123" y="3931"/>
                      <a:pt x="1126" y="3803"/>
                    </a:cubicBezTo>
                    <a:cubicBezTo>
                      <a:pt x="1129" y="3669"/>
                      <a:pt x="1135" y="3535"/>
                      <a:pt x="1140" y="3402"/>
                    </a:cubicBezTo>
                    <a:cubicBezTo>
                      <a:pt x="1150" y="3149"/>
                      <a:pt x="1157" y="2896"/>
                      <a:pt x="1164" y="2642"/>
                    </a:cubicBezTo>
                    <a:cubicBezTo>
                      <a:pt x="1173" y="2354"/>
                      <a:pt x="1183" y="2066"/>
                      <a:pt x="1193" y="1778"/>
                    </a:cubicBezTo>
                    <a:cubicBezTo>
                      <a:pt x="1215" y="1185"/>
                      <a:pt x="1233" y="593"/>
                      <a:pt x="1250" y="0"/>
                    </a:cubicBezTo>
                    <a:close/>
                  </a:path>
                </a:pathLst>
              </a:custGeom>
              <a:solidFill>
                <a:srgbClr val="EE55AC"/>
              </a:solidFill>
              <a:ln w="2646" cap="flat">
                <a:noFill/>
              </a:ln>
            </p:spPr>
          </p:sp>
          <p:sp>
            <p:nvSpPr>
              <p:cNvPr id="3241" name="ICON_A_EEG_WAVE_GRAPHIC_path_052"/>
              <p:cNvSpPr/>
              <p:nvPr/>
            </p:nvSpPr>
            <p:spPr>
              <a:xfrm>
                <a:off x="2539591" y="1436300"/>
                <a:ext cx="41960" cy="63889"/>
              </a:xfrm>
              <a:custGeom>
                <a:avLst/>
                <a:gdLst/>
                <a:ahLst/>
                <a:cxnLst/>
                <a:rect l="0" t="0" r="r" b="b"/>
                <a:pathLst>
                  <a:path w="3304" h="5031" fill="norm" stroke="0">
                    <a:moveTo>
                      <a:pt x="2683" y="4"/>
                    </a:moveTo>
                    <a:cubicBezTo>
                      <a:pt x="2843" y="0"/>
                      <a:pt x="2999" y="13"/>
                      <a:pt x="3157" y="31"/>
                    </a:cubicBezTo>
                    <a:cubicBezTo>
                      <a:pt x="3304" y="1783"/>
                      <a:pt x="3304" y="1783"/>
                      <a:pt x="3008" y="2155"/>
                    </a:cubicBezTo>
                    <a:cubicBezTo>
                      <a:pt x="2806" y="2334"/>
                      <a:pt x="2574" y="2436"/>
                      <a:pt x="2324" y="2531"/>
                    </a:cubicBezTo>
                    <a:cubicBezTo>
                      <a:pt x="2233" y="2568"/>
                      <a:pt x="2142" y="2605"/>
                      <a:pt x="2051" y="2643"/>
                    </a:cubicBezTo>
                    <a:cubicBezTo>
                      <a:pt x="1917" y="2697"/>
                      <a:pt x="1784" y="2749"/>
                      <a:pt x="1647" y="2795"/>
                    </a:cubicBezTo>
                    <a:cubicBezTo>
                      <a:pt x="1329" y="2903"/>
                      <a:pt x="1026" y="3053"/>
                      <a:pt x="866" y="3364"/>
                    </a:cubicBezTo>
                    <a:cubicBezTo>
                      <a:pt x="776" y="3641"/>
                      <a:pt x="760" y="3935"/>
                      <a:pt x="735" y="4223"/>
                    </a:cubicBezTo>
                    <a:cubicBezTo>
                      <a:pt x="727" y="4302"/>
                      <a:pt x="719" y="4380"/>
                      <a:pt x="711" y="4459"/>
                    </a:cubicBezTo>
                    <a:cubicBezTo>
                      <a:pt x="691" y="4649"/>
                      <a:pt x="674" y="4840"/>
                      <a:pt x="657" y="5031"/>
                    </a:cubicBezTo>
                    <a:cubicBezTo>
                      <a:pt x="451" y="5031"/>
                      <a:pt x="245" y="5031"/>
                      <a:pt x="32" y="5031"/>
                    </a:cubicBezTo>
                    <a:cubicBezTo>
                      <a:pt x="28" y="4603"/>
                      <a:pt x="24" y="4176"/>
                      <a:pt x="21" y="3748"/>
                    </a:cubicBezTo>
                    <a:cubicBezTo>
                      <a:pt x="20" y="3550"/>
                      <a:pt x="19" y="3351"/>
                      <a:pt x="16" y="3153"/>
                    </a:cubicBezTo>
                    <a:cubicBezTo>
                      <a:pt x="14" y="2961"/>
                      <a:pt x="13" y="2769"/>
                      <a:pt x="12" y="2577"/>
                    </a:cubicBezTo>
                    <a:cubicBezTo>
                      <a:pt x="12" y="2504"/>
                      <a:pt x="11" y="2431"/>
                      <a:pt x="10" y="2359"/>
                    </a:cubicBezTo>
                    <a:cubicBezTo>
                      <a:pt x="0" y="1677"/>
                      <a:pt x="0" y="1677"/>
                      <a:pt x="174" y="1347"/>
                    </a:cubicBezTo>
                    <a:cubicBezTo>
                      <a:pt x="267" y="1254"/>
                      <a:pt x="332" y="1256"/>
                      <a:pt x="462" y="1255"/>
                    </a:cubicBezTo>
                    <a:cubicBezTo>
                      <a:pt x="526" y="1263"/>
                      <a:pt x="591" y="1272"/>
                      <a:pt x="657" y="1281"/>
                    </a:cubicBezTo>
                    <a:cubicBezTo>
                      <a:pt x="657" y="1487"/>
                      <a:pt x="657" y="1693"/>
                      <a:pt x="657" y="1906"/>
                    </a:cubicBezTo>
                    <a:cubicBezTo>
                      <a:pt x="864" y="1906"/>
                      <a:pt x="1070" y="1906"/>
                      <a:pt x="1282" y="1906"/>
                    </a:cubicBezTo>
                    <a:cubicBezTo>
                      <a:pt x="1270" y="1835"/>
                      <a:pt x="1258" y="1765"/>
                      <a:pt x="1246" y="1692"/>
                    </a:cubicBezTo>
                    <a:cubicBezTo>
                      <a:pt x="1177" y="1124"/>
                      <a:pt x="1177" y="1124"/>
                      <a:pt x="1282" y="864"/>
                    </a:cubicBezTo>
                    <a:cubicBezTo>
                      <a:pt x="1472" y="703"/>
                      <a:pt x="1697" y="640"/>
                      <a:pt x="1935" y="579"/>
                    </a:cubicBezTo>
                    <a:cubicBezTo>
                      <a:pt x="2199" y="510"/>
                      <a:pt x="2199" y="510"/>
                      <a:pt x="2324" y="447"/>
                    </a:cubicBezTo>
                    <a:cubicBezTo>
                      <a:pt x="2382" y="344"/>
                      <a:pt x="2382" y="344"/>
                      <a:pt x="2422" y="228"/>
                    </a:cubicBezTo>
                    <a:cubicBezTo>
                      <a:pt x="2484" y="60"/>
                      <a:pt x="2501" y="36"/>
                      <a:pt x="2683" y="4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242" name="ICON_A_EEG_WAVE_GRAPHIC_path_053"/>
              <p:cNvSpPr/>
              <p:nvPr/>
            </p:nvSpPr>
            <p:spPr>
              <a:xfrm>
                <a:off x="2228142" y="1268986"/>
                <a:ext cx="42370" cy="65836"/>
              </a:xfrm>
              <a:custGeom>
                <a:avLst/>
                <a:gdLst/>
                <a:ahLst/>
                <a:cxnLst/>
                <a:rect l="0" t="0" r="r" b="b"/>
                <a:pathLst>
                  <a:path w="3336" h="5184" fill="norm" stroke="0">
                    <a:moveTo>
                      <a:pt x="2377" y="165"/>
                    </a:moveTo>
                    <a:cubicBezTo>
                      <a:pt x="2524" y="244"/>
                      <a:pt x="2661" y="332"/>
                      <a:pt x="2797" y="430"/>
                    </a:cubicBezTo>
                    <a:cubicBezTo>
                      <a:pt x="2877" y="488"/>
                      <a:pt x="2956" y="535"/>
                      <a:pt x="3042" y="583"/>
                    </a:cubicBezTo>
                    <a:cubicBezTo>
                      <a:pt x="3190" y="685"/>
                      <a:pt x="3244" y="744"/>
                      <a:pt x="3306" y="913"/>
                    </a:cubicBezTo>
                    <a:cubicBezTo>
                      <a:pt x="3336" y="1271"/>
                      <a:pt x="3261" y="1635"/>
                      <a:pt x="3098" y="1955"/>
                    </a:cubicBezTo>
                    <a:cubicBezTo>
                      <a:pt x="2972" y="2102"/>
                      <a:pt x="2829" y="2222"/>
                      <a:pt x="2681" y="2345"/>
                    </a:cubicBezTo>
                    <a:cubicBezTo>
                      <a:pt x="2325" y="2643"/>
                      <a:pt x="2211" y="2876"/>
                      <a:pt x="2163" y="3324"/>
                    </a:cubicBezTo>
                    <a:cubicBezTo>
                      <a:pt x="2158" y="3389"/>
                      <a:pt x="2152" y="3453"/>
                      <a:pt x="2147" y="3517"/>
                    </a:cubicBezTo>
                    <a:cubicBezTo>
                      <a:pt x="2096" y="4126"/>
                      <a:pt x="2001" y="4591"/>
                      <a:pt x="1516" y="5018"/>
                    </a:cubicBezTo>
                    <a:cubicBezTo>
                      <a:pt x="1388" y="5111"/>
                      <a:pt x="1277" y="5171"/>
                      <a:pt x="1118" y="5184"/>
                    </a:cubicBezTo>
                    <a:cubicBezTo>
                      <a:pt x="786" y="5128"/>
                      <a:pt x="574" y="4922"/>
                      <a:pt x="373" y="4662"/>
                    </a:cubicBezTo>
                    <a:cubicBezTo>
                      <a:pt x="0" y="4066"/>
                      <a:pt x="133" y="3251"/>
                      <a:pt x="181" y="2580"/>
                    </a:cubicBezTo>
                    <a:cubicBezTo>
                      <a:pt x="387" y="2580"/>
                      <a:pt x="593" y="2580"/>
                      <a:pt x="806" y="2580"/>
                    </a:cubicBezTo>
                    <a:cubicBezTo>
                      <a:pt x="806" y="2786"/>
                      <a:pt x="806" y="2992"/>
                      <a:pt x="806" y="3205"/>
                    </a:cubicBezTo>
                    <a:cubicBezTo>
                      <a:pt x="1249" y="3285"/>
                      <a:pt x="1249" y="3285"/>
                      <a:pt x="1431" y="3205"/>
                    </a:cubicBezTo>
                    <a:cubicBezTo>
                      <a:pt x="1760" y="2885"/>
                      <a:pt x="1887" y="2360"/>
                      <a:pt x="1900" y="1916"/>
                    </a:cubicBezTo>
                    <a:cubicBezTo>
                      <a:pt x="1898" y="1784"/>
                      <a:pt x="1891" y="1663"/>
                      <a:pt x="1848" y="1538"/>
                    </a:cubicBezTo>
                    <a:cubicBezTo>
                      <a:pt x="1743" y="1453"/>
                      <a:pt x="1654" y="1426"/>
                      <a:pt x="1526" y="1386"/>
                    </a:cubicBezTo>
                    <a:cubicBezTo>
                      <a:pt x="1431" y="1330"/>
                      <a:pt x="1431" y="1330"/>
                      <a:pt x="1381" y="1202"/>
                    </a:cubicBezTo>
                    <a:cubicBezTo>
                      <a:pt x="1342" y="939"/>
                      <a:pt x="1401" y="733"/>
                      <a:pt x="1542" y="510"/>
                    </a:cubicBezTo>
                    <a:cubicBezTo>
                      <a:pt x="1777" y="199"/>
                      <a:pt x="1988" y="0"/>
                      <a:pt x="2377" y="165"/>
                    </a:cubicBezTo>
                    <a:close/>
                  </a:path>
                </a:pathLst>
              </a:custGeom>
              <a:solidFill>
                <a:srgbClr val="ED56AC"/>
              </a:solidFill>
              <a:ln w="2646" cap="flat">
                <a:noFill/>
              </a:ln>
            </p:spPr>
          </p:sp>
          <p:sp>
            <p:nvSpPr>
              <p:cNvPr id="3243" name="ICON_A_EEG_WAVE_GRAPHIC_path_054"/>
              <p:cNvSpPr/>
              <p:nvPr/>
            </p:nvSpPr>
            <p:spPr>
              <a:xfrm>
                <a:off x="2348242" y="1435593"/>
                <a:ext cx="48882" cy="42106"/>
              </a:xfrm>
              <a:custGeom>
                <a:avLst/>
                <a:gdLst/>
                <a:ahLst/>
                <a:cxnLst/>
                <a:rect l="0" t="0" r="r" b="b"/>
                <a:pathLst>
                  <a:path w="3849" h="3315" fill="norm" stroke="0">
                    <a:moveTo>
                      <a:pt x="427" y="82"/>
                    </a:moveTo>
                    <a:cubicBezTo>
                      <a:pt x="448" y="87"/>
                      <a:pt x="448" y="87"/>
                      <a:pt x="556" y="111"/>
                    </a:cubicBezTo>
                    <a:cubicBezTo>
                      <a:pt x="576" y="116"/>
                      <a:pt x="576" y="116"/>
                      <a:pt x="682" y="139"/>
                    </a:cubicBezTo>
                    <a:cubicBezTo>
                      <a:pt x="709" y="145"/>
                      <a:pt x="709" y="145"/>
                      <a:pt x="841" y="177"/>
                    </a:cubicBezTo>
                    <a:cubicBezTo>
                      <a:pt x="1009" y="216"/>
                      <a:pt x="1176" y="255"/>
                      <a:pt x="1349" y="295"/>
                    </a:cubicBezTo>
                    <a:cubicBezTo>
                      <a:pt x="1349" y="845"/>
                      <a:pt x="1349" y="1395"/>
                      <a:pt x="1349" y="1961"/>
                    </a:cubicBezTo>
                    <a:cubicBezTo>
                      <a:pt x="1766" y="1753"/>
                      <a:pt x="1766" y="1753"/>
                      <a:pt x="1841" y="1644"/>
                    </a:cubicBezTo>
                    <a:cubicBezTo>
                      <a:pt x="1853" y="1605"/>
                      <a:pt x="1864" y="1566"/>
                      <a:pt x="1876" y="1527"/>
                    </a:cubicBezTo>
                    <a:cubicBezTo>
                      <a:pt x="1883" y="1505"/>
                      <a:pt x="1883" y="1505"/>
                      <a:pt x="1919" y="1396"/>
                    </a:cubicBezTo>
                    <a:cubicBezTo>
                      <a:pt x="1933" y="1350"/>
                      <a:pt x="1947" y="1305"/>
                      <a:pt x="1961" y="1258"/>
                    </a:cubicBezTo>
                    <a:cubicBezTo>
                      <a:pt x="2118" y="826"/>
                      <a:pt x="2291" y="369"/>
                      <a:pt x="2703" y="121"/>
                    </a:cubicBezTo>
                    <a:cubicBezTo>
                      <a:pt x="3065" y="0"/>
                      <a:pt x="3513" y="195"/>
                      <a:pt x="3849" y="295"/>
                    </a:cubicBezTo>
                    <a:cubicBezTo>
                      <a:pt x="3849" y="638"/>
                      <a:pt x="3849" y="982"/>
                      <a:pt x="3849" y="1336"/>
                    </a:cubicBezTo>
                    <a:cubicBezTo>
                      <a:pt x="3436" y="1336"/>
                      <a:pt x="3024" y="1336"/>
                      <a:pt x="2599" y="1336"/>
                    </a:cubicBezTo>
                    <a:cubicBezTo>
                      <a:pt x="2612" y="1491"/>
                      <a:pt x="2625" y="1646"/>
                      <a:pt x="2638" y="1805"/>
                    </a:cubicBezTo>
                    <a:cubicBezTo>
                      <a:pt x="2655" y="2326"/>
                      <a:pt x="2505" y="2678"/>
                      <a:pt x="2152" y="3059"/>
                    </a:cubicBezTo>
                    <a:cubicBezTo>
                      <a:pt x="1993" y="3207"/>
                      <a:pt x="1877" y="3282"/>
                      <a:pt x="1661" y="3315"/>
                    </a:cubicBezTo>
                    <a:cubicBezTo>
                      <a:pt x="1299" y="3265"/>
                      <a:pt x="1125" y="2988"/>
                      <a:pt x="915" y="2711"/>
                    </a:cubicBezTo>
                    <a:cubicBezTo>
                      <a:pt x="778" y="2512"/>
                      <a:pt x="709" y="2397"/>
                      <a:pt x="746" y="2155"/>
                    </a:cubicBezTo>
                    <a:cubicBezTo>
                      <a:pt x="756" y="2049"/>
                      <a:pt x="756" y="2049"/>
                      <a:pt x="724" y="1961"/>
                    </a:cubicBezTo>
                    <a:cubicBezTo>
                      <a:pt x="619" y="1925"/>
                      <a:pt x="523" y="1900"/>
                      <a:pt x="415" y="1876"/>
                    </a:cubicBezTo>
                    <a:cubicBezTo>
                      <a:pt x="299" y="1849"/>
                      <a:pt x="197" y="1822"/>
                      <a:pt x="99" y="1753"/>
                    </a:cubicBezTo>
                    <a:cubicBezTo>
                      <a:pt x="0" y="1564"/>
                      <a:pt x="27" y="1332"/>
                      <a:pt x="40" y="1125"/>
                    </a:cubicBezTo>
                    <a:cubicBezTo>
                      <a:pt x="47" y="1024"/>
                      <a:pt x="49" y="923"/>
                      <a:pt x="50" y="821"/>
                    </a:cubicBezTo>
                    <a:cubicBezTo>
                      <a:pt x="52" y="756"/>
                      <a:pt x="54" y="691"/>
                      <a:pt x="57" y="626"/>
                    </a:cubicBezTo>
                    <a:cubicBezTo>
                      <a:pt x="57" y="611"/>
                      <a:pt x="57" y="611"/>
                      <a:pt x="59" y="535"/>
                    </a:cubicBezTo>
                    <a:cubicBezTo>
                      <a:pt x="71" y="374"/>
                      <a:pt x="93" y="304"/>
                      <a:pt x="190" y="168"/>
                    </a:cubicBezTo>
                    <a:cubicBezTo>
                      <a:pt x="307" y="86"/>
                      <a:pt x="307" y="86"/>
                      <a:pt x="427" y="82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244" name="ICON_A_EEG_WAVE_GRAPHIC_path_055"/>
              <p:cNvSpPr/>
              <p:nvPr/>
            </p:nvSpPr>
            <p:spPr>
              <a:xfrm>
                <a:off x="2563060" y="920185"/>
                <a:ext cx="41444" cy="48189"/>
              </a:xfrm>
              <a:custGeom>
                <a:avLst/>
                <a:gdLst/>
                <a:ahLst/>
                <a:cxnLst/>
                <a:rect l="0" t="0" r="r" b="b"/>
                <a:pathLst>
                  <a:path w="3263" h="3794" fill="norm" stroke="0">
                    <a:moveTo>
                      <a:pt x="801" y="136"/>
                    </a:moveTo>
                    <a:cubicBezTo>
                      <a:pt x="850" y="146"/>
                      <a:pt x="899" y="157"/>
                      <a:pt x="949" y="169"/>
                    </a:cubicBezTo>
                    <a:cubicBezTo>
                      <a:pt x="1069" y="196"/>
                      <a:pt x="1189" y="224"/>
                      <a:pt x="1309" y="253"/>
                    </a:cubicBezTo>
                    <a:cubicBezTo>
                      <a:pt x="1309" y="596"/>
                      <a:pt x="1309" y="940"/>
                      <a:pt x="1309" y="1294"/>
                    </a:cubicBezTo>
                    <a:cubicBezTo>
                      <a:pt x="1516" y="1294"/>
                      <a:pt x="1722" y="1294"/>
                      <a:pt x="1934" y="1294"/>
                    </a:cubicBezTo>
                    <a:cubicBezTo>
                      <a:pt x="1934" y="882"/>
                      <a:pt x="1934" y="469"/>
                      <a:pt x="1934" y="44"/>
                    </a:cubicBezTo>
                    <a:cubicBezTo>
                      <a:pt x="2405" y="44"/>
                      <a:pt x="2484" y="91"/>
                      <a:pt x="2794" y="396"/>
                    </a:cubicBezTo>
                    <a:cubicBezTo>
                      <a:pt x="2803" y="405"/>
                      <a:pt x="2803" y="405"/>
                      <a:pt x="2850" y="451"/>
                    </a:cubicBezTo>
                    <a:cubicBezTo>
                      <a:pt x="3141" y="743"/>
                      <a:pt x="3262" y="1017"/>
                      <a:pt x="3262" y="1438"/>
                    </a:cubicBezTo>
                    <a:cubicBezTo>
                      <a:pt x="3263" y="1482"/>
                      <a:pt x="3263" y="1527"/>
                      <a:pt x="3263" y="1573"/>
                    </a:cubicBezTo>
                    <a:cubicBezTo>
                      <a:pt x="3254" y="1704"/>
                      <a:pt x="3241" y="1801"/>
                      <a:pt x="3184" y="1919"/>
                    </a:cubicBezTo>
                    <a:cubicBezTo>
                      <a:pt x="3091" y="1966"/>
                      <a:pt x="3091" y="1966"/>
                      <a:pt x="2979" y="2001"/>
                    </a:cubicBezTo>
                    <a:cubicBezTo>
                      <a:pt x="2866" y="2045"/>
                      <a:pt x="2866" y="2045"/>
                      <a:pt x="2768" y="2128"/>
                    </a:cubicBezTo>
                    <a:cubicBezTo>
                      <a:pt x="2663" y="2391"/>
                      <a:pt x="2660" y="2695"/>
                      <a:pt x="2637" y="2974"/>
                    </a:cubicBezTo>
                    <a:cubicBezTo>
                      <a:pt x="2629" y="3054"/>
                      <a:pt x="2621" y="3133"/>
                      <a:pt x="2613" y="3212"/>
                    </a:cubicBezTo>
                    <a:cubicBezTo>
                      <a:pt x="2593" y="3406"/>
                      <a:pt x="2575" y="3600"/>
                      <a:pt x="2559" y="3794"/>
                    </a:cubicBezTo>
                    <a:cubicBezTo>
                      <a:pt x="2353" y="3794"/>
                      <a:pt x="2147" y="3794"/>
                      <a:pt x="1934" y="3794"/>
                    </a:cubicBezTo>
                    <a:cubicBezTo>
                      <a:pt x="1930" y="3745"/>
                      <a:pt x="1926" y="3696"/>
                      <a:pt x="1922" y="3645"/>
                    </a:cubicBezTo>
                    <a:cubicBezTo>
                      <a:pt x="1906" y="3461"/>
                      <a:pt x="1887" y="3277"/>
                      <a:pt x="1868" y="3094"/>
                    </a:cubicBezTo>
                    <a:cubicBezTo>
                      <a:pt x="1860" y="3015"/>
                      <a:pt x="1853" y="2935"/>
                      <a:pt x="1846" y="2856"/>
                    </a:cubicBezTo>
                    <a:cubicBezTo>
                      <a:pt x="1791" y="2192"/>
                      <a:pt x="1791" y="2192"/>
                      <a:pt x="1625" y="2028"/>
                    </a:cubicBezTo>
                    <a:cubicBezTo>
                      <a:pt x="1509" y="1971"/>
                      <a:pt x="1509" y="1971"/>
                      <a:pt x="1309" y="1919"/>
                    </a:cubicBezTo>
                    <a:cubicBezTo>
                      <a:pt x="1309" y="2126"/>
                      <a:pt x="1309" y="2332"/>
                      <a:pt x="1309" y="2544"/>
                    </a:cubicBezTo>
                    <a:cubicBezTo>
                      <a:pt x="831" y="2461"/>
                      <a:pt x="831" y="2461"/>
                      <a:pt x="684" y="2336"/>
                    </a:cubicBezTo>
                    <a:cubicBezTo>
                      <a:pt x="602" y="2169"/>
                      <a:pt x="575" y="1991"/>
                      <a:pt x="555" y="1807"/>
                    </a:cubicBezTo>
                    <a:cubicBezTo>
                      <a:pt x="540" y="1694"/>
                      <a:pt x="526" y="1605"/>
                      <a:pt x="476" y="1503"/>
                    </a:cubicBezTo>
                    <a:cubicBezTo>
                      <a:pt x="379" y="1449"/>
                      <a:pt x="379" y="1449"/>
                      <a:pt x="264" y="1405"/>
                    </a:cubicBezTo>
                    <a:cubicBezTo>
                      <a:pt x="152" y="1359"/>
                      <a:pt x="152" y="1359"/>
                      <a:pt x="59" y="1294"/>
                    </a:cubicBezTo>
                    <a:cubicBezTo>
                      <a:pt x="0" y="1120"/>
                      <a:pt x="10" y="956"/>
                      <a:pt x="20" y="774"/>
                    </a:cubicBezTo>
                    <a:cubicBezTo>
                      <a:pt x="20" y="727"/>
                      <a:pt x="20" y="680"/>
                      <a:pt x="21" y="631"/>
                    </a:cubicBezTo>
                    <a:cubicBezTo>
                      <a:pt x="31" y="254"/>
                      <a:pt x="31" y="254"/>
                      <a:pt x="132" y="110"/>
                    </a:cubicBezTo>
                    <a:cubicBezTo>
                      <a:pt x="359" y="0"/>
                      <a:pt x="565" y="78"/>
                      <a:pt x="801" y="136"/>
                    </a:cubicBezTo>
                    <a:close/>
                  </a:path>
                </a:pathLst>
              </a:custGeom>
              <a:solidFill>
                <a:srgbClr val="4178FB"/>
              </a:solidFill>
              <a:ln w="2646" cap="flat">
                <a:noFill/>
              </a:ln>
            </p:spPr>
          </p:sp>
          <p:sp>
            <p:nvSpPr>
              <p:cNvPr id="3245" name="ICON_A_EEG_WAVE_GRAPHIC_path_056"/>
              <p:cNvSpPr/>
              <p:nvPr/>
            </p:nvSpPr>
            <p:spPr>
              <a:xfrm>
                <a:off x="1793219" y="928688"/>
                <a:ext cx="48281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3802" h="3125" fill="norm" stroke="0">
                    <a:moveTo>
                      <a:pt x="1302" y="0"/>
                    </a:moveTo>
                    <a:cubicBezTo>
                      <a:pt x="1508" y="0"/>
                      <a:pt x="1714" y="0"/>
                      <a:pt x="1927" y="0"/>
                    </a:cubicBezTo>
                    <a:cubicBezTo>
                      <a:pt x="1927" y="412"/>
                      <a:pt x="1927" y="825"/>
                      <a:pt x="1927" y="1250"/>
                    </a:cubicBezTo>
                    <a:cubicBezTo>
                      <a:pt x="2133" y="1250"/>
                      <a:pt x="2339" y="1250"/>
                      <a:pt x="2552" y="1250"/>
                    </a:cubicBezTo>
                    <a:cubicBezTo>
                      <a:pt x="2552" y="1044"/>
                      <a:pt x="2552" y="838"/>
                      <a:pt x="2552" y="625"/>
                    </a:cubicBezTo>
                    <a:cubicBezTo>
                      <a:pt x="3308" y="550"/>
                      <a:pt x="3308" y="550"/>
                      <a:pt x="3593" y="625"/>
                    </a:cubicBezTo>
                    <a:cubicBezTo>
                      <a:pt x="3771" y="781"/>
                      <a:pt x="3787" y="1026"/>
                      <a:pt x="3802" y="1250"/>
                    </a:cubicBezTo>
                    <a:cubicBezTo>
                      <a:pt x="3595" y="1250"/>
                      <a:pt x="3389" y="1250"/>
                      <a:pt x="3177" y="1250"/>
                    </a:cubicBezTo>
                    <a:cubicBezTo>
                      <a:pt x="3184" y="1316"/>
                      <a:pt x="3191" y="1381"/>
                      <a:pt x="3199" y="1449"/>
                    </a:cubicBezTo>
                    <a:cubicBezTo>
                      <a:pt x="3238" y="1962"/>
                      <a:pt x="3213" y="2347"/>
                      <a:pt x="2903" y="2773"/>
                    </a:cubicBezTo>
                    <a:cubicBezTo>
                      <a:pt x="2879" y="2809"/>
                      <a:pt x="2854" y="2845"/>
                      <a:pt x="2829" y="2881"/>
                    </a:cubicBezTo>
                    <a:cubicBezTo>
                      <a:pt x="2749" y="2979"/>
                      <a:pt x="2749" y="2979"/>
                      <a:pt x="2552" y="3125"/>
                    </a:cubicBezTo>
                    <a:cubicBezTo>
                      <a:pt x="2345" y="3125"/>
                      <a:pt x="2139" y="3125"/>
                      <a:pt x="1927" y="3125"/>
                    </a:cubicBezTo>
                    <a:cubicBezTo>
                      <a:pt x="1927" y="2713"/>
                      <a:pt x="1927" y="2300"/>
                      <a:pt x="1927" y="1875"/>
                    </a:cubicBezTo>
                    <a:cubicBezTo>
                      <a:pt x="1720" y="1875"/>
                      <a:pt x="1514" y="1875"/>
                      <a:pt x="1302" y="1875"/>
                    </a:cubicBezTo>
                    <a:cubicBezTo>
                      <a:pt x="1214" y="2005"/>
                      <a:pt x="1198" y="2041"/>
                      <a:pt x="1185" y="2188"/>
                    </a:cubicBezTo>
                    <a:cubicBezTo>
                      <a:pt x="1169" y="2313"/>
                      <a:pt x="1149" y="2381"/>
                      <a:pt x="1093" y="2500"/>
                    </a:cubicBezTo>
                    <a:cubicBezTo>
                      <a:pt x="947" y="2549"/>
                      <a:pt x="825" y="2537"/>
                      <a:pt x="677" y="2500"/>
                    </a:cubicBezTo>
                    <a:cubicBezTo>
                      <a:pt x="542" y="2428"/>
                      <a:pt x="443" y="2336"/>
                      <a:pt x="338" y="2227"/>
                    </a:cubicBezTo>
                    <a:cubicBezTo>
                      <a:pt x="311" y="2199"/>
                      <a:pt x="283" y="2171"/>
                      <a:pt x="255" y="2142"/>
                    </a:cubicBezTo>
                    <a:cubicBezTo>
                      <a:pt x="76" y="1946"/>
                      <a:pt x="0" y="1790"/>
                      <a:pt x="13" y="1523"/>
                    </a:cubicBezTo>
                    <a:cubicBezTo>
                      <a:pt x="21" y="1430"/>
                      <a:pt x="34" y="1342"/>
                      <a:pt x="52" y="1250"/>
                    </a:cubicBezTo>
                    <a:cubicBezTo>
                      <a:pt x="92" y="1260"/>
                      <a:pt x="132" y="1269"/>
                      <a:pt x="174" y="1279"/>
                    </a:cubicBezTo>
                    <a:cubicBezTo>
                      <a:pt x="349" y="1309"/>
                      <a:pt x="511" y="1328"/>
                      <a:pt x="677" y="1250"/>
                    </a:cubicBezTo>
                    <a:cubicBezTo>
                      <a:pt x="833" y="1075"/>
                      <a:pt x="916" y="854"/>
                      <a:pt x="1004" y="640"/>
                    </a:cubicBezTo>
                    <a:cubicBezTo>
                      <a:pt x="1019" y="603"/>
                      <a:pt x="1034" y="567"/>
                      <a:pt x="1050" y="529"/>
                    </a:cubicBezTo>
                    <a:cubicBezTo>
                      <a:pt x="1093" y="417"/>
                      <a:pt x="1093" y="417"/>
                      <a:pt x="1129" y="296"/>
                    </a:cubicBezTo>
                    <a:cubicBezTo>
                      <a:pt x="1170" y="181"/>
                      <a:pt x="1170" y="181"/>
                      <a:pt x="1302" y="0"/>
                    </a:cubicBezTo>
                    <a:close/>
                  </a:path>
                </a:pathLst>
              </a:custGeom>
              <a:solidFill>
                <a:srgbClr val="8083E2"/>
              </a:solidFill>
              <a:ln w="2646" cap="flat">
                <a:noFill/>
              </a:ln>
            </p:spPr>
          </p:sp>
          <p:sp>
            <p:nvSpPr>
              <p:cNvPr id="3246" name="ICON_A_EEG_WAVE_GRAPHIC_path_057"/>
              <p:cNvSpPr/>
              <p:nvPr/>
            </p:nvSpPr>
            <p:spPr>
              <a:xfrm>
                <a:off x="1935906" y="911146"/>
                <a:ext cx="40532" cy="49390"/>
              </a:xfrm>
              <a:custGeom>
                <a:avLst/>
                <a:gdLst/>
                <a:ahLst/>
                <a:cxnLst/>
                <a:rect l="0" t="0" r="r" b="b"/>
                <a:pathLst>
                  <a:path w="3191" h="3889" fill="norm" stroke="0">
                    <a:moveTo>
                      <a:pt x="1941" y="131"/>
                    </a:moveTo>
                    <a:cubicBezTo>
                      <a:pt x="1941" y="544"/>
                      <a:pt x="1941" y="956"/>
                      <a:pt x="1941" y="1381"/>
                    </a:cubicBezTo>
                    <a:cubicBezTo>
                      <a:pt x="2148" y="1381"/>
                      <a:pt x="2354" y="1381"/>
                      <a:pt x="2566" y="1381"/>
                    </a:cubicBezTo>
                    <a:cubicBezTo>
                      <a:pt x="2571" y="1418"/>
                      <a:pt x="2571" y="1418"/>
                      <a:pt x="2597" y="1602"/>
                    </a:cubicBezTo>
                    <a:cubicBezTo>
                      <a:pt x="2613" y="1697"/>
                      <a:pt x="2629" y="1793"/>
                      <a:pt x="2645" y="1889"/>
                    </a:cubicBezTo>
                    <a:cubicBezTo>
                      <a:pt x="2648" y="1913"/>
                      <a:pt x="2648" y="1913"/>
                      <a:pt x="2664" y="2034"/>
                    </a:cubicBezTo>
                    <a:cubicBezTo>
                      <a:pt x="2725" y="2384"/>
                      <a:pt x="2725" y="2384"/>
                      <a:pt x="2876" y="2503"/>
                    </a:cubicBezTo>
                    <a:cubicBezTo>
                      <a:pt x="2980" y="2555"/>
                      <a:pt x="3080" y="2597"/>
                      <a:pt x="3191" y="2631"/>
                    </a:cubicBezTo>
                    <a:cubicBezTo>
                      <a:pt x="3063" y="2915"/>
                      <a:pt x="2924" y="3191"/>
                      <a:pt x="2775" y="3465"/>
                    </a:cubicBezTo>
                    <a:cubicBezTo>
                      <a:pt x="2760" y="3492"/>
                      <a:pt x="2746" y="3520"/>
                      <a:pt x="2731" y="3548"/>
                    </a:cubicBezTo>
                    <a:cubicBezTo>
                      <a:pt x="2634" y="3722"/>
                      <a:pt x="2546" y="3814"/>
                      <a:pt x="2358" y="3881"/>
                    </a:cubicBezTo>
                    <a:cubicBezTo>
                      <a:pt x="2028" y="3889"/>
                      <a:pt x="1710" y="3786"/>
                      <a:pt x="1395" y="3695"/>
                    </a:cubicBezTo>
                    <a:cubicBezTo>
                      <a:pt x="1313" y="3672"/>
                      <a:pt x="1230" y="3651"/>
                      <a:pt x="1146" y="3630"/>
                    </a:cubicBezTo>
                    <a:cubicBezTo>
                      <a:pt x="1000" y="3595"/>
                      <a:pt x="856" y="3556"/>
                      <a:pt x="711" y="3514"/>
                    </a:cubicBezTo>
                    <a:cubicBezTo>
                      <a:pt x="655" y="3499"/>
                      <a:pt x="598" y="3484"/>
                      <a:pt x="541" y="3470"/>
                    </a:cubicBezTo>
                    <a:cubicBezTo>
                      <a:pt x="363" y="3425"/>
                      <a:pt x="208" y="3379"/>
                      <a:pt x="66" y="3256"/>
                    </a:cubicBezTo>
                    <a:cubicBezTo>
                      <a:pt x="0" y="3054"/>
                      <a:pt x="35" y="2838"/>
                      <a:pt x="66" y="2631"/>
                    </a:cubicBezTo>
                    <a:cubicBezTo>
                      <a:pt x="807" y="2552"/>
                      <a:pt x="807" y="2552"/>
                      <a:pt x="1108" y="2631"/>
                    </a:cubicBezTo>
                    <a:cubicBezTo>
                      <a:pt x="1286" y="2788"/>
                      <a:pt x="1302" y="3032"/>
                      <a:pt x="1316" y="3256"/>
                    </a:cubicBezTo>
                    <a:cubicBezTo>
                      <a:pt x="1891" y="3126"/>
                      <a:pt x="1891" y="3126"/>
                      <a:pt x="2005" y="2949"/>
                    </a:cubicBezTo>
                    <a:cubicBezTo>
                      <a:pt x="2024" y="2809"/>
                      <a:pt x="2019" y="2750"/>
                      <a:pt x="1941" y="2631"/>
                    </a:cubicBezTo>
                    <a:cubicBezTo>
                      <a:pt x="1806" y="2575"/>
                      <a:pt x="1683" y="2536"/>
                      <a:pt x="1539" y="2512"/>
                    </a:cubicBezTo>
                    <a:cubicBezTo>
                      <a:pt x="1453" y="2495"/>
                      <a:pt x="1453" y="2495"/>
                      <a:pt x="1316" y="2423"/>
                    </a:cubicBezTo>
                    <a:cubicBezTo>
                      <a:pt x="1312" y="2332"/>
                      <a:pt x="1312" y="2332"/>
                      <a:pt x="1323" y="2223"/>
                    </a:cubicBezTo>
                    <a:cubicBezTo>
                      <a:pt x="1331" y="2110"/>
                      <a:pt x="1331" y="2110"/>
                      <a:pt x="1316" y="2006"/>
                    </a:cubicBezTo>
                    <a:cubicBezTo>
                      <a:pt x="1195" y="1891"/>
                      <a:pt x="1053" y="1835"/>
                      <a:pt x="900" y="1772"/>
                    </a:cubicBezTo>
                    <a:cubicBezTo>
                      <a:pt x="860" y="1754"/>
                      <a:pt x="820" y="1736"/>
                      <a:pt x="779" y="1717"/>
                    </a:cubicBezTo>
                    <a:cubicBezTo>
                      <a:pt x="681" y="1673"/>
                      <a:pt x="583" y="1631"/>
                      <a:pt x="483" y="1590"/>
                    </a:cubicBezTo>
                    <a:cubicBezTo>
                      <a:pt x="599" y="1347"/>
                      <a:pt x="718" y="1106"/>
                      <a:pt x="842" y="868"/>
                    </a:cubicBezTo>
                    <a:cubicBezTo>
                      <a:pt x="879" y="797"/>
                      <a:pt x="915" y="726"/>
                      <a:pt x="950" y="655"/>
                    </a:cubicBezTo>
                    <a:cubicBezTo>
                      <a:pt x="996" y="566"/>
                      <a:pt x="1045" y="479"/>
                      <a:pt x="1095" y="392"/>
                    </a:cubicBezTo>
                    <a:cubicBezTo>
                      <a:pt x="1108" y="365"/>
                      <a:pt x="1121" y="339"/>
                      <a:pt x="1134" y="311"/>
                    </a:cubicBezTo>
                    <a:cubicBezTo>
                      <a:pt x="1325" y="0"/>
                      <a:pt x="1552" y="131"/>
                      <a:pt x="1941" y="131"/>
                    </a:cubicBezTo>
                    <a:close/>
                  </a:path>
                </a:pathLst>
              </a:custGeom>
              <a:solidFill>
                <a:srgbClr val="A089D5"/>
              </a:solidFill>
              <a:ln w="2646" cap="flat">
                <a:noFill/>
              </a:ln>
            </p:spPr>
          </p:sp>
          <p:sp>
            <p:nvSpPr>
              <p:cNvPr id="3247" name="ICON_A_EEG_WAVE_GRAPHIC_path_058"/>
              <p:cNvSpPr/>
              <p:nvPr/>
            </p:nvSpPr>
            <p:spPr>
              <a:xfrm>
                <a:off x="1785938" y="1389062"/>
                <a:ext cx="31750" cy="71438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5625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250" y="1171"/>
                      <a:pt x="1250" y="2133"/>
                      <a:pt x="1250" y="3125"/>
                    </a:cubicBezTo>
                    <a:cubicBezTo>
                      <a:pt x="1594" y="3125"/>
                      <a:pt x="1938" y="3125"/>
                      <a:pt x="2292" y="3125"/>
                    </a:cubicBezTo>
                    <a:cubicBezTo>
                      <a:pt x="2482" y="3477"/>
                      <a:pt x="2482" y="3477"/>
                      <a:pt x="2500" y="3750"/>
                    </a:cubicBezTo>
                    <a:cubicBezTo>
                      <a:pt x="2470" y="3748"/>
                      <a:pt x="2439" y="3745"/>
                      <a:pt x="2408" y="3743"/>
                    </a:cubicBezTo>
                    <a:cubicBezTo>
                      <a:pt x="2072" y="3728"/>
                      <a:pt x="1720" y="3726"/>
                      <a:pt x="1458" y="3958"/>
                    </a:cubicBezTo>
                    <a:cubicBezTo>
                      <a:pt x="1223" y="4439"/>
                      <a:pt x="1263" y="5104"/>
                      <a:pt x="1250" y="5625"/>
                    </a:cubicBezTo>
                    <a:cubicBezTo>
                      <a:pt x="975" y="5556"/>
                      <a:pt x="700" y="5487"/>
                      <a:pt x="417" y="5417"/>
                    </a:cubicBezTo>
                    <a:cubicBezTo>
                      <a:pt x="417" y="3835"/>
                      <a:pt x="417" y="2254"/>
                      <a:pt x="417" y="625"/>
                    </a:cubicBezTo>
                    <a:cubicBezTo>
                      <a:pt x="279" y="625"/>
                      <a:pt x="142" y="625"/>
                      <a:pt x="0" y="625"/>
                    </a:cubicBezTo>
                    <a:cubicBezTo>
                      <a:pt x="69" y="419"/>
                      <a:pt x="138" y="213"/>
                      <a:pt x="208" y="0"/>
                    </a:cubicBezTo>
                    <a:close/>
                  </a:path>
                </a:pathLst>
              </a:custGeom>
              <a:solidFill>
                <a:srgbClr val="AA8CD2"/>
              </a:solidFill>
              <a:ln w="2646" cap="flat">
                <a:noFill/>
              </a:ln>
            </p:spPr>
          </p:sp>
          <p:sp>
            <p:nvSpPr>
              <p:cNvPr id="3248" name="ICON_A_EEG_WAVE_GRAPHIC_path_059"/>
              <p:cNvSpPr/>
              <p:nvPr/>
            </p:nvSpPr>
            <p:spPr>
              <a:xfrm>
                <a:off x="2151062" y="1404938"/>
                <a:ext cx="7938" cy="119062"/>
              </a:xfrm>
              <a:custGeom>
                <a:avLst/>
                <a:gdLst/>
                <a:ahLst/>
                <a:cxnLst/>
                <a:rect l="0" t="0" r="r" b="b"/>
                <a:pathLst>
                  <a:path w="625" h="9375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25" y="3094"/>
                      <a:pt x="625" y="6188"/>
                      <a:pt x="625" y="9375"/>
                    </a:cubicBezTo>
                    <a:cubicBezTo>
                      <a:pt x="419" y="9375"/>
                      <a:pt x="213" y="9375"/>
                      <a:pt x="0" y="9375"/>
                    </a:cubicBezTo>
                    <a:cubicBezTo>
                      <a:pt x="0" y="6281"/>
                      <a:pt x="0" y="3188"/>
                      <a:pt x="0" y="0"/>
                    </a:cubicBezTo>
                    <a:close/>
                  </a:path>
                </a:pathLst>
              </a:custGeom>
              <a:solidFill>
                <a:srgbClr val="65ACAE"/>
              </a:solidFill>
              <a:ln w="2646" cap="flat">
                <a:noFill/>
              </a:ln>
            </p:spPr>
          </p:sp>
          <p:sp>
            <p:nvSpPr>
              <p:cNvPr id="3249" name="ICON_A_EEG_WAVE_GRAPHIC_path_060"/>
              <p:cNvSpPr/>
              <p:nvPr/>
            </p:nvSpPr>
            <p:spPr>
              <a:xfrm>
                <a:off x="1688876" y="1292943"/>
                <a:ext cx="49808" cy="49017"/>
              </a:xfrm>
              <a:custGeom>
                <a:avLst/>
                <a:gdLst/>
                <a:ahLst/>
                <a:cxnLst/>
                <a:rect l="0" t="0" r="r" b="b"/>
                <a:pathLst>
                  <a:path w="3922" h="3860" fill="norm" stroke="0">
                    <a:moveTo>
                      <a:pt x="2778" y="6"/>
                    </a:moveTo>
                    <a:cubicBezTo>
                      <a:pt x="3143" y="0"/>
                      <a:pt x="3362" y="90"/>
                      <a:pt x="3632" y="342"/>
                    </a:cubicBezTo>
                    <a:cubicBezTo>
                      <a:pt x="3778" y="495"/>
                      <a:pt x="3906" y="642"/>
                      <a:pt x="3922" y="860"/>
                    </a:cubicBezTo>
                    <a:cubicBezTo>
                      <a:pt x="3898" y="1050"/>
                      <a:pt x="3823" y="1186"/>
                      <a:pt x="3684" y="1319"/>
                    </a:cubicBezTo>
                    <a:cubicBezTo>
                      <a:pt x="3531" y="1395"/>
                      <a:pt x="3369" y="1441"/>
                      <a:pt x="3206" y="1494"/>
                    </a:cubicBezTo>
                    <a:cubicBezTo>
                      <a:pt x="2639" y="1698"/>
                      <a:pt x="2272" y="2022"/>
                      <a:pt x="1863" y="2456"/>
                    </a:cubicBezTo>
                    <a:cubicBezTo>
                      <a:pt x="1774" y="2551"/>
                      <a:pt x="1683" y="2644"/>
                      <a:pt x="1591" y="2737"/>
                    </a:cubicBezTo>
                    <a:cubicBezTo>
                      <a:pt x="1501" y="2828"/>
                      <a:pt x="1413" y="2920"/>
                      <a:pt x="1324" y="3011"/>
                    </a:cubicBezTo>
                    <a:cubicBezTo>
                      <a:pt x="1292" y="3044"/>
                      <a:pt x="1260" y="3077"/>
                      <a:pt x="1227" y="3111"/>
                    </a:cubicBezTo>
                    <a:cubicBezTo>
                      <a:pt x="1071" y="3278"/>
                      <a:pt x="960" y="3422"/>
                      <a:pt x="870" y="3633"/>
                    </a:cubicBezTo>
                    <a:cubicBezTo>
                      <a:pt x="789" y="3809"/>
                      <a:pt x="789" y="3809"/>
                      <a:pt x="693" y="3851"/>
                    </a:cubicBezTo>
                    <a:cubicBezTo>
                      <a:pt x="606" y="3860"/>
                      <a:pt x="529" y="3855"/>
                      <a:pt x="442" y="3845"/>
                    </a:cubicBezTo>
                    <a:cubicBezTo>
                      <a:pt x="413" y="3843"/>
                      <a:pt x="384" y="3841"/>
                      <a:pt x="355" y="3839"/>
                    </a:cubicBezTo>
                    <a:cubicBezTo>
                      <a:pt x="284" y="3834"/>
                      <a:pt x="213" y="3826"/>
                      <a:pt x="143" y="3819"/>
                    </a:cubicBezTo>
                    <a:cubicBezTo>
                      <a:pt x="0" y="2555"/>
                      <a:pt x="0" y="2555"/>
                      <a:pt x="143" y="2152"/>
                    </a:cubicBezTo>
                    <a:cubicBezTo>
                      <a:pt x="325" y="1962"/>
                      <a:pt x="549" y="1926"/>
                      <a:pt x="799" y="1872"/>
                    </a:cubicBezTo>
                    <a:cubicBezTo>
                      <a:pt x="941" y="1838"/>
                      <a:pt x="1058" y="1809"/>
                      <a:pt x="1184" y="1735"/>
                    </a:cubicBezTo>
                    <a:cubicBezTo>
                      <a:pt x="1266" y="1562"/>
                      <a:pt x="1276" y="1390"/>
                      <a:pt x="1289" y="1201"/>
                    </a:cubicBezTo>
                    <a:cubicBezTo>
                      <a:pt x="1312" y="854"/>
                      <a:pt x="1312" y="854"/>
                      <a:pt x="1393" y="694"/>
                    </a:cubicBezTo>
                    <a:cubicBezTo>
                      <a:pt x="1597" y="573"/>
                      <a:pt x="1822" y="555"/>
                      <a:pt x="2056" y="543"/>
                    </a:cubicBezTo>
                    <a:cubicBezTo>
                      <a:pt x="2191" y="535"/>
                      <a:pt x="2306" y="528"/>
                      <a:pt x="2434" y="485"/>
                    </a:cubicBezTo>
                    <a:cubicBezTo>
                      <a:pt x="2510" y="382"/>
                      <a:pt x="2551" y="282"/>
                      <a:pt x="2597" y="164"/>
                    </a:cubicBezTo>
                    <a:cubicBezTo>
                      <a:pt x="2643" y="69"/>
                      <a:pt x="2643" y="69"/>
                      <a:pt x="2778" y="6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250" name="ICON_A_EEG_WAVE_GRAPHIC_path_061"/>
              <p:cNvSpPr/>
              <p:nvPr/>
            </p:nvSpPr>
            <p:spPr>
              <a:xfrm>
                <a:off x="2674938" y="923336"/>
                <a:ext cx="48882" cy="45037"/>
              </a:xfrm>
              <a:custGeom>
                <a:avLst/>
                <a:gdLst/>
                <a:ahLst/>
                <a:cxnLst/>
                <a:rect l="0" t="0" r="r" b="b"/>
                <a:pathLst>
                  <a:path w="3849" h="3546" fill="norm" stroke="0">
                    <a:moveTo>
                      <a:pt x="3385" y="304"/>
                    </a:moveTo>
                    <a:cubicBezTo>
                      <a:pt x="3403" y="312"/>
                      <a:pt x="3403" y="312"/>
                      <a:pt x="3493" y="353"/>
                    </a:cubicBezTo>
                    <a:cubicBezTo>
                      <a:pt x="3640" y="449"/>
                      <a:pt x="3728" y="541"/>
                      <a:pt x="3771" y="716"/>
                    </a:cubicBezTo>
                    <a:cubicBezTo>
                      <a:pt x="3849" y="1236"/>
                      <a:pt x="3797" y="1776"/>
                      <a:pt x="3750" y="2296"/>
                    </a:cubicBezTo>
                    <a:cubicBezTo>
                      <a:pt x="3536" y="2321"/>
                      <a:pt x="3338" y="2335"/>
                      <a:pt x="3125" y="2296"/>
                    </a:cubicBezTo>
                    <a:cubicBezTo>
                      <a:pt x="3045" y="2193"/>
                      <a:pt x="3013" y="2097"/>
                      <a:pt x="2969" y="1974"/>
                    </a:cubicBezTo>
                    <a:cubicBezTo>
                      <a:pt x="2917" y="1880"/>
                      <a:pt x="2917" y="1880"/>
                      <a:pt x="2824" y="1841"/>
                    </a:cubicBezTo>
                    <a:cubicBezTo>
                      <a:pt x="2696" y="1832"/>
                      <a:pt x="2587" y="1844"/>
                      <a:pt x="2461" y="1867"/>
                    </a:cubicBezTo>
                    <a:cubicBezTo>
                      <a:pt x="2416" y="1875"/>
                      <a:pt x="2370" y="1882"/>
                      <a:pt x="2324" y="1891"/>
                    </a:cubicBezTo>
                    <a:cubicBezTo>
                      <a:pt x="1745" y="2050"/>
                      <a:pt x="1410" y="2574"/>
                      <a:pt x="1072" y="3038"/>
                    </a:cubicBezTo>
                    <a:cubicBezTo>
                      <a:pt x="1047" y="3071"/>
                      <a:pt x="1021" y="3104"/>
                      <a:pt x="996" y="3138"/>
                    </a:cubicBezTo>
                    <a:cubicBezTo>
                      <a:pt x="949" y="3200"/>
                      <a:pt x="903" y="3264"/>
                      <a:pt x="860" y="3329"/>
                    </a:cubicBezTo>
                    <a:cubicBezTo>
                      <a:pt x="794" y="3416"/>
                      <a:pt x="794" y="3416"/>
                      <a:pt x="625" y="3546"/>
                    </a:cubicBezTo>
                    <a:cubicBezTo>
                      <a:pt x="419" y="3546"/>
                      <a:pt x="212" y="3546"/>
                      <a:pt x="0" y="3546"/>
                    </a:cubicBezTo>
                    <a:cubicBezTo>
                      <a:pt x="0" y="3134"/>
                      <a:pt x="0" y="2721"/>
                      <a:pt x="0" y="2296"/>
                    </a:cubicBezTo>
                    <a:cubicBezTo>
                      <a:pt x="206" y="2296"/>
                      <a:pt x="412" y="2296"/>
                      <a:pt x="625" y="2296"/>
                    </a:cubicBezTo>
                    <a:cubicBezTo>
                      <a:pt x="618" y="2251"/>
                      <a:pt x="618" y="2251"/>
                      <a:pt x="583" y="2025"/>
                    </a:cubicBezTo>
                    <a:cubicBezTo>
                      <a:pt x="571" y="1812"/>
                      <a:pt x="610" y="1669"/>
                      <a:pt x="748" y="1506"/>
                    </a:cubicBezTo>
                    <a:cubicBezTo>
                      <a:pt x="890" y="1360"/>
                      <a:pt x="1044" y="1230"/>
                      <a:pt x="1202" y="1102"/>
                    </a:cubicBezTo>
                    <a:cubicBezTo>
                      <a:pt x="1301" y="1021"/>
                      <a:pt x="1396" y="938"/>
                      <a:pt x="1492" y="854"/>
                    </a:cubicBezTo>
                    <a:cubicBezTo>
                      <a:pt x="1982" y="435"/>
                      <a:pt x="2729" y="0"/>
                      <a:pt x="3385" y="304"/>
                    </a:cubicBezTo>
                    <a:close/>
                  </a:path>
                </a:pathLst>
              </a:custGeom>
              <a:solidFill>
                <a:srgbClr val="4378FA"/>
              </a:solidFill>
              <a:ln w="2646" cap="flat">
                <a:noFill/>
              </a:ln>
            </p:spPr>
          </p:sp>
          <p:sp>
            <p:nvSpPr>
              <p:cNvPr id="3251" name="ICON_A_EEG_WAVE_GRAPHIC_path_062"/>
              <p:cNvSpPr/>
              <p:nvPr/>
            </p:nvSpPr>
            <p:spPr>
              <a:xfrm>
                <a:off x="1639245" y="888349"/>
                <a:ext cx="21172" cy="72088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5676" fill="norm" stroke="0">
                    <a:moveTo>
                      <a:pt x="301" y="51"/>
                    </a:moveTo>
                    <a:cubicBezTo>
                      <a:pt x="830" y="0"/>
                      <a:pt x="830" y="0"/>
                      <a:pt x="1035" y="110"/>
                    </a:cubicBezTo>
                    <a:cubicBezTo>
                      <a:pt x="1129" y="198"/>
                      <a:pt x="1201" y="287"/>
                      <a:pt x="1275" y="393"/>
                    </a:cubicBezTo>
                    <a:cubicBezTo>
                      <a:pt x="1301" y="430"/>
                      <a:pt x="1327" y="467"/>
                      <a:pt x="1355" y="505"/>
                    </a:cubicBezTo>
                    <a:cubicBezTo>
                      <a:pt x="1667" y="995"/>
                      <a:pt x="1619" y="1524"/>
                      <a:pt x="1590" y="2082"/>
                    </a:cubicBezTo>
                    <a:cubicBezTo>
                      <a:pt x="1586" y="2189"/>
                      <a:pt x="1584" y="2296"/>
                      <a:pt x="1581" y="2402"/>
                    </a:cubicBezTo>
                    <a:cubicBezTo>
                      <a:pt x="1574" y="2661"/>
                      <a:pt x="1564" y="2918"/>
                      <a:pt x="1551" y="3176"/>
                    </a:cubicBezTo>
                    <a:cubicBezTo>
                      <a:pt x="1344" y="3176"/>
                      <a:pt x="1138" y="3176"/>
                      <a:pt x="926" y="3176"/>
                    </a:cubicBezTo>
                    <a:cubicBezTo>
                      <a:pt x="926" y="4001"/>
                      <a:pt x="926" y="4826"/>
                      <a:pt x="926" y="5676"/>
                    </a:cubicBezTo>
                    <a:cubicBezTo>
                      <a:pt x="92" y="5260"/>
                      <a:pt x="92" y="5260"/>
                      <a:pt x="0" y="5012"/>
                    </a:cubicBezTo>
                    <a:cubicBezTo>
                      <a:pt x="2" y="4877"/>
                      <a:pt x="2" y="4877"/>
                      <a:pt x="17" y="4734"/>
                    </a:cubicBezTo>
                    <a:cubicBezTo>
                      <a:pt x="18" y="4709"/>
                      <a:pt x="18" y="4709"/>
                      <a:pt x="23" y="4580"/>
                    </a:cubicBezTo>
                    <a:cubicBezTo>
                      <a:pt x="28" y="4441"/>
                      <a:pt x="38" y="4304"/>
                      <a:pt x="50" y="4166"/>
                    </a:cubicBezTo>
                    <a:cubicBezTo>
                      <a:pt x="61" y="4021"/>
                      <a:pt x="67" y="3876"/>
                      <a:pt x="74" y="3731"/>
                    </a:cubicBezTo>
                    <a:cubicBezTo>
                      <a:pt x="88" y="3457"/>
                      <a:pt x="106" y="3184"/>
                      <a:pt x="125" y="2910"/>
                    </a:cubicBezTo>
                    <a:cubicBezTo>
                      <a:pt x="147" y="2598"/>
                      <a:pt x="164" y="2286"/>
                      <a:pt x="181" y="1974"/>
                    </a:cubicBezTo>
                    <a:cubicBezTo>
                      <a:pt x="215" y="1333"/>
                      <a:pt x="256" y="692"/>
                      <a:pt x="301" y="51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52" name="ICON_A_EEG_WAVE_GRAPHIC_path_063"/>
              <p:cNvSpPr/>
              <p:nvPr/>
            </p:nvSpPr>
            <p:spPr>
              <a:xfrm>
                <a:off x="2157864" y="928173"/>
                <a:ext cx="19788" cy="64013"/>
              </a:xfrm>
              <a:custGeom>
                <a:avLst/>
                <a:gdLst/>
                <a:ahLst/>
                <a:cxnLst/>
                <a:rect l="0" t="0" r="r" b="b"/>
                <a:pathLst>
                  <a:path w="1558" h="5040" fill="norm" stroke="0">
                    <a:moveTo>
                      <a:pt x="982" y="22"/>
                    </a:moveTo>
                    <a:cubicBezTo>
                      <a:pt x="1140" y="58"/>
                      <a:pt x="1236" y="125"/>
                      <a:pt x="1339" y="249"/>
                    </a:cubicBezTo>
                    <a:cubicBezTo>
                      <a:pt x="1473" y="513"/>
                      <a:pt x="1477" y="818"/>
                      <a:pt x="1496" y="1108"/>
                    </a:cubicBezTo>
                    <a:cubicBezTo>
                      <a:pt x="1503" y="1193"/>
                      <a:pt x="1510" y="1277"/>
                      <a:pt x="1518" y="1362"/>
                    </a:cubicBezTo>
                    <a:cubicBezTo>
                      <a:pt x="1558" y="1894"/>
                      <a:pt x="1552" y="2415"/>
                      <a:pt x="1483" y="2944"/>
                    </a:cubicBezTo>
                    <a:cubicBezTo>
                      <a:pt x="1479" y="2974"/>
                      <a:pt x="1476" y="3004"/>
                      <a:pt x="1472" y="3034"/>
                    </a:cubicBezTo>
                    <a:cubicBezTo>
                      <a:pt x="1423" y="3423"/>
                      <a:pt x="1320" y="3630"/>
                      <a:pt x="1019" y="3894"/>
                    </a:cubicBezTo>
                    <a:cubicBezTo>
                      <a:pt x="847" y="4081"/>
                      <a:pt x="827" y="4301"/>
                      <a:pt x="792" y="4546"/>
                    </a:cubicBezTo>
                    <a:cubicBezTo>
                      <a:pt x="789" y="4570"/>
                      <a:pt x="789" y="4570"/>
                      <a:pt x="768" y="4691"/>
                    </a:cubicBezTo>
                    <a:cubicBezTo>
                      <a:pt x="749" y="4807"/>
                      <a:pt x="731" y="4924"/>
                      <a:pt x="714" y="5040"/>
                    </a:cubicBezTo>
                    <a:cubicBezTo>
                      <a:pt x="508" y="5040"/>
                      <a:pt x="302" y="5040"/>
                      <a:pt x="89" y="5040"/>
                    </a:cubicBezTo>
                    <a:cubicBezTo>
                      <a:pt x="75" y="4512"/>
                      <a:pt x="64" y="3983"/>
                      <a:pt x="57" y="3454"/>
                    </a:cubicBezTo>
                    <a:cubicBezTo>
                      <a:pt x="54" y="3208"/>
                      <a:pt x="49" y="2962"/>
                      <a:pt x="42" y="2717"/>
                    </a:cubicBezTo>
                    <a:cubicBezTo>
                      <a:pt x="35" y="2479"/>
                      <a:pt x="32" y="2241"/>
                      <a:pt x="30" y="2004"/>
                    </a:cubicBezTo>
                    <a:cubicBezTo>
                      <a:pt x="29" y="1914"/>
                      <a:pt x="27" y="1824"/>
                      <a:pt x="23" y="1734"/>
                    </a:cubicBezTo>
                    <a:cubicBezTo>
                      <a:pt x="0" y="1090"/>
                      <a:pt x="132" y="689"/>
                      <a:pt x="546" y="188"/>
                    </a:cubicBezTo>
                    <a:cubicBezTo>
                      <a:pt x="686" y="45"/>
                      <a:pt x="782" y="0"/>
                      <a:pt x="982" y="22"/>
                    </a:cubicBezTo>
                    <a:close/>
                  </a:path>
                </a:pathLst>
              </a:custGeom>
              <a:solidFill>
                <a:srgbClr val="4579FA"/>
              </a:solidFill>
              <a:ln w="2646" cap="flat">
                <a:noFill/>
              </a:ln>
            </p:spPr>
          </p:sp>
          <p:sp>
            <p:nvSpPr>
              <p:cNvPr id="3253" name="ICON_A_EEG_WAVE_GRAPHIC_path_064"/>
              <p:cNvSpPr/>
              <p:nvPr/>
            </p:nvSpPr>
            <p:spPr>
              <a:xfrm>
                <a:off x="2777460" y="920132"/>
                <a:ext cx="17661" cy="72758"/>
              </a:xfrm>
              <a:custGeom>
                <a:avLst/>
                <a:gdLst/>
                <a:ahLst/>
                <a:cxnLst/>
                <a:rect l="0" t="0" r="r" b="b"/>
                <a:pathLst>
                  <a:path w="1391" h="5729" fill="norm" stroke="0">
                    <a:moveTo>
                      <a:pt x="795" y="140"/>
                    </a:moveTo>
                    <a:cubicBezTo>
                      <a:pt x="843" y="151"/>
                      <a:pt x="892" y="161"/>
                      <a:pt x="942" y="173"/>
                    </a:cubicBezTo>
                    <a:cubicBezTo>
                      <a:pt x="1063" y="200"/>
                      <a:pt x="1182" y="228"/>
                      <a:pt x="1302" y="257"/>
                    </a:cubicBezTo>
                    <a:cubicBezTo>
                      <a:pt x="1317" y="840"/>
                      <a:pt x="1328" y="1423"/>
                      <a:pt x="1335" y="2007"/>
                    </a:cubicBezTo>
                    <a:cubicBezTo>
                      <a:pt x="1338" y="2278"/>
                      <a:pt x="1342" y="2548"/>
                      <a:pt x="1350" y="2819"/>
                    </a:cubicBezTo>
                    <a:cubicBezTo>
                      <a:pt x="1356" y="3081"/>
                      <a:pt x="1360" y="3343"/>
                      <a:pt x="1362" y="3605"/>
                    </a:cubicBezTo>
                    <a:cubicBezTo>
                      <a:pt x="1363" y="3705"/>
                      <a:pt x="1365" y="3804"/>
                      <a:pt x="1369" y="3903"/>
                    </a:cubicBezTo>
                    <a:cubicBezTo>
                      <a:pt x="1391" y="4575"/>
                      <a:pt x="1285" y="5004"/>
                      <a:pt x="846" y="5524"/>
                    </a:cubicBezTo>
                    <a:cubicBezTo>
                      <a:pt x="708" y="5665"/>
                      <a:pt x="602" y="5715"/>
                      <a:pt x="407" y="5729"/>
                    </a:cubicBezTo>
                    <a:cubicBezTo>
                      <a:pt x="283" y="5724"/>
                      <a:pt x="172" y="5704"/>
                      <a:pt x="52" y="5674"/>
                    </a:cubicBezTo>
                    <a:cubicBezTo>
                      <a:pt x="41" y="5574"/>
                      <a:pt x="33" y="5475"/>
                      <a:pt x="26" y="5374"/>
                    </a:cubicBezTo>
                    <a:cubicBezTo>
                      <a:pt x="23" y="5346"/>
                      <a:pt x="19" y="5318"/>
                      <a:pt x="16" y="5289"/>
                    </a:cubicBezTo>
                    <a:cubicBezTo>
                      <a:pt x="11" y="5194"/>
                      <a:pt x="14" y="5137"/>
                      <a:pt x="52" y="5049"/>
                    </a:cubicBezTo>
                    <a:cubicBezTo>
                      <a:pt x="146" y="5009"/>
                      <a:pt x="146" y="5009"/>
                      <a:pt x="260" y="4972"/>
                    </a:cubicBezTo>
                    <a:cubicBezTo>
                      <a:pt x="374" y="4919"/>
                      <a:pt x="374" y="4919"/>
                      <a:pt x="469" y="4840"/>
                    </a:cubicBezTo>
                    <a:cubicBezTo>
                      <a:pt x="535" y="4641"/>
                      <a:pt x="528" y="4442"/>
                      <a:pt x="524" y="4235"/>
                    </a:cubicBezTo>
                    <a:cubicBezTo>
                      <a:pt x="525" y="4175"/>
                      <a:pt x="525" y="4115"/>
                      <a:pt x="526" y="4055"/>
                    </a:cubicBezTo>
                    <a:cubicBezTo>
                      <a:pt x="526" y="3930"/>
                      <a:pt x="525" y="3804"/>
                      <a:pt x="523" y="3679"/>
                    </a:cubicBezTo>
                    <a:cubicBezTo>
                      <a:pt x="521" y="3518"/>
                      <a:pt x="522" y="3358"/>
                      <a:pt x="525" y="3198"/>
                    </a:cubicBezTo>
                    <a:cubicBezTo>
                      <a:pt x="526" y="3074"/>
                      <a:pt x="526" y="2950"/>
                      <a:pt x="525" y="2827"/>
                    </a:cubicBezTo>
                    <a:cubicBezTo>
                      <a:pt x="525" y="2767"/>
                      <a:pt x="525" y="2708"/>
                      <a:pt x="526" y="2649"/>
                    </a:cubicBezTo>
                    <a:cubicBezTo>
                      <a:pt x="528" y="2470"/>
                      <a:pt x="526" y="2304"/>
                      <a:pt x="469" y="2132"/>
                    </a:cubicBezTo>
                    <a:cubicBezTo>
                      <a:pt x="365" y="2055"/>
                      <a:pt x="268" y="2016"/>
                      <a:pt x="146" y="1972"/>
                    </a:cubicBezTo>
                    <a:cubicBezTo>
                      <a:pt x="52" y="1924"/>
                      <a:pt x="52" y="1924"/>
                      <a:pt x="14" y="1844"/>
                    </a:cubicBezTo>
                    <a:cubicBezTo>
                      <a:pt x="1" y="1743"/>
                      <a:pt x="0" y="1648"/>
                      <a:pt x="4" y="1546"/>
                    </a:cubicBezTo>
                    <a:cubicBezTo>
                      <a:pt x="4" y="1510"/>
                      <a:pt x="5" y="1474"/>
                      <a:pt x="5" y="1436"/>
                    </a:cubicBezTo>
                    <a:cubicBezTo>
                      <a:pt x="5" y="1360"/>
                      <a:pt x="7" y="1284"/>
                      <a:pt x="10" y="1207"/>
                    </a:cubicBezTo>
                    <a:cubicBezTo>
                      <a:pt x="13" y="1091"/>
                      <a:pt x="14" y="974"/>
                      <a:pt x="14" y="858"/>
                    </a:cubicBezTo>
                    <a:cubicBezTo>
                      <a:pt x="15" y="783"/>
                      <a:pt x="16" y="709"/>
                      <a:pt x="17" y="635"/>
                    </a:cubicBezTo>
                    <a:cubicBezTo>
                      <a:pt x="18" y="600"/>
                      <a:pt x="18" y="565"/>
                      <a:pt x="18" y="529"/>
                    </a:cubicBezTo>
                    <a:cubicBezTo>
                      <a:pt x="19" y="497"/>
                      <a:pt x="21" y="464"/>
                      <a:pt x="22" y="430"/>
                    </a:cubicBezTo>
                    <a:cubicBezTo>
                      <a:pt x="23" y="402"/>
                      <a:pt x="24" y="373"/>
                      <a:pt x="25" y="344"/>
                    </a:cubicBezTo>
                    <a:cubicBezTo>
                      <a:pt x="58" y="239"/>
                      <a:pt x="101" y="159"/>
                      <a:pt x="182" y="83"/>
                    </a:cubicBezTo>
                    <a:cubicBezTo>
                      <a:pt x="371" y="0"/>
                      <a:pt x="603" y="93"/>
                      <a:pt x="795" y="140"/>
                    </a:cubicBezTo>
                    <a:close/>
                  </a:path>
                </a:pathLst>
              </a:custGeom>
              <a:solidFill>
                <a:srgbClr val="AA8DD2"/>
              </a:solidFill>
              <a:ln w="2646" cap="flat">
                <a:noFill/>
              </a:ln>
            </p:spPr>
          </p:sp>
          <p:sp>
            <p:nvSpPr>
              <p:cNvPr id="3254" name="ICON_A_EEG_WAVE_GRAPHIC_path_065"/>
              <p:cNvSpPr/>
              <p:nvPr/>
            </p:nvSpPr>
            <p:spPr>
              <a:xfrm>
                <a:off x="2139834" y="873125"/>
                <a:ext cx="19368" cy="79375"/>
              </a:xfrm>
              <a:custGeom>
                <a:avLst/>
                <a:gdLst/>
                <a:ahLst/>
                <a:cxnLst/>
                <a:rect l="0" t="0" r="r" b="b"/>
                <a:pathLst>
                  <a:path w="1525" h="6250" fill="norm" stroke="0">
                    <a:moveTo>
                      <a:pt x="259" y="0"/>
                    </a:moveTo>
                    <a:cubicBezTo>
                      <a:pt x="465" y="0"/>
                      <a:pt x="672" y="0"/>
                      <a:pt x="884" y="0"/>
                    </a:cubicBezTo>
                    <a:cubicBezTo>
                      <a:pt x="888" y="67"/>
                      <a:pt x="892" y="134"/>
                      <a:pt x="897" y="204"/>
                    </a:cubicBezTo>
                    <a:cubicBezTo>
                      <a:pt x="911" y="427"/>
                      <a:pt x="927" y="651"/>
                      <a:pt x="944" y="875"/>
                    </a:cubicBezTo>
                    <a:cubicBezTo>
                      <a:pt x="954" y="1010"/>
                      <a:pt x="964" y="1146"/>
                      <a:pt x="972" y="1281"/>
                    </a:cubicBezTo>
                    <a:cubicBezTo>
                      <a:pt x="981" y="1438"/>
                      <a:pt x="994" y="1594"/>
                      <a:pt x="1006" y="1750"/>
                    </a:cubicBezTo>
                    <a:cubicBezTo>
                      <a:pt x="1009" y="1798"/>
                      <a:pt x="1011" y="1846"/>
                      <a:pt x="1014" y="1895"/>
                    </a:cubicBezTo>
                    <a:cubicBezTo>
                      <a:pt x="1039" y="2172"/>
                      <a:pt x="1098" y="2330"/>
                      <a:pt x="1306" y="2517"/>
                    </a:cubicBezTo>
                    <a:cubicBezTo>
                      <a:pt x="1344" y="2548"/>
                      <a:pt x="1382" y="2579"/>
                      <a:pt x="1421" y="2611"/>
                    </a:cubicBezTo>
                    <a:cubicBezTo>
                      <a:pt x="1509" y="2708"/>
                      <a:pt x="1509" y="2708"/>
                      <a:pt x="1525" y="2843"/>
                    </a:cubicBezTo>
                    <a:cubicBezTo>
                      <a:pt x="1510" y="2981"/>
                      <a:pt x="1481" y="3108"/>
                      <a:pt x="1444" y="3242"/>
                    </a:cubicBezTo>
                    <a:cubicBezTo>
                      <a:pt x="1439" y="3265"/>
                      <a:pt x="1439" y="3265"/>
                      <a:pt x="1414" y="3382"/>
                    </a:cubicBezTo>
                    <a:cubicBezTo>
                      <a:pt x="1332" y="3725"/>
                      <a:pt x="1332" y="3725"/>
                      <a:pt x="1196" y="3836"/>
                    </a:cubicBezTo>
                    <a:cubicBezTo>
                      <a:pt x="1021" y="4000"/>
                      <a:pt x="1042" y="4256"/>
                      <a:pt x="1027" y="4480"/>
                    </a:cubicBezTo>
                    <a:cubicBezTo>
                      <a:pt x="1022" y="4531"/>
                      <a:pt x="1018" y="4581"/>
                      <a:pt x="1014" y="4633"/>
                    </a:cubicBezTo>
                    <a:cubicBezTo>
                      <a:pt x="1002" y="4767"/>
                      <a:pt x="992" y="4901"/>
                      <a:pt x="982" y="5035"/>
                    </a:cubicBezTo>
                    <a:cubicBezTo>
                      <a:pt x="971" y="5172"/>
                      <a:pt x="960" y="5309"/>
                      <a:pt x="948" y="5446"/>
                    </a:cubicBezTo>
                    <a:cubicBezTo>
                      <a:pt x="926" y="5714"/>
                      <a:pt x="905" y="5982"/>
                      <a:pt x="884" y="6250"/>
                    </a:cubicBezTo>
                    <a:cubicBezTo>
                      <a:pt x="678" y="6250"/>
                      <a:pt x="472" y="6250"/>
                      <a:pt x="259" y="6250"/>
                    </a:cubicBezTo>
                    <a:cubicBezTo>
                      <a:pt x="260" y="6201"/>
                      <a:pt x="260" y="6201"/>
                      <a:pt x="266" y="5953"/>
                    </a:cubicBezTo>
                    <a:cubicBezTo>
                      <a:pt x="268" y="5856"/>
                      <a:pt x="269" y="5759"/>
                      <a:pt x="271" y="5661"/>
                    </a:cubicBezTo>
                    <a:cubicBezTo>
                      <a:pt x="272" y="5595"/>
                      <a:pt x="273" y="5528"/>
                      <a:pt x="275" y="5462"/>
                    </a:cubicBezTo>
                    <a:cubicBezTo>
                      <a:pt x="278" y="5365"/>
                      <a:pt x="279" y="5269"/>
                      <a:pt x="280" y="5172"/>
                    </a:cubicBezTo>
                    <a:cubicBezTo>
                      <a:pt x="281" y="5143"/>
                      <a:pt x="282" y="5114"/>
                      <a:pt x="283" y="5085"/>
                    </a:cubicBezTo>
                    <a:cubicBezTo>
                      <a:pt x="283" y="4902"/>
                      <a:pt x="250" y="4761"/>
                      <a:pt x="182" y="4592"/>
                    </a:cubicBezTo>
                    <a:cubicBezTo>
                      <a:pt x="0" y="4129"/>
                      <a:pt x="45" y="3683"/>
                      <a:pt x="76" y="3194"/>
                    </a:cubicBezTo>
                    <a:cubicBezTo>
                      <a:pt x="81" y="3102"/>
                      <a:pt x="86" y="3009"/>
                      <a:pt x="91" y="2917"/>
                    </a:cubicBezTo>
                    <a:cubicBezTo>
                      <a:pt x="104" y="2675"/>
                      <a:pt x="118" y="2434"/>
                      <a:pt x="133" y="2192"/>
                    </a:cubicBezTo>
                    <a:cubicBezTo>
                      <a:pt x="148" y="1945"/>
                      <a:pt x="161" y="1698"/>
                      <a:pt x="175" y="1451"/>
                    </a:cubicBezTo>
                    <a:cubicBezTo>
                      <a:pt x="202" y="967"/>
                      <a:pt x="230" y="484"/>
                      <a:pt x="259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55" name="ICON_A_EEG_WAVE_GRAPHIC_path_066"/>
              <p:cNvSpPr/>
              <p:nvPr/>
            </p:nvSpPr>
            <p:spPr>
              <a:xfrm>
                <a:off x="2711979" y="1403678"/>
                <a:ext cx="26458" cy="57359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4516" fill="norm" stroke="0">
                    <a:moveTo>
                      <a:pt x="2083" y="99"/>
                    </a:moveTo>
                    <a:cubicBezTo>
                      <a:pt x="2083" y="1130"/>
                      <a:pt x="2083" y="2162"/>
                      <a:pt x="2083" y="3224"/>
                    </a:cubicBezTo>
                    <a:cubicBezTo>
                      <a:pt x="1877" y="3224"/>
                      <a:pt x="1671" y="3224"/>
                      <a:pt x="1458" y="3224"/>
                    </a:cubicBezTo>
                    <a:cubicBezTo>
                      <a:pt x="1338" y="3371"/>
                      <a:pt x="1296" y="3444"/>
                      <a:pt x="1237" y="3615"/>
                    </a:cubicBezTo>
                    <a:cubicBezTo>
                      <a:pt x="1204" y="3691"/>
                      <a:pt x="1171" y="3768"/>
                      <a:pt x="1138" y="3844"/>
                    </a:cubicBezTo>
                    <a:cubicBezTo>
                      <a:pt x="1122" y="3881"/>
                      <a:pt x="1106" y="3918"/>
                      <a:pt x="1089" y="3956"/>
                    </a:cubicBezTo>
                    <a:cubicBezTo>
                      <a:pt x="984" y="4179"/>
                      <a:pt x="846" y="4357"/>
                      <a:pt x="625" y="4474"/>
                    </a:cubicBezTo>
                    <a:cubicBezTo>
                      <a:pt x="416" y="4516"/>
                      <a:pt x="210" y="4499"/>
                      <a:pt x="0" y="4474"/>
                    </a:cubicBezTo>
                    <a:cubicBezTo>
                      <a:pt x="58" y="4334"/>
                      <a:pt x="120" y="4196"/>
                      <a:pt x="182" y="4057"/>
                    </a:cubicBezTo>
                    <a:cubicBezTo>
                      <a:pt x="199" y="4018"/>
                      <a:pt x="215" y="3978"/>
                      <a:pt x="232" y="3937"/>
                    </a:cubicBezTo>
                    <a:cubicBezTo>
                      <a:pt x="241" y="3918"/>
                      <a:pt x="241" y="3918"/>
                      <a:pt x="285" y="3823"/>
                    </a:cubicBezTo>
                    <a:cubicBezTo>
                      <a:pt x="300" y="3788"/>
                      <a:pt x="315" y="3753"/>
                      <a:pt x="331" y="3717"/>
                    </a:cubicBezTo>
                    <a:cubicBezTo>
                      <a:pt x="459" y="3603"/>
                      <a:pt x="581" y="3627"/>
                      <a:pt x="747" y="3634"/>
                    </a:cubicBezTo>
                    <a:cubicBezTo>
                      <a:pt x="761" y="3635"/>
                      <a:pt x="761" y="3635"/>
                      <a:pt x="833" y="3641"/>
                    </a:cubicBezTo>
                    <a:cubicBezTo>
                      <a:pt x="832" y="3609"/>
                      <a:pt x="831" y="3577"/>
                      <a:pt x="829" y="3544"/>
                    </a:cubicBezTo>
                    <a:cubicBezTo>
                      <a:pt x="816" y="3237"/>
                      <a:pt x="807" y="2931"/>
                      <a:pt x="801" y="2625"/>
                    </a:cubicBezTo>
                    <a:cubicBezTo>
                      <a:pt x="798" y="2467"/>
                      <a:pt x="793" y="2310"/>
                      <a:pt x="786" y="2152"/>
                    </a:cubicBezTo>
                    <a:cubicBezTo>
                      <a:pt x="733" y="948"/>
                      <a:pt x="733" y="948"/>
                      <a:pt x="1109" y="428"/>
                    </a:cubicBezTo>
                    <a:cubicBezTo>
                      <a:pt x="1121" y="411"/>
                      <a:pt x="1121" y="411"/>
                      <a:pt x="1183" y="324"/>
                    </a:cubicBezTo>
                    <a:cubicBezTo>
                      <a:pt x="1461" y="0"/>
                      <a:pt x="1601" y="99"/>
                      <a:pt x="2083" y="99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256" name="ICON_A_EEG_WAVE_GRAPHIC_path_067"/>
              <p:cNvSpPr/>
              <p:nvPr/>
            </p:nvSpPr>
            <p:spPr>
              <a:xfrm>
                <a:off x="2270125" y="1230312"/>
                <a:ext cx="15875" cy="79375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6250" fill="norm" stroke="0">
                    <a:moveTo>
                      <a:pt x="625" y="0"/>
                    </a:moveTo>
                    <a:cubicBezTo>
                      <a:pt x="831" y="0"/>
                      <a:pt x="1037" y="0"/>
                      <a:pt x="1250" y="0"/>
                    </a:cubicBezTo>
                    <a:cubicBezTo>
                      <a:pt x="1250" y="2062"/>
                      <a:pt x="1250" y="4125"/>
                      <a:pt x="1250" y="6250"/>
                    </a:cubicBezTo>
                    <a:cubicBezTo>
                      <a:pt x="1044" y="6250"/>
                      <a:pt x="838" y="6250"/>
                      <a:pt x="625" y="6250"/>
                    </a:cubicBezTo>
                    <a:cubicBezTo>
                      <a:pt x="621" y="6182"/>
                      <a:pt x="617" y="6113"/>
                      <a:pt x="613" y="6043"/>
                    </a:cubicBezTo>
                    <a:cubicBezTo>
                      <a:pt x="598" y="5817"/>
                      <a:pt x="582" y="5590"/>
                      <a:pt x="565" y="5364"/>
                    </a:cubicBezTo>
                    <a:cubicBezTo>
                      <a:pt x="555" y="5227"/>
                      <a:pt x="545" y="5090"/>
                      <a:pt x="537" y="4953"/>
                    </a:cubicBezTo>
                    <a:cubicBezTo>
                      <a:pt x="528" y="4795"/>
                      <a:pt x="515" y="4638"/>
                      <a:pt x="503" y="4480"/>
                    </a:cubicBezTo>
                    <a:cubicBezTo>
                      <a:pt x="501" y="4431"/>
                      <a:pt x="498" y="4382"/>
                      <a:pt x="496" y="4331"/>
                    </a:cubicBezTo>
                    <a:cubicBezTo>
                      <a:pt x="483" y="4194"/>
                      <a:pt x="470" y="4085"/>
                      <a:pt x="417" y="3958"/>
                    </a:cubicBezTo>
                    <a:cubicBezTo>
                      <a:pt x="288" y="3855"/>
                      <a:pt x="157" y="3799"/>
                      <a:pt x="0" y="3750"/>
                    </a:cubicBezTo>
                    <a:cubicBezTo>
                      <a:pt x="14" y="3729"/>
                      <a:pt x="14" y="3729"/>
                      <a:pt x="87" y="3621"/>
                    </a:cubicBezTo>
                    <a:cubicBezTo>
                      <a:pt x="493" y="2954"/>
                      <a:pt x="506" y="2266"/>
                      <a:pt x="542" y="1507"/>
                    </a:cubicBezTo>
                    <a:cubicBezTo>
                      <a:pt x="550" y="1337"/>
                      <a:pt x="561" y="1166"/>
                      <a:pt x="571" y="996"/>
                    </a:cubicBezTo>
                    <a:cubicBezTo>
                      <a:pt x="591" y="664"/>
                      <a:pt x="609" y="332"/>
                      <a:pt x="625" y="0"/>
                    </a:cubicBezTo>
                    <a:close/>
                  </a:path>
                </a:pathLst>
              </a:custGeom>
              <a:solidFill>
                <a:srgbClr val="E55CB0"/>
              </a:solidFill>
              <a:ln w="2646" cap="flat">
                <a:noFill/>
              </a:ln>
            </p:spPr>
          </p:sp>
          <p:sp>
            <p:nvSpPr>
              <p:cNvPr id="3257" name="ICON_A_EEG_WAVE_GRAPHIC_path_068"/>
              <p:cNvSpPr/>
              <p:nvPr/>
            </p:nvSpPr>
            <p:spPr>
              <a:xfrm>
                <a:off x="1933665" y="1435050"/>
                <a:ext cx="34835" cy="49263"/>
              </a:xfrm>
              <a:custGeom>
                <a:avLst/>
                <a:gdLst/>
                <a:ahLst/>
                <a:cxnLst/>
                <a:rect l="0" t="0" r="r" b="b"/>
                <a:pathLst>
                  <a:path w="2743" h="3879" fill="norm" stroke="0">
                    <a:moveTo>
                      <a:pt x="2743" y="129"/>
                    </a:moveTo>
                    <a:cubicBezTo>
                      <a:pt x="2743" y="541"/>
                      <a:pt x="2743" y="954"/>
                      <a:pt x="2743" y="1379"/>
                    </a:cubicBezTo>
                    <a:cubicBezTo>
                      <a:pt x="2537" y="1379"/>
                      <a:pt x="2330" y="1379"/>
                      <a:pt x="2118" y="1379"/>
                    </a:cubicBezTo>
                    <a:cubicBezTo>
                      <a:pt x="2123" y="1449"/>
                      <a:pt x="2127" y="1520"/>
                      <a:pt x="2132" y="1592"/>
                    </a:cubicBezTo>
                    <a:cubicBezTo>
                      <a:pt x="2169" y="2339"/>
                      <a:pt x="2169" y="2339"/>
                      <a:pt x="2040" y="2546"/>
                    </a:cubicBezTo>
                    <a:cubicBezTo>
                      <a:pt x="1968" y="2603"/>
                      <a:pt x="1896" y="2658"/>
                      <a:pt x="1822" y="2712"/>
                    </a:cubicBezTo>
                    <a:cubicBezTo>
                      <a:pt x="1626" y="2881"/>
                      <a:pt x="1556" y="3149"/>
                      <a:pt x="1467" y="3384"/>
                    </a:cubicBezTo>
                    <a:cubicBezTo>
                      <a:pt x="1458" y="3408"/>
                      <a:pt x="1458" y="3408"/>
                      <a:pt x="1412" y="3530"/>
                    </a:cubicBezTo>
                    <a:cubicBezTo>
                      <a:pt x="1369" y="3646"/>
                      <a:pt x="1326" y="3762"/>
                      <a:pt x="1285" y="3879"/>
                    </a:cubicBezTo>
                    <a:cubicBezTo>
                      <a:pt x="932" y="3869"/>
                      <a:pt x="553" y="3853"/>
                      <a:pt x="243" y="3671"/>
                    </a:cubicBezTo>
                    <a:cubicBezTo>
                      <a:pt x="23" y="3377"/>
                      <a:pt x="0" y="2984"/>
                      <a:pt x="35" y="2629"/>
                    </a:cubicBezTo>
                    <a:cubicBezTo>
                      <a:pt x="84" y="2394"/>
                      <a:pt x="188" y="2212"/>
                      <a:pt x="369" y="2054"/>
                    </a:cubicBezTo>
                    <a:cubicBezTo>
                      <a:pt x="523" y="1961"/>
                      <a:pt x="693" y="1950"/>
                      <a:pt x="868" y="1926"/>
                    </a:cubicBezTo>
                    <a:cubicBezTo>
                      <a:pt x="1022" y="1904"/>
                      <a:pt x="1151" y="1878"/>
                      <a:pt x="1285" y="1796"/>
                    </a:cubicBezTo>
                    <a:cubicBezTo>
                      <a:pt x="1478" y="1529"/>
                      <a:pt x="1557" y="1192"/>
                      <a:pt x="1657" y="882"/>
                    </a:cubicBezTo>
                    <a:cubicBezTo>
                      <a:pt x="1719" y="702"/>
                      <a:pt x="1798" y="540"/>
                      <a:pt x="1897" y="376"/>
                    </a:cubicBezTo>
                    <a:cubicBezTo>
                      <a:pt x="1910" y="351"/>
                      <a:pt x="1923" y="325"/>
                      <a:pt x="1936" y="298"/>
                    </a:cubicBezTo>
                    <a:cubicBezTo>
                      <a:pt x="2127" y="0"/>
                      <a:pt x="2375" y="129"/>
                      <a:pt x="2743" y="129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258" name="ICON_A_EEG_WAVE_GRAPHIC_path_069"/>
              <p:cNvSpPr/>
              <p:nvPr/>
            </p:nvSpPr>
            <p:spPr>
              <a:xfrm>
                <a:off x="2388439" y="889000"/>
                <a:ext cx="16624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1309" h="5000" fill="norm" stroke="0">
                    <a:moveTo>
                      <a:pt x="684" y="0"/>
                    </a:moveTo>
                    <a:cubicBezTo>
                      <a:pt x="890" y="0"/>
                      <a:pt x="1096" y="0"/>
                      <a:pt x="1309" y="0"/>
                    </a:cubicBezTo>
                    <a:cubicBezTo>
                      <a:pt x="1309" y="1650"/>
                      <a:pt x="1309" y="3300"/>
                      <a:pt x="1309" y="5000"/>
                    </a:cubicBezTo>
                    <a:cubicBezTo>
                      <a:pt x="684" y="4792"/>
                      <a:pt x="684" y="4792"/>
                      <a:pt x="600" y="4641"/>
                    </a:cubicBezTo>
                    <a:cubicBezTo>
                      <a:pt x="592" y="4556"/>
                      <a:pt x="592" y="4556"/>
                      <a:pt x="592" y="4467"/>
                    </a:cubicBezTo>
                    <a:cubicBezTo>
                      <a:pt x="589" y="4436"/>
                      <a:pt x="586" y="4405"/>
                      <a:pt x="584" y="4373"/>
                    </a:cubicBezTo>
                    <a:cubicBezTo>
                      <a:pt x="575" y="4274"/>
                      <a:pt x="571" y="4175"/>
                      <a:pt x="567" y="4075"/>
                    </a:cubicBezTo>
                    <a:cubicBezTo>
                      <a:pt x="532" y="3400"/>
                      <a:pt x="532" y="3400"/>
                      <a:pt x="379" y="3220"/>
                    </a:cubicBezTo>
                    <a:cubicBezTo>
                      <a:pt x="341" y="3188"/>
                      <a:pt x="304" y="3157"/>
                      <a:pt x="265" y="3124"/>
                    </a:cubicBezTo>
                    <a:cubicBezTo>
                      <a:pt x="93" y="2979"/>
                      <a:pt x="32" y="2884"/>
                      <a:pt x="9" y="2665"/>
                    </a:cubicBezTo>
                    <a:cubicBezTo>
                      <a:pt x="2" y="2538"/>
                      <a:pt x="1" y="2412"/>
                      <a:pt x="5" y="2285"/>
                    </a:cubicBezTo>
                    <a:cubicBezTo>
                      <a:pt x="7" y="2188"/>
                      <a:pt x="5" y="2091"/>
                      <a:pt x="2" y="1993"/>
                    </a:cubicBezTo>
                    <a:cubicBezTo>
                      <a:pt x="0" y="1535"/>
                      <a:pt x="0" y="1535"/>
                      <a:pt x="151" y="1339"/>
                    </a:cubicBezTo>
                    <a:cubicBezTo>
                      <a:pt x="225" y="1272"/>
                      <a:pt x="300" y="1207"/>
                      <a:pt x="376" y="1143"/>
                    </a:cubicBezTo>
                    <a:cubicBezTo>
                      <a:pt x="554" y="961"/>
                      <a:pt x="572" y="739"/>
                      <a:pt x="606" y="495"/>
                    </a:cubicBezTo>
                    <a:cubicBezTo>
                      <a:pt x="614" y="447"/>
                      <a:pt x="622" y="399"/>
                      <a:pt x="630" y="350"/>
                    </a:cubicBezTo>
                    <a:cubicBezTo>
                      <a:pt x="650" y="234"/>
                      <a:pt x="667" y="117"/>
                      <a:pt x="684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59" name="ICON_A_EEG_WAVE_GRAPHIC_path_070"/>
              <p:cNvSpPr/>
              <p:nvPr/>
            </p:nvSpPr>
            <p:spPr>
              <a:xfrm>
                <a:off x="2756043" y="936278"/>
                <a:ext cx="31041" cy="47972"/>
              </a:xfrm>
              <a:custGeom>
                <a:avLst/>
                <a:gdLst/>
                <a:ahLst/>
                <a:cxnLst/>
                <a:rect l="0" t="0" r="r" b="b"/>
                <a:pathLst>
                  <a:path w="2444" h="3777" fill="norm" stroke="0">
                    <a:moveTo>
                      <a:pt x="1114" y="27"/>
                    </a:moveTo>
                    <a:cubicBezTo>
                      <a:pt x="1114" y="234"/>
                      <a:pt x="1114" y="440"/>
                      <a:pt x="1114" y="652"/>
                    </a:cubicBezTo>
                    <a:cubicBezTo>
                      <a:pt x="1186" y="650"/>
                      <a:pt x="1259" y="648"/>
                      <a:pt x="1334" y="645"/>
                    </a:cubicBezTo>
                    <a:cubicBezTo>
                      <a:pt x="1430" y="643"/>
                      <a:pt x="1526" y="641"/>
                      <a:pt x="1622" y="639"/>
                    </a:cubicBezTo>
                    <a:cubicBezTo>
                      <a:pt x="1670" y="638"/>
                      <a:pt x="1718" y="636"/>
                      <a:pt x="1767" y="634"/>
                    </a:cubicBezTo>
                    <a:cubicBezTo>
                      <a:pt x="1813" y="633"/>
                      <a:pt x="1859" y="633"/>
                      <a:pt x="1907" y="632"/>
                    </a:cubicBezTo>
                    <a:cubicBezTo>
                      <a:pt x="1950" y="631"/>
                      <a:pt x="1992" y="630"/>
                      <a:pt x="2036" y="629"/>
                    </a:cubicBezTo>
                    <a:cubicBezTo>
                      <a:pt x="2201" y="661"/>
                      <a:pt x="2257" y="732"/>
                      <a:pt x="2364" y="861"/>
                    </a:cubicBezTo>
                    <a:cubicBezTo>
                      <a:pt x="2393" y="987"/>
                      <a:pt x="2393" y="987"/>
                      <a:pt x="2397" y="1130"/>
                    </a:cubicBezTo>
                    <a:cubicBezTo>
                      <a:pt x="2398" y="1143"/>
                      <a:pt x="2398" y="1143"/>
                      <a:pt x="2400" y="1209"/>
                    </a:cubicBezTo>
                    <a:cubicBezTo>
                      <a:pt x="2404" y="1295"/>
                      <a:pt x="2405" y="1380"/>
                      <a:pt x="2406" y="1466"/>
                    </a:cubicBezTo>
                    <a:cubicBezTo>
                      <a:pt x="2407" y="1526"/>
                      <a:pt x="2409" y="1586"/>
                      <a:pt x="2410" y="1646"/>
                    </a:cubicBezTo>
                    <a:cubicBezTo>
                      <a:pt x="2412" y="1771"/>
                      <a:pt x="2413" y="1897"/>
                      <a:pt x="2414" y="2022"/>
                    </a:cubicBezTo>
                    <a:cubicBezTo>
                      <a:pt x="2415" y="2183"/>
                      <a:pt x="2420" y="2343"/>
                      <a:pt x="2426" y="2503"/>
                    </a:cubicBezTo>
                    <a:cubicBezTo>
                      <a:pt x="2430" y="2627"/>
                      <a:pt x="2431" y="2751"/>
                      <a:pt x="2431" y="2874"/>
                    </a:cubicBezTo>
                    <a:cubicBezTo>
                      <a:pt x="2432" y="2934"/>
                      <a:pt x="2434" y="2993"/>
                      <a:pt x="2436" y="3052"/>
                    </a:cubicBezTo>
                    <a:cubicBezTo>
                      <a:pt x="2444" y="3237"/>
                      <a:pt x="2444" y="3398"/>
                      <a:pt x="2364" y="3569"/>
                    </a:cubicBezTo>
                    <a:cubicBezTo>
                      <a:pt x="2181" y="3699"/>
                      <a:pt x="1955" y="3738"/>
                      <a:pt x="1739" y="3777"/>
                    </a:cubicBezTo>
                    <a:cubicBezTo>
                      <a:pt x="1734" y="3744"/>
                      <a:pt x="1730" y="3710"/>
                      <a:pt x="1725" y="3676"/>
                    </a:cubicBezTo>
                    <a:cubicBezTo>
                      <a:pt x="1705" y="3540"/>
                      <a:pt x="1683" y="3405"/>
                      <a:pt x="1661" y="3269"/>
                    </a:cubicBezTo>
                    <a:cubicBezTo>
                      <a:pt x="1657" y="3245"/>
                      <a:pt x="1657" y="3245"/>
                      <a:pt x="1641" y="3124"/>
                    </a:cubicBezTo>
                    <a:cubicBezTo>
                      <a:pt x="1617" y="2983"/>
                      <a:pt x="1592" y="2865"/>
                      <a:pt x="1530" y="2736"/>
                    </a:cubicBezTo>
                    <a:cubicBezTo>
                      <a:pt x="1430" y="2678"/>
                      <a:pt x="1430" y="2678"/>
                      <a:pt x="1316" y="2638"/>
                    </a:cubicBezTo>
                    <a:cubicBezTo>
                      <a:pt x="1204" y="2595"/>
                      <a:pt x="1204" y="2595"/>
                      <a:pt x="1114" y="2527"/>
                    </a:cubicBezTo>
                    <a:cubicBezTo>
                      <a:pt x="1059" y="2314"/>
                      <a:pt x="1074" y="2108"/>
                      <a:pt x="1088" y="1889"/>
                    </a:cubicBezTo>
                    <a:cubicBezTo>
                      <a:pt x="1090" y="1830"/>
                      <a:pt x="1092" y="1771"/>
                      <a:pt x="1093" y="1711"/>
                    </a:cubicBezTo>
                    <a:cubicBezTo>
                      <a:pt x="1098" y="1566"/>
                      <a:pt x="1106" y="1422"/>
                      <a:pt x="1114" y="1277"/>
                    </a:cubicBezTo>
                    <a:cubicBezTo>
                      <a:pt x="770" y="1277"/>
                      <a:pt x="426" y="1277"/>
                      <a:pt x="72" y="1277"/>
                    </a:cubicBezTo>
                    <a:cubicBezTo>
                      <a:pt x="0" y="772"/>
                      <a:pt x="0" y="772"/>
                      <a:pt x="127" y="561"/>
                    </a:cubicBezTo>
                    <a:cubicBezTo>
                      <a:pt x="199" y="468"/>
                      <a:pt x="276" y="385"/>
                      <a:pt x="359" y="301"/>
                    </a:cubicBezTo>
                    <a:cubicBezTo>
                      <a:pt x="385" y="273"/>
                      <a:pt x="411" y="246"/>
                      <a:pt x="438" y="218"/>
                    </a:cubicBezTo>
                    <a:cubicBezTo>
                      <a:pt x="660" y="12"/>
                      <a:pt x="816" y="0"/>
                      <a:pt x="1114" y="27"/>
                    </a:cubicBezTo>
                    <a:close/>
                  </a:path>
                </a:pathLst>
              </a:custGeom>
              <a:solidFill>
                <a:srgbClr val="4378FA"/>
              </a:solidFill>
              <a:ln w="2646" cap="flat">
                <a:noFill/>
              </a:ln>
            </p:spPr>
          </p:sp>
          <p:sp>
            <p:nvSpPr>
              <p:cNvPr id="3260" name="ICON_A_EEG_WAVE_GRAPHIC_path_071"/>
              <p:cNvSpPr/>
              <p:nvPr/>
            </p:nvSpPr>
            <p:spPr>
              <a:xfrm>
                <a:off x="1975379" y="1403787"/>
                <a:ext cx="25834" cy="64651"/>
              </a:xfrm>
              <a:custGeom>
                <a:avLst/>
                <a:gdLst/>
                <a:ahLst/>
                <a:cxnLst/>
                <a:rect l="0" t="0" r="r" b="b"/>
                <a:pathLst>
                  <a:path w="2034" h="5091" fill="norm" stroke="0">
                    <a:moveTo>
                      <a:pt x="1333" y="91"/>
                    </a:moveTo>
                    <a:cubicBezTo>
                      <a:pt x="1333" y="1328"/>
                      <a:pt x="1333" y="2566"/>
                      <a:pt x="1333" y="3841"/>
                    </a:cubicBezTo>
                    <a:cubicBezTo>
                      <a:pt x="1540" y="3841"/>
                      <a:pt x="1746" y="3841"/>
                      <a:pt x="1958" y="3841"/>
                    </a:cubicBezTo>
                    <a:cubicBezTo>
                      <a:pt x="2005" y="4165"/>
                      <a:pt x="2034" y="4379"/>
                      <a:pt x="1841" y="4654"/>
                    </a:cubicBezTo>
                    <a:cubicBezTo>
                      <a:pt x="1790" y="4714"/>
                      <a:pt x="1738" y="4773"/>
                      <a:pt x="1685" y="4830"/>
                    </a:cubicBezTo>
                    <a:cubicBezTo>
                      <a:pt x="1660" y="4859"/>
                      <a:pt x="1636" y="4888"/>
                      <a:pt x="1611" y="4918"/>
                    </a:cubicBezTo>
                    <a:cubicBezTo>
                      <a:pt x="1518" y="5009"/>
                      <a:pt x="1456" y="5048"/>
                      <a:pt x="1333" y="5091"/>
                    </a:cubicBezTo>
                    <a:cubicBezTo>
                      <a:pt x="1110" y="5076"/>
                      <a:pt x="884" y="5031"/>
                      <a:pt x="708" y="4882"/>
                    </a:cubicBezTo>
                    <a:cubicBezTo>
                      <a:pt x="588" y="4663"/>
                      <a:pt x="616" y="4383"/>
                      <a:pt x="616" y="4140"/>
                    </a:cubicBezTo>
                    <a:cubicBezTo>
                      <a:pt x="614" y="4066"/>
                      <a:pt x="611" y="3992"/>
                      <a:pt x="608" y="3918"/>
                    </a:cubicBezTo>
                    <a:cubicBezTo>
                      <a:pt x="600" y="3724"/>
                      <a:pt x="596" y="3530"/>
                      <a:pt x="593" y="3335"/>
                    </a:cubicBezTo>
                    <a:cubicBezTo>
                      <a:pt x="588" y="3024"/>
                      <a:pt x="580" y="2712"/>
                      <a:pt x="568" y="2401"/>
                    </a:cubicBezTo>
                    <a:cubicBezTo>
                      <a:pt x="564" y="2293"/>
                      <a:pt x="564" y="2184"/>
                      <a:pt x="563" y="2075"/>
                    </a:cubicBezTo>
                    <a:cubicBezTo>
                      <a:pt x="559" y="1892"/>
                      <a:pt x="550" y="1727"/>
                      <a:pt x="500" y="1549"/>
                    </a:cubicBezTo>
                    <a:cubicBezTo>
                      <a:pt x="395" y="1452"/>
                      <a:pt x="314" y="1414"/>
                      <a:pt x="178" y="1373"/>
                    </a:cubicBezTo>
                    <a:cubicBezTo>
                      <a:pt x="147" y="1362"/>
                      <a:pt x="116" y="1352"/>
                      <a:pt x="83" y="1341"/>
                    </a:cubicBezTo>
                    <a:cubicBezTo>
                      <a:pt x="0" y="1161"/>
                      <a:pt x="5" y="993"/>
                      <a:pt x="50" y="803"/>
                    </a:cubicBezTo>
                    <a:cubicBezTo>
                      <a:pt x="117" y="629"/>
                      <a:pt x="230" y="499"/>
                      <a:pt x="357" y="364"/>
                    </a:cubicBezTo>
                    <a:cubicBezTo>
                      <a:pt x="369" y="350"/>
                      <a:pt x="369" y="350"/>
                      <a:pt x="431" y="281"/>
                    </a:cubicBezTo>
                    <a:cubicBezTo>
                      <a:pt x="726" y="0"/>
                      <a:pt x="868" y="91"/>
                      <a:pt x="1333" y="91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261" name="ICON_A_EEG_WAVE_GRAPHIC_path_072"/>
              <p:cNvSpPr/>
              <p:nvPr/>
            </p:nvSpPr>
            <p:spPr>
              <a:xfrm>
                <a:off x="2046093" y="952107"/>
                <a:ext cx="34052" cy="48305"/>
              </a:xfrm>
              <a:custGeom>
                <a:avLst/>
                <a:gdLst/>
                <a:ahLst/>
                <a:cxnLst/>
                <a:rect l="0" t="0" r="r" b="b"/>
                <a:pathLst>
                  <a:path w="2681" h="3804" fill="norm" stroke="0">
                    <a:moveTo>
                      <a:pt x="1702" y="0"/>
                    </a:moveTo>
                    <a:cubicBezTo>
                      <a:pt x="1810" y="0"/>
                      <a:pt x="1909" y="9"/>
                      <a:pt x="2015" y="31"/>
                    </a:cubicBezTo>
                    <a:cubicBezTo>
                      <a:pt x="2019" y="61"/>
                      <a:pt x="2024" y="92"/>
                      <a:pt x="2028" y="123"/>
                    </a:cubicBezTo>
                    <a:cubicBezTo>
                      <a:pt x="2048" y="262"/>
                      <a:pt x="2071" y="400"/>
                      <a:pt x="2093" y="539"/>
                    </a:cubicBezTo>
                    <a:cubicBezTo>
                      <a:pt x="2100" y="587"/>
                      <a:pt x="2106" y="635"/>
                      <a:pt x="2113" y="684"/>
                    </a:cubicBezTo>
                    <a:cubicBezTo>
                      <a:pt x="2137" y="825"/>
                      <a:pt x="2162" y="943"/>
                      <a:pt x="2224" y="1073"/>
                    </a:cubicBezTo>
                    <a:cubicBezTo>
                      <a:pt x="2329" y="1145"/>
                      <a:pt x="2431" y="1187"/>
                      <a:pt x="2550" y="1233"/>
                    </a:cubicBezTo>
                    <a:cubicBezTo>
                      <a:pt x="2640" y="1281"/>
                      <a:pt x="2640" y="1281"/>
                      <a:pt x="2674" y="1355"/>
                    </a:cubicBezTo>
                    <a:cubicBezTo>
                      <a:pt x="2681" y="1442"/>
                      <a:pt x="2677" y="1520"/>
                      <a:pt x="2666" y="1606"/>
                    </a:cubicBezTo>
                    <a:cubicBezTo>
                      <a:pt x="2665" y="1621"/>
                      <a:pt x="2665" y="1621"/>
                      <a:pt x="2661" y="1694"/>
                    </a:cubicBezTo>
                    <a:cubicBezTo>
                      <a:pt x="2656" y="1765"/>
                      <a:pt x="2648" y="1835"/>
                      <a:pt x="2640" y="1906"/>
                    </a:cubicBezTo>
                    <a:cubicBezTo>
                      <a:pt x="2224" y="1698"/>
                      <a:pt x="1807" y="1489"/>
                      <a:pt x="1390" y="1281"/>
                    </a:cubicBezTo>
                    <a:cubicBezTo>
                      <a:pt x="1394" y="1327"/>
                      <a:pt x="1397" y="1373"/>
                      <a:pt x="1400" y="1421"/>
                    </a:cubicBezTo>
                    <a:cubicBezTo>
                      <a:pt x="1500" y="2965"/>
                      <a:pt x="1500" y="2965"/>
                      <a:pt x="1117" y="3468"/>
                    </a:cubicBezTo>
                    <a:cubicBezTo>
                      <a:pt x="1092" y="3502"/>
                      <a:pt x="1068" y="3535"/>
                      <a:pt x="1042" y="3569"/>
                    </a:cubicBezTo>
                    <a:cubicBezTo>
                      <a:pt x="910" y="3716"/>
                      <a:pt x="801" y="3785"/>
                      <a:pt x="604" y="3800"/>
                    </a:cubicBezTo>
                    <a:cubicBezTo>
                      <a:pt x="448" y="3804"/>
                      <a:pt x="295" y="3795"/>
                      <a:pt x="140" y="3781"/>
                    </a:cubicBezTo>
                    <a:cubicBezTo>
                      <a:pt x="116" y="3490"/>
                      <a:pt x="97" y="3198"/>
                      <a:pt x="86" y="2906"/>
                    </a:cubicBezTo>
                    <a:cubicBezTo>
                      <a:pt x="81" y="2770"/>
                      <a:pt x="74" y="2635"/>
                      <a:pt x="62" y="2500"/>
                    </a:cubicBezTo>
                    <a:cubicBezTo>
                      <a:pt x="0" y="1777"/>
                      <a:pt x="0" y="1777"/>
                      <a:pt x="140" y="1489"/>
                    </a:cubicBezTo>
                    <a:cubicBezTo>
                      <a:pt x="370" y="1302"/>
                      <a:pt x="656" y="1239"/>
                      <a:pt x="936" y="1159"/>
                    </a:cubicBezTo>
                    <a:cubicBezTo>
                      <a:pt x="1207" y="1077"/>
                      <a:pt x="1207" y="1077"/>
                      <a:pt x="1300" y="945"/>
                    </a:cubicBezTo>
                    <a:cubicBezTo>
                      <a:pt x="1360" y="805"/>
                      <a:pt x="1399" y="675"/>
                      <a:pt x="1429" y="526"/>
                    </a:cubicBezTo>
                    <a:cubicBezTo>
                      <a:pt x="1546" y="46"/>
                      <a:pt x="1546" y="46"/>
                      <a:pt x="1702" y="0"/>
                    </a:cubicBezTo>
                    <a:close/>
                  </a:path>
                </a:pathLst>
              </a:custGeom>
              <a:solidFill>
                <a:srgbClr val="8F86DC"/>
              </a:solidFill>
              <a:ln w="2646" cap="flat">
                <a:noFill/>
              </a:ln>
            </p:spPr>
          </p:sp>
          <p:sp>
            <p:nvSpPr>
              <p:cNvPr id="3262" name="ICON_A_EEG_WAVE_GRAPHIC_path_073"/>
              <p:cNvSpPr/>
              <p:nvPr/>
            </p:nvSpPr>
            <p:spPr>
              <a:xfrm>
                <a:off x="2261412" y="911577"/>
                <a:ext cx="25641" cy="49236"/>
              </a:xfrm>
              <a:custGeom>
                <a:avLst/>
                <a:gdLst/>
                <a:ahLst/>
                <a:cxnLst/>
                <a:rect l="0" t="0" r="r" b="b"/>
                <a:pathLst>
                  <a:path w="2019" h="3877" fill="norm" stroke="0">
                    <a:moveTo>
                      <a:pt x="1936" y="97"/>
                    </a:moveTo>
                    <a:cubicBezTo>
                      <a:pt x="1951" y="331"/>
                      <a:pt x="1963" y="564"/>
                      <a:pt x="1970" y="798"/>
                    </a:cubicBezTo>
                    <a:cubicBezTo>
                      <a:pt x="1974" y="877"/>
                      <a:pt x="1978" y="957"/>
                      <a:pt x="1983" y="1036"/>
                    </a:cubicBezTo>
                    <a:cubicBezTo>
                      <a:pt x="2019" y="1575"/>
                      <a:pt x="2019" y="1575"/>
                      <a:pt x="1936" y="1764"/>
                    </a:cubicBezTo>
                    <a:cubicBezTo>
                      <a:pt x="1816" y="1857"/>
                      <a:pt x="1679" y="1880"/>
                      <a:pt x="1533" y="1908"/>
                    </a:cubicBezTo>
                    <a:cubicBezTo>
                      <a:pt x="1449" y="1926"/>
                      <a:pt x="1449" y="1926"/>
                      <a:pt x="1311" y="1972"/>
                    </a:cubicBezTo>
                    <a:cubicBezTo>
                      <a:pt x="1243" y="2134"/>
                      <a:pt x="1282" y="2284"/>
                      <a:pt x="1311" y="2454"/>
                    </a:cubicBezTo>
                    <a:cubicBezTo>
                      <a:pt x="1348" y="2880"/>
                      <a:pt x="1293" y="3149"/>
                      <a:pt x="1038" y="3496"/>
                    </a:cubicBezTo>
                    <a:cubicBezTo>
                      <a:pt x="1013" y="3531"/>
                      <a:pt x="989" y="3567"/>
                      <a:pt x="963" y="3604"/>
                    </a:cubicBezTo>
                    <a:cubicBezTo>
                      <a:pt x="861" y="3729"/>
                      <a:pt x="774" y="3831"/>
                      <a:pt x="609" y="3862"/>
                    </a:cubicBezTo>
                    <a:cubicBezTo>
                      <a:pt x="425" y="3877"/>
                      <a:pt x="245" y="3866"/>
                      <a:pt x="61" y="3847"/>
                    </a:cubicBezTo>
                    <a:cubicBezTo>
                      <a:pt x="51" y="3617"/>
                      <a:pt x="43" y="3388"/>
                      <a:pt x="38" y="3158"/>
                    </a:cubicBezTo>
                    <a:cubicBezTo>
                      <a:pt x="36" y="3080"/>
                      <a:pt x="33" y="3002"/>
                      <a:pt x="30" y="2924"/>
                    </a:cubicBezTo>
                    <a:cubicBezTo>
                      <a:pt x="0" y="2271"/>
                      <a:pt x="0" y="2271"/>
                      <a:pt x="148" y="2052"/>
                    </a:cubicBezTo>
                    <a:cubicBezTo>
                      <a:pt x="221" y="1985"/>
                      <a:pt x="296" y="1920"/>
                      <a:pt x="373" y="1858"/>
                    </a:cubicBezTo>
                    <a:cubicBezTo>
                      <a:pt x="554" y="1695"/>
                      <a:pt x="609" y="1482"/>
                      <a:pt x="686" y="1256"/>
                    </a:cubicBezTo>
                    <a:cubicBezTo>
                      <a:pt x="922" y="627"/>
                      <a:pt x="922" y="627"/>
                      <a:pt x="1090" y="345"/>
                    </a:cubicBezTo>
                    <a:cubicBezTo>
                      <a:pt x="1103" y="319"/>
                      <a:pt x="1116" y="293"/>
                      <a:pt x="1129" y="267"/>
                    </a:cubicBezTo>
                    <a:cubicBezTo>
                      <a:pt x="1300" y="0"/>
                      <a:pt x="1658" y="79"/>
                      <a:pt x="1936" y="97"/>
                    </a:cubicBezTo>
                    <a:close/>
                  </a:path>
                </a:pathLst>
              </a:custGeom>
              <a:solidFill>
                <a:srgbClr val="4779F9"/>
              </a:solidFill>
              <a:ln w="2646" cap="flat">
                <a:noFill/>
              </a:ln>
            </p:spPr>
          </p:sp>
          <p:sp>
            <p:nvSpPr>
              <p:cNvPr id="3263" name="ICON_A_EEG_WAVE_GRAPHIC_path_074"/>
              <p:cNvSpPr/>
              <p:nvPr/>
            </p:nvSpPr>
            <p:spPr>
              <a:xfrm>
                <a:off x="1745583" y="873125"/>
                <a:ext cx="16542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1302" h="4375" fill="norm" stroke="0">
                    <a:moveTo>
                      <a:pt x="261" y="0"/>
                    </a:moveTo>
                    <a:cubicBezTo>
                      <a:pt x="605" y="69"/>
                      <a:pt x="948" y="138"/>
                      <a:pt x="1302" y="208"/>
                    </a:cubicBezTo>
                    <a:cubicBezTo>
                      <a:pt x="1302" y="1583"/>
                      <a:pt x="1302" y="2958"/>
                      <a:pt x="1302" y="4375"/>
                    </a:cubicBezTo>
                    <a:cubicBezTo>
                      <a:pt x="1096" y="4375"/>
                      <a:pt x="890" y="4375"/>
                      <a:pt x="677" y="4375"/>
                    </a:cubicBezTo>
                    <a:cubicBezTo>
                      <a:pt x="673" y="4307"/>
                      <a:pt x="669" y="4238"/>
                      <a:pt x="665" y="4168"/>
                    </a:cubicBezTo>
                    <a:cubicBezTo>
                      <a:pt x="651" y="3942"/>
                      <a:pt x="635" y="3715"/>
                      <a:pt x="617" y="3489"/>
                    </a:cubicBezTo>
                    <a:cubicBezTo>
                      <a:pt x="607" y="3352"/>
                      <a:pt x="597" y="3215"/>
                      <a:pt x="590" y="3078"/>
                    </a:cubicBezTo>
                    <a:cubicBezTo>
                      <a:pt x="580" y="2920"/>
                      <a:pt x="568" y="2763"/>
                      <a:pt x="555" y="2605"/>
                    </a:cubicBezTo>
                    <a:cubicBezTo>
                      <a:pt x="553" y="2556"/>
                      <a:pt x="551" y="2507"/>
                      <a:pt x="548" y="2456"/>
                    </a:cubicBezTo>
                    <a:cubicBezTo>
                      <a:pt x="536" y="2320"/>
                      <a:pt x="523" y="2210"/>
                      <a:pt x="469" y="2083"/>
                    </a:cubicBezTo>
                    <a:cubicBezTo>
                      <a:pt x="365" y="2013"/>
                      <a:pt x="262" y="1972"/>
                      <a:pt x="145" y="1926"/>
                    </a:cubicBezTo>
                    <a:cubicBezTo>
                      <a:pt x="52" y="1875"/>
                      <a:pt x="52" y="1875"/>
                      <a:pt x="14" y="1795"/>
                    </a:cubicBezTo>
                    <a:cubicBezTo>
                      <a:pt x="1" y="1694"/>
                      <a:pt x="0" y="1600"/>
                      <a:pt x="5" y="1498"/>
                    </a:cubicBezTo>
                    <a:cubicBezTo>
                      <a:pt x="5" y="1461"/>
                      <a:pt x="5" y="1425"/>
                      <a:pt x="5" y="1388"/>
                    </a:cubicBezTo>
                    <a:cubicBezTo>
                      <a:pt x="5" y="1311"/>
                      <a:pt x="7" y="1235"/>
                      <a:pt x="10" y="1159"/>
                    </a:cubicBezTo>
                    <a:cubicBezTo>
                      <a:pt x="13" y="1042"/>
                      <a:pt x="14" y="926"/>
                      <a:pt x="14" y="809"/>
                    </a:cubicBezTo>
                    <a:cubicBezTo>
                      <a:pt x="15" y="735"/>
                      <a:pt x="16" y="660"/>
                      <a:pt x="17" y="586"/>
                    </a:cubicBezTo>
                    <a:cubicBezTo>
                      <a:pt x="18" y="551"/>
                      <a:pt x="18" y="516"/>
                      <a:pt x="18" y="481"/>
                    </a:cubicBezTo>
                    <a:cubicBezTo>
                      <a:pt x="20" y="448"/>
                      <a:pt x="21" y="415"/>
                      <a:pt x="22" y="382"/>
                    </a:cubicBezTo>
                    <a:cubicBezTo>
                      <a:pt x="23" y="353"/>
                      <a:pt x="24" y="325"/>
                      <a:pt x="25" y="295"/>
                    </a:cubicBezTo>
                    <a:cubicBezTo>
                      <a:pt x="52" y="208"/>
                      <a:pt x="52" y="208"/>
                      <a:pt x="261" y="0"/>
                    </a:cubicBezTo>
                    <a:close/>
                  </a:path>
                </a:pathLst>
              </a:custGeom>
              <a:solidFill>
                <a:srgbClr val="AA8DD3"/>
              </a:solidFill>
              <a:ln w="2646" cap="flat">
                <a:noFill/>
              </a:ln>
            </p:spPr>
          </p:sp>
          <p:sp>
            <p:nvSpPr>
              <p:cNvPr id="3264" name="ICON_A_EEG_WAVE_GRAPHIC_path_075"/>
              <p:cNvSpPr/>
              <p:nvPr/>
            </p:nvSpPr>
            <p:spPr>
              <a:xfrm>
                <a:off x="2667000" y="1276538"/>
                <a:ext cx="31750" cy="41087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3235" fill="norm" stroke="0">
                    <a:moveTo>
                      <a:pt x="2500" y="110"/>
                    </a:moveTo>
                    <a:cubicBezTo>
                      <a:pt x="2500" y="316"/>
                      <a:pt x="2500" y="523"/>
                      <a:pt x="2500" y="735"/>
                    </a:cubicBezTo>
                    <a:cubicBezTo>
                      <a:pt x="2294" y="735"/>
                      <a:pt x="2088" y="735"/>
                      <a:pt x="1875" y="735"/>
                    </a:cubicBezTo>
                    <a:cubicBezTo>
                      <a:pt x="1880" y="806"/>
                      <a:pt x="1885" y="876"/>
                      <a:pt x="1890" y="948"/>
                    </a:cubicBezTo>
                    <a:cubicBezTo>
                      <a:pt x="1926" y="1695"/>
                      <a:pt x="1926" y="1695"/>
                      <a:pt x="1797" y="1902"/>
                    </a:cubicBezTo>
                    <a:cubicBezTo>
                      <a:pt x="1725" y="1959"/>
                      <a:pt x="1653" y="2014"/>
                      <a:pt x="1579" y="2068"/>
                    </a:cubicBezTo>
                    <a:cubicBezTo>
                      <a:pt x="1286" y="2323"/>
                      <a:pt x="1164" y="2903"/>
                      <a:pt x="1042" y="3235"/>
                    </a:cubicBezTo>
                    <a:cubicBezTo>
                      <a:pt x="698" y="3166"/>
                      <a:pt x="354" y="3098"/>
                      <a:pt x="0" y="3027"/>
                    </a:cubicBezTo>
                    <a:cubicBezTo>
                      <a:pt x="69" y="2683"/>
                      <a:pt x="137" y="2339"/>
                      <a:pt x="208" y="1985"/>
                    </a:cubicBezTo>
                    <a:cubicBezTo>
                      <a:pt x="346" y="1985"/>
                      <a:pt x="483" y="1985"/>
                      <a:pt x="625" y="1985"/>
                    </a:cubicBezTo>
                    <a:cubicBezTo>
                      <a:pt x="615" y="1920"/>
                      <a:pt x="606" y="1854"/>
                      <a:pt x="596" y="1787"/>
                    </a:cubicBezTo>
                    <a:cubicBezTo>
                      <a:pt x="555" y="1387"/>
                      <a:pt x="541" y="1032"/>
                      <a:pt x="774" y="689"/>
                    </a:cubicBezTo>
                    <a:cubicBezTo>
                      <a:pt x="1271" y="87"/>
                      <a:pt x="1752" y="0"/>
                      <a:pt x="2500" y="110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265" name="ICON_A_EEG_WAVE_GRAPHIC_path_076"/>
              <p:cNvSpPr/>
              <p:nvPr/>
            </p:nvSpPr>
            <p:spPr>
              <a:xfrm>
                <a:off x="1633105" y="1301223"/>
                <a:ext cx="26593" cy="71964"/>
              </a:xfrm>
              <a:custGeom>
                <a:avLst/>
                <a:gdLst/>
                <a:ahLst/>
                <a:cxnLst/>
                <a:rect l="0" t="0" r="r" b="b"/>
                <a:pathLst>
                  <a:path w="2094" h="5666" fill="norm" stroke="0">
                    <a:moveTo>
                      <a:pt x="1488" y="9"/>
                    </a:moveTo>
                    <a:cubicBezTo>
                      <a:pt x="1575" y="0"/>
                      <a:pt x="1648" y="5"/>
                      <a:pt x="1735" y="15"/>
                    </a:cubicBezTo>
                    <a:cubicBezTo>
                      <a:pt x="1834" y="24"/>
                      <a:pt x="1934" y="33"/>
                      <a:pt x="2034" y="41"/>
                    </a:cubicBezTo>
                    <a:cubicBezTo>
                      <a:pt x="2064" y="249"/>
                      <a:pt x="2094" y="463"/>
                      <a:pt x="2034" y="666"/>
                    </a:cubicBezTo>
                    <a:cubicBezTo>
                      <a:pt x="1907" y="794"/>
                      <a:pt x="1756" y="865"/>
                      <a:pt x="1598" y="947"/>
                    </a:cubicBezTo>
                    <a:cubicBezTo>
                      <a:pt x="1326" y="1099"/>
                      <a:pt x="1065" y="1301"/>
                      <a:pt x="955" y="1602"/>
                    </a:cubicBezTo>
                    <a:cubicBezTo>
                      <a:pt x="801" y="2210"/>
                      <a:pt x="826" y="2866"/>
                      <a:pt x="824" y="3489"/>
                    </a:cubicBezTo>
                    <a:cubicBezTo>
                      <a:pt x="822" y="3735"/>
                      <a:pt x="815" y="3980"/>
                      <a:pt x="807" y="4226"/>
                    </a:cubicBezTo>
                    <a:cubicBezTo>
                      <a:pt x="794" y="4706"/>
                      <a:pt x="787" y="5186"/>
                      <a:pt x="784" y="5666"/>
                    </a:cubicBezTo>
                    <a:cubicBezTo>
                      <a:pt x="578" y="5666"/>
                      <a:pt x="371" y="5666"/>
                      <a:pt x="159" y="5666"/>
                    </a:cubicBezTo>
                    <a:cubicBezTo>
                      <a:pt x="135" y="5111"/>
                      <a:pt x="116" y="4555"/>
                      <a:pt x="105" y="3998"/>
                    </a:cubicBezTo>
                    <a:cubicBezTo>
                      <a:pt x="100" y="3740"/>
                      <a:pt x="92" y="3482"/>
                      <a:pt x="80" y="3224"/>
                    </a:cubicBezTo>
                    <a:cubicBezTo>
                      <a:pt x="0" y="1431"/>
                      <a:pt x="0" y="1431"/>
                      <a:pt x="323" y="1047"/>
                    </a:cubicBezTo>
                    <a:cubicBezTo>
                      <a:pt x="546" y="821"/>
                      <a:pt x="807" y="678"/>
                      <a:pt x="1088" y="534"/>
                    </a:cubicBezTo>
                    <a:cubicBezTo>
                      <a:pt x="1248" y="427"/>
                      <a:pt x="1303" y="304"/>
                      <a:pt x="1367" y="126"/>
                    </a:cubicBezTo>
                    <a:cubicBezTo>
                      <a:pt x="1409" y="41"/>
                      <a:pt x="1409" y="41"/>
                      <a:pt x="1488" y="9"/>
                    </a:cubicBezTo>
                    <a:close/>
                  </a:path>
                </a:pathLst>
              </a:custGeom>
              <a:solidFill>
                <a:srgbClr val="E55CB0"/>
              </a:solidFill>
              <a:ln w="2646" cap="flat">
                <a:noFill/>
              </a:ln>
            </p:spPr>
          </p:sp>
          <p:sp>
            <p:nvSpPr>
              <p:cNvPr id="3266" name="ICON_A_EEG_WAVE_GRAPHIC_path_077"/>
              <p:cNvSpPr/>
              <p:nvPr/>
            </p:nvSpPr>
            <p:spPr>
              <a:xfrm>
                <a:off x="2286000" y="927752"/>
                <a:ext cx="32232" cy="27395"/>
              </a:xfrm>
              <a:custGeom>
                <a:avLst/>
                <a:gdLst/>
                <a:ahLst/>
                <a:cxnLst/>
                <a:rect l="0" t="0" r="r" b="b"/>
                <a:pathLst>
                  <a:path w="2538" h="2157" fill="norm" stroke="0">
                    <a:moveTo>
                      <a:pt x="982" y="19"/>
                    </a:moveTo>
                    <a:cubicBezTo>
                      <a:pt x="1142" y="0"/>
                      <a:pt x="1300" y="5"/>
                      <a:pt x="1461" y="15"/>
                    </a:cubicBezTo>
                    <a:cubicBezTo>
                      <a:pt x="1562" y="22"/>
                      <a:pt x="1663" y="24"/>
                      <a:pt x="1765" y="25"/>
                    </a:cubicBezTo>
                    <a:cubicBezTo>
                      <a:pt x="1830" y="27"/>
                      <a:pt x="1895" y="29"/>
                      <a:pt x="1960" y="31"/>
                    </a:cubicBezTo>
                    <a:cubicBezTo>
                      <a:pt x="1975" y="32"/>
                      <a:pt x="1975" y="32"/>
                      <a:pt x="2051" y="34"/>
                    </a:cubicBezTo>
                    <a:cubicBezTo>
                      <a:pt x="2204" y="45"/>
                      <a:pt x="2284" y="68"/>
                      <a:pt x="2415" y="154"/>
                    </a:cubicBezTo>
                    <a:cubicBezTo>
                      <a:pt x="2538" y="339"/>
                      <a:pt x="2526" y="495"/>
                      <a:pt x="2520" y="712"/>
                    </a:cubicBezTo>
                    <a:cubicBezTo>
                      <a:pt x="2520" y="754"/>
                      <a:pt x="2520" y="795"/>
                      <a:pt x="2520" y="838"/>
                    </a:cubicBezTo>
                    <a:cubicBezTo>
                      <a:pt x="2518" y="969"/>
                      <a:pt x="2516" y="1101"/>
                      <a:pt x="2513" y="1233"/>
                    </a:cubicBezTo>
                    <a:cubicBezTo>
                      <a:pt x="2512" y="1322"/>
                      <a:pt x="2511" y="1411"/>
                      <a:pt x="2510" y="1501"/>
                    </a:cubicBezTo>
                    <a:cubicBezTo>
                      <a:pt x="2508" y="1720"/>
                      <a:pt x="2504" y="1938"/>
                      <a:pt x="2500" y="2157"/>
                    </a:cubicBezTo>
                    <a:cubicBezTo>
                      <a:pt x="2396" y="2094"/>
                      <a:pt x="2293" y="2029"/>
                      <a:pt x="2190" y="1963"/>
                    </a:cubicBezTo>
                    <a:cubicBezTo>
                      <a:pt x="2160" y="1945"/>
                      <a:pt x="2131" y="1927"/>
                      <a:pt x="2101" y="1909"/>
                    </a:cubicBezTo>
                    <a:cubicBezTo>
                      <a:pt x="1885" y="1770"/>
                      <a:pt x="1885" y="1770"/>
                      <a:pt x="1835" y="1616"/>
                    </a:cubicBezTo>
                    <a:cubicBezTo>
                      <a:pt x="1836" y="1512"/>
                      <a:pt x="1846" y="1424"/>
                      <a:pt x="1875" y="1324"/>
                    </a:cubicBezTo>
                    <a:cubicBezTo>
                      <a:pt x="1431" y="1248"/>
                      <a:pt x="1431" y="1248"/>
                      <a:pt x="1250" y="1324"/>
                    </a:cubicBezTo>
                    <a:cubicBezTo>
                      <a:pt x="1107" y="1499"/>
                      <a:pt x="1087" y="1733"/>
                      <a:pt x="1042" y="1949"/>
                    </a:cubicBezTo>
                    <a:cubicBezTo>
                      <a:pt x="698" y="1880"/>
                      <a:pt x="354" y="1811"/>
                      <a:pt x="0" y="1740"/>
                    </a:cubicBezTo>
                    <a:cubicBezTo>
                      <a:pt x="69" y="1397"/>
                      <a:pt x="137" y="1053"/>
                      <a:pt x="208" y="699"/>
                    </a:cubicBezTo>
                    <a:cubicBezTo>
                      <a:pt x="346" y="699"/>
                      <a:pt x="483" y="699"/>
                      <a:pt x="625" y="699"/>
                    </a:cubicBezTo>
                    <a:cubicBezTo>
                      <a:pt x="678" y="581"/>
                      <a:pt x="694" y="513"/>
                      <a:pt x="710" y="389"/>
                    </a:cubicBezTo>
                    <a:cubicBezTo>
                      <a:pt x="751" y="204"/>
                      <a:pt x="783" y="66"/>
                      <a:pt x="982" y="19"/>
                    </a:cubicBezTo>
                    <a:close/>
                  </a:path>
                </a:pathLst>
              </a:custGeom>
              <a:solidFill>
                <a:srgbClr val="7F83E2"/>
              </a:solidFill>
              <a:ln w="2646" cap="flat">
                <a:noFill/>
              </a:ln>
            </p:spPr>
          </p:sp>
          <p:sp>
            <p:nvSpPr>
              <p:cNvPr id="3267" name="ICON_A_EEG_WAVE_GRAPHIC_path_078"/>
              <p:cNvSpPr/>
              <p:nvPr/>
            </p:nvSpPr>
            <p:spPr>
              <a:xfrm>
                <a:off x="1830819" y="1254125"/>
                <a:ext cx="11861" cy="71438"/>
              </a:xfrm>
              <a:custGeom>
                <a:avLst/>
                <a:gdLst/>
                <a:ahLst/>
                <a:cxnLst/>
                <a:rect l="0" t="0" r="r" b="b"/>
                <a:pathLst>
                  <a:path w="934" h="5625" fill="norm" stroke="0">
                    <a:moveTo>
                      <a:pt x="216" y="0"/>
                    </a:moveTo>
                    <a:cubicBezTo>
                      <a:pt x="422" y="0"/>
                      <a:pt x="629" y="0"/>
                      <a:pt x="841" y="0"/>
                    </a:cubicBezTo>
                    <a:cubicBezTo>
                      <a:pt x="855" y="703"/>
                      <a:pt x="867" y="1405"/>
                      <a:pt x="873" y="2108"/>
                    </a:cubicBezTo>
                    <a:cubicBezTo>
                      <a:pt x="877" y="2434"/>
                      <a:pt x="881" y="2760"/>
                      <a:pt x="888" y="3087"/>
                    </a:cubicBezTo>
                    <a:cubicBezTo>
                      <a:pt x="894" y="3371"/>
                      <a:pt x="899" y="3655"/>
                      <a:pt x="900" y="3940"/>
                    </a:cubicBezTo>
                    <a:cubicBezTo>
                      <a:pt x="901" y="4090"/>
                      <a:pt x="902" y="4241"/>
                      <a:pt x="907" y="4391"/>
                    </a:cubicBezTo>
                    <a:cubicBezTo>
                      <a:pt x="934" y="5314"/>
                      <a:pt x="934" y="5314"/>
                      <a:pt x="777" y="5487"/>
                    </a:cubicBezTo>
                    <a:cubicBezTo>
                      <a:pt x="600" y="5598"/>
                      <a:pt x="421" y="5620"/>
                      <a:pt x="216" y="5625"/>
                    </a:cubicBezTo>
                    <a:cubicBezTo>
                      <a:pt x="172" y="5235"/>
                      <a:pt x="134" y="4844"/>
                      <a:pt x="99" y="4453"/>
                    </a:cubicBezTo>
                    <a:cubicBezTo>
                      <a:pt x="96" y="4424"/>
                      <a:pt x="94" y="4394"/>
                      <a:pt x="91" y="4363"/>
                    </a:cubicBezTo>
                    <a:cubicBezTo>
                      <a:pt x="0" y="3330"/>
                      <a:pt x="14" y="2323"/>
                      <a:pt x="99" y="1289"/>
                    </a:cubicBezTo>
                    <a:cubicBezTo>
                      <a:pt x="101" y="1256"/>
                      <a:pt x="104" y="1224"/>
                      <a:pt x="107" y="1190"/>
                    </a:cubicBezTo>
                    <a:cubicBezTo>
                      <a:pt x="140" y="793"/>
                      <a:pt x="176" y="396"/>
                      <a:pt x="216" y="0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268" name="ICON_A_EEG_WAVE_GRAPHIC_path_079"/>
              <p:cNvSpPr/>
              <p:nvPr/>
            </p:nvSpPr>
            <p:spPr>
              <a:xfrm>
                <a:off x="1585722" y="957641"/>
                <a:ext cx="18770" cy="42841"/>
              </a:xfrm>
              <a:custGeom>
                <a:avLst/>
                <a:gdLst/>
                <a:ahLst/>
                <a:cxnLst/>
                <a:rect l="0" t="0" r="r" b="b"/>
                <a:pathLst>
                  <a:path w="1478" h="3373" fill="norm" stroke="0">
                    <a:moveTo>
                      <a:pt x="1390" y="12"/>
                    </a:moveTo>
                    <a:cubicBezTo>
                      <a:pt x="1405" y="323"/>
                      <a:pt x="1416" y="635"/>
                      <a:pt x="1422" y="947"/>
                    </a:cubicBezTo>
                    <a:cubicBezTo>
                      <a:pt x="1426" y="1091"/>
                      <a:pt x="1430" y="1236"/>
                      <a:pt x="1437" y="1381"/>
                    </a:cubicBezTo>
                    <a:cubicBezTo>
                      <a:pt x="1466" y="1975"/>
                      <a:pt x="1478" y="2505"/>
                      <a:pt x="1114" y="3010"/>
                    </a:cubicBezTo>
                    <a:cubicBezTo>
                      <a:pt x="1090" y="3045"/>
                      <a:pt x="1065" y="3079"/>
                      <a:pt x="1040" y="3115"/>
                    </a:cubicBezTo>
                    <a:cubicBezTo>
                      <a:pt x="938" y="3237"/>
                      <a:pt x="850" y="3330"/>
                      <a:pt x="688" y="3359"/>
                    </a:cubicBezTo>
                    <a:cubicBezTo>
                      <a:pt x="504" y="3373"/>
                      <a:pt x="324" y="3362"/>
                      <a:pt x="140" y="3345"/>
                    </a:cubicBezTo>
                    <a:cubicBezTo>
                      <a:pt x="116" y="2972"/>
                      <a:pt x="97" y="2600"/>
                      <a:pt x="86" y="2226"/>
                    </a:cubicBezTo>
                    <a:cubicBezTo>
                      <a:pt x="81" y="2052"/>
                      <a:pt x="73" y="1879"/>
                      <a:pt x="61" y="1706"/>
                    </a:cubicBezTo>
                    <a:cubicBezTo>
                      <a:pt x="0" y="785"/>
                      <a:pt x="0" y="785"/>
                      <a:pt x="140" y="429"/>
                    </a:cubicBezTo>
                    <a:cubicBezTo>
                      <a:pt x="449" y="111"/>
                      <a:pt x="957" y="0"/>
                      <a:pt x="1390" y="12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69" name="ICON_A_EEG_WAVE_GRAPHIC_path_080"/>
              <p:cNvSpPr/>
              <p:nvPr/>
            </p:nvSpPr>
            <p:spPr>
              <a:xfrm>
                <a:off x="2547914" y="935253"/>
                <a:ext cx="32456" cy="33372"/>
              </a:xfrm>
              <a:custGeom>
                <a:avLst/>
                <a:gdLst/>
                <a:ahLst/>
                <a:cxnLst/>
                <a:rect l="0" t="0" r="r" b="b"/>
                <a:pathLst>
                  <a:path w="2556" h="2628" fill="norm" stroke="0">
                    <a:moveTo>
                      <a:pt x="629" y="3"/>
                    </a:moveTo>
                    <a:cubicBezTo>
                      <a:pt x="728" y="0"/>
                      <a:pt x="827" y="1"/>
                      <a:pt x="926" y="4"/>
                    </a:cubicBezTo>
                    <a:cubicBezTo>
                      <a:pt x="960" y="4"/>
                      <a:pt x="993" y="4"/>
                      <a:pt x="1028" y="4"/>
                    </a:cubicBezTo>
                    <a:cubicBezTo>
                      <a:pt x="1569" y="9"/>
                      <a:pt x="1569" y="9"/>
                      <a:pt x="1771" y="210"/>
                    </a:cubicBezTo>
                    <a:cubicBezTo>
                      <a:pt x="1898" y="431"/>
                      <a:pt x="1952" y="654"/>
                      <a:pt x="2005" y="901"/>
                    </a:cubicBezTo>
                    <a:cubicBezTo>
                      <a:pt x="2035" y="1037"/>
                      <a:pt x="2035" y="1037"/>
                      <a:pt x="2085" y="1150"/>
                    </a:cubicBezTo>
                    <a:cubicBezTo>
                      <a:pt x="2185" y="1211"/>
                      <a:pt x="2185" y="1211"/>
                      <a:pt x="2301" y="1254"/>
                    </a:cubicBezTo>
                    <a:cubicBezTo>
                      <a:pt x="2412" y="1297"/>
                      <a:pt x="2412" y="1297"/>
                      <a:pt x="2502" y="1358"/>
                    </a:cubicBezTo>
                    <a:cubicBezTo>
                      <a:pt x="2556" y="1537"/>
                      <a:pt x="2541" y="1707"/>
                      <a:pt x="2528" y="1892"/>
                    </a:cubicBezTo>
                    <a:cubicBezTo>
                      <a:pt x="2526" y="1941"/>
                      <a:pt x="2524" y="1989"/>
                      <a:pt x="2522" y="2040"/>
                    </a:cubicBezTo>
                    <a:cubicBezTo>
                      <a:pt x="2517" y="2160"/>
                      <a:pt x="2510" y="2280"/>
                      <a:pt x="2502" y="2400"/>
                    </a:cubicBezTo>
                    <a:cubicBezTo>
                      <a:pt x="2333" y="2441"/>
                      <a:pt x="2164" y="2479"/>
                      <a:pt x="1994" y="2517"/>
                    </a:cubicBezTo>
                    <a:cubicBezTo>
                      <a:pt x="1946" y="2529"/>
                      <a:pt x="1898" y="2540"/>
                      <a:pt x="1849" y="2552"/>
                    </a:cubicBezTo>
                    <a:cubicBezTo>
                      <a:pt x="1502" y="2628"/>
                      <a:pt x="1502" y="2628"/>
                      <a:pt x="1324" y="2543"/>
                    </a:cubicBezTo>
                    <a:cubicBezTo>
                      <a:pt x="1188" y="2354"/>
                      <a:pt x="1231" y="2086"/>
                      <a:pt x="1239" y="1866"/>
                    </a:cubicBezTo>
                    <a:cubicBezTo>
                      <a:pt x="1240" y="1817"/>
                      <a:pt x="1241" y="1768"/>
                      <a:pt x="1242" y="1718"/>
                    </a:cubicBezTo>
                    <a:cubicBezTo>
                      <a:pt x="1244" y="1598"/>
                      <a:pt x="1248" y="1478"/>
                      <a:pt x="1252" y="1358"/>
                    </a:cubicBezTo>
                    <a:cubicBezTo>
                      <a:pt x="1214" y="1365"/>
                      <a:pt x="1176" y="1373"/>
                      <a:pt x="1137" y="1380"/>
                    </a:cubicBezTo>
                    <a:cubicBezTo>
                      <a:pt x="868" y="1415"/>
                      <a:pt x="666" y="1400"/>
                      <a:pt x="439" y="1241"/>
                    </a:cubicBezTo>
                    <a:cubicBezTo>
                      <a:pt x="379" y="1190"/>
                      <a:pt x="320" y="1138"/>
                      <a:pt x="262" y="1085"/>
                    </a:cubicBezTo>
                    <a:cubicBezTo>
                      <a:pt x="233" y="1060"/>
                      <a:pt x="204" y="1036"/>
                      <a:pt x="174" y="1010"/>
                    </a:cubicBezTo>
                    <a:cubicBezTo>
                      <a:pt x="68" y="902"/>
                      <a:pt x="4" y="814"/>
                      <a:pt x="0" y="658"/>
                    </a:cubicBezTo>
                    <a:cubicBezTo>
                      <a:pt x="37" y="236"/>
                      <a:pt x="207" y="36"/>
                      <a:pt x="629" y="3"/>
                    </a:cubicBezTo>
                    <a:close/>
                  </a:path>
                </a:pathLst>
              </a:custGeom>
              <a:solidFill>
                <a:srgbClr val="AD90D4"/>
              </a:solidFill>
              <a:ln w="2646" cap="flat">
                <a:noFill/>
              </a:ln>
            </p:spPr>
          </p:sp>
          <p:sp>
            <p:nvSpPr>
              <p:cNvPr id="3270" name="ICON_A_EEG_WAVE_GRAPHIC_path_081"/>
              <p:cNvSpPr/>
              <p:nvPr/>
            </p:nvSpPr>
            <p:spPr>
              <a:xfrm>
                <a:off x="2317751" y="928138"/>
                <a:ext cx="23812" cy="48173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3793" fill="norm" stroke="0">
                    <a:moveTo>
                      <a:pt x="1367" y="134"/>
                    </a:moveTo>
                    <a:cubicBezTo>
                      <a:pt x="1535" y="173"/>
                      <a:pt x="1702" y="212"/>
                      <a:pt x="1875" y="251"/>
                    </a:cubicBezTo>
                    <a:cubicBezTo>
                      <a:pt x="1806" y="595"/>
                      <a:pt x="1737" y="939"/>
                      <a:pt x="1667" y="1293"/>
                    </a:cubicBezTo>
                    <a:cubicBezTo>
                      <a:pt x="1529" y="1293"/>
                      <a:pt x="1392" y="1293"/>
                      <a:pt x="1250" y="1293"/>
                    </a:cubicBezTo>
                    <a:cubicBezTo>
                      <a:pt x="1138" y="1404"/>
                      <a:pt x="1093" y="1468"/>
                      <a:pt x="1029" y="1606"/>
                    </a:cubicBezTo>
                    <a:cubicBezTo>
                      <a:pt x="1011" y="1641"/>
                      <a:pt x="994" y="1675"/>
                      <a:pt x="976" y="1711"/>
                    </a:cubicBezTo>
                    <a:cubicBezTo>
                      <a:pt x="700" y="2351"/>
                      <a:pt x="686" y="3107"/>
                      <a:pt x="625" y="3793"/>
                    </a:cubicBezTo>
                    <a:cubicBezTo>
                      <a:pt x="419" y="3793"/>
                      <a:pt x="212" y="3793"/>
                      <a:pt x="0" y="3793"/>
                    </a:cubicBezTo>
                    <a:cubicBezTo>
                      <a:pt x="0" y="2968"/>
                      <a:pt x="0" y="2143"/>
                      <a:pt x="0" y="1293"/>
                    </a:cubicBezTo>
                    <a:cubicBezTo>
                      <a:pt x="206" y="1293"/>
                      <a:pt x="412" y="1293"/>
                      <a:pt x="625" y="1293"/>
                    </a:cubicBezTo>
                    <a:cubicBezTo>
                      <a:pt x="623" y="1220"/>
                      <a:pt x="620" y="1148"/>
                      <a:pt x="618" y="1073"/>
                    </a:cubicBezTo>
                    <a:cubicBezTo>
                      <a:pt x="616" y="977"/>
                      <a:pt x="614" y="881"/>
                      <a:pt x="612" y="785"/>
                    </a:cubicBezTo>
                    <a:cubicBezTo>
                      <a:pt x="610" y="738"/>
                      <a:pt x="608" y="690"/>
                      <a:pt x="607" y="640"/>
                    </a:cubicBezTo>
                    <a:cubicBezTo>
                      <a:pt x="601" y="242"/>
                      <a:pt x="601" y="242"/>
                      <a:pt x="696" y="108"/>
                    </a:cubicBezTo>
                    <a:cubicBezTo>
                      <a:pt x="924" y="0"/>
                      <a:pt x="1130" y="77"/>
                      <a:pt x="1367" y="134"/>
                    </a:cubicBezTo>
                    <a:close/>
                  </a:path>
                </a:pathLst>
              </a:custGeom>
              <a:solidFill>
                <a:srgbClr val="4879F8"/>
              </a:solidFill>
              <a:ln w="2646" cap="flat">
                <a:noFill/>
              </a:ln>
            </p:spPr>
          </p:sp>
          <p:sp>
            <p:nvSpPr>
              <p:cNvPr id="3271" name="ICON_A_EEG_WAVE_GRAPHIC_path_082"/>
              <p:cNvSpPr/>
              <p:nvPr/>
            </p:nvSpPr>
            <p:spPr>
              <a:xfrm>
                <a:off x="2139127" y="1418167"/>
                <a:ext cx="15386" cy="52917"/>
              </a:xfrm>
              <a:custGeom>
                <a:avLst/>
                <a:gdLst/>
                <a:ahLst/>
                <a:cxnLst/>
                <a:rect l="0" t="0" r="r" b="b"/>
                <a:pathLst>
                  <a:path w="1211" h="4167" fill="norm" stroke="0">
                    <a:moveTo>
                      <a:pt x="731" y="0"/>
                    </a:moveTo>
                    <a:cubicBezTo>
                      <a:pt x="945" y="155"/>
                      <a:pt x="1141" y="311"/>
                      <a:pt x="1188" y="580"/>
                    </a:cubicBezTo>
                    <a:cubicBezTo>
                      <a:pt x="1208" y="777"/>
                      <a:pt x="1206" y="974"/>
                      <a:pt x="1204" y="1172"/>
                    </a:cubicBezTo>
                    <a:cubicBezTo>
                      <a:pt x="1204" y="1245"/>
                      <a:pt x="1204" y="1318"/>
                      <a:pt x="1205" y="1391"/>
                    </a:cubicBezTo>
                    <a:cubicBezTo>
                      <a:pt x="1205" y="1544"/>
                      <a:pt x="1204" y="1697"/>
                      <a:pt x="1203" y="1849"/>
                    </a:cubicBezTo>
                    <a:cubicBezTo>
                      <a:pt x="1200" y="2044"/>
                      <a:pt x="1201" y="2239"/>
                      <a:pt x="1204" y="2434"/>
                    </a:cubicBezTo>
                    <a:cubicBezTo>
                      <a:pt x="1205" y="2584"/>
                      <a:pt x="1205" y="2735"/>
                      <a:pt x="1204" y="2886"/>
                    </a:cubicBezTo>
                    <a:cubicBezTo>
                      <a:pt x="1204" y="2958"/>
                      <a:pt x="1204" y="3030"/>
                      <a:pt x="1205" y="3101"/>
                    </a:cubicBezTo>
                    <a:cubicBezTo>
                      <a:pt x="1211" y="3718"/>
                      <a:pt x="1211" y="3718"/>
                      <a:pt x="995" y="3950"/>
                    </a:cubicBezTo>
                    <a:cubicBezTo>
                      <a:pt x="912" y="4029"/>
                      <a:pt x="824" y="4099"/>
                      <a:pt x="731" y="4167"/>
                    </a:cubicBezTo>
                    <a:cubicBezTo>
                      <a:pt x="460" y="4015"/>
                      <a:pt x="239" y="3826"/>
                      <a:pt x="106" y="3542"/>
                    </a:cubicBezTo>
                    <a:cubicBezTo>
                      <a:pt x="0" y="3072"/>
                      <a:pt x="90" y="2547"/>
                      <a:pt x="136" y="2074"/>
                    </a:cubicBezTo>
                    <a:cubicBezTo>
                      <a:pt x="149" y="1930"/>
                      <a:pt x="158" y="1786"/>
                      <a:pt x="167" y="1641"/>
                    </a:cubicBezTo>
                    <a:cubicBezTo>
                      <a:pt x="176" y="1500"/>
                      <a:pt x="187" y="1360"/>
                      <a:pt x="198" y="1220"/>
                    </a:cubicBezTo>
                    <a:cubicBezTo>
                      <a:pt x="204" y="1154"/>
                      <a:pt x="209" y="1087"/>
                      <a:pt x="213" y="1020"/>
                    </a:cubicBezTo>
                    <a:cubicBezTo>
                      <a:pt x="238" y="672"/>
                      <a:pt x="268" y="413"/>
                      <a:pt x="530" y="164"/>
                    </a:cubicBezTo>
                    <a:cubicBezTo>
                      <a:pt x="596" y="108"/>
                      <a:pt x="662" y="52"/>
                      <a:pt x="731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72" name="ICON_A_EEG_WAVE_GRAPHIC_path_083"/>
              <p:cNvSpPr/>
              <p:nvPr/>
            </p:nvSpPr>
            <p:spPr>
              <a:xfrm>
                <a:off x="1902046" y="911483"/>
                <a:ext cx="29742" cy="33081"/>
              </a:xfrm>
              <a:custGeom>
                <a:avLst/>
                <a:gdLst/>
                <a:ahLst/>
                <a:cxnLst/>
                <a:rect l="0" t="0" r="r" b="b"/>
                <a:pathLst>
                  <a:path w="2342" h="2605" fill="norm" stroke="0">
                    <a:moveTo>
                      <a:pt x="1237" y="17"/>
                    </a:moveTo>
                    <a:cubicBezTo>
                      <a:pt x="1543" y="75"/>
                      <a:pt x="1726" y="312"/>
                      <a:pt x="1901" y="553"/>
                    </a:cubicBezTo>
                    <a:cubicBezTo>
                      <a:pt x="2109" y="881"/>
                      <a:pt x="2199" y="1211"/>
                      <a:pt x="2264" y="1589"/>
                    </a:cubicBezTo>
                    <a:cubicBezTo>
                      <a:pt x="2269" y="1616"/>
                      <a:pt x="2274" y="1642"/>
                      <a:pt x="2279" y="1670"/>
                    </a:cubicBezTo>
                    <a:cubicBezTo>
                      <a:pt x="2342" y="2040"/>
                      <a:pt x="2320" y="2290"/>
                      <a:pt x="2108" y="2605"/>
                    </a:cubicBezTo>
                    <a:cubicBezTo>
                      <a:pt x="1639" y="2574"/>
                      <a:pt x="1639" y="2574"/>
                      <a:pt x="1483" y="2396"/>
                    </a:cubicBezTo>
                    <a:cubicBezTo>
                      <a:pt x="1394" y="2062"/>
                      <a:pt x="1449" y="1694"/>
                      <a:pt x="1483" y="1355"/>
                    </a:cubicBezTo>
                    <a:cubicBezTo>
                      <a:pt x="1276" y="1355"/>
                      <a:pt x="1070" y="1355"/>
                      <a:pt x="858" y="1355"/>
                    </a:cubicBezTo>
                    <a:cubicBezTo>
                      <a:pt x="858" y="1767"/>
                      <a:pt x="858" y="2180"/>
                      <a:pt x="858" y="2605"/>
                    </a:cubicBezTo>
                    <a:cubicBezTo>
                      <a:pt x="312" y="2486"/>
                      <a:pt x="312" y="2486"/>
                      <a:pt x="130" y="2280"/>
                    </a:cubicBezTo>
                    <a:cubicBezTo>
                      <a:pt x="18" y="2073"/>
                      <a:pt x="0" y="1879"/>
                      <a:pt x="51" y="1651"/>
                    </a:cubicBezTo>
                    <a:cubicBezTo>
                      <a:pt x="150" y="1329"/>
                      <a:pt x="290" y="1030"/>
                      <a:pt x="441" y="730"/>
                    </a:cubicBezTo>
                    <a:cubicBezTo>
                      <a:pt x="458" y="694"/>
                      <a:pt x="475" y="659"/>
                      <a:pt x="492" y="622"/>
                    </a:cubicBezTo>
                    <a:cubicBezTo>
                      <a:pt x="653" y="293"/>
                      <a:pt x="832" y="0"/>
                      <a:pt x="1237" y="17"/>
                    </a:cubicBezTo>
                    <a:close/>
                  </a:path>
                </a:pathLst>
              </a:custGeom>
              <a:solidFill>
                <a:srgbClr val="597CF2"/>
              </a:solidFill>
              <a:ln w="2646" cap="flat">
                <a:noFill/>
              </a:ln>
            </p:spPr>
          </p:sp>
          <p:sp>
            <p:nvSpPr>
              <p:cNvPr id="3273" name="ICON_A_EEG_WAVE_GRAPHIC_path_084"/>
              <p:cNvSpPr/>
              <p:nvPr/>
            </p:nvSpPr>
            <p:spPr>
              <a:xfrm>
                <a:off x="1968500" y="1452562"/>
                <a:ext cx="7938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625" h="5000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25" y="1650"/>
                      <a:pt x="625" y="3300"/>
                      <a:pt x="625" y="5000"/>
                    </a:cubicBezTo>
                    <a:cubicBezTo>
                      <a:pt x="419" y="5000"/>
                      <a:pt x="213" y="5000"/>
                      <a:pt x="0" y="5000"/>
                    </a:cubicBezTo>
                    <a:cubicBezTo>
                      <a:pt x="0" y="3350"/>
                      <a:pt x="0" y="1700"/>
                      <a:pt x="0" y="0"/>
                    </a:cubicBezTo>
                    <a:close/>
                  </a:path>
                </a:pathLst>
              </a:custGeom>
              <a:solidFill>
                <a:srgbClr val="69AAB0"/>
              </a:solidFill>
              <a:ln w="2646" cap="flat">
                <a:noFill/>
              </a:ln>
            </p:spPr>
          </p:sp>
          <p:sp>
            <p:nvSpPr>
              <p:cNvPr id="3274" name="ICON_A_EEG_WAVE_GRAPHIC_path_085"/>
              <p:cNvSpPr/>
              <p:nvPr/>
            </p:nvSpPr>
            <p:spPr>
              <a:xfrm>
                <a:off x="2126639" y="952500"/>
                <a:ext cx="24942" cy="48286"/>
              </a:xfrm>
              <a:custGeom>
                <a:avLst/>
                <a:gdLst/>
                <a:ahLst/>
                <a:cxnLst/>
                <a:rect l="0" t="0" r="r" b="b"/>
                <a:pathLst>
                  <a:path w="1964" h="3802" fill="norm" stroke="0">
                    <a:moveTo>
                      <a:pt x="1298" y="0"/>
                    </a:moveTo>
                    <a:cubicBezTo>
                      <a:pt x="1504" y="0"/>
                      <a:pt x="1711" y="0"/>
                      <a:pt x="1923" y="0"/>
                    </a:cubicBezTo>
                    <a:cubicBezTo>
                      <a:pt x="1934" y="165"/>
                      <a:pt x="1943" y="329"/>
                      <a:pt x="1949" y="495"/>
                    </a:cubicBezTo>
                    <a:cubicBezTo>
                      <a:pt x="1951" y="518"/>
                      <a:pt x="1951" y="518"/>
                      <a:pt x="1960" y="635"/>
                    </a:cubicBezTo>
                    <a:cubicBezTo>
                      <a:pt x="1964" y="781"/>
                      <a:pt x="1961" y="900"/>
                      <a:pt x="1923" y="1042"/>
                    </a:cubicBezTo>
                    <a:cubicBezTo>
                      <a:pt x="1831" y="1132"/>
                      <a:pt x="1831" y="1132"/>
                      <a:pt x="1717" y="1218"/>
                    </a:cubicBezTo>
                    <a:cubicBezTo>
                      <a:pt x="1547" y="1366"/>
                      <a:pt x="1494" y="1457"/>
                      <a:pt x="1469" y="1683"/>
                    </a:cubicBezTo>
                    <a:cubicBezTo>
                      <a:pt x="1455" y="1911"/>
                      <a:pt x="1451" y="2140"/>
                      <a:pt x="1446" y="2369"/>
                    </a:cubicBezTo>
                    <a:cubicBezTo>
                      <a:pt x="1416" y="3376"/>
                      <a:pt x="1416" y="3376"/>
                      <a:pt x="1249" y="3611"/>
                    </a:cubicBezTo>
                    <a:cubicBezTo>
                      <a:pt x="1042" y="3796"/>
                      <a:pt x="762" y="3802"/>
                      <a:pt x="497" y="3798"/>
                    </a:cubicBezTo>
                    <a:cubicBezTo>
                      <a:pt x="346" y="3776"/>
                      <a:pt x="257" y="3750"/>
                      <a:pt x="122" y="3676"/>
                    </a:cubicBezTo>
                    <a:cubicBezTo>
                      <a:pt x="5" y="3464"/>
                      <a:pt x="10" y="3260"/>
                      <a:pt x="9" y="3021"/>
                    </a:cubicBezTo>
                    <a:cubicBezTo>
                      <a:pt x="6" y="2974"/>
                      <a:pt x="4" y="2927"/>
                      <a:pt x="1" y="2878"/>
                    </a:cubicBezTo>
                    <a:cubicBezTo>
                      <a:pt x="0" y="2740"/>
                      <a:pt x="3" y="2631"/>
                      <a:pt x="48" y="2500"/>
                    </a:cubicBezTo>
                    <a:cubicBezTo>
                      <a:pt x="150" y="2433"/>
                      <a:pt x="252" y="2396"/>
                      <a:pt x="367" y="2352"/>
                    </a:cubicBezTo>
                    <a:cubicBezTo>
                      <a:pt x="465" y="2292"/>
                      <a:pt x="465" y="2292"/>
                      <a:pt x="512" y="2182"/>
                    </a:cubicBezTo>
                    <a:cubicBezTo>
                      <a:pt x="537" y="2045"/>
                      <a:pt x="555" y="1910"/>
                      <a:pt x="569" y="1771"/>
                    </a:cubicBezTo>
                    <a:cubicBezTo>
                      <a:pt x="604" y="1412"/>
                      <a:pt x="604" y="1412"/>
                      <a:pt x="673" y="1250"/>
                    </a:cubicBezTo>
                    <a:cubicBezTo>
                      <a:pt x="768" y="1190"/>
                      <a:pt x="768" y="1190"/>
                      <a:pt x="880" y="1147"/>
                    </a:cubicBezTo>
                    <a:cubicBezTo>
                      <a:pt x="1024" y="1091"/>
                      <a:pt x="1076" y="1070"/>
                      <a:pt x="1143" y="929"/>
                    </a:cubicBezTo>
                    <a:cubicBezTo>
                      <a:pt x="1177" y="789"/>
                      <a:pt x="1201" y="651"/>
                      <a:pt x="1220" y="508"/>
                    </a:cubicBezTo>
                    <a:cubicBezTo>
                      <a:pt x="1228" y="459"/>
                      <a:pt x="1236" y="410"/>
                      <a:pt x="1244" y="360"/>
                    </a:cubicBezTo>
                    <a:cubicBezTo>
                      <a:pt x="1264" y="240"/>
                      <a:pt x="1281" y="120"/>
                      <a:pt x="1298" y="0"/>
                    </a:cubicBezTo>
                    <a:close/>
                  </a:path>
                </a:pathLst>
              </a:custGeom>
              <a:solidFill>
                <a:srgbClr val="AC8FD3"/>
              </a:solidFill>
              <a:ln w="2646" cap="flat">
                <a:noFill/>
              </a:ln>
            </p:spPr>
          </p:sp>
          <p:sp>
            <p:nvSpPr>
              <p:cNvPr id="3275" name="ICON_A_EEG_WAVE_GRAPHIC_path_086"/>
              <p:cNvSpPr/>
              <p:nvPr/>
            </p:nvSpPr>
            <p:spPr>
              <a:xfrm>
                <a:off x="2022552" y="904875"/>
                <a:ext cx="17986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1416" h="4375" fill="norm" stroke="0">
                    <a:moveTo>
                      <a:pt x="119" y="0"/>
                    </a:moveTo>
                    <a:cubicBezTo>
                      <a:pt x="325" y="0"/>
                      <a:pt x="531" y="0"/>
                      <a:pt x="744" y="0"/>
                    </a:cubicBezTo>
                    <a:cubicBezTo>
                      <a:pt x="748" y="87"/>
                      <a:pt x="752" y="175"/>
                      <a:pt x="756" y="264"/>
                    </a:cubicBezTo>
                    <a:cubicBezTo>
                      <a:pt x="770" y="553"/>
                      <a:pt x="787" y="842"/>
                      <a:pt x="804" y="1130"/>
                    </a:cubicBezTo>
                    <a:cubicBezTo>
                      <a:pt x="814" y="1305"/>
                      <a:pt x="824" y="1480"/>
                      <a:pt x="832" y="1655"/>
                    </a:cubicBezTo>
                    <a:cubicBezTo>
                      <a:pt x="840" y="1824"/>
                      <a:pt x="849" y="1993"/>
                      <a:pt x="860" y="2161"/>
                    </a:cubicBezTo>
                    <a:cubicBezTo>
                      <a:pt x="864" y="2226"/>
                      <a:pt x="867" y="2290"/>
                      <a:pt x="870" y="2355"/>
                    </a:cubicBezTo>
                    <a:cubicBezTo>
                      <a:pt x="877" y="2550"/>
                      <a:pt x="888" y="2731"/>
                      <a:pt x="952" y="2917"/>
                    </a:cubicBezTo>
                    <a:cubicBezTo>
                      <a:pt x="1057" y="3000"/>
                      <a:pt x="1151" y="3039"/>
                      <a:pt x="1276" y="3084"/>
                    </a:cubicBezTo>
                    <a:cubicBezTo>
                      <a:pt x="1307" y="3097"/>
                      <a:pt x="1338" y="3111"/>
                      <a:pt x="1369" y="3125"/>
                    </a:cubicBezTo>
                    <a:cubicBezTo>
                      <a:pt x="1416" y="3263"/>
                      <a:pt x="1416" y="3263"/>
                      <a:pt x="1410" y="3419"/>
                    </a:cubicBezTo>
                    <a:cubicBezTo>
                      <a:pt x="1409" y="3446"/>
                      <a:pt x="1409" y="3474"/>
                      <a:pt x="1408" y="3502"/>
                    </a:cubicBezTo>
                    <a:cubicBezTo>
                      <a:pt x="1406" y="3589"/>
                      <a:pt x="1400" y="3676"/>
                      <a:pt x="1395" y="3763"/>
                    </a:cubicBezTo>
                    <a:cubicBezTo>
                      <a:pt x="1393" y="3822"/>
                      <a:pt x="1391" y="3881"/>
                      <a:pt x="1389" y="3941"/>
                    </a:cubicBezTo>
                    <a:cubicBezTo>
                      <a:pt x="1385" y="4086"/>
                      <a:pt x="1377" y="4230"/>
                      <a:pt x="1369" y="4375"/>
                    </a:cubicBezTo>
                    <a:cubicBezTo>
                      <a:pt x="1149" y="4325"/>
                      <a:pt x="943" y="4274"/>
                      <a:pt x="744" y="4167"/>
                    </a:cubicBezTo>
                    <a:cubicBezTo>
                      <a:pt x="721" y="4050"/>
                      <a:pt x="742" y="3968"/>
                      <a:pt x="764" y="3852"/>
                    </a:cubicBezTo>
                    <a:cubicBezTo>
                      <a:pt x="758" y="3818"/>
                      <a:pt x="751" y="3785"/>
                      <a:pt x="744" y="3750"/>
                    </a:cubicBezTo>
                    <a:cubicBezTo>
                      <a:pt x="609" y="3712"/>
                      <a:pt x="609" y="3712"/>
                      <a:pt x="525" y="3698"/>
                    </a:cubicBezTo>
                    <a:cubicBezTo>
                      <a:pt x="375" y="3672"/>
                      <a:pt x="240" y="3637"/>
                      <a:pt x="119" y="3542"/>
                    </a:cubicBezTo>
                    <a:cubicBezTo>
                      <a:pt x="0" y="3306"/>
                      <a:pt x="47" y="3001"/>
                      <a:pt x="58" y="2747"/>
                    </a:cubicBezTo>
                    <a:cubicBezTo>
                      <a:pt x="59" y="2668"/>
                      <a:pt x="60" y="2588"/>
                      <a:pt x="61" y="2509"/>
                    </a:cubicBezTo>
                    <a:cubicBezTo>
                      <a:pt x="63" y="2301"/>
                      <a:pt x="69" y="2094"/>
                      <a:pt x="76" y="1886"/>
                    </a:cubicBezTo>
                    <a:cubicBezTo>
                      <a:pt x="82" y="1673"/>
                      <a:pt x="85" y="1461"/>
                      <a:pt x="89" y="1249"/>
                    </a:cubicBezTo>
                    <a:cubicBezTo>
                      <a:pt x="95" y="832"/>
                      <a:pt x="106" y="416"/>
                      <a:pt x="119" y="0"/>
                    </a:cubicBezTo>
                    <a:close/>
                  </a:path>
                </a:pathLst>
              </a:custGeom>
              <a:solidFill>
                <a:srgbClr val="4F7BF5"/>
              </a:solidFill>
              <a:ln w="2646" cap="flat">
                <a:noFill/>
              </a:ln>
            </p:spPr>
          </p:sp>
          <p:sp>
            <p:nvSpPr>
              <p:cNvPr id="3276" name="ICON_A_EEG_WAVE_GRAPHIC_path_087"/>
              <p:cNvSpPr/>
              <p:nvPr/>
            </p:nvSpPr>
            <p:spPr>
              <a:xfrm>
                <a:off x="1602368" y="903749"/>
                <a:ext cx="20267" cy="40984"/>
              </a:xfrm>
              <a:custGeom>
                <a:avLst/>
                <a:gdLst/>
                <a:ahLst/>
                <a:cxnLst/>
                <a:rect l="0" t="0" r="r" b="b"/>
                <a:pathLst>
                  <a:path w="1596" h="3227" fill="norm" stroke="0">
                    <a:moveTo>
                      <a:pt x="1215" y="59"/>
                    </a:moveTo>
                    <a:cubicBezTo>
                      <a:pt x="1252" y="69"/>
                      <a:pt x="1290" y="79"/>
                      <a:pt x="1329" y="89"/>
                    </a:cubicBezTo>
                    <a:cubicBezTo>
                      <a:pt x="1370" y="344"/>
                      <a:pt x="1407" y="599"/>
                      <a:pt x="1441" y="855"/>
                    </a:cubicBezTo>
                    <a:cubicBezTo>
                      <a:pt x="1453" y="942"/>
                      <a:pt x="1466" y="1029"/>
                      <a:pt x="1480" y="1115"/>
                    </a:cubicBezTo>
                    <a:cubicBezTo>
                      <a:pt x="1561" y="1622"/>
                      <a:pt x="1596" y="1984"/>
                      <a:pt x="1293" y="2416"/>
                    </a:cubicBezTo>
                    <a:cubicBezTo>
                      <a:pt x="1203" y="2529"/>
                      <a:pt x="1147" y="2585"/>
                      <a:pt x="1003" y="2606"/>
                    </a:cubicBezTo>
                    <a:cubicBezTo>
                      <a:pt x="933" y="2594"/>
                      <a:pt x="864" y="2582"/>
                      <a:pt x="795" y="2569"/>
                    </a:cubicBezTo>
                    <a:cubicBezTo>
                      <a:pt x="765" y="2576"/>
                      <a:pt x="735" y="2582"/>
                      <a:pt x="704" y="2589"/>
                    </a:cubicBezTo>
                    <a:cubicBezTo>
                      <a:pt x="647" y="2724"/>
                      <a:pt x="609" y="2847"/>
                      <a:pt x="585" y="2991"/>
                    </a:cubicBezTo>
                    <a:cubicBezTo>
                      <a:pt x="568" y="3077"/>
                      <a:pt x="568" y="3077"/>
                      <a:pt x="496" y="3214"/>
                    </a:cubicBezTo>
                    <a:cubicBezTo>
                      <a:pt x="398" y="3227"/>
                      <a:pt x="398" y="3227"/>
                      <a:pt x="283" y="3222"/>
                    </a:cubicBezTo>
                    <a:cubicBezTo>
                      <a:pt x="245" y="3221"/>
                      <a:pt x="207" y="3220"/>
                      <a:pt x="168" y="3219"/>
                    </a:cubicBezTo>
                    <a:cubicBezTo>
                      <a:pt x="139" y="3217"/>
                      <a:pt x="109" y="3215"/>
                      <a:pt x="79" y="3214"/>
                    </a:cubicBezTo>
                    <a:cubicBezTo>
                      <a:pt x="65" y="2929"/>
                      <a:pt x="54" y="2645"/>
                      <a:pt x="47" y="2360"/>
                    </a:cubicBezTo>
                    <a:cubicBezTo>
                      <a:pt x="44" y="2228"/>
                      <a:pt x="39" y="2096"/>
                      <a:pt x="32" y="1964"/>
                    </a:cubicBezTo>
                    <a:cubicBezTo>
                      <a:pt x="0" y="1325"/>
                      <a:pt x="29" y="840"/>
                      <a:pt x="439" y="326"/>
                    </a:cubicBezTo>
                    <a:cubicBezTo>
                      <a:pt x="673" y="72"/>
                      <a:pt x="876" y="0"/>
                      <a:pt x="1215" y="59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77" name="ICON_A_EEG_WAVE_GRAPHIC_path_088"/>
              <p:cNvSpPr/>
              <p:nvPr/>
            </p:nvSpPr>
            <p:spPr>
              <a:xfrm>
                <a:off x="2380821" y="944562"/>
                <a:ext cx="17283" cy="39746"/>
              </a:xfrm>
              <a:custGeom>
                <a:avLst/>
                <a:gdLst/>
                <a:ahLst/>
                <a:cxnLst/>
                <a:rect l="0" t="0" r="r" b="b"/>
                <a:pathLst>
                  <a:path w="1361" h="3130" fill="norm" stroke="0">
                    <a:moveTo>
                      <a:pt x="34" y="0"/>
                    </a:moveTo>
                    <a:cubicBezTo>
                      <a:pt x="136" y="30"/>
                      <a:pt x="238" y="60"/>
                      <a:pt x="340" y="92"/>
                    </a:cubicBezTo>
                    <a:cubicBezTo>
                      <a:pt x="355" y="96"/>
                      <a:pt x="355" y="96"/>
                      <a:pt x="429" y="117"/>
                    </a:cubicBezTo>
                    <a:cubicBezTo>
                      <a:pt x="643" y="185"/>
                      <a:pt x="643" y="185"/>
                      <a:pt x="724" y="306"/>
                    </a:cubicBezTo>
                    <a:cubicBezTo>
                      <a:pt x="754" y="414"/>
                      <a:pt x="767" y="514"/>
                      <a:pt x="776" y="625"/>
                    </a:cubicBezTo>
                    <a:cubicBezTo>
                      <a:pt x="804" y="914"/>
                      <a:pt x="804" y="914"/>
                      <a:pt x="867" y="1042"/>
                    </a:cubicBezTo>
                    <a:cubicBezTo>
                      <a:pt x="965" y="1084"/>
                      <a:pt x="965" y="1084"/>
                      <a:pt x="1080" y="1119"/>
                    </a:cubicBezTo>
                    <a:cubicBezTo>
                      <a:pt x="1192" y="1165"/>
                      <a:pt x="1192" y="1165"/>
                      <a:pt x="1284" y="1250"/>
                    </a:cubicBezTo>
                    <a:cubicBezTo>
                      <a:pt x="1361" y="1519"/>
                      <a:pt x="1322" y="1820"/>
                      <a:pt x="1310" y="2096"/>
                    </a:cubicBezTo>
                    <a:cubicBezTo>
                      <a:pt x="1308" y="2176"/>
                      <a:pt x="1306" y="2255"/>
                      <a:pt x="1304" y="2334"/>
                    </a:cubicBezTo>
                    <a:cubicBezTo>
                      <a:pt x="1300" y="2529"/>
                      <a:pt x="1292" y="2722"/>
                      <a:pt x="1284" y="2917"/>
                    </a:cubicBezTo>
                    <a:cubicBezTo>
                      <a:pt x="1115" y="2958"/>
                      <a:pt x="946" y="2996"/>
                      <a:pt x="776" y="3034"/>
                    </a:cubicBezTo>
                    <a:cubicBezTo>
                      <a:pt x="728" y="3046"/>
                      <a:pt x="680" y="3057"/>
                      <a:pt x="631" y="3069"/>
                    </a:cubicBezTo>
                    <a:cubicBezTo>
                      <a:pt x="584" y="3079"/>
                      <a:pt x="538" y="3089"/>
                      <a:pt x="490" y="3100"/>
                    </a:cubicBezTo>
                    <a:cubicBezTo>
                      <a:pt x="448" y="3110"/>
                      <a:pt x="405" y="3119"/>
                      <a:pt x="361" y="3130"/>
                    </a:cubicBezTo>
                    <a:cubicBezTo>
                      <a:pt x="220" y="3124"/>
                      <a:pt x="173" y="3082"/>
                      <a:pt x="77" y="2981"/>
                    </a:cubicBezTo>
                    <a:cubicBezTo>
                      <a:pt x="0" y="2867"/>
                      <a:pt x="9" y="2760"/>
                      <a:pt x="10" y="2625"/>
                    </a:cubicBezTo>
                    <a:cubicBezTo>
                      <a:pt x="10" y="2611"/>
                      <a:pt x="10" y="2611"/>
                      <a:pt x="10" y="2539"/>
                    </a:cubicBezTo>
                    <a:cubicBezTo>
                      <a:pt x="10" y="2445"/>
                      <a:pt x="12" y="2352"/>
                      <a:pt x="13" y="2258"/>
                    </a:cubicBezTo>
                    <a:cubicBezTo>
                      <a:pt x="14" y="2193"/>
                      <a:pt x="14" y="2128"/>
                      <a:pt x="14" y="2063"/>
                    </a:cubicBezTo>
                    <a:cubicBezTo>
                      <a:pt x="15" y="1892"/>
                      <a:pt x="17" y="1721"/>
                      <a:pt x="19" y="1550"/>
                    </a:cubicBezTo>
                    <a:cubicBezTo>
                      <a:pt x="22" y="1376"/>
                      <a:pt x="23" y="1201"/>
                      <a:pt x="24" y="1027"/>
                    </a:cubicBezTo>
                    <a:cubicBezTo>
                      <a:pt x="26" y="684"/>
                      <a:pt x="29" y="342"/>
                      <a:pt x="34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78" name="ICON_A_EEG_WAVE_GRAPHIC_path_089"/>
              <p:cNvSpPr/>
              <p:nvPr/>
            </p:nvSpPr>
            <p:spPr>
              <a:xfrm>
                <a:off x="1785619" y="936251"/>
                <a:ext cx="19188" cy="40061"/>
              </a:xfrm>
              <a:custGeom>
                <a:avLst/>
                <a:gdLst/>
                <a:ahLst/>
                <a:cxnLst/>
                <a:rect l="0" t="0" r="r" b="b"/>
                <a:pathLst>
                  <a:path w="1511" h="3154" fill="norm" stroke="0">
                    <a:moveTo>
                      <a:pt x="455" y="16"/>
                    </a:moveTo>
                    <a:cubicBezTo>
                      <a:pt x="492" y="18"/>
                      <a:pt x="528" y="20"/>
                      <a:pt x="566" y="22"/>
                    </a:cubicBezTo>
                    <a:cubicBezTo>
                      <a:pt x="580" y="23"/>
                      <a:pt x="580" y="23"/>
                      <a:pt x="650" y="29"/>
                    </a:cubicBezTo>
                    <a:cubicBezTo>
                      <a:pt x="649" y="48"/>
                      <a:pt x="649" y="48"/>
                      <a:pt x="640" y="141"/>
                    </a:cubicBezTo>
                    <a:cubicBezTo>
                      <a:pt x="560" y="1171"/>
                      <a:pt x="560" y="1171"/>
                      <a:pt x="708" y="1349"/>
                    </a:cubicBezTo>
                    <a:cubicBezTo>
                      <a:pt x="816" y="1404"/>
                      <a:pt x="917" y="1418"/>
                      <a:pt x="1036" y="1435"/>
                    </a:cubicBezTo>
                    <a:cubicBezTo>
                      <a:pt x="1203" y="1460"/>
                      <a:pt x="1258" y="1469"/>
                      <a:pt x="1378" y="1599"/>
                    </a:cubicBezTo>
                    <a:cubicBezTo>
                      <a:pt x="1491" y="1816"/>
                      <a:pt x="1511" y="2007"/>
                      <a:pt x="1450" y="2244"/>
                    </a:cubicBezTo>
                    <a:cubicBezTo>
                      <a:pt x="1344" y="2560"/>
                      <a:pt x="1207" y="2849"/>
                      <a:pt x="1067" y="3154"/>
                    </a:cubicBezTo>
                    <a:cubicBezTo>
                      <a:pt x="723" y="3086"/>
                      <a:pt x="379" y="3017"/>
                      <a:pt x="25" y="2946"/>
                    </a:cubicBezTo>
                    <a:cubicBezTo>
                      <a:pt x="20" y="2597"/>
                      <a:pt x="17" y="2247"/>
                      <a:pt x="14" y="1897"/>
                    </a:cubicBezTo>
                    <a:cubicBezTo>
                      <a:pt x="13" y="1735"/>
                      <a:pt x="12" y="1573"/>
                      <a:pt x="9" y="1411"/>
                    </a:cubicBezTo>
                    <a:cubicBezTo>
                      <a:pt x="7" y="1254"/>
                      <a:pt x="6" y="1097"/>
                      <a:pt x="5" y="941"/>
                    </a:cubicBezTo>
                    <a:cubicBezTo>
                      <a:pt x="5" y="881"/>
                      <a:pt x="4" y="821"/>
                      <a:pt x="3" y="761"/>
                    </a:cubicBezTo>
                    <a:cubicBezTo>
                      <a:pt x="1" y="678"/>
                      <a:pt x="1" y="594"/>
                      <a:pt x="1" y="510"/>
                    </a:cubicBezTo>
                    <a:cubicBezTo>
                      <a:pt x="1" y="463"/>
                      <a:pt x="1" y="415"/>
                      <a:pt x="0" y="366"/>
                    </a:cubicBezTo>
                    <a:cubicBezTo>
                      <a:pt x="49" y="118"/>
                      <a:pt x="209" y="0"/>
                      <a:pt x="455" y="16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79" name="ICON_A_EEG_WAVE_GRAPHIC_path_090"/>
              <p:cNvSpPr/>
              <p:nvPr/>
            </p:nvSpPr>
            <p:spPr>
              <a:xfrm>
                <a:off x="2444226" y="896001"/>
                <a:ext cx="17542" cy="48562"/>
              </a:xfrm>
              <a:custGeom>
                <a:avLst/>
                <a:gdLst/>
                <a:ahLst/>
                <a:cxnLst/>
                <a:rect l="0" t="0" r="r" b="b"/>
                <a:pathLst>
                  <a:path w="1381" h="3824" fill="norm" stroke="0">
                    <a:moveTo>
                      <a:pt x="41" y="74"/>
                    </a:moveTo>
                    <a:cubicBezTo>
                      <a:pt x="259" y="18"/>
                      <a:pt x="451" y="0"/>
                      <a:pt x="666" y="74"/>
                    </a:cubicBezTo>
                    <a:cubicBezTo>
                      <a:pt x="966" y="275"/>
                      <a:pt x="1228" y="634"/>
                      <a:pt x="1310" y="987"/>
                    </a:cubicBezTo>
                    <a:cubicBezTo>
                      <a:pt x="1381" y="1425"/>
                      <a:pt x="1353" y="1876"/>
                      <a:pt x="1334" y="2316"/>
                    </a:cubicBezTo>
                    <a:cubicBezTo>
                      <a:pt x="1326" y="2517"/>
                      <a:pt x="1324" y="2718"/>
                      <a:pt x="1320" y="2918"/>
                    </a:cubicBezTo>
                    <a:cubicBezTo>
                      <a:pt x="1314" y="3220"/>
                      <a:pt x="1302" y="3522"/>
                      <a:pt x="1291" y="3824"/>
                    </a:cubicBezTo>
                    <a:cubicBezTo>
                      <a:pt x="879" y="3824"/>
                      <a:pt x="466" y="3824"/>
                      <a:pt x="41" y="3824"/>
                    </a:cubicBezTo>
                    <a:cubicBezTo>
                      <a:pt x="41" y="3618"/>
                      <a:pt x="41" y="3411"/>
                      <a:pt x="41" y="3199"/>
                    </a:cubicBezTo>
                    <a:cubicBezTo>
                      <a:pt x="246" y="3085"/>
                      <a:pt x="246" y="3085"/>
                      <a:pt x="361" y="3044"/>
                    </a:cubicBezTo>
                    <a:cubicBezTo>
                      <a:pt x="458" y="2990"/>
                      <a:pt x="458" y="2990"/>
                      <a:pt x="498" y="2895"/>
                    </a:cubicBezTo>
                    <a:cubicBezTo>
                      <a:pt x="513" y="2769"/>
                      <a:pt x="516" y="2649"/>
                      <a:pt x="513" y="2522"/>
                    </a:cubicBezTo>
                    <a:cubicBezTo>
                      <a:pt x="514" y="2476"/>
                      <a:pt x="514" y="2431"/>
                      <a:pt x="514" y="2384"/>
                    </a:cubicBezTo>
                    <a:cubicBezTo>
                      <a:pt x="515" y="2288"/>
                      <a:pt x="514" y="2192"/>
                      <a:pt x="512" y="2096"/>
                    </a:cubicBezTo>
                    <a:cubicBezTo>
                      <a:pt x="510" y="1949"/>
                      <a:pt x="512" y="1803"/>
                      <a:pt x="515" y="1656"/>
                    </a:cubicBezTo>
                    <a:cubicBezTo>
                      <a:pt x="515" y="1562"/>
                      <a:pt x="514" y="1469"/>
                      <a:pt x="513" y="1376"/>
                    </a:cubicBezTo>
                    <a:cubicBezTo>
                      <a:pt x="514" y="1354"/>
                      <a:pt x="514" y="1354"/>
                      <a:pt x="516" y="1243"/>
                    </a:cubicBezTo>
                    <a:cubicBezTo>
                      <a:pt x="512" y="1118"/>
                      <a:pt x="506" y="1023"/>
                      <a:pt x="458" y="907"/>
                    </a:cubicBezTo>
                    <a:cubicBezTo>
                      <a:pt x="353" y="830"/>
                      <a:pt x="257" y="786"/>
                      <a:pt x="134" y="743"/>
                    </a:cubicBezTo>
                    <a:cubicBezTo>
                      <a:pt x="41" y="699"/>
                      <a:pt x="41" y="699"/>
                      <a:pt x="8" y="620"/>
                    </a:cubicBezTo>
                    <a:cubicBezTo>
                      <a:pt x="0" y="535"/>
                      <a:pt x="5" y="459"/>
                      <a:pt x="15" y="373"/>
                    </a:cubicBezTo>
                    <a:cubicBezTo>
                      <a:pt x="17" y="344"/>
                      <a:pt x="19" y="315"/>
                      <a:pt x="21" y="286"/>
                    </a:cubicBezTo>
                    <a:cubicBezTo>
                      <a:pt x="26" y="215"/>
                      <a:pt x="33" y="144"/>
                      <a:pt x="41" y="74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80" name="ICON_A_EEG_WAVE_GRAPHIC_path_091"/>
              <p:cNvSpPr/>
              <p:nvPr/>
            </p:nvSpPr>
            <p:spPr>
              <a:xfrm>
                <a:off x="1531252" y="896025"/>
                <a:ext cx="17545" cy="43246"/>
              </a:xfrm>
              <a:custGeom>
                <a:avLst/>
                <a:gdLst/>
                <a:ahLst/>
                <a:cxnLst/>
                <a:rect l="0" t="0" r="r" b="b"/>
                <a:pathLst>
                  <a:path w="1381" h="3405" fill="norm" stroke="0">
                    <a:moveTo>
                      <a:pt x="54" y="72"/>
                    </a:moveTo>
                    <a:cubicBezTo>
                      <a:pt x="482" y="0"/>
                      <a:pt x="482" y="0"/>
                      <a:pt x="679" y="72"/>
                    </a:cubicBezTo>
                    <a:cubicBezTo>
                      <a:pt x="820" y="256"/>
                      <a:pt x="862" y="461"/>
                      <a:pt x="913" y="684"/>
                    </a:cubicBezTo>
                    <a:cubicBezTo>
                      <a:pt x="936" y="771"/>
                      <a:pt x="959" y="858"/>
                      <a:pt x="984" y="945"/>
                    </a:cubicBezTo>
                    <a:cubicBezTo>
                      <a:pt x="998" y="999"/>
                      <a:pt x="1012" y="1053"/>
                      <a:pt x="1025" y="1108"/>
                    </a:cubicBezTo>
                    <a:cubicBezTo>
                      <a:pt x="1061" y="1251"/>
                      <a:pt x="1092" y="1319"/>
                      <a:pt x="1203" y="1421"/>
                    </a:cubicBezTo>
                    <a:cubicBezTo>
                      <a:pt x="1346" y="1575"/>
                      <a:pt x="1341" y="1703"/>
                      <a:pt x="1346" y="1908"/>
                    </a:cubicBezTo>
                    <a:cubicBezTo>
                      <a:pt x="1347" y="1944"/>
                      <a:pt x="1349" y="1980"/>
                      <a:pt x="1350" y="2018"/>
                    </a:cubicBezTo>
                    <a:cubicBezTo>
                      <a:pt x="1352" y="2094"/>
                      <a:pt x="1353" y="2170"/>
                      <a:pt x="1354" y="2246"/>
                    </a:cubicBezTo>
                    <a:cubicBezTo>
                      <a:pt x="1356" y="2364"/>
                      <a:pt x="1362" y="2480"/>
                      <a:pt x="1369" y="2596"/>
                    </a:cubicBezTo>
                    <a:cubicBezTo>
                      <a:pt x="1381" y="3026"/>
                      <a:pt x="1381" y="3026"/>
                      <a:pt x="1304" y="3197"/>
                    </a:cubicBezTo>
                    <a:cubicBezTo>
                      <a:pt x="1131" y="3349"/>
                      <a:pt x="900" y="3379"/>
                      <a:pt x="679" y="3405"/>
                    </a:cubicBezTo>
                    <a:cubicBezTo>
                      <a:pt x="77" y="2783"/>
                      <a:pt x="0" y="2153"/>
                      <a:pt x="12" y="1312"/>
                    </a:cubicBezTo>
                    <a:cubicBezTo>
                      <a:pt x="13" y="1259"/>
                      <a:pt x="14" y="1206"/>
                      <a:pt x="15" y="1153"/>
                    </a:cubicBezTo>
                    <a:cubicBezTo>
                      <a:pt x="15" y="1126"/>
                      <a:pt x="16" y="1100"/>
                      <a:pt x="16" y="1072"/>
                    </a:cubicBezTo>
                    <a:cubicBezTo>
                      <a:pt x="24" y="739"/>
                      <a:pt x="36" y="405"/>
                      <a:pt x="54" y="72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81" name="ICON_A_EEG_WAVE_GRAPHIC_path_092"/>
              <p:cNvSpPr/>
              <p:nvPr/>
            </p:nvSpPr>
            <p:spPr>
              <a:xfrm>
                <a:off x="1476375" y="1365250"/>
                <a:ext cx="7938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625" h="4375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25" y="1444"/>
                      <a:pt x="625" y="2888"/>
                      <a:pt x="625" y="4375"/>
                    </a:cubicBezTo>
                    <a:cubicBezTo>
                      <a:pt x="419" y="4375"/>
                      <a:pt x="213" y="4375"/>
                      <a:pt x="0" y="4375"/>
                    </a:cubicBezTo>
                    <a:cubicBezTo>
                      <a:pt x="0" y="2931"/>
                      <a:pt x="0" y="1487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82" name="ICON_A_EEG_WAVE_GRAPHIC_path_093"/>
              <p:cNvSpPr/>
              <p:nvPr/>
            </p:nvSpPr>
            <p:spPr>
              <a:xfrm>
                <a:off x="2245884" y="936625"/>
                <a:ext cx="16304" cy="39746"/>
              </a:xfrm>
              <a:custGeom>
                <a:avLst/>
                <a:gdLst/>
                <a:ahLst/>
                <a:cxnLst/>
                <a:rect l="0" t="0" r="r" b="b"/>
                <a:pathLst>
                  <a:path w="1284" h="3130" fill="norm" stroke="0">
                    <a:moveTo>
                      <a:pt x="34" y="0"/>
                    </a:moveTo>
                    <a:cubicBezTo>
                      <a:pt x="240" y="0"/>
                      <a:pt x="446" y="0"/>
                      <a:pt x="659" y="0"/>
                    </a:cubicBezTo>
                    <a:cubicBezTo>
                      <a:pt x="659" y="619"/>
                      <a:pt x="659" y="1237"/>
                      <a:pt x="659" y="1875"/>
                    </a:cubicBezTo>
                    <a:cubicBezTo>
                      <a:pt x="865" y="1875"/>
                      <a:pt x="1071" y="1875"/>
                      <a:pt x="1284" y="1875"/>
                    </a:cubicBezTo>
                    <a:cubicBezTo>
                      <a:pt x="1284" y="2219"/>
                      <a:pt x="1284" y="2562"/>
                      <a:pt x="1284" y="2917"/>
                    </a:cubicBezTo>
                    <a:cubicBezTo>
                      <a:pt x="1115" y="2957"/>
                      <a:pt x="946" y="2996"/>
                      <a:pt x="776" y="3034"/>
                    </a:cubicBezTo>
                    <a:cubicBezTo>
                      <a:pt x="728" y="3046"/>
                      <a:pt x="680" y="3057"/>
                      <a:pt x="631" y="3069"/>
                    </a:cubicBezTo>
                    <a:cubicBezTo>
                      <a:pt x="584" y="3079"/>
                      <a:pt x="538" y="3089"/>
                      <a:pt x="490" y="3100"/>
                    </a:cubicBezTo>
                    <a:cubicBezTo>
                      <a:pt x="448" y="3110"/>
                      <a:pt x="405" y="3119"/>
                      <a:pt x="361" y="3130"/>
                    </a:cubicBezTo>
                    <a:cubicBezTo>
                      <a:pt x="220" y="3124"/>
                      <a:pt x="173" y="3082"/>
                      <a:pt x="77" y="2981"/>
                    </a:cubicBezTo>
                    <a:cubicBezTo>
                      <a:pt x="0" y="2867"/>
                      <a:pt x="9" y="2760"/>
                      <a:pt x="10" y="2625"/>
                    </a:cubicBezTo>
                    <a:cubicBezTo>
                      <a:pt x="10" y="2611"/>
                      <a:pt x="10" y="2611"/>
                      <a:pt x="10" y="2539"/>
                    </a:cubicBezTo>
                    <a:cubicBezTo>
                      <a:pt x="10" y="2445"/>
                      <a:pt x="12" y="2352"/>
                      <a:pt x="13" y="2258"/>
                    </a:cubicBezTo>
                    <a:cubicBezTo>
                      <a:pt x="14" y="2193"/>
                      <a:pt x="14" y="2128"/>
                      <a:pt x="14" y="2063"/>
                    </a:cubicBezTo>
                    <a:cubicBezTo>
                      <a:pt x="15" y="1892"/>
                      <a:pt x="17" y="1721"/>
                      <a:pt x="19" y="1550"/>
                    </a:cubicBezTo>
                    <a:cubicBezTo>
                      <a:pt x="22" y="1376"/>
                      <a:pt x="23" y="1201"/>
                      <a:pt x="24" y="1027"/>
                    </a:cubicBezTo>
                    <a:cubicBezTo>
                      <a:pt x="26" y="684"/>
                      <a:pt x="29" y="342"/>
                      <a:pt x="34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83" name="ICON_A_EEG_WAVE_GRAPHIC_path_094"/>
              <p:cNvSpPr/>
              <p:nvPr/>
            </p:nvSpPr>
            <p:spPr>
              <a:xfrm>
                <a:off x="1762125" y="912812"/>
                <a:ext cx="25146" cy="32872"/>
              </a:xfrm>
              <a:custGeom>
                <a:avLst/>
                <a:gdLst/>
                <a:ahLst/>
                <a:cxnLst/>
                <a:rect l="0" t="0" r="r" b="b"/>
                <a:pathLst>
                  <a:path w="1980" h="2588" fill="norm" stroke="0">
                    <a:moveTo>
                      <a:pt x="1250" y="0"/>
                    </a:moveTo>
                    <a:cubicBezTo>
                      <a:pt x="1469" y="33"/>
                      <a:pt x="1697" y="67"/>
                      <a:pt x="1875" y="208"/>
                    </a:cubicBezTo>
                    <a:cubicBezTo>
                      <a:pt x="1980" y="398"/>
                      <a:pt x="1965" y="625"/>
                      <a:pt x="1956" y="836"/>
                    </a:cubicBezTo>
                    <a:cubicBezTo>
                      <a:pt x="1953" y="938"/>
                      <a:pt x="1956" y="1038"/>
                      <a:pt x="1960" y="1140"/>
                    </a:cubicBezTo>
                    <a:cubicBezTo>
                      <a:pt x="1963" y="1510"/>
                      <a:pt x="1963" y="1510"/>
                      <a:pt x="1875" y="1667"/>
                    </a:cubicBezTo>
                    <a:cubicBezTo>
                      <a:pt x="1732" y="1771"/>
                      <a:pt x="1561" y="1797"/>
                      <a:pt x="1391" y="1834"/>
                    </a:cubicBezTo>
                    <a:cubicBezTo>
                      <a:pt x="1250" y="1875"/>
                      <a:pt x="1250" y="1875"/>
                      <a:pt x="1196" y="1948"/>
                    </a:cubicBezTo>
                    <a:cubicBezTo>
                      <a:pt x="1180" y="2034"/>
                      <a:pt x="1174" y="2114"/>
                      <a:pt x="1172" y="2200"/>
                    </a:cubicBezTo>
                    <a:cubicBezTo>
                      <a:pt x="1153" y="2323"/>
                      <a:pt x="1132" y="2412"/>
                      <a:pt x="1042" y="2500"/>
                    </a:cubicBezTo>
                    <a:cubicBezTo>
                      <a:pt x="705" y="2588"/>
                      <a:pt x="340" y="2526"/>
                      <a:pt x="0" y="2500"/>
                    </a:cubicBezTo>
                    <a:cubicBezTo>
                      <a:pt x="0" y="2088"/>
                      <a:pt x="0" y="1675"/>
                      <a:pt x="0" y="1250"/>
                    </a:cubicBezTo>
                    <a:cubicBezTo>
                      <a:pt x="84" y="1244"/>
                      <a:pt x="84" y="1244"/>
                      <a:pt x="508" y="1211"/>
                    </a:cubicBezTo>
                    <a:cubicBezTo>
                      <a:pt x="705" y="1184"/>
                      <a:pt x="871" y="1148"/>
                      <a:pt x="1042" y="1042"/>
                    </a:cubicBezTo>
                    <a:cubicBezTo>
                      <a:pt x="1231" y="738"/>
                      <a:pt x="1240" y="350"/>
                      <a:pt x="1250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84" name="ICON_A_EEG_WAVE_GRAPHIC_path_095"/>
              <p:cNvSpPr/>
              <p:nvPr/>
            </p:nvSpPr>
            <p:spPr>
              <a:xfrm>
                <a:off x="1625861" y="967366"/>
                <a:ext cx="20365" cy="32758"/>
              </a:xfrm>
              <a:custGeom>
                <a:avLst/>
                <a:gdLst/>
                <a:ahLst/>
                <a:cxnLst/>
                <a:rect l="0" t="0" r="r" b="b"/>
                <a:pathLst>
                  <a:path w="1604" h="2579" fill="norm" stroke="0">
                    <a:moveTo>
                      <a:pt x="976" y="161"/>
                    </a:moveTo>
                    <a:cubicBezTo>
                      <a:pt x="1356" y="258"/>
                      <a:pt x="1356" y="258"/>
                      <a:pt x="1484" y="405"/>
                    </a:cubicBezTo>
                    <a:cubicBezTo>
                      <a:pt x="1604" y="615"/>
                      <a:pt x="1584" y="815"/>
                      <a:pt x="1534" y="1044"/>
                    </a:cubicBezTo>
                    <a:cubicBezTo>
                      <a:pt x="1493" y="1190"/>
                      <a:pt x="1446" y="1331"/>
                      <a:pt x="1394" y="1473"/>
                    </a:cubicBezTo>
                    <a:cubicBezTo>
                      <a:pt x="1385" y="1496"/>
                      <a:pt x="1385" y="1496"/>
                      <a:pt x="1342" y="1616"/>
                    </a:cubicBezTo>
                    <a:cubicBezTo>
                      <a:pt x="1287" y="1745"/>
                      <a:pt x="1239" y="1848"/>
                      <a:pt x="1146" y="1954"/>
                    </a:cubicBezTo>
                    <a:cubicBezTo>
                      <a:pt x="990" y="1998"/>
                      <a:pt x="894" y="1980"/>
                      <a:pt x="729" y="1954"/>
                    </a:cubicBezTo>
                    <a:cubicBezTo>
                      <a:pt x="729" y="2161"/>
                      <a:pt x="729" y="2367"/>
                      <a:pt x="729" y="2579"/>
                    </a:cubicBezTo>
                    <a:cubicBezTo>
                      <a:pt x="249" y="2519"/>
                      <a:pt x="249" y="2519"/>
                      <a:pt x="104" y="2371"/>
                    </a:cubicBezTo>
                    <a:cubicBezTo>
                      <a:pt x="0" y="2091"/>
                      <a:pt x="33" y="1770"/>
                      <a:pt x="46" y="1477"/>
                    </a:cubicBezTo>
                    <a:cubicBezTo>
                      <a:pt x="52" y="1330"/>
                      <a:pt x="54" y="1184"/>
                      <a:pt x="56" y="1036"/>
                    </a:cubicBezTo>
                    <a:cubicBezTo>
                      <a:pt x="58" y="943"/>
                      <a:pt x="60" y="850"/>
                      <a:pt x="62" y="756"/>
                    </a:cubicBezTo>
                    <a:cubicBezTo>
                      <a:pt x="63" y="713"/>
                      <a:pt x="64" y="669"/>
                      <a:pt x="65" y="624"/>
                    </a:cubicBezTo>
                    <a:cubicBezTo>
                      <a:pt x="81" y="285"/>
                      <a:pt x="81" y="285"/>
                      <a:pt x="196" y="154"/>
                    </a:cubicBezTo>
                    <a:cubicBezTo>
                      <a:pt x="437" y="0"/>
                      <a:pt x="712" y="106"/>
                      <a:pt x="976" y="161"/>
                    </a:cubicBezTo>
                    <a:close/>
                  </a:path>
                </a:pathLst>
              </a:custGeom>
              <a:solidFill>
                <a:srgbClr val="4779F9"/>
              </a:solidFill>
              <a:ln w="2646" cap="flat">
                <a:noFill/>
              </a:ln>
            </p:spPr>
          </p:sp>
          <p:sp>
            <p:nvSpPr>
              <p:cNvPr id="3285" name="ICON_A_EEG_WAVE_GRAPHIC_path_096"/>
              <p:cNvSpPr/>
              <p:nvPr/>
            </p:nvSpPr>
            <p:spPr>
              <a:xfrm>
                <a:off x="1705780" y="1292943"/>
                <a:ext cx="32904" cy="24794"/>
              </a:xfrm>
              <a:custGeom>
                <a:avLst/>
                <a:gdLst/>
                <a:ahLst/>
                <a:cxnLst/>
                <a:rect l="0" t="0" r="r" b="b"/>
                <a:pathLst>
                  <a:path w="2591" h="1952" fill="norm" stroke="0">
                    <a:moveTo>
                      <a:pt x="1447" y="6"/>
                    </a:moveTo>
                    <a:cubicBezTo>
                      <a:pt x="1812" y="0"/>
                      <a:pt x="2031" y="90"/>
                      <a:pt x="2301" y="342"/>
                    </a:cubicBezTo>
                    <a:cubicBezTo>
                      <a:pt x="2447" y="495"/>
                      <a:pt x="2575" y="642"/>
                      <a:pt x="2591" y="860"/>
                    </a:cubicBezTo>
                    <a:cubicBezTo>
                      <a:pt x="2571" y="1052"/>
                      <a:pt x="2496" y="1189"/>
                      <a:pt x="2353" y="1319"/>
                    </a:cubicBezTo>
                    <a:cubicBezTo>
                      <a:pt x="2069" y="1493"/>
                      <a:pt x="1754" y="1592"/>
                      <a:pt x="1437" y="1692"/>
                    </a:cubicBezTo>
                    <a:cubicBezTo>
                      <a:pt x="1327" y="1730"/>
                      <a:pt x="1229" y="1774"/>
                      <a:pt x="1126" y="1829"/>
                    </a:cubicBezTo>
                    <a:cubicBezTo>
                      <a:pt x="975" y="1906"/>
                      <a:pt x="860" y="1952"/>
                      <a:pt x="687" y="1944"/>
                    </a:cubicBezTo>
                    <a:cubicBezTo>
                      <a:pt x="419" y="1810"/>
                      <a:pt x="203" y="1579"/>
                      <a:pt x="62" y="1319"/>
                    </a:cubicBezTo>
                    <a:cubicBezTo>
                      <a:pt x="0" y="1108"/>
                      <a:pt x="21" y="906"/>
                      <a:pt x="62" y="694"/>
                    </a:cubicBezTo>
                    <a:cubicBezTo>
                      <a:pt x="92" y="689"/>
                      <a:pt x="123" y="685"/>
                      <a:pt x="154" y="681"/>
                    </a:cubicBezTo>
                    <a:cubicBezTo>
                      <a:pt x="293" y="661"/>
                      <a:pt x="431" y="638"/>
                      <a:pt x="569" y="615"/>
                    </a:cubicBezTo>
                    <a:cubicBezTo>
                      <a:pt x="617" y="609"/>
                      <a:pt x="665" y="602"/>
                      <a:pt x="715" y="596"/>
                    </a:cubicBezTo>
                    <a:cubicBezTo>
                      <a:pt x="1069" y="534"/>
                      <a:pt x="1069" y="534"/>
                      <a:pt x="1173" y="386"/>
                    </a:cubicBezTo>
                    <a:cubicBezTo>
                      <a:pt x="1206" y="312"/>
                      <a:pt x="1237" y="237"/>
                      <a:pt x="1266" y="161"/>
                    </a:cubicBezTo>
                    <a:cubicBezTo>
                      <a:pt x="1312" y="69"/>
                      <a:pt x="1312" y="69"/>
                      <a:pt x="1447" y="6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286" name="ICON_A_EEG_WAVE_GRAPHIC_path_097"/>
              <p:cNvSpPr/>
              <p:nvPr/>
            </p:nvSpPr>
            <p:spPr>
              <a:xfrm>
                <a:off x="2373313" y="933979"/>
                <a:ext cx="40614" cy="27903"/>
              </a:xfrm>
              <a:custGeom>
                <a:avLst/>
                <a:gdLst/>
                <a:ahLst/>
                <a:cxnLst/>
                <a:rect l="0" t="0" r="r" b="b"/>
                <a:pathLst>
                  <a:path w="3198" h="2197" fill="norm" stroke="0">
                    <a:moveTo>
                      <a:pt x="417" y="0"/>
                    </a:moveTo>
                    <a:cubicBezTo>
                      <a:pt x="554" y="60"/>
                      <a:pt x="692" y="120"/>
                      <a:pt x="833" y="182"/>
                    </a:cubicBezTo>
                    <a:cubicBezTo>
                      <a:pt x="877" y="200"/>
                      <a:pt x="920" y="218"/>
                      <a:pt x="965" y="237"/>
                    </a:cubicBezTo>
                    <a:cubicBezTo>
                      <a:pt x="1075" y="288"/>
                      <a:pt x="1161" y="333"/>
                      <a:pt x="1250" y="417"/>
                    </a:cubicBezTo>
                    <a:cubicBezTo>
                      <a:pt x="1285" y="561"/>
                      <a:pt x="1276" y="688"/>
                      <a:pt x="1250" y="833"/>
                    </a:cubicBezTo>
                    <a:cubicBezTo>
                      <a:pt x="1288" y="826"/>
                      <a:pt x="1326" y="819"/>
                      <a:pt x="1365" y="811"/>
                    </a:cubicBezTo>
                    <a:cubicBezTo>
                      <a:pt x="1583" y="783"/>
                      <a:pt x="1777" y="767"/>
                      <a:pt x="1966" y="895"/>
                    </a:cubicBezTo>
                    <a:cubicBezTo>
                      <a:pt x="2163" y="1065"/>
                      <a:pt x="2333" y="1259"/>
                      <a:pt x="2500" y="1458"/>
                    </a:cubicBezTo>
                    <a:cubicBezTo>
                      <a:pt x="2500" y="1252"/>
                      <a:pt x="2500" y="1046"/>
                      <a:pt x="2500" y="833"/>
                    </a:cubicBezTo>
                    <a:cubicBezTo>
                      <a:pt x="2706" y="833"/>
                      <a:pt x="2912" y="833"/>
                      <a:pt x="3125" y="833"/>
                    </a:cubicBezTo>
                    <a:cubicBezTo>
                      <a:pt x="3170" y="1146"/>
                      <a:pt x="3198" y="1368"/>
                      <a:pt x="3022" y="1639"/>
                    </a:cubicBezTo>
                    <a:cubicBezTo>
                      <a:pt x="2776" y="1954"/>
                      <a:pt x="2502" y="2121"/>
                      <a:pt x="2105" y="2179"/>
                    </a:cubicBezTo>
                    <a:cubicBezTo>
                      <a:pt x="1872" y="2193"/>
                      <a:pt x="1667" y="2197"/>
                      <a:pt x="1458" y="2083"/>
                    </a:cubicBezTo>
                    <a:cubicBezTo>
                      <a:pt x="1321" y="1887"/>
                      <a:pt x="1272" y="1658"/>
                      <a:pt x="1211" y="1429"/>
                    </a:cubicBezTo>
                    <a:cubicBezTo>
                      <a:pt x="1102" y="1078"/>
                      <a:pt x="1102" y="1078"/>
                      <a:pt x="924" y="972"/>
                    </a:cubicBezTo>
                    <a:cubicBezTo>
                      <a:pt x="623" y="872"/>
                      <a:pt x="315" y="847"/>
                      <a:pt x="0" y="833"/>
                    </a:cubicBezTo>
                    <a:cubicBezTo>
                      <a:pt x="137" y="558"/>
                      <a:pt x="275" y="283"/>
                      <a:pt x="417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87" name="ICON_A_EEG_WAVE_GRAPHIC_path_098"/>
              <p:cNvSpPr/>
              <p:nvPr/>
            </p:nvSpPr>
            <p:spPr>
              <a:xfrm>
                <a:off x="1504820" y="960438"/>
                <a:ext cx="19910" cy="32419"/>
              </a:xfrm>
              <a:custGeom>
                <a:avLst/>
                <a:gdLst/>
                <a:ahLst/>
                <a:cxnLst/>
                <a:rect l="0" t="0" r="r" b="b"/>
                <a:pathLst>
                  <a:path w="1568" h="2553" fill="norm" stroke="0">
                    <a:moveTo>
                      <a:pt x="260" y="0"/>
                    </a:moveTo>
                    <a:cubicBezTo>
                      <a:pt x="538" y="139"/>
                      <a:pt x="816" y="278"/>
                      <a:pt x="1094" y="417"/>
                    </a:cubicBezTo>
                    <a:cubicBezTo>
                      <a:pt x="1128" y="429"/>
                      <a:pt x="1163" y="442"/>
                      <a:pt x="1199" y="455"/>
                    </a:cubicBezTo>
                    <a:cubicBezTo>
                      <a:pt x="1316" y="502"/>
                      <a:pt x="1411" y="547"/>
                      <a:pt x="1510" y="625"/>
                    </a:cubicBezTo>
                    <a:cubicBezTo>
                      <a:pt x="1568" y="769"/>
                      <a:pt x="1559" y="903"/>
                      <a:pt x="1551" y="1055"/>
                    </a:cubicBezTo>
                    <a:cubicBezTo>
                      <a:pt x="1550" y="1097"/>
                      <a:pt x="1550" y="1138"/>
                      <a:pt x="1549" y="1181"/>
                    </a:cubicBezTo>
                    <a:cubicBezTo>
                      <a:pt x="1547" y="1312"/>
                      <a:pt x="1541" y="1444"/>
                      <a:pt x="1536" y="1575"/>
                    </a:cubicBezTo>
                    <a:cubicBezTo>
                      <a:pt x="1534" y="1665"/>
                      <a:pt x="1532" y="1754"/>
                      <a:pt x="1531" y="1844"/>
                    </a:cubicBezTo>
                    <a:cubicBezTo>
                      <a:pt x="1526" y="2062"/>
                      <a:pt x="1519" y="2281"/>
                      <a:pt x="1510" y="2500"/>
                    </a:cubicBezTo>
                    <a:cubicBezTo>
                      <a:pt x="977" y="2553"/>
                      <a:pt x="977" y="2553"/>
                      <a:pt x="778" y="2439"/>
                    </a:cubicBezTo>
                    <a:cubicBezTo>
                      <a:pt x="688" y="2347"/>
                      <a:pt x="618" y="2255"/>
                      <a:pt x="547" y="2148"/>
                    </a:cubicBezTo>
                    <a:cubicBezTo>
                      <a:pt x="521" y="2111"/>
                      <a:pt x="495" y="2075"/>
                      <a:pt x="468" y="2037"/>
                    </a:cubicBezTo>
                    <a:cubicBezTo>
                      <a:pt x="187" y="1602"/>
                      <a:pt x="0" y="1041"/>
                      <a:pt x="65" y="518"/>
                    </a:cubicBezTo>
                    <a:cubicBezTo>
                      <a:pt x="106" y="333"/>
                      <a:pt x="172" y="168"/>
                      <a:pt x="260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88" name="ICON_A_EEG_WAVE_GRAPHIC_path_099"/>
              <p:cNvSpPr/>
              <p:nvPr/>
            </p:nvSpPr>
            <p:spPr>
              <a:xfrm>
                <a:off x="1475314" y="889000"/>
                <a:ext cx="16936" cy="48419"/>
              </a:xfrm>
              <a:custGeom>
                <a:avLst/>
                <a:gdLst/>
                <a:ahLst/>
                <a:cxnLst/>
                <a:rect l="0" t="0" r="r" b="b"/>
                <a:pathLst>
                  <a:path w="1334" h="3812" fill="norm" stroke="0">
                    <a:moveTo>
                      <a:pt x="84" y="0"/>
                    </a:moveTo>
                    <a:cubicBezTo>
                      <a:pt x="290" y="0"/>
                      <a:pt x="496" y="0"/>
                      <a:pt x="709" y="0"/>
                    </a:cubicBezTo>
                    <a:cubicBezTo>
                      <a:pt x="713" y="84"/>
                      <a:pt x="717" y="168"/>
                      <a:pt x="721" y="255"/>
                    </a:cubicBezTo>
                    <a:cubicBezTo>
                      <a:pt x="735" y="536"/>
                      <a:pt x="751" y="817"/>
                      <a:pt x="769" y="1098"/>
                    </a:cubicBezTo>
                    <a:cubicBezTo>
                      <a:pt x="779" y="1268"/>
                      <a:pt x="788" y="1438"/>
                      <a:pt x="796" y="1608"/>
                    </a:cubicBezTo>
                    <a:cubicBezTo>
                      <a:pt x="834" y="2400"/>
                      <a:pt x="878" y="3070"/>
                      <a:pt x="1334" y="3750"/>
                    </a:cubicBezTo>
                    <a:cubicBezTo>
                      <a:pt x="1052" y="3804"/>
                      <a:pt x="795" y="3812"/>
                      <a:pt x="539" y="3666"/>
                    </a:cubicBezTo>
                    <a:cubicBezTo>
                      <a:pt x="291" y="3484"/>
                      <a:pt x="102" y="3274"/>
                      <a:pt x="51" y="2963"/>
                    </a:cubicBezTo>
                    <a:cubicBezTo>
                      <a:pt x="0" y="2523"/>
                      <a:pt x="24" y="2075"/>
                      <a:pt x="41" y="1634"/>
                    </a:cubicBezTo>
                    <a:cubicBezTo>
                      <a:pt x="47" y="1449"/>
                      <a:pt x="50" y="1265"/>
                      <a:pt x="53" y="1080"/>
                    </a:cubicBezTo>
                    <a:cubicBezTo>
                      <a:pt x="60" y="720"/>
                      <a:pt x="71" y="360"/>
                      <a:pt x="84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89" name="ICON_A_EEG_WAVE_GRAPHIC_path_100"/>
              <p:cNvSpPr/>
              <p:nvPr/>
            </p:nvSpPr>
            <p:spPr>
              <a:xfrm>
                <a:off x="1475600" y="1246188"/>
                <a:ext cx="16650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1311" h="3750" fill="norm" stroke="0">
                    <a:moveTo>
                      <a:pt x="61" y="0"/>
                    </a:moveTo>
                    <a:cubicBezTo>
                      <a:pt x="267" y="0"/>
                      <a:pt x="474" y="0"/>
                      <a:pt x="686" y="0"/>
                    </a:cubicBezTo>
                    <a:cubicBezTo>
                      <a:pt x="690" y="84"/>
                      <a:pt x="694" y="168"/>
                      <a:pt x="699" y="255"/>
                    </a:cubicBezTo>
                    <a:cubicBezTo>
                      <a:pt x="713" y="536"/>
                      <a:pt x="729" y="817"/>
                      <a:pt x="746" y="1098"/>
                    </a:cubicBezTo>
                    <a:cubicBezTo>
                      <a:pt x="756" y="1268"/>
                      <a:pt x="766" y="1438"/>
                      <a:pt x="774" y="1608"/>
                    </a:cubicBezTo>
                    <a:cubicBezTo>
                      <a:pt x="812" y="2400"/>
                      <a:pt x="855" y="3070"/>
                      <a:pt x="1311" y="3750"/>
                    </a:cubicBezTo>
                    <a:cubicBezTo>
                      <a:pt x="1033" y="3611"/>
                      <a:pt x="755" y="3472"/>
                      <a:pt x="478" y="3333"/>
                    </a:cubicBezTo>
                    <a:cubicBezTo>
                      <a:pt x="443" y="3324"/>
                      <a:pt x="408" y="3314"/>
                      <a:pt x="373" y="3305"/>
                    </a:cubicBezTo>
                    <a:cubicBezTo>
                      <a:pt x="241" y="3260"/>
                      <a:pt x="161" y="3223"/>
                      <a:pt x="61" y="3125"/>
                    </a:cubicBezTo>
                    <a:cubicBezTo>
                      <a:pt x="0" y="2891"/>
                      <a:pt x="13" y="2661"/>
                      <a:pt x="20" y="2421"/>
                    </a:cubicBezTo>
                    <a:cubicBezTo>
                      <a:pt x="21" y="2351"/>
                      <a:pt x="22" y="2281"/>
                      <a:pt x="22" y="2212"/>
                    </a:cubicBezTo>
                    <a:cubicBezTo>
                      <a:pt x="24" y="2029"/>
                      <a:pt x="28" y="1845"/>
                      <a:pt x="32" y="1662"/>
                    </a:cubicBezTo>
                    <a:cubicBezTo>
                      <a:pt x="37" y="1475"/>
                      <a:pt x="39" y="1288"/>
                      <a:pt x="41" y="1101"/>
                    </a:cubicBezTo>
                    <a:cubicBezTo>
                      <a:pt x="45" y="734"/>
                      <a:pt x="52" y="367"/>
                      <a:pt x="61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90" name="ICON_A_EEG_WAVE_GRAPHIC_path_101"/>
              <p:cNvSpPr/>
              <p:nvPr/>
            </p:nvSpPr>
            <p:spPr>
              <a:xfrm>
                <a:off x="1873250" y="952500"/>
                <a:ext cx="7938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3750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25" y="1237"/>
                      <a:pt x="625" y="2475"/>
                      <a:pt x="625" y="3750"/>
                    </a:cubicBezTo>
                    <a:cubicBezTo>
                      <a:pt x="419" y="3750"/>
                      <a:pt x="213" y="3750"/>
                      <a:pt x="0" y="3750"/>
                    </a:cubicBezTo>
                    <a:cubicBezTo>
                      <a:pt x="0" y="2513"/>
                      <a:pt x="0" y="1275"/>
                      <a:pt x="0" y="0"/>
                    </a:cubicBezTo>
                    <a:close/>
                  </a:path>
                </a:pathLst>
              </a:custGeom>
              <a:solidFill>
                <a:srgbClr val="4B7AF7"/>
              </a:solidFill>
              <a:ln w="2646" cap="flat">
                <a:noFill/>
              </a:ln>
            </p:spPr>
          </p:sp>
          <p:sp>
            <p:nvSpPr>
              <p:cNvPr id="3291" name="ICON_A_EEG_WAVE_GRAPHIC_path_102"/>
              <p:cNvSpPr/>
              <p:nvPr/>
            </p:nvSpPr>
            <p:spPr>
              <a:xfrm>
                <a:off x="2529269" y="940006"/>
                <a:ext cx="27416" cy="21476"/>
              </a:xfrm>
              <a:custGeom>
                <a:avLst/>
                <a:gdLst/>
                <a:ahLst/>
                <a:cxnLst/>
                <a:rect l="0" t="0" r="r" b="b"/>
                <a:pathLst>
                  <a:path w="2159" h="1691" fill="norm" stroke="0">
                    <a:moveTo>
                      <a:pt x="2040" y="474"/>
                    </a:moveTo>
                    <a:cubicBezTo>
                      <a:pt x="2159" y="675"/>
                      <a:pt x="2094" y="897"/>
                      <a:pt x="2043" y="1114"/>
                    </a:cubicBezTo>
                    <a:cubicBezTo>
                      <a:pt x="1997" y="1282"/>
                      <a:pt x="1946" y="1446"/>
                      <a:pt x="1887" y="1609"/>
                    </a:cubicBezTo>
                    <a:cubicBezTo>
                      <a:pt x="1653" y="1624"/>
                      <a:pt x="1420" y="1636"/>
                      <a:pt x="1186" y="1643"/>
                    </a:cubicBezTo>
                    <a:cubicBezTo>
                      <a:pt x="1106" y="1646"/>
                      <a:pt x="1027" y="1651"/>
                      <a:pt x="948" y="1656"/>
                    </a:cubicBezTo>
                    <a:cubicBezTo>
                      <a:pt x="421" y="1691"/>
                      <a:pt x="421" y="1691"/>
                      <a:pt x="220" y="1609"/>
                    </a:cubicBezTo>
                    <a:cubicBezTo>
                      <a:pt x="56" y="1443"/>
                      <a:pt x="30" y="1206"/>
                      <a:pt x="12" y="984"/>
                    </a:cubicBezTo>
                    <a:cubicBezTo>
                      <a:pt x="10" y="966"/>
                      <a:pt x="10" y="966"/>
                      <a:pt x="0" y="877"/>
                    </a:cubicBezTo>
                    <a:cubicBezTo>
                      <a:pt x="0" y="710"/>
                      <a:pt x="54" y="556"/>
                      <a:pt x="150" y="422"/>
                    </a:cubicBezTo>
                    <a:cubicBezTo>
                      <a:pt x="616" y="0"/>
                      <a:pt x="1595" y="53"/>
                      <a:pt x="2040" y="474"/>
                    </a:cubicBezTo>
                    <a:close/>
                  </a:path>
                </a:pathLst>
              </a:custGeom>
              <a:solidFill>
                <a:srgbClr val="527BF4"/>
              </a:solidFill>
              <a:ln w="2646" cap="flat">
                <a:noFill/>
              </a:ln>
            </p:spPr>
          </p:sp>
          <p:sp>
            <p:nvSpPr>
              <p:cNvPr id="3292" name="ICON_A_EEG_WAVE_GRAPHIC_path_103"/>
              <p:cNvSpPr/>
              <p:nvPr/>
            </p:nvSpPr>
            <p:spPr>
              <a:xfrm>
                <a:off x="2667000" y="889000"/>
                <a:ext cx="7938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3750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25" y="1237"/>
                      <a:pt x="625" y="2475"/>
                      <a:pt x="625" y="3750"/>
                    </a:cubicBezTo>
                    <a:cubicBezTo>
                      <a:pt x="419" y="3750"/>
                      <a:pt x="213" y="3750"/>
                      <a:pt x="0" y="3750"/>
                    </a:cubicBezTo>
                    <a:cubicBezTo>
                      <a:pt x="0" y="2513"/>
                      <a:pt x="0" y="1275"/>
                      <a:pt x="0" y="0"/>
                    </a:cubicBezTo>
                    <a:close/>
                  </a:path>
                </a:pathLst>
              </a:custGeom>
              <a:solidFill>
                <a:srgbClr val="4B7AF7"/>
              </a:solidFill>
              <a:ln w="2646" cap="flat">
                <a:noFill/>
              </a:ln>
            </p:spPr>
          </p:sp>
          <p:sp>
            <p:nvSpPr>
              <p:cNvPr id="3293" name="ICON_A_EEG_WAVE_GRAPHIC_path_104"/>
              <p:cNvSpPr/>
              <p:nvPr/>
            </p:nvSpPr>
            <p:spPr>
              <a:xfrm>
                <a:off x="2655126" y="952418"/>
                <a:ext cx="11875" cy="47707"/>
              </a:xfrm>
              <a:custGeom>
                <a:avLst/>
                <a:gdLst/>
                <a:ahLst/>
                <a:cxnLst/>
                <a:rect l="0" t="0" r="r" b="b"/>
                <a:pathLst>
                  <a:path w="935" h="3756" fill="norm" stroke="0">
                    <a:moveTo>
                      <a:pt x="935" y="6"/>
                    </a:moveTo>
                    <a:cubicBezTo>
                      <a:pt x="935" y="1244"/>
                      <a:pt x="935" y="2481"/>
                      <a:pt x="935" y="3756"/>
                    </a:cubicBezTo>
                    <a:cubicBezTo>
                      <a:pt x="729" y="3756"/>
                      <a:pt x="523" y="3756"/>
                      <a:pt x="310" y="3756"/>
                    </a:cubicBezTo>
                    <a:cubicBezTo>
                      <a:pt x="0" y="1231"/>
                      <a:pt x="0" y="1231"/>
                      <a:pt x="271" y="475"/>
                    </a:cubicBezTo>
                    <a:cubicBezTo>
                      <a:pt x="280" y="450"/>
                      <a:pt x="288" y="424"/>
                      <a:pt x="297" y="398"/>
                    </a:cubicBezTo>
                    <a:cubicBezTo>
                      <a:pt x="437" y="0"/>
                      <a:pt x="463" y="6"/>
                      <a:pt x="935" y="6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94" name="ICON_A_EEG_WAVE_GRAPHIC_path_105"/>
              <p:cNvSpPr/>
              <p:nvPr/>
            </p:nvSpPr>
            <p:spPr>
              <a:xfrm>
                <a:off x="2203913" y="918260"/>
                <a:ext cx="27482" cy="34240"/>
              </a:xfrm>
              <a:custGeom>
                <a:avLst/>
                <a:gdLst/>
                <a:ahLst/>
                <a:cxnLst/>
                <a:rect l="0" t="0" r="r" b="b"/>
                <a:pathLst>
                  <a:path w="2164" h="2696" fill="norm" stroke="0">
                    <a:moveTo>
                      <a:pt x="1464" y="404"/>
                    </a:moveTo>
                    <a:cubicBezTo>
                      <a:pt x="1464" y="748"/>
                      <a:pt x="1464" y="1092"/>
                      <a:pt x="1464" y="1446"/>
                    </a:cubicBezTo>
                    <a:cubicBezTo>
                      <a:pt x="1670" y="1446"/>
                      <a:pt x="1876" y="1446"/>
                      <a:pt x="2089" y="1446"/>
                    </a:cubicBezTo>
                    <a:cubicBezTo>
                      <a:pt x="2164" y="2202"/>
                      <a:pt x="2164" y="2202"/>
                      <a:pt x="2089" y="2488"/>
                    </a:cubicBezTo>
                    <a:cubicBezTo>
                      <a:pt x="1932" y="2666"/>
                      <a:pt x="1688" y="2681"/>
                      <a:pt x="1464" y="2696"/>
                    </a:cubicBezTo>
                    <a:cubicBezTo>
                      <a:pt x="1463" y="2667"/>
                      <a:pt x="1462" y="2637"/>
                      <a:pt x="1461" y="2607"/>
                    </a:cubicBezTo>
                    <a:cubicBezTo>
                      <a:pt x="1444" y="2280"/>
                      <a:pt x="1421" y="1943"/>
                      <a:pt x="1255" y="1654"/>
                    </a:cubicBezTo>
                    <a:cubicBezTo>
                      <a:pt x="1056" y="1501"/>
                      <a:pt x="832" y="1433"/>
                      <a:pt x="592" y="1370"/>
                    </a:cubicBezTo>
                    <a:cubicBezTo>
                      <a:pt x="251" y="1279"/>
                      <a:pt x="251" y="1279"/>
                      <a:pt x="130" y="1147"/>
                    </a:cubicBezTo>
                    <a:cubicBezTo>
                      <a:pt x="49" y="1006"/>
                      <a:pt x="0" y="890"/>
                      <a:pt x="12" y="725"/>
                    </a:cubicBezTo>
                    <a:cubicBezTo>
                      <a:pt x="42" y="628"/>
                      <a:pt x="80" y="555"/>
                      <a:pt x="135" y="469"/>
                    </a:cubicBezTo>
                    <a:cubicBezTo>
                      <a:pt x="153" y="441"/>
                      <a:pt x="171" y="414"/>
                      <a:pt x="189" y="385"/>
                    </a:cubicBezTo>
                    <a:cubicBezTo>
                      <a:pt x="501" y="0"/>
                      <a:pt x="1080" y="293"/>
                      <a:pt x="1464" y="404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95" name="ICON_A_EEG_WAVE_GRAPHIC_path_106"/>
              <p:cNvSpPr/>
              <p:nvPr/>
            </p:nvSpPr>
            <p:spPr>
              <a:xfrm>
                <a:off x="1468438" y="928688"/>
                <a:ext cx="24739" cy="24495"/>
              </a:xfrm>
              <a:custGeom>
                <a:avLst/>
                <a:gdLst/>
                <a:ahLst/>
                <a:cxnLst/>
                <a:rect l="0" t="0" r="r" b="b"/>
                <a:pathLst>
                  <a:path w="1948" h="1929" fill="norm" stroke="0">
                    <a:moveTo>
                      <a:pt x="625" y="0"/>
                    </a:moveTo>
                    <a:cubicBezTo>
                      <a:pt x="1094" y="106"/>
                      <a:pt x="1094" y="106"/>
                      <a:pt x="1250" y="208"/>
                    </a:cubicBezTo>
                    <a:cubicBezTo>
                      <a:pt x="1312" y="369"/>
                      <a:pt x="1285" y="451"/>
                      <a:pt x="1250" y="625"/>
                    </a:cubicBezTo>
                    <a:cubicBezTo>
                      <a:pt x="1456" y="625"/>
                      <a:pt x="1662" y="625"/>
                      <a:pt x="1875" y="625"/>
                    </a:cubicBezTo>
                    <a:cubicBezTo>
                      <a:pt x="1920" y="938"/>
                      <a:pt x="1948" y="1159"/>
                      <a:pt x="1772" y="1431"/>
                    </a:cubicBezTo>
                    <a:cubicBezTo>
                      <a:pt x="1594" y="1657"/>
                      <a:pt x="1408" y="1843"/>
                      <a:pt x="1118" y="1902"/>
                    </a:cubicBezTo>
                    <a:cubicBezTo>
                      <a:pt x="807" y="1929"/>
                      <a:pt x="524" y="1901"/>
                      <a:pt x="208" y="1875"/>
                    </a:cubicBezTo>
                    <a:cubicBezTo>
                      <a:pt x="140" y="1531"/>
                      <a:pt x="71" y="1188"/>
                      <a:pt x="0" y="833"/>
                    </a:cubicBezTo>
                    <a:cubicBezTo>
                      <a:pt x="103" y="812"/>
                      <a:pt x="206" y="790"/>
                      <a:pt x="312" y="768"/>
                    </a:cubicBezTo>
                    <a:cubicBezTo>
                      <a:pt x="430" y="736"/>
                      <a:pt x="530" y="703"/>
                      <a:pt x="625" y="625"/>
                    </a:cubicBezTo>
                    <a:cubicBezTo>
                      <a:pt x="706" y="429"/>
                      <a:pt x="659" y="203"/>
                      <a:pt x="625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96" name="ICON_A_EEG_WAVE_GRAPHIC_path_107"/>
              <p:cNvSpPr/>
              <p:nvPr/>
            </p:nvSpPr>
            <p:spPr>
              <a:xfrm>
                <a:off x="2182812" y="1293812"/>
                <a:ext cx="11004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866" h="31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8" y="346"/>
                      <a:pt x="842" y="692"/>
                      <a:pt x="844" y="1038"/>
                    </a:cubicBezTo>
                    <a:cubicBezTo>
                      <a:pt x="845" y="1199"/>
                      <a:pt x="847" y="1359"/>
                      <a:pt x="849" y="1520"/>
                    </a:cubicBezTo>
                    <a:cubicBezTo>
                      <a:pt x="851" y="1675"/>
                      <a:pt x="852" y="1830"/>
                      <a:pt x="853" y="1986"/>
                    </a:cubicBezTo>
                    <a:cubicBezTo>
                      <a:pt x="854" y="2045"/>
                      <a:pt x="854" y="2104"/>
                      <a:pt x="855" y="2163"/>
                    </a:cubicBezTo>
                    <a:cubicBezTo>
                      <a:pt x="862" y="2524"/>
                      <a:pt x="866" y="2838"/>
                      <a:pt x="625" y="3125"/>
                    </a:cubicBezTo>
                    <a:cubicBezTo>
                      <a:pt x="419" y="3125"/>
                      <a:pt x="213" y="3125"/>
                      <a:pt x="0" y="3125"/>
                    </a:cubicBezTo>
                    <a:cubicBezTo>
                      <a:pt x="0" y="2094"/>
                      <a:pt x="0" y="106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646" cap="flat">
                <a:noFill/>
              </a:ln>
            </p:spPr>
          </p:sp>
          <p:sp>
            <p:nvSpPr>
              <p:cNvPr id="3297" name="ICON_A_EEG_WAVE_GRAPHIC_path_108"/>
              <p:cNvSpPr/>
              <p:nvPr/>
            </p:nvSpPr>
            <p:spPr>
              <a:xfrm>
                <a:off x="2174875" y="896938"/>
                <a:ext cx="15875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3125" fill="norm" stroke="0">
                    <a:moveTo>
                      <a:pt x="1250" y="0"/>
                    </a:moveTo>
                    <a:cubicBezTo>
                      <a:pt x="1250" y="1031"/>
                      <a:pt x="1250" y="2062"/>
                      <a:pt x="1250" y="3125"/>
                    </a:cubicBezTo>
                    <a:cubicBezTo>
                      <a:pt x="833" y="2917"/>
                      <a:pt x="417" y="2708"/>
                      <a:pt x="0" y="2500"/>
                    </a:cubicBezTo>
                    <a:cubicBezTo>
                      <a:pt x="28" y="2457"/>
                      <a:pt x="55" y="2414"/>
                      <a:pt x="84" y="2369"/>
                    </a:cubicBezTo>
                    <a:cubicBezTo>
                      <a:pt x="403" y="1828"/>
                      <a:pt x="492" y="1320"/>
                      <a:pt x="554" y="703"/>
                    </a:cubicBezTo>
                    <a:cubicBezTo>
                      <a:pt x="557" y="672"/>
                      <a:pt x="561" y="641"/>
                      <a:pt x="564" y="609"/>
                    </a:cubicBezTo>
                    <a:cubicBezTo>
                      <a:pt x="570" y="550"/>
                      <a:pt x="576" y="492"/>
                      <a:pt x="580" y="433"/>
                    </a:cubicBezTo>
                    <a:cubicBezTo>
                      <a:pt x="595" y="291"/>
                      <a:pt x="628" y="204"/>
                      <a:pt x="706" y="85"/>
                    </a:cubicBezTo>
                    <a:cubicBezTo>
                      <a:pt x="833" y="0"/>
                      <a:pt x="833" y="0"/>
                      <a:pt x="1250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298" name="ICON_A_EEG_WAVE_GRAPHIC_path_109"/>
              <p:cNvSpPr/>
              <p:nvPr/>
            </p:nvSpPr>
            <p:spPr>
              <a:xfrm>
                <a:off x="2413001" y="1420223"/>
                <a:ext cx="18979" cy="42923"/>
              </a:xfrm>
              <a:custGeom>
                <a:avLst/>
                <a:gdLst/>
                <a:ahLst/>
                <a:cxnLst/>
                <a:rect l="0" t="0" r="r" b="b"/>
                <a:pathLst>
                  <a:path w="1494" h="3380" fill="norm" stroke="0">
                    <a:moveTo>
                      <a:pt x="396" y="0"/>
                    </a:moveTo>
                    <a:cubicBezTo>
                      <a:pt x="678" y="23"/>
                      <a:pt x="849" y="203"/>
                      <a:pt x="1025" y="408"/>
                    </a:cubicBezTo>
                    <a:cubicBezTo>
                      <a:pt x="1043" y="431"/>
                      <a:pt x="1062" y="453"/>
                      <a:pt x="1081" y="476"/>
                    </a:cubicBezTo>
                    <a:cubicBezTo>
                      <a:pt x="1090" y="487"/>
                      <a:pt x="1090" y="487"/>
                      <a:pt x="1138" y="544"/>
                    </a:cubicBezTo>
                    <a:cubicBezTo>
                      <a:pt x="1381" y="840"/>
                      <a:pt x="1494" y="1095"/>
                      <a:pt x="1466" y="1482"/>
                    </a:cubicBezTo>
                    <a:cubicBezTo>
                      <a:pt x="1428" y="1843"/>
                      <a:pt x="1346" y="2197"/>
                      <a:pt x="1250" y="2546"/>
                    </a:cubicBezTo>
                    <a:cubicBezTo>
                      <a:pt x="1208" y="2541"/>
                      <a:pt x="1165" y="2537"/>
                      <a:pt x="1122" y="2532"/>
                    </a:cubicBezTo>
                    <a:cubicBezTo>
                      <a:pt x="955" y="2518"/>
                      <a:pt x="789" y="2506"/>
                      <a:pt x="625" y="2546"/>
                    </a:cubicBezTo>
                    <a:cubicBezTo>
                      <a:pt x="490" y="2663"/>
                      <a:pt x="439" y="2797"/>
                      <a:pt x="377" y="2963"/>
                    </a:cubicBezTo>
                    <a:cubicBezTo>
                      <a:pt x="360" y="3003"/>
                      <a:pt x="343" y="3043"/>
                      <a:pt x="326" y="3084"/>
                    </a:cubicBezTo>
                    <a:cubicBezTo>
                      <a:pt x="284" y="3181"/>
                      <a:pt x="246" y="3280"/>
                      <a:pt x="208" y="3380"/>
                    </a:cubicBezTo>
                    <a:cubicBezTo>
                      <a:pt x="140" y="3105"/>
                      <a:pt x="71" y="2830"/>
                      <a:pt x="0" y="2546"/>
                    </a:cubicBezTo>
                    <a:cubicBezTo>
                      <a:pt x="68" y="2527"/>
                      <a:pt x="135" y="2508"/>
                      <a:pt x="205" y="2488"/>
                    </a:cubicBezTo>
                    <a:cubicBezTo>
                      <a:pt x="320" y="2430"/>
                      <a:pt x="320" y="2430"/>
                      <a:pt x="417" y="2338"/>
                    </a:cubicBezTo>
                    <a:cubicBezTo>
                      <a:pt x="474" y="2127"/>
                      <a:pt x="477" y="1928"/>
                      <a:pt x="471" y="1711"/>
                    </a:cubicBezTo>
                    <a:cubicBezTo>
                      <a:pt x="469" y="1609"/>
                      <a:pt x="471" y="1508"/>
                      <a:pt x="474" y="1406"/>
                    </a:cubicBezTo>
                    <a:cubicBezTo>
                      <a:pt x="474" y="1221"/>
                      <a:pt x="466" y="1059"/>
                      <a:pt x="417" y="880"/>
                    </a:cubicBezTo>
                    <a:cubicBezTo>
                      <a:pt x="290" y="759"/>
                      <a:pt x="169" y="709"/>
                      <a:pt x="0" y="671"/>
                    </a:cubicBezTo>
                    <a:cubicBezTo>
                      <a:pt x="24" y="566"/>
                      <a:pt x="50" y="463"/>
                      <a:pt x="78" y="359"/>
                    </a:cubicBezTo>
                    <a:cubicBezTo>
                      <a:pt x="81" y="344"/>
                      <a:pt x="81" y="344"/>
                      <a:pt x="97" y="269"/>
                    </a:cubicBezTo>
                    <a:cubicBezTo>
                      <a:pt x="149" y="88"/>
                      <a:pt x="204" y="22"/>
                      <a:pt x="396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299" name="ICON_A_EEG_WAVE_GRAPHIC_path_110"/>
              <p:cNvSpPr/>
              <p:nvPr/>
            </p:nvSpPr>
            <p:spPr>
              <a:xfrm>
                <a:off x="1682750" y="1277938"/>
                <a:ext cx="16745" cy="32901"/>
              </a:xfrm>
              <a:custGeom>
                <a:avLst/>
                <a:gdLst/>
                <a:ahLst/>
                <a:cxnLst/>
                <a:rect l="0" t="0" r="r" b="b"/>
                <a:pathLst>
                  <a:path w="1319" h="2591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35" y="73"/>
                      <a:pt x="645" y="146"/>
                      <a:pt x="656" y="221"/>
                    </a:cubicBezTo>
                    <a:cubicBezTo>
                      <a:pt x="671" y="316"/>
                      <a:pt x="687" y="412"/>
                      <a:pt x="703" y="508"/>
                    </a:cubicBezTo>
                    <a:cubicBezTo>
                      <a:pt x="710" y="556"/>
                      <a:pt x="716" y="604"/>
                      <a:pt x="723" y="653"/>
                    </a:cubicBezTo>
                    <a:cubicBezTo>
                      <a:pt x="784" y="1007"/>
                      <a:pt x="784" y="1007"/>
                      <a:pt x="932" y="1111"/>
                    </a:cubicBezTo>
                    <a:cubicBezTo>
                      <a:pt x="1006" y="1144"/>
                      <a:pt x="1081" y="1175"/>
                      <a:pt x="1157" y="1205"/>
                    </a:cubicBezTo>
                    <a:cubicBezTo>
                      <a:pt x="1250" y="1250"/>
                      <a:pt x="1250" y="1250"/>
                      <a:pt x="1313" y="1385"/>
                    </a:cubicBezTo>
                    <a:cubicBezTo>
                      <a:pt x="1319" y="1752"/>
                      <a:pt x="1230" y="1957"/>
                      <a:pt x="977" y="2227"/>
                    </a:cubicBezTo>
                    <a:cubicBezTo>
                      <a:pt x="964" y="2240"/>
                      <a:pt x="964" y="2240"/>
                      <a:pt x="902" y="2309"/>
                    </a:cubicBezTo>
                    <a:cubicBezTo>
                      <a:pt x="607" y="2591"/>
                      <a:pt x="465" y="2500"/>
                      <a:pt x="0" y="2500"/>
                    </a:cubicBezTo>
                    <a:cubicBezTo>
                      <a:pt x="0" y="1675"/>
                      <a:pt x="0" y="850"/>
                      <a:pt x="0" y="0"/>
                    </a:cubicBezTo>
                    <a:close/>
                  </a:path>
                </a:pathLst>
              </a:custGeom>
              <a:solidFill>
                <a:srgbClr val="E45DB1"/>
              </a:solidFill>
              <a:ln w="2646" cap="flat">
                <a:noFill/>
              </a:ln>
            </p:spPr>
          </p:sp>
          <p:sp>
            <p:nvSpPr>
              <p:cNvPr id="3300" name="ICON_A_EEG_WAVE_GRAPHIC_path_111"/>
              <p:cNvSpPr/>
              <p:nvPr/>
            </p:nvSpPr>
            <p:spPr>
              <a:xfrm>
                <a:off x="1642544" y="888029"/>
                <a:ext cx="17357" cy="41577"/>
              </a:xfrm>
              <a:custGeom>
                <a:avLst/>
                <a:gdLst/>
                <a:ahLst/>
                <a:cxnLst/>
                <a:rect l="0" t="0" r="r" b="b"/>
                <a:pathLst>
                  <a:path w="1367" h="3274" fill="norm" stroke="0">
                    <a:moveTo>
                      <a:pt x="41" y="76"/>
                    </a:moveTo>
                    <a:cubicBezTo>
                      <a:pt x="257" y="21"/>
                      <a:pt x="451" y="0"/>
                      <a:pt x="666" y="76"/>
                    </a:cubicBezTo>
                    <a:cubicBezTo>
                      <a:pt x="972" y="301"/>
                      <a:pt x="1237" y="680"/>
                      <a:pt x="1323" y="1049"/>
                    </a:cubicBezTo>
                    <a:cubicBezTo>
                      <a:pt x="1367" y="1402"/>
                      <a:pt x="1348" y="1754"/>
                      <a:pt x="1330" y="2108"/>
                    </a:cubicBezTo>
                    <a:cubicBezTo>
                      <a:pt x="1326" y="2214"/>
                      <a:pt x="1324" y="2321"/>
                      <a:pt x="1321" y="2427"/>
                    </a:cubicBezTo>
                    <a:cubicBezTo>
                      <a:pt x="1315" y="2686"/>
                      <a:pt x="1304" y="2944"/>
                      <a:pt x="1291" y="3201"/>
                    </a:cubicBezTo>
                    <a:cubicBezTo>
                      <a:pt x="865" y="3274"/>
                      <a:pt x="865" y="3274"/>
                      <a:pt x="666" y="3201"/>
                    </a:cubicBezTo>
                    <a:cubicBezTo>
                      <a:pt x="331" y="2788"/>
                      <a:pt x="447" y="2097"/>
                      <a:pt x="477" y="1603"/>
                    </a:cubicBezTo>
                    <a:cubicBezTo>
                      <a:pt x="507" y="1083"/>
                      <a:pt x="507" y="1083"/>
                      <a:pt x="457" y="910"/>
                    </a:cubicBezTo>
                    <a:cubicBezTo>
                      <a:pt x="353" y="814"/>
                      <a:pt x="270" y="782"/>
                      <a:pt x="135" y="740"/>
                    </a:cubicBezTo>
                    <a:cubicBezTo>
                      <a:pt x="41" y="701"/>
                      <a:pt x="41" y="701"/>
                      <a:pt x="6" y="629"/>
                    </a:cubicBezTo>
                    <a:cubicBezTo>
                      <a:pt x="0" y="541"/>
                      <a:pt x="4" y="463"/>
                      <a:pt x="15" y="376"/>
                    </a:cubicBezTo>
                    <a:cubicBezTo>
                      <a:pt x="17" y="347"/>
                      <a:pt x="19" y="318"/>
                      <a:pt x="20" y="289"/>
                    </a:cubicBezTo>
                    <a:cubicBezTo>
                      <a:pt x="25" y="218"/>
                      <a:pt x="33" y="147"/>
                      <a:pt x="41" y="76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01" name="ICON_A_EEG_WAVE_GRAPHIC_path_112"/>
              <p:cNvSpPr/>
              <p:nvPr/>
            </p:nvSpPr>
            <p:spPr>
              <a:xfrm>
                <a:off x="2095501" y="896645"/>
                <a:ext cx="19640" cy="41037"/>
              </a:xfrm>
              <a:custGeom>
                <a:avLst/>
                <a:gdLst/>
                <a:ahLst/>
                <a:cxnLst/>
                <a:rect l="0" t="0" r="r" b="b"/>
                <a:pathLst>
                  <a:path w="1546" h="3231" fill="norm" stroke="0">
                    <a:moveTo>
                      <a:pt x="1055" y="10"/>
                    </a:moveTo>
                    <a:cubicBezTo>
                      <a:pt x="1091" y="12"/>
                      <a:pt x="1128" y="14"/>
                      <a:pt x="1166" y="16"/>
                    </a:cubicBezTo>
                    <a:cubicBezTo>
                      <a:pt x="1180" y="17"/>
                      <a:pt x="1180" y="17"/>
                      <a:pt x="1250" y="23"/>
                    </a:cubicBezTo>
                    <a:cubicBezTo>
                      <a:pt x="1546" y="758"/>
                      <a:pt x="1510" y="1651"/>
                      <a:pt x="1220" y="2391"/>
                    </a:cubicBezTo>
                    <a:cubicBezTo>
                      <a:pt x="1087" y="2685"/>
                      <a:pt x="897" y="2967"/>
                      <a:pt x="625" y="3148"/>
                    </a:cubicBezTo>
                    <a:cubicBezTo>
                      <a:pt x="399" y="3231"/>
                      <a:pt x="240" y="3194"/>
                      <a:pt x="0" y="3148"/>
                    </a:cubicBezTo>
                    <a:cubicBezTo>
                      <a:pt x="0" y="2942"/>
                      <a:pt x="0" y="2735"/>
                      <a:pt x="0" y="2523"/>
                    </a:cubicBezTo>
                    <a:cubicBezTo>
                      <a:pt x="206" y="2523"/>
                      <a:pt x="412" y="2523"/>
                      <a:pt x="625" y="2523"/>
                    </a:cubicBezTo>
                    <a:cubicBezTo>
                      <a:pt x="624" y="2455"/>
                      <a:pt x="623" y="2386"/>
                      <a:pt x="622" y="2316"/>
                    </a:cubicBezTo>
                    <a:cubicBezTo>
                      <a:pt x="618" y="2090"/>
                      <a:pt x="616" y="1864"/>
                      <a:pt x="614" y="1638"/>
                    </a:cubicBezTo>
                    <a:cubicBezTo>
                      <a:pt x="613" y="1500"/>
                      <a:pt x="611" y="1363"/>
                      <a:pt x="609" y="1226"/>
                    </a:cubicBezTo>
                    <a:cubicBezTo>
                      <a:pt x="606" y="1069"/>
                      <a:pt x="605" y="911"/>
                      <a:pt x="605" y="753"/>
                    </a:cubicBezTo>
                    <a:cubicBezTo>
                      <a:pt x="604" y="704"/>
                      <a:pt x="603" y="655"/>
                      <a:pt x="601" y="604"/>
                    </a:cubicBezTo>
                    <a:cubicBezTo>
                      <a:pt x="601" y="225"/>
                      <a:pt x="601" y="225"/>
                      <a:pt x="716" y="95"/>
                    </a:cubicBezTo>
                    <a:cubicBezTo>
                      <a:pt x="845" y="16"/>
                      <a:pt x="906" y="0"/>
                      <a:pt x="1055" y="1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02" name="ICON_A_EEG_WAVE_GRAPHIC_path_113"/>
              <p:cNvSpPr/>
              <p:nvPr/>
            </p:nvSpPr>
            <p:spPr>
              <a:xfrm>
                <a:off x="1822006" y="1293254"/>
                <a:ext cx="15362" cy="40246"/>
              </a:xfrm>
              <a:custGeom>
                <a:avLst/>
                <a:gdLst/>
                <a:ahLst/>
                <a:cxnLst/>
                <a:rect l="0" t="0" r="r" b="b"/>
                <a:pathLst>
                  <a:path w="1210" h="3169" fill="norm" stroke="0">
                    <a:moveTo>
                      <a:pt x="910" y="44"/>
                    </a:moveTo>
                    <a:cubicBezTo>
                      <a:pt x="957" y="389"/>
                      <a:pt x="999" y="735"/>
                      <a:pt x="1035" y="1082"/>
                    </a:cubicBezTo>
                    <a:cubicBezTo>
                      <a:pt x="1051" y="1243"/>
                      <a:pt x="1070" y="1403"/>
                      <a:pt x="1092" y="1564"/>
                    </a:cubicBezTo>
                    <a:cubicBezTo>
                      <a:pt x="1210" y="2421"/>
                      <a:pt x="1210" y="2421"/>
                      <a:pt x="1118" y="2752"/>
                    </a:cubicBezTo>
                    <a:cubicBezTo>
                      <a:pt x="914" y="3009"/>
                      <a:pt x="597" y="3103"/>
                      <a:pt x="285" y="3169"/>
                    </a:cubicBezTo>
                    <a:cubicBezTo>
                      <a:pt x="248" y="2854"/>
                      <a:pt x="213" y="2539"/>
                      <a:pt x="182" y="2224"/>
                    </a:cubicBezTo>
                    <a:cubicBezTo>
                      <a:pt x="167" y="2077"/>
                      <a:pt x="152" y="1930"/>
                      <a:pt x="134" y="1784"/>
                    </a:cubicBezTo>
                    <a:cubicBezTo>
                      <a:pt x="0" y="656"/>
                      <a:pt x="0" y="656"/>
                      <a:pt x="305" y="201"/>
                    </a:cubicBezTo>
                    <a:cubicBezTo>
                      <a:pt x="471" y="0"/>
                      <a:pt x="665" y="20"/>
                      <a:pt x="910" y="44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03" name="ICON_A_EEG_WAVE_GRAPHIC_path_114"/>
              <p:cNvSpPr/>
              <p:nvPr/>
            </p:nvSpPr>
            <p:spPr>
              <a:xfrm>
                <a:off x="1545166" y="944013"/>
                <a:ext cx="22714" cy="25445"/>
              </a:xfrm>
              <a:custGeom>
                <a:avLst/>
                <a:gdLst/>
                <a:ahLst/>
                <a:cxnLst/>
                <a:rect l="0" t="0" r="r" b="b"/>
                <a:pathLst>
                  <a:path w="1789" h="2004" fill="norm" stroke="0">
                    <a:moveTo>
                      <a:pt x="678" y="6"/>
                    </a:moveTo>
                    <a:cubicBezTo>
                      <a:pt x="813" y="30"/>
                      <a:pt x="813" y="30"/>
                      <a:pt x="951" y="69"/>
                    </a:cubicBezTo>
                    <a:cubicBezTo>
                      <a:pt x="997" y="81"/>
                      <a:pt x="1043" y="93"/>
                      <a:pt x="1091" y="105"/>
                    </a:cubicBezTo>
                    <a:cubicBezTo>
                      <a:pt x="1277" y="161"/>
                      <a:pt x="1454" y="215"/>
                      <a:pt x="1580" y="370"/>
                    </a:cubicBezTo>
                    <a:cubicBezTo>
                      <a:pt x="1789" y="855"/>
                      <a:pt x="1586" y="1432"/>
                      <a:pt x="1458" y="1918"/>
                    </a:cubicBezTo>
                    <a:cubicBezTo>
                      <a:pt x="963" y="2004"/>
                      <a:pt x="963" y="2004"/>
                      <a:pt x="762" y="1871"/>
                    </a:cubicBezTo>
                    <a:cubicBezTo>
                      <a:pt x="619" y="1739"/>
                      <a:pt x="511" y="1583"/>
                      <a:pt x="407" y="1419"/>
                    </a:cubicBezTo>
                    <a:cubicBezTo>
                      <a:pt x="351" y="1332"/>
                      <a:pt x="291" y="1250"/>
                      <a:pt x="229" y="1167"/>
                    </a:cubicBezTo>
                    <a:cubicBezTo>
                      <a:pt x="121" y="1011"/>
                      <a:pt x="21" y="861"/>
                      <a:pt x="0" y="668"/>
                    </a:cubicBezTo>
                    <a:cubicBezTo>
                      <a:pt x="66" y="329"/>
                      <a:pt x="314" y="0"/>
                      <a:pt x="678" y="6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04" name="ICON_A_EEG_WAVE_GRAPHIC_path_115"/>
              <p:cNvSpPr/>
              <p:nvPr/>
            </p:nvSpPr>
            <p:spPr>
              <a:xfrm>
                <a:off x="1627189" y="1484002"/>
                <a:ext cx="17425" cy="32782"/>
              </a:xfrm>
              <a:custGeom>
                <a:avLst/>
                <a:gdLst/>
                <a:ahLst/>
                <a:cxnLst/>
                <a:rect l="0" t="0" r="r" b="b"/>
                <a:pathLst>
                  <a:path w="1372" h="2581" fill="norm" stroke="0">
                    <a:moveTo>
                      <a:pt x="950" y="11"/>
                    </a:moveTo>
                    <a:cubicBezTo>
                      <a:pt x="979" y="13"/>
                      <a:pt x="1008" y="13"/>
                      <a:pt x="1038" y="14"/>
                    </a:cubicBezTo>
                    <a:cubicBezTo>
                      <a:pt x="1109" y="17"/>
                      <a:pt x="1179" y="20"/>
                      <a:pt x="1250" y="24"/>
                    </a:cubicBezTo>
                    <a:cubicBezTo>
                      <a:pt x="1372" y="1746"/>
                      <a:pt x="1372" y="1746"/>
                      <a:pt x="892" y="2311"/>
                    </a:cubicBezTo>
                    <a:cubicBezTo>
                      <a:pt x="731" y="2471"/>
                      <a:pt x="592" y="2559"/>
                      <a:pt x="365" y="2581"/>
                    </a:cubicBezTo>
                    <a:cubicBezTo>
                      <a:pt x="242" y="2575"/>
                      <a:pt x="121" y="2547"/>
                      <a:pt x="0" y="2524"/>
                    </a:cubicBezTo>
                    <a:cubicBezTo>
                      <a:pt x="0" y="2318"/>
                      <a:pt x="0" y="2112"/>
                      <a:pt x="0" y="1899"/>
                    </a:cubicBezTo>
                    <a:cubicBezTo>
                      <a:pt x="137" y="1899"/>
                      <a:pt x="275" y="1899"/>
                      <a:pt x="417" y="1899"/>
                    </a:cubicBezTo>
                    <a:cubicBezTo>
                      <a:pt x="415" y="1850"/>
                      <a:pt x="414" y="1801"/>
                      <a:pt x="413" y="1750"/>
                    </a:cubicBezTo>
                    <a:cubicBezTo>
                      <a:pt x="410" y="1566"/>
                      <a:pt x="407" y="1383"/>
                      <a:pt x="405" y="1199"/>
                    </a:cubicBezTo>
                    <a:cubicBezTo>
                      <a:pt x="404" y="1119"/>
                      <a:pt x="403" y="1040"/>
                      <a:pt x="401" y="961"/>
                    </a:cubicBezTo>
                    <a:cubicBezTo>
                      <a:pt x="398" y="846"/>
                      <a:pt x="397" y="732"/>
                      <a:pt x="396" y="618"/>
                    </a:cubicBezTo>
                    <a:cubicBezTo>
                      <a:pt x="395" y="582"/>
                      <a:pt x="394" y="547"/>
                      <a:pt x="393" y="511"/>
                    </a:cubicBezTo>
                    <a:cubicBezTo>
                      <a:pt x="393" y="336"/>
                      <a:pt x="403" y="254"/>
                      <a:pt x="502" y="105"/>
                    </a:cubicBezTo>
                    <a:cubicBezTo>
                      <a:pt x="661" y="1"/>
                      <a:pt x="765" y="0"/>
                      <a:pt x="950" y="11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05" name="ICON_A_EEG_WAVE_GRAPHIC_path_116"/>
              <p:cNvSpPr/>
              <p:nvPr/>
            </p:nvSpPr>
            <p:spPr>
              <a:xfrm>
                <a:off x="1651000" y="1254125"/>
                <a:ext cx="16925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1333" h="2500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264" y="502"/>
                      <a:pt x="1277" y="794"/>
                      <a:pt x="1284" y="1087"/>
                    </a:cubicBezTo>
                    <a:cubicBezTo>
                      <a:pt x="1288" y="1187"/>
                      <a:pt x="1292" y="1286"/>
                      <a:pt x="1297" y="1386"/>
                    </a:cubicBezTo>
                    <a:cubicBezTo>
                      <a:pt x="1333" y="2057"/>
                      <a:pt x="1333" y="2057"/>
                      <a:pt x="1250" y="2292"/>
                    </a:cubicBezTo>
                    <a:cubicBezTo>
                      <a:pt x="1084" y="2464"/>
                      <a:pt x="853" y="2486"/>
                      <a:pt x="625" y="2500"/>
                    </a:cubicBezTo>
                    <a:cubicBezTo>
                      <a:pt x="621" y="2451"/>
                      <a:pt x="617" y="2401"/>
                      <a:pt x="613" y="2350"/>
                    </a:cubicBezTo>
                    <a:cubicBezTo>
                      <a:pt x="597" y="2166"/>
                      <a:pt x="578" y="1983"/>
                      <a:pt x="559" y="1799"/>
                    </a:cubicBezTo>
                    <a:cubicBezTo>
                      <a:pt x="551" y="1720"/>
                      <a:pt x="544" y="1641"/>
                      <a:pt x="537" y="1561"/>
                    </a:cubicBezTo>
                    <a:cubicBezTo>
                      <a:pt x="482" y="897"/>
                      <a:pt x="482" y="897"/>
                      <a:pt x="316" y="734"/>
                    </a:cubicBezTo>
                    <a:cubicBezTo>
                      <a:pt x="200" y="676"/>
                      <a:pt x="200" y="676"/>
                      <a:pt x="0" y="625"/>
                    </a:cubicBezTo>
                    <a:cubicBezTo>
                      <a:pt x="69" y="419"/>
                      <a:pt x="138" y="213"/>
                      <a:pt x="208" y="0"/>
                    </a:cubicBezTo>
                    <a:close/>
                  </a:path>
                </a:pathLst>
              </a:custGeom>
              <a:solidFill>
                <a:srgbClr val="AD90D4"/>
              </a:solidFill>
              <a:ln w="2646" cap="flat">
                <a:noFill/>
              </a:ln>
            </p:spPr>
          </p:sp>
          <p:sp>
            <p:nvSpPr>
              <p:cNvPr id="3306" name="ICON_A_EEG_WAVE_GRAPHIC_path_117"/>
              <p:cNvSpPr/>
              <p:nvPr/>
            </p:nvSpPr>
            <p:spPr>
              <a:xfrm>
                <a:off x="2125377" y="952005"/>
                <a:ext cx="18770" cy="32245"/>
              </a:xfrm>
              <a:custGeom>
                <a:avLst/>
                <a:gdLst/>
                <a:ahLst/>
                <a:cxnLst/>
                <a:rect l="0" t="0" r="r" b="b"/>
                <a:pathLst>
                  <a:path w="1478" h="2539" fill="norm" stroke="0">
                    <a:moveTo>
                      <a:pt x="1398" y="39"/>
                    </a:moveTo>
                    <a:cubicBezTo>
                      <a:pt x="1478" y="788"/>
                      <a:pt x="1478" y="788"/>
                      <a:pt x="1398" y="1081"/>
                    </a:cubicBezTo>
                    <a:cubicBezTo>
                      <a:pt x="1303" y="1162"/>
                      <a:pt x="1207" y="1172"/>
                      <a:pt x="1085" y="1185"/>
                    </a:cubicBezTo>
                    <a:cubicBezTo>
                      <a:pt x="863" y="1209"/>
                      <a:pt x="863" y="1209"/>
                      <a:pt x="773" y="1289"/>
                    </a:cubicBezTo>
                    <a:cubicBezTo>
                      <a:pt x="731" y="1509"/>
                      <a:pt x="760" y="1734"/>
                      <a:pt x="796" y="1953"/>
                    </a:cubicBezTo>
                    <a:cubicBezTo>
                      <a:pt x="824" y="2194"/>
                      <a:pt x="824" y="2194"/>
                      <a:pt x="773" y="2331"/>
                    </a:cubicBezTo>
                    <a:cubicBezTo>
                      <a:pt x="591" y="2457"/>
                      <a:pt x="361" y="2496"/>
                      <a:pt x="148" y="2539"/>
                    </a:cubicBezTo>
                    <a:cubicBezTo>
                      <a:pt x="0" y="777"/>
                      <a:pt x="0" y="777"/>
                      <a:pt x="318" y="400"/>
                    </a:cubicBezTo>
                    <a:cubicBezTo>
                      <a:pt x="645" y="120"/>
                      <a:pt x="968" y="0"/>
                      <a:pt x="1398" y="39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07" name="ICON_A_EEG_WAVE_GRAPHIC_path_118"/>
              <p:cNvSpPr/>
              <p:nvPr/>
            </p:nvSpPr>
            <p:spPr>
              <a:xfrm>
                <a:off x="1490700" y="936625"/>
                <a:ext cx="17425" cy="24064"/>
              </a:xfrm>
              <a:custGeom>
                <a:avLst/>
                <a:gdLst/>
                <a:ahLst/>
                <a:cxnLst/>
                <a:rect l="0" t="0" r="r" b="b"/>
                <a:pathLst>
                  <a:path w="1372" h="1895" fill="norm" stroke="0">
                    <a:moveTo>
                      <a:pt x="1372" y="0"/>
                    </a:moveTo>
                    <a:cubicBezTo>
                      <a:pt x="1372" y="550"/>
                      <a:pt x="1372" y="1100"/>
                      <a:pt x="1372" y="1667"/>
                    </a:cubicBezTo>
                    <a:cubicBezTo>
                      <a:pt x="1288" y="1686"/>
                      <a:pt x="1288" y="1686"/>
                      <a:pt x="864" y="1784"/>
                    </a:cubicBezTo>
                    <a:cubicBezTo>
                      <a:pt x="812" y="1797"/>
                      <a:pt x="759" y="1809"/>
                      <a:pt x="705" y="1823"/>
                    </a:cubicBezTo>
                    <a:cubicBezTo>
                      <a:pt x="369" y="1895"/>
                      <a:pt x="369" y="1895"/>
                      <a:pt x="197" y="1808"/>
                    </a:cubicBezTo>
                    <a:cubicBezTo>
                      <a:pt x="0" y="1528"/>
                      <a:pt x="35" y="1073"/>
                      <a:pt x="81" y="754"/>
                    </a:cubicBezTo>
                    <a:cubicBezTo>
                      <a:pt x="191" y="409"/>
                      <a:pt x="536" y="218"/>
                      <a:pt x="832" y="41"/>
                    </a:cubicBezTo>
                    <a:cubicBezTo>
                      <a:pt x="955" y="0"/>
                      <a:pt x="955" y="0"/>
                      <a:pt x="1372" y="0"/>
                    </a:cubicBezTo>
                    <a:close/>
                  </a:path>
                </a:pathLst>
              </a:custGeom>
              <a:solidFill>
                <a:srgbClr val="507BF5"/>
              </a:solidFill>
              <a:ln w="2646" cap="flat">
                <a:noFill/>
              </a:ln>
            </p:spPr>
          </p:sp>
          <p:sp>
            <p:nvSpPr>
              <p:cNvPr id="3308" name="ICON_A_EEG_WAVE_GRAPHIC_path_119"/>
              <p:cNvSpPr/>
              <p:nvPr/>
            </p:nvSpPr>
            <p:spPr>
              <a:xfrm>
                <a:off x="2364175" y="920693"/>
                <a:ext cx="17074" cy="23871"/>
              </a:xfrm>
              <a:custGeom>
                <a:avLst/>
                <a:gdLst/>
                <a:ahLst/>
                <a:cxnLst/>
                <a:rect l="0" t="0" r="r" b="b"/>
                <a:pathLst>
                  <a:path w="1344" h="1880" fill="norm" stroke="0">
                    <a:moveTo>
                      <a:pt x="422" y="0"/>
                    </a:moveTo>
                    <a:cubicBezTo>
                      <a:pt x="443" y="5"/>
                      <a:pt x="443" y="5"/>
                      <a:pt x="551" y="30"/>
                    </a:cubicBezTo>
                    <a:cubicBezTo>
                      <a:pt x="574" y="35"/>
                      <a:pt x="574" y="35"/>
                      <a:pt x="691" y="60"/>
                    </a:cubicBezTo>
                    <a:cubicBezTo>
                      <a:pt x="739" y="72"/>
                      <a:pt x="787" y="84"/>
                      <a:pt x="837" y="96"/>
                    </a:cubicBezTo>
                    <a:cubicBezTo>
                      <a:pt x="885" y="106"/>
                      <a:pt x="934" y="118"/>
                      <a:pt x="984" y="129"/>
                    </a:cubicBezTo>
                    <a:cubicBezTo>
                      <a:pt x="1105" y="156"/>
                      <a:pt x="1225" y="184"/>
                      <a:pt x="1344" y="213"/>
                    </a:cubicBezTo>
                    <a:cubicBezTo>
                      <a:pt x="1195" y="1234"/>
                      <a:pt x="1195" y="1234"/>
                      <a:pt x="954" y="1645"/>
                    </a:cubicBezTo>
                    <a:cubicBezTo>
                      <a:pt x="940" y="1673"/>
                      <a:pt x="926" y="1700"/>
                      <a:pt x="912" y="1728"/>
                    </a:cubicBezTo>
                    <a:cubicBezTo>
                      <a:pt x="852" y="1818"/>
                      <a:pt x="824" y="1847"/>
                      <a:pt x="719" y="1880"/>
                    </a:cubicBezTo>
                    <a:cubicBezTo>
                      <a:pt x="490" y="1869"/>
                      <a:pt x="268" y="1831"/>
                      <a:pt x="94" y="1671"/>
                    </a:cubicBezTo>
                    <a:cubicBezTo>
                      <a:pt x="0" y="1478"/>
                      <a:pt x="22" y="1253"/>
                      <a:pt x="36" y="1044"/>
                    </a:cubicBezTo>
                    <a:cubicBezTo>
                      <a:pt x="42" y="942"/>
                      <a:pt x="44" y="841"/>
                      <a:pt x="46" y="739"/>
                    </a:cubicBezTo>
                    <a:cubicBezTo>
                      <a:pt x="48" y="675"/>
                      <a:pt x="50" y="610"/>
                      <a:pt x="52" y="545"/>
                    </a:cubicBezTo>
                    <a:cubicBezTo>
                      <a:pt x="53" y="530"/>
                      <a:pt x="53" y="530"/>
                      <a:pt x="55" y="454"/>
                    </a:cubicBezTo>
                    <a:cubicBezTo>
                      <a:pt x="66" y="292"/>
                      <a:pt x="88" y="222"/>
                      <a:pt x="186" y="86"/>
                    </a:cubicBezTo>
                    <a:cubicBezTo>
                      <a:pt x="303" y="5"/>
                      <a:pt x="303" y="5"/>
                      <a:pt x="422" y="0"/>
                    </a:cubicBezTo>
                    <a:close/>
                  </a:path>
                </a:pathLst>
              </a:custGeom>
              <a:solidFill>
                <a:srgbClr val="517BF5"/>
              </a:solidFill>
              <a:ln w="2646" cap="flat">
                <a:noFill/>
              </a:ln>
            </p:spPr>
          </p:sp>
          <p:sp>
            <p:nvSpPr>
              <p:cNvPr id="3309" name="ICON_A_EEG_WAVE_GRAPHIC_path_120"/>
              <p:cNvSpPr/>
              <p:nvPr/>
            </p:nvSpPr>
            <p:spPr>
              <a:xfrm>
                <a:off x="1910292" y="1449917"/>
                <a:ext cx="34909" cy="27329"/>
              </a:xfrm>
              <a:custGeom>
                <a:avLst/>
                <a:gdLst/>
                <a:ahLst/>
                <a:cxnLst/>
                <a:rect l="0" t="0" r="r" b="b"/>
                <a:pathLst>
                  <a:path w="2749" h="2152" fill="norm" stroke="0">
                    <a:moveTo>
                      <a:pt x="2083" y="0"/>
                    </a:moveTo>
                    <a:cubicBezTo>
                      <a:pt x="2189" y="58"/>
                      <a:pt x="2293" y="120"/>
                      <a:pt x="2396" y="182"/>
                    </a:cubicBezTo>
                    <a:cubicBezTo>
                      <a:pt x="2426" y="199"/>
                      <a:pt x="2455" y="215"/>
                      <a:pt x="2486" y="232"/>
                    </a:cubicBezTo>
                    <a:cubicBezTo>
                      <a:pt x="2613" y="311"/>
                      <a:pt x="2694" y="366"/>
                      <a:pt x="2736" y="513"/>
                    </a:cubicBezTo>
                    <a:cubicBezTo>
                      <a:pt x="2749" y="705"/>
                      <a:pt x="2719" y="845"/>
                      <a:pt x="2608" y="1003"/>
                    </a:cubicBezTo>
                    <a:cubicBezTo>
                      <a:pt x="2561" y="1057"/>
                      <a:pt x="2512" y="1109"/>
                      <a:pt x="2461" y="1159"/>
                    </a:cubicBezTo>
                    <a:cubicBezTo>
                      <a:pt x="2434" y="1186"/>
                      <a:pt x="2407" y="1213"/>
                      <a:pt x="2380" y="1241"/>
                    </a:cubicBezTo>
                    <a:cubicBezTo>
                      <a:pt x="2094" y="1500"/>
                      <a:pt x="1775" y="1554"/>
                      <a:pt x="1399" y="1588"/>
                    </a:cubicBezTo>
                    <a:cubicBezTo>
                      <a:pt x="1269" y="1602"/>
                      <a:pt x="1162" y="1616"/>
                      <a:pt x="1042" y="1667"/>
                    </a:cubicBezTo>
                    <a:cubicBezTo>
                      <a:pt x="970" y="1770"/>
                      <a:pt x="928" y="1872"/>
                      <a:pt x="882" y="1989"/>
                    </a:cubicBezTo>
                    <a:cubicBezTo>
                      <a:pt x="833" y="2083"/>
                      <a:pt x="833" y="2083"/>
                      <a:pt x="763" y="2127"/>
                    </a:cubicBezTo>
                    <a:cubicBezTo>
                      <a:pt x="678" y="2147"/>
                      <a:pt x="608" y="2152"/>
                      <a:pt x="521" y="2148"/>
                    </a:cubicBezTo>
                    <a:cubicBezTo>
                      <a:pt x="493" y="2148"/>
                      <a:pt x="465" y="2148"/>
                      <a:pt x="436" y="2148"/>
                    </a:cubicBezTo>
                    <a:cubicBezTo>
                      <a:pt x="354" y="2140"/>
                      <a:pt x="354" y="2140"/>
                      <a:pt x="208" y="2083"/>
                    </a:cubicBezTo>
                    <a:cubicBezTo>
                      <a:pt x="71" y="1907"/>
                      <a:pt x="37" y="1674"/>
                      <a:pt x="0" y="1458"/>
                    </a:cubicBezTo>
                    <a:cubicBezTo>
                      <a:pt x="21" y="1453"/>
                      <a:pt x="21" y="1453"/>
                      <a:pt x="129" y="1427"/>
                    </a:cubicBezTo>
                    <a:cubicBezTo>
                      <a:pt x="186" y="1412"/>
                      <a:pt x="243" y="1396"/>
                      <a:pt x="300" y="1380"/>
                    </a:cubicBezTo>
                    <a:cubicBezTo>
                      <a:pt x="328" y="1374"/>
                      <a:pt x="356" y="1367"/>
                      <a:pt x="385" y="1361"/>
                    </a:cubicBezTo>
                    <a:cubicBezTo>
                      <a:pt x="478" y="1333"/>
                      <a:pt x="546" y="1308"/>
                      <a:pt x="625" y="1250"/>
                    </a:cubicBezTo>
                    <a:cubicBezTo>
                      <a:pt x="674" y="1152"/>
                      <a:pt x="674" y="1152"/>
                      <a:pt x="717" y="1039"/>
                    </a:cubicBezTo>
                    <a:cubicBezTo>
                      <a:pt x="801" y="846"/>
                      <a:pt x="801" y="846"/>
                      <a:pt x="944" y="790"/>
                    </a:cubicBezTo>
                    <a:cubicBezTo>
                      <a:pt x="1080" y="768"/>
                      <a:pt x="1216" y="754"/>
                      <a:pt x="1354" y="742"/>
                    </a:cubicBezTo>
                    <a:cubicBezTo>
                      <a:pt x="1820" y="680"/>
                      <a:pt x="1820" y="680"/>
                      <a:pt x="1944" y="556"/>
                    </a:cubicBezTo>
                    <a:cubicBezTo>
                      <a:pt x="2042" y="381"/>
                      <a:pt x="2070" y="198"/>
                      <a:pt x="2083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10" name="ICON_A_EEG_WAVE_GRAPHIC_path_121"/>
              <p:cNvSpPr/>
              <p:nvPr/>
            </p:nvSpPr>
            <p:spPr>
              <a:xfrm>
                <a:off x="2745720" y="928164"/>
                <a:ext cx="24469" cy="32882"/>
              </a:xfrm>
              <a:custGeom>
                <a:avLst/>
                <a:gdLst/>
                <a:ahLst/>
                <a:cxnLst/>
                <a:rect l="0" t="0" r="r" b="b"/>
                <a:pathLst>
                  <a:path w="1927" h="2589" fill="norm" stroke="0">
                    <a:moveTo>
                      <a:pt x="1377" y="9"/>
                    </a:moveTo>
                    <a:cubicBezTo>
                      <a:pt x="1465" y="0"/>
                      <a:pt x="1539" y="4"/>
                      <a:pt x="1627" y="15"/>
                    </a:cubicBezTo>
                    <a:cubicBezTo>
                      <a:pt x="1676" y="19"/>
                      <a:pt x="1676" y="19"/>
                      <a:pt x="1927" y="41"/>
                    </a:cubicBezTo>
                    <a:cubicBezTo>
                      <a:pt x="1927" y="248"/>
                      <a:pt x="1927" y="454"/>
                      <a:pt x="1927" y="666"/>
                    </a:cubicBezTo>
                    <a:cubicBezTo>
                      <a:pt x="1862" y="653"/>
                      <a:pt x="1798" y="640"/>
                      <a:pt x="1731" y="627"/>
                    </a:cubicBezTo>
                    <a:cubicBezTo>
                      <a:pt x="1615" y="626"/>
                      <a:pt x="1615" y="626"/>
                      <a:pt x="1510" y="666"/>
                    </a:cubicBezTo>
                    <a:cubicBezTo>
                      <a:pt x="1451" y="790"/>
                      <a:pt x="1417" y="906"/>
                      <a:pt x="1384" y="1038"/>
                    </a:cubicBezTo>
                    <a:cubicBezTo>
                      <a:pt x="1301" y="1346"/>
                      <a:pt x="1128" y="1507"/>
                      <a:pt x="885" y="1708"/>
                    </a:cubicBezTo>
                    <a:cubicBezTo>
                      <a:pt x="1023" y="1777"/>
                      <a:pt x="1160" y="1845"/>
                      <a:pt x="1302" y="1916"/>
                    </a:cubicBezTo>
                    <a:cubicBezTo>
                      <a:pt x="1278" y="2021"/>
                      <a:pt x="1252" y="2125"/>
                      <a:pt x="1224" y="2229"/>
                    </a:cubicBezTo>
                    <a:cubicBezTo>
                      <a:pt x="1217" y="2259"/>
                      <a:pt x="1211" y="2288"/>
                      <a:pt x="1204" y="2319"/>
                    </a:cubicBezTo>
                    <a:cubicBezTo>
                      <a:pt x="1178" y="2411"/>
                      <a:pt x="1156" y="2470"/>
                      <a:pt x="1093" y="2541"/>
                    </a:cubicBezTo>
                    <a:cubicBezTo>
                      <a:pt x="946" y="2589"/>
                      <a:pt x="825" y="2579"/>
                      <a:pt x="677" y="2541"/>
                    </a:cubicBezTo>
                    <a:cubicBezTo>
                      <a:pt x="542" y="2469"/>
                      <a:pt x="443" y="2377"/>
                      <a:pt x="338" y="2268"/>
                    </a:cubicBezTo>
                    <a:cubicBezTo>
                      <a:pt x="311" y="2240"/>
                      <a:pt x="283" y="2212"/>
                      <a:pt x="255" y="2184"/>
                    </a:cubicBezTo>
                    <a:cubicBezTo>
                      <a:pt x="76" y="1987"/>
                      <a:pt x="0" y="1832"/>
                      <a:pt x="12" y="1565"/>
                    </a:cubicBezTo>
                    <a:cubicBezTo>
                      <a:pt x="21" y="1471"/>
                      <a:pt x="34" y="1383"/>
                      <a:pt x="52" y="1291"/>
                    </a:cubicBezTo>
                    <a:cubicBezTo>
                      <a:pt x="92" y="1301"/>
                      <a:pt x="132" y="1311"/>
                      <a:pt x="174" y="1320"/>
                    </a:cubicBezTo>
                    <a:cubicBezTo>
                      <a:pt x="349" y="1350"/>
                      <a:pt x="511" y="1369"/>
                      <a:pt x="677" y="1291"/>
                    </a:cubicBezTo>
                    <a:cubicBezTo>
                      <a:pt x="908" y="1032"/>
                      <a:pt x="1016" y="658"/>
                      <a:pt x="1139" y="338"/>
                    </a:cubicBezTo>
                    <a:cubicBezTo>
                      <a:pt x="1259" y="60"/>
                      <a:pt x="1259" y="60"/>
                      <a:pt x="1377" y="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11" name="ICON_A_EEG_WAVE_GRAPHIC_path_122"/>
              <p:cNvSpPr/>
              <p:nvPr/>
            </p:nvSpPr>
            <p:spPr>
              <a:xfrm>
                <a:off x="2054572" y="1293812"/>
                <a:ext cx="18037" cy="26551"/>
              </a:xfrm>
              <a:custGeom>
                <a:avLst/>
                <a:gdLst/>
                <a:ahLst/>
                <a:cxnLst/>
                <a:rect l="0" t="0" r="r" b="b"/>
                <a:pathLst>
                  <a:path w="1420" h="2091" fill="norm" stroke="0">
                    <a:moveTo>
                      <a:pt x="98" y="0"/>
                    </a:moveTo>
                    <a:cubicBezTo>
                      <a:pt x="711" y="201"/>
                      <a:pt x="711" y="201"/>
                      <a:pt x="931" y="417"/>
                    </a:cubicBezTo>
                    <a:cubicBezTo>
                      <a:pt x="1035" y="683"/>
                      <a:pt x="979" y="976"/>
                      <a:pt x="931" y="1250"/>
                    </a:cubicBezTo>
                    <a:cubicBezTo>
                      <a:pt x="1069" y="1250"/>
                      <a:pt x="1206" y="1250"/>
                      <a:pt x="1348" y="1250"/>
                    </a:cubicBezTo>
                    <a:cubicBezTo>
                      <a:pt x="1420" y="1677"/>
                      <a:pt x="1420" y="1677"/>
                      <a:pt x="1348" y="1875"/>
                    </a:cubicBezTo>
                    <a:cubicBezTo>
                      <a:pt x="1160" y="2039"/>
                      <a:pt x="971" y="2091"/>
                      <a:pt x="723" y="2083"/>
                    </a:cubicBezTo>
                    <a:cubicBezTo>
                      <a:pt x="480" y="2021"/>
                      <a:pt x="246" y="1869"/>
                      <a:pt x="98" y="1667"/>
                    </a:cubicBezTo>
                    <a:cubicBezTo>
                      <a:pt x="0" y="1393"/>
                      <a:pt x="39" y="1092"/>
                      <a:pt x="59" y="807"/>
                    </a:cubicBezTo>
                    <a:cubicBezTo>
                      <a:pt x="62" y="729"/>
                      <a:pt x="65" y="650"/>
                      <a:pt x="67" y="572"/>
                    </a:cubicBezTo>
                    <a:cubicBezTo>
                      <a:pt x="74" y="381"/>
                      <a:pt x="85" y="191"/>
                      <a:pt x="9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12" name="ICON_A_EEG_WAVE_GRAPHIC_path_123"/>
              <p:cNvSpPr/>
              <p:nvPr/>
            </p:nvSpPr>
            <p:spPr>
              <a:xfrm>
                <a:off x="1563166" y="1434042"/>
                <a:ext cx="24334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1916" h="2083" fill="norm" stroke="0">
                    <a:moveTo>
                      <a:pt x="1708" y="0"/>
                    </a:moveTo>
                    <a:cubicBezTo>
                      <a:pt x="1776" y="275"/>
                      <a:pt x="1845" y="550"/>
                      <a:pt x="1916" y="833"/>
                    </a:cubicBezTo>
                    <a:cubicBezTo>
                      <a:pt x="1850" y="857"/>
                      <a:pt x="1784" y="880"/>
                      <a:pt x="1716" y="904"/>
                    </a:cubicBezTo>
                    <a:cubicBezTo>
                      <a:pt x="1576" y="974"/>
                      <a:pt x="1513" y="1013"/>
                      <a:pt x="1445" y="1156"/>
                    </a:cubicBezTo>
                    <a:cubicBezTo>
                      <a:pt x="1412" y="1296"/>
                      <a:pt x="1388" y="1433"/>
                      <a:pt x="1369" y="1575"/>
                    </a:cubicBezTo>
                    <a:cubicBezTo>
                      <a:pt x="1361" y="1624"/>
                      <a:pt x="1353" y="1673"/>
                      <a:pt x="1345" y="1723"/>
                    </a:cubicBezTo>
                    <a:cubicBezTo>
                      <a:pt x="1325" y="1843"/>
                      <a:pt x="1308" y="1963"/>
                      <a:pt x="1291" y="2083"/>
                    </a:cubicBezTo>
                    <a:cubicBezTo>
                      <a:pt x="1085" y="2083"/>
                      <a:pt x="879" y="2083"/>
                      <a:pt x="666" y="2083"/>
                    </a:cubicBezTo>
                    <a:cubicBezTo>
                      <a:pt x="656" y="2011"/>
                      <a:pt x="646" y="1938"/>
                      <a:pt x="635" y="1863"/>
                    </a:cubicBezTo>
                    <a:cubicBezTo>
                      <a:pt x="620" y="1767"/>
                      <a:pt x="604" y="1671"/>
                      <a:pt x="588" y="1575"/>
                    </a:cubicBezTo>
                    <a:cubicBezTo>
                      <a:pt x="581" y="1528"/>
                      <a:pt x="575" y="1480"/>
                      <a:pt x="568" y="1430"/>
                    </a:cubicBezTo>
                    <a:cubicBezTo>
                      <a:pt x="544" y="1289"/>
                      <a:pt x="519" y="1171"/>
                      <a:pt x="458" y="1042"/>
                    </a:cubicBezTo>
                    <a:cubicBezTo>
                      <a:pt x="352" y="970"/>
                      <a:pt x="250" y="927"/>
                      <a:pt x="131" y="881"/>
                    </a:cubicBezTo>
                    <a:cubicBezTo>
                      <a:pt x="41" y="833"/>
                      <a:pt x="41" y="833"/>
                      <a:pt x="7" y="760"/>
                    </a:cubicBezTo>
                    <a:cubicBezTo>
                      <a:pt x="0" y="672"/>
                      <a:pt x="4" y="595"/>
                      <a:pt x="15" y="508"/>
                    </a:cubicBezTo>
                    <a:cubicBezTo>
                      <a:pt x="17" y="479"/>
                      <a:pt x="19" y="450"/>
                      <a:pt x="21" y="420"/>
                    </a:cubicBezTo>
                    <a:cubicBezTo>
                      <a:pt x="26" y="350"/>
                      <a:pt x="33" y="279"/>
                      <a:pt x="41" y="208"/>
                    </a:cubicBezTo>
                    <a:cubicBezTo>
                      <a:pt x="458" y="417"/>
                      <a:pt x="874" y="625"/>
                      <a:pt x="1291" y="833"/>
                    </a:cubicBezTo>
                    <a:cubicBezTo>
                      <a:pt x="1429" y="558"/>
                      <a:pt x="1566" y="283"/>
                      <a:pt x="17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13" name="ICON_A_EEG_WAVE_GRAPHIC_path_124"/>
              <p:cNvSpPr/>
              <p:nvPr/>
            </p:nvSpPr>
            <p:spPr>
              <a:xfrm>
                <a:off x="2055812" y="927955"/>
                <a:ext cx="32724" cy="17587"/>
              </a:xfrm>
              <a:custGeom>
                <a:avLst/>
                <a:gdLst/>
                <a:ahLst/>
                <a:cxnLst/>
                <a:rect l="0" t="0" r="r" b="b"/>
                <a:pathLst>
                  <a:path w="2577" h="1385" fill="norm" stroke="0">
                    <a:moveTo>
                      <a:pt x="625" y="58"/>
                    </a:moveTo>
                    <a:cubicBezTo>
                      <a:pt x="1042" y="266"/>
                      <a:pt x="1458" y="474"/>
                      <a:pt x="1875" y="683"/>
                    </a:cubicBezTo>
                    <a:cubicBezTo>
                      <a:pt x="1885" y="638"/>
                      <a:pt x="1895" y="593"/>
                      <a:pt x="1906" y="546"/>
                    </a:cubicBezTo>
                    <a:cubicBezTo>
                      <a:pt x="1998" y="188"/>
                      <a:pt x="1998" y="188"/>
                      <a:pt x="2083" y="58"/>
                    </a:cubicBezTo>
                    <a:cubicBezTo>
                      <a:pt x="2231" y="0"/>
                      <a:pt x="2348" y="18"/>
                      <a:pt x="2500" y="58"/>
                    </a:cubicBezTo>
                    <a:cubicBezTo>
                      <a:pt x="2547" y="305"/>
                      <a:pt x="2577" y="547"/>
                      <a:pt x="2449" y="774"/>
                    </a:cubicBezTo>
                    <a:cubicBezTo>
                      <a:pt x="2263" y="1026"/>
                      <a:pt x="2022" y="1284"/>
                      <a:pt x="1709" y="1361"/>
                    </a:cubicBezTo>
                    <a:cubicBezTo>
                      <a:pt x="1521" y="1385"/>
                      <a:pt x="1345" y="1369"/>
                      <a:pt x="1182" y="1264"/>
                    </a:cubicBezTo>
                    <a:cubicBezTo>
                      <a:pt x="1047" y="1155"/>
                      <a:pt x="938" y="1029"/>
                      <a:pt x="833" y="891"/>
                    </a:cubicBezTo>
                    <a:cubicBezTo>
                      <a:pt x="826" y="921"/>
                      <a:pt x="818" y="951"/>
                      <a:pt x="810" y="982"/>
                    </a:cubicBezTo>
                    <a:cubicBezTo>
                      <a:pt x="762" y="1117"/>
                      <a:pt x="724" y="1204"/>
                      <a:pt x="625" y="1308"/>
                    </a:cubicBezTo>
                    <a:cubicBezTo>
                      <a:pt x="412" y="1346"/>
                      <a:pt x="214" y="1332"/>
                      <a:pt x="0" y="1308"/>
                    </a:cubicBezTo>
                    <a:cubicBezTo>
                      <a:pt x="208" y="891"/>
                      <a:pt x="417" y="474"/>
                      <a:pt x="625" y="58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14" name="ICON_A_EEG_WAVE_GRAPHIC_path_125"/>
              <p:cNvSpPr/>
              <p:nvPr/>
            </p:nvSpPr>
            <p:spPr>
              <a:xfrm>
                <a:off x="1658414" y="1309688"/>
                <a:ext cx="16700" cy="24125"/>
              </a:xfrm>
              <a:custGeom>
                <a:avLst/>
                <a:gdLst/>
                <a:ahLst/>
                <a:cxnLst/>
                <a:rect l="0" t="0" r="r" b="b"/>
                <a:pathLst>
                  <a:path w="1315" h="1900" fill="norm" stroke="0">
                    <a:moveTo>
                      <a:pt x="666" y="0"/>
                    </a:moveTo>
                    <a:cubicBezTo>
                      <a:pt x="873" y="0"/>
                      <a:pt x="1079" y="0"/>
                      <a:pt x="1291" y="0"/>
                    </a:cubicBezTo>
                    <a:cubicBezTo>
                      <a:pt x="1296" y="234"/>
                      <a:pt x="1300" y="467"/>
                      <a:pt x="1303" y="701"/>
                    </a:cubicBezTo>
                    <a:cubicBezTo>
                      <a:pt x="1304" y="780"/>
                      <a:pt x="1305" y="859"/>
                      <a:pt x="1307" y="939"/>
                    </a:cubicBezTo>
                    <a:cubicBezTo>
                      <a:pt x="1310" y="1053"/>
                      <a:pt x="1311" y="1168"/>
                      <a:pt x="1312" y="1282"/>
                    </a:cubicBezTo>
                    <a:cubicBezTo>
                      <a:pt x="1313" y="1317"/>
                      <a:pt x="1314" y="1353"/>
                      <a:pt x="1315" y="1389"/>
                    </a:cubicBezTo>
                    <a:cubicBezTo>
                      <a:pt x="1315" y="1566"/>
                      <a:pt x="1307" y="1645"/>
                      <a:pt x="1201" y="1794"/>
                    </a:cubicBezTo>
                    <a:cubicBezTo>
                      <a:pt x="1064" y="1888"/>
                      <a:pt x="999" y="1900"/>
                      <a:pt x="835" y="1895"/>
                    </a:cubicBezTo>
                    <a:cubicBezTo>
                      <a:pt x="788" y="1895"/>
                      <a:pt x="742" y="1894"/>
                      <a:pt x="694" y="1893"/>
                    </a:cubicBezTo>
                    <a:cubicBezTo>
                      <a:pt x="646" y="1892"/>
                      <a:pt x="599" y="1890"/>
                      <a:pt x="549" y="1888"/>
                    </a:cubicBezTo>
                    <a:cubicBezTo>
                      <a:pt x="525" y="1888"/>
                      <a:pt x="525" y="1888"/>
                      <a:pt x="401" y="1885"/>
                    </a:cubicBezTo>
                    <a:cubicBezTo>
                      <a:pt x="281" y="1883"/>
                      <a:pt x="161" y="1879"/>
                      <a:pt x="41" y="1875"/>
                    </a:cubicBezTo>
                    <a:cubicBezTo>
                      <a:pt x="30" y="1775"/>
                      <a:pt x="22" y="1676"/>
                      <a:pt x="15" y="1575"/>
                    </a:cubicBezTo>
                    <a:cubicBezTo>
                      <a:pt x="12" y="1547"/>
                      <a:pt x="8" y="1519"/>
                      <a:pt x="5" y="1490"/>
                    </a:cubicBezTo>
                    <a:cubicBezTo>
                      <a:pt x="0" y="1396"/>
                      <a:pt x="1" y="1337"/>
                      <a:pt x="41" y="1250"/>
                    </a:cubicBezTo>
                    <a:cubicBezTo>
                      <a:pt x="131" y="1202"/>
                      <a:pt x="131" y="1202"/>
                      <a:pt x="243" y="1159"/>
                    </a:cubicBezTo>
                    <a:cubicBezTo>
                      <a:pt x="386" y="1098"/>
                      <a:pt x="444" y="1071"/>
                      <a:pt x="512" y="928"/>
                    </a:cubicBezTo>
                    <a:cubicBezTo>
                      <a:pt x="545" y="788"/>
                      <a:pt x="569" y="650"/>
                      <a:pt x="588" y="508"/>
                    </a:cubicBezTo>
                    <a:cubicBezTo>
                      <a:pt x="596" y="459"/>
                      <a:pt x="604" y="410"/>
                      <a:pt x="612" y="360"/>
                    </a:cubicBezTo>
                    <a:cubicBezTo>
                      <a:pt x="632" y="240"/>
                      <a:pt x="649" y="120"/>
                      <a:pt x="666" y="0"/>
                    </a:cubicBezTo>
                    <a:close/>
                  </a:path>
                </a:pathLst>
              </a:custGeom>
              <a:solidFill>
                <a:srgbClr val="DF61B4"/>
              </a:solidFill>
              <a:ln w="2646" cap="flat">
                <a:noFill/>
              </a:ln>
            </p:spPr>
          </p:sp>
          <p:sp>
            <p:nvSpPr>
              <p:cNvPr id="3315" name="ICON_A_EEG_WAVE_GRAPHIC_path_126"/>
              <p:cNvSpPr/>
              <p:nvPr/>
            </p:nvSpPr>
            <p:spPr>
              <a:xfrm>
                <a:off x="1484312" y="984250"/>
                <a:ext cx="7938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625" h="2500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25" y="825"/>
                      <a:pt x="625" y="1650"/>
                      <a:pt x="625" y="2500"/>
                    </a:cubicBezTo>
                    <a:cubicBezTo>
                      <a:pt x="419" y="2500"/>
                      <a:pt x="213" y="2500"/>
                      <a:pt x="0" y="2500"/>
                    </a:cubicBezTo>
                    <a:cubicBezTo>
                      <a:pt x="0" y="1675"/>
                      <a:pt x="0" y="850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16" name="ICON_A_EEG_WAVE_GRAPHIC_path_127"/>
              <p:cNvSpPr/>
              <p:nvPr/>
            </p:nvSpPr>
            <p:spPr>
              <a:xfrm>
                <a:off x="1697223" y="933979"/>
                <a:ext cx="17277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1360" h="2708" fill="norm" stroke="0">
                    <a:moveTo>
                      <a:pt x="1152" y="0"/>
                    </a:moveTo>
                    <a:cubicBezTo>
                      <a:pt x="1221" y="275"/>
                      <a:pt x="1290" y="550"/>
                      <a:pt x="1360" y="833"/>
                    </a:cubicBezTo>
                    <a:cubicBezTo>
                      <a:pt x="1327" y="842"/>
                      <a:pt x="1327" y="842"/>
                      <a:pt x="1160" y="885"/>
                    </a:cubicBezTo>
                    <a:cubicBezTo>
                      <a:pt x="1039" y="945"/>
                      <a:pt x="963" y="993"/>
                      <a:pt x="912" y="1121"/>
                    </a:cubicBezTo>
                    <a:cubicBezTo>
                      <a:pt x="852" y="1373"/>
                      <a:pt x="835" y="1631"/>
                      <a:pt x="814" y="1888"/>
                    </a:cubicBezTo>
                    <a:cubicBezTo>
                      <a:pt x="806" y="1967"/>
                      <a:pt x="798" y="2047"/>
                      <a:pt x="789" y="2126"/>
                    </a:cubicBezTo>
                    <a:cubicBezTo>
                      <a:pt x="769" y="2320"/>
                      <a:pt x="752" y="2514"/>
                      <a:pt x="735" y="2708"/>
                    </a:cubicBezTo>
                    <a:cubicBezTo>
                      <a:pt x="514" y="2683"/>
                      <a:pt x="282" y="2654"/>
                      <a:pt x="110" y="2500"/>
                    </a:cubicBezTo>
                    <a:cubicBezTo>
                      <a:pt x="0" y="2242"/>
                      <a:pt x="53" y="1926"/>
                      <a:pt x="71" y="1654"/>
                    </a:cubicBezTo>
                    <a:cubicBezTo>
                      <a:pt x="75" y="1574"/>
                      <a:pt x="77" y="1495"/>
                      <a:pt x="80" y="1416"/>
                    </a:cubicBezTo>
                    <a:cubicBezTo>
                      <a:pt x="87" y="1221"/>
                      <a:pt x="97" y="1028"/>
                      <a:pt x="110" y="833"/>
                    </a:cubicBezTo>
                    <a:cubicBezTo>
                      <a:pt x="153" y="838"/>
                      <a:pt x="195" y="843"/>
                      <a:pt x="239" y="848"/>
                    </a:cubicBezTo>
                    <a:cubicBezTo>
                      <a:pt x="405" y="861"/>
                      <a:pt x="571" y="874"/>
                      <a:pt x="735" y="833"/>
                    </a:cubicBezTo>
                    <a:cubicBezTo>
                      <a:pt x="871" y="717"/>
                      <a:pt x="922" y="582"/>
                      <a:pt x="983" y="417"/>
                    </a:cubicBezTo>
                    <a:cubicBezTo>
                      <a:pt x="1000" y="377"/>
                      <a:pt x="1017" y="337"/>
                      <a:pt x="1035" y="296"/>
                    </a:cubicBezTo>
                    <a:cubicBezTo>
                      <a:pt x="1076" y="199"/>
                      <a:pt x="1114" y="99"/>
                      <a:pt x="1152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17" name="ICON_A_EEG_WAVE_GRAPHIC_path_128"/>
              <p:cNvSpPr/>
              <p:nvPr/>
            </p:nvSpPr>
            <p:spPr>
              <a:xfrm>
                <a:off x="2087562" y="1262062"/>
                <a:ext cx="8887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700" h="2500" fill="norm" stroke="0">
                    <a:moveTo>
                      <a:pt x="0" y="0"/>
                    </a:moveTo>
                    <a:cubicBezTo>
                      <a:pt x="206" y="69"/>
                      <a:pt x="412" y="138"/>
                      <a:pt x="625" y="208"/>
                    </a:cubicBezTo>
                    <a:cubicBezTo>
                      <a:pt x="689" y="419"/>
                      <a:pt x="700" y="519"/>
                      <a:pt x="686" y="730"/>
                    </a:cubicBezTo>
                    <a:cubicBezTo>
                      <a:pt x="685" y="781"/>
                      <a:pt x="684" y="831"/>
                      <a:pt x="683" y="883"/>
                    </a:cubicBezTo>
                    <a:cubicBezTo>
                      <a:pt x="681" y="1017"/>
                      <a:pt x="675" y="1151"/>
                      <a:pt x="668" y="1285"/>
                    </a:cubicBezTo>
                    <a:cubicBezTo>
                      <a:pt x="661" y="1422"/>
                      <a:pt x="659" y="1559"/>
                      <a:pt x="655" y="1696"/>
                    </a:cubicBezTo>
                    <a:cubicBezTo>
                      <a:pt x="649" y="1964"/>
                      <a:pt x="638" y="2232"/>
                      <a:pt x="625" y="2500"/>
                    </a:cubicBezTo>
                    <a:cubicBezTo>
                      <a:pt x="419" y="2500"/>
                      <a:pt x="213" y="2500"/>
                      <a:pt x="0" y="2500"/>
                    </a:cubicBezTo>
                    <a:cubicBezTo>
                      <a:pt x="0" y="1675"/>
                      <a:pt x="0" y="850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18" name="ICON_A_EEG_WAVE_GRAPHIC_path_129"/>
              <p:cNvSpPr/>
              <p:nvPr/>
            </p:nvSpPr>
            <p:spPr>
              <a:xfrm>
                <a:off x="2441313" y="904875"/>
                <a:ext cx="12808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1009" h="2500" fill="norm" stroke="0">
                    <a:moveTo>
                      <a:pt x="271" y="0"/>
                    </a:moveTo>
                    <a:cubicBezTo>
                      <a:pt x="499" y="15"/>
                      <a:pt x="727" y="40"/>
                      <a:pt x="896" y="208"/>
                    </a:cubicBezTo>
                    <a:cubicBezTo>
                      <a:pt x="1009" y="487"/>
                      <a:pt x="985" y="807"/>
                      <a:pt x="977" y="1103"/>
                    </a:cubicBezTo>
                    <a:cubicBezTo>
                      <a:pt x="974" y="1250"/>
                      <a:pt x="977" y="1396"/>
                      <a:pt x="981" y="1543"/>
                    </a:cubicBezTo>
                    <a:cubicBezTo>
                      <a:pt x="983" y="2075"/>
                      <a:pt x="983" y="2075"/>
                      <a:pt x="896" y="2292"/>
                    </a:cubicBezTo>
                    <a:cubicBezTo>
                      <a:pt x="727" y="2460"/>
                      <a:pt x="499" y="2485"/>
                      <a:pt x="271" y="2500"/>
                    </a:cubicBezTo>
                    <a:cubicBezTo>
                      <a:pt x="102" y="1618"/>
                      <a:pt x="0" y="875"/>
                      <a:pt x="271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19" name="ICON_A_EEG_WAVE_GRAPHIC_path_130"/>
              <p:cNvSpPr/>
              <p:nvPr/>
            </p:nvSpPr>
            <p:spPr>
              <a:xfrm>
                <a:off x="1742596" y="896938"/>
                <a:ext cx="13785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1085" h="2500" fill="norm" stroke="0">
                    <a:moveTo>
                      <a:pt x="288" y="0"/>
                    </a:moveTo>
                    <a:cubicBezTo>
                      <a:pt x="491" y="7"/>
                      <a:pt x="673" y="29"/>
                      <a:pt x="849" y="138"/>
                    </a:cubicBezTo>
                    <a:cubicBezTo>
                      <a:pt x="1085" y="400"/>
                      <a:pt x="973" y="950"/>
                      <a:pt x="956" y="1285"/>
                    </a:cubicBezTo>
                    <a:cubicBezTo>
                      <a:pt x="949" y="1422"/>
                      <a:pt x="946" y="1559"/>
                      <a:pt x="943" y="1696"/>
                    </a:cubicBezTo>
                    <a:cubicBezTo>
                      <a:pt x="936" y="1964"/>
                      <a:pt x="926" y="2232"/>
                      <a:pt x="913" y="2500"/>
                    </a:cubicBezTo>
                    <a:cubicBezTo>
                      <a:pt x="369" y="2401"/>
                      <a:pt x="369" y="2401"/>
                      <a:pt x="197" y="2169"/>
                    </a:cubicBezTo>
                    <a:cubicBezTo>
                      <a:pt x="0" y="1731"/>
                      <a:pt x="99" y="1251"/>
                      <a:pt x="171" y="794"/>
                    </a:cubicBezTo>
                    <a:cubicBezTo>
                      <a:pt x="182" y="717"/>
                      <a:pt x="193" y="639"/>
                      <a:pt x="204" y="562"/>
                    </a:cubicBezTo>
                    <a:cubicBezTo>
                      <a:pt x="230" y="374"/>
                      <a:pt x="258" y="187"/>
                      <a:pt x="288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20" name="ICON_A_EEG_WAVE_GRAPHIC_path_131"/>
              <p:cNvSpPr/>
              <p:nvPr/>
            </p:nvSpPr>
            <p:spPr>
              <a:xfrm>
                <a:off x="2259224" y="1476375"/>
                <a:ext cx="10901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858" h="1875" fill="norm" stroke="0">
                    <a:moveTo>
                      <a:pt x="233" y="0"/>
                    </a:moveTo>
                    <a:cubicBezTo>
                      <a:pt x="440" y="0"/>
                      <a:pt x="646" y="0"/>
                      <a:pt x="858" y="0"/>
                    </a:cubicBezTo>
                    <a:cubicBezTo>
                      <a:pt x="858" y="550"/>
                      <a:pt x="858" y="1100"/>
                      <a:pt x="858" y="1667"/>
                    </a:cubicBezTo>
                    <a:cubicBezTo>
                      <a:pt x="583" y="1735"/>
                      <a:pt x="308" y="1804"/>
                      <a:pt x="25" y="1875"/>
                    </a:cubicBezTo>
                    <a:cubicBezTo>
                      <a:pt x="20" y="1641"/>
                      <a:pt x="16" y="1408"/>
                      <a:pt x="14" y="1174"/>
                    </a:cubicBezTo>
                    <a:cubicBezTo>
                      <a:pt x="12" y="1095"/>
                      <a:pt x="11" y="1016"/>
                      <a:pt x="9" y="936"/>
                    </a:cubicBezTo>
                    <a:cubicBezTo>
                      <a:pt x="7" y="822"/>
                      <a:pt x="6" y="707"/>
                      <a:pt x="5" y="593"/>
                    </a:cubicBezTo>
                    <a:cubicBezTo>
                      <a:pt x="4" y="558"/>
                      <a:pt x="2" y="522"/>
                      <a:pt x="1" y="486"/>
                    </a:cubicBezTo>
                    <a:cubicBezTo>
                      <a:pt x="1" y="453"/>
                      <a:pt x="1" y="419"/>
                      <a:pt x="1" y="385"/>
                    </a:cubicBezTo>
                    <a:cubicBezTo>
                      <a:pt x="1" y="356"/>
                      <a:pt x="0" y="327"/>
                      <a:pt x="0" y="297"/>
                    </a:cubicBezTo>
                    <a:cubicBezTo>
                      <a:pt x="25" y="208"/>
                      <a:pt x="25" y="208"/>
                      <a:pt x="233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21" name="ICON_A_EEG_WAVE_GRAPHIC_path_132"/>
              <p:cNvSpPr/>
              <p:nvPr/>
            </p:nvSpPr>
            <p:spPr>
              <a:xfrm>
                <a:off x="2380443" y="968375"/>
                <a:ext cx="16682" cy="16126"/>
              </a:xfrm>
              <a:custGeom>
                <a:avLst/>
                <a:gdLst/>
                <a:ahLst/>
                <a:cxnLst/>
                <a:rect l="0" t="0" r="r" b="b"/>
                <a:pathLst>
                  <a:path w="1314" h="1270" fill="norm" stroke="0">
                    <a:moveTo>
                      <a:pt x="64" y="0"/>
                    </a:moveTo>
                    <a:cubicBezTo>
                      <a:pt x="476" y="0"/>
                      <a:pt x="889" y="0"/>
                      <a:pt x="1314" y="0"/>
                    </a:cubicBezTo>
                    <a:cubicBezTo>
                      <a:pt x="1314" y="344"/>
                      <a:pt x="1314" y="688"/>
                      <a:pt x="1314" y="1042"/>
                    </a:cubicBezTo>
                    <a:cubicBezTo>
                      <a:pt x="1145" y="1082"/>
                      <a:pt x="975" y="1121"/>
                      <a:pt x="806" y="1159"/>
                    </a:cubicBezTo>
                    <a:cubicBezTo>
                      <a:pt x="758" y="1171"/>
                      <a:pt x="710" y="1182"/>
                      <a:pt x="660" y="1194"/>
                    </a:cubicBezTo>
                    <a:cubicBezTo>
                      <a:pt x="313" y="1270"/>
                      <a:pt x="313" y="1270"/>
                      <a:pt x="135" y="1185"/>
                    </a:cubicBezTo>
                    <a:cubicBezTo>
                      <a:pt x="0" y="996"/>
                      <a:pt x="43" y="728"/>
                      <a:pt x="51" y="508"/>
                    </a:cubicBezTo>
                    <a:cubicBezTo>
                      <a:pt x="55" y="340"/>
                      <a:pt x="59" y="173"/>
                      <a:pt x="64" y="0"/>
                    </a:cubicBezTo>
                    <a:close/>
                  </a:path>
                </a:pathLst>
              </a:custGeom>
              <a:solidFill>
                <a:srgbClr val="B398D7"/>
              </a:solidFill>
              <a:ln w="2646" cap="flat">
                <a:noFill/>
              </a:ln>
            </p:spPr>
          </p:sp>
          <p:sp>
            <p:nvSpPr>
              <p:cNvPr id="3322" name="ICON_A_EEG_WAVE_GRAPHIC_path_133"/>
              <p:cNvSpPr/>
              <p:nvPr/>
            </p:nvSpPr>
            <p:spPr>
              <a:xfrm>
                <a:off x="1889125" y="943337"/>
                <a:ext cx="18521" cy="17211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1355" fill="norm" stroke="0">
                    <a:moveTo>
                      <a:pt x="0" y="96"/>
                    </a:moveTo>
                    <a:cubicBezTo>
                      <a:pt x="917" y="0"/>
                      <a:pt x="917" y="0"/>
                      <a:pt x="1139" y="171"/>
                    </a:cubicBezTo>
                    <a:cubicBezTo>
                      <a:pt x="1321" y="391"/>
                      <a:pt x="1434" y="645"/>
                      <a:pt x="1458" y="930"/>
                    </a:cubicBezTo>
                    <a:cubicBezTo>
                      <a:pt x="1445" y="1057"/>
                      <a:pt x="1420" y="1093"/>
                      <a:pt x="1341" y="1203"/>
                    </a:cubicBezTo>
                    <a:cubicBezTo>
                      <a:pt x="1148" y="1351"/>
                      <a:pt x="1020" y="1355"/>
                      <a:pt x="780" y="1325"/>
                    </a:cubicBezTo>
                    <a:cubicBezTo>
                      <a:pt x="514" y="1280"/>
                      <a:pt x="264" y="1207"/>
                      <a:pt x="0" y="1138"/>
                    </a:cubicBezTo>
                    <a:cubicBezTo>
                      <a:pt x="0" y="794"/>
                      <a:pt x="0" y="451"/>
                      <a:pt x="0" y="96"/>
                    </a:cubicBezTo>
                    <a:close/>
                  </a:path>
                </a:pathLst>
              </a:custGeom>
              <a:solidFill>
                <a:srgbClr val="567CF3"/>
              </a:solidFill>
              <a:ln w="2646" cap="flat">
                <a:noFill/>
              </a:ln>
            </p:spPr>
          </p:sp>
          <p:sp>
            <p:nvSpPr>
              <p:cNvPr id="3323" name="ICON_A_EEG_WAVE_GRAPHIC_path_134"/>
              <p:cNvSpPr/>
              <p:nvPr/>
            </p:nvSpPr>
            <p:spPr>
              <a:xfrm>
                <a:off x="2711979" y="1434042"/>
                <a:ext cx="27493" cy="26995"/>
              </a:xfrm>
              <a:custGeom>
                <a:avLst/>
                <a:gdLst/>
                <a:ahLst/>
                <a:cxnLst/>
                <a:rect l="0" t="0" r="r" b="b"/>
                <a:pathLst>
                  <a:path w="2165" h="2126" fill="norm" stroke="0">
                    <a:moveTo>
                      <a:pt x="1458" y="0"/>
                    </a:moveTo>
                    <a:cubicBezTo>
                      <a:pt x="1955" y="103"/>
                      <a:pt x="1955" y="103"/>
                      <a:pt x="2083" y="208"/>
                    </a:cubicBezTo>
                    <a:cubicBezTo>
                      <a:pt x="2165" y="404"/>
                      <a:pt x="2118" y="631"/>
                      <a:pt x="2083" y="833"/>
                    </a:cubicBezTo>
                    <a:cubicBezTo>
                      <a:pt x="2043" y="824"/>
                      <a:pt x="2003" y="814"/>
                      <a:pt x="1961" y="804"/>
                    </a:cubicBezTo>
                    <a:cubicBezTo>
                      <a:pt x="1786" y="775"/>
                      <a:pt x="1623" y="755"/>
                      <a:pt x="1458" y="833"/>
                    </a:cubicBezTo>
                    <a:cubicBezTo>
                      <a:pt x="1306" y="1012"/>
                      <a:pt x="1230" y="1240"/>
                      <a:pt x="1138" y="1454"/>
                    </a:cubicBezTo>
                    <a:cubicBezTo>
                      <a:pt x="1022" y="1721"/>
                      <a:pt x="891" y="1942"/>
                      <a:pt x="625" y="2083"/>
                    </a:cubicBezTo>
                    <a:cubicBezTo>
                      <a:pt x="416" y="2126"/>
                      <a:pt x="210" y="2109"/>
                      <a:pt x="0" y="2083"/>
                    </a:cubicBezTo>
                    <a:cubicBezTo>
                      <a:pt x="58" y="1943"/>
                      <a:pt x="120" y="1805"/>
                      <a:pt x="182" y="1667"/>
                    </a:cubicBezTo>
                    <a:cubicBezTo>
                      <a:pt x="199" y="1627"/>
                      <a:pt x="215" y="1587"/>
                      <a:pt x="232" y="1546"/>
                    </a:cubicBezTo>
                    <a:cubicBezTo>
                      <a:pt x="285" y="1432"/>
                      <a:pt x="330" y="1342"/>
                      <a:pt x="417" y="1250"/>
                    </a:cubicBezTo>
                    <a:cubicBezTo>
                      <a:pt x="570" y="1213"/>
                      <a:pt x="674" y="1229"/>
                      <a:pt x="833" y="1250"/>
                    </a:cubicBezTo>
                    <a:cubicBezTo>
                      <a:pt x="833" y="1112"/>
                      <a:pt x="833" y="975"/>
                      <a:pt x="833" y="833"/>
                    </a:cubicBezTo>
                    <a:cubicBezTo>
                      <a:pt x="971" y="833"/>
                      <a:pt x="1108" y="833"/>
                      <a:pt x="1250" y="833"/>
                    </a:cubicBezTo>
                    <a:cubicBezTo>
                      <a:pt x="1319" y="558"/>
                      <a:pt x="1388" y="283"/>
                      <a:pt x="145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24" name="ICON_A_EEG_WAVE_GRAPHIC_path_135"/>
              <p:cNvSpPr/>
              <p:nvPr/>
            </p:nvSpPr>
            <p:spPr>
              <a:xfrm>
                <a:off x="1730374" y="928580"/>
                <a:ext cx="16761" cy="23921"/>
              </a:xfrm>
              <a:custGeom>
                <a:avLst/>
                <a:gdLst/>
                <a:ahLst/>
                <a:cxnLst/>
                <a:rect l="0" t="0" r="r" b="b"/>
                <a:pathLst>
                  <a:path w="1320" h="1884" fill="norm" stroke="0">
                    <a:moveTo>
                      <a:pt x="953" y="0"/>
                    </a:moveTo>
                    <a:cubicBezTo>
                      <a:pt x="1104" y="46"/>
                      <a:pt x="1159" y="86"/>
                      <a:pt x="1250" y="217"/>
                    </a:cubicBezTo>
                    <a:cubicBezTo>
                      <a:pt x="1320" y="491"/>
                      <a:pt x="1289" y="784"/>
                      <a:pt x="1276" y="1063"/>
                    </a:cubicBezTo>
                    <a:cubicBezTo>
                      <a:pt x="1274" y="1142"/>
                      <a:pt x="1272" y="1222"/>
                      <a:pt x="1270" y="1301"/>
                    </a:cubicBezTo>
                    <a:cubicBezTo>
                      <a:pt x="1266" y="1495"/>
                      <a:pt x="1259" y="1689"/>
                      <a:pt x="1250" y="1884"/>
                    </a:cubicBezTo>
                    <a:cubicBezTo>
                      <a:pt x="661" y="1645"/>
                      <a:pt x="291" y="1417"/>
                      <a:pt x="0" y="842"/>
                    </a:cubicBezTo>
                    <a:cubicBezTo>
                      <a:pt x="109" y="717"/>
                      <a:pt x="220" y="595"/>
                      <a:pt x="333" y="474"/>
                    </a:cubicBezTo>
                    <a:cubicBezTo>
                      <a:pt x="371" y="433"/>
                      <a:pt x="409" y="391"/>
                      <a:pt x="446" y="349"/>
                    </a:cubicBezTo>
                    <a:cubicBezTo>
                      <a:pt x="738" y="15"/>
                      <a:pt x="738" y="15"/>
                      <a:pt x="953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25" name="ICON_A_EEG_WAVE_GRAPHIC_path_136"/>
              <p:cNvSpPr/>
              <p:nvPr/>
            </p:nvSpPr>
            <p:spPr>
              <a:xfrm>
                <a:off x="2174876" y="1484004"/>
                <a:ext cx="16867" cy="24948"/>
              </a:xfrm>
              <a:custGeom>
                <a:avLst/>
                <a:gdLst/>
                <a:ahLst/>
                <a:cxnLst/>
                <a:rect l="0" t="0" r="r" b="b"/>
                <a:pathLst>
                  <a:path w="1328" h="1964" fill="norm" stroke="0">
                    <a:moveTo>
                      <a:pt x="950" y="11"/>
                    </a:moveTo>
                    <a:cubicBezTo>
                      <a:pt x="979" y="12"/>
                      <a:pt x="1008" y="13"/>
                      <a:pt x="1038" y="14"/>
                    </a:cubicBezTo>
                    <a:cubicBezTo>
                      <a:pt x="1109" y="16"/>
                      <a:pt x="1179" y="20"/>
                      <a:pt x="1250" y="24"/>
                    </a:cubicBezTo>
                    <a:cubicBezTo>
                      <a:pt x="1318" y="593"/>
                      <a:pt x="1328" y="1072"/>
                      <a:pt x="976" y="1548"/>
                    </a:cubicBezTo>
                    <a:cubicBezTo>
                      <a:pt x="827" y="1736"/>
                      <a:pt x="690" y="1906"/>
                      <a:pt x="444" y="1951"/>
                    </a:cubicBezTo>
                    <a:cubicBezTo>
                      <a:pt x="284" y="1964"/>
                      <a:pt x="168" y="1931"/>
                      <a:pt x="0" y="1899"/>
                    </a:cubicBezTo>
                    <a:cubicBezTo>
                      <a:pt x="0" y="1693"/>
                      <a:pt x="0" y="1487"/>
                      <a:pt x="0" y="1274"/>
                    </a:cubicBezTo>
                    <a:cubicBezTo>
                      <a:pt x="137" y="1274"/>
                      <a:pt x="275" y="1274"/>
                      <a:pt x="417" y="1274"/>
                    </a:cubicBezTo>
                    <a:cubicBezTo>
                      <a:pt x="415" y="1244"/>
                      <a:pt x="414" y="1213"/>
                      <a:pt x="413" y="1182"/>
                    </a:cubicBezTo>
                    <a:cubicBezTo>
                      <a:pt x="409" y="1044"/>
                      <a:pt x="406" y="905"/>
                      <a:pt x="404" y="766"/>
                    </a:cubicBezTo>
                    <a:cubicBezTo>
                      <a:pt x="403" y="743"/>
                      <a:pt x="403" y="743"/>
                      <a:pt x="398" y="621"/>
                    </a:cubicBezTo>
                    <a:cubicBezTo>
                      <a:pt x="392" y="224"/>
                      <a:pt x="392" y="224"/>
                      <a:pt x="501" y="96"/>
                    </a:cubicBezTo>
                    <a:cubicBezTo>
                      <a:pt x="660" y="4"/>
                      <a:pt x="771" y="0"/>
                      <a:pt x="950" y="11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26" name="ICON_A_EEG_WAVE_GRAPHIC_path_137"/>
              <p:cNvSpPr/>
              <p:nvPr/>
            </p:nvSpPr>
            <p:spPr>
              <a:xfrm>
                <a:off x="1705689" y="1449917"/>
                <a:ext cx="27331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2152" h="1667" fill="norm" stroke="0">
                    <a:moveTo>
                      <a:pt x="694" y="0"/>
                    </a:moveTo>
                    <a:cubicBezTo>
                      <a:pt x="800" y="58"/>
                      <a:pt x="903" y="120"/>
                      <a:pt x="1006" y="182"/>
                    </a:cubicBezTo>
                    <a:cubicBezTo>
                      <a:pt x="1036" y="199"/>
                      <a:pt x="1066" y="215"/>
                      <a:pt x="1097" y="232"/>
                    </a:cubicBezTo>
                    <a:cubicBezTo>
                      <a:pt x="1182" y="285"/>
                      <a:pt x="1182" y="285"/>
                      <a:pt x="1319" y="417"/>
                    </a:cubicBezTo>
                    <a:cubicBezTo>
                      <a:pt x="1319" y="554"/>
                      <a:pt x="1319" y="692"/>
                      <a:pt x="1319" y="833"/>
                    </a:cubicBezTo>
                    <a:cubicBezTo>
                      <a:pt x="1594" y="902"/>
                      <a:pt x="1869" y="971"/>
                      <a:pt x="2152" y="1042"/>
                    </a:cubicBezTo>
                    <a:cubicBezTo>
                      <a:pt x="2083" y="1248"/>
                      <a:pt x="2015" y="1454"/>
                      <a:pt x="1944" y="1667"/>
                    </a:cubicBezTo>
                    <a:cubicBezTo>
                      <a:pt x="1472" y="1538"/>
                      <a:pt x="1214" y="1420"/>
                      <a:pt x="902" y="1042"/>
                    </a:cubicBezTo>
                    <a:cubicBezTo>
                      <a:pt x="833" y="1179"/>
                      <a:pt x="765" y="1317"/>
                      <a:pt x="694" y="1458"/>
                    </a:cubicBezTo>
                    <a:cubicBezTo>
                      <a:pt x="238" y="1355"/>
                      <a:pt x="238" y="1355"/>
                      <a:pt x="69" y="1250"/>
                    </a:cubicBezTo>
                    <a:cubicBezTo>
                      <a:pt x="0" y="1129"/>
                      <a:pt x="0" y="1067"/>
                      <a:pt x="20" y="930"/>
                    </a:cubicBezTo>
                    <a:cubicBezTo>
                      <a:pt x="83" y="805"/>
                      <a:pt x="134" y="790"/>
                      <a:pt x="264" y="742"/>
                    </a:cubicBezTo>
                    <a:cubicBezTo>
                      <a:pt x="380" y="698"/>
                      <a:pt x="462" y="666"/>
                      <a:pt x="526" y="556"/>
                    </a:cubicBezTo>
                    <a:cubicBezTo>
                      <a:pt x="600" y="376"/>
                      <a:pt x="649" y="189"/>
                      <a:pt x="694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27" name="ICON_A_EEG_WAVE_GRAPHIC_path_138"/>
              <p:cNvSpPr/>
              <p:nvPr/>
            </p:nvSpPr>
            <p:spPr>
              <a:xfrm>
                <a:off x="1531034" y="1419916"/>
                <a:ext cx="16777" cy="24709"/>
              </a:xfrm>
              <a:custGeom>
                <a:avLst/>
                <a:gdLst/>
                <a:ahLst/>
                <a:cxnLst/>
                <a:rect l="0" t="0" r="r" b="b"/>
                <a:pathLst>
                  <a:path w="1321" h="1946" fill="norm" stroke="0">
                    <a:moveTo>
                      <a:pt x="1048" y="19"/>
                    </a:moveTo>
                    <a:cubicBezTo>
                      <a:pt x="1093" y="27"/>
                      <a:pt x="1093" y="27"/>
                      <a:pt x="1321" y="71"/>
                    </a:cubicBezTo>
                    <a:cubicBezTo>
                      <a:pt x="1321" y="277"/>
                      <a:pt x="1321" y="483"/>
                      <a:pt x="1321" y="696"/>
                    </a:cubicBezTo>
                    <a:cubicBezTo>
                      <a:pt x="1184" y="696"/>
                      <a:pt x="1046" y="696"/>
                      <a:pt x="904" y="696"/>
                    </a:cubicBezTo>
                    <a:cubicBezTo>
                      <a:pt x="904" y="1039"/>
                      <a:pt x="904" y="1383"/>
                      <a:pt x="904" y="1737"/>
                    </a:cubicBezTo>
                    <a:cubicBezTo>
                      <a:pt x="629" y="1806"/>
                      <a:pt x="354" y="1875"/>
                      <a:pt x="71" y="1946"/>
                    </a:cubicBezTo>
                    <a:cubicBezTo>
                      <a:pt x="0" y="1303"/>
                      <a:pt x="17" y="837"/>
                      <a:pt x="429" y="316"/>
                    </a:cubicBezTo>
                    <a:cubicBezTo>
                      <a:pt x="612" y="112"/>
                      <a:pt x="767" y="0"/>
                      <a:pt x="1048" y="1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28" name="ICON_A_EEG_WAVE_GRAPHIC_path_139"/>
              <p:cNvSpPr/>
              <p:nvPr/>
            </p:nvSpPr>
            <p:spPr>
              <a:xfrm>
                <a:off x="1610409" y="1396103"/>
                <a:ext cx="16777" cy="24709"/>
              </a:xfrm>
              <a:custGeom>
                <a:avLst/>
                <a:gdLst/>
                <a:ahLst/>
                <a:cxnLst/>
                <a:rect l="0" t="0" r="r" b="b"/>
                <a:pathLst>
                  <a:path w="1321" h="1946" fill="norm" stroke="0">
                    <a:moveTo>
                      <a:pt x="1048" y="19"/>
                    </a:moveTo>
                    <a:cubicBezTo>
                      <a:pt x="1093" y="27"/>
                      <a:pt x="1093" y="27"/>
                      <a:pt x="1321" y="71"/>
                    </a:cubicBezTo>
                    <a:cubicBezTo>
                      <a:pt x="1321" y="277"/>
                      <a:pt x="1321" y="483"/>
                      <a:pt x="1321" y="696"/>
                    </a:cubicBezTo>
                    <a:cubicBezTo>
                      <a:pt x="1184" y="696"/>
                      <a:pt x="1046" y="696"/>
                      <a:pt x="904" y="696"/>
                    </a:cubicBezTo>
                    <a:cubicBezTo>
                      <a:pt x="904" y="1039"/>
                      <a:pt x="904" y="1383"/>
                      <a:pt x="904" y="1737"/>
                    </a:cubicBezTo>
                    <a:cubicBezTo>
                      <a:pt x="629" y="1806"/>
                      <a:pt x="354" y="1875"/>
                      <a:pt x="71" y="1946"/>
                    </a:cubicBezTo>
                    <a:cubicBezTo>
                      <a:pt x="0" y="1303"/>
                      <a:pt x="17" y="837"/>
                      <a:pt x="429" y="316"/>
                    </a:cubicBezTo>
                    <a:cubicBezTo>
                      <a:pt x="612" y="112"/>
                      <a:pt x="767" y="0"/>
                      <a:pt x="1048" y="1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29" name="ICON_A_EEG_WAVE_GRAPHIC_path_140"/>
              <p:cNvSpPr/>
              <p:nvPr/>
            </p:nvSpPr>
            <p:spPr>
              <a:xfrm>
                <a:off x="1658366" y="949854"/>
                <a:ext cx="25096" cy="19733"/>
              </a:xfrm>
              <a:custGeom>
                <a:avLst/>
                <a:gdLst/>
                <a:ahLst/>
                <a:cxnLst/>
                <a:rect l="0" t="0" r="r" b="b"/>
                <a:pathLst>
                  <a:path w="1976" h="1554" fill="norm" stroke="0">
                    <a:moveTo>
                      <a:pt x="45" y="0"/>
                    </a:moveTo>
                    <a:cubicBezTo>
                      <a:pt x="512" y="118"/>
                      <a:pt x="769" y="258"/>
                      <a:pt x="1087" y="625"/>
                    </a:cubicBezTo>
                    <a:cubicBezTo>
                      <a:pt x="1293" y="419"/>
                      <a:pt x="1499" y="213"/>
                      <a:pt x="1712" y="0"/>
                    </a:cubicBezTo>
                    <a:cubicBezTo>
                      <a:pt x="1976" y="697"/>
                      <a:pt x="1976" y="697"/>
                      <a:pt x="1879" y="934"/>
                    </a:cubicBezTo>
                    <a:cubicBezTo>
                      <a:pt x="1700" y="1204"/>
                      <a:pt x="1440" y="1415"/>
                      <a:pt x="1135" y="1526"/>
                    </a:cubicBezTo>
                    <a:cubicBezTo>
                      <a:pt x="955" y="1554"/>
                      <a:pt x="828" y="1550"/>
                      <a:pt x="670" y="1458"/>
                    </a:cubicBezTo>
                    <a:cubicBezTo>
                      <a:pt x="371" y="1206"/>
                      <a:pt x="58" y="829"/>
                      <a:pt x="6" y="430"/>
                    </a:cubicBezTo>
                    <a:cubicBezTo>
                      <a:pt x="0" y="284"/>
                      <a:pt x="16" y="144"/>
                      <a:pt x="45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30" name="ICON_A_EEG_WAVE_GRAPHIC_path_141"/>
              <p:cNvSpPr/>
              <p:nvPr/>
            </p:nvSpPr>
            <p:spPr>
              <a:xfrm>
                <a:off x="1594787" y="1434042"/>
                <a:ext cx="27109" cy="27339"/>
              </a:xfrm>
              <a:custGeom>
                <a:avLst/>
                <a:gdLst/>
                <a:ahLst/>
                <a:cxnLst/>
                <a:rect l="0" t="0" r="r" b="b"/>
                <a:pathLst>
                  <a:path w="2135" h="2153" fill="norm" stroke="0">
                    <a:moveTo>
                      <a:pt x="51" y="0"/>
                    </a:moveTo>
                    <a:cubicBezTo>
                      <a:pt x="646" y="328"/>
                      <a:pt x="646" y="328"/>
                      <a:pt x="718" y="537"/>
                    </a:cubicBezTo>
                    <a:cubicBezTo>
                      <a:pt x="715" y="642"/>
                      <a:pt x="700" y="731"/>
                      <a:pt x="676" y="833"/>
                    </a:cubicBezTo>
                    <a:cubicBezTo>
                      <a:pt x="716" y="827"/>
                      <a:pt x="756" y="821"/>
                      <a:pt x="797" y="815"/>
                    </a:cubicBezTo>
                    <a:cubicBezTo>
                      <a:pt x="1204" y="772"/>
                      <a:pt x="1204" y="772"/>
                      <a:pt x="1370" y="876"/>
                    </a:cubicBezTo>
                    <a:cubicBezTo>
                      <a:pt x="1524" y="1014"/>
                      <a:pt x="1639" y="1185"/>
                      <a:pt x="1757" y="1354"/>
                    </a:cubicBezTo>
                    <a:cubicBezTo>
                      <a:pt x="1794" y="1405"/>
                      <a:pt x="1831" y="1455"/>
                      <a:pt x="1869" y="1505"/>
                    </a:cubicBezTo>
                    <a:cubicBezTo>
                      <a:pt x="1960" y="1627"/>
                      <a:pt x="2048" y="1750"/>
                      <a:pt x="2135" y="1875"/>
                    </a:cubicBezTo>
                    <a:cubicBezTo>
                      <a:pt x="1879" y="2019"/>
                      <a:pt x="1597" y="2153"/>
                      <a:pt x="1301" y="2083"/>
                    </a:cubicBezTo>
                    <a:cubicBezTo>
                      <a:pt x="1075" y="1908"/>
                      <a:pt x="917" y="1677"/>
                      <a:pt x="759" y="1441"/>
                    </a:cubicBezTo>
                    <a:cubicBezTo>
                      <a:pt x="726" y="1393"/>
                      <a:pt x="694" y="1345"/>
                      <a:pt x="662" y="1297"/>
                    </a:cubicBezTo>
                    <a:cubicBezTo>
                      <a:pt x="646" y="1274"/>
                      <a:pt x="630" y="1250"/>
                      <a:pt x="614" y="1226"/>
                    </a:cubicBezTo>
                    <a:cubicBezTo>
                      <a:pt x="506" y="1071"/>
                      <a:pt x="411" y="1000"/>
                      <a:pt x="237" y="930"/>
                    </a:cubicBezTo>
                    <a:cubicBezTo>
                      <a:pt x="132" y="888"/>
                      <a:pt x="132" y="888"/>
                      <a:pt x="51" y="833"/>
                    </a:cubicBezTo>
                    <a:cubicBezTo>
                      <a:pt x="0" y="688"/>
                      <a:pt x="11" y="556"/>
                      <a:pt x="25" y="404"/>
                    </a:cubicBezTo>
                    <a:cubicBezTo>
                      <a:pt x="27" y="365"/>
                      <a:pt x="29" y="326"/>
                      <a:pt x="31" y="286"/>
                    </a:cubicBezTo>
                    <a:cubicBezTo>
                      <a:pt x="36" y="190"/>
                      <a:pt x="43" y="95"/>
                      <a:pt x="51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31" name="ICON_A_EEG_WAVE_GRAPHIC_path_142"/>
              <p:cNvSpPr/>
              <p:nvPr/>
            </p:nvSpPr>
            <p:spPr>
              <a:xfrm>
                <a:off x="1634413" y="1301228"/>
                <a:ext cx="25239" cy="24858"/>
              </a:xfrm>
              <a:custGeom>
                <a:avLst/>
                <a:gdLst/>
                <a:ahLst/>
                <a:cxnLst/>
                <a:rect l="0" t="0" r="r" b="b"/>
                <a:pathLst>
                  <a:path w="1987" h="1957" fill="norm" stroke="0">
                    <a:moveTo>
                      <a:pt x="1380" y="8"/>
                    </a:moveTo>
                    <a:cubicBezTo>
                      <a:pt x="1468" y="0"/>
                      <a:pt x="1543" y="4"/>
                      <a:pt x="1632" y="15"/>
                    </a:cubicBezTo>
                    <a:cubicBezTo>
                      <a:pt x="1685" y="20"/>
                      <a:pt x="1739" y="25"/>
                      <a:pt x="1792" y="29"/>
                    </a:cubicBezTo>
                    <a:cubicBezTo>
                      <a:pt x="1815" y="31"/>
                      <a:pt x="1815" y="31"/>
                      <a:pt x="1931" y="41"/>
                    </a:cubicBezTo>
                    <a:cubicBezTo>
                      <a:pt x="1962" y="250"/>
                      <a:pt x="1987" y="460"/>
                      <a:pt x="1931" y="666"/>
                    </a:cubicBezTo>
                    <a:cubicBezTo>
                      <a:pt x="1790" y="850"/>
                      <a:pt x="1615" y="968"/>
                      <a:pt x="1423" y="1096"/>
                    </a:cubicBezTo>
                    <a:cubicBezTo>
                      <a:pt x="1327" y="1162"/>
                      <a:pt x="1232" y="1230"/>
                      <a:pt x="1138" y="1299"/>
                    </a:cubicBezTo>
                    <a:cubicBezTo>
                      <a:pt x="1115" y="1315"/>
                      <a:pt x="1092" y="1331"/>
                      <a:pt x="1069" y="1348"/>
                    </a:cubicBezTo>
                    <a:cubicBezTo>
                      <a:pt x="885" y="1486"/>
                      <a:pt x="815" y="1628"/>
                      <a:pt x="729" y="1836"/>
                    </a:cubicBezTo>
                    <a:cubicBezTo>
                      <a:pt x="681" y="1916"/>
                      <a:pt x="681" y="1916"/>
                      <a:pt x="607" y="1949"/>
                    </a:cubicBezTo>
                    <a:cubicBezTo>
                      <a:pt x="519" y="1957"/>
                      <a:pt x="444" y="1953"/>
                      <a:pt x="356" y="1942"/>
                    </a:cubicBezTo>
                    <a:cubicBezTo>
                      <a:pt x="302" y="1937"/>
                      <a:pt x="249" y="1933"/>
                      <a:pt x="195" y="1928"/>
                    </a:cubicBezTo>
                    <a:cubicBezTo>
                      <a:pt x="172" y="1926"/>
                      <a:pt x="172" y="1926"/>
                      <a:pt x="56" y="1916"/>
                    </a:cubicBezTo>
                    <a:cubicBezTo>
                      <a:pt x="25" y="1707"/>
                      <a:pt x="0" y="1498"/>
                      <a:pt x="56" y="1291"/>
                    </a:cubicBezTo>
                    <a:cubicBezTo>
                      <a:pt x="197" y="1107"/>
                      <a:pt x="372" y="989"/>
                      <a:pt x="564" y="861"/>
                    </a:cubicBezTo>
                    <a:cubicBezTo>
                      <a:pt x="660" y="795"/>
                      <a:pt x="755" y="728"/>
                      <a:pt x="850" y="659"/>
                    </a:cubicBezTo>
                    <a:cubicBezTo>
                      <a:pt x="872" y="643"/>
                      <a:pt x="895" y="626"/>
                      <a:pt x="919" y="610"/>
                    </a:cubicBezTo>
                    <a:cubicBezTo>
                      <a:pt x="1102" y="471"/>
                      <a:pt x="1172" y="329"/>
                      <a:pt x="1258" y="121"/>
                    </a:cubicBezTo>
                    <a:cubicBezTo>
                      <a:pt x="1306" y="41"/>
                      <a:pt x="1306" y="41"/>
                      <a:pt x="1380" y="8"/>
                    </a:cubicBezTo>
                    <a:close/>
                  </a:path>
                </a:pathLst>
              </a:custGeom>
              <a:solidFill>
                <a:srgbClr val="C971C0"/>
              </a:solidFill>
              <a:ln w="2646" cap="flat">
                <a:noFill/>
              </a:ln>
            </p:spPr>
          </p:sp>
          <p:sp>
            <p:nvSpPr>
              <p:cNvPr id="3332" name="ICON_A_EEG_WAVE_GRAPHIC_path_143"/>
              <p:cNvSpPr/>
              <p:nvPr/>
            </p:nvSpPr>
            <p:spPr>
              <a:xfrm>
                <a:off x="2190226" y="1465792"/>
                <a:ext cx="24580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935" h="1458" fill="norm" stroke="0">
                    <a:moveTo>
                      <a:pt x="1708" y="0"/>
                    </a:moveTo>
                    <a:cubicBezTo>
                      <a:pt x="1935" y="414"/>
                      <a:pt x="1935" y="414"/>
                      <a:pt x="1916" y="625"/>
                    </a:cubicBezTo>
                    <a:cubicBezTo>
                      <a:pt x="1771" y="940"/>
                      <a:pt x="1523" y="1204"/>
                      <a:pt x="1291" y="1458"/>
                    </a:cubicBezTo>
                    <a:cubicBezTo>
                      <a:pt x="681" y="1153"/>
                      <a:pt x="681" y="1153"/>
                      <a:pt x="570" y="1097"/>
                    </a:cubicBezTo>
                    <a:cubicBezTo>
                      <a:pt x="494" y="1059"/>
                      <a:pt x="417" y="1025"/>
                      <a:pt x="338" y="993"/>
                    </a:cubicBezTo>
                    <a:cubicBezTo>
                      <a:pt x="59" y="874"/>
                      <a:pt x="59" y="874"/>
                      <a:pt x="9" y="758"/>
                    </a:cubicBezTo>
                    <a:cubicBezTo>
                      <a:pt x="0" y="671"/>
                      <a:pt x="4" y="595"/>
                      <a:pt x="15" y="508"/>
                    </a:cubicBezTo>
                    <a:cubicBezTo>
                      <a:pt x="17" y="479"/>
                      <a:pt x="19" y="450"/>
                      <a:pt x="21" y="420"/>
                    </a:cubicBezTo>
                    <a:cubicBezTo>
                      <a:pt x="26" y="350"/>
                      <a:pt x="33" y="279"/>
                      <a:pt x="41" y="208"/>
                    </a:cubicBezTo>
                    <a:cubicBezTo>
                      <a:pt x="559" y="146"/>
                      <a:pt x="559" y="146"/>
                      <a:pt x="737" y="249"/>
                    </a:cubicBezTo>
                    <a:cubicBezTo>
                      <a:pt x="874" y="361"/>
                      <a:pt x="969" y="485"/>
                      <a:pt x="1083" y="625"/>
                    </a:cubicBezTo>
                    <a:cubicBezTo>
                      <a:pt x="1289" y="419"/>
                      <a:pt x="1495" y="213"/>
                      <a:pt x="17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33" name="ICON_A_EEG_WAVE_GRAPHIC_path_144"/>
              <p:cNvSpPr/>
              <p:nvPr/>
            </p:nvSpPr>
            <p:spPr>
              <a:xfrm>
                <a:off x="2102898" y="1444625"/>
                <a:ext cx="24352" cy="17214"/>
              </a:xfrm>
              <a:custGeom>
                <a:avLst/>
                <a:gdLst/>
                <a:ahLst/>
                <a:cxnLst/>
                <a:rect l="0" t="0" r="r" b="b"/>
                <a:pathLst>
                  <a:path w="1917" h="1355" fill="norm" stroke="0">
                    <a:moveTo>
                      <a:pt x="42" y="0"/>
                    </a:moveTo>
                    <a:cubicBezTo>
                      <a:pt x="249" y="0"/>
                      <a:pt x="455" y="0"/>
                      <a:pt x="667" y="0"/>
                    </a:cubicBezTo>
                    <a:cubicBezTo>
                      <a:pt x="667" y="138"/>
                      <a:pt x="667" y="275"/>
                      <a:pt x="667" y="417"/>
                    </a:cubicBezTo>
                    <a:cubicBezTo>
                      <a:pt x="874" y="451"/>
                      <a:pt x="874" y="451"/>
                      <a:pt x="1917" y="625"/>
                    </a:cubicBezTo>
                    <a:cubicBezTo>
                      <a:pt x="1917" y="831"/>
                      <a:pt x="1917" y="1037"/>
                      <a:pt x="1917" y="1250"/>
                    </a:cubicBezTo>
                    <a:cubicBezTo>
                      <a:pt x="711" y="1355"/>
                      <a:pt x="711" y="1355"/>
                      <a:pt x="356" y="1058"/>
                    </a:cubicBezTo>
                    <a:cubicBezTo>
                      <a:pt x="153" y="849"/>
                      <a:pt x="22" y="660"/>
                      <a:pt x="0" y="365"/>
                    </a:cubicBezTo>
                    <a:cubicBezTo>
                      <a:pt x="5" y="242"/>
                      <a:pt x="25" y="121"/>
                      <a:pt x="42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34" name="ICON_A_EEG_WAVE_GRAPHIC_path_145"/>
              <p:cNvSpPr/>
              <p:nvPr/>
            </p:nvSpPr>
            <p:spPr>
              <a:xfrm>
                <a:off x="1841499" y="1435820"/>
                <a:ext cx="26458" cy="25233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1987" fill="norm" stroke="0">
                    <a:moveTo>
                      <a:pt x="1400" y="6"/>
                    </a:moveTo>
                    <a:cubicBezTo>
                      <a:pt x="1480" y="0"/>
                      <a:pt x="1480" y="0"/>
                      <a:pt x="1562" y="3"/>
                    </a:cubicBezTo>
                    <a:cubicBezTo>
                      <a:pt x="1590" y="4"/>
                      <a:pt x="1618" y="4"/>
                      <a:pt x="1647" y="4"/>
                    </a:cubicBezTo>
                    <a:cubicBezTo>
                      <a:pt x="1729" y="12"/>
                      <a:pt x="1729" y="12"/>
                      <a:pt x="1875" y="68"/>
                    </a:cubicBezTo>
                    <a:cubicBezTo>
                      <a:pt x="2014" y="247"/>
                      <a:pt x="2040" y="477"/>
                      <a:pt x="2083" y="693"/>
                    </a:cubicBezTo>
                    <a:cubicBezTo>
                      <a:pt x="2043" y="702"/>
                      <a:pt x="2003" y="711"/>
                      <a:pt x="1961" y="720"/>
                    </a:cubicBezTo>
                    <a:cubicBezTo>
                      <a:pt x="1461" y="847"/>
                      <a:pt x="1265" y="1088"/>
                      <a:pt x="994" y="1510"/>
                    </a:cubicBezTo>
                    <a:cubicBezTo>
                      <a:pt x="728" y="1915"/>
                      <a:pt x="728" y="1915"/>
                      <a:pt x="546" y="1965"/>
                    </a:cubicBezTo>
                    <a:cubicBezTo>
                      <a:pt x="356" y="1987"/>
                      <a:pt x="195" y="1965"/>
                      <a:pt x="0" y="1943"/>
                    </a:cubicBezTo>
                    <a:cubicBezTo>
                      <a:pt x="0" y="1737"/>
                      <a:pt x="0" y="1531"/>
                      <a:pt x="0" y="1318"/>
                    </a:cubicBezTo>
                    <a:cubicBezTo>
                      <a:pt x="95" y="1335"/>
                      <a:pt x="189" y="1353"/>
                      <a:pt x="286" y="1370"/>
                    </a:cubicBezTo>
                    <a:cubicBezTo>
                      <a:pt x="413" y="1380"/>
                      <a:pt x="510" y="1372"/>
                      <a:pt x="625" y="1318"/>
                    </a:cubicBezTo>
                    <a:cubicBezTo>
                      <a:pt x="857" y="1059"/>
                      <a:pt x="963" y="686"/>
                      <a:pt x="1088" y="367"/>
                    </a:cubicBezTo>
                    <a:cubicBezTo>
                      <a:pt x="1226" y="50"/>
                      <a:pt x="1226" y="50"/>
                      <a:pt x="1400" y="6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35" name="ICON_A_EEG_WAVE_GRAPHIC_path_146"/>
              <p:cNvSpPr/>
              <p:nvPr/>
            </p:nvSpPr>
            <p:spPr>
              <a:xfrm>
                <a:off x="2561167" y="1285875"/>
                <a:ext cx="10583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87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619"/>
                      <a:pt x="833" y="1237"/>
                      <a:pt x="833" y="1875"/>
                    </a:cubicBezTo>
                    <a:cubicBezTo>
                      <a:pt x="627" y="1875"/>
                      <a:pt x="421" y="1875"/>
                      <a:pt x="208" y="1875"/>
                    </a:cubicBezTo>
                    <a:cubicBezTo>
                      <a:pt x="140" y="1256"/>
                      <a:pt x="71" y="63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646" cap="flat">
                <a:noFill/>
              </a:ln>
            </p:spPr>
          </p:sp>
          <p:sp>
            <p:nvSpPr>
              <p:cNvPr id="3336" name="ICON_A_EEG_WAVE_GRAPHIC_path_147"/>
              <p:cNvSpPr/>
              <p:nvPr/>
            </p:nvSpPr>
            <p:spPr>
              <a:xfrm>
                <a:off x="2531959" y="1441980"/>
                <a:ext cx="16404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292" h="1667" fill="norm" stroke="0">
                    <a:moveTo>
                      <a:pt x="520" y="17"/>
                    </a:moveTo>
                    <a:cubicBezTo>
                      <a:pt x="637" y="60"/>
                      <a:pt x="744" y="112"/>
                      <a:pt x="855" y="169"/>
                    </a:cubicBezTo>
                    <a:cubicBezTo>
                      <a:pt x="874" y="178"/>
                      <a:pt x="874" y="178"/>
                      <a:pt x="972" y="222"/>
                    </a:cubicBezTo>
                    <a:cubicBezTo>
                      <a:pt x="1085" y="278"/>
                      <a:pt x="1170" y="326"/>
                      <a:pt x="1258" y="417"/>
                    </a:cubicBezTo>
                    <a:cubicBezTo>
                      <a:pt x="1292" y="561"/>
                      <a:pt x="1283" y="688"/>
                      <a:pt x="1258" y="833"/>
                    </a:cubicBezTo>
                    <a:cubicBezTo>
                      <a:pt x="1231" y="829"/>
                      <a:pt x="1204" y="824"/>
                      <a:pt x="1175" y="819"/>
                    </a:cubicBezTo>
                    <a:cubicBezTo>
                      <a:pt x="1054" y="806"/>
                      <a:pt x="961" y="804"/>
                      <a:pt x="841" y="833"/>
                    </a:cubicBezTo>
                    <a:cubicBezTo>
                      <a:pt x="727" y="955"/>
                      <a:pt x="670" y="1096"/>
                      <a:pt x="607" y="1250"/>
                    </a:cubicBezTo>
                    <a:cubicBezTo>
                      <a:pt x="589" y="1290"/>
                      <a:pt x="571" y="1329"/>
                      <a:pt x="553" y="1370"/>
                    </a:cubicBezTo>
                    <a:cubicBezTo>
                      <a:pt x="508" y="1469"/>
                      <a:pt x="466" y="1567"/>
                      <a:pt x="425" y="1667"/>
                    </a:cubicBezTo>
                    <a:cubicBezTo>
                      <a:pt x="239" y="1564"/>
                      <a:pt x="81" y="1455"/>
                      <a:pt x="8" y="1250"/>
                    </a:cubicBezTo>
                    <a:cubicBezTo>
                      <a:pt x="0" y="882"/>
                      <a:pt x="80" y="366"/>
                      <a:pt x="303" y="62"/>
                    </a:cubicBezTo>
                    <a:cubicBezTo>
                      <a:pt x="425" y="0"/>
                      <a:pt x="425" y="0"/>
                      <a:pt x="520" y="17"/>
                    </a:cubicBezTo>
                    <a:close/>
                  </a:path>
                </a:pathLst>
              </a:custGeom>
              <a:solidFill>
                <a:srgbClr val="AB8FD3"/>
              </a:solidFill>
              <a:ln w="2646" cap="flat">
                <a:noFill/>
              </a:ln>
            </p:spPr>
          </p:sp>
          <p:sp>
            <p:nvSpPr>
              <p:cNvPr id="3337" name="ICON_A_EEG_WAVE_GRAPHIC_path_148"/>
              <p:cNvSpPr/>
              <p:nvPr/>
            </p:nvSpPr>
            <p:spPr>
              <a:xfrm>
                <a:off x="1602473" y="903874"/>
                <a:ext cx="17301" cy="24813"/>
              </a:xfrm>
              <a:custGeom>
                <a:avLst/>
                <a:gdLst/>
                <a:ahLst/>
                <a:cxnLst/>
                <a:rect l="0" t="0" r="r" b="b"/>
                <a:pathLst>
                  <a:path w="1362" h="1954" fill="norm" stroke="0">
                    <a:moveTo>
                      <a:pt x="1130" y="36"/>
                    </a:moveTo>
                    <a:cubicBezTo>
                      <a:pt x="1195" y="47"/>
                      <a:pt x="1258" y="63"/>
                      <a:pt x="1321" y="79"/>
                    </a:cubicBezTo>
                    <a:cubicBezTo>
                      <a:pt x="1332" y="179"/>
                      <a:pt x="1340" y="278"/>
                      <a:pt x="1347" y="378"/>
                    </a:cubicBezTo>
                    <a:cubicBezTo>
                      <a:pt x="1349" y="392"/>
                      <a:pt x="1349" y="392"/>
                      <a:pt x="1358" y="463"/>
                    </a:cubicBezTo>
                    <a:cubicBezTo>
                      <a:pt x="1362" y="558"/>
                      <a:pt x="1361" y="617"/>
                      <a:pt x="1321" y="704"/>
                    </a:cubicBezTo>
                    <a:cubicBezTo>
                      <a:pt x="1231" y="752"/>
                      <a:pt x="1231" y="752"/>
                      <a:pt x="1119" y="795"/>
                    </a:cubicBezTo>
                    <a:cubicBezTo>
                      <a:pt x="976" y="856"/>
                      <a:pt x="918" y="883"/>
                      <a:pt x="850" y="1026"/>
                    </a:cubicBezTo>
                    <a:cubicBezTo>
                      <a:pt x="817" y="1166"/>
                      <a:pt x="793" y="1303"/>
                      <a:pt x="774" y="1446"/>
                    </a:cubicBezTo>
                    <a:cubicBezTo>
                      <a:pt x="766" y="1495"/>
                      <a:pt x="758" y="1544"/>
                      <a:pt x="750" y="1594"/>
                    </a:cubicBezTo>
                    <a:cubicBezTo>
                      <a:pt x="730" y="1714"/>
                      <a:pt x="713" y="1834"/>
                      <a:pt x="696" y="1954"/>
                    </a:cubicBezTo>
                    <a:cubicBezTo>
                      <a:pt x="490" y="1954"/>
                      <a:pt x="284" y="1954"/>
                      <a:pt x="71" y="1954"/>
                    </a:cubicBezTo>
                    <a:cubicBezTo>
                      <a:pt x="0" y="1311"/>
                      <a:pt x="17" y="845"/>
                      <a:pt x="428" y="324"/>
                    </a:cubicBezTo>
                    <a:cubicBezTo>
                      <a:pt x="641" y="89"/>
                      <a:pt x="814" y="0"/>
                      <a:pt x="1130" y="36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38" name="ICON_A_EEG_WAVE_GRAPHIC_path_149"/>
              <p:cNvSpPr/>
              <p:nvPr/>
            </p:nvSpPr>
            <p:spPr>
              <a:xfrm>
                <a:off x="1468070" y="1452562"/>
                <a:ext cx="16243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1279" h="2083" fill="norm" stroke="0">
                    <a:moveTo>
                      <a:pt x="237" y="0"/>
                    </a:moveTo>
                    <a:cubicBezTo>
                      <a:pt x="375" y="0"/>
                      <a:pt x="512" y="0"/>
                      <a:pt x="654" y="0"/>
                    </a:cubicBezTo>
                    <a:cubicBezTo>
                      <a:pt x="658" y="30"/>
                      <a:pt x="662" y="61"/>
                      <a:pt x="666" y="92"/>
                    </a:cubicBezTo>
                    <a:cubicBezTo>
                      <a:pt x="686" y="231"/>
                      <a:pt x="709" y="369"/>
                      <a:pt x="732" y="508"/>
                    </a:cubicBezTo>
                    <a:cubicBezTo>
                      <a:pt x="739" y="556"/>
                      <a:pt x="745" y="604"/>
                      <a:pt x="752" y="653"/>
                    </a:cubicBezTo>
                    <a:cubicBezTo>
                      <a:pt x="812" y="1002"/>
                      <a:pt x="812" y="1002"/>
                      <a:pt x="963" y="1121"/>
                    </a:cubicBezTo>
                    <a:cubicBezTo>
                      <a:pt x="1079" y="1179"/>
                      <a:pt x="1079" y="1179"/>
                      <a:pt x="1279" y="1250"/>
                    </a:cubicBezTo>
                    <a:cubicBezTo>
                      <a:pt x="1210" y="1525"/>
                      <a:pt x="1141" y="1800"/>
                      <a:pt x="1071" y="2083"/>
                    </a:cubicBezTo>
                    <a:cubicBezTo>
                      <a:pt x="73" y="1272"/>
                      <a:pt x="73" y="1272"/>
                      <a:pt x="0" y="890"/>
                    </a:cubicBezTo>
                    <a:cubicBezTo>
                      <a:pt x="13" y="573"/>
                      <a:pt x="113" y="290"/>
                      <a:pt x="237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39" name="ICON_A_EEG_WAVE_GRAPHIC_path_150"/>
              <p:cNvSpPr/>
              <p:nvPr/>
            </p:nvSpPr>
            <p:spPr>
              <a:xfrm>
                <a:off x="1920163" y="1301228"/>
                <a:ext cx="24524" cy="24860"/>
              </a:xfrm>
              <a:custGeom>
                <a:avLst/>
                <a:gdLst/>
                <a:ahLst/>
                <a:cxnLst/>
                <a:rect l="0" t="0" r="r" b="b"/>
                <a:pathLst>
                  <a:path w="1931" h="1958" fill="norm" stroke="0">
                    <a:moveTo>
                      <a:pt x="1380" y="8"/>
                    </a:moveTo>
                    <a:cubicBezTo>
                      <a:pt x="1468" y="0"/>
                      <a:pt x="1543" y="4"/>
                      <a:pt x="1632" y="15"/>
                    </a:cubicBezTo>
                    <a:cubicBezTo>
                      <a:pt x="1681" y="19"/>
                      <a:pt x="1681" y="19"/>
                      <a:pt x="1931" y="41"/>
                    </a:cubicBezTo>
                    <a:cubicBezTo>
                      <a:pt x="1931" y="247"/>
                      <a:pt x="1931" y="454"/>
                      <a:pt x="1931" y="666"/>
                    </a:cubicBezTo>
                    <a:cubicBezTo>
                      <a:pt x="1836" y="649"/>
                      <a:pt x="1742" y="632"/>
                      <a:pt x="1645" y="614"/>
                    </a:cubicBezTo>
                    <a:cubicBezTo>
                      <a:pt x="1519" y="604"/>
                      <a:pt x="1421" y="612"/>
                      <a:pt x="1306" y="666"/>
                    </a:cubicBezTo>
                    <a:cubicBezTo>
                      <a:pt x="1074" y="925"/>
                      <a:pt x="966" y="1300"/>
                      <a:pt x="843" y="1619"/>
                    </a:cubicBezTo>
                    <a:cubicBezTo>
                      <a:pt x="724" y="1897"/>
                      <a:pt x="724" y="1897"/>
                      <a:pt x="606" y="1949"/>
                    </a:cubicBezTo>
                    <a:cubicBezTo>
                      <a:pt x="518" y="1958"/>
                      <a:pt x="444" y="1953"/>
                      <a:pt x="356" y="1942"/>
                    </a:cubicBezTo>
                    <a:cubicBezTo>
                      <a:pt x="302" y="1937"/>
                      <a:pt x="249" y="1933"/>
                      <a:pt x="195" y="1928"/>
                    </a:cubicBezTo>
                    <a:cubicBezTo>
                      <a:pt x="172" y="1926"/>
                      <a:pt x="172" y="1926"/>
                      <a:pt x="56" y="1916"/>
                    </a:cubicBezTo>
                    <a:cubicBezTo>
                      <a:pt x="25" y="1707"/>
                      <a:pt x="0" y="1498"/>
                      <a:pt x="56" y="1291"/>
                    </a:cubicBezTo>
                    <a:cubicBezTo>
                      <a:pt x="197" y="1107"/>
                      <a:pt x="372" y="989"/>
                      <a:pt x="564" y="861"/>
                    </a:cubicBezTo>
                    <a:cubicBezTo>
                      <a:pt x="660" y="795"/>
                      <a:pt x="755" y="728"/>
                      <a:pt x="850" y="659"/>
                    </a:cubicBezTo>
                    <a:cubicBezTo>
                      <a:pt x="872" y="643"/>
                      <a:pt x="895" y="626"/>
                      <a:pt x="919" y="610"/>
                    </a:cubicBezTo>
                    <a:cubicBezTo>
                      <a:pt x="1102" y="471"/>
                      <a:pt x="1172" y="329"/>
                      <a:pt x="1258" y="121"/>
                    </a:cubicBezTo>
                    <a:cubicBezTo>
                      <a:pt x="1306" y="41"/>
                      <a:pt x="1306" y="41"/>
                      <a:pt x="1380" y="8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40" name="ICON_A_EEG_WAVE_GRAPHIC_path_151"/>
              <p:cNvSpPr/>
              <p:nvPr/>
            </p:nvSpPr>
            <p:spPr>
              <a:xfrm>
                <a:off x="2624667" y="952500"/>
                <a:ext cx="14817" cy="24683"/>
              </a:xfrm>
              <a:custGeom>
                <a:avLst/>
                <a:gdLst/>
                <a:ahLst/>
                <a:cxnLst/>
                <a:rect l="0" t="0" r="r" b="b"/>
                <a:pathLst>
                  <a:path w="1167" h="1944" fill="norm" stroke="0">
                    <a:moveTo>
                      <a:pt x="208" y="0"/>
                    </a:moveTo>
                    <a:cubicBezTo>
                      <a:pt x="484" y="50"/>
                      <a:pt x="745" y="100"/>
                      <a:pt x="929" y="325"/>
                    </a:cubicBezTo>
                    <a:cubicBezTo>
                      <a:pt x="1167" y="810"/>
                      <a:pt x="962" y="1384"/>
                      <a:pt x="833" y="1875"/>
                    </a:cubicBezTo>
                    <a:cubicBezTo>
                      <a:pt x="625" y="1910"/>
                      <a:pt x="414" y="1944"/>
                      <a:pt x="208" y="1875"/>
                    </a:cubicBezTo>
                    <a:cubicBezTo>
                      <a:pt x="32" y="1699"/>
                      <a:pt x="1" y="1491"/>
                      <a:pt x="0" y="1250"/>
                    </a:cubicBezTo>
                    <a:cubicBezTo>
                      <a:pt x="37" y="828"/>
                      <a:pt x="120" y="413"/>
                      <a:pt x="208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41" name="ICON_A_EEG_WAVE_GRAPHIC_path_152"/>
              <p:cNvSpPr/>
              <p:nvPr/>
            </p:nvSpPr>
            <p:spPr>
              <a:xfrm>
                <a:off x="1560568" y="920750"/>
                <a:ext cx="14589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149" h="1875" fill="norm" stroke="0">
                    <a:moveTo>
                      <a:pt x="246" y="0"/>
                    </a:moveTo>
                    <a:cubicBezTo>
                      <a:pt x="452" y="0"/>
                      <a:pt x="658" y="0"/>
                      <a:pt x="871" y="0"/>
                    </a:cubicBezTo>
                    <a:cubicBezTo>
                      <a:pt x="1149" y="1094"/>
                      <a:pt x="1149" y="1094"/>
                      <a:pt x="1079" y="1458"/>
                    </a:cubicBezTo>
                    <a:cubicBezTo>
                      <a:pt x="911" y="1715"/>
                      <a:pt x="613" y="1795"/>
                      <a:pt x="325" y="1860"/>
                    </a:cubicBezTo>
                    <a:cubicBezTo>
                      <a:pt x="299" y="1865"/>
                      <a:pt x="273" y="1870"/>
                      <a:pt x="246" y="1875"/>
                    </a:cubicBezTo>
                    <a:cubicBezTo>
                      <a:pt x="0" y="1199"/>
                      <a:pt x="62" y="689"/>
                      <a:pt x="246" y="0"/>
                    </a:cubicBezTo>
                    <a:close/>
                  </a:path>
                </a:pathLst>
              </a:custGeom>
              <a:solidFill>
                <a:srgbClr val="5D7DF0"/>
              </a:solidFill>
              <a:ln w="2646" cap="flat">
                <a:noFill/>
              </a:ln>
            </p:spPr>
          </p:sp>
          <p:sp>
            <p:nvSpPr>
              <p:cNvPr id="3342" name="ICON_A_EEG_WAVE_GRAPHIC_path_153"/>
              <p:cNvSpPr/>
              <p:nvPr/>
            </p:nvSpPr>
            <p:spPr>
              <a:xfrm>
                <a:off x="1983854" y="903843"/>
                <a:ext cx="17060" cy="24844"/>
              </a:xfrm>
              <a:custGeom>
                <a:avLst/>
                <a:gdLst/>
                <a:ahLst/>
                <a:cxnLst/>
                <a:rect l="0" t="0" r="r" b="b"/>
                <a:pathLst>
                  <a:path w="1343" h="1956" fill="norm" stroke="0">
                    <a:moveTo>
                      <a:pt x="41" y="81"/>
                    </a:moveTo>
                    <a:cubicBezTo>
                      <a:pt x="256" y="26"/>
                      <a:pt x="454" y="0"/>
                      <a:pt x="666" y="81"/>
                    </a:cubicBezTo>
                    <a:cubicBezTo>
                      <a:pt x="983" y="308"/>
                      <a:pt x="1245" y="672"/>
                      <a:pt x="1318" y="1056"/>
                    </a:cubicBezTo>
                    <a:cubicBezTo>
                      <a:pt x="1343" y="1359"/>
                      <a:pt x="1324" y="1655"/>
                      <a:pt x="1291" y="1956"/>
                    </a:cubicBezTo>
                    <a:cubicBezTo>
                      <a:pt x="1085" y="1956"/>
                      <a:pt x="879" y="1956"/>
                      <a:pt x="666" y="1956"/>
                    </a:cubicBezTo>
                    <a:cubicBezTo>
                      <a:pt x="656" y="1884"/>
                      <a:pt x="646" y="1811"/>
                      <a:pt x="635" y="1736"/>
                    </a:cubicBezTo>
                    <a:cubicBezTo>
                      <a:pt x="620" y="1640"/>
                      <a:pt x="604" y="1544"/>
                      <a:pt x="588" y="1448"/>
                    </a:cubicBezTo>
                    <a:cubicBezTo>
                      <a:pt x="581" y="1400"/>
                      <a:pt x="575" y="1352"/>
                      <a:pt x="568" y="1303"/>
                    </a:cubicBezTo>
                    <a:cubicBezTo>
                      <a:pt x="544" y="1162"/>
                      <a:pt x="519" y="1044"/>
                      <a:pt x="458" y="915"/>
                    </a:cubicBezTo>
                    <a:cubicBezTo>
                      <a:pt x="352" y="843"/>
                      <a:pt x="250" y="800"/>
                      <a:pt x="131" y="754"/>
                    </a:cubicBezTo>
                    <a:cubicBezTo>
                      <a:pt x="41" y="706"/>
                      <a:pt x="41" y="706"/>
                      <a:pt x="7" y="632"/>
                    </a:cubicBezTo>
                    <a:cubicBezTo>
                      <a:pt x="0" y="545"/>
                      <a:pt x="4" y="468"/>
                      <a:pt x="15" y="381"/>
                    </a:cubicBezTo>
                    <a:cubicBezTo>
                      <a:pt x="17" y="352"/>
                      <a:pt x="19" y="323"/>
                      <a:pt x="21" y="293"/>
                    </a:cubicBezTo>
                    <a:cubicBezTo>
                      <a:pt x="26" y="222"/>
                      <a:pt x="33" y="152"/>
                      <a:pt x="41" y="81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43" name="ICON_A_EEG_WAVE_GRAPHIC_path_154"/>
              <p:cNvSpPr/>
              <p:nvPr/>
            </p:nvSpPr>
            <p:spPr>
              <a:xfrm>
                <a:off x="2007211" y="1249942"/>
                <a:ext cx="16851" cy="20582"/>
              </a:xfrm>
              <a:custGeom>
                <a:avLst/>
                <a:gdLst/>
                <a:ahLst/>
                <a:cxnLst/>
                <a:rect l="0" t="0" r="r" b="b"/>
                <a:pathLst>
                  <a:path w="1327" h="1621" fill="norm" stroke="0">
                    <a:moveTo>
                      <a:pt x="1327" y="329"/>
                    </a:moveTo>
                    <a:cubicBezTo>
                      <a:pt x="1022" y="940"/>
                      <a:pt x="1022" y="940"/>
                      <a:pt x="965" y="1050"/>
                    </a:cubicBezTo>
                    <a:cubicBezTo>
                      <a:pt x="928" y="1126"/>
                      <a:pt x="893" y="1204"/>
                      <a:pt x="861" y="1282"/>
                    </a:cubicBezTo>
                    <a:cubicBezTo>
                      <a:pt x="743" y="1562"/>
                      <a:pt x="743" y="1562"/>
                      <a:pt x="627" y="1612"/>
                    </a:cubicBezTo>
                    <a:cubicBezTo>
                      <a:pt x="540" y="1621"/>
                      <a:pt x="463" y="1616"/>
                      <a:pt x="376" y="1605"/>
                    </a:cubicBezTo>
                    <a:cubicBezTo>
                      <a:pt x="347" y="1604"/>
                      <a:pt x="319" y="1602"/>
                      <a:pt x="289" y="1600"/>
                    </a:cubicBezTo>
                    <a:cubicBezTo>
                      <a:pt x="218" y="1595"/>
                      <a:pt x="148" y="1587"/>
                      <a:pt x="77" y="1579"/>
                    </a:cubicBezTo>
                    <a:cubicBezTo>
                      <a:pt x="0" y="546"/>
                      <a:pt x="0" y="546"/>
                      <a:pt x="233" y="251"/>
                    </a:cubicBezTo>
                    <a:cubicBezTo>
                      <a:pt x="554" y="0"/>
                      <a:pt x="984" y="203"/>
                      <a:pt x="1327" y="32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44" name="ICON_A_EEG_WAVE_GRAPHIC_path_155"/>
              <p:cNvSpPr/>
              <p:nvPr/>
            </p:nvSpPr>
            <p:spPr>
              <a:xfrm>
                <a:off x="1920669" y="960438"/>
                <a:ext cx="16603" cy="24836"/>
              </a:xfrm>
              <a:custGeom>
                <a:avLst/>
                <a:gdLst/>
                <a:ahLst/>
                <a:cxnLst/>
                <a:rect l="0" t="0" r="r" b="b"/>
                <a:pathLst>
                  <a:path w="1307" h="1956" fill="norm" stroke="0">
                    <a:moveTo>
                      <a:pt x="225" y="0"/>
                    </a:moveTo>
                    <a:cubicBezTo>
                      <a:pt x="362" y="0"/>
                      <a:pt x="500" y="0"/>
                      <a:pt x="641" y="0"/>
                    </a:cubicBezTo>
                    <a:cubicBezTo>
                      <a:pt x="645" y="30"/>
                      <a:pt x="650" y="61"/>
                      <a:pt x="654" y="92"/>
                    </a:cubicBezTo>
                    <a:cubicBezTo>
                      <a:pt x="674" y="231"/>
                      <a:pt x="696" y="369"/>
                      <a:pt x="719" y="508"/>
                    </a:cubicBezTo>
                    <a:cubicBezTo>
                      <a:pt x="726" y="556"/>
                      <a:pt x="732" y="604"/>
                      <a:pt x="739" y="653"/>
                    </a:cubicBezTo>
                    <a:cubicBezTo>
                      <a:pt x="763" y="794"/>
                      <a:pt x="788" y="912"/>
                      <a:pt x="850" y="1042"/>
                    </a:cubicBezTo>
                    <a:cubicBezTo>
                      <a:pt x="955" y="1114"/>
                      <a:pt x="1057" y="1156"/>
                      <a:pt x="1176" y="1202"/>
                    </a:cubicBezTo>
                    <a:cubicBezTo>
                      <a:pt x="1266" y="1250"/>
                      <a:pt x="1266" y="1250"/>
                      <a:pt x="1300" y="1324"/>
                    </a:cubicBezTo>
                    <a:cubicBezTo>
                      <a:pt x="1307" y="1411"/>
                      <a:pt x="1303" y="1489"/>
                      <a:pt x="1292" y="1575"/>
                    </a:cubicBezTo>
                    <a:cubicBezTo>
                      <a:pt x="1291" y="1590"/>
                      <a:pt x="1291" y="1590"/>
                      <a:pt x="1287" y="1663"/>
                    </a:cubicBezTo>
                    <a:cubicBezTo>
                      <a:pt x="1282" y="1734"/>
                      <a:pt x="1274" y="1804"/>
                      <a:pt x="1266" y="1875"/>
                    </a:cubicBezTo>
                    <a:cubicBezTo>
                      <a:pt x="1051" y="1930"/>
                      <a:pt x="854" y="1956"/>
                      <a:pt x="641" y="1875"/>
                    </a:cubicBezTo>
                    <a:cubicBezTo>
                      <a:pt x="352" y="1676"/>
                      <a:pt x="122" y="1376"/>
                      <a:pt x="16" y="1042"/>
                    </a:cubicBezTo>
                    <a:cubicBezTo>
                      <a:pt x="0" y="682"/>
                      <a:pt x="106" y="336"/>
                      <a:pt x="225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45" name="ICON_A_EEG_WAVE_GRAPHIC_path_156"/>
              <p:cNvSpPr/>
              <p:nvPr/>
            </p:nvSpPr>
            <p:spPr>
              <a:xfrm>
                <a:off x="1935414" y="943552"/>
                <a:ext cx="27794" cy="16886"/>
              </a:xfrm>
              <a:custGeom>
                <a:avLst/>
                <a:gdLst/>
                <a:ahLst/>
                <a:cxnLst/>
                <a:rect l="0" t="0" r="r" b="b"/>
                <a:pathLst>
                  <a:path w="2189" h="1330" fill="norm" stroke="0">
                    <a:moveTo>
                      <a:pt x="105" y="80"/>
                    </a:moveTo>
                    <a:cubicBezTo>
                      <a:pt x="846" y="0"/>
                      <a:pt x="846" y="0"/>
                      <a:pt x="1147" y="80"/>
                    </a:cubicBezTo>
                    <a:cubicBezTo>
                      <a:pt x="1252" y="188"/>
                      <a:pt x="1257" y="321"/>
                      <a:pt x="1275" y="466"/>
                    </a:cubicBezTo>
                    <a:cubicBezTo>
                      <a:pt x="1291" y="559"/>
                      <a:pt x="1306" y="624"/>
                      <a:pt x="1355" y="705"/>
                    </a:cubicBezTo>
                    <a:cubicBezTo>
                      <a:pt x="1603" y="847"/>
                      <a:pt x="1910" y="875"/>
                      <a:pt x="2189" y="913"/>
                    </a:cubicBezTo>
                    <a:cubicBezTo>
                      <a:pt x="2120" y="1050"/>
                      <a:pt x="2051" y="1188"/>
                      <a:pt x="1980" y="1330"/>
                    </a:cubicBezTo>
                    <a:cubicBezTo>
                      <a:pt x="1712" y="1256"/>
                      <a:pt x="1445" y="1178"/>
                      <a:pt x="1179" y="1097"/>
                    </a:cubicBezTo>
                    <a:cubicBezTo>
                      <a:pt x="1089" y="1070"/>
                      <a:pt x="998" y="1044"/>
                      <a:pt x="906" y="1019"/>
                    </a:cubicBezTo>
                    <a:cubicBezTo>
                      <a:pt x="292" y="849"/>
                      <a:pt x="292" y="849"/>
                      <a:pt x="105" y="705"/>
                    </a:cubicBezTo>
                    <a:cubicBezTo>
                      <a:pt x="0" y="504"/>
                      <a:pt x="50" y="289"/>
                      <a:pt x="105" y="8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46" name="ICON_A_EEG_WAVE_GRAPHIC_path_157"/>
              <p:cNvSpPr/>
              <p:nvPr/>
            </p:nvSpPr>
            <p:spPr>
              <a:xfrm>
                <a:off x="2023176" y="941628"/>
                <a:ext cx="16761" cy="18809"/>
              </a:xfrm>
              <a:custGeom>
                <a:avLst/>
                <a:gdLst/>
                <a:ahLst/>
                <a:cxnLst/>
                <a:rect l="0" t="0" r="r" b="b"/>
                <a:pathLst>
                  <a:path w="1320" h="1481" fill="norm" stroke="0">
                    <a:moveTo>
                      <a:pt x="1320" y="231"/>
                    </a:moveTo>
                    <a:cubicBezTo>
                      <a:pt x="1320" y="644"/>
                      <a:pt x="1320" y="1056"/>
                      <a:pt x="1320" y="1481"/>
                    </a:cubicBezTo>
                    <a:cubicBezTo>
                      <a:pt x="877" y="1370"/>
                      <a:pt x="877" y="1370"/>
                      <a:pt x="695" y="1273"/>
                    </a:cubicBezTo>
                    <a:cubicBezTo>
                      <a:pt x="675" y="1173"/>
                      <a:pt x="675" y="1173"/>
                      <a:pt x="695" y="1064"/>
                    </a:cubicBezTo>
                    <a:cubicBezTo>
                      <a:pt x="714" y="954"/>
                      <a:pt x="714" y="954"/>
                      <a:pt x="695" y="856"/>
                    </a:cubicBezTo>
                    <a:cubicBezTo>
                      <a:pt x="587" y="810"/>
                      <a:pt x="495" y="779"/>
                      <a:pt x="382" y="752"/>
                    </a:cubicBezTo>
                    <a:cubicBezTo>
                      <a:pt x="271" y="724"/>
                      <a:pt x="177" y="692"/>
                      <a:pt x="70" y="648"/>
                    </a:cubicBezTo>
                    <a:cubicBezTo>
                      <a:pt x="1" y="528"/>
                      <a:pt x="0" y="466"/>
                      <a:pt x="23" y="331"/>
                    </a:cubicBezTo>
                    <a:cubicBezTo>
                      <a:pt x="97" y="171"/>
                      <a:pt x="177" y="108"/>
                      <a:pt x="338" y="41"/>
                    </a:cubicBezTo>
                    <a:cubicBezTo>
                      <a:pt x="674" y="0"/>
                      <a:pt x="1003" y="136"/>
                      <a:pt x="1320" y="231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47" name="ICON_A_EEG_WAVE_GRAPHIC_path_158"/>
              <p:cNvSpPr/>
              <p:nvPr/>
            </p:nvSpPr>
            <p:spPr>
              <a:xfrm>
                <a:off x="2246312" y="936625"/>
                <a:ext cx="7938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875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25" y="619"/>
                      <a:pt x="625" y="1237"/>
                      <a:pt x="625" y="1875"/>
                    </a:cubicBezTo>
                    <a:cubicBezTo>
                      <a:pt x="419" y="1875"/>
                      <a:pt x="213" y="1875"/>
                      <a:pt x="0" y="1875"/>
                    </a:cubicBezTo>
                    <a:cubicBezTo>
                      <a:pt x="0" y="1256"/>
                      <a:pt x="0" y="638"/>
                      <a:pt x="0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48" name="ICON_A_EEG_WAVE_GRAPHIC_path_159"/>
              <p:cNvSpPr/>
              <p:nvPr/>
            </p:nvSpPr>
            <p:spPr>
              <a:xfrm>
                <a:off x="1999661" y="933491"/>
                <a:ext cx="17616" cy="20108"/>
              </a:xfrm>
              <a:custGeom>
                <a:avLst/>
                <a:gdLst/>
                <a:ahLst/>
                <a:cxnLst/>
                <a:rect l="0" t="0" r="r" b="b"/>
                <a:pathLst>
                  <a:path w="1387" h="1583" fill="norm" stroke="0">
                    <a:moveTo>
                      <a:pt x="1179" y="286"/>
                    </a:moveTo>
                    <a:cubicBezTo>
                      <a:pt x="1387" y="524"/>
                      <a:pt x="1343" y="850"/>
                      <a:pt x="1328" y="1147"/>
                    </a:cubicBezTo>
                    <a:cubicBezTo>
                      <a:pt x="1320" y="1264"/>
                      <a:pt x="1309" y="1380"/>
                      <a:pt x="1296" y="1497"/>
                    </a:cubicBezTo>
                    <a:cubicBezTo>
                      <a:pt x="1083" y="1551"/>
                      <a:pt x="880" y="1583"/>
                      <a:pt x="671" y="1497"/>
                    </a:cubicBezTo>
                    <a:cubicBezTo>
                      <a:pt x="532" y="1382"/>
                      <a:pt x="427" y="1250"/>
                      <a:pt x="320" y="1106"/>
                    </a:cubicBezTo>
                    <a:cubicBezTo>
                      <a:pt x="306" y="1088"/>
                      <a:pt x="306" y="1088"/>
                      <a:pt x="237" y="996"/>
                    </a:cubicBezTo>
                    <a:cubicBezTo>
                      <a:pt x="89" y="781"/>
                      <a:pt x="0" y="600"/>
                      <a:pt x="20" y="334"/>
                    </a:cubicBezTo>
                    <a:cubicBezTo>
                      <a:pt x="46" y="247"/>
                      <a:pt x="46" y="247"/>
                      <a:pt x="161" y="146"/>
                    </a:cubicBezTo>
                    <a:cubicBezTo>
                      <a:pt x="237" y="115"/>
                      <a:pt x="237" y="115"/>
                      <a:pt x="320" y="90"/>
                    </a:cubicBezTo>
                    <a:cubicBezTo>
                      <a:pt x="347" y="82"/>
                      <a:pt x="375" y="74"/>
                      <a:pt x="404" y="66"/>
                    </a:cubicBezTo>
                    <a:cubicBezTo>
                      <a:pt x="703" y="0"/>
                      <a:pt x="949" y="90"/>
                      <a:pt x="1179" y="286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49" name="ICON_A_EEG_WAVE_GRAPHIC_path_160"/>
              <p:cNvSpPr/>
              <p:nvPr/>
            </p:nvSpPr>
            <p:spPr>
              <a:xfrm>
                <a:off x="1618950" y="936330"/>
                <a:ext cx="11769" cy="24106"/>
              </a:xfrm>
              <a:custGeom>
                <a:avLst/>
                <a:gdLst/>
                <a:ahLst/>
                <a:cxnLst/>
                <a:rect l="0" t="0" r="r" b="b"/>
                <a:pathLst>
                  <a:path w="927" h="1898" fill="norm" stroke="0">
                    <a:moveTo>
                      <a:pt x="453" y="10"/>
                    </a:moveTo>
                    <a:cubicBezTo>
                      <a:pt x="490" y="12"/>
                      <a:pt x="527" y="14"/>
                      <a:pt x="565" y="16"/>
                    </a:cubicBezTo>
                    <a:cubicBezTo>
                      <a:pt x="579" y="17"/>
                      <a:pt x="579" y="17"/>
                      <a:pt x="649" y="23"/>
                    </a:cubicBezTo>
                    <a:cubicBezTo>
                      <a:pt x="927" y="1117"/>
                      <a:pt x="927" y="1117"/>
                      <a:pt x="857" y="1481"/>
                    </a:cubicBezTo>
                    <a:cubicBezTo>
                      <a:pt x="689" y="1739"/>
                      <a:pt x="391" y="1818"/>
                      <a:pt x="104" y="1883"/>
                    </a:cubicBezTo>
                    <a:cubicBezTo>
                      <a:pt x="77" y="1888"/>
                      <a:pt x="51" y="1893"/>
                      <a:pt x="24" y="1898"/>
                    </a:cubicBezTo>
                    <a:cubicBezTo>
                      <a:pt x="19" y="1665"/>
                      <a:pt x="15" y="1431"/>
                      <a:pt x="12" y="1198"/>
                    </a:cubicBezTo>
                    <a:cubicBezTo>
                      <a:pt x="11" y="1118"/>
                      <a:pt x="10" y="1039"/>
                      <a:pt x="8" y="959"/>
                    </a:cubicBezTo>
                    <a:cubicBezTo>
                      <a:pt x="5" y="845"/>
                      <a:pt x="4" y="731"/>
                      <a:pt x="3" y="616"/>
                    </a:cubicBezTo>
                    <a:cubicBezTo>
                      <a:pt x="2" y="581"/>
                      <a:pt x="1" y="546"/>
                      <a:pt x="0" y="509"/>
                    </a:cubicBezTo>
                    <a:cubicBezTo>
                      <a:pt x="0" y="346"/>
                      <a:pt x="3" y="230"/>
                      <a:pt x="115" y="104"/>
                    </a:cubicBezTo>
                    <a:cubicBezTo>
                      <a:pt x="244" y="15"/>
                      <a:pt x="299" y="0"/>
                      <a:pt x="453" y="1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50" name="ICON_A_EEG_WAVE_GRAPHIC_path_161"/>
              <p:cNvSpPr/>
              <p:nvPr/>
            </p:nvSpPr>
            <p:spPr>
              <a:xfrm>
                <a:off x="1576504" y="936253"/>
                <a:ext cx="12046" cy="24186"/>
              </a:xfrm>
              <a:custGeom>
                <a:avLst/>
                <a:gdLst/>
                <a:ahLst/>
                <a:cxnLst/>
                <a:rect l="0" t="0" r="r" b="b"/>
                <a:pathLst>
                  <a:path w="949" h="1904" fill="norm" stroke="0">
                    <a:moveTo>
                      <a:pt x="558" y="0"/>
                    </a:moveTo>
                    <a:cubicBezTo>
                      <a:pt x="665" y="0"/>
                      <a:pt x="761" y="8"/>
                      <a:pt x="866" y="29"/>
                    </a:cubicBezTo>
                    <a:cubicBezTo>
                      <a:pt x="881" y="263"/>
                      <a:pt x="893" y="496"/>
                      <a:pt x="900" y="730"/>
                    </a:cubicBezTo>
                    <a:cubicBezTo>
                      <a:pt x="903" y="809"/>
                      <a:pt x="907" y="889"/>
                      <a:pt x="913" y="968"/>
                    </a:cubicBezTo>
                    <a:cubicBezTo>
                      <a:pt x="949" y="1502"/>
                      <a:pt x="949" y="1502"/>
                      <a:pt x="866" y="1696"/>
                    </a:cubicBezTo>
                    <a:cubicBezTo>
                      <a:pt x="694" y="1850"/>
                      <a:pt x="462" y="1878"/>
                      <a:pt x="241" y="1904"/>
                    </a:cubicBezTo>
                    <a:cubicBezTo>
                      <a:pt x="24" y="1399"/>
                      <a:pt x="0" y="1016"/>
                      <a:pt x="202" y="498"/>
                    </a:cubicBezTo>
                    <a:cubicBezTo>
                      <a:pt x="219" y="452"/>
                      <a:pt x="236" y="405"/>
                      <a:pt x="254" y="358"/>
                    </a:cubicBezTo>
                    <a:cubicBezTo>
                      <a:pt x="389" y="45"/>
                      <a:pt x="389" y="45"/>
                      <a:pt x="558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51" name="ICON_A_EEG_WAVE_GRAPHIC_path_162"/>
              <p:cNvSpPr/>
              <p:nvPr/>
            </p:nvSpPr>
            <p:spPr>
              <a:xfrm>
                <a:off x="1919473" y="920750"/>
                <a:ext cx="12298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968" h="1875" fill="norm" stroke="0">
                    <a:moveTo>
                      <a:pt x="110" y="0"/>
                    </a:moveTo>
                    <a:cubicBezTo>
                      <a:pt x="328" y="40"/>
                      <a:pt x="550" y="82"/>
                      <a:pt x="735" y="208"/>
                    </a:cubicBezTo>
                    <a:cubicBezTo>
                      <a:pt x="836" y="380"/>
                      <a:pt x="864" y="539"/>
                      <a:pt x="883" y="735"/>
                    </a:cubicBezTo>
                    <a:cubicBezTo>
                      <a:pt x="892" y="820"/>
                      <a:pt x="905" y="903"/>
                      <a:pt x="919" y="987"/>
                    </a:cubicBezTo>
                    <a:cubicBezTo>
                      <a:pt x="968" y="1331"/>
                      <a:pt x="938" y="1581"/>
                      <a:pt x="735" y="1875"/>
                    </a:cubicBezTo>
                    <a:cubicBezTo>
                      <a:pt x="514" y="1849"/>
                      <a:pt x="282" y="1821"/>
                      <a:pt x="110" y="1667"/>
                    </a:cubicBezTo>
                    <a:cubicBezTo>
                      <a:pt x="0" y="1408"/>
                      <a:pt x="53" y="1093"/>
                      <a:pt x="71" y="820"/>
                    </a:cubicBezTo>
                    <a:cubicBezTo>
                      <a:pt x="75" y="741"/>
                      <a:pt x="77" y="662"/>
                      <a:pt x="80" y="582"/>
                    </a:cubicBezTo>
                    <a:cubicBezTo>
                      <a:pt x="87" y="388"/>
                      <a:pt x="98" y="194"/>
                      <a:pt x="11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52" name="ICON_A_EEG_WAVE_GRAPHIC_path_163"/>
              <p:cNvSpPr/>
              <p:nvPr/>
            </p:nvSpPr>
            <p:spPr>
              <a:xfrm>
                <a:off x="1531938" y="896938"/>
                <a:ext cx="11618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915" h="1875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915" y="1210"/>
                      <a:pt x="915" y="1210"/>
                      <a:pt x="719" y="1561"/>
                    </a:cubicBezTo>
                    <a:cubicBezTo>
                      <a:pt x="701" y="1588"/>
                      <a:pt x="683" y="1614"/>
                      <a:pt x="664" y="1641"/>
                    </a:cubicBezTo>
                    <a:cubicBezTo>
                      <a:pt x="655" y="1653"/>
                      <a:pt x="655" y="1653"/>
                      <a:pt x="612" y="1716"/>
                    </a:cubicBezTo>
                    <a:cubicBezTo>
                      <a:pt x="556" y="1782"/>
                      <a:pt x="556" y="1782"/>
                      <a:pt x="417" y="1875"/>
                    </a:cubicBezTo>
                    <a:cubicBezTo>
                      <a:pt x="279" y="1875"/>
                      <a:pt x="142" y="1875"/>
                      <a:pt x="0" y="1875"/>
                    </a:cubicBezTo>
                    <a:cubicBezTo>
                      <a:pt x="0" y="1256"/>
                      <a:pt x="0" y="638"/>
                      <a:pt x="0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53" name="ICON_A_EEG_WAVE_GRAPHIC_path_164"/>
              <p:cNvSpPr/>
              <p:nvPr/>
            </p:nvSpPr>
            <p:spPr>
              <a:xfrm>
                <a:off x="1592022" y="967565"/>
                <a:ext cx="12404" cy="24622"/>
              </a:xfrm>
              <a:custGeom>
                <a:avLst/>
                <a:gdLst/>
                <a:ahLst/>
                <a:cxnLst/>
                <a:rect l="0" t="0" r="r" b="b"/>
                <a:pathLst>
                  <a:path w="977" h="1939" fill="norm" stroke="0">
                    <a:moveTo>
                      <a:pt x="894" y="64"/>
                    </a:moveTo>
                    <a:cubicBezTo>
                      <a:pt x="909" y="297"/>
                      <a:pt x="921" y="530"/>
                      <a:pt x="928" y="764"/>
                    </a:cubicBezTo>
                    <a:cubicBezTo>
                      <a:pt x="931" y="844"/>
                      <a:pt x="936" y="923"/>
                      <a:pt x="941" y="1003"/>
                    </a:cubicBezTo>
                    <a:cubicBezTo>
                      <a:pt x="977" y="1537"/>
                      <a:pt x="977" y="1537"/>
                      <a:pt x="894" y="1730"/>
                    </a:cubicBezTo>
                    <a:cubicBezTo>
                      <a:pt x="722" y="1885"/>
                      <a:pt x="490" y="1913"/>
                      <a:pt x="269" y="1939"/>
                    </a:cubicBezTo>
                    <a:cubicBezTo>
                      <a:pt x="229" y="1739"/>
                      <a:pt x="191" y="1539"/>
                      <a:pt x="157" y="1339"/>
                    </a:cubicBezTo>
                    <a:cubicBezTo>
                      <a:pt x="145" y="1271"/>
                      <a:pt x="132" y="1203"/>
                      <a:pt x="118" y="1135"/>
                    </a:cubicBezTo>
                    <a:cubicBezTo>
                      <a:pt x="0" y="551"/>
                      <a:pt x="0" y="551"/>
                      <a:pt x="134" y="340"/>
                    </a:cubicBezTo>
                    <a:cubicBezTo>
                      <a:pt x="360" y="90"/>
                      <a:pt x="561" y="0"/>
                      <a:pt x="894" y="64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54" name="ICON_A_EEG_WAVE_GRAPHIC_path_165"/>
              <p:cNvSpPr/>
              <p:nvPr/>
            </p:nvSpPr>
            <p:spPr>
              <a:xfrm>
                <a:off x="2735612" y="943982"/>
                <a:ext cx="19058" cy="17679"/>
              </a:xfrm>
              <a:custGeom>
                <a:avLst/>
                <a:gdLst/>
                <a:ahLst/>
                <a:cxnLst/>
                <a:rect l="0" t="0" r="r" b="b"/>
                <a:pathLst>
                  <a:path w="1501" h="1392" fill="norm" stroke="0">
                    <a:moveTo>
                      <a:pt x="377" y="7"/>
                    </a:moveTo>
                    <a:cubicBezTo>
                      <a:pt x="537" y="0"/>
                      <a:pt x="690" y="19"/>
                      <a:pt x="847" y="46"/>
                    </a:cubicBezTo>
                    <a:cubicBezTo>
                      <a:pt x="840" y="88"/>
                      <a:pt x="833" y="131"/>
                      <a:pt x="825" y="175"/>
                    </a:cubicBezTo>
                    <a:cubicBezTo>
                      <a:pt x="784" y="522"/>
                      <a:pt x="784" y="522"/>
                      <a:pt x="847" y="671"/>
                    </a:cubicBezTo>
                    <a:cubicBezTo>
                      <a:pt x="968" y="755"/>
                      <a:pt x="1106" y="781"/>
                      <a:pt x="1250" y="800"/>
                    </a:cubicBezTo>
                    <a:cubicBezTo>
                      <a:pt x="1336" y="815"/>
                      <a:pt x="1336" y="815"/>
                      <a:pt x="1472" y="879"/>
                    </a:cubicBezTo>
                    <a:cubicBezTo>
                      <a:pt x="1501" y="1021"/>
                      <a:pt x="1490" y="1153"/>
                      <a:pt x="1472" y="1296"/>
                    </a:cubicBezTo>
                    <a:cubicBezTo>
                      <a:pt x="607" y="1392"/>
                      <a:pt x="607" y="1392"/>
                      <a:pt x="337" y="1244"/>
                    </a:cubicBezTo>
                    <a:cubicBezTo>
                      <a:pt x="160" y="1090"/>
                      <a:pt x="57" y="900"/>
                      <a:pt x="14" y="671"/>
                    </a:cubicBezTo>
                    <a:cubicBezTo>
                      <a:pt x="0" y="401"/>
                      <a:pt x="66" y="53"/>
                      <a:pt x="377" y="7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55" name="ICON_A_EEG_WAVE_GRAPHIC_path_166"/>
              <p:cNvSpPr/>
              <p:nvPr/>
            </p:nvSpPr>
            <p:spPr>
              <a:xfrm>
                <a:off x="2428875" y="920380"/>
                <a:ext cx="17539" cy="24368"/>
              </a:xfrm>
              <a:custGeom>
                <a:avLst/>
                <a:gdLst/>
                <a:ahLst/>
                <a:cxnLst/>
                <a:rect l="0" t="0" r="r" b="b"/>
                <a:pathLst>
                  <a:path w="1381" h="1919" fill="norm" stroke="0">
                    <a:moveTo>
                      <a:pt x="1250" y="29"/>
                    </a:moveTo>
                    <a:cubicBezTo>
                      <a:pt x="1381" y="1069"/>
                      <a:pt x="1381" y="1069"/>
                      <a:pt x="1175" y="1400"/>
                    </a:cubicBezTo>
                    <a:cubicBezTo>
                      <a:pt x="945" y="1643"/>
                      <a:pt x="636" y="1879"/>
                      <a:pt x="296" y="1918"/>
                    </a:cubicBezTo>
                    <a:cubicBezTo>
                      <a:pt x="181" y="1919"/>
                      <a:pt x="181" y="1919"/>
                      <a:pt x="0" y="1904"/>
                    </a:cubicBezTo>
                    <a:cubicBezTo>
                      <a:pt x="0" y="1698"/>
                      <a:pt x="0" y="1492"/>
                      <a:pt x="0" y="1279"/>
                    </a:cubicBezTo>
                    <a:cubicBezTo>
                      <a:pt x="206" y="1279"/>
                      <a:pt x="412" y="1279"/>
                      <a:pt x="625" y="1279"/>
                    </a:cubicBezTo>
                    <a:cubicBezTo>
                      <a:pt x="623" y="1206"/>
                      <a:pt x="620" y="1134"/>
                      <a:pt x="618" y="1059"/>
                    </a:cubicBezTo>
                    <a:cubicBezTo>
                      <a:pt x="616" y="963"/>
                      <a:pt x="614" y="867"/>
                      <a:pt x="612" y="771"/>
                    </a:cubicBezTo>
                    <a:cubicBezTo>
                      <a:pt x="610" y="723"/>
                      <a:pt x="609" y="675"/>
                      <a:pt x="607" y="626"/>
                    </a:cubicBezTo>
                    <a:cubicBezTo>
                      <a:pt x="601" y="228"/>
                      <a:pt x="601" y="228"/>
                      <a:pt x="704" y="100"/>
                    </a:cubicBezTo>
                    <a:cubicBezTo>
                      <a:pt x="887" y="0"/>
                      <a:pt x="1046" y="11"/>
                      <a:pt x="1250" y="2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56" name="ICON_A_EEG_WAVE_GRAPHIC_path_167"/>
              <p:cNvSpPr/>
              <p:nvPr/>
            </p:nvSpPr>
            <p:spPr>
              <a:xfrm>
                <a:off x="2387951" y="904140"/>
                <a:ext cx="13139" cy="24548"/>
              </a:xfrm>
              <a:custGeom>
                <a:avLst/>
                <a:gdLst/>
                <a:ahLst/>
                <a:cxnLst/>
                <a:rect l="0" t="0" r="r" b="b"/>
                <a:pathLst>
                  <a:path w="1035" h="1933" fill="norm" stroke="0">
                    <a:moveTo>
                      <a:pt x="622" y="14"/>
                    </a:moveTo>
                    <a:cubicBezTo>
                      <a:pt x="768" y="78"/>
                      <a:pt x="800" y="148"/>
                      <a:pt x="866" y="292"/>
                    </a:cubicBezTo>
                    <a:cubicBezTo>
                      <a:pt x="1035" y="798"/>
                      <a:pt x="831" y="1427"/>
                      <a:pt x="722" y="1933"/>
                    </a:cubicBezTo>
                    <a:cubicBezTo>
                      <a:pt x="273" y="1866"/>
                      <a:pt x="273" y="1866"/>
                      <a:pt x="97" y="1725"/>
                    </a:cubicBezTo>
                    <a:cubicBezTo>
                      <a:pt x="0" y="1534"/>
                      <a:pt x="25" y="1305"/>
                      <a:pt x="39" y="1097"/>
                    </a:cubicBezTo>
                    <a:cubicBezTo>
                      <a:pt x="45" y="996"/>
                      <a:pt x="47" y="895"/>
                      <a:pt x="49" y="793"/>
                    </a:cubicBezTo>
                    <a:cubicBezTo>
                      <a:pt x="50" y="728"/>
                      <a:pt x="53" y="663"/>
                      <a:pt x="55" y="598"/>
                    </a:cubicBezTo>
                    <a:cubicBezTo>
                      <a:pt x="55" y="583"/>
                      <a:pt x="55" y="583"/>
                      <a:pt x="58" y="507"/>
                    </a:cubicBezTo>
                    <a:cubicBezTo>
                      <a:pt x="69" y="352"/>
                      <a:pt x="88" y="258"/>
                      <a:pt x="198" y="144"/>
                    </a:cubicBezTo>
                    <a:cubicBezTo>
                      <a:pt x="344" y="28"/>
                      <a:pt x="438" y="0"/>
                      <a:pt x="622" y="14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57" name="ICON_A_EEG_WAVE_GRAPHIC_path_168"/>
              <p:cNvSpPr/>
              <p:nvPr/>
            </p:nvSpPr>
            <p:spPr>
              <a:xfrm>
                <a:off x="2286000" y="936625"/>
                <a:ext cx="1596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257" h="1250" fill="norm" stroke="0">
                    <a:moveTo>
                      <a:pt x="208" y="0"/>
                    </a:moveTo>
                    <a:cubicBezTo>
                      <a:pt x="681" y="0"/>
                      <a:pt x="681" y="0"/>
                      <a:pt x="895" y="191"/>
                    </a:cubicBezTo>
                    <a:cubicBezTo>
                      <a:pt x="922" y="218"/>
                      <a:pt x="949" y="245"/>
                      <a:pt x="977" y="273"/>
                    </a:cubicBezTo>
                    <a:cubicBezTo>
                      <a:pt x="1005" y="301"/>
                      <a:pt x="1032" y="329"/>
                      <a:pt x="1061" y="358"/>
                    </a:cubicBezTo>
                    <a:cubicBezTo>
                      <a:pt x="1245" y="562"/>
                      <a:pt x="1245" y="562"/>
                      <a:pt x="1257" y="716"/>
                    </a:cubicBezTo>
                    <a:cubicBezTo>
                      <a:pt x="1225" y="922"/>
                      <a:pt x="1142" y="1058"/>
                      <a:pt x="1042" y="1250"/>
                    </a:cubicBezTo>
                    <a:cubicBezTo>
                      <a:pt x="698" y="1181"/>
                      <a:pt x="354" y="1112"/>
                      <a:pt x="0" y="1042"/>
                    </a:cubicBezTo>
                    <a:cubicBezTo>
                      <a:pt x="69" y="698"/>
                      <a:pt x="138" y="354"/>
                      <a:pt x="208" y="0"/>
                    </a:cubicBezTo>
                    <a:close/>
                  </a:path>
                </a:pathLst>
              </a:custGeom>
              <a:solidFill>
                <a:srgbClr val="AF94D5"/>
              </a:solidFill>
              <a:ln w="2646" cap="flat">
                <a:noFill/>
              </a:ln>
            </p:spPr>
          </p:sp>
          <p:sp>
            <p:nvSpPr>
              <p:cNvPr id="3358" name="ICON_A_EEG_WAVE_GRAPHIC_path_169"/>
              <p:cNvSpPr/>
              <p:nvPr/>
            </p:nvSpPr>
            <p:spPr>
              <a:xfrm>
                <a:off x="1824506" y="935614"/>
                <a:ext cx="16994" cy="16886"/>
              </a:xfrm>
              <a:custGeom>
                <a:avLst/>
                <a:gdLst/>
                <a:ahLst/>
                <a:cxnLst/>
                <a:rect l="0" t="0" r="r" b="b"/>
                <a:pathLst>
                  <a:path w="1338" h="1330" fill="norm" stroke="0">
                    <a:moveTo>
                      <a:pt x="88" y="80"/>
                    </a:moveTo>
                    <a:cubicBezTo>
                      <a:pt x="829" y="0"/>
                      <a:pt x="829" y="0"/>
                      <a:pt x="1130" y="80"/>
                    </a:cubicBezTo>
                    <a:cubicBezTo>
                      <a:pt x="1308" y="236"/>
                      <a:pt x="1324" y="480"/>
                      <a:pt x="1338" y="705"/>
                    </a:cubicBezTo>
                    <a:cubicBezTo>
                      <a:pt x="1132" y="705"/>
                      <a:pt x="926" y="705"/>
                      <a:pt x="713" y="705"/>
                    </a:cubicBezTo>
                    <a:cubicBezTo>
                      <a:pt x="713" y="911"/>
                      <a:pt x="713" y="1117"/>
                      <a:pt x="713" y="1330"/>
                    </a:cubicBezTo>
                    <a:cubicBezTo>
                      <a:pt x="244" y="1299"/>
                      <a:pt x="244" y="1299"/>
                      <a:pt x="88" y="1121"/>
                    </a:cubicBezTo>
                    <a:cubicBezTo>
                      <a:pt x="0" y="787"/>
                      <a:pt x="52" y="419"/>
                      <a:pt x="88" y="8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59" name="ICON_A_EEG_WAVE_GRAPHIC_path_170"/>
              <p:cNvSpPr/>
              <p:nvPr/>
            </p:nvSpPr>
            <p:spPr>
              <a:xfrm>
                <a:off x="2626267" y="1460500"/>
                <a:ext cx="11628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916" h="1458" fill="norm" stroke="0">
                    <a:moveTo>
                      <a:pt x="82" y="0"/>
                    </a:moveTo>
                    <a:cubicBezTo>
                      <a:pt x="357" y="69"/>
                      <a:pt x="632" y="138"/>
                      <a:pt x="916" y="208"/>
                    </a:cubicBezTo>
                    <a:cubicBezTo>
                      <a:pt x="847" y="621"/>
                      <a:pt x="778" y="1033"/>
                      <a:pt x="707" y="1458"/>
                    </a:cubicBezTo>
                    <a:cubicBezTo>
                      <a:pt x="211" y="1231"/>
                      <a:pt x="211" y="1231"/>
                      <a:pt x="82" y="1042"/>
                    </a:cubicBezTo>
                    <a:cubicBezTo>
                      <a:pt x="0" y="703"/>
                      <a:pt x="47" y="343"/>
                      <a:pt x="82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60" name="ICON_A_EEG_WAVE_GRAPHIC_path_171"/>
              <p:cNvSpPr/>
              <p:nvPr/>
            </p:nvSpPr>
            <p:spPr>
              <a:xfrm>
                <a:off x="1635125" y="1435042"/>
                <a:ext cx="15875" cy="20619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624" fill="norm" stroke="0">
                    <a:moveTo>
                      <a:pt x="1250" y="130"/>
                    </a:moveTo>
                    <a:cubicBezTo>
                      <a:pt x="1250" y="336"/>
                      <a:pt x="1250" y="542"/>
                      <a:pt x="1250" y="755"/>
                    </a:cubicBezTo>
                    <a:cubicBezTo>
                      <a:pt x="1186" y="746"/>
                      <a:pt x="1121" y="737"/>
                      <a:pt x="1055" y="729"/>
                    </a:cubicBezTo>
                    <a:cubicBezTo>
                      <a:pt x="939" y="729"/>
                      <a:pt x="939" y="729"/>
                      <a:pt x="833" y="755"/>
                    </a:cubicBezTo>
                    <a:cubicBezTo>
                      <a:pt x="728" y="877"/>
                      <a:pt x="680" y="1020"/>
                      <a:pt x="625" y="1171"/>
                    </a:cubicBezTo>
                    <a:cubicBezTo>
                      <a:pt x="515" y="1473"/>
                      <a:pt x="515" y="1473"/>
                      <a:pt x="417" y="1588"/>
                    </a:cubicBezTo>
                    <a:cubicBezTo>
                      <a:pt x="272" y="1624"/>
                      <a:pt x="146" y="1613"/>
                      <a:pt x="0" y="1588"/>
                    </a:cubicBezTo>
                    <a:cubicBezTo>
                      <a:pt x="151" y="786"/>
                      <a:pt x="300" y="0"/>
                      <a:pt x="1250" y="13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61" name="ICON_A_EEG_WAVE_GRAPHIC_path_172"/>
              <p:cNvSpPr/>
              <p:nvPr/>
            </p:nvSpPr>
            <p:spPr>
              <a:xfrm>
                <a:off x="2497667" y="1397000"/>
                <a:ext cx="10583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250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552"/>
                      <a:pt x="833" y="896"/>
                      <a:pt x="833" y="1250"/>
                    </a:cubicBezTo>
                    <a:cubicBezTo>
                      <a:pt x="558" y="1181"/>
                      <a:pt x="283" y="111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AC90D4"/>
              </a:solidFill>
              <a:ln w="2646" cap="flat">
                <a:noFill/>
              </a:ln>
            </p:spPr>
          </p:sp>
          <p:sp>
            <p:nvSpPr>
              <p:cNvPr id="3362" name="ICON_A_EEG_WAVE_GRAPHIC_path_173"/>
              <p:cNvSpPr/>
              <p:nvPr/>
            </p:nvSpPr>
            <p:spPr>
              <a:xfrm>
                <a:off x="2690812" y="1095375"/>
                <a:ext cx="10583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250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765" y="412"/>
                      <a:pt x="696" y="825"/>
                      <a:pt x="625" y="1250"/>
                    </a:cubicBezTo>
                    <a:cubicBezTo>
                      <a:pt x="419" y="1250"/>
                      <a:pt x="213" y="1250"/>
                      <a:pt x="0" y="1250"/>
                    </a:cubicBezTo>
                    <a:cubicBezTo>
                      <a:pt x="0" y="838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646" cap="flat">
                <a:noFill/>
              </a:ln>
            </p:spPr>
          </p:sp>
          <p:sp>
            <p:nvSpPr>
              <p:cNvPr id="3363" name="ICON_A_EEG_WAVE_GRAPHIC_path_174"/>
              <p:cNvSpPr/>
              <p:nvPr/>
            </p:nvSpPr>
            <p:spPr>
              <a:xfrm>
                <a:off x="1992313" y="1465792"/>
                <a:ext cx="16065" cy="19656"/>
              </a:xfrm>
              <a:custGeom>
                <a:avLst/>
                <a:gdLst/>
                <a:ahLst/>
                <a:cxnLst/>
                <a:rect l="0" t="0" r="r" b="b"/>
                <a:pathLst>
                  <a:path w="1265" h="1548" fill="norm" stroke="0">
                    <a:moveTo>
                      <a:pt x="1042" y="0"/>
                    </a:moveTo>
                    <a:cubicBezTo>
                      <a:pt x="1165" y="196"/>
                      <a:pt x="1265" y="388"/>
                      <a:pt x="1250" y="625"/>
                    </a:cubicBezTo>
                    <a:cubicBezTo>
                      <a:pt x="1130" y="948"/>
                      <a:pt x="899" y="1250"/>
                      <a:pt x="625" y="1458"/>
                    </a:cubicBezTo>
                    <a:cubicBezTo>
                      <a:pt x="401" y="1548"/>
                      <a:pt x="238" y="1504"/>
                      <a:pt x="0" y="1458"/>
                    </a:cubicBezTo>
                    <a:cubicBezTo>
                      <a:pt x="0" y="1252"/>
                      <a:pt x="0" y="1046"/>
                      <a:pt x="0" y="833"/>
                    </a:cubicBezTo>
                    <a:cubicBezTo>
                      <a:pt x="64" y="846"/>
                      <a:pt x="129" y="859"/>
                      <a:pt x="195" y="873"/>
                    </a:cubicBezTo>
                    <a:cubicBezTo>
                      <a:pt x="312" y="874"/>
                      <a:pt x="312" y="874"/>
                      <a:pt x="417" y="833"/>
                    </a:cubicBezTo>
                    <a:cubicBezTo>
                      <a:pt x="475" y="704"/>
                      <a:pt x="509" y="583"/>
                      <a:pt x="542" y="447"/>
                    </a:cubicBezTo>
                    <a:cubicBezTo>
                      <a:pt x="584" y="295"/>
                      <a:pt x="605" y="225"/>
                      <a:pt x="730" y="120"/>
                    </a:cubicBezTo>
                    <a:cubicBezTo>
                      <a:pt x="833" y="71"/>
                      <a:pt x="932" y="31"/>
                      <a:pt x="1042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64" name="ICON_A_EEG_WAVE_GRAPHIC_path_175"/>
              <p:cNvSpPr/>
              <p:nvPr/>
            </p:nvSpPr>
            <p:spPr>
              <a:xfrm>
                <a:off x="1650384" y="1460500"/>
                <a:ext cx="16491" cy="16857"/>
              </a:xfrm>
              <a:custGeom>
                <a:avLst/>
                <a:gdLst/>
                <a:ahLst/>
                <a:cxnLst/>
                <a:rect l="0" t="0" r="r" b="b"/>
                <a:pathLst>
                  <a:path w="1299" h="1327" fill="norm" stroke="0">
                    <a:moveTo>
                      <a:pt x="49" y="0"/>
                    </a:moveTo>
                    <a:cubicBezTo>
                      <a:pt x="324" y="69"/>
                      <a:pt x="599" y="138"/>
                      <a:pt x="882" y="208"/>
                    </a:cubicBezTo>
                    <a:cubicBezTo>
                      <a:pt x="882" y="346"/>
                      <a:pt x="882" y="483"/>
                      <a:pt x="882" y="625"/>
                    </a:cubicBezTo>
                    <a:cubicBezTo>
                      <a:pt x="1019" y="625"/>
                      <a:pt x="1157" y="625"/>
                      <a:pt x="1299" y="625"/>
                    </a:cubicBezTo>
                    <a:cubicBezTo>
                      <a:pt x="1299" y="831"/>
                      <a:pt x="1299" y="1037"/>
                      <a:pt x="1299" y="1250"/>
                    </a:cubicBezTo>
                    <a:cubicBezTo>
                      <a:pt x="757" y="1327"/>
                      <a:pt x="757" y="1327"/>
                      <a:pt x="493" y="1133"/>
                    </a:cubicBezTo>
                    <a:cubicBezTo>
                      <a:pt x="274" y="945"/>
                      <a:pt x="50" y="742"/>
                      <a:pt x="9" y="444"/>
                    </a:cubicBezTo>
                    <a:cubicBezTo>
                      <a:pt x="0" y="289"/>
                      <a:pt x="26" y="160"/>
                      <a:pt x="49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65" name="ICON_A_EEG_WAVE_GRAPHIC_path_176"/>
              <p:cNvSpPr/>
              <p:nvPr/>
            </p:nvSpPr>
            <p:spPr>
              <a:xfrm>
                <a:off x="2071386" y="1444625"/>
                <a:ext cx="10885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57" h="1250" fill="norm" stroke="0">
                    <a:moveTo>
                      <a:pt x="232" y="0"/>
                    </a:moveTo>
                    <a:cubicBezTo>
                      <a:pt x="438" y="0"/>
                      <a:pt x="645" y="0"/>
                      <a:pt x="857" y="0"/>
                    </a:cubicBezTo>
                    <a:cubicBezTo>
                      <a:pt x="788" y="412"/>
                      <a:pt x="720" y="825"/>
                      <a:pt x="649" y="1250"/>
                    </a:cubicBezTo>
                    <a:cubicBezTo>
                      <a:pt x="442" y="1250"/>
                      <a:pt x="236" y="1250"/>
                      <a:pt x="24" y="1250"/>
                    </a:cubicBezTo>
                    <a:cubicBezTo>
                      <a:pt x="18" y="1081"/>
                      <a:pt x="14" y="911"/>
                      <a:pt x="11" y="742"/>
                    </a:cubicBezTo>
                    <a:cubicBezTo>
                      <a:pt x="9" y="694"/>
                      <a:pt x="7" y="646"/>
                      <a:pt x="5" y="597"/>
                    </a:cubicBezTo>
                    <a:cubicBezTo>
                      <a:pt x="5" y="551"/>
                      <a:pt x="4" y="504"/>
                      <a:pt x="3" y="456"/>
                    </a:cubicBezTo>
                    <a:cubicBezTo>
                      <a:pt x="2" y="414"/>
                      <a:pt x="1" y="371"/>
                      <a:pt x="0" y="328"/>
                    </a:cubicBezTo>
                    <a:cubicBezTo>
                      <a:pt x="24" y="208"/>
                      <a:pt x="24" y="208"/>
                      <a:pt x="232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66" name="ICON_A_EEG_WAVE_GRAPHIC_path_177"/>
              <p:cNvSpPr/>
              <p:nvPr/>
            </p:nvSpPr>
            <p:spPr>
              <a:xfrm>
                <a:off x="1825320" y="1420699"/>
                <a:ext cx="10888" cy="15989"/>
              </a:xfrm>
              <a:custGeom>
                <a:avLst/>
                <a:gdLst/>
                <a:ahLst/>
                <a:cxnLst/>
                <a:rect l="0" t="0" r="r" b="b"/>
                <a:pathLst>
                  <a:path w="857" h="1259" fill="norm" stroke="0">
                    <a:moveTo>
                      <a:pt x="389" y="34"/>
                    </a:moveTo>
                    <a:cubicBezTo>
                      <a:pt x="446" y="55"/>
                      <a:pt x="502" y="77"/>
                      <a:pt x="558" y="100"/>
                    </a:cubicBezTo>
                    <a:cubicBezTo>
                      <a:pt x="657" y="139"/>
                      <a:pt x="755" y="177"/>
                      <a:pt x="857" y="217"/>
                    </a:cubicBezTo>
                    <a:cubicBezTo>
                      <a:pt x="789" y="561"/>
                      <a:pt x="720" y="905"/>
                      <a:pt x="649" y="1259"/>
                    </a:cubicBezTo>
                    <a:cubicBezTo>
                      <a:pt x="443" y="1259"/>
                      <a:pt x="236" y="1259"/>
                      <a:pt x="24" y="1259"/>
                    </a:cubicBezTo>
                    <a:cubicBezTo>
                      <a:pt x="18" y="1090"/>
                      <a:pt x="14" y="920"/>
                      <a:pt x="11" y="751"/>
                    </a:cubicBezTo>
                    <a:cubicBezTo>
                      <a:pt x="9" y="703"/>
                      <a:pt x="7" y="655"/>
                      <a:pt x="6" y="606"/>
                    </a:cubicBezTo>
                    <a:cubicBezTo>
                      <a:pt x="0" y="208"/>
                      <a:pt x="0" y="208"/>
                      <a:pt x="109" y="74"/>
                    </a:cubicBezTo>
                    <a:cubicBezTo>
                      <a:pt x="240" y="5"/>
                      <a:pt x="255" y="0"/>
                      <a:pt x="389" y="34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67" name="ICON_A_EEG_WAVE_GRAPHIC_path_178"/>
              <p:cNvSpPr/>
              <p:nvPr/>
            </p:nvSpPr>
            <p:spPr>
              <a:xfrm>
                <a:off x="2611136" y="1412875"/>
                <a:ext cx="10885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57" h="1250" fill="norm" stroke="0">
                    <a:moveTo>
                      <a:pt x="232" y="0"/>
                    </a:moveTo>
                    <a:cubicBezTo>
                      <a:pt x="438" y="0"/>
                      <a:pt x="645" y="0"/>
                      <a:pt x="857" y="0"/>
                    </a:cubicBezTo>
                    <a:cubicBezTo>
                      <a:pt x="788" y="412"/>
                      <a:pt x="720" y="825"/>
                      <a:pt x="649" y="1250"/>
                    </a:cubicBezTo>
                    <a:cubicBezTo>
                      <a:pt x="442" y="1250"/>
                      <a:pt x="236" y="1250"/>
                      <a:pt x="24" y="1250"/>
                    </a:cubicBezTo>
                    <a:cubicBezTo>
                      <a:pt x="18" y="1081"/>
                      <a:pt x="14" y="911"/>
                      <a:pt x="11" y="742"/>
                    </a:cubicBezTo>
                    <a:cubicBezTo>
                      <a:pt x="9" y="694"/>
                      <a:pt x="7" y="646"/>
                      <a:pt x="5" y="597"/>
                    </a:cubicBezTo>
                    <a:cubicBezTo>
                      <a:pt x="5" y="551"/>
                      <a:pt x="4" y="504"/>
                      <a:pt x="3" y="456"/>
                    </a:cubicBezTo>
                    <a:cubicBezTo>
                      <a:pt x="2" y="414"/>
                      <a:pt x="1" y="371"/>
                      <a:pt x="0" y="328"/>
                    </a:cubicBezTo>
                    <a:cubicBezTo>
                      <a:pt x="24" y="208"/>
                      <a:pt x="24" y="208"/>
                      <a:pt x="232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68" name="ICON_A_EEG_WAVE_GRAPHIC_path_179"/>
              <p:cNvSpPr/>
              <p:nvPr/>
            </p:nvSpPr>
            <p:spPr>
              <a:xfrm>
                <a:off x="2722561" y="1404414"/>
                <a:ext cx="15875" cy="19045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500" fill="norm" stroke="0">
                    <a:moveTo>
                      <a:pt x="700" y="9"/>
                    </a:moveTo>
                    <a:cubicBezTo>
                      <a:pt x="788" y="0"/>
                      <a:pt x="862" y="4"/>
                      <a:pt x="951" y="15"/>
                    </a:cubicBezTo>
                    <a:cubicBezTo>
                      <a:pt x="1000" y="19"/>
                      <a:pt x="1000" y="19"/>
                      <a:pt x="1250" y="41"/>
                    </a:cubicBezTo>
                    <a:cubicBezTo>
                      <a:pt x="1250" y="248"/>
                      <a:pt x="1250" y="454"/>
                      <a:pt x="1250" y="666"/>
                    </a:cubicBezTo>
                    <a:cubicBezTo>
                      <a:pt x="1186" y="658"/>
                      <a:pt x="1122" y="649"/>
                      <a:pt x="1056" y="640"/>
                    </a:cubicBezTo>
                    <a:cubicBezTo>
                      <a:pt x="941" y="640"/>
                      <a:pt x="941" y="640"/>
                      <a:pt x="833" y="666"/>
                    </a:cubicBezTo>
                    <a:cubicBezTo>
                      <a:pt x="719" y="788"/>
                      <a:pt x="662" y="929"/>
                      <a:pt x="599" y="1083"/>
                    </a:cubicBezTo>
                    <a:cubicBezTo>
                      <a:pt x="581" y="1123"/>
                      <a:pt x="563" y="1162"/>
                      <a:pt x="545" y="1203"/>
                    </a:cubicBezTo>
                    <a:cubicBezTo>
                      <a:pt x="500" y="1301"/>
                      <a:pt x="458" y="1400"/>
                      <a:pt x="417" y="1500"/>
                    </a:cubicBezTo>
                    <a:cubicBezTo>
                      <a:pt x="279" y="1431"/>
                      <a:pt x="142" y="1362"/>
                      <a:pt x="0" y="1291"/>
                    </a:cubicBezTo>
                    <a:cubicBezTo>
                      <a:pt x="305" y="681"/>
                      <a:pt x="305" y="681"/>
                      <a:pt x="362" y="570"/>
                    </a:cubicBezTo>
                    <a:cubicBezTo>
                      <a:pt x="399" y="494"/>
                      <a:pt x="434" y="417"/>
                      <a:pt x="466" y="338"/>
                    </a:cubicBezTo>
                    <a:cubicBezTo>
                      <a:pt x="584" y="59"/>
                      <a:pt x="584" y="59"/>
                      <a:pt x="700" y="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69" name="ICON_A_EEG_WAVE_GRAPHIC_path_180"/>
              <p:cNvSpPr/>
              <p:nvPr/>
            </p:nvSpPr>
            <p:spPr>
              <a:xfrm>
                <a:off x="2270125" y="1403903"/>
                <a:ext cx="16489" cy="19555"/>
              </a:xfrm>
              <a:custGeom>
                <a:avLst/>
                <a:gdLst/>
                <a:ahLst/>
                <a:cxnLst/>
                <a:rect l="0" t="0" r="r" b="b"/>
                <a:pathLst>
                  <a:path w="1298" h="1540" fill="norm" stroke="0">
                    <a:moveTo>
                      <a:pt x="0" y="81"/>
                    </a:moveTo>
                    <a:cubicBezTo>
                      <a:pt x="428" y="0"/>
                      <a:pt x="428" y="0"/>
                      <a:pt x="625" y="81"/>
                    </a:cubicBezTo>
                    <a:cubicBezTo>
                      <a:pt x="764" y="196"/>
                      <a:pt x="869" y="328"/>
                      <a:pt x="977" y="472"/>
                    </a:cubicBezTo>
                    <a:cubicBezTo>
                      <a:pt x="990" y="490"/>
                      <a:pt x="990" y="490"/>
                      <a:pt x="1059" y="582"/>
                    </a:cubicBezTo>
                    <a:cubicBezTo>
                      <a:pt x="1207" y="796"/>
                      <a:pt x="1298" y="981"/>
                      <a:pt x="1279" y="1246"/>
                    </a:cubicBezTo>
                    <a:cubicBezTo>
                      <a:pt x="1250" y="1331"/>
                      <a:pt x="1250" y="1331"/>
                      <a:pt x="1190" y="1384"/>
                    </a:cubicBezTo>
                    <a:cubicBezTo>
                      <a:pt x="1106" y="1421"/>
                      <a:pt x="1028" y="1442"/>
                      <a:pt x="938" y="1462"/>
                    </a:cubicBezTo>
                    <a:cubicBezTo>
                      <a:pt x="834" y="1487"/>
                      <a:pt x="731" y="1513"/>
                      <a:pt x="625" y="1540"/>
                    </a:cubicBezTo>
                    <a:cubicBezTo>
                      <a:pt x="556" y="1265"/>
                      <a:pt x="488" y="990"/>
                      <a:pt x="417" y="706"/>
                    </a:cubicBezTo>
                    <a:cubicBezTo>
                      <a:pt x="279" y="706"/>
                      <a:pt x="142" y="706"/>
                      <a:pt x="0" y="706"/>
                    </a:cubicBezTo>
                    <a:cubicBezTo>
                      <a:pt x="0" y="500"/>
                      <a:pt x="0" y="294"/>
                      <a:pt x="0" y="81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70" name="ICON_A_EEG_WAVE_GRAPHIC_path_181"/>
              <p:cNvSpPr/>
              <p:nvPr/>
            </p:nvSpPr>
            <p:spPr>
              <a:xfrm>
                <a:off x="2127155" y="1468438"/>
                <a:ext cx="15970" cy="16910"/>
              </a:xfrm>
              <a:custGeom>
                <a:avLst/>
                <a:gdLst/>
                <a:ahLst/>
                <a:cxnLst/>
                <a:rect l="0" t="0" r="r" b="b"/>
                <a:pathLst>
                  <a:path w="1257" h="1331" fill="norm" stroke="0">
                    <a:moveTo>
                      <a:pt x="7" y="0"/>
                    </a:moveTo>
                    <a:cubicBezTo>
                      <a:pt x="282" y="69"/>
                      <a:pt x="558" y="138"/>
                      <a:pt x="841" y="208"/>
                    </a:cubicBezTo>
                    <a:cubicBezTo>
                      <a:pt x="841" y="346"/>
                      <a:pt x="841" y="483"/>
                      <a:pt x="841" y="625"/>
                    </a:cubicBezTo>
                    <a:cubicBezTo>
                      <a:pt x="978" y="625"/>
                      <a:pt x="1116" y="625"/>
                      <a:pt x="1257" y="625"/>
                    </a:cubicBezTo>
                    <a:cubicBezTo>
                      <a:pt x="1257" y="831"/>
                      <a:pt x="1257" y="1037"/>
                      <a:pt x="1257" y="1250"/>
                    </a:cubicBezTo>
                    <a:cubicBezTo>
                      <a:pt x="830" y="1331"/>
                      <a:pt x="830" y="1331"/>
                      <a:pt x="632" y="1250"/>
                    </a:cubicBezTo>
                    <a:cubicBezTo>
                      <a:pt x="494" y="1135"/>
                      <a:pt x="388" y="1003"/>
                      <a:pt x="281" y="859"/>
                    </a:cubicBezTo>
                    <a:cubicBezTo>
                      <a:pt x="267" y="841"/>
                      <a:pt x="267" y="841"/>
                      <a:pt x="198" y="750"/>
                    </a:cubicBezTo>
                    <a:cubicBezTo>
                      <a:pt x="0" y="462"/>
                      <a:pt x="7" y="398"/>
                      <a:pt x="7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71" name="ICON_A_EEG_WAVE_GRAPHIC_path_182"/>
              <p:cNvSpPr/>
              <p:nvPr/>
            </p:nvSpPr>
            <p:spPr>
              <a:xfrm>
                <a:off x="1758847" y="1460500"/>
                <a:ext cx="11216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83" h="1250" fill="norm" stroke="0">
                    <a:moveTo>
                      <a:pt x="258" y="0"/>
                    </a:moveTo>
                    <a:cubicBezTo>
                      <a:pt x="464" y="0"/>
                      <a:pt x="671" y="0"/>
                      <a:pt x="883" y="0"/>
                    </a:cubicBezTo>
                    <a:cubicBezTo>
                      <a:pt x="883" y="412"/>
                      <a:pt x="883" y="825"/>
                      <a:pt x="883" y="1250"/>
                    </a:cubicBezTo>
                    <a:cubicBezTo>
                      <a:pt x="677" y="1250"/>
                      <a:pt x="471" y="1250"/>
                      <a:pt x="258" y="1250"/>
                    </a:cubicBezTo>
                    <a:cubicBezTo>
                      <a:pt x="0" y="432"/>
                      <a:pt x="0" y="432"/>
                      <a:pt x="102" y="156"/>
                    </a:cubicBezTo>
                    <a:cubicBezTo>
                      <a:pt x="154" y="105"/>
                      <a:pt x="205" y="53"/>
                      <a:pt x="25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72" name="ICON_A_EEG_WAVE_GRAPHIC_path_183"/>
              <p:cNvSpPr/>
              <p:nvPr/>
            </p:nvSpPr>
            <p:spPr>
              <a:xfrm>
                <a:off x="1983878" y="1451840"/>
                <a:ext cx="17314" cy="16941"/>
              </a:xfrm>
              <a:custGeom>
                <a:avLst/>
                <a:gdLst/>
                <a:ahLst/>
                <a:cxnLst/>
                <a:rect l="0" t="0" r="r" b="b"/>
                <a:pathLst>
                  <a:path w="1363" h="1334" fill="norm" stroke="0">
                    <a:moveTo>
                      <a:pt x="734" y="27"/>
                    </a:moveTo>
                    <a:cubicBezTo>
                      <a:pt x="921" y="0"/>
                      <a:pt x="1104" y="25"/>
                      <a:pt x="1289" y="57"/>
                    </a:cubicBezTo>
                    <a:cubicBezTo>
                      <a:pt x="1337" y="307"/>
                      <a:pt x="1363" y="545"/>
                      <a:pt x="1238" y="776"/>
                    </a:cubicBezTo>
                    <a:cubicBezTo>
                      <a:pt x="1086" y="992"/>
                      <a:pt x="905" y="1192"/>
                      <a:pt x="664" y="1307"/>
                    </a:cubicBezTo>
                    <a:cubicBezTo>
                      <a:pt x="477" y="1334"/>
                      <a:pt x="321" y="1282"/>
                      <a:pt x="156" y="1195"/>
                    </a:cubicBezTo>
                    <a:cubicBezTo>
                      <a:pt x="39" y="1099"/>
                      <a:pt x="39" y="1099"/>
                      <a:pt x="0" y="990"/>
                    </a:cubicBezTo>
                    <a:cubicBezTo>
                      <a:pt x="0" y="881"/>
                      <a:pt x="12" y="787"/>
                      <a:pt x="39" y="682"/>
                    </a:cubicBezTo>
                    <a:cubicBezTo>
                      <a:pt x="67" y="689"/>
                      <a:pt x="95" y="696"/>
                      <a:pt x="123" y="704"/>
                    </a:cubicBezTo>
                    <a:cubicBezTo>
                      <a:pt x="254" y="724"/>
                      <a:pt x="331" y="731"/>
                      <a:pt x="456" y="682"/>
                    </a:cubicBezTo>
                    <a:cubicBezTo>
                      <a:pt x="496" y="575"/>
                      <a:pt x="523" y="480"/>
                      <a:pt x="547" y="369"/>
                    </a:cubicBezTo>
                    <a:cubicBezTo>
                      <a:pt x="612" y="79"/>
                      <a:pt x="612" y="79"/>
                      <a:pt x="734" y="27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73" name="ICON_A_EEG_WAVE_GRAPHIC_path_184"/>
              <p:cNvSpPr/>
              <p:nvPr/>
            </p:nvSpPr>
            <p:spPr>
              <a:xfrm>
                <a:off x="1894118" y="1436688"/>
                <a:ext cx="19026" cy="16888"/>
              </a:xfrm>
              <a:custGeom>
                <a:avLst/>
                <a:gdLst/>
                <a:ahLst/>
                <a:cxnLst/>
                <a:rect l="0" t="0" r="r" b="b"/>
                <a:pathLst>
                  <a:path w="1498" h="1330" fill="norm" stroke="0">
                    <a:moveTo>
                      <a:pt x="24" y="0"/>
                    </a:moveTo>
                    <a:cubicBezTo>
                      <a:pt x="495" y="65"/>
                      <a:pt x="876" y="166"/>
                      <a:pt x="1221" y="508"/>
                    </a:cubicBezTo>
                    <a:cubicBezTo>
                      <a:pt x="1248" y="533"/>
                      <a:pt x="1275" y="559"/>
                      <a:pt x="1302" y="585"/>
                    </a:cubicBezTo>
                    <a:cubicBezTo>
                      <a:pt x="1446" y="741"/>
                      <a:pt x="1497" y="847"/>
                      <a:pt x="1498" y="1062"/>
                    </a:cubicBezTo>
                    <a:cubicBezTo>
                      <a:pt x="1494" y="1125"/>
                      <a:pt x="1489" y="1188"/>
                      <a:pt x="1482" y="1250"/>
                    </a:cubicBezTo>
                    <a:cubicBezTo>
                      <a:pt x="1263" y="1310"/>
                      <a:pt x="1071" y="1330"/>
                      <a:pt x="857" y="1250"/>
                    </a:cubicBezTo>
                    <a:cubicBezTo>
                      <a:pt x="688" y="1136"/>
                      <a:pt x="545" y="1003"/>
                      <a:pt x="401" y="859"/>
                    </a:cubicBezTo>
                    <a:cubicBezTo>
                      <a:pt x="382" y="841"/>
                      <a:pt x="364" y="823"/>
                      <a:pt x="344" y="804"/>
                    </a:cubicBezTo>
                    <a:cubicBezTo>
                      <a:pt x="41" y="508"/>
                      <a:pt x="41" y="508"/>
                      <a:pt x="0" y="296"/>
                    </a:cubicBezTo>
                    <a:cubicBezTo>
                      <a:pt x="0" y="194"/>
                      <a:pt x="6" y="100"/>
                      <a:pt x="24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74" name="ICON_A_EEG_WAVE_GRAPHIC_path_185"/>
              <p:cNvSpPr/>
              <p:nvPr/>
            </p:nvSpPr>
            <p:spPr>
              <a:xfrm>
                <a:off x="1991656" y="1372214"/>
                <a:ext cx="17187" cy="17822"/>
              </a:xfrm>
              <a:custGeom>
                <a:avLst/>
                <a:gdLst/>
                <a:ahLst/>
                <a:cxnLst/>
                <a:rect l="0" t="0" r="r" b="b"/>
                <a:pathLst>
                  <a:path w="1353" h="1403" fill="norm" stroke="0">
                    <a:moveTo>
                      <a:pt x="52" y="77"/>
                    </a:moveTo>
                    <a:cubicBezTo>
                      <a:pt x="299" y="29"/>
                      <a:pt x="541" y="0"/>
                      <a:pt x="768" y="128"/>
                    </a:cubicBezTo>
                    <a:cubicBezTo>
                      <a:pt x="996" y="295"/>
                      <a:pt x="1246" y="513"/>
                      <a:pt x="1329" y="793"/>
                    </a:cubicBezTo>
                    <a:cubicBezTo>
                      <a:pt x="1353" y="975"/>
                      <a:pt x="1336" y="1146"/>
                      <a:pt x="1302" y="1327"/>
                    </a:cubicBezTo>
                    <a:cubicBezTo>
                      <a:pt x="1055" y="1374"/>
                      <a:pt x="813" y="1403"/>
                      <a:pt x="586" y="1275"/>
                    </a:cubicBezTo>
                    <a:cubicBezTo>
                      <a:pt x="358" y="1108"/>
                      <a:pt x="107" y="890"/>
                      <a:pt x="25" y="611"/>
                    </a:cubicBezTo>
                    <a:cubicBezTo>
                      <a:pt x="0" y="428"/>
                      <a:pt x="17" y="257"/>
                      <a:pt x="52" y="77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75" name="ICON_A_EEG_WAVE_GRAPHIC_path_186"/>
              <p:cNvSpPr/>
              <p:nvPr/>
            </p:nvSpPr>
            <p:spPr>
              <a:xfrm>
                <a:off x="1705697" y="1301282"/>
                <a:ext cx="19386" cy="16343"/>
              </a:xfrm>
              <a:custGeom>
                <a:avLst/>
                <a:gdLst/>
                <a:ahLst/>
                <a:cxnLst/>
                <a:rect l="0" t="0" r="r" b="b"/>
                <a:pathLst>
                  <a:path w="1526" h="1287" fill="norm" stroke="0">
                    <a:moveTo>
                      <a:pt x="68" y="37"/>
                    </a:moveTo>
                    <a:cubicBezTo>
                      <a:pt x="282" y="13"/>
                      <a:pt x="480" y="0"/>
                      <a:pt x="693" y="37"/>
                    </a:cubicBezTo>
                    <a:cubicBezTo>
                      <a:pt x="772" y="131"/>
                      <a:pt x="797" y="217"/>
                      <a:pt x="836" y="333"/>
                    </a:cubicBezTo>
                    <a:cubicBezTo>
                      <a:pt x="976" y="590"/>
                      <a:pt x="1281" y="725"/>
                      <a:pt x="1526" y="870"/>
                    </a:cubicBezTo>
                    <a:cubicBezTo>
                      <a:pt x="1005" y="1247"/>
                      <a:pt x="1005" y="1247"/>
                      <a:pt x="693" y="1287"/>
                    </a:cubicBezTo>
                    <a:cubicBezTo>
                      <a:pt x="433" y="1206"/>
                      <a:pt x="258" y="983"/>
                      <a:pt x="116" y="760"/>
                    </a:cubicBezTo>
                    <a:cubicBezTo>
                      <a:pt x="0" y="523"/>
                      <a:pt x="20" y="289"/>
                      <a:pt x="68" y="37"/>
                    </a:cubicBezTo>
                    <a:close/>
                  </a:path>
                </a:pathLst>
              </a:custGeom>
              <a:solidFill>
                <a:srgbClr val="AD90D4"/>
              </a:solidFill>
              <a:ln w="2646" cap="flat">
                <a:noFill/>
              </a:ln>
            </p:spPr>
          </p:sp>
          <p:sp>
            <p:nvSpPr>
              <p:cNvPr id="3376" name="ICON_A_EEG_WAVE_GRAPHIC_path_187"/>
              <p:cNvSpPr/>
              <p:nvPr/>
            </p:nvSpPr>
            <p:spPr>
              <a:xfrm>
                <a:off x="2166938" y="1451781"/>
                <a:ext cx="15875" cy="11650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917" fill="norm" stroke="0">
                    <a:moveTo>
                      <a:pt x="890" y="30"/>
                    </a:moveTo>
                    <a:cubicBezTo>
                      <a:pt x="1010" y="38"/>
                      <a:pt x="1130" y="50"/>
                      <a:pt x="1250" y="61"/>
                    </a:cubicBezTo>
                    <a:cubicBezTo>
                      <a:pt x="1250" y="268"/>
                      <a:pt x="1250" y="474"/>
                      <a:pt x="1250" y="686"/>
                    </a:cubicBezTo>
                    <a:cubicBezTo>
                      <a:pt x="519" y="917"/>
                      <a:pt x="519" y="917"/>
                      <a:pt x="269" y="862"/>
                    </a:cubicBezTo>
                    <a:cubicBezTo>
                      <a:pt x="170" y="811"/>
                      <a:pt x="85" y="759"/>
                      <a:pt x="0" y="686"/>
                    </a:cubicBezTo>
                    <a:cubicBezTo>
                      <a:pt x="41" y="58"/>
                      <a:pt x="291" y="0"/>
                      <a:pt x="890" y="3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77" name="ICON_A_EEG_WAVE_GRAPHIC_path_188"/>
              <p:cNvSpPr/>
              <p:nvPr/>
            </p:nvSpPr>
            <p:spPr>
              <a:xfrm>
                <a:off x="2508250" y="1426104"/>
                <a:ext cx="16089" cy="19317"/>
              </a:xfrm>
              <a:custGeom>
                <a:avLst/>
                <a:gdLst/>
                <a:ahLst/>
                <a:cxnLst/>
                <a:rect l="0" t="0" r="r" b="b"/>
                <a:pathLst>
                  <a:path w="1267" h="1521" fill="norm" stroke="0">
                    <a:moveTo>
                      <a:pt x="1042" y="0"/>
                    </a:moveTo>
                    <a:cubicBezTo>
                      <a:pt x="1157" y="264"/>
                      <a:pt x="1267" y="541"/>
                      <a:pt x="1250" y="833"/>
                    </a:cubicBezTo>
                    <a:cubicBezTo>
                      <a:pt x="1136" y="1111"/>
                      <a:pt x="889" y="1324"/>
                      <a:pt x="625" y="1458"/>
                    </a:cubicBezTo>
                    <a:cubicBezTo>
                      <a:pt x="403" y="1521"/>
                      <a:pt x="231" y="1491"/>
                      <a:pt x="0" y="1458"/>
                    </a:cubicBezTo>
                    <a:cubicBezTo>
                      <a:pt x="0" y="1252"/>
                      <a:pt x="0" y="1046"/>
                      <a:pt x="0" y="833"/>
                    </a:cubicBezTo>
                    <a:cubicBezTo>
                      <a:pt x="95" y="851"/>
                      <a:pt x="189" y="868"/>
                      <a:pt x="286" y="885"/>
                    </a:cubicBezTo>
                    <a:cubicBezTo>
                      <a:pt x="414" y="897"/>
                      <a:pt x="509" y="890"/>
                      <a:pt x="625" y="833"/>
                    </a:cubicBezTo>
                    <a:cubicBezTo>
                      <a:pt x="827" y="599"/>
                      <a:pt x="935" y="287"/>
                      <a:pt x="1042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78" name="ICON_A_EEG_WAVE_GRAPHIC_path_189"/>
              <p:cNvSpPr/>
              <p:nvPr/>
            </p:nvSpPr>
            <p:spPr>
              <a:xfrm>
                <a:off x="1784964" y="1316299"/>
                <a:ext cx="16849" cy="17724"/>
              </a:xfrm>
              <a:custGeom>
                <a:avLst/>
                <a:gdLst/>
                <a:ahLst/>
                <a:cxnLst/>
                <a:rect l="0" t="0" r="r" b="b"/>
                <a:pathLst>
                  <a:path w="1327" h="1396" fill="norm" stroke="0">
                    <a:moveTo>
                      <a:pt x="1327" y="104"/>
                    </a:moveTo>
                    <a:cubicBezTo>
                      <a:pt x="1021" y="715"/>
                      <a:pt x="1021" y="715"/>
                      <a:pt x="965" y="825"/>
                    </a:cubicBezTo>
                    <a:cubicBezTo>
                      <a:pt x="928" y="901"/>
                      <a:pt x="893" y="979"/>
                      <a:pt x="861" y="1058"/>
                    </a:cubicBezTo>
                    <a:cubicBezTo>
                      <a:pt x="742" y="1337"/>
                      <a:pt x="742" y="1337"/>
                      <a:pt x="627" y="1387"/>
                    </a:cubicBezTo>
                    <a:cubicBezTo>
                      <a:pt x="540" y="1396"/>
                      <a:pt x="463" y="1391"/>
                      <a:pt x="376" y="1380"/>
                    </a:cubicBezTo>
                    <a:cubicBezTo>
                      <a:pt x="347" y="1379"/>
                      <a:pt x="318" y="1377"/>
                      <a:pt x="289" y="1375"/>
                    </a:cubicBezTo>
                    <a:cubicBezTo>
                      <a:pt x="218" y="1370"/>
                      <a:pt x="147" y="1362"/>
                      <a:pt x="77" y="1354"/>
                    </a:cubicBezTo>
                    <a:cubicBezTo>
                      <a:pt x="29" y="1107"/>
                      <a:pt x="0" y="865"/>
                      <a:pt x="128" y="638"/>
                    </a:cubicBezTo>
                    <a:cubicBezTo>
                      <a:pt x="455" y="194"/>
                      <a:pt x="781" y="0"/>
                      <a:pt x="1327" y="104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79" name="ICON_A_EEG_WAVE_GRAPHIC_path_190"/>
              <p:cNvSpPr/>
              <p:nvPr/>
            </p:nvSpPr>
            <p:spPr>
              <a:xfrm>
                <a:off x="2046901" y="982924"/>
                <a:ext cx="16849" cy="17724"/>
              </a:xfrm>
              <a:custGeom>
                <a:avLst/>
                <a:gdLst/>
                <a:ahLst/>
                <a:cxnLst/>
                <a:rect l="0" t="0" r="r" b="b"/>
                <a:pathLst>
                  <a:path w="1327" h="1396" fill="norm" stroke="0">
                    <a:moveTo>
                      <a:pt x="1327" y="104"/>
                    </a:moveTo>
                    <a:cubicBezTo>
                      <a:pt x="1021" y="715"/>
                      <a:pt x="1021" y="715"/>
                      <a:pt x="965" y="825"/>
                    </a:cubicBezTo>
                    <a:cubicBezTo>
                      <a:pt x="928" y="901"/>
                      <a:pt x="893" y="979"/>
                      <a:pt x="861" y="1058"/>
                    </a:cubicBezTo>
                    <a:cubicBezTo>
                      <a:pt x="742" y="1337"/>
                      <a:pt x="742" y="1337"/>
                      <a:pt x="627" y="1387"/>
                    </a:cubicBezTo>
                    <a:cubicBezTo>
                      <a:pt x="540" y="1396"/>
                      <a:pt x="463" y="1391"/>
                      <a:pt x="376" y="1380"/>
                    </a:cubicBezTo>
                    <a:cubicBezTo>
                      <a:pt x="347" y="1379"/>
                      <a:pt x="318" y="1377"/>
                      <a:pt x="289" y="1375"/>
                    </a:cubicBezTo>
                    <a:cubicBezTo>
                      <a:pt x="218" y="1370"/>
                      <a:pt x="147" y="1362"/>
                      <a:pt x="77" y="1354"/>
                    </a:cubicBezTo>
                    <a:cubicBezTo>
                      <a:pt x="29" y="1107"/>
                      <a:pt x="0" y="865"/>
                      <a:pt x="128" y="638"/>
                    </a:cubicBezTo>
                    <a:cubicBezTo>
                      <a:pt x="455" y="194"/>
                      <a:pt x="781" y="0"/>
                      <a:pt x="1327" y="104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80" name="ICON_A_EEG_WAVE_GRAPHIC_path_191"/>
              <p:cNvSpPr/>
              <p:nvPr/>
            </p:nvSpPr>
            <p:spPr>
              <a:xfrm>
                <a:off x="1507630" y="975339"/>
                <a:ext cx="17026" cy="17947"/>
              </a:xfrm>
              <a:custGeom>
                <a:avLst/>
                <a:gdLst/>
                <a:ahLst/>
                <a:cxnLst/>
                <a:rect l="0" t="0" r="r" b="b"/>
                <a:pathLst>
                  <a:path w="1341" h="1413" fill="norm" stroke="0">
                    <a:moveTo>
                      <a:pt x="39" y="77"/>
                    </a:moveTo>
                    <a:cubicBezTo>
                      <a:pt x="286" y="29"/>
                      <a:pt x="528" y="0"/>
                      <a:pt x="755" y="128"/>
                    </a:cubicBezTo>
                    <a:cubicBezTo>
                      <a:pt x="983" y="295"/>
                      <a:pt x="1233" y="513"/>
                      <a:pt x="1316" y="793"/>
                    </a:cubicBezTo>
                    <a:cubicBezTo>
                      <a:pt x="1341" y="975"/>
                      <a:pt x="1324" y="1146"/>
                      <a:pt x="1289" y="1327"/>
                    </a:cubicBezTo>
                    <a:cubicBezTo>
                      <a:pt x="1075" y="1381"/>
                      <a:pt x="873" y="1413"/>
                      <a:pt x="664" y="1327"/>
                    </a:cubicBezTo>
                    <a:cubicBezTo>
                      <a:pt x="525" y="1212"/>
                      <a:pt x="420" y="1080"/>
                      <a:pt x="312" y="936"/>
                    </a:cubicBezTo>
                    <a:cubicBezTo>
                      <a:pt x="299" y="918"/>
                      <a:pt x="299" y="918"/>
                      <a:pt x="230" y="826"/>
                    </a:cubicBezTo>
                    <a:cubicBezTo>
                      <a:pt x="55" y="573"/>
                      <a:pt x="0" y="383"/>
                      <a:pt x="39" y="77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81" name="ICON_A_EEG_WAVE_GRAPHIC_path_192"/>
              <p:cNvSpPr/>
              <p:nvPr/>
            </p:nvSpPr>
            <p:spPr>
              <a:xfrm>
                <a:off x="2163630" y="959138"/>
                <a:ext cx="12256" cy="17174"/>
              </a:xfrm>
              <a:custGeom>
                <a:avLst/>
                <a:gdLst/>
                <a:ahLst/>
                <a:cxnLst/>
                <a:rect l="0" t="0" r="r" b="b"/>
                <a:pathLst>
                  <a:path w="965" h="1352" fill="norm" stroke="0">
                    <a:moveTo>
                      <a:pt x="885" y="102"/>
                    </a:moveTo>
                    <a:cubicBezTo>
                      <a:pt x="965" y="843"/>
                      <a:pt x="965" y="843"/>
                      <a:pt x="885" y="1144"/>
                    </a:cubicBezTo>
                    <a:cubicBezTo>
                      <a:pt x="729" y="1322"/>
                      <a:pt x="485" y="1338"/>
                      <a:pt x="260" y="1352"/>
                    </a:cubicBezTo>
                    <a:cubicBezTo>
                      <a:pt x="0" y="541"/>
                      <a:pt x="0" y="541"/>
                      <a:pt x="104" y="259"/>
                    </a:cubicBezTo>
                    <a:cubicBezTo>
                      <a:pt x="274" y="0"/>
                      <a:pt x="615" y="72"/>
                      <a:pt x="885" y="102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82" name="ICON_A_EEG_WAVE_GRAPHIC_path_193"/>
              <p:cNvSpPr/>
              <p:nvPr/>
            </p:nvSpPr>
            <p:spPr>
              <a:xfrm>
                <a:off x="1784816" y="960438"/>
                <a:ext cx="11991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944" h="1250" fill="norm" stroke="0">
                    <a:moveTo>
                      <a:pt x="88" y="0"/>
                    </a:moveTo>
                    <a:cubicBezTo>
                      <a:pt x="295" y="0"/>
                      <a:pt x="501" y="0"/>
                      <a:pt x="713" y="0"/>
                    </a:cubicBezTo>
                    <a:cubicBezTo>
                      <a:pt x="944" y="731"/>
                      <a:pt x="944" y="731"/>
                      <a:pt x="889" y="981"/>
                    </a:cubicBezTo>
                    <a:cubicBezTo>
                      <a:pt x="838" y="1080"/>
                      <a:pt x="786" y="1165"/>
                      <a:pt x="713" y="1250"/>
                    </a:cubicBezTo>
                    <a:cubicBezTo>
                      <a:pt x="244" y="1219"/>
                      <a:pt x="244" y="1219"/>
                      <a:pt x="88" y="1042"/>
                    </a:cubicBezTo>
                    <a:cubicBezTo>
                      <a:pt x="0" y="707"/>
                      <a:pt x="55" y="340"/>
                      <a:pt x="8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83" name="ICON_A_EEG_WAVE_GRAPHIC_path_194"/>
              <p:cNvSpPr/>
              <p:nvPr/>
            </p:nvSpPr>
            <p:spPr>
              <a:xfrm>
                <a:off x="2483464" y="951174"/>
                <a:ext cx="16849" cy="17724"/>
              </a:xfrm>
              <a:custGeom>
                <a:avLst/>
                <a:gdLst/>
                <a:ahLst/>
                <a:cxnLst/>
                <a:rect l="0" t="0" r="r" b="b"/>
                <a:pathLst>
                  <a:path w="1327" h="1396" fill="norm" stroke="0">
                    <a:moveTo>
                      <a:pt x="1327" y="104"/>
                    </a:moveTo>
                    <a:cubicBezTo>
                      <a:pt x="1021" y="715"/>
                      <a:pt x="1021" y="715"/>
                      <a:pt x="965" y="825"/>
                    </a:cubicBezTo>
                    <a:cubicBezTo>
                      <a:pt x="928" y="901"/>
                      <a:pt x="893" y="979"/>
                      <a:pt x="861" y="1058"/>
                    </a:cubicBezTo>
                    <a:cubicBezTo>
                      <a:pt x="742" y="1337"/>
                      <a:pt x="742" y="1337"/>
                      <a:pt x="627" y="1387"/>
                    </a:cubicBezTo>
                    <a:cubicBezTo>
                      <a:pt x="540" y="1396"/>
                      <a:pt x="463" y="1391"/>
                      <a:pt x="376" y="1380"/>
                    </a:cubicBezTo>
                    <a:cubicBezTo>
                      <a:pt x="347" y="1379"/>
                      <a:pt x="318" y="1377"/>
                      <a:pt x="289" y="1375"/>
                    </a:cubicBezTo>
                    <a:cubicBezTo>
                      <a:pt x="218" y="1370"/>
                      <a:pt x="147" y="1362"/>
                      <a:pt x="77" y="1354"/>
                    </a:cubicBezTo>
                    <a:cubicBezTo>
                      <a:pt x="29" y="1107"/>
                      <a:pt x="0" y="865"/>
                      <a:pt x="128" y="638"/>
                    </a:cubicBezTo>
                    <a:cubicBezTo>
                      <a:pt x="455" y="194"/>
                      <a:pt x="781" y="0"/>
                      <a:pt x="1327" y="104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84" name="ICON_A_EEG_WAVE_GRAPHIC_path_195"/>
              <p:cNvSpPr/>
              <p:nvPr/>
            </p:nvSpPr>
            <p:spPr>
              <a:xfrm>
                <a:off x="2529255" y="944562"/>
                <a:ext cx="10745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46" h="1250" fill="norm" stroke="0">
                    <a:moveTo>
                      <a:pt x="221" y="0"/>
                    </a:moveTo>
                    <a:cubicBezTo>
                      <a:pt x="427" y="0"/>
                      <a:pt x="634" y="0"/>
                      <a:pt x="846" y="0"/>
                    </a:cubicBezTo>
                    <a:cubicBezTo>
                      <a:pt x="846" y="412"/>
                      <a:pt x="846" y="825"/>
                      <a:pt x="846" y="1250"/>
                    </a:cubicBezTo>
                    <a:cubicBezTo>
                      <a:pt x="640" y="1250"/>
                      <a:pt x="434" y="1250"/>
                      <a:pt x="221" y="1250"/>
                    </a:cubicBezTo>
                    <a:cubicBezTo>
                      <a:pt x="110" y="1138"/>
                      <a:pt x="93" y="1119"/>
                      <a:pt x="65" y="977"/>
                    </a:cubicBezTo>
                    <a:cubicBezTo>
                      <a:pt x="61" y="963"/>
                      <a:pt x="61" y="963"/>
                      <a:pt x="43" y="892"/>
                    </a:cubicBezTo>
                    <a:cubicBezTo>
                      <a:pt x="0" y="680"/>
                      <a:pt x="11" y="483"/>
                      <a:pt x="65" y="273"/>
                    </a:cubicBezTo>
                    <a:cubicBezTo>
                      <a:pt x="68" y="260"/>
                      <a:pt x="68" y="260"/>
                      <a:pt x="81" y="191"/>
                    </a:cubicBezTo>
                    <a:cubicBezTo>
                      <a:pt x="107" y="115"/>
                      <a:pt x="107" y="115"/>
                      <a:pt x="221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85" name="ICON_A_EEG_WAVE_GRAPHIC_path_196"/>
              <p:cNvSpPr/>
              <p:nvPr/>
            </p:nvSpPr>
            <p:spPr>
              <a:xfrm>
                <a:off x="2261881" y="936255"/>
                <a:ext cx="11552" cy="16677"/>
              </a:xfrm>
              <a:custGeom>
                <a:avLst/>
                <a:gdLst/>
                <a:ahLst/>
                <a:cxnLst/>
                <a:rect l="0" t="0" r="r" b="b"/>
                <a:pathLst>
                  <a:path w="910" h="1313" fill="norm" stroke="0">
                    <a:moveTo>
                      <a:pt x="649" y="29"/>
                    </a:moveTo>
                    <a:cubicBezTo>
                      <a:pt x="910" y="841"/>
                      <a:pt x="910" y="841"/>
                      <a:pt x="805" y="1123"/>
                    </a:cubicBezTo>
                    <a:cubicBezTo>
                      <a:pt x="744" y="1216"/>
                      <a:pt x="744" y="1216"/>
                      <a:pt x="649" y="1279"/>
                    </a:cubicBezTo>
                    <a:cubicBezTo>
                      <a:pt x="435" y="1313"/>
                      <a:pt x="239" y="1304"/>
                      <a:pt x="24" y="1279"/>
                    </a:cubicBezTo>
                    <a:cubicBezTo>
                      <a:pt x="18" y="1110"/>
                      <a:pt x="14" y="941"/>
                      <a:pt x="11" y="771"/>
                    </a:cubicBezTo>
                    <a:cubicBezTo>
                      <a:pt x="9" y="723"/>
                      <a:pt x="8" y="675"/>
                      <a:pt x="6" y="626"/>
                    </a:cubicBezTo>
                    <a:cubicBezTo>
                      <a:pt x="0" y="228"/>
                      <a:pt x="0" y="228"/>
                      <a:pt x="103" y="100"/>
                    </a:cubicBezTo>
                    <a:cubicBezTo>
                      <a:pt x="286" y="0"/>
                      <a:pt x="445" y="11"/>
                      <a:pt x="649" y="29"/>
                    </a:cubicBezTo>
                    <a:close/>
                  </a:path>
                </a:pathLst>
              </a:custGeom>
              <a:solidFill>
                <a:srgbClr val="B085CD"/>
              </a:solidFill>
              <a:ln w="2646" cap="flat">
                <a:noFill/>
              </a:ln>
            </p:spPr>
          </p:sp>
          <p:sp>
            <p:nvSpPr>
              <p:cNvPr id="3386" name="ICON_A_EEG_WAVE_GRAPHIC_path_197"/>
              <p:cNvSpPr/>
              <p:nvPr/>
            </p:nvSpPr>
            <p:spPr>
              <a:xfrm>
                <a:off x="1801811" y="928164"/>
                <a:ext cx="16851" cy="17055"/>
              </a:xfrm>
              <a:custGeom>
                <a:avLst/>
                <a:gdLst/>
                <a:ahLst/>
                <a:cxnLst/>
                <a:rect l="0" t="0" r="r" b="b"/>
                <a:pathLst>
                  <a:path w="1327" h="1343" fill="norm" stroke="0">
                    <a:moveTo>
                      <a:pt x="700" y="9"/>
                    </a:moveTo>
                    <a:cubicBezTo>
                      <a:pt x="787" y="0"/>
                      <a:pt x="864" y="4"/>
                      <a:pt x="951" y="15"/>
                    </a:cubicBezTo>
                    <a:cubicBezTo>
                      <a:pt x="979" y="17"/>
                      <a:pt x="1008" y="19"/>
                      <a:pt x="1038" y="21"/>
                    </a:cubicBezTo>
                    <a:cubicBezTo>
                      <a:pt x="1109" y="26"/>
                      <a:pt x="1180" y="33"/>
                      <a:pt x="1250" y="41"/>
                    </a:cubicBezTo>
                    <a:cubicBezTo>
                      <a:pt x="1297" y="288"/>
                      <a:pt x="1327" y="530"/>
                      <a:pt x="1199" y="757"/>
                    </a:cubicBezTo>
                    <a:cubicBezTo>
                      <a:pt x="1031" y="985"/>
                      <a:pt x="813" y="1236"/>
                      <a:pt x="534" y="1318"/>
                    </a:cubicBezTo>
                    <a:cubicBezTo>
                      <a:pt x="351" y="1343"/>
                      <a:pt x="181" y="1326"/>
                      <a:pt x="0" y="1291"/>
                    </a:cubicBezTo>
                    <a:cubicBezTo>
                      <a:pt x="305" y="681"/>
                      <a:pt x="305" y="681"/>
                      <a:pt x="362" y="570"/>
                    </a:cubicBezTo>
                    <a:cubicBezTo>
                      <a:pt x="399" y="494"/>
                      <a:pt x="434" y="417"/>
                      <a:pt x="466" y="338"/>
                    </a:cubicBezTo>
                    <a:cubicBezTo>
                      <a:pt x="584" y="59"/>
                      <a:pt x="584" y="59"/>
                      <a:pt x="700" y="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87" name="ICON_A_EEG_WAVE_GRAPHIC_path_198"/>
              <p:cNvSpPr/>
              <p:nvPr/>
            </p:nvSpPr>
            <p:spPr>
              <a:xfrm>
                <a:off x="2412999" y="920227"/>
                <a:ext cx="16851" cy="17055"/>
              </a:xfrm>
              <a:custGeom>
                <a:avLst/>
                <a:gdLst/>
                <a:ahLst/>
                <a:cxnLst/>
                <a:rect l="0" t="0" r="r" b="b"/>
                <a:pathLst>
                  <a:path w="1327" h="1343" fill="norm" stroke="0">
                    <a:moveTo>
                      <a:pt x="700" y="9"/>
                    </a:moveTo>
                    <a:cubicBezTo>
                      <a:pt x="787" y="0"/>
                      <a:pt x="864" y="4"/>
                      <a:pt x="951" y="15"/>
                    </a:cubicBezTo>
                    <a:cubicBezTo>
                      <a:pt x="979" y="17"/>
                      <a:pt x="1008" y="19"/>
                      <a:pt x="1038" y="21"/>
                    </a:cubicBezTo>
                    <a:cubicBezTo>
                      <a:pt x="1109" y="26"/>
                      <a:pt x="1180" y="33"/>
                      <a:pt x="1250" y="41"/>
                    </a:cubicBezTo>
                    <a:cubicBezTo>
                      <a:pt x="1297" y="288"/>
                      <a:pt x="1327" y="530"/>
                      <a:pt x="1199" y="757"/>
                    </a:cubicBezTo>
                    <a:cubicBezTo>
                      <a:pt x="1031" y="985"/>
                      <a:pt x="813" y="1236"/>
                      <a:pt x="534" y="1318"/>
                    </a:cubicBezTo>
                    <a:cubicBezTo>
                      <a:pt x="351" y="1343"/>
                      <a:pt x="181" y="1326"/>
                      <a:pt x="0" y="1291"/>
                    </a:cubicBezTo>
                    <a:cubicBezTo>
                      <a:pt x="305" y="681"/>
                      <a:pt x="305" y="681"/>
                      <a:pt x="362" y="570"/>
                    </a:cubicBezTo>
                    <a:cubicBezTo>
                      <a:pt x="399" y="494"/>
                      <a:pt x="434" y="417"/>
                      <a:pt x="466" y="338"/>
                    </a:cubicBezTo>
                    <a:cubicBezTo>
                      <a:pt x="584" y="59"/>
                      <a:pt x="584" y="59"/>
                      <a:pt x="700" y="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88" name="ICON_A_EEG_WAVE_GRAPHIC_path_199"/>
              <p:cNvSpPr/>
              <p:nvPr/>
            </p:nvSpPr>
            <p:spPr>
              <a:xfrm>
                <a:off x="2719773" y="911649"/>
                <a:ext cx="13658" cy="17039"/>
              </a:xfrm>
              <a:custGeom>
                <a:avLst/>
                <a:gdLst/>
                <a:ahLst/>
                <a:cxnLst/>
                <a:rect l="0" t="0" r="r" b="b"/>
                <a:pathLst>
                  <a:path w="1075" h="1342" fill="norm" stroke="0">
                    <a:moveTo>
                      <a:pt x="698" y="38"/>
                    </a:moveTo>
                    <a:cubicBezTo>
                      <a:pt x="845" y="92"/>
                      <a:pt x="845" y="92"/>
                      <a:pt x="939" y="210"/>
                    </a:cubicBezTo>
                    <a:cubicBezTo>
                      <a:pt x="1075" y="505"/>
                      <a:pt x="1069" y="766"/>
                      <a:pt x="962" y="1068"/>
                    </a:cubicBezTo>
                    <a:cubicBezTo>
                      <a:pt x="925" y="1161"/>
                      <a:pt x="886" y="1251"/>
                      <a:pt x="845" y="1342"/>
                    </a:cubicBezTo>
                    <a:cubicBezTo>
                      <a:pt x="312" y="1244"/>
                      <a:pt x="312" y="1244"/>
                      <a:pt x="166" y="1069"/>
                    </a:cubicBezTo>
                    <a:cubicBezTo>
                      <a:pt x="43" y="850"/>
                      <a:pt x="0" y="623"/>
                      <a:pt x="24" y="375"/>
                    </a:cubicBezTo>
                    <a:cubicBezTo>
                      <a:pt x="132" y="61"/>
                      <a:pt x="393" y="0"/>
                      <a:pt x="698" y="38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89" name="ICON_A_EEG_WAVE_GRAPHIC_path_200"/>
              <p:cNvSpPr/>
              <p:nvPr/>
            </p:nvSpPr>
            <p:spPr>
              <a:xfrm>
                <a:off x="2404883" y="1293281"/>
                <a:ext cx="16232" cy="17079"/>
              </a:xfrm>
              <a:custGeom>
                <a:avLst/>
                <a:gdLst/>
                <a:ahLst/>
                <a:cxnLst/>
                <a:rect l="0" t="0" r="r" b="b"/>
                <a:pathLst>
                  <a:path w="1278" h="1345" fill="norm" stroke="0">
                    <a:moveTo>
                      <a:pt x="530" y="15"/>
                    </a:moveTo>
                    <a:cubicBezTo>
                      <a:pt x="727" y="63"/>
                      <a:pt x="851" y="174"/>
                      <a:pt x="991" y="315"/>
                    </a:cubicBezTo>
                    <a:cubicBezTo>
                      <a:pt x="1018" y="343"/>
                      <a:pt x="1046" y="371"/>
                      <a:pt x="1075" y="399"/>
                    </a:cubicBezTo>
                    <a:cubicBezTo>
                      <a:pt x="1175" y="512"/>
                      <a:pt x="1255" y="606"/>
                      <a:pt x="1278" y="758"/>
                    </a:cubicBezTo>
                    <a:cubicBezTo>
                      <a:pt x="1272" y="852"/>
                      <a:pt x="1255" y="929"/>
                      <a:pt x="1225" y="1018"/>
                    </a:cubicBezTo>
                    <a:cubicBezTo>
                      <a:pt x="1221" y="1032"/>
                      <a:pt x="1221" y="1032"/>
                      <a:pt x="1198" y="1101"/>
                    </a:cubicBezTo>
                    <a:cubicBezTo>
                      <a:pt x="1160" y="1186"/>
                      <a:pt x="1129" y="1234"/>
                      <a:pt x="1056" y="1292"/>
                    </a:cubicBezTo>
                    <a:cubicBezTo>
                      <a:pt x="872" y="1345"/>
                      <a:pt x="713" y="1330"/>
                      <a:pt x="543" y="1242"/>
                    </a:cubicBezTo>
                    <a:cubicBezTo>
                      <a:pt x="450" y="1174"/>
                      <a:pt x="369" y="1101"/>
                      <a:pt x="287" y="1018"/>
                    </a:cubicBezTo>
                    <a:cubicBezTo>
                      <a:pt x="260" y="991"/>
                      <a:pt x="232" y="963"/>
                      <a:pt x="204" y="934"/>
                    </a:cubicBezTo>
                    <a:cubicBezTo>
                      <a:pt x="103" y="821"/>
                      <a:pt x="24" y="728"/>
                      <a:pt x="0" y="576"/>
                    </a:cubicBezTo>
                    <a:cubicBezTo>
                      <a:pt x="6" y="482"/>
                      <a:pt x="24" y="405"/>
                      <a:pt x="53" y="315"/>
                    </a:cubicBezTo>
                    <a:cubicBezTo>
                      <a:pt x="62" y="288"/>
                      <a:pt x="71" y="261"/>
                      <a:pt x="80" y="233"/>
                    </a:cubicBezTo>
                    <a:cubicBezTo>
                      <a:pt x="175" y="22"/>
                      <a:pt x="310" y="0"/>
                      <a:pt x="530" y="15"/>
                    </a:cubicBezTo>
                    <a:close/>
                  </a:path>
                </a:pathLst>
              </a:custGeom>
              <a:solidFill>
                <a:srgbClr val="B297D7"/>
              </a:solidFill>
              <a:ln w="2646" cap="flat">
                <a:noFill/>
              </a:ln>
            </p:spPr>
          </p:sp>
          <p:sp>
            <p:nvSpPr>
              <p:cNvPr id="3390" name="ICON_A_EEG_WAVE_GRAPHIC_path_201"/>
              <p:cNvSpPr/>
              <p:nvPr/>
            </p:nvSpPr>
            <p:spPr>
              <a:xfrm>
                <a:off x="1904476" y="1268902"/>
                <a:ext cx="16894" cy="16973"/>
              </a:xfrm>
              <a:custGeom>
                <a:avLst/>
                <a:gdLst/>
                <a:ahLst/>
                <a:cxnLst/>
                <a:rect l="0" t="0" r="r" b="b"/>
                <a:pathLst>
                  <a:path w="1330" h="1336" fill="norm" stroke="0">
                    <a:moveTo>
                      <a:pt x="41" y="86"/>
                    </a:moveTo>
                    <a:cubicBezTo>
                      <a:pt x="255" y="32"/>
                      <a:pt x="457" y="0"/>
                      <a:pt x="666" y="86"/>
                    </a:cubicBezTo>
                    <a:cubicBezTo>
                      <a:pt x="805" y="201"/>
                      <a:pt x="911" y="333"/>
                      <a:pt x="1018" y="477"/>
                    </a:cubicBezTo>
                    <a:cubicBezTo>
                      <a:pt x="1031" y="495"/>
                      <a:pt x="1031" y="495"/>
                      <a:pt x="1101" y="587"/>
                    </a:cubicBezTo>
                    <a:cubicBezTo>
                      <a:pt x="1275" y="840"/>
                      <a:pt x="1330" y="1031"/>
                      <a:pt x="1291" y="1336"/>
                    </a:cubicBezTo>
                    <a:cubicBezTo>
                      <a:pt x="681" y="1031"/>
                      <a:pt x="681" y="1031"/>
                      <a:pt x="570" y="975"/>
                    </a:cubicBezTo>
                    <a:cubicBezTo>
                      <a:pt x="494" y="938"/>
                      <a:pt x="417" y="903"/>
                      <a:pt x="338" y="871"/>
                    </a:cubicBezTo>
                    <a:cubicBezTo>
                      <a:pt x="59" y="752"/>
                      <a:pt x="59" y="752"/>
                      <a:pt x="9" y="636"/>
                    </a:cubicBezTo>
                    <a:cubicBezTo>
                      <a:pt x="0" y="549"/>
                      <a:pt x="4" y="473"/>
                      <a:pt x="15" y="386"/>
                    </a:cubicBezTo>
                    <a:cubicBezTo>
                      <a:pt x="17" y="357"/>
                      <a:pt x="19" y="328"/>
                      <a:pt x="21" y="299"/>
                    </a:cubicBezTo>
                    <a:cubicBezTo>
                      <a:pt x="26" y="228"/>
                      <a:pt x="33" y="157"/>
                      <a:pt x="41" y="86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91" name="ICON_A_EEG_WAVE_GRAPHIC_path_202"/>
              <p:cNvSpPr/>
              <p:nvPr/>
            </p:nvSpPr>
            <p:spPr>
              <a:xfrm>
                <a:off x="1484312" y="968375"/>
                <a:ext cx="793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250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25" y="412"/>
                      <a:pt x="625" y="825"/>
                      <a:pt x="625" y="1250"/>
                    </a:cubicBezTo>
                    <a:cubicBezTo>
                      <a:pt x="419" y="1250"/>
                      <a:pt x="213" y="1250"/>
                      <a:pt x="0" y="1250"/>
                    </a:cubicBezTo>
                    <a:cubicBezTo>
                      <a:pt x="0" y="838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92" name="ICON_A_EEG_WAVE_GRAPHIC_path_203"/>
              <p:cNvSpPr/>
              <p:nvPr/>
            </p:nvSpPr>
            <p:spPr>
              <a:xfrm>
                <a:off x="2016125" y="952500"/>
                <a:ext cx="793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250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25" y="412"/>
                      <a:pt x="625" y="825"/>
                      <a:pt x="625" y="1250"/>
                    </a:cubicBezTo>
                    <a:cubicBezTo>
                      <a:pt x="419" y="1250"/>
                      <a:pt x="213" y="1250"/>
                      <a:pt x="0" y="1250"/>
                    </a:cubicBezTo>
                    <a:cubicBezTo>
                      <a:pt x="0" y="838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7181E8"/>
              </a:solidFill>
              <a:ln w="2646" cap="flat">
                <a:noFill/>
              </a:ln>
            </p:spPr>
          </p:sp>
          <p:sp>
            <p:nvSpPr>
              <p:cNvPr id="3393" name="ICON_A_EEG_WAVE_GRAPHIC_path_204"/>
              <p:cNvSpPr/>
              <p:nvPr/>
            </p:nvSpPr>
            <p:spPr>
              <a:xfrm>
                <a:off x="1793311" y="944562"/>
                <a:ext cx="16439" cy="16484"/>
              </a:xfrm>
              <a:custGeom>
                <a:avLst/>
                <a:gdLst/>
                <a:ahLst/>
                <a:cxnLst/>
                <a:rect l="0" t="0" r="r" b="b"/>
                <a:pathLst>
                  <a:path w="1294" h="1298" fill="norm" stroke="0">
                    <a:moveTo>
                      <a:pt x="44" y="0"/>
                    </a:moveTo>
                    <a:cubicBezTo>
                      <a:pt x="251" y="0"/>
                      <a:pt x="457" y="0"/>
                      <a:pt x="669" y="0"/>
                    </a:cubicBezTo>
                    <a:cubicBezTo>
                      <a:pt x="669" y="206"/>
                      <a:pt x="669" y="412"/>
                      <a:pt x="669" y="625"/>
                    </a:cubicBezTo>
                    <a:cubicBezTo>
                      <a:pt x="876" y="625"/>
                      <a:pt x="1082" y="625"/>
                      <a:pt x="1294" y="625"/>
                    </a:cubicBezTo>
                    <a:cubicBezTo>
                      <a:pt x="1271" y="730"/>
                      <a:pt x="1244" y="834"/>
                      <a:pt x="1216" y="938"/>
                    </a:cubicBezTo>
                    <a:cubicBezTo>
                      <a:pt x="1210" y="967"/>
                      <a:pt x="1203" y="997"/>
                      <a:pt x="1197" y="1028"/>
                    </a:cubicBezTo>
                    <a:cubicBezTo>
                      <a:pt x="1171" y="1120"/>
                      <a:pt x="1149" y="1178"/>
                      <a:pt x="1086" y="1250"/>
                    </a:cubicBezTo>
                    <a:cubicBezTo>
                      <a:pt x="939" y="1298"/>
                      <a:pt x="818" y="1288"/>
                      <a:pt x="669" y="1250"/>
                    </a:cubicBezTo>
                    <a:cubicBezTo>
                      <a:pt x="535" y="1178"/>
                      <a:pt x="436" y="1086"/>
                      <a:pt x="331" y="977"/>
                    </a:cubicBezTo>
                    <a:cubicBezTo>
                      <a:pt x="303" y="949"/>
                      <a:pt x="276" y="921"/>
                      <a:pt x="248" y="892"/>
                    </a:cubicBezTo>
                    <a:cubicBezTo>
                      <a:pt x="95" y="725"/>
                      <a:pt x="13" y="593"/>
                      <a:pt x="0" y="365"/>
                    </a:cubicBezTo>
                    <a:cubicBezTo>
                      <a:pt x="7" y="243"/>
                      <a:pt x="27" y="121"/>
                      <a:pt x="44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94" name="ICON_A_EEG_WAVE_GRAPHIC_path_205"/>
              <p:cNvSpPr/>
              <p:nvPr/>
            </p:nvSpPr>
            <p:spPr>
              <a:xfrm>
                <a:off x="2640256" y="928688"/>
                <a:ext cx="11991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944" h="1250" fill="norm" stroke="0">
                    <a:moveTo>
                      <a:pt x="231" y="0"/>
                    </a:moveTo>
                    <a:cubicBezTo>
                      <a:pt x="700" y="31"/>
                      <a:pt x="700" y="31"/>
                      <a:pt x="856" y="208"/>
                    </a:cubicBezTo>
                    <a:cubicBezTo>
                      <a:pt x="944" y="543"/>
                      <a:pt x="890" y="910"/>
                      <a:pt x="856" y="1250"/>
                    </a:cubicBezTo>
                    <a:cubicBezTo>
                      <a:pt x="650" y="1250"/>
                      <a:pt x="443" y="1250"/>
                      <a:pt x="231" y="1250"/>
                    </a:cubicBezTo>
                    <a:cubicBezTo>
                      <a:pt x="0" y="519"/>
                      <a:pt x="0" y="519"/>
                      <a:pt x="55" y="269"/>
                    </a:cubicBezTo>
                    <a:cubicBezTo>
                      <a:pt x="107" y="170"/>
                      <a:pt x="158" y="85"/>
                      <a:pt x="231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95" name="ICON_A_EEG_WAVE_GRAPHIC_path_206"/>
              <p:cNvSpPr/>
              <p:nvPr/>
            </p:nvSpPr>
            <p:spPr>
              <a:xfrm>
                <a:off x="1902211" y="928688"/>
                <a:ext cx="10726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45" h="1250" fill="norm" stroke="0">
                    <a:moveTo>
                      <a:pt x="220" y="0"/>
                    </a:moveTo>
                    <a:cubicBezTo>
                      <a:pt x="426" y="0"/>
                      <a:pt x="632" y="0"/>
                      <a:pt x="845" y="0"/>
                    </a:cubicBezTo>
                    <a:cubicBezTo>
                      <a:pt x="845" y="412"/>
                      <a:pt x="845" y="825"/>
                      <a:pt x="845" y="1250"/>
                    </a:cubicBezTo>
                    <a:cubicBezTo>
                      <a:pt x="293" y="1130"/>
                      <a:pt x="293" y="1130"/>
                      <a:pt x="166" y="977"/>
                    </a:cubicBezTo>
                    <a:cubicBezTo>
                      <a:pt x="42" y="759"/>
                      <a:pt x="0" y="531"/>
                      <a:pt x="24" y="283"/>
                    </a:cubicBezTo>
                    <a:cubicBezTo>
                      <a:pt x="63" y="169"/>
                      <a:pt x="63" y="169"/>
                      <a:pt x="220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396" name="ICON_A_EEG_WAVE_GRAPHIC_path_207"/>
              <p:cNvSpPr/>
              <p:nvPr/>
            </p:nvSpPr>
            <p:spPr>
              <a:xfrm>
                <a:off x="1666875" y="927944"/>
                <a:ext cx="16849" cy="17291"/>
              </a:xfrm>
              <a:custGeom>
                <a:avLst/>
                <a:gdLst/>
                <a:ahLst/>
                <a:cxnLst/>
                <a:rect l="0" t="0" r="r" b="b"/>
                <a:pathLst>
                  <a:path w="1327" h="1361" fill="norm" stroke="0">
                    <a:moveTo>
                      <a:pt x="833" y="59"/>
                    </a:moveTo>
                    <a:cubicBezTo>
                      <a:pt x="980" y="0"/>
                      <a:pt x="1099" y="19"/>
                      <a:pt x="1250" y="59"/>
                    </a:cubicBezTo>
                    <a:cubicBezTo>
                      <a:pt x="1297" y="306"/>
                      <a:pt x="1327" y="547"/>
                      <a:pt x="1199" y="775"/>
                    </a:cubicBezTo>
                    <a:cubicBezTo>
                      <a:pt x="1031" y="1002"/>
                      <a:pt x="813" y="1253"/>
                      <a:pt x="534" y="1335"/>
                    </a:cubicBezTo>
                    <a:cubicBezTo>
                      <a:pt x="343" y="1361"/>
                      <a:pt x="197" y="1337"/>
                      <a:pt x="0" y="1309"/>
                    </a:cubicBezTo>
                    <a:cubicBezTo>
                      <a:pt x="0" y="1102"/>
                      <a:pt x="0" y="896"/>
                      <a:pt x="0" y="684"/>
                    </a:cubicBezTo>
                    <a:cubicBezTo>
                      <a:pt x="99" y="696"/>
                      <a:pt x="198" y="709"/>
                      <a:pt x="300" y="723"/>
                    </a:cubicBezTo>
                    <a:cubicBezTo>
                      <a:pt x="417" y="730"/>
                      <a:pt x="516" y="730"/>
                      <a:pt x="625" y="684"/>
                    </a:cubicBezTo>
                    <a:cubicBezTo>
                      <a:pt x="710" y="564"/>
                      <a:pt x="731" y="424"/>
                      <a:pt x="761" y="282"/>
                    </a:cubicBezTo>
                    <a:cubicBezTo>
                      <a:pt x="781" y="198"/>
                      <a:pt x="781" y="198"/>
                      <a:pt x="833" y="5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97" name="ICON_A_EEG_WAVE_GRAPHIC_path_208"/>
              <p:cNvSpPr/>
              <p:nvPr/>
            </p:nvSpPr>
            <p:spPr>
              <a:xfrm>
                <a:off x="2563812" y="920750"/>
                <a:ext cx="15875" cy="10869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856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250" y="346"/>
                      <a:pt x="1250" y="483"/>
                      <a:pt x="1250" y="625"/>
                    </a:cubicBezTo>
                    <a:cubicBezTo>
                      <a:pt x="519" y="856"/>
                      <a:pt x="519" y="856"/>
                      <a:pt x="269" y="801"/>
                    </a:cubicBezTo>
                    <a:cubicBezTo>
                      <a:pt x="156" y="742"/>
                      <a:pt x="156" y="742"/>
                      <a:pt x="0" y="625"/>
                    </a:cubicBezTo>
                    <a:cubicBezTo>
                      <a:pt x="69" y="419"/>
                      <a:pt x="138" y="213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98" name="ICON_A_EEG_WAVE_GRAPHIC_path_209"/>
              <p:cNvSpPr/>
              <p:nvPr/>
            </p:nvSpPr>
            <p:spPr>
              <a:xfrm>
                <a:off x="1714500" y="912812"/>
                <a:ext cx="15875" cy="10869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856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250" y="346"/>
                      <a:pt x="1250" y="483"/>
                      <a:pt x="1250" y="625"/>
                    </a:cubicBezTo>
                    <a:cubicBezTo>
                      <a:pt x="519" y="856"/>
                      <a:pt x="519" y="856"/>
                      <a:pt x="269" y="801"/>
                    </a:cubicBezTo>
                    <a:cubicBezTo>
                      <a:pt x="156" y="742"/>
                      <a:pt x="156" y="742"/>
                      <a:pt x="0" y="625"/>
                    </a:cubicBezTo>
                    <a:cubicBezTo>
                      <a:pt x="69" y="419"/>
                      <a:pt x="138" y="213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399" name="ICON_A_EEG_WAVE_GRAPHIC_path_210"/>
              <p:cNvSpPr/>
              <p:nvPr/>
            </p:nvSpPr>
            <p:spPr>
              <a:xfrm>
                <a:off x="2148131" y="904875"/>
                <a:ext cx="1086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56" h="1250" fill="norm" stroke="0">
                    <a:moveTo>
                      <a:pt x="231" y="0"/>
                    </a:moveTo>
                    <a:cubicBezTo>
                      <a:pt x="437" y="69"/>
                      <a:pt x="643" y="138"/>
                      <a:pt x="856" y="208"/>
                    </a:cubicBezTo>
                    <a:cubicBezTo>
                      <a:pt x="787" y="552"/>
                      <a:pt x="718" y="896"/>
                      <a:pt x="647" y="1250"/>
                    </a:cubicBezTo>
                    <a:cubicBezTo>
                      <a:pt x="510" y="1250"/>
                      <a:pt x="373" y="1250"/>
                      <a:pt x="231" y="1250"/>
                    </a:cubicBezTo>
                    <a:cubicBezTo>
                      <a:pt x="0" y="519"/>
                      <a:pt x="0" y="519"/>
                      <a:pt x="55" y="269"/>
                    </a:cubicBezTo>
                    <a:cubicBezTo>
                      <a:pt x="114" y="156"/>
                      <a:pt x="114" y="156"/>
                      <a:pt x="231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00" name="ICON_A_EEG_WAVE_GRAPHIC_path_211"/>
              <p:cNvSpPr/>
              <p:nvPr/>
            </p:nvSpPr>
            <p:spPr>
              <a:xfrm>
                <a:off x="2173753" y="1349375"/>
                <a:ext cx="905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13" h="1250" fill="norm" stroke="0">
                    <a:moveTo>
                      <a:pt x="88" y="0"/>
                    </a:moveTo>
                    <a:cubicBezTo>
                      <a:pt x="295" y="0"/>
                      <a:pt x="501" y="0"/>
                      <a:pt x="713" y="0"/>
                    </a:cubicBezTo>
                    <a:cubicBezTo>
                      <a:pt x="713" y="412"/>
                      <a:pt x="713" y="825"/>
                      <a:pt x="713" y="1250"/>
                    </a:cubicBezTo>
                    <a:cubicBezTo>
                      <a:pt x="217" y="1188"/>
                      <a:pt x="217" y="1188"/>
                      <a:pt x="88" y="1042"/>
                    </a:cubicBezTo>
                    <a:cubicBezTo>
                      <a:pt x="0" y="707"/>
                      <a:pt x="55" y="340"/>
                      <a:pt x="8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01" name="ICON_A_EEG_WAVE_GRAPHIC_path_212"/>
              <p:cNvSpPr/>
              <p:nvPr/>
            </p:nvSpPr>
            <p:spPr>
              <a:xfrm>
                <a:off x="2459503" y="1325562"/>
                <a:ext cx="905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13" h="1250" fill="norm" stroke="0">
                    <a:moveTo>
                      <a:pt x="88" y="0"/>
                    </a:moveTo>
                    <a:cubicBezTo>
                      <a:pt x="295" y="0"/>
                      <a:pt x="501" y="0"/>
                      <a:pt x="713" y="0"/>
                    </a:cubicBezTo>
                    <a:cubicBezTo>
                      <a:pt x="713" y="412"/>
                      <a:pt x="713" y="825"/>
                      <a:pt x="713" y="1250"/>
                    </a:cubicBezTo>
                    <a:cubicBezTo>
                      <a:pt x="217" y="1188"/>
                      <a:pt x="217" y="1188"/>
                      <a:pt x="88" y="1042"/>
                    </a:cubicBezTo>
                    <a:cubicBezTo>
                      <a:pt x="0" y="707"/>
                      <a:pt x="55" y="340"/>
                      <a:pt x="8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02" name="ICON_A_EEG_WAVE_GRAPHIC_path_213"/>
              <p:cNvSpPr/>
              <p:nvPr/>
            </p:nvSpPr>
            <p:spPr>
              <a:xfrm>
                <a:off x="2753191" y="1317625"/>
                <a:ext cx="905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13" h="1250" fill="norm" stroke="0">
                    <a:moveTo>
                      <a:pt x="88" y="0"/>
                    </a:moveTo>
                    <a:cubicBezTo>
                      <a:pt x="295" y="0"/>
                      <a:pt x="501" y="0"/>
                      <a:pt x="713" y="0"/>
                    </a:cubicBezTo>
                    <a:cubicBezTo>
                      <a:pt x="713" y="412"/>
                      <a:pt x="713" y="825"/>
                      <a:pt x="713" y="1250"/>
                    </a:cubicBezTo>
                    <a:cubicBezTo>
                      <a:pt x="217" y="1188"/>
                      <a:pt x="217" y="1188"/>
                      <a:pt x="88" y="1042"/>
                    </a:cubicBezTo>
                    <a:cubicBezTo>
                      <a:pt x="0" y="707"/>
                      <a:pt x="55" y="340"/>
                      <a:pt x="8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03" name="ICON_A_EEG_WAVE_GRAPHIC_path_214"/>
              <p:cNvSpPr/>
              <p:nvPr/>
            </p:nvSpPr>
            <p:spPr>
              <a:xfrm>
                <a:off x="2619375" y="1301750"/>
                <a:ext cx="8895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00" h="1250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700" y="756"/>
                      <a:pt x="700" y="756"/>
                      <a:pt x="625" y="1042"/>
                    </a:cubicBezTo>
                    <a:cubicBezTo>
                      <a:pt x="461" y="1229"/>
                      <a:pt x="238" y="1220"/>
                      <a:pt x="0" y="1250"/>
                    </a:cubicBezTo>
                    <a:cubicBezTo>
                      <a:pt x="0" y="838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04" name="ICON_A_EEG_WAVE_GRAPHIC_path_215"/>
              <p:cNvSpPr/>
              <p:nvPr/>
            </p:nvSpPr>
            <p:spPr>
              <a:xfrm>
                <a:off x="2055812" y="1293812"/>
                <a:ext cx="905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13" h="1250" fill="norm" stroke="0">
                    <a:moveTo>
                      <a:pt x="0" y="0"/>
                    </a:moveTo>
                    <a:cubicBezTo>
                      <a:pt x="496" y="62"/>
                      <a:pt x="496" y="62"/>
                      <a:pt x="625" y="208"/>
                    </a:cubicBezTo>
                    <a:cubicBezTo>
                      <a:pt x="713" y="543"/>
                      <a:pt x="659" y="910"/>
                      <a:pt x="625" y="1250"/>
                    </a:cubicBezTo>
                    <a:cubicBezTo>
                      <a:pt x="419" y="1250"/>
                      <a:pt x="213" y="1250"/>
                      <a:pt x="0" y="1250"/>
                    </a:cubicBezTo>
                    <a:cubicBezTo>
                      <a:pt x="0" y="838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646" cap="flat">
                <a:noFill/>
              </a:ln>
            </p:spPr>
          </p:sp>
          <p:sp>
            <p:nvSpPr>
              <p:cNvPr id="3405" name="ICON_A_EEG_WAVE_GRAPHIC_path_216"/>
              <p:cNvSpPr/>
              <p:nvPr/>
            </p:nvSpPr>
            <p:spPr>
              <a:xfrm>
                <a:off x="2618253" y="952500"/>
                <a:ext cx="905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13" h="1250" fill="norm" stroke="0">
                    <a:moveTo>
                      <a:pt x="88" y="0"/>
                    </a:moveTo>
                    <a:cubicBezTo>
                      <a:pt x="295" y="0"/>
                      <a:pt x="501" y="0"/>
                      <a:pt x="713" y="0"/>
                    </a:cubicBezTo>
                    <a:cubicBezTo>
                      <a:pt x="713" y="412"/>
                      <a:pt x="713" y="825"/>
                      <a:pt x="713" y="1250"/>
                    </a:cubicBezTo>
                    <a:cubicBezTo>
                      <a:pt x="217" y="1188"/>
                      <a:pt x="217" y="1188"/>
                      <a:pt x="88" y="1042"/>
                    </a:cubicBezTo>
                    <a:cubicBezTo>
                      <a:pt x="0" y="707"/>
                      <a:pt x="55" y="340"/>
                      <a:pt x="8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06" name="ICON_A_EEG_WAVE_GRAPHIC_path_217"/>
              <p:cNvSpPr/>
              <p:nvPr/>
            </p:nvSpPr>
            <p:spPr>
              <a:xfrm>
                <a:off x="2338403" y="944094"/>
                <a:ext cx="12107" cy="16343"/>
              </a:xfrm>
              <a:custGeom>
                <a:avLst/>
                <a:gdLst/>
                <a:ahLst/>
                <a:cxnLst/>
                <a:rect l="0" t="0" r="r" b="b"/>
                <a:pathLst>
                  <a:path w="953" h="1287" fill="norm" stroke="0">
                    <a:moveTo>
                      <a:pt x="874" y="37"/>
                    </a:moveTo>
                    <a:cubicBezTo>
                      <a:pt x="953" y="777"/>
                      <a:pt x="953" y="777"/>
                      <a:pt x="874" y="1079"/>
                    </a:cubicBezTo>
                    <a:cubicBezTo>
                      <a:pt x="717" y="1257"/>
                      <a:pt x="473" y="1272"/>
                      <a:pt x="249" y="1287"/>
                    </a:cubicBezTo>
                    <a:cubicBezTo>
                      <a:pt x="0" y="813"/>
                      <a:pt x="0" y="813"/>
                      <a:pt x="65" y="571"/>
                    </a:cubicBezTo>
                    <a:cubicBezTo>
                      <a:pt x="106" y="478"/>
                      <a:pt x="154" y="396"/>
                      <a:pt x="210" y="310"/>
                    </a:cubicBezTo>
                    <a:cubicBezTo>
                      <a:pt x="218" y="297"/>
                      <a:pt x="218" y="297"/>
                      <a:pt x="262" y="227"/>
                    </a:cubicBezTo>
                    <a:cubicBezTo>
                      <a:pt x="430" y="0"/>
                      <a:pt x="605" y="6"/>
                      <a:pt x="874" y="37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407" name="ICON_A_EEG_WAVE_GRAPHIC_path_218"/>
              <p:cNvSpPr/>
              <p:nvPr/>
            </p:nvSpPr>
            <p:spPr>
              <a:xfrm>
                <a:off x="1468438" y="936625"/>
                <a:ext cx="11144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77" h="1250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711" y="106"/>
                      <a:pt x="735" y="149"/>
                      <a:pt x="768" y="273"/>
                    </a:cubicBezTo>
                    <a:cubicBezTo>
                      <a:pt x="772" y="287"/>
                      <a:pt x="772" y="287"/>
                      <a:pt x="794" y="358"/>
                    </a:cubicBezTo>
                    <a:cubicBezTo>
                      <a:pt x="877" y="693"/>
                      <a:pt x="758" y="940"/>
                      <a:pt x="625" y="1250"/>
                    </a:cubicBezTo>
                    <a:cubicBezTo>
                      <a:pt x="419" y="1181"/>
                      <a:pt x="212" y="1112"/>
                      <a:pt x="0" y="1042"/>
                    </a:cubicBezTo>
                    <a:cubicBezTo>
                      <a:pt x="69" y="698"/>
                      <a:pt x="137" y="354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08" name="ICON_A_EEG_WAVE_GRAPHIC_path_219"/>
              <p:cNvSpPr/>
              <p:nvPr/>
            </p:nvSpPr>
            <p:spPr>
              <a:xfrm>
                <a:off x="1967378" y="928688"/>
                <a:ext cx="905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13" h="1250" fill="norm" stroke="0">
                    <a:moveTo>
                      <a:pt x="88" y="0"/>
                    </a:moveTo>
                    <a:cubicBezTo>
                      <a:pt x="295" y="0"/>
                      <a:pt x="501" y="0"/>
                      <a:pt x="713" y="0"/>
                    </a:cubicBezTo>
                    <a:cubicBezTo>
                      <a:pt x="713" y="412"/>
                      <a:pt x="713" y="825"/>
                      <a:pt x="713" y="1250"/>
                    </a:cubicBezTo>
                    <a:cubicBezTo>
                      <a:pt x="217" y="1188"/>
                      <a:pt x="217" y="1188"/>
                      <a:pt x="88" y="1042"/>
                    </a:cubicBezTo>
                    <a:cubicBezTo>
                      <a:pt x="0" y="707"/>
                      <a:pt x="55" y="340"/>
                      <a:pt x="88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409" name="ICON_A_EEG_WAVE_GRAPHIC_path_220"/>
              <p:cNvSpPr/>
              <p:nvPr/>
            </p:nvSpPr>
            <p:spPr>
              <a:xfrm>
                <a:off x="2397125" y="1476375"/>
                <a:ext cx="15875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625" fill="norm" stroke="0">
                    <a:moveTo>
                      <a:pt x="0" y="0"/>
                    </a:moveTo>
                    <a:cubicBezTo>
                      <a:pt x="412" y="0"/>
                      <a:pt x="825" y="0"/>
                      <a:pt x="1250" y="0"/>
                    </a:cubicBezTo>
                    <a:cubicBezTo>
                      <a:pt x="1181" y="206"/>
                      <a:pt x="1113" y="412"/>
                      <a:pt x="1042" y="625"/>
                    </a:cubicBezTo>
                    <a:cubicBezTo>
                      <a:pt x="698" y="556"/>
                      <a:pt x="354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B399D7"/>
              </a:solidFill>
              <a:ln w="2646" cap="flat">
                <a:noFill/>
              </a:ln>
            </p:spPr>
          </p:sp>
          <p:sp>
            <p:nvSpPr>
              <p:cNvPr id="3410" name="ICON_A_EEG_WAVE_GRAPHIC_path_221"/>
              <p:cNvSpPr/>
              <p:nvPr/>
            </p:nvSpPr>
            <p:spPr>
              <a:xfrm>
                <a:off x="1468438" y="1293812"/>
                <a:ext cx="793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250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25" y="412"/>
                      <a:pt x="625" y="825"/>
                      <a:pt x="625" y="1250"/>
                    </a:cubicBezTo>
                    <a:cubicBezTo>
                      <a:pt x="419" y="1181"/>
                      <a:pt x="212" y="1112"/>
                      <a:pt x="0" y="1042"/>
                    </a:cubicBezTo>
                    <a:cubicBezTo>
                      <a:pt x="69" y="698"/>
                      <a:pt x="137" y="354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11" name="ICON_A_EEG_WAVE_GRAPHIC_path_222"/>
              <p:cNvSpPr/>
              <p:nvPr/>
            </p:nvSpPr>
            <p:spPr>
              <a:xfrm>
                <a:off x="2587625" y="1246188"/>
                <a:ext cx="15875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625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250" y="346"/>
                      <a:pt x="1250" y="483"/>
                      <a:pt x="1250" y="625"/>
                    </a:cubicBezTo>
                    <a:cubicBezTo>
                      <a:pt x="838" y="625"/>
                      <a:pt x="425" y="625"/>
                      <a:pt x="0" y="625"/>
                    </a:cubicBezTo>
                    <a:cubicBezTo>
                      <a:pt x="69" y="419"/>
                      <a:pt x="138" y="213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12" name="ICON_A_EEG_WAVE_GRAPHIC_path_223"/>
              <p:cNvSpPr/>
              <p:nvPr/>
            </p:nvSpPr>
            <p:spPr>
              <a:xfrm>
                <a:off x="2087562" y="944562"/>
                <a:ext cx="15875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625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250" y="346"/>
                      <a:pt x="1250" y="483"/>
                      <a:pt x="1250" y="625"/>
                    </a:cubicBezTo>
                    <a:cubicBezTo>
                      <a:pt x="838" y="625"/>
                      <a:pt x="425" y="625"/>
                      <a:pt x="0" y="625"/>
                    </a:cubicBezTo>
                    <a:cubicBezTo>
                      <a:pt x="69" y="419"/>
                      <a:pt x="138" y="213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13" name="ICON_A_EEG_WAVE_GRAPHIC_path_224"/>
              <p:cNvSpPr/>
              <p:nvPr/>
            </p:nvSpPr>
            <p:spPr>
              <a:xfrm>
                <a:off x="2158693" y="936255"/>
                <a:ext cx="9255" cy="16245"/>
              </a:xfrm>
              <a:custGeom>
                <a:avLst/>
                <a:gdLst/>
                <a:ahLst/>
                <a:cxnLst/>
                <a:rect l="0" t="0" r="r" b="b"/>
                <a:pathLst>
                  <a:path w="729" h="1279" fill="norm" stroke="0">
                    <a:moveTo>
                      <a:pt x="649" y="29"/>
                    </a:moveTo>
                    <a:cubicBezTo>
                      <a:pt x="729" y="770"/>
                      <a:pt x="729" y="770"/>
                      <a:pt x="649" y="1071"/>
                    </a:cubicBezTo>
                    <a:cubicBezTo>
                      <a:pt x="493" y="1249"/>
                      <a:pt x="248" y="1265"/>
                      <a:pt x="24" y="1279"/>
                    </a:cubicBezTo>
                    <a:cubicBezTo>
                      <a:pt x="18" y="1110"/>
                      <a:pt x="14" y="941"/>
                      <a:pt x="11" y="771"/>
                    </a:cubicBezTo>
                    <a:cubicBezTo>
                      <a:pt x="9" y="723"/>
                      <a:pt x="8" y="675"/>
                      <a:pt x="6" y="626"/>
                    </a:cubicBezTo>
                    <a:cubicBezTo>
                      <a:pt x="0" y="228"/>
                      <a:pt x="0" y="228"/>
                      <a:pt x="103" y="100"/>
                    </a:cubicBezTo>
                    <a:cubicBezTo>
                      <a:pt x="286" y="0"/>
                      <a:pt x="445" y="11"/>
                      <a:pt x="649" y="2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14" name="ICON_A_EEG_WAVE_GRAPHIC_path_225"/>
              <p:cNvSpPr/>
              <p:nvPr/>
            </p:nvSpPr>
            <p:spPr>
              <a:xfrm>
                <a:off x="2730193" y="928317"/>
                <a:ext cx="9255" cy="16245"/>
              </a:xfrm>
              <a:custGeom>
                <a:avLst/>
                <a:gdLst/>
                <a:ahLst/>
                <a:cxnLst/>
                <a:rect l="0" t="0" r="r" b="b"/>
                <a:pathLst>
                  <a:path w="729" h="1279" fill="norm" stroke="0">
                    <a:moveTo>
                      <a:pt x="649" y="29"/>
                    </a:moveTo>
                    <a:cubicBezTo>
                      <a:pt x="729" y="770"/>
                      <a:pt x="729" y="770"/>
                      <a:pt x="649" y="1071"/>
                    </a:cubicBezTo>
                    <a:cubicBezTo>
                      <a:pt x="493" y="1249"/>
                      <a:pt x="248" y="1265"/>
                      <a:pt x="24" y="1279"/>
                    </a:cubicBezTo>
                    <a:cubicBezTo>
                      <a:pt x="18" y="1110"/>
                      <a:pt x="14" y="941"/>
                      <a:pt x="11" y="771"/>
                    </a:cubicBezTo>
                    <a:cubicBezTo>
                      <a:pt x="9" y="723"/>
                      <a:pt x="8" y="675"/>
                      <a:pt x="6" y="626"/>
                    </a:cubicBezTo>
                    <a:cubicBezTo>
                      <a:pt x="0" y="228"/>
                      <a:pt x="0" y="228"/>
                      <a:pt x="103" y="100"/>
                    </a:cubicBezTo>
                    <a:cubicBezTo>
                      <a:pt x="286" y="0"/>
                      <a:pt x="445" y="11"/>
                      <a:pt x="649" y="29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415" name="ICON_A_EEG_WAVE_GRAPHIC_path_226"/>
              <p:cNvSpPr/>
              <p:nvPr/>
            </p:nvSpPr>
            <p:spPr>
              <a:xfrm>
                <a:off x="2254250" y="960438"/>
                <a:ext cx="8895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00" h="1250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700" y="756"/>
                      <a:pt x="700" y="756"/>
                      <a:pt x="625" y="1042"/>
                    </a:cubicBezTo>
                    <a:cubicBezTo>
                      <a:pt x="461" y="1229"/>
                      <a:pt x="238" y="1220"/>
                      <a:pt x="0" y="1250"/>
                    </a:cubicBezTo>
                    <a:cubicBezTo>
                      <a:pt x="0" y="838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416" name="ICON_A_EEG_WAVE_GRAPHIC_path_227"/>
              <p:cNvSpPr/>
              <p:nvPr/>
            </p:nvSpPr>
            <p:spPr>
              <a:xfrm>
                <a:off x="2237256" y="912812"/>
                <a:ext cx="10176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01" h="1250" fill="norm" stroke="0">
                    <a:moveTo>
                      <a:pt x="88" y="0"/>
                    </a:moveTo>
                    <a:cubicBezTo>
                      <a:pt x="557" y="31"/>
                      <a:pt x="557" y="31"/>
                      <a:pt x="713" y="208"/>
                    </a:cubicBezTo>
                    <a:cubicBezTo>
                      <a:pt x="801" y="542"/>
                      <a:pt x="750" y="911"/>
                      <a:pt x="713" y="1250"/>
                    </a:cubicBezTo>
                    <a:cubicBezTo>
                      <a:pt x="244" y="1219"/>
                      <a:pt x="244" y="1219"/>
                      <a:pt x="88" y="1042"/>
                    </a:cubicBezTo>
                    <a:cubicBezTo>
                      <a:pt x="0" y="708"/>
                      <a:pt x="52" y="339"/>
                      <a:pt x="88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417" name="ICON_A_EEG_WAVE_GRAPHIC_path_228"/>
              <p:cNvSpPr/>
              <p:nvPr/>
            </p:nvSpPr>
            <p:spPr>
              <a:xfrm>
                <a:off x="2643188" y="1436688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208" y="0"/>
                    </a:moveTo>
                    <a:cubicBezTo>
                      <a:pt x="415" y="0"/>
                      <a:pt x="621" y="0"/>
                      <a:pt x="833" y="0"/>
                    </a:cubicBezTo>
                    <a:cubicBezTo>
                      <a:pt x="765" y="275"/>
                      <a:pt x="696" y="550"/>
                      <a:pt x="625" y="833"/>
                    </a:cubicBezTo>
                    <a:cubicBezTo>
                      <a:pt x="419" y="833"/>
                      <a:pt x="213" y="833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18" name="ICON_A_EEG_WAVE_GRAPHIC_path_229"/>
              <p:cNvSpPr/>
              <p:nvPr/>
            </p:nvSpPr>
            <p:spPr>
              <a:xfrm>
                <a:off x="1846792" y="1497542"/>
                <a:ext cx="10583" cy="11647"/>
              </a:xfrm>
              <a:custGeom>
                <a:avLst/>
                <a:gdLst/>
                <a:ahLst/>
                <a:cxnLst/>
                <a:rect l="0" t="0" r="r" b="b"/>
                <a:pathLst>
                  <a:path w="833" h="917" fill="norm" stroke="0">
                    <a:moveTo>
                      <a:pt x="208" y="0"/>
                    </a:moveTo>
                    <a:cubicBezTo>
                      <a:pt x="415" y="69"/>
                      <a:pt x="621" y="138"/>
                      <a:pt x="833" y="208"/>
                    </a:cubicBezTo>
                    <a:cubicBezTo>
                      <a:pt x="730" y="705"/>
                      <a:pt x="730" y="705"/>
                      <a:pt x="625" y="833"/>
                    </a:cubicBezTo>
                    <a:cubicBezTo>
                      <a:pt x="424" y="917"/>
                      <a:pt x="209" y="861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19" name="ICON_A_EEG_WAVE_GRAPHIC_path_230"/>
              <p:cNvSpPr/>
              <p:nvPr/>
            </p:nvSpPr>
            <p:spPr>
              <a:xfrm>
                <a:off x="1791229" y="1497224"/>
                <a:ext cx="10583" cy="13547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67" fill="norm" stroke="0">
                    <a:moveTo>
                      <a:pt x="365" y="50"/>
                    </a:moveTo>
                    <a:cubicBezTo>
                      <a:pt x="422" y="71"/>
                      <a:pt x="478" y="93"/>
                      <a:pt x="534" y="116"/>
                    </a:cubicBezTo>
                    <a:cubicBezTo>
                      <a:pt x="633" y="155"/>
                      <a:pt x="731" y="194"/>
                      <a:pt x="833" y="233"/>
                    </a:cubicBezTo>
                    <a:cubicBezTo>
                      <a:pt x="696" y="508"/>
                      <a:pt x="558" y="783"/>
                      <a:pt x="417" y="1067"/>
                    </a:cubicBezTo>
                    <a:cubicBezTo>
                      <a:pt x="380" y="1000"/>
                      <a:pt x="380" y="1000"/>
                      <a:pt x="195" y="663"/>
                    </a:cubicBezTo>
                    <a:cubicBezTo>
                      <a:pt x="172" y="621"/>
                      <a:pt x="148" y="580"/>
                      <a:pt x="124" y="537"/>
                    </a:cubicBezTo>
                    <a:cubicBezTo>
                      <a:pt x="71" y="436"/>
                      <a:pt x="27" y="345"/>
                      <a:pt x="0" y="233"/>
                    </a:cubicBezTo>
                    <a:cubicBezTo>
                      <a:pt x="92" y="58"/>
                      <a:pt x="175" y="0"/>
                      <a:pt x="365" y="5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20" name="ICON_A_EEG_WAVE_GRAPHIC_path_231"/>
              <p:cNvSpPr/>
              <p:nvPr/>
            </p:nvSpPr>
            <p:spPr>
              <a:xfrm>
                <a:off x="2087562" y="1473311"/>
                <a:ext cx="11703" cy="11001"/>
              </a:xfrm>
              <a:custGeom>
                <a:avLst/>
                <a:gdLst/>
                <a:ahLst/>
                <a:cxnLst/>
                <a:rect l="0" t="0" r="r" b="b"/>
                <a:pathLst>
                  <a:path w="921" h="866" fill="norm" stroke="0">
                    <a:moveTo>
                      <a:pt x="755" y="146"/>
                    </a:moveTo>
                    <a:cubicBezTo>
                      <a:pt x="921" y="349"/>
                      <a:pt x="855" y="622"/>
                      <a:pt x="833" y="866"/>
                    </a:cubicBezTo>
                    <a:cubicBezTo>
                      <a:pt x="558" y="797"/>
                      <a:pt x="283" y="729"/>
                      <a:pt x="0" y="658"/>
                    </a:cubicBezTo>
                    <a:cubicBezTo>
                      <a:pt x="0" y="241"/>
                      <a:pt x="0" y="241"/>
                      <a:pt x="76" y="148"/>
                    </a:cubicBezTo>
                    <a:cubicBezTo>
                      <a:pt x="330" y="29"/>
                      <a:pt x="506" y="0"/>
                      <a:pt x="755" y="146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21" name="ICON_A_EEG_WAVE_GRAPHIC_path_232"/>
              <p:cNvSpPr/>
              <p:nvPr/>
            </p:nvSpPr>
            <p:spPr>
              <a:xfrm>
                <a:off x="2513541" y="1457537"/>
                <a:ext cx="10583" cy="13547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67" fill="norm" stroke="0">
                    <a:moveTo>
                      <a:pt x="365" y="50"/>
                    </a:moveTo>
                    <a:cubicBezTo>
                      <a:pt x="422" y="71"/>
                      <a:pt x="478" y="93"/>
                      <a:pt x="534" y="116"/>
                    </a:cubicBezTo>
                    <a:cubicBezTo>
                      <a:pt x="633" y="155"/>
                      <a:pt x="731" y="194"/>
                      <a:pt x="833" y="233"/>
                    </a:cubicBezTo>
                    <a:cubicBezTo>
                      <a:pt x="696" y="508"/>
                      <a:pt x="558" y="783"/>
                      <a:pt x="417" y="1067"/>
                    </a:cubicBezTo>
                    <a:cubicBezTo>
                      <a:pt x="380" y="1000"/>
                      <a:pt x="380" y="1000"/>
                      <a:pt x="195" y="663"/>
                    </a:cubicBezTo>
                    <a:cubicBezTo>
                      <a:pt x="172" y="621"/>
                      <a:pt x="148" y="580"/>
                      <a:pt x="124" y="537"/>
                    </a:cubicBezTo>
                    <a:cubicBezTo>
                      <a:pt x="71" y="436"/>
                      <a:pt x="27" y="345"/>
                      <a:pt x="0" y="233"/>
                    </a:cubicBezTo>
                    <a:cubicBezTo>
                      <a:pt x="92" y="58"/>
                      <a:pt x="175" y="0"/>
                      <a:pt x="365" y="5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22" name="ICON_A_EEG_WAVE_GRAPHIC_path_233"/>
              <p:cNvSpPr/>
              <p:nvPr/>
            </p:nvSpPr>
            <p:spPr>
              <a:xfrm>
                <a:off x="2450042" y="1457854"/>
                <a:ext cx="11647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917" h="833" fill="norm" stroke="0">
                    <a:moveTo>
                      <a:pt x="208" y="0"/>
                    </a:moveTo>
                    <a:cubicBezTo>
                      <a:pt x="705" y="103"/>
                      <a:pt x="705" y="103"/>
                      <a:pt x="833" y="208"/>
                    </a:cubicBezTo>
                    <a:cubicBezTo>
                      <a:pt x="917" y="410"/>
                      <a:pt x="861" y="624"/>
                      <a:pt x="833" y="833"/>
                    </a:cubicBezTo>
                    <a:cubicBezTo>
                      <a:pt x="558" y="765"/>
                      <a:pt x="283" y="696"/>
                      <a:pt x="0" y="625"/>
                    </a:cubicBezTo>
                    <a:cubicBezTo>
                      <a:pt x="69" y="419"/>
                      <a:pt x="138" y="213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23" name="ICON_A_EEG_WAVE_GRAPHIC_path_234"/>
              <p:cNvSpPr/>
              <p:nvPr/>
            </p:nvSpPr>
            <p:spPr>
              <a:xfrm>
                <a:off x="1825625" y="1444625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2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19"/>
                      <a:pt x="0" y="21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24" name="ICON_A_EEG_WAVE_GRAPHIC_path_235"/>
              <p:cNvSpPr/>
              <p:nvPr/>
            </p:nvSpPr>
            <p:spPr>
              <a:xfrm>
                <a:off x="1481667" y="1441979"/>
                <a:ext cx="13229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33" fill="norm" stroke="0">
                    <a:moveTo>
                      <a:pt x="208" y="0"/>
                    </a:moveTo>
                    <a:cubicBezTo>
                      <a:pt x="483" y="275"/>
                      <a:pt x="758" y="550"/>
                      <a:pt x="1042" y="833"/>
                    </a:cubicBezTo>
                    <a:cubicBezTo>
                      <a:pt x="698" y="765"/>
                      <a:pt x="354" y="696"/>
                      <a:pt x="0" y="625"/>
                    </a:cubicBezTo>
                    <a:cubicBezTo>
                      <a:pt x="69" y="419"/>
                      <a:pt x="137" y="213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25" name="ICON_A_EEG_WAVE_GRAPHIC_path_236"/>
              <p:cNvSpPr/>
              <p:nvPr/>
            </p:nvSpPr>
            <p:spPr>
              <a:xfrm>
                <a:off x="2354792" y="1436688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710" y="703"/>
                      <a:pt x="656" y="726"/>
                      <a:pt x="521" y="755"/>
                    </a:cubicBezTo>
                    <a:cubicBezTo>
                      <a:pt x="418" y="781"/>
                      <a:pt x="315" y="807"/>
                      <a:pt x="208" y="833"/>
                    </a:cubicBezTo>
                    <a:cubicBezTo>
                      <a:pt x="140" y="558"/>
                      <a:pt x="71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26" name="ICON_A_EEG_WAVE_GRAPHIC_path_237"/>
              <p:cNvSpPr/>
              <p:nvPr/>
            </p:nvSpPr>
            <p:spPr>
              <a:xfrm>
                <a:off x="2188104" y="1436688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710" y="703"/>
                      <a:pt x="656" y="726"/>
                      <a:pt x="521" y="755"/>
                    </a:cubicBezTo>
                    <a:cubicBezTo>
                      <a:pt x="418" y="781"/>
                      <a:pt x="315" y="807"/>
                      <a:pt x="208" y="833"/>
                    </a:cubicBezTo>
                    <a:cubicBezTo>
                      <a:pt x="140" y="558"/>
                      <a:pt x="71" y="283"/>
                      <a:pt x="0" y="0"/>
                    </a:cubicBezTo>
                    <a:close/>
                  </a:path>
                </a:pathLst>
              </a:custGeom>
              <a:solidFill>
                <a:srgbClr val="B094D5"/>
              </a:solidFill>
              <a:ln w="2646" cap="flat">
                <a:noFill/>
              </a:ln>
            </p:spPr>
          </p:sp>
          <p:sp>
            <p:nvSpPr>
              <p:cNvPr id="3427" name="ICON_A_EEG_WAVE_GRAPHIC_path_238"/>
              <p:cNvSpPr/>
              <p:nvPr/>
            </p:nvSpPr>
            <p:spPr>
              <a:xfrm>
                <a:off x="2013479" y="1436688"/>
                <a:ext cx="13229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25" fill="norm" stroke="0">
                    <a:moveTo>
                      <a:pt x="0" y="0"/>
                    </a:moveTo>
                    <a:cubicBezTo>
                      <a:pt x="135" y="24"/>
                      <a:pt x="269" y="50"/>
                      <a:pt x="404" y="78"/>
                    </a:cubicBezTo>
                    <a:cubicBezTo>
                      <a:pt x="442" y="85"/>
                      <a:pt x="480" y="91"/>
                      <a:pt x="519" y="98"/>
                    </a:cubicBezTo>
                    <a:cubicBezTo>
                      <a:pt x="631" y="122"/>
                      <a:pt x="631" y="122"/>
                      <a:pt x="833" y="208"/>
                    </a:cubicBezTo>
                    <a:cubicBezTo>
                      <a:pt x="902" y="346"/>
                      <a:pt x="971" y="483"/>
                      <a:pt x="1042" y="625"/>
                    </a:cubicBezTo>
                    <a:cubicBezTo>
                      <a:pt x="698" y="625"/>
                      <a:pt x="354" y="625"/>
                      <a:pt x="0" y="625"/>
                    </a:cubicBezTo>
                    <a:cubicBezTo>
                      <a:pt x="0" y="419"/>
                      <a:pt x="0" y="21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28" name="ICON_A_EEG_WAVE_GRAPHIC_path_239"/>
              <p:cNvSpPr/>
              <p:nvPr/>
            </p:nvSpPr>
            <p:spPr>
              <a:xfrm>
                <a:off x="1742541" y="1436688"/>
                <a:ext cx="11647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917" h="833" fill="norm" stroke="0">
                    <a:moveTo>
                      <a:pt x="84" y="0"/>
                    </a:moveTo>
                    <a:cubicBezTo>
                      <a:pt x="359" y="69"/>
                      <a:pt x="634" y="138"/>
                      <a:pt x="917" y="208"/>
                    </a:cubicBezTo>
                    <a:cubicBezTo>
                      <a:pt x="848" y="415"/>
                      <a:pt x="780" y="621"/>
                      <a:pt x="709" y="833"/>
                    </a:cubicBezTo>
                    <a:cubicBezTo>
                      <a:pt x="212" y="730"/>
                      <a:pt x="212" y="730"/>
                      <a:pt x="84" y="625"/>
                    </a:cubicBezTo>
                    <a:cubicBezTo>
                      <a:pt x="0" y="424"/>
                      <a:pt x="56" y="209"/>
                      <a:pt x="84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29" name="ICON_A_EEG_WAVE_GRAPHIC_path_240"/>
              <p:cNvSpPr/>
              <p:nvPr/>
            </p:nvSpPr>
            <p:spPr>
              <a:xfrm>
                <a:off x="2529131" y="1410229"/>
                <a:ext cx="11909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938" h="1042" fill="norm" stroke="0">
                    <a:moveTo>
                      <a:pt x="231" y="0"/>
                    </a:moveTo>
                    <a:cubicBezTo>
                      <a:pt x="797" y="312"/>
                      <a:pt x="797" y="312"/>
                      <a:pt x="919" y="530"/>
                    </a:cubicBezTo>
                    <a:cubicBezTo>
                      <a:pt x="938" y="666"/>
                      <a:pt x="935" y="719"/>
                      <a:pt x="856" y="833"/>
                    </a:cubicBezTo>
                    <a:cubicBezTo>
                      <a:pt x="666" y="947"/>
                      <a:pt x="445" y="993"/>
                      <a:pt x="231" y="1042"/>
                    </a:cubicBezTo>
                    <a:cubicBezTo>
                      <a:pt x="0" y="509"/>
                      <a:pt x="0" y="509"/>
                      <a:pt x="55" y="282"/>
                    </a:cubicBezTo>
                    <a:cubicBezTo>
                      <a:pt x="107" y="181"/>
                      <a:pt x="162" y="90"/>
                      <a:pt x="231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30" name="ICON_A_EEG_WAVE_GRAPHIC_path_241"/>
              <p:cNvSpPr/>
              <p:nvPr/>
            </p:nvSpPr>
            <p:spPr>
              <a:xfrm>
                <a:off x="1975628" y="1410229"/>
                <a:ext cx="11393" cy="13279"/>
              </a:xfrm>
              <a:custGeom>
                <a:avLst/>
                <a:gdLst/>
                <a:ahLst/>
                <a:cxnLst/>
                <a:rect l="0" t="0" r="r" b="b"/>
                <a:pathLst>
                  <a:path w="897" h="1046" fill="norm" stroke="0">
                    <a:moveTo>
                      <a:pt x="480" y="0"/>
                    </a:moveTo>
                    <a:cubicBezTo>
                      <a:pt x="618" y="206"/>
                      <a:pt x="755" y="412"/>
                      <a:pt x="897" y="625"/>
                    </a:cubicBezTo>
                    <a:cubicBezTo>
                      <a:pt x="646" y="930"/>
                      <a:pt x="646" y="930"/>
                      <a:pt x="480" y="1042"/>
                    </a:cubicBezTo>
                    <a:cubicBezTo>
                      <a:pt x="333" y="1046"/>
                      <a:pt x="266" y="1016"/>
                      <a:pt x="144" y="935"/>
                    </a:cubicBezTo>
                    <a:cubicBezTo>
                      <a:pt x="6" y="760"/>
                      <a:pt x="0" y="568"/>
                      <a:pt x="21" y="354"/>
                    </a:cubicBezTo>
                    <a:cubicBezTo>
                      <a:pt x="64" y="208"/>
                      <a:pt x="64" y="208"/>
                      <a:pt x="158" y="121"/>
                    </a:cubicBezTo>
                    <a:cubicBezTo>
                      <a:pt x="272" y="65"/>
                      <a:pt x="272" y="65"/>
                      <a:pt x="48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31" name="ICON_A_EEG_WAVE_GRAPHIC_path_242"/>
              <p:cNvSpPr/>
              <p:nvPr/>
            </p:nvSpPr>
            <p:spPr>
              <a:xfrm>
                <a:off x="1651000" y="1492250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2"/>
                      <a:pt x="833" y="625"/>
                    </a:cubicBezTo>
                    <a:cubicBezTo>
                      <a:pt x="558" y="556"/>
                      <a:pt x="283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B095D6"/>
              </a:solidFill>
              <a:ln w="2646" cap="flat">
                <a:noFill/>
              </a:ln>
            </p:spPr>
          </p:sp>
          <p:sp>
            <p:nvSpPr>
              <p:cNvPr id="3432" name="ICON_A_EEG_WAVE_GRAPHIC_path_243"/>
              <p:cNvSpPr/>
              <p:nvPr/>
            </p:nvSpPr>
            <p:spPr>
              <a:xfrm>
                <a:off x="1822979" y="1476375"/>
                <a:ext cx="10583" cy="900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709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730" y="496"/>
                      <a:pt x="730" y="496"/>
                      <a:pt x="625" y="625"/>
                    </a:cubicBezTo>
                    <a:cubicBezTo>
                      <a:pt x="424" y="709"/>
                      <a:pt x="209" y="652"/>
                      <a:pt x="0" y="625"/>
                    </a:cubicBezTo>
                    <a:cubicBezTo>
                      <a:pt x="0" y="419"/>
                      <a:pt x="0" y="213"/>
                      <a:pt x="0" y="0"/>
                    </a:cubicBezTo>
                    <a:close/>
                  </a:path>
                </a:pathLst>
              </a:custGeom>
              <a:solidFill>
                <a:srgbClr val="B8A0DA"/>
              </a:solidFill>
              <a:ln w="2646" cap="flat">
                <a:noFill/>
              </a:ln>
            </p:spPr>
          </p:sp>
          <p:sp>
            <p:nvSpPr>
              <p:cNvPr id="3433" name="ICON_A_EEG_WAVE_GRAPHIC_path_244"/>
              <p:cNvSpPr/>
              <p:nvPr/>
            </p:nvSpPr>
            <p:spPr>
              <a:xfrm>
                <a:off x="1778000" y="1465792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208" y="0"/>
                    </a:moveTo>
                    <a:cubicBezTo>
                      <a:pt x="346" y="69"/>
                      <a:pt x="483" y="138"/>
                      <a:pt x="625" y="208"/>
                    </a:cubicBezTo>
                    <a:cubicBezTo>
                      <a:pt x="556" y="483"/>
                      <a:pt x="488" y="758"/>
                      <a:pt x="417" y="1042"/>
                    </a:cubicBezTo>
                    <a:cubicBezTo>
                      <a:pt x="279" y="973"/>
                      <a:pt x="142" y="904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34" name="ICON_A_EEG_WAVE_GRAPHIC_path_245"/>
              <p:cNvSpPr/>
              <p:nvPr/>
            </p:nvSpPr>
            <p:spPr>
              <a:xfrm>
                <a:off x="1553105" y="1467810"/>
                <a:ext cx="10583" cy="11210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83" fill="norm" stroke="0">
                    <a:moveTo>
                      <a:pt x="361" y="8"/>
                    </a:moveTo>
                    <a:cubicBezTo>
                      <a:pt x="523" y="0"/>
                      <a:pt x="669" y="28"/>
                      <a:pt x="833" y="49"/>
                    </a:cubicBezTo>
                    <a:cubicBezTo>
                      <a:pt x="696" y="324"/>
                      <a:pt x="558" y="599"/>
                      <a:pt x="417" y="883"/>
                    </a:cubicBezTo>
                    <a:cubicBezTo>
                      <a:pt x="279" y="814"/>
                      <a:pt x="142" y="745"/>
                      <a:pt x="0" y="674"/>
                    </a:cubicBezTo>
                    <a:cubicBezTo>
                      <a:pt x="109" y="45"/>
                      <a:pt x="109" y="45"/>
                      <a:pt x="361" y="8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35" name="ICON_A_EEG_WAVE_GRAPHIC_path_246"/>
              <p:cNvSpPr/>
              <p:nvPr/>
            </p:nvSpPr>
            <p:spPr>
              <a:xfrm>
                <a:off x="1619250" y="1465792"/>
                <a:ext cx="105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42" fill="norm" stroke="0">
                    <a:moveTo>
                      <a:pt x="417" y="0"/>
                    </a:moveTo>
                    <a:cubicBezTo>
                      <a:pt x="541" y="67"/>
                      <a:pt x="571" y="90"/>
                      <a:pt x="651" y="195"/>
                    </a:cubicBezTo>
                    <a:cubicBezTo>
                      <a:pt x="681" y="232"/>
                      <a:pt x="681" y="232"/>
                      <a:pt x="833" y="417"/>
                    </a:cubicBezTo>
                    <a:cubicBezTo>
                      <a:pt x="765" y="520"/>
                      <a:pt x="765" y="520"/>
                      <a:pt x="417" y="1042"/>
                    </a:cubicBezTo>
                    <a:cubicBezTo>
                      <a:pt x="279" y="767"/>
                      <a:pt x="142" y="492"/>
                      <a:pt x="0" y="208"/>
                    </a:cubicBezTo>
                    <a:cubicBezTo>
                      <a:pt x="138" y="140"/>
                      <a:pt x="275" y="71"/>
                      <a:pt x="417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36" name="ICON_A_EEG_WAVE_GRAPHIC_path_247"/>
              <p:cNvSpPr/>
              <p:nvPr/>
            </p:nvSpPr>
            <p:spPr>
              <a:xfrm>
                <a:off x="1881188" y="1441979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625" y="0"/>
                    </a:moveTo>
                    <a:cubicBezTo>
                      <a:pt x="625" y="344"/>
                      <a:pt x="625" y="688"/>
                      <a:pt x="625" y="1042"/>
                    </a:cubicBezTo>
                    <a:cubicBezTo>
                      <a:pt x="419" y="1042"/>
                      <a:pt x="213" y="1042"/>
                      <a:pt x="0" y="1042"/>
                    </a:cubicBezTo>
                    <a:cubicBezTo>
                      <a:pt x="29" y="907"/>
                      <a:pt x="60" y="772"/>
                      <a:pt x="91" y="638"/>
                    </a:cubicBezTo>
                    <a:cubicBezTo>
                      <a:pt x="99" y="600"/>
                      <a:pt x="107" y="562"/>
                      <a:pt x="116" y="523"/>
                    </a:cubicBezTo>
                    <a:cubicBezTo>
                      <a:pt x="192" y="203"/>
                      <a:pt x="259" y="0"/>
                      <a:pt x="625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37" name="ICON_A_EEG_WAVE_GRAPHIC_path_248"/>
              <p:cNvSpPr/>
              <p:nvPr/>
            </p:nvSpPr>
            <p:spPr>
              <a:xfrm>
                <a:off x="1690227" y="1443667"/>
                <a:ext cx="11044" cy="11644"/>
              </a:xfrm>
              <a:custGeom>
                <a:avLst/>
                <a:gdLst/>
                <a:ahLst/>
                <a:cxnLst/>
                <a:rect l="0" t="0" r="r" b="b"/>
                <a:pathLst>
                  <a:path w="870" h="917" fill="norm" stroke="0">
                    <a:moveTo>
                      <a:pt x="36" y="75"/>
                    </a:moveTo>
                    <a:cubicBezTo>
                      <a:pt x="480" y="0"/>
                      <a:pt x="480" y="0"/>
                      <a:pt x="661" y="75"/>
                    </a:cubicBezTo>
                    <a:cubicBezTo>
                      <a:pt x="801" y="247"/>
                      <a:pt x="833" y="487"/>
                      <a:pt x="870" y="700"/>
                    </a:cubicBezTo>
                    <a:cubicBezTo>
                      <a:pt x="699" y="819"/>
                      <a:pt x="546" y="917"/>
                      <a:pt x="332" y="898"/>
                    </a:cubicBezTo>
                    <a:cubicBezTo>
                      <a:pt x="198" y="849"/>
                      <a:pt x="128" y="812"/>
                      <a:pt x="36" y="700"/>
                    </a:cubicBezTo>
                    <a:cubicBezTo>
                      <a:pt x="0" y="487"/>
                      <a:pt x="12" y="290"/>
                      <a:pt x="36" y="75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38" name="ICON_A_EEG_WAVE_GRAPHIC_path_249"/>
              <p:cNvSpPr/>
              <p:nvPr/>
            </p:nvSpPr>
            <p:spPr>
              <a:xfrm>
                <a:off x="2386542" y="1436688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19"/>
                      <a:pt x="0" y="213"/>
                      <a:pt x="0" y="0"/>
                    </a:cubicBezTo>
                    <a:close/>
                  </a:path>
                </a:pathLst>
              </a:custGeom>
              <a:solidFill>
                <a:srgbClr val="B095D6"/>
              </a:solidFill>
              <a:ln w="2646" cap="flat">
                <a:noFill/>
              </a:ln>
            </p:spPr>
          </p:sp>
          <p:sp>
            <p:nvSpPr>
              <p:cNvPr id="3439" name="ICON_A_EEG_WAVE_GRAPHIC_path_250"/>
              <p:cNvSpPr/>
              <p:nvPr/>
            </p:nvSpPr>
            <p:spPr>
              <a:xfrm>
                <a:off x="2039477" y="1435730"/>
                <a:ext cx="11044" cy="11644"/>
              </a:xfrm>
              <a:custGeom>
                <a:avLst/>
                <a:gdLst/>
                <a:ahLst/>
                <a:cxnLst/>
                <a:rect l="0" t="0" r="r" b="b"/>
                <a:pathLst>
                  <a:path w="870" h="917" fill="norm" stroke="0">
                    <a:moveTo>
                      <a:pt x="36" y="75"/>
                    </a:moveTo>
                    <a:cubicBezTo>
                      <a:pt x="480" y="0"/>
                      <a:pt x="480" y="0"/>
                      <a:pt x="661" y="75"/>
                    </a:cubicBezTo>
                    <a:cubicBezTo>
                      <a:pt x="801" y="247"/>
                      <a:pt x="833" y="487"/>
                      <a:pt x="870" y="700"/>
                    </a:cubicBezTo>
                    <a:cubicBezTo>
                      <a:pt x="699" y="819"/>
                      <a:pt x="546" y="917"/>
                      <a:pt x="332" y="898"/>
                    </a:cubicBezTo>
                    <a:cubicBezTo>
                      <a:pt x="198" y="849"/>
                      <a:pt x="128" y="812"/>
                      <a:pt x="36" y="700"/>
                    </a:cubicBezTo>
                    <a:cubicBezTo>
                      <a:pt x="0" y="487"/>
                      <a:pt x="12" y="290"/>
                      <a:pt x="36" y="75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40" name="ICON_A_EEG_WAVE_GRAPHIC_path_251"/>
              <p:cNvSpPr/>
              <p:nvPr/>
            </p:nvSpPr>
            <p:spPr>
              <a:xfrm>
                <a:off x="1926063" y="1436012"/>
                <a:ext cx="11644" cy="11258"/>
              </a:xfrm>
              <a:custGeom>
                <a:avLst/>
                <a:gdLst/>
                <a:ahLst/>
                <a:cxnLst/>
                <a:rect l="0" t="0" r="r" b="b"/>
                <a:pathLst>
                  <a:path w="917" h="886" fill="norm" stroke="0">
                    <a:moveTo>
                      <a:pt x="712" y="39"/>
                    </a:moveTo>
                    <a:cubicBezTo>
                      <a:pt x="755" y="43"/>
                      <a:pt x="798" y="48"/>
                      <a:pt x="841" y="53"/>
                    </a:cubicBezTo>
                    <a:cubicBezTo>
                      <a:pt x="917" y="497"/>
                      <a:pt x="917" y="497"/>
                      <a:pt x="841" y="678"/>
                    </a:cubicBezTo>
                    <a:cubicBezTo>
                      <a:pt x="670" y="819"/>
                      <a:pt x="429" y="850"/>
                      <a:pt x="216" y="886"/>
                    </a:cubicBezTo>
                    <a:cubicBezTo>
                      <a:pt x="98" y="715"/>
                      <a:pt x="0" y="563"/>
                      <a:pt x="19" y="349"/>
                    </a:cubicBezTo>
                    <a:cubicBezTo>
                      <a:pt x="146" y="0"/>
                      <a:pt x="385" y="12"/>
                      <a:pt x="712" y="3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41" name="ICON_A_EEG_WAVE_GRAPHIC_path_252"/>
              <p:cNvSpPr/>
              <p:nvPr/>
            </p:nvSpPr>
            <p:spPr>
              <a:xfrm>
                <a:off x="1634343" y="1314433"/>
                <a:ext cx="11385" cy="11766"/>
              </a:xfrm>
              <a:custGeom>
                <a:avLst/>
                <a:gdLst/>
                <a:ahLst/>
                <a:cxnLst/>
                <a:rect l="0" t="0" r="r" b="b"/>
                <a:pathLst>
                  <a:path w="896" h="926" fill="norm" stroke="0">
                    <a:moveTo>
                      <a:pt x="726" y="212"/>
                    </a:moveTo>
                    <a:cubicBezTo>
                      <a:pt x="833" y="327"/>
                      <a:pt x="894" y="419"/>
                      <a:pt x="896" y="581"/>
                    </a:cubicBezTo>
                    <a:cubicBezTo>
                      <a:pt x="846" y="721"/>
                      <a:pt x="805" y="786"/>
                      <a:pt x="686" y="876"/>
                    </a:cubicBezTo>
                    <a:cubicBezTo>
                      <a:pt x="482" y="926"/>
                      <a:pt x="269" y="900"/>
                      <a:pt x="61" y="876"/>
                    </a:cubicBezTo>
                    <a:cubicBezTo>
                      <a:pt x="0" y="332"/>
                      <a:pt x="0" y="332"/>
                      <a:pt x="140" y="149"/>
                    </a:cubicBezTo>
                    <a:cubicBezTo>
                      <a:pt x="372" y="0"/>
                      <a:pt x="528" y="27"/>
                      <a:pt x="726" y="212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42" name="ICON_A_EEG_WAVE_GRAPHIC_path_253"/>
              <p:cNvSpPr/>
              <p:nvPr/>
            </p:nvSpPr>
            <p:spPr>
              <a:xfrm>
                <a:off x="2053167" y="1268986"/>
                <a:ext cx="13229" cy="8951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705" fill="norm" stroke="0">
                    <a:moveTo>
                      <a:pt x="436" y="4"/>
                    </a:moveTo>
                    <a:cubicBezTo>
                      <a:pt x="582" y="0"/>
                      <a:pt x="705" y="5"/>
                      <a:pt x="833" y="80"/>
                    </a:cubicBezTo>
                    <a:cubicBezTo>
                      <a:pt x="973" y="263"/>
                      <a:pt x="995" y="483"/>
                      <a:pt x="1042" y="705"/>
                    </a:cubicBezTo>
                    <a:cubicBezTo>
                      <a:pt x="698" y="705"/>
                      <a:pt x="354" y="705"/>
                      <a:pt x="0" y="705"/>
                    </a:cubicBezTo>
                    <a:cubicBezTo>
                      <a:pt x="137" y="49"/>
                      <a:pt x="137" y="49"/>
                      <a:pt x="436" y="4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43" name="ICON_A_EEG_WAVE_GRAPHIC_path_254"/>
              <p:cNvSpPr/>
              <p:nvPr/>
            </p:nvSpPr>
            <p:spPr>
              <a:xfrm>
                <a:off x="2714625" y="1100667"/>
                <a:ext cx="7938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833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25" y="275"/>
                      <a:pt x="625" y="550"/>
                      <a:pt x="625" y="833"/>
                    </a:cubicBezTo>
                    <a:cubicBezTo>
                      <a:pt x="419" y="833"/>
                      <a:pt x="213" y="833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646" cap="flat">
                <a:noFill/>
              </a:ln>
            </p:spPr>
          </p:sp>
          <p:sp>
            <p:nvSpPr>
              <p:cNvPr id="3444" name="ICON_A_EEG_WAVE_GRAPHIC_path_255"/>
              <p:cNvSpPr/>
              <p:nvPr/>
            </p:nvSpPr>
            <p:spPr>
              <a:xfrm>
                <a:off x="2505604" y="928688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710" y="703"/>
                      <a:pt x="656" y="726"/>
                      <a:pt x="521" y="755"/>
                    </a:cubicBezTo>
                    <a:cubicBezTo>
                      <a:pt x="418" y="781"/>
                      <a:pt x="315" y="807"/>
                      <a:pt x="208" y="833"/>
                    </a:cubicBezTo>
                    <a:cubicBezTo>
                      <a:pt x="140" y="558"/>
                      <a:pt x="71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45" name="ICON_A_EEG_WAVE_GRAPHIC_path_256"/>
              <p:cNvSpPr/>
              <p:nvPr/>
            </p:nvSpPr>
            <p:spPr>
              <a:xfrm>
                <a:off x="2325688" y="928688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208" y="0"/>
                    </a:moveTo>
                    <a:cubicBezTo>
                      <a:pt x="415" y="0"/>
                      <a:pt x="621" y="0"/>
                      <a:pt x="833" y="0"/>
                    </a:cubicBezTo>
                    <a:cubicBezTo>
                      <a:pt x="711" y="565"/>
                      <a:pt x="711" y="565"/>
                      <a:pt x="554" y="675"/>
                    </a:cubicBezTo>
                    <a:cubicBezTo>
                      <a:pt x="372" y="759"/>
                      <a:pt x="199" y="790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46" name="ICON_A_EEG_WAVE_GRAPHIC_path_257"/>
              <p:cNvSpPr/>
              <p:nvPr/>
            </p:nvSpPr>
            <p:spPr>
              <a:xfrm>
                <a:off x="1539237" y="926042"/>
                <a:ext cx="8575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75" h="1042" fill="norm" stroke="0">
                    <a:moveTo>
                      <a:pt x="467" y="0"/>
                    </a:moveTo>
                    <a:cubicBezTo>
                      <a:pt x="536" y="275"/>
                      <a:pt x="604" y="550"/>
                      <a:pt x="675" y="833"/>
                    </a:cubicBezTo>
                    <a:cubicBezTo>
                      <a:pt x="469" y="902"/>
                      <a:pt x="263" y="971"/>
                      <a:pt x="50" y="1042"/>
                    </a:cubicBezTo>
                    <a:cubicBezTo>
                      <a:pt x="0" y="442"/>
                      <a:pt x="0" y="442"/>
                      <a:pt x="50" y="208"/>
                    </a:cubicBezTo>
                    <a:cubicBezTo>
                      <a:pt x="184" y="62"/>
                      <a:pt x="270" y="49"/>
                      <a:pt x="467" y="0"/>
                    </a:cubicBezTo>
                    <a:close/>
                  </a:path>
                </a:pathLst>
              </a:custGeom>
              <a:solidFill>
                <a:srgbClr val="3977FF"/>
              </a:solidFill>
              <a:ln w="2646" cap="flat">
                <a:noFill/>
              </a:ln>
            </p:spPr>
          </p:sp>
          <p:sp>
            <p:nvSpPr>
              <p:cNvPr id="3447" name="ICON_A_EEG_WAVE_GRAPHIC_path_258"/>
              <p:cNvSpPr/>
              <p:nvPr/>
            </p:nvSpPr>
            <p:spPr>
              <a:xfrm>
                <a:off x="1500188" y="1492250"/>
                <a:ext cx="10583" cy="845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66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742" y="502"/>
                      <a:pt x="742" y="502"/>
                      <a:pt x="625" y="625"/>
                    </a:cubicBezTo>
                    <a:cubicBezTo>
                      <a:pt x="400" y="666"/>
                      <a:pt x="234" y="645"/>
                      <a:pt x="0" y="625"/>
                    </a:cubicBezTo>
                    <a:cubicBezTo>
                      <a:pt x="0" y="419"/>
                      <a:pt x="0" y="21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48" name="ICON_A_EEG_WAVE_GRAPHIC_path_259"/>
              <p:cNvSpPr/>
              <p:nvPr/>
            </p:nvSpPr>
            <p:spPr>
              <a:xfrm>
                <a:off x="1801812" y="1473729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0" y="0"/>
                    </a:moveTo>
                    <a:cubicBezTo>
                      <a:pt x="206" y="69"/>
                      <a:pt x="412" y="138"/>
                      <a:pt x="625" y="208"/>
                    </a:cubicBezTo>
                    <a:cubicBezTo>
                      <a:pt x="561" y="348"/>
                      <a:pt x="496" y="486"/>
                      <a:pt x="430" y="625"/>
                    </a:cubicBezTo>
                    <a:cubicBezTo>
                      <a:pt x="411" y="665"/>
                      <a:pt x="393" y="705"/>
                      <a:pt x="375" y="745"/>
                    </a:cubicBezTo>
                    <a:cubicBezTo>
                      <a:pt x="357" y="783"/>
                      <a:pt x="339" y="821"/>
                      <a:pt x="320" y="859"/>
                    </a:cubicBezTo>
                    <a:cubicBezTo>
                      <a:pt x="304" y="894"/>
                      <a:pt x="287" y="929"/>
                      <a:pt x="270" y="965"/>
                    </a:cubicBezTo>
                    <a:cubicBezTo>
                      <a:pt x="250" y="990"/>
                      <a:pt x="229" y="1016"/>
                      <a:pt x="208" y="1042"/>
                    </a:cubicBezTo>
                    <a:cubicBezTo>
                      <a:pt x="140" y="1042"/>
                      <a:pt x="71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49" name="ICON_A_EEG_WAVE_GRAPHIC_path_260"/>
              <p:cNvSpPr/>
              <p:nvPr/>
            </p:nvSpPr>
            <p:spPr>
              <a:xfrm>
                <a:off x="1714500" y="1476375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765" y="311"/>
                      <a:pt x="765" y="311"/>
                      <a:pt x="417" y="833"/>
                    </a:cubicBezTo>
                    <a:cubicBezTo>
                      <a:pt x="279" y="558"/>
                      <a:pt x="142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50" name="ICON_A_EEG_WAVE_GRAPHIC_path_261"/>
              <p:cNvSpPr/>
              <p:nvPr/>
            </p:nvSpPr>
            <p:spPr>
              <a:xfrm>
                <a:off x="2738438" y="1468438"/>
                <a:ext cx="10583" cy="845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66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742" y="502"/>
                      <a:pt x="742" y="502"/>
                      <a:pt x="625" y="625"/>
                    </a:cubicBezTo>
                    <a:cubicBezTo>
                      <a:pt x="400" y="666"/>
                      <a:pt x="234" y="645"/>
                      <a:pt x="0" y="625"/>
                    </a:cubicBezTo>
                    <a:cubicBezTo>
                      <a:pt x="0" y="419"/>
                      <a:pt x="0" y="21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51" name="ICON_A_EEG_WAVE_GRAPHIC_path_262"/>
              <p:cNvSpPr/>
              <p:nvPr/>
            </p:nvSpPr>
            <p:spPr>
              <a:xfrm>
                <a:off x="1873250" y="1465792"/>
                <a:ext cx="845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66" h="833" fill="norm" stroke="0">
                    <a:moveTo>
                      <a:pt x="208" y="0"/>
                    </a:moveTo>
                    <a:cubicBezTo>
                      <a:pt x="502" y="92"/>
                      <a:pt x="502" y="92"/>
                      <a:pt x="625" y="208"/>
                    </a:cubicBezTo>
                    <a:cubicBezTo>
                      <a:pt x="666" y="433"/>
                      <a:pt x="645" y="599"/>
                      <a:pt x="625" y="833"/>
                    </a:cubicBezTo>
                    <a:cubicBezTo>
                      <a:pt x="419" y="833"/>
                      <a:pt x="213" y="833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52" name="ICON_A_EEG_WAVE_GRAPHIC_path_263"/>
              <p:cNvSpPr/>
              <p:nvPr/>
            </p:nvSpPr>
            <p:spPr>
              <a:xfrm>
                <a:off x="1507659" y="1465792"/>
                <a:ext cx="840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62" h="833" fill="norm" stroke="0">
                    <a:moveTo>
                      <a:pt x="453" y="0"/>
                    </a:moveTo>
                    <a:cubicBezTo>
                      <a:pt x="522" y="275"/>
                      <a:pt x="591" y="550"/>
                      <a:pt x="662" y="833"/>
                    </a:cubicBezTo>
                    <a:cubicBezTo>
                      <a:pt x="455" y="833"/>
                      <a:pt x="249" y="833"/>
                      <a:pt x="37" y="833"/>
                    </a:cubicBezTo>
                    <a:cubicBezTo>
                      <a:pt x="0" y="411"/>
                      <a:pt x="0" y="411"/>
                      <a:pt x="37" y="208"/>
                    </a:cubicBezTo>
                    <a:cubicBezTo>
                      <a:pt x="170" y="82"/>
                      <a:pt x="274" y="56"/>
                      <a:pt x="453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53" name="ICON_A_EEG_WAVE_GRAPHIC_path_264"/>
              <p:cNvSpPr/>
              <p:nvPr/>
            </p:nvSpPr>
            <p:spPr>
              <a:xfrm>
                <a:off x="2270125" y="1457854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0" y="0"/>
                    </a:moveTo>
                    <a:cubicBezTo>
                      <a:pt x="206" y="69"/>
                      <a:pt x="412" y="138"/>
                      <a:pt x="625" y="208"/>
                    </a:cubicBezTo>
                    <a:cubicBezTo>
                      <a:pt x="561" y="348"/>
                      <a:pt x="496" y="486"/>
                      <a:pt x="430" y="625"/>
                    </a:cubicBezTo>
                    <a:cubicBezTo>
                      <a:pt x="411" y="665"/>
                      <a:pt x="393" y="705"/>
                      <a:pt x="375" y="745"/>
                    </a:cubicBezTo>
                    <a:cubicBezTo>
                      <a:pt x="357" y="783"/>
                      <a:pt x="339" y="821"/>
                      <a:pt x="320" y="859"/>
                    </a:cubicBezTo>
                    <a:cubicBezTo>
                      <a:pt x="304" y="894"/>
                      <a:pt x="287" y="929"/>
                      <a:pt x="270" y="965"/>
                    </a:cubicBezTo>
                    <a:cubicBezTo>
                      <a:pt x="250" y="990"/>
                      <a:pt x="229" y="1016"/>
                      <a:pt x="208" y="1042"/>
                    </a:cubicBezTo>
                    <a:cubicBezTo>
                      <a:pt x="140" y="1042"/>
                      <a:pt x="71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54" name="ICON_A_EEG_WAVE_GRAPHIC_path_265"/>
              <p:cNvSpPr/>
              <p:nvPr/>
            </p:nvSpPr>
            <p:spPr>
              <a:xfrm>
                <a:off x="2600854" y="1452262"/>
                <a:ext cx="10583" cy="10885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57" fill="norm" stroke="0">
                    <a:moveTo>
                      <a:pt x="289" y="0"/>
                    </a:moveTo>
                    <a:cubicBezTo>
                      <a:pt x="314" y="1"/>
                      <a:pt x="340" y="2"/>
                      <a:pt x="365" y="3"/>
                    </a:cubicBezTo>
                    <a:cubicBezTo>
                      <a:pt x="390" y="4"/>
                      <a:pt x="415" y="4"/>
                      <a:pt x="441" y="5"/>
                    </a:cubicBezTo>
                    <a:cubicBezTo>
                      <a:pt x="471" y="7"/>
                      <a:pt x="502" y="9"/>
                      <a:pt x="534" y="11"/>
                    </a:cubicBezTo>
                    <a:cubicBezTo>
                      <a:pt x="633" y="15"/>
                      <a:pt x="731" y="19"/>
                      <a:pt x="833" y="24"/>
                    </a:cubicBezTo>
                    <a:cubicBezTo>
                      <a:pt x="696" y="299"/>
                      <a:pt x="558" y="574"/>
                      <a:pt x="417" y="857"/>
                    </a:cubicBezTo>
                    <a:cubicBezTo>
                      <a:pt x="279" y="651"/>
                      <a:pt x="142" y="445"/>
                      <a:pt x="0" y="232"/>
                    </a:cubicBezTo>
                    <a:cubicBezTo>
                      <a:pt x="208" y="24"/>
                      <a:pt x="208" y="24"/>
                      <a:pt x="289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55" name="ICON_A_EEG_WAVE_GRAPHIC_path_266"/>
              <p:cNvSpPr/>
              <p:nvPr/>
            </p:nvSpPr>
            <p:spPr>
              <a:xfrm>
                <a:off x="2492375" y="1452562"/>
                <a:ext cx="8726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87" h="833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87" y="476"/>
                      <a:pt x="687" y="476"/>
                      <a:pt x="625" y="625"/>
                    </a:cubicBezTo>
                    <a:cubicBezTo>
                      <a:pt x="449" y="768"/>
                      <a:pt x="215" y="789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56" name="ICON_A_EEG_WAVE_GRAPHIC_path_267"/>
              <p:cNvSpPr/>
              <p:nvPr/>
            </p:nvSpPr>
            <p:spPr>
              <a:xfrm>
                <a:off x="1729859" y="1444625"/>
                <a:ext cx="845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66" h="833" fill="norm" stroke="0">
                    <a:moveTo>
                      <a:pt x="41" y="0"/>
                    </a:moveTo>
                    <a:cubicBezTo>
                      <a:pt x="247" y="0"/>
                      <a:pt x="453" y="0"/>
                      <a:pt x="666" y="0"/>
                    </a:cubicBezTo>
                    <a:cubicBezTo>
                      <a:pt x="597" y="275"/>
                      <a:pt x="528" y="550"/>
                      <a:pt x="457" y="833"/>
                    </a:cubicBezTo>
                    <a:cubicBezTo>
                      <a:pt x="164" y="742"/>
                      <a:pt x="164" y="742"/>
                      <a:pt x="41" y="625"/>
                    </a:cubicBezTo>
                    <a:cubicBezTo>
                      <a:pt x="0" y="400"/>
                      <a:pt x="20" y="234"/>
                      <a:pt x="41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57" name="ICON_A_EEG_WAVE_GRAPHIC_path_268"/>
              <p:cNvSpPr/>
              <p:nvPr/>
            </p:nvSpPr>
            <p:spPr>
              <a:xfrm>
                <a:off x="2704042" y="1436688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558" y="556"/>
                      <a:pt x="283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58" name="ICON_A_EEG_WAVE_GRAPHIC_path_269"/>
              <p:cNvSpPr/>
              <p:nvPr/>
            </p:nvSpPr>
            <p:spPr>
              <a:xfrm>
                <a:off x="2119312" y="1435899"/>
                <a:ext cx="10583" cy="8726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87" fill="norm" stroke="0">
                    <a:moveTo>
                      <a:pt x="0" y="62"/>
                    </a:moveTo>
                    <a:cubicBezTo>
                      <a:pt x="476" y="0"/>
                      <a:pt x="476" y="0"/>
                      <a:pt x="625" y="62"/>
                    </a:cubicBezTo>
                    <a:cubicBezTo>
                      <a:pt x="768" y="238"/>
                      <a:pt x="789" y="472"/>
                      <a:pt x="833" y="687"/>
                    </a:cubicBezTo>
                    <a:cubicBezTo>
                      <a:pt x="558" y="687"/>
                      <a:pt x="283" y="687"/>
                      <a:pt x="0" y="687"/>
                    </a:cubicBezTo>
                    <a:cubicBezTo>
                      <a:pt x="0" y="481"/>
                      <a:pt x="0" y="275"/>
                      <a:pt x="0" y="62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59" name="ICON_A_EEG_WAVE_GRAPHIC_path_270"/>
              <p:cNvSpPr/>
              <p:nvPr/>
            </p:nvSpPr>
            <p:spPr>
              <a:xfrm>
                <a:off x="1658938" y="1420024"/>
                <a:ext cx="10583" cy="8726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87" fill="norm" stroke="0">
                    <a:moveTo>
                      <a:pt x="0" y="62"/>
                    </a:moveTo>
                    <a:cubicBezTo>
                      <a:pt x="476" y="0"/>
                      <a:pt x="476" y="0"/>
                      <a:pt x="625" y="62"/>
                    </a:cubicBezTo>
                    <a:cubicBezTo>
                      <a:pt x="768" y="238"/>
                      <a:pt x="789" y="472"/>
                      <a:pt x="833" y="687"/>
                    </a:cubicBezTo>
                    <a:cubicBezTo>
                      <a:pt x="558" y="687"/>
                      <a:pt x="283" y="687"/>
                      <a:pt x="0" y="687"/>
                    </a:cubicBezTo>
                    <a:cubicBezTo>
                      <a:pt x="0" y="481"/>
                      <a:pt x="0" y="275"/>
                      <a:pt x="0" y="62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60" name="ICON_A_EEG_WAVE_GRAPHIC_path_271"/>
              <p:cNvSpPr/>
              <p:nvPr/>
            </p:nvSpPr>
            <p:spPr>
              <a:xfrm>
                <a:off x="2426229" y="1412875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558" y="556"/>
                      <a:pt x="283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61" name="ICON_A_EEG_WAVE_GRAPHIC_path_272"/>
              <p:cNvSpPr/>
              <p:nvPr/>
            </p:nvSpPr>
            <p:spPr>
              <a:xfrm>
                <a:off x="2362729" y="1341438"/>
                <a:ext cx="10583" cy="8726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87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2"/>
                      <a:pt x="833" y="625"/>
                    </a:cubicBezTo>
                    <a:cubicBezTo>
                      <a:pt x="357" y="687"/>
                      <a:pt x="357" y="687"/>
                      <a:pt x="208" y="625"/>
                    </a:cubicBezTo>
                    <a:cubicBezTo>
                      <a:pt x="65" y="449"/>
                      <a:pt x="45" y="215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62" name="ICON_A_EEG_WAVE_GRAPHIC_path_273"/>
              <p:cNvSpPr/>
              <p:nvPr/>
            </p:nvSpPr>
            <p:spPr>
              <a:xfrm>
                <a:off x="2291292" y="1341438"/>
                <a:ext cx="10583" cy="8726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87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2"/>
                      <a:pt x="833" y="625"/>
                    </a:cubicBezTo>
                    <a:cubicBezTo>
                      <a:pt x="357" y="687"/>
                      <a:pt x="357" y="687"/>
                      <a:pt x="208" y="625"/>
                    </a:cubicBezTo>
                    <a:cubicBezTo>
                      <a:pt x="65" y="449"/>
                      <a:pt x="45" y="215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63" name="ICON_A_EEG_WAVE_GRAPHIC_path_274"/>
              <p:cNvSpPr/>
              <p:nvPr/>
            </p:nvSpPr>
            <p:spPr>
              <a:xfrm>
                <a:off x="1865312" y="1341438"/>
                <a:ext cx="10583" cy="845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66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742" y="502"/>
                      <a:pt x="742" y="502"/>
                      <a:pt x="625" y="625"/>
                    </a:cubicBezTo>
                    <a:cubicBezTo>
                      <a:pt x="400" y="666"/>
                      <a:pt x="234" y="645"/>
                      <a:pt x="0" y="625"/>
                    </a:cubicBezTo>
                    <a:cubicBezTo>
                      <a:pt x="0" y="419"/>
                      <a:pt x="0" y="21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64" name="ICON_A_EEG_WAVE_GRAPHIC_path_275"/>
              <p:cNvSpPr/>
              <p:nvPr/>
            </p:nvSpPr>
            <p:spPr>
              <a:xfrm>
                <a:off x="1881188" y="1317625"/>
                <a:ext cx="8726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87" h="833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87" y="476"/>
                      <a:pt x="687" y="476"/>
                      <a:pt x="625" y="625"/>
                    </a:cubicBezTo>
                    <a:cubicBezTo>
                      <a:pt x="449" y="768"/>
                      <a:pt x="215" y="789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65" name="ICON_A_EEG_WAVE_GRAPHIC_path_276"/>
              <p:cNvSpPr/>
              <p:nvPr/>
            </p:nvSpPr>
            <p:spPr>
              <a:xfrm>
                <a:off x="1492250" y="1314979"/>
                <a:ext cx="9001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709" h="833" fill="norm" stroke="0">
                    <a:moveTo>
                      <a:pt x="0" y="0"/>
                    </a:moveTo>
                    <a:cubicBezTo>
                      <a:pt x="496" y="103"/>
                      <a:pt x="496" y="103"/>
                      <a:pt x="625" y="208"/>
                    </a:cubicBezTo>
                    <a:cubicBezTo>
                      <a:pt x="709" y="410"/>
                      <a:pt x="652" y="624"/>
                      <a:pt x="625" y="833"/>
                    </a:cubicBezTo>
                    <a:cubicBezTo>
                      <a:pt x="419" y="833"/>
                      <a:pt x="213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66" name="ICON_A_EEG_WAVE_GRAPHIC_path_277"/>
              <p:cNvSpPr/>
              <p:nvPr/>
            </p:nvSpPr>
            <p:spPr>
              <a:xfrm>
                <a:off x="1602909" y="1307042"/>
                <a:ext cx="840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62" h="833" fill="norm" stroke="0">
                    <a:moveTo>
                      <a:pt x="453" y="0"/>
                    </a:moveTo>
                    <a:cubicBezTo>
                      <a:pt x="522" y="275"/>
                      <a:pt x="591" y="550"/>
                      <a:pt x="662" y="833"/>
                    </a:cubicBezTo>
                    <a:cubicBezTo>
                      <a:pt x="455" y="833"/>
                      <a:pt x="249" y="833"/>
                      <a:pt x="37" y="833"/>
                    </a:cubicBezTo>
                    <a:cubicBezTo>
                      <a:pt x="0" y="411"/>
                      <a:pt x="0" y="411"/>
                      <a:pt x="37" y="208"/>
                    </a:cubicBezTo>
                    <a:cubicBezTo>
                      <a:pt x="170" y="82"/>
                      <a:pt x="274" y="56"/>
                      <a:pt x="453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67" name="ICON_A_EEG_WAVE_GRAPHIC_path_278"/>
              <p:cNvSpPr/>
              <p:nvPr/>
            </p:nvSpPr>
            <p:spPr>
              <a:xfrm>
                <a:off x="1865312" y="1291167"/>
                <a:ext cx="9001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709" h="833" fill="norm" stroke="0">
                    <a:moveTo>
                      <a:pt x="0" y="0"/>
                    </a:moveTo>
                    <a:cubicBezTo>
                      <a:pt x="496" y="103"/>
                      <a:pt x="496" y="103"/>
                      <a:pt x="625" y="208"/>
                    </a:cubicBezTo>
                    <a:cubicBezTo>
                      <a:pt x="709" y="410"/>
                      <a:pt x="652" y="624"/>
                      <a:pt x="625" y="833"/>
                    </a:cubicBezTo>
                    <a:cubicBezTo>
                      <a:pt x="419" y="833"/>
                      <a:pt x="213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68" name="ICON_A_EEG_WAVE_GRAPHIC_path_279"/>
              <p:cNvSpPr/>
              <p:nvPr/>
            </p:nvSpPr>
            <p:spPr>
              <a:xfrm>
                <a:off x="2245797" y="1277938"/>
                <a:ext cx="845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66" h="833" fill="norm" stroke="0">
                    <a:moveTo>
                      <a:pt x="41" y="0"/>
                    </a:moveTo>
                    <a:cubicBezTo>
                      <a:pt x="247" y="0"/>
                      <a:pt x="453" y="0"/>
                      <a:pt x="666" y="0"/>
                    </a:cubicBezTo>
                    <a:cubicBezTo>
                      <a:pt x="597" y="275"/>
                      <a:pt x="528" y="550"/>
                      <a:pt x="457" y="833"/>
                    </a:cubicBezTo>
                    <a:cubicBezTo>
                      <a:pt x="164" y="742"/>
                      <a:pt x="164" y="742"/>
                      <a:pt x="41" y="625"/>
                    </a:cubicBezTo>
                    <a:cubicBezTo>
                      <a:pt x="0" y="400"/>
                      <a:pt x="20" y="234"/>
                      <a:pt x="41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69" name="ICON_A_EEG_WAVE_GRAPHIC_path_280"/>
              <p:cNvSpPr/>
              <p:nvPr/>
            </p:nvSpPr>
            <p:spPr>
              <a:xfrm>
                <a:off x="1799168" y="1269616"/>
                <a:ext cx="10583" cy="83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55" fill="norm" stroke="0">
                    <a:moveTo>
                      <a:pt x="438" y="0"/>
                    </a:moveTo>
                    <a:cubicBezTo>
                      <a:pt x="570" y="6"/>
                      <a:pt x="702" y="19"/>
                      <a:pt x="833" y="30"/>
                    </a:cubicBezTo>
                    <a:cubicBezTo>
                      <a:pt x="833" y="236"/>
                      <a:pt x="833" y="443"/>
                      <a:pt x="833" y="655"/>
                    </a:cubicBezTo>
                    <a:cubicBezTo>
                      <a:pt x="558" y="586"/>
                      <a:pt x="283" y="518"/>
                      <a:pt x="0" y="447"/>
                    </a:cubicBezTo>
                    <a:cubicBezTo>
                      <a:pt x="136" y="10"/>
                      <a:pt x="136" y="10"/>
                      <a:pt x="43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70" name="ICON_A_EEG_WAVE_GRAPHIC_path_281"/>
              <p:cNvSpPr/>
              <p:nvPr/>
            </p:nvSpPr>
            <p:spPr>
              <a:xfrm>
                <a:off x="2005543" y="1229929"/>
                <a:ext cx="10583" cy="83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55" fill="norm" stroke="0">
                    <a:moveTo>
                      <a:pt x="438" y="0"/>
                    </a:moveTo>
                    <a:cubicBezTo>
                      <a:pt x="570" y="6"/>
                      <a:pt x="702" y="19"/>
                      <a:pt x="833" y="30"/>
                    </a:cubicBezTo>
                    <a:cubicBezTo>
                      <a:pt x="833" y="236"/>
                      <a:pt x="833" y="443"/>
                      <a:pt x="833" y="655"/>
                    </a:cubicBezTo>
                    <a:cubicBezTo>
                      <a:pt x="558" y="586"/>
                      <a:pt x="283" y="518"/>
                      <a:pt x="0" y="447"/>
                    </a:cubicBezTo>
                    <a:cubicBezTo>
                      <a:pt x="136" y="10"/>
                      <a:pt x="136" y="10"/>
                      <a:pt x="43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71" name="ICON_A_EEG_WAVE_GRAPHIC_path_282"/>
              <p:cNvSpPr/>
              <p:nvPr/>
            </p:nvSpPr>
            <p:spPr>
              <a:xfrm>
                <a:off x="2674938" y="960438"/>
                <a:ext cx="10583" cy="845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66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742" y="502"/>
                      <a:pt x="742" y="502"/>
                      <a:pt x="625" y="625"/>
                    </a:cubicBezTo>
                    <a:cubicBezTo>
                      <a:pt x="400" y="666"/>
                      <a:pt x="234" y="645"/>
                      <a:pt x="0" y="625"/>
                    </a:cubicBezTo>
                    <a:cubicBezTo>
                      <a:pt x="0" y="419"/>
                      <a:pt x="0" y="21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72" name="ICON_A_EEG_WAVE_GRAPHIC_path_283"/>
              <p:cNvSpPr/>
              <p:nvPr/>
            </p:nvSpPr>
            <p:spPr>
              <a:xfrm>
                <a:off x="1553104" y="960438"/>
                <a:ext cx="10583" cy="8726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87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2"/>
                      <a:pt x="833" y="625"/>
                    </a:cubicBezTo>
                    <a:cubicBezTo>
                      <a:pt x="358" y="687"/>
                      <a:pt x="358" y="687"/>
                      <a:pt x="208" y="625"/>
                    </a:cubicBezTo>
                    <a:cubicBezTo>
                      <a:pt x="65" y="449"/>
                      <a:pt x="45" y="215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73" name="ICON_A_EEG_WAVE_GRAPHIC_path_284"/>
              <p:cNvSpPr/>
              <p:nvPr/>
            </p:nvSpPr>
            <p:spPr>
              <a:xfrm>
                <a:off x="2426229" y="952500"/>
                <a:ext cx="13229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25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973" y="206"/>
                      <a:pt x="904" y="412"/>
                      <a:pt x="833" y="625"/>
                    </a:cubicBezTo>
                    <a:cubicBezTo>
                      <a:pt x="694" y="561"/>
                      <a:pt x="555" y="496"/>
                      <a:pt x="417" y="430"/>
                    </a:cubicBezTo>
                    <a:cubicBezTo>
                      <a:pt x="377" y="411"/>
                      <a:pt x="337" y="393"/>
                      <a:pt x="296" y="375"/>
                    </a:cubicBezTo>
                    <a:cubicBezTo>
                      <a:pt x="259" y="357"/>
                      <a:pt x="221" y="339"/>
                      <a:pt x="182" y="320"/>
                    </a:cubicBezTo>
                    <a:cubicBezTo>
                      <a:pt x="147" y="304"/>
                      <a:pt x="113" y="287"/>
                      <a:pt x="76" y="270"/>
                    </a:cubicBezTo>
                    <a:cubicBezTo>
                      <a:pt x="51" y="250"/>
                      <a:pt x="26" y="229"/>
                      <a:pt x="0" y="208"/>
                    </a:cubicBezTo>
                    <a:cubicBezTo>
                      <a:pt x="0" y="140"/>
                      <a:pt x="0" y="71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74" name="ICON_A_EEG_WAVE_GRAPHIC_path_285"/>
              <p:cNvSpPr/>
              <p:nvPr/>
            </p:nvSpPr>
            <p:spPr>
              <a:xfrm>
                <a:off x="2711979" y="944562"/>
                <a:ext cx="10583" cy="8726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87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2"/>
                      <a:pt x="833" y="625"/>
                    </a:cubicBezTo>
                    <a:cubicBezTo>
                      <a:pt x="357" y="687"/>
                      <a:pt x="357" y="687"/>
                      <a:pt x="208" y="625"/>
                    </a:cubicBezTo>
                    <a:cubicBezTo>
                      <a:pt x="65" y="449"/>
                      <a:pt x="45" y="215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75" name="ICON_A_EEG_WAVE_GRAPHIC_path_286"/>
              <p:cNvSpPr/>
              <p:nvPr/>
            </p:nvSpPr>
            <p:spPr>
              <a:xfrm>
                <a:off x="1688043" y="936241"/>
                <a:ext cx="10583" cy="83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55" fill="norm" stroke="0">
                    <a:moveTo>
                      <a:pt x="438" y="0"/>
                    </a:moveTo>
                    <a:cubicBezTo>
                      <a:pt x="570" y="6"/>
                      <a:pt x="702" y="19"/>
                      <a:pt x="833" y="30"/>
                    </a:cubicBezTo>
                    <a:cubicBezTo>
                      <a:pt x="833" y="236"/>
                      <a:pt x="833" y="443"/>
                      <a:pt x="833" y="655"/>
                    </a:cubicBezTo>
                    <a:cubicBezTo>
                      <a:pt x="558" y="586"/>
                      <a:pt x="283" y="518"/>
                      <a:pt x="0" y="447"/>
                    </a:cubicBezTo>
                    <a:cubicBezTo>
                      <a:pt x="136" y="10"/>
                      <a:pt x="136" y="10"/>
                      <a:pt x="43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76" name="ICON_A_EEG_WAVE_GRAPHIC_path_287"/>
              <p:cNvSpPr/>
              <p:nvPr/>
            </p:nvSpPr>
            <p:spPr>
              <a:xfrm>
                <a:off x="1975922" y="928688"/>
                <a:ext cx="845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66" h="833" fill="norm" stroke="0">
                    <a:moveTo>
                      <a:pt x="41" y="0"/>
                    </a:moveTo>
                    <a:cubicBezTo>
                      <a:pt x="247" y="0"/>
                      <a:pt x="453" y="0"/>
                      <a:pt x="666" y="0"/>
                    </a:cubicBezTo>
                    <a:cubicBezTo>
                      <a:pt x="597" y="275"/>
                      <a:pt x="528" y="550"/>
                      <a:pt x="457" y="833"/>
                    </a:cubicBezTo>
                    <a:cubicBezTo>
                      <a:pt x="164" y="742"/>
                      <a:pt x="164" y="742"/>
                      <a:pt x="41" y="625"/>
                    </a:cubicBezTo>
                    <a:cubicBezTo>
                      <a:pt x="0" y="400"/>
                      <a:pt x="20" y="234"/>
                      <a:pt x="41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77" name="ICON_A_EEG_WAVE_GRAPHIC_path_288"/>
              <p:cNvSpPr/>
              <p:nvPr/>
            </p:nvSpPr>
            <p:spPr>
              <a:xfrm>
                <a:off x="2211917" y="920750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558" y="556"/>
                      <a:pt x="283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478" name="ICON_A_EEG_WAVE_GRAPHIC_path_289"/>
              <p:cNvSpPr/>
              <p:nvPr/>
            </p:nvSpPr>
            <p:spPr>
              <a:xfrm>
                <a:off x="2275418" y="912429"/>
                <a:ext cx="10583" cy="83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55" fill="norm" stroke="0">
                    <a:moveTo>
                      <a:pt x="438" y="0"/>
                    </a:moveTo>
                    <a:cubicBezTo>
                      <a:pt x="570" y="6"/>
                      <a:pt x="702" y="19"/>
                      <a:pt x="833" y="30"/>
                    </a:cubicBezTo>
                    <a:cubicBezTo>
                      <a:pt x="833" y="236"/>
                      <a:pt x="833" y="443"/>
                      <a:pt x="833" y="655"/>
                    </a:cubicBezTo>
                    <a:cubicBezTo>
                      <a:pt x="558" y="586"/>
                      <a:pt x="283" y="518"/>
                      <a:pt x="0" y="447"/>
                    </a:cubicBezTo>
                    <a:cubicBezTo>
                      <a:pt x="136" y="10"/>
                      <a:pt x="136" y="10"/>
                      <a:pt x="43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</p:grpSp>
        <p:sp>
          <p:nvSpPr>
            <p:cNvPr id="268" name="TXT_001"/>
            <p:cNvSpPr txBox="1"/>
            <p:nvPr/>
          </p:nvSpPr>
          <p:spPr>
            <a:xfrm>
              <a:off x="1555750" y="515938"/>
              <a:ext cx="1492250" cy="20637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375" b="1" i="0" spc="0" lang="en-US">
                  <a:solidFill>
                    <a:srgbClr val="CF0077"/>
                  </a:solidFill>
                  <a:latin typeface="Source Sans Pro"/>
                  <a:ea typeface="微软雅黑"/>
                </a:defRPr>
              </a:pPr>
              <a:r>
                <a:rPr sz="1375" b="1" i="0" spc="0" lang="en-US">
                  <a:solidFill>
                    <a:srgbClr val="CF0077"/>
                  </a:solidFill>
                  <a:latin typeface="Source Sans Pro"/>
                  <a:ea typeface="微软雅黑"/>
                </a:rPr>
                <a:t>Task &amp; workspace</a:t>
              </a:r>
              <a:endParaRPr sz="1375" b="1" i="0" spc="0" lang="en-US">
                <a:solidFill>
                  <a:srgbClr val="CF0077"/>
                </a:solidFill>
                <a:latin typeface="Source Sans Pro"/>
                <a:ea typeface="微软雅黑"/>
              </a:endParaRPr>
            </a:p>
          </p:txBody>
        </p:sp>
        <p:sp>
          <p:nvSpPr>
            <p:cNvPr id="272" name="TXT_006"/>
            <p:cNvSpPr txBox="1"/>
            <p:nvPr/>
          </p:nvSpPr>
          <p:spPr>
            <a:xfrm>
              <a:off x="3254375" y="833438"/>
              <a:ext cx="825500" cy="19050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EEG recordings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73" name="TXT_007"/>
            <p:cNvSpPr txBox="1"/>
            <p:nvPr/>
          </p:nvSpPr>
          <p:spPr>
            <a:xfrm>
              <a:off x="1309688" y="928688"/>
              <a:ext cx="174625" cy="952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Fz</a:t>
              </a:r>
              <a:endParaRPr sz="700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78" name="TXT_012"/>
            <p:cNvSpPr txBox="1"/>
            <p:nvPr/>
          </p:nvSpPr>
          <p:spPr>
            <a:xfrm>
              <a:off x="1317625" y="1087438"/>
              <a:ext cx="166688" cy="10318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Cz</a:t>
              </a:r>
              <a:endParaRPr sz="700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79" name="TXT_013"/>
            <p:cNvSpPr txBox="1"/>
            <p:nvPr/>
          </p:nvSpPr>
          <p:spPr>
            <a:xfrm>
              <a:off x="3294062" y="1143000"/>
              <a:ext cx="777875" cy="13493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844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844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Optional video</a:t>
              </a:r>
              <a:endParaRPr sz="844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82" name="TXT_016"/>
            <p:cNvSpPr txBox="1"/>
            <p:nvPr/>
          </p:nvSpPr>
          <p:spPr>
            <a:xfrm>
              <a:off x="1309688" y="1246188"/>
              <a:ext cx="174625" cy="11112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Pz</a:t>
              </a:r>
              <a:endParaRPr sz="700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84" name="TXT_018"/>
            <p:cNvSpPr txBox="1"/>
            <p:nvPr/>
          </p:nvSpPr>
          <p:spPr>
            <a:xfrm>
              <a:off x="1317625" y="1397000"/>
              <a:ext cx="174625" cy="10318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Oz</a:t>
              </a:r>
              <a:endParaRPr sz="700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85" name="TXT_019"/>
            <p:cNvSpPr txBox="1"/>
            <p:nvPr/>
          </p:nvSpPr>
          <p:spPr>
            <a:xfrm>
              <a:off x="3294062" y="1420812"/>
              <a:ext cx="1182688" cy="13493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844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844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Protocols &amp; documents</a:t>
              </a:r>
              <a:endParaRPr sz="844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89" name="TXT_023"/>
            <p:cNvSpPr txBox="1"/>
            <p:nvPr/>
          </p:nvSpPr>
          <p:spPr>
            <a:xfrm>
              <a:off x="2547938" y="1571625"/>
              <a:ext cx="206375" cy="952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1 s</a:t>
              </a:r>
              <a:endParaRPr sz="700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92" name="TXT_026"/>
            <p:cNvSpPr txBox="1"/>
            <p:nvPr/>
          </p:nvSpPr>
          <p:spPr>
            <a:xfrm>
              <a:off x="1428750" y="1738312"/>
              <a:ext cx="2222500" cy="214312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125" b="0" i="0" spc="0" lang="en-US">
                  <a:solidFill>
                    <a:srgbClr val="100934"/>
                  </a:solidFill>
                  <a:latin typeface="Source Sans Pro"/>
                  <a:ea typeface="微软雅黑"/>
                </a:defRPr>
              </a:pPr>
              <a:r>
                <a:rPr sz="1125" b="0" i="0" spc="0" lang="en-US">
                  <a:solidFill>
                    <a:srgbClr val="100934"/>
                  </a:solidFill>
                  <a:latin typeface="Source Sans Pro"/>
                  <a:ea typeface="微软雅黑"/>
                </a:rPr>
                <a:t>“Which rhythms change over time?”</a:t>
              </a:r>
              <a:endParaRPr sz="1125" b="0" i="0" spc="0" lang="en-US">
                <a:solidFill>
                  <a:srgbClr val="100934"/>
                </a:solidFill>
                <a:latin typeface="Source Sans Pro"/>
                <a:ea typeface="微软雅黑"/>
              </a:endParaRPr>
            </a:p>
          </p:txBody>
        </p:sp>
        <p:sp>
          <p:nvSpPr>
            <p:cNvPr id="297" name="TXT_031"/>
            <p:cNvSpPr txBox="1"/>
            <p:nvPr/>
          </p:nvSpPr>
          <p:spPr>
            <a:xfrm>
              <a:off x="1317625" y="2079625"/>
              <a:ext cx="2111375" cy="13493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38" b="0" i="0" spc="0" lang="en-US">
                  <a:solidFill>
                    <a:srgbClr val="522682"/>
                  </a:solidFill>
                  <a:latin typeface="Roboto Condensed"/>
                  <a:ea typeface="微软雅黑"/>
                </a:defRPr>
              </a:pPr>
              <a:r>
                <a:rPr sz="938" b="0" i="0" spc="0" lang="en-US">
                  <a:solidFill>
                    <a:srgbClr val="522682"/>
                  </a:solidFill>
                  <a:latin typeface="Roboto Condensed"/>
                  <a:ea typeface="微软雅黑"/>
                </a:rPr>
                <a:t>Channels · sampling rate · units · events</a:t>
              </a:r>
              <a:endParaRPr sz="938" b="0" i="0" spc="0" lang="en-US">
                <a:solidFill>
                  <a:srgbClr val="522682"/>
                </a:solidFill>
                <a:latin typeface="Roboto Condensed"/>
                <a:ea typeface="微软雅黑"/>
              </a:endParaRPr>
            </a:p>
          </p:txBody>
        </p:sp>
      </p:grpSp>
      <p:grpSp>
        <p:nvGrpSpPr>
          <p:cNvPr id="4048" name="MODULE_A_SKILLS"/>
          <p:cNvGrpSpPr/>
          <p:nvPr/>
        </p:nvGrpSpPr>
        <p:grpSpPr>
          <a:xfrm>
            <a:off x="4524375" y="460375"/>
            <a:ext cx="3365500" cy="1841500"/>
            <a:chOff x="4524375" y="460375"/>
            <a:chExt cx="3365500" cy="1841500"/>
          </a:xfrm>
        </p:grpSpPr>
        <p:sp>
          <p:nvSpPr>
            <p:cNvPr id="5" name="A_SKILLS"/>
            <p:cNvSpPr/>
            <p:nvPr/>
          </p:nvSpPr>
          <p:spPr>
            <a:xfrm>
              <a:off x="4524375" y="460375"/>
              <a:ext cx="3365500" cy="1841500"/>
            </a:xfrm>
            <a:prstGeom prst="roundRect">
              <a:avLst>
                <a:gd name="adj" fmla="val 7328"/>
              </a:avLst>
            </a:prstGeom>
            <a:solidFill>
              <a:srgbClr val="FFFFFF"/>
            </a:solidFill>
            <a:ln w="20638" cap="rnd">
              <a:solidFill>
                <a:srgbClr val="71458E"/>
              </a:solidFill>
              <a:round/>
            </a:ln>
          </p:spPr>
        </p:sp>
        <p:sp>
          <p:nvSpPr>
            <p:cNvPr id="6" name="A_SKILLS_HEADER"/>
            <p:cNvSpPr/>
            <p:nvPr/>
          </p:nvSpPr>
          <p:spPr>
            <a:xfrm>
              <a:off x="4540250" y="476250"/>
              <a:ext cx="3333750" cy="269875"/>
            </a:xfrm>
            <a:custGeom>
              <a:avLst/>
              <a:gdLst/>
              <a:ahLst/>
              <a:cxnLst/>
              <a:rect l="0" t="0" r="r" b="b"/>
              <a:pathLst>
                <a:path w="420000" h="34000" fill="norm" stroke="0">
                  <a:moveTo>
                    <a:pt x="15000" y="0"/>
                  </a:moveTo>
                  <a:lnTo>
                    <a:pt x="405000" y="0"/>
                  </a:lnTo>
                  <a:cubicBezTo>
                    <a:pt x="413284" y="0"/>
                    <a:pt x="420000" y="6716"/>
                    <a:pt x="420000" y="15000"/>
                  </a:cubicBezTo>
                  <a:lnTo>
                    <a:pt x="420000" y="34000"/>
                  </a:lnTo>
                  <a:lnTo>
                    <a:pt x="0" y="34000"/>
                  </a:lnTo>
                  <a:lnTo>
                    <a:pt x="0" y="15000"/>
                  </a:lnTo>
                  <a:cubicBezTo>
                    <a:pt x="0" y="6716"/>
                    <a:pt x="6716" y="0"/>
                    <a:pt x="1500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DDEAFF"/>
                </a:gs>
                <a:gs pos="100000">
                  <a:srgbClr val="F0F5FF"/>
                </a:gs>
              </a:gsLst>
              <a:lin ang="5400000" scaled="1"/>
            </a:gradFill>
            <a:ln w="11906" cap="rnd">
              <a:noFill/>
            </a:ln>
          </p:spPr>
        </p:sp>
        <p:sp>
          <p:nvSpPr>
            <p:cNvPr id="11" name="A_SKILL_BADGE"/>
            <p:cNvSpPr/>
            <p:nvPr/>
          </p:nvSpPr>
          <p:spPr>
            <a:xfrm>
              <a:off x="7008812" y="531812"/>
              <a:ext cx="698500" cy="182562"/>
            </a:xfrm>
            <a:prstGeom prst="roundRect">
              <a:avLst>
                <a:gd name="adj" fmla="val 30435"/>
              </a:avLst>
            </a:prstGeom>
            <a:gradFill rotWithShape="1">
              <a:gsLst>
                <a:gs pos="0">
                  <a:srgbClr val="4879E2"/>
                </a:gs>
                <a:gs pos="100000">
                  <a:srgbClr val="275BE4"/>
                </a:gs>
              </a:gsLst>
              <a:lin ang="5400000" scaled="1"/>
            </a:gradFill>
            <a:ln w="7938" cap="rnd">
              <a:noFill/>
            </a:ln>
          </p:spPr>
        </p:sp>
        <p:cxnSp>
          <p:nvCxnSpPr>
            <p:cNvPr id="12" name="SKILL_SEPARATOR"/>
            <p:cNvCxnSpPr/>
            <p:nvPr/>
          </p:nvCxnSpPr>
          <p:spPr>
            <a:xfrm>
              <a:off x="6207125" y="881062"/>
              <a:ext cx="8" cy="1174750"/>
            </a:xfrm>
            <a:prstGeom prst="line">
              <a:avLst/>
            </a:prstGeom>
            <a:noFill/>
            <a:ln w="6350" cap="rnd">
              <a:solidFill>
                <a:srgbClr val="A78FC0"/>
              </a:solidFill>
              <a:prstDash val="dash"/>
              <a:round/>
            </a:ln>
          </p:spPr>
        </p:cxnSp>
        <p:grpSp>
          <p:nvGrpSpPr>
            <p:cNvPr id="485" name="ICON_SKILL_UNDERSTAND"/>
            <p:cNvGrpSpPr/>
            <p:nvPr/>
          </p:nvGrpSpPr>
          <p:grpSpPr>
            <a:xfrm>
              <a:off x="4730750" y="912812"/>
              <a:ext cx="333375" cy="341312"/>
              <a:chOff x="4730750" y="912812"/>
              <a:chExt cx="333375" cy="341312"/>
            </a:xfrm>
          </p:grpSpPr>
          <p:sp>
            <p:nvSpPr>
              <p:cNvPr id="486" name="ICON_SKILL_UNDERSTAND_path_001"/>
              <p:cNvSpPr/>
              <p:nvPr/>
            </p:nvSpPr>
            <p:spPr>
              <a:xfrm>
                <a:off x="4772877" y="962065"/>
                <a:ext cx="183827" cy="182152"/>
              </a:xfrm>
              <a:custGeom>
                <a:avLst/>
                <a:gdLst/>
                <a:ahLst/>
                <a:cxnLst/>
                <a:rect l="0" t="0" r="r" b="b"/>
                <a:pathLst>
                  <a:path w="14475" h="14343" fill="norm" stroke="0">
                    <a:moveTo>
                      <a:pt x="7766" y="109"/>
                    </a:moveTo>
                    <a:cubicBezTo>
                      <a:pt x="7766" y="148"/>
                      <a:pt x="7766" y="186"/>
                      <a:pt x="7766" y="226"/>
                    </a:cubicBezTo>
                    <a:cubicBezTo>
                      <a:pt x="7882" y="226"/>
                      <a:pt x="7997" y="226"/>
                      <a:pt x="8116" y="226"/>
                    </a:cubicBezTo>
                    <a:cubicBezTo>
                      <a:pt x="8116" y="303"/>
                      <a:pt x="8116" y="380"/>
                      <a:pt x="8116" y="459"/>
                    </a:cubicBezTo>
                    <a:cubicBezTo>
                      <a:pt x="8270" y="459"/>
                      <a:pt x="8424" y="459"/>
                      <a:pt x="8583" y="459"/>
                    </a:cubicBezTo>
                    <a:cubicBezTo>
                      <a:pt x="8583" y="421"/>
                      <a:pt x="8583" y="382"/>
                      <a:pt x="8583" y="343"/>
                    </a:cubicBezTo>
                    <a:cubicBezTo>
                      <a:pt x="8670" y="333"/>
                      <a:pt x="8670" y="333"/>
                      <a:pt x="9108" y="284"/>
                    </a:cubicBezTo>
                    <a:cubicBezTo>
                      <a:pt x="9127" y="342"/>
                      <a:pt x="9146" y="400"/>
                      <a:pt x="9166" y="459"/>
                    </a:cubicBezTo>
                    <a:cubicBezTo>
                      <a:pt x="9243" y="459"/>
                      <a:pt x="9320" y="459"/>
                      <a:pt x="9400" y="459"/>
                    </a:cubicBezTo>
                    <a:cubicBezTo>
                      <a:pt x="9400" y="536"/>
                      <a:pt x="9400" y="613"/>
                      <a:pt x="9400" y="693"/>
                    </a:cubicBezTo>
                    <a:cubicBezTo>
                      <a:pt x="9477" y="693"/>
                      <a:pt x="9554" y="693"/>
                      <a:pt x="9633" y="693"/>
                    </a:cubicBezTo>
                    <a:cubicBezTo>
                      <a:pt x="9652" y="635"/>
                      <a:pt x="9671" y="577"/>
                      <a:pt x="9691" y="518"/>
                    </a:cubicBezTo>
                    <a:cubicBezTo>
                      <a:pt x="9797" y="527"/>
                      <a:pt x="9797" y="527"/>
                      <a:pt x="10333" y="576"/>
                    </a:cubicBezTo>
                    <a:cubicBezTo>
                      <a:pt x="10333" y="615"/>
                      <a:pt x="10333" y="653"/>
                      <a:pt x="10333" y="693"/>
                    </a:cubicBezTo>
                    <a:cubicBezTo>
                      <a:pt x="10349" y="695"/>
                      <a:pt x="10364" y="697"/>
                      <a:pt x="10381" y="698"/>
                    </a:cubicBezTo>
                    <a:cubicBezTo>
                      <a:pt x="10612" y="735"/>
                      <a:pt x="10810" y="825"/>
                      <a:pt x="11020" y="923"/>
                    </a:cubicBezTo>
                    <a:cubicBezTo>
                      <a:pt x="11081" y="952"/>
                      <a:pt x="11142" y="979"/>
                      <a:pt x="11203" y="1007"/>
                    </a:cubicBezTo>
                    <a:cubicBezTo>
                      <a:pt x="11241" y="1025"/>
                      <a:pt x="11280" y="1043"/>
                      <a:pt x="11318" y="1061"/>
                    </a:cubicBezTo>
                    <a:cubicBezTo>
                      <a:pt x="11328" y="1065"/>
                      <a:pt x="11328" y="1065"/>
                      <a:pt x="11374" y="1085"/>
                    </a:cubicBezTo>
                    <a:cubicBezTo>
                      <a:pt x="11419" y="1107"/>
                      <a:pt x="11460" y="1127"/>
                      <a:pt x="11500" y="1159"/>
                    </a:cubicBezTo>
                    <a:cubicBezTo>
                      <a:pt x="11511" y="1224"/>
                      <a:pt x="11511" y="1224"/>
                      <a:pt x="11500" y="1276"/>
                    </a:cubicBezTo>
                    <a:cubicBezTo>
                      <a:pt x="11557" y="1295"/>
                      <a:pt x="11615" y="1315"/>
                      <a:pt x="11675" y="1334"/>
                    </a:cubicBezTo>
                    <a:cubicBezTo>
                      <a:pt x="11672" y="1352"/>
                      <a:pt x="11670" y="1370"/>
                      <a:pt x="11667" y="1389"/>
                    </a:cubicBezTo>
                    <a:cubicBezTo>
                      <a:pt x="11670" y="1410"/>
                      <a:pt x="11672" y="1430"/>
                      <a:pt x="11675" y="1451"/>
                    </a:cubicBezTo>
                    <a:cubicBezTo>
                      <a:pt x="11733" y="1487"/>
                      <a:pt x="11733" y="1487"/>
                      <a:pt x="11791" y="1509"/>
                    </a:cubicBezTo>
                    <a:cubicBezTo>
                      <a:pt x="11772" y="1586"/>
                      <a:pt x="11753" y="1663"/>
                      <a:pt x="11733" y="1743"/>
                    </a:cubicBezTo>
                    <a:cubicBezTo>
                      <a:pt x="11771" y="1743"/>
                      <a:pt x="11810" y="1743"/>
                      <a:pt x="11850" y="1743"/>
                    </a:cubicBezTo>
                    <a:cubicBezTo>
                      <a:pt x="11850" y="1781"/>
                      <a:pt x="11850" y="1820"/>
                      <a:pt x="11850" y="1859"/>
                    </a:cubicBezTo>
                    <a:cubicBezTo>
                      <a:pt x="11927" y="1859"/>
                      <a:pt x="12004" y="1859"/>
                      <a:pt x="12083" y="1859"/>
                    </a:cubicBezTo>
                    <a:cubicBezTo>
                      <a:pt x="12083" y="1898"/>
                      <a:pt x="12083" y="1936"/>
                      <a:pt x="12083" y="1976"/>
                    </a:cubicBezTo>
                    <a:cubicBezTo>
                      <a:pt x="12121" y="1976"/>
                      <a:pt x="12160" y="1976"/>
                      <a:pt x="12200" y="1976"/>
                    </a:cubicBezTo>
                    <a:cubicBezTo>
                      <a:pt x="12200" y="2015"/>
                      <a:pt x="12200" y="2053"/>
                      <a:pt x="12200" y="2093"/>
                    </a:cubicBezTo>
                    <a:cubicBezTo>
                      <a:pt x="12238" y="2093"/>
                      <a:pt x="12277" y="2093"/>
                      <a:pt x="12316" y="2093"/>
                    </a:cubicBezTo>
                    <a:cubicBezTo>
                      <a:pt x="12316" y="2131"/>
                      <a:pt x="12316" y="2170"/>
                      <a:pt x="12316" y="2209"/>
                    </a:cubicBezTo>
                    <a:cubicBezTo>
                      <a:pt x="12355" y="2209"/>
                      <a:pt x="12393" y="2209"/>
                      <a:pt x="12433" y="2209"/>
                    </a:cubicBezTo>
                    <a:cubicBezTo>
                      <a:pt x="12433" y="2248"/>
                      <a:pt x="12433" y="2286"/>
                      <a:pt x="12433" y="2326"/>
                    </a:cubicBezTo>
                    <a:cubicBezTo>
                      <a:pt x="12471" y="2326"/>
                      <a:pt x="12510" y="2326"/>
                      <a:pt x="12550" y="2326"/>
                    </a:cubicBezTo>
                    <a:cubicBezTo>
                      <a:pt x="12550" y="2365"/>
                      <a:pt x="12550" y="2403"/>
                      <a:pt x="12550" y="2443"/>
                    </a:cubicBezTo>
                    <a:cubicBezTo>
                      <a:pt x="12566" y="2440"/>
                      <a:pt x="12583" y="2438"/>
                      <a:pt x="12600" y="2435"/>
                    </a:cubicBezTo>
                    <a:cubicBezTo>
                      <a:pt x="12691" y="2445"/>
                      <a:pt x="12731" y="2495"/>
                      <a:pt x="12790" y="2559"/>
                    </a:cubicBezTo>
                    <a:cubicBezTo>
                      <a:pt x="12795" y="2565"/>
                      <a:pt x="12795" y="2565"/>
                      <a:pt x="12822" y="2593"/>
                    </a:cubicBezTo>
                    <a:cubicBezTo>
                      <a:pt x="12848" y="2621"/>
                      <a:pt x="12874" y="2648"/>
                      <a:pt x="12900" y="2676"/>
                    </a:cubicBezTo>
                    <a:cubicBezTo>
                      <a:pt x="12919" y="2618"/>
                      <a:pt x="12938" y="2561"/>
                      <a:pt x="12958" y="2501"/>
                    </a:cubicBezTo>
                    <a:cubicBezTo>
                      <a:pt x="12956" y="2519"/>
                      <a:pt x="12953" y="2537"/>
                      <a:pt x="12951" y="2556"/>
                    </a:cubicBezTo>
                    <a:cubicBezTo>
                      <a:pt x="12953" y="2576"/>
                      <a:pt x="12955" y="2597"/>
                      <a:pt x="12958" y="2618"/>
                    </a:cubicBezTo>
                    <a:cubicBezTo>
                      <a:pt x="13007" y="2648"/>
                      <a:pt x="13007" y="2648"/>
                      <a:pt x="13071" y="2672"/>
                    </a:cubicBezTo>
                    <a:cubicBezTo>
                      <a:pt x="13184" y="2722"/>
                      <a:pt x="13184" y="2722"/>
                      <a:pt x="13220" y="2781"/>
                    </a:cubicBezTo>
                    <a:cubicBezTo>
                      <a:pt x="13235" y="2829"/>
                      <a:pt x="13235" y="2829"/>
                      <a:pt x="13250" y="2909"/>
                    </a:cubicBezTo>
                    <a:cubicBezTo>
                      <a:pt x="13258" y="2908"/>
                      <a:pt x="13258" y="2908"/>
                      <a:pt x="13304" y="2903"/>
                    </a:cubicBezTo>
                    <a:cubicBezTo>
                      <a:pt x="13366" y="2909"/>
                      <a:pt x="13366" y="2909"/>
                      <a:pt x="13403" y="2952"/>
                    </a:cubicBezTo>
                    <a:cubicBezTo>
                      <a:pt x="13457" y="3064"/>
                      <a:pt x="13489" y="3141"/>
                      <a:pt x="13476" y="3267"/>
                    </a:cubicBezTo>
                    <a:cubicBezTo>
                      <a:pt x="13472" y="3325"/>
                      <a:pt x="13472" y="3325"/>
                      <a:pt x="13483" y="3376"/>
                    </a:cubicBezTo>
                    <a:cubicBezTo>
                      <a:pt x="13538" y="3414"/>
                      <a:pt x="13595" y="3435"/>
                      <a:pt x="13657" y="3460"/>
                    </a:cubicBezTo>
                    <a:cubicBezTo>
                      <a:pt x="13746" y="3509"/>
                      <a:pt x="13776" y="3571"/>
                      <a:pt x="13815" y="3663"/>
                    </a:cubicBezTo>
                    <a:cubicBezTo>
                      <a:pt x="13843" y="3763"/>
                      <a:pt x="13843" y="3857"/>
                      <a:pt x="13833" y="3959"/>
                    </a:cubicBezTo>
                    <a:cubicBezTo>
                      <a:pt x="13851" y="3958"/>
                      <a:pt x="13869" y="3956"/>
                      <a:pt x="13887" y="3954"/>
                    </a:cubicBezTo>
                    <a:cubicBezTo>
                      <a:pt x="13950" y="3959"/>
                      <a:pt x="13950" y="3959"/>
                      <a:pt x="13985" y="3997"/>
                    </a:cubicBezTo>
                    <a:cubicBezTo>
                      <a:pt x="14017" y="4054"/>
                      <a:pt x="14048" y="4112"/>
                      <a:pt x="14077" y="4171"/>
                    </a:cubicBezTo>
                    <a:cubicBezTo>
                      <a:pt x="14088" y="4192"/>
                      <a:pt x="14098" y="4213"/>
                      <a:pt x="14109" y="4235"/>
                    </a:cubicBezTo>
                    <a:cubicBezTo>
                      <a:pt x="14200" y="4431"/>
                      <a:pt x="14194" y="4576"/>
                      <a:pt x="14125" y="4776"/>
                    </a:cubicBezTo>
                    <a:cubicBezTo>
                      <a:pt x="14028" y="4776"/>
                      <a:pt x="13932" y="4776"/>
                      <a:pt x="13833" y="4776"/>
                    </a:cubicBezTo>
                    <a:cubicBezTo>
                      <a:pt x="13833" y="4853"/>
                      <a:pt x="13833" y="4930"/>
                      <a:pt x="13833" y="5009"/>
                    </a:cubicBezTo>
                    <a:cubicBezTo>
                      <a:pt x="13871" y="5009"/>
                      <a:pt x="13910" y="5009"/>
                      <a:pt x="13950" y="5009"/>
                    </a:cubicBezTo>
                    <a:cubicBezTo>
                      <a:pt x="13950" y="5048"/>
                      <a:pt x="13950" y="5086"/>
                      <a:pt x="13950" y="5126"/>
                    </a:cubicBezTo>
                    <a:cubicBezTo>
                      <a:pt x="13998" y="5107"/>
                      <a:pt x="13998" y="5107"/>
                      <a:pt x="14241" y="5009"/>
                    </a:cubicBezTo>
                    <a:cubicBezTo>
                      <a:pt x="14222" y="5125"/>
                      <a:pt x="14203" y="5240"/>
                      <a:pt x="14183" y="5359"/>
                    </a:cubicBezTo>
                    <a:cubicBezTo>
                      <a:pt x="14144" y="5359"/>
                      <a:pt x="14106" y="5359"/>
                      <a:pt x="14066" y="5359"/>
                    </a:cubicBezTo>
                    <a:cubicBezTo>
                      <a:pt x="14066" y="5475"/>
                      <a:pt x="14066" y="5590"/>
                      <a:pt x="14066" y="5709"/>
                    </a:cubicBezTo>
                    <a:cubicBezTo>
                      <a:pt x="14201" y="5709"/>
                      <a:pt x="14336" y="5709"/>
                      <a:pt x="14475" y="5709"/>
                    </a:cubicBezTo>
                    <a:cubicBezTo>
                      <a:pt x="14475" y="5825"/>
                      <a:pt x="14475" y="5940"/>
                      <a:pt x="14475" y="6059"/>
                    </a:cubicBezTo>
                    <a:cubicBezTo>
                      <a:pt x="14378" y="6021"/>
                      <a:pt x="14282" y="5982"/>
                      <a:pt x="14183" y="5943"/>
                    </a:cubicBezTo>
                    <a:cubicBezTo>
                      <a:pt x="14183" y="5981"/>
                      <a:pt x="14183" y="6020"/>
                      <a:pt x="14183" y="6059"/>
                    </a:cubicBezTo>
                    <a:cubicBezTo>
                      <a:pt x="14144" y="6059"/>
                      <a:pt x="14106" y="6059"/>
                      <a:pt x="14066" y="6059"/>
                    </a:cubicBezTo>
                    <a:cubicBezTo>
                      <a:pt x="14066" y="6021"/>
                      <a:pt x="14066" y="5982"/>
                      <a:pt x="14066" y="5943"/>
                    </a:cubicBezTo>
                    <a:cubicBezTo>
                      <a:pt x="14028" y="5943"/>
                      <a:pt x="13989" y="5943"/>
                      <a:pt x="13950" y="5943"/>
                    </a:cubicBezTo>
                    <a:cubicBezTo>
                      <a:pt x="13950" y="5981"/>
                      <a:pt x="13950" y="6020"/>
                      <a:pt x="13950" y="6059"/>
                    </a:cubicBezTo>
                    <a:cubicBezTo>
                      <a:pt x="13873" y="6059"/>
                      <a:pt x="13796" y="6059"/>
                      <a:pt x="13716" y="6059"/>
                    </a:cubicBezTo>
                    <a:cubicBezTo>
                      <a:pt x="13716" y="6098"/>
                      <a:pt x="13716" y="6136"/>
                      <a:pt x="13716" y="6176"/>
                    </a:cubicBezTo>
                    <a:cubicBezTo>
                      <a:pt x="13755" y="6176"/>
                      <a:pt x="13793" y="6176"/>
                      <a:pt x="13833" y="6176"/>
                    </a:cubicBezTo>
                    <a:cubicBezTo>
                      <a:pt x="13833" y="6215"/>
                      <a:pt x="13833" y="6253"/>
                      <a:pt x="13833" y="6293"/>
                    </a:cubicBezTo>
                    <a:cubicBezTo>
                      <a:pt x="13682" y="6304"/>
                      <a:pt x="13530" y="6314"/>
                      <a:pt x="13379" y="6324"/>
                    </a:cubicBezTo>
                    <a:cubicBezTo>
                      <a:pt x="13327" y="6327"/>
                      <a:pt x="13276" y="6331"/>
                      <a:pt x="13224" y="6335"/>
                    </a:cubicBezTo>
                    <a:cubicBezTo>
                      <a:pt x="12946" y="6356"/>
                      <a:pt x="12709" y="6369"/>
                      <a:pt x="12448" y="6263"/>
                    </a:cubicBezTo>
                    <a:cubicBezTo>
                      <a:pt x="12341" y="6221"/>
                      <a:pt x="12241" y="6212"/>
                      <a:pt x="12127" y="6213"/>
                    </a:cubicBezTo>
                    <a:cubicBezTo>
                      <a:pt x="12106" y="6213"/>
                      <a:pt x="12086" y="6213"/>
                      <a:pt x="12065" y="6213"/>
                    </a:cubicBezTo>
                    <a:cubicBezTo>
                      <a:pt x="11924" y="6220"/>
                      <a:pt x="11924" y="6220"/>
                      <a:pt x="11861" y="6279"/>
                    </a:cubicBezTo>
                    <a:cubicBezTo>
                      <a:pt x="11835" y="6336"/>
                      <a:pt x="11835" y="6336"/>
                      <a:pt x="11816" y="6400"/>
                    </a:cubicBezTo>
                    <a:cubicBezTo>
                      <a:pt x="11785" y="6484"/>
                      <a:pt x="11737" y="6538"/>
                      <a:pt x="11675" y="6599"/>
                    </a:cubicBezTo>
                    <a:cubicBezTo>
                      <a:pt x="11655" y="6618"/>
                      <a:pt x="11636" y="6638"/>
                      <a:pt x="11616" y="6658"/>
                    </a:cubicBezTo>
                    <a:cubicBezTo>
                      <a:pt x="11551" y="6706"/>
                      <a:pt x="11521" y="6711"/>
                      <a:pt x="11441" y="6701"/>
                    </a:cubicBezTo>
                    <a:cubicBezTo>
                      <a:pt x="11422" y="6759"/>
                      <a:pt x="11403" y="6817"/>
                      <a:pt x="11383" y="6876"/>
                    </a:cubicBezTo>
                    <a:cubicBezTo>
                      <a:pt x="11344" y="6876"/>
                      <a:pt x="11306" y="6876"/>
                      <a:pt x="11266" y="6876"/>
                    </a:cubicBezTo>
                    <a:cubicBezTo>
                      <a:pt x="11265" y="6884"/>
                      <a:pt x="11265" y="6884"/>
                      <a:pt x="11262" y="6923"/>
                    </a:cubicBezTo>
                    <a:cubicBezTo>
                      <a:pt x="11255" y="6994"/>
                      <a:pt x="11248" y="7064"/>
                      <a:pt x="11241" y="7135"/>
                    </a:cubicBezTo>
                    <a:cubicBezTo>
                      <a:pt x="11238" y="7159"/>
                      <a:pt x="11236" y="7184"/>
                      <a:pt x="11234" y="7209"/>
                    </a:cubicBezTo>
                    <a:cubicBezTo>
                      <a:pt x="11231" y="7233"/>
                      <a:pt x="11229" y="7256"/>
                      <a:pt x="11226" y="7281"/>
                    </a:cubicBezTo>
                    <a:cubicBezTo>
                      <a:pt x="11225" y="7291"/>
                      <a:pt x="11225" y="7291"/>
                      <a:pt x="11220" y="7346"/>
                    </a:cubicBezTo>
                    <a:cubicBezTo>
                      <a:pt x="11208" y="7401"/>
                      <a:pt x="11208" y="7401"/>
                      <a:pt x="11150" y="7459"/>
                    </a:cubicBezTo>
                    <a:cubicBezTo>
                      <a:pt x="11089" y="7464"/>
                      <a:pt x="11032" y="7465"/>
                      <a:pt x="10971" y="7463"/>
                    </a:cubicBezTo>
                    <a:cubicBezTo>
                      <a:pt x="10954" y="7463"/>
                      <a:pt x="10938" y="7462"/>
                      <a:pt x="10921" y="7462"/>
                    </a:cubicBezTo>
                    <a:cubicBezTo>
                      <a:pt x="10881" y="7462"/>
                      <a:pt x="10840" y="7460"/>
                      <a:pt x="10800" y="7459"/>
                    </a:cubicBezTo>
                    <a:cubicBezTo>
                      <a:pt x="10800" y="7421"/>
                      <a:pt x="10800" y="7382"/>
                      <a:pt x="10800" y="7343"/>
                    </a:cubicBezTo>
                    <a:cubicBezTo>
                      <a:pt x="10684" y="7343"/>
                      <a:pt x="10569" y="7343"/>
                      <a:pt x="10450" y="7343"/>
                    </a:cubicBezTo>
                    <a:cubicBezTo>
                      <a:pt x="10450" y="7266"/>
                      <a:pt x="10450" y="7189"/>
                      <a:pt x="10450" y="7109"/>
                    </a:cubicBezTo>
                    <a:cubicBezTo>
                      <a:pt x="10411" y="7109"/>
                      <a:pt x="10373" y="7109"/>
                      <a:pt x="10333" y="7109"/>
                    </a:cubicBezTo>
                    <a:cubicBezTo>
                      <a:pt x="10333" y="7071"/>
                      <a:pt x="10333" y="7032"/>
                      <a:pt x="10333" y="6993"/>
                    </a:cubicBezTo>
                    <a:cubicBezTo>
                      <a:pt x="10294" y="6993"/>
                      <a:pt x="10256" y="6993"/>
                      <a:pt x="10216" y="6993"/>
                    </a:cubicBezTo>
                    <a:cubicBezTo>
                      <a:pt x="10216" y="6877"/>
                      <a:pt x="10216" y="6762"/>
                      <a:pt x="10216" y="6643"/>
                    </a:cubicBezTo>
                    <a:cubicBezTo>
                      <a:pt x="10178" y="6643"/>
                      <a:pt x="10139" y="6643"/>
                      <a:pt x="10100" y="6643"/>
                    </a:cubicBezTo>
                    <a:cubicBezTo>
                      <a:pt x="10100" y="6450"/>
                      <a:pt x="10100" y="6258"/>
                      <a:pt x="10100" y="6059"/>
                    </a:cubicBezTo>
                    <a:cubicBezTo>
                      <a:pt x="10061" y="6059"/>
                      <a:pt x="10023" y="6059"/>
                      <a:pt x="9983" y="6059"/>
                    </a:cubicBezTo>
                    <a:cubicBezTo>
                      <a:pt x="9983" y="6021"/>
                      <a:pt x="9983" y="5982"/>
                      <a:pt x="9983" y="5943"/>
                    </a:cubicBezTo>
                    <a:cubicBezTo>
                      <a:pt x="9944" y="5943"/>
                      <a:pt x="9906" y="5943"/>
                      <a:pt x="9866" y="5943"/>
                    </a:cubicBezTo>
                    <a:cubicBezTo>
                      <a:pt x="9866" y="5866"/>
                      <a:pt x="9866" y="5789"/>
                      <a:pt x="9866" y="5709"/>
                    </a:cubicBezTo>
                    <a:cubicBezTo>
                      <a:pt x="9828" y="5709"/>
                      <a:pt x="9789" y="5709"/>
                      <a:pt x="9750" y="5709"/>
                    </a:cubicBezTo>
                    <a:cubicBezTo>
                      <a:pt x="9750" y="5671"/>
                      <a:pt x="9750" y="5632"/>
                      <a:pt x="9750" y="5593"/>
                    </a:cubicBezTo>
                    <a:cubicBezTo>
                      <a:pt x="9711" y="5593"/>
                      <a:pt x="9673" y="5593"/>
                      <a:pt x="9633" y="5593"/>
                    </a:cubicBezTo>
                    <a:cubicBezTo>
                      <a:pt x="9633" y="5554"/>
                      <a:pt x="9633" y="5516"/>
                      <a:pt x="9633" y="5476"/>
                    </a:cubicBezTo>
                    <a:cubicBezTo>
                      <a:pt x="9575" y="5466"/>
                      <a:pt x="9575" y="5466"/>
                      <a:pt x="9283" y="5418"/>
                    </a:cubicBezTo>
                    <a:cubicBezTo>
                      <a:pt x="9283" y="5360"/>
                      <a:pt x="9283" y="5302"/>
                      <a:pt x="9283" y="5243"/>
                    </a:cubicBezTo>
                    <a:cubicBezTo>
                      <a:pt x="9206" y="5243"/>
                      <a:pt x="9129" y="5243"/>
                      <a:pt x="9050" y="5243"/>
                    </a:cubicBezTo>
                    <a:cubicBezTo>
                      <a:pt x="9050" y="5300"/>
                      <a:pt x="9050" y="5358"/>
                      <a:pt x="9050" y="5418"/>
                    </a:cubicBezTo>
                    <a:cubicBezTo>
                      <a:pt x="8992" y="5427"/>
                      <a:pt x="8992" y="5427"/>
                      <a:pt x="8700" y="5476"/>
                    </a:cubicBezTo>
                    <a:cubicBezTo>
                      <a:pt x="8700" y="5515"/>
                      <a:pt x="8700" y="5553"/>
                      <a:pt x="8700" y="5593"/>
                    </a:cubicBezTo>
                    <a:cubicBezTo>
                      <a:pt x="8661" y="5593"/>
                      <a:pt x="8623" y="5593"/>
                      <a:pt x="8583" y="5593"/>
                    </a:cubicBezTo>
                    <a:cubicBezTo>
                      <a:pt x="8584" y="5613"/>
                      <a:pt x="8586" y="5633"/>
                      <a:pt x="8587" y="5654"/>
                    </a:cubicBezTo>
                    <a:cubicBezTo>
                      <a:pt x="8588" y="5681"/>
                      <a:pt x="8589" y="5708"/>
                      <a:pt x="8590" y="5735"/>
                    </a:cubicBezTo>
                    <a:cubicBezTo>
                      <a:pt x="8592" y="5761"/>
                      <a:pt x="8593" y="5788"/>
                      <a:pt x="8594" y="5815"/>
                    </a:cubicBezTo>
                    <a:cubicBezTo>
                      <a:pt x="8591" y="5838"/>
                      <a:pt x="8587" y="5861"/>
                      <a:pt x="8583" y="5884"/>
                    </a:cubicBezTo>
                    <a:cubicBezTo>
                      <a:pt x="8565" y="5892"/>
                      <a:pt x="8547" y="5900"/>
                      <a:pt x="8528" y="5908"/>
                    </a:cubicBezTo>
                    <a:cubicBezTo>
                      <a:pt x="8466" y="5943"/>
                      <a:pt x="8466" y="5943"/>
                      <a:pt x="8446" y="5991"/>
                    </a:cubicBezTo>
                    <a:cubicBezTo>
                      <a:pt x="8429" y="6053"/>
                      <a:pt x="8414" y="6116"/>
                      <a:pt x="8401" y="6180"/>
                    </a:cubicBezTo>
                    <a:cubicBezTo>
                      <a:pt x="8398" y="6191"/>
                      <a:pt x="8398" y="6191"/>
                      <a:pt x="8385" y="6246"/>
                    </a:cubicBezTo>
                    <a:cubicBezTo>
                      <a:pt x="8373" y="6301"/>
                      <a:pt x="8361" y="6355"/>
                      <a:pt x="8350" y="6409"/>
                    </a:cubicBezTo>
                    <a:cubicBezTo>
                      <a:pt x="8311" y="6409"/>
                      <a:pt x="8273" y="6409"/>
                      <a:pt x="8233" y="6409"/>
                    </a:cubicBezTo>
                    <a:cubicBezTo>
                      <a:pt x="8233" y="6448"/>
                      <a:pt x="8233" y="6486"/>
                      <a:pt x="8233" y="6526"/>
                    </a:cubicBezTo>
                    <a:cubicBezTo>
                      <a:pt x="8117" y="6526"/>
                      <a:pt x="8002" y="6526"/>
                      <a:pt x="7883" y="6526"/>
                    </a:cubicBezTo>
                    <a:cubicBezTo>
                      <a:pt x="7883" y="6565"/>
                      <a:pt x="7883" y="6603"/>
                      <a:pt x="7883" y="6643"/>
                    </a:cubicBezTo>
                    <a:cubicBezTo>
                      <a:pt x="7960" y="6643"/>
                      <a:pt x="8037" y="6643"/>
                      <a:pt x="8116" y="6643"/>
                    </a:cubicBezTo>
                    <a:cubicBezTo>
                      <a:pt x="8116" y="6681"/>
                      <a:pt x="8116" y="6720"/>
                      <a:pt x="8116" y="6759"/>
                    </a:cubicBezTo>
                    <a:cubicBezTo>
                      <a:pt x="8174" y="6779"/>
                      <a:pt x="8232" y="6798"/>
                      <a:pt x="8291" y="6818"/>
                    </a:cubicBezTo>
                    <a:cubicBezTo>
                      <a:pt x="8233" y="6991"/>
                      <a:pt x="8176" y="7164"/>
                      <a:pt x="8116" y="7343"/>
                    </a:cubicBezTo>
                    <a:cubicBezTo>
                      <a:pt x="8078" y="7343"/>
                      <a:pt x="8039" y="7343"/>
                      <a:pt x="8000" y="7343"/>
                    </a:cubicBezTo>
                    <a:cubicBezTo>
                      <a:pt x="8000" y="7381"/>
                      <a:pt x="8000" y="7420"/>
                      <a:pt x="8000" y="7459"/>
                    </a:cubicBezTo>
                    <a:cubicBezTo>
                      <a:pt x="7961" y="7459"/>
                      <a:pt x="7923" y="7459"/>
                      <a:pt x="7883" y="7459"/>
                    </a:cubicBezTo>
                    <a:cubicBezTo>
                      <a:pt x="7883" y="7498"/>
                      <a:pt x="7883" y="7536"/>
                      <a:pt x="7883" y="7576"/>
                    </a:cubicBezTo>
                    <a:cubicBezTo>
                      <a:pt x="7767" y="7576"/>
                      <a:pt x="7652" y="7576"/>
                      <a:pt x="7533" y="7576"/>
                    </a:cubicBezTo>
                    <a:cubicBezTo>
                      <a:pt x="7533" y="7615"/>
                      <a:pt x="7533" y="7653"/>
                      <a:pt x="7533" y="7693"/>
                    </a:cubicBezTo>
                    <a:cubicBezTo>
                      <a:pt x="7437" y="7673"/>
                      <a:pt x="7340" y="7654"/>
                      <a:pt x="7241" y="7634"/>
                    </a:cubicBezTo>
                    <a:cubicBezTo>
                      <a:pt x="7241" y="7538"/>
                      <a:pt x="7241" y="7442"/>
                      <a:pt x="7241" y="7343"/>
                    </a:cubicBezTo>
                    <a:cubicBezTo>
                      <a:pt x="7337" y="7343"/>
                      <a:pt x="7434" y="7343"/>
                      <a:pt x="7533" y="7343"/>
                    </a:cubicBezTo>
                    <a:cubicBezTo>
                      <a:pt x="7533" y="7227"/>
                      <a:pt x="7533" y="7112"/>
                      <a:pt x="7533" y="6993"/>
                    </a:cubicBezTo>
                    <a:cubicBezTo>
                      <a:pt x="7456" y="6993"/>
                      <a:pt x="7379" y="6993"/>
                      <a:pt x="7300" y="6993"/>
                    </a:cubicBezTo>
                    <a:cubicBezTo>
                      <a:pt x="7300" y="6954"/>
                      <a:pt x="7300" y="6916"/>
                      <a:pt x="7300" y="6876"/>
                    </a:cubicBezTo>
                    <a:cubicBezTo>
                      <a:pt x="7242" y="6876"/>
                      <a:pt x="7184" y="6876"/>
                      <a:pt x="7125" y="6876"/>
                    </a:cubicBezTo>
                    <a:cubicBezTo>
                      <a:pt x="7105" y="6818"/>
                      <a:pt x="7086" y="6761"/>
                      <a:pt x="7066" y="6701"/>
                    </a:cubicBezTo>
                    <a:cubicBezTo>
                      <a:pt x="7103" y="6691"/>
                      <a:pt x="7139" y="6681"/>
                      <a:pt x="7176" y="6672"/>
                    </a:cubicBezTo>
                    <a:cubicBezTo>
                      <a:pt x="7196" y="6666"/>
                      <a:pt x="7216" y="6661"/>
                      <a:pt x="7237" y="6655"/>
                    </a:cubicBezTo>
                    <a:cubicBezTo>
                      <a:pt x="7300" y="6643"/>
                      <a:pt x="7300" y="6643"/>
                      <a:pt x="7416" y="6643"/>
                    </a:cubicBezTo>
                    <a:cubicBezTo>
                      <a:pt x="7416" y="6566"/>
                      <a:pt x="7416" y="6489"/>
                      <a:pt x="7416" y="6409"/>
                    </a:cubicBezTo>
                    <a:cubicBezTo>
                      <a:pt x="7339" y="6409"/>
                      <a:pt x="7262" y="6409"/>
                      <a:pt x="7183" y="6409"/>
                    </a:cubicBezTo>
                    <a:cubicBezTo>
                      <a:pt x="7183" y="6294"/>
                      <a:pt x="7183" y="6178"/>
                      <a:pt x="7183" y="6059"/>
                    </a:cubicBezTo>
                    <a:cubicBezTo>
                      <a:pt x="7221" y="6059"/>
                      <a:pt x="7260" y="6059"/>
                      <a:pt x="7300" y="6059"/>
                    </a:cubicBezTo>
                    <a:cubicBezTo>
                      <a:pt x="7300" y="5944"/>
                      <a:pt x="7300" y="5828"/>
                      <a:pt x="7300" y="5709"/>
                    </a:cubicBezTo>
                    <a:cubicBezTo>
                      <a:pt x="7223" y="5709"/>
                      <a:pt x="7146" y="5709"/>
                      <a:pt x="7066" y="5709"/>
                    </a:cubicBezTo>
                    <a:cubicBezTo>
                      <a:pt x="7066" y="5632"/>
                      <a:pt x="7066" y="5555"/>
                      <a:pt x="7066" y="5476"/>
                    </a:cubicBezTo>
                    <a:cubicBezTo>
                      <a:pt x="7028" y="5476"/>
                      <a:pt x="6989" y="5476"/>
                      <a:pt x="6950" y="5476"/>
                    </a:cubicBezTo>
                    <a:cubicBezTo>
                      <a:pt x="6950" y="5438"/>
                      <a:pt x="6950" y="5399"/>
                      <a:pt x="6950" y="5359"/>
                    </a:cubicBezTo>
                    <a:cubicBezTo>
                      <a:pt x="6911" y="5359"/>
                      <a:pt x="6873" y="5359"/>
                      <a:pt x="6833" y="5359"/>
                    </a:cubicBezTo>
                    <a:cubicBezTo>
                      <a:pt x="6830" y="5339"/>
                      <a:pt x="6826" y="5319"/>
                      <a:pt x="6823" y="5299"/>
                    </a:cubicBezTo>
                    <a:cubicBezTo>
                      <a:pt x="6811" y="5224"/>
                      <a:pt x="6799" y="5148"/>
                      <a:pt x="6786" y="5073"/>
                    </a:cubicBezTo>
                    <a:cubicBezTo>
                      <a:pt x="6781" y="5041"/>
                      <a:pt x="6776" y="5008"/>
                      <a:pt x="6770" y="4976"/>
                    </a:cubicBezTo>
                    <a:cubicBezTo>
                      <a:pt x="6763" y="4929"/>
                      <a:pt x="6755" y="4882"/>
                      <a:pt x="6747" y="4835"/>
                    </a:cubicBezTo>
                    <a:cubicBezTo>
                      <a:pt x="6745" y="4820"/>
                      <a:pt x="6742" y="4805"/>
                      <a:pt x="6740" y="4789"/>
                    </a:cubicBezTo>
                    <a:cubicBezTo>
                      <a:pt x="6725" y="4701"/>
                      <a:pt x="6706" y="4617"/>
                      <a:pt x="6682" y="4532"/>
                    </a:cubicBezTo>
                    <a:cubicBezTo>
                      <a:pt x="6654" y="4426"/>
                      <a:pt x="6660" y="4342"/>
                      <a:pt x="6683" y="4236"/>
                    </a:cubicBezTo>
                    <a:cubicBezTo>
                      <a:pt x="6686" y="4221"/>
                      <a:pt x="6689" y="4205"/>
                      <a:pt x="6693" y="4189"/>
                    </a:cubicBezTo>
                    <a:cubicBezTo>
                      <a:pt x="6700" y="4151"/>
                      <a:pt x="6708" y="4114"/>
                      <a:pt x="6716" y="4076"/>
                    </a:cubicBezTo>
                    <a:cubicBezTo>
                      <a:pt x="6755" y="4076"/>
                      <a:pt x="6793" y="4076"/>
                      <a:pt x="6833" y="4076"/>
                    </a:cubicBezTo>
                    <a:cubicBezTo>
                      <a:pt x="6833" y="4038"/>
                      <a:pt x="6833" y="3999"/>
                      <a:pt x="6833" y="3959"/>
                    </a:cubicBezTo>
                    <a:cubicBezTo>
                      <a:pt x="6756" y="3959"/>
                      <a:pt x="6679" y="3959"/>
                      <a:pt x="6600" y="3959"/>
                    </a:cubicBezTo>
                    <a:cubicBezTo>
                      <a:pt x="6600" y="3921"/>
                      <a:pt x="6600" y="3882"/>
                      <a:pt x="6600" y="3843"/>
                    </a:cubicBezTo>
                    <a:cubicBezTo>
                      <a:pt x="6579" y="3841"/>
                      <a:pt x="6559" y="3838"/>
                      <a:pt x="6538" y="3836"/>
                    </a:cubicBezTo>
                    <a:cubicBezTo>
                      <a:pt x="6324" y="3805"/>
                      <a:pt x="6324" y="3805"/>
                      <a:pt x="6276" y="3742"/>
                    </a:cubicBezTo>
                    <a:cubicBezTo>
                      <a:pt x="6261" y="3693"/>
                      <a:pt x="6261" y="3693"/>
                      <a:pt x="6250" y="3609"/>
                    </a:cubicBezTo>
                    <a:cubicBezTo>
                      <a:pt x="6134" y="3609"/>
                      <a:pt x="6019" y="3609"/>
                      <a:pt x="5900" y="3609"/>
                    </a:cubicBezTo>
                    <a:cubicBezTo>
                      <a:pt x="5900" y="3571"/>
                      <a:pt x="5900" y="3532"/>
                      <a:pt x="5900" y="3493"/>
                    </a:cubicBezTo>
                    <a:cubicBezTo>
                      <a:pt x="5861" y="3493"/>
                      <a:pt x="5823" y="3493"/>
                      <a:pt x="5783" y="3493"/>
                    </a:cubicBezTo>
                    <a:cubicBezTo>
                      <a:pt x="5764" y="3550"/>
                      <a:pt x="5744" y="3608"/>
                      <a:pt x="5725" y="3668"/>
                    </a:cubicBezTo>
                    <a:cubicBezTo>
                      <a:pt x="5709" y="3665"/>
                      <a:pt x="5694" y="3662"/>
                      <a:pt x="5678" y="3659"/>
                    </a:cubicBezTo>
                    <a:cubicBezTo>
                      <a:pt x="5609" y="3653"/>
                      <a:pt x="5558" y="3650"/>
                      <a:pt x="5491" y="3668"/>
                    </a:cubicBezTo>
                    <a:cubicBezTo>
                      <a:pt x="5453" y="3725"/>
                      <a:pt x="5432" y="3782"/>
                      <a:pt x="5408" y="3846"/>
                    </a:cubicBezTo>
                    <a:cubicBezTo>
                      <a:pt x="5375" y="3901"/>
                      <a:pt x="5375" y="3901"/>
                      <a:pt x="5318" y="3923"/>
                    </a:cubicBezTo>
                    <a:cubicBezTo>
                      <a:pt x="5276" y="3930"/>
                      <a:pt x="5235" y="3937"/>
                      <a:pt x="5193" y="3943"/>
                    </a:cubicBezTo>
                    <a:cubicBezTo>
                      <a:pt x="5141" y="3959"/>
                      <a:pt x="5141" y="3959"/>
                      <a:pt x="5113" y="4001"/>
                    </a:cubicBezTo>
                    <a:cubicBezTo>
                      <a:pt x="5097" y="4051"/>
                      <a:pt x="5097" y="4051"/>
                      <a:pt x="5083" y="4134"/>
                    </a:cubicBezTo>
                    <a:cubicBezTo>
                      <a:pt x="5006" y="4077"/>
                      <a:pt x="4929" y="4019"/>
                      <a:pt x="4850" y="3959"/>
                    </a:cubicBezTo>
                    <a:cubicBezTo>
                      <a:pt x="4850" y="4036"/>
                      <a:pt x="4850" y="4113"/>
                      <a:pt x="4850" y="4193"/>
                    </a:cubicBezTo>
                    <a:cubicBezTo>
                      <a:pt x="4907" y="4193"/>
                      <a:pt x="4965" y="4193"/>
                      <a:pt x="5025" y="4193"/>
                    </a:cubicBezTo>
                    <a:cubicBezTo>
                      <a:pt x="5025" y="4270"/>
                      <a:pt x="5025" y="4347"/>
                      <a:pt x="5025" y="4426"/>
                    </a:cubicBezTo>
                    <a:cubicBezTo>
                      <a:pt x="4967" y="4426"/>
                      <a:pt x="4909" y="4426"/>
                      <a:pt x="4850" y="4426"/>
                    </a:cubicBezTo>
                    <a:cubicBezTo>
                      <a:pt x="4859" y="4442"/>
                      <a:pt x="4869" y="4457"/>
                      <a:pt x="4878" y="4473"/>
                    </a:cubicBezTo>
                    <a:cubicBezTo>
                      <a:pt x="4916" y="4561"/>
                      <a:pt x="4914" y="4631"/>
                      <a:pt x="4911" y="4725"/>
                    </a:cubicBezTo>
                    <a:cubicBezTo>
                      <a:pt x="4911" y="4741"/>
                      <a:pt x="4911" y="4757"/>
                      <a:pt x="4911" y="4774"/>
                    </a:cubicBezTo>
                    <a:cubicBezTo>
                      <a:pt x="4910" y="4814"/>
                      <a:pt x="4909" y="4853"/>
                      <a:pt x="4908" y="4893"/>
                    </a:cubicBezTo>
                    <a:cubicBezTo>
                      <a:pt x="4850" y="4893"/>
                      <a:pt x="4792" y="4893"/>
                      <a:pt x="4733" y="4893"/>
                    </a:cubicBezTo>
                    <a:cubicBezTo>
                      <a:pt x="4733" y="4931"/>
                      <a:pt x="4733" y="4970"/>
                      <a:pt x="4733" y="5009"/>
                    </a:cubicBezTo>
                    <a:cubicBezTo>
                      <a:pt x="4656" y="5009"/>
                      <a:pt x="4579" y="5009"/>
                      <a:pt x="4500" y="5009"/>
                    </a:cubicBezTo>
                    <a:cubicBezTo>
                      <a:pt x="4500" y="5086"/>
                      <a:pt x="4500" y="5163"/>
                      <a:pt x="4500" y="5243"/>
                    </a:cubicBezTo>
                    <a:cubicBezTo>
                      <a:pt x="4538" y="5243"/>
                      <a:pt x="4577" y="5243"/>
                      <a:pt x="4616" y="5243"/>
                    </a:cubicBezTo>
                    <a:cubicBezTo>
                      <a:pt x="4616" y="5320"/>
                      <a:pt x="4616" y="5397"/>
                      <a:pt x="4616" y="5476"/>
                    </a:cubicBezTo>
                    <a:cubicBezTo>
                      <a:pt x="4645" y="5486"/>
                      <a:pt x="4645" y="5486"/>
                      <a:pt x="4791" y="5534"/>
                    </a:cubicBezTo>
                    <a:cubicBezTo>
                      <a:pt x="4777" y="5631"/>
                      <a:pt x="4763" y="5727"/>
                      <a:pt x="4748" y="5824"/>
                    </a:cubicBezTo>
                    <a:cubicBezTo>
                      <a:pt x="4743" y="5857"/>
                      <a:pt x="4738" y="5889"/>
                      <a:pt x="4733" y="5922"/>
                    </a:cubicBezTo>
                    <a:cubicBezTo>
                      <a:pt x="4706" y="6108"/>
                      <a:pt x="4682" y="6261"/>
                      <a:pt x="4558" y="6409"/>
                    </a:cubicBezTo>
                    <a:cubicBezTo>
                      <a:pt x="4462" y="6371"/>
                      <a:pt x="4365" y="6332"/>
                      <a:pt x="4266" y="6293"/>
                    </a:cubicBezTo>
                    <a:cubicBezTo>
                      <a:pt x="4266" y="6370"/>
                      <a:pt x="4266" y="6447"/>
                      <a:pt x="4266" y="6526"/>
                    </a:cubicBezTo>
                    <a:cubicBezTo>
                      <a:pt x="4228" y="6526"/>
                      <a:pt x="4189" y="6526"/>
                      <a:pt x="4150" y="6526"/>
                    </a:cubicBezTo>
                    <a:cubicBezTo>
                      <a:pt x="4150" y="6642"/>
                      <a:pt x="4150" y="6757"/>
                      <a:pt x="4150" y="6876"/>
                    </a:cubicBezTo>
                    <a:cubicBezTo>
                      <a:pt x="4265" y="6876"/>
                      <a:pt x="4381" y="6876"/>
                      <a:pt x="4500" y="6876"/>
                    </a:cubicBezTo>
                    <a:cubicBezTo>
                      <a:pt x="4500" y="6992"/>
                      <a:pt x="4500" y="7107"/>
                      <a:pt x="4500" y="7226"/>
                    </a:cubicBezTo>
                    <a:cubicBezTo>
                      <a:pt x="4461" y="7226"/>
                      <a:pt x="4423" y="7226"/>
                      <a:pt x="4383" y="7226"/>
                    </a:cubicBezTo>
                    <a:cubicBezTo>
                      <a:pt x="4383" y="7380"/>
                      <a:pt x="4383" y="7534"/>
                      <a:pt x="4383" y="7693"/>
                    </a:cubicBezTo>
                    <a:cubicBezTo>
                      <a:pt x="4344" y="7693"/>
                      <a:pt x="4306" y="7693"/>
                      <a:pt x="4266" y="7693"/>
                    </a:cubicBezTo>
                    <a:cubicBezTo>
                      <a:pt x="4266" y="7731"/>
                      <a:pt x="4266" y="7770"/>
                      <a:pt x="4266" y="7809"/>
                    </a:cubicBezTo>
                    <a:cubicBezTo>
                      <a:pt x="4228" y="7809"/>
                      <a:pt x="4189" y="7809"/>
                      <a:pt x="4150" y="7809"/>
                    </a:cubicBezTo>
                    <a:cubicBezTo>
                      <a:pt x="4150" y="7848"/>
                      <a:pt x="4150" y="7886"/>
                      <a:pt x="4150" y="7926"/>
                    </a:cubicBezTo>
                    <a:cubicBezTo>
                      <a:pt x="4111" y="7926"/>
                      <a:pt x="4073" y="7926"/>
                      <a:pt x="4033" y="7926"/>
                    </a:cubicBezTo>
                    <a:cubicBezTo>
                      <a:pt x="4033" y="7888"/>
                      <a:pt x="4033" y="7849"/>
                      <a:pt x="4033" y="7809"/>
                    </a:cubicBezTo>
                    <a:cubicBezTo>
                      <a:pt x="3917" y="7809"/>
                      <a:pt x="3802" y="7809"/>
                      <a:pt x="3683" y="7809"/>
                    </a:cubicBezTo>
                    <a:cubicBezTo>
                      <a:pt x="3683" y="7771"/>
                      <a:pt x="3683" y="7732"/>
                      <a:pt x="3683" y="7693"/>
                    </a:cubicBezTo>
                    <a:cubicBezTo>
                      <a:pt x="3567" y="7693"/>
                      <a:pt x="3452" y="7693"/>
                      <a:pt x="3333" y="7693"/>
                    </a:cubicBezTo>
                    <a:cubicBezTo>
                      <a:pt x="3333" y="7654"/>
                      <a:pt x="3333" y="7616"/>
                      <a:pt x="3333" y="7576"/>
                    </a:cubicBezTo>
                    <a:cubicBezTo>
                      <a:pt x="3294" y="7576"/>
                      <a:pt x="3256" y="7576"/>
                      <a:pt x="3216" y="7576"/>
                    </a:cubicBezTo>
                    <a:cubicBezTo>
                      <a:pt x="3216" y="7538"/>
                      <a:pt x="3216" y="7499"/>
                      <a:pt x="3216" y="7459"/>
                    </a:cubicBezTo>
                    <a:cubicBezTo>
                      <a:pt x="3178" y="7459"/>
                      <a:pt x="3139" y="7459"/>
                      <a:pt x="3100" y="7459"/>
                    </a:cubicBezTo>
                    <a:cubicBezTo>
                      <a:pt x="3100" y="7421"/>
                      <a:pt x="3100" y="7382"/>
                      <a:pt x="3100" y="7343"/>
                    </a:cubicBezTo>
                    <a:cubicBezTo>
                      <a:pt x="2946" y="7343"/>
                      <a:pt x="2792" y="7343"/>
                      <a:pt x="2633" y="7343"/>
                    </a:cubicBezTo>
                    <a:cubicBezTo>
                      <a:pt x="2633" y="7304"/>
                      <a:pt x="2633" y="7266"/>
                      <a:pt x="2633" y="7226"/>
                    </a:cubicBezTo>
                    <a:cubicBezTo>
                      <a:pt x="2363" y="7226"/>
                      <a:pt x="2094" y="7226"/>
                      <a:pt x="1816" y="7226"/>
                    </a:cubicBezTo>
                    <a:cubicBezTo>
                      <a:pt x="1816" y="7265"/>
                      <a:pt x="1816" y="7303"/>
                      <a:pt x="1816" y="7343"/>
                    </a:cubicBezTo>
                    <a:cubicBezTo>
                      <a:pt x="1739" y="7343"/>
                      <a:pt x="1662" y="7343"/>
                      <a:pt x="1583" y="7343"/>
                    </a:cubicBezTo>
                    <a:cubicBezTo>
                      <a:pt x="1583" y="7381"/>
                      <a:pt x="1583" y="7420"/>
                      <a:pt x="1583" y="7459"/>
                    </a:cubicBezTo>
                    <a:cubicBezTo>
                      <a:pt x="1560" y="7466"/>
                      <a:pt x="1538" y="7473"/>
                      <a:pt x="1515" y="7481"/>
                    </a:cubicBezTo>
                    <a:cubicBezTo>
                      <a:pt x="1435" y="7506"/>
                      <a:pt x="1357" y="7533"/>
                      <a:pt x="1278" y="7561"/>
                    </a:cubicBezTo>
                    <a:cubicBezTo>
                      <a:pt x="1238" y="7574"/>
                      <a:pt x="1198" y="7586"/>
                      <a:pt x="1158" y="7597"/>
                    </a:cubicBezTo>
                    <a:cubicBezTo>
                      <a:pt x="1088" y="7622"/>
                      <a:pt x="1048" y="7637"/>
                      <a:pt x="1000" y="7693"/>
                    </a:cubicBezTo>
                    <a:cubicBezTo>
                      <a:pt x="980" y="7812"/>
                      <a:pt x="986" y="7923"/>
                      <a:pt x="1000" y="8043"/>
                    </a:cubicBezTo>
                    <a:cubicBezTo>
                      <a:pt x="961" y="8043"/>
                      <a:pt x="923" y="8043"/>
                      <a:pt x="883" y="8043"/>
                    </a:cubicBezTo>
                    <a:cubicBezTo>
                      <a:pt x="883" y="8120"/>
                      <a:pt x="883" y="8197"/>
                      <a:pt x="883" y="8276"/>
                    </a:cubicBezTo>
                    <a:cubicBezTo>
                      <a:pt x="921" y="8276"/>
                      <a:pt x="960" y="8276"/>
                      <a:pt x="1000" y="8276"/>
                    </a:cubicBezTo>
                    <a:cubicBezTo>
                      <a:pt x="1000" y="8315"/>
                      <a:pt x="1000" y="8353"/>
                      <a:pt x="1000" y="8393"/>
                    </a:cubicBezTo>
                    <a:cubicBezTo>
                      <a:pt x="1115" y="8393"/>
                      <a:pt x="1231" y="8393"/>
                      <a:pt x="1350" y="8393"/>
                    </a:cubicBezTo>
                    <a:cubicBezTo>
                      <a:pt x="1350" y="8431"/>
                      <a:pt x="1350" y="8470"/>
                      <a:pt x="1350" y="8509"/>
                    </a:cubicBezTo>
                    <a:cubicBezTo>
                      <a:pt x="1542" y="8509"/>
                      <a:pt x="1735" y="8509"/>
                      <a:pt x="1933" y="8509"/>
                    </a:cubicBezTo>
                    <a:cubicBezTo>
                      <a:pt x="1933" y="8548"/>
                      <a:pt x="1933" y="8586"/>
                      <a:pt x="1933" y="8626"/>
                    </a:cubicBezTo>
                    <a:cubicBezTo>
                      <a:pt x="1971" y="8626"/>
                      <a:pt x="2010" y="8626"/>
                      <a:pt x="2050" y="8626"/>
                    </a:cubicBezTo>
                    <a:cubicBezTo>
                      <a:pt x="2050" y="8511"/>
                      <a:pt x="2050" y="8395"/>
                      <a:pt x="2050" y="8276"/>
                    </a:cubicBezTo>
                    <a:cubicBezTo>
                      <a:pt x="2011" y="8276"/>
                      <a:pt x="1973" y="8276"/>
                      <a:pt x="1933" y="8276"/>
                    </a:cubicBezTo>
                    <a:cubicBezTo>
                      <a:pt x="1933" y="8238"/>
                      <a:pt x="1933" y="8199"/>
                      <a:pt x="1933" y="8159"/>
                    </a:cubicBezTo>
                    <a:cubicBezTo>
                      <a:pt x="2010" y="8159"/>
                      <a:pt x="2087" y="8159"/>
                      <a:pt x="2166" y="8159"/>
                    </a:cubicBezTo>
                    <a:cubicBezTo>
                      <a:pt x="2166" y="8198"/>
                      <a:pt x="2166" y="8236"/>
                      <a:pt x="2166" y="8276"/>
                    </a:cubicBezTo>
                    <a:cubicBezTo>
                      <a:pt x="2205" y="8276"/>
                      <a:pt x="2243" y="8276"/>
                      <a:pt x="2283" y="8276"/>
                    </a:cubicBezTo>
                    <a:cubicBezTo>
                      <a:pt x="2283" y="8315"/>
                      <a:pt x="2283" y="8353"/>
                      <a:pt x="2283" y="8393"/>
                    </a:cubicBezTo>
                    <a:cubicBezTo>
                      <a:pt x="2321" y="8393"/>
                      <a:pt x="2360" y="8393"/>
                      <a:pt x="2400" y="8393"/>
                    </a:cubicBezTo>
                    <a:cubicBezTo>
                      <a:pt x="2400" y="8431"/>
                      <a:pt x="2400" y="8470"/>
                      <a:pt x="2400" y="8509"/>
                    </a:cubicBezTo>
                    <a:cubicBezTo>
                      <a:pt x="2438" y="8509"/>
                      <a:pt x="2477" y="8509"/>
                      <a:pt x="2516" y="8509"/>
                    </a:cubicBezTo>
                    <a:cubicBezTo>
                      <a:pt x="2516" y="8471"/>
                      <a:pt x="2516" y="8432"/>
                      <a:pt x="2516" y="8393"/>
                    </a:cubicBezTo>
                    <a:cubicBezTo>
                      <a:pt x="2593" y="8393"/>
                      <a:pt x="2670" y="8393"/>
                      <a:pt x="2750" y="8393"/>
                    </a:cubicBezTo>
                    <a:cubicBezTo>
                      <a:pt x="2750" y="8470"/>
                      <a:pt x="2750" y="8547"/>
                      <a:pt x="2750" y="8626"/>
                    </a:cubicBezTo>
                    <a:cubicBezTo>
                      <a:pt x="2788" y="8626"/>
                      <a:pt x="2827" y="8626"/>
                      <a:pt x="2866" y="8626"/>
                    </a:cubicBezTo>
                    <a:cubicBezTo>
                      <a:pt x="2866" y="8780"/>
                      <a:pt x="2866" y="8934"/>
                      <a:pt x="2866" y="9093"/>
                    </a:cubicBezTo>
                    <a:cubicBezTo>
                      <a:pt x="2905" y="9093"/>
                      <a:pt x="2943" y="9093"/>
                      <a:pt x="2983" y="9093"/>
                    </a:cubicBezTo>
                    <a:cubicBezTo>
                      <a:pt x="2983" y="9208"/>
                      <a:pt x="2983" y="9324"/>
                      <a:pt x="2983" y="9443"/>
                    </a:cubicBezTo>
                    <a:cubicBezTo>
                      <a:pt x="3021" y="9443"/>
                      <a:pt x="3060" y="9443"/>
                      <a:pt x="3100" y="9443"/>
                    </a:cubicBezTo>
                    <a:cubicBezTo>
                      <a:pt x="3100" y="9520"/>
                      <a:pt x="3100" y="9597"/>
                      <a:pt x="3100" y="9676"/>
                    </a:cubicBezTo>
                    <a:cubicBezTo>
                      <a:pt x="3138" y="9676"/>
                      <a:pt x="3177" y="9676"/>
                      <a:pt x="3216" y="9676"/>
                    </a:cubicBezTo>
                    <a:cubicBezTo>
                      <a:pt x="3216" y="9753"/>
                      <a:pt x="3216" y="9830"/>
                      <a:pt x="3216" y="9909"/>
                    </a:cubicBezTo>
                    <a:cubicBezTo>
                      <a:pt x="3255" y="9909"/>
                      <a:pt x="3293" y="9909"/>
                      <a:pt x="3333" y="9909"/>
                    </a:cubicBezTo>
                    <a:cubicBezTo>
                      <a:pt x="3333" y="9948"/>
                      <a:pt x="3333" y="9986"/>
                      <a:pt x="3333" y="10026"/>
                    </a:cubicBezTo>
                    <a:cubicBezTo>
                      <a:pt x="3487" y="10065"/>
                      <a:pt x="3641" y="10103"/>
                      <a:pt x="3800" y="10143"/>
                    </a:cubicBezTo>
                    <a:cubicBezTo>
                      <a:pt x="3800" y="10181"/>
                      <a:pt x="3800" y="10220"/>
                      <a:pt x="3800" y="10259"/>
                    </a:cubicBezTo>
                    <a:cubicBezTo>
                      <a:pt x="4003" y="10264"/>
                      <a:pt x="4167" y="10249"/>
                      <a:pt x="4322" y="10106"/>
                    </a:cubicBezTo>
                    <a:cubicBezTo>
                      <a:pt x="4377" y="10051"/>
                      <a:pt x="4430" y="9994"/>
                      <a:pt x="4481" y="9935"/>
                    </a:cubicBezTo>
                    <a:cubicBezTo>
                      <a:pt x="4497" y="9917"/>
                      <a:pt x="4513" y="9899"/>
                      <a:pt x="4530" y="9880"/>
                    </a:cubicBezTo>
                    <a:cubicBezTo>
                      <a:pt x="4544" y="9863"/>
                      <a:pt x="4558" y="9846"/>
                      <a:pt x="4572" y="9829"/>
                    </a:cubicBezTo>
                    <a:cubicBezTo>
                      <a:pt x="4616" y="9793"/>
                      <a:pt x="4616" y="9793"/>
                      <a:pt x="4733" y="9793"/>
                    </a:cubicBezTo>
                    <a:cubicBezTo>
                      <a:pt x="4733" y="9716"/>
                      <a:pt x="4733" y="9639"/>
                      <a:pt x="4733" y="9559"/>
                    </a:cubicBezTo>
                    <a:cubicBezTo>
                      <a:pt x="4771" y="9559"/>
                      <a:pt x="4810" y="9559"/>
                      <a:pt x="4850" y="9559"/>
                    </a:cubicBezTo>
                    <a:cubicBezTo>
                      <a:pt x="4850" y="9521"/>
                      <a:pt x="4850" y="9482"/>
                      <a:pt x="4850" y="9443"/>
                    </a:cubicBezTo>
                    <a:cubicBezTo>
                      <a:pt x="4965" y="9443"/>
                      <a:pt x="5081" y="9443"/>
                      <a:pt x="5200" y="9443"/>
                    </a:cubicBezTo>
                    <a:cubicBezTo>
                      <a:pt x="5200" y="9404"/>
                      <a:pt x="5200" y="9366"/>
                      <a:pt x="5200" y="9326"/>
                    </a:cubicBezTo>
                    <a:cubicBezTo>
                      <a:pt x="5238" y="9326"/>
                      <a:pt x="5277" y="9326"/>
                      <a:pt x="5316" y="9326"/>
                    </a:cubicBezTo>
                    <a:cubicBezTo>
                      <a:pt x="5316" y="9288"/>
                      <a:pt x="5316" y="9249"/>
                      <a:pt x="5316" y="9209"/>
                    </a:cubicBezTo>
                    <a:cubicBezTo>
                      <a:pt x="5355" y="9209"/>
                      <a:pt x="5393" y="9209"/>
                      <a:pt x="5433" y="9209"/>
                    </a:cubicBezTo>
                    <a:cubicBezTo>
                      <a:pt x="5433" y="9094"/>
                      <a:pt x="5433" y="8978"/>
                      <a:pt x="5433" y="8859"/>
                    </a:cubicBezTo>
                    <a:cubicBezTo>
                      <a:pt x="5394" y="8859"/>
                      <a:pt x="5356" y="8859"/>
                      <a:pt x="5316" y="8859"/>
                    </a:cubicBezTo>
                    <a:cubicBezTo>
                      <a:pt x="5316" y="8821"/>
                      <a:pt x="5316" y="8782"/>
                      <a:pt x="5316" y="8743"/>
                    </a:cubicBezTo>
                    <a:cubicBezTo>
                      <a:pt x="5278" y="8743"/>
                      <a:pt x="5239" y="8743"/>
                      <a:pt x="5200" y="8743"/>
                    </a:cubicBezTo>
                    <a:cubicBezTo>
                      <a:pt x="5200" y="8704"/>
                      <a:pt x="5200" y="8666"/>
                      <a:pt x="5200" y="8626"/>
                    </a:cubicBezTo>
                    <a:cubicBezTo>
                      <a:pt x="5161" y="8626"/>
                      <a:pt x="5123" y="8626"/>
                      <a:pt x="5083" y="8626"/>
                    </a:cubicBezTo>
                    <a:cubicBezTo>
                      <a:pt x="5061" y="8190"/>
                      <a:pt x="5061" y="8190"/>
                      <a:pt x="5166" y="8067"/>
                    </a:cubicBezTo>
                    <a:cubicBezTo>
                      <a:pt x="5200" y="8043"/>
                      <a:pt x="5200" y="8043"/>
                      <a:pt x="5265" y="8032"/>
                    </a:cubicBezTo>
                    <a:cubicBezTo>
                      <a:pt x="5282" y="8035"/>
                      <a:pt x="5299" y="8039"/>
                      <a:pt x="5316" y="8043"/>
                    </a:cubicBezTo>
                    <a:cubicBezTo>
                      <a:pt x="5316" y="8004"/>
                      <a:pt x="5316" y="7966"/>
                      <a:pt x="5316" y="7926"/>
                    </a:cubicBezTo>
                    <a:cubicBezTo>
                      <a:pt x="5432" y="7926"/>
                      <a:pt x="5547" y="7926"/>
                      <a:pt x="5666" y="7926"/>
                    </a:cubicBezTo>
                    <a:cubicBezTo>
                      <a:pt x="5666" y="7772"/>
                      <a:pt x="5666" y="7618"/>
                      <a:pt x="5666" y="7459"/>
                    </a:cubicBezTo>
                    <a:cubicBezTo>
                      <a:pt x="5628" y="7459"/>
                      <a:pt x="5589" y="7459"/>
                      <a:pt x="5550" y="7459"/>
                    </a:cubicBezTo>
                    <a:cubicBezTo>
                      <a:pt x="5550" y="7305"/>
                      <a:pt x="5550" y="7151"/>
                      <a:pt x="5550" y="6993"/>
                    </a:cubicBezTo>
                    <a:cubicBezTo>
                      <a:pt x="5665" y="6993"/>
                      <a:pt x="5781" y="6993"/>
                      <a:pt x="5900" y="6993"/>
                    </a:cubicBezTo>
                    <a:cubicBezTo>
                      <a:pt x="5900" y="6954"/>
                      <a:pt x="5900" y="6916"/>
                      <a:pt x="5900" y="6876"/>
                    </a:cubicBezTo>
                    <a:cubicBezTo>
                      <a:pt x="5996" y="6838"/>
                      <a:pt x="6092" y="6799"/>
                      <a:pt x="6191" y="6759"/>
                    </a:cubicBezTo>
                    <a:cubicBezTo>
                      <a:pt x="6254" y="6886"/>
                      <a:pt x="6271" y="6982"/>
                      <a:pt x="6286" y="7120"/>
                    </a:cubicBezTo>
                    <a:cubicBezTo>
                      <a:pt x="6289" y="7143"/>
                      <a:pt x="6291" y="7166"/>
                      <a:pt x="6294" y="7190"/>
                    </a:cubicBezTo>
                    <a:cubicBezTo>
                      <a:pt x="6315" y="7404"/>
                      <a:pt x="6293" y="7600"/>
                      <a:pt x="6250" y="7809"/>
                    </a:cubicBezTo>
                    <a:cubicBezTo>
                      <a:pt x="6173" y="7809"/>
                      <a:pt x="6096" y="7809"/>
                      <a:pt x="6016" y="7809"/>
                    </a:cubicBezTo>
                    <a:cubicBezTo>
                      <a:pt x="6016" y="8002"/>
                      <a:pt x="6016" y="8194"/>
                      <a:pt x="6016" y="8393"/>
                    </a:cubicBezTo>
                    <a:cubicBezTo>
                      <a:pt x="6055" y="8393"/>
                      <a:pt x="6093" y="8393"/>
                      <a:pt x="6133" y="8393"/>
                    </a:cubicBezTo>
                    <a:cubicBezTo>
                      <a:pt x="6133" y="8508"/>
                      <a:pt x="6133" y="8624"/>
                      <a:pt x="6133" y="8743"/>
                    </a:cubicBezTo>
                    <a:cubicBezTo>
                      <a:pt x="6210" y="8743"/>
                      <a:pt x="6287" y="8743"/>
                      <a:pt x="6366" y="8743"/>
                    </a:cubicBezTo>
                    <a:cubicBezTo>
                      <a:pt x="6366" y="8820"/>
                      <a:pt x="6366" y="8897"/>
                      <a:pt x="6366" y="8976"/>
                    </a:cubicBezTo>
                    <a:cubicBezTo>
                      <a:pt x="6405" y="8976"/>
                      <a:pt x="6443" y="8976"/>
                      <a:pt x="6483" y="8976"/>
                    </a:cubicBezTo>
                    <a:cubicBezTo>
                      <a:pt x="6483" y="9092"/>
                      <a:pt x="6483" y="9207"/>
                      <a:pt x="6483" y="9326"/>
                    </a:cubicBezTo>
                    <a:cubicBezTo>
                      <a:pt x="6521" y="9326"/>
                      <a:pt x="6560" y="9326"/>
                      <a:pt x="6600" y="9326"/>
                    </a:cubicBezTo>
                    <a:cubicBezTo>
                      <a:pt x="6600" y="9480"/>
                      <a:pt x="6600" y="9634"/>
                      <a:pt x="6600" y="9793"/>
                    </a:cubicBezTo>
                    <a:cubicBezTo>
                      <a:pt x="6561" y="9793"/>
                      <a:pt x="6523" y="9793"/>
                      <a:pt x="6483" y="9793"/>
                    </a:cubicBezTo>
                    <a:cubicBezTo>
                      <a:pt x="6483" y="9831"/>
                      <a:pt x="6483" y="9870"/>
                      <a:pt x="6483" y="9909"/>
                    </a:cubicBezTo>
                    <a:cubicBezTo>
                      <a:pt x="6444" y="9909"/>
                      <a:pt x="6406" y="9909"/>
                      <a:pt x="6366" y="9909"/>
                    </a:cubicBezTo>
                    <a:cubicBezTo>
                      <a:pt x="6366" y="10063"/>
                      <a:pt x="6366" y="10217"/>
                      <a:pt x="6366" y="10376"/>
                    </a:cubicBezTo>
                    <a:cubicBezTo>
                      <a:pt x="6405" y="10376"/>
                      <a:pt x="6443" y="10376"/>
                      <a:pt x="6483" y="10376"/>
                    </a:cubicBezTo>
                    <a:cubicBezTo>
                      <a:pt x="6483" y="10453"/>
                      <a:pt x="6483" y="10530"/>
                      <a:pt x="6483" y="10609"/>
                    </a:cubicBezTo>
                    <a:cubicBezTo>
                      <a:pt x="6521" y="10609"/>
                      <a:pt x="6560" y="10609"/>
                      <a:pt x="6600" y="10609"/>
                    </a:cubicBezTo>
                    <a:cubicBezTo>
                      <a:pt x="6619" y="10513"/>
                      <a:pt x="6638" y="10417"/>
                      <a:pt x="6658" y="10318"/>
                    </a:cubicBezTo>
                    <a:cubicBezTo>
                      <a:pt x="6716" y="10318"/>
                      <a:pt x="6773" y="10318"/>
                      <a:pt x="6833" y="10318"/>
                    </a:cubicBezTo>
                    <a:cubicBezTo>
                      <a:pt x="6833" y="10375"/>
                      <a:pt x="6833" y="10433"/>
                      <a:pt x="6833" y="10493"/>
                    </a:cubicBezTo>
                    <a:cubicBezTo>
                      <a:pt x="6871" y="10493"/>
                      <a:pt x="6910" y="10493"/>
                      <a:pt x="6950" y="10493"/>
                    </a:cubicBezTo>
                    <a:cubicBezTo>
                      <a:pt x="6950" y="10570"/>
                      <a:pt x="6950" y="10647"/>
                      <a:pt x="6950" y="10726"/>
                    </a:cubicBezTo>
                    <a:cubicBezTo>
                      <a:pt x="6988" y="10726"/>
                      <a:pt x="7027" y="10726"/>
                      <a:pt x="7066" y="10726"/>
                    </a:cubicBezTo>
                    <a:cubicBezTo>
                      <a:pt x="7066" y="10765"/>
                      <a:pt x="7066" y="10803"/>
                      <a:pt x="7066" y="10843"/>
                    </a:cubicBezTo>
                    <a:cubicBezTo>
                      <a:pt x="7105" y="10843"/>
                      <a:pt x="7143" y="10843"/>
                      <a:pt x="7183" y="10843"/>
                    </a:cubicBezTo>
                    <a:cubicBezTo>
                      <a:pt x="7183" y="10881"/>
                      <a:pt x="7183" y="10920"/>
                      <a:pt x="7183" y="10959"/>
                    </a:cubicBezTo>
                    <a:cubicBezTo>
                      <a:pt x="7414" y="10998"/>
                      <a:pt x="7645" y="11036"/>
                      <a:pt x="7883" y="11076"/>
                    </a:cubicBezTo>
                    <a:cubicBezTo>
                      <a:pt x="7883" y="11038"/>
                      <a:pt x="7883" y="10999"/>
                      <a:pt x="7883" y="10959"/>
                    </a:cubicBezTo>
                    <a:cubicBezTo>
                      <a:pt x="7921" y="10959"/>
                      <a:pt x="7960" y="10959"/>
                      <a:pt x="8000" y="10959"/>
                    </a:cubicBezTo>
                    <a:cubicBezTo>
                      <a:pt x="7997" y="10942"/>
                      <a:pt x="7994" y="10924"/>
                      <a:pt x="7991" y="10907"/>
                    </a:cubicBezTo>
                    <a:cubicBezTo>
                      <a:pt x="8000" y="10843"/>
                      <a:pt x="8000" y="10843"/>
                      <a:pt x="8055" y="10797"/>
                    </a:cubicBezTo>
                    <a:cubicBezTo>
                      <a:pt x="8199" y="10718"/>
                      <a:pt x="8199" y="10718"/>
                      <a:pt x="8253" y="10689"/>
                    </a:cubicBezTo>
                    <a:cubicBezTo>
                      <a:pt x="8287" y="10670"/>
                      <a:pt x="8320" y="10649"/>
                      <a:pt x="8352" y="10629"/>
                    </a:cubicBezTo>
                    <a:cubicBezTo>
                      <a:pt x="8473" y="10556"/>
                      <a:pt x="8546" y="10546"/>
                      <a:pt x="8685" y="10573"/>
                    </a:cubicBezTo>
                    <a:cubicBezTo>
                      <a:pt x="8728" y="10585"/>
                      <a:pt x="8772" y="10597"/>
                      <a:pt x="8816" y="10609"/>
                    </a:cubicBezTo>
                    <a:cubicBezTo>
                      <a:pt x="8816" y="10494"/>
                      <a:pt x="8816" y="10378"/>
                      <a:pt x="8816" y="10259"/>
                    </a:cubicBezTo>
                    <a:cubicBezTo>
                      <a:pt x="8739" y="10259"/>
                      <a:pt x="8662" y="10259"/>
                      <a:pt x="8583" y="10259"/>
                    </a:cubicBezTo>
                    <a:cubicBezTo>
                      <a:pt x="8564" y="10144"/>
                      <a:pt x="8544" y="10028"/>
                      <a:pt x="8525" y="9909"/>
                    </a:cubicBezTo>
                    <a:cubicBezTo>
                      <a:pt x="8582" y="9909"/>
                      <a:pt x="8640" y="9909"/>
                      <a:pt x="8700" y="9909"/>
                    </a:cubicBezTo>
                    <a:cubicBezTo>
                      <a:pt x="8680" y="9717"/>
                      <a:pt x="8661" y="9524"/>
                      <a:pt x="8641" y="9326"/>
                    </a:cubicBezTo>
                    <a:cubicBezTo>
                      <a:pt x="8737" y="9326"/>
                      <a:pt x="8834" y="9326"/>
                      <a:pt x="8933" y="9326"/>
                    </a:cubicBezTo>
                    <a:cubicBezTo>
                      <a:pt x="8933" y="9365"/>
                      <a:pt x="8933" y="9403"/>
                      <a:pt x="8933" y="9443"/>
                    </a:cubicBezTo>
                    <a:cubicBezTo>
                      <a:pt x="9010" y="9443"/>
                      <a:pt x="9087" y="9443"/>
                      <a:pt x="9166" y="9443"/>
                    </a:cubicBezTo>
                    <a:cubicBezTo>
                      <a:pt x="9166" y="9520"/>
                      <a:pt x="9166" y="9597"/>
                      <a:pt x="9166" y="9676"/>
                    </a:cubicBezTo>
                    <a:cubicBezTo>
                      <a:pt x="9243" y="9676"/>
                      <a:pt x="9320" y="9676"/>
                      <a:pt x="9400" y="9676"/>
                    </a:cubicBezTo>
                    <a:cubicBezTo>
                      <a:pt x="9400" y="9638"/>
                      <a:pt x="9400" y="9599"/>
                      <a:pt x="9400" y="9559"/>
                    </a:cubicBezTo>
                    <a:cubicBezTo>
                      <a:pt x="9438" y="9559"/>
                      <a:pt x="9477" y="9559"/>
                      <a:pt x="9516" y="9559"/>
                    </a:cubicBezTo>
                    <a:cubicBezTo>
                      <a:pt x="9516" y="9521"/>
                      <a:pt x="9516" y="9482"/>
                      <a:pt x="9516" y="9443"/>
                    </a:cubicBezTo>
                    <a:cubicBezTo>
                      <a:pt x="9478" y="9443"/>
                      <a:pt x="9439" y="9443"/>
                      <a:pt x="9400" y="9443"/>
                    </a:cubicBezTo>
                    <a:cubicBezTo>
                      <a:pt x="9400" y="9404"/>
                      <a:pt x="9400" y="9366"/>
                      <a:pt x="9400" y="9326"/>
                    </a:cubicBezTo>
                    <a:cubicBezTo>
                      <a:pt x="9361" y="9326"/>
                      <a:pt x="9323" y="9326"/>
                      <a:pt x="9283" y="9326"/>
                    </a:cubicBezTo>
                    <a:cubicBezTo>
                      <a:pt x="9283" y="9288"/>
                      <a:pt x="9283" y="9249"/>
                      <a:pt x="9283" y="9209"/>
                    </a:cubicBezTo>
                    <a:cubicBezTo>
                      <a:pt x="9244" y="9209"/>
                      <a:pt x="9206" y="9209"/>
                      <a:pt x="9166" y="9209"/>
                    </a:cubicBezTo>
                    <a:cubicBezTo>
                      <a:pt x="9166" y="9132"/>
                      <a:pt x="9166" y="9055"/>
                      <a:pt x="9166" y="8976"/>
                    </a:cubicBezTo>
                    <a:cubicBezTo>
                      <a:pt x="9128" y="8976"/>
                      <a:pt x="9089" y="8976"/>
                      <a:pt x="9050" y="8976"/>
                    </a:cubicBezTo>
                    <a:cubicBezTo>
                      <a:pt x="9050" y="8938"/>
                      <a:pt x="9050" y="8899"/>
                      <a:pt x="9050" y="8859"/>
                    </a:cubicBezTo>
                    <a:cubicBezTo>
                      <a:pt x="8893" y="8895"/>
                      <a:pt x="8893" y="8895"/>
                      <a:pt x="8840" y="8960"/>
                    </a:cubicBezTo>
                    <a:cubicBezTo>
                      <a:pt x="8830" y="8976"/>
                      <a:pt x="8820" y="8991"/>
                      <a:pt x="8810" y="9008"/>
                    </a:cubicBezTo>
                    <a:cubicBezTo>
                      <a:pt x="8800" y="9024"/>
                      <a:pt x="8790" y="9039"/>
                      <a:pt x="8780" y="9056"/>
                    </a:cubicBezTo>
                    <a:cubicBezTo>
                      <a:pt x="8776" y="9062"/>
                      <a:pt x="8776" y="9062"/>
                      <a:pt x="8758" y="9093"/>
                    </a:cubicBezTo>
                    <a:cubicBezTo>
                      <a:pt x="8743" y="8760"/>
                      <a:pt x="8761" y="8474"/>
                      <a:pt x="8875" y="8159"/>
                    </a:cubicBezTo>
                    <a:cubicBezTo>
                      <a:pt x="8971" y="8159"/>
                      <a:pt x="9067" y="8159"/>
                      <a:pt x="9166" y="8159"/>
                    </a:cubicBezTo>
                    <a:cubicBezTo>
                      <a:pt x="9166" y="8198"/>
                      <a:pt x="9166" y="8236"/>
                      <a:pt x="9166" y="8276"/>
                    </a:cubicBezTo>
                    <a:cubicBezTo>
                      <a:pt x="9205" y="8276"/>
                      <a:pt x="9243" y="8276"/>
                      <a:pt x="9283" y="8276"/>
                    </a:cubicBezTo>
                    <a:cubicBezTo>
                      <a:pt x="9283" y="8238"/>
                      <a:pt x="9283" y="8199"/>
                      <a:pt x="9283" y="8159"/>
                    </a:cubicBezTo>
                    <a:cubicBezTo>
                      <a:pt x="9321" y="8159"/>
                      <a:pt x="9360" y="8159"/>
                      <a:pt x="9400" y="8159"/>
                    </a:cubicBezTo>
                    <a:cubicBezTo>
                      <a:pt x="9400" y="8121"/>
                      <a:pt x="9400" y="8082"/>
                      <a:pt x="9400" y="8043"/>
                    </a:cubicBezTo>
                    <a:cubicBezTo>
                      <a:pt x="9477" y="8043"/>
                      <a:pt x="9554" y="8043"/>
                      <a:pt x="9633" y="8043"/>
                    </a:cubicBezTo>
                    <a:cubicBezTo>
                      <a:pt x="9633" y="8158"/>
                      <a:pt x="9633" y="8274"/>
                      <a:pt x="9633" y="8393"/>
                    </a:cubicBezTo>
                    <a:cubicBezTo>
                      <a:pt x="9671" y="8393"/>
                      <a:pt x="9710" y="8393"/>
                      <a:pt x="9750" y="8393"/>
                    </a:cubicBezTo>
                    <a:cubicBezTo>
                      <a:pt x="9750" y="8547"/>
                      <a:pt x="9750" y="8701"/>
                      <a:pt x="9750" y="8859"/>
                    </a:cubicBezTo>
                    <a:cubicBezTo>
                      <a:pt x="9788" y="8859"/>
                      <a:pt x="9827" y="8859"/>
                      <a:pt x="9866" y="8859"/>
                    </a:cubicBezTo>
                    <a:cubicBezTo>
                      <a:pt x="9866" y="8898"/>
                      <a:pt x="9866" y="8936"/>
                      <a:pt x="9866" y="8976"/>
                    </a:cubicBezTo>
                    <a:cubicBezTo>
                      <a:pt x="9905" y="8976"/>
                      <a:pt x="9943" y="8976"/>
                      <a:pt x="9983" y="8976"/>
                    </a:cubicBezTo>
                    <a:cubicBezTo>
                      <a:pt x="9983" y="9053"/>
                      <a:pt x="9983" y="9130"/>
                      <a:pt x="9983" y="9209"/>
                    </a:cubicBezTo>
                    <a:cubicBezTo>
                      <a:pt x="10021" y="9209"/>
                      <a:pt x="10060" y="9209"/>
                      <a:pt x="10100" y="9209"/>
                    </a:cubicBezTo>
                    <a:cubicBezTo>
                      <a:pt x="10100" y="9248"/>
                      <a:pt x="10100" y="9286"/>
                      <a:pt x="10100" y="9326"/>
                    </a:cubicBezTo>
                    <a:cubicBezTo>
                      <a:pt x="10138" y="9326"/>
                      <a:pt x="10177" y="9326"/>
                      <a:pt x="10216" y="9326"/>
                    </a:cubicBezTo>
                    <a:cubicBezTo>
                      <a:pt x="10216" y="9365"/>
                      <a:pt x="10216" y="9403"/>
                      <a:pt x="10216" y="9443"/>
                    </a:cubicBezTo>
                    <a:cubicBezTo>
                      <a:pt x="10255" y="9443"/>
                      <a:pt x="10293" y="9443"/>
                      <a:pt x="10333" y="9443"/>
                    </a:cubicBezTo>
                    <a:cubicBezTo>
                      <a:pt x="10333" y="9481"/>
                      <a:pt x="10333" y="9520"/>
                      <a:pt x="10333" y="9559"/>
                    </a:cubicBezTo>
                    <a:cubicBezTo>
                      <a:pt x="10421" y="9552"/>
                      <a:pt x="10509" y="9545"/>
                      <a:pt x="10597" y="9538"/>
                    </a:cubicBezTo>
                    <a:cubicBezTo>
                      <a:pt x="10627" y="9535"/>
                      <a:pt x="10657" y="9533"/>
                      <a:pt x="10687" y="9530"/>
                    </a:cubicBezTo>
                    <a:cubicBezTo>
                      <a:pt x="10849" y="9518"/>
                      <a:pt x="10998" y="9504"/>
                      <a:pt x="11150" y="9443"/>
                    </a:cubicBezTo>
                    <a:cubicBezTo>
                      <a:pt x="11147" y="9427"/>
                      <a:pt x="11144" y="9412"/>
                      <a:pt x="11141" y="9396"/>
                    </a:cubicBezTo>
                    <a:cubicBezTo>
                      <a:pt x="11134" y="9328"/>
                      <a:pt x="11133" y="9276"/>
                      <a:pt x="11150" y="9209"/>
                    </a:cubicBezTo>
                    <a:cubicBezTo>
                      <a:pt x="11243" y="9124"/>
                      <a:pt x="11359" y="9087"/>
                      <a:pt x="11485" y="9085"/>
                    </a:cubicBezTo>
                    <a:cubicBezTo>
                      <a:pt x="11509" y="9088"/>
                      <a:pt x="11533" y="9090"/>
                      <a:pt x="11558" y="9093"/>
                    </a:cubicBezTo>
                    <a:cubicBezTo>
                      <a:pt x="11558" y="9054"/>
                      <a:pt x="11558" y="9016"/>
                      <a:pt x="11558" y="8976"/>
                    </a:cubicBezTo>
                    <a:cubicBezTo>
                      <a:pt x="11616" y="8976"/>
                      <a:pt x="11673" y="8976"/>
                      <a:pt x="11733" y="8976"/>
                    </a:cubicBezTo>
                    <a:cubicBezTo>
                      <a:pt x="11733" y="9015"/>
                      <a:pt x="11733" y="9053"/>
                      <a:pt x="11733" y="9093"/>
                    </a:cubicBezTo>
                    <a:cubicBezTo>
                      <a:pt x="11771" y="9093"/>
                      <a:pt x="11810" y="9093"/>
                      <a:pt x="11850" y="9093"/>
                    </a:cubicBezTo>
                    <a:cubicBezTo>
                      <a:pt x="11850" y="9054"/>
                      <a:pt x="11850" y="9016"/>
                      <a:pt x="11850" y="8976"/>
                    </a:cubicBezTo>
                    <a:cubicBezTo>
                      <a:pt x="11888" y="8976"/>
                      <a:pt x="11927" y="8976"/>
                      <a:pt x="11966" y="8976"/>
                    </a:cubicBezTo>
                    <a:cubicBezTo>
                      <a:pt x="11966" y="8861"/>
                      <a:pt x="11966" y="8745"/>
                      <a:pt x="11966" y="8626"/>
                    </a:cubicBezTo>
                    <a:cubicBezTo>
                      <a:pt x="12005" y="8626"/>
                      <a:pt x="12043" y="8626"/>
                      <a:pt x="12083" y="8626"/>
                    </a:cubicBezTo>
                    <a:cubicBezTo>
                      <a:pt x="12083" y="8549"/>
                      <a:pt x="12083" y="8472"/>
                      <a:pt x="12083" y="8393"/>
                    </a:cubicBezTo>
                    <a:cubicBezTo>
                      <a:pt x="12121" y="8393"/>
                      <a:pt x="12160" y="8393"/>
                      <a:pt x="12200" y="8393"/>
                    </a:cubicBezTo>
                    <a:cubicBezTo>
                      <a:pt x="12200" y="8316"/>
                      <a:pt x="12200" y="8239"/>
                      <a:pt x="12200" y="8159"/>
                    </a:cubicBezTo>
                    <a:cubicBezTo>
                      <a:pt x="12238" y="8159"/>
                      <a:pt x="12277" y="8159"/>
                      <a:pt x="12316" y="8159"/>
                    </a:cubicBezTo>
                    <a:cubicBezTo>
                      <a:pt x="12316" y="8121"/>
                      <a:pt x="12316" y="8082"/>
                      <a:pt x="12316" y="8043"/>
                    </a:cubicBezTo>
                    <a:cubicBezTo>
                      <a:pt x="12509" y="8043"/>
                      <a:pt x="12701" y="8043"/>
                      <a:pt x="12900" y="8043"/>
                    </a:cubicBezTo>
                    <a:cubicBezTo>
                      <a:pt x="12900" y="8081"/>
                      <a:pt x="12900" y="8120"/>
                      <a:pt x="12900" y="8159"/>
                    </a:cubicBezTo>
                    <a:cubicBezTo>
                      <a:pt x="12983" y="8171"/>
                      <a:pt x="13067" y="8182"/>
                      <a:pt x="13151" y="8192"/>
                    </a:cubicBezTo>
                    <a:cubicBezTo>
                      <a:pt x="13175" y="8195"/>
                      <a:pt x="13198" y="8199"/>
                      <a:pt x="13223" y="8202"/>
                    </a:cubicBezTo>
                    <a:cubicBezTo>
                      <a:pt x="13234" y="8204"/>
                      <a:pt x="13234" y="8204"/>
                      <a:pt x="13293" y="8211"/>
                    </a:cubicBezTo>
                    <a:cubicBezTo>
                      <a:pt x="13314" y="8213"/>
                      <a:pt x="13335" y="8216"/>
                      <a:pt x="13356" y="8219"/>
                    </a:cubicBezTo>
                    <a:cubicBezTo>
                      <a:pt x="13425" y="8218"/>
                      <a:pt x="13425" y="8218"/>
                      <a:pt x="13600" y="8159"/>
                    </a:cubicBezTo>
                    <a:cubicBezTo>
                      <a:pt x="13600" y="7967"/>
                      <a:pt x="13600" y="7774"/>
                      <a:pt x="13600" y="7576"/>
                    </a:cubicBezTo>
                    <a:cubicBezTo>
                      <a:pt x="13561" y="7576"/>
                      <a:pt x="13523" y="7576"/>
                      <a:pt x="13483" y="7576"/>
                    </a:cubicBezTo>
                    <a:cubicBezTo>
                      <a:pt x="13483" y="7538"/>
                      <a:pt x="13483" y="7499"/>
                      <a:pt x="13483" y="7459"/>
                    </a:cubicBezTo>
                    <a:cubicBezTo>
                      <a:pt x="13406" y="7459"/>
                      <a:pt x="13329" y="7459"/>
                      <a:pt x="13250" y="7459"/>
                    </a:cubicBezTo>
                    <a:cubicBezTo>
                      <a:pt x="13250" y="7382"/>
                      <a:pt x="13250" y="7305"/>
                      <a:pt x="13250" y="7226"/>
                    </a:cubicBezTo>
                    <a:cubicBezTo>
                      <a:pt x="13211" y="7226"/>
                      <a:pt x="13173" y="7226"/>
                      <a:pt x="13133" y="7226"/>
                    </a:cubicBezTo>
                    <a:cubicBezTo>
                      <a:pt x="13133" y="7072"/>
                      <a:pt x="13133" y="6918"/>
                      <a:pt x="13133" y="6759"/>
                    </a:cubicBezTo>
                    <a:cubicBezTo>
                      <a:pt x="13171" y="6759"/>
                      <a:pt x="13210" y="6759"/>
                      <a:pt x="13250" y="6759"/>
                    </a:cubicBezTo>
                    <a:cubicBezTo>
                      <a:pt x="13250" y="6721"/>
                      <a:pt x="13250" y="6682"/>
                      <a:pt x="13250" y="6643"/>
                    </a:cubicBezTo>
                    <a:cubicBezTo>
                      <a:pt x="13288" y="6643"/>
                      <a:pt x="13327" y="6643"/>
                      <a:pt x="13366" y="6643"/>
                    </a:cubicBezTo>
                    <a:cubicBezTo>
                      <a:pt x="13366" y="6681"/>
                      <a:pt x="13366" y="6720"/>
                      <a:pt x="13366" y="6759"/>
                    </a:cubicBezTo>
                    <a:cubicBezTo>
                      <a:pt x="13405" y="6759"/>
                      <a:pt x="13443" y="6759"/>
                      <a:pt x="13483" y="6759"/>
                    </a:cubicBezTo>
                    <a:cubicBezTo>
                      <a:pt x="13483" y="6836"/>
                      <a:pt x="13483" y="6913"/>
                      <a:pt x="13483" y="6993"/>
                    </a:cubicBezTo>
                    <a:cubicBezTo>
                      <a:pt x="13560" y="6993"/>
                      <a:pt x="13637" y="6993"/>
                      <a:pt x="13716" y="6993"/>
                    </a:cubicBezTo>
                    <a:cubicBezTo>
                      <a:pt x="13716" y="6877"/>
                      <a:pt x="13716" y="6762"/>
                      <a:pt x="13716" y="6643"/>
                    </a:cubicBezTo>
                    <a:cubicBezTo>
                      <a:pt x="13755" y="6643"/>
                      <a:pt x="13793" y="6643"/>
                      <a:pt x="13833" y="6643"/>
                    </a:cubicBezTo>
                    <a:cubicBezTo>
                      <a:pt x="13833" y="6604"/>
                      <a:pt x="13833" y="6566"/>
                      <a:pt x="13833" y="6526"/>
                    </a:cubicBezTo>
                    <a:cubicBezTo>
                      <a:pt x="13871" y="6526"/>
                      <a:pt x="13910" y="6526"/>
                      <a:pt x="13950" y="6526"/>
                    </a:cubicBezTo>
                    <a:cubicBezTo>
                      <a:pt x="13950" y="6565"/>
                      <a:pt x="13950" y="6603"/>
                      <a:pt x="13950" y="6643"/>
                    </a:cubicBezTo>
                    <a:cubicBezTo>
                      <a:pt x="13988" y="6643"/>
                      <a:pt x="14027" y="6643"/>
                      <a:pt x="14066" y="6643"/>
                    </a:cubicBezTo>
                    <a:cubicBezTo>
                      <a:pt x="14066" y="6720"/>
                      <a:pt x="14066" y="6797"/>
                      <a:pt x="14066" y="6876"/>
                    </a:cubicBezTo>
                    <a:cubicBezTo>
                      <a:pt x="14105" y="6876"/>
                      <a:pt x="14143" y="6876"/>
                      <a:pt x="14183" y="6876"/>
                    </a:cubicBezTo>
                    <a:cubicBezTo>
                      <a:pt x="14183" y="7107"/>
                      <a:pt x="14183" y="7338"/>
                      <a:pt x="14183" y="7576"/>
                    </a:cubicBezTo>
                    <a:cubicBezTo>
                      <a:pt x="14144" y="7576"/>
                      <a:pt x="14106" y="7576"/>
                      <a:pt x="14066" y="7576"/>
                    </a:cubicBezTo>
                    <a:cubicBezTo>
                      <a:pt x="14066" y="7615"/>
                      <a:pt x="14066" y="7653"/>
                      <a:pt x="14066" y="7693"/>
                    </a:cubicBezTo>
                    <a:cubicBezTo>
                      <a:pt x="14028" y="7693"/>
                      <a:pt x="13989" y="7693"/>
                      <a:pt x="13950" y="7693"/>
                    </a:cubicBezTo>
                    <a:cubicBezTo>
                      <a:pt x="13950" y="7808"/>
                      <a:pt x="13950" y="7924"/>
                      <a:pt x="13950" y="8043"/>
                    </a:cubicBezTo>
                    <a:cubicBezTo>
                      <a:pt x="13988" y="8043"/>
                      <a:pt x="14027" y="8043"/>
                      <a:pt x="14066" y="8043"/>
                    </a:cubicBezTo>
                    <a:cubicBezTo>
                      <a:pt x="14066" y="8081"/>
                      <a:pt x="14066" y="8120"/>
                      <a:pt x="14066" y="8159"/>
                    </a:cubicBezTo>
                    <a:cubicBezTo>
                      <a:pt x="14143" y="8159"/>
                      <a:pt x="14220" y="8159"/>
                      <a:pt x="14300" y="8159"/>
                    </a:cubicBezTo>
                    <a:cubicBezTo>
                      <a:pt x="14300" y="8121"/>
                      <a:pt x="14300" y="8082"/>
                      <a:pt x="14300" y="8043"/>
                    </a:cubicBezTo>
                    <a:cubicBezTo>
                      <a:pt x="14357" y="8043"/>
                      <a:pt x="14415" y="8043"/>
                      <a:pt x="14475" y="8043"/>
                    </a:cubicBezTo>
                    <a:cubicBezTo>
                      <a:pt x="14475" y="8120"/>
                      <a:pt x="14475" y="8197"/>
                      <a:pt x="14475" y="8276"/>
                    </a:cubicBezTo>
                    <a:cubicBezTo>
                      <a:pt x="14417" y="8276"/>
                      <a:pt x="14359" y="8276"/>
                      <a:pt x="14300" y="8276"/>
                    </a:cubicBezTo>
                    <a:cubicBezTo>
                      <a:pt x="14319" y="8430"/>
                      <a:pt x="14338" y="8584"/>
                      <a:pt x="14358" y="8743"/>
                    </a:cubicBezTo>
                    <a:cubicBezTo>
                      <a:pt x="14262" y="8743"/>
                      <a:pt x="14165" y="8743"/>
                      <a:pt x="14066" y="8743"/>
                    </a:cubicBezTo>
                    <a:cubicBezTo>
                      <a:pt x="14066" y="8858"/>
                      <a:pt x="14066" y="8974"/>
                      <a:pt x="14066" y="9093"/>
                    </a:cubicBezTo>
                    <a:cubicBezTo>
                      <a:pt x="14028" y="9093"/>
                      <a:pt x="13989" y="9093"/>
                      <a:pt x="13950" y="9093"/>
                    </a:cubicBezTo>
                    <a:cubicBezTo>
                      <a:pt x="13950" y="9131"/>
                      <a:pt x="13950" y="9170"/>
                      <a:pt x="13950" y="9209"/>
                    </a:cubicBezTo>
                    <a:cubicBezTo>
                      <a:pt x="13911" y="9209"/>
                      <a:pt x="13873" y="9209"/>
                      <a:pt x="13833" y="9209"/>
                    </a:cubicBezTo>
                    <a:cubicBezTo>
                      <a:pt x="13833" y="9248"/>
                      <a:pt x="13833" y="9286"/>
                      <a:pt x="13833" y="9326"/>
                    </a:cubicBezTo>
                    <a:cubicBezTo>
                      <a:pt x="13848" y="9324"/>
                      <a:pt x="13864" y="9322"/>
                      <a:pt x="13880" y="9320"/>
                    </a:cubicBezTo>
                    <a:cubicBezTo>
                      <a:pt x="13900" y="9318"/>
                      <a:pt x="13921" y="9317"/>
                      <a:pt x="13942" y="9315"/>
                    </a:cubicBezTo>
                    <a:cubicBezTo>
                      <a:pt x="13963" y="9313"/>
                      <a:pt x="13983" y="9311"/>
                      <a:pt x="14004" y="9309"/>
                    </a:cubicBezTo>
                    <a:cubicBezTo>
                      <a:pt x="14089" y="9332"/>
                      <a:pt x="14119" y="9370"/>
                      <a:pt x="14164" y="9445"/>
                    </a:cubicBezTo>
                    <a:cubicBezTo>
                      <a:pt x="14202" y="9557"/>
                      <a:pt x="14162" y="9664"/>
                      <a:pt x="14132" y="9775"/>
                    </a:cubicBezTo>
                    <a:cubicBezTo>
                      <a:pt x="14126" y="9799"/>
                      <a:pt x="14120" y="9823"/>
                      <a:pt x="14113" y="9848"/>
                    </a:cubicBezTo>
                    <a:cubicBezTo>
                      <a:pt x="14098" y="9908"/>
                      <a:pt x="14083" y="9967"/>
                      <a:pt x="14066" y="10026"/>
                    </a:cubicBezTo>
                    <a:cubicBezTo>
                      <a:pt x="14028" y="10026"/>
                      <a:pt x="13989" y="10026"/>
                      <a:pt x="13950" y="10026"/>
                    </a:cubicBezTo>
                    <a:cubicBezTo>
                      <a:pt x="13950" y="10103"/>
                      <a:pt x="13950" y="10180"/>
                      <a:pt x="13950" y="10259"/>
                    </a:cubicBezTo>
                    <a:cubicBezTo>
                      <a:pt x="13911" y="10259"/>
                      <a:pt x="13873" y="10259"/>
                      <a:pt x="13833" y="10259"/>
                    </a:cubicBezTo>
                    <a:cubicBezTo>
                      <a:pt x="13831" y="10276"/>
                      <a:pt x="13830" y="10293"/>
                      <a:pt x="13828" y="10311"/>
                    </a:cubicBezTo>
                    <a:cubicBezTo>
                      <a:pt x="13802" y="10501"/>
                      <a:pt x="13739" y="10623"/>
                      <a:pt x="13626" y="10776"/>
                    </a:cubicBezTo>
                    <a:cubicBezTo>
                      <a:pt x="13555" y="10873"/>
                      <a:pt x="13516" y="10960"/>
                      <a:pt x="13483" y="11076"/>
                    </a:cubicBezTo>
                    <a:cubicBezTo>
                      <a:pt x="13444" y="11076"/>
                      <a:pt x="13406" y="11076"/>
                      <a:pt x="13366" y="11076"/>
                    </a:cubicBezTo>
                    <a:cubicBezTo>
                      <a:pt x="13365" y="11096"/>
                      <a:pt x="13363" y="11115"/>
                      <a:pt x="13362" y="11136"/>
                    </a:cubicBezTo>
                    <a:cubicBezTo>
                      <a:pt x="13351" y="11219"/>
                      <a:pt x="13338" y="11290"/>
                      <a:pt x="13308" y="11368"/>
                    </a:cubicBezTo>
                    <a:cubicBezTo>
                      <a:pt x="13250" y="11412"/>
                      <a:pt x="13198" y="11435"/>
                      <a:pt x="13129" y="11458"/>
                    </a:cubicBezTo>
                    <a:cubicBezTo>
                      <a:pt x="13075" y="11484"/>
                      <a:pt x="13075" y="11484"/>
                      <a:pt x="13047" y="11544"/>
                    </a:cubicBezTo>
                    <a:cubicBezTo>
                      <a:pt x="13016" y="11601"/>
                      <a:pt x="13016" y="11601"/>
                      <a:pt x="12949" y="11621"/>
                    </a:cubicBezTo>
                    <a:cubicBezTo>
                      <a:pt x="12897" y="11627"/>
                      <a:pt x="12844" y="11633"/>
                      <a:pt x="12792" y="11639"/>
                    </a:cubicBezTo>
                    <a:cubicBezTo>
                      <a:pt x="12725" y="11659"/>
                      <a:pt x="12725" y="11659"/>
                      <a:pt x="12690" y="11719"/>
                    </a:cubicBezTo>
                    <a:cubicBezTo>
                      <a:pt x="12686" y="11728"/>
                      <a:pt x="12686" y="11728"/>
                      <a:pt x="12666" y="11776"/>
                    </a:cubicBezTo>
                    <a:cubicBezTo>
                      <a:pt x="12604" y="11783"/>
                      <a:pt x="12604" y="11783"/>
                      <a:pt x="12550" y="11776"/>
                    </a:cubicBezTo>
                    <a:cubicBezTo>
                      <a:pt x="12550" y="11815"/>
                      <a:pt x="12550" y="11853"/>
                      <a:pt x="12550" y="11893"/>
                    </a:cubicBezTo>
                    <a:cubicBezTo>
                      <a:pt x="12511" y="11893"/>
                      <a:pt x="12473" y="11893"/>
                      <a:pt x="12433" y="11893"/>
                    </a:cubicBezTo>
                    <a:cubicBezTo>
                      <a:pt x="12433" y="12008"/>
                      <a:pt x="12433" y="12124"/>
                      <a:pt x="12433" y="12243"/>
                    </a:cubicBezTo>
                    <a:cubicBezTo>
                      <a:pt x="12394" y="12243"/>
                      <a:pt x="12356" y="12243"/>
                      <a:pt x="12316" y="12243"/>
                    </a:cubicBezTo>
                    <a:cubicBezTo>
                      <a:pt x="12316" y="12281"/>
                      <a:pt x="12316" y="12320"/>
                      <a:pt x="12316" y="12359"/>
                    </a:cubicBezTo>
                    <a:cubicBezTo>
                      <a:pt x="12278" y="12359"/>
                      <a:pt x="12239" y="12359"/>
                      <a:pt x="12200" y="12359"/>
                    </a:cubicBezTo>
                    <a:cubicBezTo>
                      <a:pt x="12200" y="12398"/>
                      <a:pt x="12200" y="12436"/>
                      <a:pt x="12200" y="12476"/>
                    </a:cubicBezTo>
                    <a:cubicBezTo>
                      <a:pt x="12161" y="12476"/>
                      <a:pt x="12123" y="12476"/>
                      <a:pt x="12083" y="12476"/>
                    </a:cubicBezTo>
                    <a:cubicBezTo>
                      <a:pt x="12064" y="12534"/>
                      <a:pt x="12064" y="12534"/>
                      <a:pt x="11966" y="12826"/>
                    </a:cubicBezTo>
                    <a:cubicBezTo>
                      <a:pt x="11928" y="12826"/>
                      <a:pt x="11889" y="12826"/>
                      <a:pt x="11850" y="12826"/>
                    </a:cubicBezTo>
                    <a:cubicBezTo>
                      <a:pt x="11850" y="12865"/>
                      <a:pt x="11850" y="12903"/>
                      <a:pt x="11850" y="12943"/>
                    </a:cubicBezTo>
                    <a:cubicBezTo>
                      <a:pt x="11792" y="12962"/>
                      <a:pt x="11792" y="12962"/>
                      <a:pt x="11500" y="13059"/>
                    </a:cubicBezTo>
                    <a:cubicBezTo>
                      <a:pt x="11500" y="13098"/>
                      <a:pt x="11500" y="13136"/>
                      <a:pt x="11500" y="13176"/>
                    </a:cubicBezTo>
                    <a:cubicBezTo>
                      <a:pt x="11423" y="13176"/>
                      <a:pt x="11346" y="13176"/>
                      <a:pt x="11266" y="13176"/>
                    </a:cubicBezTo>
                    <a:cubicBezTo>
                      <a:pt x="11266" y="13215"/>
                      <a:pt x="11266" y="13253"/>
                      <a:pt x="11266" y="13293"/>
                    </a:cubicBezTo>
                    <a:cubicBezTo>
                      <a:pt x="11228" y="13293"/>
                      <a:pt x="11189" y="13293"/>
                      <a:pt x="11150" y="13293"/>
                    </a:cubicBezTo>
                    <a:cubicBezTo>
                      <a:pt x="11150" y="13331"/>
                      <a:pt x="11150" y="13370"/>
                      <a:pt x="11150" y="13409"/>
                    </a:cubicBezTo>
                    <a:cubicBezTo>
                      <a:pt x="11073" y="13409"/>
                      <a:pt x="10996" y="13409"/>
                      <a:pt x="10916" y="13409"/>
                    </a:cubicBezTo>
                    <a:cubicBezTo>
                      <a:pt x="10916" y="13448"/>
                      <a:pt x="10916" y="13486"/>
                      <a:pt x="10916" y="13526"/>
                    </a:cubicBezTo>
                    <a:cubicBezTo>
                      <a:pt x="10261" y="13872"/>
                      <a:pt x="10261" y="13872"/>
                      <a:pt x="9933" y="13782"/>
                    </a:cubicBezTo>
                    <a:cubicBezTo>
                      <a:pt x="9922" y="13779"/>
                      <a:pt x="9922" y="13779"/>
                      <a:pt x="9866" y="13759"/>
                    </a:cubicBezTo>
                    <a:cubicBezTo>
                      <a:pt x="9866" y="13798"/>
                      <a:pt x="9866" y="13836"/>
                      <a:pt x="9866" y="13876"/>
                    </a:cubicBezTo>
                    <a:cubicBezTo>
                      <a:pt x="9828" y="13876"/>
                      <a:pt x="9789" y="13876"/>
                      <a:pt x="9750" y="13876"/>
                    </a:cubicBezTo>
                    <a:cubicBezTo>
                      <a:pt x="9750" y="13915"/>
                      <a:pt x="9750" y="13953"/>
                      <a:pt x="9750" y="13993"/>
                    </a:cubicBezTo>
                    <a:cubicBezTo>
                      <a:pt x="9634" y="13993"/>
                      <a:pt x="9519" y="13993"/>
                      <a:pt x="9400" y="13993"/>
                    </a:cubicBezTo>
                    <a:cubicBezTo>
                      <a:pt x="9400" y="14031"/>
                      <a:pt x="9400" y="14070"/>
                      <a:pt x="9400" y="14109"/>
                    </a:cubicBezTo>
                    <a:cubicBezTo>
                      <a:pt x="9323" y="14109"/>
                      <a:pt x="9246" y="14109"/>
                      <a:pt x="9166" y="14109"/>
                    </a:cubicBezTo>
                    <a:cubicBezTo>
                      <a:pt x="9166" y="14071"/>
                      <a:pt x="9166" y="14032"/>
                      <a:pt x="9166" y="13993"/>
                    </a:cubicBezTo>
                    <a:cubicBezTo>
                      <a:pt x="9128" y="13993"/>
                      <a:pt x="9089" y="13993"/>
                      <a:pt x="9050" y="13993"/>
                    </a:cubicBezTo>
                    <a:cubicBezTo>
                      <a:pt x="9050" y="14031"/>
                      <a:pt x="9050" y="14070"/>
                      <a:pt x="9050" y="14109"/>
                    </a:cubicBezTo>
                    <a:cubicBezTo>
                      <a:pt x="8896" y="14109"/>
                      <a:pt x="8742" y="14109"/>
                      <a:pt x="8583" y="14109"/>
                    </a:cubicBezTo>
                    <a:cubicBezTo>
                      <a:pt x="8583" y="14148"/>
                      <a:pt x="8583" y="14186"/>
                      <a:pt x="8583" y="14226"/>
                    </a:cubicBezTo>
                    <a:cubicBezTo>
                      <a:pt x="8506" y="14226"/>
                      <a:pt x="8429" y="14226"/>
                      <a:pt x="8350" y="14226"/>
                    </a:cubicBezTo>
                    <a:cubicBezTo>
                      <a:pt x="8350" y="14265"/>
                      <a:pt x="8350" y="14303"/>
                      <a:pt x="8350" y="14343"/>
                    </a:cubicBezTo>
                    <a:cubicBezTo>
                      <a:pt x="7657" y="14343"/>
                      <a:pt x="6964" y="14343"/>
                      <a:pt x="6250" y="14343"/>
                    </a:cubicBezTo>
                    <a:cubicBezTo>
                      <a:pt x="6250" y="14304"/>
                      <a:pt x="6250" y="14266"/>
                      <a:pt x="6250" y="14226"/>
                    </a:cubicBezTo>
                    <a:cubicBezTo>
                      <a:pt x="6173" y="14226"/>
                      <a:pt x="6096" y="14226"/>
                      <a:pt x="6016" y="14226"/>
                    </a:cubicBezTo>
                    <a:cubicBezTo>
                      <a:pt x="6016" y="14188"/>
                      <a:pt x="6016" y="14149"/>
                      <a:pt x="6016" y="14109"/>
                    </a:cubicBezTo>
                    <a:cubicBezTo>
                      <a:pt x="5901" y="14109"/>
                      <a:pt x="5785" y="14109"/>
                      <a:pt x="5666" y="14109"/>
                    </a:cubicBezTo>
                    <a:cubicBezTo>
                      <a:pt x="5666" y="14148"/>
                      <a:pt x="5666" y="14186"/>
                      <a:pt x="5666" y="14226"/>
                    </a:cubicBezTo>
                    <a:cubicBezTo>
                      <a:pt x="5589" y="14226"/>
                      <a:pt x="5512" y="14226"/>
                      <a:pt x="5433" y="14226"/>
                    </a:cubicBezTo>
                    <a:cubicBezTo>
                      <a:pt x="5433" y="14188"/>
                      <a:pt x="5433" y="14149"/>
                      <a:pt x="5433" y="14109"/>
                    </a:cubicBezTo>
                    <a:cubicBezTo>
                      <a:pt x="5394" y="14109"/>
                      <a:pt x="5356" y="14109"/>
                      <a:pt x="5316" y="14109"/>
                    </a:cubicBezTo>
                    <a:cubicBezTo>
                      <a:pt x="5316" y="14071"/>
                      <a:pt x="5316" y="14032"/>
                      <a:pt x="5316" y="13993"/>
                    </a:cubicBezTo>
                    <a:cubicBezTo>
                      <a:pt x="5278" y="13993"/>
                      <a:pt x="5239" y="13993"/>
                      <a:pt x="5200" y="13993"/>
                    </a:cubicBezTo>
                    <a:cubicBezTo>
                      <a:pt x="5180" y="14050"/>
                      <a:pt x="5161" y="14108"/>
                      <a:pt x="5141" y="14168"/>
                    </a:cubicBezTo>
                    <a:cubicBezTo>
                      <a:pt x="5128" y="14162"/>
                      <a:pt x="5128" y="14162"/>
                      <a:pt x="5060" y="14131"/>
                    </a:cubicBezTo>
                    <a:cubicBezTo>
                      <a:pt x="4692" y="13969"/>
                      <a:pt x="4692" y="13969"/>
                      <a:pt x="4500" y="13934"/>
                    </a:cubicBezTo>
                    <a:cubicBezTo>
                      <a:pt x="4500" y="13877"/>
                      <a:pt x="4500" y="13819"/>
                      <a:pt x="4500" y="13759"/>
                    </a:cubicBezTo>
                    <a:cubicBezTo>
                      <a:pt x="4423" y="13759"/>
                      <a:pt x="4346" y="13759"/>
                      <a:pt x="4266" y="13759"/>
                    </a:cubicBezTo>
                    <a:cubicBezTo>
                      <a:pt x="4266" y="13721"/>
                      <a:pt x="4266" y="13682"/>
                      <a:pt x="4266" y="13643"/>
                    </a:cubicBezTo>
                    <a:cubicBezTo>
                      <a:pt x="4228" y="13643"/>
                      <a:pt x="4189" y="13643"/>
                      <a:pt x="4150" y="13643"/>
                    </a:cubicBezTo>
                    <a:cubicBezTo>
                      <a:pt x="4150" y="13566"/>
                      <a:pt x="4150" y="13489"/>
                      <a:pt x="4150" y="13409"/>
                    </a:cubicBezTo>
                    <a:cubicBezTo>
                      <a:pt x="4073" y="13409"/>
                      <a:pt x="3996" y="13409"/>
                      <a:pt x="3916" y="13409"/>
                    </a:cubicBezTo>
                    <a:cubicBezTo>
                      <a:pt x="3916" y="13448"/>
                      <a:pt x="3916" y="13486"/>
                      <a:pt x="3916" y="13526"/>
                    </a:cubicBezTo>
                    <a:cubicBezTo>
                      <a:pt x="3878" y="13526"/>
                      <a:pt x="3839" y="13526"/>
                      <a:pt x="3800" y="13526"/>
                    </a:cubicBezTo>
                    <a:cubicBezTo>
                      <a:pt x="3800" y="13488"/>
                      <a:pt x="3800" y="13449"/>
                      <a:pt x="3800" y="13409"/>
                    </a:cubicBezTo>
                    <a:cubicBezTo>
                      <a:pt x="3785" y="13416"/>
                      <a:pt x="3770" y="13422"/>
                      <a:pt x="3754" y="13428"/>
                    </a:cubicBezTo>
                    <a:cubicBezTo>
                      <a:pt x="3480" y="13514"/>
                      <a:pt x="3239" y="13393"/>
                      <a:pt x="2983" y="13293"/>
                    </a:cubicBezTo>
                    <a:cubicBezTo>
                      <a:pt x="2983" y="13254"/>
                      <a:pt x="2983" y="13216"/>
                      <a:pt x="2983" y="13176"/>
                    </a:cubicBezTo>
                    <a:cubicBezTo>
                      <a:pt x="2944" y="13176"/>
                      <a:pt x="2906" y="13176"/>
                      <a:pt x="2866" y="13176"/>
                    </a:cubicBezTo>
                    <a:cubicBezTo>
                      <a:pt x="2866" y="13138"/>
                      <a:pt x="2866" y="13099"/>
                      <a:pt x="2866" y="13059"/>
                    </a:cubicBezTo>
                    <a:cubicBezTo>
                      <a:pt x="2828" y="13059"/>
                      <a:pt x="2789" y="13059"/>
                      <a:pt x="2750" y="13059"/>
                    </a:cubicBezTo>
                    <a:cubicBezTo>
                      <a:pt x="2750" y="13021"/>
                      <a:pt x="2750" y="12982"/>
                      <a:pt x="2750" y="12943"/>
                    </a:cubicBezTo>
                    <a:cubicBezTo>
                      <a:pt x="2673" y="12943"/>
                      <a:pt x="2596" y="12943"/>
                      <a:pt x="2516" y="12943"/>
                    </a:cubicBezTo>
                    <a:cubicBezTo>
                      <a:pt x="2516" y="12904"/>
                      <a:pt x="2516" y="12866"/>
                      <a:pt x="2516" y="12826"/>
                    </a:cubicBezTo>
                    <a:cubicBezTo>
                      <a:pt x="2478" y="12826"/>
                      <a:pt x="2439" y="12826"/>
                      <a:pt x="2400" y="12826"/>
                    </a:cubicBezTo>
                    <a:cubicBezTo>
                      <a:pt x="2400" y="12788"/>
                      <a:pt x="2400" y="12749"/>
                      <a:pt x="2400" y="12709"/>
                    </a:cubicBezTo>
                    <a:cubicBezTo>
                      <a:pt x="2361" y="12709"/>
                      <a:pt x="2323" y="12709"/>
                      <a:pt x="2283" y="12709"/>
                    </a:cubicBezTo>
                    <a:cubicBezTo>
                      <a:pt x="2283" y="12671"/>
                      <a:pt x="2283" y="12632"/>
                      <a:pt x="2283" y="12593"/>
                    </a:cubicBezTo>
                    <a:cubicBezTo>
                      <a:pt x="2244" y="12593"/>
                      <a:pt x="2206" y="12593"/>
                      <a:pt x="2166" y="12593"/>
                    </a:cubicBezTo>
                    <a:cubicBezTo>
                      <a:pt x="2166" y="12554"/>
                      <a:pt x="2166" y="12516"/>
                      <a:pt x="2166" y="12476"/>
                    </a:cubicBezTo>
                    <a:cubicBezTo>
                      <a:pt x="2128" y="12476"/>
                      <a:pt x="2089" y="12476"/>
                      <a:pt x="2050" y="12476"/>
                    </a:cubicBezTo>
                    <a:cubicBezTo>
                      <a:pt x="2050" y="12438"/>
                      <a:pt x="2050" y="12399"/>
                      <a:pt x="2050" y="12359"/>
                    </a:cubicBezTo>
                    <a:cubicBezTo>
                      <a:pt x="2011" y="12359"/>
                      <a:pt x="1973" y="12359"/>
                      <a:pt x="1933" y="12359"/>
                    </a:cubicBezTo>
                    <a:cubicBezTo>
                      <a:pt x="1933" y="12321"/>
                      <a:pt x="1933" y="12282"/>
                      <a:pt x="1933" y="12243"/>
                    </a:cubicBezTo>
                    <a:cubicBezTo>
                      <a:pt x="1894" y="12243"/>
                      <a:pt x="1856" y="12243"/>
                      <a:pt x="1816" y="12243"/>
                    </a:cubicBezTo>
                    <a:cubicBezTo>
                      <a:pt x="1816" y="12204"/>
                      <a:pt x="1816" y="12166"/>
                      <a:pt x="1816" y="12126"/>
                    </a:cubicBezTo>
                    <a:cubicBezTo>
                      <a:pt x="1778" y="12126"/>
                      <a:pt x="1739" y="12126"/>
                      <a:pt x="1700" y="12126"/>
                    </a:cubicBezTo>
                    <a:cubicBezTo>
                      <a:pt x="1700" y="12088"/>
                      <a:pt x="1700" y="12049"/>
                      <a:pt x="1700" y="12009"/>
                    </a:cubicBezTo>
                    <a:cubicBezTo>
                      <a:pt x="1661" y="12009"/>
                      <a:pt x="1623" y="12009"/>
                      <a:pt x="1583" y="12009"/>
                    </a:cubicBezTo>
                    <a:cubicBezTo>
                      <a:pt x="1583" y="11971"/>
                      <a:pt x="1583" y="11932"/>
                      <a:pt x="1583" y="11893"/>
                    </a:cubicBezTo>
                    <a:cubicBezTo>
                      <a:pt x="1544" y="11893"/>
                      <a:pt x="1506" y="11893"/>
                      <a:pt x="1466" y="11893"/>
                    </a:cubicBezTo>
                    <a:cubicBezTo>
                      <a:pt x="1466" y="11854"/>
                      <a:pt x="1466" y="11816"/>
                      <a:pt x="1466" y="11776"/>
                    </a:cubicBezTo>
                    <a:cubicBezTo>
                      <a:pt x="1428" y="11776"/>
                      <a:pt x="1389" y="11776"/>
                      <a:pt x="1350" y="11776"/>
                    </a:cubicBezTo>
                    <a:cubicBezTo>
                      <a:pt x="1350" y="11699"/>
                      <a:pt x="1350" y="11622"/>
                      <a:pt x="1350" y="11543"/>
                    </a:cubicBezTo>
                    <a:cubicBezTo>
                      <a:pt x="1311" y="11543"/>
                      <a:pt x="1273" y="11543"/>
                      <a:pt x="1233" y="11543"/>
                    </a:cubicBezTo>
                    <a:cubicBezTo>
                      <a:pt x="1200" y="11504"/>
                      <a:pt x="1200" y="11504"/>
                      <a:pt x="1175" y="11449"/>
                    </a:cubicBezTo>
                    <a:cubicBezTo>
                      <a:pt x="1165" y="11429"/>
                      <a:pt x="1155" y="11409"/>
                      <a:pt x="1145" y="11388"/>
                    </a:cubicBezTo>
                    <a:cubicBezTo>
                      <a:pt x="1136" y="11367"/>
                      <a:pt x="1126" y="11346"/>
                      <a:pt x="1116" y="11324"/>
                    </a:cubicBezTo>
                    <a:cubicBezTo>
                      <a:pt x="1107" y="11304"/>
                      <a:pt x="1097" y="11283"/>
                      <a:pt x="1087" y="11262"/>
                    </a:cubicBezTo>
                    <a:cubicBezTo>
                      <a:pt x="1047" y="11178"/>
                      <a:pt x="1007" y="11094"/>
                      <a:pt x="970" y="11008"/>
                    </a:cubicBezTo>
                    <a:cubicBezTo>
                      <a:pt x="966" y="10998"/>
                      <a:pt x="966" y="10998"/>
                      <a:pt x="941" y="10944"/>
                    </a:cubicBezTo>
                    <a:cubicBezTo>
                      <a:pt x="933" y="10924"/>
                      <a:pt x="924" y="10905"/>
                      <a:pt x="916" y="10885"/>
                    </a:cubicBezTo>
                    <a:cubicBezTo>
                      <a:pt x="910" y="10878"/>
                      <a:pt x="910" y="10878"/>
                      <a:pt x="883" y="10843"/>
                    </a:cubicBezTo>
                    <a:cubicBezTo>
                      <a:pt x="844" y="10843"/>
                      <a:pt x="806" y="10843"/>
                      <a:pt x="766" y="10843"/>
                    </a:cubicBezTo>
                    <a:cubicBezTo>
                      <a:pt x="766" y="10727"/>
                      <a:pt x="766" y="10612"/>
                      <a:pt x="766" y="10493"/>
                    </a:cubicBezTo>
                    <a:cubicBezTo>
                      <a:pt x="728" y="10493"/>
                      <a:pt x="689" y="10493"/>
                      <a:pt x="650" y="10493"/>
                    </a:cubicBezTo>
                    <a:cubicBezTo>
                      <a:pt x="594" y="10438"/>
                      <a:pt x="564" y="10365"/>
                      <a:pt x="529" y="10296"/>
                    </a:cubicBezTo>
                    <a:cubicBezTo>
                      <a:pt x="519" y="10275"/>
                      <a:pt x="509" y="10255"/>
                      <a:pt x="498" y="10234"/>
                    </a:cubicBezTo>
                    <a:cubicBezTo>
                      <a:pt x="389" y="9995"/>
                      <a:pt x="336" y="9706"/>
                      <a:pt x="358" y="9443"/>
                    </a:cubicBezTo>
                    <a:cubicBezTo>
                      <a:pt x="384" y="9377"/>
                      <a:pt x="384" y="9377"/>
                      <a:pt x="416" y="9326"/>
                    </a:cubicBezTo>
                    <a:cubicBezTo>
                      <a:pt x="473" y="9315"/>
                      <a:pt x="473" y="9315"/>
                      <a:pt x="536" y="9319"/>
                    </a:cubicBezTo>
                    <a:cubicBezTo>
                      <a:pt x="558" y="9320"/>
                      <a:pt x="579" y="9321"/>
                      <a:pt x="601" y="9322"/>
                    </a:cubicBezTo>
                    <a:cubicBezTo>
                      <a:pt x="617" y="9323"/>
                      <a:pt x="633" y="9325"/>
                      <a:pt x="650" y="9326"/>
                    </a:cubicBezTo>
                    <a:cubicBezTo>
                      <a:pt x="650" y="9288"/>
                      <a:pt x="650" y="9249"/>
                      <a:pt x="650" y="9209"/>
                    </a:cubicBezTo>
                    <a:cubicBezTo>
                      <a:pt x="688" y="9209"/>
                      <a:pt x="727" y="9209"/>
                      <a:pt x="766" y="9209"/>
                    </a:cubicBezTo>
                    <a:cubicBezTo>
                      <a:pt x="766" y="9094"/>
                      <a:pt x="766" y="8978"/>
                      <a:pt x="766" y="8859"/>
                    </a:cubicBezTo>
                    <a:cubicBezTo>
                      <a:pt x="689" y="8859"/>
                      <a:pt x="612" y="8859"/>
                      <a:pt x="533" y="8859"/>
                    </a:cubicBezTo>
                    <a:cubicBezTo>
                      <a:pt x="533" y="8821"/>
                      <a:pt x="533" y="8782"/>
                      <a:pt x="533" y="8743"/>
                    </a:cubicBezTo>
                    <a:cubicBezTo>
                      <a:pt x="494" y="8743"/>
                      <a:pt x="456" y="8743"/>
                      <a:pt x="416" y="8743"/>
                    </a:cubicBezTo>
                    <a:cubicBezTo>
                      <a:pt x="416" y="8704"/>
                      <a:pt x="416" y="8666"/>
                      <a:pt x="416" y="8626"/>
                    </a:cubicBezTo>
                    <a:cubicBezTo>
                      <a:pt x="378" y="8626"/>
                      <a:pt x="339" y="8626"/>
                      <a:pt x="300" y="8626"/>
                    </a:cubicBezTo>
                    <a:cubicBezTo>
                      <a:pt x="300" y="8588"/>
                      <a:pt x="300" y="8549"/>
                      <a:pt x="300" y="8509"/>
                    </a:cubicBezTo>
                    <a:cubicBezTo>
                      <a:pt x="261" y="8509"/>
                      <a:pt x="223" y="8509"/>
                      <a:pt x="183" y="8509"/>
                    </a:cubicBezTo>
                    <a:cubicBezTo>
                      <a:pt x="183" y="8355"/>
                      <a:pt x="183" y="8201"/>
                      <a:pt x="183" y="8043"/>
                    </a:cubicBezTo>
                    <a:cubicBezTo>
                      <a:pt x="125" y="8043"/>
                      <a:pt x="67" y="8043"/>
                      <a:pt x="8" y="8043"/>
                    </a:cubicBezTo>
                    <a:cubicBezTo>
                      <a:pt x="7" y="7856"/>
                      <a:pt x="5" y="7668"/>
                      <a:pt x="5" y="7481"/>
                    </a:cubicBezTo>
                    <a:cubicBezTo>
                      <a:pt x="5" y="7394"/>
                      <a:pt x="4" y="7308"/>
                      <a:pt x="4" y="7221"/>
                    </a:cubicBezTo>
                    <a:cubicBezTo>
                      <a:pt x="3" y="7137"/>
                      <a:pt x="3" y="7053"/>
                      <a:pt x="2" y="6969"/>
                    </a:cubicBezTo>
                    <a:cubicBezTo>
                      <a:pt x="2" y="6937"/>
                      <a:pt x="2" y="6905"/>
                      <a:pt x="2" y="6873"/>
                    </a:cubicBezTo>
                    <a:cubicBezTo>
                      <a:pt x="0" y="6709"/>
                      <a:pt x="0" y="6562"/>
                      <a:pt x="66" y="6409"/>
                    </a:cubicBezTo>
                    <a:cubicBezTo>
                      <a:pt x="105" y="6409"/>
                      <a:pt x="143" y="6409"/>
                      <a:pt x="183" y="6409"/>
                    </a:cubicBezTo>
                    <a:cubicBezTo>
                      <a:pt x="183" y="6332"/>
                      <a:pt x="183" y="6255"/>
                      <a:pt x="183" y="6176"/>
                    </a:cubicBezTo>
                    <a:cubicBezTo>
                      <a:pt x="260" y="6176"/>
                      <a:pt x="337" y="6176"/>
                      <a:pt x="416" y="6176"/>
                    </a:cubicBezTo>
                    <a:cubicBezTo>
                      <a:pt x="416" y="6099"/>
                      <a:pt x="416" y="6022"/>
                      <a:pt x="416" y="5943"/>
                    </a:cubicBezTo>
                    <a:cubicBezTo>
                      <a:pt x="455" y="5943"/>
                      <a:pt x="493" y="5943"/>
                      <a:pt x="533" y="5943"/>
                    </a:cubicBezTo>
                    <a:cubicBezTo>
                      <a:pt x="533" y="5866"/>
                      <a:pt x="533" y="5789"/>
                      <a:pt x="533" y="5709"/>
                    </a:cubicBezTo>
                    <a:cubicBezTo>
                      <a:pt x="571" y="5709"/>
                      <a:pt x="610" y="5709"/>
                      <a:pt x="650" y="5709"/>
                    </a:cubicBezTo>
                    <a:cubicBezTo>
                      <a:pt x="650" y="5632"/>
                      <a:pt x="650" y="5555"/>
                      <a:pt x="650" y="5476"/>
                    </a:cubicBezTo>
                    <a:cubicBezTo>
                      <a:pt x="573" y="5476"/>
                      <a:pt x="496" y="5476"/>
                      <a:pt x="416" y="5476"/>
                    </a:cubicBezTo>
                    <a:cubicBezTo>
                      <a:pt x="395" y="5433"/>
                      <a:pt x="374" y="5389"/>
                      <a:pt x="354" y="5345"/>
                    </a:cubicBezTo>
                    <a:cubicBezTo>
                      <a:pt x="343" y="5320"/>
                      <a:pt x="331" y="5296"/>
                      <a:pt x="319" y="5271"/>
                    </a:cubicBezTo>
                    <a:cubicBezTo>
                      <a:pt x="283" y="5159"/>
                      <a:pt x="323" y="5059"/>
                      <a:pt x="358" y="4951"/>
                    </a:cubicBezTo>
                    <a:cubicBezTo>
                      <a:pt x="361" y="4941"/>
                      <a:pt x="361" y="4941"/>
                      <a:pt x="377" y="4890"/>
                    </a:cubicBezTo>
                    <a:cubicBezTo>
                      <a:pt x="398" y="4828"/>
                      <a:pt x="420" y="4768"/>
                      <a:pt x="442" y="4707"/>
                    </a:cubicBezTo>
                    <a:cubicBezTo>
                      <a:pt x="449" y="4686"/>
                      <a:pt x="456" y="4665"/>
                      <a:pt x="463" y="4644"/>
                    </a:cubicBezTo>
                    <a:cubicBezTo>
                      <a:pt x="519" y="4493"/>
                      <a:pt x="519" y="4493"/>
                      <a:pt x="592" y="4450"/>
                    </a:cubicBezTo>
                    <a:cubicBezTo>
                      <a:pt x="601" y="4446"/>
                      <a:pt x="601" y="4446"/>
                      <a:pt x="650" y="4426"/>
                    </a:cubicBezTo>
                    <a:cubicBezTo>
                      <a:pt x="691" y="4361"/>
                      <a:pt x="691" y="4361"/>
                      <a:pt x="730" y="4284"/>
                    </a:cubicBezTo>
                    <a:cubicBezTo>
                      <a:pt x="809" y="4137"/>
                      <a:pt x="901" y="4071"/>
                      <a:pt x="1058" y="4018"/>
                    </a:cubicBezTo>
                    <a:cubicBezTo>
                      <a:pt x="1077" y="4075"/>
                      <a:pt x="1096" y="4133"/>
                      <a:pt x="1116" y="4193"/>
                    </a:cubicBezTo>
                    <a:cubicBezTo>
                      <a:pt x="1155" y="4193"/>
                      <a:pt x="1193" y="4193"/>
                      <a:pt x="1233" y="4193"/>
                    </a:cubicBezTo>
                    <a:cubicBezTo>
                      <a:pt x="1233" y="4154"/>
                      <a:pt x="1233" y="4116"/>
                      <a:pt x="1233" y="4076"/>
                    </a:cubicBezTo>
                    <a:cubicBezTo>
                      <a:pt x="1271" y="4076"/>
                      <a:pt x="1310" y="4076"/>
                      <a:pt x="1350" y="4076"/>
                    </a:cubicBezTo>
                    <a:cubicBezTo>
                      <a:pt x="1350" y="3922"/>
                      <a:pt x="1350" y="3768"/>
                      <a:pt x="1350" y="3609"/>
                    </a:cubicBezTo>
                    <a:cubicBezTo>
                      <a:pt x="1427" y="3609"/>
                      <a:pt x="1504" y="3609"/>
                      <a:pt x="1583" y="3609"/>
                    </a:cubicBezTo>
                    <a:cubicBezTo>
                      <a:pt x="1583" y="3571"/>
                      <a:pt x="1583" y="3532"/>
                      <a:pt x="1583" y="3493"/>
                    </a:cubicBezTo>
                    <a:cubicBezTo>
                      <a:pt x="1544" y="3493"/>
                      <a:pt x="1506" y="3493"/>
                      <a:pt x="1466" y="3493"/>
                    </a:cubicBezTo>
                    <a:cubicBezTo>
                      <a:pt x="1455" y="3428"/>
                      <a:pt x="1444" y="3364"/>
                      <a:pt x="1433" y="3300"/>
                    </a:cubicBezTo>
                    <a:cubicBezTo>
                      <a:pt x="1430" y="3281"/>
                      <a:pt x="1427" y="3263"/>
                      <a:pt x="1424" y="3245"/>
                    </a:cubicBezTo>
                    <a:cubicBezTo>
                      <a:pt x="1403" y="3115"/>
                      <a:pt x="1416" y="3031"/>
                      <a:pt x="1466" y="2909"/>
                    </a:cubicBezTo>
                    <a:cubicBezTo>
                      <a:pt x="1484" y="2911"/>
                      <a:pt x="1502" y="2914"/>
                      <a:pt x="1521" y="2916"/>
                    </a:cubicBezTo>
                    <a:cubicBezTo>
                      <a:pt x="1531" y="2915"/>
                      <a:pt x="1531" y="2915"/>
                      <a:pt x="1583" y="2909"/>
                    </a:cubicBezTo>
                    <a:cubicBezTo>
                      <a:pt x="1616" y="2867"/>
                      <a:pt x="1616" y="2867"/>
                      <a:pt x="1641" y="2807"/>
                    </a:cubicBezTo>
                    <a:cubicBezTo>
                      <a:pt x="1651" y="2786"/>
                      <a:pt x="1660" y="2765"/>
                      <a:pt x="1670" y="2743"/>
                    </a:cubicBezTo>
                    <a:cubicBezTo>
                      <a:pt x="1680" y="2721"/>
                      <a:pt x="1690" y="2699"/>
                      <a:pt x="1700" y="2676"/>
                    </a:cubicBezTo>
                    <a:cubicBezTo>
                      <a:pt x="1719" y="2632"/>
                      <a:pt x="1738" y="2588"/>
                      <a:pt x="1758" y="2545"/>
                    </a:cubicBezTo>
                    <a:cubicBezTo>
                      <a:pt x="1766" y="2525"/>
                      <a:pt x="1775" y="2506"/>
                      <a:pt x="1783" y="2486"/>
                    </a:cubicBezTo>
                    <a:cubicBezTo>
                      <a:pt x="1794" y="2471"/>
                      <a:pt x="1805" y="2457"/>
                      <a:pt x="1816" y="2443"/>
                    </a:cubicBezTo>
                    <a:cubicBezTo>
                      <a:pt x="1878" y="2436"/>
                      <a:pt x="1878" y="2436"/>
                      <a:pt x="1933" y="2443"/>
                    </a:cubicBezTo>
                    <a:cubicBezTo>
                      <a:pt x="1933" y="2404"/>
                      <a:pt x="1933" y="2366"/>
                      <a:pt x="1933" y="2326"/>
                    </a:cubicBezTo>
                    <a:cubicBezTo>
                      <a:pt x="1971" y="2326"/>
                      <a:pt x="2010" y="2326"/>
                      <a:pt x="2050" y="2326"/>
                    </a:cubicBezTo>
                    <a:cubicBezTo>
                      <a:pt x="2050" y="2288"/>
                      <a:pt x="2050" y="2249"/>
                      <a:pt x="2050" y="2209"/>
                    </a:cubicBezTo>
                    <a:cubicBezTo>
                      <a:pt x="2088" y="2209"/>
                      <a:pt x="2127" y="2209"/>
                      <a:pt x="2166" y="2209"/>
                    </a:cubicBezTo>
                    <a:cubicBezTo>
                      <a:pt x="2163" y="2192"/>
                      <a:pt x="2161" y="2175"/>
                      <a:pt x="2158" y="2157"/>
                    </a:cubicBezTo>
                    <a:cubicBezTo>
                      <a:pt x="2166" y="2093"/>
                      <a:pt x="2166" y="2093"/>
                      <a:pt x="2224" y="2045"/>
                    </a:cubicBezTo>
                    <a:cubicBezTo>
                      <a:pt x="2249" y="2030"/>
                      <a:pt x="2275" y="2016"/>
                      <a:pt x="2301" y="2002"/>
                    </a:cubicBezTo>
                    <a:cubicBezTo>
                      <a:pt x="2314" y="1994"/>
                      <a:pt x="2328" y="1986"/>
                      <a:pt x="2341" y="1979"/>
                    </a:cubicBezTo>
                    <a:cubicBezTo>
                      <a:pt x="2436" y="1926"/>
                      <a:pt x="2528" y="1887"/>
                      <a:pt x="2633" y="1859"/>
                    </a:cubicBezTo>
                    <a:cubicBezTo>
                      <a:pt x="2633" y="1821"/>
                      <a:pt x="2633" y="1782"/>
                      <a:pt x="2633" y="1743"/>
                    </a:cubicBezTo>
                    <a:cubicBezTo>
                      <a:pt x="2671" y="1743"/>
                      <a:pt x="2710" y="1743"/>
                      <a:pt x="2750" y="1743"/>
                    </a:cubicBezTo>
                    <a:cubicBezTo>
                      <a:pt x="2750" y="1704"/>
                      <a:pt x="2750" y="1666"/>
                      <a:pt x="2750" y="1626"/>
                    </a:cubicBezTo>
                    <a:cubicBezTo>
                      <a:pt x="2865" y="1588"/>
                      <a:pt x="2981" y="1549"/>
                      <a:pt x="3100" y="1509"/>
                    </a:cubicBezTo>
                    <a:cubicBezTo>
                      <a:pt x="3100" y="1471"/>
                      <a:pt x="3100" y="1432"/>
                      <a:pt x="3100" y="1393"/>
                    </a:cubicBezTo>
                    <a:cubicBezTo>
                      <a:pt x="3215" y="1354"/>
                      <a:pt x="3331" y="1316"/>
                      <a:pt x="3450" y="1276"/>
                    </a:cubicBezTo>
                    <a:cubicBezTo>
                      <a:pt x="3450" y="1238"/>
                      <a:pt x="3450" y="1199"/>
                      <a:pt x="3450" y="1159"/>
                    </a:cubicBezTo>
                    <a:cubicBezTo>
                      <a:pt x="3527" y="1159"/>
                      <a:pt x="3604" y="1159"/>
                      <a:pt x="3683" y="1159"/>
                    </a:cubicBezTo>
                    <a:cubicBezTo>
                      <a:pt x="3683" y="1121"/>
                      <a:pt x="3683" y="1082"/>
                      <a:pt x="3683" y="1043"/>
                    </a:cubicBezTo>
                    <a:cubicBezTo>
                      <a:pt x="3760" y="1043"/>
                      <a:pt x="3837" y="1043"/>
                      <a:pt x="3916" y="1043"/>
                    </a:cubicBezTo>
                    <a:cubicBezTo>
                      <a:pt x="3916" y="1004"/>
                      <a:pt x="3916" y="966"/>
                      <a:pt x="3916" y="926"/>
                    </a:cubicBezTo>
                    <a:cubicBezTo>
                      <a:pt x="4039" y="821"/>
                      <a:pt x="4184" y="797"/>
                      <a:pt x="4340" y="805"/>
                    </a:cubicBezTo>
                    <a:cubicBezTo>
                      <a:pt x="4347" y="806"/>
                      <a:pt x="4347" y="806"/>
                      <a:pt x="4383" y="809"/>
                    </a:cubicBezTo>
                    <a:cubicBezTo>
                      <a:pt x="4383" y="771"/>
                      <a:pt x="4383" y="732"/>
                      <a:pt x="4383" y="693"/>
                    </a:cubicBezTo>
                    <a:cubicBezTo>
                      <a:pt x="4391" y="691"/>
                      <a:pt x="4391" y="691"/>
                      <a:pt x="4434" y="683"/>
                    </a:cubicBezTo>
                    <a:cubicBezTo>
                      <a:pt x="4510" y="668"/>
                      <a:pt x="4587" y="653"/>
                      <a:pt x="4664" y="638"/>
                    </a:cubicBezTo>
                    <a:cubicBezTo>
                      <a:pt x="4677" y="635"/>
                      <a:pt x="4677" y="635"/>
                      <a:pt x="4743" y="623"/>
                    </a:cubicBezTo>
                    <a:cubicBezTo>
                      <a:pt x="4964" y="579"/>
                      <a:pt x="4964" y="579"/>
                      <a:pt x="5066" y="541"/>
                    </a:cubicBezTo>
                    <a:cubicBezTo>
                      <a:pt x="5174" y="507"/>
                      <a:pt x="5216" y="533"/>
                      <a:pt x="5316" y="576"/>
                    </a:cubicBezTo>
                    <a:cubicBezTo>
                      <a:pt x="5316" y="615"/>
                      <a:pt x="5316" y="653"/>
                      <a:pt x="5316" y="693"/>
                    </a:cubicBezTo>
                    <a:cubicBezTo>
                      <a:pt x="5432" y="693"/>
                      <a:pt x="5547" y="693"/>
                      <a:pt x="5666" y="693"/>
                    </a:cubicBezTo>
                    <a:cubicBezTo>
                      <a:pt x="5666" y="654"/>
                      <a:pt x="5666" y="616"/>
                      <a:pt x="5666" y="576"/>
                    </a:cubicBezTo>
                    <a:cubicBezTo>
                      <a:pt x="5628" y="576"/>
                      <a:pt x="5589" y="576"/>
                      <a:pt x="5550" y="576"/>
                    </a:cubicBezTo>
                    <a:cubicBezTo>
                      <a:pt x="5550" y="538"/>
                      <a:pt x="5550" y="499"/>
                      <a:pt x="5550" y="459"/>
                    </a:cubicBezTo>
                    <a:cubicBezTo>
                      <a:pt x="5627" y="459"/>
                      <a:pt x="5704" y="459"/>
                      <a:pt x="5783" y="459"/>
                    </a:cubicBezTo>
                    <a:cubicBezTo>
                      <a:pt x="5783" y="498"/>
                      <a:pt x="5783" y="536"/>
                      <a:pt x="5783" y="576"/>
                    </a:cubicBezTo>
                    <a:cubicBezTo>
                      <a:pt x="5860" y="576"/>
                      <a:pt x="5937" y="576"/>
                      <a:pt x="6016" y="576"/>
                    </a:cubicBezTo>
                    <a:cubicBezTo>
                      <a:pt x="6016" y="538"/>
                      <a:pt x="6016" y="499"/>
                      <a:pt x="6016" y="459"/>
                    </a:cubicBezTo>
                    <a:cubicBezTo>
                      <a:pt x="6055" y="459"/>
                      <a:pt x="6093" y="459"/>
                      <a:pt x="6133" y="459"/>
                    </a:cubicBezTo>
                    <a:cubicBezTo>
                      <a:pt x="6133" y="421"/>
                      <a:pt x="6133" y="382"/>
                      <a:pt x="6133" y="343"/>
                    </a:cubicBezTo>
                    <a:cubicBezTo>
                      <a:pt x="6287" y="343"/>
                      <a:pt x="6441" y="343"/>
                      <a:pt x="6600" y="343"/>
                    </a:cubicBezTo>
                    <a:cubicBezTo>
                      <a:pt x="6600" y="285"/>
                      <a:pt x="6600" y="227"/>
                      <a:pt x="6600" y="168"/>
                    </a:cubicBezTo>
                    <a:cubicBezTo>
                      <a:pt x="6981" y="0"/>
                      <a:pt x="7365" y="64"/>
                      <a:pt x="7766" y="1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1" cap="flat">
                <a:noFill/>
              </a:ln>
            </p:spPr>
          </p:sp>
          <p:sp>
            <p:nvSpPr>
              <p:cNvPr id="487" name="ICON_SKILL_UNDERSTAND_path_002"/>
              <p:cNvSpPr/>
              <p:nvPr/>
            </p:nvSpPr>
            <p:spPr>
              <a:xfrm>
                <a:off x="4745567" y="936784"/>
                <a:ext cx="240030" cy="235585"/>
              </a:xfrm>
              <a:custGeom>
                <a:avLst/>
                <a:gdLst/>
                <a:ahLst/>
                <a:cxnLst/>
                <a:rect l="0" t="0" r="r" b="b"/>
                <a:pathLst>
                  <a:path w="18900" h="18550" fill="norm" stroke="0">
                    <a:moveTo>
                      <a:pt x="8400" y="0"/>
                    </a:moveTo>
                    <a:cubicBezTo>
                      <a:pt x="9247" y="0"/>
                      <a:pt x="10094" y="0"/>
                      <a:pt x="10967" y="0"/>
                    </a:cubicBezTo>
                    <a:cubicBezTo>
                      <a:pt x="10967" y="38"/>
                      <a:pt x="10967" y="77"/>
                      <a:pt x="10967" y="117"/>
                    </a:cubicBezTo>
                    <a:cubicBezTo>
                      <a:pt x="11198" y="117"/>
                      <a:pt x="11429" y="117"/>
                      <a:pt x="11667" y="117"/>
                    </a:cubicBezTo>
                    <a:cubicBezTo>
                      <a:pt x="11667" y="155"/>
                      <a:pt x="11667" y="194"/>
                      <a:pt x="11667" y="233"/>
                    </a:cubicBezTo>
                    <a:cubicBezTo>
                      <a:pt x="11821" y="233"/>
                      <a:pt x="11975" y="233"/>
                      <a:pt x="12133" y="233"/>
                    </a:cubicBezTo>
                    <a:cubicBezTo>
                      <a:pt x="12133" y="272"/>
                      <a:pt x="12133" y="310"/>
                      <a:pt x="12133" y="350"/>
                    </a:cubicBezTo>
                    <a:cubicBezTo>
                      <a:pt x="12287" y="350"/>
                      <a:pt x="12441" y="350"/>
                      <a:pt x="12600" y="350"/>
                    </a:cubicBezTo>
                    <a:cubicBezTo>
                      <a:pt x="12600" y="388"/>
                      <a:pt x="12600" y="427"/>
                      <a:pt x="12600" y="467"/>
                    </a:cubicBezTo>
                    <a:cubicBezTo>
                      <a:pt x="12677" y="467"/>
                      <a:pt x="12754" y="467"/>
                      <a:pt x="12833" y="467"/>
                    </a:cubicBezTo>
                    <a:cubicBezTo>
                      <a:pt x="12833" y="505"/>
                      <a:pt x="12833" y="544"/>
                      <a:pt x="12833" y="583"/>
                    </a:cubicBezTo>
                    <a:cubicBezTo>
                      <a:pt x="12949" y="583"/>
                      <a:pt x="13064" y="583"/>
                      <a:pt x="13183" y="583"/>
                    </a:cubicBezTo>
                    <a:cubicBezTo>
                      <a:pt x="13183" y="622"/>
                      <a:pt x="13183" y="660"/>
                      <a:pt x="13183" y="700"/>
                    </a:cubicBezTo>
                    <a:cubicBezTo>
                      <a:pt x="13260" y="700"/>
                      <a:pt x="13337" y="700"/>
                      <a:pt x="13417" y="700"/>
                    </a:cubicBezTo>
                    <a:cubicBezTo>
                      <a:pt x="13417" y="739"/>
                      <a:pt x="13417" y="777"/>
                      <a:pt x="13417" y="817"/>
                    </a:cubicBezTo>
                    <a:cubicBezTo>
                      <a:pt x="13532" y="817"/>
                      <a:pt x="13648" y="817"/>
                      <a:pt x="13767" y="817"/>
                    </a:cubicBezTo>
                    <a:cubicBezTo>
                      <a:pt x="13767" y="855"/>
                      <a:pt x="13767" y="894"/>
                      <a:pt x="13767" y="933"/>
                    </a:cubicBezTo>
                    <a:cubicBezTo>
                      <a:pt x="13805" y="933"/>
                      <a:pt x="13844" y="933"/>
                      <a:pt x="13883" y="933"/>
                    </a:cubicBezTo>
                    <a:cubicBezTo>
                      <a:pt x="13883" y="972"/>
                      <a:pt x="13883" y="1010"/>
                      <a:pt x="13883" y="1050"/>
                    </a:cubicBezTo>
                    <a:cubicBezTo>
                      <a:pt x="13960" y="1050"/>
                      <a:pt x="14037" y="1050"/>
                      <a:pt x="14117" y="1050"/>
                    </a:cubicBezTo>
                    <a:cubicBezTo>
                      <a:pt x="14117" y="1088"/>
                      <a:pt x="14117" y="1127"/>
                      <a:pt x="14117" y="1167"/>
                    </a:cubicBezTo>
                    <a:cubicBezTo>
                      <a:pt x="14194" y="1167"/>
                      <a:pt x="14271" y="1167"/>
                      <a:pt x="14350" y="1167"/>
                    </a:cubicBezTo>
                    <a:cubicBezTo>
                      <a:pt x="14350" y="1205"/>
                      <a:pt x="14350" y="1244"/>
                      <a:pt x="14350" y="1283"/>
                    </a:cubicBezTo>
                    <a:cubicBezTo>
                      <a:pt x="14427" y="1283"/>
                      <a:pt x="14504" y="1283"/>
                      <a:pt x="14583" y="1283"/>
                    </a:cubicBezTo>
                    <a:cubicBezTo>
                      <a:pt x="14583" y="1322"/>
                      <a:pt x="14583" y="1360"/>
                      <a:pt x="14583" y="1400"/>
                    </a:cubicBezTo>
                    <a:cubicBezTo>
                      <a:pt x="14622" y="1400"/>
                      <a:pt x="14660" y="1400"/>
                      <a:pt x="14700" y="1400"/>
                    </a:cubicBezTo>
                    <a:cubicBezTo>
                      <a:pt x="14700" y="1439"/>
                      <a:pt x="14700" y="1477"/>
                      <a:pt x="14700" y="1517"/>
                    </a:cubicBezTo>
                    <a:cubicBezTo>
                      <a:pt x="14777" y="1517"/>
                      <a:pt x="14854" y="1517"/>
                      <a:pt x="14933" y="1517"/>
                    </a:cubicBezTo>
                    <a:cubicBezTo>
                      <a:pt x="14933" y="1555"/>
                      <a:pt x="14933" y="1594"/>
                      <a:pt x="14933" y="1633"/>
                    </a:cubicBezTo>
                    <a:cubicBezTo>
                      <a:pt x="15010" y="1633"/>
                      <a:pt x="15087" y="1633"/>
                      <a:pt x="15167" y="1633"/>
                    </a:cubicBezTo>
                    <a:cubicBezTo>
                      <a:pt x="15167" y="1672"/>
                      <a:pt x="15167" y="1710"/>
                      <a:pt x="15167" y="1750"/>
                    </a:cubicBezTo>
                    <a:cubicBezTo>
                      <a:pt x="15205" y="1750"/>
                      <a:pt x="15244" y="1750"/>
                      <a:pt x="15283" y="1750"/>
                    </a:cubicBezTo>
                    <a:cubicBezTo>
                      <a:pt x="15283" y="1788"/>
                      <a:pt x="15283" y="1827"/>
                      <a:pt x="15283" y="1867"/>
                    </a:cubicBezTo>
                    <a:cubicBezTo>
                      <a:pt x="15322" y="1867"/>
                      <a:pt x="15360" y="1867"/>
                      <a:pt x="15400" y="1867"/>
                    </a:cubicBezTo>
                    <a:cubicBezTo>
                      <a:pt x="15400" y="1905"/>
                      <a:pt x="15400" y="1944"/>
                      <a:pt x="15400" y="1983"/>
                    </a:cubicBezTo>
                    <a:cubicBezTo>
                      <a:pt x="15438" y="1983"/>
                      <a:pt x="15477" y="1983"/>
                      <a:pt x="15517" y="1983"/>
                    </a:cubicBezTo>
                    <a:cubicBezTo>
                      <a:pt x="15517" y="2022"/>
                      <a:pt x="15517" y="2060"/>
                      <a:pt x="15517" y="2100"/>
                    </a:cubicBezTo>
                    <a:cubicBezTo>
                      <a:pt x="15594" y="2100"/>
                      <a:pt x="15671" y="2100"/>
                      <a:pt x="15750" y="2100"/>
                    </a:cubicBezTo>
                    <a:cubicBezTo>
                      <a:pt x="15750" y="2138"/>
                      <a:pt x="15750" y="2177"/>
                      <a:pt x="15750" y="2217"/>
                    </a:cubicBezTo>
                    <a:cubicBezTo>
                      <a:pt x="15788" y="2217"/>
                      <a:pt x="15827" y="2217"/>
                      <a:pt x="15867" y="2217"/>
                    </a:cubicBezTo>
                    <a:cubicBezTo>
                      <a:pt x="15867" y="2255"/>
                      <a:pt x="15867" y="2294"/>
                      <a:pt x="15867" y="2333"/>
                    </a:cubicBezTo>
                    <a:cubicBezTo>
                      <a:pt x="15905" y="2333"/>
                      <a:pt x="15944" y="2333"/>
                      <a:pt x="15983" y="2333"/>
                    </a:cubicBezTo>
                    <a:cubicBezTo>
                      <a:pt x="15983" y="2372"/>
                      <a:pt x="15983" y="2410"/>
                      <a:pt x="15983" y="2450"/>
                    </a:cubicBezTo>
                    <a:cubicBezTo>
                      <a:pt x="16022" y="2450"/>
                      <a:pt x="16060" y="2450"/>
                      <a:pt x="16100" y="2450"/>
                    </a:cubicBezTo>
                    <a:cubicBezTo>
                      <a:pt x="16100" y="2489"/>
                      <a:pt x="16100" y="2527"/>
                      <a:pt x="16100" y="2567"/>
                    </a:cubicBezTo>
                    <a:cubicBezTo>
                      <a:pt x="16138" y="2567"/>
                      <a:pt x="16177" y="2567"/>
                      <a:pt x="16217" y="2567"/>
                    </a:cubicBezTo>
                    <a:cubicBezTo>
                      <a:pt x="16217" y="2605"/>
                      <a:pt x="16217" y="2644"/>
                      <a:pt x="16217" y="2683"/>
                    </a:cubicBezTo>
                    <a:cubicBezTo>
                      <a:pt x="16255" y="2683"/>
                      <a:pt x="16294" y="2683"/>
                      <a:pt x="16333" y="2683"/>
                    </a:cubicBezTo>
                    <a:cubicBezTo>
                      <a:pt x="16333" y="2722"/>
                      <a:pt x="16333" y="2760"/>
                      <a:pt x="16333" y="2800"/>
                    </a:cubicBezTo>
                    <a:cubicBezTo>
                      <a:pt x="16372" y="2800"/>
                      <a:pt x="16410" y="2800"/>
                      <a:pt x="16450" y="2800"/>
                    </a:cubicBezTo>
                    <a:cubicBezTo>
                      <a:pt x="16450" y="2838"/>
                      <a:pt x="16450" y="2877"/>
                      <a:pt x="16450" y="2917"/>
                    </a:cubicBezTo>
                    <a:cubicBezTo>
                      <a:pt x="16488" y="2917"/>
                      <a:pt x="16527" y="2917"/>
                      <a:pt x="16567" y="2917"/>
                    </a:cubicBezTo>
                    <a:cubicBezTo>
                      <a:pt x="16567" y="2955"/>
                      <a:pt x="16567" y="2994"/>
                      <a:pt x="16567" y="3033"/>
                    </a:cubicBezTo>
                    <a:cubicBezTo>
                      <a:pt x="16605" y="3033"/>
                      <a:pt x="16644" y="3033"/>
                      <a:pt x="16683" y="3033"/>
                    </a:cubicBezTo>
                    <a:cubicBezTo>
                      <a:pt x="16683" y="3110"/>
                      <a:pt x="16683" y="3187"/>
                      <a:pt x="16683" y="3267"/>
                    </a:cubicBezTo>
                    <a:cubicBezTo>
                      <a:pt x="16722" y="3267"/>
                      <a:pt x="16760" y="3267"/>
                      <a:pt x="16800" y="3267"/>
                    </a:cubicBezTo>
                    <a:cubicBezTo>
                      <a:pt x="16800" y="3305"/>
                      <a:pt x="16800" y="3344"/>
                      <a:pt x="16800" y="3383"/>
                    </a:cubicBezTo>
                    <a:cubicBezTo>
                      <a:pt x="16838" y="3383"/>
                      <a:pt x="16877" y="3383"/>
                      <a:pt x="16917" y="3383"/>
                    </a:cubicBezTo>
                    <a:cubicBezTo>
                      <a:pt x="16917" y="3422"/>
                      <a:pt x="16917" y="3460"/>
                      <a:pt x="16917" y="3500"/>
                    </a:cubicBezTo>
                    <a:cubicBezTo>
                      <a:pt x="16955" y="3500"/>
                      <a:pt x="16994" y="3500"/>
                      <a:pt x="17033" y="3500"/>
                    </a:cubicBezTo>
                    <a:cubicBezTo>
                      <a:pt x="17033" y="3538"/>
                      <a:pt x="17033" y="3577"/>
                      <a:pt x="17033" y="3617"/>
                    </a:cubicBezTo>
                    <a:cubicBezTo>
                      <a:pt x="17072" y="3617"/>
                      <a:pt x="17110" y="3617"/>
                      <a:pt x="17150" y="3617"/>
                    </a:cubicBezTo>
                    <a:cubicBezTo>
                      <a:pt x="17150" y="3694"/>
                      <a:pt x="17150" y="3771"/>
                      <a:pt x="17150" y="3850"/>
                    </a:cubicBezTo>
                    <a:cubicBezTo>
                      <a:pt x="17188" y="3850"/>
                      <a:pt x="17227" y="3850"/>
                      <a:pt x="17267" y="3850"/>
                    </a:cubicBezTo>
                    <a:cubicBezTo>
                      <a:pt x="17267" y="3888"/>
                      <a:pt x="17267" y="3927"/>
                      <a:pt x="17267" y="3967"/>
                    </a:cubicBezTo>
                    <a:cubicBezTo>
                      <a:pt x="17305" y="3967"/>
                      <a:pt x="17344" y="3967"/>
                      <a:pt x="17383" y="3967"/>
                    </a:cubicBezTo>
                    <a:cubicBezTo>
                      <a:pt x="17383" y="4044"/>
                      <a:pt x="17383" y="4121"/>
                      <a:pt x="17383" y="4200"/>
                    </a:cubicBezTo>
                    <a:cubicBezTo>
                      <a:pt x="17422" y="4200"/>
                      <a:pt x="17460" y="4200"/>
                      <a:pt x="17500" y="4200"/>
                    </a:cubicBezTo>
                    <a:cubicBezTo>
                      <a:pt x="17500" y="4239"/>
                      <a:pt x="17500" y="4277"/>
                      <a:pt x="17500" y="4317"/>
                    </a:cubicBezTo>
                    <a:cubicBezTo>
                      <a:pt x="17538" y="4317"/>
                      <a:pt x="17577" y="4317"/>
                      <a:pt x="17617" y="4317"/>
                    </a:cubicBezTo>
                    <a:cubicBezTo>
                      <a:pt x="17617" y="4394"/>
                      <a:pt x="17617" y="4471"/>
                      <a:pt x="17617" y="4550"/>
                    </a:cubicBezTo>
                    <a:cubicBezTo>
                      <a:pt x="17655" y="4550"/>
                      <a:pt x="17694" y="4550"/>
                      <a:pt x="17733" y="4550"/>
                    </a:cubicBezTo>
                    <a:cubicBezTo>
                      <a:pt x="17733" y="4627"/>
                      <a:pt x="17733" y="4704"/>
                      <a:pt x="17733" y="4783"/>
                    </a:cubicBezTo>
                    <a:cubicBezTo>
                      <a:pt x="17772" y="4783"/>
                      <a:pt x="17810" y="4783"/>
                      <a:pt x="17850" y="4783"/>
                    </a:cubicBezTo>
                    <a:cubicBezTo>
                      <a:pt x="17850" y="4860"/>
                      <a:pt x="17850" y="4937"/>
                      <a:pt x="17850" y="5017"/>
                    </a:cubicBezTo>
                    <a:cubicBezTo>
                      <a:pt x="17888" y="5017"/>
                      <a:pt x="17927" y="5017"/>
                      <a:pt x="17967" y="5017"/>
                    </a:cubicBezTo>
                    <a:cubicBezTo>
                      <a:pt x="17967" y="5094"/>
                      <a:pt x="17967" y="5171"/>
                      <a:pt x="17967" y="5250"/>
                    </a:cubicBezTo>
                    <a:cubicBezTo>
                      <a:pt x="18005" y="5250"/>
                      <a:pt x="18044" y="5250"/>
                      <a:pt x="18083" y="5250"/>
                    </a:cubicBezTo>
                    <a:cubicBezTo>
                      <a:pt x="18083" y="5327"/>
                      <a:pt x="18083" y="5404"/>
                      <a:pt x="18083" y="5483"/>
                    </a:cubicBezTo>
                    <a:cubicBezTo>
                      <a:pt x="18122" y="5483"/>
                      <a:pt x="18160" y="5483"/>
                      <a:pt x="18200" y="5483"/>
                    </a:cubicBezTo>
                    <a:cubicBezTo>
                      <a:pt x="18200" y="5599"/>
                      <a:pt x="18200" y="5714"/>
                      <a:pt x="18200" y="5833"/>
                    </a:cubicBezTo>
                    <a:cubicBezTo>
                      <a:pt x="18238" y="5833"/>
                      <a:pt x="18277" y="5833"/>
                      <a:pt x="18317" y="5833"/>
                    </a:cubicBezTo>
                    <a:cubicBezTo>
                      <a:pt x="18317" y="5910"/>
                      <a:pt x="18317" y="5987"/>
                      <a:pt x="18317" y="6067"/>
                    </a:cubicBezTo>
                    <a:cubicBezTo>
                      <a:pt x="18355" y="6067"/>
                      <a:pt x="18394" y="6067"/>
                      <a:pt x="18433" y="6067"/>
                    </a:cubicBezTo>
                    <a:cubicBezTo>
                      <a:pt x="18433" y="6221"/>
                      <a:pt x="18433" y="6375"/>
                      <a:pt x="18433" y="6533"/>
                    </a:cubicBezTo>
                    <a:cubicBezTo>
                      <a:pt x="18472" y="6533"/>
                      <a:pt x="18510" y="6533"/>
                      <a:pt x="18550" y="6533"/>
                    </a:cubicBezTo>
                    <a:cubicBezTo>
                      <a:pt x="18550" y="6649"/>
                      <a:pt x="18550" y="6764"/>
                      <a:pt x="18550" y="6883"/>
                    </a:cubicBezTo>
                    <a:cubicBezTo>
                      <a:pt x="18588" y="6883"/>
                      <a:pt x="18627" y="6883"/>
                      <a:pt x="18667" y="6883"/>
                    </a:cubicBezTo>
                    <a:cubicBezTo>
                      <a:pt x="18667" y="7076"/>
                      <a:pt x="18667" y="7268"/>
                      <a:pt x="18667" y="7467"/>
                    </a:cubicBezTo>
                    <a:cubicBezTo>
                      <a:pt x="18705" y="7467"/>
                      <a:pt x="18744" y="7467"/>
                      <a:pt x="18783" y="7467"/>
                    </a:cubicBezTo>
                    <a:cubicBezTo>
                      <a:pt x="18783" y="7775"/>
                      <a:pt x="18783" y="8083"/>
                      <a:pt x="18783" y="8400"/>
                    </a:cubicBezTo>
                    <a:cubicBezTo>
                      <a:pt x="18822" y="8400"/>
                      <a:pt x="18860" y="8400"/>
                      <a:pt x="18900" y="8400"/>
                    </a:cubicBezTo>
                    <a:cubicBezTo>
                      <a:pt x="18900" y="8746"/>
                      <a:pt x="18900" y="9093"/>
                      <a:pt x="18900" y="9450"/>
                    </a:cubicBezTo>
                    <a:cubicBezTo>
                      <a:pt x="18861" y="9450"/>
                      <a:pt x="18823" y="9450"/>
                      <a:pt x="18783" y="9450"/>
                    </a:cubicBezTo>
                    <a:cubicBezTo>
                      <a:pt x="18783" y="9835"/>
                      <a:pt x="18783" y="10220"/>
                      <a:pt x="18783" y="10617"/>
                    </a:cubicBezTo>
                    <a:cubicBezTo>
                      <a:pt x="18745" y="10617"/>
                      <a:pt x="18706" y="10617"/>
                      <a:pt x="18667" y="10617"/>
                    </a:cubicBezTo>
                    <a:cubicBezTo>
                      <a:pt x="18667" y="10809"/>
                      <a:pt x="18667" y="11002"/>
                      <a:pt x="18667" y="11200"/>
                    </a:cubicBezTo>
                    <a:cubicBezTo>
                      <a:pt x="18628" y="11200"/>
                      <a:pt x="18590" y="11200"/>
                      <a:pt x="18550" y="11200"/>
                    </a:cubicBezTo>
                    <a:cubicBezTo>
                      <a:pt x="18550" y="11316"/>
                      <a:pt x="18550" y="11431"/>
                      <a:pt x="18550" y="11550"/>
                    </a:cubicBezTo>
                    <a:cubicBezTo>
                      <a:pt x="18511" y="11550"/>
                      <a:pt x="18473" y="11550"/>
                      <a:pt x="18433" y="11550"/>
                    </a:cubicBezTo>
                    <a:cubicBezTo>
                      <a:pt x="18433" y="11704"/>
                      <a:pt x="18433" y="11858"/>
                      <a:pt x="18433" y="12017"/>
                    </a:cubicBezTo>
                    <a:cubicBezTo>
                      <a:pt x="18395" y="12017"/>
                      <a:pt x="18356" y="12017"/>
                      <a:pt x="18317" y="12017"/>
                    </a:cubicBezTo>
                    <a:cubicBezTo>
                      <a:pt x="18317" y="12094"/>
                      <a:pt x="18317" y="12171"/>
                      <a:pt x="18317" y="12250"/>
                    </a:cubicBezTo>
                    <a:cubicBezTo>
                      <a:pt x="18278" y="12250"/>
                      <a:pt x="18240" y="12250"/>
                      <a:pt x="18200" y="12250"/>
                    </a:cubicBezTo>
                    <a:cubicBezTo>
                      <a:pt x="18200" y="12365"/>
                      <a:pt x="18200" y="12481"/>
                      <a:pt x="18200" y="12600"/>
                    </a:cubicBezTo>
                    <a:cubicBezTo>
                      <a:pt x="18161" y="12600"/>
                      <a:pt x="18123" y="12600"/>
                      <a:pt x="18083" y="12600"/>
                    </a:cubicBezTo>
                    <a:cubicBezTo>
                      <a:pt x="18083" y="12677"/>
                      <a:pt x="18083" y="12754"/>
                      <a:pt x="18083" y="12833"/>
                    </a:cubicBezTo>
                    <a:cubicBezTo>
                      <a:pt x="18045" y="12833"/>
                      <a:pt x="18006" y="12833"/>
                      <a:pt x="17967" y="12833"/>
                    </a:cubicBezTo>
                    <a:cubicBezTo>
                      <a:pt x="17967" y="12910"/>
                      <a:pt x="17967" y="12987"/>
                      <a:pt x="17967" y="13067"/>
                    </a:cubicBezTo>
                    <a:cubicBezTo>
                      <a:pt x="17928" y="13067"/>
                      <a:pt x="17890" y="13067"/>
                      <a:pt x="17850" y="13067"/>
                    </a:cubicBezTo>
                    <a:cubicBezTo>
                      <a:pt x="17850" y="13144"/>
                      <a:pt x="17850" y="13221"/>
                      <a:pt x="17850" y="13300"/>
                    </a:cubicBezTo>
                    <a:cubicBezTo>
                      <a:pt x="17811" y="13300"/>
                      <a:pt x="17773" y="13300"/>
                      <a:pt x="17733" y="13300"/>
                    </a:cubicBezTo>
                    <a:cubicBezTo>
                      <a:pt x="17733" y="13377"/>
                      <a:pt x="17733" y="13454"/>
                      <a:pt x="17733" y="13533"/>
                    </a:cubicBezTo>
                    <a:cubicBezTo>
                      <a:pt x="17695" y="13533"/>
                      <a:pt x="17656" y="13533"/>
                      <a:pt x="17617" y="13533"/>
                    </a:cubicBezTo>
                    <a:cubicBezTo>
                      <a:pt x="17617" y="13610"/>
                      <a:pt x="17617" y="13687"/>
                      <a:pt x="17617" y="13767"/>
                    </a:cubicBezTo>
                    <a:cubicBezTo>
                      <a:pt x="17578" y="13767"/>
                      <a:pt x="17540" y="13767"/>
                      <a:pt x="17500" y="13767"/>
                    </a:cubicBezTo>
                    <a:cubicBezTo>
                      <a:pt x="17500" y="13844"/>
                      <a:pt x="17500" y="13921"/>
                      <a:pt x="17500" y="14000"/>
                    </a:cubicBezTo>
                    <a:cubicBezTo>
                      <a:pt x="17462" y="14000"/>
                      <a:pt x="17423" y="14000"/>
                      <a:pt x="17383" y="14000"/>
                    </a:cubicBezTo>
                    <a:cubicBezTo>
                      <a:pt x="17383" y="14038"/>
                      <a:pt x="17383" y="14077"/>
                      <a:pt x="17383" y="14117"/>
                    </a:cubicBezTo>
                    <a:cubicBezTo>
                      <a:pt x="17345" y="14117"/>
                      <a:pt x="17306" y="14117"/>
                      <a:pt x="17267" y="14117"/>
                    </a:cubicBezTo>
                    <a:cubicBezTo>
                      <a:pt x="17267" y="14194"/>
                      <a:pt x="17267" y="14271"/>
                      <a:pt x="17267" y="14350"/>
                    </a:cubicBezTo>
                    <a:cubicBezTo>
                      <a:pt x="17228" y="14350"/>
                      <a:pt x="17190" y="14350"/>
                      <a:pt x="17150" y="14350"/>
                    </a:cubicBezTo>
                    <a:cubicBezTo>
                      <a:pt x="17150" y="14389"/>
                      <a:pt x="17150" y="14427"/>
                      <a:pt x="17150" y="14467"/>
                    </a:cubicBezTo>
                    <a:cubicBezTo>
                      <a:pt x="17111" y="14467"/>
                      <a:pt x="17073" y="14467"/>
                      <a:pt x="17033" y="14467"/>
                    </a:cubicBezTo>
                    <a:cubicBezTo>
                      <a:pt x="17033" y="14544"/>
                      <a:pt x="17033" y="14621"/>
                      <a:pt x="17033" y="14700"/>
                    </a:cubicBezTo>
                    <a:cubicBezTo>
                      <a:pt x="16995" y="14700"/>
                      <a:pt x="16956" y="14700"/>
                      <a:pt x="16917" y="14700"/>
                    </a:cubicBezTo>
                    <a:cubicBezTo>
                      <a:pt x="16917" y="14739"/>
                      <a:pt x="16917" y="14777"/>
                      <a:pt x="16917" y="14817"/>
                    </a:cubicBezTo>
                    <a:cubicBezTo>
                      <a:pt x="16878" y="14817"/>
                      <a:pt x="16840" y="14817"/>
                      <a:pt x="16800" y="14817"/>
                    </a:cubicBezTo>
                    <a:cubicBezTo>
                      <a:pt x="16800" y="14855"/>
                      <a:pt x="16800" y="14894"/>
                      <a:pt x="16800" y="14933"/>
                    </a:cubicBezTo>
                    <a:cubicBezTo>
                      <a:pt x="16761" y="14933"/>
                      <a:pt x="16723" y="14933"/>
                      <a:pt x="16683" y="14933"/>
                    </a:cubicBezTo>
                    <a:cubicBezTo>
                      <a:pt x="16683" y="15010"/>
                      <a:pt x="16683" y="15087"/>
                      <a:pt x="16683" y="15167"/>
                    </a:cubicBezTo>
                    <a:cubicBezTo>
                      <a:pt x="16645" y="15167"/>
                      <a:pt x="16606" y="15167"/>
                      <a:pt x="16567" y="15167"/>
                    </a:cubicBezTo>
                    <a:cubicBezTo>
                      <a:pt x="16567" y="15205"/>
                      <a:pt x="16567" y="15244"/>
                      <a:pt x="16567" y="15283"/>
                    </a:cubicBezTo>
                    <a:cubicBezTo>
                      <a:pt x="16528" y="15283"/>
                      <a:pt x="16490" y="15283"/>
                      <a:pt x="16450" y="15283"/>
                    </a:cubicBezTo>
                    <a:cubicBezTo>
                      <a:pt x="16450" y="15322"/>
                      <a:pt x="16450" y="15360"/>
                      <a:pt x="16450" y="15400"/>
                    </a:cubicBezTo>
                    <a:cubicBezTo>
                      <a:pt x="16411" y="15400"/>
                      <a:pt x="16373" y="15400"/>
                      <a:pt x="16333" y="15400"/>
                    </a:cubicBezTo>
                    <a:cubicBezTo>
                      <a:pt x="16333" y="15439"/>
                      <a:pt x="16333" y="15477"/>
                      <a:pt x="16333" y="15517"/>
                    </a:cubicBezTo>
                    <a:cubicBezTo>
                      <a:pt x="16295" y="15517"/>
                      <a:pt x="16256" y="15517"/>
                      <a:pt x="16217" y="15517"/>
                    </a:cubicBezTo>
                    <a:cubicBezTo>
                      <a:pt x="16217" y="15555"/>
                      <a:pt x="16217" y="15594"/>
                      <a:pt x="16217" y="15633"/>
                    </a:cubicBezTo>
                    <a:cubicBezTo>
                      <a:pt x="16178" y="15633"/>
                      <a:pt x="16140" y="15633"/>
                      <a:pt x="16100" y="15633"/>
                    </a:cubicBezTo>
                    <a:cubicBezTo>
                      <a:pt x="16100" y="15672"/>
                      <a:pt x="16100" y="15710"/>
                      <a:pt x="16100" y="15750"/>
                    </a:cubicBezTo>
                    <a:cubicBezTo>
                      <a:pt x="16061" y="15750"/>
                      <a:pt x="16023" y="15750"/>
                      <a:pt x="15983" y="15750"/>
                    </a:cubicBezTo>
                    <a:cubicBezTo>
                      <a:pt x="15983" y="15788"/>
                      <a:pt x="15983" y="15827"/>
                      <a:pt x="15983" y="15867"/>
                    </a:cubicBezTo>
                    <a:cubicBezTo>
                      <a:pt x="15945" y="15867"/>
                      <a:pt x="15906" y="15867"/>
                      <a:pt x="15867" y="15867"/>
                    </a:cubicBezTo>
                    <a:cubicBezTo>
                      <a:pt x="15867" y="15905"/>
                      <a:pt x="15867" y="15944"/>
                      <a:pt x="15867" y="15983"/>
                    </a:cubicBezTo>
                    <a:cubicBezTo>
                      <a:pt x="15828" y="15983"/>
                      <a:pt x="15790" y="15983"/>
                      <a:pt x="15750" y="15983"/>
                    </a:cubicBezTo>
                    <a:cubicBezTo>
                      <a:pt x="15750" y="16022"/>
                      <a:pt x="15750" y="16060"/>
                      <a:pt x="15750" y="16100"/>
                    </a:cubicBezTo>
                    <a:cubicBezTo>
                      <a:pt x="15712" y="16100"/>
                      <a:pt x="15673" y="16100"/>
                      <a:pt x="15633" y="16100"/>
                    </a:cubicBezTo>
                    <a:cubicBezTo>
                      <a:pt x="15633" y="16139"/>
                      <a:pt x="15633" y="16177"/>
                      <a:pt x="15633" y="16217"/>
                    </a:cubicBezTo>
                    <a:cubicBezTo>
                      <a:pt x="15595" y="16217"/>
                      <a:pt x="15556" y="16217"/>
                      <a:pt x="15517" y="16217"/>
                    </a:cubicBezTo>
                    <a:cubicBezTo>
                      <a:pt x="15517" y="16255"/>
                      <a:pt x="15517" y="16294"/>
                      <a:pt x="15517" y="16333"/>
                    </a:cubicBezTo>
                    <a:cubicBezTo>
                      <a:pt x="15440" y="16333"/>
                      <a:pt x="15363" y="16333"/>
                      <a:pt x="15283" y="16333"/>
                    </a:cubicBezTo>
                    <a:cubicBezTo>
                      <a:pt x="15283" y="16372"/>
                      <a:pt x="15283" y="16410"/>
                      <a:pt x="15283" y="16450"/>
                    </a:cubicBezTo>
                    <a:cubicBezTo>
                      <a:pt x="15245" y="16450"/>
                      <a:pt x="15206" y="16450"/>
                      <a:pt x="15167" y="16450"/>
                    </a:cubicBezTo>
                    <a:cubicBezTo>
                      <a:pt x="15167" y="16489"/>
                      <a:pt x="15167" y="16527"/>
                      <a:pt x="15167" y="16567"/>
                    </a:cubicBezTo>
                    <a:cubicBezTo>
                      <a:pt x="15128" y="16567"/>
                      <a:pt x="15090" y="16567"/>
                      <a:pt x="15050" y="16567"/>
                    </a:cubicBezTo>
                    <a:cubicBezTo>
                      <a:pt x="15050" y="16605"/>
                      <a:pt x="15050" y="16644"/>
                      <a:pt x="15050" y="16683"/>
                    </a:cubicBezTo>
                    <a:cubicBezTo>
                      <a:pt x="14973" y="16683"/>
                      <a:pt x="14896" y="16683"/>
                      <a:pt x="14817" y="16683"/>
                    </a:cubicBezTo>
                    <a:cubicBezTo>
                      <a:pt x="14817" y="16722"/>
                      <a:pt x="14817" y="16760"/>
                      <a:pt x="14817" y="16800"/>
                    </a:cubicBezTo>
                    <a:cubicBezTo>
                      <a:pt x="14778" y="16800"/>
                      <a:pt x="14740" y="16800"/>
                      <a:pt x="14700" y="16800"/>
                    </a:cubicBezTo>
                    <a:cubicBezTo>
                      <a:pt x="14700" y="16838"/>
                      <a:pt x="14700" y="16877"/>
                      <a:pt x="14700" y="16917"/>
                    </a:cubicBezTo>
                    <a:cubicBezTo>
                      <a:pt x="14623" y="16917"/>
                      <a:pt x="14546" y="16917"/>
                      <a:pt x="14467" y="16917"/>
                    </a:cubicBezTo>
                    <a:cubicBezTo>
                      <a:pt x="14467" y="16955"/>
                      <a:pt x="14467" y="16994"/>
                      <a:pt x="14467" y="17033"/>
                    </a:cubicBezTo>
                    <a:cubicBezTo>
                      <a:pt x="14428" y="17033"/>
                      <a:pt x="14390" y="17033"/>
                      <a:pt x="14350" y="17033"/>
                    </a:cubicBezTo>
                    <a:cubicBezTo>
                      <a:pt x="14350" y="17072"/>
                      <a:pt x="14350" y="17110"/>
                      <a:pt x="14350" y="17150"/>
                    </a:cubicBezTo>
                    <a:cubicBezTo>
                      <a:pt x="14273" y="17150"/>
                      <a:pt x="14196" y="17150"/>
                      <a:pt x="14117" y="17150"/>
                    </a:cubicBezTo>
                    <a:cubicBezTo>
                      <a:pt x="14117" y="17189"/>
                      <a:pt x="14117" y="17227"/>
                      <a:pt x="14117" y="17267"/>
                    </a:cubicBezTo>
                    <a:cubicBezTo>
                      <a:pt x="14040" y="17267"/>
                      <a:pt x="13963" y="17267"/>
                      <a:pt x="13883" y="17267"/>
                    </a:cubicBezTo>
                    <a:cubicBezTo>
                      <a:pt x="13883" y="17305"/>
                      <a:pt x="13883" y="17344"/>
                      <a:pt x="13883" y="17383"/>
                    </a:cubicBezTo>
                    <a:cubicBezTo>
                      <a:pt x="13845" y="17383"/>
                      <a:pt x="13806" y="17383"/>
                      <a:pt x="13767" y="17383"/>
                    </a:cubicBezTo>
                    <a:cubicBezTo>
                      <a:pt x="13767" y="17422"/>
                      <a:pt x="13767" y="17460"/>
                      <a:pt x="13767" y="17500"/>
                    </a:cubicBezTo>
                    <a:cubicBezTo>
                      <a:pt x="13690" y="17500"/>
                      <a:pt x="13613" y="17500"/>
                      <a:pt x="13533" y="17500"/>
                    </a:cubicBezTo>
                    <a:cubicBezTo>
                      <a:pt x="13533" y="17538"/>
                      <a:pt x="13533" y="17577"/>
                      <a:pt x="13533" y="17617"/>
                    </a:cubicBezTo>
                    <a:cubicBezTo>
                      <a:pt x="13456" y="17617"/>
                      <a:pt x="13379" y="17617"/>
                      <a:pt x="13300" y="17617"/>
                    </a:cubicBezTo>
                    <a:cubicBezTo>
                      <a:pt x="13300" y="17655"/>
                      <a:pt x="13300" y="17694"/>
                      <a:pt x="13300" y="17733"/>
                    </a:cubicBezTo>
                    <a:cubicBezTo>
                      <a:pt x="13184" y="17733"/>
                      <a:pt x="13069" y="17733"/>
                      <a:pt x="12950" y="17733"/>
                    </a:cubicBezTo>
                    <a:cubicBezTo>
                      <a:pt x="12950" y="17772"/>
                      <a:pt x="12950" y="17810"/>
                      <a:pt x="12950" y="17850"/>
                    </a:cubicBezTo>
                    <a:cubicBezTo>
                      <a:pt x="12873" y="17850"/>
                      <a:pt x="12796" y="17850"/>
                      <a:pt x="12717" y="17850"/>
                    </a:cubicBezTo>
                    <a:cubicBezTo>
                      <a:pt x="12717" y="17889"/>
                      <a:pt x="12717" y="17927"/>
                      <a:pt x="12717" y="17967"/>
                    </a:cubicBezTo>
                    <a:cubicBezTo>
                      <a:pt x="12601" y="17967"/>
                      <a:pt x="12486" y="17967"/>
                      <a:pt x="12367" y="17967"/>
                    </a:cubicBezTo>
                    <a:cubicBezTo>
                      <a:pt x="12367" y="18005"/>
                      <a:pt x="12367" y="18044"/>
                      <a:pt x="12367" y="18083"/>
                    </a:cubicBezTo>
                    <a:cubicBezTo>
                      <a:pt x="12251" y="18083"/>
                      <a:pt x="12136" y="18083"/>
                      <a:pt x="12017" y="18083"/>
                    </a:cubicBezTo>
                    <a:cubicBezTo>
                      <a:pt x="12017" y="18122"/>
                      <a:pt x="12017" y="18160"/>
                      <a:pt x="12017" y="18200"/>
                    </a:cubicBezTo>
                    <a:cubicBezTo>
                      <a:pt x="11863" y="18200"/>
                      <a:pt x="11709" y="18200"/>
                      <a:pt x="11550" y="18200"/>
                    </a:cubicBezTo>
                    <a:cubicBezTo>
                      <a:pt x="11550" y="18239"/>
                      <a:pt x="11550" y="18277"/>
                      <a:pt x="11550" y="18317"/>
                    </a:cubicBezTo>
                    <a:cubicBezTo>
                      <a:pt x="11357" y="18317"/>
                      <a:pt x="11165" y="18317"/>
                      <a:pt x="10967" y="18317"/>
                    </a:cubicBezTo>
                    <a:cubicBezTo>
                      <a:pt x="10967" y="18355"/>
                      <a:pt x="10967" y="18394"/>
                      <a:pt x="10967" y="18433"/>
                    </a:cubicBezTo>
                    <a:cubicBezTo>
                      <a:pt x="10659" y="18433"/>
                      <a:pt x="10351" y="18433"/>
                      <a:pt x="10033" y="18433"/>
                    </a:cubicBezTo>
                    <a:cubicBezTo>
                      <a:pt x="10033" y="18472"/>
                      <a:pt x="10033" y="18510"/>
                      <a:pt x="10033" y="18550"/>
                    </a:cubicBezTo>
                    <a:cubicBezTo>
                      <a:pt x="9571" y="18550"/>
                      <a:pt x="9109" y="18550"/>
                      <a:pt x="8633" y="18550"/>
                    </a:cubicBezTo>
                    <a:cubicBezTo>
                      <a:pt x="8633" y="18511"/>
                      <a:pt x="8633" y="18473"/>
                      <a:pt x="8633" y="18433"/>
                    </a:cubicBezTo>
                    <a:cubicBezTo>
                      <a:pt x="8325" y="18433"/>
                      <a:pt x="8017" y="18433"/>
                      <a:pt x="7700" y="18433"/>
                    </a:cubicBezTo>
                    <a:cubicBezTo>
                      <a:pt x="7700" y="18395"/>
                      <a:pt x="7700" y="18356"/>
                      <a:pt x="7700" y="18317"/>
                    </a:cubicBezTo>
                    <a:cubicBezTo>
                      <a:pt x="7507" y="18317"/>
                      <a:pt x="7315" y="18317"/>
                      <a:pt x="7117" y="18317"/>
                    </a:cubicBezTo>
                    <a:cubicBezTo>
                      <a:pt x="7117" y="18278"/>
                      <a:pt x="7117" y="18240"/>
                      <a:pt x="7117" y="18200"/>
                    </a:cubicBezTo>
                    <a:cubicBezTo>
                      <a:pt x="7001" y="18200"/>
                      <a:pt x="6886" y="18200"/>
                      <a:pt x="6767" y="18200"/>
                    </a:cubicBezTo>
                    <a:cubicBezTo>
                      <a:pt x="6767" y="18162"/>
                      <a:pt x="6767" y="18123"/>
                      <a:pt x="6767" y="18083"/>
                    </a:cubicBezTo>
                    <a:cubicBezTo>
                      <a:pt x="6613" y="18083"/>
                      <a:pt x="6459" y="18083"/>
                      <a:pt x="6300" y="18083"/>
                    </a:cubicBezTo>
                    <a:cubicBezTo>
                      <a:pt x="6300" y="18045"/>
                      <a:pt x="6300" y="18006"/>
                      <a:pt x="6300" y="17967"/>
                    </a:cubicBezTo>
                    <a:cubicBezTo>
                      <a:pt x="6184" y="17967"/>
                      <a:pt x="6069" y="17967"/>
                      <a:pt x="5950" y="17967"/>
                    </a:cubicBezTo>
                    <a:cubicBezTo>
                      <a:pt x="5950" y="17928"/>
                      <a:pt x="5950" y="17890"/>
                      <a:pt x="5950" y="17850"/>
                    </a:cubicBezTo>
                    <a:cubicBezTo>
                      <a:pt x="5873" y="17850"/>
                      <a:pt x="5796" y="17850"/>
                      <a:pt x="5717" y="17850"/>
                    </a:cubicBezTo>
                    <a:cubicBezTo>
                      <a:pt x="5717" y="17811"/>
                      <a:pt x="5717" y="17773"/>
                      <a:pt x="5717" y="17733"/>
                    </a:cubicBezTo>
                    <a:cubicBezTo>
                      <a:pt x="5640" y="17733"/>
                      <a:pt x="5563" y="17733"/>
                      <a:pt x="5483" y="17733"/>
                    </a:cubicBezTo>
                    <a:cubicBezTo>
                      <a:pt x="5483" y="17695"/>
                      <a:pt x="5483" y="17656"/>
                      <a:pt x="5483" y="17617"/>
                    </a:cubicBezTo>
                    <a:cubicBezTo>
                      <a:pt x="5368" y="17617"/>
                      <a:pt x="5252" y="17617"/>
                      <a:pt x="5133" y="17617"/>
                    </a:cubicBezTo>
                    <a:cubicBezTo>
                      <a:pt x="5133" y="17578"/>
                      <a:pt x="5133" y="17540"/>
                      <a:pt x="5133" y="17500"/>
                    </a:cubicBezTo>
                    <a:cubicBezTo>
                      <a:pt x="5095" y="17500"/>
                      <a:pt x="5056" y="17500"/>
                      <a:pt x="5017" y="17500"/>
                    </a:cubicBezTo>
                    <a:cubicBezTo>
                      <a:pt x="5017" y="17462"/>
                      <a:pt x="5017" y="17423"/>
                      <a:pt x="5017" y="17383"/>
                    </a:cubicBezTo>
                    <a:cubicBezTo>
                      <a:pt x="4940" y="17383"/>
                      <a:pt x="4863" y="17383"/>
                      <a:pt x="4783" y="17383"/>
                    </a:cubicBezTo>
                    <a:cubicBezTo>
                      <a:pt x="4783" y="17345"/>
                      <a:pt x="4783" y="17306"/>
                      <a:pt x="4783" y="17267"/>
                    </a:cubicBezTo>
                    <a:cubicBezTo>
                      <a:pt x="4706" y="17267"/>
                      <a:pt x="4629" y="17267"/>
                      <a:pt x="4550" y="17267"/>
                    </a:cubicBezTo>
                    <a:cubicBezTo>
                      <a:pt x="4550" y="17228"/>
                      <a:pt x="4550" y="17190"/>
                      <a:pt x="4550" y="17150"/>
                    </a:cubicBezTo>
                    <a:cubicBezTo>
                      <a:pt x="4473" y="17150"/>
                      <a:pt x="4396" y="17150"/>
                      <a:pt x="4317" y="17150"/>
                    </a:cubicBezTo>
                    <a:cubicBezTo>
                      <a:pt x="4317" y="17111"/>
                      <a:pt x="4317" y="17073"/>
                      <a:pt x="4317" y="17033"/>
                    </a:cubicBezTo>
                    <a:cubicBezTo>
                      <a:pt x="4278" y="17033"/>
                      <a:pt x="4240" y="17033"/>
                      <a:pt x="4200" y="17033"/>
                    </a:cubicBezTo>
                    <a:cubicBezTo>
                      <a:pt x="4200" y="16995"/>
                      <a:pt x="4200" y="16956"/>
                      <a:pt x="4200" y="16917"/>
                    </a:cubicBezTo>
                    <a:cubicBezTo>
                      <a:pt x="4123" y="16917"/>
                      <a:pt x="4046" y="16917"/>
                      <a:pt x="3967" y="16917"/>
                    </a:cubicBezTo>
                    <a:cubicBezTo>
                      <a:pt x="3967" y="16878"/>
                      <a:pt x="3967" y="16840"/>
                      <a:pt x="3967" y="16800"/>
                    </a:cubicBezTo>
                    <a:cubicBezTo>
                      <a:pt x="3928" y="16800"/>
                      <a:pt x="3890" y="16800"/>
                      <a:pt x="3850" y="16800"/>
                    </a:cubicBezTo>
                    <a:cubicBezTo>
                      <a:pt x="3850" y="16761"/>
                      <a:pt x="3850" y="16723"/>
                      <a:pt x="3850" y="16683"/>
                    </a:cubicBezTo>
                    <a:cubicBezTo>
                      <a:pt x="3773" y="16683"/>
                      <a:pt x="3696" y="16683"/>
                      <a:pt x="3617" y="16683"/>
                    </a:cubicBezTo>
                    <a:cubicBezTo>
                      <a:pt x="3617" y="16645"/>
                      <a:pt x="3617" y="16606"/>
                      <a:pt x="3617" y="16567"/>
                    </a:cubicBezTo>
                    <a:cubicBezTo>
                      <a:pt x="3578" y="16567"/>
                      <a:pt x="3540" y="16567"/>
                      <a:pt x="3500" y="16567"/>
                    </a:cubicBezTo>
                    <a:cubicBezTo>
                      <a:pt x="3500" y="16528"/>
                      <a:pt x="3500" y="16490"/>
                      <a:pt x="3500" y="16450"/>
                    </a:cubicBezTo>
                    <a:cubicBezTo>
                      <a:pt x="3462" y="16450"/>
                      <a:pt x="3423" y="16450"/>
                      <a:pt x="3383" y="16450"/>
                    </a:cubicBezTo>
                    <a:cubicBezTo>
                      <a:pt x="3383" y="16412"/>
                      <a:pt x="3383" y="16373"/>
                      <a:pt x="3383" y="16333"/>
                    </a:cubicBezTo>
                    <a:cubicBezTo>
                      <a:pt x="3345" y="16333"/>
                      <a:pt x="3306" y="16333"/>
                      <a:pt x="3267" y="16333"/>
                    </a:cubicBezTo>
                    <a:cubicBezTo>
                      <a:pt x="3267" y="16295"/>
                      <a:pt x="3267" y="16256"/>
                      <a:pt x="3267" y="16217"/>
                    </a:cubicBezTo>
                    <a:cubicBezTo>
                      <a:pt x="3228" y="16217"/>
                      <a:pt x="3190" y="16217"/>
                      <a:pt x="3150" y="16217"/>
                    </a:cubicBezTo>
                    <a:cubicBezTo>
                      <a:pt x="3150" y="16178"/>
                      <a:pt x="3150" y="16140"/>
                      <a:pt x="3150" y="16100"/>
                    </a:cubicBezTo>
                    <a:cubicBezTo>
                      <a:pt x="3111" y="16100"/>
                      <a:pt x="3073" y="16100"/>
                      <a:pt x="3033" y="16100"/>
                    </a:cubicBezTo>
                    <a:cubicBezTo>
                      <a:pt x="3033" y="16061"/>
                      <a:pt x="3033" y="16023"/>
                      <a:pt x="3033" y="15983"/>
                    </a:cubicBezTo>
                    <a:cubicBezTo>
                      <a:pt x="2995" y="15983"/>
                      <a:pt x="2956" y="15983"/>
                      <a:pt x="2917" y="15983"/>
                    </a:cubicBezTo>
                    <a:cubicBezTo>
                      <a:pt x="2917" y="15945"/>
                      <a:pt x="2917" y="15906"/>
                      <a:pt x="2917" y="15867"/>
                    </a:cubicBezTo>
                    <a:cubicBezTo>
                      <a:pt x="2878" y="15867"/>
                      <a:pt x="2840" y="15867"/>
                      <a:pt x="2800" y="15867"/>
                    </a:cubicBezTo>
                    <a:cubicBezTo>
                      <a:pt x="2800" y="15828"/>
                      <a:pt x="2800" y="15790"/>
                      <a:pt x="2800" y="15750"/>
                    </a:cubicBezTo>
                    <a:cubicBezTo>
                      <a:pt x="2761" y="15750"/>
                      <a:pt x="2723" y="15750"/>
                      <a:pt x="2683" y="15750"/>
                    </a:cubicBezTo>
                    <a:cubicBezTo>
                      <a:pt x="2683" y="15712"/>
                      <a:pt x="2683" y="15673"/>
                      <a:pt x="2683" y="15633"/>
                    </a:cubicBezTo>
                    <a:cubicBezTo>
                      <a:pt x="2645" y="15633"/>
                      <a:pt x="2606" y="15633"/>
                      <a:pt x="2567" y="15633"/>
                    </a:cubicBezTo>
                    <a:cubicBezTo>
                      <a:pt x="2567" y="15595"/>
                      <a:pt x="2567" y="15556"/>
                      <a:pt x="2567" y="15517"/>
                    </a:cubicBezTo>
                    <a:cubicBezTo>
                      <a:pt x="2528" y="15517"/>
                      <a:pt x="2490" y="15517"/>
                      <a:pt x="2450" y="15517"/>
                    </a:cubicBezTo>
                    <a:cubicBezTo>
                      <a:pt x="2450" y="15478"/>
                      <a:pt x="2450" y="15440"/>
                      <a:pt x="2450" y="15400"/>
                    </a:cubicBezTo>
                    <a:cubicBezTo>
                      <a:pt x="2411" y="15400"/>
                      <a:pt x="2373" y="15400"/>
                      <a:pt x="2333" y="15400"/>
                    </a:cubicBezTo>
                    <a:cubicBezTo>
                      <a:pt x="2333" y="15361"/>
                      <a:pt x="2333" y="15323"/>
                      <a:pt x="2333" y="15283"/>
                    </a:cubicBezTo>
                    <a:cubicBezTo>
                      <a:pt x="2295" y="15283"/>
                      <a:pt x="2256" y="15283"/>
                      <a:pt x="2217" y="15283"/>
                    </a:cubicBezTo>
                    <a:cubicBezTo>
                      <a:pt x="2217" y="15245"/>
                      <a:pt x="2217" y="15206"/>
                      <a:pt x="2217" y="15167"/>
                    </a:cubicBezTo>
                    <a:cubicBezTo>
                      <a:pt x="2178" y="15167"/>
                      <a:pt x="2140" y="15167"/>
                      <a:pt x="2100" y="15167"/>
                    </a:cubicBezTo>
                    <a:cubicBezTo>
                      <a:pt x="2100" y="15128"/>
                      <a:pt x="2100" y="15090"/>
                      <a:pt x="2100" y="15050"/>
                    </a:cubicBezTo>
                    <a:cubicBezTo>
                      <a:pt x="2061" y="15050"/>
                      <a:pt x="2023" y="15050"/>
                      <a:pt x="1983" y="15050"/>
                    </a:cubicBezTo>
                    <a:cubicBezTo>
                      <a:pt x="1983" y="14973"/>
                      <a:pt x="1983" y="14896"/>
                      <a:pt x="1983" y="14817"/>
                    </a:cubicBezTo>
                    <a:cubicBezTo>
                      <a:pt x="1945" y="14817"/>
                      <a:pt x="1906" y="14817"/>
                      <a:pt x="1867" y="14817"/>
                    </a:cubicBezTo>
                    <a:cubicBezTo>
                      <a:pt x="1867" y="14778"/>
                      <a:pt x="1867" y="14740"/>
                      <a:pt x="1867" y="14700"/>
                    </a:cubicBezTo>
                    <a:cubicBezTo>
                      <a:pt x="1828" y="14700"/>
                      <a:pt x="1790" y="14700"/>
                      <a:pt x="1750" y="14700"/>
                    </a:cubicBezTo>
                    <a:cubicBezTo>
                      <a:pt x="1750" y="14662"/>
                      <a:pt x="1750" y="14623"/>
                      <a:pt x="1750" y="14583"/>
                    </a:cubicBezTo>
                    <a:cubicBezTo>
                      <a:pt x="1712" y="14583"/>
                      <a:pt x="1673" y="14583"/>
                      <a:pt x="1633" y="14583"/>
                    </a:cubicBezTo>
                    <a:cubicBezTo>
                      <a:pt x="1633" y="14506"/>
                      <a:pt x="1633" y="14429"/>
                      <a:pt x="1633" y="14350"/>
                    </a:cubicBezTo>
                    <a:cubicBezTo>
                      <a:pt x="1595" y="14350"/>
                      <a:pt x="1556" y="14350"/>
                      <a:pt x="1517" y="14350"/>
                    </a:cubicBezTo>
                    <a:cubicBezTo>
                      <a:pt x="1517" y="14311"/>
                      <a:pt x="1517" y="14273"/>
                      <a:pt x="1517" y="14233"/>
                    </a:cubicBezTo>
                    <a:cubicBezTo>
                      <a:pt x="1478" y="14233"/>
                      <a:pt x="1440" y="14233"/>
                      <a:pt x="1400" y="14233"/>
                    </a:cubicBezTo>
                    <a:cubicBezTo>
                      <a:pt x="1400" y="14156"/>
                      <a:pt x="1400" y="14079"/>
                      <a:pt x="1400" y="14000"/>
                    </a:cubicBezTo>
                    <a:cubicBezTo>
                      <a:pt x="1361" y="14000"/>
                      <a:pt x="1323" y="14000"/>
                      <a:pt x="1283" y="14000"/>
                    </a:cubicBezTo>
                    <a:cubicBezTo>
                      <a:pt x="1283" y="13923"/>
                      <a:pt x="1283" y="13846"/>
                      <a:pt x="1283" y="13767"/>
                    </a:cubicBezTo>
                    <a:cubicBezTo>
                      <a:pt x="1245" y="13767"/>
                      <a:pt x="1206" y="13767"/>
                      <a:pt x="1167" y="13767"/>
                    </a:cubicBezTo>
                    <a:cubicBezTo>
                      <a:pt x="1167" y="13728"/>
                      <a:pt x="1167" y="13690"/>
                      <a:pt x="1167" y="13650"/>
                    </a:cubicBezTo>
                    <a:cubicBezTo>
                      <a:pt x="1128" y="13650"/>
                      <a:pt x="1090" y="13650"/>
                      <a:pt x="1050" y="13650"/>
                    </a:cubicBezTo>
                    <a:cubicBezTo>
                      <a:pt x="1050" y="13534"/>
                      <a:pt x="1050" y="13419"/>
                      <a:pt x="1050" y="13300"/>
                    </a:cubicBezTo>
                    <a:cubicBezTo>
                      <a:pt x="1011" y="13300"/>
                      <a:pt x="973" y="13300"/>
                      <a:pt x="933" y="13300"/>
                    </a:cubicBezTo>
                    <a:cubicBezTo>
                      <a:pt x="933" y="13223"/>
                      <a:pt x="933" y="13146"/>
                      <a:pt x="933" y="13067"/>
                    </a:cubicBezTo>
                    <a:cubicBezTo>
                      <a:pt x="895" y="13067"/>
                      <a:pt x="856" y="13067"/>
                      <a:pt x="817" y="13067"/>
                    </a:cubicBezTo>
                    <a:cubicBezTo>
                      <a:pt x="817" y="12990"/>
                      <a:pt x="817" y="12913"/>
                      <a:pt x="817" y="12833"/>
                    </a:cubicBezTo>
                    <a:cubicBezTo>
                      <a:pt x="778" y="12833"/>
                      <a:pt x="740" y="12833"/>
                      <a:pt x="700" y="12833"/>
                    </a:cubicBezTo>
                    <a:cubicBezTo>
                      <a:pt x="700" y="12756"/>
                      <a:pt x="700" y="12679"/>
                      <a:pt x="700" y="12600"/>
                    </a:cubicBezTo>
                    <a:cubicBezTo>
                      <a:pt x="661" y="12600"/>
                      <a:pt x="623" y="12600"/>
                      <a:pt x="583" y="12600"/>
                    </a:cubicBezTo>
                    <a:cubicBezTo>
                      <a:pt x="583" y="12484"/>
                      <a:pt x="583" y="12369"/>
                      <a:pt x="583" y="12250"/>
                    </a:cubicBezTo>
                    <a:cubicBezTo>
                      <a:pt x="545" y="12250"/>
                      <a:pt x="506" y="12250"/>
                      <a:pt x="467" y="12250"/>
                    </a:cubicBezTo>
                    <a:cubicBezTo>
                      <a:pt x="467" y="12096"/>
                      <a:pt x="467" y="11942"/>
                      <a:pt x="467" y="11783"/>
                    </a:cubicBezTo>
                    <a:cubicBezTo>
                      <a:pt x="428" y="11783"/>
                      <a:pt x="390" y="11783"/>
                      <a:pt x="350" y="11783"/>
                    </a:cubicBezTo>
                    <a:cubicBezTo>
                      <a:pt x="350" y="11629"/>
                      <a:pt x="350" y="11475"/>
                      <a:pt x="350" y="11317"/>
                    </a:cubicBezTo>
                    <a:cubicBezTo>
                      <a:pt x="311" y="11317"/>
                      <a:pt x="273" y="11317"/>
                      <a:pt x="233" y="11317"/>
                    </a:cubicBezTo>
                    <a:cubicBezTo>
                      <a:pt x="233" y="11163"/>
                      <a:pt x="233" y="11009"/>
                      <a:pt x="233" y="10850"/>
                    </a:cubicBezTo>
                    <a:cubicBezTo>
                      <a:pt x="195" y="10850"/>
                      <a:pt x="156" y="10850"/>
                      <a:pt x="117" y="10850"/>
                    </a:cubicBezTo>
                    <a:cubicBezTo>
                      <a:pt x="117" y="10542"/>
                      <a:pt x="117" y="10234"/>
                      <a:pt x="117" y="9917"/>
                    </a:cubicBezTo>
                    <a:cubicBezTo>
                      <a:pt x="78" y="9917"/>
                      <a:pt x="40" y="9917"/>
                      <a:pt x="0" y="9917"/>
                    </a:cubicBezTo>
                    <a:cubicBezTo>
                      <a:pt x="0" y="9493"/>
                      <a:pt x="0" y="9070"/>
                      <a:pt x="0" y="8633"/>
                    </a:cubicBezTo>
                    <a:cubicBezTo>
                      <a:pt x="38" y="8633"/>
                      <a:pt x="77" y="8633"/>
                      <a:pt x="117" y="8633"/>
                    </a:cubicBezTo>
                    <a:cubicBezTo>
                      <a:pt x="117" y="8364"/>
                      <a:pt x="117" y="8094"/>
                      <a:pt x="117" y="7817"/>
                    </a:cubicBezTo>
                    <a:cubicBezTo>
                      <a:pt x="155" y="7817"/>
                      <a:pt x="194" y="7817"/>
                      <a:pt x="233" y="7817"/>
                    </a:cubicBezTo>
                    <a:cubicBezTo>
                      <a:pt x="233" y="7624"/>
                      <a:pt x="233" y="7432"/>
                      <a:pt x="233" y="7233"/>
                    </a:cubicBezTo>
                    <a:cubicBezTo>
                      <a:pt x="272" y="7233"/>
                      <a:pt x="310" y="7233"/>
                      <a:pt x="350" y="7233"/>
                    </a:cubicBezTo>
                    <a:cubicBezTo>
                      <a:pt x="350" y="7118"/>
                      <a:pt x="350" y="7002"/>
                      <a:pt x="350" y="6883"/>
                    </a:cubicBezTo>
                    <a:cubicBezTo>
                      <a:pt x="388" y="6883"/>
                      <a:pt x="427" y="6883"/>
                      <a:pt x="467" y="6883"/>
                    </a:cubicBezTo>
                    <a:cubicBezTo>
                      <a:pt x="467" y="6729"/>
                      <a:pt x="467" y="6575"/>
                      <a:pt x="467" y="6417"/>
                    </a:cubicBezTo>
                    <a:cubicBezTo>
                      <a:pt x="505" y="6417"/>
                      <a:pt x="544" y="6417"/>
                      <a:pt x="583" y="6417"/>
                    </a:cubicBezTo>
                    <a:cubicBezTo>
                      <a:pt x="583" y="6340"/>
                      <a:pt x="583" y="6263"/>
                      <a:pt x="583" y="6183"/>
                    </a:cubicBezTo>
                    <a:cubicBezTo>
                      <a:pt x="622" y="6183"/>
                      <a:pt x="660" y="6183"/>
                      <a:pt x="700" y="6183"/>
                    </a:cubicBezTo>
                    <a:cubicBezTo>
                      <a:pt x="700" y="6068"/>
                      <a:pt x="700" y="5952"/>
                      <a:pt x="700" y="5833"/>
                    </a:cubicBezTo>
                    <a:cubicBezTo>
                      <a:pt x="738" y="5833"/>
                      <a:pt x="777" y="5833"/>
                      <a:pt x="817" y="5833"/>
                    </a:cubicBezTo>
                    <a:cubicBezTo>
                      <a:pt x="817" y="5756"/>
                      <a:pt x="817" y="5679"/>
                      <a:pt x="817" y="5600"/>
                    </a:cubicBezTo>
                    <a:cubicBezTo>
                      <a:pt x="855" y="5600"/>
                      <a:pt x="894" y="5600"/>
                      <a:pt x="933" y="5600"/>
                    </a:cubicBezTo>
                    <a:cubicBezTo>
                      <a:pt x="933" y="5523"/>
                      <a:pt x="933" y="5446"/>
                      <a:pt x="933" y="5367"/>
                    </a:cubicBezTo>
                    <a:cubicBezTo>
                      <a:pt x="972" y="5367"/>
                      <a:pt x="1010" y="5367"/>
                      <a:pt x="1050" y="5367"/>
                    </a:cubicBezTo>
                    <a:cubicBezTo>
                      <a:pt x="1050" y="5290"/>
                      <a:pt x="1050" y="5213"/>
                      <a:pt x="1050" y="5133"/>
                    </a:cubicBezTo>
                    <a:cubicBezTo>
                      <a:pt x="1088" y="5133"/>
                      <a:pt x="1127" y="5133"/>
                      <a:pt x="1167" y="5133"/>
                    </a:cubicBezTo>
                    <a:cubicBezTo>
                      <a:pt x="1167" y="5056"/>
                      <a:pt x="1167" y="4979"/>
                      <a:pt x="1167" y="4900"/>
                    </a:cubicBezTo>
                    <a:cubicBezTo>
                      <a:pt x="1205" y="4900"/>
                      <a:pt x="1244" y="4900"/>
                      <a:pt x="1283" y="4900"/>
                    </a:cubicBezTo>
                    <a:cubicBezTo>
                      <a:pt x="1283" y="4862"/>
                      <a:pt x="1283" y="4823"/>
                      <a:pt x="1283" y="4783"/>
                    </a:cubicBezTo>
                    <a:cubicBezTo>
                      <a:pt x="1322" y="4783"/>
                      <a:pt x="1360" y="4783"/>
                      <a:pt x="1400" y="4783"/>
                    </a:cubicBezTo>
                    <a:cubicBezTo>
                      <a:pt x="1400" y="4706"/>
                      <a:pt x="1400" y="4629"/>
                      <a:pt x="1400" y="4550"/>
                    </a:cubicBezTo>
                    <a:cubicBezTo>
                      <a:pt x="1438" y="4550"/>
                      <a:pt x="1477" y="4550"/>
                      <a:pt x="1517" y="4550"/>
                    </a:cubicBezTo>
                    <a:cubicBezTo>
                      <a:pt x="1517" y="4473"/>
                      <a:pt x="1517" y="4396"/>
                      <a:pt x="1517" y="4317"/>
                    </a:cubicBezTo>
                    <a:cubicBezTo>
                      <a:pt x="1555" y="4317"/>
                      <a:pt x="1594" y="4317"/>
                      <a:pt x="1633" y="4317"/>
                    </a:cubicBezTo>
                    <a:cubicBezTo>
                      <a:pt x="1633" y="4278"/>
                      <a:pt x="1633" y="4240"/>
                      <a:pt x="1633" y="4200"/>
                    </a:cubicBezTo>
                    <a:cubicBezTo>
                      <a:pt x="1672" y="4200"/>
                      <a:pt x="1710" y="4200"/>
                      <a:pt x="1750" y="4200"/>
                    </a:cubicBezTo>
                    <a:cubicBezTo>
                      <a:pt x="1750" y="4162"/>
                      <a:pt x="1750" y="4123"/>
                      <a:pt x="1750" y="4083"/>
                    </a:cubicBezTo>
                    <a:cubicBezTo>
                      <a:pt x="1788" y="4083"/>
                      <a:pt x="1827" y="4083"/>
                      <a:pt x="1867" y="4083"/>
                    </a:cubicBezTo>
                    <a:cubicBezTo>
                      <a:pt x="1867" y="4006"/>
                      <a:pt x="1867" y="3929"/>
                      <a:pt x="1867" y="3850"/>
                    </a:cubicBezTo>
                    <a:cubicBezTo>
                      <a:pt x="1905" y="3850"/>
                      <a:pt x="1944" y="3850"/>
                      <a:pt x="1983" y="3850"/>
                    </a:cubicBezTo>
                    <a:cubicBezTo>
                      <a:pt x="1983" y="3811"/>
                      <a:pt x="1983" y="3773"/>
                      <a:pt x="1983" y="3733"/>
                    </a:cubicBezTo>
                    <a:cubicBezTo>
                      <a:pt x="2022" y="3733"/>
                      <a:pt x="2060" y="3733"/>
                      <a:pt x="2100" y="3733"/>
                    </a:cubicBezTo>
                    <a:cubicBezTo>
                      <a:pt x="2100" y="3695"/>
                      <a:pt x="2100" y="3656"/>
                      <a:pt x="2100" y="3617"/>
                    </a:cubicBezTo>
                    <a:cubicBezTo>
                      <a:pt x="2138" y="3617"/>
                      <a:pt x="2177" y="3617"/>
                      <a:pt x="2217" y="3617"/>
                    </a:cubicBezTo>
                    <a:cubicBezTo>
                      <a:pt x="2217" y="3540"/>
                      <a:pt x="2217" y="3463"/>
                      <a:pt x="2217" y="3383"/>
                    </a:cubicBezTo>
                    <a:cubicBezTo>
                      <a:pt x="2255" y="3383"/>
                      <a:pt x="2294" y="3383"/>
                      <a:pt x="2333" y="3383"/>
                    </a:cubicBezTo>
                    <a:cubicBezTo>
                      <a:pt x="2333" y="3345"/>
                      <a:pt x="2333" y="3306"/>
                      <a:pt x="2333" y="3267"/>
                    </a:cubicBezTo>
                    <a:cubicBezTo>
                      <a:pt x="2372" y="3267"/>
                      <a:pt x="2410" y="3267"/>
                      <a:pt x="2450" y="3267"/>
                    </a:cubicBezTo>
                    <a:cubicBezTo>
                      <a:pt x="2450" y="3228"/>
                      <a:pt x="2450" y="3190"/>
                      <a:pt x="2450" y="3150"/>
                    </a:cubicBezTo>
                    <a:cubicBezTo>
                      <a:pt x="2488" y="3150"/>
                      <a:pt x="2527" y="3150"/>
                      <a:pt x="2567" y="3150"/>
                    </a:cubicBezTo>
                    <a:cubicBezTo>
                      <a:pt x="2567" y="3112"/>
                      <a:pt x="2567" y="3073"/>
                      <a:pt x="2567" y="3033"/>
                    </a:cubicBezTo>
                    <a:cubicBezTo>
                      <a:pt x="2605" y="3033"/>
                      <a:pt x="2644" y="3033"/>
                      <a:pt x="2683" y="3033"/>
                    </a:cubicBezTo>
                    <a:cubicBezTo>
                      <a:pt x="2683" y="2995"/>
                      <a:pt x="2683" y="2956"/>
                      <a:pt x="2683" y="2917"/>
                    </a:cubicBezTo>
                    <a:cubicBezTo>
                      <a:pt x="2722" y="2917"/>
                      <a:pt x="2760" y="2917"/>
                      <a:pt x="2800" y="2917"/>
                    </a:cubicBezTo>
                    <a:cubicBezTo>
                      <a:pt x="2800" y="2878"/>
                      <a:pt x="2800" y="2840"/>
                      <a:pt x="2800" y="2800"/>
                    </a:cubicBezTo>
                    <a:cubicBezTo>
                      <a:pt x="2838" y="2800"/>
                      <a:pt x="2877" y="2800"/>
                      <a:pt x="2917" y="2800"/>
                    </a:cubicBezTo>
                    <a:cubicBezTo>
                      <a:pt x="2917" y="2761"/>
                      <a:pt x="2917" y="2723"/>
                      <a:pt x="2917" y="2683"/>
                    </a:cubicBezTo>
                    <a:cubicBezTo>
                      <a:pt x="2955" y="2683"/>
                      <a:pt x="2994" y="2683"/>
                      <a:pt x="3033" y="2683"/>
                    </a:cubicBezTo>
                    <a:cubicBezTo>
                      <a:pt x="3033" y="2645"/>
                      <a:pt x="3033" y="2606"/>
                      <a:pt x="3033" y="2567"/>
                    </a:cubicBezTo>
                    <a:cubicBezTo>
                      <a:pt x="3072" y="2567"/>
                      <a:pt x="3110" y="2567"/>
                      <a:pt x="3150" y="2567"/>
                    </a:cubicBezTo>
                    <a:cubicBezTo>
                      <a:pt x="3150" y="2528"/>
                      <a:pt x="3150" y="2490"/>
                      <a:pt x="3150" y="2450"/>
                    </a:cubicBezTo>
                    <a:cubicBezTo>
                      <a:pt x="3188" y="2450"/>
                      <a:pt x="3227" y="2450"/>
                      <a:pt x="3267" y="2450"/>
                    </a:cubicBezTo>
                    <a:cubicBezTo>
                      <a:pt x="3267" y="2412"/>
                      <a:pt x="3267" y="2373"/>
                      <a:pt x="3267" y="2333"/>
                    </a:cubicBezTo>
                    <a:cubicBezTo>
                      <a:pt x="3344" y="2333"/>
                      <a:pt x="3421" y="2333"/>
                      <a:pt x="3500" y="2333"/>
                    </a:cubicBezTo>
                    <a:cubicBezTo>
                      <a:pt x="3500" y="2295"/>
                      <a:pt x="3500" y="2256"/>
                      <a:pt x="3500" y="2217"/>
                    </a:cubicBezTo>
                    <a:cubicBezTo>
                      <a:pt x="3538" y="2217"/>
                      <a:pt x="3577" y="2217"/>
                      <a:pt x="3617" y="2217"/>
                    </a:cubicBezTo>
                    <a:cubicBezTo>
                      <a:pt x="3617" y="2178"/>
                      <a:pt x="3617" y="2140"/>
                      <a:pt x="3617" y="2100"/>
                    </a:cubicBezTo>
                    <a:cubicBezTo>
                      <a:pt x="3655" y="2100"/>
                      <a:pt x="3694" y="2100"/>
                      <a:pt x="3733" y="2100"/>
                    </a:cubicBezTo>
                    <a:cubicBezTo>
                      <a:pt x="3733" y="2061"/>
                      <a:pt x="3733" y="2023"/>
                      <a:pt x="3733" y="1983"/>
                    </a:cubicBezTo>
                    <a:cubicBezTo>
                      <a:pt x="3772" y="1983"/>
                      <a:pt x="3810" y="1983"/>
                      <a:pt x="3850" y="1983"/>
                    </a:cubicBezTo>
                    <a:cubicBezTo>
                      <a:pt x="3850" y="1945"/>
                      <a:pt x="3850" y="1906"/>
                      <a:pt x="3850" y="1867"/>
                    </a:cubicBezTo>
                    <a:cubicBezTo>
                      <a:pt x="3927" y="1867"/>
                      <a:pt x="4004" y="1867"/>
                      <a:pt x="4083" y="1867"/>
                    </a:cubicBezTo>
                    <a:cubicBezTo>
                      <a:pt x="4083" y="1828"/>
                      <a:pt x="4083" y="1790"/>
                      <a:pt x="4083" y="1750"/>
                    </a:cubicBezTo>
                    <a:cubicBezTo>
                      <a:pt x="4122" y="1750"/>
                      <a:pt x="4160" y="1750"/>
                      <a:pt x="4200" y="1750"/>
                    </a:cubicBezTo>
                    <a:cubicBezTo>
                      <a:pt x="4200" y="1712"/>
                      <a:pt x="4200" y="1673"/>
                      <a:pt x="4200" y="1633"/>
                    </a:cubicBezTo>
                    <a:cubicBezTo>
                      <a:pt x="4277" y="1633"/>
                      <a:pt x="4354" y="1633"/>
                      <a:pt x="4433" y="1633"/>
                    </a:cubicBezTo>
                    <a:cubicBezTo>
                      <a:pt x="4433" y="1595"/>
                      <a:pt x="4433" y="1556"/>
                      <a:pt x="4433" y="1517"/>
                    </a:cubicBezTo>
                    <a:cubicBezTo>
                      <a:pt x="4510" y="1517"/>
                      <a:pt x="4587" y="1517"/>
                      <a:pt x="4667" y="1517"/>
                    </a:cubicBezTo>
                    <a:cubicBezTo>
                      <a:pt x="4667" y="1478"/>
                      <a:pt x="4667" y="1440"/>
                      <a:pt x="4667" y="1400"/>
                    </a:cubicBezTo>
                    <a:cubicBezTo>
                      <a:pt x="4705" y="1400"/>
                      <a:pt x="4744" y="1400"/>
                      <a:pt x="4783" y="1400"/>
                    </a:cubicBezTo>
                    <a:cubicBezTo>
                      <a:pt x="4783" y="1362"/>
                      <a:pt x="4783" y="1323"/>
                      <a:pt x="4783" y="1283"/>
                    </a:cubicBezTo>
                    <a:cubicBezTo>
                      <a:pt x="4860" y="1283"/>
                      <a:pt x="4937" y="1283"/>
                      <a:pt x="5017" y="1283"/>
                    </a:cubicBezTo>
                    <a:cubicBezTo>
                      <a:pt x="5017" y="1245"/>
                      <a:pt x="5017" y="1206"/>
                      <a:pt x="5017" y="1167"/>
                    </a:cubicBezTo>
                    <a:cubicBezTo>
                      <a:pt x="5094" y="1167"/>
                      <a:pt x="5171" y="1167"/>
                      <a:pt x="5250" y="1167"/>
                    </a:cubicBezTo>
                    <a:cubicBezTo>
                      <a:pt x="5250" y="1128"/>
                      <a:pt x="5250" y="1090"/>
                      <a:pt x="5250" y="1050"/>
                    </a:cubicBezTo>
                    <a:cubicBezTo>
                      <a:pt x="5327" y="1050"/>
                      <a:pt x="5404" y="1050"/>
                      <a:pt x="5483" y="1050"/>
                    </a:cubicBezTo>
                    <a:cubicBezTo>
                      <a:pt x="5483" y="1011"/>
                      <a:pt x="5483" y="973"/>
                      <a:pt x="5483" y="933"/>
                    </a:cubicBezTo>
                    <a:cubicBezTo>
                      <a:pt x="5560" y="933"/>
                      <a:pt x="5637" y="933"/>
                      <a:pt x="5717" y="933"/>
                    </a:cubicBezTo>
                    <a:cubicBezTo>
                      <a:pt x="5717" y="895"/>
                      <a:pt x="5717" y="856"/>
                      <a:pt x="5717" y="817"/>
                    </a:cubicBezTo>
                    <a:cubicBezTo>
                      <a:pt x="5794" y="817"/>
                      <a:pt x="5871" y="817"/>
                      <a:pt x="5950" y="817"/>
                    </a:cubicBezTo>
                    <a:cubicBezTo>
                      <a:pt x="5950" y="778"/>
                      <a:pt x="5950" y="740"/>
                      <a:pt x="5950" y="700"/>
                    </a:cubicBezTo>
                    <a:cubicBezTo>
                      <a:pt x="6027" y="700"/>
                      <a:pt x="6104" y="700"/>
                      <a:pt x="6183" y="700"/>
                    </a:cubicBezTo>
                    <a:cubicBezTo>
                      <a:pt x="6183" y="662"/>
                      <a:pt x="6183" y="623"/>
                      <a:pt x="6183" y="583"/>
                    </a:cubicBezTo>
                    <a:cubicBezTo>
                      <a:pt x="6299" y="583"/>
                      <a:pt x="6414" y="583"/>
                      <a:pt x="6533" y="583"/>
                    </a:cubicBezTo>
                    <a:cubicBezTo>
                      <a:pt x="6533" y="545"/>
                      <a:pt x="6533" y="506"/>
                      <a:pt x="6533" y="467"/>
                    </a:cubicBezTo>
                    <a:cubicBezTo>
                      <a:pt x="6649" y="467"/>
                      <a:pt x="6764" y="467"/>
                      <a:pt x="6883" y="467"/>
                    </a:cubicBezTo>
                    <a:cubicBezTo>
                      <a:pt x="6883" y="428"/>
                      <a:pt x="6883" y="390"/>
                      <a:pt x="6883" y="350"/>
                    </a:cubicBezTo>
                    <a:cubicBezTo>
                      <a:pt x="7037" y="350"/>
                      <a:pt x="7191" y="350"/>
                      <a:pt x="7350" y="350"/>
                    </a:cubicBezTo>
                    <a:cubicBezTo>
                      <a:pt x="7350" y="311"/>
                      <a:pt x="7350" y="273"/>
                      <a:pt x="7350" y="233"/>
                    </a:cubicBezTo>
                    <a:cubicBezTo>
                      <a:pt x="7504" y="233"/>
                      <a:pt x="7658" y="233"/>
                      <a:pt x="7817" y="233"/>
                    </a:cubicBezTo>
                    <a:cubicBezTo>
                      <a:pt x="7817" y="195"/>
                      <a:pt x="7817" y="156"/>
                      <a:pt x="7817" y="117"/>
                    </a:cubicBezTo>
                    <a:cubicBezTo>
                      <a:pt x="8009" y="117"/>
                      <a:pt x="8202" y="117"/>
                      <a:pt x="8400" y="117"/>
                    </a:cubicBezTo>
                    <a:cubicBezTo>
                      <a:pt x="8400" y="78"/>
                      <a:pt x="8400" y="40"/>
                      <a:pt x="8400" y="0"/>
                    </a:cubicBezTo>
                    <a:close/>
                    <a:moveTo>
                      <a:pt x="8867" y="1283"/>
                    </a:moveTo>
                    <a:cubicBezTo>
                      <a:pt x="8867" y="1322"/>
                      <a:pt x="8867" y="1360"/>
                      <a:pt x="8867" y="1400"/>
                    </a:cubicBezTo>
                    <a:cubicBezTo>
                      <a:pt x="8597" y="1400"/>
                      <a:pt x="8328" y="1400"/>
                      <a:pt x="8050" y="1400"/>
                    </a:cubicBezTo>
                    <a:cubicBezTo>
                      <a:pt x="8050" y="1439"/>
                      <a:pt x="8050" y="1477"/>
                      <a:pt x="8050" y="1517"/>
                    </a:cubicBezTo>
                    <a:cubicBezTo>
                      <a:pt x="7896" y="1517"/>
                      <a:pt x="7742" y="1517"/>
                      <a:pt x="7583" y="1517"/>
                    </a:cubicBezTo>
                    <a:cubicBezTo>
                      <a:pt x="7583" y="1555"/>
                      <a:pt x="7583" y="1594"/>
                      <a:pt x="7583" y="1633"/>
                    </a:cubicBezTo>
                    <a:cubicBezTo>
                      <a:pt x="7429" y="1633"/>
                      <a:pt x="7275" y="1633"/>
                      <a:pt x="7117" y="1633"/>
                    </a:cubicBezTo>
                    <a:cubicBezTo>
                      <a:pt x="7117" y="1672"/>
                      <a:pt x="7117" y="1710"/>
                      <a:pt x="7117" y="1750"/>
                    </a:cubicBezTo>
                    <a:cubicBezTo>
                      <a:pt x="7001" y="1750"/>
                      <a:pt x="6886" y="1750"/>
                      <a:pt x="6767" y="1750"/>
                    </a:cubicBezTo>
                    <a:cubicBezTo>
                      <a:pt x="6767" y="1788"/>
                      <a:pt x="6767" y="1827"/>
                      <a:pt x="6767" y="1867"/>
                    </a:cubicBezTo>
                    <a:cubicBezTo>
                      <a:pt x="6690" y="1867"/>
                      <a:pt x="6613" y="1867"/>
                      <a:pt x="6533" y="1867"/>
                    </a:cubicBezTo>
                    <a:cubicBezTo>
                      <a:pt x="6533" y="1905"/>
                      <a:pt x="6533" y="1944"/>
                      <a:pt x="6533" y="1983"/>
                    </a:cubicBezTo>
                    <a:cubicBezTo>
                      <a:pt x="6418" y="1983"/>
                      <a:pt x="6302" y="1983"/>
                      <a:pt x="6183" y="1983"/>
                    </a:cubicBezTo>
                    <a:cubicBezTo>
                      <a:pt x="6183" y="2022"/>
                      <a:pt x="6183" y="2060"/>
                      <a:pt x="6183" y="2100"/>
                    </a:cubicBezTo>
                    <a:cubicBezTo>
                      <a:pt x="6106" y="2100"/>
                      <a:pt x="6029" y="2100"/>
                      <a:pt x="5950" y="2100"/>
                    </a:cubicBezTo>
                    <a:cubicBezTo>
                      <a:pt x="5950" y="2138"/>
                      <a:pt x="5950" y="2177"/>
                      <a:pt x="5950" y="2217"/>
                    </a:cubicBezTo>
                    <a:cubicBezTo>
                      <a:pt x="5873" y="2217"/>
                      <a:pt x="5796" y="2217"/>
                      <a:pt x="5717" y="2217"/>
                    </a:cubicBezTo>
                    <a:cubicBezTo>
                      <a:pt x="5717" y="2255"/>
                      <a:pt x="5717" y="2294"/>
                      <a:pt x="5717" y="2333"/>
                    </a:cubicBezTo>
                    <a:cubicBezTo>
                      <a:pt x="5640" y="2333"/>
                      <a:pt x="5563" y="2333"/>
                      <a:pt x="5483" y="2333"/>
                    </a:cubicBezTo>
                    <a:cubicBezTo>
                      <a:pt x="5483" y="2372"/>
                      <a:pt x="5483" y="2410"/>
                      <a:pt x="5483" y="2450"/>
                    </a:cubicBezTo>
                    <a:cubicBezTo>
                      <a:pt x="5445" y="2450"/>
                      <a:pt x="5406" y="2450"/>
                      <a:pt x="5367" y="2450"/>
                    </a:cubicBezTo>
                    <a:cubicBezTo>
                      <a:pt x="5367" y="2489"/>
                      <a:pt x="5367" y="2527"/>
                      <a:pt x="5367" y="2567"/>
                    </a:cubicBezTo>
                    <a:cubicBezTo>
                      <a:pt x="5290" y="2567"/>
                      <a:pt x="5213" y="2567"/>
                      <a:pt x="5133" y="2567"/>
                    </a:cubicBezTo>
                    <a:cubicBezTo>
                      <a:pt x="5133" y="2605"/>
                      <a:pt x="5133" y="2644"/>
                      <a:pt x="5133" y="2683"/>
                    </a:cubicBezTo>
                    <a:cubicBezTo>
                      <a:pt x="5095" y="2683"/>
                      <a:pt x="5056" y="2683"/>
                      <a:pt x="5017" y="2683"/>
                    </a:cubicBezTo>
                    <a:cubicBezTo>
                      <a:pt x="5017" y="2722"/>
                      <a:pt x="5017" y="2760"/>
                      <a:pt x="5017" y="2800"/>
                    </a:cubicBezTo>
                    <a:cubicBezTo>
                      <a:pt x="4940" y="2800"/>
                      <a:pt x="4863" y="2800"/>
                      <a:pt x="4783" y="2800"/>
                    </a:cubicBezTo>
                    <a:cubicBezTo>
                      <a:pt x="4783" y="2838"/>
                      <a:pt x="4783" y="2877"/>
                      <a:pt x="4783" y="2917"/>
                    </a:cubicBezTo>
                    <a:cubicBezTo>
                      <a:pt x="4745" y="2917"/>
                      <a:pt x="4706" y="2917"/>
                      <a:pt x="4667" y="2917"/>
                    </a:cubicBezTo>
                    <a:cubicBezTo>
                      <a:pt x="4667" y="2955"/>
                      <a:pt x="4667" y="2994"/>
                      <a:pt x="4667" y="3033"/>
                    </a:cubicBezTo>
                    <a:cubicBezTo>
                      <a:pt x="4590" y="3033"/>
                      <a:pt x="4513" y="3033"/>
                      <a:pt x="4433" y="3033"/>
                    </a:cubicBezTo>
                    <a:cubicBezTo>
                      <a:pt x="4433" y="3072"/>
                      <a:pt x="4433" y="3110"/>
                      <a:pt x="4433" y="3150"/>
                    </a:cubicBezTo>
                    <a:cubicBezTo>
                      <a:pt x="4395" y="3150"/>
                      <a:pt x="4356" y="3150"/>
                      <a:pt x="4317" y="3150"/>
                    </a:cubicBezTo>
                    <a:cubicBezTo>
                      <a:pt x="4317" y="3189"/>
                      <a:pt x="4317" y="3227"/>
                      <a:pt x="4317" y="3267"/>
                    </a:cubicBezTo>
                    <a:cubicBezTo>
                      <a:pt x="4278" y="3267"/>
                      <a:pt x="4240" y="3267"/>
                      <a:pt x="4200" y="3267"/>
                    </a:cubicBezTo>
                    <a:cubicBezTo>
                      <a:pt x="4200" y="3305"/>
                      <a:pt x="4200" y="3344"/>
                      <a:pt x="4200" y="3383"/>
                    </a:cubicBezTo>
                    <a:cubicBezTo>
                      <a:pt x="4161" y="3383"/>
                      <a:pt x="4123" y="3383"/>
                      <a:pt x="4083" y="3383"/>
                    </a:cubicBezTo>
                    <a:cubicBezTo>
                      <a:pt x="4083" y="3422"/>
                      <a:pt x="4083" y="3460"/>
                      <a:pt x="4083" y="3500"/>
                    </a:cubicBezTo>
                    <a:cubicBezTo>
                      <a:pt x="4045" y="3500"/>
                      <a:pt x="4006" y="3500"/>
                      <a:pt x="3967" y="3500"/>
                    </a:cubicBezTo>
                    <a:cubicBezTo>
                      <a:pt x="3967" y="3538"/>
                      <a:pt x="3967" y="3577"/>
                      <a:pt x="3967" y="3617"/>
                    </a:cubicBezTo>
                    <a:cubicBezTo>
                      <a:pt x="3928" y="3617"/>
                      <a:pt x="3890" y="3617"/>
                      <a:pt x="3850" y="3617"/>
                    </a:cubicBezTo>
                    <a:cubicBezTo>
                      <a:pt x="3850" y="3655"/>
                      <a:pt x="3850" y="3694"/>
                      <a:pt x="3850" y="3733"/>
                    </a:cubicBezTo>
                    <a:cubicBezTo>
                      <a:pt x="3811" y="3733"/>
                      <a:pt x="3773" y="3733"/>
                      <a:pt x="3733" y="3733"/>
                    </a:cubicBezTo>
                    <a:cubicBezTo>
                      <a:pt x="3733" y="3772"/>
                      <a:pt x="3733" y="3810"/>
                      <a:pt x="3733" y="3850"/>
                    </a:cubicBezTo>
                    <a:cubicBezTo>
                      <a:pt x="3695" y="3850"/>
                      <a:pt x="3656" y="3850"/>
                      <a:pt x="3617" y="3850"/>
                    </a:cubicBezTo>
                    <a:cubicBezTo>
                      <a:pt x="3617" y="3888"/>
                      <a:pt x="3617" y="3927"/>
                      <a:pt x="3617" y="3967"/>
                    </a:cubicBezTo>
                    <a:cubicBezTo>
                      <a:pt x="3578" y="3967"/>
                      <a:pt x="3540" y="3967"/>
                      <a:pt x="3500" y="3967"/>
                    </a:cubicBezTo>
                    <a:cubicBezTo>
                      <a:pt x="3500" y="4005"/>
                      <a:pt x="3500" y="4044"/>
                      <a:pt x="3500" y="4083"/>
                    </a:cubicBezTo>
                    <a:cubicBezTo>
                      <a:pt x="3462" y="4083"/>
                      <a:pt x="3423" y="4083"/>
                      <a:pt x="3383" y="4083"/>
                    </a:cubicBezTo>
                    <a:cubicBezTo>
                      <a:pt x="3383" y="4122"/>
                      <a:pt x="3383" y="4160"/>
                      <a:pt x="3383" y="4200"/>
                    </a:cubicBezTo>
                    <a:cubicBezTo>
                      <a:pt x="3345" y="4200"/>
                      <a:pt x="3306" y="4200"/>
                      <a:pt x="3267" y="4200"/>
                    </a:cubicBezTo>
                    <a:cubicBezTo>
                      <a:pt x="3267" y="4239"/>
                      <a:pt x="3267" y="4277"/>
                      <a:pt x="3267" y="4317"/>
                    </a:cubicBezTo>
                    <a:cubicBezTo>
                      <a:pt x="3228" y="4317"/>
                      <a:pt x="3190" y="4317"/>
                      <a:pt x="3150" y="4317"/>
                    </a:cubicBezTo>
                    <a:cubicBezTo>
                      <a:pt x="3150" y="4355"/>
                      <a:pt x="3150" y="4394"/>
                      <a:pt x="3150" y="4433"/>
                    </a:cubicBezTo>
                    <a:cubicBezTo>
                      <a:pt x="3111" y="4433"/>
                      <a:pt x="3073" y="4433"/>
                      <a:pt x="3033" y="4433"/>
                    </a:cubicBezTo>
                    <a:cubicBezTo>
                      <a:pt x="3033" y="4510"/>
                      <a:pt x="3033" y="4587"/>
                      <a:pt x="3033" y="4667"/>
                    </a:cubicBezTo>
                    <a:cubicBezTo>
                      <a:pt x="2995" y="4667"/>
                      <a:pt x="2956" y="4667"/>
                      <a:pt x="2917" y="4667"/>
                    </a:cubicBezTo>
                    <a:cubicBezTo>
                      <a:pt x="2917" y="4705"/>
                      <a:pt x="2917" y="4744"/>
                      <a:pt x="2917" y="4783"/>
                    </a:cubicBezTo>
                    <a:cubicBezTo>
                      <a:pt x="2878" y="4783"/>
                      <a:pt x="2840" y="4783"/>
                      <a:pt x="2800" y="4783"/>
                    </a:cubicBezTo>
                    <a:cubicBezTo>
                      <a:pt x="2800" y="4822"/>
                      <a:pt x="2800" y="4860"/>
                      <a:pt x="2800" y="4900"/>
                    </a:cubicBezTo>
                    <a:cubicBezTo>
                      <a:pt x="2761" y="4900"/>
                      <a:pt x="2723" y="4900"/>
                      <a:pt x="2683" y="4900"/>
                    </a:cubicBezTo>
                    <a:cubicBezTo>
                      <a:pt x="2683" y="4977"/>
                      <a:pt x="2683" y="5054"/>
                      <a:pt x="2683" y="5133"/>
                    </a:cubicBezTo>
                    <a:cubicBezTo>
                      <a:pt x="2645" y="5133"/>
                      <a:pt x="2606" y="5133"/>
                      <a:pt x="2567" y="5133"/>
                    </a:cubicBezTo>
                    <a:cubicBezTo>
                      <a:pt x="2567" y="5172"/>
                      <a:pt x="2567" y="5210"/>
                      <a:pt x="2567" y="5250"/>
                    </a:cubicBezTo>
                    <a:cubicBezTo>
                      <a:pt x="2528" y="5250"/>
                      <a:pt x="2490" y="5250"/>
                      <a:pt x="2450" y="5250"/>
                    </a:cubicBezTo>
                    <a:cubicBezTo>
                      <a:pt x="2450" y="5327"/>
                      <a:pt x="2450" y="5404"/>
                      <a:pt x="2450" y="5483"/>
                    </a:cubicBezTo>
                    <a:cubicBezTo>
                      <a:pt x="2411" y="5483"/>
                      <a:pt x="2373" y="5483"/>
                      <a:pt x="2333" y="5483"/>
                    </a:cubicBezTo>
                    <a:cubicBezTo>
                      <a:pt x="2333" y="5560"/>
                      <a:pt x="2333" y="5637"/>
                      <a:pt x="2333" y="5717"/>
                    </a:cubicBezTo>
                    <a:cubicBezTo>
                      <a:pt x="2295" y="5717"/>
                      <a:pt x="2256" y="5717"/>
                      <a:pt x="2217" y="5717"/>
                    </a:cubicBezTo>
                    <a:cubicBezTo>
                      <a:pt x="2217" y="5794"/>
                      <a:pt x="2217" y="5871"/>
                      <a:pt x="2217" y="5950"/>
                    </a:cubicBezTo>
                    <a:cubicBezTo>
                      <a:pt x="2178" y="5950"/>
                      <a:pt x="2140" y="5950"/>
                      <a:pt x="2100" y="5950"/>
                    </a:cubicBezTo>
                    <a:cubicBezTo>
                      <a:pt x="2100" y="6027"/>
                      <a:pt x="2100" y="6104"/>
                      <a:pt x="2100" y="6183"/>
                    </a:cubicBezTo>
                    <a:cubicBezTo>
                      <a:pt x="2061" y="6183"/>
                      <a:pt x="2023" y="6183"/>
                      <a:pt x="1983" y="6183"/>
                    </a:cubicBezTo>
                    <a:cubicBezTo>
                      <a:pt x="1983" y="6299"/>
                      <a:pt x="1983" y="6414"/>
                      <a:pt x="1983" y="6533"/>
                    </a:cubicBezTo>
                    <a:cubicBezTo>
                      <a:pt x="1945" y="6533"/>
                      <a:pt x="1906" y="6533"/>
                      <a:pt x="1867" y="6533"/>
                    </a:cubicBezTo>
                    <a:cubicBezTo>
                      <a:pt x="1867" y="6610"/>
                      <a:pt x="1867" y="6687"/>
                      <a:pt x="1867" y="6767"/>
                    </a:cubicBezTo>
                    <a:cubicBezTo>
                      <a:pt x="1828" y="6767"/>
                      <a:pt x="1790" y="6767"/>
                      <a:pt x="1750" y="6767"/>
                    </a:cubicBezTo>
                    <a:cubicBezTo>
                      <a:pt x="1750" y="6882"/>
                      <a:pt x="1750" y="6998"/>
                      <a:pt x="1750" y="7117"/>
                    </a:cubicBezTo>
                    <a:cubicBezTo>
                      <a:pt x="1712" y="7117"/>
                      <a:pt x="1673" y="7117"/>
                      <a:pt x="1633" y="7117"/>
                    </a:cubicBezTo>
                    <a:cubicBezTo>
                      <a:pt x="1633" y="7232"/>
                      <a:pt x="1633" y="7348"/>
                      <a:pt x="1633" y="7467"/>
                    </a:cubicBezTo>
                    <a:cubicBezTo>
                      <a:pt x="1595" y="7467"/>
                      <a:pt x="1556" y="7467"/>
                      <a:pt x="1517" y="7467"/>
                    </a:cubicBezTo>
                    <a:cubicBezTo>
                      <a:pt x="1517" y="7659"/>
                      <a:pt x="1517" y="7852"/>
                      <a:pt x="1517" y="8050"/>
                    </a:cubicBezTo>
                    <a:cubicBezTo>
                      <a:pt x="1478" y="8050"/>
                      <a:pt x="1440" y="8050"/>
                      <a:pt x="1400" y="8050"/>
                    </a:cubicBezTo>
                    <a:cubicBezTo>
                      <a:pt x="1400" y="8897"/>
                      <a:pt x="1400" y="9744"/>
                      <a:pt x="1400" y="10617"/>
                    </a:cubicBezTo>
                    <a:cubicBezTo>
                      <a:pt x="1438" y="10617"/>
                      <a:pt x="1477" y="10617"/>
                      <a:pt x="1517" y="10617"/>
                    </a:cubicBezTo>
                    <a:cubicBezTo>
                      <a:pt x="1517" y="10809"/>
                      <a:pt x="1517" y="11002"/>
                      <a:pt x="1517" y="11200"/>
                    </a:cubicBezTo>
                    <a:cubicBezTo>
                      <a:pt x="1555" y="11200"/>
                      <a:pt x="1594" y="11200"/>
                      <a:pt x="1633" y="11200"/>
                    </a:cubicBezTo>
                    <a:cubicBezTo>
                      <a:pt x="1633" y="11316"/>
                      <a:pt x="1633" y="11431"/>
                      <a:pt x="1633" y="11550"/>
                    </a:cubicBezTo>
                    <a:cubicBezTo>
                      <a:pt x="1672" y="11550"/>
                      <a:pt x="1710" y="11550"/>
                      <a:pt x="1750" y="11550"/>
                    </a:cubicBezTo>
                    <a:cubicBezTo>
                      <a:pt x="1750" y="11665"/>
                      <a:pt x="1750" y="11781"/>
                      <a:pt x="1750" y="11900"/>
                    </a:cubicBezTo>
                    <a:cubicBezTo>
                      <a:pt x="1788" y="11900"/>
                      <a:pt x="1827" y="11900"/>
                      <a:pt x="1867" y="11900"/>
                    </a:cubicBezTo>
                    <a:cubicBezTo>
                      <a:pt x="1867" y="12016"/>
                      <a:pt x="1867" y="12131"/>
                      <a:pt x="1867" y="12250"/>
                    </a:cubicBezTo>
                    <a:cubicBezTo>
                      <a:pt x="1905" y="12250"/>
                      <a:pt x="1944" y="12250"/>
                      <a:pt x="1983" y="12250"/>
                    </a:cubicBezTo>
                    <a:cubicBezTo>
                      <a:pt x="1983" y="12327"/>
                      <a:pt x="1983" y="12404"/>
                      <a:pt x="1983" y="12483"/>
                    </a:cubicBezTo>
                    <a:cubicBezTo>
                      <a:pt x="2022" y="12483"/>
                      <a:pt x="2060" y="12483"/>
                      <a:pt x="2100" y="12483"/>
                    </a:cubicBezTo>
                    <a:cubicBezTo>
                      <a:pt x="2100" y="12560"/>
                      <a:pt x="2100" y="12637"/>
                      <a:pt x="2100" y="12717"/>
                    </a:cubicBezTo>
                    <a:cubicBezTo>
                      <a:pt x="2138" y="12717"/>
                      <a:pt x="2177" y="12717"/>
                      <a:pt x="2217" y="12717"/>
                    </a:cubicBezTo>
                    <a:cubicBezTo>
                      <a:pt x="2217" y="12794"/>
                      <a:pt x="2217" y="12871"/>
                      <a:pt x="2217" y="12950"/>
                    </a:cubicBezTo>
                    <a:cubicBezTo>
                      <a:pt x="2255" y="12950"/>
                      <a:pt x="2294" y="12950"/>
                      <a:pt x="2333" y="12950"/>
                    </a:cubicBezTo>
                    <a:cubicBezTo>
                      <a:pt x="2333" y="13027"/>
                      <a:pt x="2333" y="13104"/>
                      <a:pt x="2333" y="13183"/>
                    </a:cubicBezTo>
                    <a:cubicBezTo>
                      <a:pt x="2372" y="13183"/>
                      <a:pt x="2410" y="13183"/>
                      <a:pt x="2450" y="13183"/>
                    </a:cubicBezTo>
                    <a:cubicBezTo>
                      <a:pt x="2450" y="13260"/>
                      <a:pt x="2450" y="13337"/>
                      <a:pt x="2450" y="13417"/>
                    </a:cubicBezTo>
                    <a:cubicBezTo>
                      <a:pt x="2488" y="13417"/>
                      <a:pt x="2527" y="13417"/>
                      <a:pt x="2567" y="13417"/>
                    </a:cubicBezTo>
                    <a:cubicBezTo>
                      <a:pt x="2567" y="13494"/>
                      <a:pt x="2567" y="13571"/>
                      <a:pt x="2567" y="13650"/>
                    </a:cubicBezTo>
                    <a:cubicBezTo>
                      <a:pt x="2605" y="13650"/>
                      <a:pt x="2644" y="13650"/>
                      <a:pt x="2683" y="13650"/>
                    </a:cubicBezTo>
                    <a:cubicBezTo>
                      <a:pt x="2683" y="13689"/>
                      <a:pt x="2683" y="13727"/>
                      <a:pt x="2683" y="13767"/>
                    </a:cubicBezTo>
                    <a:cubicBezTo>
                      <a:pt x="2722" y="13767"/>
                      <a:pt x="2760" y="13767"/>
                      <a:pt x="2800" y="13767"/>
                    </a:cubicBezTo>
                    <a:cubicBezTo>
                      <a:pt x="2800" y="13805"/>
                      <a:pt x="2800" y="13844"/>
                      <a:pt x="2800" y="13883"/>
                    </a:cubicBezTo>
                    <a:cubicBezTo>
                      <a:pt x="2838" y="13883"/>
                      <a:pt x="2877" y="13883"/>
                      <a:pt x="2917" y="13883"/>
                    </a:cubicBezTo>
                    <a:cubicBezTo>
                      <a:pt x="2917" y="13960"/>
                      <a:pt x="2917" y="14037"/>
                      <a:pt x="2917" y="14117"/>
                    </a:cubicBezTo>
                    <a:cubicBezTo>
                      <a:pt x="2955" y="14117"/>
                      <a:pt x="2994" y="14117"/>
                      <a:pt x="3033" y="14117"/>
                    </a:cubicBezTo>
                    <a:cubicBezTo>
                      <a:pt x="3033" y="14155"/>
                      <a:pt x="3033" y="14194"/>
                      <a:pt x="3033" y="14233"/>
                    </a:cubicBezTo>
                    <a:cubicBezTo>
                      <a:pt x="3072" y="14233"/>
                      <a:pt x="3110" y="14233"/>
                      <a:pt x="3150" y="14233"/>
                    </a:cubicBezTo>
                    <a:cubicBezTo>
                      <a:pt x="3150" y="14272"/>
                      <a:pt x="3150" y="14310"/>
                      <a:pt x="3150" y="14350"/>
                    </a:cubicBezTo>
                    <a:cubicBezTo>
                      <a:pt x="3188" y="14350"/>
                      <a:pt x="3227" y="14350"/>
                      <a:pt x="3267" y="14350"/>
                    </a:cubicBezTo>
                    <a:cubicBezTo>
                      <a:pt x="3267" y="14427"/>
                      <a:pt x="3267" y="14504"/>
                      <a:pt x="3267" y="14583"/>
                    </a:cubicBezTo>
                    <a:cubicBezTo>
                      <a:pt x="3305" y="14583"/>
                      <a:pt x="3344" y="14583"/>
                      <a:pt x="3383" y="14583"/>
                    </a:cubicBezTo>
                    <a:cubicBezTo>
                      <a:pt x="3383" y="14622"/>
                      <a:pt x="3383" y="14660"/>
                      <a:pt x="3383" y="14700"/>
                    </a:cubicBezTo>
                    <a:cubicBezTo>
                      <a:pt x="3422" y="14700"/>
                      <a:pt x="3460" y="14700"/>
                      <a:pt x="3500" y="14700"/>
                    </a:cubicBezTo>
                    <a:cubicBezTo>
                      <a:pt x="3500" y="14739"/>
                      <a:pt x="3500" y="14777"/>
                      <a:pt x="3500" y="14817"/>
                    </a:cubicBezTo>
                    <a:cubicBezTo>
                      <a:pt x="3538" y="14817"/>
                      <a:pt x="3577" y="14817"/>
                      <a:pt x="3617" y="14817"/>
                    </a:cubicBezTo>
                    <a:cubicBezTo>
                      <a:pt x="3617" y="14855"/>
                      <a:pt x="3617" y="14894"/>
                      <a:pt x="3617" y="14933"/>
                    </a:cubicBezTo>
                    <a:cubicBezTo>
                      <a:pt x="3655" y="14933"/>
                      <a:pt x="3694" y="14933"/>
                      <a:pt x="3733" y="14933"/>
                    </a:cubicBezTo>
                    <a:cubicBezTo>
                      <a:pt x="3733" y="14972"/>
                      <a:pt x="3733" y="15010"/>
                      <a:pt x="3733" y="15050"/>
                    </a:cubicBezTo>
                    <a:cubicBezTo>
                      <a:pt x="3772" y="15050"/>
                      <a:pt x="3810" y="15050"/>
                      <a:pt x="3850" y="15050"/>
                    </a:cubicBezTo>
                    <a:cubicBezTo>
                      <a:pt x="3850" y="15088"/>
                      <a:pt x="3850" y="15127"/>
                      <a:pt x="3850" y="15167"/>
                    </a:cubicBezTo>
                    <a:cubicBezTo>
                      <a:pt x="3888" y="15167"/>
                      <a:pt x="3927" y="15167"/>
                      <a:pt x="3967" y="15167"/>
                    </a:cubicBezTo>
                    <a:cubicBezTo>
                      <a:pt x="3967" y="15205"/>
                      <a:pt x="3967" y="15244"/>
                      <a:pt x="3967" y="15283"/>
                    </a:cubicBezTo>
                    <a:cubicBezTo>
                      <a:pt x="4044" y="15283"/>
                      <a:pt x="4121" y="15283"/>
                      <a:pt x="4200" y="15283"/>
                    </a:cubicBezTo>
                    <a:cubicBezTo>
                      <a:pt x="4200" y="15322"/>
                      <a:pt x="4200" y="15360"/>
                      <a:pt x="4200" y="15400"/>
                    </a:cubicBezTo>
                    <a:cubicBezTo>
                      <a:pt x="4238" y="15400"/>
                      <a:pt x="4277" y="15400"/>
                      <a:pt x="4317" y="15400"/>
                    </a:cubicBezTo>
                    <a:cubicBezTo>
                      <a:pt x="4317" y="15439"/>
                      <a:pt x="4317" y="15477"/>
                      <a:pt x="4317" y="15517"/>
                    </a:cubicBezTo>
                    <a:cubicBezTo>
                      <a:pt x="4355" y="15517"/>
                      <a:pt x="4394" y="15517"/>
                      <a:pt x="4433" y="15517"/>
                    </a:cubicBezTo>
                    <a:cubicBezTo>
                      <a:pt x="4433" y="15555"/>
                      <a:pt x="4433" y="15594"/>
                      <a:pt x="4433" y="15633"/>
                    </a:cubicBezTo>
                    <a:cubicBezTo>
                      <a:pt x="4472" y="15633"/>
                      <a:pt x="4510" y="15633"/>
                      <a:pt x="4550" y="15633"/>
                    </a:cubicBezTo>
                    <a:cubicBezTo>
                      <a:pt x="4550" y="15672"/>
                      <a:pt x="4550" y="15710"/>
                      <a:pt x="4550" y="15750"/>
                    </a:cubicBezTo>
                    <a:cubicBezTo>
                      <a:pt x="4627" y="15750"/>
                      <a:pt x="4704" y="15750"/>
                      <a:pt x="4783" y="15750"/>
                    </a:cubicBezTo>
                    <a:cubicBezTo>
                      <a:pt x="4783" y="15788"/>
                      <a:pt x="4783" y="15827"/>
                      <a:pt x="4783" y="15867"/>
                    </a:cubicBezTo>
                    <a:cubicBezTo>
                      <a:pt x="4822" y="15867"/>
                      <a:pt x="4860" y="15867"/>
                      <a:pt x="4900" y="15867"/>
                    </a:cubicBezTo>
                    <a:cubicBezTo>
                      <a:pt x="4900" y="15905"/>
                      <a:pt x="4900" y="15944"/>
                      <a:pt x="4900" y="15983"/>
                    </a:cubicBezTo>
                    <a:cubicBezTo>
                      <a:pt x="4977" y="15983"/>
                      <a:pt x="5054" y="15983"/>
                      <a:pt x="5133" y="15983"/>
                    </a:cubicBezTo>
                    <a:cubicBezTo>
                      <a:pt x="5133" y="16022"/>
                      <a:pt x="5133" y="16060"/>
                      <a:pt x="5133" y="16100"/>
                    </a:cubicBezTo>
                    <a:cubicBezTo>
                      <a:pt x="5210" y="16100"/>
                      <a:pt x="5287" y="16100"/>
                      <a:pt x="5367" y="16100"/>
                    </a:cubicBezTo>
                    <a:cubicBezTo>
                      <a:pt x="5367" y="16139"/>
                      <a:pt x="5367" y="16177"/>
                      <a:pt x="5367" y="16217"/>
                    </a:cubicBezTo>
                    <a:cubicBezTo>
                      <a:pt x="5405" y="16217"/>
                      <a:pt x="5444" y="16217"/>
                      <a:pt x="5483" y="16217"/>
                    </a:cubicBezTo>
                    <a:cubicBezTo>
                      <a:pt x="5483" y="16255"/>
                      <a:pt x="5483" y="16294"/>
                      <a:pt x="5483" y="16333"/>
                    </a:cubicBezTo>
                    <a:cubicBezTo>
                      <a:pt x="5560" y="16333"/>
                      <a:pt x="5637" y="16333"/>
                      <a:pt x="5717" y="16333"/>
                    </a:cubicBezTo>
                    <a:cubicBezTo>
                      <a:pt x="5717" y="16372"/>
                      <a:pt x="5717" y="16410"/>
                      <a:pt x="5717" y="16450"/>
                    </a:cubicBezTo>
                    <a:cubicBezTo>
                      <a:pt x="5794" y="16450"/>
                      <a:pt x="5871" y="16450"/>
                      <a:pt x="5950" y="16450"/>
                    </a:cubicBezTo>
                    <a:cubicBezTo>
                      <a:pt x="5950" y="16489"/>
                      <a:pt x="5950" y="16527"/>
                      <a:pt x="5950" y="16567"/>
                    </a:cubicBezTo>
                    <a:cubicBezTo>
                      <a:pt x="6065" y="16567"/>
                      <a:pt x="6181" y="16567"/>
                      <a:pt x="6300" y="16567"/>
                    </a:cubicBezTo>
                    <a:cubicBezTo>
                      <a:pt x="6300" y="16605"/>
                      <a:pt x="6300" y="16644"/>
                      <a:pt x="6300" y="16683"/>
                    </a:cubicBezTo>
                    <a:cubicBezTo>
                      <a:pt x="6415" y="16683"/>
                      <a:pt x="6531" y="16683"/>
                      <a:pt x="6650" y="16683"/>
                    </a:cubicBezTo>
                    <a:cubicBezTo>
                      <a:pt x="6650" y="16722"/>
                      <a:pt x="6650" y="16760"/>
                      <a:pt x="6650" y="16800"/>
                    </a:cubicBezTo>
                    <a:cubicBezTo>
                      <a:pt x="6765" y="16800"/>
                      <a:pt x="6881" y="16800"/>
                      <a:pt x="7000" y="16800"/>
                    </a:cubicBezTo>
                    <a:cubicBezTo>
                      <a:pt x="7000" y="16838"/>
                      <a:pt x="7000" y="16877"/>
                      <a:pt x="7000" y="16917"/>
                    </a:cubicBezTo>
                    <a:cubicBezTo>
                      <a:pt x="7115" y="16917"/>
                      <a:pt x="7231" y="16917"/>
                      <a:pt x="7350" y="16917"/>
                    </a:cubicBezTo>
                    <a:cubicBezTo>
                      <a:pt x="7350" y="16955"/>
                      <a:pt x="7350" y="16994"/>
                      <a:pt x="7350" y="17033"/>
                    </a:cubicBezTo>
                    <a:cubicBezTo>
                      <a:pt x="7542" y="17033"/>
                      <a:pt x="7735" y="17033"/>
                      <a:pt x="7933" y="17033"/>
                    </a:cubicBezTo>
                    <a:cubicBezTo>
                      <a:pt x="7933" y="17072"/>
                      <a:pt x="7933" y="17110"/>
                      <a:pt x="7933" y="17150"/>
                    </a:cubicBezTo>
                    <a:cubicBezTo>
                      <a:pt x="8280" y="17150"/>
                      <a:pt x="8626" y="17150"/>
                      <a:pt x="8983" y="17150"/>
                    </a:cubicBezTo>
                    <a:cubicBezTo>
                      <a:pt x="8983" y="17189"/>
                      <a:pt x="8983" y="17227"/>
                      <a:pt x="8983" y="17267"/>
                    </a:cubicBezTo>
                    <a:cubicBezTo>
                      <a:pt x="9291" y="17267"/>
                      <a:pt x="9599" y="17267"/>
                      <a:pt x="9917" y="17267"/>
                    </a:cubicBezTo>
                    <a:cubicBezTo>
                      <a:pt x="9917" y="17228"/>
                      <a:pt x="9917" y="17190"/>
                      <a:pt x="9917" y="17150"/>
                    </a:cubicBezTo>
                    <a:cubicBezTo>
                      <a:pt x="10225" y="17150"/>
                      <a:pt x="10533" y="17150"/>
                      <a:pt x="10850" y="17150"/>
                    </a:cubicBezTo>
                    <a:cubicBezTo>
                      <a:pt x="10850" y="17111"/>
                      <a:pt x="10850" y="17073"/>
                      <a:pt x="10850" y="17033"/>
                    </a:cubicBezTo>
                    <a:cubicBezTo>
                      <a:pt x="11004" y="17033"/>
                      <a:pt x="11158" y="17033"/>
                      <a:pt x="11317" y="17033"/>
                    </a:cubicBezTo>
                    <a:cubicBezTo>
                      <a:pt x="11317" y="16995"/>
                      <a:pt x="11317" y="16956"/>
                      <a:pt x="11317" y="16917"/>
                    </a:cubicBezTo>
                    <a:cubicBezTo>
                      <a:pt x="11471" y="16917"/>
                      <a:pt x="11625" y="16917"/>
                      <a:pt x="11783" y="16917"/>
                    </a:cubicBezTo>
                    <a:cubicBezTo>
                      <a:pt x="11783" y="16878"/>
                      <a:pt x="11783" y="16840"/>
                      <a:pt x="11783" y="16800"/>
                    </a:cubicBezTo>
                    <a:cubicBezTo>
                      <a:pt x="11899" y="16800"/>
                      <a:pt x="12014" y="16800"/>
                      <a:pt x="12133" y="16800"/>
                    </a:cubicBezTo>
                    <a:cubicBezTo>
                      <a:pt x="12133" y="16761"/>
                      <a:pt x="12133" y="16723"/>
                      <a:pt x="12133" y="16683"/>
                    </a:cubicBezTo>
                    <a:cubicBezTo>
                      <a:pt x="12249" y="16683"/>
                      <a:pt x="12364" y="16683"/>
                      <a:pt x="12483" y="16683"/>
                    </a:cubicBezTo>
                    <a:cubicBezTo>
                      <a:pt x="12483" y="16645"/>
                      <a:pt x="12483" y="16606"/>
                      <a:pt x="12483" y="16567"/>
                    </a:cubicBezTo>
                    <a:cubicBezTo>
                      <a:pt x="12560" y="16567"/>
                      <a:pt x="12637" y="16567"/>
                      <a:pt x="12717" y="16567"/>
                    </a:cubicBezTo>
                    <a:cubicBezTo>
                      <a:pt x="12717" y="16528"/>
                      <a:pt x="12717" y="16490"/>
                      <a:pt x="12717" y="16450"/>
                    </a:cubicBezTo>
                    <a:cubicBezTo>
                      <a:pt x="12794" y="16450"/>
                      <a:pt x="12871" y="16450"/>
                      <a:pt x="12950" y="16450"/>
                    </a:cubicBezTo>
                    <a:cubicBezTo>
                      <a:pt x="12950" y="16412"/>
                      <a:pt x="12950" y="16373"/>
                      <a:pt x="12950" y="16333"/>
                    </a:cubicBezTo>
                    <a:cubicBezTo>
                      <a:pt x="13027" y="16333"/>
                      <a:pt x="13104" y="16333"/>
                      <a:pt x="13183" y="16333"/>
                    </a:cubicBezTo>
                    <a:cubicBezTo>
                      <a:pt x="13183" y="16295"/>
                      <a:pt x="13183" y="16256"/>
                      <a:pt x="13183" y="16217"/>
                    </a:cubicBezTo>
                    <a:cubicBezTo>
                      <a:pt x="13260" y="16217"/>
                      <a:pt x="13337" y="16217"/>
                      <a:pt x="13417" y="16217"/>
                    </a:cubicBezTo>
                    <a:cubicBezTo>
                      <a:pt x="13417" y="16178"/>
                      <a:pt x="13417" y="16140"/>
                      <a:pt x="13417" y="16100"/>
                    </a:cubicBezTo>
                    <a:cubicBezTo>
                      <a:pt x="13494" y="16100"/>
                      <a:pt x="13571" y="16100"/>
                      <a:pt x="13650" y="16100"/>
                    </a:cubicBezTo>
                    <a:cubicBezTo>
                      <a:pt x="13650" y="16061"/>
                      <a:pt x="13650" y="16023"/>
                      <a:pt x="13650" y="15983"/>
                    </a:cubicBezTo>
                    <a:cubicBezTo>
                      <a:pt x="13688" y="15983"/>
                      <a:pt x="13727" y="15983"/>
                      <a:pt x="13767" y="15983"/>
                    </a:cubicBezTo>
                    <a:cubicBezTo>
                      <a:pt x="13767" y="15945"/>
                      <a:pt x="13767" y="15906"/>
                      <a:pt x="13767" y="15867"/>
                    </a:cubicBezTo>
                    <a:cubicBezTo>
                      <a:pt x="13844" y="15867"/>
                      <a:pt x="13921" y="15867"/>
                      <a:pt x="14000" y="15867"/>
                    </a:cubicBezTo>
                    <a:cubicBezTo>
                      <a:pt x="14000" y="15828"/>
                      <a:pt x="14000" y="15790"/>
                      <a:pt x="14000" y="15750"/>
                    </a:cubicBezTo>
                    <a:cubicBezTo>
                      <a:pt x="14038" y="15750"/>
                      <a:pt x="14077" y="15750"/>
                      <a:pt x="14117" y="15750"/>
                    </a:cubicBezTo>
                    <a:cubicBezTo>
                      <a:pt x="14117" y="15712"/>
                      <a:pt x="14117" y="15673"/>
                      <a:pt x="14117" y="15633"/>
                    </a:cubicBezTo>
                    <a:cubicBezTo>
                      <a:pt x="14194" y="15633"/>
                      <a:pt x="14271" y="15633"/>
                      <a:pt x="14350" y="15633"/>
                    </a:cubicBezTo>
                    <a:cubicBezTo>
                      <a:pt x="14350" y="15595"/>
                      <a:pt x="14350" y="15556"/>
                      <a:pt x="14350" y="15517"/>
                    </a:cubicBezTo>
                    <a:cubicBezTo>
                      <a:pt x="14388" y="15517"/>
                      <a:pt x="14427" y="15517"/>
                      <a:pt x="14467" y="15517"/>
                    </a:cubicBezTo>
                    <a:cubicBezTo>
                      <a:pt x="14467" y="15478"/>
                      <a:pt x="14467" y="15440"/>
                      <a:pt x="14467" y="15400"/>
                    </a:cubicBezTo>
                    <a:cubicBezTo>
                      <a:pt x="14505" y="15400"/>
                      <a:pt x="14544" y="15400"/>
                      <a:pt x="14583" y="15400"/>
                    </a:cubicBezTo>
                    <a:cubicBezTo>
                      <a:pt x="14583" y="15361"/>
                      <a:pt x="14583" y="15323"/>
                      <a:pt x="14583" y="15283"/>
                    </a:cubicBezTo>
                    <a:cubicBezTo>
                      <a:pt x="14622" y="15283"/>
                      <a:pt x="14660" y="15283"/>
                      <a:pt x="14700" y="15283"/>
                    </a:cubicBezTo>
                    <a:cubicBezTo>
                      <a:pt x="14700" y="15245"/>
                      <a:pt x="14700" y="15206"/>
                      <a:pt x="14700" y="15167"/>
                    </a:cubicBezTo>
                    <a:cubicBezTo>
                      <a:pt x="14738" y="15167"/>
                      <a:pt x="14777" y="15167"/>
                      <a:pt x="14817" y="15167"/>
                    </a:cubicBezTo>
                    <a:cubicBezTo>
                      <a:pt x="14817" y="15128"/>
                      <a:pt x="14817" y="15090"/>
                      <a:pt x="14817" y="15050"/>
                    </a:cubicBezTo>
                    <a:cubicBezTo>
                      <a:pt x="14855" y="15050"/>
                      <a:pt x="14894" y="15050"/>
                      <a:pt x="14933" y="15050"/>
                    </a:cubicBezTo>
                    <a:cubicBezTo>
                      <a:pt x="14933" y="15011"/>
                      <a:pt x="14933" y="14973"/>
                      <a:pt x="14933" y="14933"/>
                    </a:cubicBezTo>
                    <a:cubicBezTo>
                      <a:pt x="14972" y="14933"/>
                      <a:pt x="15010" y="14933"/>
                      <a:pt x="15050" y="14933"/>
                    </a:cubicBezTo>
                    <a:cubicBezTo>
                      <a:pt x="15050" y="14895"/>
                      <a:pt x="15050" y="14856"/>
                      <a:pt x="15050" y="14817"/>
                    </a:cubicBezTo>
                    <a:cubicBezTo>
                      <a:pt x="15088" y="14817"/>
                      <a:pt x="15127" y="14817"/>
                      <a:pt x="15167" y="14817"/>
                    </a:cubicBezTo>
                    <a:cubicBezTo>
                      <a:pt x="15167" y="14778"/>
                      <a:pt x="15167" y="14740"/>
                      <a:pt x="15167" y="14700"/>
                    </a:cubicBezTo>
                    <a:cubicBezTo>
                      <a:pt x="15205" y="14700"/>
                      <a:pt x="15244" y="14700"/>
                      <a:pt x="15283" y="14700"/>
                    </a:cubicBezTo>
                    <a:cubicBezTo>
                      <a:pt x="15283" y="14662"/>
                      <a:pt x="15283" y="14623"/>
                      <a:pt x="15283" y="14583"/>
                    </a:cubicBezTo>
                    <a:cubicBezTo>
                      <a:pt x="15322" y="14583"/>
                      <a:pt x="15360" y="14583"/>
                      <a:pt x="15400" y="14583"/>
                    </a:cubicBezTo>
                    <a:cubicBezTo>
                      <a:pt x="15400" y="14545"/>
                      <a:pt x="15400" y="14506"/>
                      <a:pt x="15400" y="14467"/>
                    </a:cubicBezTo>
                    <a:cubicBezTo>
                      <a:pt x="15438" y="14467"/>
                      <a:pt x="15477" y="14467"/>
                      <a:pt x="15517" y="14467"/>
                    </a:cubicBezTo>
                    <a:cubicBezTo>
                      <a:pt x="15517" y="14428"/>
                      <a:pt x="15517" y="14390"/>
                      <a:pt x="15517" y="14350"/>
                    </a:cubicBezTo>
                    <a:cubicBezTo>
                      <a:pt x="15555" y="14350"/>
                      <a:pt x="15594" y="14350"/>
                      <a:pt x="15633" y="14350"/>
                    </a:cubicBezTo>
                    <a:cubicBezTo>
                      <a:pt x="15633" y="14311"/>
                      <a:pt x="15633" y="14273"/>
                      <a:pt x="15633" y="14233"/>
                    </a:cubicBezTo>
                    <a:cubicBezTo>
                      <a:pt x="15672" y="14233"/>
                      <a:pt x="15710" y="14233"/>
                      <a:pt x="15750" y="14233"/>
                    </a:cubicBezTo>
                    <a:cubicBezTo>
                      <a:pt x="15750" y="14195"/>
                      <a:pt x="15750" y="14156"/>
                      <a:pt x="15750" y="14117"/>
                    </a:cubicBezTo>
                    <a:cubicBezTo>
                      <a:pt x="15788" y="14117"/>
                      <a:pt x="15827" y="14117"/>
                      <a:pt x="15867" y="14117"/>
                    </a:cubicBezTo>
                    <a:cubicBezTo>
                      <a:pt x="15867" y="14078"/>
                      <a:pt x="15867" y="14040"/>
                      <a:pt x="15867" y="14000"/>
                    </a:cubicBezTo>
                    <a:cubicBezTo>
                      <a:pt x="15905" y="14000"/>
                      <a:pt x="15944" y="14000"/>
                      <a:pt x="15983" y="14000"/>
                    </a:cubicBezTo>
                    <a:cubicBezTo>
                      <a:pt x="15983" y="13923"/>
                      <a:pt x="15983" y="13846"/>
                      <a:pt x="15983" y="13767"/>
                    </a:cubicBezTo>
                    <a:cubicBezTo>
                      <a:pt x="16022" y="13767"/>
                      <a:pt x="16060" y="13767"/>
                      <a:pt x="16100" y="13767"/>
                    </a:cubicBezTo>
                    <a:cubicBezTo>
                      <a:pt x="16100" y="13728"/>
                      <a:pt x="16100" y="13690"/>
                      <a:pt x="16100" y="13650"/>
                    </a:cubicBezTo>
                    <a:cubicBezTo>
                      <a:pt x="16138" y="13650"/>
                      <a:pt x="16177" y="13650"/>
                      <a:pt x="16217" y="13650"/>
                    </a:cubicBezTo>
                    <a:cubicBezTo>
                      <a:pt x="16217" y="13573"/>
                      <a:pt x="16217" y="13496"/>
                      <a:pt x="16217" y="13417"/>
                    </a:cubicBezTo>
                    <a:cubicBezTo>
                      <a:pt x="16255" y="13417"/>
                      <a:pt x="16294" y="13417"/>
                      <a:pt x="16333" y="13417"/>
                    </a:cubicBezTo>
                    <a:cubicBezTo>
                      <a:pt x="16333" y="13378"/>
                      <a:pt x="16333" y="13340"/>
                      <a:pt x="16333" y="13300"/>
                    </a:cubicBezTo>
                    <a:cubicBezTo>
                      <a:pt x="16372" y="13300"/>
                      <a:pt x="16410" y="13300"/>
                      <a:pt x="16450" y="13300"/>
                    </a:cubicBezTo>
                    <a:cubicBezTo>
                      <a:pt x="16450" y="13223"/>
                      <a:pt x="16450" y="13146"/>
                      <a:pt x="16450" y="13067"/>
                    </a:cubicBezTo>
                    <a:cubicBezTo>
                      <a:pt x="16488" y="13067"/>
                      <a:pt x="16527" y="13067"/>
                      <a:pt x="16567" y="13067"/>
                    </a:cubicBezTo>
                    <a:cubicBezTo>
                      <a:pt x="16567" y="12990"/>
                      <a:pt x="16567" y="12913"/>
                      <a:pt x="16567" y="12833"/>
                    </a:cubicBezTo>
                    <a:cubicBezTo>
                      <a:pt x="16605" y="12833"/>
                      <a:pt x="16644" y="12833"/>
                      <a:pt x="16683" y="12833"/>
                    </a:cubicBezTo>
                    <a:cubicBezTo>
                      <a:pt x="16683" y="12756"/>
                      <a:pt x="16683" y="12679"/>
                      <a:pt x="16683" y="12600"/>
                    </a:cubicBezTo>
                    <a:cubicBezTo>
                      <a:pt x="16722" y="12600"/>
                      <a:pt x="16760" y="12600"/>
                      <a:pt x="16800" y="12600"/>
                    </a:cubicBezTo>
                    <a:cubicBezTo>
                      <a:pt x="16800" y="12523"/>
                      <a:pt x="16800" y="12446"/>
                      <a:pt x="16800" y="12367"/>
                    </a:cubicBezTo>
                    <a:cubicBezTo>
                      <a:pt x="16838" y="12367"/>
                      <a:pt x="16877" y="12367"/>
                      <a:pt x="16917" y="12367"/>
                    </a:cubicBezTo>
                    <a:cubicBezTo>
                      <a:pt x="16917" y="12251"/>
                      <a:pt x="16917" y="12136"/>
                      <a:pt x="16917" y="12017"/>
                    </a:cubicBezTo>
                    <a:cubicBezTo>
                      <a:pt x="16955" y="12017"/>
                      <a:pt x="16994" y="12017"/>
                      <a:pt x="17033" y="12017"/>
                    </a:cubicBezTo>
                    <a:cubicBezTo>
                      <a:pt x="17033" y="11940"/>
                      <a:pt x="17033" y="11863"/>
                      <a:pt x="17033" y="11783"/>
                    </a:cubicBezTo>
                    <a:cubicBezTo>
                      <a:pt x="17072" y="11783"/>
                      <a:pt x="17110" y="11783"/>
                      <a:pt x="17150" y="11783"/>
                    </a:cubicBezTo>
                    <a:cubicBezTo>
                      <a:pt x="17150" y="11668"/>
                      <a:pt x="17150" y="11552"/>
                      <a:pt x="17150" y="11433"/>
                    </a:cubicBezTo>
                    <a:cubicBezTo>
                      <a:pt x="17188" y="11433"/>
                      <a:pt x="17227" y="11433"/>
                      <a:pt x="17267" y="11433"/>
                    </a:cubicBezTo>
                    <a:cubicBezTo>
                      <a:pt x="17267" y="11279"/>
                      <a:pt x="17267" y="11125"/>
                      <a:pt x="17267" y="10967"/>
                    </a:cubicBezTo>
                    <a:cubicBezTo>
                      <a:pt x="17305" y="10967"/>
                      <a:pt x="17344" y="10967"/>
                      <a:pt x="17383" y="10967"/>
                    </a:cubicBezTo>
                    <a:cubicBezTo>
                      <a:pt x="17383" y="10774"/>
                      <a:pt x="17383" y="10582"/>
                      <a:pt x="17383" y="10383"/>
                    </a:cubicBezTo>
                    <a:cubicBezTo>
                      <a:pt x="17422" y="10383"/>
                      <a:pt x="17460" y="10383"/>
                      <a:pt x="17500" y="10383"/>
                    </a:cubicBezTo>
                    <a:cubicBezTo>
                      <a:pt x="17500" y="9536"/>
                      <a:pt x="17500" y="8689"/>
                      <a:pt x="17500" y="7817"/>
                    </a:cubicBezTo>
                    <a:cubicBezTo>
                      <a:pt x="17462" y="7817"/>
                      <a:pt x="17423" y="7817"/>
                      <a:pt x="17383" y="7817"/>
                    </a:cubicBezTo>
                    <a:cubicBezTo>
                      <a:pt x="17383" y="7624"/>
                      <a:pt x="17383" y="7432"/>
                      <a:pt x="17383" y="7233"/>
                    </a:cubicBezTo>
                    <a:cubicBezTo>
                      <a:pt x="17345" y="7233"/>
                      <a:pt x="17306" y="7233"/>
                      <a:pt x="17267" y="7233"/>
                    </a:cubicBezTo>
                    <a:cubicBezTo>
                      <a:pt x="17267" y="7079"/>
                      <a:pt x="17267" y="6925"/>
                      <a:pt x="17267" y="6767"/>
                    </a:cubicBezTo>
                    <a:cubicBezTo>
                      <a:pt x="17228" y="6767"/>
                      <a:pt x="17190" y="6767"/>
                      <a:pt x="17150" y="6767"/>
                    </a:cubicBezTo>
                    <a:cubicBezTo>
                      <a:pt x="17150" y="6651"/>
                      <a:pt x="17150" y="6536"/>
                      <a:pt x="17150" y="6417"/>
                    </a:cubicBezTo>
                    <a:cubicBezTo>
                      <a:pt x="17111" y="6417"/>
                      <a:pt x="17073" y="6417"/>
                      <a:pt x="17033" y="6417"/>
                    </a:cubicBezTo>
                    <a:cubicBezTo>
                      <a:pt x="17033" y="6340"/>
                      <a:pt x="17033" y="6263"/>
                      <a:pt x="17033" y="6183"/>
                    </a:cubicBezTo>
                    <a:cubicBezTo>
                      <a:pt x="16995" y="6183"/>
                      <a:pt x="16956" y="6183"/>
                      <a:pt x="16917" y="6183"/>
                    </a:cubicBezTo>
                    <a:cubicBezTo>
                      <a:pt x="16917" y="6106"/>
                      <a:pt x="16917" y="6029"/>
                      <a:pt x="16917" y="5950"/>
                    </a:cubicBezTo>
                    <a:cubicBezTo>
                      <a:pt x="16878" y="5950"/>
                      <a:pt x="16840" y="5950"/>
                      <a:pt x="16800" y="5950"/>
                    </a:cubicBezTo>
                    <a:cubicBezTo>
                      <a:pt x="16800" y="5835"/>
                      <a:pt x="16800" y="5719"/>
                      <a:pt x="16800" y="5600"/>
                    </a:cubicBezTo>
                    <a:cubicBezTo>
                      <a:pt x="16761" y="5600"/>
                      <a:pt x="16723" y="5600"/>
                      <a:pt x="16683" y="5600"/>
                    </a:cubicBezTo>
                    <a:cubicBezTo>
                      <a:pt x="16683" y="5561"/>
                      <a:pt x="16683" y="5523"/>
                      <a:pt x="16683" y="5483"/>
                    </a:cubicBezTo>
                    <a:cubicBezTo>
                      <a:pt x="16645" y="5483"/>
                      <a:pt x="16606" y="5483"/>
                      <a:pt x="16567" y="5483"/>
                    </a:cubicBezTo>
                    <a:cubicBezTo>
                      <a:pt x="16567" y="5406"/>
                      <a:pt x="16567" y="5329"/>
                      <a:pt x="16567" y="5250"/>
                    </a:cubicBezTo>
                    <a:cubicBezTo>
                      <a:pt x="16528" y="5250"/>
                      <a:pt x="16490" y="5250"/>
                      <a:pt x="16450" y="5250"/>
                    </a:cubicBezTo>
                    <a:cubicBezTo>
                      <a:pt x="16450" y="5173"/>
                      <a:pt x="16450" y="5096"/>
                      <a:pt x="16450" y="5017"/>
                    </a:cubicBezTo>
                    <a:cubicBezTo>
                      <a:pt x="16411" y="5017"/>
                      <a:pt x="16373" y="5017"/>
                      <a:pt x="16333" y="5017"/>
                    </a:cubicBezTo>
                    <a:cubicBezTo>
                      <a:pt x="16333" y="4940"/>
                      <a:pt x="16333" y="4863"/>
                      <a:pt x="16333" y="4783"/>
                    </a:cubicBezTo>
                    <a:cubicBezTo>
                      <a:pt x="16295" y="4783"/>
                      <a:pt x="16256" y="4783"/>
                      <a:pt x="16217" y="4783"/>
                    </a:cubicBezTo>
                    <a:cubicBezTo>
                      <a:pt x="16217" y="4745"/>
                      <a:pt x="16217" y="4706"/>
                      <a:pt x="16217" y="4667"/>
                    </a:cubicBezTo>
                    <a:cubicBezTo>
                      <a:pt x="16178" y="4667"/>
                      <a:pt x="16140" y="4667"/>
                      <a:pt x="16100" y="4667"/>
                    </a:cubicBezTo>
                    <a:cubicBezTo>
                      <a:pt x="16100" y="4628"/>
                      <a:pt x="16100" y="4590"/>
                      <a:pt x="16100" y="4550"/>
                    </a:cubicBezTo>
                    <a:cubicBezTo>
                      <a:pt x="16061" y="4550"/>
                      <a:pt x="16023" y="4550"/>
                      <a:pt x="15983" y="4550"/>
                    </a:cubicBezTo>
                    <a:cubicBezTo>
                      <a:pt x="15983" y="4473"/>
                      <a:pt x="15983" y="4396"/>
                      <a:pt x="15983" y="4317"/>
                    </a:cubicBezTo>
                    <a:cubicBezTo>
                      <a:pt x="15945" y="4317"/>
                      <a:pt x="15906" y="4317"/>
                      <a:pt x="15867" y="4317"/>
                    </a:cubicBezTo>
                    <a:cubicBezTo>
                      <a:pt x="15867" y="4278"/>
                      <a:pt x="15867" y="4240"/>
                      <a:pt x="15867" y="4200"/>
                    </a:cubicBezTo>
                    <a:cubicBezTo>
                      <a:pt x="15828" y="4200"/>
                      <a:pt x="15790" y="4200"/>
                      <a:pt x="15750" y="4200"/>
                    </a:cubicBezTo>
                    <a:cubicBezTo>
                      <a:pt x="15750" y="4162"/>
                      <a:pt x="15750" y="4123"/>
                      <a:pt x="15750" y="4083"/>
                    </a:cubicBezTo>
                    <a:cubicBezTo>
                      <a:pt x="15712" y="4083"/>
                      <a:pt x="15673" y="4083"/>
                      <a:pt x="15633" y="4083"/>
                    </a:cubicBezTo>
                    <a:cubicBezTo>
                      <a:pt x="15633" y="4045"/>
                      <a:pt x="15633" y="4006"/>
                      <a:pt x="15633" y="3967"/>
                    </a:cubicBezTo>
                    <a:cubicBezTo>
                      <a:pt x="15595" y="3967"/>
                      <a:pt x="15556" y="3967"/>
                      <a:pt x="15517" y="3967"/>
                    </a:cubicBezTo>
                    <a:cubicBezTo>
                      <a:pt x="15517" y="3890"/>
                      <a:pt x="15517" y="3813"/>
                      <a:pt x="15517" y="3733"/>
                    </a:cubicBezTo>
                    <a:cubicBezTo>
                      <a:pt x="15478" y="3733"/>
                      <a:pt x="15440" y="3733"/>
                      <a:pt x="15400" y="3733"/>
                    </a:cubicBezTo>
                    <a:cubicBezTo>
                      <a:pt x="15400" y="3695"/>
                      <a:pt x="15400" y="3656"/>
                      <a:pt x="15400" y="3617"/>
                    </a:cubicBezTo>
                    <a:cubicBezTo>
                      <a:pt x="15361" y="3617"/>
                      <a:pt x="15323" y="3617"/>
                      <a:pt x="15283" y="3617"/>
                    </a:cubicBezTo>
                    <a:cubicBezTo>
                      <a:pt x="15283" y="3578"/>
                      <a:pt x="15283" y="3540"/>
                      <a:pt x="15283" y="3500"/>
                    </a:cubicBezTo>
                    <a:cubicBezTo>
                      <a:pt x="15206" y="3500"/>
                      <a:pt x="15129" y="3500"/>
                      <a:pt x="15050" y="3500"/>
                    </a:cubicBezTo>
                    <a:cubicBezTo>
                      <a:pt x="15050" y="3462"/>
                      <a:pt x="15050" y="3423"/>
                      <a:pt x="15050" y="3383"/>
                    </a:cubicBezTo>
                    <a:cubicBezTo>
                      <a:pt x="15011" y="3383"/>
                      <a:pt x="14973" y="3383"/>
                      <a:pt x="14933" y="3383"/>
                    </a:cubicBezTo>
                    <a:cubicBezTo>
                      <a:pt x="14933" y="3345"/>
                      <a:pt x="14933" y="3306"/>
                      <a:pt x="14933" y="3267"/>
                    </a:cubicBezTo>
                    <a:cubicBezTo>
                      <a:pt x="14895" y="3267"/>
                      <a:pt x="14856" y="3267"/>
                      <a:pt x="14817" y="3267"/>
                    </a:cubicBezTo>
                    <a:cubicBezTo>
                      <a:pt x="14817" y="3228"/>
                      <a:pt x="14817" y="3190"/>
                      <a:pt x="14817" y="3150"/>
                    </a:cubicBezTo>
                    <a:cubicBezTo>
                      <a:pt x="14778" y="3150"/>
                      <a:pt x="14740" y="3150"/>
                      <a:pt x="14700" y="3150"/>
                    </a:cubicBezTo>
                    <a:cubicBezTo>
                      <a:pt x="14700" y="3112"/>
                      <a:pt x="14700" y="3073"/>
                      <a:pt x="14700" y="3033"/>
                    </a:cubicBezTo>
                    <a:cubicBezTo>
                      <a:pt x="14661" y="3033"/>
                      <a:pt x="14623" y="3033"/>
                      <a:pt x="14583" y="3033"/>
                    </a:cubicBezTo>
                    <a:cubicBezTo>
                      <a:pt x="14583" y="2995"/>
                      <a:pt x="14583" y="2956"/>
                      <a:pt x="14583" y="2917"/>
                    </a:cubicBezTo>
                    <a:cubicBezTo>
                      <a:pt x="14506" y="2917"/>
                      <a:pt x="14429" y="2917"/>
                      <a:pt x="14350" y="2917"/>
                    </a:cubicBezTo>
                    <a:cubicBezTo>
                      <a:pt x="14350" y="2878"/>
                      <a:pt x="14350" y="2840"/>
                      <a:pt x="14350" y="2800"/>
                    </a:cubicBezTo>
                    <a:cubicBezTo>
                      <a:pt x="14311" y="2800"/>
                      <a:pt x="14273" y="2800"/>
                      <a:pt x="14233" y="2800"/>
                    </a:cubicBezTo>
                    <a:cubicBezTo>
                      <a:pt x="14233" y="2761"/>
                      <a:pt x="14233" y="2723"/>
                      <a:pt x="14233" y="2683"/>
                    </a:cubicBezTo>
                    <a:cubicBezTo>
                      <a:pt x="14156" y="2683"/>
                      <a:pt x="14079" y="2683"/>
                      <a:pt x="14000" y="2683"/>
                    </a:cubicBezTo>
                    <a:cubicBezTo>
                      <a:pt x="14000" y="2645"/>
                      <a:pt x="14000" y="2606"/>
                      <a:pt x="14000" y="2567"/>
                    </a:cubicBezTo>
                    <a:cubicBezTo>
                      <a:pt x="13962" y="2567"/>
                      <a:pt x="13923" y="2567"/>
                      <a:pt x="13883" y="2567"/>
                    </a:cubicBezTo>
                    <a:cubicBezTo>
                      <a:pt x="13883" y="2528"/>
                      <a:pt x="13883" y="2490"/>
                      <a:pt x="13883" y="2450"/>
                    </a:cubicBezTo>
                    <a:cubicBezTo>
                      <a:pt x="13806" y="2450"/>
                      <a:pt x="13729" y="2450"/>
                      <a:pt x="13650" y="2450"/>
                    </a:cubicBezTo>
                    <a:cubicBezTo>
                      <a:pt x="13650" y="2412"/>
                      <a:pt x="13650" y="2373"/>
                      <a:pt x="13650" y="2333"/>
                    </a:cubicBezTo>
                    <a:cubicBezTo>
                      <a:pt x="13573" y="2333"/>
                      <a:pt x="13496" y="2333"/>
                      <a:pt x="13417" y="2333"/>
                    </a:cubicBezTo>
                    <a:cubicBezTo>
                      <a:pt x="13417" y="2295"/>
                      <a:pt x="13417" y="2256"/>
                      <a:pt x="13417" y="2217"/>
                    </a:cubicBezTo>
                    <a:cubicBezTo>
                      <a:pt x="13378" y="2217"/>
                      <a:pt x="13340" y="2217"/>
                      <a:pt x="13300" y="2217"/>
                    </a:cubicBezTo>
                    <a:cubicBezTo>
                      <a:pt x="13300" y="2178"/>
                      <a:pt x="13300" y="2140"/>
                      <a:pt x="13300" y="2100"/>
                    </a:cubicBezTo>
                    <a:cubicBezTo>
                      <a:pt x="13223" y="2100"/>
                      <a:pt x="13146" y="2100"/>
                      <a:pt x="13067" y="2100"/>
                    </a:cubicBezTo>
                    <a:cubicBezTo>
                      <a:pt x="13067" y="2061"/>
                      <a:pt x="13067" y="2023"/>
                      <a:pt x="13067" y="1983"/>
                    </a:cubicBezTo>
                    <a:cubicBezTo>
                      <a:pt x="12951" y="1983"/>
                      <a:pt x="12836" y="1983"/>
                      <a:pt x="12717" y="1983"/>
                    </a:cubicBezTo>
                    <a:cubicBezTo>
                      <a:pt x="12717" y="1945"/>
                      <a:pt x="12717" y="1906"/>
                      <a:pt x="12717" y="1867"/>
                    </a:cubicBezTo>
                    <a:cubicBezTo>
                      <a:pt x="12640" y="1867"/>
                      <a:pt x="12563" y="1867"/>
                      <a:pt x="12483" y="1867"/>
                    </a:cubicBezTo>
                    <a:cubicBezTo>
                      <a:pt x="12483" y="1828"/>
                      <a:pt x="12483" y="1790"/>
                      <a:pt x="12483" y="1750"/>
                    </a:cubicBezTo>
                    <a:cubicBezTo>
                      <a:pt x="12368" y="1750"/>
                      <a:pt x="12252" y="1750"/>
                      <a:pt x="12133" y="1750"/>
                    </a:cubicBezTo>
                    <a:cubicBezTo>
                      <a:pt x="12133" y="1712"/>
                      <a:pt x="12133" y="1673"/>
                      <a:pt x="12133" y="1633"/>
                    </a:cubicBezTo>
                    <a:cubicBezTo>
                      <a:pt x="11979" y="1633"/>
                      <a:pt x="11825" y="1633"/>
                      <a:pt x="11667" y="1633"/>
                    </a:cubicBezTo>
                    <a:cubicBezTo>
                      <a:pt x="11667" y="1595"/>
                      <a:pt x="11667" y="1556"/>
                      <a:pt x="11667" y="1517"/>
                    </a:cubicBezTo>
                    <a:cubicBezTo>
                      <a:pt x="11513" y="1517"/>
                      <a:pt x="11359" y="1517"/>
                      <a:pt x="11200" y="1517"/>
                    </a:cubicBezTo>
                    <a:cubicBezTo>
                      <a:pt x="11200" y="1478"/>
                      <a:pt x="11200" y="1440"/>
                      <a:pt x="11200" y="1400"/>
                    </a:cubicBezTo>
                    <a:cubicBezTo>
                      <a:pt x="10930" y="1400"/>
                      <a:pt x="10661" y="1400"/>
                      <a:pt x="10383" y="1400"/>
                    </a:cubicBezTo>
                    <a:cubicBezTo>
                      <a:pt x="10383" y="1362"/>
                      <a:pt x="10383" y="1323"/>
                      <a:pt x="10383" y="1283"/>
                    </a:cubicBezTo>
                    <a:cubicBezTo>
                      <a:pt x="9883" y="1283"/>
                      <a:pt x="9382" y="1283"/>
                      <a:pt x="8867" y="1283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488" name="ICON_SKILL_UNDERSTAND_path_003"/>
              <p:cNvSpPr/>
              <p:nvPr/>
            </p:nvSpPr>
            <p:spPr>
              <a:xfrm>
                <a:off x="4736588" y="927894"/>
                <a:ext cx="317429" cy="312632"/>
              </a:xfrm>
              <a:custGeom>
                <a:avLst/>
                <a:gdLst/>
                <a:ahLst/>
                <a:cxnLst/>
                <a:rect l="0" t="0" r="r" b="b"/>
                <a:pathLst>
                  <a:path w="24994" h="24617" fill="norm" stroke="0">
                    <a:moveTo>
                      <a:pt x="9224" y="0"/>
                    </a:moveTo>
                    <a:cubicBezTo>
                      <a:pt x="9994" y="0"/>
                      <a:pt x="10764" y="0"/>
                      <a:pt x="11557" y="0"/>
                    </a:cubicBezTo>
                    <a:cubicBezTo>
                      <a:pt x="11557" y="38"/>
                      <a:pt x="11557" y="77"/>
                      <a:pt x="11557" y="117"/>
                    </a:cubicBezTo>
                    <a:cubicBezTo>
                      <a:pt x="11580" y="116"/>
                      <a:pt x="11602" y="116"/>
                      <a:pt x="11626" y="116"/>
                    </a:cubicBezTo>
                    <a:cubicBezTo>
                      <a:pt x="11710" y="115"/>
                      <a:pt x="11794" y="114"/>
                      <a:pt x="11878" y="113"/>
                    </a:cubicBezTo>
                    <a:cubicBezTo>
                      <a:pt x="11914" y="113"/>
                      <a:pt x="11951" y="113"/>
                      <a:pt x="11987" y="112"/>
                    </a:cubicBezTo>
                    <a:cubicBezTo>
                      <a:pt x="12039" y="112"/>
                      <a:pt x="12091" y="111"/>
                      <a:pt x="12144" y="111"/>
                    </a:cubicBezTo>
                    <a:cubicBezTo>
                      <a:pt x="12160" y="111"/>
                      <a:pt x="12176" y="110"/>
                      <a:pt x="12193" y="110"/>
                    </a:cubicBezTo>
                    <a:cubicBezTo>
                      <a:pt x="12239" y="110"/>
                      <a:pt x="12239" y="110"/>
                      <a:pt x="12315" y="117"/>
                    </a:cubicBezTo>
                    <a:cubicBezTo>
                      <a:pt x="12335" y="136"/>
                      <a:pt x="12354" y="155"/>
                      <a:pt x="12374" y="175"/>
                    </a:cubicBezTo>
                    <a:cubicBezTo>
                      <a:pt x="12434" y="187"/>
                      <a:pt x="12434" y="187"/>
                      <a:pt x="12507" y="193"/>
                    </a:cubicBezTo>
                    <a:cubicBezTo>
                      <a:pt x="12533" y="196"/>
                      <a:pt x="12559" y="198"/>
                      <a:pt x="12586" y="201"/>
                    </a:cubicBezTo>
                    <a:cubicBezTo>
                      <a:pt x="12600" y="202"/>
                      <a:pt x="12600" y="202"/>
                      <a:pt x="12669" y="208"/>
                    </a:cubicBezTo>
                    <a:cubicBezTo>
                      <a:pt x="12697" y="210"/>
                      <a:pt x="12724" y="213"/>
                      <a:pt x="12752" y="215"/>
                    </a:cubicBezTo>
                    <a:cubicBezTo>
                      <a:pt x="12821" y="222"/>
                      <a:pt x="12889" y="228"/>
                      <a:pt x="12957" y="233"/>
                    </a:cubicBezTo>
                    <a:cubicBezTo>
                      <a:pt x="12957" y="272"/>
                      <a:pt x="12957" y="310"/>
                      <a:pt x="12957" y="350"/>
                    </a:cubicBezTo>
                    <a:cubicBezTo>
                      <a:pt x="12965" y="349"/>
                      <a:pt x="12965" y="349"/>
                      <a:pt x="13006" y="344"/>
                    </a:cubicBezTo>
                    <a:cubicBezTo>
                      <a:pt x="13239" y="328"/>
                      <a:pt x="13400" y="407"/>
                      <a:pt x="13607" y="503"/>
                    </a:cubicBezTo>
                    <a:cubicBezTo>
                      <a:pt x="13839" y="607"/>
                      <a:pt x="14061" y="659"/>
                      <a:pt x="14315" y="670"/>
                    </a:cubicBezTo>
                    <a:cubicBezTo>
                      <a:pt x="14373" y="674"/>
                      <a:pt x="14420" y="679"/>
                      <a:pt x="14474" y="700"/>
                    </a:cubicBezTo>
                    <a:cubicBezTo>
                      <a:pt x="14509" y="743"/>
                      <a:pt x="14534" y="787"/>
                      <a:pt x="14561" y="835"/>
                    </a:cubicBezTo>
                    <a:cubicBezTo>
                      <a:pt x="14590" y="875"/>
                      <a:pt x="14590" y="875"/>
                      <a:pt x="14674" y="899"/>
                    </a:cubicBezTo>
                    <a:cubicBezTo>
                      <a:pt x="14705" y="901"/>
                      <a:pt x="14735" y="903"/>
                      <a:pt x="14765" y="904"/>
                    </a:cubicBezTo>
                    <a:cubicBezTo>
                      <a:pt x="14927" y="920"/>
                      <a:pt x="14927" y="920"/>
                      <a:pt x="14981" y="973"/>
                    </a:cubicBezTo>
                    <a:cubicBezTo>
                      <a:pt x="14997" y="1004"/>
                      <a:pt x="15013" y="1036"/>
                      <a:pt x="15028" y="1068"/>
                    </a:cubicBezTo>
                    <a:cubicBezTo>
                      <a:pt x="15080" y="1140"/>
                      <a:pt x="15160" y="1144"/>
                      <a:pt x="15243" y="1160"/>
                    </a:cubicBezTo>
                    <a:cubicBezTo>
                      <a:pt x="15259" y="1162"/>
                      <a:pt x="15274" y="1164"/>
                      <a:pt x="15290" y="1167"/>
                    </a:cubicBezTo>
                    <a:cubicBezTo>
                      <a:pt x="15290" y="1205"/>
                      <a:pt x="15290" y="1244"/>
                      <a:pt x="15290" y="1283"/>
                    </a:cubicBezTo>
                    <a:cubicBezTo>
                      <a:pt x="15302" y="1282"/>
                      <a:pt x="15302" y="1282"/>
                      <a:pt x="15363" y="1277"/>
                    </a:cubicBezTo>
                    <a:cubicBezTo>
                      <a:pt x="15458" y="1272"/>
                      <a:pt x="15546" y="1271"/>
                      <a:pt x="15640" y="1283"/>
                    </a:cubicBezTo>
                    <a:cubicBezTo>
                      <a:pt x="15686" y="1325"/>
                      <a:pt x="15703" y="1360"/>
                      <a:pt x="15728" y="1416"/>
                    </a:cubicBezTo>
                    <a:cubicBezTo>
                      <a:pt x="15769" y="1477"/>
                      <a:pt x="15810" y="1482"/>
                      <a:pt x="15881" y="1498"/>
                    </a:cubicBezTo>
                    <a:cubicBezTo>
                      <a:pt x="15917" y="1505"/>
                      <a:pt x="15954" y="1512"/>
                      <a:pt x="15990" y="1517"/>
                    </a:cubicBezTo>
                    <a:cubicBezTo>
                      <a:pt x="15990" y="1555"/>
                      <a:pt x="15990" y="1594"/>
                      <a:pt x="15990" y="1633"/>
                    </a:cubicBezTo>
                    <a:cubicBezTo>
                      <a:pt x="16029" y="1633"/>
                      <a:pt x="16067" y="1633"/>
                      <a:pt x="16107" y="1633"/>
                    </a:cubicBezTo>
                    <a:cubicBezTo>
                      <a:pt x="16107" y="1672"/>
                      <a:pt x="16107" y="1710"/>
                      <a:pt x="16107" y="1750"/>
                    </a:cubicBezTo>
                    <a:cubicBezTo>
                      <a:pt x="16124" y="1746"/>
                      <a:pt x="16141" y="1743"/>
                      <a:pt x="16158" y="1739"/>
                    </a:cubicBezTo>
                    <a:cubicBezTo>
                      <a:pt x="16180" y="1743"/>
                      <a:pt x="16201" y="1746"/>
                      <a:pt x="16224" y="1750"/>
                    </a:cubicBezTo>
                    <a:cubicBezTo>
                      <a:pt x="16249" y="1787"/>
                      <a:pt x="16249" y="1787"/>
                      <a:pt x="16275" y="1834"/>
                    </a:cubicBezTo>
                    <a:cubicBezTo>
                      <a:pt x="16326" y="1921"/>
                      <a:pt x="16326" y="1921"/>
                      <a:pt x="16391" y="1939"/>
                    </a:cubicBezTo>
                    <a:cubicBezTo>
                      <a:pt x="16411" y="1942"/>
                      <a:pt x="16430" y="1944"/>
                      <a:pt x="16450" y="1947"/>
                    </a:cubicBezTo>
                    <a:cubicBezTo>
                      <a:pt x="16584" y="1972"/>
                      <a:pt x="16636" y="2048"/>
                      <a:pt x="16711" y="2153"/>
                    </a:cubicBezTo>
                    <a:cubicBezTo>
                      <a:pt x="16804" y="2281"/>
                      <a:pt x="16918" y="2373"/>
                      <a:pt x="17044" y="2468"/>
                    </a:cubicBezTo>
                    <a:cubicBezTo>
                      <a:pt x="17155" y="2553"/>
                      <a:pt x="17155" y="2553"/>
                      <a:pt x="17167" y="2633"/>
                    </a:cubicBezTo>
                    <a:cubicBezTo>
                      <a:pt x="17164" y="2650"/>
                      <a:pt x="17160" y="2666"/>
                      <a:pt x="17157" y="2683"/>
                    </a:cubicBezTo>
                    <a:cubicBezTo>
                      <a:pt x="17195" y="2683"/>
                      <a:pt x="17234" y="2683"/>
                      <a:pt x="17274" y="2683"/>
                    </a:cubicBezTo>
                    <a:cubicBezTo>
                      <a:pt x="17274" y="2722"/>
                      <a:pt x="17274" y="2760"/>
                      <a:pt x="17274" y="2800"/>
                    </a:cubicBezTo>
                    <a:cubicBezTo>
                      <a:pt x="17351" y="2800"/>
                      <a:pt x="17428" y="2800"/>
                      <a:pt x="17507" y="2800"/>
                    </a:cubicBezTo>
                    <a:cubicBezTo>
                      <a:pt x="17507" y="2838"/>
                      <a:pt x="17507" y="2877"/>
                      <a:pt x="17507" y="2917"/>
                    </a:cubicBezTo>
                    <a:cubicBezTo>
                      <a:pt x="17546" y="2917"/>
                      <a:pt x="17584" y="2917"/>
                      <a:pt x="17624" y="2917"/>
                    </a:cubicBezTo>
                    <a:cubicBezTo>
                      <a:pt x="17624" y="2994"/>
                      <a:pt x="17624" y="3071"/>
                      <a:pt x="17624" y="3150"/>
                    </a:cubicBezTo>
                    <a:cubicBezTo>
                      <a:pt x="17662" y="3150"/>
                      <a:pt x="17701" y="3150"/>
                      <a:pt x="17740" y="3150"/>
                    </a:cubicBezTo>
                    <a:cubicBezTo>
                      <a:pt x="17784" y="3187"/>
                      <a:pt x="17784" y="3187"/>
                      <a:pt x="17824" y="3237"/>
                    </a:cubicBezTo>
                    <a:cubicBezTo>
                      <a:pt x="17832" y="3246"/>
                      <a:pt x="17832" y="3246"/>
                      <a:pt x="17869" y="3292"/>
                    </a:cubicBezTo>
                    <a:cubicBezTo>
                      <a:pt x="17877" y="3302"/>
                      <a:pt x="17877" y="3302"/>
                      <a:pt x="17915" y="3351"/>
                    </a:cubicBezTo>
                    <a:cubicBezTo>
                      <a:pt x="17946" y="3388"/>
                      <a:pt x="17976" y="3426"/>
                      <a:pt x="18006" y="3463"/>
                    </a:cubicBezTo>
                    <a:cubicBezTo>
                      <a:pt x="18020" y="3480"/>
                      <a:pt x="18033" y="3497"/>
                      <a:pt x="18047" y="3514"/>
                    </a:cubicBezTo>
                    <a:cubicBezTo>
                      <a:pt x="18096" y="3564"/>
                      <a:pt x="18145" y="3586"/>
                      <a:pt x="18207" y="3617"/>
                    </a:cubicBezTo>
                    <a:cubicBezTo>
                      <a:pt x="18236" y="3680"/>
                      <a:pt x="18236" y="3680"/>
                      <a:pt x="18258" y="3755"/>
                    </a:cubicBezTo>
                    <a:cubicBezTo>
                      <a:pt x="18300" y="3873"/>
                      <a:pt x="18335" y="3928"/>
                      <a:pt x="18440" y="3996"/>
                    </a:cubicBezTo>
                    <a:cubicBezTo>
                      <a:pt x="18569" y="4079"/>
                      <a:pt x="18602" y="4168"/>
                      <a:pt x="18645" y="4312"/>
                    </a:cubicBezTo>
                    <a:cubicBezTo>
                      <a:pt x="18674" y="4375"/>
                      <a:pt x="18674" y="4375"/>
                      <a:pt x="18732" y="4404"/>
                    </a:cubicBezTo>
                    <a:cubicBezTo>
                      <a:pt x="18790" y="4433"/>
                      <a:pt x="18790" y="4433"/>
                      <a:pt x="18823" y="4501"/>
                    </a:cubicBezTo>
                    <a:cubicBezTo>
                      <a:pt x="18840" y="4553"/>
                      <a:pt x="18857" y="4605"/>
                      <a:pt x="18874" y="4658"/>
                    </a:cubicBezTo>
                    <a:cubicBezTo>
                      <a:pt x="18913" y="4738"/>
                      <a:pt x="18944" y="4749"/>
                      <a:pt x="19024" y="4783"/>
                    </a:cubicBezTo>
                    <a:cubicBezTo>
                      <a:pt x="19031" y="4845"/>
                      <a:pt x="19031" y="4845"/>
                      <a:pt x="19024" y="4900"/>
                    </a:cubicBezTo>
                    <a:cubicBezTo>
                      <a:pt x="19062" y="4900"/>
                      <a:pt x="19101" y="4900"/>
                      <a:pt x="19140" y="4900"/>
                    </a:cubicBezTo>
                    <a:cubicBezTo>
                      <a:pt x="19140" y="4977"/>
                      <a:pt x="19140" y="5054"/>
                      <a:pt x="19140" y="5133"/>
                    </a:cubicBezTo>
                    <a:cubicBezTo>
                      <a:pt x="19179" y="5133"/>
                      <a:pt x="19217" y="5133"/>
                      <a:pt x="19257" y="5133"/>
                    </a:cubicBezTo>
                    <a:cubicBezTo>
                      <a:pt x="19257" y="5210"/>
                      <a:pt x="19257" y="5287"/>
                      <a:pt x="19257" y="5367"/>
                    </a:cubicBezTo>
                    <a:cubicBezTo>
                      <a:pt x="19296" y="5367"/>
                      <a:pt x="19334" y="5367"/>
                      <a:pt x="19374" y="5367"/>
                    </a:cubicBezTo>
                    <a:cubicBezTo>
                      <a:pt x="19375" y="5380"/>
                      <a:pt x="19377" y="5393"/>
                      <a:pt x="19378" y="5406"/>
                    </a:cubicBezTo>
                    <a:cubicBezTo>
                      <a:pt x="19432" y="5879"/>
                      <a:pt x="19432" y="5879"/>
                      <a:pt x="19490" y="6067"/>
                    </a:cubicBezTo>
                    <a:cubicBezTo>
                      <a:pt x="19529" y="6067"/>
                      <a:pt x="19567" y="6067"/>
                      <a:pt x="19607" y="6067"/>
                    </a:cubicBezTo>
                    <a:cubicBezTo>
                      <a:pt x="19607" y="6105"/>
                      <a:pt x="19607" y="6144"/>
                      <a:pt x="19607" y="6183"/>
                    </a:cubicBezTo>
                    <a:cubicBezTo>
                      <a:pt x="19645" y="6183"/>
                      <a:pt x="19684" y="6183"/>
                      <a:pt x="19724" y="6183"/>
                    </a:cubicBezTo>
                    <a:cubicBezTo>
                      <a:pt x="19724" y="6337"/>
                      <a:pt x="19724" y="6491"/>
                      <a:pt x="19724" y="6650"/>
                    </a:cubicBezTo>
                    <a:cubicBezTo>
                      <a:pt x="19762" y="6650"/>
                      <a:pt x="19801" y="6650"/>
                      <a:pt x="19840" y="6650"/>
                    </a:cubicBezTo>
                    <a:cubicBezTo>
                      <a:pt x="19840" y="6727"/>
                      <a:pt x="19840" y="6804"/>
                      <a:pt x="19840" y="6883"/>
                    </a:cubicBezTo>
                    <a:cubicBezTo>
                      <a:pt x="19879" y="6883"/>
                      <a:pt x="19917" y="6883"/>
                      <a:pt x="19957" y="6883"/>
                    </a:cubicBezTo>
                    <a:cubicBezTo>
                      <a:pt x="19957" y="7114"/>
                      <a:pt x="19957" y="7345"/>
                      <a:pt x="19957" y="7583"/>
                    </a:cubicBezTo>
                    <a:cubicBezTo>
                      <a:pt x="19995" y="7583"/>
                      <a:pt x="20034" y="7583"/>
                      <a:pt x="20074" y="7583"/>
                    </a:cubicBezTo>
                    <a:cubicBezTo>
                      <a:pt x="20074" y="7776"/>
                      <a:pt x="20074" y="7968"/>
                      <a:pt x="20074" y="8167"/>
                    </a:cubicBezTo>
                    <a:cubicBezTo>
                      <a:pt x="20112" y="8167"/>
                      <a:pt x="20151" y="8167"/>
                      <a:pt x="20190" y="8167"/>
                    </a:cubicBezTo>
                    <a:cubicBezTo>
                      <a:pt x="20190" y="8475"/>
                      <a:pt x="20190" y="8783"/>
                      <a:pt x="20190" y="9100"/>
                    </a:cubicBezTo>
                    <a:cubicBezTo>
                      <a:pt x="20229" y="9100"/>
                      <a:pt x="20267" y="9100"/>
                      <a:pt x="20307" y="9100"/>
                    </a:cubicBezTo>
                    <a:cubicBezTo>
                      <a:pt x="20307" y="9485"/>
                      <a:pt x="20307" y="9870"/>
                      <a:pt x="20307" y="10267"/>
                    </a:cubicBezTo>
                    <a:cubicBezTo>
                      <a:pt x="20268" y="10267"/>
                      <a:pt x="20230" y="10267"/>
                      <a:pt x="20190" y="10267"/>
                    </a:cubicBezTo>
                    <a:cubicBezTo>
                      <a:pt x="20190" y="10279"/>
                      <a:pt x="20191" y="10291"/>
                      <a:pt x="20191" y="10304"/>
                    </a:cubicBezTo>
                    <a:cubicBezTo>
                      <a:pt x="20192" y="10432"/>
                      <a:pt x="20193" y="10559"/>
                      <a:pt x="20194" y="10687"/>
                    </a:cubicBezTo>
                    <a:cubicBezTo>
                      <a:pt x="20194" y="10735"/>
                      <a:pt x="20194" y="10783"/>
                      <a:pt x="20195" y="10830"/>
                    </a:cubicBezTo>
                    <a:cubicBezTo>
                      <a:pt x="20195" y="10899"/>
                      <a:pt x="20196" y="10967"/>
                      <a:pt x="20196" y="11036"/>
                    </a:cubicBezTo>
                    <a:cubicBezTo>
                      <a:pt x="20196" y="11057"/>
                      <a:pt x="20197" y="11078"/>
                      <a:pt x="20197" y="11101"/>
                    </a:cubicBezTo>
                    <a:cubicBezTo>
                      <a:pt x="20197" y="11110"/>
                      <a:pt x="20197" y="11110"/>
                      <a:pt x="20197" y="11161"/>
                    </a:cubicBezTo>
                    <a:cubicBezTo>
                      <a:pt x="20197" y="11178"/>
                      <a:pt x="20197" y="11196"/>
                      <a:pt x="20197" y="11214"/>
                    </a:cubicBezTo>
                    <a:cubicBezTo>
                      <a:pt x="20190" y="11258"/>
                      <a:pt x="20190" y="11258"/>
                      <a:pt x="20132" y="11317"/>
                    </a:cubicBezTo>
                    <a:cubicBezTo>
                      <a:pt x="20123" y="11371"/>
                      <a:pt x="20117" y="11421"/>
                      <a:pt x="20114" y="11476"/>
                    </a:cubicBezTo>
                    <a:cubicBezTo>
                      <a:pt x="20112" y="11491"/>
                      <a:pt x="20111" y="11506"/>
                      <a:pt x="20110" y="11522"/>
                    </a:cubicBezTo>
                    <a:cubicBezTo>
                      <a:pt x="20106" y="11572"/>
                      <a:pt x="20103" y="11621"/>
                      <a:pt x="20099" y="11670"/>
                    </a:cubicBezTo>
                    <a:cubicBezTo>
                      <a:pt x="20097" y="11704"/>
                      <a:pt x="20094" y="11737"/>
                      <a:pt x="20092" y="11771"/>
                    </a:cubicBezTo>
                    <a:cubicBezTo>
                      <a:pt x="20085" y="11853"/>
                      <a:pt x="20079" y="11935"/>
                      <a:pt x="20074" y="12017"/>
                    </a:cubicBezTo>
                    <a:cubicBezTo>
                      <a:pt x="20035" y="12017"/>
                      <a:pt x="19997" y="12017"/>
                      <a:pt x="19957" y="12017"/>
                    </a:cubicBezTo>
                    <a:cubicBezTo>
                      <a:pt x="19957" y="12171"/>
                      <a:pt x="19957" y="12325"/>
                      <a:pt x="19957" y="12483"/>
                    </a:cubicBezTo>
                    <a:cubicBezTo>
                      <a:pt x="19918" y="12483"/>
                      <a:pt x="19880" y="12483"/>
                      <a:pt x="19840" y="12483"/>
                    </a:cubicBezTo>
                    <a:cubicBezTo>
                      <a:pt x="19840" y="12599"/>
                      <a:pt x="19840" y="12714"/>
                      <a:pt x="19840" y="12833"/>
                    </a:cubicBezTo>
                    <a:cubicBezTo>
                      <a:pt x="19802" y="12833"/>
                      <a:pt x="19763" y="12833"/>
                      <a:pt x="19724" y="12833"/>
                    </a:cubicBezTo>
                    <a:cubicBezTo>
                      <a:pt x="19725" y="12847"/>
                      <a:pt x="19725" y="12860"/>
                      <a:pt x="19726" y="12874"/>
                    </a:cubicBezTo>
                    <a:cubicBezTo>
                      <a:pt x="19730" y="12936"/>
                      <a:pt x="19732" y="12998"/>
                      <a:pt x="19735" y="13059"/>
                    </a:cubicBezTo>
                    <a:cubicBezTo>
                      <a:pt x="19735" y="13070"/>
                      <a:pt x="19735" y="13070"/>
                      <a:pt x="19739" y="13124"/>
                    </a:cubicBezTo>
                    <a:cubicBezTo>
                      <a:pt x="19741" y="13187"/>
                      <a:pt x="19740" y="13239"/>
                      <a:pt x="19724" y="13300"/>
                    </a:cubicBezTo>
                    <a:cubicBezTo>
                      <a:pt x="19681" y="13336"/>
                      <a:pt x="19638" y="13358"/>
                      <a:pt x="19589" y="13385"/>
                    </a:cubicBezTo>
                    <a:cubicBezTo>
                      <a:pt x="19549" y="13417"/>
                      <a:pt x="19549" y="13417"/>
                      <a:pt x="19532" y="13467"/>
                    </a:cubicBezTo>
                    <a:cubicBezTo>
                      <a:pt x="19525" y="13528"/>
                      <a:pt x="19521" y="13588"/>
                      <a:pt x="19519" y="13650"/>
                    </a:cubicBezTo>
                    <a:cubicBezTo>
                      <a:pt x="19516" y="13807"/>
                      <a:pt x="19516" y="13807"/>
                      <a:pt x="19490" y="13883"/>
                    </a:cubicBezTo>
                    <a:cubicBezTo>
                      <a:pt x="19449" y="13919"/>
                      <a:pt x="19407" y="13941"/>
                      <a:pt x="19359" y="13967"/>
                    </a:cubicBezTo>
                    <a:cubicBezTo>
                      <a:pt x="19272" y="14032"/>
                      <a:pt x="19249" y="14140"/>
                      <a:pt x="19217" y="14241"/>
                    </a:cubicBezTo>
                    <a:cubicBezTo>
                      <a:pt x="19209" y="14262"/>
                      <a:pt x="19202" y="14284"/>
                      <a:pt x="19194" y="14306"/>
                    </a:cubicBezTo>
                    <a:cubicBezTo>
                      <a:pt x="19176" y="14360"/>
                      <a:pt x="19158" y="14413"/>
                      <a:pt x="19140" y="14467"/>
                    </a:cubicBezTo>
                    <a:cubicBezTo>
                      <a:pt x="19102" y="14467"/>
                      <a:pt x="19063" y="14467"/>
                      <a:pt x="19024" y="14467"/>
                    </a:cubicBezTo>
                    <a:cubicBezTo>
                      <a:pt x="19024" y="14544"/>
                      <a:pt x="19024" y="14621"/>
                      <a:pt x="19024" y="14700"/>
                    </a:cubicBezTo>
                    <a:cubicBezTo>
                      <a:pt x="18985" y="14700"/>
                      <a:pt x="18947" y="14700"/>
                      <a:pt x="18907" y="14700"/>
                    </a:cubicBezTo>
                    <a:cubicBezTo>
                      <a:pt x="18908" y="14708"/>
                      <a:pt x="18908" y="14708"/>
                      <a:pt x="18913" y="14747"/>
                    </a:cubicBezTo>
                    <a:cubicBezTo>
                      <a:pt x="18918" y="14813"/>
                      <a:pt x="18920" y="14868"/>
                      <a:pt x="18907" y="14933"/>
                    </a:cubicBezTo>
                    <a:cubicBezTo>
                      <a:pt x="18866" y="14970"/>
                      <a:pt x="18824" y="14991"/>
                      <a:pt x="18775" y="15017"/>
                    </a:cubicBezTo>
                    <a:cubicBezTo>
                      <a:pt x="18693" y="15080"/>
                      <a:pt x="18687" y="15185"/>
                      <a:pt x="18674" y="15283"/>
                    </a:cubicBezTo>
                    <a:cubicBezTo>
                      <a:pt x="18635" y="15283"/>
                      <a:pt x="18597" y="15283"/>
                      <a:pt x="18557" y="15283"/>
                    </a:cubicBezTo>
                    <a:cubicBezTo>
                      <a:pt x="18557" y="15322"/>
                      <a:pt x="18557" y="15360"/>
                      <a:pt x="18557" y="15400"/>
                    </a:cubicBezTo>
                    <a:cubicBezTo>
                      <a:pt x="18518" y="15400"/>
                      <a:pt x="18480" y="15400"/>
                      <a:pt x="18440" y="15400"/>
                    </a:cubicBezTo>
                    <a:cubicBezTo>
                      <a:pt x="18442" y="15416"/>
                      <a:pt x="18444" y="15431"/>
                      <a:pt x="18446" y="15447"/>
                    </a:cubicBezTo>
                    <a:cubicBezTo>
                      <a:pt x="18452" y="15513"/>
                      <a:pt x="18453" y="15568"/>
                      <a:pt x="18440" y="15633"/>
                    </a:cubicBezTo>
                    <a:cubicBezTo>
                      <a:pt x="18399" y="15670"/>
                      <a:pt x="18357" y="15691"/>
                      <a:pt x="18308" y="15717"/>
                    </a:cubicBezTo>
                    <a:cubicBezTo>
                      <a:pt x="18226" y="15780"/>
                      <a:pt x="18221" y="15885"/>
                      <a:pt x="18207" y="15983"/>
                    </a:cubicBezTo>
                    <a:cubicBezTo>
                      <a:pt x="18224" y="15980"/>
                      <a:pt x="18241" y="15977"/>
                      <a:pt x="18259" y="15974"/>
                    </a:cubicBezTo>
                    <a:cubicBezTo>
                      <a:pt x="18324" y="15983"/>
                      <a:pt x="18324" y="15983"/>
                      <a:pt x="18378" y="16045"/>
                    </a:cubicBezTo>
                    <a:cubicBezTo>
                      <a:pt x="18396" y="16072"/>
                      <a:pt x="18415" y="16099"/>
                      <a:pt x="18433" y="16126"/>
                    </a:cubicBezTo>
                    <a:cubicBezTo>
                      <a:pt x="18507" y="16228"/>
                      <a:pt x="18560" y="16292"/>
                      <a:pt x="18688" y="16322"/>
                    </a:cubicBezTo>
                    <a:cubicBezTo>
                      <a:pt x="18748" y="16331"/>
                      <a:pt x="18748" y="16331"/>
                      <a:pt x="18790" y="16333"/>
                    </a:cubicBezTo>
                    <a:cubicBezTo>
                      <a:pt x="18790" y="16372"/>
                      <a:pt x="18790" y="16410"/>
                      <a:pt x="18790" y="16450"/>
                    </a:cubicBezTo>
                    <a:cubicBezTo>
                      <a:pt x="19098" y="16450"/>
                      <a:pt x="19406" y="16450"/>
                      <a:pt x="19724" y="16450"/>
                    </a:cubicBezTo>
                    <a:cubicBezTo>
                      <a:pt x="19724" y="16489"/>
                      <a:pt x="19724" y="16527"/>
                      <a:pt x="19724" y="16567"/>
                    </a:cubicBezTo>
                    <a:cubicBezTo>
                      <a:pt x="19741" y="16565"/>
                      <a:pt x="19759" y="16563"/>
                      <a:pt x="19777" y="16562"/>
                    </a:cubicBezTo>
                    <a:cubicBezTo>
                      <a:pt x="19840" y="16567"/>
                      <a:pt x="19840" y="16567"/>
                      <a:pt x="19881" y="16600"/>
                    </a:cubicBezTo>
                    <a:cubicBezTo>
                      <a:pt x="19888" y="16607"/>
                      <a:pt x="19888" y="16607"/>
                      <a:pt x="19919" y="16647"/>
                    </a:cubicBezTo>
                    <a:cubicBezTo>
                      <a:pt x="19934" y="16665"/>
                      <a:pt x="19949" y="16683"/>
                      <a:pt x="19964" y="16701"/>
                    </a:cubicBezTo>
                    <a:cubicBezTo>
                      <a:pt x="19981" y="16721"/>
                      <a:pt x="19997" y="16741"/>
                      <a:pt x="20013" y="16761"/>
                    </a:cubicBezTo>
                    <a:cubicBezTo>
                      <a:pt x="20050" y="16804"/>
                      <a:pt x="20086" y="16847"/>
                      <a:pt x="20123" y="16890"/>
                    </a:cubicBezTo>
                    <a:cubicBezTo>
                      <a:pt x="20133" y="16902"/>
                      <a:pt x="20143" y="16913"/>
                      <a:pt x="20153" y="16925"/>
                    </a:cubicBezTo>
                    <a:cubicBezTo>
                      <a:pt x="20277" y="17068"/>
                      <a:pt x="20411" y="17202"/>
                      <a:pt x="20544" y="17337"/>
                    </a:cubicBezTo>
                    <a:cubicBezTo>
                      <a:pt x="20557" y="17350"/>
                      <a:pt x="20570" y="17363"/>
                      <a:pt x="20583" y="17376"/>
                    </a:cubicBezTo>
                    <a:cubicBezTo>
                      <a:pt x="20650" y="17443"/>
                      <a:pt x="20717" y="17509"/>
                      <a:pt x="20784" y="17576"/>
                    </a:cubicBezTo>
                    <a:cubicBezTo>
                      <a:pt x="20852" y="17644"/>
                      <a:pt x="20919" y="17711"/>
                      <a:pt x="20987" y="17779"/>
                    </a:cubicBezTo>
                    <a:cubicBezTo>
                      <a:pt x="21469" y="18264"/>
                      <a:pt x="21469" y="18264"/>
                      <a:pt x="21716" y="18461"/>
                    </a:cubicBezTo>
                    <a:cubicBezTo>
                      <a:pt x="21833" y="18555"/>
                      <a:pt x="21929" y="18660"/>
                      <a:pt x="22024" y="18776"/>
                    </a:cubicBezTo>
                    <a:cubicBezTo>
                      <a:pt x="22286" y="19084"/>
                      <a:pt x="22562" y="19380"/>
                      <a:pt x="22887" y="19624"/>
                    </a:cubicBezTo>
                    <a:cubicBezTo>
                      <a:pt x="22988" y="19703"/>
                      <a:pt x="22988" y="19703"/>
                      <a:pt x="23000" y="19783"/>
                    </a:cubicBezTo>
                    <a:cubicBezTo>
                      <a:pt x="22997" y="19800"/>
                      <a:pt x="22993" y="19816"/>
                      <a:pt x="22990" y="19833"/>
                    </a:cubicBezTo>
                    <a:cubicBezTo>
                      <a:pt x="23029" y="19833"/>
                      <a:pt x="23067" y="19833"/>
                      <a:pt x="23107" y="19833"/>
                    </a:cubicBezTo>
                    <a:cubicBezTo>
                      <a:pt x="23107" y="19872"/>
                      <a:pt x="23107" y="19910"/>
                      <a:pt x="23107" y="19950"/>
                    </a:cubicBezTo>
                    <a:cubicBezTo>
                      <a:pt x="23145" y="19950"/>
                      <a:pt x="23184" y="19950"/>
                      <a:pt x="23224" y="19950"/>
                    </a:cubicBezTo>
                    <a:cubicBezTo>
                      <a:pt x="23224" y="19989"/>
                      <a:pt x="23224" y="20027"/>
                      <a:pt x="23224" y="20067"/>
                    </a:cubicBezTo>
                    <a:cubicBezTo>
                      <a:pt x="23232" y="20066"/>
                      <a:pt x="23232" y="20066"/>
                      <a:pt x="23276" y="20061"/>
                    </a:cubicBezTo>
                    <a:cubicBezTo>
                      <a:pt x="23340" y="20067"/>
                      <a:pt x="23340" y="20067"/>
                      <a:pt x="23386" y="20106"/>
                    </a:cubicBezTo>
                    <a:cubicBezTo>
                      <a:pt x="23394" y="20115"/>
                      <a:pt x="23394" y="20115"/>
                      <a:pt x="23431" y="20161"/>
                    </a:cubicBezTo>
                    <a:cubicBezTo>
                      <a:pt x="23447" y="20180"/>
                      <a:pt x="23464" y="20200"/>
                      <a:pt x="23481" y="20221"/>
                    </a:cubicBezTo>
                    <a:cubicBezTo>
                      <a:pt x="23498" y="20242"/>
                      <a:pt x="23516" y="20263"/>
                      <a:pt x="23534" y="20285"/>
                    </a:cubicBezTo>
                    <a:cubicBezTo>
                      <a:pt x="23648" y="20421"/>
                      <a:pt x="23755" y="20548"/>
                      <a:pt x="23898" y="20654"/>
                    </a:cubicBezTo>
                    <a:cubicBezTo>
                      <a:pt x="24040" y="20759"/>
                      <a:pt x="24147" y="20885"/>
                      <a:pt x="24260" y="21021"/>
                    </a:cubicBezTo>
                    <a:cubicBezTo>
                      <a:pt x="24352" y="21131"/>
                      <a:pt x="24446" y="21237"/>
                      <a:pt x="24547" y="21339"/>
                    </a:cubicBezTo>
                    <a:cubicBezTo>
                      <a:pt x="24553" y="21345"/>
                      <a:pt x="24553" y="21345"/>
                      <a:pt x="24583" y="21375"/>
                    </a:cubicBezTo>
                    <a:cubicBezTo>
                      <a:pt x="24647" y="21438"/>
                      <a:pt x="24709" y="21486"/>
                      <a:pt x="24788" y="21529"/>
                    </a:cubicBezTo>
                    <a:cubicBezTo>
                      <a:pt x="24828" y="21552"/>
                      <a:pt x="24828" y="21552"/>
                      <a:pt x="24857" y="21583"/>
                    </a:cubicBezTo>
                    <a:cubicBezTo>
                      <a:pt x="24871" y="21663"/>
                      <a:pt x="24868" y="21737"/>
                      <a:pt x="24857" y="21817"/>
                    </a:cubicBezTo>
                    <a:cubicBezTo>
                      <a:pt x="24895" y="21817"/>
                      <a:pt x="24934" y="21817"/>
                      <a:pt x="24974" y="21817"/>
                    </a:cubicBezTo>
                    <a:cubicBezTo>
                      <a:pt x="24977" y="21969"/>
                      <a:pt x="24979" y="22122"/>
                      <a:pt x="24980" y="22274"/>
                    </a:cubicBezTo>
                    <a:cubicBezTo>
                      <a:pt x="24981" y="22326"/>
                      <a:pt x="24981" y="22378"/>
                      <a:pt x="24982" y="22429"/>
                    </a:cubicBezTo>
                    <a:cubicBezTo>
                      <a:pt x="24994" y="23052"/>
                      <a:pt x="24994" y="23052"/>
                      <a:pt x="24799" y="23296"/>
                    </a:cubicBezTo>
                    <a:cubicBezTo>
                      <a:pt x="24779" y="23314"/>
                      <a:pt x="24760" y="23333"/>
                      <a:pt x="24740" y="23352"/>
                    </a:cubicBezTo>
                    <a:cubicBezTo>
                      <a:pt x="24721" y="23371"/>
                      <a:pt x="24702" y="23390"/>
                      <a:pt x="24682" y="23409"/>
                    </a:cubicBezTo>
                    <a:cubicBezTo>
                      <a:pt x="24624" y="23450"/>
                      <a:pt x="24624" y="23450"/>
                      <a:pt x="24507" y="23450"/>
                    </a:cubicBezTo>
                    <a:cubicBezTo>
                      <a:pt x="24507" y="23527"/>
                      <a:pt x="24507" y="23604"/>
                      <a:pt x="24507" y="23683"/>
                    </a:cubicBezTo>
                    <a:cubicBezTo>
                      <a:pt x="24430" y="23683"/>
                      <a:pt x="24353" y="23683"/>
                      <a:pt x="24274" y="23683"/>
                    </a:cubicBezTo>
                    <a:cubicBezTo>
                      <a:pt x="24274" y="23722"/>
                      <a:pt x="24274" y="23760"/>
                      <a:pt x="24274" y="23800"/>
                    </a:cubicBezTo>
                    <a:cubicBezTo>
                      <a:pt x="24235" y="23800"/>
                      <a:pt x="24197" y="23800"/>
                      <a:pt x="24157" y="23800"/>
                    </a:cubicBezTo>
                    <a:cubicBezTo>
                      <a:pt x="24157" y="23839"/>
                      <a:pt x="24157" y="23877"/>
                      <a:pt x="24157" y="23917"/>
                    </a:cubicBezTo>
                    <a:cubicBezTo>
                      <a:pt x="24118" y="23917"/>
                      <a:pt x="24080" y="23917"/>
                      <a:pt x="24040" y="23917"/>
                    </a:cubicBezTo>
                    <a:cubicBezTo>
                      <a:pt x="24040" y="23955"/>
                      <a:pt x="24040" y="23994"/>
                      <a:pt x="24040" y="24033"/>
                    </a:cubicBezTo>
                    <a:cubicBezTo>
                      <a:pt x="24002" y="24033"/>
                      <a:pt x="23963" y="24033"/>
                      <a:pt x="23924" y="24033"/>
                    </a:cubicBezTo>
                    <a:cubicBezTo>
                      <a:pt x="23924" y="24072"/>
                      <a:pt x="23924" y="24110"/>
                      <a:pt x="23924" y="24150"/>
                    </a:cubicBezTo>
                    <a:cubicBezTo>
                      <a:pt x="23885" y="24150"/>
                      <a:pt x="23847" y="24150"/>
                      <a:pt x="23807" y="24150"/>
                    </a:cubicBezTo>
                    <a:cubicBezTo>
                      <a:pt x="23809" y="24167"/>
                      <a:pt x="23811" y="24183"/>
                      <a:pt x="23814" y="24201"/>
                    </a:cubicBezTo>
                    <a:cubicBezTo>
                      <a:pt x="23805" y="24290"/>
                      <a:pt x="23760" y="24331"/>
                      <a:pt x="23698" y="24391"/>
                    </a:cubicBezTo>
                    <a:cubicBezTo>
                      <a:pt x="23693" y="24396"/>
                      <a:pt x="23693" y="24396"/>
                      <a:pt x="23667" y="24423"/>
                    </a:cubicBezTo>
                    <a:cubicBezTo>
                      <a:pt x="23614" y="24475"/>
                      <a:pt x="23583" y="24499"/>
                      <a:pt x="23508" y="24507"/>
                    </a:cubicBezTo>
                    <a:cubicBezTo>
                      <a:pt x="23491" y="24505"/>
                      <a:pt x="23474" y="24502"/>
                      <a:pt x="23457" y="24500"/>
                    </a:cubicBezTo>
                    <a:cubicBezTo>
                      <a:pt x="23457" y="24538"/>
                      <a:pt x="23457" y="24577"/>
                      <a:pt x="23457" y="24617"/>
                    </a:cubicBezTo>
                    <a:cubicBezTo>
                      <a:pt x="22995" y="24617"/>
                      <a:pt x="22533" y="24617"/>
                      <a:pt x="22057" y="24617"/>
                    </a:cubicBezTo>
                    <a:cubicBezTo>
                      <a:pt x="22057" y="24578"/>
                      <a:pt x="22057" y="24540"/>
                      <a:pt x="22057" y="24500"/>
                    </a:cubicBezTo>
                    <a:cubicBezTo>
                      <a:pt x="22049" y="24502"/>
                      <a:pt x="22049" y="24502"/>
                      <a:pt x="22006" y="24511"/>
                    </a:cubicBezTo>
                    <a:cubicBezTo>
                      <a:pt x="21995" y="24509"/>
                      <a:pt x="21995" y="24509"/>
                      <a:pt x="21940" y="24500"/>
                    </a:cubicBezTo>
                    <a:cubicBezTo>
                      <a:pt x="21915" y="24463"/>
                      <a:pt x="21915" y="24463"/>
                      <a:pt x="21889" y="24416"/>
                    </a:cubicBezTo>
                    <a:cubicBezTo>
                      <a:pt x="21839" y="24329"/>
                      <a:pt x="21839" y="24329"/>
                      <a:pt x="21772" y="24310"/>
                    </a:cubicBezTo>
                    <a:cubicBezTo>
                      <a:pt x="21763" y="24309"/>
                      <a:pt x="21763" y="24309"/>
                      <a:pt x="21714" y="24302"/>
                    </a:cubicBezTo>
                    <a:cubicBezTo>
                      <a:pt x="21568" y="24270"/>
                      <a:pt x="21507" y="24193"/>
                      <a:pt x="21419" y="24077"/>
                    </a:cubicBezTo>
                    <a:cubicBezTo>
                      <a:pt x="21287" y="23909"/>
                      <a:pt x="21145" y="23760"/>
                      <a:pt x="20993" y="23611"/>
                    </a:cubicBezTo>
                    <a:cubicBezTo>
                      <a:pt x="20927" y="23545"/>
                      <a:pt x="20861" y="23479"/>
                      <a:pt x="20796" y="23412"/>
                    </a:cubicBezTo>
                    <a:cubicBezTo>
                      <a:pt x="20721" y="23337"/>
                      <a:pt x="20647" y="23262"/>
                      <a:pt x="20572" y="23187"/>
                    </a:cubicBezTo>
                    <a:cubicBezTo>
                      <a:pt x="20534" y="23148"/>
                      <a:pt x="20496" y="23110"/>
                      <a:pt x="20458" y="23071"/>
                    </a:cubicBezTo>
                    <a:cubicBezTo>
                      <a:pt x="20256" y="22867"/>
                      <a:pt x="20056" y="22665"/>
                      <a:pt x="19826" y="22492"/>
                    </a:cubicBezTo>
                    <a:cubicBezTo>
                      <a:pt x="19726" y="22414"/>
                      <a:pt x="19726" y="22414"/>
                      <a:pt x="19714" y="22334"/>
                    </a:cubicBezTo>
                    <a:cubicBezTo>
                      <a:pt x="19716" y="22325"/>
                      <a:pt x="19716" y="22325"/>
                      <a:pt x="19724" y="22283"/>
                    </a:cubicBezTo>
                    <a:cubicBezTo>
                      <a:pt x="19685" y="22283"/>
                      <a:pt x="19647" y="22283"/>
                      <a:pt x="19607" y="22283"/>
                    </a:cubicBezTo>
                    <a:cubicBezTo>
                      <a:pt x="19607" y="22245"/>
                      <a:pt x="19607" y="22206"/>
                      <a:pt x="19607" y="22167"/>
                    </a:cubicBezTo>
                    <a:cubicBezTo>
                      <a:pt x="19568" y="22167"/>
                      <a:pt x="19530" y="22167"/>
                      <a:pt x="19490" y="22167"/>
                    </a:cubicBezTo>
                    <a:cubicBezTo>
                      <a:pt x="19490" y="22128"/>
                      <a:pt x="19490" y="22090"/>
                      <a:pt x="19490" y="22050"/>
                    </a:cubicBezTo>
                    <a:cubicBezTo>
                      <a:pt x="19452" y="22050"/>
                      <a:pt x="19413" y="22050"/>
                      <a:pt x="19374" y="22050"/>
                    </a:cubicBezTo>
                    <a:cubicBezTo>
                      <a:pt x="19374" y="22011"/>
                      <a:pt x="19374" y="21973"/>
                      <a:pt x="19374" y="21933"/>
                    </a:cubicBezTo>
                    <a:cubicBezTo>
                      <a:pt x="19365" y="21934"/>
                      <a:pt x="19365" y="21934"/>
                      <a:pt x="19321" y="21939"/>
                    </a:cubicBezTo>
                    <a:cubicBezTo>
                      <a:pt x="19257" y="21933"/>
                      <a:pt x="19257" y="21933"/>
                      <a:pt x="19213" y="21897"/>
                    </a:cubicBezTo>
                    <a:cubicBezTo>
                      <a:pt x="19199" y="21880"/>
                      <a:pt x="19185" y="21863"/>
                      <a:pt x="19171" y="21846"/>
                    </a:cubicBezTo>
                    <a:cubicBezTo>
                      <a:pt x="19163" y="21836"/>
                      <a:pt x="19163" y="21836"/>
                      <a:pt x="19122" y="21788"/>
                    </a:cubicBezTo>
                    <a:cubicBezTo>
                      <a:pt x="19105" y="21767"/>
                      <a:pt x="19088" y="21747"/>
                      <a:pt x="19071" y="21726"/>
                    </a:cubicBezTo>
                    <a:cubicBezTo>
                      <a:pt x="18886" y="21507"/>
                      <a:pt x="18691" y="21303"/>
                      <a:pt x="18486" y="21103"/>
                    </a:cubicBezTo>
                    <a:cubicBezTo>
                      <a:pt x="18445" y="21063"/>
                      <a:pt x="18404" y="21022"/>
                      <a:pt x="18364" y="20980"/>
                    </a:cubicBezTo>
                    <a:cubicBezTo>
                      <a:pt x="18249" y="20862"/>
                      <a:pt x="18131" y="20751"/>
                      <a:pt x="18004" y="20646"/>
                    </a:cubicBezTo>
                    <a:cubicBezTo>
                      <a:pt x="17812" y="20487"/>
                      <a:pt x="17647" y="20317"/>
                      <a:pt x="17486" y="20128"/>
                    </a:cubicBezTo>
                    <a:cubicBezTo>
                      <a:pt x="17365" y="19987"/>
                      <a:pt x="17241" y="19852"/>
                      <a:pt x="17110" y="19720"/>
                    </a:cubicBezTo>
                    <a:cubicBezTo>
                      <a:pt x="17093" y="19703"/>
                      <a:pt x="17076" y="19686"/>
                      <a:pt x="17058" y="19668"/>
                    </a:cubicBezTo>
                    <a:cubicBezTo>
                      <a:pt x="16978" y="19589"/>
                      <a:pt x="16910" y="19531"/>
                      <a:pt x="16807" y="19483"/>
                    </a:cubicBezTo>
                    <a:cubicBezTo>
                      <a:pt x="16800" y="19421"/>
                      <a:pt x="16800" y="19421"/>
                      <a:pt x="16807" y="19367"/>
                    </a:cubicBezTo>
                    <a:cubicBezTo>
                      <a:pt x="16768" y="19367"/>
                      <a:pt x="16730" y="19367"/>
                      <a:pt x="16690" y="19367"/>
                    </a:cubicBezTo>
                    <a:cubicBezTo>
                      <a:pt x="16690" y="19020"/>
                      <a:pt x="16690" y="18674"/>
                      <a:pt x="16690" y="18317"/>
                    </a:cubicBezTo>
                    <a:cubicBezTo>
                      <a:pt x="16652" y="18317"/>
                      <a:pt x="16613" y="18317"/>
                      <a:pt x="16574" y="18317"/>
                    </a:cubicBezTo>
                    <a:cubicBezTo>
                      <a:pt x="16574" y="18278"/>
                      <a:pt x="16574" y="18240"/>
                      <a:pt x="16574" y="18200"/>
                    </a:cubicBezTo>
                    <a:cubicBezTo>
                      <a:pt x="16535" y="18200"/>
                      <a:pt x="16497" y="18200"/>
                      <a:pt x="16457" y="18200"/>
                    </a:cubicBezTo>
                    <a:cubicBezTo>
                      <a:pt x="16457" y="18162"/>
                      <a:pt x="16457" y="18123"/>
                      <a:pt x="16457" y="18083"/>
                    </a:cubicBezTo>
                    <a:cubicBezTo>
                      <a:pt x="16418" y="18083"/>
                      <a:pt x="16380" y="18083"/>
                      <a:pt x="16340" y="18083"/>
                    </a:cubicBezTo>
                    <a:cubicBezTo>
                      <a:pt x="16340" y="18045"/>
                      <a:pt x="16340" y="18006"/>
                      <a:pt x="16340" y="17967"/>
                    </a:cubicBezTo>
                    <a:cubicBezTo>
                      <a:pt x="16225" y="17967"/>
                      <a:pt x="16109" y="17967"/>
                      <a:pt x="15990" y="17967"/>
                    </a:cubicBezTo>
                    <a:cubicBezTo>
                      <a:pt x="15990" y="18005"/>
                      <a:pt x="15990" y="18044"/>
                      <a:pt x="15990" y="18083"/>
                    </a:cubicBezTo>
                    <a:cubicBezTo>
                      <a:pt x="15952" y="18083"/>
                      <a:pt x="15913" y="18083"/>
                      <a:pt x="15874" y="18083"/>
                    </a:cubicBezTo>
                    <a:cubicBezTo>
                      <a:pt x="15874" y="18122"/>
                      <a:pt x="15874" y="18160"/>
                      <a:pt x="15874" y="18200"/>
                    </a:cubicBezTo>
                    <a:cubicBezTo>
                      <a:pt x="15797" y="18200"/>
                      <a:pt x="15720" y="18200"/>
                      <a:pt x="15640" y="18200"/>
                    </a:cubicBezTo>
                    <a:cubicBezTo>
                      <a:pt x="15640" y="18239"/>
                      <a:pt x="15640" y="18277"/>
                      <a:pt x="15640" y="18317"/>
                    </a:cubicBezTo>
                    <a:cubicBezTo>
                      <a:pt x="15602" y="18317"/>
                      <a:pt x="15563" y="18317"/>
                      <a:pt x="15524" y="18317"/>
                    </a:cubicBezTo>
                    <a:cubicBezTo>
                      <a:pt x="15524" y="18355"/>
                      <a:pt x="15524" y="18394"/>
                      <a:pt x="15524" y="18433"/>
                    </a:cubicBezTo>
                    <a:cubicBezTo>
                      <a:pt x="15503" y="18440"/>
                      <a:pt x="15483" y="18447"/>
                      <a:pt x="15462" y="18455"/>
                    </a:cubicBezTo>
                    <a:cubicBezTo>
                      <a:pt x="15435" y="18465"/>
                      <a:pt x="15409" y="18474"/>
                      <a:pt x="15381" y="18484"/>
                    </a:cubicBezTo>
                    <a:cubicBezTo>
                      <a:pt x="15355" y="18494"/>
                      <a:pt x="15329" y="18503"/>
                      <a:pt x="15301" y="18513"/>
                    </a:cubicBezTo>
                    <a:cubicBezTo>
                      <a:pt x="15232" y="18550"/>
                      <a:pt x="15232" y="18550"/>
                      <a:pt x="15206" y="18609"/>
                    </a:cubicBezTo>
                    <a:cubicBezTo>
                      <a:pt x="15167" y="18678"/>
                      <a:pt x="15154" y="18679"/>
                      <a:pt x="15081" y="18699"/>
                    </a:cubicBezTo>
                    <a:cubicBezTo>
                      <a:pt x="15025" y="18713"/>
                      <a:pt x="14969" y="18725"/>
                      <a:pt x="14913" y="18737"/>
                    </a:cubicBezTo>
                    <a:cubicBezTo>
                      <a:pt x="14861" y="18750"/>
                      <a:pt x="14814" y="18762"/>
                      <a:pt x="14765" y="18783"/>
                    </a:cubicBezTo>
                    <a:cubicBezTo>
                      <a:pt x="14731" y="18845"/>
                      <a:pt x="14731" y="18845"/>
                      <a:pt x="14707" y="18900"/>
                    </a:cubicBezTo>
                    <a:cubicBezTo>
                      <a:pt x="14650" y="18911"/>
                      <a:pt x="14650" y="18911"/>
                      <a:pt x="14587" y="18907"/>
                    </a:cubicBezTo>
                    <a:cubicBezTo>
                      <a:pt x="14566" y="18906"/>
                      <a:pt x="14544" y="18905"/>
                      <a:pt x="14523" y="18904"/>
                    </a:cubicBezTo>
                    <a:cubicBezTo>
                      <a:pt x="14507" y="18903"/>
                      <a:pt x="14490" y="18901"/>
                      <a:pt x="14474" y="18900"/>
                    </a:cubicBezTo>
                    <a:cubicBezTo>
                      <a:pt x="14474" y="18939"/>
                      <a:pt x="14474" y="18977"/>
                      <a:pt x="14474" y="19017"/>
                    </a:cubicBezTo>
                    <a:cubicBezTo>
                      <a:pt x="14397" y="19017"/>
                      <a:pt x="14320" y="19017"/>
                      <a:pt x="14240" y="19017"/>
                    </a:cubicBezTo>
                    <a:cubicBezTo>
                      <a:pt x="14240" y="19055"/>
                      <a:pt x="14240" y="19094"/>
                      <a:pt x="14240" y="19133"/>
                    </a:cubicBezTo>
                    <a:cubicBezTo>
                      <a:pt x="14163" y="19133"/>
                      <a:pt x="14086" y="19133"/>
                      <a:pt x="14007" y="19133"/>
                    </a:cubicBezTo>
                    <a:cubicBezTo>
                      <a:pt x="14007" y="19172"/>
                      <a:pt x="14007" y="19210"/>
                      <a:pt x="14007" y="19250"/>
                    </a:cubicBezTo>
                    <a:cubicBezTo>
                      <a:pt x="13891" y="19250"/>
                      <a:pt x="13776" y="19250"/>
                      <a:pt x="13657" y="19250"/>
                    </a:cubicBezTo>
                    <a:cubicBezTo>
                      <a:pt x="13657" y="19288"/>
                      <a:pt x="13657" y="19327"/>
                      <a:pt x="13657" y="19367"/>
                    </a:cubicBezTo>
                    <a:cubicBezTo>
                      <a:pt x="13503" y="19367"/>
                      <a:pt x="13349" y="19367"/>
                      <a:pt x="13190" y="19367"/>
                    </a:cubicBezTo>
                    <a:cubicBezTo>
                      <a:pt x="13190" y="19405"/>
                      <a:pt x="13190" y="19444"/>
                      <a:pt x="13190" y="19483"/>
                    </a:cubicBezTo>
                    <a:cubicBezTo>
                      <a:pt x="12952" y="19606"/>
                      <a:pt x="12753" y="19614"/>
                      <a:pt x="12490" y="19600"/>
                    </a:cubicBezTo>
                    <a:cubicBezTo>
                      <a:pt x="12490" y="19638"/>
                      <a:pt x="12490" y="19677"/>
                      <a:pt x="12490" y="19717"/>
                    </a:cubicBezTo>
                    <a:cubicBezTo>
                      <a:pt x="12298" y="19717"/>
                      <a:pt x="12105" y="19717"/>
                      <a:pt x="11907" y="19717"/>
                    </a:cubicBezTo>
                    <a:cubicBezTo>
                      <a:pt x="11907" y="19755"/>
                      <a:pt x="11907" y="19794"/>
                      <a:pt x="11907" y="19833"/>
                    </a:cubicBezTo>
                    <a:cubicBezTo>
                      <a:pt x="11599" y="19833"/>
                      <a:pt x="11291" y="19833"/>
                      <a:pt x="10974" y="19833"/>
                    </a:cubicBezTo>
                    <a:cubicBezTo>
                      <a:pt x="10974" y="19872"/>
                      <a:pt x="10974" y="19910"/>
                      <a:pt x="10974" y="19950"/>
                    </a:cubicBezTo>
                    <a:cubicBezTo>
                      <a:pt x="10435" y="19950"/>
                      <a:pt x="9896" y="19950"/>
                      <a:pt x="9340" y="19950"/>
                    </a:cubicBezTo>
                    <a:cubicBezTo>
                      <a:pt x="9340" y="19912"/>
                      <a:pt x="9340" y="19873"/>
                      <a:pt x="9340" y="19833"/>
                    </a:cubicBezTo>
                    <a:cubicBezTo>
                      <a:pt x="8994" y="19833"/>
                      <a:pt x="8647" y="19833"/>
                      <a:pt x="8290" y="19833"/>
                    </a:cubicBezTo>
                    <a:cubicBezTo>
                      <a:pt x="8290" y="19795"/>
                      <a:pt x="8290" y="19756"/>
                      <a:pt x="8290" y="19717"/>
                    </a:cubicBezTo>
                    <a:cubicBezTo>
                      <a:pt x="8059" y="19717"/>
                      <a:pt x="7828" y="19717"/>
                      <a:pt x="7590" y="19717"/>
                    </a:cubicBezTo>
                    <a:cubicBezTo>
                      <a:pt x="7590" y="19678"/>
                      <a:pt x="7590" y="19640"/>
                      <a:pt x="7590" y="19600"/>
                    </a:cubicBezTo>
                    <a:cubicBezTo>
                      <a:pt x="7436" y="19600"/>
                      <a:pt x="7282" y="19600"/>
                      <a:pt x="7124" y="19600"/>
                    </a:cubicBezTo>
                    <a:cubicBezTo>
                      <a:pt x="7124" y="19561"/>
                      <a:pt x="7124" y="19523"/>
                      <a:pt x="7124" y="19483"/>
                    </a:cubicBezTo>
                    <a:cubicBezTo>
                      <a:pt x="7008" y="19483"/>
                      <a:pt x="6893" y="19483"/>
                      <a:pt x="6774" y="19483"/>
                    </a:cubicBezTo>
                    <a:cubicBezTo>
                      <a:pt x="6774" y="19445"/>
                      <a:pt x="6774" y="19406"/>
                      <a:pt x="6774" y="19367"/>
                    </a:cubicBezTo>
                    <a:cubicBezTo>
                      <a:pt x="6658" y="19367"/>
                      <a:pt x="6543" y="19367"/>
                      <a:pt x="6424" y="19367"/>
                    </a:cubicBezTo>
                    <a:cubicBezTo>
                      <a:pt x="6424" y="19328"/>
                      <a:pt x="6424" y="19290"/>
                      <a:pt x="6424" y="19250"/>
                    </a:cubicBezTo>
                    <a:cubicBezTo>
                      <a:pt x="6308" y="19250"/>
                      <a:pt x="6193" y="19250"/>
                      <a:pt x="6074" y="19250"/>
                    </a:cubicBezTo>
                    <a:cubicBezTo>
                      <a:pt x="6074" y="19212"/>
                      <a:pt x="6074" y="19173"/>
                      <a:pt x="6074" y="19133"/>
                    </a:cubicBezTo>
                    <a:cubicBezTo>
                      <a:pt x="6035" y="19133"/>
                      <a:pt x="5997" y="19133"/>
                      <a:pt x="5957" y="19133"/>
                    </a:cubicBezTo>
                    <a:cubicBezTo>
                      <a:pt x="5957" y="19095"/>
                      <a:pt x="5957" y="19056"/>
                      <a:pt x="5957" y="19017"/>
                    </a:cubicBezTo>
                    <a:cubicBezTo>
                      <a:pt x="5880" y="19017"/>
                      <a:pt x="5803" y="19017"/>
                      <a:pt x="5724" y="19017"/>
                    </a:cubicBezTo>
                    <a:cubicBezTo>
                      <a:pt x="5724" y="18978"/>
                      <a:pt x="5724" y="18940"/>
                      <a:pt x="5724" y="18900"/>
                    </a:cubicBezTo>
                    <a:cubicBezTo>
                      <a:pt x="5608" y="18900"/>
                      <a:pt x="5493" y="18900"/>
                      <a:pt x="5374" y="18900"/>
                    </a:cubicBezTo>
                    <a:cubicBezTo>
                      <a:pt x="5374" y="18862"/>
                      <a:pt x="5374" y="18823"/>
                      <a:pt x="5374" y="18783"/>
                    </a:cubicBezTo>
                    <a:cubicBezTo>
                      <a:pt x="5358" y="18780"/>
                      <a:pt x="5343" y="18776"/>
                      <a:pt x="5327" y="18773"/>
                    </a:cubicBezTo>
                    <a:cubicBezTo>
                      <a:pt x="5090" y="18716"/>
                      <a:pt x="5090" y="18716"/>
                      <a:pt x="5024" y="18667"/>
                    </a:cubicBezTo>
                    <a:cubicBezTo>
                      <a:pt x="5024" y="18628"/>
                      <a:pt x="5024" y="18590"/>
                      <a:pt x="5024" y="18550"/>
                    </a:cubicBezTo>
                    <a:cubicBezTo>
                      <a:pt x="4947" y="18550"/>
                      <a:pt x="4870" y="18550"/>
                      <a:pt x="4790" y="18550"/>
                    </a:cubicBezTo>
                    <a:cubicBezTo>
                      <a:pt x="4790" y="18511"/>
                      <a:pt x="4790" y="18473"/>
                      <a:pt x="4790" y="18433"/>
                    </a:cubicBezTo>
                    <a:cubicBezTo>
                      <a:pt x="4713" y="18433"/>
                      <a:pt x="4636" y="18433"/>
                      <a:pt x="4557" y="18433"/>
                    </a:cubicBezTo>
                    <a:cubicBezTo>
                      <a:pt x="4557" y="18395"/>
                      <a:pt x="4557" y="18356"/>
                      <a:pt x="4557" y="18317"/>
                    </a:cubicBezTo>
                    <a:cubicBezTo>
                      <a:pt x="4518" y="18317"/>
                      <a:pt x="4480" y="18317"/>
                      <a:pt x="4440" y="18317"/>
                    </a:cubicBezTo>
                    <a:cubicBezTo>
                      <a:pt x="4440" y="18278"/>
                      <a:pt x="4440" y="18240"/>
                      <a:pt x="4440" y="18200"/>
                    </a:cubicBezTo>
                    <a:cubicBezTo>
                      <a:pt x="4363" y="18200"/>
                      <a:pt x="4286" y="18200"/>
                      <a:pt x="4207" y="18200"/>
                    </a:cubicBezTo>
                    <a:cubicBezTo>
                      <a:pt x="4207" y="18162"/>
                      <a:pt x="4207" y="18123"/>
                      <a:pt x="4207" y="18083"/>
                    </a:cubicBezTo>
                    <a:cubicBezTo>
                      <a:pt x="4199" y="18085"/>
                      <a:pt x="4199" y="18085"/>
                      <a:pt x="4156" y="18094"/>
                    </a:cubicBezTo>
                    <a:cubicBezTo>
                      <a:pt x="4134" y="18091"/>
                      <a:pt x="4113" y="18087"/>
                      <a:pt x="4090" y="18083"/>
                    </a:cubicBezTo>
                    <a:cubicBezTo>
                      <a:pt x="4065" y="18046"/>
                      <a:pt x="4065" y="18046"/>
                      <a:pt x="4039" y="17999"/>
                    </a:cubicBezTo>
                    <a:cubicBezTo>
                      <a:pt x="4002" y="17936"/>
                      <a:pt x="3983" y="17912"/>
                      <a:pt x="3914" y="17884"/>
                    </a:cubicBezTo>
                    <a:cubicBezTo>
                      <a:pt x="3856" y="17870"/>
                      <a:pt x="3799" y="17858"/>
                      <a:pt x="3740" y="17850"/>
                    </a:cubicBezTo>
                    <a:cubicBezTo>
                      <a:pt x="3740" y="17811"/>
                      <a:pt x="3740" y="17773"/>
                      <a:pt x="3740" y="17733"/>
                    </a:cubicBezTo>
                    <a:cubicBezTo>
                      <a:pt x="3702" y="17733"/>
                      <a:pt x="3663" y="17733"/>
                      <a:pt x="3624" y="17733"/>
                    </a:cubicBezTo>
                    <a:cubicBezTo>
                      <a:pt x="3624" y="17695"/>
                      <a:pt x="3624" y="17656"/>
                      <a:pt x="3624" y="17617"/>
                    </a:cubicBezTo>
                    <a:cubicBezTo>
                      <a:pt x="3607" y="17620"/>
                      <a:pt x="3590" y="17623"/>
                      <a:pt x="3573" y="17626"/>
                    </a:cubicBezTo>
                    <a:cubicBezTo>
                      <a:pt x="3507" y="17617"/>
                      <a:pt x="3507" y="17617"/>
                      <a:pt x="3449" y="17555"/>
                    </a:cubicBezTo>
                    <a:cubicBezTo>
                      <a:pt x="3429" y="17528"/>
                      <a:pt x="3409" y="17502"/>
                      <a:pt x="3390" y="17474"/>
                    </a:cubicBezTo>
                    <a:cubicBezTo>
                      <a:pt x="3319" y="17376"/>
                      <a:pt x="3270" y="17319"/>
                      <a:pt x="3157" y="17267"/>
                    </a:cubicBezTo>
                    <a:cubicBezTo>
                      <a:pt x="3150" y="17205"/>
                      <a:pt x="3150" y="17205"/>
                      <a:pt x="3157" y="17150"/>
                    </a:cubicBezTo>
                    <a:cubicBezTo>
                      <a:pt x="3118" y="17150"/>
                      <a:pt x="3080" y="17150"/>
                      <a:pt x="3040" y="17150"/>
                    </a:cubicBezTo>
                    <a:cubicBezTo>
                      <a:pt x="3040" y="17112"/>
                      <a:pt x="3040" y="17073"/>
                      <a:pt x="3040" y="17033"/>
                    </a:cubicBezTo>
                    <a:cubicBezTo>
                      <a:pt x="3002" y="17033"/>
                      <a:pt x="2963" y="17033"/>
                      <a:pt x="2924" y="17033"/>
                    </a:cubicBezTo>
                    <a:cubicBezTo>
                      <a:pt x="2924" y="16995"/>
                      <a:pt x="2924" y="16956"/>
                      <a:pt x="2924" y="16917"/>
                    </a:cubicBezTo>
                    <a:cubicBezTo>
                      <a:pt x="2906" y="16919"/>
                      <a:pt x="2889" y="16921"/>
                      <a:pt x="2871" y="16923"/>
                    </a:cubicBezTo>
                    <a:cubicBezTo>
                      <a:pt x="2807" y="16917"/>
                      <a:pt x="2807" y="16917"/>
                      <a:pt x="2759" y="16876"/>
                    </a:cubicBezTo>
                    <a:cubicBezTo>
                      <a:pt x="2744" y="16857"/>
                      <a:pt x="2728" y="16838"/>
                      <a:pt x="2712" y="16819"/>
                    </a:cubicBezTo>
                    <a:cubicBezTo>
                      <a:pt x="2695" y="16798"/>
                      <a:pt x="2678" y="16778"/>
                      <a:pt x="2660" y="16756"/>
                    </a:cubicBezTo>
                    <a:cubicBezTo>
                      <a:pt x="2642" y="16735"/>
                      <a:pt x="2625" y="16713"/>
                      <a:pt x="2606" y="16691"/>
                    </a:cubicBezTo>
                    <a:cubicBezTo>
                      <a:pt x="2499" y="16559"/>
                      <a:pt x="2405" y="16448"/>
                      <a:pt x="2259" y="16360"/>
                    </a:cubicBezTo>
                    <a:cubicBezTo>
                      <a:pt x="2200" y="16316"/>
                      <a:pt x="2188" y="16260"/>
                      <a:pt x="2169" y="16191"/>
                    </a:cubicBezTo>
                    <a:cubicBezTo>
                      <a:pt x="2118" y="16045"/>
                      <a:pt x="2056" y="15997"/>
                      <a:pt x="1929" y="15915"/>
                    </a:cubicBezTo>
                    <a:cubicBezTo>
                      <a:pt x="1842" y="15839"/>
                      <a:pt x="1818" y="15746"/>
                      <a:pt x="1786" y="15638"/>
                    </a:cubicBezTo>
                    <a:cubicBezTo>
                      <a:pt x="1757" y="15575"/>
                      <a:pt x="1757" y="15575"/>
                      <a:pt x="1699" y="15546"/>
                    </a:cubicBezTo>
                    <a:cubicBezTo>
                      <a:pt x="1640" y="15517"/>
                      <a:pt x="1640" y="15517"/>
                      <a:pt x="1608" y="15449"/>
                    </a:cubicBezTo>
                    <a:cubicBezTo>
                      <a:pt x="1591" y="15397"/>
                      <a:pt x="1573" y="15345"/>
                      <a:pt x="1556" y="15292"/>
                    </a:cubicBezTo>
                    <a:cubicBezTo>
                      <a:pt x="1517" y="15212"/>
                      <a:pt x="1487" y="15201"/>
                      <a:pt x="1407" y="15167"/>
                    </a:cubicBezTo>
                    <a:cubicBezTo>
                      <a:pt x="1400" y="15105"/>
                      <a:pt x="1400" y="15105"/>
                      <a:pt x="1407" y="15050"/>
                    </a:cubicBezTo>
                    <a:cubicBezTo>
                      <a:pt x="1368" y="15050"/>
                      <a:pt x="1330" y="15050"/>
                      <a:pt x="1290" y="15050"/>
                    </a:cubicBezTo>
                    <a:cubicBezTo>
                      <a:pt x="1290" y="14934"/>
                      <a:pt x="1290" y="14819"/>
                      <a:pt x="1290" y="14700"/>
                    </a:cubicBezTo>
                    <a:cubicBezTo>
                      <a:pt x="1252" y="14700"/>
                      <a:pt x="1213" y="14700"/>
                      <a:pt x="1174" y="14700"/>
                    </a:cubicBezTo>
                    <a:cubicBezTo>
                      <a:pt x="1174" y="14623"/>
                      <a:pt x="1174" y="14546"/>
                      <a:pt x="1174" y="14467"/>
                    </a:cubicBezTo>
                    <a:cubicBezTo>
                      <a:pt x="1135" y="14467"/>
                      <a:pt x="1097" y="14467"/>
                      <a:pt x="1057" y="14467"/>
                    </a:cubicBezTo>
                    <a:cubicBezTo>
                      <a:pt x="1057" y="14390"/>
                      <a:pt x="1057" y="14313"/>
                      <a:pt x="1057" y="14233"/>
                    </a:cubicBezTo>
                    <a:cubicBezTo>
                      <a:pt x="1018" y="14233"/>
                      <a:pt x="980" y="14233"/>
                      <a:pt x="940" y="14233"/>
                    </a:cubicBezTo>
                    <a:cubicBezTo>
                      <a:pt x="940" y="14156"/>
                      <a:pt x="940" y="14079"/>
                      <a:pt x="940" y="14000"/>
                    </a:cubicBezTo>
                    <a:cubicBezTo>
                      <a:pt x="902" y="14000"/>
                      <a:pt x="863" y="14000"/>
                      <a:pt x="824" y="14000"/>
                    </a:cubicBezTo>
                    <a:cubicBezTo>
                      <a:pt x="824" y="13962"/>
                      <a:pt x="824" y="13923"/>
                      <a:pt x="824" y="13883"/>
                    </a:cubicBezTo>
                    <a:cubicBezTo>
                      <a:pt x="785" y="13883"/>
                      <a:pt x="747" y="13883"/>
                      <a:pt x="707" y="13883"/>
                    </a:cubicBezTo>
                    <a:cubicBezTo>
                      <a:pt x="707" y="13729"/>
                      <a:pt x="707" y="13575"/>
                      <a:pt x="707" y="13417"/>
                    </a:cubicBezTo>
                    <a:cubicBezTo>
                      <a:pt x="668" y="13417"/>
                      <a:pt x="630" y="13417"/>
                      <a:pt x="590" y="13417"/>
                    </a:cubicBezTo>
                    <a:cubicBezTo>
                      <a:pt x="590" y="13301"/>
                      <a:pt x="590" y="13186"/>
                      <a:pt x="590" y="13067"/>
                    </a:cubicBezTo>
                    <a:cubicBezTo>
                      <a:pt x="552" y="13067"/>
                      <a:pt x="513" y="13067"/>
                      <a:pt x="474" y="13067"/>
                    </a:cubicBezTo>
                    <a:cubicBezTo>
                      <a:pt x="474" y="12990"/>
                      <a:pt x="474" y="12913"/>
                      <a:pt x="474" y="12833"/>
                    </a:cubicBezTo>
                    <a:cubicBezTo>
                      <a:pt x="435" y="12833"/>
                      <a:pt x="397" y="12833"/>
                      <a:pt x="357" y="12833"/>
                    </a:cubicBezTo>
                    <a:cubicBezTo>
                      <a:pt x="357" y="12679"/>
                      <a:pt x="357" y="12525"/>
                      <a:pt x="357" y="12367"/>
                    </a:cubicBezTo>
                    <a:cubicBezTo>
                      <a:pt x="318" y="12367"/>
                      <a:pt x="280" y="12367"/>
                      <a:pt x="240" y="12367"/>
                    </a:cubicBezTo>
                    <a:cubicBezTo>
                      <a:pt x="240" y="12174"/>
                      <a:pt x="240" y="11982"/>
                      <a:pt x="240" y="11783"/>
                    </a:cubicBezTo>
                    <a:cubicBezTo>
                      <a:pt x="202" y="11783"/>
                      <a:pt x="163" y="11783"/>
                      <a:pt x="124" y="11783"/>
                    </a:cubicBezTo>
                    <a:cubicBezTo>
                      <a:pt x="124" y="11398"/>
                      <a:pt x="124" y="11013"/>
                      <a:pt x="124" y="10617"/>
                    </a:cubicBezTo>
                    <a:cubicBezTo>
                      <a:pt x="85" y="10617"/>
                      <a:pt x="47" y="10617"/>
                      <a:pt x="7" y="10617"/>
                    </a:cubicBezTo>
                    <a:cubicBezTo>
                      <a:pt x="6" y="10443"/>
                      <a:pt x="5" y="10269"/>
                      <a:pt x="4" y="10095"/>
                    </a:cubicBezTo>
                    <a:cubicBezTo>
                      <a:pt x="4" y="10014"/>
                      <a:pt x="3" y="9933"/>
                      <a:pt x="3" y="9853"/>
                    </a:cubicBezTo>
                    <a:cubicBezTo>
                      <a:pt x="2" y="9775"/>
                      <a:pt x="2" y="9697"/>
                      <a:pt x="1" y="9619"/>
                    </a:cubicBezTo>
                    <a:cubicBezTo>
                      <a:pt x="1" y="9589"/>
                      <a:pt x="1" y="9559"/>
                      <a:pt x="1" y="9530"/>
                    </a:cubicBezTo>
                    <a:cubicBezTo>
                      <a:pt x="0" y="9488"/>
                      <a:pt x="0" y="9446"/>
                      <a:pt x="0" y="9405"/>
                    </a:cubicBezTo>
                    <a:cubicBezTo>
                      <a:pt x="0" y="9381"/>
                      <a:pt x="0" y="9357"/>
                      <a:pt x="0" y="9333"/>
                    </a:cubicBezTo>
                    <a:cubicBezTo>
                      <a:pt x="7" y="9275"/>
                      <a:pt x="7" y="9275"/>
                      <a:pt x="65" y="9217"/>
                    </a:cubicBezTo>
                    <a:cubicBezTo>
                      <a:pt x="74" y="9154"/>
                      <a:pt x="80" y="9095"/>
                      <a:pt x="84" y="9032"/>
                    </a:cubicBezTo>
                    <a:cubicBezTo>
                      <a:pt x="85" y="9014"/>
                      <a:pt x="86" y="8996"/>
                      <a:pt x="87" y="8978"/>
                    </a:cubicBezTo>
                    <a:cubicBezTo>
                      <a:pt x="91" y="8920"/>
                      <a:pt x="95" y="8862"/>
                      <a:pt x="98" y="8805"/>
                    </a:cubicBezTo>
                    <a:cubicBezTo>
                      <a:pt x="101" y="8766"/>
                      <a:pt x="103" y="8727"/>
                      <a:pt x="106" y="8687"/>
                    </a:cubicBezTo>
                    <a:cubicBezTo>
                      <a:pt x="112" y="8592"/>
                      <a:pt x="118" y="8496"/>
                      <a:pt x="124" y="8400"/>
                    </a:cubicBezTo>
                    <a:cubicBezTo>
                      <a:pt x="162" y="8400"/>
                      <a:pt x="201" y="8400"/>
                      <a:pt x="240" y="8400"/>
                    </a:cubicBezTo>
                    <a:cubicBezTo>
                      <a:pt x="240" y="8207"/>
                      <a:pt x="240" y="8015"/>
                      <a:pt x="240" y="7817"/>
                    </a:cubicBezTo>
                    <a:cubicBezTo>
                      <a:pt x="279" y="7817"/>
                      <a:pt x="317" y="7817"/>
                      <a:pt x="357" y="7817"/>
                    </a:cubicBezTo>
                    <a:cubicBezTo>
                      <a:pt x="357" y="7624"/>
                      <a:pt x="357" y="7432"/>
                      <a:pt x="357" y="7233"/>
                    </a:cubicBezTo>
                    <a:cubicBezTo>
                      <a:pt x="395" y="7233"/>
                      <a:pt x="434" y="7233"/>
                      <a:pt x="474" y="7233"/>
                    </a:cubicBezTo>
                    <a:cubicBezTo>
                      <a:pt x="472" y="7217"/>
                      <a:pt x="471" y="7201"/>
                      <a:pt x="470" y="7184"/>
                    </a:cubicBezTo>
                    <a:cubicBezTo>
                      <a:pt x="462" y="7023"/>
                      <a:pt x="480" y="6882"/>
                      <a:pt x="521" y="6727"/>
                    </a:cubicBezTo>
                    <a:cubicBezTo>
                      <a:pt x="525" y="6709"/>
                      <a:pt x="529" y="6692"/>
                      <a:pt x="533" y="6674"/>
                    </a:cubicBezTo>
                    <a:cubicBezTo>
                      <a:pt x="569" y="6550"/>
                      <a:pt x="616" y="6507"/>
                      <a:pt x="726" y="6444"/>
                    </a:cubicBezTo>
                    <a:cubicBezTo>
                      <a:pt x="765" y="6417"/>
                      <a:pt x="765" y="6417"/>
                      <a:pt x="795" y="6354"/>
                    </a:cubicBezTo>
                    <a:cubicBezTo>
                      <a:pt x="799" y="6334"/>
                      <a:pt x="802" y="6314"/>
                      <a:pt x="805" y="6293"/>
                    </a:cubicBezTo>
                    <a:cubicBezTo>
                      <a:pt x="809" y="6272"/>
                      <a:pt x="813" y="6252"/>
                      <a:pt x="817" y="6230"/>
                    </a:cubicBezTo>
                    <a:cubicBezTo>
                      <a:pt x="819" y="6215"/>
                      <a:pt x="821" y="6199"/>
                      <a:pt x="824" y="6183"/>
                    </a:cubicBezTo>
                    <a:cubicBezTo>
                      <a:pt x="862" y="6183"/>
                      <a:pt x="901" y="6183"/>
                      <a:pt x="940" y="6183"/>
                    </a:cubicBezTo>
                    <a:cubicBezTo>
                      <a:pt x="944" y="6169"/>
                      <a:pt x="947" y="6155"/>
                      <a:pt x="951" y="6141"/>
                    </a:cubicBezTo>
                    <a:cubicBezTo>
                      <a:pt x="986" y="5999"/>
                      <a:pt x="1022" y="5858"/>
                      <a:pt x="1057" y="5717"/>
                    </a:cubicBezTo>
                    <a:cubicBezTo>
                      <a:pt x="1095" y="5717"/>
                      <a:pt x="1134" y="5717"/>
                      <a:pt x="1174" y="5717"/>
                    </a:cubicBezTo>
                    <a:cubicBezTo>
                      <a:pt x="1174" y="5640"/>
                      <a:pt x="1174" y="5563"/>
                      <a:pt x="1174" y="5483"/>
                    </a:cubicBezTo>
                    <a:cubicBezTo>
                      <a:pt x="1212" y="5483"/>
                      <a:pt x="1251" y="5483"/>
                      <a:pt x="1290" y="5483"/>
                    </a:cubicBezTo>
                    <a:cubicBezTo>
                      <a:pt x="1294" y="5469"/>
                      <a:pt x="1297" y="5455"/>
                      <a:pt x="1301" y="5441"/>
                    </a:cubicBezTo>
                    <a:cubicBezTo>
                      <a:pt x="1311" y="5399"/>
                      <a:pt x="1322" y="5358"/>
                      <a:pt x="1333" y="5317"/>
                    </a:cubicBezTo>
                    <a:cubicBezTo>
                      <a:pt x="1343" y="5274"/>
                      <a:pt x="1352" y="5230"/>
                      <a:pt x="1359" y="5187"/>
                    </a:cubicBezTo>
                    <a:cubicBezTo>
                      <a:pt x="1388" y="5032"/>
                      <a:pt x="1388" y="5032"/>
                      <a:pt x="1448" y="4984"/>
                    </a:cubicBezTo>
                    <a:cubicBezTo>
                      <a:pt x="1479" y="4967"/>
                      <a:pt x="1510" y="4950"/>
                      <a:pt x="1542" y="4933"/>
                    </a:cubicBezTo>
                    <a:cubicBezTo>
                      <a:pt x="1597" y="4888"/>
                      <a:pt x="1599" y="4852"/>
                      <a:pt x="1611" y="4783"/>
                    </a:cubicBezTo>
                    <a:cubicBezTo>
                      <a:pt x="1630" y="4675"/>
                      <a:pt x="1630" y="4675"/>
                      <a:pt x="1680" y="4634"/>
                    </a:cubicBezTo>
                    <a:cubicBezTo>
                      <a:pt x="1696" y="4625"/>
                      <a:pt x="1712" y="4617"/>
                      <a:pt x="1728" y="4608"/>
                    </a:cubicBezTo>
                    <a:cubicBezTo>
                      <a:pt x="1776" y="4582"/>
                      <a:pt x="1776" y="4582"/>
                      <a:pt x="1815" y="4550"/>
                    </a:cubicBezTo>
                    <a:cubicBezTo>
                      <a:pt x="1829" y="4499"/>
                      <a:pt x="1829" y="4499"/>
                      <a:pt x="1837" y="4441"/>
                    </a:cubicBezTo>
                    <a:cubicBezTo>
                      <a:pt x="1856" y="4332"/>
                      <a:pt x="1894" y="4292"/>
                      <a:pt x="1979" y="4228"/>
                    </a:cubicBezTo>
                    <a:cubicBezTo>
                      <a:pt x="2005" y="4210"/>
                      <a:pt x="2032" y="4192"/>
                      <a:pt x="2059" y="4175"/>
                    </a:cubicBezTo>
                    <a:cubicBezTo>
                      <a:pt x="2122" y="4133"/>
                      <a:pt x="2159" y="4105"/>
                      <a:pt x="2180" y="4030"/>
                    </a:cubicBezTo>
                    <a:cubicBezTo>
                      <a:pt x="2184" y="4011"/>
                      <a:pt x="2187" y="3991"/>
                      <a:pt x="2191" y="3971"/>
                    </a:cubicBezTo>
                    <a:cubicBezTo>
                      <a:pt x="2221" y="3820"/>
                      <a:pt x="2310" y="3757"/>
                      <a:pt x="2428" y="3668"/>
                    </a:cubicBezTo>
                    <a:cubicBezTo>
                      <a:pt x="2465" y="3639"/>
                      <a:pt x="2502" y="3609"/>
                      <a:pt x="2539" y="3580"/>
                    </a:cubicBezTo>
                    <a:cubicBezTo>
                      <a:pt x="2555" y="3567"/>
                      <a:pt x="2572" y="3555"/>
                      <a:pt x="2589" y="3542"/>
                    </a:cubicBezTo>
                    <a:cubicBezTo>
                      <a:pt x="2632" y="3500"/>
                      <a:pt x="2632" y="3500"/>
                      <a:pt x="2663" y="3437"/>
                    </a:cubicBezTo>
                    <a:cubicBezTo>
                      <a:pt x="2672" y="3419"/>
                      <a:pt x="2681" y="3402"/>
                      <a:pt x="2690" y="3383"/>
                    </a:cubicBezTo>
                    <a:cubicBezTo>
                      <a:pt x="2752" y="3376"/>
                      <a:pt x="2752" y="3376"/>
                      <a:pt x="2807" y="3383"/>
                    </a:cubicBezTo>
                    <a:cubicBezTo>
                      <a:pt x="2807" y="3345"/>
                      <a:pt x="2807" y="3306"/>
                      <a:pt x="2807" y="3267"/>
                    </a:cubicBezTo>
                    <a:cubicBezTo>
                      <a:pt x="2845" y="3267"/>
                      <a:pt x="2884" y="3267"/>
                      <a:pt x="2924" y="3267"/>
                    </a:cubicBezTo>
                    <a:cubicBezTo>
                      <a:pt x="2924" y="3228"/>
                      <a:pt x="2924" y="3190"/>
                      <a:pt x="2924" y="3150"/>
                    </a:cubicBezTo>
                    <a:cubicBezTo>
                      <a:pt x="2962" y="3150"/>
                      <a:pt x="3001" y="3150"/>
                      <a:pt x="3040" y="3150"/>
                    </a:cubicBezTo>
                    <a:cubicBezTo>
                      <a:pt x="3040" y="3112"/>
                      <a:pt x="3040" y="3073"/>
                      <a:pt x="3040" y="3033"/>
                    </a:cubicBezTo>
                    <a:cubicBezTo>
                      <a:pt x="3079" y="3033"/>
                      <a:pt x="3117" y="3033"/>
                      <a:pt x="3157" y="3033"/>
                    </a:cubicBezTo>
                    <a:cubicBezTo>
                      <a:pt x="3155" y="3016"/>
                      <a:pt x="3153" y="2999"/>
                      <a:pt x="3151" y="2981"/>
                    </a:cubicBezTo>
                    <a:cubicBezTo>
                      <a:pt x="3157" y="2917"/>
                      <a:pt x="3157" y="2917"/>
                      <a:pt x="3198" y="2869"/>
                    </a:cubicBezTo>
                    <a:cubicBezTo>
                      <a:pt x="3207" y="2861"/>
                      <a:pt x="3207" y="2861"/>
                      <a:pt x="3255" y="2822"/>
                    </a:cubicBezTo>
                    <a:cubicBezTo>
                      <a:pt x="3276" y="2805"/>
                      <a:pt x="3296" y="2788"/>
                      <a:pt x="3317" y="2770"/>
                    </a:cubicBezTo>
                    <a:cubicBezTo>
                      <a:pt x="3339" y="2752"/>
                      <a:pt x="3361" y="2734"/>
                      <a:pt x="3383" y="2716"/>
                    </a:cubicBezTo>
                    <a:cubicBezTo>
                      <a:pt x="3514" y="2608"/>
                      <a:pt x="3626" y="2514"/>
                      <a:pt x="3714" y="2368"/>
                    </a:cubicBezTo>
                    <a:cubicBezTo>
                      <a:pt x="3757" y="2311"/>
                      <a:pt x="3808" y="2302"/>
                      <a:pt x="3875" y="2286"/>
                    </a:cubicBezTo>
                    <a:cubicBezTo>
                      <a:pt x="4042" y="2229"/>
                      <a:pt x="4123" y="2125"/>
                      <a:pt x="4224" y="1985"/>
                    </a:cubicBezTo>
                    <a:cubicBezTo>
                      <a:pt x="4311" y="1869"/>
                      <a:pt x="4311" y="1869"/>
                      <a:pt x="4390" y="1856"/>
                    </a:cubicBezTo>
                    <a:cubicBezTo>
                      <a:pt x="4407" y="1860"/>
                      <a:pt x="4423" y="1863"/>
                      <a:pt x="4440" y="1867"/>
                    </a:cubicBezTo>
                    <a:cubicBezTo>
                      <a:pt x="4440" y="1828"/>
                      <a:pt x="4440" y="1790"/>
                      <a:pt x="4440" y="1750"/>
                    </a:cubicBezTo>
                    <a:cubicBezTo>
                      <a:pt x="4517" y="1750"/>
                      <a:pt x="4594" y="1750"/>
                      <a:pt x="4674" y="1750"/>
                    </a:cubicBezTo>
                    <a:cubicBezTo>
                      <a:pt x="4674" y="1712"/>
                      <a:pt x="4674" y="1673"/>
                      <a:pt x="4674" y="1633"/>
                    </a:cubicBezTo>
                    <a:cubicBezTo>
                      <a:pt x="4712" y="1633"/>
                      <a:pt x="4751" y="1633"/>
                      <a:pt x="4790" y="1633"/>
                    </a:cubicBezTo>
                    <a:cubicBezTo>
                      <a:pt x="4790" y="1595"/>
                      <a:pt x="4790" y="1556"/>
                      <a:pt x="4790" y="1517"/>
                    </a:cubicBezTo>
                    <a:cubicBezTo>
                      <a:pt x="4802" y="1514"/>
                      <a:pt x="4814" y="1511"/>
                      <a:pt x="4827" y="1508"/>
                    </a:cubicBezTo>
                    <a:cubicBezTo>
                      <a:pt x="4882" y="1494"/>
                      <a:pt x="4936" y="1480"/>
                      <a:pt x="4991" y="1466"/>
                    </a:cubicBezTo>
                    <a:cubicBezTo>
                      <a:pt x="5000" y="1463"/>
                      <a:pt x="5000" y="1463"/>
                      <a:pt x="5048" y="1452"/>
                    </a:cubicBezTo>
                    <a:cubicBezTo>
                      <a:pt x="5190" y="1414"/>
                      <a:pt x="5190" y="1414"/>
                      <a:pt x="5237" y="1338"/>
                    </a:cubicBezTo>
                    <a:cubicBezTo>
                      <a:pt x="5240" y="1329"/>
                      <a:pt x="5240" y="1329"/>
                      <a:pt x="5257" y="1283"/>
                    </a:cubicBezTo>
                    <a:cubicBezTo>
                      <a:pt x="5319" y="1276"/>
                      <a:pt x="5319" y="1276"/>
                      <a:pt x="5374" y="1283"/>
                    </a:cubicBezTo>
                    <a:cubicBezTo>
                      <a:pt x="5374" y="1245"/>
                      <a:pt x="5374" y="1206"/>
                      <a:pt x="5374" y="1167"/>
                    </a:cubicBezTo>
                    <a:cubicBezTo>
                      <a:pt x="5451" y="1167"/>
                      <a:pt x="5528" y="1167"/>
                      <a:pt x="5607" y="1167"/>
                    </a:cubicBezTo>
                    <a:cubicBezTo>
                      <a:pt x="5607" y="1128"/>
                      <a:pt x="5607" y="1090"/>
                      <a:pt x="5607" y="1050"/>
                    </a:cubicBezTo>
                    <a:cubicBezTo>
                      <a:pt x="5619" y="1047"/>
                      <a:pt x="5631" y="1044"/>
                      <a:pt x="5644" y="1041"/>
                    </a:cubicBezTo>
                    <a:cubicBezTo>
                      <a:pt x="5698" y="1028"/>
                      <a:pt x="5753" y="1013"/>
                      <a:pt x="5808" y="999"/>
                    </a:cubicBezTo>
                    <a:cubicBezTo>
                      <a:pt x="5817" y="997"/>
                      <a:pt x="5817" y="997"/>
                      <a:pt x="5865" y="985"/>
                    </a:cubicBezTo>
                    <a:cubicBezTo>
                      <a:pt x="5918" y="971"/>
                      <a:pt x="5966" y="957"/>
                      <a:pt x="6015" y="933"/>
                    </a:cubicBezTo>
                    <a:cubicBezTo>
                      <a:pt x="6050" y="871"/>
                      <a:pt x="6050" y="871"/>
                      <a:pt x="6074" y="817"/>
                    </a:cubicBezTo>
                    <a:cubicBezTo>
                      <a:pt x="6130" y="805"/>
                      <a:pt x="6130" y="805"/>
                      <a:pt x="6194" y="809"/>
                    </a:cubicBezTo>
                    <a:cubicBezTo>
                      <a:pt x="6205" y="810"/>
                      <a:pt x="6205" y="810"/>
                      <a:pt x="6258" y="813"/>
                    </a:cubicBezTo>
                    <a:cubicBezTo>
                      <a:pt x="6274" y="814"/>
                      <a:pt x="6290" y="815"/>
                      <a:pt x="6307" y="817"/>
                    </a:cubicBezTo>
                    <a:cubicBezTo>
                      <a:pt x="6307" y="778"/>
                      <a:pt x="6307" y="740"/>
                      <a:pt x="6307" y="700"/>
                    </a:cubicBezTo>
                    <a:cubicBezTo>
                      <a:pt x="6422" y="700"/>
                      <a:pt x="6538" y="700"/>
                      <a:pt x="6657" y="700"/>
                    </a:cubicBezTo>
                    <a:cubicBezTo>
                      <a:pt x="6657" y="662"/>
                      <a:pt x="6657" y="623"/>
                      <a:pt x="6657" y="583"/>
                    </a:cubicBezTo>
                    <a:cubicBezTo>
                      <a:pt x="6772" y="583"/>
                      <a:pt x="6888" y="583"/>
                      <a:pt x="7007" y="583"/>
                    </a:cubicBezTo>
                    <a:cubicBezTo>
                      <a:pt x="7007" y="545"/>
                      <a:pt x="7007" y="506"/>
                      <a:pt x="7007" y="467"/>
                    </a:cubicBezTo>
                    <a:cubicBezTo>
                      <a:pt x="7123" y="467"/>
                      <a:pt x="7238" y="467"/>
                      <a:pt x="7357" y="467"/>
                    </a:cubicBezTo>
                    <a:cubicBezTo>
                      <a:pt x="7357" y="428"/>
                      <a:pt x="7357" y="390"/>
                      <a:pt x="7357" y="350"/>
                    </a:cubicBezTo>
                    <a:cubicBezTo>
                      <a:pt x="7549" y="350"/>
                      <a:pt x="7742" y="350"/>
                      <a:pt x="7940" y="350"/>
                    </a:cubicBezTo>
                    <a:cubicBezTo>
                      <a:pt x="7940" y="311"/>
                      <a:pt x="7940" y="273"/>
                      <a:pt x="7940" y="233"/>
                    </a:cubicBezTo>
                    <a:cubicBezTo>
                      <a:pt x="7954" y="232"/>
                      <a:pt x="7968" y="230"/>
                      <a:pt x="7982" y="229"/>
                    </a:cubicBezTo>
                    <a:cubicBezTo>
                      <a:pt x="8045" y="222"/>
                      <a:pt x="8107" y="215"/>
                      <a:pt x="8170" y="208"/>
                    </a:cubicBezTo>
                    <a:cubicBezTo>
                      <a:pt x="8192" y="206"/>
                      <a:pt x="8214" y="203"/>
                      <a:pt x="8236" y="201"/>
                    </a:cubicBezTo>
                    <a:cubicBezTo>
                      <a:pt x="8257" y="198"/>
                      <a:pt x="8278" y="196"/>
                      <a:pt x="8299" y="193"/>
                    </a:cubicBezTo>
                    <a:cubicBezTo>
                      <a:pt x="8318" y="191"/>
                      <a:pt x="8338" y="189"/>
                      <a:pt x="8358" y="187"/>
                    </a:cubicBezTo>
                    <a:cubicBezTo>
                      <a:pt x="8407" y="175"/>
                      <a:pt x="8407" y="175"/>
                      <a:pt x="8465" y="117"/>
                    </a:cubicBezTo>
                    <a:cubicBezTo>
                      <a:pt x="8524" y="112"/>
                      <a:pt x="8578" y="110"/>
                      <a:pt x="8637" y="111"/>
                    </a:cubicBezTo>
                    <a:cubicBezTo>
                      <a:pt x="8645" y="111"/>
                      <a:pt x="8645" y="111"/>
                      <a:pt x="8688" y="111"/>
                    </a:cubicBezTo>
                    <a:cubicBezTo>
                      <a:pt x="8741" y="112"/>
                      <a:pt x="8795" y="112"/>
                      <a:pt x="8848" y="113"/>
                    </a:cubicBezTo>
                    <a:cubicBezTo>
                      <a:pt x="8884" y="113"/>
                      <a:pt x="8921" y="114"/>
                      <a:pt x="8957" y="114"/>
                    </a:cubicBezTo>
                    <a:cubicBezTo>
                      <a:pt x="9046" y="114"/>
                      <a:pt x="9135" y="115"/>
                      <a:pt x="9224" y="117"/>
                    </a:cubicBezTo>
                    <a:cubicBezTo>
                      <a:pt x="9224" y="78"/>
                      <a:pt x="9224" y="40"/>
                      <a:pt x="9224" y="0"/>
                    </a:cubicBezTo>
                    <a:close/>
                    <a:moveTo>
                      <a:pt x="9107" y="700"/>
                    </a:moveTo>
                    <a:cubicBezTo>
                      <a:pt x="9107" y="739"/>
                      <a:pt x="9107" y="777"/>
                      <a:pt x="9107" y="817"/>
                    </a:cubicBezTo>
                    <a:cubicBezTo>
                      <a:pt x="8914" y="817"/>
                      <a:pt x="8722" y="817"/>
                      <a:pt x="8524" y="817"/>
                    </a:cubicBezTo>
                    <a:cubicBezTo>
                      <a:pt x="8524" y="855"/>
                      <a:pt x="8524" y="894"/>
                      <a:pt x="8524" y="933"/>
                    </a:cubicBezTo>
                    <a:cubicBezTo>
                      <a:pt x="8370" y="933"/>
                      <a:pt x="8216" y="933"/>
                      <a:pt x="8057" y="933"/>
                    </a:cubicBezTo>
                    <a:cubicBezTo>
                      <a:pt x="8057" y="972"/>
                      <a:pt x="8057" y="1010"/>
                      <a:pt x="8057" y="1050"/>
                    </a:cubicBezTo>
                    <a:cubicBezTo>
                      <a:pt x="7903" y="1050"/>
                      <a:pt x="7749" y="1050"/>
                      <a:pt x="7590" y="1050"/>
                    </a:cubicBezTo>
                    <a:cubicBezTo>
                      <a:pt x="7590" y="1088"/>
                      <a:pt x="7590" y="1127"/>
                      <a:pt x="7590" y="1167"/>
                    </a:cubicBezTo>
                    <a:cubicBezTo>
                      <a:pt x="7475" y="1167"/>
                      <a:pt x="7359" y="1167"/>
                      <a:pt x="7240" y="1167"/>
                    </a:cubicBezTo>
                    <a:cubicBezTo>
                      <a:pt x="7240" y="1205"/>
                      <a:pt x="7240" y="1244"/>
                      <a:pt x="7240" y="1283"/>
                    </a:cubicBezTo>
                    <a:cubicBezTo>
                      <a:pt x="7125" y="1283"/>
                      <a:pt x="7009" y="1283"/>
                      <a:pt x="6890" y="1283"/>
                    </a:cubicBezTo>
                    <a:cubicBezTo>
                      <a:pt x="6890" y="1322"/>
                      <a:pt x="6890" y="1360"/>
                      <a:pt x="6890" y="1400"/>
                    </a:cubicBezTo>
                    <a:cubicBezTo>
                      <a:pt x="6813" y="1400"/>
                      <a:pt x="6736" y="1400"/>
                      <a:pt x="6657" y="1400"/>
                    </a:cubicBezTo>
                    <a:cubicBezTo>
                      <a:pt x="6657" y="1439"/>
                      <a:pt x="6657" y="1477"/>
                      <a:pt x="6657" y="1517"/>
                    </a:cubicBezTo>
                    <a:cubicBezTo>
                      <a:pt x="6580" y="1517"/>
                      <a:pt x="6503" y="1517"/>
                      <a:pt x="6424" y="1517"/>
                    </a:cubicBezTo>
                    <a:cubicBezTo>
                      <a:pt x="6424" y="1555"/>
                      <a:pt x="6424" y="1594"/>
                      <a:pt x="6424" y="1633"/>
                    </a:cubicBezTo>
                    <a:cubicBezTo>
                      <a:pt x="6347" y="1633"/>
                      <a:pt x="6270" y="1633"/>
                      <a:pt x="6190" y="1633"/>
                    </a:cubicBezTo>
                    <a:cubicBezTo>
                      <a:pt x="6190" y="1672"/>
                      <a:pt x="6190" y="1710"/>
                      <a:pt x="6190" y="1750"/>
                    </a:cubicBezTo>
                    <a:cubicBezTo>
                      <a:pt x="6113" y="1750"/>
                      <a:pt x="6036" y="1750"/>
                      <a:pt x="5957" y="1750"/>
                    </a:cubicBezTo>
                    <a:cubicBezTo>
                      <a:pt x="5957" y="1788"/>
                      <a:pt x="5957" y="1827"/>
                      <a:pt x="5957" y="1867"/>
                    </a:cubicBezTo>
                    <a:cubicBezTo>
                      <a:pt x="5880" y="1867"/>
                      <a:pt x="5803" y="1867"/>
                      <a:pt x="5724" y="1867"/>
                    </a:cubicBezTo>
                    <a:cubicBezTo>
                      <a:pt x="5724" y="1905"/>
                      <a:pt x="5724" y="1944"/>
                      <a:pt x="5724" y="1983"/>
                    </a:cubicBezTo>
                    <a:cubicBezTo>
                      <a:pt x="5647" y="1983"/>
                      <a:pt x="5570" y="1983"/>
                      <a:pt x="5490" y="1983"/>
                    </a:cubicBezTo>
                    <a:cubicBezTo>
                      <a:pt x="5490" y="2022"/>
                      <a:pt x="5490" y="2060"/>
                      <a:pt x="5490" y="2100"/>
                    </a:cubicBezTo>
                    <a:cubicBezTo>
                      <a:pt x="5452" y="2100"/>
                      <a:pt x="5413" y="2100"/>
                      <a:pt x="5374" y="2100"/>
                    </a:cubicBezTo>
                    <a:cubicBezTo>
                      <a:pt x="5374" y="2138"/>
                      <a:pt x="5374" y="2177"/>
                      <a:pt x="5374" y="2217"/>
                    </a:cubicBezTo>
                    <a:cubicBezTo>
                      <a:pt x="5297" y="2217"/>
                      <a:pt x="5220" y="2217"/>
                      <a:pt x="5140" y="2217"/>
                    </a:cubicBezTo>
                    <a:cubicBezTo>
                      <a:pt x="5140" y="2255"/>
                      <a:pt x="5140" y="2294"/>
                      <a:pt x="5140" y="2333"/>
                    </a:cubicBezTo>
                    <a:cubicBezTo>
                      <a:pt x="5063" y="2333"/>
                      <a:pt x="4986" y="2333"/>
                      <a:pt x="4907" y="2333"/>
                    </a:cubicBezTo>
                    <a:cubicBezTo>
                      <a:pt x="4907" y="2372"/>
                      <a:pt x="4907" y="2410"/>
                      <a:pt x="4907" y="2450"/>
                    </a:cubicBezTo>
                    <a:cubicBezTo>
                      <a:pt x="4868" y="2450"/>
                      <a:pt x="4830" y="2450"/>
                      <a:pt x="4790" y="2450"/>
                    </a:cubicBezTo>
                    <a:cubicBezTo>
                      <a:pt x="4790" y="2489"/>
                      <a:pt x="4790" y="2527"/>
                      <a:pt x="4790" y="2567"/>
                    </a:cubicBezTo>
                    <a:cubicBezTo>
                      <a:pt x="4713" y="2567"/>
                      <a:pt x="4636" y="2567"/>
                      <a:pt x="4557" y="2567"/>
                    </a:cubicBezTo>
                    <a:cubicBezTo>
                      <a:pt x="4557" y="2605"/>
                      <a:pt x="4557" y="2644"/>
                      <a:pt x="4557" y="2683"/>
                    </a:cubicBezTo>
                    <a:cubicBezTo>
                      <a:pt x="4518" y="2683"/>
                      <a:pt x="4480" y="2683"/>
                      <a:pt x="4440" y="2683"/>
                    </a:cubicBezTo>
                    <a:cubicBezTo>
                      <a:pt x="4440" y="2722"/>
                      <a:pt x="4440" y="2760"/>
                      <a:pt x="4440" y="2800"/>
                    </a:cubicBezTo>
                    <a:cubicBezTo>
                      <a:pt x="4402" y="2800"/>
                      <a:pt x="4363" y="2800"/>
                      <a:pt x="4324" y="2800"/>
                    </a:cubicBezTo>
                    <a:cubicBezTo>
                      <a:pt x="4324" y="2838"/>
                      <a:pt x="4324" y="2877"/>
                      <a:pt x="4324" y="2917"/>
                    </a:cubicBezTo>
                    <a:cubicBezTo>
                      <a:pt x="4285" y="2917"/>
                      <a:pt x="4247" y="2917"/>
                      <a:pt x="4207" y="2917"/>
                    </a:cubicBezTo>
                    <a:cubicBezTo>
                      <a:pt x="4207" y="2955"/>
                      <a:pt x="4207" y="2994"/>
                      <a:pt x="4207" y="3033"/>
                    </a:cubicBezTo>
                    <a:cubicBezTo>
                      <a:pt x="4130" y="3033"/>
                      <a:pt x="4053" y="3033"/>
                      <a:pt x="3974" y="3033"/>
                    </a:cubicBezTo>
                    <a:cubicBezTo>
                      <a:pt x="3974" y="3072"/>
                      <a:pt x="3974" y="3110"/>
                      <a:pt x="3974" y="3150"/>
                    </a:cubicBezTo>
                    <a:cubicBezTo>
                      <a:pt x="3935" y="3150"/>
                      <a:pt x="3897" y="3150"/>
                      <a:pt x="3857" y="3150"/>
                    </a:cubicBezTo>
                    <a:cubicBezTo>
                      <a:pt x="3857" y="3189"/>
                      <a:pt x="3857" y="3227"/>
                      <a:pt x="3857" y="3267"/>
                    </a:cubicBezTo>
                    <a:cubicBezTo>
                      <a:pt x="3818" y="3267"/>
                      <a:pt x="3780" y="3267"/>
                      <a:pt x="3740" y="3267"/>
                    </a:cubicBezTo>
                    <a:cubicBezTo>
                      <a:pt x="3740" y="3305"/>
                      <a:pt x="3740" y="3344"/>
                      <a:pt x="3740" y="3383"/>
                    </a:cubicBezTo>
                    <a:cubicBezTo>
                      <a:pt x="3702" y="3383"/>
                      <a:pt x="3663" y="3383"/>
                      <a:pt x="3624" y="3383"/>
                    </a:cubicBezTo>
                    <a:cubicBezTo>
                      <a:pt x="3624" y="3422"/>
                      <a:pt x="3624" y="3460"/>
                      <a:pt x="3624" y="3500"/>
                    </a:cubicBezTo>
                    <a:cubicBezTo>
                      <a:pt x="3585" y="3500"/>
                      <a:pt x="3547" y="3500"/>
                      <a:pt x="3507" y="3500"/>
                    </a:cubicBezTo>
                    <a:cubicBezTo>
                      <a:pt x="3507" y="3538"/>
                      <a:pt x="3507" y="3577"/>
                      <a:pt x="3507" y="3617"/>
                    </a:cubicBezTo>
                    <a:cubicBezTo>
                      <a:pt x="3469" y="3617"/>
                      <a:pt x="3430" y="3617"/>
                      <a:pt x="3390" y="3617"/>
                    </a:cubicBezTo>
                    <a:cubicBezTo>
                      <a:pt x="3390" y="3655"/>
                      <a:pt x="3390" y="3694"/>
                      <a:pt x="3390" y="3733"/>
                    </a:cubicBezTo>
                    <a:cubicBezTo>
                      <a:pt x="3352" y="3733"/>
                      <a:pt x="3313" y="3733"/>
                      <a:pt x="3274" y="3733"/>
                    </a:cubicBezTo>
                    <a:cubicBezTo>
                      <a:pt x="3274" y="3772"/>
                      <a:pt x="3274" y="3810"/>
                      <a:pt x="3274" y="3850"/>
                    </a:cubicBezTo>
                    <a:cubicBezTo>
                      <a:pt x="3235" y="3850"/>
                      <a:pt x="3197" y="3850"/>
                      <a:pt x="3157" y="3850"/>
                    </a:cubicBezTo>
                    <a:cubicBezTo>
                      <a:pt x="3157" y="3888"/>
                      <a:pt x="3157" y="3927"/>
                      <a:pt x="3157" y="3967"/>
                    </a:cubicBezTo>
                    <a:cubicBezTo>
                      <a:pt x="3118" y="3967"/>
                      <a:pt x="3080" y="3967"/>
                      <a:pt x="3040" y="3967"/>
                    </a:cubicBezTo>
                    <a:cubicBezTo>
                      <a:pt x="3040" y="4005"/>
                      <a:pt x="3040" y="4044"/>
                      <a:pt x="3040" y="4083"/>
                    </a:cubicBezTo>
                    <a:cubicBezTo>
                      <a:pt x="3002" y="4083"/>
                      <a:pt x="2963" y="4083"/>
                      <a:pt x="2924" y="4083"/>
                    </a:cubicBezTo>
                    <a:cubicBezTo>
                      <a:pt x="2924" y="4160"/>
                      <a:pt x="2924" y="4237"/>
                      <a:pt x="2924" y="4317"/>
                    </a:cubicBezTo>
                    <a:cubicBezTo>
                      <a:pt x="2885" y="4317"/>
                      <a:pt x="2847" y="4317"/>
                      <a:pt x="2807" y="4317"/>
                    </a:cubicBezTo>
                    <a:cubicBezTo>
                      <a:pt x="2807" y="4355"/>
                      <a:pt x="2807" y="4394"/>
                      <a:pt x="2807" y="4433"/>
                    </a:cubicBezTo>
                    <a:cubicBezTo>
                      <a:pt x="2768" y="4433"/>
                      <a:pt x="2730" y="4433"/>
                      <a:pt x="2690" y="4433"/>
                    </a:cubicBezTo>
                    <a:cubicBezTo>
                      <a:pt x="2690" y="4472"/>
                      <a:pt x="2690" y="4510"/>
                      <a:pt x="2690" y="4550"/>
                    </a:cubicBezTo>
                    <a:cubicBezTo>
                      <a:pt x="2652" y="4550"/>
                      <a:pt x="2613" y="4550"/>
                      <a:pt x="2574" y="4550"/>
                    </a:cubicBezTo>
                    <a:cubicBezTo>
                      <a:pt x="2574" y="4627"/>
                      <a:pt x="2574" y="4704"/>
                      <a:pt x="2574" y="4783"/>
                    </a:cubicBezTo>
                    <a:cubicBezTo>
                      <a:pt x="2535" y="4783"/>
                      <a:pt x="2497" y="4783"/>
                      <a:pt x="2457" y="4783"/>
                    </a:cubicBezTo>
                    <a:cubicBezTo>
                      <a:pt x="2457" y="4822"/>
                      <a:pt x="2457" y="4860"/>
                      <a:pt x="2457" y="4900"/>
                    </a:cubicBezTo>
                    <a:cubicBezTo>
                      <a:pt x="2418" y="4900"/>
                      <a:pt x="2380" y="4900"/>
                      <a:pt x="2340" y="4900"/>
                    </a:cubicBezTo>
                    <a:cubicBezTo>
                      <a:pt x="2340" y="4939"/>
                      <a:pt x="2340" y="4977"/>
                      <a:pt x="2340" y="5017"/>
                    </a:cubicBezTo>
                    <a:cubicBezTo>
                      <a:pt x="2302" y="5017"/>
                      <a:pt x="2263" y="5017"/>
                      <a:pt x="2224" y="5017"/>
                    </a:cubicBezTo>
                    <a:cubicBezTo>
                      <a:pt x="2224" y="5094"/>
                      <a:pt x="2224" y="5171"/>
                      <a:pt x="2224" y="5250"/>
                    </a:cubicBezTo>
                    <a:cubicBezTo>
                      <a:pt x="2185" y="5250"/>
                      <a:pt x="2147" y="5250"/>
                      <a:pt x="2107" y="5250"/>
                    </a:cubicBezTo>
                    <a:cubicBezTo>
                      <a:pt x="2107" y="5327"/>
                      <a:pt x="2107" y="5404"/>
                      <a:pt x="2107" y="5483"/>
                    </a:cubicBezTo>
                    <a:cubicBezTo>
                      <a:pt x="2068" y="5483"/>
                      <a:pt x="2030" y="5483"/>
                      <a:pt x="1990" y="5483"/>
                    </a:cubicBezTo>
                    <a:cubicBezTo>
                      <a:pt x="1990" y="5522"/>
                      <a:pt x="1990" y="5560"/>
                      <a:pt x="1990" y="5600"/>
                    </a:cubicBezTo>
                    <a:cubicBezTo>
                      <a:pt x="1952" y="5600"/>
                      <a:pt x="1913" y="5600"/>
                      <a:pt x="1874" y="5600"/>
                    </a:cubicBezTo>
                    <a:cubicBezTo>
                      <a:pt x="1874" y="5677"/>
                      <a:pt x="1874" y="5754"/>
                      <a:pt x="1874" y="5833"/>
                    </a:cubicBezTo>
                    <a:cubicBezTo>
                      <a:pt x="1835" y="5833"/>
                      <a:pt x="1797" y="5833"/>
                      <a:pt x="1757" y="5833"/>
                    </a:cubicBezTo>
                    <a:cubicBezTo>
                      <a:pt x="1757" y="5910"/>
                      <a:pt x="1757" y="5987"/>
                      <a:pt x="1757" y="6067"/>
                    </a:cubicBezTo>
                    <a:cubicBezTo>
                      <a:pt x="1719" y="6067"/>
                      <a:pt x="1680" y="6067"/>
                      <a:pt x="1640" y="6067"/>
                    </a:cubicBezTo>
                    <a:cubicBezTo>
                      <a:pt x="1640" y="6144"/>
                      <a:pt x="1640" y="6221"/>
                      <a:pt x="1640" y="6300"/>
                    </a:cubicBezTo>
                    <a:cubicBezTo>
                      <a:pt x="1602" y="6300"/>
                      <a:pt x="1563" y="6300"/>
                      <a:pt x="1524" y="6300"/>
                    </a:cubicBezTo>
                    <a:cubicBezTo>
                      <a:pt x="1524" y="6377"/>
                      <a:pt x="1524" y="6454"/>
                      <a:pt x="1524" y="6533"/>
                    </a:cubicBezTo>
                    <a:cubicBezTo>
                      <a:pt x="1485" y="6533"/>
                      <a:pt x="1447" y="6533"/>
                      <a:pt x="1407" y="6533"/>
                    </a:cubicBezTo>
                    <a:cubicBezTo>
                      <a:pt x="1407" y="6649"/>
                      <a:pt x="1407" y="6764"/>
                      <a:pt x="1407" y="6883"/>
                    </a:cubicBezTo>
                    <a:cubicBezTo>
                      <a:pt x="1368" y="6883"/>
                      <a:pt x="1330" y="6883"/>
                      <a:pt x="1290" y="6883"/>
                    </a:cubicBezTo>
                    <a:cubicBezTo>
                      <a:pt x="1290" y="6960"/>
                      <a:pt x="1290" y="7037"/>
                      <a:pt x="1290" y="7117"/>
                    </a:cubicBezTo>
                    <a:cubicBezTo>
                      <a:pt x="1252" y="7117"/>
                      <a:pt x="1213" y="7117"/>
                      <a:pt x="1174" y="7117"/>
                    </a:cubicBezTo>
                    <a:cubicBezTo>
                      <a:pt x="1174" y="7271"/>
                      <a:pt x="1174" y="7425"/>
                      <a:pt x="1174" y="7583"/>
                    </a:cubicBezTo>
                    <a:cubicBezTo>
                      <a:pt x="1135" y="7583"/>
                      <a:pt x="1097" y="7583"/>
                      <a:pt x="1057" y="7583"/>
                    </a:cubicBezTo>
                    <a:cubicBezTo>
                      <a:pt x="1057" y="7699"/>
                      <a:pt x="1057" y="7814"/>
                      <a:pt x="1057" y="7933"/>
                    </a:cubicBezTo>
                    <a:cubicBezTo>
                      <a:pt x="1018" y="7933"/>
                      <a:pt x="980" y="7933"/>
                      <a:pt x="940" y="7933"/>
                    </a:cubicBezTo>
                    <a:cubicBezTo>
                      <a:pt x="940" y="8126"/>
                      <a:pt x="940" y="8318"/>
                      <a:pt x="940" y="8517"/>
                    </a:cubicBezTo>
                    <a:cubicBezTo>
                      <a:pt x="902" y="8517"/>
                      <a:pt x="863" y="8517"/>
                      <a:pt x="824" y="8517"/>
                    </a:cubicBezTo>
                    <a:cubicBezTo>
                      <a:pt x="824" y="8786"/>
                      <a:pt x="824" y="9056"/>
                      <a:pt x="824" y="9333"/>
                    </a:cubicBezTo>
                    <a:cubicBezTo>
                      <a:pt x="785" y="9333"/>
                      <a:pt x="747" y="9333"/>
                      <a:pt x="707" y="9333"/>
                    </a:cubicBezTo>
                    <a:cubicBezTo>
                      <a:pt x="707" y="9757"/>
                      <a:pt x="707" y="10180"/>
                      <a:pt x="707" y="10617"/>
                    </a:cubicBezTo>
                    <a:cubicBezTo>
                      <a:pt x="745" y="10617"/>
                      <a:pt x="784" y="10617"/>
                      <a:pt x="824" y="10617"/>
                    </a:cubicBezTo>
                    <a:cubicBezTo>
                      <a:pt x="824" y="10925"/>
                      <a:pt x="824" y="11233"/>
                      <a:pt x="824" y="11550"/>
                    </a:cubicBezTo>
                    <a:cubicBezTo>
                      <a:pt x="862" y="11550"/>
                      <a:pt x="901" y="11550"/>
                      <a:pt x="940" y="11550"/>
                    </a:cubicBezTo>
                    <a:cubicBezTo>
                      <a:pt x="940" y="11704"/>
                      <a:pt x="940" y="11858"/>
                      <a:pt x="940" y="12017"/>
                    </a:cubicBezTo>
                    <a:cubicBezTo>
                      <a:pt x="979" y="12017"/>
                      <a:pt x="1017" y="12017"/>
                      <a:pt x="1057" y="12017"/>
                    </a:cubicBezTo>
                    <a:cubicBezTo>
                      <a:pt x="1057" y="12171"/>
                      <a:pt x="1057" y="12325"/>
                      <a:pt x="1057" y="12483"/>
                    </a:cubicBezTo>
                    <a:cubicBezTo>
                      <a:pt x="1095" y="12483"/>
                      <a:pt x="1134" y="12483"/>
                      <a:pt x="1174" y="12483"/>
                    </a:cubicBezTo>
                    <a:cubicBezTo>
                      <a:pt x="1174" y="12637"/>
                      <a:pt x="1174" y="12791"/>
                      <a:pt x="1174" y="12950"/>
                    </a:cubicBezTo>
                    <a:cubicBezTo>
                      <a:pt x="1212" y="12950"/>
                      <a:pt x="1251" y="12950"/>
                      <a:pt x="1290" y="12950"/>
                    </a:cubicBezTo>
                    <a:cubicBezTo>
                      <a:pt x="1290" y="13066"/>
                      <a:pt x="1290" y="13181"/>
                      <a:pt x="1290" y="13300"/>
                    </a:cubicBezTo>
                    <a:cubicBezTo>
                      <a:pt x="1329" y="13300"/>
                      <a:pt x="1367" y="13300"/>
                      <a:pt x="1407" y="13300"/>
                    </a:cubicBezTo>
                    <a:cubicBezTo>
                      <a:pt x="1407" y="13377"/>
                      <a:pt x="1407" y="13454"/>
                      <a:pt x="1407" y="13533"/>
                    </a:cubicBezTo>
                    <a:cubicBezTo>
                      <a:pt x="1445" y="13533"/>
                      <a:pt x="1484" y="13533"/>
                      <a:pt x="1524" y="13533"/>
                    </a:cubicBezTo>
                    <a:cubicBezTo>
                      <a:pt x="1524" y="13610"/>
                      <a:pt x="1524" y="13687"/>
                      <a:pt x="1524" y="13767"/>
                    </a:cubicBezTo>
                    <a:cubicBezTo>
                      <a:pt x="1562" y="13767"/>
                      <a:pt x="1601" y="13767"/>
                      <a:pt x="1640" y="13767"/>
                    </a:cubicBezTo>
                    <a:cubicBezTo>
                      <a:pt x="1640" y="13844"/>
                      <a:pt x="1640" y="13921"/>
                      <a:pt x="1640" y="14000"/>
                    </a:cubicBezTo>
                    <a:cubicBezTo>
                      <a:pt x="1679" y="14000"/>
                      <a:pt x="1717" y="14000"/>
                      <a:pt x="1757" y="14000"/>
                    </a:cubicBezTo>
                    <a:cubicBezTo>
                      <a:pt x="1757" y="14115"/>
                      <a:pt x="1757" y="14231"/>
                      <a:pt x="1757" y="14350"/>
                    </a:cubicBezTo>
                    <a:cubicBezTo>
                      <a:pt x="1796" y="14350"/>
                      <a:pt x="1834" y="14350"/>
                      <a:pt x="1874" y="14350"/>
                    </a:cubicBezTo>
                    <a:cubicBezTo>
                      <a:pt x="1874" y="14388"/>
                      <a:pt x="1874" y="14427"/>
                      <a:pt x="1874" y="14467"/>
                    </a:cubicBezTo>
                    <a:cubicBezTo>
                      <a:pt x="1912" y="14467"/>
                      <a:pt x="1951" y="14467"/>
                      <a:pt x="1990" y="14467"/>
                    </a:cubicBezTo>
                    <a:cubicBezTo>
                      <a:pt x="1990" y="14544"/>
                      <a:pt x="1990" y="14621"/>
                      <a:pt x="1990" y="14700"/>
                    </a:cubicBezTo>
                    <a:cubicBezTo>
                      <a:pt x="2029" y="14700"/>
                      <a:pt x="2067" y="14700"/>
                      <a:pt x="2107" y="14700"/>
                    </a:cubicBezTo>
                    <a:cubicBezTo>
                      <a:pt x="2107" y="14777"/>
                      <a:pt x="2107" y="14854"/>
                      <a:pt x="2107" y="14933"/>
                    </a:cubicBezTo>
                    <a:cubicBezTo>
                      <a:pt x="2145" y="14933"/>
                      <a:pt x="2184" y="14933"/>
                      <a:pt x="2224" y="14933"/>
                    </a:cubicBezTo>
                    <a:cubicBezTo>
                      <a:pt x="2224" y="14972"/>
                      <a:pt x="2224" y="15010"/>
                      <a:pt x="2224" y="15050"/>
                    </a:cubicBezTo>
                    <a:cubicBezTo>
                      <a:pt x="2262" y="15050"/>
                      <a:pt x="2301" y="15050"/>
                      <a:pt x="2340" y="15050"/>
                    </a:cubicBezTo>
                    <a:cubicBezTo>
                      <a:pt x="2340" y="15127"/>
                      <a:pt x="2340" y="15204"/>
                      <a:pt x="2340" y="15283"/>
                    </a:cubicBezTo>
                    <a:cubicBezTo>
                      <a:pt x="2379" y="15283"/>
                      <a:pt x="2417" y="15283"/>
                      <a:pt x="2457" y="15283"/>
                    </a:cubicBezTo>
                    <a:cubicBezTo>
                      <a:pt x="2457" y="15322"/>
                      <a:pt x="2457" y="15360"/>
                      <a:pt x="2457" y="15400"/>
                    </a:cubicBezTo>
                    <a:cubicBezTo>
                      <a:pt x="2495" y="15400"/>
                      <a:pt x="2534" y="15400"/>
                      <a:pt x="2574" y="15400"/>
                    </a:cubicBezTo>
                    <a:cubicBezTo>
                      <a:pt x="2574" y="15439"/>
                      <a:pt x="2574" y="15477"/>
                      <a:pt x="2574" y="15517"/>
                    </a:cubicBezTo>
                    <a:cubicBezTo>
                      <a:pt x="2612" y="15517"/>
                      <a:pt x="2651" y="15517"/>
                      <a:pt x="2690" y="15517"/>
                    </a:cubicBezTo>
                    <a:cubicBezTo>
                      <a:pt x="2690" y="15594"/>
                      <a:pt x="2690" y="15671"/>
                      <a:pt x="2690" y="15750"/>
                    </a:cubicBezTo>
                    <a:cubicBezTo>
                      <a:pt x="2729" y="15750"/>
                      <a:pt x="2767" y="15750"/>
                      <a:pt x="2807" y="15750"/>
                    </a:cubicBezTo>
                    <a:cubicBezTo>
                      <a:pt x="2807" y="15788"/>
                      <a:pt x="2807" y="15827"/>
                      <a:pt x="2807" y="15867"/>
                    </a:cubicBezTo>
                    <a:cubicBezTo>
                      <a:pt x="2845" y="15867"/>
                      <a:pt x="2884" y="15867"/>
                      <a:pt x="2924" y="15867"/>
                    </a:cubicBezTo>
                    <a:cubicBezTo>
                      <a:pt x="2924" y="15905"/>
                      <a:pt x="2924" y="15944"/>
                      <a:pt x="2924" y="15983"/>
                    </a:cubicBezTo>
                    <a:cubicBezTo>
                      <a:pt x="2962" y="15983"/>
                      <a:pt x="3001" y="15983"/>
                      <a:pt x="3040" y="15983"/>
                    </a:cubicBezTo>
                    <a:cubicBezTo>
                      <a:pt x="3040" y="16022"/>
                      <a:pt x="3040" y="16060"/>
                      <a:pt x="3040" y="16100"/>
                    </a:cubicBezTo>
                    <a:cubicBezTo>
                      <a:pt x="3079" y="16100"/>
                      <a:pt x="3117" y="16100"/>
                      <a:pt x="3157" y="16100"/>
                    </a:cubicBezTo>
                    <a:cubicBezTo>
                      <a:pt x="3157" y="16138"/>
                      <a:pt x="3157" y="16177"/>
                      <a:pt x="3157" y="16217"/>
                    </a:cubicBezTo>
                    <a:cubicBezTo>
                      <a:pt x="3195" y="16217"/>
                      <a:pt x="3234" y="16217"/>
                      <a:pt x="3274" y="16217"/>
                    </a:cubicBezTo>
                    <a:cubicBezTo>
                      <a:pt x="3274" y="16255"/>
                      <a:pt x="3274" y="16294"/>
                      <a:pt x="3274" y="16333"/>
                    </a:cubicBezTo>
                    <a:cubicBezTo>
                      <a:pt x="3312" y="16333"/>
                      <a:pt x="3351" y="16333"/>
                      <a:pt x="3390" y="16333"/>
                    </a:cubicBezTo>
                    <a:cubicBezTo>
                      <a:pt x="3390" y="16372"/>
                      <a:pt x="3390" y="16410"/>
                      <a:pt x="3390" y="16450"/>
                    </a:cubicBezTo>
                    <a:cubicBezTo>
                      <a:pt x="3429" y="16450"/>
                      <a:pt x="3467" y="16450"/>
                      <a:pt x="3507" y="16450"/>
                    </a:cubicBezTo>
                    <a:cubicBezTo>
                      <a:pt x="3507" y="16489"/>
                      <a:pt x="3507" y="16527"/>
                      <a:pt x="3507" y="16567"/>
                    </a:cubicBezTo>
                    <a:cubicBezTo>
                      <a:pt x="3546" y="16567"/>
                      <a:pt x="3584" y="16567"/>
                      <a:pt x="3624" y="16567"/>
                    </a:cubicBezTo>
                    <a:cubicBezTo>
                      <a:pt x="3624" y="16605"/>
                      <a:pt x="3624" y="16644"/>
                      <a:pt x="3624" y="16683"/>
                    </a:cubicBezTo>
                    <a:cubicBezTo>
                      <a:pt x="3662" y="16683"/>
                      <a:pt x="3701" y="16683"/>
                      <a:pt x="3740" y="16683"/>
                    </a:cubicBezTo>
                    <a:cubicBezTo>
                      <a:pt x="3740" y="16722"/>
                      <a:pt x="3740" y="16760"/>
                      <a:pt x="3740" y="16800"/>
                    </a:cubicBezTo>
                    <a:cubicBezTo>
                      <a:pt x="3779" y="16800"/>
                      <a:pt x="3817" y="16800"/>
                      <a:pt x="3857" y="16800"/>
                    </a:cubicBezTo>
                    <a:cubicBezTo>
                      <a:pt x="3857" y="16839"/>
                      <a:pt x="3857" y="16877"/>
                      <a:pt x="3857" y="16917"/>
                    </a:cubicBezTo>
                    <a:cubicBezTo>
                      <a:pt x="3895" y="16917"/>
                      <a:pt x="3934" y="16917"/>
                      <a:pt x="3974" y="16917"/>
                    </a:cubicBezTo>
                    <a:cubicBezTo>
                      <a:pt x="3974" y="16955"/>
                      <a:pt x="3974" y="16994"/>
                      <a:pt x="3974" y="17033"/>
                    </a:cubicBezTo>
                    <a:cubicBezTo>
                      <a:pt x="4012" y="17033"/>
                      <a:pt x="4051" y="17033"/>
                      <a:pt x="4090" y="17033"/>
                    </a:cubicBezTo>
                    <a:cubicBezTo>
                      <a:pt x="4090" y="17072"/>
                      <a:pt x="4090" y="17110"/>
                      <a:pt x="4090" y="17150"/>
                    </a:cubicBezTo>
                    <a:cubicBezTo>
                      <a:pt x="4129" y="17150"/>
                      <a:pt x="4167" y="17150"/>
                      <a:pt x="4207" y="17150"/>
                    </a:cubicBezTo>
                    <a:cubicBezTo>
                      <a:pt x="4207" y="17189"/>
                      <a:pt x="4207" y="17227"/>
                      <a:pt x="4207" y="17267"/>
                    </a:cubicBezTo>
                    <a:cubicBezTo>
                      <a:pt x="4245" y="17267"/>
                      <a:pt x="4284" y="17267"/>
                      <a:pt x="4324" y="17267"/>
                    </a:cubicBezTo>
                    <a:cubicBezTo>
                      <a:pt x="4324" y="17305"/>
                      <a:pt x="4324" y="17344"/>
                      <a:pt x="4324" y="17383"/>
                    </a:cubicBezTo>
                    <a:cubicBezTo>
                      <a:pt x="4401" y="17383"/>
                      <a:pt x="4478" y="17383"/>
                      <a:pt x="4557" y="17383"/>
                    </a:cubicBezTo>
                    <a:cubicBezTo>
                      <a:pt x="4557" y="17422"/>
                      <a:pt x="4557" y="17460"/>
                      <a:pt x="4557" y="17500"/>
                    </a:cubicBezTo>
                    <a:cubicBezTo>
                      <a:pt x="4595" y="17500"/>
                      <a:pt x="4634" y="17500"/>
                      <a:pt x="4674" y="17500"/>
                    </a:cubicBezTo>
                    <a:cubicBezTo>
                      <a:pt x="4674" y="17538"/>
                      <a:pt x="4674" y="17577"/>
                      <a:pt x="4674" y="17617"/>
                    </a:cubicBezTo>
                    <a:cubicBezTo>
                      <a:pt x="4751" y="17617"/>
                      <a:pt x="4828" y="17617"/>
                      <a:pt x="4907" y="17617"/>
                    </a:cubicBezTo>
                    <a:cubicBezTo>
                      <a:pt x="4907" y="17655"/>
                      <a:pt x="4907" y="17694"/>
                      <a:pt x="4907" y="17733"/>
                    </a:cubicBezTo>
                    <a:cubicBezTo>
                      <a:pt x="4945" y="17733"/>
                      <a:pt x="4984" y="17733"/>
                      <a:pt x="5024" y="17733"/>
                    </a:cubicBezTo>
                    <a:cubicBezTo>
                      <a:pt x="5024" y="17772"/>
                      <a:pt x="5024" y="17810"/>
                      <a:pt x="5024" y="17850"/>
                    </a:cubicBezTo>
                    <a:cubicBezTo>
                      <a:pt x="5101" y="17850"/>
                      <a:pt x="5178" y="17850"/>
                      <a:pt x="5257" y="17850"/>
                    </a:cubicBezTo>
                    <a:cubicBezTo>
                      <a:pt x="5257" y="17888"/>
                      <a:pt x="5257" y="17927"/>
                      <a:pt x="5257" y="17967"/>
                    </a:cubicBezTo>
                    <a:cubicBezTo>
                      <a:pt x="5334" y="17967"/>
                      <a:pt x="5411" y="17967"/>
                      <a:pt x="5490" y="17967"/>
                    </a:cubicBezTo>
                    <a:cubicBezTo>
                      <a:pt x="5490" y="18005"/>
                      <a:pt x="5490" y="18044"/>
                      <a:pt x="5490" y="18083"/>
                    </a:cubicBezTo>
                    <a:cubicBezTo>
                      <a:pt x="5567" y="18083"/>
                      <a:pt x="5644" y="18083"/>
                      <a:pt x="5724" y="18083"/>
                    </a:cubicBezTo>
                    <a:cubicBezTo>
                      <a:pt x="5724" y="18122"/>
                      <a:pt x="5724" y="18160"/>
                      <a:pt x="5724" y="18200"/>
                    </a:cubicBezTo>
                    <a:cubicBezTo>
                      <a:pt x="5762" y="18200"/>
                      <a:pt x="5801" y="18200"/>
                      <a:pt x="5840" y="18200"/>
                    </a:cubicBezTo>
                    <a:cubicBezTo>
                      <a:pt x="5840" y="18239"/>
                      <a:pt x="5840" y="18277"/>
                      <a:pt x="5840" y="18317"/>
                    </a:cubicBezTo>
                    <a:cubicBezTo>
                      <a:pt x="5956" y="18317"/>
                      <a:pt x="6071" y="18317"/>
                      <a:pt x="6190" y="18317"/>
                    </a:cubicBezTo>
                    <a:cubicBezTo>
                      <a:pt x="6190" y="18355"/>
                      <a:pt x="6190" y="18394"/>
                      <a:pt x="6190" y="18433"/>
                    </a:cubicBezTo>
                    <a:cubicBezTo>
                      <a:pt x="6267" y="18433"/>
                      <a:pt x="6344" y="18433"/>
                      <a:pt x="6424" y="18433"/>
                    </a:cubicBezTo>
                    <a:cubicBezTo>
                      <a:pt x="6424" y="18472"/>
                      <a:pt x="6424" y="18510"/>
                      <a:pt x="6424" y="18550"/>
                    </a:cubicBezTo>
                    <a:cubicBezTo>
                      <a:pt x="6501" y="18550"/>
                      <a:pt x="6578" y="18550"/>
                      <a:pt x="6657" y="18550"/>
                    </a:cubicBezTo>
                    <a:cubicBezTo>
                      <a:pt x="6657" y="18589"/>
                      <a:pt x="6657" y="18627"/>
                      <a:pt x="6657" y="18667"/>
                    </a:cubicBezTo>
                    <a:cubicBezTo>
                      <a:pt x="6772" y="18667"/>
                      <a:pt x="6888" y="18667"/>
                      <a:pt x="7007" y="18667"/>
                    </a:cubicBezTo>
                    <a:cubicBezTo>
                      <a:pt x="7007" y="18705"/>
                      <a:pt x="7007" y="18744"/>
                      <a:pt x="7007" y="18783"/>
                    </a:cubicBezTo>
                    <a:cubicBezTo>
                      <a:pt x="7161" y="18783"/>
                      <a:pt x="7315" y="18783"/>
                      <a:pt x="7474" y="18783"/>
                    </a:cubicBezTo>
                    <a:cubicBezTo>
                      <a:pt x="7474" y="18822"/>
                      <a:pt x="7474" y="18860"/>
                      <a:pt x="7474" y="18900"/>
                    </a:cubicBezTo>
                    <a:cubicBezTo>
                      <a:pt x="7589" y="18900"/>
                      <a:pt x="7705" y="18900"/>
                      <a:pt x="7824" y="18900"/>
                    </a:cubicBezTo>
                    <a:cubicBezTo>
                      <a:pt x="7824" y="18939"/>
                      <a:pt x="7824" y="18977"/>
                      <a:pt x="7824" y="19017"/>
                    </a:cubicBezTo>
                    <a:cubicBezTo>
                      <a:pt x="8016" y="19017"/>
                      <a:pt x="8209" y="19017"/>
                      <a:pt x="8407" y="19017"/>
                    </a:cubicBezTo>
                    <a:cubicBezTo>
                      <a:pt x="8407" y="19055"/>
                      <a:pt x="8407" y="19094"/>
                      <a:pt x="8407" y="19133"/>
                    </a:cubicBezTo>
                    <a:cubicBezTo>
                      <a:pt x="8715" y="19133"/>
                      <a:pt x="9023" y="19133"/>
                      <a:pt x="9340" y="19133"/>
                    </a:cubicBezTo>
                    <a:cubicBezTo>
                      <a:pt x="9340" y="19172"/>
                      <a:pt x="9340" y="19210"/>
                      <a:pt x="9340" y="19250"/>
                    </a:cubicBezTo>
                    <a:cubicBezTo>
                      <a:pt x="9802" y="19250"/>
                      <a:pt x="10264" y="19250"/>
                      <a:pt x="10740" y="19250"/>
                    </a:cubicBezTo>
                    <a:cubicBezTo>
                      <a:pt x="10740" y="19212"/>
                      <a:pt x="10740" y="19173"/>
                      <a:pt x="10740" y="19133"/>
                    </a:cubicBezTo>
                    <a:cubicBezTo>
                      <a:pt x="11048" y="19133"/>
                      <a:pt x="11356" y="19133"/>
                      <a:pt x="11674" y="19133"/>
                    </a:cubicBezTo>
                    <a:cubicBezTo>
                      <a:pt x="11674" y="19095"/>
                      <a:pt x="11674" y="19056"/>
                      <a:pt x="11674" y="19017"/>
                    </a:cubicBezTo>
                    <a:cubicBezTo>
                      <a:pt x="11866" y="19017"/>
                      <a:pt x="12059" y="19017"/>
                      <a:pt x="12257" y="19017"/>
                    </a:cubicBezTo>
                    <a:cubicBezTo>
                      <a:pt x="12257" y="18978"/>
                      <a:pt x="12257" y="18940"/>
                      <a:pt x="12257" y="18900"/>
                    </a:cubicBezTo>
                    <a:cubicBezTo>
                      <a:pt x="12411" y="18900"/>
                      <a:pt x="12565" y="18900"/>
                      <a:pt x="12724" y="18900"/>
                    </a:cubicBezTo>
                    <a:cubicBezTo>
                      <a:pt x="12724" y="18862"/>
                      <a:pt x="12724" y="18823"/>
                      <a:pt x="12724" y="18783"/>
                    </a:cubicBezTo>
                    <a:cubicBezTo>
                      <a:pt x="12839" y="18783"/>
                      <a:pt x="12955" y="18783"/>
                      <a:pt x="13074" y="18783"/>
                    </a:cubicBezTo>
                    <a:cubicBezTo>
                      <a:pt x="13074" y="18745"/>
                      <a:pt x="13074" y="18706"/>
                      <a:pt x="13074" y="18667"/>
                    </a:cubicBezTo>
                    <a:cubicBezTo>
                      <a:pt x="13189" y="18667"/>
                      <a:pt x="13305" y="18667"/>
                      <a:pt x="13424" y="18667"/>
                    </a:cubicBezTo>
                    <a:cubicBezTo>
                      <a:pt x="13424" y="18628"/>
                      <a:pt x="13424" y="18590"/>
                      <a:pt x="13424" y="18550"/>
                    </a:cubicBezTo>
                    <a:cubicBezTo>
                      <a:pt x="13501" y="18550"/>
                      <a:pt x="13578" y="18550"/>
                      <a:pt x="13657" y="18550"/>
                    </a:cubicBezTo>
                    <a:cubicBezTo>
                      <a:pt x="13657" y="18511"/>
                      <a:pt x="13657" y="18473"/>
                      <a:pt x="13657" y="18433"/>
                    </a:cubicBezTo>
                    <a:cubicBezTo>
                      <a:pt x="13772" y="18433"/>
                      <a:pt x="13888" y="18433"/>
                      <a:pt x="14007" y="18433"/>
                    </a:cubicBezTo>
                    <a:cubicBezTo>
                      <a:pt x="14007" y="18395"/>
                      <a:pt x="14007" y="18356"/>
                      <a:pt x="14007" y="18317"/>
                    </a:cubicBezTo>
                    <a:cubicBezTo>
                      <a:pt x="14084" y="18317"/>
                      <a:pt x="14161" y="18317"/>
                      <a:pt x="14240" y="18317"/>
                    </a:cubicBezTo>
                    <a:cubicBezTo>
                      <a:pt x="14240" y="18278"/>
                      <a:pt x="14240" y="18240"/>
                      <a:pt x="14240" y="18200"/>
                    </a:cubicBezTo>
                    <a:cubicBezTo>
                      <a:pt x="14317" y="18200"/>
                      <a:pt x="14394" y="18200"/>
                      <a:pt x="14474" y="18200"/>
                    </a:cubicBezTo>
                    <a:cubicBezTo>
                      <a:pt x="14474" y="18162"/>
                      <a:pt x="14474" y="18123"/>
                      <a:pt x="14474" y="18083"/>
                    </a:cubicBezTo>
                    <a:cubicBezTo>
                      <a:pt x="14512" y="18083"/>
                      <a:pt x="14551" y="18083"/>
                      <a:pt x="14590" y="18083"/>
                    </a:cubicBezTo>
                    <a:cubicBezTo>
                      <a:pt x="14590" y="18045"/>
                      <a:pt x="14590" y="18006"/>
                      <a:pt x="14590" y="17967"/>
                    </a:cubicBezTo>
                    <a:cubicBezTo>
                      <a:pt x="14667" y="17967"/>
                      <a:pt x="14744" y="17967"/>
                      <a:pt x="14824" y="17967"/>
                    </a:cubicBezTo>
                    <a:cubicBezTo>
                      <a:pt x="14824" y="17928"/>
                      <a:pt x="14824" y="17890"/>
                      <a:pt x="14824" y="17850"/>
                    </a:cubicBezTo>
                    <a:cubicBezTo>
                      <a:pt x="14901" y="17850"/>
                      <a:pt x="14978" y="17850"/>
                      <a:pt x="15057" y="17850"/>
                    </a:cubicBezTo>
                    <a:cubicBezTo>
                      <a:pt x="15057" y="17811"/>
                      <a:pt x="15057" y="17773"/>
                      <a:pt x="15057" y="17733"/>
                    </a:cubicBezTo>
                    <a:cubicBezTo>
                      <a:pt x="15095" y="17733"/>
                      <a:pt x="15134" y="17733"/>
                      <a:pt x="15174" y="17733"/>
                    </a:cubicBezTo>
                    <a:cubicBezTo>
                      <a:pt x="15174" y="17695"/>
                      <a:pt x="15174" y="17656"/>
                      <a:pt x="15174" y="17617"/>
                    </a:cubicBezTo>
                    <a:cubicBezTo>
                      <a:pt x="15251" y="17617"/>
                      <a:pt x="15328" y="17617"/>
                      <a:pt x="15407" y="17617"/>
                    </a:cubicBezTo>
                    <a:cubicBezTo>
                      <a:pt x="15407" y="17578"/>
                      <a:pt x="15407" y="17540"/>
                      <a:pt x="15407" y="17500"/>
                    </a:cubicBezTo>
                    <a:cubicBezTo>
                      <a:pt x="15445" y="17500"/>
                      <a:pt x="15484" y="17500"/>
                      <a:pt x="15524" y="17500"/>
                    </a:cubicBezTo>
                    <a:cubicBezTo>
                      <a:pt x="15524" y="17462"/>
                      <a:pt x="15524" y="17423"/>
                      <a:pt x="15524" y="17383"/>
                    </a:cubicBezTo>
                    <a:cubicBezTo>
                      <a:pt x="15601" y="17383"/>
                      <a:pt x="15678" y="17383"/>
                      <a:pt x="15757" y="17383"/>
                    </a:cubicBezTo>
                    <a:cubicBezTo>
                      <a:pt x="15757" y="17345"/>
                      <a:pt x="15757" y="17306"/>
                      <a:pt x="15757" y="17267"/>
                    </a:cubicBezTo>
                    <a:cubicBezTo>
                      <a:pt x="15796" y="17267"/>
                      <a:pt x="15834" y="17267"/>
                      <a:pt x="15874" y="17267"/>
                    </a:cubicBezTo>
                    <a:cubicBezTo>
                      <a:pt x="15874" y="17228"/>
                      <a:pt x="15874" y="17190"/>
                      <a:pt x="15874" y="17150"/>
                    </a:cubicBezTo>
                    <a:cubicBezTo>
                      <a:pt x="15912" y="17150"/>
                      <a:pt x="15951" y="17150"/>
                      <a:pt x="15990" y="17150"/>
                    </a:cubicBezTo>
                    <a:cubicBezTo>
                      <a:pt x="15990" y="17112"/>
                      <a:pt x="15990" y="17073"/>
                      <a:pt x="15990" y="17033"/>
                    </a:cubicBezTo>
                    <a:cubicBezTo>
                      <a:pt x="16067" y="17033"/>
                      <a:pt x="16144" y="17033"/>
                      <a:pt x="16224" y="17033"/>
                    </a:cubicBezTo>
                    <a:cubicBezTo>
                      <a:pt x="16224" y="16995"/>
                      <a:pt x="16224" y="16956"/>
                      <a:pt x="16224" y="16917"/>
                    </a:cubicBezTo>
                    <a:cubicBezTo>
                      <a:pt x="16262" y="16917"/>
                      <a:pt x="16301" y="16917"/>
                      <a:pt x="16340" y="16917"/>
                    </a:cubicBezTo>
                    <a:cubicBezTo>
                      <a:pt x="16340" y="16878"/>
                      <a:pt x="16340" y="16840"/>
                      <a:pt x="16340" y="16800"/>
                    </a:cubicBezTo>
                    <a:cubicBezTo>
                      <a:pt x="16379" y="16800"/>
                      <a:pt x="16417" y="16800"/>
                      <a:pt x="16457" y="16800"/>
                    </a:cubicBezTo>
                    <a:cubicBezTo>
                      <a:pt x="16457" y="16761"/>
                      <a:pt x="16457" y="16723"/>
                      <a:pt x="16457" y="16683"/>
                    </a:cubicBezTo>
                    <a:cubicBezTo>
                      <a:pt x="16495" y="16683"/>
                      <a:pt x="16534" y="16683"/>
                      <a:pt x="16574" y="16683"/>
                    </a:cubicBezTo>
                    <a:cubicBezTo>
                      <a:pt x="16574" y="16645"/>
                      <a:pt x="16574" y="16606"/>
                      <a:pt x="16574" y="16567"/>
                    </a:cubicBezTo>
                    <a:cubicBezTo>
                      <a:pt x="16612" y="16567"/>
                      <a:pt x="16651" y="16567"/>
                      <a:pt x="16690" y="16567"/>
                    </a:cubicBezTo>
                    <a:cubicBezTo>
                      <a:pt x="16690" y="16528"/>
                      <a:pt x="16690" y="16490"/>
                      <a:pt x="16690" y="16450"/>
                    </a:cubicBezTo>
                    <a:cubicBezTo>
                      <a:pt x="16729" y="16450"/>
                      <a:pt x="16767" y="16450"/>
                      <a:pt x="16807" y="16450"/>
                    </a:cubicBezTo>
                    <a:cubicBezTo>
                      <a:pt x="16807" y="16412"/>
                      <a:pt x="16807" y="16373"/>
                      <a:pt x="16807" y="16333"/>
                    </a:cubicBezTo>
                    <a:cubicBezTo>
                      <a:pt x="16845" y="16333"/>
                      <a:pt x="16884" y="16333"/>
                      <a:pt x="16924" y="16333"/>
                    </a:cubicBezTo>
                    <a:cubicBezTo>
                      <a:pt x="16924" y="16295"/>
                      <a:pt x="16924" y="16256"/>
                      <a:pt x="16924" y="16217"/>
                    </a:cubicBezTo>
                    <a:cubicBezTo>
                      <a:pt x="16962" y="16217"/>
                      <a:pt x="17001" y="16217"/>
                      <a:pt x="17040" y="16217"/>
                    </a:cubicBezTo>
                    <a:cubicBezTo>
                      <a:pt x="17040" y="16178"/>
                      <a:pt x="17040" y="16140"/>
                      <a:pt x="17040" y="16100"/>
                    </a:cubicBezTo>
                    <a:cubicBezTo>
                      <a:pt x="17079" y="16100"/>
                      <a:pt x="17117" y="16100"/>
                      <a:pt x="17157" y="16100"/>
                    </a:cubicBezTo>
                    <a:cubicBezTo>
                      <a:pt x="17157" y="16061"/>
                      <a:pt x="17157" y="16023"/>
                      <a:pt x="17157" y="15983"/>
                    </a:cubicBezTo>
                    <a:cubicBezTo>
                      <a:pt x="17195" y="15983"/>
                      <a:pt x="17234" y="15983"/>
                      <a:pt x="17274" y="15983"/>
                    </a:cubicBezTo>
                    <a:cubicBezTo>
                      <a:pt x="17274" y="15945"/>
                      <a:pt x="17274" y="15906"/>
                      <a:pt x="17274" y="15867"/>
                    </a:cubicBezTo>
                    <a:cubicBezTo>
                      <a:pt x="17312" y="15867"/>
                      <a:pt x="17351" y="15867"/>
                      <a:pt x="17390" y="15867"/>
                    </a:cubicBezTo>
                    <a:cubicBezTo>
                      <a:pt x="17390" y="15790"/>
                      <a:pt x="17390" y="15713"/>
                      <a:pt x="17390" y="15633"/>
                    </a:cubicBezTo>
                    <a:cubicBezTo>
                      <a:pt x="17429" y="15633"/>
                      <a:pt x="17467" y="15633"/>
                      <a:pt x="17507" y="15633"/>
                    </a:cubicBezTo>
                    <a:cubicBezTo>
                      <a:pt x="17507" y="15595"/>
                      <a:pt x="17507" y="15556"/>
                      <a:pt x="17507" y="15517"/>
                    </a:cubicBezTo>
                    <a:cubicBezTo>
                      <a:pt x="17546" y="15517"/>
                      <a:pt x="17584" y="15517"/>
                      <a:pt x="17624" y="15517"/>
                    </a:cubicBezTo>
                    <a:cubicBezTo>
                      <a:pt x="17624" y="15478"/>
                      <a:pt x="17624" y="15440"/>
                      <a:pt x="17624" y="15400"/>
                    </a:cubicBezTo>
                    <a:cubicBezTo>
                      <a:pt x="17662" y="15400"/>
                      <a:pt x="17701" y="15400"/>
                      <a:pt x="17740" y="15400"/>
                    </a:cubicBezTo>
                    <a:cubicBezTo>
                      <a:pt x="17740" y="15323"/>
                      <a:pt x="17740" y="15246"/>
                      <a:pt x="17740" y="15167"/>
                    </a:cubicBezTo>
                    <a:cubicBezTo>
                      <a:pt x="17779" y="15167"/>
                      <a:pt x="17817" y="15167"/>
                      <a:pt x="17857" y="15167"/>
                    </a:cubicBezTo>
                    <a:cubicBezTo>
                      <a:pt x="17857" y="15128"/>
                      <a:pt x="17857" y="15090"/>
                      <a:pt x="17857" y="15050"/>
                    </a:cubicBezTo>
                    <a:cubicBezTo>
                      <a:pt x="17895" y="15050"/>
                      <a:pt x="17934" y="15050"/>
                      <a:pt x="17974" y="15050"/>
                    </a:cubicBezTo>
                    <a:cubicBezTo>
                      <a:pt x="17974" y="14973"/>
                      <a:pt x="17974" y="14896"/>
                      <a:pt x="17974" y="14817"/>
                    </a:cubicBezTo>
                    <a:cubicBezTo>
                      <a:pt x="18012" y="14817"/>
                      <a:pt x="18051" y="14817"/>
                      <a:pt x="18090" y="14817"/>
                    </a:cubicBezTo>
                    <a:cubicBezTo>
                      <a:pt x="18090" y="14778"/>
                      <a:pt x="18090" y="14740"/>
                      <a:pt x="18090" y="14700"/>
                    </a:cubicBezTo>
                    <a:cubicBezTo>
                      <a:pt x="18129" y="14700"/>
                      <a:pt x="18167" y="14700"/>
                      <a:pt x="18207" y="14700"/>
                    </a:cubicBezTo>
                    <a:cubicBezTo>
                      <a:pt x="18207" y="14623"/>
                      <a:pt x="18207" y="14546"/>
                      <a:pt x="18207" y="14467"/>
                    </a:cubicBezTo>
                    <a:cubicBezTo>
                      <a:pt x="18245" y="14467"/>
                      <a:pt x="18284" y="14467"/>
                      <a:pt x="18324" y="14467"/>
                    </a:cubicBezTo>
                    <a:cubicBezTo>
                      <a:pt x="18324" y="14390"/>
                      <a:pt x="18324" y="14313"/>
                      <a:pt x="18324" y="14233"/>
                    </a:cubicBezTo>
                    <a:cubicBezTo>
                      <a:pt x="18362" y="14233"/>
                      <a:pt x="18401" y="14233"/>
                      <a:pt x="18440" y="14233"/>
                    </a:cubicBezTo>
                    <a:cubicBezTo>
                      <a:pt x="18440" y="14156"/>
                      <a:pt x="18440" y="14079"/>
                      <a:pt x="18440" y="14000"/>
                    </a:cubicBezTo>
                    <a:cubicBezTo>
                      <a:pt x="18479" y="14000"/>
                      <a:pt x="18517" y="14000"/>
                      <a:pt x="18557" y="14000"/>
                    </a:cubicBezTo>
                    <a:cubicBezTo>
                      <a:pt x="18557" y="13923"/>
                      <a:pt x="18557" y="13846"/>
                      <a:pt x="18557" y="13767"/>
                    </a:cubicBezTo>
                    <a:cubicBezTo>
                      <a:pt x="18595" y="13767"/>
                      <a:pt x="18634" y="13767"/>
                      <a:pt x="18674" y="13767"/>
                    </a:cubicBezTo>
                    <a:cubicBezTo>
                      <a:pt x="18674" y="13690"/>
                      <a:pt x="18674" y="13613"/>
                      <a:pt x="18674" y="13533"/>
                    </a:cubicBezTo>
                    <a:cubicBezTo>
                      <a:pt x="18712" y="13533"/>
                      <a:pt x="18751" y="13533"/>
                      <a:pt x="18790" y="13533"/>
                    </a:cubicBezTo>
                    <a:cubicBezTo>
                      <a:pt x="18790" y="13456"/>
                      <a:pt x="18790" y="13379"/>
                      <a:pt x="18790" y="13300"/>
                    </a:cubicBezTo>
                    <a:cubicBezTo>
                      <a:pt x="18829" y="13300"/>
                      <a:pt x="18867" y="13300"/>
                      <a:pt x="18907" y="13300"/>
                    </a:cubicBezTo>
                    <a:cubicBezTo>
                      <a:pt x="18907" y="13184"/>
                      <a:pt x="18907" y="13069"/>
                      <a:pt x="18907" y="12950"/>
                    </a:cubicBezTo>
                    <a:cubicBezTo>
                      <a:pt x="18945" y="12950"/>
                      <a:pt x="18984" y="12950"/>
                      <a:pt x="19024" y="12950"/>
                    </a:cubicBezTo>
                    <a:cubicBezTo>
                      <a:pt x="19024" y="12873"/>
                      <a:pt x="19024" y="12796"/>
                      <a:pt x="19024" y="12717"/>
                    </a:cubicBezTo>
                    <a:cubicBezTo>
                      <a:pt x="19062" y="12717"/>
                      <a:pt x="19101" y="12717"/>
                      <a:pt x="19140" y="12717"/>
                    </a:cubicBezTo>
                    <a:cubicBezTo>
                      <a:pt x="19140" y="12563"/>
                      <a:pt x="19140" y="12409"/>
                      <a:pt x="19140" y="12250"/>
                    </a:cubicBezTo>
                    <a:cubicBezTo>
                      <a:pt x="19179" y="12250"/>
                      <a:pt x="19217" y="12250"/>
                      <a:pt x="19257" y="12250"/>
                    </a:cubicBezTo>
                    <a:cubicBezTo>
                      <a:pt x="19257" y="12135"/>
                      <a:pt x="19257" y="12019"/>
                      <a:pt x="19257" y="11900"/>
                    </a:cubicBezTo>
                    <a:cubicBezTo>
                      <a:pt x="19296" y="11900"/>
                      <a:pt x="19334" y="11900"/>
                      <a:pt x="19374" y="11900"/>
                    </a:cubicBezTo>
                    <a:cubicBezTo>
                      <a:pt x="19374" y="11707"/>
                      <a:pt x="19374" y="11515"/>
                      <a:pt x="19374" y="11317"/>
                    </a:cubicBezTo>
                    <a:cubicBezTo>
                      <a:pt x="19412" y="11317"/>
                      <a:pt x="19451" y="11317"/>
                      <a:pt x="19490" y="11317"/>
                    </a:cubicBezTo>
                    <a:cubicBezTo>
                      <a:pt x="19490" y="10932"/>
                      <a:pt x="19490" y="10547"/>
                      <a:pt x="19490" y="10150"/>
                    </a:cubicBezTo>
                    <a:cubicBezTo>
                      <a:pt x="19529" y="10150"/>
                      <a:pt x="19567" y="10150"/>
                      <a:pt x="19607" y="10150"/>
                    </a:cubicBezTo>
                    <a:cubicBezTo>
                      <a:pt x="19607" y="9804"/>
                      <a:pt x="19607" y="9457"/>
                      <a:pt x="19607" y="9100"/>
                    </a:cubicBezTo>
                    <a:cubicBezTo>
                      <a:pt x="19568" y="9100"/>
                      <a:pt x="19530" y="9100"/>
                      <a:pt x="19490" y="9100"/>
                    </a:cubicBezTo>
                    <a:cubicBezTo>
                      <a:pt x="19490" y="8792"/>
                      <a:pt x="19490" y="8484"/>
                      <a:pt x="19490" y="8167"/>
                    </a:cubicBezTo>
                    <a:cubicBezTo>
                      <a:pt x="19452" y="8167"/>
                      <a:pt x="19413" y="8167"/>
                      <a:pt x="19374" y="8167"/>
                    </a:cubicBezTo>
                    <a:cubicBezTo>
                      <a:pt x="19374" y="7974"/>
                      <a:pt x="19374" y="7782"/>
                      <a:pt x="19374" y="7583"/>
                    </a:cubicBezTo>
                    <a:cubicBezTo>
                      <a:pt x="19335" y="7583"/>
                      <a:pt x="19297" y="7583"/>
                      <a:pt x="19257" y="7583"/>
                    </a:cubicBezTo>
                    <a:cubicBezTo>
                      <a:pt x="19257" y="7468"/>
                      <a:pt x="19257" y="7352"/>
                      <a:pt x="19257" y="7233"/>
                    </a:cubicBezTo>
                    <a:cubicBezTo>
                      <a:pt x="19219" y="7233"/>
                      <a:pt x="19180" y="7233"/>
                      <a:pt x="19140" y="7233"/>
                    </a:cubicBezTo>
                    <a:cubicBezTo>
                      <a:pt x="19140" y="7079"/>
                      <a:pt x="19140" y="6925"/>
                      <a:pt x="19140" y="6767"/>
                    </a:cubicBezTo>
                    <a:cubicBezTo>
                      <a:pt x="19102" y="6767"/>
                      <a:pt x="19063" y="6767"/>
                      <a:pt x="19024" y="6767"/>
                    </a:cubicBezTo>
                    <a:cubicBezTo>
                      <a:pt x="19024" y="6690"/>
                      <a:pt x="19024" y="6613"/>
                      <a:pt x="19024" y="6533"/>
                    </a:cubicBezTo>
                    <a:cubicBezTo>
                      <a:pt x="18985" y="6533"/>
                      <a:pt x="18947" y="6533"/>
                      <a:pt x="18907" y="6533"/>
                    </a:cubicBezTo>
                    <a:cubicBezTo>
                      <a:pt x="18907" y="6418"/>
                      <a:pt x="18907" y="6302"/>
                      <a:pt x="18907" y="6183"/>
                    </a:cubicBezTo>
                    <a:cubicBezTo>
                      <a:pt x="18868" y="6183"/>
                      <a:pt x="18830" y="6183"/>
                      <a:pt x="18790" y="6183"/>
                    </a:cubicBezTo>
                    <a:cubicBezTo>
                      <a:pt x="18790" y="6106"/>
                      <a:pt x="18790" y="6029"/>
                      <a:pt x="18790" y="5950"/>
                    </a:cubicBezTo>
                    <a:cubicBezTo>
                      <a:pt x="18752" y="5950"/>
                      <a:pt x="18713" y="5950"/>
                      <a:pt x="18674" y="5950"/>
                    </a:cubicBezTo>
                    <a:cubicBezTo>
                      <a:pt x="18674" y="5873"/>
                      <a:pt x="18674" y="5796"/>
                      <a:pt x="18674" y="5717"/>
                    </a:cubicBezTo>
                    <a:cubicBezTo>
                      <a:pt x="18635" y="5717"/>
                      <a:pt x="18597" y="5717"/>
                      <a:pt x="18557" y="5717"/>
                    </a:cubicBezTo>
                    <a:cubicBezTo>
                      <a:pt x="18557" y="5640"/>
                      <a:pt x="18557" y="5563"/>
                      <a:pt x="18557" y="5483"/>
                    </a:cubicBezTo>
                    <a:cubicBezTo>
                      <a:pt x="18518" y="5483"/>
                      <a:pt x="18480" y="5483"/>
                      <a:pt x="18440" y="5483"/>
                    </a:cubicBezTo>
                    <a:cubicBezTo>
                      <a:pt x="18440" y="5406"/>
                      <a:pt x="18440" y="5329"/>
                      <a:pt x="18440" y="5250"/>
                    </a:cubicBezTo>
                    <a:cubicBezTo>
                      <a:pt x="18402" y="5250"/>
                      <a:pt x="18363" y="5250"/>
                      <a:pt x="18324" y="5250"/>
                    </a:cubicBezTo>
                    <a:cubicBezTo>
                      <a:pt x="18324" y="5173"/>
                      <a:pt x="18324" y="5096"/>
                      <a:pt x="18324" y="5017"/>
                    </a:cubicBezTo>
                    <a:cubicBezTo>
                      <a:pt x="18285" y="5017"/>
                      <a:pt x="18247" y="5017"/>
                      <a:pt x="18207" y="5017"/>
                    </a:cubicBezTo>
                    <a:cubicBezTo>
                      <a:pt x="18207" y="4978"/>
                      <a:pt x="18207" y="4940"/>
                      <a:pt x="18207" y="4900"/>
                    </a:cubicBezTo>
                    <a:cubicBezTo>
                      <a:pt x="18168" y="4900"/>
                      <a:pt x="18130" y="4900"/>
                      <a:pt x="18090" y="4900"/>
                    </a:cubicBezTo>
                    <a:cubicBezTo>
                      <a:pt x="18090" y="4823"/>
                      <a:pt x="18090" y="4746"/>
                      <a:pt x="18090" y="4667"/>
                    </a:cubicBezTo>
                    <a:cubicBezTo>
                      <a:pt x="18052" y="4667"/>
                      <a:pt x="18013" y="4667"/>
                      <a:pt x="17974" y="4667"/>
                    </a:cubicBezTo>
                    <a:cubicBezTo>
                      <a:pt x="17974" y="4628"/>
                      <a:pt x="17974" y="4590"/>
                      <a:pt x="17974" y="4550"/>
                    </a:cubicBezTo>
                    <a:cubicBezTo>
                      <a:pt x="17935" y="4550"/>
                      <a:pt x="17897" y="4550"/>
                      <a:pt x="17857" y="4550"/>
                    </a:cubicBezTo>
                    <a:cubicBezTo>
                      <a:pt x="17857" y="4473"/>
                      <a:pt x="17857" y="4396"/>
                      <a:pt x="17857" y="4317"/>
                    </a:cubicBezTo>
                    <a:cubicBezTo>
                      <a:pt x="17818" y="4317"/>
                      <a:pt x="17780" y="4317"/>
                      <a:pt x="17740" y="4317"/>
                    </a:cubicBezTo>
                    <a:cubicBezTo>
                      <a:pt x="17740" y="4278"/>
                      <a:pt x="17740" y="4240"/>
                      <a:pt x="17740" y="4200"/>
                    </a:cubicBezTo>
                    <a:cubicBezTo>
                      <a:pt x="17702" y="4200"/>
                      <a:pt x="17663" y="4200"/>
                      <a:pt x="17624" y="4200"/>
                    </a:cubicBezTo>
                    <a:cubicBezTo>
                      <a:pt x="17624" y="4162"/>
                      <a:pt x="17624" y="4123"/>
                      <a:pt x="17624" y="4083"/>
                    </a:cubicBezTo>
                    <a:cubicBezTo>
                      <a:pt x="17585" y="4083"/>
                      <a:pt x="17547" y="4083"/>
                      <a:pt x="17507" y="4083"/>
                    </a:cubicBezTo>
                    <a:cubicBezTo>
                      <a:pt x="17507" y="4045"/>
                      <a:pt x="17507" y="4006"/>
                      <a:pt x="17507" y="3967"/>
                    </a:cubicBezTo>
                    <a:cubicBezTo>
                      <a:pt x="17469" y="3967"/>
                      <a:pt x="17430" y="3967"/>
                      <a:pt x="17390" y="3967"/>
                    </a:cubicBezTo>
                    <a:cubicBezTo>
                      <a:pt x="17390" y="3890"/>
                      <a:pt x="17390" y="3813"/>
                      <a:pt x="17390" y="3733"/>
                    </a:cubicBezTo>
                    <a:cubicBezTo>
                      <a:pt x="17352" y="3733"/>
                      <a:pt x="17313" y="3733"/>
                      <a:pt x="17274" y="3733"/>
                    </a:cubicBezTo>
                    <a:cubicBezTo>
                      <a:pt x="17274" y="3695"/>
                      <a:pt x="17274" y="3656"/>
                      <a:pt x="17274" y="3617"/>
                    </a:cubicBezTo>
                    <a:cubicBezTo>
                      <a:pt x="17235" y="3617"/>
                      <a:pt x="17197" y="3617"/>
                      <a:pt x="17157" y="3617"/>
                    </a:cubicBezTo>
                    <a:cubicBezTo>
                      <a:pt x="17157" y="3578"/>
                      <a:pt x="17157" y="3540"/>
                      <a:pt x="17157" y="3500"/>
                    </a:cubicBezTo>
                    <a:cubicBezTo>
                      <a:pt x="17118" y="3500"/>
                      <a:pt x="17080" y="3500"/>
                      <a:pt x="17040" y="3500"/>
                    </a:cubicBezTo>
                    <a:cubicBezTo>
                      <a:pt x="17040" y="3462"/>
                      <a:pt x="17040" y="3423"/>
                      <a:pt x="17040" y="3383"/>
                    </a:cubicBezTo>
                    <a:cubicBezTo>
                      <a:pt x="17002" y="3383"/>
                      <a:pt x="16963" y="3383"/>
                      <a:pt x="16924" y="3383"/>
                    </a:cubicBezTo>
                    <a:cubicBezTo>
                      <a:pt x="16924" y="3345"/>
                      <a:pt x="16924" y="3306"/>
                      <a:pt x="16924" y="3267"/>
                    </a:cubicBezTo>
                    <a:cubicBezTo>
                      <a:pt x="16885" y="3267"/>
                      <a:pt x="16847" y="3267"/>
                      <a:pt x="16807" y="3267"/>
                    </a:cubicBezTo>
                    <a:cubicBezTo>
                      <a:pt x="16807" y="3228"/>
                      <a:pt x="16807" y="3190"/>
                      <a:pt x="16807" y="3150"/>
                    </a:cubicBezTo>
                    <a:cubicBezTo>
                      <a:pt x="16768" y="3150"/>
                      <a:pt x="16730" y="3150"/>
                      <a:pt x="16690" y="3150"/>
                    </a:cubicBezTo>
                    <a:cubicBezTo>
                      <a:pt x="16690" y="3112"/>
                      <a:pt x="16690" y="3073"/>
                      <a:pt x="16690" y="3033"/>
                    </a:cubicBezTo>
                    <a:cubicBezTo>
                      <a:pt x="16652" y="3033"/>
                      <a:pt x="16613" y="3033"/>
                      <a:pt x="16574" y="3033"/>
                    </a:cubicBezTo>
                    <a:cubicBezTo>
                      <a:pt x="16574" y="2995"/>
                      <a:pt x="16574" y="2956"/>
                      <a:pt x="16574" y="2917"/>
                    </a:cubicBezTo>
                    <a:cubicBezTo>
                      <a:pt x="16535" y="2917"/>
                      <a:pt x="16497" y="2917"/>
                      <a:pt x="16457" y="2917"/>
                    </a:cubicBezTo>
                    <a:cubicBezTo>
                      <a:pt x="16457" y="2878"/>
                      <a:pt x="16457" y="2840"/>
                      <a:pt x="16457" y="2800"/>
                    </a:cubicBezTo>
                    <a:cubicBezTo>
                      <a:pt x="16380" y="2800"/>
                      <a:pt x="16303" y="2800"/>
                      <a:pt x="16224" y="2800"/>
                    </a:cubicBezTo>
                    <a:cubicBezTo>
                      <a:pt x="16224" y="2761"/>
                      <a:pt x="16224" y="2723"/>
                      <a:pt x="16224" y="2683"/>
                    </a:cubicBezTo>
                    <a:cubicBezTo>
                      <a:pt x="16185" y="2683"/>
                      <a:pt x="16147" y="2683"/>
                      <a:pt x="16107" y="2683"/>
                    </a:cubicBezTo>
                    <a:cubicBezTo>
                      <a:pt x="16107" y="2645"/>
                      <a:pt x="16107" y="2606"/>
                      <a:pt x="16107" y="2567"/>
                    </a:cubicBezTo>
                    <a:cubicBezTo>
                      <a:pt x="16068" y="2567"/>
                      <a:pt x="16030" y="2567"/>
                      <a:pt x="15990" y="2567"/>
                    </a:cubicBezTo>
                    <a:cubicBezTo>
                      <a:pt x="15990" y="2528"/>
                      <a:pt x="15990" y="2490"/>
                      <a:pt x="15990" y="2450"/>
                    </a:cubicBezTo>
                    <a:cubicBezTo>
                      <a:pt x="15952" y="2450"/>
                      <a:pt x="15913" y="2450"/>
                      <a:pt x="15874" y="2450"/>
                    </a:cubicBezTo>
                    <a:cubicBezTo>
                      <a:pt x="15874" y="2412"/>
                      <a:pt x="15874" y="2373"/>
                      <a:pt x="15874" y="2333"/>
                    </a:cubicBezTo>
                    <a:cubicBezTo>
                      <a:pt x="15797" y="2333"/>
                      <a:pt x="15720" y="2333"/>
                      <a:pt x="15640" y="2333"/>
                    </a:cubicBezTo>
                    <a:cubicBezTo>
                      <a:pt x="15640" y="2295"/>
                      <a:pt x="15640" y="2256"/>
                      <a:pt x="15640" y="2217"/>
                    </a:cubicBezTo>
                    <a:cubicBezTo>
                      <a:pt x="15563" y="2217"/>
                      <a:pt x="15486" y="2217"/>
                      <a:pt x="15407" y="2217"/>
                    </a:cubicBezTo>
                    <a:cubicBezTo>
                      <a:pt x="15407" y="2178"/>
                      <a:pt x="15407" y="2140"/>
                      <a:pt x="15407" y="2100"/>
                    </a:cubicBezTo>
                    <a:cubicBezTo>
                      <a:pt x="15368" y="2100"/>
                      <a:pt x="15330" y="2100"/>
                      <a:pt x="15290" y="2100"/>
                    </a:cubicBezTo>
                    <a:cubicBezTo>
                      <a:pt x="15290" y="2061"/>
                      <a:pt x="15290" y="2023"/>
                      <a:pt x="15290" y="1983"/>
                    </a:cubicBezTo>
                    <a:cubicBezTo>
                      <a:pt x="15213" y="1983"/>
                      <a:pt x="15136" y="1983"/>
                      <a:pt x="15057" y="1983"/>
                    </a:cubicBezTo>
                    <a:cubicBezTo>
                      <a:pt x="15057" y="1945"/>
                      <a:pt x="15057" y="1906"/>
                      <a:pt x="15057" y="1867"/>
                    </a:cubicBezTo>
                    <a:cubicBezTo>
                      <a:pt x="14980" y="1867"/>
                      <a:pt x="14903" y="1867"/>
                      <a:pt x="14824" y="1867"/>
                    </a:cubicBezTo>
                    <a:cubicBezTo>
                      <a:pt x="14824" y="1828"/>
                      <a:pt x="14824" y="1790"/>
                      <a:pt x="14824" y="1750"/>
                    </a:cubicBezTo>
                    <a:cubicBezTo>
                      <a:pt x="14747" y="1750"/>
                      <a:pt x="14670" y="1750"/>
                      <a:pt x="14590" y="1750"/>
                    </a:cubicBezTo>
                    <a:cubicBezTo>
                      <a:pt x="14590" y="1712"/>
                      <a:pt x="14590" y="1673"/>
                      <a:pt x="14590" y="1633"/>
                    </a:cubicBezTo>
                    <a:cubicBezTo>
                      <a:pt x="14552" y="1633"/>
                      <a:pt x="14513" y="1633"/>
                      <a:pt x="14474" y="1633"/>
                    </a:cubicBezTo>
                    <a:cubicBezTo>
                      <a:pt x="14474" y="1595"/>
                      <a:pt x="14474" y="1556"/>
                      <a:pt x="14474" y="1517"/>
                    </a:cubicBezTo>
                    <a:cubicBezTo>
                      <a:pt x="14358" y="1517"/>
                      <a:pt x="14243" y="1517"/>
                      <a:pt x="14124" y="1517"/>
                    </a:cubicBezTo>
                    <a:cubicBezTo>
                      <a:pt x="14124" y="1478"/>
                      <a:pt x="14124" y="1440"/>
                      <a:pt x="14124" y="1400"/>
                    </a:cubicBezTo>
                    <a:cubicBezTo>
                      <a:pt x="14047" y="1400"/>
                      <a:pt x="13970" y="1400"/>
                      <a:pt x="13890" y="1400"/>
                    </a:cubicBezTo>
                    <a:cubicBezTo>
                      <a:pt x="13890" y="1362"/>
                      <a:pt x="13890" y="1323"/>
                      <a:pt x="13890" y="1283"/>
                    </a:cubicBezTo>
                    <a:cubicBezTo>
                      <a:pt x="13775" y="1283"/>
                      <a:pt x="13659" y="1283"/>
                      <a:pt x="13540" y="1283"/>
                    </a:cubicBezTo>
                    <a:cubicBezTo>
                      <a:pt x="13540" y="1245"/>
                      <a:pt x="13540" y="1206"/>
                      <a:pt x="13540" y="1167"/>
                    </a:cubicBezTo>
                    <a:cubicBezTo>
                      <a:pt x="13463" y="1167"/>
                      <a:pt x="13386" y="1167"/>
                      <a:pt x="13307" y="1167"/>
                    </a:cubicBezTo>
                    <a:cubicBezTo>
                      <a:pt x="13307" y="1128"/>
                      <a:pt x="13307" y="1090"/>
                      <a:pt x="13307" y="1050"/>
                    </a:cubicBezTo>
                    <a:cubicBezTo>
                      <a:pt x="13153" y="1050"/>
                      <a:pt x="12999" y="1050"/>
                      <a:pt x="12840" y="1050"/>
                    </a:cubicBezTo>
                    <a:cubicBezTo>
                      <a:pt x="12840" y="1011"/>
                      <a:pt x="12840" y="973"/>
                      <a:pt x="12840" y="933"/>
                    </a:cubicBezTo>
                    <a:cubicBezTo>
                      <a:pt x="12686" y="933"/>
                      <a:pt x="12532" y="933"/>
                      <a:pt x="12374" y="933"/>
                    </a:cubicBezTo>
                    <a:cubicBezTo>
                      <a:pt x="12374" y="895"/>
                      <a:pt x="12374" y="856"/>
                      <a:pt x="12374" y="817"/>
                    </a:cubicBezTo>
                    <a:cubicBezTo>
                      <a:pt x="12143" y="817"/>
                      <a:pt x="11912" y="817"/>
                      <a:pt x="11674" y="817"/>
                    </a:cubicBezTo>
                    <a:cubicBezTo>
                      <a:pt x="11674" y="778"/>
                      <a:pt x="11674" y="740"/>
                      <a:pt x="11674" y="700"/>
                    </a:cubicBezTo>
                    <a:cubicBezTo>
                      <a:pt x="10827" y="700"/>
                      <a:pt x="9980" y="700"/>
                      <a:pt x="9107" y="700"/>
                    </a:cubicBezTo>
                    <a:close/>
                    <a:moveTo>
                      <a:pt x="17624" y="16450"/>
                    </a:moveTo>
                    <a:cubicBezTo>
                      <a:pt x="17624" y="16489"/>
                      <a:pt x="17624" y="16527"/>
                      <a:pt x="17624" y="16567"/>
                    </a:cubicBezTo>
                    <a:cubicBezTo>
                      <a:pt x="17585" y="16567"/>
                      <a:pt x="17547" y="16567"/>
                      <a:pt x="17507" y="16567"/>
                    </a:cubicBezTo>
                    <a:cubicBezTo>
                      <a:pt x="17507" y="16605"/>
                      <a:pt x="17507" y="16644"/>
                      <a:pt x="17507" y="16683"/>
                    </a:cubicBezTo>
                    <a:cubicBezTo>
                      <a:pt x="17469" y="16683"/>
                      <a:pt x="17430" y="16683"/>
                      <a:pt x="17390" y="16683"/>
                    </a:cubicBezTo>
                    <a:cubicBezTo>
                      <a:pt x="17390" y="16722"/>
                      <a:pt x="17390" y="16760"/>
                      <a:pt x="17390" y="16800"/>
                    </a:cubicBezTo>
                    <a:cubicBezTo>
                      <a:pt x="17352" y="16800"/>
                      <a:pt x="17313" y="16800"/>
                      <a:pt x="17274" y="16800"/>
                    </a:cubicBezTo>
                    <a:cubicBezTo>
                      <a:pt x="17274" y="16839"/>
                      <a:pt x="17274" y="16877"/>
                      <a:pt x="17274" y="16917"/>
                    </a:cubicBezTo>
                    <a:cubicBezTo>
                      <a:pt x="17235" y="16917"/>
                      <a:pt x="17197" y="16917"/>
                      <a:pt x="17157" y="16917"/>
                    </a:cubicBezTo>
                    <a:cubicBezTo>
                      <a:pt x="17157" y="16955"/>
                      <a:pt x="17157" y="16994"/>
                      <a:pt x="17157" y="17033"/>
                    </a:cubicBezTo>
                    <a:cubicBezTo>
                      <a:pt x="17118" y="17033"/>
                      <a:pt x="17080" y="17033"/>
                      <a:pt x="17040" y="17033"/>
                    </a:cubicBezTo>
                    <a:cubicBezTo>
                      <a:pt x="17040" y="17072"/>
                      <a:pt x="17040" y="17110"/>
                      <a:pt x="17040" y="17150"/>
                    </a:cubicBezTo>
                    <a:cubicBezTo>
                      <a:pt x="17002" y="17150"/>
                      <a:pt x="16963" y="17150"/>
                      <a:pt x="16924" y="17150"/>
                    </a:cubicBezTo>
                    <a:cubicBezTo>
                      <a:pt x="16924" y="17189"/>
                      <a:pt x="16924" y="17227"/>
                      <a:pt x="16924" y="17267"/>
                    </a:cubicBezTo>
                    <a:cubicBezTo>
                      <a:pt x="16885" y="17267"/>
                      <a:pt x="16847" y="17267"/>
                      <a:pt x="16807" y="17267"/>
                    </a:cubicBezTo>
                    <a:cubicBezTo>
                      <a:pt x="16807" y="17344"/>
                      <a:pt x="16807" y="17421"/>
                      <a:pt x="16807" y="17500"/>
                    </a:cubicBezTo>
                    <a:cubicBezTo>
                      <a:pt x="16845" y="17500"/>
                      <a:pt x="16884" y="17500"/>
                      <a:pt x="16924" y="17500"/>
                    </a:cubicBezTo>
                    <a:cubicBezTo>
                      <a:pt x="16924" y="17538"/>
                      <a:pt x="16924" y="17577"/>
                      <a:pt x="16924" y="17617"/>
                    </a:cubicBezTo>
                    <a:cubicBezTo>
                      <a:pt x="16962" y="17617"/>
                      <a:pt x="17001" y="17617"/>
                      <a:pt x="17040" y="17617"/>
                    </a:cubicBezTo>
                    <a:cubicBezTo>
                      <a:pt x="17040" y="17655"/>
                      <a:pt x="17040" y="17694"/>
                      <a:pt x="17040" y="17733"/>
                    </a:cubicBezTo>
                    <a:cubicBezTo>
                      <a:pt x="17079" y="17733"/>
                      <a:pt x="17117" y="17733"/>
                      <a:pt x="17157" y="17733"/>
                    </a:cubicBezTo>
                    <a:cubicBezTo>
                      <a:pt x="17157" y="17772"/>
                      <a:pt x="17157" y="17810"/>
                      <a:pt x="17157" y="17850"/>
                    </a:cubicBezTo>
                    <a:cubicBezTo>
                      <a:pt x="17234" y="17850"/>
                      <a:pt x="17311" y="17850"/>
                      <a:pt x="17390" y="17850"/>
                    </a:cubicBezTo>
                    <a:cubicBezTo>
                      <a:pt x="17390" y="17811"/>
                      <a:pt x="17390" y="17773"/>
                      <a:pt x="17390" y="17733"/>
                    </a:cubicBezTo>
                    <a:cubicBezTo>
                      <a:pt x="17429" y="17733"/>
                      <a:pt x="17467" y="17733"/>
                      <a:pt x="17507" y="17733"/>
                    </a:cubicBezTo>
                    <a:cubicBezTo>
                      <a:pt x="17507" y="17695"/>
                      <a:pt x="17507" y="17656"/>
                      <a:pt x="17507" y="17617"/>
                    </a:cubicBezTo>
                    <a:cubicBezTo>
                      <a:pt x="17546" y="17617"/>
                      <a:pt x="17584" y="17617"/>
                      <a:pt x="17624" y="17617"/>
                    </a:cubicBezTo>
                    <a:cubicBezTo>
                      <a:pt x="17624" y="17578"/>
                      <a:pt x="17624" y="17540"/>
                      <a:pt x="17624" y="17500"/>
                    </a:cubicBezTo>
                    <a:cubicBezTo>
                      <a:pt x="17662" y="17500"/>
                      <a:pt x="17701" y="17500"/>
                      <a:pt x="17740" y="17500"/>
                    </a:cubicBezTo>
                    <a:cubicBezTo>
                      <a:pt x="17740" y="17462"/>
                      <a:pt x="17740" y="17423"/>
                      <a:pt x="17740" y="17383"/>
                    </a:cubicBezTo>
                    <a:cubicBezTo>
                      <a:pt x="17779" y="17383"/>
                      <a:pt x="17817" y="17383"/>
                      <a:pt x="17857" y="17383"/>
                    </a:cubicBezTo>
                    <a:cubicBezTo>
                      <a:pt x="17857" y="17345"/>
                      <a:pt x="17857" y="17306"/>
                      <a:pt x="17857" y="17267"/>
                    </a:cubicBezTo>
                    <a:cubicBezTo>
                      <a:pt x="17895" y="17267"/>
                      <a:pt x="17934" y="17267"/>
                      <a:pt x="17974" y="17267"/>
                    </a:cubicBezTo>
                    <a:cubicBezTo>
                      <a:pt x="17974" y="17228"/>
                      <a:pt x="17974" y="17190"/>
                      <a:pt x="17974" y="17150"/>
                    </a:cubicBezTo>
                    <a:cubicBezTo>
                      <a:pt x="18012" y="17150"/>
                      <a:pt x="18051" y="17150"/>
                      <a:pt x="18090" y="17150"/>
                    </a:cubicBezTo>
                    <a:cubicBezTo>
                      <a:pt x="18090" y="17112"/>
                      <a:pt x="18090" y="17073"/>
                      <a:pt x="18090" y="17033"/>
                    </a:cubicBezTo>
                    <a:cubicBezTo>
                      <a:pt x="18129" y="17033"/>
                      <a:pt x="18167" y="17033"/>
                      <a:pt x="18207" y="17033"/>
                    </a:cubicBezTo>
                    <a:cubicBezTo>
                      <a:pt x="18207" y="16956"/>
                      <a:pt x="18207" y="16879"/>
                      <a:pt x="18207" y="16800"/>
                    </a:cubicBezTo>
                    <a:cubicBezTo>
                      <a:pt x="18168" y="16800"/>
                      <a:pt x="18130" y="16800"/>
                      <a:pt x="18090" y="16800"/>
                    </a:cubicBezTo>
                    <a:cubicBezTo>
                      <a:pt x="18090" y="16761"/>
                      <a:pt x="18090" y="16723"/>
                      <a:pt x="18090" y="16683"/>
                    </a:cubicBezTo>
                    <a:cubicBezTo>
                      <a:pt x="18052" y="16683"/>
                      <a:pt x="18013" y="16683"/>
                      <a:pt x="17974" y="16683"/>
                    </a:cubicBezTo>
                    <a:cubicBezTo>
                      <a:pt x="17974" y="16645"/>
                      <a:pt x="17974" y="16606"/>
                      <a:pt x="17974" y="16567"/>
                    </a:cubicBezTo>
                    <a:cubicBezTo>
                      <a:pt x="17935" y="16567"/>
                      <a:pt x="17897" y="16567"/>
                      <a:pt x="17857" y="16567"/>
                    </a:cubicBezTo>
                    <a:cubicBezTo>
                      <a:pt x="17857" y="16528"/>
                      <a:pt x="17857" y="16490"/>
                      <a:pt x="17857" y="16450"/>
                    </a:cubicBezTo>
                    <a:cubicBezTo>
                      <a:pt x="17780" y="16450"/>
                      <a:pt x="17703" y="16450"/>
                      <a:pt x="17624" y="16450"/>
                    </a:cubicBezTo>
                    <a:close/>
                    <a:moveTo>
                      <a:pt x="19024" y="17150"/>
                    </a:moveTo>
                    <a:cubicBezTo>
                      <a:pt x="19024" y="17189"/>
                      <a:pt x="19024" y="17227"/>
                      <a:pt x="19024" y="17267"/>
                    </a:cubicBezTo>
                    <a:cubicBezTo>
                      <a:pt x="18985" y="17267"/>
                      <a:pt x="18947" y="17267"/>
                      <a:pt x="18907" y="17267"/>
                    </a:cubicBezTo>
                    <a:cubicBezTo>
                      <a:pt x="18907" y="17305"/>
                      <a:pt x="18907" y="17344"/>
                      <a:pt x="18907" y="17383"/>
                    </a:cubicBezTo>
                    <a:cubicBezTo>
                      <a:pt x="18868" y="17383"/>
                      <a:pt x="18830" y="17383"/>
                      <a:pt x="18790" y="17383"/>
                    </a:cubicBezTo>
                    <a:cubicBezTo>
                      <a:pt x="18790" y="17422"/>
                      <a:pt x="18790" y="17460"/>
                      <a:pt x="18790" y="17500"/>
                    </a:cubicBezTo>
                    <a:cubicBezTo>
                      <a:pt x="18752" y="17500"/>
                      <a:pt x="18713" y="17500"/>
                      <a:pt x="18674" y="17500"/>
                    </a:cubicBezTo>
                    <a:cubicBezTo>
                      <a:pt x="18674" y="17538"/>
                      <a:pt x="18674" y="17577"/>
                      <a:pt x="18674" y="17617"/>
                    </a:cubicBezTo>
                    <a:cubicBezTo>
                      <a:pt x="18635" y="17617"/>
                      <a:pt x="18597" y="17617"/>
                      <a:pt x="18557" y="17617"/>
                    </a:cubicBezTo>
                    <a:cubicBezTo>
                      <a:pt x="18557" y="17655"/>
                      <a:pt x="18557" y="17694"/>
                      <a:pt x="18557" y="17733"/>
                    </a:cubicBezTo>
                    <a:cubicBezTo>
                      <a:pt x="18518" y="17733"/>
                      <a:pt x="18480" y="17733"/>
                      <a:pt x="18440" y="17733"/>
                    </a:cubicBezTo>
                    <a:cubicBezTo>
                      <a:pt x="18440" y="17772"/>
                      <a:pt x="18440" y="17810"/>
                      <a:pt x="18440" y="17850"/>
                    </a:cubicBezTo>
                    <a:cubicBezTo>
                      <a:pt x="18363" y="17850"/>
                      <a:pt x="18286" y="17850"/>
                      <a:pt x="18207" y="17850"/>
                    </a:cubicBezTo>
                    <a:cubicBezTo>
                      <a:pt x="18207" y="17888"/>
                      <a:pt x="18207" y="17927"/>
                      <a:pt x="18207" y="17967"/>
                    </a:cubicBezTo>
                    <a:cubicBezTo>
                      <a:pt x="18168" y="17967"/>
                      <a:pt x="18130" y="17967"/>
                      <a:pt x="18090" y="17967"/>
                    </a:cubicBezTo>
                    <a:cubicBezTo>
                      <a:pt x="18090" y="18005"/>
                      <a:pt x="18090" y="18044"/>
                      <a:pt x="18090" y="18083"/>
                    </a:cubicBezTo>
                    <a:cubicBezTo>
                      <a:pt x="18052" y="18083"/>
                      <a:pt x="18013" y="18083"/>
                      <a:pt x="17974" y="18083"/>
                    </a:cubicBezTo>
                    <a:cubicBezTo>
                      <a:pt x="17974" y="18122"/>
                      <a:pt x="17974" y="18160"/>
                      <a:pt x="17974" y="18200"/>
                    </a:cubicBezTo>
                    <a:cubicBezTo>
                      <a:pt x="17935" y="18200"/>
                      <a:pt x="17897" y="18200"/>
                      <a:pt x="17857" y="18200"/>
                    </a:cubicBezTo>
                    <a:cubicBezTo>
                      <a:pt x="17857" y="18239"/>
                      <a:pt x="17857" y="18277"/>
                      <a:pt x="17857" y="18317"/>
                    </a:cubicBezTo>
                    <a:cubicBezTo>
                      <a:pt x="17818" y="18317"/>
                      <a:pt x="17780" y="18317"/>
                      <a:pt x="17740" y="18317"/>
                    </a:cubicBezTo>
                    <a:cubicBezTo>
                      <a:pt x="17740" y="18355"/>
                      <a:pt x="17740" y="18394"/>
                      <a:pt x="17740" y="18433"/>
                    </a:cubicBezTo>
                    <a:cubicBezTo>
                      <a:pt x="17702" y="18433"/>
                      <a:pt x="17663" y="18433"/>
                      <a:pt x="17624" y="18433"/>
                    </a:cubicBezTo>
                    <a:cubicBezTo>
                      <a:pt x="17624" y="18472"/>
                      <a:pt x="17624" y="18510"/>
                      <a:pt x="17624" y="18550"/>
                    </a:cubicBezTo>
                    <a:cubicBezTo>
                      <a:pt x="17585" y="18550"/>
                      <a:pt x="17547" y="18550"/>
                      <a:pt x="17507" y="18550"/>
                    </a:cubicBezTo>
                    <a:cubicBezTo>
                      <a:pt x="17507" y="18589"/>
                      <a:pt x="17507" y="18627"/>
                      <a:pt x="17507" y="18667"/>
                    </a:cubicBezTo>
                    <a:cubicBezTo>
                      <a:pt x="17469" y="18667"/>
                      <a:pt x="17430" y="18667"/>
                      <a:pt x="17390" y="18667"/>
                    </a:cubicBezTo>
                    <a:cubicBezTo>
                      <a:pt x="17390" y="18782"/>
                      <a:pt x="17390" y="18898"/>
                      <a:pt x="17390" y="19017"/>
                    </a:cubicBezTo>
                    <a:cubicBezTo>
                      <a:pt x="17429" y="19017"/>
                      <a:pt x="17467" y="19017"/>
                      <a:pt x="17507" y="19017"/>
                    </a:cubicBezTo>
                    <a:cubicBezTo>
                      <a:pt x="17507" y="19094"/>
                      <a:pt x="17507" y="19171"/>
                      <a:pt x="17507" y="19250"/>
                    </a:cubicBezTo>
                    <a:cubicBezTo>
                      <a:pt x="17546" y="19250"/>
                      <a:pt x="17584" y="19250"/>
                      <a:pt x="17624" y="19250"/>
                    </a:cubicBezTo>
                    <a:cubicBezTo>
                      <a:pt x="17624" y="19288"/>
                      <a:pt x="17624" y="19327"/>
                      <a:pt x="17624" y="19367"/>
                    </a:cubicBezTo>
                    <a:cubicBezTo>
                      <a:pt x="17662" y="19367"/>
                      <a:pt x="17701" y="19367"/>
                      <a:pt x="17740" y="19367"/>
                    </a:cubicBezTo>
                    <a:cubicBezTo>
                      <a:pt x="17740" y="19405"/>
                      <a:pt x="17740" y="19444"/>
                      <a:pt x="17740" y="19483"/>
                    </a:cubicBezTo>
                    <a:cubicBezTo>
                      <a:pt x="17779" y="19483"/>
                      <a:pt x="17817" y="19483"/>
                      <a:pt x="17857" y="19483"/>
                    </a:cubicBezTo>
                    <a:cubicBezTo>
                      <a:pt x="17857" y="19522"/>
                      <a:pt x="17857" y="19560"/>
                      <a:pt x="17857" y="19600"/>
                    </a:cubicBezTo>
                    <a:cubicBezTo>
                      <a:pt x="17895" y="19600"/>
                      <a:pt x="17934" y="19600"/>
                      <a:pt x="17974" y="19600"/>
                    </a:cubicBezTo>
                    <a:cubicBezTo>
                      <a:pt x="17974" y="19638"/>
                      <a:pt x="17974" y="19677"/>
                      <a:pt x="17974" y="19717"/>
                    </a:cubicBezTo>
                    <a:cubicBezTo>
                      <a:pt x="18012" y="19717"/>
                      <a:pt x="18051" y="19717"/>
                      <a:pt x="18090" y="19717"/>
                    </a:cubicBezTo>
                    <a:cubicBezTo>
                      <a:pt x="18090" y="19755"/>
                      <a:pt x="18090" y="19794"/>
                      <a:pt x="18090" y="19833"/>
                    </a:cubicBezTo>
                    <a:cubicBezTo>
                      <a:pt x="18129" y="19833"/>
                      <a:pt x="18167" y="19833"/>
                      <a:pt x="18207" y="19833"/>
                    </a:cubicBezTo>
                    <a:cubicBezTo>
                      <a:pt x="18207" y="19872"/>
                      <a:pt x="18207" y="19910"/>
                      <a:pt x="18207" y="19950"/>
                    </a:cubicBezTo>
                    <a:cubicBezTo>
                      <a:pt x="18245" y="19950"/>
                      <a:pt x="18284" y="19950"/>
                      <a:pt x="18324" y="19950"/>
                    </a:cubicBezTo>
                    <a:cubicBezTo>
                      <a:pt x="18324" y="19989"/>
                      <a:pt x="18324" y="20027"/>
                      <a:pt x="18324" y="20067"/>
                    </a:cubicBezTo>
                    <a:cubicBezTo>
                      <a:pt x="18362" y="20067"/>
                      <a:pt x="18401" y="20067"/>
                      <a:pt x="18440" y="20067"/>
                    </a:cubicBezTo>
                    <a:cubicBezTo>
                      <a:pt x="18440" y="20105"/>
                      <a:pt x="18440" y="20144"/>
                      <a:pt x="18440" y="20183"/>
                    </a:cubicBezTo>
                    <a:cubicBezTo>
                      <a:pt x="18479" y="20183"/>
                      <a:pt x="18517" y="20183"/>
                      <a:pt x="18557" y="20183"/>
                    </a:cubicBezTo>
                    <a:cubicBezTo>
                      <a:pt x="18557" y="20222"/>
                      <a:pt x="18557" y="20260"/>
                      <a:pt x="18557" y="20300"/>
                    </a:cubicBezTo>
                    <a:cubicBezTo>
                      <a:pt x="18595" y="20300"/>
                      <a:pt x="18634" y="20300"/>
                      <a:pt x="18674" y="20300"/>
                    </a:cubicBezTo>
                    <a:cubicBezTo>
                      <a:pt x="18674" y="20339"/>
                      <a:pt x="18674" y="20377"/>
                      <a:pt x="18674" y="20417"/>
                    </a:cubicBezTo>
                    <a:cubicBezTo>
                      <a:pt x="18712" y="20417"/>
                      <a:pt x="18751" y="20417"/>
                      <a:pt x="18790" y="20417"/>
                    </a:cubicBezTo>
                    <a:cubicBezTo>
                      <a:pt x="18790" y="20455"/>
                      <a:pt x="18790" y="20494"/>
                      <a:pt x="18790" y="20533"/>
                    </a:cubicBezTo>
                    <a:cubicBezTo>
                      <a:pt x="18829" y="20533"/>
                      <a:pt x="18867" y="20533"/>
                      <a:pt x="18907" y="20533"/>
                    </a:cubicBezTo>
                    <a:cubicBezTo>
                      <a:pt x="18907" y="20572"/>
                      <a:pt x="18907" y="20610"/>
                      <a:pt x="18907" y="20650"/>
                    </a:cubicBezTo>
                    <a:cubicBezTo>
                      <a:pt x="18945" y="20650"/>
                      <a:pt x="18984" y="20650"/>
                      <a:pt x="19024" y="20650"/>
                    </a:cubicBezTo>
                    <a:cubicBezTo>
                      <a:pt x="19024" y="20689"/>
                      <a:pt x="19024" y="20727"/>
                      <a:pt x="19024" y="20767"/>
                    </a:cubicBezTo>
                    <a:cubicBezTo>
                      <a:pt x="19062" y="20767"/>
                      <a:pt x="19101" y="20767"/>
                      <a:pt x="19140" y="20767"/>
                    </a:cubicBezTo>
                    <a:cubicBezTo>
                      <a:pt x="19140" y="20805"/>
                      <a:pt x="19140" y="20844"/>
                      <a:pt x="19140" y="20883"/>
                    </a:cubicBezTo>
                    <a:cubicBezTo>
                      <a:pt x="19179" y="20883"/>
                      <a:pt x="19217" y="20883"/>
                      <a:pt x="19257" y="20883"/>
                    </a:cubicBezTo>
                    <a:cubicBezTo>
                      <a:pt x="19257" y="20922"/>
                      <a:pt x="19257" y="20960"/>
                      <a:pt x="19257" y="21000"/>
                    </a:cubicBezTo>
                    <a:cubicBezTo>
                      <a:pt x="19296" y="21000"/>
                      <a:pt x="19334" y="21000"/>
                      <a:pt x="19374" y="21000"/>
                    </a:cubicBezTo>
                    <a:cubicBezTo>
                      <a:pt x="19374" y="21038"/>
                      <a:pt x="19374" y="21077"/>
                      <a:pt x="19374" y="21117"/>
                    </a:cubicBezTo>
                    <a:cubicBezTo>
                      <a:pt x="19412" y="21117"/>
                      <a:pt x="19451" y="21117"/>
                      <a:pt x="19490" y="21117"/>
                    </a:cubicBezTo>
                    <a:cubicBezTo>
                      <a:pt x="19490" y="21155"/>
                      <a:pt x="19490" y="21194"/>
                      <a:pt x="19490" y="21233"/>
                    </a:cubicBezTo>
                    <a:cubicBezTo>
                      <a:pt x="19567" y="21233"/>
                      <a:pt x="19644" y="21233"/>
                      <a:pt x="19724" y="21233"/>
                    </a:cubicBezTo>
                    <a:cubicBezTo>
                      <a:pt x="19724" y="21272"/>
                      <a:pt x="19724" y="21310"/>
                      <a:pt x="19724" y="21350"/>
                    </a:cubicBezTo>
                    <a:cubicBezTo>
                      <a:pt x="19762" y="21350"/>
                      <a:pt x="19801" y="21350"/>
                      <a:pt x="19840" y="21350"/>
                    </a:cubicBezTo>
                    <a:cubicBezTo>
                      <a:pt x="19840" y="21388"/>
                      <a:pt x="19840" y="21427"/>
                      <a:pt x="19840" y="21467"/>
                    </a:cubicBezTo>
                    <a:cubicBezTo>
                      <a:pt x="19879" y="21467"/>
                      <a:pt x="19917" y="21467"/>
                      <a:pt x="19957" y="21467"/>
                    </a:cubicBezTo>
                    <a:cubicBezTo>
                      <a:pt x="19957" y="21505"/>
                      <a:pt x="19957" y="21544"/>
                      <a:pt x="19957" y="21583"/>
                    </a:cubicBezTo>
                    <a:cubicBezTo>
                      <a:pt x="19995" y="21583"/>
                      <a:pt x="20034" y="21583"/>
                      <a:pt x="20074" y="21583"/>
                    </a:cubicBezTo>
                    <a:cubicBezTo>
                      <a:pt x="20074" y="21622"/>
                      <a:pt x="20074" y="21660"/>
                      <a:pt x="20074" y="21700"/>
                    </a:cubicBezTo>
                    <a:cubicBezTo>
                      <a:pt x="20112" y="21700"/>
                      <a:pt x="20151" y="21700"/>
                      <a:pt x="20190" y="21700"/>
                    </a:cubicBezTo>
                    <a:cubicBezTo>
                      <a:pt x="20190" y="21739"/>
                      <a:pt x="20190" y="21777"/>
                      <a:pt x="20190" y="21817"/>
                    </a:cubicBezTo>
                    <a:cubicBezTo>
                      <a:pt x="20229" y="21817"/>
                      <a:pt x="20267" y="21817"/>
                      <a:pt x="20307" y="21817"/>
                    </a:cubicBezTo>
                    <a:cubicBezTo>
                      <a:pt x="20307" y="21855"/>
                      <a:pt x="20307" y="21894"/>
                      <a:pt x="20307" y="21933"/>
                    </a:cubicBezTo>
                    <a:cubicBezTo>
                      <a:pt x="20345" y="21933"/>
                      <a:pt x="20384" y="21933"/>
                      <a:pt x="20424" y="21933"/>
                    </a:cubicBezTo>
                    <a:cubicBezTo>
                      <a:pt x="20424" y="22010"/>
                      <a:pt x="20424" y="22087"/>
                      <a:pt x="20424" y="22167"/>
                    </a:cubicBezTo>
                    <a:cubicBezTo>
                      <a:pt x="20501" y="22167"/>
                      <a:pt x="20578" y="22167"/>
                      <a:pt x="20657" y="22167"/>
                    </a:cubicBezTo>
                    <a:cubicBezTo>
                      <a:pt x="20657" y="22205"/>
                      <a:pt x="20657" y="22244"/>
                      <a:pt x="20657" y="22283"/>
                    </a:cubicBezTo>
                    <a:cubicBezTo>
                      <a:pt x="20695" y="22283"/>
                      <a:pt x="20734" y="22283"/>
                      <a:pt x="20774" y="22283"/>
                    </a:cubicBezTo>
                    <a:cubicBezTo>
                      <a:pt x="20774" y="22322"/>
                      <a:pt x="20774" y="22360"/>
                      <a:pt x="20774" y="22400"/>
                    </a:cubicBezTo>
                    <a:cubicBezTo>
                      <a:pt x="20812" y="22400"/>
                      <a:pt x="20851" y="22400"/>
                      <a:pt x="20890" y="22400"/>
                    </a:cubicBezTo>
                    <a:cubicBezTo>
                      <a:pt x="20890" y="22439"/>
                      <a:pt x="20890" y="22477"/>
                      <a:pt x="20890" y="22517"/>
                    </a:cubicBezTo>
                    <a:cubicBezTo>
                      <a:pt x="20929" y="22517"/>
                      <a:pt x="20967" y="22517"/>
                      <a:pt x="21007" y="22517"/>
                    </a:cubicBezTo>
                    <a:cubicBezTo>
                      <a:pt x="21007" y="22555"/>
                      <a:pt x="21007" y="22594"/>
                      <a:pt x="21007" y="22633"/>
                    </a:cubicBezTo>
                    <a:cubicBezTo>
                      <a:pt x="21046" y="22633"/>
                      <a:pt x="21084" y="22633"/>
                      <a:pt x="21124" y="22633"/>
                    </a:cubicBezTo>
                    <a:cubicBezTo>
                      <a:pt x="21124" y="22672"/>
                      <a:pt x="21124" y="22710"/>
                      <a:pt x="21124" y="22750"/>
                    </a:cubicBezTo>
                    <a:cubicBezTo>
                      <a:pt x="21162" y="22750"/>
                      <a:pt x="21201" y="22750"/>
                      <a:pt x="21240" y="22750"/>
                    </a:cubicBezTo>
                    <a:cubicBezTo>
                      <a:pt x="21240" y="22788"/>
                      <a:pt x="21240" y="22827"/>
                      <a:pt x="21240" y="22867"/>
                    </a:cubicBezTo>
                    <a:cubicBezTo>
                      <a:pt x="21279" y="22867"/>
                      <a:pt x="21317" y="22867"/>
                      <a:pt x="21357" y="22867"/>
                    </a:cubicBezTo>
                    <a:cubicBezTo>
                      <a:pt x="21357" y="22905"/>
                      <a:pt x="21357" y="22944"/>
                      <a:pt x="21357" y="22983"/>
                    </a:cubicBezTo>
                    <a:cubicBezTo>
                      <a:pt x="21395" y="22983"/>
                      <a:pt x="21434" y="22983"/>
                      <a:pt x="21474" y="22983"/>
                    </a:cubicBezTo>
                    <a:cubicBezTo>
                      <a:pt x="21474" y="23022"/>
                      <a:pt x="21474" y="23060"/>
                      <a:pt x="21474" y="23100"/>
                    </a:cubicBezTo>
                    <a:cubicBezTo>
                      <a:pt x="21512" y="23100"/>
                      <a:pt x="21551" y="23100"/>
                      <a:pt x="21590" y="23100"/>
                    </a:cubicBezTo>
                    <a:cubicBezTo>
                      <a:pt x="21590" y="23138"/>
                      <a:pt x="21590" y="23177"/>
                      <a:pt x="21590" y="23217"/>
                    </a:cubicBezTo>
                    <a:cubicBezTo>
                      <a:pt x="21629" y="23217"/>
                      <a:pt x="21667" y="23217"/>
                      <a:pt x="21707" y="23217"/>
                    </a:cubicBezTo>
                    <a:cubicBezTo>
                      <a:pt x="21707" y="23255"/>
                      <a:pt x="21707" y="23294"/>
                      <a:pt x="21707" y="23333"/>
                    </a:cubicBezTo>
                    <a:cubicBezTo>
                      <a:pt x="21745" y="23333"/>
                      <a:pt x="21784" y="23333"/>
                      <a:pt x="21824" y="23333"/>
                    </a:cubicBezTo>
                    <a:cubicBezTo>
                      <a:pt x="21824" y="23372"/>
                      <a:pt x="21824" y="23410"/>
                      <a:pt x="21824" y="23450"/>
                    </a:cubicBezTo>
                    <a:cubicBezTo>
                      <a:pt x="21862" y="23450"/>
                      <a:pt x="21901" y="23450"/>
                      <a:pt x="21940" y="23450"/>
                    </a:cubicBezTo>
                    <a:cubicBezTo>
                      <a:pt x="21940" y="23489"/>
                      <a:pt x="21940" y="23527"/>
                      <a:pt x="21940" y="23567"/>
                    </a:cubicBezTo>
                    <a:cubicBezTo>
                      <a:pt x="21979" y="23567"/>
                      <a:pt x="22017" y="23567"/>
                      <a:pt x="22057" y="23567"/>
                    </a:cubicBezTo>
                    <a:cubicBezTo>
                      <a:pt x="22057" y="23605"/>
                      <a:pt x="22057" y="23644"/>
                      <a:pt x="22057" y="23683"/>
                    </a:cubicBezTo>
                    <a:cubicBezTo>
                      <a:pt x="22095" y="23683"/>
                      <a:pt x="22134" y="23683"/>
                      <a:pt x="22174" y="23683"/>
                    </a:cubicBezTo>
                    <a:cubicBezTo>
                      <a:pt x="22174" y="23722"/>
                      <a:pt x="22174" y="23760"/>
                      <a:pt x="22174" y="23800"/>
                    </a:cubicBezTo>
                    <a:cubicBezTo>
                      <a:pt x="22212" y="23800"/>
                      <a:pt x="22251" y="23800"/>
                      <a:pt x="22290" y="23800"/>
                    </a:cubicBezTo>
                    <a:cubicBezTo>
                      <a:pt x="22290" y="23839"/>
                      <a:pt x="22290" y="23877"/>
                      <a:pt x="22290" y="23917"/>
                    </a:cubicBezTo>
                    <a:cubicBezTo>
                      <a:pt x="22406" y="23917"/>
                      <a:pt x="22521" y="23917"/>
                      <a:pt x="22640" y="23917"/>
                    </a:cubicBezTo>
                    <a:cubicBezTo>
                      <a:pt x="22640" y="23955"/>
                      <a:pt x="22640" y="23994"/>
                      <a:pt x="22640" y="24033"/>
                    </a:cubicBezTo>
                    <a:cubicBezTo>
                      <a:pt x="22717" y="24033"/>
                      <a:pt x="22794" y="24033"/>
                      <a:pt x="22874" y="24033"/>
                    </a:cubicBezTo>
                    <a:cubicBezTo>
                      <a:pt x="22874" y="23995"/>
                      <a:pt x="22874" y="23956"/>
                      <a:pt x="22874" y="23917"/>
                    </a:cubicBezTo>
                    <a:cubicBezTo>
                      <a:pt x="22951" y="23917"/>
                      <a:pt x="23028" y="23917"/>
                      <a:pt x="23107" y="23917"/>
                    </a:cubicBezTo>
                    <a:cubicBezTo>
                      <a:pt x="23107" y="23878"/>
                      <a:pt x="23107" y="23840"/>
                      <a:pt x="23107" y="23800"/>
                    </a:cubicBezTo>
                    <a:cubicBezTo>
                      <a:pt x="23184" y="23800"/>
                      <a:pt x="23261" y="23800"/>
                      <a:pt x="23340" y="23800"/>
                    </a:cubicBezTo>
                    <a:cubicBezTo>
                      <a:pt x="23340" y="23761"/>
                      <a:pt x="23340" y="23723"/>
                      <a:pt x="23340" y="23683"/>
                    </a:cubicBezTo>
                    <a:cubicBezTo>
                      <a:pt x="23379" y="23683"/>
                      <a:pt x="23417" y="23683"/>
                      <a:pt x="23457" y="23683"/>
                    </a:cubicBezTo>
                    <a:cubicBezTo>
                      <a:pt x="23457" y="23645"/>
                      <a:pt x="23457" y="23606"/>
                      <a:pt x="23457" y="23567"/>
                    </a:cubicBezTo>
                    <a:cubicBezTo>
                      <a:pt x="23495" y="23567"/>
                      <a:pt x="23534" y="23567"/>
                      <a:pt x="23574" y="23567"/>
                    </a:cubicBezTo>
                    <a:cubicBezTo>
                      <a:pt x="23574" y="23528"/>
                      <a:pt x="23574" y="23490"/>
                      <a:pt x="23574" y="23450"/>
                    </a:cubicBezTo>
                    <a:cubicBezTo>
                      <a:pt x="23612" y="23450"/>
                      <a:pt x="23651" y="23450"/>
                      <a:pt x="23690" y="23450"/>
                    </a:cubicBezTo>
                    <a:cubicBezTo>
                      <a:pt x="23690" y="23412"/>
                      <a:pt x="23690" y="23373"/>
                      <a:pt x="23690" y="23333"/>
                    </a:cubicBezTo>
                    <a:cubicBezTo>
                      <a:pt x="23729" y="23333"/>
                      <a:pt x="23767" y="23333"/>
                      <a:pt x="23807" y="23333"/>
                    </a:cubicBezTo>
                    <a:cubicBezTo>
                      <a:pt x="23807" y="23295"/>
                      <a:pt x="23807" y="23256"/>
                      <a:pt x="23807" y="23217"/>
                    </a:cubicBezTo>
                    <a:cubicBezTo>
                      <a:pt x="23845" y="23217"/>
                      <a:pt x="23884" y="23217"/>
                      <a:pt x="23924" y="23217"/>
                    </a:cubicBezTo>
                    <a:cubicBezTo>
                      <a:pt x="23924" y="23178"/>
                      <a:pt x="23924" y="23140"/>
                      <a:pt x="23924" y="23100"/>
                    </a:cubicBezTo>
                    <a:cubicBezTo>
                      <a:pt x="23962" y="23100"/>
                      <a:pt x="24001" y="23100"/>
                      <a:pt x="24040" y="23100"/>
                    </a:cubicBezTo>
                    <a:cubicBezTo>
                      <a:pt x="24040" y="23061"/>
                      <a:pt x="24040" y="23023"/>
                      <a:pt x="24040" y="22983"/>
                    </a:cubicBezTo>
                    <a:cubicBezTo>
                      <a:pt x="24079" y="22983"/>
                      <a:pt x="24117" y="22983"/>
                      <a:pt x="24157" y="22983"/>
                    </a:cubicBezTo>
                    <a:cubicBezTo>
                      <a:pt x="24157" y="22906"/>
                      <a:pt x="24157" y="22829"/>
                      <a:pt x="24157" y="22750"/>
                    </a:cubicBezTo>
                    <a:cubicBezTo>
                      <a:pt x="24195" y="22750"/>
                      <a:pt x="24234" y="22750"/>
                      <a:pt x="24274" y="22750"/>
                    </a:cubicBezTo>
                    <a:cubicBezTo>
                      <a:pt x="24274" y="22519"/>
                      <a:pt x="24274" y="22288"/>
                      <a:pt x="24274" y="22050"/>
                    </a:cubicBezTo>
                    <a:cubicBezTo>
                      <a:pt x="24235" y="22050"/>
                      <a:pt x="24197" y="22050"/>
                      <a:pt x="24157" y="22050"/>
                    </a:cubicBezTo>
                    <a:cubicBezTo>
                      <a:pt x="24157" y="21973"/>
                      <a:pt x="24157" y="21896"/>
                      <a:pt x="24157" y="21817"/>
                    </a:cubicBezTo>
                    <a:cubicBezTo>
                      <a:pt x="24118" y="21817"/>
                      <a:pt x="24080" y="21817"/>
                      <a:pt x="24040" y="21817"/>
                    </a:cubicBezTo>
                    <a:cubicBezTo>
                      <a:pt x="24040" y="21778"/>
                      <a:pt x="24040" y="21740"/>
                      <a:pt x="24040" y="21700"/>
                    </a:cubicBezTo>
                    <a:cubicBezTo>
                      <a:pt x="24002" y="21700"/>
                      <a:pt x="23963" y="21700"/>
                      <a:pt x="23924" y="21700"/>
                    </a:cubicBezTo>
                    <a:cubicBezTo>
                      <a:pt x="23924" y="21662"/>
                      <a:pt x="23924" y="21623"/>
                      <a:pt x="23924" y="21583"/>
                    </a:cubicBezTo>
                    <a:cubicBezTo>
                      <a:pt x="23885" y="21583"/>
                      <a:pt x="23847" y="21583"/>
                      <a:pt x="23807" y="21583"/>
                    </a:cubicBezTo>
                    <a:cubicBezTo>
                      <a:pt x="23807" y="21545"/>
                      <a:pt x="23807" y="21506"/>
                      <a:pt x="23807" y="21467"/>
                    </a:cubicBezTo>
                    <a:cubicBezTo>
                      <a:pt x="23768" y="21467"/>
                      <a:pt x="23730" y="21467"/>
                      <a:pt x="23690" y="21467"/>
                    </a:cubicBezTo>
                    <a:cubicBezTo>
                      <a:pt x="23690" y="21428"/>
                      <a:pt x="23690" y="21390"/>
                      <a:pt x="23690" y="21350"/>
                    </a:cubicBezTo>
                    <a:cubicBezTo>
                      <a:pt x="23652" y="21350"/>
                      <a:pt x="23613" y="21350"/>
                      <a:pt x="23574" y="21350"/>
                    </a:cubicBezTo>
                    <a:cubicBezTo>
                      <a:pt x="23574" y="21311"/>
                      <a:pt x="23574" y="21273"/>
                      <a:pt x="23574" y="21233"/>
                    </a:cubicBezTo>
                    <a:cubicBezTo>
                      <a:pt x="23535" y="21233"/>
                      <a:pt x="23497" y="21233"/>
                      <a:pt x="23457" y="21233"/>
                    </a:cubicBezTo>
                    <a:cubicBezTo>
                      <a:pt x="23457" y="21195"/>
                      <a:pt x="23457" y="21156"/>
                      <a:pt x="23457" y="21117"/>
                    </a:cubicBezTo>
                    <a:cubicBezTo>
                      <a:pt x="23418" y="21117"/>
                      <a:pt x="23380" y="21117"/>
                      <a:pt x="23340" y="21117"/>
                    </a:cubicBezTo>
                    <a:cubicBezTo>
                      <a:pt x="23340" y="21078"/>
                      <a:pt x="23340" y="21040"/>
                      <a:pt x="23340" y="21000"/>
                    </a:cubicBezTo>
                    <a:cubicBezTo>
                      <a:pt x="23302" y="21000"/>
                      <a:pt x="23263" y="21000"/>
                      <a:pt x="23224" y="21000"/>
                    </a:cubicBezTo>
                    <a:cubicBezTo>
                      <a:pt x="23224" y="20962"/>
                      <a:pt x="23224" y="20923"/>
                      <a:pt x="23224" y="20883"/>
                    </a:cubicBezTo>
                    <a:cubicBezTo>
                      <a:pt x="23185" y="20883"/>
                      <a:pt x="23147" y="20883"/>
                      <a:pt x="23107" y="20883"/>
                    </a:cubicBezTo>
                    <a:cubicBezTo>
                      <a:pt x="23107" y="20845"/>
                      <a:pt x="23107" y="20806"/>
                      <a:pt x="23107" y="20767"/>
                    </a:cubicBezTo>
                    <a:cubicBezTo>
                      <a:pt x="23068" y="20767"/>
                      <a:pt x="23030" y="20767"/>
                      <a:pt x="22990" y="20767"/>
                    </a:cubicBezTo>
                    <a:cubicBezTo>
                      <a:pt x="22990" y="20728"/>
                      <a:pt x="22990" y="20690"/>
                      <a:pt x="22990" y="20650"/>
                    </a:cubicBezTo>
                    <a:cubicBezTo>
                      <a:pt x="22952" y="20650"/>
                      <a:pt x="22913" y="20650"/>
                      <a:pt x="22874" y="20650"/>
                    </a:cubicBezTo>
                    <a:cubicBezTo>
                      <a:pt x="22874" y="20612"/>
                      <a:pt x="22874" y="20573"/>
                      <a:pt x="22874" y="20533"/>
                    </a:cubicBezTo>
                    <a:cubicBezTo>
                      <a:pt x="22835" y="20533"/>
                      <a:pt x="22797" y="20533"/>
                      <a:pt x="22757" y="20533"/>
                    </a:cubicBezTo>
                    <a:cubicBezTo>
                      <a:pt x="22757" y="20495"/>
                      <a:pt x="22757" y="20456"/>
                      <a:pt x="22757" y="20417"/>
                    </a:cubicBezTo>
                    <a:cubicBezTo>
                      <a:pt x="22719" y="20417"/>
                      <a:pt x="22680" y="20417"/>
                      <a:pt x="22640" y="20417"/>
                    </a:cubicBezTo>
                    <a:cubicBezTo>
                      <a:pt x="22640" y="20378"/>
                      <a:pt x="22640" y="20340"/>
                      <a:pt x="22640" y="20300"/>
                    </a:cubicBezTo>
                    <a:cubicBezTo>
                      <a:pt x="22602" y="20300"/>
                      <a:pt x="22563" y="20300"/>
                      <a:pt x="22524" y="20300"/>
                    </a:cubicBezTo>
                    <a:cubicBezTo>
                      <a:pt x="22524" y="20261"/>
                      <a:pt x="22524" y="20223"/>
                      <a:pt x="22524" y="20183"/>
                    </a:cubicBezTo>
                    <a:cubicBezTo>
                      <a:pt x="22485" y="20183"/>
                      <a:pt x="22447" y="20183"/>
                      <a:pt x="22407" y="20183"/>
                    </a:cubicBezTo>
                    <a:cubicBezTo>
                      <a:pt x="22407" y="20145"/>
                      <a:pt x="22407" y="20106"/>
                      <a:pt x="22407" y="20067"/>
                    </a:cubicBezTo>
                    <a:cubicBezTo>
                      <a:pt x="22368" y="20067"/>
                      <a:pt x="22330" y="20067"/>
                      <a:pt x="22290" y="20067"/>
                    </a:cubicBezTo>
                    <a:cubicBezTo>
                      <a:pt x="22290" y="20028"/>
                      <a:pt x="22290" y="19990"/>
                      <a:pt x="22290" y="19950"/>
                    </a:cubicBezTo>
                    <a:cubicBezTo>
                      <a:pt x="22252" y="19950"/>
                      <a:pt x="22213" y="19950"/>
                      <a:pt x="22174" y="19950"/>
                    </a:cubicBezTo>
                    <a:cubicBezTo>
                      <a:pt x="22174" y="19912"/>
                      <a:pt x="22174" y="19873"/>
                      <a:pt x="22174" y="19833"/>
                    </a:cubicBezTo>
                    <a:cubicBezTo>
                      <a:pt x="22135" y="19833"/>
                      <a:pt x="22097" y="19833"/>
                      <a:pt x="22057" y="19833"/>
                    </a:cubicBezTo>
                    <a:cubicBezTo>
                      <a:pt x="22057" y="19795"/>
                      <a:pt x="22057" y="19756"/>
                      <a:pt x="22057" y="19717"/>
                    </a:cubicBezTo>
                    <a:cubicBezTo>
                      <a:pt x="22018" y="19717"/>
                      <a:pt x="21980" y="19717"/>
                      <a:pt x="21940" y="19717"/>
                    </a:cubicBezTo>
                    <a:cubicBezTo>
                      <a:pt x="21940" y="19678"/>
                      <a:pt x="21940" y="19640"/>
                      <a:pt x="21940" y="19600"/>
                    </a:cubicBezTo>
                    <a:cubicBezTo>
                      <a:pt x="21902" y="19600"/>
                      <a:pt x="21863" y="19600"/>
                      <a:pt x="21824" y="19600"/>
                    </a:cubicBezTo>
                    <a:cubicBezTo>
                      <a:pt x="21824" y="19561"/>
                      <a:pt x="21824" y="19523"/>
                      <a:pt x="21824" y="19483"/>
                    </a:cubicBezTo>
                    <a:cubicBezTo>
                      <a:pt x="21785" y="19483"/>
                      <a:pt x="21747" y="19483"/>
                      <a:pt x="21707" y="19483"/>
                    </a:cubicBezTo>
                    <a:cubicBezTo>
                      <a:pt x="21707" y="19445"/>
                      <a:pt x="21707" y="19406"/>
                      <a:pt x="21707" y="19367"/>
                    </a:cubicBezTo>
                    <a:cubicBezTo>
                      <a:pt x="21630" y="19367"/>
                      <a:pt x="21553" y="19367"/>
                      <a:pt x="21474" y="19367"/>
                    </a:cubicBezTo>
                    <a:cubicBezTo>
                      <a:pt x="21474" y="19328"/>
                      <a:pt x="21474" y="19290"/>
                      <a:pt x="21474" y="19250"/>
                    </a:cubicBezTo>
                    <a:cubicBezTo>
                      <a:pt x="21435" y="19250"/>
                      <a:pt x="21397" y="19250"/>
                      <a:pt x="21357" y="19250"/>
                    </a:cubicBezTo>
                    <a:cubicBezTo>
                      <a:pt x="21357" y="19212"/>
                      <a:pt x="21357" y="19173"/>
                      <a:pt x="21357" y="19133"/>
                    </a:cubicBezTo>
                    <a:cubicBezTo>
                      <a:pt x="21318" y="19133"/>
                      <a:pt x="21280" y="19133"/>
                      <a:pt x="21240" y="19133"/>
                    </a:cubicBezTo>
                    <a:cubicBezTo>
                      <a:pt x="21240" y="19095"/>
                      <a:pt x="21240" y="19056"/>
                      <a:pt x="21240" y="19017"/>
                    </a:cubicBezTo>
                    <a:cubicBezTo>
                      <a:pt x="21202" y="19017"/>
                      <a:pt x="21163" y="19017"/>
                      <a:pt x="21124" y="19017"/>
                    </a:cubicBezTo>
                    <a:cubicBezTo>
                      <a:pt x="21124" y="18978"/>
                      <a:pt x="21124" y="18940"/>
                      <a:pt x="21124" y="18900"/>
                    </a:cubicBezTo>
                    <a:cubicBezTo>
                      <a:pt x="21085" y="18900"/>
                      <a:pt x="21047" y="18900"/>
                      <a:pt x="21007" y="18900"/>
                    </a:cubicBezTo>
                    <a:cubicBezTo>
                      <a:pt x="21007" y="18862"/>
                      <a:pt x="21007" y="18823"/>
                      <a:pt x="21007" y="18783"/>
                    </a:cubicBezTo>
                    <a:cubicBezTo>
                      <a:pt x="20969" y="18783"/>
                      <a:pt x="20930" y="18783"/>
                      <a:pt x="20890" y="18783"/>
                    </a:cubicBezTo>
                    <a:cubicBezTo>
                      <a:pt x="20890" y="18745"/>
                      <a:pt x="20890" y="18706"/>
                      <a:pt x="20890" y="18667"/>
                    </a:cubicBezTo>
                    <a:cubicBezTo>
                      <a:pt x="20852" y="18667"/>
                      <a:pt x="20813" y="18667"/>
                      <a:pt x="20774" y="18667"/>
                    </a:cubicBezTo>
                    <a:cubicBezTo>
                      <a:pt x="20774" y="18628"/>
                      <a:pt x="20774" y="18590"/>
                      <a:pt x="20774" y="18550"/>
                    </a:cubicBezTo>
                    <a:cubicBezTo>
                      <a:pt x="20735" y="18550"/>
                      <a:pt x="20697" y="18550"/>
                      <a:pt x="20657" y="18550"/>
                    </a:cubicBezTo>
                    <a:cubicBezTo>
                      <a:pt x="20657" y="18511"/>
                      <a:pt x="20657" y="18473"/>
                      <a:pt x="20657" y="18433"/>
                    </a:cubicBezTo>
                    <a:cubicBezTo>
                      <a:pt x="20618" y="18433"/>
                      <a:pt x="20580" y="18433"/>
                      <a:pt x="20540" y="18433"/>
                    </a:cubicBezTo>
                    <a:cubicBezTo>
                      <a:pt x="20540" y="18395"/>
                      <a:pt x="20540" y="18356"/>
                      <a:pt x="20540" y="18317"/>
                    </a:cubicBezTo>
                    <a:cubicBezTo>
                      <a:pt x="20502" y="18317"/>
                      <a:pt x="20463" y="18317"/>
                      <a:pt x="20424" y="18317"/>
                    </a:cubicBezTo>
                    <a:cubicBezTo>
                      <a:pt x="20424" y="18278"/>
                      <a:pt x="20424" y="18240"/>
                      <a:pt x="20424" y="18200"/>
                    </a:cubicBezTo>
                    <a:cubicBezTo>
                      <a:pt x="20385" y="18200"/>
                      <a:pt x="20347" y="18200"/>
                      <a:pt x="20307" y="18200"/>
                    </a:cubicBezTo>
                    <a:cubicBezTo>
                      <a:pt x="20307" y="18162"/>
                      <a:pt x="20307" y="18123"/>
                      <a:pt x="20307" y="18083"/>
                    </a:cubicBezTo>
                    <a:cubicBezTo>
                      <a:pt x="20268" y="18083"/>
                      <a:pt x="20230" y="18083"/>
                      <a:pt x="20190" y="18083"/>
                    </a:cubicBezTo>
                    <a:cubicBezTo>
                      <a:pt x="20190" y="18045"/>
                      <a:pt x="20190" y="18006"/>
                      <a:pt x="20190" y="17967"/>
                    </a:cubicBezTo>
                    <a:cubicBezTo>
                      <a:pt x="20152" y="17967"/>
                      <a:pt x="20113" y="17967"/>
                      <a:pt x="20074" y="17967"/>
                    </a:cubicBezTo>
                    <a:cubicBezTo>
                      <a:pt x="20074" y="17928"/>
                      <a:pt x="20074" y="17890"/>
                      <a:pt x="20074" y="17850"/>
                    </a:cubicBezTo>
                    <a:cubicBezTo>
                      <a:pt x="20035" y="17850"/>
                      <a:pt x="19997" y="17850"/>
                      <a:pt x="19957" y="17850"/>
                    </a:cubicBezTo>
                    <a:cubicBezTo>
                      <a:pt x="19957" y="17811"/>
                      <a:pt x="19957" y="17773"/>
                      <a:pt x="19957" y="17733"/>
                    </a:cubicBezTo>
                    <a:cubicBezTo>
                      <a:pt x="19918" y="17733"/>
                      <a:pt x="19880" y="17733"/>
                      <a:pt x="19840" y="17733"/>
                    </a:cubicBezTo>
                    <a:cubicBezTo>
                      <a:pt x="19840" y="17695"/>
                      <a:pt x="19840" y="17656"/>
                      <a:pt x="19840" y="17617"/>
                    </a:cubicBezTo>
                    <a:cubicBezTo>
                      <a:pt x="19802" y="17617"/>
                      <a:pt x="19763" y="17617"/>
                      <a:pt x="19724" y="17617"/>
                    </a:cubicBezTo>
                    <a:cubicBezTo>
                      <a:pt x="19724" y="17578"/>
                      <a:pt x="19724" y="17540"/>
                      <a:pt x="19724" y="17500"/>
                    </a:cubicBezTo>
                    <a:cubicBezTo>
                      <a:pt x="19685" y="17500"/>
                      <a:pt x="19647" y="17500"/>
                      <a:pt x="19607" y="17500"/>
                    </a:cubicBezTo>
                    <a:cubicBezTo>
                      <a:pt x="19607" y="17462"/>
                      <a:pt x="19607" y="17423"/>
                      <a:pt x="19607" y="17383"/>
                    </a:cubicBezTo>
                    <a:cubicBezTo>
                      <a:pt x="19568" y="17383"/>
                      <a:pt x="19530" y="17383"/>
                      <a:pt x="19490" y="17383"/>
                    </a:cubicBezTo>
                    <a:cubicBezTo>
                      <a:pt x="19490" y="17345"/>
                      <a:pt x="19490" y="17306"/>
                      <a:pt x="19490" y="17267"/>
                    </a:cubicBezTo>
                    <a:cubicBezTo>
                      <a:pt x="19452" y="17267"/>
                      <a:pt x="19413" y="17267"/>
                      <a:pt x="19374" y="17267"/>
                    </a:cubicBezTo>
                    <a:cubicBezTo>
                      <a:pt x="19374" y="17228"/>
                      <a:pt x="19374" y="17190"/>
                      <a:pt x="19374" y="17150"/>
                    </a:cubicBezTo>
                    <a:cubicBezTo>
                      <a:pt x="19258" y="17150"/>
                      <a:pt x="19143" y="17150"/>
                      <a:pt x="19024" y="17150"/>
                    </a:cubicBezTo>
                    <a:close/>
                  </a:path>
                </a:pathLst>
              </a:custGeom>
              <a:solidFill>
                <a:srgbClr val="251047"/>
              </a:solidFill>
              <a:ln w="741" cap="flat">
                <a:noFill/>
              </a:ln>
            </p:spPr>
          </p:sp>
          <p:sp>
            <p:nvSpPr>
              <p:cNvPr id="489" name="ICON_SKILL_UNDERSTAND_path_004"/>
              <p:cNvSpPr/>
              <p:nvPr/>
            </p:nvSpPr>
            <p:spPr>
              <a:xfrm>
                <a:off x="4763347" y="953082"/>
                <a:ext cx="204470" cy="202988"/>
              </a:xfrm>
              <a:custGeom>
                <a:avLst/>
                <a:gdLst/>
                <a:ahLst/>
                <a:cxnLst/>
                <a:rect l="0" t="0" r="r" b="b"/>
                <a:pathLst>
                  <a:path w="16100" h="15983" fill="norm" stroke="0">
                    <a:moveTo>
                      <a:pt x="7467" y="0"/>
                    </a:moveTo>
                    <a:cubicBezTo>
                      <a:pt x="7967" y="0"/>
                      <a:pt x="8468" y="0"/>
                      <a:pt x="8983" y="0"/>
                    </a:cubicBezTo>
                    <a:cubicBezTo>
                      <a:pt x="8983" y="38"/>
                      <a:pt x="8983" y="77"/>
                      <a:pt x="8983" y="117"/>
                    </a:cubicBezTo>
                    <a:cubicBezTo>
                      <a:pt x="9253" y="117"/>
                      <a:pt x="9522" y="117"/>
                      <a:pt x="9800" y="117"/>
                    </a:cubicBezTo>
                    <a:cubicBezTo>
                      <a:pt x="9800" y="155"/>
                      <a:pt x="9800" y="194"/>
                      <a:pt x="9800" y="233"/>
                    </a:cubicBezTo>
                    <a:cubicBezTo>
                      <a:pt x="9954" y="233"/>
                      <a:pt x="10108" y="233"/>
                      <a:pt x="10267" y="233"/>
                    </a:cubicBezTo>
                    <a:cubicBezTo>
                      <a:pt x="10267" y="272"/>
                      <a:pt x="10267" y="310"/>
                      <a:pt x="10267" y="350"/>
                    </a:cubicBezTo>
                    <a:cubicBezTo>
                      <a:pt x="10421" y="350"/>
                      <a:pt x="10575" y="350"/>
                      <a:pt x="10733" y="350"/>
                    </a:cubicBezTo>
                    <a:cubicBezTo>
                      <a:pt x="10733" y="388"/>
                      <a:pt x="10733" y="427"/>
                      <a:pt x="10733" y="467"/>
                    </a:cubicBezTo>
                    <a:cubicBezTo>
                      <a:pt x="10849" y="467"/>
                      <a:pt x="10964" y="467"/>
                      <a:pt x="11083" y="467"/>
                    </a:cubicBezTo>
                    <a:cubicBezTo>
                      <a:pt x="11083" y="505"/>
                      <a:pt x="11083" y="544"/>
                      <a:pt x="11083" y="583"/>
                    </a:cubicBezTo>
                    <a:cubicBezTo>
                      <a:pt x="11160" y="583"/>
                      <a:pt x="11237" y="583"/>
                      <a:pt x="11317" y="583"/>
                    </a:cubicBezTo>
                    <a:cubicBezTo>
                      <a:pt x="11317" y="622"/>
                      <a:pt x="11317" y="660"/>
                      <a:pt x="11317" y="700"/>
                    </a:cubicBezTo>
                    <a:cubicBezTo>
                      <a:pt x="11432" y="700"/>
                      <a:pt x="11548" y="700"/>
                      <a:pt x="11667" y="700"/>
                    </a:cubicBezTo>
                    <a:cubicBezTo>
                      <a:pt x="11667" y="739"/>
                      <a:pt x="11667" y="777"/>
                      <a:pt x="11667" y="817"/>
                    </a:cubicBezTo>
                    <a:cubicBezTo>
                      <a:pt x="11744" y="817"/>
                      <a:pt x="11821" y="817"/>
                      <a:pt x="11900" y="817"/>
                    </a:cubicBezTo>
                    <a:cubicBezTo>
                      <a:pt x="11900" y="855"/>
                      <a:pt x="11900" y="894"/>
                      <a:pt x="11900" y="933"/>
                    </a:cubicBezTo>
                    <a:cubicBezTo>
                      <a:pt x="11938" y="933"/>
                      <a:pt x="11977" y="933"/>
                      <a:pt x="12017" y="933"/>
                    </a:cubicBezTo>
                    <a:cubicBezTo>
                      <a:pt x="12017" y="972"/>
                      <a:pt x="12017" y="1010"/>
                      <a:pt x="12017" y="1050"/>
                    </a:cubicBezTo>
                    <a:cubicBezTo>
                      <a:pt x="12094" y="1050"/>
                      <a:pt x="12171" y="1050"/>
                      <a:pt x="12250" y="1050"/>
                    </a:cubicBezTo>
                    <a:cubicBezTo>
                      <a:pt x="12250" y="1088"/>
                      <a:pt x="12250" y="1127"/>
                      <a:pt x="12250" y="1167"/>
                    </a:cubicBezTo>
                    <a:cubicBezTo>
                      <a:pt x="12327" y="1167"/>
                      <a:pt x="12404" y="1167"/>
                      <a:pt x="12483" y="1167"/>
                    </a:cubicBezTo>
                    <a:cubicBezTo>
                      <a:pt x="12483" y="1205"/>
                      <a:pt x="12483" y="1244"/>
                      <a:pt x="12483" y="1283"/>
                    </a:cubicBezTo>
                    <a:cubicBezTo>
                      <a:pt x="12522" y="1283"/>
                      <a:pt x="12560" y="1283"/>
                      <a:pt x="12600" y="1283"/>
                    </a:cubicBezTo>
                    <a:cubicBezTo>
                      <a:pt x="12600" y="1322"/>
                      <a:pt x="12600" y="1360"/>
                      <a:pt x="12600" y="1400"/>
                    </a:cubicBezTo>
                    <a:cubicBezTo>
                      <a:pt x="12677" y="1400"/>
                      <a:pt x="12754" y="1400"/>
                      <a:pt x="12833" y="1400"/>
                    </a:cubicBezTo>
                    <a:cubicBezTo>
                      <a:pt x="12833" y="1439"/>
                      <a:pt x="12833" y="1477"/>
                      <a:pt x="12833" y="1517"/>
                    </a:cubicBezTo>
                    <a:cubicBezTo>
                      <a:pt x="12872" y="1517"/>
                      <a:pt x="12910" y="1517"/>
                      <a:pt x="12950" y="1517"/>
                    </a:cubicBezTo>
                    <a:cubicBezTo>
                      <a:pt x="12950" y="1555"/>
                      <a:pt x="12950" y="1594"/>
                      <a:pt x="12950" y="1633"/>
                    </a:cubicBezTo>
                    <a:cubicBezTo>
                      <a:pt x="13027" y="1633"/>
                      <a:pt x="13104" y="1633"/>
                      <a:pt x="13183" y="1633"/>
                    </a:cubicBezTo>
                    <a:cubicBezTo>
                      <a:pt x="13183" y="1672"/>
                      <a:pt x="13183" y="1710"/>
                      <a:pt x="13183" y="1750"/>
                    </a:cubicBezTo>
                    <a:cubicBezTo>
                      <a:pt x="13222" y="1750"/>
                      <a:pt x="13260" y="1750"/>
                      <a:pt x="13300" y="1750"/>
                    </a:cubicBezTo>
                    <a:cubicBezTo>
                      <a:pt x="13300" y="1788"/>
                      <a:pt x="13300" y="1827"/>
                      <a:pt x="13300" y="1867"/>
                    </a:cubicBezTo>
                    <a:cubicBezTo>
                      <a:pt x="13338" y="1867"/>
                      <a:pt x="13377" y="1867"/>
                      <a:pt x="13417" y="1867"/>
                    </a:cubicBezTo>
                    <a:cubicBezTo>
                      <a:pt x="13417" y="1905"/>
                      <a:pt x="13417" y="1944"/>
                      <a:pt x="13417" y="1983"/>
                    </a:cubicBezTo>
                    <a:cubicBezTo>
                      <a:pt x="13455" y="1983"/>
                      <a:pt x="13494" y="1983"/>
                      <a:pt x="13533" y="1983"/>
                    </a:cubicBezTo>
                    <a:cubicBezTo>
                      <a:pt x="13533" y="2022"/>
                      <a:pt x="13533" y="2060"/>
                      <a:pt x="13533" y="2100"/>
                    </a:cubicBezTo>
                    <a:cubicBezTo>
                      <a:pt x="13572" y="2100"/>
                      <a:pt x="13610" y="2100"/>
                      <a:pt x="13650" y="2100"/>
                    </a:cubicBezTo>
                    <a:cubicBezTo>
                      <a:pt x="13650" y="2138"/>
                      <a:pt x="13650" y="2177"/>
                      <a:pt x="13650" y="2217"/>
                    </a:cubicBezTo>
                    <a:cubicBezTo>
                      <a:pt x="13727" y="2217"/>
                      <a:pt x="13804" y="2217"/>
                      <a:pt x="13883" y="2217"/>
                    </a:cubicBezTo>
                    <a:cubicBezTo>
                      <a:pt x="13883" y="2255"/>
                      <a:pt x="13883" y="2294"/>
                      <a:pt x="13883" y="2333"/>
                    </a:cubicBezTo>
                    <a:cubicBezTo>
                      <a:pt x="13922" y="2333"/>
                      <a:pt x="13960" y="2333"/>
                      <a:pt x="14000" y="2333"/>
                    </a:cubicBezTo>
                    <a:cubicBezTo>
                      <a:pt x="14000" y="2372"/>
                      <a:pt x="14000" y="2410"/>
                      <a:pt x="14000" y="2450"/>
                    </a:cubicBezTo>
                    <a:cubicBezTo>
                      <a:pt x="14038" y="2450"/>
                      <a:pt x="14077" y="2450"/>
                      <a:pt x="14117" y="2450"/>
                    </a:cubicBezTo>
                    <a:cubicBezTo>
                      <a:pt x="14117" y="2527"/>
                      <a:pt x="14117" y="2604"/>
                      <a:pt x="14117" y="2683"/>
                    </a:cubicBezTo>
                    <a:cubicBezTo>
                      <a:pt x="14155" y="2683"/>
                      <a:pt x="14194" y="2683"/>
                      <a:pt x="14233" y="2683"/>
                    </a:cubicBezTo>
                    <a:cubicBezTo>
                      <a:pt x="14233" y="2722"/>
                      <a:pt x="14233" y="2760"/>
                      <a:pt x="14233" y="2800"/>
                    </a:cubicBezTo>
                    <a:cubicBezTo>
                      <a:pt x="14272" y="2800"/>
                      <a:pt x="14310" y="2800"/>
                      <a:pt x="14350" y="2800"/>
                    </a:cubicBezTo>
                    <a:cubicBezTo>
                      <a:pt x="14350" y="2838"/>
                      <a:pt x="14350" y="2877"/>
                      <a:pt x="14350" y="2917"/>
                    </a:cubicBezTo>
                    <a:cubicBezTo>
                      <a:pt x="14388" y="2917"/>
                      <a:pt x="14427" y="2917"/>
                      <a:pt x="14467" y="2917"/>
                    </a:cubicBezTo>
                    <a:cubicBezTo>
                      <a:pt x="14467" y="2955"/>
                      <a:pt x="14467" y="2994"/>
                      <a:pt x="14467" y="3033"/>
                    </a:cubicBezTo>
                    <a:cubicBezTo>
                      <a:pt x="14505" y="3033"/>
                      <a:pt x="14544" y="3033"/>
                      <a:pt x="14583" y="3033"/>
                    </a:cubicBezTo>
                    <a:cubicBezTo>
                      <a:pt x="14583" y="3110"/>
                      <a:pt x="14583" y="3187"/>
                      <a:pt x="14583" y="3267"/>
                    </a:cubicBezTo>
                    <a:cubicBezTo>
                      <a:pt x="14622" y="3267"/>
                      <a:pt x="14660" y="3267"/>
                      <a:pt x="14700" y="3267"/>
                    </a:cubicBezTo>
                    <a:cubicBezTo>
                      <a:pt x="14700" y="3305"/>
                      <a:pt x="14700" y="3344"/>
                      <a:pt x="14700" y="3383"/>
                    </a:cubicBezTo>
                    <a:cubicBezTo>
                      <a:pt x="14738" y="3383"/>
                      <a:pt x="14777" y="3383"/>
                      <a:pt x="14817" y="3383"/>
                    </a:cubicBezTo>
                    <a:cubicBezTo>
                      <a:pt x="14817" y="3422"/>
                      <a:pt x="14817" y="3460"/>
                      <a:pt x="14817" y="3500"/>
                    </a:cubicBezTo>
                    <a:cubicBezTo>
                      <a:pt x="14855" y="3500"/>
                      <a:pt x="14894" y="3500"/>
                      <a:pt x="14933" y="3500"/>
                    </a:cubicBezTo>
                    <a:cubicBezTo>
                      <a:pt x="14933" y="3577"/>
                      <a:pt x="14933" y="3654"/>
                      <a:pt x="14933" y="3733"/>
                    </a:cubicBezTo>
                    <a:cubicBezTo>
                      <a:pt x="14972" y="3733"/>
                      <a:pt x="15010" y="3733"/>
                      <a:pt x="15050" y="3733"/>
                    </a:cubicBezTo>
                    <a:cubicBezTo>
                      <a:pt x="15050" y="3810"/>
                      <a:pt x="15050" y="3887"/>
                      <a:pt x="15050" y="3967"/>
                    </a:cubicBezTo>
                    <a:cubicBezTo>
                      <a:pt x="15088" y="3967"/>
                      <a:pt x="15127" y="3967"/>
                      <a:pt x="15167" y="3967"/>
                    </a:cubicBezTo>
                    <a:cubicBezTo>
                      <a:pt x="15167" y="4044"/>
                      <a:pt x="15167" y="4121"/>
                      <a:pt x="15167" y="4200"/>
                    </a:cubicBezTo>
                    <a:cubicBezTo>
                      <a:pt x="15205" y="4200"/>
                      <a:pt x="15244" y="4200"/>
                      <a:pt x="15283" y="4200"/>
                    </a:cubicBezTo>
                    <a:cubicBezTo>
                      <a:pt x="15283" y="4239"/>
                      <a:pt x="15283" y="4277"/>
                      <a:pt x="15283" y="4317"/>
                    </a:cubicBezTo>
                    <a:cubicBezTo>
                      <a:pt x="15322" y="4317"/>
                      <a:pt x="15360" y="4317"/>
                      <a:pt x="15400" y="4317"/>
                    </a:cubicBezTo>
                    <a:cubicBezTo>
                      <a:pt x="15400" y="4432"/>
                      <a:pt x="15400" y="4548"/>
                      <a:pt x="15400" y="4667"/>
                    </a:cubicBezTo>
                    <a:cubicBezTo>
                      <a:pt x="15438" y="4667"/>
                      <a:pt x="15477" y="4667"/>
                      <a:pt x="15517" y="4667"/>
                    </a:cubicBezTo>
                    <a:cubicBezTo>
                      <a:pt x="15517" y="4744"/>
                      <a:pt x="15517" y="4821"/>
                      <a:pt x="15517" y="4900"/>
                    </a:cubicBezTo>
                    <a:cubicBezTo>
                      <a:pt x="15555" y="4900"/>
                      <a:pt x="15594" y="4900"/>
                      <a:pt x="15633" y="4900"/>
                    </a:cubicBezTo>
                    <a:cubicBezTo>
                      <a:pt x="15633" y="4977"/>
                      <a:pt x="15633" y="5054"/>
                      <a:pt x="15633" y="5133"/>
                    </a:cubicBezTo>
                    <a:cubicBezTo>
                      <a:pt x="15672" y="5133"/>
                      <a:pt x="15710" y="5133"/>
                      <a:pt x="15750" y="5133"/>
                    </a:cubicBezTo>
                    <a:cubicBezTo>
                      <a:pt x="15750" y="5249"/>
                      <a:pt x="15750" y="5364"/>
                      <a:pt x="15750" y="5483"/>
                    </a:cubicBezTo>
                    <a:cubicBezTo>
                      <a:pt x="15788" y="5483"/>
                      <a:pt x="15827" y="5483"/>
                      <a:pt x="15867" y="5483"/>
                    </a:cubicBezTo>
                    <a:cubicBezTo>
                      <a:pt x="15867" y="5637"/>
                      <a:pt x="15867" y="5791"/>
                      <a:pt x="15867" y="5950"/>
                    </a:cubicBezTo>
                    <a:cubicBezTo>
                      <a:pt x="15905" y="5950"/>
                      <a:pt x="15944" y="5950"/>
                      <a:pt x="15983" y="5950"/>
                    </a:cubicBezTo>
                    <a:cubicBezTo>
                      <a:pt x="15983" y="6142"/>
                      <a:pt x="15983" y="6335"/>
                      <a:pt x="15983" y="6533"/>
                    </a:cubicBezTo>
                    <a:cubicBezTo>
                      <a:pt x="16022" y="6533"/>
                      <a:pt x="16060" y="6533"/>
                      <a:pt x="16100" y="6533"/>
                    </a:cubicBezTo>
                    <a:cubicBezTo>
                      <a:pt x="16100" y="7380"/>
                      <a:pt x="16100" y="8227"/>
                      <a:pt x="16100" y="9100"/>
                    </a:cubicBezTo>
                    <a:cubicBezTo>
                      <a:pt x="16061" y="9100"/>
                      <a:pt x="16023" y="9100"/>
                      <a:pt x="15983" y="9100"/>
                    </a:cubicBezTo>
                    <a:cubicBezTo>
                      <a:pt x="15983" y="9293"/>
                      <a:pt x="15983" y="9485"/>
                      <a:pt x="15983" y="9683"/>
                    </a:cubicBezTo>
                    <a:cubicBezTo>
                      <a:pt x="15945" y="9683"/>
                      <a:pt x="15906" y="9683"/>
                      <a:pt x="15867" y="9683"/>
                    </a:cubicBezTo>
                    <a:cubicBezTo>
                      <a:pt x="15867" y="9837"/>
                      <a:pt x="15867" y="9991"/>
                      <a:pt x="15867" y="10150"/>
                    </a:cubicBezTo>
                    <a:cubicBezTo>
                      <a:pt x="15828" y="10150"/>
                      <a:pt x="15790" y="10150"/>
                      <a:pt x="15750" y="10150"/>
                    </a:cubicBezTo>
                    <a:cubicBezTo>
                      <a:pt x="15750" y="10266"/>
                      <a:pt x="15750" y="10381"/>
                      <a:pt x="15750" y="10500"/>
                    </a:cubicBezTo>
                    <a:cubicBezTo>
                      <a:pt x="15712" y="10500"/>
                      <a:pt x="15673" y="10500"/>
                      <a:pt x="15633" y="10500"/>
                    </a:cubicBezTo>
                    <a:cubicBezTo>
                      <a:pt x="15633" y="10577"/>
                      <a:pt x="15633" y="10654"/>
                      <a:pt x="15633" y="10733"/>
                    </a:cubicBezTo>
                    <a:cubicBezTo>
                      <a:pt x="15595" y="10733"/>
                      <a:pt x="15556" y="10733"/>
                      <a:pt x="15517" y="10733"/>
                    </a:cubicBezTo>
                    <a:cubicBezTo>
                      <a:pt x="15517" y="10849"/>
                      <a:pt x="15517" y="10964"/>
                      <a:pt x="15517" y="11083"/>
                    </a:cubicBezTo>
                    <a:cubicBezTo>
                      <a:pt x="15478" y="11083"/>
                      <a:pt x="15440" y="11083"/>
                      <a:pt x="15400" y="11083"/>
                    </a:cubicBezTo>
                    <a:cubicBezTo>
                      <a:pt x="15400" y="11160"/>
                      <a:pt x="15400" y="11237"/>
                      <a:pt x="15400" y="11317"/>
                    </a:cubicBezTo>
                    <a:cubicBezTo>
                      <a:pt x="15361" y="11317"/>
                      <a:pt x="15323" y="11317"/>
                      <a:pt x="15283" y="11317"/>
                    </a:cubicBezTo>
                    <a:cubicBezTo>
                      <a:pt x="15283" y="11394"/>
                      <a:pt x="15283" y="11471"/>
                      <a:pt x="15283" y="11550"/>
                    </a:cubicBezTo>
                    <a:cubicBezTo>
                      <a:pt x="15245" y="11550"/>
                      <a:pt x="15206" y="11550"/>
                      <a:pt x="15167" y="11550"/>
                    </a:cubicBezTo>
                    <a:cubicBezTo>
                      <a:pt x="15167" y="11627"/>
                      <a:pt x="15167" y="11704"/>
                      <a:pt x="15167" y="11783"/>
                    </a:cubicBezTo>
                    <a:cubicBezTo>
                      <a:pt x="15128" y="11783"/>
                      <a:pt x="15090" y="11783"/>
                      <a:pt x="15050" y="11783"/>
                    </a:cubicBezTo>
                    <a:cubicBezTo>
                      <a:pt x="15050" y="11860"/>
                      <a:pt x="15050" y="11937"/>
                      <a:pt x="15050" y="12017"/>
                    </a:cubicBezTo>
                    <a:cubicBezTo>
                      <a:pt x="15011" y="12017"/>
                      <a:pt x="14973" y="12017"/>
                      <a:pt x="14933" y="12017"/>
                    </a:cubicBezTo>
                    <a:cubicBezTo>
                      <a:pt x="14933" y="12055"/>
                      <a:pt x="14933" y="12094"/>
                      <a:pt x="14933" y="12133"/>
                    </a:cubicBezTo>
                    <a:cubicBezTo>
                      <a:pt x="14895" y="12133"/>
                      <a:pt x="14856" y="12133"/>
                      <a:pt x="14817" y="12133"/>
                    </a:cubicBezTo>
                    <a:cubicBezTo>
                      <a:pt x="14817" y="12210"/>
                      <a:pt x="14817" y="12287"/>
                      <a:pt x="14817" y="12367"/>
                    </a:cubicBezTo>
                    <a:cubicBezTo>
                      <a:pt x="14778" y="12367"/>
                      <a:pt x="14740" y="12367"/>
                      <a:pt x="14700" y="12367"/>
                    </a:cubicBezTo>
                    <a:cubicBezTo>
                      <a:pt x="14700" y="12405"/>
                      <a:pt x="14700" y="12444"/>
                      <a:pt x="14700" y="12483"/>
                    </a:cubicBezTo>
                    <a:cubicBezTo>
                      <a:pt x="14661" y="12483"/>
                      <a:pt x="14623" y="12483"/>
                      <a:pt x="14583" y="12483"/>
                    </a:cubicBezTo>
                    <a:cubicBezTo>
                      <a:pt x="14583" y="12560"/>
                      <a:pt x="14583" y="12637"/>
                      <a:pt x="14583" y="12717"/>
                    </a:cubicBezTo>
                    <a:cubicBezTo>
                      <a:pt x="14545" y="12717"/>
                      <a:pt x="14506" y="12717"/>
                      <a:pt x="14467" y="12717"/>
                    </a:cubicBezTo>
                    <a:cubicBezTo>
                      <a:pt x="14467" y="12755"/>
                      <a:pt x="14467" y="12794"/>
                      <a:pt x="14467" y="12833"/>
                    </a:cubicBezTo>
                    <a:cubicBezTo>
                      <a:pt x="14428" y="12833"/>
                      <a:pt x="14390" y="12833"/>
                      <a:pt x="14350" y="12833"/>
                    </a:cubicBezTo>
                    <a:cubicBezTo>
                      <a:pt x="14350" y="12872"/>
                      <a:pt x="14350" y="12910"/>
                      <a:pt x="14350" y="12950"/>
                    </a:cubicBezTo>
                    <a:cubicBezTo>
                      <a:pt x="14311" y="12950"/>
                      <a:pt x="14273" y="12950"/>
                      <a:pt x="14233" y="12950"/>
                    </a:cubicBezTo>
                    <a:cubicBezTo>
                      <a:pt x="14233" y="12989"/>
                      <a:pt x="14233" y="13027"/>
                      <a:pt x="14233" y="13067"/>
                    </a:cubicBezTo>
                    <a:cubicBezTo>
                      <a:pt x="14195" y="13067"/>
                      <a:pt x="14156" y="13067"/>
                      <a:pt x="14117" y="13067"/>
                    </a:cubicBezTo>
                    <a:cubicBezTo>
                      <a:pt x="14117" y="13105"/>
                      <a:pt x="14117" y="13144"/>
                      <a:pt x="14117" y="13183"/>
                    </a:cubicBezTo>
                    <a:cubicBezTo>
                      <a:pt x="14078" y="13183"/>
                      <a:pt x="14040" y="13183"/>
                      <a:pt x="14000" y="13183"/>
                    </a:cubicBezTo>
                    <a:cubicBezTo>
                      <a:pt x="14000" y="13222"/>
                      <a:pt x="14000" y="13260"/>
                      <a:pt x="14000" y="13300"/>
                    </a:cubicBezTo>
                    <a:cubicBezTo>
                      <a:pt x="13962" y="13300"/>
                      <a:pt x="13923" y="13300"/>
                      <a:pt x="13883" y="13300"/>
                    </a:cubicBezTo>
                    <a:cubicBezTo>
                      <a:pt x="13883" y="13338"/>
                      <a:pt x="13883" y="13377"/>
                      <a:pt x="13883" y="13417"/>
                    </a:cubicBezTo>
                    <a:cubicBezTo>
                      <a:pt x="13845" y="13417"/>
                      <a:pt x="13806" y="13417"/>
                      <a:pt x="13767" y="13417"/>
                    </a:cubicBezTo>
                    <a:cubicBezTo>
                      <a:pt x="13767" y="13455"/>
                      <a:pt x="13767" y="13494"/>
                      <a:pt x="13767" y="13533"/>
                    </a:cubicBezTo>
                    <a:cubicBezTo>
                      <a:pt x="13728" y="13533"/>
                      <a:pt x="13690" y="13533"/>
                      <a:pt x="13650" y="13533"/>
                    </a:cubicBezTo>
                    <a:cubicBezTo>
                      <a:pt x="13650" y="13572"/>
                      <a:pt x="13650" y="13610"/>
                      <a:pt x="13650" y="13650"/>
                    </a:cubicBezTo>
                    <a:cubicBezTo>
                      <a:pt x="13611" y="13650"/>
                      <a:pt x="13573" y="13650"/>
                      <a:pt x="13533" y="13650"/>
                    </a:cubicBezTo>
                    <a:cubicBezTo>
                      <a:pt x="13533" y="13689"/>
                      <a:pt x="13533" y="13727"/>
                      <a:pt x="13533" y="13767"/>
                    </a:cubicBezTo>
                    <a:cubicBezTo>
                      <a:pt x="13495" y="13767"/>
                      <a:pt x="13456" y="13767"/>
                      <a:pt x="13417" y="13767"/>
                    </a:cubicBezTo>
                    <a:cubicBezTo>
                      <a:pt x="13417" y="13805"/>
                      <a:pt x="13417" y="13844"/>
                      <a:pt x="13417" y="13883"/>
                    </a:cubicBezTo>
                    <a:cubicBezTo>
                      <a:pt x="13378" y="13883"/>
                      <a:pt x="13340" y="13883"/>
                      <a:pt x="13300" y="13883"/>
                    </a:cubicBezTo>
                    <a:cubicBezTo>
                      <a:pt x="13300" y="13922"/>
                      <a:pt x="13300" y="13960"/>
                      <a:pt x="13300" y="14000"/>
                    </a:cubicBezTo>
                    <a:cubicBezTo>
                      <a:pt x="13261" y="14000"/>
                      <a:pt x="13223" y="14000"/>
                      <a:pt x="13183" y="14000"/>
                    </a:cubicBezTo>
                    <a:cubicBezTo>
                      <a:pt x="13183" y="14038"/>
                      <a:pt x="13183" y="14077"/>
                      <a:pt x="13183" y="14117"/>
                    </a:cubicBezTo>
                    <a:cubicBezTo>
                      <a:pt x="13145" y="14117"/>
                      <a:pt x="13106" y="14117"/>
                      <a:pt x="13067" y="14117"/>
                    </a:cubicBezTo>
                    <a:cubicBezTo>
                      <a:pt x="13067" y="14155"/>
                      <a:pt x="13067" y="14194"/>
                      <a:pt x="13067" y="14233"/>
                    </a:cubicBezTo>
                    <a:cubicBezTo>
                      <a:pt x="13028" y="14233"/>
                      <a:pt x="12990" y="14233"/>
                      <a:pt x="12950" y="14233"/>
                    </a:cubicBezTo>
                    <a:cubicBezTo>
                      <a:pt x="12950" y="14272"/>
                      <a:pt x="12950" y="14310"/>
                      <a:pt x="12950" y="14350"/>
                    </a:cubicBezTo>
                    <a:cubicBezTo>
                      <a:pt x="12873" y="14350"/>
                      <a:pt x="12796" y="14350"/>
                      <a:pt x="12717" y="14350"/>
                    </a:cubicBezTo>
                    <a:cubicBezTo>
                      <a:pt x="12717" y="14389"/>
                      <a:pt x="12717" y="14427"/>
                      <a:pt x="12717" y="14467"/>
                    </a:cubicBezTo>
                    <a:cubicBezTo>
                      <a:pt x="12678" y="14467"/>
                      <a:pt x="12640" y="14467"/>
                      <a:pt x="12600" y="14467"/>
                    </a:cubicBezTo>
                    <a:cubicBezTo>
                      <a:pt x="12600" y="14505"/>
                      <a:pt x="12600" y="14544"/>
                      <a:pt x="12600" y="14583"/>
                    </a:cubicBezTo>
                    <a:cubicBezTo>
                      <a:pt x="12523" y="14583"/>
                      <a:pt x="12446" y="14583"/>
                      <a:pt x="12367" y="14583"/>
                    </a:cubicBezTo>
                    <a:cubicBezTo>
                      <a:pt x="12367" y="14622"/>
                      <a:pt x="12367" y="14660"/>
                      <a:pt x="12367" y="14700"/>
                    </a:cubicBezTo>
                    <a:cubicBezTo>
                      <a:pt x="12328" y="14700"/>
                      <a:pt x="12290" y="14700"/>
                      <a:pt x="12250" y="14700"/>
                    </a:cubicBezTo>
                    <a:cubicBezTo>
                      <a:pt x="12250" y="14739"/>
                      <a:pt x="12250" y="14777"/>
                      <a:pt x="12250" y="14817"/>
                    </a:cubicBezTo>
                    <a:cubicBezTo>
                      <a:pt x="12173" y="14817"/>
                      <a:pt x="12096" y="14817"/>
                      <a:pt x="12017" y="14817"/>
                    </a:cubicBezTo>
                    <a:cubicBezTo>
                      <a:pt x="12017" y="14855"/>
                      <a:pt x="12017" y="14894"/>
                      <a:pt x="12017" y="14933"/>
                    </a:cubicBezTo>
                    <a:cubicBezTo>
                      <a:pt x="11940" y="14933"/>
                      <a:pt x="11863" y="14933"/>
                      <a:pt x="11783" y="14933"/>
                    </a:cubicBezTo>
                    <a:cubicBezTo>
                      <a:pt x="11783" y="14972"/>
                      <a:pt x="11783" y="15010"/>
                      <a:pt x="11783" y="15050"/>
                    </a:cubicBezTo>
                    <a:cubicBezTo>
                      <a:pt x="11706" y="15050"/>
                      <a:pt x="11629" y="15050"/>
                      <a:pt x="11550" y="15050"/>
                    </a:cubicBezTo>
                    <a:cubicBezTo>
                      <a:pt x="11550" y="15088"/>
                      <a:pt x="11550" y="15127"/>
                      <a:pt x="11550" y="15167"/>
                    </a:cubicBezTo>
                    <a:cubicBezTo>
                      <a:pt x="11473" y="15167"/>
                      <a:pt x="11396" y="15167"/>
                      <a:pt x="11317" y="15167"/>
                    </a:cubicBezTo>
                    <a:cubicBezTo>
                      <a:pt x="11317" y="15205"/>
                      <a:pt x="11317" y="15244"/>
                      <a:pt x="11317" y="15283"/>
                    </a:cubicBezTo>
                    <a:cubicBezTo>
                      <a:pt x="11240" y="15283"/>
                      <a:pt x="11163" y="15283"/>
                      <a:pt x="11083" y="15283"/>
                    </a:cubicBezTo>
                    <a:cubicBezTo>
                      <a:pt x="11083" y="15322"/>
                      <a:pt x="11083" y="15360"/>
                      <a:pt x="11083" y="15400"/>
                    </a:cubicBezTo>
                    <a:cubicBezTo>
                      <a:pt x="10968" y="15400"/>
                      <a:pt x="10852" y="15400"/>
                      <a:pt x="10733" y="15400"/>
                    </a:cubicBezTo>
                    <a:cubicBezTo>
                      <a:pt x="10733" y="15439"/>
                      <a:pt x="10733" y="15477"/>
                      <a:pt x="10733" y="15517"/>
                    </a:cubicBezTo>
                    <a:cubicBezTo>
                      <a:pt x="10618" y="15517"/>
                      <a:pt x="10502" y="15517"/>
                      <a:pt x="10383" y="15517"/>
                    </a:cubicBezTo>
                    <a:cubicBezTo>
                      <a:pt x="10383" y="15555"/>
                      <a:pt x="10383" y="15594"/>
                      <a:pt x="10383" y="15633"/>
                    </a:cubicBezTo>
                    <a:cubicBezTo>
                      <a:pt x="10229" y="15633"/>
                      <a:pt x="10075" y="15633"/>
                      <a:pt x="9917" y="15633"/>
                    </a:cubicBezTo>
                    <a:cubicBezTo>
                      <a:pt x="9917" y="15672"/>
                      <a:pt x="9917" y="15710"/>
                      <a:pt x="9917" y="15750"/>
                    </a:cubicBezTo>
                    <a:cubicBezTo>
                      <a:pt x="9763" y="15750"/>
                      <a:pt x="9609" y="15750"/>
                      <a:pt x="9450" y="15750"/>
                    </a:cubicBezTo>
                    <a:cubicBezTo>
                      <a:pt x="9450" y="15788"/>
                      <a:pt x="9450" y="15827"/>
                      <a:pt x="9450" y="15867"/>
                    </a:cubicBezTo>
                    <a:cubicBezTo>
                      <a:pt x="9142" y="15867"/>
                      <a:pt x="8834" y="15867"/>
                      <a:pt x="8517" y="15867"/>
                    </a:cubicBezTo>
                    <a:cubicBezTo>
                      <a:pt x="8517" y="15905"/>
                      <a:pt x="8517" y="15944"/>
                      <a:pt x="8517" y="15983"/>
                    </a:cubicBezTo>
                    <a:cubicBezTo>
                      <a:pt x="8209" y="15983"/>
                      <a:pt x="7901" y="15983"/>
                      <a:pt x="7583" y="15983"/>
                    </a:cubicBezTo>
                    <a:cubicBezTo>
                      <a:pt x="7583" y="15945"/>
                      <a:pt x="7583" y="15906"/>
                      <a:pt x="7583" y="15867"/>
                    </a:cubicBezTo>
                    <a:cubicBezTo>
                      <a:pt x="7237" y="15867"/>
                      <a:pt x="6890" y="15867"/>
                      <a:pt x="6533" y="15867"/>
                    </a:cubicBezTo>
                    <a:cubicBezTo>
                      <a:pt x="6533" y="15828"/>
                      <a:pt x="6533" y="15790"/>
                      <a:pt x="6533" y="15750"/>
                    </a:cubicBezTo>
                    <a:cubicBezTo>
                      <a:pt x="6341" y="15750"/>
                      <a:pt x="6148" y="15750"/>
                      <a:pt x="5950" y="15750"/>
                    </a:cubicBezTo>
                    <a:cubicBezTo>
                      <a:pt x="5950" y="15712"/>
                      <a:pt x="5950" y="15673"/>
                      <a:pt x="5950" y="15633"/>
                    </a:cubicBezTo>
                    <a:cubicBezTo>
                      <a:pt x="5834" y="15633"/>
                      <a:pt x="5719" y="15633"/>
                      <a:pt x="5600" y="15633"/>
                    </a:cubicBezTo>
                    <a:cubicBezTo>
                      <a:pt x="5600" y="15595"/>
                      <a:pt x="5600" y="15556"/>
                      <a:pt x="5600" y="15517"/>
                    </a:cubicBezTo>
                    <a:cubicBezTo>
                      <a:pt x="5484" y="15517"/>
                      <a:pt x="5369" y="15517"/>
                      <a:pt x="5250" y="15517"/>
                    </a:cubicBezTo>
                    <a:cubicBezTo>
                      <a:pt x="5250" y="15478"/>
                      <a:pt x="5250" y="15440"/>
                      <a:pt x="5250" y="15400"/>
                    </a:cubicBezTo>
                    <a:cubicBezTo>
                      <a:pt x="5134" y="15400"/>
                      <a:pt x="5019" y="15400"/>
                      <a:pt x="4900" y="15400"/>
                    </a:cubicBezTo>
                    <a:cubicBezTo>
                      <a:pt x="4900" y="15361"/>
                      <a:pt x="4900" y="15323"/>
                      <a:pt x="4900" y="15283"/>
                    </a:cubicBezTo>
                    <a:cubicBezTo>
                      <a:pt x="4784" y="15283"/>
                      <a:pt x="4669" y="15283"/>
                      <a:pt x="4550" y="15283"/>
                    </a:cubicBezTo>
                    <a:cubicBezTo>
                      <a:pt x="4550" y="15245"/>
                      <a:pt x="4550" y="15206"/>
                      <a:pt x="4550" y="15167"/>
                    </a:cubicBezTo>
                    <a:cubicBezTo>
                      <a:pt x="4473" y="15167"/>
                      <a:pt x="4396" y="15167"/>
                      <a:pt x="4317" y="15167"/>
                    </a:cubicBezTo>
                    <a:cubicBezTo>
                      <a:pt x="4317" y="15128"/>
                      <a:pt x="4317" y="15090"/>
                      <a:pt x="4317" y="15050"/>
                    </a:cubicBezTo>
                    <a:cubicBezTo>
                      <a:pt x="4240" y="15050"/>
                      <a:pt x="4163" y="15050"/>
                      <a:pt x="4083" y="15050"/>
                    </a:cubicBezTo>
                    <a:cubicBezTo>
                      <a:pt x="4083" y="15011"/>
                      <a:pt x="4083" y="14973"/>
                      <a:pt x="4083" y="14933"/>
                    </a:cubicBezTo>
                    <a:cubicBezTo>
                      <a:pt x="4045" y="14933"/>
                      <a:pt x="4006" y="14933"/>
                      <a:pt x="3967" y="14933"/>
                    </a:cubicBezTo>
                    <a:cubicBezTo>
                      <a:pt x="3967" y="14895"/>
                      <a:pt x="3967" y="14856"/>
                      <a:pt x="3967" y="14817"/>
                    </a:cubicBezTo>
                    <a:cubicBezTo>
                      <a:pt x="3890" y="14817"/>
                      <a:pt x="3813" y="14817"/>
                      <a:pt x="3733" y="14817"/>
                    </a:cubicBezTo>
                    <a:cubicBezTo>
                      <a:pt x="3733" y="14778"/>
                      <a:pt x="3733" y="14740"/>
                      <a:pt x="3733" y="14700"/>
                    </a:cubicBezTo>
                    <a:cubicBezTo>
                      <a:pt x="3656" y="14700"/>
                      <a:pt x="3579" y="14700"/>
                      <a:pt x="3500" y="14700"/>
                    </a:cubicBezTo>
                    <a:cubicBezTo>
                      <a:pt x="3500" y="14662"/>
                      <a:pt x="3500" y="14623"/>
                      <a:pt x="3500" y="14583"/>
                    </a:cubicBezTo>
                    <a:cubicBezTo>
                      <a:pt x="3462" y="14583"/>
                      <a:pt x="3423" y="14583"/>
                      <a:pt x="3383" y="14583"/>
                    </a:cubicBezTo>
                    <a:cubicBezTo>
                      <a:pt x="3383" y="14545"/>
                      <a:pt x="3383" y="14506"/>
                      <a:pt x="3383" y="14467"/>
                    </a:cubicBezTo>
                    <a:cubicBezTo>
                      <a:pt x="3306" y="14467"/>
                      <a:pt x="3229" y="14467"/>
                      <a:pt x="3150" y="14467"/>
                    </a:cubicBezTo>
                    <a:cubicBezTo>
                      <a:pt x="3150" y="14428"/>
                      <a:pt x="3150" y="14390"/>
                      <a:pt x="3150" y="14350"/>
                    </a:cubicBezTo>
                    <a:cubicBezTo>
                      <a:pt x="3111" y="14350"/>
                      <a:pt x="3073" y="14350"/>
                      <a:pt x="3033" y="14350"/>
                    </a:cubicBezTo>
                    <a:cubicBezTo>
                      <a:pt x="3033" y="14311"/>
                      <a:pt x="3033" y="14273"/>
                      <a:pt x="3033" y="14233"/>
                    </a:cubicBezTo>
                    <a:cubicBezTo>
                      <a:pt x="2995" y="14233"/>
                      <a:pt x="2956" y="14233"/>
                      <a:pt x="2917" y="14233"/>
                    </a:cubicBezTo>
                    <a:cubicBezTo>
                      <a:pt x="2917" y="14195"/>
                      <a:pt x="2917" y="14156"/>
                      <a:pt x="2917" y="14117"/>
                    </a:cubicBezTo>
                    <a:cubicBezTo>
                      <a:pt x="2878" y="14117"/>
                      <a:pt x="2840" y="14117"/>
                      <a:pt x="2800" y="14117"/>
                    </a:cubicBezTo>
                    <a:cubicBezTo>
                      <a:pt x="2800" y="14078"/>
                      <a:pt x="2800" y="14040"/>
                      <a:pt x="2800" y="14000"/>
                    </a:cubicBezTo>
                    <a:cubicBezTo>
                      <a:pt x="2723" y="14000"/>
                      <a:pt x="2646" y="14000"/>
                      <a:pt x="2567" y="14000"/>
                    </a:cubicBezTo>
                    <a:cubicBezTo>
                      <a:pt x="2567" y="13962"/>
                      <a:pt x="2567" y="13923"/>
                      <a:pt x="2567" y="13883"/>
                    </a:cubicBezTo>
                    <a:cubicBezTo>
                      <a:pt x="2528" y="13883"/>
                      <a:pt x="2490" y="13883"/>
                      <a:pt x="2450" y="13883"/>
                    </a:cubicBezTo>
                    <a:cubicBezTo>
                      <a:pt x="2450" y="13845"/>
                      <a:pt x="2450" y="13806"/>
                      <a:pt x="2450" y="13767"/>
                    </a:cubicBezTo>
                    <a:cubicBezTo>
                      <a:pt x="2411" y="13767"/>
                      <a:pt x="2373" y="13767"/>
                      <a:pt x="2333" y="13767"/>
                    </a:cubicBezTo>
                    <a:cubicBezTo>
                      <a:pt x="2333" y="13728"/>
                      <a:pt x="2333" y="13690"/>
                      <a:pt x="2333" y="13650"/>
                    </a:cubicBezTo>
                    <a:cubicBezTo>
                      <a:pt x="2295" y="13650"/>
                      <a:pt x="2256" y="13650"/>
                      <a:pt x="2217" y="13650"/>
                    </a:cubicBezTo>
                    <a:cubicBezTo>
                      <a:pt x="2217" y="13612"/>
                      <a:pt x="2217" y="13573"/>
                      <a:pt x="2217" y="13533"/>
                    </a:cubicBezTo>
                    <a:cubicBezTo>
                      <a:pt x="2178" y="13533"/>
                      <a:pt x="2140" y="13533"/>
                      <a:pt x="2100" y="13533"/>
                    </a:cubicBezTo>
                    <a:cubicBezTo>
                      <a:pt x="2100" y="13495"/>
                      <a:pt x="2100" y="13456"/>
                      <a:pt x="2100" y="13417"/>
                    </a:cubicBezTo>
                    <a:cubicBezTo>
                      <a:pt x="2061" y="13417"/>
                      <a:pt x="2023" y="13417"/>
                      <a:pt x="1983" y="13417"/>
                    </a:cubicBezTo>
                    <a:cubicBezTo>
                      <a:pt x="1983" y="13378"/>
                      <a:pt x="1983" y="13340"/>
                      <a:pt x="1983" y="13300"/>
                    </a:cubicBezTo>
                    <a:cubicBezTo>
                      <a:pt x="1945" y="13300"/>
                      <a:pt x="1906" y="13300"/>
                      <a:pt x="1867" y="13300"/>
                    </a:cubicBezTo>
                    <a:cubicBezTo>
                      <a:pt x="1867" y="13223"/>
                      <a:pt x="1867" y="13146"/>
                      <a:pt x="1867" y="13067"/>
                    </a:cubicBezTo>
                    <a:cubicBezTo>
                      <a:pt x="1828" y="13067"/>
                      <a:pt x="1790" y="13067"/>
                      <a:pt x="1750" y="13067"/>
                    </a:cubicBezTo>
                    <a:cubicBezTo>
                      <a:pt x="1750" y="13028"/>
                      <a:pt x="1750" y="12990"/>
                      <a:pt x="1750" y="12950"/>
                    </a:cubicBezTo>
                    <a:cubicBezTo>
                      <a:pt x="1712" y="12950"/>
                      <a:pt x="1673" y="12950"/>
                      <a:pt x="1633" y="12950"/>
                    </a:cubicBezTo>
                    <a:cubicBezTo>
                      <a:pt x="1633" y="12912"/>
                      <a:pt x="1633" y="12873"/>
                      <a:pt x="1633" y="12833"/>
                    </a:cubicBezTo>
                    <a:cubicBezTo>
                      <a:pt x="1595" y="12833"/>
                      <a:pt x="1556" y="12833"/>
                      <a:pt x="1517" y="12833"/>
                    </a:cubicBezTo>
                    <a:cubicBezTo>
                      <a:pt x="1517" y="12756"/>
                      <a:pt x="1517" y="12679"/>
                      <a:pt x="1517" y="12600"/>
                    </a:cubicBezTo>
                    <a:cubicBezTo>
                      <a:pt x="1478" y="12600"/>
                      <a:pt x="1440" y="12600"/>
                      <a:pt x="1400" y="12600"/>
                    </a:cubicBezTo>
                    <a:cubicBezTo>
                      <a:pt x="1400" y="12561"/>
                      <a:pt x="1400" y="12523"/>
                      <a:pt x="1400" y="12483"/>
                    </a:cubicBezTo>
                    <a:cubicBezTo>
                      <a:pt x="1361" y="12483"/>
                      <a:pt x="1323" y="12483"/>
                      <a:pt x="1283" y="12483"/>
                    </a:cubicBezTo>
                    <a:cubicBezTo>
                      <a:pt x="1283" y="12445"/>
                      <a:pt x="1283" y="12406"/>
                      <a:pt x="1283" y="12367"/>
                    </a:cubicBezTo>
                    <a:cubicBezTo>
                      <a:pt x="1245" y="12367"/>
                      <a:pt x="1206" y="12367"/>
                      <a:pt x="1167" y="12367"/>
                    </a:cubicBezTo>
                    <a:cubicBezTo>
                      <a:pt x="1167" y="12290"/>
                      <a:pt x="1167" y="12213"/>
                      <a:pt x="1167" y="12133"/>
                    </a:cubicBezTo>
                    <a:cubicBezTo>
                      <a:pt x="1128" y="12133"/>
                      <a:pt x="1090" y="12133"/>
                      <a:pt x="1050" y="12133"/>
                    </a:cubicBezTo>
                    <a:cubicBezTo>
                      <a:pt x="1050" y="12056"/>
                      <a:pt x="1050" y="11979"/>
                      <a:pt x="1050" y="11900"/>
                    </a:cubicBezTo>
                    <a:cubicBezTo>
                      <a:pt x="1011" y="11900"/>
                      <a:pt x="973" y="11900"/>
                      <a:pt x="933" y="11900"/>
                    </a:cubicBezTo>
                    <a:cubicBezTo>
                      <a:pt x="933" y="11823"/>
                      <a:pt x="933" y="11746"/>
                      <a:pt x="933" y="11667"/>
                    </a:cubicBezTo>
                    <a:cubicBezTo>
                      <a:pt x="895" y="11667"/>
                      <a:pt x="856" y="11667"/>
                      <a:pt x="817" y="11667"/>
                    </a:cubicBezTo>
                    <a:cubicBezTo>
                      <a:pt x="817" y="11590"/>
                      <a:pt x="817" y="11513"/>
                      <a:pt x="817" y="11433"/>
                    </a:cubicBezTo>
                    <a:cubicBezTo>
                      <a:pt x="778" y="11433"/>
                      <a:pt x="740" y="11433"/>
                      <a:pt x="700" y="11433"/>
                    </a:cubicBezTo>
                    <a:cubicBezTo>
                      <a:pt x="700" y="11356"/>
                      <a:pt x="700" y="11279"/>
                      <a:pt x="700" y="11200"/>
                    </a:cubicBezTo>
                    <a:cubicBezTo>
                      <a:pt x="661" y="11200"/>
                      <a:pt x="623" y="11200"/>
                      <a:pt x="583" y="11200"/>
                    </a:cubicBezTo>
                    <a:cubicBezTo>
                      <a:pt x="583" y="11123"/>
                      <a:pt x="583" y="11046"/>
                      <a:pt x="583" y="10967"/>
                    </a:cubicBezTo>
                    <a:cubicBezTo>
                      <a:pt x="545" y="10967"/>
                      <a:pt x="506" y="10967"/>
                      <a:pt x="467" y="10967"/>
                    </a:cubicBezTo>
                    <a:cubicBezTo>
                      <a:pt x="467" y="10851"/>
                      <a:pt x="467" y="10736"/>
                      <a:pt x="467" y="10617"/>
                    </a:cubicBezTo>
                    <a:cubicBezTo>
                      <a:pt x="428" y="10617"/>
                      <a:pt x="390" y="10617"/>
                      <a:pt x="350" y="10617"/>
                    </a:cubicBezTo>
                    <a:cubicBezTo>
                      <a:pt x="350" y="10501"/>
                      <a:pt x="350" y="10386"/>
                      <a:pt x="350" y="10267"/>
                    </a:cubicBezTo>
                    <a:cubicBezTo>
                      <a:pt x="311" y="10267"/>
                      <a:pt x="273" y="10267"/>
                      <a:pt x="233" y="10267"/>
                    </a:cubicBezTo>
                    <a:cubicBezTo>
                      <a:pt x="233" y="10151"/>
                      <a:pt x="233" y="10036"/>
                      <a:pt x="233" y="9917"/>
                    </a:cubicBezTo>
                    <a:cubicBezTo>
                      <a:pt x="195" y="9917"/>
                      <a:pt x="156" y="9917"/>
                      <a:pt x="117" y="9917"/>
                    </a:cubicBezTo>
                    <a:cubicBezTo>
                      <a:pt x="117" y="9724"/>
                      <a:pt x="117" y="9532"/>
                      <a:pt x="117" y="9333"/>
                    </a:cubicBezTo>
                    <a:cubicBezTo>
                      <a:pt x="78" y="9333"/>
                      <a:pt x="40" y="9333"/>
                      <a:pt x="0" y="9333"/>
                    </a:cubicBezTo>
                    <a:cubicBezTo>
                      <a:pt x="0" y="8486"/>
                      <a:pt x="0" y="7639"/>
                      <a:pt x="0" y="6767"/>
                    </a:cubicBezTo>
                    <a:cubicBezTo>
                      <a:pt x="38" y="6767"/>
                      <a:pt x="77" y="6767"/>
                      <a:pt x="117" y="6767"/>
                    </a:cubicBezTo>
                    <a:cubicBezTo>
                      <a:pt x="117" y="6574"/>
                      <a:pt x="117" y="6382"/>
                      <a:pt x="117" y="6183"/>
                    </a:cubicBezTo>
                    <a:cubicBezTo>
                      <a:pt x="155" y="6183"/>
                      <a:pt x="194" y="6183"/>
                      <a:pt x="233" y="6183"/>
                    </a:cubicBezTo>
                    <a:cubicBezTo>
                      <a:pt x="233" y="6068"/>
                      <a:pt x="233" y="5952"/>
                      <a:pt x="233" y="5833"/>
                    </a:cubicBezTo>
                    <a:cubicBezTo>
                      <a:pt x="272" y="5833"/>
                      <a:pt x="310" y="5833"/>
                      <a:pt x="350" y="5833"/>
                    </a:cubicBezTo>
                    <a:cubicBezTo>
                      <a:pt x="350" y="5718"/>
                      <a:pt x="350" y="5602"/>
                      <a:pt x="350" y="5483"/>
                    </a:cubicBezTo>
                    <a:cubicBezTo>
                      <a:pt x="388" y="5483"/>
                      <a:pt x="427" y="5483"/>
                      <a:pt x="467" y="5483"/>
                    </a:cubicBezTo>
                    <a:cubicBezTo>
                      <a:pt x="467" y="5406"/>
                      <a:pt x="467" y="5329"/>
                      <a:pt x="467" y="5250"/>
                    </a:cubicBezTo>
                    <a:cubicBezTo>
                      <a:pt x="505" y="5250"/>
                      <a:pt x="544" y="5250"/>
                      <a:pt x="583" y="5250"/>
                    </a:cubicBezTo>
                    <a:cubicBezTo>
                      <a:pt x="583" y="5135"/>
                      <a:pt x="583" y="5019"/>
                      <a:pt x="583" y="4900"/>
                    </a:cubicBezTo>
                    <a:cubicBezTo>
                      <a:pt x="622" y="4900"/>
                      <a:pt x="660" y="4900"/>
                      <a:pt x="700" y="4900"/>
                    </a:cubicBezTo>
                    <a:cubicBezTo>
                      <a:pt x="700" y="4823"/>
                      <a:pt x="700" y="4746"/>
                      <a:pt x="700" y="4667"/>
                    </a:cubicBezTo>
                    <a:cubicBezTo>
                      <a:pt x="738" y="4667"/>
                      <a:pt x="777" y="4667"/>
                      <a:pt x="817" y="4667"/>
                    </a:cubicBezTo>
                    <a:cubicBezTo>
                      <a:pt x="817" y="4590"/>
                      <a:pt x="817" y="4513"/>
                      <a:pt x="817" y="4433"/>
                    </a:cubicBezTo>
                    <a:cubicBezTo>
                      <a:pt x="855" y="4433"/>
                      <a:pt x="894" y="4433"/>
                      <a:pt x="933" y="4433"/>
                    </a:cubicBezTo>
                    <a:cubicBezTo>
                      <a:pt x="933" y="4356"/>
                      <a:pt x="933" y="4279"/>
                      <a:pt x="933" y="4200"/>
                    </a:cubicBezTo>
                    <a:cubicBezTo>
                      <a:pt x="972" y="4200"/>
                      <a:pt x="1010" y="4200"/>
                      <a:pt x="1050" y="4200"/>
                    </a:cubicBezTo>
                    <a:cubicBezTo>
                      <a:pt x="1050" y="4123"/>
                      <a:pt x="1050" y="4046"/>
                      <a:pt x="1050" y="3967"/>
                    </a:cubicBezTo>
                    <a:cubicBezTo>
                      <a:pt x="1088" y="3967"/>
                      <a:pt x="1127" y="3967"/>
                      <a:pt x="1167" y="3967"/>
                    </a:cubicBezTo>
                    <a:cubicBezTo>
                      <a:pt x="1167" y="3928"/>
                      <a:pt x="1167" y="3890"/>
                      <a:pt x="1167" y="3850"/>
                    </a:cubicBezTo>
                    <a:cubicBezTo>
                      <a:pt x="1205" y="3850"/>
                      <a:pt x="1244" y="3850"/>
                      <a:pt x="1283" y="3850"/>
                    </a:cubicBezTo>
                    <a:cubicBezTo>
                      <a:pt x="1283" y="3773"/>
                      <a:pt x="1283" y="3696"/>
                      <a:pt x="1283" y="3617"/>
                    </a:cubicBezTo>
                    <a:cubicBezTo>
                      <a:pt x="1322" y="3617"/>
                      <a:pt x="1360" y="3617"/>
                      <a:pt x="1400" y="3617"/>
                    </a:cubicBezTo>
                    <a:cubicBezTo>
                      <a:pt x="1400" y="3578"/>
                      <a:pt x="1400" y="3540"/>
                      <a:pt x="1400" y="3500"/>
                    </a:cubicBezTo>
                    <a:cubicBezTo>
                      <a:pt x="1438" y="3500"/>
                      <a:pt x="1477" y="3500"/>
                      <a:pt x="1517" y="3500"/>
                    </a:cubicBezTo>
                    <a:cubicBezTo>
                      <a:pt x="1517" y="3462"/>
                      <a:pt x="1517" y="3423"/>
                      <a:pt x="1517" y="3383"/>
                    </a:cubicBezTo>
                    <a:cubicBezTo>
                      <a:pt x="1555" y="3383"/>
                      <a:pt x="1594" y="3383"/>
                      <a:pt x="1633" y="3383"/>
                    </a:cubicBezTo>
                    <a:cubicBezTo>
                      <a:pt x="1633" y="3306"/>
                      <a:pt x="1633" y="3229"/>
                      <a:pt x="1633" y="3150"/>
                    </a:cubicBezTo>
                    <a:cubicBezTo>
                      <a:pt x="1672" y="3150"/>
                      <a:pt x="1710" y="3150"/>
                      <a:pt x="1750" y="3150"/>
                    </a:cubicBezTo>
                    <a:cubicBezTo>
                      <a:pt x="1750" y="3112"/>
                      <a:pt x="1750" y="3073"/>
                      <a:pt x="1750" y="3033"/>
                    </a:cubicBezTo>
                    <a:cubicBezTo>
                      <a:pt x="1788" y="3033"/>
                      <a:pt x="1827" y="3033"/>
                      <a:pt x="1867" y="3033"/>
                    </a:cubicBezTo>
                    <a:cubicBezTo>
                      <a:pt x="1867" y="2995"/>
                      <a:pt x="1867" y="2956"/>
                      <a:pt x="1867" y="2917"/>
                    </a:cubicBezTo>
                    <a:cubicBezTo>
                      <a:pt x="1905" y="2917"/>
                      <a:pt x="1944" y="2917"/>
                      <a:pt x="1983" y="2917"/>
                    </a:cubicBezTo>
                    <a:cubicBezTo>
                      <a:pt x="1983" y="2878"/>
                      <a:pt x="1983" y="2840"/>
                      <a:pt x="1983" y="2800"/>
                    </a:cubicBezTo>
                    <a:cubicBezTo>
                      <a:pt x="2022" y="2800"/>
                      <a:pt x="2060" y="2800"/>
                      <a:pt x="2100" y="2800"/>
                    </a:cubicBezTo>
                    <a:cubicBezTo>
                      <a:pt x="2100" y="2761"/>
                      <a:pt x="2100" y="2723"/>
                      <a:pt x="2100" y="2683"/>
                    </a:cubicBezTo>
                    <a:cubicBezTo>
                      <a:pt x="2138" y="2683"/>
                      <a:pt x="2177" y="2683"/>
                      <a:pt x="2217" y="2683"/>
                    </a:cubicBezTo>
                    <a:cubicBezTo>
                      <a:pt x="2217" y="2645"/>
                      <a:pt x="2217" y="2606"/>
                      <a:pt x="2217" y="2567"/>
                    </a:cubicBezTo>
                    <a:cubicBezTo>
                      <a:pt x="2255" y="2567"/>
                      <a:pt x="2294" y="2567"/>
                      <a:pt x="2333" y="2567"/>
                    </a:cubicBezTo>
                    <a:cubicBezTo>
                      <a:pt x="2333" y="2528"/>
                      <a:pt x="2333" y="2490"/>
                      <a:pt x="2333" y="2450"/>
                    </a:cubicBezTo>
                    <a:cubicBezTo>
                      <a:pt x="2372" y="2450"/>
                      <a:pt x="2410" y="2450"/>
                      <a:pt x="2450" y="2450"/>
                    </a:cubicBezTo>
                    <a:cubicBezTo>
                      <a:pt x="2450" y="2412"/>
                      <a:pt x="2450" y="2373"/>
                      <a:pt x="2450" y="2333"/>
                    </a:cubicBezTo>
                    <a:cubicBezTo>
                      <a:pt x="2488" y="2333"/>
                      <a:pt x="2527" y="2333"/>
                      <a:pt x="2567" y="2333"/>
                    </a:cubicBezTo>
                    <a:cubicBezTo>
                      <a:pt x="2567" y="2295"/>
                      <a:pt x="2567" y="2256"/>
                      <a:pt x="2567" y="2217"/>
                    </a:cubicBezTo>
                    <a:cubicBezTo>
                      <a:pt x="2605" y="2217"/>
                      <a:pt x="2644" y="2217"/>
                      <a:pt x="2683" y="2217"/>
                    </a:cubicBezTo>
                    <a:cubicBezTo>
                      <a:pt x="2683" y="2178"/>
                      <a:pt x="2683" y="2140"/>
                      <a:pt x="2683" y="2100"/>
                    </a:cubicBezTo>
                    <a:cubicBezTo>
                      <a:pt x="2722" y="2100"/>
                      <a:pt x="2760" y="2100"/>
                      <a:pt x="2800" y="2100"/>
                    </a:cubicBezTo>
                    <a:cubicBezTo>
                      <a:pt x="2800" y="2061"/>
                      <a:pt x="2800" y="2023"/>
                      <a:pt x="2800" y="1983"/>
                    </a:cubicBezTo>
                    <a:cubicBezTo>
                      <a:pt x="2838" y="1983"/>
                      <a:pt x="2877" y="1983"/>
                      <a:pt x="2917" y="1983"/>
                    </a:cubicBezTo>
                    <a:cubicBezTo>
                      <a:pt x="2917" y="1945"/>
                      <a:pt x="2917" y="1906"/>
                      <a:pt x="2917" y="1867"/>
                    </a:cubicBezTo>
                    <a:cubicBezTo>
                      <a:pt x="2955" y="1867"/>
                      <a:pt x="2994" y="1867"/>
                      <a:pt x="3033" y="1867"/>
                    </a:cubicBezTo>
                    <a:cubicBezTo>
                      <a:pt x="3033" y="1828"/>
                      <a:pt x="3033" y="1790"/>
                      <a:pt x="3033" y="1750"/>
                    </a:cubicBezTo>
                    <a:cubicBezTo>
                      <a:pt x="3110" y="1750"/>
                      <a:pt x="3187" y="1750"/>
                      <a:pt x="3267" y="1750"/>
                    </a:cubicBezTo>
                    <a:cubicBezTo>
                      <a:pt x="3267" y="1712"/>
                      <a:pt x="3267" y="1673"/>
                      <a:pt x="3267" y="1633"/>
                    </a:cubicBezTo>
                    <a:cubicBezTo>
                      <a:pt x="3305" y="1633"/>
                      <a:pt x="3344" y="1633"/>
                      <a:pt x="3383" y="1633"/>
                    </a:cubicBezTo>
                    <a:cubicBezTo>
                      <a:pt x="3383" y="1595"/>
                      <a:pt x="3383" y="1556"/>
                      <a:pt x="3383" y="1517"/>
                    </a:cubicBezTo>
                    <a:cubicBezTo>
                      <a:pt x="3460" y="1517"/>
                      <a:pt x="3537" y="1517"/>
                      <a:pt x="3617" y="1517"/>
                    </a:cubicBezTo>
                    <a:cubicBezTo>
                      <a:pt x="3617" y="1478"/>
                      <a:pt x="3617" y="1440"/>
                      <a:pt x="3617" y="1400"/>
                    </a:cubicBezTo>
                    <a:cubicBezTo>
                      <a:pt x="3655" y="1400"/>
                      <a:pt x="3694" y="1400"/>
                      <a:pt x="3733" y="1400"/>
                    </a:cubicBezTo>
                    <a:cubicBezTo>
                      <a:pt x="3733" y="1362"/>
                      <a:pt x="3733" y="1323"/>
                      <a:pt x="3733" y="1283"/>
                    </a:cubicBezTo>
                    <a:cubicBezTo>
                      <a:pt x="3810" y="1283"/>
                      <a:pt x="3887" y="1283"/>
                      <a:pt x="3967" y="1283"/>
                    </a:cubicBezTo>
                    <a:cubicBezTo>
                      <a:pt x="3967" y="1245"/>
                      <a:pt x="3967" y="1206"/>
                      <a:pt x="3967" y="1167"/>
                    </a:cubicBezTo>
                    <a:cubicBezTo>
                      <a:pt x="4005" y="1167"/>
                      <a:pt x="4044" y="1167"/>
                      <a:pt x="4083" y="1167"/>
                    </a:cubicBezTo>
                    <a:cubicBezTo>
                      <a:pt x="4083" y="1128"/>
                      <a:pt x="4083" y="1090"/>
                      <a:pt x="4083" y="1050"/>
                    </a:cubicBezTo>
                    <a:cubicBezTo>
                      <a:pt x="4160" y="1050"/>
                      <a:pt x="4237" y="1050"/>
                      <a:pt x="4317" y="1050"/>
                    </a:cubicBezTo>
                    <a:cubicBezTo>
                      <a:pt x="4317" y="1011"/>
                      <a:pt x="4317" y="973"/>
                      <a:pt x="4317" y="933"/>
                    </a:cubicBezTo>
                    <a:cubicBezTo>
                      <a:pt x="4394" y="933"/>
                      <a:pt x="4471" y="933"/>
                      <a:pt x="4550" y="933"/>
                    </a:cubicBezTo>
                    <a:cubicBezTo>
                      <a:pt x="4550" y="895"/>
                      <a:pt x="4550" y="856"/>
                      <a:pt x="4550" y="817"/>
                    </a:cubicBezTo>
                    <a:cubicBezTo>
                      <a:pt x="4627" y="817"/>
                      <a:pt x="4704" y="817"/>
                      <a:pt x="4783" y="817"/>
                    </a:cubicBezTo>
                    <a:cubicBezTo>
                      <a:pt x="4783" y="778"/>
                      <a:pt x="4783" y="740"/>
                      <a:pt x="4783" y="700"/>
                    </a:cubicBezTo>
                    <a:cubicBezTo>
                      <a:pt x="4899" y="700"/>
                      <a:pt x="5014" y="700"/>
                      <a:pt x="5133" y="700"/>
                    </a:cubicBezTo>
                    <a:cubicBezTo>
                      <a:pt x="5133" y="662"/>
                      <a:pt x="5133" y="623"/>
                      <a:pt x="5133" y="583"/>
                    </a:cubicBezTo>
                    <a:cubicBezTo>
                      <a:pt x="5210" y="583"/>
                      <a:pt x="5287" y="583"/>
                      <a:pt x="5367" y="583"/>
                    </a:cubicBezTo>
                    <a:cubicBezTo>
                      <a:pt x="5367" y="545"/>
                      <a:pt x="5367" y="506"/>
                      <a:pt x="5367" y="467"/>
                    </a:cubicBezTo>
                    <a:cubicBezTo>
                      <a:pt x="5482" y="467"/>
                      <a:pt x="5598" y="467"/>
                      <a:pt x="5717" y="467"/>
                    </a:cubicBezTo>
                    <a:cubicBezTo>
                      <a:pt x="5717" y="428"/>
                      <a:pt x="5717" y="390"/>
                      <a:pt x="5717" y="350"/>
                    </a:cubicBezTo>
                    <a:cubicBezTo>
                      <a:pt x="5871" y="350"/>
                      <a:pt x="6025" y="350"/>
                      <a:pt x="6183" y="350"/>
                    </a:cubicBezTo>
                    <a:cubicBezTo>
                      <a:pt x="6183" y="311"/>
                      <a:pt x="6183" y="273"/>
                      <a:pt x="6183" y="233"/>
                    </a:cubicBezTo>
                    <a:cubicBezTo>
                      <a:pt x="6337" y="233"/>
                      <a:pt x="6491" y="233"/>
                      <a:pt x="6650" y="233"/>
                    </a:cubicBezTo>
                    <a:cubicBezTo>
                      <a:pt x="6650" y="195"/>
                      <a:pt x="6650" y="156"/>
                      <a:pt x="6650" y="117"/>
                    </a:cubicBezTo>
                    <a:cubicBezTo>
                      <a:pt x="6919" y="117"/>
                      <a:pt x="7189" y="117"/>
                      <a:pt x="7467" y="117"/>
                    </a:cubicBezTo>
                    <a:cubicBezTo>
                      <a:pt x="7467" y="78"/>
                      <a:pt x="7467" y="40"/>
                      <a:pt x="7467" y="0"/>
                    </a:cubicBezTo>
                    <a:close/>
                    <a:moveTo>
                      <a:pt x="7642" y="758"/>
                    </a:moveTo>
                    <a:cubicBezTo>
                      <a:pt x="7584" y="767"/>
                      <a:pt x="7529" y="773"/>
                      <a:pt x="7470" y="777"/>
                    </a:cubicBezTo>
                    <a:cubicBezTo>
                      <a:pt x="7453" y="778"/>
                      <a:pt x="7437" y="779"/>
                      <a:pt x="7419" y="780"/>
                    </a:cubicBezTo>
                    <a:cubicBezTo>
                      <a:pt x="7366" y="784"/>
                      <a:pt x="7312" y="788"/>
                      <a:pt x="7259" y="791"/>
                    </a:cubicBezTo>
                    <a:cubicBezTo>
                      <a:pt x="7223" y="794"/>
                      <a:pt x="7186" y="796"/>
                      <a:pt x="7150" y="799"/>
                    </a:cubicBezTo>
                    <a:cubicBezTo>
                      <a:pt x="7061" y="805"/>
                      <a:pt x="6972" y="811"/>
                      <a:pt x="6883" y="817"/>
                    </a:cubicBezTo>
                    <a:cubicBezTo>
                      <a:pt x="6883" y="855"/>
                      <a:pt x="6883" y="894"/>
                      <a:pt x="6883" y="933"/>
                    </a:cubicBezTo>
                    <a:cubicBezTo>
                      <a:pt x="6729" y="933"/>
                      <a:pt x="6575" y="933"/>
                      <a:pt x="6417" y="933"/>
                    </a:cubicBezTo>
                    <a:cubicBezTo>
                      <a:pt x="6417" y="972"/>
                      <a:pt x="6417" y="1010"/>
                      <a:pt x="6417" y="1050"/>
                    </a:cubicBezTo>
                    <a:cubicBezTo>
                      <a:pt x="6263" y="1050"/>
                      <a:pt x="6109" y="1050"/>
                      <a:pt x="5950" y="1050"/>
                    </a:cubicBezTo>
                    <a:cubicBezTo>
                      <a:pt x="5950" y="1088"/>
                      <a:pt x="5950" y="1127"/>
                      <a:pt x="5950" y="1167"/>
                    </a:cubicBezTo>
                    <a:cubicBezTo>
                      <a:pt x="5935" y="1169"/>
                      <a:pt x="5920" y="1171"/>
                      <a:pt x="5905" y="1173"/>
                    </a:cubicBezTo>
                    <a:cubicBezTo>
                      <a:pt x="5639" y="1219"/>
                      <a:pt x="5387" y="1312"/>
                      <a:pt x="5133" y="1400"/>
                    </a:cubicBezTo>
                    <a:cubicBezTo>
                      <a:pt x="5133" y="1439"/>
                      <a:pt x="5133" y="1477"/>
                      <a:pt x="5133" y="1517"/>
                    </a:cubicBezTo>
                    <a:cubicBezTo>
                      <a:pt x="5114" y="1520"/>
                      <a:pt x="5095" y="1524"/>
                      <a:pt x="5076" y="1527"/>
                    </a:cubicBezTo>
                    <a:cubicBezTo>
                      <a:pt x="4935" y="1554"/>
                      <a:pt x="4801" y="1584"/>
                      <a:pt x="4667" y="1633"/>
                    </a:cubicBezTo>
                    <a:cubicBezTo>
                      <a:pt x="4667" y="1672"/>
                      <a:pt x="4667" y="1710"/>
                      <a:pt x="4667" y="1750"/>
                    </a:cubicBezTo>
                    <a:cubicBezTo>
                      <a:pt x="4590" y="1750"/>
                      <a:pt x="4513" y="1750"/>
                      <a:pt x="4433" y="1750"/>
                    </a:cubicBezTo>
                    <a:cubicBezTo>
                      <a:pt x="4433" y="1788"/>
                      <a:pt x="4433" y="1827"/>
                      <a:pt x="4433" y="1867"/>
                    </a:cubicBezTo>
                    <a:cubicBezTo>
                      <a:pt x="4356" y="1867"/>
                      <a:pt x="4279" y="1867"/>
                      <a:pt x="4200" y="1867"/>
                    </a:cubicBezTo>
                    <a:cubicBezTo>
                      <a:pt x="4200" y="1905"/>
                      <a:pt x="4200" y="1944"/>
                      <a:pt x="4200" y="1983"/>
                    </a:cubicBezTo>
                    <a:cubicBezTo>
                      <a:pt x="4084" y="2022"/>
                      <a:pt x="3969" y="2060"/>
                      <a:pt x="3850" y="2100"/>
                    </a:cubicBezTo>
                    <a:cubicBezTo>
                      <a:pt x="3850" y="2138"/>
                      <a:pt x="3850" y="2177"/>
                      <a:pt x="3850" y="2217"/>
                    </a:cubicBezTo>
                    <a:cubicBezTo>
                      <a:pt x="3734" y="2255"/>
                      <a:pt x="3619" y="2294"/>
                      <a:pt x="3500" y="2333"/>
                    </a:cubicBezTo>
                    <a:cubicBezTo>
                      <a:pt x="3500" y="2372"/>
                      <a:pt x="3500" y="2410"/>
                      <a:pt x="3500" y="2450"/>
                    </a:cubicBezTo>
                    <a:cubicBezTo>
                      <a:pt x="3462" y="2450"/>
                      <a:pt x="3423" y="2450"/>
                      <a:pt x="3383" y="2450"/>
                    </a:cubicBezTo>
                    <a:cubicBezTo>
                      <a:pt x="3384" y="2459"/>
                      <a:pt x="3384" y="2459"/>
                      <a:pt x="3390" y="2505"/>
                    </a:cubicBezTo>
                    <a:cubicBezTo>
                      <a:pt x="3388" y="2525"/>
                      <a:pt x="3385" y="2546"/>
                      <a:pt x="3383" y="2567"/>
                    </a:cubicBezTo>
                    <a:cubicBezTo>
                      <a:pt x="3341" y="2599"/>
                      <a:pt x="3341" y="2599"/>
                      <a:pt x="3281" y="2625"/>
                    </a:cubicBezTo>
                    <a:cubicBezTo>
                      <a:pt x="3271" y="2630"/>
                      <a:pt x="3271" y="2630"/>
                      <a:pt x="3217" y="2654"/>
                    </a:cubicBezTo>
                    <a:cubicBezTo>
                      <a:pt x="3172" y="2674"/>
                      <a:pt x="3128" y="2693"/>
                      <a:pt x="3083" y="2713"/>
                    </a:cubicBezTo>
                    <a:cubicBezTo>
                      <a:pt x="3072" y="2717"/>
                      <a:pt x="3072" y="2717"/>
                      <a:pt x="3019" y="2742"/>
                    </a:cubicBezTo>
                    <a:cubicBezTo>
                      <a:pt x="2999" y="2750"/>
                      <a:pt x="2980" y="2759"/>
                      <a:pt x="2959" y="2767"/>
                    </a:cubicBezTo>
                    <a:cubicBezTo>
                      <a:pt x="2945" y="2778"/>
                      <a:pt x="2931" y="2789"/>
                      <a:pt x="2917" y="2800"/>
                    </a:cubicBezTo>
                    <a:cubicBezTo>
                      <a:pt x="2910" y="2862"/>
                      <a:pt x="2910" y="2862"/>
                      <a:pt x="2917" y="2917"/>
                    </a:cubicBezTo>
                    <a:cubicBezTo>
                      <a:pt x="2878" y="2917"/>
                      <a:pt x="2840" y="2917"/>
                      <a:pt x="2800" y="2917"/>
                    </a:cubicBezTo>
                    <a:cubicBezTo>
                      <a:pt x="2800" y="2955"/>
                      <a:pt x="2800" y="2994"/>
                      <a:pt x="2800" y="3033"/>
                    </a:cubicBezTo>
                    <a:cubicBezTo>
                      <a:pt x="2761" y="3033"/>
                      <a:pt x="2723" y="3033"/>
                      <a:pt x="2683" y="3033"/>
                    </a:cubicBezTo>
                    <a:cubicBezTo>
                      <a:pt x="2683" y="3072"/>
                      <a:pt x="2683" y="3110"/>
                      <a:pt x="2683" y="3150"/>
                    </a:cubicBezTo>
                    <a:cubicBezTo>
                      <a:pt x="2666" y="3147"/>
                      <a:pt x="2649" y="3144"/>
                      <a:pt x="2631" y="3142"/>
                    </a:cubicBezTo>
                    <a:cubicBezTo>
                      <a:pt x="2567" y="3150"/>
                      <a:pt x="2567" y="3150"/>
                      <a:pt x="2519" y="3208"/>
                    </a:cubicBezTo>
                    <a:cubicBezTo>
                      <a:pt x="2504" y="3233"/>
                      <a:pt x="2490" y="3259"/>
                      <a:pt x="2476" y="3285"/>
                    </a:cubicBezTo>
                    <a:cubicBezTo>
                      <a:pt x="2472" y="3292"/>
                      <a:pt x="2472" y="3292"/>
                      <a:pt x="2453" y="3325"/>
                    </a:cubicBezTo>
                    <a:cubicBezTo>
                      <a:pt x="2400" y="3420"/>
                      <a:pt x="2361" y="3512"/>
                      <a:pt x="2333" y="3617"/>
                    </a:cubicBezTo>
                    <a:cubicBezTo>
                      <a:pt x="2295" y="3617"/>
                      <a:pt x="2256" y="3617"/>
                      <a:pt x="2217" y="3617"/>
                    </a:cubicBezTo>
                    <a:cubicBezTo>
                      <a:pt x="2217" y="3655"/>
                      <a:pt x="2217" y="3694"/>
                      <a:pt x="2217" y="3733"/>
                    </a:cubicBezTo>
                    <a:cubicBezTo>
                      <a:pt x="2178" y="3733"/>
                      <a:pt x="2140" y="3733"/>
                      <a:pt x="2100" y="3733"/>
                    </a:cubicBezTo>
                    <a:cubicBezTo>
                      <a:pt x="2061" y="3849"/>
                      <a:pt x="2023" y="3964"/>
                      <a:pt x="1983" y="4083"/>
                    </a:cubicBezTo>
                    <a:cubicBezTo>
                      <a:pt x="1945" y="4083"/>
                      <a:pt x="1906" y="4083"/>
                      <a:pt x="1867" y="4083"/>
                    </a:cubicBezTo>
                    <a:cubicBezTo>
                      <a:pt x="1867" y="4122"/>
                      <a:pt x="1867" y="4160"/>
                      <a:pt x="1867" y="4200"/>
                    </a:cubicBezTo>
                    <a:cubicBezTo>
                      <a:pt x="1828" y="4200"/>
                      <a:pt x="1790" y="4200"/>
                      <a:pt x="1750" y="4200"/>
                    </a:cubicBezTo>
                    <a:cubicBezTo>
                      <a:pt x="1750" y="4277"/>
                      <a:pt x="1750" y="4354"/>
                      <a:pt x="1750" y="4433"/>
                    </a:cubicBezTo>
                    <a:cubicBezTo>
                      <a:pt x="1712" y="4433"/>
                      <a:pt x="1673" y="4433"/>
                      <a:pt x="1633" y="4433"/>
                    </a:cubicBezTo>
                    <a:cubicBezTo>
                      <a:pt x="1628" y="4455"/>
                      <a:pt x="1622" y="4476"/>
                      <a:pt x="1616" y="4498"/>
                    </a:cubicBezTo>
                    <a:cubicBezTo>
                      <a:pt x="1567" y="4667"/>
                      <a:pt x="1509" y="4805"/>
                      <a:pt x="1404" y="4947"/>
                    </a:cubicBezTo>
                    <a:cubicBezTo>
                      <a:pt x="1282" y="5113"/>
                      <a:pt x="1222" y="5289"/>
                      <a:pt x="1164" y="5484"/>
                    </a:cubicBezTo>
                    <a:cubicBezTo>
                      <a:pt x="1157" y="5506"/>
                      <a:pt x="1151" y="5528"/>
                      <a:pt x="1144" y="5550"/>
                    </a:cubicBezTo>
                    <a:cubicBezTo>
                      <a:pt x="1139" y="5570"/>
                      <a:pt x="1133" y="5589"/>
                      <a:pt x="1127" y="5609"/>
                    </a:cubicBezTo>
                    <a:cubicBezTo>
                      <a:pt x="1108" y="5658"/>
                      <a:pt x="1108" y="5658"/>
                      <a:pt x="1050" y="5717"/>
                    </a:cubicBezTo>
                    <a:cubicBezTo>
                      <a:pt x="1046" y="5778"/>
                      <a:pt x="1045" y="5835"/>
                      <a:pt x="1046" y="5895"/>
                    </a:cubicBezTo>
                    <a:cubicBezTo>
                      <a:pt x="1046" y="5904"/>
                      <a:pt x="1046" y="5904"/>
                      <a:pt x="1047" y="5945"/>
                    </a:cubicBezTo>
                    <a:cubicBezTo>
                      <a:pt x="1048" y="5986"/>
                      <a:pt x="1049" y="6026"/>
                      <a:pt x="1050" y="6067"/>
                    </a:cubicBezTo>
                    <a:cubicBezTo>
                      <a:pt x="1011" y="6067"/>
                      <a:pt x="973" y="6067"/>
                      <a:pt x="933" y="6067"/>
                    </a:cubicBezTo>
                    <a:cubicBezTo>
                      <a:pt x="933" y="6221"/>
                      <a:pt x="933" y="6375"/>
                      <a:pt x="933" y="6533"/>
                    </a:cubicBezTo>
                    <a:cubicBezTo>
                      <a:pt x="895" y="6533"/>
                      <a:pt x="856" y="6533"/>
                      <a:pt x="817" y="6533"/>
                    </a:cubicBezTo>
                    <a:cubicBezTo>
                      <a:pt x="817" y="6687"/>
                      <a:pt x="817" y="6841"/>
                      <a:pt x="817" y="7000"/>
                    </a:cubicBezTo>
                    <a:cubicBezTo>
                      <a:pt x="778" y="7000"/>
                      <a:pt x="740" y="7000"/>
                      <a:pt x="700" y="7000"/>
                    </a:cubicBezTo>
                    <a:cubicBezTo>
                      <a:pt x="700" y="7693"/>
                      <a:pt x="700" y="8386"/>
                      <a:pt x="700" y="9100"/>
                    </a:cubicBezTo>
                    <a:cubicBezTo>
                      <a:pt x="738" y="9100"/>
                      <a:pt x="777" y="9100"/>
                      <a:pt x="817" y="9100"/>
                    </a:cubicBezTo>
                    <a:cubicBezTo>
                      <a:pt x="817" y="9331"/>
                      <a:pt x="817" y="9562"/>
                      <a:pt x="817" y="9800"/>
                    </a:cubicBezTo>
                    <a:cubicBezTo>
                      <a:pt x="855" y="9800"/>
                      <a:pt x="894" y="9800"/>
                      <a:pt x="933" y="9800"/>
                    </a:cubicBezTo>
                    <a:cubicBezTo>
                      <a:pt x="933" y="9915"/>
                      <a:pt x="933" y="10031"/>
                      <a:pt x="933" y="10150"/>
                    </a:cubicBezTo>
                    <a:cubicBezTo>
                      <a:pt x="972" y="10150"/>
                      <a:pt x="1010" y="10150"/>
                      <a:pt x="1050" y="10150"/>
                    </a:cubicBezTo>
                    <a:cubicBezTo>
                      <a:pt x="1050" y="10266"/>
                      <a:pt x="1050" y="10381"/>
                      <a:pt x="1050" y="10500"/>
                    </a:cubicBezTo>
                    <a:cubicBezTo>
                      <a:pt x="1088" y="10500"/>
                      <a:pt x="1127" y="10500"/>
                      <a:pt x="1167" y="10500"/>
                    </a:cubicBezTo>
                    <a:cubicBezTo>
                      <a:pt x="1169" y="10516"/>
                      <a:pt x="1171" y="10533"/>
                      <a:pt x="1173" y="10549"/>
                    </a:cubicBezTo>
                    <a:cubicBezTo>
                      <a:pt x="1212" y="10783"/>
                      <a:pt x="1302" y="10986"/>
                      <a:pt x="1400" y="11200"/>
                    </a:cubicBezTo>
                    <a:cubicBezTo>
                      <a:pt x="1438" y="11200"/>
                      <a:pt x="1477" y="11200"/>
                      <a:pt x="1517" y="11200"/>
                    </a:cubicBezTo>
                    <a:cubicBezTo>
                      <a:pt x="1517" y="11316"/>
                      <a:pt x="1517" y="11431"/>
                      <a:pt x="1517" y="11550"/>
                    </a:cubicBezTo>
                    <a:cubicBezTo>
                      <a:pt x="1555" y="11550"/>
                      <a:pt x="1594" y="11550"/>
                      <a:pt x="1633" y="11550"/>
                    </a:cubicBezTo>
                    <a:cubicBezTo>
                      <a:pt x="1666" y="11592"/>
                      <a:pt x="1666" y="11592"/>
                      <a:pt x="1692" y="11651"/>
                    </a:cubicBezTo>
                    <a:cubicBezTo>
                      <a:pt x="1696" y="11662"/>
                      <a:pt x="1696" y="11662"/>
                      <a:pt x="1721" y="11716"/>
                    </a:cubicBezTo>
                    <a:cubicBezTo>
                      <a:pt x="1726" y="11727"/>
                      <a:pt x="1726" y="11727"/>
                      <a:pt x="1750" y="11783"/>
                    </a:cubicBezTo>
                    <a:cubicBezTo>
                      <a:pt x="1779" y="11846"/>
                      <a:pt x="1808" y="11908"/>
                      <a:pt x="1837" y="11970"/>
                    </a:cubicBezTo>
                    <a:cubicBezTo>
                      <a:pt x="1857" y="12011"/>
                      <a:pt x="1877" y="12053"/>
                      <a:pt x="1896" y="12096"/>
                    </a:cubicBezTo>
                    <a:cubicBezTo>
                      <a:pt x="1905" y="12115"/>
                      <a:pt x="1915" y="12135"/>
                      <a:pt x="1925" y="12156"/>
                    </a:cubicBezTo>
                    <a:cubicBezTo>
                      <a:pt x="1929" y="12165"/>
                      <a:pt x="1929" y="12165"/>
                      <a:pt x="1951" y="12211"/>
                    </a:cubicBezTo>
                    <a:cubicBezTo>
                      <a:pt x="1961" y="12224"/>
                      <a:pt x="1972" y="12237"/>
                      <a:pt x="1983" y="12250"/>
                    </a:cubicBezTo>
                    <a:cubicBezTo>
                      <a:pt x="2022" y="12250"/>
                      <a:pt x="2060" y="12250"/>
                      <a:pt x="2100" y="12250"/>
                    </a:cubicBezTo>
                    <a:cubicBezTo>
                      <a:pt x="2100" y="12327"/>
                      <a:pt x="2100" y="12404"/>
                      <a:pt x="2100" y="12483"/>
                    </a:cubicBezTo>
                    <a:cubicBezTo>
                      <a:pt x="2138" y="12483"/>
                      <a:pt x="2177" y="12483"/>
                      <a:pt x="2217" y="12483"/>
                    </a:cubicBezTo>
                    <a:cubicBezTo>
                      <a:pt x="2217" y="12522"/>
                      <a:pt x="2217" y="12560"/>
                      <a:pt x="2217" y="12600"/>
                    </a:cubicBezTo>
                    <a:cubicBezTo>
                      <a:pt x="2255" y="12600"/>
                      <a:pt x="2294" y="12600"/>
                      <a:pt x="2333" y="12600"/>
                    </a:cubicBezTo>
                    <a:cubicBezTo>
                      <a:pt x="2333" y="12639"/>
                      <a:pt x="2333" y="12677"/>
                      <a:pt x="2333" y="12717"/>
                    </a:cubicBezTo>
                    <a:cubicBezTo>
                      <a:pt x="2372" y="12717"/>
                      <a:pt x="2410" y="12717"/>
                      <a:pt x="2450" y="12717"/>
                    </a:cubicBezTo>
                    <a:cubicBezTo>
                      <a:pt x="2450" y="12755"/>
                      <a:pt x="2450" y="12794"/>
                      <a:pt x="2450" y="12833"/>
                    </a:cubicBezTo>
                    <a:cubicBezTo>
                      <a:pt x="2488" y="12833"/>
                      <a:pt x="2527" y="12833"/>
                      <a:pt x="2567" y="12833"/>
                    </a:cubicBezTo>
                    <a:cubicBezTo>
                      <a:pt x="2567" y="12872"/>
                      <a:pt x="2567" y="12910"/>
                      <a:pt x="2567" y="12950"/>
                    </a:cubicBezTo>
                    <a:cubicBezTo>
                      <a:pt x="2605" y="12950"/>
                      <a:pt x="2644" y="12950"/>
                      <a:pt x="2683" y="12950"/>
                    </a:cubicBezTo>
                    <a:cubicBezTo>
                      <a:pt x="2683" y="12989"/>
                      <a:pt x="2683" y="13027"/>
                      <a:pt x="2683" y="13067"/>
                    </a:cubicBezTo>
                    <a:cubicBezTo>
                      <a:pt x="2722" y="13067"/>
                      <a:pt x="2760" y="13067"/>
                      <a:pt x="2800" y="13067"/>
                    </a:cubicBezTo>
                    <a:cubicBezTo>
                      <a:pt x="2800" y="13105"/>
                      <a:pt x="2800" y="13144"/>
                      <a:pt x="2800" y="13183"/>
                    </a:cubicBezTo>
                    <a:cubicBezTo>
                      <a:pt x="2838" y="13183"/>
                      <a:pt x="2877" y="13183"/>
                      <a:pt x="2917" y="13183"/>
                    </a:cubicBezTo>
                    <a:cubicBezTo>
                      <a:pt x="2917" y="13222"/>
                      <a:pt x="2917" y="13260"/>
                      <a:pt x="2917" y="13300"/>
                    </a:cubicBezTo>
                    <a:cubicBezTo>
                      <a:pt x="2955" y="13300"/>
                      <a:pt x="2994" y="13300"/>
                      <a:pt x="3033" y="13300"/>
                    </a:cubicBezTo>
                    <a:cubicBezTo>
                      <a:pt x="3033" y="13338"/>
                      <a:pt x="3033" y="13377"/>
                      <a:pt x="3033" y="13417"/>
                    </a:cubicBezTo>
                    <a:cubicBezTo>
                      <a:pt x="3072" y="13417"/>
                      <a:pt x="3110" y="13417"/>
                      <a:pt x="3150" y="13417"/>
                    </a:cubicBezTo>
                    <a:cubicBezTo>
                      <a:pt x="3150" y="13455"/>
                      <a:pt x="3150" y="13494"/>
                      <a:pt x="3150" y="13533"/>
                    </a:cubicBezTo>
                    <a:cubicBezTo>
                      <a:pt x="3188" y="13533"/>
                      <a:pt x="3227" y="13533"/>
                      <a:pt x="3267" y="13533"/>
                    </a:cubicBezTo>
                    <a:cubicBezTo>
                      <a:pt x="3267" y="13572"/>
                      <a:pt x="3267" y="13610"/>
                      <a:pt x="3267" y="13650"/>
                    </a:cubicBezTo>
                    <a:cubicBezTo>
                      <a:pt x="3344" y="13650"/>
                      <a:pt x="3421" y="13650"/>
                      <a:pt x="3500" y="13650"/>
                    </a:cubicBezTo>
                    <a:cubicBezTo>
                      <a:pt x="3500" y="13689"/>
                      <a:pt x="3500" y="13727"/>
                      <a:pt x="3500" y="13767"/>
                    </a:cubicBezTo>
                    <a:cubicBezTo>
                      <a:pt x="3538" y="13767"/>
                      <a:pt x="3577" y="13767"/>
                      <a:pt x="3617" y="13767"/>
                    </a:cubicBezTo>
                    <a:cubicBezTo>
                      <a:pt x="3617" y="13805"/>
                      <a:pt x="3617" y="13844"/>
                      <a:pt x="3617" y="13883"/>
                    </a:cubicBezTo>
                    <a:cubicBezTo>
                      <a:pt x="3655" y="13883"/>
                      <a:pt x="3694" y="13883"/>
                      <a:pt x="3733" y="13883"/>
                    </a:cubicBezTo>
                    <a:cubicBezTo>
                      <a:pt x="3733" y="13922"/>
                      <a:pt x="3733" y="13960"/>
                      <a:pt x="3733" y="14000"/>
                    </a:cubicBezTo>
                    <a:cubicBezTo>
                      <a:pt x="3756" y="14007"/>
                      <a:pt x="3778" y="14014"/>
                      <a:pt x="3802" y="14021"/>
                    </a:cubicBezTo>
                    <a:cubicBezTo>
                      <a:pt x="4226" y="14157"/>
                      <a:pt x="4226" y="14157"/>
                      <a:pt x="4317" y="14233"/>
                    </a:cubicBezTo>
                    <a:cubicBezTo>
                      <a:pt x="4317" y="14272"/>
                      <a:pt x="4317" y="14310"/>
                      <a:pt x="4317" y="14350"/>
                    </a:cubicBezTo>
                    <a:cubicBezTo>
                      <a:pt x="4394" y="14350"/>
                      <a:pt x="4471" y="14350"/>
                      <a:pt x="4550" y="14350"/>
                    </a:cubicBezTo>
                    <a:cubicBezTo>
                      <a:pt x="4550" y="14389"/>
                      <a:pt x="4550" y="14427"/>
                      <a:pt x="4550" y="14467"/>
                    </a:cubicBezTo>
                    <a:cubicBezTo>
                      <a:pt x="4627" y="14467"/>
                      <a:pt x="4704" y="14467"/>
                      <a:pt x="4783" y="14467"/>
                    </a:cubicBezTo>
                    <a:cubicBezTo>
                      <a:pt x="4783" y="14505"/>
                      <a:pt x="4783" y="14544"/>
                      <a:pt x="4783" y="14583"/>
                    </a:cubicBezTo>
                    <a:cubicBezTo>
                      <a:pt x="4860" y="14583"/>
                      <a:pt x="4937" y="14583"/>
                      <a:pt x="5017" y="14583"/>
                    </a:cubicBezTo>
                    <a:cubicBezTo>
                      <a:pt x="5017" y="14622"/>
                      <a:pt x="5017" y="14660"/>
                      <a:pt x="5017" y="14700"/>
                    </a:cubicBezTo>
                    <a:cubicBezTo>
                      <a:pt x="5171" y="14700"/>
                      <a:pt x="5325" y="14700"/>
                      <a:pt x="5483" y="14700"/>
                    </a:cubicBezTo>
                    <a:cubicBezTo>
                      <a:pt x="5483" y="14739"/>
                      <a:pt x="5483" y="14777"/>
                      <a:pt x="5483" y="14817"/>
                    </a:cubicBezTo>
                    <a:cubicBezTo>
                      <a:pt x="5856" y="14956"/>
                      <a:pt x="5856" y="14956"/>
                      <a:pt x="6067" y="14933"/>
                    </a:cubicBezTo>
                    <a:cubicBezTo>
                      <a:pt x="6067" y="14972"/>
                      <a:pt x="6067" y="15010"/>
                      <a:pt x="6067" y="15050"/>
                    </a:cubicBezTo>
                    <a:cubicBezTo>
                      <a:pt x="6259" y="15050"/>
                      <a:pt x="6452" y="15050"/>
                      <a:pt x="6650" y="15050"/>
                    </a:cubicBezTo>
                    <a:cubicBezTo>
                      <a:pt x="6650" y="15088"/>
                      <a:pt x="6650" y="15127"/>
                      <a:pt x="6650" y="15167"/>
                    </a:cubicBezTo>
                    <a:cubicBezTo>
                      <a:pt x="6958" y="15167"/>
                      <a:pt x="7266" y="15167"/>
                      <a:pt x="7583" y="15167"/>
                    </a:cubicBezTo>
                    <a:cubicBezTo>
                      <a:pt x="7583" y="15205"/>
                      <a:pt x="7583" y="15244"/>
                      <a:pt x="7583" y="15283"/>
                    </a:cubicBezTo>
                    <a:cubicBezTo>
                      <a:pt x="7891" y="15283"/>
                      <a:pt x="8199" y="15283"/>
                      <a:pt x="8517" y="15283"/>
                    </a:cubicBezTo>
                    <a:cubicBezTo>
                      <a:pt x="8517" y="15245"/>
                      <a:pt x="8517" y="15206"/>
                      <a:pt x="8517" y="15167"/>
                    </a:cubicBezTo>
                    <a:cubicBezTo>
                      <a:pt x="8786" y="15167"/>
                      <a:pt x="9056" y="15167"/>
                      <a:pt x="9333" y="15167"/>
                    </a:cubicBezTo>
                    <a:cubicBezTo>
                      <a:pt x="9333" y="15128"/>
                      <a:pt x="9333" y="15090"/>
                      <a:pt x="9333" y="15050"/>
                    </a:cubicBezTo>
                    <a:cubicBezTo>
                      <a:pt x="9487" y="15050"/>
                      <a:pt x="9641" y="15050"/>
                      <a:pt x="9800" y="15050"/>
                    </a:cubicBezTo>
                    <a:cubicBezTo>
                      <a:pt x="9800" y="15011"/>
                      <a:pt x="9800" y="14973"/>
                      <a:pt x="9800" y="14933"/>
                    </a:cubicBezTo>
                    <a:cubicBezTo>
                      <a:pt x="9954" y="14933"/>
                      <a:pt x="10108" y="14933"/>
                      <a:pt x="10267" y="14933"/>
                    </a:cubicBezTo>
                    <a:cubicBezTo>
                      <a:pt x="10267" y="14895"/>
                      <a:pt x="10267" y="14856"/>
                      <a:pt x="10267" y="14817"/>
                    </a:cubicBezTo>
                    <a:cubicBezTo>
                      <a:pt x="10382" y="14817"/>
                      <a:pt x="10498" y="14817"/>
                      <a:pt x="10617" y="14817"/>
                    </a:cubicBezTo>
                    <a:cubicBezTo>
                      <a:pt x="10617" y="14778"/>
                      <a:pt x="10617" y="14740"/>
                      <a:pt x="10617" y="14700"/>
                    </a:cubicBezTo>
                    <a:cubicBezTo>
                      <a:pt x="10655" y="14700"/>
                      <a:pt x="10694" y="14700"/>
                      <a:pt x="10733" y="14700"/>
                    </a:cubicBezTo>
                    <a:cubicBezTo>
                      <a:pt x="10733" y="14662"/>
                      <a:pt x="10733" y="14623"/>
                      <a:pt x="10733" y="14583"/>
                    </a:cubicBezTo>
                    <a:cubicBezTo>
                      <a:pt x="10750" y="14581"/>
                      <a:pt x="10768" y="14578"/>
                      <a:pt x="10785" y="14576"/>
                    </a:cubicBezTo>
                    <a:cubicBezTo>
                      <a:pt x="10996" y="14540"/>
                      <a:pt x="11172" y="14467"/>
                      <a:pt x="11364" y="14376"/>
                    </a:cubicBezTo>
                    <a:cubicBezTo>
                      <a:pt x="11394" y="14362"/>
                      <a:pt x="11423" y="14348"/>
                      <a:pt x="11453" y="14334"/>
                    </a:cubicBezTo>
                    <a:cubicBezTo>
                      <a:pt x="11524" y="14301"/>
                      <a:pt x="11595" y="14267"/>
                      <a:pt x="11667" y="14233"/>
                    </a:cubicBezTo>
                    <a:cubicBezTo>
                      <a:pt x="11667" y="14195"/>
                      <a:pt x="11667" y="14156"/>
                      <a:pt x="11667" y="14117"/>
                    </a:cubicBezTo>
                    <a:cubicBezTo>
                      <a:pt x="11744" y="14117"/>
                      <a:pt x="11821" y="14117"/>
                      <a:pt x="11900" y="14117"/>
                    </a:cubicBezTo>
                    <a:cubicBezTo>
                      <a:pt x="11900" y="14078"/>
                      <a:pt x="11900" y="14040"/>
                      <a:pt x="11900" y="14000"/>
                    </a:cubicBezTo>
                    <a:cubicBezTo>
                      <a:pt x="11938" y="14000"/>
                      <a:pt x="11977" y="14000"/>
                      <a:pt x="12017" y="14000"/>
                    </a:cubicBezTo>
                    <a:cubicBezTo>
                      <a:pt x="12017" y="13962"/>
                      <a:pt x="12017" y="13923"/>
                      <a:pt x="12017" y="13883"/>
                    </a:cubicBezTo>
                    <a:cubicBezTo>
                      <a:pt x="12094" y="13883"/>
                      <a:pt x="12171" y="13883"/>
                      <a:pt x="12250" y="13883"/>
                    </a:cubicBezTo>
                    <a:cubicBezTo>
                      <a:pt x="12250" y="13845"/>
                      <a:pt x="12250" y="13806"/>
                      <a:pt x="12250" y="13767"/>
                    </a:cubicBezTo>
                    <a:cubicBezTo>
                      <a:pt x="12365" y="13728"/>
                      <a:pt x="12481" y="13690"/>
                      <a:pt x="12600" y="13650"/>
                    </a:cubicBezTo>
                    <a:cubicBezTo>
                      <a:pt x="12600" y="13612"/>
                      <a:pt x="12600" y="13573"/>
                      <a:pt x="12600" y="13533"/>
                    </a:cubicBezTo>
                    <a:cubicBezTo>
                      <a:pt x="12638" y="13533"/>
                      <a:pt x="12677" y="13533"/>
                      <a:pt x="12717" y="13533"/>
                    </a:cubicBezTo>
                    <a:cubicBezTo>
                      <a:pt x="12717" y="13495"/>
                      <a:pt x="12717" y="13456"/>
                      <a:pt x="12717" y="13417"/>
                    </a:cubicBezTo>
                    <a:cubicBezTo>
                      <a:pt x="12794" y="13417"/>
                      <a:pt x="12871" y="13417"/>
                      <a:pt x="12950" y="13417"/>
                    </a:cubicBezTo>
                    <a:cubicBezTo>
                      <a:pt x="12950" y="13378"/>
                      <a:pt x="12950" y="13340"/>
                      <a:pt x="12950" y="13300"/>
                    </a:cubicBezTo>
                    <a:cubicBezTo>
                      <a:pt x="12988" y="13300"/>
                      <a:pt x="13027" y="13300"/>
                      <a:pt x="13067" y="13300"/>
                    </a:cubicBezTo>
                    <a:cubicBezTo>
                      <a:pt x="13067" y="13261"/>
                      <a:pt x="13067" y="13223"/>
                      <a:pt x="13067" y="13183"/>
                    </a:cubicBezTo>
                    <a:cubicBezTo>
                      <a:pt x="13105" y="13183"/>
                      <a:pt x="13144" y="13183"/>
                      <a:pt x="13183" y="13183"/>
                    </a:cubicBezTo>
                    <a:cubicBezTo>
                      <a:pt x="13183" y="13145"/>
                      <a:pt x="13183" y="13106"/>
                      <a:pt x="13183" y="13067"/>
                    </a:cubicBezTo>
                    <a:cubicBezTo>
                      <a:pt x="13222" y="13067"/>
                      <a:pt x="13260" y="13067"/>
                      <a:pt x="13300" y="13067"/>
                    </a:cubicBezTo>
                    <a:cubicBezTo>
                      <a:pt x="13300" y="13028"/>
                      <a:pt x="13300" y="12990"/>
                      <a:pt x="13300" y="12950"/>
                    </a:cubicBezTo>
                    <a:cubicBezTo>
                      <a:pt x="13338" y="12950"/>
                      <a:pt x="13377" y="12950"/>
                      <a:pt x="13417" y="12950"/>
                    </a:cubicBezTo>
                    <a:cubicBezTo>
                      <a:pt x="13417" y="12873"/>
                      <a:pt x="13417" y="12796"/>
                      <a:pt x="13417" y="12717"/>
                    </a:cubicBezTo>
                    <a:cubicBezTo>
                      <a:pt x="13455" y="12717"/>
                      <a:pt x="13494" y="12717"/>
                      <a:pt x="13533" y="12717"/>
                    </a:cubicBezTo>
                    <a:cubicBezTo>
                      <a:pt x="13533" y="12678"/>
                      <a:pt x="13533" y="12640"/>
                      <a:pt x="13533" y="12600"/>
                    </a:cubicBezTo>
                    <a:cubicBezTo>
                      <a:pt x="13572" y="12600"/>
                      <a:pt x="13610" y="12600"/>
                      <a:pt x="13650" y="12600"/>
                    </a:cubicBezTo>
                    <a:cubicBezTo>
                      <a:pt x="13650" y="12561"/>
                      <a:pt x="13650" y="12523"/>
                      <a:pt x="13650" y="12483"/>
                    </a:cubicBezTo>
                    <a:cubicBezTo>
                      <a:pt x="13688" y="12483"/>
                      <a:pt x="13727" y="12483"/>
                      <a:pt x="13767" y="12483"/>
                    </a:cubicBezTo>
                    <a:cubicBezTo>
                      <a:pt x="13767" y="12445"/>
                      <a:pt x="13767" y="12406"/>
                      <a:pt x="13767" y="12367"/>
                    </a:cubicBezTo>
                    <a:cubicBezTo>
                      <a:pt x="13784" y="12369"/>
                      <a:pt x="13801" y="12372"/>
                      <a:pt x="13819" y="12375"/>
                    </a:cubicBezTo>
                    <a:cubicBezTo>
                      <a:pt x="13883" y="12367"/>
                      <a:pt x="13883" y="12367"/>
                      <a:pt x="13931" y="12313"/>
                    </a:cubicBezTo>
                    <a:cubicBezTo>
                      <a:pt x="14035" y="12137"/>
                      <a:pt x="14091" y="11989"/>
                      <a:pt x="14117" y="11783"/>
                    </a:cubicBezTo>
                    <a:cubicBezTo>
                      <a:pt x="14135" y="11785"/>
                      <a:pt x="14153" y="11787"/>
                      <a:pt x="14171" y="11789"/>
                    </a:cubicBezTo>
                    <a:cubicBezTo>
                      <a:pt x="14182" y="11788"/>
                      <a:pt x="14182" y="11788"/>
                      <a:pt x="14233" y="11783"/>
                    </a:cubicBezTo>
                    <a:cubicBezTo>
                      <a:pt x="14266" y="11742"/>
                      <a:pt x="14266" y="11742"/>
                      <a:pt x="14292" y="11685"/>
                    </a:cubicBezTo>
                    <a:cubicBezTo>
                      <a:pt x="14301" y="11665"/>
                      <a:pt x="14311" y="11644"/>
                      <a:pt x="14321" y="11623"/>
                    </a:cubicBezTo>
                    <a:cubicBezTo>
                      <a:pt x="14330" y="11601"/>
                      <a:pt x="14340" y="11580"/>
                      <a:pt x="14350" y="11557"/>
                    </a:cubicBezTo>
                    <a:cubicBezTo>
                      <a:pt x="14459" y="11317"/>
                      <a:pt x="14459" y="11317"/>
                      <a:pt x="14532" y="11251"/>
                    </a:cubicBezTo>
                    <a:cubicBezTo>
                      <a:pt x="14583" y="11200"/>
                      <a:pt x="14583" y="11200"/>
                      <a:pt x="14595" y="11138"/>
                    </a:cubicBezTo>
                    <a:cubicBezTo>
                      <a:pt x="14593" y="11117"/>
                      <a:pt x="14592" y="11097"/>
                      <a:pt x="14591" y="11076"/>
                    </a:cubicBezTo>
                    <a:cubicBezTo>
                      <a:pt x="14590" y="11055"/>
                      <a:pt x="14589" y="11035"/>
                      <a:pt x="14587" y="11014"/>
                    </a:cubicBezTo>
                    <a:cubicBezTo>
                      <a:pt x="14586" y="10998"/>
                      <a:pt x="14585" y="10983"/>
                      <a:pt x="14583" y="10967"/>
                    </a:cubicBezTo>
                    <a:cubicBezTo>
                      <a:pt x="14622" y="10967"/>
                      <a:pt x="14660" y="10967"/>
                      <a:pt x="14700" y="10967"/>
                    </a:cubicBezTo>
                    <a:cubicBezTo>
                      <a:pt x="14700" y="10890"/>
                      <a:pt x="14700" y="10813"/>
                      <a:pt x="14700" y="10733"/>
                    </a:cubicBezTo>
                    <a:cubicBezTo>
                      <a:pt x="14738" y="10733"/>
                      <a:pt x="14777" y="10733"/>
                      <a:pt x="14817" y="10733"/>
                    </a:cubicBezTo>
                    <a:cubicBezTo>
                      <a:pt x="14956" y="10361"/>
                      <a:pt x="14956" y="10361"/>
                      <a:pt x="14933" y="10150"/>
                    </a:cubicBezTo>
                    <a:cubicBezTo>
                      <a:pt x="14972" y="10150"/>
                      <a:pt x="15010" y="10150"/>
                      <a:pt x="15050" y="10150"/>
                    </a:cubicBezTo>
                    <a:cubicBezTo>
                      <a:pt x="15050" y="10034"/>
                      <a:pt x="15050" y="9919"/>
                      <a:pt x="15050" y="9800"/>
                    </a:cubicBezTo>
                    <a:cubicBezTo>
                      <a:pt x="15088" y="9800"/>
                      <a:pt x="15127" y="9800"/>
                      <a:pt x="15167" y="9800"/>
                    </a:cubicBezTo>
                    <a:cubicBezTo>
                      <a:pt x="15167" y="9794"/>
                      <a:pt x="15167" y="9794"/>
                      <a:pt x="15171" y="9763"/>
                    </a:cubicBezTo>
                    <a:cubicBezTo>
                      <a:pt x="15178" y="9709"/>
                      <a:pt x="15185" y="9654"/>
                      <a:pt x="15192" y="9599"/>
                    </a:cubicBezTo>
                    <a:cubicBezTo>
                      <a:pt x="15194" y="9580"/>
                      <a:pt x="15197" y="9562"/>
                      <a:pt x="15199" y="9542"/>
                    </a:cubicBezTo>
                    <a:cubicBezTo>
                      <a:pt x="15202" y="9524"/>
                      <a:pt x="15204" y="9505"/>
                      <a:pt x="15207" y="9487"/>
                    </a:cubicBezTo>
                    <a:cubicBezTo>
                      <a:pt x="15208" y="9478"/>
                      <a:pt x="15208" y="9478"/>
                      <a:pt x="15213" y="9436"/>
                    </a:cubicBezTo>
                    <a:cubicBezTo>
                      <a:pt x="15225" y="9392"/>
                      <a:pt x="15225" y="9392"/>
                      <a:pt x="15283" y="9333"/>
                    </a:cubicBezTo>
                    <a:cubicBezTo>
                      <a:pt x="15290" y="9273"/>
                      <a:pt x="15290" y="9273"/>
                      <a:pt x="15289" y="9200"/>
                    </a:cubicBezTo>
                    <a:cubicBezTo>
                      <a:pt x="15289" y="9174"/>
                      <a:pt x="15289" y="9148"/>
                      <a:pt x="15288" y="9121"/>
                    </a:cubicBezTo>
                    <a:cubicBezTo>
                      <a:pt x="15288" y="9094"/>
                      <a:pt x="15287" y="9066"/>
                      <a:pt x="15287" y="9038"/>
                    </a:cubicBezTo>
                    <a:cubicBezTo>
                      <a:pt x="15287" y="9024"/>
                      <a:pt x="15287" y="9024"/>
                      <a:pt x="15286" y="8955"/>
                    </a:cubicBezTo>
                    <a:cubicBezTo>
                      <a:pt x="15285" y="8886"/>
                      <a:pt x="15285" y="8818"/>
                      <a:pt x="15283" y="8750"/>
                    </a:cubicBezTo>
                    <a:cubicBezTo>
                      <a:pt x="15322" y="8750"/>
                      <a:pt x="15360" y="8750"/>
                      <a:pt x="15400" y="8750"/>
                    </a:cubicBezTo>
                    <a:cubicBezTo>
                      <a:pt x="15400" y="8134"/>
                      <a:pt x="15400" y="7518"/>
                      <a:pt x="15400" y="6883"/>
                    </a:cubicBezTo>
                    <a:cubicBezTo>
                      <a:pt x="15361" y="6883"/>
                      <a:pt x="15323" y="6883"/>
                      <a:pt x="15283" y="6883"/>
                    </a:cubicBezTo>
                    <a:cubicBezTo>
                      <a:pt x="15283" y="6652"/>
                      <a:pt x="15283" y="6421"/>
                      <a:pt x="15283" y="6183"/>
                    </a:cubicBezTo>
                    <a:cubicBezTo>
                      <a:pt x="15245" y="6183"/>
                      <a:pt x="15206" y="6183"/>
                      <a:pt x="15167" y="6183"/>
                    </a:cubicBezTo>
                    <a:cubicBezTo>
                      <a:pt x="15168" y="6162"/>
                      <a:pt x="15169" y="6141"/>
                      <a:pt x="15171" y="6119"/>
                    </a:cubicBezTo>
                    <a:cubicBezTo>
                      <a:pt x="15181" y="5885"/>
                      <a:pt x="15136" y="5700"/>
                      <a:pt x="15050" y="5483"/>
                    </a:cubicBezTo>
                    <a:cubicBezTo>
                      <a:pt x="15011" y="5483"/>
                      <a:pt x="14973" y="5483"/>
                      <a:pt x="14933" y="5483"/>
                    </a:cubicBezTo>
                    <a:cubicBezTo>
                      <a:pt x="14936" y="5463"/>
                      <a:pt x="14939" y="5444"/>
                      <a:pt x="14942" y="5423"/>
                    </a:cubicBezTo>
                    <a:cubicBezTo>
                      <a:pt x="14957" y="5214"/>
                      <a:pt x="14917" y="5066"/>
                      <a:pt x="14824" y="4878"/>
                    </a:cubicBezTo>
                    <a:cubicBezTo>
                      <a:pt x="14819" y="4868"/>
                      <a:pt x="14819" y="4868"/>
                      <a:pt x="14793" y="4815"/>
                    </a:cubicBezTo>
                    <a:cubicBezTo>
                      <a:pt x="14735" y="4704"/>
                      <a:pt x="14735" y="4704"/>
                      <a:pt x="14700" y="4667"/>
                    </a:cubicBezTo>
                    <a:cubicBezTo>
                      <a:pt x="14638" y="4661"/>
                      <a:pt x="14638" y="4661"/>
                      <a:pt x="14583" y="4667"/>
                    </a:cubicBezTo>
                    <a:cubicBezTo>
                      <a:pt x="14582" y="4658"/>
                      <a:pt x="14582" y="4658"/>
                      <a:pt x="14577" y="4613"/>
                    </a:cubicBezTo>
                    <a:cubicBezTo>
                      <a:pt x="14546" y="4415"/>
                      <a:pt x="14486" y="4236"/>
                      <a:pt x="14350" y="4083"/>
                    </a:cubicBezTo>
                    <a:cubicBezTo>
                      <a:pt x="14286" y="4075"/>
                      <a:pt x="14286" y="4075"/>
                      <a:pt x="14233" y="4083"/>
                    </a:cubicBezTo>
                    <a:cubicBezTo>
                      <a:pt x="14230" y="4064"/>
                      <a:pt x="14226" y="4045"/>
                      <a:pt x="14223" y="4026"/>
                    </a:cubicBezTo>
                    <a:cubicBezTo>
                      <a:pt x="14196" y="3885"/>
                      <a:pt x="14166" y="3751"/>
                      <a:pt x="14117" y="3617"/>
                    </a:cubicBezTo>
                    <a:cubicBezTo>
                      <a:pt x="14099" y="3619"/>
                      <a:pt x="14081" y="3621"/>
                      <a:pt x="14062" y="3623"/>
                    </a:cubicBezTo>
                    <a:cubicBezTo>
                      <a:pt x="14042" y="3621"/>
                      <a:pt x="14021" y="3619"/>
                      <a:pt x="14000" y="3617"/>
                    </a:cubicBezTo>
                    <a:cubicBezTo>
                      <a:pt x="13967" y="3574"/>
                      <a:pt x="13967" y="3574"/>
                      <a:pt x="13942" y="3515"/>
                    </a:cubicBezTo>
                    <a:cubicBezTo>
                      <a:pt x="13932" y="3494"/>
                      <a:pt x="13922" y="3472"/>
                      <a:pt x="13912" y="3451"/>
                    </a:cubicBezTo>
                    <a:cubicBezTo>
                      <a:pt x="13893" y="3406"/>
                      <a:pt x="13874" y="3361"/>
                      <a:pt x="13854" y="3316"/>
                    </a:cubicBezTo>
                    <a:cubicBezTo>
                      <a:pt x="13845" y="3295"/>
                      <a:pt x="13835" y="3274"/>
                      <a:pt x="13825" y="3252"/>
                    </a:cubicBezTo>
                    <a:cubicBezTo>
                      <a:pt x="13821" y="3242"/>
                      <a:pt x="13821" y="3242"/>
                      <a:pt x="13799" y="3193"/>
                    </a:cubicBezTo>
                    <a:cubicBezTo>
                      <a:pt x="13789" y="3179"/>
                      <a:pt x="13778" y="3165"/>
                      <a:pt x="13767" y="3150"/>
                    </a:cubicBezTo>
                    <a:cubicBezTo>
                      <a:pt x="13705" y="3144"/>
                      <a:pt x="13705" y="3144"/>
                      <a:pt x="13650" y="3150"/>
                    </a:cubicBezTo>
                    <a:cubicBezTo>
                      <a:pt x="13650" y="3112"/>
                      <a:pt x="13650" y="3073"/>
                      <a:pt x="13650" y="3033"/>
                    </a:cubicBezTo>
                    <a:cubicBezTo>
                      <a:pt x="13611" y="3033"/>
                      <a:pt x="13573" y="3033"/>
                      <a:pt x="13533" y="3033"/>
                    </a:cubicBezTo>
                    <a:cubicBezTo>
                      <a:pt x="13533" y="2995"/>
                      <a:pt x="13533" y="2956"/>
                      <a:pt x="13533" y="2917"/>
                    </a:cubicBezTo>
                    <a:cubicBezTo>
                      <a:pt x="13495" y="2917"/>
                      <a:pt x="13456" y="2917"/>
                      <a:pt x="13417" y="2917"/>
                    </a:cubicBezTo>
                    <a:cubicBezTo>
                      <a:pt x="13417" y="2878"/>
                      <a:pt x="13417" y="2840"/>
                      <a:pt x="13417" y="2800"/>
                    </a:cubicBezTo>
                    <a:cubicBezTo>
                      <a:pt x="13378" y="2800"/>
                      <a:pt x="13340" y="2800"/>
                      <a:pt x="13300" y="2800"/>
                    </a:cubicBezTo>
                    <a:cubicBezTo>
                      <a:pt x="13300" y="2761"/>
                      <a:pt x="13300" y="2723"/>
                      <a:pt x="13300" y="2683"/>
                    </a:cubicBezTo>
                    <a:cubicBezTo>
                      <a:pt x="13261" y="2683"/>
                      <a:pt x="13223" y="2683"/>
                      <a:pt x="13183" y="2683"/>
                    </a:cubicBezTo>
                    <a:cubicBezTo>
                      <a:pt x="13183" y="2645"/>
                      <a:pt x="13183" y="2606"/>
                      <a:pt x="13183" y="2567"/>
                    </a:cubicBezTo>
                    <a:cubicBezTo>
                      <a:pt x="13145" y="2567"/>
                      <a:pt x="13106" y="2567"/>
                      <a:pt x="13067" y="2567"/>
                    </a:cubicBezTo>
                    <a:cubicBezTo>
                      <a:pt x="13067" y="2528"/>
                      <a:pt x="13067" y="2490"/>
                      <a:pt x="13067" y="2450"/>
                    </a:cubicBezTo>
                    <a:cubicBezTo>
                      <a:pt x="13028" y="2450"/>
                      <a:pt x="12990" y="2450"/>
                      <a:pt x="12950" y="2450"/>
                    </a:cubicBezTo>
                    <a:cubicBezTo>
                      <a:pt x="12950" y="2412"/>
                      <a:pt x="12950" y="2373"/>
                      <a:pt x="12950" y="2333"/>
                    </a:cubicBezTo>
                    <a:cubicBezTo>
                      <a:pt x="12873" y="2333"/>
                      <a:pt x="12796" y="2333"/>
                      <a:pt x="12717" y="2333"/>
                    </a:cubicBezTo>
                    <a:cubicBezTo>
                      <a:pt x="12717" y="2295"/>
                      <a:pt x="12717" y="2256"/>
                      <a:pt x="12717" y="2217"/>
                    </a:cubicBezTo>
                    <a:cubicBezTo>
                      <a:pt x="12678" y="2217"/>
                      <a:pt x="12640" y="2217"/>
                      <a:pt x="12600" y="2217"/>
                    </a:cubicBezTo>
                    <a:cubicBezTo>
                      <a:pt x="12600" y="2178"/>
                      <a:pt x="12600" y="2140"/>
                      <a:pt x="12600" y="2100"/>
                    </a:cubicBezTo>
                    <a:cubicBezTo>
                      <a:pt x="12484" y="2061"/>
                      <a:pt x="12369" y="2023"/>
                      <a:pt x="12250" y="1983"/>
                    </a:cubicBezTo>
                    <a:cubicBezTo>
                      <a:pt x="12250" y="1945"/>
                      <a:pt x="12250" y="1906"/>
                      <a:pt x="12250" y="1867"/>
                    </a:cubicBezTo>
                    <a:cubicBezTo>
                      <a:pt x="12216" y="1835"/>
                      <a:pt x="12216" y="1835"/>
                      <a:pt x="12168" y="1811"/>
                    </a:cubicBezTo>
                    <a:cubicBezTo>
                      <a:pt x="12150" y="1801"/>
                      <a:pt x="12132" y="1792"/>
                      <a:pt x="12114" y="1782"/>
                    </a:cubicBezTo>
                    <a:cubicBezTo>
                      <a:pt x="12094" y="1773"/>
                      <a:pt x="12074" y="1763"/>
                      <a:pt x="12054" y="1753"/>
                    </a:cubicBezTo>
                    <a:cubicBezTo>
                      <a:pt x="12044" y="1748"/>
                      <a:pt x="12044" y="1748"/>
                      <a:pt x="11993" y="1722"/>
                    </a:cubicBezTo>
                    <a:cubicBezTo>
                      <a:pt x="11950" y="1701"/>
                      <a:pt x="11907" y="1680"/>
                      <a:pt x="11864" y="1658"/>
                    </a:cubicBezTo>
                    <a:cubicBezTo>
                      <a:pt x="11799" y="1626"/>
                      <a:pt x="11734" y="1593"/>
                      <a:pt x="11669" y="1560"/>
                    </a:cubicBezTo>
                    <a:cubicBezTo>
                      <a:pt x="11627" y="1539"/>
                      <a:pt x="11585" y="1519"/>
                      <a:pt x="11544" y="1498"/>
                    </a:cubicBezTo>
                    <a:cubicBezTo>
                      <a:pt x="11524" y="1488"/>
                      <a:pt x="11505" y="1478"/>
                      <a:pt x="11485" y="1468"/>
                    </a:cubicBezTo>
                    <a:cubicBezTo>
                      <a:pt x="11348" y="1402"/>
                      <a:pt x="11235" y="1388"/>
                      <a:pt x="11083" y="1400"/>
                    </a:cubicBezTo>
                    <a:cubicBezTo>
                      <a:pt x="11083" y="1362"/>
                      <a:pt x="11083" y="1323"/>
                      <a:pt x="11083" y="1283"/>
                    </a:cubicBezTo>
                    <a:cubicBezTo>
                      <a:pt x="10843" y="1188"/>
                      <a:pt x="10641" y="1150"/>
                      <a:pt x="10383" y="1167"/>
                    </a:cubicBezTo>
                    <a:cubicBezTo>
                      <a:pt x="10383" y="1128"/>
                      <a:pt x="10383" y="1090"/>
                      <a:pt x="10383" y="1050"/>
                    </a:cubicBezTo>
                    <a:cubicBezTo>
                      <a:pt x="10268" y="1050"/>
                      <a:pt x="10152" y="1050"/>
                      <a:pt x="10033" y="1050"/>
                    </a:cubicBezTo>
                    <a:cubicBezTo>
                      <a:pt x="10033" y="1011"/>
                      <a:pt x="10033" y="973"/>
                      <a:pt x="10033" y="933"/>
                    </a:cubicBezTo>
                    <a:cubicBezTo>
                      <a:pt x="9879" y="933"/>
                      <a:pt x="9725" y="933"/>
                      <a:pt x="9567" y="933"/>
                    </a:cubicBezTo>
                    <a:cubicBezTo>
                      <a:pt x="9567" y="895"/>
                      <a:pt x="9567" y="856"/>
                      <a:pt x="9567" y="817"/>
                    </a:cubicBezTo>
                    <a:cubicBezTo>
                      <a:pt x="9297" y="817"/>
                      <a:pt x="9028" y="817"/>
                      <a:pt x="8750" y="817"/>
                    </a:cubicBezTo>
                    <a:cubicBezTo>
                      <a:pt x="8750" y="778"/>
                      <a:pt x="8750" y="740"/>
                      <a:pt x="8750" y="700"/>
                    </a:cubicBezTo>
                    <a:cubicBezTo>
                      <a:pt x="8602" y="699"/>
                      <a:pt x="8453" y="697"/>
                      <a:pt x="8305" y="697"/>
                    </a:cubicBezTo>
                    <a:cubicBezTo>
                      <a:pt x="8254" y="697"/>
                      <a:pt x="8204" y="696"/>
                      <a:pt x="8153" y="696"/>
                    </a:cubicBezTo>
                    <a:cubicBezTo>
                      <a:pt x="8080" y="695"/>
                      <a:pt x="8008" y="695"/>
                      <a:pt x="7935" y="694"/>
                    </a:cubicBezTo>
                    <a:cubicBezTo>
                      <a:pt x="7924" y="694"/>
                      <a:pt x="7924" y="694"/>
                      <a:pt x="7867" y="693"/>
                    </a:cubicBezTo>
                    <a:cubicBezTo>
                      <a:pt x="7856" y="693"/>
                      <a:pt x="7856" y="693"/>
                      <a:pt x="7803" y="693"/>
                    </a:cubicBezTo>
                    <a:cubicBezTo>
                      <a:pt x="7784" y="693"/>
                      <a:pt x="7766" y="693"/>
                      <a:pt x="7747" y="693"/>
                    </a:cubicBezTo>
                    <a:cubicBezTo>
                      <a:pt x="7700" y="700"/>
                      <a:pt x="7700" y="700"/>
                      <a:pt x="7642" y="758"/>
                    </a:cubicBezTo>
                    <a:close/>
                  </a:path>
                </a:pathLst>
              </a:custGeom>
              <a:solidFill>
                <a:srgbClr val="251047"/>
              </a:solidFill>
              <a:ln w="741" cap="flat">
                <a:noFill/>
              </a:ln>
            </p:spPr>
          </p:sp>
          <p:sp>
            <p:nvSpPr>
              <p:cNvPr id="490" name="ICON_SKILL_UNDERSTAND_path_005"/>
              <p:cNvSpPr/>
              <p:nvPr/>
            </p:nvSpPr>
            <p:spPr>
              <a:xfrm>
                <a:off x="4957445" y="1145699"/>
                <a:ext cx="87418" cy="87418"/>
              </a:xfrm>
              <a:custGeom>
                <a:avLst/>
                <a:gdLst/>
                <a:ahLst/>
                <a:cxnLst/>
                <a:rect l="0" t="0" r="r" b="b"/>
                <a:pathLst>
                  <a:path w="6883" h="6883" fill="norm" stroke="0">
                    <a:moveTo>
                      <a:pt x="1633" y="0"/>
                    </a:moveTo>
                    <a:cubicBezTo>
                      <a:pt x="1749" y="0"/>
                      <a:pt x="1864" y="0"/>
                      <a:pt x="1983" y="0"/>
                    </a:cubicBezTo>
                    <a:cubicBezTo>
                      <a:pt x="1983" y="38"/>
                      <a:pt x="1983" y="77"/>
                      <a:pt x="1983" y="117"/>
                    </a:cubicBezTo>
                    <a:cubicBezTo>
                      <a:pt x="2022" y="117"/>
                      <a:pt x="2060" y="117"/>
                      <a:pt x="2100" y="117"/>
                    </a:cubicBezTo>
                    <a:cubicBezTo>
                      <a:pt x="2100" y="155"/>
                      <a:pt x="2100" y="194"/>
                      <a:pt x="2100" y="233"/>
                    </a:cubicBezTo>
                    <a:cubicBezTo>
                      <a:pt x="2138" y="233"/>
                      <a:pt x="2177" y="233"/>
                      <a:pt x="2217" y="233"/>
                    </a:cubicBezTo>
                    <a:cubicBezTo>
                      <a:pt x="2217" y="272"/>
                      <a:pt x="2217" y="310"/>
                      <a:pt x="2217" y="350"/>
                    </a:cubicBezTo>
                    <a:cubicBezTo>
                      <a:pt x="2255" y="350"/>
                      <a:pt x="2294" y="350"/>
                      <a:pt x="2333" y="350"/>
                    </a:cubicBezTo>
                    <a:cubicBezTo>
                      <a:pt x="2333" y="388"/>
                      <a:pt x="2333" y="427"/>
                      <a:pt x="2333" y="467"/>
                    </a:cubicBezTo>
                    <a:cubicBezTo>
                      <a:pt x="2372" y="467"/>
                      <a:pt x="2410" y="467"/>
                      <a:pt x="2450" y="467"/>
                    </a:cubicBezTo>
                    <a:cubicBezTo>
                      <a:pt x="2450" y="505"/>
                      <a:pt x="2450" y="544"/>
                      <a:pt x="2450" y="583"/>
                    </a:cubicBezTo>
                    <a:cubicBezTo>
                      <a:pt x="2488" y="583"/>
                      <a:pt x="2527" y="583"/>
                      <a:pt x="2567" y="583"/>
                    </a:cubicBezTo>
                    <a:cubicBezTo>
                      <a:pt x="2567" y="622"/>
                      <a:pt x="2567" y="660"/>
                      <a:pt x="2567" y="700"/>
                    </a:cubicBezTo>
                    <a:cubicBezTo>
                      <a:pt x="2605" y="700"/>
                      <a:pt x="2644" y="700"/>
                      <a:pt x="2683" y="700"/>
                    </a:cubicBezTo>
                    <a:cubicBezTo>
                      <a:pt x="2683" y="739"/>
                      <a:pt x="2683" y="777"/>
                      <a:pt x="2683" y="817"/>
                    </a:cubicBezTo>
                    <a:cubicBezTo>
                      <a:pt x="2722" y="817"/>
                      <a:pt x="2760" y="817"/>
                      <a:pt x="2800" y="817"/>
                    </a:cubicBezTo>
                    <a:cubicBezTo>
                      <a:pt x="2800" y="855"/>
                      <a:pt x="2800" y="894"/>
                      <a:pt x="2800" y="933"/>
                    </a:cubicBezTo>
                    <a:cubicBezTo>
                      <a:pt x="2839" y="933"/>
                      <a:pt x="2877" y="933"/>
                      <a:pt x="2917" y="933"/>
                    </a:cubicBezTo>
                    <a:cubicBezTo>
                      <a:pt x="2917" y="972"/>
                      <a:pt x="2917" y="1010"/>
                      <a:pt x="2917" y="1050"/>
                    </a:cubicBezTo>
                    <a:cubicBezTo>
                      <a:pt x="2955" y="1050"/>
                      <a:pt x="2994" y="1050"/>
                      <a:pt x="3033" y="1050"/>
                    </a:cubicBezTo>
                    <a:cubicBezTo>
                      <a:pt x="3033" y="1088"/>
                      <a:pt x="3033" y="1127"/>
                      <a:pt x="3033" y="1167"/>
                    </a:cubicBezTo>
                    <a:cubicBezTo>
                      <a:pt x="3072" y="1167"/>
                      <a:pt x="3110" y="1167"/>
                      <a:pt x="3150" y="1167"/>
                    </a:cubicBezTo>
                    <a:cubicBezTo>
                      <a:pt x="3150" y="1205"/>
                      <a:pt x="3150" y="1244"/>
                      <a:pt x="3150" y="1283"/>
                    </a:cubicBezTo>
                    <a:cubicBezTo>
                      <a:pt x="3188" y="1283"/>
                      <a:pt x="3227" y="1283"/>
                      <a:pt x="3267" y="1283"/>
                    </a:cubicBezTo>
                    <a:cubicBezTo>
                      <a:pt x="3267" y="1322"/>
                      <a:pt x="3267" y="1360"/>
                      <a:pt x="3267" y="1400"/>
                    </a:cubicBezTo>
                    <a:cubicBezTo>
                      <a:pt x="3305" y="1400"/>
                      <a:pt x="3344" y="1400"/>
                      <a:pt x="3383" y="1400"/>
                    </a:cubicBezTo>
                    <a:cubicBezTo>
                      <a:pt x="3383" y="1439"/>
                      <a:pt x="3383" y="1477"/>
                      <a:pt x="3383" y="1517"/>
                    </a:cubicBezTo>
                    <a:cubicBezTo>
                      <a:pt x="3422" y="1517"/>
                      <a:pt x="3460" y="1517"/>
                      <a:pt x="3500" y="1517"/>
                    </a:cubicBezTo>
                    <a:cubicBezTo>
                      <a:pt x="3500" y="1555"/>
                      <a:pt x="3500" y="1594"/>
                      <a:pt x="3500" y="1633"/>
                    </a:cubicBezTo>
                    <a:cubicBezTo>
                      <a:pt x="3538" y="1633"/>
                      <a:pt x="3577" y="1633"/>
                      <a:pt x="3617" y="1633"/>
                    </a:cubicBezTo>
                    <a:cubicBezTo>
                      <a:pt x="3617" y="1672"/>
                      <a:pt x="3617" y="1710"/>
                      <a:pt x="3617" y="1750"/>
                    </a:cubicBezTo>
                    <a:cubicBezTo>
                      <a:pt x="3655" y="1750"/>
                      <a:pt x="3694" y="1750"/>
                      <a:pt x="3733" y="1750"/>
                    </a:cubicBezTo>
                    <a:cubicBezTo>
                      <a:pt x="3733" y="1788"/>
                      <a:pt x="3733" y="1827"/>
                      <a:pt x="3733" y="1867"/>
                    </a:cubicBezTo>
                    <a:cubicBezTo>
                      <a:pt x="3772" y="1867"/>
                      <a:pt x="3810" y="1867"/>
                      <a:pt x="3850" y="1867"/>
                    </a:cubicBezTo>
                    <a:cubicBezTo>
                      <a:pt x="3850" y="1905"/>
                      <a:pt x="3850" y="1944"/>
                      <a:pt x="3850" y="1983"/>
                    </a:cubicBezTo>
                    <a:cubicBezTo>
                      <a:pt x="3888" y="1983"/>
                      <a:pt x="3927" y="1983"/>
                      <a:pt x="3967" y="1983"/>
                    </a:cubicBezTo>
                    <a:cubicBezTo>
                      <a:pt x="3967" y="2022"/>
                      <a:pt x="3967" y="2060"/>
                      <a:pt x="3967" y="2100"/>
                    </a:cubicBezTo>
                    <a:cubicBezTo>
                      <a:pt x="4005" y="2100"/>
                      <a:pt x="4044" y="2100"/>
                      <a:pt x="4083" y="2100"/>
                    </a:cubicBezTo>
                    <a:cubicBezTo>
                      <a:pt x="4083" y="2138"/>
                      <a:pt x="4083" y="2177"/>
                      <a:pt x="4083" y="2217"/>
                    </a:cubicBezTo>
                    <a:cubicBezTo>
                      <a:pt x="4160" y="2217"/>
                      <a:pt x="4237" y="2217"/>
                      <a:pt x="4317" y="2217"/>
                    </a:cubicBezTo>
                    <a:cubicBezTo>
                      <a:pt x="4317" y="2255"/>
                      <a:pt x="4317" y="2294"/>
                      <a:pt x="4317" y="2333"/>
                    </a:cubicBezTo>
                    <a:cubicBezTo>
                      <a:pt x="4355" y="2333"/>
                      <a:pt x="4394" y="2333"/>
                      <a:pt x="4433" y="2333"/>
                    </a:cubicBezTo>
                    <a:cubicBezTo>
                      <a:pt x="4433" y="2372"/>
                      <a:pt x="4433" y="2410"/>
                      <a:pt x="4433" y="2450"/>
                    </a:cubicBezTo>
                    <a:cubicBezTo>
                      <a:pt x="4472" y="2450"/>
                      <a:pt x="4510" y="2450"/>
                      <a:pt x="4550" y="2450"/>
                    </a:cubicBezTo>
                    <a:cubicBezTo>
                      <a:pt x="4550" y="2489"/>
                      <a:pt x="4550" y="2527"/>
                      <a:pt x="4550" y="2567"/>
                    </a:cubicBezTo>
                    <a:cubicBezTo>
                      <a:pt x="4589" y="2567"/>
                      <a:pt x="4627" y="2567"/>
                      <a:pt x="4667" y="2567"/>
                    </a:cubicBezTo>
                    <a:cubicBezTo>
                      <a:pt x="4667" y="2605"/>
                      <a:pt x="4667" y="2644"/>
                      <a:pt x="4667" y="2683"/>
                    </a:cubicBezTo>
                    <a:cubicBezTo>
                      <a:pt x="4705" y="2683"/>
                      <a:pt x="4744" y="2683"/>
                      <a:pt x="4783" y="2683"/>
                    </a:cubicBezTo>
                    <a:cubicBezTo>
                      <a:pt x="4783" y="2722"/>
                      <a:pt x="4783" y="2760"/>
                      <a:pt x="4783" y="2800"/>
                    </a:cubicBezTo>
                    <a:cubicBezTo>
                      <a:pt x="4822" y="2800"/>
                      <a:pt x="4860" y="2800"/>
                      <a:pt x="4900" y="2800"/>
                    </a:cubicBezTo>
                    <a:cubicBezTo>
                      <a:pt x="4900" y="2838"/>
                      <a:pt x="4900" y="2877"/>
                      <a:pt x="4900" y="2917"/>
                    </a:cubicBezTo>
                    <a:cubicBezTo>
                      <a:pt x="4938" y="2917"/>
                      <a:pt x="4977" y="2917"/>
                      <a:pt x="5017" y="2917"/>
                    </a:cubicBezTo>
                    <a:cubicBezTo>
                      <a:pt x="5017" y="2955"/>
                      <a:pt x="5017" y="2994"/>
                      <a:pt x="5017" y="3033"/>
                    </a:cubicBezTo>
                    <a:cubicBezTo>
                      <a:pt x="5055" y="3033"/>
                      <a:pt x="5094" y="3033"/>
                      <a:pt x="5133" y="3033"/>
                    </a:cubicBezTo>
                    <a:cubicBezTo>
                      <a:pt x="5133" y="3072"/>
                      <a:pt x="5133" y="3110"/>
                      <a:pt x="5133" y="3150"/>
                    </a:cubicBezTo>
                    <a:cubicBezTo>
                      <a:pt x="5172" y="3150"/>
                      <a:pt x="5210" y="3150"/>
                      <a:pt x="5250" y="3150"/>
                    </a:cubicBezTo>
                    <a:cubicBezTo>
                      <a:pt x="5250" y="3189"/>
                      <a:pt x="5250" y="3227"/>
                      <a:pt x="5250" y="3267"/>
                    </a:cubicBezTo>
                    <a:cubicBezTo>
                      <a:pt x="5288" y="3267"/>
                      <a:pt x="5327" y="3267"/>
                      <a:pt x="5367" y="3267"/>
                    </a:cubicBezTo>
                    <a:cubicBezTo>
                      <a:pt x="5367" y="3305"/>
                      <a:pt x="5367" y="3344"/>
                      <a:pt x="5367" y="3383"/>
                    </a:cubicBezTo>
                    <a:cubicBezTo>
                      <a:pt x="5405" y="3383"/>
                      <a:pt x="5444" y="3383"/>
                      <a:pt x="5483" y="3383"/>
                    </a:cubicBezTo>
                    <a:cubicBezTo>
                      <a:pt x="5483" y="3422"/>
                      <a:pt x="5483" y="3460"/>
                      <a:pt x="5483" y="3500"/>
                    </a:cubicBezTo>
                    <a:cubicBezTo>
                      <a:pt x="5522" y="3500"/>
                      <a:pt x="5560" y="3500"/>
                      <a:pt x="5600" y="3500"/>
                    </a:cubicBezTo>
                    <a:cubicBezTo>
                      <a:pt x="5600" y="3538"/>
                      <a:pt x="5600" y="3577"/>
                      <a:pt x="5600" y="3617"/>
                    </a:cubicBezTo>
                    <a:cubicBezTo>
                      <a:pt x="5638" y="3617"/>
                      <a:pt x="5677" y="3617"/>
                      <a:pt x="5717" y="3617"/>
                    </a:cubicBezTo>
                    <a:cubicBezTo>
                      <a:pt x="5717" y="3655"/>
                      <a:pt x="5717" y="3694"/>
                      <a:pt x="5717" y="3733"/>
                    </a:cubicBezTo>
                    <a:cubicBezTo>
                      <a:pt x="5755" y="3733"/>
                      <a:pt x="5794" y="3733"/>
                      <a:pt x="5833" y="3733"/>
                    </a:cubicBezTo>
                    <a:cubicBezTo>
                      <a:pt x="5833" y="3772"/>
                      <a:pt x="5833" y="3810"/>
                      <a:pt x="5833" y="3850"/>
                    </a:cubicBezTo>
                    <a:cubicBezTo>
                      <a:pt x="5872" y="3850"/>
                      <a:pt x="5910" y="3850"/>
                      <a:pt x="5950" y="3850"/>
                    </a:cubicBezTo>
                    <a:cubicBezTo>
                      <a:pt x="5950" y="3888"/>
                      <a:pt x="5950" y="3927"/>
                      <a:pt x="5950" y="3967"/>
                    </a:cubicBezTo>
                    <a:cubicBezTo>
                      <a:pt x="5988" y="3967"/>
                      <a:pt x="6027" y="3967"/>
                      <a:pt x="6067" y="3967"/>
                    </a:cubicBezTo>
                    <a:cubicBezTo>
                      <a:pt x="6067" y="4005"/>
                      <a:pt x="6067" y="4044"/>
                      <a:pt x="6067" y="4083"/>
                    </a:cubicBezTo>
                    <a:cubicBezTo>
                      <a:pt x="6105" y="4083"/>
                      <a:pt x="6144" y="4083"/>
                      <a:pt x="6183" y="4083"/>
                    </a:cubicBezTo>
                    <a:cubicBezTo>
                      <a:pt x="6183" y="4122"/>
                      <a:pt x="6183" y="4160"/>
                      <a:pt x="6183" y="4200"/>
                    </a:cubicBezTo>
                    <a:cubicBezTo>
                      <a:pt x="6222" y="4200"/>
                      <a:pt x="6260" y="4200"/>
                      <a:pt x="6300" y="4200"/>
                    </a:cubicBezTo>
                    <a:cubicBezTo>
                      <a:pt x="6300" y="4239"/>
                      <a:pt x="6300" y="4277"/>
                      <a:pt x="6300" y="4317"/>
                    </a:cubicBezTo>
                    <a:cubicBezTo>
                      <a:pt x="6339" y="4317"/>
                      <a:pt x="6377" y="4317"/>
                      <a:pt x="6417" y="4317"/>
                    </a:cubicBezTo>
                    <a:cubicBezTo>
                      <a:pt x="6417" y="4355"/>
                      <a:pt x="6417" y="4394"/>
                      <a:pt x="6417" y="4433"/>
                    </a:cubicBezTo>
                    <a:cubicBezTo>
                      <a:pt x="6455" y="4433"/>
                      <a:pt x="6494" y="4433"/>
                      <a:pt x="6533" y="4433"/>
                    </a:cubicBezTo>
                    <a:cubicBezTo>
                      <a:pt x="6533" y="4472"/>
                      <a:pt x="6533" y="4510"/>
                      <a:pt x="6533" y="4550"/>
                    </a:cubicBezTo>
                    <a:cubicBezTo>
                      <a:pt x="6572" y="4550"/>
                      <a:pt x="6610" y="4550"/>
                      <a:pt x="6650" y="4550"/>
                    </a:cubicBezTo>
                    <a:cubicBezTo>
                      <a:pt x="6650" y="4588"/>
                      <a:pt x="6650" y="4627"/>
                      <a:pt x="6650" y="4667"/>
                    </a:cubicBezTo>
                    <a:cubicBezTo>
                      <a:pt x="6688" y="4667"/>
                      <a:pt x="6727" y="4667"/>
                      <a:pt x="6767" y="4667"/>
                    </a:cubicBezTo>
                    <a:cubicBezTo>
                      <a:pt x="6767" y="4744"/>
                      <a:pt x="6767" y="4821"/>
                      <a:pt x="6767" y="4900"/>
                    </a:cubicBezTo>
                    <a:cubicBezTo>
                      <a:pt x="6805" y="4900"/>
                      <a:pt x="6844" y="4900"/>
                      <a:pt x="6883" y="4900"/>
                    </a:cubicBezTo>
                    <a:cubicBezTo>
                      <a:pt x="6883" y="5131"/>
                      <a:pt x="6883" y="5362"/>
                      <a:pt x="6883" y="5600"/>
                    </a:cubicBezTo>
                    <a:cubicBezTo>
                      <a:pt x="6845" y="5600"/>
                      <a:pt x="6806" y="5600"/>
                      <a:pt x="6767" y="5600"/>
                    </a:cubicBezTo>
                    <a:cubicBezTo>
                      <a:pt x="6767" y="5677"/>
                      <a:pt x="6767" y="5754"/>
                      <a:pt x="6767" y="5833"/>
                    </a:cubicBezTo>
                    <a:cubicBezTo>
                      <a:pt x="6728" y="5833"/>
                      <a:pt x="6690" y="5833"/>
                      <a:pt x="6650" y="5833"/>
                    </a:cubicBezTo>
                    <a:cubicBezTo>
                      <a:pt x="6650" y="5872"/>
                      <a:pt x="6650" y="5910"/>
                      <a:pt x="6650" y="5950"/>
                    </a:cubicBezTo>
                    <a:cubicBezTo>
                      <a:pt x="6611" y="5950"/>
                      <a:pt x="6573" y="5950"/>
                      <a:pt x="6533" y="5950"/>
                    </a:cubicBezTo>
                    <a:cubicBezTo>
                      <a:pt x="6533" y="5989"/>
                      <a:pt x="6533" y="6027"/>
                      <a:pt x="6533" y="6067"/>
                    </a:cubicBezTo>
                    <a:cubicBezTo>
                      <a:pt x="6495" y="6067"/>
                      <a:pt x="6456" y="6067"/>
                      <a:pt x="6417" y="6067"/>
                    </a:cubicBezTo>
                    <a:cubicBezTo>
                      <a:pt x="6417" y="6105"/>
                      <a:pt x="6417" y="6144"/>
                      <a:pt x="6417" y="6183"/>
                    </a:cubicBezTo>
                    <a:cubicBezTo>
                      <a:pt x="6378" y="6183"/>
                      <a:pt x="6340" y="6183"/>
                      <a:pt x="6300" y="6183"/>
                    </a:cubicBezTo>
                    <a:cubicBezTo>
                      <a:pt x="6300" y="6222"/>
                      <a:pt x="6300" y="6260"/>
                      <a:pt x="6300" y="6300"/>
                    </a:cubicBezTo>
                    <a:cubicBezTo>
                      <a:pt x="6262" y="6300"/>
                      <a:pt x="6223" y="6300"/>
                      <a:pt x="6183" y="6300"/>
                    </a:cubicBezTo>
                    <a:cubicBezTo>
                      <a:pt x="6183" y="6338"/>
                      <a:pt x="6183" y="6377"/>
                      <a:pt x="6183" y="6417"/>
                    </a:cubicBezTo>
                    <a:cubicBezTo>
                      <a:pt x="6145" y="6417"/>
                      <a:pt x="6106" y="6417"/>
                      <a:pt x="6067" y="6417"/>
                    </a:cubicBezTo>
                    <a:cubicBezTo>
                      <a:pt x="6067" y="6455"/>
                      <a:pt x="6067" y="6494"/>
                      <a:pt x="6067" y="6533"/>
                    </a:cubicBezTo>
                    <a:cubicBezTo>
                      <a:pt x="6028" y="6533"/>
                      <a:pt x="5990" y="6533"/>
                      <a:pt x="5950" y="6533"/>
                    </a:cubicBezTo>
                    <a:cubicBezTo>
                      <a:pt x="5950" y="6572"/>
                      <a:pt x="5950" y="6610"/>
                      <a:pt x="5950" y="6650"/>
                    </a:cubicBezTo>
                    <a:cubicBezTo>
                      <a:pt x="5873" y="6650"/>
                      <a:pt x="5796" y="6650"/>
                      <a:pt x="5717" y="6650"/>
                    </a:cubicBezTo>
                    <a:cubicBezTo>
                      <a:pt x="5717" y="6689"/>
                      <a:pt x="5717" y="6727"/>
                      <a:pt x="5717" y="6767"/>
                    </a:cubicBezTo>
                    <a:cubicBezTo>
                      <a:pt x="5640" y="6767"/>
                      <a:pt x="5563" y="6767"/>
                      <a:pt x="5483" y="6767"/>
                    </a:cubicBezTo>
                    <a:cubicBezTo>
                      <a:pt x="5483" y="6805"/>
                      <a:pt x="5483" y="6844"/>
                      <a:pt x="5483" y="6883"/>
                    </a:cubicBezTo>
                    <a:cubicBezTo>
                      <a:pt x="5406" y="6883"/>
                      <a:pt x="5329" y="6883"/>
                      <a:pt x="5250" y="6883"/>
                    </a:cubicBezTo>
                    <a:cubicBezTo>
                      <a:pt x="5250" y="6845"/>
                      <a:pt x="5250" y="6806"/>
                      <a:pt x="5250" y="6767"/>
                    </a:cubicBezTo>
                    <a:cubicBezTo>
                      <a:pt x="5135" y="6767"/>
                      <a:pt x="5019" y="6767"/>
                      <a:pt x="4900" y="6767"/>
                    </a:cubicBezTo>
                    <a:cubicBezTo>
                      <a:pt x="4900" y="6728"/>
                      <a:pt x="4900" y="6690"/>
                      <a:pt x="4900" y="6650"/>
                    </a:cubicBezTo>
                    <a:cubicBezTo>
                      <a:pt x="4861" y="6650"/>
                      <a:pt x="4823" y="6650"/>
                      <a:pt x="4783" y="6650"/>
                    </a:cubicBezTo>
                    <a:cubicBezTo>
                      <a:pt x="4783" y="6612"/>
                      <a:pt x="4783" y="6573"/>
                      <a:pt x="4783" y="6533"/>
                    </a:cubicBezTo>
                    <a:cubicBezTo>
                      <a:pt x="4745" y="6533"/>
                      <a:pt x="4706" y="6533"/>
                      <a:pt x="4667" y="6533"/>
                    </a:cubicBezTo>
                    <a:cubicBezTo>
                      <a:pt x="4667" y="6495"/>
                      <a:pt x="4667" y="6456"/>
                      <a:pt x="4667" y="6417"/>
                    </a:cubicBezTo>
                    <a:cubicBezTo>
                      <a:pt x="4628" y="6417"/>
                      <a:pt x="4590" y="6417"/>
                      <a:pt x="4550" y="6417"/>
                    </a:cubicBezTo>
                    <a:cubicBezTo>
                      <a:pt x="4550" y="6378"/>
                      <a:pt x="4550" y="6340"/>
                      <a:pt x="4550" y="6300"/>
                    </a:cubicBezTo>
                    <a:cubicBezTo>
                      <a:pt x="4512" y="6300"/>
                      <a:pt x="4473" y="6300"/>
                      <a:pt x="4433" y="6300"/>
                    </a:cubicBezTo>
                    <a:cubicBezTo>
                      <a:pt x="4433" y="6261"/>
                      <a:pt x="4433" y="6223"/>
                      <a:pt x="4433" y="6183"/>
                    </a:cubicBezTo>
                    <a:cubicBezTo>
                      <a:pt x="4395" y="6183"/>
                      <a:pt x="4356" y="6183"/>
                      <a:pt x="4317" y="6183"/>
                    </a:cubicBezTo>
                    <a:cubicBezTo>
                      <a:pt x="4317" y="6145"/>
                      <a:pt x="4317" y="6106"/>
                      <a:pt x="4317" y="6067"/>
                    </a:cubicBezTo>
                    <a:cubicBezTo>
                      <a:pt x="4278" y="6067"/>
                      <a:pt x="4240" y="6067"/>
                      <a:pt x="4200" y="6067"/>
                    </a:cubicBezTo>
                    <a:cubicBezTo>
                      <a:pt x="4200" y="6028"/>
                      <a:pt x="4200" y="5990"/>
                      <a:pt x="4200" y="5950"/>
                    </a:cubicBezTo>
                    <a:cubicBezTo>
                      <a:pt x="4161" y="5950"/>
                      <a:pt x="4123" y="5950"/>
                      <a:pt x="4083" y="5950"/>
                    </a:cubicBezTo>
                    <a:cubicBezTo>
                      <a:pt x="4083" y="5912"/>
                      <a:pt x="4083" y="5873"/>
                      <a:pt x="4083" y="5833"/>
                    </a:cubicBezTo>
                    <a:cubicBezTo>
                      <a:pt x="4045" y="5833"/>
                      <a:pt x="4006" y="5833"/>
                      <a:pt x="3967" y="5833"/>
                    </a:cubicBezTo>
                    <a:cubicBezTo>
                      <a:pt x="3967" y="5795"/>
                      <a:pt x="3967" y="5756"/>
                      <a:pt x="3967" y="5717"/>
                    </a:cubicBezTo>
                    <a:cubicBezTo>
                      <a:pt x="3928" y="5717"/>
                      <a:pt x="3890" y="5717"/>
                      <a:pt x="3850" y="5717"/>
                    </a:cubicBezTo>
                    <a:cubicBezTo>
                      <a:pt x="3850" y="5678"/>
                      <a:pt x="3850" y="5640"/>
                      <a:pt x="3850" y="5600"/>
                    </a:cubicBezTo>
                    <a:cubicBezTo>
                      <a:pt x="3811" y="5600"/>
                      <a:pt x="3773" y="5600"/>
                      <a:pt x="3733" y="5600"/>
                    </a:cubicBezTo>
                    <a:cubicBezTo>
                      <a:pt x="3733" y="5561"/>
                      <a:pt x="3733" y="5523"/>
                      <a:pt x="3733" y="5483"/>
                    </a:cubicBezTo>
                    <a:cubicBezTo>
                      <a:pt x="3695" y="5483"/>
                      <a:pt x="3656" y="5483"/>
                      <a:pt x="3617" y="5483"/>
                    </a:cubicBezTo>
                    <a:cubicBezTo>
                      <a:pt x="3617" y="5445"/>
                      <a:pt x="3617" y="5406"/>
                      <a:pt x="3617" y="5367"/>
                    </a:cubicBezTo>
                    <a:cubicBezTo>
                      <a:pt x="3578" y="5367"/>
                      <a:pt x="3540" y="5367"/>
                      <a:pt x="3500" y="5367"/>
                    </a:cubicBezTo>
                    <a:cubicBezTo>
                      <a:pt x="3500" y="5328"/>
                      <a:pt x="3500" y="5290"/>
                      <a:pt x="3500" y="5250"/>
                    </a:cubicBezTo>
                    <a:cubicBezTo>
                      <a:pt x="3462" y="5250"/>
                      <a:pt x="3423" y="5250"/>
                      <a:pt x="3383" y="5250"/>
                    </a:cubicBezTo>
                    <a:cubicBezTo>
                      <a:pt x="3383" y="5212"/>
                      <a:pt x="3383" y="5173"/>
                      <a:pt x="3383" y="5133"/>
                    </a:cubicBezTo>
                    <a:cubicBezTo>
                      <a:pt x="3345" y="5133"/>
                      <a:pt x="3306" y="5133"/>
                      <a:pt x="3267" y="5133"/>
                    </a:cubicBezTo>
                    <a:cubicBezTo>
                      <a:pt x="3267" y="5095"/>
                      <a:pt x="3267" y="5056"/>
                      <a:pt x="3267" y="5017"/>
                    </a:cubicBezTo>
                    <a:cubicBezTo>
                      <a:pt x="3190" y="5017"/>
                      <a:pt x="3113" y="5017"/>
                      <a:pt x="3033" y="5017"/>
                    </a:cubicBezTo>
                    <a:cubicBezTo>
                      <a:pt x="3033" y="4940"/>
                      <a:pt x="3033" y="4863"/>
                      <a:pt x="3033" y="4783"/>
                    </a:cubicBezTo>
                    <a:cubicBezTo>
                      <a:pt x="2995" y="4783"/>
                      <a:pt x="2956" y="4783"/>
                      <a:pt x="2917" y="4783"/>
                    </a:cubicBezTo>
                    <a:cubicBezTo>
                      <a:pt x="2917" y="4745"/>
                      <a:pt x="2917" y="4706"/>
                      <a:pt x="2917" y="4667"/>
                    </a:cubicBezTo>
                    <a:cubicBezTo>
                      <a:pt x="2878" y="4667"/>
                      <a:pt x="2840" y="4667"/>
                      <a:pt x="2800" y="4667"/>
                    </a:cubicBezTo>
                    <a:cubicBezTo>
                      <a:pt x="2800" y="4628"/>
                      <a:pt x="2800" y="4590"/>
                      <a:pt x="2800" y="4550"/>
                    </a:cubicBezTo>
                    <a:cubicBezTo>
                      <a:pt x="2762" y="4550"/>
                      <a:pt x="2723" y="4550"/>
                      <a:pt x="2683" y="4550"/>
                    </a:cubicBezTo>
                    <a:cubicBezTo>
                      <a:pt x="2683" y="4511"/>
                      <a:pt x="2683" y="4473"/>
                      <a:pt x="2683" y="4433"/>
                    </a:cubicBezTo>
                    <a:cubicBezTo>
                      <a:pt x="2645" y="4433"/>
                      <a:pt x="2606" y="4433"/>
                      <a:pt x="2567" y="4433"/>
                    </a:cubicBezTo>
                    <a:cubicBezTo>
                      <a:pt x="2567" y="4395"/>
                      <a:pt x="2567" y="4356"/>
                      <a:pt x="2567" y="4317"/>
                    </a:cubicBezTo>
                    <a:cubicBezTo>
                      <a:pt x="2528" y="4317"/>
                      <a:pt x="2490" y="4317"/>
                      <a:pt x="2450" y="4317"/>
                    </a:cubicBezTo>
                    <a:cubicBezTo>
                      <a:pt x="2450" y="4278"/>
                      <a:pt x="2450" y="4240"/>
                      <a:pt x="2450" y="4200"/>
                    </a:cubicBezTo>
                    <a:cubicBezTo>
                      <a:pt x="2411" y="4200"/>
                      <a:pt x="2373" y="4200"/>
                      <a:pt x="2333" y="4200"/>
                    </a:cubicBezTo>
                    <a:cubicBezTo>
                      <a:pt x="2333" y="4162"/>
                      <a:pt x="2333" y="4123"/>
                      <a:pt x="2333" y="4083"/>
                    </a:cubicBezTo>
                    <a:cubicBezTo>
                      <a:pt x="2256" y="4083"/>
                      <a:pt x="2179" y="4083"/>
                      <a:pt x="2100" y="4083"/>
                    </a:cubicBezTo>
                    <a:cubicBezTo>
                      <a:pt x="2100" y="4045"/>
                      <a:pt x="2100" y="4006"/>
                      <a:pt x="2100" y="3967"/>
                    </a:cubicBezTo>
                    <a:cubicBezTo>
                      <a:pt x="2061" y="3967"/>
                      <a:pt x="2023" y="3967"/>
                      <a:pt x="1983" y="3967"/>
                    </a:cubicBezTo>
                    <a:cubicBezTo>
                      <a:pt x="1983" y="3928"/>
                      <a:pt x="1983" y="3890"/>
                      <a:pt x="1983" y="3850"/>
                    </a:cubicBezTo>
                    <a:cubicBezTo>
                      <a:pt x="1945" y="3850"/>
                      <a:pt x="1906" y="3850"/>
                      <a:pt x="1867" y="3850"/>
                    </a:cubicBezTo>
                    <a:cubicBezTo>
                      <a:pt x="1867" y="3811"/>
                      <a:pt x="1867" y="3773"/>
                      <a:pt x="1867" y="3733"/>
                    </a:cubicBezTo>
                    <a:cubicBezTo>
                      <a:pt x="1828" y="3733"/>
                      <a:pt x="1790" y="3733"/>
                      <a:pt x="1750" y="3733"/>
                    </a:cubicBezTo>
                    <a:cubicBezTo>
                      <a:pt x="1750" y="3695"/>
                      <a:pt x="1750" y="3656"/>
                      <a:pt x="1750" y="3617"/>
                    </a:cubicBezTo>
                    <a:cubicBezTo>
                      <a:pt x="1712" y="3617"/>
                      <a:pt x="1673" y="3617"/>
                      <a:pt x="1633" y="3617"/>
                    </a:cubicBezTo>
                    <a:cubicBezTo>
                      <a:pt x="1633" y="3578"/>
                      <a:pt x="1633" y="3540"/>
                      <a:pt x="1633" y="3500"/>
                    </a:cubicBezTo>
                    <a:cubicBezTo>
                      <a:pt x="1595" y="3500"/>
                      <a:pt x="1556" y="3500"/>
                      <a:pt x="1517" y="3500"/>
                    </a:cubicBezTo>
                    <a:cubicBezTo>
                      <a:pt x="1517" y="3462"/>
                      <a:pt x="1517" y="3423"/>
                      <a:pt x="1517" y="3383"/>
                    </a:cubicBezTo>
                    <a:cubicBezTo>
                      <a:pt x="1478" y="3383"/>
                      <a:pt x="1440" y="3383"/>
                      <a:pt x="1400" y="3383"/>
                    </a:cubicBezTo>
                    <a:cubicBezTo>
                      <a:pt x="1400" y="3345"/>
                      <a:pt x="1400" y="3306"/>
                      <a:pt x="1400" y="3267"/>
                    </a:cubicBezTo>
                    <a:cubicBezTo>
                      <a:pt x="1361" y="3267"/>
                      <a:pt x="1323" y="3267"/>
                      <a:pt x="1283" y="3267"/>
                    </a:cubicBezTo>
                    <a:cubicBezTo>
                      <a:pt x="1283" y="3228"/>
                      <a:pt x="1283" y="3190"/>
                      <a:pt x="1283" y="3150"/>
                    </a:cubicBezTo>
                    <a:cubicBezTo>
                      <a:pt x="1245" y="3150"/>
                      <a:pt x="1206" y="3150"/>
                      <a:pt x="1167" y="3150"/>
                    </a:cubicBezTo>
                    <a:cubicBezTo>
                      <a:pt x="1167" y="3112"/>
                      <a:pt x="1167" y="3073"/>
                      <a:pt x="1167" y="3033"/>
                    </a:cubicBezTo>
                    <a:cubicBezTo>
                      <a:pt x="1128" y="3033"/>
                      <a:pt x="1090" y="3033"/>
                      <a:pt x="1050" y="3033"/>
                    </a:cubicBezTo>
                    <a:cubicBezTo>
                      <a:pt x="1050" y="2995"/>
                      <a:pt x="1050" y="2956"/>
                      <a:pt x="1050" y="2917"/>
                    </a:cubicBezTo>
                    <a:cubicBezTo>
                      <a:pt x="1012" y="2917"/>
                      <a:pt x="973" y="2917"/>
                      <a:pt x="933" y="2917"/>
                    </a:cubicBezTo>
                    <a:cubicBezTo>
                      <a:pt x="933" y="2878"/>
                      <a:pt x="933" y="2840"/>
                      <a:pt x="933" y="2800"/>
                    </a:cubicBezTo>
                    <a:cubicBezTo>
                      <a:pt x="895" y="2800"/>
                      <a:pt x="856" y="2800"/>
                      <a:pt x="817" y="2800"/>
                    </a:cubicBezTo>
                    <a:cubicBezTo>
                      <a:pt x="817" y="2761"/>
                      <a:pt x="817" y="2723"/>
                      <a:pt x="817" y="2683"/>
                    </a:cubicBezTo>
                    <a:cubicBezTo>
                      <a:pt x="778" y="2683"/>
                      <a:pt x="740" y="2683"/>
                      <a:pt x="700" y="2683"/>
                    </a:cubicBezTo>
                    <a:cubicBezTo>
                      <a:pt x="700" y="2645"/>
                      <a:pt x="700" y="2606"/>
                      <a:pt x="700" y="2567"/>
                    </a:cubicBezTo>
                    <a:cubicBezTo>
                      <a:pt x="661" y="2567"/>
                      <a:pt x="623" y="2567"/>
                      <a:pt x="583" y="2567"/>
                    </a:cubicBezTo>
                    <a:cubicBezTo>
                      <a:pt x="583" y="2528"/>
                      <a:pt x="583" y="2490"/>
                      <a:pt x="583" y="2450"/>
                    </a:cubicBezTo>
                    <a:cubicBezTo>
                      <a:pt x="545" y="2450"/>
                      <a:pt x="506" y="2450"/>
                      <a:pt x="467" y="2450"/>
                    </a:cubicBezTo>
                    <a:cubicBezTo>
                      <a:pt x="467" y="2412"/>
                      <a:pt x="467" y="2373"/>
                      <a:pt x="467" y="2333"/>
                    </a:cubicBezTo>
                    <a:cubicBezTo>
                      <a:pt x="428" y="2333"/>
                      <a:pt x="390" y="2333"/>
                      <a:pt x="350" y="2333"/>
                    </a:cubicBezTo>
                    <a:cubicBezTo>
                      <a:pt x="350" y="2295"/>
                      <a:pt x="350" y="2256"/>
                      <a:pt x="350" y="2217"/>
                    </a:cubicBezTo>
                    <a:cubicBezTo>
                      <a:pt x="311" y="2217"/>
                      <a:pt x="273" y="2217"/>
                      <a:pt x="233" y="2217"/>
                    </a:cubicBezTo>
                    <a:cubicBezTo>
                      <a:pt x="233" y="2178"/>
                      <a:pt x="233" y="2140"/>
                      <a:pt x="233" y="2100"/>
                    </a:cubicBezTo>
                    <a:cubicBezTo>
                      <a:pt x="195" y="2100"/>
                      <a:pt x="156" y="2100"/>
                      <a:pt x="117" y="2100"/>
                    </a:cubicBezTo>
                    <a:cubicBezTo>
                      <a:pt x="117" y="2023"/>
                      <a:pt x="117" y="1946"/>
                      <a:pt x="117" y="1867"/>
                    </a:cubicBezTo>
                    <a:cubicBezTo>
                      <a:pt x="78" y="1867"/>
                      <a:pt x="40" y="1867"/>
                      <a:pt x="0" y="1867"/>
                    </a:cubicBezTo>
                    <a:cubicBezTo>
                      <a:pt x="0" y="1751"/>
                      <a:pt x="0" y="1636"/>
                      <a:pt x="0" y="1517"/>
                    </a:cubicBezTo>
                    <a:cubicBezTo>
                      <a:pt x="38" y="1517"/>
                      <a:pt x="77" y="1517"/>
                      <a:pt x="117" y="1517"/>
                    </a:cubicBezTo>
                    <a:cubicBezTo>
                      <a:pt x="117" y="1478"/>
                      <a:pt x="117" y="1440"/>
                      <a:pt x="117" y="1400"/>
                    </a:cubicBezTo>
                    <a:cubicBezTo>
                      <a:pt x="155" y="1400"/>
                      <a:pt x="194" y="1400"/>
                      <a:pt x="233" y="1400"/>
                    </a:cubicBezTo>
                    <a:cubicBezTo>
                      <a:pt x="233" y="1362"/>
                      <a:pt x="233" y="1323"/>
                      <a:pt x="233" y="1283"/>
                    </a:cubicBezTo>
                    <a:cubicBezTo>
                      <a:pt x="272" y="1283"/>
                      <a:pt x="310" y="1283"/>
                      <a:pt x="350" y="1283"/>
                    </a:cubicBezTo>
                    <a:cubicBezTo>
                      <a:pt x="350" y="1245"/>
                      <a:pt x="350" y="1206"/>
                      <a:pt x="350" y="1167"/>
                    </a:cubicBezTo>
                    <a:cubicBezTo>
                      <a:pt x="388" y="1167"/>
                      <a:pt x="427" y="1167"/>
                      <a:pt x="467" y="1167"/>
                    </a:cubicBezTo>
                    <a:cubicBezTo>
                      <a:pt x="467" y="1128"/>
                      <a:pt x="467" y="1090"/>
                      <a:pt x="467" y="1050"/>
                    </a:cubicBezTo>
                    <a:cubicBezTo>
                      <a:pt x="505" y="1050"/>
                      <a:pt x="544" y="1050"/>
                      <a:pt x="583" y="1050"/>
                    </a:cubicBezTo>
                    <a:cubicBezTo>
                      <a:pt x="583" y="1011"/>
                      <a:pt x="583" y="973"/>
                      <a:pt x="583" y="933"/>
                    </a:cubicBezTo>
                    <a:cubicBezTo>
                      <a:pt x="622" y="933"/>
                      <a:pt x="660" y="933"/>
                      <a:pt x="700" y="933"/>
                    </a:cubicBezTo>
                    <a:cubicBezTo>
                      <a:pt x="700" y="895"/>
                      <a:pt x="700" y="856"/>
                      <a:pt x="700" y="817"/>
                    </a:cubicBezTo>
                    <a:cubicBezTo>
                      <a:pt x="738" y="817"/>
                      <a:pt x="777" y="817"/>
                      <a:pt x="817" y="817"/>
                    </a:cubicBezTo>
                    <a:cubicBezTo>
                      <a:pt x="817" y="778"/>
                      <a:pt x="817" y="740"/>
                      <a:pt x="817" y="700"/>
                    </a:cubicBezTo>
                    <a:cubicBezTo>
                      <a:pt x="894" y="700"/>
                      <a:pt x="971" y="700"/>
                      <a:pt x="1050" y="700"/>
                    </a:cubicBezTo>
                    <a:cubicBezTo>
                      <a:pt x="1050" y="662"/>
                      <a:pt x="1050" y="623"/>
                      <a:pt x="1050" y="583"/>
                    </a:cubicBezTo>
                    <a:cubicBezTo>
                      <a:pt x="1089" y="583"/>
                      <a:pt x="1127" y="583"/>
                      <a:pt x="1167" y="583"/>
                    </a:cubicBezTo>
                    <a:cubicBezTo>
                      <a:pt x="1167" y="545"/>
                      <a:pt x="1167" y="506"/>
                      <a:pt x="1167" y="467"/>
                    </a:cubicBezTo>
                    <a:cubicBezTo>
                      <a:pt x="1205" y="467"/>
                      <a:pt x="1244" y="467"/>
                      <a:pt x="1283" y="467"/>
                    </a:cubicBezTo>
                    <a:cubicBezTo>
                      <a:pt x="1283" y="428"/>
                      <a:pt x="1283" y="390"/>
                      <a:pt x="1283" y="350"/>
                    </a:cubicBezTo>
                    <a:cubicBezTo>
                      <a:pt x="1322" y="350"/>
                      <a:pt x="1360" y="350"/>
                      <a:pt x="1400" y="350"/>
                    </a:cubicBezTo>
                    <a:cubicBezTo>
                      <a:pt x="1400" y="311"/>
                      <a:pt x="1400" y="273"/>
                      <a:pt x="1400" y="233"/>
                    </a:cubicBezTo>
                    <a:cubicBezTo>
                      <a:pt x="1438" y="233"/>
                      <a:pt x="1477" y="233"/>
                      <a:pt x="1517" y="233"/>
                    </a:cubicBezTo>
                    <a:cubicBezTo>
                      <a:pt x="1517" y="195"/>
                      <a:pt x="1517" y="156"/>
                      <a:pt x="1517" y="117"/>
                    </a:cubicBezTo>
                    <a:cubicBezTo>
                      <a:pt x="1555" y="117"/>
                      <a:pt x="1594" y="117"/>
                      <a:pt x="1633" y="117"/>
                    </a:cubicBezTo>
                    <a:cubicBezTo>
                      <a:pt x="1633" y="78"/>
                      <a:pt x="1633" y="40"/>
                      <a:pt x="16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491" name="ICON_SKILL_UNDERSTAND_path_006"/>
              <p:cNvSpPr/>
              <p:nvPr/>
            </p:nvSpPr>
            <p:spPr>
              <a:xfrm>
                <a:off x="4831419" y="1008468"/>
                <a:ext cx="60919" cy="94421"/>
              </a:xfrm>
              <a:custGeom>
                <a:avLst/>
                <a:gdLst/>
                <a:ahLst/>
                <a:cxnLst/>
                <a:rect l="0" t="0" r="r" b="b"/>
                <a:pathLst>
                  <a:path w="4797" h="7435" fill="norm" stroke="0">
                    <a:moveTo>
                      <a:pt x="1523" y="72"/>
                    </a:moveTo>
                    <a:cubicBezTo>
                      <a:pt x="1523" y="111"/>
                      <a:pt x="1523" y="149"/>
                      <a:pt x="1523" y="189"/>
                    </a:cubicBezTo>
                    <a:cubicBezTo>
                      <a:pt x="1600" y="189"/>
                      <a:pt x="1677" y="189"/>
                      <a:pt x="1757" y="189"/>
                    </a:cubicBezTo>
                    <a:cubicBezTo>
                      <a:pt x="1757" y="266"/>
                      <a:pt x="1757" y="343"/>
                      <a:pt x="1757" y="422"/>
                    </a:cubicBezTo>
                    <a:cubicBezTo>
                      <a:pt x="1795" y="422"/>
                      <a:pt x="1834" y="422"/>
                      <a:pt x="1873" y="422"/>
                    </a:cubicBezTo>
                    <a:cubicBezTo>
                      <a:pt x="1873" y="461"/>
                      <a:pt x="1873" y="499"/>
                      <a:pt x="1873" y="539"/>
                    </a:cubicBezTo>
                    <a:cubicBezTo>
                      <a:pt x="1912" y="539"/>
                      <a:pt x="1950" y="539"/>
                      <a:pt x="1990" y="539"/>
                    </a:cubicBezTo>
                    <a:cubicBezTo>
                      <a:pt x="1991" y="546"/>
                      <a:pt x="1991" y="546"/>
                      <a:pt x="1994" y="581"/>
                    </a:cubicBezTo>
                    <a:cubicBezTo>
                      <a:pt x="2001" y="643"/>
                      <a:pt x="2008" y="706"/>
                      <a:pt x="2016" y="769"/>
                    </a:cubicBezTo>
                    <a:cubicBezTo>
                      <a:pt x="2018" y="790"/>
                      <a:pt x="2020" y="812"/>
                      <a:pt x="2022" y="835"/>
                    </a:cubicBezTo>
                    <a:cubicBezTo>
                      <a:pt x="2025" y="855"/>
                      <a:pt x="2027" y="876"/>
                      <a:pt x="2030" y="898"/>
                    </a:cubicBezTo>
                    <a:cubicBezTo>
                      <a:pt x="2031" y="907"/>
                      <a:pt x="2031" y="907"/>
                      <a:pt x="2036" y="956"/>
                    </a:cubicBezTo>
                    <a:cubicBezTo>
                      <a:pt x="2048" y="1006"/>
                      <a:pt x="2048" y="1006"/>
                      <a:pt x="2107" y="1064"/>
                    </a:cubicBezTo>
                    <a:cubicBezTo>
                      <a:pt x="2112" y="1122"/>
                      <a:pt x="2113" y="1177"/>
                      <a:pt x="2112" y="1235"/>
                    </a:cubicBezTo>
                    <a:cubicBezTo>
                      <a:pt x="2112" y="1252"/>
                      <a:pt x="2112" y="1269"/>
                      <a:pt x="2112" y="1286"/>
                    </a:cubicBezTo>
                    <a:cubicBezTo>
                      <a:pt x="2112" y="1340"/>
                      <a:pt x="2111" y="1393"/>
                      <a:pt x="2110" y="1447"/>
                    </a:cubicBezTo>
                    <a:cubicBezTo>
                      <a:pt x="2110" y="1483"/>
                      <a:pt x="2110" y="1519"/>
                      <a:pt x="2110" y="1556"/>
                    </a:cubicBezTo>
                    <a:cubicBezTo>
                      <a:pt x="2109" y="1644"/>
                      <a:pt x="2108" y="1733"/>
                      <a:pt x="2107" y="1822"/>
                    </a:cubicBezTo>
                    <a:cubicBezTo>
                      <a:pt x="2145" y="1822"/>
                      <a:pt x="2184" y="1822"/>
                      <a:pt x="2223" y="1822"/>
                    </a:cubicBezTo>
                    <a:cubicBezTo>
                      <a:pt x="2223" y="1976"/>
                      <a:pt x="2223" y="2130"/>
                      <a:pt x="2223" y="2289"/>
                    </a:cubicBezTo>
                    <a:cubicBezTo>
                      <a:pt x="2262" y="2289"/>
                      <a:pt x="2300" y="2289"/>
                      <a:pt x="2340" y="2289"/>
                    </a:cubicBezTo>
                    <a:cubicBezTo>
                      <a:pt x="2341" y="2299"/>
                      <a:pt x="2341" y="2299"/>
                      <a:pt x="2344" y="2352"/>
                    </a:cubicBezTo>
                    <a:cubicBezTo>
                      <a:pt x="2350" y="2430"/>
                      <a:pt x="2356" y="2507"/>
                      <a:pt x="2362" y="2585"/>
                    </a:cubicBezTo>
                    <a:cubicBezTo>
                      <a:pt x="2364" y="2618"/>
                      <a:pt x="2367" y="2652"/>
                      <a:pt x="2369" y="2685"/>
                    </a:cubicBezTo>
                    <a:cubicBezTo>
                      <a:pt x="2372" y="2734"/>
                      <a:pt x="2376" y="2782"/>
                      <a:pt x="2380" y="2830"/>
                    </a:cubicBezTo>
                    <a:cubicBezTo>
                      <a:pt x="2380" y="2838"/>
                      <a:pt x="2380" y="2838"/>
                      <a:pt x="2383" y="2876"/>
                    </a:cubicBezTo>
                    <a:cubicBezTo>
                      <a:pt x="2390" y="2961"/>
                      <a:pt x="2394" y="2984"/>
                      <a:pt x="2457" y="3047"/>
                    </a:cubicBezTo>
                    <a:cubicBezTo>
                      <a:pt x="2463" y="3113"/>
                      <a:pt x="2463" y="3113"/>
                      <a:pt x="2462" y="3193"/>
                    </a:cubicBezTo>
                    <a:cubicBezTo>
                      <a:pt x="2462" y="3222"/>
                      <a:pt x="2462" y="3251"/>
                      <a:pt x="2462" y="3280"/>
                    </a:cubicBezTo>
                    <a:cubicBezTo>
                      <a:pt x="2461" y="3311"/>
                      <a:pt x="2461" y="3341"/>
                      <a:pt x="2460" y="3372"/>
                    </a:cubicBezTo>
                    <a:cubicBezTo>
                      <a:pt x="2460" y="3402"/>
                      <a:pt x="2460" y="3433"/>
                      <a:pt x="2460" y="3464"/>
                    </a:cubicBezTo>
                    <a:cubicBezTo>
                      <a:pt x="2459" y="3539"/>
                      <a:pt x="2458" y="3614"/>
                      <a:pt x="2457" y="3689"/>
                    </a:cubicBezTo>
                    <a:cubicBezTo>
                      <a:pt x="2495" y="3689"/>
                      <a:pt x="2534" y="3689"/>
                      <a:pt x="2573" y="3689"/>
                    </a:cubicBezTo>
                    <a:cubicBezTo>
                      <a:pt x="2573" y="3920"/>
                      <a:pt x="2573" y="4151"/>
                      <a:pt x="2573" y="4389"/>
                    </a:cubicBezTo>
                    <a:cubicBezTo>
                      <a:pt x="2612" y="4389"/>
                      <a:pt x="2650" y="4389"/>
                      <a:pt x="2690" y="4389"/>
                    </a:cubicBezTo>
                    <a:cubicBezTo>
                      <a:pt x="2690" y="4620"/>
                      <a:pt x="2690" y="4851"/>
                      <a:pt x="2690" y="5089"/>
                    </a:cubicBezTo>
                    <a:cubicBezTo>
                      <a:pt x="2728" y="5089"/>
                      <a:pt x="2767" y="5089"/>
                      <a:pt x="2807" y="5089"/>
                    </a:cubicBezTo>
                    <a:cubicBezTo>
                      <a:pt x="2808" y="5106"/>
                      <a:pt x="2810" y="5124"/>
                      <a:pt x="2811" y="5141"/>
                    </a:cubicBezTo>
                    <a:cubicBezTo>
                      <a:pt x="2818" y="5220"/>
                      <a:pt x="2825" y="5298"/>
                      <a:pt x="2832" y="5377"/>
                    </a:cubicBezTo>
                    <a:cubicBezTo>
                      <a:pt x="2834" y="5404"/>
                      <a:pt x="2837" y="5432"/>
                      <a:pt x="2839" y="5460"/>
                    </a:cubicBezTo>
                    <a:cubicBezTo>
                      <a:pt x="2842" y="5486"/>
                      <a:pt x="2844" y="5512"/>
                      <a:pt x="2847" y="5539"/>
                    </a:cubicBezTo>
                    <a:cubicBezTo>
                      <a:pt x="2848" y="5551"/>
                      <a:pt x="2848" y="5551"/>
                      <a:pt x="2853" y="5612"/>
                    </a:cubicBezTo>
                    <a:cubicBezTo>
                      <a:pt x="2865" y="5672"/>
                      <a:pt x="2865" y="5672"/>
                      <a:pt x="2923" y="5731"/>
                    </a:cubicBezTo>
                    <a:cubicBezTo>
                      <a:pt x="2930" y="5785"/>
                      <a:pt x="2930" y="5785"/>
                      <a:pt x="2929" y="5851"/>
                    </a:cubicBezTo>
                    <a:cubicBezTo>
                      <a:pt x="2929" y="5875"/>
                      <a:pt x="2929" y="5898"/>
                      <a:pt x="2928" y="5922"/>
                    </a:cubicBezTo>
                    <a:cubicBezTo>
                      <a:pt x="2928" y="5935"/>
                      <a:pt x="2928" y="5935"/>
                      <a:pt x="2927" y="5997"/>
                    </a:cubicBezTo>
                    <a:cubicBezTo>
                      <a:pt x="2927" y="6021"/>
                      <a:pt x="2926" y="6046"/>
                      <a:pt x="2926" y="6072"/>
                    </a:cubicBezTo>
                    <a:cubicBezTo>
                      <a:pt x="2925" y="6133"/>
                      <a:pt x="2924" y="6194"/>
                      <a:pt x="2923" y="6256"/>
                    </a:cubicBezTo>
                    <a:cubicBezTo>
                      <a:pt x="3000" y="6256"/>
                      <a:pt x="3077" y="6256"/>
                      <a:pt x="3157" y="6256"/>
                    </a:cubicBezTo>
                    <a:cubicBezTo>
                      <a:pt x="3157" y="6102"/>
                      <a:pt x="3157" y="5948"/>
                      <a:pt x="3157" y="5789"/>
                    </a:cubicBezTo>
                    <a:cubicBezTo>
                      <a:pt x="3195" y="5789"/>
                      <a:pt x="3234" y="5789"/>
                      <a:pt x="3273" y="5789"/>
                    </a:cubicBezTo>
                    <a:cubicBezTo>
                      <a:pt x="3273" y="5596"/>
                      <a:pt x="3273" y="5404"/>
                      <a:pt x="3273" y="5206"/>
                    </a:cubicBezTo>
                    <a:cubicBezTo>
                      <a:pt x="3312" y="5206"/>
                      <a:pt x="3350" y="5206"/>
                      <a:pt x="3390" y="5206"/>
                    </a:cubicBezTo>
                    <a:cubicBezTo>
                      <a:pt x="3390" y="5013"/>
                      <a:pt x="3390" y="4821"/>
                      <a:pt x="3390" y="4622"/>
                    </a:cubicBezTo>
                    <a:cubicBezTo>
                      <a:pt x="3428" y="4622"/>
                      <a:pt x="3467" y="4622"/>
                      <a:pt x="3507" y="4622"/>
                    </a:cubicBezTo>
                    <a:cubicBezTo>
                      <a:pt x="3507" y="4391"/>
                      <a:pt x="3507" y="4160"/>
                      <a:pt x="3507" y="3922"/>
                    </a:cubicBezTo>
                    <a:cubicBezTo>
                      <a:pt x="3545" y="3922"/>
                      <a:pt x="3584" y="3922"/>
                      <a:pt x="3623" y="3922"/>
                    </a:cubicBezTo>
                    <a:cubicBezTo>
                      <a:pt x="3623" y="3914"/>
                      <a:pt x="3623" y="3914"/>
                      <a:pt x="3621" y="3870"/>
                    </a:cubicBezTo>
                    <a:cubicBezTo>
                      <a:pt x="3611" y="3519"/>
                      <a:pt x="3613" y="3205"/>
                      <a:pt x="3740" y="2872"/>
                    </a:cubicBezTo>
                    <a:cubicBezTo>
                      <a:pt x="3778" y="2872"/>
                      <a:pt x="3817" y="2872"/>
                      <a:pt x="3857" y="2872"/>
                    </a:cubicBezTo>
                    <a:cubicBezTo>
                      <a:pt x="3856" y="2865"/>
                      <a:pt x="3856" y="2865"/>
                      <a:pt x="3853" y="2829"/>
                    </a:cubicBezTo>
                    <a:cubicBezTo>
                      <a:pt x="3817" y="2343"/>
                      <a:pt x="3817" y="2343"/>
                      <a:pt x="3997" y="2133"/>
                    </a:cubicBezTo>
                    <a:cubicBezTo>
                      <a:pt x="4049" y="2079"/>
                      <a:pt x="4081" y="2056"/>
                      <a:pt x="4156" y="2048"/>
                    </a:cubicBezTo>
                    <a:cubicBezTo>
                      <a:pt x="4164" y="2050"/>
                      <a:pt x="4164" y="2050"/>
                      <a:pt x="4207" y="2056"/>
                    </a:cubicBezTo>
                    <a:cubicBezTo>
                      <a:pt x="4203" y="2039"/>
                      <a:pt x="4199" y="2022"/>
                      <a:pt x="4196" y="2005"/>
                    </a:cubicBezTo>
                    <a:cubicBezTo>
                      <a:pt x="4208" y="1931"/>
                      <a:pt x="4216" y="1919"/>
                      <a:pt x="4272" y="1873"/>
                    </a:cubicBezTo>
                    <a:cubicBezTo>
                      <a:pt x="4367" y="1815"/>
                      <a:pt x="4456" y="1812"/>
                      <a:pt x="4564" y="1811"/>
                    </a:cubicBezTo>
                    <a:cubicBezTo>
                      <a:pt x="4579" y="1811"/>
                      <a:pt x="4595" y="1811"/>
                      <a:pt x="4611" y="1811"/>
                    </a:cubicBezTo>
                    <a:cubicBezTo>
                      <a:pt x="4700" y="1814"/>
                      <a:pt x="4725" y="1816"/>
                      <a:pt x="4790" y="1881"/>
                    </a:cubicBezTo>
                    <a:cubicBezTo>
                      <a:pt x="4795" y="1939"/>
                      <a:pt x="4797" y="1994"/>
                      <a:pt x="4796" y="2052"/>
                    </a:cubicBezTo>
                    <a:cubicBezTo>
                      <a:pt x="4796" y="2069"/>
                      <a:pt x="4796" y="2086"/>
                      <a:pt x="4795" y="2103"/>
                    </a:cubicBezTo>
                    <a:cubicBezTo>
                      <a:pt x="4795" y="2156"/>
                      <a:pt x="4794" y="2210"/>
                      <a:pt x="4794" y="2263"/>
                    </a:cubicBezTo>
                    <a:cubicBezTo>
                      <a:pt x="4793" y="2300"/>
                      <a:pt x="4793" y="2336"/>
                      <a:pt x="4793" y="2372"/>
                    </a:cubicBezTo>
                    <a:cubicBezTo>
                      <a:pt x="4792" y="2461"/>
                      <a:pt x="4791" y="2550"/>
                      <a:pt x="4790" y="2639"/>
                    </a:cubicBezTo>
                    <a:cubicBezTo>
                      <a:pt x="4751" y="2639"/>
                      <a:pt x="4713" y="2639"/>
                      <a:pt x="4673" y="2639"/>
                    </a:cubicBezTo>
                    <a:cubicBezTo>
                      <a:pt x="4673" y="2716"/>
                      <a:pt x="4673" y="2793"/>
                      <a:pt x="4673" y="2872"/>
                    </a:cubicBezTo>
                    <a:cubicBezTo>
                      <a:pt x="4635" y="2872"/>
                      <a:pt x="4596" y="2872"/>
                      <a:pt x="4557" y="2872"/>
                    </a:cubicBezTo>
                    <a:cubicBezTo>
                      <a:pt x="4557" y="2901"/>
                      <a:pt x="4558" y="2930"/>
                      <a:pt x="4559" y="2959"/>
                    </a:cubicBezTo>
                    <a:cubicBezTo>
                      <a:pt x="4559" y="2997"/>
                      <a:pt x="4560" y="3035"/>
                      <a:pt x="4560" y="3073"/>
                    </a:cubicBezTo>
                    <a:cubicBezTo>
                      <a:pt x="4561" y="3082"/>
                      <a:pt x="4561" y="3082"/>
                      <a:pt x="4562" y="3130"/>
                    </a:cubicBezTo>
                    <a:cubicBezTo>
                      <a:pt x="4562" y="3148"/>
                      <a:pt x="4562" y="3167"/>
                      <a:pt x="4562" y="3186"/>
                    </a:cubicBezTo>
                    <a:cubicBezTo>
                      <a:pt x="4563" y="3202"/>
                      <a:pt x="4563" y="3219"/>
                      <a:pt x="4563" y="3236"/>
                    </a:cubicBezTo>
                    <a:cubicBezTo>
                      <a:pt x="4557" y="3281"/>
                      <a:pt x="4557" y="3281"/>
                      <a:pt x="4498" y="3339"/>
                    </a:cubicBezTo>
                    <a:cubicBezTo>
                      <a:pt x="4486" y="3388"/>
                      <a:pt x="4486" y="3388"/>
                      <a:pt x="4480" y="3447"/>
                    </a:cubicBezTo>
                    <a:cubicBezTo>
                      <a:pt x="4477" y="3468"/>
                      <a:pt x="4475" y="3488"/>
                      <a:pt x="4472" y="3510"/>
                    </a:cubicBezTo>
                    <a:cubicBezTo>
                      <a:pt x="4470" y="3532"/>
                      <a:pt x="4468" y="3553"/>
                      <a:pt x="4466" y="3576"/>
                    </a:cubicBezTo>
                    <a:cubicBezTo>
                      <a:pt x="4464" y="3587"/>
                      <a:pt x="4464" y="3587"/>
                      <a:pt x="4458" y="3643"/>
                    </a:cubicBezTo>
                    <a:cubicBezTo>
                      <a:pt x="4452" y="3697"/>
                      <a:pt x="4446" y="3751"/>
                      <a:pt x="4440" y="3806"/>
                    </a:cubicBezTo>
                    <a:cubicBezTo>
                      <a:pt x="4401" y="3806"/>
                      <a:pt x="4363" y="3806"/>
                      <a:pt x="4323" y="3806"/>
                    </a:cubicBezTo>
                    <a:cubicBezTo>
                      <a:pt x="4323" y="3960"/>
                      <a:pt x="4323" y="4114"/>
                      <a:pt x="4323" y="4272"/>
                    </a:cubicBezTo>
                    <a:cubicBezTo>
                      <a:pt x="4285" y="4272"/>
                      <a:pt x="4246" y="4272"/>
                      <a:pt x="4207" y="4272"/>
                    </a:cubicBezTo>
                    <a:cubicBezTo>
                      <a:pt x="4207" y="4280"/>
                      <a:pt x="4207" y="4280"/>
                      <a:pt x="4208" y="4319"/>
                    </a:cubicBezTo>
                    <a:cubicBezTo>
                      <a:pt x="4209" y="4390"/>
                      <a:pt x="4210" y="4461"/>
                      <a:pt x="4210" y="4531"/>
                    </a:cubicBezTo>
                    <a:cubicBezTo>
                      <a:pt x="4211" y="4556"/>
                      <a:pt x="4211" y="4580"/>
                      <a:pt x="4212" y="4605"/>
                    </a:cubicBezTo>
                    <a:cubicBezTo>
                      <a:pt x="4212" y="4629"/>
                      <a:pt x="4212" y="4652"/>
                      <a:pt x="4212" y="4677"/>
                    </a:cubicBezTo>
                    <a:cubicBezTo>
                      <a:pt x="4213" y="4698"/>
                      <a:pt x="4213" y="4720"/>
                      <a:pt x="4213" y="4742"/>
                    </a:cubicBezTo>
                    <a:cubicBezTo>
                      <a:pt x="4207" y="4797"/>
                      <a:pt x="4207" y="4797"/>
                      <a:pt x="4148" y="4856"/>
                    </a:cubicBezTo>
                    <a:cubicBezTo>
                      <a:pt x="4137" y="4909"/>
                      <a:pt x="4137" y="4909"/>
                      <a:pt x="4132" y="4974"/>
                    </a:cubicBezTo>
                    <a:cubicBezTo>
                      <a:pt x="4130" y="4997"/>
                      <a:pt x="4128" y="5021"/>
                      <a:pt x="4125" y="5044"/>
                    </a:cubicBezTo>
                    <a:cubicBezTo>
                      <a:pt x="4123" y="5069"/>
                      <a:pt x="4121" y="5093"/>
                      <a:pt x="4119" y="5118"/>
                    </a:cubicBezTo>
                    <a:cubicBezTo>
                      <a:pt x="4115" y="5166"/>
                      <a:pt x="4111" y="5214"/>
                      <a:pt x="4106" y="5262"/>
                    </a:cubicBezTo>
                    <a:cubicBezTo>
                      <a:pt x="4105" y="5283"/>
                      <a:pt x="4103" y="5305"/>
                      <a:pt x="4101" y="5327"/>
                    </a:cubicBezTo>
                    <a:cubicBezTo>
                      <a:pt x="4090" y="5381"/>
                      <a:pt x="4090" y="5381"/>
                      <a:pt x="4032" y="5439"/>
                    </a:cubicBezTo>
                    <a:cubicBezTo>
                      <a:pt x="4020" y="5488"/>
                      <a:pt x="4020" y="5488"/>
                      <a:pt x="4013" y="5547"/>
                    </a:cubicBezTo>
                    <a:cubicBezTo>
                      <a:pt x="4011" y="5568"/>
                      <a:pt x="4008" y="5588"/>
                      <a:pt x="4006" y="5610"/>
                    </a:cubicBezTo>
                    <a:cubicBezTo>
                      <a:pt x="4003" y="5632"/>
                      <a:pt x="4001" y="5653"/>
                      <a:pt x="3999" y="5676"/>
                    </a:cubicBezTo>
                    <a:cubicBezTo>
                      <a:pt x="3998" y="5687"/>
                      <a:pt x="3998" y="5687"/>
                      <a:pt x="3991" y="5743"/>
                    </a:cubicBezTo>
                    <a:cubicBezTo>
                      <a:pt x="3985" y="5797"/>
                      <a:pt x="3979" y="5851"/>
                      <a:pt x="3973" y="5906"/>
                    </a:cubicBezTo>
                    <a:cubicBezTo>
                      <a:pt x="3935" y="5906"/>
                      <a:pt x="3896" y="5906"/>
                      <a:pt x="3857" y="5906"/>
                    </a:cubicBezTo>
                    <a:cubicBezTo>
                      <a:pt x="3857" y="6098"/>
                      <a:pt x="3857" y="6291"/>
                      <a:pt x="3857" y="6489"/>
                    </a:cubicBezTo>
                    <a:cubicBezTo>
                      <a:pt x="3818" y="6489"/>
                      <a:pt x="3780" y="6489"/>
                      <a:pt x="3740" y="6489"/>
                    </a:cubicBezTo>
                    <a:cubicBezTo>
                      <a:pt x="3743" y="6515"/>
                      <a:pt x="3745" y="6541"/>
                      <a:pt x="3748" y="6568"/>
                    </a:cubicBezTo>
                    <a:cubicBezTo>
                      <a:pt x="3762" y="6765"/>
                      <a:pt x="3760" y="6911"/>
                      <a:pt x="3631" y="7069"/>
                    </a:cubicBezTo>
                    <a:cubicBezTo>
                      <a:pt x="3620" y="7081"/>
                      <a:pt x="3610" y="7093"/>
                      <a:pt x="3600" y="7106"/>
                    </a:cubicBezTo>
                    <a:cubicBezTo>
                      <a:pt x="3548" y="7162"/>
                      <a:pt x="3518" y="7188"/>
                      <a:pt x="3441" y="7196"/>
                    </a:cubicBezTo>
                    <a:cubicBezTo>
                      <a:pt x="3424" y="7194"/>
                      <a:pt x="3407" y="7191"/>
                      <a:pt x="3390" y="7189"/>
                    </a:cubicBezTo>
                    <a:cubicBezTo>
                      <a:pt x="3390" y="7227"/>
                      <a:pt x="3390" y="7266"/>
                      <a:pt x="3390" y="7306"/>
                    </a:cubicBezTo>
                    <a:cubicBezTo>
                      <a:pt x="3351" y="7306"/>
                      <a:pt x="3313" y="7306"/>
                      <a:pt x="3273" y="7306"/>
                    </a:cubicBezTo>
                    <a:cubicBezTo>
                      <a:pt x="3273" y="7344"/>
                      <a:pt x="3273" y="7383"/>
                      <a:pt x="3273" y="7422"/>
                    </a:cubicBezTo>
                    <a:cubicBezTo>
                      <a:pt x="3189" y="7426"/>
                      <a:pt x="3106" y="7428"/>
                      <a:pt x="3022" y="7430"/>
                    </a:cubicBezTo>
                    <a:cubicBezTo>
                      <a:pt x="2998" y="7430"/>
                      <a:pt x="2975" y="7431"/>
                      <a:pt x="2950" y="7432"/>
                    </a:cubicBezTo>
                    <a:cubicBezTo>
                      <a:pt x="2809" y="7435"/>
                      <a:pt x="2718" y="7421"/>
                      <a:pt x="2603" y="7337"/>
                    </a:cubicBezTo>
                    <a:cubicBezTo>
                      <a:pt x="2573" y="7306"/>
                      <a:pt x="2573" y="7306"/>
                      <a:pt x="2562" y="7240"/>
                    </a:cubicBezTo>
                    <a:cubicBezTo>
                      <a:pt x="2566" y="7223"/>
                      <a:pt x="2570" y="7206"/>
                      <a:pt x="2573" y="7189"/>
                    </a:cubicBezTo>
                    <a:cubicBezTo>
                      <a:pt x="2535" y="7189"/>
                      <a:pt x="2496" y="7189"/>
                      <a:pt x="2457" y="7189"/>
                    </a:cubicBezTo>
                    <a:cubicBezTo>
                      <a:pt x="2457" y="7150"/>
                      <a:pt x="2457" y="7112"/>
                      <a:pt x="2457" y="7072"/>
                    </a:cubicBezTo>
                    <a:cubicBezTo>
                      <a:pt x="2418" y="7072"/>
                      <a:pt x="2380" y="7072"/>
                      <a:pt x="2340" y="7072"/>
                    </a:cubicBezTo>
                    <a:cubicBezTo>
                      <a:pt x="2340" y="6995"/>
                      <a:pt x="2340" y="6918"/>
                      <a:pt x="2340" y="6839"/>
                    </a:cubicBezTo>
                    <a:cubicBezTo>
                      <a:pt x="2301" y="6839"/>
                      <a:pt x="2263" y="6839"/>
                      <a:pt x="2223" y="6839"/>
                    </a:cubicBezTo>
                    <a:cubicBezTo>
                      <a:pt x="2223" y="6569"/>
                      <a:pt x="2223" y="6300"/>
                      <a:pt x="2223" y="6022"/>
                    </a:cubicBezTo>
                    <a:cubicBezTo>
                      <a:pt x="2185" y="6022"/>
                      <a:pt x="2146" y="6022"/>
                      <a:pt x="2107" y="6022"/>
                    </a:cubicBezTo>
                    <a:cubicBezTo>
                      <a:pt x="2107" y="5868"/>
                      <a:pt x="2107" y="5714"/>
                      <a:pt x="2107" y="5556"/>
                    </a:cubicBezTo>
                    <a:cubicBezTo>
                      <a:pt x="2068" y="5556"/>
                      <a:pt x="2030" y="5556"/>
                      <a:pt x="1990" y="5556"/>
                    </a:cubicBezTo>
                    <a:cubicBezTo>
                      <a:pt x="1990" y="5325"/>
                      <a:pt x="1990" y="5094"/>
                      <a:pt x="1990" y="4856"/>
                    </a:cubicBezTo>
                    <a:cubicBezTo>
                      <a:pt x="1951" y="4856"/>
                      <a:pt x="1913" y="4856"/>
                      <a:pt x="1873" y="4856"/>
                    </a:cubicBezTo>
                    <a:cubicBezTo>
                      <a:pt x="1873" y="4586"/>
                      <a:pt x="1873" y="4317"/>
                      <a:pt x="1873" y="4039"/>
                    </a:cubicBezTo>
                    <a:cubicBezTo>
                      <a:pt x="1835" y="4039"/>
                      <a:pt x="1796" y="4039"/>
                      <a:pt x="1757" y="4039"/>
                    </a:cubicBezTo>
                    <a:cubicBezTo>
                      <a:pt x="1755" y="4021"/>
                      <a:pt x="1754" y="4004"/>
                      <a:pt x="1752" y="3986"/>
                    </a:cubicBezTo>
                    <a:cubicBezTo>
                      <a:pt x="1745" y="3908"/>
                      <a:pt x="1738" y="3829"/>
                      <a:pt x="1731" y="3751"/>
                    </a:cubicBezTo>
                    <a:cubicBezTo>
                      <a:pt x="1729" y="3724"/>
                      <a:pt x="1727" y="3696"/>
                      <a:pt x="1724" y="3668"/>
                    </a:cubicBezTo>
                    <a:cubicBezTo>
                      <a:pt x="1722" y="3642"/>
                      <a:pt x="1719" y="3616"/>
                      <a:pt x="1717" y="3589"/>
                    </a:cubicBezTo>
                    <a:cubicBezTo>
                      <a:pt x="1715" y="3565"/>
                      <a:pt x="1712" y="3541"/>
                      <a:pt x="1710" y="3516"/>
                    </a:cubicBezTo>
                    <a:cubicBezTo>
                      <a:pt x="1698" y="3456"/>
                      <a:pt x="1698" y="3456"/>
                      <a:pt x="1640" y="3397"/>
                    </a:cubicBezTo>
                    <a:cubicBezTo>
                      <a:pt x="1633" y="3332"/>
                      <a:pt x="1633" y="3332"/>
                      <a:pt x="1634" y="3251"/>
                    </a:cubicBezTo>
                    <a:cubicBezTo>
                      <a:pt x="1635" y="3222"/>
                      <a:pt x="1635" y="3194"/>
                      <a:pt x="1635" y="3164"/>
                    </a:cubicBezTo>
                    <a:cubicBezTo>
                      <a:pt x="1635" y="3134"/>
                      <a:pt x="1636" y="3103"/>
                      <a:pt x="1636" y="3073"/>
                    </a:cubicBezTo>
                    <a:cubicBezTo>
                      <a:pt x="1637" y="3042"/>
                      <a:pt x="1637" y="3011"/>
                      <a:pt x="1637" y="2981"/>
                    </a:cubicBezTo>
                    <a:cubicBezTo>
                      <a:pt x="1638" y="2906"/>
                      <a:pt x="1639" y="2831"/>
                      <a:pt x="1640" y="2756"/>
                    </a:cubicBezTo>
                    <a:cubicBezTo>
                      <a:pt x="1601" y="2756"/>
                      <a:pt x="1563" y="2756"/>
                      <a:pt x="1523" y="2756"/>
                    </a:cubicBezTo>
                    <a:cubicBezTo>
                      <a:pt x="1523" y="2525"/>
                      <a:pt x="1523" y="2294"/>
                      <a:pt x="1523" y="2056"/>
                    </a:cubicBezTo>
                    <a:cubicBezTo>
                      <a:pt x="1485" y="2056"/>
                      <a:pt x="1446" y="2056"/>
                      <a:pt x="1407" y="2056"/>
                    </a:cubicBezTo>
                    <a:cubicBezTo>
                      <a:pt x="1407" y="1863"/>
                      <a:pt x="1407" y="1671"/>
                      <a:pt x="1407" y="1472"/>
                    </a:cubicBezTo>
                    <a:cubicBezTo>
                      <a:pt x="1368" y="1472"/>
                      <a:pt x="1330" y="1472"/>
                      <a:pt x="1290" y="1472"/>
                    </a:cubicBezTo>
                    <a:cubicBezTo>
                      <a:pt x="1290" y="1395"/>
                      <a:pt x="1290" y="1318"/>
                      <a:pt x="1290" y="1239"/>
                    </a:cubicBezTo>
                    <a:cubicBezTo>
                      <a:pt x="1213" y="1239"/>
                      <a:pt x="1136" y="1239"/>
                      <a:pt x="1057" y="1239"/>
                    </a:cubicBezTo>
                    <a:cubicBezTo>
                      <a:pt x="1057" y="1431"/>
                      <a:pt x="1057" y="1624"/>
                      <a:pt x="1057" y="1822"/>
                    </a:cubicBezTo>
                    <a:cubicBezTo>
                      <a:pt x="1018" y="1822"/>
                      <a:pt x="980" y="1822"/>
                      <a:pt x="940" y="1822"/>
                    </a:cubicBezTo>
                    <a:cubicBezTo>
                      <a:pt x="940" y="2015"/>
                      <a:pt x="940" y="2207"/>
                      <a:pt x="940" y="2406"/>
                    </a:cubicBezTo>
                    <a:cubicBezTo>
                      <a:pt x="901" y="2406"/>
                      <a:pt x="863" y="2406"/>
                      <a:pt x="823" y="2406"/>
                    </a:cubicBezTo>
                    <a:cubicBezTo>
                      <a:pt x="823" y="2637"/>
                      <a:pt x="823" y="2868"/>
                      <a:pt x="823" y="3106"/>
                    </a:cubicBezTo>
                    <a:cubicBezTo>
                      <a:pt x="785" y="3106"/>
                      <a:pt x="746" y="3106"/>
                      <a:pt x="707" y="3106"/>
                    </a:cubicBezTo>
                    <a:cubicBezTo>
                      <a:pt x="707" y="3260"/>
                      <a:pt x="707" y="3414"/>
                      <a:pt x="707" y="3572"/>
                    </a:cubicBezTo>
                    <a:cubicBezTo>
                      <a:pt x="668" y="3572"/>
                      <a:pt x="630" y="3572"/>
                      <a:pt x="590" y="3572"/>
                    </a:cubicBezTo>
                    <a:cubicBezTo>
                      <a:pt x="590" y="3649"/>
                      <a:pt x="590" y="3726"/>
                      <a:pt x="590" y="3806"/>
                    </a:cubicBezTo>
                    <a:cubicBezTo>
                      <a:pt x="513" y="3806"/>
                      <a:pt x="436" y="3806"/>
                      <a:pt x="357" y="3806"/>
                    </a:cubicBezTo>
                    <a:cubicBezTo>
                      <a:pt x="357" y="3729"/>
                      <a:pt x="357" y="3652"/>
                      <a:pt x="357" y="3572"/>
                    </a:cubicBezTo>
                    <a:cubicBezTo>
                      <a:pt x="318" y="3572"/>
                      <a:pt x="280" y="3572"/>
                      <a:pt x="240" y="3572"/>
                    </a:cubicBezTo>
                    <a:cubicBezTo>
                      <a:pt x="240" y="3495"/>
                      <a:pt x="240" y="3418"/>
                      <a:pt x="240" y="3339"/>
                    </a:cubicBezTo>
                    <a:cubicBezTo>
                      <a:pt x="278" y="3339"/>
                      <a:pt x="317" y="3339"/>
                      <a:pt x="357" y="3339"/>
                    </a:cubicBezTo>
                    <a:cubicBezTo>
                      <a:pt x="357" y="3300"/>
                      <a:pt x="357" y="3262"/>
                      <a:pt x="357" y="3222"/>
                    </a:cubicBezTo>
                    <a:cubicBezTo>
                      <a:pt x="318" y="3222"/>
                      <a:pt x="280" y="3222"/>
                      <a:pt x="240" y="3222"/>
                    </a:cubicBezTo>
                    <a:cubicBezTo>
                      <a:pt x="240" y="3184"/>
                      <a:pt x="240" y="3145"/>
                      <a:pt x="240" y="3106"/>
                    </a:cubicBezTo>
                    <a:cubicBezTo>
                      <a:pt x="163" y="3106"/>
                      <a:pt x="86" y="3106"/>
                      <a:pt x="7" y="3106"/>
                    </a:cubicBezTo>
                    <a:cubicBezTo>
                      <a:pt x="5" y="3039"/>
                      <a:pt x="4" y="2972"/>
                      <a:pt x="3" y="2905"/>
                    </a:cubicBezTo>
                    <a:cubicBezTo>
                      <a:pt x="3" y="2896"/>
                      <a:pt x="3" y="2896"/>
                      <a:pt x="2" y="2847"/>
                    </a:cubicBezTo>
                    <a:cubicBezTo>
                      <a:pt x="1" y="2829"/>
                      <a:pt x="1" y="2811"/>
                      <a:pt x="1" y="2792"/>
                    </a:cubicBezTo>
                    <a:cubicBezTo>
                      <a:pt x="1" y="2775"/>
                      <a:pt x="0" y="2759"/>
                      <a:pt x="0" y="2741"/>
                    </a:cubicBezTo>
                    <a:cubicBezTo>
                      <a:pt x="7" y="2697"/>
                      <a:pt x="7" y="2697"/>
                      <a:pt x="65" y="2639"/>
                    </a:cubicBezTo>
                    <a:cubicBezTo>
                      <a:pt x="76" y="2585"/>
                      <a:pt x="76" y="2585"/>
                      <a:pt x="81" y="2520"/>
                    </a:cubicBezTo>
                    <a:cubicBezTo>
                      <a:pt x="84" y="2497"/>
                      <a:pt x="86" y="2474"/>
                      <a:pt x="88" y="2450"/>
                    </a:cubicBezTo>
                    <a:cubicBezTo>
                      <a:pt x="89" y="2438"/>
                      <a:pt x="89" y="2438"/>
                      <a:pt x="94" y="2376"/>
                    </a:cubicBezTo>
                    <a:cubicBezTo>
                      <a:pt x="98" y="2328"/>
                      <a:pt x="102" y="2280"/>
                      <a:pt x="107" y="2232"/>
                    </a:cubicBezTo>
                    <a:cubicBezTo>
                      <a:pt x="109" y="2211"/>
                      <a:pt x="110" y="2190"/>
                      <a:pt x="112" y="2168"/>
                    </a:cubicBezTo>
                    <a:cubicBezTo>
                      <a:pt x="123" y="2114"/>
                      <a:pt x="123" y="2114"/>
                      <a:pt x="182" y="2056"/>
                    </a:cubicBezTo>
                    <a:cubicBezTo>
                      <a:pt x="194" y="1995"/>
                      <a:pt x="194" y="1995"/>
                      <a:pt x="200" y="1922"/>
                    </a:cubicBezTo>
                    <a:cubicBezTo>
                      <a:pt x="203" y="1896"/>
                      <a:pt x="205" y="1870"/>
                      <a:pt x="207" y="1843"/>
                    </a:cubicBezTo>
                    <a:cubicBezTo>
                      <a:pt x="210" y="1816"/>
                      <a:pt x="212" y="1788"/>
                      <a:pt x="214" y="1760"/>
                    </a:cubicBezTo>
                    <a:cubicBezTo>
                      <a:pt x="217" y="1733"/>
                      <a:pt x="220" y="1705"/>
                      <a:pt x="222" y="1677"/>
                    </a:cubicBezTo>
                    <a:cubicBezTo>
                      <a:pt x="228" y="1609"/>
                      <a:pt x="234" y="1540"/>
                      <a:pt x="240" y="1472"/>
                    </a:cubicBezTo>
                    <a:cubicBezTo>
                      <a:pt x="278" y="1472"/>
                      <a:pt x="317" y="1472"/>
                      <a:pt x="357" y="1472"/>
                    </a:cubicBezTo>
                    <a:cubicBezTo>
                      <a:pt x="357" y="1280"/>
                      <a:pt x="357" y="1087"/>
                      <a:pt x="357" y="889"/>
                    </a:cubicBezTo>
                    <a:cubicBezTo>
                      <a:pt x="395" y="889"/>
                      <a:pt x="434" y="889"/>
                      <a:pt x="473" y="889"/>
                    </a:cubicBezTo>
                    <a:cubicBezTo>
                      <a:pt x="473" y="773"/>
                      <a:pt x="473" y="658"/>
                      <a:pt x="473" y="539"/>
                    </a:cubicBezTo>
                    <a:cubicBezTo>
                      <a:pt x="512" y="539"/>
                      <a:pt x="550" y="539"/>
                      <a:pt x="590" y="539"/>
                    </a:cubicBezTo>
                    <a:cubicBezTo>
                      <a:pt x="591" y="525"/>
                      <a:pt x="593" y="511"/>
                      <a:pt x="595" y="496"/>
                    </a:cubicBezTo>
                    <a:cubicBezTo>
                      <a:pt x="620" y="343"/>
                      <a:pt x="677" y="224"/>
                      <a:pt x="789" y="116"/>
                    </a:cubicBezTo>
                    <a:cubicBezTo>
                      <a:pt x="978" y="0"/>
                      <a:pt x="1311" y="58"/>
                      <a:pt x="1523" y="72"/>
                    </a:cubicBezTo>
                    <a:close/>
                  </a:path>
                </a:pathLst>
              </a:custGeom>
              <a:solidFill>
                <a:srgbClr val="251047"/>
              </a:solidFill>
              <a:ln w="741" cap="flat">
                <a:noFill/>
              </a:ln>
            </p:spPr>
          </p:sp>
          <p:sp>
            <p:nvSpPr>
              <p:cNvPr id="492" name="ICON_SKILL_UNDERSTAND_path_007"/>
              <p:cNvSpPr/>
              <p:nvPr/>
            </p:nvSpPr>
            <p:spPr>
              <a:xfrm>
                <a:off x="4785038" y="1047909"/>
                <a:ext cx="53874" cy="44534"/>
              </a:xfrm>
              <a:custGeom>
                <a:avLst/>
                <a:gdLst/>
                <a:ahLst/>
                <a:cxnLst/>
                <a:rect l="0" t="0" r="r" b="b"/>
                <a:pathLst>
                  <a:path w="4242" h="3507" fill="norm" stroke="0">
                    <a:moveTo>
                      <a:pt x="3659" y="0"/>
                    </a:moveTo>
                    <a:cubicBezTo>
                      <a:pt x="3736" y="0"/>
                      <a:pt x="3813" y="0"/>
                      <a:pt x="3892" y="0"/>
                    </a:cubicBezTo>
                    <a:cubicBezTo>
                      <a:pt x="3892" y="38"/>
                      <a:pt x="3892" y="77"/>
                      <a:pt x="3892" y="117"/>
                    </a:cubicBezTo>
                    <a:cubicBezTo>
                      <a:pt x="3931" y="117"/>
                      <a:pt x="3969" y="117"/>
                      <a:pt x="4009" y="117"/>
                    </a:cubicBezTo>
                    <a:cubicBezTo>
                      <a:pt x="4009" y="155"/>
                      <a:pt x="4009" y="194"/>
                      <a:pt x="4009" y="233"/>
                    </a:cubicBezTo>
                    <a:cubicBezTo>
                      <a:pt x="3970" y="233"/>
                      <a:pt x="3932" y="233"/>
                      <a:pt x="3892" y="233"/>
                    </a:cubicBezTo>
                    <a:cubicBezTo>
                      <a:pt x="3892" y="310"/>
                      <a:pt x="3892" y="387"/>
                      <a:pt x="3892" y="467"/>
                    </a:cubicBezTo>
                    <a:cubicBezTo>
                      <a:pt x="3931" y="467"/>
                      <a:pt x="3969" y="467"/>
                      <a:pt x="4009" y="467"/>
                    </a:cubicBezTo>
                    <a:cubicBezTo>
                      <a:pt x="4009" y="544"/>
                      <a:pt x="4009" y="621"/>
                      <a:pt x="4009" y="700"/>
                    </a:cubicBezTo>
                    <a:cubicBezTo>
                      <a:pt x="4086" y="700"/>
                      <a:pt x="4163" y="700"/>
                      <a:pt x="4242" y="700"/>
                    </a:cubicBezTo>
                    <a:cubicBezTo>
                      <a:pt x="4242" y="816"/>
                      <a:pt x="4242" y="931"/>
                      <a:pt x="4242" y="1050"/>
                    </a:cubicBezTo>
                    <a:cubicBezTo>
                      <a:pt x="4204" y="1050"/>
                      <a:pt x="4165" y="1050"/>
                      <a:pt x="4125" y="1050"/>
                    </a:cubicBezTo>
                    <a:cubicBezTo>
                      <a:pt x="4125" y="1320"/>
                      <a:pt x="4125" y="1589"/>
                      <a:pt x="4125" y="1867"/>
                    </a:cubicBezTo>
                    <a:cubicBezTo>
                      <a:pt x="4087" y="1867"/>
                      <a:pt x="4048" y="1867"/>
                      <a:pt x="4009" y="1867"/>
                    </a:cubicBezTo>
                    <a:cubicBezTo>
                      <a:pt x="4009" y="2059"/>
                      <a:pt x="4009" y="2252"/>
                      <a:pt x="4009" y="2450"/>
                    </a:cubicBezTo>
                    <a:cubicBezTo>
                      <a:pt x="3970" y="2450"/>
                      <a:pt x="3932" y="2450"/>
                      <a:pt x="3892" y="2450"/>
                    </a:cubicBezTo>
                    <a:cubicBezTo>
                      <a:pt x="3892" y="2566"/>
                      <a:pt x="3892" y="2681"/>
                      <a:pt x="3892" y="2800"/>
                    </a:cubicBezTo>
                    <a:cubicBezTo>
                      <a:pt x="3854" y="2800"/>
                      <a:pt x="3815" y="2800"/>
                      <a:pt x="3775" y="2800"/>
                    </a:cubicBezTo>
                    <a:cubicBezTo>
                      <a:pt x="3777" y="2807"/>
                      <a:pt x="3777" y="2807"/>
                      <a:pt x="3783" y="2843"/>
                    </a:cubicBezTo>
                    <a:cubicBezTo>
                      <a:pt x="3794" y="2943"/>
                      <a:pt x="3795" y="3008"/>
                      <a:pt x="3733" y="3090"/>
                    </a:cubicBezTo>
                    <a:cubicBezTo>
                      <a:pt x="3672" y="3146"/>
                      <a:pt x="3610" y="3198"/>
                      <a:pt x="3546" y="3248"/>
                    </a:cubicBezTo>
                    <a:cubicBezTo>
                      <a:pt x="3524" y="3266"/>
                      <a:pt x="3502" y="3284"/>
                      <a:pt x="3480" y="3303"/>
                    </a:cubicBezTo>
                    <a:cubicBezTo>
                      <a:pt x="3440" y="3336"/>
                      <a:pt x="3399" y="3369"/>
                      <a:pt x="3358" y="3401"/>
                    </a:cubicBezTo>
                    <a:cubicBezTo>
                      <a:pt x="3309" y="3442"/>
                      <a:pt x="3309" y="3442"/>
                      <a:pt x="3250" y="3500"/>
                    </a:cubicBezTo>
                    <a:cubicBezTo>
                      <a:pt x="3206" y="3507"/>
                      <a:pt x="3206" y="3507"/>
                      <a:pt x="3155" y="3506"/>
                    </a:cubicBezTo>
                    <a:cubicBezTo>
                      <a:pt x="3146" y="3506"/>
                      <a:pt x="3146" y="3506"/>
                      <a:pt x="3100" y="3505"/>
                    </a:cubicBezTo>
                    <a:cubicBezTo>
                      <a:pt x="3091" y="3505"/>
                      <a:pt x="3091" y="3505"/>
                      <a:pt x="3043" y="3504"/>
                    </a:cubicBezTo>
                    <a:cubicBezTo>
                      <a:pt x="3023" y="3503"/>
                      <a:pt x="3004" y="3503"/>
                      <a:pt x="2984" y="3503"/>
                    </a:cubicBezTo>
                    <a:cubicBezTo>
                      <a:pt x="2937" y="3502"/>
                      <a:pt x="2889" y="3501"/>
                      <a:pt x="2842" y="3500"/>
                    </a:cubicBezTo>
                    <a:cubicBezTo>
                      <a:pt x="2842" y="3462"/>
                      <a:pt x="2842" y="3423"/>
                      <a:pt x="2842" y="3383"/>
                    </a:cubicBezTo>
                    <a:cubicBezTo>
                      <a:pt x="2823" y="3385"/>
                      <a:pt x="2804" y="3386"/>
                      <a:pt x="2784" y="3387"/>
                    </a:cubicBezTo>
                    <a:cubicBezTo>
                      <a:pt x="2636" y="3394"/>
                      <a:pt x="2524" y="3395"/>
                      <a:pt x="2404" y="3300"/>
                    </a:cubicBezTo>
                    <a:cubicBezTo>
                      <a:pt x="2375" y="3267"/>
                      <a:pt x="2375" y="3267"/>
                      <a:pt x="2364" y="3201"/>
                    </a:cubicBezTo>
                    <a:cubicBezTo>
                      <a:pt x="2366" y="3193"/>
                      <a:pt x="2366" y="3193"/>
                      <a:pt x="2375" y="3150"/>
                    </a:cubicBezTo>
                    <a:cubicBezTo>
                      <a:pt x="2337" y="3150"/>
                      <a:pt x="2298" y="3150"/>
                      <a:pt x="2259" y="3150"/>
                    </a:cubicBezTo>
                    <a:cubicBezTo>
                      <a:pt x="2259" y="3073"/>
                      <a:pt x="2259" y="2996"/>
                      <a:pt x="2259" y="2917"/>
                    </a:cubicBezTo>
                    <a:cubicBezTo>
                      <a:pt x="2220" y="2917"/>
                      <a:pt x="2182" y="2917"/>
                      <a:pt x="2142" y="2917"/>
                    </a:cubicBezTo>
                    <a:cubicBezTo>
                      <a:pt x="2142" y="2840"/>
                      <a:pt x="2142" y="2763"/>
                      <a:pt x="2142" y="2683"/>
                    </a:cubicBezTo>
                    <a:cubicBezTo>
                      <a:pt x="2104" y="2683"/>
                      <a:pt x="2065" y="2683"/>
                      <a:pt x="2025" y="2683"/>
                    </a:cubicBezTo>
                    <a:cubicBezTo>
                      <a:pt x="2025" y="2568"/>
                      <a:pt x="2025" y="2452"/>
                      <a:pt x="2025" y="2333"/>
                    </a:cubicBezTo>
                    <a:cubicBezTo>
                      <a:pt x="1987" y="2333"/>
                      <a:pt x="1948" y="2333"/>
                      <a:pt x="1909" y="2333"/>
                    </a:cubicBezTo>
                    <a:cubicBezTo>
                      <a:pt x="1909" y="2179"/>
                      <a:pt x="1909" y="2025"/>
                      <a:pt x="1909" y="1867"/>
                    </a:cubicBezTo>
                    <a:cubicBezTo>
                      <a:pt x="1870" y="1867"/>
                      <a:pt x="1832" y="1867"/>
                      <a:pt x="1792" y="1867"/>
                    </a:cubicBezTo>
                    <a:cubicBezTo>
                      <a:pt x="1792" y="1790"/>
                      <a:pt x="1792" y="1713"/>
                      <a:pt x="1792" y="1633"/>
                    </a:cubicBezTo>
                    <a:cubicBezTo>
                      <a:pt x="1754" y="1633"/>
                      <a:pt x="1715" y="1633"/>
                      <a:pt x="1675" y="1633"/>
                    </a:cubicBezTo>
                    <a:cubicBezTo>
                      <a:pt x="1675" y="1479"/>
                      <a:pt x="1675" y="1325"/>
                      <a:pt x="1675" y="1167"/>
                    </a:cubicBezTo>
                    <a:cubicBezTo>
                      <a:pt x="1637" y="1167"/>
                      <a:pt x="1598" y="1167"/>
                      <a:pt x="1559" y="1167"/>
                    </a:cubicBezTo>
                    <a:cubicBezTo>
                      <a:pt x="1559" y="1128"/>
                      <a:pt x="1559" y="1090"/>
                      <a:pt x="1559" y="1050"/>
                    </a:cubicBezTo>
                    <a:cubicBezTo>
                      <a:pt x="1520" y="1050"/>
                      <a:pt x="1482" y="1050"/>
                      <a:pt x="1442" y="1050"/>
                    </a:cubicBezTo>
                    <a:cubicBezTo>
                      <a:pt x="1442" y="1011"/>
                      <a:pt x="1442" y="973"/>
                      <a:pt x="1442" y="933"/>
                    </a:cubicBezTo>
                    <a:cubicBezTo>
                      <a:pt x="1404" y="933"/>
                      <a:pt x="1365" y="933"/>
                      <a:pt x="1325" y="933"/>
                    </a:cubicBezTo>
                    <a:cubicBezTo>
                      <a:pt x="1325" y="972"/>
                      <a:pt x="1325" y="1010"/>
                      <a:pt x="1325" y="1050"/>
                    </a:cubicBezTo>
                    <a:cubicBezTo>
                      <a:pt x="1287" y="1050"/>
                      <a:pt x="1248" y="1050"/>
                      <a:pt x="1209" y="1050"/>
                    </a:cubicBezTo>
                    <a:cubicBezTo>
                      <a:pt x="1209" y="1088"/>
                      <a:pt x="1209" y="1127"/>
                      <a:pt x="1209" y="1167"/>
                    </a:cubicBezTo>
                    <a:cubicBezTo>
                      <a:pt x="1170" y="1167"/>
                      <a:pt x="1132" y="1167"/>
                      <a:pt x="1092" y="1167"/>
                    </a:cubicBezTo>
                    <a:cubicBezTo>
                      <a:pt x="1092" y="1205"/>
                      <a:pt x="1092" y="1244"/>
                      <a:pt x="1092" y="1283"/>
                    </a:cubicBezTo>
                    <a:cubicBezTo>
                      <a:pt x="1054" y="1283"/>
                      <a:pt x="1015" y="1283"/>
                      <a:pt x="975" y="1283"/>
                    </a:cubicBezTo>
                    <a:cubicBezTo>
                      <a:pt x="975" y="1322"/>
                      <a:pt x="975" y="1360"/>
                      <a:pt x="975" y="1400"/>
                    </a:cubicBezTo>
                    <a:cubicBezTo>
                      <a:pt x="937" y="1400"/>
                      <a:pt x="898" y="1400"/>
                      <a:pt x="859" y="1400"/>
                    </a:cubicBezTo>
                    <a:cubicBezTo>
                      <a:pt x="859" y="1439"/>
                      <a:pt x="859" y="1477"/>
                      <a:pt x="859" y="1517"/>
                    </a:cubicBezTo>
                    <a:cubicBezTo>
                      <a:pt x="666" y="1517"/>
                      <a:pt x="474" y="1517"/>
                      <a:pt x="275" y="1517"/>
                    </a:cubicBezTo>
                    <a:cubicBezTo>
                      <a:pt x="275" y="1478"/>
                      <a:pt x="275" y="1440"/>
                      <a:pt x="275" y="1400"/>
                    </a:cubicBezTo>
                    <a:cubicBezTo>
                      <a:pt x="237" y="1400"/>
                      <a:pt x="198" y="1400"/>
                      <a:pt x="159" y="1400"/>
                    </a:cubicBezTo>
                    <a:cubicBezTo>
                      <a:pt x="159" y="1362"/>
                      <a:pt x="159" y="1323"/>
                      <a:pt x="159" y="1283"/>
                    </a:cubicBezTo>
                    <a:cubicBezTo>
                      <a:pt x="120" y="1283"/>
                      <a:pt x="82" y="1283"/>
                      <a:pt x="42" y="1283"/>
                    </a:cubicBezTo>
                    <a:cubicBezTo>
                      <a:pt x="0" y="1003"/>
                      <a:pt x="0" y="1003"/>
                      <a:pt x="66" y="894"/>
                    </a:cubicBezTo>
                    <a:cubicBezTo>
                      <a:pt x="161" y="783"/>
                      <a:pt x="274" y="710"/>
                      <a:pt x="418" y="686"/>
                    </a:cubicBezTo>
                    <a:cubicBezTo>
                      <a:pt x="489" y="685"/>
                      <a:pt x="555" y="689"/>
                      <a:pt x="625" y="700"/>
                    </a:cubicBezTo>
                    <a:cubicBezTo>
                      <a:pt x="625" y="662"/>
                      <a:pt x="625" y="623"/>
                      <a:pt x="625" y="583"/>
                    </a:cubicBezTo>
                    <a:cubicBezTo>
                      <a:pt x="702" y="583"/>
                      <a:pt x="779" y="583"/>
                      <a:pt x="859" y="583"/>
                    </a:cubicBezTo>
                    <a:cubicBezTo>
                      <a:pt x="859" y="545"/>
                      <a:pt x="859" y="506"/>
                      <a:pt x="859" y="467"/>
                    </a:cubicBezTo>
                    <a:cubicBezTo>
                      <a:pt x="1128" y="467"/>
                      <a:pt x="1398" y="467"/>
                      <a:pt x="1675" y="467"/>
                    </a:cubicBezTo>
                    <a:cubicBezTo>
                      <a:pt x="1675" y="505"/>
                      <a:pt x="1675" y="544"/>
                      <a:pt x="1675" y="583"/>
                    </a:cubicBezTo>
                    <a:cubicBezTo>
                      <a:pt x="1829" y="583"/>
                      <a:pt x="1983" y="583"/>
                      <a:pt x="2142" y="583"/>
                    </a:cubicBezTo>
                    <a:cubicBezTo>
                      <a:pt x="2142" y="622"/>
                      <a:pt x="2142" y="660"/>
                      <a:pt x="2142" y="700"/>
                    </a:cubicBezTo>
                    <a:cubicBezTo>
                      <a:pt x="2181" y="700"/>
                      <a:pt x="2219" y="700"/>
                      <a:pt x="2259" y="700"/>
                    </a:cubicBezTo>
                    <a:cubicBezTo>
                      <a:pt x="2259" y="739"/>
                      <a:pt x="2259" y="777"/>
                      <a:pt x="2259" y="817"/>
                    </a:cubicBezTo>
                    <a:cubicBezTo>
                      <a:pt x="2297" y="817"/>
                      <a:pt x="2336" y="817"/>
                      <a:pt x="2375" y="817"/>
                    </a:cubicBezTo>
                    <a:cubicBezTo>
                      <a:pt x="2375" y="855"/>
                      <a:pt x="2375" y="894"/>
                      <a:pt x="2375" y="933"/>
                    </a:cubicBezTo>
                    <a:cubicBezTo>
                      <a:pt x="2414" y="933"/>
                      <a:pt x="2452" y="933"/>
                      <a:pt x="2492" y="933"/>
                    </a:cubicBezTo>
                    <a:cubicBezTo>
                      <a:pt x="2492" y="1010"/>
                      <a:pt x="2492" y="1087"/>
                      <a:pt x="2492" y="1167"/>
                    </a:cubicBezTo>
                    <a:cubicBezTo>
                      <a:pt x="2531" y="1167"/>
                      <a:pt x="2569" y="1167"/>
                      <a:pt x="2609" y="1167"/>
                    </a:cubicBezTo>
                    <a:cubicBezTo>
                      <a:pt x="2609" y="1244"/>
                      <a:pt x="2609" y="1321"/>
                      <a:pt x="2609" y="1400"/>
                    </a:cubicBezTo>
                    <a:cubicBezTo>
                      <a:pt x="2647" y="1400"/>
                      <a:pt x="2686" y="1400"/>
                      <a:pt x="2725" y="1400"/>
                    </a:cubicBezTo>
                    <a:cubicBezTo>
                      <a:pt x="2725" y="1554"/>
                      <a:pt x="2725" y="1708"/>
                      <a:pt x="2725" y="1867"/>
                    </a:cubicBezTo>
                    <a:cubicBezTo>
                      <a:pt x="2764" y="1867"/>
                      <a:pt x="2802" y="1867"/>
                      <a:pt x="2842" y="1867"/>
                    </a:cubicBezTo>
                    <a:cubicBezTo>
                      <a:pt x="2842" y="1982"/>
                      <a:pt x="2842" y="2098"/>
                      <a:pt x="2842" y="2217"/>
                    </a:cubicBezTo>
                    <a:cubicBezTo>
                      <a:pt x="2919" y="2217"/>
                      <a:pt x="2996" y="2217"/>
                      <a:pt x="3075" y="2217"/>
                    </a:cubicBezTo>
                    <a:cubicBezTo>
                      <a:pt x="3075" y="2101"/>
                      <a:pt x="3075" y="1986"/>
                      <a:pt x="3075" y="1867"/>
                    </a:cubicBezTo>
                    <a:cubicBezTo>
                      <a:pt x="3114" y="1867"/>
                      <a:pt x="3152" y="1867"/>
                      <a:pt x="3192" y="1867"/>
                    </a:cubicBezTo>
                    <a:cubicBezTo>
                      <a:pt x="3192" y="1751"/>
                      <a:pt x="3192" y="1636"/>
                      <a:pt x="3192" y="1517"/>
                    </a:cubicBezTo>
                    <a:cubicBezTo>
                      <a:pt x="3231" y="1517"/>
                      <a:pt x="3269" y="1517"/>
                      <a:pt x="3309" y="1517"/>
                    </a:cubicBezTo>
                    <a:cubicBezTo>
                      <a:pt x="3309" y="1440"/>
                      <a:pt x="3309" y="1363"/>
                      <a:pt x="3309" y="1283"/>
                    </a:cubicBezTo>
                    <a:cubicBezTo>
                      <a:pt x="3347" y="1283"/>
                      <a:pt x="3386" y="1283"/>
                      <a:pt x="3425" y="1283"/>
                    </a:cubicBezTo>
                    <a:cubicBezTo>
                      <a:pt x="3425" y="1014"/>
                      <a:pt x="3425" y="744"/>
                      <a:pt x="3425" y="467"/>
                    </a:cubicBezTo>
                    <a:cubicBezTo>
                      <a:pt x="3464" y="467"/>
                      <a:pt x="3502" y="467"/>
                      <a:pt x="3542" y="467"/>
                    </a:cubicBezTo>
                    <a:cubicBezTo>
                      <a:pt x="3542" y="351"/>
                      <a:pt x="3542" y="236"/>
                      <a:pt x="3542" y="117"/>
                    </a:cubicBezTo>
                    <a:cubicBezTo>
                      <a:pt x="3581" y="117"/>
                      <a:pt x="3619" y="117"/>
                      <a:pt x="3659" y="117"/>
                    </a:cubicBezTo>
                    <a:cubicBezTo>
                      <a:pt x="3659" y="78"/>
                      <a:pt x="3659" y="40"/>
                      <a:pt x="365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741" cap="flat">
                <a:noFill/>
              </a:ln>
            </p:spPr>
          </p:sp>
          <p:sp>
            <p:nvSpPr>
              <p:cNvPr id="493" name="ICON_SKILL_UNDERSTAND_path_008"/>
              <p:cNvSpPr/>
              <p:nvPr/>
            </p:nvSpPr>
            <p:spPr>
              <a:xfrm>
                <a:off x="4881880" y="1028647"/>
                <a:ext cx="37042" cy="48154"/>
              </a:xfrm>
              <a:custGeom>
                <a:avLst/>
                <a:gdLst/>
                <a:ahLst/>
                <a:cxnLst/>
                <a:rect l="0" t="0" r="r" b="b"/>
                <a:pathLst>
                  <a:path w="2917" h="3792" fill="norm" stroke="0">
                    <a:moveTo>
                      <a:pt x="467" y="0"/>
                    </a:moveTo>
                    <a:cubicBezTo>
                      <a:pt x="544" y="0"/>
                      <a:pt x="621" y="0"/>
                      <a:pt x="700" y="0"/>
                    </a:cubicBezTo>
                    <a:cubicBezTo>
                      <a:pt x="700" y="58"/>
                      <a:pt x="700" y="115"/>
                      <a:pt x="700" y="175"/>
                    </a:cubicBezTo>
                    <a:cubicBezTo>
                      <a:pt x="758" y="185"/>
                      <a:pt x="758" y="185"/>
                      <a:pt x="1050" y="233"/>
                    </a:cubicBezTo>
                    <a:cubicBezTo>
                      <a:pt x="1050" y="272"/>
                      <a:pt x="1050" y="310"/>
                      <a:pt x="1050" y="350"/>
                    </a:cubicBezTo>
                    <a:cubicBezTo>
                      <a:pt x="1088" y="350"/>
                      <a:pt x="1127" y="350"/>
                      <a:pt x="1167" y="350"/>
                    </a:cubicBezTo>
                    <a:cubicBezTo>
                      <a:pt x="1167" y="388"/>
                      <a:pt x="1167" y="427"/>
                      <a:pt x="1167" y="467"/>
                    </a:cubicBezTo>
                    <a:cubicBezTo>
                      <a:pt x="1205" y="467"/>
                      <a:pt x="1244" y="467"/>
                      <a:pt x="1283" y="467"/>
                    </a:cubicBezTo>
                    <a:cubicBezTo>
                      <a:pt x="1283" y="544"/>
                      <a:pt x="1283" y="621"/>
                      <a:pt x="1283" y="700"/>
                    </a:cubicBezTo>
                    <a:cubicBezTo>
                      <a:pt x="1322" y="700"/>
                      <a:pt x="1360" y="700"/>
                      <a:pt x="1400" y="700"/>
                    </a:cubicBezTo>
                    <a:cubicBezTo>
                      <a:pt x="1400" y="739"/>
                      <a:pt x="1400" y="777"/>
                      <a:pt x="1400" y="817"/>
                    </a:cubicBezTo>
                    <a:cubicBezTo>
                      <a:pt x="1438" y="817"/>
                      <a:pt x="1477" y="817"/>
                      <a:pt x="1517" y="817"/>
                    </a:cubicBezTo>
                    <a:cubicBezTo>
                      <a:pt x="1517" y="1009"/>
                      <a:pt x="1517" y="1202"/>
                      <a:pt x="1517" y="1400"/>
                    </a:cubicBezTo>
                    <a:cubicBezTo>
                      <a:pt x="1555" y="1400"/>
                      <a:pt x="1594" y="1400"/>
                      <a:pt x="1633" y="1400"/>
                    </a:cubicBezTo>
                    <a:cubicBezTo>
                      <a:pt x="1633" y="1516"/>
                      <a:pt x="1633" y="1631"/>
                      <a:pt x="1633" y="1750"/>
                    </a:cubicBezTo>
                    <a:cubicBezTo>
                      <a:pt x="1672" y="1750"/>
                      <a:pt x="1710" y="1750"/>
                      <a:pt x="1750" y="1750"/>
                    </a:cubicBezTo>
                    <a:cubicBezTo>
                      <a:pt x="1750" y="1788"/>
                      <a:pt x="1750" y="1827"/>
                      <a:pt x="1750" y="1867"/>
                    </a:cubicBezTo>
                    <a:cubicBezTo>
                      <a:pt x="1788" y="1867"/>
                      <a:pt x="1827" y="1867"/>
                      <a:pt x="1867" y="1867"/>
                    </a:cubicBezTo>
                    <a:cubicBezTo>
                      <a:pt x="1867" y="1944"/>
                      <a:pt x="1867" y="2021"/>
                      <a:pt x="1867" y="2100"/>
                    </a:cubicBezTo>
                    <a:cubicBezTo>
                      <a:pt x="1982" y="2100"/>
                      <a:pt x="2098" y="2100"/>
                      <a:pt x="2217" y="2100"/>
                    </a:cubicBezTo>
                    <a:cubicBezTo>
                      <a:pt x="2217" y="2138"/>
                      <a:pt x="2217" y="2177"/>
                      <a:pt x="2217" y="2217"/>
                    </a:cubicBezTo>
                    <a:cubicBezTo>
                      <a:pt x="2274" y="2207"/>
                      <a:pt x="2274" y="2207"/>
                      <a:pt x="2567" y="2158"/>
                    </a:cubicBezTo>
                    <a:cubicBezTo>
                      <a:pt x="2572" y="2122"/>
                      <a:pt x="2578" y="2087"/>
                      <a:pt x="2584" y="2050"/>
                    </a:cubicBezTo>
                    <a:cubicBezTo>
                      <a:pt x="2661" y="1619"/>
                      <a:pt x="2661" y="1619"/>
                      <a:pt x="2807" y="1513"/>
                    </a:cubicBezTo>
                    <a:cubicBezTo>
                      <a:pt x="2843" y="1495"/>
                      <a:pt x="2880" y="1477"/>
                      <a:pt x="2917" y="1458"/>
                    </a:cubicBezTo>
                    <a:cubicBezTo>
                      <a:pt x="2917" y="1555"/>
                      <a:pt x="2917" y="1651"/>
                      <a:pt x="2917" y="1750"/>
                    </a:cubicBezTo>
                    <a:cubicBezTo>
                      <a:pt x="2878" y="1750"/>
                      <a:pt x="2840" y="1750"/>
                      <a:pt x="2800" y="1750"/>
                    </a:cubicBezTo>
                    <a:cubicBezTo>
                      <a:pt x="2761" y="1942"/>
                      <a:pt x="2723" y="2135"/>
                      <a:pt x="2683" y="2333"/>
                    </a:cubicBezTo>
                    <a:cubicBezTo>
                      <a:pt x="2645" y="2333"/>
                      <a:pt x="2606" y="2333"/>
                      <a:pt x="2567" y="2333"/>
                    </a:cubicBezTo>
                    <a:cubicBezTo>
                      <a:pt x="2567" y="2449"/>
                      <a:pt x="2567" y="2564"/>
                      <a:pt x="2567" y="2683"/>
                    </a:cubicBezTo>
                    <a:cubicBezTo>
                      <a:pt x="2528" y="2683"/>
                      <a:pt x="2490" y="2683"/>
                      <a:pt x="2450" y="2683"/>
                    </a:cubicBezTo>
                    <a:cubicBezTo>
                      <a:pt x="2450" y="2799"/>
                      <a:pt x="2450" y="2914"/>
                      <a:pt x="2450" y="3033"/>
                    </a:cubicBezTo>
                    <a:cubicBezTo>
                      <a:pt x="2411" y="3033"/>
                      <a:pt x="2373" y="3033"/>
                      <a:pt x="2333" y="3033"/>
                    </a:cubicBezTo>
                    <a:cubicBezTo>
                      <a:pt x="2333" y="3110"/>
                      <a:pt x="2333" y="3187"/>
                      <a:pt x="2333" y="3267"/>
                    </a:cubicBezTo>
                    <a:cubicBezTo>
                      <a:pt x="2295" y="3267"/>
                      <a:pt x="2256" y="3267"/>
                      <a:pt x="2217" y="3267"/>
                    </a:cubicBezTo>
                    <a:cubicBezTo>
                      <a:pt x="2217" y="3382"/>
                      <a:pt x="2217" y="3498"/>
                      <a:pt x="2217" y="3617"/>
                    </a:cubicBezTo>
                    <a:cubicBezTo>
                      <a:pt x="2057" y="3562"/>
                      <a:pt x="2057" y="3562"/>
                      <a:pt x="1983" y="3500"/>
                    </a:cubicBezTo>
                    <a:cubicBezTo>
                      <a:pt x="1953" y="3400"/>
                      <a:pt x="1961" y="3305"/>
                      <a:pt x="1969" y="3201"/>
                    </a:cubicBezTo>
                    <a:cubicBezTo>
                      <a:pt x="1970" y="3174"/>
                      <a:pt x="1971" y="3146"/>
                      <a:pt x="1972" y="3118"/>
                    </a:cubicBezTo>
                    <a:cubicBezTo>
                      <a:pt x="1975" y="3051"/>
                      <a:pt x="1978" y="2984"/>
                      <a:pt x="1983" y="2917"/>
                    </a:cubicBezTo>
                    <a:cubicBezTo>
                      <a:pt x="1945" y="2917"/>
                      <a:pt x="1906" y="2917"/>
                      <a:pt x="1867" y="2917"/>
                    </a:cubicBezTo>
                    <a:cubicBezTo>
                      <a:pt x="1867" y="2763"/>
                      <a:pt x="1867" y="2609"/>
                      <a:pt x="1867" y="2450"/>
                    </a:cubicBezTo>
                    <a:cubicBezTo>
                      <a:pt x="1751" y="2450"/>
                      <a:pt x="1636" y="2450"/>
                      <a:pt x="1517" y="2450"/>
                    </a:cubicBezTo>
                    <a:cubicBezTo>
                      <a:pt x="1517" y="2489"/>
                      <a:pt x="1517" y="2527"/>
                      <a:pt x="1517" y="2567"/>
                    </a:cubicBezTo>
                    <a:cubicBezTo>
                      <a:pt x="1440" y="2567"/>
                      <a:pt x="1363" y="2567"/>
                      <a:pt x="1283" y="2567"/>
                    </a:cubicBezTo>
                    <a:cubicBezTo>
                      <a:pt x="1283" y="2605"/>
                      <a:pt x="1283" y="2644"/>
                      <a:pt x="1283" y="2683"/>
                    </a:cubicBezTo>
                    <a:cubicBezTo>
                      <a:pt x="1245" y="2683"/>
                      <a:pt x="1206" y="2683"/>
                      <a:pt x="1167" y="2683"/>
                    </a:cubicBezTo>
                    <a:cubicBezTo>
                      <a:pt x="1167" y="2799"/>
                      <a:pt x="1167" y="2914"/>
                      <a:pt x="1167" y="3033"/>
                    </a:cubicBezTo>
                    <a:cubicBezTo>
                      <a:pt x="1205" y="3033"/>
                      <a:pt x="1244" y="3033"/>
                      <a:pt x="1283" y="3033"/>
                    </a:cubicBezTo>
                    <a:cubicBezTo>
                      <a:pt x="1283" y="3187"/>
                      <a:pt x="1283" y="3341"/>
                      <a:pt x="1283" y="3500"/>
                    </a:cubicBezTo>
                    <a:cubicBezTo>
                      <a:pt x="1322" y="3500"/>
                      <a:pt x="1360" y="3500"/>
                      <a:pt x="1400" y="3500"/>
                    </a:cubicBezTo>
                    <a:cubicBezTo>
                      <a:pt x="1400" y="3577"/>
                      <a:pt x="1400" y="3654"/>
                      <a:pt x="1400" y="3733"/>
                    </a:cubicBezTo>
                    <a:cubicBezTo>
                      <a:pt x="1361" y="3733"/>
                      <a:pt x="1323" y="3733"/>
                      <a:pt x="1283" y="3733"/>
                    </a:cubicBezTo>
                    <a:cubicBezTo>
                      <a:pt x="1283" y="3695"/>
                      <a:pt x="1283" y="3656"/>
                      <a:pt x="1283" y="3617"/>
                    </a:cubicBezTo>
                    <a:cubicBezTo>
                      <a:pt x="1245" y="3617"/>
                      <a:pt x="1206" y="3617"/>
                      <a:pt x="1167" y="3617"/>
                    </a:cubicBezTo>
                    <a:cubicBezTo>
                      <a:pt x="1167" y="3463"/>
                      <a:pt x="1167" y="3309"/>
                      <a:pt x="1167" y="3150"/>
                    </a:cubicBezTo>
                    <a:cubicBezTo>
                      <a:pt x="1128" y="3150"/>
                      <a:pt x="1090" y="3150"/>
                      <a:pt x="1050" y="3150"/>
                    </a:cubicBezTo>
                    <a:cubicBezTo>
                      <a:pt x="1050" y="3034"/>
                      <a:pt x="1050" y="2919"/>
                      <a:pt x="1050" y="2800"/>
                    </a:cubicBezTo>
                    <a:cubicBezTo>
                      <a:pt x="973" y="2800"/>
                      <a:pt x="896" y="2800"/>
                      <a:pt x="817" y="2800"/>
                    </a:cubicBezTo>
                    <a:cubicBezTo>
                      <a:pt x="817" y="2838"/>
                      <a:pt x="817" y="2877"/>
                      <a:pt x="817" y="2917"/>
                    </a:cubicBezTo>
                    <a:cubicBezTo>
                      <a:pt x="778" y="2917"/>
                      <a:pt x="740" y="2917"/>
                      <a:pt x="700" y="2917"/>
                    </a:cubicBezTo>
                    <a:cubicBezTo>
                      <a:pt x="700" y="2955"/>
                      <a:pt x="700" y="2994"/>
                      <a:pt x="700" y="3033"/>
                    </a:cubicBezTo>
                    <a:cubicBezTo>
                      <a:pt x="661" y="3033"/>
                      <a:pt x="623" y="3033"/>
                      <a:pt x="583" y="3033"/>
                    </a:cubicBezTo>
                    <a:cubicBezTo>
                      <a:pt x="583" y="2995"/>
                      <a:pt x="583" y="2956"/>
                      <a:pt x="583" y="2917"/>
                    </a:cubicBezTo>
                    <a:cubicBezTo>
                      <a:pt x="487" y="2917"/>
                      <a:pt x="391" y="2917"/>
                      <a:pt x="292" y="2917"/>
                    </a:cubicBezTo>
                    <a:cubicBezTo>
                      <a:pt x="292" y="2939"/>
                      <a:pt x="293" y="2962"/>
                      <a:pt x="294" y="2985"/>
                    </a:cubicBezTo>
                    <a:cubicBezTo>
                      <a:pt x="297" y="3144"/>
                      <a:pt x="296" y="3288"/>
                      <a:pt x="250" y="3441"/>
                    </a:cubicBezTo>
                    <a:cubicBezTo>
                      <a:pt x="217" y="3556"/>
                      <a:pt x="198" y="3674"/>
                      <a:pt x="175" y="3792"/>
                    </a:cubicBezTo>
                    <a:cubicBezTo>
                      <a:pt x="156" y="3792"/>
                      <a:pt x="136" y="3792"/>
                      <a:pt x="117" y="3792"/>
                    </a:cubicBezTo>
                    <a:cubicBezTo>
                      <a:pt x="115" y="3705"/>
                      <a:pt x="114" y="3619"/>
                      <a:pt x="113" y="3533"/>
                    </a:cubicBezTo>
                    <a:cubicBezTo>
                      <a:pt x="113" y="3521"/>
                      <a:pt x="113" y="3521"/>
                      <a:pt x="112" y="3458"/>
                    </a:cubicBezTo>
                    <a:cubicBezTo>
                      <a:pt x="111" y="3435"/>
                      <a:pt x="111" y="3411"/>
                      <a:pt x="111" y="3387"/>
                    </a:cubicBezTo>
                    <a:cubicBezTo>
                      <a:pt x="111" y="3376"/>
                      <a:pt x="111" y="3376"/>
                      <a:pt x="110" y="3322"/>
                    </a:cubicBezTo>
                    <a:cubicBezTo>
                      <a:pt x="117" y="3267"/>
                      <a:pt x="117" y="3267"/>
                      <a:pt x="175" y="3208"/>
                    </a:cubicBezTo>
                    <a:cubicBezTo>
                      <a:pt x="187" y="3153"/>
                      <a:pt x="187" y="3153"/>
                      <a:pt x="193" y="3088"/>
                    </a:cubicBezTo>
                    <a:cubicBezTo>
                      <a:pt x="195" y="3076"/>
                      <a:pt x="195" y="3076"/>
                      <a:pt x="201" y="3017"/>
                    </a:cubicBezTo>
                    <a:cubicBezTo>
                      <a:pt x="203" y="2992"/>
                      <a:pt x="205" y="2967"/>
                      <a:pt x="208" y="2942"/>
                    </a:cubicBezTo>
                    <a:cubicBezTo>
                      <a:pt x="210" y="2917"/>
                      <a:pt x="213" y="2893"/>
                      <a:pt x="215" y="2867"/>
                    </a:cubicBezTo>
                    <a:cubicBezTo>
                      <a:pt x="222" y="2806"/>
                      <a:pt x="228" y="2745"/>
                      <a:pt x="233" y="2683"/>
                    </a:cubicBezTo>
                    <a:cubicBezTo>
                      <a:pt x="272" y="2683"/>
                      <a:pt x="310" y="2683"/>
                      <a:pt x="350" y="2683"/>
                    </a:cubicBezTo>
                    <a:cubicBezTo>
                      <a:pt x="350" y="2529"/>
                      <a:pt x="350" y="2375"/>
                      <a:pt x="350" y="2217"/>
                    </a:cubicBezTo>
                    <a:cubicBezTo>
                      <a:pt x="388" y="2217"/>
                      <a:pt x="427" y="2217"/>
                      <a:pt x="467" y="2217"/>
                    </a:cubicBezTo>
                    <a:cubicBezTo>
                      <a:pt x="466" y="2203"/>
                      <a:pt x="466" y="2189"/>
                      <a:pt x="466" y="2175"/>
                    </a:cubicBezTo>
                    <a:cubicBezTo>
                      <a:pt x="465" y="2112"/>
                      <a:pt x="464" y="2050"/>
                      <a:pt x="463" y="1987"/>
                    </a:cubicBezTo>
                    <a:cubicBezTo>
                      <a:pt x="463" y="1965"/>
                      <a:pt x="462" y="1943"/>
                      <a:pt x="462" y="1921"/>
                    </a:cubicBezTo>
                    <a:cubicBezTo>
                      <a:pt x="461" y="1900"/>
                      <a:pt x="461" y="1879"/>
                      <a:pt x="461" y="1858"/>
                    </a:cubicBezTo>
                    <a:cubicBezTo>
                      <a:pt x="461" y="1839"/>
                      <a:pt x="460" y="1819"/>
                      <a:pt x="460" y="1799"/>
                    </a:cubicBezTo>
                    <a:cubicBezTo>
                      <a:pt x="467" y="1750"/>
                      <a:pt x="467" y="1750"/>
                      <a:pt x="525" y="1692"/>
                    </a:cubicBezTo>
                    <a:cubicBezTo>
                      <a:pt x="537" y="1648"/>
                      <a:pt x="537" y="1648"/>
                      <a:pt x="543" y="1597"/>
                    </a:cubicBezTo>
                    <a:cubicBezTo>
                      <a:pt x="545" y="1588"/>
                      <a:pt x="545" y="1588"/>
                      <a:pt x="551" y="1541"/>
                    </a:cubicBezTo>
                    <a:cubicBezTo>
                      <a:pt x="552" y="1532"/>
                      <a:pt x="552" y="1532"/>
                      <a:pt x="558" y="1484"/>
                    </a:cubicBezTo>
                    <a:cubicBezTo>
                      <a:pt x="560" y="1465"/>
                      <a:pt x="563" y="1445"/>
                      <a:pt x="565" y="1426"/>
                    </a:cubicBezTo>
                    <a:cubicBezTo>
                      <a:pt x="572" y="1378"/>
                      <a:pt x="578" y="1331"/>
                      <a:pt x="583" y="1283"/>
                    </a:cubicBezTo>
                    <a:cubicBezTo>
                      <a:pt x="622" y="1283"/>
                      <a:pt x="660" y="1283"/>
                      <a:pt x="700" y="1283"/>
                    </a:cubicBezTo>
                    <a:cubicBezTo>
                      <a:pt x="700" y="1206"/>
                      <a:pt x="700" y="1129"/>
                      <a:pt x="700" y="1050"/>
                    </a:cubicBezTo>
                    <a:cubicBezTo>
                      <a:pt x="738" y="1050"/>
                      <a:pt x="777" y="1050"/>
                      <a:pt x="817" y="1050"/>
                    </a:cubicBezTo>
                    <a:cubicBezTo>
                      <a:pt x="797" y="800"/>
                      <a:pt x="778" y="549"/>
                      <a:pt x="758" y="292"/>
                    </a:cubicBezTo>
                    <a:cubicBezTo>
                      <a:pt x="365" y="292"/>
                      <a:pt x="365" y="292"/>
                      <a:pt x="233" y="350"/>
                    </a:cubicBezTo>
                    <a:cubicBezTo>
                      <a:pt x="233" y="388"/>
                      <a:pt x="233" y="427"/>
                      <a:pt x="233" y="467"/>
                    </a:cubicBezTo>
                    <a:cubicBezTo>
                      <a:pt x="195" y="467"/>
                      <a:pt x="156" y="467"/>
                      <a:pt x="117" y="467"/>
                    </a:cubicBezTo>
                    <a:cubicBezTo>
                      <a:pt x="97" y="524"/>
                      <a:pt x="78" y="582"/>
                      <a:pt x="58" y="642"/>
                    </a:cubicBezTo>
                    <a:cubicBezTo>
                      <a:pt x="39" y="642"/>
                      <a:pt x="20" y="642"/>
                      <a:pt x="0" y="642"/>
                    </a:cubicBezTo>
                    <a:cubicBezTo>
                      <a:pt x="0" y="545"/>
                      <a:pt x="0" y="449"/>
                      <a:pt x="0" y="350"/>
                    </a:cubicBezTo>
                    <a:cubicBezTo>
                      <a:pt x="38" y="350"/>
                      <a:pt x="77" y="350"/>
                      <a:pt x="117" y="350"/>
                    </a:cubicBezTo>
                    <a:cubicBezTo>
                      <a:pt x="117" y="311"/>
                      <a:pt x="117" y="273"/>
                      <a:pt x="117" y="233"/>
                    </a:cubicBezTo>
                    <a:cubicBezTo>
                      <a:pt x="232" y="214"/>
                      <a:pt x="348" y="195"/>
                      <a:pt x="467" y="175"/>
                    </a:cubicBezTo>
                    <a:cubicBezTo>
                      <a:pt x="467" y="117"/>
                      <a:pt x="467" y="59"/>
                      <a:pt x="46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494" name="ICON_SKILL_UNDERSTAND_path_009"/>
              <p:cNvSpPr/>
              <p:nvPr/>
            </p:nvSpPr>
            <p:spPr>
              <a:xfrm>
                <a:off x="4910032" y="1041496"/>
                <a:ext cx="31115" cy="37682"/>
              </a:xfrm>
              <a:custGeom>
                <a:avLst/>
                <a:gdLst/>
                <a:ahLst/>
                <a:cxnLst/>
                <a:rect l="0" t="0" r="r" b="b"/>
                <a:pathLst>
                  <a:path w="2450" h="2967" fill="norm" stroke="0">
                    <a:moveTo>
                      <a:pt x="1473" y="5"/>
                    </a:moveTo>
                    <a:cubicBezTo>
                      <a:pt x="1481" y="6"/>
                      <a:pt x="1481" y="6"/>
                      <a:pt x="1519" y="6"/>
                    </a:cubicBezTo>
                    <a:cubicBezTo>
                      <a:pt x="1681" y="10"/>
                      <a:pt x="1823" y="25"/>
                      <a:pt x="1956" y="124"/>
                    </a:cubicBezTo>
                    <a:cubicBezTo>
                      <a:pt x="1983" y="155"/>
                      <a:pt x="1983" y="155"/>
                      <a:pt x="1994" y="221"/>
                    </a:cubicBezTo>
                    <a:cubicBezTo>
                      <a:pt x="1992" y="229"/>
                      <a:pt x="1992" y="229"/>
                      <a:pt x="1983" y="272"/>
                    </a:cubicBezTo>
                    <a:cubicBezTo>
                      <a:pt x="2022" y="272"/>
                      <a:pt x="2060" y="272"/>
                      <a:pt x="2100" y="272"/>
                    </a:cubicBezTo>
                    <a:cubicBezTo>
                      <a:pt x="2100" y="349"/>
                      <a:pt x="2100" y="426"/>
                      <a:pt x="2100" y="505"/>
                    </a:cubicBezTo>
                    <a:cubicBezTo>
                      <a:pt x="2139" y="505"/>
                      <a:pt x="2177" y="505"/>
                      <a:pt x="2217" y="505"/>
                    </a:cubicBezTo>
                    <a:cubicBezTo>
                      <a:pt x="2277" y="551"/>
                      <a:pt x="2307" y="609"/>
                      <a:pt x="2333" y="680"/>
                    </a:cubicBezTo>
                    <a:cubicBezTo>
                      <a:pt x="2343" y="778"/>
                      <a:pt x="2340" y="873"/>
                      <a:pt x="2333" y="972"/>
                    </a:cubicBezTo>
                    <a:cubicBezTo>
                      <a:pt x="2372" y="972"/>
                      <a:pt x="2410" y="972"/>
                      <a:pt x="2450" y="972"/>
                    </a:cubicBezTo>
                    <a:cubicBezTo>
                      <a:pt x="2450" y="1049"/>
                      <a:pt x="2450" y="1126"/>
                      <a:pt x="2450" y="1205"/>
                    </a:cubicBezTo>
                    <a:cubicBezTo>
                      <a:pt x="2411" y="1205"/>
                      <a:pt x="2373" y="1205"/>
                      <a:pt x="2333" y="1205"/>
                    </a:cubicBezTo>
                    <a:cubicBezTo>
                      <a:pt x="2333" y="1243"/>
                      <a:pt x="2333" y="1282"/>
                      <a:pt x="2333" y="1322"/>
                    </a:cubicBezTo>
                    <a:cubicBezTo>
                      <a:pt x="2256" y="1322"/>
                      <a:pt x="2179" y="1322"/>
                      <a:pt x="2100" y="1322"/>
                    </a:cubicBezTo>
                    <a:cubicBezTo>
                      <a:pt x="2100" y="1360"/>
                      <a:pt x="2100" y="1399"/>
                      <a:pt x="2100" y="1438"/>
                    </a:cubicBezTo>
                    <a:cubicBezTo>
                      <a:pt x="2023" y="1438"/>
                      <a:pt x="1946" y="1438"/>
                      <a:pt x="1867" y="1438"/>
                    </a:cubicBezTo>
                    <a:cubicBezTo>
                      <a:pt x="1867" y="1400"/>
                      <a:pt x="1867" y="1361"/>
                      <a:pt x="1867" y="1322"/>
                    </a:cubicBezTo>
                    <a:cubicBezTo>
                      <a:pt x="1828" y="1322"/>
                      <a:pt x="1790" y="1322"/>
                      <a:pt x="1750" y="1322"/>
                    </a:cubicBezTo>
                    <a:cubicBezTo>
                      <a:pt x="1750" y="1283"/>
                      <a:pt x="1750" y="1245"/>
                      <a:pt x="1750" y="1205"/>
                    </a:cubicBezTo>
                    <a:cubicBezTo>
                      <a:pt x="1712" y="1205"/>
                      <a:pt x="1673" y="1205"/>
                      <a:pt x="1633" y="1205"/>
                    </a:cubicBezTo>
                    <a:cubicBezTo>
                      <a:pt x="1628" y="1185"/>
                      <a:pt x="1622" y="1164"/>
                      <a:pt x="1616" y="1143"/>
                    </a:cubicBezTo>
                    <a:cubicBezTo>
                      <a:pt x="1546" y="929"/>
                      <a:pt x="1546" y="929"/>
                      <a:pt x="1457" y="881"/>
                    </a:cubicBezTo>
                    <a:cubicBezTo>
                      <a:pt x="1398" y="867"/>
                      <a:pt x="1343" y="858"/>
                      <a:pt x="1283" y="855"/>
                    </a:cubicBezTo>
                    <a:cubicBezTo>
                      <a:pt x="1285" y="871"/>
                      <a:pt x="1287" y="888"/>
                      <a:pt x="1289" y="904"/>
                    </a:cubicBezTo>
                    <a:cubicBezTo>
                      <a:pt x="1303" y="1099"/>
                      <a:pt x="1257" y="1225"/>
                      <a:pt x="1175" y="1399"/>
                    </a:cubicBezTo>
                    <a:cubicBezTo>
                      <a:pt x="1099" y="1564"/>
                      <a:pt x="1069" y="1725"/>
                      <a:pt x="1050" y="1905"/>
                    </a:cubicBezTo>
                    <a:cubicBezTo>
                      <a:pt x="1012" y="1905"/>
                      <a:pt x="973" y="1905"/>
                      <a:pt x="933" y="1905"/>
                    </a:cubicBezTo>
                    <a:cubicBezTo>
                      <a:pt x="933" y="2020"/>
                      <a:pt x="933" y="2136"/>
                      <a:pt x="933" y="2255"/>
                    </a:cubicBezTo>
                    <a:cubicBezTo>
                      <a:pt x="895" y="2255"/>
                      <a:pt x="856" y="2255"/>
                      <a:pt x="817" y="2255"/>
                    </a:cubicBezTo>
                    <a:cubicBezTo>
                      <a:pt x="817" y="2370"/>
                      <a:pt x="817" y="2486"/>
                      <a:pt x="817" y="2605"/>
                    </a:cubicBezTo>
                    <a:cubicBezTo>
                      <a:pt x="778" y="2605"/>
                      <a:pt x="740" y="2605"/>
                      <a:pt x="700" y="2605"/>
                    </a:cubicBezTo>
                    <a:cubicBezTo>
                      <a:pt x="702" y="2620"/>
                      <a:pt x="704" y="2636"/>
                      <a:pt x="706" y="2652"/>
                    </a:cubicBezTo>
                    <a:cubicBezTo>
                      <a:pt x="719" y="2815"/>
                      <a:pt x="719" y="2815"/>
                      <a:pt x="667" y="2880"/>
                    </a:cubicBezTo>
                    <a:cubicBezTo>
                      <a:pt x="562" y="2955"/>
                      <a:pt x="477" y="2967"/>
                      <a:pt x="350" y="2955"/>
                    </a:cubicBezTo>
                    <a:cubicBezTo>
                      <a:pt x="350" y="2916"/>
                      <a:pt x="350" y="2878"/>
                      <a:pt x="350" y="2838"/>
                    </a:cubicBezTo>
                    <a:cubicBezTo>
                      <a:pt x="312" y="2838"/>
                      <a:pt x="273" y="2838"/>
                      <a:pt x="233" y="2838"/>
                    </a:cubicBezTo>
                    <a:cubicBezTo>
                      <a:pt x="233" y="2800"/>
                      <a:pt x="233" y="2761"/>
                      <a:pt x="233" y="2722"/>
                    </a:cubicBezTo>
                    <a:cubicBezTo>
                      <a:pt x="195" y="2722"/>
                      <a:pt x="156" y="2722"/>
                      <a:pt x="117" y="2722"/>
                    </a:cubicBezTo>
                    <a:cubicBezTo>
                      <a:pt x="117" y="2683"/>
                      <a:pt x="117" y="2645"/>
                      <a:pt x="117" y="2605"/>
                    </a:cubicBezTo>
                    <a:cubicBezTo>
                      <a:pt x="78" y="2605"/>
                      <a:pt x="40" y="2605"/>
                      <a:pt x="0" y="2605"/>
                    </a:cubicBezTo>
                    <a:cubicBezTo>
                      <a:pt x="0" y="2489"/>
                      <a:pt x="0" y="2374"/>
                      <a:pt x="0" y="2255"/>
                    </a:cubicBezTo>
                    <a:cubicBezTo>
                      <a:pt x="38" y="2255"/>
                      <a:pt x="77" y="2255"/>
                      <a:pt x="117" y="2255"/>
                    </a:cubicBezTo>
                    <a:cubicBezTo>
                      <a:pt x="117" y="2178"/>
                      <a:pt x="117" y="2101"/>
                      <a:pt x="117" y="2022"/>
                    </a:cubicBezTo>
                    <a:cubicBezTo>
                      <a:pt x="155" y="2022"/>
                      <a:pt x="194" y="2022"/>
                      <a:pt x="233" y="2022"/>
                    </a:cubicBezTo>
                    <a:cubicBezTo>
                      <a:pt x="233" y="1906"/>
                      <a:pt x="233" y="1791"/>
                      <a:pt x="233" y="1672"/>
                    </a:cubicBezTo>
                    <a:cubicBezTo>
                      <a:pt x="272" y="1672"/>
                      <a:pt x="310" y="1672"/>
                      <a:pt x="350" y="1672"/>
                    </a:cubicBezTo>
                    <a:cubicBezTo>
                      <a:pt x="350" y="1556"/>
                      <a:pt x="350" y="1441"/>
                      <a:pt x="350" y="1322"/>
                    </a:cubicBezTo>
                    <a:cubicBezTo>
                      <a:pt x="389" y="1322"/>
                      <a:pt x="427" y="1322"/>
                      <a:pt x="467" y="1322"/>
                    </a:cubicBezTo>
                    <a:cubicBezTo>
                      <a:pt x="465" y="1294"/>
                      <a:pt x="464" y="1267"/>
                      <a:pt x="463" y="1238"/>
                    </a:cubicBezTo>
                    <a:cubicBezTo>
                      <a:pt x="450" y="889"/>
                      <a:pt x="450" y="889"/>
                      <a:pt x="546" y="762"/>
                    </a:cubicBezTo>
                    <a:cubicBezTo>
                      <a:pt x="598" y="729"/>
                      <a:pt x="640" y="734"/>
                      <a:pt x="700" y="738"/>
                    </a:cubicBezTo>
                    <a:cubicBezTo>
                      <a:pt x="695" y="722"/>
                      <a:pt x="691" y="706"/>
                      <a:pt x="686" y="689"/>
                    </a:cubicBezTo>
                    <a:cubicBezTo>
                      <a:pt x="663" y="545"/>
                      <a:pt x="687" y="456"/>
                      <a:pt x="766" y="336"/>
                    </a:cubicBezTo>
                    <a:cubicBezTo>
                      <a:pt x="968" y="80"/>
                      <a:pt x="1157" y="0"/>
                      <a:pt x="1473" y="5"/>
                    </a:cubicBezTo>
                    <a:close/>
                  </a:path>
                </a:pathLst>
              </a:custGeom>
              <a:solidFill>
                <a:srgbClr val="251047"/>
              </a:solidFill>
              <a:ln w="741" cap="flat">
                <a:noFill/>
              </a:ln>
            </p:spPr>
          </p:sp>
          <p:sp>
            <p:nvSpPr>
              <p:cNvPr id="495" name="ICON_SKILL_UNDERSTAND_path_010"/>
              <p:cNvSpPr/>
              <p:nvPr/>
            </p:nvSpPr>
            <p:spPr>
              <a:xfrm>
                <a:off x="4924108" y="1037537"/>
                <a:ext cx="34819" cy="34078"/>
              </a:xfrm>
              <a:custGeom>
                <a:avLst/>
                <a:gdLst/>
                <a:ahLst/>
                <a:cxnLst/>
                <a:rect l="0" t="0" r="r" b="b"/>
                <a:pathLst>
                  <a:path w="2742" h="2683" fill="norm" stroke="0">
                    <a:moveTo>
                      <a:pt x="2042" y="0"/>
                    </a:moveTo>
                    <a:cubicBezTo>
                      <a:pt x="2080" y="0"/>
                      <a:pt x="2119" y="0"/>
                      <a:pt x="2158" y="0"/>
                    </a:cubicBezTo>
                    <a:cubicBezTo>
                      <a:pt x="2158" y="38"/>
                      <a:pt x="2158" y="77"/>
                      <a:pt x="2158" y="117"/>
                    </a:cubicBezTo>
                    <a:cubicBezTo>
                      <a:pt x="2197" y="117"/>
                      <a:pt x="2235" y="117"/>
                      <a:pt x="2275" y="117"/>
                    </a:cubicBezTo>
                    <a:cubicBezTo>
                      <a:pt x="2275" y="78"/>
                      <a:pt x="2275" y="40"/>
                      <a:pt x="2275" y="0"/>
                    </a:cubicBezTo>
                    <a:cubicBezTo>
                      <a:pt x="2391" y="19"/>
                      <a:pt x="2506" y="38"/>
                      <a:pt x="2625" y="58"/>
                    </a:cubicBezTo>
                    <a:cubicBezTo>
                      <a:pt x="2625" y="116"/>
                      <a:pt x="2625" y="174"/>
                      <a:pt x="2625" y="233"/>
                    </a:cubicBezTo>
                    <a:cubicBezTo>
                      <a:pt x="2663" y="233"/>
                      <a:pt x="2702" y="233"/>
                      <a:pt x="2742" y="233"/>
                    </a:cubicBezTo>
                    <a:cubicBezTo>
                      <a:pt x="2742" y="849"/>
                      <a:pt x="2742" y="1465"/>
                      <a:pt x="2742" y="2100"/>
                    </a:cubicBezTo>
                    <a:cubicBezTo>
                      <a:pt x="2703" y="2100"/>
                      <a:pt x="2665" y="2100"/>
                      <a:pt x="2625" y="2100"/>
                    </a:cubicBezTo>
                    <a:cubicBezTo>
                      <a:pt x="2625" y="2293"/>
                      <a:pt x="2625" y="2485"/>
                      <a:pt x="2625" y="2683"/>
                    </a:cubicBezTo>
                    <a:cubicBezTo>
                      <a:pt x="2548" y="2683"/>
                      <a:pt x="2471" y="2683"/>
                      <a:pt x="2392" y="2683"/>
                    </a:cubicBezTo>
                    <a:cubicBezTo>
                      <a:pt x="2392" y="2568"/>
                      <a:pt x="2392" y="2452"/>
                      <a:pt x="2392" y="2333"/>
                    </a:cubicBezTo>
                    <a:cubicBezTo>
                      <a:pt x="2449" y="2333"/>
                      <a:pt x="2507" y="2333"/>
                      <a:pt x="2567" y="2333"/>
                    </a:cubicBezTo>
                    <a:cubicBezTo>
                      <a:pt x="2567" y="2256"/>
                      <a:pt x="2567" y="2179"/>
                      <a:pt x="2567" y="2100"/>
                    </a:cubicBezTo>
                    <a:cubicBezTo>
                      <a:pt x="2509" y="2100"/>
                      <a:pt x="2451" y="2100"/>
                      <a:pt x="2392" y="2100"/>
                    </a:cubicBezTo>
                    <a:cubicBezTo>
                      <a:pt x="2392" y="2138"/>
                      <a:pt x="2392" y="2177"/>
                      <a:pt x="2392" y="2217"/>
                    </a:cubicBezTo>
                    <a:cubicBezTo>
                      <a:pt x="2315" y="2217"/>
                      <a:pt x="2238" y="2217"/>
                      <a:pt x="2158" y="2217"/>
                    </a:cubicBezTo>
                    <a:cubicBezTo>
                      <a:pt x="2158" y="2178"/>
                      <a:pt x="2158" y="2140"/>
                      <a:pt x="2158" y="2100"/>
                    </a:cubicBezTo>
                    <a:cubicBezTo>
                      <a:pt x="2120" y="2100"/>
                      <a:pt x="2081" y="2100"/>
                      <a:pt x="2042" y="2100"/>
                    </a:cubicBezTo>
                    <a:cubicBezTo>
                      <a:pt x="2042" y="1984"/>
                      <a:pt x="2042" y="1869"/>
                      <a:pt x="2042" y="1750"/>
                    </a:cubicBezTo>
                    <a:cubicBezTo>
                      <a:pt x="2080" y="1750"/>
                      <a:pt x="2119" y="1750"/>
                      <a:pt x="2158" y="1750"/>
                    </a:cubicBezTo>
                    <a:cubicBezTo>
                      <a:pt x="2158" y="1712"/>
                      <a:pt x="2158" y="1673"/>
                      <a:pt x="2158" y="1633"/>
                    </a:cubicBezTo>
                    <a:cubicBezTo>
                      <a:pt x="2197" y="1633"/>
                      <a:pt x="2235" y="1633"/>
                      <a:pt x="2275" y="1633"/>
                    </a:cubicBezTo>
                    <a:cubicBezTo>
                      <a:pt x="2275" y="1402"/>
                      <a:pt x="2275" y="1171"/>
                      <a:pt x="2275" y="933"/>
                    </a:cubicBezTo>
                    <a:cubicBezTo>
                      <a:pt x="2237" y="933"/>
                      <a:pt x="2198" y="933"/>
                      <a:pt x="2158" y="933"/>
                    </a:cubicBezTo>
                    <a:cubicBezTo>
                      <a:pt x="2158" y="856"/>
                      <a:pt x="2158" y="779"/>
                      <a:pt x="2158" y="700"/>
                    </a:cubicBezTo>
                    <a:cubicBezTo>
                      <a:pt x="2120" y="700"/>
                      <a:pt x="2081" y="700"/>
                      <a:pt x="2042" y="700"/>
                    </a:cubicBezTo>
                    <a:cubicBezTo>
                      <a:pt x="2042" y="662"/>
                      <a:pt x="2042" y="623"/>
                      <a:pt x="2042" y="583"/>
                    </a:cubicBezTo>
                    <a:cubicBezTo>
                      <a:pt x="2003" y="583"/>
                      <a:pt x="1965" y="583"/>
                      <a:pt x="1925" y="583"/>
                    </a:cubicBezTo>
                    <a:cubicBezTo>
                      <a:pt x="1925" y="622"/>
                      <a:pt x="1925" y="660"/>
                      <a:pt x="1925" y="700"/>
                    </a:cubicBezTo>
                    <a:cubicBezTo>
                      <a:pt x="1887" y="700"/>
                      <a:pt x="1848" y="700"/>
                      <a:pt x="1808" y="700"/>
                    </a:cubicBezTo>
                    <a:cubicBezTo>
                      <a:pt x="1808" y="816"/>
                      <a:pt x="1808" y="931"/>
                      <a:pt x="1808" y="1050"/>
                    </a:cubicBezTo>
                    <a:cubicBezTo>
                      <a:pt x="1731" y="1050"/>
                      <a:pt x="1654" y="1050"/>
                      <a:pt x="1575" y="1050"/>
                    </a:cubicBezTo>
                    <a:cubicBezTo>
                      <a:pt x="1575" y="973"/>
                      <a:pt x="1575" y="896"/>
                      <a:pt x="1575" y="817"/>
                    </a:cubicBezTo>
                    <a:cubicBezTo>
                      <a:pt x="1537" y="817"/>
                      <a:pt x="1498" y="817"/>
                      <a:pt x="1458" y="817"/>
                    </a:cubicBezTo>
                    <a:cubicBezTo>
                      <a:pt x="1458" y="778"/>
                      <a:pt x="1458" y="740"/>
                      <a:pt x="1458" y="700"/>
                    </a:cubicBezTo>
                    <a:cubicBezTo>
                      <a:pt x="1420" y="700"/>
                      <a:pt x="1381" y="700"/>
                      <a:pt x="1342" y="700"/>
                    </a:cubicBezTo>
                    <a:cubicBezTo>
                      <a:pt x="1342" y="739"/>
                      <a:pt x="1342" y="777"/>
                      <a:pt x="1342" y="817"/>
                    </a:cubicBezTo>
                    <a:cubicBezTo>
                      <a:pt x="1303" y="817"/>
                      <a:pt x="1265" y="817"/>
                      <a:pt x="1225" y="817"/>
                    </a:cubicBezTo>
                    <a:cubicBezTo>
                      <a:pt x="1206" y="874"/>
                      <a:pt x="1187" y="932"/>
                      <a:pt x="1167" y="992"/>
                    </a:cubicBezTo>
                    <a:cubicBezTo>
                      <a:pt x="1147" y="934"/>
                      <a:pt x="1128" y="876"/>
                      <a:pt x="1108" y="817"/>
                    </a:cubicBezTo>
                    <a:cubicBezTo>
                      <a:pt x="1070" y="817"/>
                      <a:pt x="1031" y="817"/>
                      <a:pt x="992" y="817"/>
                    </a:cubicBezTo>
                    <a:cubicBezTo>
                      <a:pt x="992" y="740"/>
                      <a:pt x="992" y="663"/>
                      <a:pt x="992" y="583"/>
                    </a:cubicBezTo>
                    <a:cubicBezTo>
                      <a:pt x="953" y="583"/>
                      <a:pt x="915" y="583"/>
                      <a:pt x="875" y="583"/>
                    </a:cubicBezTo>
                    <a:cubicBezTo>
                      <a:pt x="875" y="545"/>
                      <a:pt x="875" y="506"/>
                      <a:pt x="875" y="467"/>
                    </a:cubicBezTo>
                    <a:cubicBezTo>
                      <a:pt x="703" y="395"/>
                      <a:pt x="523" y="389"/>
                      <a:pt x="339" y="376"/>
                    </a:cubicBezTo>
                    <a:cubicBezTo>
                      <a:pt x="306" y="373"/>
                      <a:pt x="273" y="370"/>
                      <a:pt x="240" y="368"/>
                    </a:cubicBezTo>
                    <a:cubicBezTo>
                      <a:pt x="160" y="362"/>
                      <a:pt x="80" y="356"/>
                      <a:pt x="0" y="350"/>
                    </a:cubicBezTo>
                    <a:cubicBezTo>
                      <a:pt x="96" y="236"/>
                      <a:pt x="96" y="236"/>
                      <a:pt x="187" y="225"/>
                    </a:cubicBezTo>
                    <a:cubicBezTo>
                      <a:pt x="200" y="226"/>
                      <a:pt x="200" y="226"/>
                      <a:pt x="264" y="233"/>
                    </a:cubicBezTo>
                    <a:cubicBezTo>
                      <a:pt x="292" y="235"/>
                      <a:pt x="320" y="238"/>
                      <a:pt x="349" y="241"/>
                    </a:cubicBezTo>
                    <a:cubicBezTo>
                      <a:pt x="357" y="242"/>
                      <a:pt x="357" y="242"/>
                      <a:pt x="393" y="246"/>
                    </a:cubicBezTo>
                    <a:cubicBezTo>
                      <a:pt x="437" y="252"/>
                      <a:pt x="481" y="256"/>
                      <a:pt x="526" y="260"/>
                    </a:cubicBezTo>
                    <a:cubicBezTo>
                      <a:pt x="744" y="283"/>
                      <a:pt x="744" y="283"/>
                      <a:pt x="811" y="322"/>
                    </a:cubicBezTo>
                    <a:cubicBezTo>
                      <a:pt x="911" y="366"/>
                      <a:pt x="1008" y="357"/>
                      <a:pt x="1116" y="356"/>
                    </a:cubicBezTo>
                    <a:cubicBezTo>
                      <a:pt x="1128" y="356"/>
                      <a:pt x="1128" y="356"/>
                      <a:pt x="1186" y="355"/>
                    </a:cubicBezTo>
                    <a:cubicBezTo>
                      <a:pt x="1260" y="355"/>
                      <a:pt x="1334" y="354"/>
                      <a:pt x="1407" y="354"/>
                    </a:cubicBezTo>
                    <a:cubicBezTo>
                      <a:pt x="1457" y="353"/>
                      <a:pt x="1507" y="353"/>
                      <a:pt x="1557" y="353"/>
                    </a:cubicBezTo>
                    <a:cubicBezTo>
                      <a:pt x="1680" y="352"/>
                      <a:pt x="1803" y="351"/>
                      <a:pt x="1925" y="350"/>
                    </a:cubicBezTo>
                    <a:cubicBezTo>
                      <a:pt x="1925" y="311"/>
                      <a:pt x="1925" y="273"/>
                      <a:pt x="1925" y="233"/>
                    </a:cubicBezTo>
                    <a:cubicBezTo>
                      <a:pt x="1887" y="233"/>
                      <a:pt x="1848" y="233"/>
                      <a:pt x="1808" y="233"/>
                    </a:cubicBezTo>
                    <a:cubicBezTo>
                      <a:pt x="1808" y="195"/>
                      <a:pt x="1808" y="156"/>
                      <a:pt x="1808" y="117"/>
                    </a:cubicBezTo>
                    <a:cubicBezTo>
                      <a:pt x="1885" y="117"/>
                      <a:pt x="1962" y="117"/>
                      <a:pt x="2042" y="117"/>
                    </a:cubicBezTo>
                    <a:cubicBezTo>
                      <a:pt x="2042" y="78"/>
                      <a:pt x="2042" y="40"/>
                      <a:pt x="204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496" name="ICON_SKILL_UNDERSTAND_path_011"/>
              <p:cNvSpPr/>
              <p:nvPr/>
            </p:nvSpPr>
            <p:spPr>
              <a:xfrm>
                <a:off x="4987078" y="1015312"/>
                <a:ext cx="13335" cy="78528"/>
              </a:xfrm>
              <a:custGeom>
                <a:avLst/>
                <a:gdLst/>
                <a:ahLst/>
                <a:cxnLst/>
                <a:rect l="0" t="0" r="r" b="b"/>
                <a:pathLst>
                  <a:path w="1050" h="6183" fill="norm" stroke="0">
                    <a:moveTo>
                      <a:pt x="467" y="0"/>
                    </a:moveTo>
                    <a:cubicBezTo>
                      <a:pt x="544" y="0"/>
                      <a:pt x="621" y="0"/>
                      <a:pt x="700" y="0"/>
                    </a:cubicBezTo>
                    <a:cubicBezTo>
                      <a:pt x="700" y="115"/>
                      <a:pt x="700" y="231"/>
                      <a:pt x="700" y="350"/>
                    </a:cubicBezTo>
                    <a:cubicBezTo>
                      <a:pt x="623" y="350"/>
                      <a:pt x="546" y="350"/>
                      <a:pt x="467" y="350"/>
                    </a:cubicBezTo>
                    <a:cubicBezTo>
                      <a:pt x="467" y="581"/>
                      <a:pt x="467" y="812"/>
                      <a:pt x="467" y="1050"/>
                    </a:cubicBezTo>
                    <a:cubicBezTo>
                      <a:pt x="505" y="1050"/>
                      <a:pt x="544" y="1050"/>
                      <a:pt x="583" y="1050"/>
                    </a:cubicBezTo>
                    <a:cubicBezTo>
                      <a:pt x="583" y="1088"/>
                      <a:pt x="583" y="1127"/>
                      <a:pt x="583" y="1167"/>
                    </a:cubicBezTo>
                    <a:cubicBezTo>
                      <a:pt x="622" y="1167"/>
                      <a:pt x="660" y="1167"/>
                      <a:pt x="700" y="1167"/>
                    </a:cubicBezTo>
                    <a:cubicBezTo>
                      <a:pt x="700" y="1244"/>
                      <a:pt x="700" y="1321"/>
                      <a:pt x="700" y="1400"/>
                    </a:cubicBezTo>
                    <a:cubicBezTo>
                      <a:pt x="777" y="1400"/>
                      <a:pt x="854" y="1400"/>
                      <a:pt x="933" y="1400"/>
                    </a:cubicBezTo>
                    <a:cubicBezTo>
                      <a:pt x="933" y="1516"/>
                      <a:pt x="933" y="1631"/>
                      <a:pt x="933" y="1750"/>
                    </a:cubicBezTo>
                    <a:cubicBezTo>
                      <a:pt x="972" y="1750"/>
                      <a:pt x="1010" y="1750"/>
                      <a:pt x="1050" y="1750"/>
                    </a:cubicBezTo>
                    <a:cubicBezTo>
                      <a:pt x="1050" y="1904"/>
                      <a:pt x="1050" y="2058"/>
                      <a:pt x="1050" y="2217"/>
                    </a:cubicBezTo>
                    <a:cubicBezTo>
                      <a:pt x="973" y="2217"/>
                      <a:pt x="896" y="2217"/>
                      <a:pt x="817" y="2217"/>
                    </a:cubicBezTo>
                    <a:cubicBezTo>
                      <a:pt x="817" y="2332"/>
                      <a:pt x="817" y="2448"/>
                      <a:pt x="817" y="2567"/>
                    </a:cubicBezTo>
                    <a:cubicBezTo>
                      <a:pt x="894" y="2567"/>
                      <a:pt x="971" y="2567"/>
                      <a:pt x="1050" y="2567"/>
                    </a:cubicBezTo>
                    <a:cubicBezTo>
                      <a:pt x="1050" y="2759"/>
                      <a:pt x="1050" y="2952"/>
                      <a:pt x="1050" y="3150"/>
                    </a:cubicBezTo>
                    <a:cubicBezTo>
                      <a:pt x="973" y="3150"/>
                      <a:pt x="896" y="3150"/>
                      <a:pt x="817" y="3150"/>
                    </a:cubicBezTo>
                    <a:cubicBezTo>
                      <a:pt x="817" y="3343"/>
                      <a:pt x="817" y="3535"/>
                      <a:pt x="817" y="3733"/>
                    </a:cubicBezTo>
                    <a:cubicBezTo>
                      <a:pt x="855" y="3733"/>
                      <a:pt x="894" y="3733"/>
                      <a:pt x="933" y="3733"/>
                    </a:cubicBezTo>
                    <a:cubicBezTo>
                      <a:pt x="933" y="3772"/>
                      <a:pt x="933" y="3810"/>
                      <a:pt x="933" y="3850"/>
                    </a:cubicBezTo>
                    <a:cubicBezTo>
                      <a:pt x="972" y="3850"/>
                      <a:pt x="1010" y="3850"/>
                      <a:pt x="1050" y="3850"/>
                    </a:cubicBezTo>
                    <a:cubicBezTo>
                      <a:pt x="1050" y="3927"/>
                      <a:pt x="1050" y="4004"/>
                      <a:pt x="1050" y="4083"/>
                    </a:cubicBezTo>
                    <a:cubicBezTo>
                      <a:pt x="1011" y="4083"/>
                      <a:pt x="973" y="4083"/>
                      <a:pt x="933" y="4083"/>
                    </a:cubicBezTo>
                    <a:cubicBezTo>
                      <a:pt x="933" y="4122"/>
                      <a:pt x="933" y="4160"/>
                      <a:pt x="933" y="4200"/>
                    </a:cubicBezTo>
                    <a:cubicBezTo>
                      <a:pt x="856" y="4200"/>
                      <a:pt x="779" y="4200"/>
                      <a:pt x="700" y="4200"/>
                    </a:cubicBezTo>
                    <a:cubicBezTo>
                      <a:pt x="700" y="4239"/>
                      <a:pt x="700" y="4277"/>
                      <a:pt x="700" y="4317"/>
                    </a:cubicBezTo>
                    <a:cubicBezTo>
                      <a:pt x="661" y="4317"/>
                      <a:pt x="623" y="4317"/>
                      <a:pt x="583" y="4317"/>
                    </a:cubicBezTo>
                    <a:cubicBezTo>
                      <a:pt x="583" y="4394"/>
                      <a:pt x="583" y="4471"/>
                      <a:pt x="583" y="4550"/>
                    </a:cubicBezTo>
                    <a:cubicBezTo>
                      <a:pt x="545" y="4550"/>
                      <a:pt x="506" y="4550"/>
                      <a:pt x="467" y="4550"/>
                    </a:cubicBezTo>
                    <a:cubicBezTo>
                      <a:pt x="467" y="4974"/>
                      <a:pt x="467" y="5397"/>
                      <a:pt x="467" y="5833"/>
                    </a:cubicBezTo>
                    <a:cubicBezTo>
                      <a:pt x="428" y="5833"/>
                      <a:pt x="390" y="5833"/>
                      <a:pt x="350" y="5833"/>
                    </a:cubicBezTo>
                    <a:cubicBezTo>
                      <a:pt x="350" y="5872"/>
                      <a:pt x="350" y="5910"/>
                      <a:pt x="350" y="5950"/>
                    </a:cubicBezTo>
                    <a:cubicBezTo>
                      <a:pt x="311" y="5950"/>
                      <a:pt x="273" y="5950"/>
                      <a:pt x="233" y="5950"/>
                    </a:cubicBezTo>
                    <a:cubicBezTo>
                      <a:pt x="233" y="6027"/>
                      <a:pt x="233" y="6104"/>
                      <a:pt x="233" y="6183"/>
                    </a:cubicBezTo>
                    <a:cubicBezTo>
                      <a:pt x="156" y="6183"/>
                      <a:pt x="79" y="6183"/>
                      <a:pt x="0" y="6183"/>
                    </a:cubicBezTo>
                    <a:cubicBezTo>
                      <a:pt x="0" y="6106"/>
                      <a:pt x="0" y="6029"/>
                      <a:pt x="0" y="5950"/>
                    </a:cubicBezTo>
                    <a:cubicBezTo>
                      <a:pt x="38" y="5950"/>
                      <a:pt x="77" y="5950"/>
                      <a:pt x="117" y="5950"/>
                    </a:cubicBezTo>
                    <a:cubicBezTo>
                      <a:pt x="117" y="5835"/>
                      <a:pt x="117" y="5719"/>
                      <a:pt x="117" y="5600"/>
                    </a:cubicBezTo>
                    <a:cubicBezTo>
                      <a:pt x="155" y="5600"/>
                      <a:pt x="194" y="5600"/>
                      <a:pt x="233" y="5600"/>
                    </a:cubicBezTo>
                    <a:cubicBezTo>
                      <a:pt x="233" y="5446"/>
                      <a:pt x="233" y="5292"/>
                      <a:pt x="233" y="5133"/>
                    </a:cubicBezTo>
                    <a:cubicBezTo>
                      <a:pt x="272" y="5133"/>
                      <a:pt x="310" y="5133"/>
                      <a:pt x="350" y="5133"/>
                    </a:cubicBezTo>
                    <a:cubicBezTo>
                      <a:pt x="350" y="5112"/>
                      <a:pt x="349" y="5092"/>
                      <a:pt x="349" y="5070"/>
                    </a:cubicBezTo>
                    <a:cubicBezTo>
                      <a:pt x="348" y="4993"/>
                      <a:pt x="347" y="4915"/>
                      <a:pt x="347" y="4837"/>
                    </a:cubicBezTo>
                    <a:cubicBezTo>
                      <a:pt x="346" y="4804"/>
                      <a:pt x="346" y="4770"/>
                      <a:pt x="346" y="4737"/>
                    </a:cubicBezTo>
                    <a:cubicBezTo>
                      <a:pt x="345" y="4689"/>
                      <a:pt x="345" y="4640"/>
                      <a:pt x="344" y="4592"/>
                    </a:cubicBezTo>
                    <a:cubicBezTo>
                      <a:pt x="344" y="4585"/>
                      <a:pt x="344" y="4585"/>
                      <a:pt x="343" y="4547"/>
                    </a:cubicBezTo>
                    <a:cubicBezTo>
                      <a:pt x="343" y="4504"/>
                      <a:pt x="343" y="4504"/>
                      <a:pt x="350" y="4433"/>
                    </a:cubicBezTo>
                    <a:cubicBezTo>
                      <a:pt x="360" y="4424"/>
                      <a:pt x="360" y="4424"/>
                      <a:pt x="408" y="4375"/>
                    </a:cubicBezTo>
                    <a:cubicBezTo>
                      <a:pt x="418" y="4330"/>
                      <a:pt x="418" y="4330"/>
                      <a:pt x="420" y="4277"/>
                    </a:cubicBezTo>
                    <a:cubicBezTo>
                      <a:pt x="421" y="4258"/>
                      <a:pt x="423" y="4238"/>
                      <a:pt x="424" y="4217"/>
                    </a:cubicBezTo>
                    <a:cubicBezTo>
                      <a:pt x="425" y="4196"/>
                      <a:pt x="426" y="4174"/>
                      <a:pt x="427" y="4152"/>
                    </a:cubicBezTo>
                    <a:cubicBezTo>
                      <a:pt x="428" y="4130"/>
                      <a:pt x="429" y="4109"/>
                      <a:pt x="430" y="4086"/>
                    </a:cubicBezTo>
                    <a:cubicBezTo>
                      <a:pt x="434" y="4016"/>
                      <a:pt x="438" y="3946"/>
                      <a:pt x="441" y="3876"/>
                    </a:cubicBezTo>
                    <a:cubicBezTo>
                      <a:pt x="444" y="3828"/>
                      <a:pt x="446" y="3781"/>
                      <a:pt x="449" y="3733"/>
                    </a:cubicBezTo>
                    <a:cubicBezTo>
                      <a:pt x="455" y="3616"/>
                      <a:pt x="461" y="3500"/>
                      <a:pt x="467" y="3383"/>
                    </a:cubicBezTo>
                    <a:cubicBezTo>
                      <a:pt x="505" y="3383"/>
                      <a:pt x="544" y="3383"/>
                      <a:pt x="583" y="3383"/>
                    </a:cubicBezTo>
                    <a:cubicBezTo>
                      <a:pt x="583" y="2998"/>
                      <a:pt x="583" y="2613"/>
                      <a:pt x="583" y="2217"/>
                    </a:cubicBezTo>
                    <a:cubicBezTo>
                      <a:pt x="545" y="2217"/>
                      <a:pt x="506" y="2217"/>
                      <a:pt x="467" y="2217"/>
                    </a:cubicBezTo>
                    <a:cubicBezTo>
                      <a:pt x="467" y="1909"/>
                      <a:pt x="467" y="1601"/>
                      <a:pt x="467" y="1283"/>
                    </a:cubicBezTo>
                    <a:cubicBezTo>
                      <a:pt x="428" y="1283"/>
                      <a:pt x="390" y="1283"/>
                      <a:pt x="350" y="1283"/>
                    </a:cubicBezTo>
                    <a:cubicBezTo>
                      <a:pt x="350" y="1091"/>
                      <a:pt x="350" y="898"/>
                      <a:pt x="350" y="700"/>
                    </a:cubicBezTo>
                    <a:cubicBezTo>
                      <a:pt x="311" y="700"/>
                      <a:pt x="273" y="700"/>
                      <a:pt x="233" y="700"/>
                    </a:cubicBezTo>
                    <a:cubicBezTo>
                      <a:pt x="233" y="546"/>
                      <a:pt x="233" y="392"/>
                      <a:pt x="233" y="233"/>
                    </a:cubicBezTo>
                    <a:cubicBezTo>
                      <a:pt x="272" y="233"/>
                      <a:pt x="310" y="233"/>
                      <a:pt x="350" y="233"/>
                    </a:cubicBezTo>
                    <a:cubicBezTo>
                      <a:pt x="350" y="195"/>
                      <a:pt x="350" y="156"/>
                      <a:pt x="350" y="117"/>
                    </a:cubicBezTo>
                    <a:cubicBezTo>
                      <a:pt x="388" y="117"/>
                      <a:pt x="427" y="117"/>
                      <a:pt x="467" y="117"/>
                    </a:cubicBezTo>
                    <a:cubicBezTo>
                      <a:pt x="467" y="78"/>
                      <a:pt x="467" y="40"/>
                      <a:pt x="46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497" name="ICON_SKILL_UNDERSTAND_path_012"/>
              <p:cNvSpPr/>
              <p:nvPr/>
            </p:nvSpPr>
            <p:spPr>
              <a:xfrm>
                <a:off x="4862618" y="1036796"/>
                <a:ext cx="19262" cy="51118"/>
              </a:xfrm>
              <a:custGeom>
                <a:avLst/>
                <a:gdLst/>
                <a:ahLst/>
                <a:cxnLst/>
                <a:rect l="0" t="0" r="r" b="b"/>
                <a:pathLst>
                  <a:path w="1517" h="4025" fill="norm" stroke="0">
                    <a:moveTo>
                      <a:pt x="1400" y="0"/>
                    </a:moveTo>
                    <a:cubicBezTo>
                      <a:pt x="1438" y="19"/>
                      <a:pt x="1477" y="38"/>
                      <a:pt x="1517" y="58"/>
                    </a:cubicBezTo>
                    <a:cubicBezTo>
                      <a:pt x="1497" y="78"/>
                      <a:pt x="1478" y="97"/>
                      <a:pt x="1458" y="117"/>
                    </a:cubicBezTo>
                    <a:cubicBezTo>
                      <a:pt x="1446" y="171"/>
                      <a:pt x="1446" y="171"/>
                      <a:pt x="1440" y="237"/>
                    </a:cubicBezTo>
                    <a:cubicBezTo>
                      <a:pt x="1437" y="261"/>
                      <a:pt x="1435" y="284"/>
                      <a:pt x="1432" y="308"/>
                    </a:cubicBezTo>
                    <a:cubicBezTo>
                      <a:pt x="1430" y="333"/>
                      <a:pt x="1428" y="358"/>
                      <a:pt x="1426" y="383"/>
                    </a:cubicBezTo>
                    <a:cubicBezTo>
                      <a:pt x="1423" y="408"/>
                      <a:pt x="1420" y="432"/>
                      <a:pt x="1418" y="458"/>
                    </a:cubicBezTo>
                    <a:cubicBezTo>
                      <a:pt x="1412" y="519"/>
                      <a:pt x="1406" y="580"/>
                      <a:pt x="1400" y="642"/>
                    </a:cubicBezTo>
                    <a:cubicBezTo>
                      <a:pt x="1361" y="642"/>
                      <a:pt x="1323" y="642"/>
                      <a:pt x="1283" y="642"/>
                    </a:cubicBezTo>
                    <a:cubicBezTo>
                      <a:pt x="1284" y="666"/>
                      <a:pt x="1285" y="691"/>
                      <a:pt x="1285" y="716"/>
                    </a:cubicBezTo>
                    <a:cubicBezTo>
                      <a:pt x="1286" y="748"/>
                      <a:pt x="1286" y="781"/>
                      <a:pt x="1287" y="813"/>
                    </a:cubicBezTo>
                    <a:cubicBezTo>
                      <a:pt x="1287" y="829"/>
                      <a:pt x="1288" y="845"/>
                      <a:pt x="1288" y="862"/>
                    </a:cubicBezTo>
                    <a:cubicBezTo>
                      <a:pt x="1289" y="905"/>
                      <a:pt x="1286" y="949"/>
                      <a:pt x="1283" y="992"/>
                    </a:cubicBezTo>
                    <a:cubicBezTo>
                      <a:pt x="1264" y="1011"/>
                      <a:pt x="1245" y="1030"/>
                      <a:pt x="1225" y="1050"/>
                    </a:cubicBezTo>
                    <a:cubicBezTo>
                      <a:pt x="1213" y="1116"/>
                      <a:pt x="1213" y="1116"/>
                      <a:pt x="1207" y="1196"/>
                    </a:cubicBezTo>
                    <a:cubicBezTo>
                      <a:pt x="1204" y="1225"/>
                      <a:pt x="1202" y="1254"/>
                      <a:pt x="1199" y="1283"/>
                    </a:cubicBezTo>
                    <a:cubicBezTo>
                      <a:pt x="1197" y="1314"/>
                      <a:pt x="1194" y="1344"/>
                      <a:pt x="1192" y="1374"/>
                    </a:cubicBezTo>
                    <a:cubicBezTo>
                      <a:pt x="1190" y="1405"/>
                      <a:pt x="1187" y="1436"/>
                      <a:pt x="1185" y="1466"/>
                    </a:cubicBezTo>
                    <a:cubicBezTo>
                      <a:pt x="1178" y="1542"/>
                      <a:pt x="1172" y="1617"/>
                      <a:pt x="1167" y="1692"/>
                    </a:cubicBezTo>
                    <a:cubicBezTo>
                      <a:pt x="1128" y="1692"/>
                      <a:pt x="1090" y="1692"/>
                      <a:pt x="1050" y="1692"/>
                    </a:cubicBezTo>
                    <a:cubicBezTo>
                      <a:pt x="1050" y="1923"/>
                      <a:pt x="1050" y="2154"/>
                      <a:pt x="1050" y="2392"/>
                    </a:cubicBezTo>
                    <a:cubicBezTo>
                      <a:pt x="1011" y="2392"/>
                      <a:pt x="973" y="2392"/>
                      <a:pt x="933" y="2392"/>
                    </a:cubicBezTo>
                    <a:cubicBezTo>
                      <a:pt x="933" y="2584"/>
                      <a:pt x="933" y="2777"/>
                      <a:pt x="933" y="2975"/>
                    </a:cubicBezTo>
                    <a:cubicBezTo>
                      <a:pt x="895" y="2975"/>
                      <a:pt x="856" y="2975"/>
                      <a:pt x="817" y="2975"/>
                    </a:cubicBezTo>
                    <a:cubicBezTo>
                      <a:pt x="817" y="3168"/>
                      <a:pt x="817" y="3360"/>
                      <a:pt x="817" y="3558"/>
                    </a:cubicBezTo>
                    <a:cubicBezTo>
                      <a:pt x="778" y="3558"/>
                      <a:pt x="740" y="3558"/>
                      <a:pt x="700" y="3558"/>
                    </a:cubicBezTo>
                    <a:cubicBezTo>
                      <a:pt x="700" y="3712"/>
                      <a:pt x="700" y="3866"/>
                      <a:pt x="700" y="4025"/>
                    </a:cubicBezTo>
                    <a:cubicBezTo>
                      <a:pt x="623" y="4025"/>
                      <a:pt x="546" y="4025"/>
                      <a:pt x="467" y="4025"/>
                    </a:cubicBezTo>
                    <a:cubicBezTo>
                      <a:pt x="463" y="3988"/>
                      <a:pt x="460" y="3951"/>
                      <a:pt x="456" y="3912"/>
                    </a:cubicBezTo>
                    <a:cubicBezTo>
                      <a:pt x="451" y="3864"/>
                      <a:pt x="446" y="3815"/>
                      <a:pt x="441" y="3766"/>
                    </a:cubicBezTo>
                    <a:cubicBezTo>
                      <a:pt x="439" y="3742"/>
                      <a:pt x="437" y="3717"/>
                      <a:pt x="434" y="3692"/>
                    </a:cubicBezTo>
                    <a:cubicBezTo>
                      <a:pt x="432" y="3668"/>
                      <a:pt x="429" y="3645"/>
                      <a:pt x="427" y="3621"/>
                    </a:cubicBezTo>
                    <a:cubicBezTo>
                      <a:pt x="425" y="3599"/>
                      <a:pt x="423" y="3577"/>
                      <a:pt x="420" y="3555"/>
                    </a:cubicBezTo>
                    <a:cubicBezTo>
                      <a:pt x="408" y="3500"/>
                      <a:pt x="408" y="3500"/>
                      <a:pt x="350" y="3442"/>
                    </a:cubicBezTo>
                    <a:cubicBezTo>
                      <a:pt x="343" y="3382"/>
                      <a:pt x="343" y="3382"/>
                      <a:pt x="344" y="3308"/>
                    </a:cubicBezTo>
                    <a:cubicBezTo>
                      <a:pt x="344" y="3295"/>
                      <a:pt x="344" y="3295"/>
                      <a:pt x="345" y="3229"/>
                    </a:cubicBezTo>
                    <a:cubicBezTo>
                      <a:pt x="345" y="3202"/>
                      <a:pt x="346" y="3174"/>
                      <a:pt x="346" y="3146"/>
                    </a:cubicBezTo>
                    <a:cubicBezTo>
                      <a:pt x="347" y="3119"/>
                      <a:pt x="347" y="3091"/>
                      <a:pt x="347" y="3063"/>
                    </a:cubicBezTo>
                    <a:cubicBezTo>
                      <a:pt x="348" y="2995"/>
                      <a:pt x="349" y="2927"/>
                      <a:pt x="350" y="2858"/>
                    </a:cubicBezTo>
                    <a:cubicBezTo>
                      <a:pt x="311" y="2858"/>
                      <a:pt x="273" y="2858"/>
                      <a:pt x="233" y="2858"/>
                    </a:cubicBezTo>
                    <a:cubicBezTo>
                      <a:pt x="233" y="2627"/>
                      <a:pt x="233" y="2396"/>
                      <a:pt x="233" y="2158"/>
                    </a:cubicBezTo>
                    <a:cubicBezTo>
                      <a:pt x="195" y="2158"/>
                      <a:pt x="156" y="2158"/>
                      <a:pt x="117" y="2158"/>
                    </a:cubicBezTo>
                    <a:cubicBezTo>
                      <a:pt x="117" y="1927"/>
                      <a:pt x="117" y="1696"/>
                      <a:pt x="117" y="1458"/>
                    </a:cubicBezTo>
                    <a:cubicBezTo>
                      <a:pt x="78" y="1458"/>
                      <a:pt x="40" y="1458"/>
                      <a:pt x="0" y="1458"/>
                    </a:cubicBezTo>
                    <a:cubicBezTo>
                      <a:pt x="0" y="1266"/>
                      <a:pt x="0" y="1073"/>
                      <a:pt x="0" y="875"/>
                    </a:cubicBezTo>
                    <a:cubicBezTo>
                      <a:pt x="19" y="913"/>
                      <a:pt x="38" y="952"/>
                      <a:pt x="58" y="992"/>
                    </a:cubicBezTo>
                    <a:cubicBezTo>
                      <a:pt x="102" y="1003"/>
                      <a:pt x="102" y="1003"/>
                      <a:pt x="149" y="999"/>
                    </a:cubicBezTo>
                    <a:cubicBezTo>
                      <a:pt x="177" y="997"/>
                      <a:pt x="205" y="994"/>
                      <a:pt x="233" y="992"/>
                    </a:cubicBezTo>
                    <a:cubicBezTo>
                      <a:pt x="233" y="1030"/>
                      <a:pt x="233" y="1069"/>
                      <a:pt x="233" y="1108"/>
                    </a:cubicBezTo>
                    <a:cubicBezTo>
                      <a:pt x="310" y="1108"/>
                      <a:pt x="387" y="1108"/>
                      <a:pt x="467" y="1108"/>
                    </a:cubicBezTo>
                    <a:cubicBezTo>
                      <a:pt x="467" y="1224"/>
                      <a:pt x="467" y="1339"/>
                      <a:pt x="467" y="1458"/>
                    </a:cubicBezTo>
                    <a:cubicBezTo>
                      <a:pt x="370" y="1458"/>
                      <a:pt x="274" y="1458"/>
                      <a:pt x="175" y="1458"/>
                    </a:cubicBezTo>
                    <a:cubicBezTo>
                      <a:pt x="196" y="1659"/>
                      <a:pt x="196" y="1659"/>
                      <a:pt x="233" y="1750"/>
                    </a:cubicBezTo>
                    <a:cubicBezTo>
                      <a:pt x="309" y="1794"/>
                      <a:pt x="380" y="1804"/>
                      <a:pt x="467" y="1808"/>
                    </a:cubicBezTo>
                    <a:cubicBezTo>
                      <a:pt x="467" y="1770"/>
                      <a:pt x="467" y="1731"/>
                      <a:pt x="467" y="1692"/>
                    </a:cubicBezTo>
                    <a:cubicBezTo>
                      <a:pt x="582" y="1692"/>
                      <a:pt x="698" y="1692"/>
                      <a:pt x="817" y="1692"/>
                    </a:cubicBezTo>
                    <a:cubicBezTo>
                      <a:pt x="817" y="1653"/>
                      <a:pt x="817" y="1615"/>
                      <a:pt x="817" y="1575"/>
                    </a:cubicBezTo>
                    <a:cubicBezTo>
                      <a:pt x="855" y="1575"/>
                      <a:pt x="894" y="1575"/>
                      <a:pt x="933" y="1575"/>
                    </a:cubicBezTo>
                    <a:cubicBezTo>
                      <a:pt x="933" y="1537"/>
                      <a:pt x="933" y="1498"/>
                      <a:pt x="933" y="1458"/>
                    </a:cubicBezTo>
                    <a:cubicBezTo>
                      <a:pt x="972" y="1458"/>
                      <a:pt x="1010" y="1458"/>
                      <a:pt x="1050" y="1458"/>
                    </a:cubicBezTo>
                    <a:cubicBezTo>
                      <a:pt x="1051" y="1445"/>
                      <a:pt x="1053" y="1431"/>
                      <a:pt x="1054" y="1416"/>
                    </a:cubicBezTo>
                    <a:cubicBezTo>
                      <a:pt x="1061" y="1354"/>
                      <a:pt x="1068" y="1291"/>
                      <a:pt x="1076" y="1229"/>
                    </a:cubicBezTo>
                    <a:cubicBezTo>
                      <a:pt x="1078" y="1207"/>
                      <a:pt x="1080" y="1185"/>
                      <a:pt x="1082" y="1163"/>
                    </a:cubicBezTo>
                    <a:cubicBezTo>
                      <a:pt x="1085" y="1142"/>
                      <a:pt x="1087" y="1121"/>
                      <a:pt x="1090" y="1099"/>
                    </a:cubicBezTo>
                    <a:cubicBezTo>
                      <a:pt x="1092" y="1080"/>
                      <a:pt x="1094" y="1061"/>
                      <a:pt x="1096" y="1041"/>
                    </a:cubicBezTo>
                    <a:cubicBezTo>
                      <a:pt x="1108" y="992"/>
                      <a:pt x="1108" y="992"/>
                      <a:pt x="1167" y="933"/>
                    </a:cubicBezTo>
                    <a:cubicBezTo>
                      <a:pt x="1147" y="926"/>
                      <a:pt x="1128" y="919"/>
                      <a:pt x="1108" y="911"/>
                    </a:cubicBezTo>
                    <a:cubicBezTo>
                      <a:pt x="1089" y="899"/>
                      <a:pt x="1070" y="887"/>
                      <a:pt x="1050" y="875"/>
                    </a:cubicBezTo>
                    <a:cubicBezTo>
                      <a:pt x="1050" y="837"/>
                      <a:pt x="1050" y="798"/>
                      <a:pt x="1050" y="758"/>
                    </a:cubicBezTo>
                    <a:cubicBezTo>
                      <a:pt x="973" y="758"/>
                      <a:pt x="896" y="758"/>
                      <a:pt x="817" y="758"/>
                    </a:cubicBezTo>
                    <a:cubicBezTo>
                      <a:pt x="817" y="720"/>
                      <a:pt x="817" y="681"/>
                      <a:pt x="817" y="642"/>
                    </a:cubicBezTo>
                    <a:cubicBezTo>
                      <a:pt x="932" y="642"/>
                      <a:pt x="1048" y="642"/>
                      <a:pt x="1167" y="642"/>
                    </a:cubicBezTo>
                    <a:cubicBezTo>
                      <a:pt x="1167" y="603"/>
                      <a:pt x="1167" y="565"/>
                      <a:pt x="1167" y="525"/>
                    </a:cubicBezTo>
                    <a:cubicBezTo>
                      <a:pt x="1205" y="525"/>
                      <a:pt x="1244" y="525"/>
                      <a:pt x="1283" y="525"/>
                    </a:cubicBezTo>
                    <a:cubicBezTo>
                      <a:pt x="1285" y="511"/>
                      <a:pt x="1286" y="497"/>
                      <a:pt x="1288" y="483"/>
                    </a:cubicBezTo>
                    <a:cubicBezTo>
                      <a:pt x="1295" y="420"/>
                      <a:pt x="1302" y="358"/>
                      <a:pt x="1309" y="295"/>
                    </a:cubicBezTo>
                    <a:cubicBezTo>
                      <a:pt x="1311" y="274"/>
                      <a:pt x="1313" y="252"/>
                      <a:pt x="1316" y="229"/>
                    </a:cubicBezTo>
                    <a:cubicBezTo>
                      <a:pt x="1318" y="208"/>
                      <a:pt x="1321" y="188"/>
                      <a:pt x="1323" y="166"/>
                    </a:cubicBezTo>
                    <a:cubicBezTo>
                      <a:pt x="1325" y="147"/>
                      <a:pt x="1327" y="128"/>
                      <a:pt x="1330" y="108"/>
                    </a:cubicBezTo>
                    <a:cubicBezTo>
                      <a:pt x="1342" y="58"/>
                      <a:pt x="1342" y="58"/>
                      <a:pt x="140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498" name="ICON_SKILL_UNDERSTAND_path_013"/>
              <p:cNvSpPr/>
              <p:nvPr/>
            </p:nvSpPr>
            <p:spPr>
              <a:xfrm>
                <a:off x="4837430" y="1024202"/>
                <a:ext cx="14817" cy="42228"/>
              </a:xfrm>
              <a:custGeom>
                <a:avLst/>
                <a:gdLst/>
                <a:ahLst/>
                <a:cxnLst/>
                <a:rect l="0" t="0" r="r" b="b"/>
                <a:pathLst>
                  <a:path w="1167" h="3325" fill="norm" stroke="0">
                    <a:moveTo>
                      <a:pt x="583" y="0"/>
                    </a:moveTo>
                    <a:cubicBezTo>
                      <a:pt x="660" y="0"/>
                      <a:pt x="737" y="0"/>
                      <a:pt x="817" y="0"/>
                    </a:cubicBezTo>
                    <a:cubicBezTo>
                      <a:pt x="817" y="77"/>
                      <a:pt x="817" y="154"/>
                      <a:pt x="817" y="233"/>
                    </a:cubicBezTo>
                    <a:cubicBezTo>
                      <a:pt x="855" y="233"/>
                      <a:pt x="894" y="233"/>
                      <a:pt x="933" y="233"/>
                    </a:cubicBezTo>
                    <a:cubicBezTo>
                      <a:pt x="933" y="426"/>
                      <a:pt x="933" y="618"/>
                      <a:pt x="933" y="817"/>
                    </a:cubicBezTo>
                    <a:cubicBezTo>
                      <a:pt x="972" y="817"/>
                      <a:pt x="1010" y="817"/>
                      <a:pt x="1050" y="817"/>
                    </a:cubicBezTo>
                    <a:cubicBezTo>
                      <a:pt x="1050" y="1048"/>
                      <a:pt x="1050" y="1279"/>
                      <a:pt x="1050" y="1517"/>
                    </a:cubicBezTo>
                    <a:cubicBezTo>
                      <a:pt x="1088" y="1517"/>
                      <a:pt x="1127" y="1517"/>
                      <a:pt x="1167" y="1517"/>
                    </a:cubicBezTo>
                    <a:cubicBezTo>
                      <a:pt x="1167" y="1651"/>
                      <a:pt x="1167" y="1786"/>
                      <a:pt x="1167" y="1925"/>
                    </a:cubicBezTo>
                    <a:cubicBezTo>
                      <a:pt x="1109" y="1935"/>
                      <a:pt x="1109" y="1935"/>
                      <a:pt x="817" y="1983"/>
                    </a:cubicBezTo>
                    <a:cubicBezTo>
                      <a:pt x="817" y="2022"/>
                      <a:pt x="817" y="2060"/>
                      <a:pt x="817" y="2100"/>
                    </a:cubicBezTo>
                    <a:cubicBezTo>
                      <a:pt x="701" y="2100"/>
                      <a:pt x="586" y="2100"/>
                      <a:pt x="467" y="2100"/>
                    </a:cubicBezTo>
                    <a:cubicBezTo>
                      <a:pt x="467" y="2254"/>
                      <a:pt x="467" y="2408"/>
                      <a:pt x="467" y="2567"/>
                    </a:cubicBezTo>
                    <a:cubicBezTo>
                      <a:pt x="505" y="2567"/>
                      <a:pt x="544" y="2567"/>
                      <a:pt x="583" y="2567"/>
                    </a:cubicBezTo>
                    <a:cubicBezTo>
                      <a:pt x="583" y="2721"/>
                      <a:pt x="583" y="2875"/>
                      <a:pt x="583" y="3033"/>
                    </a:cubicBezTo>
                    <a:cubicBezTo>
                      <a:pt x="468" y="3033"/>
                      <a:pt x="352" y="3033"/>
                      <a:pt x="233" y="3033"/>
                    </a:cubicBezTo>
                    <a:cubicBezTo>
                      <a:pt x="233" y="3072"/>
                      <a:pt x="233" y="3110"/>
                      <a:pt x="233" y="3150"/>
                    </a:cubicBezTo>
                    <a:cubicBezTo>
                      <a:pt x="162" y="3219"/>
                      <a:pt x="82" y="3269"/>
                      <a:pt x="0" y="3325"/>
                    </a:cubicBezTo>
                    <a:cubicBezTo>
                      <a:pt x="0" y="3190"/>
                      <a:pt x="0" y="3055"/>
                      <a:pt x="0" y="2917"/>
                    </a:cubicBezTo>
                    <a:cubicBezTo>
                      <a:pt x="38" y="2917"/>
                      <a:pt x="77" y="2917"/>
                      <a:pt x="117" y="2917"/>
                    </a:cubicBezTo>
                    <a:cubicBezTo>
                      <a:pt x="117" y="2724"/>
                      <a:pt x="117" y="2532"/>
                      <a:pt x="117" y="2333"/>
                    </a:cubicBezTo>
                    <a:cubicBezTo>
                      <a:pt x="155" y="2333"/>
                      <a:pt x="194" y="2333"/>
                      <a:pt x="233" y="2333"/>
                    </a:cubicBezTo>
                    <a:cubicBezTo>
                      <a:pt x="233" y="2179"/>
                      <a:pt x="233" y="2025"/>
                      <a:pt x="233" y="1867"/>
                    </a:cubicBezTo>
                    <a:cubicBezTo>
                      <a:pt x="272" y="1867"/>
                      <a:pt x="310" y="1867"/>
                      <a:pt x="350" y="1867"/>
                    </a:cubicBezTo>
                    <a:cubicBezTo>
                      <a:pt x="350" y="1636"/>
                      <a:pt x="350" y="1405"/>
                      <a:pt x="350" y="1167"/>
                    </a:cubicBezTo>
                    <a:cubicBezTo>
                      <a:pt x="388" y="1167"/>
                      <a:pt x="427" y="1167"/>
                      <a:pt x="467" y="1167"/>
                    </a:cubicBezTo>
                    <a:cubicBezTo>
                      <a:pt x="467" y="974"/>
                      <a:pt x="467" y="782"/>
                      <a:pt x="467" y="583"/>
                    </a:cubicBezTo>
                    <a:cubicBezTo>
                      <a:pt x="505" y="583"/>
                      <a:pt x="544" y="583"/>
                      <a:pt x="583" y="583"/>
                    </a:cubicBezTo>
                    <a:cubicBezTo>
                      <a:pt x="583" y="391"/>
                      <a:pt x="583" y="198"/>
                      <a:pt x="58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499" name="ICON_SKILL_UNDERSTAND_path_014"/>
              <p:cNvSpPr/>
              <p:nvPr/>
            </p:nvSpPr>
            <p:spPr>
              <a:xfrm>
                <a:off x="4832985" y="921967"/>
                <a:ext cx="84455" cy="14817"/>
              </a:xfrm>
              <a:custGeom>
                <a:avLst/>
                <a:gdLst/>
                <a:ahLst/>
                <a:cxnLst/>
                <a:rect l="0" t="0" r="r" b="b"/>
                <a:pathLst>
                  <a:path w="6650" h="1167" fill="norm" stroke="0">
                    <a:moveTo>
                      <a:pt x="1400" y="0"/>
                    </a:moveTo>
                    <a:cubicBezTo>
                      <a:pt x="1631" y="0"/>
                      <a:pt x="1862" y="0"/>
                      <a:pt x="2100" y="0"/>
                    </a:cubicBezTo>
                    <a:cubicBezTo>
                      <a:pt x="2100" y="77"/>
                      <a:pt x="2100" y="154"/>
                      <a:pt x="2100" y="233"/>
                    </a:cubicBezTo>
                    <a:cubicBezTo>
                      <a:pt x="2215" y="233"/>
                      <a:pt x="2331" y="233"/>
                      <a:pt x="2450" y="233"/>
                    </a:cubicBezTo>
                    <a:cubicBezTo>
                      <a:pt x="2450" y="272"/>
                      <a:pt x="2450" y="310"/>
                      <a:pt x="2450" y="350"/>
                    </a:cubicBezTo>
                    <a:cubicBezTo>
                      <a:pt x="2719" y="350"/>
                      <a:pt x="2989" y="350"/>
                      <a:pt x="3267" y="350"/>
                    </a:cubicBezTo>
                    <a:cubicBezTo>
                      <a:pt x="3267" y="311"/>
                      <a:pt x="3267" y="273"/>
                      <a:pt x="3267" y="233"/>
                    </a:cubicBezTo>
                    <a:cubicBezTo>
                      <a:pt x="3344" y="233"/>
                      <a:pt x="3421" y="233"/>
                      <a:pt x="3500" y="233"/>
                    </a:cubicBezTo>
                    <a:cubicBezTo>
                      <a:pt x="3500" y="156"/>
                      <a:pt x="3500" y="79"/>
                      <a:pt x="3500" y="0"/>
                    </a:cubicBezTo>
                    <a:cubicBezTo>
                      <a:pt x="3615" y="0"/>
                      <a:pt x="3731" y="0"/>
                      <a:pt x="3850" y="0"/>
                    </a:cubicBezTo>
                    <a:cubicBezTo>
                      <a:pt x="3850" y="77"/>
                      <a:pt x="3850" y="154"/>
                      <a:pt x="3850" y="233"/>
                    </a:cubicBezTo>
                    <a:cubicBezTo>
                      <a:pt x="3965" y="233"/>
                      <a:pt x="4081" y="233"/>
                      <a:pt x="4200" y="233"/>
                    </a:cubicBezTo>
                    <a:cubicBezTo>
                      <a:pt x="4200" y="310"/>
                      <a:pt x="4200" y="387"/>
                      <a:pt x="4200" y="467"/>
                    </a:cubicBezTo>
                    <a:cubicBezTo>
                      <a:pt x="4585" y="467"/>
                      <a:pt x="4970" y="467"/>
                      <a:pt x="5367" y="467"/>
                    </a:cubicBezTo>
                    <a:cubicBezTo>
                      <a:pt x="5367" y="505"/>
                      <a:pt x="5367" y="544"/>
                      <a:pt x="5367" y="583"/>
                    </a:cubicBezTo>
                    <a:cubicBezTo>
                      <a:pt x="5405" y="583"/>
                      <a:pt x="5444" y="583"/>
                      <a:pt x="5483" y="583"/>
                    </a:cubicBezTo>
                    <a:cubicBezTo>
                      <a:pt x="5483" y="622"/>
                      <a:pt x="5483" y="660"/>
                      <a:pt x="5483" y="700"/>
                    </a:cubicBezTo>
                    <a:cubicBezTo>
                      <a:pt x="5599" y="700"/>
                      <a:pt x="5714" y="700"/>
                      <a:pt x="5833" y="700"/>
                    </a:cubicBezTo>
                    <a:cubicBezTo>
                      <a:pt x="5833" y="739"/>
                      <a:pt x="5833" y="777"/>
                      <a:pt x="5833" y="817"/>
                    </a:cubicBezTo>
                    <a:cubicBezTo>
                      <a:pt x="5949" y="817"/>
                      <a:pt x="6064" y="817"/>
                      <a:pt x="6183" y="817"/>
                    </a:cubicBezTo>
                    <a:cubicBezTo>
                      <a:pt x="6183" y="855"/>
                      <a:pt x="6183" y="894"/>
                      <a:pt x="6183" y="933"/>
                    </a:cubicBezTo>
                    <a:cubicBezTo>
                      <a:pt x="6208" y="932"/>
                      <a:pt x="6233" y="931"/>
                      <a:pt x="6258" y="929"/>
                    </a:cubicBezTo>
                    <a:cubicBezTo>
                      <a:pt x="6290" y="928"/>
                      <a:pt x="6322" y="927"/>
                      <a:pt x="6355" y="926"/>
                    </a:cubicBezTo>
                    <a:cubicBezTo>
                      <a:pt x="6363" y="926"/>
                      <a:pt x="6363" y="926"/>
                      <a:pt x="6404" y="923"/>
                    </a:cubicBezTo>
                    <a:cubicBezTo>
                      <a:pt x="6451" y="922"/>
                      <a:pt x="6451" y="922"/>
                      <a:pt x="6533" y="933"/>
                    </a:cubicBezTo>
                    <a:cubicBezTo>
                      <a:pt x="6570" y="985"/>
                      <a:pt x="6570" y="985"/>
                      <a:pt x="6592" y="1050"/>
                    </a:cubicBezTo>
                    <a:cubicBezTo>
                      <a:pt x="6611" y="1089"/>
                      <a:pt x="6630" y="1128"/>
                      <a:pt x="6650" y="1167"/>
                    </a:cubicBezTo>
                    <a:cubicBezTo>
                      <a:pt x="6444" y="1128"/>
                      <a:pt x="6243" y="1080"/>
                      <a:pt x="6041" y="1024"/>
                    </a:cubicBezTo>
                    <a:cubicBezTo>
                      <a:pt x="6027" y="1021"/>
                      <a:pt x="6013" y="1017"/>
                      <a:pt x="5999" y="1013"/>
                    </a:cubicBezTo>
                    <a:cubicBezTo>
                      <a:pt x="5786" y="954"/>
                      <a:pt x="5575" y="891"/>
                      <a:pt x="5367" y="817"/>
                    </a:cubicBezTo>
                    <a:cubicBezTo>
                      <a:pt x="5367" y="778"/>
                      <a:pt x="5367" y="740"/>
                      <a:pt x="5367" y="700"/>
                    </a:cubicBezTo>
                    <a:cubicBezTo>
                      <a:pt x="5349" y="700"/>
                      <a:pt x="5332" y="701"/>
                      <a:pt x="5314" y="701"/>
                    </a:cubicBezTo>
                    <a:cubicBezTo>
                      <a:pt x="5236" y="702"/>
                      <a:pt x="5157" y="703"/>
                      <a:pt x="5079" y="704"/>
                    </a:cubicBezTo>
                    <a:cubicBezTo>
                      <a:pt x="5051" y="704"/>
                      <a:pt x="5024" y="705"/>
                      <a:pt x="4996" y="705"/>
                    </a:cubicBezTo>
                    <a:cubicBezTo>
                      <a:pt x="4970" y="705"/>
                      <a:pt x="4944" y="705"/>
                      <a:pt x="4917" y="706"/>
                    </a:cubicBezTo>
                    <a:cubicBezTo>
                      <a:pt x="4892" y="706"/>
                      <a:pt x="4868" y="706"/>
                      <a:pt x="4843" y="707"/>
                    </a:cubicBezTo>
                    <a:cubicBezTo>
                      <a:pt x="4783" y="700"/>
                      <a:pt x="4783" y="700"/>
                      <a:pt x="4725" y="642"/>
                    </a:cubicBezTo>
                    <a:cubicBezTo>
                      <a:pt x="4667" y="633"/>
                      <a:pt x="4612" y="627"/>
                      <a:pt x="4553" y="623"/>
                    </a:cubicBezTo>
                    <a:cubicBezTo>
                      <a:pt x="4537" y="622"/>
                      <a:pt x="4520" y="621"/>
                      <a:pt x="4503" y="620"/>
                    </a:cubicBezTo>
                    <a:cubicBezTo>
                      <a:pt x="4449" y="616"/>
                      <a:pt x="4396" y="612"/>
                      <a:pt x="4342" y="609"/>
                    </a:cubicBezTo>
                    <a:cubicBezTo>
                      <a:pt x="4306" y="606"/>
                      <a:pt x="4270" y="604"/>
                      <a:pt x="4233" y="601"/>
                    </a:cubicBezTo>
                    <a:cubicBezTo>
                      <a:pt x="4144" y="595"/>
                      <a:pt x="4056" y="589"/>
                      <a:pt x="3967" y="583"/>
                    </a:cubicBezTo>
                    <a:cubicBezTo>
                      <a:pt x="3967" y="545"/>
                      <a:pt x="3967" y="506"/>
                      <a:pt x="3967" y="467"/>
                    </a:cubicBezTo>
                    <a:cubicBezTo>
                      <a:pt x="3197" y="467"/>
                      <a:pt x="2427" y="467"/>
                      <a:pt x="1633" y="467"/>
                    </a:cubicBezTo>
                    <a:cubicBezTo>
                      <a:pt x="1633" y="505"/>
                      <a:pt x="1633" y="544"/>
                      <a:pt x="1633" y="583"/>
                    </a:cubicBezTo>
                    <a:cubicBezTo>
                      <a:pt x="1611" y="585"/>
                      <a:pt x="1588" y="586"/>
                      <a:pt x="1565" y="588"/>
                    </a:cubicBezTo>
                    <a:cubicBezTo>
                      <a:pt x="1481" y="593"/>
                      <a:pt x="1397" y="599"/>
                      <a:pt x="1313" y="605"/>
                    </a:cubicBezTo>
                    <a:cubicBezTo>
                      <a:pt x="1276" y="608"/>
                      <a:pt x="1240" y="610"/>
                      <a:pt x="1203" y="612"/>
                    </a:cubicBezTo>
                    <a:cubicBezTo>
                      <a:pt x="1151" y="616"/>
                      <a:pt x="1099" y="619"/>
                      <a:pt x="1047" y="623"/>
                    </a:cubicBezTo>
                    <a:cubicBezTo>
                      <a:pt x="1030" y="624"/>
                      <a:pt x="1014" y="625"/>
                      <a:pt x="997" y="626"/>
                    </a:cubicBezTo>
                    <a:cubicBezTo>
                      <a:pt x="909" y="633"/>
                      <a:pt x="881" y="635"/>
                      <a:pt x="817" y="700"/>
                    </a:cubicBezTo>
                    <a:cubicBezTo>
                      <a:pt x="767" y="707"/>
                      <a:pt x="767" y="707"/>
                      <a:pt x="709" y="706"/>
                    </a:cubicBezTo>
                    <a:cubicBezTo>
                      <a:pt x="688" y="705"/>
                      <a:pt x="667" y="705"/>
                      <a:pt x="646" y="705"/>
                    </a:cubicBezTo>
                    <a:cubicBezTo>
                      <a:pt x="635" y="705"/>
                      <a:pt x="635" y="705"/>
                      <a:pt x="580" y="704"/>
                    </a:cubicBezTo>
                    <a:cubicBezTo>
                      <a:pt x="558" y="703"/>
                      <a:pt x="536" y="703"/>
                      <a:pt x="513" y="703"/>
                    </a:cubicBezTo>
                    <a:cubicBezTo>
                      <a:pt x="459" y="702"/>
                      <a:pt x="404" y="701"/>
                      <a:pt x="350" y="700"/>
                    </a:cubicBezTo>
                    <a:cubicBezTo>
                      <a:pt x="350" y="739"/>
                      <a:pt x="350" y="777"/>
                      <a:pt x="350" y="817"/>
                    </a:cubicBezTo>
                    <a:cubicBezTo>
                      <a:pt x="234" y="817"/>
                      <a:pt x="119" y="817"/>
                      <a:pt x="0" y="817"/>
                    </a:cubicBezTo>
                    <a:cubicBezTo>
                      <a:pt x="0" y="778"/>
                      <a:pt x="0" y="740"/>
                      <a:pt x="0" y="700"/>
                    </a:cubicBezTo>
                    <a:cubicBezTo>
                      <a:pt x="38" y="700"/>
                      <a:pt x="77" y="700"/>
                      <a:pt x="117" y="700"/>
                    </a:cubicBezTo>
                    <a:cubicBezTo>
                      <a:pt x="117" y="662"/>
                      <a:pt x="117" y="623"/>
                      <a:pt x="117" y="583"/>
                    </a:cubicBezTo>
                    <a:cubicBezTo>
                      <a:pt x="194" y="583"/>
                      <a:pt x="271" y="583"/>
                      <a:pt x="350" y="583"/>
                    </a:cubicBezTo>
                    <a:cubicBezTo>
                      <a:pt x="350" y="545"/>
                      <a:pt x="350" y="506"/>
                      <a:pt x="350" y="467"/>
                    </a:cubicBezTo>
                    <a:cubicBezTo>
                      <a:pt x="696" y="467"/>
                      <a:pt x="1043" y="467"/>
                      <a:pt x="1400" y="467"/>
                    </a:cubicBezTo>
                    <a:cubicBezTo>
                      <a:pt x="1400" y="313"/>
                      <a:pt x="1400" y="159"/>
                      <a:pt x="140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00" name="ICON_SKILL_UNDERSTAND_path_015"/>
              <p:cNvSpPr/>
              <p:nvPr/>
            </p:nvSpPr>
            <p:spPr>
              <a:xfrm>
                <a:off x="4896697" y="1059762"/>
                <a:ext cx="18007" cy="24135"/>
              </a:xfrm>
              <a:custGeom>
                <a:avLst/>
                <a:gdLst/>
                <a:ahLst/>
                <a:cxnLst/>
                <a:rect l="0" t="0" r="r" b="b"/>
                <a:pathLst>
                  <a:path w="1418" h="1900" fill="norm" stroke="0">
                    <a:moveTo>
                      <a:pt x="350" y="0"/>
                    </a:moveTo>
                    <a:cubicBezTo>
                      <a:pt x="466" y="0"/>
                      <a:pt x="581" y="0"/>
                      <a:pt x="700" y="0"/>
                    </a:cubicBezTo>
                    <a:cubicBezTo>
                      <a:pt x="700" y="154"/>
                      <a:pt x="700" y="308"/>
                      <a:pt x="700" y="467"/>
                    </a:cubicBezTo>
                    <a:cubicBezTo>
                      <a:pt x="739" y="467"/>
                      <a:pt x="777" y="467"/>
                      <a:pt x="817" y="467"/>
                    </a:cubicBezTo>
                    <a:cubicBezTo>
                      <a:pt x="817" y="484"/>
                      <a:pt x="817" y="501"/>
                      <a:pt x="817" y="518"/>
                    </a:cubicBezTo>
                    <a:cubicBezTo>
                      <a:pt x="829" y="993"/>
                      <a:pt x="829" y="993"/>
                      <a:pt x="906" y="1089"/>
                    </a:cubicBezTo>
                    <a:cubicBezTo>
                      <a:pt x="985" y="1143"/>
                      <a:pt x="1073" y="1159"/>
                      <a:pt x="1167" y="1167"/>
                    </a:cubicBezTo>
                    <a:cubicBezTo>
                      <a:pt x="1167" y="1205"/>
                      <a:pt x="1167" y="1244"/>
                      <a:pt x="1167" y="1283"/>
                    </a:cubicBezTo>
                    <a:cubicBezTo>
                      <a:pt x="1205" y="1283"/>
                      <a:pt x="1244" y="1283"/>
                      <a:pt x="1283" y="1283"/>
                    </a:cubicBezTo>
                    <a:cubicBezTo>
                      <a:pt x="1283" y="1322"/>
                      <a:pt x="1283" y="1360"/>
                      <a:pt x="1283" y="1400"/>
                    </a:cubicBezTo>
                    <a:cubicBezTo>
                      <a:pt x="1322" y="1400"/>
                      <a:pt x="1360" y="1400"/>
                      <a:pt x="1400" y="1400"/>
                    </a:cubicBezTo>
                    <a:cubicBezTo>
                      <a:pt x="1405" y="1456"/>
                      <a:pt x="1408" y="1512"/>
                      <a:pt x="1411" y="1568"/>
                    </a:cubicBezTo>
                    <a:cubicBezTo>
                      <a:pt x="1412" y="1583"/>
                      <a:pt x="1414" y="1599"/>
                      <a:pt x="1415" y="1615"/>
                    </a:cubicBezTo>
                    <a:cubicBezTo>
                      <a:pt x="1418" y="1685"/>
                      <a:pt x="1414" y="1731"/>
                      <a:pt x="1372" y="1787"/>
                    </a:cubicBezTo>
                    <a:cubicBezTo>
                      <a:pt x="1233" y="1900"/>
                      <a:pt x="1063" y="1880"/>
                      <a:pt x="893" y="1874"/>
                    </a:cubicBezTo>
                    <a:cubicBezTo>
                      <a:pt x="863" y="1873"/>
                      <a:pt x="833" y="1873"/>
                      <a:pt x="803" y="1872"/>
                    </a:cubicBezTo>
                    <a:cubicBezTo>
                      <a:pt x="730" y="1871"/>
                      <a:pt x="657" y="1869"/>
                      <a:pt x="583" y="1867"/>
                    </a:cubicBezTo>
                    <a:cubicBezTo>
                      <a:pt x="583" y="1828"/>
                      <a:pt x="583" y="1790"/>
                      <a:pt x="583" y="1750"/>
                    </a:cubicBezTo>
                    <a:cubicBezTo>
                      <a:pt x="545" y="1750"/>
                      <a:pt x="506" y="1750"/>
                      <a:pt x="467" y="1750"/>
                    </a:cubicBezTo>
                    <a:cubicBezTo>
                      <a:pt x="467" y="1712"/>
                      <a:pt x="467" y="1673"/>
                      <a:pt x="467" y="1633"/>
                    </a:cubicBezTo>
                    <a:cubicBezTo>
                      <a:pt x="428" y="1633"/>
                      <a:pt x="390" y="1633"/>
                      <a:pt x="350" y="1633"/>
                    </a:cubicBezTo>
                    <a:cubicBezTo>
                      <a:pt x="350" y="1595"/>
                      <a:pt x="350" y="1556"/>
                      <a:pt x="350" y="1517"/>
                    </a:cubicBezTo>
                    <a:cubicBezTo>
                      <a:pt x="312" y="1517"/>
                      <a:pt x="273" y="1517"/>
                      <a:pt x="233" y="1517"/>
                    </a:cubicBezTo>
                    <a:cubicBezTo>
                      <a:pt x="233" y="1363"/>
                      <a:pt x="233" y="1209"/>
                      <a:pt x="233" y="1050"/>
                    </a:cubicBezTo>
                    <a:cubicBezTo>
                      <a:pt x="195" y="1050"/>
                      <a:pt x="156" y="1050"/>
                      <a:pt x="117" y="1050"/>
                    </a:cubicBezTo>
                    <a:cubicBezTo>
                      <a:pt x="117" y="896"/>
                      <a:pt x="117" y="742"/>
                      <a:pt x="117" y="583"/>
                    </a:cubicBezTo>
                    <a:cubicBezTo>
                      <a:pt x="78" y="583"/>
                      <a:pt x="40" y="583"/>
                      <a:pt x="0" y="583"/>
                    </a:cubicBezTo>
                    <a:cubicBezTo>
                      <a:pt x="0" y="468"/>
                      <a:pt x="0" y="352"/>
                      <a:pt x="0" y="233"/>
                    </a:cubicBezTo>
                    <a:cubicBezTo>
                      <a:pt x="38" y="233"/>
                      <a:pt x="77" y="233"/>
                      <a:pt x="117" y="233"/>
                    </a:cubicBezTo>
                    <a:cubicBezTo>
                      <a:pt x="117" y="195"/>
                      <a:pt x="117" y="156"/>
                      <a:pt x="117" y="117"/>
                    </a:cubicBezTo>
                    <a:cubicBezTo>
                      <a:pt x="194" y="117"/>
                      <a:pt x="271" y="117"/>
                      <a:pt x="350" y="117"/>
                    </a:cubicBezTo>
                    <a:cubicBezTo>
                      <a:pt x="350" y="78"/>
                      <a:pt x="350" y="40"/>
                      <a:pt x="350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741" cap="flat">
                <a:noFill/>
              </a:ln>
            </p:spPr>
          </p:sp>
          <p:sp>
            <p:nvSpPr>
              <p:cNvPr id="501" name="ICON_SKILL_UNDERSTAND_path_016"/>
              <p:cNvSpPr/>
              <p:nvPr/>
            </p:nvSpPr>
            <p:spPr>
              <a:xfrm>
                <a:off x="4950037" y="1136809"/>
                <a:ext cx="17780" cy="17780"/>
              </a:xfrm>
              <a:custGeom>
                <a:avLst/>
                <a:gdLst/>
                <a:ahLst/>
                <a:cxnLst/>
                <a:rect l="0" t="0" r="r" b="b"/>
                <a:pathLst>
                  <a:path w="1400" h="1400" fill="norm" stroke="0">
                    <a:moveTo>
                      <a:pt x="817" y="0"/>
                    </a:moveTo>
                    <a:cubicBezTo>
                      <a:pt x="894" y="0"/>
                      <a:pt x="971" y="0"/>
                      <a:pt x="1050" y="0"/>
                    </a:cubicBezTo>
                    <a:cubicBezTo>
                      <a:pt x="1050" y="38"/>
                      <a:pt x="1050" y="77"/>
                      <a:pt x="1050" y="117"/>
                    </a:cubicBezTo>
                    <a:cubicBezTo>
                      <a:pt x="1089" y="117"/>
                      <a:pt x="1127" y="117"/>
                      <a:pt x="1167" y="117"/>
                    </a:cubicBezTo>
                    <a:cubicBezTo>
                      <a:pt x="1167" y="155"/>
                      <a:pt x="1167" y="194"/>
                      <a:pt x="1167" y="233"/>
                    </a:cubicBezTo>
                    <a:cubicBezTo>
                      <a:pt x="1205" y="233"/>
                      <a:pt x="1244" y="233"/>
                      <a:pt x="1283" y="233"/>
                    </a:cubicBezTo>
                    <a:cubicBezTo>
                      <a:pt x="1283" y="272"/>
                      <a:pt x="1283" y="310"/>
                      <a:pt x="1283" y="350"/>
                    </a:cubicBezTo>
                    <a:cubicBezTo>
                      <a:pt x="1322" y="350"/>
                      <a:pt x="1360" y="350"/>
                      <a:pt x="1400" y="350"/>
                    </a:cubicBezTo>
                    <a:cubicBezTo>
                      <a:pt x="1400" y="427"/>
                      <a:pt x="1400" y="504"/>
                      <a:pt x="1400" y="583"/>
                    </a:cubicBezTo>
                    <a:cubicBezTo>
                      <a:pt x="1361" y="583"/>
                      <a:pt x="1323" y="583"/>
                      <a:pt x="1283" y="583"/>
                    </a:cubicBezTo>
                    <a:cubicBezTo>
                      <a:pt x="1283" y="622"/>
                      <a:pt x="1283" y="660"/>
                      <a:pt x="1283" y="700"/>
                    </a:cubicBezTo>
                    <a:cubicBezTo>
                      <a:pt x="1245" y="700"/>
                      <a:pt x="1206" y="700"/>
                      <a:pt x="1167" y="700"/>
                    </a:cubicBezTo>
                    <a:cubicBezTo>
                      <a:pt x="1167" y="739"/>
                      <a:pt x="1167" y="777"/>
                      <a:pt x="1167" y="817"/>
                    </a:cubicBezTo>
                    <a:cubicBezTo>
                      <a:pt x="1128" y="817"/>
                      <a:pt x="1090" y="817"/>
                      <a:pt x="1050" y="817"/>
                    </a:cubicBezTo>
                    <a:cubicBezTo>
                      <a:pt x="1050" y="855"/>
                      <a:pt x="1050" y="894"/>
                      <a:pt x="1050" y="933"/>
                    </a:cubicBezTo>
                    <a:cubicBezTo>
                      <a:pt x="1012" y="933"/>
                      <a:pt x="973" y="933"/>
                      <a:pt x="933" y="933"/>
                    </a:cubicBezTo>
                    <a:cubicBezTo>
                      <a:pt x="933" y="972"/>
                      <a:pt x="933" y="1010"/>
                      <a:pt x="933" y="1050"/>
                    </a:cubicBezTo>
                    <a:cubicBezTo>
                      <a:pt x="895" y="1050"/>
                      <a:pt x="856" y="1050"/>
                      <a:pt x="817" y="1050"/>
                    </a:cubicBezTo>
                    <a:cubicBezTo>
                      <a:pt x="817" y="1088"/>
                      <a:pt x="817" y="1127"/>
                      <a:pt x="817" y="1167"/>
                    </a:cubicBezTo>
                    <a:cubicBezTo>
                      <a:pt x="778" y="1167"/>
                      <a:pt x="740" y="1167"/>
                      <a:pt x="700" y="1167"/>
                    </a:cubicBezTo>
                    <a:cubicBezTo>
                      <a:pt x="700" y="1205"/>
                      <a:pt x="700" y="1244"/>
                      <a:pt x="700" y="1283"/>
                    </a:cubicBezTo>
                    <a:cubicBezTo>
                      <a:pt x="661" y="1283"/>
                      <a:pt x="623" y="1283"/>
                      <a:pt x="583" y="1283"/>
                    </a:cubicBezTo>
                    <a:cubicBezTo>
                      <a:pt x="583" y="1322"/>
                      <a:pt x="583" y="1360"/>
                      <a:pt x="583" y="1400"/>
                    </a:cubicBezTo>
                    <a:cubicBezTo>
                      <a:pt x="506" y="1400"/>
                      <a:pt x="429" y="1400"/>
                      <a:pt x="350" y="1400"/>
                    </a:cubicBezTo>
                    <a:cubicBezTo>
                      <a:pt x="350" y="1362"/>
                      <a:pt x="350" y="1323"/>
                      <a:pt x="350" y="1283"/>
                    </a:cubicBezTo>
                    <a:cubicBezTo>
                      <a:pt x="312" y="1283"/>
                      <a:pt x="273" y="1283"/>
                      <a:pt x="233" y="1283"/>
                    </a:cubicBezTo>
                    <a:cubicBezTo>
                      <a:pt x="233" y="1245"/>
                      <a:pt x="233" y="1206"/>
                      <a:pt x="233" y="1167"/>
                    </a:cubicBezTo>
                    <a:cubicBezTo>
                      <a:pt x="195" y="1167"/>
                      <a:pt x="156" y="1167"/>
                      <a:pt x="117" y="1167"/>
                    </a:cubicBezTo>
                    <a:cubicBezTo>
                      <a:pt x="117" y="1128"/>
                      <a:pt x="117" y="1090"/>
                      <a:pt x="117" y="1050"/>
                    </a:cubicBezTo>
                    <a:cubicBezTo>
                      <a:pt x="78" y="1050"/>
                      <a:pt x="40" y="1050"/>
                      <a:pt x="0" y="1050"/>
                    </a:cubicBezTo>
                    <a:cubicBezTo>
                      <a:pt x="0" y="973"/>
                      <a:pt x="0" y="896"/>
                      <a:pt x="0" y="817"/>
                    </a:cubicBezTo>
                    <a:cubicBezTo>
                      <a:pt x="38" y="817"/>
                      <a:pt x="77" y="817"/>
                      <a:pt x="117" y="817"/>
                    </a:cubicBezTo>
                    <a:cubicBezTo>
                      <a:pt x="117" y="778"/>
                      <a:pt x="117" y="740"/>
                      <a:pt x="117" y="700"/>
                    </a:cubicBezTo>
                    <a:cubicBezTo>
                      <a:pt x="155" y="700"/>
                      <a:pt x="194" y="700"/>
                      <a:pt x="233" y="700"/>
                    </a:cubicBezTo>
                    <a:cubicBezTo>
                      <a:pt x="233" y="662"/>
                      <a:pt x="233" y="623"/>
                      <a:pt x="233" y="583"/>
                    </a:cubicBezTo>
                    <a:cubicBezTo>
                      <a:pt x="272" y="583"/>
                      <a:pt x="310" y="583"/>
                      <a:pt x="350" y="583"/>
                    </a:cubicBezTo>
                    <a:cubicBezTo>
                      <a:pt x="350" y="545"/>
                      <a:pt x="350" y="506"/>
                      <a:pt x="350" y="467"/>
                    </a:cubicBezTo>
                    <a:cubicBezTo>
                      <a:pt x="389" y="467"/>
                      <a:pt x="427" y="467"/>
                      <a:pt x="467" y="467"/>
                    </a:cubicBezTo>
                    <a:cubicBezTo>
                      <a:pt x="467" y="428"/>
                      <a:pt x="467" y="390"/>
                      <a:pt x="467" y="350"/>
                    </a:cubicBezTo>
                    <a:cubicBezTo>
                      <a:pt x="505" y="350"/>
                      <a:pt x="544" y="350"/>
                      <a:pt x="583" y="350"/>
                    </a:cubicBezTo>
                    <a:cubicBezTo>
                      <a:pt x="583" y="311"/>
                      <a:pt x="583" y="273"/>
                      <a:pt x="583" y="233"/>
                    </a:cubicBezTo>
                    <a:cubicBezTo>
                      <a:pt x="622" y="233"/>
                      <a:pt x="660" y="233"/>
                      <a:pt x="700" y="233"/>
                    </a:cubicBezTo>
                    <a:cubicBezTo>
                      <a:pt x="700" y="195"/>
                      <a:pt x="700" y="156"/>
                      <a:pt x="700" y="117"/>
                    </a:cubicBezTo>
                    <a:cubicBezTo>
                      <a:pt x="738" y="117"/>
                      <a:pt x="777" y="117"/>
                      <a:pt x="817" y="117"/>
                    </a:cubicBezTo>
                    <a:cubicBezTo>
                      <a:pt x="817" y="78"/>
                      <a:pt x="817" y="40"/>
                      <a:pt x="81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02" name="ICON_SKILL_UNDERSTAND_path_017"/>
              <p:cNvSpPr/>
              <p:nvPr/>
            </p:nvSpPr>
            <p:spPr>
              <a:xfrm>
                <a:off x="4918922" y="1052354"/>
                <a:ext cx="16298" cy="25188"/>
              </a:xfrm>
              <a:custGeom>
                <a:avLst/>
                <a:gdLst/>
                <a:ahLst/>
                <a:cxnLst/>
                <a:rect l="0" t="0" r="r" b="b"/>
                <a:pathLst>
                  <a:path w="1283" h="1983" fill="norm" stroke="0">
                    <a:moveTo>
                      <a:pt x="583" y="0"/>
                    </a:moveTo>
                    <a:cubicBezTo>
                      <a:pt x="680" y="19"/>
                      <a:pt x="776" y="38"/>
                      <a:pt x="875" y="58"/>
                    </a:cubicBezTo>
                    <a:cubicBezTo>
                      <a:pt x="894" y="155"/>
                      <a:pt x="913" y="251"/>
                      <a:pt x="933" y="350"/>
                    </a:cubicBezTo>
                    <a:cubicBezTo>
                      <a:pt x="972" y="350"/>
                      <a:pt x="1010" y="350"/>
                      <a:pt x="1050" y="350"/>
                    </a:cubicBezTo>
                    <a:cubicBezTo>
                      <a:pt x="1050" y="388"/>
                      <a:pt x="1050" y="427"/>
                      <a:pt x="1050" y="467"/>
                    </a:cubicBezTo>
                    <a:cubicBezTo>
                      <a:pt x="1088" y="467"/>
                      <a:pt x="1127" y="467"/>
                      <a:pt x="1167" y="467"/>
                    </a:cubicBezTo>
                    <a:cubicBezTo>
                      <a:pt x="1167" y="505"/>
                      <a:pt x="1167" y="544"/>
                      <a:pt x="1167" y="583"/>
                    </a:cubicBezTo>
                    <a:cubicBezTo>
                      <a:pt x="1205" y="583"/>
                      <a:pt x="1244" y="583"/>
                      <a:pt x="1283" y="583"/>
                    </a:cubicBezTo>
                    <a:cubicBezTo>
                      <a:pt x="1283" y="699"/>
                      <a:pt x="1283" y="814"/>
                      <a:pt x="1283" y="933"/>
                    </a:cubicBezTo>
                    <a:cubicBezTo>
                      <a:pt x="1129" y="933"/>
                      <a:pt x="975" y="933"/>
                      <a:pt x="817" y="933"/>
                    </a:cubicBezTo>
                    <a:cubicBezTo>
                      <a:pt x="817" y="972"/>
                      <a:pt x="817" y="1010"/>
                      <a:pt x="817" y="1050"/>
                    </a:cubicBezTo>
                    <a:cubicBezTo>
                      <a:pt x="778" y="1050"/>
                      <a:pt x="740" y="1050"/>
                      <a:pt x="700" y="1050"/>
                    </a:cubicBezTo>
                    <a:cubicBezTo>
                      <a:pt x="700" y="1127"/>
                      <a:pt x="700" y="1204"/>
                      <a:pt x="700" y="1283"/>
                    </a:cubicBezTo>
                    <a:cubicBezTo>
                      <a:pt x="661" y="1283"/>
                      <a:pt x="623" y="1283"/>
                      <a:pt x="583" y="1283"/>
                    </a:cubicBezTo>
                    <a:cubicBezTo>
                      <a:pt x="583" y="1360"/>
                      <a:pt x="583" y="1437"/>
                      <a:pt x="583" y="1517"/>
                    </a:cubicBezTo>
                    <a:cubicBezTo>
                      <a:pt x="545" y="1517"/>
                      <a:pt x="506" y="1517"/>
                      <a:pt x="467" y="1517"/>
                    </a:cubicBezTo>
                    <a:cubicBezTo>
                      <a:pt x="467" y="1632"/>
                      <a:pt x="467" y="1748"/>
                      <a:pt x="467" y="1867"/>
                    </a:cubicBezTo>
                    <a:cubicBezTo>
                      <a:pt x="428" y="1867"/>
                      <a:pt x="390" y="1867"/>
                      <a:pt x="350" y="1867"/>
                    </a:cubicBezTo>
                    <a:cubicBezTo>
                      <a:pt x="350" y="1905"/>
                      <a:pt x="350" y="1944"/>
                      <a:pt x="350" y="1983"/>
                    </a:cubicBezTo>
                    <a:cubicBezTo>
                      <a:pt x="311" y="1983"/>
                      <a:pt x="273" y="1983"/>
                      <a:pt x="233" y="1983"/>
                    </a:cubicBezTo>
                    <a:cubicBezTo>
                      <a:pt x="233" y="1945"/>
                      <a:pt x="233" y="1906"/>
                      <a:pt x="233" y="1867"/>
                    </a:cubicBezTo>
                    <a:cubicBezTo>
                      <a:pt x="115" y="1856"/>
                      <a:pt x="115" y="1856"/>
                      <a:pt x="58" y="1867"/>
                    </a:cubicBezTo>
                    <a:cubicBezTo>
                      <a:pt x="18" y="1925"/>
                      <a:pt x="18" y="1925"/>
                      <a:pt x="0" y="1983"/>
                    </a:cubicBezTo>
                    <a:cubicBezTo>
                      <a:pt x="0" y="1906"/>
                      <a:pt x="0" y="1829"/>
                      <a:pt x="0" y="1750"/>
                    </a:cubicBezTo>
                    <a:cubicBezTo>
                      <a:pt x="38" y="1750"/>
                      <a:pt x="77" y="1750"/>
                      <a:pt x="117" y="1750"/>
                    </a:cubicBezTo>
                    <a:cubicBezTo>
                      <a:pt x="117" y="1635"/>
                      <a:pt x="117" y="1519"/>
                      <a:pt x="117" y="1400"/>
                    </a:cubicBezTo>
                    <a:cubicBezTo>
                      <a:pt x="155" y="1400"/>
                      <a:pt x="194" y="1400"/>
                      <a:pt x="233" y="1400"/>
                    </a:cubicBezTo>
                    <a:cubicBezTo>
                      <a:pt x="233" y="1284"/>
                      <a:pt x="233" y="1169"/>
                      <a:pt x="233" y="1050"/>
                    </a:cubicBezTo>
                    <a:cubicBezTo>
                      <a:pt x="272" y="1050"/>
                      <a:pt x="310" y="1050"/>
                      <a:pt x="350" y="1050"/>
                    </a:cubicBezTo>
                    <a:cubicBezTo>
                      <a:pt x="348" y="1029"/>
                      <a:pt x="346" y="1009"/>
                      <a:pt x="344" y="988"/>
                    </a:cubicBezTo>
                    <a:cubicBezTo>
                      <a:pt x="332" y="776"/>
                      <a:pt x="368" y="632"/>
                      <a:pt x="458" y="441"/>
                    </a:cubicBezTo>
                    <a:cubicBezTo>
                      <a:pt x="527" y="293"/>
                      <a:pt x="559" y="162"/>
                      <a:pt x="58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03" name="ICON_SKILL_UNDERSTAND_path_018"/>
              <p:cNvSpPr/>
              <p:nvPr/>
            </p:nvSpPr>
            <p:spPr>
              <a:xfrm>
                <a:off x="4832985" y="1136809"/>
                <a:ext cx="69638" cy="10372"/>
              </a:xfrm>
              <a:custGeom>
                <a:avLst/>
                <a:gdLst/>
                <a:ahLst/>
                <a:cxnLst/>
                <a:rect l="0" t="0" r="r" b="b"/>
                <a:pathLst>
                  <a:path w="5483" h="817" fill="norm" stroke="0">
                    <a:moveTo>
                      <a:pt x="5133" y="0"/>
                    </a:moveTo>
                    <a:cubicBezTo>
                      <a:pt x="5191" y="10"/>
                      <a:pt x="5191" y="10"/>
                      <a:pt x="5483" y="58"/>
                    </a:cubicBezTo>
                    <a:cubicBezTo>
                      <a:pt x="5406" y="78"/>
                      <a:pt x="5329" y="97"/>
                      <a:pt x="5250" y="117"/>
                    </a:cubicBezTo>
                    <a:cubicBezTo>
                      <a:pt x="5250" y="155"/>
                      <a:pt x="5250" y="194"/>
                      <a:pt x="5250" y="233"/>
                    </a:cubicBezTo>
                    <a:cubicBezTo>
                      <a:pt x="5212" y="233"/>
                      <a:pt x="5173" y="233"/>
                      <a:pt x="5133" y="233"/>
                    </a:cubicBezTo>
                    <a:cubicBezTo>
                      <a:pt x="5133" y="272"/>
                      <a:pt x="5133" y="310"/>
                      <a:pt x="5133" y="350"/>
                    </a:cubicBezTo>
                    <a:cubicBezTo>
                      <a:pt x="5018" y="350"/>
                      <a:pt x="4902" y="350"/>
                      <a:pt x="4783" y="350"/>
                    </a:cubicBezTo>
                    <a:cubicBezTo>
                      <a:pt x="4783" y="388"/>
                      <a:pt x="4783" y="427"/>
                      <a:pt x="4783" y="467"/>
                    </a:cubicBezTo>
                    <a:cubicBezTo>
                      <a:pt x="4629" y="467"/>
                      <a:pt x="4475" y="467"/>
                      <a:pt x="4317" y="467"/>
                    </a:cubicBezTo>
                    <a:cubicBezTo>
                      <a:pt x="4317" y="505"/>
                      <a:pt x="4317" y="544"/>
                      <a:pt x="4317" y="583"/>
                    </a:cubicBezTo>
                    <a:cubicBezTo>
                      <a:pt x="4163" y="583"/>
                      <a:pt x="4009" y="583"/>
                      <a:pt x="3850" y="583"/>
                    </a:cubicBezTo>
                    <a:cubicBezTo>
                      <a:pt x="3850" y="622"/>
                      <a:pt x="3850" y="660"/>
                      <a:pt x="3850" y="700"/>
                    </a:cubicBezTo>
                    <a:cubicBezTo>
                      <a:pt x="3580" y="700"/>
                      <a:pt x="3311" y="700"/>
                      <a:pt x="3033" y="700"/>
                    </a:cubicBezTo>
                    <a:cubicBezTo>
                      <a:pt x="3033" y="739"/>
                      <a:pt x="3033" y="777"/>
                      <a:pt x="3033" y="817"/>
                    </a:cubicBezTo>
                    <a:cubicBezTo>
                      <a:pt x="2725" y="817"/>
                      <a:pt x="2417" y="817"/>
                      <a:pt x="2100" y="817"/>
                    </a:cubicBezTo>
                    <a:cubicBezTo>
                      <a:pt x="2100" y="778"/>
                      <a:pt x="2100" y="740"/>
                      <a:pt x="2100" y="700"/>
                    </a:cubicBezTo>
                    <a:cubicBezTo>
                      <a:pt x="1792" y="700"/>
                      <a:pt x="1484" y="700"/>
                      <a:pt x="1167" y="700"/>
                    </a:cubicBezTo>
                    <a:cubicBezTo>
                      <a:pt x="1167" y="662"/>
                      <a:pt x="1167" y="623"/>
                      <a:pt x="1167" y="583"/>
                    </a:cubicBezTo>
                    <a:cubicBezTo>
                      <a:pt x="974" y="583"/>
                      <a:pt x="782" y="583"/>
                      <a:pt x="583" y="583"/>
                    </a:cubicBezTo>
                    <a:cubicBezTo>
                      <a:pt x="583" y="545"/>
                      <a:pt x="583" y="506"/>
                      <a:pt x="583" y="467"/>
                    </a:cubicBezTo>
                    <a:cubicBezTo>
                      <a:pt x="566" y="463"/>
                      <a:pt x="548" y="460"/>
                      <a:pt x="530" y="456"/>
                    </a:cubicBezTo>
                    <a:cubicBezTo>
                      <a:pt x="441" y="438"/>
                      <a:pt x="441" y="438"/>
                      <a:pt x="0" y="350"/>
                    </a:cubicBezTo>
                    <a:cubicBezTo>
                      <a:pt x="19" y="311"/>
                      <a:pt x="38" y="273"/>
                      <a:pt x="58" y="233"/>
                    </a:cubicBezTo>
                    <a:cubicBezTo>
                      <a:pt x="174" y="272"/>
                      <a:pt x="289" y="310"/>
                      <a:pt x="408" y="350"/>
                    </a:cubicBezTo>
                    <a:cubicBezTo>
                      <a:pt x="428" y="311"/>
                      <a:pt x="447" y="273"/>
                      <a:pt x="467" y="233"/>
                    </a:cubicBezTo>
                    <a:cubicBezTo>
                      <a:pt x="529" y="226"/>
                      <a:pt x="529" y="226"/>
                      <a:pt x="583" y="233"/>
                    </a:cubicBezTo>
                    <a:cubicBezTo>
                      <a:pt x="583" y="272"/>
                      <a:pt x="583" y="310"/>
                      <a:pt x="583" y="350"/>
                    </a:cubicBezTo>
                    <a:cubicBezTo>
                      <a:pt x="622" y="350"/>
                      <a:pt x="660" y="350"/>
                      <a:pt x="700" y="350"/>
                    </a:cubicBezTo>
                    <a:cubicBezTo>
                      <a:pt x="700" y="388"/>
                      <a:pt x="700" y="427"/>
                      <a:pt x="700" y="467"/>
                    </a:cubicBezTo>
                    <a:cubicBezTo>
                      <a:pt x="777" y="467"/>
                      <a:pt x="854" y="467"/>
                      <a:pt x="933" y="467"/>
                    </a:cubicBezTo>
                    <a:cubicBezTo>
                      <a:pt x="933" y="428"/>
                      <a:pt x="933" y="390"/>
                      <a:pt x="933" y="350"/>
                    </a:cubicBezTo>
                    <a:cubicBezTo>
                      <a:pt x="1049" y="350"/>
                      <a:pt x="1164" y="350"/>
                      <a:pt x="1283" y="350"/>
                    </a:cubicBezTo>
                    <a:cubicBezTo>
                      <a:pt x="1283" y="388"/>
                      <a:pt x="1283" y="427"/>
                      <a:pt x="1283" y="467"/>
                    </a:cubicBezTo>
                    <a:cubicBezTo>
                      <a:pt x="1360" y="467"/>
                      <a:pt x="1437" y="467"/>
                      <a:pt x="1517" y="467"/>
                    </a:cubicBezTo>
                    <a:cubicBezTo>
                      <a:pt x="1517" y="505"/>
                      <a:pt x="1517" y="544"/>
                      <a:pt x="1517" y="583"/>
                    </a:cubicBezTo>
                    <a:cubicBezTo>
                      <a:pt x="2210" y="583"/>
                      <a:pt x="2903" y="583"/>
                      <a:pt x="3617" y="583"/>
                    </a:cubicBezTo>
                    <a:cubicBezTo>
                      <a:pt x="3617" y="545"/>
                      <a:pt x="3617" y="506"/>
                      <a:pt x="3617" y="467"/>
                    </a:cubicBezTo>
                    <a:cubicBezTo>
                      <a:pt x="3694" y="467"/>
                      <a:pt x="3771" y="467"/>
                      <a:pt x="3850" y="467"/>
                    </a:cubicBezTo>
                    <a:cubicBezTo>
                      <a:pt x="3850" y="428"/>
                      <a:pt x="3850" y="390"/>
                      <a:pt x="3850" y="350"/>
                    </a:cubicBezTo>
                    <a:cubicBezTo>
                      <a:pt x="4004" y="350"/>
                      <a:pt x="4158" y="350"/>
                      <a:pt x="4317" y="350"/>
                    </a:cubicBezTo>
                    <a:cubicBezTo>
                      <a:pt x="4317" y="311"/>
                      <a:pt x="4317" y="273"/>
                      <a:pt x="4317" y="233"/>
                    </a:cubicBezTo>
                    <a:cubicBezTo>
                      <a:pt x="4355" y="233"/>
                      <a:pt x="4394" y="233"/>
                      <a:pt x="4433" y="233"/>
                    </a:cubicBezTo>
                    <a:cubicBezTo>
                      <a:pt x="4433" y="272"/>
                      <a:pt x="4433" y="310"/>
                      <a:pt x="4433" y="350"/>
                    </a:cubicBezTo>
                    <a:cubicBezTo>
                      <a:pt x="4510" y="350"/>
                      <a:pt x="4587" y="350"/>
                      <a:pt x="4667" y="350"/>
                    </a:cubicBezTo>
                    <a:cubicBezTo>
                      <a:pt x="4667" y="311"/>
                      <a:pt x="4667" y="273"/>
                      <a:pt x="4667" y="233"/>
                    </a:cubicBezTo>
                    <a:cubicBezTo>
                      <a:pt x="4782" y="233"/>
                      <a:pt x="4898" y="233"/>
                      <a:pt x="5017" y="233"/>
                    </a:cubicBezTo>
                    <a:cubicBezTo>
                      <a:pt x="5017" y="195"/>
                      <a:pt x="5017" y="156"/>
                      <a:pt x="5017" y="117"/>
                    </a:cubicBezTo>
                    <a:cubicBezTo>
                      <a:pt x="5055" y="117"/>
                      <a:pt x="5094" y="117"/>
                      <a:pt x="5133" y="117"/>
                    </a:cubicBezTo>
                    <a:cubicBezTo>
                      <a:pt x="5133" y="78"/>
                      <a:pt x="5133" y="40"/>
                      <a:pt x="51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04" name="ICON_SKILL_UNDERSTAND_path_019"/>
              <p:cNvSpPr/>
              <p:nvPr/>
            </p:nvSpPr>
            <p:spPr>
              <a:xfrm>
                <a:off x="4849283" y="1049390"/>
                <a:ext cx="10372" cy="47413"/>
              </a:xfrm>
              <a:custGeom>
                <a:avLst/>
                <a:gdLst/>
                <a:ahLst/>
                <a:cxnLst/>
                <a:rect l="0" t="0" r="r" b="b"/>
                <a:pathLst>
                  <a:path w="817" h="3733" fill="norm" stroke="0">
                    <a:moveTo>
                      <a:pt x="175" y="0"/>
                    </a:moveTo>
                    <a:cubicBezTo>
                      <a:pt x="314" y="148"/>
                      <a:pt x="370" y="257"/>
                      <a:pt x="365" y="461"/>
                    </a:cubicBezTo>
                    <a:cubicBezTo>
                      <a:pt x="364" y="487"/>
                      <a:pt x="362" y="513"/>
                      <a:pt x="361" y="540"/>
                    </a:cubicBezTo>
                    <a:cubicBezTo>
                      <a:pt x="360" y="566"/>
                      <a:pt x="359" y="593"/>
                      <a:pt x="359" y="621"/>
                    </a:cubicBezTo>
                    <a:cubicBezTo>
                      <a:pt x="356" y="686"/>
                      <a:pt x="354" y="751"/>
                      <a:pt x="350" y="817"/>
                    </a:cubicBezTo>
                    <a:cubicBezTo>
                      <a:pt x="389" y="817"/>
                      <a:pt x="427" y="817"/>
                      <a:pt x="467" y="817"/>
                    </a:cubicBezTo>
                    <a:cubicBezTo>
                      <a:pt x="467" y="1086"/>
                      <a:pt x="467" y="1356"/>
                      <a:pt x="467" y="1633"/>
                    </a:cubicBezTo>
                    <a:cubicBezTo>
                      <a:pt x="505" y="1633"/>
                      <a:pt x="544" y="1633"/>
                      <a:pt x="583" y="1633"/>
                    </a:cubicBezTo>
                    <a:cubicBezTo>
                      <a:pt x="583" y="1864"/>
                      <a:pt x="583" y="2095"/>
                      <a:pt x="583" y="2333"/>
                    </a:cubicBezTo>
                    <a:cubicBezTo>
                      <a:pt x="622" y="2333"/>
                      <a:pt x="660" y="2333"/>
                      <a:pt x="700" y="2333"/>
                    </a:cubicBezTo>
                    <a:cubicBezTo>
                      <a:pt x="700" y="2487"/>
                      <a:pt x="700" y="2641"/>
                      <a:pt x="700" y="2800"/>
                    </a:cubicBezTo>
                    <a:cubicBezTo>
                      <a:pt x="738" y="2800"/>
                      <a:pt x="777" y="2800"/>
                      <a:pt x="817" y="2800"/>
                    </a:cubicBezTo>
                    <a:cubicBezTo>
                      <a:pt x="817" y="3012"/>
                      <a:pt x="817" y="3224"/>
                      <a:pt x="817" y="3442"/>
                    </a:cubicBezTo>
                    <a:cubicBezTo>
                      <a:pt x="778" y="3442"/>
                      <a:pt x="740" y="3442"/>
                      <a:pt x="700" y="3442"/>
                    </a:cubicBezTo>
                    <a:cubicBezTo>
                      <a:pt x="681" y="3490"/>
                      <a:pt x="681" y="3490"/>
                      <a:pt x="583" y="3733"/>
                    </a:cubicBezTo>
                    <a:cubicBezTo>
                      <a:pt x="545" y="3733"/>
                      <a:pt x="506" y="3733"/>
                      <a:pt x="467" y="3733"/>
                    </a:cubicBezTo>
                    <a:cubicBezTo>
                      <a:pt x="467" y="3656"/>
                      <a:pt x="467" y="3579"/>
                      <a:pt x="467" y="3500"/>
                    </a:cubicBezTo>
                    <a:cubicBezTo>
                      <a:pt x="428" y="3500"/>
                      <a:pt x="390" y="3500"/>
                      <a:pt x="350" y="3500"/>
                    </a:cubicBezTo>
                    <a:cubicBezTo>
                      <a:pt x="350" y="3346"/>
                      <a:pt x="350" y="3192"/>
                      <a:pt x="350" y="3033"/>
                    </a:cubicBezTo>
                    <a:cubicBezTo>
                      <a:pt x="389" y="3033"/>
                      <a:pt x="427" y="3033"/>
                      <a:pt x="467" y="3033"/>
                    </a:cubicBezTo>
                    <a:cubicBezTo>
                      <a:pt x="467" y="2995"/>
                      <a:pt x="467" y="2956"/>
                      <a:pt x="467" y="2917"/>
                    </a:cubicBezTo>
                    <a:cubicBezTo>
                      <a:pt x="505" y="2917"/>
                      <a:pt x="544" y="2917"/>
                      <a:pt x="583" y="2917"/>
                    </a:cubicBezTo>
                    <a:cubicBezTo>
                      <a:pt x="583" y="2763"/>
                      <a:pt x="583" y="2609"/>
                      <a:pt x="583" y="2450"/>
                    </a:cubicBezTo>
                    <a:cubicBezTo>
                      <a:pt x="545" y="2450"/>
                      <a:pt x="506" y="2450"/>
                      <a:pt x="467" y="2450"/>
                    </a:cubicBezTo>
                    <a:cubicBezTo>
                      <a:pt x="467" y="2335"/>
                      <a:pt x="467" y="2219"/>
                      <a:pt x="467" y="2100"/>
                    </a:cubicBezTo>
                    <a:cubicBezTo>
                      <a:pt x="428" y="2100"/>
                      <a:pt x="390" y="2100"/>
                      <a:pt x="350" y="2100"/>
                    </a:cubicBezTo>
                    <a:cubicBezTo>
                      <a:pt x="350" y="2023"/>
                      <a:pt x="350" y="1946"/>
                      <a:pt x="350" y="1867"/>
                    </a:cubicBezTo>
                    <a:cubicBezTo>
                      <a:pt x="273" y="1867"/>
                      <a:pt x="196" y="1867"/>
                      <a:pt x="117" y="1867"/>
                    </a:cubicBezTo>
                    <a:cubicBezTo>
                      <a:pt x="117" y="1751"/>
                      <a:pt x="117" y="1636"/>
                      <a:pt x="117" y="1517"/>
                    </a:cubicBezTo>
                    <a:cubicBezTo>
                      <a:pt x="78" y="1517"/>
                      <a:pt x="40" y="1517"/>
                      <a:pt x="0" y="1517"/>
                    </a:cubicBezTo>
                    <a:cubicBezTo>
                      <a:pt x="0" y="1324"/>
                      <a:pt x="0" y="1132"/>
                      <a:pt x="0" y="933"/>
                    </a:cubicBezTo>
                    <a:cubicBezTo>
                      <a:pt x="77" y="933"/>
                      <a:pt x="154" y="933"/>
                      <a:pt x="233" y="933"/>
                    </a:cubicBezTo>
                    <a:cubicBezTo>
                      <a:pt x="235" y="847"/>
                      <a:pt x="236" y="761"/>
                      <a:pt x="237" y="675"/>
                    </a:cubicBezTo>
                    <a:cubicBezTo>
                      <a:pt x="237" y="632"/>
                      <a:pt x="238" y="589"/>
                      <a:pt x="238" y="545"/>
                    </a:cubicBezTo>
                    <a:cubicBezTo>
                      <a:pt x="240" y="356"/>
                      <a:pt x="220" y="184"/>
                      <a:pt x="17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05" name="ICON_SKILL_UNDERSTAND_path_020"/>
              <p:cNvSpPr/>
              <p:nvPr/>
            </p:nvSpPr>
            <p:spPr>
              <a:xfrm>
                <a:off x="4733713" y="1022720"/>
                <a:ext cx="7408" cy="51858"/>
              </a:xfrm>
              <a:custGeom>
                <a:avLst/>
                <a:gdLst/>
                <a:ahLst/>
                <a:cxnLst/>
                <a:rect l="0" t="0" r="r" b="b"/>
                <a:pathLst>
                  <a:path w="583" h="4083" fill="norm" stroke="0">
                    <a:moveTo>
                      <a:pt x="350" y="0"/>
                    </a:moveTo>
                    <a:cubicBezTo>
                      <a:pt x="427" y="0"/>
                      <a:pt x="504" y="0"/>
                      <a:pt x="583" y="0"/>
                    </a:cubicBezTo>
                    <a:cubicBezTo>
                      <a:pt x="583" y="115"/>
                      <a:pt x="583" y="231"/>
                      <a:pt x="583" y="350"/>
                    </a:cubicBezTo>
                    <a:cubicBezTo>
                      <a:pt x="545" y="350"/>
                      <a:pt x="506" y="350"/>
                      <a:pt x="467" y="350"/>
                    </a:cubicBezTo>
                    <a:cubicBezTo>
                      <a:pt x="467" y="543"/>
                      <a:pt x="467" y="735"/>
                      <a:pt x="467" y="933"/>
                    </a:cubicBezTo>
                    <a:cubicBezTo>
                      <a:pt x="428" y="933"/>
                      <a:pt x="390" y="933"/>
                      <a:pt x="350" y="933"/>
                    </a:cubicBezTo>
                    <a:cubicBezTo>
                      <a:pt x="350" y="958"/>
                      <a:pt x="351" y="982"/>
                      <a:pt x="351" y="1007"/>
                    </a:cubicBezTo>
                    <a:cubicBezTo>
                      <a:pt x="352" y="1098"/>
                      <a:pt x="353" y="1188"/>
                      <a:pt x="353" y="1279"/>
                    </a:cubicBezTo>
                    <a:cubicBezTo>
                      <a:pt x="353" y="1318"/>
                      <a:pt x="354" y="1357"/>
                      <a:pt x="354" y="1397"/>
                    </a:cubicBezTo>
                    <a:cubicBezTo>
                      <a:pt x="355" y="1453"/>
                      <a:pt x="355" y="1509"/>
                      <a:pt x="356" y="1566"/>
                    </a:cubicBezTo>
                    <a:cubicBezTo>
                      <a:pt x="356" y="1583"/>
                      <a:pt x="356" y="1601"/>
                      <a:pt x="357" y="1619"/>
                    </a:cubicBezTo>
                    <a:cubicBezTo>
                      <a:pt x="357" y="1663"/>
                      <a:pt x="354" y="1706"/>
                      <a:pt x="350" y="1750"/>
                    </a:cubicBezTo>
                    <a:cubicBezTo>
                      <a:pt x="331" y="1769"/>
                      <a:pt x="312" y="1788"/>
                      <a:pt x="292" y="1808"/>
                    </a:cubicBezTo>
                    <a:cubicBezTo>
                      <a:pt x="282" y="1866"/>
                      <a:pt x="282" y="1866"/>
                      <a:pt x="280" y="1938"/>
                    </a:cubicBezTo>
                    <a:cubicBezTo>
                      <a:pt x="279" y="1965"/>
                      <a:pt x="277" y="1992"/>
                      <a:pt x="276" y="2019"/>
                    </a:cubicBezTo>
                    <a:cubicBezTo>
                      <a:pt x="275" y="2049"/>
                      <a:pt x="274" y="2078"/>
                      <a:pt x="273" y="2108"/>
                    </a:cubicBezTo>
                    <a:cubicBezTo>
                      <a:pt x="272" y="2138"/>
                      <a:pt x="271" y="2167"/>
                      <a:pt x="270" y="2198"/>
                    </a:cubicBezTo>
                    <a:cubicBezTo>
                      <a:pt x="266" y="2276"/>
                      <a:pt x="263" y="2355"/>
                      <a:pt x="261" y="2434"/>
                    </a:cubicBezTo>
                    <a:cubicBezTo>
                      <a:pt x="258" y="2515"/>
                      <a:pt x="254" y="2595"/>
                      <a:pt x="251" y="2676"/>
                    </a:cubicBezTo>
                    <a:cubicBezTo>
                      <a:pt x="245" y="2834"/>
                      <a:pt x="239" y="2992"/>
                      <a:pt x="233" y="3150"/>
                    </a:cubicBezTo>
                    <a:cubicBezTo>
                      <a:pt x="272" y="3150"/>
                      <a:pt x="310" y="3150"/>
                      <a:pt x="350" y="3150"/>
                    </a:cubicBezTo>
                    <a:cubicBezTo>
                      <a:pt x="350" y="3458"/>
                      <a:pt x="350" y="3766"/>
                      <a:pt x="350" y="4083"/>
                    </a:cubicBezTo>
                    <a:cubicBezTo>
                      <a:pt x="312" y="4083"/>
                      <a:pt x="273" y="4083"/>
                      <a:pt x="233" y="4083"/>
                    </a:cubicBezTo>
                    <a:cubicBezTo>
                      <a:pt x="233" y="3891"/>
                      <a:pt x="233" y="3698"/>
                      <a:pt x="233" y="3500"/>
                    </a:cubicBezTo>
                    <a:cubicBezTo>
                      <a:pt x="195" y="3500"/>
                      <a:pt x="156" y="3500"/>
                      <a:pt x="117" y="3500"/>
                    </a:cubicBezTo>
                    <a:cubicBezTo>
                      <a:pt x="117" y="3423"/>
                      <a:pt x="117" y="3346"/>
                      <a:pt x="117" y="3267"/>
                    </a:cubicBezTo>
                    <a:cubicBezTo>
                      <a:pt x="78" y="3267"/>
                      <a:pt x="40" y="3267"/>
                      <a:pt x="0" y="3267"/>
                    </a:cubicBezTo>
                    <a:cubicBezTo>
                      <a:pt x="0" y="2882"/>
                      <a:pt x="0" y="2497"/>
                      <a:pt x="0" y="2100"/>
                    </a:cubicBezTo>
                    <a:cubicBezTo>
                      <a:pt x="38" y="2100"/>
                      <a:pt x="77" y="2100"/>
                      <a:pt x="117" y="2100"/>
                    </a:cubicBezTo>
                    <a:cubicBezTo>
                      <a:pt x="117" y="1946"/>
                      <a:pt x="117" y="1792"/>
                      <a:pt x="117" y="1633"/>
                    </a:cubicBezTo>
                    <a:cubicBezTo>
                      <a:pt x="155" y="1633"/>
                      <a:pt x="194" y="1633"/>
                      <a:pt x="233" y="1633"/>
                    </a:cubicBezTo>
                    <a:cubicBezTo>
                      <a:pt x="233" y="1210"/>
                      <a:pt x="233" y="786"/>
                      <a:pt x="233" y="350"/>
                    </a:cubicBezTo>
                    <a:cubicBezTo>
                      <a:pt x="156" y="350"/>
                      <a:pt x="79" y="350"/>
                      <a:pt x="0" y="350"/>
                    </a:cubicBezTo>
                    <a:cubicBezTo>
                      <a:pt x="16" y="311"/>
                      <a:pt x="34" y="272"/>
                      <a:pt x="51" y="233"/>
                    </a:cubicBezTo>
                    <a:cubicBezTo>
                      <a:pt x="60" y="212"/>
                      <a:pt x="70" y="190"/>
                      <a:pt x="80" y="168"/>
                    </a:cubicBezTo>
                    <a:cubicBezTo>
                      <a:pt x="92" y="151"/>
                      <a:pt x="104" y="134"/>
                      <a:pt x="117" y="117"/>
                    </a:cubicBezTo>
                    <a:cubicBezTo>
                      <a:pt x="179" y="109"/>
                      <a:pt x="179" y="109"/>
                      <a:pt x="233" y="117"/>
                    </a:cubicBezTo>
                    <a:cubicBezTo>
                      <a:pt x="233" y="155"/>
                      <a:pt x="233" y="194"/>
                      <a:pt x="233" y="233"/>
                    </a:cubicBezTo>
                    <a:cubicBezTo>
                      <a:pt x="272" y="233"/>
                      <a:pt x="310" y="233"/>
                      <a:pt x="350" y="233"/>
                    </a:cubicBezTo>
                    <a:cubicBezTo>
                      <a:pt x="350" y="156"/>
                      <a:pt x="350" y="79"/>
                      <a:pt x="35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06" name="ICON_SKILL_UNDERSTAND_path_021"/>
              <p:cNvSpPr/>
              <p:nvPr/>
            </p:nvSpPr>
            <p:spPr>
              <a:xfrm>
                <a:off x="4875953" y="1074420"/>
                <a:ext cx="17780" cy="25347"/>
              </a:xfrm>
              <a:custGeom>
                <a:avLst/>
                <a:gdLst/>
                <a:ahLst/>
                <a:cxnLst/>
                <a:rect l="0" t="0" r="r" b="b"/>
                <a:pathLst>
                  <a:path w="1400" h="1996" fill="norm" stroke="0">
                    <a:moveTo>
                      <a:pt x="933" y="12"/>
                    </a:moveTo>
                    <a:cubicBezTo>
                      <a:pt x="933" y="51"/>
                      <a:pt x="933" y="89"/>
                      <a:pt x="933" y="129"/>
                    </a:cubicBezTo>
                    <a:cubicBezTo>
                      <a:pt x="972" y="129"/>
                      <a:pt x="1010" y="129"/>
                      <a:pt x="1050" y="129"/>
                    </a:cubicBezTo>
                    <a:cubicBezTo>
                      <a:pt x="1050" y="206"/>
                      <a:pt x="1050" y="283"/>
                      <a:pt x="1050" y="362"/>
                    </a:cubicBezTo>
                    <a:cubicBezTo>
                      <a:pt x="1089" y="362"/>
                      <a:pt x="1127" y="362"/>
                      <a:pt x="1167" y="362"/>
                    </a:cubicBezTo>
                    <a:cubicBezTo>
                      <a:pt x="1167" y="401"/>
                      <a:pt x="1167" y="439"/>
                      <a:pt x="1167" y="479"/>
                    </a:cubicBezTo>
                    <a:cubicBezTo>
                      <a:pt x="1205" y="479"/>
                      <a:pt x="1244" y="479"/>
                      <a:pt x="1283" y="479"/>
                    </a:cubicBezTo>
                    <a:cubicBezTo>
                      <a:pt x="1283" y="518"/>
                      <a:pt x="1283" y="556"/>
                      <a:pt x="1283" y="596"/>
                    </a:cubicBezTo>
                    <a:cubicBezTo>
                      <a:pt x="1322" y="596"/>
                      <a:pt x="1360" y="596"/>
                      <a:pt x="1400" y="596"/>
                    </a:cubicBezTo>
                    <a:cubicBezTo>
                      <a:pt x="1400" y="634"/>
                      <a:pt x="1400" y="673"/>
                      <a:pt x="1400" y="712"/>
                    </a:cubicBezTo>
                    <a:cubicBezTo>
                      <a:pt x="1361" y="712"/>
                      <a:pt x="1323" y="712"/>
                      <a:pt x="1283" y="712"/>
                    </a:cubicBezTo>
                    <a:cubicBezTo>
                      <a:pt x="1283" y="751"/>
                      <a:pt x="1283" y="789"/>
                      <a:pt x="1283" y="829"/>
                    </a:cubicBezTo>
                    <a:cubicBezTo>
                      <a:pt x="1206" y="829"/>
                      <a:pt x="1129" y="829"/>
                      <a:pt x="1050" y="829"/>
                    </a:cubicBezTo>
                    <a:cubicBezTo>
                      <a:pt x="1050" y="752"/>
                      <a:pt x="1050" y="675"/>
                      <a:pt x="1050" y="596"/>
                    </a:cubicBezTo>
                    <a:cubicBezTo>
                      <a:pt x="973" y="596"/>
                      <a:pt x="896" y="596"/>
                      <a:pt x="817" y="596"/>
                    </a:cubicBezTo>
                    <a:cubicBezTo>
                      <a:pt x="817" y="557"/>
                      <a:pt x="817" y="519"/>
                      <a:pt x="817" y="479"/>
                    </a:cubicBezTo>
                    <a:cubicBezTo>
                      <a:pt x="720" y="479"/>
                      <a:pt x="624" y="479"/>
                      <a:pt x="525" y="479"/>
                    </a:cubicBezTo>
                    <a:cubicBezTo>
                      <a:pt x="544" y="672"/>
                      <a:pt x="563" y="864"/>
                      <a:pt x="583" y="1062"/>
                    </a:cubicBezTo>
                    <a:cubicBezTo>
                      <a:pt x="526" y="1062"/>
                      <a:pt x="468" y="1062"/>
                      <a:pt x="408" y="1062"/>
                    </a:cubicBezTo>
                    <a:cubicBezTo>
                      <a:pt x="428" y="1178"/>
                      <a:pt x="447" y="1293"/>
                      <a:pt x="467" y="1412"/>
                    </a:cubicBezTo>
                    <a:cubicBezTo>
                      <a:pt x="544" y="1412"/>
                      <a:pt x="621" y="1412"/>
                      <a:pt x="700" y="1412"/>
                    </a:cubicBezTo>
                    <a:cubicBezTo>
                      <a:pt x="700" y="1528"/>
                      <a:pt x="700" y="1643"/>
                      <a:pt x="700" y="1762"/>
                    </a:cubicBezTo>
                    <a:cubicBezTo>
                      <a:pt x="674" y="1760"/>
                      <a:pt x="648" y="1757"/>
                      <a:pt x="621" y="1754"/>
                    </a:cubicBezTo>
                    <a:cubicBezTo>
                      <a:pt x="419" y="1740"/>
                      <a:pt x="278" y="1742"/>
                      <a:pt x="120" y="1879"/>
                    </a:cubicBezTo>
                    <a:cubicBezTo>
                      <a:pt x="79" y="1917"/>
                      <a:pt x="39" y="1955"/>
                      <a:pt x="0" y="1996"/>
                    </a:cubicBezTo>
                    <a:cubicBezTo>
                      <a:pt x="18" y="1958"/>
                      <a:pt x="36" y="1920"/>
                      <a:pt x="55" y="1883"/>
                    </a:cubicBezTo>
                    <a:cubicBezTo>
                      <a:pt x="65" y="1862"/>
                      <a:pt x="75" y="1841"/>
                      <a:pt x="85" y="1819"/>
                    </a:cubicBezTo>
                    <a:cubicBezTo>
                      <a:pt x="117" y="1762"/>
                      <a:pt x="117" y="1762"/>
                      <a:pt x="175" y="1704"/>
                    </a:cubicBezTo>
                    <a:cubicBezTo>
                      <a:pt x="187" y="1660"/>
                      <a:pt x="187" y="1660"/>
                      <a:pt x="193" y="1609"/>
                    </a:cubicBezTo>
                    <a:cubicBezTo>
                      <a:pt x="196" y="1591"/>
                      <a:pt x="198" y="1573"/>
                      <a:pt x="201" y="1554"/>
                    </a:cubicBezTo>
                    <a:cubicBezTo>
                      <a:pt x="203" y="1535"/>
                      <a:pt x="205" y="1516"/>
                      <a:pt x="208" y="1496"/>
                    </a:cubicBezTo>
                    <a:cubicBezTo>
                      <a:pt x="210" y="1477"/>
                      <a:pt x="213" y="1458"/>
                      <a:pt x="215" y="1438"/>
                    </a:cubicBezTo>
                    <a:cubicBezTo>
                      <a:pt x="222" y="1391"/>
                      <a:pt x="228" y="1343"/>
                      <a:pt x="233" y="1296"/>
                    </a:cubicBezTo>
                    <a:cubicBezTo>
                      <a:pt x="272" y="1296"/>
                      <a:pt x="310" y="1296"/>
                      <a:pt x="350" y="1296"/>
                    </a:cubicBezTo>
                    <a:cubicBezTo>
                      <a:pt x="350" y="1103"/>
                      <a:pt x="350" y="911"/>
                      <a:pt x="350" y="712"/>
                    </a:cubicBezTo>
                    <a:cubicBezTo>
                      <a:pt x="389" y="712"/>
                      <a:pt x="427" y="712"/>
                      <a:pt x="467" y="712"/>
                    </a:cubicBezTo>
                    <a:cubicBezTo>
                      <a:pt x="463" y="686"/>
                      <a:pt x="460" y="660"/>
                      <a:pt x="456" y="633"/>
                    </a:cubicBezTo>
                    <a:cubicBezTo>
                      <a:pt x="430" y="340"/>
                      <a:pt x="430" y="340"/>
                      <a:pt x="525" y="212"/>
                    </a:cubicBezTo>
                    <a:cubicBezTo>
                      <a:pt x="550" y="185"/>
                      <a:pt x="575" y="158"/>
                      <a:pt x="602" y="133"/>
                    </a:cubicBezTo>
                    <a:cubicBezTo>
                      <a:pt x="614" y="120"/>
                      <a:pt x="626" y="108"/>
                      <a:pt x="639" y="95"/>
                    </a:cubicBezTo>
                    <a:cubicBezTo>
                      <a:pt x="737" y="9"/>
                      <a:pt x="805" y="0"/>
                      <a:pt x="933" y="12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07" name="ICON_SKILL_UNDERSTAND_path_022"/>
              <p:cNvSpPr/>
              <p:nvPr/>
            </p:nvSpPr>
            <p:spPr>
              <a:xfrm>
                <a:off x="4816687" y="1059762"/>
                <a:ext cx="11853" cy="16298"/>
              </a:xfrm>
              <a:custGeom>
                <a:avLst/>
                <a:gdLst/>
                <a:ahLst/>
                <a:cxnLst/>
                <a:rect l="0" t="0" r="r" b="b"/>
                <a:pathLst>
                  <a:path w="933" h="1283" fill="norm" stroke="0">
                    <a:moveTo>
                      <a:pt x="0" y="0"/>
                    </a:moveTo>
                    <a:cubicBezTo>
                      <a:pt x="77" y="0"/>
                      <a:pt x="154" y="0"/>
                      <a:pt x="233" y="0"/>
                    </a:cubicBezTo>
                    <a:cubicBezTo>
                      <a:pt x="233" y="38"/>
                      <a:pt x="233" y="77"/>
                      <a:pt x="233" y="117"/>
                    </a:cubicBezTo>
                    <a:cubicBezTo>
                      <a:pt x="349" y="117"/>
                      <a:pt x="464" y="117"/>
                      <a:pt x="583" y="117"/>
                    </a:cubicBezTo>
                    <a:cubicBezTo>
                      <a:pt x="583" y="155"/>
                      <a:pt x="583" y="194"/>
                      <a:pt x="583" y="233"/>
                    </a:cubicBezTo>
                    <a:cubicBezTo>
                      <a:pt x="622" y="233"/>
                      <a:pt x="660" y="233"/>
                      <a:pt x="700" y="233"/>
                    </a:cubicBezTo>
                    <a:cubicBezTo>
                      <a:pt x="700" y="195"/>
                      <a:pt x="700" y="156"/>
                      <a:pt x="700" y="117"/>
                    </a:cubicBezTo>
                    <a:cubicBezTo>
                      <a:pt x="738" y="117"/>
                      <a:pt x="777" y="117"/>
                      <a:pt x="817" y="117"/>
                    </a:cubicBezTo>
                    <a:cubicBezTo>
                      <a:pt x="817" y="78"/>
                      <a:pt x="817" y="40"/>
                      <a:pt x="817" y="0"/>
                    </a:cubicBezTo>
                    <a:cubicBezTo>
                      <a:pt x="855" y="0"/>
                      <a:pt x="894" y="0"/>
                      <a:pt x="933" y="0"/>
                    </a:cubicBezTo>
                    <a:cubicBezTo>
                      <a:pt x="933" y="115"/>
                      <a:pt x="933" y="231"/>
                      <a:pt x="933" y="350"/>
                    </a:cubicBezTo>
                    <a:cubicBezTo>
                      <a:pt x="895" y="350"/>
                      <a:pt x="856" y="350"/>
                      <a:pt x="817" y="350"/>
                    </a:cubicBezTo>
                    <a:cubicBezTo>
                      <a:pt x="817" y="427"/>
                      <a:pt x="817" y="504"/>
                      <a:pt x="817" y="583"/>
                    </a:cubicBezTo>
                    <a:cubicBezTo>
                      <a:pt x="778" y="583"/>
                      <a:pt x="740" y="583"/>
                      <a:pt x="700" y="583"/>
                    </a:cubicBezTo>
                    <a:cubicBezTo>
                      <a:pt x="700" y="699"/>
                      <a:pt x="700" y="814"/>
                      <a:pt x="700" y="933"/>
                    </a:cubicBezTo>
                    <a:cubicBezTo>
                      <a:pt x="661" y="933"/>
                      <a:pt x="623" y="933"/>
                      <a:pt x="583" y="933"/>
                    </a:cubicBezTo>
                    <a:cubicBezTo>
                      <a:pt x="583" y="1049"/>
                      <a:pt x="583" y="1164"/>
                      <a:pt x="583" y="1283"/>
                    </a:cubicBezTo>
                    <a:cubicBezTo>
                      <a:pt x="506" y="1283"/>
                      <a:pt x="429" y="1283"/>
                      <a:pt x="350" y="1283"/>
                    </a:cubicBezTo>
                    <a:cubicBezTo>
                      <a:pt x="350" y="1168"/>
                      <a:pt x="350" y="1052"/>
                      <a:pt x="350" y="933"/>
                    </a:cubicBezTo>
                    <a:cubicBezTo>
                      <a:pt x="312" y="933"/>
                      <a:pt x="273" y="933"/>
                      <a:pt x="233" y="933"/>
                    </a:cubicBezTo>
                    <a:cubicBezTo>
                      <a:pt x="233" y="779"/>
                      <a:pt x="233" y="625"/>
                      <a:pt x="233" y="467"/>
                    </a:cubicBezTo>
                    <a:cubicBezTo>
                      <a:pt x="195" y="467"/>
                      <a:pt x="156" y="467"/>
                      <a:pt x="117" y="467"/>
                    </a:cubicBezTo>
                    <a:cubicBezTo>
                      <a:pt x="117" y="390"/>
                      <a:pt x="117" y="313"/>
                      <a:pt x="117" y="233"/>
                    </a:cubicBezTo>
                    <a:cubicBezTo>
                      <a:pt x="78" y="233"/>
                      <a:pt x="40" y="233"/>
                      <a:pt x="0" y="233"/>
                    </a:cubicBezTo>
                    <a:cubicBezTo>
                      <a:pt x="0" y="156"/>
                      <a:pt x="0" y="7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08" name="ICON_SKILL_UNDERSTAND_path_023"/>
              <p:cNvSpPr/>
              <p:nvPr/>
            </p:nvSpPr>
            <p:spPr>
              <a:xfrm>
                <a:off x="4858915" y="961649"/>
                <a:ext cx="40746" cy="9357"/>
              </a:xfrm>
              <a:custGeom>
                <a:avLst/>
                <a:gdLst/>
                <a:ahLst/>
                <a:cxnLst/>
                <a:rect l="0" t="0" r="r" b="b"/>
                <a:pathLst>
                  <a:path w="3208" h="737" fill="norm" stroke="0">
                    <a:moveTo>
                      <a:pt x="422" y="8"/>
                    </a:moveTo>
                    <a:cubicBezTo>
                      <a:pt x="433" y="8"/>
                      <a:pt x="433" y="8"/>
                      <a:pt x="492" y="9"/>
                    </a:cubicBezTo>
                    <a:cubicBezTo>
                      <a:pt x="565" y="10"/>
                      <a:pt x="638" y="12"/>
                      <a:pt x="711" y="14"/>
                    </a:cubicBezTo>
                    <a:cubicBezTo>
                      <a:pt x="761" y="15"/>
                      <a:pt x="810" y="16"/>
                      <a:pt x="860" y="17"/>
                    </a:cubicBezTo>
                    <a:cubicBezTo>
                      <a:pt x="982" y="19"/>
                      <a:pt x="1103" y="22"/>
                      <a:pt x="1225" y="25"/>
                    </a:cubicBezTo>
                    <a:cubicBezTo>
                      <a:pt x="1225" y="64"/>
                      <a:pt x="1225" y="102"/>
                      <a:pt x="1225" y="142"/>
                    </a:cubicBezTo>
                    <a:cubicBezTo>
                      <a:pt x="1494" y="142"/>
                      <a:pt x="1764" y="142"/>
                      <a:pt x="2042" y="142"/>
                    </a:cubicBezTo>
                    <a:cubicBezTo>
                      <a:pt x="2042" y="181"/>
                      <a:pt x="2042" y="219"/>
                      <a:pt x="2042" y="259"/>
                    </a:cubicBezTo>
                    <a:cubicBezTo>
                      <a:pt x="2196" y="259"/>
                      <a:pt x="2350" y="259"/>
                      <a:pt x="2508" y="259"/>
                    </a:cubicBezTo>
                    <a:cubicBezTo>
                      <a:pt x="2508" y="297"/>
                      <a:pt x="2508" y="336"/>
                      <a:pt x="2508" y="375"/>
                    </a:cubicBezTo>
                    <a:cubicBezTo>
                      <a:pt x="2624" y="375"/>
                      <a:pt x="2739" y="375"/>
                      <a:pt x="2858" y="375"/>
                    </a:cubicBezTo>
                    <a:cubicBezTo>
                      <a:pt x="2858" y="414"/>
                      <a:pt x="2858" y="452"/>
                      <a:pt x="2858" y="492"/>
                    </a:cubicBezTo>
                    <a:cubicBezTo>
                      <a:pt x="2974" y="492"/>
                      <a:pt x="3089" y="492"/>
                      <a:pt x="3208" y="492"/>
                    </a:cubicBezTo>
                    <a:cubicBezTo>
                      <a:pt x="3208" y="511"/>
                      <a:pt x="3208" y="531"/>
                      <a:pt x="3208" y="550"/>
                    </a:cubicBezTo>
                    <a:cubicBezTo>
                      <a:pt x="3198" y="552"/>
                      <a:pt x="3198" y="552"/>
                      <a:pt x="3147" y="559"/>
                    </a:cubicBezTo>
                    <a:cubicBezTo>
                      <a:pt x="3120" y="563"/>
                      <a:pt x="3093" y="568"/>
                      <a:pt x="3066" y="572"/>
                    </a:cubicBezTo>
                    <a:cubicBezTo>
                      <a:pt x="3040" y="576"/>
                      <a:pt x="3013" y="580"/>
                      <a:pt x="2986" y="585"/>
                    </a:cubicBezTo>
                    <a:cubicBezTo>
                      <a:pt x="2917" y="609"/>
                      <a:pt x="2917" y="609"/>
                      <a:pt x="2886" y="669"/>
                    </a:cubicBezTo>
                    <a:cubicBezTo>
                      <a:pt x="2881" y="678"/>
                      <a:pt x="2881" y="678"/>
                      <a:pt x="2858" y="725"/>
                    </a:cubicBezTo>
                    <a:cubicBezTo>
                      <a:pt x="2802" y="737"/>
                      <a:pt x="2802" y="737"/>
                      <a:pt x="2738" y="733"/>
                    </a:cubicBezTo>
                    <a:cubicBezTo>
                      <a:pt x="2701" y="730"/>
                      <a:pt x="2663" y="728"/>
                      <a:pt x="2625" y="725"/>
                    </a:cubicBezTo>
                    <a:cubicBezTo>
                      <a:pt x="2625" y="648"/>
                      <a:pt x="2625" y="571"/>
                      <a:pt x="2625" y="492"/>
                    </a:cubicBezTo>
                    <a:cubicBezTo>
                      <a:pt x="2566" y="496"/>
                      <a:pt x="2507" y="500"/>
                      <a:pt x="2448" y="503"/>
                    </a:cubicBezTo>
                    <a:cubicBezTo>
                      <a:pt x="2430" y="500"/>
                      <a:pt x="2411" y="496"/>
                      <a:pt x="2392" y="492"/>
                    </a:cubicBezTo>
                    <a:cubicBezTo>
                      <a:pt x="2383" y="473"/>
                      <a:pt x="2375" y="454"/>
                      <a:pt x="2366" y="434"/>
                    </a:cubicBezTo>
                    <a:cubicBezTo>
                      <a:pt x="2355" y="415"/>
                      <a:pt x="2345" y="395"/>
                      <a:pt x="2333" y="375"/>
                    </a:cubicBezTo>
                    <a:cubicBezTo>
                      <a:pt x="2278" y="362"/>
                      <a:pt x="2278" y="362"/>
                      <a:pt x="2213" y="364"/>
                    </a:cubicBezTo>
                    <a:cubicBezTo>
                      <a:pt x="2189" y="364"/>
                      <a:pt x="2166" y="365"/>
                      <a:pt x="2142" y="365"/>
                    </a:cubicBezTo>
                    <a:cubicBezTo>
                      <a:pt x="2129" y="366"/>
                      <a:pt x="2129" y="366"/>
                      <a:pt x="2067" y="368"/>
                    </a:cubicBezTo>
                    <a:cubicBezTo>
                      <a:pt x="2042" y="369"/>
                      <a:pt x="2018" y="369"/>
                      <a:pt x="1992" y="370"/>
                    </a:cubicBezTo>
                    <a:cubicBezTo>
                      <a:pt x="1931" y="371"/>
                      <a:pt x="1870" y="373"/>
                      <a:pt x="1808" y="375"/>
                    </a:cubicBezTo>
                    <a:cubicBezTo>
                      <a:pt x="1808" y="414"/>
                      <a:pt x="1808" y="452"/>
                      <a:pt x="1808" y="492"/>
                    </a:cubicBezTo>
                    <a:cubicBezTo>
                      <a:pt x="1654" y="492"/>
                      <a:pt x="1500" y="492"/>
                      <a:pt x="1342" y="492"/>
                    </a:cubicBezTo>
                    <a:cubicBezTo>
                      <a:pt x="1342" y="415"/>
                      <a:pt x="1342" y="338"/>
                      <a:pt x="1342" y="259"/>
                    </a:cubicBezTo>
                    <a:cubicBezTo>
                      <a:pt x="1226" y="259"/>
                      <a:pt x="1111" y="259"/>
                      <a:pt x="992" y="259"/>
                    </a:cubicBezTo>
                    <a:cubicBezTo>
                      <a:pt x="992" y="220"/>
                      <a:pt x="992" y="182"/>
                      <a:pt x="992" y="142"/>
                    </a:cubicBezTo>
                    <a:cubicBezTo>
                      <a:pt x="888" y="141"/>
                      <a:pt x="784" y="140"/>
                      <a:pt x="680" y="139"/>
                    </a:cubicBezTo>
                    <a:cubicBezTo>
                      <a:pt x="645" y="139"/>
                      <a:pt x="610" y="138"/>
                      <a:pt x="575" y="138"/>
                    </a:cubicBezTo>
                    <a:cubicBezTo>
                      <a:pt x="374" y="135"/>
                      <a:pt x="193" y="138"/>
                      <a:pt x="0" y="200"/>
                    </a:cubicBezTo>
                    <a:cubicBezTo>
                      <a:pt x="127" y="38"/>
                      <a:pt x="219" y="0"/>
                      <a:pt x="422" y="8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09" name="ICON_SKILL_UNDERSTAND_path_024"/>
              <p:cNvSpPr/>
              <p:nvPr/>
            </p:nvSpPr>
            <p:spPr>
              <a:xfrm>
                <a:off x="4772237" y="1064207"/>
                <a:ext cx="10372" cy="22225"/>
              </a:xfrm>
              <a:custGeom>
                <a:avLst/>
                <a:gdLst/>
                <a:ahLst/>
                <a:cxnLst/>
                <a:rect l="0" t="0" r="r" b="b"/>
                <a:pathLst>
                  <a:path w="817" h="1750" fill="norm" stroke="0">
                    <a:moveTo>
                      <a:pt x="0" y="0"/>
                    </a:moveTo>
                    <a:cubicBezTo>
                      <a:pt x="77" y="0"/>
                      <a:pt x="154" y="0"/>
                      <a:pt x="233" y="0"/>
                    </a:cubicBezTo>
                    <a:cubicBezTo>
                      <a:pt x="233" y="154"/>
                      <a:pt x="233" y="308"/>
                      <a:pt x="233" y="467"/>
                    </a:cubicBezTo>
                    <a:cubicBezTo>
                      <a:pt x="272" y="467"/>
                      <a:pt x="310" y="467"/>
                      <a:pt x="350" y="467"/>
                    </a:cubicBezTo>
                    <a:cubicBezTo>
                      <a:pt x="350" y="505"/>
                      <a:pt x="350" y="544"/>
                      <a:pt x="350" y="583"/>
                    </a:cubicBezTo>
                    <a:cubicBezTo>
                      <a:pt x="389" y="583"/>
                      <a:pt x="427" y="583"/>
                      <a:pt x="467" y="583"/>
                    </a:cubicBezTo>
                    <a:cubicBezTo>
                      <a:pt x="467" y="622"/>
                      <a:pt x="467" y="660"/>
                      <a:pt x="467" y="700"/>
                    </a:cubicBezTo>
                    <a:cubicBezTo>
                      <a:pt x="505" y="700"/>
                      <a:pt x="544" y="700"/>
                      <a:pt x="583" y="700"/>
                    </a:cubicBezTo>
                    <a:cubicBezTo>
                      <a:pt x="583" y="739"/>
                      <a:pt x="583" y="777"/>
                      <a:pt x="583" y="817"/>
                    </a:cubicBezTo>
                    <a:cubicBezTo>
                      <a:pt x="660" y="817"/>
                      <a:pt x="737" y="817"/>
                      <a:pt x="817" y="817"/>
                    </a:cubicBezTo>
                    <a:cubicBezTo>
                      <a:pt x="817" y="932"/>
                      <a:pt x="817" y="1048"/>
                      <a:pt x="817" y="1167"/>
                    </a:cubicBezTo>
                    <a:cubicBezTo>
                      <a:pt x="778" y="1167"/>
                      <a:pt x="740" y="1167"/>
                      <a:pt x="700" y="1167"/>
                    </a:cubicBezTo>
                    <a:cubicBezTo>
                      <a:pt x="700" y="1205"/>
                      <a:pt x="700" y="1244"/>
                      <a:pt x="700" y="1283"/>
                    </a:cubicBezTo>
                    <a:cubicBezTo>
                      <a:pt x="623" y="1283"/>
                      <a:pt x="546" y="1283"/>
                      <a:pt x="467" y="1283"/>
                    </a:cubicBezTo>
                    <a:cubicBezTo>
                      <a:pt x="467" y="1437"/>
                      <a:pt x="467" y="1591"/>
                      <a:pt x="467" y="1750"/>
                    </a:cubicBezTo>
                    <a:cubicBezTo>
                      <a:pt x="428" y="1750"/>
                      <a:pt x="390" y="1750"/>
                      <a:pt x="350" y="1750"/>
                    </a:cubicBezTo>
                    <a:cubicBezTo>
                      <a:pt x="350" y="1635"/>
                      <a:pt x="350" y="1519"/>
                      <a:pt x="350" y="1400"/>
                    </a:cubicBezTo>
                    <a:cubicBezTo>
                      <a:pt x="312" y="1400"/>
                      <a:pt x="273" y="1400"/>
                      <a:pt x="233" y="1400"/>
                    </a:cubicBezTo>
                    <a:cubicBezTo>
                      <a:pt x="233" y="1284"/>
                      <a:pt x="233" y="1169"/>
                      <a:pt x="233" y="1050"/>
                    </a:cubicBezTo>
                    <a:cubicBezTo>
                      <a:pt x="195" y="1050"/>
                      <a:pt x="156" y="1050"/>
                      <a:pt x="117" y="1050"/>
                    </a:cubicBezTo>
                    <a:cubicBezTo>
                      <a:pt x="117" y="819"/>
                      <a:pt x="117" y="588"/>
                      <a:pt x="117" y="350"/>
                    </a:cubicBezTo>
                    <a:cubicBezTo>
                      <a:pt x="78" y="350"/>
                      <a:pt x="40" y="350"/>
                      <a:pt x="0" y="350"/>
                    </a:cubicBezTo>
                    <a:cubicBezTo>
                      <a:pt x="0" y="234"/>
                      <a:pt x="0" y="11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10" name="ICON_SKILL_UNDERSTAND_path_025"/>
              <p:cNvSpPr/>
              <p:nvPr/>
            </p:nvSpPr>
            <p:spPr>
              <a:xfrm>
                <a:off x="4935220" y="1056799"/>
                <a:ext cx="10620" cy="10612"/>
              </a:xfrm>
              <a:custGeom>
                <a:avLst/>
                <a:gdLst/>
                <a:ahLst/>
                <a:cxnLst/>
                <a:rect l="0" t="0" r="r" b="b"/>
                <a:pathLst>
                  <a:path w="836" h="836" fill="norm" stroke="0">
                    <a:moveTo>
                      <a:pt x="350" y="0"/>
                    </a:moveTo>
                    <a:cubicBezTo>
                      <a:pt x="466" y="0"/>
                      <a:pt x="581" y="0"/>
                      <a:pt x="700" y="0"/>
                    </a:cubicBezTo>
                    <a:cubicBezTo>
                      <a:pt x="700" y="38"/>
                      <a:pt x="700" y="77"/>
                      <a:pt x="700" y="117"/>
                    </a:cubicBezTo>
                    <a:cubicBezTo>
                      <a:pt x="739" y="117"/>
                      <a:pt x="777" y="117"/>
                      <a:pt x="817" y="117"/>
                    </a:cubicBezTo>
                    <a:cubicBezTo>
                      <a:pt x="822" y="211"/>
                      <a:pt x="825" y="306"/>
                      <a:pt x="828" y="401"/>
                    </a:cubicBezTo>
                    <a:cubicBezTo>
                      <a:pt x="828" y="414"/>
                      <a:pt x="828" y="414"/>
                      <a:pt x="832" y="482"/>
                    </a:cubicBezTo>
                    <a:cubicBezTo>
                      <a:pt x="836" y="674"/>
                      <a:pt x="836" y="674"/>
                      <a:pt x="783" y="744"/>
                    </a:cubicBezTo>
                    <a:cubicBezTo>
                      <a:pt x="685" y="816"/>
                      <a:pt x="586" y="836"/>
                      <a:pt x="467" y="831"/>
                    </a:cubicBezTo>
                    <a:cubicBezTo>
                      <a:pt x="459" y="831"/>
                      <a:pt x="459" y="831"/>
                      <a:pt x="421" y="830"/>
                    </a:cubicBezTo>
                    <a:cubicBezTo>
                      <a:pt x="310" y="825"/>
                      <a:pt x="229" y="804"/>
                      <a:pt x="143" y="734"/>
                    </a:cubicBezTo>
                    <a:cubicBezTo>
                      <a:pt x="117" y="700"/>
                      <a:pt x="117" y="700"/>
                      <a:pt x="106" y="634"/>
                    </a:cubicBezTo>
                    <a:cubicBezTo>
                      <a:pt x="109" y="618"/>
                      <a:pt x="113" y="601"/>
                      <a:pt x="117" y="583"/>
                    </a:cubicBezTo>
                    <a:cubicBezTo>
                      <a:pt x="78" y="583"/>
                      <a:pt x="40" y="583"/>
                      <a:pt x="0" y="583"/>
                    </a:cubicBezTo>
                    <a:cubicBezTo>
                      <a:pt x="0" y="468"/>
                      <a:pt x="0" y="352"/>
                      <a:pt x="0" y="233"/>
                    </a:cubicBezTo>
                    <a:cubicBezTo>
                      <a:pt x="38" y="233"/>
                      <a:pt x="77" y="233"/>
                      <a:pt x="117" y="233"/>
                    </a:cubicBezTo>
                    <a:cubicBezTo>
                      <a:pt x="117" y="195"/>
                      <a:pt x="117" y="156"/>
                      <a:pt x="117" y="117"/>
                    </a:cubicBezTo>
                    <a:cubicBezTo>
                      <a:pt x="194" y="117"/>
                      <a:pt x="271" y="117"/>
                      <a:pt x="350" y="117"/>
                    </a:cubicBezTo>
                    <a:cubicBezTo>
                      <a:pt x="350" y="78"/>
                      <a:pt x="350" y="40"/>
                      <a:pt x="350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741" cap="flat">
                <a:noFill/>
              </a:ln>
            </p:spPr>
          </p:sp>
          <p:sp>
            <p:nvSpPr>
              <p:cNvPr id="511" name="ICON_SKILL_UNDERSTAND_path_026"/>
              <p:cNvSpPr/>
              <p:nvPr/>
            </p:nvSpPr>
            <p:spPr>
              <a:xfrm>
                <a:off x="4972262" y="1127919"/>
                <a:ext cx="11853" cy="8890"/>
              </a:xfrm>
              <a:custGeom>
                <a:avLst/>
                <a:gdLst/>
                <a:ahLst/>
                <a:cxnLst/>
                <a:rect l="0" t="0" r="r" b="b"/>
                <a:pathLst>
                  <a:path w="933" h="700" fill="norm" stroke="0">
                    <a:moveTo>
                      <a:pt x="117" y="0"/>
                    </a:moveTo>
                    <a:cubicBezTo>
                      <a:pt x="309" y="0"/>
                      <a:pt x="502" y="0"/>
                      <a:pt x="700" y="0"/>
                    </a:cubicBezTo>
                    <a:cubicBezTo>
                      <a:pt x="700" y="38"/>
                      <a:pt x="700" y="77"/>
                      <a:pt x="700" y="117"/>
                    </a:cubicBezTo>
                    <a:cubicBezTo>
                      <a:pt x="738" y="117"/>
                      <a:pt x="777" y="117"/>
                      <a:pt x="817" y="117"/>
                    </a:cubicBezTo>
                    <a:cubicBezTo>
                      <a:pt x="817" y="155"/>
                      <a:pt x="817" y="194"/>
                      <a:pt x="817" y="233"/>
                    </a:cubicBezTo>
                    <a:cubicBezTo>
                      <a:pt x="855" y="233"/>
                      <a:pt x="894" y="233"/>
                      <a:pt x="933" y="233"/>
                    </a:cubicBezTo>
                    <a:cubicBezTo>
                      <a:pt x="933" y="387"/>
                      <a:pt x="933" y="541"/>
                      <a:pt x="933" y="700"/>
                    </a:cubicBezTo>
                    <a:cubicBezTo>
                      <a:pt x="702" y="700"/>
                      <a:pt x="471" y="700"/>
                      <a:pt x="233" y="700"/>
                    </a:cubicBezTo>
                    <a:cubicBezTo>
                      <a:pt x="233" y="585"/>
                      <a:pt x="233" y="469"/>
                      <a:pt x="233" y="350"/>
                    </a:cubicBezTo>
                    <a:cubicBezTo>
                      <a:pt x="195" y="350"/>
                      <a:pt x="156" y="350"/>
                      <a:pt x="117" y="350"/>
                    </a:cubicBezTo>
                    <a:cubicBezTo>
                      <a:pt x="117" y="311"/>
                      <a:pt x="117" y="273"/>
                      <a:pt x="117" y="233"/>
                    </a:cubicBezTo>
                    <a:cubicBezTo>
                      <a:pt x="78" y="233"/>
                      <a:pt x="40" y="233"/>
                      <a:pt x="0" y="233"/>
                    </a:cubicBezTo>
                    <a:cubicBezTo>
                      <a:pt x="0" y="195"/>
                      <a:pt x="0" y="156"/>
                      <a:pt x="0" y="117"/>
                    </a:cubicBezTo>
                    <a:cubicBezTo>
                      <a:pt x="38" y="117"/>
                      <a:pt x="77" y="117"/>
                      <a:pt x="117" y="117"/>
                    </a:cubicBezTo>
                    <a:cubicBezTo>
                      <a:pt x="117" y="78"/>
                      <a:pt x="117" y="40"/>
                      <a:pt x="11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12" name="ICON_SKILL_UNDERSTAND_path_027"/>
              <p:cNvSpPr/>
              <p:nvPr/>
            </p:nvSpPr>
            <p:spPr>
              <a:xfrm>
                <a:off x="5052272" y="1204965"/>
                <a:ext cx="8890" cy="16298"/>
              </a:xfrm>
              <a:custGeom>
                <a:avLst/>
                <a:gdLst/>
                <a:ahLst/>
                <a:cxnLst/>
                <a:rect l="0" t="0" r="r" b="b"/>
                <a:pathLst>
                  <a:path w="700" h="1283" fill="norm" stroke="0">
                    <a:moveTo>
                      <a:pt x="467" y="0"/>
                    </a:moveTo>
                    <a:cubicBezTo>
                      <a:pt x="505" y="0"/>
                      <a:pt x="544" y="0"/>
                      <a:pt x="583" y="0"/>
                    </a:cubicBezTo>
                    <a:cubicBezTo>
                      <a:pt x="583" y="38"/>
                      <a:pt x="583" y="77"/>
                      <a:pt x="583" y="117"/>
                    </a:cubicBezTo>
                    <a:cubicBezTo>
                      <a:pt x="622" y="117"/>
                      <a:pt x="660" y="117"/>
                      <a:pt x="700" y="117"/>
                    </a:cubicBezTo>
                    <a:cubicBezTo>
                      <a:pt x="700" y="155"/>
                      <a:pt x="700" y="194"/>
                      <a:pt x="700" y="233"/>
                    </a:cubicBezTo>
                    <a:cubicBezTo>
                      <a:pt x="661" y="233"/>
                      <a:pt x="623" y="233"/>
                      <a:pt x="583" y="233"/>
                    </a:cubicBezTo>
                    <a:cubicBezTo>
                      <a:pt x="583" y="464"/>
                      <a:pt x="583" y="695"/>
                      <a:pt x="583" y="933"/>
                    </a:cubicBezTo>
                    <a:cubicBezTo>
                      <a:pt x="545" y="933"/>
                      <a:pt x="506" y="933"/>
                      <a:pt x="467" y="933"/>
                    </a:cubicBezTo>
                    <a:cubicBezTo>
                      <a:pt x="467" y="1010"/>
                      <a:pt x="467" y="1087"/>
                      <a:pt x="467" y="1167"/>
                    </a:cubicBezTo>
                    <a:cubicBezTo>
                      <a:pt x="428" y="1167"/>
                      <a:pt x="390" y="1167"/>
                      <a:pt x="350" y="1167"/>
                    </a:cubicBezTo>
                    <a:cubicBezTo>
                      <a:pt x="350" y="1128"/>
                      <a:pt x="350" y="1090"/>
                      <a:pt x="350" y="1050"/>
                    </a:cubicBezTo>
                    <a:cubicBezTo>
                      <a:pt x="311" y="1050"/>
                      <a:pt x="273" y="1050"/>
                      <a:pt x="233" y="1050"/>
                    </a:cubicBezTo>
                    <a:cubicBezTo>
                      <a:pt x="233" y="1127"/>
                      <a:pt x="233" y="1204"/>
                      <a:pt x="233" y="1283"/>
                    </a:cubicBezTo>
                    <a:cubicBezTo>
                      <a:pt x="156" y="1283"/>
                      <a:pt x="79" y="1283"/>
                      <a:pt x="0" y="1283"/>
                    </a:cubicBezTo>
                    <a:cubicBezTo>
                      <a:pt x="9" y="1259"/>
                      <a:pt x="18" y="1234"/>
                      <a:pt x="28" y="1209"/>
                    </a:cubicBezTo>
                    <a:cubicBezTo>
                      <a:pt x="62" y="1106"/>
                      <a:pt x="71" y="1008"/>
                      <a:pt x="77" y="900"/>
                    </a:cubicBezTo>
                    <a:cubicBezTo>
                      <a:pt x="78" y="881"/>
                      <a:pt x="79" y="861"/>
                      <a:pt x="80" y="842"/>
                    </a:cubicBezTo>
                    <a:cubicBezTo>
                      <a:pt x="84" y="781"/>
                      <a:pt x="88" y="721"/>
                      <a:pt x="91" y="660"/>
                    </a:cubicBezTo>
                    <a:cubicBezTo>
                      <a:pt x="94" y="619"/>
                      <a:pt x="96" y="577"/>
                      <a:pt x="99" y="536"/>
                    </a:cubicBezTo>
                    <a:cubicBezTo>
                      <a:pt x="105" y="435"/>
                      <a:pt x="111" y="334"/>
                      <a:pt x="117" y="233"/>
                    </a:cubicBezTo>
                    <a:cubicBezTo>
                      <a:pt x="155" y="233"/>
                      <a:pt x="194" y="233"/>
                      <a:pt x="233" y="233"/>
                    </a:cubicBezTo>
                    <a:cubicBezTo>
                      <a:pt x="233" y="195"/>
                      <a:pt x="233" y="156"/>
                      <a:pt x="233" y="117"/>
                    </a:cubicBezTo>
                    <a:cubicBezTo>
                      <a:pt x="310" y="117"/>
                      <a:pt x="387" y="117"/>
                      <a:pt x="467" y="117"/>
                    </a:cubicBezTo>
                    <a:cubicBezTo>
                      <a:pt x="467" y="78"/>
                      <a:pt x="467" y="40"/>
                      <a:pt x="46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13" name="ICON_SKILL_UNDERSTAND_path_028"/>
              <p:cNvSpPr/>
              <p:nvPr/>
            </p:nvSpPr>
            <p:spPr>
              <a:xfrm>
                <a:off x="4858173" y="1024943"/>
                <a:ext cx="8890" cy="22966"/>
              </a:xfrm>
              <a:custGeom>
                <a:avLst/>
                <a:gdLst/>
                <a:ahLst/>
                <a:cxnLst/>
                <a:rect l="0" t="0" r="r" b="b"/>
                <a:pathLst>
                  <a:path w="700" h="1808" fill="norm" stroke="0">
                    <a:moveTo>
                      <a:pt x="0" y="0"/>
                    </a:moveTo>
                    <a:cubicBezTo>
                      <a:pt x="38" y="0"/>
                      <a:pt x="77" y="0"/>
                      <a:pt x="117" y="0"/>
                    </a:cubicBezTo>
                    <a:cubicBezTo>
                      <a:pt x="117" y="135"/>
                      <a:pt x="117" y="269"/>
                      <a:pt x="117" y="408"/>
                    </a:cubicBezTo>
                    <a:cubicBezTo>
                      <a:pt x="155" y="408"/>
                      <a:pt x="194" y="408"/>
                      <a:pt x="233" y="408"/>
                    </a:cubicBezTo>
                    <a:cubicBezTo>
                      <a:pt x="233" y="447"/>
                      <a:pt x="233" y="485"/>
                      <a:pt x="233" y="525"/>
                    </a:cubicBezTo>
                    <a:cubicBezTo>
                      <a:pt x="272" y="525"/>
                      <a:pt x="310" y="525"/>
                      <a:pt x="350" y="525"/>
                    </a:cubicBezTo>
                    <a:cubicBezTo>
                      <a:pt x="350" y="602"/>
                      <a:pt x="350" y="679"/>
                      <a:pt x="350" y="758"/>
                    </a:cubicBezTo>
                    <a:cubicBezTo>
                      <a:pt x="427" y="758"/>
                      <a:pt x="504" y="758"/>
                      <a:pt x="583" y="758"/>
                    </a:cubicBezTo>
                    <a:cubicBezTo>
                      <a:pt x="583" y="874"/>
                      <a:pt x="583" y="989"/>
                      <a:pt x="583" y="1108"/>
                    </a:cubicBezTo>
                    <a:cubicBezTo>
                      <a:pt x="545" y="1108"/>
                      <a:pt x="506" y="1108"/>
                      <a:pt x="467" y="1108"/>
                    </a:cubicBezTo>
                    <a:cubicBezTo>
                      <a:pt x="467" y="1224"/>
                      <a:pt x="467" y="1339"/>
                      <a:pt x="467" y="1458"/>
                    </a:cubicBezTo>
                    <a:cubicBezTo>
                      <a:pt x="544" y="1458"/>
                      <a:pt x="621" y="1458"/>
                      <a:pt x="700" y="1458"/>
                    </a:cubicBezTo>
                    <a:cubicBezTo>
                      <a:pt x="700" y="1535"/>
                      <a:pt x="700" y="1612"/>
                      <a:pt x="700" y="1692"/>
                    </a:cubicBezTo>
                    <a:cubicBezTo>
                      <a:pt x="661" y="1692"/>
                      <a:pt x="623" y="1692"/>
                      <a:pt x="583" y="1692"/>
                    </a:cubicBezTo>
                    <a:cubicBezTo>
                      <a:pt x="564" y="1730"/>
                      <a:pt x="545" y="1769"/>
                      <a:pt x="525" y="1808"/>
                    </a:cubicBezTo>
                    <a:cubicBezTo>
                      <a:pt x="477" y="1789"/>
                      <a:pt x="477" y="1789"/>
                      <a:pt x="233" y="1692"/>
                    </a:cubicBezTo>
                    <a:cubicBezTo>
                      <a:pt x="233" y="1461"/>
                      <a:pt x="233" y="1230"/>
                      <a:pt x="233" y="992"/>
                    </a:cubicBezTo>
                    <a:cubicBezTo>
                      <a:pt x="195" y="992"/>
                      <a:pt x="156" y="992"/>
                      <a:pt x="117" y="992"/>
                    </a:cubicBezTo>
                    <a:cubicBezTo>
                      <a:pt x="117" y="838"/>
                      <a:pt x="117" y="684"/>
                      <a:pt x="117" y="525"/>
                    </a:cubicBezTo>
                    <a:cubicBezTo>
                      <a:pt x="78" y="525"/>
                      <a:pt x="40" y="525"/>
                      <a:pt x="0" y="525"/>
                    </a:cubicBezTo>
                    <a:cubicBezTo>
                      <a:pt x="0" y="352"/>
                      <a:pt x="0" y="17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14" name="ICON_SKILL_UNDERSTAND_path_029"/>
              <p:cNvSpPr/>
              <p:nvPr/>
            </p:nvSpPr>
            <p:spPr>
              <a:xfrm>
                <a:off x="4772237" y="1027906"/>
                <a:ext cx="8890" cy="36301"/>
              </a:xfrm>
              <a:custGeom>
                <a:avLst/>
                <a:gdLst/>
                <a:ahLst/>
                <a:cxnLst/>
                <a:rect l="0" t="0" r="r" b="b"/>
                <a:pathLst>
                  <a:path w="700" h="2858" fill="norm" stroke="0">
                    <a:moveTo>
                      <a:pt x="350" y="0"/>
                    </a:moveTo>
                    <a:cubicBezTo>
                      <a:pt x="370" y="26"/>
                      <a:pt x="389" y="53"/>
                      <a:pt x="408" y="80"/>
                    </a:cubicBezTo>
                    <a:cubicBezTo>
                      <a:pt x="419" y="95"/>
                      <a:pt x="430" y="110"/>
                      <a:pt x="441" y="125"/>
                    </a:cubicBezTo>
                    <a:cubicBezTo>
                      <a:pt x="467" y="175"/>
                      <a:pt x="467" y="175"/>
                      <a:pt x="467" y="292"/>
                    </a:cubicBezTo>
                    <a:cubicBezTo>
                      <a:pt x="544" y="292"/>
                      <a:pt x="621" y="292"/>
                      <a:pt x="700" y="292"/>
                    </a:cubicBezTo>
                    <a:cubicBezTo>
                      <a:pt x="700" y="369"/>
                      <a:pt x="700" y="446"/>
                      <a:pt x="700" y="525"/>
                    </a:cubicBezTo>
                    <a:cubicBezTo>
                      <a:pt x="662" y="525"/>
                      <a:pt x="623" y="525"/>
                      <a:pt x="583" y="525"/>
                    </a:cubicBezTo>
                    <a:cubicBezTo>
                      <a:pt x="583" y="602"/>
                      <a:pt x="583" y="679"/>
                      <a:pt x="583" y="758"/>
                    </a:cubicBezTo>
                    <a:cubicBezTo>
                      <a:pt x="545" y="758"/>
                      <a:pt x="506" y="758"/>
                      <a:pt x="467" y="758"/>
                    </a:cubicBezTo>
                    <a:cubicBezTo>
                      <a:pt x="467" y="835"/>
                      <a:pt x="467" y="912"/>
                      <a:pt x="467" y="992"/>
                    </a:cubicBezTo>
                    <a:cubicBezTo>
                      <a:pt x="390" y="992"/>
                      <a:pt x="313" y="992"/>
                      <a:pt x="233" y="992"/>
                    </a:cubicBezTo>
                    <a:cubicBezTo>
                      <a:pt x="233" y="1069"/>
                      <a:pt x="233" y="1146"/>
                      <a:pt x="233" y="1225"/>
                    </a:cubicBezTo>
                    <a:cubicBezTo>
                      <a:pt x="195" y="1225"/>
                      <a:pt x="156" y="1225"/>
                      <a:pt x="117" y="1225"/>
                    </a:cubicBezTo>
                    <a:cubicBezTo>
                      <a:pt x="97" y="1764"/>
                      <a:pt x="78" y="2303"/>
                      <a:pt x="58" y="2858"/>
                    </a:cubicBezTo>
                    <a:cubicBezTo>
                      <a:pt x="39" y="2858"/>
                      <a:pt x="20" y="2858"/>
                      <a:pt x="0" y="2858"/>
                    </a:cubicBezTo>
                    <a:cubicBezTo>
                      <a:pt x="0" y="2281"/>
                      <a:pt x="0" y="1703"/>
                      <a:pt x="0" y="1108"/>
                    </a:cubicBezTo>
                    <a:cubicBezTo>
                      <a:pt x="38" y="1108"/>
                      <a:pt x="77" y="1108"/>
                      <a:pt x="117" y="1108"/>
                    </a:cubicBezTo>
                    <a:cubicBezTo>
                      <a:pt x="117" y="954"/>
                      <a:pt x="117" y="800"/>
                      <a:pt x="117" y="642"/>
                    </a:cubicBezTo>
                    <a:cubicBezTo>
                      <a:pt x="155" y="642"/>
                      <a:pt x="194" y="642"/>
                      <a:pt x="233" y="642"/>
                    </a:cubicBezTo>
                    <a:cubicBezTo>
                      <a:pt x="233" y="488"/>
                      <a:pt x="233" y="334"/>
                      <a:pt x="233" y="175"/>
                    </a:cubicBezTo>
                    <a:cubicBezTo>
                      <a:pt x="272" y="175"/>
                      <a:pt x="310" y="175"/>
                      <a:pt x="350" y="175"/>
                    </a:cubicBezTo>
                    <a:cubicBezTo>
                      <a:pt x="350" y="117"/>
                      <a:pt x="350" y="59"/>
                      <a:pt x="35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15" name="ICON_SKILL_UNDERSTAND_path_030"/>
              <p:cNvSpPr/>
              <p:nvPr/>
            </p:nvSpPr>
            <p:spPr>
              <a:xfrm>
                <a:off x="4831503" y="963454"/>
                <a:ext cx="27411" cy="7408"/>
              </a:xfrm>
              <a:custGeom>
                <a:avLst/>
                <a:gdLst/>
                <a:ahLst/>
                <a:cxnLst/>
                <a:rect l="0" t="0" r="r" b="b"/>
                <a:pathLst>
                  <a:path w="2158" h="583" fill="norm" stroke="0">
                    <a:moveTo>
                      <a:pt x="1517" y="0"/>
                    </a:moveTo>
                    <a:cubicBezTo>
                      <a:pt x="1728" y="0"/>
                      <a:pt x="1940" y="0"/>
                      <a:pt x="2158" y="0"/>
                    </a:cubicBezTo>
                    <a:cubicBezTo>
                      <a:pt x="2101" y="19"/>
                      <a:pt x="2043" y="38"/>
                      <a:pt x="1983" y="58"/>
                    </a:cubicBezTo>
                    <a:cubicBezTo>
                      <a:pt x="1983" y="116"/>
                      <a:pt x="1983" y="174"/>
                      <a:pt x="1983" y="233"/>
                    </a:cubicBezTo>
                    <a:cubicBezTo>
                      <a:pt x="1829" y="233"/>
                      <a:pt x="1675" y="233"/>
                      <a:pt x="1517" y="233"/>
                    </a:cubicBezTo>
                    <a:cubicBezTo>
                      <a:pt x="1517" y="272"/>
                      <a:pt x="1517" y="310"/>
                      <a:pt x="1517" y="350"/>
                    </a:cubicBezTo>
                    <a:cubicBezTo>
                      <a:pt x="1478" y="350"/>
                      <a:pt x="1440" y="350"/>
                      <a:pt x="1400" y="350"/>
                    </a:cubicBezTo>
                    <a:cubicBezTo>
                      <a:pt x="1400" y="388"/>
                      <a:pt x="1400" y="427"/>
                      <a:pt x="1400" y="467"/>
                    </a:cubicBezTo>
                    <a:cubicBezTo>
                      <a:pt x="1323" y="467"/>
                      <a:pt x="1246" y="467"/>
                      <a:pt x="1167" y="467"/>
                    </a:cubicBezTo>
                    <a:cubicBezTo>
                      <a:pt x="1167" y="428"/>
                      <a:pt x="1167" y="390"/>
                      <a:pt x="1167" y="350"/>
                    </a:cubicBezTo>
                    <a:cubicBezTo>
                      <a:pt x="1090" y="350"/>
                      <a:pt x="1013" y="350"/>
                      <a:pt x="933" y="350"/>
                    </a:cubicBezTo>
                    <a:cubicBezTo>
                      <a:pt x="933" y="388"/>
                      <a:pt x="933" y="427"/>
                      <a:pt x="933" y="467"/>
                    </a:cubicBezTo>
                    <a:cubicBezTo>
                      <a:pt x="972" y="467"/>
                      <a:pt x="1010" y="467"/>
                      <a:pt x="1050" y="467"/>
                    </a:cubicBezTo>
                    <a:cubicBezTo>
                      <a:pt x="1050" y="505"/>
                      <a:pt x="1050" y="544"/>
                      <a:pt x="1050" y="583"/>
                    </a:cubicBezTo>
                    <a:cubicBezTo>
                      <a:pt x="934" y="583"/>
                      <a:pt x="819" y="583"/>
                      <a:pt x="700" y="583"/>
                    </a:cubicBezTo>
                    <a:cubicBezTo>
                      <a:pt x="700" y="545"/>
                      <a:pt x="700" y="506"/>
                      <a:pt x="700" y="467"/>
                    </a:cubicBezTo>
                    <a:cubicBezTo>
                      <a:pt x="653" y="465"/>
                      <a:pt x="605" y="464"/>
                      <a:pt x="558" y="463"/>
                    </a:cubicBezTo>
                    <a:cubicBezTo>
                      <a:pt x="531" y="462"/>
                      <a:pt x="505" y="462"/>
                      <a:pt x="478" y="461"/>
                    </a:cubicBezTo>
                    <a:cubicBezTo>
                      <a:pt x="408" y="467"/>
                      <a:pt x="408" y="467"/>
                      <a:pt x="350" y="525"/>
                    </a:cubicBezTo>
                    <a:cubicBezTo>
                      <a:pt x="289" y="529"/>
                      <a:pt x="232" y="530"/>
                      <a:pt x="171" y="529"/>
                    </a:cubicBezTo>
                    <a:cubicBezTo>
                      <a:pt x="163" y="528"/>
                      <a:pt x="163" y="528"/>
                      <a:pt x="122" y="528"/>
                    </a:cubicBezTo>
                    <a:cubicBezTo>
                      <a:pt x="81" y="527"/>
                      <a:pt x="41" y="526"/>
                      <a:pt x="0" y="525"/>
                    </a:cubicBezTo>
                    <a:cubicBezTo>
                      <a:pt x="0" y="506"/>
                      <a:pt x="0" y="487"/>
                      <a:pt x="0" y="467"/>
                    </a:cubicBezTo>
                    <a:cubicBezTo>
                      <a:pt x="372" y="328"/>
                      <a:pt x="372" y="328"/>
                      <a:pt x="583" y="350"/>
                    </a:cubicBezTo>
                    <a:cubicBezTo>
                      <a:pt x="583" y="311"/>
                      <a:pt x="583" y="273"/>
                      <a:pt x="583" y="233"/>
                    </a:cubicBezTo>
                    <a:cubicBezTo>
                      <a:pt x="737" y="233"/>
                      <a:pt x="891" y="233"/>
                      <a:pt x="1050" y="233"/>
                    </a:cubicBezTo>
                    <a:cubicBezTo>
                      <a:pt x="1050" y="195"/>
                      <a:pt x="1050" y="156"/>
                      <a:pt x="1050" y="117"/>
                    </a:cubicBezTo>
                    <a:cubicBezTo>
                      <a:pt x="1204" y="117"/>
                      <a:pt x="1358" y="117"/>
                      <a:pt x="1517" y="117"/>
                    </a:cubicBezTo>
                    <a:cubicBezTo>
                      <a:pt x="1517" y="78"/>
                      <a:pt x="1517" y="40"/>
                      <a:pt x="151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16" name="ICON_SKILL_UNDERSTAND_path_031"/>
              <p:cNvSpPr/>
              <p:nvPr/>
            </p:nvSpPr>
            <p:spPr>
              <a:xfrm>
                <a:off x="4779645" y="1000495"/>
                <a:ext cx="13335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050" h="1458" fill="norm" stroke="0">
                    <a:moveTo>
                      <a:pt x="817" y="0"/>
                    </a:moveTo>
                    <a:cubicBezTo>
                      <a:pt x="855" y="19"/>
                      <a:pt x="894" y="38"/>
                      <a:pt x="933" y="58"/>
                    </a:cubicBezTo>
                    <a:cubicBezTo>
                      <a:pt x="947" y="102"/>
                      <a:pt x="947" y="102"/>
                      <a:pt x="945" y="153"/>
                    </a:cubicBezTo>
                    <a:cubicBezTo>
                      <a:pt x="944" y="172"/>
                      <a:pt x="944" y="190"/>
                      <a:pt x="944" y="209"/>
                    </a:cubicBezTo>
                    <a:cubicBezTo>
                      <a:pt x="943" y="228"/>
                      <a:pt x="942" y="247"/>
                      <a:pt x="941" y="266"/>
                    </a:cubicBezTo>
                    <a:cubicBezTo>
                      <a:pt x="940" y="285"/>
                      <a:pt x="940" y="305"/>
                      <a:pt x="939" y="324"/>
                    </a:cubicBezTo>
                    <a:cubicBezTo>
                      <a:pt x="938" y="372"/>
                      <a:pt x="936" y="419"/>
                      <a:pt x="933" y="467"/>
                    </a:cubicBezTo>
                    <a:cubicBezTo>
                      <a:pt x="972" y="467"/>
                      <a:pt x="1010" y="467"/>
                      <a:pt x="1050" y="467"/>
                    </a:cubicBezTo>
                    <a:cubicBezTo>
                      <a:pt x="1050" y="505"/>
                      <a:pt x="1050" y="544"/>
                      <a:pt x="1050" y="583"/>
                    </a:cubicBezTo>
                    <a:cubicBezTo>
                      <a:pt x="973" y="583"/>
                      <a:pt x="896" y="583"/>
                      <a:pt x="817" y="583"/>
                    </a:cubicBezTo>
                    <a:cubicBezTo>
                      <a:pt x="817" y="737"/>
                      <a:pt x="817" y="891"/>
                      <a:pt x="817" y="1050"/>
                    </a:cubicBezTo>
                    <a:cubicBezTo>
                      <a:pt x="778" y="1050"/>
                      <a:pt x="740" y="1050"/>
                      <a:pt x="700" y="1050"/>
                    </a:cubicBezTo>
                    <a:cubicBezTo>
                      <a:pt x="700" y="1088"/>
                      <a:pt x="700" y="1127"/>
                      <a:pt x="700" y="1167"/>
                    </a:cubicBezTo>
                    <a:cubicBezTo>
                      <a:pt x="645" y="1174"/>
                      <a:pt x="645" y="1174"/>
                      <a:pt x="583" y="1167"/>
                    </a:cubicBezTo>
                    <a:cubicBezTo>
                      <a:pt x="550" y="1108"/>
                      <a:pt x="550" y="1108"/>
                      <a:pt x="525" y="1050"/>
                    </a:cubicBezTo>
                    <a:cubicBezTo>
                      <a:pt x="299" y="1127"/>
                      <a:pt x="219" y="1256"/>
                      <a:pt x="117" y="1458"/>
                    </a:cubicBezTo>
                    <a:cubicBezTo>
                      <a:pt x="78" y="1439"/>
                      <a:pt x="40" y="1420"/>
                      <a:pt x="0" y="1400"/>
                    </a:cubicBezTo>
                    <a:cubicBezTo>
                      <a:pt x="16" y="1379"/>
                      <a:pt x="31" y="1358"/>
                      <a:pt x="47" y="1336"/>
                    </a:cubicBezTo>
                    <a:cubicBezTo>
                      <a:pt x="191" y="1132"/>
                      <a:pt x="285" y="941"/>
                      <a:pt x="350" y="700"/>
                    </a:cubicBezTo>
                    <a:cubicBezTo>
                      <a:pt x="389" y="700"/>
                      <a:pt x="427" y="700"/>
                      <a:pt x="467" y="700"/>
                    </a:cubicBezTo>
                    <a:cubicBezTo>
                      <a:pt x="467" y="623"/>
                      <a:pt x="467" y="546"/>
                      <a:pt x="467" y="467"/>
                    </a:cubicBezTo>
                    <a:cubicBezTo>
                      <a:pt x="505" y="467"/>
                      <a:pt x="544" y="467"/>
                      <a:pt x="583" y="467"/>
                    </a:cubicBezTo>
                    <a:cubicBezTo>
                      <a:pt x="583" y="428"/>
                      <a:pt x="583" y="390"/>
                      <a:pt x="583" y="350"/>
                    </a:cubicBezTo>
                    <a:cubicBezTo>
                      <a:pt x="622" y="350"/>
                      <a:pt x="660" y="350"/>
                      <a:pt x="700" y="350"/>
                    </a:cubicBezTo>
                    <a:cubicBezTo>
                      <a:pt x="738" y="234"/>
                      <a:pt x="777" y="119"/>
                      <a:pt x="81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17" name="ICON_SKILL_UNDERSTAND_path_032"/>
              <p:cNvSpPr/>
              <p:nvPr/>
            </p:nvSpPr>
            <p:spPr>
              <a:xfrm>
                <a:off x="4921144" y="979752"/>
                <a:ext cx="17039" cy="15557"/>
              </a:xfrm>
              <a:custGeom>
                <a:avLst/>
                <a:gdLst/>
                <a:ahLst/>
                <a:cxnLst/>
                <a:rect l="0" t="0" r="r" b="b"/>
                <a:pathLst>
                  <a:path w="1342" h="1225" fill="norm" stroke="0">
                    <a:moveTo>
                      <a:pt x="0" y="0"/>
                    </a:moveTo>
                    <a:cubicBezTo>
                      <a:pt x="58" y="0"/>
                      <a:pt x="115" y="0"/>
                      <a:pt x="175" y="0"/>
                    </a:cubicBezTo>
                    <a:cubicBezTo>
                      <a:pt x="175" y="38"/>
                      <a:pt x="175" y="77"/>
                      <a:pt x="175" y="117"/>
                    </a:cubicBezTo>
                    <a:cubicBezTo>
                      <a:pt x="214" y="117"/>
                      <a:pt x="252" y="117"/>
                      <a:pt x="292" y="117"/>
                    </a:cubicBezTo>
                    <a:cubicBezTo>
                      <a:pt x="292" y="155"/>
                      <a:pt x="292" y="194"/>
                      <a:pt x="292" y="233"/>
                    </a:cubicBezTo>
                    <a:cubicBezTo>
                      <a:pt x="369" y="233"/>
                      <a:pt x="446" y="233"/>
                      <a:pt x="525" y="233"/>
                    </a:cubicBezTo>
                    <a:cubicBezTo>
                      <a:pt x="525" y="272"/>
                      <a:pt x="525" y="310"/>
                      <a:pt x="525" y="350"/>
                    </a:cubicBezTo>
                    <a:cubicBezTo>
                      <a:pt x="563" y="350"/>
                      <a:pt x="602" y="350"/>
                      <a:pt x="642" y="350"/>
                    </a:cubicBezTo>
                    <a:cubicBezTo>
                      <a:pt x="642" y="388"/>
                      <a:pt x="642" y="427"/>
                      <a:pt x="642" y="467"/>
                    </a:cubicBezTo>
                    <a:cubicBezTo>
                      <a:pt x="680" y="467"/>
                      <a:pt x="719" y="467"/>
                      <a:pt x="758" y="467"/>
                    </a:cubicBezTo>
                    <a:cubicBezTo>
                      <a:pt x="758" y="505"/>
                      <a:pt x="758" y="544"/>
                      <a:pt x="758" y="583"/>
                    </a:cubicBezTo>
                    <a:cubicBezTo>
                      <a:pt x="797" y="583"/>
                      <a:pt x="835" y="583"/>
                      <a:pt x="875" y="583"/>
                    </a:cubicBezTo>
                    <a:cubicBezTo>
                      <a:pt x="875" y="622"/>
                      <a:pt x="875" y="660"/>
                      <a:pt x="875" y="700"/>
                    </a:cubicBezTo>
                    <a:cubicBezTo>
                      <a:pt x="913" y="700"/>
                      <a:pt x="952" y="700"/>
                      <a:pt x="992" y="700"/>
                    </a:cubicBezTo>
                    <a:cubicBezTo>
                      <a:pt x="992" y="739"/>
                      <a:pt x="992" y="777"/>
                      <a:pt x="992" y="817"/>
                    </a:cubicBezTo>
                    <a:cubicBezTo>
                      <a:pt x="1030" y="817"/>
                      <a:pt x="1069" y="817"/>
                      <a:pt x="1108" y="817"/>
                    </a:cubicBezTo>
                    <a:cubicBezTo>
                      <a:pt x="1108" y="855"/>
                      <a:pt x="1108" y="894"/>
                      <a:pt x="1108" y="933"/>
                    </a:cubicBezTo>
                    <a:cubicBezTo>
                      <a:pt x="1147" y="933"/>
                      <a:pt x="1185" y="933"/>
                      <a:pt x="1225" y="933"/>
                    </a:cubicBezTo>
                    <a:cubicBezTo>
                      <a:pt x="1225" y="972"/>
                      <a:pt x="1225" y="1010"/>
                      <a:pt x="1225" y="1050"/>
                    </a:cubicBezTo>
                    <a:cubicBezTo>
                      <a:pt x="1264" y="1050"/>
                      <a:pt x="1302" y="1050"/>
                      <a:pt x="1342" y="1050"/>
                    </a:cubicBezTo>
                    <a:cubicBezTo>
                      <a:pt x="1322" y="1108"/>
                      <a:pt x="1303" y="1165"/>
                      <a:pt x="1283" y="1225"/>
                    </a:cubicBezTo>
                    <a:cubicBezTo>
                      <a:pt x="1206" y="1225"/>
                      <a:pt x="1129" y="1225"/>
                      <a:pt x="1050" y="1225"/>
                    </a:cubicBezTo>
                    <a:cubicBezTo>
                      <a:pt x="1031" y="1167"/>
                      <a:pt x="1012" y="1109"/>
                      <a:pt x="992" y="1050"/>
                    </a:cubicBezTo>
                    <a:cubicBezTo>
                      <a:pt x="953" y="1050"/>
                      <a:pt x="915" y="1050"/>
                      <a:pt x="875" y="1050"/>
                    </a:cubicBezTo>
                    <a:cubicBezTo>
                      <a:pt x="875" y="1011"/>
                      <a:pt x="875" y="973"/>
                      <a:pt x="875" y="933"/>
                    </a:cubicBezTo>
                    <a:cubicBezTo>
                      <a:pt x="837" y="933"/>
                      <a:pt x="798" y="933"/>
                      <a:pt x="758" y="933"/>
                    </a:cubicBezTo>
                    <a:cubicBezTo>
                      <a:pt x="758" y="895"/>
                      <a:pt x="758" y="856"/>
                      <a:pt x="758" y="817"/>
                    </a:cubicBezTo>
                    <a:cubicBezTo>
                      <a:pt x="720" y="817"/>
                      <a:pt x="681" y="817"/>
                      <a:pt x="642" y="817"/>
                    </a:cubicBezTo>
                    <a:cubicBezTo>
                      <a:pt x="642" y="778"/>
                      <a:pt x="642" y="740"/>
                      <a:pt x="642" y="700"/>
                    </a:cubicBezTo>
                    <a:cubicBezTo>
                      <a:pt x="603" y="700"/>
                      <a:pt x="565" y="700"/>
                      <a:pt x="525" y="700"/>
                    </a:cubicBezTo>
                    <a:cubicBezTo>
                      <a:pt x="525" y="662"/>
                      <a:pt x="525" y="623"/>
                      <a:pt x="525" y="583"/>
                    </a:cubicBezTo>
                    <a:cubicBezTo>
                      <a:pt x="486" y="583"/>
                      <a:pt x="448" y="583"/>
                      <a:pt x="408" y="583"/>
                    </a:cubicBezTo>
                    <a:cubicBezTo>
                      <a:pt x="408" y="545"/>
                      <a:pt x="408" y="506"/>
                      <a:pt x="408" y="467"/>
                    </a:cubicBezTo>
                    <a:cubicBezTo>
                      <a:pt x="331" y="467"/>
                      <a:pt x="254" y="467"/>
                      <a:pt x="175" y="467"/>
                    </a:cubicBezTo>
                    <a:cubicBezTo>
                      <a:pt x="175" y="428"/>
                      <a:pt x="175" y="390"/>
                      <a:pt x="175" y="350"/>
                    </a:cubicBezTo>
                    <a:cubicBezTo>
                      <a:pt x="137" y="350"/>
                      <a:pt x="98" y="350"/>
                      <a:pt x="58" y="350"/>
                    </a:cubicBezTo>
                    <a:cubicBezTo>
                      <a:pt x="39" y="234"/>
                      <a:pt x="20" y="11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18" name="ICON_SKILL_UNDERSTAND_path_033"/>
              <p:cNvSpPr/>
              <p:nvPr/>
            </p:nvSpPr>
            <p:spPr>
              <a:xfrm>
                <a:off x="4976707" y="1203484"/>
                <a:ext cx="13335" cy="11853"/>
              </a:xfrm>
              <a:custGeom>
                <a:avLst/>
                <a:gdLst/>
                <a:ahLst/>
                <a:cxnLst/>
                <a:rect l="0" t="0" r="r" b="b"/>
                <a:pathLst>
                  <a:path w="1050" h="933" fill="norm" stroke="0">
                    <a:moveTo>
                      <a:pt x="117" y="0"/>
                    </a:moveTo>
                    <a:cubicBezTo>
                      <a:pt x="156" y="16"/>
                      <a:pt x="195" y="34"/>
                      <a:pt x="233" y="51"/>
                    </a:cubicBezTo>
                    <a:cubicBezTo>
                      <a:pt x="255" y="60"/>
                      <a:pt x="277" y="70"/>
                      <a:pt x="299" y="80"/>
                    </a:cubicBezTo>
                    <a:cubicBezTo>
                      <a:pt x="316" y="92"/>
                      <a:pt x="333" y="104"/>
                      <a:pt x="350" y="117"/>
                    </a:cubicBezTo>
                    <a:cubicBezTo>
                      <a:pt x="357" y="179"/>
                      <a:pt x="357" y="179"/>
                      <a:pt x="350" y="233"/>
                    </a:cubicBezTo>
                    <a:cubicBezTo>
                      <a:pt x="389" y="233"/>
                      <a:pt x="427" y="233"/>
                      <a:pt x="467" y="233"/>
                    </a:cubicBezTo>
                    <a:cubicBezTo>
                      <a:pt x="467" y="272"/>
                      <a:pt x="467" y="310"/>
                      <a:pt x="467" y="350"/>
                    </a:cubicBezTo>
                    <a:cubicBezTo>
                      <a:pt x="505" y="350"/>
                      <a:pt x="544" y="350"/>
                      <a:pt x="583" y="350"/>
                    </a:cubicBezTo>
                    <a:cubicBezTo>
                      <a:pt x="583" y="388"/>
                      <a:pt x="583" y="427"/>
                      <a:pt x="583" y="467"/>
                    </a:cubicBezTo>
                    <a:cubicBezTo>
                      <a:pt x="622" y="467"/>
                      <a:pt x="660" y="467"/>
                      <a:pt x="700" y="467"/>
                    </a:cubicBezTo>
                    <a:cubicBezTo>
                      <a:pt x="700" y="505"/>
                      <a:pt x="700" y="544"/>
                      <a:pt x="700" y="583"/>
                    </a:cubicBezTo>
                    <a:cubicBezTo>
                      <a:pt x="738" y="583"/>
                      <a:pt x="777" y="583"/>
                      <a:pt x="817" y="583"/>
                    </a:cubicBezTo>
                    <a:cubicBezTo>
                      <a:pt x="815" y="592"/>
                      <a:pt x="815" y="592"/>
                      <a:pt x="809" y="638"/>
                    </a:cubicBezTo>
                    <a:cubicBezTo>
                      <a:pt x="812" y="658"/>
                      <a:pt x="814" y="679"/>
                      <a:pt x="817" y="700"/>
                    </a:cubicBezTo>
                    <a:cubicBezTo>
                      <a:pt x="868" y="733"/>
                      <a:pt x="868" y="733"/>
                      <a:pt x="933" y="758"/>
                    </a:cubicBezTo>
                    <a:cubicBezTo>
                      <a:pt x="999" y="784"/>
                      <a:pt x="999" y="784"/>
                      <a:pt x="1050" y="817"/>
                    </a:cubicBezTo>
                    <a:cubicBezTo>
                      <a:pt x="1050" y="855"/>
                      <a:pt x="1050" y="894"/>
                      <a:pt x="1050" y="933"/>
                    </a:cubicBezTo>
                    <a:cubicBezTo>
                      <a:pt x="896" y="933"/>
                      <a:pt x="742" y="933"/>
                      <a:pt x="583" y="933"/>
                    </a:cubicBezTo>
                    <a:cubicBezTo>
                      <a:pt x="583" y="895"/>
                      <a:pt x="583" y="856"/>
                      <a:pt x="583" y="817"/>
                    </a:cubicBezTo>
                    <a:cubicBezTo>
                      <a:pt x="545" y="817"/>
                      <a:pt x="506" y="817"/>
                      <a:pt x="467" y="817"/>
                    </a:cubicBezTo>
                    <a:cubicBezTo>
                      <a:pt x="467" y="778"/>
                      <a:pt x="467" y="740"/>
                      <a:pt x="467" y="700"/>
                    </a:cubicBezTo>
                    <a:cubicBezTo>
                      <a:pt x="428" y="700"/>
                      <a:pt x="390" y="700"/>
                      <a:pt x="350" y="700"/>
                    </a:cubicBezTo>
                    <a:cubicBezTo>
                      <a:pt x="350" y="662"/>
                      <a:pt x="350" y="623"/>
                      <a:pt x="350" y="583"/>
                    </a:cubicBezTo>
                    <a:cubicBezTo>
                      <a:pt x="312" y="583"/>
                      <a:pt x="273" y="583"/>
                      <a:pt x="233" y="583"/>
                    </a:cubicBezTo>
                    <a:cubicBezTo>
                      <a:pt x="233" y="545"/>
                      <a:pt x="233" y="506"/>
                      <a:pt x="233" y="467"/>
                    </a:cubicBezTo>
                    <a:cubicBezTo>
                      <a:pt x="195" y="467"/>
                      <a:pt x="156" y="467"/>
                      <a:pt x="117" y="467"/>
                    </a:cubicBezTo>
                    <a:cubicBezTo>
                      <a:pt x="117" y="390"/>
                      <a:pt x="117" y="313"/>
                      <a:pt x="117" y="233"/>
                    </a:cubicBezTo>
                    <a:cubicBezTo>
                      <a:pt x="78" y="233"/>
                      <a:pt x="40" y="233"/>
                      <a:pt x="0" y="233"/>
                    </a:cubicBezTo>
                    <a:cubicBezTo>
                      <a:pt x="0" y="195"/>
                      <a:pt x="0" y="156"/>
                      <a:pt x="0" y="117"/>
                    </a:cubicBezTo>
                    <a:cubicBezTo>
                      <a:pt x="38" y="117"/>
                      <a:pt x="77" y="117"/>
                      <a:pt x="117" y="117"/>
                    </a:cubicBezTo>
                    <a:cubicBezTo>
                      <a:pt x="117" y="78"/>
                      <a:pt x="117" y="40"/>
                      <a:pt x="11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19" name="ICON_SKILL_UNDERSTAND_path_034"/>
              <p:cNvSpPr/>
              <p:nvPr/>
            </p:nvSpPr>
            <p:spPr>
              <a:xfrm>
                <a:off x="4830022" y="1012349"/>
                <a:ext cx="9631" cy="30374"/>
              </a:xfrm>
              <a:custGeom>
                <a:avLst/>
                <a:gdLst/>
                <a:ahLst/>
                <a:cxnLst/>
                <a:rect l="0" t="0" r="r" b="b"/>
                <a:pathLst>
                  <a:path w="758" h="2392" fill="norm" stroke="0">
                    <a:moveTo>
                      <a:pt x="350" y="0"/>
                    </a:moveTo>
                    <a:cubicBezTo>
                      <a:pt x="427" y="38"/>
                      <a:pt x="504" y="77"/>
                      <a:pt x="583" y="117"/>
                    </a:cubicBezTo>
                    <a:cubicBezTo>
                      <a:pt x="603" y="78"/>
                      <a:pt x="622" y="40"/>
                      <a:pt x="642" y="0"/>
                    </a:cubicBezTo>
                    <a:cubicBezTo>
                      <a:pt x="680" y="19"/>
                      <a:pt x="719" y="38"/>
                      <a:pt x="758" y="58"/>
                    </a:cubicBezTo>
                    <a:cubicBezTo>
                      <a:pt x="739" y="116"/>
                      <a:pt x="720" y="174"/>
                      <a:pt x="700" y="233"/>
                    </a:cubicBezTo>
                    <a:cubicBezTo>
                      <a:pt x="662" y="233"/>
                      <a:pt x="623" y="233"/>
                      <a:pt x="583" y="233"/>
                    </a:cubicBezTo>
                    <a:cubicBezTo>
                      <a:pt x="583" y="349"/>
                      <a:pt x="583" y="464"/>
                      <a:pt x="583" y="583"/>
                    </a:cubicBezTo>
                    <a:cubicBezTo>
                      <a:pt x="545" y="583"/>
                      <a:pt x="506" y="583"/>
                      <a:pt x="467" y="583"/>
                    </a:cubicBezTo>
                    <a:cubicBezTo>
                      <a:pt x="467" y="776"/>
                      <a:pt x="467" y="968"/>
                      <a:pt x="467" y="1167"/>
                    </a:cubicBezTo>
                    <a:cubicBezTo>
                      <a:pt x="428" y="1167"/>
                      <a:pt x="390" y="1167"/>
                      <a:pt x="350" y="1167"/>
                    </a:cubicBezTo>
                    <a:cubicBezTo>
                      <a:pt x="350" y="1184"/>
                      <a:pt x="351" y="1201"/>
                      <a:pt x="351" y="1219"/>
                    </a:cubicBezTo>
                    <a:cubicBezTo>
                      <a:pt x="352" y="1298"/>
                      <a:pt x="353" y="1376"/>
                      <a:pt x="354" y="1455"/>
                    </a:cubicBezTo>
                    <a:cubicBezTo>
                      <a:pt x="354" y="1482"/>
                      <a:pt x="355" y="1509"/>
                      <a:pt x="355" y="1537"/>
                    </a:cubicBezTo>
                    <a:cubicBezTo>
                      <a:pt x="355" y="1564"/>
                      <a:pt x="355" y="1590"/>
                      <a:pt x="356" y="1617"/>
                    </a:cubicBezTo>
                    <a:cubicBezTo>
                      <a:pt x="356" y="1641"/>
                      <a:pt x="356" y="1665"/>
                      <a:pt x="357" y="1690"/>
                    </a:cubicBezTo>
                    <a:cubicBezTo>
                      <a:pt x="350" y="1750"/>
                      <a:pt x="350" y="1750"/>
                      <a:pt x="292" y="1808"/>
                    </a:cubicBezTo>
                    <a:cubicBezTo>
                      <a:pt x="282" y="1862"/>
                      <a:pt x="282" y="1862"/>
                      <a:pt x="277" y="1927"/>
                    </a:cubicBezTo>
                    <a:cubicBezTo>
                      <a:pt x="275" y="1950"/>
                      <a:pt x="273" y="1973"/>
                      <a:pt x="271" y="1997"/>
                    </a:cubicBezTo>
                    <a:cubicBezTo>
                      <a:pt x="268" y="2046"/>
                      <a:pt x="265" y="2095"/>
                      <a:pt x="261" y="2144"/>
                    </a:cubicBezTo>
                    <a:cubicBezTo>
                      <a:pt x="259" y="2168"/>
                      <a:pt x="257" y="2191"/>
                      <a:pt x="255" y="2215"/>
                    </a:cubicBezTo>
                    <a:cubicBezTo>
                      <a:pt x="254" y="2236"/>
                      <a:pt x="253" y="2258"/>
                      <a:pt x="251" y="2279"/>
                    </a:cubicBezTo>
                    <a:cubicBezTo>
                      <a:pt x="233" y="2333"/>
                      <a:pt x="233" y="2333"/>
                      <a:pt x="174" y="2370"/>
                    </a:cubicBezTo>
                    <a:cubicBezTo>
                      <a:pt x="155" y="2377"/>
                      <a:pt x="136" y="2384"/>
                      <a:pt x="117" y="2392"/>
                    </a:cubicBezTo>
                    <a:cubicBezTo>
                      <a:pt x="124" y="2303"/>
                      <a:pt x="131" y="2215"/>
                      <a:pt x="138" y="2127"/>
                    </a:cubicBezTo>
                    <a:cubicBezTo>
                      <a:pt x="141" y="2097"/>
                      <a:pt x="143" y="2067"/>
                      <a:pt x="146" y="2037"/>
                    </a:cubicBezTo>
                    <a:cubicBezTo>
                      <a:pt x="158" y="1875"/>
                      <a:pt x="172" y="1726"/>
                      <a:pt x="233" y="1575"/>
                    </a:cubicBezTo>
                    <a:cubicBezTo>
                      <a:pt x="214" y="1570"/>
                      <a:pt x="195" y="1565"/>
                      <a:pt x="175" y="1560"/>
                    </a:cubicBezTo>
                    <a:cubicBezTo>
                      <a:pt x="156" y="1546"/>
                      <a:pt x="137" y="1532"/>
                      <a:pt x="117" y="1517"/>
                    </a:cubicBezTo>
                    <a:cubicBezTo>
                      <a:pt x="106" y="1438"/>
                      <a:pt x="110" y="1362"/>
                      <a:pt x="117" y="1283"/>
                    </a:cubicBezTo>
                    <a:cubicBezTo>
                      <a:pt x="78" y="1283"/>
                      <a:pt x="40" y="1283"/>
                      <a:pt x="0" y="1283"/>
                    </a:cubicBezTo>
                    <a:cubicBezTo>
                      <a:pt x="0" y="1206"/>
                      <a:pt x="0" y="1129"/>
                      <a:pt x="0" y="1050"/>
                    </a:cubicBezTo>
                    <a:cubicBezTo>
                      <a:pt x="77" y="1050"/>
                      <a:pt x="154" y="1050"/>
                      <a:pt x="233" y="1050"/>
                    </a:cubicBezTo>
                    <a:cubicBezTo>
                      <a:pt x="233" y="1011"/>
                      <a:pt x="233" y="973"/>
                      <a:pt x="233" y="933"/>
                    </a:cubicBezTo>
                    <a:cubicBezTo>
                      <a:pt x="291" y="933"/>
                      <a:pt x="349" y="933"/>
                      <a:pt x="408" y="933"/>
                    </a:cubicBezTo>
                    <a:cubicBezTo>
                      <a:pt x="389" y="779"/>
                      <a:pt x="370" y="625"/>
                      <a:pt x="350" y="467"/>
                    </a:cubicBezTo>
                    <a:cubicBezTo>
                      <a:pt x="408" y="467"/>
                      <a:pt x="466" y="467"/>
                      <a:pt x="525" y="467"/>
                    </a:cubicBezTo>
                    <a:cubicBezTo>
                      <a:pt x="525" y="390"/>
                      <a:pt x="525" y="313"/>
                      <a:pt x="525" y="233"/>
                    </a:cubicBezTo>
                    <a:cubicBezTo>
                      <a:pt x="467" y="233"/>
                      <a:pt x="410" y="233"/>
                      <a:pt x="350" y="233"/>
                    </a:cubicBezTo>
                    <a:cubicBezTo>
                      <a:pt x="350" y="156"/>
                      <a:pt x="350" y="79"/>
                      <a:pt x="35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20" name="ICON_SKILL_UNDERSTAND_path_035"/>
              <p:cNvSpPr/>
              <p:nvPr/>
            </p:nvSpPr>
            <p:spPr>
              <a:xfrm>
                <a:off x="4948555" y="1020498"/>
                <a:ext cx="8890" cy="17780"/>
              </a:xfrm>
              <a:custGeom>
                <a:avLst/>
                <a:gdLst/>
                <a:ahLst/>
                <a:cxnLst/>
                <a:rect l="0" t="0" r="r" b="b"/>
                <a:pathLst>
                  <a:path w="700" h="1400" fill="norm" stroke="0">
                    <a:moveTo>
                      <a:pt x="292" y="0"/>
                    </a:moveTo>
                    <a:cubicBezTo>
                      <a:pt x="311" y="58"/>
                      <a:pt x="330" y="115"/>
                      <a:pt x="350" y="175"/>
                    </a:cubicBezTo>
                    <a:cubicBezTo>
                      <a:pt x="389" y="175"/>
                      <a:pt x="427" y="175"/>
                      <a:pt x="467" y="175"/>
                    </a:cubicBezTo>
                    <a:cubicBezTo>
                      <a:pt x="562" y="415"/>
                      <a:pt x="600" y="617"/>
                      <a:pt x="583" y="875"/>
                    </a:cubicBezTo>
                    <a:cubicBezTo>
                      <a:pt x="622" y="875"/>
                      <a:pt x="660" y="875"/>
                      <a:pt x="700" y="875"/>
                    </a:cubicBezTo>
                    <a:cubicBezTo>
                      <a:pt x="700" y="1048"/>
                      <a:pt x="700" y="1222"/>
                      <a:pt x="700" y="1400"/>
                    </a:cubicBezTo>
                    <a:cubicBezTo>
                      <a:pt x="681" y="1400"/>
                      <a:pt x="662" y="1400"/>
                      <a:pt x="642" y="1400"/>
                    </a:cubicBezTo>
                    <a:cubicBezTo>
                      <a:pt x="642" y="1304"/>
                      <a:pt x="642" y="1207"/>
                      <a:pt x="642" y="1108"/>
                    </a:cubicBezTo>
                    <a:cubicBezTo>
                      <a:pt x="507" y="1108"/>
                      <a:pt x="372" y="1108"/>
                      <a:pt x="233" y="1108"/>
                    </a:cubicBezTo>
                    <a:cubicBezTo>
                      <a:pt x="233" y="993"/>
                      <a:pt x="233" y="877"/>
                      <a:pt x="233" y="758"/>
                    </a:cubicBezTo>
                    <a:cubicBezTo>
                      <a:pt x="272" y="758"/>
                      <a:pt x="310" y="758"/>
                      <a:pt x="350" y="758"/>
                    </a:cubicBezTo>
                    <a:cubicBezTo>
                      <a:pt x="369" y="643"/>
                      <a:pt x="389" y="527"/>
                      <a:pt x="408" y="408"/>
                    </a:cubicBezTo>
                    <a:cubicBezTo>
                      <a:pt x="312" y="447"/>
                      <a:pt x="216" y="485"/>
                      <a:pt x="117" y="525"/>
                    </a:cubicBezTo>
                    <a:cubicBezTo>
                      <a:pt x="117" y="487"/>
                      <a:pt x="117" y="448"/>
                      <a:pt x="117" y="408"/>
                    </a:cubicBezTo>
                    <a:cubicBezTo>
                      <a:pt x="78" y="408"/>
                      <a:pt x="40" y="408"/>
                      <a:pt x="0" y="408"/>
                    </a:cubicBezTo>
                    <a:cubicBezTo>
                      <a:pt x="0" y="331"/>
                      <a:pt x="0" y="254"/>
                      <a:pt x="0" y="175"/>
                    </a:cubicBezTo>
                    <a:cubicBezTo>
                      <a:pt x="96" y="175"/>
                      <a:pt x="192" y="175"/>
                      <a:pt x="292" y="175"/>
                    </a:cubicBezTo>
                    <a:cubicBezTo>
                      <a:pt x="292" y="117"/>
                      <a:pt x="292" y="59"/>
                      <a:pt x="29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21" name="ICON_SKILL_UNDERSTAND_path_036"/>
              <p:cNvSpPr/>
              <p:nvPr/>
            </p:nvSpPr>
            <p:spPr>
              <a:xfrm>
                <a:off x="4837430" y="1178295"/>
                <a:ext cx="17780" cy="5927"/>
              </a:xfrm>
              <a:custGeom>
                <a:avLst/>
                <a:gdLst/>
                <a:ahLst/>
                <a:cxnLst/>
                <a:rect l="0" t="0" r="r" b="b"/>
                <a:pathLst>
                  <a:path w="1400" h="467" fill="norm" stroke="0">
                    <a:moveTo>
                      <a:pt x="0" y="0"/>
                    </a:moveTo>
                    <a:cubicBezTo>
                      <a:pt x="115" y="0"/>
                      <a:pt x="231" y="0"/>
                      <a:pt x="350" y="0"/>
                    </a:cubicBezTo>
                    <a:cubicBezTo>
                      <a:pt x="350" y="38"/>
                      <a:pt x="350" y="77"/>
                      <a:pt x="350" y="117"/>
                    </a:cubicBezTo>
                    <a:cubicBezTo>
                      <a:pt x="697" y="117"/>
                      <a:pt x="1043" y="117"/>
                      <a:pt x="1400" y="117"/>
                    </a:cubicBezTo>
                    <a:cubicBezTo>
                      <a:pt x="1400" y="155"/>
                      <a:pt x="1400" y="194"/>
                      <a:pt x="1400" y="233"/>
                    </a:cubicBezTo>
                    <a:cubicBezTo>
                      <a:pt x="1169" y="233"/>
                      <a:pt x="938" y="233"/>
                      <a:pt x="700" y="233"/>
                    </a:cubicBezTo>
                    <a:cubicBezTo>
                      <a:pt x="700" y="272"/>
                      <a:pt x="700" y="310"/>
                      <a:pt x="700" y="350"/>
                    </a:cubicBezTo>
                    <a:cubicBezTo>
                      <a:pt x="661" y="350"/>
                      <a:pt x="623" y="350"/>
                      <a:pt x="583" y="350"/>
                    </a:cubicBezTo>
                    <a:cubicBezTo>
                      <a:pt x="583" y="388"/>
                      <a:pt x="583" y="427"/>
                      <a:pt x="583" y="467"/>
                    </a:cubicBezTo>
                    <a:cubicBezTo>
                      <a:pt x="429" y="467"/>
                      <a:pt x="275" y="467"/>
                      <a:pt x="117" y="467"/>
                    </a:cubicBezTo>
                    <a:cubicBezTo>
                      <a:pt x="117" y="390"/>
                      <a:pt x="117" y="313"/>
                      <a:pt x="117" y="233"/>
                    </a:cubicBezTo>
                    <a:cubicBezTo>
                      <a:pt x="78" y="233"/>
                      <a:pt x="40" y="233"/>
                      <a:pt x="0" y="233"/>
                    </a:cubicBezTo>
                    <a:cubicBezTo>
                      <a:pt x="0" y="156"/>
                      <a:pt x="0" y="7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22" name="ICON_SKILL_UNDERSTAND_path_037"/>
              <p:cNvSpPr/>
              <p:nvPr/>
            </p:nvSpPr>
            <p:spPr>
              <a:xfrm>
                <a:off x="4939665" y="1156070"/>
                <a:ext cx="8890" cy="14817"/>
              </a:xfrm>
              <a:custGeom>
                <a:avLst/>
                <a:gdLst/>
                <a:ahLst/>
                <a:cxnLst/>
                <a:rect l="0" t="0" r="r" b="b"/>
                <a:pathLst>
                  <a:path w="700" h="1167" fill="norm" stroke="0">
                    <a:moveTo>
                      <a:pt x="0" y="0"/>
                    </a:moveTo>
                    <a:cubicBezTo>
                      <a:pt x="115" y="0"/>
                      <a:pt x="231" y="0"/>
                      <a:pt x="350" y="0"/>
                    </a:cubicBezTo>
                    <a:cubicBezTo>
                      <a:pt x="350" y="38"/>
                      <a:pt x="350" y="77"/>
                      <a:pt x="350" y="117"/>
                    </a:cubicBezTo>
                    <a:cubicBezTo>
                      <a:pt x="389" y="117"/>
                      <a:pt x="427" y="117"/>
                      <a:pt x="467" y="117"/>
                    </a:cubicBezTo>
                    <a:cubicBezTo>
                      <a:pt x="467" y="155"/>
                      <a:pt x="467" y="194"/>
                      <a:pt x="467" y="233"/>
                    </a:cubicBezTo>
                    <a:cubicBezTo>
                      <a:pt x="505" y="233"/>
                      <a:pt x="544" y="233"/>
                      <a:pt x="583" y="233"/>
                    </a:cubicBezTo>
                    <a:cubicBezTo>
                      <a:pt x="583" y="272"/>
                      <a:pt x="583" y="310"/>
                      <a:pt x="583" y="350"/>
                    </a:cubicBezTo>
                    <a:cubicBezTo>
                      <a:pt x="622" y="350"/>
                      <a:pt x="660" y="350"/>
                      <a:pt x="700" y="350"/>
                    </a:cubicBezTo>
                    <a:cubicBezTo>
                      <a:pt x="700" y="620"/>
                      <a:pt x="700" y="889"/>
                      <a:pt x="700" y="1167"/>
                    </a:cubicBezTo>
                    <a:cubicBezTo>
                      <a:pt x="661" y="1167"/>
                      <a:pt x="623" y="1167"/>
                      <a:pt x="583" y="1167"/>
                    </a:cubicBezTo>
                    <a:cubicBezTo>
                      <a:pt x="583" y="1128"/>
                      <a:pt x="583" y="1090"/>
                      <a:pt x="583" y="1050"/>
                    </a:cubicBezTo>
                    <a:cubicBezTo>
                      <a:pt x="545" y="1050"/>
                      <a:pt x="506" y="1050"/>
                      <a:pt x="467" y="1050"/>
                    </a:cubicBezTo>
                    <a:cubicBezTo>
                      <a:pt x="467" y="973"/>
                      <a:pt x="467" y="896"/>
                      <a:pt x="467" y="817"/>
                    </a:cubicBezTo>
                    <a:cubicBezTo>
                      <a:pt x="428" y="817"/>
                      <a:pt x="390" y="817"/>
                      <a:pt x="350" y="817"/>
                    </a:cubicBezTo>
                    <a:cubicBezTo>
                      <a:pt x="350" y="778"/>
                      <a:pt x="350" y="740"/>
                      <a:pt x="350" y="700"/>
                    </a:cubicBezTo>
                    <a:cubicBezTo>
                      <a:pt x="389" y="700"/>
                      <a:pt x="427" y="700"/>
                      <a:pt x="467" y="700"/>
                    </a:cubicBezTo>
                    <a:cubicBezTo>
                      <a:pt x="467" y="662"/>
                      <a:pt x="467" y="623"/>
                      <a:pt x="467" y="583"/>
                    </a:cubicBezTo>
                    <a:cubicBezTo>
                      <a:pt x="505" y="583"/>
                      <a:pt x="544" y="583"/>
                      <a:pt x="583" y="583"/>
                    </a:cubicBezTo>
                    <a:cubicBezTo>
                      <a:pt x="583" y="545"/>
                      <a:pt x="583" y="506"/>
                      <a:pt x="583" y="467"/>
                    </a:cubicBezTo>
                    <a:cubicBezTo>
                      <a:pt x="468" y="467"/>
                      <a:pt x="352" y="467"/>
                      <a:pt x="233" y="467"/>
                    </a:cubicBezTo>
                    <a:cubicBezTo>
                      <a:pt x="233" y="390"/>
                      <a:pt x="233" y="313"/>
                      <a:pt x="233" y="233"/>
                    </a:cubicBezTo>
                    <a:cubicBezTo>
                      <a:pt x="195" y="233"/>
                      <a:pt x="156" y="233"/>
                      <a:pt x="117" y="233"/>
                    </a:cubicBezTo>
                    <a:cubicBezTo>
                      <a:pt x="117" y="195"/>
                      <a:pt x="117" y="156"/>
                      <a:pt x="117" y="117"/>
                    </a:cubicBezTo>
                    <a:cubicBezTo>
                      <a:pt x="78" y="117"/>
                      <a:pt x="40" y="117"/>
                      <a:pt x="0" y="117"/>
                    </a:cubicBezTo>
                    <a:cubicBezTo>
                      <a:pt x="0" y="78"/>
                      <a:pt x="0" y="4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23" name="ICON_SKILL_UNDERSTAND_path_038"/>
              <p:cNvSpPr/>
              <p:nvPr/>
            </p:nvSpPr>
            <p:spPr>
              <a:xfrm>
                <a:off x="4924848" y="1107916"/>
                <a:ext cx="14817" cy="15557"/>
              </a:xfrm>
              <a:custGeom>
                <a:avLst/>
                <a:gdLst/>
                <a:ahLst/>
                <a:cxnLst/>
                <a:rect l="0" t="0" r="r" b="b"/>
                <a:pathLst>
                  <a:path w="1167" h="1225" fill="norm" stroke="0">
                    <a:moveTo>
                      <a:pt x="1108" y="0"/>
                    </a:moveTo>
                    <a:cubicBezTo>
                      <a:pt x="1128" y="58"/>
                      <a:pt x="1147" y="115"/>
                      <a:pt x="1167" y="175"/>
                    </a:cubicBezTo>
                    <a:cubicBezTo>
                      <a:pt x="1128" y="175"/>
                      <a:pt x="1090" y="175"/>
                      <a:pt x="1050" y="175"/>
                    </a:cubicBezTo>
                    <a:cubicBezTo>
                      <a:pt x="1050" y="213"/>
                      <a:pt x="1050" y="252"/>
                      <a:pt x="1050" y="292"/>
                    </a:cubicBezTo>
                    <a:cubicBezTo>
                      <a:pt x="1012" y="292"/>
                      <a:pt x="973" y="292"/>
                      <a:pt x="933" y="292"/>
                    </a:cubicBezTo>
                    <a:cubicBezTo>
                      <a:pt x="933" y="330"/>
                      <a:pt x="933" y="369"/>
                      <a:pt x="933" y="408"/>
                    </a:cubicBezTo>
                    <a:cubicBezTo>
                      <a:pt x="895" y="408"/>
                      <a:pt x="856" y="408"/>
                      <a:pt x="817" y="408"/>
                    </a:cubicBezTo>
                    <a:cubicBezTo>
                      <a:pt x="817" y="447"/>
                      <a:pt x="817" y="485"/>
                      <a:pt x="817" y="525"/>
                    </a:cubicBezTo>
                    <a:cubicBezTo>
                      <a:pt x="778" y="525"/>
                      <a:pt x="740" y="525"/>
                      <a:pt x="700" y="525"/>
                    </a:cubicBezTo>
                    <a:cubicBezTo>
                      <a:pt x="700" y="602"/>
                      <a:pt x="700" y="679"/>
                      <a:pt x="700" y="758"/>
                    </a:cubicBezTo>
                    <a:cubicBezTo>
                      <a:pt x="661" y="758"/>
                      <a:pt x="623" y="758"/>
                      <a:pt x="583" y="758"/>
                    </a:cubicBezTo>
                    <a:cubicBezTo>
                      <a:pt x="583" y="797"/>
                      <a:pt x="583" y="835"/>
                      <a:pt x="583" y="875"/>
                    </a:cubicBezTo>
                    <a:cubicBezTo>
                      <a:pt x="545" y="875"/>
                      <a:pt x="506" y="875"/>
                      <a:pt x="467" y="875"/>
                    </a:cubicBezTo>
                    <a:cubicBezTo>
                      <a:pt x="467" y="913"/>
                      <a:pt x="467" y="952"/>
                      <a:pt x="467" y="992"/>
                    </a:cubicBezTo>
                    <a:cubicBezTo>
                      <a:pt x="428" y="992"/>
                      <a:pt x="390" y="992"/>
                      <a:pt x="350" y="992"/>
                    </a:cubicBezTo>
                    <a:cubicBezTo>
                      <a:pt x="350" y="1030"/>
                      <a:pt x="350" y="1069"/>
                      <a:pt x="350" y="1108"/>
                    </a:cubicBezTo>
                    <a:cubicBezTo>
                      <a:pt x="312" y="1108"/>
                      <a:pt x="273" y="1108"/>
                      <a:pt x="233" y="1108"/>
                    </a:cubicBezTo>
                    <a:cubicBezTo>
                      <a:pt x="233" y="1147"/>
                      <a:pt x="233" y="1185"/>
                      <a:pt x="233" y="1225"/>
                    </a:cubicBezTo>
                    <a:cubicBezTo>
                      <a:pt x="156" y="1206"/>
                      <a:pt x="79" y="1186"/>
                      <a:pt x="0" y="1167"/>
                    </a:cubicBezTo>
                    <a:cubicBezTo>
                      <a:pt x="72" y="1043"/>
                      <a:pt x="72" y="1043"/>
                      <a:pt x="117" y="992"/>
                    </a:cubicBezTo>
                    <a:cubicBezTo>
                      <a:pt x="182" y="981"/>
                      <a:pt x="182" y="981"/>
                      <a:pt x="233" y="992"/>
                    </a:cubicBezTo>
                    <a:cubicBezTo>
                      <a:pt x="233" y="953"/>
                      <a:pt x="233" y="915"/>
                      <a:pt x="233" y="875"/>
                    </a:cubicBezTo>
                    <a:cubicBezTo>
                      <a:pt x="272" y="875"/>
                      <a:pt x="310" y="875"/>
                      <a:pt x="350" y="875"/>
                    </a:cubicBezTo>
                    <a:cubicBezTo>
                      <a:pt x="350" y="837"/>
                      <a:pt x="350" y="798"/>
                      <a:pt x="350" y="758"/>
                    </a:cubicBezTo>
                    <a:cubicBezTo>
                      <a:pt x="389" y="758"/>
                      <a:pt x="427" y="758"/>
                      <a:pt x="467" y="758"/>
                    </a:cubicBezTo>
                    <a:cubicBezTo>
                      <a:pt x="467" y="643"/>
                      <a:pt x="467" y="527"/>
                      <a:pt x="467" y="408"/>
                    </a:cubicBezTo>
                    <a:cubicBezTo>
                      <a:pt x="505" y="408"/>
                      <a:pt x="544" y="408"/>
                      <a:pt x="583" y="408"/>
                    </a:cubicBezTo>
                    <a:cubicBezTo>
                      <a:pt x="583" y="370"/>
                      <a:pt x="583" y="331"/>
                      <a:pt x="583" y="292"/>
                    </a:cubicBezTo>
                    <a:cubicBezTo>
                      <a:pt x="602" y="294"/>
                      <a:pt x="620" y="296"/>
                      <a:pt x="639" y="299"/>
                    </a:cubicBezTo>
                    <a:cubicBezTo>
                      <a:pt x="659" y="296"/>
                      <a:pt x="679" y="294"/>
                      <a:pt x="700" y="292"/>
                    </a:cubicBezTo>
                    <a:cubicBezTo>
                      <a:pt x="727" y="243"/>
                      <a:pt x="727" y="243"/>
                      <a:pt x="747" y="179"/>
                    </a:cubicBezTo>
                    <a:cubicBezTo>
                      <a:pt x="785" y="93"/>
                      <a:pt x="800" y="65"/>
                      <a:pt x="889" y="30"/>
                    </a:cubicBezTo>
                    <a:cubicBezTo>
                      <a:pt x="962" y="16"/>
                      <a:pt x="1034" y="6"/>
                      <a:pt x="110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24" name="ICON_SKILL_UNDERSTAND_path_039"/>
              <p:cNvSpPr/>
              <p:nvPr/>
            </p:nvSpPr>
            <p:spPr>
              <a:xfrm>
                <a:off x="4834467" y="1071615"/>
                <a:ext cx="7408" cy="10372"/>
              </a:xfrm>
              <a:custGeom>
                <a:avLst/>
                <a:gdLst/>
                <a:ahLst/>
                <a:cxnLst/>
                <a:rect l="0" t="0" r="r" b="b"/>
                <a:pathLst>
                  <a:path w="583" h="817" fill="norm" stroke="0">
                    <a:moveTo>
                      <a:pt x="117" y="0"/>
                    </a:moveTo>
                    <a:cubicBezTo>
                      <a:pt x="194" y="0"/>
                      <a:pt x="271" y="0"/>
                      <a:pt x="350" y="0"/>
                    </a:cubicBezTo>
                    <a:cubicBezTo>
                      <a:pt x="350" y="38"/>
                      <a:pt x="350" y="77"/>
                      <a:pt x="350" y="117"/>
                    </a:cubicBezTo>
                    <a:cubicBezTo>
                      <a:pt x="389" y="117"/>
                      <a:pt x="427" y="117"/>
                      <a:pt x="467" y="117"/>
                    </a:cubicBezTo>
                    <a:cubicBezTo>
                      <a:pt x="467" y="155"/>
                      <a:pt x="467" y="194"/>
                      <a:pt x="467" y="233"/>
                    </a:cubicBezTo>
                    <a:cubicBezTo>
                      <a:pt x="505" y="233"/>
                      <a:pt x="544" y="233"/>
                      <a:pt x="583" y="233"/>
                    </a:cubicBezTo>
                    <a:cubicBezTo>
                      <a:pt x="583" y="349"/>
                      <a:pt x="583" y="464"/>
                      <a:pt x="583" y="583"/>
                    </a:cubicBezTo>
                    <a:cubicBezTo>
                      <a:pt x="545" y="583"/>
                      <a:pt x="506" y="583"/>
                      <a:pt x="467" y="583"/>
                    </a:cubicBezTo>
                    <a:cubicBezTo>
                      <a:pt x="467" y="622"/>
                      <a:pt x="467" y="660"/>
                      <a:pt x="467" y="700"/>
                    </a:cubicBezTo>
                    <a:cubicBezTo>
                      <a:pt x="428" y="700"/>
                      <a:pt x="390" y="700"/>
                      <a:pt x="350" y="700"/>
                    </a:cubicBezTo>
                    <a:cubicBezTo>
                      <a:pt x="350" y="739"/>
                      <a:pt x="350" y="777"/>
                      <a:pt x="350" y="817"/>
                    </a:cubicBezTo>
                    <a:cubicBezTo>
                      <a:pt x="235" y="817"/>
                      <a:pt x="119" y="817"/>
                      <a:pt x="0" y="817"/>
                    </a:cubicBezTo>
                    <a:cubicBezTo>
                      <a:pt x="0" y="740"/>
                      <a:pt x="0" y="663"/>
                      <a:pt x="0" y="583"/>
                    </a:cubicBezTo>
                    <a:cubicBezTo>
                      <a:pt x="38" y="583"/>
                      <a:pt x="77" y="583"/>
                      <a:pt x="117" y="583"/>
                    </a:cubicBezTo>
                    <a:cubicBezTo>
                      <a:pt x="117" y="391"/>
                      <a:pt x="117" y="198"/>
                      <a:pt x="11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25" name="ICON_SKILL_UNDERSTAND_path_040"/>
              <p:cNvSpPr/>
              <p:nvPr/>
            </p:nvSpPr>
            <p:spPr>
              <a:xfrm>
                <a:off x="4797425" y="1059762"/>
                <a:ext cx="8890" cy="10372"/>
              </a:xfrm>
              <a:custGeom>
                <a:avLst/>
                <a:gdLst/>
                <a:ahLst/>
                <a:cxnLst/>
                <a:rect l="0" t="0" r="r" b="b"/>
                <a:pathLst>
                  <a:path w="700" h="817" fill="norm" stroke="0">
                    <a:moveTo>
                      <a:pt x="350" y="0"/>
                    </a:moveTo>
                    <a:cubicBezTo>
                      <a:pt x="389" y="0"/>
                      <a:pt x="427" y="0"/>
                      <a:pt x="467" y="0"/>
                    </a:cubicBezTo>
                    <a:cubicBezTo>
                      <a:pt x="467" y="38"/>
                      <a:pt x="467" y="77"/>
                      <a:pt x="467" y="117"/>
                    </a:cubicBezTo>
                    <a:cubicBezTo>
                      <a:pt x="505" y="117"/>
                      <a:pt x="544" y="117"/>
                      <a:pt x="583" y="117"/>
                    </a:cubicBezTo>
                    <a:cubicBezTo>
                      <a:pt x="583" y="155"/>
                      <a:pt x="583" y="194"/>
                      <a:pt x="583" y="233"/>
                    </a:cubicBezTo>
                    <a:cubicBezTo>
                      <a:pt x="622" y="233"/>
                      <a:pt x="660" y="233"/>
                      <a:pt x="700" y="233"/>
                    </a:cubicBezTo>
                    <a:cubicBezTo>
                      <a:pt x="700" y="387"/>
                      <a:pt x="700" y="541"/>
                      <a:pt x="700" y="700"/>
                    </a:cubicBezTo>
                    <a:cubicBezTo>
                      <a:pt x="662" y="700"/>
                      <a:pt x="623" y="700"/>
                      <a:pt x="583" y="700"/>
                    </a:cubicBezTo>
                    <a:cubicBezTo>
                      <a:pt x="583" y="739"/>
                      <a:pt x="583" y="777"/>
                      <a:pt x="583" y="817"/>
                    </a:cubicBezTo>
                    <a:cubicBezTo>
                      <a:pt x="545" y="817"/>
                      <a:pt x="506" y="817"/>
                      <a:pt x="467" y="817"/>
                    </a:cubicBezTo>
                    <a:cubicBezTo>
                      <a:pt x="467" y="778"/>
                      <a:pt x="467" y="740"/>
                      <a:pt x="467" y="700"/>
                    </a:cubicBezTo>
                    <a:cubicBezTo>
                      <a:pt x="428" y="700"/>
                      <a:pt x="390" y="700"/>
                      <a:pt x="350" y="700"/>
                    </a:cubicBezTo>
                    <a:cubicBezTo>
                      <a:pt x="350" y="662"/>
                      <a:pt x="350" y="623"/>
                      <a:pt x="350" y="583"/>
                    </a:cubicBezTo>
                    <a:cubicBezTo>
                      <a:pt x="312" y="583"/>
                      <a:pt x="273" y="583"/>
                      <a:pt x="233" y="583"/>
                    </a:cubicBezTo>
                    <a:cubicBezTo>
                      <a:pt x="233" y="545"/>
                      <a:pt x="233" y="506"/>
                      <a:pt x="233" y="467"/>
                    </a:cubicBezTo>
                    <a:cubicBezTo>
                      <a:pt x="156" y="467"/>
                      <a:pt x="79" y="467"/>
                      <a:pt x="0" y="467"/>
                    </a:cubicBezTo>
                    <a:cubicBezTo>
                      <a:pt x="0" y="428"/>
                      <a:pt x="0" y="390"/>
                      <a:pt x="0" y="350"/>
                    </a:cubicBezTo>
                    <a:cubicBezTo>
                      <a:pt x="38" y="350"/>
                      <a:pt x="77" y="350"/>
                      <a:pt x="117" y="350"/>
                    </a:cubicBezTo>
                    <a:cubicBezTo>
                      <a:pt x="117" y="311"/>
                      <a:pt x="117" y="273"/>
                      <a:pt x="117" y="233"/>
                    </a:cubicBezTo>
                    <a:cubicBezTo>
                      <a:pt x="155" y="233"/>
                      <a:pt x="194" y="233"/>
                      <a:pt x="233" y="233"/>
                    </a:cubicBezTo>
                    <a:cubicBezTo>
                      <a:pt x="233" y="195"/>
                      <a:pt x="233" y="156"/>
                      <a:pt x="233" y="117"/>
                    </a:cubicBezTo>
                    <a:cubicBezTo>
                      <a:pt x="272" y="117"/>
                      <a:pt x="310" y="117"/>
                      <a:pt x="350" y="117"/>
                    </a:cubicBezTo>
                    <a:cubicBezTo>
                      <a:pt x="350" y="78"/>
                      <a:pt x="350" y="40"/>
                      <a:pt x="35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26" name="ICON_SKILL_UNDERSTAND_path_041"/>
              <p:cNvSpPr/>
              <p:nvPr/>
            </p:nvSpPr>
            <p:spPr>
              <a:xfrm>
                <a:off x="4784090" y="1064207"/>
                <a:ext cx="14817" cy="7408"/>
              </a:xfrm>
              <a:custGeom>
                <a:avLst/>
                <a:gdLst/>
                <a:ahLst/>
                <a:cxnLst/>
                <a:rect l="0" t="0" r="r" b="b"/>
                <a:pathLst>
                  <a:path w="1167" h="583" fill="norm" stroke="0">
                    <a:moveTo>
                      <a:pt x="0" y="0"/>
                    </a:moveTo>
                    <a:cubicBezTo>
                      <a:pt x="77" y="0"/>
                      <a:pt x="154" y="0"/>
                      <a:pt x="233" y="0"/>
                    </a:cubicBezTo>
                    <a:cubicBezTo>
                      <a:pt x="233" y="38"/>
                      <a:pt x="233" y="77"/>
                      <a:pt x="233" y="117"/>
                    </a:cubicBezTo>
                    <a:cubicBezTo>
                      <a:pt x="272" y="117"/>
                      <a:pt x="310" y="117"/>
                      <a:pt x="350" y="117"/>
                    </a:cubicBezTo>
                    <a:cubicBezTo>
                      <a:pt x="350" y="155"/>
                      <a:pt x="350" y="194"/>
                      <a:pt x="350" y="233"/>
                    </a:cubicBezTo>
                    <a:cubicBezTo>
                      <a:pt x="543" y="233"/>
                      <a:pt x="735" y="233"/>
                      <a:pt x="933" y="233"/>
                    </a:cubicBezTo>
                    <a:cubicBezTo>
                      <a:pt x="933" y="195"/>
                      <a:pt x="933" y="156"/>
                      <a:pt x="933" y="117"/>
                    </a:cubicBezTo>
                    <a:cubicBezTo>
                      <a:pt x="972" y="117"/>
                      <a:pt x="1010" y="117"/>
                      <a:pt x="1050" y="117"/>
                    </a:cubicBezTo>
                    <a:cubicBezTo>
                      <a:pt x="1050" y="155"/>
                      <a:pt x="1050" y="194"/>
                      <a:pt x="1050" y="233"/>
                    </a:cubicBezTo>
                    <a:cubicBezTo>
                      <a:pt x="1089" y="233"/>
                      <a:pt x="1127" y="233"/>
                      <a:pt x="1167" y="233"/>
                    </a:cubicBezTo>
                    <a:cubicBezTo>
                      <a:pt x="1167" y="349"/>
                      <a:pt x="1167" y="464"/>
                      <a:pt x="1167" y="583"/>
                    </a:cubicBezTo>
                    <a:cubicBezTo>
                      <a:pt x="1128" y="583"/>
                      <a:pt x="1090" y="583"/>
                      <a:pt x="1050" y="583"/>
                    </a:cubicBezTo>
                    <a:cubicBezTo>
                      <a:pt x="1050" y="545"/>
                      <a:pt x="1050" y="506"/>
                      <a:pt x="1050" y="467"/>
                    </a:cubicBezTo>
                    <a:cubicBezTo>
                      <a:pt x="858" y="467"/>
                      <a:pt x="665" y="467"/>
                      <a:pt x="467" y="467"/>
                    </a:cubicBezTo>
                    <a:cubicBezTo>
                      <a:pt x="467" y="428"/>
                      <a:pt x="467" y="390"/>
                      <a:pt x="467" y="350"/>
                    </a:cubicBezTo>
                    <a:cubicBezTo>
                      <a:pt x="351" y="350"/>
                      <a:pt x="236" y="350"/>
                      <a:pt x="117" y="350"/>
                    </a:cubicBezTo>
                    <a:cubicBezTo>
                      <a:pt x="117" y="311"/>
                      <a:pt x="117" y="273"/>
                      <a:pt x="117" y="233"/>
                    </a:cubicBezTo>
                    <a:cubicBezTo>
                      <a:pt x="78" y="233"/>
                      <a:pt x="40" y="233"/>
                      <a:pt x="0" y="233"/>
                    </a:cubicBezTo>
                    <a:cubicBezTo>
                      <a:pt x="0" y="156"/>
                      <a:pt x="0" y="7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27" name="ICON_SKILL_UNDERSTAND_path_042"/>
              <p:cNvSpPr/>
              <p:nvPr/>
            </p:nvSpPr>
            <p:spPr>
              <a:xfrm>
                <a:off x="4744085" y="991605"/>
                <a:ext cx="10372" cy="19262"/>
              </a:xfrm>
              <a:custGeom>
                <a:avLst/>
                <a:gdLst/>
                <a:ahLst/>
                <a:cxnLst/>
                <a:rect l="0" t="0" r="r" b="b"/>
                <a:pathLst>
                  <a:path w="817" h="1517" fill="norm" stroke="0">
                    <a:moveTo>
                      <a:pt x="700" y="0"/>
                    </a:moveTo>
                    <a:cubicBezTo>
                      <a:pt x="738" y="0"/>
                      <a:pt x="777" y="0"/>
                      <a:pt x="817" y="0"/>
                    </a:cubicBezTo>
                    <a:cubicBezTo>
                      <a:pt x="787" y="160"/>
                      <a:pt x="756" y="314"/>
                      <a:pt x="700" y="467"/>
                    </a:cubicBezTo>
                    <a:cubicBezTo>
                      <a:pt x="661" y="467"/>
                      <a:pt x="623" y="467"/>
                      <a:pt x="583" y="467"/>
                    </a:cubicBezTo>
                    <a:cubicBezTo>
                      <a:pt x="583" y="544"/>
                      <a:pt x="583" y="621"/>
                      <a:pt x="583" y="700"/>
                    </a:cubicBezTo>
                    <a:cubicBezTo>
                      <a:pt x="545" y="700"/>
                      <a:pt x="506" y="700"/>
                      <a:pt x="467" y="700"/>
                    </a:cubicBezTo>
                    <a:cubicBezTo>
                      <a:pt x="465" y="710"/>
                      <a:pt x="465" y="710"/>
                      <a:pt x="456" y="758"/>
                    </a:cubicBezTo>
                    <a:cubicBezTo>
                      <a:pt x="429" y="898"/>
                      <a:pt x="399" y="1032"/>
                      <a:pt x="350" y="1167"/>
                    </a:cubicBezTo>
                    <a:cubicBezTo>
                      <a:pt x="311" y="1167"/>
                      <a:pt x="273" y="1167"/>
                      <a:pt x="233" y="1167"/>
                    </a:cubicBezTo>
                    <a:cubicBezTo>
                      <a:pt x="232" y="1177"/>
                      <a:pt x="232" y="1177"/>
                      <a:pt x="227" y="1228"/>
                    </a:cubicBezTo>
                    <a:cubicBezTo>
                      <a:pt x="196" y="1443"/>
                      <a:pt x="196" y="1443"/>
                      <a:pt x="132" y="1491"/>
                    </a:cubicBezTo>
                    <a:cubicBezTo>
                      <a:pt x="84" y="1506"/>
                      <a:pt x="84" y="1506"/>
                      <a:pt x="0" y="1517"/>
                    </a:cubicBezTo>
                    <a:cubicBezTo>
                      <a:pt x="0" y="1401"/>
                      <a:pt x="0" y="1286"/>
                      <a:pt x="0" y="1167"/>
                    </a:cubicBezTo>
                    <a:cubicBezTo>
                      <a:pt x="38" y="1167"/>
                      <a:pt x="77" y="1167"/>
                      <a:pt x="117" y="1167"/>
                    </a:cubicBezTo>
                    <a:cubicBezTo>
                      <a:pt x="117" y="1128"/>
                      <a:pt x="117" y="1090"/>
                      <a:pt x="117" y="1050"/>
                    </a:cubicBezTo>
                    <a:cubicBezTo>
                      <a:pt x="155" y="1050"/>
                      <a:pt x="194" y="1050"/>
                      <a:pt x="233" y="1050"/>
                    </a:cubicBezTo>
                    <a:cubicBezTo>
                      <a:pt x="233" y="973"/>
                      <a:pt x="233" y="896"/>
                      <a:pt x="233" y="817"/>
                    </a:cubicBezTo>
                    <a:cubicBezTo>
                      <a:pt x="272" y="817"/>
                      <a:pt x="310" y="817"/>
                      <a:pt x="350" y="817"/>
                    </a:cubicBezTo>
                    <a:cubicBezTo>
                      <a:pt x="350" y="701"/>
                      <a:pt x="350" y="586"/>
                      <a:pt x="350" y="467"/>
                    </a:cubicBezTo>
                    <a:cubicBezTo>
                      <a:pt x="388" y="467"/>
                      <a:pt x="427" y="467"/>
                      <a:pt x="467" y="467"/>
                    </a:cubicBezTo>
                    <a:cubicBezTo>
                      <a:pt x="467" y="428"/>
                      <a:pt x="467" y="390"/>
                      <a:pt x="467" y="350"/>
                    </a:cubicBezTo>
                    <a:cubicBezTo>
                      <a:pt x="505" y="350"/>
                      <a:pt x="544" y="350"/>
                      <a:pt x="583" y="350"/>
                    </a:cubicBezTo>
                    <a:cubicBezTo>
                      <a:pt x="583" y="273"/>
                      <a:pt x="583" y="196"/>
                      <a:pt x="583" y="117"/>
                    </a:cubicBezTo>
                    <a:cubicBezTo>
                      <a:pt x="622" y="117"/>
                      <a:pt x="660" y="117"/>
                      <a:pt x="700" y="117"/>
                    </a:cubicBezTo>
                    <a:cubicBezTo>
                      <a:pt x="700" y="78"/>
                      <a:pt x="700" y="40"/>
                      <a:pt x="70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28" name="ICON_SKILL_UNDERSTAND_path_043"/>
              <p:cNvSpPr/>
              <p:nvPr/>
            </p:nvSpPr>
            <p:spPr>
              <a:xfrm>
                <a:off x="4815205" y="1131623"/>
                <a:ext cx="17780" cy="8149"/>
              </a:xfrm>
              <a:custGeom>
                <a:avLst/>
                <a:gdLst/>
                <a:ahLst/>
                <a:cxnLst/>
                <a:rect l="0" t="0" r="r" b="b"/>
                <a:pathLst>
                  <a:path w="1400" h="642" fill="norm" stroke="0">
                    <a:moveTo>
                      <a:pt x="0" y="0"/>
                    </a:moveTo>
                    <a:cubicBezTo>
                      <a:pt x="154" y="19"/>
                      <a:pt x="308" y="38"/>
                      <a:pt x="467" y="58"/>
                    </a:cubicBezTo>
                    <a:cubicBezTo>
                      <a:pt x="467" y="97"/>
                      <a:pt x="467" y="135"/>
                      <a:pt x="467" y="175"/>
                    </a:cubicBezTo>
                    <a:cubicBezTo>
                      <a:pt x="505" y="175"/>
                      <a:pt x="544" y="175"/>
                      <a:pt x="583" y="175"/>
                    </a:cubicBezTo>
                    <a:cubicBezTo>
                      <a:pt x="583" y="136"/>
                      <a:pt x="583" y="98"/>
                      <a:pt x="583" y="58"/>
                    </a:cubicBezTo>
                    <a:cubicBezTo>
                      <a:pt x="660" y="58"/>
                      <a:pt x="737" y="58"/>
                      <a:pt x="817" y="58"/>
                    </a:cubicBezTo>
                    <a:cubicBezTo>
                      <a:pt x="817" y="135"/>
                      <a:pt x="817" y="212"/>
                      <a:pt x="817" y="292"/>
                    </a:cubicBezTo>
                    <a:cubicBezTo>
                      <a:pt x="855" y="292"/>
                      <a:pt x="894" y="292"/>
                      <a:pt x="933" y="292"/>
                    </a:cubicBezTo>
                    <a:cubicBezTo>
                      <a:pt x="933" y="330"/>
                      <a:pt x="933" y="369"/>
                      <a:pt x="933" y="408"/>
                    </a:cubicBezTo>
                    <a:cubicBezTo>
                      <a:pt x="1010" y="408"/>
                      <a:pt x="1087" y="408"/>
                      <a:pt x="1167" y="408"/>
                    </a:cubicBezTo>
                    <a:cubicBezTo>
                      <a:pt x="1167" y="466"/>
                      <a:pt x="1167" y="524"/>
                      <a:pt x="1167" y="583"/>
                    </a:cubicBezTo>
                    <a:cubicBezTo>
                      <a:pt x="1244" y="603"/>
                      <a:pt x="1321" y="622"/>
                      <a:pt x="1400" y="642"/>
                    </a:cubicBezTo>
                    <a:cubicBezTo>
                      <a:pt x="1246" y="642"/>
                      <a:pt x="1092" y="642"/>
                      <a:pt x="933" y="642"/>
                    </a:cubicBezTo>
                    <a:cubicBezTo>
                      <a:pt x="933" y="603"/>
                      <a:pt x="933" y="565"/>
                      <a:pt x="933" y="525"/>
                    </a:cubicBezTo>
                    <a:cubicBezTo>
                      <a:pt x="856" y="525"/>
                      <a:pt x="779" y="525"/>
                      <a:pt x="700" y="525"/>
                    </a:cubicBezTo>
                    <a:cubicBezTo>
                      <a:pt x="700" y="487"/>
                      <a:pt x="700" y="448"/>
                      <a:pt x="700" y="408"/>
                    </a:cubicBezTo>
                    <a:cubicBezTo>
                      <a:pt x="623" y="408"/>
                      <a:pt x="546" y="408"/>
                      <a:pt x="467" y="408"/>
                    </a:cubicBezTo>
                    <a:cubicBezTo>
                      <a:pt x="467" y="370"/>
                      <a:pt x="467" y="331"/>
                      <a:pt x="467" y="292"/>
                    </a:cubicBezTo>
                    <a:cubicBezTo>
                      <a:pt x="390" y="292"/>
                      <a:pt x="313" y="292"/>
                      <a:pt x="233" y="292"/>
                    </a:cubicBezTo>
                    <a:cubicBezTo>
                      <a:pt x="233" y="253"/>
                      <a:pt x="233" y="215"/>
                      <a:pt x="233" y="175"/>
                    </a:cubicBezTo>
                    <a:cubicBezTo>
                      <a:pt x="182" y="140"/>
                      <a:pt x="182" y="140"/>
                      <a:pt x="117" y="113"/>
                    </a:cubicBezTo>
                    <a:cubicBezTo>
                      <a:pt x="51" y="85"/>
                      <a:pt x="51" y="85"/>
                      <a:pt x="0" y="58"/>
                    </a:cubicBezTo>
                    <a:cubicBezTo>
                      <a:pt x="0" y="39"/>
                      <a:pt x="0" y="2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29" name="ICON_SKILL_UNDERSTAND_path_044"/>
              <p:cNvSpPr/>
              <p:nvPr/>
            </p:nvSpPr>
            <p:spPr>
              <a:xfrm>
                <a:off x="4842616" y="1006329"/>
                <a:ext cx="17039" cy="18613"/>
              </a:xfrm>
              <a:custGeom>
                <a:avLst/>
                <a:gdLst/>
                <a:ahLst/>
                <a:cxnLst/>
                <a:rect l="0" t="0" r="r" b="b"/>
                <a:pathLst>
                  <a:path w="1342" h="1466" fill="norm" stroke="0">
                    <a:moveTo>
                      <a:pt x="292" y="7"/>
                    </a:moveTo>
                    <a:cubicBezTo>
                      <a:pt x="354" y="0"/>
                      <a:pt x="354" y="0"/>
                      <a:pt x="408" y="7"/>
                    </a:cubicBezTo>
                    <a:cubicBezTo>
                      <a:pt x="408" y="46"/>
                      <a:pt x="408" y="84"/>
                      <a:pt x="408" y="124"/>
                    </a:cubicBezTo>
                    <a:cubicBezTo>
                      <a:pt x="432" y="122"/>
                      <a:pt x="455" y="120"/>
                      <a:pt x="479" y="118"/>
                    </a:cubicBezTo>
                    <a:cubicBezTo>
                      <a:pt x="726" y="103"/>
                      <a:pt x="726" y="103"/>
                      <a:pt x="814" y="161"/>
                    </a:cubicBezTo>
                    <a:cubicBezTo>
                      <a:pt x="842" y="192"/>
                      <a:pt x="869" y="224"/>
                      <a:pt x="895" y="256"/>
                    </a:cubicBezTo>
                    <a:cubicBezTo>
                      <a:pt x="956" y="325"/>
                      <a:pt x="1021" y="336"/>
                      <a:pt x="1108" y="357"/>
                    </a:cubicBezTo>
                    <a:cubicBezTo>
                      <a:pt x="1108" y="396"/>
                      <a:pt x="1108" y="434"/>
                      <a:pt x="1108" y="474"/>
                    </a:cubicBezTo>
                    <a:cubicBezTo>
                      <a:pt x="1185" y="474"/>
                      <a:pt x="1262" y="474"/>
                      <a:pt x="1342" y="474"/>
                    </a:cubicBezTo>
                    <a:cubicBezTo>
                      <a:pt x="1342" y="512"/>
                      <a:pt x="1342" y="551"/>
                      <a:pt x="1342" y="591"/>
                    </a:cubicBezTo>
                    <a:cubicBezTo>
                      <a:pt x="1303" y="591"/>
                      <a:pt x="1265" y="591"/>
                      <a:pt x="1225" y="591"/>
                    </a:cubicBezTo>
                    <a:cubicBezTo>
                      <a:pt x="1223" y="677"/>
                      <a:pt x="1222" y="763"/>
                      <a:pt x="1221" y="850"/>
                    </a:cubicBezTo>
                    <a:cubicBezTo>
                      <a:pt x="1221" y="874"/>
                      <a:pt x="1220" y="899"/>
                      <a:pt x="1220" y="924"/>
                    </a:cubicBezTo>
                    <a:cubicBezTo>
                      <a:pt x="1220" y="947"/>
                      <a:pt x="1220" y="971"/>
                      <a:pt x="1219" y="995"/>
                    </a:cubicBezTo>
                    <a:cubicBezTo>
                      <a:pt x="1219" y="1017"/>
                      <a:pt x="1219" y="1038"/>
                      <a:pt x="1218" y="1061"/>
                    </a:cubicBezTo>
                    <a:cubicBezTo>
                      <a:pt x="1225" y="1116"/>
                      <a:pt x="1225" y="1116"/>
                      <a:pt x="1283" y="1174"/>
                    </a:cubicBezTo>
                    <a:cubicBezTo>
                      <a:pt x="1289" y="1243"/>
                      <a:pt x="1289" y="1243"/>
                      <a:pt x="1287" y="1323"/>
                    </a:cubicBezTo>
                    <a:cubicBezTo>
                      <a:pt x="1286" y="1350"/>
                      <a:pt x="1286" y="1377"/>
                      <a:pt x="1285" y="1404"/>
                    </a:cubicBezTo>
                    <a:cubicBezTo>
                      <a:pt x="1285" y="1424"/>
                      <a:pt x="1284" y="1445"/>
                      <a:pt x="1283" y="1466"/>
                    </a:cubicBezTo>
                    <a:cubicBezTo>
                      <a:pt x="1279" y="1458"/>
                      <a:pt x="1279" y="1458"/>
                      <a:pt x="1260" y="1417"/>
                    </a:cubicBezTo>
                    <a:cubicBezTo>
                      <a:pt x="1250" y="1396"/>
                      <a:pt x="1239" y="1374"/>
                      <a:pt x="1229" y="1353"/>
                    </a:cubicBezTo>
                    <a:cubicBezTo>
                      <a:pt x="1218" y="1332"/>
                      <a:pt x="1208" y="1311"/>
                      <a:pt x="1198" y="1289"/>
                    </a:cubicBezTo>
                    <a:cubicBezTo>
                      <a:pt x="1167" y="1232"/>
                      <a:pt x="1167" y="1232"/>
                      <a:pt x="1108" y="1174"/>
                    </a:cubicBezTo>
                    <a:cubicBezTo>
                      <a:pt x="1102" y="1124"/>
                      <a:pt x="1102" y="1124"/>
                      <a:pt x="1103" y="1066"/>
                    </a:cubicBezTo>
                    <a:cubicBezTo>
                      <a:pt x="1103" y="1045"/>
                      <a:pt x="1103" y="1024"/>
                      <a:pt x="1103" y="1003"/>
                    </a:cubicBezTo>
                    <a:cubicBezTo>
                      <a:pt x="1104" y="981"/>
                      <a:pt x="1104" y="959"/>
                      <a:pt x="1105" y="937"/>
                    </a:cubicBezTo>
                    <a:cubicBezTo>
                      <a:pt x="1105" y="915"/>
                      <a:pt x="1105" y="893"/>
                      <a:pt x="1105" y="870"/>
                    </a:cubicBezTo>
                    <a:cubicBezTo>
                      <a:pt x="1106" y="816"/>
                      <a:pt x="1107" y="762"/>
                      <a:pt x="1108" y="707"/>
                    </a:cubicBezTo>
                    <a:cubicBezTo>
                      <a:pt x="1070" y="707"/>
                      <a:pt x="1031" y="707"/>
                      <a:pt x="992" y="707"/>
                    </a:cubicBezTo>
                    <a:cubicBezTo>
                      <a:pt x="992" y="669"/>
                      <a:pt x="992" y="630"/>
                      <a:pt x="992" y="591"/>
                    </a:cubicBezTo>
                    <a:cubicBezTo>
                      <a:pt x="953" y="591"/>
                      <a:pt x="915" y="591"/>
                      <a:pt x="875" y="591"/>
                    </a:cubicBezTo>
                    <a:cubicBezTo>
                      <a:pt x="875" y="514"/>
                      <a:pt x="875" y="437"/>
                      <a:pt x="875" y="357"/>
                    </a:cubicBezTo>
                    <a:cubicBezTo>
                      <a:pt x="798" y="357"/>
                      <a:pt x="721" y="357"/>
                      <a:pt x="642" y="357"/>
                    </a:cubicBezTo>
                    <a:cubicBezTo>
                      <a:pt x="642" y="319"/>
                      <a:pt x="642" y="280"/>
                      <a:pt x="642" y="241"/>
                    </a:cubicBezTo>
                    <a:cubicBezTo>
                      <a:pt x="430" y="241"/>
                      <a:pt x="218" y="241"/>
                      <a:pt x="0" y="241"/>
                    </a:cubicBezTo>
                    <a:cubicBezTo>
                      <a:pt x="77" y="202"/>
                      <a:pt x="154" y="164"/>
                      <a:pt x="233" y="124"/>
                    </a:cubicBezTo>
                    <a:cubicBezTo>
                      <a:pt x="253" y="85"/>
                      <a:pt x="272" y="47"/>
                      <a:pt x="292" y="7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30" name="ICON_SKILL_UNDERSTAND_path_045"/>
              <p:cNvSpPr/>
              <p:nvPr/>
            </p:nvSpPr>
            <p:spPr>
              <a:xfrm>
                <a:off x="4875953" y="1178295"/>
                <a:ext cx="14817" cy="5927"/>
              </a:xfrm>
              <a:custGeom>
                <a:avLst/>
                <a:gdLst/>
                <a:ahLst/>
                <a:cxnLst/>
                <a:rect l="0" t="0" r="r" b="b"/>
                <a:pathLst>
                  <a:path w="1167" h="467" fill="norm" stroke="0">
                    <a:moveTo>
                      <a:pt x="933" y="0"/>
                    </a:moveTo>
                    <a:cubicBezTo>
                      <a:pt x="1010" y="0"/>
                      <a:pt x="1087" y="0"/>
                      <a:pt x="1167" y="0"/>
                    </a:cubicBezTo>
                    <a:cubicBezTo>
                      <a:pt x="1141" y="58"/>
                      <a:pt x="1141" y="58"/>
                      <a:pt x="1108" y="117"/>
                    </a:cubicBezTo>
                    <a:cubicBezTo>
                      <a:pt x="1089" y="117"/>
                      <a:pt x="1070" y="117"/>
                      <a:pt x="1050" y="117"/>
                    </a:cubicBezTo>
                    <a:cubicBezTo>
                      <a:pt x="1050" y="232"/>
                      <a:pt x="1050" y="348"/>
                      <a:pt x="1050" y="467"/>
                    </a:cubicBezTo>
                    <a:cubicBezTo>
                      <a:pt x="973" y="467"/>
                      <a:pt x="896" y="467"/>
                      <a:pt x="817" y="467"/>
                    </a:cubicBezTo>
                    <a:cubicBezTo>
                      <a:pt x="817" y="390"/>
                      <a:pt x="817" y="313"/>
                      <a:pt x="817" y="233"/>
                    </a:cubicBezTo>
                    <a:cubicBezTo>
                      <a:pt x="701" y="233"/>
                      <a:pt x="586" y="233"/>
                      <a:pt x="467" y="233"/>
                    </a:cubicBezTo>
                    <a:cubicBezTo>
                      <a:pt x="467" y="272"/>
                      <a:pt x="467" y="310"/>
                      <a:pt x="467" y="350"/>
                    </a:cubicBezTo>
                    <a:cubicBezTo>
                      <a:pt x="313" y="350"/>
                      <a:pt x="159" y="350"/>
                      <a:pt x="0" y="350"/>
                    </a:cubicBezTo>
                    <a:cubicBezTo>
                      <a:pt x="0" y="273"/>
                      <a:pt x="0" y="196"/>
                      <a:pt x="0" y="117"/>
                    </a:cubicBezTo>
                    <a:cubicBezTo>
                      <a:pt x="308" y="117"/>
                      <a:pt x="616" y="117"/>
                      <a:pt x="933" y="117"/>
                    </a:cubicBezTo>
                    <a:cubicBezTo>
                      <a:pt x="933" y="78"/>
                      <a:pt x="933" y="40"/>
                      <a:pt x="9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31" name="ICON_SKILL_UNDERSTAND_path_046"/>
              <p:cNvSpPr/>
              <p:nvPr/>
            </p:nvSpPr>
            <p:spPr>
              <a:xfrm>
                <a:off x="4948555" y="1072356"/>
                <a:ext cx="7408" cy="10372"/>
              </a:xfrm>
              <a:custGeom>
                <a:avLst/>
                <a:gdLst/>
                <a:ahLst/>
                <a:cxnLst/>
                <a:rect l="0" t="0" r="r" b="b"/>
                <a:pathLst>
                  <a:path w="583" h="817" fill="norm" stroke="0">
                    <a:moveTo>
                      <a:pt x="583" y="0"/>
                    </a:moveTo>
                    <a:cubicBezTo>
                      <a:pt x="583" y="135"/>
                      <a:pt x="583" y="269"/>
                      <a:pt x="583" y="408"/>
                    </a:cubicBezTo>
                    <a:cubicBezTo>
                      <a:pt x="545" y="408"/>
                      <a:pt x="506" y="408"/>
                      <a:pt x="467" y="408"/>
                    </a:cubicBezTo>
                    <a:cubicBezTo>
                      <a:pt x="467" y="524"/>
                      <a:pt x="467" y="639"/>
                      <a:pt x="467" y="758"/>
                    </a:cubicBezTo>
                    <a:cubicBezTo>
                      <a:pt x="409" y="778"/>
                      <a:pt x="351" y="797"/>
                      <a:pt x="292" y="817"/>
                    </a:cubicBezTo>
                    <a:cubicBezTo>
                      <a:pt x="272" y="759"/>
                      <a:pt x="253" y="701"/>
                      <a:pt x="233" y="642"/>
                    </a:cubicBezTo>
                    <a:cubicBezTo>
                      <a:pt x="156" y="642"/>
                      <a:pt x="79" y="642"/>
                      <a:pt x="0" y="642"/>
                    </a:cubicBezTo>
                    <a:cubicBezTo>
                      <a:pt x="0" y="603"/>
                      <a:pt x="0" y="565"/>
                      <a:pt x="0" y="525"/>
                    </a:cubicBezTo>
                    <a:cubicBezTo>
                      <a:pt x="38" y="525"/>
                      <a:pt x="77" y="525"/>
                      <a:pt x="117" y="525"/>
                    </a:cubicBezTo>
                    <a:cubicBezTo>
                      <a:pt x="117" y="487"/>
                      <a:pt x="117" y="448"/>
                      <a:pt x="117" y="408"/>
                    </a:cubicBezTo>
                    <a:cubicBezTo>
                      <a:pt x="155" y="408"/>
                      <a:pt x="194" y="408"/>
                      <a:pt x="233" y="408"/>
                    </a:cubicBezTo>
                    <a:cubicBezTo>
                      <a:pt x="233" y="293"/>
                      <a:pt x="233" y="177"/>
                      <a:pt x="233" y="58"/>
                    </a:cubicBezTo>
                    <a:cubicBezTo>
                      <a:pt x="518" y="0"/>
                      <a:pt x="518" y="0"/>
                      <a:pt x="58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32" name="ICON_SKILL_UNDERSTAND_path_047"/>
              <p:cNvSpPr/>
              <p:nvPr/>
            </p:nvSpPr>
            <p:spPr>
              <a:xfrm>
                <a:off x="4744085" y="1104212"/>
                <a:ext cx="8890" cy="13335"/>
              </a:xfrm>
              <a:custGeom>
                <a:avLst/>
                <a:gdLst/>
                <a:ahLst/>
                <a:cxnLst/>
                <a:rect l="0" t="0" r="r" b="b"/>
                <a:pathLst>
                  <a:path w="700" h="1050" fill="norm" stroke="0">
                    <a:moveTo>
                      <a:pt x="0" y="0"/>
                    </a:moveTo>
                    <a:cubicBezTo>
                      <a:pt x="77" y="0"/>
                      <a:pt x="154" y="0"/>
                      <a:pt x="233" y="0"/>
                    </a:cubicBezTo>
                    <a:cubicBezTo>
                      <a:pt x="233" y="38"/>
                      <a:pt x="233" y="77"/>
                      <a:pt x="233" y="117"/>
                    </a:cubicBezTo>
                    <a:cubicBezTo>
                      <a:pt x="272" y="117"/>
                      <a:pt x="310" y="117"/>
                      <a:pt x="350" y="117"/>
                    </a:cubicBezTo>
                    <a:cubicBezTo>
                      <a:pt x="350" y="194"/>
                      <a:pt x="350" y="271"/>
                      <a:pt x="350" y="350"/>
                    </a:cubicBezTo>
                    <a:cubicBezTo>
                      <a:pt x="389" y="350"/>
                      <a:pt x="427" y="350"/>
                      <a:pt x="467" y="350"/>
                    </a:cubicBezTo>
                    <a:cubicBezTo>
                      <a:pt x="467" y="427"/>
                      <a:pt x="467" y="504"/>
                      <a:pt x="467" y="583"/>
                    </a:cubicBezTo>
                    <a:cubicBezTo>
                      <a:pt x="505" y="583"/>
                      <a:pt x="544" y="583"/>
                      <a:pt x="583" y="583"/>
                    </a:cubicBezTo>
                    <a:cubicBezTo>
                      <a:pt x="583" y="660"/>
                      <a:pt x="583" y="737"/>
                      <a:pt x="583" y="817"/>
                    </a:cubicBezTo>
                    <a:cubicBezTo>
                      <a:pt x="622" y="817"/>
                      <a:pt x="660" y="817"/>
                      <a:pt x="700" y="817"/>
                    </a:cubicBezTo>
                    <a:cubicBezTo>
                      <a:pt x="700" y="894"/>
                      <a:pt x="700" y="971"/>
                      <a:pt x="700" y="1050"/>
                    </a:cubicBezTo>
                    <a:cubicBezTo>
                      <a:pt x="661" y="1050"/>
                      <a:pt x="623" y="1050"/>
                      <a:pt x="583" y="1050"/>
                    </a:cubicBezTo>
                    <a:cubicBezTo>
                      <a:pt x="583" y="1011"/>
                      <a:pt x="583" y="973"/>
                      <a:pt x="583" y="933"/>
                    </a:cubicBezTo>
                    <a:cubicBezTo>
                      <a:pt x="545" y="933"/>
                      <a:pt x="506" y="933"/>
                      <a:pt x="467" y="933"/>
                    </a:cubicBezTo>
                    <a:cubicBezTo>
                      <a:pt x="467" y="895"/>
                      <a:pt x="467" y="856"/>
                      <a:pt x="467" y="817"/>
                    </a:cubicBezTo>
                    <a:cubicBezTo>
                      <a:pt x="428" y="817"/>
                      <a:pt x="390" y="817"/>
                      <a:pt x="350" y="817"/>
                    </a:cubicBezTo>
                    <a:cubicBezTo>
                      <a:pt x="350" y="701"/>
                      <a:pt x="350" y="586"/>
                      <a:pt x="350" y="467"/>
                    </a:cubicBezTo>
                    <a:cubicBezTo>
                      <a:pt x="312" y="467"/>
                      <a:pt x="273" y="467"/>
                      <a:pt x="233" y="467"/>
                    </a:cubicBezTo>
                    <a:cubicBezTo>
                      <a:pt x="233" y="428"/>
                      <a:pt x="233" y="390"/>
                      <a:pt x="233" y="350"/>
                    </a:cubicBezTo>
                    <a:cubicBezTo>
                      <a:pt x="156" y="350"/>
                      <a:pt x="79" y="350"/>
                      <a:pt x="0" y="350"/>
                    </a:cubicBezTo>
                    <a:cubicBezTo>
                      <a:pt x="0" y="234"/>
                      <a:pt x="0" y="11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33" name="ICON_SKILL_UNDERSTAND_path_048"/>
              <p:cNvSpPr/>
              <p:nvPr/>
            </p:nvSpPr>
            <p:spPr>
              <a:xfrm>
                <a:off x="4899660" y="1173850"/>
                <a:ext cx="11853" cy="4445"/>
              </a:xfrm>
              <a:custGeom>
                <a:avLst/>
                <a:gdLst/>
                <a:ahLst/>
                <a:cxnLst/>
                <a:rect l="0" t="0" r="r" b="b"/>
                <a:pathLst>
                  <a:path w="933" h="350" fill="norm" stroke="0">
                    <a:moveTo>
                      <a:pt x="350" y="0"/>
                    </a:moveTo>
                    <a:cubicBezTo>
                      <a:pt x="543" y="0"/>
                      <a:pt x="735" y="0"/>
                      <a:pt x="933" y="0"/>
                    </a:cubicBezTo>
                    <a:cubicBezTo>
                      <a:pt x="933" y="38"/>
                      <a:pt x="933" y="77"/>
                      <a:pt x="933" y="117"/>
                    </a:cubicBezTo>
                    <a:cubicBezTo>
                      <a:pt x="895" y="117"/>
                      <a:pt x="856" y="117"/>
                      <a:pt x="817" y="117"/>
                    </a:cubicBezTo>
                    <a:cubicBezTo>
                      <a:pt x="817" y="155"/>
                      <a:pt x="817" y="194"/>
                      <a:pt x="817" y="233"/>
                    </a:cubicBezTo>
                    <a:cubicBezTo>
                      <a:pt x="778" y="233"/>
                      <a:pt x="740" y="233"/>
                      <a:pt x="700" y="233"/>
                    </a:cubicBezTo>
                    <a:cubicBezTo>
                      <a:pt x="700" y="272"/>
                      <a:pt x="700" y="310"/>
                      <a:pt x="700" y="350"/>
                    </a:cubicBezTo>
                    <a:cubicBezTo>
                      <a:pt x="469" y="350"/>
                      <a:pt x="238" y="350"/>
                      <a:pt x="0" y="350"/>
                    </a:cubicBezTo>
                    <a:cubicBezTo>
                      <a:pt x="38" y="273"/>
                      <a:pt x="77" y="196"/>
                      <a:pt x="117" y="117"/>
                    </a:cubicBezTo>
                    <a:cubicBezTo>
                      <a:pt x="209" y="106"/>
                      <a:pt x="263" y="102"/>
                      <a:pt x="350" y="117"/>
                    </a:cubicBezTo>
                    <a:cubicBezTo>
                      <a:pt x="350" y="78"/>
                      <a:pt x="350" y="40"/>
                      <a:pt x="35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34" name="ICON_SKILL_UNDERSTAND_path_049"/>
              <p:cNvSpPr/>
              <p:nvPr/>
            </p:nvSpPr>
            <p:spPr>
              <a:xfrm>
                <a:off x="4764828" y="961972"/>
                <a:ext cx="14817" cy="14817"/>
              </a:xfrm>
              <a:custGeom>
                <a:avLst/>
                <a:gdLst/>
                <a:ahLst/>
                <a:cxnLst/>
                <a:rect l="0" t="0" r="r" b="b"/>
                <a:pathLst>
                  <a:path w="1167" h="1167" fill="norm" stroke="0">
                    <a:moveTo>
                      <a:pt x="933" y="0"/>
                    </a:moveTo>
                    <a:cubicBezTo>
                      <a:pt x="1010" y="0"/>
                      <a:pt x="1087" y="0"/>
                      <a:pt x="1167" y="0"/>
                    </a:cubicBezTo>
                    <a:cubicBezTo>
                      <a:pt x="1150" y="39"/>
                      <a:pt x="1133" y="78"/>
                      <a:pt x="1116" y="117"/>
                    </a:cubicBezTo>
                    <a:cubicBezTo>
                      <a:pt x="1111" y="128"/>
                      <a:pt x="1111" y="128"/>
                      <a:pt x="1087" y="182"/>
                    </a:cubicBezTo>
                    <a:cubicBezTo>
                      <a:pt x="1075" y="199"/>
                      <a:pt x="1063" y="216"/>
                      <a:pt x="1050" y="233"/>
                    </a:cubicBezTo>
                    <a:cubicBezTo>
                      <a:pt x="988" y="241"/>
                      <a:pt x="988" y="241"/>
                      <a:pt x="933" y="233"/>
                    </a:cubicBezTo>
                    <a:cubicBezTo>
                      <a:pt x="933" y="272"/>
                      <a:pt x="933" y="310"/>
                      <a:pt x="933" y="350"/>
                    </a:cubicBezTo>
                    <a:cubicBezTo>
                      <a:pt x="895" y="350"/>
                      <a:pt x="856" y="350"/>
                      <a:pt x="817" y="350"/>
                    </a:cubicBezTo>
                    <a:cubicBezTo>
                      <a:pt x="817" y="388"/>
                      <a:pt x="817" y="427"/>
                      <a:pt x="817" y="467"/>
                    </a:cubicBezTo>
                    <a:cubicBezTo>
                      <a:pt x="778" y="467"/>
                      <a:pt x="740" y="467"/>
                      <a:pt x="700" y="467"/>
                    </a:cubicBezTo>
                    <a:cubicBezTo>
                      <a:pt x="700" y="505"/>
                      <a:pt x="700" y="544"/>
                      <a:pt x="700" y="583"/>
                    </a:cubicBezTo>
                    <a:cubicBezTo>
                      <a:pt x="661" y="583"/>
                      <a:pt x="623" y="583"/>
                      <a:pt x="583" y="583"/>
                    </a:cubicBezTo>
                    <a:cubicBezTo>
                      <a:pt x="583" y="622"/>
                      <a:pt x="583" y="660"/>
                      <a:pt x="583" y="700"/>
                    </a:cubicBezTo>
                    <a:cubicBezTo>
                      <a:pt x="565" y="698"/>
                      <a:pt x="547" y="696"/>
                      <a:pt x="528" y="694"/>
                    </a:cubicBezTo>
                    <a:cubicBezTo>
                      <a:pt x="508" y="696"/>
                      <a:pt x="488" y="698"/>
                      <a:pt x="467" y="700"/>
                    </a:cubicBezTo>
                    <a:cubicBezTo>
                      <a:pt x="438" y="743"/>
                      <a:pt x="438" y="743"/>
                      <a:pt x="416" y="802"/>
                    </a:cubicBezTo>
                    <a:cubicBezTo>
                      <a:pt x="347" y="957"/>
                      <a:pt x="241" y="1054"/>
                      <a:pt x="117" y="1167"/>
                    </a:cubicBezTo>
                    <a:cubicBezTo>
                      <a:pt x="78" y="1147"/>
                      <a:pt x="40" y="1128"/>
                      <a:pt x="0" y="1108"/>
                    </a:cubicBezTo>
                    <a:cubicBezTo>
                      <a:pt x="12" y="1098"/>
                      <a:pt x="24" y="1088"/>
                      <a:pt x="36" y="1078"/>
                    </a:cubicBezTo>
                    <a:cubicBezTo>
                      <a:pt x="163" y="964"/>
                      <a:pt x="209" y="868"/>
                      <a:pt x="233" y="700"/>
                    </a:cubicBezTo>
                    <a:cubicBezTo>
                      <a:pt x="272" y="700"/>
                      <a:pt x="310" y="700"/>
                      <a:pt x="350" y="700"/>
                    </a:cubicBezTo>
                    <a:cubicBezTo>
                      <a:pt x="350" y="662"/>
                      <a:pt x="350" y="623"/>
                      <a:pt x="350" y="583"/>
                    </a:cubicBezTo>
                    <a:cubicBezTo>
                      <a:pt x="389" y="583"/>
                      <a:pt x="427" y="583"/>
                      <a:pt x="467" y="583"/>
                    </a:cubicBezTo>
                    <a:cubicBezTo>
                      <a:pt x="467" y="545"/>
                      <a:pt x="467" y="506"/>
                      <a:pt x="467" y="467"/>
                    </a:cubicBezTo>
                    <a:cubicBezTo>
                      <a:pt x="505" y="467"/>
                      <a:pt x="544" y="467"/>
                      <a:pt x="583" y="467"/>
                    </a:cubicBezTo>
                    <a:cubicBezTo>
                      <a:pt x="583" y="428"/>
                      <a:pt x="583" y="390"/>
                      <a:pt x="583" y="350"/>
                    </a:cubicBezTo>
                    <a:cubicBezTo>
                      <a:pt x="622" y="350"/>
                      <a:pt x="660" y="350"/>
                      <a:pt x="700" y="350"/>
                    </a:cubicBezTo>
                    <a:cubicBezTo>
                      <a:pt x="700" y="311"/>
                      <a:pt x="700" y="273"/>
                      <a:pt x="700" y="233"/>
                    </a:cubicBezTo>
                    <a:cubicBezTo>
                      <a:pt x="738" y="233"/>
                      <a:pt x="777" y="233"/>
                      <a:pt x="817" y="233"/>
                    </a:cubicBezTo>
                    <a:cubicBezTo>
                      <a:pt x="817" y="195"/>
                      <a:pt x="817" y="156"/>
                      <a:pt x="817" y="117"/>
                    </a:cubicBezTo>
                    <a:cubicBezTo>
                      <a:pt x="855" y="117"/>
                      <a:pt x="894" y="117"/>
                      <a:pt x="933" y="117"/>
                    </a:cubicBezTo>
                    <a:cubicBezTo>
                      <a:pt x="933" y="78"/>
                      <a:pt x="933" y="40"/>
                      <a:pt x="9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35" name="ICON_SKILL_UNDERSTAND_path_050"/>
              <p:cNvSpPr/>
              <p:nvPr/>
            </p:nvSpPr>
            <p:spPr>
              <a:xfrm>
                <a:off x="5016712" y="1240525"/>
                <a:ext cx="14817" cy="4445"/>
              </a:xfrm>
              <a:custGeom>
                <a:avLst/>
                <a:gdLst/>
                <a:ahLst/>
                <a:cxnLst/>
                <a:rect l="0" t="0" r="r" b="b"/>
                <a:pathLst>
                  <a:path w="1167" h="350" fill="norm" stroke="0">
                    <a:moveTo>
                      <a:pt x="0" y="0"/>
                    </a:moveTo>
                    <a:cubicBezTo>
                      <a:pt x="385" y="0"/>
                      <a:pt x="770" y="0"/>
                      <a:pt x="1167" y="0"/>
                    </a:cubicBezTo>
                    <a:cubicBezTo>
                      <a:pt x="1147" y="38"/>
                      <a:pt x="1128" y="77"/>
                      <a:pt x="1108" y="117"/>
                    </a:cubicBezTo>
                    <a:cubicBezTo>
                      <a:pt x="1039" y="128"/>
                      <a:pt x="1039" y="128"/>
                      <a:pt x="959" y="124"/>
                    </a:cubicBezTo>
                    <a:cubicBezTo>
                      <a:pt x="932" y="123"/>
                      <a:pt x="906" y="122"/>
                      <a:pt x="878" y="121"/>
                    </a:cubicBezTo>
                    <a:cubicBezTo>
                      <a:pt x="858" y="119"/>
                      <a:pt x="838" y="118"/>
                      <a:pt x="817" y="117"/>
                    </a:cubicBezTo>
                    <a:cubicBezTo>
                      <a:pt x="817" y="155"/>
                      <a:pt x="817" y="194"/>
                      <a:pt x="817" y="233"/>
                    </a:cubicBezTo>
                    <a:cubicBezTo>
                      <a:pt x="778" y="233"/>
                      <a:pt x="740" y="233"/>
                      <a:pt x="700" y="233"/>
                    </a:cubicBezTo>
                    <a:cubicBezTo>
                      <a:pt x="700" y="272"/>
                      <a:pt x="700" y="310"/>
                      <a:pt x="700" y="350"/>
                    </a:cubicBezTo>
                    <a:cubicBezTo>
                      <a:pt x="661" y="350"/>
                      <a:pt x="623" y="350"/>
                      <a:pt x="583" y="350"/>
                    </a:cubicBezTo>
                    <a:cubicBezTo>
                      <a:pt x="583" y="311"/>
                      <a:pt x="583" y="273"/>
                      <a:pt x="583" y="233"/>
                    </a:cubicBezTo>
                    <a:cubicBezTo>
                      <a:pt x="429" y="233"/>
                      <a:pt x="275" y="233"/>
                      <a:pt x="117" y="233"/>
                    </a:cubicBezTo>
                    <a:cubicBezTo>
                      <a:pt x="117" y="195"/>
                      <a:pt x="117" y="156"/>
                      <a:pt x="117" y="117"/>
                    </a:cubicBezTo>
                    <a:cubicBezTo>
                      <a:pt x="78" y="117"/>
                      <a:pt x="40" y="117"/>
                      <a:pt x="0" y="117"/>
                    </a:cubicBezTo>
                    <a:cubicBezTo>
                      <a:pt x="0" y="78"/>
                      <a:pt x="0" y="4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36" name="ICON_SKILL_UNDERSTAND_path_051"/>
              <p:cNvSpPr/>
              <p:nvPr/>
            </p:nvSpPr>
            <p:spPr>
              <a:xfrm>
                <a:off x="5035973" y="1228672"/>
                <a:ext cx="11853" cy="10372"/>
              </a:xfrm>
              <a:custGeom>
                <a:avLst/>
                <a:gdLst/>
                <a:ahLst/>
                <a:cxnLst/>
                <a:rect l="0" t="0" r="r" b="b"/>
                <a:pathLst>
                  <a:path w="933" h="817" fill="norm" stroke="0">
                    <a:moveTo>
                      <a:pt x="700" y="0"/>
                    </a:moveTo>
                    <a:cubicBezTo>
                      <a:pt x="777" y="0"/>
                      <a:pt x="854" y="0"/>
                      <a:pt x="933" y="0"/>
                    </a:cubicBezTo>
                    <a:cubicBezTo>
                      <a:pt x="914" y="39"/>
                      <a:pt x="894" y="78"/>
                      <a:pt x="875" y="117"/>
                    </a:cubicBezTo>
                    <a:cubicBezTo>
                      <a:pt x="871" y="128"/>
                      <a:pt x="871" y="128"/>
                      <a:pt x="849" y="182"/>
                    </a:cubicBezTo>
                    <a:cubicBezTo>
                      <a:pt x="844" y="191"/>
                      <a:pt x="844" y="191"/>
                      <a:pt x="817" y="233"/>
                    </a:cubicBezTo>
                    <a:cubicBezTo>
                      <a:pt x="755" y="241"/>
                      <a:pt x="755" y="241"/>
                      <a:pt x="700" y="233"/>
                    </a:cubicBezTo>
                    <a:cubicBezTo>
                      <a:pt x="700" y="272"/>
                      <a:pt x="700" y="310"/>
                      <a:pt x="700" y="350"/>
                    </a:cubicBezTo>
                    <a:cubicBezTo>
                      <a:pt x="661" y="350"/>
                      <a:pt x="623" y="350"/>
                      <a:pt x="583" y="350"/>
                    </a:cubicBezTo>
                    <a:cubicBezTo>
                      <a:pt x="583" y="427"/>
                      <a:pt x="583" y="504"/>
                      <a:pt x="583" y="583"/>
                    </a:cubicBezTo>
                    <a:cubicBezTo>
                      <a:pt x="545" y="583"/>
                      <a:pt x="506" y="583"/>
                      <a:pt x="467" y="583"/>
                    </a:cubicBezTo>
                    <a:cubicBezTo>
                      <a:pt x="467" y="622"/>
                      <a:pt x="467" y="660"/>
                      <a:pt x="467" y="700"/>
                    </a:cubicBezTo>
                    <a:cubicBezTo>
                      <a:pt x="428" y="700"/>
                      <a:pt x="390" y="700"/>
                      <a:pt x="350" y="700"/>
                    </a:cubicBezTo>
                    <a:cubicBezTo>
                      <a:pt x="350" y="739"/>
                      <a:pt x="350" y="777"/>
                      <a:pt x="350" y="817"/>
                    </a:cubicBezTo>
                    <a:cubicBezTo>
                      <a:pt x="234" y="817"/>
                      <a:pt x="119" y="817"/>
                      <a:pt x="0" y="817"/>
                    </a:cubicBezTo>
                    <a:cubicBezTo>
                      <a:pt x="80" y="634"/>
                      <a:pt x="80" y="634"/>
                      <a:pt x="117" y="583"/>
                    </a:cubicBezTo>
                    <a:cubicBezTo>
                      <a:pt x="179" y="576"/>
                      <a:pt x="179" y="576"/>
                      <a:pt x="233" y="583"/>
                    </a:cubicBezTo>
                    <a:cubicBezTo>
                      <a:pt x="233" y="545"/>
                      <a:pt x="233" y="506"/>
                      <a:pt x="233" y="467"/>
                    </a:cubicBezTo>
                    <a:cubicBezTo>
                      <a:pt x="272" y="467"/>
                      <a:pt x="310" y="467"/>
                      <a:pt x="350" y="467"/>
                    </a:cubicBezTo>
                    <a:cubicBezTo>
                      <a:pt x="350" y="428"/>
                      <a:pt x="350" y="390"/>
                      <a:pt x="350" y="350"/>
                    </a:cubicBezTo>
                    <a:cubicBezTo>
                      <a:pt x="388" y="350"/>
                      <a:pt x="427" y="350"/>
                      <a:pt x="467" y="350"/>
                    </a:cubicBezTo>
                    <a:cubicBezTo>
                      <a:pt x="467" y="311"/>
                      <a:pt x="467" y="273"/>
                      <a:pt x="467" y="233"/>
                    </a:cubicBezTo>
                    <a:cubicBezTo>
                      <a:pt x="505" y="233"/>
                      <a:pt x="544" y="233"/>
                      <a:pt x="583" y="233"/>
                    </a:cubicBezTo>
                    <a:cubicBezTo>
                      <a:pt x="583" y="195"/>
                      <a:pt x="583" y="156"/>
                      <a:pt x="583" y="117"/>
                    </a:cubicBezTo>
                    <a:cubicBezTo>
                      <a:pt x="622" y="117"/>
                      <a:pt x="660" y="117"/>
                      <a:pt x="700" y="117"/>
                    </a:cubicBezTo>
                    <a:cubicBezTo>
                      <a:pt x="700" y="78"/>
                      <a:pt x="700" y="40"/>
                      <a:pt x="70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37" name="ICON_SKILL_UNDERSTAND_path_052"/>
              <p:cNvSpPr/>
              <p:nvPr/>
            </p:nvSpPr>
            <p:spPr>
              <a:xfrm>
                <a:off x="5041807" y="1190149"/>
                <a:ext cx="7501" cy="7408"/>
              </a:xfrm>
              <a:custGeom>
                <a:avLst/>
                <a:gdLst/>
                <a:ahLst/>
                <a:cxnLst/>
                <a:rect l="0" t="0" r="r" b="b"/>
                <a:pathLst>
                  <a:path w="591" h="583" fill="norm" stroke="0">
                    <a:moveTo>
                      <a:pt x="124" y="0"/>
                    </a:moveTo>
                    <a:cubicBezTo>
                      <a:pt x="239" y="0"/>
                      <a:pt x="355" y="0"/>
                      <a:pt x="474" y="0"/>
                    </a:cubicBezTo>
                    <a:cubicBezTo>
                      <a:pt x="474" y="38"/>
                      <a:pt x="474" y="77"/>
                      <a:pt x="474" y="117"/>
                    </a:cubicBezTo>
                    <a:cubicBezTo>
                      <a:pt x="512" y="117"/>
                      <a:pt x="551" y="117"/>
                      <a:pt x="591" y="117"/>
                    </a:cubicBezTo>
                    <a:cubicBezTo>
                      <a:pt x="591" y="232"/>
                      <a:pt x="591" y="348"/>
                      <a:pt x="591" y="467"/>
                    </a:cubicBezTo>
                    <a:cubicBezTo>
                      <a:pt x="552" y="467"/>
                      <a:pt x="514" y="467"/>
                      <a:pt x="474" y="467"/>
                    </a:cubicBezTo>
                    <a:cubicBezTo>
                      <a:pt x="474" y="505"/>
                      <a:pt x="474" y="544"/>
                      <a:pt x="474" y="583"/>
                    </a:cubicBezTo>
                    <a:cubicBezTo>
                      <a:pt x="435" y="567"/>
                      <a:pt x="396" y="550"/>
                      <a:pt x="357" y="532"/>
                    </a:cubicBezTo>
                    <a:cubicBezTo>
                      <a:pt x="336" y="523"/>
                      <a:pt x="314" y="513"/>
                      <a:pt x="292" y="504"/>
                    </a:cubicBezTo>
                    <a:cubicBezTo>
                      <a:pt x="275" y="491"/>
                      <a:pt x="258" y="479"/>
                      <a:pt x="241" y="467"/>
                    </a:cubicBezTo>
                    <a:cubicBezTo>
                      <a:pt x="241" y="428"/>
                      <a:pt x="241" y="389"/>
                      <a:pt x="241" y="350"/>
                    </a:cubicBezTo>
                    <a:cubicBezTo>
                      <a:pt x="190" y="317"/>
                      <a:pt x="190" y="317"/>
                      <a:pt x="124" y="292"/>
                    </a:cubicBezTo>
                    <a:cubicBezTo>
                      <a:pt x="58" y="266"/>
                      <a:pt x="58" y="266"/>
                      <a:pt x="7" y="233"/>
                    </a:cubicBezTo>
                    <a:cubicBezTo>
                      <a:pt x="0" y="171"/>
                      <a:pt x="0" y="171"/>
                      <a:pt x="7" y="117"/>
                    </a:cubicBezTo>
                    <a:cubicBezTo>
                      <a:pt x="46" y="117"/>
                      <a:pt x="84" y="117"/>
                      <a:pt x="124" y="117"/>
                    </a:cubicBezTo>
                    <a:cubicBezTo>
                      <a:pt x="124" y="78"/>
                      <a:pt x="124" y="40"/>
                      <a:pt x="12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  <p:sp>
            <p:nvSpPr>
              <p:cNvPr id="538" name="ICON_SKILL_UNDERSTAND_path_053"/>
              <p:cNvSpPr/>
              <p:nvPr/>
            </p:nvSpPr>
            <p:spPr>
              <a:xfrm>
                <a:off x="4825577" y="1041982"/>
                <a:ext cx="5927" cy="7408"/>
              </a:xfrm>
              <a:custGeom>
                <a:avLst/>
                <a:gdLst/>
                <a:ahLst/>
                <a:cxnLst/>
                <a:rect l="0" t="0" r="r" b="b"/>
                <a:pathLst>
                  <a:path w="467" h="583" fill="norm" stroke="0">
                    <a:moveTo>
                      <a:pt x="117" y="0"/>
                    </a:moveTo>
                    <a:cubicBezTo>
                      <a:pt x="174" y="10"/>
                      <a:pt x="174" y="10"/>
                      <a:pt x="467" y="58"/>
                    </a:cubicBezTo>
                    <a:cubicBezTo>
                      <a:pt x="467" y="232"/>
                      <a:pt x="467" y="405"/>
                      <a:pt x="467" y="583"/>
                    </a:cubicBezTo>
                    <a:cubicBezTo>
                      <a:pt x="313" y="583"/>
                      <a:pt x="159" y="583"/>
                      <a:pt x="0" y="583"/>
                    </a:cubicBezTo>
                    <a:cubicBezTo>
                      <a:pt x="0" y="468"/>
                      <a:pt x="0" y="352"/>
                      <a:pt x="0" y="233"/>
                    </a:cubicBezTo>
                    <a:cubicBezTo>
                      <a:pt x="38" y="233"/>
                      <a:pt x="77" y="233"/>
                      <a:pt x="117" y="233"/>
                    </a:cubicBezTo>
                    <a:cubicBezTo>
                      <a:pt x="117" y="156"/>
                      <a:pt x="117" y="79"/>
                      <a:pt x="11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1" cap="flat">
                <a:noFill/>
              </a:ln>
            </p:spPr>
          </p:sp>
        </p:grpSp>
        <p:grpSp>
          <p:nvGrpSpPr>
            <p:cNvPr id="539" name="ICON_SKILL_QUALITY"/>
            <p:cNvGrpSpPr/>
            <p:nvPr/>
          </p:nvGrpSpPr>
          <p:grpSpPr>
            <a:xfrm>
              <a:off x="4722812" y="1317625"/>
              <a:ext cx="333375" cy="317500"/>
              <a:chOff x="4722812" y="1317625"/>
              <a:chExt cx="333375" cy="317500"/>
            </a:xfrm>
          </p:grpSpPr>
          <p:sp>
            <p:nvSpPr>
              <p:cNvPr id="540" name="ICON_SKILL_QUALITY_path_001"/>
              <p:cNvSpPr/>
              <p:nvPr/>
            </p:nvSpPr>
            <p:spPr>
              <a:xfrm>
                <a:off x="4743450" y="1330325"/>
                <a:ext cx="292100" cy="287867"/>
              </a:xfrm>
              <a:custGeom>
                <a:avLst/>
                <a:gdLst/>
                <a:ahLst/>
                <a:cxnLst/>
                <a:rect l="0" t="0" r="r" b="b"/>
                <a:pathLst>
                  <a:path w="23000" h="22667" fill="norm" stroke="0">
                    <a:moveTo>
                      <a:pt x="10222" y="0"/>
                    </a:moveTo>
                    <a:cubicBezTo>
                      <a:pt x="10332" y="0"/>
                      <a:pt x="10442" y="0"/>
                      <a:pt x="10556" y="0"/>
                    </a:cubicBezTo>
                    <a:cubicBezTo>
                      <a:pt x="10556" y="37"/>
                      <a:pt x="10556" y="73"/>
                      <a:pt x="10556" y="111"/>
                    </a:cubicBezTo>
                    <a:cubicBezTo>
                      <a:pt x="10996" y="111"/>
                      <a:pt x="11436" y="111"/>
                      <a:pt x="11889" y="111"/>
                    </a:cubicBezTo>
                    <a:cubicBezTo>
                      <a:pt x="11889" y="74"/>
                      <a:pt x="11889" y="38"/>
                      <a:pt x="11889" y="0"/>
                    </a:cubicBezTo>
                    <a:cubicBezTo>
                      <a:pt x="12219" y="0"/>
                      <a:pt x="12549" y="0"/>
                      <a:pt x="12889" y="0"/>
                    </a:cubicBezTo>
                    <a:cubicBezTo>
                      <a:pt x="12889" y="37"/>
                      <a:pt x="12889" y="73"/>
                      <a:pt x="12889" y="111"/>
                    </a:cubicBezTo>
                    <a:cubicBezTo>
                      <a:pt x="12962" y="111"/>
                      <a:pt x="13036" y="111"/>
                      <a:pt x="13111" y="111"/>
                    </a:cubicBezTo>
                    <a:cubicBezTo>
                      <a:pt x="13111" y="148"/>
                      <a:pt x="13111" y="184"/>
                      <a:pt x="13111" y="222"/>
                    </a:cubicBezTo>
                    <a:cubicBezTo>
                      <a:pt x="13148" y="222"/>
                      <a:pt x="13184" y="222"/>
                      <a:pt x="13222" y="222"/>
                    </a:cubicBezTo>
                    <a:cubicBezTo>
                      <a:pt x="13222" y="296"/>
                      <a:pt x="13222" y="369"/>
                      <a:pt x="13222" y="444"/>
                    </a:cubicBezTo>
                    <a:cubicBezTo>
                      <a:pt x="13259" y="444"/>
                      <a:pt x="13296" y="444"/>
                      <a:pt x="13333" y="444"/>
                    </a:cubicBezTo>
                    <a:cubicBezTo>
                      <a:pt x="13333" y="664"/>
                      <a:pt x="13333" y="884"/>
                      <a:pt x="13333" y="1111"/>
                    </a:cubicBezTo>
                    <a:cubicBezTo>
                      <a:pt x="13370" y="1111"/>
                      <a:pt x="13407" y="1111"/>
                      <a:pt x="13444" y="1111"/>
                    </a:cubicBezTo>
                    <a:cubicBezTo>
                      <a:pt x="13444" y="1368"/>
                      <a:pt x="13444" y="1624"/>
                      <a:pt x="13444" y="1889"/>
                    </a:cubicBezTo>
                    <a:cubicBezTo>
                      <a:pt x="13481" y="1889"/>
                      <a:pt x="13518" y="1889"/>
                      <a:pt x="13556" y="1889"/>
                    </a:cubicBezTo>
                    <a:cubicBezTo>
                      <a:pt x="13556" y="2036"/>
                      <a:pt x="13556" y="2182"/>
                      <a:pt x="13556" y="2333"/>
                    </a:cubicBezTo>
                    <a:cubicBezTo>
                      <a:pt x="13592" y="2333"/>
                      <a:pt x="13629" y="2333"/>
                      <a:pt x="13667" y="2333"/>
                    </a:cubicBezTo>
                    <a:cubicBezTo>
                      <a:pt x="13667" y="2370"/>
                      <a:pt x="13667" y="2407"/>
                      <a:pt x="13667" y="2444"/>
                    </a:cubicBezTo>
                    <a:cubicBezTo>
                      <a:pt x="13703" y="2444"/>
                      <a:pt x="13740" y="2444"/>
                      <a:pt x="13778" y="2444"/>
                    </a:cubicBezTo>
                    <a:cubicBezTo>
                      <a:pt x="13778" y="2481"/>
                      <a:pt x="13778" y="2518"/>
                      <a:pt x="13778" y="2556"/>
                    </a:cubicBezTo>
                    <a:cubicBezTo>
                      <a:pt x="13888" y="2556"/>
                      <a:pt x="13998" y="2556"/>
                      <a:pt x="14111" y="2556"/>
                    </a:cubicBezTo>
                    <a:cubicBezTo>
                      <a:pt x="14111" y="2592"/>
                      <a:pt x="14111" y="2629"/>
                      <a:pt x="14111" y="2667"/>
                    </a:cubicBezTo>
                    <a:cubicBezTo>
                      <a:pt x="14221" y="2667"/>
                      <a:pt x="14331" y="2667"/>
                      <a:pt x="14444" y="2667"/>
                    </a:cubicBezTo>
                    <a:cubicBezTo>
                      <a:pt x="14444" y="2703"/>
                      <a:pt x="14444" y="2740"/>
                      <a:pt x="14444" y="2778"/>
                    </a:cubicBezTo>
                    <a:cubicBezTo>
                      <a:pt x="14554" y="2778"/>
                      <a:pt x="14664" y="2778"/>
                      <a:pt x="14778" y="2778"/>
                    </a:cubicBezTo>
                    <a:cubicBezTo>
                      <a:pt x="14778" y="2814"/>
                      <a:pt x="14778" y="2851"/>
                      <a:pt x="14778" y="2889"/>
                    </a:cubicBezTo>
                    <a:cubicBezTo>
                      <a:pt x="14888" y="2889"/>
                      <a:pt x="14998" y="2889"/>
                      <a:pt x="15111" y="2889"/>
                    </a:cubicBezTo>
                    <a:cubicBezTo>
                      <a:pt x="15111" y="2926"/>
                      <a:pt x="15111" y="2962"/>
                      <a:pt x="15111" y="3000"/>
                    </a:cubicBezTo>
                    <a:cubicBezTo>
                      <a:pt x="15184" y="3000"/>
                      <a:pt x="15258" y="3000"/>
                      <a:pt x="15333" y="3000"/>
                    </a:cubicBezTo>
                    <a:cubicBezTo>
                      <a:pt x="15333" y="3037"/>
                      <a:pt x="15333" y="3073"/>
                      <a:pt x="15333" y="3111"/>
                    </a:cubicBezTo>
                    <a:cubicBezTo>
                      <a:pt x="15407" y="3111"/>
                      <a:pt x="15480" y="3111"/>
                      <a:pt x="15556" y="3111"/>
                    </a:cubicBezTo>
                    <a:cubicBezTo>
                      <a:pt x="15556" y="3148"/>
                      <a:pt x="15556" y="3184"/>
                      <a:pt x="15556" y="3222"/>
                    </a:cubicBezTo>
                    <a:cubicBezTo>
                      <a:pt x="15629" y="3222"/>
                      <a:pt x="15702" y="3222"/>
                      <a:pt x="15778" y="3222"/>
                    </a:cubicBezTo>
                    <a:cubicBezTo>
                      <a:pt x="15778" y="3259"/>
                      <a:pt x="15778" y="3296"/>
                      <a:pt x="15778" y="3333"/>
                    </a:cubicBezTo>
                    <a:cubicBezTo>
                      <a:pt x="15851" y="3333"/>
                      <a:pt x="15924" y="3333"/>
                      <a:pt x="16000" y="3333"/>
                    </a:cubicBezTo>
                    <a:cubicBezTo>
                      <a:pt x="16000" y="3370"/>
                      <a:pt x="16000" y="3407"/>
                      <a:pt x="16000" y="3444"/>
                    </a:cubicBezTo>
                    <a:cubicBezTo>
                      <a:pt x="16110" y="3444"/>
                      <a:pt x="16220" y="3444"/>
                      <a:pt x="16333" y="3444"/>
                    </a:cubicBezTo>
                    <a:cubicBezTo>
                      <a:pt x="16333" y="3481"/>
                      <a:pt x="16333" y="3518"/>
                      <a:pt x="16333" y="3556"/>
                    </a:cubicBezTo>
                    <a:cubicBezTo>
                      <a:pt x="16480" y="3556"/>
                      <a:pt x="16627" y="3556"/>
                      <a:pt x="16778" y="3556"/>
                    </a:cubicBezTo>
                    <a:cubicBezTo>
                      <a:pt x="16778" y="3519"/>
                      <a:pt x="16778" y="3482"/>
                      <a:pt x="16778" y="3444"/>
                    </a:cubicBezTo>
                    <a:cubicBezTo>
                      <a:pt x="16851" y="3444"/>
                      <a:pt x="16924" y="3444"/>
                      <a:pt x="17000" y="3444"/>
                    </a:cubicBezTo>
                    <a:cubicBezTo>
                      <a:pt x="17000" y="3408"/>
                      <a:pt x="17000" y="3371"/>
                      <a:pt x="17000" y="3333"/>
                    </a:cubicBezTo>
                    <a:cubicBezTo>
                      <a:pt x="17037" y="3333"/>
                      <a:pt x="17073" y="3333"/>
                      <a:pt x="17111" y="3333"/>
                    </a:cubicBezTo>
                    <a:cubicBezTo>
                      <a:pt x="17111" y="3297"/>
                      <a:pt x="17111" y="3260"/>
                      <a:pt x="17111" y="3222"/>
                    </a:cubicBezTo>
                    <a:cubicBezTo>
                      <a:pt x="17148" y="3222"/>
                      <a:pt x="17184" y="3222"/>
                      <a:pt x="17222" y="3222"/>
                    </a:cubicBezTo>
                    <a:cubicBezTo>
                      <a:pt x="17222" y="3186"/>
                      <a:pt x="17222" y="3149"/>
                      <a:pt x="17222" y="3111"/>
                    </a:cubicBezTo>
                    <a:cubicBezTo>
                      <a:pt x="17296" y="3111"/>
                      <a:pt x="17369" y="3111"/>
                      <a:pt x="17444" y="3111"/>
                    </a:cubicBezTo>
                    <a:cubicBezTo>
                      <a:pt x="17444" y="3074"/>
                      <a:pt x="17444" y="3038"/>
                      <a:pt x="17444" y="3000"/>
                    </a:cubicBezTo>
                    <a:cubicBezTo>
                      <a:pt x="17481" y="3000"/>
                      <a:pt x="17518" y="3000"/>
                      <a:pt x="17556" y="3000"/>
                    </a:cubicBezTo>
                    <a:cubicBezTo>
                      <a:pt x="17556" y="2963"/>
                      <a:pt x="17556" y="2927"/>
                      <a:pt x="17556" y="2889"/>
                    </a:cubicBezTo>
                    <a:cubicBezTo>
                      <a:pt x="17629" y="2889"/>
                      <a:pt x="17702" y="2889"/>
                      <a:pt x="17778" y="2889"/>
                    </a:cubicBezTo>
                    <a:cubicBezTo>
                      <a:pt x="17778" y="2852"/>
                      <a:pt x="17778" y="2816"/>
                      <a:pt x="17778" y="2778"/>
                    </a:cubicBezTo>
                    <a:cubicBezTo>
                      <a:pt x="17814" y="2778"/>
                      <a:pt x="17851" y="2778"/>
                      <a:pt x="17889" y="2778"/>
                    </a:cubicBezTo>
                    <a:cubicBezTo>
                      <a:pt x="17889" y="2741"/>
                      <a:pt x="17889" y="2704"/>
                      <a:pt x="17889" y="2667"/>
                    </a:cubicBezTo>
                    <a:cubicBezTo>
                      <a:pt x="17962" y="2667"/>
                      <a:pt x="18036" y="2667"/>
                      <a:pt x="18111" y="2667"/>
                    </a:cubicBezTo>
                    <a:cubicBezTo>
                      <a:pt x="18111" y="2630"/>
                      <a:pt x="18111" y="2593"/>
                      <a:pt x="18111" y="2556"/>
                    </a:cubicBezTo>
                    <a:cubicBezTo>
                      <a:pt x="18148" y="2556"/>
                      <a:pt x="18184" y="2556"/>
                      <a:pt x="18222" y="2556"/>
                    </a:cubicBezTo>
                    <a:cubicBezTo>
                      <a:pt x="18222" y="2519"/>
                      <a:pt x="18222" y="2482"/>
                      <a:pt x="18222" y="2444"/>
                    </a:cubicBezTo>
                    <a:cubicBezTo>
                      <a:pt x="18406" y="2444"/>
                      <a:pt x="18589" y="2444"/>
                      <a:pt x="18778" y="2444"/>
                    </a:cubicBezTo>
                    <a:cubicBezTo>
                      <a:pt x="18778" y="2481"/>
                      <a:pt x="18778" y="2518"/>
                      <a:pt x="18778" y="2556"/>
                    </a:cubicBezTo>
                    <a:cubicBezTo>
                      <a:pt x="18814" y="2556"/>
                      <a:pt x="18851" y="2556"/>
                      <a:pt x="18889" y="2556"/>
                    </a:cubicBezTo>
                    <a:cubicBezTo>
                      <a:pt x="18889" y="2592"/>
                      <a:pt x="18889" y="2629"/>
                      <a:pt x="18889" y="2667"/>
                    </a:cubicBezTo>
                    <a:cubicBezTo>
                      <a:pt x="18926" y="2667"/>
                      <a:pt x="18962" y="2667"/>
                      <a:pt x="19000" y="2667"/>
                    </a:cubicBezTo>
                    <a:cubicBezTo>
                      <a:pt x="19000" y="2703"/>
                      <a:pt x="19000" y="2740"/>
                      <a:pt x="19000" y="2778"/>
                    </a:cubicBezTo>
                    <a:cubicBezTo>
                      <a:pt x="19037" y="2778"/>
                      <a:pt x="19073" y="2778"/>
                      <a:pt x="19111" y="2778"/>
                    </a:cubicBezTo>
                    <a:cubicBezTo>
                      <a:pt x="19111" y="2814"/>
                      <a:pt x="19111" y="2851"/>
                      <a:pt x="19111" y="2889"/>
                    </a:cubicBezTo>
                    <a:cubicBezTo>
                      <a:pt x="19184" y="2889"/>
                      <a:pt x="19258" y="2889"/>
                      <a:pt x="19333" y="2889"/>
                    </a:cubicBezTo>
                    <a:cubicBezTo>
                      <a:pt x="19333" y="2926"/>
                      <a:pt x="19333" y="2962"/>
                      <a:pt x="19333" y="3000"/>
                    </a:cubicBezTo>
                    <a:cubicBezTo>
                      <a:pt x="19370" y="3000"/>
                      <a:pt x="19407" y="3000"/>
                      <a:pt x="19444" y="3000"/>
                    </a:cubicBezTo>
                    <a:cubicBezTo>
                      <a:pt x="19444" y="3037"/>
                      <a:pt x="19444" y="3073"/>
                      <a:pt x="19444" y="3111"/>
                    </a:cubicBezTo>
                    <a:cubicBezTo>
                      <a:pt x="19481" y="3111"/>
                      <a:pt x="19518" y="3111"/>
                      <a:pt x="19556" y="3111"/>
                    </a:cubicBezTo>
                    <a:cubicBezTo>
                      <a:pt x="19556" y="3148"/>
                      <a:pt x="19556" y="3184"/>
                      <a:pt x="19556" y="3222"/>
                    </a:cubicBezTo>
                    <a:cubicBezTo>
                      <a:pt x="19592" y="3222"/>
                      <a:pt x="19629" y="3222"/>
                      <a:pt x="19667" y="3222"/>
                    </a:cubicBezTo>
                    <a:cubicBezTo>
                      <a:pt x="19667" y="3259"/>
                      <a:pt x="19667" y="3296"/>
                      <a:pt x="19667" y="3333"/>
                    </a:cubicBezTo>
                    <a:cubicBezTo>
                      <a:pt x="19703" y="3333"/>
                      <a:pt x="19740" y="3333"/>
                      <a:pt x="19778" y="3333"/>
                    </a:cubicBezTo>
                    <a:cubicBezTo>
                      <a:pt x="19778" y="3370"/>
                      <a:pt x="19778" y="3407"/>
                      <a:pt x="19778" y="3444"/>
                    </a:cubicBezTo>
                    <a:cubicBezTo>
                      <a:pt x="19814" y="3444"/>
                      <a:pt x="19851" y="3444"/>
                      <a:pt x="19889" y="3444"/>
                    </a:cubicBezTo>
                    <a:cubicBezTo>
                      <a:pt x="19889" y="3481"/>
                      <a:pt x="19889" y="3518"/>
                      <a:pt x="19889" y="3556"/>
                    </a:cubicBezTo>
                    <a:cubicBezTo>
                      <a:pt x="19926" y="3556"/>
                      <a:pt x="19962" y="3556"/>
                      <a:pt x="20000" y="3556"/>
                    </a:cubicBezTo>
                    <a:cubicBezTo>
                      <a:pt x="20000" y="3592"/>
                      <a:pt x="20000" y="3629"/>
                      <a:pt x="20000" y="3667"/>
                    </a:cubicBezTo>
                    <a:cubicBezTo>
                      <a:pt x="20037" y="3667"/>
                      <a:pt x="20073" y="3667"/>
                      <a:pt x="20111" y="3667"/>
                    </a:cubicBezTo>
                    <a:cubicBezTo>
                      <a:pt x="20111" y="3703"/>
                      <a:pt x="20111" y="3740"/>
                      <a:pt x="20111" y="3778"/>
                    </a:cubicBezTo>
                    <a:cubicBezTo>
                      <a:pt x="20148" y="3778"/>
                      <a:pt x="20184" y="3778"/>
                      <a:pt x="20222" y="3778"/>
                    </a:cubicBezTo>
                    <a:cubicBezTo>
                      <a:pt x="20222" y="3814"/>
                      <a:pt x="20222" y="3851"/>
                      <a:pt x="20222" y="3889"/>
                    </a:cubicBezTo>
                    <a:cubicBezTo>
                      <a:pt x="20259" y="3889"/>
                      <a:pt x="20296" y="3889"/>
                      <a:pt x="20333" y="3889"/>
                    </a:cubicBezTo>
                    <a:cubicBezTo>
                      <a:pt x="20333" y="3926"/>
                      <a:pt x="20333" y="3962"/>
                      <a:pt x="20333" y="4000"/>
                    </a:cubicBezTo>
                    <a:cubicBezTo>
                      <a:pt x="20370" y="4000"/>
                      <a:pt x="20407" y="4000"/>
                      <a:pt x="20444" y="4000"/>
                    </a:cubicBezTo>
                    <a:cubicBezTo>
                      <a:pt x="20444" y="4037"/>
                      <a:pt x="20444" y="4073"/>
                      <a:pt x="20444" y="4111"/>
                    </a:cubicBezTo>
                    <a:cubicBezTo>
                      <a:pt x="20481" y="4111"/>
                      <a:pt x="20518" y="4111"/>
                      <a:pt x="20556" y="4111"/>
                    </a:cubicBezTo>
                    <a:cubicBezTo>
                      <a:pt x="20556" y="4148"/>
                      <a:pt x="20556" y="4184"/>
                      <a:pt x="20556" y="4222"/>
                    </a:cubicBezTo>
                    <a:cubicBezTo>
                      <a:pt x="20592" y="4222"/>
                      <a:pt x="20629" y="4222"/>
                      <a:pt x="20667" y="4222"/>
                    </a:cubicBezTo>
                    <a:cubicBezTo>
                      <a:pt x="20667" y="4406"/>
                      <a:pt x="20667" y="4589"/>
                      <a:pt x="20667" y="4778"/>
                    </a:cubicBezTo>
                    <a:cubicBezTo>
                      <a:pt x="20630" y="4778"/>
                      <a:pt x="20593" y="4778"/>
                      <a:pt x="20556" y="4778"/>
                    </a:cubicBezTo>
                    <a:cubicBezTo>
                      <a:pt x="20556" y="4851"/>
                      <a:pt x="20556" y="4924"/>
                      <a:pt x="20556" y="5000"/>
                    </a:cubicBezTo>
                    <a:cubicBezTo>
                      <a:pt x="20519" y="5000"/>
                      <a:pt x="20482" y="5000"/>
                      <a:pt x="20444" y="5000"/>
                    </a:cubicBezTo>
                    <a:cubicBezTo>
                      <a:pt x="20444" y="5037"/>
                      <a:pt x="20444" y="5073"/>
                      <a:pt x="20444" y="5111"/>
                    </a:cubicBezTo>
                    <a:cubicBezTo>
                      <a:pt x="20408" y="5111"/>
                      <a:pt x="20371" y="5111"/>
                      <a:pt x="20333" y="5111"/>
                    </a:cubicBezTo>
                    <a:cubicBezTo>
                      <a:pt x="20333" y="5184"/>
                      <a:pt x="20333" y="5258"/>
                      <a:pt x="20333" y="5333"/>
                    </a:cubicBezTo>
                    <a:cubicBezTo>
                      <a:pt x="20297" y="5333"/>
                      <a:pt x="20260" y="5333"/>
                      <a:pt x="20222" y="5333"/>
                    </a:cubicBezTo>
                    <a:cubicBezTo>
                      <a:pt x="20222" y="5370"/>
                      <a:pt x="20222" y="5407"/>
                      <a:pt x="20222" y="5444"/>
                    </a:cubicBezTo>
                    <a:cubicBezTo>
                      <a:pt x="20186" y="5444"/>
                      <a:pt x="20149" y="5444"/>
                      <a:pt x="20111" y="5444"/>
                    </a:cubicBezTo>
                    <a:cubicBezTo>
                      <a:pt x="20111" y="5481"/>
                      <a:pt x="20111" y="5518"/>
                      <a:pt x="20111" y="5556"/>
                    </a:cubicBezTo>
                    <a:cubicBezTo>
                      <a:pt x="20074" y="5556"/>
                      <a:pt x="20038" y="5556"/>
                      <a:pt x="20000" y="5556"/>
                    </a:cubicBezTo>
                    <a:cubicBezTo>
                      <a:pt x="20000" y="5629"/>
                      <a:pt x="20000" y="5702"/>
                      <a:pt x="20000" y="5778"/>
                    </a:cubicBezTo>
                    <a:cubicBezTo>
                      <a:pt x="19963" y="5778"/>
                      <a:pt x="19927" y="5778"/>
                      <a:pt x="19889" y="5778"/>
                    </a:cubicBezTo>
                    <a:cubicBezTo>
                      <a:pt x="19889" y="5814"/>
                      <a:pt x="19889" y="5851"/>
                      <a:pt x="19889" y="5889"/>
                    </a:cubicBezTo>
                    <a:cubicBezTo>
                      <a:pt x="19852" y="5889"/>
                      <a:pt x="19816" y="5889"/>
                      <a:pt x="19778" y="5889"/>
                    </a:cubicBezTo>
                    <a:cubicBezTo>
                      <a:pt x="19778" y="5962"/>
                      <a:pt x="19778" y="6036"/>
                      <a:pt x="19778" y="6111"/>
                    </a:cubicBezTo>
                    <a:cubicBezTo>
                      <a:pt x="19741" y="6111"/>
                      <a:pt x="19704" y="6111"/>
                      <a:pt x="19667" y="6111"/>
                    </a:cubicBezTo>
                    <a:cubicBezTo>
                      <a:pt x="19667" y="6148"/>
                      <a:pt x="19667" y="6184"/>
                      <a:pt x="19667" y="6222"/>
                    </a:cubicBezTo>
                    <a:cubicBezTo>
                      <a:pt x="19630" y="6222"/>
                      <a:pt x="19593" y="6222"/>
                      <a:pt x="19556" y="6222"/>
                    </a:cubicBezTo>
                    <a:cubicBezTo>
                      <a:pt x="19556" y="6442"/>
                      <a:pt x="19556" y="6662"/>
                      <a:pt x="19556" y="6889"/>
                    </a:cubicBezTo>
                    <a:cubicBezTo>
                      <a:pt x="19592" y="6889"/>
                      <a:pt x="19629" y="6889"/>
                      <a:pt x="19667" y="6889"/>
                    </a:cubicBezTo>
                    <a:cubicBezTo>
                      <a:pt x="19667" y="6926"/>
                      <a:pt x="19667" y="6962"/>
                      <a:pt x="19667" y="7000"/>
                    </a:cubicBezTo>
                    <a:cubicBezTo>
                      <a:pt x="19703" y="7000"/>
                      <a:pt x="19740" y="7000"/>
                      <a:pt x="19778" y="7000"/>
                    </a:cubicBezTo>
                    <a:cubicBezTo>
                      <a:pt x="19778" y="7073"/>
                      <a:pt x="19778" y="7147"/>
                      <a:pt x="19778" y="7222"/>
                    </a:cubicBezTo>
                    <a:cubicBezTo>
                      <a:pt x="19814" y="7222"/>
                      <a:pt x="19851" y="7222"/>
                      <a:pt x="19889" y="7222"/>
                    </a:cubicBezTo>
                    <a:cubicBezTo>
                      <a:pt x="19889" y="7332"/>
                      <a:pt x="19889" y="7442"/>
                      <a:pt x="19889" y="7556"/>
                    </a:cubicBezTo>
                    <a:cubicBezTo>
                      <a:pt x="19926" y="7556"/>
                      <a:pt x="19962" y="7556"/>
                      <a:pt x="20000" y="7556"/>
                    </a:cubicBezTo>
                    <a:cubicBezTo>
                      <a:pt x="20000" y="7629"/>
                      <a:pt x="20000" y="7702"/>
                      <a:pt x="20000" y="7778"/>
                    </a:cubicBezTo>
                    <a:cubicBezTo>
                      <a:pt x="20037" y="7778"/>
                      <a:pt x="20073" y="7778"/>
                      <a:pt x="20111" y="7778"/>
                    </a:cubicBezTo>
                    <a:cubicBezTo>
                      <a:pt x="20111" y="7851"/>
                      <a:pt x="20111" y="7924"/>
                      <a:pt x="20111" y="8000"/>
                    </a:cubicBezTo>
                    <a:cubicBezTo>
                      <a:pt x="20148" y="8000"/>
                      <a:pt x="20184" y="8000"/>
                      <a:pt x="20222" y="8000"/>
                    </a:cubicBezTo>
                    <a:cubicBezTo>
                      <a:pt x="20222" y="8110"/>
                      <a:pt x="20222" y="8220"/>
                      <a:pt x="20222" y="8333"/>
                    </a:cubicBezTo>
                    <a:cubicBezTo>
                      <a:pt x="20259" y="8333"/>
                      <a:pt x="20296" y="8333"/>
                      <a:pt x="20333" y="8333"/>
                    </a:cubicBezTo>
                    <a:cubicBezTo>
                      <a:pt x="20333" y="8443"/>
                      <a:pt x="20333" y="8553"/>
                      <a:pt x="20333" y="8667"/>
                    </a:cubicBezTo>
                    <a:cubicBezTo>
                      <a:pt x="20370" y="8667"/>
                      <a:pt x="20407" y="8667"/>
                      <a:pt x="20444" y="8667"/>
                    </a:cubicBezTo>
                    <a:cubicBezTo>
                      <a:pt x="20444" y="8813"/>
                      <a:pt x="20444" y="8960"/>
                      <a:pt x="20444" y="9111"/>
                    </a:cubicBezTo>
                    <a:cubicBezTo>
                      <a:pt x="20481" y="9111"/>
                      <a:pt x="20518" y="9111"/>
                      <a:pt x="20556" y="9111"/>
                    </a:cubicBezTo>
                    <a:cubicBezTo>
                      <a:pt x="20556" y="9148"/>
                      <a:pt x="20556" y="9184"/>
                      <a:pt x="20556" y="9222"/>
                    </a:cubicBezTo>
                    <a:cubicBezTo>
                      <a:pt x="20592" y="9222"/>
                      <a:pt x="20629" y="9222"/>
                      <a:pt x="20667" y="9222"/>
                    </a:cubicBezTo>
                    <a:cubicBezTo>
                      <a:pt x="20667" y="9259"/>
                      <a:pt x="20667" y="9296"/>
                      <a:pt x="20667" y="9333"/>
                    </a:cubicBezTo>
                    <a:cubicBezTo>
                      <a:pt x="20740" y="9333"/>
                      <a:pt x="20813" y="9333"/>
                      <a:pt x="20889" y="9333"/>
                    </a:cubicBezTo>
                    <a:cubicBezTo>
                      <a:pt x="20889" y="9370"/>
                      <a:pt x="20889" y="9407"/>
                      <a:pt x="20889" y="9444"/>
                    </a:cubicBezTo>
                    <a:cubicBezTo>
                      <a:pt x="21109" y="9444"/>
                      <a:pt x="21329" y="9444"/>
                      <a:pt x="21556" y="9444"/>
                    </a:cubicBezTo>
                    <a:cubicBezTo>
                      <a:pt x="21556" y="9481"/>
                      <a:pt x="21556" y="9518"/>
                      <a:pt x="21556" y="9556"/>
                    </a:cubicBezTo>
                    <a:cubicBezTo>
                      <a:pt x="21739" y="9556"/>
                      <a:pt x="21922" y="9556"/>
                      <a:pt x="22111" y="9556"/>
                    </a:cubicBezTo>
                    <a:cubicBezTo>
                      <a:pt x="22111" y="9592"/>
                      <a:pt x="22111" y="9629"/>
                      <a:pt x="22111" y="9667"/>
                    </a:cubicBezTo>
                    <a:cubicBezTo>
                      <a:pt x="22294" y="9667"/>
                      <a:pt x="22478" y="9667"/>
                      <a:pt x="22667" y="9667"/>
                    </a:cubicBezTo>
                    <a:cubicBezTo>
                      <a:pt x="22667" y="9703"/>
                      <a:pt x="22667" y="9740"/>
                      <a:pt x="22667" y="9778"/>
                    </a:cubicBezTo>
                    <a:cubicBezTo>
                      <a:pt x="22703" y="9778"/>
                      <a:pt x="22740" y="9778"/>
                      <a:pt x="22778" y="9778"/>
                    </a:cubicBezTo>
                    <a:cubicBezTo>
                      <a:pt x="22778" y="9814"/>
                      <a:pt x="22778" y="9851"/>
                      <a:pt x="22778" y="9889"/>
                    </a:cubicBezTo>
                    <a:cubicBezTo>
                      <a:pt x="22814" y="9889"/>
                      <a:pt x="22851" y="9889"/>
                      <a:pt x="22889" y="9889"/>
                    </a:cubicBezTo>
                    <a:cubicBezTo>
                      <a:pt x="22889" y="9926"/>
                      <a:pt x="22889" y="9962"/>
                      <a:pt x="22889" y="10000"/>
                    </a:cubicBezTo>
                    <a:cubicBezTo>
                      <a:pt x="22926" y="10000"/>
                      <a:pt x="22962" y="10000"/>
                      <a:pt x="23000" y="10000"/>
                    </a:cubicBezTo>
                    <a:cubicBezTo>
                      <a:pt x="23000" y="10917"/>
                      <a:pt x="23000" y="11833"/>
                      <a:pt x="23000" y="12778"/>
                    </a:cubicBezTo>
                    <a:cubicBezTo>
                      <a:pt x="22963" y="12778"/>
                      <a:pt x="22927" y="12778"/>
                      <a:pt x="22889" y="12778"/>
                    </a:cubicBezTo>
                    <a:cubicBezTo>
                      <a:pt x="22889" y="12814"/>
                      <a:pt x="22889" y="12851"/>
                      <a:pt x="22889" y="12889"/>
                    </a:cubicBezTo>
                    <a:cubicBezTo>
                      <a:pt x="22852" y="12889"/>
                      <a:pt x="22816" y="12889"/>
                      <a:pt x="22778" y="12889"/>
                    </a:cubicBezTo>
                    <a:cubicBezTo>
                      <a:pt x="22778" y="12926"/>
                      <a:pt x="22778" y="12962"/>
                      <a:pt x="22778" y="13000"/>
                    </a:cubicBezTo>
                    <a:cubicBezTo>
                      <a:pt x="22741" y="13000"/>
                      <a:pt x="22704" y="13000"/>
                      <a:pt x="22667" y="13000"/>
                    </a:cubicBezTo>
                    <a:cubicBezTo>
                      <a:pt x="22667" y="13037"/>
                      <a:pt x="22667" y="13073"/>
                      <a:pt x="22667" y="13111"/>
                    </a:cubicBezTo>
                    <a:cubicBezTo>
                      <a:pt x="22520" y="13111"/>
                      <a:pt x="22373" y="13111"/>
                      <a:pt x="22222" y="13111"/>
                    </a:cubicBezTo>
                    <a:cubicBezTo>
                      <a:pt x="22222" y="13148"/>
                      <a:pt x="22222" y="13184"/>
                      <a:pt x="22222" y="13222"/>
                    </a:cubicBezTo>
                    <a:cubicBezTo>
                      <a:pt x="22039" y="13222"/>
                      <a:pt x="21856" y="13222"/>
                      <a:pt x="21667" y="13222"/>
                    </a:cubicBezTo>
                    <a:cubicBezTo>
                      <a:pt x="21667" y="13259"/>
                      <a:pt x="21667" y="13296"/>
                      <a:pt x="21667" y="13333"/>
                    </a:cubicBezTo>
                    <a:cubicBezTo>
                      <a:pt x="21483" y="13333"/>
                      <a:pt x="21300" y="13333"/>
                      <a:pt x="21111" y="13333"/>
                    </a:cubicBezTo>
                    <a:cubicBezTo>
                      <a:pt x="21111" y="13370"/>
                      <a:pt x="21111" y="13407"/>
                      <a:pt x="21111" y="13444"/>
                    </a:cubicBezTo>
                    <a:cubicBezTo>
                      <a:pt x="21001" y="13444"/>
                      <a:pt x="20891" y="13444"/>
                      <a:pt x="20778" y="13444"/>
                    </a:cubicBezTo>
                    <a:cubicBezTo>
                      <a:pt x="20778" y="13481"/>
                      <a:pt x="20778" y="13518"/>
                      <a:pt x="20778" y="13556"/>
                    </a:cubicBezTo>
                    <a:cubicBezTo>
                      <a:pt x="20741" y="13556"/>
                      <a:pt x="20704" y="13556"/>
                      <a:pt x="20667" y="13556"/>
                    </a:cubicBezTo>
                    <a:cubicBezTo>
                      <a:pt x="20667" y="13592"/>
                      <a:pt x="20667" y="13629"/>
                      <a:pt x="20667" y="13667"/>
                    </a:cubicBezTo>
                    <a:cubicBezTo>
                      <a:pt x="20630" y="13667"/>
                      <a:pt x="20593" y="13667"/>
                      <a:pt x="20556" y="13667"/>
                    </a:cubicBezTo>
                    <a:cubicBezTo>
                      <a:pt x="20556" y="13703"/>
                      <a:pt x="20556" y="13740"/>
                      <a:pt x="20556" y="13778"/>
                    </a:cubicBezTo>
                    <a:cubicBezTo>
                      <a:pt x="20519" y="13778"/>
                      <a:pt x="20482" y="13778"/>
                      <a:pt x="20444" y="13778"/>
                    </a:cubicBezTo>
                    <a:cubicBezTo>
                      <a:pt x="20444" y="13888"/>
                      <a:pt x="20444" y="13998"/>
                      <a:pt x="20444" y="14111"/>
                    </a:cubicBezTo>
                    <a:cubicBezTo>
                      <a:pt x="20408" y="14111"/>
                      <a:pt x="20371" y="14111"/>
                      <a:pt x="20333" y="14111"/>
                    </a:cubicBezTo>
                    <a:cubicBezTo>
                      <a:pt x="20333" y="14221"/>
                      <a:pt x="20333" y="14331"/>
                      <a:pt x="20333" y="14444"/>
                    </a:cubicBezTo>
                    <a:cubicBezTo>
                      <a:pt x="20297" y="14444"/>
                      <a:pt x="20260" y="14444"/>
                      <a:pt x="20222" y="14444"/>
                    </a:cubicBezTo>
                    <a:cubicBezTo>
                      <a:pt x="20222" y="14554"/>
                      <a:pt x="20222" y="14664"/>
                      <a:pt x="20222" y="14778"/>
                    </a:cubicBezTo>
                    <a:cubicBezTo>
                      <a:pt x="20186" y="14778"/>
                      <a:pt x="20149" y="14778"/>
                      <a:pt x="20111" y="14778"/>
                    </a:cubicBezTo>
                    <a:cubicBezTo>
                      <a:pt x="20111" y="14851"/>
                      <a:pt x="20111" y="14924"/>
                      <a:pt x="20111" y="15000"/>
                    </a:cubicBezTo>
                    <a:cubicBezTo>
                      <a:pt x="20074" y="15000"/>
                      <a:pt x="20038" y="15000"/>
                      <a:pt x="20000" y="15000"/>
                    </a:cubicBezTo>
                    <a:cubicBezTo>
                      <a:pt x="20000" y="15073"/>
                      <a:pt x="20000" y="15147"/>
                      <a:pt x="20000" y="15222"/>
                    </a:cubicBezTo>
                    <a:cubicBezTo>
                      <a:pt x="19963" y="15222"/>
                      <a:pt x="19927" y="15222"/>
                      <a:pt x="19889" y="15222"/>
                    </a:cubicBezTo>
                    <a:cubicBezTo>
                      <a:pt x="19889" y="15332"/>
                      <a:pt x="19889" y="15442"/>
                      <a:pt x="19889" y="15556"/>
                    </a:cubicBezTo>
                    <a:cubicBezTo>
                      <a:pt x="19852" y="15556"/>
                      <a:pt x="19816" y="15556"/>
                      <a:pt x="19778" y="15556"/>
                    </a:cubicBezTo>
                    <a:cubicBezTo>
                      <a:pt x="19778" y="15629"/>
                      <a:pt x="19778" y="15702"/>
                      <a:pt x="19778" y="15778"/>
                    </a:cubicBezTo>
                    <a:cubicBezTo>
                      <a:pt x="19741" y="15778"/>
                      <a:pt x="19704" y="15778"/>
                      <a:pt x="19667" y="15778"/>
                    </a:cubicBezTo>
                    <a:cubicBezTo>
                      <a:pt x="19667" y="15814"/>
                      <a:pt x="19667" y="15851"/>
                      <a:pt x="19667" y="15889"/>
                    </a:cubicBezTo>
                    <a:cubicBezTo>
                      <a:pt x="19630" y="15889"/>
                      <a:pt x="19593" y="15889"/>
                      <a:pt x="19556" y="15889"/>
                    </a:cubicBezTo>
                    <a:cubicBezTo>
                      <a:pt x="19556" y="15999"/>
                      <a:pt x="19556" y="16109"/>
                      <a:pt x="19556" y="16222"/>
                    </a:cubicBezTo>
                    <a:cubicBezTo>
                      <a:pt x="19519" y="16222"/>
                      <a:pt x="19482" y="16222"/>
                      <a:pt x="19444" y="16222"/>
                    </a:cubicBezTo>
                    <a:cubicBezTo>
                      <a:pt x="19444" y="16296"/>
                      <a:pt x="19444" y="16369"/>
                      <a:pt x="19444" y="16444"/>
                    </a:cubicBezTo>
                    <a:cubicBezTo>
                      <a:pt x="19481" y="16444"/>
                      <a:pt x="19518" y="16444"/>
                      <a:pt x="19556" y="16444"/>
                    </a:cubicBezTo>
                    <a:cubicBezTo>
                      <a:pt x="19556" y="16518"/>
                      <a:pt x="19556" y="16591"/>
                      <a:pt x="19556" y="16667"/>
                    </a:cubicBezTo>
                    <a:cubicBezTo>
                      <a:pt x="19592" y="16667"/>
                      <a:pt x="19629" y="16667"/>
                      <a:pt x="19667" y="16667"/>
                    </a:cubicBezTo>
                    <a:cubicBezTo>
                      <a:pt x="19667" y="16703"/>
                      <a:pt x="19667" y="16740"/>
                      <a:pt x="19667" y="16778"/>
                    </a:cubicBezTo>
                    <a:cubicBezTo>
                      <a:pt x="19703" y="16778"/>
                      <a:pt x="19740" y="16778"/>
                      <a:pt x="19778" y="16778"/>
                    </a:cubicBezTo>
                    <a:cubicBezTo>
                      <a:pt x="19778" y="16851"/>
                      <a:pt x="19778" y="16924"/>
                      <a:pt x="19778" y="17000"/>
                    </a:cubicBezTo>
                    <a:cubicBezTo>
                      <a:pt x="19814" y="17000"/>
                      <a:pt x="19851" y="17000"/>
                      <a:pt x="19889" y="17000"/>
                    </a:cubicBezTo>
                    <a:cubicBezTo>
                      <a:pt x="19889" y="17037"/>
                      <a:pt x="19889" y="17073"/>
                      <a:pt x="19889" y="17111"/>
                    </a:cubicBezTo>
                    <a:cubicBezTo>
                      <a:pt x="19926" y="17111"/>
                      <a:pt x="19962" y="17111"/>
                      <a:pt x="20000" y="17111"/>
                    </a:cubicBezTo>
                    <a:cubicBezTo>
                      <a:pt x="20000" y="17184"/>
                      <a:pt x="20000" y="17258"/>
                      <a:pt x="20000" y="17333"/>
                    </a:cubicBezTo>
                    <a:cubicBezTo>
                      <a:pt x="20037" y="17333"/>
                      <a:pt x="20073" y="17333"/>
                      <a:pt x="20111" y="17333"/>
                    </a:cubicBezTo>
                    <a:cubicBezTo>
                      <a:pt x="20111" y="17370"/>
                      <a:pt x="20111" y="17407"/>
                      <a:pt x="20111" y="17444"/>
                    </a:cubicBezTo>
                    <a:cubicBezTo>
                      <a:pt x="20148" y="17444"/>
                      <a:pt x="20184" y="17444"/>
                      <a:pt x="20222" y="17444"/>
                    </a:cubicBezTo>
                    <a:cubicBezTo>
                      <a:pt x="20222" y="17481"/>
                      <a:pt x="20222" y="17518"/>
                      <a:pt x="20222" y="17556"/>
                    </a:cubicBezTo>
                    <a:cubicBezTo>
                      <a:pt x="20259" y="17556"/>
                      <a:pt x="20296" y="17556"/>
                      <a:pt x="20333" y="17556"/>
                    </a:cubicBezTo>
                    <a:cubicBezTo>
                      <a:pt x="20333" y="17629"/>
                      <a:pt x="20333" y="17702"/>
                      <a:pt x="20333" y="17778"/>
                    </a:cubicBezTo>
                    <a:cubicBezTo>
                      <a:pt x="20370" y="17778"/>
                      <a:pt x="20407" y="17778"/>
                      <a:pt x="20444" y="17778"/>
                    </a:cubicBezTo>
                    <a:cubicBezTo>
                      <a:pt x="20444" y="17814"/>
                      <a:pt x="20444" y="17851"/>
                      <a:pt x="20444" y="17889"/>
                    </a:cubicBezTo>
                    <a:cubicBezTo>
                      <a:pt x="20481" y="17889"/>
                      <a:pt x="20518" y="17889"/>
                      <a:pt x="20556" y="17889"/>
                    </a:cubicBezTo>
                    <a:cubicBezTo>
                      <a:pt x="20556" y="17962"/>
                      <a:pt x="20556" y="18036"/>
                      <a:pt x="20556" y="18111"/>
                    </a:cubicBezTo>
                    <a:cubicBezTo>
                      <a:pt x="20592" y="18111"/>
                      <a:pt x="20629" y="18111"/>
                      <a:pt x="20667" y="18111"/>
                    </a:cubicBezTo>
                    <a:cubicBezTo>
                      <a:pt x="20667" y="18184"/>
                      <a:pt x="20667" y="18258"/>
                      <a:pt x="20667" y="18333"/>
                    </a:cubicBezTo>
                    <a:cubicBezTo>
                      <a:pt x="20630" y="18333"/>
                      <a:pt x="20593" y="18333"/>
                      <a:pt x="20556" y="18333"/>
                    </a:cubicBezTo>
                    <a:cubicBezTo>
                      <a:pt x="20556" y="18370"/>
                      <a:pt x="20556" y="18407"/>
                      <a:pt x="20556" y="18444"/>
                    </a:cubicBezTo>
                    <a:cubicBezTo>
                      <a:pt x="20519" y="18444"/>
                      <a:pt x="20482" y="18444"/>
                      <a:pt x="20444" y="18444"/>
                    </a:cubicBezTo>
                    <a:cubicBezTo>
                      <a:pt x="20444" y="18481"/>
                      <a:pt x="20444" y="18518"/>
                      <a:pt x="20444" y="18556"/>
                    </a:cubicBezTo>
                    <a:cubicBezTo>
                      <a:pt x="20408" y="18556"/>
                      <a:pt x="20371" y="18556"/>
                      <a:pt x="20333" y="18556"/>
                    </a:cubicBezTo>
                    <a:cubicBezTo>
                      <a:pt x="20333" y="18629"/>
                      <a:pt x="20333" y="18702"/>
                      <a:pt x="20333" y="18778"/>
                    </a:cubicBezTo>
                    <a:cubicBezTo>
                      <a:pt x="20297" y="18778"/>
                      <a:pt x="20260" y="18778"/>
                      <a:pt x="20222" y="18778"/>
                    </a:cubicBezTo>
                    <a:cubicBezTo>
                      <a:pt x="20222" y="18814"/>
                      <a:pt x="20222" y="18851"/>
                      <a:pt x="20222" y="18889"/>
                    </a:cubicBezTo>
                    <a:cubicBezTo>
                      <a:pt x="20186" y="18889"/>
                      <a:pt x="20149" y="18889"/>
                      <a:pt x="20111" y="18889"/>
                    </a:cubicBezTo>
                    <a:cubicBezTo>
                      <a:pt x="20111" y="18926"/>
                      <a:pt x="20111" y="18962"/>
                      <a:pt x="20111" y="19000"/>
                    </a:cubicBezTo>
                    <a:cubicBezTo>
                      <a:pt x="20074" y="19000"/>
                      <a:pt x="20038" y="19000"/>
                      <a:pt x="20000" y="19000"/>
                    </a:cubicBezTo>
                    <a:cubicBezTo>
                      <a:pt x="20000" y="19037"/>
                      <a:pt x="20000" y="19073"/>
                      <a:pt x="20000" y="19111"/>
                    </a:cubicBezTo>
                    <a:cubicBezTo>
                      <a:pt x="19963" y="19111"/>
                      <a:pt x="19927" y="19111"/>
                      <a:pt x="19889" y="19111"/>
                    </a:cubicBezTo>
                    <a:cubicBezTo>
                      <a:pt x="19889" y="19148"/>
                      <a:pt x="19889" y="19184"/>
                      <a:pt x="19889" y="19222"/>
                    </a:cubicBezTo>
                    <a:cubicBezTo>
                      <a:pt x="19852" y="19222"/>
                      <a:pt x="19816" y="19222"/>
                      <a:pt x="19778" y="19222"/>
                    </a:cubicBezTo>
                    <a:cubicBezTo>
                      <a:pt x="19778" y="19259"/>
                      <a:pt x="19778" y="19296"/>
                      <a:pt x="19778" y="19333"/>
                    </a:cubicBezTo>
                    <a:cubicBezTo>
                      <a:pt x="19741" y="19333"/>
                      <a:pt x="19704" y="19333"/>
                      <a:pt x="19667" y="19333"/>
                    </a:cubicBezTo>
                    <a:cubicBezTo>
                      <a:pt x="19667" y="19370"/>
                      <a:pt x="19667" y="19407"/>
                      <a:pt x="19667" y="19444"/>
                    </a:cubicBezTo>
                    <a:cubicBezTo>
                      <a:pt x="19630" y="19444"/>
                      <a:pt x="19593" y="19444"/>
                      <a:pt x="19556" y="19444"/>
                    </a:cubicBezTo>
                    <a:cubicBezTo>
                      <a:pt x="19556" y="19481"/>
                      <a:pt x="19556" y="19518"/>
                      <a:pt x="19556" y="19556"/>
                    </a:cubicBezTo>
                    <a:cubicBezTo>
                      <a:pt x="19519" y="19556"/>
                      <a:pt x="19482" y="19556"/>
                      <a:pt x="19444" y="19556"/>
                    </a:cubicBezTo>
                    <a:cubicBezTo>
                      <a:pt x="19444" y="19592"/>
                      <a:pt x="19444" y="19629"/>
                      <a:pt x="19444" y="19667"/>
                    </a:cubicBezTo>
                    <a:cubicBezTo>
                      <a:pt x="19408" y="19667"/>
                      <a:pt x="19371" y="19667"/>
                      <a:pt x="19333" y="19667"/>
                    </a:cubicBezTo>
                    <a:cubicBezTo>
                      <a:pt x="19333" y="19703"/>
                      <a:pt x="19333" y="19740"/>
                      <a:pt x="19333" y="19778"/>
                    </a:cubicBezTo>
                    <a:cubicBezTo>
                      <a:pt x="19297" y="19778"/>
                      <a:pt x="19260" y="19778"/>
                      <a:pt x="19222" y="19778"/>
                    </a:cubicBezTo>
                    <a:cubicBezTo>
                      <a:pt x="19222" y="19814"/>
                      <a:pt x="19222" y="19851"/>
                      <a:pt x="19222" y="19889"/>
                    </a:cubicBezTo>
                    <a:cubicBezTo>
                      <a:pt x="19186" y="19889"/>
                      <a:pt x="19149" y="19889"/>
                      <a:pt x="19111" y="19889"/>
                    </a:cubicBezTo>
                    <a:cubicBezTo>
                      <a:pt x="19111" y="19926"/>
                      <a:pt x="19111" y="19962"/>
                      <a:pt x="19111" y="20000"/>
                    </a:cubicBezTo>
                    <a:cubicBezTo>
                      <a:pt x="19074" y="20000"/>
                      <a:pt x="19038" y="20000"/>
                      <a:pt x="19000" y="20000"/>
                    </a:cubicBezTo>
                    <a:cubicBezTo>
                      <a:pt x="19000" y="20037"/>
                      <a:pt x="19000" y="20073"/>
                      <a:pt x="19000" y="20111"/>
                    </a:cubicBezTo>
                    <a:cubicBezTo>
                      <a:pt x="18963" y="20111"/>
                      <a:pt x="18927" y="20111"/>
                      <a:pt x="18889" y="20111"/>
                    </a:cubicBezTo>
                    <a:cubicBezTo>
                      <a:pt x="18889" y="20148"/>
                      <a:pt x="18889" y="20184"/>
                      <a:pt x="18889" y="20222"/>
                    </a:cubicBezTo>
                    <a:cubicBezTo>
                      <a:pt x="18852" y="20222"/>
                      <a:pt x="18816" y="20222"/>
                      <a:pt x="18778" y="20222"/>
                    </a:cubicBezTo>
                    <a:cubicBezTo>
                      <a:pt x="18778" y="20259"/>
                      <a:pt x="18778" y="20296"/>
                      <a:pt x="18778" y="20333"/>
                    </a:cubicBezTo>
                    <a:cubicBezTo>
                      <a:pt x="18594" y="20333"/>
                      <a:pt x="18411" y="20333"/>
                      <a:pt x="18222" y="20333"/>
                    </a:cubicBezTo>
                    <a:cubicBezTo>
                      <a:pt x="18222" y="20297"/>
                      <a:pt x="18222" y="20260"/>
                      <a:pt x="18222" y="20222"/>
                    </a:cubicBezTo>
                    <a:cubicBezTo>
                      <a:pt x="18149" y="20222"/>
                      <a:pt x="18076" y="20222"/>
                      <a:pt x="18000" y="20222"/>
                    </a:cubicBezTo>
                    <a:cubicBezTo>
                      <a:pt x="18000" y="20186"/>
                      <a:pt x="18000" y="20149"/>
                      <a:pt x="18000" y="20111"/>
                    </a:cubicBezTo>
                    <a:cubicBezTo>
                      <a:pt x="17963" y="20111"/>
                      <a:pt x="17927" y="20111"/>
                      <a:pt x="17889" y="20111"/>
                    </a:cubicBezTo>
                    <a:cubicBezTo>
                      <a:pt x="17889" y="20074"/>
                      <a:pt x="17889" y="20038"/>
                      <a:pt x="17889" y="20000"/>
                    </a:cubicBezTo>
                    <a:cubicBezTo>
                      <a:pt x="17816" y="20000"/>
                      <a:pt x="17742" y="20000"/>
                      <a:pt x="17667" y="20000"/>
                    </a:cubicBezTo>
                    <a:cubicBezTo>
                      <a:pt x="17667" y="19963"/>
                      <a:pt x="17667" y="19927"/>
                      <a:pt x="17667" y="19889"/>
                    </a:cubicBezTo>
                    <a:cubicBezTo>
                      <a:pt x="17630" y="19889"/>
                      <a:pt x="17593" y="19889"/>
                      <a:pt x="17556" y="19889"/>
                    </a:cubicBezTo>
                    <a:cubicBezTo>
                      <a:pt x="17556" y="19852"/>
                      <a:pt x="17556" y="19816"/>
                      <a:pt x="17556" y="19778"/>
                    </a:cubicBezTo>
                    <a:cubicBezTo>
                      <a:pt x="17482" y="19778"/>
                      <a:pt x="17409" y="19778"/>
                      <a:pt x="17333" y="19778"/>
                    </a:cubicBezTo>
                    <a:cubicBezTo>
                      <a:pt x="17333" y="19741"/>
                      <a:pt x="17333" y="19704"/>
                      <a:pt x="17333" y="19667"/>
                    </a:cubicBezTo>
                    <a:cubicBezTo>
                      <a:pt x="17297" y="19667"/>
                      <a:pt x="17260" y="19667"/>
                      <a:pt x="17222" y="19667"/>
                    </a:cubicBezTo>
                    <a:cubicBezTo>
                      <a:pt x="17222" y="19630"/>
                      <a:pt x="17222" y="19593"/>
                      <a:pt x="17222" y="19556"/>
                    </a:cubicBezTo>
                    <a:cubicBezTo>
                      <a:pt x="17149" y="19556"/>
                      <a:pt x="17076" y="19556"/>
                      <a:pt x="17000" y="19556"/>
                    </a:cubicBezTo>
                    <a:cubicBezTo>
                      <a:pt x="17000" y="19519"/>
                      <a:pt x="17000" y="19482"/>
                      <a:pt x="17000" y="19444"/>
                    </a:cubicBezTo>
                    <a:cubicBezTo>
                      <a:pt x="16963" y="19444"/>
                      <a:pt x="16927" y="19444"/>
                      <a:pt x="16889" y="19444"/>
                    </a:cubicBezTo>
                    <a:cubicBezTo>
                      <a:pt x="16889" y="19408"/>
                      <a:pt x="16889" y="19371"/>
                      <a:pt x="16889" y="19333"/>
                    </a:cubicBezTo>
                    <a:cubicBezTo>
                      <a:pt x="16816" y="19333"/>
                      <a:pt x="16742" y="19333"/>
                      <a:pt x="16667" y="19333"/>
                    </a:cubicBezTo>
                    <a:cubicBezTo>
                      <a:pt x="16667" y="19297"/>
                      <a:pt x="16667" y="19260"/>
                      <a:pt x="16667" y="19222"/>
                    </a:cubicBezTo>
                    <a:cubicBezTo>
                      <a:pt x="16520" y="19222"/>
                      <a:pt x="16373" y="19222"/>
                      <a:pt x="16222" y="19222"/>
                    </a:cubicBezTo>
                    <a:cubicBezTo>
                      <a:pt x="16222" y="19259"/>
                      <a:pt x="16222" y="19296"/>
                      <a:pt x="16222" y="19333"/>
                    </a:cubicBezTo>
                    <a:cubicBezTo>
                      <a:pt x="16149" y="19333"/>
                      <a:pt x="16076" y="19333"/>
                      <a:pt x="16000" y="19333"/>
                    </a:cubicBezTo>
                    <a:cubicBezTo>
                      <a:pt x="16000" y="19370"/>
                      <a:pt x="16000" y="19407"/>
                      <a:pt x="16000" y="19444"/>
                    </a:cubicBezTo>
                    <a:cubicBezTo>
                      <a:pt x="15927" y="19444"/>
                      <a:pt x="15853" y="19444"/>
                      <a:pt x="15778" y="19444"/>
                    </a:cubicBezTo>
                    <a:cubicBezTo>
                      <a:pt x="15778" y="19481"/>
                      <a:pt x="15778" y="19518"/>
                      <a:pt x="15778" y="19556"/>
                    </a:cubicBezTo>
                    <a:cubicBezTo>
                      <a:pt x="15704" y="19556"/>
                      <a:pt x="15631" y="19556"/>
                      <a:pt x="15556" y="19556"/>
                    </a:cubicBezTo>
                    <a:cubicBezTo>
                      <a:pt x="15556" y="19592"/>
                      <a:pt x="15556" y="19629"/>
                      <a:pt x="15556" y="19667"/>
                    </a:cubicBezTo>
                    <a:cubicBezTo>
                      <a:pt x="15482" y="19667"/>
                      <a:pt x="15409" y="19667"/>
                      <a:pt x="15333" y="19667"/>
                    </a:cubicBezTo>
                    <a:cubicBezTo>
                      <a:pt x="15333" y="19703"/>
                      <a:pt x="15333" y="19740"/>
                      <a:pt x="15333" y="19778"/>
                    </a:cubicBezTo>
                    <a:cubicBezTo>
                      <a:pt x="15223" y="19778"/>
                      <a:pt x="15113" y="19778"/>
                      <a:pt x="15000" y="19778"/>
                    </a:cubicBezTo>
                    <a:cubicBezTo>
                      <a:pt x="15000" y="19814"/>
                      <a:pt x="15000" y="19851"/>
                      <a:pt x="15000" y="19889"/>
                    </a:cubicBezTo>
                    <a:cubicBezTo>
                      <a:pt x="14927" y="19889"/>
                      <a:pt x="14853" y="19889"/>
                      <a:pt x="14778" y="19889"/>
                    </a:cubicBezTo>
                    <a:cubicBezTo>
                      <a:pt x="14778" y="19926"/>
                      <a:pt x="14778" y="19962"/>
                      <a:pt x="14778" y="20000"/>
                    </a:cubicBezTo>
                    <a:cubicBezTo>
                      <a:pt x="14668" y="20000"/>
                      <a:pt x="14558" y="20000"/>
                      <a:pt x="14444" y="20000"/>
                    </a:cubicBezTo>
                    <a:cubicBezTo>
                      <a:pt x="14444" y="20037"/>
                      <a:pt x="14444" y="20073"/>
                      <a:pt x="14444" y="20111"/>
                    </a:cubicBezTo>
                    <a:cubicBezTo>
                      <a:pt x="14334" y="20111"/>
                      <a:pt x="14224" y="20111"/>
                      <a:pt x="14111" y="20111"/>
                    </a:cubicBezTo>
                    <a:cubicBezTo>
                      <a:pt x="14111" y="20148"/>
                      <a:pt x="14111" y="20184"/>
                      <a:pt x="14111" y="20222"/>
                    </a:cubicBezTo>
                    <a:cubicBezTo>
                      <a:pt x="14001" y="20222"/>
                      <a:pt x="13891" y="20222"/>
                      <a:pt x="13778" y="20222"/>
                    </a:cubicBezTo>
                    <a:cubicBezTo>
                      <a:pt x="13778" y="20259"/>
                      <a:pt x="13778" y="20296"/>
                      <a:pt x="13778" y="20333"/>
                    </a:cubicBezTo>
                    <a:cubicBezTo>
                      <a:pt x="13741" y="20333"/>
                      <a:pt x="13704" y="20333"/>
                      <a:pt x="13667" y="20333"/>
                    </a:cubicBezTo>
                    <a:cubicBezTo>
                      <a:pt x="13667" y="20370"/>
                      <a:pt x="13667" y="20407"/>
                      <a:pt x="13667" y="20444"/>
                    </a:cubicBezTo>
                    <a:cubicBezTo>
                      <a:pt x="13630" y="20444"/>
                      <a:pt x="13593" y="20444"/>
                      <a:pt x="13556" y="20444"/>
                    </a:cubicBezTo>
                    <a:cubicBezTo>
                      <a:pt x="13556" y="20481"/>
                      <a:pt x="13556" y="20518"/>
                      <a:pt x="13556" y="20556"/>
                    </a:cubicBezTo>
                    <a:cubicBezTo>
                      <a:pt x="13519" y="20556"/>
                      <a:pt x="13482" y="20556"/>
                      <a:pt x="13444" y="20556"/>
                    </a:cubicBezTo>
                    <a:cubicBezTo>
                      <a:pt x="13444" y="20812"/>
                      <a:pt x="13444" y="21069"/>
                      <a:pt x="13444" y="21333"/>
                    </a:cubicBezTo>
                    <a:cubicBezTo>
                      <a:pt x="13408" y="21333"/>
                      <a:pt x="13371" y="21333"/>
                      <a:pt x="13333" y="21333"/>
                    </a:cubicBezTo>
                    <a:cubicBezTo>
                      <a:pt x="13333" y="21517"/>
                      <a:pt x="13333" y="21700"/>
                      <a:pt x="13333" y="21889"/>
                    </a:cubicBezTo>
                    <a:cubicBezTo>
                      <a:pt x="13297" y="21889"/>
                      <a:pt x="13260" y="21889"/>
                      <a:pt x="13222" y="21889"/>
                    </a:cubicBezTo>
                    <a:cubicBezTo>
                      <a:pt x="13222" y="22072"/>
                      <a:pt x="13222" y="22256"/>
                      <a:pt x="13222" y="22444"/>
                    </a:cubicBezTo>
                    <a:cubicBezTo>
                      <a:pt x="13186" y="22444"/>
                      <a:pt x="13149" y="22444"/>
                      <a:pt x="13111" y="22444"/>
                    </a:cubicBezTo>
                    <a:cubicBezTo>
                      <a:pt x="13111" y="22481"/>
                      <a:pt x="13111" y="22518"/>
                      <a:pt x="13111" y="22556"/>
                    </a:cubicBezTo>
                    <a:cubicBezTo>
                      <a:pt x="13074" y="22556"/>
                      <a:pt x="13038" y="22556"/>
                      <a:pt x="13000" y="22556"/>
                    </a:cubicBezTo>
                    <a:cubicBezTo>
                      <a:pt x="13000" y="22592"/>
                      <a:pt x="13000" y="22629"/>
                      <a:pt x="13000" y="22667"/>
                    </a:cubicBezTo>
                    <a:cubicBezTo>
                      <a:pt x="12010" y="22667"/>
                      <a:pt x="11020" y="22667"/>
                      <a:pt x="10000" y="22667"/>
                    </a:cubicBezTo>
                    <a:cubicBezTo>
                      <a:pt x="10000" y="22630"/>
                      <a:pt x="10000" y="22593"/>
                      <a:pt x="10000" y="22556"/>
                    </a:cubicBezTo>
                    <a:cubicBezTo>
                      <a:pt x="9963" y="22556"/>
                      <a:pt x="9927" y="22556"/>
                      <a:pt x="9889" y="22556"/>
                    </a:cubicBezTo>
                    <a:cubicBezTo>
                      <a:pt x="9889" y="22519"/>
                      <a:pt x="9889" y="22482"/>
                      <a:pt x="9889" y="22444"/>
                    </a:cubicBezTo>
                    <a:cubicBezTo>
                      <a:pt x="9852" y="22444"/>
                      <a:pt x="9816" y="22444"/>
                      <a:pt x="9778" y="22444"/>
                    </a:cubicBezTo>
                    <a:cubicBezTo>
                      <a:pt x="9778" y="22224"/>
                      <a:pt x="9778" y="22004"/>
                      <a:pt x="9778" y="21778"/>
                    </a:cubicBezTo>
                    <a:cubicBezTo>
                      <a:pt x="9741" y="21778"/>
                      <a:pt x="9704" y="21778"/>
                      <a:pt x="9667" y="21778"/>
                    </a:cubicBezTo>
                    <a:cubicBezTo>
                      <a:pt x="9667" y="21521"/>
                      <a:pt x="9667" y="21264"/>
                      <a:pt x="9667" y="21000"/>
                    </a:cubicBezTo>
                    <a:cubicBezTo>
                      <a:pt x="9630" y="21000"/>
                      <a:pt x="9593" y="21000"/>
                      <a:pt x="9556" y="21000"/>
                    </a:cubicBezTo>
                    <a:cubicBezTo>
                      <a:pt x="9556" y="20817"/>
                      <a:pt x="9556" y="20633"/>
                      <a:pt x="9556" y="20444"/>
                    </a:cubicBezTo>
                    <a:cubicBezTo>
                      <a:pt x="9519" y="20444"/>
                      <a:pt x="9482" y="20444"/>
                      <a:pt x="9444" y="20444"/>
                    </a:cubicBezTo>
                    <a:cubicBezTo>
                      <a:pt x="9444" y="20408"/>
                      <a:pt x="9444" y="20371"/>
                      <a:pt x="9444" y="20333"/>
                    </a:cubicBezTo>
                    <a:cubicBezTo>
                      <a:pt x="9408" y="20333"/>
                      <a:pt x="9371" y="20333"/>
                      <a:pt x="9333" y="20333"/>
                    </a:cubicBezTo>
                    <a:cubicBezTo>
                      <a:pt x="9333" y="20297"/>
                      <a:pt x="9333" y="20260"/>
                      <a:pt x="9333" y="20222"/>
                    </a:cubicBezTo>
                    <a:cubicBezTo>
                      <a:pt x="9223" y="20222"/>
                      <a:pt x="9113" y="20222"/>
                      <a:pt x="9000" y="20222"/>
                    </a:cubicBezTo>
                    <a:cubicBezTo>
                      <a:pt x="9000" y="20186"/>
                      <a:pt x="9000" y="20149"/>
                      <a:pt x="9000" y="20111"/>
                    </a:cubicBezTo>
                    <a:cubicBezTo>
                      <a:pt x="8890" y="20111"/>
                      <a:pt x="8780" y="20111"/>
                      <a:pt x="8667" y="20111"/>
                    </a:cubicBezTo>
                    <a:cubicBezTo>
                      <a:pt x="8667" y="20074"/>
                      <a:pt x="8667" y="20038"/>
                      <a:pt x="8667" y="20000"/>
                    </a:cubicBezTo>
                    <a:cubicBezTo>
                      <a:pt x="8557" y="20000"/>
                      <a:pt x="8447" y="20000"/>
                      <a:pt x="8333" y="20000"/>
                    </a:cubicBezTo>
                    <a:cubicBezTo>
                      <a:pt x="8333" y="19963"/>
                      <a:pt x="8333" y="19927"/>
                      <a:pt x="8333" y="19889"/>
                    </a:cubicBezTo>
                    <a:cubicBezTo>
                      <a:pt x="8223" y="19889"/>
                      <a:pt x="8113" y="19889"/>
                      <a:pt x="8000" y="19889"/>
                    </a:cubicBezTo>
                    <a:cubicBezTo>
                      <a:pt x="8000" y="19852"/>
                      <a:pt x="8000" y="19816"/>
                      <a:pt x="8000" y="19778"/>
                    </a:cubicBezTo>
                    <a:cubicBezTo>
                      <a:pt x="7927" y="19778"/>
                      <a:pt x="7853" y="19778"/>
                      <a:pt x="7778" y="19778"/>
                    </a:cubicBezTo>
                    <a:cubicBezTo>
                      <a:pt x="7778" y="19741"/>
                      <a:pt x="7778" y="19704"/>
                      <a:pt x="7778" y="19667"/>
                    </a:cubicBezTo>
                    <a:cubicBezTo>
                      <a:pt x="7704" y="19667"/>
                      <a:pt x="7631" y="19667"/>
                      <a:pt x="7556" y="19667"/>
                    </a:cubicBezTo>
                    <a:cubicBezTo>
                      <a:pt x="7556" y="19630"/>
                      <a:pt x="7556" y="19593"/>
                      <a:pt x="7556" y="19556"/>
                    </a:cubicBezTo>
                    <a:cubicBezTo>
                      <a:pt x="7446" y="19556"/>
                      <a:pt x="7336" y="19556"/>
                      <a:pt x="7222" y="19556"/>
                    </a:cubicBezTo>
                    <a:cubicBezTo>
                      <a:pt x="7222" y="19519"/>
                      <a:pt x="7222" y="19482"/>
                      <a:pt x="7222" y="19444"/>
                    </a:cubicBezTo>
                    <a:cubicBezTo>
                      <a:pt x="7186" y="19444"/>
                      <a:pt x="7149" y="19444"/>
                      <a:pt x="7111" y="19444"/>
                    </a:cubicBezTo>
                    <a:cubicBezTo>
                      <a:pt x="7111" y="19408"/>
                      <a:pt x="7111" y="19371"/>
                      <a:pt x="7111" y="19333"/>
                    </a:cubicBezTo>
                    <a:cubicBezTo>
                      <a:pt x="7038" y="19333"/>
                      <a:pt x="6964" y="19333"/>
                      <a:pt x="6889" y="19333"/>
                    </a:cubicBezTo>
                    <a:cubicBezTo>
                      <a:pt x="6889" y="19297"/>
                      <a:pt x="6889" y="19260"/>
                      <a:pt x="6889" y="19222"/>
                    </a:cubicBezTo>
                    <a:cubicBezTo>
                      <a:pt x="6742" y="19222"/>
                      <a:pt x="6596" y="19222"/>
                      <a:pt x="6444" y="19222"/>
                    </a:cubicBezTo>
                    <a:cubicBezTo>
                      <a:pt x="6444" y="19259"/>
                      <a:pt x="6444" y="19296"/>
                      <a:pt x="6444" y="19333"/>
                    </a:cubicBezTo>
                    <a:cubicBezTo>
                      <a:pt x="6371" y="19333"/>
                      <a:pt x="6298" y="19333"/>
                      <a:pt x="6222" y="19333"/>
                    </a:cubicBezTo>
                    <a:cubicBezTo>
                      <a:pt x="6222" y="19370"/>
                      <a:pt x="6222" y="19407"/>
                      <a:pt x="6222" y="19444"/>
                    </a:cubicBezTo>
                    <a:cubicBezTo>
                      <a:pt x="6186" y="19444"/>
                      <a:pt x="6149" y="19444"/>
                      <a:pt x="6111" y="19444"/>
                    </a:cubicBezTo>
                    <a:cubicBezTo>
                      <a:pt x="6111" y="19481"/>
                      <a:pt x="6111" y="19518"/>
                      <a:pt x="6111" y="19556"/>
                    </a:cubicBezTo>
                    <a:cubicBezTo>
                      <a:pt x="6038" y="19556"/>
                      <a:pt x="5964" y="19556"/>
                      <a:pt x="5889" y="19556"/>
                    </a:cubicBezTo>
                    <a:cubicBezTo>
                      <a:pt x="5889" y="19592"/>
                      <a:pt x="5889" y="19629"/>
                      <a:pt x="5889" y="19667"/>
                    </a:cubicBezTo>
                    <a:cubicBezTo>
                      <a:pt x="5852" y="19667"/>
                      <a:pt x="5816" y="19667"/>
                      <a:pt x="5778" y="19667"/>
                    </a:cubicBezTo>
                    <a:cubicBezTo>
                      <a:pt x="5778" y="19703"/>
                      <a:pt x="5778" y="19740"/>
                      <a:pt x="5778" y="19778"/>
                    </a:cubicBezTo>
                    <a:cubicBezTo>
                      <a:pt x="5704" y="19778"/>
                      <a:pt x="5631" y="19778"/>
                      <a:pt x="5556" y="19778"/>
                    </a:cubicBezTo>
                    <a:cubicBezTo>
                      <a:pt x="5556" y="19814"/>
                      <a:pt x="5556" y="19851"/>
                      <a:pt x="5556" y="19889"/>
                    </a:cubicBezTo>
                    <a:cubicBezTo>
                      <a:pt x="5519" y="19889"/>
                      <a:pt x="5482" y="19889"/>
                      <a:pt x="5444" y="19889"/>
                    </a:cubicBezTo>
                    <a:cubicBezTo>
                      <a:pt x="5444" y="19926"/>
                      <a:pt x="5444" y="19962"/>
                      <a:pt x="5444" y="20000"/>
                    </a:cubicBezTo>
                    <a:cubicBezTo>
                      <a:pt x="5408" y="20000"/>
                      <a:pt x="5371" y="20000"/>
                      <a:pt x="5333" y="20000"/>
                    </a:cubicBezTo>
                    <a:cubicBezTo>
                      <a:pt x="5333" y="20037"/>
                      <a:pt x="5333" y="20073"/>
                      <a:pt x="5333" y="20111"/>
                    </a:cubicBezTo>
                    <a:cubicBezTo>
                      <a:pt x="5260" y="20111"/>
                      <a:pt x="5187" y="20111"/>
                      <a:pt x="5111" y="20111"/>
                    </a:cubicBezTo>
                    <a:cubicBezTo>
                      <a:pt x="5111" y="20148"/>
                      <a:pt x="5111" y="20184"/>
                      <a:pt x="5111" y="20222"/>
                    </a:cubicBezTo>
                    <a:cubicBezTo>
                      <a:pt x="5074" y="20222"/>
                      <a:pt x="5038" y="20222"/>
                      <a:pt x="5000" y="20222"/>
                    </a:cubicBezTo>
                    <a:cubicBezTo>
                      <a:pt x="5000" y="20259"/>
                      <a:pt x="5000" y="20296"/>
                      <a:pt x="5000" y="20333"/>
                    </a:cubicBezTo>
                    <a:cubicBezTo>
                      <a:pt x="4963" y="20333"/>
                      <a:pt x="4927" y="20333"/>
                      <a:pt x="4889" y="20333"/>
                    </a:cubicBezTo>
                    <a:cubicBezTo>
                      <a:pt x="4889" y="20370"/>
                      <a:pt x="4889" y="20407"/>
                      <a:pt x="4889" y="20444"/>
                    </a:cubicBezTo>
                    <a:cubicBezTo>
                      <a:pt x="4742" y="20444"/>
                      <a:pt x="4596" y="20444"/>
                      <a:pt x="4444" y="20444"/>
                    </a:cubicBezTo>
                    <a:cubicBezTo>
                      <a:pt x="4444" y="20408"/>
                      <a:pt x="4444" y="20371"/>
                      <a:pt x="4444" y="20333"/>
                    </a:cubicBezTo>
                    <a:cubicBezTo>
                      <a:pt x="4408" y="20333"/>
                      <a:pt x="4371" y="20333"/>
                      <a:pt x="4333" y="20333"/>
                    </a:cubicBezTo>
                    <a:cubicBezTo>
                      <a:pt x="4333" y="20297"/>
                      <a:pt x="4333" y="20260"/>
                      <a:pt x="4333" y="20222"/>
                    </a:cubicBezTo>
                    <a:cubicBezTo>
                      <a:pt x="4297" y="20222"/>
                      <a:pt x="4260" y="20222"/>
                      <a:pt x="4222" y="20222"/>
                    </a:cubicBezTo>
                    <a:cubicBezTo>
                      <a:pt x="4222" y="20186"/>
                      <a:pt x="4222" y="20149"/>
                      <a:pt x="4222" y="20111"/>
                    </a:cubicBezTo>
                    <a:cubicBezTo>
                      <a:pt x="4149" y="20111"/>
                      <a:pt x="4076" y="20111"/>
                      <a:pt x="4000" y="20111"/>
                    </a:cubicBezTo>
                    <a:cubicBezTo>
                      <a:pt x="4000" y="20074"/>
                      <a:pt x="4000" y="20038"/>
                      <a:pt x="4000" y="20000"/>
                    </a:cubicBezTo>
                    <a:cubicBezTo>
                      <a:pt x="3963" y="20000"/>
                      <a:pt x="3927" y="20000"/>
                      <a:pt x="3889" y="20000"/>
                    </a:cubicBezTo>
                    <a:cubicBezTo>
                      <a:pt x="3889" y="19963"/>
                      <a:pt x="3889" y="19927"/>
                      <a:pt x="3889" y="19889"/>
                    </a:cubicBezTo>
                    <a:cubicBezTo>
                      <a:pt x="3852" y="19889"/>
                      <a:pt x="3816" y="19889"/>
                      <a:pt x="3778" y="19889"/>
                    </a:cubicBezTo>
                    <a:cubicBezTo>
                      <a:pt x="3778" y="19852"/>
                      <a:pt x="3778" y="19816"/>
                      <a:pt x="3778" y="19778"/>
                    </a:cubicBezTo>
                    <a:cubicBezTo>
                      <a:pt x="3741" y="19778"/>
                      <a:pt x="3704" y="19778"/>
                      <a:pt x="3667" y="19778"/>
                    </a:cubicBezTo>
                    <a:cubicBezTo>
                      <a:pt x="3667" y="19741"/>
                      <a:pt x="3667" y="19704"/>
                      <a:pt x="3667" y="19667"/>
                    </a:cubicBezTo>
                    <a:cubicBezTo>
                      <a:pt x="3630" y="19667"/>
                      <a:pt x="3593" y="19667"/>
                      <a:pt x="3556" y="19667"/>
                    </a:cubicBezTo>
                    <a:cubicBezTo>
                      <a:pt x="3556" y="19630"/>
                      <a:pt x="3556" y="19593"/>
                      <a:pt x="3556" y="19556"/>
                    </a:cubicBezTo>
                    <a:cubicBezTo>
                      <a:pt x="3519" y="19556"/>
                      <a:pt x="3482" y="19556"/>
                      <a:pt x="3444" y="19556"/>
                    </a:cubicBezTo>
                    <a:cubicBezTo>
                      <a:pt x="3444" y="19519"/>
                      <a:pt x="3444" y="19482"/>
                      <a:pt x="3444" y="19444"/>
                    </a:cubicBezTo>
                    <a:cubicBezTo>
                      <a:pt x="3408" y="19444"/>
                      <a:pt x="3371" y="19444"/>
                      <a:pt x="3333" y="19444"/>
                    </a:cubicBezTo>
                    <a:cubicBezTo>
                      <a:pt x="3333" y="19408"/>
                      <a:pt x="3333" y="19371"/>
                      <a:pt x="3333" y="19333"/>
                    </a:cubicBezTo>
                    <a:cubicBezTo>
                      <a:pt x="3297" y="19333"/>
                      <a:pt x="3260" y="19333"/>
                      <a:pt x="3222" y="19333"/>
                    </a:cubicBezTo>
                    <a:cubicBezTo>
                      <a:pt x="3222" y="19297"/>
                      <a:pt x="3222" y="19260"/>
                      <a:pt x="3222" y="19222"/>
                    </a:cubicBezTo>
                    <a:cubicBezTo>
                      <a:pt x="3186" y="19222"/>
                      <a:pt x="3149" y="19222"/>
                      <a:pt x="3111" y="19222"/>
                    </a:cubicBezTo>
                    <a:cubicBezTo>
                      <a:pt x="3111" y="19186"/>
                      <a:pt x="3111" y="19149"/>
                      <a:pt x="3111" y="19111"/>
                    </a:cubicBezTo>
                    <a:cubicBezTo>
                      <a:pt x="3074" y="19111"/>
                      <a:pt x="3038" y="19111"/>
                      <a:pt x="3000" y="19111"/>
                    </a:cubicBezTo>
                    <a:cubicBezTo>
                      <a:pt x="3000" y="19074"/>
                      <a:pt x="3000" y="19038"/>
                      <a:pt x="3000" y="19000"/>
                    </a:cubicBezTo>
                    <a:cubicBezTo>
                      <a:pt x="2963" y="19000"/>
                      <a:pt x="2927" y="19000"/>
                      <a:pt x="2889" y="19000"/>
                    </a:cubicBezTo>
                    <a:cubicBezTo>
                      <a:pt x="2889" y="18963"/>
                      <a:pt x="2889" y="18927"/>
                      <a:pt x="2889" y="18889"/>
                    </a:cubicBezTo>
                    <a:cubicBezTo>
                      <a:pt x="2852" y="18889"/>
                      <a:pt x="2816" y="18889"/>
                      <a:pt x="2778" y="18889"/>
                    </a:cubicBezTo>
                    <a:cubicBezTo>
                      <a:pt x="2778" y="18852"/>
                      <a:pt x="2778" y="18816"/>
                      <a:pt x="2778" y="18778"/>
                    </a:cubicBezTo>
                    <a:cubicBezTo>
                      <a:pt x="2741" y="18778"/>
                      <a:pt x="2704" y="18778"/>
                      <a:pt x="2667" y="18778"/>
                    </a:cubicBezTo>
                    <a:cubicBezTo>
                      <a:pt x="2667" y="18741"/>
                      <a:pt x="2667" y="18704"/>
                      <a:pt x="2667" y="18667"/>
                    </a:cubicBezTo>
                    <a:cubicBezTo>
                      <a:pt x="2630" y="18667"/>
                      <a:pt x="2593" y="18667"/>
                      <a:pt x="2556" y="18667"/>
                    </a:cubicBezTo>
                    <a:cubicBezTo>
                      <a:pt x="2556" y="18630"/>
                      <a:pt x="2556" y="18593"/>
                      <a:pt x="2556" y="18556"/>
                    </a:cubicBezTo>
                    <a:cubicBezTo>
                      <a:pt x="2519" y="18556"/>
                      <a:pt x="2482" y="18556"/>
                      <a:pt x="2444" y="18556"/>
                    </a:cubicBezTo>
                    <a:cubicBezTo>
                      <a:pt x="2444" y="18519"/>
                      <a:pt x="2444" y="18482"/>
                      <a:pt x="2444" y="18444"/>
                    </a:cubicBezTo>
                    <a:cubicBezTo>
                      <a:pt x="2408" y="18444"/>
                      <a:pt x="2371" y="18444"/>
                      <a:pt x="2333" y="18444"/>
                    </a:cubicBezTo>
                    <a:cubicBezTo>
                      <a:pt x="2333" y="18371"/>
                      <a:pt x="2333" y="18298"/>
                      <a:pt x="2333" y="18222"/>
                    </a:cubicBezTo>
                    <a:cubicBezTo>
                      <a:pt x="2370" y="18222"/>
                      <a:pt x="2407" y="18222"/>
                      <a:pt x="2444" y="18222"/>
                    </a:cubicBezTo>
                    <a:cubicBezTo>
                      <a:pt x="2444" y="18149"/>
                      <a:pt x="2444" y="18076"/>
                      <a:pt x="2444" y="18000"/>
                    </a:cubicBezTo>
                    <a:cubicBezTo>
                      <a:pt x="2481" y="18000"/>
                      <a:pt x="2518" y="18000"/>
                      <a:pt x="2556" y="18000"/>
                    </a:cubicBezTo>
                    <a:cubicBezTo>
                      <a:pt x="2556" y="17963"/>
                      <a:pt x="2556" y="17927"/>
                      <a:pt x="2556" y="17889"/>
                    </a:cubicBezTo>
                    <a:cubicBezTo>
                      <a:pt x="2592" y="17889"/>
                      <a:pt x="2629" y="17889"/>
                      <a:pt x="2667" y="17889"/>
                    </a:cubicBezTo>
                    <a:cubicBezTo>
                      <a:pt x="2667" y="17816"/>
                      <a:pt x="2667" y="17742"/>
                      <a:pt x="2667" y="17667"/>
                    </a:cubicBezTo>
                    <a:cubicBezTo>
                      <a:pt x="2703" y="17667"/>
                      <a:pt x="2740" y="17667"/>
                      <a:pt x="2778" y="17667"/>
                    </a:cubicBezTo>
                    <a:cubicBezTo>
                      <a:pt x="2778" y="17630"/>
                      <a:pt x="2778" y="17593"/>
                      <a:pt x="2778" y="17556"/>
                    </a:cubicBezTo>
                    <a:cubicBezTo>
                      <a:pt x="2814" y="17556"/>
                      <a:pt x="2851" y="17556"/>
                      <a:pt x="2889" y="17556"/>
                    </a:cubicBezTo>
                    <a:cubicBezTo>
                      <a:pt x="2889" y="17482"/>
                      <a:pt x="2889" y="17409"/>
                      <a:pt x="2889" y="17333"/>
                    </a:cubicBezTo>
                    <a:cubicBezTo>
                      <a:pt x="2926" y="17333"/>
                      <a:pt x="2962" y="17333"/>
                      <a:pt x="3000" y="17333"/>
                    </a:cubicBezTo>
                    <a:cubicBezTo>
                      <a:pt x="3000" y="17297"/>
                      <a:pt x="3000" y="17260"/>
                      <a:pt x="3000" y="17222"/>
                    </a:cubicBezTo>
                    <a:cubicBezTo>
                      <a:pt x="3037" y="17222"/>
                      <a:pt x="3073" y="17222"/>
                      <a:pt x="3111" y="17222"/>
                    </a:cubicBezTo>
                    <a:cubicBezTo>
                      <a:pt x="3111" y="17186"/>
                      <a:pt x="3111" y="17149"/>
                      <a:pt x="3111" y="17111"/>
                    </a:cubicBezTo>
                    <a:cubicBezTo>
                      <a:pt x="3148" y="17111"/>
                      <a:pt x="3184" y="17111"/>
                      <a:pt x="3222" y="17111"/>
                    </a:cubicBezTo>
                    <a:cubicBezTo>
                      <a:pt x="3222" y="17038"/>
                      <a:pt x="3222" y="16964"/>
                      <a:pt x="3222" y="16889"/>
                    </a:cubicBezTo>
                    <a:cubicBezTo>
                      <a:pt x="3259" y="16889"/>
                      <a:pt x="3296" y="16889"/>
                      <a:pt x="3333" y="16889"/>
                    </a:cubicBezTo>
                    <a:cubicBezTo>
                      <a:pt x="3333" y="16852"/>
                      <a:pt x="3333" y="16816"/>
                      <a:pt x="3333" y="16778"/>
                    </a:cubicBezTo>
                    <a:cubicBezTo>
                      <a:pt x="3370" y="16778"/>
                      <a:pt x="3407" y="16778"/>
                      <a:pt x="3444" y="16778"/>
                    </a:cubicBezTo>
                    <a:cubicBezTo>
                      <a:pt x="3444" y="16704"/>
                      <a:pt x="3444" y="16631"/>
                      <a:pt x="3444" y="16556"/>
                    </a:cubicBezTo>
                    <a:cubicBezTo>
                      <a:pt x="3481" y="16556"/>
                      <a:pt x="3518" y="16556"/>
                      <a:pt x="3556" y="16556"/>
                    </a:cubicBezTo>
                    <a:cubicBezTo>
                      <a:pt x="3556" y="16409"/>
                      <a:pt x="3556" y="16262"/>
                      <a:pt x="3556" y="16111"/>
                    </a:cubicBezTo>
                    <a:cubicBezTo>
                      <a:pt x="3519" y="16111"/>
                      <a:pt x="3482" y="16111"/>
                      <a:pt x="3444" y="16111"/>
                    </a:cubicBezTo>
                    <a:cubicBezTo>
                      <a:pt x="3444" y="16038"/>
                      <a:pt x="3444" y="15964"/>
                      <a:pt x="3444" y="15889"/>
                    </a:cubicBezTo>
                    <a:cubicBezTo>
                      <a:pt x="3408" y="15889"/>
                      <a:pt x="3371" y="15889"/>
                      <a:pt x="3333" y="15889"/>
                    </a:cubicBezTo>
                    <a:cubicBezTo>
                      <a:pt x="3333" y="15816"/>
                      <a:pt x="3333" y="15742"/>
                      <a:pt x="3333" y="15667"/>
                    </a:cubicBezTo>
                    <a:cubicBezTo>
                      <a:pt x="3297" y="15667"/>
                      <a:pt x="3260" y="15667"/>
                      <a:pt x="3222" y="15667"/>
                    </a:cubicBezTo>
                    <a:cubicBezTo>
                      <a:pt x="3222" y="15593"/>
                      <a:pt x="3222" y="15520"/>
                      <a:pt x="3222" y="15444"/>
                    </a:cubicBezTo>
                    <a:cubicBezTo>
                      <a:pt x="3186" y="15444"/>
                      <a:pt x="3149" y="15444"/>
                      <a:pt x="3111" y="15444"/>
                    </a:cubicBezTo>
                    <a:cubicBezTo>
                      <a:pt x="3111" y="15371"/>
                      <a:pt x="3111" y="15298"/>
                      <a:pt x="3111" y="15222"/>
                    </a:cubicBezTo>
                    <a:cubicBezTo>
                      <a:pt x="3074" y="15222"/>
                      <a:pt x="3038" y="15222"/>
                      <a:pt x="3000" y="15222"/>
                    </a:cubicBezTo>
                    <a:cubicBezTo>
                      <a:pt x="3000" y="15149"/>
                      <a:pt x="3000" y="15076"/>
                      <a:pt x="3000" y="15000"/>
                    </a:cubicBezTo>
                    <a:cubicBezTo>
                      <a:pt x="2963" y="15000"/>
                      <a:pt x="2927" y="15000"/>
                      <a:pt x="2889" y="15000"/>
                    </a:cubicBezTo>
                    <a:cubicBezTo>
                      <a:pt x="2889" y="14890"/>
                      <a:pt x="2889" y="14780"/>
                      <a:pt x="2889" y="14667"/>
                    </a:cubicBezTo>
                    <a:cubicBezTo>
                      <a:pt x="2852" y="14667"/>
                      <a:pt x="2816" y="14667"/>
                      <a:pt x="2778" y="14667"/>
                    </a:cubicBezTo>
                    <a:cubicBezTo>
                      <a:pt x="2778" y="14593"/>
                      <a:pt x="2778" y="14520"/>
                      <a:pt x="2778" y="14444"/>
                    </a:cubicBezTo>
                    <a:cubicBezTo>
                      <a:pt x="2741" y="14444"/>
                      <a:pt x="2704" y="14444"/>
                      <a:pt x="2667" y="14444"/>
                    </a:cubicBezTo>
                    <a:cubicBezTo>
                      <a:pt x="2667" y="14334"/>
                      <a:pt x="2667" y="14224"/>
                      <a:pt x="2667" y="14111"/>
                    </a:cubicBezTo>
                    <a:cubicBezTo>
                      <a:pt x="2630" y="14111"/>
                      <a:pt x="2593" y="14111"/>
                      <a:pt x="2556" y="14111"/>
                    </a:cubicBezTo>
                    <a:cubicBezTo>
                      <a:pt x="2556" y="13964"/>
                      <a:pt x="2556" y="13818"/>
                      <a:pt x="2556" y="13667"/>
                    </a:cubicBezTo>
                    <a:cubicBezTo>
                      <a:pt x="2519" y="13667"/>
                      <a:pt x="2482" y="13667"/>
                      <a:pt x="2444" y="13667"/>
                    </a:cubicBezTo>
                    <a:cubicBezTo>
                      <a:pt x="2444" y="13630"/>
                      <a:pt x="2444" y="13593"/>
                      <a:pt x="2444" y="13556"/>
                    </a:cubicBezTo>
                    <a:cubicBezTo>
                      <a:pt x="2408" y="13556"/>
                      <a:pt x="2371" y="13556"/>
                      <a:pt x="2333" y="13556"/>
                    </a:cubicBezTo>
                    <a:cubicBezTo>
                      <a:pt x="2333" y="13519"/>
                      <a:pt x="2333" y="13482"/>
                      <a:pt x="2333" y="13444"/>
                    </a:cubicBezTo>
                    <a:cubicBezTo>
                      <a:pt x="2187" y="13444"/>
                      <a:pt x="2040" y="13444"/>
                      <a:pt x="1889" y="13444"/>
                    </a:cubicBezTo>
                    <a:cubicBezTo>
                      <a:pt x="1889" y="13408"/>
                      <a:pt x="1889" y="13371"/>
                      <a:pt x="1889" y="13333"/>
                    </a:cubicBezTo>
                    <a:cubicBezTo>
                      <a:pt x="1706" y="13333"/>
                      <a:pt x="1522" y="13333"/>
                      <a:pt x="1333" y="13333"/>
                    </a:cubicBezTo>
                    <a:cubicBezTo>
                      <a:pt x="1333" y="13297"/>
                      <a:pt x="1333" y="13260"/>
                      <a:pt x="1333" y="13222"/>
                    </a:cubicBezTo>
                    <a:cubicBezTo>
                      <a:pt x="1150" y="13222"/>
                      <a:pt x="967" y="13222"/>
                      <a:pt x="778" y="13222"/>
                    </a:cubicBezTo>
                    <a:cubicBezTo>
                      <a:pt x="778" y="13186"/>
                      <a:pt x="778" y="13149"/>
                      <a:pt x="778" y="13111"/>
                    </a:cubicBezTo>
                    <a:cubicBezTo>
                      <a:pt x="594" y="13111"/>
                      <a:pt x="411" y="13111"/>
                      <a:pt x="222" y="13111"/>
                    </a:cubicBezTo>
                    <a:cubicBezTo>
                      <a:pt x="222" y="13074"/>
                      <a:pt x="222" y="13038"/>
                      <a:pt x="222" y="13000"/>
                    </a:cubicBezTo>
                    <a:cubicBezTo>
                      <a:pt x="186" y="13000"/>
                      <a:pt x="149" y="13000"/>
                      <a:pt x="111" y="13000"/>
                    </a:cubicBezTo>
                    <a:cubicBezTo>
                      <a:pt x="111" y="12963"/>
                      <a:pt x="111" y="12927"/>
                      <a:pt x="111" y="12889"/>
                    </a:cubicBezTo>
                    <a:cubicBezTo>
                      <a:pt x="74" y="12889"/>
                      <a:pt x="38" y="12889"/>
                      <a:pt x="0" y="12889"/>
                    </a:cubicBezTo>
                    <a:cubicBezTo>
                      <a:pt x="0" y="11899"/>
                      <a:pt x="0" y="10909"/>
                      <a:pt x="0" y="9889"/>
                    </a:cubicBezTo>
                    <a:cubicBezTo>
                      <a:pt x="37" y="9889"/>
                      <a:pt x="73" y="9889"/>
                      <a:pt x="111" y="9889"/>
                    </a:cubicBezTo>
                    <a:cubicBezTo>
                      <a:pt x="111" y="9852"/>
                      <a:pt x="111" y="9816"/>
                      <a:pt x="111" y="9778"/>
                    </a:cubicBezTo>
                    <a:cubicBezTo>
                      <a:pt x="184" y="9778"/>
                      <a:pt x="258" y="9778"/>
                      <a:pt x="333" y="9778"/>
                    </a:cubicBezTo>
                    <a:cubicBezTo>
                      <a:pt x="333" y="9741"/>
                      <a:pt x="333" y="9704"/>
                      <a:pt x="333" y="9667"/>
                    </a:cubicBezTo>
                    <a:cubicBezTo>
                      <a:pt x="517" y="9667"/>
                      <a:pt x="700" y="9667"/>
                      <a:pt x="889" y="9667"/>
                    </a:cubicBezTo>
                    <a:cubicBezTo>
                      <a:pt x="889" y="9630"/>
                      <a:pt x="889" y="9593"/>
                      <a:pt x="889" y="9556"/>
                    </a:cubicBezTo>
                    <a:cubicBezTo>
                      <a:pt x="1072" y="9556"/>
                      <a:pt x="1256" y="9556"/>
                      <a:pt x="1444" y="9556"/>
                    </a:cubicBezTo>
                    <a:cubicBezTo>
                      <a:pt x="1444" y="9519"/>
                      <a:pt x="1444" y="9482"/>
                      <a:pt x="1444" y="9444"/>
                    </a:cubicBezTo>
                    <a:cubicBezTo>
                      <a:pt x="1628" y="9444"/>
                      <a:pt x="1811" y="9444"/>
                      <a:pt x="2000" y="9444"/>
                    </a:cubicBezTo>
                    <a:cubicBezTo>
                      <a:pt x="2000" y="9408"/>
                      <a:pt x="2000" y="9371"/>
                      <a:pt x="2000" y="9333"/>
                    </a:cubicBezTo>
                    <a:cubicBezTo>
                      <a:pt x="2110" y="9333"/>
                      <a:pt x="2220" y="9333"/>
                      <a:pt x="2333" y="9333"/>
                    </a:cubicBezTo>
                    <a:cubicBezTo>
                      <a:pt x="2333" y="9297"/>
                      <a:pt x="2333" y="9260"/>
                      <a:pt x="2333" y="9222"/>
                    </a:cubicBezTo>
                    <a:cubicBezTo>
                      <a:pt x="2370" y="9222"/>
                      <a:pt x="2407" y="9222"/>
                      <a:pt x="2444" y="9222"/>
                    </a:cubicBezTo>
                    <a:cubicBezTo>
                      <a:pt x="2444" y="9186"/>
                      <a:pt x="2444" y="9149"/>
                      <a:pt x="2444" y="9111"/>
                    </a:cubicBezTo>
                    <a:cubicBezTo>
                      <a:pt x="2481" y="9111"/>
                      <a:pt x="2518" y="9111"/>
                      <a:pt x="2556" y="9111"/>
                    </a:cubicBezTo>
                    <a:cubicBezTo>
                      <a:pt x="2556" y="8964"/>
                      <a:pt x="2556" y="8818"/>
                      <a:pt x="2556" y="8667"/>
                    </a:cubicBezTo>
                    <a:cubicBezTo>
                      <a:pt x="2592" y="8667"/>
                      <a:pt x="2629" y="8667"/>
                      <a:pt x="2667" y="8667"/>
                    </a:cubicBezTo>
                    <a:cubicBezTo>
                      <a:pt x="2667" y="8557"/>
                      <a:pt x="2667" y="8447"/>
                      <a:pt x="2667" y="8333"/>
                    </a:cubicBezTo>
                    <a:cubicBezTo>
                      <a:pt x="2703" y="8333"/>
                      <a:pt x="2740" y="8333"/>
                      <a:pt x="2778" y="8333"/>
                    </a:cubicBezTo>
                    <a:cubicBezTo>
                      <a:pt x="2778" y="8260"/>
                      <a:pt x="2778" y="8187"/>
                      <a:pt x="2778" y="8111"/>
                    </a:cubicBezTo>
                    <a:cubicBezTo>
                      <a:pt x="2814" y="8111"/>
                      <a:pt x="2851" y="8111"/>
                      <a:pt x="2889" y="8111"/>
                    </a:cubicBezTo>
                    <a:cubicBezTo>
                      <a:pt x="2889" y="8001"/>
                      <a:pt x="2889" y="7891"/>
                      <a:pt x="2889" y="7778"/>
                    </a:cubicBezTo>
                    <a:cubicBezTo>
                      <a:pt x="2926" y="7778"/>
                      <a:pt x="2962" y="7778"/>
                      <a:pt x="3000" y="7778"/>
                    </a:cubicBezTo>
                    <a:cubicBezTo>
                      <a:pt x="3000" y="7704"/>
                      <a:pt x="3000" y="7631"/>
                      <a:pt x="3000" y="7556"/>
                    </a:cubicBezTo>
                    <a:cubicBezTo>
                      <a:pt x="3037" y="7556"/>
                      <a:pt x="3073" y="7556"/>
                      <a:pt x="3111" y="7556"/>
                    </a:cubicBezTo>
                    <a:cubicBezTo>
                      <a:pt x="3111" y="7482"/>
                      <a:pt x="3111" y="7409"/>
                      <a:pt x="3111" y="7333"/>
                    </a:cubicBezTo>
                    <a:cubicBezTo>
                      <a:pt x="3148" y="7333"/>
                      <a:pt x="3184" y="7333"/>
                      <a:pt x="3222" y="7333"/>
                    </a:cubicBezTo>
                    <a:cubicBezTo>
                      <a:pt x="3222" y="7260"/>
                      <a:pt x="3222" y="7187"/>
                      <a:pt x="3222" y="7111"/>
                    </a:cubicBezTo>
                    <a:cubicBezTo>
                      <a:pt x="3259" y="7111"/>
                      <a:pt x="3296" y="7111"/>
                      <a:pt x="3333" y="7111"/>
                    </a:cubicBezTo>
                    <a:cubicBezTo>
                      <a:pt x="3333" y="7038"/>
                      <a:pt x="3333" y="6964"/>
                      <a:pt x="3333" y="6889"/>
                    </a:cubicBezTo>
                    <a:cubicBezTo>
                      <a:pt x="3370" y="6889"/>
                      <a:pt x="3407" y="6889"/>
                      <a:pt x="3444" y="6889"/>
                    </a:cubicBezTo>
                    <a:cubicBezTo>
                      <a:pt x="3444" y="6816"/>
                      <a:pt x="3444" y="6742"/>
                      <a:pt x="3444" y="6667"/>
                    </a:cubicBezTo>
                    <a:cubicBezTo>
                      <a:pt x="3481" y="6667"/>
                      <a:pt x="3518" y="6667"/>
                      <a:pt x="3556" y="6667"/>
                    </a:cubicBezTo>
                    <a:cubicBezTo>
                      <a:pt x="3556" y="6520"/>
                      <a:pt x="3556" y="6373"/>
                      <a:pt x="3556" y="6222"/>
                    </a:cubicBezTo>
                    <a:cubicBezTo>
                      <a:pt x="3519" y="6222"/>
                      <a:pt x="3482" y="6222"/>
                      <a:pt x="3444" y="6222"/>
                    </a:cubicBezTo>
                    <a:cubicBezTo>
                      <a:pt x="3444" y="6186"/>
                      <a:pt x="3444" y="6149"/>
                      <a:pt x="3444" y="6111"/>
                    </a:cubicBezTo>
                    <a:cubicBezTo>
                      <a:pt x="3408" y="6111"/>
                      <a:pt x="3371" y="6111"/>
                      <a:pt x="3333" y="6111"/>
                    </a:cubicBezTo>
                    <a:cubicBezTo>
                      <a:pt x="3333" y="6038"/>
                      <a:pt x="3333" y="5964"/>
                      <a:pt x="3333" y="5889"/>
                    </a:cubicBezTo>
                    <a:cubicBezTo>
                      <a:pt x="3297" y="5889"/>
                      <a:pt x="3260" y="5889"/>
                      <a:pt x="3222" y="5889"/>
                    </a:cubicBezTo>
                    <a:cubicBezTo>
                      <a:pt x="3222" y="5852"/>
                      <a:pt x="3222" y="5816"/>
                      <a:pt x="3222" y="5778"/>
                    </a:cubicBezTo>
                    <a:cubicBezTo>
                      <a:pt x="3186" y="5778"/>
                      <a:pt x="3149" y="5778"/>
                      <a:pt x="3111" y="5778"/>
                    </a:cubicBezTo>
                    <a:cubicBezTo>
                      <a:pt x="3111" y="5741"/>
                      <a:pt x="3111" y="5704"/>
                      <a:pt x="3111" y="5667"/>
                    </a:cubicBezTo>
                    <a:cubicBezTo>
                      <a:pt x="3074" y="5667"/>
                      <a:pt x="3038" y="5667"/>
                      <a:pt x="3000" y="5667"/>
                    </a:cubicBezTo>
                    <a:cubicBezTo>
                      <a:pt x="3000" y="5593"/>
                      <a:pt x="3000" y="5520"/>
                      <a:pt x="3000" y="5444"/>
                    </a:cubicBezTo>
                    <a:cubicBezTo>
                      <a:pt x="2963" y="5444"/>
                      <a:pt x="2927" y="5444"/>
                      <a:pt x="2889" y="5444"/>
                    </a:cubicBezTo>
                    <a:cubicBezTo>
                      <a:pt x="2889" y="5408"/>
                      <a:pt x="2889" y="5371"/>
                      <a:pt x="2889" y="5333"/>
                    </a:cubicBezTo>
                    <a:cubicBezTo>
                      <a:pt x="2852" y="5333"/>
                      <a:pt x="2816" y="5333"/>
                      <a:pt x="2778" y="5333"/>
                    </a:cubicBezTo>
                    <a:cubicBezTo>
                      <a:pt x="2778" y="5260"/>
                      <a:pt x="2778" y="5187"/>
                      <a:pt x="2778" y="5111"/>
                    </a:cubicBezTo>
                    <a:cubicBezTo>
                      <a:pt x="2741" y="5111"/>
                      <a:pt x="2704" y="5111"/>
                      <a:pt x="2667" y="5111"/>
                    </a:cubicBezTo>
                    <a:cubicBezTo>
                      <a:pt x="2667" y="5074"/>
                      <a:pt x="2667" y="5038"/>
                      <a:pt x="2667" y="5000"/>
                    </a:cubicBezTo>
                    <a:cubicBezTo>
                      <a:pt x="2630" y="5000"/>
                      <a:pt x="2593" y="5000"/>
                      <a:pt x="2556" y="5000"/>
                    </a:cubicBezTo>
                    <a:cubicBezTo>
                      <a:pt x="2556" y="4963"/>
                      <a:pt x="2556" y="4927"/>
                      <a:pt x="2556" y="4889"/>
                    </a:cubicBezTo>
                    <a:cubicBezTo>
                      <a:pt x="2519" y="4889"/>
                      <a:pt x="2482" y="4889"/>
                      <a:pt x="2444" y="4889"/>
                    </a:cubicBezTo>
                    <a:cubicBezTo>
                      <a:pt x="2444" y="4816"/>
                      <a:pt x="2444" y="4742"/>
                      <a:pt x="2444" y="4667"/>
                    </a:cubicBezTo>
                    <a:cubicBezTo>
                      <a:pt x="2408" y="4667"/>
                      <a:pt x="2371" y="4667"/>
                      <a:pt x="2333" y="4667"/>
                    </a:cubicBezTo>
                    <a:cubicBezTo>
                      <a:pt x="2333" y="4593"/>
                      <a:pt x="2333" y="4520"/>
                      <a:pt x="2333" y="4444"/>
                    </a:cubicBezTo>
                    <a:cubicBezTo>
                      <a:pt x="2370" y="4444"/>
                      <a:pt x="2407" y="4444"/>
                      <a:pt x="2444" y="4444"/>
                    </a:cubicBezTo>
                    <a:cubicBezTo>
                      <a:pt x="2444" y="4371"/>
                      <a:pt x="2444" y="4298"/>
                      <a:pt x="2444" y="4222"/>
                    </a:cubicBezTo>
                    <a:cubicBezTo>
                      <a:pt x="2481" y="4222"/>
                      <a:pt x="2518" y="4222"/>
                      <a:pt x="2556" y="4222"/>
                    </a:cubicBezTo>
                    <a:cubicBezTo>
                      <a:pt x="2556" y="4186"/>
                      <a:pt x="2556" y="4149"/>
                      <a:pt x="2556" y="4111"/>
                    </a:cubicBezTo>
                    <a:cubicBezTo>
                      <a:pt x="2592" y="4111"/>
                      <a:pt x="2629" y="4111"/>
                      <a:pt x="2667" y="4111"/>
                    </a:cubicBezTo>
                    <a:cubicBezTo>
                      <a:pt x="2667" y="4074"/>
                      <a:pt x="2667" y="4038"/>
                      <a:pt x="2667" y="4000"/>
                    </a:cubicBezTo>
                    <a:cubicBezTo>
                      <a:pt x="2703" y="4000"/>
                      <a:pt x="2740" y="4000"/>
                      <a:pt x="2778" y="4000"/>
                    </a:cubicBezTo>
                    <a:cubicBezTo>
                      <a:pt x="2778" y="3963"/>
                      <a:pt x="2778" y="3927"/>
                      <a:pt x="2778" y="3889"/>
                    </a:cubicBezTo>
                    <a:cubicBezTo>
                      <a:pt x="2851" y="3889"/>
                      <a:pt x="2924" y="3889"/>
                      <a:pt x="3000" y="3889"/>
                    </a:cubicBezTo>
                    <a:cubicBezTo>
                      <a:pt x="3000" y="3852"/>
                      <a:pt x="3000" y="3816"/>
                      <a:pt x="3000" y="3778"/>
                    </a:cubicBezTo>
                    <a:cubicBezTo>
                      <a:pt x="3037" y="3778"/>
                      <a:pt x="3073" y="3778"/>
                      <a:pt x="3111" y="3778"/>
                    </a:cubicBezTo>
                    <a:cubicBezTo>
                      <a:pt x="3111" y="3741"/>
                      <a:pt x="3111" y="3704"/>
                      <a:pt x="3111" y="3667"/>
                    </a:cubicBezTo>
                    <a:cubicBezTo>
                      <a:pt x="3148" y="3667"/>
                      <a:pt x="3184" y="3667"/>
                      <a:pt x="3222" y="3667"/>
                    </a:cubicBezTo>
                    <a:cubicBezTo>
                      <a:pt x="3222" y="3630"/>
                      <a:pt x="3222" y="3593"/>
                      <a:pt x="3222" y="3556"/>
                    </a:cubicBezTo>
                    <a:cubicBezTo>
                      <a:pt x="3259" y="3556"/>
                      <a:pt x="3296" y="3556"/>
                      <a:pt x="3333" y="3556"/>
                    </a:cubicBezTo>
                    <a:cubicBezTo>
                      <a:pt x="3333" y="3519"/>
                      <a:pt x="3333" y="3482"/>
                      <a:pt x="3333" y="3444"/>
                    </a:cubicBezTo>
                    <a:cubicBezTo>
                      <a:pt x="3370" y="3444"/>
                      <a:pt x="3407" y="3444"/>
                      <a:pt x="3444" y="3444"/>
                    </a:cubicBezTo>
                    <a:cubicBezTo>
                      <a:pt x="3444" y="3408"/>
                      <a:pt x="3444" y="3371"/>
                      <a:pt x="3444" y="3333"/>
                    </a:cubicBezTo>
                    <a:cubicBezTo>
                      <a:pt x="3481" y="3333"/>
                      <a:pt x="3518" y="3333"/>
                      <a:pt x="3556" y="3333"/>
                    </a:cubicBezTo>
                    <a:cubicBezTo>
                      <a:pt x="3556" y="3297"/>
                      <a:pt x="3556" y="3260"/>
                      <a:pt x="3556" y="3222"/>
                    </a:cubicBezTo>
                    <a:cubicBezTo>
                      <a:pt x="3592" y="3222"/>
                      <a:pt x="3629" y="3222"/>
                      <a:pt x="3667" y="3222"/>
                    </a:cubicBezTo>
                    <a:cubicBezTo>
                      <a:pt x="3667" y="3149"/>
                      <a:pt x="3667" y="3076"/>
                      <a:pt x="3667" y="3000"/>
                    </a:cubicBezTo>
                    <a:cubicBezTo>
                      <a:pt x="3740" y="3000"/>
                      <a:pt x="3813" y="3000"/>
                      <a:pt x="3889" y="3000"/>
                    </a:cubicBezTo>
                    <a:cubicBezTo>
                      <a:pt x="3889" y="2963"/>
                      <a:pt x="3889" y="2927"/>
                      <a:pt x="3889" y="2889"/>
                    </a:cubicBezTo>
                    <a:cubicBezTo>
                      <a:pt x="3926" y="2889"/>
                      <a:pt x="3962" y="2889"/>
                      <a:pt x="4000" y="2889"/>
                    </a:cubicBezTo>
                    <a:cubicBezTo>
                      <a:pt x="4000" y="2852"/>
                      <a:pt x="4000" y="2816"/>
                      <a:pt x="4000" y="2778"/>
                    </a:cubicBezTo>
                    <a:cubicBezTo>
                      <a:pt x="4037" y="2778"/>
                      <a:pt x="4073" y="2778"/>
                      <a:pt x="4111" y="2778"/>
                    </a:cubicBezTo>
                    <a:cubicBezTo>
                      <a:pt x="4111" y="2741"/>
                      <a:pt x="4111" y="2704"/>
                      <a:pt x="4111" y="2667"/>
                    </a:cubicBezTo>
                    <a:cubicBezTo>
                      <a:pt x="4148" y="2667"/>
                      <a:pt x="4184" y="2667"/>
                      <a:pt x="4222" y="2667"/>
                    </a:cubicBezTo>
                    <a:cubicBezTo>
                      <a:pt x="4222" y="2630"/>
                      <a:pt x="4222" y="2593"/>
                      <a:pt x="4222" y="2556"/>
                    </a:cubicBezTo>
                    <a:cubicBezTo>
                      <a:pt x="4259" y="2556"/>
                      <a:pt x="4296" y="2556"/>
                      <a:pt x="4333" y="2556"/>
                    </a:cubicBezTo>
                    <a:cubicBezTo>
                      <a:pt x="4333" y="2519"/>
                      <a:pt x="4333" y="2482"/>
                      <a:pt x="4333" y="2444"/>
                    </a:cubicBezTo>
                    <a:cubicBezTo>
                      <a:pt x="4370" y="2444"/>
                      <a:pt x="4407" y="2444"/>
                      <a:pt x="4444" y="2444"/>
                    </a:cubicBezTo>
                    <a:cubicBezTo>
                      <a:pt x="4444" y="2408"/>
                      <a:pt x="4444" y="2371"/>
                      <a:pt x="4444" y="2333"/>
                    </a:cubicBezTo>
                    <a:cubicBezTo>
                      <a:pt x="4554" y="2333"/>
                      <a:pt x="4664" y="2333"/>
                      <a:pt x="4778" y="2333"/>
                    </a:cubicBezTo>
                    <a:cubicBezTo>
                      <a:pt x="4778" y="2370"/>
                      <a:pt x="4778" y="2407"/>
                      <a:pt x="4778" y="2444"/>
                    </a:cubicBezTo>
                    <a:cubicBezTo>
                      <a:pt x="4851" y="2444"/>
                      <a:pt x="4924" y="2444"/>
                      <a:pt x="5000" y="2444"/>
                    </a:cubicBezTo>
                    <a:cubicBezTo>
                      <a:pt x="5000" y="2481"/>
                      <a:pt x="5000" y="2518"/>
                      <a:pt x="5000" y="2556"/>
                    </a:cubicBezTo>
                    <a:cubicBezTo>
                      <a:pt x="5037" y="2556"/>
                      <a:pt x="5073" y="2556"/>
                      <a:pt x="5111" y="2556"/>
                    </a:cubicBezTo>
                    <a:cubicBezTo>
                      <a:pt x="5111" y="2592"/>
                      <a:pt x="5111" y="2629"/>
                      <a:pt x="5111" y="2667"/>
                    </a:cubicBezTo>
                    <a:cubicBezTo>
                      <a:pt x="5184" y="2667"/>
                      <a:pt x="5258" y="2667"/>
                      <a:pt x="5333" y="2667"/>
                    </a:cubicBezTo>
                    <a:cubicBezTo>
                      <a:pt x="5333" y="2703"/>
                      <a:pt x="5333" y="2740"/>
                      <a:pt x="5333" y="2778"/>
                    </a:cubicBezTo>
                    <a:cubicBezTo>
                      <a:pt x="5370" y="2778"/>
                      <a:pt x="5407" y="2778"/>
                      <a:pt x="5444" y="2778"/>
                    </a:cubicBezTo>
                    <a:cubicBezTo>
                      <a:pt x="5444" y="2814"/>
                      <a:pt x="5444" y="2851"/>
                      <a:pt x="5444" y="2889"/>
                    </a:cubicBezTo>
                    <a:cubicBezTo>
                      <a:pt x="5518" y="2889"/>
                      <a:pt x="5591" y="2889"/>
                      <a:pt x="5667" y="2889"/>
                    </a:cubicBezTo>
                    <a:cubicBezTo>
                      <a:pt x="5667" y="2926"/>
                      <a:pt x="5667" y="2962"/>
                      <a:pt x="5667" y="3000"/>
                    </a:cubicBezTo>
                    <a:cubicBezTo>
                      <a:pt x="5703" y="3000"/>
                      <a:pt x="5740" y="3000"/>
                      <a:pt x="5778" y="3000"/>
                    </a:cubicBezTo>
                    <a:cubicBezTo>
                      <a:pt x="5778" y="3037"/>
                      <a:pt x="5778" y="3073"/>
                      <a:pt x="5778" y="3111"/>
                    </a:cubicBezTo>
                    <a:cubicBezTo>
                      <a:pt x="5814" y="3111"/>
                      <a:pt x="5851" y="3111"/>
                      <a:pt x="5889" y="3111"/>
                    </a:cubicBezTo>
                    <a:cubicBezTo>
                      <a:pt x="5889" y="3148"/>
                      <a:pt x="5889" y="3184"/>
                      <a:pt x="5889" y="3222"/>
                    </a:cubicBezTo>
                    <a:cubicBezTo>
                      <a:pt x="5962" y="3222"/>
                      <a:pt x="6036" y="3222"/>
                      <a:pt x="6111" y="3222"/>
                    </a:cubicBezTo>
                    <a:cubicBezTo>
                      <a:pt x="6111" y="3259"/>
                      <a:pt x="6111" y="3296"/>
                      <a:pt x="6111" y="3333"/>
                    </a:cubicBezTo>
                    <a:cubicBezTo>
                      <a:pt x="6148" y="3333"/>
                      <a:pt x="6184" y="3333"/>
                      <a:pt x="6222" y="3333"/>
                    </a:cubicBezTo>
                    <a:cubicBezTo>
                      <a:pt x="6222" y="3370"/>
                      <a:pt x="6222" y="3407"/>
                      <a:pt x="6222" y="3444"/>
                    </a:cubicBezTo>
                    <a:cubicBezTo>
                      <a:pt x="6296" y="3444"/>
                      <a:pt x="6369" y="3444"/>
                      <a:pt x="6444" y="3444"/>
                    </a:cubicBezTo>
                    <a:cubicBezTo>
                      <a:pt x="6444" y="3481"/>
                      <a:pt x="6444" y="3518"/>
                      <a:pt x="6444" y="3556"/>
                    </a:cubicBezTo>
                    <a:cubicBezTo>
                      <a:pt x="6591" y="3556"/>
                      <a:pt x="6738" y="3556"/>
                      <a:pt x="6889" y="3556"/>
                    </a:cubicBezTo>
                    <a:cubicBezTo>
                      <a:pt x="6889" y="3519"/>
                      <a:pt x="6889" y="3482"/>
                      <a:pt x="6889" y="3444"/>
                    </a:cubicBezTo>
                    <a:cubicBezTo>
                      <a:pt x="6962" y="3444"/>
                      <a:pt x="7036" y="3444"/>
                      <a:pt x="7111" y="3444"/>
                    </a:cubicBezTo>
                    <a:cubicBezTo>
                      <a:pt x="7111" y="3408"/>
                      <a:pt x="7111" y="3371"/>
                      <a:pt x="7111" y="3333"/>
                    </a:cubicBezTo>
                    <a:cubicBezTo>
                      <a:pt x="7184" y="3333"/>
                      <a:pt x="7258" y="3333"/>
                      <a:pt x="7333" y="3333"/>
                    </a:cubicBezTo>
                    <a:cubicBezTo>
                      <a:pt x="7333" y="3297"/>
                      <a:pt x="7333" y="3260"/>
                      <a:pt x="7333" y="3222"/>
                    </a:cubicBezTo>
                    <a:cubicBezTo>
                      <a:pt x="7407" y="3222"/>
                      <a:pt x="7480" y="3222"/>
                      <a:pt x="7556" y="3222"/>
                    </a:cubicBezTo>
                    <a:cubicBezTo>
                      <a:pt x="7556" y="3186"/>
                      <a:pt x="7556" y="3149"/>
                      <a:pt x="7556" y="3111"/>
                    </a:cubicBezTo>
                    <a:cubicBezTo>
                      <a:pt x="7629" y="3111"/>
                      <a:pt x="7702" y="3111"/>
                      <a:pt x="7778" y="3111"/>
                    </a:cubicBezTo>
                    <a:cubicBezTo>
                      <a:pt x="7778" y="3074"/>
                      <a:pt x="7778" y="3038"/>
                      <a:pt x="7778" y="3000"/>
                    </a:cubicBezTo>
                    <a:cubicBezTo>
                      <a:pt x="7851" y="3000"/>
                      <a:pt x="7924" y="3000"/>
                      <a:pt x="8000" y="3000"/>
                    </a:cubicBezTo>
                    <a:cubicBezTo>
                      <a:pt x="8000" y="2963"/>
                      <a:pt x="8000" y="2927"/>
                      <a:pt x="8000" y="2889"/>
                    </a:cubicBezTo>
                    <a:cubicBezTo>
                      <a:pt x="8110" y="2889"/>
                      <a:pt x="8220" y="2889"/>
                      <a:pt x="8333" y="2889"/>
                    </a:cubicBezTo>
                    <a:cubicBezTo>
                      <a:pt x="8333" y="2852"/>
                      <a:pt x="8333" y="2816"/>
                      <a:pt x="8333" y="2778"/>
                    </a:cubicBezTo>
                    <a:cubicBezTo>
                      <a:pt x="8443" y="2778"/>
                      <a:pt x="8553" y="2778"/>
                      <a:pt x="8667" y="2778"/>
                    </a:cubicBezTo>
                    <a:cubicBezTo>
                      <a:pt x="8667" y="2741"/>
                      <a:pt x="8667" y="2704"/>
                      <a:pt x="8667" y="2667"/>
                    </a:cubicBezTo>
                    <a:cubicBezTo>
                      <a:pt x="8777" y="2667"/>
                      <a:pt x="8887" y="2667"/>
                      <a:pt x="9000" y="2667"/>
                    </a:cubicBezTo>
                    <a:cubicBezTo>
                      <a:pt x="9000" y="2630"/>
                      <a:pt x="9000" y="2593"/>
                      <a:pt x="9000" y="2556"/>
                    </a:cubicBezTo>
                    <a:cubicBezTo>
                      <a:pt x="9110" y="2556"/>
                      <a:pt x="9220" y="2556"/>
                      <a:pt x="9333" y="2556"/>
                    </a:cubicBezTo>
                    <a:cubicBezTo>
                      <a:pt x="9333" y="2519"/>
                      <a:pt x="9333" y="2482"/>
                      <a:pt x="9333" y="2444"/>
                    </a:cubicBezTo>
                    <a:cubicBezTo>
                      <a:pt x="9370" y="2444"/>
                      <a:pt x="9407" y="2444"/>
                      <a:pt x="9444" y="2444"/>
                    </a:cubicBezTo>
                    <a:cubicBezTo>
                      <a:pt x="9444" y="2408"/>
                      <a:pt x="9444" y="2371"/>
                      <a:pt x="9444" y="2333"/>
                    </a:cubicBezTo>
                    <a:cubicBezTo>
                      <a:pt x="9481" y="2333"/>
                      <a:pt x="9518" y="2333"/>
                      <a:pt x="9556" y="2333"/>
                    </a:cubicBezTo>
                    <a:cubicBezTo>
                      <a:pt x="9556" y="2297"/>
                      <a:pt x="9556" y="2260"/>
                      <a:pt x="9556" y="2222"/>
                    </a:cubicBezTo>
                    <a:cubicBezTo>
                      <a:pt x="9592" y="2222"/>
                      <a:pt x="9629" y="2222"/>
                      <a:pt x="9667" y="2222"/>
                    </a:cubicBezTo>
                    <a:cubicBezTo>
                      <a:pt x="9667" y="1966"/>
                      <a:pt x="9667" y="1709"/>
                      <a:pt x="9667" y="1444"/>
                    </a:cubicBezTo>
                    <a:cubicBezTo>
                      <a:pt x="9703" y="1444"/>
                      <a:pt x="9740" y="1444"/>
                      <a:pt x="9778" y="1444"/>
                    </a:cubicBezTo>
                    <a:cubicBezTo>
                      <a:pt x="9778" y="1224"/>
                      <a:pt x="9778" y="1004"/>
                      <a:pt x="9778" y="778"/>
                    </a:cubicBezTo>
                    <a:cubicBezTo>
                      <a:pt x="9814" y="778"/>
                      <a:pt x="9851" y="778"/>
                      <a:pt x="9889" y="778"/>
                    </a:cubicBezTo>
                    <a:cubicBezTo>
                      <a:pt x="9889" y="594"/>
                      <a:pt x="9889" y="411"/>
                      <a:pt x="9889" y="222"/>
                    </a:cubicBezTo>
                    <a:cubicBezTo>
                      <a:pt x="9926" y="222"/>
                      <a:pt x="9962" y="222"/>
                      <a:pt x="10000" y="222"/>
                    </a:cubicBezTo>
                    <a:cubicBezTo>
                      <a:pt x="10000" y="186"/>
                      <a:pt x="10000" y="149"/>
                      <a:pt x="10000" y="111"/>
                    </a:cubicBezTo>
                    <a:cubicBezTo>
                      <a:pt x="10073" y="111"/>
                      <a:pt x="10147" y="111"/>
                      <a:pt x="10222" y="111"/>
                    </a:cubicBezTo>
                    <a:cubicBezTo>
                      <a:pt x="10222" y="74"/>
                      <a:pt x="10222" y="38"/>
                      <a:pt x="10222" y="0"/>
                    </a:cubicBezTo>
                    <a:close/>
                    <a:moveTo>
                      <a:pt x="10667" y="4889"/>
                    </a:moveTo>
                    <a:cubicBezTo>
                      <a:pt x="10667" y="4926"/>
                      <a:pt x="10667" y="4962"/>
                      <a:pt x="10667" y="5000"/>
                    </a:cubicBezTo>
                    <a:cubicBezTo>
                      <a:pt x="10447" y="5000"/>
                      <a:pt x="10227" y="5000"/>
                      <a:pt x="10000" y="5000"/>
                    </a:cubicBezTo>
                    <a:cubicBezTo>
                      <a:pt x="10000" y="5037"/>
                      <a:pt x="10000" y="5073"/>
                      <a:pt x="10000" y="5111"/>
                    </a:cubicBezTo>
                    <a:cubicBezTo>
                      <a:pt x="9853" y="5111"/>
                      <a:pt x="9707" y="5111"/>
                      <a:pt x="9556" y="5111"/>
                    </a:cubicBezTo>
                    <a:cubicBezTo>
                      <a:pt x="9556" y="5148"/>
                      <a:pt x="9556" y="5184"/>
                      <a:pt x="9556" y="5222"/>
                    </a:cubicBezTo>
                    <a:cubicBezTo>
                      <a:pt x="9446" y="5222"/>
                      <a:pt x="9336" y="5222"/>
                      <a:pt x="9222" y="5222"/>
                    </a:cubicBezTo>
                    <a:cubicBezTo>
                      <a:pt x="9222" y="5259"/>
                      <a:pt x="9222" y="5296"/>
                      <a:pt x="9222" y="5333"/>
                    </a:cubicBezTo>
                    <a:cubicBezTo>
                      <a:pt x="9149" y="5333"/>
                      <a:pt x="9076" y="5333"/>
                      <a:pt x="9000" y="5333"/>
                    </a:cubicBezTo>
                    <a:cubicBezTo>
                      <a:pt x="9000" y="5370"/>
                      <a:pt x="9000" y="5407"/>
                      <a:pt x="9000" y="5444"/>
                    </a:cubicBezTo>
                    <a:cubicBezTo>
                      <a:pt x="8890" y="5444"/>
                      <a:pt x="8780" y="5444"/>
                      <a:pt x="8667" y="5444"/>
                    </a:cubicBezTo>
                    <a:cubicBezTo>
                      <a:pt x="8667" y="5481"/>
                      <a:pt x="8667" y="5518"/>
                      <a:pt x="8667" y="5556"/>
                    </a:cubicBezTo>
                    <a:cubicBezTo>
                      <a:pt x="8593" y="5556"/>
                      <a:pt x="8520" y="5556"/>
                      <a:pt x="8444" y="5556"/>
                    </a:cubicBezTo>
                    <a:cubicBezTo>
                      <a:pt x="8444" y="5592"/>
                      <a:pt x="8444" y="5629"/>
                      <a:pt x="8444" y="5667"/>
                    </a:cubicBezTo>
                    <a:cubicBezTo>
                      <a:pt x="8371" y="5667"/>
                      <a:pt x="8298" y="5667"/>
                      <a:pt x="8222" y="5667"/>
                    </a:cubicBezTo>
                    <a:cubicBezTo>
                      <a:pt x="8222" y="5703"/>
                      <a:pt x="8222" y="5740"/>
                      <a:pt x="8222" y="5778"/>
                    </a:cubicBezTo>
                    <a:cubicBezTo>
                      <a:pt x="8186" y="5778"/>
                      <a:pt x="8149" y="5778"/>
                      <a:pt x="8111" y="5778"/>
                    </a:cubicBezTo>
                    <a:cubicBezTo>
                      <a:pt x="8111" y="5814"/>
                      <a:pt x="8111" y="5851"/>
                      <a:pt x="8111" y="5889"/>
                    </a:cubicBezTo>
                    <a:cubicBezTo>
                      <a:pt x="8038" y="5889"/>
                      <a:pt x="7964" y="5889"/>
                      <a:pt x="7889" y="5889"/>
                    </a:cubicBezTo>
                    <a:cubicBezTo>
                      <a:pt x="7889" y="5926"/>
                      <a:pt x="7889" y="5962"/>
                      <a:pt x="7889" y="6000"/>
                    </a:cubicBezTo>
                    <a:cubicBezTo>
                      <a:pt x="7852" y="6000"/>
                      <a:pt x="7816" y="6000"/>
                      <a:pt x="7778" y="6000"/>
                    </a:cubicBezTo>
                    <a:cubicBezTo>
                      <a:pt x="7778" y="6037"/>
                      <a:pt x="7778" y="6073"/>
                      <a:pt x="7778" y="6111"/>
                    </a:cubicBezTo>
                    <a:cubicBezTo>
                      <a:pt x="7704" y="6111"/>
                      <a:pt x="7631" y="6111"/>
                      <a:pt x="7556" y="6111"/>
                    </a:cubicBezTo>
                    <a:cubicBezTo>
                      <a:pt x="7556" y="6148"/>
                      <a:pt x="7556" y="6184"/>
                      <a:pt x="7556" y="6222"/>
                    </a:cubicBezTo>
                    <a:cubicBezTo>
                      <a:pt x="7519" y="6222"/>
                      <a:pt x="7482" y="6222"/>
                      <a:pt x="7444" y="6222"/>
                    </a:cubicBezTo>
                    <a:cubicBezTo>
                      <a:pt x="7444" y="6259"/>
                      <a:pt x="7444" y="6296"/>
                      <a:pt x="7444" y="6333"/>
                    </a:cubicBezTo>
                    <a:cubicBezTo>
                      <a:pt x="7371" y="6333"/>
                      <a:pt x="7298" y="6333"/>
                      <a:pt x="7222" y="6333"/>
                    </a:cubicBezTo>
                    <a:cubicBezTo>
                      <a:pt x="7222" y="6370"/>
                      <a:pt x="7222" y="6407"/>
                      <a:pt x="7222" y="6444"/>
                    </a:cubicBezTo>
                    <a:cubicBezTo>
                      <a:pt x="7186" y="6444"/>
                      <a:pt x="7149" y="6444"/>
                      <a:pt x="7111" y="6444"/>
                    </a:cubicBezTo>
                    <a:cubicBezTo>
                      <a:pt x="7111" y="6481"/>
                      <a:pt x="7111" y="6518"/>
                      <a:pt x="7111" y="6556"/>
                    </a:cubicBezTo>
                    <a:cubicBezTo>
                      <a:pt x="7074" y="6556"/>
                      <a:pt x="7038" y="6556"/>
                      <a:pt x="7000" y="6556"/>
                    </a:cubicBezTo>
                    <a:cubicBezTo>
                      <a:pt x="7000" y="6592"/>
                      <a:pt x="7000" y="6629"/>
                      <a:pt x="7000" y="6667"/>
                    </a:cubicBezTo>
                    <a:cubicBezTo>
                      <a:pt x="6963" y="6667"/>
                      <a:pt x="6927" y="6667"/>
                      <a:pt x="6889" y="6667"/>
                    </a:cubicBezTo>
                    <a:cubicBezTo>
                      <a:pt x="6889" y="6703"/>
                      <a:pt x="6889" y="6740"/>
                      <a:pt x="6889" y="6778"/>
                    </a:cubicBezTo>
                    <a:cubicBezTo>
                      <a:pt x="6852" y="6778"/>
                      <a:pt x="6816" y="6778"/>
                      <a:pt x="6778" y="6778"/>
                    </a:cubicBezTo>
                    <a:cubicBezTo>
                      <a:pt x="6778" y="6814"/>
                      <a:pt x="6778" y="6851"/>
                      <a:pt x="6778" y="6889"/>
                    </a:cubicBezTo>
                    <a:cubicBezTo>
                      <a:pt x="6741" y="6889"/>
                      <a:pt x="6704" y="6889"/>
                      <a:pt x="6667" y="6889"/>
                    </a:cubicBezTo>
                    <a:cubicBezTo>
                      <a:pt x="6667" y="6926"/>
                      <a:pt x="6667" y="6962"/>
                      <a:pt x="6667" y="7000"/>
                    </a:cubicBezTo>
                    <a:cubicBezTo>
                      <a:pt x="6630" y="7000"/>
                      <a:pt x="6593" y="7000"/>
                      <a:pt x="6556" y="7000"/>
                    </a:cubicBezTo>
                    <a:cubicBezTo>
                      <a:pt x="6556" y="7037"/>
                      <a:pt x="6556" y="7073"/>
                      <a:pt x="6556" y="7111"/>
                    </a:cubicBezTo>
                    <a:cubicBezTo>
                      <a:pt x="6519" y="7111"/>
                      <a:pt x="6482" y="7111"/>
                      <a:pt x="6444" y="7111"/>
                    </a:cubicBezTo>
                    <a:cubicBezTo>
                      <a:pt x="6444" y="7148"/>
                      <a:pt x="6444" y="7184"/>
                      <a:pt x="6444" y="7222"/>
                    </a:cubicBezTo>
                    <a:cubicBezTo>
                      <a:pt x="6408" y="7222"/>
                      <a:pt x="6371" y="7222"/>
                      <a:pt x="6333" y="7222"/>
                    </a:cubicBezTo>
                    <a:cubicBezTo>
                      <a:pt x="6333" y="7296"/>
                      <a:pt x="6333" y="7369"/>
                      <a:pt x="6333" y="7444"/>
                    </a:cubicBezTo>
                    <a:cubicBezTo>
                      <a:pt x="6297" y="7444"/>
                      <a:pt x="6260" y="7444"/>
                      <a:pt x="6222" y="7444"/>
                    </a:cubicBezTo>
                    <a:cubicBezTo>
                      <a:pt x="6222" y="7481"/>
                      <a:pt x="6222" y="7518"/>
                      <a:pt x="6222" y="7556"/>
                    </a:cubicBezTo>
                    <a:cubicBezTo>
                      <a:pt x="6186" y="7556"/>
                      <a:pt x="6149" y="7556"/>
                      <a:pt x="6111" y="7556"/>
                    </a:cubicBezTo>
                    <a:cubicBezTo>
                      <a:pt x="6111" y="7592"/>
                      <a:pt x="6111" y="7629"/>
                      <a:pt x="6111" y="7667"/>
                    </a:cubicBezTo>
                    <a:cubicBezTo>
                      <a:pt x="6074" y="7667"/>
                      <a:pt x="6038" y="7667"/>
                      <a:pt x="6000" y="7667"/>
                    </a:cubicBezTo>
                    <a:cubicBezTo>
                      <a:pt x="6000" y="7740"/>
                      <a:pt x="6000" y="7813"/>
                      <a:pt x="6000" y="7889"/>
                    </a:cubicBezTo>
                    <a:cubicBezTo>
                      <a:pt x="5963" y="7889"/>
                      <a:pt x="5927" y="7889"/>
                      <a:pt x="5889" y="7889"/>
                    </a:cubicBezTo>
                    <a:cubicBezTo>
                      <a:pt x="5889" y="7926"/>
                      <a:pt x="5889" y="7962"/>
                      <a:pt x="5889" y="8000"/>
                    </a:cubicBezTo>
                    <a:cubicBezTo>
                      <a:pt x="5852" y="8000"/>
                      <a:pt x="5816" y="8000"/>
                      <a:pt x="5778" y="8000"/>
                    </a:cubicBezTo>
                    <a:cubicBezTo>
                      <a:pt x="5778" y="8073"/>
                      <a:pt x="5778" y="8147"/>
                      <a:pt x="5778" y="8222"/>
                    </a:cubicBezTo>
                    <a:cubicBezTo>
                      <a:pt x="5741" y="8222"/>
                      <a:pt x="5704" y="8222"/>
                      <a:pt x="5667" y="8222"/>
                    </a:cubicBezTo>
                    <a:cubicBezTo>
                      <a:pt x="5667" y="8296"/>
                      <a:pt x="5667" y="8369"/>
                      <a:pt x="5667" y="8444"/>
                    </a:cubicBezTo>
                    <a:cubicBezTo>
                      <a:pt x="5630" y="8444"/>
                      <a:pt x="5593" y="8444"/>
                      <a:pt x="5556" y="8444"/>
                    </a:cubicBezTo>
                    <a:cubicBezTo>
                      <a:pt x="5556" y="8518"/>
                      <a:pt x="5556" y="8591"/>
                      <a:pt x="5556" y="8667"/>
                    </a:cubicBezTo>
                    <a:cubicBezTo>
                      <a:pt x="5519" y="8667"/>
                      <a:pt x="5482" y="8667"/>
                      <a:pt x="5444" y="8667"/>
                    </a:cubicBezTo>
                    <a:cubicBezTo>
                      <a:pt x="5444" y="8740"/>
                      <a:pt x="5444" y="8813"/>
                      <a:pt x="5444" y="8889"/>
                    </a:cubicBezTo>
                    <a:cubicBezTo>
                      <a:pt x="5408" y="8889"/>
                      <a:pt x="5371" y="8889"/>
                      <a:pt x="5333" y="8889"/>
                    </a:cubicBezTo>
                    <a:cubicBezTo>
                      <a:pt x="5333" y="8962"/>
                      <a:pt x="5333" y="9036"/>
                      <a:pt x="5333" y="9111"/>
                    </a:cubicBezTo>
                    <a:cubicBezTo>
                      <a:pt x="5297" y="9111"/>
                      <a:pt x="5260" y="9111"/>
                      <a:pt x="5222" y="9111"/>
                    </a:cubicBezTo>
                    <a:cubicBezTo>
                      <a:pt x="5222" y="9258"/>
                      <a:pt x="5222" y="9404"/>
                      <a:pt x="5222" y="9556"/>
                    </a:cubicBezTo>
                    <a:cubicBezTo>
                      <a:pt x="5186" y="9556"/>
                      <a:pt x="5149" y="9556"/>
                      <a:pt x="5111" y="9556"/>
                    </a:cubicBezTo>
                    <a:cubicBezTo>
                      <a:pt x="5111" y="9666"/>
                      <a:pt x="5111" y="9776"/>
                      <a:pt x="5111" y="9889"/>
                    </a:cubicBezTo>
                    <a:cubicBezTo>
                      <a:pt x="5074" y="9889"/>
                      <a:pt x="5038" y="9889"/>
                      <a:pt x="5000" y="9889"/>
                    </a:cubicBezTo>
                    <a:cubicBezTo>
                      <a:pt x="5000" y="10072"/>
                      <a:pt x="5000" y="10256"/>
                      <a:pt x="5000" y="10444"/>
                    </a:cubicBezTo>
                    <a:cubicBezTo>
                      <a:pt x="4963" y="10444"/>
                      <a:pt x="4927" y="10444"/>
                      <a:pt x="4889" y="10444"/>
                    </a:cubicBezTo>
                    <a:cubicBezTo>
                      <a:pt x="4889" y="11068"/>
                      <a:pt x="4889" y="11691"/>
                      <a:pt x="4889" y="12333"/>
                    </a:cubicBezTo>
                    <a:cubicBezTo>
                      <a:pt x="4926" y="12333"/>
                      <a:pt x="4962" y="12333"/>
                      <a:pt x="5000" y="12333"/>
                    </a:cubicBezTo>
                    <a:cubicBezTo>
                      <a:pt x="5000" y="12553"/>
                      <a:pt x="5000" y="12773"/>
                      <a:pt x="5000" y="13000"/>
                    </a:cubicBezTo>
                    <a:cubicBezTo>
                      <a:pt x="5037" y="13000"/>
                      <a:pt x="5073" y="13000"/>
                      <a:pt x="5111" y="13000"/>
                    </a:cubicBezTo>
                    <a:cubicBezTo>
                      <a:pt x="5111" y="13110"/>
                      <a:pt x="5111" y="13220"/>
                      <a:pt x="5111" y="13333"/>
                    </a:cubicBezTo>
                    <a:cubicBezTo>
                      <a:pt x="5148" y="13333"/>
                      <a:pt x="5184" y="13333"/>
                      <a:pt x="5222" y="13333"/>
                    </a:cubicBezTo>
                    <a:cubicBezTo>
                      <a:pt x="5222" y="13443"/>
                      <a:pt x="5222" y="13553"/>
                      <a:pt x="5222" y="13667"/>
                    </a:cubicBezTo>
                    <a:cubicBezTo>
                      <a:pt x="5259" y="13667"/>
                      <a:pt x="5296" y="13667"/>
                      <a:pt x="5333" y="13667"/>
                    </a:cubicBezTo>
                    <a:cubicBezTo>
                      <a:pt x="5333" y="13740"/>
                      <a:pt x="5333" y="13813"/>
                      <a:pt x="5333" y="13889"/>
                    </a:cubicBezTo>
                    <a:cubicBezTo>
                      <a:pt x="5370" y="13889"/>
                      <a:pt x="5407" y="13889"/>
                      <a:pt x="5444" y="13889"/>
                    </a:cubicBezTo>
                    <a:cubicBezTo>
                      <a:pt x="5444" y="13999"/>
                      <a:pt x="5444" y="14109"/>
                      <a:pt x="5444" y="14222"/>
                    </a:cubicBezTo>
                    <a:cubicBezTo>
                      <a:pt x="5481" y="14222"/>
                      <a:pt x="5518" y="14222"/>
                      <a:pt x="5556" y="14222"/>
                    </a:cubicBezTo>
                    <a:cubicBezTo>
                      <a:pt x="5556" y="14296"/>
                      <a:pt x="5556" y="14369"/>
                      <a:pt x="5556" y="14444"/>
                    </a:cubicBezTo>
                    <a:cubicBezTo>
                      <a:pt x="5592" y="14444"/>
                      <a:pt x="5629" y="14444"/>
                      <a:pt x="5667" y="14444"/>
                    </a:cubicBezTo>
                    <a:cubicBezTo>
                      <a:pt x="5667" y="14518"/>
                      <a:pt x="5667" y="14591"/>
                      <a:pt x="5667" y="14667"/>
                    </a:cubicBezTo>
                    <a:cubicBezTo>
                      <a:pt x="5703" y="14667"/>
                      <a:pt x="5740" y="14667"/>
                      <a:pt x="5778" y="14667"/>
                    </a:cubicBezTo>
                    <a:cubicBezTo>
                      <a:pt x="5778" y="14703"/>
                      <a:pt x="5778" y="14740"/>
                      <a:pt x="5778" y="14778"/>
                    </a:cubicBezTo>
                    <a:cubicBezTo>
                      <a:pt x="5814" y="14778"/>
                      <a:pt x="5851" y="14778"/>
                      <a:pt x="5889" y="14778"/>
                    </a:cubicBezTo>
                    <a:cubicBezTo>
                      <a:pt x="5889" y="14851"/>
                      <a:pt x="5889" y="14924"/>
                      <a:pt x="5889" y="15000"/>
                    </a:cubicBezTo>
                    <a:cubicBezTo>
                      <a:pt x="5926" y="15000"/>
                      <a:pt x="5962" y="15000"/>
                      <a:pt x="6000" y="15000"/>
                    </a:cubicBezTo>
                    <a:cubicBezTo>
                      <a:pt x="6000" y="15037"/>
                      <a:pt x="6000" y="15073"/>
                      <a:pt x="6000" y="15111"/>
                    </a:cubicBezTo>
                    <a:cubicBezTo>
                      <a:pt x="6037" y="15111"/>
                      <a:pt x="6073" y="15111"/>
                      <a:pt x="6111" y="15111"/>
                    </a:cubicBezTo>
                    <a:cubicBezTo>
                      <a:pt x="6111" y="15184"/>
                      <a:pt x="6111" y="15258"/>
                      <a:pt x="6111" y="15333"/>
                    </a:cubicBezTo>
                    <a:cubicBezTo>
                      <a:pt x="6148" y="15333"/>
                      <a:pt x="6184" y="15333"/>
                      <a:pt x="6222" y="15333"/>
                    </a:cubicBezTo>
                    <a:cubicBezTo>
                      <a:pt x="6222" y="15370"/>
                      <a:pt x="6222" y="15407"/>
                      <a:pt x="6222" y="15444"/>
                    </a:cubicBezTo>
                    <a:cubicBezTo>
                      <a:pt x="6259" y="15444"/>
                      <a:pt x="6296" y="15444"/>
                      <a:pt x="6333" y="15444"/>
                    </a:cubicBezTo>
                    <a:cubicBezTo>
                      <a:pt x="6333" y="15481"/>
                      <a:pt x="6333" y="15518"/>
                      <a:pt x="6333" y="15556"/>
                    </a:cubicBezTo>
                    <a:cubicBezTo>
                      <a:pt x="6370" y="15556"/>
                      <a:pt x="6407" y="15556"/>
                      <a:pt x="6444" y="15556"/>
                    </a:cubicBezTo>
                    <a:cubicBezTo>
                      <a:pt x="6444" y="15592"/>
                      <a:pt x="6444" y="15629"/>
                      <a:pt x="6444" y="15667"/>
                    </a:cubicBezTo>
                    <a:cubicBezTo>
                      <a:pt x="6481" y="15667"/>
                      <a:pt x="6518" y="15667"/>
                      <a:pt x="6556" y="15667"/>
                    </a:cubicBezTo>
                    <a:cubicBezTo>
                      <a:pt x="6556" y="15703"/>
                      <a:pt x="6556" y="15740"/>
                      <a:pt x="6556" y="15778"/>
                    </a:cubicBezTo>
                    <a:cubicBezTo>
                      <a:pt x="6592" y="15778"/>
                      <a:pt x="6629" y="15778"/>
                      <a:pt x="6667" y="15778"/>
                    </a:cubicBezTo>
                    <a:cubicBezTo>
                      <a:pt x="6667" y="15814"/>
                      <a:pt x="6667" y="15851"/>
                      <a:pt x="6667" y="15889"/>
                    </a:cubicBezTo>
                    <a:cubicBezTo>
                      <a:pt x="6703" y="15889"/>
                      <a:pt x="6740" y="15889"/>
                      <a:pt x="6778" y="15889"/>
                    </a:cubicBezTo>
                    <a:cubicBezTo>
                      <a:pt x="6778" y="15926"/>
                      <a:pt x="6778" y="15962"/>
                      <a:pt x="6778" y="16000"/>
                    </a:cubicBezTo>
                    <a:cubicBezTo>
                      <a:pt x="6814" y="16000"/>
                      <a:pt x="6851" y="16000"/>
                      <a:pt x="6889" y="16000"/>
                    </a:cubicBezTo>
                    <a:cubicBezTo>
                      <a:pt x="6889" y="16037"/>
                      <a:pt x="6889" y="16073"/>
                      <a:pt x="6889" y="16111"/>
                    </a:cubicBezTo>
                    <a:cubicBezTo>
                      <a:pt x="6926" y="16111"/>
                      <a:pt x="6962" y="16111"/>
                      <a:pt x="7000" y="16111"/>
                    </a:cubicBezTo>
                    <a:cubicBezTo>
                      <a:pt x="7000" y="16148"/>
                      <a:pt x="7000" y="16184"/>
                      <a:pt x="7000" y="16222"/>
                    </a:cubicBezTo>
                    <a:cubicBezTo>
                      <a:pt x="7037" y="16222"/>
                      <a:pt x="7073" y="16222"/>
                      <a:pt x="7111" y="16222"/>
                    </a:cubicBezTo>
                    <a:cubicBezTo>
                      <a:pt x="7111" y="16259"/>
                      <a:pt x="7111" y="16296"/>
                      <a:pt x="7111" y="16333"/>
                    </a:cubicBezTo>
                    <a:cubicBezTo>
                      <a:pt x="7148" y="16333"/>
                      <a:pt x="7184" y="16333"/>
                      <a:pt x="7222" y="16333"/>
                    </a:cubicBezTo>
                    <a:cubicBezTo>
                      <a:pt x="7222" y="16370"/>
                      <a:pt x="7222" y="16407"/>
                      <a:pt x="7222" y="16444"/>
                    </a:cubicBezTo>
                    <a:cubicBezTo>
                      <a:pt x="7259" y="16444"/>
                      <a:pt x="7296" y="16444"/>
                      <a:pt x="7333" y="16444"/>
                    </a:cubicBezTo>
                    <a:cubicBezTo>
                      <a:pt x="7333" y="16481"/>
                      <a:pt x="7333" y="16518"/>
                      <a:pt x="7333" y="16556"/>
                    </a:cubicBezTo>
                    <a:cubicBezTo>
                      <a:pt x="7370" y="16556"/>
                      <a:pt x="7407" y="16556"/>
                      <a:pt x="7444" y="16556"/>
                    </a:cubicBezTo>
                    <a:cubicBezTo>
                      <a:pt x="7444" y="16592"/>
                      <a:pt x="7444" y="16629"/>
                      <a:pt x="7444" y="16667"/>
                    </a:cubicBezTo>
                    <a:cubicBezTo>
                      <a:pt x="7518" y="16667"/>
                      <a:pt x="7591" y="16667"/>
                      <a:pt x="7667" y="16667"/>
                    </a:cubicBezTo>
                    <a:cubicBezTo>
                      <a:pt x="7667" y="16703"/>
                      <a:pt x="7667" y="16740"/>
                      <a:pt x="7667" y="16778"/>
                    </a:cubicBezTo>
                    <a:cubicBezTo>
                      <a:pt x="7703" y="16778"/>
                      <a:pt x="7740" y="16778"/>
                      <a:pt x="7778" y="16778"/>
                    </a:cubicBezTo>
                    <a:cubicBezTo>
                      <a:pt x="7778" y="16814"/>
                      <a:pt x="7778" y="16851"/>
                      <a:pt x="7778" y="16889"/>
                    </a:cubicBezTo>
                    <a:cubicBezTo>
                      <a:pt x="7851" y="16889"/>
                      <a:pt x="7924" y="16889"/>
                      <a:pt x="8000" y="16889"/>
                    </a:cubicBezTo>
                    <a:cubicBezTo>
                      <a:pt x="8000" y="16926"/>
                      <a:pt x="8000" y="16962"/>
                      <a:pt x="8000" y="17000"/>
                    </a:cubicBezTo>
                    <a:cubicBezTo>
                      <a:pt x="8037" y="17000"/>
                      <a:pt x="8073" y="17000"/>
                      <a:pt x="8111" y="17000"/>
                    </a:cubicBezTo>
                    <a:cubicBezTo>
                      <a:pt x="8111" y="17037"/>
                      <a:pt x="8111" y="17073"/>
                      <a:pt x="8111" y="17111"/>
                    </a:cubicBezTo>
                    <a:cubicBezTo>
                      <a:pt x="8184" y="17111"/>
                      <a:pt x="8258" y="17111"/>
                      <a:pt x="8333" y="17111"/>
                    </a:cubicBezTo>
                    <a:cubicBezTo>
                      <a:pt x="8333" y="17148"/>
                      <a:pt x="8333" y="17184"/>
                      <a:pt x="8333" y="17222"/>
                    </a:cubicBezTo>
                    <a:cubicBezTo>
                      <a:pt x="8407" y="17222"/>
                      <a:pt x="8480" y="17222"/>
                      <a:pt x="8556" y="17222"/>
                    </a:cubicBezTo>
                    <a:cubicBezTo>
                      <a:pt x="8556" y="17259"/>
                      <a:pt x="8556" y="17296"/>
                      <a:pt x="8556" y="17333"/>
                    </a:cubicBezTo>
                    <a:cubicBezTo>
                      <a:pt x="8629" y="17333"/>
                      <a:pt x="8702" y="17333"/>
                      <a:pt x="8778" y="17333"/>
                    </a:cubicBezTo>
                    <a:cubicBezTo>
                      <a:pt x="8778" y="17370"/>
                      <a:pt x="8778" y="17407"/>
                      <a:pt x="8778" y="17444"/>
                    </a:cubicBezTo>
                    <a:cubicBezTo>
                      <a:pt x="8888" y="17444"/>
                      <a:pt x="8998" y="17444"/>
                      <a:pt x="9111" y="17444"/>
                    </a:cubicBezTo>
                    <a:cubicBezTo>
                      <a:pt x="9111" y="17481"/>
                      <a:pt x="9111" y="17518"/>
                      <a:pt x="9111" y="17556"/>
                    </a:cubicBezTo>
                    <a:cubicBezTo>
                      <a:pt x="9221" y="17556"/>
                      <a:pt x="9331" y="17556"/>
                      <a:pt x="9444" y="17556"/>
                    </a:cubicBezTo>
                    <a:cubicBezTo>
                      <a:pt x="9444" y="17592"/>
                      <a:pt x="9444" y="17629"/>
                      <a:pt x="9444" y="17667"/>
                    </a:cubicBezTo>
                    <a:cubicBezTo>
                      <a:pt x="9554" y="17667"/>
                      <a:pt x="9664" y="17667"/>
                      <a:pt x="9778" y="17667"/>
                    </a:cubicBezTo>
                    <a:cubicBezTo>
                      <a:pt x="9778" y="17703"/>
                      <a:pt x="9778" y="17740"/>
                      <a:pt x="9778" y="17778"/>
                    </a:cubicBezTo>
                    <a:cubicBezTo>
                      <a:pt x="9961" y="17778"/>
                      <a:pt x="10144" y="17778"/>
                      <a:pt x="10333" y="17778"/>
                    </a:cubicBezTo>
                    <a:cubicBezTo>
                      <a:pt x="10333" y="17814"/>
                      <a:pt x="10333" y="17851"/>
                      <a:pt x="10333" y="17889"/>
                    </a:cubicBezTo>
                    <a:cubicBezTo>
                      <a:pt x="10590" y="17889"/>
                      <a:pt x="10847" y="17889"/>
                      <a:pt x="11111" y="17889"/>
                    </a:cubicBezTo>
                    <a:cubicBezTo>
                      <a:pt x="11111" y="17926"/>
                      <a:pt x="11111" y="17962"/>
                      <a:pt x="11111" y="18000"/>
                    </a:cubicBezTo>
                    <a:cubicBezTo>
                      <a:pt x="11331" y="18000"/>
                      <a:pt x="11551" y="18000"/>
                      <a:pt x="11778" y="18000"/>
                    </a:cubicBezTo>
                    <a:cubicBezTo>
                      <a:pt x="11778" y="17963"/>
                      <a:pt x="11778" y="17927"/>
                      <a:pt x="11778" y="17889"/>
                    </a:cubicBezTo>
                    <a:cubicBezTo>
                      <a:pt x="12108" y="17889"/>
                      <a:pt x="12438" y="17889"/>
                      <a:pt x="12778" y="17889"/>
                    </a:cubicBezTo>
                    <a:cubicBezTo>
                      <a:pt x="12778" y="17852"/>
                      <a:pt x="12778" y="17816"/>
                      <a:pt x="12778" y="17778"/>
                    </a:cubicBezTo>
                    <a:cubicBezTo>
                      <a:pt x="12924" y="17778"/>
                      <a:pt x="13071" y="17778"/>
                      <a:pt x="13222" y="17778"/>
                    </a:cubicBezTo>
                    <a:cubicBezTo>
                      <a:pt x="13222" y="17741"/>
                      <a:pt x="13222" y="17704"/>
                      <a:pt x="13222" y="17667"/>
                    </a:cubicBezTo>
                    <a:cubicBezTo>
                      <a:pt x="13369" y="17667"/>
                      <a:pt x="13516" y="17667"/>
                      <a:pt x="13667" y="17667"/>
                    </a:cubicBezTo>
                    <a:cubicBezTo>
                      <a:pt x="13667" y="17630"/>
                      <a:pt x="13667" y="17593"/>
                      <a:pt x="13667" y="17556"/>
                    </a:cubicBezTo>
                    <a:cubicBezTo>
                      <a:pt x="13740" y="17556"/>
                      <a:pt x="13813" y="17556"/>
                      <a:pt x="13889" y="17556"/>
                    </a:cubicBezTo>
                    <a:cubicBezTo>
                      <a:pt x="13889" y="17519"/>
                      <a:pt x="13889" y="17482"/>
                      <a:pt x="13889" y="17444"/>
                    </a:cubicBezTo>
                    <a:cubicBezTo>
                      <a:pt x="13999" y="17444"/>
                      <a:pt x="14109" y="17444"/>
                      <a:pt x="14222" y="17444"/>
                    </a:cubicBezTo>
                    <a:cubicBezTo>
                      <a:pt x="14222" y="17408"/>
                      <a:pt x="14222" y="17371"/>
                      <a:pt x="14222" y="17333"/>
                    </a:cubicBezTo>
                    <a:cubicBezTo>
                      <a:pt x="14296" y="17333"/>
                      <a:pt x="14369" y="17333"/>
                      <a:pt x="14444" y="17333"/>
                    </a:cubicBezTo>
                    <a:cubicBezTo>
                      <a:pt x="14444" y="17297"/>
                      <a:pt x="14444" y="17260"/>
                      <a:pt x="14444" y="17222"/>
                    </a:cubicBezTo>
                    <a:cubicBezTo>
                      <a:pt x="14518" y="17222"/>
                      <a:pt x="14591" y="17222"/>
                      <a:pt x="14667" y="17222"/>
                    </a:cubicBezTo>
                    <a:cubicBezTo>
                      <a:pt x="14667" y="17186"/>
                      <a:pt x="14667" y="17149"/>
                      <a:pt x="14667" y="17111"/>
                    </a:cubicBezTo>
                    <a:cubicBezTo>
                      <a:pt x="14703" y="17111"/>
                      <a:pt x="14740" y="17111"/>
                      <a:pt x="14778" y="17111"/>
                    </a:cubicBezTo>
                    <a:cubicBezTo>
                      <a:pt x="14778" y="17074"/>
                      <a:pt x="14778" y="17038"/>
                      <a:pt x="14778" y="17000"/>
                    </a:cubicBezTo>
                    <a:cubicBezTo>
                      <a:pt x="14851" y="17000"/>
                      <a:pt x="14924" y="17000"/>
                      <a:pt x="15000" y="17000"/>
                    </a:cubicBezTo>
                    <a:cubicBezTo>
                      <a:pt x="15000" y="16963"/>
                      <a:pt x="15000" y="16927"/>
                      <a:pt x="15000" y="16889"/>
                    </a:cubicBezTo>
                    <a:cubicBezTo>
                      <a:pt x="15073" y="16889"/>
                      <a:pt x="15147" y="16889"/>
                      <a:pt x="15222" y="16889"/>
                    </a:cubicBezTo>
                    <a:cubicBezTo>
                      <a:pt x="15222" y="16852"/>
                      <a:pt x="15222" y="16816"/>
                      <a:pt x="15222" y="16778"/>
                    </a:cubicBezTo>
                    <a:cubicBezTo>
                      <a:pt x="15259" y="16778"/>
                      <a:pt x="15296" y="16778"/>
                      <a:pt x="15333" y="16778"/>
                    </a:cubicBezTo>
                    <a:cubicBezTo>
                      <a:pt x="15333" y="16741"/>
                      <a:pt x="15333" y="16704"/>
                      <a:pt x="15333" y="16667"/>
                    </a:cubicBezTo>
                    <a:cubicBezTo>
                      <a:pt x="15407" y="16667"/>
                      <a:pt x="15480" y="16667"/>
                      <a:pt x="15556" y="16667"/>
                    </a:cubicBezTo>
                    <a:cubicBezTo>
                      <a:pt x="15556" y="16630"/>
                      <a:pt x="15556" y="16593"/>
                      <a:pt x="15556" y="16556"/>
                    </a:cubicBezTo>
                    <a:cubicBezTo>
                      <a:pt x="15592" y="16556"/>
                      <a:pt x="15629" y="16556"/>
                      <a:pt x="15667" y="16556"/>
                    </a:cubicBezTo>
                    <a:cubicBezTo>
                      <a:pt x="15667" y="16519"/>
                      <a:pt x="15667" y="16482"/>
                      <a:pt x="15667" y="16444"/>
                    </a:cubicBezTo>
                    <a:cubicBezTo>
                      <a:pt x="15703" y="16444"/>
                      <a:pt x="15740" y="16444"/>
                      <a:pt x="15778" y="16444"/>
                    </a:cubicBezTo>
                    <a:cubicBezTo>
                      <a:pt x="15778" y="16408"/>
                      <a:pt x="15778" y="16371"/>
                      <a:pt x="15778" y="16333"/>
                    </a:cubicBezTo>
                    <a:cubicBezTo>
                      <a:pt x="15814" y="16333"/>
                      <a:pt x="15851" y="16333"/>
                      <a:pt x="15889" y="16333"/>
                    </a:cubicBezTo>
                    <a:cubicBezTo>
                      <a:pt x="15889" y="16297"/>
                      <a:pt x="15889" y="16260"/>
                      <a:pt x="15889" y="16222"/>
                    </a:cubicBezTo>
                    <a:cubicBezTo>
                      <a:pt x="15926" y="16222"/>
                      <a:pt x="15962" y="16222"/>
                      <a:pt x="16000" y="16222"/>
                    </a:cubicBezTo>
                    <a:cubicBezTo>
                      <a:pt x="16000" y="16186"/>
                      <a:pt x="16000" y="16149"/>
                      <a:pt x="16000" y="16111"/>
                    </a:cubicBezTo>
                    <a:cubicBezTo>
                      <a:pt x="16037" y="16111"/>
                      <a:pt x="16073" y="16111"/>
                      <a:pt x="16111" y="16111"/>
                    </a:cubicBezTo>
                    <a:cubicBezTo>
                      <a:pt x="16111" y="16074"/>
                      <a:pt x="16111" y="16038"/>
                      <a:pt x="16111" y="16000"/>
                    </a:cubicBezTo>
                    <a:cubicBezTo>
                      <a:pt x="16148" y="16000"/>
                      <a:pt x="16184" y="16000"/>
                      <a:pt x="16222" y="16000"/>
                    </a:cubicBezTo>
                    <a:cubicBezTo>
                      <a:pt x="16222" y="15963"/>
                      <a:pt x="16222" y="15927"/>
                      <a:pt x="16222" y="15889"/>
                    </a:cubicBezTo>
                    <a:cubicBezTo>
                      <a:pt x="16259" y="15889"/>
                      <a:pt x="16296" y="15889"/>
                      <a:pt x="16333" y="15889"/>
                    </a:cubicBezTo>
                    <a:cubicBezTo>
                      <a:pt x="16333" y="15852"/>
                      <a:pt x="16333" y="15816"/>
                      <a:pt x="16333" y="15778"/>
                    </a:cubicBezTo>
                    <a:cubicBezTo>
                      <a:pt x="16370" y="15778"/>
                      <a:pt x="16407" y="15778"/>
                      <a:pt x="16444" y="15778"/>
                    </a:cubicBezTo>
                    <a:cubicBezTo>
                      <a:pt x="16444" y="15741"/>
                      <a:pt x="16444" y="15704"/>
                      <a:pt x="16444" y="15667"/>
                    </a:cubicBezTo>
                    <a:cubicBezTo>
                      <a:pt x="16481" y="15667"/>
                      <a:pt x="16518" y="15667"/>
                      <a:pt x="16556" y="15667"/>
                    </a:cubicBezTo>
                    <a:cubicBezTo>
                      <a:pt x="16556" y="15630"/>
                      <a:pt x="16556" y="15593"/>
                      <a:pt x="16556" y="15556"/>
                    </a:cubicBezTo>
                    <a:cubicBezTo>
                      <a:pt x="16592" y="15556"/>
                      <a:pt x="16629" y="15556"/>
                      <a:pt x="16667" y="15556"/>
                    </a:cubicBezTo>
                    <a:cubicBezTo>
                      <a:pt x="16667" y="15519"/>
                      <a:pt x="16667" y="15482"/>
                      <a:pt x="16667" y="15444"/>
                    </a:cubicBezTo>
                    <a:cubicBezTo>
                      <a:pt x="16703" y="15444"/>
                      <a:pt x="16740" y="15444"/>
                      <a:pt x="16778" y="15444"/>
                    </a:cubicBezTo>
                    <a:cubicBezTo>
                      <a:pt x="16778" y="15408"/>
                      <a:pt x="16778" y="15371"/>
                      <a:pt x="16778" y="15333"/>
                    </a:cubicBezTo>
                    <a:cubicBezTo>
                      <a:pt x="16814" y="15333"/>
                      <a:pt x="16851" y="15333"/>
                      <a:pt x="16889" y="15333"/>
                    </a:cubicBezTo>
                    <a:cubicBezTo>
                      <a:pt x="16889" y="15260"/>
                      <a:pt x="16889" y="15187"/>
                      <a:pt x="16889" y="15111"/>
                    </a:cubicBezTo>
                    <a:cubicBezTo>
                      <a:pt x="16926" y="15111"/>
                      <a:pt x="16962" y="15111"/>
                      <a:pt x="17000" y="15111"/>
                    </a:cubicBezTo>
                    <a:cubicBezTo>
                      <a:pt x="17000" y="15074"/>
                      <a:pt x="17000" y="15038"/>
                      <a:pt x="17000" y="15000"/>
                    </a:cubicBezTo>
                    <a:cubicBezTo>
                      <a:pt x="17037" y="15000"/>
                      <a:pt x="17073" y="15000"/>
                      <a:pt x="17111" y="15000"/>
                    </a:cubicBezTo>
                    <a:cubicBezTo>
                      <a:pt x="17111" y="14927"/>
                      <a:pt x="17111" y="14853"/>
                      <a:pt x="17111" y="14778"/>
                    </a:cubicBezTo>
                    <a:cubicBezTo>
                      <a:pt x="17148" y="14778"/>
                      <a:pt x="17184" y="14778"/>
                      <a:pt x="17222" y="14778"/>
                    </a:cubicBezTo>
                    <a:cubicBezTo>
                      <a:pt x="17222" y="14741"/>
                      <a:pt x="17222" y="14704"/>
                      <a:pt x="17222" y="14667"/>
                    </a:cubicBezTo>
                    <a:cubicBezTo>
                      <a:pt x="17259" y="14667"/>
                      <a:pt x="17296" y="14667"/>
                      <a:pt x="17333" y="14667"/>
                    </a:cubicBezTo>
                    <a:cubicBezTo>
                      <a:pt x="17333" y="14593"/>
                      <a:pt x="17333" y="14520"/>
                      <a:pt x="17333" y="14444"/>
                    </a:cubicBezTo>
                    <a:cubicBezTo>
                      <a:pt x="17370" y="14444"/>
                      <a:pt x="17407" y="14444"/>
                      <a:pt x="17444" y="14444"/>
                    </a:cubicBezTo>
                    <a:cubicBezTo>
                      <a:pt x="17444" y="14371"/>
                      <a:pt x="17444" y="14298"/>
                      <a:pt x="17444" y="14222"/>
                    </a:cubicBezTo>
                    <a:cubicBezTo>
                      <a:pt x="17481" y="14222"/>
                      <a:pt x="17518" y="14222"/>
                      <a:pt x="17556" y="14222"/>
                    </a:cubicBezTo>
                    <a:cubicBezTo>
                      <a:pt x="17556" y="14149"/>
                      <a:pt x="17556" y="14076"/>
                      <a:pt x="17556" y="14000"/>
                    </a:cubicBezTo>
                    <a:cubicBezTo>
                      <a:pt x="17592" y="14000"/>
                      <a:pt x="17629" y="14000"/>
                      <a:pt x="17667" y="14000"/>
                    </a:cubicBezTo>
                    <a:cubicBezTo>
                      <a:pt x="17667" y="13890"/>
                      <a:pt x="17667" y="13780"/>
                      <a:pt x="17667" y="13667"/>
                    </a:cubicBezTo>
                    <a:cubicBezTo>
                      <a:pt x="17703" y="13667"/>
                      <a:pt x="17740" y="13667"/>
                      <a:pt x="17778" y="13667"/>
                    </a:cubicBezTo>
                    <a:cubicBezTo>
                      <a:pt x="17778" y="13557"/>
                      <a:pt x="17778" y="13447"/>
                      <a:pt x="17778" y="13333"/>
                    </a:cubicBezTo>
                    <a:cubicBezTo>
                      <a:pt x="17814" y="13333"/>
                      <a:pt x="17851" y="13333"/>
                      <a:pt x="17889" y="13333"/>
                    </a:cubicBezTo>
                    <a:cubicBezTo>
                      <a:pt x="17889" y="13223"/>
                      <a:pt x="17889" y="13113"/>
                      <a:pt x="17889" y="13000"/>
                    </a:cubicBezTo>
                    <a:cubicBezTo>
                      <a:pt x="17926" y="13000"/>
                      <a:pt x="17962" y="13000"/>
                      <a:pt x="18000" y="13000"/>
                    </a:cubicBezTo>
                    <a:cubicBezTo>
                      <a:pt x="18000" y="12817"/>
                      <a:pt x="18000" y="12633"/>
                      <a:pt x="18000" y="12444"/>
                    </a:cubicBezTo>
                    <a:cubicBezTo>
                      <a:pt x="18037" y="12444"/>
                      <a:pt x="18073" y="12444"/>
                      <a:pt x="18111" y="12444"/>
                    </a:cubicBezTo>
                    <a:cubicBezTo>
                      <a:pt x="18111" y="11748"/>
                      <a:pt x="18111" y="11051"/>
                      <a:pt x="18111" y="10333"/>
                    </a:cubicBezTo>
                    <a:cubicBezTo>
                      <a:pt x="18074" y="10333"/>
                      <a:pt x="18038" y="10333"/>
                      <a:pt x="18000" y="10333"/>
                    </a:cubicBezTo>
                    <a:cubicBezTo>
                      <a:pt x="18000" y="10187"/>
                      <a:pt x="18000" y="10040"/>
                      <a:pt x="18000" y="9889"/>
                    </a:cubicBezTo>
                    <a:cubicBezTo>
                      <a:pt x="17963" y="9889"/>
                      <a:pt x="17927" y="9889"/>
                      <a:pt x="17889" y="9889"/>
                    </a:cubicBezTo>
                    <a:cubicBezTo>
                      <a:pt x="17889" y="9742"/>
                      <a:pt x="17889" y="9596"/>
                      <a:pt x="17889" y="9444"/>
                    </a:cubicBezTo>
                    <a:cubicBezTo>
                      <a:pt x="17852" y="9444"/>
                      <a:pt x="17816" y="9444"/>
                      <a:pt x="17778" y="9444"/>
                    </a:cubicBezTo>
                    <a:cubicBezTo>
                      <a:pt x="17778" y="9334"/>
                      <a:pt x="17778" y="9224"/>
                      <a:pt x="17778" y="9111"/>
                    </a:cubicBezTo>
                    <a:cubicBezTo>
                      <a:pt x="17741" y="9111"/>
                      <a:pt x="17704" y="9111"/>
                      <a:pt x="17667" y="9111"/>
                    </a:cubicBezTo>
                    <a:cubicBezTo>
                      <a:pt x="17667" y="9038"/>
                      <a:pt x="17667" y="8964"/>
                      <a:pt x="17667" y="8889"/>
                    </a:cubicBezTo>
                    <a:cubicBezTo>
                      <a:pt x="17630" y="8889"/>
                      <a:pt x="17593" y="8889"/>
                      <a:pt x="17556" y="8889"/>
                    </a:cubicBezTo>
                    <a:cubicBezTo>
                      <a:pt x="17556" y="8779"/>
                      <a:pt x="17556" y="8669"/>
                      <a:pt x="17556" y="8556"/>
                    </a:cubicBezTo>
                    <a:cubicBezTo>
                      <a:pt x="17519" y="8556"/>
                      <a:pt x="17482" y="8556"/>
                      <a:pt x="17444" y="8556"/>
                    </a:cubicBezTo>
                    <a:cubicBezTo>
                      <a:pt x="17444" y="8482"/>
                      <a:pt x="17444" y="8409"/>
                      <a:pt x="17444" y="8333"/>
                    </a:cubicBezTo>
                    <a:cubicBezTo>
                      <a:pt x="17408" y="8333"/>
                      <a:pt x="17371" y="8333"/>
                      <a:pt x="17333" y="8333"/>
                    </a:cubicBezTo>
                    <a:cubicBezTo>
                      <a:pt x="17333" y="8297"/>
                      <a:pt x="17333" y="8260"/>
                      <a:pt x="17333" y="8222"/>
                    </a:cubicBezTo>
                    <a:cubicBezTo>
                      <a:pt x="17297" y="8222"/>
                      <a:pt x="17260" y="8222"/>
                      <a:pt x="17222" y="8222"/>
                    </a:cubicBezTo>
                    <a:cubicBezTo>
                      <a:pt x="17222" y="8149"/>
                      <a:pt x="17222" y="8076"/>
                      <a:pt x="17222" y="8000"/>
                    </a:cubicBezTo>
                    <a:cubicBezTo>
                      <a:pt x="17186" y="8000"/>
                      <a:pt x="17149" y="8000"/>
                      <a:pt x="17111" y="8000"/>
                    </a:cubicBezTo>
                    <a:cubicBezTo>
                      <a:pt x="17111" y="7963"/>
                      <a:pt x="17111" y="7927"/>
                      <a:pt x="17111" y="7889"/>
                    </a:cubicBezTo>
                    <a:cubicBezTo>
                      <a:pt x="17074" y="7889"/>
                      <a:pt x="17038" y="7889"/>
                      <a:pt x="17000" y="7889"/>
                    </a:cubicBezTo>
                    <a:cubicBezTo>
                      <a:pt x="17000" y="7816"/>
                      <a:pt x="17000" y="7742"/>
                      <a:pt x="17000" y="7667"/>
                    </a:cubicBezTo>
                    <a:cubicBezTo>
                      <a:pt x="16963" y="7667"/>
                      <a:pt x="16927" y="7667"/>
                      <a:pt x="16889" y="7667"/>
                    </a:cubicBezTo>
                    <a:cubicBezTo>
                      <a:pt x="16889" y="7630"/>
                      <a:pt x="16889" y="7593"/>
                      <a:pt x="16889" y="7556"/>
                    </a:cubicBezTo>
                    <a:cubicBezTo>
                      <a:pt x="16852" y="7556"/>
                      <a:pt x="16816" y="7556"/>
                      <a:pt x="16778" y="7556"/>
                    </a:cubicBezTo>
                    <a:cubicBezTo>
                      <a:pt x="16778" y="7482"/>
                      <a:pt x="16778" y="7409"/>
                      <a:pt x="16778" y="7333"/>
                    </a:cubicBezTo>
                    <a:cubicBezTo>
                      <a:pt x="16741" y="7333"/>
                      <a:pt x="16704" y="7333"/>
                      <a:pt x="16667" y="7333"/>
                    </a:cubicBezTo>
                    <a:cubicBezTo>
                      <a:pt x="16667" y="7297"/>
                      <a:pt x="16667" y="7260"/>
                      <a:pt x="16667" y="7222"/>
                    </a:cubicBezTo>
                    <a:cubicBezTo>
                      <a:pt x="16630" y="7222"/>
                      <a:pt x="16593" y="7222"/>
                      <a:pt x="16556" y="7222"/>
                    </a:cubicBezTo>
                    <a:cubicBezTo>
                      <a:pt x="16556" y="7186"/>
                      <a:pt x="16556" y="7149"/>
                      <a:pt x="16556" y="7111"/>
                    </a:cubicBezTo>
                    <a:cubicBezTo>
                      <a:pt x="16519" y="7111"/>
                      <a:pt x="16482" y="7111"/>
                      <a:pt x="16444" y="7111"/>
                    </a:cubicBezTo>
                    <a:cubicBezTo>
                      <a:pt x="16444" y="7074"/>
                      <a:pt x="16444" y="7038"/>
                      <a:pt x="16444" y="7000"/>
                    </a:cubicBezTo>
                    <a:cubicBezTo>
                      <a:pt x="16408" y="7000"/>
                      <a:pt x="16371" y="7000"/>
                      <a:pt x="16333" y="7000"/>
                    </a:cubicBezTo>
                    <a:cubicBezTo>
                      <a:pt x="16333" y="6963"/>
                      <a:pt x="16333" y="6927"/>
                      <a:pt x="16333" y="6889"/>
                    </a:cubicBezTo>
                    <a:cubicBezTo>
                      <a:pt x="16297" y="6889"/>
                      <a:pt x="16260" y="6889"/>
                      <a:pt x="16222" y="6889"/>
                    </a:cubicBezTo>
                    <a:cubicBezTo>
                      <a:pt x="16222" y="6852"/>
                      <a:pt x="16222" y="6816"/>
                      <a:pt x="16222" y="6778"/>
                    </a:cubicBezTo>
                    <a:cubicBezTo>
                      <a:pt x="16186" y="6778"/>
                      <a:pt x="16149" y="6778"/>
                      <a:pt x="16111" y="6778"/>
                    </a:cubicBezTo>
                    <a:cubicBezTo>
                      <a:pt x="16111" y="6741"/>
                      <a:pt x="16111" y="6704"/>
                      <a:pt x="16111" y="6667"/>
                    </a:cubicBezTo>
                    <a:cubicBezTo>
                      <a:pt x="16074" y="6667"/>
                      <a:pt x="16038" y="6667"/>
                      <a:pt x="16000" y="6667"/>
                    </a:cubicBezTo>
                    <a:cubicBezTo>
                      <a:pt x="16000" y="6630"/>
                      <a:pt x="16000" y="6593"/>
                      <a:pt x="16000" y="6556"/>
                    </a:cubicBezTo>
                    <a:cubicBezTo>
                      <a:pt x="15963" y="6556"/>
                      <a:pt x="15927" y="6556"/>
                      <a:pt x="15889" y="6556"/>
                    </a:cubicBezTo>
                    <a:cubicBezTo>
                      <a:pt x="15889" y="6519"/>
                      <a:pt x="15889" y="6482"/>
                      <a:pt x="15889" y="6444"/>
                    </a:cubicBezTo>
                    <a:cubicBezTo>
                      <a:pt x="15852" y="6444"/>
                      <a:pt x="15816" y="6444"/>
                      <a:pt x="15778" y="6444"/>
                    </a:cubicBezTo>
                    <a:cubicBezTo>
                      <a:pt x="15778" y="6408"/>
                      <a:pt x="15778" y="6371"/>
                      <a:pt x="15778" y="6333"/>
                    </a:cubicBezTo>
                    <a:cubicBezTo>
                      <a:pt x="15741" y="6333"/>
                      <a:pt x="15704" y="6333"/>
                      <a:pt x="15667" y="6333"/>
                    </a:cubicBezTo>
                    <a:cubicBezTo>
                      <a:pt x="15667" y="6297"/>
                      <a:pt x="15667" y="6260"/>
                      <a:pt x="15667" y="6222"/>
                    </a:cubicBezTo>
                    <a:cubicBezTo>
                      <a:pt x="15593" y="6222"/>
                      <a:pt x="15520" y="6222"/>
                      <a:pt x="15444" y="6222"/>
                    </a:cubicBezTo>
                    <a:cubicBezTo>
                      <a:pt x="15444" y="6186"/>
                      <a:pt x="15444" y="6149"/>
                      <a:pt x="15444" y="6111"/>
                    </a:cubicBezTo>
                    <a:cubicBezTo>
                      <a:pt x="15408" y="6111"/>
                      <a:pt x="15371" y="6111"/>
                      <a:pt x="15333" y="6111"/>
                    </a:cubicBezTo>
                    <a:cubicBezTo>
                      <a:pt x="15333" y="6074"/>
                      <a:pt x="15333" y="6038"/>
                      <a:pt x="15333" y="6000"/>
                    </a:cubicBezTo>
                    <a:cubicBezTo>
                      <a:pt x="15260" y="6000"/>
                      <a:pt x="15187" y="6000"/>
                      <a:pt x="15111" y="6000"/>
                    </a:cubicBezTo>
                    <a:cubicBezTo>
                      <a:pt x="15111" y="5963"/>
                      <a:pt x="15111" y="5927"/>
                      <a:pt x="15111" y="5889"/>
                    </a:cubicBezTo>
                    <a:cubicBezTo>
                      <a:pt x="15074" y="5889"/>
                      <a:pt x="15038" y="5889"/>
                      <a:pt x="15000" y="5889"/>
                    </a:cubicBezTo>
                    <a:cubicBezTo>
                      <a:pt x="15000" y="5852"/>
                      <a:pt x="15000" y="5816"/>
                      <a:pt x="15000" y="5778"/>
                    </a:cubicBezTo>
                    <a:cubicBezTo>
                      <a:pt x="14927" y="5778"/>
                      <a:pt x="14853" y="5778"/>
                      <a:pt x="14778" y="5778"/>
                    </a:cubicBezTo>
                    <a:cubicBezTo>
                      <a:pt x="14778" y="5741"/>
                      <a:pt x="14778" y="5704"/>
                      <a:pt x="14778" y="5667"/>
                    </a:cubicBezTo>
                    <a:cubicBezTo>
                      <a:pt x="14704" y="5667"/>
                      <a:pt x="14631" y="5667"/>
                      <a:pt x="14556" y="5667"/>
                    </a:cubicBezTo>
                    <a:cubicBezTo>
                      <a:pt x="14556" y="5630"/>
                      <a:pt x="14556" y="5593"/>
                      <a:pt x="14556" y="5556"/>
                    </a:cubicBezTo>
                    <a:cubicBezTo>
                      <a:pt x="14482" y="5556"/>
                      <a:pt x="14409" y="5556"/>
                      <a:pt x="14333" y="5556"/>
                    </a:cubicBezTo>
                    <a:cubicBezTo>
                      <a:pt x="14333" y="5519"/>
                      <a:pt x="14333" y="5482"/>
                      <a:pt x="14333" y="5444"/>
                    </a:cubicBezTo>
                    <a:cubicBezTo>
                      <a:pt x="14260" y="5444"/>
                      <a:pt x="14187" y="5444"/>
                      <a:pt x="14111" y="5444"/>
                    </a:cubicBezTo>
                    <a:cubicBezTo>
                      <a:pt x="14111" y="5408"/>
                      <a:pt x="14111" y="5371"/>
                      <a:pt x="14111" y="5333"/>
                    </a:cubicBezTo>
                    <a:cubicBezTo>
                      <a:pt x="14001" y="5333"/>
                      <a:pt x="13891" y="5333"/>
                      <a:pt x="13778" y="5333"/>
                    </a:cubicBezTo>
                    <a:cubicBezTo>
                      <a:pt x="13778" y="5297"/>
                      <a:pt x="13778" y="5260"/>
                      <a:pt x="13778" y="5222"/>
                    </a:cubicBezTo>
                    <a:cubicBezTo>
                      <a:pt x="13668" y="5222"/>
                      <a:pt x="13558" y="5222"/>
                      <a:pt x="13444" y="5222"/>
                    </a:cubicBezTo>
                    <a:cubicBezTo>
                      <a:pt x="13444" y="5186"/>
                      <a:pt x="13444" y="5149"/>
                      <a:pt x="13444" y="5111"/>
                    </a:cubicBezTo>
                    <a:cubicBezTo>
                      <a:pt x="13298" y="5111"/>
                      <a:pt x="13151" y="5111"/>
                      <a:pt x="13000" y="5111"/>
                    </a:cubicBezTo>
                    <a:cubicBezTo>
                      <a:pt x="13000" y="5074"/>
                      <a:pt x="13000" y="5038"/>
                      <a:pt x="13000" y="5000"/>
                    </a:cubicBezTo>
                    <a:cubicBezTo>
                      <a:pt x="12817" y="5000"/>
                      <a:pt x="12633" y="5000"/>
                      <a:pt x="12444" y="5000"/>
                    </a:cubicBezTo>
                    <a:cubicBezTo>
                      <a:pt x="12444" y="4963"/>
                      <a:pt x="12444" y="4927"/>
                      <a:pt x="12444" y="4889"/>
                    </a:cubicBezTo>
                    <a:cubicBezTo>
                      <a:pt x="11858" y="4889"/>
                      <a:pt x="11271" y="4889"/>
                      <a:pt x="10667" y="4889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41" name="ICON_SKILL_QUALITY_path_002"/>
              <p:cNvSpPr/>
              <p:nvPr/>
            </p:nvSpPr>
            <p:spPr>
              <a:xfrm>
                <a:off x="4814006" y="1400881"/>
                <a:ext cx="152400" cy="149578"/>
              </a:xfrm>
              <a:custGeom>
                <a:avLst/>
                <a:gdLst/>
                <a:ahLst/>
                <a:cxnLst/>
                <a:rect l="0" t="0" r="r" b="b"/>
                <a:pathLst>
                  <a:path w="12000" h="11778" fill="norm" stroke="0">
                    <a:moveTo>
                      <a:pt x="4889" y="0"/>
                    </a:moveTo>
                    <a:cubicBezTo>
                      <a:pt x="5622" y="0"/>
                      <a:pt x="6356" y="0"/>
                      <a:pt x="7111" y="0"/>
                    </a:cubicBezTo>
                    <a:cubicBezTo>
                      <a:pt x="7111" y="37"/>
                      <a:pt x="7111" y="73"/>
                      <a:pt x="7111" y="111"/>
                    </a:cubicBezTo>
                    <a:cubicBezTo>
                      <a:pt x="7221" y="111"/>
                      <a:pt x="7331" y="111"/>
                      <a:pt x="7444" y="111"/>
                    </a:cubicBezTo>
                    <a:cubicBezTo>
                      <a:pt x="7444" y="148"/>
                      <a:pt x="7444" y="184"/>
                      <a:pt x="7444" y="222"/>
                    </a:cubicBezTo>
                    <a:cubicBezTo>
                      <a:pt x="7591" y="222"/>
                      <a:pt x="7738" y="222"/>
                      <a:pt x="7889" y="222"/>
                    </a:cubicBezTo>
                    <a:cubicBezTo>
                      <a:pt x="7889" y="259"/>
                      <a:pt x="7889" y="296"/>
                      <a:pt x="7889" y="333"/>
                    </a:cubicBezTo>
                    <a:cubicBezTo>
                      <a:pt x="7999" y="333"/>
                      <a:pt x="8109" y="333"/>
                      <a:pt x="8222" y="333"/>
                    </a:cubicBezTo>
                    <a:cubicBezTo>
                      <a:pt x="8222" y="370"/>
                      <a:pt x="8222" y="407"/>
                      <a:pt x="8222" y="444"/>
                    </a:cubicBezTo>
                    <a:cubicBezTo>
                      <a:pt x="8296" y="444"/>
                      <a:pt x="8369" y="444"/>
                      <a:pt x="8444" y="444"/>
                    </a:cubicBezTo>
                    <a:cubicBezTo>
                      <a:pt x="8444" y="481"/>
                      <a:pt x="8444" y="518"/>
                      <a:pt x="8444" y="556"/>
                    </a:cubicBezTo>
                    <a:cubicBezTo>
                      <a:pt x="8481" y="556"/>
                      <a:pt x="8518" y="556"/>
                      <a:pt x="8556" y="556"/>
                    </a:cubicBezTo>
                    <a:cubicBezTo>
                      <a:pt x="8556" y="592"/>
                      <a:pt x="8556" y="629"/>
                      <a:pt x="8556" y="667"/>
                    </a:cubicBezTo>
                    <a:cubicBezTo>
                      <a:pt x="8629" y="667"/>
                      <a:pt x="8702" y="667"/>
                      <a:pt x="8778" y="667"/>
                    </a:cubicBezTo>
                    <a:cubicBezTo>
                      <a:pt x="8778" y="703"/>
                      <a:pt x="8778" y="740"/>
                      <a:pt x="8778" y="778"/>
                    </a:cubicBezTo>
                    <a:cubicBezTo>
                      <a:pt x="8888" y="778"/>
                      <a:pt x="8998" y="778"/>
                      <a:pt x="9111" y="778"/>
                    </a:cubicBezTo>
                    <a:cubicBezTo>
                      <a:pt x="9111" y="814"/>
                      <a:pt x="9111" y="851"/>
                      <a:pt x="9111" y="889"/>
                    </a:cubicBezTo>
                    <a:cubicBezTo>
                      <a:pt x="9148" y="889"/>
                      <a:pt x="9184" y="889"/>
                      <a:pt x="9222" y="889"/>
                    </a:cubicBezTo>
                    <a:cubicBezTo>
                      <a:pt x="9222" y="926"/>
                      <a:pt x="9222" y="962"/>
                      <a:pt x="9222" y="1000"/>
                    </a:cubicBezTo>
                    <a:cubicBezTo>
                      <a:pt x="9296" y="1000"/>
                      <a:pt x="9369" y="1000"/>
                      <a:pt x="9444" y="1000"/>
                    </a:cubicBezTo>
                    <a:cubicBezTo>
                      <a:pt x="9444" y="1037"/>
                      <a:pt x="9444" y="1073"/>
                      <a:pt x="9444" y="1111"/>
                    </a:cubicBezTo>
                    <a:cubicBezTo>
                      <a:pt x="9481" y="1111"/>
                      <a:pt x="9518" y="1111"/>
                      <a:pt x="9556" y="1111"/>
                    </a:cubicBezTo>
                    <a:cubicBezTo>
                      <a:pt x="9556" y="1148"/>
                      <a:pt x="9556" y="1184"/>
                      <a:pt x="9556" y="1222"/>
                    </a:cubicBezTo>
                    <a:cubicBezTo>
                      <a:pt x="9592" y="1222"/>
                      <a:pt x="9629" y="1222"/>
                      <a:pt x="9667" y="1222"/>
                    </a:cubicBezTo>
                    <a:cubicBezTo>
                      <a:pt x="9667" y="1259"/>
                      <a:pt x="9667" y="1296"/>
                      <a:pt x="9667" y="1333"/>
                    </a:cubicBezTo>
                    <a:cubicBezTo>
                      <a:pt x="9740" y="1333"/>
                      <a:pt x="9813" y="1333"/>
                      <a:pt x="9889" y="1333"/>
                    </a:cubicBezTo>
                    <a:cubicBezTo>
                      <a:pt x="9889" y="1370"/>
                      <a:pt x="9889" y="1407"/>
                      <a:pt x="9889" y="1444"/>
                    </a:cubicBezTo>
                    <a:cubicBezTo>
                      <a:pt x="9926" y="1444"/>
                      <a:pt x="9962" y="1444"/>
                      <a:pt x="10000" y="1444"/>
                    </a:cubicBezTo>
                    <a:cubicBezTo>
                      <a:pt x="10000" y="1481"/>
                      <a:pt x="10000" y="1518"/>
                      <a:pt x="10000" y="1556"/>
                    </a:cubicBezTo>
                    <a:cubicBezTo>
                      <a:pt x="10037" y="1556"/>
                      <a:pt x="10073" y="1556"/>
                      <a:pt x="10111" y="1556"/>
                    </a:cubicBezTo>
                    <a:cubicBezTo>
                      <a:pt x="10111" y="1592"/>
                      <a:pt x="10111" y="1629"/>
                      <a:pt x="10111" y="1667"/>
                    </a:cubicBezTo>
                    <a:cubicBezTo>
                      <a:pt x="10148" y="1667"/>
                      <a:pt x="10184" y="1667"/>
                      <a:pt x="10222" y="1667"/>
                    </a:cubicBezTo>
                    <a:cubicBezTo>
                      <a:pt x="10222" y="1703"/>
                      <a:pt x="10222" y="1740"/>
                      <a:pt x="10222" y="1778"/>
                    </a:cubicBezTo>
                    <a:cubicBezTo>
                      <a:pt x="10259" y="1778"/>
                      <a:pt x="10296" y="1778"/>
                      <a:pt x="10333" y="1778"/>
                    </a:cubicBezTo>
                    <a:cubicBezTo>
                      <a:pt x="10333" y="1814"/>
                      <a:pt x="10333" y="1851"/>
                      <a:pt x="10333" y="1889"/>
                    </a:cubicBezTo>
                    <a:cubicBezTo>
                      <a:pt x="10370" y="1889"/>
                      <a:pt x="10407" y="1889"/>
                      <a:pt x="10444" y="1889"/>
                    </a:cubicBezTo>
                    <a:cubicBezTo>
                      <a:pt x="10444" y="1926"/>
                      <a:pt x="10444" y="1962"/>
                      <a:pt x="10444" y="2000"/>
                    </a:cubicBezTo>
                    <a:cubicBezTo>
                      <a:pt x="10481" y="2000"/>
                      <a:pt x="10518" y="2000"/>
                      <a:pt x="10556" y="2000"/>
                    </a:cubicBezTo>
                    <a:cubicBezTo>
                      <a:pt x="10556" y="2037"/>
                      <a:pt x="10556" y="2073"/>
                      <a:pt x="10556" y="2111"/>
                    </a:cubicBezTo>
                    <a:cubicBezTo>
                      <a:pt x="10592" y="2111"/>
                      <a:pt x="10629" y="2111"/>
                      <a:pt x="10667" y="2111"/>
                    </a:cubicBezTo>
                    <a:cubicBezTo>
                      <a:pt x="10667" y="2184"/>
                      <a:pt x="10667" y="2258"/>
                      <a:pt x="10667" y="2333"/>
                    </a:cubicBezTo>
                    <a:cubicBezTo>
                      <a:pt x="10703" y="2333"/>
                      <a:pt x="10740" y="2333"/>
                      <a:pt x="10778" y="2333"/>
                    </a:cubicBezTo>
                    <a:cubicBezTo>
                      <a:pt x="10778" y="2370"/>
                      <a:pt x="10778" y="2407"/>
                      <a:pt x="10778" y="2444"/>
                    </a:cubicBezTo>
                    <a:cubicBezTo>
                      <a:pt x="10814" y="2444"/>
                      <a:pt x="10851" y="2444"/>
                      <a:pt x="10889" y="2444"/>
                    </a:cubicBezTo>
                    <a:cubicBezTo>
                      <a:pt x="10889" y="2481"/>
                      <a:pt x="10889" y="2518"/>
                      <a:pt x="10889" y="2556"/>
                    </a:cubicBezTo>
                    <a:cubicBezTo>
                      <a:pt x="10926" y="2556"/>
                      <a:pt x="10962" y="2556"/>
                      <a:pt x="11000" y="2556"/>
                    </a:cubicBezTo>
                    <a:cubicBezTo>
                      <a:pt x="11018" y="2629"/>
                      <a:pt x="11018" y="2629"/>
                      <a:pt x="11111" y="3000"/>
                    </a:cubicBezTo>
                    <a:cubicBezTo>
                      <a:pt x="11148" y="3000"/>
                      <a:pt x="11184" y="3000"/>
                      <a:pt x="11222" y="3000"/>
                    </a:cubicBezTo>
                    <a:cubicBezTo>
                      <a:pt x="11222" y="3073"/>
                      <a:pt x="11222" y="3147"/>
                      <a:pt x="11222" y="3222"/>
                    </a:cubicBezTo>
                    <a:cubicBezTo>
                      <a:pt x="11259" y="3222"/>
                      <a:pt x="11296" y="3222"/>
                      <a:pt x="11333" y="3222"/>
                    </a:cubicBezTo>
                    <a:cubicBezTo>
                      <a:pt x="11333" y="3296"/>
                      <a:pt x="11333" y="3369"/>
                      <a:pt x="11333" y="3444"/>
                    </a:cubicBezTo>
                    <a:cubicBezTo>
                      <a:pt x="11370" y="3444"/>
                      <a:pt x="11407" y="3444"/>
                      <a:pt x="11444" y="3444"/>
                    </a:cubicBezTo>
                    <a:cubicBezTo>
                      <a:pt x="11444" y="3518"/>
                      <a:pt x="11444" y="3591"/>
                      <a:pt x="11444" y="3667"/>
                    </a:cubicBezTo>
                    <a:cubicBezTo>
                      <a:pt x="11481" y="3667"/>
                      <a:pt x="11518" y="3667"/>
                      <a:pt x="11556" y="3667"/>
                    </a:cubicBezTo>
                    <a:cubicBezTo>
                      <a:pt x="11556" y="3813"/>
                      <a:pt x="11556" y="3960"/>
                      <a:pt x="11556" y="4111"/>
                    </a:cubicBezTo>
                    <a:cubicBezTo>
                      <a:pt x="11592" y="4111"/>
                      <a:pt x="11629" y="4111"/>
                      <a:pt x="11667" y="4111"/>
                    </a:cubicBezTo>
                    <a:cubicBezTo>
                      <a:pt x="11667" y="4221"/>
                      <a:pt x="11667" y="4331"/>
                      <a:pt x="11667" y="4444"/>
                    </a:cubicBezTo>
                    <a:cubicBezTo>
                      <a:pt x="11703" y="4444"/>
                      <a:pt x="11740" y="4444"/>
                      <a:pt x="11778" y="4444"/>
                    </a:cubicBezTo>
                    <a:cubicBezTo>
                      <a:pt x="11778" y="4554"/>
                      <a:pt x="11778" y="4664"/>
                      <a:pt x="11778" y="4778"/>
                    </a:cubicBezTo>
                    <a:cubicBezTo>
                      <a:pt x="11814" y="4778"/>
                      <a:pt x="11851" y="4778"/>
                      <a:pt x="11889" y="4778"/>
                    </a:cubicBezTo>
                    <a:cubicBezTo>
                      <a:pt x="11889" y="5108"/>
                      <a:pt x="11889" y="5438"/>
                      <a:pt x="11889" y="5778"/>
                    </a:cubicBezTo>
                    <a:cubicBezTo>
                      <a:pt x="11926" y="5778"/>
                      <a:pt x="11962" y="5778"/>
                      <a:pt x="12000" y="5778"/>
                    </a:cubicBezTo>
                    <a:cubicBezTo>
                      <a:pt x="12000" y="5851"/>
                      <a:pt x="12000" y="5924"/>
                      <a:pt x="12000" y="6000"/>
                    </a:cubicBezTo>
                    <a:cubicBezTo>
                      <a:pt x="11963" y="6000"/>
                      <a:pt x="11927" y="6000"/>
                      <a:pt x="11889" y="6000"/>
                    </a:cubicBezTo>
                    <a:cubicBezTo>
                      <a:pt x="11889" y="6293"/>
                      <a:pt x="11889" y="6587"/>
                      <a:pt x="11889" y="6889"/>
                    </a:cubicBezTo>
                    <a:cubicBezTo>
                      <a:pt x="11852" y="6889"/>
                      <a:pt x="11816" y="6889"/>
                      <a:pt x="11778" y="6889"/>
                    </a:cubicBezTo>
                    <a:cubicBezTo>
                      <a:pt x="11778" y="7036"/>
                      <a:pt x="11778" y="7182"/>
                      <a:pt x="11778" y="7333"/>
                    </a:cubicBezTo>
                    <a:cubicBezTo>
                      <a:pt x="11741" y="7333"/>
                      <a:pt x="11704" y="7333"/>
                      <a:pt x="11667" y="7333"/>
                    </a:cubicBezTo>
                    <a:cubicBezTo>
                      <a:pt x="11667" y="7480"/>
                      <a:pt x="11667" y="7627"/>
                      <a:pt x="11667" y="7778"/>
                    </a:cubicBezTo>
                    <a:cubicBezTo>
                      <a:pt x="11630" y="7778"/>
                      <a:pt x="11593" y="7778"/>
                      <a:pt x="11556" y="7778"/>
                    </a:cubicBezTo>
                    <a:cubicBezTo>
                      <a:pt x="11556" y="7814"/>
                      <a:pt x="11556" y="7851"/>
                      <a:pt x="11556" y="7889"/>
                    </a:cubicBezTo>
                    <a:cubicBezTo>
                      <a:pt x="11519" y="7889"/>
                      <a:pt x="11482" y="7889"/>
                      <a:pt x="11444" y="7889"/>
                    </a:cubicBezTo>
                    <a:cubicBezTo>
                      <a:pt x="11444" y="8036"/>
                      <a:pt x="11444" y="8182"/>
                      <a:pt x="11444" y="8333"/>
                    </a:cubicBezTo>
                    <a:cubicBezTo>
                      <a:pt x="11408" y="8333"/>
                      <a:pt x="11371" y="8333"/>
                      <a:pt x="11333" y="8333"/>
                    </a:cubicBezTo>
                    <a:cubicBezTo>
                      <a:pt x="11333" y="8407"/>
                      <a:pt x="11333" y="8480"/>
                      <a:pt x="11333" y="8556"/>
                    </a:cubicBezTo>
                    <a:cubicBezTo>
                      <a:pt x="11297" y="8556"/>
                      <a:pt x="11260" y="8556"/>
                      <a:pt x="11222" y="8556"/>
                    </a:cubicBezTo>
                    <a:cubicBezTo>
                      <a:pt x="11222" y="8592"/>
                      <a:pt x="11222" y="8629"/>
                      <a:pt x="11222" y="8667"/>
                    </a:cubicBezTo>
                    <a:cubicBezTo>
                      <a:pt x="11186" y="8667"/>
                      <a:pt x="11149" y="8667"/>
                      <a:pt x="11111" y="8667"/>
                    </a:cubicBezTo>
                    <a:cubicBezTo>
                      <a:pt x="11111" y="8740"/>
                      <a:pt x="11111" y="8813"/>
                      <a:pt x="11111" y="8889"/>
                    </a:cubicBezTo>
                    <a:cubicBezTo>
                      <a:pt x="11074" y="8889"/>
                      <a:pt x="11038" y="8889"/>
                      <a:pt x="11000" y="8889"/>
                    </a:cubicBezTo>
                    <a:cubicBezTo>
                      <a:pt x="11000" y="8926"/>
                      <a:pt x="11000" y="8962"/>
                      <a:pt x="11000" y="9000"/>
                    </a:cubicBezTo>
                    <a:cubicBezTo>
                      <a:pt x="10963" y="9000"/>
                      <a:pt x="10927" y="9000"/>
                      <a:pt x="10889" y="9000"/>
                    </a:cubicBezTo>
                    <a:cubicBezTo>
                      <a:pt x="10889" y="9073"/>
                      <a:pt x="10889" y="9147"/>
                      <a:pt x="10889" y="9222"/>
                    </a:cubicBezTo>
                    <a:cubicBezTo>
                      <a:pt x="10852" y="9222"/>
                      <a:pt x="10816" y="9222"/>
                      <a:pt x="10778" y="9222"/>
                    </a:cubicBezTo>
                    <a:cubicBezTo>
                      <a:pt x="10778" y="9259"/>
                      <a:pt x="10778" y="9296"/>
                      <a:pt x="10778" y="9333"/>
                    </a:cubicBezTo>
                    <a:cubicBezTo>
                      <a:pt x="10741" y="9333"/>
                      <a:pt x="10704" y="9333"/>
                      <a:pt x="10667" y="9333"/>
                    </a:cubicBezTo>
                    <a:cubicBezTo>
                      <a:pt x="10667" y="9407"/>
                      <a:pt x="10667" y="9480"/>
                      <a:pt x="10667" y="9556"/>
                    </a:cubicBezTo>
                    <a:cubicBezTo>
                      <a:pt x="10630" y="9556"/>
                      <a:pt x="10593" y="9556"/>
                      <a:pt x="10556" y="9556"/>
                    </a:cubicBezTo>
                    <a:cubicBezTo>
                      <a:pt x="10556" y="9592"/>
                      <a:pt x="10556" y="9629"/>
                      <a:pt x="10556" y="9667"/>
                    </a:cubicBezTo>
                    <a:cubicBezTo>
                      <a:pt x="10519" y="9667"/>
                      <a:pt x="10482" y="9667"/>
                      <a:pt x="10444" y="9667"/>
                    </a:cubicBezTo>
                    <a:cubicBezTo>
                      <a:pt x="10444" y="9703"/>
                      <a:pt x="10444" y="9740"/>
                      <a:pt x="10444" y="9778"/>
                    </a:cubicBezTo>
                    <a:cubicBezTo>
                      <a:pt x="10408" y="9778"/>
                      <a:pt x="10371" y="9778"/>
                      <a:pt x="10333" y="9778"/>
                    </a:cubicBezTo>
                    <a:cubicBezTo>
                      <a:pt x="10333" y="9814"/>
                      <a:pt x="10333" y="9851"/>
                      <a:pt x="10333" y="9889"/>
                    </a:cubicBezTo>
                    <a:cubicBezTo>
                      <a:pt x="10297" y="9889"/>
                      <a:pt x="10260" y="9889"/>
                      <a:pt x="10222" y="9889"/>
                    </a:cubicBezTo>
                    <a:cubicBezTo>
                      <a:pt x="10222" y="9926"/>
                      <a:pt x="10222" y="9962"/>
                      <a:pt x="10222" y="10000"/>
                    </a:cubicBezTo>
                    <a:cubicBezTo>
                      <a:pt x="10186" y="10000"/>
                      <a:pt x="10149" y="10000"/>
                      <a:pt x="10111" y="10000"/>
                    </a:cubicBezTo>
                    <a:cubicBezTo>
                      <a:pt x="10111" y="10037"/>
                      <a:pt x="10111" y="10073"/>
                      <a:pt x="10111" y="10111"/>
                    </a:cubicBezTo>
                    <a:cubicBezTo>
                      <a:pt x="10074" y="10111"/>
                      <a:pt x="10038" y="10111"/>
                      <a:pt x="10000" y="10111"/>
                    </a:cubicBezTo>
                    <a:cubicBezTo>
                      <a:pt x="10000" y="10148"/>
                      <a:pt x="10000" y="10184"/>
                      <a:pt x="10000" y="10222"/>
                    </a:cubicBezTo>
                    <a:cubicBezTo>
                      <a:pt x="9963" y="10222"/>
                      <a:pt x="9927" y="10222"/>
                      <a:pt x="9889" y="10222"/>
                    </a:cubicBezTo>
                    <a:cubicBezTo>
                      <a:pt x="9889" y="10259"/>
                      <a:pt x="9889" y="10296"/>
                      <a:pt x="9889" y="10333"/>
                    </a:cubicBezTo>
                    <a:cubicBezTo>
                      <a:pt x="9852" y="10333"/>
                      <a:pt x="9816" y="10333"/>
                      <a:pt x="9778" y="10333"/>
                    </a:cubicBezTo>
                    <a:cubicBezTo>
                      <a:pt x="9778" y="10370"/>
                      <a:pt x="9778" y="10407"/>
                      <a:pt x="9778" y="10444"/>
                    </a:cubicBezTo>
                    <a:cubicBezTo>
                      <a:pt x="9741" y="10444"/>
                      <a:pt x="9704" y="10444"/>
                      <a:pt x="9667" y="10444"/>
                    </a:cubicBezTo>
                    <a:cubicBezTo>
                      <a:pt x="9667" y="10481"/>
                      <a:pt x="9667" y="10518"/>
                      <a:pt x="9667" y="10556"/>
                    </a:cubicBezTo>
                    <a:cubicBezTo>
                      <a:pt x="9593" y="10556"/>
                      <a:pt x="9520" y="10556"/>
                      <a:pt x="9444" y="10556"/>
                    </a:cubicBezTo>
                    <a:cubicBezTo>
                      <a:pt x="9444" y="10592"/>
                      <a:pt x="9444" y="10629"/>
                      <a:pt x="9444" y="10667"/>
                    </a:cubicBezTo>
                    <a:cubicBezTo>
                      <a:pt x="9408" y="10667"/>
                      <a:pt x="9371" y="10667"/>
                      <a:pt x="9333" y="10667"/>
                    </a:cubicBezTo>
                    <a:cubicBezTo>
                      <a:pt x="9333" y="10703"/>
                      <a:pt x="9333" y="10740"/>
                      <a:pt x="9333" y="10778"/>
                    </a:cubicBezTo>
                    <a:cubicBezTo>
                      <a:pt x="9260" y="10778"/>
                      <a:pt x="9187" y="10778"/>
                      <a:pt x="9111" y="10778"/>
                    </a:cubicBezTo>
                    <a:cubicBezTo>
                      <a:pt x="9111" y="10814"/>
                      <a:pt x="9111" y="10851"/>
                      <a:pt x="9111" y="10889"/>
                    </a:cubicBezTo>
                    <a:cubicBezTo>
                      <a:pt x="9038" y="10889"/>
                      <a:pt x="8964" y="10889"/>
                      <a:pt x="8889" y="10889"/>
                    </a:cubicBezTo>
                    <a:cubicBezTo>
                      <a:pt x="8889" y="10926"/>
                      <a:pt x="8889" y="10962"/>
                      <a:pt x="8889" y="11000"/>
                    </a:cubicBezTo>
                    <a:cubicBezTo>
                      <a:pt x="8852" y="11000"/>
                      <a:pt x="8816" y="11000"/>
                      <a:pt x="8778" y="11000"/>
                    </a:cubicBezTo>
                    <a:cubicBezTo>
                      <a:pt x="8778" y="11037"/>
                      <a:pt x="8778" y="11073"/>
                      <a:pt x="8778" y="11111"/>
                    </a:cubicBezTo>
                    <a:cubicBezTo>
                      <a:pt x="8704" y="11111"/>
                      <a:pt x="8631" y="11111"/>
                      <a:pt x="8556" y="11111"/>
                    </a:cubicBezTo>
                    <a:cubicBezTo>
                      <a:pt x="8556" y="11148"/>
                      <a:pt x="8556" y="11184"/>
                      <a:pt x="8556" y="11222"/>
                    </a:cubicBezTo>
                    <a:cubicBezTo>
                      <a:pt x="8409" y="11222"/>
                      <a:pt x="8262" y="11222"/>
                      <a:pt x="8111" y="11222"/>
                    </a:cubicBezTo>
                    <a:cubicBezTo>
                      <a:pt x="8111" y="11259"/>
                      <a:pt x="8111" y="11296"/>
                      <a:pt x="8111" y="11333"/>
                    </a:cubicBezTo>
                    <a:cubicBezTo>
                      <a:pt x="8074" y="11333"/>
                      <a:pt x="8038" y="11333"/>
                      <a:pt x="8000" y="11333"/>
                    </a:cubicBezTo>
                    <a:cubicBezTo>
                      <a:pt x="8000" y="11370"/>
                      <a:pt x="8000" y="11407"/>
                      <a:pt x="8000" y="11444"/>
                    </a:cubicBezTo>
                    <a:cubicBezTo>
                      <a:pt x="7890" y="11444"/>
                      <a:pt x="7780" y="11444"/>
                      <a:pt x="7667" y="11444"/>
                    </a:cubicBezTo>
                    <a:cubicBezTo>
                      <a:pt x="7667" y="11481"/>
                      <a:pt x="7667" y="11518"/>
                      <a:pt x="7667" y="11556"/>
                    </a:cubicBezTo>
                    <a:cubicBezTo>
                      <a:pt x="7652" y="11557"/>
                      <a:pt x="7637" y="11558"/>
                      <a:pt x="7622" y="11560"/>
                    </a:cubicBezTo>
                    <a:cubicBezTo>
                      <a:pt x="7554" y="11566"/>
                      <a:pt x="7487" y="11573"/>
                      <a:pt x="7420" y="11580"/>
                    </a:cubicBezTo>
                    <a:cubicBezTo>
                      <a:pt x="7397" y="11582"/>
                      <a:pt x="7373" y="11584"/>
                      <a:pt x="7349" y="11586"/>
                    </a:cubicBezTo>
                    <a:cubicBezTo>
                      <a:pt x="7338" y="11588"/>
                      <a:pt x="7338" y="11588"/>
                      <a:pt x="7281" y="11594"/>
                    </a:cubicBezTo>
                    <a:cubicBezTo>
                      <a:pt x="7261" y="11596"/>
                      <a:pt x="7240" y="11598"/>
                      <a:pt x="7219" y="11600"/>
                    </a:cubicBezTo>
                    <a:cubicBezTo>
                      <a:pt x="7167" y="11611"/>
                      <a:pt x="7167" y="11611"/>
                      <a:pt x="7111" y="11667"/>
                    </a:cubicBezTo>
                    <a:cubicBezTo>
                      <a:pt x="7059" y="11671"/>
                      <a:pt x="7012" y="11673"/>
                      <a:pt x="6960" y="11672"/>
                    </a:cubicBezTo>
                    <a:cubicBezTo>
                      <a:pt x="6953" y="11672"/>
                      <a:pt x="6953" y="11672"/>
                      <a:pt x="6915" y="11672"/>
                    </a:cubicBezTo>
                    <a:cubicBezTo>
                      <a:pt x="6868" y="11672"/>
                      <a:pt x="6821" y="11671"/>
                      <a:pt x="6774" y="11670"/>
                    </a:cubicBezTo>
                    <a:cubicBezTo>
                      <a:pt x="6742" y="11670"/>
                      <a:pt x="6711" y="11670"/>
                      <a:pt x="6679" y="11669"/>
                    </a:cubicBezTo>
                    <a:cubicBezTo>
                      <a:pt x="6601" y="11669"/>
                      <a:pt x="6523" y="11668"/>
                      <a:pt x="6444" y="11667"/>
                    </a:cubicBezTo>
                    <a:cubicBezTo>
                      <a:pt x="6444" y="11703"/>
                      <a:pt x="6444" y="11740"/>
                      <a:pt x="6444" y="11778"/>
                    </a:cubicBezTo>
                    <a:cubicBezTo>
                      <a:pt x="6114" y="11778"/>
                      <a:pt x="5784" y="11778"/>
                      <a:pt x="5444" y="11778"/>
                    </a:cubicBezTo>
                    <a:cubicBezTo>
                      <a:pt x="5444" y="11741"/>
                      <a:pt x="5444" y="11704"/>
                      <a:pt x="5444" y="11667"/>
                    </a:cubicBezTo>
                    <a:cubicBezTo>
                      <a:pt x="5188" y="11667"/>
                      <a:pt x="4931" y="11667"/>
                      <a:pt x="4667" y="11667"/>
                    </a:cubicBezTo>
                    <a:cubicBezTo>
                      <a:pt x="4667" y="11630"/>
                      <a:pt x="4667" y="11593"/>
                      <a:pt x="4667" y="11556"/>
                    </a:cubicBezTo>
                    <a:cubicBezTo>
                      <a:pt x="4520" y="11556"/>
                      <a:pt x="4373" y="11556"/>
                      <a:pt x="4222" y="11556"/>
                    </a:cubicBezTo>
                    <a:cubicBezTo>
                      <a:pt x="4222" y="11519"/>
                      <a:pt x="4222" y="11482"/>
                      <a:pt x="4222" y="11444"/>
                    </a:cubicBezTo>
                    <a:cubicBezTo>
                      <a:pt x="4112" y="11444"/>
                      <a:pt x="4002" y="11444"/>
                      <a:pt x="3889" y="11444"/>
                    </a:cubicBezTo>
                    <a:cubicBezTo>
                      <a:pt x="3889" y="11408"/>
                      <a:pt x="3889" y="11371"/>
                      <a:pt x="3889" y="11333"/>
                    </a:cubicBezTo>
                    <a:cubicBezTo>
                      <a:pt x="3816" y="11333"/>
                      <a:pt x="3742" y="11333"/>
                      <a:pt x="3667" y="11333"/>
                    </a:cubicBezTo>
                    <a:cubicBezTo>
                      <a:pt x="3667" y="11297"/>
                      <a:pt x="3667" y="11260"/>
                      <a:pt x="3667" y="11222"/>
                    </a:cubicBezTo>
                    <a:cubicBezTo>
                      <a:pt x="3557" y="11222"/>
                      <a:pt x="3447" y="11222"/>
                      <a:pt x="3333" y="11222"/>
                    </a:cubicBezTo>
                    <a:cubicBezTo>
                      <a:pt x="3333" y="11186"/>
                      <a:pt x="3333" y="11149"/>
                      <a:pt x="3333" y="11111"/>
                    </a:cubicBezTo>
                    <a:cubicBezTo>
                      <a:pt x="3260" y="11111"/>
                      <a:pt x="3187" y="11111"/>
                      <a:pt x="3111" y="11111"/>
                    </a:cubicBezTo>
                    <a:cubicBezTo>
                      <a:pt x="3111" y="11074"/>
                      <a:pt x="3111" y="11038"/>
                      <a:pt x="3111" y="11000"/>
                    </a:cubicBezTo>
                    <a:cubicBezTo>
                      <a:pt x="3074" y="11000"/>
                      <a:pt x="3038" y="11000"/>
                      <a:pt x="3000" y="11000"/>
                    </a:cubicBezTo>
                    <a:cubicBezTo>
                      <a:pt x="3000" y="10963"/>
                      <a:pt x="3000" y="10927"/>
                      <a:pt x="3000" y="10889"/>
                    </a:cubicBezTo>
                    <a:cubicBezTo>
                      <a:pt x="2927" y="10889"/>
                      <a:pt x="2853" y="10889"/>
                      <a:pt x="2778" y="10889"/>
                    </a:cubicBezTo>
                    <a:cubicBezTo>
                      <a:pt x="2778" y="10852"/>
                      <a:pt x="2778" y="10816"/>
                      <a:pt x="2778" y="10778"/>
                    </a:cubicBezTo>
                    <a:cubicBezTo>
                      <a:pt x="2704" y="10778"/>
                      <a:pt x="2631" y="10778"/>
                      <a:pt x="2556" y="10778"/>
                    </a:cubicBezTo>
                    <a:cubicBezTo>
                      <a:pt x="2556" y="10741"/>
                      <a:pt x="2556" y="10704"/>
                      <a:pt x="2556" y="10667"/>
                    </a:cubicBezTo>
                    <a:cubicBezTo>
                      <a:pt x="2519" y="10667"/>
                      <a:pt x="2482" y="10667"/>
                      <a:pt x="2444" y="10667"/>
                    </a:cubicBezTo>
                    <a:cubicBezTo>
                      <a:pt x="2444" y="10630"/>
                      <a:pt x="2444" y="10593"/>
                      <a:pt x="2444" y="10556"/>
                    </a:cubicBezTo>
                    <a:cubicBezTo>
                      <a:pt x="2408" y="10556"/>
                      <a:pt x="2371" y="10556"/>
                      <a:pt x="2333" y="10556"/>
                    </a:cubicBezTo>
                    <a:cubicBezTo>
                      <a:pt x="2333" y="10519"/>
                      <a:pt x="2333" y="10482"/>
                      <a:pt x="2333" y="10444"/>
                    </a:cubicBezTo>
                    <a:cubicBezTo>
                      <a:pt x="2260" y="10444"/>
                      <a:pt x="2187" y="10444"/>
                      <a:pt x="2111" y="10444"/>
                    </a:cubicBezTo>
                    <a:cubicBezTo>
                      <a:pt x="2111" y="10408"/>
                      <a:pt x="2111" y="10371"/>
                      <a:pt x="2111" y="10333"/>
                    </a:cubicBezTo>
                    <a:cubicBezTo>
                      <a:pt x="2074" y="10333"/>
                      <a:pt x="2038" y="10333"/>
                      <a:pt x="2000" y="10333"/>
                    </a:cubicBezTo>
                    <a:cubicBezTo>
                      <a:pt x="2000" y="10297"/>
                      <a:pt x="2000" y="10260"/>
                      <a:pt x="2000" y="10222"/>
                    </a:cubicBezTo>
                    <a:cubicBezTo>
                      <a:pt x="1963" y="10222"/>
                      <a:pt x="1927" y="10222"/>
                      <a:pt x="1889" y="10222"/>
                    </a:cubicBezTo>
                    <a:cubicBezTo>
                      <a:pt x="1889" y="10186"/>
                      <a:pt x="1889" y="10149"/>
                      <a:pt x="1889" y="10111"/>
                    </a:cubicBezTo>
                    <a:cubicBezTo>
                      <a:pt x="1852" y="10111"/>
                      <a:pt x="1816" y="10111"/>
                      <a:pt x="1778" y="10111"/>
                    </a:cubicBezTo>
                    <a:cubicBezTo>
                      <a:pt x="1778" y="10074"/>
                      <a:pt x="1778" y="10038"/>
                      <a:pt x="1778" y="10000"/>
                    </a:cubicBezTo>
                    <a:cubicBezTo>
                      <a:pt x="1741" y="10000"/>
                      <a:pt x="1704" y="10000"/>
                      <a:pt x="1667" y="10000"/>
                    </a:cubicBezTo>
                    <a:cubicBezTo>
                      <a:pt x="1667" y="9963"/>
                      <a:pt x="1667" y="9927"/>
                      <a:pt x="1667" y="9889"/>
                    </a:cubicBezTo>
                    <a:cubicBezTo>
                      <a:pt x="1630" y="9889"/>
                      <a:pt x="1593" y="9889"/>
                      <a:pt x="1556" y="9889"/>
                    </a:cubicBezTo>
                    <a:cubicBezTo>
                      <a:pt x="1556" y="9852"/>
                      <a:pt x="1556" y="9816"/>
                      <a:pt x="1556" y="9778"/>
                    </a:cubicBezTo>
                    <a:cubicBezTo>
                      <a:pt x="1519" y="9778"/>
                      <a:pt x="1482" y="9778"/>
                      <a:pt x="1444" y="9778"/>
                    </a:cubicBezTo>
                    <a:cubicBezTo>
                      <a:pt x="1444" y="9741"/>
                      <a:pt x="1444" y="9704"/>
                      <a:pt x="1444" y="9667"/>
                    </a:cubicBezTo>
                    <a:cubicBezTo>
                      <a:pt x="1408" y="9667"/>
                      <a:pt x="1371" y="9667"/>
                      <a:pt x="1333" y="9667"/>
                    </a:cubicBezTo>
                    <a:cubicBezTo>
                      <a:pt x="1333" y="9593"/>
                      <a:pt x="1333" y="9520"/>
                      <a:pt x="1333" y="9444"/>
                    </a:cubicBezTo>
                    <a:cubicBezTo>
                      <a:pt x="1297" y="9444"/>
                      <a:pt x="1260" y="9444"/>
                      <a:pt x="1222" y="9444"/>
                    </a:cubicBezTo>
                    <a:cubicBezTo>
                      <a:pt x="1222" y="9408"/>
                      <a:pt x="1222" y="9371"/>
                      <a:pt x="1222" y="9333"/>
                    </a:cubicBezTo>
                    <a:cubicBezTo>
                      <a:pt x="1186" y="9333"/>
                      <a:pt x="1149" y="9333"/>
                      <a:pt x="1111" y="9333"/>
                    </a:cubicBezTo>
                    <a:cubicBezTo>
                      <a:pt x="1111" y="9297"/>
                      <a:pt x="1111" y="9260"/>
                      <a:pt x="1111" y="9222"/>
                    </a:cubicBezTo>
                    <a:cubicBezTo>
                      <a:pt x="1074" y="9222"/>
                      <a:pt x="1038" y="9222"/>
                      <a:pt x="1000" y="9222"/>
                    </a:cubicBezTo>
                    <a:cubicBezTo>
                      <a:pt x="1000" y="9149"/>
                      <a:pt x="1000" y="9076"/>
                      <a:pt x="1000" y="9000"/>
                    </a:cubicBezTo>
                    <a:cubicBezTo>
                      <a:pt x="963" y="9000"/>
                      <a:pt x="927" y="9000"/>
                      <a:pt x="889" y="9000"/>
                    </a:cubicBezTo>
                    <a:cubicBezTo>
                      <a:pt x="889" y="8963"/>
                      <a:pt x="889" y="8927"/>
                      <a:pt x="889" y="8889"/>
                    </a:cubicBezTo>
                    <a:cubicBezTo>
                      <a:pt x="852" y="8889"/>
                      <a:pt x="816" y="8889"/>
                      <a:pt x="778" y="8889"/>
                    </a:cubicBezTo>
                    <a:cubicBezTo>
                      <a:pt x="778" y="8816"/>
                      <a:pt x="778" y="8742"/>
                      <a:pt x="778" y="8667"/>
                    </a:cubicBezTo>
                    <a:cubicBezTo>
                      <a:pt x="741" y="8667"/>
                      <a:pt x="704" y="8667"/>
                      <a:pt x="667" y="8667"/>
                    </a:cubicBezTo>
                    <a:cubicBezTo>
                      <a:pt x="667" y="8593"/>
                      <a:pt x="667" y="8520"/>
                      <a:pt x="667" y="8444"/>
                    </a:cubicBezTo>
                    <a:cubicBezTo>
                      <a:pt x="630" y="8444"/>
                      <a:pt x="593" y="8444"/>
                      <a:pt x="556" y="8444"/>
                    </a:cubicBezTo>
                    <a:cubicBezTo>
                      <a:pt x="556" y="8371"/>
                      <a:pt x="556" y="8298"/>
                      <a:pt x="556" y="8222"/>
                    </a:cubicBezTo>
                    <a:cubicBezTo>
                      <a:pt x="519" y="8222"/>
                      <a:pt x="482" y="8222"/>
                      <a:pt x="444" y="8222"/>
                    </a:cubicBezTo>
                    <a:cubicBezTo>
                      <a:pt x="444" y="8149"/>
                      <a:pt x="444" y="8076"/>
                      <a:pt x="444" y="8000"/>
                    </a:cubicBezTo>
                    <a:cubicBezTo>
                      <a:pt x="408" y="8000"/>
                      <a:pt x="371" y="8000"/>
                      <a:pt x="333" y="8000"/>
                    </a:cubicBezTo>
                    <a:cubicBezTo>
                      <a:pt x="333" y="7853"/>
                      <a:pt x="333" y="7707"/>
                      <a:pt x="333" y="7556"/>
                    </a:cubicBezTo>
                    <a:cubicBezTo>
                      <a:pt x="297" y="7556"/>
                      <a:pt x="260" y="7556"/>
                      <a:pt x="222" y="7556"/>
                    </a:cubicBezTo>
                    <a:cubicBezTo>
                      <a:pt x="222" y="7446"/>
                      <a:pt x="222" y="7336"/>
                      <a:pt x="222" y="7222"/>
                    </a:cubicBezTo>
                    <a:cubicBezTo>
                      <a:pt x="186" y="7222"/>
                      <a:pt x="149" y="7222"/>
                      <a:pt x="111" y="7222"/>
                    </a:cubicBezTo>
                    <a:cubicBezTo>
                      <a:pt x="111" y="7112"/>
                      <a:pt x="111" y="7002"/>
                      <a:pt x="111" y="6889"/>
                    </a:cubicBezTo>
                    <a:cubicBezTo>
                      <a:pt x="74" y="6889"/>
                      <a:pt x="38" y="6889"/>
                      <a:pt x="0" y="6889"/>
                    </a:cubicBezTo>
                    <a:cubicBezTo>
                      <a:pt x="0" y="6229"/>
                      <a:pt x="0" y="5569"/>
                      <a:pt x="0" y="4889"/>
                    </a:cubicBezTo>
                    <a:cubicBezTo>
                      <a:pt x="37" y="4889"/>
                      <a:pt x="73" y="4889"/>
                      <a:pt x="111" y="4889"/>
                    </a:cubicBezTo>
                    <a:cubicBezTo>
                      <a:pt x="111" y="4742"/>
                      <a:pt x="111" y="4596"/>
                      <a:pt x="111" y="4444"/>
                    </a:cubicBezTo>
                    <a:cubicBezTo>
                      <a:pt x="148" y="4444"/>
                      <a:pt x="184" y="4444"/>
                      <a:pt x="222" y="4444"/>
                    </a:cubicBezTo>
                    <a:cubicBezTo>
                      <a:pt x="222" y="4334"/>
                      <a:pt x="222" y="4224"/>
                      <a:pt x="222" y="4111"/>
                    </a:cubicBezTo>
                    <a:cubicBezTo>
                      <a:pt x="259" y="4111"/>
                      <a:pt x="296" y="4111"/>
                      <a:pt x="333" y="4111"/>
                    </a:cubicBezTo>
                    <a:cubicBezTo>
                      <a:pt x="333" y="4001"/>
                      <a:pt x="333" y="3891"/>
                      <a:pt x="333" y="3778"/>
                    </a:cubicBezTo>
                    <a:cubicBezTo>
                      <a:pt x="370" y="3778"/>
                      <a:pt x="407" y="3778"/>
                      <a:pt x="444" y="3778"/>
                    </a:cubicBezTo>
                    <a:cubicBezTo>
                      <a:pt x="444" y="3668"/>
                      <a:pt x="444" y="3558"/>
                      <a:pt x="444" y="3444"/>
                    </a:cubicBezTo>
                    <a:cubicBezTo>
                      <a:pt x="481" y="3444"/>
                      <a:pt x="518" y="3444"/>
                      <a:pt x="556" y="3444"/>
                    </a:cubicBezTo>
                    <a:cubicBezTo>
                      <a:pt x="556" y="3408"/>
                      <a:pt x="556" y="3371"/>
                      <a:pt x="556" y="3333"/>
                    </a:cubicBezTo>
                    <a:cubicBezTo>
                      <a:pt x="592" y="3333"/>
                      <a:pt x="629" y="3333"/>
                      <a:pt x="667" y="3333"/>
                    </a:cubicBezTo>
                    <a:cubicBezTo>
                      <a:pt x="667" y="3223"/>
                      <a:pt x="667" y="3113"/>
                      <a:pt x="667" y="3000"/>
                    </a:cubicBezTo>
                    <a:cubicBezTo>
                      <a:pt x="703" y="3000"/>
                      <a:pt x="740" y="3000"/>
                      <a:pt x="778" y="3000"/>
                    </a:cubicBezTo>
                    <a:cubicBezTo>
                      <a:pt x="778" y="2963"/>
                      <a:pt x="778" y="2927"/>
                      <a:pt x="778" y="2889"/>
                    </a:cubicBezTo>
                    <a:cubicBezTo>
                      <a:pt x="814" y="2889"/>
                      <a:pt x="851" y="2889"/>
                      <a:pt x="889" y="2889"/>
                    </a:cubicBezTo>
                    <a:cubicBezTo>
                      <a:pt x="889" y="2816"/>
                      <a:pt x="889" y="2742"/>
                      <a:pt x="889" y="2667"/>
                    </a:cubicBezTo>
                    <a:cubicBezTo>
                      <a:pt x="926" y="2667"/>
                      <a:pt x="962" y="2667"/>
                      <a:pt x="1000" y="2667"/>
                    </a:cubicBezTo>
                    <a:cubicBezTo>
                      <a:pt x="1000" y="2593"/>
                      <a:pt x="1000" y="2520"/>
                      <a:pt x="1000" y="2444"/>
                    </a:cubicBezTo>
                    <a:cubicBezTo>
                      <a:pt x="1037" y="2444"/>
                      <a:pt x="1073" y="2444"/>
                      <a:pt x="1111" y="2444"/>
                    </a:cubicBezTo>
                    <a:cubicBezTo>
                      <a:pt x="1111" y="2408"/>
                      <a:pt x="1111" y="2371"/>
                      <a:pt x="1111" y="2333"/>
                    </a:cubicBezTo>
                    <a:cubicBezTo>
                      <a:pt x="1148" y="2333"/>
                      <a:pt x="1184" y="2333"/>
                      <a:pt x="1222" y="2333"/>
                    </a:cubicBezTo>
                    <a:cubicBezTo>
                      <a:pt x="1222" y="2297"/>
                      <a:pt x="1222" y="2260"/>
                      <a:pt x="1222" y="2222"/>
                    </a:cubicBezTo>
                    <a:cubicBezTo>
                      <a:pt x="1259" y="2222"/>
                      <a:pt x="1296" y="2222"/>
                      <a:pt x="1333" y="2222"/>
                    </a:cubicBezTo>
                    <a:cubicBezTo>
                      <a:pt x="1333" y="2186"/>
                      <a:pt x="1333" y="2149"/>
                      <a:pt x="1333" y="2111"/>
                    </a:cubicBezTo>
                    <a:cubicBezTo>
                      <a:pt x="1370" y="2111"/>
                      <a:pt x="1407" y="2111"/>
                      <a:pt x="1444" y="2111"/>
                    </a:cubicBezTo>
                    <a:cubicBezTo>
                      <a:pt x="1444" y="2074"/>
                      <a:pt x="1444" y="2038"/>
                      <a:pt x="1444" y="2000"/>
                    </a:cubicBezTo>
                    <a:cubicBezTo>
                      <a:pt x="1481" y="2000"/>
                      <a:pt x="1518" y="2000"/>
                      <a:pt x="1556" y="2000"/>
                    </a:cubicBezTo>
                    <a:cubicBezTo>
                      <a:pt x="1556" y="1927"/>
                      <a:pt x="1556" y="1853"/>
                      <a:pt x="1556" y="1778"/>
                    </a:cubicBezTo>
                    <a:cubicBezTo>
                      <a:pt x="1592" y="1778"/>
                      <a:pt x="1629" y="1778"/>
                      <a:pt x="1667" y="1778"/>
                    </a:cubicBezTo>
                    <a:cubicBezTo>
                      <a:pt x="1667" y="1741"/>
                      <a:pt x="1667" y="1704"/>
                      <a:pt x="1667" y="1667"/>
                    </a:cubicBezTo>
                    <a:cubicBezTo>
                      <a:pt x="1703" y="1667"/>
                      <a:pt x="1740" y="1667"/>
                      <a:pt x="1778" y="1667"/>
                    </a:cubicBezTo>
                    <a:cubicBezTo>
                      <a:pt x="1778" y="1630"/>
                      <a:pt x="1778" y="1593"/>
                      <a:pt x="1778" y="1556"/>
                    </a:cubicBezTo>
                    <a:cubicBezTo>
                      <a:pt x="1851" y="1556"/>
                      <a:pt x="1924" y="1556"/>
                      <a:pt x="2000" y="1556"/>
                    </a:cubicBezTo>
                    <a:cubicBezTo>
                      <a:pt x="2000" y="1519"/>
                      <a:pt x="2000" y="1482"/>
                      <a:pt x="2000" y="1444"/>
                    </a:cubicBezTo>
                    <a:cubicBezTo>
                      <a:pt x="2037" y="1444"/>
                      <a:pt x="2073" y="1444"/>
                      <a:pt x="2111" y="1444"/>
                    </a:cubicBezTo>
                    <a:cubicBezTo>
                      <a:pt x="2111" y="1408"/>
                      <a:pt x="2111" y="1371"/>
                      <a:pt x="2111" y="1333"/>
                    </a:cubicBezTo>
                    <a:cubicBezTo>
                      <a:pt x="2148" y="1333"/>
                      <a:pt x="2184" y="1333"/>
                      <a:pt x="2222" y="1333"/>
                    </a:cubicBezTo>
                    <a:cubicBezTo>
                      <a:pt x="2222" y="1297"/>
                      <a:pt x="2222" y="1260"/>
                      <a:pt x="2222" y="1222"/>
                    </a:cubicBezTo>
                    <a:cubicBezTo>
                      <a:pt x="2259" y="1222"/>
                      <a:pt x="2296" y="1222"/>
                      <a:pt x="2333" y="1222"/>
                    </a:cubicBezTo>
                    <a:cubicBezTo>
                      <a:pt x="2333" y="1186"/>
                      <a:pt x="2333" y="1149"/>
                      <a:pt x="2333" y="1111"/>
                    </a:cubicBezTo>
                    <a:cubicBezTo>
                      <a:pt x="2407" y="1111"/>
                      <a:pt x="2480" y="1111"/>
                      <a:pt x="2556" y="1111"/>
                    </a:cubicBezTo>
                    <a:cubicBezTo>
                      <a:pt x="2556" y="1074"/>
                      <a:pt x="2556" y="1038"/>
                      <a:pt x="2556" y="1000"/>
                    </a:cubicBezTo>
                    <a:cubicBezTo>
                      <a:pt x="2592" y="1000"/>
                      <a:pt x="2629" y="1000"/>
                      <a:pt x="2667" y="1000"/>
                    </a:cubicBezTo>
                    <a:cubicBezTo>
                      <a:pt x="2667" y="963"/>
                      <a:pt x="2667" y="927"/>
                      <a:pt x="2667" y="889"/>
                    </a:cubicBezTo>
                    <a:cubicBezTo>
                      <a:pt x="2703" y="889"/>
                      <a:pt x="2740" y="889"/>
                      <a:pt x="2778" y="889"/>
                    </a:cubicBezTo>
                    <a:cubicBezTo>
                      <a:pt x="2778" y="852"/>
                      <a:pt x="2778" y="816"/>
                      <a:pt x="2778" y="778"/>
                    </a:cubicBezTo>
                    <a:cubicBezTo>
                      <a:pt x="2888" y="778"/>
                      <a:pt x="2998" y="778"/>
                      <a:pt x="3111" y="778"/>
                    </a:cubicBezTo>
                    <a:cubicBezTo>
                      <a:pt x="3111" y="741"/>
                      <a:pt x="3111" y="704"/>
                      <a:pt x="3111" y="667"/>
                    </a:cubicBezTo>
                    <a:cubicBezTo>
                      <a:pt x="3184" y="667"/>
                      <a:pt x="3258" y="667"/>
                      <a:pt x="3333" y="667"/>
                    </a:cubicBezTo>
                    <a:cubicBezTo>
                      <a:pt x="3333" y="630"/>
                      <a:pt x="3333" y="593"/>
                      <a:pt x="3333" y="556"/>
                    </a:cubicBezTo>
                    <a:cubicBezTo>
                      <a:pt x="3370" y="556"/>
                      <a:pt x="3407" y="556"/>
                      <a:pt x="3444" y="556"/>
                    </a:cubicBezTo>
                    <a:cubicBezTo>
                      <a:pt x="3444" y="519"/>
                      <a:pt x="3444" y="482"/>
                      <a:pt x="3444" y="444"/>
                    </a:cubicBezTo>
                    <a:cubicBezTo>
                      <a:pt x="3554" y="444"/>
                      <a:pt x="3664" y="444"/>
                      <a:pt x="3778" y="444"/>
                    </a:cubicBezTo>
                    <a:cubicBezTo>
                      <a:pt x="3778" y="408"/>
                      <a:pt x="3778" y="371"/>
                      <a:pt x="3778" y="333"/>
                    </a:cubicBezTo>
                    <a:cubicBezTo>
                      <a:pt x="3851" y="333"/>
                      <a:pt x="3924" y="333"/>
                      <a:pt x="4000" y="333"/>
                    </a:cubicBezTo>
                    <a:cubicBezTo>
                      <a:pt x="4000" y="297"/>
                      <a:pt x="4000" y="260"/>
                      <a:pt x="4000" y="222"/>
                    </a:cubicBezTo>
                    <a:cubicBezTo>
                      <a:pt x="4183" y="222"/>
                      <a:pt x="4367" y="222"/>
                      <a:pt x="4556" y="222"/>
                    </a:cubicBezTo>
                    <a:cubicBezTo>
                      <a:pt x="4556" y="186"/>
                      <a:pt x="4556" y="149"/>
                      <a:pt x="4556" y="111"/>
                    </a:cubicBezTo>
                    <a:cubicBezTo>
                      <a:pt x="4666" y="111"/>
                      <a:pt x="4776" y="111"/>
                      <a:pt x="4889" y="111"/>
                    </a:cubicBezTo>
                    <a:cubicBezTo>
                      <a:pt x="4889" y="74"/>
                      <a:pt x="4889" y="38"/>
                      <a:pt x="4889" y="0"/>
                    </a:cubicBezTo>
                    <a:close/>
                    <a:moveTo>
                      <a:pt x="8778" y="3444"/>
                    </a:moveTo>
                    <a:cubicBezTo>
                      <a:pt x="8778" y="3481"/>
                      <a:pt x="8778" y="3518"/>
                      <a:pt x="8778" y="3556"/>
                    </a:cubicBezTo>
                    <a:cubicBezTo>
                      <a:pt x="8704" y="3556"/>
                      <a:pt x="8631" y="3556"/>
                      <a:pt x="8556" y="3556"/>
                    </a:cubicBezTo>
                    <a:cubicBezTo>
                      <a:pt x="8556" y="3592"/>
                      <a:pt x="8556" y="3629"/>
                      <a:pt x="8556" y="3667"/>
                    </a:cubicBezTo>
                    <a:cubicBezTo>
                      <a:pt x="8519" y="3667"/>
                      <a:pt x="8482" y="3667"/>
                      <a:pt x="8444" y="3667"/>
                    </a:cubicBezTo>
                    <a:cubicBezTo>
                      <a:pt x="8444" y="3703"/>
                      <a:pt x="8444" y="3740"/>
                      <a:pt x="8444" y="3778"/>
                    </a:cubicBezTo>
                    <a:cubicBezTo>
                      <a:pt x="8408" y="3778"/>
                      <a:pt x="8371" y="3778"/>
                      <a:pt x="8333" y="3778"/>
                    </a:cubicBezTo>
                    <a:cubicBezTo>
                      <a:pt x="8333" y="3814"/>
                      <a:pt x="8333" y="3851"/>
                      <a:pt x="8333" y="3889"/>
                    </a:cubicBezTo>
                    <a:cubicBezTo>
                      <a:pt x="8297" y="3889"/>
                      <a:pt x="8260" y="3889"/>
                      <a:pt x="8222" y="3889"/>
                    </a:cubicBezTo>
                    <a:cubicBezTo>
                      <a:pt x="8222" y="3926"/>
                      <a:pt x="8222" y="3962"/>
                      <a:pt x="8222" y="4000"/>
                    </a:cubicBezTo>
                    <a:cubicBezTo>
                      <a:pt x="8186" y="4000"/>
                      <a:pt x="8149" y="4000"/>
                      <a:pt x="8111" y="4000"/>
                    </a:cubicBezTo>
                    <a:cubicBezTo>
                      <a:pt x="8111" y="4037"/>
                      <a:pt x="8111" y="4073"/>
                      <a:pt x="8111" y="4111"/>
                    </a:cubicBezTo>
                    <a:cubicBezTo>
                      <a:pt x="8074" y="4111"/>
                      <a:pt x="8038" y="4111"/>
                      <a:pt x="8000" y="4111"/>
                    </a:cubicBezTo>
                    <a:cubicBezTo>
                      <a:pt x="8000" y="4148"/>
                      <a:pt x="8000" y="4184"/>
                      <a:pt x="8000" y="4222"/>
                    </a:cubicBezTo>
                    <a:cubicBezTo>
                      <a:pt x="7963" y="4222"/>
                      <a:pt x="7927" y="4222"/>
                      <a:pt x="7889" y="4222"/>
                    </a:cubicBezTo>
                    <a:cubicBezTo>
                      <a:pt x="7889" y="4259"/>
                      <a:pt x="7889" y="4296"/>
                      <a:pt x="7889" y="4333"/>
                    </a:cubicBezTo>
                    <a:cubicBezTo>
                      <a:pt x="7852" y="4333"/>
                      <a:pt x="7816" y="4333"/>
                      <a:pt x="7778" y="4333"/>
                    </a:cubicBezTo>
                    <a:cubicBezTo>
                      <a:pt x="7778" y="4370"/>
                      <a:pt x="7778" y="4407"/>
                      <a:pt x="7778" y="4444"/>
                    </a:cubicBezTo>
                    <a:cubicBezTo>
                      <a:pt x="7741" y="4444"/>
                      <a:pt x="7704" y="4444"/>
                      <a:pt x="7667" y="4444"/>
                    </a:cubicBezTo>
                    <a:cubicBezTo>
                      <a:pt x="7667" y="4481"/>
                      <a:pt x="7667" y="4518"/>
                      <a:pt x="7667" y="4556"/>
                    </a:cubicBezTo>
                    <a:cubicBezTo>
                      <a:pt x="7630" y="4556"/>
                      <a:pt x="7593" y="4556"/>
                      <a:pt x="7556" y="4556"/>
                    </a:cubicBezTo>
                    <a:cubicBezTo>
                      <a:pt x="7556" y="4592"/>
                      <a:pt x="7556" y="4629"/>
                      <a:pt x="7556" y="4667"/>
                    </a:cubicBezTo>
                    <a:cubicBezTo>
                      <a:pt x="7519" y="4667"/>
                      <a:pt x="7482" y="4667"/>
                      <a:pt x="7444" y="4667"/>
                    </a:cubicBezTo>
                    <a:cubicBezTo>
                      <a:pt x="7444" y="4703"/>
                      <a:pt x="7444" y="4740"/>
                      <a:pt x="7444" y="4778"/>
                    </a:cubicBezTo>
                    <a:cubicBezTo>
                      <a:pt x="7408" y="4778"/>
                      <a:pt x="7371" y="4778"/>
                      <a:pt x="7333" y="4778"/>
                    </a:cubicBezTo>
                    <a:cubicBezTo>
                      <a:pt x="7333" y="4814"/>
                      <a:pt x="7333" y="4851"/>
                      <a:pt x="7333" y="4889"/>
                    </a:cubicBezTo>
                    <a:cubicBezTo>
                      <a:pt x="7297" y="4889"/>
                      <a:pt x="7260" y="4889"/>
                      <a:pt x="7222" y="4889"/>
                    </a:cubicBezTo>
                    <a:cubicBezTo>
                      <a:pt x="7222" y="4926"/>
                      <a:pt x="7222" y="4962"/>
                      <a:pt x="7222" y="5000"/>
                    </a:cubicBezTo>
                    <a:cubicBezTo>
                      <a:pt x="7206" y="4998"/>
                      <a:pt x="7190" y="4996"/>
                      <a:pt x="7174" y="4993"/>
                    </a:cubicBezTo>
                    <a:cubicBezTo>
                      <a:pt x="7089" y="5002"/>
                      <a:pt x="7050" y="5045"/>
                      <a:pt x="6993" y="5104"/>
                    </a:cubicBezTo>
                    <a:cubicBezTo>
                      <a:pt x="6983" y="5114"/>
                      <a:pt x="6973" y="5123"/>
                      <a:pt x="6962" y="5133"/>
                    </a:cubicBezTo>
                    <a:cubicBezTo>
                      <a:pt x="6912" y="5184"/>
                      <a:pt x="6890" y="5213"/>
                      <a:pt x="6882" y="5285"/>
                    </a:cubicBezTo>
                    <a:cubicBezTo>
                      <a:pt x="6885" y="5301"/>
                      <a:pt x="6887" y="5317"/>
                      <a:pt x="6889" y="5333"/>
                    </a:cubicBezTo>
                    <a:cubicBezTo>
                      <a:pt x="6852" y="5333"/>
                      <a:pt x="6816" y="5333"/>
                      <a:pt x="6778" y="5333"/>
                    </a:cubicBezTo>
                    <a:cubicBezTo>
                      <a:pt x="6778" y="5370"/>
                      <a:pt x="6778" y="5407"/>
                      <a:pt x="6778" y="5444"/>
                    </a:cubicBezTo>
                    <a:cubicBezTo>
                      <a:pt x="6741" y="5444"/>
                      <a:pt x="6704" y="5444"/>
                      <a:pt x="6667" y="5444"/>
                    </a:cubicBezTo>
                    <a:cubicBezTo>
                      <a:pt x="6667" y="5518"/>
                      <a:pt x="6667" y="5591"/>
                      <a:pt x="6667" y="5667"/>
                    </a:cubicBezTo>
                    <a:cubicBezTo>
                      <a:pt x="6630" y="5667"/>
                      <a:pt x="6593" y="5667"/>
                      <a:pt x="6556" y="5667"/>
                    </a:cubicBezTo>
                    <a:cubicBezTo>
                      <a:pt x="6556" y="5703"/>
                      <a:pt x="6556" y="5740"/>
                      <a:pt x="6556" y="5778"/>
                    </a:cubicBezTo>
                    <a:cubicBezTo>
                      <a:pt x="6519" y="5778"/>
                      <a:pt x="6482" y="5778"/>
                      <a:pt x="6444" y="5778"/>
                    </a:cubicBezTo>
                    <a:cubicBezTo>
                      <a:pt x="6444" y="5814"/>
                      <a:pt x="6444" y="5851"/>
                      <a:pt x="6444" y="5889"/>
                    </a:cubicBezTo>
                    <a:cubicBezTo>
                      <a:pt x="6408" y="5889"/>
                      <a:pt x="6371" y="5889"/>
                      <a:pt x="6333" y="5889"/>
                    </a:cubicBezTo>
                    <a:cubicBezTo>
                      <a:pt x="6333" y="5926"/>
                      <a:pt x="6333" y="5962"/>
                      <a:pt x="6333" y="6000"/>
                    </a:cubicBezTo>
                    <a:cubicBezTo>
                      <a:pt x="6297" y="6000"/>
                      <a:pt x="6260" y="6000"/>
                      <a:pt x="6222" y="6000"/>
                    </a:cubicBezTo>
                    <a:cubicBezTo>
                      <a:pt x="6222" y="6037"/>
                      <a:pt x="6222" y="6073"/>
                      <a:pt x="6222" y="6111"/>
                    </a:cubicBezTo>
                    <a:cubicBezTo>
                      <a:pt x="6186" y="6111"/>
                      <a:pt x="6149" y="6111"/>
                      <a:pt x="6111" y="6111"/>
                    </a:cubicBezTo>
                    <a:cubicBezTo>
                      <a:pt x="6111" y="6148"/>
                      <a:pt x="6111" y="6184"/>
                      <a:pt x="6111" y="6222"/>
                    </a:cubicBezTo>
                    <a:cubicBezTo>
                      <a:pt x="6074" y="6222"/>
                      <a:pt x="6038" y="6222"/>
                      <a:pt x="6000" y="6222"/>
                    </a:cubicBezTo>
                    <a:cubicBezTo>
                      <a:pt x="6000" y="6259"/>
                      <a:pt x="6000" y="6296"/>
                      <a:pt x="6000" y="6333"/>
                    </a:cubicBezTo>
                    <a:cubicBezTo>
                      <a:pt x="5963" y="6333"/>
                      <a:pt x="5927" y="6333"/>
                      <a:pt x="5889" y="6333"/>
                    </a:cubicBezTo>
                    <a:cubicBezTo>
                      <a:pt x="5889" y="6370"/>
                      <a:pt x="5889" y="6407"/>
                      <a:pt x="5889" y="6444"/>
                    </a:cubicBezTo>
                    <a:cubicBezTo>
                      <a:pt x="5852" y="6444"/>
                      <a:pt x="5816" y="6444"/>
                      <a:pt x="5778" y="6444"/>
                    </a:cubicBezTo>
                    <a:cubicBezTo>
                      <a:pt x="5778" y="6481"/>
                      <a:pt x="5778" y="6518"/>
                      <a:pt x="5778" y="6556"/>
                    </a:cubicBezTo>
                    <a:cubicBezTo>
                      <a:pt x="5741" y="6556"/>
                      <a:pt x="5704" y="6556"/>
                      <a:pt x="5667" y="6556"/>
                    </a:cubicBezTo>
                    <a:cubicBezTo>
                      <a:pt x="5667" y="6592"/>
                      <a:pt x="5667" y="6629"/>
                      <a:pt x="5667" y="6667"/>
                    </a:cubicBezTo>
                    <a:cubicBezTo>
                      <a:pt x="5630" y="6667"/>
                      <a:pt x="5593" y="6667"/>
                      <a:pt x="5556" y="6667"/>
                    </a:cubicBezTo>
                    <a:cubicBezTo>
                      <a:pt x="5556" y="6703"/>
                      <a:pt x="5556" y="6740"/>
                      <a:pt x="5556" y="6778"/>
                    </a:cubicBezTo>
                    <a:cubicBezTo>
                      <a:pt x="5519" y="6778"/>
                      <a:pt x="5482" y="6778"/>
                      <a:pt x="5444" y="6778"/>
                    </a:cubicBezTo>
                    <a:cubicBezTo>
                      <a:pt x="5444" y="6814"/>
                      <a:pt x="5444" y="6851"/>
                      <a:pt x="5444" y="6889"/>
                    </a:cubicBezTo>
                    <a:cubicBezTo>
                      <a:pt x="5408" y="6889"/>
                      <a:pt x="5371" y="6889"/>
                      <a:pt x="5333" y="6889"/>
                    </a:cubicBezTo>
                    <a:cubicBezTo>
                      <a:pt x="5333" y="6926"/>
                      <a:pt x="5333" y="6962"/>
                      <a:pt x="5333" y="7000"/>
                    </a:cubicBezTo>
                    <a:cubicBezTo>
                      <a:pt x="5223" y="7000"/>
                      <a:pt x="5113" y="7000"/>
                      <a:pt x="5000" y="7000"/>
                    </a:cubicBezTo>
                    <a:cubicBezTo>
                      <a:pt x="5000" y="6963"/>
                      <a:pt x="5000" y="6927"/>
                      <a:pt x="5000" y="6889"/>
                    </a:cubicBezTo>
                    <a:cubicBezTo>
                      <a:pt x="4963" y="6889"/>
                      <a:pt x="4927" y="6889"/>
                      <a:pt x="4889" y="6889"/>
                    </a:cubicBezTo>
                    <a:cubicBezTo>
                      <a:pt x="4889" y="6852"/>
                      <a:pt x="4889" y="6816"/>
                      <a:pt x="4889" y="6778"/>
                    </a:cubicBezTo>
                    <a:cubicBezTo>
                      <a:pt x="4816" y="6778"/>
                      <a:pt x="4742" y="6778"/>
                      <a:pt x="4667" y="6778"/>
                    </a:cubicBezTo>
                    <a:cubicBezTo>
                      <a:pt x="4667" y="6741"/>
                      <a:pt x="4667" y="6704"/>
                      <a:pt x="4667" y="6667"/>
                    </a:cubicBezTo>
                    <a:cubicBezTo>
                      <a:pt x="4630" y="6667"/>
                      <a:pt x="4593" y="6667"/>
                      <a:pt x="4556" y="6667"/>
                    </a:cubicBezTo>
                    <a:cubicBezTo>
                      <a:pt x="4556" y="6630"/>
                      <a:pt x="4556" y="6593"/>
                      <a:pt x="4556" y="6556"/>
                    </a:cubicBezTo>
                    <a:cubicBezTo>
                      <a:pt x="4519" y="6556"/>
                      <a:pt x="4482" y="6556"/>
                      <a:pt x="4444" y="6556"/>
                    </a:cubicBezTo>
                    <a:cubicBezTo>
                      <a:pt x="4444" y="6519"/>
                      <a:pt x="4444" y="6482"/>
                      <a:pt x="4444" y="6444"/>
                    </a:cubicBezTo>
                    <a:cubicBezTo>
                      <a:pt x="4408" y="6444"/>
                      <a:pt x="4371" y="6444"/>
                      <a:pt x="4333" y="6444"/>
                    </a:cubicBezTo>
                    <a:cubicBezTo>
                      <a:pt x="4333" y="6408"/>
                      <a:pt x="4333" y="6371"/>
                      <a:pt x="4333" y="6333"/>
                    </a:cubicBezTo>
                    <a:cubicBezTo>
                      <a:pt x="4297" y="6333"/>
                      <a:pt x="4260" y="6333"/>
                      <a:pt x="4222" y="6333"/>
                    </a:cubicBezTo>
                    <a:cubicBezTo>
                      <a:pt x="4222" y="6297"/>
                      <a:pt x="4222" y="6260"/>
                      <a:pt x="4222" y="6222"/>
                    </a:cubicBezTo>
                    <a:cubicBezTo>
                      <a:pt x="4186" y="6222"/>
                      <a:pt x="4149" y="6222"/>
                      <a:pt x="4111" y="6222"/>
                    </a:cubicBezTo>
                    <a:cubicBezTo>
                      <a:pt x="4111" y="6186"/>
                      <a:pt x="4111" y="6149"/>
                      <a:pt x="4111" y="6111"/>
                    </a:cubicBezTo>
                    <a:cubicBezTo>
                      <a:pt x="4074" y="6111"/>
                      <a:pt x="4038" y="6111"/>
                      <a:pt x="4000" y="6111"/>
                    </a:cubicBezTo>
                    <a:cubicBezTo>
                      <a:pt x="4000" y="6074"/>
                      <a:pt x="4000" y="6038"/>
                      <a:pt x="4000" y="6000"/>
                    </a:cubicBezTo>
                    <a:cubicBezTo>
                      <a:pt x="3963" y="6000"/>
                      <a:pt x="3927" y="6000"/>
                      <a:pt x="3889" y="6000"/>
                    </a:cubicBezTo>
                    <a:cubicBezTo>
                      <a:pt x="3889" y="5963"/>
                      <a:pt x="3889" y="5927"/>
                      <a:pt x="3889" y="5889"/>
                    </a:cubicBezTo>
                    <a:cubicBezTo>
                      <a:pt x="3852" y="5889"/>
                      <a:pt x="3816" y="5889"/>
                      <a:pt x="3778" y="5889"/>
                    </a:cubicBezTo>
                    <a:cubicBezTo>
                      <a:pt x="3778" y="5852"/>
                      <a:pt x="3778" y="5816"/>
                      <a:pt x="3778" y="5778"/>
                    </a:cubicBezTo>
                    <a:cubicBezTo>
                      <a:pt x="3741" y="5778"/>
                      <a:pt x="3704" y="5778"/>
                      <a:pt x="3667" y="5778"/>
                    </a:cubicBezTo>
                    <a:cubicBezTo>
                      <a:pt x="3667" y="5741"/>
                      <a:pt x="3667" y="5704"/>
                      <a:pt x="3667" y="5667"/>
                    </a:cubicBezTo>
                    <a:cubicBezTo>
                      <a:pt x="3630" y="5667"/>
                      <a:pt x="3593" y="5667"/>
                      <a:pt x="3556" y="5667"/>
                    </a:cubicBezTo>
                    <a:cubicBezTo>
                      <a:pt x="3556" y="5630"/>
                      <a:pt x="3556" y="5593"/>
                      <a:pt x="3556" y="5556"/>
                    </a:cubicBezTo>
                    <a:cubicBezTo>
                      <a:pt x="3519" y="5556"/>
                      <a:pt x="3482" y="5556"/>
                      <a:pt x="3444" y="5556"/>
                    </a:cubicBezTo>
                    <a:cubicBezTo>
                      <a:pt x="3444" y="5519"/>
                      <a:pt x="3444" y="5482"/>
                      <a:pt x="3444" y="5444"/>
                    </a:cubicBezTo>
                    <a:cubicBezTo>
                      <a:pt x="3408" y="5444"/>
                      <a:pt x="3371" y="5444"/>
                      <a:pt x="3333" y="5444"/>
                    </a:cubicBezTo>
                    <a:cubicBezTo>
                      <a:pt x="3333" y="5408"/>
                      <a:pt x="3333" y="5371"/>
                      <a:pt x="3333" y="5333"/>
                    </a:cubicBezTo>
                    <a:cubicBezTo>
                      <a:pt x="3150" y="5333"/>
                      <a:pt x="2967" y="5333"/>
                      <a:pt x="2778" y="5333"/>
                    </a:cubicBezTo>
                    <a:cubicBezTo>
                      <a:pt x="2778" y="5370"/>
                      <a:pt x="2778" y="5407"/>
                      <a:pt x="2778" y="5444"/>
                    </a:cubicBezTo>
                    <a:cubicBezTo>
                      <a:pt x="2741" y="5444"/>
                      <a:pt x="2704" y="5444"/>
                      <a:pt x="2667" y="5444"/>
                    </a:cubicBezTo>
                    <a:cubicBezTo>
                      <a:pt x="2667" y="5481"/>
                      <a:pt x="2667" y="5518"/>
                      <a:pt x="2667" y="5556"/>
                    </a:cubicBezTo>
                    <a:cubicBezTo>
                      <a:pt x="2630" y="5556"/>
                      <a:pt x="2593" y="5556"/>
                      <a:pt x="2556" y="5556"/>
                    </a:cubicBezTo>
                    <a:cubicBezTo>
                      <a:pt x="2556" y="5739"/>
                      <a:pt x="2556" y="5922"/>
                      <a:pt x="2556" y="6111"/>
                    </a:cubicBezTo>
                    <a:cubicBezTo>
                      <a:pt x="2592" y="6111"/>
                      <a:pt x="2629" y="6111"/>
                      <a:pt x="2667" y="6111"/>
                    </a:cubicBezTo>
                    <a:cubicBezTo>
                      <a:pt x="2667" y="6148"/>
                      <a:pt x="2667" y="6184"/>
                      <a:pt x="2667" y="6222"/>
                    </a:cubicBezTo>
                    <a:cubicBezTo>
                      <a:pt x="2703" y="6222"/>
                      <a:pt x="2740" y="6222"/>
                      <a:pt x="2778" y="6222"/>
                    </a:cubicBezTo>
                    <a:cubicBezTo>
                      <a:pt x="2778" y="6259"/>
                      <a:pt x="2778" y="6296"/>
                      <a:pt x="2778" y="6333"/>
                    </a:cubicBezTo>
                    <a:cubicBezTo>
                      <a:pt x="2814" y="6333"/>
                      <a:pt x="2851" y="6333"/>
                      <a:pt x="2889" y="6333"/>
                    </a:cubicBezTo>
                    <a:cubicBezTo>
                      <a:pt x="2889" y="6370"/>
                      <a:pt x="2889" y="6407"/>
                      <a:pt x="2889" y="6444"/>
                    </a:cubicBezTo>
                    <a:cubicBezTo>
                      <a:pt x="2926" y="6444"/>
                      <a:pt x="2962" y="6444"/>
                      <a:pt x="3000" y="6444"/>
                    </a:cubicBezTo>
                    <a:cubicBezTo>
                      <a:pt x="3000" y="6481"/>
                      <a:pt x="3000" y="6518"/>
                      <a:pt x="3000" y="6556"/>
                    </a:cubicBezTo>
                    <a:cubicBezTo>
                      <a:pt x="3037" y="6556"/>
                      <a:pt x="3073" y="6556"/>
                      <a:pt x="3111" y="6556"/>
                    </a:cubicBezTo>
                    <a:cubicBezTo>
                      <a:pt x="3111" y="6592"/>
                      <a:pt x="3111" y="6629"/>
                      <a:pt x="3111" y="6667"/>
                    </a:cubicBezTo>
                    <a:cubicBezTo>
                      <a:pt x="3148" y="6667"/>
                      <a:pt x="3184" y="6667"/>
                      <a:pt x="3222" y="6667"/>
                    </a:cubicBezTo>
                    <a:cubicBezTo>
                      <a:pt x="3222" y="6703"/>
                      <a:pt x="3222" y="6740"/>
                      <a:pt x="3222" y="6778"/>
                    </a:cubicBezTo>
                    <a:cubicBezTo>
                      <a:pt x="3259" y="6778"/>
                      <a:pt x="3296" y="6778"/>
                      <a:pt x="3333" y="6778"/>
                    </a:cubicBezTo>
                    <a:cubicBezTo>
                      <a:pt x="3333" y="6814"/>
                      <a:pt x="3333" y="6851"/>
                      <a:pt x="3333" y="6889"/>
                    </a:cubicBezTo>
                    <a:cubicBezTo>
                      <a:pt x="3370" y="6889"/>
                      <a:pt x="3407" y="6889"/>
                      <a:pt x="3444" y="6889"/>
                    </a:cubicBezTo>
                    <a:cubicBezTo>
                      <a:pt x="3444" y="6926"/>
                      <a:pt x="3444" y="6962"/>
                      <a:pt x="3444" y="7000"/>
                    </a:cubicBezTo>
                    <a:cubicBezTo>
                      <a:pt x="3481" y="7000"/>
                      <a:pt x="3518" y="7000"/>
                      <a:pt x="3556" y="7000"/>
                    </a:cubicBezTo>
                    <a:cubicBezTo>
                      <a:pt x="3556" y="7037"/>
                      <a:pt x="3556" y="7073"/>
                      <a:pt x="3556" y="7111"/>
                    </a:cubicBezTo>
                    <a:cubicBezTo>
                      <a:pt x="3592" y="7111"/>
                      <a:pt x="3629" y="7111"/>
                      <a:pt x="3667" y="7111"/>
                    </a:cubicBezTo>
                    <a:cubicBezTo>
                      <a:pt x="3667" y="7148"/>
                      <a:pt x="3667" y="7184"/>
                      <a:pt x="3667" y="7222"/>
                    </a:cubicBezTo>
                    <a:cubicBezTo>
                      <a:pt x="3703" y="7222"/>
                      <a:pt x="3740" y="7222"/>
                      <a:pt x="3778" y="7222"/>
                    </a:cubicBezTo>
                    <a:cubicBezTo>
                      <a:pt x="3778" y="7259"/>
                      <a:pt x="3778" y="7296"/>
                      <a:pt x="3778" y="7333"/>
                    </a:cubicBezTo>
                    <a:cubicBezTo>
                      <a:pt x="3814" y="7333"/>
                      <a:pt x="3851" y="7333"/>
                      <a:pt x="3889" y="7333"/>
                    </a:cubicBezTo>
                    <a:cubicBezTo>
                      <a:pt x="3889" y="7370"/>
                      <a:pt x="3889" y="7407"/>
                      <a:pt x="3889" y="7444"/>
                    </a:cubicBezTo>
                    <a:cubicBezTo>
                      <a:pt x="3926" y="7444"/>
                      <a:pt x="3962" y="7444"/>
                      <a:pt x="4000" y="7444"/>
                    </a:cubicBezTo>
                    <a:cubicBezTo>
                      <a:pt x="4000" y="7481"/>
                      <a:pt x="4000" y="7518"/>
                      <a:pt x="4000" y="7556"/>
                    </a:cubicBezTo>
                    <a:cubicBezTo>
                      <a:pt x="4037" y="7556"/>
                      <a:pt x="4073" y="7556"/>
                      <a:pt x="4111" y="7556"/>
                    </a:cubicBezTo>
                    <a:cubicBezTo>
                      <a:pt x="4111" y="7592"/>
                      <a:pt x="4111" y="7629"/>
                      <a:pt x="4111" y="7667"/>
                    </a:cubicBezTo>
                    <a:cubicBezTo>
                      <a:pt x="4148" y="7667"/>
                      <a:pt x="4184" y="7667"/>
                      <a:pt x="4222" y="7667"/>
                    </a:cubicBezTo>
                    <a:cubicBezTo>
                      <a:pt x="4222" y="7703"/>
                      <a:pt x="4222" y="7740"/>
                      <a:pt x="4222" y="7778"/>
                    </a:cubicBezTo>
                    <a:cubicBezTo>
                      <a:pt x="4259" y="7778"/>
                      <a:pt x="4296" y="7778"/>
                      <a:pt x="4333" y="7778"/>
                    </a:cubicBezTo>
                    <a:cubicBezTo>
                      <a:pt x="4333" y="7814"/>
                      <a:pt x="4333" y="7851"/>
                      <a:pt x="4333" y="7889"/>
                    </a:cubicBezTo>
                    <a:cubicBezTo>
                      <a:pt x="4370" y="7889"/>
                      <a:pt x="4407" y="7889"/>
                      <a:pt x="4444" y="7889"/>
                    </a:cubicBezTo>
                    <a:cubicBezTo>
                      <a:pt x="4444" y="7926"/>
                      <a:pt x="4444" y="7962"/>
                      <a:pt x="4444" y="8000"/>
                    </a:cubicBezTo>
                    <a:cubicBezTo>
                      <a:pt x="4481" y="8000"/>
                      <a:pt x="4518" y="8000"/>
                      <a:pt x="4556" y="8000"/>
                    </a:cubicBezTo>
                    <a:cubicBezTo>
                      <a:pt x="4556" y="8037"/>
                      <a:pt x="4556" y="8073"/>
                      <a:pt x="4556" y="8111"/>
                    </a:cubicBezTo>
                    <a:cubicBezTo>
                      <a:pt x="4592" y="8111"/>
                      <a:pt x="4629" y="8111"/>
                      <a:pt x="4667" y="8111"/>
                    </a:cubicBezTo>
                    <a:cubicBezTo>
                      <a:pt x="4667" y="8148"/>
                      <a:pt x="4667" y="8184"/>
                      <a:pt x="4667" y="8222"/>
                    </a:cubicBezTo>
                    <a:cubicBezTo>
                      <a:pt x="4703" y="8222"/>
                      <a:pt x="4740" y="8222"/>
                      <a:pt x="4778" y="8222"/>
                    </a:cubicBezTo>
                    <a:cubicBezTo>
                      <a:pt x="4778" y="8259"/>
                      <a:pt x="4778" y="8296"/>
                      <a:pt x="4778" y="8333"/>
                    </a:cubicBezTo>
                    <a:cubicBezTo>
                      <a:pt x="4814" y="8333"/>
                      <a:pt x="4851" y="8333"/>
                      <a:pt x="4889" y="8333"/>
                    </a:cubicBezTo>
                    <a:cubicBezTo>
                      <a:pt x="4889" y="8370"/>
                      <a:pt x="4889" y="8407"/>
                      <a:pt x="4889" y="8444"/>
                    </a:cubicBezTo>
                    <a:cubicBezTo>
                      <a:pt x="5036" y="8444"/>
                      <a:pt x="5182" y="8444"/>
                      <a:pt x="5333" y="8444"/>
                    </a:cubicBezTo>
                    <a:cubicBezTo>
                      <a:pt x="5333" y="8408"/>
                      <a:pt x="5333" y="8371"/>
                      <a:pt x="5333" y="8333"/>
                    </a:cubicBezTo>
                    <a:cubicBezTo>
                      <a:pt x="5407" y="8333"/>
                      <a:pt x="5480" y="8333"/>
                      <a:pt x="5556" y="8333"/>
                    </a:cubicBezTo>
                    <a:cubicBezTo>
                      <a:pt x="5556" y="8297"/>
                      <a:pt x="5556" y="8260"/>
                      <a:pt x="5556" y="8222"/>
                    </a:cubicBezTo>
                    <a:cubicBezTo>
                      <a:pt x="5592" y="8222"/>
                      <a:pt x="5629" y="8222"/>
                      <a:pt x="5667" y="8222"/>
                    </a:cubicBezTo>
                    <a:cubicBezTo>
                      <a:pt x="5667" y="8186"/>
                      <a:pt x="5667" y="8149"/>
                      <a:pt x="5667" y="8111"/>
                    </a:cubicBezTo>
                    <a:cubicBezTo>
                      <a:pt x="5703" y="8111"/>
                      <a:pt x="5740" y="8111"/>
                      <a:pt x="5778" y="8111"/>
                    </a:cubicBezTo>
                    <a:cubicBezTo>
                      <a:pt x="5778" y="8074"/>
                      <a:pt x="5778" y="8038"/>
                      <a:pt x="5778" y="8000"/>
                    </a:cubicBezTo>
                    <a:cubicBezTo>
                      <a:pt x="5814" y="8000"/>
                      <a:pt x="5851" y="8000"/>
                      <a:pt x="5889" y="8000"/>
                    </a:cubicBezTo>
                    <a:cubicBezTo>
                      <a:pt x="5889" y="7963"/>
                      <a:pt x="5889" y="7927"/>
                      <a:pt x="5889" y="7889"/>
                    </a:cubicBezTo>
                    <a:cubicBezTo>
                      <a:pt x="5905" y="7891"/>
                      <a:pt x="5921" y="7893"/>
                      <a:pt x="5937" y="7895"/>
                    </a:cubicBezTo>
                    <a:cubicBezTo>
                      <a:pt x="6022" y="7887"/>
                      <a:pt x="6061" y="7844"/>
                      <a:pt x="6118" y="7785"/>
                    </a:cubicBezTo>
                    <a:cubicBezTo>
                      <a:pt x="6128" y="7775"/>
                      <a:pt x="6138" y="7765"/>
                      <a:pt x="6149" y="7755"/>
                    </a:cubicBezTo>
                    <a:cubicBezTo>
                      <a:pt x="6199" y="7705"/>
                      <a:pt x="6221" y="7676"/>
                      <a:pt x="6229" y="7604"/>
                    </a:cubicBezTo>
                    <a:cubicBezTo>
                      <a:pt x="6227" y="7588"/>
                      <a:pt x="6224" y="7572"/>
                      <a:pt x="6222" y="7556"/>
                    </a:cubicBezTo>
                    <a:cubicBezTo>
                      <a:pt x="6259" y="7556"/>
                      <a:pt x="6296" y="7556"/>
                      <a:pt x="6333" y="7556"/>
                    </a:cubicBezTo>
                    <a:cubicBezTo>
                      <a:pt x="6333" y="7482"/>
                      <a:pt x="6333" y="7409"/>
                      <a:pt x="6333" y="7333"/>
                    </a:cubicBezTo>
                    <a:cubicBezTo>
                      <a:pt x="6370" y="7333"/>
                      <a:pt x="6407" y="7333"/>
                      <a:pt x="6444" y="7333"/>
                    </a:cubicBezTo>
                    <a:cubicBezTo>
                      <a:pt x="6444" y="7297"/>
                      <a:pt x="6444" y="7260"/>
                      <a:pt x="6444" y="7222"/>
                    </a:cubicBezTo>
                    <a:cubicBezTo>
                      <a:pt x="6481" y="7222"/>
                      <a:pt x="6518" y="7222"/>
                      <a:pt x="6556" y="7222"/>
                    </a:cubicBezTo>
                    <a:cubicBezTo>
                      <a:pt x="6556" y="7186"/>
                      <a:pt x="6556" y="7149"/>
                      <a:pt x="6556" y="7111"/>
                    </a:cubicBezTo>
                    <a:cubicBezTo>
                      <a:pt x="6592" y="7111"/>
                      <a:pt x="6629" y="7111"/>
                      <a:pt x="6667" y="7111"/>
                    </a:cubicBezTo>
                    <a:cubicBezTo>
                      <a:pt x="6667" y="7074"/>
                      <a:pt x="6667" y="7038"/>
                      <a:pt x="6667" y="7000"/>
                    </a:cubicBezTo>
                    <a:cubicBezTo>
                      <a:pt x="6703" y="7000"/>
                      <a:pt x="6740" y="7000"/>
                      <a:pt x="6778" y="7000"/>
                    </a:cubicBezTo>
                    <a:cubicBezTo>
                      <a:pt x="6778" y="6963"/>
                      <a:pt x="6778" y="6927"/>
                      <a:pt x="6778" y="6889"/>
                    </a:cubicBezTo>
                    <a:cubicBezTo>
                      <a:pt x="6814" y="6889"/>
                      <a:pt x="6851" y="6889"/>
                      <a:pt x="6889" y="6889"/>
                    </a:cubicBezTo>
                    <a:cubicBezTo>
                      <a:pt x="6889" y="6852"/>
                      <a:pt x="6889" y="6816"/>
                      <a:pt x="6889" y="6778"/>
                    </a:cubicBezTo>
                    <a:cubicBezTo>
                      <a:pt x="6926" y="6778"/>
                      <a:pt x="6962" y="6778"/>
                      <a:pt x="7000" y="6778"/>
                    </a:cubicBezTo>
                    <a:cubicBezTo>
                      <a:pt x="7000" y="6741"/>
                      <a:pt x="7000" y="6704"/>
                      <a:pt x="7000" y="6667"/>
                    </a:cubicBezTo>
                    <a:cubicBezTo>
                      <a:pt x="7037" y="6667"/>
                      <a:pt x="7073" y="6667"/>
                      <a:pt x="7111" y="6667"/>
                    </a:cubicBezTo>
                    <a:cubicBezTo>
                      <a:pt x="7111" y="6630"/>
                      <a:pt x="7111" y="6593"/>
                      <a:pt x="7111" y="6556"/>
                    </a:cubicBezTo>
                    <a:cubicBezTo>
                      <a:pt x="7148" y="6556"/>
                      <a:pt x="7184" y="6556"/>
                      <a:pt x="7222" y="6556"/>
                    </a:cubicBezTo>
                    <a:cubicBezTo>
                      <a:pt x="7222" y="6519"/>
                      <a:pt x="7222" y="6482"/>
                      <a:pt x="7222" y="6444"/>
                    </a:cubicBezTo>
                    <a:cubicBezTo>
                      <a:pt x="7259" y="6444"/>
                      <a:pt x="7296" y="6444"/>
                      <a:pt x="7333" y="6444"/>
                    </a:cubicBezTo>
                    <a:cubicBezTo>
                      <a:pt x="7333" y="6408"/>
                      <a:pt x="7333" y="6371"/>
                      <a:pt x="7333" y="6333"/>
                    </a:cubicBezTo>
                    <a:cubicBezTo>
                      <a:pt x="7350" y="6335"/>
                      <a:pt x="7367" y="6337"/>
                      <a:pt x="7384" y="6339"/>
                    </a:cubicBezTo>
                    <a:cubicBezTo>
                      <a:pt x="7444" y="6333"/>
                      <a:pt x="7444" y="6333"/>
                      <a:pt x="7486" y="6299"/>
                    </a:cubicBezTo>
                    <a:cubicBezTo>
                      <a:pt x="7499" y="6283"/>
                      <a:pt x="7511" y="6267"/>
                      <a:pt x="7524" y="6250"/>
                    </a:cubicBezTo>
                    <a:cubicBezTo>
                      <a:pt x="7531" y="6242"/>
                      <a:pt x="7531" y="6242"/>
                      <a:pt x="7567" y="6198"/>
                    </a:cubicBezTo>
                    <a:cubicBezTo>
                      <a:pt x="7582" y="6180"/>
                      <a:pt x="7596" y="6161"/>
                      <a:pt x="7611" y="6142"/>
                    </a:cubicBezTo>
                    <a:cubicBezTo>
                      <a:pt x="7640" y="6106"/>
                      <a:pt x="7669" y="6071"/>
                      <a:pt x="7698" y="6035"/>
                    </a:cubicBezTo>
                    <a:cubicBezTo>
                      <a:pt x="7711" y="6019"/>
                      <a:pt x="7723" y="6003"/>
                      <a:pt x="7736" y="5986"/>
                    </a:cubicBezTo>
                    <a:cubicBezTo>
                      <a:pt x="7778" y="5944"/>
                      <a:pt x="7778" y="5944"/>
                      <a:pt x="7838" y="5915"/>
                    </a:cubicBezTo>
                    <a:cubicBezTo>
                      <a:pt x="7855" y="5906"/>
                      <a:pt x="7872" y="5898"/>
                      <a:pt x="7889" y="5889"/>
                    </a:cubicBezTo>
                    <a:cubicBezTo>
                      <a:pt x="7896" y="5830"/>
                      <a:pt x="7896" y="5830"/>
                      <a:pt x="7889" y="5778"/>
                    </a:cubicBezTo>
                    <a:cubicBezTo>
                      <a:pt x="7926" y="5778"/>
                      <a:pt x="7962" y="5778"/>
                      <a:pt x="8000" y="5778"/>
                    </a:cubicBezTo>
                    <a:cubicBezTo>
                      <a:pt x="8000" y="5704"/>
                      <a:pt x="8000" y="5631"/>
                      <a:pt x="8000" y="5556"/>
                    </a:cubicBezTo>
                    <a:cubicBezTo>
                      <a:pt x="8037" y="5556"/>
                      <a:pt x="8073" y="5556"/>
                      <a:pt x="8111" y="5556"/>
                    </a:cubicBezTo>
                    <a:cubicBezTo>
                      <a:pt x="8111" y="5519"/>
                      <a:pt x="8111" y="5482"/>
                      <a:pt x="8111" y="5444"/>
                    </a:cubicBezTo>
                    <a:cubicBezTo>
                      <a:pt x="8148" y="5444"/>
                      <a:pt x="8184" y="5444"/>
                      <a:pt x="8222" y="5444"/>
                    </a:cubicBezTo>
                    <a:cubicBezTo>
                      <a:pt x="8222" y="5408"/>
                      <a:pt x="8222" y="5371"/>
                      <a:pt x="8222" y="5333"/>
                    </a:cubicBezTo>
                    <a:cubicBezTo>
                      <a:pt x="8259" y="5333"/>
                      <a:pt x="8296" y="5333"/>
                      <a:pt x="8333" y="5333"/>
                    </a:cubicBezTo>
                    <a:cubicBezTo>
                      <a:pt x="8333" y="5297"/>
                      <a:pt x="8333" y="5260"/>
                      <a:pt x="8333" y="5222"/>
                    </a:cubicBezTo>
                    <a:cubicBezTo>
                      <a:pt x="8370" y="5222"/>
                      <a:pt x="8407" y="5222"/>
                      <a:pt x="8444" y="5222"/>
                    </a:cubicBezTo>
                    <a:cubicBezTo>
                      <a:pt x="8444" y="5186"/>
                      <a:pt x="8444" y="5149"/>
                      <a:pt x="8444" y="5111"/>
                    </a:cubicBezTo>
                    <a:cubicBezTo>
                      <a:pt x="8481" y="5111"/>
                      <a:pt x="8518" y="5111"/>
                      <a:pt x="8556" y="5111"/>
                    </a:cubicBezTo>
                    <a:cubicBezTo>
                      <a:pt x="8556" y="5074"/>
                      <a:pt x="8556" y="5038"/>
                      <a:pt x="8556" y="5000"/>
                    </a:cubicBezTo>
                    <a:cubicBezTo>
                      <a:pt x="8592" y="5000"/>
                      <a:pt x="8629" y="5000"/>
                      <a:pt x="8667" y="5000"/>
                    </a:cubicBezTo>
                    <a:cubicBezTo>
                      <a:pt x="8667" y="4963"/>
                      <a:pt x="8667" y="4927"/>
                      <a:pt x="8667" y="4889"/>
                    </a:cubicBezTo>
                    <a:cubicBezTo>
                      <a:pt x="8703" y="4889"/>
                      <a:pt x="8740" y="4889"/>
                      <a:pt x="8778" y="4889"/>
                    </a:cubicBezTo>
                    <a:cubicBezTo>
                      <a:pt x="8778" y="4852"/>
                      <a:pt x="8778" y="4816"/>
                      <a:pt x="8778" y="4778"/>
                    </a:cubicBezTo>
                    <a:cubicBezTo>
                      <a:pt x="8814" y="4778"/>
                      <a:pt x="8851" y="4778"/>
                      <a:pt x="8889" y="4778"/>
                    </a:cubicBezTo>
                    <a:cubicBezTo>
                      <a:pt x="8889" y="4741"/>
                      <a:pt x="8889" y="4704"/>
                      <a:pt x="8889" y="4667"/>
                    </a:cubicBezTo>
                    <a:cubicBezTo>
                      <a:pt x="8926" y="4667"/>
                      <a:pt x="8962" y="4667"/>
                      <a:pt x="9000" y="4667"/>
                    </a:cubicBezTo>
                    <a:cubicBezTo>
                      <a:pt x="9000" y="4630"/>
                      <a:pt x="9000" y="4593"/>
                      <a:pt x="9000" y="4556"/>
                    </a:cubicBezTo>
                    <a:cubicBezTo>
                      <a:pt x="9037" y="4556"/>
                      <a:pt x="9073" y="4556"/>
                      <a:pt x="9111" y="4556"/>
                    </a:cubicBezTo>
                    <a:cubicBezTo>
                      <a:pt x="9111" y="4519"/>
                      <a:pt x="9111" y="4482"/>
                      <a:pt x="9111" y="4444"/>
                    </a:cubicBezTo>
                    <a:cubicBezTo>
                      <a:pt x="9148" y="4444"/>
                      <a:pt x="9184" y="4444"/>
                      <a:pt x="9222" y="4444"/>
                    </a:cubicBezTo>
                    <a:cubicBezTo>
                      <a:pt x="9222" y="4408"/>
                      <a:pt x="9222" y="4371"/>
                      <a:pt x="9222" y="4333"/>
                    </a:cubicBezTo>
                    <a:cubicBezTo>
                      <a:pt x="9259" y="4333"/>
                      <a:pt x="9296" y="4333"/>
                      <a:pt x="9333" y="4333"/>
                    </a:cubicBezTo>
                    <a:cubicBezTo>
                      <a:pt x="9333" y="4260"/>
                      <a:pt x="9333" y="4187"/>
                      <a:pt x="9333" y="4111"/>
                    </a:cubicBezTo>
                    <a:cubicBezTo>
                      <a:pt x="9370" y="4111"/>
                      <a:pt x="9407" y="4111"/>
                      <a:pt x="9444" y="4111"/>
                    </a:cubicBezTo>
                    <a:cubicBezTo>
                      <a:pt x="9444" y="4001"/>
                      <a:pt x="9444" y="3891"/>
                      <a:pt x="9444" y="3778"/>
                    </a:cubicBezTo>
                    <a:cubicBezTo>
                      <a:pt x="9408" y="3778"/>
                      <a:pt x="9371" y="3778"/>
                      <a:pt x="9333" y="3778"/>
                    </a:cubicBezTo>
                    <a:cubicBezTo>
                      <a:pt x="9333" y="3741"/>
                      <a:pt x="9333" y="3704"/>
                      <a:pt x="9333" y="3667"/>
                    </a:cubicBezTo>
                    <a:cubicBezTo>
                      <a:pt x="9297" y="3667"/>
                      <a:pt x="9260" y="3667"/>
                      <a:pt x="9222" y="3667"/>
                    </a:cubicBezTo>
                    <a:cubicBezTo>
                      <a:pt x="9222" y="3630"/>
                      <a:pt x="9222" y="3593"/>
                      <a:pt x="9222" y="3556"/>
                    </a:cubicBezTo>
                    <a:cubicBezTo>
                      <a:pt x="9149" y="3556"/>
                      <a:pt x="9076" y="3556"/>
                      <a:pt x="9000" y="3556"/>
                    </a:cubicBezTo>
                    <a:cubicBezTo>
                      <a:pt x="9000" y="3519"/>
                      <a:pt x="9000" y="3482"/>
                      <a:pt x="9000" y="3444"/>
                    </a:cubicBezTo>
                    <a:cubicBezTo>
                      <a:pt x="8927" y="3444"/>
                      <a:pt x="8853" y="3444"/>
                      <a:pt x="8778" y="3444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42" name="ICON_SKILL_QUALITY_path_003"/>
              <p:cNvSpPr/>
              <p:nvPr/>
            </p:nvSpPr>
            <p:spPr>
              <a:xfrm>
                <a:off x="4734439" y="1322754"/>
                <a:ext cx="309884" cy="304462"/>
              </a:xfrm>
              <a:custGeom>
                <a:avLst/>
                <a:gdLst/>
                <a:ahLst/>
                <a:cxnLst/>
                <a:rect l="0" t="0" r="r" b="b"/>
                <a:pathLst>
                  <a:path w="24400" h="23973" fill="norm" stroke="0">
                    <a:moveTo>
                      <a:pt x="10487" y="41"/>
                    </a:moveTo>
                    <a:cubicBezTo>
                      <a:pt x="10962" y="34"/>
                      <a:pt x="11436" y="29"/>
                      <a:pt x="11910" y="26"/>
                    </a:cubicBezTo>
                    <a:cubicBezTo>
                      <a:pt x="12130" y="25"/>
                      <a:pt x="12350" y="23"/>
                      <a:pt x="12571" y="20"/>
                    </a:cubicBezTo>
                    <a:cubicBezTo>
                      <a:pt x="12763" y="17"/>
                      <a:pt x="12955" y="15"/>
                      <a:pt x="13147" y="14"/>
                    </a:cubicBezTo>
                    <a:cubicBezTo>
                      <a:pt x="13248" y="14"/>
                      <a:pt x="13350" y="13"/>
                      <a:pt x="13451" y="11"/>
                    </a:cubicBezTo>
                    <a:cubicBezTo>
                      <a:pt x="13547" y="9"/>
                      <a:pt x="13643" y="9"/>
                      <a:pt x="13739" y="9"/>
                    </a:cubicBezTo>
                    <a:cubicBezTo>
                      <a:pt x="13774" y="9"/>
                      <a:pt x="13809" y="9"/>
                      <a:pt x="13844" y="7"/>
                    </a:cubicBezTo>
                    <a:cubicBezTo>
                      <a:pt x="14103" y="0"/>
                      <a:pt x="14103" y="0"/>
                      <a:pt x="14189" y="69"/>
                    </a:cubicBezTo>
                    <a:cubicBezTo>
                      <a:pt x="14244" y="125"/>
                      <a:pt x="14287" y="187"/>
                      <a:pt x="14329" y="253"/>
                    </a:cubicBezTo>
                    <a:cubicBezTo>
                      <a:pt x="14379" y="322"/>
                      <a:pt x="14412" y="340"/>
                      <a:pt x="14487" y="374"/>
                    </a:cubicBezTo>
                    <a:cubicBezTo>
                      <a:pt x="14498" y="428"/>
                      <a:pt x="14498" y="428"/>
                      <a:pt x="14494" y="488"/>
                    </a:cubicBezTo>
                    <a:cubicBezTo>
                      <a:pt x="14493" y="509"/>
                      <a:pt x="14492" y="529"/>
                      <a:pt x="14491" y="549"/>
                    </a:cubicBezTo>
                    <a:cubicBezTo>
                      <a:pt x="14490" y="565"/>
                      <a:pt x="14489" y="580"/>
                      <a:pt x="14487" y="596"/>
                    </a:cubicBezTo>
                    <a:cubicBezTo>
                      <a:pt x="14524" y="596"/>
                      <a:pt x="14561" y="596"/>
                      <a:pt x="14598" y="596"/>
                    </a:cubicBezTo>
                    <a:cubicBezTo>
                      <a:pt x="14598" y="706"/>
                      <a:pt x="14598" y="816"/>
                      <a:pt x="14598" y="929"/>
                    </a:cubicBezTo>
                    <a:cubicBezTo>
                      <a:pt x="14635" y="929"/>
                      <a:pt x="14672" y="929"/>
                      <a:pt x="14710" y="929"/>
                    </a:cubicBezTo>
                    <a:cubicBezTo>
                      <a:pt x="14710" y="1223"/>
                      <a:pt x="14710" y="1516"/>
                      <a:pt x="14710" y="1818"/>
                    </a:cubicBezTo>
                    <a:cubicBezTo>
                      <a:pt x="14746" y="1818"/>
                      <a:pt x="14783" y="1818"/>
                      <a:pt x="14821" y="1818"/>
                    </a:cubicBezTo>
                    <a:cubicBezTo>
                      <a:pt x="14821" y="1965"/>
                      <a:pt x="14821" y="2112"/>
                      <a:pt x="14821" y="2263"/>
                    </a:cubicBezTo>
                    <a:cubicBezTo>
                      <a:pt x="14857" y="2263"/>
                      <a:pt x="14894" y="2263"/>
                      <a:pt x="14932" y="2263"/>
                    </a:cubicBezTo>
                    <a:cubicBezTo>
                      <a:pt x="14932" y="2336"/>
                      <a:pt x="14932" y="2409"/>
                      <a:pt x="14932" y="2485"/>
                    </a:cubicBezTo>
                    <a:cubicBezTo>
                      <a:pt x="14968" y="2485"/>
                      <a:pt x="15005" y="2485"/>
                      <a:pt x="15043" y="2485"/>
                    </a:cubicBezTo>
                    <a:cubicBezTo>
                      <a:pt x="15043" y="2522"/>
                      <a:pt x="15043" y="2558"/>
                      <a:pt x="15043" y="2596"/>
                    </a:cubicBezTo>
                    <a:cubicBezTo>
                      <a:pt x="15116" y="2596"/>
                      <a:pt x="15190" y="2596"/>
                      <a:pt x="15265" y="2596"/>
                    </a:cubicBezTo>
                    <a:cubicBezTo>
                      <a:pt x="15265" y="2633"/>
                      <a:pt x="15265" y="2669"/>
                      <a:pt x="15265" y="2707"/>
                    </a:cubicBezTo>
                    <a:cubicBezTo>
                      <a:pt x="15278" y="2706"/>
                      <a:pt x="15291" y="2706"/>
                      <a:pt x="15304" y="2705"/>
                    </a:cubicBezTo>
                    <a:cubicBezTo>
                      <a:pt x="15363" y="2701"/>
                      <a:pt x="15422" y="2699"/>
                      <a:pt x="15480" y="2697"/>
                    </a:cubicBezTo>
                    <a:cubicBezTo>
                      <a:pt x="15501" y="2695"/>
                      <a:pt x="15521" y="2694"/>
                      <a:pt x="15542" y="2693"/>
                    </a:cubicBezTo>
                    <a:cubicBezTo>
                      <a:pt x="15602" y="2691"/>
                      <a:pt x="15652" y="2692"/>
                      <a:pt x="15710" y="2707"/>
                    </a:cubicBezTo>
                    <a:cubicBezTo>
                      <a:pt x="15744" y="2746"/>
                      <a:pt x="15765" y="2786"/>
                      <a:pt x="15790" y="2832"/>
                    </a:cubicBezTo>
                    <a:cubicBezTo>
                      <a:pt x="15852" y="2916"/>
                      <a:pt x="15956" y="2933"/>
                      <a:pt x="16053" y="2961"/>
                    </a:cubicBezTo>
                    <a:cubicBezTo>
                      <a:pt x="16075" y="2968"/>
                      <a:pt x="16097" y="2974"/>
                      <a:pt x="16120" y="2981"/>
                    </a:cubicBezTo>
                    <a:cubicBezTo>
                      <a:pt x="16187" y="3002"/>
                      <a:pt x="16254" y="3021"/>
                      <a:pt x="16321" y="3041"/>
                    </a:cubicBezTo>
                    <a:cubicBezTo>
                      <a:pt x="16360" y="3052"/>
                      <a:pt x="16400" y="3064"/>
                      <a:pt x="16440" y="3076"/>
                    </a:cubicBezTo>
                    <a:cubicBezTo>
                      <a:pt x="16530" y="3102"/>
                      <a:pt x="16619" y="3127"/>
                      <a:pt x="16710" y="3152"/>
                    </a:cubicBezTo>
                    <a:cubicBezTo>
                      <a:pt x="16710" y="3188"/>
                      <a:pt x="16710" y="3225"/>
                      <a:pt x="16710" y="3263"/>
                    </a:cubicBezTo>
                    <a:cubicBezTo>
                      <a:pt x="16725" y="3262"/>
                      <a:pt x="16741" y="3260"/>
                      <a:pt x="16757" y="3259"/>
                    </a:cubicBezTo>
                    <a:cubicBezTo>
                      <a:pt x="16978" y="3249"/>
                      <a:pt x="17167" y="3306"/>
                      <a:pt x="17376" y="3374"/>
                    </a:cubicBezTo>
                    <a:cubicBezTo>
                      <a:pt x="17376" y="3337"/>
                      <a:pt x="17376" y="3301"/>
                      <a:pt x="17376" y="3263"/>
                    </a:cubicBezTo>
                    <a:cubicBezTo>
                      <a:pt x="17450" y="3263"/>
                      <a:pt x="17523" y="3263"/>
                      <a:pt x="17598" y="3263"/>
                    </a:cubicBezTo>
                    <a:cubicBezTo>
                      <a:pt x="17598" y="3226"/>
                      <a:pt x="17598" y="3189"/>
                      <a:pt x="17598" y="3152"/>
                    </a:cubicBezTo>
                    <a:cubicBezTo>
                      <a:pt x="17635" y="3152"/>
                      <a:pt x="17672" y="3152"/>
                      <a:pt x="17710" y="3152"/>
                    </a:cubicBezTo>
                    <a:cubicBezTo>
                      <a:pt x="17710" y="3115"/>
                      <a:pt x="17710" y="3078"/>
                      <a:pt x="17710" y="3041"/>
                    </a:cubicBezTo>
                    <a:cubicBezTo>
                      <a:pt x="17783" y="3041"/>
                      <a:pt x="17856" y="3041"/>
                      <a:pt x="17932" y="3041"/>
                    </a:cubicBezTo>
                    <a:cubicBezTo>
                      <a:pt x="17932" y="3004"/>
                      <a:pt x="17932" y="2967"/>
                      <a:pt x="17932" y="2929"/>
                    </a:cubicBezTo>
                    <a:cubicBezTo>
                      <a:pt x="17951" y="2923"/>
                      <a:pt x="17971" y="2916"/>
                      <a:pt x="17991" y="2909"/>
                    </a:cubicBezTo>
                    <a:cubicBezTo>
                      <a:pt x="18016" y="2900"/>
                      <a:pt x="18041" y="2890"/>
                      <a:pt x="18067" y="2881"/>
                    </a:cubicBezTo>
                    <a:cubicBezTo>
                      <a:pt x="18080" y="2876"/>
                      <a:pt x="18080" y="2876"/>
                      <a:pt x="18143" y="2854"/>
                    </a:cubicBezTo>
                    <a:cubicBezTo>
                      <a:pt x="18210" y="2818"/>
                      <a:pt x="18210" y="2818"/>
                      <a:pt x="18238" y="2762"/>
                    </a:cubicBezTo>
                    <a:cubicBezTo>
                      <a:pt x="18265" y="2707"/>
                      <a:pt x="18265" y="2707"/>
                      <a:pt x="18329" y="2676"/>
                    </a:cubicBezTo>
                    <a:cubicBezTo>
                      <a:pt x="18379" y="2660"/>
                      <a:pt x="18429" y="2644"/>
                      <a:pt x="18479" y="2627"/>
                    </a:cubicBezTo>
                    <a:cubicBezTo>
                      <a:pt x="18555" y="2590"/>
                      <a:pt x="18566" y="2561"/>
                      <a:pt x="18598" y="2485"/>
                    </a:cubicBezTo>
                    <a:cubicBezTo>
                      <a:pt x="18657" y="2478"/>
                      <a:pt x="18657" y="2478"/>
                      <a:pt x="18710" y="2485"/>
                    </a:cubicBezTo>
                    <a:cubicBezTo>
                      <a:pt x="18710" y="2448"/>
                      <a:pt x="18710" y="2412"/>
                      <a:pt x="18710" y="2374"/>
                    </a:cubicBezTo>
                    <a:cubicBezTo>
                      <a:pt x="19076" y="2374"/>
                      <a:pt x="19443" y="2374"/>
                      <a:pt x="19821" y="2374"/>
                    </a:cubicBezTo>
                    <a:cubicBezTo>
                      <a:pt x="19821" y="2411"/>
                      <a:pt x="19821" y="2447"/>
                      <a:pt x="19821" y="2485"/>
                    </a:cubicBezTo>
                    <a:cubicBezTo>
                      <a:pt x="19838" y="2484"/>
                      <a:pt x="19854" y="2482"/>
                      <a:pt x="19872" y="2481"/>
                    </a:cubicBezTo>
                    <a:cubicBezTo>
                      <a:pt x="19932" y="2485"/>
                      <a:pt x="19932" y="2485"/>
                      <a:pt x="19969" y="2514"/>
                    </a:cubicBezTo>
                    <a:cubicBezTo>
                      <a:pt x="19980" y="2528"/>
                      <a:pt x="19991" y="2542"/>
                      <a:pt x="20002" y="2557"/>
                    </a:cubicBezTo>
                    <a:cubicBezTo>
                      <a:pt x="20009" y="2565"/>
                      <a:pt x="20009" y="2565"/>
                      <a:pt x="20043" y="2606"/>
                    </a:cubicBezTo>
                    <a:cubicBezTo>
                      <a:pt x="20058" y="2625"/>
                      <a:pt x="20073" y="2643"/>
                      <a:pt x="20088" y="2662"/>
                    </a:cubicBezTo>
                    <a:cubicBezTo>
                      <a:pt x="20276" y="2886"/>
                      <a:pt x="20479" y="3094"/>
                      <a:pt x="20685" y="3301"/>
                    </a:cubicBezTo>
                    <a:cubicBezTo>
                      <a:pt x="20700" y="3316"/>
                      <a:pt x="20716" y="3332"/>
                      <a:pt x="20731" y="3347"/>
                    </a:cubicBezTo>
                    <a:cubicBezTo>
                      <a:pt x="20905" y="3522"/>
                      <a:pt x="21079" y="3690"/>
                      <a:pt x="21276" y="3839"/>
                    </a:cubicBezTo>
                    <a:cubicBezTo>
                      <a:pt x="21374" y="3916"/>
                      <a:pt x="21374" y="3916"/>
                      <a:pt x="21385" y="3993"/>
                    </a:cubicBezTo>
                    <a:cubicBezTo>
                      <a:pt x="21382" y="4009"/>
                      <a:pt x="21379" y="4024"/>
                      <a:pt x="21376" y="4041"/>
                    </a:cubicBezTo>
                    <a:cubicBezTo>
                      <a:pt x="21413" y="4041"/>
                      <a:pt x="21450" y="4041"/>
                      <a:pt x="21487" y="4041"/>
                    </a:cubicBezTo>
                    <a:cubicBezTo>
                      <a:pt x="21487" y="4077"/>
                      <a:pt x="21487" y="4114"/>
                      <a:pt x="21487" y="4152"/>
                    </a:cubicBezTo>
                    <a:cubicBezTo>
                      <a:pt x="21524" y="4152"/>
                      <a:pt x="21561" y="4152"/>
                      <a:pt x="21598" y="4152"/>
                    </a:cubicBezTo>
                    <a:cubicBezTo>
                      <a:pt x="21598" y="4188"/>
                      <a:pt x="21598" y="4225"/>
                      <a:pt x="21598" y="4263"/>
                    </a:cubicBezTo>
                    <a:cubicBezTo>
                      <a:pt x="21614" y="4261"/>
                      <a:pt x="21630" y="4259"/>
                      <a:pt x="21647" y="4256"/>
                    </a:cubicBezTo>
                    <a:cubicBezTo>
                      <a:pt x="21732" y="4265"/>
                      <a:pt x="21771" y="4308"/>
                      <a:pt x="21828" y="4367"/>
                    </a:cubicBezTo>
                    <a:cubicBezTo>
                      <a:pt x="21833" y="4372"/>
                      <a:pt x="21833" y="4372"/>
                      <a:pt x="21858" y="4396"/>
                    </a:cubicBezTo>
                    <a:cubicBezTo>
                      <a:pt x="21908" y="4447"/>
                      <a:pt x="21931" y="4476"/>
                      <a:pt x="21938" y="4548"/>
                    </a:cubicBezTo>
                    <a:cubicBezTo>
                      <a:pt x="21936" y="4564"/>
                      <a:pt x="21934" y="4580"/>
                      <a:pt x="21932" y="4596"/>
                    </a:cubicBezTo>
                    <a:cubicBezTo>
                      <a:pt x="21968" y="4596"/>
                      <a:pt x="22005" y="4596"/>
                      <a:pt x="22043" y="4596"/>
                    </a:cubicBezTo>
                    <a:cubicBezTo>
                      <a:pt x="22043" y="4706"/>
                      <a:pt x="22043" y="4816"/>
                      <a:pt x="22043" y="4929"/>
                    </a:cubicBezTo>
                    <a:cubicBezTo>
                      <a:pt x="22080" y="4929"/>
                      <a:pt x="22116" y="4929"/>
                      <a:pt x="22154" y="4929"/>
                    </a:cubicBezTo>
                    <a:cubicBezTo>
                      <a:pt x="22154" y="5039"/>
                      <a:pt x="22154" y="5149"/>
                      <a:pt x="22154" y="5263"/>
                    </a:cubicBezTo>
                    <a:cubicBezTo>
                      <a:pt x="22117" y="5263"/>
                      <a:pt x="22081" y="5263"/>
                      <a:pt x="22043" y="5263"/>
                    </a:cubicBezTo>
                    <a:cubicBezTo>
                      <a:pt x="22043" y="5373"/>
                      <a:pt x="22043" y="5483"/>
                      <a:pt x="22043" y="5596"/>
                    </a:cubicBezTo>
                    <a:cubicBezTo>
                      <a:pt x="22006" y="5596"/>
                      <a:pt x="21970" y="5596"/>
                      <a:pt x="21932" y="5596"/>
                    </a:cubicBezTo>
                    <a:cubicBezTo>
                      <a:pt x="21932" y="5633"/>
                      <a:pt x="21932" y="5669"/>
                      <a:pt x="21932" y="5707"/>
                    </a:cubicBezTo>
                    <a:cubicBezTo>
                      <a:pt x="21895" y="5707"/>
                      <a:pt x="21858" y="5707"/>
                      <a:pt x="21821" y="5707"/>
                    </a:cubicBezTo>
                    <a:cubicBezTo>
                      <a:pt x="21823" y="5722"/>
                      <a:pt x="21825" y="5737"/>
                      <a:pt x="21826" y="5752"/>
                    </a:cubicBezTo>
                    <a:cubicBezTo>
                      <a:pt x="21831" y="5815"/>
                      <a:pt x="21833" y="5868"/>
                      <a:pt x="21821" y="5929"/>
                    </a:cubicBezTo>
                    <a:cubicBezTo>
                      <a:pt x="21781" y="5965"/>
                      <a:pt x="21741" y="5985"/>
                      <a:pt x="21694" y="6010"/>
                    </a:cubicBezTo>
                    <a:cubicBezTo>
                      <a:pt x="21641" y="6051"/>
                      <a:pt x="21640" y="6079"/>
                      <a:pt x="21630" y="6145"/>
                    </a:cubicBezTo>
                    <a:cubicBezTo>
                      <a:pt x="21602" y="6295"/>
                      <a:pt x="21498" y="6398"/>
                      <a:pt x="21376" y="6485"/>
                    </a:cubicBezTo>
                    <a:cubicBezTo>
                      <a:pt x="21340" y="6485"/>
                      <a:pt x="21303" y="6485"/>
                      <a:pt x="21265" y="6485"/>
                    </a:cubicBezTo>
                    <a:cubicBezTo>
                      <a:pt x="21265" y="6558"/>
                      <a:pt x="21265" y="6632"/>
                      <a:pt x="21265" y="6707"/>
                    </a:cubicBezTo>
                    <a:cubicBezTo>
                      <a:pt x="21228" y="6707"/>
                      <a:pt x="21192" y="6707"/>
                      <a:pt x="21154" y="6707"/>
                    </a:cubicBezTo>
                    <a:cubicBezTo>
                      <a:pt x="21154" y="6744"/>
                      <a:pt x="21154" y="6781"/>
                      <a:pt x="21154" y="6818"/>
                    </a:cubicBezTo>
                    <a:cubicBezTo>
                      <a:pt x="21117" y="6818"/>
                      <a:pt x="21081" y="6818"/>
                      <a:pt x="21043" y="6818"/>
                    </a:cubicBezTo>
                    <a:cubicBezTo>
                      <a:pt x="21043" y="6892"/>
                      <a:pt x="21043" y="6965"/>
                      <a:pt x="21043" y="7041"/>
                    </a:cubicBezTo>
                    <a:cubicBezTo>
                      <a:pt x="21006" y="7041"/>
                      <a:pt x="20970" y="7041"/>
                      <a:pt x="20932" y="7041"/>
                    </a:cubicBezTo>
                    <a:cubicBezTo>
                      <a:pt x="20932" y="7114"/>
                      <a:pt x="20932" y="7187"/>
                      <a:pt x="20932" y="7263"/>
                    </a:cubicBezTo>
                    <a:cubicBezTo>
                      <a:pt x="20968" y="7263"/>
                      <a:pt x="21005" y="7263"/>
                      <a:pt x="21043" y="7263"/>
                    </a:cubicBezTo>
                    <a:cubicBezTo>
                      <a:pt x="21043" y="7336"/>
                      <a:pt x="21043" y="7409"/>
                      <a:pt x="21043" y="7485"/>
                    </a:cubicBezTo>
                    <a:cubicBezTo>
                      <a:pt x="21080" y="7485"/>
                      <a:pt x="21116" y="7485"/>
                      <a:pt x="21154" y="7485"/>
                    </a:cubicBezTo>
                    <a:cubicBezTo>
                      <a:pt x="21161" y="7504"/>
                      <a:pt x="21167" y="7524"/>
                      <a:pt x="21174" y="7544"/>
                    </a:cubicBezTo>
                    <a:cubicBezTo>
                      <a:pt x="21184" y="7569"/>
                      <a:pt x="21193" y="7594"/>
                      <a:pt x="21203" y="7620"/>
                    </a:cubicBezTo>
                    <a:cubicBezTo>
                      <a:pt x="21212" y="7646"/>
                      <a:pt x="21221" y="7671"/>
                      <a:pt x="21230" y="7697"/>
                    </a:cubicBezTo>
                    <a:cubicBezTo>
                      <a:pt x="21265" y="7763"/>
                      <a:pt x="21265" y="7763"/>
                      <a:pt x="21323" y="7786"/>
                    </a:cubicBezTo>
                    <a:cubicBezTo>
                      <a:pt x="21376" y="7818"/>
                      <a:pt x="21376" y="7818"/>
                      <a:pt x="21388" y="7862"/>
                    </a:cubicBezTo>
                    <a:cubicBezTo>
                      <a:pt x="21396" y="7941"/>
                      <a:pt x="21400" y="8019"/>
                      <a:pt x="21403" y="8098"/>
                    </a:cubicBezTo>
                    <a:cubicBezTo>
                      <a:pt x="21407" y="8157"/>
                      <a:pt x="21412" y="8207"/>
                      <a:pt x="21432" y="8263"/>
                    </a:cubicBezTo>
                    <a:cubicBezTo>
                      <a:pt x="21470" y="8294"/>
                      <a:pt x="21470" y="8294"/>
                      <a:pt x="21516" y="8318"/>
                    </a:cubicBezTo>
                    <a:cubicBezTo>
                      <a:pt x="21562" y="8343"/>
                      <a:pt x="21562" y="8343"/>
                      <a:pt x="21598" y="8374"/>
                    </a:cubicBezTo>
                    <a:cubicBezTo>
                      <a:pt x="21619" y="8451"/>
                      <a:pt x="21614" y="8524"/>
                      <a:pt x="21609" y="8603"/>
                    </a:cubicBezTo>
                    <a:cubicBezTo>
                      <a:pt x="21608" y="8624"/>
                      <a:pt x="21607" y="8644"/>
                      <a:pt x="21607" y="8666"/>
                    </a:cubicBezTo>
                    <a:cubicBezTo>
                      <a:pt x="21605" y="8717"/>
                      <a:pt x="21602" y="8768"/>
                      <a:pt x="21598" y="8818"/>
                    </a:cubicBezTo>
                    <a:cubicBezTo>
                      <a:pt x="21635" y="8818"/>
                      <a:pt x="21672" y="8818"/>
                      <a:pt x="21710" y="8818"/>
                    </a:cubicBezTo>
                    <a:cubicBezTo>
                      <a:pt x="21710" y="8928"/>
                      <a:pt x="21710" y="9038"/>
                      <a:pt x="21710" y="9152"/>
                    </a:cubicBezTo>
                    <a:cubicBezTo>
                      <a:pt x="21746" y="9152"/>
                      <a:pt x="21783" y="9152"/>
                      <a:pt x="21821" y="9152"/>
                    </a:cubicBezTo>
                    <a:cubicBezTo>
                      <a:pt x="21821" y="9188"/>
                      <a:pt x="21821" y="9225"/>
                      <a:pt x="21821" y="9263"/>
                    </a:cubicBezTo>
                    <a:cubicBezTo>
                      <a:pt x="21857" y="9263"/>
                      <a:pt x="21894" y="9263"/>
                      <a:pt x="21932" y="9263"/>
                    </a:cubicBezTo>
                    <a:cubicBezTo>
                      <a:pt x="21932" y="9299"/>
                      <a:pt x="21932" y="9336"/>
                      <a:pt x="21932" y="9374"/>
                    </a:cubicBezTo>
                    <a:cubicBezTo>
                      <a:pt x="22042" y="9374"/>
                      <a:pt x="22152" y="9374"/>
                      <a:pt x="22265" y="9374"/>
                    </a:cubicBezTo>
                    <a:cubicBezTo>
                      <a:pt x="22265" y="9411"/>
                      <a:pt x="22265" y="9447"/>
                      <a:pt x="22265" y="9485"/>
                    </a:cubicBezTo>
                    <a:cubicBezTo>
                      <a:pt x="22448" y="9485"/>
                      <a:pt x="22632" y="9485"/>
                      <a:pt x="22821" y="9485"/>
                    </a:cubicBezTo>
                    <a:cubicBezTo>
                      <a:pt x="22821" y="9522"/>
                      <a:pt x="22821" y="9558"/>
                      <a:pt x="22821" y="9596"/>
                    </a:cubicBezTo>
                    <a:cubicBezTo>
                      <a:pt x="22967" y="9596"/>
                      <a:pt x="23114" y="9596"/>
                      <a:pt x="23265" y="9596"/>
                    </a:cubicBezTo>
                    <a:cubicBezTo>
                      <a:pt x="23265" y="9633"/>
                      <a:pt x="23265" y="9669"/>
                      <a:pt x="23265" y="9707"/>
                    </a:cubicBezTo>
                    <a:cubicBezTo>
                      <a:pt x="23448" y="9707"/>
                      <a:pt x="23632" y="9707"/>
                      <a:pt x="23821" y="9707"/>
                    </a:cubicBezTo>
                    <a:cubicBezTo>
                      <a:pt x="23821" y="9744"/>
                      <a:pt x="23821" y="9781"/>
                      <a:pt x="23821" y="9818"/>
                    </a:cubicBezTo>
                    <a:cubicBezTo>
                      <a:pt x="23837" y="9816"/>
                      <a:pt x="23853" y="9813"/>
                      <a:pt x="23869" y="9810"/>
                    </a:cubicBezTo>
                    <a:cubicBezTo>
                      <a:pt x="23932" y="9818"/>
                      <a:pt x="23932" y="9818"/>
                      <a:pt x="23987" y="9877"/>
                    </a:cubicBezTo>
                    <a:cubicBezTo>
                      <a:pt x="24006" y="9902"/>
                      <a:pt x="24025" y="9928"/>
                      <a:pt x="24043" y="9954"/>
                    </a:cubicBezTo>
                    <a:cubicBezTo>
                      <a:pt x="24141" y="10091"/>
                      <a:pt x="24141" y="10091"/>
                      <a:pt x="24216" y="10122"/>
                    </a:cubicBezTo>
                    <a:cubicBezTo>
                      <a:pt x="24232" y="10132"/>
                      <a:pt x="24248" y="10142"/>
                      <a:pt x="24265" y="10152"/>
                    </a:cubicBezTo>
                    <a:cubicBezTo>
                      <a:pt x="24274" y="10213"/>
                      <a:pt x="24276" y="10261"/>
                      <a:pt x="24272" y="10322"/>
                    </a:cubicBezTo>
                    <a:cubicBezTo>
                      <a:pt x="24272" y="10337"/>
                      <a:pt x="24271" y="10353"/>
                      <a:pt x="24271" y="10369"/>
                    </a:cubicBezTo>
                    <a:cubicBezTo>
                      <a:pt x="24269" y="10408"/>
                      <a:pt x="24267" y="10446"/>
                      <a:pt x="24265" y="10485"/>
                    </a:cubicBezTo>
                    <a:cubicBezTo>
                      <a:pt x="24302" y="10485"/>
                      <a:pt x="24338" y="10485"/>
                      <a:pt x="24376" y="10485"/>
                    </a:cubicBezTo>
                    <a:cubicBezTo>
                      <a:pt x="24380" y="10879"/>
                      <a:pt x="24383" y="11272"/>
                      <a:pt x="24385" y="11666"/>
                    </a:cubicBezTo>
                    <a:cubicBezTo>
                      <a:pt x="24386" y="11849"/>
                      <a:pt x="24387" y="12031"/>
                      <a:pt x="24389" y="12214"/>
                    </a:cubicBezTo>
                    <a:cubicBezTo>
                      <a:pt x="24390" y="12374"/>
                      <a:pt x="24392" y="12533"/>
                      <a:pt x="24392" y="12692"/>
                    </a:cubicBezTo>
                    <a:cubicBezTo>
                      <a:pt x="24392" y="12777"/>
                      <a:pt x="24393" y="12861"/>
                      <a:pt x="24394" y="12945"/>
                    </a:cubicBezTo>
                    <a:cubicBezTo>
                      <a:pt x="24395" y="13025"/>
                      <a:pt x="24395" y="13104"/>
                      <a:pt x="24395" y="13184"/>
                    </a:cubicBezTo>
                    <a:cubicBezTo>
                      <a:pt x="24395" y="13213"/>
                      <a:pt x="24395" y="13242"/>
                      <a:pt x="24396" y="13271"/>
                    </a:cubicBezTo>
                    <a:cubicBezTo>
                      <a:pt x="24400" y="13473"/>
                      <a:pt x="24361" y="13594"/>
                      <a:pt x="24249" y="13756"/>
                    </a:cubicBezTo>
                    <a:cubicBezTo>
                      <a:pt x="24192" y="13845"/>
                      <a:pt x="24171" y="13937"/>
                      <a:pt x="24154" y="14041"/>
                    </a:cubicBezTo>
                    <a:cubicBezTo>
                      <a:pt x="24117" y="14041"/>
                      <a:pt x="24081" y="14041"/>
                      <a:pt x="24043" y="14041"/>
                    </a:cubicBezTo>
                    <a:cubicBezTo>
                      <a:pt x="24045" y="14049"/>
                      <a:pt x="24045" y="14049"/>
                      <a:pt x="24053" y="14089"/>
                    </a:cubicBezTo>
                    <a:cubicBezTo>
                      <a:pt x="24042" y="14158"/>
                      <a:pt x="24036" y="14168"/>
                      <a:pt x="23984" y="14211"/>
                    </a:cubicBezTo>
                    <a:cubicBezTo>
                      <a:pt x="23874" y="14279"/>
                      <a:pt x="23748" y="14287"/>
                      <a:pt x="23622" y="14299"/>
                    </a:cubicBezTo>
                    <a:cubicBezTo>
                      <a:pt x="23614" y="14300"/>
                      <a:pt x="23614" y="14300"/>
                      <a:pt x="23572" y="14305"/>
                    </a:cubicBezTo>
                    <a:cubicBezTo>
                      <a:pt x="23557" y="14306"/>
                      <a:pt x="23542" y="14307"/>
                      <a:pt x="23527" y="14309"/>
                    </a:cubicBezTo>
                    <a:cubicBezTo>
                      <a:pt x="23487" y="14318"/>
                      <a:pt x="23487" y="14318"/>
                      <a:pt x="23432" y="14374"/>
                    </a:cubicBezTo>
                    <a:cubicBezTo>
                      <a:pt x="23380" y="14380"/>
                      <a:pt x="23380" y="14380"/>
                      <a:pt x="23317" y="14379"/>
                    </a:cubicBezTo>
                    <a:cubicBezTo>
                      <a:pt x="23295" y="14379"/>
                      <a:pt x="23272" y="14379"/>
                      <a:pt x="23249" y="14379"/>
                    </a:cubicBezTo>
                    <a:cubicBezTo>
                      <a:pt x="23226" y="14378"/>
                      <a:pt x="23202" y="14378"/>
                      <a:pt x="23178" y="14377"/>
                    </a:cubicBezTo>
                    <a:cubicBezTo>
                      <a:pt x="23155" y="14377"/>
                      <a:pt x="23131" y="14377"/>
                      <a:pt x="23107" y="14377"/>
                    </a:cubicBezTo>
                    <a:cubicBezTo>
                      <a:pt x="23048" y="14376"/>
                      <a:pt x="22990" y="14375"/>
                      <a:pt x="22932" y="14374"/>
                    </a:cubicBezTo>
                    <a:cubicBezTo>
                      <a:pt x="22932" y="14411"/>
                      <a:pt x="22932" y="14447"/>
                      <a:pt x="22932" y="14485"/>
                    </a:cubicBezTo>
                    <a:cubicBezTo>
                      <a:pt x="22785" y="14485"/>
                      <a:pt x="22638" y="14485"/>
                      <a:pt x="22487" y="14485"/>
                    </a:cubicBezTo>
                    <a:cubicBezTo>
                      <a:pt x="22487" y="14522"/>
                      <a:pt x="22487" y="14558"/>
                      <a:pt x="22487" y="14596"/>
                    </a:cubicBezTo>
                    <a:cubicBezTo>
                      <a:pt x="22304" y="14596"/>
                      <a:pt x="22121" y="14596"/>
                      <a:pt x="21932" y="14596"/>
                    </a:cubicBezTo>
                    <a:cubicBezTo>
                      <a:pt x="21932" y="14633"/>
                      <a:pt x="21932" y="14669"/>
                      <a:pt x="21932" y="14707"/>
                    </a:cubicBezTo>
                    <a:cubicBezTo>
                      <a:pt x="21895" y="14707"/>
                      <a:pt x="21858" y="14707"/>
                      <a:pt x="21821" y="14707"/>
                    </a:cubicBezTo>
                    <a:cubicBezTo>
                      <a:pt x="21821" y="14781"/>
                      <a:pt x="21821" y="14854"/>
                      <a:pt x="21821" y="14929"/>
                    </a:cubicBezTo>
                    <a:cubicBezTo>
                      <a:pt x="21784" y="14929"/>
                      <a:pt x="21747" y="14929"/>
                      <a:pt x="21710" y="14929"/>
                    </a:cubicBezTo>
                    <a:cubicBezTo>
                      <a:pt x="21710" y="15039"/>
                      <a:pt x="21710" y="15149"/>
                      <a:pt x="21710" y="15263"/>
                    </a:cubicBezTo>
                    <a:cubicBezTo>
                      <a:pt x="21673" y="15263"/>
                      <a:pt x="21636" y="15263"/>
                      <a:pt x="21598" y="15263"/>
                    </a:cubicBezTo>
                    <a:cubicBezTo>
                      <a:pt x="21600" y="15286"/>
                      <a:pt x="21602" y="15308"/>
                      <a:pt x="21604" y="15332"/>
                    </a:cubicBezTo>
                    <a:cubicBezTo>
                      <a:pt x="21610" y="15422"/>
                      <a:pt x="21611" y="15506"/>
                      <a:pt x="21598" y="15596"/>
                    </a:cubicBezTo>
                    <a:cubicBezTo>
                      <a:pt x="21559" y="15636"/>
                      <a:pt x="21523" y="15650"/>
                      <a:pt x="21473" y="15672"/>
                    </a:cubicBezTo>
                    <a:cubicBezTo>
                      <a:pt x="21378" y="15753"/>
                      <a:pt x="21387" y="15924"/>
                      <a:pt x="21376" y="16041"/>
                    </a:cubicBezTo>
                    <a:cubicBezTo>
                      <a:pt x="21340" y="16041"/>
                      <a:pt x="21303" y="16041"/>
                      <a:pt x="21265" y="16041"/>
                    </a:cubicBezTo>
                    <a:cubicBezTo>
                      <a:pt x="21228" y="16224"/>
                      <a:pt x="21192" y="16407"/>
                      <a:pt x="21154" y="16596"/>
                    </a:cubicBezTo>
                    <a:cubicBezTo>
                      <a:pt x="21117" y="16596"/>
                      <a:pt x="21081" y="16596"/>
                      <a:pt x="21043" y="16596"/>
                    </a:cubicBezTo>
                    <a:cubicBezTo>
                      <a:pt x="21043" y="16669"/>
                      <a:pt x="21043" y="16743"/>
                      <a:pt x="21043" y="16818"/>
                    </a:cubicBezTo>
                    <a:cubicBezTo>
                      <a:pt x="21006" y="16818"/>
                      <a:pt x="20970" y="16818"/>
                      <a:pt x="20932" y="16818"/>
                    </a:cubicBezTo>
                    <a:cubicBezTo>
                      <a:pt x="20947" y="16864"/>
                      <a:pt x="20964" y="16909"/>
                      <a:pt x="20980" y="16954"/>
                    </a:cubicBezTo>
                    <a:cubicBezTo>
                      <a:pt x="20989" y="16979"/>
                      <a:pt x="20998" y="17004"/>
                      <a:pt x="21008" y="17030"/>
                    </a:cubicBezTo>
                    <a:cubicBezTo>
                      <a:pt x="21043" y="17096"/>
                      <a:pt x="21043" y="17096"/>
                      <a:pt x="21099" y="17124"/>
                    </a:cubicBezTo>
                    <a:cubicBezTo>
                      <a:pt x="21154" y="17152"/>
                      <a:pt x="21154" y="17152"/>
                      <a:pt x="21185" y="17216"/>
                    </a:cubicBezTo>
                    <a:cubicBezTo>
                      <a:pt x="21201" y="17266"/>
                      <a:pt x="21218" y="17316"/>
                      <a:pt x="21234" y="17365"/>
                    </a:cubicBezTo>
                    <a:cubicBezTo>
                      <a:pt x="21272" y="17443"/>
                      <a:pt x="21301" y="17448"/>
                      <a:pt x="21376" y="17485"/>
                    </a:cubicBezTo>
                    <a:cubicBezTo>
                      <a:pt x="21404" y="17545"/>
                      <a:pt x="21404" y="17545"/>
                      <a:pt x="21425" y="17617"/>
                    </a:cubicBezTo>
                    <a:cubicBezTo>
                      <a:pt x="21466" y="17733"/>
                      <a:pt x="21502" y="17784"/>
                      <a:pt x="21605" y="17850"/>
                    </a:cubicBezTo>
                    <a:cubicBezTo>
                      <a:pt x="21706" y="17914"/>
                      <a:pt x="21706" y="17914"/>
                      <a:pt x="21724" y="17989"/>
                    </a:cubicBezTo>
                    <a:cubicBezTo>
                      <a:pt x="21724" y="18045"/>
                      <a:pt x="21720" y="18097"/>
                      <a:pt x="21710" y="18152"/>
                    </a:cubicBezTo>
                    <a:cubicBezTo>
                      <a:pt x="21746" y="18152"/>
                      <a:pt x="21783" y="18152"/>
                      <a:pt x="21821" y="18152"/>
                    </a:cubicBezTo>
                    <a:cubicBezTo>
                      <a:pt x="21821" y="18188"/>
                      <a:pt x="21821" y="18225"/>
                      <a:pt x="21821" y="18263"/>
                    </a:cubicBezTo>
                    <a:cubicBezTo>
                      <a:pt x="21857" y="18263"/>
                      <a:pt x="21894" y="18263"/>
                      <a:pt x="21932" y="18263"/>
                    </a:cubicBezTo>
                    <a:cubicBezTo>
                      <a:pt x="21932" y="18336"/>
                      <a:pt x="21932" y="18409"/>
                      <a:pt x="21932" y="18485"/>
                    </a:cubicBezTo>
                    <a:cubicBezTo>
                      <a:pt x="21968" y="18485"/>
                      <a:pt x="22005" y="18485"/>
                      <a:pt x="22043" y="18485"/>
                    </a:cubicBezTo>
                    <a:cubicBezTo>
                      <a:pt x="22043" y="18742"/>
                      <a:pt x="22043" y="18998"/>
                      <a:pt x="22043" y="19263"/>
                    </a:cubicBezTo>
                    <a:cubicBezTo>
                      <a:pt x="22006" y="19263"/>
                      <a:pt x="21970" y="19263"/>
                      <a:pt x="21932" y="19263"/>
                    </a:cubicBezTo>
                    <a:cubicBezTo>
                      <a:pt x="21933" y="19271"/>
                      <a:pt x="21933" y="19271"/>
                      <a:pt x="21936" y="19314"/>
                    </a:cubicBezTo>
                    <a:cubicBezTo>
                      <a:pt x="21932" y="19374"/>
                      <a:pt x="21932" y="19374"/>
                      <a:pt x="21904" y="19409"/>
                    </a:cubicBezTo>
                    <a:cubicBezTo>
                      <a:pt x="21891" y="19419"/>
                      <a:pt x="21878" y="19430"/>
                      <a:pt x="21864" y="19441"/>
                    </a:cubicBezTo>
                    <a:cubicBezTo>
                      <a:pt x="21848" y="19453"/>
                      <a:pt x="21832" y="19466"/>
                      <a:pt x="21816" y="19480"/>
                    </a:cubicBezTo>
                    <a:cubicBezTo>
                      <a:pt x="21798" y="19494"/>
                      <a:pt x="21780" y="19508"/>
                      <a:pt x="21762" y="19523"/>
                    </a:cubicBezTo>
                    <a:cubicBezTo>
                      <a:pt x="21510" y="19734"/>
                      <a:pt x="21278" y="19965"/>
                      <a:pt x="21046" y="20197"/>
                    </a:cubicBezTo>
                    <a:cubicBezTo>
                      <a:pt x="21037" y="20206"/>
                      <a:pt x="21037" y="20206"/>
                      <a:pt x="20989" y="20254"/>
                    </a:cubicBezTo>
                    <a:cubicBezTo>
                      <a:pt x="20935" y="20308"/>
                      <a:pt x="20880" y="20362"/>
                      <a:pt x="20826" y="20417"/>
                    </a:cubicBezTo>
                    <a:cubicBezTo>
                      <a:pt x="20810" y="20433"/>
                      <a:pt x="20793" y="20450"/>
                      <a:pt x="20776" y="20466"/>
                    </a:cubicBezTo>
                    <a:cubicBezTo>
                      <a:pt x="20761" y="20482"/>
                      <a:pt x="20745" y="20497"/>
                      <a:pt x="20730" y="20513"/>
                    </a:cubicBezTo>
                    <a:cubicBezTo>
                      <a:pt x="20716" y="20527"/>
                      <a:pt x="20703" y="20540"/>
                      <a:pt x="20689" y="20554"/>
                    </a:cubicBezTo>
                    <a:cubicBezTo>
                      <a:pt x="20654" y="20596"/>
                      <a:pt x="20654" y="20596"/>
                      <a:pt x="20625" y="20656"/>
                    </a:cubicBezTo>
                    <a:cubicBezTo>
                      <a:pt x="20621" y="20665"/>
                      <a:pt x="20621" y="20665"/>
                      <a:pt x="20598" y="20707"/>
                    </a:cubicBezTo>
                    <a:cubicBezTo>
                      <a:pt x="20539" y="20714"/>
                      <a:pt x="20539" y="20714"/>
                      <a:pt x="20487" y="20707"/>
                    </a:cubicBezTo>
                    <a:cubicBezTo>
                      <a:pt x="20487" y="20744"/>
                      <a:pt x="20487" y="20781"/>
                      <a:pt x="20487" y="20818"/>
                    </a:cubicBezTo>
                    <a:cubicBezTo>
                      <a:pt x="20451" y="20818"/>
                      <a:pt x="20414" y="20818"/>
                      <a:pt x="20376" y="20818"/>
                    </a:cubicBezTo>
                    <a:cubicBezTo>
                      <a:pt x="20376" y="20855"/>
                      <a:pt x="20376" y="20892"/>
                      <a:pt x="20376" y="20929"/>
                    </a:cubicBezTo>
                    <a:cubicBezTo>
                      <a:pt x="20340" y="20929"/>
                      <a:pt x="20303" y="20929"/>
                      <a:pt x="20265" y="20929"/>
                    </a:cubicBezTo>
                    <a:cubicBezTo>
                      <a:pt x="20265" y="20966"/>
                      <a:pt x="20265" y="21003"/>
                      <a:pt x="20265" y="21041"/>
                    </a:cubicBezTo>
                    <a:cubicBezTo>
                      <a:pt x="20228" y="21041"/>
                      <a:pt x="20192" y="21041"/>
                      <a:pt x="20154" y="21041"/>
                    </a:cubicBezTo>
                    <a:cubicBezTo>
                      <a:pt x="20156" y="21056"/>
                      <a:pt x="20158" y="21072"/>
                      <a:pt x="20160" y="21089"/>
                    </a:cubicBezTo>
                    <a:cubicBezTo>
                      <a:pt x="20152" y="21174"/>
                      <a:pt x="20109" y="21213"/>
                      <a:pt x="20050" y="21270"/>
                    </a:cubicBezTo>
                    <a:cubicBezTo>
                      <a:pt x="20045" y="21275"/>
                      <a:pt x="20045" y="21275"/>
                      <a:pt x="20021" y="21300"/>
                    </a:cubicBezTo>
                    <a:cubicBezTo>
                      <a:pt x="19970" y="21350"/>
                      <a:pt x="19941" y="21373"/>
                      <a:pt x="19869" y="21380"/>
                    </a:cubicBezTo>
                    <a:cubicBezTo>
                      <a:pt x="19853" y="21378"/>
                      <a:pt x="19837" y="21376"/>
                      <a:pt x="19821" y="21374"/>
                    </a:cubicBezTo>
                    <a:cubicBezTo>
                      <a:pt x="19821" y="21411"/>
                      <a:pt x="19821" y="21447"/>
                      <a:pt x="19821" y="21485"/>
                    </a:cubicBezTo>
                    <a:cubicBezTo>
                      <a:pt x="19733" y="21513"/>
                      <a:pt x="19645" y="21541"/>
                      <a:pt x="19557" y="21568"/>
                    </a:cubicBezTo>
                    <a:cubicBezTo>
                      <a:pt x="19532" y="21576"/>
                      <a:pt x="19507" y="21584"/>
                      <a:pt x="19482" y="21592"/>
                    </a:cubicBezTo>
                    <a:cubicBezTo>
                      <a:pt x="19331" y="21639"/>
                      <a:pt x="19201" y="21664"/>
                      <a:pt x="19043" y="21652"/>
                    </a:cubicBezTo>
                    <a:cubicBezTo>
                      <a:pt x="19035" y="21651"/>
                      <a:pt x="19035" y="21651"/>
                      <a:pt x="18996" y="21649"/>
                    </a:cubicBezTo>
                    <a:cubicBezTo>
                      <a:pt x="18742" y="21629"/>
                      <a:pt x="18742" y="21629"/>
                      <a:pt x="18671" y="21557"/>
                    </a:cubicBezTo>
                    <a:cubicBezTo>
                      <a:pt x="18655" y="21528"/>
                      <a:pt x="18640" y="21498"/>
                      <a:pt x="18626" y="21468"/>
                    </a:cubicBezTo>
                    <a:cubicBezTo>
                      <a:pt x="18587" y="21413"/>
                      <a:pt x="18552" y="21413"/>
                      <a:pt x="18487" y="21402"/>
                    </a:cubicBezTo>
                    <a:cubicBezTo>
                      <a:pt x="18384" y="21383"/>
                      <a:pt x="18384" y="21383"/>
                      <a:pt x="18345" y="21336"/>
                    </a:cubicBezTo>
                    <a:cubicBezTo>
                      <a:pt x="18329" y="21306"/>
                      <a:pt x="18313" y="21276"/>
                      <a:pt x="18296" y="21245"/>
                    </a:cubicBezTo>
                    <a:cubicBezTo>
                      <a:pt x="18254" y="21193"/>
                      <a:pt x="18219" y="21191"/>
                      <a:pt x="18154" y="21179"/>
                    </a:cubicBezTo>
                    <a:cubicBezTo>
                      <a:pt x="18051" y="21161"/>
                      <a:pt x="18051" y="21161"/>
                      <a:pt x="18012" y="21113"/>
                    </a:cubicBezTo>
                    <a:cubicBezTo>
                      <a:pt x="17995" y="21083"/>
                      <a:pt x="17979" y="21053"/>
                      <a:pt x="17963" y="21023"/>
                    </a:cubicBezTo>
                    <a:cubicBezTo>
                      <a:pt x="17920" y="20971"/>
                      <a:pt x="17886" y="20969"/>
                      <a:pt x="17821" y="20957"/>
                    </a:cubicBezTo>
                    <a:cubicBezTo>
                      <a:pt x="17717" y="20939"/>
                      <a:pt x="17717" y="20939"/>
                      <a:pt x="17678" y="20891"/>
                    </a:cubicBezTo>
                    <a:cubicBezTo>
                      <a:pt x="17662" y="20861"/>
                      <a:pt x="17646" y="20831"/>
                      <a:pt x="17630" y="20801"/>
                    </a:cubicBezTo>
                    <a:cubicBezTo>
                      <a:pt x="17587" y="20749"/>
                      <a:pt x="17553" y="20747"/>
                      <a:pt x="17487" y="20735"/>
                    </a:cubicBezTo>
                    <a:cubicBezTo>
                      <a:pt x="17384" y="20717"/>
                      <a:pt x="17384" y="20717"/>
                      <a:pt x="17345" y="20669"/>
                    </a:cubicBezTo>
                    <a:cubicBezTo>
                      <a:pt x="17329" y="20639"/>
                      <a:pt x="17313" y="20609"/>
                      <a:pt x="17297" y="20579"/>
                    </a:cubicBezTo>
                    <a:cubicBezTo>
                      <a:pt x="17235" y="20504"/>
                      <a:pt x="17135" y="20498"/>
                      <a:pt x="17043" y="20485"/>
                    </a:cubicBezTo>
                    <a:cubicBezTo>
                      <a:pt x="17043" y="20522"/>
                      <a:pt x="17043" y="20558"/>
                      <a:pt x="17043" y="20596"/>
                    </a:cubicBezTo>
                    <a:cubicBezTo>
                      <a:pt x="16970" y="20596"/>
                      <a:pt x="16896" y="20596"/>
                      <a:pt x="16821" y="20596"/>
                    </a:cubicBezTo>
                    <a:cubicBezTo>
                      <a:pt x="16821" y="20633"/>
                      <a:pt x="16821" y="20669"/>
                      <a:pt x="16821" y="20707"/>
                    </a:cubicBezTo>
                    <a:cubicBezTo>
                      <a:pt x="16801" y="20714"/>
                      <a:pt x="16782" y="20721"/>
                      <a:pt x="16762" y="20728"/>
                    </a:cubicBezTo>
                    <a:cubicBezTo>
                      <a:pt x="16737" y="20737"/>
                      <a:pt x="16711" y="20746"/>
                      <a:pt x="16685" y="20756"/>
                    </a:cubicBezTo>
                    <a:cubicBezTo>
                      <a:pt x="16660" y="20765"/>
                      <a:pt x="16635" y="20774"/>
                      <a:pt x="16609" y="20783"/>
                    </a:cubicBezTo>
                    <a:cubicBezTo>
                      <a:pt x="16543" y="20818"/>
                      <a:pt x="16543" y="20818"/>
                      <a:pt x="16520" y="20876"/>
                    </a:cubicBezTo>
                    <a:cubicBezTo>
                      <a:pt x="16487" y="20929"/>
                      <a:pt x="16487" y="20929"/>
                      <a:pt x="16443" y="20941"/>
                    </a:cubicBezTo>
                    <a:cubicBezTo>
                      <a:pt x="16365" y="20949"/>
                      <a:pt x="16287" y="20953"/>
                      <a:pt x="16208" y="20956"/>
                    </a:cubicBezTo>
                    <a:cubicBezTo>
                      <a:pt x="16149" y="20961"/>
                      <a:pt x="16099" y="20966"/>
                      <a:pt x="16043" y="20985"/>
                    </a:cubicBezTo>
                    <a:cubicBezTo>
                      <a:pt x="16008" y="21026"/>
                      <a:pt x="15985" y="21068"/>
                      <a:pt x="15959" y="21115"/>
                    </a:cubicBezTo>
                    <a:cubicBezTo>
                      <a:pt x="15932" y="21152"/>
                      <a:pt x="15932" y="21152"/>
                      <a:pt x="15892" y="21165"/>
                    </a:cubicBezTo>
                    <a:cubicBezTo>
                      <a:pt x="15846" y="21168"/>
                      <a:pt x="15804" y="21166"/>
                      <a:pt x="15758" y="21162"/>
                    </a:cubicBezTo>
                    <a:cubicBezTo>
                      <a:pt x="15743" y="21161"/>
                      <a:pt x="15727" y="21161"/>
                      <a:pt x="15712" y="21160"/>
                    </a:cubicBezTo>
                    <a:cubicBezTo>
                      <a:pt x="15674" y="21158"/>
                      <a:pt x="15636" y="21155"/>
                      <a:pt x="15598" y="21152"/>
                    </a:cubicBezTo>
                    <a:cubicBezTo>
                      <a:pt x="15598" y="21188"/>
                      <a:pt x="15598" y="21225"/>
                      <a:pt x="15598" y="21263"/>
                    </a:cubicBezTo>
                    <a:cubicBezTo>
                      <a:pt x="15452" y="21263"/>
                      <a:pt x="15305" y="21263"/>
                      <a:pt x="15154" y="21263"/>
                    </a:cubicBezTo>
                    <a:cubicBezTo>
                      <a:pt x="15154" y="21299"/>
                      <a:pt x="15154" y="21336"/>
                      <a:pt x="15154" y="21374"/>
                    </a:cubicBezTo>
                    <a:cubicBezTo>
                      <a:pt x="15081" y="21374"/>
                      <a:pt x="15007" y="21374"/>
                      <a:pt x="14932" y="21374"/>
                    </a:cubicBezTo>
                    <a:cubicBezTo>
                      <a:pt x="14932" y="21411"/>
                      <a:pt x="14932" y="21447"/>
                      <a:pt x="14932" y="21485"/>
                    </a:cubicBezTo>
                    <a:cubicBezTo>
                      <a:pt x="14895" y="21485"/>
                      <a:pt x="14858" y="21485"/>
                      <a:pt x="14821" y="21485"/>
                    </a:cubicBezTo>
                    <a:cubicBezTo>
                      <a:pt x="14821" y="21595"/>
                      <a:pt x="14821" y="21705"/>
                      <a:pt x="14821" y="21818"/>
                    </a:cubicBezTo>
                    <a:cubicBezTo>
                      <a:pt x="14784" y="21818"/>
                      <a:pt x="14747" y="21818"/>
                      <a:pt x="14710" y="21818"/>
                    </a:cubicBezTo>
                    <a:cubicBezTo>
                      <a:pt x="14710" y="22038"/>
                      <a:pt x="14710" y="22258"/>
                      <a:pt x="14710" y="22485"/>
                    </a:cubicBezTo>
                    <a:cubicBezTo>
                      <a:pt x="14673" y="22485"/>
                      <a:pt x="14636" y="22485"/>
                      <a:pt x="14598" y="22485"/>
                    </a:cubicBezTo>
                    <a:cubicBezTo>
                      <a:pt x="14599" y="22505"/>
                      <a:pt x="14600" y="22526"/>
                      <a:pt x="14600" y="22547"/>
                    </a:cubicBezTo>
                    <a:cubicBezTo>
                      <a:pt x="14602" y="22624"/>
                      <a:pt x="14603" y="22701"/>
                      <a:pt x="14605" y="22778"/>
                    </a:cubicBezTo>
                    <a:cubicBezTo>
                      <a:pt x="14605" y="22811"/>
                      <a:pt x="14606" y="22845"/>
                      <a:pt x="14607" y="22878"/>
                    </a:cubicBezTo>
                    <a:cubicBezTo>
                      <a:pt x="14613" y="23107"/>
                      <a:pt x="14593" y="23277"/>
                      <a:pt x="14487" y="23485"/>
                    </a:cubicBezTo>
                    <a:cubicBezTo>
                      <a:pt x="14451" y="23485"/>
                      <a:pt x="14414" y="23485"/>
                      <a:pt x="14376" y="23485"/>
                    </a:cubicBezTo>
                    <a:cubicBezTo>
                      <a:pt x="14376" y="23522"/>
                      <a:pt x="14376" y="23558"/>
                      <a:pt x="14376" y="23596"/>
                    </a:cubicBezTo>
                    <a:cubicBezTo>
                      <a:pt x="14340" y="23596"/>
                      <a:pt x="14303" y="23596"/>
                      <a:pt x="14265" y="23596"/>
                    </a:cubicBezTo>
                    <a:cubicBezTo>
                      <a:pt x="14267" y="23612"/>
                      <a:pt x="14269" y="23628"/>
                      <a:pt x="14271" y="23644"/>
                    </a:cubicBezTo>
                    <a:cubicBezTo>
                      <a:pt x="14261" y="23751"/>
                      <a:pt x="14190" y="23814"/>
                      <a:pt x="14113" y="23882"/>
                    </a:cubicBezTo>
                    <a:cubicBezTo>
                      <a:pt x="13993" y="23973"/>
                      <a:pt x="13845" y="23958"/>
                      <a:pt x="13701" y="23955"/>
                    </a:cubicBezTo>
                    <a:cubicBezTo>
                      <a:pt x="13667" y="23955"/>
                      <a:pt x="13634" y="23955"/>
                      <a:pt x="13600" y="23955"/>
                    </a:cubicBezTo>
                    <a:cubicBezTo>
                      <a:pt x="13508" y="23955"/>
                      <a:pt x="13416" y="23954"/>
                      <a:pt x="13325" y="23952"/>
                    </a:cubicBezTo>
                    <a:cubicBezTo>
                      <a:pt x="13229" y="23951"/>
                      <a:pt x="13133" y="23950"/>
                      <a:pt x="13037" y="23950"/>
                    </a:cubicBezTo>
                    <a:cubicBezTo>
                      <a:pt x="12856" y="23950"/>
                      <a:pt x="12674" y="23948"/>
                      <a:pt x="12493" y="23945"/>
                    </a:cubicBezTo>
                    <a:cubicBezTo>
                      <a:pt x="12286" y="23943"/>
                      <a:pt x="12079" y="23942"/>
                      <a:pt x="11873" y="23941"/>
                    </a:cubicBezTo>
                    <a:cubicBezTo>
                      <a:pt x="11448" y="23938"/>
                      <a:pt x="11023" y="23934"/>
                      <a:pt x="10598" y="23930"/>
                    </a:cubicBezTo>
                    <a:cubicBezTo>
                      <a:pt x="10598" y="23893"/>
                      <a:pt x="10598" y="23856"/>
                      <a:pt x="10598" y="23818"/>
                    </a:cubicBezTo>
                    <a:cubicBezTo>
                      <a:pt x="10585" y="23815"/>
                      <a:pt x="10571" y="23812"/>
                      <a:pt x="10558" y="23808"/>
                    </a:cubicBezTo>
                    <a:cubicBezTo>
                      <a:pt x="10423" y="23775"/>
                      <a:pt x="10289" y="23741"/>
                      <a:pt x="10154" y="23707"/>
                    </a:cubicBezTo>
                    <a:cubicBezTo>
                      <a:pt x="10154" y="23671"/>
                      <a:pt x="10154" y="23634"/>
                      <a:pt x="10154" y="23596"/>
                    </a:cubicBezTo>
                    <a:cubicBezTo>
                      <a:pt x="10117" y="23596"/>
                      <a:pt x="10081" y="23596"/>
                      <a:pt x="10043" y="23596"/>
                    </a:cubicBezTo>
                    <a:cubicBezTo>
                      <a:pt x="10043" y="23559"/>
                      <a:pt x="10043" y="23523"/>
                      <a:pt x="10043" y="23485"/>
                    </a:cubicBezTo>
                    <a:cubicBezTo>
                      <a:pt x="10006" y="23485"/>
                      <a:pt x="9970" y="23485"/>
                      <a:pt x="9932" y="23485"/>
                    </a:cubicBezTo>
                    <a:cubicBezTo>
                      <a:pt x="9932" y="23338"/>
                      <a:pt x="9932" y="23192"/>
                      <a:pt x="9932" y="23041"/>
                    </a:cubicBezTo>
                    <a:cubicBezTo>
                      <a:pt x="9895" y="23041"/>
                      <a:pt x="9858" y="23041"/>
                      <a:pt x="9821" y="23041"/>
                    </a:cubicBezTo>
                    <a:cubicBezTo>
                      <a:pt x="9821" y="22821"/>
                      <a:pt x="9821" y="22601"/>
                      <a:pt x="9821" y="22374"/>
                    </a:cubicBezTo>
                    <a:cubicBezTo>
                      <a:pt x="9784" y="22374"/>
                      <a:pt x="9747" y="22374"/>
                      <a:pt x="9710" y="22374"/>
                    </a:cubicBezTo>
                    <a:cubicBezTo>
                      <a:pt x="9710" y="22117"/>
                      <a:pt x="9710" y="21861"/>
                      <a:pt x="9710" y="21596"/>
                    </a:cubicBezTo>
                    <a:cubicBezTo>
                      <a:pt x="9673" y="21596"/>
                      <a:pt x="9636" y="21596"/>
                      <a:pt x="9598" y="21596"/>
                    </a:cubicBezTo>
                    <a:cubicBezTo>
                      <a:pt x="9575" y="21562"/>
                      <a:pt x="9575" y="21562"/>
                      <a:pt x="9557" y="21516"/>
                    </a:cubicBezTo>
                    <a:cubicBezTo>
                      <a:pt x="9528" y="21466"/>
                      <a:pt x="9506" y="21436"/>
                      <a:pt x="9450" y="21416"/>
                    </a:cubicBezTo>
                    <a:cubicBezTo>
                      <a:pt x="9352" y="21394"/>
                      <a:pt x="9253" y="21383"/>
                      <a:pt x="9154" y="21374"/>
                    </a:cubicBezTo>
                    <a:cubicBezTo>
                      <a:pt x="9154" y="21337"/>
                      <a:pt x="9154" y="21301"/>
                      <a:pt x="9154" y="21263"/>
                    </a:cubicBezTo>
                    <a:cubicBezTo>
                      <a:pt x="9143" y="21264"/>
                      <a:pt x="9143" y="21264"/>
                      <a:pt x="9085" y="21269"/>
                    </a:cubicBezTo>
                    <a:cubicBezTo>
                      <a:pt x="9055" y="21270"/>
                      <a:pt x="9024" y="21272"/>
                      <a:pt x="8994" y="21273"/>
                    </a:cubicBezTo>
                    <a:cubicBezTo>
                      <a:pt x="8987" y="21274"/>
                      <a:pt x="8987" y="21274"/>
                      <a:pt x="8949" y="21277"/>
                    </a:cubicBezTo>
                    <a:cubicBezTo>
                      <a:pt x="8901" y="21279"/>
                      <a:pt x="8866" y="21278"/>
                      <a:pt x="8821" y="21263"/>
                    </a:cubicBezTo>
                    <a:cubicBezTo>
                      <a:pt x="8793" y="21226"/>
                      <a:pt x="8793" y="21226"/>
                      <a:pt x="8768" y="21181"/>
                    </a:cubicBezTo>
                    <a:cubicBezTo>
                      <a:pt x="8723" y="21101"/>
                      <a:pt x="8723" y="21101"/>
                      <a:pt x="8661" y="21080"/>
                    </a:cubicBezTo>
                    <a:cubicBezTo>
                      <a:pt x="8603" y="21073"/>
                      <a:pt x="8546" y="21070"/>
                      <a:pt x="8487" y="21068"/>
                    </a:cubicBezTo>
                    <a:cubicBezTo>
                      <a:pt x="8337" y="21065"/>
                      <a:pt x="8337" y="21065"/>
                      <a:pt x="8265" y="21041"/>
                    </a:cubicBezTo>
                    <a:cubicBezTo>
                      <a:pt x="8228" y="21000"/>
                      <a:pt x="8204" y="20960"/>
                      <a:pt x="8178" y="20913"/>
                    </a:cubicBezTo>
                    <a:cubicBezTo>
                      <a:pt x="8154" y="20874"/>
                      <a:pt x="8154" y="20874"/>
                      <a:pt x="8095" y="20845"/>
                    </a:cubicBezTo>
                    <a:cubicBezTo>
                      <a:pt x="8075" y="20842"/>
                      <a:pt x="8056" y="20839"/>
                      <a:pt x="8036" y="20836"/>
                    </a:cubicBezTo>
                    <a:cubicBezTo>
                      <a:pt x="8026" y="20834"/>
                      <a:pt x="8026" y="20834"/>
                      <a:pt x="7976" y="20825"/>
                    </a:cubicBezTo>
                    <a:cubicBezTo>
                      <a:pt x="7962" y="20823"/>
                      <a:pt x="7947" y="20821"/>
                      <a:pt x="7932" y="20818"/>
                    </a:cubicBezTo>
                    <a:cubicBezTo>
                      <a:pt x="7932" y="20782"/>
                      <a:pt x="7932" y="20745"/>
                      <a:pt x="7932" y="20707"/>
                    </a:cubicBezTo>
                    <a:cubicBezTo>
                      <a:pt x="7858" y="20707"/>
                      <a:pt x="7785" y="20707"/>
                      <a:pt x="7710" y="20707"/>
                    </a:cubicBezTo>
                    <a:cubicBezTo>
                      <a:pt x="7710" y="20671"/>
                      <a:pt x="7710" y="20634"/>
                      <a:pt x="7710" y="20596"/>
                    </a:cubicBezTo>
                    <a:cubicBezTo>
                      <a:pt x="7696" y="20593"/>
                      <a:pt x="7683" y="20589"/>
                      <a:pt x="7669" y="20586"/>
                    </a:cubicBezTo>
                    <a:cubicBezTo>
                      <a:pt x="7534" y="20552"/>
                      <a:pt x="7400" y="20519"/>
                      <a:pt x="7265" y="20485"/>
                    </a:cubicBezTo>
                    <a:cubicBezTo>
                      <a:pt x="7265" y="20522"/>
                      <a:pt x="7265" y="20558"/>
                      <a:pt x="7265" y="20596"/>
                    </a:cubicBezTo>
                    <a:cubicBezTo>
                      <a:pt x="7228" y="20596"/>
                      <a:pt x="7192" y="20596"/>
                      <a:pt x="7154" y="20596"/>
                    </a:cubicBezTo>
                    <a:cubicBezTo>
                      <a:pt x="7154" y="20633"/>
                      <a:pt x="7154" y="20669"/>
                      <a:pt x="7154" y="20707"/>
                    </a:cubicBezTo>
                    <a:cubicBezTo>
                      <a:pt x="7135" y="20714"/>
                      <a:pt x="7115" y="20721"/>
                      <a:pt x="7095" y="20728"/>
                    </a:cubicBezTo>
                    <a:cubicBezTo>
                      <a:pt x="7070" y="20737"/>
                      <a:pt x="7045" y="20746"/>
                      <a:pt x="7019" y="20756"/>
                    </a:cubicBezTo>
                    <a:cubicBezTo>
                      <a:pt x="7006" y="20760"/>
                      <a:pt x="7006" y="20760"/>
                      <a:pt x="6942" y="20783"/>
                    </a:cubicBezTo>
                    <a:cubicBezTo>
                      <a:pt x="6866" y="20824"/>
                      <a:pt x="6854" y="20852"/>
                      <a:pt x="6821" y="20929"/>
                    </a:cubicBezTo>
                    <a:cubicBezTo>
                      <a:pt x="6762" y="20936"/>
                      <a:pt x="6762" y="20936"/>
                      <a:pt x="6710" y="20929"/>
                    </a:cubicBezTo>
                    <a:cubicBezTo>
                      <a:pt x="6710" y="20966"/>
                      <a:pt x="6710" y="21003"/>
                      <a:pt x="6710" y="21041"/>
                    </a:cubicBezTo>
                    <a:cubicBezTo>
                      <a:pt x="6673" y="21041"/>
                      <a:pt x="6636" y="21041"/>
                      <a:pt x="6598" y="21041"/>
                    </a:cubicBezTo>
                    <a:cubicBezTo>
                      <a:pt x="6598" y="21077"/>
                      <a:pt x="6598" y="21114"/>
                      <a:pt x="6598" y="21152"/>
                    </a:cubicBezTo>
                    <a:cubicBezTo>
                      <a:pt x="6525" y="21152"/>
                      <a:pt x="6452" y="21152"/>
                      <a:pt x="6376" y="21152"/>
                    </a:cubicBezTo>
                    <a:cubicBezTo>
                      <a:pt x="6376" y="21188"/>
                      <a:pt x="6376" y="21225"/>
                      <a:pt x="6376" y="21263"/>
                    </a:cubicBezTo>
                    <a:cubicBezTo>
                      <a:pt x="6357" y="21270"/>
                      <a:pt x="6337" y="21276"/>
                      <a:pt x="6317" y="21283"/>
                    </a:cubicBezTo>
                    <a:cubicBezTo>
                      <a:pt x="6292" y="21293"/>
                      <a:pt x="6267" y="21302"/>
                      <a:pt x="6241" y="21311"/>
                    </a:cubicBezTo>
                    <a:cubicBezTo>
                      <a:pt x="6228" y="21316"/>
                      <a:pt x="6228" y="21316"/>
                      <a:pt x="6165" y="21339"/>
                    </a:cubicBezTo>
                    <a:cubicBezTo>
                      <a:pt x="6087" y="21380"/>
                      <a:pt x="6080" y="21408"/>
                      <a:pt x="6043" y="21485"/>
                    </a:cubicBezTo>
                    <a:cubicBezTo>
                      <a:pt x="5904" y="21566"/>
                      <a:pt x="5759" y="21613"/>
                      <a:pt x="5598" y="21596"/>
                    </a:cubicBezTo>
                    <a:cubicBezTo>
                      <a:pt x="5598" y="21633"/>
                      <a:pt x="5598" y="21669"/>
                      <a:pt x="5598" y="21707"/>
                    </a:cubicBezTo>
                    <a:cubicBezTo>
                      <a:pt x="5415" y="21707"/>
                      <a:pt x="5232" y="21707"/>
                      <a:pt x="5043" y="21707"/>
                    </a:cubicBezTo>
                    <a:cubicBezTo>
                      <a:pt x="5043" y="21671"/>
                      <a:pt x="5043" y="21634"/>
                      <a:pt x="5043" y="21596"/>
                    </a:cubicBezTo>
                    <a:cubicBezTo>
                      <a:pt x="4970" y="21596"/>
                      <a:pt x="4896" y="21596"/>
                      <a:pt x="4821" y="21596"/>
                    </a:cubicBezTo>
                    <a:cubicBezTo>
                      <a:pt x="4821" y="21559"/>
                      <a:pt x="4821" y="21523"/>
                      <a:pt x="4821" y="21485"/>
                    </a:cubicBezTo>
                    <a:cubicBezTo>
                      <a:pt x="4807" y="21487"/>
                      <a:pt x="4793" y="21489"/>
                      <a:pt x="4778" y="21492"/>
                    </a:cubicBezTo>
                    <a:cubicBezTo>
                      <a:pt x="4691" y="21500"/>
                      <a:pt x="4625" y="21504"/>
                      <a:pt x="4552" y="21451"/>
                    </a:cubicBezTo>
                    <a:cubicBezTo>
                      <a:pt x="4505" y="21401"/>
                      <a:pt x="4463" y="21349"/>
                      <a:pt x="4421" y="21294"/>
                    </a:cubicBezTo>
                    <a:cubicBezTo>
                      <a:pt x="4388" y="21253"/>
                      <a:pt x="4354" y="21212"/>
                      <a:pt x="4320" y="21172"/>
                    </a:cubicBezTo>
                    <a:cubicBezTo>
                      <a:pt x="4316" y="21166"/>
                      <a:pt x="4316" y="21166"/>
                      <a:pt x="4294" y="21139"/>
                    </a:cubicBezTo>
                    <a:cubicBezTo>
                      <a:pt x="4188" y="21013"/>
                      <a:pt x="4073" y="20896"/>
                      <a:pt x="3956" y="20780"/>
                    </a:cubicBezTo>
                    <a:cubicBezTo>
                      <a:pt x="3945" y="20770"/>
                      <a:pt x="3935" y="20759"/>
                      <a:pt x="3924" y="20748"/>
                    </a:cubicBezTo>
                    <a:cubicBezTo>
                      <a:pt x="3780" y="20604"/>
                      <a:pt x="3633" y="20467"/>
                      <a:pt x="3469" y="20346"/>
                    </a:cubicBezTo>
                    <a:cubicBezTo>
                      <a:pt x="3378" y="20276"/>
                      <a:pt x="3378" y="20276"/>
                      <a:pt x="3368" y="20200"/>
                    </a:cubicBezTo>
                    <a:cubicBezTo>
                      <a:pt x="3371" y="20184"/>
                      <a:pt x="3373" y="20168"/>
                      <a:pt x="3376" y="20152"/>
                    </a:cubicBezTo>
                    <a:cubicBezTo>
                      <a:pt x="3340" y="20152"/>
                      <a:pt x="3303" y="20152"/>
                      <a:pt x="3265" y="20152"/>
                    </a:cubicBezTo>
                    <a:cubicBezTo>
                      <a:pt x="3265" y="20115"/>
                      <a:pt x="3265" y="20078"/>
                      <a:pt x="3265" y="20041"/>
                    </a:cubicBezTo>
                    <a:cubicBezTo>
                      <a:pt x="3228" y="20041"/>
                      <a:pt x="3192" y="20041"/>
                      <a:pt x="3154" y="20041"/>
                    </a:cubicBezTo>
                    <a:cubicBezTo>
                      <a:pt x="3154" y="20004"/>
                      <a:pt x="3154" y="19967"/>
                      <a:pt x="3154" y="19929"/>
                    </a:cubicBezTo>
                    <a:cubicBezTo>
                      <a:pt x="3139" y="19926"/>
                      <a:pt x="3124" y="19923"/>
                      <a:pt x="3109" y="19919"/>
                    </a:cubicBezTo>
                    <a:cubicBezTo>
                      <a:pt x="2884" y="19866"/>
                      <a:pt x="2884" y="19866"/>
                      <a:pt x="2821" y="19818"/>
                    </a:cubicBezTo>
                    <a:cubicBezTo>
                      <a:pt x="2814" y="19759"/>
                      <a:pt x="2814" y="19759"/>
                      <a:pt x="2821" y="19707"/>
                    </a:cubicBezTo>
                    <a:cubicBezTo>
                      <a:pt x="2784" y="19707"/>
                      <a:pt x="2747" y="19707"/>
                      <a:pt x="2710" y="19707"/>
                    </a:cubicBezTo>
                    <a:cubicBezTo>
                      <a:pt x="2710" y="19671"/>
                      <a:pt x="2710" y="19634"/>
                      <a:pt x="2710" y="19596"/>
                    </a:cubicBezTo>
                    <a:cubicBezTo>
                      <a:pt x="2673" y="19596"/>
                      <a:pt x="2636" y="19596"/>
                      <a:pt x="2598" y="19596"/>
                    </a:cubicBezTo>
                    <a:cubicBezTo>
                      <a:pt x="2598" y="19559"/>
                      <a:pt x="2598" y="19523"/>
                      <a:pt x="2598" y="19485"/>
                    </a:cubicBezTo>
                    <a:cubicBezTo>
                      <a:pt x="2562" y="19485"/>
                      <a:pt x="2525" y="19485"/>
                      <a:pt x="2487" y="19485"/>
                    </a:cubicBezTo>
                    <a:cubicBezTo>
                      <a:pt x="2487" y="19412"/>
                      <a:pt x="2487" y="19338"/>
                      <a:pt x="2487" y="19263"/>
                    </a:cubicBezTo>
                    <a:cubicBezTo>
                      <a:pt x="2451" y="19263"/>
                      <a:pt x="2414" y="19263"/>
                      <a:pt x="2376" y="19263"/>
                    </a:cubicBezTo>
                    <a:cubicBezTo>
                      <a:pt x="2376" y="19043"/>
                      <a:pt x="2376" y="18823"/>
                      <a:pt x="2376" y="18596"/>
                    </a:cubicBezTo>
                    <a:cubicBezTo>
                      <a:pt x="2413" y="18596"/>
                      <a:pt x="2450" y="18596"/>
                      <a:pt x="2487" y="18596"/>
                    </a:cubicBezTo>
                    <a:cubicBezTo>
                      <a:pt x="2487" y="18523"/>
                      <a:pt x="2487" y="18449"/>
                      <a:pt x="2487" y="18374"/>
                    </a:cubicBezTo>
                    <a:cubicBezTo>
                      <a:pt x="2524" y="18374"/>
                      <a:pt x="2561" y="18374"/>
                      <a:pt x="2598" y="18374"/>
                    </a:cubicBezTo>
                    <a:cubicBezTo>
                      <a:pt x="2598" y="18301"/>
                      <a:pt x="2598" y="18227"/>
                      <a:pt x="2598" y="18152"/>
                    </a:cubicBezTo>
                    <a:cubicBezTo>
                      <a:pt x="2635" y="18152"/>
                      <a:pt x="2672" y="18152"/>
                      <a:pt x="2710" y="18152"/>
                    </a:cubicBezTo>
                    <a:cubicBezTo>
                      <a:pt x="2710" y="18115"/>
                      <a:pt x="2710" y="18078"/>
                      <a:pt x="2710" y="18041"/>
                    </a:cubicBezTo>
                    <a:cubicBezTo>
                      <a:pt x="2746" y="18041"/>
                      <a:pt x="2783" y="18041"/>
                      <a:pt x="2821" y="18041"/>
                    </a:cubicBezTo>
                    <a:cubicBezTo>
                      <a:pt x="2821" y="17967"/>
                      <a:pt x="2821" y="17894"/>
                      <a:pt x="2821" y="17818"/>
                    </a:cubicBezTo>
                    <a:cubicBezTo>
                      <a:pt x="2857" y="17818"/>
                      <a:pt x="2894" y="17818"/>
                      <a:pt x="2932" y="17818"/>
                    </a:cubicBezTo>
                    <a:cubicBezTo>
                      <a:pt x="2932" y="17782"/>
                      <a:pt x="2932" y="17745"/>
                      <a:pt x="2932" y="17707"/>
                    </a:cubicBezTo>
                    <a:cubicBezTo>
                      <a:pt x="2968" y="17707"/>
                      <a:pt x="3005" y="17707"/>
                      <a:pt x="3043" y="17707"/>
                    </a:cubicBezTo>
                    <a:cubicBezTo>
                      <a:pt x="3043" y="17671"/>
                      <a:pt x="3043" y="17634"/>
                      <a:pt x="3043" y="17596"/>
                    </a:cubicBezTo>
                    <a:cubicBezTo>
                      <a:pt x="3080" y="17596"/>
                      <a:pt x="3116" y="17596"/>
                      <a:pt x="3154" y="17596"/>
                    </a:cubicBezTo>
                    <a:cubicBezTo>
                      <a:pt x="3154" y="17523"/>
                      <a:pt x="3154" y="17449"/>
                      <a:pt x="3154" y="17374"/>
                    </a:cubicBezTo>
                    <a:cubicBezTo>
                      <a:pt x="3191" y="17374"/>
                      <a:pt x="3227" y="17374"/>
                      <a:pt x="3265" y="17374"/>
                    </a:cubicBezTo>
                    <a:cubicBezTo>
                      <a:pt x="3265" y="17337"/>
                      <a:pt x="3265" y="17301"/>
                      <a:pt x="3265" y="17263"/>
                    </a:cubicBezTo>
                    <a:cubicBezTo>
                      <a:pt x="3302" y="17263"/>
                      <a:pt x="3338" y="17263"/>
                      <a:pt x="3376" y="17263"/>
                    </a:cubicBezTo>
                    <a:cubicBezTo>
                      <a:pt x="3376" y="17189"/>
                      <a:pt x="3376" y="17116"/>
                      <a:pt x="3376" y="17041"/>
                    </a:cubicBezTo>
                    <a:cubicBezTo>
                      <a:pt x="3413" y="17041"/>
                      <a:pt x="3450" y="17041"/>
                      <a:pt x="3487" y="17041"/>
                    </a:cubicBezTo>
                    <a:cubicBezTo>
                      <a:pt x="3487" y="16967"/>
                      <a:pt x="3487" y="16894"/>
                      <a:pt x="3487" y="16818"/>
                    </a:cubicBezTo>
                    <a:cubicBezTo>
                      <a:pt x="3451" y="16818"/>
                      <a:pt x="3414" y="16818"/>
                      <a:pt x="3376" y="16818"/>
                    </a:cubicBezTo>
                    <a:cubicBezTo>
                      <a:pt x="3376" y="16745"/>
                      <a:pt x="3376" y="16672"/>
                      <a:pt x="3376" y="16596"/>
                    </a:cubicBezTo>
                    <a:cubicBezTo>
                      <a:pt x="3340" y="16596"/>
                      <a:pt x="3303" y="16596"/>
                      <a:pt x="3265" y="16596"/>
                    </a:cubicBezTo>
                    <a:cubicBezTo>
                      <a:pt x="3265" y="16523"/>
                      <a:pt x="3265" y="16449"/>
                      <a:pt x="3265" y="16374"/>
                    </a:cubicBezTo>
                    <a:cubicBezTo>
                      <a:pt x="3228" y="16374"/>
                      <a:pt x="3192" y="16374"/>
                      <a:pt x="3154" y="16374"/>
                    </a:cubicBezTo>
                    <a:cubicBezTo>
                      <a:pt x="3154" y="16301"/>
                      <a:pt x="3154" y="16227"/>
                      <a:pt x="3154" y="16152"/>
                    </a:cubicBezTo>
                    <a:cubicBezTo>
                      <a:pt x="3117" y="16152"/>
                      <a:pt x="3081" y="16152"/>
                      <a:pt x="3043" y="16152"/>
                    </a:cubicBezTo>
                    <a:cubicBezTo>
                      <a:pt x="3043" y="16042"/>
                      <a:pt x="3043" y="15932"/>
                      <a:pt x="3043" y="15818"/>
                    </a:cubicBezTo>
                    <a:cubicBezTo>
                      <a:pt x="3006" y="15818"/>
                      <a:pt x="2970" y="15818"/>
                      <a:pt x="2932" y="15818"/>
                    </a:cubicBezTo>
                    <a:cubicBezTo>
                      <a:pt x="2932" y="15708"/>
                      <a:pt x="2932" y="15598"/>
                      <a:pt x="2932" y="15485"/>
                    </a:cubicBezTo>
                    <a:cubicBezTo>
                      <a:pt x="2895" y="15485"/>
                      <a:pt x="2858" y="15485"/>
                      <a:pt x="2821" y="15485"/>
                    </a:cubicBezTo>
                    <a:cubicBezTo>
                      <a:pt x="2821" y="15412"/>
                      <a:pt x="2821" y="15338"/>
                      <a:pt x="2821" y="15263"/>
                    </a:cubicBezTo>
                    <a:cubicBezTo>
                      <a:pt x="2784" y="15263"/>
                      <a:pt x="2747" y="15263"/>
                      <a:pt x="2710" y="15263"/>
                    </a:cubicBezTo>
                    <a:cubicBezTo>
                      <a:pt x="2710" y="15153"/>
                      <a:pt x="2710" y="15043"/>
                      <a:pt x="2710" y="14929"/>
                    </a:cubicBezTo>
                    <a:cubicBezTo>
                      <a:pt x="2673" y="14929"/>
                      <a:pt x="2636" y="14929"/>
                      <a:pt x="2598" y="14929"/>
                    </a:cubicBezTo>
                    <a:cubicBezTo>
                      <a:pt x="2598" y="14856"/>
                      <a:pt x="2598" y="14783"/>
                      <a:pt x="2598" y="14707"/>
                    </a:cubicBezTo>
                    <a:cubicBezTo>
                      <a:pt x="2562" y="14707"/>
                      <a:pt x="2525" y="14707"/>
                      <a:pt x="2487" y="14707"/>
                    </a:cubicBezTo>
                    <a:cubicBezTo>
                      <a:pt x="2487" y="14671"/>
                      <a:pt x="2487" y="14634"/>
                      <a:pt x="2487" y="14596"/>
                    </a:cubicBezTo>
                    <a:cubicBezTo>
                      <a:pt x="2304" y="14596"/>
                      <a:pt x="2121" y="14596"/>
                      <a:pt x="1932" y="14596"/>
                    </a:cubicBezTo>
                    <a:cubicBezTo>
                      <a:pt x="1932" y="14559"/>
                      <a:pt x="1932" y="14523"/>
                      <a:pt x="1932" y="14485"/>
                    </a:cubicBezTo>
                    <a:cubicBezTo>
                      <a:pt x="1924" y="14485"/>
                      <a:pt x="1924" y="14485"/>
                      <a:pt x="1887" y="14486"/>
                    </a:cubicBezTo>
                    <a:cubicBezTo>
                      <a:pt x="1820" y="14487"/>
                      <a:pt x="1752" y="14488"/>
                      <a:pt x="1685" y="14488"/>
                    </a:cubicBezTo>
                    <a:cubicBezTo>
                      <a:pt x="1662" y="14489"/>
                      <a:pt x="1638" y="14489"/>
                      <a:pt x="1614" y="14490"/>
                    </a:cubicBezTo>
                    <a:cubicBezTo>
                      <a:pt x="1603" y="14490"/>
                      <a:pt x="1603" y="14490"/>
                      <a:pt x="1547" y="14490"/>
                    </a:cubicBezTo>
                    <a:cubicBezTo>
                      <a:pt x="1536" y="14491"/>
                      <a:pt x="1536" y="14491"/>
                      <a:pt x="1484" y="14491"/>
                    </a:cubicBezTo>
                    <a:cubicBezTo>
                      <a:pt x="1432" y="14485"/>
                      <a:pt x="1432" y="14485"/>
                      <a:pt x="1376" y="14429"/>
                    </a:cubicBezTo>
                    <a:cubicBezTo>
                      <a:pt x="1319" y="14418"/>
                      <a:pt x="1319" y="14418"/>
                      <a:pt x="1249" y="14412"/>
                    </a:cubicBezTo>
                    <a:cubicBezTo>
                      <a:pt x="1224" y="14410"/>
                      <a:pt x="1200" y="14407"/>
                      <a:pt x="1174" y="14405"/>
                    </a:cubicBezTo>
                    <a:cubicBezTo>
                      <a:pt x="1161" y="14404"/>
                      <a:pt x="1161" y="14404"/>
                      <a:pt x="1095" y="14398"/>
                    </a:cubicBezTo>
                    <a:cubicBezTo>
                      <a:pt x="1069" y="14396"/>
                      <a:pt x="1042" y="14393"/>
                      <a:pt x="1015" y="14391"/>
                    </a:cubicBezTo>
                    <a:cubicBezTo>
                      <a:pt x="951" y="14385"/>
                      <a:pt x="886" y="14379"/>
                      <a:pt x="821" y="14374"/>
                    </a:cubicBezTo>
                    <a:cubicBezTo>
                      <a:pt x="821" y="14337"/>
                      <a:pt x="821" y="14301"/>
                      <a:pt x="821" y="14263"/>
                    </a:cubicBezTo>
                    <a:cubicBezTo>
                      <a:pt x="799" y="14266"/>
                      <a:pt x="778" y="14269"/>
                      <a:pt x="756" y="14273"/>
                    </a:cubicBezTo>
                    <a:cubicBezTo>
                      <a:pt x="532" y="14296"/>
                      <a:pt x="532" y="14296"/>
                      <a:pt x="451" y="14236"/>
                    </a:cubicBezTo>
                    <a:cubicBezTo>
                      <a:pt x="397" y="14180"/>
                      <a:pt x="355" y="14117"/>
                      <a:pt x="313" y="14051"/>
                    </a:cubicBezTo>
                    <a:cubicBezTo>
                      <a:pt x="265" y="13985"/>
                      <a:pt x="265" y="13985"/>
                      <a:pt x="204" y="13956"/>
                    </a:cubicBezTo>
                    <a:cubicBezTo>
                      <a:pt x="187" y="13947"/>
                      <a:pt x="171" y="13938"/>
                      <a:pt x="154" y="13929"/>
                    </a:cubicBezTo>
                    <a:cubicBezTo>
                      <a:pt x="143" y="13875"/>
                      <a:pt x="143" y="13875"/>
                      <a:pt x="147" y="13815"/>
                    </a:cubicBezTo>
                    <a:cubicBezTo>
                      <a:pt x="148" y="13795"/>
                      <a:pt x="149" y="13775"/>
                      <a:pt x="150" y="13754"/>
                    </a:cubicBezTo>
                    <a:cubicBezTo>
                      <a:pt x="151" y="13739"/>
                      <a:pt x="153" y="13723"/>
                      <a:pt x="154" y="13707"/>
                    </a:cubicBezTo>
                    <a:cubicBezTo>
                      <a:pt x="117" y="13707"/>
                      <a:pt x="81" y="13707"/>
                      <a:pt x="43" y="13707"/>
                    </a:cubicBezTo>
                    <a:cubicBezTo>
                      <a:pt x="36" y="13270"/>
                      <a:pt x="31" y="12833"/>
                      <a:pt x="28" y="12396"/>
                    </a:cubicBezTo>
                    <a:cubicBezTo>
                      <a:pt x="27" y="12193"/>
                      <a:pt x="25" y="11990"/>
                      <a:pt x="22" y="11787"/>
                    </a:cubicBezTo>
                    <a:cubicBezTo>
                      <a:pt x="19" y="11610"/>
                      <a:pt x="17" y="11433"/>
                      <a:pt x="17" y="11256"/>
                    </a:cubicBezTo>
                    <a:cubicBezTo>
                      <a:pt x="16" y="11163"/>
                      <a:pt x="16" y="11069"/>
                      <a:pt x="13" y="10975"/>
                    </a:cubicBezTo>
                    <a:cubicBezTo>
                      <a:pt x="0" y="10328"/>
                      <a:pt x="0" y="10328"/>
                      <a:pt x="141" y="10172"/>
                    </a:cubicBezTo>
                    <a:cubicBezTo>
                      <a:pt x="197" y="10121"/>
                      <a:pt x="257" y="10082"/>
                      <a:pt x="321" y="10041"/>
                    </a:cubicBezTo>
                    <a:cubicBezTo>
                      <a:pt x="364" y="9987"/>
                      <a:pt x="364" y="9987"/>
                      <a:pt x="393" y="9941"/>
                    </a:cubicBezTo>
                    <a:cubicBezTo>
                      <a:pt x="536" y="9724"/>
                      <a:pt x="536" y="9724"/>
                      <a:pt x="654" y="9693"/>
                    </a:cubicBezTo>
                    <a:cubicBezTo>
                      <a:pt x="785" y="9679"/>
                      <a:pt x="913" y="9688"/>
                      <a:pt x="1043" y="9707"/>
                    </a:cubicBezTo>
                    <a:cubicBezTo>
                      <a:pt x="1043" y="9671"/>
                      <a:pt x="1043" y="9634"/>
                      <a:pt x="1043" y="9596"/>
                    </a:cubicBezTo>
                    <a:cubicBezTo>
                      <a:pt x="1226" y="9596"/>
                      <a:pt x="1410" y="9596"/>
                      <a:pt x="1598" y="9596"/>
                    </a:cubicBezTo>
                    <a:cubicBezTo>
                      <a:pt x="1598" y="9560"/>
                      <a:pt x="1598" y="9523"/>
                      <a:pt x="1598" y="9485"/>
                    </a:cubicBezTo>
                    <a:cubicBezTo>
                      <a:pt x="1617" y="9484"/>
                      <a:pt x="1636" y="9482"/>
                      <a:pt x="1656" y="9481"/>
                    </a:cubicBezTo>
                    <a:cubicBezTo>
                      <a:pt x="1728" y="9475"/>
                      <a:pt x="1799" y="9470"/>
                      <a:pt x="1871" y="9464"/>
                    </a:cubicBezTo>
                    <a:cubicBezTo>
                      <a:pt x="1902" y="9462"/>
                      <a:pt x="1933" y="9460"/>
                      <a:pt x="1963" y="9457"/>
                    </a:cubicBezTo>
                    <a:cubicBezTo>
                      <a:pt x="2142" y="9444"/>
                      <a:pt x="2315" y="9426"/>
                      <a:pt x="2487" y="9374"/>
                    </a:cubicBezTo>
                    <a:cubicBezTo>
                      <a:pt x="2487" y="9337"/>
                      <a:pt x="2487" y="9301"/>
                      <a:pt x="2487" y="9263"/>
                    </a:cubicBezTo>
                    <a:cubicBezTo>
                      <a:pt x="2524" y="9263"/>
                      <a:pt x="2561" y="9263"/>
                      <a:pt x="2598" y="9263"/>
                    </a:cubicBezTo>
                    <a:cubicBezTo>
                      <a:pt x="2598" y="9189"/>
                      <a:pt x="2598" y="9116"/>
                      <a:pt x="2598" y="9041"/>
                    </a:cubicBezTo>
                    <a:cubicBezTo>
                      <a:pt x="2635" y="9041"/>
                      <a:pt x="2672" y="9041"/>
                      <a:pt x="2710" y="9041"/>
                    </a:cubicBezTo>
                    <a:cubicBezTo>
                      <a:pt x="2710" y="8931"/>
                      <a:pt x="2710" y="8821"/>
                      <a:pt x="2710" y="8707"/>
                    </a:cubicBezTo>
                    <a:cubicBezTo>
                      <a:pt x="2746" y="8707"/>
                      <a:pt x="2783" y="8707"/>
                      <a:pt x="2821" y="8707"/>
                    </a:cubicBezTo>
                    <a:cubicBezTo>
                      <a:pt x="2821" y="8634"/>
                      <a:pt x="2821" y="8561"/>
                      <a:pt x="2821" y="8485"/>
                    </a:cubicBezTo>
                    <a:cubicBezTo>
                      <a:pt x="2857" y="8485"/>
                      <a:pt x="2894" y="8485"/>
                      <a:pt x="2932" y="8485"/>
                    </a:cubicBezTo>
                    <a:cubicBezTo>
                      <a:pt x="2930" y="8468"/>
                      <a:pt x="2929" y="8451"/>
                      <a:pt x="2927" y="8433"/>
                    </a:cubicBezTo>
                    <a:cubicBezTo>
                      <a:pt x="2917" y="8236"/>
                      <a:pt x="2963" y="8119"/>
                      <a:pt x="3067" y="7954"/>
                    </a:cubicBezTo>
                    <a:cubicBezTo>
                      <a:pt x="3162" y="7800"/>
                      <a:pt x="3233" y="7664"/>
                      <a:pt x="3265" y="7485"/>
                    </a:cubicBezTo>
                    <a:cubicBezTo>
                      <a:pt x="3302" y="7485"/>
                      <a:pt x="3338" y="7485"/>
                      <a:pt x="3376" y="7485"/>
                    </a:cubicBezTo>
                    <a:cubicBezTo>
                      <a:pt x="3376" y="7412"/>
                      <a:pt x="3376" y="7338"/>
                      <a:pt x="3376" y="7263"/>
                    </a:cubicBezTo>
                    <a:cubicBezTo>
                      <a:pt x="3413" y="7263"/>
                      <a:pt x="3450" y="7263"/>
                      <a:pt x="3487" y="7263"/>
                    </a:cubicBezTo>
                    <a:cubicBezTo>
                      <a:pt x="3472" y="7199"/>
                      <a:pt x="3455" y="7135"/>
                      <a:pt x="3439" y="7072"/>
                    </a:cubicBezTo>
                    <a:cubicBezTo>
                      <a:pt x="3434" y="7054"/>
                      <a:pt x="3430" y="7036"/>
                      <a:pt x="3425" y="7017"/>
                    </a:cubicBezTo>
                    <a:cubicBezTo>
                      <a:pt x="3412" y="6967"/>
                      <a:pt x="3399" y="6921"/>
                      <a:pt x="3376" y="6874"/>
                    </a:cubicBezTo>
                    <a:cubicBezTo>
                      <a:pt x="3317" y="6841"/>
                      <a:pt x="3317" y="6841"/>
                      <a:pt x="3265" y="6818"/>
                    </a:cubicBezTo>
                    <a:cubicBezTo>
                      <a:pt x="3254" y="6764"/>
                      <a:pt x="3254" y="6764"/>
                      <a:pt x="3258" y="6704"/>
                    </a:cubicBezTo>
                    <a:cubicBezTo>
                      <a:pt x="3259" y="6684"/>
                      <a:pt x="3260" y="6664"/>
                      <a:pt x="3261" y="6643"/>
                    </a:cubicBezTo>
                    <a:cubicBezTo>
                      <a:pt x="3262" y="6627"/>
                      <a:pt x="3264" y="6612"/>
                      <a:pt x="3265" y="6596"/>
                    </a:cubicBezTo>
                    <a:cubicBezTo>
                      <a:pt x="3249" y="6600"/>
                      <a:pt x="3233" y="6604"/>
                      <a:pt x="3216" y="6608"/>
                    </a:cubicBezTo>
                    <a:cubicBezTo>
                      <a:pt x="3154" y="6596"/>
                      <a:pt x="3154" y="6596"/>
                      <a:pt x="3126" y="6561"/>
                    </a:cubicBezTo>
                    <a:cubicBezTo>
                      <a:pt x="3096" y="6510"/>
                      <a:pt x="3069" y="6458"/>
                      <a:pt x="3043" y="6405"/>
                    </a:cubicBezTo>
                    <a:cubicBezTo>
                      <a:pt x="2937" y="6197"/>
                      <a:pt x="2937" y="6197"/>
                      <a:pt x="2821" y="6152"/>
                    </a:cubicBezTo>
                    <a:cubicBezTo>
                      <a:pt x="2814" y="6093"/>
                      <a:pt x="2814" y="6093"/>
                      <a:pt x="2821" y="6041"/>
                    </a:cubicBezTo>
                    <a:cubicBezTo>
                      <a:pt x="2784" y="6041"/>
                      <a:pt x="2747" y="6041"/>
                      <a:pt x="2710" y="6041"/>
                    </a:cubicBezTo>
                    <a:cubicBezTo>
                      <a:pt x="2710" y="5967"/>
                      <a:pt x="2710" y="5894"/>
                      <a:pt x="2710" y="5818"/>
                    </a:cubicBezTo>
                    <a:cubicBezTo>
                      <a:pt x="2673" y="5818"/>
                      <a:pt x="2636" y="5818"/>
                      <a:pt x="2598" y="5818"/>
                    </a:cubicBezTo>
                    <a:cubicBezTo>
                      <a:pt x="2534" y="5762"/>
                      <a:pt x="2493" y="5688"/>
                      <a:pt x="2480" y="5604"/>
                    </a:cubicBezTo>
                    <a:cubicBezTo>
                      <a:pt x="2480" y="5558"/>
                      <a:pt x="2480" y="5558"/>
                      <a:pt x="2487" y="5485"/>
                    </a:cubicBezTo>
                    <a:cubicBezTo>
                      <a:pt x="2451" y="5485"/>
                      <a:pt x="2414" y="5485"/>
                      <a:pt x="2376" y="5485"/>
                    </a:cubicBezTo>
                    <a:cubicBezTo>
                      <a:pt x="2376" y="5265"/>
                      <a:pt x="2376" y="5045"/>
                      <a:pt x="2376" y="4818"/>
                    </a:cubicBezTo>
                    <a:cubicBezTo>
                      <a:pt x="2413" y="4818"/>
                      <a:pt x="2450" y="4818"/>
                      <a:pt x="2487" y="4818"/>
                    </a:cubicBezTo>
                    <a:cubicBezTo>
                      <a:pt x="2487" y="4745"/>
                      <a:pt x="2487" y="4672"/>
                      <a:pt x="2487" y="4596"/>
                    </a:cubicBezTo>
                    <a:cubicBezTo>
                      <a:pt x="2524" y="4596"/>
                      <a:pt x="2561" y="4596"/>
                      <a:pt x="2598" y="4596"/>
                    </a:cubicBezTo>
                    <a:cubicBezTo>
                      <a:pt x="2597" y="4579"/>
                      <a:pt x="2595" y="4563"/>
                      <a:pt x="2593" y="4546"/>
                    </a:cubicBezTo>
                    <a:cubicBezTo>
                      <a:pt x="2598" y="4485"/>
                      <a:pt x="2598" y="4485"/>
                      <a:pt x="2633" y="4444"/>
                    </a:cubicBezTo>
                    <a:cubicBezTo>
                      <a:pt x="2641" y="4437"/>
                      <a:pt x="2641" y="4437"/>
                      <a:pt x="2682" y="4405"/>
                    </a:cubicBezTo>
                    <a:cubicBezTo>
                      <a:pt x="2699" y="4391"/>
                      <a:pt x="2716" y="4377"/>
                      <a:pt x="2734" y="4362"/>
                    </a:cubicBezTo>
                    <a:cubicBezTo>
                      <a:pt x="2752" y="4348"/>
                      <a:pt x="2771" y="4333"/>
                      <a:pt x="2789" y="4318"/>
                    </a:cubicBezTo>
                    <a:cubicBezTo>
                      <a:pt x="2825" y="4290"/>
                      <a:pt x="2861" y="4261"/>
                      <a:pt x="2897" y="4232"/>
                    </a:cubicBezTo>
                    <a:cubicBezTo>
                      <a:pt x="2905" y="4225"/>
                      <a:pt x="2905" y="4225"/>
                      <a:pt x="2945" y="4193"/>
                    </a:cubicBezTo>
                    <a:cubicBezTo>
                      <a:pt x="2987" y="4152"/>
                      <a:pt x="2987" y="4152"/>
                      <a:pt x="3017" y="4092"/>
                    </a:cubicBezTo>
                    <a:cubicBezTo>
                      <a:pt x="3026" y="4075"/>
                      <a:pt x="3034" y="4058"/>
                      <a:pt x="3043" y="4041"/>
                    </a:cubicBezTo>
                    <a:cubicBezTo>
                      <a:pt x="3102" y="4034"/>
                      <a:pt x="3102" y="4034"/>
                      <a:pt x="3154" y="4041"/>
                    </a:cubicBezTo>
                    <a:cubicBezTo>
                      <a:pt x="3153" y="4024"/>
                      <a:pt x="3151" y="4007"/>
                      <a:pt x="3150" y="3989"/>
                    </a:cubicBezTo>
                    <a:cubicBezTo>
                      <a:pt x="3154" y="3929"/>
                      <a:pt x="3154" y="3929"/>
                      <a:pt x="3182" y="3894"/>
                    </a:cubicBezTo>
                    <a:cubicBezTo>
                      <a:pt x="3188" y="3889"/>
                      <a:pt x="3188" y="3889"/>
                      <a:pt x="3222" y="3863"/>
                    </a:cubicBezTo>
                    <a:cubicBezTo>
                      <a:pt x="3230" y="3856"/>
                      <a:pt x="3230" y="3856"/>
                      <a:pt x="3270" y="3824"/>
                    </a:cubicBezTo>
                    <a:cubicBezTo>
                      <a:pt x="3288" y="3809"/>
                      <a:pt x="3306" y="3795"/>
                      <a:pt x="3324" y="3780"/>
                    </a:cubicBezTo>
                    <a:cubicBezTo>
                      <a:pt x="3576" y="3569"/>
                      <a:pt x="3807" y="3339"/>
                      <a:pt x="4039" y="3107"/>
                    </a:cubicBezTo>
                    <a:cubicBezTo>
                      <a:pt x="4058" y="3088"/>
                      <a:pt x="4077" y="3069"/>
                      <a:pt x="4097" y="3050"/>
                    </a:cubicBezTo>
                    <a:cubicBezTo>
                      <a:pt x="4151" y="2995"/>
                      <a:pt x="4205" y="2941"/>
                      <a:pt x="4260" y="2887"/>
                    </a:cubicBezTo>
                    <a:cubicBezTo>
                      <a:pt x="4268" y="2879"/>
                      <a:pt x="4268" y="2879"/>
                      <a:pt x="4310" y="2837"/>
                    </a:cubicBezTo>
                    <a:cubicBezTo>
                      <a:pt x="4325" y="2822"/>
                      <a:pt x="4340" y="2806"/>
                      <a:pt x="4356" y="2790"/>
                    </a:cubicBezTo>
                    <a:cubicBezTo>
                      <a:pt x="4369" y="2777"/>
                      <a:pt x="4383" y="2763"/>
                      <a:pt x="4396" y="2750"/>
                    </a:cubicBezTo>
                    <a:cubicBezTo>
                      <a:pt x="4432" y="2707"/>
                      <a:pt x="4432" y="2707"/>
                      <a:pt x="4460" y="2648"/>
                    </a:cubicBezTo>
                    <a:cubicBezTo>
                      <a:pt x="4508" y="2556"/>
                      <a:pt x="4607" y="2547"/>
                      <a:pt x="4701" y="2516"/>
                    </a:cubicBezTo>
                    <a:cubicBezTo>
                      <a:pt x="4765" y="2485"/>
                      <a:pt x="4765" y="2485"/>
                      <a:pt x="4791" y="2430"/>
                    </a:cubicBezTo>
                    <a:cubicBezTo>
                      <a:pt x="4828" y="2360"/>
                      <a:pt x="4865" y="2348"/>
                      <a:pt x="4938" y="2325"/>
                    </a:cubicBezTo>
                    <a:cubicBezTo>
                      <a:pt x="4947" y="2322"/>
                      <a:pt x="4947" y="2322"/>
                      <a:pt x="4987" y="2311"/>
                    </a:cubicBezTo>
                    <a:cubicBezTo>
                      <a:pt x="5004" y="2307"/>
                      <a:pt x="5021" y="2302"/>
                      <a:pt x="5038" y="2297"/>
                    </a:cubicBezTo>
                    <a:cubicBezTo>
                      <a:pt x="5184" y="2262"/>
                      <a:pt x="5328" y="2249"/>
                      <a:pt x="5477" y="2245"/>
                    </a:cubicBezTo>
                    <a:cubicBezTo>
                      <a:pt x="5498" y="2244"/>
                      <a:pt x="5520" y="2243"/>
                      <a:pt x="5542" y="2242"/>
                    </a:cubicBezTo>
                    <a:cubicBezTo>
                      <a:pt x="5602" y="2243"/>
                      <a:pt x="5652" y="2245"/>
                      <a:pt x="5710" y="2263"/>
                    </a:cubicBezTo>
                    <a:cubicBezTo>
                      <a:pt x="5747" y="2303"/>
                      <a:pt x="5771" y="2342"/>
                      <a:pt x="5797" y="2391"/>
                    </a:cubicBezTo>
                    <a:cubicBezTo>
                      <a:pt x="5821" y="2429"/>
                      <a:pt x="5821" y="2429"/>
                      <a:pt x="5880" y="2458"/>
                    </a:cubicBezTo>
                    <a:cubicBezTo>
                      <a:pt x="5899" y="2461"/>
                      <a:pt x="5919" y="2464"/>
                      <a:pt x="5939" y="2468"/>
                    </a:cubicBezTo>
                    <a:cubicBezTo>
                      <a:pt x="5958" y="2471"/>
                      <a:pt x="5978" y="2475"/>
                      <a:pt x="5998" y="2479"/>
                    </a:cubicBezTo>
                    <a:cubicBezTo>
                      <a:pt x="6013" y="2481"/>
                      <a:pt x="6028" y="2483"/>
                      <a:pt x="6043" y="2485"/>
                    </a:cubicBezTo>
                    <a:cubicBezTo>
                      <a:pt x="6043" y="2522"/>
                      <a:pt x="6043" y="2558"/>
                      <a:pt x="6043" y="2596"/>
                    </a:cubicBezTo>
                    <a:cubicBezTo>
                      <a:pt x="6080" y="2596"/>
                      <a:pt x="6116" y="2596"/>
                      <a:pt x="6154" y="2596"/>
                    </a:cubicBezTo>
                    <a:cubicBezTo>
                      <a:pt x="6154" y="2633"/>
                      <a:pt x="6154" y="2669"/>
                      <a:pt x="6154" y="2707"/>
                    </a:cubicBezTo>
                    <a:cubicBezTo>
                      <a:pt x="6227" y="2707"/>
                      <a:pt x="6301" y="2707"/>
                      <a:pt x="6376" y="2707"/>
                    </a:cubicBezTo>
                    <a:cubicBezTo>
                      <a:pt x="6376" y="2744"/>
                      <a:pt x="6376" y="2781"/>
                      <a:pt x="6376" y="2818"/>
                    </a:cubicBezTo>
                    <a:cubicBezTo>
                      <a:pt x="6413" y="2818"/>
                      <a:pt x="6450" y="2818"/>
                      <a:pt x="6487" y="2818"/>
                    </a:cubicBezTo>
                    <a:cubicBezTo>
                      <a:pt x="6487" y="2855"/>
                      <a:pt x="6487" y="2892"/>
                      <a:pt x="6487" y="2929"/>
                    </a:cubicBezTo>
                    <a:cubicBezTo>
                      <a:pt x="6495" y="2929"/>
                      <a:pt x="6495" y="2929"/>
                      <a:pt x="6532" y="2924"/>
                    </a:cubicBezTo>
                    <a:cubicBezTo>
                      <a:pt x="6595" y="2919"/>
                      <a:pt x="6648" y="2917"/>
                      <a:pt x="6710" y="2929"/>
                    </a:cubicBezTo>
                    <a:cubicBezTo>
                      <a:pt x="6745" y="2969"/>
                      <a:pt x="6765" y="3009"/>
                      <a:pt x="6789" y="3055"/>
                    </a:cubicBezTo>
                    <a:cubicBezTo>
                      <a:pt x="6850" y="3133"/>
                      <a:pt x="6950" y="3139"/>
                      <a:pt x="7043" y="3152"/>
                    </a:cubicBezTo>
                    <a:cubicBezTo>
                      <a:pt x="7043" y="3188"/>
                      <a:pt x="7043" y="3225"/>
                      <a:pt x="7043" y="3263"/>
                    </a:cubicBezTo>
                    <a:cubicBezTo>
                      <a:pt x="7116" y="3263"/>
                      <a:pt x="7190" y="3263"/>
                      <a:pt x="7265" y="3263"/>
                    </a:cubicBezTo>
                    <a:cubicBezTo>
                      <a:pt x="7265" y="3299"/>
                      <a:pt x="7265" y="3336"/>
                      <a:pt x="7265" y="3374"/>
                    </a:cubicBezTo>
                    <a:cubicBezTo>
                      <a:pt x="7412" y="3374"/>
                      <a:pt x="7558" y="3374"/>
                      <a:pt x="7710" y="3374"/>
                    </a:cubicBezTo>
                    <a:cubicBezTo>
                      <a:pt x="7710" y="3337"/>
                      <a:pt x="7710" y="3301"/>
                      <a:pt x="7710" y="3263"/>
                    </a:cubicBezTo>
                    <a:cubicBezTo>
                      <a:pt x="7783" y="3263"/>
                      <a:pt x="7856" y="3263"/>
                      <a:pt x="7932" y="3263"/>
                    </a:cubicBezTo>
                    <a:cubicBezTo>
                      <a:pt x="7932" y="3226"/>
                      <a:pt x="7932" y="3189"/>
                      <a:pt x="7932" y="3152"/>
                    </a:cubicBezTo>
                    <a:cubicBezTo>
                      <a:pt x="7951" y="3145"/>
                      <a:pt x="7971" y="3138"/>
                      <a:pt x="7991" y="3131"/>
                    </a:cubicBezTo>
                    <a:cubicBezTo>
                      <a:pt x="8016" y="3122"/>
                      <a:pt x="8041" y="3113"/>
                      <a:pt x="8067" y="3103"/>
                    </a:cubicBezTo>
                    <a:cubicBezTo>
                      <a:pt x="8080" y="3099"/>
                      <a:pt x="8080" y="3099"/>
                      <a:pt x="8143" y="3076"/>
                    </a:cubicBezTo>
                    <a:cubicBezTo>
                      <a:pt x="8210" y="3041"/>
                      <a:pt x="8210" y="3041"/>
                      <a:pt x="8232" y="2983"/>
                    </a:cubicBezTo>
                    <a:cubicBezTo>
                      <a:pt x="8265" y="2929"/>
                      <a:pt x="8265" y="2929"/>
                      <a:pt x="8310" y="2916"/>
                    </a:cubicBezTo>
                    <a:cubicBezTo>
                      <a:pt x="8369" y="2908"/>
                      <a:pt x="8428" y="2902"/>
                      <a:pt x="8487" y="2898"/>
                    </a:cubicBezTo>
                    <a:cubicBezTo>
                      <a:pt x="8528" y="2895"/>
                      <a:pt x="8568" y="2891"/>
                      <a:pt x="8609" y="2888"/>
                    </a:cubicBezTo>
                    <a:cubicBezTo>
                      <a:pt x="8627" y="2886"/>
                      <a:pt x="8645" y="2885"/>
                      <a:pt x="8663" y="2884"/>
                    </a:cubicBezTo>
                    <a:cubicBezTo>
                      <a:pt x="8710" y="2874"/>
                      <a:pt x="8710" y="2874"/>
                      <a:pt x="8765" y="2818"/>
                    </a:cubicBezTo>
                    <a:cubicBezTo>
                      <a:pt x="8831" y="2813"/>
                      <a:pt x="8831" y="2813"/>
                      <a:pt x="8907" y="2815"/>
                    </a:cubicBezTo>
                    <a:cubicBezTo>
                      <a:pt x="8933" y="2815"/>
                      <a:pt x="8958" y="2816"/>
                      <a:pt x="8984" y="2816"/>
                    </a:cubicBezTo>
                    <a:cubicBezTo>
                      <a:pt x="9003" y="2817"/>
                      <a:pt x="9023" y="2818"/>
                      <a:pt x="9043" y="2818"/>
                    </a:cubicBezTo>
                    <a:cubicBezTo>
                      <a:pt x="9043" y="2782"/>
                      <a:pt x="9043" y="2745"/>
                      <a:pt x="9043" y="2707"/>
                    </a:cubicBezTo>
                    <a:cubicBezTo>
                      <a:pt x="9116" y="2707"/>
                      <a:pt x="9190" y="2707"/>
                      <a:pt x="9265" y="2707"/>
                    </a:cubicBezTo>
                    <a:cubicBezTo>
                      <a:pt x="9265" y="2671"/>
                      <a:pt x="9265" y="2634"/>
                      <a:pt x="9265" y="2596"/>
                    </a:cubicBezTo>
                    <a:cubicBezTo>
                      <a:pt x="9393" y="2560"/>
                      <a:pt x="9522" y="2523"/>
                      <a:pt x="9654" y="2485"/>
                    </a:cubicBezTo>
                    <a:cubicBezTo>
                      <a:pt x="9672" y="2338"/>
                      <a:pt x="9691" y="2192"/>
                      <a:pt x="9710" y="2041"/>
                    </a:cubicBezTo>
                    <a:cubicBezTo>
                      <a:pt x="9746" y="2041"/>
                      <a:pt x="9783" y="2041"/>
                      <a:pt x="9821" y="2041"/>
                    </a:cubicBezTo>
                    <a:cubicBezTo>
                      <a:pt x="9821" y="1821"/>
                      <a:pt x="9821" y="1601"/>
                      <a:pt x="9821" y="1374"/>
                    </a:cubicBezTo>
                    <a:cubicBezTo>
                      <a:pt x="9857" y="1374"/>
                      <a:pt x="9894" y="1374"/>
                      <a:pt x="9932" y="1374"/>
                    </a:cubicBezTo>
                    <a:cubicBezTo>
                      <a:pt x="9932" y="1154"/>
                      <a:pt x="9932" y="934"/>
                      <a:pt x="9932" y="707"/>
                    </a:cubicBezTo>
                    <a:cubicBezTo>
                      <a:pt x="9968" y="707"/>
                      <a:pt x="10005" y="707"/>
                      <a:pt x="10043" y="707"/>
                    </a:cubicBezTo>
                    <a:cubicBezTo>
                      <a:pt x="10041" y="701"/>
                      <a:pt x="10041" y="701"/>
                      <a:pt x="10033" y="666"/>
                    </a:cubicBezTo>
                    <a:cubicBezTo>
                      <a:pt x="10024" y="597"/>
                      <a:pt x="10024" y="552"/>
                      <a:pt x="10043" y="485"/>
                    </a:cubicBezTo>
                    <a:cubicBezTo>
                      <a:pt x="10093" y="427"/>
                      <a:pt x="10154" y="384"/>
                      <a:pt x="10217" y="340"/>
                    </a:cubicBezTo>
                    <a:cubicBezTo>
                      <a:pt x="10298" y="284"/>
                      <a:pt x="10334" y="243"/>
                      <a:pt x="10376" y="152"/>
                    </a:cubicBezTo>
                    <a:cubicBezTo>
                      <a:pt x="10435" y="145"/>
                      <a:pt x="10435" y="145"/>
                      <a:pt x="10487" y="152"/>
                    </a:cubicBezTo>
                    <a:cubicBezTo>
                      <a:pt x="10487" y="115"/>
                      <a:pt x="10487" y="78"/>
                      <a:pt x="10487" y="41"/>
                    </a:cubicBezTo>
                    <a:close/>
                    <a:moveTo>
                      <a:pt x="10932" y="596"/>
                    </a:moveTo>
                    <a:cubicBezTo>
                      <a:pt x="10932" y="633"/>
                      <a:pt x="10932" y="669"/>
                      <a:pt x="10932" y="707"/>
                    </a:cubicBezTo>
                    <a:cubicBezTo>
                      <a:pt x="10858" y="707"/>
                      <a:pt x="10785" y="707"/>
                      <a:pt x="10710" y="707"/>
                    </a:cubicBezTo>
                    <a:cubicBezTo>
                      <a:pt x="10710" y="744"/>
                      <a:pt x="10710" y="781"/>
                      <a:pt x="10710" y="818"/>
                    </a:cubicBezTo>
                    <a:cubicBezTo>
                      <a:pt x="10673" y="818"/>
                      <a:pt x="10636" y="818"/>
                      <a:pt x="10598" y="818"/>
                    </a:cubicBezTo>
                    <a:cubicBezTo>
                      <a:pt x="10598" y="1002"/>
                      <a:pt x="10598" y="1185"/>
                      <a:pt x="10598" y="1374"/>
                    </a:cubicBezTo>
                    <a:cubicBezTo>
                      <a:pt x="10562" y="1374"/>
                      <a:pt x="10525" y="1374"/>
                      <a:pt x="10487" y="1374"/>
                    </a:cubicBezTo>
                    <a:cubicBezTo>
                      <a:pt x="10487" y="1594"/>
                      <a:pt x="10487" y="1814"/>
                      <a:pt x="10487" y="2041"/>
                    </a:cubicBezTo>
                    <a:cubicBezTo>
                      <a:pt x="10451" y="2041"/>
                      <a:pt x="10414" y="2041"/>
                      <a:pt x="10376" y="2041"/>
                    </a:cubicBezTo>
                    <a:cubicBezTo>
                      <a:pt x="10376" y="2297"/>
                      <a:pt x="10376" y="2554"/>
                      <a:pt x="10376" y="2818"/>
                    </a:cubicBezTo>
                    <a:cubicBezTo>
                      <a:pt x="10340" y="2818"/>
                      <a:pt x="10303" y="2818"/>
                      <a:pt x="10265" y="2818"/>
                    </a:cubicBezTo>
                    <a:cubicBezTo>
                      <a:pt x="10265" y="2855"/>
                      <a:pt x="10265" y="2892"/>
                      <a:pt x="10265" y="2929"/>
                    </a:cubicBezTo>
                    <a:cubicBezTo>
                      <a:pt x="10228" y="2929"/>
                      <a:pt x="10192" y="2929"/>
                      <a:pt x="10154" y="2929"/>
                    </a:cubicBezTo>
                    <a:cubicBezTo>
                      <a:pt x="10154" y="2966"/>
                      <a:pt x="10154" y="3003"/>
                      <a:pt x="10154" y="3041"/>
                    </a:cubicBezTo>
                    <a:cubicBezTo>
                      <a:pt x="10117" y="3041"/>
                      <a:pt x="10081" y="3041"/>
                      <a:pt x="10043" y="3041"/>
                    </a:cubicBezTo>
                    <a:cubicBezTo>
                      <a:pt x="10043" y="3077"/>
                      <a:pt x="10043" y="3114"/>
                      <a:pt x="10043" y="3152"/>
                    </a:cubicBezTo>
                    <a:cubicBezTo>
                      <a:pt x="9933" y="3152"/>
                      <a:pt x="9823" y="3152"/>
                      <a:pt x="9710" y="3152"/>
                    </a:cubicBezTo>
                    <a:cubicBezTo>
                      <a:pt x="9710" y="3188"/>
                      <a:pt x="9710" y="3225"/>
                      <a:pt x="9710" y="3263"/>
                    </a:cubicBezTo>
                    <a:cubicBezTo>
                      <a:pt x="9600" y="3263"/>
                      <a:pt x="9490" y="3263"/>
                      <a:pt x="9376" y="3263"/>
                    </a:cubicBezTo>
                    <a:cubicBezTo>
                      <a:pt x="9376" y="3299"/>
                      <a:pt x="9376" y="3336"/>
                      <a:pt x="9376" y="3374"/>
                    </a:cubicBezTo>
                    <a:cubicBezTo>
                      <a:pt x="9266" y="3374"/>
                      <a:pt x="9156" y="3374"/>
                      <a:pt x="9043" y="3374"/>
                    </a:cubicBezTo>
                    <a:cubicBezTo>
                      <a:pt x="9043" y="3411"/>
                      <a:pt x="9043" y="3447"/>
                      <a:pt x="9043" y="3485"/>
                    </a:cubicBezTo>
                    <a:cubicBezTo>
                      <a:pt x="8933" y="3485"/>
                      <a:pt x="8823" y="3485"/>
                      <a:pt x="8710" y="3485"/>
                    </a:cubicBezTo>
                    <a:cubicBezTo>
                      <a:pt x="8710" y="3522"/>
                      <a:pt x="8710" y="3558"/>
                      <a:pt x="8710" y="3596"/>
                    </a:cubicBezTo>
                    <a:cubicBezTo>
                      <a:pt x="8636" y="3596"/>
                      <a:pt x="8563" y="3596"/>
                      <a:pt x="8487" y="3596"/>
                    </a:cubicBezTo>
                    <a:cubicBezTo>
                      <a:pt x="8487" y="3633"/>
                      <a:pt x="8487" y="3669"/>
                      <a:pt x="8487" y="3707"/>
                    </a:cubicBezTo>
                    <a:cubicBezTo>
                      <a:pt x="8414" y="3707"/>
                      <a:pt x="8341" y="3707"/>
                      <a:pt x="8265" y="3707"/>
                    </a:cubicBezTo>
                    <a:cubicBezTo>
                      <a:pt x="8265" y="3744"/>
                      <a:pt x="8265" y="3781"/>
                      <a:pt x="8265" y="3818"/>
                    </a:cubicBezTo>
                    <a:cubicBezTo>
                      <a:pt x="8192" y="3818"/>
                      <a:pt x="8118" y="3818"/>
                      <a:pt x="8043" y="3818"/>
                    </a:cubicBezTo>
                    <a:cubicBezTo>
                      <a:pt x="8043" y="3855"/>
                      <a:pt x="8043" y="3892"/>
                      <a:pt x="8043" y="3929"/>
                    </a:cubicBezTo>
                    <a:cubicBezTo>
                      <a:pt x="7970" y="3929"/>
                      <a:pt x="7896" y="3929"/>
                      <a:pt x="7821" y="3929"/>
                    </a:cubicBezTo>
                    <a:cubicBezTo>
                      <a:pt x="7821" y="3966"/>
                      <a:pt x="7821" y="4003"/>
                      <a:pt x="7821" y="4041"/>
                    </a:cubicBezTo>
                    <a:cubicBezTo>
                      <a:pt x="7747" y="4041"/>
                      <a:pt x="7674" y="4041"/>
                      <a:pt x="7598" y="4041"/>
                    </a:cubicBezTo>
                    <a:cubicBezTo>
                      <a:pt x="7598" y="4077"/>
                      <a:pt x="7598" y="4114"/>
                      <a:pt x="7598" y="4152"/>
                    </a:cubicBezTo>
                    <a:cubicBezTo>
                      <a:pt x="7452" y="4152"/>
                      <a:pt x="7305" y="4152"/>
                      <a:pt x="7154" y="4152"/>
                    </a:cubicBezTo>
                    <a:cubicBezTo>
                      <a:pt x="7154" y="4115"/>
                      <a:pt x="7154" y="4078"/>
                      <a:pt x="7154" y="4041"/>
                    </a:cubicBezTo>
                    <a:cubicBezTo>
                      <a:pt x="7081" y="4041"/>
                      <a:pt x="7007" y="4041"/>
                      <a:pt x="6932" y="4041"/>
                    </a:cubicBezTo>
                    <a:cubicBezTo>
                      <a:pt x="6932" y="4004"/>
                      <a:pt x="6932" y="3967"/>
                      <a:pt x="6932" y="3929"/>
                    </a:cubicBezTo>
                    <a:cubicBezTo>
                      <a:pt x="6895" y="3929"/>
                      <a:pt x="6858" y="3929"/>
                      <a:pt x="6821" y="3929"/>
                    </a:cubicBezTo>
                    <a:cubicBezTo>
                      <a:pt x="6821" y="3893"/>
                      <a:pt x="6821" y="3856"/>
                      <a:pt x="6821" y="3818"/>
                    </a:cubicBezTo>
                    <a:cubicBezTo>
                      <a:pt x="6747" y="3818"/>
                      <a:pt x="6674" y="3818"/>
                      <a:pt x="6598" y="3818"/>
                    </a:cubicBezTo>
                    <a:cubicBezTo>
                      <a:pt x="6598" y="3782"/>
                      <a:pt x="6598" y="3745"/>
                      <a:pt x="6598" y="3707"/>
                    </a:cubicBezTo>
                    <a:cubicBezTo>
                      <a:pt x="6562" y="3707"/>
                      <a:pt x="6525" y="3707"/>
                      <a:pt x="6487" y="3707"/>
                    </a:cubicBezTo>
                    <a:cubicBezTo>
                      <a:pt x="6487" y="3671"/>
                      <a:pt x="6487" y="3634"/>
                      <a:pt x="6487" y="3596"/>
                    </a:cubicBezTo>
                    <a:cubicBezTo>
                      <a:pt x="6451" y="3596"/>
                      <a:pt x="6414" y="3596"/>
                      <a:pt x="6376" y="3596"/>
                    </a:cubicBezTo>
                    <a:cubicBezTo>
                      <a:pt x="6376" y="3560"/>
                      <a:pt x="6376" y="3523"/>
                      <a:pt x="6376" y="3485"/>
                    </a:cubicBezTo>
                    <a:cubicBezTo>
                      <a:pt x="6303" y="3485"/>
                      <a:pt x="6230" y="3485"/>
                      <a:pt x="6154" y="3485"/>
                    </a:cubicBezTo>
                    <a:cubicBezTo>
                      <a:pt x="6154" y="3448"/>
                      <a:pt x="6154" y="3412"/>
                      <a:pt x="6154" y="3374"/>
                    </a:cubicBezTo>
                    <a:cubicBezTo>
                      <a:pt x="6117" y="3374"/>
                      <a:pt x="6081" y="3374"/>
                      <a:pt x="6043" y="3374"/>
                    </a:cubicBezTo>
                    <a:cubicBezTo>
                      <a:pt x="6043" y="3337"/>
                      <a:pt x="6043" y="3301"/>
                      <a:pt x="6043" y="3263"/>
                    </a:cubicBezTo>
                    <a:cubicBezTo>
                      <a:pt x="5970" y="3263"/>
                      <a:pt x="5896" y="3263"/>
                      <a:pt x="5821" y="3263"/>
                    </a:cubicBezTo>
                    <a:cubicBezTo>
                      <a:pt x="5821" y="3226"/>
                      <a:pt x="5821" y="3189"/>
                      <a:pt x="5821" y="3152"/>
                    </a:cubicBezTo>
                    <a:cubicBezTo>
                      <a:pt x="5784" y="3152"/>
                      <a:pt x="5747" y="3152"/>
                      <a:pt x="5710" y="3152"/>
                    </a:cubicBezTo>
                    <a:cubicBezTo>
                      <a:pt x="5710" y="3115"/>
                      <a:pt x="5710" y="3078"/>
                      <a:pt x="5710" y="3041"/>
                    </a:cubicBezTo>
                    <a:cubicBezTo>
                      <a:pt x="5636" y="3041"/>
                      <a:pt x="5563" y="3041"/>
                      <a:pt x="5487" y="3041"/>
                    </a:cubicBezTo>
                    <a:cubicBezTo>
                      <a:pt x="5487" y="3004"/>
                      <a:pt x="5487" y="2967"/>
                      <a:pt x="5487" y="2929"/>
                    </a:cubicBezTo>
                    <a:cubicBezTo>
                      <a:pt x="5377" y="2929"/>
                      <a:pt x="5267" y="2929"/>
                      <a:pt x="5154" y="2929"/>
                    </a:cubicBezTo>
                    <a:cubicBezTo>
                      <a:pt x="5154" y="2966"/>
                      <a:pt x="5154" y="3003"/>
                      <a:pt x="5154" y="3041"/>
                    </a:cubicBezTo>
                    <a:cubicBezTo>
                      <a:pt x="5117" y="3041"/>
                      <a:pt x="5081" y="3041"/>
                      <a:pt x="5043" y="3041"/>
                    </a:cubicBezTo>
                    <a:cubicBezTo>
                      <a:pt x="5043" y="3077"/>
                      <a:pt x="5043" y="3114"/>
                      <a:pt x="5043" y="3152"/>
                    </a:cubicBezTo>
                    <a:cubicBezTo>
                      <a:pt x="5006" y="3152"/>
                      <a:pt x="4970" y="3152"/>
                      <a:pt x="4932" y="3152"/>
                    </a:cubicBezTo>
                    <a:cubicBezTo>
                      <a:pt x="4932" y="3188"/>
                      <a:pt x="4932" y="3225"/>
                      <a:pt x="4932" y="3263"/>
                    </a:cubicBezTo>
                    <a:cubicBezTo>
                      <a:pt x="4895" y="3263"/>
                      <a:pt x="4858" y="3263"/>
                      <a:pt x="4821" y="3263"/>
                    </a:cubicBezTo>
                    <a:cubicBezTo>
                      <a:pt x="4821" y="3299"/>
                      <a:pt x="4821" y="3336"/>
                      <a:pt x="4821" y="3374"/>
                    </a:cubicBezTo>
                    <a:cubicBezTo>
                      <a:pt x="4784" y="3374"/>
                      <a:pt x="4747" y="3374"/>
                      <a:pt x="4710" y="3374"/>
                    </a:cubicBezTo>
                    <a:cubicBezTo>
                      <a:pt x="4710" y="3411"/>
                      <a:pt x="4710" y="3447"/>
                      <a:pt x="4710" y="3485"/>
                    </a:cubicBezTo>
                    <a:cubicBezTo>
                      <a:pt x="4673" y="3485"/>
                      <a:pt x="4636" y="3485"/>
                      <a:pt x="4598" y="3485"/>
                    </a:cubicBezTo>
                    <a:cubicBezTo>
                      <a:pt x="4598" y="3522"/>
                      <a:pt x="4598" y="3558"/>
                      <a:pt x="4598" y="3596"/>
                    </a:cubicBezTo>
                    <a:cubicBezTo>
                      <a:pt x="4525" y="3596"/>
                      <a:pt x="4452" y="3596"/>
                      <a:pt x="4376" y="3596"/>
                    </a:cubicBezTo>
                    <a:cubicBezTo>
                      <a:pt x="4376" y="3669"/>
                      <a:pt x="4376" y="3743"/>
                      <a:pt x="4376" y="3818"/>
                    </a:cubicBezTo>
                    <a:cubicBezTo>
                      <a:pt x="4340" y="3818"/>
                      <a:pt x="4303" y="3818"/>
                      <a:pt x="4265" y="3818"/>
                    </a:cubicBezTo>
                    <a:cubicBezTo>
                      <a:pt x="4265" y="3855"/>
                      <a:pt x="4265" y="3892"/>
                      <a:pt x="4265" y="3929"/>
                    </a:cubicBezTo>
                    <a:cubicBezTo>
                      <a:pt x="4228" y="3929"/>
                      <a:pt x="4192" y="3929"/>
                      <a:pt x="4154" y="3929"/>
                    </a:cubicBezTo>
                    <a:cubicBezTo>
                      <a:pt x="4154" y="3966"/>
                      <a:pt x="4154" y="4003"/>
                      <a:pt x="4154" y="4041"/>
                    </a:cubicBezTo>
                    <a:cubicBezTo>
                      <a:pt x="4117" y="4041"/>
                      <a:pt x="4081" y="4041"/>
                      <a:pt x="4043" y="4041"/>
                    </a:cubicBezTo>
                    <a:cubicBezTo>
                      <a:pt x="4043" y="4077"/>
                      <a:pt x="4043" y="4114"/>
                      <a:pt x="4043" y="4152"/>
                    </a:cubicBezTo>
                    <a:cubicBezTo>
                      <a:pt x="4006" y="4152"/>
                      <a:pt x="3970" y="4152"/>
                      <a:pt x="3932" y="4152"/>
                    </a:cubicBezTo>
                    <a:cubicBezTo>
                      <a:pt x="3932" y="4188"/>
                      <a:pt x="3932" y="4225"/>
                      <a:pt x="3932" y="4263"/>
                    </a:cubicBezTo>
                    <a:cubicBezTo>
                      <a:pt x="3895" y="4263"/>
                      <a:pt x="3858" y="4263"/>
                      <a:pt x="3821" y="4263"/>
                    </a:cubicBezTo>
                    <a:cubicBezTo>
                      <a:pt x="3821" y="4299"/>
                      <a:pt x="3821" y="4336"/>
                      <a:pt x="3821" y="4374"/>
                    </a:cubicBezTo>
                    <a:cubicBezTo>
                      <a:pt x="3784" y="4374"/>
                      <a:pt x="3747" y="4374"/>
                      <a:pt x="3710" y="4374"/>
                    </a:cubicBezTo>
                    <a:cubicBezTo>
                      <a:pt x="3710" y="4411"/>
                      <a:pt x="3710" y="4447"/>
                      <a:pt x="3710" y="4485"/>
                    </a:cubicBezTo>
                    <a:cubicBezTo>
                      <a:pt x="3636" y="4485"/>
                      <a:pt x="3563" y="4485"/>
                      <a:pt x="3487" y="4485"/>
                    </a:cubicBezTo>
                    <a:cubicBezTo>
                      <a:pt x="3487" y="4522"/>
                      <a:pt x="3487" y="4558"/>
                      <a:pt x="3487" y="4596"/>
                    </a:cubicBezTo>
                    <a:cubicBezTo>
                      <a:pt x="3451" y="4596"/>
                      <a:pt x="3414" y="4596"/>
                      <a:pt x="3376" y="4596"/>
                    </a:cubicBezTo>
                    <a:cubicBezTo>
                      <a:pt x="3376" y="4633"/>
                      <a:pt x="3376" y="4669"/>
                      <a:pt x="3376" y="4707"/>
                    </a:cubicBezTo>
                    <a:cubicBezTo>
                      <a:pt x="3340" y="4707"/>
                      <a:pt x="3303" y="4707"/>
                      <a:pt x="3265" y="4707"/>
                    </a:cubicBezTo>
                    <a:cubicBezTo>
                      <a:pt x="3265" y="4744"/>
                      <a:pt x="3265" y="4781"/>
                      <a:pt x="3265" y="4818"/>
                    </a:cubicBezTo>
                    <a:cubicBezTo>
                      <a:pt x="3228" y="4818"/>
                      <a:pt x="3192" y="4818"/>
                      <a:pt x="3154" y="4818"/>
                    </a:cubicBezTo>
                    <a:cubicBezTo>
                      <a:pt x="3154" y="4892"/>
                      <a:pt x="3154" y="4965"/>
                      <a:pt x="3154" y="5041"/>
                    </a:cubicBezTo>
                    <a:cubicBezTo>
                      <a:pt x="3117" y="5041"/>
                      <a:pt x="3081" y="5041"/>
                      <a:pt x="3043" y="5041"/>
                    </a:cubicBezTo>
                    <a:cubicBezTo>
                      <a:pt x="3043" y="5114"/>
                      <a:pt x="3043" y="5187"/>
                      <a:pt x="3043" y="5263"/>
                    </a:cubicBezTo>
                    <a:cubicBezTo>
                      <a:pt x="3080" y="5263"/>
                      <a:pt x="3116" y="5263"/>
                      <a:pt x="3154" y="5263"/>
                    </a:cubicBezTo>
                    <a:cubicBezTo>
                      <a:pt x="3154" y="5336"/>
                      <a:pt x="3154" y="5409"/>
                      <a:pt x="3154" y="5485"/>
                    </a:cubicBezTo>
                    <a:cubicBezTo>
                      <a:pt x="3191" y="5485"/>
                      <a:pt x="3227" y="5485"/>
                      <a:pt x="3265" y="5485"/>
                    </a:cubicBezTo>
                    <a:cubicBezTo>
                      <a:pt x="3265" y="5522"/>
                      <a:pt x="3265" y="5558"/>
                      <a:pt x="3265" y="5596"/>
                    </a:cubicBezTo>
                    <a:cubicBezTo>
                      <a:pt x="3302" y="5596"/>
                      <a:pt x="3338" y="5596"/>
                      <a:pt x="3376" y="5596"/>
                    </a:cubicBezTo>
                    <a:cubicBezTo>
                      <a:pt x="3376" y="5633"/>
                      <a:pt x="3376" y="5669"/>
                      <a:pt x="3376" y="5707"/>
                    </a:cubicBezTo>
                    <a:cubicBezTo>
                      <a:pt x="3413" y="5707"/>
                      <a:pt x="3450" y="5707"/>
                      <a:pt x="3487" y="5707"/>
                    </a:cubicBezTo>
                    <a:cubicBezTo>
                      <a:pt x="3487" y="5781"/>
                      <a:pt x="3487" y="5854"/>
                      <a:pt x="3487" y="5929"/>
                    </a:cubicBezTo>
                    <a:cubicBezTo>
                      <a:pt x="3524" y="5929"/>
                      <a:pt x="3561" y="5929"/>
                      <a:pt x="3598" y="5929"/>
                    </a:cubicBezTo>
                    <a:cubicBezTo>
                      <a:pt x="3598" y="5966"/>
                      <a:pt x="3598" y="6003"/>
                      <a:pt x="3598" y="6041"/>
                    </a:cubicBezTo>
                    <a:cubicBezTo>
                      <a:pt x="3635" y="6041"/>
                      <a:pt x="3672" y="6041"/>
                      <a:pt x="3710" y="6041"/>
                    </a:cubicBezTo>
                    <a:cubicBezTo>
                      <a:pt x="3710" y="6114"/>
                      <a:pt x="3710" y="6187"/>
                      <a:pt x="3710" y="6263"/>
                    </a:cubicBezTo>
                    <a:cubicBezTo>
                      <a:pt x="3746" y="6263"/>
                      <a:pt x="3783" y="6263"/>
                      <a:pt x="3821" y="6263"/>
                    </a:cubicBezTo>
                    <a:cubicBezTo>
                      <a:pt x="3821" y="6299"/>
                      <a:pt x="3821" y="6336"/>
                      <a:pt x="3821" y="6374"/>
                    </a:cubicBezTo>
                    <a:cubicBezTo>
                      <a:pt x="3857" y="6374"/>
                      <a:pt x="3894" y="6374"/>
                      <a:pt x="3932" y="6374"/>
                    </a:cubicBezTo>
                    <a:cubicBezTo>
                      <a:pt x="3932" y="6411"/>
                      <a:pt x="3932" y="6447"/>
                      <a:pt x="3932" y="6485"/>
                    </a:cubicBezTo>
                    <a:cubicBezTo>
                      <a:pt x="3968" y="6485"/>
                      <a:pt x="4005" y="6485"/>
                      <a:pt x="4043" y="6485"/>
                    </a:cubicBezTo>
                    <a:cubicBezTo>
                      <a:pt x="4043" y="6558"/>
                      <a:pt x="4043" y="6632"/>
                      <a:pt x="4043" y="6707"/>
                    </a:cubicBezTo>
                    <a:cubicBezTo>
                      <a:pt x="4080" y="6707"/>
                      <a:pt x="4116" y="6707"/>
                      <a:pt x="4154" y="6707"/>
                    </a:cubicBezTo>
                    <a:cubicBezTo>
                      <a:pt x="4154" y="6744"/>
                      <a:pt x="4154" y="6781"/>
                      <a:pt x="4154" y="6818"/>
                    </a:cubicBezTo>
                    <a:cubicBezTo>
                      <a:pt x="4191" y="6818"/>
                      <a:pt x="4227" y="6818"/>
                      <a:pt x="4265" y="6818"/>
                    </a:cubicBezTo>
                    <a:cubicBezTo>
                      <a:pt x="4265" y="6965"/>
                      <a:pt x="4265" y="7112"/>
                      <a:pt x="4265" y="7263"/>
                    </a:cubicBezTo>
                    <a:cubicBezTo>
                      <a:pt x="4228" y="7263"/>
                      <a:pt x="4192" y="7263"/>
                      <a:pt x="4154" y="7263"/>
                    </a:cubicBezTo>
                    <a:cubicBezTo>
                      <a:pt x="4154" y="7336"/>
                      <a:pt x="4154" y="7409"/>
                      <a:pt x="4154" y="7485"/>
                    </a:cubicBezTo>
                    <a:cubicBezTo>
                      <a:pt x="4117" y="7485"/>
                      <a:pt x="4081" y="7485"/>
                      <a:pt x="4043" y="7485"/>
                    </a:cubicBezTo>
                    <a:cubicBezTo>
                      <a:pt x="4043" y="7558"/>
                      <a:pt x="4043" y="7632"/>
                      <a:pt x="4043" y="7707"/>
                    </a:cubicBezTo>
                    <a:cubicBezTo>
                      <a:pt x="4006" y="7707"/>
                      <a:pt x="3970" y="7707"/>
                      <a:pt x="3932" y="7707"/>
                    </a:cubicBezTo>
                    <a:cubicBezTo>
                      <a:pt x="3932" y="7781"/>
                      <a:pt x="3932" y="7854"/>
                      <a:pt x="3932" y="7929"/>
                    </a:cubicBezTo>
                    <a:cubicBezTo>
                      <a:pt x="3895" y="7929"/>
                      <a:pt x="3858" y="7929"/>
                      <a:pt x="3821" y="7929"/>
                    </a:cubicBezTo>
                    <a:cubicBezTo>
                      <a:pt x="3821" y="8003"/>
                      <a:pt x="3821" y="8076"/>
                      <a:pt x="3821" y="8152"/>
                    </a:cubicBezTo>
                    <a:cubicBezTo>
                      <a:pt x="3784" y="8152"/>
                      <a:pt x="3747" y="8152"/>
                      <a:pt x="3710" y="8152"/>
                    </a:cubicBezTo>
                    <a:cubicBezTo>
                      <a:pt x="3710" y="8225"/>
                      <a:pt x="3710" y="8298"/>
                      <a:pt x="3710" y="8374"/>
                    </a:cubicBezTo>
                    <a:cubicBezTo>
                      <a:pt x="3673" y="8374"/>
                      <a:pt x="3636" y="8374"/>
                      <a:pt x="3598" y="8374"/>
                    </a:cubicBezTo>
                    <a:cubicBezTo>
                      <a:pt x="3598" y="8484"/>
                      <a:pt x="3598" y="8594"/>
                      <a:pt x="3598" y="8707"/>
                    </a:cubicBezTo>
                    <a:cubicBezTo>
                      <a:pt x="3562" y="8707"/>
                      <a:pt x="3525" y="8707"/>
                      <a:pt x="3487" y="8707"/>
                    </a:cubicBezTo>
                    <a:cubicBezTo>
                      <a:pt x="3487" y="8781"/>
                      <a:pt x="3487" y="8854"/>
                      <a:pt x="3487" y="8929"/>
                    </a:cubicBezTo>
                    <a:cubicBezTo>
                      <a:pt x="3451" y="8929"/>
                      <a:pt x="3414" y="8929"/>
                      <a:pt x="3376" y="8929"/>
                    </a:cubicBezTo>
                    <a:cubicBezTo>
                      <a:pt x="3376" y="9039"/>
                      <a:pt x="3376" y="9149"/>
                      <a:pt x="3376" y="9263"/>
                    </a:cubicBezTo>
                    <a:cubicBezTo>
                      <a:pt x="3340" y="9263"/>
                      <a:pt x="3303" y="9263"/>
                      <a:pt x="3265" y="9263"/>
                    </a:cubicBezTo>
                    <a:cubicBezTo>
                      <a:pt x="3265" y="9409"/>
                      <a:pt x="3265" y="9556"/>
                      <a:pt x="3265" y="9707"/>
                    </a:cubicBezTo>
                    <a:cubicBezTo>
                      <a:pt x="3228" y="9707"/>
                      <a:pt x="3192" y="9707"/>
                      <a:pt x="3154" y="9707"/>
                    </a:cubicBezTo>
                    <a:cubicBezTo>
                      <a:pt x="3154" y="9744"/>
                      <a:pt x="3154" y="9781"/>
                      <a:pt x="3154" y="9818"/>
                    </a:cubicBezTo>
                    <a:cubicBezTo>
                      <a:pt x="3117" y="9818"/>
                      <a:pt x="3081" y="9818"/>
                      <a:pt x="3043" y="9818"/>
                    </a:cubicBezTo>
                    <a:cubicBezTo>
                      <a:pt x="3043" y="9855"/>
                      <a:pt x="3043" y="9892"/>
                      <a:pt x="3043" y="9929"/>
                    </a:cubicBezTo>
                    <a:cubicBezTo>
                      <a:pt x="2933" y="9929"/>
                      <a:pt x="2823" y="9929"/>
                      <a:pt x="2710" y="9929"/>
                    </a:cubicBezTo>
                    <a:cubicBezTo>
                      <a:pt x="2710" y="9966"/>
                      <a:pt x="2710" y="10003"/>
                      <a:pt x="2710" y="10041"/>
                    </a:cubicBezTo>
                    <a:cubicBezTo>
                      <a:pt x="2526" y="10041"/>
                      <a:pt x="2343" y="10041"/>
                      <a:pt x="2154" y="10041"/>
                    </a:cubicBezTo>
                    <a:cubicBezTo>
                      <a:pt x="2154" y="10077"/>
                      <a:pt x="2154" y="10114"/>
                      <a:pt x="2154" y="10152"/>
                    </a:cubicBezTo>
                    <a:cubicBezTo>
                      <a:pt x="1971" y="10152"/>
                      <a:pt x="1787" y="10152"/>
                      <a:pt x="1598" y="10152"/>
                    </a:cubicBezTo>
                    <a:cubicBezTo>
                      <a:pt x="1598" y="10188"/>
                      <a:pt x="1598" y="10225"/>
                      <a:pt x="1598" y="10263"/>
                    </a:cubicBezTo>
                    <a:cubicBezTo>
                      <a:pt x="1415" y="10263"/>
                      <a:pt x="1232" y="10263"/>
                      <a:pt x="1043" y="10263"/>
                    </a:cubicBezTo>
                    <a:cubicBezTo>
                      <a:pt x="1043" y="10299"/>
                      <a:pt x="1043" y="10336"/>
                      <a:pt x="1043" y="10374"/>
                    </a:cubicBezTo>
                    <a:cubicBezTo>
                      <a:pt x="970" y="10374"/>
                      <a:pt x="896" y="10374"/>
                      <a:pt x="821" y="10374"/>
                    </a:cubicBezTo>
                    <a:cubicBezTo>
                      <a:pt x="821" y="10411"/>
                      <a:pt x="821" y="10447"/>
                      <a:pt x="821" y="10485"/>
                    </a:cubicBezTo>
                    <a:cubicBezTo>
                      <a:pt x="784" y="10485"/>
                      <a:pt x="747" y="10485"/>
                      <a:pt x="710" y="10485"/>
                    </a:cubicBezTo>
                    <a:cubicBezTo>
                      <a:pt x="710" y="11475"/>
                      <a:pt x="710" y="12465"/>
                      <a:pt x="710" y="13485"/>
                    </a:cubicBezTo>
                    <a:cubicBezTo>
                      <a:pt x="746" y="13485"/>
                      <a:pt x="783" y="13485"/>
                      <a:pt x="821" y="13485"/>
                    </a:cubicBezTo>
                    <a:cubicBezTo>
                      <a:pt x="821" y="13522"/>
                      <a:pt x="821" y="13558"/>
                      <a:pt x="821" y="13596"/>
                    </a:cubicBezTo>
                    <a:cubicBezTo>
                      <a:pt x="857" y="13596"/>
                      <a:pt x="894" y="13596"/>
                      <a:pt x="932" y="13596"/>
                    </a:cubicBezTo>
                    <a:cubicBezTo>
                      <a:pt x="932" y="13633"/>
                      <a:pt x="932" y="13669"/>
                      <a:pt x="932" y="13707"/>
                    </a:cubicBezTo>
                    <a:cubicBezTo>
                      <a:pt x="1115" y="13707"/>
                      <a:pt x="1298" y="13707"/>
                      <a:pt x="1487" y="13707"/>
                    </a:cubicBezTo>
                    <a:cubicBezTo>
                      <a:pt x="1487" y="13744"/>
                      <a:pt x="1487" y="13781"/>
                      <a:pt x="1487" y="13818"/>
                    </a:cubicBezTo>
                    <a:cubicBezTo>
                      <a:pt x="1671" y="13818"/>
                      <a:pt x="1854" y="13818"/>
                      <a:pt x="2043" y="13818"/>
                    </a:cubicBezTo>
                    <a:cubicBezTo>
                      <a:pt x="2043" y="13855"/>
                      <a:pt x="2043" y="13892"/>
                      <a:pt x="2043" y="13929"/>
                    </a:cubicBezTo>
                    <a:cubicBezTo>
                      <a:pt x="2226" y="13929"/>
                      <a:pt x="2410" y="13929"/>
                      <a:pt x="2598" y="13929"/>
                    </a:cubicBezTo>
                    <a:cubicBezTo>
                      <a:pt x="2598" y="13966"/>
                      <a:pt x="2598" y="14003"/>
                      <a:pt x="2598" y="14041"/>
                    </a:cubicBezTo>
                    <a:cubicBezTo>
                      <a:pt x="2745" y="14041"/>
                      <a:pt x="2892" y="14041"/>
                      <a:pt x="3043" y="14041"/>
                    </a:cubicBezTo>
                    <a:cubicBezTo>
                      <a:pt x="3043" y="14077"/>
                      <a:pt x="3043" y="14114"/>
                      <a:pt x="3043" y="14152"/>
                    </a:cubicBezTo>
                    <a:cubicBezTo>
                      <a:pt x="3080" y="14152"/>
                      <a:pt x="3116" y="14152"/>
                      <a:pt x="3154" y="14152"/>
                    </a:cubicBezTo>
                    <a:cubicBezTo>
                      <a:pt x="3154" y="14188"/>
                      <a:pt x="3154" y="14225"/>
                      <a:pt x="3154" y="14263"/>
                    </a:cubicBezTo>
                    <a:cubicBezTo>
                      <a:pt x="3191" y="14263"/>
                      <a:pt x="3227" y="14263"/>
                      <a:pt x="3265" y="14263"/>
                    </a:cubicBezTo>
                    <a:cubicBezTo>
                      <a:pt x="3265" y="14409"/>
                      <a:pt x="3265" y="14556"/>
                      <a:pt x="3265" y="14707"/>
                    </a:cubicBezTo>
                    <a:cubicBezTo>
                      <a:pt x="3302" y="14707"/>
                      <a:pt x="3338" y="14707"/>
                      <a:pt x="3376" y="14707"/>
                    </a:cubicBezTo>
                    <a:cubicBezTo>
                      <a:pt x="3376" y="14817"/>
                      <a:pt x="3376" y="14927"/>
                      <a:pt x="3376" y="15041"/>
                    </a:cubicBezTo>
                    <a:cubicBezTo>
                      <a:pt x="3413" y="15041"/>
                      <a:pt x="3450" y="15041"/>
                      <a:pt x="3487" y="15041"/>
                    </a:cubicBezTo>
                    <a:cubicBezTo>
                      <a:pt x="3487" y="15114"/>
                      <a:pt x="3487" y="15187"/>
                      <a:pt x="3487" y="15263"/>
                    </a:cubicBezTo>
                    <a:cubicBezTo>
                      <a:pt x="3524" y="15263"/>
                      <a:pt x="3561" y="15263"/>
                      <a:pt x="3598" y="15263"/>
                    </a:cubicBezTo>
                    <a:cubicBezTo>
                      <a:pt x="3598" y="15373"/>
                      <a:pt x="3598" y="15483"/>
                      <a:pt x="3598" y="15596"/>
                    </a:cubicBezTo>
                    <a:cubicBezTo>
                      <a:pt x="3635" y="15596"/>
                      <a:pt x="3672" y="15596"/>
                      <a:pt x="3710" y="15596"/>
                    </a:cubicBezTo>
                    <a:cubicBezTo>
                      <a:pt x="3710" y="15669"/>
                      <a:pt x="3710" y="15743"/>
                      <a:pt x="3710" y="15818"/>
                    </a:cubicBezTo>
                    <a:cubicBezTo>
                      <a:pt x="3746" y="15818"/>
                      <a:pt x="3783" y="15818"/>
                      <a:pt x="3821" y="15818"/>
                    </a:cubicBezTo>
                    <a:cubicBezTo>
                      <a:pt x="3821" y="15892"/>
                      <a:pt x="3821" y="15965"/>
                      <a:pt x="3821" y="16041"/>
                    </a:cubicBezTo>
                    <a:cubicBezTo>
                      <a:pt x="3857" y="16041"/>
                      <a:pt x="3894" y="16041"/>
                      <a:pt x="3932" y="16041"/>
                    </a:cubicBezTo>
                    <a:cubicBezTo>
                      <a:pt x="3932" y="16114"/>
                      <a:pt x="3932" y="16187"/>
                      <a:pt x="3932" y="16263"/>
                    </a:cubicBezTo>
                    <a:cubicBezTo>
                      <a:pt x="3968" y="16263"/>
                      <a:pt x="4005" y="16263"/>
                      <a:pt x="4043" y="16263"/>
                    </a:cubicBezTo>
                    <a:cubicBezTo>
                      <a:pt x="4043" y="16336"/>
                      <a:pt x="4043" y="16409"/>
                      <a:pt x="4043" y="16485"/>
                    </a:cubicBezTo>
                    <a:cubicBezTo>
                      <a:pt x="4080" y="16485"/>
                      <a:pt x="4116" y="16485"/>
                      <a:pt x="4154" y="16485"/>
                    </a:cubicBezTo>
                    <a:cubicBezTo>
                      <a:pt x="4154" y="16558"/>
                      <a:pt x="4154" y="16632"/>
                      <a:pt x="4154" y="16707"/>
                    </a:cubicBezTo>
                    <a:cubicBezTo>
                      <a:pt x="4191" y="16707"/>
                      <a:pt x="4227" y="16707"/>
                      <a:pt x="4265" y="16707"/>
                    </a:cubicBezTo>
                    <a:cubicBezTo>
                      <a:pt x="4265" y="16854"/>
                      <a:pt x="4265" y="17001"/>
                      <a:pt x="4265" y="17152"/>
                    </a:cubicBezTo>
                    <a:cubicBezTo>
                      <a:pt x="4228" y="17152"/>
                      <a:pt x="4192" y="17152"/>
                      <a:pt x="4154" y="17152"/>
                    </a:cubicBezTo>
                    <a:cubicBezTo>
                      <a:pt x="4154" y="17225"/>
                      <a:pt x="4154" y="17298"/>
                      <a:pt x="4154" y="17374"/>
                    </a:cubicBezTo>
                    <a:cubicBezTo>
                      <a:pt x="4117" y="17374"/>
                      <a:pt x="4081" y="17374"/>
                      <a:pt x="4043" y="17374"/>
                    </a:cubicBezTo>
                    <a:cubicBezTo>
                      <a:pt x="4043" y="17411"/>
                      <a:pt x="4043" y="17447"/>
                      <a:pt x="4043" y="17485"/>
                    </a:cubicBezTo>
                    <a:cubicBezTo>
                      <a:pt x="4006" y="17485"/>
                      <a:pt x="3970" y="17485"/>
                      <a:pt x="3932" y="17485"/>
                    </a:cubicBezTo>
                    <a:cubicBezTo>
                      <a:pt x="3932" y="17558"/>
                      <a:pt x="3932" y="17632"/>
                      <a:pt x="3932" y="17707"/>
                    </a:cubicBezTo>
                    <a:cubicBezTo>
                      <a:pt x="3895" y="17707"/>
                      <a:pt x="3858" y="17707"/>
                      <a:pt x="3821" y="17707"/>
                    </a:cubicBezTo>
                    <a:cubicBezTo>
                      <a:pt x="3821" y="17744"/>
                      <a:pt x="3821" y="17781"/>
                      <a:pt x="3821" y="17818"/>
                    </a:cubicBezTo>
                    <a:cubicBezTo>
                      <a:pt x="3784" y="17818"/>
                      <a:pt x="3747" y="17818"/>
                      <a:pt x="3710" y="17818"/>
                    </a:cubicBezTo>
                    <a:cubicBezTo>
                      <a:pt x="3710" y="17855"/>
                      <a:pt x="3710" y="17892"/>
                      <a:pt x="3710" y="17929"/>
                    </a:cubicBezTo>
                    <a:cubicBezTo>
                      <a:pt x="3673" y="17929"/>
                      <a:pt x="3636" y="17929"/>
                      <a:pt x="3598" y="17929"/>
                    </a:cubicBezTo>
                    <a:cubicBezTo>
                      <a:pt x="3598" y="18003"/>
                      <a:pt x="3598" y="18076"/>
                      <a:pt x="3598" y="18152"/>
                    </a:cubicBezTo>
                    <a:cubicBezTo>
                      <a:pt x="3562" y="18152"/>
                      <a:pt x="3525" y="18152"/>
                      <a:pt x="3487" y="18152"/>
                    </a:cubicBezTo>
                    <a:cubicBezTo>
                      <a:pt x="3487" y="18188"/>
                      <a:pt x="3487" y="18225"/>
                      <a:pt x="3487" y="18263"/>
                    </a:cubicBezTo>
                    <a:cubicBezTo>
                      <a:pt x="3451" y="18263"/>
                      <a:pt x="3414" y="18263"/>
                      <a:pt x="3376" y="18263"/>
                    </a:cubicBezTo>
                    <a:cubicBezTo>
                      <a:pt x="3376" y="18336"/>
                      <a:pt x="3376" y="18409"/>
                      <a:pt x="3376" y="18485"/>
                    </a:cubicBezTo>
                    <a:cubicBezTo>
                      <a:pt x="3340" y="18485"/>
                      <a:pt x="3303" y="18485"/>
                      <a:pt x="3265" y="18485"/>
                    </a:cubicBezTo>
                    <a:cubicBezTo>
                      <a:pt x="3265" y="18522"/>
                      <a:pt x="3265" y="18558"/>
                      <a:pt x="3265" y="18596"/>
                    </a:cubicBezTo>
                    <a:cubicBezTo>
                      <a:pt x="3228" y="18596"/>
                      <a:pt x="3192" y="18596"/>
                      <a:pt x="3154" y="18596"/>
                    </a:cubicBezTo>
                    <a:cubicBezTo>
                      <a:pt x="3154" y="18669"/>
                      <a:pt x="3154" y="18743"/>
                      <a:pt x="3154" y="18818"/>
                    </a:cubicBezTo>
                    <a:cubicBezTo>
                      <a:pt x="3117" y="18818"/>
                      <a:pt x="3081" y="18818"/>
                      <a:pt x="3043" y="18818"/>
                    </a:cubicBezTo>
                    <a:cubicBezTo>
                      <a:pt x="3043" y="18892"/>
                      <a:pt x="3043" y="18965"/>
                      <a:pt x="3043" y="19041"/>
                    </a:cubicBezTo>
                    <a:cubicBezTo>
                      <a:pt x="3080" y="19041"/>
                      <a:pt x="3116" y="19041"/>
                      <a:pt x="3154" y="19041"/>
                    </a:cubicBezTo>
                    <a:cubicBezTo>
                      <a:pt x="3154" y="19077"/>
                      <a:pt x="3154" y="19114"/>
                      <a:pt x="3154" y="19152"/>
                    </a:cubicBezTo>
                    <a:cubicBezTo>
                      <a:pt x="3191" y="19152"/>
                      <a:pt x="3227" y="19152"/>
                      <a:pt x="3265" y="19152"/>
                    </a:cubicBezTo>
                    <a:cubicBezTo>
                      <a:pt x="3265" y="19188"/>
                      <a:pt x="3265" y="19225"/>
                      <a:pt x="3265" y="19263"/>
                    </a:cubicBezTo>
                    <a:cubicBezTo>
                      <a:pt x="3302" y="19263"/>
                      <a:pt x="3338" y="19263"/>
                      <a:pt x="3376" y="19263"/>
                    </a:cubicBezTo>
                    <a:cubicBezTo>
                      <a:pt x="3376" y="19299"/>
                      <a:pt x="3376" y="19336"/>
                      <a:pt x="3376" y="19374"/>
                    </a:cubicBezTo>
                    <a:cubicBezTo>
                      <a:pt x="3413" y="19374"/>
                      <a:pt x="3450" y="19374"/>
                      <a:pt x="3487" y="19374"/>
                    </a:cubicBezTo>
                    <a:cubicBezTo>
                      <a:pt x="3487" y="19411"/>
                      <a:pt x="3487" y="19447"/>
                      <a:pt x="3487" y="19485"/>
                    </a:cubicBezTo>
                    <a:cubicBezTo>
                      <a:pt x="3524" y="19485"/>
                      <a:pt x="3561" y="19485"/>
                      <a:pt x="3598" y="19485"/>
                    </a:cubicBezTo>
                    <a:cubicBezTo>
                      <a:pt x="3598" y="19522"/>
                      <a:pt x="3598" y="19558"/>
                      <a:pt x="3598" y="19596"/>
                    </a:cubicBezTo>
                    <a:cubicBezTo>
                      <a:pt x="3635" y="19596"/>
                      <a:pt x="3672" y="19596"/>
                      <a:pt x="3710" y="19596"/>
                    </a:cubicBezTo>
                    <a:cubicBezTo>
                      <a:pt x="3710" y="19633"/>
                      <a:pt x="3710" y="19669"/>
                      <a:pt x="3710" y="19707"/>
                    </a:cubicBezTo>
                    <a:cubicBezTo>
                      <a:pt x="3746" y="19707"/>
                      <a:pt x="3783" y="19707"/>
                      <a:pt x="3821" y="19707"/>
                    </a:cubicBezTo>
                    <a:cubicBezTo>
                      <a:pt x="3821" y="19744"/>
                      <a:pt x="3821" y="19781"/>
                      <a:pt x="3821" y="19818"/>
                    </a:cubicBezTo>
                    <a:cubicBezTo>
                      <a:pt x="3857" y="19818"/>
                      <a:pt x="3894" y="19818"/>
                      <a:pt x="3932" y="19818"/>
                    </a:cubicBezTo>
                    <a:cubicBezTo>
                      <a:pt x="3932" y="19855"/>
                      <a:pt x="3932" y="19892"/>
                      <a:pt x="3932" y="19929"/>
                    </a:cubicBezTo>
                    <a:cubicBezTo>
                      <a:pt x="3968" y="19929"/>
                      <a:pt x="4005" y="19929"/>
                      <a:pt x="4043" y="19929"/>
                    </a:cubicBezTo>
                    <a:cubicBezTo>
                      <a:pt x="4043" y="19966"/>
                      <a:pt x="4043" y="20003"/>
                      <a:pt x="4043" y="20041"/>
                    </a:cubicBezTo>
                    <a:cubicBezTo>
                      <a:pt x="4080" y="20041"/>
                      <a:pt x="4116" y="20041"/>
                      <a:pt x="4154" y="20041"/>
                    </a:cubicBezTo>
                    <a:cubicBezTo>
                      <a:pt x="4154" y="20077"/>
                      <a:pt x="4154" y="20114"/>
                      <a:pt x="4154" y="20152"/>
                    </a:cubicBezTo>
                    <a:cubicBezTo>
                      <a:pt x="4191" y="20152"/>
                      <a:pt x="4227" y="20152"/>
                      <a:pt x="4265" y="20152"/>
                    </a:cubicBezTo>
                    <a:cubicBezTo>
                      <a:pt x="4265" y="20188"/>
                      <a:pt x="4265" y="20225"/>
                      <a:pt x="4265" y="20263"/>
                    </a:cubicBezTo>
                    <a:cubicBezTo>
                      <a:pt x="4302" y="20263"/>
                      <a:pt x="4338" y="20263"/>
                      <a:pt x="4376" y="20263"/>
                    </a:cubicBezTo>
                    <a:cubicBezTo>
                      <a:pt x="4376" y="20299"/>
                      <a:pt x="4376" y="20336"/>
                      <a:pt x="4376" y="20374"/>
                    </a:cubicBezTo>
                    <a:cubicBezTo>
                      <a:pt x="4413" y="20374"/>
                      <a:pt x="4450" y="20374"/>
                      <a:pt x="4487" y="20374"/>
                    </a:cubicBezTo>
                    <a:cubicBezTo>
                      <a:pt x="4487" y="20411"/>
                      <a:pt x="4487" y="20447"/>
                      <a:pt x="4487" y="20485"/>
                    </a:cubicBezTo>
                    <a:cubicBezTo>
                      <a:pt x="4524" y="20485"/>
                      <a:pt x="4561" y="20485"/>
                      <a:pt x="4598" y="20485"/>
                    </a:cubicBezTo>
                    <a:cubicBezTo>
                      <a:pt x="4598" y="20522"/>
                      <a:pt x="4598" y="20558"/>
                      <a:pt x="4598" y="20596"/>
                    </a:cubicBezTo>
                    <a:cubicBezTo>
                      <a:pt x="4635" y="20596"/>
                      <a:pt x="4672" y="20596"/>
                      <a:pt x="4710" y="20596"/>
                    </a:cubicBezTo>
                    <a:cubicBezTo>
                      <a:pt x="4710" y="20633"/>
                      <a:pt x="4710" y="20669"/>
                      <a:pt x="4710" y="20707"/>
                    </a:cubicBezTo>
                    <a:cubicBezTo>
                      <a:pt x="4783" y="20707"/>
                      <a:pt x="4856" y="20707"/>
                      <a:pt x="4932" y="20707"/>
                    </a:cubicBezTo>
                    <a:cubicBezTo>
                      <a:pt x="4932" y="20744"/>
                      <a:pt x="4932" y="20781"/>
                      <a:pt x="4932" y="20818"/>
                    </a:cubicBezTo>
                    <a:cubicBezTo>
                      <a:pt x="4968" y="20818"/>
                      <a:pt x="5005" y="20818"/>
                      <a:pt x="5043" y="20818"/>
                    </a:cubicBezTo>
                    <a:cubicBezTo>
                      <a:pt x="5043" y="20855"/>
                      <a:pt x="5043" y="20892"/>
                      <a:pt x="5043" y="20929"/>
                    </a:cubicBezTo>
                    <a:cubicBezTo>
                      <a:pt x="5080" y="20929"/>
                      <a:pt x="5116" y="20929"/>
                      <a:pt x="5154" y="20929"/>
                    </a:cubicBezTo>
                    <a:cubicBezTo>
                      <a:pt x="5154" y="20966"/>
                      <a:pt x="5154" y="21003"/>
                      <a:pt x="5154" y="21041"/>
                    </a:cubicBezTo>
                    <a:cubicBezTo>
                      <a:pt x="5301" y="21041"/>
                      <a:pt x="5447" y="21041"/>
                      <a:pt x="5598" y="21041"/>
                    </a:cubicBezTo>
                    <a:cubicBezTo>
                      <a:pt x="5598" y="21004"/>
                      <a:pt x="5598" y="20967"/>
                      <a:pt x="5598" y="20929"/>
                    </a:cubicBezTo>
                    <a:cubicBezTo>
                      <a:pt x="5635" y="20929"/>
                      <a:pt x="5672" y="20929"/>
                      <a:pt x="5710" y="20929"/>
                    </a:cubicBezTo>
                    <a:cubicBezTo>
                      <a:pt x="5710" y="20893"/>
                      <a:pt x="5710" y="20856"/>
                      <a:pt x="5710" y="20818"/>
                    </a:cubicBezTo>
                    <a:cubicBezTo>
                      <a:pt x="5746" y="20818"/>
                      <a:pt x="5783" y="20818"/>
                      <a:pt x="5821" y="20818"/>
                    </a:cubicBezTo>
                    <a:cubicBezTo>
                      <a:pt x="5821" y="20782"/>
                      <a:pt x="5821" y="20745"/>
                      <a:pt x="5821" y="20707"/>
                    </a:cubicBezTo>
                    <a:cubicBezTo>
                      <a:pt x="5894" y="20707"/>
                      <a:pt x="5967" y="20707"/>
                      <a:pt x="6043" y="20707"/>
                    </a:cubicBezTo>
                    <a:cubicBezTo>
                      <a:pt x="6043" y="20671"/>
                      <a:pt x="6043" y="20634"/>
                      <a:pt x="6043" y="20596"/>
                    </a:cubicBezTo>
                    <a:cubicBezTo>
                      <a:pt x="6080" y="20596"/>
                      <a:pt x="6116" y="20596"/>
                      <a:pt x="6154" y="20596"/>
                    </a:cubicBezTo>
                    <a:cubicBezTo>
                      <a:pt x="6154" y="20559"/>
                      <a:pt x="6154" y="20523"/>
                      <a:pt x="6154" y="20485"/>
                    </a:cubicBezTo>
                    <a:cubicBezTo>
                      <a:pt x="6191" y="20485"/>
                      <a:pt x="6227" y="20485"/>
                      <a:pt x="6265" y="20485"/>
                    </a:cubicBezTo>
                    <a:cubicBezTo>
                      <a:pt x="6265" y="20448"/>
                      <a:pt x="6265" y="20412"/>
                      <a:pt x="6265" y="20374"/>
                    </a:cubicBezTo>
                    <a:cubicBezTo>
                      <a:pt x="6338" y="20374"/>
                      <a:pt x="6412" y="20374"/>
                      <a:pt x="6487" y="20374"/>
                    </a:cubicBezTo>
                    <a:cubicBezTo>
                      <a:pt x="6487" y="20337"/>
                      <a:pt x="6487" y="20301"/>
                      <a:pt x="6487" y="20263"/>
                    </a:cubicBezTo>
                    <a:cubicBezTo>
                      <a:pt x="6524" y="20263"/>
                      <a:pt x="6561" y="20263"/>
                      <a:pt x="6598" y="20263"/>
                    </a:cubicBezTo>
                    <a:cubicBezTo>
                      <a:pt x="6598" y="20226"/>
                      <a:pt x="6598" y="20189"/>
                      <a:pt x="6598" y="20152"/>
                    </a:cubicBezTo>
                    <a:cubicBezTo>
                      <a:pt x="6672" y="20152"/>
                      <a:pt x="6745" y="20152"/>
                      <a:pt x="6821" y="20152"/>
                    </a:cubicBezTo>
                    <a:cubicBezTo>
                      <a:pt x="6821" y="20115"/>
                      <a:pt x="6821" y="20078"/>
                      <a:pt x="6821" y="20041"/>
                    </a:cubicBezTo>
                    <a:cubicBezTo>
                      <a:pt x="6857" y="20041"/>
                      <a:pt x="6894" y="20041"/>
                      <a:pt x="6932" y="20041"/>
                    </a:cubicBezTo>
                    <a:cubicBezTo>
                      <a:pt x="6932" y="20004"/>
                      <a:pt x="6932" y="19967"/>
                      <a:pt x="6932" y="19929"/>
                    </a:cubicBezTo>
                    <a:cubicBezTo>
                      <a:pt x="7005" y="19929"/>
                      <a:pt x="7078" y="19929"/>
                      <a:pt x="7154" y="19929"/>
                    </a:cubicBezTo>
                    <a:cubicBezTo>
                      <a:pt x="7154" y="19893"/>
                      <a:pt x="7154" y="19856"/>
                      <a:pt x="7154" y="19818"/>
                    </a:cubicBezTo>
                    <a:cubicBezTo>
                      <a:pt x="7301" y="19818"/>
                      <a:pt x="7447" y="19818"/>
                      <a:pt x="7598" y="19818"/>
                    </a:cubicBezTo>
                    <a:cubicBezTo>
                      <a:pt x="7598" y="19855"/>
                      <a:pt x="7598" y="19892"/>
                      <a:pt x="7598" y="19929"/>
                    </a:cubicBezTo>
                    <a:cubicBezTo>
                      <a:pt x="7672" y="19929"/>
                      <a:pt x="7745" y="19929"/>
                      <a:pt x="7821" y="19929"/>
                    </a:cubicBezTo>
                    <a:cubicBezTo>
                      <a:pt x="7821" y="19966"/>
                      <a:pt x="7821" y="20003"/>
                      <a:pt x="7821" y="20041"/>
                    </a:cubicBezTo>
                    <a:cubicBezTo>
                      <a:pt x="7857" y="20041"/>
                      <a:pt x="7894" y="20041"/>
                      <a:pt x="7932" y="20041"/>
                    </a:cubicBezTo>
                    <a:cubicBezTo>
                      <a:pt x="7932" y="20077"/>
                      <a:pt x="7932" y="20114"/>
                      <a:pt x="7932" y="20152"/>
                    </a:cubicBezTo>
                    <a:cubicBezTo>
                      <a:pt x="8042" y="20152"/>
                      <a:pt x="8152" y="20152"/>
                      <a:pt x="8265" y="20152"/>
                    </a:cubicBezTo>
                    <a:cubicBezTo>
                      <a:pt x="8265" y="20188"/>
                      <a:pt x="8265" y="20225"/>
                      <a:pt x="8265" y="20263"/>
                    </a:cubicBezTo>
                    <a:cubicBezTo>
                      <a:pt x="8338" y="20263"/>
                      <a:pt x="8412" y="20263"/>
                      <a:pt x="8487" y="20263"/>
                    </a:cubicBezTo>
                    <a:cubicBezTo>
                      <a:pt x="8487" y="20299"/>
                      <a:pt x="8487" y="20336"/>
                      <a:pt x="8487" y="20374"/>
                    </a:cubicBezTo>
                    <a:cubicBezTo>
                      <a:pt x="8561" y="20374"/>
                      <a:pt x="8634" y="20374"/>
                      <a:pt x="8710" y="20374"/>
                    </a:cubicBezTo>
                    <a:cubicBezTo>
                      <a:pt x="8710" y="20411"/>
                      <a:pt x="8710" y="20447"/>
                      <a:pt x="8710" y="20485"/>
                    </a:cubicBezTo>
                    <a:cubicBezTo>
                      <a:pt x="8820" y="20485"/>
                      <a:pt x="8930" y="20485"/>
                      <a:pt x="9043" y="20485"/>
                    </a:cubicBezTo>
                    <a:cubicBezTo>
                      <a:pt x="9043" y="20522"/>
                      <a:pt x="9043" y="20558"/>
                      <a:pt x="9043" y="20596"/>
                    </a:cubicBezTo>
                    <a:cubicBezTo>
                      <a:pt x="9153" y="20596"/>
                      <a:pt x="9263" y="20596"/>
                      <a:pt x="9376" y="20596"/>
                    </a:cubicBezTo>
                    <a:cubicBezTo>
                      <a:pt x="9376" y="20633"/>
                      <a:pt x="9376" y="20669"/>
                      <a:pt x="9376" y="20707"/>
                    </a:cubicBezTo>
                    <a:cubicBezTo>
                      <a:pt x="9486" y="20707"/>
                      <a:pt x="9596" y="20707"/>
                      <a:pt x="9710" y="20707"/>
                    </a:cubicBezTo>
                    <a:cubicBezTo>
                      <a:pt x="9710" y="20744"/>
                      <a:pt x="9710" y="20781"/>
                      <a:pt x="9710" y="20818"/>
                    </a:cubicBezTo>
                    <a:cubicBezTo>
                      <a:pt x="9820" y="20818"/>
                      <a:pt x="9930" y="20818"/>
                      <a:pt x="10043" y="20818"/>
                    </a:cubicBezTo>
                    <a:cubicBezTo>
                      <a:pt x="10043" y="20855"/>
                      <a:pt x="10043" y="20892"/>
                      <a:pt x="10043" y="20929"/>
                    </a:cubicBezTo>
                    <a:cubicBezTo>
                      <a:pt x="10080" y="20929"/>
                      <a:pt x="10116" y="20929"/>
                      <a:pt x="10154" y="20929"/>
                    </a:cubicBezTo>
                    <a:cubicBezTo>
                      <a:pt x="10154" y="20966"/>
                      <a:pt x="10154" y="21003"/>
                      <a:pt x="10154" y="21041"/>
                    </a:cubicBezTo>
                    <a:cubicBezTo>
                      <a:pt x="10191" y="21041"/>
                      <a:pt x="10227" y="21041"/>
                      <a:pt x="10265" y="21041"/>
                    </a:cubicBezTo>
                    <a:cubicBezTo>
                      <a:pt x="10265" y="21224"/>
                      <a:pt x="10265" y="21407"/>
                      <a:pt x="10265" y="21596"/>
                    </a:cubicBezTo>
                    <a:cubicBezTo>
                      <a:pt x="10302" y="21596"/>
                      <a:pt x="10338" y="21596"/>
                      <a:pt x="10376" y="21596"/>
                    </a:cubicBezTo>
                    <a:cubicBezTo>
                      <a:pt x="10376" y="21853"/>
                      <a:pt x="10376" y="22109"/>
                      <a:pt x="10376" y="22374"/>
                    </a:cubicBezTo>
                    <a:cubicBezTo>
                      <a:pt x="10413" y="22374"/>
                      <a:pt x="10450" y="22374"/>
                      <a:pt x="10487" y="22374"/>
                    </a:cubicBezTo>
                    <a:cubicBezTo>
                      <a:pt x="10487" y="22594"/>
                      <a:pt x="10487" y="22814"/>
                      <a:pt x="10487" y="23041"/>
                    </a:cubicBezTo>
                    <a:cubicBezTo>
                      <a:pt x="10524" y="23041"/>
                      <a:pt x="10561" y="23041"/>
                      <a:pt x="10598" y="23041"/>
                    </a:cubicBezTo>
                    <a:cubicBezTo>
                      <a:pt x="10598" y="23077"/>
                      <a:pt x="10598" y="23114"/>
                      <a:pt x="10598" y="23152"/>
                    </a:cubicBezTo>
                    <a:cubicBezTo>
                      <a:pt x="10635" y="23152"/>
                      <a:pt x="10672" y="23152"/>
                      <a:pt x="10710" y="23152"/>
                    </a:cubicBezTo>
                    <a:cubicBezTo>
                      <a:pt x="10710" y="23188"/>
                      <a:pt x="10710" y="23225"/>
                      <a:pt x="10710" y="23263"/>
                    </a:cubicBezTo>
                    <a:cubicBezTo>
                      <a:pt x="11700" y="23263"/>
                      <a:pt x="12690" y="23263"/>
                      <a:pt x="13710" y="23263"/>
                    </a:cubicBezTo>
                    <a:cubicBezTo>
                      <a:pt x="13710" y="23226"/>
                      <a:pt x="13710" y="23189"/>
                      <a:pt x="13710" y="23152"/>
                    </a:cubicBezTo>
                    <a:cubicBezTo>
                      <a:pt x="13746" y="23152"/>
                      <a:pt x="13783" y="23152"/>
                      <a:pt x="13821" y="23152"/>
                    </a:cubicBezTo>
                    <a:cubicBezTo>
                      <a:pt x="13821" y="23115"/>
                      <a:pt x="13821" y="23078"/>
                      <a:pt x="13821" y="23041"/>
                    </a:cubicBezTo>
                    <a:cubicBezTo>
                      <a:pt x="13857" y="23041"/>
                      <a:pt x="13894" y="23041"/>
                      <a:pt x="13932" y="23041"/>
                    </a:cubicBezTo>
                    <a:cubicBezTo>
                      <a:pt x="13932" y="22857"/>
                      <a:pt x="13932" y="22674"/>
                      <a:pt x="13932" y="22485"/>
                    </a:cubicBezTo>
                    <a:cubicBezTo>
                      <a:pt x="13968" y="22485"/>
                      <a:pt x="14005" y="22485"/>
                      <a:pt x="14043" y="22485"/>
                    </a:cubicBezTo>
                    <a:cubicBezTo>
                      <a:pt x="14043" y="22302"/>
                      <a:pt x="14043" y="22118"/>
                      <a:pt x="14043" y="21929"/>
                    </a:cubicBezTo>
                    <a:cubicBezTo>
                      <a:pt x="14080" y="21929"/>
                      <a:pt x="14116" y="21929"/>
                      <a:pt x="14154" y="21929"/>
                    </a:cubicBezTo>
                    <a:cubicBezTo>
                      <a:pt x="14154" y="21673"/>
                      <a:pt x="14154" y="21416"/>
                      <a:pt x="14154" y="21152"/>
                    </a:cubicBezTo>
                    <a:cubicBezTo>
                      <a:pt x="14191" y="21152"/>
                      <a:pt x="14227" y="21152"/>
                      <a:pt x="14265" y="21152"/>
                    </a:cubicBezTo>
                    <a:cubicBezTo>
                      <a:pt x="14265" y="21115"/>
                      <a:pt x="14265" y="21078"/>
                      <a:pt x="14265" y="21041"/>
                    </a:cubicBezTo>
                    <a:cubicBezTo>
                      <a:pt x="14302" y="21041"/>
                      <a:pt x="14338" y="21041"/>
                      <a:pt x="14376" y="21041"/>
                    </a:cubicBezTo>
                    <a:cubicBezTo>
                      <a:pt x="14376" y="21004"/>
                      <a:pt x="14376" y="20967"/>
                      <a:pt x="14376" y="20929"/>
                    </a:cubicBezTo>
                    <a:cubicBezTo>
                      <a:pt x="14413" y="20929"/>
                      <a:pt x="14450" y="20929"/>
                      <a:pt x="14487" y="20929"/>
                    </a:cubicBezTo>
                    <a:cubicBezTo>
                      <a:pt x="14487" y="20893"/>
                      <a:pt x="14487" y="20856"/>
                      <a:pt x="14487" y="20818"/>
                    </a:cubicBezTo>
                    <a:cubicBezTo>
                      <a:pt x="14597" y="20818"/>
                      <a:pt x="14707" y="20818"/>
                      <a:pt x="14821" y="20818"/>
                    </a:cubicBezTo>
                    <a:cubicBezTo>
                      <a:pt x="14821" y="20782"/>
                      <a:pt x="14821" y="20745"/>
                      <a:pt x="14821" y="20707"/>
                    </a:cubicBezTo>
                    <a:cubicBezTo>
                      <a:pt x="14931" y="20707"/>
                      <a:pt x="15041" y="20707"/>
                      <a:pt x="15154" y="20707"/>
                    </a:cubicBezTo>
                    <a:cubicBezTo>
                      <a:pt x="15154" y="20671"/>
                      <a:pt x="15154" y="20634"/>
                      <a:pt x="15154" y="20596"/>
                    </a:cubicBezTo>
                    <a:cubicBezTo>
                      <a:pt x="15264" y="20596"/>
                      <a:pt x="15374" y="20596"/>
                      <a:pt x="15487" y="20596"/>
                    </a:cubicBezTo>
                    <a:cubicBezTo>
                      <a:pt x="15487" y="20559"/>
                      <a:pt x="15487" y="20523"/>
                      <a:pt x="15487" y="20485"/>
                    </a:cubicBezTo>
                    <a:cubicBezTo>
                      <a:pt x="15561" y="20485"/>
                      <a:pt x="15634" y="20485"/>
                      <a:pt x="15710" y="20485"/>
                    </a:cubicBezTo>
                    <a:cubicBezTo>
                      <a:pt x="15710" y="20448"/>
                      <a:pt x="15710" y="20412"/>
                      <a:pt x="15710" y="20374"/>
                    </a:cubicBezTo>
                    <a:cubicBezTo>
                      <a:pt x="15820" y="20374"/>
                      <a:pt x="15930" y="20374"/>
                      <a:pt x="16043" y="20374"/>
                    </a:cubicBezTo>
                    <a:cubicBezTo>
                      <a:pt x="16043" y="20337"/>
                      <a:pt x="16043" y="20301"/>
                      <a:pt x="16043" y="20263"/>
                    </a:cubicBezTo>
                    <a:cubicBezTo>
                      <a:pt x="16116" y="20263"/>
                      <a:pt x="16190" y="20263"/>
                      <a:pt x="16265" y="20263"/>
                    </a:cubicBezTo>
                    <a:cubicBezTo>
                      <a:pt x="16265" y="20226"/>
                      <a:pt x="16265" y="20189"/>
                      <a:pt x="16265" y="20152"/>
                    </a:cubicBezTo>
                    <a:cubicBezTo>
                      <a:pt x="16338" y="20152"/>
                      <a:pt x="16412" y="20152"/>
                      <a:pt x="16487" y="20152"/>
                    </a:cubicBezTo>
                    <a:cubicBezTo>
                      <a:pt x="16487" y="20115"/>
                      <a:pt x="16487" y="20078"/>
                      <a:pt x="16487" y="20041"/>
                    </a:cubicBezTo>
                    <a:cubicBezTo>
                      <a:pt x="16561" y="20041"/>
                      <a:pt x="16634" y="20041"/>
                      <a:pt x="16710" y="20041"/>
                    </a:cubicBezTo>
                    <a:cubicBezTo>
                      <a:pt x="16710" y="20004"/>
                      <a:pt x="16710" y="19967"/>
                      <a:pt x="16710" y="19929"/>
                    </a:cubicBezTo>
                    <a:cubicBezTo>
                      <a:pt x="16783" y="19929"/>
                      <a:pt x="16856" y="19929"/>
                      <a:pt x="16932" y="19929"/>
                    </a:cubicBezTo>
                    <a:cubicBezTo>
                      <a:pt x="16932" y="19893"/>
                      <a:pt x="16932" y="19856"/>
                      <a:pt x="16932" y="19818"/>
                    </a:cubicBezTo>
                    <a:cubicBezTo>
                      <a:pt x="17078" y="19818"/>
                      <a:pt x="17225" y="19818"/>
                      <a:pt x="17376" y="19818"/>
                    </a:cubicBezTo>
                    <a:cubicBezTo>
                      <a:pt x="17376" y="19855"/>
                      <a:pt x="17376" y="19892"/>
                      <a:pt x="17376" y="19929"/>
                    </a:cubicBezTo>
                    <a:cubicBezTo>
                      <a:pt x="17450" y="19929"/>
                      <a:pt x="17523" y="19929"/>
                      <a:pt x="17598" y="19929"/>
                    </a:cubicBezTo>
                    <a:cubicBezTo>
                      <a:pt x="17598" y="19966"/>
                      <a:pt x="17598" y="20003"/>
                      <a:pt x="17598" y="20041"/>
                    </a:cubicBezTo>
                    <a:cubicBezTo>
                      <a:pt x="17635" y="20041"/>
                      <a:pt x="17672" y="20041"/>
                      <a:pt x="17710" y="20041"/>
                    </a:cubicBezTo>
                    <a:cubicBezTo>
                      <a:pt x="17710" y="20077"/>
                      <a:pt x="17710" y="20114"/>
                      <a:pt x="17710" y="20152"/>
                    </a:cubicBezTo>
                    <a:cubicBezTo>
                      <a:pt x="17783" y="20152"/>
                      <a:pt x="17856" y="20152"/>
                      <a:pt x="17932" y="20152"/>
                    </a:cubicBezTo>
                    <a:cubicBezTo>
                      <a:pt x="17932" y="20188"/>
                      <a:pt x="17932" y="20225"/>
                      <a:pt x="17932" y="20263"/>
                    </a:cubicBezTo>
                    <a:cubicBezTo>
                      <a:pt x="17968" y="20263"/>
                      <a:pt x="18005" y="20263"/>
                      <a:pt x="18043" y="20263"/>
                    </a:cubicBezTo>
                    <a:cubicBezTo>
                      <a:pt x="18043" y="20299"/>
                      <a:pt x="18043" y="20336"/>
                      <a:pt x="18043" y="20374"/>
                    </a:cubicBezTo>
                    <a:cubicBezTo>
                      <a:pt x="18116" y="20374"/>
                      <a:pt x="18190" y="20374"/>
                      <a:pt x="18265" y="20374"/>
                    </a:cubicBezTo>
                    <a:cubicBezTo>
                      <a:pt x="18265" y="20411"/>
                      <a:pt x="18265" y="20447"/>
                      <a:pt x="18265" y="20485"/>
                    </a:cubicBezTo>
                    <a:cubicBezTo>
                      <a:pt x="18302" y="20485"/>
                      <a:pt x="18338" y="20485"/>
                      <a:pt x="18376" y="20485"/>
                    </a:cubicBezTo>
                    <a:cubicBezTo>
                      <a:pt x="18376" y="20522"/>
                      <a:pt x="18376" y="20558"/>
                      <a:pt x="18376" y="20596"/>
                    </a:cubicBezTo>
                    <a:cubicBezTo>
                      <a:pt x="18450" y="20596"/>
                      <a:pt x="18523" y="20596"/>
                      <a:pt x="18598" y="20596"/>
                    </a:cubicBezTo>
                    <a:cubicBezTo>
                      <a:pt x="18598" y="20633"/>
                      <a:pt x="18598" y="20669"/>
                      <a:pt x="18598" y="20707"/>
                    </a:cubicBezTo>
                    <a:cubicBezTo>
                      <a:pt x="18635" y="20707"/>
                      <a:pt x="18672" y="20707"/>
                      <a:pt x="18710" y="20707"/>
                    </a:cubicBezTo>
                    <a:cubicBezTo>
                      <a:pt x="18710" y="20744"/>
                      <a:pt x="18710" y="20781"/>
                      <a:pt x="18710" y="20818"/>
                    </a:cubicBezTo>
                    <a:cubicBezTo>
                      <a:pt x="18783" y="20818"/>
                      <a:pt x="18856" y="20818"/>
                      <a:pt x="18932" y="20818"/>
                    </a:cubicBezTo>
                    <a:cubicBezTo>
                      <a:pt x="18932" y="20855"/>
                      <a:pt x="18932" y="20892"/>
                      <a:pt x="18932" y="20929"/>
                    </a:cubicBezTo>
                    <a:cubicBezTo>
                      <a:pt x="19115" y="20929"/>
                      <a:pt x="19298" y="20929"/>
                      <a:pt x="19487" y="20929"/>
                    </a:cubicBezTo>
                    <a:cubicBezTo>
                      <a:pt x="19487" y="20893"/>
                      <a:pt x="19487" y="20856"/>
                      <a:pt x="19487" y="20818"/>
                    </a:cubicBezTo>
                    <a:cubicBezTo>
                      <a:pt x="19524" y="20818"/>
                      <a:pt x="19561" y="20818"/>
                      <a:pt x="19598" y="20818"/>
                    </a:cubicBezTo>
                    <a:cubicBezTo>
                      <a:pt x="19598" y="20782"/>
                      <a:pt x="19598" y="20745"/>
                      <a:pt x="19598" y="20707"/>
                    </a:cubicBezTo>
                    <a:cubicBezTo>
                      <a:pt x="19635" y="20707"/>
                      <a:pt x="19672" y="20707"/>
                      <a:pt x="19710" y="20707"/>
                    </a:cubicBezTo>
                    <a:cubicBezTo>
                      <a:pt x="19710" y="20671"/>
                      <a:pt x="19710" y="20634"/>
                      <a:pt x="19710" y="20596"/>
                    </a:cubicBezTo>
                    <a:cubicBezTo>
                      <a:pt x="19746" y="20596"/>
                      <a:pt x="19783" y="20596"/>
                      <a:pt x="19821" y="20596"/>
                    </a:cubicBezTo>
                    <a:cubicBezTo>
                      <a:pt x="19821" y="20559"/>
                      <a:pt x="19821" y="20523"/>
                      <a:pt x="19821" y="20485"/>
                    </a:cubicBezTo>
                    <a:cubicBezTo>
                      <a:pt x="19857" y="20485"/>
                      <a:pt x="19894" y="20485"/>
                      <a:pt x="19932" y="20485"/>
                    </a:cubicBezTo>
                    <a:cubicBezTo>
                      <a:pt x="19932" y="20448"/>
                      <a:pt x="19932" y="20412"/>
                      <a:pt x="19932" y="20374"/>
                    </a:cubicBezTo>
                    <a:cubicBezTo>
                      <a:pt x="19968" y="20374"/>
                      <a:pt x="20005" y="20374"/>
                      <a:pt x="20043" y="20374"/>
                    </a:cubicBezTo>
                    <a:cubicBezTo>
                      <a:pt x="20043" y="20337"/>
                      <a:pt x="20043" y="20301"/>
                      <a:pt x="20043" y="20263"/>
                    </a:cubicBezTo>
                    <a:cubicBezTo>
                      <a:pt x="20080" y="20263"/>
                      <a:pt x="20116" y="20263"/>
                      <a:pt x="20154" y="20263"/>
                    </a:cubicBezTo>
                    <a:cubicBezTo>
                      <a:pt x="20154" y="20226"/>
                      <a:pt x="20154" y="20189"/>
                      <a:pt x="20154" y="20152"/>
                    </a:cubicBezTo>
                    <a:cubicBezTo>
                      <a:pt x="20191" y="20152"/>
                      <a:pt x="20227" y="20152"/>
                      <a:pt x="20265" y="20152"/>
                    </a:cubicBezTo>
                    <a:cubicBezTo>
                      <a:pt x="20265" y="20115"/>
                      <a:pt x="20265" y="20078"/>
                      <a:pt x="20265" y="20041"/>
                    </a:cubicBezTo>
                    <a:cubicBezTo>
                      <a:pt x="20302" y="20041"/>
                      <a:pt x="20338" y="20041"/>
                      <a:pt x="20376" y="20041"/>
                    </a:cubicBezTo>
                    <a:cubicBezTo>
                      <a:pt x="20376" y="20004"/>
                      <a:pt x="20376" y="19967"/>
                      <a:pt x="20376" y="19929"/>
                    </a:cubicBezTo>
                    <a:cubicBezTo>
                      <a:pt x="20413" y="19929"/>
                      <a:pt x="20450" y="19929"/>
                      <a:pt x="20487" y="19929"/>
                    </a:cubicBezTo>
                    <a:cubicBezTo>
                      <a:pt x="20487" y="19893"/>
                      <a:pt x="20487" y="19856"/>
                      <a:pt x="20487" y="19818"/>
                    </a:cubicBezTo>
                    <a:cubicBezTo>
                      <a:pt x="20524" y="19818"/>
                      <a:pt x="20561" y="19818"/>
                      <a:pt x="20598" y="19818"/>
                    </a:cubicBezTo>
                    <a:cubicBezTo>
                      <a:pt x="20598" y="19782"/>
                      <a:pt x="20598" y="19745"/>
                      <a:pt x="20598" y="19707"/>
                    </a:cubicBezTo>
                    <a:cubicBezTo>
                      <a:pt x="20635" y="19707"/>
                      <a:pt x="20672" y="19707"/>
                      <a:pt x="20710" y="19707"/>
                    </a:cubicBezTo>
                    <a:cubicBezTo>
                      <a:pt x="20710" y="19671"/>
                      <a:pt x="20710" y="19634"/>
                      <a:pt x="20710" y="19596"/>
                    </a:cubicBezTo>
                    <a:cubicBezTo>
                      <a:pt x="20746" y="19596"/>
                      <a:pt x="20783" y="19596"/>
                      <a:pt x="20821" y="19596"/>
                    </a:cubicBezTo>
                    <a:cubicBezTo>
                      <a:pt x="20821" y="19559"/>
                      <a:pt x="20821" y="19523"/>
                      <a:pt x="20821" y="19485"/>
                    </a:cubicBezTo>
                    <a:cubicBezTo>
                      <a:pt x="20857" y="19485"/>
                      <a:pt x="20894" y="19485"/>
                      <a:pt x="20932" y="19485"/>
                    </a:cubicBezTo>
                    <a:cubicBezTo>
                      <a:pt x="20932" y="19448"/>
                      <a:pt x="20932" y="19412"/>
                      <a:pt x="20932" y="19374"/>
                    </a:cubicBezTo>
                    <a:cubicBezTo>
                      <a:pt x="20968" y="19374"/>
                      <a:pt x="21005" y="19374"/>
                      <a:pt x="21043" y="19374"/>
                    </a:cubicBezTo>
                    <a:cubicBezTo>
                      <a:pt x="21043" y="19301"/>
                      <a:pt x="21043" y="19227"/>
                      <a:pt x="21043" y="19152"/>
                    </a:cubicBezTo>
                    <a:cubicBezTo>
                      <a:pt x="21080" y="19152"/>
                      <a:pt x="21116" y="19152"/>
                      <a:pt x="21154" y="19152"/>
                    </a:cubicBezTo>
                    <a:cubicBezTo>
                      <a:pt x="21154" y="19115"/>
                      <a:pt x="21154" y="19078"/>
                      <a:pt x="21154" y="19041"/>
                    </a:cubicBezTo>
                    <a:cubicBezTo>
                      <a:pt x="21191" y="19041"/>
                      <a:pt x="21227" y="19041"/>
                      <a:pt x="21265" y="19041"/>
                    </a:cubicBezTo>
                    <a:cubicBezTo>
                      <a:pt x="21265" y="19004"/>
                      <a:pt x="21265" y="18967"/>
                      <a:pt x="21265" y="18929"/>
                    </a:cubicBezTo>
                    <a:cubicBezTo>
                      <a:pt x="21302" y="18929"/>
                      <a:pt x="21338" y="18929"/>
                      <a:pt x="21376" y="18929"/>
                    </a:cubicBezTo>
                    <a:cubicBezTo>
                      <a:pt x="21376" y="18856"/>
                      <a:pt x="21376" y="18783"/>
                      <a:pt x="21376" y="18707"/>
                    </a:cubicBezTo>
                    <a:cubicBezTo>
                      <a:pt x="21340" y="18707"/>
                      <a:pt x="21303" y="18707"/>
                      <a:pt x="21265" y="18707"/>
                    </a:cubicBezTo>
                    <a:cubicBezTo>
                      <a:pt x="21265" y="18634"/>
                      <a:pt x="21265" y="18561"/>
                      <a:pt x="21265" y="18485"/>
                    </a:cubicBezTo>
                    <a:cubicBezTo>
                      <a:pt x="21228" y="18485"/>
                      <a:pt x="21192" y="18485"/>
                      <a:pt x="21154" y="18485"/>
                    </a:cubicBezTo>
                    <a:cubicBezTo>
                      <a:pt x="21154" y="18448"/>
                      <a:pt x="21154" y="18412"/>
                      <a:pt x="21154" y="18374"/>
                    </a:cubicBezTo>
                    <a:cubicBezTo>
                      <a:pt x="21117" y="18374"/>
                      <a:pt x="21081" y="18374"/>
                      <a:pt x="21043" y="18374"/>
                    </a:cubicBezTo>
                    <a:cubicBezTo>
                      <a:pt x="21043" y="18301"/>
                      <a:pt x="21043" y="18227"/>
                      <a:pt x="21043" y="18152"/>
                    </a:cubicBezTo>
                    <a:cubicBezTo>
                      <a:pt x="21006" y="18152"/>
                      <a:pt x="20970" y="18152"/>
                      <a:pt x="20932" y="18152"/>
                    </a:cubicBezTo>
                    <a:cubicBezTo>
                      <a:pt x="20932" y="18115"/>
                      <a:pt x="20932" y="18078"/>
                      <a:pt x="20932" y="18041"/>
                    </a:cubicBezTo>
                    <a:cubicBezTo>
                      <a:pt x="20895" y="18041"/>
                      <a:pt x="20858" y="18041"/>
                      <a:pt x="20821" y="18041"/>
                    </a:cubicBezTo>
                    <a:cubicBezTo>
                      <a:pt x="20821" y="18004"/>
                      <a:pt x="20821" y="17967"/>
                      <a:pt x="20821" y="17929"/>
                    </a:cubicBezTo>
                    <a:cubicBezTo>
                      <a:pt x="20784" y="17929"/>
                      <a:pt x="20747" y="17929"/>
                      <a:pt x="20710" y="17929"/>
                    </a:cubicBezTo>
                    <a:cubicBezTo>
                      <a:pt x="20710" y="17856"/>
                      <a:pt x="20710" y="17783"/>
                      <a:pt x="20710" y="17707"/>
                    </a:cubicBezTo>
                    <a:cubicBezTo>
                      <a:pt x="20673" y="17707"/>
                      <a:pt x="20636" y="17707"/>
                      <a:pt x="20598" y="17707"/>
                    </a:cubicBezTo>
                    <a:cubicBezTo>
                      <a:pt x="20598" y="17671"/>
                      <a:pt x="20598" y="17634"/>
                      <a:pt x="20598" y="17596"/>
                    </a:cubicBezTo>
                    <a:cubicBezTo>
                      <a:pt x="20562" y="17596"/>
                      <a:pt x="20525" y="17596"/>
                      <a:pt x="20487" y="17596"/>
                    </a:cubicBezTo>
                    <a:cubicBezTo>
                      <a:pt x="20487" y="17523"/>
                      <a:pt x="20487" y="17449"/>
                      <a:pt x="20487" y="17374"/>
                    </a:cubicBezTo>
                    <a:cubicBezTo>
                      <a:pt x="20451" y="17374"/>
                      <a:pt x="20414" y="17374"/>
                      <a:pt x="20376" y="17374"/>
                    </a:cubicBezTo>
                    <a:cubicBezTo>
                      <a:pt x="20376" y="17337"/>
                      <a:pt x="20376" y="17301"/>
                      <a:pt x="20376" y="17263"/>
                    </a:cubicBezTo>
                    <a:cubicBezTo>
                      <a:pt x="20340" y="17263"/>
                      <a:pt x="20303" y="17263"/>
                      <a:pt x="20265" y="17263"/>
                    </a:cubicBezTo>
                    <a:cubicBezTo>
                      <a:pt x="20265" y="17189"/>
                      <a:pt x="20265" y="17116"/>
                      <a:pt x="20265" y="17041"/>
                    </a:cubicBezTo>
                    <a:cubicBezTo>
                      <a:pt x="20228" y="17041"/>
                      <a:pt x="20192" y="17041"/>
                      <a:pt x="20154" y="17041"/>
                    </a:cubicBezTo>
                    <a:cubicBezTo>
                      <a:pt x="20154" y="16967"/>
                      <a:pt x="20154" y="16894"/>
                      <a:pt x="20154" y="16818"/>
                    </a:cubicBezTo>
                    <a:cubicBezTo>
                      <a:pt x="20191" y="16818"/>
                      <a:pt x="20227" y="16818"/>
                      <a:pt x="20265" y="16818"/>
                    </a:cubicBezTo>
                    <a:cubicBezTo>
                      <a:pt x="20265" y="16708"/>
                      <a:pt x="20265" y="16598"/>
                      <a:pt x="20265" y="16485"/>
                    </a:cubicBezTo>
                    <a:cubicBezTo>
                      <a:pt x="20302" y="16485"/>
                      <a:pt x="20338" y="16485"/>
                      <a:pt x="20376" y="16485"/>
                    </a:cubicBezTo>
                    <a:cubicBezTo>
                      <a:pt x="20376" y="16448"/>
                      <a:pt x="20376" y="16412"/>
                      <a:pt x="20376" y="16374"/>
                    </a:cubicBezTo>
                    <a:cubicBezTo>
                      <a:pt x="20413" y="16374"/>
                      <a:pt x="20450" y="16374"/>
                      <a:pt x="20487" y="16374"/>
                    </a:cubicBezTo>
                    <a:cubicBezTo>
                      <a:pt x="20487" y="16301"/>
                      <a:pt x="20487" y="16227"/>
                      <a:pt x="20487" y="16152"/>
                    </a:cubicBezTo>
                    <a:cubicBezTo>
                      <a:pt x="20524" y="16152"/>
                      <a:pt x="20561" y="16152"/>
                      <a:pt x="20598" y="16152"/>
                    </a:cubicBezTo>
                    <a:cubicBezTo>
                      <a:pt x="20598" y="16042"/>
                      <a:pt x="20598" y="15932"/>
                      <a:pt x="20598" y="15818"/>
                    </a:cubicBezTo>
                    <a:cubicBezTo>
                      <a:pt x="20635" y="15818"/>
                      <a:pt x="20672" y="15818"/>
                      <a:pt x="20710" y="15818"/>
                    </a:cubicBezTo>
                    <a:cubicBezTo>
                      <a:pt x="20710" y="15745"/>
                      <a:pt x="20710" y="15672"/>
                      <a:pt x="20710" y="15596"/>
                    </a:cubicBezTo>
                    <a:cubicBezTo>
                      <a:pt x="20746" y="15596"/>
                      <a:pt x="20783" y="15596"/>
                      <a:pt x="20821" y="15596"/>
                    </a:cubicBezTo>
                    <a:cubicBezTo>
                      <a:pt x="20821" y="15523"/>
                      <a:pt x="20821" y="15449"/>
                      <a:pt x="20821" y="15374"/>
                    </a:cubicBezTo>
                    <a:cubicBezTo>
                      <a:pt x="20857" y="15374"/>
                      <a:pt x="20894" y="15374"/>
                      <a:pt x="20932" y="15374"/>
                    </a:cubicBezTo>
                    <a:cubicBezTo>
                      <a:pt x="20932" y="15264"/>
                      <a:pt x="20932" y="15154"/>
                      <a:pt x="20932" y="15041"/>
                    </a:cubicBezTo>
                    <a:cubicBezTo>
                      <a:pt x="20968" y="15041"/>
                      <a:pt x="21005" y="15041"/>
                      <a:pt x="21043" y="15041"/>
                    </a:cubicBezTo>
                    <a:cubicBezTo>
                      <a:pt x="21043" y="14931"/>
                      <a:pt x="21043" y="14821"/>
                      <a:pt x="21043" y="14707"/>
                    </a:cubicBezTo>
                    <a:cubicBezTo>
                      <a:pt x="21080" y="14707"/>
                      <a:pt x="21116" y="14707"/>
                      <a:pt x="21154" y="14707"/>
                    </a:cubicBezTo>
                    <a:cubicBezTo>
                      <a:pt x="21154" y="14597"/>
                      <a:pt x="21154" y="14487"/>
                      <a:pt x="21154" y="14374"/>
                    </a:cubicBezTo>
                    <a:cubicBezTo>
                      <a:pt x="21191" y="14374"/>
                      <a:pt x="21227" y="14374"/>
                      <a:pt x="21265" y="14374"/>
                    </a:cubicBezTo>
                    <a:cubicBezTo>
                      <a:pt x="21265" y="14337"/>
                      <a:pt x="21265" y="14301"/>
                      <a:pt x="21265" y="14263"/>
                    </a:cubicBezTo>
                    <a:cubicBezTo>
                      <a:pt x="21302" y="14263"/>
                      <a:pt x="21338" y="14263"/>
                      <a:pt x="21376" y="14263"/>
                    </a:cubicBezTo>
                    <a:cubicBezTo>
                      <a:pt x="21376" y="14226"/>
                      <a:pt x="21376" y="14189"/>
                      <a:pt x="21376" y="14152"/>
                    </a:cubicBezTo>
                    <a:cubicBezTo>
                      <a:pt x="21413" y="14152"/>
                      <a:pt x="21450" y="14152"/>
                      <a:pt x="21487" y="14152"/>
                    </a:cubicBezTo>
                    <a:cubicBezTo>
                      <a:pt x="21487" y="14115"/>
                      <a:pt x="21487" y="14078"/>
                      <a:pt x="21487" y="14041"/>
                    </a:cubicBezTo>
                    <a:cubicBezTo>
                      <a:pt x="21597" y="14041"/>
                      <a:pt x="21707" y="14041"/>
                      <a:pt x="21821" y="14041"/>
                    </a:cubicBezTo>
                    <a:cubicBezTo>
                      <a:pt x="21821" y="14004"/>
                      <a:pt x="21821" y="13967"/>
                      <a:pt x="21821" y="13929"/>
                    </a:cubicBezTo>
                    <a:cubicBezTo>
                      <a:pt x="22004" y="13929"/>
                      <a:pt x="22187" y="13929"/>
                      <a:pt x="22376" y="13929"/>
                    </a:cubicBezTo>
                    <a:cubicBezTo>
                      <a:pt x="22376" y="13893"/>
                      <a:pt x="22376" y="13856"/>
                      <a:pt x="22376" y="13818"/>
                    </a:cubicBezTo>
                    <a:cubicBezTo>
                      <a:pt x="22560" y="13818"/>
                      <a:pt x="22743" y="13818"/>
                      <a:pt x="22932" y="13818"/>
                    </a:cubicBezTo>
                    <a:cubicBezTo>
                      <a:pt x="22932" y="13782"/>
                      <a:pt x="22932" y="13745"/>
                      <a:pt x="22932" y="13707"/>
                    </a:cubicBezTo>
                    <a:cubicBezTo>
                      <a:pt x="23078" y="13707"/>
                      <a:pt x="23225" y="13707"/>
                      <a:pt x="23376" y="13707"/>
                    </a:cubicBezTo>
                    <a:cubicBezTo>
                      <a:pt x="23376" y="13671"/>
                      <a:pt x="23376" y="13634"/>
                      <a:pt x="23376" y="13596"/>
                    </a:cubicBezTo>
                    <a:cubicBezTo>
                      <a:pt x="23413" y="13596"/>
                      <a:pt x="23450" y="13596"/>
                      <a:pt x="23487" y="13596"/>
                    </a:cubicBezTo>
                    <a:cubicBezTo>
                      <a:pt x="23487" y="13560"/>
                      <a:pt x="23487" y="13523"/>
                      <a:pt x="23487" y="13485"/>
                    </a:cubicBezTo>
                    <a:cubicBezTo>
                      <a:pt x="23524" y="13485"/>
                      <a:pt x="23561" y="13485"/>
                      <a:pt x="23598" y="13485"/>
                    </a:cubicBezTo>
                    <a:cubicBezTo>
                      <a:pt x="23598" y="13448"/>
                      <a:pt x="23598" y="13412"/>
                      <a:pt x="23598" y="13374"/>
                    </a:cubicBezTo>
                    <a:cubicBezTo>
                      <a:pt x="23635" y="13374"/>
                      <a:pt x="23672" y="13374"/>
                      <a:pt x="23710" y="13374"/>
                    </a:cubicBezTo>
                    <a:cubicBezTo>
                      <a:pt x="23710" y="12457"/>
                      <a:pt x="23710" y="11541"/>
                      <a:pt x="23710" y="10596"/>
                    </a:cubicBezTo>
                    <a:cubicBezTo>
                      <a:pt x="23673" y="10596"/>
                      <a:pt x="23636" y="10596"/>
                      <a:pt x="23598" y="10596"/>
                    </a:cubicBezTo>
                    <a:cubicBezTo>
                      <a:pt x="23598" y="10560"/>
                      <a:pt x="23598" y="10523"/>
                      <a:pt x="23598" y="10485"/>
                    </a:cubicBezTo>
                    <a:cubicBezTo>
                      <a:pt x="23562" y="10485"/>
                      <a:pt x="23525" y="10485"/>
                      <a:pt x="23487" y="10485"/>
                    </a:cubicBezTo>
                    <a:cubicBezTo>
                      <a:pt x="23487" y="10448"/>
                      <a:pt x="23487" y="10412"/>
                      <a:pt x="23487" y="10374"/>
                    </a:cubicBezTo>
                    <a:cubicBezTo>
                      <a:pt x="23451" y="10374"/>
                      <a:pt x="23414" y="10374"/>
                      <a:pt x="23376" y="10374"/>
                    </a:cubicBezTo>
                    <a:cubicBezTo>
                      <a:pt x="23376" y="10337"/>
                      <a:pt x="23376" y="10301"/>
                      <a:pt x="23376" y="10263"/>
                    </a:cubicBezTo>
                    <a:cubicBezTo>
                      <a:pt x="23193" y="10263"/>
                      <a:pt x="23010" y="10263"/>
                      <a:pt x="22821" y="10263"/>
                    </a:cubicBezTo>
                    <a:cubicBezTo>
                      <a:pt x="22821" y="10226"/>
                      <a:pt x="22821" y="10189"/>
                      <a:pt x="22821" y="10152"/>
                    </a:cubicBezTo>
                    <a:cubicBezTo>
                      <a:pt x="22637" y="10152"/>
                      <a:pt x="22454" y="10152"/>
                      <a:pt x="22265" y="10152"/>
                    </a:cubicBezTo>
                    <a:cubicBezTo>
                      <a:pt x="22265" y="10115"/>
                      <a:pt x="22265" y="10078"/>
                      <a:pt x="22265" y="10041"/>
                    </a:cubicBezTo>
                    <a:cubicBezTo>
                      <a:pt x="22045" y="10041"/>
                      <a:pt x="21825" y="10041"/>
                      <a:pt x="21598" y="10041"/>
                    </a:cubicBezTo>
                    <a:cubicBezTo>
                      <a:pt x="21598" y="10004"/>
                      <a:pt x="21598" y="9967"/>
                      <a:pt x="21598" y="9929"/>
                    </a:cubicBezTo>
                    <a:cubicBezTo>
                      <a:pt x="21525" y="9929"/>
                      <a:pt x="21452" y="9929"/>
                      <a:pt x="21376" y="9929"/>
                    </a:cubicBezTo>
                    <a:cubicBezTo>
                      <a:pt x="21376" y="9893"/>
                      <a:pt x="21376" y="9856"/>
                      <a:pt x="21376" y="9818"/>
                    </a:cubicBezTo>
                    <a:cubicBezTo>
                      <a:pt x="21340" y="9818"/>
                      <a:pt x="21303" y="9818"/>
                      <a:pt x="21265" y="9818"/>
                    </a:cubicBezTo>
                    <a:cubicBezTo>
                      <a:pt x="21265" y="9782"/>
                      <a:pt x="21265" y="9745"/>
                      <a:pt x="21265" y="9707"/>
                    </a:cubicBezTo>
                    <a:cubicBezTo>
                      <a:pt x="21228" y="9707"/>
                      <a:pt x="21192" y="9707"/>
                      <a:pt x="21154" y="9707"/>
                    </a:cubicBezTo>
                    <a:cubicBezTo>
                      <a:pt x="21154" y="9561"/>
                      <a:pt x="21154" y="9414"/>
                      <a:pt x="21154" y="9263"/>
                    </a:cubicBezTo>
                    <a:cubicBezTo>
                      <a:pt x="21117" y="9263"/>
                      <a:pt x="21081" y="9263"/>
                      <a:pt x="21043" y="9263"/>
                    </a:cubicBezTo>
                    <a:cubicBezTo>
                      <a:pt x="21043" y="9153"/>
                      <a:pt x="21043" y="9043"/>
                      <a:pt x="21043" y="8929"/>
                    </a:cubicBezTo>
                    <a:cubicBezTo>
                      <a:pt x="21006" y="8929"/>
                      <a:pt x="20970" y="8929"/>
                      <a:pt x="20932" y="8929"/>
                    </a:cubicBezTo>
                    <a:cubicBezTo>
                      <a:pt x="20932" y="8819"/>
                      <a:pt x="20932" y="8709"/>
                      <a:pt x="20932" y="8596"/>
                    </a:cubicBezTo>
                    <a:cubicBezTo>
                      <a:pt x="20895" y="8596"/>
                      <a:pt x="20858" y="8596"/>
                      <a:pt x="20821" y="8596"/>
                    </a:cubicBezTo>
                    <a:cubicBezTo>
                      <a:pt x="20821" y="8523"/>
                      <a:pt x="20821" y="8449"/>
                      <a:pt x="20821" y="8374"/>
                    </a:cubicBezTo>
                    <a:cubicBezTo>
                      <a:pt x="20784" y="8374"/>
                      <a:pt x="20747" y="8374"/>
                      <a:pt x="20710" y="8374"/>
                    </a:cubicBezTo>
                    <a:cubicBezTo>
                      <a:pt x="20710" y="8301"/>
                      <a:pt x="20710" y="8227"/>
                      <a:pt x="20710" y="8152"/>
                    </a:cubicBezTo>
                    <a:cubicBezTo>
                      <a:pt x="20673" y="8152"/>
                      <a:pt x="20636" y="8152"/>
                      <a:pt x="20598" y="8152"/>
                    </a:cubicBezTo>
                    <a:cubicBezTo>
                      <a:pt x="20598" y="8042"/>
                      <a:pt x="20598" y="7932"/>
                      <a:pt x="20598" y="7818"/>
                    </a:cubicBezTo>
                    <a:cubicBezTo>
                      <a:pt x="20562" y="7818"/>
                      <a:pt x="20525" y="7818"/>
                      <a:pt x="20487" y="7818"/>
                    </a:cubicBezTo>
                    <a:cubicBezTo>
                      <a:pt x="20487" y="7745"/>
                      <a:pt x="20487" y="7672"/>
                      <a:pt x="20487" y="7596"/>
                    </a:cubicBezTo>
                    <a:cubicBezTo>
                      <a:pt x="20451" y="7596"/>
                      <a:pt x="20414" y="7596"/>
                      <a:pt x="20376" y="7596"/>
                    </a:cubicBezTo>
                    <a:cubicBezTo>
                      <a:pt x="20376" y="7560"/>
                      <a:pt x="20376" y="7523"/>
                      <a:pt x="20376" y="7485"/>
                    </a:cubicBezTo>
                    <a:cubicBezTo>
                      <a:pt x="20340" y="7485"/>
                      <a:pt x="20303" y="7485"/>
                      <a:pt x="20265" y="7485"/>
                    </a:cubicBezTo>
                    <a:cubicBezTo>
                      <a:pt x="20265" y="7265"/>
                      <a:pt x="20265" y="7045"/>
                      <a:pt x="20265" y="6818"/>
                    </a:cubicBezTo>
                    <a:cubicBezTo>
                      <a:pt x="20302" y="6818"/>
                      <a:pt x="20338" y="6818"/>
                      <a:pt x="20376" y="6818"/>
                    </a:cubicBezTo>
                    <a:cubicBezTo>
                      <a:pt x="20376" y="6782"/>
                      <a:pt x="20376" y="6745"/>
                      <a:pt x="20376" y="6707"/>
                    </a:cubicBezTo>
                    <a:cubicBezTo>
                      <a:pt x="20413" y="6707"/>
                      <a:pt x="20450" y="6707"/>
                      <a:pt x="20487" y="6707"/>
                    </a:cubicBezTo>
                    <a:cubicBezTo>
                      <a:pt x="20487" y="6634"/>
                      <a:pt x="20487" y="6561"/>
                      <a:pt x="20487" y="6485"/>
                    </a:cubicBezTo>
                    <a:cubicBezTo>
                      <a:pt x="20524" y="6485"/>
                      <a:pt x="20561" y="6485"/>
                      <a:pt x="20598" y="6485"/>
                    </a:cubicBezTo>
                    <a:cubicBezTo>
                      <a:pt x="20598" y="6448"/>
                      <a:pt x="20598" y="6412"/>
                      <a:pt x="20598" y="6374"/>
                    </a:cubicBezTo>
                    <a:cubicBezTo>
                      <a:pt x="20635" y="6374"/>
                      <a:pt x="20672" y="6374"/>
                      <a:pt x="20710" y="6374"/>
                    </a:cubicBezTo>
                    <a:cubicBezTo>
                      <a:pt x="20710" y="6301"/>
                      <a:pt x="20710" y="6227"/>
                      <a:pt x="20710" y="6152"/>
                    </a:cubicBezTo>
                    <a:cubicBezTo>
                      <a:pt x="20746" y="6152"/>
                      <a:pt x="20783" y="6152"/>
                      <a:pt x="20821" y="6152"/>
                    </a:cubicBezTo>
                    <a:cubicBezTo>
                      <a:pt x="20821" y="6115"/>
                      <a:pt x="20821" y="6078"/>
                      <a:pt x="20821" y="6041"/>
                    </a:cubicBezTo>
                    <a:cubicBezTo>
                      <a:pt x="20857" y="6041"/>
                      <a:pt x="20894" y="6041"/>
                      <a:pt x="20932" y="6041"/>
                    </a:cubicBezTo>
                    <a:cubicBezTo>
                      <a:pt x="20932" y="6004"/>
                      <a:pt x="20932" y="5967"/>
                      <a:pt x="20932" y="5929"/>
                    </a:cubicBezTo>
                    <a:cubicBezTo>
                      <a:pt x="20968" y="5929"/>
                      <a:pt x="21005" y="5929"/>
                      <a:pt x="21043" y="5929"/>
                    </a:cubicBezTo>
                    <a:cubicBezTo>
                      <a:pt x="21043" y="5856"/>
                      <a:pt x="21043" y="5783"/>
                      <a:pt x="21043" y="5707"/>
                    </a:cubicBezTo>
                    <a:cubicBezTo>
                      <a:pt x="21080" y="5707"/>
                      <a:pt x="21116" y="5707"/>
                      <a:pt x="21154" y="5707"/>
                    </a:cubicBezTo>
                    <a:cubicBezTo>
                      <a:pt x="21154" y="5671"/>
                      <a:pt x="21154" y="5634"/>
                      <a:pt x="21154" y="5596"/>
                    </a:cubicBezTo>
                    <a:cubicBezTo>
                      <a:pt x="21191" y="5596"/>
                      <a:pt x="21227" y="5596"/>
                      <a:pt x="21265" y="5596"/>
                    </a:cubicBezTo>
                    <a:cubicBezTo>
                      <a:pt x="21265" y="5523"/>
                      <a:pt x="21265" y="5449"/>
                      <a:pt x="21265" y="5374"/>
                    </a:cubicBezTo>
                    <a:cubicBezTo>
                      <a:pt x="21302" y="5374"/>
                      <a:pt x="21338" y="5374"/>
                      <a:pt x="21376" y="5374"/>
                    </a:cubicBezTo>
                    <a:cubicBezTo>
                      <a:pt x="21376" y="5191"/>
                      <a:pt x="21376" y="5007"/>
                      <a:pt x="21376" y="4818"/>
                    </a:cubicBezTo>
                    <a:cubicBezTo>
                      <a:pt x="21340" y="4818"/>
                      <a:pt x="21303" y="4818"/>
                      <a:pt x="21265" y="4818"/>
                    </a:cubicBezTo>
                    <a:cubicBezTo>
                      <a:pt x="21265" y="4782"/>
                      <a:pt x="21265" y="4745"/>
                      <a:pt x="21265" y="4707"/>
                    </a:cubicBezTo>
                    <a:cubicBezTo>
                      <a:pt x="21228" y="4707"/>
                      <a:pt x="21192" y="4707"/>
                      <a:pt x="21154" y="4707"/>
                    </a:cubicBezTo>
                    <a:cubicBezTo>
                      <a:pt x="21154" y="4671"/>
                      <a:pt x="21154" y="4634"/>
                      <a:pt x="21154" y="4596"/>
                    </a:cubicBezTo>
                    <a:cubicBezTo>
                      <a:pt x="21117" y="4596"/>
                      <a:pt x="21081" y="4596"/>
                      <a:pt x="21043" y="4596"/>
                    </a:cubicBezTo>
                    <a:cubicBezTo>
                      <a:pt x="21043" y="4560"/>
                      <a:pt x="21043" y="4523"/>
                      <a:pt x="21043" y="4485"/>
                    </a:cubicBezTo>
                    <a:cubicBezTo>
                      <a:pt x="21006" y="4485"/>
                      <a:pt x="20970" y="4485"/>
                      <a:pt x="20932" y="4485"/>
                    </a:cubicBezTo>
                    <a:cubicBezTo>
                      <a:pt x="20932" y="4448"/>
                      <a:pt x="20932" y="4412"/>
                      <a:pt x="20932" y="4374"/>
                    </a:cubicBezTo>
                    <a:cubicBezTo>
                      <a:pt x="20895" y="4374"/>
                      <a:pt x="20858" y="4374"/>
                      <a:pt x="20821" y="4374"/>
                    </a:cubicBezTo>
                    <a:cubicBezTo>
                      <a:pt x="20821" y="4337"/>
                      <a:pt x="20821" y="4301"/>
                      <a:pt x="20821" y="4263"/>
                    </a:cubicBezTo>
                    <a:cubicBezTo>
                      <a:pt x="20784" y="4263"/>
                      <a:pt x="20747" y="4263"/>
                      <a:pt x="20710" y="4263"/>
                    </a:cubicBezTo>
                    <a:cubicBezTo>
                      <a:pt x="20710" y="4226"/>
                      <a:pt x="20710" y="4189"/>
                      <a:pt x="20710" y="4152"/>
                    </a:cubicBezTo>
                    <a:cubicBezTo>
                      <a:pt x="20673" y="4152"/>
                      <a:pt x="20636" y="4152"/>
                      <a:pt x="20598" y="4152"/>
                    </a:cubicBezTo>
                    <a:cubicBezTo>
                      <a:pt x="20598" y="4115"/>
                      <a:pt x="20598" y="4078"/>
                      <a:pt x="20598" y="4041"/>
                    </a:cubicBezTo>
                    <a:cubicBezTo>
                      <a:pt x="20562" y="4041"/>
                      <a:pt x="20525" y="4041"/>
                      <a:pt x="20487" y="4041"/>
                    </a:cubicBezTo>
                    <a:cubicBezTo>
                      <a:pt x="20487" y="4004"/>
                      <a:pt x="20487" y="3967"/>
                      <a:pt x="20487" y="3929"/>
                    </a:cubicBezTo>
                    <a:cubicBezTo>
                      <a:pt x="20451" y="3929"/>
                      <a:pt x="20414" y="3929"/>
                      <a:pt x="20376" y="3929"/>
                    </a:cubicBezTo>
                    <a:cubicBezTo>
                      <a:pt x="20376" y="3893"/>
                      <a:pt x="20376" y="3856"/>
                      <a:pt x="20376" y="3818"/>
                    </a:cubicBezTo>
                    <a:cubicBezTo>
                      <a:pt x="20340" y="3818"/>
                      <a:pt x="20303" y="3818"/>
                      <a:pt x="20265" y="3818"/>
                    </a:cubicBezTo>
                    <a:cubicBezTo>
                      <a:pt x="20265" y="3782"/>
                      <a:pt x="20265" y="3745"/>
                      <a:pt x="20265" y="3707"/>
                    </a:cubicBezTo>
                    <a:cubicBezTo>
                      <a:pt x="20228" y="3707"/>
                      <a:pt x="20192" y="3707"/>
                      <a:pt x="20154" y="3707"/>
                    </a:cubicBezTo>
                    <a:cubicBezTo>
                      <a:pt x="20154" y="3671"/>
                      <a:pt x="20154" y="3634"/>
                      <a:pt x="20154" y="3596"/>
                    </a:cubicBezTo>
                    <a:cubicBezTo>
                      <a:pt x="20117" y="3596"/>
                      <a:pt x="20081" y="3596"/>
                      <a:pt x="20043" y="3596"/>
                    </a:cubicBezTo>
                    <a:cubicBezTo>
                      <a:pt x="20043" y="3560"/>
                      <a:pt x="20043" y="3523"/>
                      <a:pt x="20043" y="3485"/>
                    </a:cubicBezTo>
                    <a:cubicBezTo>
                      <a:pt x="19970" y="3485"/>
                      <a:pt x="19896" y="3485"/>
                      <a:pt x="19821" y="3485"/>
                    </a:cubicBezTo>
                    <a:cubicBezTo>
                      <a:pt x="19821" y="3448"/>
                      <a:pt x="19821" y="3412"/>
                      <a:pt x="19821" y="3374"/>
                    </a:cubicBezTo>
                    <a:cubicBezTo>
                      <a:pt x="19784" y="3374"/>
                      <a:pt x="19747" y="3374"/>
                      <a:pt x="19710" y="3374"/>
                    </a:cubicBezTo>
                    <a:cubicBezTo>
                      <a:pt x="19710" y="3337"/>
                      <a:pt x="19710" y="3301"/>
                      <a:pt x="19710" y="3263"/>
                    </a:cubicBezTo>
                    <a:cubicBezTo>
                      <a:pt x="19673" y="3263"/>
                      <a:pt x="19636" y="3263"/>
                      <a:pt x="19598" y="3263"/>
                    </a:cubicBezTo>
                    <a:cubicBezTo>
                      <a:pt x="19598" y="3226"/>
                      <a:pt x="19598" y="3189"/>
                      <a:pt x="19598" y="3152"/>
                    </a:cubicBezTo>
                    <a:cubicBezTo>
                      <a:pt x="19562" y="3152"/>
                      <a:pt x="19525" y="3152"/>
                      <a:pt x="19487" y="3152"/>
                    </a:cubicBezTo>
                    <a:cubicBezTo>
                      <a:pt x="19487" y="3115"/>
                      <a:pt x="19487" y="3078"/>
                      <a:pt x="19487" y="3041"/>
                    </a:cubicBezTo>
                    <a:cubicBezTo>
                      <a:pt x="19304" y="3041"/>
                      <a:pt x="19121" y="3041"/>
                      <a:pt x="18932" y="3041"/>
                    </a:cubicBezTo>
                    <a:cubicBezTo>
                      <a:pt x="18932" y="3077"/>
                      <a:pt x="18932" y="3114"/>
                      <a:pt x="18932" y="3152"/>
                    </a:cubicBezTo>
                    <a:cubicBezTo>
                      <a:pt x="18895" y="3152"/>
                      <a:pt x="18858" y="3152"/>
                      <a:pt x="18821" y="3152"/>
                    </a:cubicBezTo>
                    <a:cubicBezTo>
                      <a:pt x="18821" y="3188"/>
                      <a:pt x="18821" y="3225"/>
                      <a:pt x="18821" y="3263"/>
                    </a:cubicBezTo>
                    <a:cubicBezTo>
                      <a:pt x="18747" y="3263"/>
                      <a:pt x="18674" y="3263"/>
                      <a:pt x="18598" y="3263"/>
                    </a:cubicBezTo>
                    <a:cubicBezTo>
                      <a:pt x="18598" y="3299"/>
                      <a:pt x="18598" y="3336"/>
                      <a:pt x="18598" y="3374"/>
                    </a:cubicBezTo>
                    <a:cubicBezTo>
                      <a:pt x="18562" y="3374"/>
                      <a:pt x="18525" y="3374"/>
                      <a:pt x="18487" y="3374"/>
                    </a:cubicBezTo>
                    <a:cubicBezTo>
                      <a:pt x="18487" y="3411"/>
                      <a:pt x="18487" y="3447"/>
                      <a:pt x="18487" y="3485"/>
                    </a:cubicBezTo>
                    <a:cubicBezTo>
                      <a:pt x="18414" y="3485"/>
                      <a:pt x="18341" y="3485"/>
                      <a:pt x="18265" y="3485"/>
                    </a:cubicBezTo>
                    <a:cubicBezTo>
                      <a:pt x="18265" y="3522"/>
                      <a:pt x="18265" y="3558"/>
                      <a:pt x="18265" y="3596"/>
                    </a:cubicBezTo>
                    <a:cubicBezTo>
                      <a:pt x="18228" y="3596"/>
                      <a:pt x="18192" y="3596"/>
                      <a:pt x="18154" y="3596"/>
                    </a:cubicBezTo>
                    <a:cubicBezTo>
                      <a:pt x="18154" y="3633"/>
                      <a:pt x="18154" y="3669"/>
                      <a:pt x="18154" y="3707"/>
                    </a:cubicBezTo>
                    <a:cubicBezTo>
                      <a:pt x="18081" y="3707"/>
                      <a:pt x="18007" y="3707"/>
                      <a:pt x="17932" y="3707"/>
                    </a:cubicBezTo>
                    <a:cubicBezTo>
                      <a:pt x="17932" y="3744"/>
                      <a:pt x="17932" y="3781"/>
                      <a:pt x="17932" y="3818"/>
                    </a:cubicBezTo>
                    <a:cubicBezTo>
                      <a:pt x="17895" y="3818"/>
                      <a:pt x="17858" y="3818"/>
                      <a:pt x="17821" y="3818"/>
                    </a:cubicBezTo>
                    <a:cubicBezTo>
                      <a:pt x="17821" y="3855"/>
                      <a:pt x="17821" y="3892"/>
                      <a:pt x="17821" y="3929"/>
                    </a:cubicBezTo>
                    <a:cubicBezTo>
                      <a:pt x="17784" y="3929"/>
                      <a:pt x="17747" y="3929"/>
                      <a:pt x="17710" y="3929"/>
                    </a:cubicBezTo>
                    <a:cubicBezTo>
                      <a:pt x="17710" y="3966"/>
                      <a:pt x="17710" y="4003"/>
                      <a:pt x="17710" y="4041"/>
                    </a:cubicBezTo>
                    <a:cubicBezTo>
                      <a:pt x="17636" y="4041"/>
                      <a:pt x="17563" y="4041"/>
                      <a:pt x="17487" y="4041"/>
                    </a:cubicBezTo>
                    <a:cubicBezTo>
                      <a:pt x="17487" y="4077"/>
                      <a:pt x="17487" y="4114"/>
                      <a:pt x="17487" y="4152"/>
                    </a:cubicBezTo>
                    <a:cubicBezTo>
                      <a:pt x="17341" y="4152"/>
                      <a:pt x="17194" y="4152"/>
                      <a:pt x="17043" y="4152"/>
                    </a:cubicBezTo>
                    <a:cubicBezTo>
                      <a:pt x="17043" y="4115"/>
                      <a:pt x="17043" y="4078"/>
                      <a:pt x="17043" y="4041"/>
                    </a:cubicBezTo>
                    <a:cubicBezTo>
                      <a:pt x="16933" y="4041"/>
                      <a:pt x="16823" y="4041"/>
                      <a:pt x="16710" y="4041"/>
                    </a:cubicBezTo>
                    <a:cubicBezTo>
                      <a:pt x="16710" y="4004"/>
                      <a:pt x="16710" y="3967"/>
                      <a:pt x="16710" y="3929"/>
                    </a:cubicBezTo>
                    <a:cubicBezTo>
                      <a:pt x="16636" y="3929"/>
                      <a:pt x="16563" y="3929"/>
                      <a:pt x="16487" y="3929"/>
                    </a:cubicBezTo>
                    <a:cubicBezTo>
                      <a:pt x="16487" y="3893"/>
                      <a:pt x="16487" y="3856"/>
                      <a:pt x="16487" y="3818"/>
                    </a:cubicBezTo>
                    <a:cubicBezTo>
                      <a:pt x="16414" y="3818"/>
                      <a:pt x="16341" y="3818"/>
                      <a:pt x="16265" y="3818"/>
                    </a:cubicBezTo>
                    <a:cubicBezTo>
                      <a:pt x="16265" y="3782"/>
                      <a:pt x="16265" y="3745"/>
                      <a:pt x="16265" y="3707"/>
                    </a:cubicBezTo>
                    <a:cubicBezTo>
                      <a:pt x="16192" y="3707"/>
                      <a:pt x="16118" y="3707"/>
                      <a:pt x="16043" y="3707"/>
                    </a:cubicBezTo>
                    <a:cubicBezTo>
                      <a:pt x="16043" y="3671"/>
                      <a:pt x="16043" y="3634"/>
                      <a:pt x="16043" y="3596"/>
                    </a:cubicBezTo>
                    <a:cubicBezTo>
                      <a:pt x="15970" y="3596"/>
                      <a:pt x="15896" y="3596"/>
                      <a:pt x="15821" y="3596"/>
                    </a:cubicBezTo>
                    <a:cubicBezTo>
                      <a:pt x="15821" y="3560"/>
                      <a:pt x="15821" y="3523"/>
                      <a:pt x="15821" y="3485"/>
                    </a:cubicBezTo>
                    <a:cubicBezTo>
                      <a:pt x="15711" y="3485"/>
                      <a:pt x="15601" y="3485"/>
                      <a:pt x="15487" y="3485"/>
                    </a:cubicBezTo>
                    <a:cubicBezTo>
                      <a:pt x="15487" y="3448"/>
                      <a:pt x="15487" y="3412"/>
                      <a:pt x="15487" y="3374"/>
                    </a:cubicBezTo>
                    <a:cubicBezTo>
                      <a:pt x="15377" y="3374"/>
                      <a:pt x="15267" y="3374"/>
                      <a:pt x="15154" y="3374"/>
                    </a:cubicBezTo>
                    <a:cubicBezTo>
                      <a:pt x="15154" y="3337"/>
                      <a:pt x="15154" y="3301"/>
                      <a:pt x="15154" y="3263"/>
                    </a:cubicBezTo>
                    <a:cubicBezTo>
                      <a:pt x="15044" y="3263"/>
                      <a:pt x="14934" y="3263"/>
                      <a:pt x="14821" y="3263"/>
                    </a:cubicBezTo>
                    <a:cubicBezTo>
                      <a:pt x="14821" y="3226"/>
                      <a:pt x="14821" y="3189"/>
                      <a:pt x="14821" y="3152"/>
                    </a:cubicBezTo>
                    <a:cubicBezTo>
                      <a:pt x="14711" y="3152"/>
                      <a:pt x="14601" y="3152"/>
                      <a:pt x="14487" y="3152"/>
                    </a:cubicBezTo>
                    <a:cubicBezTo>
                      <a:pt x="14487" y="3115"/>
                      <a:pt x="14487" y="3078"/>
                      <a:pt x="14487" y="3041"/>
                    </a:cubicBezTo>
                    <a:cubicBezTo>
                      <a:pt x="14451" y="3041"/>
                      <a:pt x="14414" y="3041"/>
                      <a:pt x="14376" y="3041"/>
                    </a:cubicBezTo>
                    <a:cubicBezTo>
                      <a:pt x="14376" y="3004"/>
                      <a:pt x="14376" y="2967"/>
                      <a:pt x="14376" y="2929"/>
                    </a:cubicBezTo>
                    <a:cubicBezTo>
                      <a:pt x="14340" y="2929"/>
                      <a:pt x="14303" y="2929"/>
                      <a:pt x="14265" y="2929"/>
                    </a:cubicBezTo>
                    <a:cubicBezTo>
                      <a:pt x="14265" y="2783"/>
                      <a:pt x="14265" y="2636"/>
                      <a:pt x="14265" y="2485"/>
                    </a:cubicBezTo>
                    <a:cubicBezTo>
                      <a:pt x="14228" y="2485"/>
                      <a:pt x="14192" y="2485"/>
                      <a:pt x="14154" y="2485"/>
                    </a:cubicBezTo>
                    <a:cubicBezTo>
                      <a:pt x="14154" y="2228"/>
                      <a:pt x="14154" y="1972"/>
                      <a:pt x="14154" y="1707"/>
                    </a:cubicBezTo>
                    <a:cubicBezTo>
                      <a:pt x="14117" y="1707"/>
                      <a:pt x="14081" y="1707"/>
                      <a:pt x="14043" y="1707"/>
                    </a:cubicBezTo>
                    <a:cubicBezTo>
                      <a:pt x="14043" y="1487"/>
                      <a:pt x="14043" y="1267"/>
                      <a:pt x="14043" y="1041"/>
                    </a:cubicBezTo>
                    <a:cubicBezTo>
                      <a:pt x="14006" y="1041"/>
                      <a:pt x="13970" y="1041"/>
                      <a:pt x="13932" y="1041"/>
                    </a:cubicBezTo>
                    <a:cubicBezTo>
                      <a:pt x="13932" y="967"/>
                      <a:pt x="13932" y="894"/>
                      <a:pt x="13932" y="818"/>
                    </a:cubicBezTo>
                    <a:cubicBezTo>
                      <a:pt x="13895" y="818"/>
                      <a:pt x="13858" y="818"/>
                      <a:pt x="13821" y="818"/>
                    </a:cubicBezTo>
                    <a:cubicBezTo>
                      <a:pt x="13821" y="782"/>
                      <a:pt x="13821" y="745"/>
                      <a:pt x="13821" y="707"/>
                    </a:cubicBezTo>
                    <a:cubicBezTo>
                      <a:pt x="13747" y="707"/>
                      <a:pt x="13674" y="707"/>
                      <a:pt x="13598" y="707"/>
                    </a:cubicBezTo>
                    <a:cubicBezTo>
                      <a:pt x="13598" y="671"/>
                      <a:pt x="13598" y="634"/>
                      <a:pt x="13598" y="596"/>
                    </a:cubicBezTo>
                    <a:cubicBezTo>
                      <a:pt x="13268" y="596"/>
                      <a:pt x="12938" y="596"/>
                      <a:pt x="12598" y="596"/>
                    </a:cubicBezTo>
                    <a:cubicBezTo>
                      <a:pt x="12598" y="633"/>
                      <a:pt x="12598" y="669"/>
                      <a:pt x="12598" y="707"/>
                    </a:cubicBezTo>
                    <a:cubicBezTo>
                      <a:pt x="12158" y="707"/>
                      <a:pt x="11718" y="707"/>
                      <a:pt x="11265" y="707"/>
                    </a:cubicBezTo>
                    <a:cubicBezTo>
                      <a:pt x="11265" y="671"/>
                      <a:pt x="11265" y="634"/>
                      <a:pt x="11265" y="596"/>
                    </a:cubicBezTo>
                    <a:cubicBezTo>
                      <a:pt x="11155" y="596"/>
                      <a:pt x="11045" y="596"/>
                      <a:pt x="10932" y="596"/>
                    </a:cubicBezTo>
                    <a:close/>
                  </a:path>
                </a:pathLst>
              </a:custGeom>
              <a:solidFill>
                <a:srgbClr val="251047"/>
              </a:solidFill>
              <a:ln w="706" cap="flat">
                <a:noFill/>
              </a:ln>
            </p:spPr>
          </p:sp>
          <p:sp>
            <p:nvSpPr>
              <p:cNvPr id="543" name="ICON_SKILL_QUALITY_path_004"/>
              <p:cNvSpPr/>
              <p:nvPr/>
            </p:nvSpPr>
            <p:spPr>
              <a:xfrm>
                <a:off x="4805539" y="1392414"/>
                <a:ext cx="167922" cy="166511"/>
              </a:xfrm>
              <a:custGeom>
                <a:avLst/>
                <a:gdLst/>
                <a:ahLst/>
                <a:cxnLst/>
                <a:rect l="0" t="0" r="r" b="b"/>
                <a:pathLst>
                  <a:path w="13222" h="13111" fill="norm" stroke="0">
                    <a:moveTo>
                      <a:pt x="5778" y="0"/>
                    </a:moveTo>
                    <a:cubicBezTo>
                      <a:pt x="6364" y="0"/>
                      <a:pt x="6951" y="0"/>
                      <a:pt x="7556" y="0"/>
                    </a:cubicBezTo>
                    <a:cubicBezTo>
                      <a:pt x="7556" y="37"/>
                      <a:pt x="7556" y="73"/>
                      <a:pt x="7556" y="111"/>
                    </a:cubicBezTo>
                    <a:cubicBezTo>
                      <a:pt x="7739" y="111"/>
                      <a:pt x="7922" y="111"/>
                      <a:pt x="8111" y="111"/>
                    </a:cubicBezTo>
                    <a:cubicBezTo>
                      <a:pt x="8111" y="148"/>
                      <a:pt x="8111" y="184"/>
                      <a:pt x="8111" y="222"/>
                    </a:cubicBezTo>
                    <a:cubicBezTo>
                      <a:pt x="8258" y="222"/>
                      <a:pt x="8404" y="222"/>
                      <a:pt x="8556" y="222"/>
                    </a:cubicBezTo>
                    <a:cubicBezTo>
                      <a:pt x="8556" y="259"/>
                      <a:pt x="8556" y="296"/>
                      <a:pt x="8556" y="333"/>
                    </a:cubicBezTo>
                    <a:cubicBezTo>
                      <a:pt x="8666" y="333"/>
                      <a:pt x="8776" y="333"/>
                      <a:pt x="8889" y="333"/>
                    </a:cubicBezTo>
                    <a:cubicBezTo>
                      <a:pt x="8889" y="370"/>
                      <a:pt x="8889" y="407"/>
                      <a:pt x="8889" y="444"/>
                    </a:cubicBezTo>
                    <a:cubicBezTo>
                      <a:pt x="8999" y="444"/>
                      <a:pt x="9109" y="444"/>
                      <a:pt x="9222" y="444"/>
                    </a:cubicBezTo>
                    <a:cubicBezTo>
                      <a:pt x="9222" y="481"/>
                      <a:pt x="9222" y="518"/>
                      <a:pt x="9222" y="556"/>
                    </a:cubicBezTo>
                    <a:cubicBezTo>
                      <a:pt x="9296" y="556"/>
                      <a:pt x="9369" y="556"/>
                      <a:pt x="9444" y="556"/>
                    </a:cubicBezTo>
                    <a:cubicBezTo>
                      <a:pt x="9444" y="592"/>
                      <a:pt x="9444" y="629"/>
                      <a:pt x="9444" y="667"/>
                    </a:cubicBezTo>
                    <a:cubicBezTo>
                      <a:pt x="9518" y="667"/>
                      <a:pt x="9591" y="667"/>
                      <a:pt x="9667" y="667"/>
                    </a:cubicBezTo>
                    <a:cubicBezTo>
                      <a:pt x="9667" y="703"/>
                      <a:pt x="9667" y="740"/>
                      <a:pt x="9667" y="778"/>
                    </a:cubicBezTo>
                    <a:cubicBezTo>
                      <a:pt x="9740" y="778"/>
                      <a:pt x="9813" y="778"/>
                      <a:pt x="9889" y="778"/>
                    </a:cubicBezTo>
                    <a:cubicBezTo>
                      <a:pt x="9889" y="814"/>
                      <a:pt x="9889" y="851"/>
                      <a:pt x="9889" y="889"/>
                    </a:cubicBezTo>
                    <a:cubicBezTo>
                      <a:pt x="9962" y="889"/>
                      <a:pt x="10036" y="889"/>
                      <a:pt x="10111" y="889"/>
                    </a:cubicBezTo>
                    <a:cubicBezTo>
                      <a:pt x="10111" y="926"/>
                      <a:pt x="10111" y="962"/>
                      <a:pt x="10111" y="1000"/>
                    </a:cubicBezTo>
                    <a:cubicBezTo>
                      <a:pt x="10148" y="1000"/>
                      <a:pt x="10184" y="1000"/>
                      <a:pt x="10222" y="1000"/>
                    </a:cubicBezTo>
                    <a:cubicBezTo>
                      <a:pt x="10222" y="1037"/>
                      <a:pt x="10222" y="1073"/>
                      <a:pt x="10222" y="1111"/>
                    </a:cubicBezTo>
                    <a:cubicBezTo>
                      <a:pt x="10296" y="1111"/>
                      <a:pt x="10369" y="1111"/>
                      <a:pt x="10444" y="1111"/>
                    </a:cubicBezTo>
                    <a:cubicBezTo>
                      <a:pt x="10444" y="1148"/>
                      <a:pt x="10444" y="1184"/>
                      <a:pt x="10444" y="1222"/>
                    </a:cubicBezTo>
                    <a:cubicBezTo>
                      <a:pt x="10481" y="1222"/>
                      <a:pt x="10518" y="1222"/>
                      <a:pt x="10556" y="1222"/>
                    </a:cubicBezTo>
                    <a:cubicBezTo>
                      <a:pt x="10556" y="1259"/>
                      <a:pt x="10556" y="1296"/>
                      <a:pt x="10556" y="1333"/>
                    </a:cubicBezTo>
                    <a:cubicBezTo>
                      <a:pt x="10629" y="1333"/>
                      <a:pt x="10702" y="1333"/>
                      <a:pt x="10778" y="1333"/>
                    </a:cubicBezTo>
                    <a:cubicBezTo>
                      <a:pt x="10778" y="1370"/>
                      <a:pt x="10778" y="1407"/>
                      <a:pt x="10778" y="1444"/>
                    </a:cubicBezTo>
                    <a:cubicBezTo>
                      <a:pt x="10814" y="1444"/>
                      <a:pt x="10851" y="1444"/>
                      <a:pt x="10889" y="1444"/>
                    </a:cubicBezTo>
                    <a:cubicBezTo>
                      <a:pt x="10889" y="1481"/>
                      <a:pt x="10889" y="1518"/>
                      <a:pt x="10889" y="1556"/>
                    </a:cubicBezTo>
                    <a:cubicBezTo>
                      <a:pt x="10926" y="1556"/>
                      <a:pt x="10962" y="1556"/>
                      <a:pt x="11000" y="1556"/>
                    </a:cubicBezTo>
                    <a:cubicBezTo>
                      <a:pt x="11000" y="1592"/>
                      <a:pt x="11000" y="1629"/>
                      <a:pt x="11000" y="1667"/>
                    </a:cubicBezTo>
                    <a:cubicBezTo>
                      <a:pt x="11037" y="1667"/>
                      <a:pt x="11073" y="1667"/>
                      <a:pt x="11111" y="1667"/>
                    </a:cubicBezTo>
                    <a:cubicBezTo>
                      <a:pt x="11111" y="1703"/>
                      <a:pt x="11111" y="1740"/>
                      <a:pt x="11111" y="1778"/>
                    </a:cubicBezTo>
                    <a:cubicBezTo>
                      <a:pt x="11148" y="1778"/>
                      <a:pt x="11184" y="1778"/>
                      <a:pt x="11222" y="1778"/>
                    </a:cubicBezTo>
                    <a:cubicBezTo>
                      <a:pt x="11222" y="1814"/>
                      <a:pt x="11222" y="1851"/>
                      <a:pt x="11222" y="1889"/>
                    </a:cubicBezTo>
                    <a:cubicBezTo>
                      <a:pt x="11259" y="1889"/>
                      <a:pt x="11296" y="1889"/>
                      <a:pt x="11333" y="1889"/>
                    </a:cubicBezTo>
                    <a:cubicBezTo>
                      <a:pt x="11333" y="1926"/>
                      <a:pt x="11333" y="1962"/>
                      <a:pt x="11333" y="2000"/>
                    </a:cubicBezTo>
                    <a:cubicBezTo>
                      <a:pt x="11370" y="2000"/>
                      <a:pt x="11407" y="2000"/>
                      <a:pt x="11444" y="2000"/>
                    </a:cubicBezTo>
                    <a:cubicBezTo>
                      <a:pt x="11444" y="2037"/>
                      <a:pt x="11444" y="2073"/>
                      <a:pt x="11444" y="2111"/>
                    </a:cubicBezTo>
                    <a:cubicBezTo>
                      <a:pt x="11481" y="2111"/>
                      <a:pt x="11518" y="2111"/>
                      <a:pt x="11556" y="2111"/>
                    </a:cubicBezTo>
                    <a:cubicBezTo>
                      <a:pt x="11556" y="2148"/>
                      <a:pt x="11556" y="2184"/>
                      <a:pt x="11556" y="2222"/>
                    </a:cubicBezTo>
                    <a:cubicBezTo>
                      <a:pt x="11592" y="2222"/>
                      <a:pt x="11629" y="2222"/>
                      <a:pt x="11667" y="2222"/>
                    </a:cubicBezTo>
                    <a:cubicBezTo>
                      <a:pt x="11667" y="2259"/>
                      <a:pt x="11667" y="2296"/>
                      <a:pt x="11667" y="2333"/>
                    </a:cubicBezTo>
                    <a:cubicBezTo>
                      <a:pt x="11703" y="2333"/>
                      <a:pt x="11740" y="2333"/>
                      <a:pt x="11778" y="2333"/>
                    </a:cubicBezTo>
                    <a:cubicBezTo>
                      <a:pt x="11778" y="2370"/>
                      <a:pt x="11778" y="2407"/>
                      <a:pt x="11778" y="2444"/>
                    </a:cubicBezTo>
                    <a:cubicBezTo>
                      <a:pt x="11814" y="2444"/>
                      <a:pt x="11851" y="2444"/>
                      <a:pt x="11889" y="2444"/>
                    </a:cubicBezTo>
                    <a:cubicBezTo>
                      <a:pt x="11889" y="2518"/>
                      <a:pt x="11889" y="2591"/>
                      <a:pt x="11889" y="2667"/>
                    </a:cubicBezTo>
                    <a:cubicBezTo>
                      <a:pt x="11926" y="2667"/>
                      <a:pt x="11962" y="2667"/>
                      <a:pt x="12000" y="2667"/>
                    </a:cubicBezTo>
                    <a:cubicBezTo>
                      <a:pt x="12000" y="2703"/>
                      <a:pt x="12000" y="2740"/>
                      <a:pt x="12000" y="2778"/>
                    </a:cubicBezTo>
                    <a:cubicBezTo>
                      <a:pt x="12037" y="2778"/>
                      <a:pt x="12073" y="2778"/>
                      <a:pt x="12111" y="2778"/>
                    </a:cubicBezTo>
                    <a:cubicBezTo>
                      <a:pt x="12111" y="2851"/>
                      <a:pt x="12111" y="2924"/>
                      <a:pt x="12111" y="3000"/>
                    </a:cubicBezTo>
                    <a:cubicBezTo>
                      <a:pt x="12148" y="3000"/>
                      <a:pt x="12184" y="3000"/>
                      <a:pt x="12222" y="3000"/>
                    </a:cubicBezTo>
                    <a:cubicBezTo>
                      <a:pt x="12222" y="3037"/>
                      <a:pt x="12222" y="3073"/>
                      <a:pt x="12222" y="3111"/>
                    </a:cubicBezTo>
                    <a:cubicBezTo>
                      <a:pt x="12259" y="3111"/>
                      <a:pt x="12296" y="3111"/>
                      <a:pt x="12333" y="3111"/>
                    </a:cubicBezTo>
                    <a:cubicBezTo>
                      <a:pt x="12333" y="3184"/>
                      <a:pt x="12333" y="3258"/>
                      <a:pt x="12333" y="3333"/>
                    </a:cubicBezTo>
                    <a:cubicBezTo>
                      <a:pt x="12370" y="3333"/>
                      <a:pt x="12407" y="3333"/>
                      <a:pt x="12444" y="3333"/>
                    </a:cubicBezTo>
                    <a:cubicBezTo>
                      <a:pt x="12444" y="3370"/>
                      <a:pt x="12444" y="3407"/>
                      <a:pt x="12444" y="3444"/>
                    </a:cubicBezTo>
                    <a:cubicBezTo>
                      <a:pt x="12481" y="3444"/>
                      <a:pt x="12518" y="3444"/>
                      <a:pt x="12556" y="3444"/>
                    </a:cubicBezTo>
                    <a:cubicBezTo>
                      <a:pt x="12556" y="3518"/>
                      <a:pt x="12556" y="3591"/>
                      <a:pt x="12556" y="3667"/>
                    </a:cubicBezTo>
                    <a:cubicBezTo>
                      <a:pt x="12592" y="3667"/>
                      <a:pt x="12629" y="3667"/>
                      <a:pt x="12667" y="3667"/>
                    </a:cubicBezTo>
                    <a:cubicBezTo>
                      <a:pt x="12667" y="3777"/>
                      <a:pt x="12667" y="3887"/>
                      <a:pt x="12667" y="4000"/>
                    </a:cubicBezTo>
                    <a:cubicBezTo>
                      <a:pt x="12703" y="4000"/>
                      <a:pt x="12740" y="4000"/>
                      <a:pt x="12778" y="4000"/>
                    </a:cubicBezTo>
                    <a:cubicBezTo>
                      <a:pt x="12778" y="4073"/>
                      <a:pt x="12778" y="4147"/>
                      <a:pt x="12778" y="4222"/>
                    </a:cubicBezTo>
                    <a:cubicBezTo>
                      <a:pt x="12814" y="4222"/>
                      <a:pt x="12851" y="4222"/>
                      <a:pt x="12889" y="4222"/>
                    </a:cubicBezTo>
                    <a:cubicBezTo>
                      <a:pt x="12889" y="4332"/>
                      <a:pt x="12889" y="4442"/>
                      <a:pt x="12889" y="4556"/>
                    </a:cubicBezTo>
                    <a:cubicBezTo>
                      <a:pt x="12926" y="4556"/>
                      <a:pt x="12962" y="4556"/>
                      <a:pt x="13000" y="4556"/>
                    </a:cubicBezTo>
                    <a:cubicBezTo>
                      <a:pt x="13000" y="4702"/>
                      <a:pt x="13000" y="4849"/>
                      <a:pt x="13000" y="5000"/>
                    </a:cubicBezTo>
                    <a:cubicBezTo>
                      <a:pt x="13037" y="5000"/>
                      <a:pt x="13073" y="5000"/>
                      <a:pt x="13111" y="5000"/>
                    </a:cubicBezTo>
                    <a:cubicBezTo>
                      <a:pt x="13111" y="5147"/>
                      <a:pt x="13111" y="5293"/>
                      <a:pt x="13111" y="5444"/>
                    </a:cubicBezTo>
                    <a:cubicBezTo>
                      <a:pt x="13148" y="5444"/>
                      <a:pt x="13184" y="5444"/>
                      <a:pt x="13222" y="5444"/>
                    </a:cubicBezTo>
                    <a:cubicBezTo>
                      <a:pt x="13222" y="6141"/>
                      <a:pt x="13222" y="6838"/>
                      <a:pt x="13222" y="7556"/>
                    </a:cubicBezTo>
                    <a:cubicBezTo>
                      <a:pt x="13186" y="7556"/>
                      <a:pt x="13149" y="7556"/>
                      <a:pt x="13111" y="7556"/>
                    </a:cubicBezTo>
                    <a:cubicBezTo>
                      <a:pt x="13111" y="7739"/>
                      <a:pt x="13111" y="7922"/>
                      <a:pt x="13111" y="8111"/>
                    </a:cubicBezTo>
                    <a:cubicBezTo>
                      <a:pt x="13074" y="8111"/>
                      <a:pt x="13038" y="8111"/>
                      <a:pt x="13000" y="8111"/>
                    </a:cubicBezTo>
                    <a:cubicBezTo>
                      <a:pt x="13000" y="8221"/>
                      <a:pt x="13000" y="8331"/>
                      <a:pt x="13000" y="8444"/>
                    </a:cubicBezTo>
                    <a:cubicBezTo>
                      <a:pt x="12963" y="8444"/>
                      <a:pt x="12927" y="8444"/>
                      <a:pt x="12889" y="8444"/>
                    </a:cubicBezTo>
                    <a:cubicBezTo>
                      <a:pt x="12889" y="8554"/>
                      <a:pt x="12889" y="8664"/>
                      <a:pt x="12889" y="8778"/>
                    </a:cubicBezTo>
                    <a:cubicBezTo>
                      <a:pt x="12852" y="8778"/>
                      <a:pt x="12816" y="8778"/>
                      <a:pt x="12778" y="8778"/>
                    </a:cubicBezTo>
                    <a:cubicBezTo>
                      <a:pt x="12778" y="8888"/>
                      <a:pt x="12778" y="8998"/>
                      <a:pt x="12778" y="9111"/>
                    </a:cubicBezTo>
                    <a:cubicBezTo>
                      <a:pt x="12741" y="9111"/>
                      <a:pt x="12704" y="9111"/>
                      <a:pt x="12667" y="9111"/>
                    </a:cubicBezTo>
                    <a:cubicBezTo>
                      <a:pt x="12667" y="9184"/>
                      <a:pt x="12667" y="9258"/>
                      <a:pt x="12667" y="9333"/>
                    </a:cubicBezTo>
                    <a:cubicBezTo>
                      <a:pt x="12630" y="9333"/>
                      <a:pt x="12593" y="9333"/>
                      <a:pt x="12556" y="9333"/>
                    </a:cubicBezTo>
                    <a:cubicBezTo>
                      <a:pt x="12556" y="9407"/>
                      <a:pt x="12556" y="9480"/>
                      <a:pt x="12556" y="9556"/>
                    </a:cubicBezTo>
                    <a:cubicBezTo>
                      <a:pt x="12519" y="9556"/>
                      <a:pt x="12482" y="9556"/>
                      <a:pt x="12444" y="9556"/>
                    </a:cubicBezTo>
                    <a:cubicBezTo>
                      <a:pt x="12444" y="9629"/>
                      <a:pt x="12444" y="9702"/>
                      <a:pt x="12444" y="9778"/>
                    </a:cubicBezTo>
                    <a:cubicBezTo>
                      <a:pt x="12408" y="9778"/>
                      <a:pt x="12371" y="9778"/>
                      <a:pt x="12333" y="9778"/>
                    </a:cubicBezTo>
                    <a:cubicBezTo>
                      <a:pt x="12333" y="9814"/>
                      <a:pt x="12333" y="9851"/>
                      <a:pt x="12333" y="9889"/>
                    </a:cubicBezTo>
                    <a:cubicBezTo>
                      <a:pt x="12297" y="9889"/>
                      <a:pt x="12260" y="9889"/>
                      <a:pt x="12222" y="9889"/>
                    </a:cubicBezTo>
                    <a:cubicBezTo>
                      <a:pt x="12222" y="9962"/>
                      <a:pt x="12222" y="10036"/>
                      <a:pt x="12222" y="10111"/>
                    </a:cubicBezTo>
                    <a:cubicBezTo>
                      <a:pt x="12186" y="10111"/>
                      <a:pt x="12149" y="10111"/>
                      <a:pt x="12111" y="10111"/>
                    </a:cubicBezTo>
                    <a:cubicBezTo>
                      <a:pt x="12111" y="10148"/>
                      <a:pt x="12111" y="10184"/>
                      <a:pt x="12111" y="10222"/>
                    </a:cubicBezTo>
                    <a:cubicBezTo>
                      <a:pt x="12074" y="10222"/>
                      <a:pt x="12038" y="10222"/>
                      <a:pt x="12000" y="10222"/>
                    </a:cubicBezTo>
                    <a:cubicBezTo>
                      <a:pt x="12000" y="10296"/>
                      <a:pt x="12000" y="10369"/>
                      <a:pt x="12000" y="10444"/>
                    </a:cubicBezTo>
                    <a:cubicBezTo>
                      <a:pt x="11963" y="10444"/>
                      <a:pt x="11927" y="10444"/>
                      <a:pt x="11889" y="10444"/>
                    </a:cubicBezTo>
                    <a:cubicBezTo>
                      <a:pt x="11889" y="10481"/>
                      <a:pt x="11889" y="10518"/>
                      <a:pt x="11889" y="10556"/>
                    </a:cubicBezTo>
                    <a:cubicBezTo>
                      <a:pt x="11852" y="10556"/>
                      <a:pt x="11816" y="10556"/>
                      <a:pt x="11778" y="10556"/>
                    </a:cubicBezTo>
                    <a:cubicBezTo>
                      <a:pt x="11778" y="10592"/>
                      <a:pt x="11778" y="10629"/>
                      <a:pt x="11778" y="10667"/>
                    </a:cubicBezTo>
                    <a:cubicBezTo>
                      <a:pt x="11741" y="10667"/>
                      <a:pt x="11704" y="10667"/>
                      <a:pt x="11667" y="10667"/>
                    </a:cubicBezTo>
                    <a:cubicBezTo>
                      <a:pt x="11667" y="10703"/>
                      <a:pt x="11667" y="10740"/>
                      <a:pt x="11667" y="10778"/>
                    </a:cubicBezTo>
                    <a:cubicBezTo>
                      <a:pt x="11630" y="10778"/>
                      <a:pt x="11593" y="10778"/>
                      <a:pt x="11556" y="10778"/>
                    </a:cubicBezTo>
                    <a:cubicBezTo>
                      <a:pt x="11556" y="10814"/>
                      <a:pt x="11556" y="10851"/>
                      <a:pt x="11556" y="10889"/>
                    </a:cubicBezTo>
                    <a:cubicBezTo>
                      <a:pt x="11519" y="10889"/>
                      <a:pt x="11482" y="10889"/>
                      <a:pt x="11444" y="10889"/>
                    </a:cubicBezTo>
                    <a:cubicBezTo>
                      <a:pt x="11444" y="10926"/>
                      <a:pt x="11444" y="10962"/>
                      <a:pt x="11444" y="11000"/>
                    </a:cubicBezTo>
                    <a:cubicBezTo>
                      <a:pt x="11408" y="11000"/>
                      <a:pt x="11371" y="11000"/>
                      <a:pt x="11333" y="11000"/>
                    </a:cubicBezTo>
                    <a:cubicBezTo>
                      <a:pt x="11333" y="11037"/>
                      <a:pt x="11333" y="11073"/>
                      <a:pt x="11333" y="11111"/>
                    </a:cubicBezTo>
                    <a:cubicBezTo>
                      <a:pt x="11297" y="11111"/>
                      <a:pt x="11260" y="11111"/>
                      <a:pt x="11222" y="11111"/>
                    </a:cubicBezTo>
                    <a:cubicBezTo>
                      <a:pt x="11222" y="11148"/>
                      <a:pt x="11222" y="11184"/>
                      <a:pt x="11222" y="11222"/>
                    </a:cubicBezTo>
                    <a:cubicBezTo>
                      <a:pt x="11186" y="11222"/>
                      <a:pt x="11149" y="11222"/>
                      <a:pt x="11111" y="11222"/>
                    </a:cubicBezTo>
                    <a:cubicBezTo>
                      <a:pt x="11111" y="11259"/>
                      <a:pt x="11111" y="11296"/>
                      <a:pt x="11111" y="11333"/>
                    </a:cubicBezTo>
                    <a:cubicBezTo>
                      <a:pt x="11074" y="11333"/>
                      <a:pt x="11038" y="11333"/>
                      <a:pt x="11000" y="11333"/>
                    </a:cubicBezTo>
                    <a:cubicBezTo>
                      <a:pt x="11000" y="11370"/>
                      <a:pt x="11000" y="11407"/>
                      <a:pt x="11000" y="11444"/>
                    </a:cubicBezTo>
                    <a:cubicBezTo>
                      <a:pt x="10963" y="11444"/>
                      <a:pt x="10927" y="11444"/>
                      <a:pt x="10889" y="11444"/>
                    </a:cubicBezTo>
                    <a:cubicBezTo>
                      <a:pt x="10889" y="11481"/>
                      <a:pt x="10889" y="11518"/>
                      <a:pt x="10889" y="11556"/>
                    </a:cubicBezTo>
                    <a:cubicBezTo>
                      <a:pt x="10852" y="11556"/>
                      <a:pt x="10816" y="11556"/>
                      <a:pt x="10778" y="11556"/>
                    </a:cubicBezTo>
                    <a:cubicBezTo>
                      <a:pt x="10778" y="11592"/>
                      <a:pt x="10778" y="11629"/>
                      <a:pt x="10778" y="11667"/>
                    </a:cubicBezTo>
                    <a:cubicBezTo>
                      <a:pt x="10741" y="11667"/>
                      <a:pt x="10704" y="11667"/>
                      <a:pt x="10667" y="11667"/>
                    </a:cubicBezTo>
                    <a:cubicBezTo>
                      <a:pt x="10667" y="11703"/>
                      <a:pt x="10667" y="11740"/>
                      <a:pt x="10667" y="11778"/>
                    </a:cubicBezTo>
                    <a:cubicBezTo>
                      <a:pt x="10593" y="11778"/>
                      <a:pt x="10520" y="11778"/>
                      <a:pt x="10444" y="11778"/>
                    </a:cubicBezTo>
                    <a:cubicBezTo>
                      <a:pt x="10444" y="11814"/>
                      <a:pt x="10444" y="11851"/>
                      <a:pt x="10444" y="11889"/>
                    </a:cubicBezTo>
                    <a:cubicBezTo>
                      <a:pt x="10408" y="11889"/>
                      <a:pt x="10371" y="11889"/>
                      <a:pt x="10333" y="11889"/>
                    </a:cubicBezTo>
                    <a:cubicBezTo>
                      <a:pt x="10333" y="11926"/>
                      <a:pt x="10333" y="11962"/>
                      <a:pt x="10333" y="12000"/>
                    </a:cubicBezTo>
                    <a:cubicBezTo>
                      <a:pt x="10260" y="12000"/>
                      <a:pt x="10187" y="12000"/>
                      <a:pt x="10111" y="12000"/>
                    </a:cubicBezTo>
                    <a:cubicBezTo>
                      <a:pt x="10111" y="12037"/>
                      <a:pt x="10111" y="12073"/>
                      <a:pt x="10111" y="12111"/>
                    </a:cubicBezTo>
                    <a:cubicBezTo>
                      <a:pt x="10038" y="12111"/>
                      <a:pt x="9964" y="12111"/>
                      <a:pt x="9889" y="12111"/>
                    </a:cubicBezTo>
                    <a:cubicBezTo>
                      <a:pt x="9889" y="12148"/>
                      <a:pt x="9889" y="12184"/>
                      <a:pt x="9889" y="12222"/>
                    </a:cubicBezTo>
                    <a:cubicBezTo>
                      <a:pt x="9852" y="12222"/>
                      <a:pt x="9816" y="12222"/>
                      <a:pt x="9778" y="12222"/>
                    </a:cubicBezTo>
                    <a:cubicBezTo>
                      <a:pt x="9778" y="12259"/>
                      <a:pt x="9778" y="12296"/>
                      <a:pt x="9778" y="12333"/>
                    </a:cubicBezTo>
                    <a:cubicBezTo>
                      <a:pt x="9704" y="12333"/>
                      <a:pt x="9631" y="12333"/>
                      <a:pt x="9556" y="12333"/>
                    </a:cubicBezTo>
                    <a:cubicBezTo>
                      <a:pt x="9556" y="12370"/>
                      <a:pt x="9556" y="12407"/>
                      <a:pt x="9556" y="12444"/>
                    </a:cubicBezTo>
                    <a:cubicBezTo>
                      <a:pt x="9482" y="12444"/>
                      <a:pt x="9409" y="12444"/>
                      <a:pt x="9333" y="12444"/>
                    </a:cubicBezTo>
                    <a:cubicBezTo>
                      <a:pt x="9333" y="12481"/>
                      <a:pt x="9333" y="12518"/>
                      <a:pt x="9333" y="12556"/>
                    </a:cubicBezTo>
                    <a:cubicBezTo>
                      <a:pt x="9223" y="12556"/>
                      <a:pt x="9113" y="12556"/>
                      <a:pt x="9000" y="12556"/>
                    </a:cubicBezTo>
                    <a:cubicBezTo>
                      <a:pt x="9000" y="12592"/>
                      <a:pt x="9000" y="12629"/>
                      <a:pt x="9000" y="12667"/>
                    </a:cubicBezTo>
                    <a:cubicBezTo>
                      <a:pt x="8927" y="12667"/>
                      <a:pt x="8853" y="12667"/>
                      <a:pt x="8778" y="12667"/>
                    </a:cubicBezTo>
                    <a:cubicBezTo>
                      <a:pt x="8778" y="12703"/>
                      <a:pt x="8778" y="12740"/>
                      <a:pt x="8778" y="12778"/>
                    </a:cubicBezTo>
                    <a:cubicBezTo>
                      <a:pt x="8631" y="12778"/>
                      <a:pt x="8484" y="12778"/>
                      <a:pt x="8333" y="12778"/>
                    </a:cubicBezTo>
                    <a:cubicBezTo>
                      <a:pt x="8333" y="12814"/>
                      <a:pt x="8333" y="12851"/>
                      <a:pt x="8333" y="12889"/>
                    </a:cubicBezTo>
                    <a:cubicBezTo>
                      <a:pt x="8187" y="12889"/>
                      <a:pt x="8040" y="12889"/>
                      <a:pt x="7889" y="12889"/>
                    </a:cubicBezTo>
                    <a:cubicBezTo>
                      <a:pt x="7889" y="12926"/>
                      <a:pt x="7889" y="12962"/>
                      <a:pt x="7889" y="13000"/>
                    </a:cubicBezTo>
                    <a:cubicBezTo>
                      <a:pt x="7559" y="13000"/>
                      <a:pt x="7229" y="13000"/>
                      <a:pt x="6889" y="13000"/>
                    </a:cubicBezTo>
                    <a:cubicBezTo>
                      <a:pt x="6889" y="13037"/>
                      <a:pt x="6889" y="13073"/>
                      <a:pt x="6889" y="13111"/>
                    </a:cubicBezTo>
                    <a:cubicBezTo>
                      <a:pt x="6669" y="13111"/>
                      <a:pt x="6449" y="13111"/>
                      <a:pt x="6222" y="13111"/>
                    </a:cubicBezTo>
                    <a:cubicBezTo>
                      <a:pt x="6222" y="13074"/>
                      <a:pt x="6222" y="13038"/>
                      <a:pt x="6222" y="13000"/>
                    </a:cubicBezTo>
                    <a:cubicBezTo>
                      <a:pt x="5966" y="13000"/>
                      <a:pt x="5709" y="13000"/>
                      <a:pt x="5444" y="13000"/>
                    </a:cubicBezTo>
                    <a:cubicBezTo>
                      <a:pt x="5444" y="12963"/>
                      <a:pt x="5444" y="12927"/>
                      <a:pt x="5444" y="12889"/>
                    </a:cubicBezTo>
                    <a:cubicBezTo>
                      <a:pt x="5261" y="12889"/>
                      <a:pt x="5078" y="12889"/>
                      <a:pt x="4889" y="12889"/>
                    </a:cubicBezTo>
                    <a:cubicBezTo>
                      <a:pt x="4889" y="12852"/>
                      <a:pt x="4889" y="12816"/>
                      <a:pt x="4889" y="12778"/>
                    </a:cubicBezTo>
                    <a:cubicBezTo>
                      <a:pt x="4779" y="12778"/>
                      <a:pt x="4669" y="12778"/>
                      <a:pt x="4556" y="12778"/>
                    </a:cubicBezTo>
                    <a:cubicBezTo>
                      <a:pt x="4556" y="12741"/>
                      <a:pt x="4556" y="12704"/>
                      <a:pt x="4556" y="12667"/>
                    </a:cubicBezTo>
                    <a:cubicBezTo>
                      <a:pt x="4446" y="12667"/>
                      <a:pt x="4336" y="12667"/>
                      <a:pt x="4222" y="12667"/>
                    </a:cubicBezTo>
                    <a:cubicBezTo>
                      <a:pt x="4222" y="12630"/>
                      <a:pt x="4222" y="12593"/>
                      <a:pt x="4222" y="12556"/>
                    </a:cubicBezTo>
                    <a:cubicBezTo>
                      <a:pt x="4112" y="12556"/>
                      <a:pt x="4002" y="12556"/>
                      <a:pt x="3889" y="12556"/>
                    </a:cubicBezTo>
                    <a:cubicBezTo>
                      <a:pt x="3889" y="12519"/>
                      <a:pt x="3889" y="12482"/>
                      <a:pt x="3889" y="12444"/>
                    </a:cubicBezTo>
                    <a:cubicBezTo>
                      <a:pt x="3816" y="12444"/>
                      <a:pt x="3742" y="12444"/>
                      <a:pt x="3667" y="12444"/>
                    </a:cubicBezTo>
                    <a:cubicBezTo>
                      <a:pt x="3667" y="12408"/>
                      <a:pt x="3667" y="12371"/>
                      <a:pt x="3667" y="12333"/>
                    </a:cubicBezTo>
                    <a:cubicBezTo>
                      <a:pt x="3593" y="12333"/>
                      <a:pt x="3520" y="12333"/>
                      <a:pt x="3444" y="12333"/>
                    </a:cubicBezTo>
                    <a:cubicBezTo>
                      <a:pt x="3444" y="12297"/>
                      <a:pt x="3444" y="12260"/>
                      <a:pt x="3444" y="12222"/>
                    </a:cubicBezTo>
                    <a:cubicBezTo>
                      <a:pt x="3371" y="12222"/>
                      <a:pt x="3298" y="12222"/>
                      <a:pt x="3222" y="12222"/>
                    </a:cubicBezTo>
                    <a:cubicBezTo>
                      <a:pt x="3222" y="12186"/>
                      <a:pt x="3222" y="12149"/>
                      <a:pt x="3222" y="12111"/>
                    </a:cubicBezTo>
                    <a:cubicBezTo>
                      <a:pt x="3186" y="12111"/>
                      <a:pt x="3149" y="12111"/>
                      <a:pt x="3111" y="12111"/>
                    </a:cubicBezTo>
                    <a:cubicBezTo>
                      <a:pt x="3111" y="12074"/>
                      <a:pt x="3111" y="12038"/>
                      <a:pt x="3111" y="12000"/>
                    </a:cubicBezTo>
                    <a:cubicBezTo>
                      <a:pt x="3038" y="12000"/>
                      <a:pt x="2964" y="12000"/>
                      <a:pt x="2889" y="12000"/>
                    </a:cubicBezTo>
                    <a:cubicBezTo>
                      <a:pt x="2889" y="11963"/>
                      <a:pt x="2889" y="11927"/>
                      <a:pt x="2889" y="11889"/>
                    </a:cubicBezTo>
                    <a:cubicBezTo>
                      <a:pt x="2852" y="11889"/>
                      <a:pt x="2816" y="11889"/>
                      <a:pt x="2778" y="11889"/>
                    </a:cubicBezTo>
                    <a:cubicBezTo>
                      <a:pt x="2778" y="11852"/>
                      <a:pt x="2778" y="11816"/>
                      <a:pt x="2778" y="11778"/>
                    </a:cubicBezTo>
                    <a:cubicBezTo>
                      <a:pt x="2704" y="11778"/>
                      <a:pt x="2631" y="11778"/>
                      <a:pt x="2556" y="11778"/>
                    </a:cubicBezTo>
                    <a:cubicBezTo>
                      <a:pt x="2556" y="11741"/>
                      <a:pt x="2556" y="11704"/>
                      <a:pt x="2556" y="11667"/>
                    </a:cubicBezTo>
                    <a:cubicBezTo>
                      <a:pt x="2519" y="11667"/>
                      <a:pt x="2482" y="11667"/>
                      <a:pt x="2444" y="11667"/>
                    </a:cubicBezTo>
                    <a:cubicBezTo>
                      <a:pt x="2444" y="11630"/>
                      <a:pt x="2444" y="11593"/>
                      <a:pt x="2444" y="11556"/>
                    </a:cubicBezTo>
                    <a:cubicBezTo>
                      <a:pt x="2408" y="11556"/>
                      <a:pt x="2371" y="11556"/>
                      <a:pt x="2333" y="11556"/>
                    </a:cubicBezTo>
                    <a:cubicBezTo>
                      <a:pt x="2333" y="11519"/>
                      <a:pt x="2333" y="11482"/>
                      <a:pt x="2333" y="11444"/>
                    </a:cubicBezTo>
                    <a:cubicBezTo>
                      <a:pt x="2297" y="11444"/>
                      <a:pt x="2260" y="11444"/>
                      <a:pt x="2222" y="11444"/>
                    </a:cubicBezTo>
                    <a:cubicBezTo>
                      <a:pt x="2222" y="11408"/>
                      <a:pt x="2222" y="11371"/>
                      <a:pt x="2222" y="11333"/>
                    </a:cubicBezTo>
                    <a:cubicBezTo>
                      <a:pt x="2186" y="11333"/>
                      <a:pt x="2149" y="11333"/>
                      <a:pt x="2111" y="11333"/>
                    </a:cubicBezTo>
                    <a:cubicBezTo>
                      <a:pt x="2111" y="11297"/>
                      <a:pt x="2111" y="11260"/>
                      <a:pt x="2111" y="11222"/>
                    </a:cubicBezTo>
                    <a:cubicBezTo>
                      <a:pt x="2074" y="11222"/>
                      <a:pt x="2038" y="11222"/>
                      <a:pt x="2000" y="11222"/>
                    </a:cubicBezTo>
                    <a:cubicBezTo>
                      <a:pt x="2000" y="11186"/>
                      <a:pt x="2000" y="11149"/>
                      <a:pt x="2000" y="11111"/>
                    </a:cubicBezTo>
                    <a:cubicBezTo>
                      <a:pt x="1963" y="11111"/>
                      <a:pt x="1927" y="11111"/>
                      <a:pt x="1889" y="11111"/>
                    </a:cubicBezTo>
                    <a:cubicBezTo>
                      <a:pt x="1889" y="11074"/>
                      <a:pt x="1889" y="11038"/>
                      <a:pt x="1889" y="11000"/>
                    </a:cubicBezTo>
                    <a:cubicBezTo>
                      <a:pt x="1852" y="11000"/>
                      <a:pt x="1816" y="11000"/>
                      <a:pt x="1778" y="11000"/>
                    </a:cubicBezTo>
                    <a:cubicBezTo>
                      <a:pt x="1778" y="10963"/>
                      <a:pt x="1778" y="10927"/>
                      <a:pt x="1778" y="10889"/>
                    </a:cubicBezTo>
                    <a:cubicBezTo>
                      <a:pt x="1741" y="10889"/>
                      <a:pt x="1704" y="10889"/>
                      <a:pt x="1667" y="10889"/>
                    </a:cubicBezTo>
                    <a:cubicBezTo>
                      <a:pt x="1667" y="10852"/>
                      <a:pt x="1667" y="10816"/>
                      <a:pt x="1667" y="10778"/>
                    </a:cubicBezTo>
                    <a:cubicBezTo>
                      <a:pt x="1630" y="10778"/>
                      <a:pt x="1593" y="10778"/>
                      <a:pt x="1556" y="10778"/>
                    </a:cubicBezTo>
                    <a:cubicBezTo>
                      <a:pt x="1556" y="10741"/>
                      <a:pt x="1556" y="10704"/>
                      <a:pt x="1556" y="10667"/>
                    </a:cubicBezTo>
                    <a:cubicBezTo>
                      <a:pt x="1519" y="10667"/>
                      <a:pt x="1482" y="10667"/>
                      <a:pt x="1444" y="10667"/>
                    </a:cubicBezTo>
                    <a:cubicBezTo>
                      <a:pt x="1444" y="10630"/>
                      <a:pt x="1444" y="10593"/>
                      <a:pt x="1444" y="10556"/>
                    </a:cubicBezTo>
                    <a:cubicBezTo>
                      <a:pt x="1408" y="10556"/>
                      <a:pt x="1371" y="10556"/>
                      <a:pt x="1333" y="10556"/>
                    </a:cubicBezTo>
                    <a:cubicBezTo>
                      <a:pt x="1333" y="10519"/>
                      <a:pt x="1333" y="10482"/>
                      <a:pt x="1333" y="10444"/>
                    </a:cubicBezTo>
                    <a:cubicBezTo>
                      <a:pt x="1297" y="10444"/>
                      <a:pt x="1260" y="10444"/>
                      <a:pt x="1222" y="10444"/>
                    </a:cubicBezTo>
                    <a:cubicBezTo>
                      <a:pt x="1222" y="10371"/>
                      <a:pt x="1222" y="10298"/>
                      <a:pt x="1222" y="10222"/>
                    </a:cubicBezTo>
                    <a:cubicBezTo>
                      <a:pt x="1186" y="10222"/>
                      <a:pt x="1149" y="10222"/>
                      <a:pt x="1111" y="10222"/>
                    </a:cubicBezTo>
                    <a:cubicBezTo>
                      <a:pt x="1111" y="10186"/>
                      <a:pt x="1111" y="10149"/>
                      <a:pt x="1111" y="10111"/>
                    </a:cubicBezTo>
                    <a:cubicBezTo>
                      <a:pt x="1074" y="10111"/>
                      <a:pt x="1038" y="10111"/>
                      <a:pt x="1000" y="10111"/>
                    </a:cubicBezTo>
                    <a:cubicBezTo>
                      <a:pt x="1000" y="10038"/>
                      <a:pt x="1000" y="9964"/>
                      <a:pt x="1000" y="9889"/>
                    </a:cubicBezTo>
                    <a:cubicBezTo>
                      <a:pt x="963" y="9889"/>
                      <a:pt x="927" y="9889"/>
                      <a:pt x="889" y="9889"/>
                    </a:cubicBezTo>
                    <a:cubicBezTo>
                      <a:pt x="889" y="9852"/>
                      <a:pt x="889" y="9816"/>
                      <a:pt x="889" y="9778"/>
                    </a:cubicBezTo>
                    <a:cubicBezTo>
                      <a:pt x="852" y="9778"/>
                      <a:pt x="816" y="9778"/>
                      <a:pt x="778" y="9778"/>
                    </a:cubicBezTo>
                    <a:cubicBezTo>
                      <a:pt x="778" y="9704"/>
                      <a:pt x="778" y="9631"/>
                      <a:pt x="778" y="9556"/>
                    </a:cubicBezTo>
                    <a:cubicBezTo>
                      <a:pt x="741" y="9556"/>
                      <a:pt x="704" y="9556"/>
                      <a:pt x="667" y="9556"/>
                    </a:cubicBezTo>
                    <a:cubicBezTo>
                      <a:pt x="667" y="9482"/>
                      <a:pt x="667" y="9409"/>
                      <a:pt x="667" y="9333"/>
                    </a:cubicBezTo>
                    <a:cubicBezTo>
                      <a:pt x="630" y="9333"/>
                      <a:pt x="593" y="9333"/>
                      <a:pt x="556" y="9333"/>
                    </a:cubicBezTo>
                    <a:cubicBezTo>
                      <a:pt x="556" y="9223"/>
                      <a:pt x="556" y="9113"/>
                      <a:pt x="556" y="9000"/>
                    </a:cubicBezTo>
                    <a:cubicBezTo>
                      <a:pt x="519" y="9000"/>
                      <a:pt x="482" y="9000"/>
                      <a:pt x="444" y="9000"/>
                    </a:cubicBezTo>
                    <a:cubicBezTo>
                      <a:pt x="444" y="8927"/>
                      <a:pt x="444" y="8853"/>
                      <a:pt x="444" y="8778"/>
                    </a:cubicBezTo>
                    <a:cubicBezTo>
                      <a:pt x="408" y="8778"/>
                      <a:pt x="371" y="8778"/>
                      <a:pt x="333" y="8778"/>
                    </a:cubicBezTo>
                    <a:cubicBezTo>
                      <a:pt x="333" y="8668"/>
                      <a:pt x="333" y="8558"/>
                      <a:pt x="333" y="8444"/>
                    </a:cubicBezTo>
                    <a:cubicBezTo>
                      <a:pt x="297" y="8444"/>
                      <a:pt x="260" y="8444"/>
                      <a:pt x="222" y="8444"/>
                    </a:cubicBezTo>
                    <a:cubicBezTo>
                      <a:pt x="222" y="8334"/>
                      <a:pt x="222" y="8224"/>
                      <a:pt x="222" y="8111"/>
                    </a:cubicBezTo>
                    <a:cubicBezTo>
                      <a:pt x="186" y="8111"/>
                      <a:pt x="149" y="8111"/>
                      <a:pt x="111" y="8111"/>
                    </a:cubicBezTo>
                    <a:cubicBezTo>
                      <a:pt x="111" y="7891"/>
                      <a:pt x="111" y="7671"/>
                      <a:pt x="111" y="7444"/>
                    </a:cubicBezTo>
                    <a:cubicBezTo>
                      <a:pt x="74" y="7444"/>
                      <a:pt x="38" y="7444"/>
                      <a:pt x="0" y="7444"/>
                    </a:cubicBezTo>
                    <a:cubicBezTo>
                      <a:pt x="0" y="6821"/>
                      <a:pt x="0" y="6198"/>
                      <a:pt x="0" y="5556"/>
                    </a:cubicBezTo>
                    <a:cubicBezTo>
                      <a:pt x="37" y="5556"/>
                      <a:pt x="73" y="5556"/>
                      <a:pt x="111" y="5556"/>
                    </a:cubicBezTo>
                    <a:cubicBezTo>
                      <a:pt x="111" y="5372"/>
                      <a:pt x="111" y="5189"/>
                      <a:pt x="111" y="5000"/>
                    </a:cubicBezTo>
                    <a:cubicBezTo>
                      <a:pt x="148" y="5000"/>
                      <a:pt x="184" y="5000"/>
                      <a:pt x="222" y="5000"/>
                    </a:cubicBezTo>
                    <a:cubicBezTo>
                      <a:pt x="222" y="4890"/>
                      <a:pt x="222" y="4780"/>
                      <a:pt x="222" y="4667"/>
                    </a:cubicBezTo>
                    <a:cubicBezTo>
                      <a:pt x="259" y="4667"/>
                      <a:pt x="296" y="4667"/>
                      <a:pt x="333" y="4667"/>
                    </a:cubicBezTo>
                    <a:cubicBezTo>
                      <a:pt x="333" y="4520"/>
                      <a:pt x="333" y="4373"/>
                      <a:pt x="333" y="4222"/>
                    </a:cubicBezTo>
                    <a:cubicBezTo>
                      <a:pt x="370" y="4222"/>
                      <a:pt x="407" y="4222"/>
                      <a:pt x="444" y="4222"/>
                    </a:cubicBezTo>
                    <a:cubicBezTo>
                      <a:pt x="444" y="4149"/>
                      <a:pt x="444" y="4076"/>
                      <a:pt x="444" y="4000"/>
                    </a:cubicBezTo>
                    <a:cubicBezTo>
                      <a:pt x="481" y="4000"/>
                      <a:pt x="518" y="4000"/>
                      <a:pt x="556" y="4000"/>
                    </a:cubicBezTo>
                    <a:cubicBezTo>
                      <a:pt x="556" y="3927"/>
                      <a:pt x="556" y="3853"/>
                      <a:pt x="556" y="3778"/>
                    </a:cubicBezTo>
                    <a:cubicBezTo>
                      <a:pt x="592" y="3778"/>
                      <a:pt x="629" y="3778"/>
                      <a:pt x="667" y="3778"/>
                    </a:cubicBezTo>
                    <a:cubicBezTo>
                      <a:pt x="667" y="3704"/>
                      <a:pt x="667" y="3631"/>
                      <a:pt x="667" y="3556"/>
                    </a:cubicBezTo>
                    <a:cubicBezTo>
                      <a:pt x="703" y="3556"/>
                      <a:pt x="740" y="3556"/>
                      <a:pt x="778" y="3556"/>
                    </a:cubicBezTo>
                    <a:cubicBezTo>
                      <a:pt x="778" y="3482"/>
                      <a:pt x="778" y="3409"/>
                      <a:pt x="778" y="3333"/>
                    </a:cubicBezTo>
                    <a:cubicBezTo>
                      <a:pt x="814" y="3333"/>
                      <a:pt x="851" y="3333"/>
                      <a:pt x="889" y="3333"/>
                    </a:cubicBezTo>
                    <a:cubicBezTo>
                      <a:pt x="889" y="3260"/>
                      <a:pt x="889" y="3187"/>
                      <a:pt x="889" y="3111"/>
                    </a:cubicBezTo>
                    <a:cubicBezTo>
                      <a:pt x="926" y="3111"/>
                      <a:pt x="962" y="3111"/>
                      <a:pt x="1000" y="3111"/>
                    </a:cubicBezTo>
                    <a:cubicBezTo>
                      <a:pt x="1000" y="3074"/>
                      <a:pt x="1000" y="3038"/>
                      <a:pt x="1000" y="3000"/>
                    </a:cubicBezTo>
                    <a:cubicBezTo>
                      <a:pt x="1037" y="3000"/>
                      <a:pt x="1073" y="3000"/>
                      <a:pt x="1111" y="3000"/>
                    </a:cubicBezTo>
                    <a:cubicBezTo>
                      <a:pt x="1111" y="2927"/>
                      <a:pt x="1111" y="2853"/>
                      <a:pt x="1111" y="2778"/>
                    </a:cubicBezTo>
                    <a:cubicBezTo>
                      <a:pt x="1148" y="2778"/>
                      <a:pt x="1184" y="2778"/>
                      <a:pt x="1222" y="2778"/>
                    </a:cubicBezTo>
                    <a:cubicBezTo>
                      <a:pt x="1222" y="2741"/>
                      <a:pt x="1222" y="2704"/>
                      <a:pt x="1222" y="2667"/>
                    </a:cubicBezTo>
                    <a:cubicBezTo>
                      <a:pt x="1259" y="2667"/>
                      <a:pt x="1296" y="2667"/>
                      <a:pt x="1333" y="2667"/>
                    </a:cubicBezTo>
                    <a:cubicBezTo>
                      <a:pt x="1333" y="2630"/>
                      <a:pt x="1333" y="2593"/>
                      <a:pt x="1333" y="2556"/>
                    </a:cubicBezTo>
                    <a:cubicBezTo>
                      <a:pt x="1370" y="2556"/>
                      <a:pt x="1407" y="2556"/>
                      <a:pt x="1444" y="2556"/>
                    </a:cubicBezTo>
                    <a:cubicBezTo>
                      <a:pt x="1444" y="2482"/>
                      <a:pt x="1444" y="2409"/>
                      <a:pt x="1444" y="2333"/>
                    </a:cubicBezTo>
                    <a:cubicBezTo>
                      <a:pt x="1481" y="2333"/>
                      <a:pt x="1518" y="2333"/>
                      <a:pt x="1556" y="2333"/>
                    </a:cubicBezTo>
                    <a:cubicBezTo>
                      <a:pt x="1556" y="2297"/>
                      <a:pt x="1556" y="2260"/>
                      <a:pt x="1556" y="2222"/>
                    </a:cubicBezTo>
                    <a:cubicBezTo>
                      <a:pt x="1592" y="2222"/>
                      <a:pt x="1629" y="2222"/>
                      <a:pt x="1667" y="2222"/>
                    </a:cubicBezTo>
                    <a:cubicBezTo>
                      <a:pt x="1667" y="2186"/>
                      <a:pt x="1667" y="2149"/>
                      <a:pt x="1667" y="2111"/>
                    </a:cubicBezTo>
                    <a:cubicBezTo>
                      <a:pt x="1703" y="2111"/>
                      <a:pt x="1740" y="2111"/>
                      <a:pt x="1778" y="2111"/>
                    </a:cubicBezTo>
                    <a:cubicBezTo>
                      <a:pt x="1778" y="2074"/>
                      <a:pt x="1778" y="2038"/>
                      <a:pt x="1778" y="2000"/>
                    </a:cubicBezTo>
                    <a:cubicBezTo>
                      <a:pt x="1814" y="2000"/>
                      <a:pt x="1851" y="2000"/>
                      <a:pt x="1889" y="2000"/>
                    </a:cubicBezTo>
                    <a:cubicBezTo>
                      <a:pt x="1889" y="1963"/>
                      <a:pt x="1889" y="1927"/>
                      <a:pt x="1889" y="1889"/>
                    </a:cubicBezTo>
                    <a:cubicBezTo>
                      <a:pt x="1926" y="1889"/>
                      <a:pt x="1962" y="1889"/>
                      <a:pt x="2000" y="1889"/>
                    </a:cubicBezTo>
                    <a:cubicBezTo>
                      <a:pt x="2000" y="1852"/>
                      <a:pt x="2000" y="1816"/>
                      <a:pt x="2000" y="1778"/>
                    </a:cubicBezTo>
                    <a:cubicBezTo>
                      <a:pt x="2037" y="1778"/>
                      <a:pt x="2073" y="1778"/>
                      <a:pt x="2111" y="1778"/>
                    </a:cubicBezTo>
                    <a:cubicBezTo>
                      <a:pt x="2111" y="1741"/>
                      <a:pt x="2111" y="1704"/>
                      <a:pt x="2111" y="1667"/>
                    </a:cubicBezTo>
                    <a:cubicBezTo>
                      <a:pt x="2148" y="1667"/>
                      <a:pt x="2184" y="1667"/>
                      <a:pt x="2222" y="1667"/>
                    </a:cubicBezTo>
                    <a:cubicBezTo>
                      <a:pt x="2222" y="1630"/>
                      <a:pt x="2222" y="1593"/>
                      <a:pt x="2222" y="1556"/>
                    </a:cubicBezTo>
                    <a:cubicBezTo>
                      <a:pt x="2259" y="1556"/>
                      <a:pt x="2296" y="1556"/>
                      <a:pt x="2333" y="1556"/>
                    </a:cubicBezTo>
                    <a:cubicBezTo>
                      <a:pt x="2333" y="1519"/>
                      <a:pt x="2333" y="1482"/>
                      <a:pt x="2333" y="1444"/>
                    </a:cubicBezTo>
                    <a:cubicBezTo>
                      <a:pt x="2407" y="1444"/>
                      <a:pt x="2480" y="1444"/>
                      <a:pt x="2556" y="1444"/>
                    </a:cubicBezTo>
                    <a:cubicBezTo>
                      <a:pt x="2556" y="1408"/>
                      <a:pt x="2556" y="1371"/>
                      <a:pt x="2556" y="1333"/>
                    </a:cubicBezTo>
                    <a:cubicBezTo>
                      <a:pt x="2592" y="1333"/>
                      <a:pt x="2629" y="1333"/>
                      <a:pt x="2667" y="1333"/>
                    </a:cubicBezTo>
                    <a:cubicBezTo>
                      <a:pt x="2667" y="1297"/>
                      <a:pt x="2667" y="1260"/>
                      <a:pt x="2667" y="1222"/>
                    </a:cubicBezTo>
                    <a:cubicBezTo>
                      <a:pt x="2740" y="1222"/>
                      <a:pt x="2813" y="1222"/>
                      <a:pt x="2889" y="1222"/>
                    </a:cubicBezTo>
                    <a:cubicBezTo>
                      <a:pt x="2889" y="1186"/>
                      <a:pt x="2889" y="1149"/>
                      <a:pt x="2889" y="1111"/>
                    </a:cubicBezTo>
                    <a:cubicBezTo>
                      <a:pt x="2926" y="1111"/>
                      <a:pt x="2962" y="1111"/>
                      <a:pt x="3000" y="1111"/>
                    </a:cubicBezTo>
                    <a:cubicBezTo>
                      <a:pt x="3000" y="1074"/>
                      <a:pt x="3000" y="1038"/>
                      <a:pt x="3000" y="1000"/>
                    </a:cubicBezTo>
                    <a:cubicBezTo>
                      <a:pt x="3073" y="1000"/>
                      <a:pt x="3147" y="1000"/>
                      <a:pt x="3222" y="1000"/>
                    </a:cubicBezTo>
                    <a:cubicBezTo>
                      <a:pt x="3222" y="963"/>
                      <a:pt x="3222" y="927"/>
                      <a:pt x="3222" y="889"/>
                    </a:cubicBezTo>
                    <a:cubicBezTo>
                      <a:pt x="3259" y="889"/>
                      <a:pt x="3296" y="889"/>
                      <a:pt x="3333" y="889"/>
                    </a:cubicBezTo>
                    <a:cubicBezTo>
                      <a:pt x="3333" y="852"/>
                      <a:pt x="3333" y="816"/>
                      <a:pt x="3333" y="778"/>
                    </a:cubicBezTo>
                    <a:cubicBezTo>
                      <a:pt x="3407" y="778"/>
                      <a:pt x="3480" y="778"/>
                      <a:pt x="3556" y="778"/>
                    </a:cubicBezTo>
                    <a:cubicBezTo>
                      <a:pt x="3556" y="741"/>
                      <a:pt x="3556" y="704"/>
                      <a:pt x="3556" y="667"/>
                    </a:cubicBezTo>
                    <a:cubicBezTo>
                      <a:pt x="3629" y="667"/>
                      <a:pt x="3702" y="667"/>
                      <a:pt x="3778" y="667"/>
                    </a:cubicBezTo>
                    <a:cubicBezTo>
                      <a:pt x="3778" y="630"/>
                      <a:pt x="3778" y="593"/>
                      <a:pt x="3778" y="556"/>
                    </a:cubicBezTo>
                    <a:cubicBezTo>
                      <a:pt x="3888" y="556"/>
                      <a:pt x="3998" y="556"/>
                      <a:pt x="4111" y="556"/>
                    </a:cubicBezTo>
                    <a:cubicBezTo>
                      <a:pt x="4111" y="519"/>
                      <a:pt x="4111" y="482"/>
                      <a:pt x="4111" y="444"/>
                    </a:cubicBezTo>
                    <a:cubicBezTo>
                      <a:pt x="4184" y="444"/>
                      <a:pt x="4258" y="444"/>
                      <a:pt x="4333" y="444"/>
                    </a:cubicBezTo>
                    <a:cubicBezTo>
                      <a:pt x="4333" y="408"/>
                      <a:pt x="4333" y="371"/>
                      <a:pt x="4333" y="333"/>
                    </a:cubicBezTo>
                    <a:cubicBezTo>
                      <a:pt x="4443" y="333"/>
                      <a:pt x="4553" y="333"/>
                      <a:pt x="4667" y="333"/>
                    </a:cubicBezTo>
                    <a:cubicBezTo>
                      <a:pt x="4667" y="297"/>
                      <a:pt x="4667" y="260"/>
                      <a:pt x="4667" y="222"/>
                    </a:cubicBezTo>
                    <a:cubicBezTo>
                      <a:pt x="4813" y="222"/>
                      <a:pt x="4960" y="222"/>
                      <a:pt x="5111" y="222"/>
                    </a:cubicBezTo>
                    <a:cubicBezTo>
                      <a:pt x="5111" y="186"/>
                      <a:pt x="5111" y="149"/>
                      <a:pt x="5111" y="111"/>
                    </a:cubicBezTo>
                    <a:cubicBezTo>
                      <a:pt x="5331" y="111"/>
                      <a:pt x="5551" y="111"/>
                      <a:pt x="5778" y="111"/>
                    </a:cubicBezTo>
                    <a:cubicBezTo>
                      <a:pt x="5778" y="74"/>
                      <a:pt x="5778" y="38"/>
                      <a:pt x="5778" y="0"/>
                    </a:cubicBezTo>
                    <a:close/>
                    <a:moveTo>
                      <a:pt x="5556" y="667"/>
                    </a:moveTo>
                    <a:cubicBezTo>
                      <a:pt x="5556" y="703"/>
                      <a:pt x="5556" y="740"/>
                      <a:pt x="5556" y="778"/>
                    </a:cubicBezTo>
                    <a:cubicBezTo>
                      <a:pt x="5446" y="778"/>
                      <a:pt x="5336" y="778"/>
                      <a:pt x="5222" y="778"/>
                    </a:cubicBezTo>
                    <a:cubicBezTo>
                      <a:pt x="5222" y="814"/>
                      <a:pt x="5222" y="851"/>
                      <a:pt x="5222" y="889"/>
                    </a:cubicBezTo>
                    <a:cubicBezTo>
                      <a:pt x="5039" y="889"/>
                      <a:pt x="4856" y="889"/>
                      <a:pt x="4667" y="889"/>
                    </a:cubicBezTo>
                    <a:cubicBezTo>
                      <a:pt x="4667" y="926"/>
                      <a:pt x="4667" y="962"/>
                      <a:pt x="4667" y="1000"/>
                    </a:cubicBezTo>
                    <a:cubicBezTo>
                      <a:pt x="4593" y="1000"/>
                      <a:pt x="4520" y="1000"/>
                      <a:pt x="4444" y="1000"/>
                    </a:cubicBezTo>
                    <a:cubicBezTo>
                      <a:pt x="4444" y="1037"/>
                      <a:pt x="4444" y="1073"/>
                      <a:pt x="4444" y="1111"/>
                    </a:cubicBezTo>
                    <a:cubicBezTo>
                      <a:pt x="4334" y="1111"/>
                      <a:pt x="4224" y="1111"/>
                      <a:pt x="4111" y="1111"/>
                    </a:cubicBezTo>
                    <a:cubicBezTo>
                      <a:pt x="4111" y="1148"/>
                      <a:pt x="4111" y="1184"/>
                      <a:pt x="4111" y="1222"/>
                    </a:cubicBezTo>
                    <a:cubicBezTo>
                      <a:pt x="4074" y="1222"/>
                      <a:pt x="4038" y="1222"/>
                      <a:pt x="4000" y="1222"/>
                    </a:cubicBezTo>
                    <a:cubicBezTo>
                      <a:pt x="4000" y="1259"/>
                      <a:pt x="4000" y="1296"/>
                      <a:pt x="4000" y="1333"/>
                    </a:cubicBezTo>
                    <a:cubicBezTo>
                      <a:pt x="3927" y="1333"/>
                      <a:pt x="3853" y="1333"/>
                      <a:pt x="3778" y="1333"/>
                    </a:cubicBezTo>
                    <a:cubicBezTo>
                      <a:pt x="3778" y="1370"/>
                      <a:pt x="3778" y="1407"/>
                      <a:pt x="3778" y="1444"/>
                    </a:cubicBezTo>
                    <a:cubicBezTo>
                      <a:pt x="3668" y="1444"/>
                      <a:pt x="3558" y="1444"/>
                      <a:pt x="3444" y="1444"/>
                    </a:cubicBezTo>
                    <a:cubicBezTo>
                      <a:pt x="3444" y="1481"/>
                      <a:pt x="3444" y="1518"/>
                      <a:pt x="3444" y="1556"/>
                    </a:cubicBezTo>
                    <a:cubicBezTo>
                      <a:pt x="3408" y="1556"/>
                      <a:pt x="3371" y="1556"/>
                      <a:pt x="3333" y="1556"/>
                    </a:cubicBezTo>
                    <a:cubicBezTo>
                      <a:pt x="3333" y="1592"/>
                      <a:pt x="3333" y="1629"/>
                      <a:pt x="3333" y="1667"/>
                    </a:cubicBezTo>
                    <a:cubicBezTo>
                      <a:pt x="3297" y="1667"/>
                      <a:pt x="3260" y="1667"/>
                      <a:pt x="3222" y="1667"/>
                    </a:cubicBezTo>
                    <a:cubicBezTo>
                      <a:pt x="3222" y="1703"/>
                      <a:pt x="3222" y="1740"/>
                      <a:pt x="3222" y="1778"/>
                    </a:cubicBezTo>
                    <a:cubicBezTo>
                      <a:pt x="3149" y="1778"/>
                      <a:pt x="3076" y="1778"/>
                      <a:pt x="3000" y="1778"/>
                    </a:cubicBezTo>
                    <a:cubicBezTo>
                      <a:pt x="3000" y="1814"/>
                      <a:pt x="3000" y="1851"/>
                      <a:pt x="3000" y="1889"/>
                    </a:cubicBezTo>
                    <a:cubicBezTo>
                      <a:pt x="2963" y="1889"/>
                      <a:pt x="2927" y="1889"/>
                      <a:pt x="2889" y="1889"/>
                    </a:cubicBezTo>
                    <a:cubicBezTo>
                      <a:pt x="2889" y="1926"/>
                      <a:pt x="2889" y="1962"/>
                      <a:pt x="2889" y="2000"/>
                    </a:cubicBezTo>
                    <a:cubicBezTo>
                      <a:pt x="2852" y="2000"/>
                      <a:pt x="2816" y="2000"/>
                      <a:pt x="2778" y="2000"/>
                    </a:cubicBezTo>
                    <a:cubicBezTo>
                      <a:pt x="2778" y="2037"/>
                      <a:pt x="2778" y="2073"/>
                      <a:pt x="2778" y="2111"/>
                    </a:cubicBezTo>
                    <a:cubicBezTo>
                      <a:pt x="2741" y="2111"/>
                      <a:pt x="2704" y="2111"/>
                      <a:pt x="2667" y="2111"/>
                    </a:cubicBezTo>
                    <a:cubicBezTo>
                      <a:pt x="2667" y="2148"/>
                      <a:pt x="2667" y="2184"/>
                      <a:pt x="2667" y="2222"/>
                    </a:cubicBezTo>
                    <a:cubicBezTo>
                      <a:pt x="2593" y="2222"/>
                      <a:pt x="2520" y="2222"/>
                      <a:pt x="2444" y="2222"/>
                    </a:cubicBezTo>
                    <a:cubicBezTo>
                      <a:pt x="2444" y="2259"/>
                      <a:pt x="2444" y="2296"/>
                      <a:pt x="2444" y="2333"/>
                    </a:cubicBezTo>
                    <a:cubicBezTo>
                      <a:pt x="2408" y="2333"/>
                      <a:pt x="2371" y="2333"/>
                      <a:pt x="2333" y="2333"/>
                    </a:cubicBezTo>
                    <a:cubicBezTo>
                      <a:pt x="2333" y="2370"/>
                      <a:pt x="2333" y="2407"/>
                      <a:pt x="2333" y="2444"/>
                    </a:cubicBezTo>
                    <a:cubicBezTo>
                      <a:pt x="2297" y="2444"/>
                      <a:pt x="2260" y="2444"/>
                      <a:pt x="2222" y="2444"/>
                    </a:cubicBezTo>
                    <a:cubicBezTo>
                      <a:pt x="2222" y="2518"/>
                      <a:pt x="2222" y="2591"/>
                      <a:pt x="2222" y="2667"/>
                    </a:cubicBezTo>
                    <a:cubicBezTo>
                      <a:pt x="2186" y="2667"/>
                      <a:pt x="2149" y="2667"/>
                      <a:pt x="2111" y="2667"/>
                    </a:cubicBezTo>
                    <a:cubicBezTo>
                      <a:pt x="2111" y="2703"/>
                      <a:pt x="2111" y="2740"/>
                      <a:pt x="2111" y="2778"/>
                    </a:cubicBezTo>
                    <a:cubicBezTo>
                      <a:pt x="2074" y="2778"/>
                      <a:pt x="2038" y="2778"/>
                      <a:pt x="2000" y="2778"/>
                    </a:cubicBezTo>
                    <a:cubicBezTo>
                      <a:pt x="2000" y="2814"/>
                      <a:pt x="2000" y="2851"/>
                      <a:pt x="2000" y="2889"/>
                    </a:cubicBezTo>
                    <a:cubicBezTo>
                      <a:pt x="1963" y="2889"/>
                      <a:pt x="1927" y="2889"/>
                      <a:pt x="1889" y="2889"/>
                    </a:cubicBezTo>
                    <a:cubicBezTo>
                      <a:pt x="1889" y="2926"/>
                      <a:pt x="1889" y="2962"/>
                      <a:pt x="1889" y="3000"/>
                    </a:cubicBezTo>
                    <a:cubicBezTo>
                      <a:pt x="1852" y="3000"/>
                      <a:pt x="1816" y="3000"/>
                      <a:pt x="1778" y="3000"/>
                    </a:cubicBezTo>
                    <a:cubicBezTo>
                      <a:pt x="1778" y="3037"/>
                      <a:pt x="1778" y="3073"/>
                      <a:pt x="1778" y="3111"/>
                    </a:cubicBezTo>
                    <a:cubicBezTo>
                      <a:pt x="1741" y="3111"/>
                      <a:pt x="1704" y="3111"/>
                      <a:pt x="1667" y="3111"/>
                    </a:cubicBezTo>
                    <a:cubicBezTo>
                      <a:pt x="1667" y="3184"/>
                      <a:pt x="1667" y="3258"/>
                      <a:pt x="1667" y="3333"/>
                    </a:cubicBezTo>
                    <a:cubicBezTo>
                      <a:pt x="1630" y="3333"/>
                      <a:pt x="1593" y="3333"/>
                      <a:pt x="1556" y="3333"/>
                    </a:cubicBezTo>
                    <a:cubicBezTo>
                      <a:pt x="1556" y="3407"/>
                      <a:pt x="1556" y="3480"/>
                      <a:pt x="1556" y="3556"/>
                    </a:cubicBezTo>
                    <a:cubicBezTo>
                      <a:pt x="1519" y="3556"/>
                      <a:pt x="1482" y="3556"/>
                      <a:pt x="1444" y="3556"/>
                    </a:cubicBezTo>
                    <a:cubicBezTo>
                      <a:pt x="1444" y="3592"/>
                      <a:pt x="1444" y="3629"/>
                      <a:pt x="1444" y="3667"/>
                    </a:cubicBezTo>
                    <a:cubicBezTo>
                      <a:pt x="1408" y="3667"/>
                      <a:pt x="1371" y="3667"/>
                      <a:pt x="1333" y="3667"/>
                    </a:cubicBezTo>
                    <a:cubicBezTo>
                      <a:pt x="1333" y="3777"/>
                      <a:pt x="1333" y="3887"/>
                      <a:pt x="1333" y="4000"/>
                    </a:cubicBezTo>
                    <a:cubicBezTo>
                      <a:pt x="1297" y="4000"/>
                      <a:pt x="1260" y="4000"/>
                      <a:pt x="1222" y="4000"/>
                    </a:cubicBezTo>
                    <a:cubicBezTo>
                      <a:pt x="1222" y="4037"/>
                      <a:pt x="1222" y="4073"/>
                      <a:pt x="1222" y="4111"/>
                    </a:cubicBezTo>
                    <a:cubicBezTo>
                      <a:pt x="1186" y="4111"/>
                      <a:pt x="1149" y="4111"/>
                      <a:pt x="1111" y="4111"/>
                    </a:cubicBezTo>
                    <a:cubicBezTo>
                      <a:pt x="1111" y="4221"/>
                      <a:pt x="1111" y="4331"/>
                      <a:pt x="1111" y="4444"/>
                    </a:cubicBezTo>
                    <a:cubicBezTo>
                      <a:pt x="1074" y="4444"/>
                      <a:pt x="1038" y="4444"/>
                      <a:pt x="1000" y="4444"/>
                    </a:cubicBezTo>
                    <a:cubicBezTo>
                      <a:pt x="1000" y="4554"/>
                      <a:pt x="1000" y="4664"/>
                      <a:pt x="1000" y="4778"/>
                    </a:cubicBezTo>
                    <a:cubicBezTo>
                      <a:pt x="963" y="4778"/>
                      <a:pt x="927" y="4778"/>
                      <a:pt x="889" y="4778"/>
                    </a:cubicBezTo>
                    <a:cubicBezTo>
                      <a:pt x="889" y="4888"/>
                      <a:pt x="889" y="4998"/>
                      <a:pt x="889" y="5111"/>
                    </a:cubicBezTo>
                    <a:cubicBezTo>
                      <a:pt x="852" y="5111"/>
                      <a:pt x="816" y="5111"/>
                      <a:pt x="778" y="5111"/>
                    </a:cubicBezTo>
                    <a:cubicBezTo>
                      <a:pt x="778" y="5258"/>
                      <a:pt x="778" y="5404"/>
                      <a:pt x="778" y="5556"/>
                    </a:cubicBezTo>
                    <a:cubicBezTo>
                      <a:pt x="741" y="5556"/>
                      <a:pt x="704" y="5556"/>
                      <a:pt x="667" y="5556"/>
                    </a:cubicBezTo>
                    <a:cubicBezTo>
                      <a:pt x="667" y="6216"/>
                      <a:pt x="667" y="6876"/>
                      <a:pt x="667" y="7556"/>
                    </a:cubicBezTo>
                    <a:cubicBezTo>
                      <a:pt x="703" y="7556"/>
                      <a:pt x="740" y="7556"/>
                      <a:pt x="778" y="7556"/>
                    </a:cubicBezTo>
                    <a:cubicBezTo>
                      <a:pt x="778" y="7666"/>
                      <a:pt x="778" y="7776"/>
                      <a:pt x="778" y="7889"/>
                    </a:cubicBezTo>
                    <a:cubicBezTo>
                      <a:pt x="814" y="7889"/>
                      <a:pt x="851" y="7889"/>
                      <a:pt x="889" y="7889"/>
                    </a:cubicBezTo>
                    <a:cubicBezTo>
                      <a:pt x="889" y="7999"/>
                      <a:pt x="889" y="8109"/>
                      <a:pt x="889" y="8222"/>
                    </a:cubicBezTo>
                    <a:cubicBezTo>
                      <a:pt x="926" y="8222"/>
                      <a:pt x="962" y="8222"/>
                      <a:pt x="1000" y="8222"/>
                    </a:cubicBezTo>
                    <a:cubicBezTo>
                      <a:pt x="1000" y="8369"/>
                      <a:pt x="1000" y="8516"/>
                      <a:pt x="1000" y="8667"/>
                    </a:cubicBezTo>
                    <a:cubicBezTo>
                      <a:pt x="1037" y="8667"/>
                      <a:pt x="1073" y="8667"/>
                      <a:pt x="1111" y="8667"/>
                    </a:cubicBezTo>
                    <a:cubicBezTo>
                      <a:pt x="1111" y="8740"/>
                      <a:pt x="1111" y="8813"/>
                      <a:pt x="1111" y="8889"/>
                    </a:cubicBezTo>
                    <a:cubicBezTo>
                      <a:pt x="1148" y="8889"/>
                      <a:pt x="1184" y="8889"/>
                      <a:pt x="1222" y="8889"/>
                    </a:cubicBezTo>
                    <a:cubicBezTo>
                      <a:pt x="1222" y="8962"/>
                      <a:pt x="1222" y="9036"/>
                      <a:pt x="1222" y="9111"/>
                    </a:cubicBezTo>
                    <a:cubicBezTo>
                      <a:pt x="1259" y="9111"/>
                      <a:pt x="1296" y="9111"/>
                      <a:pt x="1333" y="9111"/>
                    </a:cubicBezTo>
                    <a:cubicBezTo>
                      <a:pt x="1333" y="9184"/>
                      <a:pt x="1333" y="9258"/>
                      <a:pt x="1333" y="9333"/>
                    </a:cubicBezTo>
                    <a:cubicBezTo>
                      <a:pt x="1370" y="9333"/>
                      <a:pt x="1407" y="9333"/>
                      <a:pt x="1444" y="9333"/>
                    </a:cubicBezTo>
                    <a:cubicBezTo>
                      <a:pt x="1444" y="9407"/>
                      <a:pt x="1444" y="9480"/>
                      <a:pt x="1444" y="9556"/>
                    </a:cubicBezTo>
                    <a:cubicBezTo>
                      <a:pt x="1481" y="9556"/>
                      <a:pt x="1518" y="9556"/>
                      <a:pt x="1556" y="9556"/>
                    </a:cubicBezTo>
                    <a:cubicBezTo>
                      <a:pt x="1556" y="9592"/>
                      <a:pt x="1556" y="9629"/>
                      <a:pt x="1556" y="9667"/>
                    </a:cubicBezTo>
                    <a:cubicBezTo>
                      <a:pt x="1592" y="9667"/>
                      <a:pt x="1629" y="9667"/>
                      <a:pt x="1667" y="9667"/>
                    </a:cubicBezTo>
                    <a:cubicBezTo>
                      <a:pt x="1667" y="9740"/>
                      <a:pt x="1667" y="9813"/>
                      <a:pt x="1667" y="9889"/>
                    </a:cubicBezTo>
                    <a:cubicBezTo>
                      <a:pt x="1703" y="9889"/>
                      <a:pt x="1740" y="9889"/>
                      <a:pt x="1778" y="9889"/>
                    </a:cubicBezTo>
                    <a:cubicBezTo>
                      <a:pt x="1778" y="9926"/>
                      <a:pt x="1778" y="9962"/>
                      <a:pt x="1778" y="10000"/>
                    </a:cubicBezTo>
                    <a:cubicBezTo>
                      <a:pt x="1814" y="10000"/>
                      <a:pt x="1851" y="10000"/>
                      <a:pt x="1889" y="10000"/>
                    </a:cubicBezTo>
                    <a:cubicBezTo>
                      <a:pt x="1889" y="10037"/>
                      <a:pt x="1889" y="10073"/>
                      <a:pt x="1889" y="10111"/>
                    </a:cubicBezTo>
                    <a:cubicBezTo>
                      <a:pt x="1926" y="10111"/>
                      <a:pt x="1962" y="10111"/>
                      <a:pt x="2000" y="10111"/>
                    </a:cubicBezTo>
                    <a:cubicBezTo>
                      <a:pt x="2000" y="10184"/>
                      <a:pt x="2000" y="10258"/>
                      <a:pt x="2000" y="10333"/>
                    </a:cubicBezTo>
                    <a:cubicBezTo>
                      <a:pt x="2037" y="10333"/>
                      <a:pt x="2073" y="10333"/>
                      <a:pt x="2111" y="10333"/>
                    </a:cubicBezTo>
                    <a:cubicBezTo>
                      <a:pt x="2111" y="10370"/>
                      <a:pt x="2111" y="10407"/>
                      <a:pt x="2111" y="10444"/>
                    </a:cubicBezTo>
                    <a:cubicBezTo>
                      <a:pt x="2148" y="10444"/>
                      <a:pt x="2184" y="10444"/>
                      <a:pt x="2222" y="10444"/>
                    </a:cubicBezTo>
                    <a:cubicBezTo>
                      <a:pt x="2222" y="10481"/>
                      <a:pt x="2222" y="10518"/>
                      <a:pt x="2222" y="10556"/>
                    </a:cubicBezTo>
                    <a:cubicBezTo>
                      <a:pt x="2259" y="10556"/>
                      <a:pt x="2296" y="10556"/>
                      <a:pt x="2333" y="10556"/>
                    </a:cubicBezTo>
                    <a:cubicBezTo>
                      <a:pt x="2333" y="10592"/>
                      <a:pt x="2333" y="10629"/>
                      <a:pt x="2333" y="10667"/>
                    </a:cubicBezTo>
                    <a:cubicBezTo>
                      <a:pt x="2370" y="10667"/>
                      <a:pt x="2407" y="10667"/>
                      <a:pt x="2444" y="10667"/>
                    </a:cubicBezTo>
                    <a:cubicBezTo>
                      <a:pt x="2444" y="10703"/>
                      <a:pt x="2444" y="10740"/>
                      <a:pt x="2444" y="10778"/>
                    </a:cubicBezTo>
                    <a:cubicBezTo>
                      <a:pt x="2481" y="10778"/>
                      <a:pt x="2518" y="10778"/>
                      <a:pt x="2556" y="10778"/>
                    </a:cubicBezTo>
                    <a:cubicBezTo>
                      <a:pt x="2556" y="10814"/>
                      <a:pt x="2556" y="10851"/>
                      <a:pt x="2556" y="10889"/>
                    </a:cubicBezTo>
                    <a:cubicBezTo>
                      <a:pt x="2592" y="10889"/>
                      <a:pt x="2629" y="10889"/>
                      <a:pt x="2667" y="10889"/>
                    </a:cubicBezTo>
                    <a:cubicBezTo>
                      <a:pt x="2667" y="10926"/>
                      <a:pt x="2667" y="10962"/>
                      <a:pt x="2667" y="11000"/>
                    </a:cubicBezTo>
                    <a:cubicBezTo>
                      <a:pt x="2703" y="11000"/>
                      <a:pt x="2740" y="11000"/>
                      <a:pt x="2778" y="11000"/>
                    </a:cubicBezTo>
                    <a:cubicBezTo>
                      <a:pt x="2778" y="11037"/>
                      <a:pt x="2778" y="11073"/>
                      <a:pt x="2778" y="11111"/>
                    </a:cubicBezTo>
                    <a:cubicBezTo>
                      <a:pt x="2851" y="11111"/>
                      <a:pt x="2924" y="11111"/>
                      <a:pt x="3000" y="11111"/>
                    </a:cubicBezTo>
                    <a:cubicBezTo>
                      <a:pt x="3000" y="11148"/>
                      <a:pt x="3000" y="11184"/>
                      <a:pt x="3000" y="11222"/>
                    </a:cubicBezTo>
                    <a:cubicBezTo>
                      <a:pt x="3037" y="11222"/>
                      <a:pt x="3073" y="11222"/>
                      <a:pt x="3111" y="11222"/>
                    </a:cubicBezTo>
                    <a:cubicBezTo>
                      <a:pt x="3111" y="11259"/>
                      <a:pt x="3111" y="11296"/>
                      <a:pt x="3111" y="11333"/>
                    </a:cubicBezTo>
                    <a:cubicBezTo>
                      <a:pt x="3148" y="11333"/>
                      <a:pt x="3184" y="11333"/>
                      <a:pt x="3222" y="11333"/>
                    </a:cubicBezTo>
                    <a:cubicBezTo>
                      <a:pt x="3222" y="11370"/>
                      <a:pt x="3222" y="11407"/>
                      <a:pt x="3222" y="11444"/>
                    </a:cubicBezTo>
                    <a:cubicBezTo>
                      <a:pt x="3296" y="11444"/>
                      <a:pt x="3369" y="11444"/>
                      <a:pt x="3444" y="11444"/>
                    </a:cubicBezTo>
                    <a:cubicBezTo>
                      <a:pt x="3444" y="11481"/>
                      <a:pt x="3444" y="11518"/>
                      <a:pt x="3444" y="11556"/>
                    </a:cubicBezTo>
                    <a:cubicBezTo>
                      <a:pt x="3518" y="11556"/>
                      <a:pt x="3591" y="11556"/>
                      <a:pt x="3667" y="11556"/>
                    </a:cubicBezTo>
                    <a:cubicBezTo>
                      <a:pt x="3667" y="11592"/>
                      <a:pt x="3667" y="11629"/>
                      <a:pt x="3667" y="11667"/>
                    </a:cubicBezTo>
                    <a:cubicBezTo>
                      <a:pt x="3703" y="11667"/>
                      <a:pt x="3740" y="11667"/>
                      <a:pt x="3778" y="11667"/>
                    </a:cubicBezTo>
                    <a:cubicBezTo>
                      <a:pt x="3778" y="11703"/>
                      <a:pt x="3778" y="11740"/>
                      <a:pt x="3778" y="11778"/>
                    </a:cubicBezTo>
                    <a:cubicBezTo>
                      <a:pt x="3851" y="11778"/>
                      <a:pt x="3924" y="11778"/>
                      <a:pt x="4000" y="11778"/>
                    </a:cubicBezTo>
                    <a:cubicBezTo>
                      <a:pt x="4000" y="11814"/>
                      <a:pt x="4000" y="11851"/>
                      <a:pt x="4000" y="11889"/>
                    </a:cubicBezTo>
                    <a:cubicBezTo>
                      <a:pt x="4110" y="11889"/>
                      <a:pt x="4220" y="11889"/>
                      <a:pt x="4333" y="11889"/>
                    </a:cubicBezTo>
                    <a:cubicBezTo>
                      <a:pt x="4333" y="11926"/>
                      <a:pt x="4333" y="11962"/>
                      <a:pt x="4333" y="12000"/>
                    </a:cubicBezTo>
                    <a:cubicBezTo>
                      <a:pt x="4407" y="12000"/>
                      <a:pt x="4480" y="12000"/>
                      <a:pt x="4556" y="12000"/>
                    </a:cubicBezTo>
                    <a:cubicBezTo>
                      <a:pt x="4556" y="12037"/>
                      <a:pt x="4556" y="12073"/>
                      <a:pt x="4556" y="12111"/>
                    </a:cubicBezTo>
                    <a:cubicBezTo>
                      <a:pt x="4666" y="12111"/>
                      <a:pt x="4776" y="12111"/>
                      <a:pt x="4889" y="12111"/>
                    </a:cubicBezTo>
                    <a:cubicBezTo>
                      <a:pt x="4889" y="12148"/>
                      <a:pt x="4889" y="12184"/>
                      <a:pt x="4889" y="12222"/>
                    </a:cubicBezTo>
                    <a:cubicBezTo>
                      <a:pt x="5036" y="12222"/>
                      <a:pt x="5182" y="12222"/>
                      <a:pt x="5333" y="12222"/>
                    </a:cubicBezTo>
                    <a:cubicBezTo>
                      <a:pt x="5333" y="12259"/>
                      <a:pt x="5333" y="12296"/>
                      <a:pt x="5333" y="12333"/>
                    </a:cubicBezTo>
                    <a:cubicBezTo>
                      <a:pt x="5590" y="12333"/>
                      <a:pt x="5847" y="12333"/>
                      <a:pt x="6111" y="12333"/>
                    </a:cubicBezTo>
                    <a:cubicBezTo>
                      <a:pt x="6111" y="12370"/>
                      <a:pt x="6111" y="12407"/>
                      <a:pt x="6111" y="12444"/>
                    </a:cubicBezTo>
                    <a:cubicBezTo>
                      <a:pt x="6441" y="12444"/>
                      <a:pt x="6771" y="12444"/>
                      <a:pt x="7111" y="12444"/>
                    </a:cubicBezTo>
                    <a:cubicBezTo>
                      <a:pt x="7111" y="12408"/>
                      <a:pt x="7111" y="12371"/>
                      <a:pt x="7111" y="12333"/>
                    </a:cubicBezTo>
                    <a:cubicBezTo>
                      <a:pt x="7131" y="12334"/>
                      <a:pt x="7151" y="12334"/>
                      <a:pt x="7171" y="12334"/>
                    </a:cubicBezTo>
                    <a:cubicBezTo>
                      <a:pt x="7245" y="12335"/>
                      <a:pt x="7319" y="12336"/>
                      <a:pt x="7393" y="12336"/>
                    </a:cubicBezTo>
                    <a:cubicBezTo>
                      <a:pt x="7425" y="12337"/>
                      <a:pt x="7457" y="12337"/>
                      <a:pt x="7489" y="12338"/>
                    </a:cubicBezTo>
                    <a:cubicBezTo>
                      <a:pt x="7535" y="12338"/>
                      <a:pt x="7581" y="12338"/>
                      <a:pt x="7627" y="12339"/>
                    </a:cubicBezTo>
                    <a:cubicBezTo>
                      <a:pt x="7634" y="12339"/>
                      <a:pt x="7634" y="12339"/>
                      <a:pt x="7670" y="12340"/>
                    </a:cubicBezTo>
                    <a:cubicBezTo>
                      <a:pt x="7710" y="12340"/>
                      <a:pt x="7710" y="12340"/>
                      <a:pt x="7778" y="12333"/>
                    </a:cubicBezTo>
                    <a:cubicBezTo>
                      <a:pt x="7796" y="12315"/>
                      <a:pt x="7814" y="12297"/>
                      <a:pt x="7833" y="12278"/>
                    </a:cubicBezTo>
                    <a:cubicBezTo>
                      <a:pt x="7886" y="12266"/>
                      <a:pt x="7886" y="12266"/>
                      <a:pt x="7948" y="12260"/>
                    </a:cubicBezTo>
                    <a:cubicBezTo>
                      <a:pt x="7959" y="12259"/>
                      <a:pt x="7959" y="12259"/>
                      <a:pt x="8016" y="12253"/>
                    </a:cubicBezTo>
                    <a:cubicBezTo>
                      <a:pt x="8039" y="12251"/>
                      <a:pt x="8063" y="12249"/>
                      <a:pt x="8087" y="12247"/>
                    </a:cubicBezTo>
                    <a:cubicBezTo>
                      <a:pt x="8110" y="12244"/>
                      <a:pt x="8134" y="12242"/>
                      <a:pt x="8158" y="12239"/>
                    </a:cubicBezTo>
                    <a:cubicBezTo>
                      <a:pt x="8217" y="12233"/>
                      <a:pt x="8275" y="12228"/>
                      <a:pt x="8333" y="12222"/>
                    </a:cubicBezTo>
                    <a:cubicBezTo>
                      <a:pt x="8333" y="12186"/>
                      <a:pt x="8333" y="12149"/>
                      <a:pt x="8333" y="12111"/>
                    </a:cubicBezTo>
                    <a:cubicBezTo>
                      <a:pt x="8443" y="12111"/>
                      <a:pt x="8553" y="12111"/>
                      <a:pt x="8667" y="12111"/>
                    </a:cubicBezTo>
                    <a:cubicBezTo>
                      <a:pt x="8667" y="12074"/>
                      <a:pt x="8667" y="12038"/>
                      <a:pt x="8667" y="12000"/>
                    </a:cubicBezTo>
                    <a:cubicBezTo>
                      <a:pt x="8703" y="12000"/>
                      <a:pt x="8740" y="12000"/>
                      <a:pt x="8778" y="12000"/>
                    </a:cubicBezTo>
                    <a:cubicBezTo>
                      <a:pt x="8778" y="11963"/>
                      <a:pt x="8778" y="11927"/>
                      <a:pt x="8778" y="11889"/>
                    </a:cubicBezTo>
                    <a:cubicBezTo>
                      <a:pt x="8924" y="11889"/>
                      <a:pt x="9071" y="11889"/>
                      <a:pt x="9222" y="11889"/>
                    </a:cubicBezTo>
                    <a:cubicBezTo>
                      <a:pt x="9222" y="11852"/>
                      <a:pt x="9222" y="11816"/>
                      <a:pt x="9222" y="11778"/>
                    </a:cubicBezTo>
                    <a:cubicBezTo>
                      <a:pt x="9296" y="11778"/>
                      <a:pt x="9369" y="11778"/>
                      <a:pt x="9444" y="11778"/>
                    </a:cubicBezTo>
                    <a:cubicBezTo>
                      <a:pt x="9444" y="11741"/>
                      <a:pt x="9444" y="11704"/>
                      <a:pt x="9444" y="11667"/>
                    </a:cubicBezTo>
                    <a:cubicBezTo>
                      <a:pt x="9481" y="11667"/>
                      <a:pt x="9518" y="11667"/>
                      <a:pt x="9556" y="11667"/>
                    </a:cubicBezTo>
                    <a:cubicBezTo>
                      <a:pt x="9556" y="11630"/>
                      <a:pt x="9556" y="11593"/>
                      <a:pt x="9556" y="11556"/>
                    </a:cubicBezTo>
                    <a:cubicBezTo>
                      <a:pt x="9629" y="11556"/>
                      <a:pt x="9702" y="11556"/>
                      <a:pt x="9778" y="11556"/>
                    </a:cubicBezTo>
                    <a:cubicBezTo>
                      <a:pt x="9778" y="11519"/>
                      <a:pt x="9778" y="11482"/>
                      <a:pt x="9778" y="11444"/>
                    </a:cubicBezTo>
                    <a:cubicBezTo>
                      <a:pt x="9851" y="11444"/>
                      <a:pt x="9924" y="11444"/>
                      <a:pt x="10000" y="11444"/>
                    </a:cubicBezTo>
                    <a:cubicBezTo>
                      <a:pt x="10000" y="11408"/>
                      <a:pt x="10000" y="11371"/>
                      <a:pt x="10000" y="11333"/>
                    </a:cubicBezTo>
                    <a:cubicBezTo>
                      <a:pt x="10037" y="11333"/>
                      <a:pt x="10073" y="11333"/>
                      <a:pt x="10111" y="11333"/>
                    </a:cubicBezTo>
                    <a:cubicBezTo>
                      <a:pt x="10111" y="11297"/>
                      <a:pt x="10111" y="11260"/>
                      <a:pt x="10111" y="11222"/>
                    </a:cubicBezTo>
                    <a:cubicBezTo>
                      <a:pt x="10184" y="11222"/>
                      <a:pt x="10258" y="11222"/>
                      <a:pt x="10333" y="11222"/>
                    </a:cubicBezTo>
                    <a:cubicBezTo>
                      <a:pt x="10333" y="11186"/>
                      <a:pt x="10333" y="11149"/>
                      <a:pt x="10333" y="11111"/>
                    </a:cubicBezTo>
                    <a:cubicBezTo>
                      <a:pt x="10370" y="11111"/>
                      <a:pt x="10407" y="11111"/>
                      <a:pt x="10444" y="11111"/>
                    </a:cubicBezTo>
                    <a:cubicBezTo>
                      <a:pt x="10444" y="11074"/>
                      <a:pt x="10444" y="11038"/>
                      <a:pt x="10444" y="11000"/>
                    </a:cubicBezTo>
                    <a:cubicBezTo>
                      <a:pt x="10481" y="11000"/>
                      <a:pt x="10518" y="11000"/>
                      <a:pt x="10556" y="11000"/>
                    </a:cubicBezTo>
                    <a:cubicBezTo>
                      <a:pt x="10556" y="10963"/>
                      <a:pt x="10556" y="10927"/>
                      <a:pt x="10556" y="10889"/>
                    </a:cubicBezTo>
                    <a:cubicBezTo>
                      <a:pt x="10592" y="10889"/>
                      <a:pt x="10629" y="10889"/>
                      <a:pt x="10667" y="10889"/>
                    </a:cubicBezTo>
                    <a:cubicBezTo>
                      <a:pt x="10667" y="10852"/>
                      <a:pt x="10667" y="10816"/>
                      <a:pt x="10667" y="10778"/>
                    </a:cubicBezTo>
                    <a:cubicBezTo>
                      <a:pt x="10703" y="10778"/>
                      <a:pt x="10740" y="10778"/>
                      <a:pt x="10778" y="10778"/>
                    </a:cubicBezTo>
                    <a:cubicBezTo>
                      <a:pt x="10778" y="10741"/>
                      <a:pt x="10778" y="10704"/>
                      <a:pt x="10778" y="10667"/>
                    </a:cubicBezTo>
                    <a:cubicBezTo>
                      <a:pt x="10814" y="10667"/>
                      <a:pt x="10851" y="10667"/>
                      <a:pt x="10889" y="10667"/>
                    </a:cubicBezTo>
                    <a:cubicBezTo>
                      <a:pt x="10889" y="10630"/>
                      <a:pt x="10889" y="10593"/>
                      <a:pt x="10889" y="10556"/>
                    </a:cubicBezTo>
                    <a:cubicBezTo>
                      <a:pt x="10926" y="10556"/>
                      <a:pt x="10962" y="10556"/>
                      <a:pt x="11000" y="10556"/>
                    </a:cubicBezTo>
                    <a:cubicBezTo>
                      <a:pt x="11000" y="10519"/>
                      <a:pt x="11000" y="10482"/>
                      <a:pt x="11000" y="10444"/>
                    </a:cubicBezTo>
                    <a:cubicBezTo>
                      <a:pt x="11037" y="10444"/>
                      <a:pt x="11073" y="10444"/>
                      <a:pt x="11111" y="10444"/>
                    </a:cubicBezTo>
                    <a:cubicBezTo>
                      <a:pt x="11111" y="10408"/>
                      <a:pt x="11111" y="10371"/>
                      <a:pt x="11111" y="10333"/>
                    </a:cubicBezTo>
                    <a:cubicBezTo>
                      <a:pt x="11148" y="10333"/>
                      <a:pt x="11184" y="10333"/>
                      <a:pt x="11222" y="10333"/>
                    </a:cubicBezTo>
                    <a:cubicBezTo>
                      <a:pt x="11222" y="10297"/>
                      <a:pt x="11222" y="10260"/>
                      <a:pt x="11222" y="10222"/>
                    </a:cubicBezTo>
                    <a:cubicBezTo>
                      <a:pt x="11259" y="10222"/>
                      <a:pt x="11296" y="10222"/>
                      <a:pt x="11333" y="10222"/>
                    </a:cubicBezTo>
                    <a:cubicBezTo>
                      <a:pt x="11333" y="10149"/>
                      <a:pt x="11333" y="10076"/>
                      <a:pt x="11333" y="10000"/>
                    </a:cubicBezTo>
                    <a:cubicBezTo>
                      <a:pt x="11370" y="10000"/>
                      <a:pt x="11407" y="10000"/>
                      <a:pt x="11444" y="10000"/>
                    </a:cubicBezTo>
                    <a:cubicBezTo>
                      <a:pt x="11444" y="9963"/>
                      <a:pt x="11444" y="9927"/>
                      <a:pt x="11444" y="9889"/>
                    </a:cubicBezTo>
                    <a:cubicBezTo>
                      <a:pt x="11481" y="9889"/>
                      <a:pt x="11518" y="9889"/>
                      <a:pt x="11556" y="9889"/>
                    </a:cubicBezTo>
                    <a:cubicBezTo>
                      <a:pt x="11556" y="9816"/>
                      <a:pt x="11556" y="9742"/>
                      <a:pt x="11556" y="9667"/>
                    </a:cubicBezTo>
                    <a:cubicBezTo>
                      <a:pt x="11592" y="9667"/>
                      <a:pt x="11629" y="9667"/>
                      <a:pt x="11667" y="9667"/>
                    </a:cubicBezTo>
                    <a:cubicBezTo>
                      <a:pt x="11667" y="9630"/>
                      <a:pt x="11667" y="9593"/>
                      <a:pt x="11667" y="9556"/>
                    </a:cubicBezTo>
                    <a:cubicBezTo>
                      <a:pt x="11703" y="9556"/>
                      <a:pt x="11740" y="9556"/>
                      <a:pt x="11778" y="9556"/>
                    </a:cubicBezTo>
                    <a:cubicBezTo>
                      <a:pt x="11778" y="9482"/>
                      <a:pt x="11778" y="9409"/>
                      <a:pt x="11778" y="9333"/>
                    </a:cubicBezTo>
                    <a:cubicBezTo>
                      <a:pt x="11814" y="9333"/>
                      <a:pt x="11851" y="9333"/>
                      <a:pt x="11889" y="9333"/>
                    </a:cubicBezTo>
                    <a:cubicBezTo>
                      <a:pt x="11889" y="9297"/>
                      <a:pt x="11889" y="9260"/>
                      <a:pt x="11889" y="9222"/>
                    </a:cubicBezTo>
                    <a:cubicBezTo>
                      <a:pt x="11926" y="9222"/>
                      <a:pt x="11962" y="9222"/>
                      <a:pt x="12000" y="9222"/>
                    </a:cubicBezTo>
                    <a:cubicBezTo>
                      <a:pt x="12000" y="9149"/>
                      <a:pt x="12000" y="9076"/>
                      <a:pt x="12000" y="9000"/>
                    </a:cubicBezTo>
                    <a:cubicBezTo>
                      <a:pt x="12037" y="9000"/>
                      <a:pt x="12073" y="9000"/>
                      <a:pt x="12111" y="9000"/>
                    </a:cubicBezTo>
                    <a:cubicBezTo>
                      <a:pt x="12111" y="8853"/>
                      <a:pt x="12111" y="8707"/>
                      <a:pt x="12111" y="8556"/>
                    </a:cubicBezTo>
                    <a:cubicBezTo>
                      <a:pt x="12148" y="8556"/>
                      <a:pt x="12184" y="8556"/>
                      <a:pt x="12222" y="8556"/>
                    </a:cubicBezTo>
                    <a:cubicBezTo>
                      <a:pt x="12222" y="8519"/>
                      <a:pt x="12222" y="8482"/>
                      <a:pt x="12222" y="8444"/>
                    </a:cubicBezTo>
                    <a:cubicBezTo>
                      <a:pt x="12259" y="8444"/>
                      <a:pt x="12296" y="8444"/>
                      <a:pt x="12333" y="8444"/>
                    </a:cubicBezTo>
                    <a:cubicBezTo>
                      <a:pt x="12333" y="8298"/>
                      <a:pt x="12333" y="8151"/>
                      <a:pt x="12333" y="8000"/>
                    </a:cubicBezTo>
                    <a:cubicBezTo>
                      <a:pt x="12370" y="8000"/>
                      <a:pt x="12407" y="8000"/>
                      <a:pt x="12444" y="8000"/>
                    </a:cubicBezTo>
                    <a:cubicBezTo>
                      <a:pt x="12444" y="7853"/>
                      <a:pt x="12444" y="7707"/>
                      <a:pt x="12444" y="7556"/>
                    </a:cubicBezTo>
                    <a:cubicBezTo>
                      <a:pt x="12481" y="7556"/>
                      <a:pt x="12518" y="7556"/>
                      <a:pt x="12556" y="7556"/>
                    </a:cubicBezTo>
                    <a:cubicBezTo>
                      <a:pt x="12556" y="7262"/>
                      <a:pt x="12556" y="6969"/>
                      <a:pt x="12556" y="6667"/>
                    </a:cubicBezTo>
                    <a:cubicBezTo>
                      <a:pt x="12592" y="6667"/>
                      <a:pt x="12629" y="6667"/>
                      <a:pt x="12667" y="6667"/>
                    </a:cubicBezTo>
                    <a:cubicBezTo>
                      <a:pt x="12667" y="6593"/>
                      <a:pt x="12667" y="6520"/>
                      <a:pt x="12667" y="6444"/>
                    </a:cubicBezTo>
                    <a:cubicBezTo>
                      <a:pt x="12630" y="6444"/>
                      <a:pt x="12593" y="6444"/>
                      <a:pt x="12556" y="6444"/>
                    </a:cubicBezTo>
                    <a:cubicBezTo>
                      <a:pt x="12556" y="6114"/>
                      <a:pt x="12556" y="5784"/>
                      <a:pt x="12556" y="5444"/>
                    </a:cubicBezTo>
                    <a:cubicBezTo>
                      <a:pt x="12519" y="5444"/>
                      <a:pt x="12482" y="5444"/>
                      <a:pt x="12444" y="5444"/>
                    </a:cubicBezTo>
                    <a:cubicBezTo>
                      <a:pt x="12444" y="5334"/>
                      <a:pt x="12444" y="5224"/>
                      <a:pt x="12444" y="5111"/>
                    </a:cubicBezTo>
                    <a:cubicBezTo>
                      <a:pt x="12408" y="5111"/>
                      <a:pt x="12371" y="5111"/>
                      <a:pt x="12333" y="5111"/>
                    </a:cubicBezTo>
                    <a:cubicBezTo>
                      <a:pt x="12333" y="5001"/>
                      <a:pt x="12333" y="4891"/>
                      <a:pt x="12333" y="4778"/>
                    </a:cubicBezTo>
                    <a:cubicBezTo>
                      <a:pt x="12297" y="4778"/>
                      <a:pt x="12260" y="4778"/>
                      <a:pt x="12222" y="4778"/>
                    </a:cubicBezTo>
                    <a:cubicBezTo>
                      <a:pt x="12222" y="4631"/>
                      <a:pt x="12222" y="4484"/>
                      <a:pt x="12222" y="4333"/>
                    </a:cubicBezTo>
                    <a:cubicBezTo>
                      <a:pt x="12186" y="4333"/>
                      <a:pt x="12149" y="4333"/>
                      <a:pt x="12111" y="4333"/>
                    </a:cubicBezTo>
                    <a:cubicBezTo>
                      <a:pt x="12111" y="4260"/>
                      <a:pt x="12111" y="4187"/>
                      <a:pt x="12111" y="4111"/>
                    </a:cubicBezTo>
                    <a:cubicBezTo>
                      <a:pt x="12074" y="4111"/>
                      <a:pt x="12038" y="4111"/>
                      <a:pt x="12000" y="4111"/>
                    </a:cubicBezTo>
                    <a:cubicBezTo>
                      <a:pt x="12000" y="4038"/>
                      <a:pt x="12000" y="3964"/>
                      <a:pt x="12000" y="3889"/>
                    </a:cubicBezTo>
                    <a:cubicBezTo>
                      <a:pt x="11963" y="3889"/>
                      <a:pt x="11927" y="3889"/>
                      <a:pt x="11889" y="3889"/>
                    </a:cubicBezTo>
                    <a:cubicBezTo>
                      <a:pt x="11889" y="3816"/>
                      <a:pt x="11889" y="3742"/>
                      <a:pt x="11889" y="3667"/>
                    </a:cubicBezTo>
                    <a:cubicBezTo>
                      <a:pt x="11852" y="3667"/>
                      <a:pt x="11816" y="3667"/>
                      <a:pt x="11778" y="3667"/>
                    </a:cubicBezTo>
                    <a:cubicBezTo>
                      <a:pt x="11759" y="3593"/>
                      <a:pt x="11759" y="3593"/>
                      <a:pt x="11667" y="3222"/>
                    </a:cubicBezTo>
                    <a:cubicBezTo>
                      <a:pt x="11630" y="3222"/>
                      <a:pt x="11593" y="3222"/>
                      <a:pt x="11556" y="3222"/>
                    </a:cubicBezTo>
                    <a:cubicBezTo>
                      <a:pt x="11556" y="3186"/>
                      <a:pt x="11556" y="3149"/>
                      <a:pt x="11556" y="3111"/>
                    </a:cubicBezTo>
                    <a:cubicBezTo>
                      <a:pt x="11519" y="3111"/>
                      <a:pt x="11482" y="3111"/>
                      <a:pt x="11444" y="3111"/>
                    </a:cubicBezTo>
                    <a:cubicBezTo>
                      <a:pt x="11444" y="3074"/>
                      <a:pt x="11444" y="3038"/>
                      <a:pt x="11444" y="3000"/>
                    </a:cubicBezTo>
                    <a:cubicBezTo>
                      <a:pt x="11408" y="3000"/>
                      <a:pt x="11371" y="3000"/>
                      <a:pt x="11333" y="3000"/>
                    </a:cubicBezTo>
                    <a:cubicBezTo>
                      <a:pt x="11333" y="2927"/>
                      <a:pt x="11333" y="2853"/>
                      <a:pt x="11333" y="2778"/>
                    </a:cubicBezTo>
                    <a:cubicBezTo>
                      <a:pt x="11297" y="2778"/>
                      <a:pt x="11260" y="2778"/>
                      <a:pt x="11222" y="2778"/>
                    </a:cubicBezTo>
                    <a:cubicBezTo>
                      <a:pt x="11222" y="2741"/>
                      <a:pt x="11222" y="2704"/>
                      <a:pt x="11222" y="2667"/>
                    </a:cubicBezTo>
                    <a:cubicBezTo>
                      <a:pt x="11186" y="2667"/>
                      <a:pt x="11149" y="2667"/>
                      <a:pt x="11111" y="2667"/>
                    </a:cubicBezTo>
                    <a:cubicBezTo>
                      <a:pt x="11111" y="2630"/>
                      <a:pt x="11111" y="2593"/>
                      <a:pt x="11111" y="2556"/>
                    </a:cubicBezTo>
                    <a:cubicBezTo>
                      <a:pt x="11074" y="2556"/>
                      <a:pt x="11038" y="2556"/>
                      <a:pt x="11000" y="2556"/>
                    </a:cubicBezTo>
                    <a:cubicBezTo>
                      <a:pt x="11000" y="2519"/>
                      <a:pt x="11000" y="2482"/>
                      <a:pt x="11000" y="2444"/>
                    </a:cubicBezTo>
                    <a:cubicBezTo>
                      <a:pt x="10963" y="2444"/>
                      <a:pt x="10927" y="2444"/>
                      <a:pt x="10889" y="2444"/>
                    </a:cubicBezTo>
                    <a:cubicBezTo>
                      <a:pt x="10889" y="2408"/>
                      <a:pt x="10889" y="2371"/>
                      <a:pt x="10889" y="2333"/>
                    </a:cubicBezTo>
                    <a:cubicBezTo>
                      <a:pt x="10852" y="2333"/>
                      <a:pt x="10816" y="2333"/>
                      <a:pt x="10778" y="2333"/>
                    </a:cubicBezTo>
                    <a:cubicBezTo>
                      <a:pt x="10778" y="2297"/>
                      <a:pt x="10778" y="2260"/>
                      <a:pt x="10778" y="2222"/>
                    </a:cubicBezTo>
                    <a:cubicBezTo>
                      <a:pt x="10741" y="2222"/>
                      <a:pt x="10704" y="2222"/>
                      <a:pt x="10667" y="2222"/>
                    </a:cubicBezTo>
                    <a:cubicBezTo>
                      <a:pt x="10667" y="2186"/>
                      <a:pt x="10667" y="2149"/>
                      <a:pt x="10667" y="2111"/>
                    </a:cubicBezTo>
                    <a:cubicBezTo>
                      <a:pt x="10630" y="2111"/>
                      <a:pt x="10593" y="2111"/>
                      <a:pt x="10556" y="2111"/>
                    </a:cubicBezTo>
                    <a:cubicBezTo>
                      <a:pt x="10556" y="2074"/>
                      <a:pt x="10556" y="2038"/>
                      <a:pt x="10556" y="2000"/>
                    </a:cubicBezTo>
                    <a:cubicBezTo>
                      <a:pt x="10482" y="2000"/>
                      <a:pt x="10409" y="2000"/>
                      <a:pt x="10333" y="2000"/>
                    </a:cubicBezTo>
                    <a:cubicBezTo>
                      <a:pt x="10333" y="1963"/>
                      <a:pt x="10333" y="1927"/>
                      <a:pt x="10333" y="1889"/>
                    </a:cubicBezTo>
                    <a:cubicBezTo>
                      <a:pt x="10297" y="1889"/>
                      <a:pt x="10260" y="1889"/>
                      <a:pt x="10222" y="1889"/>
                    </a:cubicBezTo>
                    <a:cubicBezTo>
                      <a:pt x="10222" y="1852"/>
                      <a:pt x="10222" y="1816"/>
                      <a:pt x="10222" y="1778"/>
                    </a:cubicBezTo>
                    <a:cubicBezTo>
                      <a:pt x="10186" y="1778"/>
                      <a:pt x="10149" y="1778"/>
                      <a:pt x="10111" y="1778"/>
                    </a:cubicBezTo>
                    <a:cubicBezTo>
                      <a:pt x="10111" y="1741"/>
                      <a:pt x="10111" y="1704"/>
                      <a:pt x="10111" y="1667"/>
                    </a:cubicBezTo>
                    <a:cubicBezTo>
                      <a:pt x="10038" y="1667"/>
                      <a:pt x="9964" y="1667"/>
                      <a:pt x="9889" y="1667"/>
                    </a:cubicBezTo>
                    <a:cubicBezTo>
                      <a:pt x="9889" y="1630"/>
                      <a:pt x="9889" y="1593"/>
                      <a:pt x="9889" y="1556"/>
                    </a:cubicBezTo>
                    <a:cubicBezTo>
                      <a:pt x="9852" y="1556"/>
                      <a:pt x="9816" y="1556"/>
                      <a:pt x="9778" y="1556"/>
                    </a:cubicBezTo>
                    <a:cubicBezTo>
                      <a:pt x="9778" y="1519"/>
                      <a:pt x="9778" y="1482"/>
                      <a:pt x="9778" y="1444"/>
                    </a:cubicBezTo>
                    <a:cubicBezTo>
                      <a:pt x="9668" y="1444"/>
                      <a:pt x="9558" y="1444"/>
                      <a:pt x="9444" y="1444"/>
                    </a:cubicBezTo>
                    <a:cubicBezTo>
                      <a:pt x="9444" y="1408"/>
                      <a:pt x="9444" y="1371"/>
                      <a:pt x="9444" y="1333"/>
                    </a:cubicBezTo>
                    <a:cubicBezTo>
                      <a:pt x="9371" y="1333"/>
                      <a:pt x="9298" y="1333"/>
                      <a:pt x="9222" y="1333"/>
                    </a:cubicBezTo>
                    <a:cubicBezTo>
                      <a:pt x="9222" y="1297"/>
                      <a:pt x="9222" y="1260"/>
                      <a:pt x="9222" y="1222"/>
                    </a:cubicBezTo>
                    <a:cubicBezTo>
                      <a:pt x="9186" y="1222"/>
                      <a:pt x="9149" y="1222"/>
                      <a:pt x="9111" y="1222"/>
                    </a:cubicBezTo>
                    <a:cubicBezTo>
                      <a:pt x="9111" y="1186"/>
                      <a:pt x="9111" y="1149"/>
                      <a:pt x="9111" y="1111"/>
                    </a:cubicBezTo>
                    <a:cubicBezTo>
                      <a:pt x="9038" y="1111"/>
                      <a:pt x="8964" y="1111"/>
                      <a:pt x="8889" y="1111"/>
                    </a:cubicBezTo>
                    <a:cubicBezTo>
                      <a:pt x="8889" y="1074"/>
                      <a:pt x="8889" y="1038"/>
                      <a:pt x="8889" y="1000"/>
                    </a:cubicBezTo>
                    <a:cubicBezTo>
                      <a:pt x="8779" y="1000"/>
                      <a:pt x="8669" y="1000"/>
                      <a:pt x="8556" y="1000"/>
                    </a:cubicBezTo>
                    <a:cubicBezTo>
                      <a:pt x="8556" y="963"/>
                      <a:pt x="8556" y="927"/>
                      <a:pt x="8556" y="889"/>
                    </a:cubicBezTo>
                    <a:cubicBezTo>
                      <a:pt x="8409" y="889"/>
                      <a:pt x="8262" y="889"/>
                      <a:pt x="8111" y="889"/>
                    </a:cubicBezTo>
                    <a:cubicBezTo>
                      <a:pt x="8111" y="852"/>
                      <a:pt x="8111" y="816"/>
                      <a:pt x="8111" y="778"/>
                    </a:cubicBezTo>
                    <a:cubicBezTo>
                      <a:pt x="8001" y="778"/>
                      <a:pt x="7891" y="778"/>
                      <a:pt x="7778" y="778"/>
                    </a:cubicBezTo>
                    <a:cubicBezTo>
                      <a:pt x="7778" y="741"/>
                      <a:pt x="7778" y="704"/>
                      <a:pt x="7778" y="667"/>
                    </a:cubicBezTo>
                    <a:cubicBezTo>
                      <a:pt x="7044" y="667"/>
                      <a:pt x="6311" y="667"/>
                      <a:pt x="5556" y="667"/>
                    </a:cubicBezTo>
                    <a:close/>
                  </a:path>
                </a:pathLst>
              </a:custGeom>
              <a:solidFill>
                <a:srgbClr val="251047"/>
              </a:solidFill>
              <a:ln w="706" cap="flat">
                <a:noFill/>
              </a:ln>
            </p:spPr>
          </p:sp>
          <p:sp>
            <p:nvSpPr>
              <p:cNvPr id="544" name="ICON_SKILL_QUALITY_path_005"/>
              <p:cNvSpPr/>
              <p:nvPr/>
            </p:nvSpPr>
            <p:spPr>
              <a:xfrm>
                <a:off x="4846461" y="1444625"/>
                <a:ext cx="87489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6889" h="5000" fill="norm" stroke="0">
                    <a:moveTo>
                      <a:pt x="6222" y="0"/>
                    </a:moveTo>
                    <a:cubicBezTo>
                      <a:pt x="6296" y="0"/>
                      <a:pt x="6369" y="0"/>
                      <a:pt x="6444" y="0"/>
                    </a:cubicBezTo>
                    <a:cubicBezTo>
                      <a:pt x="6444" y="37"/>
                      <a:pt x="6444" y="73"/>
                      <a:pt x="6444" y="111"/>
                    </a:cubicBezTo>
                    <a:cubicBezTo>
                      <a:pt x="6518" y="111"/>
                      <a:pt x="6591" y="111"/>
                      <a:pt x="6667" y="111"/>
                    </a:cubicBezTo>
                    <a:cubicBezTo>
                      <a:pt x="6667" y="148"/>
                      <a:pt x="6667" y="184"/>
                      <a:pt x="6667" y="222"/>
                    </a:cubicBezTo>
                    <a:cubicBezTo>
                      <a:pt x="6703" y="222"/>
                      <a:pt x="6740" y="222"/>
                      <a:pt x="6778" y="222"/>
                    </a:cubicBezTo>
                    <a:cubicBezTo>
                      <a:pt x="6778" y="259"/>
                      <a:pt x="6778" y="296"/>
                      <a:pt x="6778" y="333"/>
                    </a:cubicBezTo>
                    <a:cubicBezTo>
                      <a:pt x="6814" y="333"/>
                      <a:pt x="6851" y="333"/>
                      <a:pt x="6889" y="333"/>
                    </a:cubicBezTo>
                    <a:cubicBezTo>
                      <a:pt x="6889" y="443"/>
                      <a:pt x="6889" y="553"/>
                      <a:pt x="6889" y="667"/>
                    </a:cubicBezTo>
                    <a:cubicBezTo>
                      <a:pt x="6852" y="667"/>
                      <a:pt x="6816" y="667"/>
                      <a:pt x="6778" y="667"/>
                    </a:cubicBezTo>
                    <a:cubicBezTo>
                      <a:pt x="6778" y="740"/>
                      <a:pt x="6778" y="813"/>
                      <a:pt x="6778" y="889"/>
                    </a:cubicBezTo>
                    <a:cubicBezTo>
                      <a:pt x="6741" y="889"/>
                      <a:pt x="6704" y="889"/>
                      <a:pt x="6667" y="889"/>
                    </a:cubicBezTo>
                    <a:cubicBezTo>
                      <a:pt x="6667" y="926"/>
                      <a:pt x="6667" y="962"/>
                      <a:pt x="6667" y="1000"/>
                    </a:cubicBezTo>
                    <a:cubicBezTo>
                      <a:pt x="6630" y="1000"/>
                      <a:pt x="6593" y="1000"/>
                      <a:pt x="6556" y="1000"/>
                    </a:cubicBezTo>
                    <a:cubicBezTo>
                      <a:pt x="6556" y="1037"/>
                      <a:pt x="6556" y="1073"/>
                      <a:pt x="6556" y="1111"/>
                    </a:cubicBezTo>
                    <a:cubicBezTo>
                      <a:pt x="6519" y="1111"/>
                      <a:pt x="6482" y="1111"/>
                      <a:pt x="6444" y="1111"/>
                    </a:cubicBezTo>
                    <a:cubicBezTo>
                      <a:pt x="6444" y="1148"/>
                      <a:pt x="6444" y="1184"/>
                      <a:pt x="6444" y="1222"/>
                    </a:cubicBezTo>
                    <a:cubicBezTo>
                      <a:pt x="6408" y="1222"/>
                      <a:pt x="6371" y="1222"/>
                      <a:pt x="6333" y="1222"/>
                    </a:cubicBezTo>
                    <a:cubicBezTo>
                      <a:pt x="6333" y="1259"/>
                      <a:pt x="6333" y="1296"/>
                      <a:pt x="6333" y="1333"/>
                    </a:cubicBezTo>
                    <a:cubicBezTo>
                      <a:pt x="6297" y="1333"/>
                      <a:pt x="6260" y="1333"/>
                      <a:pt x="6222" y="1333"/>
                    </a:cubicBezTo>
                    <a:cubicBezTo>
                      <a:pt x="6222" y="1370"/>
                      <a:pt x="6222" y="1407"/>
                      <a:pt x="6222" y="1444"/>
                    </a:cubicBezTo>
                    <a:cubicBezTo>
                      <a:pt x="6186" y="1444"/>
                      <a:pt x="6149" y="1444"/>
                      <a:pt x="6111" y="1444"/>
                    </a:cubicBezTo>
                    <a:cubicBezTo>
                      <a:pt x="6111" y="1481"/>
                      <a:pt x="6111" y="1518"/>
                      <a:pt x="6111" y="1556"/>
                    </a:cubicBezTo>
                    <a:cubicBezTo>
                      <a:pt x="6074" y="1556"/>
                      <a:pt x="6038" y="1556"/>
                      <a:pt x="6000" y="1556"/>
                    </a:cubicBezTo>
                    <a:cubicBezTo>
                      <a:pt x="6000" y="1592"/>
                      <a:pt x="6000" y="1629"/>
                      <a:pt x="6000" y="1667"/>
                    </a:cubicBezTo>
                    <a:cubicBezTo>
                      <a:pt x="5963" y="1667"/>
                      <a:pt x="5927" y="1667"/>
                      <a:pt x="5889" y="1667"/>
                    </a:cubicBezTo>
                    <a:cubicBezTo>
                      <a:pt x="5889" y="1703"/>
                      <a:pt x="5889" y="1740"/>
                      <a:pt x="5889" y="1778"/>
                    </a:cubicBezTo>
                    <a:cubicBezTo>
                      <a:pt x="5852" y="1778"/>
                      <a:pt x="5816" y="1778"/>
                      <a:pt x="5778" y="1778"/>
                    </a:cubicBezTo>
                    <a:cubicBezTo>
                      <a:pt x="5778" y="1814"/>
                      <a:pt x="5778" y="1851"/>
                      <a:pt x="5778" y="1889"/>
                    </a:cubicBezTo>
                    <a:cubicBezTo>
                      <a:pt x="5741" y="1889"/>
                      <a:pt x="5704" y="1889"/>
                      <a:pt x="5667" y="1889"/>
                    </a:cubicBezTo>
                    <a:cubicBezTo>
                      <a:pt x="5667" y="1926"/>
                      <a:pt x="5667" y="1962"/>
                      <a:pt x="5667" y="2000"/>
                    </a:cubicBezTo>
                    <a:cubicBezTo>
                      <a:pt x="5630" y="2000"/>
                      <a:pt x="5593" y="2000"/>
                      <a:pt x="5556" y="2000"/>
                    </a:cubicBezTo>
                    <a:cubicBezTo>
                      <a:pt x="5556" y="2037"/>
                      <a:pt x="5556" y="2073"/>
                      <a:pt x="5556" y="2111"/>
                    </a:cubicBezTo>
                    <a:cubicBezTo>
                      <a:pt x="5519" y="2111"/>
                      <a:pt x="5482" y="2111"/>
                      <a:pt x="5444" y="2111"/>
                    </a:cubicBezTo>
                    <a:cubicBezTo>
                      <a:pt x="5444" y="2184"/>
                      <a:pt x="5444" y="2258"/>
                      <a:pt x="5444" y="2333"/>
                    </a:cubicBezTo>
                    <a:cubicBezTo>
                      <a:pt x="5408" y="2333"/>
                      <a:pt x="5371" y="2333"/>
                      <a:pt x="5333" y="2333"/>
                    </a:cubicBezTo>
                    <a:cubicBezTo>
                      <a:pt x="5335" y="2350"/>
                      <a:pt x="5337" y="2367"/>
                      <a:pt x="5339" y="2384"/>
                    </a:cubicBezTo>
                    <a:cubicBezTo>
                      <a:pt x="5333" y="2444"/>
                      <a:pt x="5333" y="2444"/>
                      <a:pt x="5298" y="2486"/>
                    </a:cubicBezTo>
                    <a:cubicBezTo>
                      <a:pt x="5291" y="2492"/>
                      <a:pt x="5291" y="2492"/>
                      <a:pt x="5250" y="2524"/>
                    </a:cubicBezTo>
                    <a:cubicBezTo>
                      <a:pt x="5233" y="2538"/>
                      <a:pt x="5216" y="2553"/>
                      <a:pt x="5198" y="2567"/>
                    </a:cubicBezTo>
                    <a:cubicBezTo>
                      <a:pt x="5180" y="2582"/>
                      <a:pt x="5161" y="2596"/>
                      <a:pt x="5142" y="2611"/>
                    </a:cubicBezTo>
                    <a:cubicBezTo>
                      <a:pt x="5106" y="2640"/>
                      <a:pt x="5071" y="2669"/>
                      <a:pt x="5035" y="2698"/>
                    </a:cubicBezTo>
                    <a:cubicBezTo>
                      <a:pt x="5027" y="2704"/>
                      <a:pt x="5027" y="2704"/>
                      <a:pt x="4986" y="2736"/>
                    </a:cubicBezTo>
                    <a:cubicBezTo>
                      <a:pt x="4944" y="2778"/>
                      <a:pt x="4944" y="2778"/>
                      <a:pt x="4915" y="2838"/>
                    </a:cubicBezTo>
                    <a:cubicBezTo>
                      <a:pt x="4910" y="2846"/>
                      <a:pt x="4910" y="2846"/>
                      <a:pt x="4889" y="2889"/>
                    </a:cubicBezTo>
                    <a:cubicBezTo>
                      <a:pt x="4830" y="2896"/>
                      <a:pt x="4830" y="2896"/>
                      <a:pt x="4778" y="2889"/>
                    </a:cubicBezTo>
                    <a:cubicBezTo>
                      <a:pt x="4778" y="2926"/>
                      <a:pt x="4778" y="2962"/>
                      <a:pt x="4778" y="3000"/>
                    </a:cubicBezTo>
                    <a:cubicBezTo>
                      <a:pt x="4741" y="3000"/>
                      <a:pt x="4704" y="3000"/>
                      <a:pt x="4667" y="3000"/>
                    </a:cubicBezTo>
                    <a:cubicBezTo>
                      <a:pt x="4667" y="3037"/>
                      <a:pt x="4667" y="3073"/>
                      <a:pt x="4667" y="3111"/>
                    </a:cubicBezTo>
                    <a:cubicBezTo>
                      <a:pt x="4630" y="3111"/>
                      <a:pt x="4593" y="3111"/>
                      <a:pt x="4556" y="3111"/>
                    </a:cubicBezTo>
                    <a:cubicBezTo>
                      <a:pt x="4556" y="3148"/>
                      <a:pt x="4556" y="3184"/>
                      <a:pt x="4556" y="3222"/>
                    </a:cubicBezTo>
                    <a:cubicBezTo>
                      <a:pt x="4519" y="3222"/>
                      <a:pt x="4482" y="3222"/>
                      <a:pt x="4444" y="3222"/>
                    </a:cubicBezTo>
                    <a:cubicBezTo>
                      <a:pt x="4444" y="3259"/>
                      <a:pt x="4444" y="3296"/>
                      <a:pt x="4444" y="3333"/>
                    </a:cubicBezTo>
                    <a:cubicBezTo>
                      <a:pt x="4408" y="3333"/>
                      <a:pt x="4371" y="3333"/>
                      <a:pt x="4333" y="3333"/>
                    </a:cubicBezTo>
                    <a:cubicBezTo>
                      <a:pt x="4333" y="3370"/>
                      <a:pt x="4333" y="3407"/>
                      <a:pt x="4333" y="3444"/>
                    </a:cubicBezTo>
                    <a:cubicBezTo>
                      <a:pt x="4297" y="3444"/>
                      <a:pt x="4260" y="3444"/>
                      <a:pt x="4222" y="3444"/>
                    </a:cubicBezTo>
                    <a:cubicBezTo>
                      <a:pt x="4222" y="3481"/>
                      <a:pt x="4222" y="3518"/>
                      <a:pt x="4222" y="3556"/>
                    </a:cubicBezTo>
                    <a:cubicBezTo>
                      <a:pt x="4186" y="3556"/>
                      <a:pt x="4149" y="3556"/>
                      <a:pt x="4111" y="3556"/>
                    </a:cubicBezTo>
                    <a:cubicBezTo>
                      <a:pt x="4111" y="3592"/>
                      <a:pt x="4111" y="3629"/>
                      <a:pt x="4111" y="3667"/>
                    </a:cubicBezTo>
                    <a:cubicBezTo>
                      <a:pt x="4074" y="3667"/>
                      <a:pt x="4038" y="3667"/>
                      <a:pt x="4000" y="3667"/>
                    </a:cubicBezTo>
                    <a:cubicBezTo>
                      <a:pt x="4000" y="3703"/>
                      <a:pt x="4000" y="3740"/>
                      <a:pt x="4000" y="3778"/>
                    </a:cubicBezTo>
                    <a:cubicBezTo>
                      <a:pt x="3963" y="3778"/>
                      <a:pt x="3927" y="3778"/>
                      <a:pt x="3889" y="3778"/>
                    </a:cubicBezTo>
                    <a:cubicBezTo>
                      <a:pt x="3889" y="3814"/>
                      <a:pt x="3889" y="3851"/>
                      <a:pt x="3889" y="3889"/>
                    </a:cubicBezTo>
                    <a:cubicBezTo>
                      <a:pt x="3852" y="3889"/>
                      <a:pt x="3816" y="3889"/>
                      <a:pt x="3778" y="3889"/>
                    </a:cubicBezTo>
                    <a:cubicBezTo>
                      <a:pt x="3778" y="3962"/>
                      <a:pt x="3778" y="4036"/>
                      <a:pt x="3778" y="4111"/>
                    </a:cubicBezTo>
                    <a:cubicBezTo>
                      <a:pt x="3741" y="4111"/>
                      <a:pt x="3704" y="4111"/>
                      <a:pt x="3667" y="4111"/>
                    </a:cubicBezTo>
                    <a:cubicBezTo>
                      <a:pt x="3669" y="4127"/>
                      <a:pt x="3671" y="4143"/>
                      <a:pt x="3673" y="4159"/>
                    </a:cubicBezTo>
                    <a:cubicBezTo>
                      <a:pt x="3664" y="4244"/>
                      <a:pt x="3622" y="4284"/>
                      <a:pt x="3562" y="4340"/>
                    </a:cubicBezTo>
                    <a:cubicBezTo>
                      <a:pt x="3553" y="4350"/>
                      <a:pt x="3543" y="4361"/>
                      <a:pt x="3533" y="4371"/>
                    </a:cubicBezTo>
                    <a:cubicBezTo>
                      <a:pt x="3482" y="4421"/>
                      <a:pt x="3453" y="4444"/>
                      <a:pt x="3382" y="4451"/>
                    </a:cubicBezTo>
                    <a:cubicBezTo>
                      <a:pt x="3366" y="4449"/>
                      <a:pt x="3350" y="4447"/>
                      <a:pt x="3333" y="4444"/>
                    </a:cubicBezTo>
                    <a:cubicBezTo>
                      <a:pt x="3333" y="4481"/>
                      <a:pt x="3333" y="4518"/>
                      <a:pt x="3333" y="4556"/>
                    </a:cubicBezTo>
                    <a:cubicBezTo>
                      <a:pt x="3297" y="4556"/>
                      <a:pt x="3260" y="4556"/>
                      <a:pt x="3222" y="4556"/>
                    </a:cubicBezTo>
                    <a:cubicBezTo>
                      <a:pt x="3222" y="4592"/>
                      <a:pt x="3222" y="4629"/>
                      <a:pt x="3222" y="4667"/>
                    </a:cubicBezTo>
                    <a:cubicBezTo>
                      <a:pt x="3186" y="4667"/>
                      <a:pt x="3149" y="4667"/>
                      <a:pt x="3111" y="4667"/>
                    </a:cubicBezTo>
                    <a:cubicBezTo>
                      <a:pt x="3111" y="4703"/>
                      <a:pt x="3111" y="4740"/>
                      <a:pt x="3111" y="4778"/>
                    </a:cubicBezTo>
                    <a:cubicBezTo>
                      <a:pt x="3074" y="4778"/>
                      <a:pt x="3038" y="4778"/>
                      <a:pt x="3000" y="4778"/>
                    </a:cubicBezTo>
                    <a:cubicBezTo>
                      <a:pt x="3000" y="4814"/>
                      <a:pt x="3000" y="4851"/>
                      <a:pt x="3000" y="4889"/>
                    </a:cubicBezTo>
                    <a:cubicBezTo>
                      <a:pt x="2927" y="4889"/>
                      <a:pt x="2853" y="4889"/>
                      <a:pt x="2778" y="4889"/>
                    </a:cubicBezTo>
                    <a:cubicBezTo>
                      <a:pt x="2778" y="4926"/>
                      <a:pt x="2778" y="4962"/>
                      <a:pt x="2778" y="5000"/>
                    </a:cubicBezTo>
                    <a:cubicBezTo>
                      <a:pt x="2631" y="5000"/>
                      <a:pt x="2484" y="5000"/>
                      <a:pt x="2333" y="5000"/>
                    </a:cubicBezTo>
                    <a:cubicBezTo>
                      <a:pt x="2333" y="4963"/>
                      <a:pt x="2333" y="4927"/>
                      <a:pt x="2333" y="4889"/>
                    </a:cubicBezTo>
                    <a:cubicBezTo>
                      <a:pt x="2297" y="4889"/>
                      <a:pt x="2260" y="4889"/>
                      <a:pt x="2222" y="4889"/>
                    </a:cubicBezTo>
                    <a:cubicBezTo>
                      <a:pt x="2222" y="4852"/>
                      <a:pt x="2222" y="4816"/>
                      <a:pt x="2222" y="4778"/>
                    </a:cubicBezTo>
                    <a:cubicBezTo>
                      <a:pt x="2186" y="4778"/>
                      <a:pt x="2149" y="4778"/>
                      <a:pt x="2111" y="4778"/>
                    </a:cubicBezTo>
                    <a:cubicBezTo>
                      <a:pt x="2111" y="4741"/>
                      <a:pt x="2111" y="4704"/>
                      <a:pt x="2111" y="4667"/>
                    </a:cubicBezTo>
                    <a:cubicBezTo>
                      <a:pt x="2074" y="4667"/>
                      <a:pt x="2038" y="4667"/>
                      <a:pt x="2000" y="4667"/>
                    </a:cubicBezTo>
                    <a:cubicBezTo>
                      <a:pt x="2000" y="4630"/>
                      <a:pt x="2000" y="4593"/>
                      <a:pt x="2000" y="4556"/>
                    </a:cubicBezTo>
                    <a:cubicBezTo>
                      <a:pt x="1963" y="4556"/>
                      <a:pt x="1927" y="4556"/>
                      <a:pt x="1889" y="4556"/>
                    </a:cubicBezTo>
                    <a:cubicBezTo>
                      <a:pt x="1889" y="4519"/>
                      <a:pt x="1889" y="4482"/>
                      <a:pt x="1889" y="4444"/>
                    </a:cubicBezTo>
                    <a:cubicBezTo>
                      <a:pt x="1852" y="4444"/>
                      <a:pt x="1816" y="4444"/>
                      <a:pt x="1778" y="4444"/>
                    </a:cubicBezTo>
                    <a:cubicBezTo>
                      <a:pt x="1778" y="4408"/>
                      <a:pt x="1778" y="4371"/>
                      <a:pt x="1778" y="4333"/>
                    </a:cubicBezTo>
                    <a:cubicBezTo>
                      <a:pt x="1741" y="4333"/>
                      <a:pt x="1704" y="4333"/>
                      <a:pt x="1667" y="4333"/>
                    </a:cubicBezTo>
                    <a:cubicBezTo>
                      <a:pt x="1667" y="4297"/>
                      <a:pt x="1667" y="4260"/>
                      <a:pt x="1667" y="4222"/>
                    </a:cubicBezTo>
                    <a:cubicBezTo>
                      <a:pt x="1630" y="4222"/>
                      <a:pt x="1593" y="4222"/>
                      <a:pt x="1556" y="4222"/>
                    </a:cubicBezTo>
                    <a:cubicBezTo>
                      <a:pt x="1556" y="4186"/>
                      <a:pt x="1556" y="4149"/>
                      <a:pt x="1556" y="4111"/>
                    </a:cubicBezTo>
                    <a:cubicBezTo>
                      <a:pt x="1519" y="4111"/>
                      <a:pt x="1482" y="4111"/>
                      <a:pt x="1444" y="4111"/>
                    </a:cubicBezTo>
                    <a:cubicBezTo>
                      <a:pt x="1444" y="4074"/>
                      <a:pt x="1444" y="4038"/>
                      <a:pt x="1444" y="4000"/>
                    </a:cubicBezTo>
                    <a:cubicBezTo>
                      <a:pt x="1408" y="4000"/>
                      <a:pt x="1371" y="4000"/>
                      <a:pt x="1333" y="4000"/>
                    </a:cubicBezTo>
                    <a:cubicBezTo>
                      <a:pt x="1333" y="3963"/>
                      <a:pt x="1333" y="3927"/>
                      <a:pt x="1333" y="3889"/>
                    </a:cubicBezTo>
                    <a:cubicBezTo>
                      <a:pt x="1297" y="3889"/>
                      <a:pt x="1260" y="3889"/>
                      <a:pt x="1222" y="3889"/>
                    </a:cubicBezTo>
                    <a:cubicBezTo>
                      <a:pt x="1222" y="3852"/>
                      <a:pt x="1222" y="3816"/>
                      <a:pt x="1222" y="3778"/>
                    </a:cubicBezTo>
                    <a:cubicBezTo>
                      <a:pt x="1186" y="3778"/>
                      <a:pt x="1149" y="3778"/>
                      <a:pt x="1111" y="3778"/>
                    </a:cubicBezTo>
                    <a:cubicBezTo>
                      <a:pt x="1111" y="3741"/>
                      <a:pt x="1111" y="3704"/>
                      <a:pt x="1111" y="3667"/>
                    </a:cubicBezTo>
                    <a:cubicBezTo>
                      <a:pt x="1074" y="3667"/>
                      <a:pt x="1038" y="3667"/>
                      <a:pt x="1000" y="3667"/>
                    </a:cubicBezTo>
                    <a:cubicBezTo>
                      <a:pt x="1000" y="3630"/>
                      <a:pt x="1000" y="3593"/>
                      <a:pt x="1000" y="3556"/>
                    </a:cubicBezTo>
                    <a:cubicBezTo>
                      <a:pt x="963" y="3556"/>
                      <a:pt x="927" y="3556"/>
                      <a:pt x="889" y="3556"/>
                    </a:cubicBezTo>
                    <a:cubicBezTo>
                      <a:pt x="889" y="3519"/>
                      <a:pt x="889" y="3482"/>
                      <a:pt x="889" y="3444"/>
                    </a:cubicBezTo>
                    <a:cubicBezTo>
                      <a:pt x="852" y="3444"/>
                      <a:pt x="816" y="3444"/>
                      <a:pt x="778" y="3444"/>
                    </a:cubicBezTo>
                    <a:cubicBezTo>
                      <a:pt x="778" y="3408"/>
                      <a:pt x="778" y="3371"/>
                      <a:pt x="778" y="3333"/>
                    </a:cubicBezTo>
                    <a:cubicBezTo>
                      <a:pt x="741" y="3333"/>
                      <a:pt x="704" y="3333"/>
                      <a:pt x="667" y="3333"/>
                    </a:cubicBezTo>
                    <a:cubicBezTo>
                      <a:pt x="667" y="3297"/>
                      <a:pt x="667" y="3260"/>
                      <a:pt x="667" y="3222"/>
                    </a:cubicBezTo>
                    <a:cubicBezTo>
                      <a:pt x="630" y="3222"/>
                      <a:pt x="593" y="3222"/>
                      <a:pt x="556" y="3222"/>
                    </a:cubicBezTo>
                    <a:cubicBezTo>
                      <a:pt x="556" y="3186"/>
                      <a:pt x="556" y="3149"/>
                      <a:pt x="556" y="3111"/>
                    </a:cubicBezTo>
                    <a:cubicBezTo>
                      <a:pt x="519" y="3111"/>
                      <a:pt x="482" y="3111"/>
                      <a:pt x="444" y="3111"/>
                    </a:cubicBezTo>
                    <a:cubicBezTo>
                      <a:pt x="444" y="3074"/>
                      <a:pt x="444" y="3038"/>
                      <a:pt x="444" y="3000"/>
                    </a:cubicBezTo>
                    <a:cubicBezTo>
                      <a:pt x="408" y="3000"/>
                      <a:pt x="371" y="3000"/>
                      <a:pt x="333" y="3000"/>
                    </a:cubicBezTo>
                    <a:cubicBezTo>
                      <a:pt x="333" y="2963"/>
                      <a:pt x="333" y="2927"/>
                      <a:pt x="333" y="2889"/>
                    </a:cubicBezTo>
                    <a:cubicBezTo>
                      <a:pt x="297" y="2889"/>
                      <a:pt x="260" y="2889"/>
                      <a:pt x="222" y="2889"/>
                    </a:cubicBezTo>
                    <a:cubicBezTo>
                      <a:pt x="222" y="2852"/>
                      <a:pt x="222" y="2816"/>
                      <a:pt x="222" y="2778"/>
                    </a:cubicBezTo>
                    <a:cubicBezTo>
                      <a:pt x="186" y="2778"/>
                      <a:pt x="149" y="2778"/>
                      <a:pt x="111" y="2778"/>
                    </a:cubicBezTo>
                    <a:cubicBezTo>
                      <a:pt x="111" y="2741"/>
                      <a:pt x="111" y="2704"/>
                      <a:pt x="111" y="2667"/>
                    </a:cubicBezTo>
                    <a:cubicBezTo>
                      <a:pt x="74" y="2667"/>
                      <a:pt x="38" y="2667"/>
                      <a:pt x="0" y="2667"/>
                    </a:cubicBezTo>
                    <a:cubicBezTo>
                      <a:pt x="0" y="2483"/>
                      <a:pt x="0" y="2300"/>
                      <a:pt x="0" y="2111"/>
                    </a:cubicBezTo>
                    <a:cubicBezTo>
                      <a:pt x="37" y="2111"/>
                      <a:pt x="73" y="2111"/>
                      <a:pt x="111" y="2111"/>
                    </a:cubicBezTo>
                    <a:cubicBezTo>
                      <a:pt x="111" y="2074"/>
                      <a:pt x="111" y="2038"/>
                      <a:pt x="111" y="2000"/>
                    </a:cubicBezTo>
                    <a:cubicBezTo>
                      <a:pt x="148" y="2000"/>
                      <a:pt x="184" y="2000"/>
                      <a:pt x="222" y="2000"/>
                    </a:cubicBezTo>
                    <a:cubicBezTo>
                      <a:pt x="222" y="1963"/>
                      <a:pt x="222" y="1927"/>
                      <a:pt x="222" y="1889"/>
                    </a:cubicBezTo>
                    <a:cubicBezTo>
                      <a:pt x="406" y="1889"/>
                      <a:pt x="589" y="1889"/>
                      <a:pt x="778" y="1889"/>
                    </a:cubicBezTo>
                    <a:cubicBezTo>
                      <a:pt x="778" y="1926"/>
                      <a:pt x="778" y="1962"/>
                      <a:pt x="778" y="2000"/>
                    </a:cubicBezTo>
                    <a:cubicBezTo>
                      <a:pt x="814" y="2000"/>
                      <a:pt x="851" y="2000"/>
                      <a:pt x="889" y="2000"/>
                    </a:cubicBezTo>
                    <a:cubicBezTo>
                      <a:pt x="889" y="2037"/>
                      <a:pt x="889" y="2073"/>
                      <a:pt x="889" y="2111"/>
                    </a:cubicBezTo>
                    <a:cubicBezTo>
                      <a:pt x="926" y="2111"/>
                      <a:pt x="962" y="2111"/>
                      <a:pt x="1000" y="2111"/>
                    </a:cubicBezTo>
                    <a:cubicBezTo>
                      <a:pt x="1000" y="2148"/>
                      <a:pt x="1000" y="2184"/>
                      <a:pt x="1000" y="2222"/>
                    </a:cubicBezTo>
                    <a:cubicBezTo>
                      <a:pt x="1037" y="2222"/>
                      <a:pt x="1073" y="2222"/>
                      <a:pt x="1111" y="2222"/>
                    </a:cubicBezTo>
                    <a:cubicBezTo>
                      <a:pt x="1111" y="2259"/>
                      <a:pt x="1111" y="2296"/>
                      <a:pt x="1111" y="2333"/>
                    </a:cubicBezTo>
                    <a:cubicBezTo>
                      <a:pt x="1148" y="2333"/>
                      <a:pt x="1184" y="2333"/>
                      <a:pt x="1222" y="2333"/>
                    </a:cubicBezTo>
                    <a:cubicBezTo>
                      <a:pt x="1222" y="2370"/>
                      <a:pt x="1222" y="2407"/>
                      <a:pt x="1222" y="2444"/>
                    </a:cubicBezTo>
                    <a:cubicBezTo>
                      <a:pt x="1259" y="2444"/>
                      <a:pt x="1296" y="2444"/>
                      <a:pt x="1333" y="2444"/>
                    </a:cubicBezTo>
                    <a:cubicBezTo>
                      <a:pt x="1333" y="2481"/>
                      <a:pt x="1333" y="2518"/>
                      <a:pt x="1333" y="2556"/>
                    </a:cubicBezTo>
                    <a:cubicBezTo>
                      <a:pt x="1370" y="2556"/>
                      <a:pt x="1407" y="2556"/>
                      <a:pt x="1444" y="2556"/>
                    </a:cubicBezTo>
                    <a:cubicBezTo>
                      <a:pt x="1444" y="2592"/>
                      <a:pt x="1444" y="2629"/>
                      <a:pt x="1444" y="2667"/>
                    </a:cubicBezTo>
                    <a:cubicBezTo>
                      <a:pt x="1481" y="2667"/>
                      <a:pt x="1518" y="2667"/>
                      <a:pt x="1556" y="2667"/>
                    </a:cubicBezTo>
                    <a:cubicBezTo>
                      <a:pt x="1556" y="2703"/>
                      <a:pt x="1556" y="2740"/>
                      <a:pt x="1556" y="2778"/>
                    </a:cubicBezTo>
                    <a:cubicBezTo>
                      <a:pt x="1592" y="2778"/>
                      <a:pt x="1629" y="2778"/>
                      <a:pt x="1667" y="2778"/>
                    </a:cubicBezTo>
                    <a:cubicBezTo>
                      <a:pt x="1667" y="2814"/>
                      <a:pt x="1667" y="2851"/>
                      <a:pt x="1667" y="2889"/>
                    </a:cubicBezTo>
                    <a:cubicBezTo>
                      <a:pt x="1703" y="2889"/>
                      <a:pt x="1740" y="2889"/>
                      <a:pt x="1778" y="2889"/>
                    </a:cubicBezTo>
                    <a:cubicBezTo>
                      <a:pt x="1778" y="2926"/>
                      <a:pt x="1778" y="2962"/>
                      <a:pt x="1778" y="3000"/>
                    </a:cubicBezTo>
                    <a:cubicBezTo>
                      <a:pt x="1814" y="3000"/>
                      <a:pt x="1851" y="3000"/>
                      <a:pt x="1889" y="3000"/>
                    </a:cubicBezTo>
                    <a:cubicBezTo>
                      <a:pt x="1889" y="3037"/>
                      <a:pt x="1889" y="3073"/>
                      <a:pt x="1889" y="3111"/>
                    </a:cubicBezTo>
                    <a:cubicBezTo>
                      <a:pt x="1926" y="3111"/>
                      <a:pt x="1962" y="3111"/>
                      <a:pt x="2000" y="3111"/>
                    </a:cubicBezTo>
                    <a:cubicBezTo>
                      <a:pt x="2000" y="3148"/>
                      <a:pt x="2000" y="3184"/>
                      <a:pt x="2000" y="3222"/>
                    </a:cubicBezTo>
                    <a:cubicBezTo>
                      <a:pt x="2037" y="3222"/>
                      <a:pt x="2073" y="3222"/>
                      <a:pt x="2111" y="3222"/>
                    </a:cubicBezTo>
                    <a:cubicBezTo>
                      <a:pt x="2111" y="3259"/>
                      <a:pt x="2111" y="3296"/>
                      <a:pt x="2111" y="3333"/>
                    </a:cubicBezTo>
                    <a:cubicBezTo>
                      <a:pt x="2184" y="3333"/>
                      <a:pt x="2258" y="3333"/>
                      <a:pt x="2333" y="3333"/>
                    </a:cubicBezTo>
                    <a:cubicBezTo>
                      <a:pt x="2333" y="3370"/>
                      <a:pt x="2333" y="3407"/>
                      <a:pt x="2333" y="3444"/>
                    </a:cubicBezTo>
                    <a:cubicBezTo>
                      <a:pt x="2370" y="3444"/>
                      <a:pt x="2407" y="3444"/>
                      <a:pt x="2444" y="3444"/>
                    </a:cubicBezTo>
                    <a:cubicBezTo>
                      <a:pt x="2444" y="3481"/>
                      <a:pt x="2444" y="3518"/>
                      <a:pt x="2444" y="3556"/>
                    </a:cubicBezTo>
                    <a:cubicBezTo>
                      <a:pt x="2554" y="3556"/>
                      <a:pt x="2664" y="3556"/>
                      <a:pt x="2778" y="3556"/>
                    </a:cubicBezTo>
                    <a:cubicBezTo>
                      <a:pt x="2778" y="3519"/>
                      <a:pt x="2778" y="3482"/>
                      <a:pt x="2778" y="3444"/>
                    </a:cubicBezTo>
                    <a:cubicBezTo>
                      <a:pt x="2814" y="3444"/>
                      <a:pt x="2851" y="3444"/>
                      <a:pt x="2889" y="3444"/>
                    </a:cubicBezTo>
                    <a:cubicBezTo>
                      <a:pt x="2889" y="3408"/>
                      <a:pt x="2889" y="3371"/>
                      <a:pt x="2889" y="3333"/>
                    </a:cubicBezTo>
                    <a:cubicBezTo>
                      <a:pt x="2926" y="3333"/>
                      <a:pt x="2962" y="3333"/>
                      <a:pt x="3000" y="3333"/>
                    </a:cubicBezTo>
                    <a:cubicBezTo>
                      <a:pt x="3000" y="3297"/>
                      <a:pt x="3000" y="3260"/>
                      <a:pt x="3000" y="3222"/>
                    </a:cubicBezTo>
                    <a:cubicBezTo>
                      <a:pt x="3037" y="3222"/>
                      <a:pt x="3073" y="3222"/>
                      <a:pt x="3111" y="3222"/>
                    </a:cubicBezTo>
                    <a:cubicBezTo>
                      <a:pt x="3111" y="3186"/>
                      <a:pt x="3111" y="3149"/>
                      <a:pt x="3111" y="3111"/>
                    </a:cubicBezTo>
                    <a:cubicBezTo>
                      <a:pt x="3148" y="3111"/>
                      <a:pt x="3184" y="3111"/>
                      <a:pt x="3222" y="3111"/>
                    </a:cubicBezTo>
                    <a:cubicBezTo>
                      <a:pt x="3222" y="3074"/>
                      <a:pt x="3222" y="3038"/>
                      <a:pt x="3222" y="3000"/>
                    </a:cubicBezTo>
                    <a:cubicBezTo>
                      <a:pt x="3259" y="3000"/>
                      <a:pt x="3296" y="3000"/>
                      <a:pt x="3333" y="3000"/>
                    </a:cubicBezTo>
                    <a:cubicBezTo>
                      <a:pt x="3333" y="2963"/>
                      <a:pt x="3333" y="2927"/>
                      <a:pt x="3333" y="2889"/>
                    </a:cubicBezTo>
                    <a:cubicBezTo>
                      <a:pt x="3370" y="2889"/>
                      <a:pt x="3407" y="2889"/>
                      <a:pt x="3444" y="2889"/>
                    </a:cubicBezTo>
                    <a:cubicBezTo>
                      <a:pt x="3444" y="2852"/>
                      <a:pt x="3444" y="2816"/>
                      <a:pt x="3444" y="2778"/>
                    </a:cubicBezTo>
                    <a:cubicBezTo>
                      <a:pt x="3481" y="2778"/>
                      <a:pt x="3518" y="2778"/>
                      <a:pt x="3556" y="2778"/>
                    </a:cubicBezTo>
                    <a:cubicBezTo>
                      <a:pt x="3556" y="2741"/>
                      <a:pt x="3556" y="2704"/>
                      <a:pt x="3556" y="2667"/>
                    </a:cubicBezTo>
                    <a:cubicBezTo>
                      <a:pt x="3592" y="2667"/>
                      <a:pt x="3629" y="2667"/>
                      <a:pt x="3667" y="2667"/>
                    </a:cubicBezTo>
                    <a:cubicBezTo>
                      <a:pt x="3667" y="2630"/>
                      <a:pt x="3667" y="2593"/>
                      <a:pt x="3667" y="2556"/>
                    </a:cubicBezTo>
                    <a:cubicBezTo>
                      <a:pt x="3703" y="2556"/>
                      <a:pt x="3740" y="2556"/>
                      <a:pt x="3778" y="2556"/>
                    </a:cubicBezTo>
                    <a:cubicBezTo>
                      <a:pt x="3778" y="2519"/>
                      <a:pt x="3778" y="2482"/>
                      <a:pt x="3778" y="2444"/>
                    </a:cubicBezTo>
                    <a:cubicBezTo>
                      <a:pt x="3814" y="2444"/>
                      <a:pt x="3851" y="2444"/>
                      <a:pt x="3889" y="2444"/>
                    </a:cubicBezTo>
                    <a:cubicBezTo>
                      <a:pt x="3889" y="2408"/>
                      <a:pt x="3889" y="2371"/>
                      <a:pt x="3889" y="2333"/>
                    </a:cubicBezTo>
                    <a:cubicBezTo>
                      <a:pt x="3926" y="2333"/>
                      <a:pt x="3962" y="2333"/>
                      <a:pt x="4000" y="2333"/>
                    </a:cubicBezTo>
                    <a:cubicBezTo>
                      <a:pt x="4000" y="2297"/>
                      <a:pt x="4000" y="2260"/>
                      <a:pt x="4000" y="2222"/>
                    </a:cubicBezTo>
                    <a:cubicBezTo>
                      <a:pt x="4037" y="2222"/>
                      <a:pt x="4073" y="2222"/>
                      <a:pt x="4111" y="2222"/>
                    </a:cubicBezTo>
                    <a:cubicBezTo>
                      <a:pt x="4111" y="2149"/>
                      <a:pt x="4111" y="2076"/>
                      <a:pt x="4111" y="2000"/>
                    </a:cubicBezTo>
                    <a:cubicBezTo>
                      <a:pt x="4148" y="2000"/>
                      <a:pt x="4184" y="2000"/>
                      <a:pt x="4222" y="2000"/>
                    </a:cubicBezTo>
                    <a:cubicBezTo>
                      <a:pt x="4222" y="1963"/>
                      <a:pt x="4222" y="1927"/>
                      <a:pt x="4222" y="1889"/>
                    </a:cubicBezTo>
                    <a:cubicBezTo>
                      <a:pt x="4259" y="1889"/>
                      <a:pt x="4296" y="1889"/>
                      <a:pt x="4333" y="1889"/>
                    </a:cubicBezTo>
                    <a:cubicBezTo>
                      <a:pt x="4331" y="1873"/>
                      <a:pt x="4329" y="1857"/>
                      <a:pt x="4327" y="1841"/>
                    </a:cubicBezTo>
                    <a:cubicBezTo>
                      <a:pt x="4336" y="1756"/>
                      <a:pt x="4378" y="1716"/>
                      <a:pt x="4438" y="1660"/>
                    </a:cubicBezTo>
                    <a:cubicBezTo>
                      <a:pt x="4442" y="1655"/>
                      <a:pt x="4442" y="1655"/>
                      <a:pt x="4467" y="1629"/>
                    </a:cubicBezTo>
                    <a:cubicBezTo>
                      <a:pt x="4518" y="1579"/>
                      <a:pt x="4547" y="1556"/>
                      <a:pt x="4618" y="1549"/>
                    </a:cubicBezTo>
                    <a:cubicBezTo>
                      <a:pt x="4634" y="1551"/>
                      <a:pt x="4650" y="1553"/>
                      <a:pt x="4667" y="1556"/>
                    </a:cubicBezTo>
                    <a:cubicBezTo>
                      <a:pt x="4667" y="1519"/>
                      <a:pt x="4667" y="1482"/>
                      <a:pt x="4667" y="1444"/>
                    </a:cubicBezTo>
                    <a:cubicBezTo>
                      <a:pt x="4703" y="1444"/>
                      <a:pt x="4740" y="1444"/>
                      <a:pt x="4778" y="1444"/>
                    </a:cubicBezTo>
                    <a:cubicBezTo>
                      <a:pt x="4778" y="1408"/>
                      <a:pt x="4778" y="1371"/>
                      <a:pt x="4778" y="1333"/>
                    </a:cubicBezTo>
                    <a:cubicBezTo>
                      <a:pt x="4814" y="1333"/>
                      <a:pt x="4851" y="1333"/>
                      <a:pt x="4889" y="1333"/>
                    </a:cubicBezTo>
                    <a:cubicBezTo>
                      <a:pt x="4889" y="1297"/>
                      <a:pt x="4889" y="1260"/>
                      <a:pt x="4889" y="1222"/>
                    </a:cubicBezTo>
                    <a:cubicBezTo>
                      <a:pt x="4926" y="1222"/>
                      <a:pt x="4962" y="1222"/>
                      <a:pt x="5000" y="1222"/>
                    </a:cubicBezTo>
                    <a:cubicBezTo>
                      <a:pt x="5000" y="1186"/>
                      <a:pt x="5000" y="1149"/>
                      <a:pt x="5000" y="1111"/>
                    </a:cubicBezTo>
                    <a:cubicBezTo>
                      <a:pt x="5037" y="1111"/>
                      <a:pt x="5073" y="1111"/>
                      <a:pt x="5111" y="1111"/>
                    </a:cubicBezTo>
                    <a:cubicBezTo>
                      <a:pt x="5111" y="1074"/>
                      <a:pt x="5111" y="1038"/>
                      <a:pt x="5111" y="1000"/>
                    </a:cubicBezTo>
                    <a:cubicBezTo>
                      <a:pt x="5148" y="1000"/>
                      <a:pt x="5184" y="1000"/>
                      <a:pt x="5222" y="1000"/>
                    </a:cubicBezTo>
                    <a:cubicBezTo>
                      <a:pt x="5222" y="963"/>
                      <a:pt x="5222" y="927"/>
                      <a:pt x="5222" y="889"/>
                    </a:cubicBezTo>
                    <a:cubicBezTo>
                      <a:pt x="5259" y="889"/>
                      <a:pt x="5296" y="889"/>
                      <a:pt x="5333" y="889"/>
                    </a:cubicBezTo>
                    <a:cubicBezTo>
                      <a:pt x="5333" y="852"/>
                      <a:pt x="5333" y="816"/>
                      <a:pt x="5333" y="778"/>
                    </a:cubicBezTo>
                    <a:cubicBezTo>
                      <a:pt x="5370" y="778"/>
                      <a:pt x="5407" y="778"/>
                      <a:pt x="5444" y="778"/>
                    </a:cubicBezTo>
                    <a:cubicBezTo>
                      <a:pt x="5444" y="741"/>
                      <a:pt x="5444" y="704"/>
                      <a:pt x="5444" y="667"/>
                    </a:cubicBezTo>
                    <a:cubicBezTo>
                      <a:pt x="5481" y="667"/>
                      <a:pt x="5518" y="667"/>
                      <a:pt x="5556" y="667"/>
                    </a:cubicBezTo>
                    <a:cubicBezTo>
                      <a:pt x="5556" y="630"/>
                      <a:pt x="5556" y="593"/>
                      <a:pt x="5556" y="556"/>
                    </a:cubicBezTo>
                    <a:cubicBezTo>
                      <a:pt x="5592" y="556"/>
                      <a:pt x="5629" y="556"/>
                      <a:pt x="5667" y="556"/>
                    </a:cubicBezTo>
                    <a:cubicBezTo>
                      <a:pt x="5667" y="519"/>
                      <a:pt x="5667" y="482"/>
                      <a:pt x="5667" y="444"/>
                    </a:cubicBezTo>
                    <a:cubicBezTo>
                      <a:pt x="5703" y="444"/>
                      <a:pt x="5740" y="444"/>
                      <a:pt x="5778" y="444"/>
                    </a:cubicBezTo>
                    <a:cubicBezTo>
                      <a:pt x="5778" y="408"/>
                      <a:pt x="5778" y="371"/>
                      <a:pt x="5778" y="333"/>
                    </a:cubicBezTo>
                    <a:cubicBezTo>
                      <a:pt x="5814" y="333"/>
                      <a:pt x="5851" y="333"/>
                      <a:pt x="5889" y="333"/>
                    </a:cubicBezTo>
                    <a:cubicBezTo>
                      <a:pt x="5889" y="297"/>
                      <a:pt x="5889" y="260"/>
                      <a:pt x="5889" y="222"/>
                    </a:cubicBezTo>
                    <a:cubicBezTo>
                      <a:pt x="5926" y="222"/>
                      <a:pt x="5962" y="222"/>
                      <a:pt x="6000" y="222"/>
                    </a:cubicBezTo>
                    <a:cubicBezTo>
                      <a:pt x="6000" y="186"/>
                      <a:pt x="6000" y="149"/>
                      <a:pt x="6000" y="111"/>
                    </a:cubicBezTo>
                    <a:cubicBezTo>
                      <a:pt x="6073" y="111"/>
                      <a:pt x="6147" y="111"/>
                      <a:pt x="6222" y="111"/>
                    </a:cubicBezTo>
                    <a:cubicBezTo>
                      <a:pt x="6222" y="74"/>
                      <a:pt x="6222" y="38"/>
                      <a:pt x="6222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706" cap="flat">
                <a:noFill/>
              </a:ln>
            </p:spPr>
          </p:sp>
          <p:sp>
            <p:nvSpPr>
              <p:cNvPr id="545" name="ICON_SKILL_QUALITY_path_006"/>
              <p:cNvSpPr/>
              <p:nvPr/>
            </p:nvSpPr>
            <p:spPr>
              <a:xfrm>
                <a:off x="5041900" y="1453092"/>
                <a:ext cx="7761" cy="46567"/>
              </a:xfrm>
              <a:custGeom>
                <a:avLst/>
                <a:gdLst/>
                <a:ahLst/>
                <a:cxnLst/>
                <a:rect l="0" t="0" r="r" b="b"/>
                <a:pathLst>
                  <a:path w="611" h="3667" fill="norm" stroke="0">
                    <a:moveTo>
                      <a:pt x="56" y="0"/>
                    </a:moveTo>
                    <a:cubicBezTo>
                      <a:pt x="92" y="0"/>
                      <a:pt x="129" y="0"/>
                      <a:pt x="167" y="0"/>
                    </a:cubicBezTo>
                    <a:cubicBezTo>
                      <a:pt x="167" y="37"/>
                      <a:pt x="167" y="73"/>
                      <a:pt x="167" y="111"/>
                    </a:cubicBezTo>
                    <a:cubicBezTo>
                      <a:pt x="203" y="111"/>
                      <a:pt x="240" y="111"/>
                      <a:pt x="278" y="111"/>
                    </a:cubicBezTo>
                    <a:cubicBezTo>
                      <a:pt x="278" y="148"/>
                      <a:pt x="278" y="184"/>
                      <a:pt x="278" y="222"/>
                    </a:cubicBezTo>
                    <a:cubicBezTo>
                      <a:pt x="314" y="222"/>
                      <a:pt x="351" y="222"/>
                      <a:pt x="389" y="222"/>
                    </a:cubicBezTo>
                    <a:cubicBezTo>
                      <a:pt x="389" y="259"/>
                      <a:pt x="389" y="296"/>
                      <a:pt x="389" y="333"/>
                    </a:cubicBezTo>
                    <a:cubicBezTo>
                      <a:pt x="462" y="333"/>
                      <a:pt x="536" y="333"/>
                      <a:pt x="611" y="333"/>
                    </a:cubicBezTo>
                    <a:cubicBezTo>
                      <a:pt x="611" y="847"/>
                      <a:pt x="611" y="1360"/>
                      <a:pt x="611" y="1889"/>
                    </a:cubicBezTo>
                    <a:cubicBezTo>
                      <a:pt x="538" y="1889"/>
                      <a:pt x="464" y="1889"/>
                      <a:pt x="389" y="1889"/>
                    </a:cubicBezTo>
                    <a:cubicBezTo>
                      <a:pt x="389" y="1926"/>
                      <a:pt x="389" y="1962"/>
                      <a:pt x="389" y="2000"/>
                    </a:cubicBezTo>
                    <a:cubicBezTo>
                      <a:pt x="462" y="2000"/>
                      <a:pt x="536" y="2000"/>
                      <a:pt x="611" y="2000"/>
                    </a:cubicBezTo>
                    <a:cubicBezTo>
                      <a:pt x="611" y="2403"/>
                      <a:pt x="611" y="2807"/>
                      <a:pt x="611" y="3222"/>
                    </a:cubicBezTo>
                    <a:cubicBezTo>
                      <a:pt x="574" y="3222"/>
                      <a:pt x="538" y="3222"/>
                      <a:pt x="500" y="3222"/>
                    </a:cubicBezTo>
                    <a:cubicBezTo>
                      <a:pt x="500" y="3186"/>
                      <a:pt x="500" y="3149"/>
                      <a:pt x="500" y="3111"/>
                    </a:cubicBezTo>
                    <a:cubicBezTo>
                      <a:pt x="427" y="3111"/>
                      <a:pt x="353" y="3111"/>
                      <a:pt x="278" y="3111"/>
                    </a:cubicBezTo>
                    <a:cubicBezTo>
                      <a:pt x="278" y="3221"/>
                      <a:pt x="278" y="3331"/>
                      <a:pt x="278" y="3444"/>
                    </a:cubicBezTo>
                    <a:cubicBezTo>
                      <a:pt x="241" y="3444"/>
                      <a:pt x="204" y="3444"/>
                      <a:pt x="167" y="3444"/>
                    </a:cubicBezTo>
                    <a:cubicBezTo>
                      <a:pt x="167" y="3518"/>
                      <a:pt x="167" y="3591"/>
                      <a:pt x="167" y="3667"/>
                    </a:cubicBezTo>
                    <a:cubicBezTo>
                      <a:pt x="112" y="3648"/>
                      <a:pt x="57" y="3630"/>
                      <a:pt x="0" y="3611"/>
                    </a:cubicBezTo>
                    <a:cubicBezTo>
                      <a:pt x="8" y="3595"/>
                      <a:pt x="15" y="3579"/>
                      <a:pt x="24" y="3563"/>
                    </a:cubicBezTo>
                    <a:cubicBezTo>
                      <a:pt x="146" y="3264"/>
                      <a:pt x="131" y="2945"/>
                      <a:pt x="134" y="2627"/>
                    </a:cubicBezTo>
                    <a:cubicBezTo>
                      <a:pt x="135" y="2542"/>
                      <a:pt x="136" y="2457"/>
                      <a:pt x="137" y="2373"/>
                    </a:cubicBezTo>
                    <a:cubicBezTo>
                      <a:pt x="140" y="2213"/>
                      <a:pt x="142" y="2053"/>
                      <a:pt x="144" y="1893"/>
                    </a:cubicBezTo>
                    <a:cubicBezTo>
                      <a:pt x="146" y="1711"/>
                      <a:pt x="149" y="1528"/>
                      <a:pt x="151" y="1346"/>
                    </a:cubicBezTo>
                    <a:cubicBezTo>
                      <a:pt x="157" y="971"/>
                      <a:pt x="162" y="597"/>
                      <a:pt x="167" y="222"/>
                    </a:cubicBezTo>
                    <a:cubicBezTo>
                      <a:pt x="130" y="222"/>
                      <a:pt x="93" y="222"/>
                      <a:pt x="56" y="222"/>
                    </a:cubicBezTo>
                    <a:cubicBezTo>
                      <a:pt x="56" y="149"/>
                      <a:pt x="56" y="76"/>
                      <a:pt x="5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46" name="ICON_SKILL_QUALITY_path_007"/>
              <p:cNvSpPr/>
              <p:nvPr/>
            </p:nvSpPr>
            <p:spPr>
              <a:xfrm>
                <a:off x="4863394" y="1623836"/>
                <a:ext cx="46567" cy="8467"/>
              </a:xfrm>
              <a:custGeom>
                <a:avLst/>
                <a:gdLst/>
                <a:ahLst/>
                <a:cxnLst/>
                <a:rect l="0" t="0" r="r" b="b"/>
                <a:pathLst>
                  <a:path w="3667" h="667" fill="norm" stroke="0">
                    <a:moveTo>
                      <a:pt x="0" y="0"/>
                    </a:moveTo>
                    <a:cubicBezTo>
                      <a:pt x="152" y="28"/>
                      <a:pt x="299" y="58"/>
                      <a:pt x="444" y="111"/>
                    </a:cubicBezTo>
                    <a:cubicBezTo>
                      <a:pt x="444" y="148"/>
                      <a:pt x="444" y="184"/>
                      <a:pt x="444" y="222"/>
                    </a:cubicBezTo>
                    <a:cubicBezTo>
                      <a:pt x="1508" y="222"/>
                      <a:pt x="2571" y="222"/>
                      <a:pt x="3667" y="222"/>
                    </a:cubicBezTo>
                    <a:cubicBezTo>
                      <a:pt x="3667" y="296"/>
                      <a:pt x="3667" y="369"/>
                      <a:pt x="3667" y="444"/>
                    </a:cubicBezTo>
                    <a:cubicBezTo>
                      <a:pt x="3593" y="444"/>
                      <a:pt x="3520" y="444"/>
                      <a:pt x="3444" y="444"/>
                    </a:cubicBezTo>
                    <a:cubicBezTo>
                      <a:pt x="3444" y="518"/>
                      <a:pt x="3444" y="591"/>
                      <a:pt x="3444" y="667"/>
                    </a:cubicBezTo>
                    <a:cubicBezTo>
                      <a:pt x="3188" y="667"/>
                      <a:pt x="2931" y="667"/>
                      <a:pt x="2667" y="667"/>
                    </a:cubicBezTo>
                    <a:cubicBezTo>
                      <a:pt x="2667" y="593"/>
                      <a:pt x="2667" y="520"/>
                      <a:pt x="2667" y="444"/>
                    </a:cubicBezTo>
                    <a:cubicBezTo>
                      <a:pt x="2190" y="444"/>
                      <a:pt x="1713" y="444"/>
                      <a:pt x="1222" y="444"/>
                    </a:cubicBezTo>
                    <a:cubicBezTo>
                      <a:pt x="1222" y="518"/>
                      <a:pt x="1222" y="591"/>
                      <a:pt x="1222" y="667"/>
                    </a:cubicBezTo>
                    <a:cubicBezTo>
                      <a:pt x="1039" y="667"/>
                      <a:pt x="856" y="667"/>
                      <a:pt x="667" y="667"/>
                    </a:cubicBezTo>
                    <a:cubicBezTo>
                      <a:pt x="667" y="593"/>
                      <a:pt x="667" y="520"/>
                      <a:pt x="667" y="444"/>
                    </a:cubicBezTo>
                    <a:cubicBezTo>
                      <a:pt x="593" y="444"/>
                      <a:pt x="520" y="444"/>
                      <a:pt x="444" y="444"/>
                    </a:cubicBezTo>
                    <a:cubicBezTo>
                      <a:pt x="444" y="408"/>
                      <a:pt x="444" y="371"/>
                      <a:pt x="444" y="333"/>
                    </a:cubicBezTo>
                    <a:cubicBezTo>
                      <a:pt x="408" y="333"/>
                      <a:pt x="371" y="333"/>
                      <a:pt x="333" y="333"/>
                    </a:cubicBezTo>
                    <a:cubicBezTo>
                      <a:pt x="333" y="297"/>
                      <a:pt x="333" y="260"/>
                      <a:pt x="333" y="222"/>
                    </a:cubicBezTo>
                    <a:cubicBezTo>
                      <a:pt x="318" y="224"/>
                      <a:pt x="303" y="225"/>
                      <a:pt x="287" y="226"/>
                    </a:cubicBezTo>
                    <a:cubicBezTo>
                      <a:pt x="227" y="229"/>
                      <a:pt x="171" y="230"/>
                      <a:pt x="111" y="222"/>
                    </a:cubicBezTo>
                    <a:cubicBezTo>
                      <a:pt x="73" y="174"/>
                      <a:pt x="73" y="174"/>
                      <a:pt x="56" y="111"/>
                    </a:cubicBezTo>
                    <a:cubicBezTo>
                      <a:pt x="38" y="74"/>
                      <a:pt x="19" y="3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47" name="ICON_SKILL_QUALITY_path_008"/>
              <p:cNvSpPr/>
              <p:nvPr/>
            </p:nvSpPr>
            <p:spPr>
              <a:xfrm>
                <a:off x="4912783" y="1592792"/>
                <a:ext cx="16933" cy="33867"/>
              </a:xfrm>
              <a:custGeom>
                <a:avLst/>
                <a:gdLst/>
                <a:ahLst/>
                <a:cxnLst/>
                <a:rect l="0" t="0" r="r" b="b"/>
                <a:pathLst>
                  <a:path w="1333" h="2667" fill="norm" stroke="0">
                    <a:moveTo>
                      <a:pt x="1111" y="0"/>
                    </a:moveTo>
                    <a:cubicBezTo>
                      <a:pt x="1184" y="0"/>
                      <a:pt x="1258" y="0"/>
                      <a:pt x="1333" y="0"/>
                    </a:cubicBezTo>
                    <a:cubicBezTo>
                      <a:pt x="1333" y="73"/>
                      <a:pt x="1333" y="147"/>
                      <a:pt x="1333" y="222"/>
                    </a:cubicBezTo>
                    <a:cubicBezTo>
                      <a:pt x="1223" y="222"/>
                      <a:pt x="1113" y="222"/>
                      <a:pt x="1000" y="222"/>
                    </a:cubicBezTo>
                    <a:cubicBezTo>
                      <a:pt x="1000" y="296"/>
                      <a:pt x="1000" y="369"/>
                      <a:pt x="1000" y="444"/>
                    </a:cubicBezTo>
                    <a:cubicBezTo>
                      <a:pt x="1037" y="444"/>
                      <a:pt x="1073" y="444"/>
                      <a:pt x="1111" y="444"/>
                    </a:cubicBezTo>
                    <a:cubicBezTo>
                      <a:pt x="1111" y="518"/>
                      <a:pt x="1111" y="591"/>
                      <a:pt x="1111" y="667"/>
                    </a:cubicBezTo>
                    <a:cubicBezTo>
                      <a:pt x="1038" y="667"/>
                      <a:pt x="964" y="667"/>
                      <a:pt x="889" y="667"/>
                    </a:cubicBezTo>
                    <a:cubicBezTo>
                      <a:pt x="889" y="703"/>
                      <a:pt x="889" y="740"/>
                      <a:pt x="889" y="778"/>
                    </a:cubicBezTo>
                    <a:cubicBezTo>
                      <a:pt x="852" y="778"/>
                      <a:pt x="816" y="778"/>
                      <a:pt x="778" y="778"/>
                    </a:cubicBezTo>
                    <a:cubicBezTo>
                      <a:pt x="778" y="1034"/>
                      <a:pt x="778" y="1291"/>
                      <a:pt x="778" y="1556"/>
                    </a:cubicBezTo>
                    <a:cubicBezTo>
                      <a:pt x="851" y="1556"/>
                      <a:pt x="924" y="1556"/>
                      <a:pt x="1000" y="1556"/>
                    </a:cubicBezTo>
                    <a:cubicBezTo>
                      <a:pt x="1000" y="1702"/>
                      <a:pt x="1000" y="1849"/>
                      <a:pt x="1000" y="2000"/>
                    </a:cubicBezTo>
                    <a:cubicBezTo>
                      <a:pt x="963" y="2000"/>
                      <a:pt x="927" y="2000"/>
                      <a:pt x="889" y="2000"/>
                    </a:cubicBezTo>
                    <a:cubicBezTo>
                      <a:pt x="889" y="2037"/>
                      <a:pt x="889" y="2073"/>
                      <a:pt x="889" y="2111"/>
                    </a:cubicBezTo>
                    <a:cubicBezTo>
                      <a:pt x="852" y="2111"/>
                      <a:pt x="816" y="2111"/>
                      <a:pt x="778" y="2111"/>
                    </a:cubicBezTo>
                    <a:cubicBezTo>
                      <a:pt x="778" y="2074"/>
                      <a:pt x="778" y="2038"/>
                      <a:pt x="778" y="2000"/>
                    </a:cubicBezTo>
                    <a:cubicBezTo>
                      <a:pt x="741" y="2000"/>
                      <a:pt x="704" y="2000"/>
                      <a:pt x="667" y="2000"/>
                    </a:cubicBezTo>
                    <a:cubicBezTo>
                      <a:pt x="667" y="2073"/>
                      <a:pt x="667" y="2147"/>
                      <a:pt x="667" y="2222"/>
                    </a:cubicBezTo>
                    <a:cubicBezTo>
                      <a:pt x="630" y="2222"/>
                      <a:pt x="593" y="2222"/>
                      <a:pt x="556" y="2222"/>
                    </a:cubicBezTo>
                    <a:cubicBezTo>
                      <a:pt x="556" y="2296"/>
                      <a:pt x="556" y="2369"/>
                      <a:pt x="556" y="2444"/>
                    </a:cubicBezTo>
                    <a:cubicBezTo>
                      <a:pt x="482" y="2444"/>
                      <a:pt x="409" y="2444"/>
                      <a:pt x="333" y="2444"/>
                    </a:cubicBezTo>
                    <a:cubicBezTo>
                      <a:pt x="333" y="2481"/>
                      <a:pt x="333" y="2518"/>
                      <a:pt x="333" y="2556"/>
                    </a:cubicBezTo>
                    <a:cubicBezTo>
                      <a:pt x="297" y="2556"/>
                      <a:pt x="260" y="2556"/>
                      <a:pt x="222" y="2556"/>
                    </a:cubicBezTo>
                    <a:cubicBezTo>
                      <a:pt x="222" y="2592"/>
                      <a:pt x="222" y="2629"/>
                      <a:pt x="222" y="2667"/>
                    </a:cubicBezTo>
                    <a:cubicBezTo>
                      <a:pt x="149" y="2667"/>
                      <a:pt x="76" y="2667"/>
                      <a:pt x="0" y="2667"/>
                    </a:cubicBezTo>
                    <a:cubicBezTo>
                      <a:pt x="16" y="2629"/>
                      <a:pt x="32" y="2592"/>
                      <a:pt x="49" y="2556"/>
                    </a:cubicBezTo>
                    <a:cubicBezTo>
                      <a:pt x="58" y="2535"/>
                      <a:pt x="67" y="2514"/>
                      <a:pt x="76" y="2493"/>
                    </a:cubicBezTo>
                    <a:cubicBezTo>
                      <a:pt x="88" y="2477"/>
                      <a:pt x="99" y="2461"/>
                      <a:pt x="111" y="2444"/>
                    </a:cubicBezTo>
                    <a:cubicBezTo>
                      <a:pt x="171" y="2438"/>
                      <a:pt x="171" y="2438"/>
                      <a:pt x="222" y="2444"/>
                    </a:cubicBezTo>
                    <a:cubicBezTo>
                      <a:pt x="222" y="2408"/>
                      <a:pt x="222" y="2371"/>
                      <a:pt x="222" y="2333"/>
                    </a:cubicBezTo>
                    <a:cubicBezTo>
                      <a:pt x="259" y="2333"/>
                      <a:pt x="296" y="2333"/>
                      <a:pt x="333" y="2333"/>
                    </a:cubicBezTo>
                    <a:cubicBezTo>
                      <a:pt x="333" y="2297"/>
                      <a:pt x="333" y="2260"/>
                      <a:pt x="333" y="2222"/>
                    </a:cubicBezTo>
                    <a:cubicBezTo>
                      <a:pt x="370" y="2222"/>
                      <a:pt x="407" y="2222"/>
                      <a:pt x="444" y="2222"/>
                    </a:cubicBezTo>
                    <a:cubicBezTo>
                      <a:pt x="463" y="2057"/>
                      <a:pt x="463" y="2057"/>
                      <a:pt x="556" y="1222"/>
                    </a:cubicBezTo>
                    <a:cubicBezTo>
                      <a:pt x="592" y="1222"/>
                      <a:pt x="629" y="1222"/>
                      <a:pt x="667" y="1222"/>
                    </a:cubicBezTo>
                    <a:cubicBezTo>
                      <a:pt x="667" y="1002"/>
                      <a:pt x="667" y="782"/>
                      <a:pt x="667" y="556"/>
                    </a:cubicBezTo>
                    <a:cubicBezTo>
                      <a:pt x="703" y="556"/>
                      <a:pt x="740" y="556"/>
                      <a:pt x="778" y="556"/>
                    </a:cubicBezTo>
                    <a:cubicBezTo>
                      <a:pt x="778" y="446"/>
                      <a:pt x="778" y="336"/>
                      <a:pt x="778" y="222"/>
                    </a:cubicBezTo>
                    <a:cubicBezTo>
                      <a:pt x="814" y="222"/>
                      <a:pt x="851" y="222"/>
                      <a:pt x="889" y="222"/>
                    </a:cubicBezTo>
                    <a:cubicBezTo>
                      <a:pt x="889" y="186"/>
                      <a:pt x="889" y="149"/>
                      <a:pt x="889" y="111"/>
                    </a:cubicBezTo>
                    <a:cubicBezTo>
                      <a:pt x="962" y="111"/>
                      <a:pt x="1036" y="111"/>
                      <a:pt x="1111" y="111"/>
                    </a:cubicBezTo>
                    <a:cubicBezTo>
                      <a:pt x="1111" y="74"/>
                      <a:pt x="1111" y="38"/>
                      <a:pt x="111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48" name="ICON_SKILL_QUALITY_path_009"/>
              <p:cNvSpPr/>
              <p:nvPr/>
            </p:nvSpPr>
            <p:spPr>
              <a:xfrm>
                <a:off x="4729339" y="1451681"/>
                <a:ext cx="7056" cy="40922"/>
              </a:xfrm>
              <a:custGeom>
                <a:avLst/>
                <a:gdLst/>
                <a:ahLst/>
                <a:cxnLst/>
                <a:rect l="0" t="0" r="r" b="b"/>
                <a:pathLst>
                  <a:path w="556" h="3222" fill="norm" stroke="0">
                    <a:moveTo>
                      <a:pt x="333" y="0"/>
                    </a:moveTo>
                    <a:cubicBezTo>
                      <a:pt x="407" y="0"/>
                      <a:pt x="480" y="0"/>
                      <a:pt x="556" y="0"/>
                    </a:cubicBezTo>
                    <a:cubicBezTo>
                      <a:pt x="547" y="21"/>
                      <a:pt x="538" y="43"/>
                      <a:pt x="529" y="65"/>
                    </a:cubicBezTo>
                    <a:cubicBezTo>
                      <a:pt x="485" y="195"/>
                      <a:pt x="490" y="330"/>
                      <a:pt x="489" y="466"/>
                    </a:cubicBezTo>
                    <a:cubicBezTo>
                      <a:pt x="488" y="496"/>
                      <a:pt x="487" y="526"/>
                      <a:pt x="487" y="556"/>
                    </a:cubicBezTo>
                    <a:cubicBezTo>
                      <a:pt x="485" y="638"/>
                      <a:pt x="484" y="719"/>
                      <a:pt x="483" y="801"/>
                    </a:cubicBezTo>
                    <a:cubicBezTo>
                      <a:pt x="482" y="886"/>
                      <a:pt x="480" y="971"/>
                      <a:pt x="479" y="1056"/>
                    </a:cubicBezTo>
                    <a:cubicBezTo>
                      <a:pt x="476" y="1217"/>
                      <a:pt x="474" y="1378"/>
                      <a:pt x="471" y="1540"/>
                    </a:cubicBezTo>
                    <a:cubicBezTo>
                      <a:pt x="469" y="1723"/>
                      <a:pt x="465" y="1907"/>
                      <a:pt x="462" y="2090"/>
                    </a:cubicBezTo>
                    <a:cubicBezTo>
                      <a:pt x="456" y="2468"/>
                      <a:pt x="450" y="2845"/>
                      <a:pt x="444" y="3222"/>
                    </a:cubicBezTo>
                    <a:cubicBezTo>
                      <a:pt x="408" y="3222"/>
                      <a:pt x="371" y="3222"/>
                      <a:pt x="333" y="3222"/>
                    </a:cubicBezTo>
                    <a:cubicBezTo>
                      <a:pt x="333" y="3076"/>
                      <a:pt x="333" y="2929"/>
                      <a:pt x="333" y="2778"/>
                    </a:cubicBezTo>
                    <a:cubicBezTo>
                      <a:pt x="260" y="2778"/>
                      <a:pt x="187" y="2778"/>
                      <a:pt x="111" y="2778"/>
                    </a:cubicBezTo>
                    <a:cubicBezTo>
                      <a:pt x="111" y="2741"/>
                      <a:pt x="111" y="2704"/>
                      <a:pt x="111" y="2667"/>
                    </a:cubicBezTo>
                    <a:cubicBezTo>
                      <a:pt x="74" y="2667"/>
                      <a:pt x="38" y="2667"/>
                      <a:pt x="0" y="2667"/>
                    </a:cubicBezTo>
                    <a:cubicBezTo>
                      <a:pt x="0" y="2557"/>
                      <a:pt x="0" y="2447"/>
                      <a:pt x="0" y="2333"/>
                    </a:cubicBezTo>
                    <a:cubicBezTo>
                      <a:pt x="37" y="2333"/>
                      <a:pt x="73" y="2333"/>
                      <a:pt x="111" y="2333"/>
                    </a:cubicBezTo>
                    <a:cubicBezTo>
                      <a:pt x="111" y="2297"/>
                      <a:pt x="111" y="2260"/>
                      <a:pt x="111" y="2222"/>
                    </a:cubicBezTo>
                    <a:cubicBezTo>
                      <a:pt x="148" y="2222"/>
                      <a:pt x="184" y="2222"/>
                      <a:pt x="222" y="2222"/>
                    </a:cubicBezTo>
                    <a:cubicBezTo>
                      <a:pt x="222" y="2186"/>
                      <a:pt x="222" y="2149"/>
                      <a:pt x="222" y="2111"/>
                    </a:cubicBezTo>
                    <a:cubicBezTo>
                      <a:pt x="259" y="2111"/>
                      <a:pt x="296" y="2111"/>
                      <a:pt x="333" y="2111"/>
                    </a:cubicBezTo>
                    <a:cubicBezTo>
                      <a:pt x="333" y="1708"/>
                      <a:pt x="333" y="1304"/>
                      <a:pt x="333" y="889"/>
                    </a:cubicBezTo>
                    <a:cubicBezTo>
                      <a:pt x="260" y="889"/>
                      <a:pt x="187" y="889"/>
                      <a:pt x="111" y="889"/>
                    </a:cubicBezTo>
                    <a:cubicBezTo>
                      <a:pt x="111" y="852"/>
                      <a:pt x="111" y="816"/>
                      <a:pt x="111" y="778"/>
                    </a:cubicBezTo>
                    <a:cubicBezTo>
                      <a:pt x="74" y="778"/>
                      <a:pt x="38" y="778"/>
                      <a:pt x="0" y="778"/>
                    </a:cubicBezTo>
                    <a:cubicBezTo>
                      <a:pt x="0" y="668"/>
                      <a:pt x="0" y="558"/>
                      <a:pt x="0" y="444"/>
                    </a:cubicBezTo>
                    <a:cubicBezTo>
                      <a:pt x="37" y="444"/>
                      <a:pt x="73" y="444"/>
                      <a:pt x="111" y="444"/>
                    </a:cubicBezTo>
                    <a:cubicBezTo>
                      <a:pt x="111" y="408"/>
                      <a:pt x="111" y="371"/>
                      <a:pt x="111" y="333"/>
                    </a:cubicBezTo>
                    <a:cubicBezTo>
                      <a:pt x="148" y="333"/>
                      <a:pt x="184" y="333"/>
                      <a:pt x="222" y="333"/>
                    </a:cubicBezTo>
                    <a:cubicBezTo>
                      <a:pt x="222" y="297"/>
                      <a:pt x="222" y="260"/>
                      <a:pt x="222" y="222"/>
                    </a:cubicBezTo>
                    <a:cubicBezTo>
                      <a:pt x="259" y="222"/>
                      <a:pt x="296" y="222"/>
                      <a:pt x="333" y="222"/>
                    </a:cubicBezTo>
                    <a:cubicBezTo>
                      <a:pt x="333" y="149"/>
                      <a:pt x="333" y="76"/>
                      <a:pt x="3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49" name="ICON_SKILL_QUALITY_path_010"/>
              <p:cNvSpPr/>
              <p:nvPr/>
            </p:nvSpPr>
            <p:spPr>
              <a:xfrm>
                <a:off x="4921250" y="1337381"/>
                <a:ext cx="9878" cy="19756"/>
              </a:xfrm>
              <a:custGeom>
                <a:avLst/>
                <a:gdLst/>
                <a:ahLst/>
                <a:cxnLst/>
                <a:rect l="0" t="0" r="r" b="b"/>
                <a:pathLst>
                  <a:path w="778" h="1556" fill="norm" stroke="0">
                    <a:moveTo>
                      <a:pt x="0" y="0"/>
                    </a:moveTo>
                    <a:cubicBezTo>
                      <a:pt x="37" y="0"/>
                      <a:pt x="73" y="0"/>
                      <a:pt x="111" y="0"/>
                    </a:cubicBezTo>
                    <a:cubicBezTo>
                      <a:pt x="111" y="183"/>
                      <a:pt x="111" y="367"/>
                      <a:pt x="111" y="556"/>
                    </a:cubicBezTo>
                    <a:cubicBezTo>
                      <a:pt x="184" y="556"/>
                      <a:pt x="258" y="556"/>
                      <a:pt x="333" y="556"/>
                    </a:cubicBezTo>
                    <a:cubicBezTo>
                      <a:pt x="333" y="666"/>
                      <a:pt x="333" y="776"/>
                      <a:pt x="333" y="889"/>
                    </a:cubicBezTo>
                    <a:cubicBezTo>
                      <a:pt x="370" y="889"/>
                      <a:pt x="407" y="889"/>
                      <a:pt x="444" y="889"/>
                    </a:cubicBezTo>
                    <a:cubicBezTo>
                      <a:pt x="444" y="816"/>
                      <a:pt x="444" y="742"/>
                      <a:pt x="444" y="667"/>
                    </a:cubicBezTo>
                    <a:cubicBezTo>
                      <a:pt x="481" y="667"/>
                      <a:pt x="518" y="667"/>
                      <a:pt x="556" y="667"/>
                    </a:cubicBezTo>
                    <a:cubicBezTo>
                      <a:pt x="556" y="740"/>
                      <a:pt x="556" y="813"/>
                      <a:pt x="556" y="889"/>
                    </a:cubicBezTo>
                    <a:cubicBezTo>
                      <a:pt x="629" y="889"/>
                      <a:pt x="702" y="889"/>
                      <a:pt x="778" y="889"/>
                    </a:cubicBezTo>
                    <a:cubicBezTo>
                      <a:pt x="778" y="926"/>
                      <a:pt x="778" y="962"/>
                      <a:pt x="778" y="1000"/>
                    </a:cubicBezTo>
                    <a:cubicBezTo>
                      <a:pt x="741" y="1000"/>
                      <a:pt x="704" y="1000"/>
                      <a:pt x="667" y="1000"/>
                    </a:cubicBezTo>
                    <a:cubicBezTo>
                      <a:pt x="667" y="1037"/>
                      <a:pt x="667" y="1073"/>
                      <a:pt x="667" y="1111"/>
                    </a:cubicBezTo>
                    <a:cubicBezTo>
                      <a:pt x="703" y="1111"/>
                      <a:pt x="740" y="1111"/>
                      <a:pt x="778" y="1111"/>
                    </a:cubicBezTo>
                    <a:cubicBezTo>
                      <a:pt x="778" y="1148"/>
                      <a:pt x="778" y="1184"/>
                      <a:pt x="778" y="1222"/>
                    </a:cubicBezTo>
                    <a:cubicBezTo>
                      <a:pt x="741" y="1222"/>
                      <a:pt x="704" y="1222"/>
                      <a:pt x="667" y="1222"/>
                    </a:cubicBezTo>
                    <a:cubicBezTo>
                      <a:pt x="667" y="1259"/>
                      <a:pt x="667" y="1296"/>
                      <a:pt x="667" y="1333"/>
                    </a:cubicBezTo>
                    <a:cubicBezTo>
                      <a:pt x="703" y="1333"/>
                      <a:pt x="740" y="1333"/>
                      <a:pt x="778" y="1333"/>
                    </a:cubicBezTo>
                    <a:cubicBezTo>
                      <a:pt x="778" y="1407"/>
                      <a:pt x="778" y="1480"/>
                      <a:pt x="778" y="1556"/>
                    </a:cubicBezTo>
                    <a:cubicBezTo>
                      <a:pt x="704" y="1556"/>
                      <a:pt x="631" y="1556"/>
                      <a:pt x="556" y="1556"/>
                    </a:cubicBezTo>
                    <a:cubicBezTo>
                      <a:pt x="556" y="1519"/>
                      <a:pt x="556" y="1482"/>
                      <a:pt x="556" y="1444"/>
                    </a:cubicBezTo>
                    <a:cubicBezTo>
                      <a:pt x="482" y="1444"/>
                      <a:pt x="409" y="1444"/>
                      <a:pt x="333" y="1444"/>
                    </a:cubicBezTo>
                    <a:cubicBezTo>
                      <a:pt x="333" y="1408"/>
                      <a:pt x="333" y="1371"/>
                      <a:pt x="333" y="1333"/>
                    </a:cubicBezTo>
                    <a:cubicBezTo>
                      <a:pt x="297" y="1333"/>
                      <a:pt x="260" y="1333"/>
                      <a:pt x="222" y="1333"/>
                    </a:cubicBezTo>
                    <a:cubicBezTo>
                      <a:pt x="222" y="1260"/>
                      <a:pt x="222" y="1187"/>
                      <a:pt x="222" y="1111"/>
                    </a:cubicBezTo>
                    <a:cubicBezTo>
                      <a:pt x="186" y="1111"/>
                      <a:pt x="149" y="1111"/>
                      <a:pt x="111" y="1111"/>
                    </a:cubicBezTo>
                    <a:cubicBezTo>
                      <a:pt x="111" y="964"/>
                      <a:pt x="111" y="818"/>
                      <a:pt x="111" y="667"/>
                    </a:cubicBezTo>
                    <a:cubicBezTo>
                      <a:pt x="74" y="667"/>
                      <a:pt x="38" y="667"/>
                      <a:pt x="0" y="667"/>
                    </a:cubicBezTo>
                    <a:cubicBezTo>
                      <a:pt x="0" y="447"/>
                      <a:pt x="0" y="22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50" name="ICON_SKILL_QUALITY_path_011"/>
              <p:cNvSpPr/>
              <p:nvPr/>
            </p:nvSpPr>
            <p:spPr>
              <a:xfrm>
                <a:off x="5000272" y="1402292"/>
                <a:ext cx="8467" cy="19756"/>
              </a:xfrm>
              <a:custGeom>
                <a:avLst/>
                <a:gdLst/>
                <a:ahLst/>
                <a:cxnLst/>
                <a:rect l="0" t="0" r="r" b="b"/>
                <a:pathLst>
                  <a:path w="667" h="1556" fill="norm" stroke="0">
                    <a:moveTo>
                      <a:pt x="556" y="0"/>
                    </a:moveTo>
                    <a:cubicBezTo>
                      <a:pt x="592" y="0"/>
                      <a:pt x="629" y="0"/>
                      <a:pt x="667" y="0"/>
                    </a:cubicBezTo>
                    <a:cubicBezTo>
                      <a:pt x="667" y="110"/>
                      <a:pt x="667" y="220"/>
                      <a:pt x="667" y="333"/>
                    </a:cubicBezTo>
                    <a:cubicBezTo>
                      <a:pt x="630" y="333"/>
                      <a:pt x="593" y="333"/>
                      <a:pt x="556" y="333"/>
                    </a:cubicBezTo>
                    <a:cubicBezTo>
                      <a:pt x="556" y="370"/>
                      <a:pt x="556" y="407"/>
                      <a:pt x="556" y="444"/>
                    </a:cubicBezTo>
                    <a:cubicBezTo>
                      <a:pt x="519" y="444"/>
                      <a:pt x="482" y="444"/>
                      <a:pt x="444" y="444"/>
                    </a:cubicBezTo>
                    <a:cubicBezTo>
                      <a:pt x="444" y="811"/>
                      <a:pt x="444" y="1178"/>
                      <a:pt x="444" y="1556"/>
                    </a:cubicBezTo>
                    <a:cubicBezTo>
                      <a:pt x="371" y="1519"/>
                      <a:pt x="298" y="1482"/>
                      <a:pt x="222" y="1444"/>
                    </a:cubicBezTo>
                    <a:cubicBezTo>
                      <a:pt x="212" y="1357"/>
                      <a:pt x="208" y="1305"/>
                      <a:pt x="222" y="1222"/>
                    </a:cubicBezTo>
                    <a:cubicBezTo>
                      <a:pt x="186" y="1222"/>
                      <a:pt x="149" y="1222"/>
                      <a:pt x="111" y="1222"/>
                    </a:cubicBezTo>
                    <a:cubicBezTo>
                      <a:pt x="111" y="1149"/>
                      <a:pt x="111" y="1076"/>
                      <a:pt x="111" y="1000"/>
                    </a:cubicBezTo>
                    <a:cubicBezTo>
                      <a:pt x="74" y="1000"/>
                      <a:pt x="38" y="1000"/>
                      <a:pt x="0" y="1000"/>
                    </a:cubicBezTo>
                    <a:cubicBezTo>
                      <a:pt x="0" y="927"/>
                      <a:pt x="0" y="853"/>
                      <a:pt x="0" y="778"/>
                    </a:cubicBezTo>
                    <a:cubicBezTo>
                      <a:pt x="37" y="778"/>
                      <a:pt x="73" y="778"/>
                      <a:pt x="111" y="778"/>
                    </a:cubicBezTo>
                    <a:cubicBezTo>
                      <a:pt x="111" y="704"/>
                      <a:pt x="111" y="631"/>
                      <a:pt x="111" y="556"/>
                    </a:cubicBezTo>
                    <a:cubicBezTo>
                      <a:pt x="148" y="556"/>
                      <a:pt x="184" y="556"/>
                      <a:pt x="222" y="556"/>
                    </a:cubicBezTo>
                    <a:cubicBezTo>
                      <a:pt x="222" y="519"/>
                      <a:pt x="222" y="482"/>
                      <a:pt x="222" y="444"/>
                    </a:cubicBezTo>
                    <a:cubicBezTo>
                      <a:pt x="259" y="444"/>
                      <a:pt x="296" y="444"/>
                      <a:pt x="333" y="444"/>
                    </a:cubicBezTo>
                    <a:cubicBezTo>
                      <a:pt x="333" y="371"/>
                      <a:pt x="333" y="298"/>
                      <a:pt x="333" y="222"/>
                    </a:cubicBezTo>
                    <a:cubicBezTo>
                      <a:pt x="370" y="222"/>
                      <a:pt x="407" y="222"/>
                      <a:pt x="444" y="222"/>
                    </a:cubicBezTo>
                    <a:cubicBezTo>
                      <a:pt x="476" y="174"/>
                      <a:pt x="476" y="174"/>
                      <a:pt x="500" y="111"/>
                    </a:cubicBezTo>
                    <a:cubicBezTo>
                      <a:pt x="524" y="49"/>
                      <a:pt x="524" y="49"/>
                      <a:pt x="55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51" name="ICON_SKILL_QUALITY_path_012"/>
              <p:cNvSpPr/>
              <p:nvPr/>
            </p:nvSpPr>
            <p:spPr>
              <a:xfrm>
                <a:off x="4987572" y="1568803"/>
                <a:ext cx="25400" cy="25400"/>
              </a:xfrm>
              <a:custGeom>
                <a:avLst/>
                <a:gdLst/>
                <a:ahLst/>
                <a:cxnLst/>
                <a:rect l="0" t="0" r="r" b="b"/>
                <a:pathLst>
                  <a:path w="2000" h="2000" fill="norm" stroke="0">
                    <a:moveTo>
                      <a:pt x="1889" y="0"/>
                    </a:moveTo>
                    <a:cubicBezTo>
                      <a:pt x="1926" y="18"/>
                      <a:pt x="1962" y="37"/>
                      <a:pt x="2000" y="56"/>
                    </a:cubicBezTo>
                    <a:cubicBezTo>
                      <a:pt x="1966" y="102"/>
                      <a:pt x="1931" y="148"/>
                      <a:pt x="1896" y="194"/>
                    </a:cubicBezTo>
                    <a:cubicBezTo>
                      <a:pt x="1886" y="208"/>
                      <a:pt x="1877" y="221"/>
                      <a:pt x="1867" y="235"/>
                    </a:cubicBezTo>
                    <a:cubicBezTo>
                      <a:pt x="1792" y="331"/>
                      <a:pt x="1792" y="331"/>
                      <a:pt x="1715" y="342"/>
                    </a:cubicBezTo>
                    <a:cubicBezTo>
                      <a:pt x="1707" y="341"/>
                      <a:pt x="1707" y="341"/>
                      <a:pt x="1667" y="333"/>
                    </a:cubicBezTo>
                    <a:cubicBezTo>
                      <a:pt x="1667" y="370"/>
                      <a:pt x="1667" y="407"/>
                      <a:pt x="1667" y="444"/>
                    </a:cubicBezTo>
                    <a:cubicBezTo>
                      <a:pt x="1630" y="444"/>
                      <a:pt x="1593" y="444"/>
                      <a:pt x="1556" y="444"/>
                    </a:cubicBezTo>
                    <a:cubicBezTo>
                      <a:pt x="1556" y="481"/>
                      <a:pt x="1556" y="518"/>
                      <a:pt x="1556" y="556"/>
                    </a:cubicBezTo>
                    <a:cubicBezTo>
                      <a:pt x="1519" y="556"/>
                      <a:pt x="1482" y="556"/>
                      <a:pt x="1444" y="556"/>
                    </a:cubicBezTo>
                    <a:cubicBezTo>
                      <a:pt x="1444" y="592"/>
                      <a:pt x="1444" y="629"/>
                      <a:pt x="1444" y="667"/>
                    </a:cubicBezTo>
                    <a:cubicBezTo>
                      <a:pt x="1408" y="667"/>
                      <a:pt x="1371" y="667"/>
                      <a:pt x="1333" y="667"/>
                    </a:cubicBezTo>
                    <a:cubicBezTo>
                      <a:pt x="1333" y="703"/>
                      <a:pt x="1333" y="740"/>
                      <a:pt x="1333" y="778"/>
                    </a:cubicBezTo>
                    <a:cubicBezTo>
                      <a:pt x="1297" y="778"/>
                      <a:pt x="1260" y="778"/>
                      <a:pt x="1222" y="778"/>
                    </a:cubicBezTo>
                    <a:cubicBezTo>
                      <a:pt x="1222" y="814"/>
                      <a:pt x="1222" y="851"/>
                      <a:pt x="1222" y="889"/>
                    </a:cubicBezTo>
                    <a:cubicBezTo>
                      <a:pt x="1186" y="889"/>
                      <a:pt x="1149" y="889"/>
                      <a:pt x="1111" y="889"/>
                    </a:cubicBezTo>
                    <a:cubicBezTo>
                      <a:pt x="1115" y="905"/>
                      <a:pt x="1118" y="921"/>
                      <a:pt x="1122" y="938"/>
                    </a:cubicBezTo>
                    <a:cubicBezTo>
                      <a:pt x="1120" y="948"/>
                      <a:pt x="1120" y="948"/>
                      <a:pt x="1111" y="1000"/>
                    </a:cubicBezTo>
                    <a:cubicBezTo>
                      <a:pt x="1075" y="1022"/>
                      <a:pt x="1075" y="1022"/>
                      <a:pt x="1030" y="1045"/>
                    </a:cubicBezTo>
                    <a:cubicBezTo>
                      <a:pt x="974" y="1080"/>
                      <a:pt x="949" y="1099"/>
                      <a:pt x="925" y="1162"/>
                    </a:cubicBezTo>
                    <a:cubicBezTo>
                      <a:pt x="916" y="1221"/>
                      <a:pt x="910" y="1280"/>
                      <a:pt x="906" y="1340"/>
                    </a:cubicBezTo>
                    <a:cubicBezTo>
                      <a:pt x="904" y="1361"/>
                      <a:pt x="902" y="1382"/>
                      <a:pt x="901" y="1403"/>
                    </a:cubicBezTo>
                    <a:cubicBezTo>
                      <a:pt x="896" y="1454"/>
                      <a:pt x="892" y="1505"/>
                      <a:pt x="889" y="1556"/>
                    </a:cubicBezTo>
                    <a:cubicBezTo>
                      <a:pt x="779" y="1556"/>
                      <a:pt x="669" y="1556"/>
                      <a:pt x="556" y="1556"/>
                    </a:cubicBezTo>
                    <a:cubicBezTo>
                      <a:pt x="556" y="1666"/>
                      <a:pt x="556" y="1776"/>
                      <a:pt x="556" y="1889"/>
                    </a:cubicBezTo>
                    <a:cubicBezTo>
                      <a:pt x="519" y="1889"/>
                      <a:pt x="482" y="1889"/>
                      <a:pt x="444" y="1889"/>
                    </a:cubicBezTo>
                    <a:cubicBezTo>
                      <a:pt x="444" y="1926"/>
                      <a:pt x="444" y="1962"/>
                      <a:pt x="444" y="2000"/>
                    </a:cubicBezTo>
                    <a:cubicBezTo>
                      <a:pt x="298" y="2000"/>
                      <a:pt x="151" y="2000"/>
                      <a:pt x="0" y="2000"/>
                    </a:cubicBezTo>
                    <a:cubicBezTo>
                      <a:pt x="76" y="1826"/>
                      <a:pt x="76" y="1826"/>
                      <a:pt x="111" y="1778"/>
                    </a:cubicBezTo>
                    <a:cubicBezTo>
                      <a:pt x="171" y="1771"/>
                      <a:pt x="171" y="1771"/>
                      <a:pt x="222" y="1778"/>
                    </a:cubicBezTo>
                    <a:cubicBezTo>
                      <a:pt x="222" y="1741"/>
                      <a:pt x="222" y="1704"/>
                      <a:pt x="222" y="1667"/>
                    </a:cubicBezTo>
                    <a:cubicBezTo>
                      <a:pt x="259" y="1667"/>
                      <a:pt x="296" y="1667"/>
                      <a:pt x="333" y="1667"/>
                    </a:cubicBezTo>
                    <a:cubicBezTo>
                      <a:pt x="333" y="1630"/>
                      <a:pt x="333" y="1593"/>
                      <a:pt x="333" y="1556"/>
                    </a:cubicBezTo>
                    <a:cubicBezTo>
                      <a:pt x="370" y="1556"/>
                      <a:pt x="407" y="1556"/>
                      <a:pt x="444" y="1556"/>
                    </a:cubicBezTo>
                    <a:cubicBezTo>
                      <a:pt x="444" y="1519"/>
                      <a:pt x="444" y="1482"/>
                      <a:pt x="444" y="1444"/>
                    </a:cubicBezTo>
                    <a:cubicBezTo>
                      <a:pt x="481" y="1444"/>
                      <a:pt x="518" y="1444"/>
                      <a:pt x="556" y="1444"/>
                    </a:cubicBezTo>
                    <a:cubicBezTo>
                      <a:pt x="556" y="1408"/>
                      <a:pt x="556" y="1371"/>
                      <a:pt x="556" y="1333"/>
                    </a:cubicBezTo>
                    <a:cubicBezTo>
                      <a:pt x="573" y="1335"/>
                      <a:pt x="590" y="1337"/>
                      <a:pt x="608" y="1339"/>
                    </a:cubicBezTo>
                    <a:cubicBezTo>
                      <a:pt x="627" y="1337"/>
                      <a:pt x="647" y="1335"/>
                      <a:pt x="667" y="1333"/>
                    </a:cubicBezTo>
                    <a:cubicBezTo>
                      <a:pt x="693" y="1294"/>
                      <a:pt x="693" y="1294"/>
                      <a:pt x="713" y="1239"/>
                    </a:cubicBezTo>
                    <a:cubicBezTo>
                      <a:pt x="786" y="1078"/>
                      <a:pt x="907" y="968"/>
                      <a:pt x="1032" y="846"/>
                    </a:cubicBezTo>
                    <a:cubicBezTo>
                      <a:pt x="1056" y="822"/>
                      <a:pt x="1081" y="797"/>
                      <a:pt x="1106" y="773"/>
                    </a:cubicBezTo>
                    <a:cubicBezTo>
                      <a:pt x="1171" y="708"/>
                      <a:pt x="1235" y="645"/>
                      <a:pt x="1300" y="581"/>
                    </a:cubicBezTo>
                    <a:cubicBezTo>
                      <a:pt x="1367" y="515"/>
                      <a:pt x="1433" y="450"/>
                      <a:pt x="1499" y="384"/>
                    </a:cubicBezTo>
                    <a:cubicBezTo>
                      <a:pt x="1629" y="256"/>
                      <a:pt x="1759" y="128"/>
                      <a:pt x="188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52" name="ICON_SKILL_QUALITY_path_013"/>
              <p:cNvSpPr/>
              <p:nvPr/>
            </p:nvSpPr>
            <p:spPr>
              <a:xfrm>
                <a:off x="4933950" y="1357136"/>
                <a:ext cx="21167" cy="8666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682" fill="norm" stroke="0">
                    <a:moveTo>
                      <a:pt x="0" y="0"/>
                    </a:moveTo>
                    <a:cubicBezTo>
                      <a:pt x="73" y="0"/>
                      <a:pt x="147" y="0"/>
                      <a:pt x="222" y="0"/>
                    </a:cubicBezTo>
                    <a:cubicBezTo>
                      <a:pt x="222" y="37"/>
                      <a:pt x="222" y="73"/>
                      <a:pt x="222" y="111"/>
                    </a:cubicBezTo>
                    <a:cubicBezTo>
                      <a:pt x="332" y="111"/>
                      <a:pt x="442" y="111"/>
                      <a:pt x="556" y="111"/>
                    </a:cubicBezTo>
                    <a:cubicBezTo>
                      <a:pt x="556" y="148"/>
                      <a:pt x="556" y="184"/>
                      <a:pt x="556" y="222"/>
                    </a:cubicBezTo>
                    <a:cubicBezTo>
                      <a:pt x="629" y="222"/>
                      <a:pt x="702" y="222"/>
                      <a:pt x="778" y="222"/>
                    </a:cubicBezTo>
                    <a:cubicBezTo>
                      <a:pt x="778" y="259"/>
                      <a:pt x="778" y="296"/>
                      <a:pt x="778" y="333"/>
                    </a:cubicBezTo>
                    <a:cubicBezTo>
                      <a:pt x="814" y="333"/>
                      <a:pt x="851" y="333"/>
                      <a:pt x="889" y="333"/>
                    </a:cubicBezTo>
                    <a:cubicBezTo>
                      <a:pt x="889" y="297"/>
                      <a:pt x="889" y="260"/>
                      <a:pt x="889" y="222"/>
                    </a:cubicBezTo>
                    <a:cubicBezTo>
                      <a:pt x="999" y="222"/>
                      <a:pt x="1109" y="222"/>
                      <a:pt x="1222" y="222"/>
                    </a:cubicBezTo>
                    <a:cubicBezTo>
                      <a:pt x="1222" y="259"/>
                      <a:pt x="1222" y="296"/>
                      <a:pt x="1222" y="333"/>
                    </a:cubicBezTo>
                    <a:cubicBezTo>
                      <a:pt x="1259" y="333"/>
                      <a:pt x="1296" y="333"/>
                      <a:pt x="1333" y="333"/>
                    </a:cubicBezTo>
                    <a:cubicBezTo>
                      <a:pt x="1333" y="297"/>
                      <a:pt x="1333" y="260"/>
                      <a:pt x="1333" y="222"/>
                    </a:cubicBezTo>
                    <a:cubicBezTo>
                      <a:pt x="1407" y="222"/>
                      <a:pt x="1480" y="222"/>
                      <a:pt x="1556" y="222"/>
                    </a:cubicBezTo>
                    <a:cubicBezTo>
                      <a:pt x="1556" y="296"/>
                      <a:pt x="1556" y="369"/>
                      <a:pt x="1556" y="444"/>
                    </a:cubicBezTo>
                    <a:cubicBezTo>
                      <a:pt x="1592" y="444"/>
                      <a:pt x="1629" y="444"/>
                      <a:pt x="1667" y="444"/>
                    </a:cubicBezTo>
                    <a:cubicBezTo>
                      <a:pt x="1667" y="518"/>
                      <a:pt x="1667" y="591"/>
                      <a:pt x="1667" y="667"/>
                    </a:cubicBezTo>
                    <a:cubicBezTo>
                      <a:pt x="1421" y="682"/>
                      <a:pt x="1229" y="646"/>
                      <a:pt x="1000" y="556"/>
                    </a:cubicBezTo>
                    <a:cubicBezTo>
                      <a:pt x="1000" y="519"/>
                      <a:pt x="1000" y="482"/>
                      <a:pt x="1000" y="444"/>
                    </a:cubicBezTo>
                    <a:cubicBezTo>
                      <a:pt x="990" y="445"/>
                      <a:pt x="990" y="445"/>
                      <a:pt x="937" y="450"/>
                    </a:cubicBezTo>
                    <a:cubicBezTo>
                      <a:pt x="740" y="463"/>
                      <a:pt x="627" y="437"/>
                      <a:pt x="461" y="322"/>
                    </a:cubicBezTo>
                    <a:cubicBezTo>
                      <a:pt x="371" y="262"/>
                      <a:pt x="269" y="236"/>
                      <a:pt x="165" y="212"/>
                    </a:cubicBezTo>
                    <a:cubicBezTo>
                      <a:pt x="124" y="201"/>
                      <a:pt x="124" y="201"/>
                      <a:pt x="56" y="167"/>
                    </a:cubicBezTo>
                    <a:cubicBezTo>
                      <a:pt x="26" y="111"/>
                      <a:pt x="14" y="6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53" name="ICON_SKILL_QUALITY_path_014"/>
              <p:cNvSpPr/>
              <p:nvPr/>
            </p:nvSpPr>
            <p:spPr>
              <a:xfrm>
                <a:off x="5008739" y="1431925"/>
                <a:ext cx="11289" cy="11289"/>
              </a:xfrm>
              <a:custGeom>
                <a:avLst/>
                <a:gdLst/>
                <a:ahLst/>
                <a:cxnLst/>
                <a:rect l="0" t="0" r="r" b="b"/>
                <a:pathLst>
                  <a:path w="889" h="889" fill="norm" stroke="0">
                    <a:moveTo>
                      <a:pt x="0" y="0"/>
                    </a:moveTo>
                    <a:cubicBezTo>
                      <a:pt x="37" y="0"/>
                      <a:pt x="73" y="0"/>
                      <a:pt x="111" y="0"/>
                    </a:cubicBezTo>
                    <a:cubicBezTo>
                      <a:pt x="111" y="37"/>
                      <a:pt x="111" y="73"/>
                      <a:pt x="111" y="111"/>
                    </a:cubicBezTo>
                    <a:cubicBezTo>
                      <a:pt x="148" y="111"/>
                      <a:pt x="184" y="111"/>
                      <a:pt x="222" y="111"/>
                    </a:cubicBezTo>
                    <a:cubicBezTo>
                      <a:pt x="222" y="148"/>
                      <a:pt x="222" y="184"/>
                      <a:pt x="222" y="222"/>
                    </a:cubicBezTo>
                    <a:cubicBezTo>
                      <a:pt x="296" y="222"/>
                      <a:pt x="369" y="222"/>
                      <a:pt x="444" y="222"/>
                    </a:cubicBezTo>
                    <a:cubicBezTo>
                      <a:pt x="444" y="186"/>
                      <a:pt x="444" y="149"/>
                      <a:pt x="444" y="111"/>
                    </a:cubicBezTo>
                    <a:cubicBezTo>
                      <a:pt x="481" y="111"/>
                      <a:pt x="518" y="111"/>
                      <a:pt x="556" y="111"/>
                    </a:cubicBezTo>
                    <a:cubicBezTo>
                      <a:pt x="556" y="148"/>
                      <a:pt x="556" y="184"/>
                      <a:pt x="556" y="222"/>
                    </a:cubicBezTo>
                    <a:cubicBezTo>
                      <a:pt x="592" y="222"/>
                      <a:pt x="629" y="222"/>
                      <a:pt x="667" y="222"/>
                    </a:cubicBezTo>
                    <a:cubicBezTo>
                      <a:pt x="667" y="296"/>
                      <a:pt x="667" y="369"/>
                      <a:pt x="667" y="444"/>
                    </a:cubicBezTo>
                    <a:cubicBezTo>
                      <a:pt x="703" y="444"/>
                      <a:pt x="740" y="444"/>
                      <a:pt x="778" y="444"/>
                    </a:cubicBezTo>
                    <a:cubicBezTo>
                      <a:pt x="778" y="481"/>
                      <a:pt x="778" y="518"/>
                      <a:pt x="778" y="556"/>
                    </a:cubicBezTo>
                    <a:cubicBezTo>
                      <a:pt x="741" y="556"/>
                      <a:pt x="704" y="556"/>
                      <a:pt x="667" y="556"/>
                    </a:cubicBezTo>
                    <a:cubicBezTo>
                      <a:pt x="667" y="592"/>
                      <a:pt x="667" y="629"/>
                      <a:pt x="667" y="667"/>
                    </a:cubicBezTo>
                    <a:cubicBezTo>
                      <a:pt x="740" y="667"/>
                      <a:pt x="813" y="667"/>
                      <a:pt x="889" y="667"/>
                    </a:cubicBezTo>
                    <a:cubicBezTo>
                      <a:pt x="889" y="740"/>
                      <a:pt x="889" y="813"/>
                      <a:pt x="889" y="889"/>
                    </a:cubicBezTo>
                    <a:cubicBezTo>
                      <a:pt x="816" y="889"/>
                      <a:pt x="742" y="889"/>
                      <a:pt x="667" y="889"/>
                    </a:cubicBezTo>
                    <a:cubicBezTo>
                      <a:pt x="667" y="852"/>
                      <a:pt x="667" y="816"/>
                      <a:pt x="667" y="778"/>
                    </a:cubicBezTo>
                    <a:cubicBezTo>
                      <a:pt x="557" y="778"/>
                      <a:pt x="447" y="778"/>
                      <a:pt x="333" y="778"/>
                    </a:cubicBezTo>
                    <a:cubicBezTo>
                      <a:pt x="333" y="741"/>
                      <a:pt x="333" y="704"/>
                      <a:pt x="333" y="667"/>
                    </a:cubicBezTo>
                    <a:cubicBezTo>
                      <a:pt x="297" y="667"/>
                      <a:pt x="260" y="667"/>
                      <a:pt x="222" y="667"/>
                    </a:cubicBezTo>
                    <a:cubicBezTo>
                      <a:pt x="222" y="630"/>
                      <a:pt x="222" y="593"/>
                      <a:pt x="222" y="556"/>
                    </a:cubicBezTo>
                    <a:cubicBezTo>
                      <a:pt x="186" y="556"/>
                      <a:pt x="149" y="556"/>
                      <a:pt x="111" y="556"/>
                    </a:cubicBezTo>
                    <a:cubicBezTo>
                      <a:pt x="111" y="446"/>
                      <a:pt x="111" y="336"/>
                      <a:pt x="111" y="222"/>
                    </a:cubicBezTo>
                    <a:cubicBezTo>
                      <a:pt x="74" y="222"/>
                      <a:pt x="38" y="222"/>
                      <a:pt x="0" y="222"/>
                    </a:cubicBezTo>
                    <a:cubicBezTo>
                      <a:pt x="0" y="149"/>
                      <a:pt x="0" y="7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54" name="ICON_SKILL_QUALITY_path_015"/>
              <p:cNvSpPr/>
              <p:nvPr/>
            </p:nvSpPr>
            <p:spPr>
              <a:xfrm>
                <a:off x="4870450" y="1320447"/>
                <a:ext cx="40922" cy="2822"/>
              </a:xfrm>
              <a:custGeom>
                <a:avLst/>
                <a:gdLst/>
                <a:ahLst/>
                <a:cxnLst/>
                <a:rect l="0" t="0" r="r" b="b"/>
                <a:pathLst>
                  <a:path w="3222" h="222" fill="norm" stroke="0">
                    <a:moveTo>
                      <a:pt x="667" y="0"/>
                    </a:moveTo>
                    <a:cubicBezTo>
                      <a:pt x="703" y="0"/>
                      <a:pt x="740" y="0"/>
                      <a:pt x="778" y="0"/>
                    </a:cubicBezTo>
                    <a:cubicBezTo>
                      <a:pt x="778" y="37"/>
                      <a:pt x="778" y="73"/>
                      <a:pt x="778" y="111"/>
                    </a:cubicBezTo>
                    <a:cubicBezTo>
                      <a:pt x="1584" y="111"/>
                      <a:pt x="2391" y="111"/>
                      <a:pt x="3222" y="111"/>
                    </a:cubicBezTo>
                    <a:cubicBezTo>
                      <a:pt x="3222" y="148"/>
                      <a:pt x="3222" y="184"/>
                      <a:pt x="3222" y="222"/>
                    </a:cubicBezTo>
                    <a:cubicBezTo>
                      <a:pt x="2159" y="222"/>
                      <a:pt x="1096" y="222"/>
                      <a:pt x="0" y="222"/>
                    </a:cubicBezTo>
                    <a:cubicBezTo>
                      <a:pt x="18" y="186"/>
                      <a:pt x="37" y="149"/>
                      <a:pt x="56" y="111"/>
                    </a:cubicBezTo>
                    <a:cubicBezTo>
                      <a:pt x="118" y="99"/>
                      <a:pt x="118" y="99"/>
                      <a:pt x="195" y="100"/>
                    </a:cubicBezTo>
                    <a:cubicBezTo>
                      <a:pt x="208" y="100"/>
                      <a:pt x="208" y="100"/>
                      <a:pt x="278" y="101"/>
                    </a:cubicBezTo>
                    <a:cubicBezTo>
                      <a:pt x="307" y="102"/>
                      <a:pt x="336" y="103"/>
                      <a:pt x="365" y="104"/>
                    </a:cubicBezTo>
                    <a:cubicBezTo>
                      <a:pt x="394" y="105"/>
                      <a:pt x="423" y="105"/>
                      <a:pt x="452" y="106"/>
                    </a:cubicBezTo>
                    <a:cubicBezTo>
                      <a:pt x="524" y="107"/>
                      <a:pt x="595" y="109"/>
                      <a:pt x="667" y="111"/>
                    </a:cubicBezTo>
                    <a:cubicBezTo>
                      <a:pt x="667" y="74"/>
                      <a:pt x="667" y="38"/>
                      <a:pt x="66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55" name="ICON_SKILL_QUALITY_path_016"/>
              <p:cNvSpPr/>
              <p:nvPr/>
            </p:nvSpPr>
            <p:spPr>
              <a:xfrm>
                <a:off x="5010150" y="1550458"/>
                <a:ext cx="8467" cy="15522"/>
              </a:xfrm>
              <a:custGeom>
                <a:avLst/>
                <a:gdLst/>
                <a:ahLst/>
                <a:cxnLst/>
                <a:rect l="0" t="0" r="r" b="b"/>
                <a:pathLst>
                  <a:path w="667" h="1222" fill="norm" stroke="0">
                    <a:moveTo>
                      <a:pt x="0" y="0"/>
                    </a:moveTo>
                    <a:cubicBezTo>
                      <a:pt x="37" y="0"/>
                      <a:pt x="73" y="0"/>
                      <a:pt x="111" y="0"/>
                    </a:cubicBezTo>
                    <a:cubicBezTo>
                      <a:pt x="111" y="37"/>
                      <a:pt x="111" y="73"/>
                      <a:pt x="111" y="111"/>
                    </a:cubicBezTo>
                    <a:cubicBezTo>
                      <a:pt x="221" y="111"/>
                      <a:pt x="331" y="111"/>
                      <a:pt x="444" y="111"/>
                    </a:cubicBezTo>
                    <a:cubicBezTo>
                      <a:pt x="444" y="184"/>
                      <a:pt x="444" y="258"/>
                      <a:pt x="444" y="333"/>
                    </a:cubicBezTo>
                    <a:cubicBezTo>
                      <a:pt x="481" y="333"/>
                      <a:pt x="518" y="333"/>
                      <a:pt x="556" y="333"/>
                    </a:cubicBezTo>
                    <a:cubicBezTo>
                      <a:pt x="556" y="370"/>
                      <a:pt x="556" y="407"/>
                      <a:pt x="556" y="444"/>
                    </a:cubicBezTo>
                    <a:cubicBezTo>
                      <a:pt x="592" y="444"/>
                      <a:pt x="629" y="444"/>
                      <a:pt x="667" y="444"/>
                    </a:cubicBezTo>
                    <a:cubicBezTo>
                      <a:pt x="667" y="518"/>
                      <a:pt x="667" y="591"/>
                      <a:pt x="667" y="667"/>
                    </a:cubicBezTo>
                    <a:cubicBezTo>
                      <a:pt x="630" y="667"/>
                      <a:pt x="593" y="667"/>
                      <a:pt x="556" y="667"/>
                    </a:cubicBezTo>
                    <a:cubicBezTo>
                      <a:pt x="556" y="850"/>
                      <a:pt x="556" y="1033"/>
                      <a:pt x="556" y="1222"/>
                    </a:cubicBezTo>
                    <a:cubicBezTo>
                      <a:pt x="519" y="1222"/>
                      <a:pt x="482" y="1222"/>
                      <a:pt x="444" y="1222"/>
                    </a:cubicBezTo>
                    <a:cubicBezTo>
                      <a:pt x="444" y="1186"/>
                      <a:pt x="444" y="1149"/>
                      <a:pt x="444" y="1111"/>
                    </a:cubicBezTo>
                    <a:cubicBezTo>
                      <a:pt x="408" y="1111"/>
                      <a:pt x="371" y="1111"/>
                      <a:pt x="333" y="1111"/>
                    </a:cubicBezTo>
                    <a:cubicBezTo>
                      <a:pt x="333" y="928"/>
                      <a:pt x="333" y="744"/>
                      <a:pt x="333" y="556"/>
                    </a:cubicBezTo>
                    <a:cubicBezTo>
                      <a:pt x="297" y="556"/>
                      <a:pt x="260" y="556"/>
                      <a:pt x="222" y="556"/>
                    </a:cubicBezTo>
                    <a:cubicBezTo>
                      <a:pt x="222" y="482"/>
                      <a:pt x="222" y="409"/>
                      <a:pt x="222" y="333"/>
                    </a:cubicBezTo>
                    <a:cubicBezTo>
                      <a:pt x="186" y="333"/>
                      <a:pt x="149" y="333"/>
                      <a:pt x="111" y="333"/>
                    </a:cubicBezTo>
                    <a:cubicBezTo>
                      <a:pt x="111" y="297"/>
                      <a:pt x="111" y="260"/>
                      <a:pt x="111" y="222"/>
                    </a:cubicBezTo>
                    <a:cubicBezTo>
                      <a:pt x="74" y="222"/>
                      <a:pt x="38" y="222"/>
                      <a:pt x="0" y="222"/>
                    </a:cubicBezTo>
                    <a:cubicBezTo>
                      <a:pt x="0" y="149"/>
                      <a:pt x="0" y="7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56" name="ICON_SKILL_QUALITY_path_017"/>
              <p:cNvSpPr/>
              <p:nvPr/>
            </p:nvSpPr>
            <p:spPr>
              <a:xfrm>
                <a:off x="4742039" y="1503892"/>
                <a:ext cx="16933" cy="5644"/>
              </a:xfrm>
              <a:custGeom>
                <a:avLst/>
                <a:gdLst/>
                <a:ahLst/>
                <a:cxnLst/>
                <a:rect l="0" t="0" r="r" b="b"/>
                <a:pathLst>
                  <a:path w="1333" h="444" fill="norm" stroke="0">
                    <a:moveTo>
                      <a:pt x="0" y="0"/>
                    </a:moveTo>
                    <a:cubicBezTo>
                      <a:pt x="73" y="0"/>
                      <a:pt x="147" y="0"/>
                      <a:pt x="222" y="0"/>
                    </a:cubicBezTo>
                    <a:cubicBezTo>
                      <a:pt x="222" y="37"/>
                      <a:pt x="222" y="73"/>
                      <a:pt x="222" y="111"/>
                    </a:cubicBezTo>
                    <a:cubicBezTo>
                      <a:pt x="239" y="111"/>
                      <a:pt x="255" y="111"/>
                      <a:pt x="272" y="110"/>
                    </a:cubicBezTo>
                    <a:cubicBezTo>
                      <a:pt x="347" y="109"/>
                      <a:pt x="422" y="108"/>
                      <a:pt x="497" y="108"/>
                    </a:cubicBezTo>
                    <a:cubicBezTo>
                      <a:pt x="523" y="107"/>
                      <a:pt x="549" y="107"/>
                      <a:pt x="575" y="106"/>
                    </a:cubicBezTo>
                    <a:cubicBezTo>
                      <a:pt x="600" y="106"/>
                      <a:pt x="625" y="106"/>
                      <a:pt x="651" y="106"/>
                    </a:cubicBezTo>
                    <a:cubicBezTo>
                      <a:pt x="674" y="105"/>
                      <a:pt x="697" y="105"/>
                      <a:pt x="721" y="105"/>
                    </a:cubicBezTo>
                    <a:cubicBezTo>
                      <a:pt x="778" y="111"/>
                      <a:pt x="778" y="111"/>
                      <a:pt x="833" y="167"/>
                    </a:cubicBezTo>
                    <a:cubicBezTo>
                      <a:pt x="886" y="178"/>
                      <a:pt x="886" y="178"/>
                      <a:pt x="948" y="184"/>
                    </a:cubicBezTo>
                    <a:cubicBezTo>
                      <a:pt x="971" y="187"/>
                      <a:pt x="993" y="189"/>
                      <a:pt x="1016" y="191"/>
                    </a:cubicBezTo>
                    <a:cubicBezTo>
                      <a:pt x="1039" y="194"/>
                      <a:pt x="1063" y="196"/>
                      <a:pt x="1087" y="198"/>
                    </a:cubicBezTo>
                    <a:cubicBezTo>
                      <a:pt x="1110" y="200"/>
                      <a:pt x="1134" y="203"/>
                      <a:pt x="1158" y="205"/>
                    </a:cubicBezTo>
                    <a:cubicBezTo>
                      <a:pt x="1217" y="211"/>
                      <a:pt x="1275" y="217"/>
                      <a:pt x="1333" y="222"/>
                    </a:cubicBezTo>
                    <a:cubicBezTo>
                      <a:pt x="1333" y="296"/>
                      <a:pt x="1333" y="369"/>
                      <a:pt x="1333" y="444"/>
                    </a:cubicBezTo>
                    <a:cubicBezTo>
                      <a:pt x="1187" y="444"/>
                      <a:pt x="1040" y="444"/>
                      <a:pt x="889" y="444"/>
                    </a:cubicBezTo>
                    <a:cubicBezTo>
                      <a:pt x="889" y="408"/>
                      <a:pt x="889" y="371"/>
                      <a:pt x="889" y="333"/>
                    </a:cubicBezTo>
                    <a:cubicBezTo>
                      <a:pt x="742" y="333"/>
                      <a:pt x="596" y="333"/>
                      <a:pt x="444" y="333"/>
                    </a:cubicBezTo>
                    <a:cubicBezTo>
                      <a:pt x="444" y="370"/>
                      <a:pt x="444" y="407"/>
                      <a:pt x="444" y="444"/>
                    </a:cubicBezTo>
                    <a:cubicBezTo>
                      <a:pt x="371" y="444"/>
                      <a:pt x="298" y="444"/>
                      <a:pt x="222" y="444"/>
                    </a:cubicBezTo>
                    <a:cubicBezTo>
                      <a:pt x="222" y="371"/>
                      <a:pt x="222" y="298"/>
                      <a:pt x="222" y="222"/>
                    </a:cubicBezTo>
                    <a:cubicBezTo>
                      <a:pt x="149" y="222"/>
                      <a:pt x="76" y="222"/>
                      <a:pt x="0" y="222"/>
                    </a:cubicBezTo>
                    <a:cubicBezTo>
                      <a:pt x="0" y="149"/>
                      <a:pt x="0" y="7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57" name="ICON_SKILL_QUALITY_path_018"/>
              <p:cNvSpPr/>
              <p:nvPr/>
            </p:nvSpPr>
            <p:spPr>
              <a:xfrm>
                <a:off x="5011561" y="1506714"/>
                <a:ext cx="12700" cy="8467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667" fill="norm" stroke="0">
                    <a:moveTo>
                      <a:pt x="667" y="0"/>
                    </a:moveTo>
                    <a:cubicBezTo>
                      <a:pt x="740" y="0"/>
                      <a:pt x="813" y="0"/>
                      <a:pt x="889" y="0"/>
                    </a:cubicBezTo>
                    <a:cubicBezTo>
                      <a:pt x="889" y="37"/>
                      <a:pt x="889" y="73"/>
                      <a:pt x="889" y="111"/>
                    </a:cubicBezTo>
                    <a:cubicBezTo>
                      <a:pt x="926" y="111"/>
                      <a:pt x="962" y="111"/>
                      <a:pt x="1000" y="111"/>
                    </a:cubicBezTo>
                    <a:cubicBezTo>
                      <a:pt x="1000" y="148"/>
                      <a:pt x="1000" y="184"/>
                      <a:pt x="1000" y="222"/>
                    </a:cubicBezTo>
                    <a:cubicBezTo>
                      <a:pt x="927" y="222"/>
                      <a:pt x="853" y="222"/>
                      <a:pt x="778" y="222"/>
                    </a:cubicBezTo>
                    <a:cubicBezTo>
                      <a:pt x="778" y="296"/>
                      <a:pt x="778" y="369"/>
                      <a:pt x="778" y="444"/>
                    </a:cubicBezTo>
                    <a:cubicBezTo>
                      <a:pt x="704" y="444"/>
                      <a:pt x="631" y="444"/>
                      <a:pt x="556" y="444"/>
                    </a:cubicBezTo>
                    <a:cubicBezTo>
                      <a:pt x="556" y="481"/>
                      <a:pt x="556" y="518"/>
                      <a:pt x="556" y="556"/>
                    </a:cubicBezTo>
                    <a:cubicBezTo>
                      <a:pt x="519" y="556"/>
                      <a:pt x="482" y="556"/>
                      <a:pt x="444" y="556"/>
                    </a:cubicBezTo>
                    <a:cubicBezTo>
                      <a:pt x="444" y="592"/>
                      <a:pt x="444" y="629"/>
                      <a:pt x="444" y="667"/>
                    </a:cubicBezTo>
                    <a:cubicBezTo>
                      <a:pt x="371" y="667"/>
                      <a:pt x="298" y="667"/>
                      <a:pt x="222" y="667"/>
                    </a:cubicBezTo>
                    <a:cubicBezTo>
                      <a:pt x="222" y="593"/>
                      <a:pt x="222" y="520"/>
                      <a:pt x="222" y="444"/>
                    </a:cubicBezTo>
                    <a:cubicBezTo>
                      <a:pt x="259" y="444"/>
                      <a:pt x="296" y="444"/>
                      <a:pt x="333" y="444"/>
                    </a:cubicBezTo>
                    <a:cubicBezTo>
                      <a:pt x="333" y="371"/>
                      <a:pt x="333" y="298"/>
                      <a:pt x="333" y="222"/>
                    </a:cubicBezTo>
                    <a:cubicBezTo>
                      <a:pt x="223" y="277"/>
                      <a:pt x="113" y="332"/>
                      <a:pt x="0" y="389"/>
                    </a:cubicBezTo>
                    <a:cubicBezTo>
                      <a:pt x="0" y="334"/>
                      <a:pt x="0" y="279"/>
                      <a:pt x="0" y="222"/>
                    </a:cubicBezTo>
                    <a:cubicBezTo>
                      <a:pt x="37" y="222"/>
                      <a:pt x="73" y="222"/>
                      <a:pt x="111" y="222"/>
                    </a:cubicBezTo>
                    <a:cubicBezTo>
                      <a:pt x="111" y="186"/>
                      <a:pt x="111" y="149"/>
                      <a:pt x="111" y="111"/>
                    </a:cubicBezTo>
                    <a:cubicBezTo>
                      <a:pt x="294" y="111"/>
                      <a:pt x="478" y="111"/>
                      <a:pt x="667" y="111"/>
                    </a:cubicBezTo>
                    <a:cubicBezTo>
                      <a:pt x="667" y="74"/>
                      <a:pt x="667" y="38"/>
                      <a:pt x="66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58" name="ICON_SKILL_QUALITY_path_019"/>
              <p:cNvSpPr/>
              <p:nvPr/>
            </p:nvSpPr>
            <p:spPr>
              <a:xfrm>
                <a:off x="4792839" y="1595462"/>
                <a:ext cx="18344" cy="5796"/>
              </a:xfrm>
              <a:custGeom>
                <a:avLst/>
                <a:gdLst/>
                <a:ahLst/>
                <a:cxnLst/>
                <a:rect l="0" t="0" r="r" b="b"/>
                <a:pathLst>
                  <a:path w="1444" h="456" fill="norm" stroke="0">
                    <a:moveTo>
                      <a:pt x="0" y="12"/>
                    </a:moveTo>
                    <a:cubicBezTo>
                      <a:pt x="73" y="12"/>
                      <a:pt x="147" y="12"/>
                      <a:pt x="222" y="12"/>
                    </a:cubicBezTo>
                    <a:cubicBezTo>
                      <a:pt x="222" y="49"/>
                      <a:pt x="222" y="85"/>
                      <a:pt x="222" y="123"/>
                    </a:cubicBezTo>
                    <a:cubicBezTo>
                      <a:pt x="296" y="123"/>
                      <a:pt x="369" y="123"/>
                      <a:pt x="444" y="123"/>
                    </a:cubicBezTo>
                    <a:cubicBezTo>
                      <a:pt x="444" y="160"/>
                      <a:pt x="444" y="196"/>
                      <a:pt x="444" y="234"/>
                    </a:cubicBezTo>
                    <a:cubicBezTo>
                      <a:pt x="628" y="234"/>
                      <a:pt x="811" y="234"/>
                      <a:pt x="1000" y="234"/>
                    </a:cubicBezTo>
                    <a:cubicBezTo>
                      <a:pt x="1000" y="197"/>
                      <a:pt x="1000" y="161"/>
                      <a:pt x="1000" y="123"/>
                    </a:cubicBezTo>
                    <a:cubicBezTo>
                      <a:pt x="1116" y="23"/>
                      <a:pt x="1255" y="0"/>
                      <a:pt x="1404" y="8"/>
                    </a:cubicBezTo>
                    <a:cubicBezTo>
                      <a:pt x="1410" y="9"/>
                      <a:pt x="1410" y="9"/>
                      <a:pt x="1444" y="12"/>
                    </a:cubicBezTo>
                    <a:cubicBezTo>
                      <a:pt x="1426" y="49"/>
                      <a:pt x="1407" y="86"/>
                      <a:pt x="1389" y="123"/>
                    </a:cubicBezTo>
                    <a:cubicBezTo>
                      <a:pt x="1383" y="144"/>
                      <a:pt x="1377" y="164"/>
                      <a:pt x="1372" y="186"/>
                    </a:cubicBezTo>
                    <a:cubicBezTo>
                      <a:pt x="1333" y="234"/>
                      <a:pt x="1333" y="234"/>
                      <a:pt x="1280" y="241"/>
                    </a:cubicBezTo>
                    <a:cubicBezTo>
                      <a:pt x="1224" y="241"/>
                      <a:pt x="1168" y="239"/>
                      <a:pt x="1111" y="234"/>
                    </a:cubicBezTo>
                    <a:cubicBezTo>
                      <a:pt x="1111" y="271"/>
                      <a:pt x="1111" y="307"/>
                      <a:pt x="1111" y="345"/>
                    </a:cubicBezTo>
                    <a:cubicBezTo>
                      <a:pt x="1074" y="345"/>
                      <a:pt x="1038" y="345"/>
                      <a:pt x="1000" y="345"/>
                    </a:cubicBezTo>
                    <a:cubicBezTo>
                      <a:pt x="1000" y="382"/>
                      <a:pt x="1000" y="419"/>
                      <a:pt x="1000" y="456"/>
                    </a:cubicBezTo>
                    <a:cubicBezTo>
                      <a:pt x="817" y="456"/>
                      <a:pt x="633" y="456"/>
                      <a:pt x="444" y="456"/>
                    </a:cubicBezTo>
                    <a:cubicBezTo>
                      <a:pt x="444" y="420"/>
                      <a:pt x="444" y="383"/>
                      <a:pt x="444" y="345"/>
                    </a:cubicBezTo>
                    <a:cubicBezTo>
                      <a:pt x="371" y="345"/>
                      <a:pt x="298" y="345"/>
                      <a:pt x="222" y="345"/>
                    </a:cubicBezTo>
                    <a:cubicBezTo>
                      <a:pt x="222" y="309"/>
                      <a:pt x="222" y="272"/>
                      <a:pt x="222" y="234"/>
                    </a:cubicBezTo>
                    <a:cubicBezTo>
                      <a:pt x="214" y="235"/>
                      <a:pt x="214" y="235"/>
                      <a:pt x="170" y="241"/>
                    </a:cubicBezTo>
                    <a:cubicBezTo>
                      <a:pt x="151" y="239"/>
                      <a:pt x="131" y="237"/>
                      <a:pt x="111" y="234"/>
                    </a:cubicBezTo>
                    <a:cubicBezTo>
                      <a:pt x="80" y="186"/>
                      <a:pt x="80" y="186"/>
                      <a:pt x="56" y="123"/>
                    </a:cubicBezTo>
                    <a:cubicBezTo>
                      <a:pt x="45" y="102"/>
                      <a:pt x="35" y="82"/>
                      <a:pt x="24" y="61"/>
                    </a:cubicBezTo>
                    <a:cubicBezTo>
                      <a:pt x="16" y="44"/>
                      <a:pt x="8" y="28"/>
                      <a:pt x="0" y="12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59" name="ICON_SKILL_QUALITY_path_020"/>
              <p:cNvSpPr/>
              <p:nvPr/>
            </p:nvSpPr>
            <p:spPr>
              <a:xfrm>
                <a:off x="5011561" y="1382536"/>
                <a:ext cx="5644" cy="15522"/>
              </a:xfrm>
              <a:custGeom>
                <a:avLst/>
                <a:gdLst/>
                <a:ahLst/>
                <a:cxnLst/>
                <a:rect l="0" t="0" r="r" b="b"/>
                <a:pathLst>
                  <a:path w="444" h="1222" fill="norm" stroke="0">
                    <a:moveTo>
                      <a:pt x="222" y="0"/>
                    </a:moveTo>
                    <a:cubicBezTo>
                      <a:pt x="296" y="0"/>
                      <a:pt x="369" y="0"/>
                      <a:pt x="444" y="0"/>
                    </a:cubicBezTo>
                    <a:cubicBezTo>
                      <a:pt x="444" y="330"/>
                      <a:pt x="444" y="660"/>
                      <a:pt x="444" y="1000"/>
                    </a:cubicBezTo>
                    <a:cubicBezTo>
                      <a:pt x="408" y="1000"/>
                      <a:pt x="371" y="1000"/>
                      <a:pt x="333" y="1000"/>
                    </a:cubicBezTo>
                    <a:cubicBezTo>
                      <a:pt x="333" y="1037"/>
                      <a:pt x="333" y="1073"/>
                      <a:pt x="333" y="1111"/>
                    </a:cubicBezTo>
                    <a:cubicBezTo>
                      <a:pt x="297" y="1111"/>
                      <a:pt x="260" y="1111"/>
                      <a:pt x="222" y="1111"/>
                    </a:cubicBezTo>
                    <a:cubicBezTo>
                      <a:pt x="222" y="1148"/>
                      <a:pt x="222" y="1184"/>
                      <a:pt x="222" y="1222"/>
                    </a:cubicBezTo>
                    <a:cubicBezTo>
                      <a:pt x="149" y="1222"/>
                      <a:pt x="76" y="1222"/>
                      <a:pt x="0" y="1222"/>
                    </a:cubicBezTo>
                    <a:cubicBezTo>
                      <a:pt x="0" y="1149"/>
                      <a:pt x="0" y="1076"/>
                      <a:pt x="0" y="1000"/>
                    </a:cubicBezTo>
                    <a:cubicBezTo>
                      <a:pt x="37" y="1000"/>
                      <a:pt x="73" y="1000"/>
                      <a:pt x="111" y="1000"/>
                    </a:cubicBezTo>
                    <a:cubicBezTo>
                      <a:pt x="111" y="963"/>
                      <a:pt x="111" y="927"/>
                      <a:pt x="111" y="889"/>
                    </a:cubicBezTo>
                    <a:cubicBezTo>
                      <a:pt x="148" y="889"/>
                      <a:pt x="184" y="889"/>
                      <a:pt x="222" y="889"/>
                    </a:cubicBezTo>
                    <a:cubicBezTo>
                      <a:pt x="222" y="779"/>
                      <a:pt x="222" y="669"/>
                      <a:pt x="222" y="556"/>
                    </a:cubicBezTo>
                    <a:cubicBezTo>
                      <a:pt x="259" y="556"/>
                      <a:pt x="296" y="556"/>
                      <a:pt x="333" y="556"/>
                    </a:cubicBezTo>
                    <a:cubicBezTo>
                      <a:pt x="333" y="446"/>
                      <a:pt x="333" y="336"/>
                      <a:pt x="333" y="222"/>
                    </a:cubicBezTo>
                    <a:cubicBezTo>
                      <a:pt x="297" y="222"/>
                      <a:pt x="260" y="222"/>
                      <a:pt x="222" y="222"/>
                    </a:cubicBezTo>
                    <a:cubicBezTo>
                      <a:pt x="222" y="149"/>
                      <a:pt x="222" y="76"/>
                      <a:pt x="22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60" name="ICON_SKILL_QUALITY_path_021"/>
              <p:cNvSpPr/>
              <p:nvPr/>
            </p:nvSpPr>
            <p:spPr>
              <a:xfrm>
                <a:off x="4770261" y="1574447"/>
                <a:ext cx="9966" cy="9878"/>
              </a:xfrm>
              <a:custGeom>
                <a:avLst/>
                <a:gdLst/>
                <a:ahLst/>
                <a:cxnLst/>
                <a:rect l="0" t="0" r="r" b="b"/>
                <a:pathLst>
                  <a:path w="785" h="778" fill="norm" stroke="0">
                    <a:moveTo>
                      <a:pt x="0" y="0"/>
                    </a:moveTo>
                    <a:cubicBezTo>
                      <a:pt x="110" y="37"/>
                      <a:pt x="220" y="73"/>
                      <a:pt x="333" y="111"/>
                    </a:cubicBezTo>
                    <a:cubicBezTo>
                      <a:pt x="333" y="148"/>
                      <a:pt x="333" y="184"/>
                      <a:pt x="333" y="222"/>
                    </a:cubicBezTo>
                    <a:cubicBezTo>
                      <a:pt x="370" y="222"/>
                      <a:pt x="407" y="222"/>
                      <a:pt x="444" y="222"/>
                    </a:cubicBezTo>
                    <a:cubicBezTo>
                      <a:pt x="444" y="259"/>
                      <a:pt x="444" y="296"/>
                      <a:pt x="444" y="333"/>
                    </a:cubicBezTo>
                    <a:cubicBezTo>
                      <a:pt x="481" y="333"/>
                      <a:pt x="518" y="333"/>
                      <a:pt x="556" y="333"/>
                    </a:cubicBezTo>
                    <a:cubicBezTo>
                      <a:pt x="553" y="350"/>
                      <a:pt x="551" y="368"/>
                      <a:pt x="549" y="385"/>
                    </a:cubicBezTo>
                    <a:cubicBezTo>
                      <a:pt x="550" y="395"/>
                      <a:pt x="550" y="395"/>
                      <a:pt x="556" y="444"/>
                    </a:cubicBezTo>
                    <a:cubicBezTo>
                      <a:pt x="604" y="476"/>
                      <a:pt x="604" y="476"/>
                      <a:pt x="667" y="500"/>
                    </a:cubicBezTo>
                    <a:cubicBezTo>
                      <a:pt x="729" y="524"/>
                      <a:pt x="729" y="524"/>
                      <a:pt x="778" y="556"/>
                    </a:cubicBezTo>
                    <a:cubicBezTo>
                      <a:pt x="785" y="615"/>
                      <a:pt x="785" y="615"/>
                      <a:pt x="778" y="667"/>
                    </a:cubicBezTo>
                    <a:cubicBezTo>
                      <a:pt x="741" y="667"/>
                      <a:pt x="704" y="667"/>
                      <a:pt x="667" y="667"/>
                    </a:cubicBezTo>
                    <a:cubicBezTo>
                      <a:pt x="667" y="703"/>
                      <a:pt x="667" y="740"/>
                      <a:pt x="667" y="778"/>
                    </a:cubicBezTo>
                    <a:cubicBezTo>
                      <a:pt x="630" y="778"/>
                      <a:pt x="593" y="778"/>
                      <a:pt x="556" y="778"/>
                    </a:cubicBezTo>
                    <a:cubicBezTo>
                      <a:pt x="556" y="741"/>
                      <a:pt x="556" y="704"/>
                      <a:pt x="556" y="667"/>
                    </a:cubicBezTo>
                    <a:cubicBezTo>
                      <a:pt x="482" y="667"/>
                      <a:pt x="409" y="667"/>
                      <a:pt x="333" y="667"/>
                    </a:cubicBezTo>
                    <a:cubicBezTo>
                      <a:pt x="333" y="593"/>
                      <a:pt x="333" y="520"/>
                      <a:pt x="333" y="444"/>
                    </a:cubicBezTo>
                    <a:cubicBezTo>
                      <a:pt x="260" y="444"/>
                      <a:pt x="187" y="444"/>
                      <a:pt x="111" y="444"/>
                    </a:cubicBezTo>
                    <a:cubicBezTo>
                      <a:pt x="111" y="408"/>
                      <a:pt x="111" y="371"/>
                      <a:pt x="111" y="333"/>
                    </a:cubicBezTo>
                    <a:cubicBezTo>
                      <a:pt x="74" y="333"/>
                      <a:pt x="38" y="333"/>
                      <a:pt x="0" y="333"/>
                    </a:cubicBezTo>
                    <a:cubicBezTo>
                      <a:pt x="0" y="223"/>
                      <a:pt x="0" y="11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61" name="ICON_SKILL_QUALITY_path_022"/>
              <p:cNvSpPr/>
              <p:nvPr/>
            </p:nvSpPr>
            <p:spPr>
              <a:xfrm>
                <a:off x="4768850" y="1519414"/>
                <a:ext cx="7056" cy="12700"/>
              </a:xfrm>
              <a:custGeom>
                <a:avLst/>
                <a:gdLst/>
                <a:ahLst/>
                <a:cxnLst/>
                <a:rect l="0" t="0" r="r" b="b"/>
                <a:pathLst>
                  <a:path w="556" h="1000" fill="norm" stroke="0">
                    <a:moveTo>
                      <a:pt x="0" y="0"/>
                    </a:moveTo>
                    <a:cubicBezTo>
                      <a:pt x="73" y="0"/>
                      <a:pt x="147" y="0"/>
                      <a:pt x="222" y="0"/>
                    </a:cubicBezTo>
                    <a:cubicBezTo>
                      <a:pt x="222" y="110"/>
                      <a:pt x="222" y="220"/>
                      <a:pt x="222" y="333"/>
                    </a:cubicBezTo>
                    <a:cubicBezTo>
                      <a:pt x="259" y="333"/>
                      <a:pt x="296" y="333"/>
                      <a:pt x="333" y="333"/>
                    </a:cubicBezTo>
                    <a:cubicBezTo>
                      <a:pt x="333" y="443"/>
                      <a:pt x="333" y="553"/>
                      <a:pt x="333" y="667"/>
                    </a:cubicBezTo>
                    <a:cubicBezTo>
                      <a:pt x="370" y="667"/>
                      <a:pt x="407" y="667"/>
                      <a:pt x="444" y="667"/>
                    </a:cubicBezTo>
                    <a:cubicBezTo>
                      <a:pt x="444" y="740"/>
                      <a:pt x="444" y="813"/>
                      <a:pt x="444" y="889"/>
                    </a:cubicBezTo>
                    <a:cubicBezTo>
                      <a:pt x="481" y="889"/>
                      <a:pt x="518" y="889"/>
                      <a:pt x="556" y="889"/>
                    </a:cubicBezTo>
                    <a:cubicBezTo>
                      <a:pt x="556" y="926"/>
                      <a:pt x="556" y="962"/>
                      <a:pt x="556" y="1000"/>
                    </a:cubicBezTo>
                    <a:cubicBezTo>
                      <a:pt x="409" y="1000"/>
                      <a:pt x="262" y="1000"/>
                      <a:pt x="111" y="1000"/>
                    </a:cubicBezTo>
                    <a:cubicBezTo>
                      <a:pt x="111" y="890"/>
                      <a:pt x="111" y="780"/>
                      <a:pt x="111" y="667"/>
                    </a:cubicBezTo>
                    <a:cubicBezTo>
                      <a:pt x="148" y="667"/>
                      <a:pt x="184" y="667"/>
                      <a:pt x="222" y="667"/>
                    </a:cubicBezTo>
                    <a:cubicBezTo>
                      <a:pt x="222" y="593"/>
                      <a:pt x="222" y="520"/>
                      <a:pt x="222" y="444"/>
                    </a:cubicBezTo>
                    <a:cubicBezTo>
                      <a:pt x="186" y="444"/>
                      <a:pt x="149" y="444"/>
                      <a:pt x="111" y="444"/>
                    </a:cubicBezTo>
                    <a:cubicBezTo>
                      <a:pt x="111" y="408"/>
                      <a:pt x="111" y="371"/>
                      <a:pt x="111" y="333"/>
                    </a:cubicBezTo>
                    <a:cubicBezTo>
                      <a:pt x="74" y="333"/>
                      <a:pt x="38" y="333"/>
                      <a:pt x="0" y="333"/>
                    </a:cubicBezTo>
                    <a:cubicBezTo>
                      <a:pt x="0" y="223"/>
                      <a:pt x="0" y="11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62" name="ICON_SKILL_QUALITY_path_023"/>
              <p:cNvSpPr/>
              <p:nvPr/>
            </p:nvSpPr>
            <p:spPr>
              <a:xfrm>
                <a:off x="4842228" y="1352903"/>
                <a:ext cx="15522" cy="7326"/>
              </a:xfrm>
              <a:custGeom>
                <a:avLst/>
                <a:gdLst/>
                <a:ahLst/>
                <a:cxnLst/>
                <a:rect l="0" t="0" r="r" b="b"/>
                <a:pathLst>
                  <a:path w="1222" h="577" fill="norm" stroke="0">
                    <a:moveTo>
                      <a:pt x="556" y="0"/>
                    </a:moveTo>
                    <a:cubicBezTo>
                      <a:pt x="666" y="0"/>
                      <a:pt x="776" y="0"/>
                      <a:pt x="889" y="0"/>
                    </a:cubicBezTo>
                    <a:cubicBezTo>
                      <a:pt x="889" y="37"/>
                      <a:pt x="889" y="73"/>
                      <a:pt x="889" y="111"/>
                    </a:cubicBezTo>
                    <a:cubicBezTo>
                      <a:pt x="926" y="111"/>
                      <a:pt x="962" y="111"/>
                      <a:pt x="1000" y="111"/>
                    </a:cubicBezTo>
                    <a:cubicBezTo>
                      <a:pt x="1000" y="74"/>
                      <a:pt x="1000" y="38"/>
                      <a:pt x="1000" y="0"/>
                    </a:cubicBezTo>
                    <a:cubicBezTo>
                      <a:pt x="1073" y="0"/>
                      <a:pt x="1147" y="0"/>
                      <a:pt x="1222" y="0"/>
                    </a:cubicBezTo>
                    <a:cubicBezTo>
                      <a:pt x="1200" y="88"/>
                      <a:pt x="1174" y="156"/>
                      <a:pt x="1111" y="222"/>
                    </a:cubicBezTo>
                    <a:cubicBezTo>
                      <a:pt x="997" y="243"/>
                      <a:pt x="892" y="235"/>
                      <a:pt x="778" y="222"/>
                    </a:cubicBezTo>
                    <a:cubicBezTo>
                      <a:pt x="778" y="259"/>
                      <a:pt x="778" y="296"/>
                      <a:pt x="778" y="333"/>
                    </a:cubicBezTo>
                    <a:cubicBezTo>
                      <a:pt x="704" y="333"/>
                      <a:pt x="631" y="333"/>
                      <a:pt x="556" y="333"/>
                    </a:cubicBezTo>
                    <a:cubicBezTo>
                      <a:pt x="556" y="370"/>
                      <a:pt x="556" y="407"/>
                      <a:pt x="556" y="444"/>
                    </a:cubicBezTo>
                    <a:cubicBezTo>
                      <a:pt x="201" y="577"/>
                      <a:pt x="201" y="577"/>
                      <a:pt x="0" y="556"/>
                    </a:cubicBezTo>
                    <a:cubicBezTo>
                      <a:pt x="9" y="537"/>
                      <a:pt x="9" y="537"/>
                      <a:pt x="56" y="444"/>
                    </a:cubicBezTo>
                    <a:cubicBezTo>
                      <a:pt x="62" y="425"/>
                      <a:pt x="68" y="406"/>
                      <a:pt x="75" y="385"/>
                    </a:cubicBezTo>
                    <a:cubicBezTo>
                      <a:pt x="87" y="368"/>
                      <a:pt x="99" y="351"/>
                      <a:pt x="111" y="333"/>
                    </a:cubicBezTo>
                    <a:cubicBezTo>
                      <a:pt x="173" y="325"/>
                      <a:pt x="220" y="323"/>
                      <a:pt x="281" y="326"/>
                    </a:cubicBezTo>
                    <a:cubicBezTo>
                      <a:pt x="297" y="327"/>
                      <a:pt x="313" y="327"/>
                      <a:pt x="329" y="328"/>
                    </a:cubicBezTo>
                    <a:cubicBezTo>
                      <a:pt x="367" y="329"/>
                      <a:pt x="406" y="331"/>
                      <a:pt x="444" y="333"/>
                    </a:cubicBezTo>
                    <a:cubicBezTo>
                      <a:pt x="444" y="297"/>
                      <a:pt x="444" y="260"/>
                      <a:pt x="444" y="222"/>
                    </a:cubicBezTo>
                    <a:cubicBezTo>
                      <a:pt x="481" y="222"/>
                      <a:pt x="518" y="222"/>
                      <a:pt x="556" y="222"/>
                    </a:cubicBezTo>
                    <a:cubicBezTo>
                      <a:pt x="556" y="149"/>
                      <a:pt x="556" y="76"/>
                      <a:pt x="55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63" name="ICON_SKILL_QUALITY_path_024"/>
              <p:cNvSpPr/>
              <p:nvPr/>
            </p:nvSpPr>
            <p:spPr>
              <a:xfrm>
                <a:off x="4806950" y="1351492"/>
                <a:ext cx="12700" cy="8467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667" fill="norm" stroke="0">
                    <a:moveTo>
                      <a:pt x="0" y="0"/>
                    </a:moveTo>
                    <a:cubicBezTo>
                      <a:pt x="183" y="0"/>
                      <a:pt x="367" y="0"/>
                      <a:pt x="556" y="0"/>
                    </a:cubicBezTo>
                    <a:cubicBezTo>
                      <a:pt x="556" y="73"/>
                      <a:pt x="556" y="147"/>
                      <a:pt x="556" y="222"/>
                    </a:cubicBezTo>
                    <a:cubicBezTo>
                      <a:pt x="592" y="222"/>
                      <a:pt x="629" y="222"/>
                      <a:pt x="667" y="222"/>
                    </a:cubicBezTo>
                    <a:cubicBezTo>
                      <a:pt x="667" y="259"/>
                      <a:pt x="667" y="296"/>
                      <a:pt x="667" y="333"/>
                    </a:cubicBezTo>
                    <a:cubicBezTo>
                      <a:pt x="703" y="333"/>
                      <a:pt x="740" y="333"/>
                      <a:pt x="778" y="333"/>
                    </a:cubicBezTo>
                    <a:cubicBezTo>
                      <a:pt x="778" y="370"/>
                      <a:pt x="778" y="407"/>
                      <a:pt x="778" y="444"/>
                    </a:cubicBezTo>
                    <a:cubicBezTo>
                      <a:pt x="786" y="443"/>
                      <a:pt x="786" y="443"/>
                      <a:pt x="830" y="438"/>
                    </a:cubicBezTo>
                    <a:cubicBezTo>
                      <a:pt x="849" y="440"/>
                      <a:pt x="869" y="442"/>
                      <a:pt x="889" y="444"/>
                    </a:cubicBezTo>
                    <a:cubicBezTo>
                      <a:pt x="920" y="493"/>
                      <a:pt x="920" y="493"/>
                      <a:pt x="944" y="556"/>
                    </a:cubicBezTo>
                    <a:cubicBezTo>
                      <a:pt x="955" y="576"/>
                      <a:pt x="965" y="597"/>
                      <a:pt x="976" y="618"/>
                    </a:cubicBezTo>
                    <a:cubicBezTo>
                      <a:pt x="984" y="634"/>
                      <a:pt x="992" y="650"/>
                      <a:pt x="1000" y="667"/>
                    </a:cubicBezTo>
                    <a:cubicBezTo>
                      <a:pt x="927" y="667"/>
                      <a:pt x="853" y="667"/>
                      <a:pt x="778" y="667"/>
                    </a:cubicBezTo>
                    <a:cubicBezTo>
                      <a:pt x="778" y="630"/>
                      <a:pt x="778" y="593"/>
                      <a:pt x="778" y="556"/>
                    </a:cubicBezTo>
                    <a:cubicBezTo>
                      <a:pt x="741" y="556"/>
                      <a:pt x="704" y="556"/>
                      <a:pt x="667" y="556"/>
                    </a:cubicBezTo>
                    <a:cubicBezTo>
                      <a:pt x="667" y="519"/>
                      <a:pt x="667" y="482"/>
                      <a:pt x="667" y="444"/>
                    </a:cubicBezTo>
                    <a:cubicBezTo>
                      <a:pt x="593" y="444"/>
                      <a:pt x="520" y="444"/>
                      <a:pt x="444" y="444"/>
                    </a:cubicBezTo>
                    <a:cubicBezTo>
                      <a:pt x="444" y="408"/>
                      <a:pt x="444" y="371"/>
                      <a:pt x="444" y="333"/>
                    </a:cubicBezTo>
                    <a:cubicBezTo>
                      <a:pt x="408" y="333"/>
                      <a:pt x="371" y="333"/>
                      <a:pt x="333" y="333"/>
                    </a:cubicBezTo>
                    <a:cubicBezTo>
                      <a:pt x="333" y="297"/>
                      <a:pt x="333" y="260"/>
                      <a:pt x="333" y="222"/>
                    </a:cubicBezTo>
                    <a:cubicBezTo>
                      <a:pt x="324" y="221"/>
                      <a:pt x="324" y="221"/>
                      <a:pt x="274" y="216"/>
                    </a:cubicBezTo>
                    <a:cubicBezTo>
                      <a:pt x="249" y="212"/>
                      <a:pt x="224" y="209"/>
                      <a:pt x="198" y="205"/>
                    </a:cubicBezTo>
                    <a:cubicBezTo>
                      <a:pt x="173" y="202"/>
                      <a:pt x="148" y="198"/>
                      <a:pt x="122" y="195"/>
                    </a:cubicBezTo>
                    <a:cubicBezTo>
                      <a:pt x="100" y="186"/>
                      <a:pt x="78" y="176"/>
                      <a:pt x="56" y="167"/>
                    </a:cubicBezTo>
                    <a:cubicBezTo>
                      <a:pt x="37" y="112"/>
                      <a:pt x="19" y="5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64" name="ICON_SKILL_QUALITY_path_025"/>
              <p:cNvSpPr/>
              <p:nvPr/>
            </p:nvSpPr>
            <p:spPr>
              <a:xfrm>
                <a:off x="4853517" y="1606903"/>
                <a:ext cx="5644" cy="9878"/>
              </a:xfrm>
              <a:custGeom>
                <a:avLst/>
                <a:gdLst/>
                <a:ahLst/>
                <a:cxnLst/>
                <a:rect l="0" t="0" r="r" b="b"/>
                <a:pathLst>
                  <a:path w="444" h="778" fill="norm" stroke="0">
                    <a:moveTo>
                      <a:pt x="222" y="0"/>
                    </a:moveTo>
                    <a:cubicBezTo>
                      <a:pt x="296" y="0"/>
                      <a:pt x="369" y="0"/>
                      <a:pt x="444" y="0"/>
                    </a:cubicBezTo>
                    <a:cubicBezTo>
                      <a:pt x="444" y="220"/>
                      <a:pt x="444" y="440"/>
                      <a:pt x="444" y="667"/>
                    </a:cubicBezTo>
                    <a:cubicBezTo>
                      <a:pt x="371" y="667"/>
                      <a:pt x="298" y="667"/>
                      <a:pt x="222" y="667"/>
                    </a:cubicBezTo>
                    <a:cubicBezTo>
                      <a:pt x="222" y="703"/>
                      <a:pt x="222" y="740"/>
                      <a:pt x="222" y="778"/>
                    </a:cubicBezTo>
                    <a:cubicBezTo>
                      <a:pt x="186" y="778"/>
                      <a:pt x="149" y="778"/>
                      <a:pt x="111" y="778"/>
                    </a:cubicBezTo>
                    <a:cubicBezTo>
                      <a:pt x="111" y="741"/>
                      <a:pt x="111" y="704"/>
                      <a:pt x="111" y="667"/>
                    </a:cubicBezTo>
                    <a:cubicBezTo>
                      <a:pt x="74" y="667"/>
                      <a:pt x="38" y="667"/>
                      <a:pt x="0" y="667"/>
                    </a:cubicBezTo>
                    <a:cubicBezTo>
                      <a:pt x="0" y="630"/>
                      <a:pt x="0" y="593"/>
                      <a:pt x="0" y="556"/>
                    </a:cubicBezTo>
                    <a:cubicBezTo>
                      <a:pt x="37" y="556"/>
                      <a:pt x="73" y="556"/>
                      <a:pt x="111" y="556"/>
                    </a:cubicBezTo>
                    <a:cubicBezTo>
                      <a:pt x="111" y="446"/>
                      <a:pt x="111" y="336"/>
                      <a:pt x="111" y="222"/>
                    </a:cubicBezTo>
                    <a:cubicBezTo>
                      <a:pt x="148" y="222"/>
                      <a:pt x="184" y="222"/>
                      <a:pt x="222" y="222"/>
                    </a:cubicBezTo>
                    <a:cubicBezTo>
                      <a:pt x="222" y="149"/>
                      <a:pt x="222" y="76"/>
                      <a:pt x="22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65" name="ICON_SKILL_QUALITY_path_026"/>
              <p:cNvSpPr/>
              <p:nvPr/>
            </p:nvSpPr>
            <p:spPr>
              <a:xfrm>
                <a:off x="5025672" y="1498247"/>
                <a:ext cx="16933" cy="8467"/>
              </a:xfrm>
              <a:custGeom>
                <a:avLst/>
                <a:gdLst/>
                <a:ahLst/>
                <a:cxnLst/>
                <a:rect l="0" t="0" r="r" b="b"/>
                <a:pathLst>
                  <a:path w="1333" h="667" fill="norm" stroke="0">
                    <a:moveTo>
                      <a:pt x="1222" y="0"/>
                    </a:moveTo>
                    <a:cubicBezTo>
                      <a:pt x="1259" y="18"/>
                      <a:pt x="1296" y="37"/>
                      <a:pt x="1333" y="56"/>
                    </a:cubicBezTo>
                    <a:cubicBezTo>
                      <a:pt x="1304" y="239"/>
                      <a:pt x="1239" y="418"/>
                      <a:pt x="1111" y="556"/>
                    </a:cubicBezTo>
                    <a:cubicBezTo>
                      <a:pt x="1032" y="579"/>
                      <a:pt x="968" y="574"/>
                      <a:pt x="889" y="556"/>
                    </a:cubicBezTo>
                    <a:cubicBezTo>
                      <a:pt x="889" y="592"/>
                      <a:pt x="889" y="629"/>
                      <a:pt x="889" y="667"/>
                    </a:cubicBezTo>
                    <a:cubicBezTo>
                      <a:pt x="596" y="667"/>
                      <a:pt x="302" y="667"/>
                      <a:pt x="0" y="667"/>
                    </a:cubicBezTo>
                    <a:cubicBezTo>
                      <a:pt x="0" y="630"/>
                      <a:pt x="0" y="593"/>
                      <a:pt x="0" y="556"/>
                    </a:cubicBezTo>
                    <a:cubicBezTo>
                      <a:pt x="15" y="554"/>
                      <a:pt x="30" y="553"/>
                      <a:pt x="45" y="551"/>
                    </a:cubicBezTo>
                    <a:cubicBezTo>
                      <a:pt x="112" y="545"/>
                      <a:pt x="179" y="538"/>
                      <a:pt x="247" y="531"/>
                    </a:cubicBezTo>
                    <a:cubicBezTo>
                      <a:pt x="270" y="529"/>
                      <a:pt x="293" y="527"/>
                      <a:pt x="317" y="525"/>
                    </a:cubicBezTo>
                    <a:cubicBezTo>
                      <a:pt x="329" y="523"/>
                      <a:pt x="329" y="523"/>
                      <a:pt x="385" y="518"/>
                    </a:cubicBezTo>
                    <a:cubicBezTo>
                      <a:pt x="406" y="516"/>
                      <a:pt x="427" y="513"/>
                      <a:pt x="448" y="511"/>
                    </a:cubicBezTo>
                    <a:cubicBezTo>
                      <a:pt x="500" y="500"/>
                      <a:pt x="500" y="500"/>
                      <a:pt x="556" y="444"/>
                    </a:cubicBezTo>
                    <a:cubicBezTo>
                      <a:pt x="595" y="434"/>
                      <a:pt x="595" y="434"/>
                      <a:pt x="640" y="429"/>
                    </a:cubicBezTo>
                    <a:cubicBezTo>
                      <a:pt x="649" y="428"/>
                      <a:pt x="649" y="428"/>
                      <a:pt x="691" y="422"/>
                    </a:cubicBezTo>
                    <a:cubicBezTo>
                      <a:pt x="708" y="421"/>
                      <a:pt x="725" y="419"/>
                      <a:pt x="743" y="417"/>
                    </a:cubicBezTo>
                    <a:cubicBezTo>
                      <a:pt x="873" y="402"/>
                      <a:pt x="988" y="379"/>
                      <a:pt x="1111" y="333"/>
                    </a:cubicBezTo>
                    <a:cubicBezTo>
                      <a:pt x="1111" y="297"/>
                      <a:pt x="1111" y="260"/>
                      <a:pt x="1111" y="222"/>
                    </a:cubicBezTo>
                    <a:cubicBezTo>
                      <a:pt x="1148" y="222"/>
                      <a:pt x="1184" y="222"/>
                      <a:pt x="1222" y="222"/>
                    </a:cubicBezTo>
                    <a:cubicBezTo>
                      <a:pt x="1222" y="149"/>
                      <a:pt x="1222" y="76"/>
                      <a:pt x="122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66" name="ICON_SKILL_QUALITY_path_027"/>
              <p:cNvSpPr/>
              <p:nvPr/>
            </p:nvSpPr>
            <p:spPr>
              <a:xfrm>
                <a:off x="4853517" y="1338792"/>
                <a:ext cx="5644" cy="9878"/>
              </a:xfrm>
              <a:custGeom>
                <a:avLst/>
                <a:gdLst/>
                <a:ahLst/>
                <a:cxnLst/>
                <a:rect l="0" t="0" r="r" b="b"/>
                <a:pathLst>
                  <a:path w="444" h="778" fill="norm" stroke="0">
                    <a:moveTo>
                      <a:pt x="0" y="0"/>
                    </a:moveTo>
                    <a:cubicBezTo>
                      <a:pt x="73" y="0"/>
                      <a:pt x="147" y="0"/>
                      <a:pt x="222" y="0"/>
                    </a:cubicBezTo>
                    <a:cubicBezTo>
                      <a:pt x="222" y="37"/>
                      <a:pt x="222" y="73"/>
                      <a:pt x="222" y="111"/>
                    </a:cubicBezTo>
                    <a:cubicBezTo>
                      <a:pt x="296" y="111"/>
                      <a:pt x="369" y="111"/>
                      <a:pt x="444" y="111"/>
                    </a:cubicBezTo>
                    <a:cubicBezTo>
                      <a:pt x="444" y="331"/>
                      <a:pt x="444" y="551"/>
                      <a:pt x="444" y="778"/>
                    </a:cubicBezTo>
                    <a:cubicBezTo>
                      <a:pt x="371" y="741"/>
                      <a:pt x="298" y="704"/>
                      <a:pt x="222" y="667"/>
                    </a:cubicBezTo>
                    <a:cubicBezTo>
                      <a:pt x="222" y="630"/>
                      <a:pt x="222" y="593"/>
                      <a:pt x="222" y="556"/>
                    </a:cubicBezTo>
                    <a:cubicBezTo>
                      <a:pt x="186" y="556"/>
                      <a:pt x="149" y="556"/>
                      <a:pt x="111" y="556"/>
                    </a:cubicBezTo>
                    <a:cubicBezTo>
                      <a:pt x="111" y="482"/>
                      <a:pt x="111" y="409"/>
                      <a:pt x="111" y="333"/>
                    </a:cubicBezTo>
                    <a:cubicBezTo>
                      <a:pt x="74" y="333"/>
                      <a:pt x="38" y="333"/>
                      <a:pt x="0" y="333"/>
                    </a:cubicBezTo>
                    <a:cubicBezTo>
                      <a:pt x="0" y="297"/>
                      <a:pt x="0" y="260"/>
                      <a:pt x="0" y="222"/>
                    </a:cubicBezTo>
                    <a:cubicBezTo>
                      <a:pt x="37" y="222"/>
                      <a:pt x="73" y="222"/>
                      <a:pt x="111" y="222"/>
                    </a:cubicBezTo>
                    <a:cubicBezTo>
                      <a:pt x="111" y="186"/>
                      <a:pt x="111" y="149"/>
                      <a:pt x="111" y="111"/>
                    </a:cubicBezTo>
                    <a:cubicBezTo>
                      <a:pt x="74" y="111"/>
                      <a:pt x="38" y="111"/>
                      <a:pt x="0" y="111"/>
                    </a:cubicBezTo>
                    <a:cubicBezTo>
                      <a:pt x="0" y="74"/>
                      <a:pt x="0" y="3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67" name="ICON_SKILL_QUALITY_path_028"/>
              <p:cNvSpPr/>
              <p:nvPr/>
            </p:nvSpPr>
            <p:spPr>
              <a:xfrm>
                <a:off x="4767439" y="1417814"/>
                <a:ext cx="8467" cy="12700"/>
              </a:xfrm>
              <a:custGeom>
                <a:avLst/>
                <a:gdLst/>
                <a:ahLst/>
                <a:cxnLst/>
                <a:rect l="0" t="0" r="r" b="b"/>
                <a:pathLst>
                  <a:path w="667" h="1000" fill="norm" stroke="0">
                    <a:moveTo>
                      <a:pt x="556" y="0"/>
                    </a:moveTo>
                    <a:cubicBezTo>
                      <a:pt x="592" y="0"/>
                      <a:pt x="629" y="0"/>
                      <a:pt x="667" y="0"/>
                    </a:cubicBezTo>
                    <a:cubicBezTo>
                      <a:pt x="646" y="212"/>
                      <a:pt x="568" y="372"/>
                      <a:pt x="469" y="558"/>
                    </a:cubicBezTo>
                    <a:cubicBezTo>
                      <a:pt x="394" y="704"/>
                      <a:pt x="349" y="835"/>
                      <a:pt x="333" y="1000"/>
                    </a:cubicBezTo>
                    <a:cubicBezTo>
                      <a:pt x="260" y="1000"/>
                      <a:pt x="187" y="1000"/>
                      <a:pt x="111" y="1000"/>
                    </a:cubicBezTo>
                    <a:cubicBezTo>
                      <a:pt x="111" y="963"/>
                      <a:pt x="111" y="927"/>
                      <a:pt x="111" y="889"/>
                    </a:cubicBezTo>
                    <a:cubicBezTo>
                      <a:pt x="74" y="889"/>
                      <a:pt x="38" y="889"/>
                      <a:pt x="0" y="889"/>
                    </a:cubicBezTo>
                    <a:cubicBezTo>
                      <a:pt x="0" y="816"/>
                      <a:pt x="0" y="742"/>
                      <a:pt x="0" y="667"/>
                    </a:cubicBezTo>
                    <a:cubicBezTo>
                      <a:pt x="37" y="667"/>
                      <a:pt x="73" y="667"/>
                      <a:pt x="111" y="667"/>
                    </a:cubicBezTo>
                    <a:cubicBezTo>
                      <a:pt x="111" y="703"/>
                      <a:pt x="111" y="740"/>
                      <a:pt x="111" y="778"/>
                    </a:cubicBezTo>
                    <a:cubicBezTo>
                      <a:pt x="148" y="778"/>
                      <a:pt x="184" y="778"/>
                      <a:pt x="222" y="778"/>
                    </a:cubicBezTo>
                    <a:cubicBezTo>
                      <a:pt x="222" y="704"/>
                      <a:pt x="222" y="631"/>
                      <a:pt x="222" y="556"/>
                    </a:cubicBezTo>
                    <a:cubicBezTo>
                      <a:pt x="259" y="556"/>
                      <a:pt x="296" y="556"/>
                      <a:pt x="333" y="556"/>
                    </a:cubicBezTo>
                    <a:cubicBezTo>
                      <a:pt x="333" y="482"/>
                      <a:pt x="333" y="409"/>
                      <a:pt x="333" y="333"/>
                    </a:cubicBezTo>
                    <a:cubicBezTo>
                      <a:pt x="370" y="333"/>
                      <a:pt x="407" y="333"/>
                      <a:pt x="444" y="333"/>
                    </a:cubicBezTo>
                    <a:cubicBezTo>
                      <a:pt x="444" y="260"/>
                      <a:pt x="444" y="187"/>
                      <a:pt x="444" y="111"/>
                    </a:cubicBezTo>
                    <a:cubicBezTo>
                      <a:pt x="481" y="111"/>
                      <a:pt x="518" y="111"/>
                      <a:pt x="556" y="111"/>
                    </a:cubicBezTo>
                    <a:cubicBezTo>
                      <a:pt x="556" y="74"/>
                      <a:pt x="556" y="38"/>
                      <a:pt x="55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68" name="ICON_SKILL_QUALITY_path_029"/>
              <p:cNvSpPr/>
              <p:nvPr/>
            </p:nvSpPr>
            <p:spPr>
              <a:xfrm>
                <a:off x="5003094" y="1520737"/>
                <a:ext cx="8467" cy="11377"/>
              </a:xfrm>
              <a:custGeom>
                <a:avLst/>
                <a:gdLst/>
                <a:ahLst/>
                <a:cxnLst/>
                <a:rect l="0" t="0" r="r" b="b"/>
                <a:pathLst>
                  <a:path w="667" h="896" fill="norm" stroke="0">
                    <a:moveTo>
                      <a:pt x="396" y="0"/>
                    </a:moveTo>
                    <a:cubicBezTo>
                      <a:pt x="412" y="2"/>
                      <a:pt x="428" y="5"/>
                      <a:pt x="444" y="7"/>
                    </a:cubicBezTo>
                    <a:cubicBezTo>
                      <a:pt x="444" y="44"/>
                      <a:pt x="444" y="80"/>
                      <a:pt x="444" y="118"/>
                    </a:cubicBezTo>
                    <a:cubicBezTo>
                      <a:pt x="481" y="118"/>
                      <a:pt x="518" y="118"/>
                      <a:pt x="556" y="118"/>
                    </a:cubicBezTo>
                    <a:cubicBezTo>
                      <a:pt x="556" y="155"/>
                      <a:pt x="556" y="191"/>
                      <a:pt x="556" y="229"/>
                    </a:cubicBezTo>
                    <a:cubicBezTo>
                      <a:pt x="592" y="229"/>
                      <a:pt x="629" y="229"/>
                      <a:pt x="667" y="229"/>
                    </a:cubicBezTo>
                    <a:cubicBezTo>
                      <a:pt x="667" y="266"/>
                      <a:pt x="667" y="302"/>
                      <a:pt x="667" y="340"/>
                    </a:cubicBezTo>
                    <a:cubicBezTo>
                      <a:pt x="593" y="340"/>
                      <a:pt x="520" y="340"/>
                      <a:pt x="444" y="340"/>
                    </a:cubicBezTo>
                    <a:cubicBezTo>
                      <a:pt x="444" y="377"/>
                      <a:pt x="444" y="414"/>
                      <a:pt x="444" y="451"/>
                    </a:cubicBezTo>
                    <a:cubicBezTo>
                      <a:pt x="408" y="451"/>
                      <a:pt x="371" y="451"/>
                      <a:pt x="333" y="451"/>
                    </a:cubicBezTo>
                    <a:cubicBezTo>
                      <a:pt x="333" y="488"/>
                      <a:pt x="333" y="525"/>
                      <a:pt x="333" y="562"/>
                    </a:cubicBezTo>
                    <a:cubicBezTo>
                      <a:pt x="297" y="562"/>
                      <a:pt x="260" y="562"/>
                      <a:pt x="222" y="562"/>
                    </a:cubicBezTo>
                    <a:cubicBezTo>
                      <a:pt x="222" y="636"/>
                      <a:pt x="222" y="709"/>
                      <a:pt x="222" y="785"/>
                    </a:cubicBezTo>
                    <a:cubicBezTo>
                      <a:pt x="186" y="785"/>
                      <a:pt x="149" y="785"/>
                      <a:pt x="111" y="785"/>
                    </a:cubicBezTo>
                    <a:cubicBezTo>
                      <a:pt x="111" y="821"/>
                      <a:pt x="111" y="858"/>
                      <a:pt x="111" y="896"/>
                    </a:cubicBezTo>
                    <a:cubicBezTo>
                      <a:pt x="74" y="896"/>
                      <a:pt x="38" y="896"/>
                      <a:pt x="0" y="896"/>
                    </a:cubicBezTo>
                    <a:cubicBezTo>
                      <a:pt x="28" y="744"/>
                      <a:pt x="58" y="597"/>
                      <a:pt x="111" y="451"/>
                    </a:cubicBezTo>
                    <a:cubicBezTo>
                      <a:pt x="148" y="451"/>
                      <a:pt x="184" y="451"/>
                      <a:pt x="222" y="451"/>
                    </a:cubicBezTo>
                    <a:cubicBezTo>
                      <a:pt x="221" y="429"/>
                      <a:pt x="220" y="406"/>
                      <a:pt x="218" y="382"/>
                    </a:cubicBezTo>
                    <a:cubicBezTo>
                      <a:pt x="217" y="352"/>
                      <a:pt x="216" y="322"/>
                      <a:pt x="215" y="292"/>
                    </a:cubicBezTo>
                    <a:cubicBezTo>
                      <a:pt x="215" y="284"/>
                      <a:pt x="215" y="284"/>
                      <a:pt x="212" y="246"/>
                    </a:cubicBezTo>
                    <a:cubicBezTo>
                      <a:pt x="210" y="163"/>
                      <a:pt x="215" y="114"/>
                      <a:pt x="274" y="52"/>
                    </a:cubicBezTo>
                    <a:cubicBezTo>
                      <a:pt x="333" y="7"/>
                      <a:pt x="333" y="7"/>
                      <a:pt x="3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  <p:sp>
            <p:nvSpPr>
              <p:cNvPr id="569" name="ICON_SKILL_QUALITY_path_030"/>
              <p:cNvSpPr/>
              <p:nvPr/>
            </p:nvSpPr>
            <p:spPr>
              <a:xfrm>
                <a:off x="4826706" y="1359958"/>
                <a:ext cx="12700" cy="5644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444" fill="norm" stroke="0">
                    <a:moveTo>
                      <a:pt x="667" y="0"/>
                    </a:moveTo>
                    <a:cubicBezTo>
                      <a:pt x="777" y="0"/>
                      <a:pt x="887" y="0"/>
                      <a:pt x="1000" y="0"/>
                    </a:cubicBezTo>
                    <a:cubicBezTo>
                      <a:pt x="941" y="157"/>
                      <a:pt x="941" y="157"/>
                      <a:pt x="889" y="222"/>
                    </a:cubicBezTo>
                    <a:cubicBezTo>
                      <a:pt x="812" y="242"/>
                      <a:pt x="745" y="236"/>
                      <a:pt x="667" y="222"/>
                    </a:cubicBezTo>
                    <a:cubicBezTo>
                      <a:pt x="667" y="259"/>
                      <a:pt x="667" y="296"/>
                      <a:pt x="667" y="333"/>
                    </a:cubicBezTo>
                    <a:cubicBezTo>
                      <a:pt x="593" y="333"/>
                      <a:pt x="520" y="333"/>
                      <a:pt x="444" y="333"/>
                    </a:cubicBezTo>
                    <a:cubicBezTo>
                      <a:pt x="444" y="370"/>
                      <a:pt x="444" y="407"/>
                      <a:pt x="444" y="444"/>
                    </a:cubicBezTo>
                    <a:cubicBezTo>
                      <a:pt x="298" y="444"/>
                      <a:pt x="151" y="444"/>
                      <a:pt x="0" y="444"/>
                    </a:cubicBezTo>
                    <a:cubicBezTo>
                      <a:pt x="0" y="371"/>
                      <a:pt x="0" y="298"/>
                      <a:pt x="0" y="222"/>
                    </a:cubicBezTo>
                    <a:cubicBezTo>
                      <a:pt x="183" y="222"/>
                      <a:pt x="367" y="222"/>
                      <a:pt x="556" y="222"/>
                    </a:cubicBezTo>
                    <a:cubicBezTo>
                      <a:pt x="556" y="186"/>
                      <a:pt x="556" y="149"/>
                      <a:pt x="556" y="111"/>
                    </a:cubicBezTo>
                    <a:cubicBezTo>
                      <a:pt x="592" y="111"/>
                      <a:pt x="629" y="111"/>
                      <a:pt x="667" y="111"/>
                    </a:cubicBezTo>
                    <a:cubicBezTo>
                      <a:pt x="667" y="74"/>
                      <a:pt x="667" y="38"/>
                      <a:pt x="66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06" cap="flat">
                <a:noFill/>
              </a:ln>
            </p:spPr>
          </p:sp>
        </p:grpSp>
        <p:grpSp>
          <p:nvGrpSpPr>
            <p:cNvPr id="570" name="ICON_SKILL_SPECTRAL"/>
            <p:cNvGrpSpPr/>
            <p:nvPr/>
          </p:nvGrpSpPr>
          <p:grpSpPr>
            <a:xfrm>
              <a:off x="4722812" y="1674812"/>
              <a:ext cx="293688" cy="341312"/>
              <a:chOff x="4722812" y="1674812"/>
              <a:chExt cx="293688" cy="341312"/>
            </a:xfrm>
          </p:grpSpPr>
          <p:sp>
            <p:nvSpPr>
              <p:cNvPr id="571" name="ICON_SKILL_SPECTRAL_path_001"/>
              <p:cNvSpPr/>
              <p:nvPr/>
            </p:nvSpPr>
            <p:spPr>
              <a:xfrm>
                <a:off x="4727549" y="1745073"/>
                <a:ext cx="286878" cy="201039"/>
              </a:xfrm>
              <a:custGeom>
                <a:avLst/>
                <a:gdLst/>
                <a:ahLst/>
                <a:cxnLst/>
                <a:rect l="0" t="0" r="r" b="b"/>
                <a:pathLst>
                  <a:path w="22589" h="15830" fill="norm" stroke="0">
                    <a:moveTo>
                      <a:pt x="11283" y="26"/>
                    </a:moveTo>
                    <a:cubicBezTo>
                      <a:pt x="11620" y="22"/>
                      <a:pt x="11957" y="18"/>
                      <a:pt x="12294" y="16"/>
                    </a:cubicBezTo>
                    <a:cubicBezTo>
                      <a:pt x="12451" y="15"/>
                      <a:pt x="12608" y="14"/>
                      <a:pt x="12764" y="12"/>
                    </a:cubicBezTo>
                    <a:cubicBezTo>
                      <a:pt x="12901" y="10"/>
                      <a:pt x="13037" y="9"/>
                      <a:pt x="13174" y="8"/>
                    </a:cubicBezTo>
                    <a:cubicBezTo>
                      <a:pt x="13246" y="8"/>
                      <a:pt x="13318" y="8"/>
                      <a:pt x="13390" y="6"/>
                    </a:cubicBezTo>
                    <a:cubicBezTo>
                      <a:pt x="13459" y="5"/>
                      <a:pt x="13527" y="5"/>
                      <a:pt x="13595" y="5"/>
                    </a:cubicBezTo>
                    <a:cubicBezTo>
                      <a:pt x="13620" y="5"/>
                      <a:pt x="13645" y="4"/>
                      <a:pt x="13669" y="4"/>
                    </a:cubicBezTo>
                    <a:cubicBezTo>
                      <a:pt x="13803" y="0"/>
                      <a:pt x="13894" y="11"/>
                      <a:pt x="13993" y="105"/>
                    </a:cubicBezTo>
                    <a:cubicBezTo>
                      <a:pt x="14082" y="194"/>
                      <a:pt x="14102" y="273"/>
                      <a:pt x="14105" y="397"/>
                    </a:cubicBezTo>
                    <a:cubicBezTo>
                      <a:pt x="14104" y="421"/>
                      <a:pt x="14104" y="445"/>
                      <a:pt x="14103" y="468"/>
                    </a:cubicBezTo>
                    <a:cubicBezTo>
                      <a:pt x="14103" y="494"/>
                      <a:pt x="14103" y="520"/>
                      <a:pt x="14104" y="545"/>
                    </a:cubicBezTo>
                    <a:cubicBezTo>
                      <a:pt x="14104" y="616"/>
                      <a:pt x="14104" y="686"/>
                      <a:pt x="14103" y="757"/>
                    </a:cubicBezTo>
                    <a:cubicBezTo>
                      <a:pt x="14102" y="833"/>
                      <a:pt x="14103" y="910"/>
                      <a:pt x="14103" y="986"/>
                    </a:cubicBezTo>
                    <a:cubicBezTo>
                      <a:pt x="14103" y="1121"/>
                      <a:pt x="14103" y="1255"/>
                      <a:pt x="14102" y="1389"/>
                    </a:cubicBezTo>
                    <a:cubicBezTo>
                      <a:pt x="14101" y="1589"/>
                      <a:pt x="14101" y="1788"/>
                      <a:pt x="14101" y="1988"/>
                    </a:cubicBezTo>
                    <a:cubicBezTo>
                      <a:pt x="14102" y="2324"/>
                      <a:pt x="14101" y="2659"/>
                      <a:pt x="14100" y="2995"/>
                    </a:cubicBezTo>
                    <a:cubicBezTo>
                      <a:pt x="14099" y="3328"/>
                      <a:pt x="14098" y="3660"/>
                      <a:pt x="14098" y="3993"/>
                    </a:cubicBezTo>
                    <a:cubicBezTo>
                      <a:pt x="14098" y="4013"/>
                      <a:pt x="14098" y="4034"/>
                      <a:pt x="14098" y="4055"/>
                    </a:cubicBezTo>
                    <a:cubicBezTo>
                      <a:pt x="14098" y="4160"/>
                      <a:pt x="14098" y="4265"/>
                      <a:pt x="14098" y="4370"/>
                    </a:cubicBezTo>
                    <a:cubicBezTo>
                      <a:pt x="14097" y="5114"/>
                      <a:pt x="14096" y="5857"/>
                      <a:pt x="14094" y="6601"/>
                    </a:cubicBezTo>
                    <a:cubicBezTo>
                      <a:pt x="14092" y="7323"/>
                      <a:pt x="14091" y="8045"/>
                      <a:pt x="14090" y="8768"/>
                    </a:cubicBezTo>
                    <a:cubicBezTo>
                      <a:pt x="14090" y="8790"/>
                      <a:pt x="14090" y="8812"/>
                      <a:pt x="14090" y="8835"/>
                    </a:cubicBezTo>
                    <a:cubicBezTo>
                      <a:pt x="14090" y="9059"/>
                      <a:pt x="14090" y="9282"/>
                      <a:pt x="14090" y="9506"/>
                    </a:cubicBezTo>
                    <a:cubicBezTo>
                      <a:pt x="14089" y="9962"/>
                      <a:pt x="14089" y="10417"/>
                      <a:pt x="14088" y="10873"/>
                    </a:cubicBezTo>
                    <a:cubicBezTo>
                      <a:pt x="14088" y="10883"/>
                      <a:pt x="14088" y="10883"/>
                      <a:pt x="14088" y="10936"/>
                    </a:cubicBezTo>
                    <a:cubicBezTo>
                      <a:pt x="14086" y="12335"/>
                      <a:pt x="14083" y="13733"/>
                      <a:pt x="14080" y="15132"/>
                    </a:cubicBezTo>
                    <a:cubicBezTo>
                      <a:pt x="14142" y="15132"/>
                      <a:pt x="14203" y="15132"/>
                      <a:pt x="14267" y="15132"/>
                    </a:cubicBezTo>
                    <a:cubicBezTo>
                      <a:pt x="14267" y="15163"/>
                      <a:pt x="14267" y="15193"/>
                      <a:pt x="14267" y="15225"/>
                    </a:cubicBezTo>
                    <a:cubicBezTo>
                      <a:pt x="14451" y="15225"/>
                      <a:pt x="14636" y="15225"/>
                      <a:pt x="14826" y="15225"/>
                    </a:cubicBezTo>
                    <a:cubicBezTo>
                      <a:pt x="14826" y="15194"/>
                      <a:pt x="14826" y="15163"/>
                      <a:pt x="14826" y="15132"/>
                    </a:cubicBezTo>
                    <a:cubicBezTo>
                      <a:pt x="14857" y="15132"/>
                      <a:pt x="14888" y="15132"/>
                      <a:pt x="14919" y="15132"/>
                    </a:cubicBezTo>
                    <a:cubicBezTo>
                      <a:pt x="14919" y="11685"/>
                      <a:pt x="14919" y="8239"/>
                      <a:pt x="14919" y="4688"/>
                    </a:cubicBezTo>
                    <a:cubicBezTo>
                      <a:pt x="14950" y="4688"/>
                      <a:pt x="14981" y="4688"/>
                      <a:pt x="15013" y="4688"/>
                    </a:cubicBezTo>
                    <a:cubicBezTo>
                      <a:pt x="15011" y="4675"/>
                      <a:pt x="15009" y="4661"/>
                      <a:pt x="15007" y="4648"/>
                    </a:cubicBezTo>
                    <a:cubicBezTo>
                      <a:pt x="15016" y="4563"/>
                      <a:pt x="15065" y="4524"/>
                      <a:pt x="15127" y="4472"/>
                    </a:cubicBezTo>
                    <a:cubicBezTo>
                      <a:pt x="15298" y="4354"/>
                      <a:pt x="15526" y="4381"/>
                      <a:pt x="15725" y="4383"/>
                    </a:cubicBezTo>
                    <a:cubicBezTo>
                      <a:pt x="15787" y="4384"/>
                      <a:pt x="15850" y="4383"/>
                      <a:pt x="15913" y="4383"/>
                    </a:cubicBezTo>
                    <a:cubicBezTo>
                      <a:pt x="16018" y="4383"/>
                      <a:pt x="16124" y="4383"/>
                      <a:pt x="16229" y="4384"/>
                    </a:cubicBezTo>
                    <a:cubicBezTo>
                      <a:pt x="16350" y="4385"/>
                      <a:pt x="16472" y="4385"/>
                      <a:pt x="16593" y="4384"/>
                    </a:cubicBezTo>
                    <a:cubicBezTo>
                      <a:pt x="16698" y="4383"/>
                      <a:pt x="16803" y="4383"/>
                      <a:pt x="16908" y="4383"/>
                    </a:cubicBezTo>
                    <a:cubicBezTo>
                      <a:pt x="16970" y="4384"/>
                      <a:pt x="17032" y="4384"/>
                      <a:pt x="17095" y="4383"/>
                    </a:cubicBezTo>
                    <a:cubicBezTo>
                      <a:pt x="17164" y="4382"/>
                      <a:pt x="17234" y="4383"/>
                      <a:pt x="17303" y="4384"/>
                    </a:cubicBezTo>
                    <a:cubicBezTo>
                      <a:pt x="17323" y="4384"/>
                      <a:pt x="17344" y="4384"/>
                      <a:pt x="17365" y="4383"/>
                    </a:cubicBezTo>
                    <a:cubicBezTo>
                      <a:pt x="17486" y="4387"/>
                      <a:pt x="17566" y="4416"/>
                      <a:pt x="17654" y="4501"/>
                    </a:cubicBezTo>
                    <a:cubicBezTo>
                      <a:pt x="17774" y="4640"/>
                      <a:pt x="17742" y="4846"/>
                      <a:pt x="17739" y="5017"/>
                    </a:cubicBezTo>
                    <a:cubicBezTo>
                      <a:pt x="17739" y="5061"/>
                      <a:pt x="17739" y="5105"/>
                      <a:pt x="17740" y="5148"/>
                    </a:cubicBezTo>
                    <a:cubicBezTo>
                      <a:pt x="17740" y="5243"/>
                      <a:pt x="17740" y="5338"/>
                      <a:pt x="17739" y="5433"/>
                    </a:cubicBezTo>
                    <a:cubicBezTo>
                      <a:pt x="17738" y="5573"/>
                      <a:pt x="17738" y="5714"/>
                      <a:pt x="17738" y="5855"/>
                    </a:cubicBezTo>
                    <a:cubicBezTo>
                      <a:pt x="17738" y="6092"/>
                      <a:pt x="17738" y="6329"/>
                      <a:pt x="17736" y="6566"/>
                    </a:cubicBezTo>
                    <a:cubicBezTo>
                      <a:pt x="17735" y="6801"/>
                      <a:pt x="17735" y="7035"/>
                      <a:pt x="17734" y="7270"/>
                    </a:cubicBezTo>
                    <a:cubicBezTo>
                      <a:pt x="17734" y="7284"/>
                      <a:pt x="17734" y="7299"/>
                      <a:pt x="17734" y="7314"/>
                    </a:cubicBezTo>
                    <a:cubicBezTo>
                      <a:pt x="17734" y="7388"/>
                      <a:pt x="17734" y="7462"/>
                      <a:pt x="17734" y="7536"/>
                    </a:cubicBezTo>
                    <a:cubicBezTo>
                      <a:pt x="17734" y="8061"/>
                      <a:pt x="17733" y="8586"/>
                      <a:pt x="17731" y="9111"/>
                    </a:cubicBezTo>
                    <a:cubicBezTo>
                      <a:pt x="17729" y="9621"/>
                      <a:pt x="17728" y="10130"/>
                      <a:pt x="17727" y="10640"/>
                    </a:cubicBezTo>
                    <a:cubicBezTo>
                      <a:pt x="17727" y="10656"/>
                      <a:pt x="17727" y="10672"/>
                      <a:pt x="17727" y="10688"/>
                    </a:cubicBezTo>
                    <a:cubicBezTo>
                      <a:pt x="17727" y="10846"/>
                      <a:pt x="17726" y="11004"/>
                      <a:pt x="17726" y="11161"/>
                    </a:cubicBezTo>
                    <a:cubicBezTo>
                      <a:pt x="17726" y="11483"/>
                      <a:pt x="17725" y="11804"/>
                      <a:pt x="17725" y="12126"/>
                    </a:cubicBezTo>
                    <a:cubicBezTo>
                      <a:pt x="17725" y="12133"/>
                      <a:pt x="17725" y="12133"/>
                      <a:pt x="17725" y="12171"/>
                    </a:cubicBezTo>
                    <a:cubicBezTo>
                      <a:pt x="17723" y="13158"/>
                      <a:pt x="17720" y="14145"/>
                      <a:pt x="17717" y="15132"/>
                    </a:cubicBezTo>
                    <a:cubicBezTo>
                      <a:pt x="17748" y="15132"/>
                      <a:pt x="17778" y="15132"/>
                      <a:pt x="17810" y="15132"/>
                    </a:cubicBezTo>
                    <a:cubicBezTo>
                      <a:pt x="17810" y="15163"/>
                      <a:pt x="17810" y="15193"/>
                      <a:pt x="17810" y="15225"/>
                    </a:cubicBezTo>
                    <a:cubicBezTo>
                      <a:pt x="18025" y="15225"/>
                      <a:pt x="18241" y="15225"/>
                      <a:pt x="18463" y="15225"/>
                    </a:cubicBezTo>
                    <a:cubicBezTo>
                      <a:pt x="18463" y="15194"/>
                      <a:pt x="18463" y="15163"/>
                      <a:pt x="18463" y="15132"/>
                    </a:cubicBezTo>
                    <a:cubicBezTo>
                      <a:pt x="18493" y="15132"/>
                      <a:pt x="18524" y="15132"/>
                      <a:pt x="18556" y="15132"/>
                    </a:cubicBezTo>
                    <a:cubicBezTo>
                      <a:pt x="18556" y="12916"/>
                      <a:pt x="18556" y="10701"/>
                      <a:pt x="18556" y="8418"/>
                    </a:cubicBezTo>
                    <a:cubicBezTo>
                      <a:pt x="18587" y="8418"/>
                      <a:pt x="18617" y="8418"/>
                      <a:pt x="18649" y="8418"/>
                    </a:cubicBezTo>
                    <a:cubicBezTo>
                      <a:pt x="18649" y="8357"/>
                      <a:pt x="18649" y="8295"/>
                      <a:pt x="18649" y="8232"/>
                    </a:cubicBezTo>
                    <a:cubicBezTo>
                      <a:pt x="18680" y="8232"/>
                      <a:pt x="18711" y="8232"/>
                      <a:pt x="18742" y="8232"/>
                    </a:cubicBezTo>
                    <a:cubicBezTo>
                      <a:pt x="18742" y="8201"/>
                      <a:pt x="18742" y="8170"/>
                      <a:pt x="18742" y="8138"/>
                    </a:cubicBezTo>
                    <a:cubicBezTo>
                      <a:pt x="18954" y="8022"/>
                      <a:pt x="19163" y="8031"/>
                      <a:pt x="19398" y="8033"/>
                    </a:cubicBezTo>
                    <a:cubicBezTo>
                      <a:pt x="19439" y="8033"/>
                      <a:pt x="19480" y="8033"/>
                      <a:pt x="19521" y="8032"/>
                    </a:cubicBezTo>
                    <a:cubicBezTo>
                      <a:pt x="19606" y="8032"/>
                      <a:pt x="19692" y="8032"/>
                      <a:pt x="19777" y="8033"/>
                    </a:cubicBezTo>
                    <a:cubicBezTo>
                      <a:pt x="19886" y="8033"/>
                      <a:pt x="19995" y="8033"/>
                      <a:pt x="20104" y="8033"/>
                    </a:cubicBezTo>
                    <a:cubicBezTo>
                      <a:pt x="20188" y="8032"/>
                      <a:pt x="20273" y="8032"/>
                      <a:pt x="20357" y="8033"/>
                    </a:cubicBezTo>
                    <a:cubicBezTo>
                      <a:pt x="20397" y="8033"/>
                      <a:pt x="20437" y="8033"/>
                      <a:pt x="20478" y="8032"/>
                    </a:cubicBezTo>
                    <a:cubicBezTo>
                      <a:pt x="20694" y="8031"/>
                      <a:pt x="20879" y="8031"/>
                      <a:pt x="21074" y="8138"/>
                    </a:cubicBezTo>
                    <a:cubicBezTo>
                      <a:pt x="21074" y="8169"/>
                      <a:pt x="21074" y="8200"/>
                      <a:pt x="21074" y="8232"/>
                    </a:cubicBezTo>
                    <a:cubicBezTo>
                      <a:pt x="21104" y="8232"/>
                      <a:pt x="21135" y="8232"/>
                      <a:pt x="21167" y="8232"/>
                    </a:cubicBezTo>
                    <a:cubicBezTo>
                      <a:pt x="21167" y="10509"/>
                      <a:pt x="21167" y="12786"/>
                      <a:pt x="21167" y="15132"/>
                    </a:cubicBezTo>
                    <a:cubicBezTo>
                      <a:pt x="21198" y="15132"/>
                      <a:pt x="21228" y="15132"/>
                      <a:pt x="21260" y="15132"/>
                    </a:cubicBezTo>
                    <a:cubicBezTo>
                      <a:pt x="21260" y="15163"/>
                      <a:pt x="21260" y="15193"/>
                      <a:pt x="21260" y="15225"/>
                    </a:cubicBezTo>
                    <a:cubicBezTo>
                      <a:pt x="21274" y="15225"/>
                      <a:pt x="21287" y="15224"/>
                      <a:pt x="21301" y="15224"/>
                    </a:cubicBezTo>
                    <a:cubicBezTo>
                      <a:pt x="21430" y="15220"/>
                      <a:pt x="21559" y="15217"/>
                      <a:pt x="21688" y="15215"/>
                    </a:cubicBezTo>
                    <a:cubicBezTo>
                      <a:pt x="21754" y="15214"/>
                      <a:pt x="21821" y="15213"/>
                      <a:pt x="21887" y="15211"/>
                    </a:cubicBezTo>
                    <a:cubicBezTo>
                      <a:pt x="21951" y="15209"/>
                      <a:pt x="22015" y="15208"/>
                      <a:pt x="22079" y="15207"/>
                    </a:cubicBezTo>
                    <a:cubicBezTo>
                      <a:pt x="22103" y="15207"/>
                      <a:pt x="22128" y="15206"/>
                      <a:pt x="22152" y="15205"/>
                    </a:cubicBezTo>
                    <a:cubicBezTo>
                      <a:pt x="22275" y="15200"/>
                      <a:pt x="22368" y="15203"/>
                      <a:pt x="22462" y="15288"/>
                    </a:cubicBezTo>
                    <a:cubicBezTo>
                      <a:pt x="22528" y="15354"/>
                      <a:pt x="22578" y="15410"/>
                      <a:pt x="22589" y="15505"/>
                    </a:cubicBezTo>
                    <a:cubicBezTo>
                      <a:pt x="22571" y="15619"/>
                      <a:pt x="22504" y="15700"/>
                      <a:pt x="22412" y="15767"/>
                    </a:cubicBezTo>
                    <a:cubicBezTo>
                      <a:pt x="22295" y="15830"/>
                      <a:pt x="22140" y="15809"/>
                      <a:pt x="22011" y="15808"/>
                    </a:cubicBezTo>
                    <a:cubicBezTo>
                      <a:pt x="21973" y="15808"/>
                      <a:pt x="21935" y="15808"/>
                      <a:pt x="21897" y="15808"/>
                    </a:cubicBezTo>
                    <a:cubicBezTo>
                      <a:pt x="21793" y="15809"/>
                      <a:pt x="21688" y="15809"/>
                      <a:pt x="21584" y="15808"/>
                    </a:cubicBezTo>
                    <a:cubicBezTo>
                      <a:pt x="21482" y="15807"/>
                      <a:pt x="21380" y="15808"/>
                      <a:pt x="21279" y="15808"/>
                    </a:cubicBezTo>
                    <a:cubicBezTo>
                      <a:pt x="21068" y="15809"/>
                      <a:pt x="20857" y="15809"/>
                      <a:pt x="20646" y="15808"/>
                    </a:cubicBezTo>
                    <a:cubicBezTo>
                      <a:pt x="20433" y="15807"/>
                      <a:pt x="20219" y="15807"/>
                      <a:pt x="20006" y="15807"/>
                    </a:cubicBezTo>
                    <a:cubicBezTo>
                      <a:pt x="19992" y="15807"/>
                      <a:pt x="19979" y="15807"/>
                      <a:pt x="19965" y="15807"/>
                    </a:cubicBezTo>
                    <a:cubicBezTo>
                      <a:pt x="19896" y="15807"/>
                      <a:pt x="19827" y="15807"/>
                      <a:pt x="19759" y="15808"/>
                    </a:cubicBezTo>
                    <a:cubicBezTo>
                      <a:pt x="19261" y="15808"/>
                      <a:pt x="18763" y="15808"/>
                      <a:pt x="18265" y="15807"/>
                    </a:cubicBezTo>
                    <a:cubicBezTo>
                      <a:pt x="17772" y="15806"/>
                      <a:pt x="17279" y="15806"/>
                      <a:pt x="16786" y="15806"/>
                    </a:cubicBezTo>
                    <a:cubicBezTo>
                      <a:pt x="16755" y="15806"/>
                      <a:pt x="16724" y="15806"/>
                      <a:pt x="16693" y="15806"/>
                    </a:cubicBezTo>
                    <a:cubicBezTo>
                      <a:pt x="16568" y="15806"/>
                      <a:pt x="16444" y="15806"/>
                      <a:pt x="16319" y="15806"/>
                    </a:cubicBezTo>
                    <a:cubicBezTo>
                      <a:pt x="15972" y="15806"/>
                      <a:pt x="15624" y="15806"/>
                      <a:pt x="15276" y="15806"/>
                    </a:cubicBezTo>
                    <a:cubicBezTo>
                      <a:pt x="15260" y="15806"/>
                      <a:pt x="15244" y="15806"/>
                      <a:pt x="15228" y="15806"/>
                    </a:cubicBezTo>
                    <a:cubicBezTo>
                      <a:pt x="14723" y="15806"/>
                      <a:pt x="14218" y="15805"/>
                      <a:pt x="13713" y="15805"/>
                    </a:cubicBezTo>
                    <a:cubicBezTo>
                      <a:pt x="13697" y="15805"/>
                      <a:pt x="13681" y="15805"/>
                      <a:pt x="13664" y="15805"/>
                    </a:cubicBezTo>
                    <a:cubicBezTo>
                      <a:pt x="13398" y="15804"/>
                      <a:pt x="13132" y="15804"/>
                      <a:pt x="12866" y="15804"/>
                    </a:cubicBezTo>
                    <a:cubicBezTo>
                      <a:pt x="11811" y="15802"/>
                      <a:pt x="10757" y="15802"/>
                      <a:pt x="9702" y="15802"/>
                    </a:cubicBezTo>
                    <a:cubicBezTo>
                      <a:pt x="9669" y="15802"/>
                      <a:pt x="9636" y="15802"/>
                      <a:pt x="9602" y="15802"/>
                    </a:cubicBezTo>
                    <a:cubicBezTo>
                      <a:pt x="9536" y="15802"/>
                      <a:pt x="9469" y="15802"/>
                      <a:pt x="9402" y="15802"/>
                    </a:cubicBezTo>
                    <a:cubicBezTo>
                      <a:pt x="9253" y="15802"/>
                      <a:pt x="9104" y="15802"/>
                      <a:pt x="8955" y="15802"/>
                    </a:cubicBezTo>
                    <a:cubicBezTo>
                      <a:pt x="8922" y="15802"/>
                      <a:pt x="8888" y="15802"/>
                      <a:pt x="8855" y="15802"/>
                    </a:cubicBezTo>
                    <a:cubicBezTo>
                      <a:pt x="7972" y="15802"/>
                      <a:pt x="7089" y="15801"/>
                      <a:pt x="6205" y="15801"/>
                    </a:cubicBezTo>
                    <a:cubicBezTo>
                      <a:pt x="6190" y="15801"/>
                      <a:pt x="6175" y="15801"/>
                      <a:pt x="6159" y="15801"/>
                    </a:cubicBezTo>
                    <a:cubicBezTo>
                      <a:pt x="5878" y="15801"/>
                      <a:pt x="5878" y="15801"/>
                      <a:pt x="5740" y="15801"/>
                    </a:cubicBezTo>
                    <a:cubicBezTo>
                      <a:pt x="5401" y="15800"/>
                      <a:pt x="5062" y="15800"/>
                      <a:pt x="4723" y="15800"/>
                    </a:cubicBezTo>
                    <a:cubicBezTo>
                      <a:pt x="4707" y="15800"/>
                      <a:pt x="4692" y="15800"/>
                      <a:pt x="4676" y="15800"/>
                    </a:cubicBezTo>
                    <a:cubicBezTo>
                      <a:pt x="4615" y="15800"/>
                      <a:pt x="4553" y="15800"/>
                      <a:pt x="4491" y="15800"/>
                    </a:cubicBezTo>
                    <a:cubicBezTo>
                      <a:pt x="3920" y="15800"/>
                      <a:pt x="3348" y="15800"/>
                      <a:pt x="2777" y="15799"/>
                    </a:cubicBezTo>
                    <a:cubicBezTo>
                      <a:pt x="2722" y="15799"/>
                      <a:pt x="2667" y="15799"/>
                      <a:pt x="2612" y="15798"/>
                    </a:cubicBezTo>
                    <a:cubicBezTo>
                      <a:pt x="2599" y="15798"/>
                      <a:pt x="2586" y="15798"/>
                      <a:pt x="2572" y="15798"/>
                    </a:cubicBezTo>
                    <a:cubicBezTo>
                      <a:pt x="2359" y="15798"/>
                      <a:pt x="2146" y="15798"/>
                      <a:pt x="1933" y="15798"/>
                    </a:cubicBezTo>
                    <a:cubicBezTo>
                      <a:pt x="1724" y="15798"/>
                      <a:pt x="1514" y="15798"/>
                      <a:pt x="1305" y="15797"/>
                    </a:cubicBezTo>
                    <a:cubicBezTo>
                      <a:pt x="1193" y="15797"/>
                      <a:pt x="1081" y="15797"/>
                      <a:pt x="969" y="15797"/>
                    </a:cubicBezTo>
                    <a:cubicBezTo>
                      <a:pt x="867" y="15797"/>
                      <a:pt x="765" y="15797"/>
                      <a:pt x="663" y="15797"/>
                    </a:cubicBezTo>
                    <a:cubicBezTo>
                      <a:pt x="627" y="15797"/>
                      <a:pt x="590" y="15797"/>
                      <a:pt x="553" y="15797"/>
                    </a:cubicBezTo>
                    <a:cubicBezTo>
                      <a:pt x="345" y="15798"/>
                      <a:pt x="189" y="15784"/>
                      <a:pt x="0" y="15691"/>
                    </a:cubicBezTo>
                    <a:cubicBezTo>
                      <a:pt x="0" y="15568"/>
                      <a:pt x="0" y="15445"/>
                      <a:pt x="0" y="15318"/>
                    </a:cubicBezTo>
                    <a:cubicBezTo>
                      <a:pt x="31" y="15318"/>
                      <a:pt x="62" y="15318"/>
                      <a:pt x="93" y="15318"/>
                    </a:cubicBezTo>
                    <a:cubicBezTo>
                      <a:pt x="93" y="15287"/>
                      <a:pt x="93" y="15257"/>
                      <a:pt x="93" y="15225"/>
                    </a:cubicBezTo>
                    <a:cubicBezTo>
                      <a:pt x="493" y="15225"/>
                      <a:pt x="893" y="15225"/>
                      <a:pt x="1305" y="15225"/>
                    </a:cubicBezTo>
                    <a:cubicBezTo>
                      <a:pt x="1305" y="15194"/>
                      <a:pt x="1305" y="15163"/>
                      <a:pt x="1305" y="15132"/>
                    </a:cubicBezTo>
                    <a:cubicBezTo>
                      <a:pt x="1336" y="15132"/>
                      <a:pt x="1367" y="15132"/>
                      <a:pt x="1399" y="15132"/>
                    </a:cubicBezTo>
                    <a:cubicBezTo>
                      <a:pt x="1399" y="15120"/>
                      <a:pt x="1399" y="15107"/>
                      <a:pt x="1398" y="15095"/>
                    </a:cubicBezTo>
                    <a:cubicBezTo>
                      <a:pt x="1393" y="14374"/>
                      <a:pt x="1389" y="13653"/>
                      <a:pt x="1387" y="12932"/>
                    </a:cubicBezTo>
                    <a:cubicBezTo>
                      <a:pt x="1386" y="12845"/>
                      <a:pt x="1386" y="12759"/>
                      <a:pt x="1386" y="12672"/>
                    </a:cubicBezTo>
                    <a:cubicBezTo>
                      <a:pt x="1386" y="12655"/>
                      <a:pt x="1386" y="12638"/>
                      <a:pt x="1386" y="12620"/>
                    </a:cubicBezTo>
                    <a:cubicBezTo>
                      <a:pt x="1385" y="12341"/>
                      <a:pt x="1383" y="12062"/>
                      <a:pt x="1381" y="11783"/>
                    </a:cubicBezTo>
                    <a:cubicBezTo>
                      <a:pt x="1379" y="11496"/>
                      <a:pt x="1377" y="11210"/>
                      <a:pt x="1377" y="10923"/>
                    </a:cubicBezTo>
                    <a:cubicBezTo>
                      <a:pt x="1376" y="10747"/>
                      <a:pt x="1375" y="10570"/>
                      <a:pt x="1374" y="10393"/>
                    </a:cubicBezTo>
                    <a:cubicBezTo>
                      <a:pt x="1372" y="10272"/>
                      <a:pt x="1372" y="10151"/>
                      <a:pt x="1372" y="10030"/>
                    </a:cubicBezTo>
                    <a:cubicBezTo>
                      <a:pt x="1372" y="9960"/>
                      <a:pt x="1372" y="9890"/>
                      <a:pt x="1371" y="9820"/>
                    </a:cubicBezTo>
                    <a:cubicBezTo>
                      <a:pt x="1363" y="9377"/>
                      <a:pt x="1363" y="9377"/>
                      <a:pt x="1451" y="9278"/>
                    </a:cubicBezTo>
                    <a:cubicBezTo>
                      <a:pt x="1490" y="9244"/>
                      <a:pt x="1530" y="9218"/>
                      <a:pt x="1577" y="9195"/>
                    </a:cubicBezTo>
                    <a:cubicBezTo>
                      <a:pt x="1640" y="9159"/>
                      <a:pt x="1648" y="9134"/>
                      <a:pt x="1678" y="9071"/>
                    </a:cubicBezTo>
                    <a:cubicBezTo>
                      <a:pt x="1715" y="9059"/>
                      <a:pt x="1715" y="9059"/>
                      <a:pt x="1758" y="9060"/>
                    </a:cubicBezTo>
                    <a:cubicBezTo>
                      <a:pt x="1767" y="9059"/>
                      <a:pt x="1767" y="9059"/>
                      <a:pt x="1809" y="9059"/>
                    </a:cubicBezTo>
                    <a:cubicBezTo>
                      <a:pt x="1818" y="9059"/>
                      <a:pt x="1818" y="9059"/>
                      <a:pt x="1863" y="9060"/>
                    </a:cubicBezTo>
                    <a:cubicBezTo>
                      <a:pt x="1883" y="9060"/>
                      <a:pt x="1902" y="9060"/>
                      <a:pt x="1921" y="9060"/>
                    </a:cubicBezTo>
                    <a:cubicBezTo>
                      <a:pt x="1985" y="9060"/>
                      <a:pt x="2048" y="9061"/>
                      <a:pt x="2111" y="9062"/>
                    </a:cubicBezTo>
                    <a:cubicBezTo>
                      <a:pt x="2155" y="9062"/>
                      <a:pt x="2199" y="9062"/>
                      <a:pt x="2243" y="9062"/>
                    </a:cubicBezTo>
                    <a:cubicBezTo>
                      <a:pt x="2347" y="9062"/>
                      <a:pt x="2450" y="9063"/>
                      <a:pt x="2554" y="9064"/>
                    </a:cubicBezTo>
                    <a:cubicBezTo>
                      <a:pt x="2684" y="9065"/>
                      <a:pt x="2813" y="9066"/>
                      <a:pt x="2943" y="9066"/>
                    </a:cubicBezTo>
                    <a:cubicBezTo>
                      <a:pt x="3174" y="9067"/>
                      <a:pt x="3405" y="9069"/>
                      <a:pt x="3637" y="9071"/>
                    </a:cubicBezTo>
                    <a:cubicBezTo>
                      <a:pt x="3637" y="9102"/>
                      <a:pt x="3637" y="9132"/>
                      <a:pt x="3637" y="9164"/>
                    </a:cubicBezTo>
                    <a:cubicBezTo>
                      <a:pt x="3698" y="9164"/>
                      <a:pt x="3760" y="9164"/>
                      <a:pt x="3823" y="9164"/>
                    </a:cubicBezTo>
                    <a:cubicBezTo>
                      <a:pt x="3823" y="9195"/>
                      <a:pt x="3823" y="9226"/>
                      <a:pt x="3823" y="9257"/>
                    </a:cubicBezTo>
                    <a:cubicBezTo>
                      <a:pt x="3854" y="9257"/>
                      <a:pt x="3885" y="9257"/>
                      <a:pt x="3916" y="9257"/>
                    </a:cubicBezTo>
                    <a:cubicBezTo>
                      <a:pt x="3916" y="11196"/>
                      <a:pt x="3916" y="13134"/>
                      <a:pt x="3916" y="15132"/>
                    </a:cubicBezTo>
                    <a:cubicBezTo>
                      <a:pt x="3947" y="15132"/>
                      <a:pt x="3978" y="15132"/>
                      <a:pt x="4010" y="15132"/>
                    </a:cubicBezTo>
                    <a:cubicBezTo>
                      <a:pt x="4010" y="15163"/>
                      <a:pt x="4010" y="15193"/>
                      <a:pt x="4010" y="15225"/>
                    </a:cubicBezTo>
                    <a:cubicBezTo>
                      <a:pt x="4163" y="15225"/>
                      <a:pt x="4317" y="15225"/>
                      <a:pt x="4476" y="15225"/>
                    </a:cubicBezTo>
                    <a:cubicBezTo>
                      <a:pt x="4476" y="15194"/>
                      <a:pt x="4476" y="15163"/>
                      <a:pt x="4476" y="15132"/>
                    </a:cubicBezTo>
                    <a:cubicBezTo>
                      <a:pt x="4507" y="15132"/>
                      <a:pt x="4537" y="15132"/>
                      <a:pt x="4569" y="15132"/>
                    </a:cubicBezTo>
                    <a:cubicBezTo>
                      <a:pt x="4569" y="12301"/>
                      <a:pt x="4569" y="9470"/>
                      <a:pt x="4569" y="6553"/>
                    </a:cubicBezTo>
                    <a:cubicBezTo>
                      <a:pt x="4600" y="6553"/>
                      <a:pt x="4631" y="6553"/>
                      <a:pt x="4662" y="6553"/>
                    </a:cubicBezTo>
                    <a:cubicBezTo>
                      <a:pt x="4662" y="6522"/>
                      <a:pt x="4662" y="6492"/>
                      <a:pt x="4662" y="6460"/>
                    </a:cubicBezTo>
                    <a:cubicBezTo>
                      <a:pt x="4693" y="6460"/>
                      <a:pt x="4724" y="6460"/>
                      <a:pt x="4756" y="6460"/>
                    </a:cubicBezTo>
                    <a:cubicBezTo>
                      <a:pt x="4756" y="6429"/>
                      <a:pt x="4756" y="6398"/>
                      <a:pt x="4756" y="6367"/>
                    </a:cubicBezTo>
                    <a:cubicBezTo>
                      <a:pt x="5020" y="6362"/>
                      <a:pt x="5284" y="6359"/>
                      <a:pt x="5548" y="6357"/>
                    </a:cubicBezTo>
                    <a:cubicBezTo>
                      <a:pt x="5671" y="6356"/>
                      <a:pt x="5794" y="6355"/>
                      <a:pt x="5916" y="6353"/>
                    </a:cubicBezTo>
                    <a:cubicBezTo>
                      <a:pt x="6035" y="6351"/>
                      <a:pt x="6153" y="6349"/>
                      <a:pt x="6272" y="6349"/>
                    </a:cubicBezTo>
                    <a:cubicBezTo>
                      <a:pt x="6317" y="6349"/>
                      <a:pt x="6362" y="6348"/>
                      <a:pt x="6407" y="6347"/>
                    </a:cubicBezTo>
                    <a:cubicBezTo>
                      <a:pt x="6798" y="6339"/>
                      <a:pt x="6798" y="6339"/>
                      <a:pt x="6905" y="6430"/>
                    </a:cubicBezTo>
                    <a:cubicBezTo>
                      <a:pt x="6959" y="6486"/>
                      <a:pt x="6992" y="6528"/>
                      <a:pt x="6997" y="6606"/>
                    </a:cubicBezTo>
                    <a:cubicBezTo>
                      <a:pt x="6997" y="6613"/>
                      <a:pt x="6997" y="6613"/>
                      <a:pt x="6993" y="6646"/>
                    </a:cubicBezTo>
                    <a:cubicBezTo>
                      <a:pt x="7024" y="6646"/>
                      <a:pt x="7055" y="6646"/>
                      <a:pt x="7087" y="6646"/>
                    </a:cubicBezTo>
                    <a:cubicBezTo>
                      <a:pt x="7087" y="9447"/>
                      <a:pt x="7087" y="12247"/>
                      <a:pt x="7087" y="15132"/>
                    </a:cubicBezTo>
                    <a:cubicBezTo>
                      <a:pt x="7117" y="15132"/>
                      <a:pt x="7148" y="15132"/>
                      <a:pt x="7180" y="15132"/>
                    </a:cubicBezTo>
                    <a:cubicBezTo>
                      <a:pt x="7180" y="15163"/>
                      <a:pt x="7180" y="15193"/>
                      <a:pt x="7180" y="15225"/>
                    </a:cubicBezTo>
                    <a:cubicBezTo>
                      <a:pt x="7334" y="15225"/>
                      <a:pt x="7488" y="15225"/>
                      <a:pt x="7646" y="15225"/>
                    </a:cubicBezTo>
                    <a:cubicBezTo>
                      <a:pt x="7646" y="15194"/>
                      <a:pt x="7646" y="15163"/>
                      <a:pt x="7646" y="15132"/>
                    </a:cubicBezTo>
                    <a:cubicBezTo>
                      <a:pt x="7677" y="15132"/>
                      <a:pt x="7708" y="15132"/>
                      <a:pt x="7739" y="15132"/>
                    </a:cubicBezTo>
                    <a:cubicBezTo>
                      <a:pt x="7739" y="11408"/>
                      <a:pt x="7739" y="7685"/>
                      <a:pt x="7739" y="3849"/>
                    </a:cubicBezTo>
                    <a:cubicBezTo>
                      <a:pt x="7770" y="3849"/>
                      <a:pt x="7801" y="3849"/>
                      <a:pt x="7833" y="3849"/>
                    </a:cubicBezTo>
                    <a:cubicBezTo>
                      <a:pt x="7833" y="3818"/>
                      <a:pt x="7833" y="3787"/>
                      <a:pt x="7833" y="3756"/>
                    </a:cubicBezTo>
                    <a:cubicBezTo>
                      <a:pt x="7863" y="3756"/>
                      <a:pt x="7894" y="3756"/>
                      <a:pt x="7926" y="3756"/>
                    </a:cubicBezTo>
                    <a:cubicBezTo>
                      <a:pt x="7926" y="3725"/>
                      <a:pt x="7926" y="3694"/>
                      <a:pt x="7926" y="3663"/>
                    </a:cubicBezTo>
                    <a:cubicBezTo>
                      <a:pt x="8202" y="3658"/>
                      <a:pt x="8479" y="3655"/>
                      <a:pt x="8755" y="3653"/>
                    </a:cubicBezTo>
                    <a:cubicBezTo>
                      <a:pt x="8883" y="3652"/>
                      <a:pt x="9012" y="3651"/>
                      <a:pt x="9140" y="3648"/>
                    </a:cubicBezTo>
                    <a:cubicBezTo>
                      <a:pt x="9252" y="3647"/>
                      <a:pt x="9364" y="3645"/>
                      <a:pt x="9476" y="3645"/>
                    </a:cubicBezTo>
                    <a:cubicBezTo>
                      <a:pt x="9535" y="3645"/>
                      <a:pt x="9594" y="3644"/>
                      <a:pt x="9654" y="3643"/>
                    </a:cubicBezTo>
                    <a:cubicBezTo>
                      <a:pt x="9720" y="3641"/>
                      <a:pt x="9786" y="3641"/>
                      <a:pt x="9853" y="3641"/>
                    </a:cubicBezTo>
                    <a:cubicBezTo>
                      <a:pt x="9872" y="3641"/>
                      <a:pt x="9891" y="3640"/>
                      <a:pt x="9911" y="3639"/>
                    </a:cubicBezTo>
                    <a:cubicBezTo>
                      <a:pt x="10029" y="3641"/>
                      <a:pt x="10109" y="3671"/>
                      <a:pt x="10194" y="3753"/>
                    </a:cubicBezTo>
                    <a:cubicBezTo>
                      <a:pt x="10318" y="3898"/>
                      <a:pt x="10282" y="4122"/>
                      <a:pt x="10279" y="4300"/>
                    </a:cubicBezTo>
                    <a:cubicBezTo>
                      <a:pt x="10280" y="4346"/>
                      <a:pt x="10280" y="4393"/>
                      <a:pt x="10280" y="4440"/>
                    </a:cubicBezTo>
                    <a:cubicBezTo>
                      <a:pt x="10280" y="4541"/>
                      <a:pt x="10280" y="4643"/>
                      <a:pt x="10279" y="4744"/>
                    </a:cubicBezTo>
                    <a:cubicBezTo>
                      <a:pt x="10278" y="4895"/>
                      <a:pt x="10278" y="5046"/>
                      <a:pt x="10278" y="5197"/>
                    </a:cubicBezTo>
                    <a:cubicBezTo>
                      <a:pt x="10279" y="5451"/>
                      <a:pt x="10278" y="5704"/>
                      <a:pt x="10277" y="5958"/>
                    </a:cubicBezTo>
                    <a:cubicBezTo>
                      <a:pt x="10276" y="6209"/>
                      <a:pt x="10275" y="6461"/>
                      <a:pt x="10275" y="6712"/>
                    </a:cubicBezTo>
                    <a:cubicBezTo>
                      <a:pt x="10275" y="6728"/>
                      <a:pt x="10275" y="6743"/>
                      <a:pt x="10275" y="6759"/>
                    </a:cubicBezTo>
                    <a:cubicBezTo>
                      <a:pt x="10275" y="6839"/>
                      <a:pt x="10275" y="6918"/>
                      <a:pt x="10275" y="6998"/>
                    </a:cubicBezTo>
                    <a:cubicBezTo>
                      <a:pt x="10274" y="7560"/>
                      <a:pt x="10273" y="8122"/>
                      <a:pt x="10271" y="8684"/>
                    </a:cubicBezTo>
                    <a:cubicBezTo>
                      <a:pt x="10269" y="9230"/>
                      <a:pt x="10268" y="9776"/>
                      <a:pt x="10267" y="10321"/>
                    </a:cubicBezTo>
                    <a:cubicBezTo>
                      <a:pt x="10267" y="10330"/>
                      <a:pt x="10267" y="10330"/>
                      <a:pt x="10267" y="10372"/>
                    </a:cubicBezTo>
                    <a:cubicBezTo>
                      <a:pt x="10267" y="10542"/>
                      <a:pt x="10267" y="10711"/>
                      <a:pt x="10267" y="10880"/>
                    </a:cubicBezTo>
                    <a:cubicBezTo>
                      <a:pt x="10266" y="11224"/>
                      <a:pt x="10265" y="11568"/>
                      <a:pt x="10265" y="11913"/>
                    </a:cubicBezTo>
                    <a:cubicBezTo>
                      <a:pt x="10265" y="11921"/>
                      <a:pt x="10265" y="11921"/>
                      <a:pt x="10265" y="11961"/>
                    </a:cubicBezTo>
                    <a:cubicBezTo>
                      <a:pt x="10263" y="13018"/>
                      <a:pt x="10260" y="14075"/>
                      <a:pt x="10257" y="15132"/>
                    </a:cubicBezTo>
                    <a:cubicBezTo>
                      <a:pt x="10288" y="15132"/>
                      <a:pt x="10319" y="15132"/>
                      <a:pt x="10350" y="15132"/>
                    </a:cubicBezTo>
                    <a:cubicBezTo>
                      <a:pt x="10350" y="15163"/>
                      <a:pt x="10350" y="15193"/>
                      <a:pt x="10350" y="15225"/>
                    </a:cubicBezTo>
                    <a:cubicBezTo>
                      <a:pt x="10566" y="15225"/>
                      <a:pt x="10781" y="15225"/>
                      <a:pt x="11003" y="15225"/>
                    </a:cubicBezTo>
                    <a:cubicBezTo>
                      <a:pt x="11003" y="15194"/>
                      <a:pt x="11003" y="15163"/>
                      <a:pt x="11003" y="15132"/>
                    </a:cubicBezTo>
                    <a:cubicBezTo>
                      <a:pt x="11034" y="15132"/>
                      <a:pt x="11065" y="15132"/>
                      <a:pt x="11096" y="15132"/>
                    </a:cubicBezTo>
                    <a:cubicBezTo>
                      <a:pt x="11096" y="10239"/>
                      <a:pt x="11096" y="5347"/>
                      <a:pt x="11096" y="306"/>
                    </a:cubicBezTo>
                    <a:cubicBezTo>
                      <a:pt x="11127" y="306"/>
                      <a:pt x="11158" y="306"/>
                      <a:pt x="11190" y="306"/>
                    </a:cubicBezTo>
                    <a:cubicBezTo>
                      <a:pt x="11190" y="244"/>
                      <a:pt x="11190" y="183"/>
                      <a:pt x="11190" y="119"/>
                    </a:cubicBezTo>
                    <a:cubicBezTo>
                      <a:pt x="11220" y="119"/>
                      <a:pt x="11251" y="119"/>
                      <a:pt x="11283" y="119"/>
                    </a:cubicBezTo>
                    <a:cubicBezTo>
                      <a:pt x="11283" y="88"/>
                      <a:pt x="11283" y="58"/>
                      <a:pt x="11283" y="26"/>
                    </a:cubicBezTo>
                    <a:close/>
                    <a:moveTo>
                      <a:pt x="11749" y="585"/>
                    </a:moveTo>
                    <a:cubicBezTo>
                      <a:pt x="11749" y="616"/>
                      <a:pt x="11749" y="647"/>
                      <a:pt x="11749" y="679"/>
                    </a:cubicBezTo>
                    <a:cubicBezTo>
                      <a:pt x="11718" y="679"/>
                      <a:pt x="11687" y="679"/>
                      <a:pt x="11656" y="679"/>
                    </a:cubicBezTo>
                    <a:cubicBezTo>
                      <a:pt x="11656" y="5448"/>
                      <a:pt x="11656" y="10218"/>
                      <a:pt x="11656" y="15132"/>
                    </a:cubicBezTo>
                    <a:cubicBezTo>
                      <a:pt x="11687" y="15132"/>
                      <a:pt x="11717" y="15132"/>
                      <a:pt x="11749" y="15132"/>
                    </a:cubicBezTo>
                    <a:cubicBezTo>
                      <a:pt x="11749" y="15163"/>
                      <a:pt x="11749" y="15193"/>
                      <a:pt x="11749" y="15225"/>
                    </a:cubicBezTo>
                    <a:cubicBezTo>
                      <a:pt x="12303" y="15225"/>
                      <a:pt x="12857" y="15225"/>
                      <a:pt x="13427" y="15225"/>
                    </a:cubicBezTo>
                    <a:cubicBezTo>
                      <a:pt x="13427" y="15194"/>
                      <a:pt x="13427" y="15163"/>
                      <a:pt x="13427" y="15132"/>
                    </a:cubicBezTo>
                    <a:cubicBezTo>
                      <a:pt x="13458" y="15132"/>
                      <a:pt x="13489" y="15132"/>
                      <a:pt x="13521" y="15132"/>
                    </a:cubicBezTo>
                    <a:cubicBezTo>
                      <a:pt x="13521" y="10362"/>
                      <a:pt x="13521" y="5593"/>
                      <a:pt x="13521" y="679"/>
                    </a:cubicBezTo>
                    <a:cubicBezTo>
                      <a:pt x="13490" y="679"/>
                      <a:pt x="13459" y="679"/>
                      <a:pt x="13427" y="679"/>
                    </a:cubicBezTo>
                    <a:cubicBezTo>
                      <a:pt x="13427" y="648"/>
                      <a:pt x="13427" y="617"/>
                      <a:pt x="13427" y="585"/>
                    </a:cubicBezTo>
                    <a:cubicBezTo>
                      <a:pt x="12874" y="585"/>
                      <a:pt x="12320" y="585"/>
                      <a:pt x="11749" y="585"/>
                    </a:cubicBezTo>
                    <a:close/>
                    <a:moveTo>
                      <a:pt x="8485" y="4129"/>
                    </a:moveTo>
                    <a:cubicBezTo>
                      <a:pt x="8485" y="4160"/>
                      <a:pt x="8485" y="4190"/>
                      <a:pt x="8485" y="4222"/>
                    </a:cubicBezTo>
                    <a:cubicBezTo>
                      <a:pt x="8424" y="4222"/>
                      <a:pt x="8362" y="4222"/>
                      <a:pt x="8299" y="4222"/>
                    </a:cubicBezTo>
                    <a:cubicBezTo>
                      <a:pt x="8299" y="7822"/>
                      <a:pt x="8299" y="11422"/>
                      <a:pt x="8299" y="15132"/>
                    </a:cubicBezTo>
                    <a:cubicBezTo>
                      <a:pt x="8330" y="15132"/>
                      <a:pt x="8360" y="15132"/>
                      <a:pt x="8392" y="15132"/>
                    </a:cubicBezTo>
                    <a:cubicBezTo>
                      <a:pt x="8392" y="15163"/>
                      <a:pt x="8392" y="15193"/>
                      <a:pt x="8392" y="15225"/>
                    </a:cubicBezTo>
                    <a:cubicBezTo>
                      <a:pt x="8792" y="15225"/>
                      <a:pt x="9192" y="15225"/>
                      <a:pt x="9604" y="15225"/>
                    </a:cubicBezTo>
                    <a:cubicBezTo>
                      <a:pt x="9604" y="15194"/>
                      <a:pt x="9604" y="15163"/>
                      <a:pt x="9604" y="15132"/>
                    </a:cubicBezTo>
                    <a:cubicBezTo>
                      <a:pt x="9635" y="15132"/>
                      <a:pt x="9666" y="15132"/>
                      <a:pt x="9698" y="15132"/>
                    </a:cubicBezTo>
                    <a:cubicBezTo>
                      <a:pt x="9698" y="11532"/>
                      <a:pt x="9698" y="7931"/>
                      <a:pt x="9698" y="4222"/>
                    </a:cubicBezTo>
                    <a:cubicBezTo>
                      <a:pt x="9667" y="4222"/>
                      <a:pt x="9636" y="4222"/>
                      <a:pt x="9604" y="4222"/>
                    </a:cubicBezTo>
                    <a:cubicBezTo>
                      <a:pt x="9604" y="4191"/>
                      <a:pt x="9604" y="4160"/>
                      <a:pt x="9604" y="4129"/>
                    </a:cubicBezTo>
                    <a:cubicBezTo>
                      <a:pt x="9235" y="4129"/>
                      <a:pt x="8866" y="4129"/>
                      <a:pt x="8485" y="4129"/>
                    </a:cubicBezTo>
                    <a:close/>
                    <a:moveTo>
                      <a:pt x="15572" y="4875"/>
                    </a:moveTo>
                    <a:cubicBezTo>
                      <a:pt x="15572" y="4905"/>
                      <a:pt x="15572" y="4936"/>
                      <a:pt x="15572" y="4968"/>
                    </a:cubicBezTo>
                    <a:cubicBezTo>
                      <a:pt x="15541" y="4968"/>
                      <a:pt x="15511" y="4968"/>
                      <a:pt x="15479" y="4968"/>
                    </a:cubicBezTo>
                    <a:cubicBezTo>
                      <a:pt x="15479" y="8322"/>
                      <a:pt x="15479" y="11676"/>
                      <a:pt x="15479" y="15132"/>
                    </a:cubicBezTo>
                    <a:cubicBezTo>
                      <a:pt x="15510" y="15132"/>
                      <a:pt x="15540" y="15132"/>
                      <a:pt x="15572" y="15132"/>
                    </a:cubicBezTo>
                    <a:cubicBezTo>
                      <a:pt x="15572" y="15163"/>
                      <a:pt x="15572" y="15193"/>
                      <a:pt x="15572" y="15225"/>
                    </a:cubicBezTo>
                    <a:cubicBezTo>
                      <a:pt x="16064" y="15225"/>
                      <a:pt x="16557" y="15225"/>
                      <a:pt x="17064" y="15225"/>
                    </a:cubicBezTo>
                    <a:cubicBezTo>
                      <a:pt x="17064" y="15194"/>
                      <a:pt x="17064" y="15163"/>
                      <a:pt x="17064" y="15132"/>
                    </a:cubicBezTo>
                    <a:cubicBezTo>
                      <a:pt x="17095" y="15132"/>
                      <a:pt x="17126" y="15132"/>
                      <a:pt x="17157" y="15132"/>
                    </a:cubicBezTo>
                    <a:cubicBezTo>
                      <a:pt x="17157" y="11901"/>
                      <a:pt x="17157" y="8670"/>
                      <a:pt x="17157" y="5341"/>
                    </a:cubicBezTo>
                    <a:cubicBezTo>
                      <a:pt x="17188" y="5341"/>
                      <a:pt x="17219" y="5341"/>
                      <a:pt x="17251" y="5341"/>
                    </a:cubicBezTo>
                    <a:cubicBezTo>
                      <a:pt x="17251" y="5249"/>
                      <a:pt x="17251" y="5156"/>
                      <a:pt x="17251" y="5061"/>
                    </a:cubicBezTo>
                    <a:cubicBezTo>
                      <a:pt x="17220" y="5061"/>
                      <a:pt x="17189" y="5061"/>
                      <a:pt x="17157" y="5061"/>
                    </a:cubicBezTo>
                    <a:cubicBezTo>
                      <a:pt x="17157" y="5030"/>
                      <a:pt x="17157" y="5000"/>
                      <a:pt x="17157" y="4968"/>
                    </a:cubicBezTo>
                    <a:cubicBezTo>
                      <a:pt x="17126" y="4968"/>
                      <a:pt x="17096" y="4968"/>
                      <a:pt x="17064" y="4968"/>
                    </a:cubicBezTo>
                    <a:cubicBezTo>
                      <a:pt x="17064" y="4937"/>
                      <a:pt x="17064" y="4906"/>
                      <a:pt x="17064" y="4875"/>
                    </a:cubicBezTo>
                    <a:cubicBezTo>
                      <a:pt x="16572" y="4875"/>
                      <a:pt x="16079" y="4875"/>
                      <a:pt x="15572" y="4875"/>
                    </a:cubicBezTo>
                    <a:close/>
                    <a:moveTo>
                      <a:pt x="5222" y="6926"/>
                    </a:moveTo>
                    <a:cubicBezTo>
                      <a:pt x="5222" y="6957"/>
                      <a:pt x="5222" y="6988"/>
                      <a:pt x="5222" y="7019"/>
                    </a:cubicBezTo>
                    <a:cubicBezTo>
                      <a:pt x="5191" y="7019"/>
                      <a:pt x="5160" y="7019"/>
                      <a:pt x="5129" y="7019"/>
                    </a:cubicBezTo>
                    <a:cubicBezTo>
                      <a:pt x="5129" y="9696"/>
                      <a:pt x="5129" y="12374"/>
                      <a:pt x="5129" y="15132"/>
                    </a:cubicBezTo>
                    <a:cubicBezTo>
                      <a:pt x="5159" y="15132"/>
                      <a:pt x="5190" y="15132"/>
                      <a:pt x="5222" y="15132"/>
                    </a:cubicBezTo>
                    <a:cubicBezTo>
                      <a:pt x="5222" y="15163"/>
                      <a:pt x="5222" y="15193"/>
                      <a:pt x="5222" y="15225"/>
                    </a:cubicBezTo>
                    <a:cubicBezTo>
                      <a:pt x="5622" y="15225"/>
                      <a:pt x="6022" y="15225"/>
                      <a:pt x="6434" y="15225"/>
                    </a:cubicBezTo>
                    <a:cubicBezTo>
                      <a:pt x="6434" y="15194"/>
                      <a:pt x="6434" y="15163"/>
                      <a:pt x="6434" y="15132"/>
                    </a:cubicBezTo>
                    <a:cubicBezTo>
                      <a:pt x="6465" y="15132"/>
                      <a:pt x="6496" y="15132"/>
                      <a:pt x="6527" y="15132"/>
                    </a:cubicBezTo>
                    <a:cubicBezTo>
                      <a:pt x="6527" y="12455"/>
                      <a:pt x="6527" y="9778"/>
                      <a:pt x="6527" y="7019"/>
                    </a:cubicBezTo>
                    <a:cubicBezTo>
                      <a:pt x="6496" y="7019"/>
                      <a:pt x="6466" y="7019"/>
                      <a:pt x="6434" y="7019"/>
                    </a:cubicBezTo>
                    <a:cubicBezTo>
                      <a:pt x="6434" y="6989"/>
                      <a:pt x="6434" y="6958"/>
                      <a:pt x="6434" y="6926"/>
                    </a:cubicBezTo>
                    <a:cubicBezTo>
                      <a:pt x="6034" y="6926"/>
                      <a:pt x="5634" y="6926"/>
                      <a:pt x="5222" y="6926"/>
                    </a:cubicBezTo>
                    <a:close/>
                    <a:moveTo>
                      <a:pt x="19209" y="8605"/>
                    </a:moveTo>
                    <a:cubicBezTo>
                      <a:pt x="19209" y="8635"/>
                      <a:pt x="19209" y="8666"/>
                      <a:pt x="19209" y="8698"/>
                    </a:cubicBezTo>
                    <a:cubicBezTo>
                      <a:pt x="19178" y="8698"/>
                      <a:pt x="19147" y="8698"/>
                      <a:pt x="19115" y="8698"/>
                    </a:cubicBezTo>
                    <a:cubicBezTo>
                      <a:pt x="19115" y="10821"/>
                      <a:pt x="19115" y="12944"/>
                      <a:pt x="19115" y="15132"/>
                    </a:cubicBezTo>
                    <a:cubicBezTo>
                      <a:pt x="19146" y="15132"/>
                      <a:pt x="19177" y="15132"/>
                      <a:pt x="19209" y="15132"/>
                    </a:cubicBezTo>
                    <a:cubicBezTo>
                      <a:pt x="19209" y="15163"/>
                      <a:pt x="19209" y="15193"/>
                      <a:pt x="19209" y="15225"/>
                    </a:cubicBezTo>
                    <a:cubicBezTo>
                      <a:pt x="19639" y="15225"/>
                      <a:pt x="20070" y="15225"/>
                      <a:pt x="20514" y="15225"/>
                    </a:cubicBezTo>
                    <a:cubicBezTo>
                      <a:pt x="20514" y="15194"/>
                      <a:pt x="20514" y="15163"/>
                      <a:pt x="20514" y="15132"/>
                    </a:cubicBezTo>
                    <a:cubicBezTo>
                      <a:pt x="20545" y="15132"/>
                      <a:pt x="20576" y="15132"/>
                      <a:pt x="20607" y="15132"/>
                    </a:cubicBezTo>
                    <a:cubicBezTo>
                      <a:pt x="20607" y="13009"/>
                      <a:pt x="20607" y="10885"/>
                      <a:pt x="20607" y="8698"/>
                    </a:cubicBezTo>
                    <a:cubicBezTo>
                      <a:pt x="20577" y="8698"/>
                      <a:pt x="20546" y="8698"/>
                      <a:pt x="20514" y="8698"/>
                    </a:cubicBezTo>
                    <a:cubicBezTo>
                      <a:pt x="20514" y="8667"/>
                      <a:pt x="20514" y="8636"/>
                      <a:pt x="20514" y="8605"/>
                    </a:cubicBezTo>
                    <a:cubicBezTo>
                      <a:pt x="20083" y="8605"/>
                      <a:pt x="19653" y="8605"/>
                      <a:pt x="19209" y="8605"/>
                    </a:cubicBezTo>
                    <a:close/>
                    <a:moveTo>
                      <a:pt x="2051" y="9630"/>
                    </a:moveTo>
                    <a:cubicBezTo>
                      <a:pt x="2051" y="9661"/>
                      <a:pt x="2051" y="9692"/>
                      <a:pt x="2051" y="9724"/>
                    </a:cubicBezTo>
                    <a:cubicBezTo>
                      <a:pt x="2021" y="9724"/>
                      <a:pt x="1990" y="9724"/>
                      <a:pt x="1958" y="9724"/>
                    </a:cubicBezTo>
                    <a:cubicBezTo>
                      <a:pt x="1958" y="11508"/>
                      <a:pt x="1958" y="13293"/>
                      <a:pt x="1958" y="15132"/>
                    </a:cubicBezTo>
                    <a:cubicBezTo>
                      <a:pt x="1989" y="15132"/>
                      <a:pt x="2020" y="15132"/>
                      <a:pt x="2051" y="15132"/>
                    </a:cubicBezTo>
                    <a:cubicBezTo>
                      <a:pt x="2051" y="15163"/>
                      <a:pt x="2051" y="15193"/>
                      <a:pt x="2051" y="15225"/>
                    </a:cubicBezTo>
                    <a:cubicBezTo>
                      <a:pt x="2451" y="15225"/>
                      <a:pt x="2851" y="15225"/>
                      <a:pt x="3264" y="15225"/>
                    </a:cubicBezTo>
                    <a:cubicBezTo>
                      <a:pt x="3264" y="15194"/>
                      <a:pt x="3264" y="15163"/>
                      <a:pt x="3264" y="15132"/>
                    </a:cubicBezTo>
                    <a:cubicBezTo>
                      <a:pt x="3294" y="15132"/>
                      <a:pt x="3325" y="15132"/>
                      <a:pt x="3357" y="15132"/>
                    </a:cubicBezTo>
                    <a:cubicBezTo>
                      <a:pt x="3357" y="13347"/>
                      <a:pt x="3357" y="11562"/>
                      <a:pt x="3357" y="9724"/>
                    </a:cubicBezTo>
                    <a:cubicBezTo>
                      <a:pt x="3326" y="9724"/>
                      <a:pt x="3295" y="9724"/>
                      <a:pt x="3264" y="9724"/>
                    </a:cubicBezTo>
                    <a:cubicBezTo>
                      <a:pt x="3264" y="9693"/>
                      <a:pt x="3264" y="9662"/>
                      <a:pt x="3264" y="9630"/>
                    </a:cubicBezTo>
                    <a:cubicBezTo>
                      <a:pt x="2864" y="9630"/>
                      <a:pt x="2464" y="9630"/>
                      <a:pt x="2051" y="9630"/>
                    </a:cubicBezTo>
                    <a:close/>
                  </a:path>
                </a:pathLst>
              </a:custGeom>
              <a:solidFill>
                <a:srgbClr val="251047"/>
              </a:solidFill>
              <a:ln w="592" cap="flat">
                <a:noFill/>
              </a:ln>
            </p:spPr>
          </p:sp>
          <p:sp>
            <p:nvSpPr>
              <p:cNvPr id="572" name="ICON_SKILL_SPECTRAL_path_002"/>
              <p:cNvSpPr/>
              <p:nvPr/>
            </p:nvSpPr>
            <p:spPr>
              <a:xfrm>
                <a:off x="4875577" y="1752507"/>
                <a:ext cx="23684" cy="185923"/>
              </a:xfrm>
              <a:custGeom>
                <a:avLst/>
                <a:gdLst/>
                <a:ahLst/>
                <a:cxnLst/>
                <a:rect l="0" t="0" r="r" b="b"/>
                <a:pathLst>
                  <a:path w="1865" h="14640" fill="norm" stroke="0">
                    <a:moveTo>
                      <a:pt x="93" y="0"/>
                    </a:moveTo>
                    <a:cubicBezTo>
                      <a:pt x="647" y="0"/>
                      <a:pt x="1201" y="0"/>
                      <a:pt x="1772" y="0"/>
                    </a:cubicBezTo>
                    <a:cubicBezTo>
                      <a:pt x="1772" y="31"/>
                      <a:pt x="1772" y="62"/>
                      <a:pt x="1772" y="93"/>
                    </a:cubicBezTo>
                    <a:cubicBezTo>
                      <a:pt x="1802" y="93"/>
                      <a:pt x="1833" y="93"/>
                      <a:pt x="1865" y="93"/>
                    </a:cubicBezTo>
                    <a:cubicBezTo>
                      <a:pt x="1865" y="4863"/>
                      <a:pt x="1865" y="9632"/>
                      <a:pt x="1865" y="14546"/>
                    </a:cubicBezTo>
                    <a:cubicBezTo>
                      <a:pt x="1834" y="14546"/>
                      <a:pt x="1803" y="14546"/>
                      <a:pt x="1772" y="14546"/>
                    </a:cubicBezTo>
                    <a:cubicBezTo>
                      <a:pt x="1772" y="14577"/>
                      <a:pt x="1772" y="14608"/>
                      <a:pt x="1772" y="14640"/>
                    </a:cubicBezTo>
                    <a:cubicBezTo>
                      <a:pt x="1218" y="14640"/>
                      <a:pt x="664" y="14640"/>
                      <a:pt x="93" y="14640"/>
                    </a:cubicBezTo>
                    <a:cubicBezTo>
                      <a:pt x="93" y="14609"/>
                      <a:pt x="93" y="14578"/>
                      <a:pt x="93" y="14546"/>
                    </a:cubicBezTo>
                    <a:cubicBezTo>
                      <a:pt x="62" y="14546"/>
                      <a:pt x="32" y="14546"/>
                      <a:pt x="0" y="14546"/>
                    </a:cubicBezTo>
                    <a:cubicBezTo>
                      <a:pt x="0" y="9777"/>
                      <a:pt x="0" y="5007"/>
                      <a:pt x="0" y="93"/>
                    </a:cubicBezTo>
                    <a:cubicBezTo>
                      <a:pt x="31" y="93"/>
                      <a:pt x="62" y="93"/>
                      <a:pt x="93" y="93"/>
                    </a:cubicBezTo>
                    <a:cubicBezTo>
                      <a:pt x="93" y="62"/>
                      <a:pt x="93" y="32"/>
                      <a:pt x="93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592" cap="flat">
                <a:noFill/>
              </a:ln>
            </p:spPr>
          </p:sp>
          <p:sp>
            <p:nvSpPr>
              <p:cNvPr id="573" name="ICON_SKILL_SPECTRAL_path_003"/>
              <p:cNvSpPr/>
              <p:nvPr/>
            </p:nvSpPr>
            <p:spPr>
              <a:xfrm>
                <a:off x="4924131" y="1806981"/>
                <a:ext cx="22500" cy="131449"/>
              </a:xfrm>
              <a:custGeom>
                <a:avLst/>
                <a:gdLst/>
                <a:ahLst/>
                <a:cxnLst/>
                <a:rect l="0" t="0" r="r" b="b"/>
                <a:pathLst>
                  <a:path w="1772" h="10350" fill="norm" stroke="0">
                    <a:moveTo>
                      <a:pt x="93" y="0"/>
                    </a:moveTo>
                    <a:cubicBezTo>
                      <a:pt x="586" y="0"/>
                      <a:pt x="1078" y="0"/>
                      <a:pt x="1585" y="0"/>
                    </a:cubicBezTo>
                    <a:cubicBezTo>
                      <a:pt x="1585" y="31"/>
                      <a:pt x="1585" y="62"/>
                      <a:pt x="1585" y="93"/>
                    </a:cubicBezTo>
                    <a:cubicBezTo>
                      <a:pt x="1616" y="93"/>
                      <a:pt x="1647" y="93"/>
                      <a:pt x="1678" y="93"/>
                    </a:cubicBezTo>
                    <a:cubicBezTo>
                      <a:pt x="1678" y="124"/>
                      <a:pt x="1678" y="155"/>
                      <a:pt x="1678" y="186"/>
                    </a:cubicBezTo>
                    <a:cubicBezTo>
                      <a:pt x="1709" y="186"/>
                      <a:pt x="1740" y="186"/>
                      <a:pt x="1772" y="186"/>
                    </a:cubicBezTo>
                    <a:cubicBezTo>
                      <a:pt x="1772" y="279"/>
                      <a:pt x="1772" y="371"/>
                      <a:pt x="1772" y="466"/>
                    </a:cubicBezTo>
                    <a:cubicBezTo>
                      <a:pt x="1741" y="466"/>
                      <a:pt x="1710" y="466"/>
                      <a:pt x="1678" y="466"/>
                    </a:cubicBezTo>
                    <a:cubicBezTo>
                      <a:pt x="1678" y="3697"/>
                      <a:pt x="1678" y="6928"/>
                      <a:pt x="1678" y="10257"/>
                    </a:cubicBezTo>
                    <a:cubicBezTo>
                      <a:pt x="1648" y="10257"/>
                      <a:pt x="1617" y="10257"/>
                      <a:pt x="1585" y="10257"/>
                    </a:cubicBezTo>
                    <a:cubicBezTo>
                      <a:pt x="1585" y="10288"/>
                      <a:pt x="1585" y="10319"/>
                      <a:pt x="1585" y="10350"/>
                    </a:cubicBezTo>
                    <a:cubicBezTo>
                      <a:pt x="1093" y="10350"/>
                      <a:pt x="601" y="10350"/>
                      <a:pt x="93" y="10350"/>
                    </a:cubicBezTo>
                    <a:cubicBezTo>
                      <a:pt x="93" y="10320"/>
                      <a:pt x="93" y="10289"/>
                      <a:pt x="93" y="10257"/>
                    </a:cubicBezTo>
                    <a:cubicBezTo>
                      <a:pt x="62" y="10257"/>
                      <a:pt x="32" y="10257"/>
                      <a:pt x="0" y="10257"/>
                    </a:cubicBezTo>
                    <a:cubicBezTo>
                      <a:pt x="0" y="6903"/>
                      <a:pt x="0" y="3549"/>
                      <a:pt x="0" y="93"/>
                    </a:cubicBezTo>
                    <a:cubicBezTo>
                      <a:pt x="31" y="93"/>
                      <a:pt x="62" y="93"/>
                      <a:pt x="93" y="93"/>
                    </a:cubicBezTo>
                    <a:cubicBezTo>
                      <a:pt x="93" y="62"/>
                      <a:pt x="93" y="32"/>
                      <a:pt x="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74" name="ICON_SKILL_SPECTRAL_path_004"/>
              <p:cNvSpPr/>
              <p:nvPr/>
            </p:nvSpPr>
            <p:spPr>
              <a:xfrm>
                <a:off x="4832945" y="1797508"/>
                <a:ext cx="17763" cy="140923"/>
              </a:xfrm>
              <a:custGeom>
                <a:avLst/>
                <a:gdLst/>
                <a:ahLst/>
                <a:cxnLst/>
                <a:rect l="0" t="0" r="r" b="b"/>
                <a:pathLst>
                  <a:path w="1399" h="11096" fill="norm" stroke="0">
                    <a:moveTo>
                      <a:pt x="186" y="0"/>
                    </a:moveTo>
                    <a:cubicBezTo>
                      <a:pt x="556" y="0"/>
                      <a:pt x="925" y="0"/>
                      <a:pt x="1305" y="0"/>
                    </a:cubicBezTo>
                    <a:cubicBezTo>
                      <a:pt x="1305" y="31"/>
                      <a:pt x="1305" y="62"/>
                      <a:pt x="1305" y="93"/>
                    </a:cubicBezTo>
                    <a:cubicBezTo>
                      <a:pt x="1336" y="93"/>
                      <a:pt x="1367" y="93"/>
                      <a:pt x="1399" y="93"/>
                    </a:cubicBezTo>
                    <a:cubicBezTo>
                      <a:pt x="1399" y="3693"/>
                      <a:pt x="1399" y="7294"/>
                      <a:pt x="1399" y="11003"/>
                    </a:cubicBezTo>
                    <a:cubicBezTo>
                      <a:pt x="1368" y="11003"/>
                      <a:pt x="1337" y="11003"/>
                      <a:pt x="1305" y="11003"/>
                    </a:cubicBezTo>
                    <a:cubicBezTo>
                      <a:pt x="1305" y="11034"/>
                      <a:pt x="1305" y="11065"/>
                      <a:pt x="1305" y="11096"/>
                    </a:cubicBezTo>
                    <a:cubicBezTo>
                      <a:pt x="905" y="11096"/>
                      <a:pt x="505" y="11096"/>
                      <a:pt x="93" y="11096"/>
                    </a:cubicBezTo>
                    <a:cubicBezTo>
                      <a:pt x="93" y="11065"/>
                      <a:pt x="93" y="11035"/>
                      <a:pt x="93" y="11003"/>
                    </a:cubicBezTo>
                    <a:cubicBezTo>
                      <a:pt x="62" y="11003"/>
                      <a:pt x="32" y="11003"/>
                      <a:pt x="0" y="11003"/>
                    </a:cubicBezTo>
                    <a:cubicBezTo>
                      <a:pt x="0" y="7403"/>
                      <a:pt x="0" y="3803"/>
                      <a:pt x="0" y="93"/>
                    </a:cubicBezTo>
                    <a:cubicBezTo>
                      <a:pt x="62" y="93"/>
                      <a:pt x="123" y="93"/>
                      <a:pt x="186" y="93"/>
                    </a:cubicBezTo>
                    <a:cubicBezTo>
                      <a:pt x="186" y="62"/>
                      <a:pt x="186" y="32"/>
                      <a:pt x="18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75" name="ICON_SKILL_SPECTRAL_path_005"/>
              <p:cNvSpPr/>
              <p:nvPr/>
            </p:nvSpPr>
            <p:spPr>
              <a:xfrm>
                <a:off x="4792682" y="1833034"/>
                <a:ext cx="17763" cy="105396"/>
              </a:xfrm>
              <a:custGeom>
                <a:avLst/>
                <a:gdLst/>
                <a:ahLst/>
                <a:cxnLst/>
                <a:rect l="0" t="0" r="r" b="b"/>
                <a:pathLst>
                  <a:path w="1399" h="8299" fill="norm" stroke="0">
                    <a:moveTo>
                      <a:pt x="93" y="0"/>
                    </a:moveTo>
                    <a:cubicBezTo>
                      <a:pt x="493" y="0"/>
                      <a:pt x="893" y="0"/>
                      <a:pt x="1305" y="0"/>
                    </a:cubicBezTo>
                    <a:cubicBezTo>
                      <a:pt x="1305" y="31"/>
                      <a:pt x="1305" y="62"/>
                      <a:pt x="1305" y="93"/>
                    </a:cubicBezTo>
                    <a:cubicBezTo>
                      <a:pt x="1336" y="93"/>
                      <a:pt x="1367" y="93"/>
                      <a:pt x="1399" y="93"/>
                    </a:cubicBezTo>
                    <a:cubicBezTo>
                      <a:pt x="1399" y="2770"/>
                      <a:pt x="1399" y="5447"/>
                      <a:pt x="1399" y="8206"/>
                    </a:cubicBezTo>
                    <a:cubicBezTo>
                      <a:pt x="1368" y="8206"/>
                      <a:pt x="1337" y="8206"/>
                      <a:pt x="1305" y="8206"/>
                    </a:cubicBezTo>
                    <a:cubicBezTo>
                      <a:pt x="1305" y="8236"/>
                      <a:pt x="1305" y="8267"/>
                      <a:pt x="1305" y="8299"/>
                    </a:cubicBezTo>
                    <a:cubicBezTo>
                      <a:pt x="905" y="8299"/>
                      <a:pt x="505" y="8299"/>
                      <a:pt x="93" y="8299"/>
                    </a:cubicBezTo>
                    <a:cubicBezTo>
                      <a:pt x="93" y="8268"/>
                      <a:pt x="93" y="8237"/>
                      <a:pt x="93" y="8206"/>
                    </a:cubicBezTo>
                    <a:cubicBezTo>
                      <a:pt x="62" y="8206"/>
                      <a:pt x="32" y="8206"/>
                      <a:pt x="0" y="8206"/>
                    </a:cubicBezTo>
                    <a:cubicBezTo>
                      <a:pt x="0" y="5529"/>
                      <a:pt x="0" y="2851"/>
                      <a:pt x="0" y="93"/>
                    </a:cubicBezTo>
                    <a:cubicBezTo>
                      <a:pt x="31" y="93"/>
                      <a:pt x="62" y="93"/>
                      <a:pt x="93" y="93"/>
                    </a:cubicBezTo>
                    <a:cubicBezTo>
                      <a:pt x="93" y="62"/>
                      <a:pt x="93" y="32"/>
                      <a:pt x="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76" name="ICON_SKILL_SPECTRAL_path_006"/>
              <p:cNvSpPr/>
              <p:nvPr/>
            </p:nvSpPr>
            <p:spPr>
              <a:xfrm>
                <a:off x="4970315" y="1854350"/>
                <a:ext cx="18948" cy="84080"/>
              </a:xfrm>
              <a:custGeom>
                <a:avLst/>
                <a:gdLst/>
                <a:ahLst/>
                <a:cxnLst/>
                <a:rect l="0" t="0" r="r" b="b"/>
                <a:pathLst>
                  <a:path w="1492" h="6620" fill="norm" stroke="0">
                    <a:moveTo>
                      <a:pt x="93" y="0"/>
                    </a:moveTo>
                    <a:cubicBezTo>
                      <a:pt x="524" y="0"/>
                      <a:pt x="955" y="0"/>
                      <a:pt x="1399" y="0"/>
                    </a:cubicBezTo>
                    <a:cubicBezTo>
                      <a:pt x="1399" y="31"/>
                      <a:pt x="1399" y="62"/>
                      <a:pt x="1399" y="93"/>
                    </a:cubicBezTo>
                    <a:cubicBezTo>
                      <a:pt x="1429" y="93"/>
                      <a:pt x="1460" y="93"/>
                      <a:pt x="1492" y="93"/>
                    </a:cubicBezTo>
                    <a:cubicBezTo>
                      <a:pt x="1492" y="2216"/>
                      <a:pt x="1492" y="4340"/>
                      <a:pt x="1492" y="6527"/>
                    </a:cubicBezTo>
                    <a:cubicBezTo>
                      <a:pt x="1461" y="6527"/>
                      <a:pt x="1430" y="6527"/>
                      <a:pt x="1399" y="6527"/>
                    </a:cubicBezTo>
                    <a:cubicBezTo>
                      <a:pt x="1399" y="6558"/>
                      <a:pt x="1399" y="6589"/>
                      <a:pt x="1399" y="6620"/>
                    </a:cubicBezTo>
                    <a:cubicBezTo>
                      <a:pt x="968" y="6620"/>
                      <a:pt x="537" y="6620"/>
                      <a:pt x="93" y="6620"/>
                    </a:cubicBezTo>
                    <a:cubicBezTo>
                      <a:pt x="93" y="6590"/>
                      <a:pt x="93" y="6559"/>
                      <a:pt x="93" y="6527"/>
                    </a:cubicBezTo>
                    <a:cubicBezTo>
                      <a:pt x="62" y="6527"/>
                      <a:pt x="32" y="6527"/>
                      <a:pt x="0" y="6527"/>
                    </a:cubicBezTo>
                    <a:cubicBezTo>
                      <a:pt x="0" y="4404"/>
                      <a:pt x="0" y="2281"/>
                      <a:pt x="0" y="93"/>
                    </a:cubicBezTo>
                    <a:cubicBezTo>
                      <a:pt x="31" y="93"/>
                      <a:pt x="62" y="93"/>
                      <a:pt x="93" y="93"/>
                    </a:cubicBezTo>
                    <a:cubicBezTo>
                      <a:pt x="93" y="62"/>
                      <a:pt x="93" y="32"/>
                      <a:pt x="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77" name="ICON_SKILL_SPECTRAL_path_007"/>
              <p:cNvSpPr/>
              <p:nvPr/>
            </p:nvSpPr>
            <p:spPr>
              <a:xfrm>
                <a:off x="4857814" y="1746586"/>
                <a:ext cx="11842" cy="191844"/>
              </a:xfrm>
              <a:custGeom>
                <a:avLst/>
                <a:gdLst/>
                <a:ahLst/>
                <a:cxnLst/>
                <a:rect l="0" t="0" r="r" b="b"/>
                <a:pathLst>
                  <a:path w="932" h="15106" fill="norm" stroke="0">
                    <a:moveTo>
                      <a:pt x="839" y="0"/>
                    </a:moveTo>
                    <a:cubicBezTo>
                      <a:pt x="870" y="0"/>
                      <a:pt x="901" y="0"/>
                      <a:pt x="932" y="0"/>
                    </a:cubicBezTo>
                    <a:cubicBezTo>
                      <a:pt x="932" y="62"/>
                      <a:pt x="932" y="123"/>
                      <a:pt x="932" y="186"/>
                    </a:cubicBezTo>
                    <a:cubicBezTo>
                      <a:pt x="902" y="186"/>
                      <a:pt x="871" y="186"/>
                      <a:pt x="839" y="186"/>
                    </a:cubicBezTo>
                    <a:cubicBezTo>
                      <a:pt x="839" y="5079"/>
                      <a:pt x="839" y="9972"/>
                      <a:pt x="839" y="15013"/>
                    </a:cubicBezTo>
                    <a:cubicBezTo>
                      <a:pt x="808" y="15013"/>
                      <a:pt x="778" y="15013"/>
                      <a:pt x="746" y="15013"/>
                    </a:cubicBezTo>
                    <a:cubicBezTo>
                      <a:pt x="746" y="15043"/>
                      <a:pt x="746" y="15074"/>
                      <a:pt x="746" y="15106"/>
                    </a:cubicBezTo>
                    <a:cubicBezTo>
                      <a:pt x="531" y="15106"/>
                      <a:pt x="315" y="15106"/>
                      <a:pt x="93" y="15106"/>
                    </a:cubicBezTo>
                    <a:cubicBezTo>
                      <a:pt x="93" y="15075"/>
                      <a:pt x="93" y="15044"/>
                      <a:pt x="93" y="15013"/>
                    </a:cubicBezTo>
                    <a:cubicBezTo>
                      <a:pt x="62" y="15013"/>
                      <a:pt x="32" y="15013"/>
                      <a:pt x="0" y="15013"/>
                    </a:cubicBezTo>
                    <a:cubicBezTo>
                      <a:pt x="0" y="11320"/>
                      <a:pt x="0" y="7628"/>
                      <a:pt x="0" y="3823"/>
                    </a:cubicBezTo>
                    <a:cubicBezTo>
                      <a:pt x="92" y="3823"/>
                      <a:pt x="185" y="3823"/>
                      <a:pt x="280" y="3823"/>
                    </a:cubicBezTo>
                    <a:cubicBezTo>
                      <a:pt x="280" y="3792"/>
                      <a:pt x="280" y="3762"/>
                      <a:pt x="280" y="3730"/>
                    </a:cubicBezTo>
                    <a:cubicBezTo>
                      <a:pt x="341" y="3730"/>
                      <a:pt x="403" y="3730"/>
                      <a:pt x="466" y="3730"/>
                    </a:cubicBezTo>
                    <a:cubicBezTo>
                      <a:pt x="466" y="3545"/>
                      <a:pt x="466" y="3361"/>
                      <a:pt x="466" y="3170"/>
                    </a:cubicBezTo>
                    <a:cubicBezTo>
                      <a:pt x="559" y="3170"/>
                      <a:pt x="651" y="3170"/>
                      <a:pt x="746" y="3170"/>
                    </a:cubicBezTo>
                    <a:cubicBezTo>
                      <a:pt x="746" y="2586"/>
                      <a:pt x="746" y="2001"/>
                      <a:pt x="746" y="1399"/>
                    </a:cubicBezTo>
                    <a:cubicBezTo>
                      <a:pt x="684" y="1399"/>
                      <a:pt x="623" y="1399"/>
                      <a:pt x="559" y="1399"/>
                    </a:cubicBezTo>
                    <a:cubicBezTo>
                      <a:pt x="559" y="1368"/>
                      <a:pt x="559" y="1337"/>
                      <a:pt x="559" y="1305"/>
                    </a:cubicBezTo>
                    <a:cubicBezTo>
                      <a:pt x="529" y="1305"/>
                      <a:pt x="498" y="1305"/>
                      <a:pt x="466" y="1305"/>
                    </a:cubicBezTo>
                    <a:cubicBezTo>
                      <a:pt x="466" y="967"/>
                      <a:pt x="466" y="628"/>
                      <a:pt x="466" y="280"/>
                    </a:cubicBezTo>
                    <a:cubicBezTo>
                      <a:pt x="528" y="280"/>
                      <a:pt x="589" y="280"/>
                      <a:pt x="653" y="280"/>
                    </a:cubicBezTo>
                    <a:cubicBezTo>
                      <a:pt x="653" y="249"/>
                      <a:pt x="653" y="218"/>
                      <a:pt x="653" y="186"/>
                    </a:cubicBezTo>
                    <a:cubicBezTo>
                      <a:pt x="683" y="186"/>
                      <a:pt x="714" y="186"/>
                      <a:pt x="746" y="186"/>
                    </a:cubicBezTo>
                    <a:cubicBezTo>
                      <a:pt x="746" y="156"/>
                      <a:pt x="746" y="125"/>
                      <a:pt x="746" y="93"/>
                    </a:cubicBezTo>
                    <a:cubicBezTo>
                      <a:pt x="777" y="93"/>
                      <a:pt x="808" y="93"/>
                      <a:pt x="839" y="93"/>
                    </a:cubicBezTo>
                    <a:cubicBezTo>
                      <a:pt x="839" y="62"/>
                      <a:pt x="839" y="32"/>
                      <a:pt x="839" y="0"/>
                    </a:cubicBezTo>
                    <a:close/>
                    <a:moveTo>
                      <a:pt x="559" y="5874"/>
                    </a:moveTo>
                    <a:cubicBezTo>
                      <a:pt x="559" y="6336"/>
                      <a:pt x="559" y="6798"/>
                      <a:pt x="559" y="7273"/>
                    </a:cubicBezTo>
                    <a:cubicBezTo>
                      <a:pt x="621" y="7273"/>
                      <a:pt x="683" y="7273"/>
                      <a:pt x="746" y="7273"/>
                    </a:cubicBezTo>
                    <a:cubicBezTo>
                      <a:pt x="746" y="6812"/>
                      <a:pt x="746" y="6350"/>
                      <a:pt x="746" y="5874"/>
                    </a:cubicBezTo>
                    <a:cubicBezTo>
                      <a:pt x="684" y="5874"/>
                      <a:pt x="623" y="5874"/>
                      <a:pt x="559" y="5874"/>
                    </a:cubicBezTo>
                    <a:close/>
                    <a:moveTo>
                      <a:pt x="559" y="8206"/>
                    </a:moveTo>
                    <a:cubicBezTo>
                      <a:pt x="559" y="8636"/>
                      <a:pt x="559" y="9067"/>
                      <a:pt x="559" y="9511"/>
                    </a:cubicBezTo>
                    <a:cubicBezTo>
                      <a:pt x="621" y="9511"/>
                      <a:pt x="683" y="9511"/>
                      <a:pt x="746" y="9511"/>
                    </a:cubicBezTo>
                    <a:cubicBezTo>
                      <a:pt x="746" y="9080"/>
                      <a:pt x="746" y="8649"/>
                      <a:pt x="746" y="8206"/>
                    </a:cubicBezTo>
                    <a:cubicBezTo>
                      <a:pt x="684" y="8206"/>
                      <a:pt x="623" y="8206"/>
                      <a:pt x="559" y="8206"/>
                    </a:cubicBezTo>
                    <a:close/>
                    <a:moveTo>
                      <a:pt x="559" y="10630"/>
                    </a:moveTo>
                    <a:cubicBezTo>
                      <a:pt x="559" y="10969"/>
                      <a:pt x="559" y="11307"/>
                      <a:pt x="559" y="11656"/>
                    </a:cubicBezTo>
                    <a:cubicBezTo>
                      <a:pt x="621" y="11656"/>
                      <a:pt x="683" y="11656"/>
                      <a:pt x="746" y="11656"/>
                    </a:cubicBezTo>
                    <a:cubicBezTo>
                      <a:pt x="746" y="11317"/>
                      <a:pt x="746" y="10979"/>
                      <a:pt x="746" y="10630"/>
                    </a:cubicBezTo>
                    <a:cubicBezTo>
                      <a:pt x="684" y="10630"/>
                      <a:pt x="623" y="10630"/>
                      <a:pt x="559" y="10630"/>
                    </a:cubicBezTo>
                    <a:close/>
                    <a:moveTo>
                      <a:pt x="559" y="12961"/>
                    </a:moveTo>
                    <a:cubicBezTo>
                      <a:pt x="559" y="13269"/>
                      <a:pt x="559" y="13577"/>
                      <a:pt x="559" y="13894"/>
                    </a:cubicBezTo>
                    <a:cubicBezTo>
                      <a:pt x="621" y="13894"/>
                      <a:pt x="683" y="13894"/>
                      <a:pt x="746" y="13894"/>
                    </a:cubicBezTo>
                    <a:cubicBezTo>
                      <a:pt x="746" y="13586"/>
                      <a:pt x="746" y="13278"/>
                      <a:pt x="746" y="12961"/>
                    </a:cubicBezTo>
                    <a:cubicBezTo>
                      <a:pt x="684" y="12961"/>
                      <a:pt x="623" y="12961"/>
                      <a:pt x="559" y="12961"/>
                    </a:cubicBezTo>
                    <a:close/>
                    <a:moveTo>
                      <a:pt x="559" y="14080"/>
                    </a:moveTo>
                    <a:cubicBezTo>
                      <a:pt x="559" y="14326"/>
                      <a:pt x="559" y="14572"/>
                      <a:pt x="559" y="14826"/>
                    </a:cubicBezTo>
                    <a:cubicBezTo>
                      <a:pt x="529" y="14826"/>
                      <a:pt x="498" y="14826"/>
                      <a:pt x="466" y="14826"/>
                    </a:cubicBezTo>
                    <a:cubicBezTo>
                      <a:pt x="466" y="14857"/>
                      <a:pt x="466" y="14888"/>
                      <a:pt x="466" y="14919"/>
                    </a:cubicBezTo>
                    <a:cubicBezTo>
                      <a:pt x="497" y="14919"/>
                      <a:pt x="528" y="14919"/>
                      <a:pt x="559" y="14919"/>
                    </a:cubicBezTo>
                    <a:cubicBezTo>
                      <a:pt x="559" y="14950"/>
                      <a:pt x="559" y="14981"/>
                      <a:pt x="559" y="15013"/>
                    </a:cubicBezTo>
                    <a:cubicBezTo>
                      <a:pt x="590" y="15013"/>
                      <a:pt x="621" y="15013"/>
                      <a:pt x="653" y="15013"/>
                    </a:cubicBezTo>
                    <a:cubicBezTo>
                      <a:pt x="653" y="14982"/>
                      <a:pt x="653" y="14951"/>
                      <a:pt x="653" y="14919"/>
                    </a:cubicBezTo>
                    <a:cubicBezTo>
                      <a:pt x="683" y="14919"/>
                      <a:pt x="714" y="14919"/>
                      <a:pt x="746" y="14919"/>
                    </a:cubicBezTo>
                    <a:cubicBezTo>
                      <a:pt x="746" y="14642"/>
                      <a:pt x="746" y="14365"/>
                      <a:pt x="746" y="14080"/>
                    </a:cubicBezTo>
                    <a:cubicBezTo>
                      <a:pt x="684" y="14080"/>
                      <a:pt x="623" y="14080"/>
                      <a:pt x="559" y="1408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78" name="ICON_SKILL_SPECTRAL_path_008"/>
              <p:cNvSpPr/>
              <p:nvPr/>
            </p:nvSpPr>
            <p:spPr>
              <a:xfrm>
                <a:off x="4752418" y="1867377"/>
                <a:ext cx="17763" cy="71053"/>
              </a:xfrm>
              <a:custGeom>
                <a:avLst/>
                <a:gdLst/>
                <a:ahLst/>
                <a:cxnLst/>
                <a:rect l="0" t="0" r="r" b="b"/>
                <a:pathLst>
                  <a:path w="1399" h="5595" fill="norm" stroke="0">
                    <a:moveTo>
                      <a:pt x="93" y="0"/>
                    </a:moveTo>
                    <a:cubicBezTo>
                      <a:pt x="493" y="0"/>
                      <a:pt x="893" y="0"/>
                      <a:pt x="1305" y="0"/>
                    </a:cubicBezTo>
                    <a:cubicBezTo>
                      <a:pt x="1305" y="31"/>
                      <a:pt x="1305" y="62"/>
                      <a:pt x="1305" y="93"/>
                    </a:cubicBezTo>
                    <a:cubicBezTo>
                      <a:pt x="1336" y="93"/>
                      <a:pt x="1367" y="93"/>
                      <a:pt x="1399" y="93"/>
                    </a:cubicBezTo>
                    <a:cubicBezTo>
                      <a:pt x="1399" y="1878"/>
                      <a:pt x="1399" y="3663"/>
                      <a:pt x="1399" y="5502"/>
                    </a:cubicBezTo>
                    <a:cubicBezTo>
                      <a:pt x="1368" y="5502"/>
                      <a:pt x="1337" y="5502"/>
                      <a:pt x="1305" y="5502"/>
                    </a:cubicBezTo>
                    <a:cubicBezTo>
                      <a:pt x="1305" y="5532"/>
                      <a:pt x="1305" y="5563"/>
                      <a:pt x="1305" y="5595"/>
                    </a:cubicBezTo>
                    <a:cubicBezTo>
                      <a:pt x="905" y="5595"/>
                      <a:pt x="505" y="5595"/>
                      <a:pt x="93" y="5595"/>
                    </a:cubicBezTo>
                    <a:cubicBezTo>
                      <a:pt x="93" y="5564"/>
                      <a:pt x="93" y="5533"/>
                      <a:pt x="93" y="5502"/>
                    </a:cubicBezTo>
                    <a:cubicBezTo>
                      <a:pt x="62" y="5502"/>
                      <a:pt x="32" y="5502"/>
                      <a:pt x="0" y="5502"/>
                    </a:cubicBezTo>
                    <a:cubicBezTo>
                      <a:pt x="0" y="3717"/>
                      <a:pt x="0" y="1932"/>
                      <a:pt x="0" y="93"/>
                    </a:cubicBezTo>
                    <a:cubicBezTo>
                      <a:pt x="31" y="93"/>
                      <a:pt x="62" y="93"/>
                      <a:pt x="93" y="93"/>
                    </a:cubicBezTo>
                    <a:cubicBezTo>
                      <a:pt x="93" y="62"/>
                      <a:pt x="93" y="32"/>
                      <a:pt x="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79" name="ICON_SKILL_SPECTRAL_path_009"/>
              <p:cNvSpPr/>
              <p:nvPr/>
            </p:nvSpPr>
            <p:spPr>
              <a:xfrm>
                <a:off x="4813998" y="1793955"/>
                <a:ext cx="11842" cy="144475"/>
              </a:xfrm>
              <a:custGeom>
                <a:avLst/>
                <a:gdLst/>
                <a:ahLst/>
                <a:cxnLst/>
                <a:rect l="0" t="0" r="r" b="b"/>
                <a:pathLst>
                  <a:path w="932" h="11376" fill="norm" stroke="0">
                    <a:moveTo>
                      <a:pt x="839" y="0"/>
                    </a:moveTo>
                    <a:cubicBezTo>
                      <a:pt x="870" y="0"/>
                      <a:pt x="901" y="0"/>
                      <a:pt x="932" y="0"/>
                    </a:cubicBezTo>
                    <a:cubicBezTo>
                      <a:pt x="932" y="3723"/>
                      <a:pt x="932" y="7447"/>
                      <a:pt x="932" y="11283"/>
                    </a:cubicBezTo>
                    <a:cubicBezTo>
                      <a:pt x="902" y="11283"/>
                      <a:pt x="871" y="11283"/>
                      <a:pt x="839" y="11283"/>
                    </a:cubicBezTo>
                    <a:cubicBezTo>
                      <a:pt x="839" y="11314"/>
                      <a:pt x="839" y="11344"/>
                      <a:pt x="839" y="11376"/>
                    </a:cubicBezTo>
                    <a:cubicBezTo>
                      <a:pt x="685" y="11376"/>
                      <a:pt x="532" y="11376"/>
                      <a:pt x="373" y="11376"/>
                    </a:cubicBezTo>
                    <a:cubicBezTo>
                      <a:pt x="373" y="11345"/>
                      <a:pt x="373" y="11314"/>
                      <a:pt x="373" y="11283"/>
                    </a:cubicBezTo>
                    <a:cubicBezTo>
                      <a:pt x="342" y="11283"/>
                      <a:pt x="311" y="11283"/>
                      <a:pt x="280" y="11283"/>
                    </a:cubicBezTo>
                    <a:cubicBezTo>
                      <a:pt x="280" y="8483"/>
                      <a:pt x="280" y="5682"/>
                      <a:pt x="280" y="2797"/>
                    </a:cubicBezTo>
                    <a:cubicBezTo>
                      <a:pt x="249" y="2797"/>
                      <a:pt x="218" y="2797"/>
                      <a:pt x="186" y="2797"/>
                    </a:cubicBezTo>
                    <a:cubicBezTo>
                      <a:pt x="188" y="2783"/>
                      <a:pt x="190" y="2769"/>
                      <a:pt x="192" y="2754"/>
                    </a:cubicBezTo>
                    <a:cubicBezTo>
                      <a:pt x="191" y="2745"/>
                      <a:pt x="191" y="2745"/>
                      <a:pt x="186" y="2704"/>
                    </a:cubicBezTo>
                    <a:cubicBezTo>
                      <a:pt x="146" y="2678"/>
                      <a:pt x="146" y="2678"/>
                      <a:pt x="93" y="2658"/>
                    </a:cubicBezTo>
                    <a:cubicBezTo>
                      <a:pt x="41" y="2637"/>
                      <a:pt x="41" y="2637"/>
                      <a:pt x="0" y="2611"/>
                    </a:cubicBezTo>
                    <a:cubicBezTo>
                      <a:pt x="0" y="2580"/>
                      <a:pt x="0" y="2549"/>
                      <a:pt x="0" y="2518"/>
                    </a:cubicBezTo>
                    <a:cubicBezTo>
                      <a:pt x="92" y="2518"/>
                      <a:pt x="185" y="2518"/>
                      <a:pt x="280" y="2518"/>
                    </a:cubicBezTo>
                    <a:cubicBezTo>
                      <a:pt x="280" y="2548"/>
                      <a:pt x="280" y="2579"/>
                      <a:pt x="280" y="2611"/>
                    </a:cubicBezTo>
                    <a:cubicBezTo>
                      <a:pt x="311" y="2611"/>
                      <a:pt x="341" y="2611"/>
                      <a:pt x="373" y="2611"/>
                    </a:cubicBezTo>
                    <a:cubicBezTo>
                      <a:pt x="373" y="2642"/>
                      <a:pt x="373" y="2672"/>
                      <a:pt x="373" y="2704"/>
                    </a:cubicBezTo>
                    <a:cubicBezTo>
                      <a:pt x="435" y="2704"/>
                      <a:pt x="496" y="2704"/>
                      <a:pt x="559" y="2704"/>
                    </a:cubicBezTo>
                    <a:cubicBezTo>
                      <a:pt x="559" y="2673"/>
                      <a:pt x="559" y="2643"/>
                      <a:pt x="559" y="2611"/>
                    </a:cubicBezTo>
                    <a:cubicBezTo>
                      <a:pt x="590" y="2611"/>
                      <a:pt x="621" y="2611"/>
                      <a:pt x="653" y="2611"/>
                    </a:cubicBezTo>
                    <a:cubicBezTo>
                      <a:pt x="653" y="2642"/>
                      <a:pt x="653" y="2672"/>
                      <a:pt x="653" y="2704"/>
                    </a:cubicBezTo>
                    <a:cubicBezTo>
                      <a:pt x="683" y="2704"/>
                      <a:pt x="714" y="2704"/>
                      <a:pt x="746" y="2704"/>
                    </a:cubicBezTo>
                    <a:cubicBezTo>
                      <a:pt x="746" y="2273"/>
                      <a:pt x="746" y="1843"/>
                      <a:pt x="746" y="1399"/>
                    </a:cubicBezTo>
                    <a:cubicBezTo>
                      <a:pt x="777" y="1399"/>
                      <a:pt x="808" y="1399"/>
                      <a:pt x="839" y="1399"/>
                    </a:cubicBezTo>
                    <a:cubicBezTo>
                      <a:pt x="839" y="1122"/>
                      <a:pt x="839" y="845"/>
                      <a:pt x="839" y="559"/>
                    </a:cubicBezTo>
                    <a:cubicBezTo>
                      <a:pt x="808" y="559"/>
                      <a:pt x="778" y="559"/>
                      <a:pt x="746" y="559"/>
                    </a:cubicBezTo>
                    <a:cubicBezTo>
                      <a:pt x="746" y="436"/>
                      <a:pt x="746" y="313"/>
                      <a:pt x="746" y="186"/>
                    </a:cubicBezTo>
                    <a:cubicBezTo>
                      <a:pt x="777" y="186"/>
                      <a:pt x="808" y="186"/>
                      <a:pt x="839" y="186"/>
                    </a:cubicBezTo>
                    <a:cubicBezTo>
                      <a:pt x="839" y="125"/>
                      <a:pt x="839" y="63"/>
                      <a:pt x="83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80" name="ICON_SKILL_SPECTRAL_path_010"/>
              <p:cNvSpPr/>
              <p:nvPr/>
            </p:nvSpPr>
            <p:spPr>
              <a:xfrm>
                <a:off x="4952552" y="1804613"/>
                <a:ext cx="11842" cy="133817"/>
              </a:xfrm>
              <a:custGeom>
                <a:avLst/>
                <a:gdLst/>
                <a:ahLst/>
                <a:cxnLst/>
                <a:rect l="0" t="0" r="r" b="b"/>
                <a:pathLst>
                  <a:path w="932" h="10537" fill="norm" stroke="0">
                    <a:moveTo>
                      <a:pt x="0" y="0"/>
                    </a:moveTo>
                    <a:cubicBezTo>
                      <a:pt x="123" y="0"/>
                      <a:pt x="246" y="0"/>
                      <a:pt x="373" y="0"/>
                    </a:cubicBezTo>
                    <a:cubicBezTo>
                      <a:pt x="373" y="92"/>
                      <a:pt x="373" y="185"/>
                      <a:pt x="373" y="280"/>
                    </a:cubicBezTo>
                    <a:cubicBezTo>
                      <a:pt x="342" y="280"/>
                      <a:pt x="311" y="280"/>
                      <a:pt x="280" y="280"/>
                    </a:cubicBezTo>
                    <a:cubicBezTo>
                      <a:pt x="280" y="249"/>
                      <a:pt x="280" y="218"/>
                      <a:pt x="280" y="186"/>
                    </a:cubicBezTo>
                    <a:cubicBezTo>
                      <a:pt x="218" y="186"/>
                      <a:pt x="157" y="186"/>
                      <a:pt x="93" y="186"/>
                    </a:cubicBezTo>
                    <a:cubicBezTo>
                      <a:pt x="93" y="433"/>
                      <a:pt x="93" y="679"/>
                      <a:pt x="93" y="932"/>
                    </a:cubicBezTo>
                    <a:cubicBezTo>
                      <a:pt x="124" y="932"/>
                      <a:pt x="155" y="932"/>
                      <a:pt x="186" y="932"/>
                    </a:cubicBezTo>
                    <a:cubicBezTo>
                      <a:pt x="186" y="1086"/>
                      <a:pt x="186" y="1240"/>
                      <a:pt x="186" y="1399"/>
                    </a:cubicBezTo>
                    <a:cubicBezTo>
                      <a:pt x="217" y="1399"/>
                      <a:pt x="248" y="1399"/>
                      <a:pt x="280" y="1399"/>
                    </a:cubicBezTo>
                    <a:cubicBezTo>
                      <a:pt x="280" y="1368"/>
                      <a:pt x="280" y="1337"/>
                      <a:pt x="280" y="1305"/>
                    </a:cubicBezTo>
                    <a:cubicBezTo>
                      <a:pt x="311" y="1305"/>
                      <a:pt x="341" y="1305"/>
                      <a:pt x="373" y="1305"/>
                    </a:cubicBezTo>
                    <a:cubicBezTo>
                      <a:pt x="373" y="1367"/>
                      <a:pt x="373" y="1429"/>
                      <a:pt x="373" y="1492"/>
                    </a:cubicBezTo>
                    <a:cubicBezTo>
                      <a:pt x="404" y="1492"/>
                      <a:pt x="435" y="1492"/>
                      <a:pt x="466" y="1492"/>
                    </a:cubicBezTo>
                    <a:cubicBezTo>
                      <a:pt x="466" y="1584"/>
                      <a:pt x="466" y="1677"/>
                      <a:pt x="466" y="1772"/>
                    </a:cubicBezTo>
                    <a:cubicBezTo>
                      <a:pt x="405" y="1772"/>
                      <a:pt x="343" y="1772"/>
                      <a:pt x="280" y="1772"/>
                    </a:cubicBezTo>
                    <a:cubicBezTo>
                      <a:pt x="280" y="1710"/>
                      <a:pt x="280" y="1649"/>
                      <a:pt x="280" y="1585"/>
                    </a:cubicBezTo>
                    <a:cubicBezTo>
                      <a:pt x="218" y="1585"/>
                      <a:pt x="157" y="1585"/>
                      <a:pt x="93" y="1585"/>
                    </a:cubicBezTo>
                    <a:cubicBezTo>
                      <a:pt x="93" y="1985"/>
                      <a:pt x="93" y="2385"/>
                      <a:pt x="93" y="2797"/>
                    </a:cubicBezTo>
                    <a:cubicBezTo>
                      <a:pt x="186" y="2797"/>
                      <a:pt x="278" y="2797"/>
                      <a:pt x="373" y="2797"/>
                    </a:cubicBezTo>
                    <a:cubicBezTo>
                      <a:pt x="373" y="2920"/>
                      <a:pt x="373" y="3044"/>
                      <a:pt x="373" y="3170"/>
                    </a:cubicBezTo>
                    <a:cubicBezTo>
                      <a:pt x="404" y="3170"/>
                      <a:pt x="435" y="3170"/>
                      <a:pt x="466" y="3170"/>
                    </a:cubicBezTo>
                    <a:cubicBezTo>
                      <a:pt x="466" y="3232"/>
                      <a:pt x="466" y="3293"/>
                      <a:pt x="466" y="3357"/>
                    </a:cubicBezTo>
                    <a:cubicBezTo>
                      <a:pt x="405" y="3357"/>
                      <a:pt x="343" y="3357"/>
                      <a:pt x="280" y="3357"/>
                    </a:cubicBezTo>
                    <a:cubicBezTo>
                      <a:pt x="280" y="3295"/>
                      <a:pt x="280" y="3234"/>
                      <a:pt x="280" y="3170"/>
                    </a:cubicBezTo>
                    <a:cubicBezTo>
                      <a:pt x="218" y="3170"/>
                      <a:pt x="157" y="3170"/>
                      <a:pt x="93" y="3170"/>
                    </a:cubicBezTo>
                    <a:cubicBezTo>
                      <a:pt x="93" y="3447"/>
                      <a:pt x="93" y="3724"/>
                      <a:pt x="93" y="4010"/>
                    </a:cubicBezTo>
                    <a:cubicBezTo>
                      <a:pt x="155" y="4010"/>
                      <a:pt x="216" y="4010"/>
                      <a:pt x="280" y="4010"/>
                    </a:cubicBezTo>
                    <a:cubicBezTo>
                      <a:pt x="280" y="3886"/>
                      <a:pt x="280" y="3763"/>
                      <a:pt x="280" y="3637"/>
                    </a:cubicBezTo>
                    <a:cubicBezTo>
                      <a:pt x="311" y="3637"/>
                      <a:pt x="341" y="3637"/>
                      <a:pt x="373" y="3637"/>
                    </a:cubicBezTo>
                    <a:cubicBezTo>
                      <a:pt x="373" y="3606"/>
                      <a:pt x="373" y="3575"/>
                      <a:pt x="373" y="3543"/>
                    </a:cubicBezTo>
                    <a:cubicBezTo>
                      <a:pt x="435" y="3543"/>
                      <a:pt x="496" y="3543"/>
                      <a:pt x="559" y="3543"/>
                    </a:cubicBezTo>
                    <a:cubicBezTo>
                      <a:pt x="559" y="3574"/>
                      <a:pt x="559" y="3605"/>
                      <a:pt x="559" y="3637"/>
                    </a:cubicBezTo>
                    <a:cubicBezTo>
                      <a:pt x="590" y="3637"/>
                      <a:pt x="621" y="3637"/>
                      <a:pt x="653" y="3637"/>
                    </a:cubicBezTo>
                    <a:cubicBezTo>
                      <a:pt x="653" y="3667"/>
                      <a:pt x="653" y="3698"/>
                      <a:pt x="653" y="3730"/>
                    </a:cubicBezTo>
                    <a:cubicBezTo>
                      <a:pt x="696" y="3736"/>
                      <a:pt x="696" y="3736"/>
                      <a:pt x="746" y="3730"/>
                    </a:cubicBezTo>
                    <a:cubicBezTo>
                      <a:pt x="772" y="3689"/>
                      <a:pt x="772" y="3689"/>
                      <a:pt x="793" y="3637"/>
                    </a:cubicBezTo>
                    <a:cubicBezTo>
                      <a:pt x="813" y="3584"/>
                      <a:pt x="813" y="3584"/>
                      <a:pt x="839" y="3543"/>
                    </a:cubicBezTo>
                    <a:cubicBezTo>
                      <a:pt x="870" y="3543"/>
                      <a:pt x="901" y="3543"/>
                      <a:pt x="932" y="3543"/>
                    </a:cubicBezTo>
                    <a:cubicBezTo>
                      <a:pt x="932" y="3605"/>
                      <a:pt x="932" y="3666"/>
                      <a:pt x="932" y="3730"/>
                    </a:cubicBezTo>
                    <a:cubicBezTo>
                      <a:pt x="902" y="3730"/>
                      <a:pt x="871" y="3730"/>
                      <a:pt x="839" y="3730"/>
                    </a:cubicBezTo>
                    <a:cubicBezTo>
                      <a:pt x="839" y="5945"/>
                      <a:pt x="839" y="8161"/>
                      <a:pt x="839" y="10444"/>
                    </a:cubicBezTo>
                    <a:cubicBezTo>
                      <a:pt x="808" y="10444"/>
                      <a:pt x="778" y="10444"/>
                      <a:pt x="746" y="10444"/>
                    </a:cubicBezTo>
                    <a:cubicBezTo>
                      <a:pt x="746" y="10474"/>
                      <a:pt x="746" y="10505"/>
                      <a:pt x="746" y="10537"/>
                    </a:cubicBezTo>
                    <a:cubicBezTo>
                      <a:pt x="531" y="10537"/>
                      <a:pt x="315" y="10537"/>
                      <a:pt x="93" y="10537"/>
                    </a:cubicBezTo>
                    <a:cubicBezTo>
                      <a:pt x="93" y="10506"/>
                      <a:pt x="93" y="10475"/>
                      <a:pt x="93" y="10444"/>
                    </a:cubicBezTo>
                    <a:cubicBezTo>
                      <a:pt x="62" y="10444"/>
                      <a:pt x="32" y="10444"/>
                      <a:pt x="0" y="10444"/>
                    </a:cubicBezTo>
                    <a:cubicBezTo>
                      <a:pt x="0" y="6997"/>
                      <a:pt x="0" y="3551"/>
                      <a:pt x="0" y="0"/>
                    </a:cubicBezTo>
                    <a:close/>
                    <a:moveTo>
                      <a:pt x="93" y="4289"/>
                    </a:moveTo>
                    <a:cubicBezTo>
                      <a:pt x="93" y="6074"/>
                      <a:pt x="93" y="7859"/>
                      <a:pt x="93" y="9698"/>
                    </a:cubicBezTo>
                    <a:cubicBezTo>
                      <a:pt x="155" y="9698"/>
                      <a:pt x="216" y="9698"/>
                      <a:pt x="280" y="9698"/>
                    </a:cubicBezTo>
                    <a:cubicBezTo>
                      <a:pt x="280" y="9667"/>
                      <a:pt x="280" y="9636"/>
                      <a:pt x="280" y="9604"/>
                    </a:cubicBezTo>
                    <a:cubicBezTo>
                      <a:pt x="311" y="9604"/>
                      <a:pt x="341" y="9604"/>
                      <a:pt x="373" y="9604"/>
                    </a:cubicBezTo>
                    <a:cubicBezTo>
                      <a:pt x="373" y="9450"/>
                      <a:pt x="373" y="9297"/>
                      <a:pt x="373" y="9138"/>
                    </a:cubicBezTo>
                    <a:cubicBezTo>
                      <a:pt x="342" y="9138"/>
                      <a:pt x="311" y="9138"/>
                      <a:pt x="280" y="9138"/>
                    </a:cubicBezTo>
                    <a:cubicBezTo>
                      <a:pt x="280" y="8677"/>
                      <a:pt x="280" y="8215"/>
                      <a:pt x="280" y="7739"/>
                    </a:cubicBezTo>
                    <a:cubicBezTo>
                      <a:pt x="311" y="7739"/>
                      <a:pt x="341" y="7739"/>
                      <a:pt x="373" y="7739"/>
                    </a:cubicBezTo>
                    <a:cubicBezTo>
                      <a:pt x="373" y="7647"/>
                      <a:pt x="373" y="7555"/>
                      <a:pt x="373" y="7460"/>
                    </a:cubicBezTo>
                    <a:cubicBezTo>
                      <a:pt x="342" y="7460"/>
                      <a:pt x="311" y="7460"/>
                      <a:pt x="280" y="7460"/>
                    </a:cubicBezTo>
                    <a:cubicBezTo>
                      <a:pt x="280" y="7275"/>
                      <a:pt x="280" y="7090"/>
                      <a:pt x="280" y="6900"/>
                    </a:cubicBezTo>
                    <a:cubicBezTo>
                      <a:pt x="311" y="6900"/>
                      <a:pt x="341" y="6900"/>
                      <a:pt x="373" y="6900"/>
                    </a:cubicBezTo>
                    <a:cubicBezTo>
                      <a:pt x="373" y="6808"/>
                      <a:pt x="373" y="6716"/>
                      <a:pt x="373" y="6620"/>
                    </a:cubicBezTo>
                    <a:cubicBezTo>
                      <a:pt x="342" y="6620"/>
                      <a:pt x="311" y="6620"/>
                      <a:pt x="280" y="6620"/>
                    </a:cubicBezTo>
                    <a:cubicBezTo>
                      <a:pt x="280" y="6467"/>
                      <a:pt x="280" y="6313"/>
                      <a:pt x="280" y="6154"/>
                    </a:cubicBezTo>
                    <a:cubicBezTo>
                      <a:pt x="311" y="6154"/>
                      <a:pt x="341" y="6154"/>
                      <a:pt x="373" y="6154"/>
                    </a:cubicBezTo>
                    <a:cubicBezTo>
                      <a:pt x="373" y="6093"/>
                      <a:pt x="373" y="6031"/>
                      <a:pt x="373" y="5968"/>
                    </a:cubicBezTo>
                    <a:cubicBezTo>
                      <a:pt x="342" y="5968"/>
                      <a:pt x="311" y="5968"/>
                      <a:pt x="280" y="5968"/>
                    </a:cubicBezTo>
                    <a:cubicBezTo>
                      <a:pt x="280" y="5414"/>
                      <a:pt x="280" y="4860"/>
                      <a:pt x="280" y="4289"/>
                    </a:cubicBezTo>
                    <a:cubicBezTo>
                      <a:pt x="218" y="4289"/>
                      <a:pt x="157" y="4289"/>
                      <a:pt x="93" y="4289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81" name="ICON_SKILL_SPECTRAL_path_011"/>
              <p:cNvSpPr/>
              <p:nvPr/>
            </p:nvSpPr>
            <p:spPr>
              <a:xfrm>
                <a:off x="4777287" y="1829482"/>
                <a:ext cx="8290" cy="108949"/>
              </a:xfrm>
              <a:custGeom>
                <a:avLst/>
                <a:gdLst/>
                <a:ahLst/>
                <a:cxnLst/>
                <a:rect l="0" t="0" r="r" b="b"/>
                <a:pathLst>
                  <a:path w="653" h="8579" fill="norm" stroke="0">
                    <a:moveTo>
                      <a:pt x="373" y="0"/>
                    </a:moveTo>
                    <a:cubicBezTo>
                      <a:pt x="465" y="0"/>
                      <a:pt x="558" y="0"/>
                      <a:pt x="653" y="0"/>
                    </a:cubicBezTo>
                    <a:cubicBezTo>
                      <a:pt x="653" y="2800"/>
                      <a:pt x="653" y="5600"/>
                      <a:pt x="653" y="8485"/>
                    </a:cubicBezTo>
                    <a:cubicBezTo>
                      <a:pt x="622" y="8485"/>
                      <a:pt x="591" y="8485"/>
                      <a:pt x="559" y="8485"/>
                    </a:cubicBezTo>
                    <a:cubicBezTo>
                      <a:pt x="559" y="8516"/>
                      <a:pt x="559" y="8547"/>
                      <a:pt x="559" y="8579"/>
                    </a:cubicBezTo>
                    <a:cubicBezTo>
                      <a:pt x="406" y="8579"/>
                      <a:pt x="252" y="8579"/>
                      <a:pt x="93" y="8579"/>
                    </a:cubicBezTo>
                    <a:cubicBezTo>
                      <a:pt x="93" y="8548"/>
                      <a:pt x="93" y="8517"/>
                      <a:pt x="93" y="8485"/>
                    </a:cubicBezTo>
                    <a:cubicBezTo>
                      <a:pt x="62" y="8485"/>
                      <a:pt x="32" y="8485"/>
                      <a:pt x="0" y="8485"/>
                    </a:cubicBezTo>
                    <a:cubicBezTo>
                      <a:pt x="0" y="6608"/>
                      <a:pt x="0" y="4731"/>
                      <a:pt x="0" y="2797"/>
                    </a:cubicBezTo>
                    <a:cubicBezTo>
                      <a:pt x="31" y="2797"/>
                      <a:pt x="62" y="2797"/>
                      <a:pt x="93" y="2797"/>
                    </a:cubicBezTo>
                    <a:cubicBezTo>
                      <a:pt x="93" y="3167"/>
                      <a:pt x="93" y="3536"/>
                      <a:pt x="93" y="3916"/>
                    </a:cubicBezTo>
                    <a:cubicBezTo>
                      <a:pt x="155" y="3916"/>
                      <a:pt x="216" y="3916"/>
                      <a:pt x="280" y="3916"/>
                    </a:cubicBezTo>
                    <a:cubicBezTo>
                      <a:pt x="280" y="3332"/>
                      <a:pt x="280" y="2747"/>
                      <a:pt x="280" y="2145"/>
                    </a:cubicBezTo>
                    <a:cubicBezTo>
                      <a:pt x="249" y="2145"/>
                      <a:pt x="218" y="2145"/>
                      <a:pt x="186" y="2145"/>
                    </a:cubicBezTo>
                    <a:cubicBezTo>
                      <a:pt x="186" y="2083"/>
                      <a:pt x="186" y="2022"/>
                      <a:pt x="186" y="1958"/>
                    </a:cubicBezTo>
                    <a:cubicBezTo>
                      <a:pt x="217" y="1958"/>
                      <a:pt x="248" y="1958"/>
                      <a:pt x="280" y="1958"/>
                    </a:cubicBezTo>
                    <a:cubicBezTo>
                      <a:pt x="280" y="1558"/>
                      <a:pt x="280" y="1158"/>
                      <a:pt x="280" y="746"/>
                    </a:cubicBezTo>
                    <a:cubicBezTo>
                      <a:pt x="311" y="746"/>
                      <a:pt x="341" y="746"/>
                      <a:pt x="373" y="746"/>
                    </a:cubicBezTo>
                    <a:cubicBezTo>
                      <a:pt x="373" y="684"/>
                      <a:pt x="373" y="623"/>
                      <a:pt x="373" y="559"/>
                    </a:cubicBezTo>
                    <a:cubicBezTo>
                      <a:pt x="342" y="559"/>
                      <a:pt x="311" y="559"/>
                      <a:pt x="280" y="559"/>
                    </a:cubicBezTo>
                    <a:cubicBezTo>
                      <a:pt x="280" y="467"/>
                      <a:pt x="280" y="375"/>
                      <a:pt x="280" y="280"/>
                    </a:cubicBezTo>
                    <a:cubicBezTo>
                      <a:pt x="372" y="280"/>
                      <a:pt x="464" y="280"/>
                      <a:pt x="559" y="280"/>
                    </a:cubicBezTo>
                    <a:cubicBezTo>
                      <a:pt x="559" y="249"/>
                      <a:pt x="559" y="218"/>
                      <a:pt x="559" y="186"/>
                    </a:cubicBezTo>
                    <a:cubicBezTo>
                      <a:pt x="498" y="186"/>
                      <a:pt x="436" y="186"/>
                      <a:pt x="373" y="186"/>
                    </a:cubicBezTo>
                    <a:cubicBezTo>
                      <a:pt x="373" y="125"/>
                      <a:pt x="373" y="63"/>
                      <a:pt x="37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82" name="ICON_SKILL_SPECTRAL_path_012"/>
              <p:cNvSpPr/>
              <p:nvPr/>
            </p:nvSpPr>
            <p:spPr>
              <a:xfrm>
                <a:off x="4727549" y="1944351"/>
                <a:ext cx="283029" cy="3553"/>
              </a:xfrm>
              <a:custGeom>
                <a:avLst/>
                <a:gdLst/>
                <a:ahLst/>
                <a:cxnLst/>
                <a:rect l="0" t="0" r="r" b="b"/>
                <a:pathLst>
                  <a:path w="22286" h="280" fill="norm" stroke="0">
                    <a:moveTo>
                      <a:pt x="0" y="0"/>
                    </a:moveTo>
                    <a:cubicBezTo>
                      <a:pt x="6" y="2"/>
                      <a:pt x="6" y="2"/>
                      <a:pt x="38" y="10"/>
                    </a:cubicBezTo>
                    <a:cubicBezTo>
                      <a:pt x="228" y="54"/>
                      <a:pt x="412" y="53"/>
                      <a:pt x="606" y="53"/>
                    </a:cubicBezTo>
                    <a:cubicBezTo>
                      <a:pt x="644" y="53"/>
                      <a:pt x="682" y="53"/>
                      <a:pt x="720" y="53"/>
                    </a:cubicBezTo>
                    <a:cubicBezTo>
                      <a:pt x="824" y="54"/>
                      <a:pt x="928" y="54"/>
                      <a:pt x="1032" y="54"/>
                    </a:cubicBezTo>
                    <a:cubicBezTo>
                      <a:pt x="1145" y="54"/>
                      <a:pt x="1259" y="54"/>
                      <a:pt x="1372" y="55"/>
                    </a:cubicBezTo>
                    <a:cubicBezTo>
                      <a:pt x="1570" y="55"/>
                      <a:pt x="1769" y="56"/>
                      <a:pt x="1967" y="56"/>
                    </a:cubicBezTo>
                    <a:cubicBezTo>
                      <a:pt x="2180" y="56"/>
                      <a:pt x="2393" y="56"/>
                      <a:pt x="2606" y="57"/>
                    </a:cubicBezTo>
                    <a:cubicBezTo>
                      <a:pt x="2619" y="57"/>
                      <a:pt x="2633" y="57"/>
                      <a:pt x="2647" y="57"/>
                    </a:cubicBezTo>
                    <a:cubicBezTo>
                      <a:pt x="2715" y="57"/>
                      <a:pt x="2784" y="57"/>
                      <a:pt x="2853" y="57"/>
                    </a:cubicBezTo>
                    <a:cubicBezTo>
                      <a:pt x="3349" y="59"/>
                      <a:pt x="3845" y="59"/>
                      <a:pt x="4342" y="60"/>
                    </a:cubicBezTo>
                    <a:cubicBezTo>
                      <a:pt x="4833" y="61"/>
                      <a:pt x="5325" y="62"/>
                      <a:pt x="5816" y="63"/>
                    </a:cubicBezTo>
                    <a:cubicBezTo>
                      <a:pt x="5832" y="63"/>
                      <a:pt x="5847" y="63"/>
                      <a:pt x="5863" y="63"/>
                    </a:cubicBezTo>
                    <a:cubicBezTo>
                      <a:pt x="6002" y="63"/>
                      <a:pt x="6142" y="63"/>
                      <a:pt x="6281" y="64"/>
                    </a:cubicBezTo>
                    <a:cubicBezTo>
                      <a:pt x="6628" y="64"/>
                      <a:pt x="6975" y="65"/>
                      <a:pt x="7321" y="66"/>
                    </a:cubicBezTo>
                    <a:cubicBezTo>
                      <a:pt x="7337" y="66"/>
                      <a:pt x="7353" y="66"/>
                      <a:pt x="7369" y="66"/>
                    </a:cubicBezTo>
                    <a:cubicBezTo>
                      <a:pt x="8137" y="67"/>
                      <a:pt x="8905" y="69"/>
                      <a:pt x="9673" y="70"/>
                    </a:cubicBezTo>
                    <a:cubicBezTo>
                      <a:pt x="9939" y="70"/>
                      <a:pt x="10205" y="71"/>
                      <a:pt x="10472" y="71"/>
                    </a:cubicBezTo>
                    <a:cubicBezTo>
                      <a:pt x="10480" y="71"/>
                      <a:pt x="10480" y="71"/>
                      <a:pt x="10522" y="72"/>
                    </a:cubicBezTo>
                    <a:cubicBezTo>
                      <a:pt x="11290" y="73"/>
                      <a:pt x="12059" y="74"/>
                      <a:pt x="12827" y="76"/>
                    </a:cubicBezTo>
                    <a:cubicBezTo>
                      <a:pt x="12877" y="76"/>
                      <a:pt x="12927" y="76"/>
                      <a:pt x="12976" y="76"/>
                    </a:cubicBezTo>
                    <a:cubicBezTo>
                      <a:pt x="13307" y="77"/>
                      <a:pt x="13638" y="77"/>
                      <a:pt x="13968" y="78"/>
                    </a:cubicBezTo>
                    <a:cubicBezTo>
                      <a:pt x="14626" y="79"/>
                      <a:pt x="15284" y="81"/>
                      <a:pt x="15941" y="82"/>
                    </a:cubicBezTo>
                    <a:cubicBezTo>
                      <a:pt x="15973" y="82"/>
                      <a:pt x="16004" y="82"/>
                      <a:pt x="16035" y="82"/>
                    </a:cubicBezTo>
                    <a:cubicBezTo>
                      <a:pt x="17445" y="85"/>
                      <a:pt x="18855" y="87"/>
                      <a:pt x="20265" y="90"/>
                    </a:cubicBezTo>
                    <a:cubicBezTo>
                      <a:pt x="20278" y="90"/>
                      <a:pt x="20292" y="90"/>
                      <a:pt x="20305" y="90"/>
                    </a:cubicBezTo>
                    <a:cubicBezTo>
                      <a:pt x="20965" y="91"/>
                      <a:pt x="21626" y="92"/>
                      <a:pt x="22286" y="93"/>
                    </a:cubicBezTo>
                    <a:cubicBezTo>
                      <a:pt x="22266" y="139"/>
                      <a:pt x="22266" y="139"/>
                      <a:pt x="22239" y="186"/>
                    </a:cubicBezTo>
                    <a:cubicBezTo>
                      <a:pt x="22192" y="196"/>
                      <a:pt x="22157" y="198"/>
                      <a:pt x="22110" y="197"/>
                    </a:cubicBezTo>
                    <a:cubicBezTo>
                      <a:pt x="22097" y="197"/>
                      <a:pt x="22083" y="197"/>
                      <a:pt x="22070" y="197"/>
                    </a:cubicBezTo>
                    <a:cubicBezTo>
                      <a:pt x="22026" y="197"/>
                      <a:pt x="21983" y="196"/>
                      <a:pt x="21939" y="196"/>
                    </a:cubicBezTo>
                    <a:cubicBezTo>
                      <a:pt x="21909" y="195"/>
                      <a:pt x="21878" y="195"/>
                      <a:pt x="21848" y="195"/>
                    </a:cubicBezTo>
                    <a:cubicBezTo>
                      <a:pt x="21768" y="195"/>
                      <a:pt x="21689" y="194"/>
                      <a:pt x="21609" y="193"/>
                    </a:cubicBezTo>
                    <a:cubicBezTo>
                      <a:pt x="21528" y="192"/>
                      <a:pt x="21447" y="192"/>
                      <a:pt x="21365" y="191"/>
                    </a:cubicBezTo>
                    <a:cubicBezTo>
                      <a:pt x="21206" y="190"/>
                      <a:pt x="21047" y="188"/>
                      <a:pt x="20887" y="186"/>
                    </a:cubicBezTo>
                    <a:cubicBezTo>
                      <a:pt x="20887" y="217"/>
                      <a:pt x="20887" y="248"/>
                      <a:pt x="20887" y="280"/>
                    </a:cubicBezTo>
                    <a:cubicBezTo>
                      <a:pt x="20733" y="280"/>
                      <a:pt x="20579" y="280"/>
                      <a:pt x="20421" y="280"/>
                    </a:cubicBezTo>
                    <a:cubicBezTo>
                      <a:pt x="20421" y="249"/>
                      <a:pt x="20421" y="218"/>
                      <a:pt x="20421" y="186"/>
                    </a:cubicBezTo>
                    <a:cubicBezTo>
                      <a:pt x="14328" y="186"/>
                      <a:pt x="8235" y="186"/>
                      <a:pt x="1958" y="186"/>
                    </a:cubicBezTo>
                    <a:cubicBezTo>
                      <a:pt x="1958" y="217"/>
                      <a:pt x="1958" y="248"/>
                      <a:pt x="1958" y="280"/>
                    </a:cubicBezTo>
                    <a:cubicBezTo>
                      <a:pt x="1743" y="280"/>
                      <a:pt x="1527" y="280"/>
                      <a:pt x="1305" y="280"/>
                    </a:cubicBezTo>
                    <a:cubicBezTo>
                      <a:pt x="1305" y="249"/>
                      <a:pt x="1305" y="218"/>
                      <a:pt x="1305" y="186"/>
                    </a:cubicBezTo>
                    <a:cubicBezTo>
                      <a:pt x="1298" y="187"/>
                      <a:pt x="1298" y="187"/>
                      <a:pt x="1260" y="187"/>
                    </a:cubicBezTo>
                    <a:cubicBezTo>
                      <a:pt x="1118" y="189"/>
                      <a:pt x="976" y="190"/>
                      <a:pt x="834" y="191"/>
                    </a:cubicBezTo>
                    <a:cubicBezTo>
                      <a:pt x="761" y="192"/>
                      <a:pt x="688" y="192"/>
                      <a:pt x="615" y="194"/>
                    </a:cubicBezTo>
                    <a:cubicBezTo>
                      <a:pt x="544" y="195"/>
                      <a:pt x="474" y="195"/>
                      <a:pt x="403" y="195"/>
                    </a:cubicBezTo>
                    <a:cubicBezTo>
                      <a:pt x="376" y="195"/>
                      <a:pt x="350" y="196"/>
                      <a:pt x="323" y="196"/>
                    </a:cubicBezTo>
                    <a:cubicBezTo>
                      <a:pt x="285" y="197"/>
                      <a:pt x="247" y="197"/>
                      <a:pt x="210" y="197"/>
                    </a:cubicBezTo>
                    <a:cubicBezTo>
                      <a:pt x="188" y="197"/>
                      <a:pt x="167" y="197"/>
                      <a:pt x="145" y="198"/>
                    </a:cubicBezTo>
                    <a:cubicBezTo>
                      <a:pt x="93" y="186"/>
                      <a:pt x="93" y="186"/>
                      <a:pt x="66" y="145"/>
                    </a:cubicBezTo>
                    <a:cubicBezTo>
                      <a:pt x="59" y="128"/>
                      <a:pt x="53" y="111"/>
                      <a:pt x="47" y="93"/>
                    </a:cubicBezTo>
                    <a:cubicBezTo>
                      <a:pt x="31" y="62"/>
                      <a:pt x="16" y="31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83" name="ICON_SKILL_SPECTRAL_path_013"/>
              <p:cNvSpPr/>
              <p:nvPr/>
            </p:nvSpPr>
            <p:spPr>
              <a:xfrm>
                <a:off x="4906367" y="1748955"/>
                <a:ext cx="9474" cy="189476"/>
              </a:xfrm>
              <a:custGeom>
                <a:avLst/>
                <a:gdLst/>
                <a:ahLst/>
                <a:cxnLst/>
                <a:rect l="0" t="0" r="r" b="b"/>
                <a:pathLst>
                  <a:path w="746" h="14919" fill="norm" stroke="0">
                    <a:moveTo>
                      <a:pt x="0" y="0"/>
                    </a:moveTo>
                    <a:cubicBezTo>
                      <a:pt x="31" y="0"/>
                      <a:pt x="62" y="0"/>
                      <a:pt x="93" y="0"/>
                    </a:cubicBezTo>
                    <a:cubicBezTo>
                      <a:pt x="93" y="62"/>
                      <a:pt x="93" y="123"/>
                      <a:pt x="93" y="186"/>
                    </a:cubicBezTo>
                    <a:cubicBezTo>
                      <a:pt x="124" y="186"/>
                      <a:pt x="155" y="186"/>
                      <a:pt x="186" y="186"/>
                    </a:cubicBezTo>
                    <a:cubicBezTo>
                      <a:pt x="186" y="433"/>
                      <a:pt x="186" y="679"/>
                      <a:pt x="186" y="932"/>
                    </a:cubicBezTo>
                    <a:cubicBezTo>
                      <a:pt x="156" y="932"/>
                      <a:pt x="125" y="932"/>
                      <a:pt x="93" y="932"/>
                    </a:cubicBezTo>
                    <a:cubicBezTo>
                      <a:pt x="93" y="1394"/>
                      <a:pt x="93" y="1856"/>
                      <a:pt x="93" y="2331"/>
                    </a:cubicBezTo>
                    <a:cubicBezTo>
                      <a:pt x="124" y="2331"/>
                      <a:pt x="155" y="2331"/>
                      <a:pt x="186" y="2331"/>
                    </a:cubicBezTo>
                    <a:cubicBezTo>
                      <a:pt x="186" y="2762"/>
                      <a:pt x="186" y="3193"/>
                      <a:pt x="186" y="3637"/>
                    </a:cubicBezTo>
                    <a:cubicBezTo>
                      <a:pt x="156" y="3637"/>
                      <a:pt x="125" y="3637"/>
                      <a:pt x="93" y="3637"/>
                    </a:cubicBezTo>
                    <a:cubicBezTo>
                      <a:pt x="93" y="4252"/>
                      <a:pt x="93" y="4867"/>
                      <a:pt x="93" y="5502"/>
                    </a:cubicBezTo>
                    <a:cubicBezTo>
                      <a:pt x="124" y="5502"/>
                      <a:pt x="155" y="5502"/>
                      <a:pt x="186" y="5502"/>
                    </a:cubicBezTo>
                    <a:cubicBezTo>
                      <a:pt x="186" y="5563"/>
                      <a:pt x="186" y="5625"/>
                      <a:pt x="186" y="5688"/>
                    </a:cubicBezTo>
                    <a:cubicBezTo>
                      <a:pt x="156" y="5688"/>
                      <a:pt x="125" y="5688"/>
                      <a:pt x="93" y="5688"/>
                    </a:cubicBezTo>
                    <a:cubicBezTo>
                      <a:pt x="93" y="5750"/>
                      <a:pt x="93" y="5811"/>
                      <a:pt x="93" y="5874"/>
                    </a:cubicBezTo>
                    <a:cubicBezTo>
                      <a:pt x="124" y="5874"/>
                      <a:pt x="155" y="5874"/>
                      <a:pt x="186" y="5874"/>
                    </a:cubicBezTo>
                    <a:cubicBezTo>
                      <a:pt x="186" y="5936"/>
                      <a:pt x="186" y="5998"/>
                      <a:pt x="186" y="6061"/>
                    </a:cubicBezTo>
                    <a:cubicBezTo>
                      <a:pt x="156" y="6061"/>
                      <a:pt x="125" y="6061"/>
                      <a:pt x="93" y="6061"/>
                    </a:cubicBezTo>
                    <a:cubicBezTo>
                      <a:pt x="93" y="6123"/>
                      <a:pt x="93" y="6184"/>
                      <a:pt x="93" y="6247"/>
                    </a:cubicBezTo>
                    <a:cubicBezTo>
                      <a:pt x="124" y="6247"/>
                      <a:pt x="155" y="6247"/>
                      <a:pt x="186" y="6247"/>
                    </a:cubicBezTo>
                    <a:cubicBezTo>
                      <a:pt x="186" y="6340"/>
                      <a:pt x="186" y="6432"/>
                      <a:pt x="186" y="6527"/>
                    </a:cubicBezTo>
                    <a:cubicBezTo>
                      <a:pt x="156" y="6527"/>
                      <a:pt x="125" y="6527"/>
                      <a:pt x="93" y="6527"/>
                    </a:cubicBezTo>
                    <a:cubicBezTo>
                      <a:pt x="93" y="6681"/>
                      <a:pt x="93" y="6835"/>
                      <a:pt x="93" y="6993"/>
                    </a:cubicBezTo>
                    <a:cubicBezTo>
                      <a:pt x="124" y="6993"/>
                      <a:pt x="155" y="6993"/>
                      <a:pt x="186" y="6993"/>
                    </a:cubicBezTo>
                    <a:cubicBezTo>
                      <a:pt x="186" y="7055"/>
                      <a:pt x="186" y="7117"/>
                      <a:pt x="186" y="7180"/>
                    </a:cubicBezTo>
                    <a:cubicBezTo>
                      <a:pt x="156" y="7180"/>
                      <a:pt x="125" y="7180"/>
                      <a:pt x="93" y="7180"/>
                    </a:cubicBezTo>
                    <a:cubicBezTo>
                      <a:pt x="93" y="7334"/>
                      <a:pt x="93" y="7488"/>
                      <a:pt x="93" y="7646"/>
                    </a:cubicBezTo>
                    <a:cubicBezTo>
                      <a:pt x="124" y="7646"/>
                      <a:pt x="155" y="7646"/>
                      <a:pt x="186" y="7646"/>
                    </a:cubicBezTo>
                    <a:cubicBezTo>
                      <a:pt x="186" y="7831"/>
                      <a:pt x="186" y="8015"/>
                      <a:pt x="186" y="8206"/>
                    </a:cubicBezTo>
                    <a:cubicBezTo>
                      <a:pt x="156" y="8206"/>
                      <a:pt x="125" y="8206"/>
                      <a:pt x="93" y="8206"/>
                    </a:cubicBezTo>
                    <a:cubicBezTo>
                      <a:pt x="93" y="8544"/>
                      <a:pt x="93" y="8883"/>
                      <a:pt x="93" y="9231"/>
                    </a:cubicBezTo>
                    <a:cubicBezTo>
                      <a:pt x="124" y="9231"/>
                      <a:pt x="155" y="9231"/>
                      <a:pt x="186" y="9231"/>
                    </a:cubicBezTo>
                    <a:cubicBezTo>
                      <a:pt x="186" y="9724"/>
                      <a:pt x="186" y="10216"/>
                      <a:pt x="186" y="10723"/>
                    </a:cubicBezTo>
                    <a:cubicBezTo>
                      <a:pt x="156" y="10723"/>
                      <a:pt x="125" y="10723"/>
                      <a:pt x="93" y="10723"/>
                    </a:cubicBezTo>
                    <a:cubicBezTo>
                      <a:pt x="93" y="10877"/>
                      <a:pt x="93" y="11031"/>
                      <a:pt x="93" y="11190"/>
                    </a:cubicBezTo>
                    <a:cubicBezTo>
                      <a:pt x="124" y="11190"/>
                      <a:pt x="155" y="11190"/>
                      <a:pt x="186" y="11190"/>
                    </a:cubicBezTo>
                    <a:cubicBezTo>
                      <a:pt x="186" y="11528"/>
                      <a:pt x="186" y="11866"/>
                      <a:pt x="186" y="12215"/>
                    </a:cubicBezTo>
                    <a:cubicBezTo>
                      <a:pt x="156" y="12215"/>
                      <a:pt x="125" y="12215"/>
                      <a:pt x="93" y="12215"/>
                    </a:cubicBezTo>
                    <a:cubicBezTo>
                      <a:pt x="93" y="12400"/>
                      <a:pt x="93" y="12584"/>
                      <a:pt x="93" y="12775"/>
                    </a:cubicBezTo>
                    <a:cubicBezTo>
                      <a:pt x="124" y="12775"/>
                      <a:pt x="155" y="12775"/>
                      <a:pt x="186" y="12775"/>
                    </a:cubicBezTo>
                    <a:cubicBezTo>
                      <a:pt x="186" y="12929"/>
                      <a:pt x="186" y="13082"/>
                      <a:pt x="186" y="13241"/>
                    </a:cubicBezTo>
                    <a:cubicBezTo>
                      <a:pt x="156" y="13241"/>
                      <a:pt x="125" y="13241"/>
                      <a:pt x="93" y="13241"/>
                    </a:cubicBezTo>
                    <a:cubicBezTo>
                      <a:pt x="93" y="13487"/>
                      <a:pt x="93" y="13733"/>
                      <a:pt x="93" y="13987"/>
                    </a:cubicBezTo>
                    <a:cubicBezTo>
                      <a:pt x="124" y="13987"/>
                      <a:pt x="155" y="13987"/>
                      <a:pt x="186" y="13987"/>
                    </a:cubicBezTo>
                    <a:cubicBezTo>
                      <a:pt x="186" y="14079"/>
                      <a:pt x="186" y="14172"/>
                      <a:pt x="186" y="14267"/>
                    </a:cubicBezTo>
                    <a:cubicBezTo>
                      <a:pt x="156" y="14267"/>
                      <a:pt x="125" y="14267"/>
                      <a:pt x="93" y="14267"/>
                    </a:cubicBezTo>
                    <a:cubicBezTo>
                      <a:pt x="93" y="14420"/>
                      <a:pt x="93" y="14574"/>
                      <a:pt x="93" y="14733"/>
                    </a:cubicBezTo>
                    <a:cubicBezTo>
                      <a:pt x="247" y="14733"/>
                      <a:pt x="401" y="14733"/>
                      <a:pt x="559" y="14733"/>
                    </a:cubicBezTo>
                    <a:cubicBezTo>
                      <a:pt x="559" y="14764"/>
                      <a:pt x="559" y="14794"/>
                      <a:pt x="559" y="14826"/>
                    </a:cubicBezTo>
                    <a:cubicBezTo>
                      <a:pt x="621" y="14826"/>
                      <a:pt x="683" y="14826"/>
                      <a:pt x="746" y="14826"/>
                    </a:cubicBezTo>
                    <a:cubicBezTo>
                      <a:pt x="746" y="14857"/>
                      <a:pt x="746" y="14888"/>
                      <a:pt x="746" y="14919"/>
                    </a:cubicBezTo>
                    <a:cubicBezTo>
                      <a:pt x="561" y="14919"/>
                      <a:pt x="377" y="14919"/>
                      <a:pt x="186" y="14919"/>
                    </a:cubicBezTo>
                    <a:cubicBezTo>
                      <a:pt x="186" y="14889"/>
                      <a:pt x="186" y="14858"/>
                      <a:pt x="186" y="14826"/>
                    </a:cubicBezTo>
                    <a:cubicBezTo>
                      <a:pt x="125" y="14826"/>
                      <a:pt x="63" y="14826"/>
                      <a:pt x="0" y="14826"/>
                    </a:cubicBezTo>
                    <a:cubicBezTo>
                      <a:pt x="0" y="9933"/>
                      <a:pt x="0" y="5041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84" name="ICON_SKILL_SPECTRAL_path_014"/>
              <p:cNvSpPr/>
              <p:nvPr/>
            </p:nvSpPr>
            <p:spPr>
              <a:xfrm>
                <a:off x="4953736" y="1859087"/>
                <a:ext cx="3553" cy="68685"/>
              </a:xfrm>
              <a:custGeom>
                <a:avLst/>
                <a:gdLst/>
                <a:ahLst/>
                <a:cxnLst/>
                <a:rect l="0" t="0" r="r" b="b"/>
                <a:pathLst>
                  <a:path w="280" h="5408" fill="norm" stroke="0">
                    <a:moveTo>
                      <a:pt x="0" y="0"/>
                    </a:moveTo>
                    <a:cubicBezTo>
                      <a:pt x="62" y="0"/>
                      <a:pt x="123" y="0"/>
                      <a:pt x="186" y="0"/>
                    </a:cubicBezTo>
                    <a:cubicBezTo>
                      <a:pt x="186" y="554"/>
                      <a:pt x="186" y="1108"/>
                      <a:pt x="186" y="1678"/>
                    </a:cubicBezTo>
                    <a:cubicBezTo>
                      <a:pt x="217" y="1678"/>
                      <a:pt x="248" y="1678"/>
                      <a:pt x="280" y="1678"/>
                    </a:cubicBezTo>
                    <a:cubicBezTo>
                      <a:pt x="280" y="1740"/>
                      <a:pt x="280" y="1802"/>
                      <a:pt x="280" y="1865"/>
                    </a:cubicBezTo>
                    <a:cubicBezTo>
                      <a:pt x="249" y="1865"/>
                      <a:pt x="218" y="1865"/>
                      <a:pt x="186" y="1865"/>
                    </a:cubicBezTo>
                    <a:cubicBezTo>
                      <a:pt x="186" y="2019"/>
                      <a:pt x="186" y="2173"/>
                      <a:pt x="186" y="2331"/>
                    </a:cubicBezTo>
                    <a:cubicBezTo>
                      <a:pt x="217" y="2331"/>
                      <a:pt x="248" y="2331"/>
                      <a:pt x="280" y="2331"/>
                    </a:cubicBezTo>
                    <a:cubicBezTo>
                      <a:pt x="280" y="2423"/>
                      <a:pt x="280" y="2516"/>
                      <a:pt x="280" y="2611"/>
                    </a:cubicBezTo>
                    <a:cubicBezTo>
                      <a:pt x="249" y="2611"/>
                      <a:pt x="218" y="2611"/>
                      <a:pt x="186" y="2611"/>
                    </a:cubicBezTo>
                    <a:cubicBezTo>
                      <a:pt x="186" y="2796"/>
                      <a:pt x="186" y="2980"/>
                      <a:pt x="186" y="3170"/>
                    </a:cubicBezTo>
                    <a:cubicBezTo>
                      <a:pt x="217" y="3170"/>
                      <a:pt x="248" y="3170"/>
                      <a:pt x="280" y="3170"/>
                    </a:cubicBezTo>
                    <a:cubicBezTo>
                      <a:pt x="280" y="3263"/>
                      <a:pt x="280" y="3355"/>
                      <a:pt x="280" y="3450"/>
                    </a:cubicBezTo>
                    <a:cubicBezTo>
                      <a:pt x="249" y="3450"/>
                      <a:pt x="218" y="3450"/>
                      <a:pt x="186" y="3450"/>
                    </a:cubicBezTo>
                    <a:cubicBezTo>
                      <a:pt x="186" y="3912"/>
                      <a:pt x="186" y="4373"/>
                      <a:pt x="186" y="4849"/>
                    </a:cubicBezTo>
                    <a:cubicBezTo>
                      <a:pt x="217" y="4849"/>
                      <a:pt x="248" y="4849"/>
                      <a:pt x="280" y="4849"/>
                    </a:cubicBezTo>
                    <a:cubicBezTo>
                      <a:pt x="280" y="5003"/>
                      <a:pt x="280" y="5157"/>
                      <a:pt x="280" y="5315"/>
                    </a:cubicBezTo>
                    <a:cubicBezTo>
                      <a:pt x="249" y="5315"/>
                      <a:pt x="218" y="5315"/>
                      <a:pt x="186" y="5315"/>
                    </a:cubicBezTo>
                    <a:cubicBezTo>
                      <a:pt x="186" y="5346"/>
                      <a:pt x="186" y="5377"/>
                      <a:pt x="186" y="5408"/>
                    </a:cubicBezTo>
                    <a:cubicBezTo>
                      <a:pt x="125" y="5408"/>
                      <a:pt x="63" y="5408"/>
                      <a:pt x="0" y="5408"/>
                    </a:cubicBezTo>
                    <a:cubicBezTo>
                      <a:pt x="0" y="3624"/>
                      <a:pt x="0" y="183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2" cap="flat">
                <a:noFill/>
              </a:ln>
            </p:spPr>
          </p:sp>
          <p:sp>
            <p:nvSpPr>
              <p:cNvPr id="585" name="ICON_SKILL_SPECTRAL_path_015"/>
              <p:cNvSpPr/>
              <p:nvPr/>
            </p:nvSpPr>
            <p:spPr>
              <a:xfrm>
                <a:off x="4996368" y="1851982"/>
                <a:ext cx="14211" cy="86448"/>
              </a:xfrm>
              <a:custGeom>
                <a:avLst/>
                <a:gdLst/>
                <a:ahLst/>
                <a:cxnLst/>
                <a:rect l="0" t="0" r="r" b="b"/>
                <a:pathLst>
                  <a:path w="1119" h="6807" fill="norm" stroke="0">
                    <a:moveTo>
                      <a:pt x="0" y="0"/>
                    </a:moveTo>
                    <a:cubicBezTo>
                      <a:pt x="31" y="0"/>
                      <a:pt x="62" y="0"/>
                      <a:pt x="93" y="0"/>
                    </a:cubicBezTo>
                    <a:cubicBezTo>
                      <a:pt x="93" y="2185"/>
                      <a:pt x="93" y="4370"/>
                      <a:pt x="93" y="6620"/>
                    </a:cubicBezTo>
                    <a:cubicBezTo>
                      <a:pt x="124" y="6620"/>
                      <a:pt x="155" y="6620"/>
                      <a:pt x="186" y="6620"/>
                    </a:cubicBezTo>
                    <a:cubicBezTo>
                      <a:pt x="186" y="6651"/>
                      <a:pt x="186" y="6682"/>
                      <a:pt x="186" y="6714"/>
                    </a:cubicBezTo>
                    <a:cubicBezTo>
                      <a:pt x="279" y="6714"/>
                      <a:pt x="371" y="6714"/>
                      <a:pt x="466" y="6714"/>
                    </a:cubicBezTo>
                    <a:cubicBezTo>
                      <a:pt x="466" y="6683"/>
                      <a:pt x="466" y="6652"/>
                      <a:pt x="466" y="6620"/>
                    </a:cubicBezTo>
                    <a:cubicBezTo>
                      <a:pt x="620" y="6620"/>
                      <a:pt x="774" y="6620"/>
                      <a:pt x="932" y="6620"/>
                    </a:cubicBezTo>
                    <a:cubicBezTo>
                      <a:pt x="932" y="6651"/>
                      <a:pt x="932" y="6682"/>
                      <a:pt x="932" y="6714"/>
                    </a:cubicBezTo>
                    <a:cubicBezTo>
                      <a:pt x="994" y="6714"/>
                      <a:pt x="1056" y="6714"/>
                      <a:pt x="1119" y="6714"/>
                    </a:cubicBezTo>
                    <a:cubicBezTo>
                      <a:pt x="1119" y="6744"/>
                      <a:pt x="1119" y="6775"/>
                      <a:pt x="1119" y="6807"/>
                    </a:cubicBezTo>
                    <a:cubicBezTo>
                      <a:pt x="780" y="6807"/>
                      <a:pt x="442" y="6807"/>
                      <a:pt x="93" y="6807"/>
                    </a:cubicBezTo>
                    <a:cubicBezTo>
                      <a:pt x="93" y="6776"/>
                      <a:pt x="93" y="6745"/>
                      <a:pt x="93" y="6714"/>
                    </a:cubicBezTo>
                    <a:cubicBezTo>
                      <a:pt x="62" y="6714"/>
                      <a:pt x="32" y="6714"/>
                      <a:pt x="0" y="6714"/>
                    </a:cubicBezTo>
                    <a:cubicBezTo>
                      <a:pt x="0" y="4498"/>
                      <a:pt x="0" y="228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86" name="ICON_SKILL_SPECTRAL_path_016"/>
              <p:cNvSpPr/>
              <p:nvPr/>
            </p:nvSpPr>
            <p:spPr>
              <a:xfrm>
                <a:off x="4729918" y="1865008"/>
                <a:ext cx="15395" cy="73422"/>
              </a:xfrm>
              <a:custGeom>
                <a:avLst/>
                <a:gdLst/>
                <a:ahLst/>
                <a:cxnLst/>
                <a:rect l="0" t="0" r="r" b="b"/>
                <a:pathLst>
                  <a:path w="1212" h="5781" fill="norm" stroke="0">
                    <a:moveTo>
                      <a:pt x="1119" y="0"/>
                    </a:moveTo>
                    <a:cubicBezTo>
                      <a:pt x="1150" y="0"/>
                      <a:pt x="1180" y="0"/>
                      <a:pt x="1212" y="0"/>
                    </a:cubicBezTo>
                    <a:cubicBezTo>
                      <a:pt x="1212" y="1877"/>
                      <a:pt x="1212" y="3754"/>
                      <a:pt x="1212" y="5688"/>
                    </a:cubicBezTo>
                    <a:cubicBezTo>
                      <a:pt x="1181" y="5688"/>
                      <a:pt x="1151" y="5688"/>
                      <a:pt x="1119" y="5688"/>
                    </a:cubicBezTo>
                    <a:cubicBezTo>
                      <a:pt x="1119" y="5719"/>
                      <a:pt x="1119" y="5750"/>
                      <a:pt x="1119" y="5781"/>
                    </a:cubicBezTo>
                    <a:cubicBezTo>
                      <a:pt x="750" y="5781"/>
                      <a:pt x="380" y="5781"/>
                      <a:pt x="0" y="5781"/>
                    </a:cubicBezTo>
                    <a:cubicBezTo>
                      <a:pt x="8" y="5766"/>
                      <a:pt x="8" y="5766"/>
                      <a:pt x="47" y="5688"/>
                    </a:cubicBezTo>
                    <a:cubicBezTo>
                      <a:pt x="89" y="5677"/>
                      <a:pt x="89" y="5677"/>
                      <a:pt x="142" y="5677"/>
                    </a:cubicBezTo>
                    <a:cubicBezTo>
                      <a:pt x="152" y="5677"/>
                      <a:pt x="152" y="5677"/>
                      <a:pt x="201" y="5677"/>
                    </a:cubicBezTo>
                    <a:cubicBezTo>
                      <a:pt x="222" y="5678"/>
                      <a:pt x="244" y="5678"/>
                      <a:pt x="265" y="5679"/>
                    </a:cubicBezTo>
                    <a:cubicBezTo>
                      <a:pt x="287" y="5679"/>
                      <a:pt x="309" y="5679"/>
                      <a:pt x="331" y="5679"/>
                    </a:cubicBezTo>
                    <a:cubicBezTo>
                      <a:pt x="389" y="5680"/>
                      <a:pt x="446" y="5681"/>
                      <a:pt x="504" y="5682"/>
                    </a:cubicBezTo>
                    <a:cubicBezTo>
                      <a:pt x="562" y="5683"/>
                      <a:pt x="621" y="5683"/>
                      <a:pt x="680" y="5683"/>
                    </a:cubicBezTo>
                    <a:cubicBezTo>
                      <a:pt x="795" y="5684"/>
                      <a:pt x="910" y="5686"/>
                      <a:pt x="1026" y="5688"/>
                    </a:cubicBezTo>
                    <a:cubicBezTo>
                      <a:pt x="1026" y="5657"/>
                      <a:pt x="1026" y="5626"/>
                      <a:pt x="1026" y="5595"/>
                    </a:cubicBezTo>
                    <a:cubicBezTo>
                      <a:pt x="1056" y="5595"/>
                      <a:pt x="1087" y="5595"/>
                      <a:pt x="1119" y="5595"/>
                    </a:cubicBezTo>
                    <a:cubicBezTo>
                      <a:pt x="1119" y="5102"/>
                      <a:pt x="1119" y="4610"/>
                      <a:pt x="1119" y="4103"/>
                    </a:cubicBezTo>
                    <a:cubicBezTo>
                      <a:pt x="1088" y="4103"/>
                      <a:pt x="1057" y="4103"/>
                      <a:pt x="1026" y="4103"/>
                    </a:cubicBezTo>
                    <a:cubicBezTo>
                      <a:pt x="1026" y="4072"/>
                      <a:pt x="1026" y="4041"/>
                      <a:pt x="1026" y="4010"/>
                    </a:cubicBezTo>
                    <a:cubicBezTo>
                      <a:pt x="1056" y="4010"/>
                      <a:pt x="1087" y="4010"/>
                      <a:pt x="1119" y="4010"/>
                    </a:cubicBezTo>
                    <a:cubicBezTo>
                      <a:pt x="1119" y="3333"/>
                      <a:pt x="1119" y="2656"/>
                      <a:pt x="1119" y="1958"/>
                    </a:cubicBezTo>
                    <a:cubicBezTo>
                      <a:pt x="1088" y="1958"/>
                      <a:pt x="1057" y="1958"/>
                      <a:pt x="1026" y="1958"/>
                    </a:cubicBezTo>
                    <a:cubicBezTo>
                      <a:pt x="1026" y="1804"/>
                      <a:pt x="1026" y="1650"/>
                      <a:pt x="1026" y="1492"/>
                    </a:cubicBezTo>
                    <a:cubicBezTo>
                      <a:pt x="1056" y="1492"/>
                      <a:pt x="1087" y="1492"/>
                      <a:pt x="1119" y="1492"/>
                    </a:cubicBezTo>
                    <a:cubicBezTo>
                      <a:pt x="1119" y="1400"/>
                      <a:pt x="1119" y="1307"/>
                      <a:pt x="1119" y="1212"/>
                    </a:cubicBezTo>
                    <a:cubicBezTo>
                      <a:pt x="1088" y="1212"/>
                      <a:pt x="1057" y="1212"/>
                      <a:pt x="1026" y="1212"/>
                    </a:cubicBezTo>
                    <a:cubicBezTo>
                      <a:pt x="1026" y="1151"/>
                      <a:pt x="1026" y="1089"/>
                      <a:pt x="1026" y="1026"/>
                    </a:cubicBezTo>
                    <a:cubicBezTo>
                      <a:pt x="1056" y="1026"/>
                      <a:pt x="1087" y="1026"/>
                      <a:pt x="1119" y="1026"/>
                    </a:cubicBezTo>
                    <a:cubicBezTo>
                      <a:pt x="1119" y="687"/>
                      <a:pt x="1119" y="349"/>
                      <a:pt x="111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87" name="ICON_SKILL_SPECTRAL_path_017"/>
              <p:cNvSpPr/>
              <p:nvPr/>
            </p:nvSpPr>
            <p:spPr>
              <a:xfrm>
                <a:off x="4830577" y="1786850"/>
                <a:ext cx="23684" cy="4737"/>
              </a:xfrm>
              <a:custGeom>
                <a:avLst/>
                <a:gdLst/>
                <a:ahLst/>
                <a:cxnLst/>
                <a:rect l="0" t="0" r="r" b="b"/>
                <a:pathLst>
                  <a:path w="1865" h="373" fill="norm" stroke="0">
                    <a:moveTo>
                      <a:pt x="93" y="0"/>
                    </a:moveTo>
                    <a:cubicBezTo>
                      <a:pt x="586" y="0"/>
                      <a:pt x="1078" y="0"/>
                      <a:pt x="1585" y="0"/>
                    </a:cubicBezTo>
                    <a:cubicBezTo>
                      <a:pt x="1585" y="62"/>
                      <a:pt x="1585" y="123"/>
                      <a:pt x="1585" y="186"/>
                    </a:cubicBezTo>
                    <a:cubicBezTo>
                      <a:pt x="1616" y="186"/>
                      <a:pt x="1647" y="186"/>
                      <a:pt x="1678" y="186"/>
                    </a:cubicBezTo>
                    <a:cubicBezTo>
                      <a:pt x="1678" y="217"/>
                      <a:pt x="1678" y="248"/>
                      <a:pt x="1678" y="280"/>
                    </a:cubicBezTo>
                    <a:cubicBezTo>
                      <a:pt x="1740" y="280"/>
                      <a:pt x="1802" y="280"/>
                      <a:pt x="1865" y="280"/>
                    </a:cubicBezTo>
                    <a:cubicBezTo>
                      <a:pt x="1865" y="311"/>
                      <a:pt x="1865" y="341"/>
                      <a:pt x="1865" y="373"/>
                    </a:cubicBezTo>
                    <a:cubicBezTo>
                      <a:pt x="1249" y="373"/>
                      <a:pt x="634" y="373"/>
                      <a:pt x="0" y="373"/>
                    </a:cubicBezTo>
                    <a:cubicBezTo>
                      <a:pt x="0" y="342"/>
                      <a:pt x="0" y="311"/>
                      <a:pt x="0" y="280"/>
                    </a:cubicBezTo>
                    <a:cubicBezTo>
                      <a:pt x="31" y="280"/>
                      <a:pt x="62" y="280"/>
                      <a:pt x="93" y="280"/>
                    </a:cubicBezTo>
                    <a:cubicBezTo>
                      <a:pt x="93" y="187"/>
                      <a:pt x="93" y="95"/>
                      <a:pt x="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88" name="ICON_SKILL_SPECTRAL_path_018"/>
              <p:cNvSpPr/>
              <p:nvPr/>
            </p:nvSpPr>
            <p:spPr>
              <a:xfrm>
                <a:off x="4918209" y="1798089"/>
                <a:ext cx="34342" cy="5340"/>
              </a:xfrm>
              <a:custGeom>
                <a:avLst/>
                <a:gdLst/>
                <a:ahLst/>
                <a:cxnLst/>
                <a:rect l="0" t="0" r="r" b="b"/>
                <a:pathLst>
                  <a:path w="2704" h="420" fill="norm" stroke="0">
                    <a:moveTo>
                      <a:pt x="760" y="14"/>
                    </a:moveTo>
                    <a:cubicBezTo>
                      <a:pt x="822" y="16"/>
                      <a:pt x="884" y="17"/>
                      <a:pt x="946" y="17"/>
                    </a:cubicBezTo>
                    <a:cubicBezTo>
                      <a:pt x="1063" y="18"/>
                      <a:pt x="1180" y="21"/>
                      <a:pt x="1297" y="24"/>
                    </a:cubicBezTo>
                    <a:cubicBezTo>
                      <a:pt x="1430" y="28"/>
                      <a:pt x="1563" y="29"/>
                      <a:pt x="1696" y="31"/>
                    </a:cubicBezTo>
                    <a:cubicBezTo>
                      <a:pt x="1970" y="34"/>
                      <a:pt x="2244" y="40"/>
                      <a:pt x="2518" y="48"/>
                    </a:cubicBezTo>
                    <a:cubicBezTo>
                      <a:pt x="2518" y="78"/>
                      <a:pt x="2518" y="109"/>
                      <a:pt x="2518" y="141"/>
                    </a:cubicBezTo>
                    <a:cubicBezTo>
                      <a:pt x="2579" y="141"/>
                      <a:pt x="2641" y="141"/>
                      <a:pt x="2704" y="141"/>
                    </a:cubicBezTo>
                    <a:cubicBezTo>
                      <a:pt x="2704" y="233"/>
                      <a:pt x="2704" y="325"/>
                      <a:pt x="2704" y="420"/>
                    </a:cubicBezTo>
                    <a:cubicBezTo>
                      <a:pt x="2558" y="357"/>
                      <a:pt x="2558" y="357"/>
                      <a:pt x="2518" y="327"/>
                    </a:cubicBezTo>
                    <a:cubicBezTo>
                      <a:pt x="2515" y="279"/>
                      <a:pt x="2515" y="279"/>
                      <a:pt x="2518" y="234"/>
                    </a:cubicBezTo>
                    <a:cubicBezTo>
                      <a:pt x="2222" y="237"/>
                      <a:pt x="1927" y="240"/>
                      <a:pt x="1631" y="245"/>
                    </a:cubicBezTo>
                    <a:cubicBezTo>
                      <a:pt x="1494" y="247"/>
                      <a:pt x="1357" y="249"/>
                      <a:pt x="1220" y="250"/>
                    </a:cubicBezTo>
                    <a:cubicBezTo>
                      <a:pt x="1100" y="251"/>
                      <a:pt x="980" y="253"/>
                      <a:pt x="861" y="255"/>
                    </a:cubicBezTo>
                    <a:cubicBezTo>
                      <a:pt x="798" y="256"/>
                      <a:pt x="734" y="257"/>
                      <a:pt x="671" y="257"/>
                    </a:cubicBezTo>
                    <a:cubicBezTo>
                      <a:pt x="600" y="258"/>
                      <a:pt x="529" y="259"/>
                      <a:pt x="459" y="260"/>
                    </a:cubicBezTo>
                    <a:cubicBezTo>
                      <a:pt x="438" y="260"/>
                      <a:pt x="417" y="260"/>
                      <a:pt x="396" y="260"/>
                    </a:cubicBezTo>
                    <a:cubicBezTo>
                      <a:pt x="287" y="264"/>
                      <a:pt x="228" y="274"/>
                      <a:pt x="149" y="352"/>
                    </a:cubicBezTo>
                    <a:cubicBezTo>
                      <a:pt x="130" y="374"/>
                      <a:pt x="111" y="397"/>
                      <a:pt x="93" y="420"/>
                    </a:cubicBezTo>
                    <a:cubicBezTo>
                      <a:pt x="62" y="405"/>
                      <a:pt x="32" y="390"/>
                      <a:pt x="0" y="374"/>
                    </a:cubicBezTo>
                    <a:cubicBezTo>
                      <a:pt x="196" y="43"/>
                      <a:pt x="391" y="0"/>
                      <a:pt x="760" y="14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89" name="ICON_SKILL_SPECTRAL_path_019"/>
              <p:cNvSpPr/>
              <p:nvPr/>
            </p:nvSpPr>
            <p:spPr>
              <a:xfrm>
                <a:off x="4750050" y="1855535"/>
                <a:ext cx="26053" cy="5921"/>
              </a:xfrm>
              <a:custGeom>
                <a:avLst/>
                <a:gdLst/>
                <a:ahLst/>
                <a:cxnLst/>
                <a:rect l="0" t="0" r="r" b="b"/>
                <a:pathLst>
                  <a:path w="2051" h="466" fill="norm" stroke="0">
                    <a:moveTo>
                      <a:pt x="1399" y="0"/>
                    </a:moveTo>
                    <a:cubicBezTo>
                      <a:pt x="1460" y="0"/>
                      <a:pt x="1522" y="0"/>
                      <a:pt x="1585" y="0"/>
                    </a:cubicBezTo>
                    <a:cubicBezTo>
                      <a:pt x="1585" y="62"/>
                      <a:pt x="1585" y="123"/>
                      <a:pt x="1585" y="186"/>
                    </a:cubicBezTo>
                    <a:cubicBezTo>
                      <a:pt x="1677" y="186"/>
                      <a:pt x="1770" y="186"/>
                      <a:pt x="1865" y="186"/>
                    </a:cubicBezTo>
                    <a:cubicBezTo>
                      <a:pt x="1865" y="217"/>
                      <a:pt x="1865" y="248"/>
                      <a:pt x="1865" y="280"/>
                    </a:cubicBezTo>
                    <a:cubicBezTo>
                      <a:pt x="1879" y="278"/>
                      <a:pt x="1894" y="276"/>
                      <a:pt x="1909" y="274"/>
                    </a:cubicBezTo>
                    <a:cubicBezTo>
                      <a:pt x="1925" y="276"/>
                      <a:pt x="1941" y="278"/>
                      <a:pt x="1958" y="280"/>
                    </a:cubicBezTo>
                    <a:cubicBezTo>
                      <a:pt x="1984" y="321"/>
                      <a:pt x="1984" y="321"/>
                      <a:pt x="2005" y="373"/>
                    </a:cubicBezTo>
                    <a:cubicBezTo>
                      <a:pt x="2013" y="390"/>
                      <a:pt x="2022" y="408"/>
                      <a:pt x="2031" y="425"/>
                    </a:cubicBezTo>
                    <a:cubicBezTo>
                      <a:pt x="2038" y="439"/>
                      <a:pt x="2044" y="452"/>
                      <a:pt x="2051" y="466"/>
                    </a:cubicBezTo>
                    <a:cubicBezTo>
                      <a:pt x="1990" y="466"/>
                      <a:pt x="1928" y="466"/>
                      <a:pt x="1865" y="466"/>
                    </a:cubicBezTo>
                    <a:cubicBezTo>
                      <a:pt x="1865" y="435"/>
                      <a:pt x="1865" y="405"/>
                      <a:pt x="1865" y="373"/>
                    </a:cubicBezTo>
                    <a:cubicBezTo>
                      <a:pt x="1249" y="373"/>
                      <a:pt x="634" y="373"/>
                      <a:pt x="0" y="373"/>
                    </a:cubicBezTo>
                    <a:cubicBezTo>
                      <a:pt x="0" y="311"/>
                      <a:pt x="0" y="250"/>
                      <a:pt x="0" y="186"/>
                    </a:cubicBezTo>
                    <a:cubicBezTo>
                      <a:pt x="462" y="186"/>
                      <a:pt x="923" y="186"/>
                      <a:pt x="1399" y="186"/>
                    </a:cubicBezTo>
                    <a:cubicBezTo>
                      <a:pt x="1399" y="125"/>
                      <a:pt x="1399" y="63"/>
                      <a:pt x="139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90" name="ICON_SKILL_SPECTRAL_path_020"/>
              <p:cNvSpPr/>
              <p:nvPr/>
            </p:nvSpPr>
            <p:spPr>
              <a:xfrm>
                <a:off x="4965578" y="1842508"/>
                <a:ext cx="29606" cy="5921"/>
              </a:xfrm>
              <a:custGeom>
                <a:avLst/>
                <a:gdLst/>
                <a:ahLst/>
                <a:cxnLst/>
                <a:rect l="0" t="0" r="r" b="b"/>
                <a:pathLst>
                  <a:path w="2331" h="466" fill="norm" stroke="0">
                    <a:moveTo>
                      <a:pt x="653" y="0"/>
                    </a:moveTo>
                    <a:cubicBezTo>
                      <a:pt x="745" y="0"/>
                      <a:pt x="837" y="0"/>
                      <a:pt x="932" y="0"/>
                    </a:cubicBezTo>
                    <a:cubicBezTo>
                      <a:pt x="932" y="62"/>
                      <a:pt x="932" y="123"/>
                      <a:pt x="932" y="186"/>
                    </a:cubicBezTo>
                    <a:cubicBezTo>
                      <a:pt x="963" y="186"/>
                      <a:pt x="994" y="186"/>
                      <a:pt x="1026" y="186"/>
                    </a:cubicBezTo>
                    <a:cubicBezTo>
                      <a:pt x="1026" y="217"/>
                      <a:pt x="1026" y="248"/>
                      <a:pt x="1026" y="280"/>
                    </a:cubicBezTo>
                    <a:cubicBezTo>
                      <a:pt x="1041" y="280"/>
                      <a:pt x="1056" y="279"/>
                      <a:pt x="1071" y="279"/>
                    </a:cubicBezTo>
                    <a:cubicBezTo>
                      <a:pt x="1213" y="277"/>
                      <a:pt x="1355" y="276"/>
                      <a:pt x="1497" y="275"/>
                    </a:cubicBezTo>
                    <a:cubicBezTo>
                      <a:pt x="1570" y="274"/>
                      <a:pt x="1643" y="274"/>
                      <a:pt x="1716" y="273"/>
                    </a:cubicBezTo>
                    <a:cubicBezTo>
                      <a:pt x="1787" y="272"/>
                      <a:pt x="1857" y="271"/>
                      <a:pt x="1928" y="271"/>
                    </a:cubicBezTo>
                    <a:cubicBezTo>
                      <a:pt x="1955" y="271"/>
                      <a:pt x="1982" y="270"/>
                      <a:pt x="2008" y="270"/>
                    </a:cubicBezTo>
                    <a:cubicBezTo>
                      <a:pt x="2046" y="269"/>
                      <a:pt x="2084" y="269"/>
                      <a:pt x="2121" y="269"/>
                    </a:cubicBezTo>
                    <a:cubicBezTo>
                      <a:pt x="2143" y="269"/>
                      <a:pt x="2164" y="269"/>
                      <a:pt x="2186" y="269"/>
                    </a:cubicBezTo>
                    <a:cubicBezTo>
                      <a:pt x="2238" y="280"/>
                      <a:pt x="2238" y="280"/>
                      <a:pt x="2266" y="321"/>
                    </a:cubicBezTo>
                    <a:cubicBezTo>
                      <a:pt x="2272" y="338"/>
                      <a:pt x="2278" y="355"/>
                      <a:pt x="2285" y="373"/>
                    </a:cubicBezTo>
                    <a:cubicBezTo>
                      <a:pt x="2293" y="390"/>
                      <a:pt x="2302" y="408"/>
                      <a:pt x="2311" y="425"/>
                    </a:cubicBezTo>
                    <a:cubicBezTo>
                      <a:pt x="2317" y="439"/>
                      <a:pt x="2324" y="452"/>
                      <a:pt x="2331" y="466"/>
                    </a:cubicBezTo>
                    <a:cubicBezTo>
                      <a:pt x="2325" y="465"/>
                      <a:pt x="2325" y="465"/>
                      <a:pt x="2295" y="456"/>
                    </a:cubicBezTo>
                    <a:cubicBezTo>
                      <a:pt x="2090" y="407"/>
                      <a:pt x="1885" y="413"/>
                      <a:pt x="1676" y="413"/>
                    </a:cubicBezTo>
                    <a:cubicBezTo>
                      <a:pt x="1635" y="413"/>
                      <a:pt x="1594" y="413"/>
                      <a:pt x="1553" y="413"/>
                    </a:cubicBezTo>
                    <a:cubicBezTo>
                      <a:pt x="1467" y="413"/>
                      <a:pt x="1382" y="413"/>
                      <a:pt x="1296" y="414"/>
                    </a:cubicBezTo>
                    <a:cubicBezTo>
                      <a:pt x="1188" y="414"/>
                      <a:pt x="1079" y="414"/>
                      <a:pt x="970" y="413"/>
                    </a:cubicBezTo>
                    <a:cubicBezTo>
                      <a:pt x="885" y="413"/>
                      <a:pt x="801" y="413"/>
                      <a:pt x="716" y="413"/>
                    </a:cubicBezTo>
                    <a:cubicBezTo>
                      <a:pt x="676" y="413"/>
                      <a:pt x="636" y="413"/>
                      <a:pt x="596" y="413"/>
                    </a:cubicBezTo>
                    <a:cubicBezTo>
                      <a:pt x="195" y="412"/>
                      <a:pt x="195" y="412"/>
                      <a:pt x="0" y="466"/>
                    </a:cubicBezTo>
                    <a:cubicBezTo>
                      <a:pt x="7" y="452"/>
                      <a:pt x="15" y="438"/>
                      <a:pt x="22" y="423"/>
                    </a:cubicBezTo>
                    <a:cubicBezTo>
                      <a:pt x="47" y="373"/>
                      <a:pt x="47" y="373"/>
                      <a:pt x="66" y="321"/>
                    </a:cubicBezTo>
                    <a:cubicBezTo>
                      <a:pt x="93" y="280"/>
                      <a:pt x="93" y="280"/>
                      <a:pt x="141" y="269"/>
                    </a:cubicBezTo>
                    <a:cubicBezTo>
                      <a:pt x="151" y="269"/>
                      <a:pt x="151" y="269"/>
                      <a:pt x="200" y="271"/>
                    </a:cubicBezTo>
                    <a:cubicBezTo>
                      <a:pt x="221" y="271"/>
                      <a:pt x="242" y="271"/>
                      <a:pt x="263" y="272"/>
                    </a:cubicBezTo>
                    <a:cubicBezTo>
                      <a:pt x="285" y="272"/>
                      <a:pt x="307" y="273"/>
                      <a:pt x="329" y="274"/>
                    </a:cubicBezTo>
                    <a:cubicBezTo>
                      <a:pt x="351" y="274"/>
                      <a:pt x="373" y="275"/>
                      <a:pt x="396" y="275"/>
                    </a:cubicBezTo>
                    <a:cubicBezTo>
                      <a:pt x="451" y="276"/>
                      <a:pt x="505" y="278"/>
                      <a:pt x="559" y="280"/>
                    </a:cubicBezTo>
                    <a:cubicBezTo>
                      <a:pt x="559" y="249"/>
                      <a:pt x="559" y="218"/>
                      <a:pt x="559" y="186"/>
                    </a:cubicBezTo>
                    <a:cubicBezTo>
                      <a:pt x="590" y="186"/>
                      <a:pt x="621" y="186"/>
                      <a:pt x="653" y="186"/>
                    </a:cubicBezTo>
                    <a:cubicBezTo>
                      <a:pt x="653" y="125"/>
                      <a:pt x="653" y="63"/>
                      <a:pt x="65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91" name="ICON_SKILL_SPECTRAL_path_021"/>
              <p:cNvSpPr/>
              <p:nvPr/>
            </p:nvSpPr>
            <p:spPr>
              <a:xfrm>
                <a:off x="4864919" y="1821192"/>
                <a:ext cx="2368" cy="17763"/>
              </a:xfrm>
              <a:custGeom>
                <a:avLst/>
                <a:gdLst/>
                <a:ahLst/>
                <a:cxnLst/>
                <a:rect l="0" t="0" r="r" b="b"/>
                <a:pathLst>
                  <a:path w="186" h="1399" fill="norm" stroke="0">
                    <a:moveTo>
                      <a:pt x="0" y="0"/>
                    </a:moveTo>
                    <a:cubicBezTo>
                      <a:pt x="62" y="0"/>
                      <a:pt x="123" y="0"/>
                      <a:pt x="186" y="0"/>
                    </a:cubicBezTo>
                    <a:cubicBezTo>
                      <a:pt x="186" y="462"/>
                      <a:pt x="186" y="923"/>
                      <a:pt x="186" y="1399"/>
                    </a:cubicBezTo>
                    <a:cubicBezTo>
                      <a:pt x="125" y="1399"/>
                      <a:pt x="63" y="1399"/>
                      <a:pt x="0" y="1399"/>
                    </a:cubicBezTo>
                    <a:cubicBezTo>
                      <a:pt x="0" y="937"/>
                      <a:pt x="0" y="47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2" cap="flat">
                <a:noFill/>
              </a:ln>
            </p:spPr>
          </p:sp>
          <p:sp>
            <p:nvSpPr>
              <p:cNvPr id="592" name="ICON_SKILL_SPECTRAL_path_022"/>
              <p:cNvSpPr/>
              <p:nvPr/>
            </p:nvSpPr>
            <p:spPr>
              <a:xfrm>
                <a:off x="4873209" y="1743033"/>
                <a:ext cx="29606" cy="2368"/>
              </a:xfrm>
              <a:custGeom>
                <a:avLst/>
                <a:gdLst/>
                <a:ahLst/>
                <a:cxnLst/>
                <a:rect l="0" t="0" r="r" b="b"/>
                <a:pathLst>
                  <a:path w="2331" h="186" fill="norm" stroke="0">
                    <a:moveTo>
                      <a:pt x="1212" y="0"/>
                    </a:moveTo>
                    <a:cubicBezTo>
                      <a:pt x="1335" y="0"/>
                      <a:pt x="1458" y="0"/>
                      <a:pt x="1585" y="0"/>
                    </a:cubicBezTo>
                    <a:cubicBezTo>
                      <a:pt x="1585" y="31"/>
                      <a:pt x="1585" y="62"/>
                      <a:pt x="1585" y="93"/>
                    </a:cubicBezTo>
                    <a:cubicBezTo>
                      <a:pt x="1831" y="93"/>
                      <a:pt x="2078" y="93"/>
                      <a:pt x="2331" y="93"/>
                    </a:cubicBezTo>
                    <a:cubicBezTo>
                      <a:pt x="2331" y="124"/>
                      <a:pt x="2331" y="155"/>
                      <a:pt x="2331" y="186"/>
                    </a:cubicBezTo>
                    <a:cubicBezTo>
                      <a:pt x="1562" y="186"/>
                      <a:pt x="793" y="186"/>
                      <a:pt x="0" y="186"/>
                    </a:cubicBezTo>
                    <a:cubicBezTo>
                      <a:pt x="15" y="156"/>
                      <a:pt x="31" y="125"/>
                      <a:pt x="47" y="93"/>
                    </a:cubicBezTo>
                    <a:cubicBezTo>
                      <a:pt x="96" y="82"/>
                      <a:pt x="96" y="82"/>
                      <a:pt x="159" y="83"/>
                    </a:cubicBezTo>
                    <a:cubicBezTo>
                      <a:pt x="165" y="83"/>
                      <a:pt x="165" y="83"/>
                      <a:pt x="193" y="83"/>
                    </a:cubicBezTo>
                    <a:cubicBezTo>
                      <a:pt x="231" y="83"/>
                      <a:pt x="269" y="83"/>
                      <a:pt x="306" y="84"/>
                    </a:cubicBezTo>
                    <a:cubicBezTo>
                      <a:pt x="332" y="84"/>
                      <a:pt x="358" y="84"/>
                      <a:pt x="384" y="85"/>
                    </a:cubicBezTo>
                    <a:cubicBezTo>
                      <a:pt x="453" y="85"/>
                      <a:pt x="522" y="86"/>
                      <a:pt x="590" y="87"/>
                    </a:cubicBezTo>
                    <a:cubicBezTo>
                      <a:pt x="660" y="88"/>
                      <a:pt x="730" y="88"/>
                      <a:pt x="800" y="89"/>
                    </a:cubicBezTo>
                    <a:cubicBezTo>
                      <a:pt x="937" y="90"/>
                      <a:pt x="1075" y="91"/>
                      <a:pt x="1212" y="93"/>
                    </a:cubicBezTo>
                    <a:cubicBezTo>
                      <a:pt x="1212" y="62"/>
                      <a:pt x="1212" y="32"/>
                      <a:pt x="121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93" name="ICON_SKILL_SPECTRAL_path_023"/>
              <p:cNvSpPr/>
              <p:nvPr/>
            </p:nvSpPr>
            <p:spPr>
              <a:xfrm>
                <a:off x="4864919" y="1850798"/>
                <a:ext cx="2368" cy="16579"/>
              </a:xfrm>
              <a:custGeom>
                <a:avLst/>
                <a:gdLst/>
                <a:ahLst/>
                <a:cxnLst/>
                <a:rect l="0" t="0" r="r" b="b"/>
                <a:pathLst>
                  <a:path w="186" h="1305" fill="norm" stroke="0">
                    <a:moveTo>
                      <a:pt x="0" y="0"/>
                    </a:moveTo>
                    <a:cubicBezTo>
                      <a:pt x="62" y="0"/>
                      <a:pt x="123" y="0"/>
                      <a:pt x="186" y="0"/>
                    </a:cubicBezTo>
                    <a:cubicBezTo>
                      <a:pt x="186" y="431"/>
                      <a:pt x="186" y="862"/>
                      <a:pt x="186" y="1305"/>
                    </a:cubicBezTo>
                    <a:cubicBezTo>
                      <a:pt x="125" y="1305"/>
                      <a:pt x="63" y="1305"/>
                      <a:pt x="0" y="1305"/>
                    </a:cubicBezTo>
                    <a:cubicBezTo>
                      <a:pt x="0" y="875"/>
                      <a:pt x="0" y="44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2" cap="flat">
                <a:noFill/>
              </a:ln>
            </p:spPr>
          </p:sp>
          <p:sp>
            <p:nvSpPr>
              <p:cNvPr id="594" name="ICON_SKILL_SPECTRAL_path_024"/>
              <p:cNvSpPr/>
              <p:nvPr/>
            </p:nvSpPr>
            <p:spPr>
              <a:xfrm>
                <a:off x="4864919" y="1881588"/>
                <a:ext cx="2368" cy="13026"/>
              </a:xfrm>
              <a:custGeom>
                <a:avLst/>
                <a:gdLst/>
                <a:ahLst/>
                <a:cxnLst/>
                <a:rect l="0" t="0" r="r" b="b"/>
                <a:pathLst>
                  <a:path w="186" h="1026" fill="norm" stroke="0">
                    <a:moveTo>
                      <a:pt x="0" y="0"/>
                    </a:moveTo>
                    <a:cubicBezTo>
                      <a:pt x="62" y="0"/>
                      <a:pt x="123" y="0"/>
                      <a:pt x="186" y="0"/>
                    </a:cubicBezTo>
                    <a:cubicBezTo>
                      <a:pt x="186" y="338"/>
                      <a:pt x="186" y="677"/>
                      <a:pt x="186" y="1026"/>
                    </a:cubicBezTo>
                    <a:cubicBezTo>
                      <a:pt x="125" y="1026"/>
                      <a:pt x="63" y="1026"/>
                      <a:pt x="0" y="1026"/>
                    </a:cubicBezTo>
                    <a:cubicBezTo>
                      <a:pt x="0" y="687"/>
                      <a:pt x="0" y="34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2" cap="flat">
                <a:noFill/>
              </a:ln>
            </p:spPr>
          </p:sp>
          <p:sp>
            <p:nvSpPr>
              <p:cNvPr id="595" name="ICON_SKILL_SPECTRAL_path_025"/>
              <p:cNvSpPr/>
              <p:nvPr/>
            </p:nvSpPr>
            <p:spPr>
              <a:xfrm>
                <a:off x="4790313" y="1823561"/>
                <a:ext cx="23684" cy="2368"/>
              </a:xfrm>
              <a:custGeom>
                <a:avLst/>
                <a:gdLst/>
                <a:ahLst/>
                <a:cxnLst/>
                <a:rect l="0" t="0" r="r" b="b"/>
                <a:pathLst>
                  <a:path w="1865" h="186" fill="norm" stroke="0">
                    <a:moveTo>
                      <a:pt x="186" y="0"/>
                    </a:moveTo>
                    <a:cubicBezTo>
                      <a:pt x="217" y="0"/>
                      <a:pt x="248" y="0"/>
                      <a:pt x="280" y="0"/>
                    </a:cubicBezTo>
                    <a:cubicBezTo>
                      <a:pt x="280" y="31"/>
                      <a:pt x="280" y="62"/>
                      <a:pt x="280" y="93"/>
                    </a:cubicBezTo>
                    <a:cubicBezTo>
                      <a:pt x="803" y="93"/>
                      <a:pt x="1326" y="93"/>
                      <a:pt x="1865" y="93"/>
                    </a:cubicBezTo>
                    <a:cubicBezTo>
                      <a:pt x="1865" y="124"/>
                      <a:pt x="1865" y="155"/>
                      <a:pt x="1865" y="186"/>
                    </a:cubicBezTo>
                    <a:cubicBezTo>
                      <a:pt x="1249" y="186"/>
                      <a:pt x="634" y="186"/>
                      <a:pt x="0" y="186"/>
                    </a:cubicBezTo>
                    <a:cubicBezTo>
                      <a:pt x="15" y="156"/>
                      <a:pt x="31" y="125"/>
                      <a:pt x="47" y="93"/>
                    </a:cubicBezTo>
                    <a:cubicBezTo>
                      <a:pt x="96" y="81"/>
                      <a:pt x="135" y="89"/>
                      <a:pt x="186" y="93"/>
                    </a:cubicBezTo>
                    <a:cubicBezTo>
                      <a:pt x="186" y="62"/>
                      <a:pt x="186" y="32"/>
                      <a:pt x="18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92" cap="flat">
                <a:noFill/>
              </a:ln>
            </p:spPr>
          </p:sp>
          <p:sp>
            <p:nvSpPr>
              <p:cNvPr id="596" name="ICON_SKILL_SPECTRAL_path_026"/>
              <p:cNvSpPr/>
              <p:nvPr/>
            </p:nvSpPr>
            <p:spPr>
              <a:xfrm>
                <a:off x="4863735" y="1925404"/>
                <a:ext cx="3553" cy="11842"/>
              </a:xfrm>
              <a:custGeom>
                <a:avLst/>
                <a:gdLst/>
                <a:ahLst/>
                <a:cxnLst/>
                <a:rect l="0" t="0" r="r" b="b"/>
                <a:pathLst>
                  <a:path w="280" h="932" fill="norm" stroke="0">
                    <a:moveTo>
                      <a:pt x="93" y="0"/>
                    </a:moveTo>
                    <a:cubicBezTo>
                      <a:pt x="155" y="0"/>
                      <a:pt x="216" y="0"/>
                      <a:pt x="280" y="0"/>
                    </a:cubicBezTo>
                    <a:cubicBezTo>
                      <a:pt x="280" y="277"/>
                      <a:pt x="280" y="554"/>
                      <a:pt x="280" y="839"/>
                    </a:cubicBezTo>
                    <a:cubicBezTo>
                      <a:pt x="249" y="839"/>
                      <a:pt x="218" y="839"/>
                      <a:pt x="186" y="839"/>
                    </a:cubicBezTo>
                    <a:cubicBezTo>
                      <a:pt x="186" y="870"/>
                      <a:pt x="186" y="901"/>
                      <a:pt x="186" y="932"/>
                    </a:cubicBezTo>
                    <a:cubicBezTo>
                      <a:pt x="156" y="932"/>
                      <a:pt x="125" y="932"/>
                      <a:pt x="93" y="932"/>
                    </a:cubicBezTo>
                    <a:cubicBezTo>
                      <a:pt x="93" y="902"/>
                      <a:pt x="93" y="871"/>
                      <a:pt x="93" y="839"/>
                    </a:cubicBezTo>
                    <a:cubicBezTo>
                      <a:pt x="62" y="839"/>
                      <a:pt x="32" y="839"/>
                      <a:pt x="0" y="839"/>
                    </a:cubicBezTo>
                    <a:cubicBezTo>
                      <a:pt x="0" y="808"/>
                      <a:pt x="0" y="778"/>
                      <a:pt x="0" y="746"/>
                    </a:cubicBezTo>
                    <a:cubicBezTo>
                      <a:pt x="31" y="746"/>
                      <a:pt x="62" y="746"/>
                      <a:pt x="93" y="746"/>
                    </a:cubicBezTo>
                    <a:cubicBezTo>
                      <a:pt x="93" y="500"/>
                      <a:pt x="93" y="254"/>
                      <a:pt x="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2" cap="flat">
                <a:noFill/>
              </a:ln>
            </p:spPr>
          </p:sp>
          <p:sp>
            <p:nvSpPr>
              <p:cNvPr id="597" name="ICON_SKILL_SPECTRAL_path_027"/>
              <p:cNvSpPr/>
              <p:nvPr/>
            </p:nvSpPr>
            <p:spPr>
              <a:xfrm>
                <a:off x="4864919" y="1911193"/>
                <a:ext cx="2368" cy="11842"/>
              </a:xfrm>
              <a:custGeom>
                <a:avLst/>
                <a:gdLst/>
                <a:ahLst/>
                <a:cxnLst/>
                <a:rect l="0" t="0" r="r" b="b"/>
                <a:pathLst>
                  <a:path w="186" h="932" fill="norm" stroke="0">
                    <a:moveTo>
                      <a:pt x="0" y="0"/>
                    </a:moveTo>
                    <a:cubicBezTo>
                      <a:pt x="62" y="0"/>
                      <a:pt x="123" y="0"/>
                      <a:pt x="186" y="0"/>
                    </a:cubicBezTo>
                    <a:cubicBezTo>
                      <a:pt x="186" y="308"/>
                      <a:pt x="186" y="615"/>
                      <a:pt x="186" y="932"/>
                    </a:cubicBezTo>
                    <a:cubicBezTo>
                      <a:pt x="125" y="932"/>
                      <a:pt x="63" y="932"/>
                      <a:pt x="0" y="932"/>
                    </a:cubicBezTo>
                    <a:cubicBezTo>
                      <a:pt x="0" y="625"/>
                      <a:pt x="0" y="3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2" cap="flat">
                <a:noFill/>
              </a:ln>
            </p:spPr>
          </p:sp>
        </p:grpSp>
        <p:grpSp>
          <p:nvGrpSpPr>
            <p:cNvPr id="598" name="ICON_SKILL_SLEEP"/>
            <p:cNvGrpSpPr/>
            <p:nvPr/>
          </p:nvGrpSpPr>
          <p:grpSpPr>
            <a:xfrm>
              <a:off x="6350000" y="896938"/>
              <a:ext cx="325438" cy="341312"/>
              <a:chOff x="6350000" y="896938"/>
              <a:chExt cx="325438" cy="341312"/>
            </a:xfrm>
          </p:grpSpPr>
          <p:sp>
            <p:nvSpPr>
              <p:cNvPr id="599" name="ICON_SKILL_SLEEP_path_001"/>
              <p:cNvSpPr/>
              <p:nvPr/>
            </p:nvSpPr>
            <p:spPr>
              <a:xfrm>
                <a:off x="6368358" y="920730"/>
                <a:ext cx="285488" cy="297066"/>
              </a:xfrm>
              <a:custGeom>
                <a:avLst/>
                <a:gdLst/>
                <a:ahLst/>
                <a:cxnLst/>
                <a:rect l="0" t="0" r="r" b="b"/>
                <a:pathLst>
                  <a:path w="22479" h="23391" fill="norm" stroke="0">
                    <a:moveTo>
                      <a:pt x="10119" y="0"/>
                    </a:moveTo>
                    <a:cubicBezTo>
                      <a:pt x="10292" y="0"/>
                      <a:pt x="10466" y="0"/>
                      <a:pt x="10644" y="0"/>
                    </a:cubicBezTo>
                    <a:cubicBezTo>
                      <a:pt x="10644" y="87"/>
                      <a:pt x="10644" y="173"/>
                      <a:pt x="10644" y="263"/>
                    </a:cubicBezTo>
                    <a:cubicBezTo>
                      <a:pt x="10601" y="263"/>
                      <a:pt x="10558" y="263"/>
                      <a:pt x="10513" y="263"/>
                    </a:cubicBezTo>
                    <a:cubicBezTo>
                      <a:pt x="10513" y="306"/>
                      <a:pt x="10513" y="350"/>
                      <a:pt x="10513" y="394"/>
                    </a:cubicBezTo>
                    <a:cubicBezTo>
                      <a:pt x="10469" y="394"/>
                      <a:pt x="10426" y="394"/>
                      <a:pt x="10381" y="394"/>
                    </a:cubicBezTo>
                    <a:cubicBezTo>
                      <a:pt x="10381" y="481"/>
                      <a:pt x="10381" y="568"/>
                      <a:pt x="10381" y="657"/>
                    </a:cubicBezTo>
                    <a:cubicBezTo>
                      <a:pt x="10338" y="657"/>
                      <a:pt x="10295" y="657"/>
                      <a:pt x="10250" y="657"/>
                    </a:cubicBezTo>
                    <a:cubicBezTo>
                      <a:pt x="10250" y="700"/>
                      <a:pt x="10250" y="744"/>
                      <a:pt x="10250" y="788"/>
                    </a:cubicBezTo>
                    <a:cubicBezTo>
                      <a:pt x="10207" y="788"/>
                      <a:pt x="10163" y="788"/>
                      <a:pt x="10119" y="788"/>
                    </a:cubicBezTo>
                    <a:cubicBezTo>
                      <a:pt x="10119" y="875"/>
                      <a:pt x="10119" y="962"/>
                      <a:pt x="10119" y="1051"/>
                    </a:cubicBezTo>
                    <a:cubicBezTo>
                      <a:pt x="10075" y="1051"/>
                      <a:pt x="10032" y="1051"/>
                      <a:pt x="9987" y="1051"/>
                    </a:cubicBezTo>
                    <a:cubicBezTo>
                      <a:pt x="9987" y="1138"/>
                      <a:pt x="9987" y="1225"/>
                      <a:pt x="9987" y="1314"/>
                    </a:cubicBezTo>
                    <a:cubicBezTo>
                      <a:pt x="9944" y="1314"/>
                      <a:pt x="9900" y="1314"/>
                      <a:pt x="9856" y="1314"/>
                    </a:cubicBezTo>
                    <a:cubicBezTo>
                      <a:pt x="9856" y="1357"/>
                      <a:pt x="9856" y="1401"/>
                      <a:pt x="9856" y="1446"/>
                    </a:cubicBezTo>
                    <a:cubicBezTo>
                      <a:pt x="9812" y="1446"/>
                      <a:pt x="9769" y="1446"/>
                      <a:pt x="9724" y="1446"/>
                    </a:cubicBezTo>
                    <a:cubicBezTo>
                      <a:pt x="9724" y="1532"/>
                      <a:pt x="9724" y="1619"/>
                      <a:pt x="9724" y="1708"/>
                    </a:cubicBezTo>
                    <a:cubicBezTo>
                      <a:pt x="9681" y="1708"/>
                      <a:pt x="9638" y="1708"/>
                      <a:pt x="9593" y="1708"/>
                    </a:cubicBezTo>
                    <a:cubicBezTo>
                      <a:pt x="9593" y="1795"/>
                      <a:pt x="9593" y="1882"/>
                      <a:pt x="9593" y="1971"/>
                    </a:cubicBezTo>
                    <a:cubicBezTo>
                      <a:pt x="9550" y="1971"/>
                      <a:pt x="9506" y="1971"/>
                      <a:pt x="9462" y="1971"/>
                    </a:cubicBezTo>
                    <a:cubicBezTo>
                      <a:pt x="9462" y="2058"/>
                      <a:pt x="9462" y="2145"/>
                      <a:pt x="9462" y="2234"/>
                    </a:cubicBezTo>
                    <a:cubicBezTo>
                      <a:pt x="9418" y="2234"/>
                      <a:pt x="9375" y="2234"/>
                      <a:pt x="9330" y="2234"/>
                    </a:cubicBezTo>
                    <a:cubicBezTo>
                      <a:pt x="9330" y="2321"/>
                      <a:pt x="9330" y="2407"/>
                      <a:pt x="9330" y="2497"/>
                    </a:cubicBezTo>
                    <a:cubicBezTo>
                      <a:pt x="9287" y="2497"/>
                      <a:pt x="9243" y="2497"/>
                      <a:pt x="9199" y="2497"/>
                    </a:cubicBezTo>
                    <a:cubicBezTo>
                      <a:pt x="9199" y="2584"/>
                      <a:pt x="9199" y="2670"/>
                      <a:pt x="9199" y="2760"/>
                    </a:cubicBezTo>
                    <a:cubicBezTo>
                      <a:pt x="9155" y="2760"/>
                      <a:pt x="9112" y="2760"/>
                      <a:pt x="9067" y="2760"/>
                    </a:cubicBezTo>
                    <a:cubicBezTo>
                      <a:pt x="9067" y="2890"/>
                      <a:pt x="9067" y="3020"/>
                      <a:pt x="9067" y="3154"/>
                    </a:cubicBezTo>
                    <a:cubicBezTo>
                      <a:pt x="9024" y="3154"/>
                      <a:pt x="8981" y="3154"/>
                      <a:pt x="8936" y="3154"/>
                    </a:cubicBezTo>
                    <a:cubicBezTo>
                      <a:pt x="8936" y="3241"/>
                      <a:pt x="8936" y="3327"/>
                      <a:pt x="8936" y="3417"/>
                    </a:cubicBezTo>
                    <a:cubicBezTo>
                      <a:pt x="8893" y="3417"/>
                      <a:pt x="8849" y="3417"/>
                      <a:pt x="8804" y="3417"/>
                    </a:cubicBezTo>
                    <a:cubicBezTo>
                      <a:pt x="8804" y="3547"/>
                      <a:pt x="8804" y="3677"/>
                      <a:pt x="8804" y="3811"/>
                    </a:cubicBezTo>
                    <a:cubicBezTo>
                      <a:pt x="8761" y="3811"/>
                      <a:pt x="8718" y="3811"/>
                      <a:pt x="8673" y="3811"/>
                    </a:cubicBezTo>
                    <a:cubicBezTo>
                      <a:pt x="8673" y="3984"/>
                      <a:pt x="8673" y="4158"/>
                      <a:pt x="8673" y="4337"/>
                    </a:cubicBezTo>
                    <a:cubicBezTo>
                      <a:pt x="8630" y="4337"/>
                      <a:pt x="8586" y="4337"/>
                      <a:pt x="8542" y="4337"/>
                    </a:cubicBezTo>
                    <a:cubicBezTo>
                      <a:pt x="8542" y="4510"/>
                      <a:pt x="8542" y="4683"/>
                      <a:pt x="8542" y="4862"/>
                    </a:cubicBezTo>
                    <a:cubicBezTo>
                      <a:pt x="8498" y="4862"/>
                      <a:pt x="8455" y="4862"/>
                      <a:pt x="8410" y="4862"/>
                    </a:cubicBezTo>
                    <a:cubicBezTo>
                      <a:pt x="8410" y="5166"/>
                      <a:pt x="8410" y="5469"/>
                      <a:pt x="8410" y="5782"/>
                    </a:cubicBezTo>
                    <a:cubicBezTo>
                      <a:pt x="8367" y="5782"/>
                      <a:pt x="8324" y="5782"/>
                      <a:pt x="8279" y="5782"/>
                    </a:cubicBezTo>
                    <a:cubicBezTo>
                      <a:pt x="8279" y="6649"/>
                      <a:pt x="8279" y="7517"/>
                      <a:pt x="8279" y="8410"/>
                    </a:cubicBezTo>
                    <a:cubicBezTo>
                      <a:pt x="8322" y="8410"/>
                      <a:pt x="8366" y="8410"/>
                      <a:pt x="8410" y="8410"/>
                    </a:cubicBezTo>
                    <a:cubicBezTo>
                      <a:pt x="8410" y="8627"/>
                      <a:pt x="8410" y="8844"/>
                      <a:pt x="8410" y="9067"/>
                    </a:cubicBezTo>
                    <a:cubicBezTo>
                      <a:pt x="8454" y="9067"/>
                      <a:pt x="8497" y="9067"/>
                      <a:pt x="8542" y="9067"/>
                    </a:cubicBezTo>
                    <a:cubicBezTo>
                      <a:pt x="8542" y="9241"/>
                      <a:pt x="8542" y="9414"/>
                      <a:pt x="8542" y="9593"/>
                    </a:cubicBezTo>
                    <a:cubicBezTo>
                      <a:pt x="8585" y="9593"/>
                      <a:pt x="8628" y="9593"/>
                      <a:pt x="8673" y="9593"/>
                    </a:cubicBezTo>
                    <a:cubicBezTo>
                      <a:pt x="8673" y="9766"/>
                      <a:pt x="8673" y="9940"/>
                      <a:pt x="8673" y="10119"/>
                    </a:cubicBezTo>
                    <a:cubicBezTo>
                      <a:pt x="8716" y="10119"/>
                      <a:pt x="8760" y="10119"/>
                      <a:pt x="8804" y="10119"/>
                    </a:cubicBezTo>
                    <a:cubicBezTo>
                      <a:pt x="8804" y="10249"/>
                      <a:pt x="8804" y="10379"/>
                      <a:pt x="8804" y="10513"/>
                    </a:cubicBezTo>
                    <a:cubicBezTo>
                      <a:pt x="8848" y="10513"/>
                      <a:pt x="8891" y="10513"/>
                      <a:pt x="8936" y="10513"/>
                    </a:cubicBezTo>
                    <a:cubicBezTo>
                      <a:pt x="8936" y="10643"/>
                      <a:pt x="8936" y="10773"/>
                      <a:pt x="8936" y="10907"/>
                    </a:cubicBezTo>
                    <a:cubicBezTo>
                      <a:pt x="8979" y="10907"/>
                      <a:pt x="9023" y="10907"/>
                      <a:pt x="9067" y="10907"/>
                    </a:cubicBezTo>
                    <a:cubicBezTo>
                      <a:pt x="9067" y="10994"/>
                      <a:pt x="9067" y="11081"/>
                      <a:pt x="9067" y="11170"/>
                    </a:cubicBezTo>
                    <a:cubicBezTo>
                      <a:pt x="9111" y="11170"/>
                      <a:pt x="9154" y="11170"/>
                      <a:pt x="9199" y="11170"/>
                    </a:cubicBezTo>
                    <a:cubicBezTo>
                      <a:pt x="9199" y="11257"/>
                      <a:pt x="9199" y="11343"/>
                      <a:pt x="9199" y="11433"/>
                    </a:cubicBezTo>
                    <a:cubicBezTo>
                      <a:pt x="9242" y="11433"/>
                      <a:pt x="9285" y="11433"/>
                      <a:pt x="9330" y="11433"/>
                    </a:cubicBezTo>
                    <a:cubicBezTo>
                      <a:pt x="9330" y="11519"/>
                      <a:pt x="9330" y="11606"/>
                      <a:pt x="9330" y="11696"/>
                    </a:cubicBezTo>
                    <a:cubicBezTo>
                      <a:pt x="9373" y="11696"/>
                      <a:pt x="9417" y="11696"/>
                      <a:pt x="9462" y="11696"/>
                    </a:cubicBezTo>
                    <a:cubicBezTo>
                      <a:pt x="9462" y="11782"/>
                      <a:pt x="9462" y="11869"/>
                      <a:pt x="9462" y="11958"/>
                    </a:cubicBezTo>
                    <a:cubicBezTo>
                      <a:pt x="9505" y="11958"/>
                      <a:pt x="9548" y="11958"/>
                      <a:pt x="9593" y="11958"/>
                    </a:cubicBezTo>
                    <a:cubicBezTo>
                      <a:pt x="9593" y="12045"/>
                      <a:pt x="9593" y="12132"/>
                      <a:pt x="9593" y="12221"/>
                    </a:cubicBezTo>
                    <a:cubicBezTo>
                      <a:pt x="9636" y="12221"/>
                      <a:pt x="9680" y="12221"/>
                      <a:pt x="9724" y="12221"/>
                    </a:cubicBezTo>
                    <a:cubicBezTo>
                      <a:pt x="9724" y="12265"/>
                      <a:pt x="9724" y="12308"/>
                      <a:pt x="9724" y="12353"/>
                    </a:cubicBezTo>
                    <a:cubicBezTo>
                      <a:pt x="9768" y="12353"/>
                      <a:pt x="9811" y="12353"/>
                      <a:pt x="9856" y="12353"/>
                    </a:cubicBezTo>
                    <a:cubicBezTo>
                      <a:pt x="9856" y="12439"/>
                      <a:pt x="9856" y="12526"/>
                      <a:pt x="9856" y="12615"/>
                    </a:cubicBezTo>
                    <a:cubicBezTo>
                      <a:pt x="9899" y="12615"/>
                      <a:pt x="9942" y="12615"/>
                      <a:pt x="9987" y="12615"/>
                    </a:cubicBezTo>
                    <a:cubicBezTo>
                      <a:pt x="9987" y="12659"/>
                      <a:pt x="9987" y="12702"/>
                      <a:pt x="9987" y="12747"/>
                    </a:cubicBezTo>
                    <a:cubicBezTo>
                      <a:pt x="10031" y="12747"/>
                      <a:pt x="10074" y="12747"/>
                      <a:pt x="10119" y="12747"/>
                    </a:cubicBezTo>
                    <a:cubicBezTo>
                      <a:pt x="10119" y="12834"/>
                      <a:pt x="10119" y="12920"/>
                      <a:pt x="10119" y="13010"/>
                    </a:cubicBezTo>
                    <a:cubicBezTo>
                      <a:pt x="10162" y="13010"/>
                      <a:pt x="10205" y="13010"/>
                      <a:pt x="10250" y="13010"/>
                    </a:cubicBezTo>
                    <a:cubicBezTo>
                      <a:pt x="10250" y="13053"/>
                      <a:pt x="10250" y="13096"/>
                      <a:pt x="10250" y="13141"/>
                    </a:cubicBezTo>
                    <a:cubicBezTo>
                      <a:pt x="10293" y="13141"/>
                      <a:pt x="10337" y="13141"/>
                      <a:pt x="10381" y="13141"/>
                    </a:cubicBezTo>
                    <a:cubicBezTo>
                      <a:pt x="10381" y="13184"/>
                      <a:pt x="10381" y="13228"/>
                      <a:pt x="10381" y="13272"/>
                    </a:cubicBezTo>
                    <a:cubicBezTo>
                      <a:pt x="10425" y="13272"/>
                      <a:pt x="10468" y="13272"/>
                      <a:pt x="10513" y="13272"/>
                    </a:cubicBezTo>
                    <a:cubicBezTo>
                      <a:pt x="10513" y="13316"/>
                      <a:pt x="10513" y="13359"/>
                      <a:pt x="10513" y="13404"/>
                    </a:cubicBezTo>
                    <a:cubicBezTo>
                      <a:pt x="10556" y="13404"/>
                      <a:pt x="10600" y="13404"/>
                      <a:pt x="10644" y="13404"/>
                    </a:cubicBezTo>
                    <a:cubicBezTo>
                      <a:pt x="10644" y="13447"/>
                      <a:pt x="10644" y="13491"/>
                      <a:pt x="10644" y="13535"/>
                    </a:cubicBezTo>
                    <a:cubicBezTo>
                      <a:pt x="10688" y="13535"/>
                      <a:pt x="10731" y="13535"/>
                      <a:pt x="10776" y="13535"/>
                    </a:cubicBezTo>
                    <a:cubicBezTo>
                      <a:pt x="10776" y="13622"/>
                      <a:pt x="10776" y="13709"/>
                      <a:pt x="10776" y="13798"/>
                    </a:cubicBezTo>
                    <a:cubicBezTo>
                      <a:pt x="10819" y="13798"/>
                      <a:pt x="10862" y="13798"/>
                      <a:pt x="10907" y="13798"/>
                    </a:cubicBezTo>
                    <a:cubicBezTo>
                      <a:pt x="10907" y="13841"/>
                      <a:pt x="10907" y="13885"/>
                      <a:pt x="10907" y="13929"/>
                    </a:cubicBezTo>
                    <a:cubicBezTo>
                      <a:pt x="10950" y="13929"/>
                      <a:pt x="10994" y="13929"/>
                      <a:pt x="11038" y="13929"/>
                    </a:cubicBezTo>
                    <a:cubicBezTo>
                      <a:pt x="11038" y="13973"/>
                      <a:pt x="11038" y="14016"/>
                      <a:pt x="11038" y="14061"/>
                    </a:cubicBezTo>
                    <a:cubicBezTo>
                      <a:pt x="11082" y="14061"/>
                      <a:pt x="11125" y="14061"/>
                      <a:pt x="11170" y="14061"/>
                    </a:cubicBezTo>
                    <a:cubicBezTo>
                      <a:pt x="11170" y="14104"/>
                      <a:pt x="11170" y="14148"/>
                      <a:pt x="11170" y="14192"/>
                    </a:cubicBezTo>
                    <a:cubicBezTo>
                      <a:pt x="11213" y="14192"/>
                      <a:pt x="11257" y="14192"/>
                      <a:pt x="11301" y="14192"/>
                    </a:cubicBezTo>
                    <a:cubicBezTo>
                      <a:pt x="11301" y="14236"/>
                      <a:pt x="11301" y="14279"/>
                      <a:pt x="11301" y="14324"/>
                    </a:cubicBezTo>
                    <a:cubicBezTo>
                      <a:pt x="11345" y="14324"/>
                      <a:pt x="11388" y="14324"/>
                      <a:pt x="11433" y="14324"/>
                    </a:cubicBezTo>
                    <a:cubicBezTo>
                      <a:pt x="11433" y="14367"/>
                      <a:pt x="11433" y="14410"/>
                      <a:pt x="11433" y="14455"/>
                    </a:cubicBezTo>
                    <a:cubicBezTo>
                      <a:pt x="11476" y="14455"/>
                      <a:pt x="11519" y="14455"/>
                      <a:pt x="11564" y="14455"/>
                    </a:cubicBezTo>
                    <a:cubicBezTo>
                      <a:pt x="11564" y="14498"/>
                      <a:pt x="11564" y="14542"/>
                      <a:pt x="11564" y="14587"/>
                    </a:cubicBezTo>
                    <a:cubicBezTo>
                      <a:pt x="11607" y="14587"/>
                      <a:pt x="11651" y="14587"/>
                      <a:pt x="11696" y="14587"/>
                    </a:cubicBezTo>
                    <a:cubicBezTo>
                      <a:pt x="11696" y="14630"/>
                      <a:pt x="11696" y="14673"/>
                      <a:pt x="11696" y="14718"/>
                    </a:cubicBezTo>
                    <a:cubicBezTo>
                      <a:pt x="11782" y="14718"/>
                      <a:pt x="11869" y="14718"/>
                      <a:pt x="11958" y="14718"/>
                    </a:cubicBezTo>
                    <a:cubicBezTo>
                      <a:pt x="11958" y="14761"/>
                      <a:pt x="11958" y="14805"/>
                      <a:pt x="11958" y="14849"/>
                    </a:cubicBezTo>
                    <a:cubicBezTo>
                      <a:pt x="12002" y="14849"/>
                      <a:pt x="12045" y="14849"/>
                      <a:pt x="12090" y="14849"/>
                    </a:cubicBezTo>
                    <a:cubicBezTo>
                      <a:pt x="12090" y="14893"/>
                      <a:pt x="12090" y="14936"/>
                      <a:pt x="12090" y="14981"/>
                    </a:cubicBezTo>
                    <a:cubicBezTo>
                      <a:pt x="12176" y="14981"/>
                      <a:pt x="12263" y="14981"/>
                      <a:pt x="12353" y="14981"/>
                    </a:cubicBezTo>
                    <a:cubicBezTo>
                      <a:pt x="12353" y="15024"/>
                      <a:pt x="12353" y="15067"/>
                      <a:pt x="12353" y="15112"/>
                    </a:cubicBezTo>
                    <a:cubicBezTo>
                      <a:pt x="12396" y="15112"/>
                      <a:pt x="12439" y="15112"/>
                      <a:pt x="12484" y="15112"/>
                    </a:cubicBezTo>
                    <a:cubicBezTo>
                      <a:pt x="12484" y="15156"/>
                      <a:pt x="12484" y="15199"/>
                      <a:pt x="12484" y="15244"/>
                    </a:cubicBezTo>
                    <a:cubicBezTo>
                      <a:pt x="12571" y="15244"/>
                      <a:pt x="12657" y="15244"/>
                      <a:pt x="12747" y="15244"/>
                    </a:cubicBezTo>
                    <a:cubicBezTo>
                      <a:pt x="12747" y="15287"/>
                      <a:pt x="12747" y="15330"/>
                      <a:pt x="12747" y="15375"/>
                    </a:cubicBezTo>
                    <a:cubicBezTo>
                      <a:pt x="12790" y="15375"/>
                      <a:pt x="12834" y="15375"/>
                      <a:pt x="12878" y="15375"/>
                    </a:cubicBezTo>
                    <a:cubicBezTo>
                      <a:pt x="12878" y="15418"/>
                      <a:pt x="12878" y="15462"/>
                      <a:pt x="12878" y="15506"/>
                    </a:cubicBezTo>
                    <a:cubicBezTo>
                      <a:pt x="12965" y="15506"/>
                      <a:pt x="13052" y="15506"/>
                      <a:pt x="13141" y="15506"/>
                    </a:cubicBezTo>
                    <a:cubicBezTo>
                      <a:pt x="13141" y="15550"/>
                      <a:pt x="13141" y="15593"/>
                      <a:pt x="13141" y="15638"/>
                    </a:cubicBezTo>
                    <a:cubicBezTo>
                      <a:pt x="13228" y="15638"/>
                      <a:pt x="13314" y="15638"/>
                      <a:pt x="13404" y="15638"/>
                    </a:cubicBezTo>
                    <a:cubicBezTo>
                      <a:pt x="13404" y="15681"/>
                      <a:pt x="13404" y="15725"/>
                      <a:pt x="13404" y="15769"/>
                    </a:cubicBezTo>
                    <a:cubicBezTo>
                      <a:pt x="13491" y="15769"/>
                      <a:pt x="13577" y="15769"/>
                      <a:pt x="13667" y="15769"/>
                    </a:cubicBezTo>
                    <a:cubicBezTo>
                      <a:pt x="13667" y="15813"/>
                      <a:pt x="13667" y="15856"/>
                      <a:pt x="13667" y="15901"/>
                    </a:cubicBezTo>
                    <a:cubicBezTo>
                      <a:pt x="13753" y="15901"/>
                      <a:pt x="13840" y="15901"/>
                      <a:pt x="13929" y="15901"/>
                    </a:cubicBezTo>
                    <a:cubicBezTo>
                      <a:pt x="13929" y="15944"/>
                      <a:pt x="13929" y="15987"/>
                      <a:pt x="13929" y="16032"/>
                    </a:cubicBezTo>
                    <a:cubicBezTo>
                      <a:pt x="14016" y="16032"/>
                      <a:pt x="14103" y="16032"/>
                      <a:pt x="14192" y="16032"/>
                    </a:cubicBezTo>
                    <a:cubicBezTo>
                      <a:pt x="14192" y="16075"/>
                      <a:pt x="14192" y="16119"/>
                      <a:pt x="14192" y="16163"/>
                    </a:cubicBezTo>
                    <a:cubicBezTo>
                      <a:pt x="14279" y="16163"/>
                      <a:pt x="14366" y="16163"/>
                      <a:pt x="14455" y="16163"/>
                    </a:cubicBezTo>
                    <a:cubicBezTo>
                      <a:pt x="14455" y="16207"/>
                      <a:pt x="14455" y="16250"/>
                      <a:pt x="14455" y="16295"/>
                    </a:cubicBezTo>
                    <a:cubicBezTo>
                      <a:pt x="14585" y="16295"/>
                      <a:pt x="14715" y="16295"/>
                      <a:pt x="14849" y="16295"/>
                    </a:cubicBezTo>
                    <a:cubicBezTo>
                      <a:pt x="14849" y="16338"/>
                      <a:pt x="14849" y="16382"/>
                      <a:pt x="14849" y="16426"/>
                    </a:cubicBezTo>
                    <a:cubicBezTo>
                      <a:pt x="15023" y="16426"/>
                      <a:pt x="15196" y="16426"/>
                      <a:pt x="15375" y="16426"/>
                    </a:cubicBezTo>
                    <a:cubicBezTo>
                      <a:pt x="15375" y="16470"/>
                      <a:pt x="15375" y="16513"/>
                      <a:pt x="15375" y="16558"/>
                    </a:cubicBezTo>
                    <a:cubicBezTo>
                      <a:pt x="15548" y="16558"/>
                      <a:pt x="15722" y="16558"/>
                      <a:pt x="15901" y="16558"/>
                    </a:cubicBezTo>
                    <a:cubicBezTo>
                      <a:pt x="15901" y="16601"/>
                      <a:pt x="15901" y="16644"/>
                      <a:pt x="15901" y="16689"/>
                    </a:cubicBezTo>
                    <a:cubicBezTo>
                      <a:pt x="16161" y="16689"/>
                      <a:pt x="16421" y="16689"/>
                      <a:pt x="16689" y="16689"/>
                    </a:cubicBezTo>
                    <a:cubicBezTo>
                      <a:pt x="16689" y="16732"/>
                      <a:pt x="16689" y="16776"/>
                      <a:pt x="16689" y="16821"/>
                    </a:cubicBezTo>
                    <a:cubicBezTo>
                      <a:pt x="17470" y="16821"/>
                      <a:pt x="18250" y="16821"/>
                      <a:pt x="19054" y="16821"/>
                    </a:cubicBezTo>
                    <a:cubicBezTo>
                      <a:pt x="19054" y="16777"/>
                      <a:pt x="19054" y="16734"/>
                      <a:pt x="19054" y="16689"/>
                    </a:cubicBezTo>
                    <a:cubicBezTo>
                      <a:pt x="19315" y="16689"/>
                      <a:pt x="19575" y="16689"/>
                      <a:pt x="19843" y="16689"/>
                    </a:cubicBezTo>
                    <a:cubicBezTo>
                      <a:pt x="19843" y="16646"/>
                      <a:pt x="19843" y="16602"/>
                      <a:pt x="19843" y="16558"/>
                    </a:cubicBezTo>
                    <a:cubicBezTo>
                      <a:pt x="20016" y="16558"/>
                      <a:pt x="20190" y="16558"/>
                      <a:pt x="20369" y="16558"/>
                    </a:cubicBezTo>
                    <a:cubicBezTo>
                      <a:pt x="20369" y="16514"/>
                      <a:pt x="20369" y="16471"/>
                      <a:pt x="20369" y="16426"/>
                    </a:cubicBezTo>
                    <a:cubicBezTo>
                      <a:pt x="20542" y="16426"/>
                      <a:pt x="20716" y="16426"/>
                      <a:pt x="20894" y="16426"/>
                    </a:cubicBezTo>
                    <a:cubicBezTo>
                      <a:pt x="20894" y="16383"/>
                      <a:pt x="20894" y="16340"/>
                      <a:pt x="20894" y="16295"/>
                    </a:cubicBezTo>
                    <a:cubicBezTo>
                      <a:pt x="21024" y="16295"/>
                      <a:pt x="21154" y="16295"/>
                      <a:pt x="21288" y="16295"/>
                    </a:cubicBezTo>
                    <a:cubicBezTo>
                      <a:pt x="21288" y="16252"/>
                      <a:pt x="21288" y="16208"/>
                      <a:pt x="21288" y="16163"/>
                    </a:cubicBezTo>
                    <a:cubicBezTo>
                      <a:pt x="21419" y="16163"/>
                      <a:pt x="21549" y="16163"/>
                      <a:pt x="21683" y="16163"/>
                    </a:cubicBezTo>
                    <a:cubicBezTo>
                      <a:pt x="21683" y="16120"/>
                      <a:pt x="21683" y="16077"/>
                      <a:pt x="21683" y="16032"/>
                    </a:cubicBezTo>
                    <a:cubicBezTo>
                      <a:pt x="21769" y="16032"/>
                      <a:pt x="21856" y="16032"/>
                      <a:pt x="21946" y="16032"/>
                    </a:cubicBezTo>
                    <a:cubicBezTo>
                      <a:pt x="21946" y="15989"/>
                      <a:pt x="21946" y="15945"/>
                      <a:pt x="21946" y="15901"/>
                    </a:cubicBezTo>
                    <a:cubicBezTo>
                      <a:pt x="22032" y="15901"/>
                      <a:pt x="22119" y="15901"/>
                      <a:pt x="22208" y="15901"/>
                    </a:cubicBezTo>
                    <a:cubicBezTo>
                      <a:pt x="22208" y="15857"/>
                      <a:pt x="22208" y="15814"/>
                      <a:pt x="22208" y="15769"/>
                    </a:cubicBezTo>
                    <a:cubicBezTo>
                      <a:pt x="22252" y="15788"/>
                      <a:pt x="22296" y="15807"/>
                      <a:pt x="22340" y="15827"/>
                    </a:cubicBezTo>
                    <a:cubicBezTo>
                      <a:pt x="22364" y="15837"/>
                      <a:pt x="22389" y="15848"/>
                      <a:pt x="22414" y="15859"/>
                    </a:cubicBezTo>
                    <a:cubicBezTo>
                      <a:pt x="22423" y="15866"/>
                      <a:pt x="22423" y="15866"/>
                      <a:pt x="22471" y="15901"/>
                    </a:cubicBezTo>
                    <a:cubicBezTo>
                      <a:pt x="22479" y="15971"/>
                      <a:pt x="22479" y="15971"/>
                      <a:pt x="22471" y="16032"/>
                    </a:cubicBezTo>
                    <a:cubicBezTo>
                      <a:pt x="22428" y="16032"/>
                      <a:pt x="22384" y="16032"/>
                      <a:pt x="22340" y="16032"/>
                    </a:cubicBezTo>
                    <a:cubicBezTo>
                      <a:pt x="22340" y="16119"/>
                      <a:pt x="22340" y="16206"/>
                      <a:pt x="22340" y="16295"/>
                    </a:cubicBezTo>
                    <a:cubicBezTo>
                      <a:pt x="22296" y="16295"/>
                      <a:pt x="22253" y="16295"/>
                      <a:pt x="22208" y="16295"/>
                    </a:cubicBezTo>
                    <a:cubicBezTo>
                      <a:pt x="22208" y="16425"/>
                      <a:pt x="22208" y="16555"/>
                      <a:pt x="22208" y="16689"/>
                    </a:cubicBezTo>
                    <a:cubicBezTo>
                      <a:pt x="22165" y="16689"/>
                      <a:pt x="22122" y="16689"/>
                      <a:pt x="22077" y="16689"/>
                    </a:cubicBezTo>
                    <a:cubicBezTo>
                      <a:pt x="22077" y="16776"/>
                      <a:pt x="22077" y="16863"/>
                      <a:pt x="22077" y="16952"/>
                    </a:cubicBezTo>
                    <a:cubicBezTo>
                      <a:pt x="22034" y="16952"/>
                      <a:pt x="21990" y="16952"/>
                      <a:pt x="21946" y="16952"/>
                    </a:cubicBezTo>
                    <a:cubicBezTo>
                      <a:pt x="21946" y="17039"/>
                      <a:pt x="21946" y="17125"/>
                      <a:pt x="21946" y="17215"/>
                    </a:cubicBezTo>
                    <a:cubicBezTo>
                      <a:pt x="21902" y="17215"/>
                      <a:pt x="21859" y="17215"/>
                      <a:pt x="21814" y="17215"/>
                    </a:cubicBezTo>
                    <a:cubicBezTo>
                      <a:pt x="21814" y="17301"/>
                      <a:pt x="21814" y="17388"/>
                      <a:pt x="21814" y="17478"/>
                    </a:cubicBezTo>
                    <a:cubicBezTo>
                      <a:pt x="21771" y="17478"/>
                      <a:pt x="21727" y="17478"/>
                      <a:pt x="21683" y="17478"/>
                    </a:cubicBezTo>
                    <a:cubicBezTo>
                      <a:pt x="21683" y="17521"/>
                      <a:pt x="21683" y="17564"/>
                      <a:pt x="21683" y="17609"/>
                    </a:cubicBezTo>
                    <a:cubicBezTo>
                      <a:pt x="21639" y="17609"/>
                      <a:pt x="21596" y="17609"/>
                      <a:pt x="21551" y="17609"/>
                    </a:cubicBezTo>
                    <a:cubicBezTo>
                      <a:pt x="21551" y="17696"/>
                      <a:pt x="21551" y="17782"/>
                      <a:pt x="21551" y="17872"/>
                    </a:cubicBezTo>
                    <a:cubicBezTo>
                      <a:pt x="21508" y="17872"/>
                      <a:pt x="21465" y="17872"/>
                      <a:pt x="21420" y="17872"/>
                    </a:cubicBezTo>
                    <a:cubicBezTo>
                      <a:pt x="21420" y="17915"/>
                      <a:pt x="21420" y="17959"/>
                      <a:pt x="21420" y="18003"/>
                    </a:cubicBezTo>
                    <a:cubicBezTo>
                      <a:pt x="21377" y="18003"/>
                      <a:pt x="21333" y="18003"/>
                      <a:pt x="21288" y="18003"/>
                    </a:cubicBezTo>
                    <a:cubicBezTo>
                      <a:pt x="21288" y="18090"/>
                      <a:pt x="21288" y="18177"/>
                      <a:pt x="21288" y="18266"/>
                    </a:cubicBezTo>
                    <a:cubicBezTo>
                      <a:pt x="21245" y="18266"/>
                      <a:pt x="21202" y="18266"/>
                      <a:pt x="21157" y="18266"/>
                    </a:cubicBezTo>
                    <a:cubicBezTo>
                      <a:pt x="21157" y="18309"/>
                      <a:pt x="21157" y="18353"/>
                      <a:pt x="21157" y="18397"/>
                    </a:cubicBezTo>
                    <a:cubicBezTo>
                      <a:pt x="21114" y="18397"/>
                      <a:pt x="21070" y="18397"/>
                      <a:pt x="21026" y="18397"/>
                    </a:cubicBezTo>
                    <a:cubicBezTo>
                      <a:pt x="21026" y="18484"/>
                      <a:pt x="21026" y="18571"/>
                      <a:pt x="21026" y="18660"/>
                    </a:cubicBezTo>
                    <a:cubicBezTo>
                      <a:pt x="20982" y="18660"/>
                      <a:pt x="20939" y="18660"/>
                      <a:pt x="20894" y="18660"/>
                    </a:cubicBezTo>
                    <a:cubicBezTo>
                      <a:pt x="20894" y="18704"/>
                      <a:pt x="20894" y="18747"/>
                      <a:pt x="20894" y="18792"/>
                    </a:cubicBezTo>
                    <a:cubicBezTo>
                      <a:pt x="20851" y="18792"/>
                      <a:pt x="20808" y="18792"/>
                      <a:pt x="20763" y="18792"/>
                    </a:cubicBezTo>
                    <a:cubicBezTo>
                      <a:pt x="20763" y="18835"/>
                      <a:pt x="20763" y="18878"/>
                      <a:pt x="20763" y="18923"/>
                    </a:cubicBezTo>
                    <a:cubicBezTo>
                      <a:pt x="20719" y="18923"/>
                      <a:pt x="20676" y="18923"/>
                      <a:pt x="20631" y="18923"/>
                    </a:cubicBezTo>
                    <a:cubicBezTo>
                      <a:pt x="20631" y="18966"/>
                      <a:pt x="20631" y="19010"/>
                      <a:pt x="20631" y="19054"/>
                    </a:cubicBezTo>
                    <a:cubicBezTo>
                      <a:pt x="20588" y="19054"/>
                      <a:pt x="20545" y="19054"/>
                      <a:pt x="20500" y="19054"/>
                    </a:cubicBezTo>
                    <a:cubicBezTo>
                      <a:pt x="20500" y="19141"/>
                      <a:pt x="20500" y="19228"/>
                      <a:pt x="20500" y="19317"/>
                    </a:cubicBezTo>
                    <a:cubicBezTo>
                      <a:pt x="20457" y="19317"/>
                      <a:pt x="20413" y="19317"/>
                      <a:pt x="20369" y="19317"/>
                    </a:cubicBezTo>
                    <a:cubicBezTo>
                      <a:pt x="20369" y="19361"/>
                      <a:pt x="20369" y="19404"/>
                      <a:pt x="20369" y="19449"/>
                    </a:cubicBezTo>
                    <a:cubicBezTo>
                      <a:pt x="20325" y="19449"/>
                      <a:pt x="20282" y="19449"/>
                      <a:pt x="20237" y="19449"/>
                    </a:cubicBezTo>
                    <a:cubicBezTo>
                      <a:pt x="20237" y="19492"/>
                      <a:pt x="20237" y="19535"/>
                      <a:pt x="20237" y="19580"/>
                    </a:cubicBezTo>
                    <a:cubicBezTo>
                      <a:pt x="20194" y="19580"/>
                      <a:pt x="20150" y="19580"/>
                      <a:pt x="20106" y="19580"/>
                    </a:cubicBezTo>
                    <a:cubicBezTo>
                      <a:pt x="20106" y="19623"/>
                      <a:pt x="20106" y="19667"/>
                      <a:pt x="20106" y="19712"/>
                    </a:cubicBezTo>
                    <a:cubicBezTo>
                      <a:pt x="20062" y="19712"/>
                      <a:pt x="20019" y="19712"/>
                      <a:pt x="19974" y="19712"/>
                    </a:cubicBezTo>
                    <a:cubicBezTo>
                      <a:pt x="19974" y="19755"/>
                      <a:pt x="19974" y="19798"/>
                      <a:pt x="19974" y="19843"/>
                    </a:cubicBezTo>
                    <a:cubicBezTo>
                      <a:pt x="19931" y="19843"/>
                      <a:pt x="19888" y="19843"/>
                      <a:pt x="19843" y="19843"/>
                    </a:cubicBezTo>
                    <a:cubicBezTo>
                      <a:pt x="19843" y="19886"/>
                      <a:pt x="19843" y="19930"/>
                      <a:pt x="19843" y="19974"/>
                    </a:cubicBezTo>
                    <a:cubicBezTo>
                      <a:pt x="19800" y="19974"/>
                      <a:pt x="19756" y="19974"/>
                      <a:pt x="19712" y="19974"/>
                    </a:cubicBezTo>
                    <a:cubicBezTo>
                      <a:pt x="19712" y="20018"/>
                      <a:pt x="19712" y="20061"/>
                      <a:pt x="19712" y="20106"/>
                    </a:cubicBezTo>
                    <a:cubicBezTo>
                      <a:pt x="19668" y="20106"/>
                      <a:pt x="19625" y="20106"/>
                      <a:pt x="19580" y="20106"/>
                    </a:cubicBezTo>
                    <a:cubicBezTo>
                      <a:pt x="19580" y="20149"/>
                      <a:pt x="19580" y="20192"/>
                      <a:pt x="19580" y="20237"/>
                    </a:cubicBezTo>
                    <a:cubicBezTo>
                      <a:pt x="19537" y="20237"/>
                      <a:pt x="19493" y="20237"/>
                      <a:pt x="19449" y="20237"/>
                    </a:cubicBezTo>
                    <a:cubicBezTo>
                      <a:pt x="19449" y="20281"/>
                      <a:pt x="19449" y="20324"/>
                      <a:pt x="19449" y="20369"/>
                    </a:cubicBezTo>
                    <a:cubicBezTo>
                      <a:pt x="19405" y="20369"/>
                      <a:pt x="19362" y="20369"/>
                      <a:pt x="19317" y="20369"/>
                    </a:cubicBezTo>
                    <a:cubicBezTo>
                      <a:pt x="19317" y="20412"/>
                      <a:pt x="19317" y="20455"/>
                      <a:pt x="19317" y="20500"/>
                    </a:cubicBezTo>
                    <a:cubicBezTo>
                      <a:pt x="19274" y="20500"/>
                      <a:pt x="19231" y="20500"/>
                      <a:pt x="19186" y="20500"/>
                    </a:cubicBezTo>
                    <a:cubicBezTo>
                      <a:pt x="19186" y="20543"/>
                      <a:pt x="19186" y="20587"/>
                      <a:pt x="19186" y="20631"/>
                    </a:cubicBezTo>
                    <a:cubicBezTo>
                      <a:pt x="19099" y="20631"/>
                      <a:pt x="19012" y="20631"/>
                      <a:pt x="18923" y="20631"/>
                    </a:cubicBezTo>
                    <a:cubicBezTo>
                      <a:pt x="18923" y="20675"/>
                      <a:pt x="18923" y="20718"/>
                      <a:pt x="18923" y="20763"/>
                    </a:cubicBezTo>
                    <a:cubicBezTo>
                      <a:pt x="18880" y="20763"/>
                      <a:pt x="18836" y="20763"/>
                      <a:pt x="18792" y="20763"/>
                    </a:cubicBezTo>
                    <a:cubicBezTo>
                      <a:pt x="18792" y="20806"/>
                      <a:pt x="18792" y="20850"/>
                      <a:pt x="18792" y="20894"/>
                    </a:cubicBezTo>
                    <a:cubicBezTo>
                      <a:pt x="18748" y="20894"/>
                      <a:pt x="18705" y="20894"/>
                      <a:pt x="18660" y="20894"/>
                    </a:cubicBezTo>
                    <a:cubicBezTo>
                      <a:pt x="18660" y="20938"/>
                      <a:pt x="18660" y="20981"/>
                      <a:pt x="18660" y="21026"/>
                    </a:cubicBezTo>
                    <a:cubicBezTo>
                      <a:pt x="18617" y="21026"/>
                      <a:pt x="18574" y="21026"/>
                      <a:pt x="18529" y="21026"/>
                    </a:cubicBezTo>
                    <a:cubicBezTo>
                      <a:pt x="18529" y="21069"/>
                      <a:pt x="18529" y="21112"/>
                      <a:pt x="18529" y="21157"/>
                    </a:cubicBezTo>
                    <a:cubicBezTo>
                      <a:pt x="18442" y="21157"/>
                      <a:pt x="18355" y="21157"/>
                      <a:pt x="18266" y="21157"/>
                    </a:cubicBezTo>
                    <a:cubicBezTo>
                      <a:pt x="18266" y="21200"/>
                      <a:pt x="18266" y="21244"/>
                      <a:pt x="18266" y="21288"/>
                    </a:cubicBezTo>
                    <a:cubicBezTo>
                      <a:pt x="18223" y="21288"/>
                      <a:pt x="18179" y="21288"/>
                      <a:pt x="18135" y="21288"/>
                    </a:cubicBezTo>
                    <a:cubicBezTo>
                      <a:pt x="18135" y="21332"/>
                      <a:pt x="18135" y="21375"/>
                      <a:pt x="18135" y="21420"/>
                    </a:cubicBezTo>
                    <a:cubicBezTo>
                      <a:pt x="18048" y="21420"/>
                      <a:pt x="17961" y="21420"/>
                      <a:pt x="17872" y="21420"/>
                    </a:cubicBezTo>
                    <a:cubicBezTo>
                      <a:pt x="17872" y="21463"/>
                      <a:pt x="17872" y="21507"/>
                      <a:pt x="17872" y="21551"/>
                    </a:cubicBezTo>
                    <a:cubicBezTo>
                      <a:pt x="17828" y="21551"/>
                      <a:pt x="17785" y="21551"/>
                      <a:pt x="17740" y="21551"/>
                    </a:cubicBezTo>
                    <a:cubicBezTo>
                      <a:pt x="17740" y="21595"/>
                      <a:pt x="17740" y="21638"/>
                      <a:pt x="17740" y="21683"/>
                    </a:cubicBezTo>
                    <a:cubicBezTo>
                      <a:pt x="17654" y="21683"/>
                      <a:pt x="17567" y="21683"/>
                      <a:pt x="17478" y="21683"/>
                    </a:cubicBezTo>
                    <a:cubicBezTo>
                      <a:pt x="17478" y="21726"/>
                      <a:pt x="17478" y="21769"/>
                      <a:pt x="17478" y="21814"/>
                    </a:cubicBezTo>
                    <a:cubicBezTo>
                      <a:pt x="17391" y="21814"/>
                      <a:pt x="17304" y="21814"/>
                      <a:pt x="17215" y="21814"/>
                    </a:cubicBezTo>
                    <a:cubicBezTo>
                      <a:pt x="17215" y="21857"/>
                      <a:pt x="17215" y="21901"/>
                      <a:pt x="17215" y="21946"/>
                    </a:cubicBezTo>
                    <a:cubicBezTo>
                      <a:pt x="17128" y="21946"/>
                      <a:pt x="17041" y="21946"/>
                      <a:pt x="16952" y="21946"/>
                    </a:cubicBezTo>
                    <a:cubicBezTo>
                      <a:pt x="16952" y="21989"/>
                      <a:pt x="16952" y="22032"/>
                      <a:pt x="16952" y="22077"/>
                    </a:cubicBezTo>
                    <a:cubicBezTo>
                      <a:pt x="16909" y="22077"/>
                      <a:pt x="16865" y="22077"/>
                      <a:pt x="16821" y="22077"/>
                    </a:cubicBezTo>
                    <a:cubicBezTo>
                      <a:pt x="16821" y="22120"/>
                      <a:pt x="16821" y="22164"/>
                      <a:pt x="16821" y="22208"/>
                    </a:cubicBezTo>
                    <a:cubicBezTo>
                      <a:pt x="16734" y="22208"/>
                      <a:pt x="16647" y="22208"/>
                      <a:pt x="16558" y="22208"/>
                    </a:cubicBezTo>
                    <a:cubicBezTo>
                      <a:pt x="16558" y="22252"/>
                      <a:pt x="16558" y="22295"/>
                      <a:pt x="16558" y="22340"/>
                    </a:cubicBezTo>
                    <a:cubicBezTo>
                      <a:pt x="16428" y="22340"/>
                      <a:pt x="16298" y="22340"/>
                      <a:pt x="16163" y="22340"/>
                    </a:cubicBezTo>
                    <a:cubicBezTo>
                      <a:pt x="16163" y="22383"/>
                      <a:pt x="16163" y="22426"/>
                      <a:pt x="16163" y="22471"/>
                    </a:cubicBezTo>
                    <a:cubicBezTo>
                      <a:pt x="16077" y="22471"/>
                      <a:pt x="15990" y="22471"/>
                      <a:pt x="15901" y="22471"/>
                    </a:cubicBezTo>
                    <a:cubicBezTo>
                      <a:pt x="15901" y="22515"/>
                      <a:pt x="15901" y="22558"/>
                      <a:pt x="15901" y="22603"/>
                    </a:cubicBezTo>
                    <a:cubicBezTo>
                      <a:pt x="15814" y="22603"/>
                      <a:pt x="15727" y="22603"/>
                      <a:pt x="15638" y="22603"/>
                    </a:cubicBezTo>
                    <a:cubicBezTo>
                      <a:pt x="15638" y="22646"/>
                      <a:pt x="15638" y="22689"/>
                      <a:pt x="15638" y="22734"/>
                    </a:cubicBezTo>
                    <a:cubicBezTo>
                      <a:pt x="15508" y="22734"/>
                      <a:pt x="15378" y="22734"/>
                      <a:pt x="15244" y="22734"/>
                    </a:cubicBezTo>
                    <a:cubicBezTo>
                      <a:pt x="15244" y="22777"/>
                      <a:pt x="15244" y="22821"/>
                      <a:pt x="15244" y="22865"/>
                    </a:cubicBezTo>
                    <a:cubicBezTo>
                      <a:pt x="15113" y="22865"/>
                      <a:pt x="14983" y="22865"/>
                      <a:pt x="14849" y="22865"/>
                    </a:cubicBezTo>
                    <a:cubicBezTo>
                      <a:pt x="14849" y="22909"/>
                      <a:pt x="14849" y="22952"/>
                      <a:pt x="14849" y="22997"/>
                    </a:cubicBezTo>
                    <a:cubicBezTo>
                      <a:pt x="14676" y="22997"/>
                      <a:pt x="14502" y="22997"/>
                      <a:pt x="14324" y="22997"/>
                    </a:cubicBezTo>
                    <a:cubicBezTo>
                      <a:pt x="14324" y="23040"/>
                      <a:pt x="14324" y="23084"/>
                      <a:pt x="14324" y="23128"/>
                    </a:cubicBezTo>
                    <a:cubicBezTo>
                      <a:pt x="14107" y="23128"/>
                      <a:pt x="13890" y="23128"/>
                      <a:pt x="13667" y="23128"/>
                    </a:cubicBezTo>
                    <a:cubicBezTo>
                      <a:pt x="13667" y="23172"/>
                      <a:pt x="13667" y="23215"/>
                      <a:pt x="13667" y="23260"/>
                    </a:cubicBezTo>
                    <a:cubicBezTo>
                      <a:pt x="13406" y="23260"/>
                      <a:pt x="13146" y="23260"/>
                      <a:pt x="12878" y="23260"/>
                    </a:cubicBezTo>
                    <a:cubicBezTo>
                      <a:pt x="12878" y="23303"/>
                      <a:pt x="12878" y="23346"/>
                      <a:pt x="12878" y="23391"/>
                    </a:cubicBezTo>
                    <a:cubicBezTo>
                      <a:pt x="11794" y="23391"/>
                      <a:pt x="10710" y="23391"/>
                      <a:pt x="9593" y="23391"/>
                    </a:cubicBezTo>
                    <a:cubicBezTo>
                      <a:pt x="9593" y="23348"/>
                      <a:pt x="9593" y="23304"/>
                      <a:pt x="9593" y="23260"/>
                    </a:cubicBezTo>
                    <a:cubicBezTo>
                      <a:pt x="9376" y="23260"/>
                      <a:pt x="9159" y="23260"/>
                      <a:pt x="8936" y="23260"/>
                    </a:cubicBezTo>
                    <a:cubicBezTo>
                      <a:pt x="8936" y="23216"/>
                      <a:pt x="8936" y="23173"/>
                      <a:pt x="8936" y="23128"/>
                    </a:cubicBezTo>
                    <a:cubicBezTo>
                      <a:pt x="8762" y="23128"/>
                      <a:pt x="8589" y="23128"/>
                      <a:pt x="8410" y="23128"/>
                    </a:cubicBezTo>
                    <a:cubicBezTo>
                      <a:pt x="8410" y="23085"/>
                      <a:pt x="8410" y="23041"/>
                      <a:pt x="8410" y="22997"/>
                    </a:cubicBezTo>
                    <a:cubicBezTo>
                      <a:pt x="8237" y="22997"/>
                      <a:pt x="8063" y="22997"/>
                      <a:pt x="7885" y="22997"/>
                    </a:cubicBezTo>
                    <a:cubicBezTo>
                      <a:pt x="7885" y="22953"/>
                      <a:pt x="7885" y="22910"/>
                      <a:pt x="7885" y="22865"/>
                    </a:cubicBezTo>
                    <a:cubicBezTo>
                      <a:pt x="7755" y="22865"/>
                      <a:pt x="7624" y="22865"/>
                      <a:pt x="7490" y="22865"/>
                    </a:cubicBezTo>
                    <a:cubicBezTo>
                      <a:pt x="7490" y="22822"/>
                      <a:pt x="7490" y="22779"/>
                      <a:pt x="7490" y="22734"/>
                    </a:cubicBezTo>
                    <a:cubicBezTo>
                      <a:pt x="7404" y="22734"/>
                      <a:pt x="7317" y="22734"/>
                      <a:pt x="7228" y="22734"/>
                    </a:cubicBezTo>
                    <a:cubicBezTo>
                      <a:pt x="7228" y="22691"/>
                      <a:pt x="7228" y="22647"/>
                      <a:pt x="7228" y="22603"/>
                    </a:cubicBezTo>
                    <a:cubicBezTo>
                      <a:pt x="7097" y="22603"/>
                      <a:pt x="6967" y="22603"/>
                      <a:pt x="6833" y="22603"/>
                    </a:cubicBezTo>
                    <a:cubicBezTo>
                      <a:pt x="6833" y="22559"/>
                      <a:pt x="6833" y="22516"/>
                      <a:pt x="6833" y="22471"/>
                    </a:cubicBezTo>
                    <a:cubicBezTo>
                      <a:pt x="6747" y="22471"/>
                      <a:pt x="6660" y="22471"/>
                      <a:pt x="6571" y="22471"/>
                    </a:cubicBezTo>
                    <a:cubicBezTo>
                      <a:pt x="6571" y="22428"/>
                      <a:pt x="6571" y="22384"/>
                      <a:pt x="6571" y="22340"/>
                    </a:cubicBezTo>
                    <a:cubicBezTo>
                      <a:pt x="6484" y="22340"/>
                      <a:pt x="6397" y="22340"/>
                      <a:pt x="6308" y="22340"/>
                    </a:cubicBezTo>
                    <a:cubicBezTo>
                      <a:pt x="6308" y="22296"/>
                      <a:pt x="6308" y="22253"/>
                      <a:pt x="6308" y="22208"/>
                    </a:cubicBezTo>
                    <a:cubicBezTo>
                      <a:pt x="6178" y="22208"/>
                      <a:pt x="6047" y="22208"/>
                      <a:pt x="5913" y="22208"/>
                    </a:cubicBezTo>
                    <a:cubicBezTo>
                      <a:pt x="5913" y="22165"/>
                      <a:pt x="5913" y="22122"/>
                      <a:pt x="5913" y="22077"/>
                    </a:cubicBezTo>
                    <a:cubicBezTo>
                      <a:pt x="5870" y="22077"/>
                      <a:pt x="5827" y="22077"/>
                      <a:pt x="5782" y="22077"/>
                    </a:cubicBezTo>
                    <a:cubicBezTo>
                      <a:pt x="5782" y="22034"/>
                      <a:pt x="5782" y="21990"/>
                      <a:pt x="5782" y="21946"/>
                    </a:cubicBezTo>
                    <a:cubicBezTo>
                      <a:pt x="5695" y="21946"/>
                      <a:pt x="5609" y="21946"/>
                      <a:pt x="5519" y="21946"/>
                    </a:cubicBezTo>
                    <a:cubicBezTo>
                      <a:pt x="5519" y="21902"/>
                      <a:pt x="5519" y="21859"/>
                      <a:pt x="5519" y="21814"/>
                    </a:cubicBezTo>
                    <a:cubicBezTo>
                      <a:pt x="5476" y="21814"/>
                      <a:pt x="5433" y="21814"/>
                      <a:pt x="5388" y="21814"/>
                    </a:cubicBezTo>
                    <a:cubicBezTo>
                      <a:pt x="5388" y="21771"/>
                      <a:pt x="5388" y="21727"/>
                      <a:pt x="5388" y="21683"/>
                    </a:cubicBezTo>
                    <a:cubicBezTo>
                      <a:pt x="5301" y="21683"/>
                      <a:pt x="5214" y="21683"/>
                      <a:pt x="5125" y="21683"/>
                    </a:cubicBezTo>
                    <a:cubicBezTo>
                      <a:pt x="5125" y="21639"/>
                      <a:pt x="5125" y="21596"/>
                      <a:pt x="5125" y="21551"/>
                    </a:cubicBezTo>
                    <a:cubicBezTo>
                      <a:pt x="5038" y="21551"/>
                      <a:pt x="4952" y="21551"/>
                      <a:pt x="4862" y="21551"/>
                    </a:cubicBezTo>
                    <a:cubicBezTo>
                      <a:pt x="4862" y="21508"/>
                      <a:pt x="4862" y="21465"/>
                      <a:pt x="4862" y="21420"/>
                    </a:cubicBezTo>
                    <a:cubicBezTo>
                      <a:pt x="4819" y="21420"/>
                      <a:pt x="4775" y="21420"/>
                      <a:pt x="4731" y="21420"/>
                    </a:cubicBezTo>
                    <a:cubicBezTo>
                      <a:pt x="4731" y="21377"/>
                      <a:pt x="4731" y="21333"/>
                      <a:pt x="4731" y="21288"/>
                    </a:cubicBezTo>
                    <a:cubicBezTo>
                      <a:pt x="4687" y="21288"/>
                      <a:pt x="4644" y="21288"/>
                      <a:pt x="4599" y="21288"/>
                    </a:cubicBezTo>
                    <a:cubicBezTo>
                      <a:pt x="4599" y="21245"/>
                      <a:pt x="4599" y="21202"/>
                      <a:pt x="4599" y="21157"/>
                    </a:cubicBezTo>
                    <a:cubicBezTo>
                      <a:pt x="4513" y="21157"/>
                      <a:pt x="4426" y="21157"/>
                      <a:pt x="4337" y="21157"/>
                    </a:cubicBezTo>
                    <a:cubicBezTo>
                      <a:pt x="4337" y="21114"/>
                      <a:pt x="4337" y="21070"/>
                      <a:pt x="4337" y="21026"/>
                    </a:cubicBezTo>
                    <a:cubicBezTo>
                      <a:pt x="4293" y="21026"/>
                      <a:pt x="4250" y="21026"/>
                      <a:pt x="4205" y="21026"/>
                    </a:cubicBezTo>
                    <a:cubicBezTo>
                      <a:pt x="4205" y="20982"/>
                      <a:pt x="4205" y="20939"/>
                      <a:pt x="4205" y="20894"/>
                    </a:cubicBezTo>
                    <a:cubicBezTo>
                      <a:pt x="4162" y="20894"/>
                      <a:pt x="4118" y="20894"/>
                      <a:pt x="4074" y="20894"/>
                    </a:cubicBezTo>
                    <a:cubicBezTo>
                      <a:pt x="4074" y="20851"/>
                      <a:pt x="4074" y="20808"/>
                      <a:pt x="4074" y="20763"/>
                    </a:cubicBezTo>
                    <a:cubicBezTo>
                      <a:pt x="4030" y="20763"/>
                      <a:pt x="3987" y="20763"/>
                      <a:pt x="3942" y="20763"/>
                    </a:cubicBezTo>
                    <a:cubicBezTo>
                      <a:pt x="3942" y="20719"/>
                      <a:pt x="3942" y="20676"/>
                      <a:pt x="3942" y="20631"/>
                    </a:cubicBezTo>
                    <a:cubicBezTo>
                      <a:pt x="3856" y="20631"/>
                      <a:pt x="3769" y="20631"/>
                      <a:pt x="3679" y="20631"/>
                    </a:cubicBezTo>
                    <a:cubicBezTo>
                      <a:pt x="3679" y="20588"/>
                      <a:pt x="3679" y="20545"/>
                      <a:pt x="3679" y="20500"/>
                    </a:cubicBezTo>
                    <a:cubicBezTo>
                      <a:pt x="3636" y="20500"/>
                      <a:pt x="3593" y="20500"/>
                      <a:pt x="3548" y="20500"/>
                    </a:cubicBezTo>
                    <a:cubicBezTo>
                      <a:pt x="3548" y="20457"/>
                      <a:pt x="3548" y="20413"/>
                      <a:pt x="3548" y="20369"/>
                    </a:cubicBezTo>
                    <a:cubicBezTo>
                      <a:pt x="3505" y="20369"/>
                      <a:pt x="3461" y="20369"/>
                      <a:pt x="3417" y="20369"/>
                    </a:cubicBezTo>
                    <a:cubicBezTo>
                      <a:pt x="3417" y="20325"/>
                      <a:pt x="3417" y="20282"/>
                      <a:pt x="3417" y="20237"/>
                    </a:cubicBezTo>
                    <a:cubicBezTo>
                      <a:pt x="3373" y="20237"/>
                      <a:pt x="3330" y="20237"/>
                      <a:pt x="3285" y="20237"/>
                    </a:cubicBezTo>
                    <a:cubicBezTo>
                      <a:pt x="3285" y="20194"/>
                      <a:pt x="3285" y="20150"/>
                      <a:pt x="3285" y="20106"/>
                    </a:cubicBezTo>
                    <a:cubicBezTo>
                      <a:pt x="3242" y="20106"/>
                      <a:pt x="3199" y="20106"/>
                      <a:pt x="3154" y="20106"/>
                    </a:cubicBezTo>
                    <a:cubicBezTo>
                      <a:pt x="3154" y="20062"/>
                      <a:pt x="3154" y="20019"/>
                      <a:pt x="3154" y="19974"/>
                    </a:cubicBezTo>
                    <a:cubicBezTo>
                      <a:pt x="3110" y="19974"/>
                      <a:pt x="3067" y="19974"/>
                      <a:pt x="3022" y="19974"/>
                    </a:cubicBezTo>
                    <a:cubicBezTo>
                      <a:pt x="3022" y="19931"/>
                      <a:pt x="3022" y="19888"/>
                      <a:pt x="3022" y="19843"/>
                    </a:cubicBezTo>
                    <a:cubicBezTo>
                      <a:pt x="2979" y="19843"/>
                      <a:pt x="2936" y="19843"/>
                      <a:pt x="2891" y="19843"/>
                    </a:cubicBezTo>
                    <a:cubicBezTo>
                      <a:pt x="2891" y="19800"/>
                      <a:pt x="2891" y="19756"/>
                      <a:pt x="2891" y="19712"/>
                    </a:cubicBezTo>
                    <a:cubicBezTo>
                      <a:pt x="2848" y="19712"/>
                      <a:pt x="2804" y="19712"/>
                      <a:pt x="2760" y="19712"/>
                    </a:cubicBezTo>
                    <a:cubicBezTo>
                      <a:pt x="2760" y="19625"/>
                      <a:pt x="2760" y="19538"/>
                      <a:pt x="2760" y="19449"/>
                    </a:cubicBezTo>
                    <a:cubicBezTo>
                      <a:pt x="2716" y="19449"/>
                      <a:pt x="2673" y="19449"/>
                      <a:pt x="2628" y="19449"/>
                    </a:cubicBezTo>
                    <a:cubicBezTo>
                      <a:pt x="2628" y="19405"/>
                      <a:pt x="2628" y="19362"/>
                      <a:pt x="2628" y="19317"/>
                    </a:cubicBezTo>
                    <a:cubicBezTo>
                      <a:pt x="2585" y="19317"/>
                      <a:pt x="2541" y="19317"/>
                      <a:pt x="2497" y="19317"/>
                    </a:cubicBezTo>
                    <a:cubicBezTo>
                      <a:pt x="2497" y="19274"/>
                      <a:pt x="2497" y="19231"/>
                      <a:pt x="2497" y="19186"/>
                    </a:cubicBezTo>
                    <a:cubicBezTo>
                      <a:pt x="2453" y="19186"/>
                      <a:pt x="2410" y="19186"/>
                      <a:pt x="2365" y="19186"/>
                    </a:cubicBezTo>
                    <a:cubicBezTo>
                      <a:pt x="2365" y="19143"/>
                      <a:pt x="2365" y="19099"/>
                      <a:pt x="2365" y="19054"/>
                    </a:cubicBezTo>
                    <a:cubicBezTo>
                      <a:pt x="2322" y="19054"/>
                      <a:pt x="2279" y="19054"/>
                      <a:pt x="2234" y="19054"/>
                    </a:cubicBezTo>
                    <a:cubicBezTo>
                      <a:pt x="2234" y="18968"/>
                      <a:pt x="2234" y="18881"/>
                      <a:pt x="2234" y="18792"/>
                    </a:cubicBezTo>
                    <a:cubicBezTo>
                      <a:pt x="2191" y="18792"/>
                      <a:pt x="2147" y="18792"/>
                      <a:pt x="2103" y="18792"/>
                    </a:cubicBezTo>
                    <a:cubicBezTo>
                      <a:pt x="2103" y="18748"/>
                      <a:pt x="2103" y="18705"/>
                      <a:pt x="2103" y="18660"/>
                    </a:cubicBezTo>
                    <a:cubicBezTo>
                      <a:pt x="2059" y="18660"/>
                      <a:pt x="2016" y="18660"/>
                      <a:pt x="1971" y="18660"/>
                    </a:cubicBezTo>
                    <a:cubicBezTo>
                      <a:pt x="1971" y="18617"/>
                      <a:pt x="1971" y="18574"/>
                      <a:pt x="1971" y="18529"/>
                    </a:cubicBezTo>
                    <a:cubicBezTo>
                      <a:pt x="1928" y="18529"/>
                      <a:pt x="1884" y="18529"/>
                      <a:pt x="1840" y="18529"/>
                    </a:cubicBezTo>
                    <a:cubicBezTo>
                      <a:pt x="1840" y="18442"/>
                      <a:pt x="1840" y="18355"/>
                      <a:pt x="1840" y="18266"/>
                    </a:cubicBezTo>
                    <a:cubicBezTo>
                      <a:pt x="1796" y="18266"/>
                      <a:pt x="1753" y="18266"/>
                      <a:pt x="1708" y="18266"/>
                    </a:cubicBezTo>
                    <a:cubicBezTo>
                      <a:pt x="1708" y="18223"/>
                      <a:pt x="1708" y="18179"/>
                      <a:pt x="1708" y="18135"/>
                    </a:cubicBezTo>
                    <a:cubicBezTo>
                      <a:pt x="1665" y="18135"/>
                      <a:pt x="1622" y="18135"/>
                      <a:pt x="1577" y="18135"/>
                    </a:cubicBezTo>
                    <a:cubicBezTo>
                      <a:pt x="1577" y="18048"/>
                      <a:pt x="1577" y="17961"/>
                      <a:pt x="1577" y="17872"/>
                    </a:cubicBezTo>
                    <a:cubicBezTo>
                      <a:pt x="1534" y="17872"/>
                      <a:pt x="1490" y="17872"/>
                      <a:pt x="1446" y="17872"/>
                    </a:cubicBezTo>
                    <a:cubicBezTo>
                      <a:pt x="1446" y="17785"/>
                      <a:pt x="1446" y="17698"/>
                      <a:pt x="1446" y="17609"/>
                    </a:cubicBezTo>
                    <a:cubicBezTo>
                      <a:pt x="1402" y="17609"/>
                      <a:pt x="1359" y="17609"/>
                      <a:pt x="1314" y="17609"/>
                    </a:cubicBezTo>
                    <a:cubicBezTo>
                      <a:pt x="1314" y="17522"/>
                      <a:pt x="1314" y="17436"/>
                      <a:pt x="1314" y="17346"/>
                    </a:cubicBezTo>
                    <a:cubicBezTo>
                      <a:pt x="1271" y="17346"/>
                      <a:pt x="1227" y="17346"/>
                      <a:pt x="1183" y="17346"/>
                    </a:cubicBezTo>
                    <a:cubicBezTo>
                      <a:pt x="1183" y="17259"/>
                      <a:pt x="1183" y="17173"/>
                      <a:pt x="1183" y="17083"/>
                    </a:cubicBezTo>
                    <a:cubicBezTo>
                      <a:pt x="1139" y="17083"/>
                      <a:pt x="1096" y="17083"/>
                      <a:pt x="1051" y="17083"/>
                    </a:cubicBezTo>
                    <a:cubicBezTo>
                      <a:pt x="1051" y="16997"/>
                      <a:pt x="1051" y="16910"/>
                      <a:pt x="1051" y="16821"/>
                    </a:cubicBezTo>
                    <a:cubicBezTo>
                      <a:pt x="1008" y="16821"/>
                      <a:pt x="965" y="16821"/>
                      <a:pt x="920" y="16821"/>
                    </a:cubicBezTo>
                    <a:cubicBezTo>
                      <a:pt x="920" y="16734"/>
                      <a:pt x="920" y="16647"/>
                      <a:pt x="920" y="16558"/>
                    </a:cubicBezTo>
                    <a:cubicBezTo>
                      <a:pt x="877" y="16558"/>
                      <a:pt x="833" y="16558"/>
                      <a:pt x="788" y="16558"/>
                    </a:cubicBezTo>
                    <a:cubicBezTo>
                      <a:pt x="788" y="16428"/>
                      <a:pt x="788" y="16298"/>
                      <a:pt x="788" y="16163"/>
                    </a:cubicBezTo>
                    <a:cubicBezTo>
                      <a:pt x="745" y="16163"/>
                      <a:pt x="702" y="16163"/>
                      <a:pt x="657" y="16163"/>
                    </a:cubicBezTo>
                    <a:cubicBezTo>
                      <a:pt x="657" y="16077"/>
                      <a:pt x="657" y="15990"/>
                      <a:pt x="657" y="15901"/>
                    </a:cubicBezTo>
                    <a:cubicBezTo>
                      <a:pt x="614" y="15901"/>
                      <a:pt x="570" y="15901"/>
                      <a:pt x="526" y="15901"/>
                    </a:cubicBezTo>
                    <a:cubicBezTo>
                      <a:pt x="526" y="15771"/>
                      <a:pt x="526" y="15640"/>
                      <a:pt x="526" y="15506"/>
                    </a:cubicBezTo>
                    <a:cubicBezTo>
                      <a:pt x="482" y="15506"/>
                      <a:pt x="439" y="15506"/>
                      <a:pt x="394" y="15506"/>
                    </a:cubicBezTo>
                    <a:cubicBezTo>
                      <a:pt x="394" y="15333"/>
                      <a:pt x="394" y="15159"/>
                      <a:pt x="394" y="14981"/>
                    </a:cubicBezTo>
                    <a:cubicBezTo>
                      <a:pt x="351" y="14981"/>
                      <a:pt x="308" y="14981"/>
                      <a:pt x="263" y="14981"/>
                    </a:cubicBezTo>
                    <a:cubicBezTo>
                      <a:pt x="263" y="14807"/>
                      <a:pt x="263" y="14634"/>
                      <a:pt x="263" y="14455"/>
                    </a:cubicBezTo>
                    <a:cubicBezTo>
                      <a:pt x="219" y="14455"/>
                      <a:pt x="176" y="14455"/>
                      <a:pt x="131" y="14455"/>
                    </a:cubicBezTo>
                    <a:cubicBezTo>
                      <a:pt x="131" y="14152"/>
                      <a:pt x="131" y="13848"/>
                      <a:pt x="131" y="13535"/>
                    </a:cubicBezTo>
                    <a:cubicBezTo>
                      <a:pt x="88" y="13535"/>
                      <a:pt x="45" y="13535"/>
                      <a:pt x="0" y="13535"/>
                    </a:cubicBezTo>
                    <a:cubicBezTo>
                      <a:pt x="0" y="12668"/>
                      <a:pt x="0" y="11801"/>
                      <a:pt x="0" y="10907"/>
                    </a:cubicBezTo>
                    <a:cubicBezTo>
                      <a:pt x="43" y="10907"/>
                      <a:pt x="87" y="10907"/>
                      <a:pt x="131" y="10907"/>
                    </a:cubicBezTo>
                    <a:cubicBezTo>
                      <a:pt x="131" y="10603"/>
                      <a:pt x="131" y="10300"/>
                      <a:pt x="131" y="9987"/>
                    </a:cubicBezTo>
                    <a:cubicBezTo>
                      <a:pt x="175" y="9987"/>
                      <a:pt x="218" y="9987"/>
                      <a:pt x="263" y="9987"/>
                    </a:cubicBezTo>
                    <a:cubicBezTo>
                      <a:pt x="263" y="9814"/>
                      <a:pt x="263" y="9640"/>
                      <a:pt x="263" y="9462"/>
                    </a:cubicBezTo>
                    <a:cubicBezTo>
                      <a:pt x="306" y="9462"/>
                      <a:pt x="350" y="9462"/>
                      <a:pt x="394" y="9462"/>
                    </a:cubicBezTo>
                    <a:cubicBezTo>
                      <a:pt x="394" y="9288"/>
                      <a:pt x="394" y="9115"/>
                      <a:pt x="394" y="8936"/>
                    </a:cubicBezTo>
                    <a:cubicBezTo>
                      <a:pt x="438" y="8936"/>
                      <a:pt x="481" y="8936"/>
                      <a:pt x="526" y="8936"/>
                    </a:cubicBezTo>
                    <a:cubicBezTo>
                      <a:pt x="526" y="8806"/>
                      <a:pt x="526" y="8676"/>
                      <a:pt x="526" y="8542"/>
                    </a:cubicBezTo>
                    <a:cubicBezTo>
                      <a:pt x="569" y="8542"/>
                      <a:pt x="612" y="8542"/>
                      <a:pt x="657" y="8542"/>
                    </a:cubicBezTo>
                    <a:cubicBezTo>
                      <a:pt x="657" y="8412"/>
                      <a:pt x="657" y="8281"/>
                      <a:pt x="657" y="8147"/>
                    </a:cubicBezTo>
                    <a:cubicBezTo>
                      <a:pt x="700" y="8147"/>
                      <a:pt x="744" y="8147"/>
                      <a:pt x="788" y="8147"/>
                    </a:cubicBezTo>
                    <a:cubicBezTo>
                      <a:pt x="788" y="8017"/>
                      <a:pt x="788" y="7887"/>
                      <a:pt x="788" y="7753"/>
                    </a:cubicBezTo>
                    <a:cubicBezTo>
                      <a:pt x="832" y="7753"/>
                      <a:pt x="875" y="7753"/>
                      <a:pt x="920" y="7753"/>
                    </a:cubicBezTo>
                    <a:cubicBezTo>
                      <a:pt x="920" y="7666"/>
                      <a:pt x="920" y="7580"/>
                      <a:pt x="920" y="7490"/>
                    </a:cubicBezTo>
                    <a:cubicBezTo>
                      <a:pt x="963" y="7490"/>
                      <a:pt x="1007" y="7490"/>
                      <a:pt x="1051" y="7490"/>
                    </a:cubicBezTo>
                    <a:cubicBezTo>
                      <a:pt x="1051" y="7404"/>
                      <a:pt x="1051" y="7317"/>
                      <a:pt x="1051" y="7228"/>
                    </a:cubicBezTo>
                    <a:cubicBezTo>
                      <a:pt x="1095" y="7228"/>
                      <a:pt x="1138" y="7228"/>
                      <a:pt x="1183" y="7228"/>
                    </a:cubicBezTo>
                    <a:cubicBezTo>
                      <a:pt x="1183" y="7141"/>
                      <a:pt x="1183" y="7054"/>
                      <a:pt x="1183" y="6965"/>
                    </a:cubicBezTo>
                    <a:cubicBezTo>
                      <a:pt x="1226" y="6965"/>
                      <a:pt x="1269" y="6965"/>
                      <a:pt x="1314" y="6965"/>
                    </a:cubicBezTo>
                    <a:cubicBezTo>
                      <a:pt x="1314" y="6878"/>
                      <a:pt x="1314" y="6791"/>
                      <a:pt x="1314" y="6702"/>
                    </a:cubicBezTo>
                    <a:cubicBezTo>
                      <a:pt x="1357" y="6702"/>
                      <a:pt x="1401" y="6702"/>
                      <a:pt x="1446" y="6702"/>
                    </a:cubicBezTo>
                    <a:cubicBezTo>
                      <a:pt x="1446" y="6615"/>
                      <a:pt x="1446" y="6528"/>
                      <a:pt x="1446" y="6439"/>
                    </a:cubicBezTo>
                    <a:cubicBezTo>
                      <a:pt x="1489" y="6439"/>
                      <a:pt x="1532" y="6439"/>
                      <a:pt x="1577" y="6439"/>
                    </a:cubicBezTo>
                    <a:cubicBezTo>
                      <a:pt x="1577" y="6352"/>
                      <a:pt x="1577" y="6266"/>
                      <a:pt x="1577" y="6176"/>
                    </a:cubicBezTo>
                    <a:cubicBezTo>
                      <a:pt x="1620" y="6176"/>
                      <a:pt x="1664" y="6176"/>
                      <a:pt x="1708" y="6176"/>
                    </a:cubicBezTo>
                    <a:cubicBezTo>
                      <a:pt x="1708" y="6133"/>
                      <a:pt x="1708" y="6090"/>
                      <a:pt x="1708" y="6045"/>
                    </a:cubicBezTo>
                    <a:cubicBezTo>
                      <a:pt x="1752" y="6045"/>
                      <a:pt x="1795" y="6045"/>
                      <a:pt x="1840" y="6045"/>
                    </a:cubicBezTo>
                    <a:cubicBezTo>
                      <a:pt x="1840" y="5958"/>
                      <a:pt x="1840" y="5871"/>
                      <a:pt x="1840" y="5782"/>
                    </a:cubicBezTo>
                    <a:cubicBezTo>
                      <a:pt x="1883" y="5782"/>
                      <a:pt x="1926" y="5782"/>
                      <a:pt x="1971" y="5782"/>
                    </a:cubicBezTo>
                    <a:cubicBezTo>
                      <a:pt x="1971" y="5739"/>
                      <a:pt x="1971" y="5695"/>
                      <a:pt x="1971" y="5651"/>
                    </a:cubicBezTo>
                    <a:cubicBezTo>
                      <a:pt x="2015" y="5651"/>
                      <a:pt x="2058" y="5651"/>
                      <a:pt x="2103" y="5651"/>
                    </a:cubicBezTo>
                    <a:cubicBezTo>
                      <a:pt x="2103" y="5564"/>
                      <a:pt x="2103" y="5477"/>
                      <a:pt x="2103" y="5388"/>
                    </a:cubicBezTo>
                    <a:cubicBezTo>
                      <a:pt x="2146" y="5388"/>
                      <a:pt x="2189" y="5388"/>
                      <a:pt x="2234" y="5388"/>
                    </a:cubicBezTo>
                    <a:cubicBezTo>
                      <a:pt x="2234" y="5344"/>
                      <a:pt x="2234" y="5301"/>
                      <a:pt x="2234" y="5256"/>
                    </a:cubicBezTo>
                    <a:cubicBezTo>
                      <a:pt x="2277" y="5256"/>
                      <a:pt x="2321" y="5256"/>
                      <a:pt x="2365" y="5256"/>
                    </a:cubicBezTo>
                    <a:cubicBezTo>
                      <a:pt x="2365" y="5213"/>
                      <a:pt x="2365" y="5170"/>
                      <a:pt x="2365" y="5125"/>
                    </a:cubicBezTo>
                    <a:cubicBezTo>
                      <a:pt x="2409" y="5125"/>
                      <a:pt x="2452" y="5125"/>
                      <a:pt x="2497" y="5125"/>
                    </a:cubicBezTo>
                    <a:cubicBezTo>
                      <a:pt x="2497" y="5038"/>
                      <a:pt x="2497" y="4952"/>
                      <a:pt x="2497" y="4862"/>
                    </a:cubicBezTo>
                    <a:cubicBezTo>
                      <a:pt x="2540" y="4862"/>
                      <a:pt x="2584" y="4862"/>
                      <a:pt x="2628" y="4862"/>
                    </a:cubicBezTo>
                    <a:cubicBezTo>
                      <a:pt x="2628" y="4819"/>
                      <a:pt x="2628" y="4775"/>
                      <a:pt x="2628" y="4731"/>
                    </a:cubicBezTo>
                    <a:cubicBezTo>
                      <a:pt x="2672" y="4731"/>
                      <a:pt x="2715" y="4731"/>
                      <a:pt x="2760" y="4731"/>
                    </a:cubicBezTo>
                    <a:cubicBezTo>
                      <a:pt x="2760" y="4644"/>
                      <a:pt x="2760" y="4557"/>
                      <a:pt x="2760" y="4468"/>
                    </a:cubicBezTo>
                    <a:cubicBezTo>
                      <a:pt x="2803" y="4468"/>
                      <a:pt x="2846" y="4468"/>
                      <a:pt x="2891" y="4468"/>
                    </a:cubicBezTo>
                    <a:cubicBezTo>
                      <a:pt x="2891" y="4425"/>
                      <a:pt x="2891" y="4381"/>
                      <a:pt x="2891" y="4337"/>
                    </a:cubicBezTo>
                    <a:cubicBezTo>
                      <a:pt x="2934" y="4337"/>
                      <a:pt x="2978" y="4337"/>
                      <a:pt x="3022" y="4337"/>
                    </a:cubicBezTo>
                    <a:cubicBezTo>
                      <a:pt x="3022" y="4293"/>
                      <a:pt x="3022" y="4250"/>
                      <a:pt x="3022" y="4205"/>
                    </a:cubicBezTo>
                    <a:cubicBezTo>
                      <a:pt x="3066" y="4205"/>
                      <a:pt x="3109" y="4205"/>
                      <a:pt x="3154" y="4205"/>
                    </a:cubicBezTo>
                    <a:cubicBezTo>
                      <a:pt x="3154" y="4162"/>
                      <a:pt x="3154" y="4118"/>
                      <a:pt x="3154" y="4074"/>
                    </a:cubicBezTo>
                    <a:cubicBezTo>
                      <a:pt x="3197" y="4074"/>
                      <a:pt x="3241" y="4074"/>
                      <a:pt x="3285" y="4074"/>
                    </a:cubicBezTo>
                    <a:cubicBezTo>
                      <a:pt x="3285" y="4030"/>
                      <a:pt x="3285" y="3987"/>
                      <a:pt x="3285" y="3942"/>
                    </a:cubicBezTo>
                    <a:cubicBezTo>
                      <a:pt x="3329" y="3942"/>
                      <a:pt x="3372" y="3942"/>
                      <a:pt x="3417" y="3942"/>
                    </a:cubicBezTo>
                    <a:cubicBezTo>
                      <a:pt x="3417" y="3899"/>
                      <a:pt x="3417" y="3856"/>
                      <a:pt x="3417" y="3811"/>
                    </a:cubicBezTo>
                    <a:cubicBezTo>
                      <a:pt x="3460" y="3811"/>
                      <a:pt x="3503" y="3811"/>
                      <a:pt x="3548" y="3811"/>
                    </a:cubicBezTo>
                    <a:cubicBezTo>
                      <a:pt x="3548" y="3768"/>
                      <a:pt x="3548" y="3724"/>
                      <a:pt x="3548" y="3679"/>
                    </a:cubicBezTo>
                    <a:cubicBezTo>
                      <a:pt x="3591" y="3679"/>
                      <a:pt x="3635" y="3679"/>
                      <a:pt x="3679" y="3679"/>
                    </a:cubicBezTo>
                    <a:cubicBezTo>
                      <a:pt x="3679" y="3636"/>
                      <a:pt x="3679" y="3593"/>
                      <a:pt x="3679" y="3548"/>
                    </a:cubicBezTo>
                    <a:cubicBezTo>
                      <a:pt x="3723" y="3548"/>
                      <a:pt x="3766" y="3548"/>
                      <a:pt x="3811" y="3548"/>
                    </a:cubicBezTo>
                    <a:cubicBezTo>
                      <a:pt x="3811" y="3505"/>
                      <a:pt x="3811" y="3461"/>
                      <a:pt x="3811" y="3417"/>
                    </a:cubicBezTo>
                    <a:cubicBezTo>
                      <a:pt x="3854" y="3417"/>
                      <a:pt x="3898" y="3417"/>
                      <a:pt x="3942" y="3417"/>
                    </a:cubicBezTo>
                    <a:cubicBezTo>
                      <a:pt x="3942" y="3373"/>
                      <a:pt x="3942" y="3330"/>
                      <a:pt x="3942" y="3285"/>
                    </a:cubicBezTo>
                    <a:cubicBezTo>
                      <a:pt x="3986" y="3285"/>
                      <a:pt x="4029" y="3285"/>
                      <a:pt x="4074" y="3285"/>
                    </a:cubicBezTo>
                    <a:cubicBezTo>
                      <a:pt x="4074" y="3242"/>
                      <a:pt x="4074" y="3199"/>
                      <a:pt x="4074" y="3154"/>
                    </a:cubicBezTo>
                    <a:cubicBezTo>
                      <a:pt x="4117" y="3154"/>
                      <a:pt x="4160" y="3154"/>
                      <a:pt x="4205" y="3154"/>
                    </a:cubicBezTo>
                    <a:cubicBezTo>
                      <a:pt x="4205" y="3110"/>
                      <a:pt x="4205" y="3067"/>
                      <a:pt x="4205" y="3022"/>
                    </a:cubicBezTo>
                    <a:cubicBezTo>
                      <a:pt x="4248" y="3022"/>
                      <a:pt x="4292" y="3022"/>
                      <a:pt x="4337" y="3022"/>
                    </a:cubicBezTo>
                    <a:cubicBezTo>
                      <a:pt x="4337" y="2979"/>
                      <a:pt x="4337" y="2936"/>
                      <a:pt x="4337" y="2891"/>
                    </a:cubicBezTo>
                    <a:cubicBezTo>
                      <a:pt x="4380" y="2891"/>
                      <a:pt x="4423" y="2891"/>
                      <a:pt x="4468" y="2891"/>
                    </a:cubicBezTo>
                    <a:cubicBezTo>
                      <a:pt x="4468" y="2848"/>
                      <a:pt x="4468" y="2804"/>
                      <a:pt x="4468" y="2760"/>
                    </a:cubicBezTo>
                    <a:cubicBezTo>
                      <a:pt x="4555" y="2760"/>
                      <a:pt x="4641" y="2760"/>
                      <a:pt x="4731" y="2760"/>
                    </a:cubicBezTo>
                    <a:cubicBezTo>
                      <a:pt x="4731" y="2716"/>
                      <a:pt x="4731" y="2673"/>
                      <a:pt x="4731" y="2628"/>
                    </a:cubicBezTo>
                    <a:cubicBezTo>
                      <a:pt x="4774" y="2628"/>
                      <a:pt x="4817" y="2628"/>
                      <a:pt x="4862" y="2628"/>
                    </a:cubicBezTo>
                    <a:cubicBezTo>
                      <a:pt x="4862" y="2585"/>
                      <a:pt x="4862" y="2541"/>
                      <a:pt x="4862" y="2497"/>
                    </a:cubicBezTo>
                    <a:cubicBezTo>
                      <a:pt x="4906" y="2497"/>
                      <a:pt x="4949" y="2497"/>
                      <a:pt x="4994" y="2497"/>
                    </a:cubicBezTo>
                    <a:cubicBezTo>
                      <a:pt x="4994" y="2453"/>
                      <a:pt x="4994" y="2410"/>
                      <a:pt x="4994" y="2365"/>
                    </a:cubicBezTo>
                    <a:cubicBezTo>
                      <a:pt x="5080" y="2365"/>
                      <a:pt x="5167" y="2365"/>
                      <a:pt x="5256" y="2365"/>
                    </a:cubicBezTo>
                    <a:cubicBezTo>
                      <a:pt x="5256" y="2322"/>
                      <a:pt x="5256" y="2279"/>
                      <a:pt x="5256" y="2234"/>
                    </a:cubicBezTo>
                    <a:cubicBezTo>
                      <a:pt x="5300" y="2234"/>
                      <a:pt x="5343" y="2234"/>
                      <a:pt x="5388" y="2234"/>
                    </a:cubicBezTo>
                    <a:cubicBezTo>
                      <a:pt x="5388" y="2191"/>
                      <a:pt x="5388" y="2147"/>
                      <a:pt x="5388" y="2103"/>
                    </a:cubicBezTo>
                    <a:cubicBezTo>
                      <a:pt x="5475" y="2103"/>
                      <a:pt x="5561" y="2103"/>
                      <a:pt x="5651" y="2103"/>
                    </a:cubicBezTo>
                    <a:cubicBezTo>
                      <a:pt x="5651" y="2059"/>
                      <a:pt x="5651" y="2016"/>
                      <a:pt x="5651" y="1971"/>
                    </a:cubicBezTo>
                    <a:cubicBezTo>
                      <a:pt x="5694" y="1971"/>
                      <a:pt x="5737" y="1971"/>
                      <a:pt x="5782" y="1971"/>
                    </a:cubicBezTo>
                    <a:cubicBezTo>
                      <a:pt x="5782" y="1928"/>
                      <a:pt x="5782" y="1884"/>
                      <a:pt x="5782" y="1840"/>
                    </a:cubicBezTo>
                    <a:cubicBezTo>
                      <a:pt x="5869" y="1840"/>
                      <a:pt x="5956" y="1840"/>
                      <a:pt x="6045" y="1840"/>
                    </a:cubicBezTo>
                    <a:cubicBezTo>
                      <a:pt x="6045" y="1796"/>
                      <a:pt x="6045" y="1753"/>
                      <a:pt x="6045" y="1708"/>
                    </a:cubicBezTo>
                    <a:cubicBezTo>
                      <a:pt x="6088" y="1708"/>
                      <a:pt x="6132" y="1708"/>
                      <a:pt x="6176" y="1708"/>
                    </a:cubicBezTo>
                    <a:cubicBezTo>
                      <a:pt x="6176" y="1665"/>
                      <a:pt x="6176" y="1622"/>
                      <a:pt x="6176" y="1577"/>
                    </a:cubicBezTo>
                    <a:cubicBezTo>
                      <a:pt x="6263" y="1577"/>
                      <a:pt x="6350" y="1577"/>
                      <a:pt x="6439" y="1577"/>
                    </a:cubicBezTo>
                    <a:cubicBezTo>
                      <a:pt x="6439" y="1534"/>
                      <a:pt x="6439" y="1490"/>
                      <a:pt x="6439" y="1446"/>
                    </a:cubicBezTo>
                    <a:cubicBezTo>
                      <a:pt x="6526" y="1446"/>
                      <a:pt x="6613" y="1446"/>
                      <a:pt x="6702" y="1446"/>
                    </a:cubicBezTo>
                    <a:cubicBezTo>
                      <a:pt x="6702" y="1402"/>
                      <a:pt x="6702" y="1359"/>
                      <a:pt x="6702" y="1314"/>
                    </a:cubicBezTo>
                    <a:cubicBezTo>
                      <a:pt x="6789" y="1314"/>
                      <a:pt x="6875" y="1314"/>
                      <a:pt x="6965" y="1314"/>
                    </a:cubicBezTo>
                    <a:cubicBezTo>
                      <a:pt x="6965" y="1271"/>
                      <a:pt x="6965" y="1227"/>
                      <a:pt x="6965" y="1183"/>
                    </a:cubicBezTo>
                    <a:cubicBezTo>
                      <a:pt x="7051" y="1183"/>
                      <a:pt x="7138" y="1183"/>
                      <a:pt x="7228" y="1183"/>
                    </a:cubicBezTo>
                    <a:cubicBezTo>
                      <a:pt x="7228" y="1139"/>
                      <a:pt x="7228" y="1096"/>
                      <a:pt x="7228" y="1051"/>
                    </a:cubicBezTo>
                    <a:cubicBezTo>
                      <a:pt x="7314" y="1051"/>
                      <a:pt x="7401" y="1051"/>
                      <a:pt x="7490" y="1051"/>
                    </a:cubicBezTo>
                    <a:cubicBezTo>
                      <a:pt x="7490" y="1008"/>
                      <a:pt x="7490" y="965"/>
                      <a:pt x="7490" y="920"/>
                    </a:cubicBezTo>
                    <a:cubicBezTo>
                      <a:pt x="7577" y="920"/>
                      <a:pt x="7664" y="920"/>
                      <a:pt x="7753" y="920"/>
                    </a:cubicBezTo>
                    <a:cubicBezTo>
                      <a:pt x="7753" y="877"/>
                      <a:pt x="7753" y="833"/>
                      <a:pt x="7753" y="788"/>
                    </a:cubicBezTo>
                    <a:cubicBezTo>
                      <a:pt x="7840" y="788"/>
                      <a:pt x="7927" y="788"/>
                      <a:pt x="8016" y="788"/>
                    </a:cubicBezTo>
                    <a:cubicBezTo>
                      <a:pt x="8016" y="745"/>
                      <a:pt x="8016" y="702"/>
                      <a:pt x="8016" y="657"/>
                    </a:cubicBezTo>
                    <a:cubicBezTo>
                      <a:pt x="8146" y="657"/>
                      <a:pt x="8276" y="657"/>
                      <a:pt x="8410" y="657"/>
                    </a:cubicBezTo>
                    <a:cubicBezTo>
                      <a:pt x="8410" y="614"/>
                      <a:pt x="8410" y="570"/>
                      <a:pt x="8410" y="526"/>
                    </a:cubicBezTo>
                    <a:cubicBezTo>
                      <a:pt x="8497" y="526"/>
                      <a:pt x="8584" y="526"/>
                      <a:pt x="8673" y="526"/>
                    </a:cubicBezTo>
                    <a:cubicBezTo>
                      <a:pt x="8673" y="482"/>
                      <a:pt x="8673" y="439"/>
                      <a:pt x="8673" y="394"/>
                    </a:cubicBezTo>
                    <a:cubicBezTo>
                      <a:pt x="8803" y="394"/>
                      <a:pt x="8933" y="394"/>
                      <a:pt x="9067" y="394"/>
                    </a:cubicBezTo>
                    <a:cubicBezTo>
                      <a:pt x="9067" y="351"/>
                      <a:pt x="9067" y="308"/>
                      <a:pt x="9067" y="263"/>
                    </a:cubicBezTo>
                    <a:cubicBezTo>
                      <a:pt x="9241" y="263"/>
                      <a:pt x="9414" y="263"/>
                      <a:pt x="9593" y="263"/>
                    </a:cubicBezTo>
                    <a:cubicBezTo>
                      <a:pt x="9593" y="219"/>
                      <a:pt x="9593" y="176"/>
                      <a:pt x="9593" y="131"/>
                    </a:cubicBezTo>
                    <a:cubicBezTo>
                      <a:pt x="9766" y="131"/>
                      <a:pt x="9940" y="131"/>
                      <a:pt x="10119" y="131"/>
                    </a:cubicBezTo>
                    <a:cubicBezTo>
                      <a:pt x="10119" y="88"/>
                      <a:pt x="10119" y="45"/>
                      <a:pt x="1011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00" name="ICON_SKILL_SLEEP_path_002"/>
              <p:cNvSpPr/>
              <p:nvPr/>
            </p:nvSpPr>
            <p:spPr>
              <a:xfrm>
                <a:off x="6358241" y="909047"/>
                <a:ext cx="309212" cy="318878"/>
              </a:xfrm>
              <a:custGeom>
                <a:avLst/>
                <a:gdLst/>
                <a:ahLst/>
                <a:cxnLst/>
                <a:rect l="0" t="0" r="r" b="b"/>
                <a:pathLst>
                  <a:path w="24347" h="25108" fill="norm" stroke="0">
                    <a:moveTo>
                      <a:pt x="11704" y="0"/>
                    </a:moveTo>
                    <a:cubicBezTo>
                      <a:pt x="12094" y="0"/>
                      <a:pt x="12484" y="0"/>
                      <a:pt x="12886" y="0"/>
                    </a:cubicBezTo>
                    <a:cubicBezTo>
                      <a:pt x="12886" y="43"/>
                      <a:pt x="12886" y="87"/>
                      <a:pt x="12886" y="131"/>
                    </a:cubicBezTo>
                    <a:cubicBezTo>
                      <a:pt x="12930" y="131"/>
                      <a:pt x="12973" y="131"/>
                      <a:pt x="13018" y="131"/>
                    </a:cubicBezTo>
                    <a:cubicBezTo>
                      <a:pt x="13036" y="372"/>
                      <a:pt x="13019" y="581"/>
                      <a:pt x="12886" y="788"/>
                    </a:cubicBezTo>
                    <a:cubicBezTo>
                      <a:pt x="12811" y="861"/>
                      <a:pt x="12732" y="922"/>
                      <a:pt x="12647" y="983"/>
                    </a:cubicBezTo>
                    <a:cubicBezTo>
                      <a:pt x="12505" y="1087"/>
                      <a:pt x="12387" y="1217"/>
                      <a:pt x="12265" y="1344"/>
                    </a:cubicBezTo>
                    <a:cubicBezTo>
                      <a:pt x="12234" y="1375"/>
                      <a:pt x="12201" y="1405"/>
                      <a:pt x="12167" y="1435"/>
                    </a:cubicBezTo>
                    <a:cubicBezTo>
                      <a:pt x="12034" y="1555"/>
                      <a:pt x="11993" y="1663"/>
                      <a:pt x="11966" y="1840"/>
                    </a:cubicBezTo>
                    <a:cubicBezTo>
                      <a:pt x="11923" y="1840"/>
                      <a:pt x="11880" y="1840"/>
                      <a:pt x="11835" y="1840"/>
                    </a:cubicBezTo>
                    <a:cubicBezTo>
                      <a:pt x="11835" y="1883"/>
                      <a:pt x="11835" y="1926"/>
                      <a:pt x="11835" y="1971"/>
                    </a:cubicBezTo>
                    <a:cubicBezTo>
                      <a:pt x="11792" y="1971"/>
                      <a:pt x="11748" y="1971"/>
                      <a:pt x="11704" y="1971"/>
                    </a:cubicBezTo>
                    <a:cubicBezTo>
                      <a:pt x="11704" y="2015"/>
                      <a:pt x="11704" y="2058"/>
                      <a:pt x="11704" y="2103"/>
                    </a:cubicBezTo>
                    <a:cubicBezTo>
                      <a:pt x="11660" y="2103"/>
                      <a:pt x="11617" y="2103"/>
                      <a:pt x="11572" y="2103"/>
                    </a:cubicBezTo>
                    <a:cubicBezTo>
                      <a:pt x="11575" y="2120"/>
                      <a:pt x="11577" y="2137"/>
                      <a:pt x="11579" y="2155"/>
                    </a:cubicBezTo>
                    <a:cubicBezTo>
                      <a:pt x="11585" y="2229"/>
                      <a:pt x="11587" y="2292"/>
                      <a:pt x="11572" y="2365"/>
                    </a:cubicBezTo>
                    <a:cubicBezTo>
                      <a:pt x="11531" y="2398"/>
                      <a:pt x="11531" y="2398"/>
                      <a:pt x="11478" y="2423"/>
                    </a:cubicBezTo>
                    <a:cubicBezTo>
                      <a:pt x="11417" y="2454"/>
                      <a:pt x="11383" y="2476"/>
                      <a:pt x="11359" y="2541"/>
                    </a:cubicBezTo>
                    <a:cubicBezTo>
                      <a:pt x="11333" y="2656"/>
                      <a:pt x="11320" y="2773"/>
                      <a:pt x="11309" y="2891"/>
                    </a:cubicBezTo>
                    <a:cubicBezTo>
                      <a:pt x="11266" y="2891"/>
                      <a:pt x="11223" y="2891"/>
                      <a:pt x="11178" y="2891"/>
                    </a:cubicBezTo>
                    <a:cubicBezTo>
                      <a:pt x="11178" y="2978"/>
                      <a:pt x="11178" y="3064"/>
                      <a:pt x="11178" y="3154"/>
                    </a:cubicBezTo>
                    <a:cubicBezTo>
                      <a:pt x="11135" y="3154"/>
                      <a:pt x="11091" y="3154"/>
                      <a:pt x="11047" y="3154"/>
                    </a:cubicBezTo>
                    <a:cubicBezTo>
                      <a:pt x="11047" y="3197"/>
                      <a:pt x="11047" y="3241"/>
                      <a:pt x="11047" y="3285"/>
                    </a:cubicBezTo>
                    <a:cubicBezTo>
                      <a:pt x="11003" y="3285"/>
                      <a:pt x="10960" y="3285"/>
                      <a:pt x="10915" y="3285"/>
                    </a:cubicBezTo>
                    <a:cubicBezTo>
                      <a:pt x="10915" y="3372"/>
                      <a:pt x="10915" y="3459"/>
                      <a:pt x="10915" y="3548"/>
                    </a:cubicBezTo>
                    <a:cubicBezTo>
                      <a:pt x="10872" y="3548"/>
                      <a:pt x="10828" y="3548"/>
                      <a:pt x="10784" y="3548"/>
                    </a:cubicBezTo>
                    <a:cubicBezTo>
                      <a:pt x="10784" y="3635"/>
                      <a:pt x="10784" y="3722"/>
                      <a:pt x="10784" y="3811"/>
                    </a:cubicBezTo>
                    <a:cubicBezTo>
                      <a:pt x="10740" y="3811"/>
                      <a:pt x="10697" y="3811"/>
                      <a:pt x="10652" y="3811"/>
                    </a:cubicBezTo>
                    <a:cubicBezTo>
                      <a:pt x="10652" y="3898"/>
                      <a:pt x="10652" y="3984"/>
                      <a:pt x="10652" y="4074"/>
                    </a:cubicBezTo>
                    <a:cubicBezTo>
                      <a:pt x="10609" y="4074"/>
                      <a:pt x="10566" y="4074"/>
                      <a:pt x="10521" y="4074"/>
                    </a:cubicBezTo>
                    <a:cubicBezTo>
                      <a:pt x="10522" y="4092"/>
                      <a:pt x="10524" y="4110"/>
                      <a:pt x="10526" y="4129"/>
                    </a:cubicBezTo>
                    <a:cubicBezTo>
                      <a:pt x="10537" y="4392"/>
                      <a:pt x="10469" y="4615"/>
                      <a:pt x="10390" y="4862"/>
                    </a:cubicBezTo>
                    <a:cubicBezTo>
                      <a:pt x="10346" y="4862"/>
                      <a:pt x="10303" y="4862"/>
                      <a:pt x="10258" y="4862"/>
                    </a:cubicBezTo>
                    <a:cubicBezTo>
                      <a:pt x="10258" y="4992"/>
                      <a:pt x="10258" y="5122"/>
                      <a:pt x="10258" y="5256"/>
                    </a:cubicBezTo>
                    <a:cubicBezTo>
                      <a:pt x="10215" y="5256"/>
                      <a:pt x="10171" y="5256"/>
                      <a:pt x="10127" y="5256"/>
                    </a:cubicBezTo>
                    <a:cubicBezTo>
                      <a:pt x="10127" y="5430"/>
                      <a:pt x="10127" y="5603"/>
                      <a:pt x="10127" y="5782"/>
                    </a:cubicBezTo>
                    <a:cubicBezTo>
                      <a:pt x="10083" y="5782"/>
                      <a:pt x="10040" y="5782"/>
                      <a:pt x="9995" y="5782"/>
                    </a:cubicBezTo>
                    <a:cubicBezTo>
                      <a:pt x="9995" y="6042"/>
                      <a:pt x="9995" y="6302"/>
                      <a:pt x="9995" y="6571"/>
                    </a:cubicBezTo>
                    <a:cubicBezTo>
                      <a:pt x="9952" y="6571"/>
                      <a:pt x="9909" y="6571"/>
                      <a:pt x="9864" y="6571"/>
                    </a:cubicBezTo>
                    <a:cubicBezTo>
                      <a:pt x="9864" y="7438"/>
                      <a:pt x="9864" y="8305"/>
                      <a:pt x="9864" y="9199"/>
                    </a:cubicBezTo>
                    <a:cubicBezTo>
                      <a:pt x="9907" y="9199"/>
                      <a:pt x="9951" y="9199"/>
                      <a:pt x="9995" y="9199"/>
                    </a:cubicBezTo>
                    <a:cubicBezTo>
                      <a:pt x="9995" y="9459"/>
                      <a:pt x="9995" y="9719"/>
                      <a:pt x="9995" y="9987"/>
                    </a:cubicBezTo>
                    <a:cubicBezTo>
                      <a:pt x="10039" y="9987"/>
                      <a:pt x="10082" y="9987"/>
                      <a:pt x="10127" y="9987"/>
                    </a:cubicBezTo>
                    <a:cubicBezTo>
                      <a:pt x="10128" y="10003"/>
                      <a:pt x="10130" y="10018"/>
                      <a:pt x="10132" y="10034"/>
                    </a:cubicBezTo>
                    <a:cubicBezTo>
                      <a:pt x="10139" y="10105"/>
                      <a:pt x="10147" y="10175"/>
                      <a:pt x="10156" y="10246"/>
                    </a:cubicBezTo>
                    <a:cubicBezTo>
                      <a:pt x="10158" y="10270"/>
                      <a:pt x="10161" y="10295"/>
                      <a:pt x="10163" y="10320"/>
                    </a:cubicBezTo>
                    <a:cubicBezTo>
                      <a:pt x="10165" y="10332"/>
                      <a:pt x="10165" y="10332"/>
                      <a:pt x="10172" y="10391"/>
                    </a:cubicBezTo>
                    <a:cubicBezTo>
                      <a:pt x="10174" y="10413"/>
                      <a:pt x="10176" y="10435"/>
                      <a:pt x="10179" y="10457"/>
                    </a:cubicBezTo>
                    <a:cubicBezTo>
                      <a:pt x="10192" y="10513"/>
                      <a:pt x="10192" y="10513"/>
                      <a:pt x="10258" y="10579"/>
                    </a:cubicBezTo>
                    <a:cubicBezTo>
                      <a:pt x="10265" y="10657"/>
                      <a:pt x="10265" y="10657"/>
                      <a:pt x="10262" y="10747"/>
                    </a:cubicBezTo>
                    <a:cubicBezTo>
                      <a:pt x="10262" y="10777"/>
                      <a:pt x="10261" y="10807"/>
                      <a:pt x="10260" y="10837"/>
                    </a:cubicBezTo>
                    <a:cubicBezTo>
                      <a:pt x="10260" y="10849"/>
                      <a:pt x="10260" y="10849"/>
                      <a:pt x="10258" y="10907"/>
                    </a:cubicBezTo>
                    <a:cubicBezTo>
                      <a:pt x="10302" y="10907"/>
                      <a:pt x="10345" y="10907"/>
                      <a:pt x="10390" y="10907"/>
                    </a:cubicBezTo>
                    <a:cubicBezTo>
                      <a:pt x="10390" y="10994"/>
                      <a:pt x="10390" y="11081"/>
                      <a:pt x="10390" y="11170"/>
                    </a:cubicBezTo>
                    <a:cubicBezTo>
                      <a:pt x="10433" y="11170"/>
                      <a:pt x="10476" y="11170"/>
                      <a:pt x="10521" y="11170"/>
                    </a:cubicBezTo>
                    <a:cubicBezTo>
                      <a:pt x="10521" y="11257"/>
                      <a:pt x="10521" y="11343"/>
                      <a:pt x="10521" y="11433"/>
                    </a:cubicBezTo>
                    <a:cubicBezTo>
                      <a:pt x="10564" y="11433"/>
                      <a:pt x="10608" y="11433"/>
                      <a:pt x="10652" y="11433"/>
                    </a:cubicBezTo>
                    <a:cubicBezTo>
                      <a:pt x="10653" y="11440"/>
                      <a:pt x="10653" y="11440"/>
                      <a:pt x="10655" y="11479"/>
                    </a:cubicBezTo>
                    <a:cubicBezTo>
                      <a:pt x="10660" y="11548"/>
                      <a:pt x="10667" y="11618"/>
                      <a:pt x="10673" y="11687"/>
                    </a:cubicBezTo>
                    <a:cubicBezTo>
                      <a:pt x="10674" y="11711"/>
                      <a:pt x="10676" y="11735"/>
                      <a:pt x="10677" y="11760"/>
                    </a:cubicBezTo>
                    <a:cubicBezTo>
                      <a:pt x="10695" y="11939"/>
                      <a:pt x="10695" y="11939"/>
                      <a:pt x="10762" y="11996"/>
                    </a:cubicBezTo>
                    <a:cubicBezTo>
                      <a:pt x="10798" y="12016"/>
                      <a:pt x="10833" y="12036"/>
                      <a:pt x="10868" y="12055"/>
                    </a:cubicBezTo>
                    <a:cubicBezTo>
                      <a:pt x="10956" y="12120"/>
                      <a:pt x="10965" y="12221"/>
                      <a:pt x="10985" y="12324"/>
                    </a:cubicBezTo>
                    <a:cubicBezTo>
                      <a:pt x="11018" y="12483"/>
                      <a:pt x="11018" y="12483"/>
                      <a:pt x="11047" y="12550"/>
                    </a:cubicBezTo>
                    <a:cubicBezTo>
                      <a:pt x="11116" y="12592"/>
                      <a:pt x="11116" y="12592"/>
                      <a:pt x="11178" y="12615"/>
                    </a:cubicBezTo>
                    <a:cubicBezTo>
                      <a:pt x="11186" y="12685"/>
                      <a:pt x="11186" y="12685"/>
                      <a:pt x="11178" y="12747"/>
                    </a:cubicBezTo>
                    <a:cubicBezTo>
                      <a:pt x="11221" y="12747"/>
                      <a:pt x="11265" y="12747"/>
                      <a:pt x="11309" y="12747"/>
                    </a:cubicBezTo>
                    <a:cubicBezTo>
                      <a:pt x="11316" y="12778"/>
                      <a:pt x="11322" y="12809"/>
                      <a:pt x="11329" y="12840"/>
                    </a:cubicBezTo>
                    <a:cubicBezTo>
                      <a:pt x="11415" y="13213"/>
                      <a:pt x="11415" y="13213"/>
                      <a:pt x="11572" y="13314"/>
                    </a:cubicBezTo>
                    <a:cubicBezTo>
                      <a:pt x="11595" y="13327"/>
                      <a:pt x="11619" y="13341"/>
                      <a:pt x="11642" y="13356"/>
                    </a:cubicBezTo>
                    <a:cubicBezTo>
                      <a:pt x="11720" y="13417"/>
                      <a:pt x="11735" y="13467"/>
                      <a:pt x="11765" y="13560"/>
                    </a:cubicBezTo>
                    <a:cubicBezTo>
                      <a:pt x="11811" y="13697"/>
                      <a:pt x="11871" y="13781"/>
                      <a:pt x="11977" y="13880"/>
                    </a:cubicBezTo>
                    <a:cubicBezTo>
                      <a:pt x="12006" y="13909"/>
                      <a:pt x="12036" y="13938"/>
                      <a:pt x="12066" y="13967"/>
                    </a:cubicBezTo>
                    <a:cubicBezTo>
                      <a:pt x="12082" y="13982"/>
                      <a:pt x="12098" y="13997"/>
                      <a:pt x="12114" y="14013"/>
                    </a:cubicBezTo>
                    <a:cubicBezTo>
                      <a:pt x="12202" y="14098"/>
                      <a:pt x="12287" y="14184"/>
                      <a:pt x="12373" y="14271"/>
                    </a:cubicBezTo>
                    <a:cubicBezTo>
                      <a:pt x="12410" y="14307"/>
                      <a:pt x="12447" y="14344"/>
                      <a:pt x="12483" y="14381"/>
                    </a:cubicBezTo>
                    <a:cubicBezTo>
                      <a:pt x="12707" y="14604"/>
                      <a:pt x="12707" y="14604"/>
                      <a:pt x="12762" y="14660"/>
                    </a:cubicBezTo>
                    <a:cubicBezTo>
                      <a:pt x="12798" y="14696"/>
                      <a:pt x="12834" y="14731"/>
                      <a:pt x="12870" y="14767"/>
                    </a:cubicBezTo>
                    <a:cubicBezTo>
                      <a:pt x="12947" y="14844"/>
                      <a:pt x="13023" y="14920"/>
                      <a:pt x="13097" y="14998"/>
                    </a:cubicBezTo>
                    <a:cubicBezTo>
                      <a:pt x="13109" y="15011"/>
                      <a:pt x="13121" y="15023"/>
                      <a:pt x="13133" y="15035"/>
                    </a:cubicBezTo>
                    <a:cubicBezTo>
                      <a:pt x="13164" y="15067"/>
                      <a:pt x="13194" y="15099"/>
                      <a:pt x="13224" y="15130"/>
                    </a:cubicBezTo>
                    <a:cubicBezTo>
                      <a:pt x="13318" y="15209"/>
                      <a:pt x="13423" y="15231"/>
                      <a:pt x="13543" y="15244"/>
                    </a:cubicBezTo>
                    <a:cubicBezTo>
                      <a:pt x="13543" y="15287"/>
                      <a:pt x="13543" y="15330"/>
                      <a:pt x="13543" y="15375"/>
                    </a:cubicBezTo>
                    <a:cubicBezTo>
                      <a:pt x="13630" y="15375"/>
                      <a:pt x="13717" y="15375"/>
                      <a:pt x="13806" y="15375"/>
                    </a:cubicBezTo>
                    <a:cubicBezTo>
                      <a:pt x="13806" y="15418"/>
                      <a:pt x="13806" y="15462"/>
                      <a:pt x="13806" y="15506"/>
                    </a:cubicBezTo>
                    <a:cubicBezTo>
                      <a:pt x="13825" y="15502"/>
                      <a:pt x="13844" y="15498"/>
                      <a:pt x="13864" y="15494"/>
                    </a:cubicBezTo>
                    <a:cubicBezTo>
                      <a:pt x="13888" y="15498"/>
                      <a:pt x="13913" y="15502"/>
                      <a:pt x="13938" y="15506"/>
                    </a:cubicBezTo>
                    <a:cubicBezTo>
                      <a:pt x="13962" y="15548"/>
                      <a:pt x="13962" y="15548"/>
                      <a:pt x="13987" y="15601"/>
                    </a:cubicBezTo>
                    <a:cubicBezTo>
                      <a:pt x="14021" y="15661"/>
                      <a:pt x="14047" y="15696"/>
                      <a:pt x="14113" y="15719"/>
                    </a:cubicBezTo>
                    <a:cubicBezTo>
                      <a:pt x="14229" y="15746"/>
                      <a:pt x="14346" y="15759"/>
                      <a:pt x="14463" y="15769"/>
                    </a:cubicBezTo>
                    <a:cubicBezTo>
                      <a:pt x="14463" y="15813"/>
                      <a:pt x="14463" y="15856"/>
                      <a:pt x="14463" y="15901"/>
                    </a:cubicBezTo>
                    <a:cubicBezTo>
                      <a:pt x="14550" y="15901"/>
                      <a:pt x="14637" y="15901"/>
                      <a:pt x="14726" y="15901"/>
                    </a:cubicBezTo>
                    <a:cubicBezTo>
                      <a:pt x="14726" y="15944"/>
                      <a:pt x="14726" y="15987"/>
                      <a:pt x="14726" y="16032"/>
                    </a:cubicBezTo>
                    <a:cubicBezTo>
                      <a:pt x="14744" y="16030"/>
                      <a:pt x="14761" y="16027"/>
                      <a:pt x="14779" y="16025"/>
                    </a:cubicBezTo>
                    <a:cubicBezTo>
                      <a:pt x="14853" y="16019"/>
                      <a:pt x="14916" y="16018"/>
                      <a:pt x="14989" y="16032"/>
                    </a:cubicBezTo>
                    <a:cubicBezTo>
                      <a:pt x="15031" y="16078"/>
                      <a:pt x="15054" y="16126"/>
                      <a:pt x="15083" y="16181"/>
                    </a:cubicBezTo>
                    <a:cubicBezTo>
                      <a:pt x="15155" y="16273"/>
                      <a:pt x="15273" y="16279"/>
                      <a:pt x="15383" y="16295"/>
                    </a:cubicBezTo>
                    <a:cubicBezTo>
                      <a:pt x="15383" y="16338"/>
                      <a:pt x="15383" y="16382"/>
                      <a:pt x="15383" y="16426"/>
                    </a:cubicBezTo>
                    <a:cubicBezTo>
                      <a:pt x="15513" y="16426"/>
                      <a:pt x="15643" y="16426"/>
                      <a:pt x="15777" y="16426"/>
                    </a:cubicBezTo>
                    <a:cubicBezTo>
                      <a:pt x="15777" y="16470"/>
                      <a:pt x="15777" y="16513"/>
                      <a:pt x="15777" y="16558"/>
                    </a:cubicBezTo>
                    <a:cubicBezTo>
                      <a:pt x="15800" y="16557"/>
                      <a:pt x="15823" y="16556"/>
                      <a:pt x="15847" y="16555"/>
                    </a:cubicBezTo>
                    <a:cubicBezTo>
                      <a:pt x="15877" y="16555"/>
                      <a:pt x="15907" y="16554"/>
                      <a:pt x="15938" y="16554"/>
                    </a:cubicBezTo>
                    <a:cubicBezTo>
                      <a:pt x="15967" y="16553"/>
                      <a:pt x="15997" y="16552"/>
                      <a:pt x="16028" y="16551"/>
                    </a:cubicBezTo>
                    <a:cubicBezTo>
                      <a:pt x="16106" y="16558"/>
                      <a:pt x="16106" y="16558"/>
                      <a:pt x="16172" y="16623"/>
                    </a:cubicBezTo>
                    <a:cubicBezTo>
                      <a:pt x="16220" y="16636"/>
                      <a:pt x="16220" y="16636"/>
                      <a:pt x="16276" y="16642"/>
                    </a:cubicBezTo>
                    <a:cubicBezTo>
                      <a:pt x="16297" y="16644"/>
                      <a:pt x="16317" y="16647"/>
                      <a:pt x="16338" y="16649"/>
                    </a:cubicBezTo>
                    <a:cubicBezTo>
                      <a:pt x="16359" y="16652"/>
                      <a:pt x="16380" y="16654"/>
                      <a:pt x="16402" y="16656"/>
                    </a:cubicBezTo>
                    <a:cubicBezTo>
                      <a:pt x="16443" y="16661"/>
                      <a:pt x="16485" y="16666"/>
                      <a:pt x="16527" y="16671"/>
                    </a:cubicBezTo>
                    <a:cubicBezTo>
                      <a:pt x="16545" y="16673"/>
                      <a:pt x="16564" y="16675"/>
                      <a:pt x="16583" y="16677"/>
                    </a:cubicBezTo>
                    <a:cubicBezTo>
                      <a:pt x="16632" y="16689"/>
                      <a:pt x="16632" y="16689"/>
                      <a:pt x="16697" y="16755"/>
                    </a:cubicBezTo>
                    <a:cubicBezTo>
                      <a:pt x="16765" y="16768"/>
                      <a:pt x="16765" y="16768"/>
                      <a:pt x="16847" y="16776"/>
                    </a:cubicBezTo>
                    <a:cubicBezTo>
                      <a:pt x="16877" y="16778"/>
                      <a:pt x="16906" y="16781"/>
                      <a:pt x="16937" y="16784"/>
                    </a:cubicBezTo>
                    <a:cubicBezTo>
                      <a:pt x="16967" y="16787"/>
                      <a:pt x="16998" y="16789"/>
                      <a:pt x="17030" y="16792"/>
                    </a:cubicBezTo>
                    <a:cubicBezTo>
                      <a:pt x="17061" y="16795"/>
                      <a:pt x="17092" y="16797"/>
                      <a:pt x="17124" y="16800"/>
                    </a:cubicBezTo>
                    <a:cubicBezTo>
                      <a:pt x="17201" y="16807"/>
                      <a:pt x="17277" y="16814"/>
                      <a:pt x="17354" y="16821"/>
                    </a:cubicBezTo>
                    <a:cubicBezTo>
                      <a:pt x="17354" y="16864"/>
                      <a:pt x="17354" y="16907"/>
                      <a:pt x="17354" y="16952"/>
                    </a:cubicBezTo>
                    <a:cubicBezTo>
                      <a:pt x="18222" y="16952"/>
                      <a:pt x="19089" y="16952"/>
                      <a:pt x="19983" y="16952"/>
                    </a:cubicBezTo>
                    <a:cubicBezTo>
                      <a:pt x="19983" y="16909"/>
                      <a:pt x="19983" y="16865"/>
                      <a:pt x="19983" y="16821"/>
                    </a:cubicBezTo>
                    <a:cubicBezTo>
                      <a:pt x="20199" y="16821"/>
                      <a:pt x="20416" y="16821"/>
                      <a:pt x="20640" y="16821"/>
                    </a:cubicBezTo>
                    <a:cubicBezTo>
                      <a:pt x="20640" y="16777"/>
                      <a:pt x="20640" y="16734"/>
                      <a:pt x="20640" y="16689"/>
                    </a:cubicBezTo>
                    <a:cubicBezTo>
                      <a:pt x="20659" y="16687"/>
                      <a:pt x="20679" y="16686"/>
                      <a:pt x="20699" y="16684"/>
                    </a:cubicBezTo>
                    <a:cubicBezTo>
                      <a:pt x="20787" y="16676"/>
                      <a:pt x="20876" y="16668"/>
                      <a:pt x="20964" y="16660"/>
                    </a:cubicBezTo>
                    <a:cubicBezTo>
                      <a:pt x="20995" y="16658"/>
                      <a:pt x="21026" y="16655"/>
                      <a:pt x="21057" y="16653"/>
                    </a:cubicBezTo>
                    <a:cubicBezTo>
                      <a:pt x="21072" y="16651"/>
                      <a:pt x="21072" y="16651"/>
                      <a:pt x="21146" y="16644"/>
                    </a:cubicBezTo>
                    <a:cubicBezTo>
                      <a:pt x="21174" y="16642"/>
                      <a:pt x="21201" y="16639"/>
                      <a:pt x="21229" y="16637"/>
                    </a:cubicBezTo>
                    <a:cubicBezTo>
                      <a:pt x="21297" y="16623"/>
                      <a:pt x="21297" y="16623"/>
                      <a:pt x="21362" y="16558"/>
                    </a:cubicBezTo>
                    <a:cubicBezTo>
                      <a:pt x="21441" y="16551"/>
                      <a:pt x="21441" y="16551"/>
                      <a:pt x="21531" y="16554"/>
                    </a:cubicBezTo>
                    <a:cubicBezTo>
                      <a:pt x="21561" y="16554"/>
                      <a:pt x="21591" y="16555"/>
                      <a:pt x="21621" y="16555"/>
                    </a:cubicBezTo>
                    <a:cubicBezTo>
                      <a:pt x="21633" y="16556"/>
                      <a:pt x="21633" y="16556"/>
                      <a:pt x="21691" y="16558"/>
                    </a:cubicBezTo>
                    <a:cubicBezTo>
                      <a:pt x="21691" y="16514"/>
                      <a:pt x="21691" y="16471"/>
                      <a:pt x="21691" y="16426"/>
                    </a:cubicBezTo>
                    <a:cubicBezTo>
                      <a:pt x="21821" y="16426"/>
                      <a:pt x="21951" y="16426"/>
                      <a:pt x="22085" y="16426"/>
                    </a:cubicBezTo>
                    <a:cubicBezTo>
                      <a:pt x="22085" y="16383"/>
                      <a:pt x="22085" y="16340"/>
                      <a:pt x="22085" y="16295"/>
                    </a:cubicBezTo>
                    <a:cubicBezTo>
                      <a:pt x="22172" y="16295"/>
                      <a:pt x="22259" y="16295"/>
                      <a:pt x="22348" y="16295"/>
                    </a:cubicBezTo>
                    <a:cubicBezTo>
                      <a:pt x="22348" y="16252"/>
                      <a:pt x="22348" y="16208"/>
                      <a:pt x="22348" y="16163"/>
                    </a:cubicBezTo>
                    <a:cubicBezTo>
                      <a:pt x="22456" y="16142"/>
                      <a:pt x="22456" y="16142"/>
                      <a:pt x="23005" y="16032"/>
                    </a:cubicBezTo>
                    <a:cubicBezTo>
                      <a:pt x="23005" y="15989"/>
                      <a:pt x="23005" y="15945"/>
                      <a:pt x="23005" y="15901"/>
                    </a:cubicBezTo>
                    <a:cubicBezTo>
                      <a:pt x="23028" y="15893"/>
                      <a:pt x="23051" y="15885"/>
                      <a:pt x="23075" y="15877"/>
                    </a:cubicBezTo>
                    <a:cubicBezTo>
                      <a:pt x="23104" y="15865"/>
                      <a:pt x="23134" y="15855"/>
                      <a:pt x="23165" y="15843"/>
                    </a:cubicBezTo>
                    <a:cubicBezTo>
                      <a:pt x="23195" y="15833"/>
                      <a:pt x="23225" y="15822"/>
                      <a:pt x="23255" y="15811"/>
                    </a:cubicBezTo>
                    <a:cubicBezTo>
                      <a:pt x="23345" y="15763"/>
                      <a:pt x="23360" y="15729"/>
                      <a:pt x="23399" y="15638"/>
                    </a:cubicBezTo>
                    <a:cubicBezTo>
                      <a:pt x="23469" y="15630"/>
                      <a:pt x="23469" y="15630"/>
                      <a:pt x="23531" y="15638"/>
                    </a:cubicBezTo>
                    <a:cubicBezTo>
                      <a:pt x="23531" y="15594"/>
                      <a:pt x="23531" y="15551"/>
                      <a:pt x="23531" y="15506"/>
                    </a:cubicBezTo>
                    <a:cubicBezTo>
                      <a:pt x="23625" y="15501"/>
                      <a:pt x="23719" y="15497"/>
                      <a:pt x="23814" y="15494"/>
                    </a:cubicBezTo>
                    <a:cubicBezTo>
                      <a:pt x="23841" y="15492"/>
                      <a:pt x="23867" y="15491"/>
                      <a:pt x="23894" y="15489"/>
                    </a:cubicBezTo>
                    <a:cubicBezTo>
                      <a:pt x="24037" y="15486"/>
                      <a:pt x="24129" y="15494"/>
                      <a:pt x="24238" y="15590"/>
                    </a:cubicBezTo>
                    <a:cubicBezTo>
                      <a:pt x="24336" y="15705"/>
                      <a:pt x="24347" y="15803"/>
                      <a:pt x="24340" y="15950"/>
                    </a:cubicBezTo>
                    <a:cubicBezTo>
                      <a:pt x="24339" y="15973"/>
                      <a:pt x="24338" y="15995"/>
                      <a:pt x="24338" y="16018"/>
                    </a:cubicBezTo>
                    <a:cubicBezTo>
                      <a:pt x="24327" y="16253"/>
                      <a:pt x="24265" y="16469"/>
                      <a:pt x="24188" y="16689"/>
                    </a:cubicBezTo>
                    <a:cubicBezTo>
                      <a:pt x="24144" y="16689"/>
                      <a:pt x="24101" y="16689"/>
                      <a:pt x="24056" y="16689"/>
                    </a:cubicBezTo>
                    <a:cubicBezTo>
                      <a:pt x="24057" y="16699"/>
                      <a:pt x="24057" y="16699"/>
                      <a:pt x="24061" y="16749"/>
                    </a:cubicBezTo>
                    <a:cubicBezTo>
                      <a:pt x="24071" y="16982"/>
                      <a:pt x="24024" y="17138"/>
                      <a:pt x="23925" y="17346"/>
                    </a:cubicBezTo>
                    <a:cubicBezTo>
                      <a:pt x="23881" y="17346"/>
                      <a:pt x="23838" y="17346"/>
                      <a:pt x="23793" y="17346"/>
                    </a:cubicBezTo>
                    <a:cubicBezTo>
                      <a:pt x="23793" y="17476"/>
                      <a:pt x="23793" y="17606"/>
                      <a:pt x="23793" y="17740"/>
                    </a:cubicBezTo>
                    <a:cubicBezTo>
                      <a:pt x="23750" y="17740"/>
                      <a:pt x="23707" y="17740"/>
                      <a:pt x="23662" y="17740"/>
                    </a:cubicBezTo>
                    <a:cubicBezTo>
                      <a:pt x="23662" y="17870"/>
                      <a:pt x="23662" y="18001"/>
                      <a:pt x="23662" y="18135"/>
                    </a:cubicBezTo>
                    <a:cubicBezTo>
                      <a:pt x="23619" y="18135"/>
                      <a:pt x="23575" y="18135"/>
                      <a:pt x="23531" y="18135"/>
                    </a:cubicBezTo>
                    <a:cubicBezTo>
                      <a:pt x="23531" y="18221"/>
                      <a:pt x="23531" y="18308"/>
                      <a:pt x="23531" y="18397"/>
                    </a:cubicBezTo>
                    <a:cubicBezTo>
                      <a:pt x="23487" y="18397"/>
                      <a:pt x="23444" y="18397"/>
                      <a:pt x="23399" y="18397"/>
                    </a:cubicBezTo>
                    <a:cubicBezTo>
                      <a:pt x="23399" y="18484"/>
                      <a:pt x="23399" y="18571"/>
                      <a:pt x="23399" y="18660"/>
                    </a:cubicBezTo>
                    <a:cubicBezTo>
                      <a:pt x="23356" y="18660"/>
                      <a:pt x="23312" y="18660"/>
                      <a:pt x="23268" y="18660"/>
                    </a:cubicBezTo>
                    <a:cubicBezTo>
                      <a:pt x="23270" y="18670"/>
                      <a:pt x="23270" y="18670"/>
                      <a:pt x="23280" y="18718"/>
                    </a:cubicBezTo>
                    <a:cubicBezTo>
                      <a:pt x="23278" y="18730"/>
                      <a:pt x="23278" y="18730"/>
                      <a:pt x="23268" y="18792"/>
                    </a:cubicBezTo>
                    <a:cubicBezTo>
                      <a:pt x="23226" y="18820"/>
                      <a:pt x="23226" y="18820"/>
                      <a:pt x="23173" y="18849"/>
                    </a:cubicBezTo>
                    <a:cubicBezTo>
                      <a:pt x="23102" y="18891"/>
                      <a:pt x="23075" y="18912"/>
                      <a:pt x="23043" y="18990"/>
                    </a:cubicBezTo>
                    <a:cubicBezTo>
                      <a:pt x="23027" y="19055"/>
                      <a:pt x="23014" y="19119"/>
                      <a:pt x="23005" y="19186"/>
                    </a:cubicBezTo>
                    <a:cubicBezTo>
                      <a:pt x="22962" y="19186"/>
                      <a:pt x="22918" y="19186"/>
                      <a:pt x="22874" y="19186"/>
                    </a:cubicBezTo>
                    <a:cubicBezTo>
                      <a:pt x="22876" y="19203"/>
                      <a:pt x="22878" y="19221"/>
                      <a:pt x="22880" y="19239"/>
                    </a:cubicBezTo>
                    <a:cubicBezTo>
                      <a:pt x="22886" y="19313"/>
                      <a:pt x="22888" y="19376"/>
                      <a:pt x="22874" y="19449"/>
                    </a:cubicBezTo>
                    <a:cubicBezTo>
                      <a:pt x="22827" y="19490"/>
                      <a:pt x="22781" y="19513"/>
                      <a:pt x="22726" y="19541"/>
                    </a:cubicBezTo>
                    <a:cubicBezTo>
                      <a:pt x="22661" y="19592"/>
                      <a:pt x="22662" y="19623"/>
                      <a:pt x="22652" y="19703"/>
                    </a:cubicBezTo>
                    <a:cubicBezTo>
                      <a:pt x="22609" y="19897"/>
                      <a:pt x="22470" y="19975"/>
                      <a:pt x="22317" y="20087"/>
                    </a:cubicBezTo>
                    <a:cubicBezTo>
                      <a:pt x="22177" y="20196"/>
                      <a:pt x="22137" y="20262"/>
                      <a:pt x="22106" y="20436"/>
                    </a:cubicBezTo>
                    <a:cubicBezTo>
                      <a:pt x="22065" y="20561"/>
                      <a:pt x="21957" y="20628"/>
                      <a:pt x="21855" y="20705"/>
                    </a:cubicBezTo>
                    <a:cubicBezTo>
                      <a:pt x="21813" y="20738"/>
                      <a:pt x="21771" y="20771"/>
                      <a:pt x="21730" y="20804"/>
                    </a:cubicBezTo>
                    <a:cubicBezTo>
                      <a:pt x="21711" y="20819"/>
                      <a:pt x="21693" y="20833"/>
                      <a:pt x="21674" y="20847"/>
                    </a:cubicBezTo>
                    <a:cubicBezTo>
                      <a:pt x="21625" y="20894"/>
                      <a:pt x="21625" y="20894"/>
                      <a:pt x="21590" y="20965"/>
                    </a:cubicBezTo>
                    <a:cubicBezTo>
                      <a:pt x="21580" y="20985"/>
                      <a:pt x="21570" y="21005"/>
                      <a:pt x="21559" y="21026"/>
                    </a:cubicBezTo>
                    <a:cubicBezTo>
                      <a:pt x="21490" y="21034"/>
                      <a:pt x="21490" y="21034"/>
                      <a:pt x="21428" y="21026"/>
                    </a:cubicBezTo>
                    <a:cubicBezTo>
                      <a:pt x="21428" y="21069"/>
                      <a:pt x="21428" y="21112"/>
                      <a:pt x="21428" y="21157"/>
                    </a:cubicBezTo>
                    <a:cubicBezTo>
                      <a:pt x="21385" y="21157"/>
                      <a:pt x="21341" y="21157"/>
                      <a:pt x="21297" y="21157"/>
                    </a:cubicBezTo>
                    <a:cubicBezTo>
                      <a:pt x="21297" y="21200"/>
                      <a:pt x="21297" y="21244"/>
                      <a:pt x="21297" y="21288"/>
                    </a:cubicBezTo>
                    <a:cubicBezTo>
                      <a:pt x="21253" y="21288"/>
                      <a:pt x="21210" y="21288"/>
                      <a:pt x="21165" y="21288"/>
                    </a:cubicBezTo>
                    <a:cubicBezTo>
                      <a:pt x="21165" y="21375"/>
                      <a:pt x="21165" y="21462"/>
                      <a:pt x="21165" y="21551"/>
                    </a:cubicBezTo>
                    <a:cubicBezTo>
                      <a:pt x="21078" y="21551"/>
                      <a:pt x="20992" y="21551"/>
                      <a:pt x="20902" y="21551"/>
                    </a:cubicBezTo>
                    <a:cubicBezTo>
                      <a:pt x="20902" y="21595"/>
                      <a:pt x="20902" y="21638"/>
                      <a:pt x="20902" y="21683"/>
                    </a:cubicBezTo>
                    <a:cubicBezTo>
                      <a:pt x="20859" y="21683"/>
                      <a:pt x="20816" y="21683"/>
                      <a:pt x="20771" y="21683"/>
                    </a:cubicBezTo>
                    <a:cubicBezTo>
                      <a:pt x="20771" y="21726"/>
                      <a:pt x="20771" y="21769"/>
                      <a:pt x="20771" y="21814"/>
                    </a:cubicBezTo>
                    <a:cubicBezTo>
                      <a:pt x="20728" y="21814"/>
                      <a:pt x="20684" y="21814"/>
                      <a:pt x="20640" y="21814"/>
                    </a:cubicBezTo>
                    <a:cubicBezTo>
                      <a:pt x="20642" y="21833"/>
                      <a:pt x="20645" y="21852"/>
                      <a:pt x="20647" y="21871"/>
                    </a:cubicBezTo>
                    <a:cubicBezTo>
                      <a:pt x="20637" y="21972"/>
                      <a:pt x="20586" y="22018"/>
                      <a:pt x="20516" y="22085"/>
                    </a:cubicBezTo>
                    <a:cubicBezTo>
                      <a:pt x="20511" y="22091"/>
                      <a:pt x="20511" y="22091"/>
                      <a:pt x="20482" y="22121"/>
                    </a:cubicBezTo>
                    <a:cubicBezTo>
                      <a:pt x="20422" y="22180"/>
                      <a:pt x="20387" y="22207"/>
                      <a:pt x="20302" y="22216"/>
                    </a:cubicBezTo>
                    <a:cubicBezTo>
                      <a:pt x="20284" y="22214"/>
                      <a:pt x="20265" y="22211"/>
                      <a:pt x="20245" y="22208"/>
                    </a:cubicBezTo>
                    <a:cubicBezTo>
                      <a:pt x="20245" y="22252"/>
                      <a:pt x="20245" y="22295"/>
                      <a:pt x="20245" y="22340"/>
                    </a:cubicBezTo>
                    <a:cubicBezTo>
                      <a:pt x="20222" y="22348"/>
                      <a:pt x="20199" y="22356"/>
                      <a:pt x="20176" y="22364"/>
                    </a:cubicBezTo>
                    <a:cubicBezTo>
                      <a:pt x="20146" y="22375"/>
                      <a:pt x="20116" y="22386"/>
                      <a:pt x="20085" y="22397"/>
                    </a:cubicBezTo>
                    <a:cubicBezTo>
                      <a:pt x="20055" y="22408"/>
                      <a:pt x="20026" y="22419"/>
                      <a:pt x="19995" y="22430"/>
                    </a:cubicBezTo>
                    <a:cubicBezTo>
                      <a:pt x="19905" y="22477"/>
                      <a:pt x="19891" y="22511"/>
                      <a:pt x="19851" y="22603"/>
                    </a:cubicBezTo>
                    <a:cubicBezTo>
                      <a:pt x="19781" y="22611"/>
                      <a:pt x="19781" y="22611"/>
                      <a:pt x="19720" y="22603"/>
                    </a:cubicBezTo>
                    <a:cubicBezTo>
                      <a:pt x="19720" y="22646"/>
                      <a:pt x="19720" y="22689"/>
                      <a:pt x="19720" y="22734"/>
                    </a:cubicBezTo>
                    <a:cubicBezTo>
                      <a:pt x="19697" y="22742"/>
                      <a:pt x="19674" y="22750"/>
                      <a:pt x="19650" y="22758"/>
                    </a:cubicBezTo>
                    <a:cubicBezTo>
                      <a:pt x="19620" y="22769"/>
                      <a:pt x="19590" y="22780"/>
                      <a:pt x="19559" y="22791"/>
                    </a:cubicBezTo>
                    <a:cubicBezTo>
                      <a:pt x="19530" y="22802"/>
                      <a:pt x="19500" y="22813"/>
                      <a:pt x="19469" y="22824"/>
                    </a:cubicBezTo>
                    <a:cubicBezTo>
                      <a:pt x="19391" y="22865"/>
                      <a:pt x="19391" y="22865"/>
                      <a:pt x="19358" y="22932"/>
                    </a:cubicBezTo>
                    <a:cubicBezTo>
                      <a:pt x="19325" y="22997"/>
                      <a:pt x="19325" y="22997"/>
                      <a:pt x="19250" y="23034"/>
                    </a:cubicBezTo>
                    <a:cubicBezTo>
                      <a:pt x="19191" y="23053"/>
                      <a:pt x="19132" y="23072"/>
                      <a:pt x="19073" y="23091"/>
                    </a:cubicBezTo>
                    <a:cubicBezTo>
                      <a:pt x="18997" y="23128"/>
                      <a:pt x="18997" y="23128"/>
                      <a:pt x="18962" y="23198"/>
                    </a:cubicBezTo>
                    <a:cubicBezTo>
                      <a:pt x="18952" y="23218"/>
                      <a:pt x="18942" y="23239"/>
                      <a:pt x="18931" y="23260"/>
                    </a:cubicBezTo>
                    <a:cubicBezTo>
                      <a:pt x="18867" y="23272"/>
                      <a:pt x="18867" y="23272"/>
                      <a:pt x="18796" y="23268"/>
                    </a:cubicBezTo>
                    <a:cubicBezTo>
                      <a:pt x="18772" y="23267"/>
                      <a:pt x="18748" y="23265"/>
                      <a:pt x="18724" y="23264"/>
                    </a:cubicBezTo>
                    <a:cubicBezTo>
                      <a:pt x="18714" y="23263"/>
                      <a:pt x="18714" y="23263"/>
                      <a:pt x="18668" y="23260"/>
                    </a:cubicBezTo>
                    <a:cubicBezTo>
                      <a:pt x="18668" y="23303"/>
                      <a:pt x="18668" y="23346"/>
                      <a:pt x="18668" y="23391"/>
                    </a:cubicBezTo>
                    <a:cubicBezTo>
                      <a:pt x="18582" y="23391"/>
                      <a:pt x="18495" y="23391"/>
                      <a:pt x="18406" y="23391"/>
                    </a:cubicBezTo>
                    <a:cubicBezTo>
                      <a:pt x="18406" y="23434"/>
                      <a:pt x="18406" y="23478"/>
                      <a:pt x="18406" y="23522"/>
                    </a:cubicBezTo>
                    <a:cubicBezTo>
                      <a:pt x="18319" y="23522"/>
                      <a:pt x="18232" y="23522"/>
                      <a:pt x="18143" y="23522"/>
                    </a:cubicBezTo>
                    <a:cubicBezTo>
                      <a:pt x="18143" y="23566"/>
                      <a:pt x="18143" y="23609"/>
                      <a:pt x="18143" y="23654"/>
                    </a:cubicBezTo>
                    <a:cubicBezTo>
                      <a:pt x="18056" y="23654"/>
                      <a:pt x="17969" y="23654"/>
                      <a:pt x="17880" y="23654"/>
                    </a:cubicBezTo>
                    <a:cubicBezTo>
                      <a:pt x="17880" y="23697"/>
                      <a:pt x="17880" y="23741"/>
                      <a:pt x="17880" y="23785"/>
                    </a:cubicBezTo>
                    <a:cubicBezTo>
                      <a:pt x="17793" y="23785"/>
                      <a:pt x="17706" y="23785"/>
                      <a:pt x="17617" y="23785"/>
                    </a:cubicBezTo>
                    <a:cubicBezTo>
                      <a:pt x="17617" y="23829"/>
                      <a:pt x="17617" y="23872"/>
                      <a:pt x="17617" y="23917"/>
                    </a:cubicBezTo>
                    <a:cubicBezTo>
                      <a:pt x="17602" y="23922"/>
                      <a:pt x="17587" y="23927"/>
                      <a:pt x="17571" y="23932"/>
                    </a:cubicBezTo>
                    <a:cubicBezTo>
                      <a:pt x="17501" y="23955"/>
                      <a:pt x="17432" y="23979"/>
                      <a:pt x="17363" y="24003"/>
                    </a:cubicBezTo>
                    <a:cubicBezTo>
                      <a:pt x="17339" y="24011"/>
                      <a:pt x="17315" y="24018"/>
                      <a:pt x="17290" y="24026"/>
                    </a:cubicBezTo>
                    <a:cubicBezTo>
                      <a:pt x="17165" y="24071"/>
                      <a:pt x="17090" y="24099"/>
                      <a:pt x="17026" y="24219"/>
                    </a:cubicBezTo>
                    <a:cubicBezTo>
                      <a:pt x="16997" y="24270"/>
                      <a:pt x="16997" y="24270"/>
                      <a:pt x="16960" y="24311"/>
                    </a:cubicBezTo>
                    <a:cubicBezTo>
                      <a:pt x="16869" y="24335"/>
                      <a:pt x="16783" y="24330"/>
                      <a:pt x="16689" y="24323"/>
                    </a:cubicBezTo>
                    <a:cubicBezTo>
                      <a:pt x="16665" y="24322"/>
                      <a:pt x="16640" y="24321"/>
                      <a:pt x="16615" y="24320"/>
                    </a:cubicBezTo>
                    <a:cubicBezTo>
                      <a:pt x="16555" y="24318"/>
                      <a:pt x="16495" y="24315"/>
                      <a:pt x="16434" y="24311"/>
                    </a:cubicBezTo>
                    <a:cubicBezTo>
                      <a:pt x="16434" y="24354"/>
                      <a:pt x="16434" y="24398"/>
                      <a:pt x="16434" y="24442"/>
                    </a:cubicBezTo>
                    <a:cubicBezTo>
                      <a:pt x="16348" y="24442"/>
                      <a:pt x="16261" y="24442"/>
                      <a:pt x="16172" y="24442"/>
                    </a:cubicBezTo>
                    <a:cubicBezTo>
                      <a:pt x="16172" y="24486"/>
                      <a:pt x="16172" y="24529"/>
                      <a:pt x="16172" y="24574"/>
                    </a:cubicBezTo>
                    <a:cubicBezTo>
                      <a:pt x="15955" y="24574"/>
                      <a:pt x="15738" y="24574"/>
                      <a:pt x="15515" y="24574"/>
                    </a:cubicBezTo>
                    <a:cubicBezTo>
                      <a:pt x="15515" y="24617"/>
                      <a:pt x="15515" y="24660"/>
                      <a:pt x="15515" y="24705"/>
                    </a:cubicBezTo>
                    <a:cubicBezTo>
                      <a:pt x="15200" y="24812"/>
                      <a:pt x="14926" y="24855"/>
                      <a:pt x="14595" y="24837"/>
                    </a:cubicBezTo>
                    <a:cubicBezTo>
                      <a:pt x="14595" y="24880"/>
                      <a:pt x="14595" y="24923"/>
                      <a:pt x="14595" y="24968"/>
                    </a:cubicBezTo>
                    <a:cubicBezTo>
                      <a:pt x="14567" y="24970"/>
                      <a:pt x="14540" y="24971"/>
                      <a:pt x="14511" y="24973"/>
                    </a:cubicBezTo>
                    <a:cubicBezTo>
                      <a:pt x="14409" y="24979"/>
                      <a:pt x="14307" y="24986"/>
                      <a:pt x="14205" y="24992"/>
                    </a:cubicBezTo>
                    <a:cubicBezTo>
                      <a:pt x="14161" y="24995"/>
                      <a:pt x="14117" y="24998"/>
                      <a:pt x="14073" y="25001"/>
                    </a:cubicBezTo>
                    <a:cubicBezTo>
                      <a:pt x="14009" y="25004"/>
                      <a:pt x="13946" y="25009"/>
                      <a:pt x="13882" y="25013"/>
                    </a:cubicBezTo>
                    <a:cubicBezTo>
                      <a:pt x="13873" y="25013"/>
                      <a:pt x="13873" y="25013"/>
                      <a:pt x="13823" y="25016"/>
                    </a:cubicBezTo>
                    <a:cubicBezTo>
                      <a:pt x="13682" y="25026"/>
                      <a:pt x="13682" y="25026"/>
                      <a:pt x="13609" y="25099"/>
                    </a:cubicBezTo>
                    <a:cubicBezTo>
                      <a:pt x="13554" y="25108"/>
                      <a:pt x="13554" y="25108"/>
                      <a:pt x="13487" y="25108"/>
                    </a:cubicBezTo>
                    <a:cubicBezTo>
                      <a:pt x="13461" y="25108"/>
                      <a:pt x="13436" y="25108"/>
                      <a:pt x="13410" y="25108"/>
                    </a:cubicBezTo>
                    <a:cubicBezTo>
                      <a:pt x="13382" y="25108"/>
                      <a:pt x="13354" y="25108"/>
                      <a:pt x="13325" y="25108"/>
                    </a:cubicBezTo>
                    <a:cubicBezTo>
                      <a:pt x="13296" y="25108"/>
                      <a:pt x="13266" y="25108"/>
                      <a:pt x="13236" y="25108"/>
                    </a:cubicBezTo>
                    <a:cubicBezTo>
                      <a:pt x="13156" y="25108"/>
                      <a:pt x="13075" y="25108"/>
                      <a:pt x="12994" y="25108"/>
                    </a:cubicBezTo>
                    <a:cubicBezTo>
                      <a:pt x="12910" y="25108"/>
                      <a:pt x="12826" y="25108"/>
                      <a:pt x="12741" y="25108"/>
                    </a:cubicBezTo>
                    <a:cubicBezTo>
                      <a:pt x="12600" y="25108"/>
                      <a:pt x="12458" y="25108"/>
                      <a:pt x="12316" y="25108"/>
                    </a:cubicBezTo>
                    <a:cubicBezTo>
                      <a:pt x="12153" y="25108"/>
                      <a:pt x="11989" y="25108"/>
                      <a:pt x="11825" y="25108"/>
                    </a:cubicBezTo>
                    <a:cubicBezTo>
                      <a:pt x="11684" y="25108"/>
                      <a:pt x="11544" y="25108"/>
                      <a:pt x="11403" y="25108"/>
                    </a:cubicBezTo>
                    <a:cubicBezTo>
                      <a:pt x="11319" y="25108"/>
                      <a:pt x="11235" y="25108"/>
                      <a:pt x="11151" y="25108"/>
                    </a:cubicBezTo>
                    <a:cubicBezTo>
                      <a:pt x="11058" y="25108"/>
                      <a:pt x="10964" y="25108"/>
                      <a:pt x="10871" y="25108"/>
                    </a:cubicBezTo>
                    <a:cubicBezTo>
                      <a:pt x="10843" y="25108"/>
                      <a:pt x="10815" y="25108"/>
                      <a:pt x="10786" y="25108"/>
                    </a:cubicBezTo>
                    <a:cubicBezTo>
                      <a:pt x="10773" y="25108"/>
                      <a:pt x="10773" y="25108"/>
                      <a:pt x="10709" y="25108"/>
                    </a:cubicBezTo>
                    <a:cubicBezTo>
                      <a:pt x="10687" y="25108"/>
                      <a:pt x="10665" y="25108"/>
                      <a:pt x="10642" y="25108"/>
                    </a:cubicBezTo>
                    <a:cubicBezTo>
                      <a:pt x="10587" y="25099"/>
                      <a:pt x="10587" y="25099"/>
                      <a:pt x="10521" y="25034"/>
                    </a:cubicBezTo>
                    <a:cubicBezTo>
                      <a:pt x="10453" y="25020"/>
                      <a:pt x="10453" y="25020"/>
                      <a:pt x="10371" y="25013"/>
                    </a:cubicBezTo>
                    <a:cubicBezTo>
                      <a:pt x="10341" y="25010"/>
                      <a:pt x="10312" y="25007"/>
                      <a:pt x="10282" y="25005"/>
                    </a:cubicBezTo>
                    <a:cubicBezTo>
                      <a:pt x="10266" y="25003"/>
                      <a:pt x="10266" y="25003"/>
                      <a:pt x="10188" y="24997"/>
                    </a:cubicBezTo>
                    <a:cubicBezTo>
                      <a:pt x="10157" y="24994"/>
                      <a:pt x="10126" y="24991"/>
                      <a:pt x="10094" y="24988"/>
                    </a:cubicBezTo>
                    <a:cubicBezTo>
                      <a:pt x="10018" y="24981"/>
                      <a:pt x="9941" y="24974"/>
                      <a:pt x="9864" y="24968"/>
                    </a:cubicBezTo>
                    <a:cubicBezTo>
                      <a:pt x="9864" y="24925"/>
                      <a:pt x="9864" y="24881"/>
                      <a:pt x="9864" y="24837"/>
                    </a:cubicBezTo>
                    <a:cubicBezTo>
                      <a:pt x="9855" y="24837"/>
                      <a:pt x="9855" y="24837"/>
                      <a:pt x="9811" y="24838"/>
                    </a:cubicBezTo>
                    <a:cubicBezTo>
                      <a:pt x="9731" y="24839"/>
                      <a:pt x="9652" y="24840"/>
                      <a:pt x="9572" y="24841"/>
                    </a:cubicBezTo>
                    <a:cubicBezTo>
                      <a:pt x="9545" y="24841"/>
                      <a:pt x="9517" y="24842"/>
                      <a:pt x="9489" y="24842"/>
                    </a:cubicBezTo>
                    <a:cubicBezTo>
                      <a:pt x="9475" y="24842"/>
                      <a:pt x="9475" y="24842"/>
                      <a:pt x="9408" y="24843"/>
                    </a:cubicBezTo>
                    <a:cubicBezTo>
                      <a:pt x="9396" y="24843"/>
                      <a:pt x="9396" y="24843"/>
                      <a:pt x="9334" y="24844"/>
                    </a:cubicBezTo>
                    <a:cubicBezTo>
                      <a:pt x="9273" y="24837"/>
                      <a:pt x="9273" y="24837"/>
                      <a:pt x="9207" y="24771"/>
                    </a:cubicBezTo>
                    <a:cubicBezTo>
                      <a:pt x="9139" y="24757"/>
                      <a:pt x="9139" y="24757"/>
                      <a:pt x="9057" y="24750"/>
                    </a:cubicBezTo>
                    <a:cubicBezTo>
                      <a:pt x="9027" y="24747"/>
                      <a:pt x="8998" y="24745"/>
                      <a:pt x="8968" y="24742"/>
                    </a:cubicBezTo>
                    <a:cubicBezTo>
                      <a:pt x="8952" y="24740"/>
                      <a:pt x="8952" y="24740"/>
                      <a:pt x="8874" y="24734"/>
                    </a:cubicBezTo>
                    <a:cubicBezTo>
                      <a:pt x="8843" y="24731"/>
                      <a:pt x="8812" y="24728"/>
                      <a:pt x="8780" y="24725"/>
                    </a:cubicBezTo>
                    <a:cubicBezTo>
                      <a:pt x="8703" y="24718"/>
                      <a:pt x="8627" y="24712"/>
                      <a:pt x="8550" y="24705"/>
                    </a:cubicBezTo>
                    <a:cubicBezTo>
                      <a:pt x="8550" y="24662"/>
                      <a:pt x="8550" y="24618"/>
                      <a:pt x="8550" y="24574"/>
                    </a:cubicBezTo>
                    <a:cubicBezTo>
                      <a:pt x="8333" y="24530"/>
                      <a:pt x="8116" y="24487"/>
                      <a:pt x="7893" y="24442"/>
                    </a:cubicBezTo>
                    <a:cubicBezTo>
                      <a:pt x="7893" y="24399"/>
                      <a:pt x="7893" y="24356"/>
                      <a:pt x="7893" y="24311"/>
                    </a:cubicBezTo>
                    <a:cubicBezTo>
                      <a:pt x="7719" y="24311"/>
                      <a:pt x="7546" y="24311"/>
                      <a:pt x="7367" y="24311"/>
                    </a:cubicBezTo>
                    <a:cubicBezTo>
                      <a:pt x="7367" y="24268"/>
                      <a:pt x="7367" y="24224"/>
                      <a:pt x="7367" y="24179"/>
                    </a:cubicBezTo>
                    <a:cubicBezTo>
                      <a:pt x="7324" y="24179"/>
                      <a:pt x="7280" y="24179"/>
                      <a:pt x="7236" y="24179"/>
                    </a:cubicBezTo>
                    <a:cubicBezTo>
                      <a:pt x="7236" y="24136"/>
                      <a:pt x="7236" y="24093"/>
                      <a:pt x="7236" y="24048"/>
                    </a:cubicBezTo>
                    <a:cubicBezTo>
                      <a:pt x="7149" y="24048"/>
                      <a:pt x="7062" y="24048"/>
                      <a:pt x="6973" y="24048"/>
                    </a:cubicBezTo>
                    <a:cubicBezTo>
                      <a:pt x="6973" y="24005"/>
                      <a:pt x="6973" y="23961"/>
                      <a:pt x="6973" y="23917"/>
                    </a:cubicBezTo>
                    <a:cubicBezTo>
                      <a:pt x="6886" y="23917"/>
                      <a:pt x="6799" y="23917"/>
                      <a:pt x="6710" y="23917"/>
                    </a:cubicBezTo>
                    <a:cubicBezTo>
                      <a:pt x="6710" y="23873"/>
                      <a:pt x="6710" y="23830"/>
                      <a:pt x="6710" y="23785"/>
                    </a:cubicBezTo>
                    <a:cubicBezTo>
                      <a:pt x="6580" y="23785"/>
                      <a:pt x="6450" y="23785"/>
                      <a:pt x="6316" y="23785"/>
                    </a:cubicBezTo>
                    <a:cubicBezTo>
                      <a:pt x="6316" y="23742"/>
                      <a:pt x="6316" y="23699"/>
                      <a:pt x="6316" y="23654"/>
                    </a:cubicBezTo>
                    <a:cubicBezTo>
                      <a:pt x="6229" y="23654"/>
                      <a:pt x="6142" y="23654"/>
                      <a:pt x="6053" y="23654"/>
                    </a:cubicBezTo>
                    <a:cubicBezTo>
                      <a:pt x="6053" y="23610"/>
                      <a:pt x="6053" y="23567"/>
                      <a:pt x="6053" y="23522"/>
                    </a:cubicBezTo>
                    <a:cubicBezTo>
                      <a:pt x="6044" y="23524"/>
                      <a:pt x="6044" y="23524"/>
                      <a:pt x="5996" y="23535"/>
                    </a:cubicBezTo>
                    <a:cubicBezTo>
                      <a:pt x="5971" y="23531"/>
                      <a:pt x="5947" y="23527"/>
                      <a:pt x="5922" y="23522"/>
                    </a:cubicBezTo>
                    <a:cubicBezTo>
                      <a:pt x="5893" y="23481"/>
                      <a:pt x="5893" y="23481"/>
                      <a:pt x="5864" y="23428"/>
                    </a:cubicBezTo>
                    <a:cubicBezTo>
                      <a:pt x="5823" y="23359"/>
                      <a:pt x="5806" y="23330"/>
                      <a:pt x="5728" y="23305"/>
                    </a:cubicBezTo>
                    <a:cubicBezTo>
                      <a:pt x="5705" y="23301"/>
                      <a:pt x="5682" y="23297"/>
                      <a:pt x="5659" y="23292"/>
                    </a:cubicBezTo>
                    <a:cubicBezTo>
                      <a:pt x="5537" y="23271"/>
                      <a:pt x="5537" y="23271"/>
                      <a:pt x="5490" y="23214"/>
                    </a:cubicBezTo>
                    <a:cubicBezTo>
                      <a:pt x="5471" y="23179"/>
                      <a:pt x="5452" y="23143"/>
                      <a:pt x="5433" y="23108"/>
                    </a:cubicBezTo>
                    <a:cubicBezTo>
                      <a:pt x="5383" y="23046"/>
                      <a:pt x="5342" y="23043"/>
                      <a:pt x="5265" y="23030"/>
                    </a:cubicBezTo>
                    <a:cubicBezTo>
                      <a:pt x="5142" y="23008"/>
                      <a:pt x="5142" y="23008"/>
                      <a:pt x="5096" y="22952"/>
                    </a:cubicBezTo>
                    <a:cubicBezTo>
                      <a:pt x="5077" y="22916"/>
                      <a:pt x="5058" y="22881"/>
                      <a:pt x="5039" y="22846"/>
                    </a:cubicBezTo>
                    <a:cubicBezTo>
                      <a:pt x="4966" y="22756"/>
                      <a:pt x="4848" y="22749"/>
                      <a:pt x="4739" y="22734"/>
                    </a:cubicBezTo>
                    <a:cubicBezTo>
                      <a:pt x="4739" y="22691"/>
                      <a:pt x="4739" y="22647"/>
                      <a:pt x="4739" y="22603"/>
                    </a:cubicBezTo>
                    <a:cubicBezTo>
                      <a:pt x="4729" y="22605"/>
                      <a:pt x="4729" y="22605"/>
                      <a:pt x="4681" y="22615"/>
                    </a:cubicBezTo>
                    <a:cubicBezTo>
                      <a:pt x="4657" y="22611"/>
                      <a:pt x="4633" y="22607"/>
                      <a:pt x="4608" y="22603"/>
                    </a:cubicBezTo>
                    <a:cubicBezTo>
                      <a:pt x="4579" y="22561"/>
                      <a:pt x="4579" y="22561"/>
                      <a:pt x="4550" y="22508"/>
                    </a:cubicBezTo>
                    <a:cubicBezTo>
                      <a:pt x="4493" y="22410"/>
                      <a:pt x="4493" y="22410"/>
                      <a:pt x="4419" y="22390"/>
                    </a:cubicBezTo>
                    <a:cubicBezTo>
                      <a:pt x="4397" y="22387"/>
                      <a:pt x="4376" y="22384"/>
                      <a:pt x="4354" y="22381"/>
                    </a:cubicBezTo>
                    <a:cubicBezTo>
                      <a:pt x="4178" y="22343"/>
                      <a:pt x="4103" y="22235"/>
                      <a:pt x="3996" y="22097"/>
                    </a:cubicBezTo>
                    <a:cubicBezTo>
                      <a:pt x="3848" y="21918"/>
                      <a:pt x="3700" y="21759"/>
                      <a:pt x="3519" y="21613"/>
                    </a:cubicBezTo>
                    <a:cubicBezTo>
                      <a:pt x="3333" y="21462"/>
                      <a:pt x="3178" y="21297"/>
                      <a:pt x="3027" y="21109"/>
                    </a:cubicBezTo>
                    <a:cubicBezTo>
                      <a:pt x="2945" y="21007"/>
                      <a:pt x="2886" y="20953"/>
                      <a:pt x="2768" y="20894"/>
                    </a:cubicBezTo>
                    <a:cubicBezTo>
                      <a:pt x="2745" y="20832"/>
                      <a:pt x="2745" y="20832"/>
                      <a:pt x="2727" y="20755"/>
                    </a:cubicBezTo>
                    <a:cubicBezTo>
                      <a:pt x="2650" y="20533"/>
                      <a:pt x="2474" y="20413"/>
                      <a:pt x="2291" y="20276"/>
                    </a:cubicBezTo>
                    <a:cubicBezTo>
                      <a:pt x="2118" y="20139"/>
                      <a:pt x="2118" y="20139"/>
                      <a:pt x="2095" y="20033"/>
                    </a:cubicBezTo>
                    <a:cubicBezTo>
                      <a:pt x="2095" y="19968"/>
                      <a:pt x="2099" y="19907"/>
                      <a:pt x="2111" y="19843"/>
                    </a:cubicBezTo>
                    <a:cubicBezTo>
                      <a:pt x="2067" y="19843"/>
                      <a:pt x="2024" y="19843"/>
                      <a:pt x="1979" y="19843"/>
                    </a:cubicBezTo>
                    <a:cubicBezTo>
                      <a:pt x="1979" y="19800"/>
                      <a:pt x="1979" y="19756"/>
                      <a:pt x="1979" y="19712"/>
                    </a:cubicBezTo>
                    <a:cubicBezTo>
                      <a:pt x="1936" y="19712"/>
                      <a:pt x="1893" y="19712"/>
                      <a:pt x="1848" y="19712"/>
                    </a:cubicBezTo>
                    <a:cubicBezTo>
                      <a:pt x="1840" y="19689"/>
                      <a:pt x="1832" y="19666"/>
                      <a:pt x="1824" y="19642"/>
                    </a:cubicBezTo>
                    <a:cubicBezTo>
                      <a:pt x="1813" y="19612"/>
                      <a:pt x="1802" y="19582"/>
                      <a:pt x="1790" y="19551"/>
                    </a:cubicBezTo>
                    <a:cubicBezTo>
                      <a:pt x="1785" y="19537"/>
                      <a:pt x="1785" y="19537"/>
                      <a:pt x="1758" y="19461"/>
                    </a:cubicBezTo>
                    <a:cubicBezTo>
                      <a:pt x="1716" y="19383"/>
                      <a:pt x="1716" y="19383"/>
                      <a:pt x="1647" y="19348"/>
                    </a:cubicBezTo>
                    <a:cubicBezTo>
                      <a:pt x="1626" y="19338"/>
                      <a:pt x="1606" y="19328"/>
                      <a:pt x="1585" y="19317"/>
                    </a:cubicBezTo>
                    <a:cubicBezTo>
                      <a:pt x="1572" y="19253"/>
                      <a:pt x="1572" y="19253"/>
                      <a:pt x="1577" y="19182"/>
                    </a:cubicBezTo>
                    <a:cubicBezTo>
                      <a:pt x="1578" y="19158"/>
                      <a:pt x="1579" y="19134"/>
                      <a:pt x="1580" y="19110"/>
                    </a:cubicBezTo>
                    <a:cubicBezTo>
                      <a:pt x="1582" y="19091"/>
                      <a:pt x="1583" y="19073"/>
                      <a:pt x="1585" y="19054"/>
                    </a:cubicBezTo>
                    <a:cubicBezTo>
                      <a:pt x="1542" y="19054"/>
                      <a:pt x="1498" y="19054"/>
                      <a:pt x="1454" y="19054"/>
                    </a:cubicBezTo>
                    <a:cubicBezTo>
                      <a:pt x="1454" y="18968"/>
                      <a:pt x="1454" y="18881"/>
                      <a:pt x="1454" y="18792"/>
                    </a:cubicBezTo>
                    <a:cubicBezTo>
                      <a:pt x="1410" y="18792"/>
                      <a:pt x="1367" y="18792"/>
                      <a:pt x="1322" y="18792"/>
                    </a:cubicBezTo>
                    <a:cubicBezTo>
                      <a:pt x="1322" y="18705"/>
                      <a:pt x="1322" y="18618"/>
                      <a:pt x="1322" y="18529"/>
                    </a:cubicBezTo>
                    <a:cubicBezTo>
                      <a:pt x="1279" y="18529"/>
                      <a:pt x="1236" y="18529"/>
                      <a:pt x="1191" y="18529"/>
                    </a:cubicBezTo>
                    <a:cubicBezTo>
                      <a:pt x="1191" y="18442"/>
                      <a:pt x="1191" y="18355"/>
                      <a:pt x="1191" y="18266"/>
                    </a:cubicBezTo>
                    <a:cubicBezTo>
                      <a:pt x="1147" y="18266"/>
                      <a:pt x="1104" y="18266"/>
                      <a:pt x="1059" y="18266"/>
                    </a:cubicBezTo>
                    <a:cubicBezTo>
                      <a:pt x="1059" y="18179"/>
                      <a:pt x="1059" y="18093"/>
                      <a:pt x="1059" y="18003"/>
                    </a:cubicBezTo>
                    <a:cubicBezTo>
                      <a:pt x="1016" y="18003"/>
                      <a:pt x="973" y="18003"/>
                      <a:pt x="928" y="18003"/>
                    </a:cubicBezTo>
                    <a:cubicBezTo>
                      <a:pt x="928" y="17916"/>
                      <a:pt x="928" y="17830"/>
                      <a:pt x="928" y="17740"/>
                    </a:cubicBezTo>
                    <a:cubicBezTo>
                      <a:pt x="885" y="17740"/>
                      <a:pt x="841" y="17740"/>
                      <a:pt x="797" y="17740"/>
                    </a:cubicBezTo>
                    <a:cubicBezTo>
                      <a:pt x="797" y="17610"/>
                      <a:pt x="797" y="17480"/>
                      <a:pt x="797" y="17346"/>
                    </a:cubicBezTo>
                    <a:cubicBezTo>
                      <a:pt x="753" y="17346"/>
                      <a:pt x="710" y="17346"/>
                      <a:pt x="665" y="17346"/>
                    </a:cubicBezTo>
                    <a:cubicBezTo>
                      <a:pt x="665" y="17216"/>
                      <a:pt x="665" y="17086"/>
                      <a:pt x="665" y="16952"/>
                    </a:cubicBezTo>
                    <a:cubicBezTo>
                      <a:pt x="622" y="16952"/>
                      <a:pt x="578" y="16952"/>
                      <a:pt x="534" y="16952"/>
                    </a:cubicBezTo>
                    <a:cubicBezTo>
                      <a:pt x="427" y="16638"/>
                      <a:pt x="384" y="16364"/>
                      <a:pt x="402" y="16032"/>
                    </a:cubicBezTo>
                    <a:cubicBezTo>
                      <a:pt x="359" y="16032"/>
                      <a:pt x="316" y="16032"/>
                      <a:pt x="271" y="16032"/>
                    </a:cubicBezTo>
                    <a:cubicBezTo>
                      <a:pt x="271" y="15815"/>
                      <a:pt x="271" y="15598"/>
                      <a:pt x="271" y="15375"/>
                    </a:cubicBezTo>
                    <a:cubicBezTo>
                      <a:pt x="228" y="15375"/>
                      <a:pt x="184" y="15375"/>
                      <a:pt x="140" y="15375"/>
                    </a:cubicBezTo>
                    <a:cubicBezTo>
                      <a:pt x="140" y="15115"/>
                      <a:pt x="140" y="14855"/>
                      <a:pt x="140" y="14587"/>
                    </a:cubicBezTo>
                    <a:cubicBezTo>
                      <a:pt x="96" y="14587"/>
                      <a:pt x="53" y="14587"/>
                      <a:pt x="8" y="14587"/>
                    </a:cubicBezTo>
                    <a:cubicBezTo>
                      <a:pt x="7" y="14219"/>
                      <a:pt x="5" y="13852"/>
                      <a:pt x="5" y="13485"/>
                    </a:cubicBezTo>
                    <a:cubicBezTo>
                      <a:pt x="4" y="13314"/>
                      <a:pt x="4" y="13144"/>
                      <a:pt x="3" y="12973"/>
                    </a:cubicBezTo>
                    <a:cubicBezTo>
                      <a:pt x="2" y="12809"/>
                      <a:pt x="2" y="12644"/>
                      <a:pt x="2" y="12480"/>
                    </a:cubicBezTo>
                    <a:cubicBezTo>
                      <a:pt x="2" y="12417"/>
                      <a:pt x="2" y="12354"/>
                      <a:pt x="1" y="12291"/>
                    </a:cubicBezTo>
                    <a:cubicBezTo>
                      <a:pt x="1" y="12204"/>
                      <a:pt x="1" y="12116"/>
                      <a:pt x="1" y="12028"/>
                    </a:cubicBezTo>
                    <a:cubicBezTo>
                      <a:pt x="0" y="12002"/>
                      <a:pt x="0" y="11976"/>
                      <a:pt x="0" y="11949"/>
                    </a:cubicBezTo>
                    <a:cubicBezTo>
                      <a:pt x="0" y="11925"/>
                      <a:pt x="0" y="11901"/>
                      <a:pt x="0" y="11876"/>
                    </a:cubicBezTo>
                    <a:cubicBezTo>
                      <a:pt x="0" y="11856"/>
                      <a:pt x="0" y="11835"/>
                      <a:pt x="0" y="11813"/>
                    </a:cubicBezTo>
                    <a:cubicBezTo>
                      <a:pt x="8" y="11761"/>
                      <a:pt x="8" y="11761"/>
                      <a:pt x="74" y="11696"/>
                    </a:cubicBezTo>
                    <a:cubicBezTo>
                      <a:pt x="84" y="11625"/>
                      <a:pt x="91" y="11559"/>
                      <a:pt x="95" y="11488"/>
                    </a:cubicBezTo>
                    <a:cubicBezTo>
                      <a:pt x="96" y="11468"/>
                      <a:pt x="97" y="11447"/>
                      <a:pt x="99" y="11426"/>
                    </a:cubicBezTo>
                    <a:cubicBezTo>
                      <a:pt x="103" y="11361"/>
                      <a:pt x="107" y="11296"/>
                      <a:pt x="111" y="11232"/>
                    </a:cubicBezTo>
                    <a:cubicBezTo>
                      <a:pt x="114" y="11187"/>
                      <a:pt x="116" y="11143"/>
                      <a:pt x="119" y="11099"/>
                    </a:cubicBezTo>
                    <a:cubicBezTo>
                      <a:pt x="126" y="10991"/>
                      <a:pt x="133" y="10884"/>
                      <a:pt x="140" y="10776"/>
                    </a:cubicBezTo>
                    <a:cubicBezTo>
                      <a:pt x="183" y="10776"/>
                      <a:pt x="226" y="10776"/>
                      <a:pt x="271" y="10776"/>
                    </a:cubicBezTo>
                    <a:cubicBezTo>
                      <a:pt x="271" y="10602"/>
                      <a:pt x="271" y="10429"/>
                      <a:pt x="271" y="10250"/>
                    </a:cubicBezTo>
                    <a:cubicBezTo>
                      <a:pt x="314" y="10250"/>
                      <a:pt x="358" y="10250"/>
                      <a:pt x="402" y="10250"/>
                    </a:cubicBezTo>
                    <a:cubicBezTo>
                      <a:pt x="402" y="10234"/>
                      <a:pt x="401" y="10219"/>
                      <a:pt x="400" y="10203"/>
                    </a:cubicBezTo>
                    <a:cubicBezTo>
                      <a:pt x="387" y="9843"/>
                      <a:pt x="412" y="9538"/>
                      <a:pt x="534" y="9199"/>
                    </a:cubicBezTo>
                    <a:cubicBezTo>
                      <a:pt x="577" y="9199"/>
                      <a:pt x="621" y="9199"/>
                      <a:pt x="665" y="9199"/>
                    </a:cubicBezTo>
                    <a:cubicBezTo>
                      <a:pt x="665" y="9069"/>
                      <a:pt x="665" y="8939"/>
                      <a:pt x="665" y="8804"/>
                    </a:cubicBezTo>
                    <a:cubicBezTo>
                      <a:pt x="709" y="8804"/>
                      <a:pt x="752" y="8804"/>
                      <a:pt x="797" y="8804"/>
                    </a:cubicBezTo>
                    <a:cubicBezTo>
                      <a:pt x="797" y="8718"/>
                      <a:pt x="797" y="8631"/>
                      <a:pt x="797" y="8542"/>
                    </a:cubicBezTo>
                    <a:cubicBezTo>
                      <a:pt x="840" y="8542"/>
                      <a:pt x="883" y="8542"/>
                      <a:pt x="928" y="8542"/>
                    </a:cubicBezTo>
                    <a:cubicBezTo>
                      <a:pt x="928" y="8412"/>
                      <a:pt x="928" y="8281"/>
                      <a:pt x="928" y="8147"/>
                    </a:cubicBezTo>
                    <a:cubicBezTo>
                      <a:pt x="971" y="8147"/>
                      <a:pt x="1015" y="8147"/>
                      <a:pt x="1059" y="8147"/>
                    </a:cubicBezTo>
                    <a:cubicBezTo>
                      <a:pt x="1059" y="8061"/>
                      <a:pt x="1059" y="7974"/>
                      <a:pt x="1059" y="7885"/>
                    </a:cubicBezTo>
                    <a:cubicBezTo>
                      <a:pt x="1103" y="7885"/>
                      <a:pt x="1146" y="7885"/>
                      <a:pt x="1191" y="7885"/>
                    </a:cubicBezTo>
                    <a:cubicBezTo>
                      <a:pt x="1191" y="7841"/>
                      <a:pt x="1191" y="7798"/>
                      <a:pt x="1191" y="7753"/>
                    </a:cubicBezTo>
                    <a:cubicBezTo>
                      <a:pt x="1234" y="7753"/>
                      <a:pt x="1278" y="7753"/>
                      <a:pt x="1322" y="7753"/>
                    </a:cubicBezTo>
                    <a:cubicBezTo>
                      <a:pt x="1322" y="7623"/>
                      <a:pt x="1322" y="7493"/>
                      <a:pt x="1322" y="7359"/>
                    </a:cubicBezTo>
                    <a:cubicBezTo>
                      <a:pt x="1366" y="7359"/>
                      <a:pt x="1409" y="7359"/>
                      <a:pt x="1454" y="7359"/>
                    </a:cubicBezTo>
                    <a:cubicBezTo>
                      <a:pt x="1454" y="7272"/>
                      <a:pt x="1454" y="7186"/>
                      <a:pt x="1454" y="7096"/>
                    </a:cubicBezTo>
                    <a:cubicBezTo>
                      <a:pt x="1497" y="7096"/>
                      <a:pt x="1540" y="7096"/>
                      <a:pt x="1585" y="7096"/>
                    </a:cubicBezTo>
                    <a:cubicBezTo>
                      <a:pt x="1584" y="7087"/>
                      <a:pt x="1584" y="7087"/>
                      <a:pt x="1578" y="7043"/>
                    </a:cubicBezTo>
                    <a:cubicBezTo>
                      <a:pt x="1572" y="6969"/>
                      <a:pt x="1571" y="6906"/>
                      <a:pt x="1585" y="6833"/>
                    </a:cubicBezTo>
                    <a:cubicBezTo>
                      <a:pt x="1631" y="6792"/>
                      <a:pt x="1679" y="6768"/>
                      <a:pt x="1734" y="6739"/>
                    </a:cubicBezTo>
                    <a:cubicBezTo>
                      <a:pt x="1826" y="6668"/>
                      <a:pt x="1832" y="6549"/>
                      <a:pt x="1848" y="6439"/>
                    </a:cubicBezTo>
                    <a:cubicBezTo>
                      <a:pt x="1891" y="6439"/>
                      <a:pt x="1935" y="6439"/>
                      <a:pt x="1979" y="6439"/>
                    </a:cubicBezTo>
                    <a:cubicBezTo>
                      <a:pt x="1975" y="6420"/>
                      <a:pt x="1971" y="6401"/>
                      <a:pt x="1967" y="6382"/>
                    </a:cubicBezTo>
                    <a:cubicBezTo>
                      <a:pt x="1971" y="6357"/>
                      <a:pt x="1975" y="6333"/>
                      <a:pt x="1979" y="6308"/>
                    </a:cubicBezTo>
                    <a:cubicBezTo>
                      <a:pt x="2021" y="6279"/>
                      <a:pt x="2021" y="6279"/>
                      <a:pt x="2074" y="6250"/>
                    </a:cubicBezTo>
                    <a:cubicBezTo>
                      <a:pt x="2145" y="6208"/>
                      <a:pt x="2172" y="6187"/>
                      <a:pt x="2204" y="6110"/>
                    </a:cubicBezTo>
                    <a:cubicBezTo>
                      <a:pt x="2220" y="6044"/>
                      <a:pt x="2233" y="5980"/>
                      <a:pt x="2242" y="5913"/>
                    </a:cubicBezTo>
                    <a:cubicBezTo>
                      <a:pt x="2285" y="5913"/>
                      <a:pt x="2329" y="5913"/>
                      <a:pt x="2374" y="5913"/>
                    </a:cubicBezTo>
                    <a:cubicBezTo>
                      <a:pt x="2374" y="5827"/>
                      <a:pt x="2374" y="5740"/>
                      <a:pt x="2374" y="5651"/>
                    </a:cubicBezTo>
                    <a:cubicBezTo>
                      <a:pt x="2417" y="5651"/>
                      <a:pt x="2460" y="5651"/>
                      <a:pt x="2505" y="5651"/>
                    </a:cubicBezTo>
                    <a:cubicBezTo>
                      <a:pt x="2501" y="5632"/>
                      <a:pt x="2497" y="5613"/>
                      <a:pt x="2493" y="5593"/>
                    </a:cubicBezTo>
                    <a:cubicBezTo>
                      <a:pt x="2497" y="5569"/>
                      <a:pt x="2501" y="5544"/>
                      <a:pt x="2505" y="5519"/>
                    </a:cubicBezTo>
                    <a:cubicBezTo>
                      <a:pt x="2547" y="5491"/>
                      <a:pt x="2547" y="5491"/>
                      <a:pt x="2599" y="5462"/>
                    </a:cubicBezTo>
                    <a:cubicBezTo>
                      <a:pt x="2671" y="5420"/>
                      <a:pt x="2698" y="5399"/>
                      <a:pt x="2730" y="5321"/>
                    </a:cubicBezTo>
                    <a:cubicBezTo>
                      <a:pt x="2745" y="5256"/>
                      <a:pt x="2758" y="5191"/>
                      <a:pt x="2768" y="5125"/>
                    </a:cubicBezTo>
                    <a:cubicBezTo>
                      <a:pt x="2811" y="5125"/>
                      <a:pt x="2854" y="5125"/>
                      <a:pt x="2899" y="5125"/>
                    </a:cubicBezTo>
                    <a:cubicBezTo>
                      <a:pt x="2897" y="5105"/>
                      <a:pt x="2895" y="5086"/>
                      <a:pt x="2893" y="5065"/>
                    </a:cubicBezTo>
                    <a:cubicBezTo>
                      <a:pt x="2899" y="4994"/>
                      <a:pt x="2899" y="4994"/>
                      <a:pt x="2941" y="4944"/>
                    </a:cubicBezTo>
                    <a:cubicBezTo>
                      <a:pt x="2951" y="4936"/>
                      <a:pt x="2951" y="4936"/>
                      <a:pt x="3000" y="4896"/>
                    </a:cubicBezTo>
                    <a:cubicBezTo>
                      <a:pt x="3022" y="4878"/>
                      <a:pt x="3044" y="4860"/>
                      <a:pt x="3066" y="4842"/>
                    </a:cubicBezTo>
                    <a:cubicBezTo>
                      <a:pt x="3090" y="4823"/>
                      <a:pt x="3113" y="4804"/>
                      <a:pt x="3137" y="4784"/>
                    </a:cubicBezTo>
                    <a:cubicBezTo>
                      <a:pt x="3346" y="4610"/>
                      <a:pt x="3527" y="4429"/>
                      <a:pt x="3694" y="4214"/>
                    </a:cubicBezTo>
                    <a:cubicBezTo>
                      <a:pt x="3709" y="4196"/>
                      <a:pt x="3723" y="4177"/>
                      <a:pt x="3738" y="4158"/>
                    </a:cubicBezTo>
                    <a:cubicBezTo>
                      <a:pt x="3751" y="4142"/>
                      <a:pt x="3763" y="4125"/>
                      <a:pt x="3776" y="4109"/>
                    </a:cubicBezTo>
                    <a:cubicBezTo>
                      <a:pt x="3835" y="4061"/>
                      <a:pt x="3877" y="4067"/>
                      <a:pt x="3950" y="4074"/>
                    </a:cubicBezTo>
                    <a:cubicBezTo>
                      <a:pt x="3948" y="4054"/>
                      <a:pt x="3946" y="4034"/>
                      <a:pt x="3944" y="4014"/>
                    </a:cubicBezTo>
                    <a:cubicBezTo>
                      <a:pt x="3950" y="3942"/>
                      <a:pt x="3950" y="3942"/>
                      <a:pt x="3992" y="3892"/>
                    </a:cubicBezTo>
                    <a:cubicBezTo>
                      <a:pt x="4002" y="3885"/>
                      <a:pt x="4002" y="3885"/>
                      <a:pt x="4052" y="3845"/>
                    </a:cubicBezTo>
                    <a:cubicBezTo>
                      <a:pt x="4073" y="3827"/>
                      <a:pt x="4095" y="3809"/>
                      <a:pt x="4117" y="3791"/>
                    </a:cubicBezTo>
                    <a:cubicBezTo>
                      <a:pt x="4141" y="3772"/>
                      <a:pt x="4164" y="3752"/>
                      <a:pt x="4189" y="3733"/>
                    </a:cubicBezTo>
                    <a:cubicBezTo>
                      <a:pt x="4374" y="3578"/>
                      <a:pt x="4535" y="3421"/>
                      <a:pt x="4686" y="3232"/>
                    </a:cubicBezTo>
                    <a:cubicBezTo>
                      <a:pt x="4818" y="3067"/>
                      <a:pt x="4912" y="2989"/>
                      <a:pt x="5119" y="2930"/>
                    </a:cubicBezTo>
                    <a:cubicBezTo>
                      <a:pt x="5249" y="2867"/>
                      <a:pt x="5318" y="2754"/>
                      <a:pt x="5404" y="2640"/>
                    </a:cubicBezTo>
                    <a:cubicBezTo>
                      <a:pt x="5517" y="2495"/>
                      <a:pt x="5610" y="2441"/>
                      <a:pt x="5789" y="2393"/>
                    </a:cubicBezTo>
                    <a:cubicBezTo>
                      <a:pt x="5875" y="2357"/>
                      <a:pt x="5885" y="2317"/>
                      <a:pt x="5922" y="2234"/>
                    </a:cubicBezTo>
                    <a:cubicBezTo>
                      <a:pt x="5991" y="2226"/>
                      <a:pt x="5991" y="2226"/>
                      <a:pt x="6053" y="2234"/>
                    </a:cubicBezTo>
                    <a:cubicBezTo>
                      <a:pt x="6053" y="2191"/>
                      <a:pt x="6053" y="2147"/>
                      <a:pt x="6053" y="2103"/>
                    </a:cubicBezTo>
                    <a:cubicBezTo>
                      <a:pt x="6140" y="2103"/>
                      <a:pt x="6226" y="2103"/>
                      <a:pt x="6316" y="2103"/>
                    </a:cubicBezTo>
                    <a:cubicBezTo>
                      <a:pt x="6316" y="2059"/>
                      <a:pt x="6316" y="2016"/>
                      <a:pt x="6316" y="1971"/>
                    </a:cubicBezTo>
                    <a:cubicBezTo>
                      <a:pt x="6403" y="1971"/>
                      <a:pt x="6489" y="1971"/>
                      <a:pt x="6579" y="1971"/>
                    </a:cubicBezTo>
                    <a:cubicBezTo>
                      <a:pt x="6579" y="1928"/>
                      <a:pt x="6579" y="1884"/>
                      <a:pt x="6579" y="1840"/>
                    </a:cubicBezTo>
                    <a:cubicBezTo>
                      <a:pt x="6622" y="1840"/>
                      <a:pt x="6665" y="1840"/>
                      <a:pt x="6710" y="1840"/>
                    </a:cubicBezTo>
                    <a:cubicBezTo>
                      <a:pt x="6710" y="1796"/>
                      <a:pt x="6710" y="1753"/>
                      <a:pt x="6710" y="1708"/>
                    </a:cubicBezTo>
                    <a:cubicBezTo>
                      <a:pt x="6797" y="1708"/>
                      <a:pt x="6884" y="1708"/>
                      <a:pt x="6973" y="1708"/>
                    </a:cubicBezTo>
                    <a:cubicBezTo>
                      <a:pt x="6973" y="1665"/>
                      <a:pt x="6973" y="1622"/>
                      <a:pt x="6973" y="1577"/>
                    </a:cubicBezTo>
                    <a:cubicBezTo>
                      <a:pt x="7060" y="1577"/>
                      <a:pt x="7146" y="1577"/>
                      <a:pt x="7236" y="1577"/>
                    </a:cubicBezTo>
                    <a:cubicBezTo>
                      <a:pt x="7236" y="1534"/>
                      <a:pt x="7236" y="1490"/>
                      <a:pt x="7236" y="1446"/>
                    </a:cubicBezTo>
                    <a:cubicBezTo>
                      <a:pt x="7322" y="1446"/>
                      <a:pt x="7409" y="1446"/>
                      <a:pt x="7499" y="1446"/>
                    </a:cubicBezTo>
                    <a:cubicBezTo>
                      <a:pt x="7499" y="1402"/>
                      <a:pt x="7499" y="1359"/>
                      <a:pt x="7499" y="1314"/>
                    </a:cubicBezTo>
                    <a:cubicBezTo>
                      <a:pt x="7585" y="1314"/>
                      <a:pt x="7672" y="1314"/>
                      <a:pt x="7761" y="1314"/>
                    </a:cubicBezTo>
                    <a:cubicBezTo>
                      <a:pt x="7761" y="1271"/>
                      <a:pt x="7761" y="1227"/>
                      <a:pt x="7761" y="1183"/>
                    </a:cubicBezTo>
                    <a:cubicBezTo>
                      <a:pt x="7891" y="1183"/>
                      <a:pt x="8022" y="1183"/>
                      <a:pt x="8156" y="1183"/>
                    </a:cubicBezTo>
                    <a:cubicBezTo>
                      <a:pt x="8156" y="1139"/>
                      <a:pt x="8156" y="1096"/>
                      <a:pt x="8156" y="1051"/>
                    </a:cubicBezTo>
                    <a:cubicBezTo>
                      <a:pt x="8199" y="1051"/>
                      <a:pt x="8242" y="1051"/>
                      <a:pt x="8287" y="1051"/>
                    </a:cubicBezTo>
                    <a:cubicBezTo>
                      <a:pt x="8287" y="1008"/>
                      <a:pt x="8287" y="965"/>
                      <a:pt x="8287" y="920"/>
                    </a:cubicBezTo>
                    <a:cubicBezTo>
                      <a:pt x="8302" y="919"/>
                      <a:pt x="8317" y="918"/>
                      <a:pt x="8333" y="917"/>
                    </a:cubicBezTo>
                    <a:cubicBezTo>
                      <a:pt x="8403" y="912"/>
                      <a:pt x="8472" y="906"/>
                      <a:pt x="8542" y="899"/>
                    </a:cubicBezTo>
                    <a:cubicBezTo>
                      <a:pt x="8566" y="898"/>
                      <a:pt x="8590" y="896"/>
                      <a:pt x="8614" y="895"/>
                    </a:cubicBezTo>
                    <a:cubicBezTo>
                      <a:pt x="8793" y="877"/>
                      <a:pt x="8793" y="877"/>
                      <a:pt x="8852" y="808"/>
                    </a:cubicBezTo>
                    <a:cubicBezTo>
                      <a:pt x="8872" y="772"/>
                      <a:pt x="8892" y="736"/>
                      <a:pt x="8911" y="700"/>
                    </a:cubicBezTo>
                    <a:cubicBezTo>
                      <a:pt x="8944" y="657"/>
                      <a:pt x="8944" y="657"/>
                      <a:pt x="8991" y="641"/>
                    </a:cubicBezTo>
                    <a:cubicBezTo>
                      <a:pt x="9045" y="638"/>
                      <a:pt x="9095" y="640"/>
                      <a:pt x="9149" y="645"/>
                    </a:cubicBezTo>
                    <a:cubicBezTo>
                      <a:pt x="9168" y="646"/>
                      <a:pt x="9186" y="647"/>
                      <a:pt x="9205" y="647"/>
                    </a:cubicBezTo>
                    <a:cubicBezTo>
                      <a:pt x="9249" y="650"/>
                      <a:pt x="9294" y="653"/>
                      <a:pt x="9338" y="657"/>
                    </a:cubicBezTo>
                    <a:cubicBezTo>
                      <a:pt x="9338" y="614"/>
                      <a:pt x="9338" y="570"/>
                      <a:pt x="9338" y="526"/>
                    </a:cubicBezTo>
                    <a:cubicBezTo>
                      <a:pt x="9512" y="526"/>
                      <a:pt x="9685" y="526"/>
                      <a:pt x="9864" y="526"/>
                    </a:cubicBezTo>
                    <a:cubicBezTo>
                      <a:pt x="9864" y="482"/>
                      <a:pt x="9864" y="439"/>
                      <a:pt x="9864" y="394"/>
                    </a:cubicBezTo>
                    <a:cubicBezTo>
                      <a:pt x="10037" y="394"/>
                      <a:pt x="10211" y="394"/>
                      <a:pt x="10390" y="394"/>
                    </a:cubicBezTo>
                    <a:cubicBezTo>
                      <a:pt x="10390" y="351"/>
                      <a:pt x="10390" y="308"/>
                      <a:pt x="10390" y="263"/>
                    </a:cubicBezTo>
                    <a:cubicBezTo>
                      <a:pt x="10405" y="261"/>
                      <a:pt x="10421" y="260"/>
                      <a:pt x="10437" y="258"/>
                    </a:cubicBezTo>
                    <a:cubicBezTo>
                      <a:pt x="10507" y="250"/>
                      <a:pt x="10578" y="242"/>
                      <a:pt x="10648" y="234"/>
                    </a:cubicBezTo>
                    <a:cubicBezTo>
                      <a:pt x="10673" y="231"/>
                      <a:pt x="10697" y="229"/>
                      <a:pt x="10723" y="226"/>
                    </a:cubicBezTo>
                    <a:cubicBezTo>
                      <a:pt x="10746" y="223"/>
                      <a:pt x="10770" y="221"/>
                      <a:pt x="10794" y="218"/>
                    </a:cubicBezTo>
                    <a:cubicBezTo>
                      <a:pt x="10815" y="216"/>
                      <a:pt x="10837" y="213"/>
                      <a:pt x="10859" y="211"/>
                    </a:cubicBezTo>
                    <a:cubicBezTo>
                      <a:pt x="10915" y="197"/>
                      <a:pt x="10915" y="197"/>
                      <a:pt x="10981" y="131"/>
                    </a:cubicBezTo>
                    <a:cubicBezTo>
                      <a:pt x="11055" y="124"/>
                      <a:pt x="11055" y="124"/>
                      <a:pt x="11145" y="125"/>
                    </a:cubicBezTo>
                    <a:cubicBezTo>
                      <a:pt x="11178" y="125"/>
                      <a:pt x="11210" y="125"/>
                      <a:pt x="11244" y="126"/>
                    </a:cubicBezTo>
                    <a:cubicBezTo>
                      <a:pt x="11278" y="126"/>
                      <a:pt x="11312" y="127"/>
                      <a:pt x="11346" y="127"/>
                    </a:cubicBezTo>
                    <a:cubicBezTo>
                      <a:pt x="11381" y="128"/>
                      <a:pt x="11415" y="128"/>
                      <a:pt x="11450" y="128"/>
                    </a:cubicBezTo>
                    <a:cubicBezTo>
                      <a:pt x="11535" y="129"/>
                      <a:pt x="11619" y="130"/>
                      <a:pt x="11704" y="131"/>
                    </a:cubicBezTo>
                    <a:cubicBezTo>
                      <a:pt x="11704" y="88"/>
                      <a:pt x="11704" y="45"/>
                      <a:pt x="11704" y="0"/>
                    </a:cubicBezTo>
                    <a:close/>
                    <a:moveTo>
                      <a:pt x="10915" y="920"/>
                    </a:moveTo>
                    <a:cubicBezTo>
                      <a:pt x="10915" y="963"/>
                      <a:pt x="10915" y="1007"/>
                      <a:pt x="10915" y="1051"/>
                    </a:cubicBezTo>
                    <a:cubicBezTo>
                      <a:pt x="10742" y="1051"/>
                      <a:pt x="10568" y="1051"/>
                      <a:pt x="10390" y="1051"/>
                    </a:cubicBezTo>
                    <a:cubicBezTo>
                      <a:pt x="10390" y="1095"/>
                      <a:pt x="10390" y="1138"/>
                      <a:pt x="10390" y="1183"/>
                    </a:cubicBezTo>
                    <a:cubicBezTo>
                      <a:pt x="10216" y="1183"/>
                      <a:pt x="10043" y="1183"/>
                      <a:pt x="9864" y="1183"/>
                    </a:cubicBezTo>
                    <a:cubicBezTo>
                      <a:pt x="9864" y="1226"/>
                      <a:pt x="9864" y="1269"/>
                      <a:pt x="9864" y="1314"/>
                    </a:cubicBezTo>
                    <a:cubicBezTo>
                      <a:pt x="9734" y="1314"/>
                      <a:pt x="9604" y="1314"/>
                      <a:pt x="9470" y="1314"/>
                    </a:cubicBezTo>
                    <a:cubicBezTo>
                      <a:pt x="9470" y="1357"/>
                      <a:pt x="9470" y="1401"/>
                      <a:pt x="9470" y="1446"/>
                    </a:cubicBezTo>
                    <a:cubicBezTo>
                      <a:pt x="9383" y="1446"/>
                      <a:pt x="9296" y="1446"/>
                      <a:pt x="9207" y="1446"/>
                    </a:cubicBezTo>
                    <a:cubicBezTo>
                      <a:pt x="9207" y="1489"/>
                      <a:pt x="9207" y="1532"/>
                      <a:pt x="9207" y="1577"/>
                    </a:cubicBezTo>
                    <a:cubicBezTo>
                      <a:pt x="9077" y="1577"/>
                      <a:pt x="8947" y="1577"/>
                      <a:pt x="8813" y="1577"/>
                    </a:cubicBezTo>
                    <a:cubicBezTo>
                      <a:pt x="8813" y="1620"/>
                      <a:pt x="8813" y="1664"/>
                      <a:pt x="8813" y="1708"/>
                    </a:cubicBezTo>
                    <a:cubicBezTo>
                      <a:pt x="8726" y="1708"/>
                      <a:pt x="8639" y="1708"/>
                      <a:pt x="8550" y="1708"/>
                    </a:cubicBezTo>
                    <a:cubicBezTo>
                      <a:pt x="8550" y="1752"/>
                      <a:pt x="8550" y="1795"/>
                      <a:pt x="8550" y="1840"/>
                    </a:cubicBezTo>
                    <a:cubicBezTo>
                      <a:pt x="8463" y="1840"/>
                      <a:pt x="8376" y="1840"/>
                      <a:pt x="8287" y="1840"/>
                    </a:cubicBezTo>
                    <a:cubicBezTo>
                      <a:pt x="8287" y="1883"/>
                      <a:pt x="8287" y="1926"/>
                      <a:pt x="8287" y="1971"/>
                    </a:cubicBezTo>
                    <a:cubicBezTo>
                      <a:pt x="8200" y="1971"/>
                      <a:pt x="8114" y="1971"/>
                      <a:pt x="8024" y="1971"/>
                    </a:cubicBezTo>
                    <a:cubicBezTo>
                      <a:pt x="8024" y="2015"/>
                      <a:pt x="8024" y="2058"/>
                      <a:pt x="8024" y="2103"/>
                    </a:cubicBezTo>
                    <a:cubicBezTo>
                      <a:pt x="7937" y="2103"/>
                      <a:pt x="7851" y="2103"/>
                      <a:pt x="7761" y="2103"/>
                    </a:cubicBezTo>
                    <a:cubicBezTo>
                      <a:pt x="7761" y="2146"/>
                      <a:pt x="7761" y="2189"/>
                      <a:pt x="7761" y="2234"/>
                    </a:cubicBezTo>
                    <a:cubicBezTo>
                      <a:pt x="7675" y="2234"/>
                      <a:pt x="7588" y="2234"/>
                      <a:pt x="7499" y="2234"/>
                    </a:cubicBezTo>
                    <a:cubicBezTo>
                      <a:pt x="7499" y="2277"/>
                      <a:pt x="7499" y="2321"/>
                      <a:pt x="7499" y="2365"/>
                    </a:cubicBezTo>
                    <a:cubicBezTo>
                      <a:pt x="7412" y="2365"/>
                      <a:pt x="7325" y="2365"/>
                      <a:pt x="7236" y="2365"/>
                    </a:cubicBezTo>
                    <a:cubicBezTo>
                      <a:pt x="7236" y="2409"/>
                      <a:pt x="7236" y="2452"/>
                      <a:pt x="7236" y="2497"/>
                    </a:cubicBezTo>
                    <a:cubicBezTo>
                      <a:pt x="7149" y="2497"/>
                      <a:pt x="7062" y="2497"/>
                      <a:pt x="6973" y="2497"/>
                    </a:cubicBezTo>
                    <a:cubicBezTo>
                      <a:pt x="6973" y="2540"/>
                      <a:pt x="6973" y="2584"/>
                      <a:pt x="6973" y="2628"/>
                    </a:cubicBezTo>
                    <a:cubicBezTo>
                      <a:pt x="6930" y="2628"/>
                      <a:pt x="6886" y="2628"/>
                      <a:pt x="6841" y="2628"/>
                    </a:cubicBezTo>
                    <a:cubicBezTo>
                      <a:pt x="6841" y="2672"/>
                      <a:pt x="6841" y="2715"/>
                      <a:pt x="6841" y="2760"/>
                    </a:cubicBezTo>
                    <a:cubicBezTo>
                      <a:pt x="6755" y="2760"/>
                      <a:pt x="6668" y="2760"/>
                      <a:pt x="6579" y="2760"/>
                    </a:cubicBezTo>
                    <a:cubicBezTo>
                      <a:pt x="6579" y="2803"/>
                      <a:pt x="6579" y="2846"/>
                      <a:pt x="6579" y="2891"/>
                    </a:cubicBezTo>
                    <a:cubicBezTo>
                      <a:pt x="6535" y="2891"/>
                      <a:pt x="6492" y="2891"/>
                      <a:pt x="6447" y="2891"/>
                    </a:cubicBezTo>
                    <a:cubicBezTo>
                      <a:pt x="6447" y="2934"/>
                      <a:pt x="6447" y="2978"/>
                      <a:pt x="6447" y="3022"/>
                    </a:cubicBezTo>
                    <a:cubicBezTo>
                      <a:pt x="6361" y="3022"/>
                      <a:pt x="6274" y="3022"/>
                      <a:pt x="6184" y="3022"/>
                    </a:cubicBezTo>
                    <a:cubicBezTo>
                      <a:pt x="6184" y="3066"/>
                      <a:pt x="6184" y="3109"/>
                      <a:pt x="6184" y="3154"/>
                    </a:cubicBezTo>
                    <a:cubicBezTo>
                      <a:pt x="6141" y="3154"/>
                      <a:pt x="6098" y="3154"/>
                      <a:pt x="6053" y="3154"/>
                    </a:cubicBezTo>
                    <a:cubicBezTo>
                      <a:pt x="6053" y="3197"/>
                      <a:pt x="6053" y="3241"/>
                      <a:pt x="6053" y="3285"/>
                    </a:cubicBezTo>
                    <a:cubicBezTo>
                      <a:pt x="5966" y="3285"/>
                      <a:pt x="5880" y="3285"/>
                      <a:pt x="5790" y="3285"/>
                    </a:cubicBezTo>
                    <a:cubicBezTo>
                      <a:pt x="5790" y="3329"/>
                      <a:pt x="5790" y="3372"/>
                      <a:pt x="5790" y="3417"/>
                    </a:cubicBezTo>
                    <a:cubicBezTo>
                      <a:pt x="5747" y="3417"/>
                      <a:pt x="5703" y="3417"/>
                      <a:pt x="5659" y="3417"/>
                    </a:cubicBezTo>
                    <a:cubicBezTo>
                      <a:pt x="5659" y="3460"/>
                      <a:pt x="5659" y="3503"/>
                      <a:pt x="5659" y="3548"/>
                    </a:cubicBezTo>
                    <a:cubicBezTo>
                      <a:pt x="5615" y="3548"/>
                      <a:pt x="5572" y="3548"/>
                      <a:pt x="5527" y="3548"/>
                    </a:cubicBezTo>
                    <a:cubicBezTo>
                      <a:pt x="5527" y="3591"/>
                      <a:pt x="5527" y="3635"/>
                      <a:pt x="5527" y="3679"/>
                    </a:cubicBezTo>
                    <a:cubicBezTo>
                      <a:pt x="5441" y="3679"/>
                      <a:pt x="5354" y="3679"/>
                      <a:pt x="5265" y="3679"/>
                    </a:cubicBezTo>
                    <a:cubicBezTo>
                      <a:pt x="5265" y="3723"/>
                      <a:pt x="5265" y="3766"/>
                      <a:pt x="5265" y="3811"/>
                    </a:cubicBezTo>
                    <a:cubicBezTo>
                      <a:pt x="5221" y="3811"/>
                      <a:pt x="5178" y="3811"/>
                      <a:pt x="5133" y="3811"/>
                    </a:cubicBezTo>
                    <a:cubicBezTo>
                      <a:pt x="5133" y="3854"/>
                      <a:pt x="5133" y="3898"/>
                      <a:pt x="5133" y="3942"/>
                    </a:cubicBezTo>
                    <a:cubicBezTo>
                      <a:pt x="5090" y="3942"/>
                      <a:pt x="5046" y="3942"/>
                      <a:pt x="5002" y="3942"/>
                    </a:cubicBezTo>
                    <a:cubicBezTo>
                      <a:pt x="5002" y="3986"/>
                      <a:pt x="5002" y="4029"/>
                      <a:pt x="5002" y="4074"/>
                    </a:cubicBezTo>
                    <a:cubicBezTo>
                      <a:pt x="4958" y="4074"/>
                      <a:pt x="4915" y="4074"/>
                      <a:pt x="4870" y="4074"/>
                    </a:cubicBezTo>
                    <a:cubicBezTo>
                      <a:pt x="4870" y="4117"/>
                      <a:pt x="4870" y="4160"/>
                      <a:pt x="4870" y="4205"/>
                    </a:cubicBezTo>
                    <a:cubicBezTo>
                      <a:pt x="4827" y="4205"/>
                      <a:pt x="4784" y="4205"/>
                      <a:pt x="4739" y="4205"/>
                    </a:cubicBezTo>
                    <a:cubicBezTo>
                      <a:pt x="4739" y="4248"/>
                      <a:pt x="4739" y="4292"/>
                      <a:pt x="4739" y="4337"/>
                    </a:cubicBezTo>
                    <a:cubicBezTo>
                      <a:pt x="4696" y="4337"/>
                      <a:pt x="4652" y="4337"/>
                      <a:pt x="4608" y="4337"/>
                    </a:cubicBezTo>
                    <a:cubicBezTo>
                      <a:pt x="4608" y="4380"/>
                      <a:pt x="4608" y="4423"/>
                      <a:pt x="4608" y="4468"/>
                    </a:cubicBezTo>
                    <a:cubicBezTo>
                      <a:pt x="4564" y="4468"/>
                      <a:pt x="4521" y="4468"/>
                      <a:pt x="4476" y="4468"/>
                    </a:cubicBezTo>
                    <a:cubicBezTo>
                      <a:pt x="4476" y="4511"/>
                      <a:pt x="4476" y="4555"/>
                      <a:pt x="4476" y="4599"/>
                    </a:cubicBezTo>
                    <a:cubicBezTo>
                      <a:pt x="4433" y="4599"/>
                      <a:pt x="4389" y="4599"/>
                      <a:pt x="4345" y="4599"/>
                    </a:cubicBezTo>
                    <a:cubicBezTo>
                      <a:pt x="4345" y="4643"/>
                      <a:pt x="4345" y="4686"/>
                      <a:pt x="4345" y="4731"/>
                    </a:cubicBezTo>
                    <a:cubicBezTo>
                      <a:pt x="4301" y="4731"/>
                      <a:pt x="4258" y="4731"/>
                      <a:pt x="4213" y="4731"/>
                    </a:cubicBezTo>
                    <a:cubicBezTo>
                      <a:pt x="4213" y="4774"/>
                      <a:pt x="4213" y="4817"/>
                      <a:pt x="4213" y="4862"/>
                    </a:cubicBezTo>
                    <a:cubicBezTo>
                      <a:pt x="4170" y="4862"/>
                      <a:pt x="4127" y="4862"/>
                      <a:pt x="4082" y="4862"/>
                    </a:cubicBezTo>
                    <a:cubicBezTo>
                      <a:pt x="4082" y="4906"/>
                      <a:pt x="4082" y="4949"/>
                      <a:pt x="4082" y="4994"/>
                    </a:cubicBezTo>
                    <a:cubicBezTo>
                      <a:pt x="4038" y="4994"/>
                      <a:pt x="3995" y="4994"/>
                      <a:pt x="3950" y="4994"/>
                    </a:cubicBezTo>
                    <a:cubicBezTo>
                      <a:pt x="3950" y="5037"/>
                      <a:pt x="3950" y="5080"/>
                      <a:pt x="3950" y="5125"/>
                    </a:cubicBezTo>
                    <a:cubicBezTo>
                      <a:pt x="3907" y="5125"/>
                      <a:pt x="3864" y="5125"/>
                      <a:pt x="3819" y="5125"/>
                    </a:cubicBezTo>
                    <a:cubicBezTo>
                      <a:pt x="3819" y="5168"/>
                      <a:pt x="3819" y="5212"/>
                      <a:pt x="3819" y="5256"/>
                    </a:cubicBezTo>
                    <a:cubicBezTo>
                      <a:pt x="3776" y="5256"/>
                      <a:pt x="3732" y="5256"/>
                      <a:pt x="3688" y="5256"/>
                    </a:cubicBezTo>
                    <a:cubicBezTo>
                      <a:pt x="3688" y="5300"/>
                      <a:pt x="3688" y="5343"/>
                      <a:pt x="3688" y="5388"/>
                    </a:cubicBezTo>
                    <a:cubicBezTo>
                      <a:pt x="3644" y="5388"/>
                      <a:pt x="3601" y="5388"/>
                      <a:pt x="3556" y="5388"/>
                    </a:cubicBezTo>
                    <a:cubicBezTo>
                      <a:pt x="3556" y="5475"/>
                      <a:pt x="3556" y="5561"/>
                      <a:pt x="3556" y="5651"/>
                    </a:cubicBezTo>
                    <a:cubicBezTo>
                      <a:pt x="3513" y="5651"/>
                      <a:pt x="3469" y="5651"/>
                      <a:pt x="3425" y="5651"/>
                    </a:cubicBezTo>
                    <a:cubicBezTo>
                      <a:pt x="3425" y="5694"/>
                      <a:pt x="3425" y="5737"/>
                      <a:pt x="3425" y="5782"/>
                    </a:cubicBezTo>
                    <a:cubicBezTo>
                      <a:pt x="3381" y="5782"/>
                      <a:pt x="3338" y="5782"/>
                      <a:pt x="3293" y="5782"/>
                    </a:cubicBezTo>
                    <a:cubicBezTo>
                      <a:pt x="3293" y="5869"/>
                      <a:pt x="3293" y="5956"/>
                      <a:pt x="3293" y="6045"/>
                    </a:cubicBezTo>
                    <a:cubicBezTo>
                      <a:pt x="3250" y="6045"/>
                      <a:pt x="3207" y="6045"/>
                      <a:pt x="3162" y="6045"/>
                    </a:cubicBezTo>
                    <a:cubicBezTo>
                      <a:pt x="3162" y="6088"/>
                      <a:pt x="3162" y="6132"/>
                      <a:pt x="3162" y="6176"/>
                    </a:cubicBezTo>
                    <a:cubicBezTo>
                      <a:pt x="3119" y="6176"/>
                      <a:pt x="3075" y="6176"/>
                      <a:pt x="3031" y="6176"/>
                    </a:cubicBezTo>
                    <a:cubicBezTo>
                      <a:pt x="3031" y="6220"/>
                      <a:pt x="3031" y="6263"/>
                      <a:pt x="3031" y="6308"/>
                    </a:cubicBezTo>
                    <a:cubicBezTo>
                      <a:pt x="2987" y="6308"/>
                      <a:pt x="2944" y="6308"/>
                      <a:pt x="2899" y="6308"/>
                    </a:cubicBezTo>
                    <a:cubicBezTo>
                      <a:pt x="2899" y="6394"/>
                      <a:pt x="2899" y="6481"/>
                      <a:pt x="2899" y="6571"/>
                    </a:cubicBezTo>
                    <a:cubicBezTo>
                      <a:pt x="2856" y="6571"/>
                      <a:pt x="2812" y="6571"/>
                      <a:pt x="2768" y="6571"/>
                    </a:cubicBezTo>
                    <a:cubicBezTo>
                      <a:pt x="2768" y="6614"/>
                      <a:pt x="2768" y="6657"/>
                      <a:pt x="2768" y="6702"/>
                    </a:cubicBezTo>
                    <a:cubicBezTo>
                      <a:pt x="2724" y="6702"/>
                      <a:pt x="2681" y="6702"/>
                      <a:pt x="2636" y="6702"/>
                    </a:cubicBezTo>
                    <a:cubicBezTo>
                      <a:pt x="2636" y="6789"/>
                      <a:pt x="2636" y="6875"/>
                      <a:pt x="2636" y="6965"/>
                    </a:cubicBezTo>
                    <a:cubicBezTo>
                      <a:pt x="2593" y="6965"/>
                      <a:pt x="2550" y="6965"/>
                      <a:pt x="2505" y="6965"/>
                    </a:cubicBezTo>
                    <a:cubicBezTo>
                      <a:pt x="2505" y="7008"/>
                      <a:pt x="2505" y="7051"/>
                      <a:pt x="2505" y="7096"/>
                    </a:cubicBezTo>
                    <a:cubicBezTo>
                      <a:pt x="2462" y="7096"/>
                      <a:pt x="2418" y="7096"/>
                      <a:pt x="2374" y="7096"/>
                    </a:cubicBezTo>
                    <a:cubicBezTo>
                      <a:pt x="2374" y="7183"/>
                      <a:pt x="2374" y="7270"/>
                      <a:pt x="2374" y="7359"/>
                    </a:cubicBezTo>
                    <a:cubicBezTo>
                      <a:pt x="2330" y="7359"/>
                      <a:pt x="2287" y="7359"/>
                      <a:pt x="2242" y="7359"/>
                    </a:cubicBezTo>
                    <a:cubicBezTo>
                      <a:pt x="2242" y="7446"/>
                      <a:pt x="2242" y="7532"/>
                      <a:pt x="2242" y="7622"/>
                    </a:cubicBezTo>
                    <a:cubicBezTo>
                      <a:pt x="2199" y="7622"/>
                      <a:pt x="2155" y="7622"/>
                      <a:pt x="2111" y="7622"/>
                    </a:cubicBezTo>
                    <a:cubicBezTo>
                      <a:pt x="2111" y="7709"/>
                      <a:pt x="2111" y="7795"/>
                      <a:pt x="2111" y="7885"/>
                    </a:cubicBezTo>
                    <a:cubicBezTo>
                      <a:pt x="2067" y="7885"/>
                      <a:pt x="2024" y="7885"/>
                      <a:pt x="1979" y="7885"/>
                    </a:cubicBezTo>
                    <a:cubicBezTo>
                      <a:pt x="1979" y="7971"/>
                      <a:pt x="1979" y="8058"/>
                      <a:pt x="1979" y="8147"/>
                    </a:cubicBezTo>
                    <a:cubicBezTo>
                      <a:pt x="1936" y="8147"/>
                      <a:pt x="1893" y="8147"/>
                      <a:pt x="1848" y="8147"/>
                    </a:cubicBezTo>
                    <a:cubicBezTo>
                      <a:pt x="1848" y="8234"/>
                      <a:pt x="1848" y="8321"/>
                      <a:pt x="1848" y="8410"/>
                    </a:cubicBezTo>
                    <a:cubicBezTo>
                      <a:pt x="1805" y="8410"/>
                      <a:pt x="1761" y="8410"/>
                      <a:pt x="1716" y="8410"/>
                    </a:cubicBezTo>
                    <a:cubicBezTo>
                      <a:pt x="1716" y="8497"/>
                      <a:pt x="1716" y="8584"/>
                      <a:pt x="1716" y="8673"/>
                    </a:cubicBezTo>
                    <a:cubicBezTo>
                      <a:pt x="1673" y="8673"/>
                      <a:pt x="1630" y="8673"/>
                      <a:pt x="1585" y="8673"/>
                    </a:cubicBezTo>
                    <a:cubicBezTo>
                      <a:pt x="1585" y="8803"/>
                      <a:pt x="1585" y="8933"/>
                      <a:pt x="1585" y="9067"/>
                    </a:cubicBezTo>
                    <a:cubicBezTo>
                      <a:pt x="1542" y="9067"/>
                      <a:pt x="1498" y="9067"/>
                      <a:pt x="1454" y="9067"/>
                    </a:cubicBezTo>
                    <a:cubicBezTo>
                      <a:pt x="1454" y="9197"/>
                      <a:pt x="1454" y="9328"/>
                      <a:pt x="1454" y="9462"/>
                    </a:cubicBezTo>
                    <a:cubicBezTo>
                      <a:pt x="1410" y="9462"/>
                      <a:pt x="1367" y="9462"/>
                      <a:pt x="1322" y="9462"/>
                    </a:cubicBezTo>
                    <a:cubicBezTo>
                      <a:pt x="1322" y="9592"/>
                      <a:pt x="1322" y="9722"/>
                      <a:pt x="1322" y="9856"/>
                    </a:cubicBezTo>
                    <a:cubicBezTo>
                      <a:pt x="1279" y="9856"/>
                      <a:pt x="1236" y="9856"/>
                      <a:pt x="1191" y="9856"/>
                    </a:cubicBezTo>
                    <a:cubicBezTo>
                      <a:pt x="1191" y="10029"/>
                      <a:pt x="1191" y="10203"/>
                      <a:pt x="1191" y="10381"/>
                    </a:cubicBezTo>
                    <a:cubicBezTo>
                      <a:pt x="1147" y="10381"/>
                      <a:pt x="1104" y="10381"/>
                      <a:pt x="1059" y="10381"/>
                    </a:cubicBezTo>
                    <a:cubicBezTo>
                      <a:pt x="1059" y="10555"/>
                      <a:pt x="1059" y="10728"/>
                      <a:pt x="1059" y="10907"/>
                    </a:cubicBezTo>
                    <a:cubicBezTo>
                      <a:pt x="1016" y="10907"/>
                      <a:pt x="973" y="10907"/>
                      <a:pt x="928" y="10907"/>
                    </a:cubicBezTo>
                    <a:cubicBezTo>
                      <a:pt x="928" y="11211"/>
                      <a:pt x="928" y="11514"/>
                      <a:pt x="928" y="11827"/>
                    </a:cubicBezTo>
                    <a:cubicBezTo>
                      <a:pt x="885" y="11827"/>
                      <a:pt x="841" y="11827"/>
                      <a:pt x="797" y="11827"/>
                    </a:cubicBezTo>
                    <a:cubicBezTo>
                      <a:pt x="797" y="12694"/>
                      <a:pt x="797" y="13562"/>
                      <a:pt x="797" y="14455"/>
                    </a:cubicBezTo>
                    <a:cubicBezTo>
                      <a:pt x="840" y="14455"/>
                      <a:pt x="883" y="14455"/>
                      <a:pt x="928" y="14455"/>
                    </a:cubicBezTo>
                    <a:cubicBezTo>
                      <a:pt x="928" y="14759"/>
                      <a:pt x="928" y="15062"/>
                      <a:pt x="928" y="15375"/>
                    </a:cubicBezTo>
                    <a:cubicBezTo>
                      <a:pt x="971" y="15375"/>
                      <a:pt x="1015" y="15375"/>
                      <a:pt x="1059" y="15375"/>
                    </a:cubicBezTo>
                    <a:cubicBezTo>
                      <a:pt x="1059" y="15548"/>
                      <a:pt x="1059" y="15722"/>
                      <a:pt x="1059" y="15901"/>
                    </a:cubicBezTo>
                    <a:cubicBezTo>
                      <a:pt x="1103" y="15901"/>
                      <a:pt x="1146" y="15901"/>
                      <a:pt x="1191" y="15901"/>
                    </a:cubicBezTo>
                    <a:cubicBezTo>
                      <a:pt x="1191" y="16074"/>
                      <a:pt x="1191" y="16248"/>
                      <a:pt x="1191" y="16426"/>
                    </a:cubicBezTo>
                    <a:cubicBezTo>
                      <a:pt x="1234" y="16426"/>
                      <a:pt x="1278" y="16426"/>
                      <a:pt x="1322" y="16426"/>
                    </a:cubicBezTo>
                    <a:cubicBezTo>
                      <a:pt x="1322" y="16556"/>
                      <a:pt x="1322" y="16686"/>
                      <a:pt x="1322" y="16821"/>
                    </a:cubicBezTo>
                    <a:cubicBezTo>
                      <a:pt x="1366" y="16821"/>
                      <a:pt x="1409" y="16821"/>
                      <a:pt x="1454" y="16821"/>
                    </a:cubicBezTo>
                    <a:cubicBezTo>
                      <a:pt x="1454" y="16907"/>
                      <a:pt x="1454" y="16994"/>
                      <a:pt x="1454" y="17083"/>
                    </a:cubicBezTo>
                    <a:cubicBezTo>
                      <a:pt x="1497" y="17083"/>
                      <a:pt x="1540" y="17083"/>
                      <a:pt x="1585" y="17083"/>
                    </a:cubicBezTo>
                    <a:cubicBezTo>
                      <a:pt x="1585" y="17213"/>
                      <a:pt x="1585" y="17344"/>
                      <a:pt x="1585" y="17478"/>
                    </a:cubicBezTo>
                    <a:cubicBezTo>
                      <a:pt x="1628" y="17478"/>
                      <a:pt x="1672" y="17478"/>
                      <a:pt x="1716" y="17478"/>
                    </a:cubicBezTo>
                    <a:cubicBezTo>
                      <a:pt x="1716" y="17564"/>
                      <a:pt x="1716" y="17651"/>
                      <a:pt x="1716" y="17740"/>
                    </a:cubicBezTo>
                    <a:cubicBezTo>
                      <a:pt x="1760" y="17740"/>
                      <a:pt x="1803" y="17740"/>
                      <a:pt x="1848" y="17740"/>
                    </a:cubicBezTo>
                    <a:cubicBezTo>
                      <a:pt x="1848" y="17827"/>
                      <a:pt x="1848" y="17914"/>
                      <a:pt x="1848" y="18003"/>
                    </a:cubicBezTo>
                    <a:cubicBezTo>
                      <a:pt x="1891" y="18003"/>
                      <a:pt x="1935" y="18003"/>
                      <a:pt x="1979" y="18003"/>
                    </a:cubicBezTo>
                    <a:cubicBezTo>
                      <a:pt x="1979" y="18090"/>
                      <a:pt x="1979" y="18177"/>
                      <a:pt x="1979" y="18266"/>
                    </a:cubicBezTo>
                    <a:cubicBezTo>
                      <a:pt x="2023" y="18266"/>
                      <a:pt x="2066" y="18266"/>
                      <a:pt x="2111" y="18266"/>
                    </a:cubicBezTo>
                    <a:cubicBezTo>
                      <a:pt x="2111" y="18353"/>
                      <a:pt x="2111" y="18439"/>
                      <a:pt x="2111" y="18529"/>
                    </a:cubicBezTo>
                    <a:cubicBezTo>
                      <a:pt x="2154" y="18529"/>
                      <a:pt x="2197" y="18529"/>
                      <a:pt x="2242" y="18529"/>
                    </a:cubicBezTo>
                    <a:cubicBezTo>
                      <a:pt x="2242" y="18616"/>
                      <a:pt x="2242" y="18702"/>
                      <a:pt x="2242" y="18792"/>
                    </a:cubicBezTo>
                    <a:cubicBezTo>
                      <a:pt x="2285" y="18792"/>
                      <a:pt x="2329" y="18792"/>
                      <a:pt x="2374" y="18792"/>
                    </a:cubicBezTo>
                    <a:cubicBezTo>
                      <a:pt x="2374" y="18878"/>
                      <a:pt x="2374" y="18965"/>
                      <a:pt x="2374" y="19054"/>
                    </a:cubicBezTo>
                    <a:cubicBezTo>
                      <a:pt x="2417" y="19054"/>
                      <a:pt x="2460" y="19054"/>
                      <a:pt x="2505" y="19054"/>
                    </a:cubicBezTo>
                    <a:cubicBezTo>
                      <a:pt x="2505" y="19098"/>
                      <a:pt x="2505" y="19141"/>
                      <a:pt x="2505" y="19186"/>
                    </a:cubicBezTo>
                    <a:cubicBezTo>
                      <a:pt x="2548" y="19186"/>
                      <a:pt x="2592" y="19186"/>
                      <a:pt x="2636" y="19186"/>
                    </a:cubicBezTo>
                    <a:cubicBezTo>
                      <a:pt x="2636" y="19273"/>
                      <a:pt x="2636" y="19359"/>
                      <a:pt x="2636" y="19449"/>
                    </a:cubicBezTo>
                    <a:cubicBezTo>
                      <a:pt x="2680" y="19449"/>
                      <a:pt x="2723" y="19449"/>
                      <a:pt x="2768" y="19449"/>
                    </a:cubicBezTo>
                    <a:cubicBezTo>
                      <a:pt x="2768" y="19492"/>
                      <a:pt x="2768" y="19535"/>
                      <a:pt x="2768" y="19580"/>
                    </a:cubicBezTo>
                    <a:cubicBezTo>
                      <a:pt x="2811" y="19580"/>
                      <a:pt x="2854" y="19580"/>
                      <a:pt x="2899" y="19580"/>
                    </a:cubicBezTo>
                    <a:cubicBezTo>
                      <a:pt x="2899" y="19623"/>
                      <a:pt x="2899" y="19667"/>
                      <a:pt x="2899" y="19712"/>
                    </a:cubicBezTo>
                    <a:cubicBezTo>
                      <a:pt x="2943" y="19712"/>
                      <a:pt x="2986" y="19712"/>
                      <a:pt x="3031" y="19712"/>
                    </a:cubicBezTo>
                    <a:cubicBezTo>
                      <a:pt x="3031" y="19798"/>
                      <a:pt x="3031" y="19885"/>
                      <a:pt x="3031" y="19974"/>
                    </a:cubicBezTo>
                    <a:cubicBezTo>
                      <a:pt x="3074" y="19974"/>
                      <a:pt x="3117" y="19974"/>
                      <a:pt x="3162" y="19974"/>
                    </a:cubicBezTo>
                    <a:cubicBezTo>
                      <a:pt x="3162" y="20018"/>
                      <a:pt x="3162" y="20061"/>
                      <a:pt x="3162" y="20106"/>
                    </a:cubicBezTo>
                    <a:cubicBezTo>
                      <a:pt x="3205" y="20106"/>
                      <a:pt x="3249" y="20106"/>
                      <a:pt x="3293" y="20106"/>
                    </a:cubicBezTo>
                    <a:cubicBezTo>
                      <a:pt x="3293" y="20149"/>
                      <a:pt x="3293" y="20192"/>
                      <a:pt x="3293" y="20237"/>
                    </a:cubicBezTo>
                    <a:cubicBezTo>
                      <a:pt x="3337" y="20237"/>
                      <a:pt x="3380" y="20237"/>
                      <a:pt x="3425" y="20237"/>
                    </a:cubicBezTo>
                    <a:cubicBezTo>
                      <a:pt x="3425" y="20281"/>
                      <a:pt x="3425" y="20324"/>
                      <a:pt x="3425" y="20369"/>
                    </a:cubicBezTo>
                    <a:cubicBezTo>
                      <a:pt x="3468" y="20369"/>
                      <a:pt x="3512" y="20369"/>
                      <a:pt x="3556" y="20369"/>
                    </a:cubicBezTo>
                    <a:cubicBezTo>
                      <a:pt x="3556" y="20455"/>
                      <a:pt x="3556" y="20542"/>
                      <a:pt x="3556" y="20631"/>
                    </a:cubicBezTo>
                    <a:cubicBezTo>
                      <a:pt x="3600" y="20631"/>
                      <a:pt x="3643" y="20631"/>
                      <a:pt x="3688" y="20631"/>
                    </a:cubicBezTo>
                    <a:cubicBezTo>
                      <a:pt x="3688" y="20675"/>
                      <a:pt x="3688" y="20718"/>
                      <a:pt x="3688" y="20763"/>
                    </a:cubicBezTo>
                    <a:cubicBezTo>
                      <a:pt x="3731" y="20763"/>
                      <a:pt x="3774" y="20763"/>
                      <a:pt x="3819" y="20763"/>
                    </a:cubicBezTo>
                    <a:cubicBezTo>
                      <a:pt x="3819" y="20806"/>
                      <a:pt x="3819" y="20850"/>
                      <a:pt x="3819" y="20894"/>
                    </a:cubicBezTo>
                    <a:cubicBezTo>
                      <a:pt x="3862" y="20894"/>
                      <a:pt x="3906" y="20894"/>
                      <a:pt x="3950" y="20894"/>
                    </a:cubicBezTo>
                    <a:cubicBezTo>
                      <a:pt x="3950" y="20938"/>
                      <a:pt x="3950" y="20981"/>
                      <a:pt x="3950" y="21026"/>
                    </a:cubicBezTo>
                    <a:cubicBezTo>
                      <a:pt x="3994" y="21026"/>
                      <a:pt x="4037" y="21026"/>
                      <a:pt x="4082" y="21026"/>
                    </a:cubicBezTo>
                    <a:cubicBezTo>
                      <a:pt x="4082" y="21069"/>
                      <a:pt x="4082" y="21112"/>
                      <a:pt x="4082" y="21157"/>
                    </a:cubicBezTo>
                    <a:cubicBezTo>
                      <a:pt x="4125" y="21157"/>
                      <a:pt x="4169" y="21157"/>
                      <a:pt x="4213" y="21157"/>
                    </a:cubicBezTo>
                    <a:cubicBezTo>
                      <a:pt x="4213" y="21200"/>
                      <a:pt x="4213" y="21244"/>
                      <a:pt x="4213" y="21288"/>
                    </a:cubicBezTo>
                    <a:cubicBezTo>
                      <a:pt x="4257" y="21288"/>
                      <a:pt x="4300" y="21288"/>
                      <a:pt x="4345" y="21288"/>
                    </a:cubicBezTo>
                    <a:cubicBezTo>
                      <a:pt x="4345" y="21332"/>
                      <a:pt x="4345" y="21375"/>
                      <a:pt x="4345" y="21420"/>
                    </a:cubicBezTo>
                    <a:cubicBezTo>
                      <a:pt x="4388" y="21420"/>
                      <a:pt x="4431" y="21420"/>
                      <a:pt x="4476" y="21420"/>
                    </a:cubicBezTo>
                    <a:cubicBezTo>
                      <a:pt x="4476" y="21463"/>
                      <a:pt x="4476" y="21507"/>
                      <a:pt x="4476" y="21551"/>
                    </a:cubicBezTo>
                    <a:cubicBezTo>
                      <a:pt x="4563" y="21551"/>
                      <a:pt x="4650" y="21551"/>
                      <a:pt x="4739" y="21551"/>
                    </a:cubicBezTo>
                    <a:cubicBezTo>
                      <a:pt x="4739" y="21595"/>
                      <a:pt x="4739" y="21638"/>
                      <a:pt x="4739" y="21683"/>
                    </a:cubicBezTo>
                    <a:cubicBezTo>
                      <a:pt x="4782" y="21683"/>
                      <a:pt x="4826" y="21683"/>
                      <a:pt x="4870" y="21683"/>
                    </a:cubicBezTo>
                    <a:cubicBezTo>
                      <a:pt x="4870" y="21726"/>
                      <a:pt x="4870" y="21769"/>
                      <a:pt x="4870" y="21814"/>
                    </a:cubicBezTo>
                    <a:cubicBezTo>
                      <a:pt x="4914" y="21814"/>
                      <a:pt x="4957" y="21814"/>
                      <a:pt x="5002" y="21814"/>
                    </a:cubicBezTo>
                    <a:cubicBezTo>
                      <a:pt x="5002" y="21857"/>
                      <a:pt x="5002" y="21901"/>
                      <a:pt x="5002" y="21946"/>
                    </a:cubicBezTo>
                    <a:cubicBezTo>
                      <a:pt x="5045" y="21946"/>
                      <a:pt x="5088" y="21946"/>
                      <a:pt x="5133" y="21946"/>
                    </a:cubicBezTo>
                    <a:cubicBezTo>
                      <a:pt x="5133" y="21989"/>
                      <a:pt x="5133" y="22032"/>
                      <a:pt x="5133" y="22077"/>
                    </a:cubicBezTo>
                    <a:cubicBezTo>
                      <a:pt x="5220" y="22077"/>
                      <a:pt x="5307" y="22077"/>
                      <a:pt x="5396" y="22077"/>
                    </a:cubicBezTo>
                    <a:cubicBezTo>
                      <a:pt x="5396" y="22120"/>
                      <a:pt x="5396" y="22164"/>
                      <a:pt x="5396" y="22208"/>
                    </a:cubicBezTo>
                    <a:cubicBezTo>
                      <a:pt x="5439" y="22208"/>
                      <a:pt x="5483" y="22208"/>
                      <a:pt x="5527" y="22208"/>
                    </a:cubicBezTo>
                    <a:cubicBezTo>
                      <a:pt x="5527" y="22252"/>
                      <a:pt x="5527" y="22295"/>
                      <a:pt x="5527" y="22340"/>
                    </a:cubicBezTo>
                    <a:cubicBezTo>
                      <a:pt x="5571" y="22340"/>
                      <a:pt x="5614" y="22340"/>
                      <a:pt x="5659" y="22340"/>
                    </a:cubicBezTo>
                    <a:cubicBezTo>
                      <a:pt x="5659" y="22383"/>
                      <a:pt x="5659" y="22426"/>
                      <a:pt x="5659" y="22471"/>
                    </a:cubicBezTo>
                    <a:cubicBezTo>
                      <a:pt x="5746" y="22471"/>
                      <a:pt x="5832" y="22471"/>
                      <a:pt x="5922" y="22471"/>
                    </a:cubicBezTo>
                    <a:cubicBezTo>
                      <a:pt x="5922" y="22515"/>
                      <a:pt x="5922" y="22558"/>
                      <a:pt x="5922" y="22603"/>
                    </a:cubicBezTo>
                    <a:cubicBezTo>
                      <a:pt x="6008" y="22603"/>
                      <a:pt x="6095" y="22603"/>
                      <a:pt x="6184" y="22603"/>
                    </a:cubicBezTo>
                    <a:cubicBezTo>
                      <a:pt x="6184" y="22646"/>
                      <a:pt x="6184" y="22689"/>
                      <a:pt x="6184" y="22734"/>
                    </a:cubicBezTo>
                    <a:cubicBezTo>
                      <a:pt x="6228" y="22734"/>
                      <a:pt x="6271" y="22734"/>
                      <a:pt x="6316" y="22734"/>
                    </a:cubicBezTo>
                    <a:cubicBezTo>
                      <a:pt x="6316" y="22777"/>
                      <a:pt x="6316" y="22821"/>
                      <a:pt x="6316" y="22865"/>
                    </a:cubicBezTo>
                    <a:cubicBezTo>
                      <a:pt x="6403" y="22865"/>
                      <a:pt x="6489" y="22865"/>
                      <a:pt x="6579" y="22865"/>
                    </a:cubicBezTo>
                    <a:cubicBezTo>
                      <a:pt x="6579" y="22909"/>
                      <a:pt x="6579" y="22952"/>
                      <a:pt x="6579" y="22997"/>
                    </a:cubicBezTo>
                    <a:cubicBezTo>
                      <a:pt x="6622" y="22997"/>
                      <a:pt x="6665" y="22997"/>
                      <a:pt x="6710" y="22997"/>
                    </a:cubicBezTo>
                    <a:cubicBezTo>
                      <a:pt x="6710" y="23040"/>
                      <a:pt x="6710" y="23084"/>
                      <a:pt x="6710" y="23128"/>
                    </a:cubicBezTo>
                    <a:cubicBezTo>
                      <a:pt x="6840" y="23128"/>
                      <a:pt x="6970" y="23128"/>
                      <a:pt x="7104" y="23128"/>
                    </a:cubicBezTo>
                    <a:cubicBezTo>
                      <a:pt x="7104" y="23172"/>
                      <a:pt x="7104" y="23215"/>
                      <a:pt x="7104" y="23260"/>
                    </a:cubicBezTo>
                    <a:cubicBezTo>
                      <a:pt x="7191" y="23260"/>
                      <a:pt x="7278" y="23260"/>
                      <a:pt x="7367" y="23260"/>
                    </a:cubicBezTo>
                    <a:cubicBezTo>
                      <a:pt x="7367" y="23303"/>
                      <a:pt x="7367" y="23346"/>
                      <a:pt x="7367" y="23391"/>
                    </a:cubicBezTo>
                    <a:cubicBezTo>
                      <a:pt x="7454" y="23391"/>
                      <a:pt x="7541" y="23391"/>
                      <a:pt x="7630" y="23391"/>
                    </a:cubicBezTo>
                    <a:cubicBezTo>
                      <a:pt x="7630" y="23434"/>
                      <a:pt x="7630" y="23478"/>
                      <a:pt x="7630" y="23522"/>
                    </a:cubicBezTo>
                    <a:cubicBezTo>
                      <a:pt x="7760" y="23522"/>
                      <a:pt x="7890" y="23522"/>
                      <a:pt x="8024" y="23522"/>
                    </a:cubicBezTo>
                    <a:cubicBezTo>
                      <a:pt x="8024" y="23566"/>
                      <a:pt x="8024" y="23609"/>
                      <a:pt x="8024" y="23654"/>
                    </a:cubicBezTo>
                    <a:cubicBezTo>
                      <a:pt x="8111" y="23654"/>
                      <a:pt x="8198" y="23654"/>
                      <a:pt x="8287" y="23654"/>
                    </a:cubicBezTo>
                    <a:cubicBezTo>
                      <a:pt x="8287" y="23697"/>
                      <a:pt x="8287" y="23741"/>
                      <a:pt x="8287" y="23785"/>
                    </a:cubicBezTo>
                    <a:cubicBezTo>
                      <a:pt x="8417" y="23785"/>
                      <a:pt x="8547" y="23785"/>
                      <a:pt x="8681" y="23785"/>
                    </a:cubicBezTo>
                    <a:cubicBezTo>
                      <a:pt x="8681" y="23829"/>
                      <a:pt x="8681" y="23872"/>
                      <a:pt x="8681" y="23917"/>
                    </a:cubicBezTo>
                    <a:cubicBezTo>
                      <a:pt x="8855" y="23917"/>
                      <a:pt x="9028" y="23917"/>
                      <a:pt x="9207" y="23917"/>
                    </a:cubicBezTo>
                    <a:cubicBezTo>
                      <a:pt x="9207" y="23960"/>
                      <a:pt x="9207" y="24003"/>
                      <a:pt x="9207" y="24048"/>
                    </a:cubicBezTo>
                    <a:cubicBezTo>
                      <a:pt x="9380" y="24048"/>
                      <a:pt x="9554" y="24048"/>
                      <a:pt x="9733" y="24048"/>
                    </a:cubicBezTo>
                    <a:cubicBezTo>
                      <a:pt x="9733" y="24091"/>
                      <a:pt x="9733" y="24135"/>
                      <a:pt x="9733" y="24179"/>
                    </a:cubicBezTo>
                    <a:cubicBezTo>
                      <a:pt x="9949" y="24179"/>
                      <a:pt x="10166" y="24179"/>
                      <a:pt x="10390" y="24179"/>
                    </a:cubicBezTo>
                    <a:cubicBezTo>
                      <a:pt x="10390" y="24223"/>
                      <a:pt x="10390" y="24266"/>
                      <a:pt x="10390" y="24311"/>
                    </a:cubicBezTo>
                    <a:cubicBezTo>
                      <a:pt x="11474" y="24311"/>
                      <a:pt x="12558" y="24311"/>
                      <a:pt x="13675" y="24311"/>
                    </a:cubicBezTo>
                    <a:cubicBezTo>
                      <a:pt x="13675" y="24268"/>
                      <a:pt x="13675" y="24224"/>
                      <a:pt x="13675" y="24179"/>
                    </a:cubicBezTo>
                    <a:cubicBezTo>
                      <a:pt x="13935" y="24179"/>
                      <a:pt x="14195" y="24179"/>
                      <a:pt x="14463" y="24179"/>
                    </a:cubicBezTo>
                    <a:cubicBezTo>
                      <a:pt x="14463" y="24136"/>
                      <a:pt x="14463" y="24093"/>
                      <a:pt x="14463" y="24048"/>
                    </a:cubicBezTo>
                    <a:cubicBezTo>
                      <a:pt x="14680" y="24048"/>
                      <a:pt x="14897" y="24048"/>
                      <a:pt x="15120" y="24048"/>
                    </a:cubicBezTo>
                    <a:cubicBezTo>
                      <a:pt x="15120" y="24005"/>
                      <a:pt x="15120" y="23961"/>
                      <a:pt x="15120" y="23917"/>
                    </a:cubicBezTo>
                    <a:cubicBezTo>
                      <a:pt x="15294" y="23917"/>
                      <a:pt x="15467" y="23917"/>
                      <a:pt x="15646" y="23917"/>
                    </a:cubicBezTo>
                    <a:cubicBezTo>
                      <a:pt x="15646" y="23873"/>
                      <a:pt x="15646" y="23830"/>
                      <a:pt x="15646" y="23785"/>
                    </a:cubicBezTo>
                    <a:cubicBezTo>
                      <a:pt x="15776" y="23785"/>
                      <a:pt x="15906" y="23785"/>
                      <a:pt x="16040" y="23785"/>
                    </a:cubicBezTo>
                    <a:cubicBezTo>
                      <a:pt x="16040" y="23742"/>
                      <a:pt x="16040" y="23699"/>
                      <a:pt x="16040" y="23654"/>
                    </a:cubicBezTo>
                    <a:cubicBezTo>
                      <a:pt x="16170" y="23654"/>
                      <a:pt x="16300" y="23654"/>
                      <a:pt x="16434" y="23654"/>
                    </a:cubicBezTo>
                    <a:cubicBezTo>
                      <a:pt x="16434" y="23610"/>
                      <a:pt x="16434" y="23567"/>
                      <a:pt x="16434" y="23522"/>
                    </a:cubicBezTo>
                    <a:cubicBezTo>
                      <a:pt x="16521" y="23522"/>
                      <a:pt x="16608" y="23522"/>
                      <a:pt x="16697" y="23522"/>
                    </a:cubicBezTo>
                    <a:cubicBezTo>
                      <a:pt x="16697" y="23479"/>
                      <a:pt x="16697" y="23436"/>
                      <a:pt x="16697" y="23391"/>
                    </a:cubicBezTo>
                    <a:cubicBezTo>
                      <a:pt x="16784" y="23391"/>
                      <a:pt x="16871" y="23391"/>
                      <a:pt x="16960" y="23391"/>
                    </a:cubicBezTo>
                    <a:cubicBezTo>
                      <a:pt x="16960" y="23348"/>
                      <a:pt x="16960" y="23304"/>
                      <a:pt x="16960" y="23260"/>
                    </a:cubicBezTo>
                    <a:cubicBezTo>
                      <a:pt x="17090" y="23260"/>
                      <a:pt x="17220" y="23260"/>
                      <a:pt x="17354" y="23260"/>
                    </a:cubicBezTo>
                    <a:cubicBezTo>
                      <a:pt x="17354" y="23216"/>
                      <a:pt x="17354" y="23173"/>
                      <a:pt x="17354" y="23128"/>
                    </a:cubicBezTo>
                    <a:cubicBezTo>
                      <a:pt x="17441" y="23128"/>
                      <a:pt x="17528" y="23128"/>
                      <a:pt x="17617" y="23128"/>
                    </a:cubicBezTo>
                    <a:cubicBezTo>
                      <a:pt x="17617" y="23085"/>
                      <a:pt x="17617" y="23041"/>
                      <a:pt x="17617" y="22997"/>
                    </a:cubicBezTo>
                    <a:cubicBezTo>
                      <a:pt x="17660" y="22997"/>
                      <a:pt x="17704" y="22997"/>
                      <a:pt x="17749" y="22997"/>
                    </a:cubicBezTo>
                    <a:cubicBezTo>
                      <a:pt x="17749" y="22953"/>
                      <a:pt x="17749" y="22910"/>
                      <a:pt x="17749" y="22865"/>
                    </a:cubicBezTo>
                    <a:cubicBezTo>
                      <a:pt x="17835" y="22865"/>
                      <a:pt x="17922" y="22865"/>
                      <a:pt x="18011" y="22865"/>
                    </a:cubicBezTo>
                    <a:cubicBezTo>
                      <a:pt x="18011" y="22822"/>
                      <a:pt x="18011" y="22779"/>
                      <a:pt x="18011" y="22734"/>
                    </a:cubicBezTo>
                    <a:cubicBezTo>
                      <a:pt x="18098" y="22734"/>
                      <a:pt x="18185" y="22734"/>
                      <a:pt x="18274" y="22734"/>
                    </a:cubicBezTo>
                    <a:cubicBezTo>
                      <a:pt x="18274" y="22691"/>
                      <a:pt x="18274" y="22647"/>
                      <a:pt x="18274" y="22603"/>
                    </a:cubicBezTo>
                    <a:cubicBezTo>
                      <a:pt x="18361" y="22603"/>
                      <a:pt x="18448" y="22603"/>
                      <a:pt x="18537" y="22603"/>
                    </a:cubicBezTo>
                    <a:cubicBezTo>
                      <a:pt x="18537" y="22559"/>
                      <a:pt x="18537" y="22516"/>
                      <a:pt x="18537" y="22471"/>
                    </a:cubicBezTo>
                    <a:cubicBezTo>
                      <a:pt x="18580" y="22471"/>
                      <a:pt x="18624" y="22471"/>
                      <a:pt x="18668" y="22471"/>
                    </a:cubicBezTo>
                    <a:cubicBezTo>
                      <a:pt x="18668" y="22428"/>
                      <a:pt x="18668" y="22384"/>
                      <a:pt x="18668" y="22340"/>
                    </a:cubicBezTo>
                    <a:cubicBezTo>
                      <a:pt x="18755" y="22340"/>
                      <a:pt x="18842" y="22340"/>
                      <a:pt x="18931" y="22340"/>
                    </a:cubicBezTo>
                    <a:cubicBezTo>
                      <a:pt x="18931" y="22296"/>
                      <a:pt x="18931" y="22253"/>
                      <a:pt x="18931" y="22208"/>
                    </a:cubicBezTo>
                    <a:cubicBezTo>
                      <a:pt x="18975" y="22208"/>
                      <a:pt x="19018" y="22208"/>
                      <a:pt x="19063" y="22208"/>
                    </a:cubicBezTo>
                    <a:cubicBezTo>
                      <a:pt x="19063" y="22165"/>
                      <a:pt x="19063" y="22122"/>
                      <a:pt x="19063" y="22077"/>
                    </a:cubicBezTo>
                    <a:cubicBezTo>
                      <a:pt x="19149" y="22077"/>
                      <a:pt x="19236" y="22077"/>
                      <a:pt x="19325" y="22077"/>
                    </a:cubicBezTo>
                    <a:cubicBezTo>
                      <a:pt x="19325" y="22034"/>
                      <a:pt x="19325" y="21990"/>
                      <a:pt x="19325" y="21946"/>
                    </a:cubicBezTo>
                    <a:cubicBezTo>
                      <a:pt x="19369" y="21946"/>
                      <a:pt x="19412" y="21946"/>
                      <a:pt x="19457" y="21946"/>
                    </a:cubicBezTo>
                    <a:cubicBezTo>
                      <a:pt x="19457" y="21902"/>
                      <a:pt x="19457" y="21859"/>
                      <a:pt x="19457" y="21814"/>
                    </a:cubicBezTo>
                    <a:cubicBezTo>
                      <a:pt x="19500" y="21814"/>
                      <a:pt x="19544" y="21814"/>
                      <a:pt x="19588" y="21814"/>
                    </a:cubicBezTo>
                    <a:cubicBezTo>
                      <a:pt x="19588" y="21771"/>
                      <a:pt x="19588" y="21727"/>
                      <a:pt x="19588" y="21683"/>
                    </a:cubicBezTo>
                    <a:cubicBezTo>
                      <a:pt x="19632" y="21683"/>
                      <a:pt x="19675" y="21683"/>
                      <a:pt x="19720" y="21683"/>
                    </a:cubicBezTo>
                    <a:cubicBezTo>
                      <a:pt x="19720" y="21639"/>
                      <a:pt x="19720" y="21596"/>
                      <a:pt x="19720" y="21551"/>
                    </a:cubicBezTo>
                    <a:cubicBezTo>
                      <a:pt x="19806" y="21551"/>
                      <a:pt x="19893" y="21551"/>
                      <a:pt x="19983" y="21551"/>
                    </a:cubicBezTo>
                    <a:cubicBezTo>
                      <a:pt x="19983" y="21508"/>
                      <a:pt x="19983" y="21465"/>
                      <a:pt x="19983" y="21420"/>
                    </a:cubicBezTo>
                    <a:cubicBezTo>
                      <a:pt x="20026" y="21420"/>
                      <a:pt x="20069" y="21420"/>
                      <a:pt x="20114" y="21420"/>
                    </a:cubicBezTo>
                    <a:cubicBezTo>
                      <a:pt x="20114" y="21377"/>
                      <a:pt x="20114" y="21333"/>
                      <a:pt x="20114" y="21288"/>
                    </a:cubicBezTo>
                    <a:cubicBezTo>
                      <a:pt x="20157" y="21288"/>
                      <a:pt x="20201" y="21288"/>
                      <a:pt x="20245" y="21288"/>
                    </a:cubicBezTo>
                    <a:cubicBezTo>
                      <a:pt x="20245" y="21245"/>
                      <a:pt x="20245" y="21202"/>
                      <a:pt x="20245" y="21157"/>
                    </a:cubicBezTo>
                    <a:cubicBezTo>
                      <a:pt x="20289" y="21157"/>
                      <a:pt x="20332" y="21157"/>
                      <a:pt x="20377" y="21157"/>
                    </a:cubicBezTo>
                    <a:cubicBezTo>
                      <a:pt x="20377" y="21114"/>
                      <a:pt x="20377" y="21070"/>
                      <a:pt x="20377" y="21026"/>
                    </a:cubicBezTo>
                    <a:cubicBezTo>
                      <a:pt x="20420" y="21026"/>
                      <a:pt x="20463" y="21026"/>
                      <a:pt x="20508" y="21026"/>
                    </a:cubicBezTo>
                    <a:cubicBezTo>
                      <a:pt x="20508" y="20982"/>
                      <a:pt x="20508" y="20939"/>
                      <a:pt x="20508" y="20894"/>
                    </a:cubicBezTo>
                    <a:cubicBezTo>
                      <a:pt x="20552" y="20894"/>
                      <a:pt x="20595" y="20894"/>
                      <a:pt x="20640" y="20894"/>
                    </a:cubicBezTo>
                    <a:cubicBezTo>
                      <a:pt x="20640" y="20851"/>
                      <a:pt x="20640" y="20808"/>
                      <a:pt x="20640" y="20763"/>
                    </a:cubicBezTo>
                    <a:cubicBezTo>
                      <a:pt x="20683" y="20763"/>
                      <a:pt x="20726" y="20763"/>
                      <a:pt x="20771" y="20763"/>
                    </a:cubicBezTo>
                    <a:cubicBezTo>
                      <a:pt x="20771" y="20719"/>
                      <a:pt x="20771" y="20676"/>
                      <a:pt x="20771" y="20631"/>
                    </a:cubicBezTo>
                    <a:cubicBezTo>
                      <a:pt x="20814" y="20631"/>
                      <a:pt x="20858" y="20631"/>
                      <a:pt x="20902" y="20631"/>
                    </a:cubicBezTo>
                    <a:cubicBezTo>
                      <a:pt x="20902" y="20588"/>
                      <a:pt x="20902" y="20545"/>
                      <a:pt x="20902" y="20500"/>
                    </a:cubicBezTo>
                    <a:cubicBezTo>
                      <a:pt x="20946" y="20500"/>
                      <a:pt x="20989" y="20500"/>
                      <a:pt x="21034" y="20500"/>
                    </a:cubicBezTo>
                    <a:cubicBezTo>
                      <a:pt x="21034" y="20457"/>
                      <a:pt x="21034" y="20413"/>
                      <a:pt x="21034" y="20369"/>
                    </a:cubicBezTo>
                    <a:cubicBezTo>
                      <a:pt x="21077" y="20369"/>
                      <a:pt x="21121" y="20369"/>
                      <a:pt x="21165" y="20369"/>
                    </a:cubicBezTo>
                    <a:cubicBezTo>
                      <a:pt x="21165" y="20325"/>
                      <a:pt x="21165" y="20282"/>
                      <a:pt x="21165" y="20237"/>
                    </a:cubicBezTo>
                    <a:cubicBezTo>
                      <a:pt x="21209" y="20237"/>
                      <a:pt x="21252" y="20237"/>
                      <a:pt x="21297" y="20237"/>
                    </a:cubicBezTo>
                    <a:cubicBezTo>
                      <a:pt x="21297" y="20150"/>
                      <a:pt x="21297" y="20064"/>
                      <a:pt x="21297" y="19974"/>
                    </a:cubicBezTo>
                    <a:cubicBezTo>
                      <a:pt x="21340" y="19974"/>
                      <a:pt x="21383" y="19974"/>
                      <a:pt x="21428" y="19974"/>
                    </a:cubicBezTo>
                    <a:cubicBezTo>
                      <a:pt x="21428" y="19931"/>
                      <a:pt x="21428" y="19888"/>
                      <a:pt x="21428" y="19843"/>
                    </a:cubicBezTo>
                    <a:cubicBezTo>
                      <a:pt x="21471" y="19843"/>
                      <a:pt x="21515" y="19843"/>
                      <a:pt x="21559" y="19843"/>
                    </a:cubicBezTo>
                    <a:cubicBezTo>
                      <a:pt x="21559" y="19800"/>
                      <a:pt x="21559" y="19756"/>
                      <a:pt x="21559" y="19712"/>
                    </a:cubicBezTo>
                    <a:cubicBezTo>
                      <a:pt x="21603" y="19712"/>
                      <a:pt x="21646" y="19712"/>
                      <a:pt x="21691" y="19712"/>
                    </a:cubicBezTo>
                    <a:cubicBezTo>
                      <a:pt x="21691" y="19668"/>
                      <a:pt x="21691" y="19625"/>
                      <a:pt x="21691" y="19580"/>
                    </a:cubicBezTo>
                    <a:cubicBezTo>
                      <a:pt x="21734" y="19580"/>
                      <a:pt x="21778" y="19580"/>
                      <a:pt x="21822" y="19580"/>
                    </a:cubicBezTo>
                    <a:cubicBezTo>
                      <a:pt x="21822" y="19493"/>
                      <a:pt x="21822" y="19407"/>
                      <a:pt x="21822" y="19317"/>
                    </a:cubicBezTo>
                    <a:cubicBezTo>
                      <a:pt x="21866" y="19317"/>
                      <a:pt x="21909" y="19317"/>
                      <a:pt x="21954" y="19317"/>
                    </a:cubicBezTo>
                    <a:cubicBezTo>
                      <a:pt x="21954" y="19274"/>
                      <a:pt x="21954" y="19231"/>
                      <a:pt x="21954" y="19186"/>
                    </a:cubicBezTo>
                    <a:cubicBezTo>
                      <a:pt x="21997" y="19186"/>
                      <a:pt x="22040" y="19186"/>
                      <a:pt x="22085" y="19186"/>
                    </a:cubicBezTo>
                    <a:cubicBezTo>
                      <a:pt x="22085" y="19099"/>
                      <a:pt x="22085" y="19012"/>
                      <a:pt x="22085" y="18923"/>
                    </a:cubicBezTo>
                    <a:cubicBezTo>
                      <a:pt x="22128" y="18923"/>
                      <a:pt x="22172" y="18923"/>
                      <a:pt x="22216" y="18923"/>
                    </a:cubicBezTo>
                    <a:cubicBezTo>
                      <a:pt x="22216" y="18880"/>
                      <a:pt x="22216" y="18836"/>
                      <a:pt x="22216" y="18792"/>
                    </a:cubicBezTo>
                    <a:cubicBezTo>
                      <a:pt x="22260" y="18792"/>
                      <a:pt x="22303" y="18792"/>
                      <a:pt x="22348" y="18792"/>
                    </a:cubicBezTo>
                    <a:cubicBezTo>
                      <a:pt x="22348" y="18705"/>
                      <a:pt x="22348" y="18618"/>
                      <a:pt x="22348" y="18529"/>
                    </a:cubicBezTo>
                    <a:cubicBezTo>
                      <a:pt x="22391" y="18529"/>
                      <a:pt x="22435" y="18529"/>
                      <a:pt x="22479" y="18529"/>
                    </a:cubicBezTo>
                    <a:cubicBezTo>
                      <a:pt x="22479" y="18485"/>
                      <a:pt x="22479" y="18442"/>
                      <a:pt x="22479" y="18397"/>
                    </a:cubicBezTo>
                    <a:cubicBezTo>
                      <a:pt x="22523" y="18397"/>
                      <a:pt x="22566" y="18397"/>
                      <a:pt x="22611" y="18397"/>
                    </a:cubicBezTo>
                    <a:cubicBezTo>
                      <a:pt x="22611" y="18311"/>
                      <a:pt x="22611" y="18224"/>
                      <a:pt x="22611" y="18135"/>
                    </a:cubicBezTo>
                    <a:cubicBezTo>
                      <a:pt x="22654" y="18135"/>
                      <a:pt x="22697" y="18135"/>
                      <a:pt x="22742" y="18135"/>
                    </a:cubicBezTo>
                    <a:cubicBezTo>
                      <a:pt x="22742" y="18048"/>
                      <a:pt x="22742" y="17961"/>
                      <a:pt x="22742" y="17872"/>
                    </a:cubicBezTo>
                    <a:cubicBezTo>
                      <a:pt x="22785" y="17872"/>
                      <a:pt x="22829" y="17872"/>
                      <a:pt x="22874" y="17872"/>
                    </a:cubicBezTo>
                    <a:cubicBezTo>
                      <a:pt x="22874" y="17785"/>
                      <a:pt x="22874" y="17698"/>
                      <a:pt x="22874" y="17609"/>
                    </a:cubicBezTo>
                    <a:cubicBezTo>
                      <a:pt x="22917" y="17609"/>
                      <a:pt x="22960" y="17609"/>
                      <a:pt x="23005" y="17609"/>
                    </a:cubicBezTo>
                    <a:cubicBezTo>
                      <a:pt x="23005" y="17479"/>
                      <a:pt x="23005" y="17349"/>
                      <a:pt x="23005" y="17215"/>
                    </a:cubicBezTo>
                    <a:cubicBezTo>
                      <a:pt x="23048" y="17215"/>
                      <a:pt x="23092" y="17215"/>
                      <a:pt x="23136" y="17215"/>
                    </a:cubicBezTo>
                    <a:cubicBezTo>
                      <a:pt x="23136" y="17128"/>
                      <a:pt x="23136" y="17041"/>
                      <a:pt x="23136" y="16952"/>
                    </a:cubicBezTo>
                    <a:cubicBezTo>
                      <a:pt x="23180" y="16952"/>
                      <a:pt x="23223" y="16952"/>
                      <a:pt x="23268" y="16952"/>
                    </a:cubicBezTo>
                    <a:cubicBezTo>
                      <a:pt x="23249" y="16908"/>
                      <a:pt x="23230" y="16864"/>
                      <a:pt x="23210" y="16821"/>
                    </a:cubicBezTo>
                    <a:cubicBezTo>
                      <a:pt x="23200" y="16796"/>
                      <a:pt x="23189" y="16772"/>
                      <a:pt x="23178" y="16747"/>
                    </a:cubicBezTo>
                    <a:cubicBezTo>
                      <a:pt x="23164" y="16728"/>
                      <a:pt x="23150" y="16709"/>
                      <a:pt x="23136" y="16689"/>
                    </a:cubicBezTo>
                    <a:cubicBezTo>
                      <a:pt x="23066" y="16681"/>
                      <a:pt x="23066" y="16681"/>
                      <a:pt x="23005" y="16689"/>
                    </a:cubicBezTo>
                    <a:cubicBezTo>
                      <a:pt x="23005" y="16732"/>
                      <a:pt x="23005" y="16776"/>
                      <a:pt x="23005" y="16821"/>
                    </a:cubicBezTo>
                    <a:cubicBezTo>
                      <a:pt x="22918" y="16821"/>
                      <a:pt x="22831" y="16821"/>
                      <a:pt x="22742" y="16821"/>
                    </a:cubicBezTo>
                    <a:cubicBezTo>
                      <a:pt x="22742" y="16864"/>
                      <a:pt x="22742" y="16907"/>
                      <a:pt x="22742" y="16952"/>
                    </a:cubicBezTo>
                    <a:cubicBezTo>
                      <a:pt x="22655" y="16952"/>
                      <a:pt x="22569" y="16952"/>
                      <a:pt x="22479" y="16952"/>
                    </a:cubicBezTo>
                    <a:cubicBezTo>
                      <a:pt x="22479" y="16995"/>
                      <a:pt x="22479" y="17039"/>
                      <a:pt x="22479" y="17083"/>
                    </a:cubicBezTo>
                    <a:cubicBezTo>
                      <a:pt x="22349" y="17083"/>
                      <a:pt x="22219" y="17083"/>
                      <a:pt x="22085" y="17083"/>
                    </a:cubicBezTo>
                    <a:cubicBezTo>
                      <a:pt x="22085" y="17127"/>
                      <a:pt x="22085" y="17170"/>
                      <a:pt x="22085" y="17215"/>
                    </a:cubicBezTo>
                    <a:cubicBezTo>
                      <a:pt x="21955" y="17215"/>
                      <a:pt x="21825" y="17215"/>
                      <a:pt x="21691" y="17215"/>
                    </a:cubicBezTo>
                    <a:cubicBezTo>
                      <a:pt x="21691" y="17258"/>
                      <a:pt x="21691" y="17301"/>
                      <a:pt x="21691" y="17346"/>
                    </a:cubicBezTo>
                    <a:cubicBezTo>
                      <a:pt x="21517" y="17346"/>
                      <a:pt x="21344" y="17346"/>
                      <a:pt x="21165" y="17346"/>
                    </a:cubicBezTo>
                    <a:cubicBezTo>
                      <a:pt x="21165" y="17390"/>
                      <a:pt x="21165" y="17433"/>
                      <a:pt x="21165" y="17478"/>
                    </a:cubicBezTo>
                    <a:cubicBezTo>
                      <a:pt x="20992" y="17478"/>
                      <a:pt x="20818" y="17478"/>
                      <a:pt x="20640" y="17478"/>
                    </a:cubicBezTo>
                    <a:cubicBezTo>
                      <a:pt x="20640" y="17521"/>
                      <a:pt x="20640" y="17564"/>
                      <a:pt x="20640" y="17609"/>
                    </a:cubicBezTo>
                    <a:cubicBezTo>
                      <a:pt x="20379" y="17609"/>
                      <a:pt x="20119" y="17609"/>
                      <a:pt x="19851" y="17609"/>
                    </a:cubicBezTo>
                    <a:cubicBezTo>
                      <a:pt x="19851" y="17652"/>
                      <a:pt x="19851" y="17696"/>
                      <a:pt x="19851" y="17740"/>
                    </a:cubicBezTo>
                    <a:cubicBezTo>
                      <a:pt x="19071" y="17740"/>
                      <a:pt x="18290" y="17740"/>
                      <a:pt x="17486" y="17740"/>
                    </a:cubicBezTo>
                    <a:cubicBezTo>
                      <a:pt x="17486" y="17697"/>
                      <a:pt x="17486" y="17654"/>
                      <a:pt x="17486" y="17609"/>
                    </a:cubicBezTo>
                    <a:cubicBezTo>
                      <a:pt x="17226" y="17609"/>
                      <a:pt x="16965" y="17609"/>
                      <a:pt x="16697" y="17609"/>
                    </a:cubicBezTo>
                    <a:cubicBezTo>
                      <a:pt x="16697" y="17566"/>
                      <a:pt x="16697" y="17522"/>
                      <a:pt x="16697" y="17478"/>
                    </a:cubicBezTo>
                    <a:cubicBezTo>
                      <a:pt x="16524" y="17478"/>
                      <a:pt x="16350" y="17478"/>
                      <a:pt x="16172" y="17478"/>
                    </a:cubicBezTo>
                    <a:cubicBezTo>
                      <a:pt x="16172" y="17434"/>
                      <a:pt x="16172" y="17391"/>
                      <a:pt x="16172" y="17346"/>
                    </a:cubicBezTo>
                    <a:cubicBezTo>
                      <a:pt x="15998" y="17346"/>
                      <a:pt x="15825" y="17346"/>
                      <a:pt x="15646" y="17346"/>
                    </a:cubicBezTo>
                    <a:cubicBezTo>
                      <a:pt x="15646" y="17303"/>
                      <a:pt x="15646" y="17259"/>
                      <a:pt x="15646" y="17215"/>
                    </a:cubicBezTo>
                    <a:cubicBezTo>
                      <a:pt x="15516" y="17215"/>
                      <a:pt x="15386" y="17215"/>
                      <a:pt x="15252" y="17215"/>
                    </a:cubicBezTo>
                    <a:cubicBezTo>
                      <a:pt x="15252" y="17171"/>
                      <a:pt x="15252" y="17128"/>
                      <a:pt x="15252" y="17083"/>
                    </a:cubicBezTo>
                    <a:cubicBezTo>
                      <a:pt x="15165" y="17083"/>
                      <a:pt x="15078" y="17083"/>
                      <a:pt x="14989" y="17083"/>
                    </a:cubicBezTo>
                    <a:cubicBezTo>
                      <a:pt x="14989" y="17040"/>
                      <a:pt x="14989" y="16997"/>
                      <a:pt x="14989" y="16952"/>
                    </a:cubicBezTo>
                    <a:cubicBezTo>
                      <a:pt x="14902" y="16952"/>
                      <a:pt x="14815" y="16952"/>
                      <a:pt x="14726" y="16952"/>
                    </a:cubicBezTo>
                    <a:cubicBezTo>
                      <a:pt x="14726" y="16909"/>
                      <a:pt x="14726" y="16865"/>
                      <a:pt x="14726" y="16821"/>
                    </a:cubicBezTo>
                    <a:cubicBezTo>
                      <a:pt x="14639" y="16821"/>
                      <a:pt x="14553" y="16821"/>
                      <a:pt x="14463" y="16821"/>
                    </a:cubicBezTo>
                    <a:cubicBezTo>
                      <a:pt x="14463" y="16777"/>
                      <a:pt x="14463" y="16734"/>
                      <a:pt x="14463" y="16689"/>
                    </a:cubicBezTo>
                    <a:cubicBezTo>
                      <a:pt x="14377" y="16689"/>
                      <a:pt x="14290" y="16689"/>
                      <a:pt x="14200" y="16689"/>
                    </a:cubicBezTo>
                    <a:cubicBezTo>
                      <a:pt x="14200" y="16646"/>
                      <a:pt x="14200" y="16602"/>
                      <a:pt x="14200" y="16558"/>
                    </a:cubicBezTo>
                    <a:cubicBezTo>
                      <a:pt x="14114" y="16558"/>
                      <a:pt x="14027" y="16558"/>
                      <a:pt x="13938" y="16558"/>
                    </a:cubicBezTo>
                    <a:cubicBezTo>
                      <a:pt x="13938" y="16514"/>
                      <a:pt x="13938" y="16471"/>
                      <a:pt x="13938" y="16426"/>
                    </a:cubicBezTo>
                    <a:cubicBezTo>
                      <a:pt x="13851" y="16426"/>
                      <a:pt x="13764" y="16426"/>
                      <a:pt x="13675" y="16426"/>
                    </a:cubicBezTo>
                    <a:cubicBezTo>
                      <a:pt x="13675" y="16383"/>
                      <a:pt x="13675" y="16340"/>
                      <a:pt x="13675" y="16295"/>
                    </a:cubicBezTo>
                    <a:cubicBezTo>
                      <a:pt x="13631" y="16295"/>
                      <a:pt x="13588" y="16295"/>
                      <a:pt x="13543" y="16295"/>
                    </a:cubicBezTo>
                    <a:cubicBezTo>
                      <a:pt x="13543" y="16252"/>
                      <a:pt x="13543" y="16208"/>
                      <a:pt x="13543" y="16163"/>
                    </a:cubicBezTo>
                    <a:cubicBezTo>
                      <a:pt x="13457" y="16163"/>
                      <a:pt x="13370" y="16163"/>
                      <a:pt x="13281" y="16163"/>
                    </a:cubicBezTo>
                    <a:cubicBezTo>
                      <a:pt x="13281" y="16120"/>
                      <a:pt x="13281" y="16077"/>
                      <a:pt x="13281" y="16032"/>
                    </a:cubicBezTo>
                    <a:cubicBezTo>
                      <a:pt x="13237" y="16032"/>
                      <a:pt x="13194" y="16032"/>
                      <a:pt x="13149" y="16032"/>
                    </a:cubicBezTo>
                    <a:cubicBezTo>
                      <a:pt x="13149" y="15989"/>
                      <a:pt x="13149" y="15945"/>
                      <a:pt x="13149" y="15901"/>
                    </a:cubicBezTo>
                    <a:cubicBezTo>
                      <a:pt x="13062" y="15901"/>
                      <a:pt x="12976" y="15901"/>
                      <a:pt x="12886" y="15901"/>
                    </a:cubicBezTo>
                    <a:cubicBezTo>
                      <a:pt x="12886" y="15857"/>
                      <a:pt x="12886" y="15814"/>
                      <a:pt x="12886" y="15769"/>
                    </a:cubicBezTo>
                    <a:cubicBezTo>
                      <a:pt x="12843" y="15769"/>
                      <a:pt x="12800" y="15769"/>
                      <a:pt x="12755" y="15769"/>
                    </a:cubicBezTo>
                    <a:cubicBezTo>
                      <a:pt x="12755" y="15726"/>
                      <a:pt x="12755" y="15683"/>
                      <a:pt x="12755" y="15638"/>
                    </a:cubicBezTo>
                    <a:cubicBezTo>
                      <a:pt x="12668" y="15638"/>
                      <a:pt x="12581" y="15638"/>
                      <a:pt x="12492" y="15638"/>
                    </a:cubicBezTo>
                    <a:cubicBezTo>
                      <a:pt x="12492" y="15594"/>
                      <a:pt x="12492" y="15551"/>
                      <a:pt x="12492" y="15506"/>
                    </a:cubicBezTo>
                    <a:cubicBezTo>
                      <a:pt x="12449" y="15506"/>
                      <a:pt x="12405" y="15506"/>
                      <a:pt x="12361" y="15506"/>
                    </a:cubicBezTo>
                    <a:cubicBezTo>
                      <a:pt x="12361" y="15463"/>
                      <a:pt x="12361" y="15420"/>
                      <a:pt x="12361" y="15375"/>
                    </a:cubicBezTo>
                    <a:cubicBezTo>
                      <a:pt x="12317" y="15375"/>
                      <a:pt x="12274" y="15375"/>
                      <a:pt x="12229" y="15375"/>
                    </a:cubicBezTo>
                    <a:cubicBezTo>
                      <a:pt x="12229" y="15332"/>
                      <a:pt x="12229" y="15288"/>
                      <a:pt x="12229" y="15244"/>
                    </a:cubicBezTo>
                    <a:cubicBezTo>
                      <a:pt x="12186" y="15244"/>
                      <a:pt x="12143" y="15244"/>
                      <a:pt x="12098" y="15244"/>
                    </a:cubicBezTo>
                    <a:cubicBezTo>
                      <a:pt x="12098" y="15200"/>
                      <a:pt x="12098" y="15157"/>
                      <a:pt x="12098" y="15112"/>
                    </a:cubicBezTo>
                    <a:cubicBezTo>
                      <a:pt x="12055" y="15112"/>
                      <a:pt x="12011" y="15112"/>
                      <a:pt x="11966" y="15112"/>
                    </a:cubicBezTo>
                    <a:cubicBezTo>
                      <a:pt x="11966" y="15069"/>
                      <a:pt x="11966" y="15025"/>
                      <a:pt x="11966" y="14981"/>
                    </a:cubicBezTo>
                    <a:cubicBezTo>
                      <a:pt x="11923" y="14981"/>
                      <a:pt x="11880" y="14981"/>
                      <a:pt x="11835" y="14981"/>
                    </a:cubicBezTo>
                    <a:cubicBezTo>
                      <a:pt x="11835" y="14937"/>
                      <a:pt x="11835" y="14894"/>
                      <a:pt x="11835" y="14849"/>
                    </a:cubicBezTo>
                    <a:cubicBezTo>
                      <a:pt x="11792" y="14849"/>
                      <a:pt x="11748" y="14849"/>
                      <a:pt x="11704" y="14849"/>
                    </a:cubicBezTo>
                    <a:cubicBezTo>
                      <a:pt x="11704" y="14806"/>
                      <a:pt x="11704" y="14763"/>
                      <a:pt x="11704" y="14718"/>
                    </a:cubicBezTo>
                    <a:cubicBezTo>
                      <a:pt x="11660" y="14718"/>
                      <a:pt x="11617" y="14718"/>
                      <a:pt x="11572" y="14718"/>
                    </a:cubicBezTo>
                    <a:cubicBezTo>
                      <a:pt x="11572" y="14631"/>
                      <a:pt x="11572" y="14544"/>
                      <a:pt x="11572" y="14455"/>
                    </a:cubicBezTo>
                    <a:cubicBezTo>
                      <a:pt x="11529" y="14455"/>
                      <a:pt x="11486" y="14455"/>
                      <a:pt x="11441" y="14455"/>
                    </a:cubicBezTo>
                    <a:cubicBezTo>
                      <a:pt x="11441" y="14412"/>
                      <a:pt x="11441" y="14368"/>
                      <a:pt x="11441" y="14324"/>
                    </a:cubicBezTo>
                    <a:cubicBezTo>
                      <a:pt x="11397" y="14324"/>
                      <a:pt x="11354" y="14324"/>
                      <a:pt x="11309" y="14324"/>
                    </a:cubicBezTo>
                    <a:cubicBezTo>
                      <a:pt x="11309" y="14280"/>
                      <a:pt x="11309" y="14237"/>
                      <a:pt x="11309" y="14192"/>
                    </a:cubicBezTo>
                    <a:cubicBezTo>
                      <a:pt x="11266" y="14192"/>
                      <a:pt x="11223" y="14192"/>
                      <a:pt x="11178" y="14192"/>
                    </a:cubicBezTo>
                    <a:cubicBezTo>
                      <a:pt x="11178" y="14149"/>
                      <a:pt x="11178" y="14106"/>
                      <a:pt x="11178" y="14061"/>
                    </a:cubicBezTo>
                    <a:cubicBezTo>
                      <a:pt x="11135" y="14061"/>
                      <a:pt x="11091" y="14061"/>
                      <a:pt x="11047" y="14061"/>
                    </a:cubicBezTo>
                    <a:cubicBezTo>
                      <a:pt x="11047" y="14018"/>
                      <a:pt x="11047" y="13974"/>
                      <a:pt x="11047" y="13929"/>
                    </a:cubicBezTo>
                    <a:cubicBezTo>
                      <a:pt x="11003" y="13929"/>
                      <a:pt x="10960" y="13929"/>
                      <a:pt x="10915" y="13929"/>
                    </a:cubicBezTo>
                    <a:cubicBezTo>
                      <a:pt x="10915" y="13843"/>
                      <a:pt x="10915" y="13756"/>
                      <a:pt x="10915" y="13667"/>
                    </a:cubicBezTo>
                    <a:cubicBezTo>
                      <a:pt x="10872" y="13667"/>
                      <a:pt x="10828" y="13667"/>
                      <a:pt x="10784" y="13667"/>
                    </a:cubicBezTo>
                    <a:cubicBezTo>
                      <a:pt x="10784" y="13623"/>
                      <a:pt x="10784" y="13580"/>
                      <a:pt x="10784" y="13535"/>
                    </a:cubicBezTo>
                    <a:cubicBezTo>
                      <a:pt x="10740" y="13535"/>
                      <a:pt x="10697" y="13535"/>
                      <a:pt x="10652" y="13535"/>
                    </a:cubicBezTo>
                    <a:cubicBezTo>
                      <a:pt x="10652" y="13449"/>
                      <a:pt x="10652" y="13362"/>
                      <a:pt x="10652" y="13272"/>
                    </a:cubicBezTo>
                    <a:cubicBezTo>
                      <a:pt x="10609" y="13272"/>
                      <a:pt x="10566" y="13272"/>
                      <a:pt x="10521" y="13272"/>
                    </a:cubicBezTo>
                    <a:cubicBezTo>
                      <a:pt x="10521" y="13229"/>
                      <a:pt x="10521" y="13186"/>
                      <a:pt x="10521" y="13141"/>
                    </a:cubicBezTo>
                    <a:cubicBezTo>
                      <a:pt x="10478" y="13141"/>
                      <a:pt x="10434" y="13141"/>
                      <a:pt x="10390" y="13141"/>
                    </a:cubicBezTo>
                    <a:cubicBezTo>
                      <a:pt x="10390" y="13054"/>
                      <a:pt x="10390" y="12968"/>
                      <a:pt x="10390" y="12878"/>
                    </a:cubicBezTo>
                    <a:cubicBezTo>
                      <a:pt x="10346" y="12878"/>
                      <a:pt x="10303" y="12878"/>
                      <a:pt x="10258" y="12878"/>
                    </a:cubicBezTo>
                    <a:cubicBezTo>
                      <a:pt x="10258" y="12791"/>
                      <a:pt x="10258" y="12705"/>
                      <a:pt x="10258" y="12615"/>
                    </a:cubicBezTo>
                    <a:cubicBezTo>
                      <a:pt x="10215" y="12615"/>
                      <a:pt x="10171" y="12615"/>
                      <a:pt x="10127" y="12615"/>
                    </a:cubicBezTo>
                    <a:cubicBezTo>
                      <a:pt x="10127" y="12529"/>
                      <a:pt x="10127" y="12442"/>
                      <a:pt x="10127" y="12353"/>
                    </a:cubicBezTo>
                    <a:cubicBezTo>
                      <a:pt x="10083" y="12353"/>
                      <a:pt x="10040" y="12353"/>
                      <a:pt x="9995" y="12353"/>
                    </a:cubicBezTo>
                    <a:cubicBezTo>
                      <a:pt x="9995" y="12266"/>
                      <a:pt x="9995" y="12179"/>
                      <a:pt x="9995" y="12090"/>
                    </a:cubicBezTo>
                    <a:cubicBezTo>
                      <a:pt x="9952" y="12090"/>
                      <a:pt x="9909" y="12090"/>
                      <a:pt x="9864" y="12090"/>
                    </a:cubicBezTo>
                    <a:cubicBezTo>
                      <a:pt x="9864" y="12003"/>
                      <a:pt x="9864" y="11916"/>
                      <a:pt x="9864" y="11827"/>
                    </a:cubicBezTo>
                    <a:cubicBezTo>
                      <a:pt x="9821" y="11827"/>
                      <a:pt x="9777" y="11827"/>
                      <a:pt x="9733" y="11827"/>
                    </a:cubicBezTo>
                    <a:cubicBezTo>
                      <a:pt x="9733" y="11697"/>
                      <a:pt x="9733" y="11567"/>
                      <a:pt x="9733" y="11433"/>
                    </a:cubicBezTo>
                    <a:cubicBezTo>
                      <a:pt x="9689" y="11433"/>
                      <a:pt x="9646" y="11433"/>
                      <a:pt x="9601" y="11433"/>
                    </a:cubicBezTo>
                    <a:cubicBezTo>
                      <a:pt x="9601" y="11303"/>
                      <a:pt x="9601" y="11172"/>
                      <a:pt x="9601" y="11038"/>
                    </a:cubicBezTo>
                    <a:cubicBezTo>
                      <a:pt x="9558" y="11038"/>
                      <a:pt x="9514" y="11038"/>
                      <a:pt x="9470" y="11038"/>
                    </a:cubicBezTo>
                    <a:cubicBezTo>
                      <a:pt x="9470" y="10865"/>
                      <a:pt x="9470" y="10692"/>
                      <a:pt x="9470" y="10513"/>
                    </a:cubicBezTo>
                    <a:cubicBezTo>
                      <a:pt x="9426" y="10513"/>
                      <a:pt x="9383" y="10513"/>
                      <a:pt x="9338" y="10513"/>
                    </a:cubicBezTo>
                    <a:cubicBezTo>
                      <a:pt x="9338" y="10339"/>
                      <a:pt x="9338" y="10166"/>
                      <a:pt x="9338" y="9987"/>
                    </a:cubicBezTo>
                    <a:cubicBezTo>
                      <a:pt x="9295" y="9987"/>
                      <a:pt x="9252" y="9987"/>
                      <a:pt x="9207" y="9987"/>
                    </a:cubicBezTo>
                    <a:cubicBezTo>
                      <a:pt x="9207" y="9770"/>
                      <a:pt x="9207" y="9554"/>
                      <a:pt x="9207" y="9330"/>
                    </a:cubicBezTo>
                    <a:cubicBezTo>
                      <a:pt x="9164" y="9330"/>
                      <a:pt x="9120" y="9330"/>
                      <a:pt x="9075" y="9330"/>
                    </a:cubicBezTo>
                    <a:cubicBezTo>
                      <a:pt x="9075" y="8463"/>
                      <a:pt x="9075" y="7596"/>
                      <a:pt x="9075" y="6702"/>
                    </a:cubicBezTo>
                    <a:cubicBezTo>
                      <a:pt x="9119" y="6702"/>
                      <a:pt x="9162" y="6702"/>
                      <a:pt x="9207" y="6702"/>
                    </a:cubicBezTo>
                    <a:cubicBezTo>
                      <a:pt x="9207" y="6398"/>
                      <a:pt x="9207" y="6095"/>
                      <a:pt x="9207" y="5782"/>
                    </a:cubicBezTo>
                    <a:cubicBezTo>
                      <a:pt x="9250" y="5782"/>
                      <a:pt x="9294" y="5782"/>
                      <a:pt x="9338" y="5782"/>
                    </a:cubicBezTo>
                    <a:cubicBezTo>
                      <a:pt x="9338" y="5609"/>
                      <a:pt x="9338" y="5435"/>
                      <a:pt x="9338" y="5256"/>
                    </a:cubicBezTo>
                    <a:cubicBezTo>
                      <a:pt x="9382" y="5256"/>
                      <a:pt x="9425" y="5256"/>
                      <a:pt x="9470" y="5256"/>
                    </a:cubicBezTo>
                    <a:cubicBezTo>
                      <a:pt x="9470" y="5083"/>
                      <a:pt x="9470" y="4909"/>
                      <a:pt x="9470" y="4731"/>
                    </a:cubicBezTo>
                    <a:cubicBezTo>
                      <a:pt x="9513" y="4731"/>
                      <a:pt x="9556" y="4731"/>
                      <a:pt x="9601" y="4731"/>
                    </a:cubicBezTo>
                    <a:cubicBezTo>
                      <a:pt x="9601" y="4601"/>
                      <a:pt x="9601" y="4471"/>
                      <a:pt x="9601" y="4337"/>
                    </a:cubicBezTo>
                    <a:cubicBezTo>
                      <a:pt x="9644" y="4337"/>
                      <a:pt x="9688" y="4337"/>
                      <a:pt x="9733" y="4337"/>
                    </a:cubicBezTo>
                    <a:cubicBezTo>
                      <a:pt x="9733" y="4250"/>
                      <a:pt x="9733" y="4163"/>
                      <a:pt x="9733" y="4074"/>
                    </a:cubicBezTo>
                    <a:cubicBezTo>
                      <a:pt x="9776" y="4074"/>
                      <a:pt x="9819" y="4074"/>
                      <a:pt x="9864" y="4074"/>
                    </a:cubicBezTo>
                    <a:cubicBezTo>
                      <a:pt x="9864" y="3944"/>
                      <a:pt x="9864" y="3814"/>
                      <a:pt x="9864" y="3679"/>
                    </a:cubicBezTo>
                    <a:cubicBezTo>
                      <a:pt x="9907" y="3679"/>
                      <a:pt x="9951" y="3679"/>
                      <a:pt x="9995" y="3679"/>
                    </a:cubicBezTo>
                    <a:cubicBezTo>
                      <a:pt x="9995" y="3593"/>
                      <a:pt x="9995" y="3506"/>
                      <a:pt x="9995" y="3417"/>
                    </a:cubicBezTo>
                    <a:cubicBezTo>
                      <a:pt x="10039" y="3417"/>
                      <a:pt x="10082" y="3417"/>
                      <a:pt x="10127" y="3417"/>
                    </a:cubicBezTo>
                    <a:cubicBezTo>
                      <a:pt x="10127" y="3330"/>
                      <a:pt x="10127" y="3243"/>
                      <a:pt x="10127" y="3154"/>
                    </a:cubicBezTo>
                    <a:cubicBezTo>
                      <a:pt x="10170" y="3154"/>
                      <a:pt x="10213" y="3154"/>
                      <a:pt x="10258" y="3154"/>
                    </a:cubicBezTo>
                    <a:cubicBezTo>
                      <a:pt x="10258" y="3067"/>
                      <a:pt x="10258" y="2980"/>
                      <a:pt x="10258" y="2891"/>
                    </a:cubicBezTo>
                    <a:cubicBezTo>
                      <a:pt x="10302" y="2891"/>
                      <a:pt x="10345" y="2891"/>
                      <a:pt x="10390" y="2891"/>
                    </a:cubicBezTo>
                    <a:cubicBezTo>
                      <a:pt x="10390" y="2804"/>
                      <a:pt x="10390" y="2718"/>
                      <a:pt x="10390" y="2628"/>
                    </a:cubicBezTo>
                    <a:cubicBezTo>
                      <a:pt x="10433" y="2628"/>
                      <a:pt x="10476" y="2628"/>
                      <a:pt x="10521" y="2628"/>
                    </a:cubicBezTo>
                    <a:cubicBezTo>
                      <a:pt x="10521" y="2541"/>
                      <a:pt x="10521" y="2455"/>
                      <a:pt x="10521" y="2365"/>
                    </a:cubicBezTo>
                    <a:cubicBezTo>
                      <a:pt x="10564" y="2365"/>
                      <a:pt x="10608" y="2365"/>
                      <a:pt x="10652" y="2365"/>
                    </a:cubicBezTo>
                    <a:cubicBezTo>
                      <a:pt x="10652" y="2322"/>
                      <a:pt x="10652" y="2279"/>
                      <a:pt x="10652" y="2234"/>
                    </a:cubicBezTo>
                    <a:cubicBezTo>
                      <a:pt x="10696" y="2234"/>
                      <a:pt x="10739" y="2234"/>
                      <a:pt x="10784" y="2234"/>
                    </a:cubicBezTo>
                    <a:cubicBezTo>
                      <a:pt x="10784" y="2147"/>
                      <a:pt x="10784" y="2061"/>
                      <a:pt x="10784" y="1971"/>
                    </a:cubicBezTo>
                    <a:cubicBezTo>
                      <a:pt x="10827" y="1971"/>
                      <a:pt x="10871" y="1971"/>
                      <a:pt x="10915" y="1971"/>
                    </a:cubicBezTo>
                    <a:cubicBezTo>
                      <a:pt x="10915" y="1884"/>
                      <a:pt x="10915" y="1798"/>
                      <a:pt x="10915" y="1708"/>
                    </a:cubicBezTo>
                    <a:cubicBezTo>
                      <a:pt x="10959" y="1708"/>
                      <a:pt x="11002" y="1708"/>
                      <a:pt x="11047" y="1708"/>
                    </a:cubicBezTo>
                    <a:cubicBezTo>
                      <a:pt x="11047" y="1665"/>
                      <a:pt x="11047" y="1622"/>
                      <a:pt x="11047" y="1577"/>
                    </a:cubicBezTo>
                    <a:cubicBezTo>
                      <a:pt x="11090" y="1577"/>
                      <a:pt x="11133" y="1577"/>
                      <a:pt x="11178" y="1577"/>
                    </a:cubicBezTo>
                    <a:cubicBezTo>
                      <a:pt x="11178" y="1490"/>
                      <a:pt x="11178" y="1403"/>
                      <a:pt x="11178" y="1314"/>
                    </a:cubicBezTo>
                    <a:cubicBezTo>
                      <a:pt x="11221" y="1314"/>
                      <a:pt x="11265" y="1314"/>
                      <a:pt x="11309" y="1314"/>
                    </a:cubicBezTo>
                    <a:cubicBezTo>
                      <a:pt x="11309" y="1271"/>
                      <a:pt x="11309" y="1227"/>
                      <a:pt x="11309" y="1183"/>
                    </a:cubicBezTo>
                    <a:cubicBezTo>
                      <a:pt x="11353" y="1183"/>
                      <a:pt x="11396" y="1183"/>
                      <a:pt x="11441" y="1183"/>
                    </a:cubicBezTo>
                    <a:cubicBezTo>
                      <a:pt x="11441" y="1096"/>
                      <a:pt x="11441" y="1009"/>
                      <a:pt x="11441" y="920"/>
                    </a:cubicBezTo>
                    <a:cubicBezTo>
                      <a:pt x="11267" y="920"/>
                      <a:pt x="11094" y="920"/>
                      <a:pt x="10915" y="920"/>
                    </a:cubicBezTo>
                    <a:close/>
                  </a:path>
                </a:pathLst>
              </a:custGeom>
              <a:solidFill>
                <a:srgbClr val="251047"/>
              </a:solidFill>
              <a:ln w="834" cap="flat">
                <a:noFill/>
              </a:ln>
            </p:spPr>
          </p:sp>
          <p:sp>
            <p:nvSpPr>
              <p:cNvPr id="601" name="ICON_SKILL_SLEEP_path_003"/>
              <p:cNvSpPr/>
              <p:nvPr/>
            </p:nvSpPr>
            <p:spPr>
              <a:xfrm>
                <a:off x="6483513" y="962452"/>
                <a:ext cx="13351" cy="88452"/>
              </a:xfrm>
              <a:custGeom>
                <a:avLst/>
                <a:gdLst/>
                <a:ahLst/>
                <a:cxnLst/>
                <a:rect l="0" t="0" r="r" b="b"/>
                <a:pathLst>
                  <a:path w="1051" h="6965" fill="norm" stroke="0">
                    <a:moveTo>
                      <a:pt x="657" y="0"/>
                    </a:moveTo>
                    <a:cubicBezTo>
                      <a:pt x="700" y="0"/>
                      <a:pt x="744" y="0"/>
                      <a:pt x="788" y="0"/>
                    </a:cubicBezTo>
                    <a:cubicBezTo>
                      <a:pt x="788" y="130"/>
                      <a:pt x="788" y="260"/>
                      <a:pt x="788" y="394"/>
                    </a:cubicBezTo>
                    <a:cubicBezTo>
                      <a:pt x="745" y="394"/>
                      <a:pt x="702" y="394"/>
                      <a:pt x="657" y="394"/>
                    </a:cubicBezTo>
                    <a:cubicBezTo>
                      <a:pt x="657" y="481"/>
                      <a:pt x="657" y="568"/>
                      <a:pt x="657" y="657"/>
                    </a:cubicBezTo>
                    <a:cubicBezTo>
                      <a:pt x="700" y="657"/>
                      <a:pt x="744" y="657"/>
                      <a:pt x="788" y="657"/>
                    </a:cubicBezTo>
                    <a:cubicBezTo>
                      <a:pt x="788" y="744"/>
                      <a:pt x="788" y="831"/>
                      <a:pt x="788" y="920"/>
                    </a:cubicBezTo>
                    <a:cubicBezTo>
                      <a:pt x="745" y="920"/>
                      <a:pt x="702" y="920"/>
                      <a:pt x="657" y="920"/>
                    </a:cubicBezTo>
                    <a:cubicBezTo>
                      <a:pt x="657" y="963"/>
                      <a:pt x="657" y="1007"/>
                      <a:pt x="657" y="1051"/>
                    </a:cubicBezTo>
                    <a:cubicBezTo>
                      <a:pt x="614" y="1051"/>
                      <a:pt x="570" y="1051"/>
                      <a:pt x="526" y="1051"/>
                    </a:cubicBezTo>
                    <a:cubicBezTo>
                      <a:pt x="526" y="1095"/>
                      <a:pt x="526" y="1138"/>
                      <a:pt x="526" y="1183"/>
                    </a:cubicBezTo>
                    <a:cubicBezTo>
                      <a:pt x="482" y="1183"/>
                      <a:pt x="439" y="1183"/>
                      <a:pt x="394" y="1183"/>
                    </a:cubicBezTo>
                    <a:cubicBezTo>
                      <a:pt x="394" y="1486"/>
                      <a:pt x="394" y="1790"/>
                      <a:pt x="394" y="2103"/>
                    </a:cubicBezTo>
                    <a:cubicBezTo>
                      <a:pt x="481" y="2103"/>
                      <a:pt x="568" y="2103"/>
                      <a:pt x="657" y="2103"/>
                    </a:cubicBezTo>
                    <a:cubicBezTo>
                      <a:pt x="657" y="2319"/>
                      <a:pt x="657" y="2536"/>
                      <a:pt x="657" y="2760"/>
                    </a:cubicBezTo>
                    <a:cubicBezTo>
                      <a:pt x="570" y="2760"/>
                      <a:pt x="484" y="2760"/>
                      <a:pt x="394" y="2760"/>
                    </a:cubicBezTo>
                    <a:cubicBezTo>
                      <a:pt x="394" y="2716"/>
                      <a:pt x="394" y="2673"/>
                      <a:pt x="394" y="2628"/>
                    </a:cubicBezTo>
                    <a:cubicBezTo>
                      <a:pt x="308" y="2628"/>
                      <a:pt x="221" y="2628"/>
                      <a:pt x="131" y="2628"/>
                    </a:cubicBezTo>
                    <a:cubicBezTo>
                      <a:pt x="131" y="3235"/>
                      <a:pt x="131" y="3842"/>
                      <a:pt x="131" y="4468"/>
                    </a:cubicBezTo>
                    <a:cubicBezTo>
                      <a:pt x="175" y="4468"/>
                      <a:pt x="218" y="4468"/>
                      <a:pt x="263" y="4468"/>
                    </a:cubicBezTo>
                    <a:cubicBezTo>
                      <a:pt x="263" y="4511"/>
                      <a:pt x="263" y="4555"/>
                      <a:pt x="263" y="4599"/>
                    </a:cubicBezTo>
                    <a:cubicBezTo>
                      <a:pt x="350" y="4599"/>
                      <a:pt x="436" y="4599"/>
                      <a:pt x="526" y="4599"/>
                    </a:cubicBezTo>
                    <a:cubicBezTo>
                      <a:pt x="526" y="4643"/>
                      <a:pt x="526" y="4686"/>
                      <a:pt x="526" y="4731"/>
                    </a:cubicBezTo>
                    <a:cubicBezTo>
                      <a:pt x="569" y="4731"/>
                      <a:pt x="612" y="4731"/>
                      <a:pt x="657" y="4731"/>
                    </a:cubicBezTo>
                    <a:cubicBezTo>
                      <a:pt x="657" y="4948"/>
                      <a:pt x="657" y="5164"/>
                      <a:pt x="657" y="5388"/>
                    </a:cubicBezTo>
                    <a:cubicBezTo>
                      <a:pt x="570" y="5388"/>
                      <a:pt x="484" y="5388"/>
                      <a:pt x="394" y="5388"/>
                    </a:cubicBezTo>
                    <a:cubicBezTo>
                      <a:pt x="394" y="5648"/>
                      <a:pt x="394" y="5908"/>
                      <a:pt x="394" y="6176"/>
                    </a:cubicBezTo>
                    <a:cubicBezTo>
                      <a:pt x="438" y="6176"/>
                      <a:pt x="481" y="6176"/>
                      <a:pt x="526" y="6176"/>
                    </a:cubicBezTo>
                    <a:cubicBezTo>
                      <a:pt x="526" y="6263"/>
                      <a:pt x="526" y="6350"/>
                      <a:pt x="526" y="6439"/>
                    </a:cubicBezTo>
                    <a:cubicBezTo>
                      <a:pt x="656" y="6439"/>
                      <a:pt x="786" y="6439"/>
                      <a:pt x="920" y="6439"/>
                    </a:cubicBezTo>
                    <a:cubicBezTo>
                      <a:pt x="920" y="6482"/>
                      <a:pt x="920" y="6526"/>
                      <a:pt x="920" y="6571"/>
                    </a:cubicBezTo>
                    <a:cubicBezTo>
                      <a:pt x="963" y="6571"/>
                      <a:pt x="1007" y="6571"/>
                      <a:pt x="1051" y="6571"/>
                    </a:cubicBezTo>
                    <a:cubicBezTo>
                      <a:pt x="1051" y="6614"/>
                      <a:pt x="1051" y="6657"/>
                      <a:pt x="1051" y="6702"/>
                    </a:cubicBezTo>
                    <a:cubicBezTo>
                      <a:pt x="965" y="6702"/>
                      <a:pt x="878" y="6702"/>
                      <a:pt x="788" y="6702"/>
                    </a:cubicBezTo>
                    <a:cubicBezTo>
                      <a:pt x="788" y="6745"/>
                      <a:pt x="788" y="6789"/>
                      <a:pt x="788" y="6833"/>
                    </a:cubicBezTo>
                    <a:cubicBezTo>
                      <a:pt x="731" y="6875"/>
                      <a:pt x="731" y="6875"/>
                      <a:pt x="657" y="6907"/>
                    </a:cubicBezTo>
                    <a:cubicBezTo>
                      <a:pt x="633" y="6918"/>
                      <a:pt x="608" y="6929"/>
                      <a:pt x="583" y="6941"/>
                    </a:cubicBezTo>
                    <a:cubicBezTo>
                      <a:pt x="564" y="6949"/>
                      <a:pt x="545" y="6957"/>
                      <a:pt x="526" y="6965"/>
                    </a:cubicBezTo>
                    <a:cubicBezTo>
                      <a:pt x="526" y="6878"/>
                      <a:pt x="526" y="6791"/>
                      <a:pt x="526" y="6702"/>
                    </a:cubicBezTo>
                    <a:cubicBezTo>
                      <a:pt x="482" y="6702"/>
                      <a:pt x="439" y="6702"/>
                      <a:pt x="394" y="6702"/>
                    </a:cubicBezTo>
                    <a:cubicBezTo>
                      <a:pt x="263" y="6392"/>
                      <a:pt x="246" y="6116"/>
                      <a:pt x="263" y="5782"/>
                    </a:cubicBezTo>
                    <a:cubicBezTo>
                      <a:pt x="219" y="5782"/>
                      <a:pt x="176" y="5782"/>
                      <a:pt x="131" y="5782"/>
                    </a:cubicBezTo>
                    <a:cubicBezTo>
                      <a:pt x="131" y="5522"/>
                      <a:pt x="131" y="5262"/>
                      <a:pt x="131" y="4994"/>
                    </a:cubicBezTo>
                    <a:cubicBezTo>
                      <a:pt x="88" y="4994"/>
                      <a:pt x="45" y="4994"/>
                      <a:pt x="0" y="4994"/>
                    </a:cubicBezTo>
                    <a:cubicBezTo>
                      <a:pt x="0" y="4126"/>
                      <a:pt x="0" y="3259"/>
                      <a:pt x="0" y="2365"/>
                    </a:cubicBezTo>
                    <a:cubicBezTo>
                      <a:pt x="43" y="2365"/>
                      <a:pt x="87" y="2365"/>
                      <a:pt x="131" y="2365"/>
                    </a:cubicBezTo>
                    <a:cubicBezTo>
                      <a:pt x="131" y="2105"/>
                      <a:pt x="131" y="1845"/>
                      <a:pt x="131" y="1577"/>
                    </a:cubicBezTo>
                    <a:cubicBezTo>
                      <a:pt x="175" y="1577"/>
                      <a:pt x="218" y="1577"/>
                      <a:pt x="263" y="1577"/>
                    </a:cubicBezTo>
                    <a:cubicBezTo>
                      <a:pt x="263" y="1403"/>
                      <a:pt x="263" y="1230"/>
                      <a:pt x="263" y="1051"/>
                    </a:cubicBezTo>
                    <a:cubicBezTo>
                      <a:pt x="306" y="1051"/>
                      <a:pt x="350" y="1051"/>
                      <a:pt x="394" y="1051"/>
                    </a:cubicBezTo>
                    <a:cubicBezTo>
                      <a:pt x="394" y="921"/>
                      <a:pt x="394" y="791"/>
                      <a:pt x="394" y="657"/>
                    </a:cubicBezTo>
                    <a:cubicBezTo>
                      <a:pt x="438" y="657"/>
                      <a:pt x="481" y="657"/>
                      <a:pt x="526" y="657"/>
                    </a:cubicBezTo>
                    <a:cubicBezTo>
                      <a:pt x="524" y="632"/>
                      <a:pt x="523" y="606"/>
                      <a:pt x="521" y="580"/>
                    </a:cubicBezTo>
                    <a:cubicBezTo>
                      <a:pt x="513" y="380"/>
                      <a:pt x="522" y="226"/>
                      <a:pt x="615" y="44"/>
                    </a:cubicBezTo>
                    <a:cubicBezTo>
                      <a:pt x="629" y="29"/>
                      <a:pt x="643" y="15"/>
                      <a:pt x="65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02" name="ICON_SKILL_SLEEP_path_004"/>
              <p:cNvSpPr/>
              <p:nvPr/>
            </p:nvSpPr>
            <p:spPr>
              <a:xfrm>
                <a:off x="6548600" y="1107648"/>
                <a:ext cx="106810" cy="16689"/>
              </a:xfrm>
              <a:custGeom>
                <a:avLst/>
                <a:gdLst/>
                <a:ahLst/>
                <a:cxnLst/>
                <a:rect l="0" t="0" r="r" b="b"/>
                <a:pathLst>
                  <a:path w="8410" h="1314" fill="norm" stroke="0">
                    <a:moveTo>
                      <a:pt x="8016" y="0"/>
                    </a:moveTo>
                    <a:cubicBezTo>
                      <a:pt x="8146" y="0"/>
                      <a:pt x="8276" y="0"/>
                      <a:pt x="8410" y="0"/>
                    </a:cubicBezTo>
                    <a:cubicBezTo>
                      <a:pt x="8341" y="185"/>
                      <a:pt x="8341" y="185"/>
                      <a:pt x="8279" y="263"/>
                    </a:cubicBezTo>
                    <a:cubicBezTo>
                      <a:pt x="8188" y="286"/>
                      <a:pt x="8108" y="279"/>
                      <a:pt x="8016" y="263"/>
                    </a:cubicBezTo>
                    <a:cubicBezTo>
                      <a:pt x="8018" y="283"/>
                      <a:pt x="8020" y="303"/>
                      <a:pt x="8023" y="324"/>
                    </a:cubicBezTo>
                    <a:cubicBezTo>
                      <a:pt x="8016" y="394"/>
                      <a:pt x="8016" y="394"/>
                      <a:pt x="7972" y="436"/>
                    </a:cubicBezTo>
                    <a:cubicBezTo>
                      <a:pt x="7766" y="541"/>
                      <a:pt x="7585" y="539"/>
                      <a:pt x="7359" y="526"/>
                    </a:cubicBezTo>
                    <a:cubicBezTo>
                      <a:pt x="7359" y="569"/>
                      <a:pt x="7359" y="612"/>
                      <a:pt x="7359" y="657"/>
                    </a:cubicBezTo>
                    <a:cubicBezTo>
                      <a:pt x="7272" y="657"/>
                      <a:pt x="7186" y="657"/>
                      <a:pt x="7096" y="657"/>
                    </a:cubicBezTo>
                    <a:cubicBezTo>
                      <a:pt x="7096" y="700"/>
                      <a:pt x="7096" y="744"/>
                      <a:pt x="7096" y="788"/>
                    </a:cubicBezTo>
                    <a:cubicBezTo>
                      <a:pt x="6966" y="788"/>
                      <a:pt x="6836" y="788"/>
                      <a:pt x="6702" y="788"/>
                    </a:cubicBezTo>
                    <a:cubicBezTo>
                      <a:pt x="6702" y="832"/>
                      <a:pt x="6702" y="875"/>
                      <a:pt x="6702" y="920"/>
                    </a:cubicBezTo>
                    <a:cubicBezTo>
                      <a:pt x="6358" y="1076"/>
                      <a:pt x="6023" y="1066"/>
                      <a:pt x="5651" y="1051"/>
                    </a:cubicBezTo>
                    <a:cubicBezTo>
                      <a:pt x="5651" y="1095"/>
                      <a:pt x="5651" y="1138"/>
                      <a:pt x="5651" y="1183"/>
                    </a:cubicBezTo>
                    <a:cubicBezTo>
                      <a:pt x="5434" y="1183"/>
                      <a:pt x="5217" y="1183"/>
                      <a:pt x="4994" y="1183"/>
                    </a:cubicBezTo>
                    <a:cubicBezTo>
                      <a:pt x="4994" y="1226"/>
                      <a:pt x="4994" y="1269"/>
                      <a:pt x="4994" y="1314"/>
                    </a:cubicBezTo>
                    <a:cubicBezTo>
                      <a:pt x="4126" y="1314"/>
                      <a:pt x="3259" y="1314"/>
                      <a:pt x="2365" y="1314"/>
                    </a:cubicBezTo>
                    <a:cubicBezTo>
                      <a:pt x="2365" y="1271"/>
                      <a:pt x="2365" y="1227"/>
                      <a:pt x="2365" y="1183"/>
                    </a:cubicBezTo>
                    <a:cubicBezTo>
                      <a:pt x="2356" y="1183"/>
                      <a:pt x="2356" y="1183"/>
                      <a:pt x="2306" y="1184"/>
                    </a:cubicBezTo>
                    <a:cubicBezTo>
                      <a:pt x="2218" y="1185"/>
                      <a:pt x="2129" y="1186"/>
                      <a:pt x="2041" y="1187"/>
                    </a:cubicBezTo>
                    <a:cubicBezTo>
                      <a:pt x="2010" y="1187"/>
                      <a:pt x="1979" y="1188"/>
                      <a:pt x="1948" y="1188"/>
                    </a:cubicBezTo>
                    <a:cubicBezTo>
                      <a:pt x="1918" y="1189"/>
                      <a:pt x="1889" y="1189"/>
                      <a:pt x="1858" y="1189"/>
                    </a:cubicBezTo>
                    <a:cubicBezTo>
                      <a:pt x="1831" y="1189"/>
                      <a:pt x="1804" y="1190"/>
                      <a:pt x="1776" y="1190"/>
                    </a:cubicBezTo>
                    <a:cubicBezTo>
                      <a:pt x="1708" y="1183"/>
                      <a:pt x="1708" y="1183"/>
                      <a:pt x="1643" y="1117"/>
                    </a:cubicBezTo>
                    <a:cubicBezTo>
                      <a:pt x="1572" y="1105"/>
                      <a:pt x="1504" y="1096"/>
                      <a:pt x="1433" y="1088"/>
                    </a:cubicBezTo>
                    <a:cubicBezTo>
                      <a:pt x="1206" y="1061"/>
                      <a:pt x="1002" y="1000"/>
                      <a:pt x="788" y="920"/>
                    </a:cubicBezTo>
                    <a:cubicBezTo>
                      <a:pt x="788" y="877"/>
                      <a:pt x="788" y="833"/>
                      <a:pt x="788" y="788"/>
                    </a:cubicBezTo>
                    <a:cubicBezTo>
                      <a:pt x="658" y="788"/>
                      <a:pt x="528" y="788"/>
                      <a:pt x="394" y="788"/>
                    </a:cubicBezTo>
                    <a:cubicBezTo>
                      <a:pt x="394" y="745"/>
                      <a:pt x="394" y="702"/>
                      <a:pt x="394" y="657"/>
                    </a:cubicBezTo>
                    <a:cubicBezTo>
                      <a:pt x="371" y="655"/>
                      <a:pt x="348" y="652"/>
                      <a:pt x="325" y="650"/>
                    </a:cubicBezTo>
                    <a:cubicBezTo>
                      <a:pt x="83" y="615"/>
                      <a:pt x="83" y="615"/>
                      <a:pt x="29" y="543"/>
                    </a:cubicBezTo>
                    <a:cubicBezTo>
                      <a:pt x="12" y="489"/>
                      <a:pt x="12" y="489"/>
                      <a:pt x="0" y="394"/>
                    </a:cubicBezTo>
                    <a:cubicBezTo>
                      <a:pt x="130" y="394"/>
                      <a:pt x="260" y="394"/>
                      <a:pt x="394" y="394"/>
                    </a:cubicBezTo>
                    <a:cubicBezTo>
                      <a:pt x="394" y="438"/>
                      <a:pt x="394" y="481"/>
                      <a:pt x="394" y="526"/>
                    </a:cubicBezTo>
                    <a:cubicBezTo>
                      <a:pt x="438" y="526"/>
                      <a:pt x="481" y="526"/>
                      <a:pt x="526" y="526"/>
                    </a:cubicBezTo>
                    <a:cubicBezTo>
                      <a:pt x="526" y="569"/>
                      <a:pt x="526" y="612"/>
                      <a:pt x="526" y="657"/>
                    </a:cubicBezTo>
                    <a:cubicBezTo>
                      <a:pt x="699" y="657"/>
                      <a:pt x="873" y="657"/>
                      <a:pt x="1051" y="657"/>
                    </a:cubicBezTo>
                    <a:cubicBezTo>
                      <a:pt x="1051" y="700"/>
                      <a:pt x="1051" y="744"/>
                      <a:pt x="1051" y="788"/>
                    </a:cubicBezTo>
                    <a:cubicBezTo>
                      <a:pt x="1138" y="788"/>
                      <a:pt x="1225" y="788"/>
                      <a:pt x="1314" y="788"/>
                    </a:cubicBezTo>
                    <a:cubicBezTo>
                      <a:pt x="1314" y="832"/>
                      <a:pt x="1314" y="875"/>
                      <a:pt x="1314" y="920"/>
                    </a:cubicBezTo>
                    <a:cubicBezTo>
                      <a:pt x="1488" y="920"/>
                      <a:pt x="1661" y="920"/>
                      <a:pt x="1840" y="920"/>
                    </a:cubicBezTo>
                    <a:cubicBezTo>
                      <a:pt x="1840" y="963"/>
                      <a:pt x="1840" y="1007"/>
                      <a:pt x="1840" y="1051"/>
                    </a:cubicBezTo>
                    <a:cubicBezTo>
                      <a:pt x="1926" y="1051"/>
                      <a:pt x="2013" y="1051"/>
                      <a:pt x="2103" y="1051"/>
                    </a:cubicBezTo>
                    <a:cubicBezTo>
                      <a:pt x="2103" y="921"/>
                      <a:pt x="2103" y="791"/>
                      <a:pt x="2103" y="657"/>
                    </a:cubicBezTo>
                    <a:cubicBezTo>
                      <a:pt x="2189" y="657"/>
                      <a:pt x="2276" y="657"/>
                      <a:pt x="2365" y="657"/>
                    </a:cubicBezTo>
                    <a:cubicBezTo>
                      <a:pt x="2365" y="744"/>
                      <a:pt x="2365" y="831"/>
                      <a:pt x="2365" y="920"/>
                    </a:cubicBezTo>
                    <a:cubicBezTo>
                      <a:pt x="2409" y="920"/>
                      <a:pt x="2452" y="920"/>
                      <a:pt x="2497" y="920"/>
                    </a:cubicBezTo>
                    <a:cubicBezTo>
                      <a:pt x="2497" y="963"/>
                      <a:pt x="2497" y="1007"/>
                      <a:pt x="2497" y="1051"/>
                    </a:cubicBezTo>
                    <a:cubicBezTo>
                      <a:pt x="2540" y="1051"/>
                      <a:pt x="2584" y="1051"/>
                      <a:pt x="2628" y="1051"/>
                    </a:cubicBezTo>
                    <a:cubicBezTo>
                      <a:pt x="2628" y="1095"/>
                      <a:pt x="2628" y="1138"/>
                      <a:pt x="2628" y="1183"/>
                    </a:cubicBezTo>
                    <a:cubicBezTo>
                      <a:pt x="3322" y="1183"/>
                      <a:pt x="4016" y="1183"/>
                      <a:pt x="4731" y="1183"/>
                    </a:cubicBezTo>
                    <a:cubicBezTo>
                      <a:pt x="4731" y="1139"/>
                      <a:pt x="4731" y="1096"/>
                      <a:pt x="4731" y="1051"/>
                    </a:cubicBezTo>
                    <a:cubicBezTo>
                      <a:pt x="4774" y="1051"/>
                      <a:pt x="4817" y="1051"/>
                      <a:pt x="4862" y="1051"/>
                    </a:cubicBezTo>
                    <a:cubicBezTo>
                      <a:pt x="4862" y="1008"/>
                      <a:pt x="4862" y="965"/>
                      <a:pt x="4862" y="920"/>
                    </a:cubicBezTo>
                    <a:cubicBezTo>
                      <a:pt x="4949" y="920"/>
                      <a:pt x="5036" y="920"/>
                      <a:pt x="5125" y="920"/>
                    </a:cubicBezTo>
                    <a:cubicBezTo>
                      <a:pt x="5125" y="833"/>
                      <a:pt x="5125" y="746"/>
                      <a:pt x="5125" y="657"/>
                    </a:cubicBezTo>
                    <a:cubicBezTo>
                      <a:pt x="5212" y="657"/>
                      <a:pt x="5298" y="657"/>
                      <a:pt x="5388" y="657"/>
                    </a:cubicBezTo>
                    <a:cubicBezTo>
                      <a:pt x="5388" y="744"/>
                      <a:pt x="5388" y="831"/>
                      <a:pt x="5388" y="920"/>
                    </a:cubicBezTo>
                    <a:cubicBezTo>
                      <a:pt x="5648" y="920"/>
                      <a:pt x="5908" y="920"/>
                      <a:pt x="6176" y="920"/>
                    </a:cubicBezTo>
                    <a:cubicBezTo>
                      <a:pt x="6176" y="877"/>
                      <a:pt x="6176" y="833"/>
                      <a:pt x="6176" y="788"/>
                    </a:cubicBezTo>
                    <a:cubicBezTo>
                      <a:pt x="6263" y="788"/>
                      <a:pt x="6350" y="788"/>
                      <a:pt x="6439" y="788"/>
                    </a:cubicBezTo>
                    <a:cubicBezTo>
                      <a:pt x="6439" y="745"/>
                      <a:pt x="6439" y="702"/>
                      <a:pt x="6439" y="657"/>
                    </a:cubicBezTo>
                    <a:cubicBezTo>
                      <a:pt x="6613" y="657"/>
                      <a:pt x="6786" y="657"/>
                      <a:pt x="6965" y="657"/>
                    </a:cubicBezTo>
                    <a:cubicBezTo>
                      <a:pt x="6965" y="614"/>
                      <a:pt x="6965" y="570"/>
                      <a:pt x="6965" y="526"/>
                    </a:cubicBezTo>
                    <a:cubicBezTo>
                      <a:pt x="7008" y="526"/>
                      <a:pt x="7051" y="526"/>
                      <a:pt x="7096" y="526"/>
                    </a:cubicBezTo>
                    <a:cubicBezTo>
                      <a:pt x="7096" y="482"/>
                      <a:pt x="7096" y="439"/>
                      <a:pt x="7096" y="394"/>
                    </a:cubicBezTo>
                    <a:cubicBezTo>
                      <a:pt x="7140" y="394"/>
                      <a:pt x="7183" y="394"/>
                      <a:pt x="7228" y="394"/>
                    </a:cubicBezTo>
                    <a:cubicBezTo>
                      <a:pt x="7228" y="351"/>
                      <a:pt x="7228" y="308"/>
                      <a:pt x="7228" y="263"/>
                    </a:cubicBezTo>
                    <a:cubicBezTo>
                      <a:pt x="7271" y="263"/>
                      <a:pt x="7314" y="263"/>
                      <a:pt x="7359" y="263"/>
                    </a:cubicBezTo>
                    <a:cubicBezTo>
                      <a:pt x="7359" y="306"/>
                      <a:pt x="7359" y="350"/>
                      <a:pt x="7359" y="394"/>
                    </a:cubicBezTo>
                    <a:cubicBezTo>
                      <a:pt x="7446" y="394"/>
                      <a:pt x="7532" y="394"/>
                      <a:pt x="7622" y="394"/>
                    </a:cubicBezTo>
                    <a:cubicBezTo>
                      <a:pt x="7622" y="351"/>
                      <a:pt x="7622" y="308"/>
                      <a:pt x="7622" y="263"/>
                    </a:cubicBezTo>
                    <a:cubicBezTo>
                      <a:pt x="7709" y="263"/>
                      <a:pt x="7795" y="263"/>
                      <a:pt x="7885" y="263"/>
                    </a:cubicBezTo>
                    <a:cubicBezTo>
                      <a:pt x="7885" y="219"/>
                      <a:pt x="7885" y="176"/>
                      <a:pt x="7885" y="131"/>
                    </a:cubicBezTo>
                    <a:cubicBezTo>
                      <a:pt x="7928" y="131"/>
                      <a:pt x="7971" y="131"/>
                      <a:pt x="8016" y="131"/>
                    </a:cubicBezTo>
                    <a:cubicBezTo>
                      <a:pt x="8016" y="88"/>
                      <a:pt x="8016" y="45"/>
                      <a:pt x="801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03" name="ICON_SKILL_SLEEP_path_005"/>
              <p:cNvSpPr/>
              <p:nvPr/>
            </p:nvSpPr>
            <p:spPr>
              <a:xfrm>
                <a:off x="6468493" y="1221133"/>
                <a:ext cx="91790" cy="11682"/>
              </a:xfrm>
              <a:custGeom>
                <a:avLst/>
                <a:gdLst/>
                <a:ahLst/>
                <a:cxnLst/>
                <a:rect l="0" t="0" r="r" b="b"/>
                <a:pathLst>
                  <a:path w="7228" h="920" fill="norm" stroke="0">
                    <a:moveTo>
                      <a:pt x="6833" y="0"/>
                    </a:moveTo>
                    <a:cubicBezTo>
                      <a:pt x="6963" y="0"/>
                      <a:pt x="7094" y="0"/>
                      <a:pt x="7228" y="0"/>
                    </a:cubicBezTo>
                    <a:cubicBezTo>
                      <a:pt x="7206" y="43"/>
                      <a:pt x="7184" y="87"/>
                      <a:pt x="7162" y="131"/>
                    </a:cubicBezTo>
                    <a:cubicBezTo>
                      <a:pt x="7093" y="149"/>
                      <a:pt x="7037" y="138"/>
                      <a:pt x="6965" y="131"/>
                    </a:cubicBezTo>
                    <a:cubicBezTo>
                      <a:pt x="6965" y="218"/>
                      <a:pt x="6965" y="305"/>
                      <a:pt x="6965" y="394"/>
                    </a:cubicBezTo>
                    <a:cubicBezTo>
                      <a:pt x="6661" y="394"/>
                      <a:pt x="6358" y="394"/>
                      <a:pt x="6045" y="394"/>
                    </a:cubicBezTo>
                    <a:cubicBezTo>
                      <a:pt x="6045" y="481"/>
                      <a:pt x="6045" y="568"/>
                      <a:pt x="6045" y="657"/>
                    </a:cubicBezTo>
                    <a:cubicBezTo>
                      <a:pt x="5915" y="657"/>
                      <a:pt x="5785" y="657"/>
                      <a:pt x="5651" y="657"/>
                    </a:cubicBezTo>
                    <a:cubicBezTo>
                      <a:pt x="5651" y="744"/>
                      <a:pt x="5651" y="831"/>
                      <a:pt x="5651" y="920"/>
                    </a:cubicBezTo>
                    <a:cubicBezTo>
                      <a:pt x="5607" y="920"/>
                      <a:pt x="5564" y="920"/>
                      <a:pt x="5519" y="920"/>
                    </a:cubicBezTo>
                    <a:cubicBezTo>
                      <a:pt x="5519" y="833"/>
                      <a:pt x="5519" y="746"/>
                      <a:pt x="5519" y="657"/>
                    </a:cubicBezTo>
                    <a:cubicBezTo>
                      <a:pt x="4435" y="657"/>
                      <a:pt x="3351" y="657"/>
                      <a:pt x="2234" y="657"/>
                    </a:cubicBezTo>
                    <a:cubicBezTo>
                      <a:pt x="2234" y="700"/>
                      <a:pt x="2234" y="744"/>
                      <a:pt x="2234" y="788"/>
                    </a:cubicBezTo>
                    <a:cubicBezTo>
                      <a:pt x="2147" y="788"/>
                      <a:pt x="2061" y="788"/>
                      <a:pt x="1971" y="788"/>
                    </a:cubicBezTo>
                    <a:cubicBezTo>
                      <a:pt x="1971" y="745"/>
                      <a:pt x="1971" y="702"/>
                      <a:pt x="1971" y="657"/>
                    </a:cubicBezTo>
                    <a:cubicBezTo>
                      <a:pt x="1798" y="657"/>
                      <a:pt x="1624" y="657"/>
                      <a:pt x="1446" y="657"/>
                    </a:cubicBezTo>
                    <a:cubicBezTo>
                      <a:pt x="1446" y="744"/>
                      <a:pt x="1446" y="831"/>
                      <a:pt x="1446" y="920"/>
                    </a:cubicBezTo>
                    <a:cubicBezTo>
                      <a:pt x="1359" y="920"/>
                      <a:pt x="1272" y="920"/>
                      <a:pt x="1183" y="920"/>
                    </a:cubicBezTo>
                    <a:cubicBezTo>
                      <a:pt x="1183" y="833"/>
                      <a:pt x="1183" y="746"/>
                      <a:pt x="1183" y="657"/>
                    </a:cubicBezTo>
                    <a:cubicBezTo>
                      <a:pt x="1139" y="657"/>
                      <a:pt x="1096" y="657"/>
                      <a:pt x="1051" y="657"/>
                    </a:cubicBezTo>
                    <a:cubicBezTo>
                      <a:pt x="1051" y="570"/>
                      <a:pt x="1051" y="484"/>
                      <a:pt x="1051" y="394"/>
                    </a:cubicBezTo>
                    <a:cubicBezTo>
                      <a:pt x="704" y="394"/>
                      <a:pt x="357" y="394"/>
                      <a:pt x="0" y="394"/>
                    </a:cubicBezTo>
                    <a:cubicBezTo>
                      <a:pt x="0" y="351"/>
                      <a:pt x="0" y="308"/>
                      <a:pt x="0" y="263"/>
                    </a:cubicBezTo>
                    <a:cubicBezTo>
                      <a:pt x="43" y="263"/>
                      <a:pt x="87" y="263"/>
                      <a:pt x="131" y="263"/>
                    </a:cubicBezTo>
                    <a:cubicBezTo>
                      <a:pt x="131" y="219"/>
                      <a:pt x="131" y="176"/>
                      <a:pt x="131" y="131"/>
                    </a:cubicBezTo>
                    <a:cubicBezTo>
                      <a:pt x="196" y="130"/>
                      <a:pt x="260" y="128"/>
                      <a:pt x="324" y="127"/>
                    </a:cubicBezTo>
                    <a:cubicBezTo>
                      <a:pt x="334" y="127"/>
                      <a:pt x="334" y="127"/>
                      <a:pt x="380" y="126"/>
                    </a:cubicBezTo>
                    <a:cubicBezTo>
                      <a:pt x="428" y="125"/>
                      <a:pt x="477" y="128"/>
                      <a:pt x="526" y="131"/>
                    </a:cubicBezTo>
                    <a:cubicBezTo>
                      <a:pt x="547" y="153"/>
                      <a:pt x="569" y="175"/>
                      <a:pt x="591" y="197"/>
                    </a:cubicBezTo>
                    <a:cubicBezTo>
                      <a:pt x="653" y="211"/>
                      <a:pt x="653" y="211"/>
                      <a:pt x="727" y="218"/>
                    </a:cubicBezTo>
                    <a:cubicBezTo>
                      <a:pt x="754" y="221"/>
                      <a:pt x="780" y="223"/>
                      <a:pt x="807" y="226"/>
                    </a:cubicBezTo>
                    <a:cubicBezTo>
                      <a:pt x="835" y="229"/>
                      <a:pt x="863" y="231"/>
                      <a:pt x="891" y="234"/>
                    </a:cubicBezTo>
                    <a:cubicBezTo>
                      <a:pt x="905" y="235"/>
                      <a:pt x="905" y="235"/>
                      <a:pt x="976" y="243"/>
                    </a:cubicBezTo>
                    <a:cubicBezTo>
                      <a:pt x="1045" y="250"/>
                      <a:pt x="1114" y="256"/>
                      <a:pt x="1183" y="263"/>
                    </a:cubicBezTo>
                    <a:cubicBezTo>
                      <a:pt x="1183" y="306"/>
                      <a:pt x="1183" y="350"/>
                      <a:pt x="1183" y="394"/>
                    </a:cubicBezTo>
                    <a:cubicBezTo>
                      <a:pt x="1202" y="394"/>
                      <a:pt x="1222" y="394"/>
                      <a:pt x="1242" y="393"/>
                    </a:cubicBezTo>
                    <a:cubicBezTo>
                      <a:pt x="1330" y="392"/>
                      <a:pt x="1419" y="391"/>
                      <a:pt x="1507" y="390"/>
                    </a:cubicBezTo>
                    <a:cubicBezTo>
                      <a:pt x="1538" y="390"/>
                      <a:pt x="1569" y="389"/>
                      <a:pt x="1600" y="388"/>
                    </a:cubicBezTo>
                    <a:cubicBezTo>
                      <a:pt x="1630" y="388"/>
                      <a:pt x="1659" y="388"/>
                      <a:pt x="1690" y="388"/>
                    </a:cubicBezTo>
                    <a:cubicBezTo>
                      <a:pt x="1717" y="387"/>
                      <a:pt x="1744" y="387"/>
                      <a:pt x="1772" y="387"/>
                    </a:cubicBezTo>
                    <a:cubicBezTo>
                      <a:pt x="1840" y="394"/>
                      <a:pt x="1840" y="394"/>
                      <a:pt x="1905" y="460"/>
                    </a:cubicBezTo>
                    <a:cubicBezTo>
                      <a:pt x="1961" y="468"/>
                      <a:pt x="1961" y="468"/>
                      <a:pt x="2028" y="468"/>
                    </a:cubicBezTo>
                    <a:cubicBezTo>
                      <a:pt x="2053" y="468"/>
                      <a:pt x="2079" y="469"/>
                      <a:pt x="2105" y="469"/>
                    </a:cubicBezTo>
                    <a:cubicBezTo>
                      <a:pt x="2133" y="469"/>
                      <a:pt x="2161" y="469"/>
                      <a:pt x="2189" y="468"/>
                    </a:cubicBezTo>
                    <a:cubicBezTo>
                      <a:pt x="2219" y="469"/>
                      <a:pt x="2248" y="469"/>
                      <a:pt x="2278" y="469"/>
                    </a:cubicBezTo>
                    <a:cubicBezTo>
                      <a:pt x="2359" y="469"/>
                      <a:pt x="2440" y="469"/>
                      <a:pt x="2520" y="469"/>
                    </a:cubicBezTo>
                    <a:cubicBezTo>
                      <a:pt x="2605" y="469"/>
                      <a:pt x="2689" y="469"/>
                      <a:pt x="2773" y="469"/>
                    </a:cubicBezTo>
                    <a:cubicBezTo>
                      <a:pt x="2915" y="469"/>
                      <a:pt x="3056" y="469"/>
                      <a:pt x="3198" y="468"/>
                    </a:cubicBezTo>
                    <a:cubicBezTo>
                      <a:pt x="3362" y="468"/>
                      <a:pt x="3526" y="468"/>
                      <a:pt x="3690" y="469"/>
                    </a:cubicBezTo>
                    <a:cubicBezTo>
                      <a:pt x="3830" y="469"/>
                      <a:pt x="3971" y="469"/>
                      <a:pt x="4111" y="469"/>
                    </a:cubicBezTo>
                    <a:cubicBezTo>
                      <a:pt x="4195" y="469"/>
                      <a:pt x="4279" y="469"/>
                      <a:pt x="4363" y="469"/>
                    </a:cubicBezTo>
                    <a:cubicBezTo>
                      <a:pt x="4457" y="469"/>
                      <a:pt x="4550" y="469"/>
                      <a:pt x="4644" y="468"/>
                    </a:cubicBezTo>
                    <a:cubicBezTo>
                      <a:pt x="4672" y="469"/>
                      <a:pt x="4700" y="469"/>
                      <a:pt x="4729" y="469"/>
                    </a:cubicBezTo>
                    <a:cubicBezTo>
                      <a:pt x="4754" y="469"/>
                      <a:pt x="4779" y="468"/>
                      <a:pt x="4806" y="468"/>
                    </a:cubicBezTo>
                    <a:cubicBezTo>
                      <a:pt x="4828" y="468"/>
                      <a:pt x="4850" y="468"/>
                      <a:pt x="4873" y="468"/>
                    </a:cubicBezTo>
                    <a:cubicBezTo>
                      <a:pt x="4928" y="460"/>
                      <a:pt x="4928" y="460"/>
                      <a:pt x="4994" y="394"/>
                    </a:cubicBezTo>
                    <a:cubicBezTo>
                      <a:pt x="5064" y="389"/>
                      <a:pt x="5131" y="387"/>
                      <a:pt x="5201" y="388"/>
                    </a:cubicBezTo>
                    <a:cubicBezTo>
                      <a:pt x="5222" y="388"/>
                      <a:pt x="5242" y="388"/>
                      <a:pt x="5263" y="388"/>
                    </a:cubicBezTo>
                    <a:cubicBezTo>
                      <a:pt x="5328" y="388"/>
                      <a:pt x="5393" y="389"/>
                      <a:pt x="5458" y="390"/>
                    </a:cubicBezTo>
                    <a:cubicBezTo>
                      <a:pt x="5502" y="390"/>
                      <a:pt x="5546" y="391"/>
                      <a:pt x="5590" y="391"/>
                    </a:cubicBezTo>
                    <a:cubicBezTo>
                      <a:pt x="5698" y="392"/>
                      <a:pt x="5806" y="393"/>
                      <a:pt x="5913" y="394"/>
                    </a:cubicBezTo>
                    <a:cubicBezTo>
                      <a:pt x="5913" y="351"/>
                      <a:pt x="5913" y="308"/>
                      <a:pt x="5913" y="263"/>
                    </a:cubicBezTo>
                    <a:cubicBezTo>
                      <a:pt x="5920" y="262"/>
                      <a:pt x="5920" y="262"/>
                      <a:pt x="5955" y="258"/>
                    </a:cubicBezTo>
                    <a:cubicBezTo>
                      <a:pt x="6016" y="250"/>
                      <a:pt x="6078" y="242"/>
                      <a:pt x="6139" y="234"/>
                    </a:cubicBezTo>
                    <a:cubicBezTo>
                      <a:pt x="6161" y="231"/>
                      <a:pt x="6182" y="229"/>
                      <a:pt x="6204" y="226"/>
                    </a:cubicBezTo>
                    <a:cubicBezTo>
                      <a:pt x="6225" y="223"/>
                      <a:pt x="6245" y="221"/>
                      <a:pt x="6266" y="218"/>
                    </a:cubicBezTo>
                    <a:cubicBezTo>
                      <a:pt x="6285" y="216"/>
                      <a:pt x="6304" y="213"/>
                      <a:pt x="6324" y="211"/>
                    </a:cubicBezTo>
                    <a:cubicBezTo>
                      <a:pt x="6373" y="197"/>
                      <a:pt x="6373" y="197"/>
                      <a:pt x="6439" y="131"/>
                    </a:cubicBezTo>
                    <a:cubicBezTo>
                      <a:pt x="6508" y="127"/>
                      <a:pt x="6572" y="125"/>
                      <a:pt x="6640" y="127"/>
                    </a:cubicBezTo>
                    <a:cubicBezTo>
                      <a:pt x="6659" y="128"/>
                      <a:pt x="6677" y="128"/>
                      <a:pt x="6696" y="128"/>
                    </a:cubicBezTo>
                    <a:cubicBezTo>
                      <a:pt x="6742" y="129"/>
                      <a:pt x="6788" y="130"/>
                      <a:pt x="6833" y="131"/>
                    </a:cubicBezTo>
                    <a:cubicBezTo>
                      <a:pt x="6833" y="88"/>
                      <a:pt x="6833" y="45"/>
                      <a:pt x="68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04" name="ICON_SKILL_SLEEP_path_006"/>
              <p:cNvSpPr/>
              <p:nvPr/>
            </p:nvSpPr>
            <p:spPr>
              <a:xfrm>
                <a:off x="6480175" y="902372"/>
                <a:ext cx="40054" cy="13351"/>
              </a:xfrm>
              <a:custGeom>
                <a:avLst/>
                <a:gdLst/>
                <a:ahLst/>
                <a:cxnLst/>
                <a:rect l="0" t="0" r="r" b="b"/>
                <a:pathLst>
                  <a:path w="3154" h="1051" fill="norm" stroke="0">
                    <a:moveTo>
                      <a:pt x="1971" y="0"/>
                    </a:moveTo>
                    <a:cubicBezTo>
                      <a:pt x="2058" y="0"/>
                      <a:pt x="2145" y="0"/>
                      <a:pt x="2234" y="0"/>
                    </a:cubicBezTo>
                    <a:cubicBezTo>
                      <a:pt x="2234" y="87"/>
                      <a:pt x="2234" y="173"/>
                      <a:pt x="2234" y="263"/>
                    </a:cubicBezTo>
                    <a:cubicBezTo>
                      <a:pt x="2321" y="263"/>
                      <a:pt x="2407" y="263"/>
                      <a:pt x="2497" y="263"/>
                    </a:cubicBezTo>
                    <a:cubicBezTo>
                      <a:pt x="2497" y="306"/>
                      <a:pt x="2497" y="350"/>
                      <a:pt x="2497" y="394"/>
                    </a:cubicBezTo>
                    <a:cubicBezTo>
                      <a:pt x="2670" y="394"/>
                      <a:pt x="2844" y="394"/>
                      <a:pt x="3022" y="394"/>
                    </a:cubicBezTo>
                    <a:cubicBezTo>
                      <a:pt x="3022" y="351"/>
                      <a:pt x="3022" y="308"/>
                      <a:pt x="3022" y="263"/>
                    </a:cubicBezTo>
                    <a:cubicBezTo>
                      <a:pt x="3066" y="263"/>
                      <a:pt x="3109" y="263"/>
                      <a:pt x="3154" y="263"/>
                    </a:cubicBezTo>
                    <a:cubicBezTo>
                      <a:pt x="3154" y="350"/>
                      <a:pt x="3154" y="436"/>
                      <a:pt x="3154" y="526"/>
                    </a:cubicBezTo>
                    <a:cubicBezTo>
                      <a:pt x="2807" y="526"/>
                      <a:pt x="2460" y="526"/>
                      <a:pt x="2103" y="526"/>
                    </a:cubicBezTo>
                    <a:cubicBezTo>
                      <a:pt x="2103" y="569"/>
                      <a:pt x="2103" y="612"/>
                      <a:pt x="2103" y="657"/>
                    </a:cubicBezTo>
                    <a:cubicBezTo>
                      <a:pt x="2092" y="658"/>
                      <a:pt x="2092" y="658"/>
                      <a:pt x="2037" y="662"/>
                    </a:cubicBezTo>
                    <a:cubicBezTo>
                      <a:pt x="1957" y="668"/>
                      <a:pt x="1877" y="675"/>
                      <a:pt x="1797" y="681"/>
                    </a:cubicBezTo>
                    <a:cubicBezTo>
                      <a:pt x="1763" y="684"/>
                      <a:pt x="1728" y="687"/>
                      <a:pt x="1694" y="690"/>
                    </a:cubicBezTo>
                    <a:cubicBezTo>
                      <a:pt x="1644" y="694"/>
                      <a:pt x="1594" y="698"/>
                      <a:pt x="1544" y="702"/>
                    </a:cubicBezTo>
                    <a:cubicBezTo>
                      <a:pt x="1514" y="704"/>
                      <a:pt x="1484" y="707"/>
                      <a:pt x="1454" y="709"/>
                    </a:cubicBezTo>
                    <a:cubicBezTo>
                      <a:pt x="1380" y="723"/>
                      <a:pt x="1380" y="723"/>
                      <a:pt x="1314" y="788"/>
                    </a:cubicBezTo>
                    <a:cubicBezTo>
                      <a:pt x="1258" y="796"/>
                      <a:pt x="1258" y="796"/>
                      <a:pt x="1193" y="795"/>
                    </a:cubicBezTo>
                    <a:cubicBezTo>
                      <a:pt x="1169" y="795"/>
                      <a:pt x="1146" y="794"/>
                      <a:pt x="1121" y="794"/>
                    </a:cubicBezTo>
                    <a:cubicBezTo>
                      <a:pt x="1109" y="794"/>
                      <a:pt x="1109" y="794"/>
                      <a:pt x="1047" y="793"/>
                    </a:cubicBezTo>
                    <a:cubicBezTo>
                      <a:pt x="1022" y="792"/>
                      <a:pt x="998" y="792"/>
                      <a:pt x="972" y="792"/>
                    </a:cubicBezTo>
                    <a:cubicBezTo>
                      <a:pt x="911" y="791"/>
                      <a:pt x="850" y="790"/>
                      <a:pt x="788" y="788"/>
                    </a:cubicBezTo>
                    <a:cubicBezTo>
                      <a:pt x="788" y="832"/>
                      <a:pt x="788" y="875"/>
                      <a:pt x="788" y="920"/>
                    </a:cubicBezTo>
                    <a:cubicBezTo>
                      <a:pt x="615" y="920"/>
                      <a:pt x="442" y="920"/>
                      <a:pt x="263" y="920"/>
                    </a:cubicBezTo>
                    <a:cubicBezTo>
                      <a:pt x="263" y="963"/>
                      <a:pt x="263" y="1007"/>
                      <a:pt x="263" y="1051"/>
                    </a:cubicBezTo>
                    <a:cubicBezTo>
                      <a:pt x="176" y="1051"/>
                      <a:pt x="89" y="1051"/>
                      <a:pt x="0" y="1051"/>
                    </a:cubicBezTo>
                    <a:cubicBezTo>
                      <a:pt x="0" y="965"/>
                      <a:pt x="0" y="878"/>
                      <a:pt x="0" y="788"/>
                    </a:cubicBezTo>
                    <a:cubicBezTo>
                      <a:pt x="130" y="788"/>
                      <a:pt x="260" y="788"/>
                      <a:pt x="394" y="788"/>
                    </a:cubicBezTo>
                    <a:cubicBezTo>
                      <a:pt x="394" y="745"/>
                      <a:pt x="394" y="702"/>
                      <a:pt x="394" y="657"/>
                    </a:cubicBezTo>
                    <a:cubicBezTo>
                      <a:pt x="481" y="657"/>
                      <a:pt x="568" y="657"/>
                      <a:pt x="657" y="657"/>
                    </a:cubicBezTo>
                    <a:cubicBezTo>
                      <a:pt x="657" y="614"/>
                      <a:pt x="657" y="570"/>
                      <a:pt x="657" y="526"/>
                    </a:cubicBezTo>
                    <a:cubicBezTo>
                      <a:pt x="1047" y="526"/>
                      <a:pt x="1438" y="526"/>
                      <a:pt x="1840" y="526"/>
                    </a:cubicBezTo>
                    <a:cubicBezTo>
                      <a:pt x="1840" y="439"/>
                      <a:pt x="1840" y="352"/>
                      <a:pt x="1840" y="263"/>
                    </a:cubicBezTo>
                    <a:cubicBezTo>
                      <a:pt x="1883" y="263"/>
                      <a:pt x="1926" y="263"/>
                      <a:pt x="1971" y="263"/>
                    </a:cubicBezTo>
                    <a:cubicBezTo>
                      <a:pt x="1971" y="176"/>
                      <a:pt x="1971" y="89"/>
                      <a:pt x="197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05" name="ICON_SKILL_SLEEP_path_007"/>
              <p:cNvSpPr/>
              <p:nvPr/>
            </p:nvSpPr>
            <p:spPr>
              <a:xfrm>
                <a:off x="6603674" y="1169397"/>
                <a:ext cx="35047" cy="32014"/>
              </a:xfrm>
              <a:custGeom>
                <a:avLst/>
                <a:gdLst/>
                <a:ahLst/>
                <a:cxnLst/>
                <a:rect l="0" t="0" r="r" b="b"/>
                <a:pathLst>
                  <a:path w="2760" h="2521" fill="norm" stroke="0">
                    <a:moveTo>
                      <a:pt x="2628" y="0"/>
                    </a:moveTo>
                    <a:cubicBezTo>
                      <a:pt x="2672" y="22"/>
                      <a:pt x="2715" y="43"/>
                      <a:pt x="2760" y="66"/>
                    </a:cubicBezTo>
                    <a:cubicBezTo>
                      <a:pt x="2746" y="77"/>
                      <a:pt x="2733" y="88"/>
                      <a:pt x="2719" y="100"/>
                    </a:cubicBezTo>
                    <a:cubicBezTo>
                      <a:pt x="2576" y="228"/>
                      <a:pt x="2525" y="336"/>
                      <a:pt x="2497" y="526"/>
                    </a:cubicBezTo>
                    <a:cubicBezTo>
                      <a:pt x="2453" y="526"/>
                      <a:pt x="2410" y="526"/>
                      <a:pt x="2365" y="526"/>
                    </a:cubicBezTo>
                    <a:cubicBezTo>
                      <a:pt x="2365" y="569"/>
                      <a:pt x="2365" y="612"/>
                      <a:pt x="2365" y="657"/>
                    </a:cubicBezTo>
                    <a:cubicBezTo>
                      <a:pt x="2322" y="657"/>
                      <a:pt x="2279" y="657"/>
                      <a:pt x="2234" y="657"/>
                    </a:cubicBezTo>
                    <a:cubicBezTo>
                      <a:pt x="2234" y="744"/>
                      <a:pt x="2234" y="831"/>
                      <a:pt x="2234" y="920"/>
                    </a:cubicBezTo>
                    <a:cubicBezTo>
                      <a:pt x="2147" y="920"/>
                      <a:pt x="2061" y="920"/>
                      <a:pt x="1971" y="920"/>
                    </a:cubicBezTo>
                    <a:cubicBezTo>
                      <a:pt x="1971" y="1093"/>
                      <a:pt x="1971" y="1267"/>
                      <a:pt x="1971" y="1446"/>
                    </a:cubicBezTo>
                    <a:cubicBezTo>
                      <a:pt x="1928" y="1446"/>
                      <a:pt x="1884" y="1446"/>
                      <a:pt x="1840" y="1446"/>
                    </a:cubicBezTo>
                    <a:cubicBezTo>
                      <a:pt x="1840" y="1489"/>
                      <a:pt x="1840" y="1532"/>
                      <a:pt x="1840" y="1577"/>
                    </a:cubicBezTo>
                    <a:cubicBezTo>
                      <a:pt x="1710" y="1534"/>
                      <a:pt x="1580" y="1490"/>
                      <a:pt x="1446" y="1446"/>
                    </a:cubicBezTo>
                    <a:cubicBezTo>
                      <a:pt x="1446" y="1489"/>
                      <a:pt x="1446" y="1532"/>
                      <a:pt x="1446" y="1577"/>
                    </a:cubicBezTo>
                    <a:cubicBezTo>
                      <a:pt x="1402" y="1577"/>
                      <a:pt x="1359" y="1577"/>
                      <a:pt x="1314" y="1577"/>
                    </a:cubicBezTo>
                    <a:cubicBezTo>
                      <a:pt x="1317" y="1597"/>
                      <a:pt x="1321" y="1616"/>
                      <a:pt x="1324" y="1637"/>
                    </a:cubicBezTo>
                    <a:cubicBezTo>
                      <a:pt x="1322" y="1649"/>
                      <a:pt x="1322" y="1649"/>
                      <a:pt x="1314" y="1708"/>
                    </a:cubicBezTo>
                    <a:cubicBezTo>
                      <a:pt x="1247" y="1756"/>
                      <a:pt x="1182" y="1790"/>
                      <a:pt x="1108" y="1825"/>
                    </a:cubicBezTo>
                    <a:cubicBezTo>
                      <a:pt x="994" y="1885"/>
                      <a:pt x="994" y="1885"/>
                      <a:pt x="967" y="1954"/>
                    </a:cubicBezTo>
                    <a:cubicBezTo>
                      <a:pt x="965" y="1962"/>
                      <a:pt x="965" y="1962"/>
                      <a:pt x="954" y="2007"/>
                    </a:cubicBezTo>
                    <a:cubicBezTo>
                      <a:pt x="941" y="2058"/>
                      <a:pt x="941" y="2058"/>
                      <a:pt x="920" y="2103"/>
                    </a:cubicBezTo>
                    <a:cubicBezTo>
                      <a:pt x="850" y="2133"/>
                      <a:pt x="799" y="2150"/>
                      <a:pt x="727" y="2164"/>
                    </a:cubicBezTo>
                    <a:cubicBezTo>
                      <a:pt x="540" y="2212"/>
                      <a:pt x="540" y="2212"/>
                      <a:pt x="484" y="2300"/>
                    </a:cubicBezTo>
                    <a:cubicBezTo>
                      <a:pt x="476" y="2325"/>
                      <a:pt x="468" y="2349"/>
                      <a:pt x="460" y="2374"/>
                    </a:cubicBezTo>
                    <a:cubicBezTo>
                      <a:pt x="436" y="2443"/>
                      <a:pt x="436" y="2443"/>
                      <a:pt x="394" y="2497"/>
                    </a:cubicBezTo>
                    <a:cubicBezTo>
                      <a:pt x="260" y="2521"/>
                      <a:pt x="135" y="2512"/>
                      <a:pt x="0" y="2497"/>
                    </a:cubicBezTo>
                    <a:cubicBezTo>
                      <a:pt x="33" y="2400"/>
                      <a:pt x="67" y="2314"/>
                      <a:pt x="131" y="2234"/>
                    </a:cubicBezTo>
                    <a:cubicBezTo>
                      <a:pt x="222" y="2210"/>
                      <a:pt x="302" y="2218"/>
                      <a:pt x="394" y="2234"/>
                    </a:cubicBezTo>
                    <a:cubicBezTo>
                      <a:pt x="394" y="2191"/>
                      <a:pt x="394" y="2147"/>
                      <a:pt x="394" y="2103"/>
                    </a:cubicBezTo>
                    <a:cubicBezTo>
                      <a:pt x="415" y="2105"/>
                      <a:pt x="435" y="2108"/>
                      <a:pt x="456" y="2111"/>
                    </a:cubicBezTo>
                    <a:cubicBezTo>
                      <a:pt x="479" y="2108"/>
                      <a:pt x="502" y="2105"/>
                      <a:pt x="526" y="2103"/>
                    </a:cubicBezTo>
                    <a:cubicBezTo>
                      <a:pt x="558" y="2045"/>
                      <a:pt x="558" y="2045"/>
                      <a:pt x="583" y="1971"/>
                    </a:cubicBezTo>
                    <a:cubicBezTo>
                      <a:pt x="615" y="1898"/>
                      <a:pt x="615" y="1898"/>
                      <a:pt x="657" y="1840"/>
                    </a:cubicBezTo>
                    <a:cubicBezTo>
                      <a:pt x="748" y="1816"/>
                      <a:pt x="828" y="1824"/>
                      <a:pt x="920" y="1840"/>
                    </a:cubicBezTo>
                    <a:cubicBezTo>
                      <a:pt x="920" y="1796"/>
                      <a:pt x="920" y="1753"/>
                      <a:pt x="920" y="1708"/>
                    </a:cubicBezTo>
                    <a:cubicBezTo>
                      <a:pt x="940" y="1711"/>
                      <a:pt x="961" y="1714"/>
                      <a:pt x="982" y="1717"/>
                    </a:cubicBezTo>
                    <a:cubicBezTo>
                      <a:pt x="1005" y="1714"/>
                      <a:pt x="1028" y="1711"/>
                      <a:pt x="1051" y="1708"/>
                    </a:cubicBezTo>
                    <a:cubicBezTo>
                      <a:pt x="1088" y="1651"/>
                      <a:pt x="1088" y="1651"/>
                      <a:pt x="1117" y="1577"/>
                    </a:cubicBezTo>
                    <a:cubicBezTo>
                      <a:pt x="1146" y="1503"/>
                      <a:pt x="1146" y="1503"/>
                      <a:pt x="1183" y="1446"/>
                    </a:cubicBezTo>
                    <a:cubicBezTo>
                      <a:pt x="1252" y="1437"/>
                      <a:pt x="1252" y="1437"/>
                      <a:pt x="1314" y="1446"/>
                    </a:cubicBezTo>
                    <a:cubicBezTo>
                      <a:pt x="1314" y="1402"/>
                      <a:pt x="1314" y="1359"/>
                      <a:pt x="1314" y="1314"/>
                    </a:cubicBezTo>
                    <a:cubicBezTo>
                      <a:pt x="1357" y="1314"/>
                      <a:pt x="1401" y="1314"/>
                      <a:pt x="1446" y="1314"/>
                    </a:cubicBezTo>
                    <a:cubicBezTo>
                      <a:pt x="1446" y="1271"/>
                      <a:pt x="1446" y="1227"/>
                      <a:pt x="1446" y="1183"/>
                    </a:cubicBezTo>
                    <a:cubicBezTo>
                      <a:pt x="1489" y="1183"/>
                      <a:pt x="1532" y="1183"/>
                      <a:pt x="1577" y="1183"/>
                    </a:cubicBezTo>
                    <a:cubicBezTo>
                      <a:pt x="1577" y="1139"/>
                      <a:pt x="1577" y="1096"/>
                      <a:pt x="1577" y="1051"/>
                    </a:cubicBezTo>
                    <a:cubicBezTo>
                      <a:pt x="1664" y="1051"/>
                      <a:pt x="1750" y="1051"/>
                      <a:pt x="1840" y="1051"/>
                    </a:cubicBezTo>
                    <a:cubicBezTo>
                      <a:pt x="1840" y="965"/>
                      <a:pt x="1840" y="878"/>
                      <a:pt x="1840" y="788"/>
                    </a:cubicBezTo>
                    <a:cubicBezTo>
                      <a:pt x="1883" y="788"/>
                      <a:pt x="1926" y="788"/>
                      <a:pt x="1971" y="788"/>
                    </a:cubicBezTo>
                    <a:cubicBezTo>
                      <a:pt x="1971" y="745"/>
                      <a:pt x="1971" y="702"/>
                      <a:pt x="1971" y="657"/>
                    </a:cubicBezTo>
                    <a:cubicBezTo>
                      <a:pt x="2015" y="657"/>
                      <a:pt x="2058" y="657"/>
                      <a:pt x="2103" y="657"/>
                    </a:cubicBezTo>
                    <a:cubicBezTo>
                      <a:pt x="2103" y="614"/>
                      <a:pt x="2103" y="570"/>
                      <a:pt x="2103" y="526"/>
                    </a:cubicBezTo>
                    <a:cubicBezTo>
                      <a:pt x="2123" y="528"/>
                      <a:pt x="2144" y="530"/>
                      <a:pt x="2165" y="533"/>
                    </a:cubicBezTo>
                    <a:cubicBezTo>
                      <a:pt x="2188" y="530"/>
                      <a:pt x="2210" y="528"/>
                      <a:pt x="2234" y="526"/>
                    </a:cubicBezTo>
                    <a:cubicBezTo>
                      <a:pt x="2266" y="477"/>
                      <a:pt x="2266" y="477"/>
                      <a:pt x="2291" y="411"/>
                    </a:cubicBezTo>
                    <a:cubicBezTo>
                      <a:pt x="2369" y="236"/>
                      <a:pt x="2489" y="127"/>
                      <a:pt x="262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06" name="ICON_SKILL_SLEEP_path_008"/>
              <p:cNvSpPr/>
              <p:nvPr/>
            </p:nvSpPr>
            <p:spPr>
              <a:xfrm>
                <a:off x="6353338" y="1094296"/>
                <a:ext cx="11682" cy="26703"/>
              </a:xfrm>
              <a:custGeom>
                <a:avLst/>
                <a:gdLst/>
                <a:ahLst/>
                <a:cxnLst/>
                <a:rect l="0" t="0" r="r" b="b"/>
                <a:pathLst>
                  <a:path w="920" h="2103" fill="norm" stroke="0">
                    <a:moveTo>
                      <a:pt x="0" y="0"/>
                    </a:moveTo>
                    <a:cubicBezTo>
                      <a:pt x="173" y="0"/>
                      <a:pt x="347" y="0"/>
                      <a:pt x="526" y="0"/>
                    </a:cubicBezTo>
                    <a:cubicBezTo>
                      <a:pt x="526" y="260"/>
                      <a:pt x="526" y="520"/>
                      <a:pt x="526" y="788"/>
                    </a:cubicBezTo>
                    <a:cubicBezTo>
                      <a:pt x="569" y="788"/>
                      <a:pt x="612" y="788"/>
                      <a:pt x="657" y="788"/>
                    </a:cubicBezTo>
                    <a:cubicBezTo>
                      <a:pt x="657" y="1005"/>
                      <a:pt x="657" y="1222"/>
                      <a:pt x="657" y="1446"/>
                    </a:cubicBezTo>
                    <a:cubicBezTo>
                      <a:pt x="700" y="1446"/>
                      <a:pt x="744" y="1446"/>
                      <a:pt x="788" y="1446"/>
                    </a:cubicBezTo>
                    <a:cubicBezTo>
                      <a:pt x="792" y="1476"/>
                      <a:pt x="796" y="1507"/>
                      <a:pt x="801" y="1539"/>
                    </a:cubicBezTo>
                    <a:cubicBezTo>
                      <a:pt x="806" y="1581"/>
                      <a:pt x="812" y="1622"/>
                      <a:pt x="817" y="1663"/>
                    </a:cubicBezTo>
                    <a:cubicBezTo>
                      <a:pt x="820" y="1683"/>
                      <a:pt x="822" y="1704"/>
                      <a:pt x="825" y="1725"/>
                    </a:cubicBezTo>
                    <a:cubicBezTo>
                      <a:pt x="826" y="1735"/>
                      <a:pt x="826" y="1735"/>
                      <a:pt x="833" y="1786"/>
                    </a:cubicBezTo>
                    <a:cubicBezTo>
                      <a:pt x="835" y="1795"/>
                      <a:pt x="835" y="1795"/>
                      <a:pt x="841" y="1841"/>
                    </a:cubicBezTo>
                    <a:cubicBezTo>
                      <a:pt x="859" y="1930"/>
                      <a:pt x="891" y="2016"/>
                      <a:pt x="920" y="2103"/>
                    </a:cubicBezTo>
                    <a:cubicBezTo>
                      <a:pt x="746" y="2103"/>
                      <a:pt x="573" y="2103"/>
                      <a:pt x="394" y="2103"/>
                    </a:cubicBezTo>
                    <a:cubicBezTo>
                      <a:pt x="394" y="2016"/>
                      <a:pt x="394" y="1929"/>
                      <a:pt x="394" y="1840"/>
                    </a:cubicBezTo>
                    <a:cubicBezTo>
                      <a:pt x="438" y="1840"/>
                      <a:pt x="481" y="1840"/>
                      <a:pt x="526" y="1840"/>
                    </a:cubicBezTo>
                    <a:cubicBezTo>
                      <a:pt x="526" y="1536"/>
                      <a:pt x="526" y="1233"/>
                      <a:pt x="526" y="920"/>
                    </a:cubicBezTo>
                    <a:cubicBezTo>
                      <a:pt x="482" y="920"/>
                      <a:pt x="439" y="920"/>
                      <a:pt x="394" y="920"/>
                    </a:cubicBezTo>
                    <a:cubicBezTo>
                      <a:pt x="394" y="877"/>
                      <a:pt x="394" y="833"/>
                      <a:pt x="394" y="788"/>
                    </a:cubicBezTo>
                    <a:cubicBezTo>
                      <a:pt x="308" y="788"/>
                      <a:pt x="221" y="788"/>
                      <a:pt x="131" y="788"/>
                    </a:cubicBezTo>
                    <a:cubicBezTo>
                      <a:pt x="131" y="745"/>
                      <a:pt x="131" y="702"/>
                      <a:pt x="131" y="657"/>
                    </a:cubicBezTo>
                    <a:cubicBezTo>
                      <a:pt x="88" y="657"/>
                      <a:pt x="45" y="657"/>
                      <a:pt x="0" y="657"/>
                    </a:cubicBezTo>
                    <a:cubicBezTo>
                      <a:pt x="0" y="440"/>
                      <a:pt x="0" y="22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07" name="ICON_SKILL_SLEEP_path_009"/>
              <p:cNvSpPr/>
              <p:nvPr/>
            </p:nvSpPr>
            <p:spPr>
              <a:xfrm>
                <a:off x="6658748" y="1104310"/>
                <a:ext cx="13351" cy="33378"/>
              </a:xfrm>
              <a:custGeom>
                <a:avLst/>
                <a:gdLst/>
                <a:ahLst/>
                <a:cxnLst/>
                <a:rect l="0" t="0" r="r" b="b"/>
                <a:pathLst>
                  <a:path w="1051" h="2628" fill="norm" stroke="0">
                    <a:moveTo>
                      <a:pt x="131" y="0"/>
                    </a:moveTo>
                    <a:cubicBezTo>
                      <a:pt x="305" y="0"/>
                      <a:pt x="478" y="0"/>
                      <a:pt x="657" y="0"/>
                    </a:cubicBezTo>
                    <a:cubicBezTo>
                      <a:pt x="657" y="43"/>
                      <a:pt x="657" y="87"/>
                      <a:pt x="657" y="131"/>
                    </a:cubicBezTo>
                    <a:cubicBezTo>
                      <a:pt x="700" y="131"/>
                      <a:pt x="744" y="131"/>
                      <a:pt x="788" y="131"/>
                    </a:cubicBezTo>
                    <a:cubicBezTo>
                      <a:pt x="788" y="435"/>
                      <a:pt x="788" y="739"/>
                      <a:pt x="788" y="1051"/>
                    </a:cubicBezTo>
                    <a:cubicBezTo>
                      <a:pt x="745" y="1051"/>
                      <a:pt x="702" y="1051"/>
                      <a:pt x="657" y="1051"/>
                    </a:cubicBezTo>
                    <a:cubicBezTo>
                      <a:pt x="657" y="1181"/>
                      <a:pt x="657" y="1311"/>
                      <a:pt x="657" y="1446"/>
                    </a:cubicBezTo>
                    <a:cubicBezTo>
                      <a:pt x="787" y="1446"/>
                      <a:pt x="917" y="1446"/>
                      <a:pt x="1051" y="1446"/>
                    </a:cubicBezTo>
                    <a:cubicBezTo>
                      <a:pt x="1051" y="1489"/>
                      <a:pt x="1051" y="1532"/>
                      <a:pt x="1051" y="1577"/>
                    </a:cubicBezTo>
                    <a:cubicBezTo>
                      <a:pt x="878" y="1577"/>
                      <a:pt x="704" y="1577"/>
                      <a:pt x="526" y="1577"/>
                    </a:cubicBezTo>
                    <a:cubicBezTo>
                      <a:pt x="526" y="1664"/>
                      <a:pt x="526" y="1750"/>
                      <a:pt x="526" y="1840"/>
                    </a:cubicBezTo>
                    <a:cubicBezTo>
                      <a:pt x="482" y="1840"/>
                      <a:pt x="439" y="1840"/>
                      <a:pt x="394" y="1840"/>
                    </a:cubicBezTo>
                    <a:cubicBezTo>
                      <a:pt x="394" y="2013"/>
                      <a:pt x="394" y="2187"/>
                      <a:pt x="394" y="2365"/>
                    </a:cubicBezTo>
                    <a:cubicBezTo>
                      <a:pt x="351" y="2365"/>
                      <a:pt x="308" y="2365"/>
                      <a:pt x="263" y="2365"/>
                    </a:cubicBezTo>
                    <a:cubicBezTo>
                      <a:pt x="263" y="2409"/>
                      <a:pt x="263" y="2452"/>
                      <a:pt x="263" y="2497"/>
                    </a:cubicBezTo>
                    <a:cubicBezTo>
                      <a:pt x="219" y="2497"/>
                      <a:pt x="176" y="2497"/>
                      <a:pt x="131" y="2497"/>
                    </a:cubicBezTo>
                    <a:cubicBezTo>
                      <a:pt x="131" y="2540"/>
                      <a:pt x="131" y="2584"/>
                      <a:pt x="131" y="2628"/>
                    </a:cubicBezTo>
                    <a:cubicBezTo>
                      <a:pt x="88" y="2628"/>
                      <a:pt x="45" y="2628"/>
                      <a:pt x="0" y="2628"/>
                    </a:cubicBezTo>
                    <a:cubicBezTo>
                      <a:pt x="0" y="2541"/>
                      <a:pt x="0" y="2455"/>
                      <a:pt x="0" y="2365"/>
                    </a:cubicBezTo>
                    <a:cubicBezTo>
                      <a:pt x="43" y="2365"/>
                      <a:pt x="87" y="2365"/>
                      <a:pt x="131" y="2365"/>
                    </a:cubicBezTo>
                    <a:cubicBezTo>
                      <a:pt x="131" y="2235"/>
                      <a:pt x="131" y="2105"/>
                      <a:pt x="131" y="1971"/>
                    </a:cubicBezTo>
                    <a:cubicBezTo>
                      <a:pt x="175" y="1971"/>
                      <a:pt x="218" y="1971"/>
                      <a:pt x="263" y="1971"/>
                    </a:cubicBezTo>
                    <a:cubicBezTo>
                      <a:pt x="267" y="1951"/>
                      <a:pt x="271" y="1931"/>
                      <a:pt x="275" y="1911"/>
                    </a:cubicBezTo>
                    <a:cubicBezTo>
                      <a:pt x="315" y="1712"/>
                      <a:pt x="354" y="1513"/>
                      <a:pt x="394" y="1314"/>
                    </a:cubicBezTo>
                    <a:cubicBezTo>
                      <a:pt x="438" y="1314"/>
                      <a:pt x="481" y="1314"/>
                      <a:pt x="526" y="1314"/>
                    </a:cubicBezTo>
                    <a:cubicBezTo>
                      <a:pt x="525" y="1286"/>
                      <a:pt x="524" y="1259"/>
                      <a:pt x="523" y="1230"/>
                    </a:cubicBezTo>
                    <a:cubicBezTo>
                      <a:pt x="523" y="1194"/>
                      <a:pt x="522" y="1157"/>
                      <a:pt x="522" y="1121"/>
                    </a:cubicBezTo>
                    <a:cubicBezTo>
                      <a:pt x="521" y="1103"/>
                      <a:pt x="520" y="1085"/>
                      <a:pt x="520" y="1066"/>
                    </a:cubicBezTo>
                    <a:cubicBezTo>
                      <a:pt x="519" y="1017"/>
                      <a:pt x="522" y="968"/>
                      <a:pt x="526" y="920"/>
                    </a:cubicBezTo>
                    <a:cubicBezTo>
                      <a:pt x="547" y="898"/>
                      <a:pt x="569" y="877"/>
                      <a:pt x="591" y="854"/>
                    </a:cubicBezTo>
                    <a:cubicBezTo>
                      <a:pt x="607" y="769"/>
                      <a:pt x="604" y="682"/>
                      <a:pt x="604" y="595"/>
                    </a:cubicBezTo>
                    <a:cubicBezTo>
                      <a:pt x="604" y="572"/>
                      <a:pt x="605" y="548"/>
                      <a:pt x="606" y="524"/>
                    </a:cubicBezTo>
                    <a:cubicBezTo>
                      <a:pt x="607" y="407"/>
                      <a:pt x="604" y="346"/>
                      <a:pt x="536" y="249"/>
                    </a:cubicBezTo>
                    <a:cubicBezTo>
                      <a:pt x="451" y="191"/>
                      <a:pt x="389" y="172"/>
                      <a:pt x="287" y="156"/>
                    </a:cubicBezTo>
                    <a:cubicBezTo>
                      <a:pt x="258" y="151"/>
                      <a:pt x="229" y="146"/>
                      <a:pt x="199" y="141"/>
                    </a:cubicBezTo>
                    <a:cubicBezTo>
                      <a:pt x="176" y="138"/>
                      <a:pt x="154" y="135"/>
                      <a:pt x="131" y="131"/>
                    </a:cubicBezTo>
                    <a:cubicBezTo>
                      <a:pt x="131" y="88"/>
                      <a:pt x="131" y="45"/>
                      <a:pt x="13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08" name="ICON_SKILL_SLEEP_path_010"/>
              <p:cNvSpPr/>
              <p:nvPr/>
            </p:nvSpPr>
            <p:spPr>
              <a:xfrm>
                <a:off x="6353338" y="1042560"/>
                <a:ext cx="8345" cy="16689"/>
              </a:xfrm>
              <a:custGeom>
                <a:avLst/>
                <a:gdLst/>
                <a:ahLst/>
                <a:cxnLst/>
                <a:rect l="0" t="0" r="r" b="b"/>
                <a:pathLst>
                  <a:path w="657" h="1314" fill="norm" stroke="0">
                    <a:moveTo>
                      <a:pt x="394" y="0"/>
                    </a:moveTo>
                    <a:cubicBezTo>
                      <a:pt x="481" y="0"/>
                      <a:pt x="568" y="0"/>
                      <a:pt x="657" y="0"/>
                    </a:cubicBezTo>
                    <a:cubicBezTo>
                      <a:pt x="657" y="87"/>
                      <a:pt x="657" y="173"/>
                      <a:pt x="657" y="263"/>
                    </a:cubicBezTo>
                    <a:cubicBezTo>
                      <a:pt x="614" y="263"/>
                      <a:pt x="570" y="263"/>
                      <a:pt x="526" y="263"/>
                    </a:cubicBezTo>
                    <a:cubicBezTo>
                      <a:pt x="527" y="290"/>
                      <a:pt x="528" y="317"/>
                      <a:pt x="530" y="345"/>
                    </a:cubicBezTo>
                    <a:cubicBezTo>
                      <a:pt x="535" y="446"/>
                      <a:pt x="538" y="547"/>
                      <a:pt x="540" y="649"/>
                    </a:cubicBezTo>
                    <a:cubicBezTo>
                      <a:pt x="541" y="692"/>
                      <a:pt x="543" y="736"/>
                      <a:pt x="545" y="780"/>
                    </a:cubicBezTo>
                    <a:cubicBezTo>
                      <a:pt x="560" y="1074"/>
                      <a:pt x="560" y="1074"/>
                      <a:pt x="526" y="1183"/>
                    </a:cubicBezTo>
                    <a:cubicBezTo>
                      <a:pt x="447" y="1260"/>
                      <a:pt x="370" y="1291"/>
                      <a:pt x="263" y="1314"/>
                    </a:cubicBezTo>
                    <a:cubicBezTo>
                      <a:pt x="263" y="1271"/>
                      <a:pt x="263" y="1227"/>
                      <a:pt x="263" y="1183"/>
                    </a:cubicBezTo>
                    <a:cubicBezTo>
                      <a:pt x="176" y="1183"/>
                      <a:pt x="89" y="1183"/>
                      <a:pt x="0" y="1183"/>
                    </a:cubicBezTo>
                    <a:cubicBezTo>
                      <a:pt x="0" y="966"/>
                      <a:pt x="0" y="749"/>
                      <a:pt x="0" y="526"/>
                    </a:cubicBezTo>
                    <a:cubicBezTo>
                      <a:pt x="43" y="526"/>
                      <a:pt x="87" y="526"/>
                      <a:pt x="131" y="526"/>
                    </a:cubicBezTo>
                    <a:cubicBezTo>
                      <a:pt x="131" y="439"/>
                      <a:pt x="131" y="352"/>
                      <a:pt x="131" y="263"/>
                    </a:cubicBezTo>
                    <a:cubicBezTo>
                      <a:pt x="218" y="263"/>
                      <a:pt x="305" y="263"/>
                      <a:pt x="394" y="263"/>
                    </a:cubicBezTo>
                    <a:cubicBezTo>
                      <a:pt x="394" y="176"/>
                      <a:pt x="394" y="89"/>
                      <a:pt x="39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09" name="ICON_SKILL_SLEEP_path_011"/>
              <p:cNvSpPr/>
              <p:nvPr/>
            </p:nvSpPr>
            <p:spPr>
              <a:xfrm>
                <a:off x="6573634" y="1204444"/>
                <a:ext cx="25034" cy="13351"/>
              </a:xfrm>
              <a:custGeom>
                <a:avLst/>
                <a:gdLst/>
                <a:ahLst/>
                <a:cxnLst/>
                <a:rect l="0" t="0" r="r" b="b"/>
                <a:pathLst>
                  <a:path w="1971" h="1051" fill="norm" stroke="0">
                    <a:moveTo>
                      <a:pt x="1708" y="0"/>
                    </a:moveTo>
                    <a:cubicBezTo>
                      <a:pt x="1795" y="0"/>
                      <a:pt x="1882" y="0"/>
                      <a:pt x="1971" y="0"/>
                    </a:cubicBezTo>
                    <a:cubicBezTo>
                      <a:pt x="1949" y="44"/>
                      <a:pt x="1927" y="88"/>
                      <a:pt x="1905" y="131"/>
                    </a:cubicBezTo>
                    <a:cubicBezTo>
                      <a:pt x="1901" y="144"/>
                      <a:pt x="1901" y="144"/>
                      <a:pt x="1877" y="205"/>
                    </a:cubicBezTo>
                    <a:cubicBezTo>
                      <a:pt x="1865" y="224"/>
                      <a:pt x="1852" y="243"/>
                      <a:pt x="1840" y="263"/>
                    </a:cubicBezTo>
                    <a:cubicBezTo>
                      <a:pt x="1770" y="271"/>
                      <a:pt x="1770" y="271"/>
                      <a:pt x="1708" y="263"/>
                    </a:cubicBezTo>
                    <a:cubicBezTo>
                      <a:pt x="1708" y="306"/>
                      <a:pt x="1708" y="350"/>
                      <a:pt x="1708" y="394"/>
                    </a:cubicBezTo>
                    <a:cubicBezTo>
                      <a:pt x="1622" y="394"/>
                      <a:pt x="1535" y="394"/>
                      <a:pt x="1446" y="394"/>
                    </a:cubicBezTo>
                    <a:cubicBezTo>
                      <a:pt x="1446" y="438"/>
                      <a:pt x="1446" y="481"/>
                      <a:pt x="1446" y="526"/>
                    </a:cubicBezTo>
                    <a:cubicBezTo>
                      <a:pt x="1315" y="526"/>
                      <a:pt x="1185" y="526"/>
                      <a:pt x="1051" y="526"/>
                    </a:cubicBezTo>
                    <a:cubicBezTo>
                      <a:pt x="1051" y="569"/>
                      <a:pt x="1051" y="612"/>
                      <a:pt x="1051" y="657"/>
                    </a:cubicBezTo>
                    <a:cubicBezTo>
                      <a:pt x="1008" y="657"/>
                      <a:pt x="965" y="657"/>
                      <a:pt x="920" y="657"/>
                    </a:cubicBezTo>
                    <a:cubicBezTo>
                      <a:pt x="920" y="700"/>
                      <a:pt x="920" y="744"/>
                      <a:pt x="920" y="788"/>
                    </a:cubicBezTo>
                    <a:cubicBezTo>
                      <a:pt x="790" y="788"/>
                      <a:pt x="660" y="788"/>
                      <a:pt x="526" y="788"/>
                    </a:cubicBezTo>
                    <a:cubicBezTo>
                      <a:pt x="526" y="832"/>
                      <a:pt x="526" y="875"/>
                      <a:pt x="526" y="920"/>
                    </a:cubicBezTo>
                    <a:cubicBezTo>
                      <a:pt x="439" y="920"/>
                      <a:pt x="352" y="920"/>
                      <a:pt x="263" y="920"/>
                    </a:cubicBezTo>
                    <a:cubicBezTo>
                      <a:pt x="263" y="963"/>
                      <a:pt x="263" y="1007"/>
                      <a:pt x="263" y="1051"/>
                    </a:cubicBezTo>
                    <a:cubicBezTo>
                      <a:pt x="176" y="1051"/>
                      <a:pt x="89" y="1051"/>
                      <a:pt x="0" y="1051"/>
                    </a:cubicBezTo>
                    <a:cubicBezTo>
                      <a:pt x="56" y="900"/>
                      <a:pt x="109" y="785"/>
                      <a:pt x="255" y="706"/>
                    </a:cubicBezTo>
                    <a:cubicBezTo>
                      <a:pt x="389" y="649"/>
                      <a:pt x="513" y="643"/>
                      <a:pt x="657" y="657"/>
                    </a:cubicBezTo>
                    <a:cubicBezTo>
                      <a:pt x="657" y="614"/>
                      <a:pt x="657" y="570"/>
                      <a:pt x="657" y="526"/>
                    </a:cubicBezTo>
                    <a:cubicBezTo>
                      <a:pt x="744" y="526"/>
                      <a:pt x="831" y="526"/>
                      <a:pt x="920" y="526"/>
                    </a:cubicBezTo>
                    <a:cubicBezTo>
                      <a:pt x="920" y="482"/>
                      <a:pt x="920" y="439"/>
                      <a:pt x="920" y="394"/>
                    </a:cubicBezTo>
                    <a:cubicBezTo>
                      <a:pt x="1007" y="394"/>
                      <a:pt x="1093" y="394"/>
                      <a:pt x="1183" y="394"/>
                    </a:cubicBezTo>
                    <a:cubicBezTo>
                      <a:pt x="1183" y="351"/>
                      <a:pt x="1183" y="308"/>
                      <a:pt x="1183" y="263"/>
                    </a:cubicBezTo>
                    <a:cubicBezTo>
                      <a:pt x="1269" y="263"/>
                      <a:pt x="1356" y="263"/>
                      <a:pt x="1446" y="263"/>
                    </a:cubicBezTo>
                    <a:cubicBezTo>
                      <a:pt x="1446" y="219"/>
                      <a:pt x="1446" y="176"/>
                      <a:pt x="1446" y="131"/>
                    </a:cubicBezTo>
                    <a:cubicBezTo>
                      <a:pt x="1532" y="131"/>
                      <a:pt x="1619" y="131"/>
                      <a:pt x="1708" y="131"/>
                    </a:cubicBezTo>
                    <a:cubicBezTo>
                      <a:pt x="1708" y="88"/>
                      <a:pt x="1708" y="45"/>
                      <a:pt x="170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10" name="ICON_SKILL_SLEEP_path_012"/>
              <p:cNvSpPr/>
              <p:nvPr/>
            </p:nvSpPr>
            <p:spPr>
              <a:xfrm>
                <a:off x="6440121" y="1211120"/>
                <a:ext cx="11682" cy="8345"/>
              </a:xfrm>
              <a:custGeom>
                <a:avLst/>
                <a:gdLst/>
                <a:ahLst/>
                <a:cxnLst/>
                <a:rect l="0" t="0" r="r" b="b"/>
                <a:pathLst>
                  <a:path w="920" h="657" fill="norm" stroke="0">
                    <a:moveTo>
                      <a:pt x="0" y="0"/>
                    </a:moveTo>
                    <a:cubicBezTo>
                      <a:pt x="87" y="0"/>
                      <a:pt x="173" y="0"/>
                      <a:pt x="263" y="0"/>
                    </a:cubicBezTo>
                    <a:cubicBezTo>
                      <a:pt x="263" y="43"/>
                      <a:pt x="263" y="87"/>
                      <a:pt x="263" y="131"/>
                    </a:cubicBezTo>
                    <a:cubicBezTo>
                      <a:pt x="350" y="131"/>
                      <a:pt x="436" y="131"/>
                      <a:pt x="526" y="131"/>
                    </a:cubicBezTo>
                    <a:cubicBezTo>
                      <a:pt x="526" y="175"/>
                      <a:pt x="526" y="218"/>
                      <a:pt x="526" y="263"/>
                    </a:cubicBezTo>
                    <a:cubicBezTo>
                      <a:pt x="612" y="263"/>
                      <a:pt x="699" y="263"/>
                      <a:pt x="788" y="263"/>
                    </a:cubicBezTo>
                    <a:cubicBezTo>
                      <a:pt x="788" y="306"/>
                      <a:pt x="788" y="350"/>
                      <a:pt x="788" y="394"/>
                    </a:cubicBezTo>
                    <a:cubicBezTo>
                      <a:pt x="832" y="394"/>
                      <a:pt x="875" y="394"/>
                      <a:pt x="920" y="394"/>
                    </a:cubicBezTo>
                    <a:cubicBezTo>
                      <a:pt x="920" y="481"/>
                      <a:pt x="920" y="568"/>
                      <a:pt x="920" y="657"/>
                    </a:cubicBezTo>
                    <a:cubicBezTo>
                      <a:pt x="833" y="657"/>
                      <a:pt x="746" y="657"/>
                      <a:pt x="657" y="657"/>
                    </a:cubicBezTo>
                    <a:cubicBezTo>
                      <a:pt x="657" y="614"/>
                      <a:pt x="657" y="570"/>
                      <a:pt x="657" y="526"/>
                    </a:cubicBezTo>
                    <a:cubicBezTo>
                      <a:pt x="614" y="526"/>
                      <a:pt x="570" y="526"/>
                      <a:pt x="526" y="526"/>
                    </a:cubicBezTo>
                    <a:cubicBezTo>
                      <a:pt x="526" y="482"/>
                      <a:pt x="526" y="439"/>
                      <a:pt x="526" y="394"/>
                    </a:cubicBezTo>
                    <a:cubicBezTo>
                      <a:pt x="352" y="394"/>
                      <a:pt x="179" y="394"/>
                      <a:pt x="0" y="394"/>
                    </a:cubicBezTo>
                    <a:cubicBezTo>
                      <a:pt x="0" y="264"/>
                      <a:pt x="0" y="13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11" name="ICON_SKILL_SLEEP_path_013"/>
              <p:cNvSpPr/>
              <p:nvPr/>
            </p:nvSpPr>
            <p:spPr>
              <a:xfrm>
                <a:off x="6355007" y="1064256"/>
                <a:ext cx="3338" cy="23365"/>
              </a:xfrm>
              <a:custGeom>
                <a:avLst/>
                <a:gdLst/>
                <a:ahLst/>
                <a:cxnLst/>
                <a:rect l="0" t="0" r="r" b="b"/>
                <a:pathLst>
                  <a:path w="263" h="1840" fill="norm" stroke="0">
                    <a:moveTo>
                      <a:pt x="131" y="0"/>
                    </a:moveTo>
                    <a:cubicBezTo>
                      <a:pt x="175" y="0"/>
                      <a:pt x="218" y="0"/>
                      <a:pt x="263" y="0"/>
                    </a:cubicBezTo>
                    <a:cubicBezTo>
                      <a:pt x="263" y="607"/>
                      <a:pt x="263" y="1214"/>
                      <a:pt x="263" y="1840"/>
                    </a:cubicBezTo>
                    <a:cubicBezTo>
                      <a:pt x="219" y="1840"/>
                      <a:pt x="176" y="1840"/>
                      <a:pt x="131" y="1840"/>
                    </a:cubicBezTo>
                    <a:cubicBezTo>
                      <a:pt x="131" y="1710"/>
                      <a:pt x="131" y="1580"/>
                      <a:pt x="131" y="1446"/>
                    </a:cubicBezTo>
                    <a:cubicBezTo>
                      <a:pt x="88" y="1446"/>
                      <a:pt x="45" y="1446"/>
                      <a:pt x="0" y="1446"/>
                    </a:cubicBezTo>
                    <a:cubicBezTo>
                      <a:pt x="0" y="1315"/>
                      <a:pt x="0" y="1185"/>
                      <a:pt x="0" y="1051"/>
                    </a:cubicBezTo>
                    <a:cubicBezTo>
                      <a:pt x="43" y="1051"/>
                      <a:pt x="87" y="1051"/>
                      <a:pt x="131" y="1051"/>
                    </a:cubicBezTo>
                    <a:cubicBezTo>
                      <a:pt x="131" y="704"/>
                      <a:pt x="131" y="357"/>
                      <a:pt x="13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12" name="ICON_SKILL_SLEEP_path_014"/>
              <p:cNvSpPr/>
              <p:nvPr/>
            </p:nvSpPr>
            <p:spPr>
              <a:xfrm>
                <a:off x="6491857" y="949101"/>
                <a:ext cx="11682" cy="13351"/>
              </a:xfrm>
              <a:custGeom>
                <a:avLst/>
                <a:gdLst/>
                <a:ahLst/>
                <a:cxnLst/>
                <a:rect l="0" t="0" r="r" b="b"/>
                <a:pathLst>
                  <a:path w="920" h="1051" fill="norm" stroke="0">
                    <a:moveTo>
                      <a:pt x="526" y="0"/>
                    </a:moveTo>
                    <a:cubicBezTo>
                      <a:pt x="612" y="0"/>
                      <a:pt x="699" y="0"/>
                      <a:pt x="788" y="0"/>
                    </a:cubicBezTo>
                    <a:cubicBezTo>
                      <a:pt x="788" y="43"/>
                      <a:pt x="788" y="87"/>
                      <a:pt x="788" y="131"/>
                    </a:cubicBezTo>
                    <a:cubicBezTo>
                      <a:pt x="832" y="131"/>
                      <a:pt x="875" y="131"/>
                      <a:pt x="920" y="131"/>
                    </a:cubicBezTo>
                    <a:cubicBezTo>
                      <a:pt x="920" y="175"/>
                      <a:pt x="920" y="218"/>
                      <a:pt x="920" y="263"/>
                    </a:cubicBezTo>
                    <a:cubicBezTo>
                      <a:pt x="833" y="263"/>
                      <a:pt x="746" y="263"/>
                      <a:pt x="657" y="263"/>
                    </a:cubicBezTo>
                    <a:cubicBezTo>
                      <a:pt x="657" y="306"/>
                      <a:pt x="657" y="350"/>
                      <a:pt x="657" y="394"/>
                    </a:cubicBezTo>
                    <a:cubicBezTo>
                      <a:pt x="614" y="394"/>
                      <a:pt x="570" y="394"/>
                      <a:pt x="526" y="394"/>
                    </a:cubicBezTo>
                    <a:cubicBezTo>
                      <a:pt x="526" y="438"/>
                      <a:pt x="526" y="481"/>
                      <a:pt x="526" y="526"/>
                    </a:cubicBezTo>
                    <a:cubicBezTo>
                      <a:pt x="482" y="526"/>
                      <a:pt x="439" y="526"/>
                      <a:pt x="394" y="526"/>
                    </a:cubicBezTo>
                    <a:cubicBezTo>
                      <a:pt x="394" y="656"/>
                      <a:pt x="394" y="786"/>
                      <a:pt x="394" y="920"/>
                    </a:cubicBezTo>
                    <a:cubicBezTo>
                      <a:pt x="351" y="920"/>
                      <a:pt x="308" y="920"/>
                      <a:pt x="263" y="920"/>
                    </a:cubicBezTo>
                    <a:cubicBezTo>
                      <a:pt x="263" y="963"/>
                      <a:pt x="263" y="1007"/>
                      <a:pt x="263" y="1051"/>
                    </a:cubicBezTo>
                    <a:cubicBezTo>
                      <a:pt x="176" y="1051"/>
                      <a:pt x="89" y="1051"/>
                      <a:pt x="0" y="1051"/>
                    </a:cubicBezTo>
                    <a:cubicBezTo>
                      <a:pt x="0" y="1008"/>
                      <a:pt x="0" y="965"/>
                      <a:pt x="0" y="920"/>
                    </a:cubicBezTo>
                    <a:cubicBezTo>
                      <a:pt x="43" y="920"/>
                      <a:pt x="87" y="920"/>
                      <a:pt x="131" y="920"/>
                    </a:cubicBezTo>
                    <a:cubicBezTo>
                      <a:pt x="131" y="833"/>
                      <a:pt x="131" y="746"/>
                      <a:pt x="131" y="657"/>
                    </a:cubicBezTo>
                    <a:cubicBezTo>
                      <a:pt x="175" y="657"/>
                      <a:pt x="218" y="657"/>
                      <a:pt x="263" y="657"/>
                    </a:cubicBezTo>
                    <a:cubicBezTo>
                      <a:pt x="263" y="570"/>
                      <a:pt x="263" y="484"/>
                      <a:pt x="263" y="394"/>
                    </a:cubicBezTo>
                    <a:cubicBezTo>
                      <a:pt x="306" y="394"/>
                      <a:pt x="350" y="394"/>
                      <a:pt x="394" y="394"/>
                    </a:cubicBezTo>
                    <a:cubicBezTo>
                      <a:pt x="394" y="308"/>
                      <a:pt x="394" y="221"/>
                      <a:pt x="394" y="131"/>
                    </a:cubicBezTo>
                    <a:cubicBezTo>
                      <a:pt x="438" y="131"/>
                      <a:pt x="481" y="131"/>
                      <a:pt x="526" y="131"/>
                    </a:cubicBezTo>
                    <a:cubicBezTo>
                      <a:pt x="526" y="88"/>
                      <a:pt x="526" y="45"/>
                      <a:pt x="52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13" name="ICON_SKILL_SLEEP_path_015"/>
              <p:cNvSpPr/>
              <p:nvPr/>
            </p:nvSpPr>
            <p:spPr>
              <a:xfrm>
                <a:off x="6401736" y="955777"/>
                <a:ext cx="10013" cy="8449"/>
              </a:xfrm>
              <a:custGeom>
                <a:avLst/>
                <a:gdLst/>
                <a:ahLst/>
                <a:cxnLst/>
                <a:rect l="0" t="0" r="r" b="b"/>
                <a:pathLst>
                  <a:path w="788" h="665" fill="norm" stroke="0">
                    <a:moveTo>
                      <a:pt x="263" y="0"/>
                    </a:moveTo>
                    <a:cubicBezTo>
                      <a:pt x="436" y="0"/>
                      <a:pt x="610" y="0"/>
                      <a:pt x="788" y="0"/>
                    </a:cubicBezTo>
                    <a:cubicBezTo>
                      <a:pt x="699" y="205"/>
                      <a:pt x="699" y="205"/>
                      <a:pt x="657" y="263"/>
                    </a:cubicBezTo>
                    <a:cubicBezTo>
                      <a:pt x="587" y="271"/>
                      <a:pt x="587" y="271"/>
                      <a:pt x="526" y="263"/>
                    </a:cubicBezTo>
                    <a:cubicBezTo>
                      <a:pt x="526" y="306"/>
                      <a:pt x="526" y="350"/>
                      <a:pt x="526" y="394"/>
                    </a:cubicBezTo>
                    <a:cubicBezTo>
                      <a:pt x="505" y="392"/>
                      <a:pt x="485" y="389"/>
                      <a:pt x="464" y="386"/>
                    </a:cubicBezTo>
                    <a:cubicBezTo>
                      <a:pt x="453" y="387"/>
                      <a:pt x="453" y="387"/>
                      <a:pt x="394" y="394"/>
                    </a:cubicBezTo>
                    <a:cubicBezTo>
                      <a:pt x="357" y="452"/>
                      <a:pt x="357" y="452"/>
                      <a:pt x="329" y="526"/>
                    </a:cubicBezTo>
                    <a:cubicBezTo>
                      <a:pt x="300" y="600"/>
                      <a:pt x="300" y="600"/>
                      <a:pt x="263" y="657"/>
                    </a:cubicBezTo>
                    <a:cubicBezTo>
                      <a:pt x="193" y="665"/>
                      <a:pt x="193" y="665"/>
                      <a:pt x="131" y="657"/>
                    </a:cubicBezTo>
                    <a:cubicBezTo>
                      <a:pt x="131" y="614"/>
                      <a:pt x="131" y="570"/>
                      <a:pt x="131" y="526"/>
                    </a:cubicBezTo>
                    <a:cubicBezTo>
                      <a:pt x="88" y="526"/>
                      <a:pt x="45" y="526"/>
                      <a:pt x="0" y="526"/>
                    </a:cubicBezTo>
                    <a:cubicBezTo>
                      <a:pt x="0" y="439"/>
                      <a:pt x="0" y="352"/>
                      <a:pt x="0" y="263"/>
                    </a:cubicBezTo>
                    <a:cubicBezTo>
                      <a:pt x="43" y="263"/>
                      <a:pt x="87" y="263"/>
                      <a:pt x="131" y="263"/>
                    </a:cubicBezTo>
                    <a:cubicBezTo>
                      <a:pt x="131" y="219"/>
                      <a:pt x="131" y="176"/>
                      <a:pt x="131" y="131"/>
                    </a:cubicBezTo>
                    <a:cubicBezTo>
                      <a:pt x="175" y="131"/>
                      <a:pt x="218" y="131"/>
                      <a:pt x="263" y="131"/>
                    </a:cubicBezTo>
                    <a:cubicBezTo>
                      <a:pt x="263" y="88"/>
                      <a:pt x="263" y="45"/>
                      <a:pt x="26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  <p:sp>
            <p:nvSpPr>
              <p:cNvPr id="614" name="ICON_SKILL_SLEEP_path_016"/>
              <p:cNvSpPr/>
              <p:nvPr/>
            </p:nvSpPr>
            <p:spPr>
              <a:xfrm>
                <a:off x="6505209" y="924067"/>
                <a:ext cx="11682" cy="15020"/>
              </a:xfrm>
              <a:custGeom>
                <a:avLst/>
                <a:gdLst/>
                <a:ahLst/>
                <a:cxnLst/>
                <a:rect l="0" t="0" r="r" b="b"/>
                <a:pathLst>
                  <a:path w="920" h="1183" fill="norm" stroke="0">
                    <a:moveTo>
                      <a:pt x="788" y="0"/>
                    </a:moveTo>
                    <a:cubicBezTo>
                      <a:pt x="832" y="22"/>
                      <a:pt x="875" y="43"/>
                      <a:pt x="920" y="66"/>
                    </a:cubicBezTo>
                    <a:cubicBezTo>
                      <a:pt x="906" y="74"/>
                      <a:pt x="893" y="82"/>
                      <a:pt x="879" y="90"/>
                    </a:cubicBezTo>
                    <a:cubicBezTo>
                      <a:pt x="741" y="196"/>
                      <a:pt x="708" y="298"/>
                      <a:pt x="685" y="465"/>
                    </a:cubicBezTo>
                    <a:cubicBezTo>
                      <a:pt x="674" y="572"/>
                      <a:pt x="664" y="680"/>
                      <a:pt x="657" y="788"/>
                    </a:cubicBezTo>
                    <a:cubicBezTo>
                      <a:pt x="614" y="788"/>
                      <a:pt x="570" y="788"/>
                      <a:pt x="526" y="788"/>
                    </a:cubicBezTo>
                    <a:cubicBezTo>
                      <a:pt x="526" y="832"/>
                      <a:pt x="526" y="875"/>
                      <a:pt x="526" y="920"/>
                    </a:cubicBezTo>
                    <a:cubicBezTo>
                      <a:pt x="439" y="920"/>
                      <a:pt x="352" y="920"/>
                      <a:pt x="263" y="920"/>
                    </a:cubicBezTo>
                    <a:cubicBezTo>
                      <a:pt x="263" y="963"/>
                      <a:pt x="263" y="1007"/>
                      <a:pt x="263" y="1051"/>
                    </a:cubicBezTo>
                    <a:cubicBezTo>
                      <a:pt x="219" y="1051"/>
                      <a:pt x="176" y="1051"/>
                      <a:pt x="131" y="1051"/>
                    </a:cubicBezTo>
                    <a:cubicBezTo>
                      <a:pt x="131" y="1095"/>
                      <a:pt x="131" y="1138"/>
                      <a:pt x="131" y="1183"/>
                    </a:cubicBezTo>
                    <a:cubicBezTo>
                      <a:pt x="88" y="1183"/>
                      <a:pt x="45" y="1183"/>
                      <a:pt x="0" y="1183"/>
                    </a:cubicBezTo>
                    <a:cubicBezTo>
                      <a:pt x="0" y="1096"/>
                      <a:pt x="0" y="1009"/>
                      <a:pt x="0" y="920"/>
                    </a:cubicBezTo>
                    <a:cubicBezTo>
                      <a:pt x="43" y="920"/>
                      <a:pt x="87" y="920"/>
                      <a:pt x="131" y="920"/>
                    </a:cubicBezTo>
                    <a:cubicBezTo>
                      <a:pt x="131" y="877"/>
                      <a:pt x="131" y="833"/>
                      <a:pt x="131" y="788"/>
                    </a:cubicBezTo>
                    <a:cubicBezTo>
                      <a:pt x="175" y="788"/>
                      <a:pt x="218" y="788"/>
                      <a:pt x="263" y="788"/>
                    </a:cubicBezTo>
                    <a:cubicBezTo>
                      <a:pt x="263" y="745"/>
                      <a:pt x="263" y="702"/>
                      <a:pt x="263" y="657"/>
                    </a:cubicBezTo>
                    <a:cubicBezTo>
                      <a:pt x="306" y="657"/>
                      <a:pt x="350" y="657"/>
                      <a:pt x="394" y="657"/>
                    </a:cubicBezTo>
                    <a:cubicBezTo>
                      <a:pt x="395" y="637"/>
                      <a:pt x="396" y="617"/>
                      <a:pt x="397" y="597"/>
                    </a:cubicBezTo>
                    <a:cubicBezTo>
                      <a:pt x="430" y="312"/>
                      <a:pt x="579" y="181"/>
                      <a:pt x="78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834" cap="flat">
                <a:noFill/>
              </a:ln>
            </p:spPr>
          </p:sp>
        </p:grpSp>
        <p:grpSp>
          <p:nvGrpSpPr>
            <p:cNvPr id="615" name="ICON_SKILL_COMPARE"/>
            <p:cNvGrpSpPr/>
            <p:nvPr/>
          </p:nvGrpSpPr>
          <p:grpSpPr>
            <a:xfrm>
              <a:off x="6350000" y="1309688"/>
              <a:ext cx="349250" cy="333375"/>
              <a:chOff x="6350000" y="1309688"/>
              <a:chExt cx="349250" cy="333375"/>
            </a:xfrm>
          </p:grpSpPr>
          <p:sp>
            <p:nvSpPr>
              <p:cNvPr id="616" name="ICON_SKILL_COMPARE_path_001"/>
              <p:cNvSpPr/>
              <p:nvPr/>
            </p:nvSpPr>
            <p:spPr>
              <a:xfrm>
                <a:off x="6593862" y="1455799"/>
                <a:ext cx="90682" cy="108195"/>
              </a:xfrm>
              <a:custGeom>
                <a:avLst/>
                <a:gdLst/>
                <a:ahLst/>
                <a:cxnLst/>
                <a:rect l="0" t="0" r="r" b="b"/>
                <a:pathLst>
                  <a:path w="7140" h="8519" fill="norm" stroke="0">
                    <a:moveTo>
                      <a:pt x="2702" y="28"/>
                    </a:moveTo>
                    <a:cubicBezTo>
                      <a:pt x="2775" y="24"/>
                      <a:pt x="2847" y="20"/>
                      <a:pt x="2921" y="17"/>
                    </a:cubicBezTo>
                    <a:cubicBezTo>
                      <a:pt x="2945" y="16"/>
                      <a:pt x="2970" y="15"/>
                      <a:pt x="2995" y="13"/>
                    </a:cubicBezTo>
                    <a:cubicBezTo>
                      <a:pt x="3198" y="0"/>
                      <a:pt x="3198" y="0"/>
                      <a:pt x="3282" y="68"/>
                    </a:cubicBezTo>
                    <a:cubicBezTo>
                      <a:pt x="3362" y="170"/>
                      <a:pt x="3393" y="248"/>
                      <a:pt x="3382" y="379"/>
                    </a:cubicBezTo>
                    <a:cubicBezTo>
                      <a:pt x="3381" y="390"/>
                      <a:pt x="3379" y="402"/>
                      <a:pt x="3377" y="414"/>
                    </a:cubicBezTo>
                    <a:cubicBezTo>
                      <a:pt x="3345" y="414"/>
                      <a:pt x="3314" y="414"/>
                      <a:pt x="3281" y="414"/>
                    </a:cubicBezTo>
                    <a:cubicBezTo>
                      <a:pt x="3281" y="510"/>
                      <a:pt x="3281" y="605"/>
                      <a:pt x="3281" y="703"/>
                    </a:cubicBezTo>
                    <a:cubicBezTo>
                      <a:pt x="3313" y="703"/>
                      <a:pt x="3344" y="703"/>
                      <a:pt x="3377" y="703"/>
                    </a:cubicBezTo>
                    <a:cubicBezTo>
                      <a:pt x="3377" y="735"/>
                      <a:pt x="3377" y="767"/>
                      <a:pt x="3377" y="800"/>
                    </a:cubicBezTo>
                    <a:cubicBezTo>
                      <a:pt x="3409" y="800"/>
                      <a:pt x="3441" y="800"/>
                      <a:pt x="3474" y="800"/>
                    </a:cubicBezTo>
                    <a:cubicBezTo>
                      <a:pt x="3474" y="864"/>
                      <a:pt x="3474" y="927"/>
                      <a:pt x="3474" y="993"/>
                    </a:cubicBezTo>
                    <a:cubicBezTo>
                      <a:pt x="3506" y="993"/>
                      <a:pt x="3537" y="993"/>
                      <a:pt x="3570" y="993"/>
                    </a:cubicBezTo>
                    <a:cubicBezTo>
                      <a:pt x="3570" y="1088"/>
                      <a:pt x="3570" y="1184"/>
                      <a:pt x="3570" y="1282"/>
                    </a:cubicBezTo>
                    <a:cubicBezTo>
                      <a:pt x="3602" y="1282"/>
                      <a:pt x="3634" y="1282"/>
                      <a:pt x="3667" y="1282"/>
                    </a:cubicBezTo>
                    <a:cubicBezTo>
                      <a:pt x="3667" y="1314"/>
                      <a:pt x="3667" y="1346"/>
                      <a:pt x="3667" y="1379"/>
                    </a:cubicBezTo>
                    <a:cubicBezTo>
                      <a:pt x="3699" y="1379"/>
                      <a:pt x="3730" y="1379"/>
                      <a:pt x="3763" y="1379"/>
                    </a:cubicBezTo>
                    <a:cubicBezTo>
                      <a:pt x="3763" y="1538"/>
                      <a:pt x="3763" y="1697"/>
                      <a:pt x="3763" y="1861"/>
                    </a:cubicBezTo>
                    <a:cubicBezTo>
                      <a:pt x="3954" y="1861"/>
                      <a:pt x="4145" y="1861"/>
                      <a:pt x="4342" y="1861"/>
                    </a:cubicBezTo>
                    <a:cubicBezTo>
                      <a:pt x="4342" y="1830"/>
                      <a:pt x="4342" y="1798"/>
                      <a:pt x="4342" y="1765"/>
                    </a:cubicBezTo>
                    <a:cubicBezTo>
                      <a:pt x="4374" y="1765"/>
                      <a:pt x="4406" y="1765"/>
                      <a:pt x="4439" y="1765"/>
                    </a:cubicBezTo>
                    <a:cubicBezTo>
                      <a:pt x="4439" y="1733"/>
                      <a:pt x="4439" y="1701"/>
                      <a:pt x="4439" y="1668"/>
                    </a:cubicBezTo>
                    <a:cubicBezTo>
                      <a:pt x="4470" y="1668"/>
                      <a:pt x="4502" y="1668"/>
                      <a:pt x="4535" y="1668"/>
                    </a:cubicBezTo>
                    <a:cubicBezTo>
                      <a:pt x="4535" y="1637"/>
                      <a:pt x="4535" y="1605"/>
                      <a:pt x="4535" y="1572"/>
                    </a:cubicBezTo>
                    <a:cubicBezTo>
                      <a:pt x="4567" y="1572"/>
                      <a:pt x="4599" y="1572"/>
                      <a:pt x="4632" y="1572"/>
                    </a:cubicBezTo>
                    <a:cubicBezTo>
                      <a:pt x="4632" y="1540"/>
                      <a:pt x="4632" y="1508"/>
                      <a:pt x="4632" y="1475"/>
                    </a:cubicBezTo>
                    <a:cubicBezTo>
                      <a:pt x="4663" y="1475"/>
                      <a:pt x="4695" y="1475"/>
                      <a:pt x="4728" y="1475"/>
                    </a:cubicBezTo>
                    <a:cubicBezTo>
                      <a:pt x="4728" y="1444"/>
                      <a:pt x="4728" y="1412"/>
                      <a:pt x="4728" y="1379"/>
                    </a:cubicBezTo>
                    <a:cubicBezTo>
                      <a:pt x="4792" y="1379"/>
                      <a:pt x="4855" y="1379"/>
                      <a:pt x="4921" y="1379"/>
                    </a:cubicBezTo>
                    <a:cubicBezTo>
                      <a:pt x="4921" y="1347"/>
                      <a:pt x="4921" y="1315"/>
                      <a:pt x="4921" y="1282"/>
                    </a:cubicBezTo>
                    <a:cubicBezTo>
                      <a:pt x="5048" y="1282"/>
                      <a:pt x="5176" y="1282"/>
                      <a:pt x="5307" y="1282"/>
                    </a:cubicBezTo>
                    <a:cubicBezTo>
                      <a:pt x="5307" y="1251"/>
                      <a:pt x="5307" y="1219"/>
                      <a:pt x="5307" y="1186"/>
                    </a:cubicBezTo>
                    <a:cubicBezTo>
                      <a:pt x="5339" y="1186"/>
                      <a:pt x="5371" y="1186"/>
                      <a:pt x="5404" y="1186"/>
                    </a:cubicBezTo>
                    <a:cubicBezTo>
                      <a:pt x="5404" y="1250"/>
                      <a:pt x="5404" y="1313"/>
                      <a:pt x="5404" y="1379"/>
                    </a:cubicBezTo>
                    <a:cubicBezTo>
                      <a:pt x="5308" y="1379"/>
                      <a:pt x="5212" y="1379"/>
                      <a:pt x="5114" y="1379"/>
                    </a:cubicBezTo>
                    <a:cubicBezTo>
                      <a:pt x="5114" y="1411"/>
                      <a:pt x="5114" y="1443"/>
                      <a:pt x="5114" y="1475"/>
                    </a:cubicBezTo>
                    <a:cubicBezTo>
                      <a:pt x="5082" y="1475"/>
                      <a:pt x="5050" y="1475"/>
                      <a:pt x="5018" y="1475"/>
                    </a:cubicBezTo>
                    <a:cubicBezTo>
                      <a:pt x="5018" y="1507"/>
                      <a:pt x="5018" y="1539"/>
                      <a:pt x="5018" y="1572"/>
                    </a:cubicBezTo>
                    <a:cubicBezTo>
                      <a:pt x="5049" y="1572"/>
                      <a:pt x="5081" y="1572"/>
                      <a:pt x="5114" y="1572"/>
                    </a:cubicBezTo>
                    <a:cubicBezTo>
                      <a:pt x="5114" y="1604"/>
                      <a:pt x="5114" y="1636"/>
                      <a:pt x="5114" y="1668"/>
                    </a:cubicBezTo>
                    <a:cubicBezTo>
                      <a:pt x="5464" y="1668"/>
                      <a:pt x="5815" y="1668"/>
                      <a:pt x="6175" y="1668"/>
                    </a:cubicBezTo>
                    <a:cubicBezTo>
                      <a:pt x="6175" y="1700"/>
                      <a:pt x="6175" y="1732"/>
                      <a:pt x="6175" y="1765"/>
                    </a:cubicBezTo>
                    <a:cubicBezTo>
                      <a:pt x="6239" y="1765"/>
                      <a:pt x="6303" y="1765"/>
                      <a:pt x="6368" y="1765"/>
                    </a:cubicBezTo>
                    <a:cubicBezTo>
                      <a:pt x="6368" y="1797"/>
                      <a:pt x="6368" y="1829"/>
                      <a:pt x="6368" y="1861"/>
                    </a:cubicBezTo>
                    <a:cubicBezTo>
                      <a:pt x="6432" y="1861"/>
                      <a:pt x="6496" y="1861"/>
                      <a:pt x="6561" y="1861"/>
                    </a:cubicBezTo>
                    <a:cubicBezTo>
                      <a:pt x="6561" y="1893"/>
                      <a:pt x="6561" y="1925"/>
                      <a:pt x="6561" y="1958"/>
                    </a:cubicBezTo>
                    <a:cubicBezTo>
                      <a:pt x="6593" y="1958"/>
                      <a:pt x="6625" y="1958"/>
                      <a:pt x="6658" y="1958"/>
                    </a:cubicBezTo>
                    <a:cubicBezTo>
                      <a:pt x="6658" y="1990"/>
                      <a:pt x="6658" y="2022"/>
                      <a:pt x="6658" y="2054"/>
                    </a:cubicBezTo>
                    <a:cubicBezTo>
                      <a:pt x="6690" y="2054"/>
                      <a:pt x="6722" y="2054"/>
                      <a:pt x="6754" y="2054"/>
                    </a:cubicBezTo>
                    <a:cubicBezTo>
                      <a:pt x="6754" y="2086"/>
                      <a:pt x="6754" y="2118"/>
                      <a:pt x="6754" y="2151"/>
                    </a:cubicBezTo>
                    <a:cubicBezTo>
                      <a:pt x="6786" y="2151"/>
                      <a:pt x="6818" y="2151"/>
                      <a:pt x="6851" y="2151"/>
                    </a:cubicBezTo>
                    <a:cubicBezTo>
                      <a:pt x="6851" y="2183"/>
                      <a:pt x="6851" y="2215"/>
                      <a:pt x="6851" y="2247"/>
                    </a:cubicBezTo>
                    <a:cubicBezTo>
                      <a:pt x="6883" y="2247"/>
                      <a:pt x="6915" y="2247"/>
                      <a:pt x="6947" y="2247"/>
                    </a:cubicBezTo>
                    <a:cubicBezTo>
                      <a:pt x="6947" y="2311"/>
                      <a:pt x="6947" y="2375"/>
                      <a:pt x="6947" y="2440"/>
                    </a:cubicBezTo>
                    <a:cubicBezTo>
                      <a:pt x="6979" y="2440"/>
                      <a:pt x="7011" y="2440"/>
                      <a:pt x="7044" y="2440"/>
                    </a:cubicBezTo>
                    <a:cubicBezTo>
                      <a:pt x="7044" y="2504"/>
                      <a:pt x="7044" y="2568"/>
                      <a:pt x="7044" y="2633"/>
                    </a:cubicBezTo>
                    <a:cubicBezTo>
                      <a:pt x="7076" y="2633"/>
                      <a:pt x="7108" y="2633"/>
                      <a:pt x="7140" y="2633"/>
                    </a:cubicBezTo>
                    <a:cubicBezTo>
                      <a:pt x="7140" y="3620"/>
                      <a:pt x="7140" y="4608"/>
                      <a:pt x="7140" y="5625"/>
                    </a:cubicBezTo>
                    <a:cubicBezTo>
                      <a:pt x="7109" y="5625"/>
                      <a:pt x="7077" y="5625"/>
                      <a:pt x="7044" y="5625"/>
                    </a:cubicBezTo>
                    <a:cubicBezTo>
                      <a:pt x="7044" y="5656"/>
                      <a:pt x="7044" y="5688"/>
                      <a:pt x="7044" y="5721"/>
                    </a:cubicBezTo>
                    <a:cubicBezTo>
                      <a:pt x="7012" y="5721"/>
                      <a:pt x="6980" y="5721"/>
                      <a:pt x="6947" y="5721"/>
                    </a:cubicBezTo>
                    <a:cubicBezTo>
                      <a:pt x="6947" y="5753"/>
                      <a:pt x="6947" y="5785"/>
                      <a:pt x="6947" y="5818"/>
                    </a:cubicBezTo>
                    <a:cubicBezTo>
                      <a:pt x="6852" y="5818"/>
                      <a:pt x="6756" y="5818"/>
                      <a:pt x="6658" y="5818"/>
                    </a:cubicBezTo>
                    <a:cubicBezTo>
                      <a:pt x="6658" y="5849"/>
                      <a:pt x="6658" y="5881"/>
                      <a:pt x="6658" y="5914"/>
                    </a:cubicBezTo>
                    <a:cubicBezTo>
                      <a:pt x="6626" y="5914"/>
                      <a:pt x="6594" y="5914"/>
                      <a:pt x="6561" y="5914"/>
                    </a:cubicBezTo>
                    <a:cubicBezTo>
                      <a:pt x="6561" y="6169"/>
                      <a:pt x="6561" y="6423"/>
                      <a:pt x="6561" y="6686"/>
                    </a:cubicBezTo>
                    <a:cubicBezTo>
                      <a:pt x="6530" y="6686"/>
                      <a:pt x="6498" y="6686"/>
                      <a:pt x="6465" y="6686"/>
                    </a:cubicBezTo>
                    <a:cubicBezTo>
                      <a:pt x="6465" y="7100"/>
                      <a:pt x="6465" y="7514"/>
                      <a:pt x="6465" y="7940"/>
                    </a:cubicBezTo>
                    <a:cubicBezTo>
                      <a:pt x="6433" y="7940"/>
                      <a:pt x="6401" y="7940"/>
                      <a:pt x="6368" y="7940"/>
                    </a:cubicBezTo>
                    <a:cubicBezTo>
                      <a:pt x="6368" y="7972"/>
                      <a:pt x="6368" y="8004"/>
                      <a:pt x="6368" y="8037"/>
                    </a:cubicBezTo>
                    <a:cubicBezTo>
                      <a:pt x="5954" y="8037"/>
                      <a:pt x="5541" y="8037"/>
                      <a:pt x="5114" y="8037"/>
                    </a:cubicBezTo>
                    <a:cubicBezTo>
                      <a:pt x="5114" y="8005"/>
                      <a:pt x="5114" y="7973"/>
                      <a:pt x="5114" y="7940"/>
                    </a:cubicBezTo>
                    <a:cubicBezTo>
                      <a:pt x="5082" y="7940"/>
                      <a:pt x="5050" y="7940"/>
                      <a:pt x="5018" y="7940"/>
                    </a:cubicBezTo>
                    <a:cubicBezTo>
                      <a:pt x="5018" y="7749"/>
                      <a:pt x="5018" y="7558"/>
                      <a:pt x="5018" y="7361"/>
                    </a:cubicBezTo>
                    <a:cubicBezTo>
                      <a:pt x="4986" y="7361"/>
                      <a:pt x="4954" y="7361"/>
                      <a:pt x="4921" y="7361"/>
                    </a:cubicBezTo>
                    <a:cubicBezTo>
                      <a:pt x="4921" y="6916"/>
                      <a:pt x="4921" y="6470"/>
                      <a:pt x="4921" y="6010"/>
                    </a:cubicBezTo>
                    <a:cubicBezTo>
                      <a:pt x="4889" y="6010"/>
                      <a:pt x="4857" y="6010"/>
                      <a:pt x="4825" y="6010"/>
                    </a:cubicBezTo>
                    <a:cubicBezTo>
                      <a:pt x="4825" y="5979"/>
                      <a:pt x="4825" y="5947"/>
                      <a:pt x="4825" y="5914"/>
                    </a:cubicBezTo>
                    <a:cubicBezTo>
                      <a:pt x="4793" y="5914"/>
                      <a:pt x="4761" y="5914"/>
                      <a:pt x="4728" y="5914"/>
                    </a:cubicBezTo>
                    <a:cubicBezTo>
                      <a:pt x="4728" y="5882"/>
                      <a:pt x="4728" y="5850"/>
                      <a:pt x="4728" y="5818"/>
                    </a:cubicBezTo>
                    <a:cubicBezTo>
                      <a:pt x="4664" y="5818"/>
                      <a:pt x="4601" y="5818"/>
                      <a:pt x="4535" y="5818"/>
                    </a:cubicBezTo>
                    <a:cubicBezTo>
                      <a:pt x="4535" y="5786"/>
                      <a:pt x="4535" y="5754"/>
                      <a:pt x="4535" y="5721"/>
                    </a:cubicBezTo>
                    <a:cubicBezTo>
                      <a:pt x="4503" y="5721"/>
                      <a:pt x="4471" y="5721"/>
                      <a:pt x="4439" y="5721"/>
                    </a:cubicBezTo>
                    <a:cubicBezTo>
                      <a:pt x="4439" y="5689"/>
                      <a:pt x="4439" y="5657"/>
                      <a:pt x="4439" y="5625"/>
                    </a:cubicBezTo>
                    <a:cubicBezTo>
                      <a:pt x="4407" y="5625"/>
                      <a:pt x="4375" y="5625"/>
                      <a:pt x="4342" y="5625"/>
                    </a:cubicBezTo>
                    <a:cubicBezTo>
                      <a:pt x="4342" y="4637"/>
                      <a:pt x="4342" y="3650"/>
                      <a:pt x="4342" y="2633"/>
                    </a:cubicBezTo>
                    <a:cubicBezTo>
                      <a:pt x="4374" y="2633"/>
                      <a:pt x="4406" y="2633"/>
                      <a:pt x="4439" y="2633"/>
                    </a:cubicBezTo>
                    <a:cubicBezTo>
                      <a:pt x="4439" y="2538"/>
                      <a:pt x="4439" y="2442"/>
                      <a:pt x="4439" y="2344"/>
                    </a:cubicBezTo>
                    <a:cubicBezTo>
                      <a:pt x="4470" y="2344"/>
                      <a:pt x="4502" y="2344"/>
                      <a:pt x="4535" y="2344"/>
                    </a:cubicBezTo>
                    <a:cubicBezTo>
                      <a:pt x="4535" y="2280"/>
                      <a:pt x="4535" y="2216"/>
                      <a:pt x="4535" y="2151"/>
                    </a:cubicBezTo>
                    <a:cubicBezTo>
                      <a:pt x="4503" y="2151"/>
                      <a:pt x="4471" y="2151"/>
                      <a:pt x="4439" y="2151"/>
                    </a:cubicBezTo>
                    <a:cubicBezTo>
                      <a:pt x="4439" y="2119"/>
                      <a:pt x="4439" y="2087"/>
                      <a:pt x="4439" y="2054"/>
                    </a:cubicBezTo>
                    <a:cubicBezTo>
                      <a:pt x="4407" y="2054"/>
                      <a:pt x="4375" y="2054"/>
                      <a:pt x="4342" y="2054"/>
                    </a:cubicBezTo>
                    <a:cubicBezTo>
                      <a:pt x="4342" y="2086"/>
                      <a:pt x="4342" y="2118"/>
                      <a:pt x="4342" y="2151"/>
                    </a:cubicBezTo>
                    <a:cubicBezTo>
                      <a:pt x="4310" y="2151"/>
                      <a:pt x="4278" y="2151"/>
                      <a:pt x="4246" y="2151"/>
                    </a:cubicBezTo>
                    <a:cubicBezTo>
                      <a:pt x="4246" y="2183"/>
                      <a:pt x="4246" y="2215"/>
                      <a:pt x="4246" y="2247"/>
                    </a:cubicBezTo>
                    <a:cubicBezTo>
                      <a:pt x="4214" y="2247"/>
                      <a:pt x="4182" y="2247"/>
                      <a:pt x="4149" y="2247"/>
                    </a:cubicBezTo>
                    <a:cubicBezTo>
                      <a:pt x="4149" y="2375"/>
                      <a:pt x="4149" y="2502"/>
                      <a:pt x="4149" y="2633"/>
                    </a:cubicBezTo>
                    <a:cubicBezTo>
                      <a:pt x="4117" y="2633"/>
                      <a:pt x="4085" y="2633"/>
                      <a:pt x="4053" y="2633"/>
                    </a:cubicBezTo>
                    <a:cubicBezTo>
                      <a:pt x="4053" y="2665"/>
                      <a:pt x="4053" y="2697"/>
                      <a:pt x="4053" y="2730"/>
                    </a:cubicBezTo>
                    <a:cubicBezTo>
                      <a:pt x="3989" y="2730"/>
                      <a:pt x="3925" y="2730"/>
                      <a:pt x="3860" y="2730"/>
                    </a:cubicBezTo>
                    <a:cubicBezTo>
                      <a:pt x="3860" y="2762"/>
                      <a:pt x="3860" y="2793"/>
                      <a:pt x="3860" y="2826"/>
                    </a:cubicBezTo>
                    <a:cubicBezTo>
                      <a:pt x="3828" y="2826"/>
                      <a:pt x="3796" y="2826"/>
                      <a:pt x="3763" y="2826"/>
                    </a:cubicBezTo>
                    <a:cubicBezTo>
                      <a:pt x="3763" y="3590"/>
                      <a:pt x="3763" y="4355"/>
                      <a:pt x="3763" y="5142"/>
                    </a:cubicBezTo>
                    <a:cubicBezTo>
                      <a:pt x="3731" y="5142"/>
                      <a:pt x="3699" y="5142"/>
                      <a:pt x="3667" y="5142"/>
                    </a:cubicBezTo>
                    <a:cubicBezTo>
                      <a:pt x="3667" y="5206"/>
                      <a:pt x="3667" y="5269"/>
                      <a:pt x="3667" y="5335"/>
                    </a:cubicBezTo>
                    <a:cubicBezTo>
                      <a:pt x="3635" y="5335"/>
                      <a:pt x="3603" y="5335"/>
                      <a:pt x="3570" y="5335"/>
                    </a:cubicBezTo>
                    <a:cubicBezTo>
                      <a:pt x="3570" y="5367"/>
                      <a:pt x="3570" y="5399"/>
                      <a:pt x="3570" y="5432"/>
                    </a:cubicBezTo>
                    <a:cubicBezTo>
                      <a:pt x="3506" y="5432"/>
                      <a:pt x="3443" y="5432"/>
                      <a:pt x="3377" y="5432"/>
                    </a:cubicBezTo>
                    <a:cubicBezTo>
                      <a:pt x="3377" y="5463"/>
                      <a:pt x="3377" y="5495"/>
                      <a:pt x="3377" y="5528"/>
                    </a:cubicBezTo>
                    <a:cubicBezTo>
                      <a:pt x="3314" y="5528"/>
                      <a:pt x="3250" y="5528"/>
                      <a:pt x="3184" y="5528"/>
                    </a:cubicBezTo>
                    <a:cubicBezTo>
                      <a:pt x="3184" y="5560"/>
                      <a:pt x="3184" y="5592"/>
                      <a:pt x="3184" y="5625"/>
                    </a:cubicBezTo>
                    <a:cubicBezTo>
                      <a:pt x="3152" y="5625"/>
                      <a:pt x="3121" y="5625"/>
                      <a:pt x="3088" y="5625"/>
                    </a:cubicBezTo>
                    <a:cubicBezTo>
                      <a:pt x="3088" y="5656"/>
                      <a:pt x="3088" y="5688"/>
                      <a:pt x="3088" y="5721"/>
                    </a:cubicBezTo>
                    <a:cubicBezTo>
                      <a:pt x="3056" y="5721"/>
                      <a:pt x="3024" y="5721"/>
                      <a:pt x="2991" y="5721"/>
                    </a:cubicBezTo>
                    <a:cubicBezTo>
                      <a:pt x="2991" y="5912"/>
                      <a:pt x="2991" y="6103"/>
                      <a:pt x="2991" y="6300"/>
                    </a:cubicBezTo>
                    <a:cubicBezTo>
                      <a:pt x="2959" y="6300"/>
                      <a:pt x="2928" y="6300"/>
                      <a:pt x="2895" y="6300"/>
                    </a:cubicBezTo>
                    <a:cubicBezTo>
                      <a:pt x="2895" y="6746"/>
                      <a:pt x="2895" y="7192"/>
                      <a:pt x="2895" y="7651"/>
                    </a:cubicBezTo>
                    <a:cubicBezTo>
                      <a:pt x="2863" y="7651"/>
                      <a:pt x="2831" y="7651"/>
                      <a:pt x="2798" y="7651"/>
                    </a:cubicBezTo>
                    <a:cubicBezTo>
                      <a:pt x="2798" y="7874"/>
                      <a:pt x="2798" y="8097"/>
                      <a:pt x="2798" y="8326"/>
                    </a:cubicBezTo>
                    <a:cubicBezTo>
                      <a:pt x="2766" y="8326"/>
                      <a:pt x="2735" y="8326"/>
                      <a:pt x="2702" y="8326"/>
                    </a:cubicBezTo>
                    <a:cubicBezTo>
                      <a:pt x="2702" y="8358"/>
                      <a:pt x="2702" y="8390"/>
                      <a:pt x="2702" y="8423"/>
                    </a:cubicBezTo>
                    <a:cubicBezTo>
                      <a:pt x="2670" y="8423"/>
                      <a:pt x="2638" y="8423"/>
                      <a:pt x="2605" y="8423"/>
                    </a:cubicBezTo>
                    <a:cubicBezTo>
                      <a:pt x="2605" y="8455"/>
                      <a:pt x="2605" y="8486"/>
                      <a:pt x="2605" y="8519"/>
                    </a:cubicBezTo>
                    <a:cubicBezTo>
                      <a:pt x="2128" y="8519"/>
                      <a:pt x="1650" y="8519"/>
                      <a:pt x="1158" y="8519"/>
                    </a:cubicBezTo>
                    <a:cubicBezTo>
                      <a:pt x="1158" y="8487"/>
                      <a:pt x="1158" y="8456"/>
                      <a:pt x="1158" y="8423"/>
                    </a:cubicBezTo>
                    <a:cubicBezTo>
                      <a:pt x="1126" y="8423"/>
                      <a:pt x="1094" y="8423"/>
                      <a:pt x="1061" y="8423"/>
                    </a:cubicBezTo>
                    <a:cubicBezTo>
                      <a:pt x="1061" y="8391"/>
                      <a:pt x="1061" y="8359"/>
                      <a:pt x="1061" y="8326"/>
                    </a:cubicBezTo>
                    <a:cubicBezTo>
                      <a:pt x="1030" y="8326"/>
                      <a:pt x="998" y="8326"/>
                      <a:pt x="965" y="8326"/>
                    </a:cubicBezTo>
                    <a:cubicBezTo>
                      <a:pt x="965" y="7880"/>
                      <a:pt x="965" y="7435"/>
                      <a:pt x="965" y="6975"/>
                    </a:cubicBezTo>
                    <a:cubicBezTo>
                      <a:pt x="933" y="6975"/>
                      <a:pt x="901" y="6975"/>
                      <a:pt x="868" y="6975"/>
                    </a:cubicBezTo>
                    <a:cubicBezTo>
                      <a:pt x="868" y="6593"/>
                      <a:pt x="868" y="6211"/>
                      <a:pt x="868" y="5818"/>
                    </a:cubicBezTo>
                    <a:cubicBezTo>
                      <a:pt x="837" y="5818"/>
                      <a:pt x="805" y="5818"/>
                      <a:pt x="772" y="5818"/>
                    </a:cubicBezTo>
                    <a:cubicBezTo>
                      <a:pt x="772" y="5754"/>
                      <a:pt x="772" y="5690"/>
                      <a:pt x="772" y="5625"/>
                    </a:cubicBezTo>
                    <a:cubicBezTo>
                      <a:pt x="740" y="5625"/>
                      <a:pt x="708" y="5625"/>
                      <a:pt x="675" y="5625"/>
                    </a:cubicBezTo>
                    <a:cubicBezTo>
                      <a:pt x="675" y="5593"/>
                      <a:pt x="675" y="5561"/>
                      <a:pt x="675" y="5528"/>
                    </a:cubicBezTo>
                    <a:cubicBezTo>
                      <a:pt x="612" y="5528"/>
                      <a:pt x="548" y="5528"/>
                      <a:pt x="482" y="5528"/>
                    </a:cubicBezTo>
                    <a:cubicBezTo>
                      <a:pt x="482" y="5496"/>
                      <a:pt x="482" y="5464"/>
                      <a:pt x="482" y="5432"/>
                    </a:cubicBezTo>
                    <a:cubicBezTo>
                      <a:pt x="419" y="5432"/>
                      <a:pt x="355" y="5432"/>
                      <a:pt x="289" y="5432"/>
                    </a:cubicBezTo>
                    <a:cubicBezTo>
                      <a:pt x="289" y="5400"/>
                      <a:pt x="289" y="5368"/>
                      <a:pt x="289" y="5335"/>
                    </a:cubicBezTo>
                    <a:cubicBezTo>
                      <a:pt x="258" y="5335"/>
                      <a:pt x="226" y="5335"/>
                      <a:pt x="193" y="5335"/>
                    </a:cubicBezTo>
                    <a:cubicBezTo>
                      <a:pt x="193" y="5303"/>
                      <a:pt x="193" y="5271"/>
                      <a:pt x="193" y="5239"/>
                    </a:cubicBezTo>
                    <a:cubicBezTo>
                      <a:pt x="161" y="5239"/>
                      <a:pt x="129" y="5239"/>
                      <a:pt x="96" y="5239"/>
                    </a:cubicBezTo>
                    <a:cubicBezTo>
                      <a:pt x="96" y="4060"/>
                      <a:pt x="96" y="2882"/>
                      <a:pt x="96" y="1668"/>
                    </a:cubicBezTo>
                    <a:cubicBezTo>
                      <a:pt x="128" y="1668"/>
                      <a:pt x="160" y="1668"/>
                      <a:pt x="193" y="1668"/>
                    </a:cubicBezTo>
                    <a:cubicBezTo>
                      <a:pt x="193" y="1509"/>
                      <a:pt x="193" y="1350"/>
                      <a:pt x="193" y="1186"/>
                    </a:cubicBezTo>
                    <a:cubicBezTo>
                      <a:pt x="129" y="1186"/>
                      <a:pt x="66" y="1186"/>
                      <a:pt x="0" y="1186"/>
                    </a:cubicBezTo>
                    <a:cubicBezTo>
                      <a:pt x="0" y="1122"/>
                      <a:pt x="0" y="1059"/>
                      <a:pt x="0" y="993"/>
                    </a:cubicBezTo>
                    <a:cubicBezTo>
                      <a:pt x="64" y="993"/>
                      <a:pt x="127" y="993"/>
                      <a:pt x="193" y="993"/>
                    </a:cubicBezTo>
                    <a:cubicBezTo>
                      <a:pt x="193" y="1025"/>
                      <a:pt x="193" y="1057"/>
                      <a:pt x="193" y="1089"/>
                    </a:cubicBezTo>
                    <a:cubicBezTo>
                      <a:pt x="257" y="1089"/>
                      <a:pt x="320" y="1089"/>
                      <a:pt x="386" y="1089"/>
                    </a:cubicBezTo>
                    <a:cubicBezTo>
                      <a:pt x="386" y="1058"/>
                      <a:pt x="386" y="1026"/>
                      <a:pt x="386" y="993"/>
                    </a:cubicBezTo>
                    <a:cubicBezTo>
                      <a:pt x="418" y="993"/>
                      <a:pt x="450" y="993"/>
                      <a:pt x="482" y="993"/>
                    </a:cubicBezTo>
                    <a:cubicBezTo>
                      <a:pt x="482" y="929"/>
                      <a:pt x="482" y="866"/>
                      <a:pt x="482" y="800"/>
                    </a:cubicBezTo>
                    <a:cubicBezTo>
                      <a:pt x="514" y="800"/>
                      <a:pt x="546" y="800"/>
                      <a:pt x="579" y="800"/>
                    </a:cubicBezTo>
                    <a:cubicBezTo>
                      <a:pt x="579" y="768"/>
                      <a:pt x="579" y="736"/>
                      <a:pt x="579" y="703"/>
                    </a:cubicBezTo>
                    <a:cubicBezTo>
                      <a:pt x="611" y="703"/>
                      <a:pt x="643" y="703"/>
                      <a:pt x="675" y="703"/>
                    </a:cubicBezTo>
                    <a:cubicBezTo>
                      <a:pt x="675" y="672"/>
                      <a:pt x="675" y="640"/>
                      <a:pt x="675" y="607"/>
                    </a:cubicBezTo>
                    <a:cubicBezTo>
                      <a:pt x="739" y="607"/>
                      <a:pt x="803" y="607"/>
                      <a:pt x="868" y="607"/>
                    </a:cubicBezTo>
                    <a:cubicBezTo>
                      <a:pt x="868" y="575"/>
                      <a:pt x="868" y="543"/>
                      <a:pt x="868" y="510"/>
                    </a:cubicBezTo>
                    <a:cubicBezTo>
                      <a:pt x="900" y="510"/>
                      <a:pt x="932" y="510"/>
                      <a:pt x="965" y="510"/>
                    </a:cubicBezTo>
                    <a:cubicBezTo>
                      <a:pt x="965" y="479"/>
                      <a:pt x="965" y="447"/>
                      <a:pt x="965" y="414"/>
                    </a:cubicBezTo>
                    <a:cubicBezTo>
                      <a:pt x="1029" y="414"/>
                      <a:pt x="1092" y="414"/>
                      <a:pt x="1158" y="414"/>
                    </a:cubicBezTo>
                    <a:cubicBezTo>
                      <a:pt x="1158" y="382"/>
                      <a:pt x="1158" y="350"/>
                      <a:pt x="1158" y="318"/>
                    </a:cubicBezTo>
                    <a:cubicBezTo>
                      <a:pt x="1253" y="318"/>
                      <a:pt x="1349" y="318"/>
                      <a:pt x="1447" y="318"/>
                    </a:cubicBezTo>
                    <a:cubicBezTo>
                      <a:pt x="1447" y="286"/>
                      <a:pt x="1447" y="254"/>
                      <a:pt x="1447" y="221"/>
                    </a:cubicBezTo>
                    <a:cubicBezTo>
                      <a:pt x="1766" y="221"/>
                      <a:pt x="2084" y="221"/>
                      <a:pt x="2412" y="221"/>
                    </a:cubicBezTo>
                    <a:cubicBezTo>
                      <a:pt x="2412" y="253"/>
                      <a:pt x="2412" y="285"/>
                      <a:pt x="2412" y="318"/>
                    </a:cubicBezTo>
                    <a:cubicBezTo>
                      <a:pt x="2508" y="318"/>
                      <a:pt x="2603" y="318"/>
                      <a:pt x="2702" y="318"/>
                    </a:cubicBezTo>
                    <a:cubicBezTo>
                      <a:pt x="2702" y="222"/>
                      <a:pt x="2702" y="126"/>
                      <a:pt x="2702" y="28"/>
                    </a:cubicBezTo>
                    <a:close/>
                  </a:path>
                </a:pathLst>
              </a:custGeom>
              <a:solidFill>
                <a:srgbClr val="E24798"/>
              </a:solidFill>
              <a:ln w="613" cap="flat">
                <a:noFill/>
              </a:ln>
            </p:spPr>
          </p:sp>
          <p:sp>
            <p:nvSpPr>
              <p:cNvPr id="617" name="ICON_SKILL_COMPARE_path_002"/>
              <p:cNvSpPr/>
              <p:nvPr/>
            </p:nvSpPr>
            <p:spPr>
              <a:xfrm>
                <a:off x="6354723" y="1452324"/>
                <a:ext cx="142406" cy="118026"/>
              </a:xfrm>
              <a:custGeom>
                <a:avLst/>
                <a:gdLst/>
                <a:ahLst/>
                <a:cxnLst/>
                <a:rect l="0" t="0" r="r" b="b"/>
                <a:pathLst>
                  <a:path w="11213" h="9293" fill="norm" stroke="0">
                    <a:moveTo>
                      <a:pt x="5247" y="3"/>
                    </a:moveTo>
                    <a:cubicBezTo>
                      <a:pt x="5280" y="3"/>
                      <a:pt x="5313" y="3"/>
                      <a:pt x="5346" y="3"/>
                    </a:cubicBezTo>
                    <a:cubicBezTo>
                      <a:pt x="5432" y="4"/>
                      <a:pt x="5518" y="5"/>
                      <a:pt x="5603" y="6"/>
                    </a:cubicBezTo>
                    <a:cubicBezTo>
                      <a:pt x="5691" y="7"/>
                      <a:pt x="5779" y="7"/>
                      <a:pt x="5867" y="8"/>
                    </a:cubicBezTo>
                    <a:cubicBezTo>
                      <a:pt x="6039" y="9"/>
                      <a:pt x="6211" y="10"/>
                      <a:pt x="6383" y="12"/>
                    </a:cubicBezTo>
                    <a:cubicBezTo>
                      <a:pt x="6383" y="44"/>
                      <a:pt x="6383" y="76"/>
                      <a:pt x="6383" y="109"/>
                    </a:cubicBezTo>
                    <a:cubicBezTo>
                      <a:pt x="6397" y="108"/>
                      <a:pt x="6412" y="106"/>
                      <a:pt x="6427" y="105"/>
                    </a:cubicBezTo>
                    <a:cubicBezTo>
                      <a:pt x="6597" y="98"/>
                      <a:pt x="6712" y="132"/>
                      <a:pt x="6865" y="205"/>
                    </a:cubicBezTo>
                    <a:cubicBezTo>
                      <a:pt x="6865" y="237"/>
                      <a:pt x="6865" y="269"/>
                      <a:pt x="6865" y="302"/>
                    </a:cubicBezTo>
                    <a:cubicBezTo>
                      <a:pt x="6880" y="300"/>
                      <a:pt x="6894" y="299"/>
                      <a:pt x="6909" y="298"/>
                    </a:cubicBezTo>
                    <a:cubicBezTo>
                      <a:pt x="6961" y="302"/>
                      <a:pt x="6961" y="302"/>
                      <a:pt x="6994" y="329"/>
                    </a:cubicBezTo>
                    <a:cubicBezTo>
                      <a:pt x="7004" y="341"/>
                      <a:pt x="7014" y="354"/>
                      <a:pt x="7024" y="367"/>
                    </a:cubicBezTo>
                    <a:cubicBezTo>
                      <a:pt x="7035" y="381"/>
                      <a:pt x="7047" y="395"/>
                      <a:pt x="7058" y="410"/>
                    </a:cubicBezTo>
                    <a:cubicBezTo>
                      <a:pt x="7064" y="417"/>
                      <a:pt x="7064" y="417"/>
                      <a:pt x="7094" y="455"/>
                    </a:cubicBezTo>
                    <a:cubicBezTo>
                      <a:pt x="7192" y="576"/>
                      <a:pt x="7290" y="676"/>
                      <a:pt x="7414" y="769"/>
                    </a:cubicBezTo>
                    <a:cubicBezTo>
                      <a:pt x="7534" y="861"/>
                      <a:pt x="7534" y="861"/>
                      <a:pt x="7558" y="938"/>
                    </a:cubicBezTo>
                    <a:cubicBezTo>
                      <a:pt x="7558" y="987"/>
                      <a:pt x="7554" y="1027"/>
                      <a:pt x="7540" y="1074"/>
                    </a:cubicBezTo>
                    <a:cubicBezTo>
                      <a:pt x="7572" y="1074"/>
                      <a:pt x="7604" y="1074"/>
                      <a:pt x="7637" y="1074"/>
                    </a:cubicBezTo>
                    <a:cubicBezTo>
                      <a:pt x="7637" y="1137"/>
                      <a:pt x="7637" y="1201"/>
                      <a:pt x="7637" y="1267"/>
                    </a:cubicBezTo>
                    <a:cubicBezTo>
                      <a:pt x="7669" y="1267"/>
                      <a:pt x="7701" y="1267"/>
                      <a:pt x="7733" y="1267"/>
                    </a:cubicBezTo>
                    <a:cubicBezTo>
                      <a:pt x="7733" y="1330"/>
                      <a:pt x="7733" y="1394"/>
                      <a:pt x="7733" y="1460"/>
                    </a:cubicBezTo>
                    <a:cubicBezTo>
                      <a:pt x="7765" y="1460"/>
                      <a:pt x="7797" y="1460"/>
                      <a:pt x="7830" y="1460"/>
                    </a:cubicBezTo>
                    <a:cubicBezTo>
                      <a:pt x="7830" y="1555"/>
                      <a:pt x="7830" y="1651"/>
                      <a:pt x="7830" y="1749"/>
                    </a:cubicBezTo>
                    <a:cubicBezTo>
                      <a:pt x="7957" y="1749"/>
                      <a:pt x="8085" y="1749"/>
                      <a:pt x="8216" y="1749"/>
                    </a:cubicBezTo>
                    <a:cubicBezTo>
                      <a:pt x="8216" y="1717"/>
                      <a:pt x="8216" y="1685"/>
                      <a:pt x="8216" y="1653"/>
                    </a:cubicBezTo>
                    <a:cubicBezTo>
                      <a:pt x="8248" y="1653"/>
                      <a:pt x="8280" y="1653"/>
                      <a:pt x="8312" y="1653"/>
                    </a:cubicBezTo>
                    <a:cubicBezTo>
                      <a:pt x="8312" y="1621"/>
                      <a:pt x="8312" y="1589"/>
                      <a:pt x="8312" y="1556"/>
                    </a:cubicBezTo>
                    <a:cubicBezTo>
                      <a:pt x="8472" y="1556"/>
                      <a:pt x="8631" y="1556"/>
                      <a:pt x="8795" y="1556"/>
                    </a:cubicBezTo>
                    <a:cubicBezTo>
                      <a:pt x="8795" y="1524"/>
                      <a:pt x="8795" y="1492"/>
                      <a:pt x="8795" y="1460"/>
                    </a:cubicBezTo>
                    <a:cubicBezTo>
                      <a:pt x="8911" y="1458"/>
                      <a:pt x="9027" y="1457"/>
                      <a:pt x="9143" y="1457"/>
                    </a:cubicBezTo>
                    <a:cubicBezTo>
                      <a:pt x="9182" y="1457"/>
                      <a:pt x="9221" y="1456"/>
                      <a:pt x="9261" y="1456"/>
                    </a:cubicBezTo>
                    <a:cubicBezTo>
                      <a:pt x="9318" y="1455"/>
                      <a:pt x="9374" y="1455"/>
                      <a:pt x="9431" y="1455"/>
                    </a:cubicBezTo>
                    <a:cubicBezTo>
                      <a:pt x="9449" y="1455"/>
                      <a:pt x="9466" y="1454"/>
                      <a:pt x="9484" y="1454"/>
                    </a:cubicBezTo>
                    <a:cubicBezTo>
                      <a:pt x="9501" y="1454"/>
                      <a:pt x="9517" y="1454"/>
                      <a:pt x="9534" y="1454"/>
                    </a:cubicBezTo>
                    <a:cubicBezTo>
                      <a:pt x="9549" y="1454"/>
                      <a:pt x="9563" y="1454"/>
                      <a:pt x="9578" y="1454"/>
                    </a:cubicBezTo>
                    <a:cubicBezTo>
                      <a:pt x="9615" y="1460"/>
                      <a:pt x="9615" y="1460"/>
                      <a:pt x="9663" y="1508"/>
                    </a:cubicBezTo>
                    <a:cubicBezTo>
                      <a:pt x="9706" y="1516"/>
                      <a:pt x="9706" y="1516"/>
                      <a:pt x="9758" y="1520"/>
                    </a:cubicBezTo>
                    <a:cubicBezTo>
                      <a:pt x="9777" y="1521"/>
                      <a:pt x="9795" y="1523"/>
                      <a:pt x="9815" y="1525"/>
                    </a:cubicBezTo>
                    <a:cubicBezTo>
                      <a:pt x="9854" y="1527"/>
                      <a:pt x="9893" y="1530"/>
                      <a:pt x="9933" y="1533"/>
                    </a:cubicBezTo>
                    <a:cubicBezTo>
                      <a:pt x="10054" y="1543"/>
                      <a:pt x="10155" y="1562"/>
                      <a:pt x="10242" y="1653"/>
                    </a:cubicBezTo>
                    <a:cubicBezTo>
                      <a:pt x="10251" y="1707"/>
                      <a:pt x="10251" y="1707"/>
                      <a:pt x="10242" y="1749"/>
                    </a:cubicBezTo>
                    <a:cubicBezTo>
                      <a:pt x="10274" y="1749"/>
                      <a:pt x="10306" y="1749"/>
                      <a:pt x="10339" y="1749"/>
                    </a:cubicBezTo>
                    <a:cubicBezTo>
                      <a:pt x="10339" y="1781"/>
                      <a:pt x="10339" y="1813"/>
                      <a:pt x="10339" y="1846"/>
                    </a:cubicBezTo>
                    <a:cubicBezTo>
                      <a:pt x="10350" y="1843"/>
                      <a:pt x="10362" y="1841"/>
                      <a:pt x="10374" y="1839"/>
                    </a:cubicBezTo>
                    <a:cubicBezTo>
                      <a:pt x="10463" y="1829"/>
                      <a:pt x="10513" y="1832"/>
                      <a:pt x="10587" y="1885"/>
                    </a:cubicBezTo>
                    <a:cubicBezTo>
                      <a:pt x="10722" y="2009"/>
                      <a:pt x="10722" y="2009"/>
                      <a:pt x="10730" y="2093"/>
                    </a:cubicBezTo>
                    <a:cubicBezTo>
                      <a:pt x="10728" y="2107"/>
                      <a:pt x="10726" y="2121"/>
                      <a:pt x="10725" y="2135"/>
                    </a:cubicBezTo>
                    <a:cubicBezTo>
                      <a:pt x="10756" y="2135"/>
                      <a:pt x="10788" y="2135"/>
                      <a:pt x="10821" y="2135"/>
                    </a:cubicBezTo>
                    <a:cubicBezTo>
                      <a:pt x="10821" y="2199"/>
                      <a:pt x="10821" y="2262"/>
                      <a:pt x="10821" y="2328"/>
                    </a:cubicBezTo>
                    <a:cubicBezTo>
                      <a:pt x="10853" y="2328"/>
                      <a:pt x="10885" y="2328"/>
                      <a:pt x="10918" y="2328"/>
                    </a:cubicBezTo>
                    <a:cubicBezTo>
                      <a:pt x="10918" y="2360"/>
                      <a:pt x="10918" y="2392"/>
                      <a:pt x="10918" y="2424"/>
                    </a:cubicBezTo>
                    <a:cubicBezTo>
                      <a:pt x="10949" y="2424"/>
                      <a:pt x="10981" y="2424"/>
                      <a:pt x="11014" y="2424"/>
                    </a:cubicBezTo>
                    <a:cubicBezTo>
                      <a:pt x="11014" y="2520"/>
                      <a:pt x="11014" y="2616"/>
                      <a:pt x="11014" y="2714"/>
                    </a:cubicBezTo>
                    <a:cubicBezTo>
                      <a:pt x="11046" y="2714"/>
                      <a:pt x="11078" y="2714"/>
                      <a:pt x="11111" y="2714"/>
                    </a:cubicBezTo>
                    <a:cubicBezTo>
                      <a:pt x="11112" y="2725"/>
                      <a:pt x="11113" y="2737"/>
                      <a:pt x="11114" y="2749"/>
                    </a:cubicBezTo>
                    <a:cubicBezTo>
                      <a:pt x="11120" y="2800"/>
                      <a:pt x="11126" y="2852"/>
                      <a:pt x="11132" y="2904"/>
                    </a:cubicBezTo>
                    <a:cubicBezTo>
                      <a:pt x="11134" y="2922"/>
                      <a:pt x="11135" y="2940"/>
                      <a:pt x="11137" y="2959"/>
                    </a:cubicBezTo>
                    <a:cubicBezTo>
                      <a:pt x="11139" y="2976"/>
                      <a:pt x="11142" y="2993"/>
                      <a:pt x="11144" y="3011"/>
                    </a:cubicBezTo>
                    <a:cubicBezTo>
                      <a:pt x="11145" y="3027"/>
                      <a:pt x="11147" y="3043"/>
                      <a:pt x="11149" y="3059"/>
                    </a:cubicBezTo>
                    <a:cubicBezTo>
                      <a:pt x="11159" y="3100"/>
                      <a:pt x="11159" y="3100"/>
                      <a:pt x="11207" y="3148"/>
                    </a:cubicBezTo>
                    <a:cubicBezTo>
                      <a:pt x="11213" y="3199"/>
                      <a:pt x="11213" y="3199"/>
                      <a:pt x="11213" y="3262"/>
                    </a:cubicBezTo>
                    <a:cubicBezTo>
                      <a:pt x="11213" y="3268"/>
                      <a:pt x="11213" y="3268"/>
                      <a:pt x="11213" y="3297"/>
                    </a:cubicBezTo>
                    <a:cubicBezTo>
                      <a:pt x="11213" y="3337"/>
                      <a:pt x="11213" y="3376"/>
                      <a:pt x="11213" y="3415"/>
                    </a:cubicBezTo>
                    <a:cubicBezTo>
                      <a:pt x="11213" y="3443"/>
                      <a:pt x="11213" y="3471"/>
                      <a:pt x="11213" y="3499"/>
                    </a:cubicBezTo>
                    <a:cubicBezTo>
                      <a:pt x="11213" y="3575"/>
                      <a:pt x="11212" y="3652"/>
                      <a:pt x="11212" y="3728"/>
                    </a:cubicBezTo>
                    <a:cubicBezTo>
                      <a:pt x="11212" y="3807"/>
                      <a:pt x="11212" y="3887"/>
                      <a:pt x="11212" y="3967"/>
                    </a:cubicBezTo>
                    <a:cubicBezTo>
                      <a:pt x="11211" y="4118"/>
                      <a:pt x="11211" y="4269"/>
                      <a:pt x="11211" y="4419"/>
                    </a:cubicBezTo>
                    <a:cubicBezTo>
                      <a:pt x="11210" y="4591"/>
                      <a:pt x="11210" y="4763"/>
                      <a:pt x="11209" y="4935"/>
                    </a:cubicBezTo>
                    <a:cubicBezTo>
                      <a:pt x="11209" y="5288"/>
                      <a:pt x="11208" y="5641"/>
                      <a:pt x="11207" y="5995"/>
                    </a:cubicBezTo>
                    <a:cubicBezTo>
                      <a:pt x="11175" y="5995"/>
                      <a:pt x="11143" y="5995"/>
                      <a:pt x="11111" y="5995"/>
                    </a:cubicBezTo>
                    <a:cubicBezTo>
                      <a:pt x="11112" y="6000"/>
                      <a:pt x="11112" y="6000"/>
                      <a:pt x="11119" y="6030"/>
                    </a:cubicBezTo>
                    <a:cubicBezTo>
                      <a:pt x="11127" y="6090"/>
                      <a:pt x="11127" y="6129"/>
                      <a:pt x="11111" y="6188"/>
                    </a:cubicBezTo>
                    <a:cubicBezTo>
                      <a:pt x="11067" y="6238"/>
                      <a:pt x="11014" y="6276"/>
                      <a:pt x="10959" y="6313"/>
                    </a:cubicBezTo>
                    <a:cubicBezTo>
                      <a:pt x="10889" y="6362"/>
                      <a:pt x="10857" y="6397"/>
                      <a:pt x="10821" y="6477"/>
                    </a:cubicBezTo>
                    <a:cubicBezTo>
                      <a:pt x="10770" y="6483"/>
                      <a:pt x="10770" y="6483"/>
                      <a:pt x="10725" y="6477"/>
                    </a:cubicBezTo>
                    <a:cubicBezTo>
                      <a:pt x="10725" y="6509"/>
                      <a:pt x="10725" y="6541"/>
                      <a:pt x="10725" y="6574"/>
                    </a:cubicBezTo>
                    <a:cubicBezTo>
                      <a:pt x="10693" y="6574"/>
                      <a:pt x="10661" y="6574"/>
                      <a:pt x="10628" y="6574"/>
                    </a:cubicBezTo>
                    <a:cubicBezTo>
                      <a:pt x="10628" y="6605"/>
                      <a:pt x="10628" y="6637"/>
                      <a:pt x="10628" y="6670"/>
                    </a:cubicBezTo>
                    <a:cubicBezTo>
                      <a:pt x="10596" y="6670"/>
                      <a:pt x="10564" y="6670"/>
                      <a:pt x="10532" y="6670"/>
                    </a:cubicBezTo>
                    <a:cubicBezTo>
                      <a:pt x="10532" y="7180"/>
                      <a:pt x="10532" y="7689"/>
                      <a:pt x="10532" y="8214"/>
                    </a:cubicBezTo>
                    <a:cubicBezTo>
                      <a:pt x="10500" y="8214"/>
                      <a:pt x="10468" y="8214"/>
                      <a:pt x="10435" y="8214"/>
                    </a:cubicBezTo>
                    <a:cubicBezTo>
                      <a:pt x="10435" y="8309"/>
                      <a:pt x="10435" y="8405"/>
                      <a:pt x="10435" y="8503"/>
                    </a:cubicBezTo>
                    <a:cubicBezTo>
                      <a:pt x="10403" y="8503"/>
                      <a:pt x="10371" y="8503"/>
                      <a:pt x="10339" y="8503"/>
                    </a:cubicBezTo>
                    <a:cubicBezTo>
                      <a:pt x="10339" y="8510"/>
                      <a:pt x="10339" y="8510"/>
                      <a:pt x="10344" y="8545"/>
                    </a:cubicBezTo>
                    <a:cubicBezTo>
                      <a:pt x="10335" y="8638"/>
                      <a:pt x="10274" y="8693"/>
                      <a:pt x="10208" y="8753"/>
                    </a:cubicBezTo>
                    <a:cubicBezTo>
                      <a:pt x="10106" y="8830"/>
                      <a:pt x="9976" y="8807"/>
                      <a:pt x="9856" y="8793"/>
                    </a:cubicBezTo>
                    <a:cubicBezTo>
                      <a:pt x="9856" y="8825"/>
                      <a:pt x="9856" y="8857"/>
                      <a:pt x="9856" y="8889"/>
                    </a:cubicBezTo>
                    <a:cubicBezTo>
                      <a:pt x="9379" y="8889"/>
                      <a:pt x="8901" y="8889"/>
                      <a:pt x="8409" y="8889"/>
                    </a:cubicBezTo>
                    <a:cubicBezTo>
                      <a:pt x="8409" y="8858"/>
                      <a:pt x="8409" y="8826"/>
                      <a:pt x="8409" y="8793"/>
                    </a:cubicBezTo>
                    <a:cubicBezTo>
                      <a:pt x="8402" y="8794"/>
                      <a:pt x="8402" y="8794"/>
                      <a:pt x="8367" y="8799"/>
                    </a:cubicBezTo>
                    <a:cubicBezTo>
                      <a:pt x="8293" y="8791"/>
                      <a:pt x="8259" y="8754"/>
                      <a:pt x="8210" y="8702"/>
                    </a:cubicBezTo>
                    <a:cubicBezTo>
                      <a:pt x="8201" y="8694"/>
                      <a:pt x="8192" y="8686"/>
                      <a:pt x="8183" y="8677"/>
                    </a:cubicBezTo>
                    <a:cubicBezTo>
                      <a:pt x="8140" y="8633"/>
                      <a:pt x="8120" y="8608"/>
                      <a:pt x="8114" y="8545"/>
                    </a:cubicBezTo>
                    <a:cubicBezTo>
                      <a:pt x="8115" y="8538"/>
                      <a:pt x="8115" y="8538"/>
                      <a:pt x="8119" y="8503"/>
                    </a:cubicBezTo>
                    <a:cubicBezTo>
                      <a:pt x="8088" y="8503"/>
                      <a:pt x="8056" y="8503"/>
                      <a:pt x="8023" y="8503"/>
                    </a:cubicBezTo>
                    <a:cubicBezTo>
                      <a:pt x="8023" y="8344"/>
                      <a:pt x="8023" y="8185"/>
                      <a:pt x="8023" y="8021"/>
                    </a:cubicBezTo>
                    <a:cubicBezTo>
                      <a:pt x="7991" y="8021"/>
                      <a:pt x="7959" y="8021"/>
                      <a:pt x="7926" y="8021"/>
                    </a:cubicBezTo>
                    <a:cubicBezTo>
                      <a:pt x="7926" y="7575"/>
                      <a:pt x="7926" y="7129"/>
                      <a:pt x="7926" y="6670"/>
                    </a:cubicBezTo>
                    <a:cubicBezTo>
                      <a:pt x="7895" y="6670"/>
                      <a:pt x="7863" y="6670"/>
                      <a:pt x="7830" y="6670"/>
                    </a:cubicBezTo>
                    <a:cubicBezTo>
                      <a:pt x="7830" y="6606"/>
                      <a:pt x="7830" y="6543"/>
                      <a:pt x="7830" y="6477"/>
                    </a:cubicBezTo>
                    <a:cubicBezTo>
                      <a:pt x="7766" y="6477"/>
                      <a:pt x="7703" y="6477"/>
                      <a:pt x="7637" y="6477"/>
                    </a:cubicBezTo>
                    <a:cubicBezTo>
                      <a:pt x="7637" y="6445"/>
                      <a:pt x="7637" y="6413"/>
                      <a:pt x="7637" y="6381"/>
                    </a:cubicBezTo>
                    <a:cubicBezTo>
                      <a:pt x="7605" y="6381"/>
                      <a:pt x="7573" y="6381"/>
                      <a:pt x="7540" y="6381"/>
                    </a:cubicBezTo>
                    <a:cubicBezTo>
                      <a:pt x="7540" y="6349"/>
                      <a:pt x="7540" y="6317"/>
                      <a:pt x="7540" y="6284"/>
                    </a:cubicBezTo>
                    <a:cubicBezTo>
                      <a:pt x="7509" y="6284"/>
                      <a:pt x="7477" y="6284"/>
                      <a:pt x="7444" y="6284"/>
                    </a:cubicBezTo>
                    <a:cubicBezTo>
                      <a:pt x="7444" y="6252"/>
                      <a:pt x="7444" y="6220"/>
                      <a:pt x="7444" y="6188"/>
                    </a:cubicBezTo>
                    <a:cubicBezTo>
                      <a:pt x="7380" y="6188"/>
                      <a:pt x="7317" y="6188"/>
                      <a:pt x="7251" y="6188"/>
                    </a:cubicBezTo>
                    <a:cubicBezTo>
                      <a:pt x="7251" y="6219"/>
                      <a:pt x="7251" y="6251"/>
                      <a:pt x="7251" y="6284"/>
                    </a:cubicBezTo>
                    <a:cubicBezTo>
                      <a:pt x="7219" y="6284"/>
                      <a:pt x="7187" y="6284"/>
                      <a:pt x="7154" y="6284"/>
                    </a:cubicBezTo>
                    <a:cubicBezTo>
                      <a:pt x="7154" y="6794"/>
                      <a:pt x="7154" y="7303"/>
                      <a:pt x="7154" y="7828"/>
                    </a:cubicBezTo>
                    <a:cubicBezTo>
                      <a:pt x="7123" y="7828"/>
                      <a:pt x="7091" y="7828"/>
                      <a:pt x="7058" y="7828"/>
                    </a:cubicBezTo>
                    <a:cubicBezTo>
                      <a:pt x="7058" y="8146"/>
                      <a:pt x="7058" y="8465"/>
                      <a:pt x="7058" y="8793"/>
                    </a:cubicBezTo>
                    <a:cubicBezTo>
                      <a:pt x="7026" y="8793"/>
                      <a:pt x="6994" y="8793"/>
                      <a:pt x="6961" y="8793"/>
                    </a:cubicBezTo>
                    <a:cubicBezTo>
                      <a:pt x="6964" y="8805"/>
                      <a:pt x="6966" y="8816"/>
                      <a:pt x="6968" y="8828"/>
                    </a:cubicBezTo>
                    <a:cubicBezTo>
                      <a:pt x="6978" y="8915"/>
                      <a:pt x="6973" y="8967"/>
                      <a:pt x="6925" y="9042"/>
                    </a:cubicBezTo>
                    <a:cubicBezTo>
                      <a:pt x="6808" y="9170"/>
                      <a:pt x="6808" y="9170"/>
                      <a:pt x="6713" y="9191"/>
                    </a:cubicBezTo>
                    <a:cubicBezTo>
                      <a:pt x="6665" y="9191"/>
                      <a:pt x="6622" y="9188"/>
                      <a:pt x="6575" y="9179"/>
                    </a:cubicBezTo>
                    <a:cubicBezTo>
                      <a:pt x="6575" y="9211"/>
                      <a:pt x="6575" y="9243"/>
                      <a:pt x="6575" y="9275"/>
                    </a:cubicBezTo>
                    <a:cubicBezTo>
                      <a:pt x="6326" y="9279"/>
                      <a:pt x="6076" y="9281"/>
                      <a:pt x="5826" y="9283"/>
                    </a:cubicBezTo>
                    <a:cubicBezTo>
                      <a:pt x="5710" y="9284"/>
                      <a:pt x="5594" y="9285"/>
                      <a:pt x="5477" y="9286"/>
                    </a:cubicBezTo>
                    <a:cubicBezTo>
                      <a:pt x="5365" y="9288"/>
                      <a:pt x="5254" y="9289"/>
                      <a:pt x="5141" y="9289"/>
                    </a:cubicBezTo>
                    <a:cubicBezTo>
                      <a:pt x="5099" y="9289"/>
                      <a:pt x="5056" y="9290"/>
                      <a:pt x="5013" y="9291"/>
                    </a:cubicBezTo>
                    <a:cubicBezTo>
                      <a:pt x="4953" y="9292"/>
                      <a:pt x="4894" y="9292"/>
                      <a:pt x="4834" y="9292"/>
                    </a:cubicBezTo>
                    <a:cubicBezTo>
                      <a:pt x="4816" y="9292"/>
                      <a:pt x="4798" y="9293"/>
                      <a:pt x="4780" y="9293"/>
                    </a:cubicBezTo>
                    <a:cubicBezTo>
                      <a:pt x="4731" y="9293"/>
                      <a:pt x="4692" y="9291"/>
                      <a:pt x="4646" y="9275"/>
                    </a:cubicBezTo>
                    <a:cubicBezTo>
                      <a:pt x="4612" y="9240"/>
                      <a:pt x="4591" y="9207"/>
                      <a:pt x="4569" y="9164"/>
                    </a:cubicBezTo>
                    <a:cubicBezTo>
                      <a:pt x="4549" y="9131"/>
                      <a:pt x="4549" y="9131"/>
                      <a:pt x="4498" y="9106"/>
                    </a:cubicBezTo>
                    <a:cubicBezTo>
                      <a:pt x="4489" y="9105"/>
                      <a:pt x="4489" y="9105"/>
                      <a:pt x="4447" y="9097"/>
                    </a:cubicBezTo>
                    <a:cubicBezTo>
                      <a:pt x="4430" y="9094"/>
                      <a:pt x="4413" y="9091"/>
                      <a:pt x="4395" y="9088"/>
                    </a:cubicBezTo>
                    <a:cubicBezTo>
                      <a:pt x="4382" y="9086"/>
                      <a:pt x="4369" y="9084"/>
                      <a:pt x="4356" y="9082"/>
                    </a:cubicBezTo>
                    <a:cubicBezTo>
                      <a:pt x="4356" y="9051"/>
                      <a:pt x="4356" y="9019"/>
                      <a:pt x="4356" y="8986"/>
                    </a:cubicBezTo>
                    <a:cubicBezTo>
                      <a:pt x="4324" y="8986"/>
                      <a:pt x="4293" y="8986"/>
                      <a:pt x="4260" y="8986"/>
                    </a:cubicBezTo>
                    <a:cubicBezTo>
                      <a:pt x="4260" y="8922"/>
                      <a:pt x="4260" y="8859"/>
                      <a:pt x="4260" y="8793"/>
                    </a:cubicBezTo>
                    <a:cubicBezTo>
                      <a:pt x="4228" y="8793"/>
                      <a:pt x="4196" y="8793"/>
                      <a:pt x="4163" y="8793"/>
                    </a:cubicBezTo>
                    <a:cubicBezTo>
                      <a:pt x="4163" y="8781"/>
                      <a:pt x="4163" y="8781"/>
                      <a:pt x="4162" y="8724"/>
                    </a:cubicBezTo>
                    <a:cubicBezTo>
                      <a:pt x="4157" y="8509"/>
                      <a:pt x="4152" y="8293"/>
                      <a:pt x="4147" y="8078"/>
                    </a:cubicBezTo>
                    <a:cubicBezTo>
                      <a:pt x="4144" y="7968"/>
                      <a:pt x="4142" y="7857"/>
                      <a:pt x="4139" y="7747"/>
                    </a:cubicBezTo>
                    <a:cubicBezTo>
                      <a:pt x="4137" y="7640"/>
                      <a:pt x="4134" y="7533"/>
                      <a:pt x="4132" y="7426"/>
                    </a:cubicBezTo>
                    <a:cubicBezTo>
                      <a:pt x="4131" y="7386"/>
                      <a:pt x="4130" y="7345"/>
                      <a:pt x="4129" y="7304"/>
                    </a:cubicBezTo>
                    <a:cubicBezTo>
                      <a:pt x="4128" y="7247"/>
                      <a:pt x="4126" y="7190"/>
                      <a:pt x="4125" y="7133"/>
                    </a:cubicBezTo>
                    <a:cubicBezTo>
                      <a:pt x="4125" y="7116"/>
                      <a:pt x="4124" y="7099"/>
                      <a:pt x="4124" y="7082"/>
                    </a:cubicBezTo>
                    <a:cubicBezTo>
                      <a:pt x="4124" y="7066"/>
                      <a:pt x="4123" y="7051"/>
                      <a:pt x="4123" y="7035"/>
                    </a:cubicBezTo>
                    <a:cubicBezTo>
                      <a:pt x="4122" y="7022"/>
                      <a:pt x="4122" y="7008"/>
                      <a:pt x="4122" y="6994"/>
                    </a:cubicBezTo>
                    <a:cubicBezTo>
                      <a:pt x="4115" y="6960"/>
                      <a:pt x="4115" y="6960"/>
                      <a:pt x="4067" y="6911"/>
                    </a:cubicBezTo>
                    <a:cubicBezTo>
                      <a:pt x="4061" y="6857"/>
                      <a:pt x="4061" y="6857"/>
                      <a:pt x="4062" y="6791"/>
                    </a:cubicBezTo>
                    <a:cubicBezTo>
                      <a:pt x="4062" y="6779"/>
                      <a:pt x="4062" y="6779"/>
                      <a:pt x="4062" y="6718"/>
                    </a:cubicBezTo>
                    <a:cubicBezTo>
                      <a:pt x="4063" y="6693"/>
                      <a:pt x="4063" y="6668"/>
                      <a:pt x="4064" y="6643"/>
                    </a:cubicBezTo>
                    <a:cubicBezTo>
                      <a:pt x="4064" y="6618"/>
                      <a:pt x="4064" y="6592"/>
                      <a:pt x="4064" y="6567"/>
                    </a:cubicBezTo>
                    <a:cubicBezTo>
                      <a:pt x="4065" y="6505"/>
                      <a:pt x="4066" y="6443"/>
                      <a:pt x="4067" y="6381"/>
                    </a:cubicBezTo>
                    <a:cubicBezTo>
                      <a:pt x="4035" y="6381"/>
                      <a:pt x="4003" y="6381"/>
                      <a:pt x="3970" y="6381"/>
                    </a:cubicBezTo>
                    <a:cubicBezTo>
                      <a:pt x="3970" y="6349"/>
                      <a:pt x="3970" y="6317"/>
                      <a:pt x="3970" y="6284"/>
                    </a:cubicBezTo>
                    <a:cubicBezTo>
                      <a:pt x="3938" y="6284"/>
                      <a:pt x="3907" y="6284"/>
                      <a:pt x="3874" y="6284"/>
                    </a:cubicBezTo>
                    <a:cubicBezTo>
                      <a:pt x="3874" y="6252"/>
                      <a:pt x="3874" y="6220"/>
                      <a:pt x="3874" y="6188"/>
                    </a:cubicBezTo>
                    <a:cubicBezTo>
                      <a:pt x="3810" y="6188"/>
                      <a:pt x="3746" y="6188"/>
                      <a:pt x="3681" y="6188"/>
                    </a:cubicBezTo>
                    <a:cubicBezTo>
                      <a:pt x="3681" y="6219"/>
                      <a:pt x="3681" y="6251"/>
                      <a:pt x="3681" y="6284"/>
                    </a:cubicBezTo>
                    <a:cubicBezTo>
                      <a:pt x="3649" y="6284"/>
                      <a:pt x="3617" y="6284"/>
                      <a:pt x="3584" y="6284"/>
                    </a:cubicBezTo>
                    <a:cubicBezTo>
                      <a:pt x="3584" y="6316"/>
                      <a:pt x="3584" y="6348"/>
                      <a:pt x="3584" y="6381"/>
                    </a:cubicBezTo>
                    <a:cubicBezTo>
                      <a:pt x="3552" y="6381"/>
                      <a:pt x="3521" y="6381"/>
                      <a:pt x="3488" y="6381"/>
                    </a:cubicBezTo>
                    <a:cubicBezTo>
                      <a:pt x="3488" y="6412"/>
                      <a:pt x="3488" y="6444"/>
                      <a:pt x="3488" y="6477"/>
                    </a:cubicBezTo>
                    <a:cubicBezTo>
                      <a:pt x="3456" y="6477"/>
                      <a:pt x="3424" y="6477"/>
                      <a:pt x="3391" y="6477"/>
                    </a:cubicBezTo>
                    <a:cubicBezTo>
                      <a:pt x="3391" y="6541"/>
                      <a:pt x="3391" y="6604"/>
                      <a:pt x="3391" y="6670"/>
                    </a:cubicBezTo>
                    <a:cubicBezTo>
                      <a:pt x="3359" y="6670"/>
                      <a:pt x="3328" y="6670"/>
                      <a:pt x="3295" y="6670"/>
                    </a:cubicBezTo>
                    <a:cubicBezTo>
                      <a:pt x="3295" y="6893"/>
                      <a:pt x="3295" y="7116"/>
                      <a:pt x="3295" y="7346"/>
                    </a:cubicBezTo>
                    <a:cubicBezTo>
                      <a:pt x="3263" y="7346"/>
                      <a:pt x="3231" y="7346"/>
                      <a:pt x="3198" y="7346"/>
                    </a:cubicBezTo>
                    <a:cubicBezTo>
                      <a:pt x="3198" y="7696"/>
                      <a:pt x="3198" y="8046"/>
                      <a:pt x="3198" y="8407"/>
                    </a:cubicBezTo>
                    <a:cubicBezTo>
                      <a:pt x="3166" y="8407"/>
                      <a:pt x="3135" y="8407"/>
                      <a:pt x="3102" y="8407"/>
                    </a:cubicBezTo>
                    <a:cubicBezTo>
                      <a:pt x="3103" y="8414"/>
                      <a:pt x="3103" y="8414"/>
                      <a:pt x="3106" y="8451"/>
                    </a:cubicBezTo>
                    <a:cubicBezTo>
                      <a:pt x="3099" y="8534"/>
                      <a:pt x="3049" y="8562"/>
                      <a:pt x="2989" y="8615"/>
                    </a:cubicBezTo>
                    <a:cubicBezTo>
                      <a:pt x="2973" y="8628"/>
                      <a:pt x="2958" y="8641"/>
                      <a:pt x="2942" y="8654"/>
                    </a:cubicBezTo>
                    <a:cubicBezTo>
                      <a:pt x="2927" y="8668"/>
                      <a:pt x="2912" y="8681"/>
                      <a:pt x="2897" y="8695"/>
                    </a:cubicBezTo>
                    <a:cubicBezTo>
                      <a:pt x="2772" y="8801"/>
                      <a:pt x="2772" y="8801"/>
                      <a:pt x="2681" y="8802"/>
                    </a:cubicBezTo>
                    <a:cubicBezTo>
                      <a:pt x="2670" y="8800"/>
                      <a:pt x="2670" y="8800"/>
                      <a:pt x="2619" y="8793"/>
                    </a:cubicBezTo>
                    <a:cubicBezTo>
                      <a:pt x="2619" y="8825"/>
                      <a:pt x="2619" y="8857"/>
                      <a:pt x="2619" y="8889"/>
                    </a:cubicBezTo>
                    <a:cubicBezTo>
                      <a:pt x="2174" y="8889"/>
                      <a:pt x="1728" y="8889"/>
                      <a:pt x="1268" y="8889"/>
                    </a:cubicBezTo>
                    <a:cubicBezTo>
                      <a:pt x="1268" y="8858"/>
                      <a:pt x="1268" y="8826"/>
                      <a:pt x="1268" y="8793"/>
                    </a:cubicBezTo>
                    <a:cubicBezTo>
                      <a:pt x="1257" y="8790"/>
                      <a:pt x="1245" y="8787"/>
                      <a:pt x="1233" y="8784"/>
                    </a:cubicBezTo>
                    <a:cubicBezTo>
                      <a:pt x="1199" y="8775"/>
                      <a:pt x="1165" y="8767"/>
                      <a:pt x="1131" y="8758"/>
                    </a:cubicBezTo>
                    <a:cubicBezTo>
                      <a:pt x="1075" y="8745"/>
                      <a:pt x="1075" y="8745"/>
                      <a:pt x="1027" y="8739"/>
                    </a:cubicBezTo>
                    <a:cubicBezTo>
                      <a:pt x="903" y="8722"/>
                      <a:pt x="832" y="8661"/>
                      <a:pt x="755" y="8568"/>
                    </a:cubicBezTo>
                    <a:cubicBezTo>
                      <a:pt x="643" y="8411"/>
                      <a:pt x="666" y="8225"/>
                      <a:pt x="671" y="8041"/>
                    </a:cubicBezTo>
                    <a:cubicBezTo>
                      <a:pt x="671" y="8001"/>
                      <a:pt x="671" y="7962"/>
                      <a:pt x="672" y="7922"/>
                    </a:cubicBezTo>
                    <a:cubicBezTo>
                      <a:pt x="672" y="7818"/>
                      <a:pt x="674" y="7715"/>
                      <a:pt x="676" y="7611"/>
                    </a:cubicBezTo>
                    <a:cubicBezTo>
                      <a:pt x="678" y="7505"/>
                      <a:pt x="679" y="7399"/>
                      <a:pt x="680" y="7293"/>
                    </a:cubicBezTo>
                    <a:cubicBezTo>
                      <a:pt x="682" y="7085"/>
                      <a:pt x="685" y="6878"/>
                      <a:pt x="690" y="6670"/>
                    </a:cubicBezTo>
                    <a:cubicBezTo>
                      <a:pt x="658" y="6670"/>
                      <a:pt x="626" y="6670"/>
                      <a:pt x="593" y="6670"/>
                    </a:cubicBezTo>
                    <a:cubicBezTo>
                      <a:pt x="593" y="6606"/>
                      <a:pt x="593" y="6543"/>
                      <a:pt x="593" y="6477"/>
                    </a:cubicBezTo>
                    <a:cubicBezTo>
                      <a:pt x="579" y="6480"/>
                      <a:pt x="579" y="6480"/>
                      <a:pt x="509" y="6492"/>
                    </a:cubicBezTo>
                    <a:cubicBezTo>
                      <a:pt x="453" y="6493"/>
                      <a:pt x="416" y="6491"/>
                      <a:pt x="374" y="6454"/>
                    </a:cubicBezTo>
                    <a:cubicBezTo>
                      <a:pt x="337" y="6413"/>
                      <a:pt x="305" y="6371"/>
                      <a:pt x="274" y="6326"/>
                    </a:cubicBezTo>
                    <a:cubicBezTo>
                      <a:pt x="226" y="6256"/>
                      <a:pt x="190" y="6224"/>
                      <a:pt x="111" y="6188"/>
                    </a:cubicBezTo>
                    <a:cubicBezTo>
                      <a:pt x="105" y="6136"/>
                      <a:pt x="105" y="6136"/>
                      <a:pt x="111" y="6091"/>
                    </a:cubicBezTo>
                    <a:cubicBezTo>
                      <a:pt x="79" y="6091"/>
                      <a:pt x="47" y="6091"/>
                      <a:pt x="14" y="6091"/>
                    </a:cubicBezTo>
                    <a:cubicBezTo>
                      <a:pt x="12" y="5676"/>
                      <a:pt x="10" y="5260"/>
                      <a:pt x="9" y="4844"/>
                    </a:cubicBezTo>
                    <a:cubicBezTo>
                      <a:pt x="9" y="4651"/>
                      <a:pt x="8" y="4458"/>
                      <a:pt x="7" y="4265"/>
                    </a:cubicBezTo>
                    <a:cubicBezTo>
                      <a:pt x="6" y="4097"/>
                      <a:pt x="5" y="3928"/>
                      <a:pt x="5" y="3760"/>
                    </a:cubicBezTo>
                    <a:cubicBezTo>
                      <a:pt x="5" y="3671"/>
                      <a:pt x="5" y="3582"/>
                      <a:pt x="4" y="3493"/>
                    </a:cubicBezTo>
                    <a:cubicBezTo>
                      <a:pt x="3" y="3409"/>
                      <a:pt x="3" y="3325"/>
                      <a:pt x="3" y="3241"/>
                    </a:cubicBezTo>
                    <a:cubicBezTo>
                      <a:pt x="3" y="3210"/>
                      <a:pt x="3" y="3180"/>
                      <a:pt x="3" y="3149"/>
                    </a:cubicBezTo>
                    <a:cubicBezTo>
                      <a:pt x="0" y="2925"/>
                      <a:pt x="40" y="2733"/>
                      <a:pt x="111" y="2521"/>
                    </a:cubicBezTo>
                    <a:cubicBezTo>
                      <a:pt x="142" y="2521"/>
                      <a:pt x="174" y="2521"/>
                      <a:pt x="207" y="2521"/>
                    </a:cubicBezTo>
                    <a:cubicBezTo>
                      <a:pt x="205" y="2509"/>
                      <a:pt x="203" y="2497"/>
                      <a:pt x="201" y="2485"/>
                    </a:cubicBezTo>
                    <a:cubicBezTo>
                      <a:pt x="193" y="2405"/>
                      <a:pt x="190" y="2350"/>
                      <a:pt x="240" y="2284"/>
                    </a:cubicBezTo>
                    <a:cubicBezTo>
                      <a:pt x="288" y="2241"/>
                      <a:pt x="337" y="2201"/>
                      <a:pt x="388" y="2162"/>
                    </a:cubicBezTo>
                    <a:cubicBezTo>
                      <a:pt x="529" y="2048"/>
                      <a:pt x="645" y="1939"/>
                      <a:pt x="748" y="1790"/>
                    </a:cubicBezTo>
                    <a:cubicBezTo>
                      <a:pt x="786" y="1749"/>
                      <a:pt x="786" y="1749"/>
                      <a:pt x="839" y="1743"/>
                    </a:cubicBezTo>
                    <a:cubicBezTo>
                      <a:pt x="853" y="1745"/>
                      <a:pt x="868" y="1747"/>
                      <a:pt x="883" y="1749"/>
                    </a:cubicBezTo>
                    <a:cubicBezTo>
                      <a:pt x="883" y="1717"/>
                      <a:pt x="883" y="1685"/>
                      <a:pt x="883" y="1653"/>
                    </a:cubicBezTo>
                    <a:cubicBezTo>
                      <a:pt x="946" y="1653"/>
                      <a:pt x="1010" y="1653"/>
                      <a:pt x="1075" y="1653"/>
                    </a:cubicBezTo>
                    <a:cubicBezTo>
                      <a:pt x="1075" y="1621"/>
                      <a:pt x="1075" y="1589"/>
                      <a:pt x="1075" y="1556"/>
                    </a:cubicBezTo>
                    <a:cubicBezTo>
                      <a:pt x="1171" y="1556"/>
                      <a:pt x="1267" y="1556"/>
                      <a:pt x="1365" y="1556"/>
                    </a:cubicBezTo>
                    <a:cubicBezTo>
                      <a:pt x="1365" y="1524"/>
                      <a:pt x="1365" y="1492"/>
                      <a:pt x="1365" y="1460"/>
                    </a:cubicBezTo>
                    <a:cubicBezTo>
                      <a:pt x="1715" y="1460"/>
                      <a:pt x="2065" y="1460"/>
                      <a:pt x="2426" y="1460"/>
                    </a:cubicBezTo>
                    <a:cubicBezTo>
                      <a:pt x="2426" y="1491"/>
                      <a:pt x="2426" y="1523"/>
                      <a:pt x="2426" y="1556"/>
                    </a:cubicBezTo>
                    <a:cubicBezTo>
                      <a:pt x="2586" y="1556"/>
                      <a:pt x="2745" y="1556"/>
                      <a:pt x="2909" y="1556"/>
                    </a:cubicBezTo>
                    <a:cubicBezTo>
                      <a:pt x="2909" y="1588"/>
                      <a:pt x="2909" y="1620"/>
                      <a:pt x="2909" y="1653"/>
                    </a:cubicBezTo>
                    <a:cubicBezTo>
                      <a:pt x="2941" y="1653"/>
                      <a:pt x="2973" y="1653"/>
                      <a:pt x="3005" y="1653"/>
                    </a:cubicBezTo>
                    <a:cubicBezTo>
                      <a:pt x="3005" y="1684"/>
                      <a:pt x="3005" y="1716"/>
                      <a:pt x="3005" y="1749"/>
                    </a:cubicBezTo>
                    <a:cubicBezTo>
                      <a:pt x="3037" y="1749"/>
                      <a:pt x="3069" y="1749"/>
                      <a:pt x="3102" y="1749"/>
                    </a:cubicBezTo>
                    <a:cubicBezTo>
                      <a:pt x="3102" y="1781"/>
                      <a:pt x="3102" y="1813"/>
                      <a:pt x="3102" y="1846"/>
                    </a:cubicBezTo>
                    <a:cubicBezTo>
                      <a:pt x="3165" y="1846"/>
                      <a:pt x="3229" y="1846"/>
                      <a:pt x="3295" y="1846"/>
                    </a:cubicBezTo>
                    <a:cubicBezTo>
                      <a:pt x="3295" y="1814"/>
                      <a:pt x="3295" y="1782"/>
                      <a:pt x="3295" y="1749"/>
                    </a:cubicBezTo>
                    <a:cubicBezTo>
                      <a:pt x="3327" y="1749"/>
                      <a:pt x="3358" y="1749"/>
                      <a:pt x="3391" y="1749"/>
                    </a:cubicBezTo>
                    <a:cubicBezTo>
                      <a:pt x="3391" y="1622"/>
                      <a:pt x="3391" y="1494"/>
                      <a:pt x="3391" y="1363"/>
                    </a:cubicBezTo>
                    <a:cubicBezTo>
                      <a:pt x="3423" y="1363"/>
                      <a:pt x="3455" y="1363"/>
                      <a:pt x="3488" y="1363"/>
                    </a:cubicBezTo>
                    <a:cubicBezTo>
                      <a:pt x="3488" y="1331"/>
                      <a:pt x="3488" y="1299"/>
                      <a:pt x="3488" y="1267"/>
                    </a:cubicBezTo>
                    <a:cubicBezTo>
                      <a:pt x="3520" y="1267"/>
                      <a:pt x="3551" y="1267"/>
                      <a:pt x="3584" y="1267"/>
                    </a:cubicBezTo>
                    <a:cubicBezTo>
                      <a:pt x="3581" y="1252"/>
                      <a:pt x="3579" y="1237"/>
                      <a:pt x="3576" y="1222"/>
                    </a:cubicBezTo>
                    <a:cubicBezTo>
                      <a:pt x="3565" y="1121"/>
                      <a:pt x="3564" y="1053"/>
                      <a:pt x="3626" y="969"/>
                    </a:cubicBezTo>
                    <a:cubicBezTo>
                      <a:pt x="3666" y="929"/>
                      <a:pt x="3708" y="892"/>
                      <a:pt x="3750" y="855"/>
                    </a:cubicBezTo>
                    <a:cubicBezTo>
                      <a:pt x="3860" y="756"/>
                      <a:pt x="3953" y="638"/>
                      <a:pt x="4047" y="523"/>
                    </a:cubicBezTo>
                    <a:cubicBezTo>
                      <a:pt x="4061" y="507"/>
                      <a:pt x="4074" y="491"/>
                      <a:pt x="4088" y="474"/>
                    </a:cubicBezTo>
                    <a:cubicBezTo>
                      <a:pt x="4100" y="459"/>
                      <a:pt x="4113" y="445"/>
                      <a:pt x="4125" y="430"/>
                    </a:cubicBezTo>
                    <a:cubicBezTo>
                      <a:pt x="4163" y="398"/>
                      <a:pt x="4163" y="398"/>
                      <a:pt x="4216" y="393"/>
                    </a:cubicBezTo>
                    <a:cubicBezTo>
                      <a:pt x="4231" y="395"/>
                      <a:pt x="4245" y="397"/>
                      <a:pt x="4260" y="398"/>
                    </a:cubicBezTo>
                    <a:cubicBezTo>
                      <a:pt x="4260" y="366"/>
                      <a:pt x="4260" y="334"/>
                      <a:pt x="4260" y="302"/>
                    </a:cubicBezTo>
                    <a:cubicBezTo>
                      <a:pt x="4268" y="299"/>
                      <a:pt x="4268" y="299"/>
                      <a:pt x="4311" y="284"/>
                    </a:cubicBezTo>
                    <a:cubicBezTo>
                      <a:pt x="4333" y="276"/>
                      <a:pt x="4355" y="268"/>
                      <a:pt x="4377" y="259"/>
                    </a:cubicBezTo>
                    <a:cubicBezTo>
                      <a:pt x="4399" y="252"/>
                      <a:pt x="4421" y="244"/>
                      <a:pt x="4443" y="236"/>
                    </a:cubicBezTo>
                    <a:cubicBezTo>
                      <a:pt x="4501" y="205"/>
                      <a:pt x="4501" y="205"/>
                      <a:pt x="4519" y="158"/>
                    </a:cubicBezTo>
                    <a:cubicBezTo>
                      <a:pt x="4564" y="85"/>
                      <a:pt x="4618" y="76"/>
                      <a:pt x="4699" y="55"/>
                    </a:cubicBezTo>
                    <a:cubicBezTo>
                      <a:pt x="4714" y="51"/>
                      <a:pt x="4729" y="47"/>
                      <a:pt x="4744" y="43"/>
                    </a:cubicBezTo>
                    <a:cubicBezTo>
                      <a:pt x="4912" y="1"/>
                      <a:pt x="5075" y="0"/>
                      <a:pt x="5247" y="3"/>
                    </a:cubicBezTo>
                    <a:close/>
                    <a:moveTo>
                      <a:pt x="5321" y="495"/>
                    </a:moveTo>
                    <a:cubicBezTo>
                      <a:pt x="5321" y="527"/>
                      <a:pt x="5321" y="558"/>
                      <a:pt x="5321" y="591"/>
                    </a:cubicBezTo>
                    <a:cubicBezTo>
                      <a:pt x="5194" y="591"/>
                      <a:pt x="5066" y="591"/>
                      <a:pt x="4935" y="591"/>
                    </a:cubicBezTo>
                    <a:cubicBezTo>
                      <a:pt x="4935" y="623"/>
                      <a:pt x="4935" y="655"/>
                      <a:pt x="4935" y="688"/>
                    </a:cubicBezTo>
                    <a:cubicBezTo>
                      <a:pt x="4871" y="688"/>
                      <a:pt x="4808" y="688"/>
                      <a:pt x="4742" y="688"/>
                    </a:cubicBezTo>
                    <a:cubicBezTo>
                      <a:pt x="4742" y="719"/>
                      <a:pt x="4742" y="751"/>
                      <a:pt x="4742" y="784"/>
                    </a:cubicBezTo>
                    <a:cubicBezTo>
                      <a:pt x="4678" y="784"/>
                      <a:pt x="4615" y="784"/>
                      <a:pt x="4549" y="784"/>
                    </a:cubicBezTo>
                    <a:cubicBezTo>
                      <a:pt x="4549" y="816"/>
                      <a:pt x="4549" y="848"/>
                      <a:pt x="4549" y="881"/>
                    </a:cubicBezTo>
                    <a:cubicBezTo>
                      <a:pt x="4517" y="881"/>
                      <a:pt x="4485" y="881"/>
                      <a:pt x="4453" y="881"/>
                    </a:cubicBezTo>
                    <a:cubicBezTo>
                      <a:pt x="4453" y="912"/>
                      <a:pt x="4453" y="944"/>
                      <a:pt x="4453" y="977"/>
                    </a:cubicBezTo>
                    <a:cubicBezTo>
                      <a:pt x="4421" y="977"/>
                      <a:pt x="4389" y="977"/>
                      <a:pt x="4356" y="977"/>
                    </a:cubicBezTo>
                    <a:cubicBezTo>
                      <a:pt x="4356" y="1009"/>
                      <a:pt x="4356" y="1041"/>
                      <a:pt x="4356" y="1074"/>
                    </a:cubicBezTo>
                    <a:cubicBezTo>
                      <a:pt x="4324" y="1074"/>
                      <a:pt x="4293" y="1074"/>
                      <a:pt x="4260" y="1074"/>
                    </a:cubicBezTo>
                    <a:cubicBezTo>
                      <a:pt x="4260" y="1105"/>
                      <a:pt x="4260" y="1137"/>
                      <a:pt x="4260" y="1170"/>
                    </a:cubicBezTo>
                    <a:cubicBezTo>
                      <a:pt x="4228" y="1170"/>
                      <a:pt x="4196" y="1170"/>
                      <a:pt x="4163" y="1170"/>
                    </a:cubicBezTo>
                    <a:cubicBezTo>
                      <a:pt x="4163" y="1234"/>
                      <a:pt x="4163" y="1297"/>
                      <a:pt x="4163" y="1363"/>
                    </a:cubicBezTo>
                    <a:cubicBezTo>
                      <a:pt x="4131" y="1363"/>
                      <a:pt x="4100" y="1363"/>
                      <a:pt x="4067" y="1363"/>
                    </a:cubicBezTo>
                    <a:cubicBezTo>
                      <a:pt x="4067" y="1427"/>
                      <a:pt x="4067" y="1490"/>
                      <a:pt x="4067" y="1556"/>
                    </a:cubicBezTo>
                    <a:cubicBezTo>
                      <a:pt x="4035" y="1556"/>
                      <a:pt x="4003" y="1556"/>
                      <a:pt x="3970" y="1556"/>
                    </a:cubicBezTo>
                    <a:cubicBezTo>
                      <a:pt x="3970" y="1620"/>
                      <a:pt x="3970" y="1683"/>
                      <a:pt x="3970" y="1749"/>
                    </a:cubicBezTo>
                    <a:cubicBezTo>
                      <a:pt x="3938" y="1749"/>
                      <a:pt x="3907" y="1749"/>
                      <a:pt x="3874" y="1749"/>
                    </a:cubicBezTo>
                    <a:cubicBezTo>
                      <a:pt x="3874" y="2354"/>
                      <a:pt x="3874" y="2959"/>
                      <a:pt x="3874" y="3582"/>
                    </a:cubicBezTo>
                    <a:cubicBezTo>
                      <a:pt x="3842" y="3582"/>
                      <a:pt x="3810" y="3582"/>
                      <a:pt x="3777" y="3582"/>
                    </a:cubicBezTo>
                    <a:cubicBezTo>
                      <a:pt x="3777" y="4124"/>
                      <a:pt x="3777" y="4665"/>
                      <a:pt x="3777" y="5223"/>
                    </a:cubicBezTo>
                    <a:cubicBezTo>
                      <a:pt x="3809" y="5223"/>
                      <a:pt x="3841" y="5223"/>
                      <a:pt x="3874" y="5223"/>
                    </a:cubicBezTo>
                    <a:cubicBezTo>
                      <a:pt x="3874" y="5318"/>
                      <a:pt x="3874" y="5414"/>
                      <a:pt x="3874" y="5512"/>
                    </a:cubicBezTo>
                    <a:cubicBezTo>
                      <a:pt x="3906" y="5512"/>
                      <a:pt x="3937" y="5512"/>
                      <a:pt x="3970" y="5512"/>
                    </a:cubicBezTo>
                    <a:cubicBezTo>
                      <a:pt x="3970" y="5544"/>
                      <a:pt x="3970" y="5576"/>
                      <a:pt x="3970" y="5609"/>
                    </a:cubicBezTo>
                    <a:cubicBezTo>
                      <a:pt x="4002" y="5609"/>
                      <a:pt x="4034" y="5609"/>
                      <a:pt x="4067" y="5609"/>
                    </a:cubicBezTo>
                    <a:cubicBezTo>
                      <a:pt x="4067" y="5641"/>
                      <a:pt x="4067" y="5672"/>
                      <a:pt x="4067" y="5705"/>
                    </a:cubicBezTo>
                    <a:cubicBezTo>
                      <a:pt x="4130" y="5705"/>
                      <a:pt x="4194" y="5705"/>
                      <a:pt x="4260" y="5705"/>
                    </a:cubicBezTo>
                    <a:cubicBezTo>
                      <a:pt x="4260" y="5737"/>
                      <a:pt x="4260" y="5769"/>
                      <a:pt x="4260" y="5802"/>
                    </a:cubicBezTo>
                    <a:cubicBezTo>
                      <a:pt x="4323" y="5802"/>
                      <a:pt x="4387" y="5802"/>
                      <a:pt x="4453" y="5802"/>
                    </a:cubicBezTo>
                    <a:cubicBezTo>
                      <a:pt x="4453" y="5834"/>
                      <a:pt x="4453" y="5865"/>
                      <a:pt x="4453" y="5898"/>
                    </a:cubicBezTo>
                    <a:cubicBezTo>
                      <a:pt x="4485" y="5898"/>
                      <a:pt x="4516" y="5898"/>
                      <a:pt x="4549" y="5898"/>
                    </a:cubicBezTo>
                    <a:cubicBezTo>
                      <a:pt x="4549" y="5962"/>
                      <a:pt x="4549" y="6026"/>
                      <a:pt x="4549" y="6091"/>
                    </a:cubicBezTo>
                    <a:cubicBezTo>
                      <a:pt x="4581" y="6091"/>
                      <a:pt x="4613" y="6091"/>
                      <a:pt x="4646" y="6091"/>
                    </a:cubicBezTo>
                    <a:cubicBezTo>
                      <a:pt x="4646" y="6632"/>
                      <a:pt x="4646" y="7174"/>
                      <a:pt x="4646" y="7732"/>
                    </a:cubicBezTo>
                    <a:cubicBezTo>
                      <a:pt x="4678" y="7732"/>
                      <a:pt x="4709" y="7732"/>
                      <a:pt x="4742" y="7732"/>
                    </a:cubicBezTo>
                    <a:cubicBezTo>
                      <a:pt x="4742" y="8018"/>
                      <a:pt x="4742" y="8305"/>
                      <a:pt x="4742" y="8600"/>
                    </a:cubicBezTo>
                    <a:cubicBezTo>
                      <a:pt x="4774" y="8600"/>
                      <a:pt x="4806" y="8600"/>
                      <a:pt x="4839" y="8600"/>
                    </a:cubicBezTo>
                    <a:cubicBezTo>
                      <a:pt x="4839" y="8632"/>
                      <a:pt x="4839" y="8664"/>
                      <a:pt x="4839" y="8696"/>
                    </a:cubicBezTo>
                    <a:cubicBezTo>
                      <a:pt x="4870" y="8696"/>
                      <a:pt x="4902" y="8696"/>
                      <a:pt x="4935" y="8696"/>
                    </a:cubicBezTo>
                    <a:cubicBezTo>
                      <a:pt x="4935" y="8728"/>
                      <a:pt x="4935" y="8760"/>
                      <a:pt x="4935" y="8793"/>
                    </a:cubicBezTo>
                    <a:cubicBezTo>
                      <a:pt x="5381" y="8793"/>
                      <a:pt x="5827" y="8793"/>
                      <a:pt x="6286" y="8793"/>
                    </a:cubicBezTo>
                    <a:cubicBezTo>
                      <a:pt x="6286" y="8761"/>
                      <a:pt x="6286" y="8729"/>
                      <a:pt x="6286" y="8696"/>
                    </a:cubicBezTo>
                    <a:cubicBezTo>
                      <a:pt x="6318" y="8696"/>
                      <a:pt x="6350" y="8696"/>
                      <a:pt x="6383" y="8696"/>
                    </a:cubicBezTo>
                    <a:cubicBezTo>
                      <a:pt x="6383" y="8665"/>
                      <a:pt x="6383" y="8633"/>
                      <a:pt x="6383" y="8600"/>
                    </a:cubicBezTo>
                    <a:cubicBezTo>
                      <a:pt x="6414" y="8600"/>
                      <a:pt x="6446" y="8600"/>
                      <a:pt x="6479" y="8600"/>
                    </a:cubicBezTo>
                    <a:cubicBezTo>
                      <a:pt x="6479" y="8409"/>
                      <a:pt x="6479" y="8218"/>
                      <a:pt x="6479" y="8021"/>
                    </a:cubicBezTo>
                    <a:cubicBezTo>
                      <a:pt x="6511" y="8021"/>
                      <a:pt x="6543" y="8021"/>
                      <a:pt x="6575" y="8021"/>
                    </a:cubicBezTo>
                    <a:cubicBezTo>
                      <a:pt x="6575" y="7480"/>
                      <a:pt x="6575" y="6938"/>
                      <a:pt x="6575" y="6381"/>
                    </a:cubicBezTo>
                    <a:cubicBezTo>
                      <a:pt x="6607" y="6381"/>
                      <a:pt x="6639" y="6381"/>
                      <a:pt x="6672" y="6381"/>
                    </a:cubicBezTo>
                    <a:cubicBezTo>
                      <a:pt x="6672" y="6253"/>
                      <a:pt x="6672" y="6126"/>
                      <a:pt x="6672" y="5995"/>
                    </a:cubicBezTo>
                    <a:cubicBezTo>
                      <a:pt x="6704" y="5995"/>
                      <a:pt x="6736" y="5995"/>
                      <a:pt x="6768" y="5995"/>
                    </a:cubicBezTo>
                    <a:cubicBezTo>
                      <a:pt x="6768" y="5963"/>
                      <a:pt x="6768" y="5931"/>
                      <a:pt x="6768" y="5898"/>
                    </a:cubicBezTo>
                    <a:cubicBezTo>
                      <a:pt x="6800" y="5898"/>
                      <a:pt x="6832" y="5898"/>
                      <a:pt x="6865" y="5898"/>
                    </a:cubicBezTo>
                    <a:cubicBezTo>
                      <a:pt x="6865" y="5866"/>
                      <a:pt x="6865" y="5834"/>
                      <a:pt x="6865" y="5802"/>
                    </a:cubicBezTo>
                    <a:cubicBezTo>
                      <a:pt x="6929" y="5802"/>
                      <a:pt x="6992" y="5802"/>
                      <a:pt x="7058" y="5802"/>
                    </a:cubicBezTo>
                    <a:cubicBezTo>
                      <a:pt x="7058" y="5770"/>
                      <a:pt x="7058" y="5738"/>
                      <a:pt x="7058" y="5705"/>
                    </a:cubicBezTo>
                    <a:cubicBezTo>
                      <a:pt x="7090" y="5705"/>
                      <a:pt x="7122" y="5705"/>
                      <a:pt x="7154" y="5705"/>
                    </a:cubicBezTo>
                    <a:cubicBezTo>
                      <a:pt x="7154" y="5673"/>
                      <a:pt x="7154" y="5642"/>
                      <a:pt x="7154" y="5609"/>
                    </a:cubicBezTo>
                    <a:cubicBezTo>
                      <a:pt x="7186" y="5609"/>
                      <a:pt x="7218" y="5609"/>
                      <a:pt x="7251" y="5609"/>
                    </a:cubicBezTo>
                    <a:cubicBezTo>
                      <a:pt x="7251" y="5577"/>
                      <a:pt x="7251" y="5545"/>
                      <a:pt x="7251" y="5512"/>
                    </a:cubicBezTo>
                    <a:cubicBezTo>
                      <a:pt x="7283" y="5512"/>
                      <a:pt x="7315" y="5512"/>
                      <a:pt x="7347" y="5512"/>
                    </a:cubicBezTo>
                    <a:cubicBezTo>
                      <a:pt x="7347" y="5480"/>
                      <a:pt x="7347" y="5449"/>
                      <a:pt x="7347" y="5416"/>
                    </a:cubicBezTo>
                    <a:cubicBezTo>
                      <a:pt x="7379" y="5416"/>
                      <a:pt x="7411" y="5416"/>
                      <a:pt x="7444" y="5416"/>
                    </a:cubicBezTo>
                    <a:cubicBezTo>
                      <a:pt x="7444" y="4301"/>
                      <a:pt x="7444" y="3187"/>
                      <a:pt x="7444" y="2039"/>
                    </a:cubicBezTo>
                    <a:cubicBezTo>
                      <a:pt x="7412" y="2039"/>
                      <a:pt x="7380" y="2039"/>
                      <a:pt x="7347" y="2039"/>
                    </a:cubicBezTo>
                    <a:cubicBezTo>
                      <a:pt x="7347" y="1943"/>
                      <a:pt x="7347" y="1847"/>
                      <a:pt x="7347" y="1749"/>
                    </a:cubicBezTo>
                    <a:cubicBezTo>
                      <a:pt x="7316" y="1749"/>
                      <a:pt x="7284" y="1749"/>
                      <a:pt x="7251" y="1749"/>
                    </a:cubicBezTo>
                    <a:cubicBezTo>
                      <a:pt x="7251" y="1654"/>
                      <a:pt x="7251" y="1558"/>
                      <a:pt x="7251" y="1460"/>
                    </a:cubicBezTo>
                    <a:cubicBezTo>
                      <a:pt x="7219" y="1460"/>
                      <a:pt x="7187" y="1460"/>
                      <a:pt x="7154" y="1460"/>
                    </a:cubicBezTo>
                    <a:cubicBezTo>
                      <a:pt x="7154" y="1396"/>
                      <a:pt x="7154" y="1332"/>
                      <a:pt x="7154" y="1267"/>
                    </a:cubicBezTo>
                    <a:cubicBezTo>
                      <a:pt x="7123" y="1267"/>
                      <a:pt x="7091" y="1267"/>
                      <a:pt x="7058" y="1267"/>
                    </a:cubicBezTo>
                    <a:cubicBezTo>
                      <a:pt x="7058" y="1235"/>
                      <a:pt x="7058" y="1203"/>
                      <a:pt x="7058" y="1170"/>
                    </a:cubicBezTo>
                    <a:cubicBezTo>
                      <a:pt x="7026" y="1170"/>
                      <a:pt x="6994" y="1170"/>
                      <a:pt x="6961" y="1170"/>
                    </a:cubicBezTo>
                    <a:cubicBezTo>
                      <a:pt x="6961" y="1138"/>
                      <a:pt x="6961" y="1106"/>
                      <a:pt x="6961" y="1074"/>
                    </a:cubicBezTo>
                    <a:cubicBezTo>
                      <a:pt x="6930" y="1074"/>
                      <a:pt x="6898" y="1074"/>
                      <a:pt x="6865" y="1074"/>
                    </a:cubicBezTo>
                    <a:cubicBezTo>
                      <a:pt x="6865" y="1042"/>
                      <a:pt x="6865" y="1010"/>
                      <a:pt x="6865" y="977"/>
                    </a:cubicBezTo>
                    <a:cubicBezTo>
                      <a:pt x="6833" y="977"/>
                      <a:pt x="6801" y="977"/>
                      <a:pt x="6768" y="977"/>
                    </a:cubicBezTo>
                    <a:cubicBezTo>
                      <a:pt x="6768" y="945"/>
                      <a:pt x="6768" y="913"/>
                      <a:pt x="6768" y="881"/>
                    </a:cubicBezTo>
                    <a:cubicBezTo>
                      <a:pt x="6737" y="881"/>
                      <a:pt x="6705" y="881"/>
                      <a:pt x="6672" y="881"/>
                    </a:cubicBezTo>
                    <a:cubicBezTo>
                      <a:pt x="6672" y="849"/>
                      <a:pt x="6672" y="817"/>
                      <a:pt x="6672" y="784"/>
                    </a:cubicBezTo>
                    <a:cubicBezTo>
                      <a:pt x="6608" y="784"/>
                      <a:pt x="6545" y="784"/>
                      <a:pt x="6479" y="784"/>
                    </a:cubicBezTo>
                    <a:cubicBezTo>
                      <a:pt x="6479" y="752"/>
                      <a:pt x="6479" y="720"/>
                      <a:pt x="6479" y="688"/>
                    </a:cubicBezTo>
                    <a:cubicBezTo>
                      <a:pt x="6415" y="688"/>
                      <a:pt x="6352" y="688"/>
                      <a:pt x="6286" y="688"/>
                    </a:cubicBezTo>
                    <a:cubicBezTo>
                      <a:pt x="6286" y="656"/>
                      <a:pt x="6286" y="624"/>
                      <a:pt x="6286" y="591"/>
                    </a:cubicBezTo>
                    <a:cubicBezTo>
                      <a:pt x="6159" y="591"/>
                      <a:pt x="6031" y="591"/>
                      <a:pt x="5900" y="591"/>
                    </a:cubicBezTo>
                    <a:cubicBezTo>
                      <a:pt x="5900" y="559"/>
                      <a:pt x="5900" y="527"/>
                      <a:pt x="5900" y="495"/>
                    </a:cubicBezTo>
                    <a:cubicBezTo>
                      <a:pt x="5709" y="495"/>
                      <a:pt x="5518" y="495"/>
                      <a:pt x="5321" y="495"/>
                    </a:cubicBezTo>
                    <a:close/>
                    <a:moveTo>
                      <a:pt x="1654" y="1942"/>
                    </a:moveTo>
                    <a:cubicBezTo>
                      <a:pt x="1654" y="1974"/>
                      <a:pt x="1654" y="2006"/>
                      <a:pt x="1654" y="2039"/>
                    </a:cubicBezTo>
                    <a:cubicBezTo>
                      <a:pt x="1559" y="2039"/>
                      <a:pt x="1463" y="2039"/>
                      <a:pt x="1365" y="2039"/>
                    </a:cubicBezTo>
                    <a:cubicBezTo>
                      <a:pt x="1365" y="2070"/>
                      <a:pt x="1365" y="2102"/>
                      <a:pt x="1365" y="2135"/>
                    </a:cubicBezTo>
                    <a:cubicBezTo>
                      <a:pt x="1301" y="2135"/>
                      <a:pt x="1238" y="2135"/>
                      <a:pt x="1172" y="2135"/>
                    </a:cubicBezTo>
                    <a:cubicBezTo>
                      <a:pt x="1172" y="2167"/>
                      <a:pt x="1172" y="2199"/>
                      <a:pt x="1172" y="2232"/>
                    </a:cubicBezTo>
                    <a:cubicBezTo>
                      <a:pt x="1140" y="2232"/>
                      <a:pt x="1108" y="2232"/>
                      <a:pt x="1075" y="2232"/>
                    </a:cubicBezTo>
                    <a:cubicBezTo>
                      <a:pt x="1075" y="2263"/>
                      <a:pt x="1075" y="2295"/>
                      <a:pt x="1075" y="2328"/>
                    </a:cubicBezTo>
                    <a:cubicBezTo>
                      <a:pt x="1044" y="2328"/>
                      <a:pt x="1012" y="2328"/>
                      <a:pt x="979" y="2328"/>
                    </a:cubicBezTo>
                    <a:cubicBezTo>
                      <a:pt x="979" y="2360"/>
                      <a:pt x="979" y="2392"/>
                      <a:pt x="979" y="2424"/>
                    </a:cubicBezTo>
                    <a:cubicBezTo>
                      <a:pt x="947" y="2424"/>
                      <a:pt x="915" y="2424"/>
                      <a:pt x="883" y="2424"/>
                    </a:cubicBezTo>
                    <a:cubicBezTo>
                      <a:pt x="883" y="2456"/>
                      <a:pt x="883" y="2488"/>
                      <a:pt x="883" y="2521"/>
                    </a:cubicBezTo>
                    <a:cubicBezTo>
                      <a:pt x="851" y="2521"/>
                      <a:pt x="819" y="2521"/>
                      <a:pt x="786" y="2521"/>
                    </a:cubicBezTo>
                    <a:cubicBezTo>
                      <a:pt x="786" y="2553"/>
                      <a:pt x="786" y="2585"/>
                      <a:pt x="786" y="2617"/>
                    </a:cubicBezTo>
                    <a:cubicBezTo>
                      <a:pt x="754" y="2617"/>
                      <a:pt x="722" y="2617"/>
                      <a:pt x="690" y="2617"/>
                    </a:cubicBezTo>
                    <a:cubicBezTo>
                      <a:pt x="690" y="2681"/>
                      <a:pt x="690" y="2745"/>
                      <a:pt x="690" y="2810"/>
                    </a:cubicBezTo>
                    <a:cubicBezTo>
                      <a:pt x="658" y="2810"/>
                      <a:pt x="626" y="2810"/>
                      <a:pt x="593" y="2810"/>
                    </a:cubicBezTo>
                    <a:cubicBezTo>
                      <a:pt x="593" y="3829"/>
                      <a:pt x="593" y="4848"/>
                      <a:pt x="593" y="5898"/>
                    </a:cubicBezTo>
                    <a:cubicBezTo>
                      <a:pt x="625" y="5898"/>
                      <a:pt x="657" y="5898"/>
                      <a:pt x="690" y="5898"/>
                    </a:cubicBezTo>
                    <a:cubicBezTo>
                      <a:pt x="690" y="5930"/>
                      <a:pt x="690" y="5962"/>
                      <a:pt x="690" y="5995"/>
                    </a:cubicBezTo>
                    <a:cubicBezTo>
                      <a:pt x="721" y="5995"/>
                      <a:pt x="753" y="5995"/>
                      <a:pt x="786" y="5995"/>
                    </a:cubicBezTo>
                    <a:cubicBezTo>
                      <a:pt x="786" y="6027"/>
                      <a:pt x="786" y="6058"/>
                      <a:pt x="786" y="6091"/>
                    </a:cubicBezTo>
                    <a:cubicBezTo>
                      <a:pt x="850" y="6091"/>
                      <a:pt x="913" y="6091"/>
                      <a:pt x="979" y="6091"/>
                    </a:cubicBezTo>
                    <a:cubicBezTo>
                      <a:pt x="979" y="6123"/>
                      <a:pt x="979" y="6155"/>
                      <a:pt x="979" y="6188"/>
                    </a:cubicBezTo>
                    <a:cubicBezTo>
                      <a:pt x="1011" y="6188"/>
                      <a:pt x="1043" y="6188"/>
                      <a:pt x="1075" y="6188"/>
                    </a:cubicBezTo>
                    <a:cubicBezTo>
                      <a:pt x="1075" y="6219"/>
                      <a:pt x="1075" y="6251"/>
                      <a:pt x="1075" y="6284"/>
                    </a:cubicBezTo>
                    <a:cubicBezTo>
                      <a:pt x="1107" y="6284"/>
                      <a:pt x="1139" y="6284"/>
                      <a:pt x="1172" y="6284"/>
                    </a:cubicBezTo>
                    <a:cubicBezTo>
                      <a:pt x="1172" y="6762"/>
                      <a:pt x="1172" y="7239"/>
                      <a:pt x="1172" y="7732"/>
                    </a:cubicBezTo>
                    <a:cubicBezTo>
                      <a:pt x="1204" y="7732"/>
                      <a:pt x="1236" y="7732"/>
                      <a:pt x="1268" y="7732"/>
                    </a:cubicBezTo>
                    <a:cubicBezTo>
                      <a:pt x="1268" y="7891"/>
                      <a:pt x="1268" y="8050"/>
                      <a:pt x="1268" y="8214"/>
                    </a:cubicBezTo>
                    <a:cubicBezTo>
                      <a:pt x="1300" y="8214"/>
                      <a:pt x="1332" y="8214"/>
                      <a:pt x="1365" y="8214"/>
                    </a:cubicBezTo>
                    <a:cubicBezTo>
                      <a:pt x="1365" y="8246"/>
                      <a:pt x="1365" y="8278"/>
                      <a:pt x="1365" y="8310"/>
                    </a:cubicBezTo>
                    <a:cubicBezTo>
                      <a:pt x="1747" y="8310"/>
                      <a:pt x="2129" y="8310"/>
                      <a:pt x="2523" y="8310"/>
                    </a:cubicBezTo>
                    <a:cubicBezTo>
                      <a:pt x="2523" y="8279"/>
                      <a:pt x="2523" y="8247"/>
                      <a:pt x="2523" y="8214"/>
                    </a:cubicBezTo>
                    <a:cubicBezTo>
                      <a:pt x="2555" y="8214"/>
                      <a:pt x="2587" y="8214"/>
                      <a:pt x="2619" y="8214"/>
                    </a:cubicBezTo>
                    <a:cubicBezTo>
                      <a:pt x="2619" y="8182"/>
                      <a:pt x="2619" y="8150"/>
                      <a:pt x="2619" y="8117"/>
                    </a:cubicBezTo>
                    <a:cubicBezTo>
                      <a:pt x="2651" y="8117"/>
                      <a:pt x="2683" y="8117"/>
                      <a:pt x="2716" y="8117"/>
                    </a:cubicBezTo>
                    <a:cubicBezTo>
                      <a:pt x="2716" y="7576"/>
                      <a:pt x="2716" y="7035"/>
                      <a:pt x="2716" y="6477"/>
                    </a:cubicBezTo>
                    <a:cubicBezTo>
                      <a:pt x="2748" y="6477"/>
                      <a:pt x="2780" y="6477"/>
                      <a:pt x="2812" y="6477"/>
                    </a:cubicBezTo>
                    <a:cubicBezTo>
                      <a:pt x="2812" y="6382"/>
                      <a:pt x="2812" y="6286"/>
                      <a:pt x="2812" y="6188"/>
                    </a:cubicBezTo>
                    <a:cubicBezTo>
                      <a:pt x="2844" y="6188"/>
                      <a:pt x="2876" y="6188"/>
                      <a:pt x="2909" y="6188"/>
                    </a:cubicBezTo>
                    <a:cubicBezTo>
                      <a:pt x="2909" y="6156"/>
                      <a:pt x="2909" y="6124"/>
                      <a:pt x="2909" y="6091"/>
                    </a:cubicBezTo>
                    <a:cubicBezTo>
                      <a:pt x="2973" y="6091"/>
                      <a:pt x="3036" y="6091"/>
                      <a:pt x="3102" y="6091"/>
                    </a:cubicBezTo>
                    <a:cubicBezTo>
                      <a:pt x="3102" y="6059"/>
                      <a:pt x="3102" y="6027"/>
                      <a:pt x="3102" y="5995"/>
                    </a:cubicBezTo>
                    <a:cubicBezTo>
                      <a:pt x="3134" y="5995"/>
                      <a:pt x="3165" y="5995"/>
                      <a:pt x="3198" y="5995"/>
                    </a:cubicBezTo>
                    <a:cubicBezTo>
                      <a:pt x="3198" y="5963"/>
                      <a:pt x="3198" y="5931"/>
                      <a:pt x="3198" y="5898"/>
                    </a:cubicBezTo>
                    <a:cubicBezTo>
                      <a:pt x="3230" y="5898"/>
                      <a:pt x="3262" y="5898"/>
                      <a:pt x="3295" y="5898"/>
                    </a:cubicBezTo>
                    <a:cubicBezTo>
                      <a:pt x="3295" y="4847"/>
                      <a:pt x="3295" y="3797"/>
                      <a:pt x="3295" y="2714"/>
                    </a:cubicBezTo>
                    <a:cubicBezTo>
                      <a:pt x="3263" y="2714"/>
                      <a:pt x="3231" y="2714"/>
                      <a:pt x="3198" y="2714"/>
                    </a:cubicBezTo>
                    <a:cubicBezTo>
                      <a:pt x="3198" y="2682"/>
                      <a:pt x="3198" y="2650"/>
                      <a:pt x="3198" y="2617"/>
                    </a:cubicBezTo>
                    <a:cubicBezTo>
                      <a:pt x="3166" y="2617"/>
                      <a:pt x="3135" y="2617"/>
                      <a:pt x="3102" y="2617"/>
                    </a:cubicBezTo>
                    <a:cubicBezTo>
                      <a:pt x="3102" y="2586"/>
                      <a:pt x="3102" y="2554"/>
                      <a:pt x="3102" y="2521"/>
                    </a:cubicBezTo>
                    <a:cubicBezTo>
                      <a:pt x="3070" y="2521"/>
                      <a:pt x="3038" y="2521"/>
                      <a:pt x="3005" y="2521"/>
                    </a:cubicBezTo>
                    <a:cubicBezTo>
                      <a:pt x="3005" y="2457"/>
                      <a:pt x="3005" y="2394"/>
                      <a:pt x="3005" y="2328"/>
                    </a:cubicBezTo>
                    <a:cubicBezTo>
                      <a:pt x="2973" y="2328"/>
                      <a:pt x="2942" y="2328"/>
                      <a:pt x="2909" y="2328"/>
                    </a:cubicBezTo>
                    <a:cubicBezTo>
                      <a:pt x="2909" y="2296"/>
                      <a:pt x="2909" y="2264"/>
                      <a:pt x="2909" y="2232"/>
                    </a:cubicBezTo>
                    <a:cubicBezTo>
                      <a:pt x="2845" y="2232"/>
                      <a:pt x="2781" y="2232"/>
                      <a:pt x="2716" y="2232"/>
                    </a:cubicBezTo>
                    <a:cubicBezTo>
                      <a:pt x="2716" y="2200"/>
                      <a:pt x="2716" y="2168"/>
                      <a:pt x="2716" y="2135"/>
                    </a:cubicBezTo>
                    <a:cubicBezTo>
                      <a:pt x="2684" y="2135"/>
                      <a:pt x="2652" y="2135"/>
                      <a:pt x="2619" y="2135"/>
                    </a:cubicBezTo>
                    <a:cubicBezTo>
                      <a:pt x="2619" y="2103"/>
                      <a:pt x="2619" y="2071"/>
                      <a:pt x="2619" y="2039"/>
                    </a:cubicBezTo>
                    <a:cubicBezTo>
                      <a:pt x="2524" y="2039"/>
                      <a:pt x="2428" y="2039"/>
                      <a:pt x="2330" y="2039"/>
                    </a:cubicBezTo>
                    <a:cubicBezTo>
                      <a:pt x="2330" y="2007"/>
                      <a:pt x="2330" y="1975"/>
                      <a:pt x="2330" y="1942"/>
                    </a:cubicBezTo>
                    <a:cubicBezTo>
                      <a:pt x="2107" y="1942"/>
                      <a:pt x="1884" y="1942"/>
                      <a:pt x="1654" y="1942"/>
                    </a:cubicBezTo>
                    <a:close/>
                    <a:moveTo>
                      <a:pt x="8891" y="1942"/>
                    </a:moveTo>
                    <a:cubicBezTo>
                      <a:pt x="8891" y="1974"/>
                      <a:pt x="8891" y="2006"/>
                      <a:pt x="8891" y="2039"/>
                    </a:cubicBezTo>
                    <a:cubicBezTo>
                      <a:pt x="8796" y="2039"/>
                      <a:pt x="8700" y="2039"/>
                      <a:pt x="8602" y="2039"/>
                    </a:cubicBezTo>
                    <a:cubicBezTo>
                      <a:pt x="8602" y="2070"/>
                      <a:pt x="8602" y="2102"/>
                      <a:pt x="8602" y="2135"/>
                    </a:cubicBezTo>
                    <a:cubicBezTo>
                      <a:pt x="8538" y="2135"/>
                      <a:pt x="8474" y="2135"/>
                      <a:pt x="8409" y="2135"/>
                    </a:cubicBezTo>
                    <a:cubicBezTo>
                      <a:pt x="8409" y="2167"/>
                      <a:pt x="8409" y="2199"/>
                      <a:pt x="8409" y="2232"/>
                    </a:cubicBezTo>
                    <a:cubicBezTo>
                      <a:pt x="8377" y="2232"/>
                      <a:pt x="8345" y="2232"/>
                      <a:pt x="8312" y="2232"/>
                    </a:cubicBezTo>
                    <a:cubicBezTo>
                      <a:pt x="8312" y="2263"/>
                      <a:pt x="8312" y="2295"/>
                      <a:pt x="8312" y="2328"/>
                    </a:cubicBezTo>
                    <a:cubicBezTo>
                      <a:pt x="8280" y="2328"/>
                      <a:pt x="8249" y="2328"/>
                      <a:pt x="8216" y="2328"/>
                    </a:cubicBezTo>
                    <a:cubicBezTo>
                      <a:pt x="8216" y="2360"/>
                      <a:pt x="8216" y="2392"/>
                      <a:pt x="8216" y="2424"/>
                    </a:cubicBezTo>
                    <a:cubicBezTo>
                      <a:pt x="8184" y="2424"/>
                      <a:pt x="8152" y="2424"/>
                      <a:pt x="8119" y="2424"/>
                    </a:cubicBezTo>
                    <a:cubicBezTo>
                      <a:pt x="8119" y="2456"/>
                      <a:pt x="8119" y="2488"/>
                      <a:pt x="8119" y="2521"/>
                    </a:cubicBezTo>
                    <a:cubicBezTo>
                      <a:pt x="8088" y="2521"/>
                      <a:pt x="8056" y="2521"/>
                      <a:pt x="8023" y="2521"/>
                    </a:cubicBezTo>
                    <a:cubicBezTo>
                      <a:pt x="8023" y="2617"/>
                      <a:pt x="8023" y="2712"/>
                      <a:pt x="8023" y="2810"/>
                    </a:cubicBezTo>
                    <a:cubicBezTo>
                      <a:pt x="7991" y="2810"/>
                      <a:pt x="7959" y="2810"/>
                      <a:pt x="7926" y="2810"/>
                    </a:cubicBezTo>
                    <a:cubicBezTo>
                      <a:pt x="7926" y="3766"/>
                      <a:pt x="7926" y="4721"/>
                      <a:pt x="7926" y="5705"/>
                    </a:cubicBezTo>
                    <a:cubicBezTo>
                      <a:pt x="7895" y="5705"/>
                      <a:pt x="7863" y="5705"/>
                      <a:pt x="7830" y="5705"/>
                    </a:cubicBezTo>
                    <a:cubicBezTo>
                      <a:pt x="7830" y="5769"/>
                      <a:pt x="7830" y="5833"/>
                      <a:pt x="7830" y="5898"/>
                    </a:cubicBezTo>
                    <a:cubicBezTo>
                      <a:pt x="7862" y="5898"/>
                      <a:pt x="7894" y="5898"/>
                      <a:pt x="7926" y="5898"/>
                    </a:cubicBezTo>
                    <a:cubicBezTo>
                      <a:pt x="7926" y="5930"/>
                      <a:pt x="7926" y="5962"/>
                      <a:pt x="7926" y="5995"/>
                    </a:cubicBezTo>
                    <a:cubicBezTo>
                      <a:pt x="7990" y="5995"/>
                      <a:pt x="8054" y="5995"/>
                      <a:pt x="8119" y="5995"/>
                    </a:cubicBezTo>
                    <a:cubicBezTo>
                      <a:pt x="8119" y="6027"/>
                      <a:pt x="8119" y="6058"/>
                      <a:pt x="8119" y="6091"/>
                    </a:cubicBezTo>
                    <a:cubicBezTo>
                      <a:pt x="8151" y="6091"/>
                      <a:pt x="8183" y="6091"/>
                      <a:pt x="8216" y="6091"/>
                    </a:cubicBezTo>
                    <a:cubicBezTo>
                      <a:pt x="8216" y="6123"/>
                      <a:pt x="8216" y="6155"/>
                      <a:pt x="8216" y="6188"/>
                    </a:cubicBezTo>
                    <a:cubicBezTo>
                      <a:pt x="8248" y="6188"/>
                      <a:pt x="8280" y="6188"/>
                      <a:pt x="8312" y="6188"/>
                    </a:cubicBezTo>
                    <a:cubicBezTo>
                      <a:pt x="8312" y="6219"/>
                      <a:pt x="8312" y="6251"/>
                      <a:pt x="8312" y="6284"/>
                    </a:cubicBezTo>
                    <a:cubicBezTo>
                      <a:pt x="8344" y="6284"/>
                      <a:pt x="8376" y="6284"/>
                      <a:pt x="8409" y="6284"/>
                    </a:cubicBezTo>
                    <a:cubicBezTo>
                      <a:pt x="8409" y="6571"/>
                      <a:pt x="8409" y="6857"/>
                      <a:pt x="8409" y="7153"/>
                    </a:cubicBezTo>
                    <a:cubicBezTo>
                      <a:pt x="8441" y="7153"/>
                      <a:pt x="8473" y="7153"/>
                      <a:pt x="8505" y="7153"/>
                    </a:cubicBezTo>
                    <a:cubicBezTo>
                      <a:pt x="8505" y="7503"/>
                      <a:pt x="8505" y="7853"/>
                      <a:pt x="8505" y="8214"/>
                    </a:cubicBezTo>
                    <a:cubicBezTo>
                      <a:pt x="8537" y="8214"/>
                      <a:pt x="8569" y="8214"/>
                      <a:pt x="8602" y="8214"/>
                    </a:cubicBezTo>
                    <a:cubicBezTo>
                      <a:pt x="8602" y="8246"/>
                      <a:pt x="8602" y="8278"/>
                      <a:pt x="8602" y="8310"/>
                    </a:cubicBezTo>
                    <a:cubicBezTo>
                      <a:pt x="9016" y="8310"/>
                      <a:pt x="9430" y="8310"/>
                      <a:pt x="9856" y="8310"/>
                    </a:cubicBezTo>
                    <a:cubicBezTo>
                      <a:pt x="9856" y="8279"/>
                      <a:pt x="9856" y="8247"/>
                      <a:pt x="9856" y="8214"/>
                    </a:cubicBezTo>
                    <a:cubicBezTo>
                      <a:pt x="9888" y="8214"/>
                      <a:pt x="9920" y="8214"/>
                      <a:pt x="9953" y="8214"/>
                    </a:cubicBezTo>
                    <a:cubicBezTo>
                      <a:pt x="9953" y="7736"/>
                      <a:pt x="9953" y="7259"/>
                      <a:pt x="9953" y="6767"/>
                    </a:cubicBezTo>
                    <a:cubicBezTo>
                      <a:pt x="9985" y="6767"/>
                      <a:pt x="10016" y="6767"/>
                      <a:pt x="10049" y="6767"/>
                    </a:cubicBezTo>
                    <a:cubicBezTo>
                      <a:pt x="10049" y="6576"/>
                      <a:pt x="10049" y="6384"/>
                      <a:pt x="10049" y="6188"/>
                    </a:cubicBezTo>
                    <a:cubicBezTo>
                      <a:pt x="10081" y="6188"/>
                      <a:pt x="10113" y="6188"/>
                      <a:pt x="10146" y="6188"/>
                    </a:cubicBezTo>
                    <a:cubicBezTo>
                      <a:pt x="10146" y="6156"/>
                      <a:pt x="10146" y="6124"/>
                      <a:pt x="10146" y="6091"/>
                    </a:cubicBezTo>
                    <a:cubicBezTo>
                      <a:pt x="10241" y="6091"/>
                      <a:pt x="10337" y="6091"/>
                      <a:pt x="10435" y="6091"/>
                    </a:cubicBezTo>
                    <a:cubicBezTo>
                      <a:pt x="10435" y="6059"/>
                      <a:pt x="10435" y="6027"/>
                      <a:pt x="10435" y="5995"/>
                    </a:cubicBezTo>
                    <a:cubicBezTo>
                      <a:pt x="10467" y="5995"/>
                      <a:pt x="10499" y="5995"/>
                      <a:pt x="10532" y="5995"/>
                    </a:cubicBezTo>
                    <a:cubicBezTo>
                      <a:pt x="10532" y="5963"/>
                      <a:pt x="10532" y="5931"/>
                      <a:pt x="10532" y="5898"/>
                    </a:cubicBezTo>
                    <a:cubicBezTo>
                      <a:pt x="10563" y="5898"/>
                      <a:pt x="10595" y="5898"/>
                      <a:pt x="10628" y="5898"/>
                    </a:cubicBezTo>
                    <a:cubicBezTo>
                      <a:pt x="10628" y="4911"/>
                      <a:pt x="10628" y="3924"/>
                      <a:pt x="10628" y="2907"/>
                    </a:cubicBezTo>
                    <a:cubicBezTo>
                      <a:pt x="10596" y="2907"/>
                      <a:pt x="10564" y="2907"/>
                      <a:pt x="10532" y="2907"/>
                    </a:cubicBezTo>
                    <a:cubicBezTo>
                      <a:pt x="10532" y="2843"/>
                      <a:pt x="10532" y="2780"/>
                      <a:pt x="10532" y="2714"/>
                    </a:cubicBezTo>
                    <a:cubicBezTo>
                      <a:pt x="10500" y="2714"/>
                      <a:pt x="10468" y="2714"/>
                      <a:pt x="10435" y="2714"/>
                    </a:cubicBezTo>
                    <a:cubicBezTo>
                      <a:pt x="10435" y="2650"/>
                      <a:pt x="10435" y="2587"/>
                      <a:pt x="10435" y="2521"/>
                    </a:cubicBezTo>
                    <a:cubicBezTo>
                      <a:pt x="10403" y="2521"/>
                      <a:pt x="10371" y="2521"/>
                      <a:pt x="10339" y="2521"/>
                    </a:cubicBezTo>
                    <a:cubicBezTo>
                      <a:pt x="10339" y="2489"/>
                      <a:pt x="10339" y="2457"/>
                      <a:pt x="10339" y="2424"/>
                    </a:cubicBezTo>
                    <a:cubicBezTo>
                      <a:pt x="10307" y="2424"/>
                      <a:pt x="10275" y="2424"/>
                      <a:pt x="10242" y="2424"/>
                    </a:cubicBezTo>
                    <a:cubicBezTo>
                      <a:pt x="10242" y="2393"/>
                      <a:pt x="10242" y="2361"/>
                      <a:pt x="10242" y="2328"/>
                    </a:cubicBezTo>
                    <a:cubicBezTo>
                      <a:pt x="10210" y="2328"/>
                      <a:pt x="10178" y="2328"/>
                      <a:pt x="10146" y="2328"/>
                    </a:cubicBezTo>
                    <a:cubicBezTo>
                      <a:pt x="10146" y="2296"/>
                      <a:pt x="10146" y="2264"/>
                      <a:pt x="10146" y="2232"/>
                    </a:cubicBezTo>
                    <a:cubicBezTo>
                      <a:pt x="10082" y="2232"/>
                      <a:pt x="10018" y="2232"/>
                      <a:pt x="9953" y="2232"/>
                    </a:cubicBezTo>
                    <a:cubicBezTo>
                      <a:pt x="9953" y="2200"/>
                      <a:pt x="9953" y="2168"/>
                      <a:pt x="9953" y="2135"/>
                    </a:cubicBezTo>
                    <a:cubicBezTo>
                      <a:pt x="9889" y="2135"/>
                      <a:pt x="9825" y="2135"/>
                      <a:pt x="9760" y="2135"/>
                    </a:cubicBezTo>
                    <a:cubicBezTo>
                      <a:pt x="9760" y="2103"/>
                      <a:pt x="9760" y="2071"/>
                      <a:pt x="9760" y="2039"/>
                    </a:cubicBezTo>
                    <a:cubicBezTo>
                      <a:pt x="9664" y="2039"/>
                      <a:pt x="9569" y="2039"/>
                      <a:pt x="9470" y="2039"/>
                    </a:cubicBezTo>
                    <a:cubicBezTo>
                      <a:pt x="9470" y="2007"/>
                      <a:pt x="9470" y="1975"/>
                      <a:pt x="9470" y="1942"/>
                    </a:cubicBezTo>
                    <a:cubicBezTo>
                      <a:pt x="9279" y="1942"/>
                      <a:pt x="9088" y="1942"/>
                      <a:pt x="8891" y="1942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18" name="ICON_SKILL_COMPARE_path_003"/>
              <p:cNvSpPr/>
              <p:nvPr/>
            </p:nvSpPr>
            <p:spPr>
              <a:xfrm>
                <a:off x="6547296" y="1452479"/>
                <a:ext cx="144602" cy="118013"/>
              </a:xfrm>
              <a:custGeom>
                <a:avLst/>
                <a:gdLst/>
                <a:ahLst/>
                <a:cxnLst/>
                <a:rect l="0" t="0" r="r" b="b"/>
                <a:pathLst>
                  <a:path w="11386" h="9292" fill="norm" stroke="0">
                    <a:moveTo>
                      <a:pt x="4921" y="0"/>
                    </a:moveTo>
                    <a:cubicBezTo>
                      <a:pt x="5335" y="0"/>
                      <a:pt x="5749" y="0"/>
                      <a:pt x="6175" y="0"/>
                    </a:cubicBezTo>
                    <a:cubicBezTo>
                      <a:pt x="6175" y="32"/>
                      <a:pt x="6175" y="64"/>
                      <a:pt x="6175" y="96"/>
                    </a:cubicBezTo>
                    <a:cubicBezTo>
                      <a:pt x="6303" y="96"/>
                      <a:pt x="6430" y="96"/>
                      <a:pt x="6561" y="96"/>
                    </a:cubicBezTo>
                    <a:cubicBezTo>
                      <a:pt x="6561" y="128"/>
                      <a:pt x="6561" y="160"/>
                      <a:pt x="6561" y="193"/>
                    </a:cubicBezTo>
                    <a:cubicBezTo>
                      <a:pt x="6593" y="193"/>
                      <a:pt x="6625" y="193"/>
                      <a:pt x="6658" y="193"/>
                    </a:cubicBezTo>
                    <a:cubicBezTo>
                      <a:pt x="6658" y="225"/>
                      <a:pt x="6658" y="257"/>
                      <a:pt x="6658" y="289"/>
                    </a:cubicBezTo>
                    <a:cubicBezTo>
                      <a:pt x="6562" y="289"/>
                      <a:pt x="6467" y="289"/>
                      <a:pt x="6368" y="289"/>
                    </a:cubicBezTo>
                    <a:cubicBezTo>
                      <a:pt x="6368" y="385"/>
                      <a:pt x="6368" y="481"/>
                      <a:pt x="6368" y="579"/>
                    </a:cubicBezTo>
                    <a:cubicBezTo>
                      <a:pt x="6273" y="579"/>
                      <a:pt x="6177" y="579"/>
                      <a:pt x="6079" y="579"/>
                    </a:cubicBezTo>
                    <a:cubicBezTo>
                      <a:pt x="6079" y="547"/>
                      <a:pt x="6079" y="515"/>
                      <a:pt x="6079" y="482"/>
                    </a:cubicBezTo>
                    <a:cubicBezTo>
                      <a:pt x="5761" y="482"/>
                      <a:pt x="5442" y="482"/>
                      <a:pt x="5114" y="482"/>
                    </a:cubicBezTo>
                    <a:cubicBezTo>
                      <a:pt x="5114" y="514"/>
                      <a:pt x="5114" y="546"/>
                      <a:pt x="5114" y="579"/>
                    </a:cubicBezTo>
                    <a:cubicBezTo>
                      <a:pt x="5019" y="579"/>
                      <a:pt x="4923" y="579"/>
                      <a:pt x="4825" y="579"/>
                    </a:cubicBezTo>
                    <a:cubicBezTo>
                      <a:pt x="4825" y="611"/>
                      <a:pt x="4825" y="643"/>
                      <a:pt x="4825" y="675"/>
                    </a:cubicBezTo>
                    <a:cubicBezTo>
                      <a:pt x="4761" y="675"/>
                      <a:pt x="4697" y="675"/>
                      <a:pt x="4632" y="675"/>
                    </a:cubicBezTo>
                    <a:cubicBezTo>
                      <a:pt x="4632" y="707"/>
                      <a:pt x="4632" y="739"/>
                      <a:pt x="4632" y="772"/>
                    </a:cubicBezTo>
                    <a:cubicBezTo>
                      <a:pt x="4600" y="772"/>
                      <a:pt x="4568" y="772"/>
                      <a:pt x="4535" y="772"/>
                    </a:cubicBezTo>
                    <a:cubicBezTo>
                      <a:pt x="4535" y="804"/>
                      <a:pt x="4535" y="836"/>
                      <a:pt x="4535" y="868"/>
                    </a:cubicBezTo>
                    <a:cubicBezTo>
                      <a:pt x="4471" y="868"/>
                      <a:pt x="4408" y="868"/>
                      <a:pt x="4342" y="868"/>
                    </a:cubicBezTo>
                    <a:cubicBezTo>
                      <a:pt x="4342" y="900"/>
                      <a:pt x="4342" y="932"/>
                      <a:pt x="4342" y="965"/>
                    </a:cubicBezTo>
                    <a:cubicBezTo>
                      <a:pt x="4310" y="965"/>
                      <a:pt x="4278" y="965"/>
                      <a:pt x="4246" y="965"/>
                    </a:cubicBezTo>
                    <a:cubicBezTo>
                      <a:pt x="4246" y="997"/>
                      <a:pt x="4246" y="1029"/>
                      <a:pt x="4246" y="1061"/>
                    </a:cubicBezTo>
                    <a:cubicBezTo>
                      <a:pt x="4214" y="1061"/>
                      <a:pt x="4182" y="1061"/>
                      <a:pt x="4149" y="1061"/>
                    </a:cubicBezTo>
                    <a:cubicBezTo>
                      <a:pt x="4149" y="1125"/>
                      <a:pt x="4149" y="1189"/>
                      <a:pt x="4149" y="1254"/>
                    </a:cubicBezTo>
                    <a:cubicBezTo>
                      <a:pt x="4117" y="1254"/>
                      <a:pt x="4085" y="1254"/>
                      <a:pt x="4053" y="1254"/>
                    </a:cubicBezTo>
                    <a:cubicBezTo>
                      <a:pt x="4053" y="1286"/>
                      <a:pt x="4053" y="1318"/>
                      <a:pt x="4053" y="1351"/>
                    </a:cubicBezTo>
                    <a:cubicBezTo>
                      <a:pt x="3989" y="1351"/>
                      <a:pt x="3925" y="1351"/>
                      <a:pt x="3860" y="1351"/>
                    </a:cubicBezTo>
                    <a:cubicBezTo>
                      <a:pt x="3860" y="1319"/>
                      <a:pt x="3860" y="1287"/>
                      <a:pt x="3860" y="1254"/>
                    </a:cubicBezTo>
                    <a:cubicBezTo>
                      <a:pt x="3796" y="1254"/>
                      <a:pt x="3732" y="1254"/>
                      <a:pt x="3667" y="1254"/>
                    </a:cubicBezTo>
                    <a:cubicBezTo>
                      <a:pt x="3667" y="1318"/>
                      <a:pt x="3667" y="1382"/>
                      <a:pt x="3667" y="1447"/>
                    </a:cubicBezTo>
                    <a:cubicBezTo>
                      <a:pt x="3730" y="1447"/>
                      <a:pt x="3794" y="1447"/>
                      <a:pt x="3860" y="1447"/>
                    </a:cubicBezTo>
                    <a:cubicBezTo>
                      <a:pt x="3860" y="1607"/>
                      <a:pt x="3860" y="1766"/>
                      <a:pt x="3860" y="1930"/>
                    </a:cubicBezTo>
                    <a:cubicBezTo>
                      <a:pt x="3828" y="1930"/>
                      <a:pt x="3796" y="1930"/>
                      <a:pt x="3763" y="1930"/>
                    </a:cubicBezTo>
                    <a:cubicBezTo>
                      <a:pt x="3763" y="3108"/>
                      <a:pt x="3763" y="4286"/>
                      <a:pt x="3763" y="5500"/>
                    </a:cubicBezTo>
                    <a:cubicBezTo>
                      <a:pt x="3795" y="5500"/>
                      <a:pt x="3827" y="5500"/>
                      <a:pt x="3860" y="5500"/>
                    </a:cubicBezTo>
                    <a:cubicBezTo>
                      <a:pt x="3860" y="5532"/>
                      <a:pt x="3860" y="5564"/>
                      <a:pt x="3860" y="5596"/>
                    </a:cubicBezTo>
                    <a:cubicBezTo>
                      <a:pt x="3891" y="5596"/>
                      <a:pt x="3923" y="5596"/>
                      <a:pt x="3956" y="5596"/>
                    </a:cubicBezTo>
                    <a:cubicBezTo>
                      <a:pt x="3956" y="5628"/>
                      <a:pt x="3956" y="5660"/>
                      <a:pt x="3956" y="5693"/>
                    </a:cubicBezTo>
                    <a:cubicBezTo>
                      <a:pt x="4020" y="5693"/>
                      <a:pt x="4084" y="5693"/>
                      <a:pt x="4149" y="5693"/>
                    </a:cubicBezTo>
                    <a:cubicBezTo>
                      <a:pt x="4149" y="5725"/>
                      <a:pt x="4149" y="5757"/>
                      <a:pt x="4149" y="5789"/>
                    </a:cubicBezTo>
                    <a:cubicBezTo>
                      <a:pt x="4213" y="5789"/>
                      <a:pt x="4276" y="5789"/>
                      <a:pt x="4342" y="5789"/>
                    </a:cubicBezTo>
                    <a:cubicBezTo>
                      <a:pt x="4342" y="5821"/>
                      <a:pt x="4342" y="5853"/>
                      <a:pt x="4342" y="5886"/>
                    </a:cubicBezTo>
                    <a:cubicBezTo>
                      <a:pt x="4374" y="5886"/>
                      <a:pt x="4406" y="5886"/>
                      <a:pt x="4439" y="5886"/>
                    </a:cubicBezTo>
                    <a:cubicBezTo>
                      <a:pt x="4439" y="5950"/>
                      <a:pt x="4439" y="6013"/>
                      <a:pt x="4439" y="6079"/>
                    </a:cubicBezTo>
                    <a:cubicBezTo>
                      <a:pt x="4470" y="6079"/>
                      <a:pt x="4502" y="6079"/>
                      <a:pt x="4535" y="6079"/>
                    </a:cubicBezTo>
                    <a:cubicBezTo>
                      <a:pt x="4535" y="6461"/>
                      <a:pt x="4535" y="6843"/>
                      <a:pt x="4535" y="7237"/>
                    </a:cubicBezTo>
                    <a:cubicBezTo>
                      <a:pt x="4567" y="7237"/>
                      <a:pt x="4599" y="7237"/>
                      <a:pt x="4632" y="7237"/>
                    </a:cubicBezTo>
                    <a:cubicBezTo>
                      <a:pt x="4632" y="7683"/>
                      <a:pt x="4632" y="8128"/>
                      <a:pt x="4632" y="8588"/>
                    </a:cubicBezTo>
                    <a:cubicBezTo>
                      <a:pt x="4663" y="8588"/>
                      <a:pt x="4695" y="8588"/>
                      <a:pt x="4728" y="8588"/>
                    </a:cubicBezTo>
                    <a:cubicBezTo>
                      <a:pt x="4728" y="8620"/>
                      <a:pt x="4728" y="8651"/>
                      <a:pt x="4728" y="8684"/>
                    </a:cubicBezTo>
                    <a:cubicBezTo>
                      <a:pt x="4760" y="8684"/>
                      <a:pt x="4792" y="8684"/>
                      <a:pt x="4825" y="8684"/>
                    </a:cubicBezTo>
                    <a:cubicBezTo>
                      <a:pt x="4825" y="8716"/>
                      <a:pt x="4825" y="8748"/>
                      <a:pt x="4825" y="8781"/>
                    </a:cubicBezTo>
                    <a:cubicBezTo>
                      <a:pt x="5302" y="8781"/>
                      <a:pt x="5780" y="8781"/>
                      <a:pt x="6272" y="8781"/>
                    </a:cubicBezTo>
                    <a:cubicBezTo>
                      <a:pt x="6272" y="8749"/>
                      <a:pt x="6272" y="8717"/>
                      <a:pt x="6272" y="8684"/>
                    </a:cubicBezTo>
                    <a:cubicBezTo>
                      <a:pt x="6304" y="8684"/>
                      <a:pt x="6336" y="8684"/>
                      <a:pt x="6368" y="8684"/>
                    </a:cubicBezTo>
                    <a:cubicBezTo>
                      <a:pt x="6368" y="8652"/>
                      <a:pt x="6368" y="8621"/>
                      <a:pt x="6368" y="8588"/>
                    </a:cubicBezTo>
                    <a:cubicBezTo>
                      <a:pt x="6400" y="8588"/>
                      <a:pt x="6432" y="8588"/>
                      <a:pt x="6465" y="8588"/>
                    </a:cubicBezTo>
                    <a:cubicBezTo>
                      <a:pt x="6465" y="8365"/>
                      <a:pt x="6465" y="8142"/>
                      <a:pt x="6465" y="7912"/>
                    </a:cubicBezTo>
                    <a:cubicBezTo>
                      <a:pt x="6497" y="7912"/>
                      <a:pt x="6529" y="7912"/>
                      <a:pt x="6561" y="7912"/>
                    </a:cubicBezTo>
                    <a:cubicBezTo>
                      <a:pt x="6561" y="7466"/>
                      <a:pt x="6561" y="7021"/>
                      <a:pt x="6561" y="6561"/>
                    </a:cubicBezTo>
                    <a:cubicBezTo>
                      <a:pt x="6593" y="6561"/>
                      <a:pt x="6625" y="6561"/>
                      <a:pt x="6658" y="6561"/>
                    </a:cubicBezTo>
                    <a:cubicBezTo>
                      <a:pt x="6658" y="6370"/>
                      <a:pt x="6658" y="6179"/>
                      <a:pt x="6658" y="5982"/>
                    </a:cubicBezTo>
                    <a:cubicBezTo>
                      <a:pt x="6690" y="5982"/>
                      <a:pt x="6722" y="5982"/>
                      <a:pt x="6754" y="5982"/>
                    </a:cubicBezTo>
                    <a:cubicBezTo>
                      <a:pt x="6754" y="5951"/>
                      <a:pt x="6754" y="5919"/>
                      <a:pt x="6754" y="5886"/>
                    </a:cubicBezTo>
                    <a:cubicBezTo>
                      <a:pt x="6786" y="5886"/>
                      <a:pt x="6818" y="5886"/>
                      <a:pt x="6851" y="5886"/>
                    </a:cubicBezTo>
                    <a:cubicBezTo>
                      <a:pt x="6851" y="5854"/>
                      <a:pt x="6851" y="5822"/>
                      <a:pt x="6851" y="5789"/>
                    </a:cubicBezTo>
                    <a:cubicBezTo>
                      <a:pt x="6915" y="5789"/>
                      <a:pt x="6978" y="5789"/>
                      <a:pt x="7044" y="5789"/>
                    </a:cubicBezTo>
                    <a:cubicBezTo>
                      <a:pt x="7044" y="5758"/>
                      <a:pt x="7044" y="5726"/>
                      <a:pt x="7044" y="5693"/>
                    </a:cubicBezTo>
                    <a:cubicBezTo>
                      <a:pt x="7108" y="5693"/>
                      <a:pt x="7171" y="5693"/>
                      <a:pt x="7237" y="5693"/>
                    </a:cubicBezTo>
                    <a:cubicBezTo>
                      <a:pt x="7237" y="5661"/>
                      <a:pt x="7237" y="5629"/>
                      <a:pt x="7237" y="5596"/>
                    </a:cubicBezTo>
                    <a:cubicBezTo>
                      <a:pt x="7269" y="5596"/>
                      <a:pt x="7301" y="5596"/>
                      <a:pt x="7333" y="5596"/>
                    </a:cubicBezTo>
                    <a:cubicBezTo>
                      <a:pt x="7333" y="5533"/>
                      <a:pt x="7333" y="5469"/>
                      <a:pt x="7333" y="5404"/>
                    </a:cubicBezTo>
                    <a:cubicBezTo>
                      <a:pt x="7365" y="5404"/>
                      <a:pt x="7397" y="5404"/>
                      <a:pt x="7430" y="5404"/>
                    </a:cubicBezTo>
                    <a:cubicBezTo>
                      <a:pt x="7430" y="4639"/>
                      <a:pt x="7430" y="3875"/>
                      <a:pt x="7430" y="3088"/>
                    </a:cubicBezTo>
                    <a:cubicBezTo>
                      <a:pt x="7462" y="3088"/>
                      <a:pt x="7494" y="3088"/>
                      <a:pt x="7526" y="3088"/>
                    </a:cubicBezTo>
                    <a:cubicBezTo>
                      <a:pt x="7526" y="3056"/>
                      <a:pt x="7526" y="3024"/>
                      <a:pt x="7526" y="2991"/>
                    </a:cubicBezTo>
                    <a:cubicBezTo>
                      <a:pt x="7590" y="2991"/>
                      <a:pt x="7654" y="2991"/>
                      <a:pt x="7719" y="2991"/>
                    </a:cubicBezTo>
                    <a:cubicBezTo>
                      <a:pt x="7719" y="2959"/>
                      <a:pt x="7719" y="2928"/>
                      <a:pt x="7719" y="2895"/>
                    </a:cubicBezTo>
                    <a:cubicBezTo>
                      <a:pt x="7751" y="2895"/>
                      <a:pt x="7783" y="2895"/>
                      <a:pt x="7816" y="2895"/>
                    </a:cubicBezTo>
                    <a:cubicBezTo>
                      <a:pt x="7816" y="2767"/>
                      <a:pt x="7816" y="2640"/>
                      <a:pt x="7816" y="2509"/>
                    </a:cubicBezTo>
                    <a:cubicBezTo>
                      <a:pt x="7848" y="2509"/>
                      <a:pt x="7879" y="2509"/>
                      <a:pt x="7912" y="2509"/>
                    </a:cubicBezTo>
                    <a:cubicBezTo>
                      <a:pt x="7912" y="2477"/>
                      <a:pt x="7912" y="2445"/>
                      <a:pt x="7912" y="2412"/>
                    </a:cubicBezTo>
                    <a:cubicBezTo>
                      <a:pt x="7944" y="2412"/>
                      <a:pt x="7976" y="2412"/>
                      <a:pt x="8009" y="2412"/>
                    </a:cubicBezTo>
                    <a:cubicBezTo>
                      <a:pt x="8009" y="2380"/>
                      <a:pt x="8009" y="2349"/>
                      <a:pt x="8009" y="2316"/>
                    </a:cubicBezTo>
                    <a:cubicBezTo>
                      <a:pt x="8041" y="2316"/>
                      <a:pt x="8072" y="2316"/>
                      <a:pt x="8105" y="2316"/>
                    </a:cubicBezTo>
                    <a:cubicBezTo>
                      <a:pt x="8105" y="2348"/>
                      <a:pt x="8105" y="2379"/>
                      <a:pt x="8105" y="2412"/>
                    </a:cubicBezTo>
                    <a:cubicBezTo>
                      <a:pt x="8137" y="2412"/>
                      <a:pt x="8169" y="2412"/>
                      <a:pt x="8202" y="2412"/>
                    </a:cubicBezTo>
                    <a:cubicBezTo>
                      <a:pt x="8202" y="2476"/>
                      <a:pt x="8202" y="2540"/>
                      <a:pt x="8202" y="2605"/>
                    </a:cubicBezTo>
                    <a:cubicBezTo>
                      <a:pt x="8170" y="2605"/>
                      <a:pt x="8138" y="2605"/>
                      <a:pt x="8105" y="2605"/>
                    </a:cubicBezTo>
                    <a:cubicBezTo>
                      <a:pt x="8105" y="2701"/>
                      <a:pt x="8105" y="2796"/>
                      <a:pt x="8105" y="2895"/>
                    </a:cubicBezTo>
                    <a:cubicBezTo>
                      <a:pt x="8073" y="2895"/>
                      <a:pt x="8042" y="2895"/>
                      <a:pt x="8009" y="2895"/>
                    </a:cubicBezTo>
                    <a:cubicBezTo>
                      <a:pt x="8009" y="3882"/>
                      <a:pt x="8009" y="4869"/>
                      <a:pt x="8009" y="5886"/>
                    </a:cubicBezTo>
                    <a:cubicBezTo>
                      <a:pt x="8041" y="5886"/>
                      <a:pt x="8072" y="5886"/>
                      <a:pt x="8105" y="5886"/>
                    </a:cubicBezTo>
                    <a:cubicBezTo>
                      <a:pt x="8105" y="5918"/>
                      <a:pt x="8105" y="5950"/>
                      <a:pt x="8105" y="5982"/>
                    </a:cubicBezTo>
                    <a:cubicBezTo>
                      <a:pt x="8137" y="5982"/>
                      <a:pt x="8169" y="5982"/>
                      <a:pt x="8202" y="5982"/>
                    </a:cubicBezTo>
                    <a:cubicBezTo>
                      <a:pt x="8202" y="6014"/>
                      <a:pt x="8202" y="6046"/>
                      <a:pt x="8202" y="6079"/>
                    </a:cubicBezTo>
                    <a:cubicBezTo>
                      <a:pt x="8265" y="6079"/>
                      <a:pt x="8329" y="6079"/>
                      <a:pt x="8395" y="6079"/>
                    </a:cubicBezTo>
                    <a:cubicBezTo>
                      <a:pt x="8395" y="6111"/>
                      <a:pt x="8395" y="6143"/>
                      <a:pt x="8395" y="6175"/>
                    </a:cubicBezTo>
                    <a:cubicBezTo>
                      <a:pt x="8427" y="6175"/>
                      <a:pt x="8458" y="6175"/>
                      <a:pt x="8491" y="6175"/>
                    </a:cubicBezTo>
                    <a:cubicBezTo>
                      <a:pt x="8491" y="6207"/>
                      <a:pt x="8491" y="6239"/>
                      <a:pt x="8491" y="6272"/>
                    </a:cubicBezTo>
                    <a:cubicBezTo>
                      <a:pt x="8523" y="6272"/>
                      <a:pt x="8555" y="6272"/>
                      <a:pt x="8588" y="6272"/>
                    </a:cubicBezTo>
                    <a:cubicBezTo>
                      <a:pt x="8588" y="6718"/>
                      <a:pt x="8588" y="7164"/>
                      <a:pt x="8588" y="7623"/>
                    </a:cubicBezTo>
                    <a:cubicBezTo>
                      <a:pt x="8620" y="7623"/>
                      <a:pt x="8651" y="7623"/>
                      <a:pt x="8684" y="7623"/>
                    </a:cubicBezTo>
                    <a:cubicBezTo>
                      <a:pt x="8684" y="7814"/>
                      <a:pt x="8684" y="8005"/>
                      <a:pt x="8684" y="8202"/>
                    </a:cubicBezTo>
                    <a:cubicBezTo>
                      <a:pt x="8716" y="8202"/>
                      <a:pt x="8748" y="8202"/>
                      <a:pt x="8781" y="8202"/>
                    </a:cubicBezTo>
                    <a:cubicBezTo>
                      <a:pt x="8781" y="8234"/>
                      <a:pt x="8781" y="8265"/>
                      <a:pt x="8781" y="8298"/>
                    </a:cubicBezTo>
                    <a:cubicBezTo>
                      <a:pt x="9195" y="8298"/>
                      <a:pt x="9609" y="8298"/>
                      <a:pt x="10035" y="8298"/>
                    </a:cubicBezTo>
                    <a:cubicBezTo>
                      <a:pt x="10035" y="8266"/>
                      <a:pt x="10035" y="8235"/>
                      <a:pt x="10035" y="8202"/>
                    </a:cubicBezTo>
                    <a:cubicBezTo>
                      <a:pt x="10067" y="8202"/>
                      <a:pt x="10099" y="8202"/>
                      <a:pt x="10132" y="8202"/>
                    </a:cubicBezTo>
                    <a:cubicBezTo>
                      <a:pt x="10132" y="7788"/>
                      <a:pt x="10132" y="7374"/>
                      <a:pt x="10132" y="6947"/>
                    </a:cubicBezTo>
                    <a:cubicBezTo>
                      <a:pt x="10163" y="6947"/>
                      <a:pt x="10195" y="6947"/>
                      <a:pt x="10228" y="6947"/>
                    </a:cubicBezTo>
                    <a:cubicBezTo>
                      <a:pt x="10228" y="6693"/>
                      <a:pt x="10228" y="6438"/>
                      <a:pt x="10228" y="6175"/>
                    </a:cubicBezTo>
                    <a:cubicBezTo>
                      <a:pt x="10260" y="6175"/>
                      <a:pt x="10292" y="6175"/>
                      <a:pt x="10325" y="6175"/>
                    </a:cubicBezTo>
                    <a:cubicBezTo>
                      <a:pt x="10325" y="6144"/>
                      <a:pt x="10325" y="6112"/>
                      <a:pt x="10325" y="6079"/>
                    </a:cubicBezTo>
                    <a:cubicBezTo>
                      <a:pt x="10420" y="6079"/>
                      <a:pt x="10516" y="6079"/>
                      <a:pt x="10614" y="6079"/>
                    </a:cubicBezTo>
                    <a:cubicBezTo>
                      <a:pt x="10614" y="6047"/>
                      <a:pt x="10614" y="6015"/>
                      <a:pt x="10614" y="5982"/>
                    </a:cubicBezTo>
                    <a:cubicBezTo>
                      <a:pt x="10646" y="5982"/>
                      <a:pt x="10678" y="5982"/>
                      <a:pt x="10711" y="5982"/>
                    </a:cubicBezTo>
                    <a:cubicBezTo>
                      <a:pt x="10711" y="5951"/>
                      <a:pt x="10711" y="5919"/>
                      <a:pt x="10711" y="5886"/>
                    </a:cubicBezTo>
                    <a:cubicBezTo>
                      <a:pt x="10742" y="5886"/>
                      <a:pt x="10774" y="5886"/>
                      <a:pt x="10807" y="5886"/>
                    </a:cubicBezTo>
                    <a:cubicBezTo>
                      <a:pt x="10807" y="4899"/>
                      <a:pt x="10807" y="3912"/>
                      <a:pt x="10807" y="2895"/>
                    </a:cubicBezTo>
                    <a:cubicBezTo>
                      <a:pt x="10775" y="2895"/>
                      <a:pt x="10743" y="2895"/>
                      <a:pt x="10711" y="2895"/>
                    </a:cubicBezTo>
                    <a:cubicBezTo>
                      <a:pt x="10711" y="2831"/>
                      <a:pt x="10711" y="2767"/>
                      <a:pt x="10711" y="2702"/>
                    </a:cubicBezTo>
                    <a:cubicBezTo>
                      <a:pt x="10679" y="2702"/>
                      <a:pt x="10647" y="2702"/>
                      <a:pt x="10614" y="2702"/>
                    </a:cubicBezTo>
                    <a:cubicBezTo>
                      <a:pt x="10614" y="2638"/>
                      <a:pt x="10614" y="2574"/>
                      <a:pt x="10614" y="2509"/>
                    </a:cubicBezTo>
                    <a:cubicBezTo>
                      <a:pt x="10582" y="2509"/>
                      <a:pt x="10550" y="2509"/>
                      <a:pt x="10518" y="2509"/>
                    </a:cubicBezTo>
                    <a:cubicBezTo>
                      <a:pt x="10518" y="2477"/>
                      <a:pt x="10518" y="2445"/>
                      <a:pt x="10518" y="2412"/>
                    </a:cubicBezTo>
                    <a:cubicBezTo>
                      <a:pt x="10486" y="2412"/>
                      <a:pt x="10454" y="2412"/>
                      <a:pt x="10421" y="2412"/>
                    </a:cubicBezTo>
                    <a:cubicBezTo>
                      <a:pt x="10421" y="2380"/>
                      <a:pt x="10421" y="2349"/>
                      <a:pt x="10421" y="2316"/>
                    </a:cubicBezTo>
                    <a:cubicBezTo>
                      <a:pt x="10389" y="2316"/>
                      <a:pt x="10357" y="2316"/>
                      <a:pt x="10325" y="2316"/>
                    </a:cubicBezTo>
                    <a:cubicBezTo>
                      <a:pt x="10325" y="2284"/>
                      <a:pt x="10325" y="2252"/>
                      <a:pt x="10325" y="2219"/>
                    </a:cubicBezTo>
                    <a:cubicBezTo>
                      <a:pt x="10293" y="2219"/>
                      <a:pt x="10261" y="2219"/>
                      <a:pt x="10228" y="2219"/>
                    </a:cubicBezTo>
                    <a:cubicBezTo>
                      <a:pt x="10228" y="2187"/>
                      <a:pt x="10228" y="2156"/>
                      <a:pt x="10228" y="2123"/>
                    </a:cubicBezTo>
                    <a:cubicBezTo>
                      <a:pt x="10164" y="2123"/>
                      <a:pt x="10101" y="2123"/>
                      <a:pt x="10035" y="2123"/>
                    </a:cubicBezTo>
                    <a:cubicBezTo>
                      <a:pt x="10035" y="2091"/>
                      <a:pt x="10035" y="2059"/>
                      <a:pt x="10035" y="2026"/>
                    </a:cubicBezTo>
                    <a:cubicBezTo>
                      <a:pt x="9971" y="2026"/>
                      <a:pt x="9908" y="2026"/>
                      <a:pt x="9842" y="2026"/>
                    </a:cubicBezTo>
                    <a:cubicBezTo>
                      <a:pt x="9842" y="1994"/>
                      <a:pt x="9842" y="1963"/>
                      <a:pt x="9842" y="1930"/>
                    </a:cubicBezTo>
                    <a:cubicBezTo>
                      <a:pt x="9492" y="1930"/>
                      <a:pt x="9142" y="1930"/>
                      <a:pt x="8781" y="1930"/>
                    </a:cubicBezTo>
                    <a:cubicBezTo>
                      <a:pt x="8781" y="1898"/>
                      <a:pt x="8781" y="1866"/>
                      <a:pt x="8781" y="1833"/>
                    </a:cubicBezTo>
                    <a:cubicBezTo>
                      <a:pt x="8749" y="1833"/>
                      <a:pt x="8717" y="1833"/>
                      <a:pt x="8684" y="1833"/>
                    </a:cubicBezTo>
                    <a:cubicBezTo>
                      <a:pt x="8684" y="1801"/>
                      <a:pt x="8684" y="1770"/>
                      <a:pt x="8684" y="1737"/>
                    </a:cubicBezTo>
                    <a:cubicBezTo>
                      <a:pt x="8716" y="1737"/>
                      <a:pt x="8748" y="1737"/>
                      <a:pt x="8781" y="1737"/>
                    </a:cubicBezTo>
                    <a:cubicBezTo>
                      <a:pt x="8781" y="1705"/>
                      <a:pt x="8781" y="1673"/>
                      <a:pt x="8781" y="1640"/>
                    </a:cubicBezTo>
                    <a:cubicBezTo>
                      <a:pt x="8876" y="1640"/>
                      <a:pt x="8972" y="1640"/>
                      <a:pt x="9070" y="1640"/>
                    </a:cubicBezTo>
                    <a:cubicBezTo>
                      <a:pt x="9070" y="1577"/>
                      <a:pt x="9070" y="1513"/>
                      <a:pt x="9070" y="1447"/>
                    </a:cubicBezTo>
                    <a:cubicBezTo>
                      <a:pt x="9293" y="1447"/>
                      <a:pt x="9516" y="1447"/>
                      <a:pt x="9746" y="1447"/>
                    </a:cubicBezTo>
                    <a:cubicBezTo>
                      <a:pt x="9746" y="1511"/>
                      <a:pt x="9746" y="1575"/>
                      <a:pt x="9746" y="1640"/>
                    </a:cubicBezTo>
                    <a:cubicBezTo>
                      <a:pt x="9809" y="1640"/>
                      <a:pt x="9873" y="1640"/>
                      <a:pt x="9939" y="1640"/>
                    </a:cubicBezTo>
                    <a:cubicBezTo>
                      <a:pt x="9939" y="1577"/>
                      <a:pt x="9939" y="1513"/>
                      <a:pt x="9939" y="1447"/>
                    </a:cubicBezTo>
                    <a:cubicBezTo>
                      <a:pt x="9970" y="1447"/>
                      <a:pt x="10002" y="1447"/>
                      <a:pt x="10035" y="1447"/>
                    </a:cubicBezTo>
                    <a:cubicBezTo>
                      <a:pt x="10035" y="1479"/>
                      <a:pt x="10035" y="1511"/>
                      <a:pt x="10035" y="1544"/>
                    </a:cubicBezTo>
                    <a:cubicBezTo>
                      <a:pt x="10099" y="1544"/>
                      <a:pt x="10162" y="1544"/>
                      <a:pt x="10228" y="1544"/>
                    </a:cubicBezTo>
                    <a:cubicBezTo>
                      <a:pt x="10228" y="1576"/>
                      <a:pt x="10228" y="1608"/>
                      <a:pt x="10228" y="1640"/>
                    </a:cubicBezTo>
                    <a:cubicBezTo>
                      <a:pt x="10240" y="1638"/>
                      <a:pt x="10251" y="1636"/>
                      <a:pt x="10263" y="1634"/>
                    </a:cubicBezTo>
                    <a:cubicBezTo>
                      <a:pt x="10352" y="1624"/>
                      <a:pt x="10403" y="1627"/>
                      <a:pt x="10477" y="1680"/>
                    </a:cubicBezTo>
                    <a:cubicBezTo>
                      <a:pt x="10611" y="1804"/>
                      <a:pt x="10611" y="1804"/>
                      <a:pt x="10619" y="1888"/>
                    </a:cubicBezTo>
                    <a:cubicBezTo>
                      <a:pt x="10618" y="1902"/>
                      <a:pt x="10616" y="1916"/>
                      <a:pt x="10614" y="1930"/>
                    </a:cubicBezTo>
                    <a:cubicBezTo>
                      <a:pt x="10646" y="1930"/>
                      <a:pt x="10678" y="1930"/>
                      <a:pt x="10711" y="1930"/>
                    </a:cubicBezTo>
                    <a:cubicBezTo>
                      <a:pt x="10711" y="1962"/>
                      <a:pt x="10711" y="1994"/>
                      <a:pt x="10711" y="2026"/>
                    </a:cubicBezTo>
                    <a:cubicBezTo>
                      <a:pt x="10742" y="2026"/>
                      <a:pt x="10774" y="2026"/>
                      <a:pt x="10807" y="2026"/>
                    </a:cubicBezTo>
                    <a:cubicBezTo>
                      <a:pt x="10807" y="2058"/>
                      <a:pt x="10807" y="2090"/>
                      <a:pt x="10807" y="2123"/>
                    </a:cubicBezTo>
                    <a:cubicBezTo>
                      <a:pt x="10839" y="2123"/>
                      <a:pt x="10871" y="2123"/>
                      <a:pt x="10904" y="2123"/>
                    </a:cubicBezTo>
                    <a:cubicBezTo>
                      <a:pt x="10904" y="2155"/>
                      <a:pt x="10904" y="2186"/>
                      <a:pt x="10904" y="2219"/>
                    </a:cubicBezTo>
                    <a:cubicBezTo>
                      <a:pt x="10935" y="2219"/>
                      <a:pt x="10967" y="2219"/>
                      <a:pt x="11000" y="2219"/>
                    </a:cubicBezTo>
                    <a:cubicBezTo>
                      <a:pt x="11000" y="2251"/>
                      <a:pt x="11000" y="2283"/>
                      <a:pt x="11000" y="2316"/>
                    </a:cubicBezTo>
                    <a:cubicBezTo>
                      <a:pt x="11032" y="2316"/>
                      <a:pt x="11064" y="2316"/>
                      <a:pt x="11096" y="2316"/>
                    </a:cubicBezTo>
                    <a:cubicBezTo>
                      <a:pt x="11096" y="2411"/>
                      <a:pt x="11096" y="2507"/>
                      <a:pt x="11096" y="2605"/>
                    </a:cubicBezTo>
                    <a:cubicBezTo>
                      <a:pt x="11128" y="2605"/>
                      <a:pt x="11160" y="2605"/>
                      <a:pt x="11193" y="2605"/>
                    </a:cubicBezTo>
                    <a:cubicBezTo>
                      <a:pt x="11193" y="2669"/>
                      <a:pt x="11193" y="2733"/>
                      <a:pt x="11193" y="2798"/>
                    </a:cubicBezTo>
                    <a:cubicBezTo>
                      <a:pt x="11225" y="2798"/>
                      <a:pt x="11257" y="2798"/>
                      <a:pt x="11289" y="2798"/>
                    </a:cubicBezTo>
                    <a:cubicBezTo>
                      <a:pt x="11289" y="3785"/>
                      <a:pt x="11289" y="4772"/>
                      <a:pt x="11289" y="5789"/>
                    </a:cubicBezTo>
                    <a:cubicBezTo>
                      <a:pt x="11321" y="5789"/>
                      <a:pt x="11353" y="5789"/>
                      <a:pt x="11386" y="5789"/>
                    </a:cubicBezTo>
                    <a:cubicBezTo>
                      <a:pt x="11386" y="5821"/>
                      <a:pt x="11386" y="5853"/>
                      <a:pt x="11386" y="5886"/>
                    </a:cubicBezTo>
                    <a:cubicBezTo>
                      <a:pt x="11354" y="5886"/>
                      <a:pt x="11322" y="5886"/>
                      <a:pt x="11289" y="5886"/>
                    </a:cubicBezTo>
                    <a:cubicBezTo>
                      <a:pt x="11289" y="5950"/>
                      <a:pt x="11289" y="6013"/>
                      <a:pt x="11289" y="6079"/>
                    </a:cubicBezTo>
                    <a:cubicBezTo>
                      <a:pt x="11258" y="6079"/>
                      <a:pt x="11226" y="6079"/>
                      <a:pt x="11193" y="6079"/>
                    </a:cubicBezTo>
                    <a:cubicBezTo>
                      <a:pt x="11195" y="6091"/>
                      <a:pt x="11197" y="6102"/>
                      <a:pt x="11200" y="6114"/>
                    </a:cubicBezTo>
                    <a:cubicBezTo>
                      <a:pt x="11209" y="6201"/>
                      <a:pt x="11205" y="6253"/>
                      <a:pt x="11157" y="6328"/>
                    </a:cubicBezTo>
                    <a:cubicBezTo>
                      <a:pt x="11039" y="6456"/>
                      <a:pt x="11039" y="6456"/>
                      <a:pt x="10944" y="6477"/>
                    </a:cubicBezTo>
                    <a:cubicBezTo>
                      <a:pt x="10897" y="6477"/>
                      <a:pt x="10853" y="6474"/>
                      <a:pt x="10807" y="6465"/>
                    </a:cubicBezTo>
                    <a:cubicBezTo>
                      <a:pt x="10807" y="6497"/>
                      <a:pt x="10807" y="6529"/>
                      <a:pt x="10807" y="6561"/>
                    </a:cubicBezTo>
                    <a:cubicBezTo>
                      <a:pt x="10775" y="6561"/>
                      <a:pt x="10743" y="6561"/>
                      <a:pt x="10711" y="6561"/>
                    </a:cubicBezTo>
                    <a:cubicBezTo>
                      <a:pt x="10711" y="6816"/>
                      <a:pt x="10711" y="7071"/>
                      <a:pt x="10711" y="7333"/>
                    </a:cubicBezTo>
                    <a:cubicBezTo>
                      <a:pt x="10679" y="7333"/>
                      <a:pt x="10647" y="7333"/>
                      <a:pt x="10614" y="7333"/>
                    </a:cubicBezTo>
                    <a:cubicBezTo>
                      <a:pt x="10615" y="7347"/>
                      <a:pt x="10615" y="7362"/>
                      <a:pt x="10616" y="7376"/>
                    </a:cubicBezTo>
                    <a:cubicBezTo>
                      <a:pt x="10620" y="7509"/>
                      <a:pt x="10624" y="7643"/>
                      <a:pt x="10627" y="7776"/>
                    </a:cubicBezTo>
                    <a:cubicBezTo>
                      <a:pt x="10628" y="7845"/>
                      <a:pt x="10629" y="7913"/>
                      <a:pt x="10632" y="7982"/>
                    </a:cubicBezTo>
                    <a:cubicBezTo>
                      <a:pt x="10651" y="8464"/>
                      <a:pt x="10651" y="8464"/>
                      <a:pt x="10561" y="8568"/>
                    </a:cubicBezTo>
                    <a:cubicBezTo>
                      <a:pt x="10520" y="8604"/>
                      <a:pt x="10478" y="8629"/>
                      <a:pt x="10430" y="8653"/>
                    </a:cubicBezTo>
                    <a:cubicBezTo>
                      <a:pt x="10373" y="8684"/>
                      <a:pt x="10373" y="8684"/>
                      <a:pt x="10352" y="8736"/>
                    </a:cubicBezTo>
                    <a:cubicBezTo>
                      <a:pt x="10325" y="8781"/>
                      <a:pt x="10325" y="8781"/>
                      <a:pt x="10291" y="8789"/>
                    </a:cubicBezTo>
                    <a:cubicBezTo>
                      <a:pt x="10244" y="8792"/>
                      <a:pt x="10198" y="8792"/>
                      <a:pt x="10151" y="8790"/>
                    </a:cubicBezTo>
                    <a:cubicBezTo>
                      <a:pt x="10134" y="8790"/>
                      <a:pt x="10117" y="8790"/>
                      <a:pt x="10099" y="8790"/>
                    </a:cubicBezTo>
                    <a:cubicBezTo>
                      <a:pt x="10045" y="8789"/>
                      <a:pt x="9990" y="8788"/>
                      <a:pt x="9936" y="8787"/>
                    </a:cubicBezTo>
                    <a:cubicBezTo>
                      <a:pt x="9899" y="8786"/>
                      <a:pt x="9862" y="8786"/>
                      <a:pt x="9825" y="8785"/>
                    </a:cubicBezTo>
                    <a:cubicBezTo>
                      <a:pt x="9734" y="8784"/>
                      <a:pt x="9643" y="8783"/>
                      <a:pt x="9553" y="8781"/>
                    </a:cubicBezTo>
                    <a:cubicBezTo>
                      <a:pt x="9553" y="8813"/>
                      <a:pt x="9553" y="8844"/>
                      <a:pt x="9553" y="8877"/>
                    </a:cubicBezTo>
                    <a:cubicBezTo>
                      <a:pt x="9266" y="8877"/>
                      <a:pt x="8979" y="8877"/>
                      <a:pt x="8684" y="8877"/>
                    </a:cubicBezTo>
                    <a:cubicBezTo>
                      <a:pt x="8684" y="8845"/>
                      <a:pt x="8684" y="8814"/>
                      <a:pt x="8684" y="8781"/>
                    </a:cubicBezTo>
                    <a:cubicBezTo>
                      <a:pt x="8589" y="8781"/>
                      <a:pt x="8493" y="8781"/>
                      <a:pt x="8395" y="8781"/>
                    </a:cubicBezTo>
                    <a:cubicBezTo>
                      <a:pt x="8395" y="8717"/>
                      <a:pt x="8395" y="8653"/>
                      <a:pt x="8395" y="8588"/>
                    </a:cubicBezTo>
                    <a:cubicBezTo>
                      <a:pt x="8363" y="8588"/>
                      <a:pt x="8331" y="8588"/>
                      <a:pt x="8298" y="8588"/>
                    </a:cubicBezTo>
                    <a:cubicBezTo>
                      <a:pt x="8298" y="8556"/>
                      <a:pt x="8298" y="8524"/>
                      <a:pt x="8298" y="8491"/>
                    </a:cubicBezTo>
                    <a:cubicBezTo>
                      <a:pt x="8266" y="8491"/>
                      <a:pt x="8235" y="8491"/>
                      <a:pt x="8202" y="8491"/>
                    </a:cubicBezTo>
                    <a:cubicBezTo>
                      <a:pt x="8202" y="8236"/>
                      <a:pt x="8202" y="7982"/>
                      <a:pt x="8202" y="7719"/>
                    </a:cubicBezTo>
                    <a:cubicBezTo>
                      <a:pt x="8170" y="7719"/>
                      <a:pt x="8138" y="7719"/>
                      <a:pt x="8105" y="7719"/>
                    </a:cubicBezTo>
                    <a:cubicBezTo>
                      <a:pt x="8105" y="7433"/>
                      <a:pt x="8105" y="7146"/>
                      <a:pt x="8105" y="6851"/>
                    </a:cubicBezTo>
                    <a:cubicBezTo>
                      <a:pt x="8073" y="6851"/>
                      <a:pt x="8042" y="6851"/>
                      <a:pt x="8009" y="6851"/>
                    </a:cubicBezTo>
                    <a:cubicBezTo>
                      <a:pt x="8009" y="6819"/>
                      <a:pt x="8009" y="6787"/>
                      <a:pt x="8009" y="6754"/>
                    </a:cubicBezTo>
                    <a:cubicBezTo>
                      <a:pt x="8041" y="6754"/>
                      <a:pt x="8072" y="6754"/>
                      <a:pt x="8105" y="6754"/>
                    </a:cubicBezTo>
                    <a:cubicBezTo>
                      <a:pt x="8052" y="6692"/>
                      <a:pt x="7999" y="6630"/>
                      <a:pt x="7945" y="6567"/>
                    </a:cubicBezTo>
                    <a:cubicBezTo>
                      <a:pt x="7931" y="6550"/>
                      <a:pt x="7916" y="6532"/>
                      <a:pt x="7900" y="6514"/>
                    </a:cubicBezTo>
                    <a:cubicBezTo>
                      <a:pt x="7823" y="6425"/>
                      <a:pt x="7754" y="6350"/>
                      <a:pt x="7648" y="6295"/>
                    </a:cubicBezTo>
                    <a:cubicBezTo>
                      <a:pt x="7640" y="6288"/>
                      <a:pt x="7631" y="6280"/>
                      <a:pt x="7623" y="6272"/>
                    </a:cubicBezTo>
                    <a:cubicBezTo>
                      <a:pt x="7623" y="6240"/>
                      <a:pt x="7623" y="6208"/>
                      <a:pt x="7623" y="6175"/>
                    </a:cubicBezTo>
                    <a:cubicBezTo>
                      <a:pt x="7527" y="6175"/>
                      <a:pt x="7432" y="6175"/>
                      <a:pt x="7333" y="6175"/>
                    </a:cubicBezTo>
                    <a:cubicBezTo>
                      <a:pt x="7333" y="6207"/>
                      <a:pt x="7333" y="6239"/>
                      <a:pt x="7333" y="6272"/>
                    </a:cubicBezTo>
                    <a:cubicBezTo>
                      <a:pt x="7282" y="6309"/>
                      <a:pt x="7282" y="6309"/>
                      <a:pt x="7249" y="6328"/>
                    </a:cubicBezTo>
                    <a:cubicBezTo>
                      <a:pt x="7174" y="6373"/>
                      <a:pt x="7107" y="6421"/>
                      <a:pt x="7077" y="6507"/>
                    </a:cubicBezTo>
                    <a:cubicBezTo>
                      <a:pt x="7054" y="6631"/>
                      <a:pt x="7057" y="6758"/>
                      <a:pt x="7058" y="6885"/>
                    </a:cubicBezTo>
                    <a:cubicBezTo>
                      <a:pt x="7057" y="6926"/>
                      <a:pt x="7057" y="6966"/>
                      <a:pt x="7056" y="7007"/>
                    </a:cubicBezTo>
                    <a:cubicBezTo>
                      <a:pt x="7054" y="7114"/>
                      <a:pt x="7053" y="7221"/>
                      <a:pt x="7053" y="7328"/>
                    </a:cubicBezTo>
                    <a:cubicBezTo>
                      <a:pt x="7053" y="7437"/>
                      <a:pt x="7051" y="7547"/>
                      <a:pt x="7049" y="7656"/>
                    </a:cubicBezTo>
                    <a:cubicBezTo>
                      <a:pt x="7046" y="7870"/>
                      <a:pt x="7045" y="8084"/>
                      <a:pt x="7044" y="8298"/>
                    </a:cubicBezTo>
                    <a:cubicBezTo>
                      <a:pt x="7012" y="8298"/>
                      <a:pt x="6980" y="8298"/>
                      <a:pt x="6947" y="8298"/>
                    </a:cubicBezTo>
                    <a:cubicBezTo>
                      <a:pt x="6947" y="8426"/>
                      <a:pt x="6947" y="8553"/>
                      <a:pt x="6947" y="8684"/>
                    </a:cubicBezTo>
                    <a:cubicBezTo>
                      <a:pt x="6979" y="8684"/>
                      <a:pt x="7011" y="8684"/>
                      <a:pt x="7044" y="8684"/>
                    </a:cubicBezTo>
                    <a:cubicBezTo>
                      <a:pt x="7044" y="8716"/>
                      <a:pt x="7044" y="8748"/>
                      <a:pt x="7044" y="8781"/>
                    </a:cubicBezTo>
                    <a:cubicBezTo>
                      <a:pt x="7012" y="8781"/>
                      <a:pt x="6980" y="8781"/>
                      <a:pt x="6947" y="8781"/>
                    </a:cubicBezTo>
                    <a:cubicBezTo>
                      <a:pt x="6947" y="8813"/>
                      <a:pt x="6947" y="8844"/>
                      <a:pt x="6947" y="8877"/>
                    </a:cubicBezTo>
                    <a:cubicBezTo>
                      <a:pt x="6916" y="8877"/>
                      <a:pt x="6884" y="8877"/>
                      <a:pt x="6851" y="8877"/>
                    </a:cubicBezTo>
                    <a:cubicBezTo>
                      <a:pt x="6853" y="8891"/>
                      <a:pt x="6856" y="8905"/>
                      <a:pt x="6858" y="8919"/>
                    </a:cubicBezTo>
                    <a:cubicBezTo>
                      <a:pt x="6851" y="8974"/>
                      <a:pt x="6851" y="8974"/>
                      <a:pt x="6800" y="9022"/>
                    </a:cubicBezTo>
                    <a:cubicBezTo>
                      <a:pt x="6778" y="9038"/>
                      <a:pt x="6756" y="9054"/>
                      <a:pt x="6733" y="9070"/>
                    </a:cubicBezTo>
                    <a:cubicBezTo>
                      <a:pt x="6711" y="9086"/>
                      <a:pt x="6689" y="9102"/>
                      <a:pt x="6667" y="9118"/>
                    </a:cubicBezTo>
                    <a:cubicBezTo>
                      <a:pt x="6657" y="9125"/>
                      <a:pt x="6647" y="9132"/>
                      <a:pt x="6637" y="9140"/>
                    </a:cubicBezTo>
                    <a:cubicBezTo>
                      <a:pt x="6610" y="9167"/>
                      <a:pt x="6610" y="9167"/>
                      <a:pt x="6596" y="9216"/>
                    </a:cubicBezTo>
                    <a:cubicBezTo>
                      <a:pt x="6561" y="9263"/>
                      <a:pt x="6561" y="9263"/>
                      <a:pt x="6525" y="9273"/>
                    </a:cubicBezTo>
                    <a:cubicBezTo>
                      <a:pt x="6474" y="9277"/>
                      <a:pt x="6424" y="9277"/>
                      <a:pt x="6373" y="9277"/>
                    </a:cubicBezTo>
                    <a:cubicBezTo>
                      <a:pt x="6354" y="9277"/>
                      <a:pt x="6334" y="9278"/>
                      <a:pt x="6314" y="9278"/>
                    </a:cubicBezTo>
                    <a:cubicBezTo>
                      <a:pt x="6249" y="9279"/>
                      <a:pt x="6185" y="9279"/>
                      <a:pt x="6120" y="9279"/>
                    </a:cubicBezTo>
                    <a:cubicBezTo>
                      <a:pt x="6075" y="9280"/>
                      <a:pt x="6030" y="9280"/>
                      <a:pt x="5986" y="9280"/>
                    </a:cubicBezTo>
                    <a:cubicBezTo>
                      <a:pt x="5891" y="9281"/>
                      <a:pt x="5797" y="9281"/>
                      <a:pt x="5703" y="9281"/>
                    </a:cubicBezTo>
                    <a:cubicBezTo>
                      <a:pt x="5582" y="9281"/>
                      <a:pt x="5462" y="9282"/>
                      <a:pt x="5341" y="9284"/>
                    </a:cubicBezTo>
                    <a:cubicBezTo>
                      <a:pt x="5248" y="9285"/>
                      <a:pt x="5155" y="9285"/>
                      <a:pt x="5063" y="9285"/>
                    </a:cubicBezTo>
                    <a:cubicBezTo>
                      <a:pt x="5018" y="9285"/>
                      <a:pt x="4974" y="9286"/>
                      <a:pt x="4929" y="9287"/>
                    </a:cubicBezTo>
                    <a:cubicBezTo>
                      <a:pt x="4545" y="9292"/>
                      <a:pt x="4545" y="9292"/>
                      <a:pt x="4435" y="9197"/>
                    </a:cubicBezTo>
                    <a:cubicBezTo>
                      <a:pt x="4379" y="9140"/>
                      <a:pt x="4344" y="9097"/>
                      <a:pt x="4338" y="9016"/>
                    </a:cubicBezTo>
                    <a:cubicBezTo>
                      <a:pt x="4339" y="9002"/>
                      <a:pt x="4341" y="8988"/>
                      <a:pt x="4342" y="8974"/>
                    </a:cubicBezTo>
                    <a:cubicBezTo>
                      <a:pt x="4310" y="8974"/>
                      <a:pt x="4278" y="8974"/>
                      <a:pt x="4246" y="8974"/>
                    </a:cubicBezTo>
                    <a:cubicBezTo>
                      <a:pt x="4246" y="8942"/>
                      <a:pt x="4246" y="8910"/>
                      <a:pt x="4246" y="8877"/>
                    </a:cubicBezTo>
                    <a:cubicBezTo>
                      <a:pt x="4214" y="8877"/>
                      <a:pt x="4182" y="8877"/>
                      <a:pt x="4149" y="8877"/>
                    </a:cubicBezTo>
                    <a:cubicBezTo>
                      <a:pt x="4149" y="8868"/>
                      <a:pt x="4149" y="8868"/>
                      <a:pt x="4148" y="8819"/>
                    </a:cubicBezTo>
                    <a:cubicBezTo>
                      <a:pt x="4143" y="8638"/>
                      <a:pt x="4138" y="8457"/>
                      <a:pt x="4133" y="8276"/>
                    </a:cubicBezTo>
                    <a:cubicBezTo>
                      <a:pt x="4130" y="8183"/>
                      <a:pt x="4128" y="8090"/>
                      <a:pt x="4125" y="7997"/>
                    </a:cubicBezTo>
                    <a:cubicBezTo>
                      <a:pt x="4123" y="7907"/>
                      <a:pt x="4120" y="7817"/>
                      <a:pt x="4118" y="7727"/>
                    </a:cubicBezTo>
                    <a:cubicBezTo>
                      <a:pt x="4117" y="7693"/>
                      <a:pt x="4116" y="7659"/>
                      <a:pt x="4115" y="7624"/>
                    </a:cubicBezTo>
                    <a:cubicBezTo>
                      <a:pt x="4114" y="7576"/>
                      <a:pt x="4112" y="7528"/>
                      <a:pt x="4111" y="7481"/>
                    </a:cubicBezTo>
                    <a:cubicBezTo>
                      <a:pt x="4111" y="7466"/>
                      <a:pt x="4110" y="7452"/>
                      <a:pt x="4110" y="7437"/>
                    </a:cubicBezTo>
                    <a:cubicBezTo>
                      <a:pt x="4106" y="7339"/>
                      <a:pt x="4106" y="7339"/>
                      <a:pt x="4053" y="7285"/>
                    </a:cubicBezTo>
                    <a:cubicBezTo>
                      <a:pt x="4047" y="7244"/>
                      <a:pt x="4047" y="7244"/>
                      <a:pt x="4047" y="7195"/>
                    </a:cubicBezTo>
                    <a:cubicBezTo>
                      <a:pt x="4047" y="7186"/>
                      <a:pt x="4047" y="7186"/>
                      <a:pt x="4047" y="7140"/>
                    </a:cubicBezTo>
                    <a:cubicBezTo>
                      <a:pt x="4047" y="7120"/>
                      <a:pt x="4048" y="7100"/>
                      <a:pt x="4048" y="7080"/>
                    </a:cubicBezTo>
                    <a:cubicBezTo>
                      <a:pt x="4048" y="7060"/>
                      <a:pt x="4048" y="7039"/>
                      <a:pt x="4048" y="7018"/>
                    </a:cubicBezTo>
                    <a:cubicBezTo>
                      <a:pt x="4048" y="6953"/>
                      <a:pt x="4049" y="6889"/>
                      <a:pt x="4050" y="6824"/>
                    </a:cubicBezTo>
                    <a:cubicBezTo>
                      <a:pt x="4050" y="6780"/>
                      <a:pt x="4050" y="6736"/>
                      <a:pt x="4050" y="6692"/>
                    </a:cubicBezTo>
                    <a:cubicBezTo>
                      <a:pt x="4051" y="6584"/>
                      <a:pt x="4052" y="6476"/>
                      <a:pt x="4053" y="6368"/>
                    </a:cubicBezTo>
                    <a:cubicBezTo>
                      <a:pt x="4021" y="6368"/>
                      <a:pt x="3989" y="6368"/>
                      <a:pt x="3956" y="6368"/>
                    </a:cubicBezTo>
                    <a:cubicBezTo>
                      <a:pt x="3956" y="6337"/>
                      <a:pt x="3956" y="6305"/>
                      <a:pt x="3956" y="6272"/>
                    </a:cubicBezTo>
                    <a:cubicBezTo>
                      <a:pt x="3829" y="6272"/>
                      <a:pt x="3701" y="6272"/>
                      <a:pt x="3570" y="6272"/>
                    </a:cubicBezTo>
                    <a:cubicBezTo>
                      <a:pt x="3570" y="6304"/>
                      <a:pt x="3570" y="6336"/>
                      <a:pt x="3570" y="6368"/>
                    </a:cubicBezTo>
                    <a:cubicBezTo>
                      <a:pt x="3538" y="6368"/>
                      <a:pt x="3506" y="6368"/>
                      <a:pt x="3474" y="6368"/>
                    </a:cubicBezTo>
                    <a:cubicBezTo>
                      <a:pt x="3474" y="6400"/>
                      <a:pt x="3474" y="6432"/>
                      <a:pt x="3474" y="6465"/>
                    </a:cubicBezTo>
                    <a:cubicBezTo>
                      <a:pt x="3442" y="6465"/>
                      <a:pt x="3410" y="6465"/>
                      <a:pt x="3377" y="6465"/>
                    </a:cubicBezTo>
                    <a:cubicBezTo>
                      <a:pt x="3377" y="6497"/>
                      <a:pt x="3377" y="6529"/>
                      <a:pt x="3377" y="6561"/>
                    </a:cubicBezTo>
                    <a:cubicBezTo>
                      <a:pt x="3345" y="6561"/>
                      <a:pt x="3314" y="6561"/>
                      <a:pt x="3281" y="6561"/>
                    </a:cubicBezTo>
                    <a:cubicBezTo>
                      <a:pt x="3281" y="6593"/>
                      <a:pt x="3281" y="6625"/>
                      <a:pt x="3281" y="6658"/>
                    </a:cubicBezTo>
                    <a:cubicBezTo>
                      <a:pt x="3249" y="6658"/>
                      <a:pt x="3217" y="6658"/>
                      <a:pt x="3184" y="6658"/>
                    </a:cubicBezTo>
                    <a:cubicBezTo>
                      <a:pt x="3184" y="7136"/>
                      <a:pt x="3184" y="7613"/>
                      <a:pt x="3184" y="8105"/>
                    </a:cubicBezTo>
                    <a:cubicBezTo>
                      <a:pt x="3152" y="8105"/>
                      <a:pt x="3121" y="8105"/>
                      <a:pt x="3088" y="8105"/>
                    </a:cubicBezTo>
                    <a:cubicBezTo>
                      <a:pt x="3089" y="8116"/>
                      <a:pt x="3090" y="8127"/>
                      <a:pt x="3092" y="8138"/>
                    </a:cubicBezTo>
                    <a:cubicBezTo>
                      <a:pt x="3122" y="8437"/>
                      <a:pt x="3122" y="8437"/>
                      <a:pt x="3065" y="8527"/>
                    </a:cubicBezTo>
                    <a:cubicBezTo>
                      <a:pt x="3016" y="8576"/>
                      <a:pt x="2963" y="8611"/>
                      <a:pt x="2904" y="8646"/>
                    </a:cubicBezTo>
                    <a:cubicBezTo>
                      <a:pt x="2846" y="8684"/>
                      <a:pt x="2846" y="8684"/>
                      <a:pt x="2826" y="8734"/>
                    </a:cubicBezTo>
                    <a:cubicBezTo>
                      <a:pt x="2817" y="8750"/>
                      <a:pt x="2808" y="8765"/>
                      <a:pt x="2798" y="8781"/>
                    </a:cubicBezTo>
                    <a:cubicBezTo>
                      <a:pt x="2749" y="8792"/>
                      <a:pt x="2749" y="8792"/>
                      <a:pt x="2688" y="8790"/>
                    </a:cubicBezTo>
                    <a:cubicBezTo>
                      <a:pt x="2666" y="8790"/>
                      <a:pt x="2645" y="8789"/>
                      <a:pt x="2622" y="8789"/>
                    </a:cubicBezTo>
                    <a:cubicBezTo>
                      <a:pt x="2611" y="8789"/>
                      <a:pt x="2611" y="8789"/>
                      <a:pt x="2554" y="8787"/>
                    </a:cubicBezTo>
                    <a:cubicBezTo>
                      <a:pt x="2531" y="8786"/>
                      <a:pt x="2508" y="8786"/>
                      <a:pt x="2485" y="8785"/>
                    </a:cubicBezTo>
                    <a:cubicBezTo>
                      <a:pt x="2429" y="8784"/>
                      <a:pt x="2372" y="8783"/>
                      <a:pt x="2316" y="8781"/>
                    </a:cubicBezTo>
                    <a:cubicBezTo>
                      <a:pt x="2316" y="8813"/>
                      <a:pt x="2316" y="8844"/>
                      <a:pt x="2316" y="8877"/>
                    </a:cubicBezTo>
                    <a:cubicBezTo>
                      <a:pt x="1934" y="8877"/>
                      <a:pt x="1552" y="8877"/>
                      <a:pt x="1158" y="8877"/>
                    </a:cubicBezTo>
                    <a:cubicBezTo>
                      <a:pt x="1158" y="8845"/>
                      <a:pt x="1158" y="8814"/>
                      <a:pt x="1158" y="8781"/>
                    </a:cubicBezTo>
                    <a:cubicBezTo>
                      <a:pt x="1146" y="8783"/>
                      <a:pt x="1134" y="8785"/>
                      <a:pt x="1122" y="8788"/>
                    </a:cubicBezTo>
                    <a:cubicBezTo>
                      <a:pt x="1034" y="8797"/>
                      <a:pt x="983" y="8794"/>
                      <a:pt x="909" y="8741"/>
                    </a:cubicBezTo>
                    <a:cubicBezTo>
                      <a:pt x="775" y="8617"/>
                      <a:pt x="775" y="8617"/>
                      <a:pt x="767" y="8533"/>
                    </a:cubicBezTo>
                    <a:cubicBezTo>
                      <a:pt x="768" y="8519"/>
                      <a:pt x="770" y="8505"/>
                      <a:pt x="772" y="8491"/>
                    </a:cubicBezTo>
                    <a:cubicBezTo>
                      <a:pt x="740" y="8491"/>
                      <a:pt x="708" y="8491"/>
                      <a:pt x="675" y="8491"/>
                    </a:cubicBezTo>
                    <a:cubicBezTo>
                      <a:pt x="675" y="8468"/>
                      <a:pt x="675" y="8446"/>
                      <a:pt x="675" y="8422"/>
                    </a:cubicBezTo>
                    <a:cubicBezTo>
                      <a:pt x="672" y="8208"/>
                      <a:pt x="668" y="7993"/>
                      <a:pt x="664" y="7779"/>
                    </a:cubicBezTo>
                    <a:cubicBezTo>
                      <a:pt x="662" y="7669"/>
                      <a:pt x="660" y="7559"/>
                      <a:pt x="659" y="7448"/>
                    </a:cubicBezTo>
                    <a:cubicBezTo>
                      <a:pt x="657" y="7342"/>
                      <a:pt x="656" y="7236"/>
                      <a:pt x="653" y="7129"/>
                    </a:cubicBezTo>
                    <a:cubicBezTo>
                      <a:pt x="652" y="7089"/>
                      <a:pt x="652" y="7048"/>
                      <a:pt x="651" y="7008"/>
                    </a:cubicBezTo>
                    <a:cubicBezTo>
                      <a:pt x="651" y="6951"/>
                      <a:pt x="650" y="6894"/>
                      <a:pt x="648" y="6837"/>
                    </a:cubicBezTo>
                    <a:cubicBezTo>
                      <a:pt x="648" y="6820"/>
                      <a:pt x="648" y="6804"/>
                      <a:pt x="648" y="6786"/>
                    </a:cubicBezTo>
                    <a:cubicBezTo>
                      <a:pt x="646" y="6739"/>
                      <a:pt x="644" y="6702"/>
                      <a:pt x="627" y="6658"/>
                    </a:cubicBezTo>
                    <a:cubicBezTo>
                      <a:pt x="592" y="6625"/>
                      <a:pt x="557" y="6603"/>
                      <a:pt x="514" y="6582"/>
                    </a:cubicBezTo>
                    <a:cubicBezTo>
                      <a:pt x="504" y="6575"/>
                      <a:pt x="493" y="6568"/>
                      <a:pt x="482" y="6561"/>
                    </a:cubicBezTo>
                    <a:cubicBezTo>
                      <a:pt x="473" y="6507"/>
                      <a:pt x="473" y="6507"/>
                      <a:pt x="482" y="6465"/>
                    </a:cubicBezTo>
                    <a:cubicBezTo>
                      <a:pt x="451" y="6465"/>
                      <a:pt x="419" y="6465"/>
                      <a:pt x="386" y="6465"/>
                    </a:cubicBezTo>
                    <a:cubicBezTo>
                      <a:pt x="386" y="6433"/>
                      <a:pt x="386" y="6401"/>
                      <a:pt x="386" y="6368"/>
                    </a:cubicBezTo>
                    <a:cubicBezTo>
                      <a:pt x="354" y="6368"/>
                      <a:pt x="322" y="6368"/>
                      <a:pt x="289" y="6368"/>
                    </a:cubicBezTo>
                    <a:cubicBezTo>
                      <a:pt x="289" y="6337"/>
                      <a:pt x="289" y="6305"/>
                      <a:pt x="289" y="6272"/>
                    </a:cubicBezTo>
                    <a:cubicBezTo>
                      <a:pt x="226" y="6272"/>
                      <a:pt x="162" y="6272"/>
                      <a:pt x="96" y="6272"/>
                    </a:cubicBezTo>
                    <a:cubicBezTo>
                      <a:pt x="96" y="6176"/>
                      <a:pt x="96" y="6081"/>
                      <a:pt x="96" y="5982"/>
                    </a:cubicBezTo>
                    <a:cubicBezTo>
                      <a:pt x="65" y="5982"/>
                      <a:pt x="33" y="5982"/>
                      <a:pt x="0" y="5982"/>
                    </a:cubicBezTo>
                    <a:cubicBezTo>
                      <a:pt x="0" y="4964"/>
                      <a:pt x="0" y="3945"/>
                      <a:pt x="0" y="2895"/>
                    </a:cubicBezTo>
                    <a:cubicBezTo>
                      <a:pt x="32" y="2895"/>
                      <a:pt x="64" y="2895"/>
                      <a:pt x="96" y="2895"/>
                    </a:cubicBezTo>
                    <a:cubicBezTo>
                      <a:pt x="96" y="2884"/>
                      <a:pt x="95" y="2872"/>
                      <a:pt x="94" y="2861"/>
                    </a:cubicBezTo>
                    <a:cubicBezTo>
                      <a:pt x="91" y="2810"/>
                      <a:pt x="89" y="2759"/>
                      <a:pt x="87" y="2708"/>
                    </a:cubicBezTo>
                    <a:cubicBezTo>
                      <a:pt x="86" y="2690"/>
                      <a:pt x="85" y="2673"/>
                      <a:pt x="84" y="2654"/>
                    </a:cubicBezTo>
                    <a:cubicBezTo>
                      <a:pt x="82" y="2602"/>
                      <a:pt x="83" y="2559"/>
                      <a:pt x="96" y="2509"/>
                    </a:cubicBezTo>
                    <a:cubicBezTo>
                      <a:pt x="131" y="2475"/>
                      <a:pt x="166" y="2455"/>
                      <a:pt x="208" y="2432"/>
                    </a:cubicBezTo>
                    <a:cubicBezTo>
                      <a:pt x="241" y="2412"/>
                      <a:pt x="241" y="2412"/>
                      <a:pt x="259" y="2367"/>
                    </a:cubicBezTo>
                    <a:cubicBezTo>
                      <a:pt x="260" y="2352"/>
                      <a:pt x="261" y="2337"/>
                      <a:pt x="262" y="2322"/>
                    </a:cubicBezTo>
                    <a:cubicBezTo>
                      <a:pt x="286" y="2191"/>
                      <a:pt x="376" y="2101"/>
                      <a:pt x="482" y="2026"/>
                    </a:cubicBezTo>
                    <a:cubicBezTo>
                      <a:pt x="514" y="2026"/>
                      <a:pt x="546" y="2026"/>
                      <a:pt x="579" y="2026"/>
                    </a:cubicBezTo>
                    <a:cubicBezTo>
                      <a:pt x="579" y="1963"/>
                      <a:pt x="579" y="1899"/>
                      <a:pt x="579" y="1833"/>
                    </a:cubicBezTo>
                    <a:cubicBezTo>
                      <a:pt x="643" y="1833"/>
                      <a:pt x="706" y="1833"/>
                      <a:pt x="772" y="1833"/>
                    </a:cubicBezTo>
                    <a:cubicBezTo>
                      <a:pt x="772" y="1801"/>
                      <a:pt x="772" y="1770"/>
                      <a:pt x="772" y="1737"/>
                    </a:cubicBezTo>
                    <a:cubicBezTo>
                      <a:pt x="804" y="1737"/>
                      <a:pt x="836" y="1737"/>
                      <a:pt x="868" y="1737"/>
                    </a:cubicBezTo>
                    <a:cubicBezTo>
                      <a:pt x="868" y="1705"/>
                      <a:pt x="868" y="1673"/>
                      <a:pt x="868" y="1640"/>
                    </a:cubicBezTo>
                    <a:cubicBezTo>
                      <a:pt x="932" y="1640"/>
                      <a:pt x="996" y="1640"/>
                      <a:pt x="1061" y="1640"/>
                    </a:cubicBezTo>
                    <a:cubicBezTo>
                      <a:pt x="1061" y="1609"/>
                      <a:pt x="1061" y="1577"/>
                      <a:pt x="1061" y="1544"/>
                    </a:cubicBezTo>
                    <a:cubicBezTo>
                      <a:pt x="1189" y="1544"/>
                      <a:pt x="1316" y="1544"/>
                      <a:pt x="1447" y="1544"/>
                    </a:cubicBezTo>
                    <a:cubicBezTo>
                      <a:pt x="1447" y="1512"/>
                      <a:pt x="1447" y="1480"/>
                      <a:pt x="1447" y="1447"/>
                    </a:cubicBezTo>
                    <a:cubicBezTo>
                      <a:pt x="1798" y="1447"/>
                      <a:pt x="2148" y="1447"/>
                      <a:pt x="2509" y="1447"/>
                    </a:cubicBezTo>
                    <a:cubicBezTo>
                      <a:pt x="2509" y="1479"/>
                      <a:pt x="2509" y="1511"/>
                      <a:pt x="2509" y="1544"/>
                    </a:cubicBezTo>
                    <a:cubicBezTo>
                      <a:pt x="2541" y="1544"/>
                      <a:pt x="2572" y="1544"/>
                      <a:pt x="2605" y="1544"/>
                    </a:cubicBezTo>
                    <a:cubicBezTo>
                      <a:pt x="2605" y="1576"/>
                      <a:pt x="2605" y="1608"/>
                      <a:pt x="2605" y="1640"/>
                    </a:cubicBezTo>
                    <a:cubicBezTo>
                      <a:pt x="2637" y="1640"/>
                      <a:pt x="2669" y="1640"/>
                      <a:pt x="2702" y="1640"/>
                    </a:cubicBezTo>
                    <a:cubicBezTo>
                      <a:pt x="2702" y="1704"/>
                      <a:pt x="2702" y="1768"/>
                      <a:pt x="2702" y="1833"/>
                    </a:cubicBezTo>
                    <a:cubicBezTo>
                      <a:pt x="2670" y="1833"/>
                      <a:pt x="2638" y="1833"/>
                      <a:pt x="2605" y="1833"/>
                    </a:cubicBezTo>
                    <a:cubicBezTo>
                      <a:pt x="2605" y="1865"/>
                      <a:pt x="2605" y="1897"/>
                      <a:pt x="2605" y="1930"/>
                    </a:cubicBezTo>
                    <a:cubicBezTo>
                      <a:pt x="2573" y="1930"/>
                      <a:pt x="2542" y="1930"/>
                      <a:pt x="2509" y="1930"/>
                    </a:cubicBezTo>
                    <a:cubicBezTo>
                      <a:pt x="2509" y="1962"/>
                      <a:pt x="2509" y="1994"/>
                      <a:pt x="2509" y="2026"/>
                    </a:cubicBezTo>
                    <a:cubicBezTo>
                      <a:pt x="2477" y="2026"/>
                      <a:pt x="2445" y="2026"/>
                      <a:pt x="2412" y="2026"/>
                    </a:cubicBezTo>
                    <a:cubicBezTo>
                      <a:pt x="2412" y="1994"/>
                      <a:pt x="2412" y="1963"/>
                      <a:pt x="2412" y="1930"/>
                    </a:cubicBezTo>
                    <a:cubicBezTo>
                      <a:pt x="2126" y="1930"/>
                      <a:pt x="1839" y="1930"/>
                      <a:pt x="1544" y="1930"/>
                    </a:cubicBezTo>
                    <a:cubicBezTo>
                      <a:pt x="1544" y="1962"/>
                      <a:pt x="1544" y="1994"/>
                      <a:pt x="1544" y="2026"/>
                    </a:cubicBezTo>
                    <a:cubicBezTo>
                      <a:pt x="1448" y="2026"/>
                      <a:pt x="1353" y="2026"/>
                      <a:pt x="1254" y="2026"/>
                    </a:cubicBezTo>
                    <a:cubicBezTo>
                      <a:pt x="1254" y="2058"/>
                      <a:pt x="1254" y="2090"/>
                      <a:pt x="1254" y="2123"/>
                    </a:cubicBezTo>
                    <a:cubicBezTo>
                      <a:pt x="1223" y="2123"/>
                      <a:pt x="1191" y="2123"/>
                      <a:pt x="1158" y="2123"/>
                    </a:cubicBezTo>
                    <a:cubicBezTo>
                      <a:pt x="1158" y="2155"/>
                      <a:pt x="1158" y="2186"/>
                      <a:pt x="1158" y="2219"/>
                    </a:cubicBezTo>
                    <a:cubicBezTo>
                      <a:pt x="1094" y="2219"/>
                      <a:pt x="1031" y="2219"/>
                      <a:pt x="965" y="2219"/>
                    </a:cubicBezTo>
                    <a:cubicBezTo>
                      <a:pt x="965" y="2251"/>
                      <a:pt x="965" y="2283"/>
                      <a:pt x="965" y="2316"/>
                    </a:cubicBezTo>
                    <a:cubicBezTo>
                      <a:pt x="933" y="2316"/>
                      <a:pt x="901" y="2316"/>
                      <a:pt x="868" y="2316"/>
                    </a:cubicBezTo>
                    <a:cubicBezTo>
                      <a:pt x="868" y="2379"/>
                      <a:pt x="868" y="2443"/>
                      <a:pt x="868" y="2509"/>
                    </a:cubicBezTo>
                    <a:cubicBezTo>
                      <a:pt x="837" y="2509"/>
                      <a:pt x="805" y="2509"/>
                      <a:pt x="772" y="2509"/>
                    </a:cubicBezTo>
                    <a:cubicBezTo>
                      <a:pt x="772" y="2541"/>
                      <a:pt x="772" y="2572"/>
                      <a:pt x="772" y="2605"/>
                    </a:cubicBezTo>
                    <a:cubicBezTo>
                      <a:pt x="740" y="2605"/>
                      <a:pt x="708" y="2605"/>
                      <a:pt x="675" y="2605"/>
                    </a:cubicBezTo>
                    <a:cubicBezTo>
                      <a:pt x="675" y="2669"/>
                      <a:pt x="675" y="2733"/>
                      <a:pt x="675" y="2798"/>
                    </a:cubicBezTo>
                    <a:cubicBezTo>
                      <a:pt x="644" y="2798"/>
                      <a:pt x="612" y="2798"/>
                      <a:pt x="579" y="2798"/>
                    </a:cubicBezTo>
                    <a:cubicBezTo>
                      <a:pt x="579" y="2894"/>
                      <a:pt x="579" y="2989"/>
                      <a:pt x="579" y="3088"/>
                    </a:cubicBezTo>
                    <a:cubicBezTo>
                      <a:pt x="547" y="3088"/>
                      <a:pt x="515" y="3088"/>
                      <a:pt x="482" y="3088"/>
                    </a:cubicBezTo>
                    <a:cubicBezTo>
                      <a:pt x="482" y="4011"/>
                      <a:pt x="482" y="4935"/>
                      <a:pt x="482" y="5886"/>
                    </a:cubicBezTo>
                    <a:cubicBezTo>
                      <a:pt x="514" y="5886"/>
                      <a:pt x="546" y="5886"/>
                      <a:pt x="579" y="5886"/>
                    </a:cubicBezTo>
                    <a:cubicBezTo>
                      <a:pt x="579" y="5918"/>
                      <a:pt x="579" y="5950"/>
                      <a:pt x="579" y="5982"/>
                    </a:cubicBezTo>
                    <a:cubicBezTo>
                      <a:pt x="611" y="5982"/>
                      <a:pt x="643" y="5982"/>
                      <a:pt x="675" y="5982"/>
                    </a:cubicBezTo>
                    <a:cubicBezTo>
                      <a:pt x="675" y="6014"/>
                      <a:pt x="675" y="6046"/>
                      <a:pt x="675" y="6079"/>
                    </a:cubicBezTo>
                    <a:cubicBezTo>
                      <a:pt x="707" y="6079"/>
                      <a:pt x="739" y="6079"/>
                      <a:pt x="772" y="6079"/>
                    </a:cubicBezTo>
                    <a:cubicBezTo>
                      <a:pt x="772" y="6111"/>
                      <a:pt x="772" y="6143"/>
                      <a:pt x="772" y="6175"/>
                    </a:cubicBezTo>
                    <a:cubicBezTo>
                      <a:pt x="867" y="6175"/>
                      <a:pt x="963" y="6175"/>
                      <a:pt x="1061" y="6175"/>
                    </a:cubicBezTo>
                    <a:cubicBezTo>
                      <a:pt x="1061" y="6239"/>
                      <a:pt x="1061" y="6303"/>
                      <a:pt x="1061" y="6368"/>
                    </a:cubicBezTo>
                    <a:cubicBezTo>
                      <a:pt x="1093" y="6368"/>
                      <a:pt x="1125" y="6368"/>
                      <a:pt x="1158" y="6368"/>
                    </a:cubicBezTo>
                    <a:cubicBezTo>
                      <a:pt x="1158" y="6973"/>
                      <a:pt x="1158" y="7578"/>
                      <a:pt x="1158" y="8202"/>
                    </a:cubicBezTo>
                    <a:cubicBezTo>
                      <a:pt x="1190" y="8202"/>
                      <a:pt x="1222" y="8202"/>
                      <a:pt x="1254" y="8202"/>
                    </a:cubicBezTo>
                    <a:cubicBezTo>
                      <a:pt x="1254" y="8234"/>
                      <a:pt x="1254" y="8265"/>
                      <a:pt x="1254" y="8298"/>
                    </a:cubicBezTo>
                    <a:cubicBezTo>
                      <a:pt x="1541" y="8298"/>
                      <a:pt x="1828" y="8298"/>
                      <a:pt x="2123" y="8298"/>
                    </a:cubicBezTo>
                    <a:cubicBezTo>
                      <a:pt x="2123" y="8330"/>
                      <a:pt x="2123" y="8362"/>
                      <a:pt x="2123" y="8395"/>
                    </a:cubicBezTo>
                    <a:cubicBezTo>
                      <a:pt x="2186" y="8395"/>
                      <a:pt x="2250" y="8395"/>
                      <a:pt x="2316" y="8395"/>
                    </a:cubicBezTo>
                    <a:cubicBezTo>
                      <a:pt x="2316" y="8363"/>
                      <a:pt x="2316" y="8331"/>
                      <a:pt x="2316" y="8298"/>
                    </a:cubicBezTo>
                    <a:cubicBezTo>
                      <a:pt x="2379" y="8298"/>
                      <a:pt x="2443" y="8298"/>
                      <a:pt x="2509" y="8298"/>
                    </a:cubicBezTo>
                    <a:cubicBezTo>
                      <a:pt x="2509" y="8266"/>
                      <a:pt x="2509" y="8235"/>
                      <a:pt x="2509" y="8202"/>
                    </a:cubicBezTo>
                    <a:cubicBezTo>
                      <a:pt x="2541" y="8202"/>
                      <a:pt x="2572" y="8202"/>
                      <a:pt x="2605" y="8202"/>
                    </a:cubicBezTo>
                    <a:cubicBezTo>
                      <a:pt x="2605" y="8170"/>
                      <a:pt x="2605" y="8138"/>
                      <a:pt x="2605" y="8105"/>
                    </a:cubicBezTo>
                    <a:cubicBezTo>
                      <a:pt x="2637" y="8105"/>
                      <a:pt x="2669" y="8105"/>
                      <a:pt x="2702" y="8105"/>
                    </a:cubicBezTo>
                    <a:cubicBezTo>
                      <a:pt x="2702" y="7564"/>
                      <a:pt x="2702" y="7023"/>
                      <a:pt x="2702" y="6465"/>
                    </a:cubicBezTo>
                    <a:cubicBezTo>
                      <a:pt x="2734" y="6465"/>
                      <a:pt x="2765" y="6465"/>
                      <a:pt x="2798" y="6465"/>
                    </a:cubicBezTo>
                    <a:cubicBezTo>
                      <a:pt x="2798" y="6369"/>
                      <a:pt x="2798" y="6274"/>
                      <a:pt x="2798" y="6175"/>
                    </a:cubicBezTo>
                    <a:cubicBezTo>
                      <a:pt x="2830" y="6175"/>
                      <a:pt x="2862" y="6175"/>
                      <a:pt x="2895" y="6175"/>
                    </a:cubicBezTo>
                    <a:cubicBezTo>
                      <a:pt x="2895" y="6144"/>
                      <a:pt x="2895" y="6112"/>
                      <a:pt x="2895" y="6079"/>
                    </a:cubicBezTo>
                    <a:cubicBezTo>
                      <a:pt x="2958" y="6079"/>
                      <a:pt x="3022" y="6079"/>
                      <a:pt x="3088" y="6079"/>
                    </a:cubicBezTo>
                    <a:cubicBezTo>
                      <a:pt x="3088" y="6047"/>
                      <a:pt x="3088" y="6015"/>
                      <a:pt x="3088" y="5982"/>
                    </a:cubicBezTo>
                    <a:cubicBezTo>
                      <a:pt x="3120" y="5982"/>
                      <a:pt x="3151" y="5982"/>
                      <a:pt x="3184" y="5982"/>
                    </a:cubicBezTo>
                    <a:cubicBezTo>
                      <a:pt x="3184" y="5951"/>
                      <a:pt x="3184" y="5919"/>
                      <a:pt x="3184" y="5886"/>
                    </a:cubicBezTo>
                    <a:cubicBezTo>
                      <a:pt x="3216" y="5886"/>
                      <a:pt x="3248" y="5886"/>
                      <a:pt x="3281" y="5886"/>
                    </a:cubicBezTo>
                    <a:cubicBezTo>
                      <a:pt x="3281" y="5759"/>
                      <a:pt x="3281" y="5631"/>
                      <a:pt x="3281" y="5500"/>
                    </a:cubicBezTo>
                    <a:cubicBezTo>
                      <a:pt x="3249" y="5500"/>
                      <a:pt x="3217" y="5500"/>
                      <a:pt x="3184" y="5500"/>
                    </a:cubicBezTo>
                    <a:cubicBezTo>
                      <a:pt x="3184" y="5309"/>
                      <a:pt x="3184" y="5118"/>
                      <a:pt x="3184" y="4921"/>
                    </a:cubicBezTo>
                    <a:cubicBezTo>
                      <a:pt x="3216" y="4921"/>
                      <a:pt x="3248" y="4921"/>
                      <a:pt x="3281" y="4921"/>
                    </a:cubicBezTo>
                    <a:cubicBezTo>
                      <a:pt x="3281" y="4348"/>
                      <a:pt x="3281" y="3775"/>
                      <a:pt x="3281" y="3184"/>
                    </a:cubicBezTo>
                    <a:cubicBezTo>
                      <a:pt x="3249" y="3184"/>
                      <a:pt x="3217" y="3184"/>
                      <a:pt x="3184" y="3184"/>
                    </a:cubicBezTo>
                    <a:cubicBezTo>
                      <a:pt x="3184" y="2929"/>
                      <a:pt x="3184" y="2675"/>
                      <a:pt x="3184" y="2412"/>
                    </a:cubicBezTo>
                    <a:cubicBezTo>
                      <a:pt x="3216" y="2412"/>
                      <a:pt x="3248" y="2412"/>
                      <a:pt x="3281" y="2412"/>
                    </a:cubicBezTo>
                    <a:cubicBezTo>
                      <a:pt x="3281" y="2126"/>
                      <a:pt x="3281" y="1839"/>
                      <a:pt x="3281" y="1544"/>
                    </a:cubicBezTo>
                    <a:cubicBezTo>
                      <a:pt x="3313" y="1544"/>
                      <a:pt x="3344" y="1544"/>
                      <a:pt x="3377" y="1544"/>
                    </a:cubicBezTo>
                    <a:cubicBezTo>
                      <a:pt x="3377" y="1480"/>
                      <a:pt x="3377" y="1416"/>
                      <a:pt x="3377" y="1351"/>
                    </a:cubicBezTo>
                    <a:cubicBezTo>
                      <a:pt x="3409" y="1351"/>
                      <a:pt x="3441" y="1351"/>
                      <a:pt x="3474" y="1351"/>
                    </a:cubicBezTo>
                    <a:cubicBezTo>
                      <a:pt x="3477" y="1339"/>
                      <a:pt x="3480" y="1327"/>
                      <a:pt x="3483" y="1315"/>
                    </a:cubicBezTo>
                    <a:cubicBezTo>
                      <a:pt x="3497" y="1257"/>
                      <a:pt x="3497" y="1257"/>
                      <a:pt x="3570" y="965"/>
                    </a:cubicBezTo>
                    <a:cubicBezTo>
                      <a:pt x="3602" y="965"/>
                      <a:pt x="3634" y="965"/>
                      <a:pt x="3667" y="965"/>
                    </a:cubicBezTo>
                    <a:cubicBezTo>
                      <a:pt x="3667" y="901"/>
                      <a:pt x="3667" y="838"/>
                      <a:pt x="3667" y="772"/>
                    </a:cubicBezTo>
                    <a:cubicBezTo>
                      <a:pt x="3730" y="772"/>
                      <a:pt x="3794" y="772"/>
                      <a:pt x="3860" y="772"/>
                    </a:cubicBezTo>
                    <a:cubicBezTo>
                      <a:pt x="3860" y="740"/>
                      <a:pt x="3860" y="708"/>
                      <a:pt x="3860" y="675"/>
                    </a:cubicBezTo>
                    <a:cubicBezTo>
                      <a:pt x="3891" y="675"/>
                      <a:pt x="3923" y="675"/>
                      <a:pt x="3956" y="675"/>
                    </a:cubicBezTo>
                    <a:cubicBezTo>
                      <a:pt x="3956" y="644"/>
                      <a:pt x="3956" y="612"/>
                      <a:pt x="3956" y="579"/>
                    </a:cubicBezTo>
                    <a:cubicBezTo>
                      <a:pt x="3988" y="579"/>
                      <a:pt x="4020" y="579"/>
                      <a:pt x="4053" y="579"/>
                    </a:cubicBezTo>
                    <a:cubicBezTo>
                      <a:pt x="4053" y="567"/>
                      <a:pt x="4054" y="554"/>
                      <a:pt x="4055" y="542"/>
                    </a:cubicBezTo>
                    <a:cubicBezTo>
                      <a:pt x="4067" y="456"/>
                      <a:pt x="4081" y="403"/>
                      <a:pt x="4149" y="346"/>
                    </a:cubicBezTo>
                    <a:cubicBezTo>
                      <a:pt x="4202" y="315"/>
                      <a:pt x="4255" y="287"/>
                      <a:pt x="4309" y="259"/>
                    </a:cubicBezTo>
                    <a:cubicBezTo>
                      <a:pt x="4342" y="241"/>
                      <a:pt x="4342" y="241"/>
                      <a:pt x="4400" y="200"/>
                    </a:cubicBezTo>
                    <a:cubicBezTo>
                      <a:pt x="4572" y="78"/>
                      <a:pt x="4716" y="81"/>
                      <a:pt x="4921" y="96"/>
                    </a:cubicBezTo>
                    <a:cubicBezTo>
                      <a:pt x="4921" y="65"/>
                      <a:pt x="4921" y="33"/>
                      <a:pt x="4921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19" name="ICON_SKILL_COMPARE_path_004"/>
              <p:cNvSpPr/>
              <p:nvPr/>
            </p:nvSpPr>
            <p:spPr>
              <a:xfrm>
                <a:off x="6402694" y="1458606"/>
                <a:ext cx="46567" cy="105388"/>
              </a:xfrm>
              <a:custGeom>
                <a:avLst/>
                <a:gdLst/>
                <a:ahLst/>
                <a:cxnLst/>
                <a:rect l="0" t="0" r="r" b="b"/>
                <a:pathLst>
                  <a:path w="3667" h="8298" fill="norm" stroke="0">
                    <a:moveTo>
                      <a:pt x="1544" y="0"/>
                    </a:moveTo>
                    <a:cubicBezTo>
                      <a:pt x="1735" y="0"/>
                      <a:pt x="1926" y="0"/>
                      <a:pt x="2123" y="0"/>
                    </a:cubicBezTo>
                    <a:cubicBezTo>
                      <a:pt x="2123" y="32"/>
                      <a:pt x="2123" y="64"/>
                      <a:pt x="2123" y="96"/>
                    </a:cubicBezTo>
                    <a:cubicBezTo>
                      <a:pt x="2250" y="96"/>
                      <a:pt x="2378" y="96"/>
                      <a:pt x="2509" y="96"/>
                    </a:cubicBezTo>
                    <a:cubicBezTo>
                      <a:pt x="2509" y="128"/>
                      <a:pt x="2509" y="160"/>
                      <a:pt x="2509" y="193"/>
                    </a:cubicBezTo>
                    <a:cubicBezTo>
                      <a:pt x="2572" y="193"/>
                      <a:pt x="2636" y="193"/>
                      <a:pt x="2702" y="193"/>
                    </a:cubicBezTo>
                    <a:cubicBezTo>
                      <a:pt x="2702" y="225"/>
                      <a:pt x="2702" y="257"/>
                      <a:pt x="2702" y="289"/>
                    </a:cubicBezTo>
                    <a:cubicBezTo>
                      <a:pt x="2765" y="289"/>
                      <a:pt x="2829" y="289"/>
                      <a:pt x="2895" y="289"/>
                    </a:cubicBezTo>
                    <a:cubicBezTo>
                      <a:pt x="2895" y="321"/>
                      <a:pt x="2895" y="353"/>
                      <a:pt x="2895" y="386"/>
                    </a:cubicBezTo>
                    <a:cubicBezTo>
                      <a:pt x="2927" y="386"/>
                      <a:pt x="2958" y="386"/>
                      <a:pt x="2991" y="386"/>
                    </a:cubicBezTo>
                    <a:cubicBezTo>
                      <a:pt x="2991" y="418"/>
                      <a:pt x="2991" y="450"/>
                      <a:pt x="2991" y="482"/>
                    </a:cubicBezTo>
                    <a:cubicBezTo>
                      <a:pt x="3023" y="482"/>
                      <a:pt x="3055" y="482"/>
                      <a:pt x="3088" y="482"/>
                    </a:cubicBezTo>
                    <a:cubicBezTo>
                      <a:pt x="3088" y="514"/>
                      <a:pt x="3088" y="546"/>
                      <a:pt x="3088" y="579"/>
                    </a:cubicBezTo>
                    <a:cubicBezTo>
                      <a:pt x="3120" y="579"/>
                      <a:pt x="3151" y="579"/>
                      <a:pt x="3184" y="579"/>
                    </a:cubicBezTo>
                    <a:cubicBezTo>
                      <a:pt x="3184" y="611"/>
                      <a:pt x="3184" y="643"/>
                      <a:pt x="3184" y="675"/>
                    </a:cubicBezTo>
                    <a:cubicBezTo>
                      <a:pt x="3216" y="675"/>
                      <a:pt x="3248" y="675"/>
                      <a:pt x="3281" y="675"/>
                    </a:cubicBezTo>
                    <a:cubicBezTo>
                      <a:pt x="3281" y="707"/>
                      <a:pt x="3281" y="739"/>
                      <a:pt x="3281" y="772"/>
                    </a:cubicBezTo>
                    <a:cubicBezTo>
                      <a:pt x="3313" y="772"/>
                      <a:pt x="3344" y="772"/>
                      <a:pt x="3377" y="772"/>
                    </a:cubicBezTo>
                    <a:cubicBezTo>
                      <a:pt x="3377" y="836"/>
                      <a:pt x="3377" y="899"/>
                      <a:pt x="3377" y="965"/>
                    </a:cubicBezTo>
                    <a:cubicBezTo>
                      <a:pt x="3409" y="965"/>
                      <a:pt x="3441" y="965"/>
                      <a:pt x="3474" y="965"/>
                    </a:cubicBezTo>
                    <a:cubicBezTo>
                      <a:pt x="3474" y="1060"/>
                      <a:pt x="3474" y="1156"/>
                      <a:pt x="3474" y="1254"/>
                    </a:cubicBezTo>
                    <a:cubicBezTo>
                      <a:pt x="3506" y="1254"/>
                      <a:pt x="3537" y="1254"/>
                      <a:pt x="3570" y="1254"/>
                    </a:cubicBezTo>
                    <a:cubicBezTo>
                      <a:pt x="3570" y="1350"/>
                      <a:pt x="3570" y="1445"/>
                      <a:pt x="3570" y="1544"/>
                    </a:cubicBezTo>
                    <a:cubicBezTo>
                      <a:pt x="3602" y="1544"/>
                      <a:pt x="3634" y="1544"/>
                      <a:pt x="3667" y="1544"/>
                    </a:cubicBezTo>
                    <a:cubicBezTo>
                      <a:pt x="3667" y="2658"/>
                      <a:pt x="3667" y="3773"/>
                      <a:pt x="3667" y="4921"/>
                    </a:cubicBezTo>
                    <a:cubicBezTo>
                      <a:pt x="3635" y="4921"/>
                      <a:pt x="3603" y="4921"/>
                      <a:pt x="3570" y="4921"/>
                    </a:cubicBezTo>
                    <a:cubicBezTo>
                      <a:pt x="3570" y="4953"/>
                      <a:pt x="3570" y="4985"/>
                      <a:pt x="3570" y="5018"/>
                    </a:cubicBezTo>
                    <a:cubicBezTo>
                      <a:pt x="3538" y="5018"/>
                      <a:pt x="3506" y="5018"/>
                      <a:pt x="3474" y="5018"/>
                    </a:cubicBezTo>
                    <a:cubicBezTo>
                      <a:pt x="3474" y="5049"/>
                      <a:pt x="3474" y="5081"/>
                      <a:pt x="3474" y="5114"/>
                    </a:cubicBezTo>
                    <a:cubicBezTo>
                      <a:pt x="3442" y="5114"/>
                      <a:pt x="3410" y="5114"/>
                      <a:pt x="3377" y="5114"/>
                    </a:cubicBezTo>
                    <a:cubicBezTo>
                      <a:pt x="3377" y="5146"/>
                      <a:pt x="3377" y="5178"/>
                      <a:pt x="3377" y="5211"/>
                    </a:cubicBezTo>
                    <a:cubicBezTo>
                      <a:pt x="3345" y="5211"/>
                      <a:pt x="3314" y="5211"/>
                      <a:pt x="3281" y="5211"/>
                    </a:cubicBezTo>
                    <a:cubicBezTo>
                      <a:pt x="3281" y="5242"/>
                      <a:pt x="3281" y="5274"/>
                      <a:pt x="3281" y="5307"/>
                    </a:cubicBezTo>
                    <a:cubicBezTo>
                      <a:pt x="3217" y="5307"/>
                      <a:pt x="3153" y="5307"/>
                      <a:pt x="3088" y="5307"/>
                    </a:cubicBezTo>
                    <a:cubicBezTo>
                      <a:pt x="3088" y="5339"/>
                      <a:pt x="3088" y="5371"/>
                      <a:pt x="3088" y="5404"/>
                    </a:cubicBezTo>
                    <a:cubicBezTo>
                      <a:pt x="3056" y="5404"/>
                      <a:pt x="3024" y="5404"/>
                      <a:pt x="2991" y="5404"/>
                    </a:cubicBezTo>
                    <a:cubicBezTo>
                      <a:pt x="2991" y="5435"/>
                      <a:pt x="2991" y="5467"/>
                      <a:pt x="2991" y="5500"/>
                    </a:cubicBezTo>
                    <a:cubicBezTo>
                      <a:pt x="2959" y="5500"/>
                      <a:pt x="2928" y="5500"/>
                      <a:pt x="2895" y="5500"/>
                    </a:cubicBezTo>
                    <a:cubicBezTo>
                      <a:pt x="2895" y="5627"/>
                      <a:pt x="2895" y="5755"/>
                      <a:pt x="2895" y="5886"/>
                    </a:cubicBezTo>
                    <a:cubicBezTo>
                      <a:pt x="2863" y="5886"/>
                      <a:pt x="2831" y="5886"/>
                      <a:pt x="2798" y="5886"/>
                    </a:cubicBezTo>
                    <a:cubicBezTo>
                      <a:pt x="2798" y="6427"/>
                      <a:pt x="2798" y="6969"/>
                      <a:pt x="2798" y="7526"/>
                    </a:cubicBezTo>
                    <a:cubicBezTo>
                      <a:pt x="2766" y="7526"/>
                      <a:pt x="2735" y="7526"/>
                      <a:pt x="2702" y="7526"/>
                    </a:cubicBezTo>
                    <a:cubicBezTo>
                      <a:pt x="2702" y="7717"/>
                      <a:pt x="2702" y="7908"/>
                      <a:pt x="2702" y="8105"/>
                    </a:cubicBezTo>
                    <a:cubicBezTo>
                      <a:pt x="2670" y="8105"/>
                      <a:pt x="2638" y="8105"/>
                      <a:pt x="2605" y="8105"/>
                    </a:cubicBezTo>
                    <a:cubicBezTo>
                      <a:pt x="2605" y="8137"/>
                      <a:pt x="2605" y="8169"/>
                      <a:pt x="2605" y="8202"/>
                    </a:cubicBezTo>
                    <a:cubicBezTo>
                      <a:pt x="2573" y="8202"/>
                      <a:pt x="2542" y="8202"/>
                      <a:pt x="2509" y="8202"/>
                    </a:cubicBezTo>
                    <a:cubicBezTo>
                      <a:pt x="2509" y="8234"/>
                      <a:pt x="2509" y="8265"/>
                      <a:pt x="2509" y="8298"/>
                    </a:cubicBezTo>
                    <a:cubicBezTo>
                      <a:pt x="2063" y="8298"/>
                      <a:pt x="1617" y="8298"/>
                      <a:pt x="1158" y="8298"/>
                    </a:cubicBezTo>
                    <a:cubicBezTo>
                      <a:pt x="1158" y="8266"/>
                      <a:pt x="1158" y="8235"/>
                      <a:pt x="1158" y="8202"/>
                    </a:cubicBezTo>
                    <a:cubicBezTo>
                      <a:pt x="1126" y="8202"/>
                      <a:pt x="1094" y="8202"/>
                      <a:pt x="1061" y="8202"/>
                    </a:cubicBezTo>
                    <a:cubicBezTo>
                      <a:pt x="1061" y="8170"/>
                      <a:pt x="1061" y="8138"/>
                      <a:pt x="1061" y="8105"/>
                    </a:cubicBezTo>
                    <a:cubicBezTo>
                      <a:pt x="1030" y="8105"/>
                      <a:pt x="998" y="8105"/>
                      <a:pt x="965" y="8105"/>
                    </a:cubicBezTo>
                    <a:cubicBezTo>
                      <a:pt x="965" y="7819"/>
                      <a:pt x="965" y="7532"/>
                      <a:pt x="965" y="7237"/>
                    </a:cubicBezTo>
                    <a:cubicBezTo>
                      <a:pt x="933" y="7237"/>
                      <a:pt x="901" y="7237"/>
                      <a:pt x="868" y="7237"/>
                    </a:cubicBezTo>
                    <a:cubicBezTo>
                      <a:pt x="868" y="6696"/>
                      <a:pt x="868" y="6154"/>
                      <a:pt x="868" y="5596"/>
                    </a:cubicBezTo>
                    <a:cubicBezTo>
                      <a:pt x="837" y="5596"/>
                      <a:pt x="805" y="5596"/>
                      <a:pt x="772" y="5596"/>
                    </a:cubicBezTo>
                    <a:cubicBezTo>
                      <a:pt x="772" y="5533"/>
                      <a:pt x="772" y="5469"/>
                      <a:pt x="772" y="5404"/>
                    </a:cubicBezTo>
                    <a:cubicBezTo>
                      <a:pt x="740" y="5404"/>
                      <a:pt x="708" y="5404"/>
                      <a:pt x="675" y="5404"/>
                    </a:cubicBezTo>
                    <a:cubicBezTo>
                      <a:pt x="675" y="5372"/>
                      <a:pt x="675" y="5340"/>
                      <a:pt x="675" y="5307"/>
                    </a:cubicBezTo>
                    <a:cubicBezTo>
                      <a:pt x="612" y="5307"/>
                      <a:pt x="548" y="5307"/>
                      <a:pt x="482" y="5307"/>
                    </a:cubicBezTo>
                    <a:cubicBezTo>
                      <a:pt x="482" y="5275"/>
                      <a:pt x="482" y="5243"/>
                      <a:pt x="482" y="5211"/>
                    </a:cubicBezTo>
                    <a:cubicBezTo>
                      <a:pt x="419" y="5211"/>
                      <a:pt x="355" y="5211"/>
                      <a:pt x="289" y="5211"/>
                    </a:cubicBezTo>
                    <a:cubicBezTo>
                      <a:pt x="289" y="5179"/>
                      <a:pt x="289" y="5147"/>
                      <a:pt x="289" y="5114"/>
                    </a:cubicBezTo>
                    <a:cubicBezTo>
                      <a:pt x="258" y="5114"/>
                      <a:pt x="226" y="5114"/>
                      <a:pt x="193" y="5114"/>
                    </a:cubicBezTo>
                    <a:cubicBezTo>
                      <a:pt x="193" y="5082"/>
                      <a:pt x="193" y="5050"/>
                      <a:pt x="193" y="5018"/>
                    </a:cubicBezTo>
                    <a:cubicBezTo>
                      <a:pt x="161" y="5018"/>
                      <a:pt x="129" y="5018"/>
                      <a:pt x="96" y="5018"/>
                    </a:cubicBezTo>
                    <a:cubicBezTo>
                      <a:pt x="96" y="4922"/>
                      <a:pt x="96" y="4826"/>
                      <a:pt x="96" y="4728"/>
                    </a:cubicBezTo>
                    <a:cubicBezTo>
                      <a:pt x="65" y="4728"/>
                      <a:pt x="33" y="4728"/>
                      <a:pt x="0" y="4728"/>
                    </a:cubicBezTo>
                    <a:cubicBezTo>
                      <a:pt x="0" y="4187"/>
                      <a:pt x="0" y="3645"/>
                      <a:pt x="0" y="3088"/>
                    </a:cubicBezTo>
                    <a:cubicBezTo>
                      <a:pt x="32" y="3088"/>
                      <a:pt x="64" y="3088"/>
                      <a:pt x="96" y="3088"/>
                    </a:cubicBezTo>
                    <a:cubicBezTo>
                      <a:pt x="96" y="2483"/>
                      <a:pt x="96" y="1878"/>
                      <a:pt x="96" y="1254"/>
                    </a:cubicBezTo>
                    <a:cubicBezTo>
                      <a:pt x="128" y="1254"/>
                      <a:pt x="160" y="1254"/>
                      <a:pt x="193" y="1254"/>
                    </a:cubicBezTo>
                    <a:cubicBezTo>
                      <a:pt x="193" y="1191"/>
                      <a:pt x="193" y="1127"/>
                      <a:pt x="193" y="1061"/>
                    </a:cubicBezTo>
                    <a:cubicBezTo>
                      <a:pt x="225" y="1061"/>
                      <a:pt x="257" y="1061"/>
                      <a:pt x="289" y="1061"/>
                    </a:cubicBezTo>
                    <a:cubicBezTo>
                      <a:pt x="289" y="998"/>
                      <a:pt x="289" y="934"/>
                      <a:pt x="289" y="868"/>
                    </a:cubicBezTo>
                    <a:cubicBezTo>
                      <a:pt x="321" y="868"/>
                      <a:pt x="353" y="868"/>
                      <a:pt x="386" y="868"/>
                    </a:cubicBezTo>
                    <a:cubicBezTo>
                      <a:pt x="386" y="805"/>
                      <a:pt x="386" y="741"/>
                      <a:pt x="386" y="675"/>
                    </a:cubicBezTo>
                    <a:cubicBezTo>
                      <a:pt x="418" y="675"/>
                      <a:pt x="450" y="675"/>
                      <a:pt x="482" y="675"/>
                    </a:cubicBezTo>
                    <a:cubicBezTo>
                      <a:pt x="482" y="644"/>
                      <a:pt x="482" y="612"/>
                      <a:pt x="482" y="579"/>
                    </a:cubicBezTo>
                    <a:cubicBezTo>
                      <a:pt x="514" y="579"/>
                      <a:pt x="546" y="579"/>
                      <a:pt x="579" y="579"/>
                    </a:cubicBezTo>
                    <a:cubicBezTo>
                      <a:pt x="579" y="547"/>
                      <a:pt x="579" y="515"/>
                      <a:pt x="579" y="482"/>
                    </a:cubicBezTo>
                    <a:cubicBezTo>
                      <a:pt x="611" y="482"/>
                      <a:pt x="643" y="482"/>
                      <a:pt x="675" y="482"/>
                    </a:cubicBezTo>
                    <a:cubicBezTo>
                      <a:pt x="675" y="451"/>
                      <a:pt x="675" y="419"/>
                      <a:pt x="675" y="386"/>
                    </a:cubicBezTo>
                    <a:cubicBezTo>
                      <a:pt x="707" y="386"/>
                      <a:pt x="739" y="386"/>
                      <a:pt x="772" y="386"/>
                    </a:cubicBezTo>
                    <a:cubicBezTo>
                      <a:pt x="772" y="354"/>
                      <a:pt x="772" y="322"/>
                      <a:pt x="772" y="289"/>
                    </a:cubicBezTo>
                    <a:cubicBezTo>
                      <a:pt x="836" y="289"/>
                      <a:pt x="899" y="289"/>
                      <a:pt x="965" y="289"/>
                    </a:cubicBezTo>
                    <a:cubicBezTo>
                      <a:pt x="965" y="258"/>
                      <a:pt x="965" y="226"/>
                      <a:pt x="965" y="193"/>
                    </a:cubicBezTo>
                    <a:cubicBezTo>
                      <a:pt x="1029" y="193"/>
                      <a:pt x="1092" y="193"/>
                      <a:pt x="1158" y="193"/>
                    </a:cubicBezTo>
                    <a:cubicBezTo>
                      <a:pt x="1158" y="161"/>
                      <a:pt x="1158" y="129"/>
                      <a:pt x="1158" y="96"/>
                    </a:cubicBezTo>
                    <a:cubicBezTo>
                      <a:pt x="1285" y="96"/>
                      <a:pt x="1413" y="96"/>
                      <a:pt x="1544" y="96"/>
                    </a:cubicBezTo>
                    <a:cubicBezTo>
                      <a:pt x="1544" y="65"/>
                      <a:pt x="1544" y="33"/>
                      <a:pt x="154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20" name="ICON_SKILL_COMPARE_path_005"/>
              <p:cNvSpPr/>
              <p:nvPr/>
            </p:nvSpPr>
            <p:spPr>
              <a:xfrm>
                <a:off x="6553423" y="1473311"/>
                <a:ext cx="35538" cy="85781"/>
              </a:xfrm>
              <a:custGeom>
                <a:avLst/>
                <a:gdLst/>
                <a:ahLst/>
                <a:cxnLst/>
                <a:rect l="0" t="0" r="r" b="b"/>
                <a:pathLst>
                  <a:path w="2798" h="6754" fill="norm" stroke="0">
                    <a:moveTo>
                      <a:pt x="2219" y="0"/>
                    </a:moveTo>
                    <a:cubicBezTo>
                      <a:pt x="2283" y="0"/>
                      <a:pt x="2347" y="0"/>
                      <a:pt x="2412" y="0"/>
                    </a:cubicBezTo>
                    <a:cubicBezTo>
                      <a:pt x="2412" y="32"/>
                      <a:pt x="2412" y="64"/>
                      <a:pt x="2412" y="96"/>
                    </a:cubicBezTo>
                    <a:cubicBezTo>
                      <a:pt x="2444" y="96"/>
                      <a:pt x="2476" y="96"/>
                      <a:pt x="2509" y="96"/>
                    </a:cubicBezTo>
                    <a:cubicBezTo>
                      <a:pt x="2509" y="128"/>
                      <a:pt x="2509" y="160"/>
                      <a:pt x="2509" y="193"/>
                    </a:cubicBezTo>
                    <a:cubicBezTo>
                      <a:pt x="2572" y="193"/>
                      <a:pt x="2636" y="193"/>
                      <a:pt x="2702" y="193"/>
                    </a:cubicBezTo>
                    <a:cubicBezTo>
                      <a:pt x="2702" y="161"/>
                      <a:pt x="2702" y="129"/>
                      <a:pt x="2702" y="96"/>
                    </a:cubicBezTo>
                    <a:cubicBezTo>
                      <a:pt x="2734" y="96"/>
                      <a:pt x="2765" y="96"/>
                      <a:pt x="2798" y="96"/>
                    </a:cubicBezTo>
                    <a:cubicBezTo>
                      <a:pt x="2798" y="319"/>
                      <a:pt x="2798" y="542"/>
                      <a:pt x="2798" y="772"/>
                    </a:cubicBezTo>
                    <a:cubicBezTo>
                      <a:pt x="2766" y="772"/>
                      <a:pt x="2735" y="772"/>
                      <a:pt x="2702" y="772"/>
                    </a:cubicBezTo>
                    <a:cubicBezTo>
                      <a:pt x="2702" y="1027"/>
                      <a:pt x="2702" y="1281"/>
                      <a:pt x="2702" y="1544"/>
                    </a:cubicBezTo>
                    <a:cubicBezTo>
                      <a:pt x="2734" y="1544"/>
                      <a:pt x="2765" y="1544"/>
                      <a:pt x="2798" y="1544"/>
                    </a:cubicBezTo>
                    <a:cubicBezTo>
                      <a:pt x="2798" y="2117"/>
                      <a:pt x="2798" y="2690"/>
                      <a:pt x="2798" y="3281"/>
                    </a:cubicBezTo>
                    <a:cubicBezTo>
                      <a:pt x="2766" y="3281"/>
                      <a:pt x="2735" y="3281"/>
                      <a:pt x="2702" y="3281"/>
                    </a:cubicBezTo>
                    <a:cubicBezTo>
                      <a:pt x="2702" y="3472"/>
                      <a:pt x="2702" y="3663"/>
                      <a:pt x="2702" y="3860"/>
                    </a:cubicBezTo>
                    <a:cubicBezTo>
                      <a:pt x="2734" y="3860"/>
                      <a:pt x="2765" y="3860"/>
                      <a:pt x="2798" y="3860"/>
                    </a:cubicBezTo>
                    <a:cubicBezTo>
                      <a:pt x="2798" y="3987"/>
                      <a:pt x="2798" y="4114"/>
                      <a:pt x="2798" y="4246"/>
                    </a:cubicBezTo>
                    <a:cubicBezTo>
                      <a:pt x="2766" y="4246"/>
                      <a:pt x="2735" y="4246"/>
                      <a:pt x="2702" y="4246"/>
                    </a:cubicBezTo>
                    <a:cubicBezTo>
                      <a:pt x="2702" y="4277"/>
                      <a:pt x="2702" y="4309"/>
                      <a:pt x="2702" y="4342"/>
                    </a:cubicBezTo>
                    <a:cubicBezTo>
                      <a:pt x="2670" y="4342"/>
                      <a:pt x="2638" y="4342"/>
                      <a:pt x="2605" y="4342"/>
                    </a:cubicBezTo>
                    <a:cubicBezTo>
                      <a:pt x="2605" y="4374"/>
                      <a:pt x="2605" y="4406"/>
                      <a:pt x="2605" y="4439"/>
                    </a:cubicBezTo>
                    <a:cubicBezTo>
                      <a:pt x="2542" y="4439"/>
                      <a:pt x="2478" y="4439"/>
                      <a:pt x="2412" y="4439"/>
                    </a:cubicBezTo>
                    <a:cubicBezTo>
                      <a:pt x="2412" y="4470"/>
                      <a:pt x="2412" y="4502"/>
                      <a:pt x="2412" y="4535"/>
                    </a:cubicBezTo>
                    <a:cubicBezTo>
                      <a:pt x="2380" y="4535"/>
                      <a:pt x="2349" y="4535"/>
                      <a:pt x="2316" y="4535"/>
                    </a:cubicBezTo>
                    <a:cubicBezTo>
                      <a:pt x="2316" y="4631"/>
                      <a:pt x="2316" y="4726"/>
                      <a:pt x="2316" y="4825"/>
                    </a:cubicBezTo>
                    <a:cubicBezTo>
                      <a:pt x="2284" y="4825"/>
                      <a:pt x="2252" y="4825"/>
                      <a:pt x="2219" y="4825"/>
                    </a:cubicBezTo>
                    <a:cubicBezTo>
                      <a:pt x="2219" y="5366"/>
                      <a:pt x="2219" y="5907"/>
                      <a:pt x="2219" y="6465"/>
                    </a:cubicBezTo>
                    <a:cubicBezTo>
                      <a:pt x="2187" y="6465"/>
                      <a:pt x="2156" y="6465"/>
                      <a:pt x="2123" y="6465"/>
                    </a:cubicBezTo>
                    <a:cubicBezTo>
                      <a:pt x="2123" y="6497"/>
                      <a:pt x="2123" y="6529"/>
                      <a:pt x="2123" y="6561"/>
                    </a:cubicBezTo>
                    <a:cubicBezTo>
                      <a:pt x="2091" y="6561"/>
                      <a:pt x="2059" y="6561"/>
                      <a:pt x="2026" y="6561"/>
                    </a:cubicBezTo>
                    <a:cubicBezTo>
                      <a:pt x="2026" y="6593"/>
                      <a:pt x="2026" y="6625"/>
                      <a:pt x="2026" y="6658"/>
                    </a:cubicBezTo>
                    <a:cubicBezTo>
                      <a:pt x="1963" y="6658"/>
                      <a:pt x="1899" y="6658"/>
                      <a:pt x="1833" y="6658"/>
                    </a:cubicBezTo>
                    <a:cubicBezTo>
                      <a:pt x="1833" y="6690"/>
                      <a:pt x="1833" y="6722"/>
                      <a:pt x="1833" y="6754"/>
                    </a:cubicBezTo>
                    <a:cubicBezTo>
                      <a:pt x="1770" y="6754"/>
                      <a:pt x="1706" y="6754"/>
                      <a:pt x="1640" y="6754"/>
                    </a:cubicBezTo>
                    <a:cubicBezTo>
                      <a:pt x="1640" y="6723"/>
                      <a:pt x="1640" y="6691"/>
                      <a:pt x="1640" y="6658"/>
                    </a:cubicBezTo>
                    <a:cubicBezTo>
                      <a:pt x="1354" y="6658"/>
                      <a:pt x="1067" y="6658"/>
                      <a:pt x="772" y="6658"/>
                    </a:cubicBezTo>
                    <a:cubicBezTo>
                      <a:pt x="772" y="6626"/>
                      <a:pt x="772" y="6594"/>
                      <a:pt x="772" y="6561"/>
                    </a:cubicBezTo>
                    <a:cubicBezTo>
                      <a:pt x="740" y="6561"/>
                      <a:pt x="708" y="6561"/>
                      <a:pt x="675" y="6561"/>
                    </a:cubicBezTo>
                    <a:cubicBezTo>
                      <a:pt x="675" y="5956"/>
                      <a:pt x="675" y="5351"/>
                      <a:pt x="675" y="4728"/>
                    </a:cubicBezTo>
                    <a:cubicBezTo>
                      <a:pt x="644" y="4728"/>
                      <a:pt x="612" y="4728"/>
                      <a:pt x="579" y="4728"/>
                    </a:cubicBezTo>
                    <a:cubicBezTo>
                      <a:pt x="579" y="4664"/>
                      <a:pt x="579" y="4601"/>
                      <a:pt x="579" y="4535"/>
                    </a:cubicBezTo>
                    <a:cubicBezTo>
                      <a:pt x="483" y="4535"/>
                      <a:pt x="388" y="4535"/>
                      <a:pt x="289" y="4535"/>
                    </a:cubicBezTo>
                    <a:cubicBezTo>
                      <a:pt x="289" y="4503"/>
                      <a:pt x="289" y="4471"/>
                      <a:pt x="289" y="4439"/>
                    </a:cubicBezTo>
                    <a:cubicBezTo>
                      <a:pt x="258" y="4439"/>
                      <a:pt x="226" y="4439"/>
                      <a:pt x="193" y="4439"/>
                    </a:cubicBezTo>
                    <a:cubicBezTo>
                      <a:pt x="193" y="4407"/>
                      <a:pt x="193" y="4375"/>
                      <a:pt x="193" y="4342"/>
                    </a:cubicBezTo>
                    <a:cubicBezTo>
                      <a:pt x="161" y="4342"/>
                      <a:pt x="129" y="4342"/>
                      <a:pt x="96" y="4342"/>
                    </a:cubicBezTo>
                    <a:cubicBezTo>
                      <a:pt x="96" y="4310"/>
                      <a:pt x="96" y="4278"/>
                      <a:pt x="96" y="4246"/>
                    </a:cubicBezTo>
                    <a:cubicBezTo>
                      <a:pt x="65" y="4246"/>
                      <a:pt x="33" y="4246"/>
                      <a:pt x="0" y="4246"/>
                    </a:cubicBezTo>
                    <a:cubicBezTo>
                      <a:pt x="0" y="3322"/>
                      <a:pt x="0" y="2399"/>
                      <a:pt x="0" y="1447"/>
                    </a:cubicBezTo>
                    <a:cubicBezTo>
                      <a:pt x="32" y="1447"/>
                      <a:pt x="64" y="1447"/>
                      <a:pt x="96" y="1447"/>
                    </a:cubicBezTo>
                    <a:cubicBezTo>
                      <a:pt x="96" y="1352"/>
                      <a:pt x="96" y="1256"/>
                      <a:pt x="96" y="1158"/>
                    </a:cubicBezTo>
                    <a:cubicBezTo>
                      <a:pt x="128" y="1158"/>
                      <a:pt x="160" y="1158"/>
                      <a:pt x="193" y="1158"/>
                    </a:cubicBezTo>
                    <a:cubicBezTo>
                      <a:pt x="193" y="1094"/>
                      <a:pt x="193" y="1031"/>
                      <a:pt x="193" y="965"/>
                    </a:cubicBezTo>
                    <a:cubicBezTo>
                      <a:pt x="225" y="965"/>
                      <a:pt x="257" y="965"/>
                      <a:pt x="289" y="965"/>
                    </a:cubicBezTo>
                    <a:cubicBezTo>
                      <a:pt x="289" y="933"/>
                      <a:pt x="289" y="901"/>
                      <a:pt x="289" y="868"/>
                    </a:cubicBezTo>
                    <a:cubicBezTo>
                      <a:pt x="321" y="868"/>
                      <a:pt x="353" y="868"/>
                      <a:pt x="386" y="868"/>
                    </a:cubicBezTo>
                    <a:cubicBezTo>
                      <a:pt x="386" y="805"/>
                      <a:pt x="386" y="741"/>
                      <a:pt x="386" y="675"/>
                    </a:cubicBezTo>
                    <a:cubicBezTo>
                      <a:pt x="418" y="675"/>
                      <a:pt x="450" y="675"/>
                      <a:pt x="482" y="675"/>
                    </a:cubicBezTo>
                    <a:cubicBezTo>
                      <a:pt x="482" y="644"/>
                      <a:pt x="482" y="612"/>
                      <a:pt x="482" y="579"/>
                    </a:cubicBezTo>
                    <a:cubicBezTo>
                      <a:pt x="546" y="579"/>
                      <a:pt x="610" y="579"/>
                      <a:pt x="675" y="579"/>
                    </a:cubicBezTo>
                    <a:cubicBezTo>
                      <a:pt x="675" y="547"/>
                      <a:pt x="675" y="515"/>
                      <a:pt x="675" y="482"/>
                    </a:cubicBezTo>
                    <a:cubicBezTo>
                      <a:pt x="707" y="482"/>
                      <a:pt x="739" y="482"/>
                      <a:pt x="772" y="482"/>
                    </a:cubicBezTo>
                    <a:cubicBezTo>
                      <a:pt x="772" y="451"/>
                      <a:pt x="772" y="419"/>
                      <a:pt x="772" y="386"/>
                    </a:cubicBezTo>
                    <a:cubicBezTo>
                      <a:pt x="867" y="386"/>
                      <a:pt x="963" y="386"/>
                      <a:pt x="1061" y="386"/>
                    </a:cubicBezTo>
                    <a:cubicBezTo>
                      <a:pt x="1061" y="354"/>
                      <a:pt x="1061" y="322"/>
                      <a:pt x="1061" y="289"/>
                    </a:cubicBezTo>
                    <a:cubicBezTo>
                      <a:pt x="1348" y="289"/>
                      <a:pt x="1635" y="289"/>
                      <a:pt x="1930" y="289"/>
                    </a:cubicBezTo>
                    <a:cubicBezTo>
                      <a:pt x="1930" y="321"/>
                      <a:pt x="1930" y="353"/>
                      <a:pt x="1930" y="386"/>
                    </a:cubicBezTo>
                    <a:cubicBezTo>
                      <a:pt x="1962" y="386"/>
                      <a:pt x="1994" y="386"/>
                      <a:pt x="2026" y="386"/>
                    </a:cubicBezTo>
                    <a:cubicBezTo>
                      <a:pt x="2026" y="354"/>
                      <a:pt x="2026" y="322"/>
                      <a:pt x="2026" y="289"/>
                    </a:cubicBezTo>
                    <a:cubicBezTo>
                      <a:pt x="2058" y="289"/>
                      <a:pt x="2090" y="289"/>
                      <a:pt x="2123" y="289"/>
                    </a:cubicBezTo>
                    <a:cubicBezTo>
                      <a:pt x="2123" y="258"/>
                      <a:pt x="2123" y="226"/>
                      <a:pt x="2123" y="193"/>
                    </a:cubicBezTo>
                    <a:cubicBezTo>
                      <a:pt x="2155" y="193"/>
                      <a:pt x="2186" y="193"/>
                      <a:pt x="2219" y="193"/>
                    </a:cubicBezTo>
                    <a:cubicBezTo>
                      <a:pt x="2219" y="129"/>
                      <a:pt x="2219" y="66"/>
                      <a:pt x="221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13" cap="flat">
                <a:noFill/>
              </a:ln>
            </p:spPr>
          </p:sp>
          <p:sp>
            <p:nvSpPr>
              <p:cNvPr id="621" name="ICON_SKILL_COMPARE_path_006"/>
              <p:cNvSpPr/>
              <p:nvPr/>
            </p:nvSpPr>
            <p:spPr>
              <a:xfrm>
                <a:off x="6362254" y="1476988"/>
                <a:ext cx="34312" cy="80879"/>
              </a:xfrm>
              <a:custGeom>
                <a:avLst/>
                <a:gdLst/>
                <a:ahLst/>
                <a:cxnLst/>
                <a:rect l="0" t="0" r="r" b="b"/>
                <a:pathLst>
                  <a:path w="2702" h="6368" fill="norm" stroke="0">
                    <a:moveTo>
                      <a:pt x="1061" y="0"/>
                    </a:moveTo>
                    <a:cubicBezTo>
                      <a:pt x="1284" y="0"/>
                      <a:pt x="1507" y="0"/>
                      <a:pt x="1737" y="0"/>
                    </a:cubicBezTo>
                    <a:cubicBezTo>
                      <a:pt x="1737" y="32"/>
                      <a:pt x="1737" y="64"/>
                      <a:pt x="1737" y="96"/>
                    </a:cubicBezTo>
                    <a:cubicBezTo>
                      <a:pt x="1832" y="96"/>
                      <a:pt x="1928" y="96"/>
                      <a:pt x="2026" y="96"/>
                    </a:cubicBezTo>
                    <a:cubicBezTo>
                      <a:pt x="2026" y="128"/>
                      <a:pt x="2026" y="160"/>
                      <a:pt x="2026" y="193"/>
                    </a:cubicBezTo>
                    <a:cubicBezTo>
                      <a:pt x="2058" y="193"/>
                      <a:pt x="2090" y="193"/>
                      <a:pt x="2123" y="193"/>
                    </a:cubicBezTo>
                    <a:cubicBezTo>
                      <a:pt x="2123" y="225"/>
                      <a:pt x="2123" y="257"/>
                      <a:pt x="2123" y="289"/>
                    </a:cubicBezTo>
                    <a:cubicBezTo>
                      <a:pt x="2186" y="289"/>
                      <a:pt x="2250" y="289"/>
                      <a:pt x="2316" y="289"/>
                    </a:cubicBezTo>
                    <a:cubicBezTo>
                      <a:pt x="2316" y="321"/>
                      <a:pt x="2316" y="353"/>
                      <a:pt x="2316" y="386"/>
                    </a:cubicBezTo>
                    <a:cubicBezTo>
                      <a:pt x="2348" y="386"/>
                      <a:pt x="2379" y="386"/>
                      <a:pt x="2412" y="386"/>
                    </a:cubicBezTo>
                    <a:cubicBezTo>
                      <a:pt x="2412" y="450"/>
                      <a:pt x="2412" y="513"/>
                      <a:pt x="2412" y="579"/>
                    </a:cubicBezTo>
                    <a:cubicBezTo>
                      <a:pt x="2444" y="579"/>
                      <a:pt x="2476" y="579"/>
                      <a:pt x="2509" y="579"/>
                    </a:cubicBezTo>
                    <a:cubicBezTo>
                      <a:pt x="2509" y="611"/>
                      <a:pt x="2509" y="643"/>
                      <a:pt x="2509" y="675"/>
                    </a:cubicBezTo>
                    <a:cubicBezTo>
                      <a:pt x="2541" y="675"/>
                      <a:pt x="2572" y="675"/>
                      <a:pt x="2605" y="675"/>
                    </a:cubicBezTo>
                    <a:cubicBezTo>
                      <a:pt x="2605" y="707"/>
                      <a:pt x="2605" y="739"/>
                      <a:pt x="2605" y="772"/>
                    </a:cubicBezTo>
                    <a:cubicBezTo>
                      <a:pt x="2637" y="772"/>
                      <a:pt x="2669" y="772"/>
                      <a:pt x="2702" y="772"/>
                    </a:cubicBezTo>
                    <a:cubicBezTo>
                      <a:pt x="2702" y="1823"/>
                      <a:pt x="2702" y="2874"/>
                      <a:pt x="2702" y="3956"/>
                    </a:cubicBezTo>
                    <a:cubicBezTo>
                      <a:pt x="2670" y="3956"/>
                      <a:pt x="2638" y="3956"/>
                      <a:pt x="2605" y="3956"/>
                    </a:cubicBezTo>
                    <a:cubicBezTo>
                      <a:pt x="2605" y="3988"/>
                      <a:pt x="2605" y="4020"/>
                      <a:pt x="2605" y="4053"/>
                    </a:cubicBezTo>
                    <a:cubicBezTo>
                      <a:pt x="2573" y="4053"/>
                      <a:pt x="2542" y="4053"/>
                      <a:pt x="2509" y="4053"/>
                    </a:cubicBezTo>
                    <a:cubicBezTo>
                      <a:pt x="2509" y="4084"/>
                      <a:pt x="2509" y="4116"/>
                      <a:pt x="2509" y="4149"/>
                    </a:cubicBezTo>
                    <a:cubicBezTo>
                      <a:pt x="2445" y="4149"/>
                      <a:pt x="2381" y="4149"/>
                      <a:pt x="2316" y="4149"/>
                    </a:cubicBezTo>
                    <a:cubicBezTo>
                      <a:pt x="2316" y="4181"/>
                      <a:pt x="2316" y="4213"/>
                      <a:pt x="2316" y="4246"/>
                    </a:cubicBezTo>
                    <a:cubicBezTo>
                      <a:pt x="2284" y="4246"/>
                      <a:pt x="2252" y="4246"/>
                      <a:pt x="2219" y="4246"/>
                    </a:cubicBezTo>
                    <a:cubicBezTo>
                      <a:pt x="2219" y="4341"/>
                      <a:pt x="2219" y="4437"/>
                      <a:pt x="2219" y="4535"/>
                    </a:cubicBezTo>
                    <a:cubicBezTo>
                      <a:pt x="2187" y="4535"/>
                      <a:pt x="2156" y="4535"/>
                      <a:pt x="2123" y="4535"/>
                    </a:cubicBezTo>
                    <a:cubicBezTo>
                      <a:pt x="2123" y="5076"/>
                      <a:pt x="2123" y="5618"/>
                      <a:pt x="2123" y="6175"/>
                    </a:cubicBezTo>
                    <a:cubicBezTo>
                      <a:pt x="2091" y="6175"/>
                      <a:pt x="2059" y="6175"/>
                      <a:pt x="2026" y="6175"/>
                    </a:cubicBezTo>
                    <a:cubicBezTo>
                      <a:pt x="2026" y="6207"/>
                      <a:pt x="2026" y="6239"/>
                      <a:pt x="2026" y="6272"/>
                    </a:cubicBezTo>
                    <a:cubicBezTo>
                      <a:pt x="1994" y="6272"/>
                      <a:pt x="1963" y="6272"/>
                      <a:pt x="1930" y="6272"/>
                    </a:cubicBezTo>
                    <a:cubicBezTo>
                      <a:pt x="1930" y="6304"/>
                      <a:pt x="1930" y="6336"/>
                      <a:pt x="1930" y="6368"/>
                    </a:cubicBezTo>
                    <a:cubicBezTo>
                      <a:pt x="1548" y="6368"/>
                      <a:pt x="1166" y="6368"/>
                      <a:pt x="772" y="6368"/>
                    </a:cubicBezTo>
                    <a:cubicBezTo>
                      <a:pt x="772" y="6337"/>
                      <a:pt x="772" y="6305"/>
                      <a:pt x="772" y="6272"/>
                    </a:cubicBezTo>
                    <a:cubicBezTo>
                      <a:pt x="740" y="6272"/>
                      <a:pt x="708" y="6272"/>
                      <a:pt x="675" y="6272"/>
                    </a:cubicBezTo>
                    <a:cubicBezTo>
                      <a:pt x="675" y="6113"/>
                      <a:pt x="675" y="5954"/>
                      <a:pt x="675" y="5789"/>
                    </a:cubicBezTo>
                    <a:cubicBezTo>
                      <a:pt x="644" y="5789"/>
                      <a:pt x="612" y="5789"/>
                      <a:pt x="579" y="5789"/>
                    </a:cubicBezTo>
                    <a:cubicBezTo>
                      <a:pt x="579" y="5312"/>
                      <a:pt x="579" y="4834"/>
                      <a:pt x="579" y="4342"/>
                    </a:cubicBezTo>
                    <a:cubicBezTo>
                      <a:pt x="547" y="4342"/>
                      <a:pt x="515" y="4342"/>
                      <a:pt x="482" y="4342"/>
                    </a:cubicBezTo>
                    <a:cubicBezTo>
                      <a:pt x="482" y="4310"/>
                      <a:pt x="482" y="4278"/>
                      <a:pt x="482" y="4246"/>
                    </a:cubicBezTo>
                    <a:cubicBezTo>
                      <a:pt x="451" y="4246"/>
                      <a:pt x="419" y="4246"/>
                      <a:pt x="386" y="4246"/>
                    </a:cubicBezTo>
                    <a:cubicBezTo>
                      <a:pt x="386" y="4214"/>
                      <a:pt x="386" y="4182"/>
                      <a:pt x="386" y="4149"/>
                    </a:cubicBezTo>
                    <a:cubicBezTo>
                      <a:pt x="322" y="4149"/>
                      <a:pt x="259" y="4149"/>
                      <a:pt x="193" y="4149"/>
                    </a:cubicBezTo>
                    <a:cubicBezTo>
                      <a:pt x="193" y="4117"/>
                      <a:pt x="193" y="4085"/>
                      <a:pt x="193" y="4053"/>
                    </a:cubicBezTo>
                    <a:cubicBezTo>
                      <a:pt x="161" y="4053"/>
                      <a:pt x="129" y="4053"/>
                      <a:pt x="96" y="4053"/>
                    </a:cubicBezTo>
                    <a:cubicBezTo>
                      <a:pt x="96" y="4021"/>
                      <a:pt x="96" y="3989"/>
                      <a:pt x="96" y="3956"/>
                    </a:cubicBezTo>
                    <a:cubicBezTo>
                      <a:pt x="65" y="3956"/>
                      <a:pt x="33" y="3956"/>
                      <a:pt x="0" y="3956"/>
                    </a:cubicBezTo>
                    <a:cubicBezTo>
                      <a:pt x="0" y="2937"/>
                      <a:pt x="0" y="1918"/>
                      <a:pt x="0" y="868"/>
                    </a:cubicBezTo>
                    <a:cubicBezTo>
                      <a:pt x="32" y="868"/>
                      <a:pt x="64" y="868"/>
                      <a:pt x="96" y="868"/>
                    </a:cubicBezTo>
                    <a:cubicBezTo>
                      <a:pt x="96" y="805"/>
                      <a:pt x="96" y="741"/>
                      <a:pt x="96" y="675"/>
                    </a:cubicBezTo>
                    <a:cubicBezTo>
                      <a:pt x="128" y="675"/>
                      <a:pt x="160" y="675"/>
                      <a:pt x="193" y="675"/>
                    </a:cubicBezTo>
                    <a:cubicBezTo>
                      <a:pt x="193" y="644"/>
                      <a:pt x="193" y="612"/>
                      <a:pt x="193" y="579"/>
                    </a:cubicBezTo>
                    <a:cubicBezTo>
                      <a:pt x="225" y="579"/>
                      <a:pt x="257" y="579"/>
                      <a:pt x="289" y="579"/>
                    </a:cubicBezTo>
                    <a:cubicBezTo>
                      <a:pt x="289" y="547"/>
                      <a:pt x="289" y="515"/>
                      <a:pt x="289" y="482"/>
                    </a:cubicBezTo>
                    <a:cubicBezTo>
                      <a:pt x="321" y="482"/>
                      <a:pt x="353" y="482"/>
                      <a:pt x="386" y="482"/>
                    </a:cubicBezTo>
                    <a:cubicBezTo>
                      <a:pt x="386" y="451"/>
                      <a:pt x="386" y="419"/>
                      <a:pt x="386" y="386"/>
                    </a:cubicBezTo>
                    <a:cubicBezTo>
                      <a:pt x="418" y="386"/>
                      <a:pt x="450" y="386"/>
                      <a:pt x="482" y="386"/>
                    </a:cubicBezTo>
                    <a:cubicBezTo>
                      <a:pt x="482" y="354"/>
                      <a:pt x="482" y="322"/>
                      <a:pt x="482" y="289"/>
                    </a:cubicBezTo>
                    <a:cubicBezTo>
                      <a:pt x="514" y="289"/>
                      <a:pt x="546" y="289"/>
                      <a:pt x="579" y="289"/>
                    </a:cubicBezTo>
                    <a:cubicBezTo>
                      <a:pt x="579" y="258"/>
                      <a:pt x="579" y="226"/>
                      <a:pt x="579" y="193"/>
                    </a:cubicBezTo>
                    <a:cubicBezTo>
                      <a:pt x="643" y="193"/>
                      <a:pt x="706" y="193"/>
                      <a:pt x="772" y="193"/>
                    </a:cubicBezTo>
                    <a:cubicBezTo>
                      <a:pt x="772" y="161"/>
                      <a:pt x="772" y="129"/>
                      <a:pt x="772" y="96"/>
                    </a:cubicBezTo>
                    <a:cubicBezTo>
                      <a:pt x="867" y="96"/>
                      <a:pt x="963" y="96"/>
                      <a:pt x="1061" y="96"/>
                    </a:cubicBezTo>
                    <a:cubicBezTo>
                      <a:pt x="1061" y="65"/>
                      <a:pt x="1061" y="33"/>
                      <a:pt x="106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22" name="ICON_SKILL_COMPARE_path_007"/>
              <p:cNvSpPr/>
              <p:nvPr/>
            </p:nvSpPr>
            <p:spPr>
              <a:xfrm>
                <a:off x="6454162" y="1476988"/>
                <a:ext cx="35538" cy="80879"/>
              </a:xfrm>
              <a:custGeom>
                <a:avLst/>
                <a:gdLst/>
                <a:ahLst/>
                <a:cxnLst/>
                <a:rect l="0" t="0" r="r" b="b"/>
                <a:pathLst>
                  <a:path w="2798" h="6368" fill="norm" stroke="0">
                    <a:moveTo>
                      <a:pt x="1061" y="0"/>
                    </a:moveTo>
                    <a:cubicBezTo>
                      <a:pt x="1252" y="0"/>
                      <a:pt x="1444" y="0"/>
                      <a:pt x="1640" y="0"/>
                    </a:cubicBezTo>
                    <a:cubicBezTo>
                      <a:pt x="1640" y="32"/>
                      <a:pt x="1640" y="64"/>
                      <a:pt x="1640" y="96"/>
                    </a:cubicBezTo>
                    <a:cubicBezTo>
                      <a:pt x="1736" y="96"/>
                      <a:pt x="1831" y="96"/>
                      <a:pt x="1930" y="96"/>
                    </a:cubicBezTo>
                    <a:cubicBezTo>
                      <a:pt x="1930" y="128"/>
                      <a:pt x="1930" y="160"/>
                      <a:pt x="1930" y="193"/>
                    </a:cubicBezTo>
                    <a:cubicBezTo>
                      <a:pt x="1994" y="193"/>
                      <a:pt x="2057" y="193"/>
                      <a:pt x="2123" y="193"/>
                    </a:cubicBezTo>
                    <a:cubicBezTo>
                      <a:pt x="2123" y="225"/>
                      <a:pt x="2123" y="257"/>
                      <a:pt x="2123" y="289"/>
                    </a:cubicBezTo>
                    <a:cubicBezTo>
                      <a:pt x="2186" y="289"/>
                      <a:pt x="2250" y="289"/>
                      <a:pt x="2316" y="289"/>
                    </a:cubicBezTo>
                    <a:cubicBezTo>
                      <a:pt x="2316" y="321"/>
                      <a:pt x="2316" y="353"/>
                      <a:pt x="2316" y="386"/>
                    </a:cubicBezTo>
                    <a:cubicBezTo>
                      <a:pt x="2348" y="386"/>
                      <a:pt x="2379" y="386"/>
                      <a:pt x="2412" y="386"/>
                    </a:cubicBezTo>
                    <a:cubicBezTo>
                      <a:pt x="2412" y="418"/>
                      <a:pt x="2412" y="450"/>
                      <a:pt x="2412" y="482"/>
                    </a:cubicBezTo>
                    <a:cubicBezTo>
                      <a:pt x="2444" y="482"/>
                      <a:pt x="2476" y="482"/>
                      <a:pt x="2509" y="482"/>
                    </a:cubicBezTo>
                    <a:cubicBezTo>
                      <a:pt x="2509" y="514"/>
                      <a:pt x="2509" y="546"/>
                      <a:pt x="2509" y="579"/>
                    </a:cubicBezTo>
                    <a:cubicBezTo>
                      <a:pt x="2541" y="579"/>
                      <a:pt x="2572" y="579"/>
                      <a:pt x="2605" y="579"/>
                    </a:cubicBezTo>
                    <a:cubicBezTo>
                      <a:pt x="2605" y="643"/>
                      <a:pt x="2605" y="706"/>
                      <a:pt x="2605" y="772"/>
                    </a:cubicBezTo>
                    <a:cubicBezTo>
                      <a:pt x="2637" y="772"/>
                      <a:pt x="2669" y="772"/>
                      <a:pt x="2702" y="772"/>
                    </a:cubicBezTo>
                    <a:cubicBezTo>
                      <a:pt x="2702" y="836"/>
                      <a:pt x="2702" y="899"/>
                      <a:pt x="2702" y="965"/>
                    </a:cubicBezTo>
                    <a:cubicBezTo>
                      <a:pt x="2734" y="965"/>
                      <a:pt x="2765" y="965"/>
                      <a:pt x="2798" y="965"/>
                    </a:cubicBezTo>
                    <a:cubicBezTo>
                      <a:pt x="2798" y="1952"/>
                      <a:pt x="2798" y="2939"/>
                      <a:pt x="2798" y="3956"/>
                    </a:cubicBezTo>
                    <a:cubicBezTo>
                      <a:pt x="2766" y="3956"/>
                      <a:pt x="2735" y="3956"/>
                      <a:pt x="2702" y="3956"/>
                    </a:cubicBezTo>
                    <a:cubicBezTo>
                      <a:pt x="2702" y="3988"/>
                      <a:pt x="2702" y="4020"/>
                      <a:pt x="2702" y="4053"/>
                    </a:cubicBezTo>
                    <a:cubicBezTo>
                      <a:pt x="2670" y="4053"/>
                      <a:pt x="2638" y="4053"/>
                      <a:pt x="2605" y="4053"/>
                    </a:cubicBezTo>
                    <a:cubicBezTo>
                      <a:pt x="2605" y="4084"/>
                      <a:pt x="2605" y="4116"/>
                      <a:pt x="2605" y="4149"/>
                    </a:cubicBezTo>
                    <a:cubicBezTo>
                      <a:pt x="2510" y="4149"/>
                      <a:pt x="2414" y="4149"/>
                      <a:pt x="2316" y="4149"/>
                    </a:cubicBezTo>
                    <a:cubicBezTo>
                      <a:pt x="2316" y="4181"/>
                      <a:pt x="2316" y="4213"/>
                      <a:pt x="2316" y="4246"/>
                    </a:cubicBezTo>
                    <a:cubicBezTo>
                      <a:pt x="2284" y="4246"/>
                      <a:pt x="2252" y="4246"/>
                      <a:pt x="2219" y="4246"/>
                    </a:cubicBezTo>
                    <a:cubicBezTo>
                      <a:pt x="2219" y="4437"/>
                      <a:pt x="2219" y="4628"/>
                      <a:pt x="2219" y="4825"/>
                    </a:cubicBezTo>
                    <a:cubicBezTo>
                      <a:pt x="2187" y="4825"/>
                      <a:pt x="2156" y="4825"/>
                      <a:pt x="2123" y="4825"/>
                    </a:cubicBezTo>
                    <a:cubicBezTo>
                      <a:pt x="2123" y="5302"/>
                      <a:pt x="2123" y="5780"/>
                      <a:pt x="2123" y="6272"/>
                    </a:cubicBezTo>
                    <a:cubicBezTo>
                      <a:pt x="2091" y="6272"/>
                      <a:pt x="2059" y="6272"/>
                      <a:pt x="2026" y="6272"/>
                    </a:cubicBezTo>
                    <a:cubicBezTo>
                      <a:pt x="2026" y="6304"/>
                      <a:pt x="2026" y="6336"/>
                      <a:pt x="2026" y="6368"/>
                    </a:cubicBezTo>
                    <a:cubicBezTo>
                      <a:pt x="1612" y="6368"/>
                      <a:pt x="1198" y="6368"/>
                      <a:pt x="772" y="6368"/>
                    </a:cubicBezTo>
                    <a:cubicBezTo>
                      <a:pt x="772" y="6337"/>
                      <a:pt x="772" y="6305"/>
                      <a:pt x="772" y="6272"/>
                    </a:cubicBezTo>
                    <a:cubicBezTo>
                      <a:pt x="740" y="6272"/>
                      <a:pt x="708" y="6272"/>
                      <a:pt x="675" y="6272"/>
                    </a:cubicBezTo>
                    <a:cubicBezTo>
                      <a:pt x="675" y="5922"/>
                      <a:pt x="675" y="5571"/>
                      <a:pt x="675" y="5211"/>
                    </a:cubicBezTo>
                    <a:cubicBezTo>
                      <a:pt x="644" y="5211"/>
                      <a:pt x="612" y="5211"/>
                      <a:pt x="579" y="5211"/>
                    </a:cubicBezTo>
                    <a:cubicBezTo>
                      <a:pt x="579" y="4924"/>
                      <a:pt x="579" y="4637"/>
                      <a:pt x="579" y="4342"/>
                    </a:cubicBezTo>
                    <a:cubicBezTo>
                      <a:pt x="547" y="4342"/>
                      <a:pt x="515" y="4342"/>
                      <a:pt x="482" y="4342"/>
                    </a:cubicBezTo>
                    <a:cubicBezTo>
                      <a:pt x="482" y="4310"/>
                      <a:pt x="482" y="4278"/>
                      <a:pt x="482" y="4246"/>
                    </a:cubicBezTo>
                    <a:cubicBezTo>
                      <a:pt x="451" y="4246"/>
                      <a:pt x="419" y="4246"/>
                      <a:pt x="386" y="4246"/>
                    </a:cubicBezTo>
                    <a:cubicBezTo>
                      <a:pt x="386" y="4214"/>
                      <a:pt x="386" y="4182"/>
                      <a:pt x="386" y="4149"/>
                    </a:cubicBezTo>
                    <a:cubicBezTo>
                      <a:pt x="354" y="4149"/>
                      <a:pt x="322" y="4149"/>
                      <a:pt x="289" y="4149"/>
                    </a:cubicBezTo>
                    <a:cubicBezTo>
                      <a:pt x="289" y="4117"/>
                      <a:pt x="289" y="4085"/>
                      <a:pt x="289" y="4053"/>
                    </a:cubicBezTo>
                    <a:cubicBezTo>
                      <a:pt x="226" y="4053"/>
                      <a:pt x="162" y="4053"/>
                      <a:pt x="96" y="4053"/>
                    </a:cubicBezTo>
                    <a:cubicBezTo>
                      <a:pt x="96" y="4021"/>
                      <a:pt x="96" y="3989"/>
                      <a:pt x="96" y="3956"/>
                    </a:cubicBezTo>
                    <a:cubicBezTo>
                      <a:pt x="65" y="3956"/>
                      <a:pt x="33" y="3956"/>
                      <a:pt x="0" y="3956"/>
                    </a:cubicBezTo>
                    <a:cubicBezTo>
                      <a:pt x="0" y="3892"/>
                      <a:pt x="0" y="3829"/>
                      <a:pt x="0" y="3763"/>
                    </a:cubicBezTo>
                    <a:cubicBezTo>
                      <a:pt x="32" y="3763"/>
                      <a:pt x="64" y="3763"/>
                      <a:pt x="96" y="3763"/>
                    </a:cubicBezTo>
                    <a:cubicBezTo>
                      <a:pt x="96" y="2808"/>
                      <a:pt x="96" y="1853"/>
                      <a:pt x="96" y="868"/>
                    </a:cubicBezTo>
                    <a:cubicBezTo>
                      <a:pt x="128" y="868"/>
                      <a:pt x="160" y="868"/>
                      <a:pt x="193" y="868"/>
                    </a:cubicBezTo>
                    <a:cubicBezTo>
                      <a:pt x="193" y="773"/>
                      <a:pt x="193" y="677"/>
                      <a:pt x="193" y="579"/>
                    </a:cubicBezTo>
                    <a:cubicBezTo>
                      <a:pt x="225" y="579"/>
                      <a:pt x="257" y="579"/>
                      <a:pt x="289" y="579"/>
                    </a:cubicBezTo>
                    <a:cubicBezTo>
                      <a:pt x="289" y="547"/>
                      <a:pt x="289" y="515"/>
                      <a:pt x="289" y="482"/>
                    </a:cubicBezTo>
                    <a:cubicBezTo>
                      <a:pt x="321" y="482"/>
                      <a:pt x="353" y="482"/>
                      <a:pt x="386" y="482"/>
                    </a:cubicBezTo>
                    <a:cubicBezTo>
                      <a:pt x="386" y="451"/>
                      <a:pt x="386" y="419"/>
                      <a:pt x="386" y="386"/>
                    </a:cubicBezTo>
                    <a:cubicBezTo>
                      <a:pt x="418" y="386"/>
                      <a:pt x="450" y="386"/>
                      <a:pt x="482" y="386"/>
                    </a:cubicBezTo>
                    <a:cubicBezTo>
                      <a:pt x="482" y="354"/>
                      <a:pt x="482" y="322"/>
                      <a:pt x="482" y="289"/>
                    </a:cubicBezTo>
                    <a:cubicBezTo>
                      <a:pt x="514" y="289"/>
                      <a:pt x="546" y="289"/>
                      <a:pt x="579" y="289"/>
                    </a:cubicBezTo>
                    <a:cubicBezTo>
                      <a:pt x="579" y="258"/>
                      <a:pt x="579" y="226"/>
                      <a:pt x="579" y="193"/>
                    </a:cubicBezTo>
                    <a:cubicBezTo>
                      <a:pt x="643" y="193"/>
                      <a:pt x="706" y="193"/>
                      <a:pt x="772" y="193"/>
                    </a:cubicBezTo>
                    <a:cubicBezTo>
                      <a:pt x="772" y="161"/>
                      <a:pt x="772" y="129"/>
                      <a:pt x="772" y="96"/>
                    </a:cubicBezTo>
                    <a:cubicBezTo>
                      <a:pt x="867" y="96"/>
                      <a:pt x="963" y="96"/>
                      <a:pt x="1061" y="96"/>
                    </a:cubicBezTo>
                    <a:cubicBezTo>
                      <a:pt x="1061" y="65"/>
                      <a:pt x="1061" y="33"/>
                      <a:pt x="106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23" name="ICON_SKILL_COMPARE_path_008"/>
              <p:cNvSpPr/>
              <p:nvPr/>
            </p:nvSpPr>
            <p:spPr>
              <a:xfrm>
                <a:off x="6403650" y="1399715"/>
                <a:ext cx="45681" cy="45485"/>
              </a:xfrm>
              <a:custGeom>
                <a:avLst/>
                <a:gdLst/>
                <a:ahLst/>
                <a:cxnLst/>
                <a:rect l="0" t="0" r="r" b="b"/>
                <a:pathLst>
                  <a:path w="3597" h="3581" fill="norm" stroke="0">
                    <a:moveTo>
                      <a:pt x="1565" y="5"/>
                    </a:moveTo>
                    <a:cubicBezTo>
                      <a:pt x="1620" y="4"/>
                      <a:pt x="1676" y="3"/>
                      <a:pt x="1731" y="3"/>
                    </a:cubicBezTo>
                    <a:cubicBezTo>
                      <a:pt x="1747" y="2"/>
                      <a:pt x="1762" y="2"/>
                      <a:pt x="1779" y="1"/>
                    </a:cubicBezTo>
                    <a:cubicBezTo>
                      <a:pt x="1794" y="1"/>
                      <a:pt x="1809" y="1"/>
                      <a:pt x="1824" y="1"/>
                    </a:cubicBezTo>
                    <a:cubicBezTo>
                      <a:pt x="1838" y="1"/>
                      <a:pt x="1852" y="0"/>
                      <a:pt x="1866" y="0"/>
                    </a:cubicBezTo>
                    <a:cubicBezTo>
                      <a:pt x="1903" y="5"/>
                      <a:pt x="1903" y="5"/>
                      <a:pt x="1951" y="54"/>
                    </a:cubicBezTo>
                    <a:cubicBezTo>
                      <a:pt x="2003" y="62"/>
                      <a:pt x="2003" y="62"/>
                      <a:pt x="2067" y="66"/>
                    </a:cubicBezTo>
                    <a:cubicBezTo>
                      <a:pt x="2090" y="67"/>
                      <a:pt x="2113" y="69"/>
                      <a:pt x="2137" y="70"/>
                    </a:cubicBezTo>
                    <a:cubicBezTo>
                      <a:pt x="2174" y="73"/>
                      <a:pt x="2210" y="75"/>
                      <a:pt x="2247" y="77"/>
                    </a:cubicBezTo>
                    <a:cubicBezTo>
                      <a:pt x="2530" y="92"/>
                      <a:pt x="2530" y="92"/>
                      <a:pt x="2626" y="198"/>
                    </a:cubicBezTo>
                    <a:cubicBezTo>
                      <a:pt x="2636" y="253"/>
                      <a:pt x="2636" y="253"/>
                      <a:pt x="2626" y="295"/>
                    </a:cubicBezTo>
                    <a:cubicBezTo>
                      <a:pt x="2658" y="295"/>
                      <a:pt x="2690" y="295"/>
                      <a:pt x="2723" y="295"/>
                    </a:cubicBezTo>
                    <a:cubicBezTo>
                      <a:pt x="2723" y="327"/>
                      <a:pt x="2723" y="359"/>
                      <a:pt x="2723" y="391"/>
                    </a:cubicBezTo>
                    <a:cubicBezTo>
                      <a:pt x="2787" y="391"/>
                      <a:pt x="2850" y="391"/>
                      <a:pt x="2916" y="391"/>
                    </a:cubicBezTo>
                    <a:cubicBezTo>
                      <a:pt x="2916" y="423"/>
                      <a:pt x="2916" y="455"/>
                      <a:pt x="2916" y="488"/>
                    </a:cubicBezTo>
                    <a:cubicBezTo>
                      <a:pt x="2930" y="486"/>
                      <a:pt x="2944" y="484"/>
                      <a:pt x="2958" y="483"/>
                    </a:cubicBezTo>
                    <a:cubicBezTo>
                      <a:pt x="3051" y="492"/>
                      <a:pt x="3105" y="559"/>
                      <a:pt x="3166" y="625"/>
                    </a:cubicBezTo>
                    <a:cubicBezTo>
                      <a:pt x="3219" y="699"/>
                      <a:pt x="3222" y="750"/>
                      <a:pt x="3212" y="839"/>
                    </a:cubicBezTo>
                    <a:cubicBezTo>
                      <a:pt x="3210" y="850"/>
                      <a:pt x="3208" y="862"/>
                      <a:pt x="3205" y="874"/>
                    </a:cubicBezTo>
                    <a:cubicBezTo>
                      <a:pt x="3237" y="874"/>
                      <a:pt x="3269" y="874"/>
                      <a:pt x="3302" y="874"/>
                    </a:cubicBezTo>
                    <a:cubicBezTo>
                      <a:pt x="3302" y="906"/>
                      <a:pt x="3302" y="938"/>
                      <a:pt x="3302" y="970"/>
                    </a:cubicBezTo>
                    <a:cubicBezTo>
                      <a:pt x="3334" y="970"/>
                      <a:pt x="3366" y="970"/>
                      <a:pt x="3398" y="970"/>
                    </a:cubicBezTo>
                    <a:cubicBezTo>
                      <a:pt x="3398" y="1034"/>
                      <a:pt x="3398" y="1098"/>
                      <a:pt x="3398" y="1163"/>
                    </a:cubicBezTo>
                    <a:cubicBezTo>
                      <a:pt x="3430" y="1163"/>
                      <a:pt x="3462" y="1163"/>
                      <a:pt x="3495" y="1163"/>
                    </a:cubicBezTo>
                    <a:cubicBezTo>
                      <a:pt x="3496" y="1175"/>
                      <a:pt x="3497" y="1186"/>
                      <a:pt x="3499" y="1198"/>
                    </a:cubicBezTo>
                    <a:cubicBezTo>
                      <a:pt x="3504" y="1250"/>
                      <a:pt x="3510" y="1302"/>
                      <a:pt x="3516" y="1353"/>
                    </a:cubicBezTo>
                    <a:cubicBezTo>
                      <a:pt x="3518" y="1371"/>
                      <a:pt x="3520" y="1389"/>
                      <a:pt x="3522" y="1408"/>
                    </a:cubicBezTo>
                    <a:cubicBezTo>
                      <a:pt x="3524" y="1425"/>
                      <a:pt x="3526" y="1442"/>
                      <a:pt x="3528" y="1460"/>
                    </a:cubicBezTo>
                    <a:cubicBezTo>
                      <a:pt x="3530" y="1476"/>
                      <a:pt x="3531" y="1492"/>
                      <a:pt x="3533" y="1508"/>
                    </a:cubicBezTo>
                    <a:cubicBezTo>
                      <a:pt x="3543" y="1549"/>
                      <a:pt x="3543" y="1549"/>
                      <a:pt x="3591" y="1598"/>
                    </a:cubicBezTo>
                    <a:cubicBezTo>
                      <a:pt x="3597" y="1652"/>
                      <a:pt x="3597" y="1652"/>
                      <a:pt x="3596" y="1718"/>
                    </a:cubicBezTo>
                    <a:cubicBezTo>
                      <a:pt x="3596" y="1730"/>
                      <a:pt x="3596" y="1730"/>
                      <a:pt x="3596" y="1790"/>
                    </a:cubicBezTo>
                    <a:cubicBezTo>
                      <a:pt x="3595" y="1816"/>
                      <a:pt x="3595" y="1841"/>
                      <a:pt x="3594" y="1866"/>
                    </a:cubicBezTo>
                    <a:cubicBezTo>
                      <a:pt x="3594" y="1891"/>
                      <a:pt x="3594" y="1917"/>
                      <a:pt x="3594" y="1942"/>
                    </a:cubicBezTo>
                    <a:cubicBezTo>
                      <a:pt x="3593" y="2004"/>
                      <a:pt x="3592" y="2066"/>
                      <a:pt x="3591" y="2128"/>
                    </a:cubicBezTo>
                    <a:cubicBezTo>
                      <a:pt x="3560" y="2128"/>
                      <a:pt x="3528" y="2128"/>
                      <a:pt x="3495" y="2128"/>
                    </a:cubicBezTo>
                    <a:cubicBezTo>
                      <a:pt x="3495" y="2256"/>
                      <a:pt x="3495" y="2383"/>
                      <a:pt x="3495" y="2514"/>
                    </a:cubicBezTo>
                    <a:cubicBezTo>
                      <a:pt x="3463" y="2514"/>
                      <a:pt x="3431" y="2514"/>
                      <a:pt x="3398" y="2514"/>
                    </a:cubicBezTo>
                    <a:cubicBezTo>
                      <a:pt x="3398" y="2610"/>
                      <a:pt x="3398" y="2705"/>
                      <a:pt x="3398" y="2804"/>
                    </a:cubicBezTo>
                    <a:cubicBezTo>
                      <a:pt x="3367" y="2804"/>
                      <a:pt x="3335" y="2804"/>
                      <a:pt x="3302" y="2804"/>
                    </a:cubicBezTo>
                    <a:cubicBezTo>
                      <a:pt x="3304" y="2818"/>
                      <a:pt x="3305" y="2832"/>
                      <a:pt x="3307" y="2847"/>
                    </a:cubicBezTo>
                    <a:cubicBezTo>
                      <a:pt x="3300" y="2918"/>
                      <a:pt x="3277" y="2933"/>
                      <a:pt x="3223" y="2978"/>
                    </a:cubicBezTo>
                    <a:cubicBezTo>
                      <a:pt x="3206" y="2993"/>
                      <a:pt x="3189" y="3007"/>
                      <a:pt x="3172" y="3022"/>
                    </a:cubicBezTo>
                    <a:cubicBezTo>
                      <a:pt x="3154" y="3036"/>
                      <a:pt x="3136" y="3051"/>
                      <a:pt x="3118" y="3066"/>
                    </a:cubicBezTo>
                    <a:cubicBezTo>
                      <a:pt x="3083" y="3095"/>
                      <a:pt x="3049" y="3124"/>
                      <a:pt x="3015" y="3153"/>
                    </a:cubicBezTo>
                    <a:cubicBezTo>
                      <a:pt x="3006" y="3160"/>
                      <a:pt x="3006" y="3160"/>
                      <a:pt x="2964" y="3196"/>
                    </a:cubicBezTo>
                    <a:cubicBezTo>
                      <a:pt x="2919" y="3235"/>
                      <a:pt x="2879" y="3277"/>
                      <a:pt x="2839" y="3321"/>
                    </a:cubicBezTo>
                    <a:cubicBezTo>
                      <a:pt x="2790" y="3371"/>
                      <a:pt x="2776" y="3382"/>
                      <a:pt x="2704" y="3397"/>
                    </a:cubicBezTo>
                    <a:cubicBezTo>
                      <a:pt x="2694" y="3396"/>
                      <a:pt x="2694" y="3396"/>
                      <a:pt x="2642" y="3392"/>
                    </a:cubicBezTo>
                    <a:cubicBezTo>
                      <a:pt x="2631" y="3391"/>
                      <a:pt x="2631" y="3391"/>
                      <a:pt x="2578" y="3388"/>
                    </a:cubicBezTo>
                    <a:cubicBezTo>
                      <a:pt x="2562" y="3386"/>
                      <a:pt x="2546" y="3384"/>
                      <a:pt x="2530" y="3383"/>
                    </a:cubicBezTo>
                    <a:cubicBezTo>
                      <a:pt x="2530" y="3415"/>
                      <a:pt x="2530" y="3446"/>
                      <a:pt x="2530" y="3479"/>
                    </a:cubicBezTo>
                    <a:cubicBezTo>
                      <a:pt x="2498" y="3479"/>
                      <a:pt x="2466" y="3479"/>
                      <a:pt x="2434" y="3479"/>
                    </a:cubicBezTo>
                    <a:cubicBezTo>
                      <a:pt x="2434" y="3511"/>
                      <a:pt x="2434" y="3543"/>
                      <a:pt x="2434" y="3576"/>
                    </a:cubicBezTo>
                    <a:cubicBezTo>
                      <a:pt x="2290" y="3577"/>
                      <a:pt x="2146" y="3578"/>
                      <a:pt x="2002" y="3578"/>
                    </a:cubicBezTo>
                    <a:cubicBezTo>
                      <a:pt x="1935" y="3578"/>
                      <a:pt x="1868" y="3579"/>
                      <a:pt x="1802" y="3579"/>
                    </a:cubicBezTo>
                    <a:cubicBezTo>
                      <a:pt x="1737" y="3580"/>
                      <a:pt x="1673" y="3580"/>
                      <a:pt x="1608" y="3580"/>
                    </a:cubicBezTo>
                    <a:cubicBezTo>
                      <a:pt x="1584" y="3580"/>
                      <a:pt x="1559" y="3581"/>
                      <a:pt x="1534" y="3581"/>
                    </a:cubicBezTo>
                    <a:cubicBezTo>
                      <a:pt x="1500" y="3581"/>
                      <a:pt x="1466" y="3581"/>
                      <a:pt x="1431" y="3581"/>
                    </a:cubicBezTo>
                    <a:cubicBezTo>
                      <a:pt x="1412" y="3581"/>
                      <a:pt x="1392" y="3581"/>
                      <a:pt x="1372" y="3581"/>
                    </a:cubicBezTo>
                    <a:cubicBezTo>
                      <a:pt x="1324" y="3576"/>
                      <a:pt x="1324" y="3576"/>
                      <a:pt x="1276" y="3527"/>
                    </a:cubicBezTo>
                    <a:cubicBezTo>
                      <a:pt x="1241" y="3519"/>
                      <a:pt x="1241" y="3519"/>
                      <a:pt x="1202" y="3516"/>
                    </a:cubicBezTo>
                    <a:cubicBezTo>
                      <a:pt x="1188" y="3514"/>
                      <a:pt x="1173" y="3513"/>
                      <a:pt x="1159" y="3511"/>
                    </a:cubicBezTo>
                    <a:cubicBezTo>
                      <a:pt x="1143" y="3509"/>
                      <a:pt x="1128" y="3508"/>
                      <a:pt x="1113" y="3506"/>
                    </a:cubicBezTo>
                    <a:cubicBezTo>
                      <a:pt x="902" y="3480"/>
                      <a:pt x="902" y="3480"/>
                      <a:pt x="814" y="3409"/>
                    </a:cubicBezTo>
                    <a:cubicBezTo>
                      <a:pt x="793" y="3383"/>
                      <a:pt x="793" y="3383"/>
                      <a:pt x="784" y="3328"/>
                    </a:cubicBezTo>
                    <a:cubicBezTo>
                      <a:pt x="787" y="3314"/>
                      <a:pt x="790" y="3301"/>
                      <a:pt x="793" y="3286"/>
                    </a:cubicBezTo>
                    <a:cubicBezTo>
                      <a:pt x="779" y="3288"/>
                      <a:pt x="765" y="3290"/>
                      <a:pt x="750" y="3291"/>
                    </a:cubicBezTo>
                    <a:cubicBezTo>
                      <a:pt x="697" y="3286"/>
                      <a:pt x="697" y="3286"/>
                      <a:pt x="657" y="3252"/>
                    </a:cubicBezTo>
                    <a:cubicBezTo>
                      <a:pt x="644" y="3237"/>
                      <a:pt x="632" y="3221"/>
                      <a:pt x="618" y="3205"/>
                    </a:cubicBezTo>
                    <a:cubicBezTo>
                      <a:pt x="604" y="3188"/>
                      <a:pt x="590" y="3171"/>
                      <a:pt x="575" y="3154"/>
                    </a:cubicBezTo>
                    <a:cubicBezTo>
                      <a:pt x="561" y="3136"/>
                      <a:pt x="546" y="3118"/>
                      <a:pt x="531" y="3099"/>
                    </a:cubicBezTo>
                    <a:cubicBezTo>
                      <a:pt x="368" y="2901"/>
                      <a:pt x="368" y="2901"/>
                      <a:pt x="276" y="2846"/>
                    </a:cubicBezTo>
                    <a:cubicBezTo>
                      <a:pt x="216" y="2809"/>
                      <a:pt x="216" y="2809"/>
                      <a:pt x="200" y="2752"/>
                    </a:cubicBezTo>
                    <a:cubicBezTo>
                      <a:pt x="202" y="2735"/>
                      <a:pt x="203" y="2719"/>
                      <a:pt x="205" y="2701"/>
                    </a:cubicBezTo>
                    <a:cubicBezTo>
                      <a:pt x="206" y="2684"/>
                      <a:pt x="208" y="2667"/>
                      <a:pt x="209" y="2650"/>
                    </a:cubicBezTo>
                    <a:cubicBezTo>
                      <a:pt x="211" y="2637"/>
                      <a:pt x="212" y="2624"/>
                      <a:pt x="214" y="2611"/>
                    </a:cubicBezTo>
                    <a:cubicBezTo>
                      <a:pt x="182" y="2611"/>
                      <a:pt x="151" y="2611"/>
                      <a:pt x="118" y="2611"/>
                    </a:cubicBezTo>
                    <a:cubicBezTo>
                      <a:pt x="118" y="2579"/>
                      <a:pt x="118" y="2547"/>
                      <a:pt x="118" y="2514"/>
                    </a:cubicBezTo>
                    <a:cubicBezTo>
                      <a:pt x="86" y="2514"/>
                      <a:pt x="54" y="2514"/>
                      <a:pt x="21" y="2514"/>
                    </a:cubicBezTo>
                    <a:cubicBezTo>
                      <a:pt x="18" y="2340"/>
                      <a:pt x="15" y="2165"/>
                      <a:pt x="14" y="1991"/>
                    </a:cubicBezTo>
                    <a:cubicBezTo>
                      <a:pt x="13" y="1910"/>
                      <a:pt x="12" y="1829"/>
                      <a:pt x="10" y="1748"/>
                    </a:cubicBezTo>
                    <a:cubicBezTo>
                      <a:pt x="9" y="1670"/>
                      <a:pt x="8" y="1591"/>
                      <a:pt x="7" y="1513"/>
                    </a:cubicBezTo>
                    <a:cubicBezTo>
                      <a:pt x="7" y="1483"/>
                      <a:pt x="7" y="1454"/>
                      <a:pt x="6" y="1424"/>
                    </a:cubicBezTo>
                    <a:cubicBezTo>
                      <a:pt x="0" y="1189"/>
                      <a:pt x="0" y="1189"/>
                      <a:pt x="54" y="1125"/>
                    </a:cubicBezTo>
                    <a:cubicBezTo>
                      <a:pt x="93" y="1099"/>
                      <a:pt x="93" y="1099"/>
                      <a:pt x="133" y="1082"/>
                    </a:cubicBezTo>
                    <a:cubicBezTo>
                      <a:pt x="166" y="1067"/>
                      <a:pt x="166" y="1067"/>
                      <a:pt x="186" y="1019"/>
                    </a:cubicBezTo>
                    <a:cubicBezTo>
                      <a:pt x="187" y="1003"/>
                      <a:pt x="189" y="987"/>
                      <a:pt x="190" y="970"/>
                    </a:cubicBezTo>
                    <a:cubicBezTo>
                      <a:pt x="206" y="881"/>
                      <a:pt x="206" y="881"/>
                      <a:pt x="247" y="847"/>
                    </a:cubicBezTo>
                    <a:cubicBezTo>
                      <a:pt x="254" y="843"/>
                      <a:pt x="254" y="843"/>
                      <a:pt x="287" y="826"/>
                    </a:cubicBezTo>
                    <a:cubicBezTo>
                      <a:pt x="356" y="788"/>
                      <a:pt x="356" y="788"/>
                      <a:pt x="372" y="736"/>
                    </a:cubicBezTo>
                    <a:cubicBezTo>
                      <a:pt x="374" y="728"/>
                      <a:pt x="374" y="728"/>
                      <a:pt x="380" y="687"/>
                    </a:cubicBezTo>
                    <a:cubicBezTo>
                      <a:pt x="404" y="556"/>
                      <a:pt x="494" y="467"/>
                      <a:pt x="600" y="391"/>
                    </a:cubicBezTo>
                    <a:cubicBezTo>
                      <a:pt x="655" y="386"/>
                      <a:pt x="655" y="386"/>
                      <a:pt x="697" y="391"/>
                    </a:cubicBezTo>
                    <a:cubicBezTo>
                      <a:pt x="697" y="360"/>
                      <a:pt x="697" y="328"/>
                      <a:pt x="697" y="295"/>
                    </a:cubicBezTo>
                    <a:cubicBezTo>
                      <a:pt x="760" y="295"/>
                      <a:pt x="824" y="295"/>
                      <a:pt x="890" y="295"/>
                    </a:cubicBezTo>
                    <a:cubicBezTo>
                      <a:pt x="890" y="263"/>
                      <a:pt x="890" y="231"/>
                      <a:pt x="890" y="198"/>
                    </a:cubicBezTo>
                    <a:cubicBezTo>
                      <a:pt x="953" y="198"/>
                      <a:pt x="1017" y="198"/>
                      <a:pt x="1083" y="198"/>
                    </a:cubicBezTo>
                    <a:cubicBezTo>
                      <a:pt x="1083" y="167"/>
                      <a:pt x="1083" y="135"/>
                      <a:pt x="1083" y="102"/>
                    </a:cubicBezTo>
                    <a:cubicBezTo>
                      <a:pt x="1242" y="102"/>
                      <a:pt x="1401" y="102"/>
                      <a:pt x="1565" y="102"/>
                    </a:cubicBezTo>
                    <a:cubicBezTo>
                      <a:pt x="1565" y="70"/>
                      <a:pt x="1565" y="38"/>
                      <a:pt x="1565" y="5"/>
                    </a:cubicBezTo>
                    <a:close/>
                    <a:moveTo>
                      <a:pt x="1469" y="584"/>
                    </a:moveTo>
                    <a:cubicBezTo>
                      <a:pt x="1469" y="616"/>
                      <a:pt x="1469" y="648"/>
                      <a:pt x="1469" y="681"/>
                    </a:cubicBezTo>
                    <a:cubicBezTo>
                      <a:pt x="1405" y="681"/>
                      <a:pt x="1341" y="681"/>
                      <a:pt x="1276" y="681"/>
                    </a:cubicBezTo>
                    <a:cubicBezTo>
                      <a:pt x="1276" y="713"/>
                      <a:pt x="1276" y="745"/>
                      <a:pt x="1276" y="777"/>
                    </a:cubicBezTo>
                    <a:cubicBezTo>
                      <a:pt x="1212" y="777"/>
                      <a:pt x="1148" y="777"/>
                      <a:pt x="1083" y="777"/>
                    </a:cubicBezTo>
                    <a:cubicBezTo>
                      <a:pt x="1083" y="809"/>
                      <a:pt x="1083" y="841"/>
                      <a:pt x="1083" y="874"/>
                    </a:cubicBezTo>
                    <a:cubicBezTo>
                      <a:pt x="1051" y="874"/>
                      <a:pt x="1019" y="874"/>
                      <a:pt x="986" y="874"/>
                    </a:cubicBezTo>
                    <a:cubicBezTo>
                      <a:pt x="986" y="906"/>
                      <a:pt x="986" y="938"/>
                      <a:pt x="986" y="970"/>
                    </a:cubicBezTo>
                    <a:cubicBezTo>
                      <a:pt x="954" y="970"/>
                      <a:pt x="922" y="970"/>
                      <a:pt x="890" y="970"/>
                    </a:cubicBezTo>
                    <a:cubicBezTo>
                      <a:pt x="890" y="1002"/>
                      <a:pt x="890" y="1034"/>
                      <a:pt x="890" y="1067"/>
                    </a:cubicBezTo>
                    <a:cubicBezTo>
                      <a:pt x="858" y="1067"/>
                      <a:pt x="826" y="1067"/>
                      <a:pt x="793" y="1067"/>
                    </a:cubicBezTo>
                    <a:cubicBezTo>
                      <a:pt x="793" y="1099"/>
                      <a:pt x="793" y="1131"/>
                      <a:pt x="793" y="1163"/>
                    </a:cubicBezTo>
                    <a:cubicBezTo>
                      <a:pt x="761" y="1163"/>
                      <a:pt x="729" y="1163"/>
                      <a:pt x="697" y="1163"/>
                    </a:cubicBezTo>
                    <a:cubicBezTo>
                      <a:pt x="697" y="1227"/>
                      <a:pt x="697" y="1291"/>
                      <a:pt x="697" y="1356"/>
                    </a:cubicBezTo>
                    <a:cubicBezTo>
                      <a:pt x="665" y="1356"/>
                      <a:pt x="633" y="1356"/>
                      <a:pt x="600" y="1356"/>
                    </a:cubicBezTo>
                    <a:cubicBezTo>
                      <a:pt x="600" y="1452"/>
                      <a:pt x="600" y="1547"/>
                      <a:pt x="600" y="1646"/>
                    </a:cubicBezTo>
                    <a:cubicBezTo>
                      <a:pt x="568" y="1646"/>
                      <a:pt x="536" y="1646"/>
                      <a:pt x="504" y="1646"/>
                    </a:cubicBezTo>
                    <a:cubicBezTo>
                      <a:pt x="504" y="1773"/>
                      <a:pt x="504" y="1901"/>
                      <a:pt x="504" y="2032"/>
                    </a:cubicBezTo>
                    <a:cubicBezTo>
                      <a:pt x="536" y="2032"/>
                      <a:pt x="567" y="2032"/>
                      <a:pt x="600" y="2032"/>
                    </a:cubicBezTo>
                    <a:cubicBezTo>
                      <a:pt x="600" y="2127"/>
                      <a:pt x="600" y="2223"/>
                      <a:pt x="600" y="2321"/>
                    </a:cubicBezTo>
                    <a:cubicBezTo>
                      <a:pt x="632" y="2321"/>
                      <a:pt x="664" y="2321"/>
                      <a:pt x="697" y="2321"/>
                    </a:cubicBezTo>
                    <a:cubicBezTo>
                      <a:pt x="697" y="2385"/>
                      <a:pt x="697" y="2449"/>
                      <a:pt x="697" y="2514"/>
                    </a:cubicBezTo>
                    <a:cubicBezTo>
                      <a:pt x="729" y="2514"/>
                      <a:pt x="760" y="2514"/>
                      <a:pt x="793" y="2514"/>
                    </a:cubicBezTo>
                    <a:cubicBezTo>
                      <a:pt x="793" y="2546"/>
                      <a:pt x="793" y="2578"/>
                      <a:pt x="793" y="2611"/>
                    </a:cubicBezTo>
                    <a:cubicBezTo>
                      <a:pt x="825" y="2611"/>
                      <a:pt x="857" y="2611"/>
                      <a:pt x="890" y="2611"/>
                    </a:cubicBezTo>
                    <a:cubicBezTo>
                      <a:pt x="890" y="2643"/>
                      <a:pt x="890" y="2674"/>
                      <a:pt x="890" y="2707"/>
                    </a:cubicBezTo>
                    <a:cubicBezTo>
                      <a:pt x="921" y="2707"/>
                      <a:pt x="953" y="2707"/>
                      <a:pt x="986" y="2707"/>
                    </a:cubicBezTo>
                    <a:cubicBezTo>
                      <a:pt x="986" y="2739"/>
                      <a:pt x="986" y="2771"/>
                      <a:pt x="986" y="2804"/>
                    </a:cubicBezTo>
                    <a:cubicBezTo>
                      <a:pt x="1018" y="2804"/>
                      <a:pt x="1050" y="2804"/>
                      <a:pt x="1083" y="2804"/>
                    </a:cubicBezTo>
                    <a:cubicBezTo>
                      <a:pt x="1083" y="2836"/>
                      <a:pt x="1083" y="2867"/>
                      <a:pt x="1083" y="2900"/>
                    </a:cubicBezTo>
                    <a:cubicBezTo>
                      <a:pt x="1146" y="2900"/>
                      <a:pt x="1210" y="2900"/>
                      <a:pt x="1276" y="2900"/>
                    </a:cubicBezTo>
                    <a:cubicBezTo>
                      <a:pt x="1276" y="2932"/>
                      <a:pt x="1276" y="2964"/>
                      <a:pt x="1276" y="2997"/>
                    </a:cubicBezTo>
                    <a:cubicBezTo>
                      <a:pt x="1371" y="2997"/>
                      <a:pt x="1467" y="2997"/>
                      <a:pt x="1565" y="2997"/>
                    </a:cubicBezTo>
                    <a:cubicBezTo>
                      <a:pt x="1565" y="3029"/>
                      <a:pt x="1565" y="3060"/>
                      <a:pt x="1565" y="3093"/>
                    </a:cubicBezTo>
                    <a:cubicBezTo>
                      <a:pt x="1692" y="3093"/>
                      <a:pt x="1820" y="3093"/>
                      <a:pt x="1951" y="3093"/>
                    </a:cubicBezTo>
                    <a:cubicBezTo>
                      <a:pt x="1951" y="3061"/>
                      <a:pt x="1951" y="3030"/>
                      <a:pt x="1951" y="2997"/>
                    </a:cubicBezTo>
                    <a:cubicBezTo>
                      <a:pt x="2047" y="2997"/>
                      <a:pt x="2142" y="2997"/>
                      <a:pt x="2241" y="2997"/>
                    </a:cubicBezTo>
                    <a:cubicBezTo>
                      <a:pt x="2241" y="2965"/>
                      <a:pt x="2241" y="2933"/>
                      <a:pt x="2241" y="2900"/>
                    </a:cubicBezTo>
                    <a:cubicBezTo>
                      <a:pt x="2304" y="2900"/>
                      <a:pt x="2368" y="2900"/>
                      <a:pt x="2434" y="2900"/>
                    </a:cubicBezTo>
                    <a:cubicBezTo>
                      <a:pt x="2434" y="2868"/>
                      <a:pt x="2434" y="2837"/>
                      <a:pt x="2434" y="2804"/>
                    </a:cubicBezTo>
                    <a:cubicBezTo>
                      <a:pt x="2465" y="2804"/>
                      <a:pt x="2497" y="2804"/>
                      <a:pt x="2530" y="2804"/>
                    </a:cubicBezTo>
                    <a:cubicBezTo>
                      <a:pt x="2530" y="2772"/>
                      <a:pt x="2530" y="2740"/>
                      <a:pt x="2530" y="2707"/>
                    </a:cubicBezTo>
                    <a:cubicBezTo>
                      <a:pt x="2562" y="2707"/>
                      <a:pt x="2594" y="2707"/>
                      <a:pt x="2626" y="2707"/>
                    </a:cubicBezTo>
                    <a:cubicBezTo>
                      <a:pt x="2626" y="2675"/>
                      <a:pt x="2626" y="2644"/>
                      <a:pt x="2626" y="2611"/>
                    </a:cubicBezTo>
                    <a:cubicBezTo>
                      <a:pt x="2658" y="2611"/>
                      <a:pt x="2690" y="2611"/>
                      <a:pt x="2723" y="2611"/>
                    </a:cubicBezTo>
                    <a:cubicBezTo>
                      <a:pt x="2723" y="2579"/>
                      <a:pt x="2723" y="2547"/>
                      <a:pt x="2723" y="2514"/>
                    </a:cubicBezTo>
                    <a:cubicBezTo>
                      <a:pt x="2755" y="2514"/>
                      <a:pt x="2787" y="2514"/>
                      <a:pt x="2819" y="2514"/>
                    </a:cubicBezTo>
                    <a:cubicBezTo>
                      <a:pt x="2819" y="2482"/>
                      <a:pt x="2819" y="2451"/>
                      <a:pt x="2819" y="2418"/>
                    </a:cubicBezTo>
                    <a:cubicBezTo>
                      <a:pt x="2851" y="2418"/>
                      <a:pt x="2883" y="2418"/>
                      <a:pt x="2916" y="2418"/>
                    </a:cubicBezTo>
                    <a:cubicBezTo>
                      <a:pt x="2916" y="2322"/>
                      <a:pt x="2916" y="2227"/>
                      <a:pt x="2916" y="2128"/>
                    </a:cubicBezTo>
                    <a:cubicBezTo>
                      <a:pt x="2948" y="2128"/>
                      <a:pt x="2980" y="2128"/>
                      <a:pt x="3012" y="2128"/>
                    </a:cubicBezTo>
                    <a:cubicBezTo>
                      <a:pt x="3012" y="1905"/>
                      <a:pt x="3012" y="1683"/>
                      <a:pt x="3012" y="1453"/>
                    </a:cubicBezTo>
                    <a:cubicBezTo>
                      <a:pt x="2981" y="1453"/>
                      <a:pt x="2949" y="1453"/>
                      <a:pt x="2916" y="1453"/>
                    </a:cubicBezTo>
                    <a:cubicBezTo>
                      <a:pt x="2916" y="1389"/>
                      <a:pt x="2916" y="1325"/>
                      <a:pt x="2916" y="1260"/>
                    </a:cubicBezTo>
                    <a:cubicBezTo>
                      <a:pt x="2884" y="1260"/>
                      <a:pt x="2852" y="1260"/>
                      <a:pt x="2819" y="1260"/>
                    </a:cubicBezTo>
                    <a:cubicBezTo>
                      <a:pt x="2819" y="1196"/>
                      <a:pt x="2819" y="1133"/>
                      <a:pt x="2819" y="1067"/>
                    </a:cubicBezTo>
                    <a:cubicBezTo>
                      <a:pt x="2788" y="1067"/>
                      <a:pt x="2756" y="1067"/>
                      <a:pt x="2723" y="1067"/>
                    </a:cubicBezTo>
                    <a:cubicBezTo>
                      <a:pt x="2723" y="1035"/>
                      <a:pt x="2723" y="1003"/>
                      <a:pt x="2723" y="970"/>
                    </a:cubicBezTo>
                    <a:cubicBezTo>
                      <a:pt x="2691" y="970"/>
                      <a:pt x="2659" y="970"/>
                      <a:pt x="2626" y="970"/>
                    </a:cubicBezTo>
                    <a:cubicBezTo>
                      <a:pt x="2626" y="939"/>
                      <a:pt x="2626" y="907"/>
                      <a:pt x="2626" y="874"/>
                    </a:cubicBezTo>
                    <a:cubicBezTo>
                      <a:pt x="2563" y="874"/>
                      <a:pt x="2499" y="874"/>
                      <a:pt x="2434" y="874"/>
                    </a:cubicBezTo>
                    <a:cubicBezTo>
                      <a:pt x="2434" y="842"/>
                      <a:pt x="2434" y="810"/>
                      <a:pt x="2434" y="777"/>
                    </a:cubicBezTo>
                    <a:cubicBezTo>
                      <a:pt x="2370" y="777"/>
                      <a:pt x="2306" y="777"/>
                      <a:pt x="2241" y="777"/>
                    </a:cubicBezTo>
                    <a:cubicBezTo>
                      <a:pt x="2241" y="746"/>
                      <a:pt x="2241" y="714"/>
                      <a:pt x="2241" y="681"/>
                    </a:cubicBezTo>
                    <a:cubicBezTo>
                      <a:pt x="2177" y="681"/>
                      <a:pt x="2113" y="681"/>
                      <a:pt x="2048" y="681"/>
                    </a:cubicBezTo>
                    <a:cubicBezTo>
                      <a:pt x="2048" y="649"/>
                      <a:pt x="2048" y="617"/>
                      <a:pt x="2048" y="584"/>
                    </a:cubicBezTo>
                    <a:cubicBezTo>
                      <a:pt x="1856" y="584"/>
                      <a:pt x="1665" y="584"/>
                      <a:pt x="1469" y="584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24" name="ICON_SKILL_COMPARE_path_009"/>
              <p:cNvSpPr/>
              <p:nvPr/>
            </p:nvSpPr>
            <p:spPr>
              <a:xfrm>
                <a:off x="6602440" y="1407138"/>
                <a:ext cx="31861" cy="31861"/>
              </a:xfrm>
              <a:custGeom>
                <a:avLst/>
                <a:gdLst/>
                <a:ahLst/>
                <a:cxnLst/>
                <a:rect l="0" t="0" r="r" b="b"/>
                <a:pathLst>
                  <a:path w="2509" h="2509" fill="norm" stroke="0">
                    <a:moveTo>
                      <a:pt x="868" y="0"/>
                    </a:moveTo>
                    <a:cubicBezTo>
                      <a:pt x="1123" y="0"/>
                      <a:pt x="1378" y="0"/>
                      <a:pt x="1640" y="0"/>
                    </a:cubicBezTo>
                    <a:cubicBezTo>
                      <a:pt x="1640" y="32"/>
                      <a:pt x="1640" y="64"/>
                      <a:pt x="1640" y="96"/>
                    </a:cubicBezTo>
                    <a:cubicBezTo>
                      <a:pt x="1704" y="96"/>
                      <a:pt x="1768" y="96"/>
                      <a:pt x="1833" y="96"/>
                    </a:cubicBezTo>
                    <a:cubicBezTo>
                      <a:pt x="1833" y="128"/>
                      <a:pt x="1833" y="160"/>
                      <a:pt x="1833" y="193"/>
                    </a:cubicBezTo>
                    <a:cubicBezTo>
                      <a:pt x="1897" y="193"/>
                      <a:pt x="1961" y="193"/>
                      <a:pt x="2026" y="193"/>
                    </a:cubicBezTo>
                    <a:cubicBezTo>
                      <a:pt x="2026" y="225"/>
                      <a:pt x="2026" y="257"/>
                      <a:pt x="2026" y="289"/>
                    </a:cubicBezTo>
                    <a:cubicBezTo>
                      <a:pt x="2058" y="289"/>
                      <a:pt x="2090" y="289"/>
                      <a:pt x="2123" y="289"/>
                    </a:cubicBezTo>
                    <a:cubicBezTo>
                      <a:pt x="2123" y="321"/>
                      <a:pt x="2123" y="353"/>
                      <a:pt x="2123" y="386"/>
                    </a:cubicBezTo>
                    <a:cubicBezTo>
                      <a:pt x="2155" y="386"/>
                      <a:pt x="2186" y="386"/>
                      <a:pt x="2219" y="386"/>
                    </a:cubicBezTo>
                    <a:cubicBezTo>
                      <a:pt x="2219" y="418"/>
                      <a:pt x="2219" y="450"/>
                      <a:pt x="2219" y="482"/>
                    </a:cubicBezTo>
                    <a:cubicBezTo>
                      <a:pt x="2251" y="482"/>
                      <a:pt x="2283" y="482"/>
                      <a:pt x="2316" y="482"/>
                    </a:cubicBezTo>
                    <a:cubicBezTo>
                      <a:pt x="2316" y="546"/>
                      <a:pt x="2316" y="610"/>
                      <a:pt x="2316" y="675"/>
                    </a:cubicBezTo>
                    <a:cubicBezTo>
                      <a:pt x="2348" y="675"/>
                      <a:pt x="2379" y="675"/>
                      <a:pt x="2412" y="675"/>
                    </a:cubicBezTo>
                    <a:cubicBezTo>
                      <a:pt x="2412" y="739"/>
                      <a:pt x="2412" y="803"/>
                      <a:pt x="2412" y="868"/>
                    </a:cubicBezTo>
                    <a:cubicBezTo>
                      <a:pt x="2444" y="868"/>
                      <a:pt x="2476" y="868"/>
                      <a:pt x="2509" y="868"/>
                    </a:cubicBezTo>
                    <a:cubicBezTo>
                      <a:pt x="2509" y="1123"/>
                      <a:pt x="2509" y="1378"/>
                      <a:pt x="2509" y="1640"/>
                    </a:cubicBezTo>
                    <a:cubicBezTo>
                      <a:pt x="2477" y="1640"/>
                      <a:pt x="2445" y="1640"/>
                      <a:pt x="2412" y="1640"/>
                    </a:cubicBezTo>
                    <a:cubicBezTo>
                      <a:pt x="2412" y="1704"/>
                      <a:pt x="2412" y="1768"/>
                      <a:pt x="2412" y="1833"/>
                    </a:cubicBezTo>
                    <a:cubicBezTo>
                      <a:pt x="2380" y="1833"/>
                      <a:pt x="2349" y="1833"/>
                      <a:pt x="2316" y="1833"/>
                    </a:cubicBezTo>
                    <a:cubicBezTo>
                      <a:pt x="2316" y="1865"/>
                      <a:pt x="2316" y="1897"/>
                      <a:pt x="2316" y="1930"/>
                    </a:cubicBezTo>
                    <a:cubicBezTo>
                      <a:pt x="2284" y="1930"/>
                      <a:pt x="2252" y="1930"/>
                      <a:pt x="2219" y="1930"/>
                    </a:cubicBezTo>
                    <a:cubicBezTo>
                      <a:pt x="2219" y="1962"/>
                      <a:pt x="2219" y="1994"/>
                      <a:pt x="2219" y="2026"/>
                    </a:cubicBezTo>
                    <a:cubicBezTo>
                      <a:pt x="2187" y="2026"/>
                      <a:pt x="2156" y="2026"/>
                      <a:pt x="2123" y="2026"/>
                    </a:cubicBezTo>
                    <a:cubicBezTo>
                      <a:pt x="2123" y="2058"/>
                      <a:pt x="2123" y="2090"/>
                      <a:pt x="2123" y="2123"/>
                    </a:cubicBezTo>
                    <a:cubicBezTo>
                      <a:pt x="2091" y="2123"/>
                      <a:pt x="2059" y="2123"/>
                      <a:pt x="2026" y="2123"/>
                    </a:cubicBezTo>
                    <a:cubicBezTo>
                      <a:pt x="2026" y="2155"/>
                      <a:pt x="2026" y="2186"/>
                      <a:pt x="2026" y="2219"/>
                    </a:cubicBezTo>
                    <a:cubicBezTo>
                      <a:pt x="1994" y="2219"/>
                      <a:pt x="1963" y="2219"/>
                      <a:pt x="1930" y="2219"/>
                    </a:cubicBezTo>
                    <a:cubicBezTo>
                      <a:pt x="1930" y="2251"/>
                      <a:pt x="1930" y="2283"/>
                      <a:pt x="1930" y="2316"/>
                    </a:cubicBezTo>
                    <a:cubicBezTo>
                      <a:pt x="1898" y="2316"/>
                      <a:pt x="1866" y="2316"/>
                      <a:pt x="1833" y="2316"/>
                    </a:cubicBezTo>
                    <a:cubicBezTo>
                      <a:pt x="1833" y="2348"/>
                      <a:pt x="1833" y="2379"/>
                      <a:pt x="1833" y="2412"/>
                    </a:cubicBezTo>
                    <a:cubicBezTo>
                      <a:pt x="1738" y="2412"/>
                      <a:pt x="1642" y="2412"/>
                      <a:pt x="1544" y="2412"/>
                    </a:cubicBezTo>
                    <a:cubicBezTo>
                      <a:pt x="1544" y="2444"/>
                      <a:pt x="1544" y="2476"/>
                      <a:pt x="1544" y="2509"/>
                    </a:cubicBezTo>
                    <a:cubicBezTo>
                      <a:pt x="1321" y="2509"/>
                      <a:pt x="1098" y="2509"/>
                      <a:pt x="868" y="2509"/>
                    </a:cubicBezTo>
                    <a:cubicBezTo>
                      <a:pt x="868" y="2477"/>
                      <a:pt x="868" y="2445"/>
                      <a:pt x="868" y="2412"/>
                    </a:cubicBezTo>
                    <a:cubicBezTo>
                      <a:pt x="805" y="2412"/>
                      <a:pt x="741" y="2412"/>
                      <a:pt x="675" y="2412"/>
                    </a:cubicBezTo>
                    <a:cubicBezTo>
                      <a:pt x="675" y="2380"/>
                      <a:pt x="675" y="2349"/>
                      <a:pt x="675" y="2316"/>
                    </a:cubicBezTo>
                    <a:cubicBezTo>
                      <a:pt x="612" y="2316"/>
                      <a:pt x="548" y="2316"/>
                      <a:pt x="482" y="2316"/>
                    </a:cubicBezTo>
                    <a:cubicBezTo>
                      <a:pt x="482" y="2284"/>
                      <a:pt x="482" y="2252"/>
                      <a:pt x="482" y="2219"/>
                    </a:cubicBezTo>
                    <a:cubicBezTo>
                      <a:pt x="451" y="2219"/>
                      <a:pt x="419" y="2219"/>
                      <a:pt x="386" y="2219"/>
                    </a:cubicBezTo>
                    <a:cubicBezTo>
                      <a:pt x="386" y="2187"/>
                      <a:pt x="386" y="2156"/>
                      <a:pt x="386" y="2123"/>
                    </a:cubicBezTo>
                    <a:cubicBezTo>
                      <a:pt x="354" y="2123"/>
                      <a:pt x="322" y="2123"/>
                      <a:pt x="289" y="2123"/>
                    </a:cubicBezTo>
                    <a:cubicBezTo>
                      <a:pt x="289" y="2091"/>
                      <a:pt x="289" y="2059"/>
                      <a:pt x="289" y="2026"/>
                    </a:cubicBezTo>
                    <a:cubicBezTo>
                      <a:pt x="258" y="2026"/>
                      <a:pt x="226" y="2026"/>
                      <a:pt x="193" y="2026"/>
                    </a:cubicBezTo>
                    <a:cubicBezTo>
                      <a:pt x="193" y="1994"/>
                      <a:pt x="193" y="1963"/>
                      <a:pt x="193" y="1930"/>
                    </a:cubicBezTo>
                    <a:cubicBezTo>
                      <a:pt x="161" y="1930"/>
                      <a:pt x="129" y="1930"/>
                      <a:pt x="96" y="1930"/>
                    </a:cubicBezTo>
                    <a:cubicBezTo>
                      <a:pt x="96" y="1866"/>
                      <a:pt x="96" y="1802"/>
                      <a:pt x="96" y="1737"/>
                    </a:cubicBezTo>
                    <a:cubicBezTo>
                      <a:pt x="65" y="1737"/>
                      <a:pt x="33" y="1737"/>
                      <a:pt x="0" y="1737"/>
                    </a:cubicBezTo>
                    <a:cubicBezTo>
                      <a:pt x="0" y="1450"/>
                      <a:pt x="0" y="1164"/>
                      <a:pt x="0" y="868"/>
                    </a:cubicBezTo>
                    <a:cubicBezTo>
                      <a:pt x="32" y="868"/>
                      <a:pt x="64" y="868"/>
                      <a:pt x="96" y="868"/>
                    </a:cubicBezTo>
                    <a:cubicBezTo>
                      <a:pt x="96" y="773"/>
                      <a:pt x="96" y="677"/>
                      <a:pt x="96" y="579"/>
                    </a:cubicBezTo>
                    <a:cubicBezTo>
                      <a:pt x="128" y="579"/>
                      <a:pt x="160" y="579"/>
                      <a:pt x="193" y="579"/>
                    </a:cubicBezTo>
                    <a:cubicBezTo>
                      <a:pt x="193" y="547"/>
                      <a:pt x="193" y="515"/>
                      <a:pt x="193" y="482"/>
                    </a:cubicBezTo>
                    <a:cubicBezTo>
                      <a:pt x="225" y="482"/>
                      <a:pt x="257" y="482"/>
                      <a:pt x="289" y="482"/>
                    </a:cubicBezTo>
                    <a:cubicBezTo>
                      <a:pt x="289" y="451"/>
                      <a:pt x="289" y="419"/>
                      <a:pt x="289" y="386"/>
                    </a:cubicBezTo>
                    <a:cubicBezTo>
                      <a:pt x="321" y="386"/>
                      <a:pt x="353" y="386"/>
                      <a:pt x="386" y="386"/>
                    </a:cubicBezTo>
                    <a:cubicBezTo>
                      <a:pt x="386" y="354"/>
                      <a:pt x="386" y="322"/>
                      <a:pt x="386" y="289"/>
                    </a:cubicBezTo>
                    <a:cubicBezTo>
                      <a:pt x="418" y="289"/>
                      <a:pt x="450" y="289"/>
                      <a:pt x="482" y="289"/>
                    </a:cubicBezTo>
                    <a:cubicBezTo>
                      <a:pt x="482" y="258"/>
                      <a:pt x="482" y="226"/>
                      <a:pt x="482" y="193"/>
                    </a:cubicBezTo>
                    <a:cubicBezTo>
                      <a:pt x="546" y="193"/>
                      <a:pt x="610" y="193"/>
                      <a:pt x="675" y="193"/>
                    </a:cubicBezTo>
                    <a:cubicBezTo>
                      <a:pt x="675" y="161"/>
                      <a:pt x="675" y="129"/>
                      <a:pt x="675" y="96"/>
                    </a:cubicBezTo>
                    <a:cubicBezTo>
                      <a:pt x="739" y="96"/>
                      <a:pt x="803" y="96"/>
                      <a:pt x="868" y="96"/>
                    </a:cubicBezTo>
                    <a:cubicBezTo>
                      <a:pt x="868" y="65"/>
                      <a:pt x="868" y="33"/>
                      <a:pt x="86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13" cap="flat">
                <a:noFill/>
              </a:ln>
            </p:spPr>
          </p:sp>
          <p:sp>
            <p:nvSpPr>
              <p:cNvPr id="625" name="ICON_SKILL_COMPARE_path_010"/>
              <p:cNvSpPr/>
              <p:nvPr/>
            </p:nvSpPr>
            <p:spPr>
              <a:xfrm>
                <a:off x="6596313" y="1399785"/>
                <a:ext cx="44116" cy="45341"/>
              </a:xfrm>
              <a:custGeom>
                <a:avLst/>
                <a:gdLst/>
                <a:ahLst/>
                <a:cxnLst/>
                <a:rect l="0" t="0" r="r" b="b"/>
                <a:pathLst>
                  <a:path w="3474" h="3570" fill="norm" stroke="0">
                    <a:moveTo>
                      <a:pt x="2026" y="0"/>
                    </a:moveTo>
                    <a:cubicBezTo>
                      <a:pt x="2058" y="0"/>
                      <a:pt x="2090" y="0"/>
                      <a:pt x="2123" y="0"/>
                    </a:cubicBezTo>
                    <a:cubicBezTo>
                      <a:pt x="2123" y="32"/>
                      <a:pt x="2123" y="64"/>
                      <a:pt x="2123" y="96"/>
                    </a:cubicBezTo>
                    <a:cubicBezTo>
                      <a:pt x="2218" y="96"/>
                      <a:pt x="2314" y="96"/>
                      <a:pt x="2412" y="96"/>
                    </a:cubicBezTo>
                    <a:cubicBezTo>
                      <a:pt x="2412" y="128"/>
                      <a:pt x="2412" y="160"/>
                      <a:pt x="2412" y="193"/>
                    </a:cubicBezTo>
                    <a:cubicBezTo>
                      <a:pt x="2423" y="194"/>
                      <a:pt x="2435" y="194"/>
                      <a:pt x="2446" y="195"/>
                    </a:cubicBezTo>
                    <a:cubicBezTo>
                      <a:pt x="2607" y="219"/>
                      <a:pt x="2684" y="311"/>
                      <a:pt x="2790" y="424"/>
                    </a:cubicBezTo>
                    <a:cubicBezTo>
                      <a:pt x="2834" y="472"/>
                      <a:pt x="2878" y="507"/>
                      <a:pt x="2934" y="540"/>
                    </a:cubicBezTo>
                    <a:cubicBezTo>
                      <a:pt x="2943" y="546"/>
                      <a:pt x="2943" y="546"/>
                      <a:pt x="2991" y="579"/>
                    </a:cubicBezTo>
                    <a:cubicBezTo>
                      <a:pt x="3000" y="633"/>
                      <a:pt x="3000" y="633"/>
                      <a:pt x="2991" y="675"/>
                    </a:cubicBezTo>
                    <a:cubicBezTo>
                      <a:pt x="3023" y="675"/>
                      <a:pt x="3055" y="675"/>
                      <a:pt x="3088" y="675"/>
                    </a:cubicBezTo>
                    <a:cubicBezTo>
                      <a:pt x="3088" y="707"/>
                      <a:pt x="3088" y="739"/>
                      <a:pt x="3088" y="772"/>
                    </a:cubicBezTo>
                    <a:cubicBezTo>
                      <a:pt x="3151" y="772"/>
                      <a:pt x="3215" y="772"/>
                      <a:pt x="3281" y="772"/>
                    </a:cubicBezTo>
                    <a:cubicBezTo>
                      <a:pt x="3281" y="836"/>
                      <a:pt x="3281" y="899"/>
                      <a:pt x="3281" y="965"/>
                    </a:cubicBezTo>
                    <a:cubicBezTo>
                      <a:pt x="3313" y="965"/>
                      <a:pt x="3344" y="965"/>
                      <a:pt x="3377" y="965"/>
                    </a:cubicBezTo>
                    <a:cubicBezTo>
                      <a:pt x="3377" y="1029"/>
                      <a:pt x="3377" y="1092"/>
                      <a:pt x="3377" y="1158"/>
                    </a:cubicBezTo>
                    <a:cubicBezTo>
                      <a:pt x="3409" y="1158"/>
                      <a:pt x="3441" y="1158"/>
                      <a:pt x="3474" y="1158"/>
                    </a:cubicBezTo>
                    <a:cubicBezTo>
                      <a:pt x="3442" y="1253"/>
                      <a:pt x="3410" y="1349"/>
                      <a:pt x="3377" y="1447"/>
                    </a:cubicBezTo>
                    <a:cubicBezTo>
                      <a:pt x="3409" y="1447"/>
                      <a:pt x="3441" y="1447"/>
                      <a:pt x="3474" y="1447"/>
                    </a:cubicBezTo>
                    <a:cubicBezTo>
                      <a:pt x="3474" y="1798"/>
                      <a:pt x="3474" y="2148"/>
                      <a:pt x="3474" y="2509"/>
                    </a:cubicBezTo>
                    <a:cubicBezTo>
                      <a:pt x="3442" y="2509"/>
                      <a:pt x="3410" y="2509"/>
                      <a:pt x="3377" y="2509"/>
                    </a:cubicBezTo>
                    <a:cubicBezTo>
                      <a:pt x="3377" y="2572"/>
                      <a:pt x="3377" y="2636"/>
                      <a:pt x="3377" y="2702"/>
                    </a:cubicBezTo>
                    <a:cubicBezTo>
                      <a:pt x="3345" y="2702"/>
                      <a:pt x="3314" y="2702"/>
                      <a:pt x="3281" y="2702"/>
                    </a:cubicBezTo>
                    <a:cubicBezTo>
                      <a:pt x="3281" y="2734"/>
                      <a:pt x="3281" y="2765"/>
                      <a:pt x="3281" y="2798"/>
                    </a:cubicBezTo>
                    <a:cubicBezTo>
                      <a:pt x="3249" y="2798"/>
                      <a:pt x="3217" y="2798"/>
                      <a:pt x="3184" y="2798"/>
                    </a:cubicBezTo>
                    <a:cubicBezTo>
                      <a:pt x="3184" y="2830"/>
                      <a:pt x="3184" y="2862"/>
                      <a:pt x="3184" y="2895"/>
                    </a:cubicBezTo>
                    <a:cubicBezTo>
                      <a:pt x="3152" y="2895"/>
                      <a:pt x="3121" y="2895"/>
                      <a:pt x="3088" y="2895"/>
                    </a:cubicBezTo>
                    <a:cubicBezTo>
                      <a:pt x="3088" y="2927"/>
                      <a:pt x="3088" y="2958"/>
                      <a:pt x="3088" y="2991"/>
                    </a:cubicBezTo>
                    <a:cubicBezTo>
                      <a:pt x="3056" y="2991"/>
                      <a:pt x="3024" y="2991"/>
                      <a:pt x="2991" y="2991"/>
                    </a:cubicBezTo>
                    <a:cubicBezTo>
                      <a:pt x="2991" y="3023"/>
                      <a:pt x="2991" y="3055"/>
                      <a:pt x="2991" y="3088"/>
                    </a:cubicBezTo>
                    <a:cubicBezTo>
                      <a:pt x="2959" y="3088"/>
                      <a:pt x="2928" y="3088"/>
                      <a:pt x="2895" y="3088"/>
                    </a:cubicBezTo>
                    <a:cubicBezTo>
                      <a:pt x="2895" y="3120"/>
                      <a:pt x="2895" y="3151"/>
                      <a:pt x="2895" y="3184"/>
                    </a:cubicBezTo>
                    <a:cubicBezTo>
                      <a:pt x="2863" y="3184"/>
                      <a:pt x="2831" y="3184"/>
                      <a:pt x="2798" y="3184"/>
                    </a:cubicBezTo>
                    <a:cubicBezTo>
                      <a:pt x="2798" y="3216"/>
                      <a:pt x="2798" y="3248"/>
                      <a:pt x="2798" y="3281"/>
                    </a:cubicBezTo>
                    <a:cubicBezTo>
                      <a:pt x="2766" y="3281"/>
                      <a:pt x="2735" y="3281"/>
                      <a:pt x="2702" y="3281"/>
                    </a:cubicBezTo>
                    <a:cubicBezTo>
                      <a:pt x="2702" y="3313"/>
                      <a:pt x="2702" y="3344"/>
                      <a:pt x="2702" y="3377"/>
                    </a:cubicBezTo>
                    <a:cubicBezTo>
                      <a:pt x="2638" y="3377"/>
                      <a:pt x="2574" y="3377"/>
                      <a:pt x="2509" y="3377"/>
                    </a:cubicBezTo>
                    <a:cubicBezTo>
                      <a:pt x="2509" y="3409"/>
                      <a:pt x="2509" y="3441"/>
                      <a:pt x="2509" y="3474"/>
                    </a:cubicBezTo>
                    <a:cubicBezTo>
                      <a:pt x="2413" y="3474"/>
                      <a:pt x="2318" y="3474"/>
                      <a:pt x="2219" y="3474"/>
                    </a:cubicBezTo>
                    <a:cubicBezTo>
                      <a:pt x="2219" y="3506"/>
                      <a:pt x="2219" y="3537"/>
                      <a:pt x="2219" y="3570"/>
                    </a:cubicBezTo>
                    <a:cubicBezTo>
                      <a:pt x="1901" y="3570"/>
                      <a:pt x="1582" y="3570"/>
                      <a:pt x="1254" y="3570"/>
                    </a:cubicBezTo>
                    <a:cubicBezTo>
                      <a:pt x="1254" y="3538"/>
                      <a:pt x="1254" y="3506"/>
                      <a:pt x="1254" y="3474"/>
                    </a:cubicBezTo>
                    <a:cubicBezTo>
                      <a:pt x="1127" y="3474"/>
                      <a:pt x="1000" y="3474"/>
                      <a:pt x="868" y="3474"/>
                    </a:cubicBezTo>
                    <a:cubicBezTo>
                      <a:pt x="868" y="3442"/>
                      <a:pt x="868" y="3410"/>
                      <a:pt x="868" y="3377"/>
                    </a:cubicBezTo>
                    <a:cubicBezTo>
                      <a:pt x="837" y="3377"/>
                      <a:pt x="805" y="3377"/>
                      <a:pt x="772" y="3377"/>
                    </a:cubicBezTo>
                    <a:cubicBezTo>
                      <a:pt x="772" y="3345"/>
                      <a:pt x="772" y="3314"/>
                      <a:pt x="772" y="3281"/>
                    </a:cubicBezTo>
                    <a:cubicBezTo>
                      <a:pt x="708" y="3281"/>
                      <a:pt x="645" y="3281"/>
                      <a:pt x="579" y="3281"/>
                    </a:cubicBezTo>
                    <a:cubicBezTo>
                      <a:pt x="579" y="3249"/>
                      <a:pt x="579" y="3217"/>
                      <a:pt x="579" y="3184"/>
                    </a:cubicBezTo>
                    <a:cubicBezTo>
                      <a:pt x="547" y="3184"/>
                      <a:pt x="515" y="3184"/>
                      <a:pt x="482" y="3184"/>
                    </a:cubicBezTo>
                    <a:cubicBezTo>
                      <a:pt x="482" y="3152"/>
                      <a:pt x="482" y="3121"/>
                      <a:pt x="482" y="3088"/>
                    </a:cubicBezTo>
                    <a:cubicBezTo>
                      <a:pt x="451" y="3088"/>
                      <a:pt x="419" y="3088"/>
                      <a:pt x="386" y="3088"/>
                    </a:cubicBezTo>
                    <a:cubicBezTo>
                      <a:pt x="386" y="3056"/>
                      <a:pt x="386" y="3024"/>
                      <a:pt x="386" y="2991"/>
                    </a:cubicBezTo>
                    <a:cubicBezTo>
                      <a:pt x="372" y="2994"/>
                      <a:pt x="358" y="2997"/>
                      <a:pt x="344" y="3000"/>
                    </a:cubicBezTo>
                    <a:cubicBezTo>
                      <a:pt x="279" y="2990"/>
                      <a:pt x="272" y="2979"/>
                      <a:pt x="235" y="2928"/>
                    </a:cubicBezTo>
                    <a:cubicBezTo>
                      <a:pt x="187" y="2849"/>
                      <a:pt x="184" y="2793"/>
                      <a:pt x="193" y="2702"/>
                    </a:cubicBezTo>
                    <a:cubicBezTo>
                      <a:pt x="161" y="2702"/>
                      <a:pt x="129" y="2702"/>
                      <a:pt x="96" y="2702"/>
                    </a:cubicBezTo>
                    <a:cubicBezTo>
                      <a:pt x="96" y="2670"/>
                      <a:pt x="96" y="2638"/>
                      <a:pt x="96" y="2605"/>
                    </a:cubicBezTo>
                    <a:cubicBezTo>
                      <a:pt x="65" y="2605"/>
                      <a:pt x="33" y="2605"/>
                      <a:pt x="0" y="2605"/>
                    </a:cubicBezTo>
                    <a:cubicBezTo>
                      <a:pt x="0" y="2128"/>
                      <a:pt x="0" y="1650"/>
                      <a:pt x="0" y="1158"/>
                    </a:cubicBezTo>
                    <a:cubicBezTo>
                      <a:pt x="32" y="1158"/>
                      <a:pt x="64" y="1158"/>
                      <a:pt x="96" y="1158"/>
                    </a:cubicBezTo>
                    <a:cubicBezTo>
                      <a:pt x="96" y="1094"/>
                      <a:pt x="96" y="1031"/>
                      <a:pt x="96" y="965"/>
                    </a:cubicBezTo>
                    <a:cubicBezTo>
                      <a:pt x="128" y="965"/>
                      <a:pt x="160" y="965"/>
                      <a:pt x="193" y="965"/>
                    </a:cubicBezTo>
                    <a:cubicBezTo>
                      <a:pt x="191" y="953"/>
                      <a:pt x="189" y="941"/>
                      <a:pt x="187" y="928"/>
                    </a:cubicBezTo>
                    <a:cubicBezTo>
                      <a:pt x="180" y="851"/>
                      <a:pt x="176" y="795"/>
                      <a:pt x="224" y="730"/>
                    </a:cubicBezTo>
                    <a:cubicBezTo>
                      <a:pt x="267" y="691"/>
                      <a:pt x="312" y="656"/>
                      <a:pt x="359" y="621"/>
                    </a:cubicBezTo>
                    <a:cubicBezTo>
                      <a:pt x="390" y="597"/>
                      <a:pt x="421" y="573"/>
                      <a:pt x="452" y="548"/>
                    </a:cubicBezTo>
                    <a:cubicBezTo>
                      <a:pt x="459" y="543"/>
                      <a:pt x="459" y="543"/>
                      <a:pt x="494" y="517"/>
                    </a:cubicBezTo>
                    <a:cubicBezTo>
                      <a:pt x="531" y="482"/>
                      <a:pt x="531" y="482"/>
                      <a:pt x="557" y="430"/>
                    </a:cubicBezTo>
                    <a:cubicBezTo>
                      <a:pt x="564" y="416"/>
                      <a:pt x="571" y="401"/>
                      <a:pt x="579" y="386"/>
                    </a:cubicBezTo>
                    <a:cubicBezTo>
                      <a:pt x="630" y="380"/>
                      <a:pt x="630" y="380"/>
                      <a:pt x="675" y="386"/>
                    </a:cubicBezTo>
                    <a:cubicBezTo>
                      <a:pt x="675" y="354"/>
                      <a:pt x="675" y="322"/>
                      <a:pt x="675" y="289"/>
                    </a:cubicBezTo>
                    <a:cubicBezTo>
                      <a:pt x="739" y="289"/>
                      <a:pt x="803" y="289"/>
                      <a:pt x="868" y="289"/>
                    </a:cubicBezTo>
                    <a:cubicBezTo>
                      <a:pt x="868" y="258"/>
                      <a:pt x="868" y="226"/>
                      <a:pt x="868" y="193"/>
                    </a:cubicBezTo>
                    <a:cubicBezTo>
                      <a:pt x="932" y="193"/>
                      <a:pt x="996" y="193"/>
                      <a:pt x="1061" y="193"/>
                    </a:cubicBezTo>
                    <a:cubicBezTo>
                      <a:pt x="1061" y="161"/>
                      <a:pt x="1061" y="129"/>
                      <a:pt x="1061" y="96"/>
                    </a:cubicBezTo>
                    <a:cubicBezTo>
                      <a:pt x="1380" y="96"/>
                      <a:pt x="1698" y="96"/>
                      <a:pt x="2026" y="96"/>
                    </a:cubicBezTo>
                    <a:cubicBezTo>
                      <a:pt x="2026" y="65"/>
                      <a:pt x="2026" y="33"/>
                      <a:pt x="2026" y="0"/>
                    </a:cubicBezTo>
                    <a:close/>
                    <a:moveTo>
                      <a:pt x="1351" y="579"/>
                    </a:moveTo>
                    <a:cubicBezTo>
                      <a:pt x="1351" y="611"/>
                      <a:pt x="1351" y="643"/>
                      <a:pt x="1351" y="675"/>
                    </a:cubicBezTo>
                    <a:cubicBezTo>
                      <a:pt x="1287" y="675"/>
                      <a:pt x="1224" y="675"/>
                      <a:pt x="1158" y="675"/>
                    </a:cubicBezTo>
                    <a:cubicBezTo>
                      <a:pt x="1158" y="707"/>
                      <a:pt x="1158" y="739"/>
                      <a:pt x="1158" y="772"/>
                    </a:cubicBezTo>
                    <a:cubicBezTo>
                      <a:pt x="1094" y="772"/>
                      <a:pt x="1031" y="772"/>
                      <a:pt x="965" y="772"/>
                    </a:cubicBezTo>
                    <a:cubicBezTo>
                      <a:pt x="965" y="804"/>
                      <a:pt x="965" y="836"/>
                      <a:pt x="965" y="868"/>
                    </a:cubicBezTo>
                    <a:cubicBezTo>
                      <a:pt x="933" y="868"/>
                      <a:pt x="901" y="868"/>
                      <a:pt x="868" y="868"/>
                    </a:cubicBezTo>
                    <a:cubicBezTo>
                      <a:pt x="868" y="900"/>
                      <a:pt x="868" y="932"/>
                      <a:pt x="868" y="965"/>
                    </a:cubicBezTo>
                    <a:cubicBezTo>
                      <a:pt x="837" y="965"/>
                      <a:pt x="805" y="965"/>
                      <a:pt x="772" y="965"/>
                    </a:cubicBezTo>
                    <a:cubicBezTo>
                      <a:pt x="772" y="997"/>
                      <a:pt x="772" y="1029"/>
                      <a:pt x="772" y="1061"/>
                    </a:cubicBezTo>
                    <a:cubicBezTo>
                      <a:pt x="740" y="1061"/>
                      <a:pt x="708" y="1061"/>
                      <a:pt x="675" y="1061"/>
                    </a:cubicBezTo>
                    <a:cubicBezTo>
                      <a:pt x="675" y="1093"/>
                      <a:pt x="675" y="1125"/>
                      <a:pt x="675" y="1158"/>
                    </a:cubicBezTo>
                    <a:cubicBezTo>
                      <a:pt x="644" y="1158"/>
                      <a:pt x="612" y="1158"/>
                      <a:pt x="579" y="1158"/>
                    </a:cubicBezTo>
                    <a:cubicBezTo>
                      <a:pt x="579" y="1253"/>
                      <a:pt x="579" y="1349"/>
                      <a:pt x="579" y="1447"/>
                    </a:cubicBezTo>
                    <a:cubicBezTo>
                      <a:pt x="547" y="1447"/>
                      <a:pt x="515" y="1447"/>
                      <a:pt x="482" y="1447"/>
                    </a:cubicBezTo>
                    <a:cubicBezTo>
                      <a:pt x="482" y="1734"/>
                      <a:pt x="482" y="2021"/>
                      <a:pt x="482" y="2316"/>
                    </a:cubicBezTo>
                    <a:cubicBezTo>
                      <a:pt x="514" y="2316"/>
                      <a:pt x="546" y="2316"/>
                      <a:pt x="579" y="2316"/>
                    </a:cubicBezTo>
                    <a:cubicBezTo>
                      <a:pt x="579" y="2379"/>
                      <a:pt x="579" y="2443"/>
                      <a:pt x="579" y="2509"/>
                    </a:cubicBezTo>
                    <a:cubicBezTo>
                      <a:pt x="611" y="2509"/>
                      <a:pt x="643" y="2509"/>
                      <a:pt x="675" y="2509"/>
                    </a:cubicBezTo>
                    <a:cubicBezTo>
                      <a:pt x="675" y="2541"/>
                      <a:pt x="675" y="2572"/>
                      <a:pt x="675" y="2605"/>
                    </a:cubicBezTo>
                    <a:cubicBezTo>
                      <a:pt x="707" y="2605"/>
                      <a:pt x="739" y="2605"/>
                      <a:pt x="772" y="2605"/>
                    </a:cubicBezTo>
                    <a:cubicBezTo>
                      <a:pt x="772" y="2637"/>
                      <a:pt x="772" y="2669"/>
                      <a:pt x="772" y="2702"/>
                    </a:cubicBezTo>
                    <a:cubicBezTo>
                      <a:pt x="804" y="2702"/>
                      <a:pt x="836" y="2702"/>
                      <a:pt x="868" y="2702"/>
                    </a:cubicBezTo>
                    <a:cubicBezTo>
                      <a:pt x="868" y="2734"/>
                      <a:pt x="868" y="2765"/>
                      <a:pt x="868" y="2798"/>
                    </a:cubicBezTo>
                    <a:cubicBezTo>
                      <a:pt x="900" y="2798"/>
                      <a:pt x="932" y="2798"/>
                      <a:pt x="965" y="2798"/>
                    </a:cubicBezTo>
                    <a:cubicBezTo>
                      <a:pt x="965" y="2830"/>
                      <a:pt x="965" y="2862"/>
                      <a:pt x="965" y="2895"/>
                    </a:cubicBezTo>
                    <a:cubicBezTo>
                      <a:pt x="1029" y="2895"/>
                      <a:pt x="1092" y="2895"/>
                      <a:pt x="1158" y="2895"/>
                    </a:cubicBezTo>
                    <a:cubicBezTo>
                      <a:pt x="1158" y="2927"/>
                      <a:pt x="1158" y="2958"/>
                      <a:pt x="1158" y="2991"/>
                    </a:cubicBezTo>
                    <a:cubicBezTo>
                      <a:pt x="1222" y="2991"/>
                      <a:pt x="1285" y="2991"/>
                      <a:pt x="1351" y="2991"/>
                    </a:cubicBezTo>
                    <a:cubicBezTo>
                      <a:pt x="1351" y="3023"/>
                      <a:pt x="1351" y="3055"/>
                      <a:pt x="1351" y="3088"/>
                    </a:cubicBezTo>
                    <a:cubicBezTo>
                      <a:pt x="1574" y="3088"/>
                      <a:pt x="1797" y="3088"/>
                      <a:pt x="2026" y="3088"/>
                    </a:cubicBezTo>
                    <a:cubicBezTo>
                      <a:pt x="2026" y="3056"/>
                      <a:pt x="2026" y="3024"/>
                      <a:pt x="2026" y="2991"/>
                    </a:cubicBezTo>
                    <a:cubicBezTo>
                      <a:pt x="2122" y="2991"/>
                      <a:pt x="2217" y="2991"/>
                      <a:pt x="2316" y="2991"/>
                    </a:cubicBezTo>
                    <a:cubicBezTo>
                      <a:pt x="2316" y="2959"/>
                      <a:pt x="2316" y="2928"/>
                      <a:pt x="2316" y="2895"/>
                    </a:cubicBezTo>
                    <a:cubicBezTo>
                      <a:pt x="2348" y="2895"/>
                      <a:pt x="2379" y="2895"/>
                      <a:pt x="2412" y="2895"/>
                    </a:cubicBezTo>
                    <a:cubicBezTo>
                      <a:pt x="2412" y="2863"/>
                      <a:pt x="2412" y="2831"/>
                      <a:pt x="2412" y="2798"/>
                    </a:cubicBezTo>
                    <a:cubicBezTo>
                      <a:pt x="2444" y="2798"/>
                      <a:pt x="2476" y="2798"/>
                      <a:pt x="2509" y="2798"/>
                    </a:cubicBezTo>
                    <a:cubicBezTo>
                      <a:pt x="2509" y="2766"/>
                      <a:pt x="2509" y="2735"/>
                      <a:pt x="2509" y="2702"/>
                    </a:cubicBezTo>
                    <a:cubicBezTo>
                      <a:pt x="2541" y="2702"/>
                      <a:pt x="2572" y="2702"/>
                      <a:pt x="2605" y="2702"/>
                    </a:cubicBezTo>
                    <a:cubicBezTo>
                      <a:pt x="2605" y="2670"/>
                      <a:pt x="2605" y="2638"/>
                      <a:pt x="2605" y="2605"/>
                    </a:cubicBezTo>
                    <a:cubicBezTo>
                      <a:pt x="2637" y="2605"/>
                      <a:pt x="2669" y="2605"/>
                      <a:pt x="2702" y="2605"/>
                    </a:cubicBezTo>
                    <a:cubicBezTo>
                      <a:pt x="2702" y="2573"/>
                      <a:pt x="2702" y="2542"/>
                      <a:pt x="2702" y="2509"/>
                    </a:cubicBezTo>
                    <a:cubicBezTo>
                      <a:pt x="2734" y="2509"/>
                      <a:pt x="2765" y="2509"/>
                      <a:pt x="2798" y="2509"/>
                    </a:cubicBezTo>
                    <a:cubicBezTo>
                      <a:pt x="2798" y="2477"/>
                      <a:pt x="2798" y="2445"/>
                      <a:pt x="2798" y="2412"/>
                    </a:cubicBezTo>
                    <a:cubicBezTo>
                      <a:pt x="2830" y="2412"/>
                      <a:pt x="2862" y="2412"/>
                      <a:pt x="2895" y="2412"/>
                    </a:cubicBezTo>
                    <a:cubicBezTo>
                      <a:pt x="2895" y="2349"/>
                      <a:pt x="2895" y="2285"/>
                      <a:pt x="2895" y="2219"/>
                    </a:cubicBezTo>
                    <a:cubicBezTo>
                      <a:pt x="2927" y="2219"/>
                      <a:pt x="2958" y="2219"/>
                      <a:pt x="2991" y="2219"/>
                    </a:cubicBezTo>
                    <a:cubicBezTo>
                      <a:pt x="2991" y="1965"/>
                      <a:pt x="2991" y="1710"/>
                      <a:pt x="2991" y="1447"/>
                    </a:cubicBezTo>
                    <a:cubicBezTo>
                      <a:pt x="2959" y="1447"/>
                      <a:pt x="2928" y="1447"/>
                      <a:pt x="2895" y="1447"/>
                    </a:cubicBezTo>
                    <a:cubicBezTo>
                      <a:pt x="2895" y="1384"/>
                      <a:pt x="2895" y="1320"/>
                      <a:pt x="2895" y="1254"/>
                    </a:cubicBezTo>
                    <a:cubicBezTo>
                      <a:pt x="2863" y="1254"/>
                      <a:pt x="2831" y="1254"/>
                      <a:pt x="2798" y="1254"/>
                    </a:cubicBezTo>
                    <a:cubicBezTo>
                      <a:pt x="2798" y="1191"/>
                      <a:pt x="2798" y="1127"/>
                      <a:pt x="2798" y="1061"/>
                    </a:cubicBezTo>
                    <a:cubicBezTo>
                      <a:pt x="2766" y="1061"/>
                      <a:pt x="2735" y="1061"/>
                      <a:pt x="2702" y="1061"/>
                    </a:cubicBezTo>
                    <a:cubicBezTo>
                      <a:pt x="2702" y="1030"/>
                      <a:pt x="2702" y="998"/>
                      <a:pt x="2702" y="965"/>
                    </a:cubicBezTo>
                    <a:cubicBezTo>
                      <a:pt x="2670" y="965"/>
                      <a:pt x="2638" y="965"/>
                      <a:pt x="2605" y="965"/>
                    </a:cubicBezTo>
                    <a:cubicBezTo>
                      <a:pt x="2605" y="933"/>
                      <a:pt x="2605" y="901"/>
                      <a:pt x="2605" y="868"/>
                    </a:cubicBezTo>
                    <a:cubicBezTo>
                      <a:pt x="2573" y="868"/>
                      <a:pt x="2542" y="868"/>
                      <a:pt x="2509" y="868"/>
                    </a:cubicBezTo>
                    <a:cubicBezTo>
                      <a:pt x="2509" y="837"/>
                      <a:pt x="2509" y="805"/>
                      <a:pt x="2509" y="772"/>
                    </a:cubicBezTo>
                    <a:cubicBezTo>
                      <a:pt x="2445" y="772"/>
                      <a:pt x="2381" y="772"/>
                      <a:pt x="2316" y="772"/>
                    </a:cubicBezTo>
                    <a:cubicBezTo>
                      <a:pt x="2316" y="740"/>
                      <a:pt x="2316" y="708"/>
                      <a:pt x="2316" y="675"/>
                    </a:cubicBezTo>
                    <a:cubicBezTo>
                      <a:pt x="2252" y="675"/>
                      <a:pt x="2188" y="675"/>
                      <a:pt x="2123" y="675"/>
                    </a:cubicBezTo>
                    <a:cubicBezTo>
                      <a:pt x="2123" y="644"/>
                      <a:pt x="2123" y="612"/>
                      <a:pt x="2123" y="579"/>
                    </a:cubicBezTo>
                    <a:cubicBezTo>
                      <a:pt x="1868" y="579"/>
                      <a:pt x="1613" y="579"/>
                      <a:pt x="1351" y="579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26" name="ICON_SKILL_COMPARE_path_011"/>
              <p:cNvSpPr/>
              <p:nvPr/>
            </p:nvSpPr>
            <p:spPr>
              <a:xfrm>
                <a:off x="6410046" y="1407138"/>
                <a:ext cx="31861" cy="31861"/>
              </a:xfrm>
              <a:custGeom>
                <a:avLst/>
                <a:gdLst/>
                <a:ahLst/>
                <a:cxnLst/>
                <a:rect l="0" t="0" r="r" b="b"/>
                <a:pathLst>
                  <a:path w="2509" h="2509" fill="norm" stroke="0">
                    <a:moveTo>
                      <a:pt x="965" y="0"/>
                    </a:moveTo>
                    <a:cubicBezTo>
                      <a:pt x="1156" y="0"/>
                      <a:pt x="1347" y="0"/>
                      <a:pt x="1544" y="0"/>
                    </a:cubicBezTo>
                    <a:cubicBezTo>
                      <a:pt x="1544" y="32"/>
                      <a:pt x="1544" y="64"/>
                      <a:pt x="1544" y="96"/>
                    </a:cubicBezTo>
                    <a:cubicBezTo>
                      <a:pt x="1608" y="96"/>
                      <a:pt x="1671" y="96"/>
                      <a:pt x="1737" y="96"/>
                    </a:cubicBezTo>
                    <a:cubicBezTo>
                      <a:pt x="1737" y="128"/>
                      <a:pt x="1737" y="160"/>
                      <a:pt x="1737" y="193"/>
                    </a:cubicBezTo>
                    <a:cubicBezTo>
                      <a:pt x="1801" y="193"/>
                      <a:pt x="1864" y="193"/>
                      <a:pt x="1930" y="193"/>
                    </a:cubicBezTo>
                    <a:cubicBezTo>
                      <a:pt x="1930" y="225"/>
                      <a:pt x="1930" y="257"/>
                      <a:pt x="1930" y="289"/>
                    </a:cubicBezTo>
                    <a:cubicBezTo>
                      <a:pt x="1994" y="289"/>
                      <a:pt x="2057" y="289"/>
                      <a:pt x="2123" y="289"/>
                    </a:cubicBezTo>
                    <a:cubicBezTo>
                      <a:pt x="2123" y="321"/>
                      <a:pt x="2123" y="353"/>
                      <a:pt x="2123" y="386"/>
                    </a:cubicBezTo>
                    <a:cubicBezTo>
                      <a:pt x="2155" y="386"/>
                      <a:pt x="2186" y="386"/>
                      <a:pt x="2219" y="386"/>
                    </a:cubicBezTo>
                    <a:cubicBezTo>
                      <a:pt x="2219" y="418"/>
                      <a:pt x="2219" y="450"/>
                      <a:pt x="2219" y="482"/>
                    </a:cubicBezTo>
                    <a:cubicBezTo>
                      <a:pt x="2251" y="482"/>
                      <a:pt x="2283" y="482"/>
                      <a:pt x="2316" y="482"/>
                    </a:cubicBezTo>
                    <a:cubicBezTo>
                      <a:pt x="2316" y="546"/>
                      <a:pt x="2316" y="610"/>
                      <a:pt x="2316" y="675"/>
                    </a:cubicBezTo>
                    <a:cubicBezTo>
                      <a:pt x="2348" y="675"/>
                      <a:pt x="2379" y="675"/>
                      <a:pt x="2412" y="675"/>
                    </a:cubicBezTo>
                    <a:cubicBezTo>
                      <a:pt x="2412" y="739"/>
                      <a:pt x="2412" y="803"/>
                      <a:pt x="2412" y="868"/>
                    </a:cubicBezTo>
                    <a:cubicBezTo>
                      <a:pt x="2444" y="868"/>
                      <a:pt x="2476" y="868"/>
                      <a:pt x="2509" y="868"/>
                    </a:cubicBezTo>
                    <a:cubicBezTo>
                      <a:pt x="2509" y="1091"/>
                      <a:pt x="2509" y="1314"/>
                      <a:pt x="2509" y="1544"/>
                    </a:cubicBezTo>
                    <a:cubicBezTo>
                      <a:pt x="2477" y="1544"/>
                      <a:pt x="2445" y="1544"/>
                      <a:pt x="2412" y="1544"/>
                    </a:cubicBezTo>
                    <a:cubicBezTo>
                      <a:pt x="2412" y="1639"/>
                      <a:pt x="2412" y="1735"/>
                      <a:pt x="2412" y="1833"/>
                    </a:cubicBezTo>
                    <a:cubicBezTo>
                      <a:pt x="2380" y="1833"/>
                      <a:pt x="2349" y="1833"/>
                      <a:pt x="2316" y="1833"/>
                    </a:cubicBezTo>
                    <a:cubicBezTo>
                      <a:pt x="2316" y="1865"/>
                      <a:pt x="2316" y="1897"/>
                      <a:pt x="2316" y="1930"/>
                    </a:cubicBezTo>
                    <a:cubicBezTo>
                      <a:pt x="2284" y="1930"/>
                      <a:pt x="2252" y="1930"/>
                      <a:pt x="2219" y="1930"/>
                    </a:cubicBezTo>
                    <a:cubicBezTo>
                      <a:pt x="2219" y="1962"/>
                      <a:pt x="2219" y="1994"/>
                      <a:pt x="2219" y="2026"/>
                    </a:cubicBezTo>
                    <a:cubicBezTo>
                      <a:pt x="2187" y="2026"/>
                      <a:pt x="2156" y="2026"/>
                      <a:pt x="2123" y="2026"/>
                    </a:cubicBezTo>
                    <a:cubicBezTo>
                      <a:pt x="2123" y="2058"/>
                      <a:pt x="2123" y="2090"/>
                      <a:pt x="2123" y="2123"/>
                    </a:cubicBezTo>
                    <a:cubicBezTo>
                      <a:pt x="2091" y="2123"/>
                      <a:pt x="2059" y="2123"/>
                      <a:pt x="2026" y="2123"/>
                    </a:cubicBezTo>
                    <a:cubicBezTo>
                      <a:pt x="2026" y="2155"/>
                      <a:pt x="2026" y="2186"/>
                      <a:pt x="2026" y="2219"/>
                    </a:cubicBezTo>
                    <a:cubicBezTo>
                      <a:pt x="1994" y="2219"/>
                      <a:pt x="1963" y="2219"/>
                      <a:pt x="1930" y="2219"/>
                    </a:cubicBezTo>
                    <a:cubicBezTo>
                      <a:pt x="1930" y="2251"/>
                      <a:pt x="1930" y="2283"/>
                      <a:pt x="1930" y="2316"/>
                    </a:cubicBezTo>
                    <a:cubicBezTo>
                      <a:pt x="1866" y="2316"/>
                      <a:pt x="1802" y="2316"/>
                      <a:pt x="1737" y="2316"/>
                    </a:cubicBezTo>
                    <a:cubicBezTo>
                      <a:pt x="1737" y="2348"/>
                      <a:pt x="1737" y="2379"/>
                      <a:pt x="1737" y="2412"/>
                    </a:cubicBezTo>
                    <a:cubicBezTo>
                      <a:pt x="1641" y="2412"/>
                      <a:pt x="1546" y="2412"/>
                      <a:pt x="1447" y="2412"/>
                    </a:cubicBezTo>
                    <a:cubicBezTo>
                      <a:pt x="1447" y="2444"/>
                      <a:pt x="1447" y="2476"/>
                      <a:pt x="1447" y="2509"/>
                    </a:cubicBezTo>
                    <a:cubicBezTo>
                      <a:pt x="1320" y="2509"/>
                      <a:pt x="1193" y="2509"/>
                      <a:pt x="1061" y="2509"/>
                    </a:cubicBezTo>
                    <a:cubicBezTo>
                      <a:pt x="1061" y="2477"/>
                      <a:pt x="1061" y="2445"/>
                      <a:pt x="1061" y="2412"/>
                    </a:cubicBezTo>
                    <a:cubicBezTo>
                      <a:pt x="966" y="2412"/>
                      <a:pt x="870" y="2412"/>
                      <a:pt x="772" y="2412"/>
                    </a:cubicBezTo>
                    <a:cubicBezTo>
                      <a:pt x="772" y="2380"/>
                      <a:pt x="772" y="2349"/>
                      <a:pt x="772" y="2316"/>
                    </a:cubicBezTo>
                    <a:cubicBezTo>
                      <a:pt x="708" y="2316"/>
                      <a:pt x="645" y="2316"/>
                      <a:pt x="579" y="2316"/>
                    </a:cubicBezTo>
                    <a:cubicBezTo>
                      <a:pt x="579" y="2284"/>
                      <a:pt x="579" y="2252"/>
                      <a:pt x="579" y="2219"/>
                    </a:cubicBezTo>
                    <a:cubicBezTo>
                      <a:pt x="547" y="2219"/>
                      <a:pt x="515" y="2219"/>
                      <a:pt x="482" y="2219"/>
                    </a:cubicBezTo>
                    <a:cubicBezTo>
                      <a:pt x="482" y="2187"/>
                      <a:pt x="482" y="2156"/>
                      <a:pt x="482" y="2123"/>
                    </a:cubicBezTo>
                    <a:cubicBezTo>
                      <a:pt x="451" y="2123"/>
                      <a:pt x="419" y="2123"/>
                      <a:pt x="386" y="2123"/>
                    </a:cubicBezTo>
                    <a:cubicBezTo>
                      <a:pt x="386" y="2091"/>
                      <a:pt x="386" y="2059"/>
                      <a:pt x="386" y="2026"/>
                    </a:cubicBezTo>
                    <a:cubicBezTo>
                      <a:pt x="354" y="2026"/>
                      <a:pt x="322" y="2026"/>
                      <a:pt x="289" y="2026"/>
                    </a:cubicBezTo>
                    <a:cubicBezTo>
                      <a:pt x="289" y="1994"/>
                      <a:pt x="289" y="1963"/>
                      <a:pt x="289" y="1930"/>
                    </a:cubicBezTo>
                    <a:cubicBezTo>
                      <a:pt x="258" y="1930"/>
                      <a:pt x="226" y="1930"/>
                      <a:pt x="193" y="1930"/>
                    </a:cubicBezTo>
                    <a:cubicBezTo>
                      <a:pt x="193" y="1866"/>
                      <a:pt x="193" y="1802"/>
                      <a:pt x="193" y="1737"/>
                    </a:cubicBezTo>
                    <a:cubicBezTo>
                      <a:pt x="161" y="1737"/>
                      <a:pt x="129" y="1737"/>
                      <a:pt x="96" y="1737"/>
                    </a:cubicBezTo>
                    <a:cubicBezTo>
                      <a:pt x="96" y="1641"/>
                      <a:pt x="96" y="1546"/>
                      <a:pt x="96" y="1447"/>
                    </a:cubicBezTo>
                    <a:cubicBezTo>
                      <a:pt x="65" y="1447"/>
                      <a:pt x="33" y="1447"/>
                      <a:pt x="0" y="1447"/>
                    </a:cubicBezTo>
                    <a:cubicBezTo>
                      <a:pt x="0" y="1320"/>
                      <a:pt x="0" y="1193"/>
                      <a:pt x="0" y="1061"/>
                    </a:cubicBezTo>
                    <a:cubicBezTo>
                      <a:pt x="32" y="1061"/>
                      <a:pt x="64" y="1061"/>
                      <a:pt x="96" y="1061"/>
                    </a:cubicBezTo>
                    <a:cubicBezTo>
                      <a:pt x="96" y="966"/>
                      <a:pt x="96" y="870"/>
                      <a:pt x="96" y="772"/>
                    </a:cubicBezTo>
                    <a:cubicBezTo>
                      <a:pt x="128" y="772"/>
                      <a:pt x="160" y="772"/>
                      <a:pt x="193" y="772"/>
                    </a:cubicBezTo>
                    <a:cubicBezTo>
                      <a:pt x="193" y="708"/>
                      <a:pt x="193" y="645"/>
                      <a:pt x="193" y="579"/>
                    </a:cubicBezTo>
                    <a:cubicBezTo>
                      <a:pt x="225" y="579"/>
                      <a:pt x="257" y="579"/>
                      <a:pt x="289" y="579"/>
                    </a:cubicBezTo>
                    <a:cubicBezTo>
                      <a:pt x="289" y="547"/>
                      <a:pt x="289" y="515"/>
                      <a:pt x="289" y="482"/>
                    </a:cubicBezTo>
                    <a:cubicBezTo>
                      <a:pt x="321" y="482"/>
                      <a:pt x="353" y="482"/>
                      <a:pt x="386" y="482"/>
                    </a:cubicBezTo>
                    <a:cubicBezTo>
                      <a:pt x="386" y="451"/>
                      <a:pt x="386" y="419"/>
                      <a:pt x="386" y="386"/>
                    </a:cubicBezTo>
                    <a:cubicBezTo>
                      <a:pt x="418" y="386"/>
                      <a:pt x="450" y="386"/>
                      <a:pt x="482" y="386"/>
                    </a:cubicBezTo>
                    <a:cubicBezTo>
                      <a:pt x="482" y="354"/>
                      <a:pt x="482" y="322"/>
                      <a:pt x="482" y="289"/>
                    </a:cubicBezTo>
                    <a:cubicBezTo>
                      <a:pt x="514" y="289"/>
                      <a:pt x="546" y="289"/>
                      <a:pt x="579" y="289"/>
                    </a:cubicBezTo>
                    <a:cubicBezTo>
                      <a:pt x="579" y="258"/>
                      <a:pt x="579" y="226"/>
                      <a:pt x="579" y="193"/>
                    </a:cubicBezTo>
                    <a:cubicBezTo>
                      <a:pt x="643" y="193"/>
                      <a:pt x="706" y="193"/>
                      <a:pt x="772" y="193"/>
                    </a:cubicBezTo>
                    <a:cubicBezTo>
                      <a:pt x="772" y="161"/>
                      <a:pt x="772" y="129"/>
                      <a:pt x="772" y="96"/>
                    </a:cubicBezTo>
                    <a:cubicBezTo>
                      <a:pt x="836" y="96"/>
                      <a:pt x="899" y="96"/>
                      <a:pt x="965" y="96"/>
                    </a:cubicBezTo>
                    <a:cubicBezTo>
                      <a:pt x="965" y="65"/>
                      <a:pt x="965" y="33"/>
                      <a:pt x="96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27" name="ICON_SKILL_COMPARE_path_012"/>
              <p:cNvSpPr/>
              <p:nvPr/>
            </p:nvSpPr>
            <p:spPr>
              <a:xfrm>
                <a:off x="6452937" y="1430168"/>
                <a:ext cx="37033" cy="37016"/>
              </a:xfrm>
              <a:custGeom>
                <a:avLst/>
                <a:gdLst/>
                <a:ahLst/>
                <a:cxnLst/>
                <a:rect l="0" t="0" r="r" b="b"/>
                <a:pathLst>
                  <a:path w="2916" h="2915" fill="norm" stroke="0">
                    <a:moveTo>
                      <a:pt x="1158" y="20"/>
                    </a:moveTo>
                    <a:cubicBezTo>
                      <a:pt x="1837" y="0"/>
                      <a:pt x="1837" y="0"/>
                      <a:pt x="2123" y="116"/>
                    </a:cubicBezTo>
                    <a:cubicBezTo>
                      <a:pt x="2123" y="148"/>
                      <a:pt x="2123" y="180"/>
                      <a:pt x="2123" y="213"/>
                    </a:cubicBezTo>
                    <a:cubicBezTo>
                      <a:pt x="2186" y="213"/>
                      <a:pt x="2250" y="213"/>
                      <a:pt x="2316" y="213"/>
                    </a:cubicBezTo>
                    <a:cubicBezTo>
                      <a:pt x="2316" y="245"/>
                      <a:pt x="2316" y="277"/>
                      <a:pt x="2316" y="309"/>
                    </a:cubicBezTo>
                    <a:cubicBezTo>
                      <a:pt x="2348" y="309"/>
                      <a:pt x="2379" y="309"/>
                      <a:pt x="2412" y="309"/>
                    </a:cubicBezTo>
                    <a:cubicBezTo>
                      <a:pt x="2412" y="341"/>
                      <a:pt x="2412" y="373"/>
                      <a:pt x="2412" y="406"/>
                    </a:cubicBezTo>
                    <a:cubicBezTo>
                      <a:pt x="2444" y="406"/>
                      <a:pt x="2476" y="406"/>
                      <a:pt x="2509" y="406"/>
                    </a:cubicBezTo>
                    <a:cubicBezTo>
                      <a:pt x="2509" y="438"/>
                      <a:pt x="2509" y="470"/>
                      <a:pt x="2509" y="502"/>
                    </a:cubicBezTo>
                    <a:cubicBezTo>
                      <a:pt x="2541" y="502"/>
                      <a:pt x="2572" y="502"/>
                      <a:pt x="2605" y="502"/>
                    </a:cubicBezTo>
                    <a:cubicBezTo>
                      <a:pt x="2605" y="534"/>
                      <a:pt x="2605" y="566"/>
                      <a:pt x="2605" y="599"/>
                    </a:cubicBezTo>
                    <a:cubicBezTo>
                      <a:pt x="2637" y="599"/>
                      <a:pt x="2669" y="599"/>
                      <a:pt x="2702" y="599"/>
                    </a:cubicBezTo>
                    <a:cubicBezTo>
                      <a:pt x="2702" y="663"/>
                      <a:pt x="2702" y="726"/>
                      <a:pt x="2702" y="792"/>
                    </a:cubicBezTo>
                    <a:cubicBezTo>
                      <a:pt x="2734" y="792"/>
                      <a:pt x="2765" y="792"/>
                      <a:pt x="2798" y="792"/>
                    </a:cubicBezTo>
                    <a:cubicBezTo>
                      <a:pt x="2798" y="824"/>
                      <a:pt x="2798" y="856"/>
                      <a:pt x="2798" y="888"/>
                    </a:cubicBezTo>
                    <a:cubicBezTo>
                      <a:pt x="2830" y="888"/>
                      <a:pt x="2862" y="888"/>
                      <a:pt x="2895" y="888"/>
                    </a:cubicBezTo>
                    <a:cubicBezTo>
                      <a:pt x="2898" y="1038"/>
                      <a:pt x="2901" y="1187"/>
                      <a:pt x="2902" y="1336"/>
                    </a:cubicBezTo>
                    <a:cubicBezTo>
                      <a:pt x="2903" y="1406"/>
                      <a:pt x="2904" y="1475"/>
                      <a:pt x="2906" y="1544"/>
                    </a:cubicBezTo>
                    <a:cubicBezTo>
                      <a:pt x="2907" y="1611"/>
                      <a:pt x="2908" y="1678"/>
                      <a:pt x="2908" y="1745"/>
                    </a:cubicBezTo>
                    <a:cubicBezTo>
                      <a:pt x="2909" y="1771"/>
                      <a:pt x="2909" y="1796"/>
                      <a:pt x="2910" y="1822"/>
                    </a:cubicBezTo>
                    <a:cubicBezTo>
                      <a:pt x="2916" y="2024"/>
                      <a:pt x="2916" y="2024"/>
                      <a:pt x="2862" y="2081"/>
                    </a:cubicBezTo>
                    <a:cubicBezTo>
                      <a:pt x="2823" y="2105"/>
                      <a:pt x="2823" y="2105"/>
                      <a:pt x="2783" y="2125"/>
                    </a:cubicBezTo>
                    <a:cubicBezTo>
                      <a:pt x="2750" y="2143"/>
                      <a:pt x="2750" y="2143"/>
                      <a:pt x="2732" y="2188"/>
                    </a:cubicBezTo>
                    <a:cubicBezTo>
                      <a:pt x="2731" y="2196"/>
                      <a:pt x="2731" y="2196"/>
                      <a:pt x="2729" y="2234"/>
                    </a:cubicBezTo>
                    <a:cubicBezTo>
                      <a:pt x="2704" y="2368"/>
                      <a:pt x="2614" y="2427"/>
                      <a:pt x="2512" y="2508"/>
                    </a:cubicBezTo>
                    <a:cubicBezTo>
                      <a:pt x="2315" y="2666"/>
                      <a:pt x="2315" y="2666"/>
                      <a:pt x="2265" y="2756"/>
                    </a:cubicBezTo>
                    <a:cubicBezTo>
                      <a:pt x="2229" y="2815"/>
                      <a:pt x="2229" y="2815"/>
                      <a:pt x="2185" y="2829"/>
                    </a:cubicBezTo>
                    <a:cubicBezTo>
                      <a:pt x="2145" y="2832"/>
                      <a:pt x="2108" y="2831"/>
                      <a:pt x="2069" y="2827"/>
                    </a:cubicBezTo>
                    <a:cubicBezTo>
                      <a:pt x="2055" y="2827"/>
                      <a:pt x="2042" y="2826"/>
                      <a:pt x="2028" y="2825"/>
                    </a:cubicBezTo>
                    <a:cubicBezTo>
                      <a:pt x="1995" y="2824"/>
                      <a:pt x="1963" y="2821"/>
                      <a:pt x="1930" y="2818"/>
                    </a:cubicBezTo>
                    <a:cubicBezTo>
                      <a:pt x="1930" y="2850"/>
                      <a:pt x="1930" y="2882"/>
                      <a:pt x="1930" y="2915"/>
                    </a:cubicBezTo>
                    <a:cubicBezTo>
                      <a:pt x="1675" y="2915"/>
                      <a:pt x="1420" y="2915"/>
                      <a:pt x="1158" y="2915"/>
                    </a:cubicBezTo>
                    <a:cubicBezTo>
                      <a:pt x="1158" y="2883"/>
                      <a:pt x="1158" y="2851"/>
                      <a:pt x="1158" y="2818"/>
                    </a:cubicBezTo>
                    <a:cubicBezTo>
                      <a:pt x="1136" y="2819"/>
                      <a:pt x="1115" y="2820"/>
                      <a:pt x="1093" y="2822"/>
                    </a:cubicBezTo>
                    <a:cubicBezTo>
                      <a:pt x="897" y="2828"/>
                      <a:pt x="755" y="2813"/>
                      <a:pt x="579" y="2722"/>
                    </a:cubicBezTo>
                    <a:cubicBezTo>
                      <a:pt x="581" y="2707"/>
                      <a:pt x="583" y="2692"/>
                      <a:pt x="585" y="2676"/>
                    </a:cubicBezTo>
                    <a:cubicBezTo>
                      <a:pt x="584" y="2668"/>
                      <a:pt x="584" y="2668"/>
                      <a:pt x="579" y="2625"/>
                    </a:cubicBezTo>
                    <a:cubicBezTo>
                      <a:pt x="537" y="2598"/>
                      <a:pt x="537" y="2598"/>
                      <a:pt x="482" y="2577"/>
                    </a:cubicBezTo>
                    <a:cubicBezTo>
                      <a:pt x="428" y="2556"/>
                      <a:pt x="428" y="2556"/>
                      <a:pt x="386" y="2529"/>
                    </a:cubicBezTo>
                    <a:cubicBezTo>
                      <a:pt x="380" y="2477"/>
                      <a:pt x="380" y="2477"/>
                      <a:pt x="386" y="2432"/>
                    </a:cubicBezTo>
                    <a:cubicBezTo>
                      <a:pt x="354" y="2432"/>
                      <a:pt x="322" y="2432"/>
                      <a:pt x="289" y="2432"/>
                    </a:cubicBezTo>
                    <a:cubicBezTo>
                      <a:pt x="289" y="2369"/>
                      <a:pt x="289" y="2305"/>
                      <a:pt x="289" y="2239"/>
                    </a:cubicBezTo>
                    <a:cubicBezTo>
                      <a:pt x="258" y="2239"/>
                      <a:pt x="226" y="2239"/>
                      <a:pt x="193" y="2239"/>
                    </a:cubicBezTo>
                    <a:cubicBezTo>
                      <a:pt x="193" y="2207"/>
                      <a:pt x="193" y="2176"/>
                      <a:pt x="193" y="2143"/>
                    </a:cubicBezTo>
                    <a:cubicBezTo>
                      <a:pt x="161" y="2143"/>
                      <a:pt x="129" y="2143"/>
                      <a:pt x="96" y="2143"/>
                    </a:cubicBezTo>
                    <a:cubicBezTo>
                      <a:pt x="96" y="2047"/>
                      <a:pt x="96" y="1952"/>
                      <a:pt x="96" y="1853"/>
                    </a:cubicBezTo>
                    <a:cubicBezTo>
                      <a:pt x="65" y="1853"/>
                      <a:pt x="33" y="1853"/>
                      <a:pt x="0" y="1853"/>
                    </a:cubicBezTo>
                    <a:cubicBezTo>
                      <a:pt x="0" y="1599"/>
                      <a:pt x="0" y="1344"/>
                      <a:pt x="0" y="1081"/>
                    </a:cubicBezTo>
                    <a:cubicBezTo>
                      <a:pt x="32" y="1081"/>
                      <a:pt x="64" y="1081"/>
                      <a:pt x="96" y="1081"/>
                    </a:cubicBezTo>
                    <a:cubicBezTo>
                      <a:pt x="96" y="986"/>
                      <a:pt x="96" y="890"/>
                      <a:pt x="96" y="792"/>
                    </a:cubicBezTo>
                    <a:cubicBezTo>
                      <a:pt x="128" y="792"/>
                      <a:pt x="160" y="792"/>
                      <a:pt x="193" y="792"/>
                    </a:cubicBezTo>
                    <a:cubicBezTo>
                      <a:pt x="191" y="777"/>
                      <a:pt x="190" y="763"/>
                      <a:pt x="188" y="748"/>
                    </a:cubicBezTo>
                    <a:cubicBezTo>
                      <a:pt x="193" y="695"/>
                      <a:pt x="193" y="695"/>
                      <a:pt x="225" y="657"/>
                    </a:cubicBezTo>
                    <a:cubicBezTo>
                      <a:pt x="240" y="645"/>
                      <a:pt x="255" y="633"/>
                      <a:pt x="271" y="621"/>
                    </a:cubicBezTo>
                    <a:cubicBezTo>
                      <a:pt x="287" y="607"/>
                      <a:pt x="303" y="593"/>
                      <a:pt x="320" y="579"/>
                    </a:cubicBezTo>
                    <a:cubicBezTo>
                      <a:pt x="338" y="565"/>
                      <a:pt x="356" y="550"/>
                      <a:pt x="374" y="536"/>
                    </a:cubicBezTo>
                    <a:cubicBezTo>
                      <a:pt x="493" y="437"/>
                      <a:pt x="593" y="347"/>
                      <a:pt x="675" y="216"/>
                    </a:cubicBezTo>
                    <a:cubicBezTo>
                      <a:pt x="718" y="157"/>
                      <a:pt x="745" y="122"/>
                      <a:pt x="817" y="106"/>
                    </a:cubicBezTo>
                    <a:cubicBezTo>
                      <a:pt x="931" y="96"/>
                      <a:pt x="1044" y="103"/>
                      <a:pt x="1158" y="116"/>
                    </a:cubicBezTo>
                    <a:cubicBezTo>
                      <a:pt x="1158" y="85"/>
                      <a:pt x="1158" y="53"/>
                      <a:pt x="1158" y="20"/>
                    </a:cubicBezTo>
                    <a:close/>
                    <a:moveTo>
                      <a:pt x="1158" y="599"/>
                    </a:moveTo>
                    <a:cubicBezTo>
                      <a:pt x="1158" y="631"/>
                      <a:pt x="1158" y="663"/>
                      <a:pt x="1158" y="695"/>
                    </a:cubicBezTo>
                    <a:cubicBezTo>
                      <a:pt x="1094" y="695"/>
                      <a:pt x="1031" y="695"/>
                      <a:pt x="965" y="695"/>
                    </a:cubicBezTo>
                    <a:cubicBezTo>
                      <a:pt x="965" y="727"/>
                      <a:pt x="965" y="759"/>
                      <a:pt x="965" y="792"/>
                    </a:cubicBezTo>
                    <a:cubicBezTo>
                      <a:pt x="933" y="792"/>
                      <a:pt x="901" y="792"/>
                      <a:pt x="868" y="792"/>
                    </a:cubicBezTo>
                    <a:cubicBezTo>
                      <a:pt x="868" y="824"/>
                      <a:pt x="868" y="856"/>
                      <a:pt x="868" y="888"/>
                    </a:cubicBezTo>
                    <a:cubicBezTo>
                      <a:pt x="837" y="888"/>
                      <a:pt x="805" y="888"/>
                      <a:pt x="772" y="888"/>
                    </a:cubicBezTo>
                    <a:cubicBezTo>
                      <a:pt x="772" y="920"/>
                      <a:pt x="772" y="952"/>
                      <a:pt x="772" y="985"/>
                    </a:cubicBezTo>
                    <a:cubicBezTo>
                      <a:pt x="740" y="985"/>
                      <a:pt x="708" y="985"/>
                      <a:pt x="675" y="985"/>
                    </a:cubicBezTo>
                    <a:cubicBezTo>
                      <a:pt x="675" y="1049"/>
                      <a:pt x="675" y="1112"/>
                      <a:pt x="675" y="1178"/>
                    </a:cubicBezTo>
                    <a:cubicBezTo>
                      <a:pt x="644" y="1178"/>
                      <a:pt x="612" y="1178"/>
                      <a:pt x="579" y="1178"/>
                    </a:cubicBezTo>
                    <a:cubicBezTo>
                      <a:pt x="579" y="1401"/>
                      <a:pt x="579" y="1624"/>
                      <a:pt x="579" y="1853"/>
                    </a:cubicBezTo>
                    <a:cubicBezTo>
                      <a:pt x="611" y="1853"/>
                      <a:pt x="643" y="1853"/>
                      <a:pt x="675" y="1853"/>
                    </a:cubicBezTo>
                    <a:cubicBezTo>
                      <a:pt x="675" y="1917"/>
                      <a:pt x="675" y="1981"/>
                      <a:pt x="675" y="2046"/>
                    </a:cubicBezTo>
                    <a:cubicBezTo>
                      <a:pt x="707" y="2046"/>
                      <a:pt x="739" y="2046"/>
                      <a:pt x="772" y="2046"/>
                    </a:cubicBezTo>
                    <a:cubicBezTo>
                      <a:pt x="772" y="2078"/>
                      <a:pt x="772" y="2110"/>
                      <a:pt x="772" y="2143"/>
                    </a:cubicBezTo>
                    <a:cubicBezTo>
                      <a:pt x="804" y="2143"/>
                      <a:pt x="836" y="2143"/>
                      <a:pt x="868" y="2143"/>
                    </a:cubicBezTo>
                    <a:cubicBezTo>
                      <a:pt x="868" y="2175"/>
                      <a:pt x="868" y="2206"/>
                      <a:pt x="868" y="2239"/>
                    </a:cubicBezTo>
                    <a:cubicBezTo>
                      <a:pt x="932" y="2239"/>
                      <a:pt x="996" y="2239"/>
                      <a:pt x="1061" y="2239"/>
                    </a:cubicBezTo>
                    <a:cubicBezTo>
                      <a:pt x="1061" y="2271"/>
                      <a:pt x="1061" y="2303"/>
                      <a:pt x="1061" y="2336"/>
                    </a:cubicBezTo>
                    <a:cubicBezTo>
                      <a:pt x="1316" y="2336"/>
                      <a:pt x="1571" y="2336"/>
                      <a:pt x="1833" y="2336"/>
                    </a:cubicBezTo>
                    <a:cubicBezTo>
                      <a:pt x="1833" y="2304"/>
                      <a:pt x="1833" y="2272"/>
                      <a:pt x="1833" y="2239"/>
                    </a:cubicBezTo>
                    <a:cubicBezTo>
                      <a:pt x="1897" y="2239"/>
                      <a:pt x="1961" y="2239"/>
                      <a:pt x="2026" y="2239"/>
                    </a:cubicBezTo>
                    <a:cubicBezTo>
                      <a:pt x="2026" y="2207"/>
                      <a:pt x="2026" y="2176"/>
                      <a:pt x="2026" y="2143"/>
                    </a:cubicBezTo>
                    <a:cubicBezTo>
                      <a:pt x="2058" y="2143"/>
                      <a:pt x="2090" y="2143"/>
                      <a:pt x="2123" y="2143"/>
                    </a:cubicBezTo>
                    <a:cubicBezTo>
                      <a:pt x="2123" y="2111"/>
                      <a:pt x="2123" y="2079"/>
                      <a:pt x="2123" y="2046"/>
                    </a:cubicBezTo>
                    <a:cubicBezTo>
                      <a:pt x="2155" y="2046"/>
                      <a:pt x="2186" y="2046"/>
                      <a:pt x="2219" y="2046"/>
                    </a:cubicBezTo>
                    <a:cubicBezTo>
                      <a:pt x="2219" y="1983"/>
                      <a:pt x="2219" y="1919"/>
                      <a:pt x="2219" y="1853"/>
                    </a:cubicBezTo>
                    <a:cubicBezTo>
                      <a:pt x="2251" y="1853"/>
                      <a:pt x="2283" y="1853"/>
                      <a:pt x="2316" y="1853"/>
                    </a:cubicBezTo>
                    <a:cubicBezTo>
                      <a:pt x="2316" y="1790"/>
                      <a:pt x="2316" y="1726"/>
                      <a:pt x="2316" y="1660"/>
                    </a:cubicBezTo>
                    <a:cubicBezTo>
                      <a:pt x="2348" y="1660"/>
                      <a:pt x="2379" y="1660"/>
                      <a:pt x="2412" y="1660"/>
                    </a:cubicBezTo>
                    <a:cubicBezTo>
                      <a:pt x="2412" y="1533"/>
                      <a:pt x="2412" y="1406"/>
                      <a:pt x="2412" y="1274"/>
                    </a:cubicBezTo>
                    <a:cubicBezTo>
                      <a:pt x="2380" y="1274"/>
                      <a:pt x="2349" y="1274"/>
                      <a:pt x="2316" y="1274"/>
                    </a:cubicBezTo>
                    <a:cubicBezTo>
                      <a:pt x="2316" y="1211"/>
                      <a:pt x="2316" y="1147"/>
                      <a:pt x="2316" y="1081"/>
                    </a:cubicBezTo>
                    <a:cubicBezTo>
                      <a:pt x="2284" y="1081"/>
                      <a:pt x="2252" y="1081"/>
                      <a:pt x="2219" y="1081"/>
                    </a:cubicBezTo>
                    <a:cubicBezTo>
                      <a:pt x="2219" y="1018"/>
                      <a:pt x="2219" y="954"/>
                      <a:pt x="2219" y="888"/>
                    </a:cubicBezTo>
                    <a:cubicBezTo>
                      <a:pt x="2187" y="888"/>
                      <a:pt x="2156" y="888"/>
                      <a:pt x="2123" y="888"/>
                    </a:cubicBezTo>
                    <a:cubicBezTo>
                      <a:pt x="2123" y="857"/>
                      <a:pt x="2123" y="825"/>
                      <a:pt x="2123" y="792"/>
                    </a:cubicBezTo>
                    <a:cubicBezTo>
                      <a:pt x="2091" y="792"/>
                      <a:pt x="2059" y="792"/>
                      <a:pt x="2026" y="792"/>
                    </a:cubicBezTo>
                    <a:cubicBezTo>
                      <a:pt x="2026" y="760"/>
                      <a:pt x="2026" y="728"/>
                      <a:pt x="2026" y="695"/>
                    </a:cubicBezTo>
                    <a:cubicBezTo>
                      <a:pt x="1963" y="695"/>
                      <a:pt x="1899" y="695"/>
                      <a:pt x="1833" y="695"/>
                    </a:cubicBezTo>
                    <a:cubicBezTo>
                      <a:pt x="1833" y="664"/>
                      <a:pt x="1833" y="632"/>
                      <a:pt x="1833" y="599"/>
                    </a:cubicBezTo>
                    <a:cubicBezTo>
                      <a:pt x="1610" y="599"/>
                      <a:pt x="1388" y="599"/>
                      <a:pt x="1158" y="599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28" name="ICON_SKILL_COMPARE_path_013"/>
              <p:cNvSpPr/>
              <p:nvPr/>
            </p:nvSpPr>
            <p:spPr>
              <a:xfrm>
                <a:off x="6362254" y="1430421"/>
                <a:ext cx="36763" cy="37317"/>
              </a:xfrm>
              <a:custGeom>
                <a:avLst/>
                <a:gdLst/>
                <a:ahLst/>
                <a:cxnLst/>
                <a:rect l="0" t="0" r="r" b="b"/>
                <a:pathLst>
                  <a:path w="2895" h="2938" fill="norm" stroke="0">
                    <a:moveTo>
                      <a:pt x="1254" y="0"/>
                    </a:moveTo>
                    <a:cubicBezTo>
                      <a:pt x="1382" y="0"/>
                      <a:pt x="1509" y="0"/>
                      <a:pt x="1640" y="0"/>
                    </a:cubicBezTo>
                    <a:cubicBezTo>
                      <a:pt x="1640" y="32"/>
                      <a:pt x="1640" y="64"/>
                      <a:pt x="1640" y="96"/>
                    </a:cubicBezTo>
                    <a:cubicBezTo>
                      <a:pt x="1653" y="96"/>
                      <a:pt x="1665" y="95"/>
                      <a:pt x="1678" y="95"/>
                    </a:cubicBezTo>
                    <a:cubicBezTo>
                      <a:pt x="1735" y="93"/>
                      <a:pt x="1792" y="92"/>
                      <a:pt x="1848" y="90"/>
                    </a:cubicBezTo>
                    <a:cubicBezTo>
                      <a:pt x="1868" y="90"/>
                      <a:pt x="1887" y="89"/>
                      <a:pt x="1907" y="88"/>
                    </a:cubicBezTo>
                    <a:cubicBezTo>
                      <a:pt x="2024" y="86"/>
                      <a:pt x="2100" y="97"/>
                      <a:pt x="2195" y="167"/>
                    </a:cubicBezTo>
                    <a:cubicBezTo>
                      <a:pt x="2219" y="193"/>
                      <a:pt x="2219" y="193"/>
                      <a:pt x="2228" y="247"/>
                    </a:cubicBezTo>
                    <a:cubicBezTo>
                      <a:pt x="2227" y="254"/>
                      <a:pt x="2227" y="254"/>
                      <a:pt x="2219" y="289"/>
                    </a:cubicBezTo>
                    <a:cubicBezTo>
                      <a:pt x="2251" y="289"/>
                      <a:pt x="2283" y="289"/>
                      <a:pt x="2316" y="289"/>
                    </a:cubicBezTo>
                    <a:cubicBezTo>
                      <a:pt x="2316" y="321"/>
                      <a:pt x="2316" y="353"/>
                      <a:pt x="2316" y="386"/>
                    </a:cubicBezTo>
                    <a:cubicBezTo>
                      <a:pt x="2348" y="386"/>
                      <a:pt x="2379" y="386"/>
                      <a:pt x="2412" y="386"/>
                    </a:cubicBezTo>
                    <a:cubicBezTo>
                      <a:pt x="2412" y="418"/>
                      <a:pt x="2412" y="450"/>
                      <a:pt x="2412" y="482"/>
                    </a:cubicBezTo>
                    <a:cubicBezTo>
                      <a:pt x="2444" y="482"/>
                      <a:pt x="2476" y="482"/>
                      <a:pt x="2509" y="482"/>
                    </a:cubicBezTo>
                    <a:cubicBezTo>
                      <a:pt x="2509" y="514"/>
                      <a:pt x="2509" y="546"/>
                      <a:pt x="2509" y="579"/>
                    </a:cubicBezTo>
                    <a:cubicBezTo>
                      <a:pt x="2523" y="576"/>
                      <a:pt x="2537" y="573"/>
                      <a:pt x="2551" y="570"/>
                    </a:cubicBezTo>
                    <a:cubicBezTo>
                      <a:pt x="2615" y="581"/>
                      <a:pt x="2622" y="591"/>
                      <a:pt x="2660" y="642"/>
                    </a:cubicBezTo>
                    <a:cubicBezTo>
                      <a:pt x="2708" y="721"/>
                      <a:pt x="2710" y="778"/>
                      <a:pt x="2702" y="868"/>
                    </a:cubicBezTo>
                    <a:cubicBezTo>
                      <a:pt x="2734" y="868"/>
                      <a:pt x="2765" y="868"/>
                      <a:pt x="2798" y="868"/>
                    </a:cubicBezTo>
                    <a:cubicBezTo>
                      <a:pt x="2798" y="932"/>
                      <a:pt x="2798" y="996"/>
                      <a:pt x="2798" y="1061"/>
                    </a:cubicBezTo>
                    <a:cubicBezTo>
                      <a:pt x="2830" y="1061"/>
                      <a:pt x="2862" y="1061"/>
                      <a:pt x="2895" y="1061"/>
                    </a:cubicBezTo>
                    <a:cubicBezTo>
                      <a:pt x="2895" y="1348"/>
                      <a:pt x="2895" y="1635"/>
                      <a:pt x="2895" y="1930"/>
                    </a:cubicBezTo>
                    <a:cubicBezTo>
                      <a:pt x="2863" y="1930"/>
                      <a:pt x="2831" y="1930"/>
                      <a:pt x="2798" y="1930"/>
                    </a:cubicBezTo>
                    <a:cubicBezTo>
                      <a:pt x="2798" y="1994"/>
                      <a:pt x="2798" y="2057"/>
                      <a:pt x="2798" y="2123"/>
                    </a:cubicBezTo>
                    <a:cubicBezTo>
                      <a:pt x="2766" y="2123"/>
                      <a:pt x="2735" y="2123"/>
                      <a:pt x="2702" y="2123"/>
                    </a:cubicBezTo>
                    <a:cubicBezTo>
                      <a:pt x="2702" y="2155"/>
                      <a:pt x="2702" y="2186"/>
                      <a:pt x="2702" y="2219"/>
                    </a:cubicBezTo>
                    <a:cubicBezTo>
                      <a:pt x="2670" y="2219"/>
                      <a:pt x="2638" y="2219"/>
                      <a:pt x="2605" y="2219"/>
                    </a:cubicBezTo>
                    <a:cubicBezTo>
                      <a:pt x="2605" y="2283"/>
                      <a:pt x="2605" y="2347"/>
                      <a:pt x="2605" y="2412"/>
                    </a:cubicBezTo>
                    <a:cubicBezTo>
                      <a:pt x="2573" y="2412"/>
                      <a:pt x="2542" y="2412"/>
                      <a:pt x="2509" y="2412"/>
                    </a:cubicBezTo>
                    <a:cubicBezTo>
                      <a:pt x="2509" y="2444"/>
                      <a:pt x="2509" y="2476"/>
                      <a:pt x="2509" y="2509"/>
                    </a:cubicBezTo>
                    <a:cubicBezTo>
                      <a:pt x="2477" y="2509"/>
                      <a:pt x="2445" y="2509"/>
                      <a:pt x="2412" y="2509"/>
                    </a:cubicBezTo>
                    <a:cubicBezTo>
                      <a:pt x="2412" y="2541"/>
                      <a:pt x="2412" y="2572"/>
                      <a:pt x="2412" y="2605"/>
                    </a:cubicBezTo>
                    <a:cubicBezTo>
                      <a:pt x="2396" y="2611"/>
                      <a:pt x="2380" y="2617"/>
                      <a:pt x="2363" y="2623"/>
                    </a:cubicBezTo>
                    <a:cubicBezTo>
                      <a:pt x="2166" y="2697"/>
                      <a:pt x="2166" y="2697"/>
                      <a:pt x="2117" y="2756"/>
                    </a:cubicBezTo>
                    <a:cubicBezTo>
                      <a:pt x="2075" y="2798"/>
                      <a:pt x="2075" y="2798"/>
                      <a:pt x="2037" y="2804"/>
                    </a:cubicBezTo>
                    <a:cubicBezTo>
                      <a:pt x="1996" y="2804"/>
                      <a:pt x="1996" y="2804"/>
                      <a:pt x="1930" y="2798"/>
                    </a:cubicBezTo>
                    <a:cubicBezTo>
                      <a:pt x="1930" y="2830"/>
                      <a:pt x="1930" y="2862"/>
                      <a:pt x="1930" y="2895"/>
                    </a:cubicBezTo>
                    <a:cubicBezTo>
                      <a:pt x="859" y="2938"/>
                      <a:pt x="859" y="2938"/>
                      <a:pt x="579" y="2702"/>
                    </a:cubicBezTo>
                    <a:cubicBezTo>
                      <a:pt x="493" y="2619"/>
                      <a:pt x="418" y="2531"/>
                      <a:pt x="347" y="2436"/>
                    </a:cubicBezTo>
                    <a:cubicBezTo>
                      <a:pt x="302" y="2375"/>
                      <a:pt x="264" y="2346"/>
                      <a:pt x="193" y="2316"/>
                    </a:cubicBezTo>
                    <a:cubicBezTo>
                      <a:pt x="187" y="2265"/>
                      <a:pt x="187" y="2265"/>
                      <a:pt x="193" y="2219"/>
                    </a:cubicBezTo>
                    <a:cubicBezTo>
                      <a:pt x="161" y="2219"/>
                      <a:pt x="129" y="2219"/>
                      <a:pt x="96" y="2219"/>
                    </a:cubicBezTo>
                    <a:cubicBezTo>
                      <a:pt x="96" y="2156"/>
                      <a:pt x="96" y="2092"/>
                      <a:pt x="96" y="2026"/>
                    </a:cubicBezTo>
                    <a:cubicBezTo>
                      <a:pt x="65" y="2026"/>
                      <a:pt x="33" y="2026"/>
                      <a:pt x="0" y="2026"/>
                    </a:cubicBezTo>
                    <a:cubicBezTo>
                      <a:pt x="0" y="1644"/>
                      <a:pt x="0" y="1262"/>
                      <a:pt x="0" y="868"/>
                    </a:cubicBezTo>
                    <a:cubicBezTo>
                      <a:pt x="32" y="868"/>
                      <a:pt x="64" y="868"/>
                      <a:pt x="96" y="868"/>
                    </a:cubicBezTo>
                    <a:cubicBezTo>
                      <a:pt x="96" y="837"/>
                      <a:pt x="96" y="805"/>
                      <a:pt x="96" y="772"/>
                    </a:cubicBezTo>
                    <a:cubicBezTo>
                      <a:pt x="128" y="772"/>
                      <a:pt x="160" y="772"/>
                      <a:pt x="193" y="772"/>
                    </a:cubicBezTo>
                    <a:cubicBezTo>
                      <a:pt x="193" y="708"/>
                      <a:pt x="193" y="645"/>
                      <a:pt x="193" y="579"/>
                    </a:cubicBezTo>
                    <a:cubicBezTo>
                      <a:pt x="225" y="579"/>
                      <a:pt x="257" y="579"/>
                      <a:pt x="289" y="579"/>
                    </a:cubicBezTo>
                    <a:cubicBezTo>
                      <a:pt x="289" y="572"/>
                      <a:pt x="289" y="572"/>
                      <a:pt x="285" y="535"/>
                    </a:cubicBezTo>
                    <a:cubicBezTo>
                      <a:pt x="292" y="452"/>
                      <a:pt x="342" y="424"/>
                      <a:pt x="402" y="371"/>
                    </a:cubicBezTo>
                    <a:cubicBezTo>
                      <a:pt x="410" y="365"/>
                      <a:pt x="410" y="365"/>
                      <a:pt x="449" y="332"/>
                    </a:cubicBezTo>
                    <a:cubicBezTo>
                      <a:pt x="464" y="318"/>
                      <a:pt x="479" y="305"/>
                      <a:pt x="494" y="291"/>
                    </a:cubicBezTo>
                    <a:cubicBezTo>
                      <a:pt x="619" y="184"/>
                      <a:pt x="619" y="184"/>
                      <a:pt x="711" y="184"/>
                    </a:cubicBezTo>
                    <a:cubicBezTo>
                      <a:pt x="731" y="187"/>
                      <a:pt x="751" y="190"/>
                      <a:pt x="772" y="193"/>
                    </a:cubicBezTo>
                    <a:cubicBezTo>
                      <a:pt x="772" y="161"/>
                      <a:pt x="772" y="129"/>
                      <a:pt x="772" y="96"/>
                    </a:cubicBezTo>
                    <a:cubicBezTo>
                      <a:pt x="931" y="96"/>
                      <a:pt x="1090" y="96"/>
                      <a:pt x="1254" y="96"/>
                    </a:cubicBezTo>
                    <a:cubicBezTo>
                      <a:pt x="1254" y="65"/>
                      <a:pt x="1254" y="33"/>
                      <a:pt x="1254" y="0"/>
                    </a:cubicBezTo>
                    <a:close/>
                    <a:moveTo>
                      <a:pt x="1061" y="579"/>
                    </a:moveTo>
                    <a:cubicBezTo>
                      <a:pt x="1061" y="611"/>
                      <a:pt x="1061" y="643"/>
                      <a:pt x="1061" y="675"/>
                    </a:cubicBezTo>
                    <a:cubicBezTo>
                      <a:pt x="998" y="675"/>
                      <a:pt x="934" y="675"/>
                      <a:pt x="868" y="675"/>
                    </a:cubicBezTo>
                    <a:cubicBezTo>
                      <a:pt x="868" y="707"/>
                      <a:pt x="868" y="739"/>
                      <a:pt x="868" y="772"/>
                    </a:cubicBezTo>
                    <a:cubicBezTo>
                      <a:pt x="837" y="772"/>
                      <a:pt x="805" y="772"/>
                      <a:pt x="772" y="772"/>
                    </a:cubicBezTo>
                    <a:cubicBezTo>
                      <a:pt x="772" y="804"/>
                      <a:pt x="772" y="836"/>
                      <a:pt x="772" y="868"/>
                    </a:cubicBezTo>
                    <a:cubicBezTo>
                      <a:pt x="740" y="868"/>
                      <a:pt x="708" y="868"/>
                      <a:pt x="675" y="868"/>
                    </a:cubicBezTo>
                    <a:cubicBezTo>
                      <a:pt x="675" y="932"/>
                      <a:pt x="675" y="996"/>
                      <a:pt x="675" y="1061"/>
                    </a:cubicBezTo>
                    <a:cubicBezTo>
                      <a:pt x="644" y="1061"/>
                      <a:pt x="612" y="1061"/>
                      <a:pt x="579" y="1061"/>
                    </a:cubicBezTo>
                    <a:cubicBezTo>
                      <a:pt x="579" y="1157"/>
                      <a:pt x="579" y="1252"/>
                      <a:pt x="579" y="1351"/>
                    </a:cubicBezTo>
                    <a:cubicBezTo>
                      <a:pt x="547" y="1351"/>
                      <a:pt x="515" y="1351"/>
                      <a:pt x="482" y="1351"/>
                    </a:cubicBezTo>
                    <a:cubicBezTo>
                      <a:pt x="482" y="1446"/>
                      <a:pt x="482" y="1542"/>
                      <a:pt x="482" y="1640"/>
                    </a:cubicBezTo>
                    <a:cubicBezTo>
                      <a:pt x="514" y="1640"/>
                      <a:pt x="546" y="1640"/>
                      <a:pt x="579" y="1640"/>
                    </a:cubicBezTo>
                    <a:cubicBezTo>
                      <a:pt x="579" y="1736"/>
                      <a:pt x="579" y="1831"/>
                      <a:pt x="579" y="1930"/>
                    </a:cubicBezTo>
                    <a:cubicBezTo>
                      <a:pt x="611" y="1930"/>
                      <a:pt x="643" y="1930"/>
                      <a:pt x="675" y="1930"/>
                    </a:cubicBezTo>
                    <a:cubicBezTo>
                      <a:pt x="675" y="1962"/>
                      <a:pt x="675" y="1994"/>
                      <a:pt x="675" y="2026"/>
                    </a:cubicBezTo>
                    <a:cubicBezTo>
                      <a:pt x="707" y="2026"/>
                      <a:pt x="739" y="2026"/>
                      <a:pt x="772" y="2026"/>
                    </a:cubicBezTo>
                    <a:cubicBezTo>
                      <a:pt x="772" y="2058"/>
                      <a:pt x="772" y="2090"/>
                      <a:pt x="772" y="2123"/>
                    </a:cubicBezTo>
                    <a:cubicBezTo>
                      <a:pt x="804" y="2123"/>
                      <a:pt x="836" y="2123"/>
                      <a:pt x="868" y="2123"/>
                    </a:cubicBezTo>
                    <a:cubicBezTo>
                      <a:pt x="868" y="2155"/>
                      <a:pt x="868" y="2186"/>
                      <a:pt x="868" y="2219"/>
                    </a:cubicBezTo>
                    <a:cubicBezTo>
                      <a:pt x="932" y="2219"/>
                      <a:pt x="996" y="2219"/>
                      <a:pt x="1061" y="2219"/>
                    </a:cubicBezTo>
                    <a:cubicBezTo>
                      <a:pt x="1061" y="2251"/>
                      <a:pt x="1061" y="2283"/>
                      <a:pt x="1061" y="2316"/>
                    </a:cubicBezTo>
                    <a:cubicBezTo>
                      <a:pt x="1157" y="2316"/>
                      <a:pt x="1252" y="2316"/>
                      <a:pt x="1351" y="2316"/>
                    </a:cubicBezTo>
                    <a:cubicBezTo>
                      <a:pt x="1351" y="2348"/>
                      <a:pt x="1351" y="2379"/>
                      <a:pt x="1351" y="2412"/>
                    </a:cubicBezTo>
                    <a:cubicBezTo>
                      <a:pt x="1415" y="2412"/>
                      <a:pt x="1478" y="2412"/>
                      <a:pt x="1544" y="2412"/>
                    </a:cubicBezTo>
                    <a:cubicBezTo>
                      <a:pt x="1544" y="2380"/>
                      <a:pt x="1544" y="2349"/>
                      <a:pt x="1544" y="2316"/>
                    </a:cubicBezTo>
                    <a:cubicBezTo>
                      <a:pt x="1639" y="2316"/>
                      <a:pt x="1735" y="2316"/>
                      <a:pt x="1833" y="2316"/>
                    </a:cubicBezTo>
                    <a:cubicBezTo>
                      <a:pt x="1833" y="2284"/>
                      <a:pt x="1833" y="2252"/>
                      <a:pt x="1833" y="2219"/>
                    </a:cubicBezTo>
                    <a:cubicBezTo>
                      <a:pt x="1865" y="2219"/>
                      <a:pt x="1897" y="2219"/>
                      <a:pt x="1930" y="2219"/>
                    </a:cubicBezTo>
                    <a:cubicBezTo>
                      <a:pt x="1930" y="2187"/>
                      <a:pt x="1930" y="2156"/>
                      <a:pt x="1930" y="2123"/>
                    </a:cubicBezTo>
                    <a:cubicBezTo>
                      <a:pt x="1994" y="2123"/>
                      <a:pt x="2057" y="2123"/>
                      <a:pt x="2123" y="2123"/>
                    </a:cubicBezTo>
                    <a:cubicBezTo>
                      <a:pt x="2123" y="2091"/>
                      <a:pt x="2123" y="2059"/>
                      <a:pt x="2123" y="2026"/>
                    </a:cubicBezTo>
                    <a:cubicBezTo>
                      <a:pt x="2155" y="2026"/>
                      <a:pt x="2186" y="2026"/>
                      <a:pt x="2219" y="2026"/>
                    </a:cubicBezTo>
                    <a:cubicBezTo>
                      <a:pt x="2219" y="1963"/>
                      <a:pt x="2219" y="1899"/>
                      <a:pt x="2219" y="1833"/>
                    </a:cubicBezTo>
                    <a:cubicBezTo>
                      <a:pt x="2251" y="1833"/>
                      <a:pt x="2283" y="1833"/>
                      <a:pt x="2316" y="1833"/>
                    </a:cubicBezTo>
                    <a:cubicBezTo>
                      <a:pt x="2316" y="1610"/>
                      <a:pt x="2316" y="1388"/>
                      <a:pt x="2316" y="1158"/>
                    </a:cubicBezTo>
                    <a:cubicBezTo>
                      <a:pt x="2284" y="1158"/>
                      <a:pt x="2252" y="1158"/>
                      <a:pt x="2219" y="1158"/>
                    </a:cubicBezTo>
                    <a:cubicBezTo>
                      <a:pt x="2219" y="1094"/>
                      <a:pt x="2219" y="1031"/>
                      <a:pt x="2219" y="965"/>
                    </a:cubicBezTo>
                    <a:cubicBezTo>
                      <a:pt x="2187" y="965"/>
                      <a:pt x="2156" y="965"/>
                      <a:pt x="2123" y="965"/>
                    </a:cubicBezTo>
                    <a:cubicBezTo>
                      <a:pt x="2123" y="933"/>
                      <a:pt x="2123" y="901"/>
                      <a:pt x="2123" y="868"/>
                    </a:cubicBezTo>
                    <a:cubicBezTo>
                      <a:pt x="2091" y="868"/>
                      <a:pt x="2059" y="868"/>
                      <a:pt x="2026" y="868"/>
                    </a:cubicBezTo>
                    <a:cubicBezTo>
                      <a:pt x="2026" y="837"/>
                      <a:pt x="2026" y="805"/>
                      <a:pt x="2026" y="772"/>
                    </a:cubicBezTo>
                    <a:cubicBezTo>
                      <a:pt x="1994" y="772"/>
                      <a:pt x="1963" y="772"/>
                      <a:pt x="1930" y="772"/>
                    </a:cubicBezTo>
                    <a:cubicBezTo>
                      <a:pt x="1930" y="740"/>
                      <a:pt x="1930" y="708"/>
                      <a:pt x="1930" y="675"/>
                    </a:cubicBezTo>
                    <a:cubicBezTo>
                      <a:pt x="1866" y="675"/>
                      <a:pt x="1802" y="675"/>
                      <a:pt x="1737" y="675"/>
                    </a:cubicBezTo>
                    <a:cubicBezTo>
                      <a:pt x="1737" y="644"/>
                      <a:pt x="1737" y="612"/>
                      <a:pt x="1737" y="579"/>
                    </a:cubicBezTo>
                    <a:cubicBezTo>
                      <a:pt x="1514" y="579"/>
                      <a:pt x="1291" y="579"/>
                      <a:pt x="1061" y="579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29" name="ICON_SKILL_COMPARE_path_014"/>
              <p:cNvSpPr/>
              <p:nvPr/>
            </p:nvSpPr>
            <p:spPr>
              <a:xfrm>
                <a:off x="6554509" y="1431646"/>
                <a:ext cx="37115" cy="35717"/>
              </a:xfrm>
              <a:custGeom>
                <a:avLst/>
                <a:gdLst/>
                <a:ahLst/>
                <a:cxnLst/>
                <a:rect l="0" t="0" r="r" b="b"/>
                <a:pathLst>
                  <a:path w="2922" h="2812" fill="norm" stroke="0">
                    <a:moveTo>
                      <a:pt x="783" y="0"/>
                    </a:moveTo>
                    <a:cubicBezTo>
                      <a:pt x="1197" y="0"/>
                      <a:pt x="1611" y="0"/>
                      <a:pt x="2037" y="0"/>
                    </a:cubicBezTo>
                    <a:cubicBezTo>
                      <a:pt x="2037" y="32"/>
                      <a:pt x="2037" y="64"/>
                      <a:pt x="2037" y="96"/>
                    </a:cubicBezTo>
                    <a:cubicBezTo>
                      <a:pt x="2101" y="96"/>
                      <a:pt x="2165" y="96"/>
                      <a:pt x="2230" y="96"/>
                    </a:cubicBezTo>
                    <a:cubicBezTo>
                      <a:pt x="2230" y="128"/>
                      <a:pt x="2230" y="160"/>
                      <a:pt x="2230" y="193"/>
                    </a:cubicBezTo>
                    <a:cubicBezTo>
                      <a:pt x="2262" y="193"/>
                      <a:pt x="2294" y="193"/>
                      <a:pt x="2327" y="193"/>
                    </a:cubicBezTo>
                    <a:cubicBezTo>
                      <a:pt x="2327" y="225"/>
                      <a:pt x="2327" y="257"/>
                      <a:pt x="2327" y="289"/>
                    </a:cubicBezTo>
                    <a:cubicBezTo>
                      <a:pt x="2359" y="289"/>
                      <a:pt x="2390" y="289"/>
                      <a:pt x="2423" y="289"/>
                    </a:cubicBezTo>
                    <a:cubicBezTo>
                      <a:pt x="2423" y="321"/>
                      <a:pt x="2423" y="353"/>
                      <a:pt x="2423" y="386"/>
                    </a:cubicBezTo>
                    <a:cubicBezTo>
                      <a:pt x="2455" y="386"/>
                      <a:pt x="2487" y="386"/>
                      <a:pt x="2520" y="386"/>
                    </a:cubicBezTo>
                    <a:cubicBezTo>
                      <a:pt x="2520" y="418"/>
                      <a:pt x="2520" y="450"/>
                      <a:pt x="2520" y="482"/>
                    </a:cubicBezTo>
                    <a:cubicBezTo>
                      <a:pt x="2552" y="482"/>
                      <a:pt x="2583" y="482"/>
                      <a:pt x="2616" y="482"/>
                    </a:cubicBezTo>
                    <a:cubicBezTo>
                      <a:pt x="2616" y="546"/>
                      <a:pt x="2616" y="610"/>
                      <a:pt x="2616" y="675"/>
                    </a:cubicBezTo>
                    <a:cubicBezTo>
                      <a:pt x="2648" y="675"/>
                      <a:pt x="2680" y="675"/>
                      <a:pt x="2713" y="675"/>
                    </a:cubicBezTo>
                    <a:cubicBezTo>
                      <a:pt x="2713" y="739"/>
                      <a:pt x="2713" y="803"/>
                      <a:pt x="2713" y="868"/>
                    </a:cubicBezTo>
                    <a:cubicBezTo>
                      <a:pt x="2745" y="868"/>
                      <a:pt x="2776" y="868"/>
                      <a:pt x="2809" y="868"/>
                    </a:cubicBezTo>
                    <a:cubicBezTo>
                      <a:pt x="2826" y="929"/>
                      <a:pt x="2842" y="989"/>
                      <a:pt x="2857" y="1049"/>
                    </a:cubicBezTo>
                    <a:cubicBezTo>
                      <a:pt x="2862" y="1066"/>
                      <a:pt x="2867" y="1083"/>
                      <a:pt x="2871" y="1100"/>
                    </a:cubicBezTo>
                    <a:cubicBezTo>
                      <a:pt x="2922" y="1297"/>
                      <a:pt x="2911" y="1458"/>
                      <a:pt x="2857" y="1652"/>
                    </a:cubicBezTo>
                    <a:cubicBezTo>
                      <a:pt x="2853" y="1670"/>
                      <a:pt x="2848" y="1687"/>
                      <a:pt x="2844" y="1706"/>
                    </a:cubicBezTo>
                    <a:cubicBezTo>
                      <a:pt x="2832" y="1748"/>
                      <a:pt x="2821" y="1791"/>
                      <a:pt x="2809" y="1833"/>
                    </a:cubicBezTo>
                    <a:cubicBezTo>
                      <a:pt x="2777" y="1833"/>
                      <a:pt x="2746" y="1833"/>
                      <a:pt x="2713" y="1833"/>
                    </a:cubicBezTo>
                    <a:cubicBezTo>
                      <a:pt x="2713" y="1929"/>
                      <a:pt x="2713" y="2024"/>
                      <a:pt x="2713" y="2123"/>
                    </a:cubicBezTo>
                    <a:cubicBezTo>
                      <a:pt x="2681" y="2123"/>
                      <a:pt x="2649" y="2123"/>
                      <a:pt x="2616" y="2123"/>
                    </a:cubicBezTo>
                    <a:cubicBezTo>
                      <a:pt x="2616" y="2155"/>
                      <a:pt x="2616" y="2186"/>
                      <a:pt x="2616" y="2219"/>
                    </a:cubicBezTo>
                    <a:cubicBezTo>
                      <a:pt x="2584" y="2219"/>
                      <a:pt x="2553" y="2219"/>
                      <a:pt x="2520" y="2219"/>
                    </a:cubicBezTo>
                    <a:cubicBezTo>
                      <a:pt x="2521" y="2234"/>
                      <a:pt x="2523" y="2248"/>
                      <a:pt x="2524" y="2263"/>
                    </a:cubicBezTo>
                    <a:cubicBezTo>
                      <a:pt x="2517" y="2346"/>
                      <a:pt x="2467" y="2374"/>
                      <a:pt x="2407" y="2427"/>
                    </a:cubicBezTo>
                    <a:cubicBezTo>
                      <a:pt x="2399" y="2434"/>
                      <a:pt x="2399" y="2434"/>
                      <a:pt x="2360" y="2467"/>
                    </a:cubicBezTo>
                    <a:cubicBezTo>
                      <a:pt x="2345" y="2480"/>
                      <a:pt x="2330" y="2493"/>
                      <a:pt x="2315" y="2507"/>
                    </a:cubicBezTo>
                    <a:cubicBezTo>
                      <a:pt x="2190" y="2614"/>
                      <a:pt x="2190" y="2614"/>
                      <a:pt x="2099" y="2614"/>
                    </a:cubicBezTo>
                    <a:cubicBezTo>
                      <a:pt x="2088" y="2612"/>
                      <a:pt x="2088" y="2612"/>
                      <a:pt x="2037" y="2605"/>
                    </a:cubicBezTo>
                    <a:cubicBezTo>
                      <a:pt x="2037" y="2637"/>
                      <a:pt x="2037" y="2669"/>
                      <a:pt x="2037" y="2702"/>
                    </a:cubicBezTo>
                    <a:cubicBezTo>
                      <a:pt x="1942" y="2702"/>
                      <a:pt x="1846" y="2702"/>
                      <a:pt x="1748" y="2702"/>
                    </a:cubicBezTo>
                    <a:cubicBezTo>
                      <a:pt x="1748" y="2734"/>
                      <a:pt x="1748" y="2765"/>
                      <a:pt x="1748" y="2798"/>
                    </a:cubicBezTo>
                    <a:cubicBezTo>
                      <a:pt x="1635" y="2801"/>
                      <a:pt x="1523" y="2802"/>
                      <a:pt x="1411" y="2804"/>
                    </a:cubicBezTo>
                    <a:cubicBezTo>
                      <a:pt x="1373" y="2804"/>
                      <a:pt x="1334" y="2805"/>
                      <a:pt x="1296" y="2806"/>
                    </a:cubicBezTo>
                    <a:cubicBezTo>
                      <a:pt x="1073" y="2810"/>
                      <a:pt x="887" y="2812"/>
                      <a:pt x="686" y="2702"/>
                    </a:cubicBezTo>
                    <a:cubicBezTo>
                      <a:pt x="686" y="2670"/>
                      <a:pt x="686" y="2638"/>
                      <a:pt x="686" y="2605"/>
                    </a:cubicBezTo>
                    <a:cubicBezTo>
                      <a:pt x="655" y="2605"/>
                      <a:pt x="623" y="2605"/>
                      <a:pt x="590" y="2605"/>
                    </a:cubicBezTo>
                    <a:cubicBezTo>
                      <a:pt x="590" y="2573"/>
                      <a:pt x="590" y="2542"/>
                      <a:pt x="590" y="2509"/>
                    </a:cubicBezTo>
                    <a:cubicBezTo>
                      <a:pt x="576" y="2511"/>
                      <a:pt x="562" y="2514"/>
                      <a:pt x="548" y="2516"/>
                    </a:cubicBezTo>
                    <a:cubicBezTo>
                      <a:pt x="493" y="2509"/>
                      <a:pt x="493" y="2509"/>
                      <a:pt x="445" y="2458"/>
                    </a:cubicBezTo>
                    <a:cubicBezTo>
                      <a:pt x="429" y="2436"/>
                      <a:pt x="413" y="2414"/>
                      <a:pt x="397" y="2391"/>
                    </a:cubicBezTo>
                    <a:cubicBezTo>
                      <a:pt x="338" y="2309"/>
                      <a:pt x="297" y="2262"/>
                      <a:pt x="204" y="2219"/>
                    </a:cubicBezTo>
                    <a:cubicBezTo>
                      <a:pt x="198" y="2168"/>
                      <a:pt x="198" y="2168"/>
                      <a:pt x="204" y="2123"/>
                    </a:cubicBezTo>
                    <a:cubicBezTo>
                      <a:pt x="172" y="2123"/>
                      <a:pt x="140" y="2123"/>
                      <a:pt x="107" y="2123"/>
                    </a:cubicBezTo>
                    <a:cubicBezTo>
                      <a:pt x="107" y="2091"/>
                      <a:pt x="107" y="2059"/>
                      <a:pt x="107" y="2026"/>
                    </a:cubicBezTo>
                    <a:cubicBezTo>
                      <a:pt x="76" y="2026"/>
                      <a:pt x="44" y="2026"/>
                      <a:pt x="11" y="2026"/>
                    </a:cubicBezTo>
                    <a:cubicBezTo>
                      <a:pt x="9" y="1886"/>
                      <a:pt x="7" y="1745"/>
                      <a:pt x="6" y="1605"/>
                    </a:cubicBezTo>
                    <a:cubicBezTo>
                      <a:pt x="5" y="1540"/>
                      <a:pt x="5" y="1474"/>
                      <a:pt x="4" y="1409"/>
                    </a:cubicBezTo>
                    <a:cubicBezTo>
                      <a:pt x="3" y="1346"/>
                      <a:pt x="2" y="1283"/>
                      <a:pt x="2" y="1219"/>
                    </a:cubicBezTo>
                    <a:cubicBezTo>
                      <a:pt x="2" y="1184"/>
                      <a:pt x="1" y="1149"/>
                      <a:pt x="0" y="1113"/>
                    </a:cubicBezTo>
                    <a:cubicBezTo>
                      <a:pt x="0" y="946"/>
                      <a:pt x="35" y="826"/>
                      <a:pt x="107" y="675"/>
                    </a:cubicBezTo>
                    <a:cubicBezTo>
                      <a:pt x="139" y="675"/>
                      <a:pt x="171" y="675"/>
                      <a:pt x="204" y="675"/>
                    </a:cubicBezTo>
                    <a:cubicBezTo>
                      <a:pt x="204" y="612"/>
                      <a:pt x="204" y="548"/>
                      <a:pt x="204" y="482"/>
                    </a:cubicBezTo>
                    <a:cubicBezTo>
                      <a:pt x="236" y="482"/>
                      <a:pt x="268" y="482"/>
                      <a:pt x="300" y="482"/>
                    </a:cubicBezTo>
                    <a:cubicBezTo>
                      <a:pt x="300" y="451"/>
                      <a:pt x="300" y="419"/>
                      <a:pt x="300" y="386"/>
                    </a:cubicBezTo>
                    <a:cubicBezTo>
                      <a:pt x="332" y="386"/>
                      <a:pt x="364" y="386"/>
                      <a:pt x="397" y="386"/>
                    </a:cubicBezTo>
                    <a:cubicBezTo>
                      <a:pt x="397" y="354"/>
                      <a:pt x="397" y="322"/>
                      <a:pt x="397" y="289"/>
                    </a:cubicBezTo>
                    <a:cubicBezTo>
                      <a:pt x="429" y="289"/>
                      <a:pt x="461" y="289"/>
                      <a:pt x="493" y="289"/>
                    </a:cubicBezTo>
                    <a:cubicBezTo>
                      <a:pt x="490" y="276"/>
                      <a:pt x="487" y="262"/>
                      <a:pt x="484" y="247"/>
                    </a:cubicBezTo>
                    <a:cubicBezTo>
                      <a:pt x="495" y="183"/>
                      <a:pt x="506" y="176"/>
                      <a:pt x="557" y="139"/>
                    </a:cubicBezTo>
                    <a:cubicBezTo>
                      <a:pt x="636" y="91"/>
                      <a:pt x="692" y="88"/>
                      <a:pt x="783" y="96"/>
                    </a:cubicBezTo>
                    <a:cubicBezTo>
                      <a:pt x="783" y="65"/>
                      <a:pt x="783" y="33"/>
                      <a:pt x="783" y="0"/>
                    </a:cubicBezTo>
                    <a:close/>
                    <a:moveTo>
                      <a:pt x="1362" y="386"/>
                    </a:moveTo>
                    <a:cubicBezTo>
                      <a:pt x="1362" y="418"/>
                      <a:pt x="1362" y="450"/>
                      <a:pt x="1362" y="482"/>
                    </a:cubicBezTo>
                    <a:cubicBezTo>
                      <a:pt x="1266" y="482"/>
                      <a:pt x="1171" y="482"/>
                      <a:pt x="1072" y="482"/>
                    </a:cubicBezTo>
                    <a:cubicBezTo>
                      <a:pt x="1072" y="514"/>
                      <a:pt x="1072" y="546"/>
                      <a:pt x="1072" y="579"/>
                    </a:cubicBezTo>
                    <a:cubicBezTo>
                      <a:pt x="1009" y="579"/>
                      <a:pt x="945" y="579"/>
                      <a:pt x="879" y="579"/>
                    </a:cubicBezTo>
                    <a:cubicBezTo>
                      <a:pt x="879" y="611"/>
                      <a:pt x="879" y="643"/>
                      <a:pt x="879" y="675"/>
                    </a:cubicBezTo>
                    <a:cubicBezTo>
                      <a:pt x="848" y="675"/>
                      <a:pt x="816" y="675"/>
                      <a:pt x="783" y="675"/>
                    </a:cubicBezTo>
                    <a:cubicBezTo>
                      <a:pt x="783" y="707"/>
                      <a:pt x="783" y="739"/>
                      <a:pt x="783" y="772"/>
                    </a:cubicBezTo>
                    <a:cubicBezTo>
                      <a:pt x="751" y="772"/>
                      <a:pt x="719" y="772"/>
                      <a:pt x="686" y="772"/>
                    </a:cubicBezTo>
                    <a:cubicBezTo>
                      <a:pt x="686" y="804"/>
                      <a:pt x="686" y="836"/>
                      <a:pt x="686" y="868"/>
                    </a:cubicBezTo>
                    <a:cubicBezTo>
                      <a:pt x="655" y="868"/>
                      <a:pt x="623" y="868"/>
                      <a:pt x="590" y="868"/>
                    </a:cubicBezTo>
                    <a:cubicBezTo>
                      <a:pt x="590" y="932"/>
                      <a:pt x="590" y="996"/>
                      <a:pt x="590" y="1061"/>
                    </a:cubicBezTo>
                    <a:cubicBezTo>
                      <a:pt x="558" y="1061"/>
                      <a:pt x="526" y="1061"/>
                      <a:pt x="493" y="1061"/>
                    </a:cubicBezTo>
                    <a:cubicBezTo>
                      <a:pt x="493" y="1284"/>
                      <a:pt x="493" y="1507"/>
                      <a:pt x="493" y="1737"/>
                    </a:cubicBezTo>
                    <a:cubicBezTo>
                      <a:pt x="525" y="1737"/>
                      <a:pt x="557" y="1737"/>
                      <a:pt x="590" y="1737"/>
                    </a:cubicBezTo>
                    <a:cubicBezTo>
                      <a:pt x="590" y="1769"/>
                      <a:pt x="590" y="1801"/>
                      <a:pt x="590" y="1833"/>
                    </a:cubicBezTo>
                    <a:cubicBezTo>
                      <a:pt x="622" y="1833"/>
                      <a:pt x="654" y="1833"/>
                      <a:pt x="686" y="1833"/>
                    </a:cubicBezTo>
                    <a:cubicBezTo>
                      <a:pt x="686" y="1865"/>
                      <a:pt x="686" y="1897"/>
                      <a:pt x="686" y="1930"/>
                    </a:cubicBezTo>
                    <a:cubicBezTo>
                      <a:pt x="718" y="1930"/>
                      <a:pt x="750" y="1930"/>
                      <a:pt x="783" y="1930"/>
                    </a:cubicBezTo>
                    <a:cubicBezTo>
                      <a:pt x="783" y="1962"/>
                      <a:pt x="783" y="1994"/>
                      <a:pt x="783" y="2026"/>
                    </a:cubicBezTo>
                    <a:cubicBezTo>
                      <a:pt x="815" y="2026"/>
                      <a:pt x="847" y="2026"/>
                      <a:pt x="879" y="2026"/>
                    </a:cubicBezTo>
                    <a:cubicBezTo>
                      <a:pt x="879" y="2058"/>
                      <a:pt x="879" y="2090"/>
                      <a:pt x="879" y="2123"/>
                    </a:cubicBezTo>
                    <a:cubicBezTo>
                      <a:pt x="943" y="2123"/>
                      <a:pt x="1007" y="2123"/>
                      <a:pt x="1072" y="2123"/>
                    </a:cubicBezTo>
                    <a:cubicBezTo>
                      <a:pt x="1072" y="2155"/>
                      <a:pt x="1072" y="2186"/>
                      <a:pt x="1072" y="2219"/>
                    </a:cubicBezTo>
                    <a:cubicBezTo>
                      <a:pt x="1136" y="2219"/>
                      <a:pt x="1200" y="2219"/>
                      <a:pt x="1265" y="2219"/>
                    </a:cubicBezTo>
                    <a:cubicBezTo>
                      <a:pt x="1265" y="2251"/>
                      <a:pt x="1265" y="2283"/>
                      <a:pt x="1265" y="2316"/>
                    </a:cubicBezTo>
                    <a:cubicBezTo>
                      <a:pt x="1361" y="2316"/>
                      <a:pt x="1456" y="2316"/>
                      <a:pt x="1555" y="2316"/>
                    </a:cubicBezTo>
                    <a:cubicBezTo>
                      <a:pt x="1555" y="2284"/>
                      <a:pt x="1555" y="2252"/>
                      <a:pt x="1555" y="2219"/>
                    </a:cubicBezTo>
                    <a:cubicBezTo>
                      <a:pt x="1619" y="2219"/>
                      <a:pt x="1682" y="2219"/>
                      <a:pt x="1748" y="2219"/>
                    </a:cubicBezTo>
                    <a:cubicBezTo>
                      <a:pt x="1748" y="2187"/>
                      <a:pt x="1748" y="2156"/>
                      <a:pt x="1748" y="2123"/>
                    </a:cubicBezTo>
                    <a:cubicBezTo>
                      <a:pt x="1812" y="2123"/>
                      <a:pt x="1875" y="2123"/>
                      <a:pt x="1941" y="2123"/>
                    </a:cubicBezTo>
                    <a:cubicBezTo>
                      <a:pt x="1941" y="2091"/>
                      <a:pt x="1941" y="2059"/>
                      <a:pt x="1941" y="2026"/>
                    </a:cubicBezTo>
                    <a:cubicBezTo>
                      <a:pt x="1973" y="2026"/>
                      <a:pt x="2005" y="2026"/>
                      <a:pt x="2037" y="2026"/>
                    </a:cubicBezTo>
                    <a:cubicBezTo>
                      <a:pt x="2037" y="1994"/>
                      <a:pt x="2037" y="1963"/>
                      <a:pt x="2037" y="1930"/>
                    </a:cubicBezTo>
                    <a:cubicBezTo>
                      <a:pt x="2069" y="1930"/>
                      <a:pt x="2101" y="1930"/>
                      <a:pt x="2134" y="1930"/>
                    </a:cubicBezTo>
                    <a:cubicBezTo>
                      <a:pt x="2134" y="1898"/>
                      <a:pt x="2134" y="1866"/>
                      <a:pt x="2134" y="1833"/>
                    </a:cubicBezTo>
                    <a:cubicBezTo>
                      <a:pt x="2166" y="1833"/>
                      <a:pt x="2197" y="1833"/>
                      <a:pt x="2230" y="1833"/>
                    </a:cubicBezTo>
                    <a:cubicBezTo>
                      <a:pt x="2230" y="1738"/>
                      <a:pt x="2230" y="1642"/>
                      <a:pt x="2230" y="1544"/>
                    </a:cubicBezTo>
                    <a:cubicBezTo>
                      <a:pt x="2262" y="1544"/>
                      <a:pt x="2294" y="1544"/>
                      <a:pt x="2327" y="1544"/>
                    </a:cubicBezTo>
                    <a:cubicBezTo>
                      <a:pt x="2327" y="1448"/>
                      <a:pt x="2327" y="1353"/>
                      <a:pt x="2327" y="1254"/>
                    </a:cubicBezTo>
                    <a:cubicBezTo>
                      <a:pt x="2295" y="1254"/>
                      <a:pt x="2263" y="1254"/>
                      <a:pt x="2230" y="1254"/>
                    </a:cubicBezTo>
                    <a:cubicBezTo>
                      <a:pt x="2230" y="1159"/>
                      <a:pt x="2230" y="1063"/>
                      <a:pt x="2230" y="965"/>
                    </a:cubicBezTo>
                    <a:cubicBezTo>
                      <a:pt x="2198" y="965"/>
                      <a:pt x="2167" y="965"/>
                      <a:pt x="2134" y="965"/>
                    </a:cubicBezTo>
                    <a:cubicBezTo>
                      <a:pt x="2134" y="901"/>
                      <a:pt x="2134" y="838"/>
                      <a:pt x="2134" y="772"/>
                    </a:cubicBezTo>
                    <a:cubicBezTo>
                      <a:pt x="2102" y="772"/>
                      <a:pt x="2070" y="772"/>
                      <a:pt x="2037" y="772"/>
                    </a:cubicBezTo>
                    <a:cubicBezTo>
                      <a:pt x="2037" y="740"/>
                      <a:pt x="2037" y="708"/>
                      <a:pt x="2037" y="675"/>
                    </a:cubicBezTo>
                    <a:cubicBezTo>
                      <a:pt x="2005" y="675"/>
                      <a:pt x="1974" y="675"/>
                      <a:pt x="1941" y="675"/>
                    </a:cubicBezTo>
                    <a:cubicBezTo>
                      <a:pt x="1941" y="644"/>
                      <a:pt x="1941" y="612"/>
                      <a:pt x="1941" y="579"/>
                    </a:cubicBezTo>
                    <a:cubicBezTo>
                      <a:pt x="1877" y="579"/>
                      <a:pt x="1813" y="579"/>
                      <a:pt x="1748" y="579"/>
                    </a:cubicBezTo>
                    <a:cubicBezTo>
                      <a:pt x="1748" y="547"/>
                      <a:pt x="1748" y="515"/>
                      <a:pt x="1748" y="482"/>
                    </a:cubicBezTo>
                    <a:cubicBezTo>
                      <a:pt x="1652" y="482"/>
                      <a:pt x="1557" y="482"/>
                      <a:pt x="1458" y="482"/>
                    </a:cubicBezTo>
                    <a:cubicBezTo>
                      <a:pt x="1458" y="451"/>
                      <a:pt x="1458" y="419"/>
                      <a:pt x="1458" y="386"/>
                    </a:cubicBezTo>
                    <a:cubicBezTo>
                      <a:pt x="1427" y="386"/>
                      <a:pt x="1395" y="386"/>
                      <a:pt x="1362" y="386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30" name="ICON_SKILL_COMPARE_path_015"/>
              <p:cNvSpPr/>
              <p:nvPr/>
            </p:nvSpPr>
            <p:spPr>
              <a:xfrm>
                <a:off x="6647782" y="1431646"/>
                <a:ext cx="36763" cy="35538"/>
              </a:xfrm>
              <a:custGeom>
                <a:avLst/>
                <a:gdLst/>
                <a:ahLst/>
                <a:cxnLst/>
                <a:rect l="0" t="0" r="r" b="b"/>
                <a:pathLst>
                  <a:path w="2895" h="2798" fill="norm" stroke="0">
                    <a:moveTo>
                      <a:pt x="868" y="0"/>
                    </a:moveTo>
                    <a:cubicBezTo>
                      <a:pt x="1282" y="0"/>
                      <a:pt x="1696" y="0"/>
                      <a:pt x="2123" y="0"/>
                    </a:cubicBezTo>
                    <a:cubicBezTo>
                      <a:pt x="2123" y="32"/>
                      <a:pt x="2123" y="64"/>
                      <a:pt x="2123" y="96"/>
                    </a:cubicBezTo>
                    <a:cubicBezTo>
                      <a:pt x="2137" y="95"/>
                      <a:pt x="2150" y="93"/>
                      <a:pt x="2165" y="91"/>
                    </a:cubicBezTo>
                    <a:cubicBezTo>
                      <a:pt x="2239" y="98"/>
                      <a:pt x="2273" y="136"/>
                      <a:pt x="2322" y="187"/>
                    </a:cubicBezTo>
                    <a:cubicBezTo>
                      <a:pt x="2331" y="195"/>
                      <a:pt x="2339" y="204"/>
                      <a:pt x="2348" y="212"/>
                    </a:cubicBezTo>
                    <a:cubicBezTo>
                      <a:pt x="2392" y="256"/>
                      <a:pt x="2412" y="282"/>
                      <a:pt x="2418" y="344"/>
                    </a:cubicBezTo>
                    <a:cubicBezTo>
                      <a:pt x="2416" y="358"/>
                      <a:pt x="2414" y="372"/>
                      <a:pt x="2412" y="386"/>
                    </a:cubicBezTo>
                    <a:cubicBezTo>
                      <a:pt x="2444" y="386"/>
                      <a:pt x="2476" y="386"/>
                      <a:pt x="2509" y="386"/>
                    </a:cubicBezTo>
                    <a:cubicBezTo>
                      <a:pt x="2509" y="418"/>
                      <a:pt x="2509" y="450"/>
                      <a:pt x="2509" y="482"/>
                    </a:cubicBezTo>
                    <a:cubicBezTo>
                      <a:pt x="2541" y="482"/>
                      <a:pt x="2572" y="482"/>
                      <a:pt x="2605" y="482"/>
                    </a:cubicBezTo>
                    <a:cubicBezTo>
                      <a:pt x="2605" y="514"/>
                      <a:pt x="2605" y="546"/>
                      <a:pt x="2605" y="579"/>
                    </a:cubicBezTo>
                    <a:cubicBezTo>
                      <a:pt x="2637" y="579"/>
                      <a:pt x="2669" y="579"/>
                      <a:pt x="2702" y="579"/>
                    </a:cubicBezTo>
                    <a:cubicBezTo>
                      <a:pt x="2702" y="611"/>
                      <a:pt x="2702" y="643"/>
                      <a:pt x="2702" y="675"/>
                    </a:cubicBezTo>
                    <a:cubicBezTo>
                      <a:pt x="2734" y="675"/>
                      <a:pt x="2765" y="675"/>
                      <a:pt x="2798" y="675"/>
                    </a:cubicBezTo>
                    <a:cubicBezTo>
                      <a:pt x="2798" y="739"/>
                      <a:pt x="2798" y="803"/>
                      <a:pt x="2798" y="868"/>
                    </a:cubicBezTo>
                    <a:cubicBezTo>
                      <a:pt x="2830" y="868"/>
                      <a:pt x="2862" y="868"/>
                      <a:pt x="2895" y="868"/>
                    </a:cubicBezTo>
                    <a:cubicBezTo>
                      <a:pt x="2895" y="1155"/>
                      <a:pt x="2895" y="1442"/>
                      <a:pt x="2895" y="1737"/>
                    </a:cubicBezTo>
                    <a:cubicBezTo>
                      <a:pt x="2863" y="1737"/>
                      <a:pt x="2831" y="1737"/>
                      <a:pt x="2798" y="1737"/>
                    </a:cubicBezTo>
                    <a:cubicBezTo>
                      <a:pt x="2799" y="1751"/>
                      <a:pt x="2800" y="1766"/>
                      <a:pt x="2802" y="1781"/>
                    </a:cubicBezTo>
                    <a:cubicBezTo>
                      <a:pt x="2809" y="1951"/>
                      <a:pt x="2793" y="2116"/>
                      <a:pt x="2676" y="2249"/>
                    </a:cubicBezTo>
                    <a:cubicBezTo>
                      <a:pt x="2646" y="2278"/>
                      <a:pt x="2616" y="2305"/>
                      <a:pt x="2584" y="2331"/>
                    </a:cubicBezTo>
                    <a:cubicBezTo>
                      <a:pt x="2574" y="2339"/>
                      <a:pt x="2564" y="2347"/>
                      <a:pt x="2554" y="2356"/>
                    </a:cubicBezTo>
                    <a:cubicBezTo>
                      <a:pt x="2472" y="2418"/>
                      <a:pt x="2415" y="2420"/>
                      <a:pt x="2316" y="2412"/>
                    </a:cubicBezTo>
                    <a:cubicBezTo>
                      <a:pt x="2316" y="2444"/>
                      <a:pt x="2316" y="2476"/>
                      <a:pt x="2316" y="2509"/>
                    </a:cubicBezTo>
                    <a:cubicBezTo>
                      <a:pt x="2284" y="2509"/>
                      <a:pt x="2252" y="2509"/>
                      <a:pt x="2219" y="2509"/>
                    </a:cubicBezTo>
                    <a:cubicBezTo>
                      <a:pt x="2222" y="2523"/>
                      <a:pt x="2225" y="2537"/>
                      <a:pt x="2228" y="2551"/>
                    </a:cubicBezTo>
                    <a:cubicBezTo>
                      <a:pt x="2218" y="2615"/>
                      <a:pt x="2207" y="2622"/>
                      <a:pt x="2156" y="2660"/>
                    </a:cubicBezTo>
                    <a:cubicBezTo>
                      <a:pt x="2077" y="2708"/>
                      <a:pt x="2021" y="2710"/>
                      <a:pt x="1930" y="2702"/>
                    </a:cubicBezTo>
                    <a:cubicBezTo>
                      <a:pt x="1930" y="2734"/>
                      <a:pt x="1930" y="2765"/>
                      <a:pt x="1930" y="2798"/>
                    </a:cubicBezTo>
                    <a:cubicBezTo>
                      <a:pt x="1675" y="2798"/>
                      <a:pt x="1420" y="2798"/>
                      <a:pt x="1158" y="2798"/>
                    </a:cubicBezTo>
                    <a:cubicBezTo>
                      <a:pt x="1158" y="2766"/>
                      <a:pt x="1158" y="2735"/>
                      <a:pt x="1158" y="2702"/>
                    </a:cubicBezTo>
                    <a:cubicBezTo>
                      <a:pt x="1126" y="2702"/>
                      <a:pt x="1094" y="2702"/>
                      <a:pt x="1061" y="2702"/>
                    </a:cubicBezTo>
                    <a:cubicBezTo>
                      <a:pt x="1061" y="2734"/>
                      <a:pt x="1061" y="2765"/>
                      <a:pt x="1061" y="2798"/>
                    </a:cubicBezTo>
                    <a:cubicBezTo>
                      <a:pt x="1030" y="2798"/>
                      <a:pt x="998" y="2798"/>
                      <a:pt x="965" y="2798"/>
                    </a:cubicBezTo>
                    <a:cubicBezTo>
                      <a:pt x="965" y="2766"/>
                      <a:pt x="965" y="2735"/>
                      <a:pt x="965" y="2702"/>
                    </a:cubicBezTo>
                    <a:cubicBezTo>
                      <a:pt x="954" y="2700"/>
                      <a:pt x="944" y="2698"/>
                      <a:pt x="933" y="2696"/>
                    </a:cubicBezTo>
                    <a:cubicBezTo>
                      <a:pt x="820" y="2673"/>
                      <a:pt x="719" y="2634"/>
                      <a:pt x="615" y="2584"/>
                    </a:cubicBezTo>
                    <a:cubicBezTo>
                      <a:pt x="602" y="2578"/>
                      <a:pt x="589" y="2572"/>
                      <a:pt x="576" y="2566"/>
                    </a:cubicBezTo>
                    <a:cubicBezTo>
                      <a:pt x="539" y="2548"/>
                      <a:pt x="539" y="2548"/>
                      <a:pt x="482" y="2509"/>
                    </a:cubicBezTo>
                    <a:cubicBezTo>
                      <a:pt x="474" y="2456"/>
                      <a:pt x="474" y="2456"/>
                      <a:pt x="482" y="2412"/>
                    </a:cubicBezTo>
                    <a:cubicBezTo>
                      <a:pt x="451" y="2412"/>
                      <a:pt x="419" y="2412"/>
                      <a:pt x="386" y="2412"/>
                    </a:cubicBezTo>
                    <a:cubicBezTo>
                      <a:pt x="386" y="2380"/>
                      <a:pt x="386" y="2349"/>
                      <a:pt x="386" y="2316"/>
                    </a:cubicBezTo>
                    <a:cubicBezTo>
                      <a:pt x="354" y="2316"/>
                      <a:pt x="322" y="2316"/>
                      <a:pt x="289" y="2316"/>
                    </a:cubicBezTo>
                    <a:cubicBezTo>
                      <a:pt x="289" y="2252"/>
                      <a:pt x="289" y="2188"/>
                      <a:pt x="289" y="2123"/>
                    </a:cubicBezTo>
                    <a:cubicBezTo>
                      <a:pt x="258" y="2123"/>
                      <a:pt x="226" y="2123"/>
                      <a:pt x="193" y="2123"/>
                    </a:cubicBezTo>
                    <a:cubicBezTo>
                      <a:pt x="137" y="2074"/>
                      <a:pt x="101" y="2009"/>
                      <a:pt x="90" y="1936"/>
                    </a:cubicBezTo>
                    <a:cubicBezTo>
                      <a:pt x="90" y="1897"/>
                      <a:pt x="90" y="1897"/>
                      <a:pt x="96" y="1833"/>
                    </a:cubicBezTo>
                    <a:cubicBezTo>
                      <a:pt x="65" y="1833"/>
                      <a:pt x="33" y="1833"/>
                      <a:pt x="0" y="1833"/>
                    </a:cubicBezTo>
                    <a:cubicBezTo>
                      <a:pt x="8" y="1815"/>
                      <a:pt x="16" y="1797"/>
                      <a:pt x="24" y="1779"/>
                    </a:cubicBezTo>
                    <a:cubicBezTo>
                      <a:pt x="65" y="1657"/>
                      <a:pt x="53" y="1526"/>
                      <a:pt x="51" y="1399"/>
                    </a:cubicBezTo>
                    <a:cubicBezTo>
                      <a:pt x="51" y="1373"/>
                      <a:pt x="51" y="1347"/>
                      <a:pt x="51" y="1321"/>
                    </a:cubicBezTo>
                    <a:cubicBezTo>
                      <a:pt x="50" y="1273"/>
                      <a:pt x="50" y="1225"/>
                      <a:pt x="49" y="1177"/>
                    </a:cubicBezTo>
                    <a:cubicBezTo>
                      <a:pt x="49" y="1166"/>
                      <a:pt x="49" y="1166"/>
                      <a:pt x="48" y="1110"/>
                    </a:cubicBezTo>
                    <a:cubicBezTo>
                      <a:pt x="48" y="1097"/>
                      <a:pt x="48" y="1084"/>
                      <a:pt x="48" y="1071"/>
                    </a:cubicBezTo>
                    <a:cubicBezTo>
                      <a:pt x="47" y="996"/>
                      <a:pt x="52" y="932"/>
                      <a:pt x="72" y="859"/>
                    </a:cubicBezTo>
                    <a:cubicBezTo>
                      <a:pt x="77" y="843"/>
                      <a:pt x="81" y="826"/>
                      <a:pt x="86" y="809"/>
                    </a:cubicBezTo>
                    <a:cubicBezTo>
                      <a:pt x="88" y="803"/>
                      <a:pt x="88" y="803"/>
                      <a:pt x="96" y="772"/>
                    </a:cubicBezTo>
                    <a:cubicBezTo>
                      <a:pt x="128" y="772"/>
                      <a:pt x="160" y="772"/>
                      <a:pt x="193" y="772"/>
                    </a:cubicBezTo>
                    <a:cubicBezTo>
                      <a:pt x="193" y="708"/>
                      <a:pt x="193" y="645"/>
                      <a:pt x="193" y="579"/>
                    </a:cubicBezTo>
                    <a:cubicBezTo>
                      <a:pt x="225" y="579"/>
                      <a:pt x="257" y="579"/>
                      <a:pt x="289" y="579"/>
                    </a:cubicBezTo>
                    <a:cubicBezTo>
                      <a:pt x="289" y="572"/>
                      <a:pt x="289" y="572"/>
                      <a:pt x="285" y="536"/>
                    </a:cubicBezTo>
                    <a:cubicBezTo>
                      <a:pt x="294" y="432"/>
                      <a:pt x="395" y="375"/>
                      <a:pt x="470" y="311"/>
                    </a:cubicBezTo>
                    <a:cubicBezTo>
                      <a:pt x="487" y="295"/>
                      <a:pt x="504" y="280"/>
                      <a:pt x="521" y="264"/>
                    </a:cubicBezTo>
                    <a:cubicBezTo>
                      <a:pt x="631" y="168"/>
                      <a:pt x="723" y="116"/>
                      <a:pt x="868" y="96"/>
                    </a:cubicBezTo>
                    <a:cubicBezTo>
                      <a:pt x="868" y="65"/>
                      <a:pt x="868" y="33"/>
                      <a:pt x="868" y="0"/>
                    </a:cubicBezTo>
                    <a:close/>
                    <a:moveTo>
                      <a:pt x="1158" y="482"/>
                    </a:moveTo>
                    <a:cubicBezTo>
                      <a:pt x="1158" y="514"/>
                      <a:pt x="1158" y="546"/>
                      <a:pt x="1158" y="579"/>
                    </a:cubicBezTo>
                    <a:cubicBezTo>
                      <a:pt x="1094" y="579"/>
                      <a:pt x="1031" y="579"/>
                      <a:pt x="965" y="579"/>
                    </a:cubicBezTo>
                    <a:cubicBezTo>
                      <a:pt x="965" y="611"/>
                      <a:pt x="965" y="643"/>
                      <a:pt x="965" y="675"/>
                    </a:cubicBezTo>
                    <a:cubicBezTo>
                      <a:pt x="933" y="675"/>
                      <a:pt x="901" y="675"/>
                      <a:pt x="868" y="675"/>
                    </a:cubicBezTo>
                    <a:cubicBezTo>
                      <a:pt x="868" y="707"/>
                      <a:pt x="868" y="739"/>
                      <a:pt x="868" y="772"/>
                    </a:cubicBezTo>
                    <a:cubicBezTo>
                      <a:pt x="837" y="772"/>
                      <a:pt x="805" y="772"/>
                      <a:pt x="772" y="772"/>
                    </a:cubicBezTo>
                    <a:cubicBezTo>
                      <a:pt x="772" y="804"/>
                      <a:pt x="772" y="836"/>
                      <a:pt x="772" y="868"/>
                    </a:cubicBezTo>
                    <a:cubicBezTo>
                      <a:pt x="740" y="868"/>
                      <a:pt x="708" y="868"/>
                      <a:pt x="675" y="868"/>
                    </a:cubicBezTo>
                    <a:cubicBezTo>
                      <a:pt x="675" y="932"/>
                      <a:pt x="675" y="996"/>
                      <a:pt x="675" y="1061"/>
                    </a:cubicBezTo>
                    <a:cubicBezTo>
                      <a:pt x="644" y="1061"/>
                      <a:pt x="612" y="1061"/>
                      <a:pt x="579" y="1061"/>
                    </a:cubicBezTo>
                    <a:cubicBezTo>
                      <a:pt x="579" y="1252"/>
                      <a:pt x="579" y="1444"/>
                      <a:pt x="579" y="1640"/>
                    </a:cubicBezTo>
                    <a:cubicBezTo>
                      <a:pt x="611" y="1640"/>
                      <a:pt x="643" y="1640"/>
                      <a:pt x="675" y="1640"/>
                    </a:cubicBezTo>
                    <a:cubicBezTo>
                      <a:pt x="675" y="1704"/>
                      <a:pt x="675" y="1768"/>
                      <a:pt x="675" y="1833"/>
                    </a:cubicBezTo>
                    <a:cubicBezTo>
                      <a:pt x="707" y="1833"/>
                      <a:pt x="739" y="1833"/>
                      <a:pt x="772" y="1833"/>
                    </a:cubicBezTo>
                    <a:cubicBezTo>
                      <a:pt x="772" y="1897"/>
                      <a:pt x="772" y="1961"/>
                      <a:pt x="772" y="2026"/>
                    </a:cubicBezTo>
                    <a:cubicBezTo>
                      <a:pt x="836" y="2026"/>
                      <a:pt x="899" y="2026"/>
                      <a:pt x="965" y="2026"/>
                    </a:cubicBezTo>
                    <a:cubicBezTo>
                      <a:pt x="965" y="2058"/>
                      <a:pt x="965" y="2090"/>
                      <a:pt x="965" y="2123"/>
                    </a:cubicBezTo>
                    <a:cubicBezTo>
                      <a:pt x="1029" y="2123"/>
                      <a:pt x="1092" y="2123"/>
                      <a:pt x="1158" y="2123"/>
                    </a:cubicBezTo>
                    <a:cubicBezTo>
                      <a:pt x="1158" y="2155"/>
                      <a:pt x="1158" y="2186"/>
                      <a:pt x="1158" y="2219"/>
                    </a:cubicBezTo>
                    <a:cubicBezTo>
                      <a:pt x="1190" y="2219"/>
                      <a:pt x="1222" y="2219"/>
                      <a:pt x="1254" y="2219"/>
                    </a:cubicBezTo>
                    <a:cubicBezTo>
                      <a:pt x="1254" y="2251"/>
                      <a:pt x="1254" y="2283"/>
                      <a:pt x="1254" y="2316"/>
                    </a:cubicBezTo>
                    <a:cubicBezTo>
                      <a:pt x="1414" y="2316"/>
                      <a:pt x="1573" y="2316"/>
                      <a:pt x="1737" y="2316"/>
                    </a:cubicBezTo>
                    <a:cubicBezTo>
                      <a:pt x="1737" y="2284"/>
                      <a:pt x="1737" y="2252"/>
                      <a:pt x="1737" y="2219"/>
                    </a:cubicBezTo>
                    <a:cubicBezTo>
                      <a:pt x="1769" y="2219"/>
                      <a:pt x="1801" y="2219"/>
                      <a:pt x="1833" y="2219"/>
                    </a:cubicBezTo>
                    <a:cubicBezTo>
                      <a:pt x="1833" y="2187"/>
                      <a:pt x="1833" y="2156"/>
                      <a:pt x="1833" y="2123"/>
                    </a:cubicBezTo>
                    <a:cubicBezTo>
                      <a:pt x="1897" y="2123"/>
                      <a:pt x="1961" y="2123"/>
                      <a:pt x="2026" y="2123"/>
                    </a:cubicBezTo>
                    <a:cubicBezTo>
                      <a:pt x="2026" y="2091"/>
                      <a:pt x="2026" y="2059"/>
                      <a:pt x="2026" y="2026"/>
                    </a:cubicBezTo>
                    <a:cubicBezTo>
                      <a:pt x="2058" y="2026"/>
                      <a:pt x="2090" y="2026"/>
                      <a:pt x="2123" y="2026"/>
                    </a:cubicBezTo>
                    <a:cubicBezTo>
                      <a:pt x="2123" y="1994"/>
                      <a:pt x="2123" y="1963"/>
                      <a:pt x="2123" y="1930"/>
                    </a:cubicBezTo>
                    <a:cubicBezTo>
                      <a:pt x="2155" y="1930"/>
                      <a:pt x="2186" y="1930"/>
                      <a:pt x="2219" y="1930"/>
                    </a:cubicBezTo>
                    <a:cubicBezTo>
                      <a:pt x="2219" y="1866"/>
                      <a:pt x="2219" y="1802"/>
                      <a:pt x="2219" y="1737"/>
                    </a:cubicBezTo>
                    <a:cubicBezTo>
                      <a:pt x="2251" y="1737"/>
                      <a:pt x="2283" y="1737"/>
                      <a:pt x="2316" y="1737"/>
                    </a:cubicBezTo>
                    <a:cubicBezTo>
                      <a:pt x="2316" y="1641"/>
                      <a:pt x="2316" y="1546"/>
                      <a:pt x="2316" y="1447"/>
                    </a:cubicBezTo>
                    <a:cubicBezTo>
                      <a:pt x="2348" y="1447"/>
                      <a:pt x="2379" y="1447"/>
                      <a:pt x="2412" y="1447"/>
                    </a:cubicBezTo>
                    <a:cubicBezTo>
                      <a:pt x="2412" y="1384"/>
                      <a:pt x="2412" y="1320"/>
                      <a:pt x="2412" y="1254"/>
                    </a:cubicBezTo>
                    <a:cubicBezTo>
                      <a:pt x="2380" y="1254"/>
                      <a:pt x="2349" y="1254"/>
                      <a:pt x="2316" y="1254"/>
                    </a:cubicBezTo>
                    <a:cubicBezTo>
                      <a:pt x="2316" y="1127"/>
                      <a:pt x="2316" y="1000"/>
                      <a:pt x="2316" y="868"/>
                    </a:cubicBezTo>
                    <a:cubicBezTo>
                      <a:pt x="2284" y="868"/>
                      <a:pt x="2252" y="868"/>
                      <a:pt x="2219" y="868"/>
                    </a:cubicBezTo>
                    <a:cubicBezTo>
                      <a:pt x="2219" y="837"/>
                      <a:pt x="2219" y="805"/>
                      <a:pt x="2219" y="772"/>
                    </a:cubicBezTo>
                    <a:cubicBezTo>
                      <a:pt x="2187" y="772"/>
                      <a:pt x="2156" y="772"/>
                      <a:pt x="2123" y="772"/>
                    </a:cubicBezTo>
                    <a:cubicBezTo>
                      <a:pt x="2123" y="740"/>
                      <a:pt x="2123" y="708"/>
                      <a:pt x="2123" y="675"/>
                    </a:cubicBezTo>
                    <a:cubicBezTo>
                      <a:pt x="2059" y="675"/>
                      <a:pt x="1995" y="675"/>
                      <a:pt x="1930" y="675"/>
                    </a:cubicBezTo>
                    <a:cubicBezTo>
                      <a:pt x="1930" y="644"/>
                      <a:pt x="1930" y="612"/>
                      <a:pt x="1930" y="579"/>
                    </a:cubicBezTo>
                    <a:cubicBezTo>
                      <a:pt x="1866" y="579"/>
                      <a:pt x="1802" y="579"/>
                      <a:pt x="1737" y="579"/>
                    </a:cubicBezTo>
                    <a:cubicBezTo>
                      <a:pt x="1737" y="547"/>
                      <a:pt x="1737" y="515"/>
                      <a:pt x="1737" y="482"/>
                    </a:cubicBezTo>
                    <a:cubicBezTo>
                      <a:pt x="1546" y="482"/>
                      <a:pt x="1355" y="482"/>
                      <a:pt x="1158" y="482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31" name="ICON_SKILL_COMPARE_path_016"/>
              <p:cNvSpPr/>
              <p:nvPr/>
            </p:nvSpPr>
            <p:spPr>
              <a:xfrm>
                <a:off x="6628175" y="1433873"/>
                <a:ext cx="30636" cy="43115"/>
              </a:xfrm>
              <a:custGeom>
                <a:avLst/>
                <a:gdLst/>
                <a:ahLst/>
                <a:cxnLst/>
                <a:rect l="0" t="0" r="r" b="b"/>
                <a:pathLst>
                  <a:path w="2412" h="3395" fill="norm" stroke="0">
                    <a:moveTo>
                      <a:pt x="1061" y="18"/>
                    </a:moveTo>
                    <a:cubicBezTo>
                      <a:pt x="1061" y="50"/>
                      <a:pt x="1061" y="81"/>
                      <a:pt x="1061" y="114"/>
                    </a:cubicBezTo>
                    <a:cubicBezTo>
                      <a:pt x="1157" y="114"/>
                      <a:pt x="1252" y="114"/>
                      <a:pt x="1351" y="114"/>
                    </a:cubicBezTo>
                    <a:cubicBezTo>
                      <a:pt x="1351" y="146"/>
                      <a:pt x="1351" y="178"/>
                      <a:pt x="1351" y="211"/>
                    </a:cubicBezTo>
                    <a:cubicBezTo>
                      <a:pt x="1383" y="211"/>
                      <a:pt x="1415" y="211"/>
                      <a:pt x="1447" y="211"/>
                    </a:cubicBezTo>
                    <a:cubicBezTo>
                      <a:pt x="1447" y="243"/>
                      <a:pt x="1447" y="274"/>
                      <a:pt x="1447" y="307"/>
                    </a:cubicBezTo>
                    <a:cubicBezTo>
                      <a:pt x="1479" y="307"/>
                      <a:pt x="1511" y="307"/>
                      <a:pt x="1544" y="307"/>
                    </a:cubicBezTo>
                    <a:cubicBezTo>
                      <a:pt x="1544" y="371"/>
                      <a:pt x="1544" y="435"/>
                      <a:pt x="1544" y="500"/>
                    </a:cubicBezTo>
                    <a:cubicBezTo>
                      <a:pt x="1512" y="500"/>
                      <a:pt x="1480" y="500"/>
                      <a:pt x="1447" y="500"/>
                    </a:cubicBezTo>
                    <a:cubicBezTo>
                      <a:pt x="1447" y="564"/>
                      <a:pt x="1447" y="628"/>
                      <a:pt x="1447" y="693"/>
                    </a:cubicBezTo>
                    <a:cubicBezTo>
                      <a:pt x="1495" y="677"/>
                      <a:pt x="1543" y="661"/>
                      <a:pt x="1592" y="645"/>
                    </a:cubicBezTo>
                    <a:cubicBezTo>
                      <a:pt x="1560" y="725"/>
                      <a:pt x="1528" y="804"/>
                      <a:pt x="1496" y="886"/>
                    </a:cubicBezTo>
                    <a:cubicBezTo>
                      <a:pt x="1543" y="902"/>
                      <a:pt x="1591" y="918"/>
                      <a:pt x="1640" y="934"/>
                    </a:cubicBezTo>
                    <a:cubicBezTo>
                      <a:pt x="1643" y="1014"/>
                      <a:pt x="1644" y="1094"/>
                      <a:pt x="1646" y="1174"/>
                    </a:cubicBezTo>
                    <a:cubicBezTo>
                      <a:pt x="1646" y="1201"/>
                      <a:pt x="1647" y="1228"/>
                      <a:pt x="1648" y="1255"/>
                    </a:cubicBezTo>
                    <a:cubicBezTo>
                      <a:pt x="1652" y="1414"/>
                      <a:pt x="1655" y="1533"/>
                      <a:pt x="1544" y="1658"/>
                    </a:cubicBezTo>
                    <a:cubicBezTo>
                      <a:pt x="1576" y="1658"/>
                      <a:pt x="1608" y="1658"/>
                      <a:pt x="1640" y="1658"/>
                    </a:cubicBezTo>
                    <a:cubicBezTo>
                      <a:pt x="1672" y="1754"/>
                      <a:pt x="1704" y="1849"/>
                      <a:pt x="1737" y="1948"/>
                    </a:cubicBezTo>
                    <a:cubicBezTo>
                      <a:pt x="1769" y="1948"/>
                      <a:pt x="1801" y="1948"/>
                      <a:pt x="1833" y="1948"/>
                    </a:cubicBezTo>
                    <a:cubicBezTo>
                      <a:pt x="1833" y="2011"/>
                      <a:pt x="1833" y="2075"/>
                      <a:pt x="1833" y="2141"/>
                    </a:cubicBezTo>
                    <a:cubicBezTo>
                      <a:pt x="1865" y="2141"/>
                      <a:pt x="1897" y="2141"/>
                      <a:pt x="1930" y="2141"/>
                    </a:cubicBezTo>
                    <a:cubicBezTo>
                      <a:pt x="1930" y="2172"/>
                      <a:pt x="1930" y="2204"/>
                      <a:pt x="1930" y="2237"/>
                    </a:cubicBezTo>
                    <a:cubicBezTo>
                      <a:pt x="1962" y="2237"/>
                      <a:pt x="1994" y="2237"/>
                      <a:pt x="2026" y="2237"/>
                    </a:cubicBezTo>
                    <a:cubicBezTo>
                      <a:pt x="2026" y="2269"/>
                      <a:pt x="2026" y="2301"/>
                      <a:pt x="2026" y="2333"/>
                    </a:cubicBezTo>
                    <a:cubicBezTo>
                      <a:pt x="2046" y="2338"/>
                      <a:pt x="2066" y="2343"/>
                      <a:pt x="2086" y="2348"/>
                    </a:cubicBezTo>
                    <a:cubicBezTo>
                      <a:pt x="2294" y="2403"/>
                      <a:pt x="2294" y="2403"/>
                      <a:pt x="2357" y="2479"/>
                    </a:cubicBezTo>
                    <a:cubicBezTo>
                      <a:pt x="2382" y="2533"/>
                      <a:pt x="2382" y="2533"/>
                      <a:pt x="2412" y="2623"/>
                    </a:cubicBezTo>
                    <a:cubicBezTo>
                      <a:pt x="2349" y="2623"/>
                      <a:pt x="2285" y="2623"/>
                      <a:pt x="2219" y="2623"/>
                    </a:cubicBezTo>
                    <a:cubicBezTo>
                      <a:pt x="2219" y="2687"/>
                      <a:pt x="2219" y="2750"/>
                      <a:pt x="2219" y="2816"/>
                    </a:cubicBezTo>
                    <a:cubicBezTo>
                      <a:pt x="2251" y="2816"/>
                      <a:pt x="2283" y="2816"/>
                      <a:pt x="2316" y="2816"/>
                    </a:cubicBezTo>
                    <a:cubicBezTo>
                      <a:pt x="2316" y="2848"/>
                      <a:pt x="2316" y="2880"/>
                      <a:pt x="2316" y="2912"/>
                    </a:cubicBezTo>
                    <a:cubicBezTo>
                      <a:pt x="2348" y="2912"/>
                      <a:pt x="2379" y="2912"/>
                      <a:pt x="2412" y="2912"/>
                    </a:cubicBezTo>
                    <a:cubicBezTo>
                      <a:pt x="2412" y="2944"/>
                      <a:pt x="2412" y="2976"/>
                      <a:pt x="2412" y="3009"/>
                    </a:cubicBezTo>
                    <a:cubicBezTo>
                      <a:pt x="2349" y="3009"/>
                      <a:pt x="2285" y="3009"/>
                      <a:pt x="2219" y="3009"/>
                    </a:cubicBezTo>
                    <a:cubicBezTo>
                      <a:pt x="2219" y="3041"/>
                      <a:pt x="2219" y="3073"/>
                      <a:pt x="2219" y="3105"/>
                    </a:cubicBezTo>
                    <a:cubicBezTo>
                      <a:pt x="2156" y="3105"/>
                      <a:pt x="2092" y="3105"/>
                      <a:pt x="2026" y="3105"/>
                    </a:cubicBezTo>
                    <a:cubicBezTo>
                      <a:pt x="2026" y="3137"/>
                      <a:pt x="2026" y="3169"/>
                      <a:pt x="2026" y="3202"/>
                    </a:cubicBezTo>
                    <a:cubicBezTo>
                      <a:pt x="1994" y="3202"/>
                      <a:pt x="1963" y="3202"/>
                      <a:pt x="1930" y="3202"/>
                    </a:cubicBezTo>
                    <a:cubicBezTo>
                      <a:pt x="1930" y="3234"/>
                      <a:pt x="1930" y="3266"/>
                      <a:pt x="1930" y="3298"/>
                    </a:cubicBezTo>
                    <a:cubicBezTo>
                      <a:pt x="1898" y="3298"/>
                      <a:pt x="1866" y="3298"/>
                      <a:pt x="1833" y="3298"/>
                    </a:cubicBezTo>
                    <a:cubicBezTo>
                      <a:pt x="1833" y="3330"/>
                      <a:pt x="1833" y="3362"/>
                      <a:pt x="1833" y="3395"/>
                    </a:cubicBezTo>
                    <a:cubicBezTo>
                      <a:pt x="1738" y="3395"/>
                      <a:pt x="1642" y="3395"/>
                      <a:pt x="1544" y="3395"/>
                    </a:cubicBezTo>
                    <a:cubicBezTo>
                      <a:pt x="1544" y="3268"/>
                      <a:pt x="1544" y="3140"/>
                      <a:pt x="1544" y="3009"/>
                    </a:cubicBezTo>
                    <a:cubicBezTo>
                      <a:pt x="1512" y="3009"/>
                      <a:pt x="1480" y="3009"/>
                      <a:pt x="1447" y="3009"/>
                    </a:cubicBezTo>
                    <a:cubicBezTo>
                      <a:pt x="1447" y="2882"/>
                      <a:pt x="1447" y="2754"/>
                      <a:pt x="1447" y="2623"/>
                    </a:cubicBezTo>
                    <a:cubicBezTo>
                      <a:pt x="1479" y="2623"/>
                      <a:pt x="1511" y="2623"/>
                      <a:pt x="1544" y="2623"/>
                    </a:cubicBezTo>
                    <a:cubicBezTo>
                      <a:pt x="1544" y="2591"/>
                      <a:pt x="1544" y="2559"/>
                      <a:pt x="1544" y="2526"/>
                    </a:cubicBezTo>
                    <a:cubicBezTo>
                      <a:pt x="1512" y="2526"/>
                      <a:pt x="1480" y="2526"/>
                      <a:pt x="1447" y="2526"/>
                    </a:cubicBezTo>
                    <a:cubicBezTo>
                      <a:pt x="1447" y="2495"/>
                      <a:pt x="1447" y="2463"/>
                      <a:pt x="1447" y="2430"/>
                    </a:cubicBezTo>
                    <a:cubicBezTo>
                      <a:pt x="1416" y="2430"/>
                      <a:pt x="1384" y="2430"/>
                      <a:pt x="1351" y="2430"/>
                    </a:cubicBezTo>
                    <a:cubicBezTo>
                      <a:pt x="1351" y="2398"/>
                      <a:pt x="1351" y="2366"/>
                      <a:pt x="1351" y="2333"/>
                    </a:cubicBezTo>
                    <a:cubicBezTo>
                      <a:pt x="1319" y="2333"/>
                      <a:pt x="1287" y="2333"/>
                      <a:pt x="1254" y="2333"/>
                    </a:cubicBezTo>
                    <a:cubicBezTo>
                      <a:pt x="1254" y="2302"/>
                      <a:pt x="1254" y="2270"/>
                      <a:pt x="1254" y="2237"/>
                    </a:cubicBezTo>
                    <a:cubicBezTo>
                      <a:pt x="1191" y="2237"/>
                      <a:pt x="1127" y="2237"/>
                      <a:pt x="1061" y="2237"/>
                    </a:cubicBezTo>
                    <a:cubicBezTo>
                      <a:pt x="1061" y="2205"/>
                      <a:pt x="1061" y="2173"/>
                      <a:pt x="1061" y="2141"/>
                    </a:cubicBezTo>
                    <a:cubicBezTo>
                      <a:pt x="1030" y="2141"/>
                      <a:pt x="998" y="2141"/>
                      <a:pt x="965" y="2141"/>
                    </a:cubicBezTo>
                    <a:cubicBezTo>
                      <a:pt x="965" y="2109"/>
                      <a:pt x="965" y="2077"/>
                      <a:pt x="965" y="2044"/>
                    </a:cubicBezTo>
                    <a:cubicBezTo>
                      <a:pt x="901" y="2044"/>
                      <a:pt x="838" y="2044"/>
                      <a:pt x="772" y="2044"/>
                    </a:cubicBezTo>
                    <a:cubicBezTo>
                      <a:pt x="772" y="1980"/>
                      <a:pt x="772" y="1917"/>
                      <a:pt x="772" y="1851"/>
                    </a:cubicBezTo>
                    <a:cubicBezTo>
                      <a:pt x="757" y="1849"/>
                      <a:pt x="742" y="1846"/>
                      <a:pt x="726" y="1844"/>
                    </a:cubicBezTo>
                    <a:cubicBezTo>
                      <a:pt x="580" y="1818"/>
                      <a:pt x="467" y="1778"/>
                      <a:pt x="338" y="1706"/>
                    </a:cubicBezTo>
                    <a:cubicBezTo>
                      <a:pt x="354" y="1627"/>
                      <a:pt x="370" y="1547"/>
                      <a:pt x="386" y="1465"/>
                    </a:cubicBezTo>
                    <a:cubicBezTo>
                      <a:pt x="354" y="1465"/>
                      <a:pt x="322" y="1465"/>
                      <a:pt x="289" y="1465"/>
                    </a:cubicBezTo>
                    <a:cubicBezTo>
                      <a:pt x="289" y="1433"/>
                      <a:pt x="289" y="1401"/>
                      <a:pt x="289" y="1369"/>
                    </a:cubicBezTo>
                    <a:cubicBezTo>
                      <a:pt x="226" y="1369"/>
                      <a:pt x="162" y="1369"/>
                      <a:pt x="96" y="1369"/>
                    </a:cubicBezTo>
                    <a:cubicBezTo>
                      <a:pt x="96" y="1305"/>
                      <a:pt x="96" y="1241"/>
                      <a:pt x="96" y="1176"/>
                    </a:cubicBezTo>
                    <a:cubicBezTo>
                      <a:pt x="65" y="1176"/>
                      <a:pt x="33" y="1176"/>
                      <a:pt x="0" y="1176"/>
                    </a:cubicBezTo>
                    <a:cubicBezTo>
                      <a:pt x="0" y="1080"/>
                      <a:pt x="0" y="985"/>
                      <a:pt x="0" y="886"/>
                    </a:cubicBezTo>
                    <a:cubicBezTo>
                      <a:pt x="64" y="886"/>
                      <a:pt x="127" y="886"/>
                      <a:pt x="193" y="886"/>
                    </a:cubicBezTo>
                    <a:cubicBezTo>
                      <a:pt x="193" y="918"/>
                      <a:pt x="193" y="950"/>
                      <a:pt x="193" y="983"/>
                    </a:cubicBezTo>
                    <a:cubicBezTo>
                      <a:pt x="257" y="983"/>
                      <a:pt x="320" y="983"/>
                      <a:pt x="386" y="983"/>
                    </a:cubicBezTo>
                    <a:cubicBezTo>
                      <a:pt x="386" y="919"/>
                      <a:pt x="386" y="855"/>
                      <a:pt x="386" y="790"/>
                    </a:cubicBezTo>
                    <a:cubicBezTo>
                      <a:pt x="322" y="774"/>
                      <a:pt x="259" y="758"/>
                      <a:pt x="193" y="741"/>
                    </a:cubicBezTo>
                    <a:cubicBezTo>
                      <a:pt x="315" y="602"/>
                      <a:pt x="315" y="602"/>
                      <a:pt x="380" y="587"/>
                    </a:cubicBezTo>
                    <a:cubicBezTo>
                      <a:pt x="419" y="588"/>
                      <a:pt x="419" y="588"/>
                      <a:pt x="482" y="597"/>
                    </a:cubicBezTo>
                    <a:cubicBezTo>
                      <a:pt x="482" y="565"/>
                      <a:pt x="482" y="533"/>
                      <a:pt x="482" y="500"/>
                    </a:cubicBezTo>
                    <a:cubicBezTo>
                      <a:pt x="514" y="500"/>
                      <a:pt x="546" y="500"/>
                      <a:pt x="579" y="500"/>
                    </a:cubicBezTo>
                    <a:cubicBezTo>
                      <a:pt x="579" y="468"/>
                      <a:pt x="579" y="436"/>
                      <a:pt x="579" y="404"/>
                    </a:cubicBezTo>
                    <a:cubicBezTo>
                      <a:pt x="611" y="404"/>
                      <a:pt x="643" y="404"/>
                      <a:pt x="675" y="404"/>
                    </a:cubicBezTo>
                    <a:cubicBezTo>
                      <a:pt x="675" y="372"/>
                      <a:pt x="675" y="340"/>
                      <a:pt x="675" y="307"/>
                    </a:cubicBezTo>
                    <a:cubicBezTo>
                      <a:pt x="707" y="307"/>
                      <a:pt x="739" y="307"/>
                      <a:pt x="772" y="307"/>
                    </a:cubicBezTo>
                    <a:cubicBezTo>
                      <a:pt x="774" y="294"/>
                      <a:pt x="777" y="282"/>
                      <a:pt x="779" y="268"/>
                    </a:cubicBezTo>
                    <a:cubicBezTo>
                      <a:pt x="817" y="90"/>
                      <a:pt x="866" y="0"/>
                      <a:pt x="1061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13" cap="flat">
                <a:noFill/>
              </a:ln>
            </p:spPr>
          </p:sp>
          <p:sp>
            <p:nvSpPr>
              <p:cNvPr id="632" name="ICON_SKILL_COMPARE_path_017"/>
              <p:cNvSpPr/>
              <p:nvPr/>
            </p:nvSpPr>
            <p:spPr>
              <a:xfrm>
                <a:off x="6368382" y="1437774"/>
                <a:ext cx="23283" cy="23283"/>
              </a:xfrm>
              <a:custGeom>
                <a:avLst/>
                <a:gdLst/>
                <a:ahLst/>
                <a:cxnLst/>
                <a:rect l="0" t="0" r="r" b="b"/>
                <a:pathLst>
                  <a:path w="1833" h="1833" fill="norm" stroke="0">
                    <a:moveTo>
                      <a:pt x="579" y="0"/>
                    </a:moveTo>
                    <a:cubicBezTo>
                      <a:pt x="802" y="0"/>
                      <a:pt x="1025" y="0"/>
                      <a:pt x="1254" y="0"/>
                    </a:cubicBezTo>
                    <a:cubicBezTo>
                      <a:pt x="1254" y="32"/>
                      <a:pt x="1254" y="64"/>
                      <a:pt x="1254" y="96"/>
                    </a:cubicBezTo>
                    <a:cubicBezTo>
                      <a:pt x="1318" y="96"/>
                      <a:pt x="1382" y="96"/>
                      <a:pt x="1447" y="96"/>
                    </a:cubicBezTo>
                    <a:cubicBezTo>
                      <a:pt x="1447" y="128"/>
                      <a:pt x="1447" y="160"/>
                      <a:pt x="1447" y="193"/>
                    </a:cubicBezTo>
                    <a:cubicBezTo>
                      <a:pt x="1479" y="193"/>
                      <a:pt x="1511" y="193"/>
                      <a:pt x="1544" y="193"/>
                    </a:cubicBezTo>
                    <a:cubicBezTo>
                      <a:pt x="1544" y="225"/>
                      <a:pt x="1544" y="257"/>
                      <a:pt x="1544" y="289"/>
                    </a:cubicBezTo>
                    <a:cubicBezTo>
                      <a:pt x="1576" y="289"/>
                      <a:pt x="1608" y="289"/>
                      <a:pt x="1640" y="289"/>
                    </a:cubicBezTo>
                    <a:cubicBezTo>
                      <a:pt x="1640" y="321"/>
                      <a:pt x="1640" y="353"/>
                      <a:pt x="1640" y="386"/>
                    </a:cubicBezTo>
                    <a:cubicBezTo>
                      <a:pt x="1672" y="386"/>
                      <a:pt x="1704" y="386"/>
                      <a:pt x="1737" y="386"/>
                    </a:cubicBezTo>
                    <a:cubicBezTo>
                      <a:pt x="1737" y="450"/>
                      <a:pt x="1737" y="513"/>
                      <a:pt x="1737" y="579"/>
                    </a:cubicBezTo>
                    <a:cubicBezTo>
                      <a:pt x="1769" y="579"/>
                      <a:pt x="1801" y="579"/>
                      <a:pt x="1833" y="579"/>
                    </a:cubicBezTo>
                    <a:cubicBezTo>
                      <a:pt x="1833" y="802"/>
                      <a:pt x="1833" y="1025"/>
                      <a:pt x="1833" y="1254"/>
                    </a:cubicBezTo>
                    <a:cubicBezTo>
                      <a:pt x="1801" y="1254"/>
                      <a:pt x="1770" y="1254"/>
                      <a:pt x="1737" y="1254"/>
                    </a:cubicBezTo>
                    <a:cubicBezTo>
                      <a:pt x="1737" y="1318"/>
                      <a:pt x="1737" y="1382"/>
                      <a:pt x="1737" y="1447"/>
                    </a:cubicBezTo>
                    <a:cubicBezTo>
                      <a:pt x="1705" y="1447"/>
                      <a:pt x="1673" y="1447"/>
                      <a:pt x="1640" y="1447"/>
                    </a:cubicBezTo>
                    <a:cubicBezTo>
                      <a:pt x="1640" y="1479"/>
                      <a:pt x="1640" y="1511"/>
                      <a:pt x="1640" y="1544"/>
                    </a:cubicBezTo>
                    <a:cubicBezTo>
                      <a:pt x="1577" y="1544"/>
                      <a:pt x="1513" y="1544"/>
                      <a:pt x="1447" y="1544"/>
                    </a:cubicBezTo>
                    <a:cubicBezTo>
                      <a:pt x="1447" y="1576"/>
                      <a:pt x="1447" y="1608"/>
                      <a:pt x="1447" y="1640"/>
                    </a:cubicBezTo>
                    <a:cubicBezTo>
                      <a:pt x="1416" y="1640"/>
                      <a:pt x="1384" y="1640"/>
                      <a:pt x="1351" y="1640"/>
                    </a:cubicBezTo>
                    <a:cubicBezTo>
                      <a:pt x="1351" y="1672"/>
                      <a:pt x="1351" y="1704"/>
                      <a:pt x="1351" y="1737"/>
                    </a:cubicBezTo>
                    <a:cubicBezTo>
                      <a:pt x="1255" y="1737"/>
                      <a:pt x="1160" y="1737"/>
                      <a:pt x="1061" y="1737"/>
                    </a:cubicBezTo>
                    <a:cubicBezTo>
                      <a:pt x="1061" y="1769"/>
                      <a:pt x="1061" y="1801"/>
                      <a:pt x="1061" y="1833"/>
                    </a:cubicBezTo>
                    <a:cubicBezTo>
                      <a:pt x="998" y="1833"/>
                      <a:pt x="934" y="1833"/>
                      <a:pt x="868" y="1833"/>
                    </a:cubicBezTo>
                    <a:cubicBezTo>
                      <a:pt x="868" y="1801"/>
                      <a:pt x="868" y="1770"/>
                      <a:pt x="868" y="1737"/>
                    </a:cubicBezTo>
                    <a:cubicBezTo>
                      <a:pt x="773" y="1737"/>
                      <a:pt x="677" y="1737"/>
                      <a:pt x="579" y="1737"/>
                    </a:cubicBezTo>
                    <a:cubicBezTo>
                      <a:pt x="579" y="1705"/>
                      <a:pt x="579" y="1673"/>
                      <a:pt x="579" y="1640"/>
                    </a:cubicBezTo>
                    <a:cubicBezTo>
                      <a:pt x="515" y="1640"/>
                      <a:pt x="452" y="1640"/>
                      <a:pt x="386" y="1640"/>
                    </a:cubicBezTo>
                    <a:cubicBezTo>
                      <a:pt x="386" y="1609"/>
                      <a:pt x="386" y="1577"/>
                      <a:pt x="386" y="1544"/>
                    </a:cubicBezTo>
                    <a:cubicBezTo>
                      <a:pt x="354" y="1544"/>
                      <a:pt x="322" y="1544"/>
                      <a:pt x="289" y="1544"/>
                    </a:cubicBezTo>
                    <a:cubicBezTo>
                      <a:pt x="289" y="1512"/>
                      <a:pt x="289" y="1480"/>
                      <a:pt x="289" y="1447"/>
                    </a:cubicBezTo>
                    <a:cubicBezTo>
                      <a:pt x="258" y="1447"/>
                      <a:pt x="226" y="1447"/>
                      <a:pt x="193" y="1447"/>
                    </a:cubicBezTo>
                    <a:cubicBezTo>
                      <a:pt x="193" y="1416"/>
                      <a:pt x="193" y="1384"/>
                      <a:pt x="193" y="1351"/>
                    </a:cubicBezTo>
                    <a:cubicBezTo>
                      <a:pt x="161" y="1351"/>
                      <a:pt x="129" y="1351"/>
                      <a:pt x="96" y="1351"/>
                    </a:cubicBezTo>
                    <a:cubicBezTo>
                      <a:pt x="96" y="1255"/>
                      <a:pt x="96" y="1160"/>
                      <a:pt x="96" y="1061"/>
                    </a:cubicBezTo>
                    <a:cubicBezTo>
                      <a:pt x="65" y="1061"/>
                      <a:pt x="33" y="1061"/>
                      <a:pt x="0" y="1061"/>
                    </a:cubicBezTo>
                    <a:cubicBezTo>
                      <a:pt x="0" y="966"/>
                      <a:pt x="0" y="870"/>
                      <a:pt x="0" y="772"/>
                    </a:cubicBezTo>
                    <a:cubicBezTo>
                      <a:pt x="32" y="772"/>
                      <a:pt x="64" y="772"/>
                      <a:pt x="96" y="772"/>
                    </a:cubicBezTo>
                    <a:cubicBezTo>
                      <a:pt x="96" y="676"/>
                      <a:pt x="96" y="581"/>
                      <a:pt x="96" y="482"/>
                    </a:cubicBezTo>
                    <a:cubicBezTo>
                      <a:pt x="128" y="482"/>
                      <a:pt x="160" y="482"/>
                      <a:pt x="193" y="482"/>
                    </a:cubicBezTo>
                    <a:cubicBezTo>
                      <a:pt x="193" y="419"/>
                      <a:pt x="193" y="355"/>
                      <a:pt x="193" y="289"/>
                    </a:cubicBezTo>
                    <a:cubicBezTo>
                      <a:pt x="225" y="289"/>
                      <a:pt x="257" y="289"/>
                      <a:pt x="289" y="289"/>
                    </a:cubicBezTo>
                    <a:cubicBezTo>
                      <a:pt x="289" y="258"/>
                      <a:pt x="289" y="226"/>
                      <a:pt x="289" y="193"/>
                    </a:cubicBezTo>
                    <a:cubicBezTo>
                      <a:pt x="321" y="193"/>
                      <a:pt x="353" y="193"/>
                      <a:pt x="386" y="193"/>
                    </a:cubicBezTo>
                    <a:cubicBezTo>
                      <a:pt x="386" y="161"/>
                      <a:pt x="386" y="129"/>
                      <a:pt x="386" y="96"/>
                    </a:cubicBezTo>
                    <a:cubicBezTo>
                      <a:pt x="450" y="96"/>
                      <a:pt x="513" y="96"/>
                      <a:pt x="579" y="96"/>
                    </a:cubicBezTo>
                    <a:cubicBezTo>
                      <a:pt x="579" y="65"/>
                      <a:pt x="579" y="33"/>
                      <a:pt x="57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33" name="ICON_SKILL_COMPARE_path_018"/>
              <p:cNvSpPr/>
              <p:nvPr/>
            </p:nvSpPr>
            <p:spPr>
              <a:xfrm>
                <a:off x="6560775" y="1436548"/>
                <a:ext cx="23283" cy="24509"/>
              </a:xfrm>
              <a:custGeom>
                <a:avLst/>
                <a:gdLst/>
                <a:ahLst/>
                <a:cxnLst/>
                <a:rect l="0" t="0" r="r" b="b"/>
                <a:pathLst>
                  <a:path w="1833" h="1930" fill="norm" stroke="0">
                    <a:moveTo>
                      <a:pt x="868" y="0"/>
                    </a:moveTo>
                    <a:cubicBezTo>
                      <a:pt x="900" y="0"/>
                      <a:pt x="932" y="0"/>
                      <a:pt x="965" y="0"/>
                    </a:cubicBezTo>
                    <a:cubicBezTo>
                      <a:pt x="965" y="32"/>
                      <a:pt x="965" y="64"/>
                      <a:pt x="965" y="96"/>
                    </a:cubicBezTo>
                    <a:cubicBezTo>
                      <a:pt x="1060" y="96"/>
                      <a:pt x="1156" y="96"/>
                      <a:pt x="1254" y="96"/>
                    </a:cubicBezTo>
                    <a:cubicBezTo>
                      <a:pt x="1254" y="128"/>
                      <a:pt x="1254" y="160"/>
                      <a:pt x="1254" y="193"/>
                    </a:cubicBezTo>
                    <a:cubicBezTo>
                      <a:pt x="1318" y="193"/>
                      <a:pt x="1382" y="193"/>
                      <a:pt x="1447" y="193"/>
                    </a:cubicBezTo>
                    <a:cubicBezTo>
                      <a:pt x="1447" y="225"/>
                      <a:pt x="1447" y="257"/>
                      <a:pt x="1447" y="289"/>
                    </a:cubicBezTo>
                    <a:cubicBezTo>
                      <a:pt x="1479" y="289"/>
                      <a:pt x="1511" y="289"/>
                      <a:pt x="1544" y="289"/>
                    </a:cubicBezTo>
                    <a:cubicBezTo>
                      <a:pt x="1544" y="321"/>
                      <a:pt x="1544" y="353"/>
                      <a:pt x="1544" y="386"/>
                    </a:cubicBezTo>
                    <a:cubicBezTo>
                      <a:pt x="1576" y="386"/>
                      <a:pt x="1608" y="386"/>
                      <a:pt x="1640" y="386"/>
                    </a:cubicBezTo>
                    <a:cubicBezTo>
                      <a:pt x="1640" y="450"/>
                      <a:pt x="1640" y="513"/>
                      <a:pt x="1640" y="579"/>
                    </a:cubicBezTo>
                    <a:cubicBezTo>
                      <a:pt x="1672" y="579"/>
                      <a:pt x="1704" y="579"/>
                      <a:pt x="1737" y="579"/>
                    </a:cubicBezTo>
                    <a:cubicBezTo>
                      <a:pt x="1737" y="674"/>
                      <a:pt x="1737" y="770"/>
                      <a:pt x="1737" y="868"/>
                    </a:cubicBezTo>
                    <a:cubicBezTo>
                      <a:pt x="1769" y="868"/>
                      <a:pt x="1801" y="868"/>
                      <a:pt x="1833" y="868"/>
                    </a:cubicBezTo>
                    <a:cubicBezTo>
                      <a:pt x="1833" y="964"/>
                      <a:pt x="1833" y="1059"/>
                      <a:pt x="1833" y="1158"/>
                    </a:cubicBezTo>
                    <a:cubicBezTo>
                      <a:pt x="1801" y="1158"/>
                      <a:pt x="1770" y="1158"/>
                      <a:pt x="1737" y="1158"/>
                    </a:cubicBezTo>
                    <a:cubicBezTo>
                      <a:pt x="1737" y="1253"/>
                      <a:pt x="1737" y="1349"/>
                      <a:pt x="1737" y="1447"/>
                    </a:cubicBezTo>
                    <a:cubicBezTo>
                      <a:pt x="1705" y="1447"/>
                      <a:pt x="1673" y="1447"/>
                      <a:pt x="1640" y="1447"/>
                    </a:cubicBezTo>
                    <a:cubicBezTo>
                      <a:pt x="1640" y="1479"/>
                      <a:pt x="1640" y="1511"/>
                      <a:pt x="1640" y="1544"/>
                    </a:cubicBezTo>
                    <a:cubicBezTo>
                      <a:pt x="1609" y="1544"/>
                      <a:pt x="1577" y="1544"/>
                      <a:pt x="1544" y="1544"/>
                    </a:cubicBezTo>
                    <a:cubicBezTo>
                      <a:pt x="1544" y="1576"/>
                      <a:pt x="1544" y="1608"/>
                      <a:pt x="1544" y="1640"/>
                    </a:cubicBezTo>
                    <a:cubicBezTo>
                      <a:pt x="1512" y="1640"/>
                      <a:pt x="1480" y="1640"/>
                      <a:pt x="1447" y="1640"/>
                    </a:cubicBezTo>
                    <a:cubicBezTo>
                      <a:pt x="1447" y="1672"/>
                      <a:pt x="1447" y="1704"/>
                      <a:pt x="1447" y="1737"/>
                    </a:cubicBezTo>
                    <a:cubicBezTo>
                      <a:pt x="1384" y="1737"/>
                      <a:pt x="1320" y="1737"/>
                      <a:pt x="1254" y="1737"/>
                    </a:cubicBezTo>
                    <a:cubicBezTo>
                      <a:pt x="1254" y="1769"/>
                      <a:pt x="1254" y="1801"/>
                      <a:pt x="1254" y="1833"/>
                    </a:cubicBezTo>
                    <a:cubicBezTo>
                      <a:pt x="1191" y="1833"/>
                      <a:pt x="1127" y="1833"/>
                      <a:pt x="1061" y="1833"/>
                    </a:cubicBezTo>
                    <a:cubicBezTo>
                      <a:pt x="1061" y="1865"/>
                      <a:pt x="1061" y="1897"/>
                      <a:pt x="1061" y="1930"/>
                    </a:cubicBezTo>
                    <a:cubicBezTo>
                      <a:pt x="966" y="1930"/>
                      <a:pt x="870" y="1930"/>
                      <a:pt x="772" y="1930"/>
                    </a:cubicBezTo>
                    <a:cubicBezTo>
                      <a:pt x="772" y="1898"/>
                      <a:pt x="772" y="1866"/>
                      <a:pt x="772" y="1833"/>
                    </a:cubicBezTo>
                    <a:cubicBezTo>
                      <a:pt x="708" y="1833"/>
                      <a:pt x="645" y="1833"/>
                      <a:pt x="579" y="1833"/>
                    </a:cubicBezTo>
                    <a:cubicBezTo>
                      <a:pt x="579" y="1801"/>
                      <a:pt x="579" y="1770"/>
                      <a:pt x="579" y="1737"/>
                    </a:cubicBezTo>
                    <a:cubicBezTo>
                      <a:pt x="515" y="1737"/>
                      <a:pt x="452" y="1737"/>
                      <a:pt x="386" y="1737"/>
                    </a:cubicBezTo>
                    <a:cubicBezTo>
                      <a:pt x="386" y="1705"/>
                      <a:pt x="386" y="1673"/>
                      <a:pt x="386" y="1640"/>
                    </a:cubicBezTo>
                    <a:cubicBezTo>
                      <a:pt x="354" y="1640"/>
                      <a:pt x="322" y="1640"/>
                      <a:pt x="289" y="1640"/>
                    </a:cubicBezTo>
                    <a:cubicBezTo>
                      <a:pt x="289" y="1609"/>
                      <a:pt x="289" y="1577"/>
                      <a:pt x="289" y="1544"/>
                    </a:cubicBezTo>
                    <a:cubicBezTo>
                      <a:pt x="258" y="1544"/>
                      <a:pt x="226" y="1544"/>
                      <a:pt x="193" y="1544"/>
                    </a:cubicBezTo>
                    <a:cubicBezTo>
                      <a:pt x="193" y="1512"/>
                      <a:pt x="193" y="1480"/>
                      <a:pt x="193" y="1447"/>
                    </a:cubicBezTo>
                    <a:cubicBezTo>
                      <a:pt x="161" y="1447"/>
                      <a:pt x="129" y="1447"/>
                      <a:pt x="96" y="1447"/>
                    </a:cubicBezTo>
                    <a:cubicBezTo>
                      <a:pt x="96" y="1416"/>
                      <a:pt x="96" y="1384"/>
                      <a:pt x="96" y="1351"/>
                    </a:cubicBezTo>
                    <a:cubicBezTo>
                      <a:pt x="65" y="1351"/>
                      <a:pt x="33" y="1351"/>
                      <a:pt x="0" y="1351"/>
                    </a:cubicBezTo>
                    <a:cubicBezTo>
                      <a:pt x="0" y="1128"/>
                      <a:pt x="0" y="905"/>
                      <a:pt x="0" y="675"/>
                    </a:cubicBezTo>
                    <a:cubicBezTo>
                      <a:pt x="32" y="675"/>
                      <a:pt x="64" y="675"/>
                      <a:pt x="96" y="675"/>
                    </a:cubicBezTo>
                    <a:cubicBezTo>
                      <a:pt x="96" y="612"/>
                      <a:pt x="96" y="548"/>
                      <a:pt x="96" y="482"/>
                    </a:cubicBezTo>
                    <a:cubicBezTo>
                      <a:pt x="128" y="482"/>
                      <a:pt x="160" y="482"/>
                      <a:pt x="193" y="482"/>
                    </a:cubicBezTo>
                    <a:cubicBezTo>
                      <a:pt x="193" y="451"/>
                      <a:pt x="193" y="419"/>
                      <a:pt x="193" y="386"/>
                    </a:cubicBezTo>
                    <a:cubicBezTo>
                      <a:pt x="225" y="386"/>
                      <a:pt x="257" y="386"/>
                      <a:pt x="289" y="386"/>
                    </a:cubicBezTo>
                    <a:cubicBezTo>
                      <a:pt x="289" y="354"/>
                      <a:pt x="289" y="322"/>
                      <a:pt x="289" y="289"/>
                    </a:cubicBezTo>
                    <a:cubicBezTo>
                      <a:pt x="321" y="289"/>
                      <a:pt x="353" y="289"/>
                      <a:pt x="386" y="289"/>
                    </a:cubicBezTo>
                    <a:cubicBezTo>
                      <a:pt x="386" y="258"/>
                      <a:pt x="386" y="226"/>
                      <a:pt x="386" y="193"/>
                    </a:cubicBezTo>
                    <a:cubicBezTo>
                      <a:pt x="450" y="193"/>
                      <a:pt x="513" y="193"/>
                      <a:pt x="579" y="193"/>
                    </a:cubicBezTo>
                    <a:cubicBezTo>
                      <a:pt x="579" y="161"/>
                      <a:pt x="579" y="129"/>
                      <a:pt x="579" y="96"/>
                    </a:cubicBezTo>
                    <a:cubicBezTo>
                      <a:pt x="674" y="96"/>
                      <a:pt x="770" y="96"/>
                      <a:pt x="868" y="96"/>
                    </a:cubicBezTo>
                    <a:cubicBezTo>
                      <a:pt x="868" y="65"/>
                      <a:pt x="868" y="33"/>
                      <a:pt x="86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34" name="ICON_SKILL_COMPARE_path_019"/>
              <p:cNvSpPr/>
              <p:nvPr/>
            </p:nvSpPr>
            <p:spPr>
              <a:xfrm>
                <a:off x="6460289" y="1437774"/>
                <a:ext cx="23283" cy="22058"/>
              </a:xfrm>
              <a:custGeom>
                <a:avLst/>
                <a:gdLst/>
                <a:ahLst/>
                <a:cxnLst/>
                <a:rect l="0" t="0" r="r" b="b"/>
                <a:pathLst>
                  <a:path w="1833" h="1737" fill="norm" stroke="0">
                    <a:moveTo>
                      <a:pt x="579" y="0"/>
                    </a:moveTo>
                    <a:cubicBezTo>
                      <a:pt x="802" y="0"/>
                      <a:pt x="1025" y="0"/>
                      <a:pt x="1254" y="0"/>
                    </a:cubicBezTo>
                    <a:cubicBezTo>
                      <a:pt x="1254" y="32"/>
                      <a:pt x="1254" y="64"/>
                      <a:pt x="1254" y="96"/>
                    </a:cubicBezTo>
                    <a:cubicBezTo>
                      <a:pt x="1318" y="96"/>
                      <a:pt x="1382" y="96"/>
                      <a:pt x="1447" y="96"/>
                    </a:cubicBezTo>
                    <a:cubicBezTo>
                      <a:pt x="1447" y="128"/>
                      <a:pt x="1447" y="160"/>
                      <a:pt x="1447" y="193"/>
                    </a:cubicBezTo>
                    <a:cubicBezTo>
                      <a:pt x="1479" y="193"/>
                      <a:pt x="1511" y="193"/>
                      <a:pt x="1544" y="193"/>
                    </a:cubicBezTo>
                    <a:cubicBezTo>
                      <a:pt x="1544" y="225"/>
                      <a:pt x="1544" y="257"/>
                      <a:pt x="1544" y="289"/>
                    </a:cubicBezTo>
                    <a:cubicBezTo>
                      <a:pt x="1576" y="289"/>
                      <a:pt x="1608" y="289"/>
                      <a:pt x="1640" y="289"/>
                    </a:cubicBezTo>
                    <a:cubicBezTo>
                      <a:pt x="1640" y="353"/>
                      <a:pt x="1640" y="417"/>
                      <a:pt x="1640" y="482"/>
                    </a:cubicBezTo>
                    <a:cubicBezTo>
                      <a:pt x="1672" y="482"/>
                      <a:pt x="1704" y="482"/>
                      <a:pt x="1737" y="482"/>
                    </a:cubicBezTo>
                    <a:cubicBezTo>
                      <a:pt x="1737" y="546"/>
                      <a:pt x="1737" y="610"/>
                      <a:pt x="1737" y="675"/>
                    </a:cubicBezTo>
                    <a:cubicBezTo>
                      <a:pt x="1769" y="675"/>
                      <a:pt x="1801" y="675"/>
                      <a:pt x="1833" y="675"/>
                    </a:cubicBezTo>
                    <a:cubicBezTo>
                      <a:pt x="1833" y="803"/>
                      <a:pt x="1833" y="930"/>
                      <a:pt x="1833" y="1061"/>
                    </a:cubicBezTo>
                    <a:cubicBezTo>
                      <a:pt x="1801" y="1061"/>
                      <a:pt x="1770" y="1061"/>
                      <a:pt x="1737" y="1061"/>
                    </a:cubicBezTo>
                    <a:cubicBezTo>
                      <a:pt x="1737" y="1125"/>
                      <a:pt x="1737" y="1189"/>
                      <a:pt x="1737" y="1254"/>
                    </a:cubicBezTo>
                    <a:cubicBezTo>
                      <a:pt x="1705" y="1254"/>
                      <a:pt x="1673" y="1254"/>
                      <a:pt x="1640" y="1254"/>
                    </a:cubicBezTo>
                    <a:cubicBezTo>
                      <a:pt x="1640" y="1318"/>
                      <a:pt x="1640" y="1382"/>
                      <a:pt x="1640" y="1447"/>
                    </a:cubicBezTo>
                    <a:cubicBezTo>
                      <a:pt x="1609" y="1447"/>
                      <a:pt x="1577" y="1447"/>
                      <a:pt x="1544" y="1447"/>
                    </a:cubicBezTo>
                    <a:cubicBezTo>
                      <a:pt x="1544" y="1479"/>
                      <a:pt x="1544" y="1511"/>
                      <a:pt x="1544" y="1544"/>
                    </a:cubicBezTo>
                    <a:cubicBezTo>
                      <a:pt x="1512" y="1544"/>
                      <a:pt x="1480" y="1544"/>
                      <a:pt x="1447" y="1544"/>
                    </a:cubicBezTo>
                    <a:cubicBezTo>
                      <a:pt x="1447" y="1576"/>
                      <a:pt x="1447" y="1608"/>
                      <a:pt x="1447" y="1640"/>
                    </a:cubicBezTo>
                    <a:cubicBezTo>
                      <a:pt x="1384" y="1640"/>
                      <a:pt x="1320" y="1640"/>
                      <a:pt x="1254" y="1640"/>
                    </a:cubicBezTo>
                    <a:cubicBezTo>
                      <a:pt x="1254" y="1672"/>
                      <a:pt x="1254" y="1704"/>
                      <a:pt x="1254" y="1737"/>
                    </a:cubicBezTo>
                    <a:cubicBezTo>
                      <a:pt x="1000" y="1737"/>
                      <a:pt x="745" y="1737"/>
                      <a:pt x="482" y="1737"/>
                    </a:cubicBezTo>
                    <a:cubicBezTo>
                      <a:pt x="482" y="1705"/>
                      <a:pt x="482" y="1673"/>
                      <a:pt x="482" y="1640"/>
                    </a:cubicBezTo>
                    <a:cubicBezTo>
                      <a:pt x="419" y="1640"/>
                      <a:pt x="355" y="1640"/>
                      <a:pt x="289" y="1640"/>
                    </a:cubicBezTo>
                    <a:cubicBezTo>
                      <a:pt x="289" y="1609"/>
                      <a:pt x="289" y="1577"/>
                      <a:pt x="289" y="1544"/>
                    </a:cubicBezTo>
                    <a:cubicBezTo>
                      <a:pt x="258" y="1544"/>
                      <a:pt x="226" y="1544"/>
                      <a:pt x="193" y="1544"/>
                    </a:cubicBezTo>
                    <a:cubicBezTo>
                      <a:pt x="193" y="1512"/>
                      <a:pt x="193" y="1480"/>
                      <a:pt x="193" y="1447"/>
                    </a:cubicBezTo>
                    <a:cubicBezTo>
                      <a:pt x="161" y="1447"/>
                      <a:pt x="129" y="1447"/>
                      <a:pt x="96" y="1447"/>
                    </a:cubicBezTo>
                    <a:cubicBezTo>
                      <a:pt x="96" y="1384"/>
                      <a:pt x="96" y="1320"/>
                      <a:pt x="96" y="1254"/>
                    </a:cubicBezTo>
                    <a:cubicBezTo>
                      <a:pt x="65" y="1254"/>
                      <a:pt x="33" y="1254"/>
                      <a:pt x="0" y="1254"/>
                    </a:cubicBezTo>
                    <a:cubicBezTo>
                      <a:pt x="0" y="1031"/>
                      <a:pt x="0" y="809"/>
                      <a:pt x="0" y="579"/>
                    </a:cubicBezTo>
                    <a:cubicBezTo>
                      <a:pt x="32" y="579"/>
                      <a:pt x="64" y="579"/>
                      <a:pt x="96" y="579"/>
                    </a:cubicBezTo>
                    <a:cubicBezTo>
                      <a:pt x="96" y="515"/>
                      <a:pt x="96" y="452"/>
                      <a:pt x="96" y="386"/>
                    </a:cubicBezTo>
                    <a:cubicBezTo>
                      <a:pt x="128" y="386"/>
                      <a:pt x="160" y="386"/>
                      <a:pt x="193" y="386"/>
                    </a:cubicBezTo>
                    <a:cubicBezTo>
                      <a:pt x="193" y="354"/>
                      <a:pt x="193" y="322"/>
                      <a:pt x="193" y="289"/>
                    </a:cubicBezTo>
                    <a:cubicBezTo>
                      <a:pt x="225" y="289"/>
                      <a:pt x="257" y="289"/>
                      <a:pt x="289" y="289"/>
                    </a:cubicBezTo>
                    <a:cubicBezTo>
                      <a:pt x="289" y="258"/>
                      <a:pt x="289" y="226"/>
                      <a:pt x="289" y="193"/>
                    </a:cubicBezTo>
                    <a:cubicBezTo>
                      <a:pt x="321" y="193"/>
                      <a:pt x="353" y="193"/>
                      <a:pt x="386" y="193"/>
                    </a:cubicBezTo>
                    <a:cubicBezTo>
                      <a:pt x="386" y="161"/>
                      <a:pt x="386" y="129"/>
                      <a:pt x="386" y="96"/>
                    </a:cubicBezTo>
                    <a:cubicBezTo>
                      <a:pt x="450" y="96"/>
                      <a:pt x="513" y="96"/>
                      <a:pt x="579" y="96"/>
                    </a:cubicBezTo>
                    <a:cubicBezTo>
                      <a:pt x="579" y="65"/>
                      <a:pt x="579" y="33"/>
                      <a:pt x="57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35" name="ICON_SKILL_COMPARE_path_020"/>
              <p:cNvSpPr/>
              <p:nvPr/>
            </p:nvSpPr>
            <p:spPr>
              <a:xfrm>
                <a:off x="6588961" y="1432872"/>
                <a:ext cx="19607" cy="29411"/>
              </a:xfrm>
              <a:custGeom>
                <a:avLst/>
                <a:gdLst/>
                <a:ahLst/>
                <a:cxnLst/>
                <a:rect l="0" t="0" r="r" b="b"/>
                <a:pathLst>
                  <a:path w="1544" h="2316" fill="norm" stroke="0">
                    <a:moveTo>
                      <a:pt x="386" y="0"/>
                    </a:moveTo>
                    <a:cubicBezTo>
                      <a:pt x="481" y="0"/>
                      <a:pt x="577" y="0"/>
                      <a:pt x="675" y="0"/>
                    </a:cubicBezTo>
                    <a:cubicBezTo>
                      <a:pt x="675" y="32"/>
                      <a:pt x="675" y="64"/>
                      <a:pt x="675" y="96"/>
                    </a:cubicBezTo>
                    <a:cubicBezTo>
                      <a:pt x="707" y="96"/>
                      <a:pt x="739" y="96"/>
                      <a:pt x="772" y="96"/>
                    </a:cubicBezTo>
                    <a:cubicBezTo>
                      <a:pt x="804" y="192"/>
                      <a:pt x="836" y="288"/>
                      <a:pt x="868" y="386"/>
                    </a:cubicBezTo>
                    <a:cubicBezTo>
                      <a:pt x="900" y="386"/>
                      <a:pt x="932" y="386"/>
                      <a:pt x="965" y="386"/>
                    </a:cubicBezTo>
                    <a:cubicBezTo>
                      <a:pt x="965" y="418"/>
                      <a:pt x="965" y="450"/>
                      <a:pt x="965" y="482"/>
                    </a:cubicBezTo>
                    <a:cubicBezTo>
                      <a:pt x="997" y="482"/>
                      <a:pt x="1029" y="482"/>
                      <a:pt x="1061" y="482"/>
                    </a:cubicBezTo>
                    <a:cubicBezTo>
                      <a:pt x="1061" y="514"/>
                      <a:pt x="1061" y="546"/>
                      <a:pt x="1061" y="579"/>
                    </a:cubicBezTo>
                    <a:cubicBezTo>
                      <a:pt x="1093" y="579"/>
                      <a:pt x="1125" y="579"/>
                      <a:pt x="1158" y="579"/>
                    </a:cubicBezTo>
                    <a:cubicBezTo>
                      <a:pt x="1158" y="706"/>
                      <a:pt x="1158" y="834"/>
                      <a:pt x="1158" y="965"/>
                    </a:cubicBezTo>
                    <a:cubicBezTo>
                      <a:pt x="1222" y="965"/>
                      <a:pt x="1285" y="965"/>
                      <a:pt x="1351" y="965"/>
                    </a:cubicBezTo>
                    <a:cubicBezTo>
                      <a:pt x="1351" y="997"/>
                      <a:pt x="1351" y="1029"/>
                      <a:pt x="1351" y="1061"/>
                    </a:cubicBezTo>
                    <a:cubicBezTo>
                      <a:pt x="1415" y="1061"/>
                      <a:pt x="1478" y="1061"/>
                      <a:pt x="1544" y="1061"/>
                    </a:cubicBezTo>
                    <a:cubicBezTo>
                      <a:pt x="1544" y="1093"/>
                      <a:pt x="1544" y="1125"/>
                      <a:pt x="1544" y="1158"/>
                    </a:cubicBezTo>
                    <a:cubicBezTo>
                      <a:pt x="1512" y="1158"/>
                      <a:pt x="1480" y="1158"/>
                      <a:pt x="1447" y="1158"/>
                    </a:cubicBezTo>
                    <a:cubicBezTo>
                      <a:pt x="1447" y="1190"/>
                      <a:pt x="1447" y="1222"/>
                      <a:pt x="1447" y="1254"/>
                    </a:cubicBezTo>
                    <a:cubicBezTo>
                      <a:pt x="1416" y="1254"/>
                      <a:pt x="1384" y="1254"/>
                      <a:pt x="1351" y="1254"/>
                    </a:cubicBezTo>
                    <a:cubicBezTo>
                      <a:pt x="1351" y="1318"/>
                      <a:pt x="1351" y="1382"/>
                      <a:pt x="1351" y="1447"/>
                    </a:cubicBezTo>
                    <a:cubicBezTo>
                      <a:pt x="1319" y="1447"/>
                      <a:pt x="1287" y="1447"/>
                      <a:pt x="1254" y="1447"/>
                    </a:cubicBezTo>
                    <a:cubicBezTo>
                      <a:pt x="1257" y="1467"/>
                      <a:pt x="1260" y="1486"/>
                      <a:pt x="1263" y="1506"/>
                    </a:cubicBezTo>
                    <a:cubicBezTo>
                      <a:pt x="1271" y="1584"/>
                      <a:pt x="1278" y="1661"/>
                      <a:pt x="1254" y="1737"/>
                    </a:cubicBezTo>
                    <a:cubicBezTo>
                      <a:pt x="1184" y="1809"/>
                      <a:pt x="1104" y="1843"/>
                      <a:pt x="1013" y="1882"/>
                    </a:cubicBezTo>
                    <a:cubicBezTo>
                      <a:pt x="830" y="1961"/>
                      <a:pt x="830" y="1961"/>
                      <a:pt x="798" y="2016"/>
                    </a:cubicBezTo>
                    <a:cubicBezTo>
                      <a:pt x="784" y="2056"/>
                      <a:pt x="784" y="2056"/>
                      <a:pt x="772" y="2123"/>
                    </a:cubicBezTo>
                    <a:cubicBezTo>
                      <a:pt x="740" y="2123"/>
                      <a:pt x="708" y="2123"/>
                      <a:pt x="675" y="2123"/>
                    </a:cubicBezTo>
                    <a:cubicBezTo>
                      <a:pt x="675" y="2155"/>
                      <a:pt x="675" y="2186"/>
                      <a:pt x="675" y="2219"/>
                    </a:cubicBezTo>
                    <a:cubicBezTo>
                      <a:pt x="644" y="2219"/>
                      <a:pt x="612" y="2219"/>
                      <a:pt x="579" y="2219"/>
                    </a:cubicBezTo>
                    <a:cubicBezTo>
                      <a:pt x="579" y="2251"/>
                      <a:pt x="579" y="2283"/>
                      <a:pt x="579" y="2316"/>
                    </a:cubicBezTo>
                    <a:cubicBezTo>
                      <a:pt x="452" y="2316"/>
                      <a:pt x="324" y="2316"/>
                      <a:pt x="193" y="2316"/>
                    </a:cubicBezTo>
                    <a:cubicBezTo>
                      <a:pt x="193" y="2284"/>
                      <a:pt x="193" y="2252"/>
                      <a:pt x="193" y="2219"/>
                    </a:cubicBezTo>
                    <a:cubicBezTo>
                      <a:pt x="161" y="2219"/>
                      <a:pt x="129" y="2219"/>
                      <a:pt x="96" y="2219"/>
                    </a:cubicBezTo>
                    <a:cubicBezTo>
                      <a:pt x="96" y="2187"/>
                      <a:pt x="96" y="2156"/>
                      <a:pt x="96" y="2123"/>
                    </a:cubicBezTo>
                    <a:cubicBezTo>
                      <a:pt x="65" y="2123"/>
                      <a:pt x="33" y="2123"/>
                      <a:pt x="0" y="2123"/>
                    </a:cubicBezTo>
                    <a:cubicBezTo>
                      <a:pt x="0" y="2091"/>
                      <a:pt x="0" y="2059"/>
                      <a:pt x="0" y="2026"/>
                    </a:cubicBezTo>
                    <a:cubicBezTo>
                      <a:pt x="68" y="2013"/>
                      <a:pt x="125" y="2011"/>
                      <a:pt x="193" y="2026"/>
                    </a:cubicBezTo>
                    <a:cubicBezTo>
                      <a:pt x="267" y="2083"/>
                      <a:pt x="326" y="2148"/>
                      <a:pt x="386" y="2219"/>
                    </a:cubicBezTo>
                    <a:cubicBezTo>
                      <a:pt x="386" y="2187"/>
                      <a:pt x="386" y="2156"/>
                      <a:pt x="386" y="2123"/>
                    </a:cubicBezTo>
                    <a:cubicBezTo>
                      <a:pt x="418" y="2123"/>
                      <a:pt x="450" y="2123"/>
                      <a:pt x="482" y="2123"/>
                    </a:cubicBezTo>
                    <a:cubicBezTo>
                      <a:pt x="482" y="1995"/>
                      <a:pt x="482" y="1868"/>
                      <a:pt x="482" y="1737"/>
                    </a:cubicBezTo>
                    <a:cubicBezTo>
                      <a:pt x="419" y="1737"/>
                      <a:pt x="355" y="1737"/>
                      <a:pt x="289" y="1737"/>
                    </a:cubicBezTo>
                    <a:cubicBezTo>
                      <a:pt x="289" y="1705"/>
                      <a:pt x="289" y="1673"/>
                      <a:pt x="289" y="1640"/>
                    </a:cubicBezTo>
                    <a:cubicBezTo>
                      <a:pt x="242" y="1624"/>
                      <a:pt x="194" y="1609"/>
                      <a:pt x="145" y="1592"/>
                    </a:cubicBezTo>
                    <a:cubicBezTo>
                      <a:pt x="177" y="1513"/>
                      <a:pt x="208" y="1433"/>
                      <a:pt x="241" y="1351"/>
                    </a:cubicBezTo>
                    <a:cubicBezTo>
                      <a:pt x="193" y="1335"/>
                      <a:pt x="146" y="1319"/>
                      <a:pt x="96" y="1303"/>
                    </a:cubicBezTo>
                    <a:cubicBezTo>
                      <a:pt x="101" y="1289"/>
                      <a:pt x="105" y="1276"/>
                      <a:pt x="109" y="1262"/>
                    </a:cubicBezTo>
                    <a:cubicBezTo>
                      <a:pt x="114" y="1245"/>
                      <a:pt x="119" y="1227"/>
                      <a:pt x="124" y="1209"/>
                    </a:cubicBezTo>
                    <a:cubicBezTo>
                      <a:pt x="129" y="1192"/>
                      <a:pt x="134" y="1174"/>
                      <a:pt x="139" y="1157"/>
                    </a:cubicBezTo>
                    <a:cubicBezTo>
                      <a:pt x="141" y="1141"/>
                      <a:pt x="143" y="1126"/>
                      <a:pt x="145" y="1110"/>
                    </a:cubicBezTo>
                    <a:cubicBezTo>
                      <a:pt x="129" y="1094"/>
                      <a:pt x="113" y="1078"/>
                      <a:pt x="96" y="1061"/>
                    </a:cubicBezTo>
                    <a:cubicBezTo>
                      <a:pt x="87" y="1016"/>
                      <a:pt x="87" y="1016"/>
                      <a:pt x="81" y="962"/>
                    </a:cubicBezTo>
                    <a:cubicBezTo>
                      <a:pt x="79" y="942"/>
                      <a:pt x="77" y="923"/>
                      <a:pt x="75" y="903"/>
                    </a:cubicBezTo>
                    <a:cubicBezTo>
                      <a:pt x="73" y="883"/>
                      <a:pt x="71" y="862"/>
                      <a:pt x="69" y="841"/>
                    </a:cubicBezTo>
                    <a:cubicBezTo>
                      <a:pt x="67" y="821"/>
                      <a:pt x="65" y="800"/>
                      <a:pt x="63" y="779"/>
                    </a:cubicBezTo>
                    <a:cubicBezTo>
                      <a:pt x="58" y="729"/>
                      <a:pt x="53" y="678"/>
                      <a:pt x="48" y="627"/>
                    </a:cubicBezTo>
                    <a:cubicBezTo>
                      <a:pt x="96" y="611"/>
                      <a:pt x="144" y="595"/>
                      <a:pt x="193" y="579"/>
                    </a:cubicBezTo>
                    <a:cubicBezTo>
                      <a:pt x="193" y="515"/>
                      <a:pt x="193" y="452"/>
                      <a:pt x="193" y="386"/>
                    </a:cubicBezTo>
                    <a:cubicBezTo>
                      <a:pt x="161" y="386"/>
                      <a:pt x="129" y="386"/>
                      <a:pt x="96" y="386"/>
                    </a:cubicBezTo>
                    <a:cubicBezTo>
                      <a:pt x="96" y="322"/>
                      <a:pt x="96" y="259"/>
                      <a:pt x="96" y="193"/>
                    </a:cubicBezTo>
                    <a:cubicBezTo>
                      <a:pt x="128" y="193"/>
                      <a:pt x="160" y="193"/>
                      <a:pt x="193" y="193"/>
                    </a:cubicBezTo>
                    <a:cubicBezTo>
                      <a:pt x="193" y="161"/>
                      <a:pt x="193" y="129"/>
                      <a:pt x="193" y="96"/>
                    </a:cubicBezTo>
                    <a:cubicBezTo>
                      <a:pt x="257" y="96"/>
                      <a:pt x="320" y="96"/>
                      <a:pt x="386" y="96"/>
                    </a:cubicBezTo>
                    <a:cubicBezTo>
                      <a:pt x="386" y="65"/>
                      <a:pt x="386" y="33"/>
                      <a:pt x="3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13" cap="flat">
                <a:noFill/>
              </a:ln>
            </p:spPr>
          </p:sp>
          <p:sp>
            <p:nvSpPr>
              <p:cNvPr id="636" name="ICON_SKILL_COMPARE_path_021"/>
              <p:cNvSpPr/>
              <p:nvPr/>
            </p:nvSpPr>
            <p:spPr>
              <a:xfrm>
                <a:off x="6660036" y="1437774"/>
                <a:ext cx="17156" cy="23283"/>
              </a:xfrm>
              <a:custGeom>
                <a:avLst/>
                <a:gdLst/>
                <a:ahLst/>
                <a:cxnLst/>
                <a:rect l="0" t="0" r="r" b="b"/>
                <a:pathLst>
                  <a:path w="1351" h="1833" fill="norm" stroke="0">
                    <a:moveTo>
                      <a:pt x="193" y="0"/>
                    </a:moveTo>
                    <a:cubicBezTo>
                      <a:pt x="384" y="0"/>
                      <a:pt x="575" y="0"/>
                      <a:pt x="772" y="0"/>
                    </a:cubicBezTo>
                    <a:cubicBezTo>
                      <a:pt x="772" y="32"/>
                      <a:pt x="772" y="64"/>
                      <a:pt x="772" y="96"/>
                    </a:cubicBezTo>
                    <a:cubicBezTo>
                      <a:pt x="836" y="96"/>
                      <a:pt x="899" y="96"/>
                      <a:pt x="965" y="96"/>
                    </a:cubicBezTo>
                    <a:cubicBezTo>
                      <a:pt x="965" y="192"/>
                      <a:pt x="965" y="288"/>
                      <a:pt x="965" y="386"/>
                    </a:cubicBezTo>
                    <a:cubicBezTo>
                      <a:pt x="933" y="386"/>
                      <a:pt x="901" y="386"/>
                      <a:pt x="868" y="386"/>
                    </a:cubicBezTo>
                    <a:cubicBezTo>
                      <a:pt x="868" y="418"/>
                      <a:pt x="868" y="450"/>
                      <a:pt x="868" y="482"/>
                    </a:cubicBezTo>
                    <a:cubicBezTo>
                      <a:pt x="837" y="482"/>
                      <a:pt x="805" y="482"/>
                      <a:pt x="772" y="482"/>
                    </a:cubicBezTo>
                    <a:cubicBezTo>
                      <a:pt x="772" y="546"/>
                      <a:pt x="772" y="610"/>
                      <a:pt x="772" y="675"/>
                    </a:cubicBezTo>
                    <a:cubicBezTo>
                      <a:pt x="867" y="675"/>
                      <a:pt x="963" y="675"/>
                      <a:pt x="1061" y="675"/>
                    </a:cubicBezTo>
                    <a:cubicBezTo>
                      <a:pt x="1061" y="707"/>
                      <a:pt x="1061" y="739"/>
                      <a:pt x="1061" y="772"/>
                    </a:cubicBezTo>
                    <a:cubicBezTo>
                      <a:pt x="1093" y="772"/>
                      <a:pt x="1125" y="772"/>
                      <a:pt x="1158" y="772"/>
                    </a:cubicBezTo>
                    <a:cubicBezTo>
                      <a:pt x="1158" y="836"/>
                      <a:pt x="1158" y="899"/>
                      <a:pt x="1158" y="965"/>
                    </a:cubicBezTo>
                    <a:cubicBezTo>
                      <a:pt x="1190" y="965"/>
                      <a:pt x="1222" y="965"/>
                      <a:pt x="1254" y="965"/>
                    </a:cubicBezTo>
                    <a:cubicBezTo>
                      <a:pt x="1254" y="997"/>
                      <a:pt x="1254" y="1029"/>
                      <a:pt x="1254" y="1061"/>
                    </a:cubicBezTo>
                    <a:cubicBezTo>
                      <a:pt x="1286" y="1061"/>
                      <a:pt x="1318" y="1061"/>
                      <a:pt x="1351" y="1061"/>
                    </a:cubicBezTo>
                    <a:cubicBezTo>
                      <a:pt x="1351" y="1125"/>
                      <a:pt x="1351" y="1189"/>
                      <a:pt x="1351" y="1254"/>
                    </a:cubicBezTo>
                    <a:cubicBezTo>
                      <a:pt x="1319" y="1254"/>
                      <a:pt x="1287" y="1254"/>
                      <a:pt x="1254" y="1254"/>
                    </a:cubicBezTo>
                    <a:cubicBezTo>
                      <a:pt x="1254" y="1318"/>
                      <a:pt x="1254" y="1382"/>
                      <a:pt x="1254" y="1447"/>
                    </a:cubicBezTo>
                    <a:cubicBezTo>
                      <a:pt x="1223" y="1447"/>
                      <a:pt x="1191" y="1447"/>
                      <a:pt x="1158" y="1447"/>
                    </a:cubicBezTo>
                    <a:cubicBezTo>
                      <a:pt x="1158" y="1479"/>
                      <a:pt x="1158" y="1511"/>
                      <a:pt x="1158" y="1544"/>
                    </a:cubicBezTo>
                    <a:cubicBezTo>
                      <a:pt x="1126" y="1544"/>
                      <a:pt x="1094" y="1544"/>
                      <a:pt x="1061" y="1544"/>
                    </a:cubicBezTo>
                    <a:cubicBezTo>
                      <a:pt x="1061" y="1576"/>
                      <a:pt x="1061" y="1608"/>
                      <a:pt x="1061" y="1640"/>
                    </a:cubicBezTo>
                    <a:cubicBezTo>
                      <a:pt x="998" y="1640"/>
                      <a:pt x="934" y="1640"/>
                      <a:pt x="868" y="1640"/>
                    </a:cubicBezTo>
                    <a:cubicBezTo>
                      <a:pt x="868" y="1672"/>
                      <a:pt x="868" y="1704"/>
                      <a:pt x="868" y="1737"/>
                    </a:cubicBezTo>
                    <a:cubicBezTo>
                      <a:pt x="837" y="1737"/>
                      <a:pt x="805" y="1737"/>
                      <a:pt x="772" y="1737"/>
                    </a:cubicBezTo>
                    <a:cubicBezTo>
                      <a:pt x="772" y="1769"/>
                      <a:pt x="772" y="1801"/>
                      <a:pt x="772" y="1833"/>
                    </a:cubicBezTo>
                    <a:cubicBezTo>
                      <a:pt x="613" y="1833"/>
                      <a:pt x="454" y="1833"/>
                      <a:pt x="289" y="1833"/>
                    </a:cubicBezTo>
                    <a:cubicBezTo>
                      <a:pt x="289" y="1801"/>
                      <a:pt x="289" y="1770"/>
                      <a:pt x="289" y="1737"/>
                    </a:cubicBezTo>
                    <a:cubicBezTo>
                      <a:pt x="258" y="1737"/>
                      <a:pt x="226" y="1737"/>
                      <a:pt x="193" y="1737"/>
                    </a:cubicBezTo>
                    <a:cubicBezTo>
                      <a:pt x="193" y="1705"/>
                      <a:pt x="193" y="1673"/>
                      <a:pt x="193" y="1640"/>
                    </a:cubicBezTo>
                    <a:cubicBezTo>
                      <a:pt x="129" y="1640"/>
                      <a:pt x="66" y="1640"/>
                      <a:pt x="0" y="1640"/>
                    </a:cubicBezTo>
                    <a:cubicBezTo>
                      <a:pt x="0" y="1481"/>
                      <a:pt x="0" y="1322"/>
                      <a:pt x="0" y="1158"/>
                    </a:cubicBezTo>
                    <a:cubicBezTo>
                      <a:pt x="32" y="1158"/>
                      <a:pt x="64" y="1158"/>
                      <a:pt x="96" y="1158"/>
                    </a:cubicBezTo>
                    <a:cubicBezTo>
                      <a:pt x="96" y="1126"/>
                      <a:pt x="96" y="1094"/>
                      <a:pt x="96" y="1061"/>
                    </a:cubicBezTo>
                    <a:cubicBezTo>
                      <a:pt x="319" y="1061"/>
                      <a:pt x="542" y="1061"/>
                      <a:pt x="772" y="1061"/>
                    </a:cubicBezTo>
                    <a:cubicBezTo>
                      <a:pt x="772" y="966"/>
                      <a:pt x="772" y="870"/>
                      <a:pt x="772" y="772"/>
                    </a:cubicBezTo>
                    <a:cubicBezTo>
                      <a:pt x="708" y="772"/>
                      <a:pt x="645" y="772"/>
                      <a:pt x="579" y="772"/>
                    </a:cubicBezTo>
                    <a:cubicBezTo>
                      <a:pt x="579" y="804"/>
                      <a:pt x="579" y="836"/>
                      <a:pt x="579" y="868"/>
                    </a:cubicBezTo>
                    <a:cubicBezTo>
                      <a:pt x="515" y="868"/>
                      <a:pt x="452" y="868"/>
                      <a:pt x="386" y="868"/>
                    </a:cubicBezTo>
                    <a:cubicBezTo>
                      <a:pt x="386" y="837"/>
                      <a:pt x="386" y="805"/>
                      <a:pt x="386" y="772"/>
                    </a:cubicBezTo>
                    <a:cubicBezTo>
                      <a:pt x="354" y="772"/>
                      <a:pt x="322" y="772"/>
                      <a:pt x="289" y="772"/>
                    </a:cubicBezTo>
                    <a:cubicBezTo>
                      <a:pt x="289" y="740"/>
                      <a:pt x="289" y="708"/>
                      <a:pt x="289" y="675"/>
                    </a:cubicBezTo>
                    <a:cubicBezTo>
                      <a:pt x="258" y="675"/>
                      <a:pt x="226" y="675"/>
                      <a:pt x="193" y="675"/>
                    </a:cubicBezTo>
                    <a:cubicBezTo>
                      <a:pt x="193" y="644"/>
                      <a:pt x="193" y="612"/>
                      <a:pt x="193" y="579"/>
                    </a:cubicBezTo>
                    <a:cubicBezTo>
                      <a:pt x="129" y="579"/>
                      <a:pt x="66" y="579"/>
                      <a:pt x="0" y="579"/>
                    </a:cubicBezTo>
                    <a:cubicBezTo>
                      <a:pt x="0" y="515"/>
                      <a:pt x="0" y="452"/>
                      <a:pt x="0" y="386"/>
                    </a:cubicBezTo>
                    <a:cubicBezTo>
                      <a:pt x="32" y="386"/>
                      <a:pt x="64" y="386"/>
                      <a:pt x="96" y="386"/>
                    </a:cubicBezTo>
                    <a:cubicBezTo>
                      <a:pt x="96" y="354"/>
                      <a:pt x="96" y="322"/>
                      <a:pt x="96" y="289"/>
                    </a:cubicBezTo>
                    <a:cubicBezTo>
                      <a:pt x="160" y="289"/>
                      <a:pt x="224" y="289"/>
                      <a:pt x="289" y="289"/>
                    </a:cubicBezTo>
                    <a:cubicBezTo>
                      <a:pt x="289" y="258"/>
                      <a:pt x="289" y="226"/>
                      <a:pt x="289" y="193"/>
                    </a:cubicBezTo>
                    <a:cubicBezTo>
                      <a:pt x="258" y="193"/>
                      <a:pt x="226" y="193"/>
                      <a:pt x="193" y="193"/>
                    </a:cubicBezTo>
                    <a:cubicBezTo>
                      <a:pt x="193" y="129"/>
                      <a:pt x="193" y="66"/>
                      <a:pt x="193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13" cap="flat">
                <a:noFill/>
              </a:ln>
            </p:spPr>
          </p:sp>
          <p:sp>
            <p:nvSpPr>
              <p:cNvPr id="637" name="ICON_SKILL_COMPARE_path_022"/>
              <p:cNvSpPr/>
              <p:nvPr/>
            </p:nvSpPr>
            <p:spPr>
              <a:xfrm>
                <a:off x="6444359" y="1530907"/>
                <a:ext cx="11029" cy="31861"/>
              </a:xfrm>
              <a:custGeom>
                <a:avLst/>
                <a:gdLst/>
                <a:ahLst/>
                <a:cxnLst/>
                <a:rect l="0" t="0" r="r" b="b"/>
                <a:pathLst>
                  <a:path w="868" h="2509" fill="norm" stroke="0">
                    <a:moveTo>
                      <a:pt x="193" y="0"/>
                    </a:moveTo>
                    <a:cubicBezTo>
                      <a:pt x="257" y="0"/>
                      <a:pt x="320" y="0"/>
                      <a:pt x="386" y="0"/>
                    </a:cubicBezTo>
                    <a:cubicBezTo>
                      <a:pt x="386" y="32"/>
                      <a:pt x="386" y="64"/>
                      <a:pt x="386" y="96"/>
                    </a:cubicBezTo>
                    <a:cubicBezTo>
                      <a:pt x="418" y="96"/>
                      <a:pt x="450" y="96"/>
                      <a:pt x="482" y="96"/>
                    </a:cubicBezTo>
                    <a:cubicBezTo>
                      <a:pt x="482" y="128"/>
                      <a:pt x="482" y="160"/>
                      <a:pt x="482" y="193"/>
                    </a:cubicBezTo>
                    <a:cubicBezTo>
                      <a:pt x="514" y="193"/>
                      <a:pt x="546" y="193"/>
                      <a:pt x="579" y="193"/>
                    </a:cubicBezTo>
                    <a:cubicBezTo>
                      <a:pt x="579" y="225"/>
                      <a:pt x="579" y="257"/>
                      <a:pt x="579" y="289"/>
                    </a:cubicBezTo>
                    <a:cubicBezTo>
                      <a:pt x="643" y="289"/>
                      <a:pt x="706" y="289"/>
                      <a:pt x="772" y="289"/>
                    </a:cubicBezTo>
                    <a:cubicBezTo>
                      <a:pt x="772" y="353"/>
                      <a:pt x="772" y="417"/>
                      <a:pt x="772" y="482"/>
                    </a:cubicBezTo>
                    <a:cubicBezTo>
                      <a:pt x="804" y="482"/>
                      <a:pt x="836" y="482"/>
                      <a:pt x="868" y="482"/>
                    </a:cubicBezTo>
                    <a:cubicBezTo>
                      <a:pt x="868" y="769"/>
                      <a:pt x="868" y="1056"/>
                      <a:pt x="868" y="1351"/>
                    </a:cubicBezTo>
                    <a:cubicBezTo>
                      <a:pt x="837" y="1351"/>
                      <a:pt x="805" y="1351"/>
                      <a:pt x="772" y="1351"/>
                    </a:cubicBezTo>
                    <a:cubicBezTo>
                      <a:pt x="772" y="1287"/>
                      <a:pt x="772" y="1224"/>
                      <a:pt x="772" y="1158"/>
                    </a:cubicBezTo>
                    <a:cubicBezTo>
                      <a:pt x="708" y="1158"/>
                      <a:pt x="645" y="1158"/>
                      <a:pt x="579" y="1158"/>
                    </a:cubicBezTo>
                    <a:cubicBezTo>
                      <a:pt x="579" y="1413"/>
                      <a:pt x="579" y="1667"/>
                      <a:pt x="579" y="1930"/>
                    </a:cubicBezTo>
                    <a:cubicBezTo>
                      <a:pt x="547" y="1930"/>
                      <a:pt x="515" y="1930"/>
                      <a:pt x="482" y="1930"/>
                    </a:cubicBezTo>
                    <a:cubicBezTo>
                      <a:pt x="482" y="1994"/>
                      <a:pt x="482" y="2057"/>
                      <a:pt x="482" y="2123"/>
                    </a:cubicBezTo>
                    <a:cubicBezTo>
                      <a:pt x="451" y="2123"/>
                      <a:pt x="419" y="2123"/>
                      <a:pt x="386" y="2123"/>
                    </a:cubicBezTo>
                    <a:cubicBezTo>
                      <a:pt x="386" y="2155"/>
                      <a:pt x="386" y="2186"/>
                      <a:pt x="386" y="2219"/>
                    </a:cubicBezTo>
                    <a:cubicBezTo>
                      <a:pt x="290" y="2219"/>
                      <a:pt x="195" y="2219"/>
                      <a:pt x="96" y="2219"/>
                    </a:cubicBezTo>
                    <a:cubicBezTo>
                      <a:pt x="96" y="2315"/>
                      <a:pt x="96" y="2410"/>
                      <a:pt x="96" y="2509"/>
                    </a:cubicBezTo>
                    <a:cubicBezTo>
                      <a:pt x="65" y="2509"/>
                      <a:pt x="33" y="2509"/>
                      <a:pt x="0" y="2509"/>
                    </a:cubicBezTo>
                    <a:cubicBezTo>
                      <a:pt x="0" y="2222"/>
                      <a:pt x="0" y="1936"/>
                      <a:pt x="0" y="1640"/>
                    </a:cubicBezTo>
                    <a:cubicBezTo>
                      <a:pt x="32" y="1640"/>
                      <a:pt x="64" y="1640"/>
                      <a:pt x="96" y="1640"/>
                    </a:cubicBezTo>
                    <a:cubicBezTo>
                      <a:pt x="96" y="1131"/>
                      <a:pt x="96" y="621"/>
                      <a:pt x="96" y="96"/>
                    </a:cubicBezTo>
                    <a:cubicBezTo>
                      <a:pt x="128" y="96"/>
                      <a:pt x="160" y="96"/>
                      <a:pt x="193" y="96"/>
                    </a:cubicBezTo>
                    <a:cubicBezTo>
                      <a:pt x="193" y="65"/>
                      <a:pt x="193" y="33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38" name="ICON_SKILL_COMPARE_path_023"/>
              <p:cNvSpPr/>
              <p:nvPr/>
            </p:nvSpPr>
            <p:spPr>
              <a:xfrm>
                <a:off x="6490925" y="1476988"/>
                <a:ext cx="12254" cy="49018"/>
              </a:xfrm>
              <a:custGeom>
                <a:avLst/>
                <a:gdLst/>
                <a:ahLst/>
                <a:cxnLst/>
                <a:rect l="0" t="0" r="r" b="b"/>
                <a:pathLst>
                  <a:path w="965" h="3860" fill="norm" stroke="0">
                    <a:moveTo>
                      <a:pt x="96" y="0"/>
                    </a:moveTo>
                    <a:cubicBezTo>
                      <a:pt x="112" y="32"/>
                      <a:pt x="128" y="64"/>
                      <a:pt x="145" y="96"/>
                    </a:cubicBezTo>
                    <a:cubicBezTo>
                      <a:pt x="151" y="81"/>
                      <a:pt x="157" y="65"/>
                      <a:pt x="163" y="48"/>
                    </a:cubicBezTo>
                    <a:cubicBezTo>
                      <a:pt x="173" y="32"/>
                      <a:pt x="183" y="16"/>
                      <a:pt x="193" y="0"/>
                    </a:cubicBezTo>
                    <a:cubicBezTo>
                      <a:pt x="225" y="0"/>
                      <a:pt x="257" y="0"/>
                      <a:pt x="289" y="0"/>
                    </a:cubicBezTo>
                    <a:cubicBezTo>
                      <a:pt x="289" y="64"/>
                      <a:pt x="289" y="127"/>
                      <a:pt x="289" y="193"/>
                    </a:cubicBezTo>
                    <a:cubicBezTo>
                      <a:pt x="353" y="193"/>
                      <a:pt x="417" y="193"/>
                      <a:pt x="482" y="193"/>
                    </a:cubicBezTo>
                    <a:cubicBezTo>
                      <a:pt x="482" y="480"/>
                      <a:pt x="482" y="766"/>
                      <a:pt x="482" y="1061"/>
                    </a:cubicBezTo>
                    <a:cubicBezTo>
                      <a:pt x="514" y="1061"/>
                      <a:pt x="546" y="1061"/>
                      <a:pt x="579" y="1061"/>
                    </a:cubicBezTo>
                    <a:cubicBezTo>
                      <a:pt x="579" y="1221"/>
                      <a:pt x="579" y="1380"/>
                      <a:pt x="579" y="1544"/>
                    </a:cubicBezTo>
                    <a:cubicBezTo>
                      <a:pt x="674" y="1544"/>
                      <a:pt x="770" y="1544"/>
                      <a:pt x="868" y="1544"/>
                    </a:cubicBezTo>
                    <a:cubicBezTo>
                      <a:pt x="868" y="1671"/>
                      <a:pt x="868" y="1799"/>
                      <a:pt x="868" y="1930"/>
                    </a:cubicBezTo>
                    <a:cubicBezTo>
                      <a:pt x="900" y="1930"/>
                      <a:pt x="932" y="1930"/>
                      <a:pt x="965" y="1930"/>
                    </a:cubicBezTo>
                    <a:cubicBezTo>
                      <a:pt x="965" y="2057"/>
                      <a:pt x="965" y="2185"/>
                      <a:pt x="965" y="2316"/>
                    </a:cubicBezTo>
                    <a:cubicBezTo>
                      <a:pt x="933" y="2316"/>
                      <a:pt x="901" y="2316"/>
                      <a:pt x="868" y="2316"/>
                    </a:cubicBezTo>
                    <a:cubicBezTo>
                      <a:pt x="868" y="2475"/>
                      <a:pt x="868" y="2634"/>
                      <a:pt x="868" y="2798"/>
                    </a:cubicBezTo>
                    <a:cubicBezTo>
                      <a:pt x="805" y="2798"/>
                      <a:pt x="741" y="2798"/>
                      <a:pt x="675" y="2798"/>
                    </a:cubicBezTo>
                    <a:cubicBezTo>
                      <a:pt x="675" y="2862"/>
                      <a:pt x="675" y="2926"/>
                      <a:pt x="675" y="2991"/>
                    </a:cubicBezTo>
                    <a:cubicBezTo>
                      <a:pt x="739" y="2991"/>
                      <a:pt x="803" y="2991"/>
                      <a:pt x="868" y="2991"/>
                    </a:cubicBezTo>
                    <a:cubicBezTo>
                      <a:pt x="868" y="3182"/>
                      <a:pt x="868" y="3373"/>
                      <a:pt x="868" y="3570"/>
                    </a:cubicBezTo>
                    <a:cubicBezTo>
                      <a:pt x="773" y="3570"/>
                      <a:pt x="677" y="3570"/>
                      <a:pt x="579" y="3570"/>
                    </a:cubicBezTo>
                    <a:cubicBezTo>
                      <a:pt x="579" y="3666"/>
                      <a:pt x="579" y="3761"/>
                      <a:pt x="579" y="3860"/>
                    </a:cubicBezTo>
                    <a:cubicBezTo>
                      <a:pt x="547" y="3860"/>
                      <a:pt x="515" y="3860"/>
                      <a:pt x="482" y="3860"/>
                    </a:cubicBezTo>
                    <a:cubicBezTo>
                      <a:pt x="482" y="3846"/>
                      <a:pt x="482" y="3832"/>
                      <a:pt x="482" y="3818"/>
                    </a:cubicBezTo>
                    <a:cubicBezTo>
                      <a:pt x="477" y="3487"/>
                      <a:pt x="472" y="3156"/>
                      <a:pt x="466" y="2824"/>
                    </a:cubicBezTo>
                    <a:cubicBezTo>
                      <a:pt x="463" y="2664"/>
                      <a:pt x="461" y="2504"/>
                      <a:pt x="458" y="2343"/>
                    </a:cubicBezTo>
                    <a:cubicBezTo>
                      <a:pt x="456" y="2204"/>
                      <a:pt x="454" y="2064"/>
                      <a:pt x="452" y="1925"/>
                    </a:cubicBezTo>
                    <a:cubicBezTo>
                      <a:pt x="450" y="1851"/>
                      <a:pt x="449" y="1777"/>
                      <a:pt x="448" y="1703"/>
                    </a:cubicBezTo>
                    <a:cubicBezTo>
                      <a:pt x="447" y="1633"/>
                      <a:pt x="446" y="1563"/>
                      <a:pt x="445" y="1494"/>
                    </a:cubicBezTo>
                    <a:cubicBezTo>
                      <a:pt x="444" y="1468"/>
                      <a:pt x="444" y="1443"/>
                      <a:pt x="444" y="1417"/>
                    </a:cubicBezTo>
                    <a:cubicBezTo>
                      <a:pt x="443" y="1382"/>
                      <a:pt x="443" y="1347"/>
                      <a:pt x="442" y="1313"/>
                    </a:cubicBezTo>
                    <a:cubicBezTo>
                      <a:pt x="442" y="1293"/>
                      <a:pt x="441" y="1274"/>
                      <a:pt x="441" y="1254"/>
                    </a:cubicBezTo>
                    <a:cubicBezTo>
                      <a:pt x="434" y="1206"/>
                      <a:pt x="434" y="1206"/>
                      <a:pt x="386" y="1158"/>
                    </a:cubicBezTo>
                    <a:cubicBezTo>
                      <a:pt x="380" y="1117"/>
                      <a:pt x="380" y="1117"/>
                      <a:pt x="381" y="1069"/>
                    </a:cubicBezTo>
                    <a:cubicBezTo>
                      <a:pt x="381" y="1060"/>
                      <a:pt x="381" y="1060"/>
                      <a:pt x="382" y="1016"/>
                    </a:cubicBezTo>
                    <a:cubicBezTo>
                      <a:pt x="382" y="998"/>
                      <a:pt x="383" y="980"/>
                      <a:pt x="383" y="962"/>
                    </a:cubicBezTo>
                    <a:cubicBezTo>
                      <a:pt x="383" y="944"/>
                      <a:pt x="383" y="925"/>
                      <a:pt x="384" y="907"/>
                    </a:cubicBezTo>
                    <a:cubicBezTo>
                      <a:pt x="384" y="862"/>
                      <a:pt x="385" y="817"/>
                      <a:pt x="386" y="772"/>
                    </a:cubicBezTo>
                    <a:cubicBezTo>
                      <a:pt x="354" y="772"/>
                      <a:pt x="322" y="772"/>
                      <a:pt x="289" y="772"/>
                    </a:cubicBezTo>
                    <a:cubicBezTo>
                      <a:pt x="289" y="676"/>
                      <a:pt x="289" y="581"/>
                      <a:pt x="289" y="482"/>
                    </a:cubicBezTo>
                    <a:cubicBezTo>
                      <a:pt x="258" y="482"/>
                      <a:pt x="226" y="482"/>
                      <a:pt x="193" y="482"/>
                    </a:cubicBezTo>
                    <a:cubicBezTo>
                      <a:pt x="193" y="451"/>
                      <a:pt x="193" y="419"/>
                      <a:pt x="193" y="386"/>
                    </a:cubicBezTo>
                    <a:cubicBezTo>
                      <a:pt x="161" y="386"/>
                      <a:pt x="129" y="386"/>
                      <a:pt x="96" y="386"/>
                    </a:cubicBezTo>
                    <a:cubicBezTo>
                      <a:pt x="96" y="322"/>
                      <a:pt x="96" y="259"/>
                      <a:pt x="96" y="193"/>
                    </a:cubicBezTo>
                    <a:cubicBezTo>
                      <a:pt x="65" y="193"/>
                      <a:pt x="33" y="193"/>
                      <a:pt x="0" y="193"/>
                    </a:cubicBezTo>
                    <a:cubicBezTo>
                      <a:pt x="0" y="161"/>
                      <a:pt x="0" y="129"/>
                      <a:pt x="0" y="96"/>
                    </a:cubicBezTo>
                    <a:cubicBezTo>
                      <a:pt x="32" y="96"/>
                      <a:pt x="64" y="96"/>
                      <a:pt x="96" y="96"/>
                    </a:cubicBezTo>
                    <a:cubicBezTo>
                      <a:pt x="96" y="65"/>
                      <a:pt x="96" y="33"/>
                      <a:pt x="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39" name="ICON_SKILL_COMPARE_path_024"/>
              <p:cNvSpPr/>
              <p:nvPr/>
            </p:nvSpPr>
            <p:spPr>
              <a:xfrm>
                <a:off x="6635527" y="1457381"/>
                <a:ext cx="14705" cy="22058"/>
              </a:xfrm>
              <a:custGeom>
                <a:avLst/>
                <a:gdLst/>
                <a:ahLst/>
                <a:cxnLst/>
                <a:rect l="0" t="0" r="r" b="b"/>
                <a:pathLst>
                  <a:path w="1158" h="1737" fill="norm" stroke="0">
                    <a:moveTo>
                      <a:pt x="0" y="0"/>
                    </a:moveTo>
                    <a:cubicBezTo>
                      <a:pt x="64" y="0"/>
                      <a:pt x="127" y="0"/>
                      <a:pt x="193" y="0"/>
                    </a:cubicBezTo>
                    <a:cubicBezTo>
                      <a:pt x="193" y="64"/>
                      <a:pt x="193" y="127"/>
                      <a:pt x="193" y="193"/>
                    </a:cubicBezTo>
                    <a:cubicBezTo>
                      <a:pt x="257" y="193"/>
                      <a:pt x="320" y="193"/>
                      <a:pt x="386" y="193"/>
                    </a:cubicBezTo>
                    <a:cubicBezTo>
                      <a:pt x="386" y="225"/>
                      <a:pt x="386" y="257"/>
                      <a:pt x="386" y="289"/>
                    </a:cubicBezTo>
                    <a:cubicBezTo>
                      <a:pt x="418" y="289"/>
                      <a:pt x="450" y="289"/>
                      <a:pt x="482" y="289"/>
                    </a:cubicBezTo>
                    <a:cubicBezTo>
                      <a:pt x="482" y="321"/>
                      <a:pt x="482" y="353"/>
                      <a:pt x="482" y="386"/>
                    </a:cubicBezTo>
                    <a:cubicBezTo>
                      <a:pt x="546" y="386"/>
                      <a:pt x="610" y="386"/>
                      <a:pt x="675" y="386"/>
                    </a:cubicBezTo>
                    <a:cubicBezTo>
                      <a:pt x="675" y="418"/>
                      <a:pt x="675" y="450"/>
                      <a:pt x="675" y="482"/>
                    </a:cubicBezTo>
                    <a:cubicBezTo>
                      <a:pt x="707" y="482"/>
                      <a:pt x="739" y="482"/>
                      <a:pt x="772" y="482"/>
                    </a:cubicBezTo>
                    <a:cubicBezTo>
                      <a:pt x="772" y="514"/>
                      <a:pt x="772" y="546"/>
                      <a:pt x="772" y="579"/>
                    </a:cubicBezTo>
                    <a:cubicBezTo>
                      <a:pt x="804" y="579"/>
                      <a:pt x="836" y="579"/>
                      <a:pt x="868" y="579"/>
                    </a:cubicBezTo>
                    <a:cubicBezTo>
                      <a:pt x="868" y="611"/>
                      <a:pt x="868" y="643"/>
                      <a:pt x="868" y="675"/>
                    </a:cubicBezTo>
                    <a:cubicBezTo>
                      <a:pt x="900" y="675"/>
                      <a:pt x="932" y="675"/>
                      <a:pt x="965" y="675"/>
                    </a:cubicBezTo>
                    <a:cubicBezTo>
                      <a:pt x="965" y="707"/>
                      <a:pt x="965" y="739"/>
                      <a:pt x="965" y="772"/>
                    </a:cubicBezTo>
                    <a:cubicBezTo>
                      <a:pt x="933" y="772"/>
                      <a:pt x="901" y="772"/>
                      <a:pt x="868" y="772"/>
                    </a:cubicBezTo>
                    <a:cubicBezTo>
                      <a:pt x="868" y="899"/>
                      <a:pt x="868" y="1027"/>
                      <a:pt x="868" y="1158"/>
                    </a:cubicBezTo>
                    <a:cubicBezTo>
                      <a:pt x="900" y="1158"/>
                      <a:pt x="932" y="1158"/>
                      <a:pt x="965" y="1158"/>
                    </a:cubicBezTo>
                    <a:cubicBezTo>
                      <a:pt x="965" y="1285"/>
                      <a:pt x="965" y="1413"/>
                      <a:pt x="965" y="1544"/>
                    </a:cubicBezTo>
                    <a:cubicBezTo>
                      <a:pt x="1029" y="1544"/>
                      <a:pt x="1092" y="1544"/>
                      <a:pt x="1158" y="1544"/>
                    </a:cubicBezTo>
                    <a:cubicBezTo>
                      <a:pt x="1158" y="1576"/>
                      <a:pt x="1158" y="1608"/>
                      <a:pt x="1158" y="1640"/>
                    </a:cubicBezTo>
                    <a:cubicBezTo>
                      <a:pt x="1126" y="1640"/>
                      <a:pt x="1094" y="1640"/>
                      <a:pt x="1061" y="1640"/>
                    </a:cubicBezTo>
                    <a:cubicBezTo>
                      <a:pt x="1061" y="1672"/>
                      <a:pt x="1061" y="1704"/>
                      <a:pt x="1061" y="1737"/>
                    </a:cubicBezTo>
                    <a:cubicBezTo>
                      <a:pt x="870" y="1737"/>
                      <a:pt x="679" y="1737"/>
                      <a:pt x="482" y="1737"/>
                    </a:cubicBezTo>
                    <a:cubicBezTo>
                      <a:pt x="482" y="1578"/>
                      <a:pt x="482" y="1418"/>
                      <a:pt x="482" y="1254"/>
                    </a:cubicBezTo>
                    <a:cubicBezTo>
                      <a:pt x="451" y="1254"/>
                      <a:pt x="419" y="1254"/>
                      <a:pt x="386" y="1254"/>
                    </a:cubicBezTo>
                    <a:cubicBezTo>
                      <a:pt x="386" y="1223"/>
                      <a:pt x="386" y="1191"/>
                      <a:pt x="386" y="1158"/>
                    </a:cubicBezTo>
                    <a:cubicBezTo>
                      <a:pt x="354" y="1158"/>
                      <a:pt x="322" y="1158"/>
                      <a:pt x="289" y="1158"/>
                    </a:cubicBezTo>
                    <a:cubicBezTo>
                      <a:pt x="289" y="1062"/>
                      <a:pt x="289" y="967"/>
                      <a:pt x="289" y="868"/>
                    </a:cubicBezTo>
                    <a:cubicBezTo>
                      <a:pt x="258" y="868"/>
                      <a:pt x="226" y="868"/>
                      <a:pt x="193" y="868"/>
                    </a:cubicBezTo>
                    <a:cubicBezTo>
                      <a:pt x="193" y="805"/>
                      <a:pt x="193" y="741"/>
                      <a:pt x="193" y="675"/>
                    </a:cubicBezTo>
                    <a:cubicBezTo>
                      <a:pt x="161" y="675"/>
                      <a:pt x="129" y="675"/>
                      <a:pt x="96" y="675"/>
                    </a:cubicBezTo>
                    <a:cubicBezTo>
                      <a:pt x="96" y="644"/>
                      <a:pt x="96" y="612"/>
                      <a:pt x="96" y="579"/>
                    </a:cubicBezTo>
                    <a:cubicBezTo>
                      <a:pt x="65" y="579"/>
                      <a:pt x="33" y="579"/>
                      <a:pt x="0" y="579"/>
                    </a:cubicBezTo>
                    <a:cubicBezTo>
                      <a:pt x="0" y="483"/>
                      <a:pt x="0" y="388"/>
                      <a:pt x="0" y="289"/>
                    </a:cubicBezTo>
                    <a:cubicBezTo>
                      <a:pt x="32" y="289"/>
                      <a:pt x="64" y="289"/>
                      <a:pt x="96" y="289"/>
                    </a:cubicBezTo>
                    <a:cubicBezTo>
                      <a:pt x="65" y="194"/>
                      <a:pt x="33" y="9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40" name="ICON_SKILL_COMPARE_path_025"/>
              <p:cNvSpPr/>
              <p:nvPr/>
            </p:nvSpPr>
            <p:spPr>
              <a:xfrm>
                <a:off x="6368382" y="1464733"/>
                <a:ext cx="31861" cy="11029"/>
              </a:xfrm>
              <a:custGeom>
                <a:avLst/>
                <a:gdLst/>
                <a:ahLst/>
                <a:cxnLst/>
                <a:rect l="0" t="0" r="r" b="b"/>
                <a:pathLst>
                  <a:path w="2509" h="868" fill="norm" stroke="0">
                    <a:moveTo>
                      <a:pt x="96" y="0"/>
                    </a:moveTo>
                    <a:cubicBezTo>
                      <a:pt x="122" y="10"/>
                      <a:pt x="148" y="20"/>
                      <a:pt x="174" y="30"/>
                    </a:cubicBezTo>
                    <a:cubicBezTo>
                      <a:pt x="457" y="136"/>
                      <a:pt x="716" y="170"/>
                      <a:pt x="1016" y="178"/>
                    </a:cubicBezTo>
                    <a:cubicBezTo>
                      <a:pt x="1058" y="180"/>
                      <a:pt x="1101" y="181"/>
                      <a:pt x="1143" y="183"/>
                    </a:cubicBezTo>
                    <a:cubicBezTo>
                      <a:pt x="1244" y="187"/>
                      <a:pt x="1346" y="190"/>
                      <a:pt x="1447" y="193"/>
                    </a:cubicBezTo>
                    <a:cubicBezTo>
                      <a:pt x="1447" y="161"/>
                      <a:pt x="1447" y="129"/>
                      <a:pt x="1447" y="96"/>
                    </a:cubicBezTo>
                    <a:cubicBezTo>
                      <a:pt x="1511" y="81"/>
                      <a:pt x="1575" y="65"/>
                      <a:pt x="1640" y="48"/>
                    </a:cubicBezTo>
                    <a:cubicBezTo>
                      <a:pt x="1640" y="128"/>
                      <a:pt x="1640" y="207"/>
                      <a:pt x="1640" y="289"/>
                    </a:cubicBezTo>
                    <a:cubicBezTo>
                      <a:pt x="1672" y="289"/>
                      <a:pt x="1704" y="289"/>
                      <a:pt x="1737" y="289"/>
                    </a:cubicBezTo>
                    <a:cubicBezTo>
                      <a:pt x="1737" y="353"/>
                      <a:pt x="1737" y="417"/>
                      <a:pt x="1737" y="482"/>
                    </a:cubicBezTo>
                    <a:cubicBezTo>
                      <a:pt x="1801" y="482"/>
                      <a:pt x="1864" y="482"/>
                      <a:pt x="1930" y="482"/>
                    </a:cubicBezTo>
                    <a:cubicBezTo>
                      <a:pt x="1930" y="451"/>
                      <a:pt x="1930" y="419"/>
                      <a:pt x="1930" y="386"/>
                    </a:cubicBezTo>
                    <a:cubicBezTo>
                      <a:pt x="1962" y="386"/>
                      <a:pt x="1994" y="386"/>
                      <a:pt x="2026" y="386"/>
                    </a:cubicBezTo>
                    <a:cubicBezTo>
                      <a:pt x="2026" y="354"/>
                      <a:pt x="2026" y="322"/>
                      <a:pt x="2026" y="289"/>
                    </a:cubicBezTo>
                    <a:cubicBezTo>
                      <a:pt x="2058" y="289"/>
                      <a:pt x="2090" y="289"/>
                      <a:pt x="2123" y="289"/>
                    </a:cubicBezTo>
                    <a:cubicBezTo>
                      <a:pt x="2123" y="258"/>
                      <a:pt x="2123" y="226"/>
                      <a:pt x="2123" y="193"/>
                    </a:cubicBezTo>
                    <a:cubicBezTo>
                      <a:pt x="2155" y="193"/>
                      <a:pt x="2186" y="193"/>
                      <a:pt x="2219" y="193"/>
                    </a:cubicBezTo>
                    <a:cubicBezTo>
                      <a:pt x="2219" y="161"/>
                      <a:pt x="2219" y="129"/>
                      <a:pt x="2219" y="96"/>
                    </a:cubicBezTo>
                    <a:cubicBezTo>
                      <a:pt x="2315" y="81"/>
                      <a:pt x="2410" y="65"/>
                      <a:pt x="2509" y="48"/>
                    </a:cubicBezTo>
                    <a:cubicBezTo>
                      <a:pt x="2509" y="128"/>
                      <a:pt x="2509" y="207"/>
                      <a:pt x="2509" y="289"/>
                    </a:cubicBezTo>
                    <a:cubicBezTo>
                      <a:pt x="2477" y="289"/>
                      <a:pt x="2445" y="289"/>
                      <a:pt x="2412" y="289"/>
                    </a:cubicBezTo>
                    <a:cubicBezTo>
                      <a:pt x="2412" y="321"/>
                      <a:pt x="2412" y="353"/>
                      <a:pt x="2412" y="386"/>
                    </a:cubicBezTo>
                    <a:cubicBezTo>
                      <a:pt x="2380" y="386"/>
                      <a:pt x="2349" y="386"/>
                      <a:pt x="2316" y="386"/>
                    </a:cubicBezTo>
                    <a:cubicBezTo>
                      <a:pt x="2316" y="513"/>
                      <a:pt x="2316" y="641"/>
                      <a:pt x="2316" y="772"/>
                    </a:cubicBezTo>
                    <a:cubicBezTo>
                      <a:pt x="2284" y="772"/>
                      <a:pt x="2252" y="772"/>
                      <a:pt x="2219" y="772"/>
                    </a:cubicBezTo>
                    <a:cubicBezTo>
                      <a:pt x="2219" y="804"/>
                      <a:pt x="2219" y="836"/>
                      <a:pt x="2219" y="868"/>
                    </a:cubicBezTo>
                    <a:cubicBezTo>
                      <a:pt x="2156" y="868"/>
                      <a:pt x="2092" y="868"/>
                      <a:pt x="2026" y="868"/>
                    </a:cubicBezTo>
                    <a:cubicBezTo>
                      <a:pt x="2026" y="837"/>
                      <a:pt x="2026" y="805"/>
                      <a:pt x="2026" y="772"/>
                    </a:cubicBezTo>
                    <a:cubicBezTo>
                      <a:pt x="1994" y="772"/>
                      <a:pt x="1963" y="772"/>
                      <a:pt x="1930" y="772"/>
                    </a:cubicBezTo>
                    <a:cubicBezTo>
                      <a:pt x="1930" y="740"/>
                      <a:pt x="1930" y="708"/>
                      <a:pt x="1930" y="675"/>
                    </a:cubicBezTo>
                    <a:cubicBezTo>
                      <a:pt x="1898" y="675"/>
                      <a:pt x="1866" y="675"/>
                      <a:pt x="1833" y="675"/>
                    </a:cubicBezTo>
                    <a:cubicBezTo>
                      <a:pt x="1833" y="644"/>
                      <a:pt x="1833" y="612"/>
                      <a:pt x="1833" y="579"/>
                    </a:cubicBezTo>
                    <a:cubicBezTo>
                      <a:pt x="1674" y="579"/>
                      <a:pt x="1515" y="579"/>
                      <a:pt x="1351" y="579"/>
                    </a:cubicBezTo>
                    <a:cubicBezTo>
                      <a:pt x="1351" y="547"/>
                      <a:pt x="1351" y="515"/>
                      <a:pt x="1351" y="482"/>
                    </a:cubicBezTo>
                    <a:cubicBezTo>
                      <a:pt x="1001" y="482"/>
                      <a:pt x="650" y="482"/>
                      <a:pt x="289" y="482"/>
                    </a:cubicBezTo>
                    <a:cubicBezTo>
                      <a:pt x="289" y="514"/>
                      <a:pt x="289" y="546"/>
                      <a:pt x="289" y="579"/>
                    </a:cubicBezTo>
                    <a:cubicBezTo>
                      <a:pt x="194" y="579"/>
                      <a:pt x="98" y="579"/>
                      <a:pt x="0" y="579"/>
                    </a:cubicBezTo>
                    <a:cubicBezTo>
                      <a:pt x="0" y="483"/>
                      <a:pt x="0" y="388"/>
                      <a:pt x="0" y="289"/>
                    </a:cubicBezTo>
                    <a:cubicBezTo>
                      <a:pt x="32" y="289"/>
                      <a:pt x="64" y="289"/>
                      <a:pt x="96" y="289"/>
                    </a:cubicBezTo>
                    <a:cubicBezTo>
                      <a:pt x="96" y="194"/>
                      <a:pt x="96" y="98"/>
                      <a:pt x="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41" name="ICON_SKILL_COMPARE_path_026"/>
              <p:cNvSpPr/>
              <p:nvPr/>
            </p:nvSpPr>
            <p:spPr>
              <a:xfrm>
                <a:off x="6690672" y="1492918"/>
                <a:ext cx="6127" cy="34312"/>
              </a:xfrm>
              <a:custGeom>
                <a:avLst/>
                <a:gdLst/>
                <a:ahLst/>
                <a:cxnLst/>
                <a:rect l="0" t="0" r="r" b="b"/>
                <a:pathLst>
                  <a:path w="482" h="2702" fill="norm" stroke="0">
                    <a:moveTo>
                      <a:pt x="0" y="0"/>
                    </a:moveTo>
                    <a:cubicBezTo>
                      <a:pt x="32" y="0"/>
                      <a:pt x="64" y="0"/>
                      <a:pt x="96" y="0"/>
                    </a:cubicBezTo>
                    <a:cubicBezTo>
                      <a:pt x="96" y="159"/>
                      <a:pt x="96" y="318"/>
                      <a:pt x="96" y="482"/>
                    </a:cubicBezTo>
                    <a:cubicBezTo>
                      <a:pt x="128" y="482"/>
                      <a:pt x="160" y="482"/>
                      <a:pt x="193" y="482"/>
                    </a:cubicBezTo>
                    <a:cubicBezTo>
                      <a:pt x="193" y="514"/>
                      <a:pt x="193" y="546"/>
                      <a:pt x="193" y="579"/>
                    </a:cubicBezTo>
                    <a:cubicBezTo>
                      <a:pt x="225" y="579"/>
                      <a:pt x="257" y="579"/>
                      <a:pt x="289" y="579"/>
                    </a:cubicBezTo>
                    <a:cubicBezTo>
                      <a:pt x="289" y="706"/>
                      <a:pt x="289" y="834"/>
                      <a:pt x="289" y="965"/>
                    </a:cubicBezTo>
                    <a:cubicBezTo>
                      <a:pt x="258" y="965"/>
                      <a:pt x="226" y="965"/>
                      <a:pt x="193" y="965"/>
                    </a:cubicBezTo>
                    <a:cubicBezTo>
                      <a:pt x="193" y="1060"/>
                      <a:pt x="193" y="1156"/>
                      <a:pt x="193" y="1254"/>
                    </a:cubicBezTo>
                    <a:cubicBezTo>
                      <a:pt x="289" y="1254"/>
                      <a:pt x="384" y="1254"/>
                      <a:pt x="482" y="1254"/>
                    </a:cubicBezTo>
                    <a:cubicBezTo>
                      <a:pt x="482" y="1414"/>
                      <a:pt x="482" y="1573"/>
                      <a:pt x="482" y="1737"/>
                    </a:cubicBezTo>
                    <a:cubicBezTo>
                      <a:pt x="451" y="1737"/>
                      <a:pt x="419" y="1737"/>
                      <a:pt x="386" y="1737"/>
                    </a:cubicBezTo>
                    <a:cubicBezTo>
                      <a:pt x="386" y="1801"/>
                      <a:pt x="386" y="1864"/>
                      <a:pt x="386" y="1930"/>
                    </a:cubicBezTo>
                    <a:cubicBezTo>
                      <a:pt x="418" y="1930"/>
                      <a:pt x="450" y="1930"/>
                      <a:pt x="482" y="1930"/>
                    </a:cubicBezTo>
                    <a:cubicBezTo>
                      <a:pt x="482" y="2025"/>
                      <a:pt x="482" y="2121"/>
                      <a:pt x="482" y="2219"/>
                    </a:cubicBezTo>
                    <a:cubicBezTo>
                      <a:pt x="419" y="2219"/>
                      <a:pt x="355" y="2219"/>
                      <a:pt x="289" y="2219"/>
                    </a:cubicBezTo>
                    <a:cubicBezTo>
                      <a:pt x="289" y="2283"/>
                      <a:pt x="289" y="2347"/>
                      <a:pt x="289" y="2412"/>
                    </a:cubicBezTo>
                    <a:cubicBezTo>
                      <a:pt x="353" y="2412"/>
                      <a:pt x="417" y="2412"/>
                      <a:pt x="482" y="2412"/>
                    </a:cubicBezTo>
                    <a:cubicBezTo>
                      <a:pt x="482" y="2508"/>
                      <a:pt x="482" y="2603"/>
                      <a:pt x="482" y="2702"/>
                    </a:cubicBezTo>
                    <a:cubicBezTo>
                      <a:pt x="419" y="2702"/>
                      <a:pt x="355" y="2702"/>
                      <a:pt x="289" y="2702"/>
                    </a:cubicBezTo>
                    <a:cubicBezTo>
                      <a:pt x="289" y="2670"/>
                      <a:pt x="289" y="2638"/>
                      <a:pt x="289" y="2605"/>
                    </a:cubicBezTo>
                    <a:cubicBezTo>
                      <a:pt x="258" y="2605"/>
                      <a:pt x="226" y="2605"/>
                      <a:pt x="193" y="2605"/>
                    </a:cubicBezTo>
                    <a:cubicBezTo>
                      <a:pt x="193" y="2573"/>
                      <a:pt x="193" y="2542"/>
                      <a:pt x="193" y="2509"/>
                    </a:cubicBezTo>
                    <a:cubicBezTo>
                      <a:pt x="161" y="2509"/>
                      <a:pt x="129" y="2509"/>
                      <a:pt x="96" y="2509"/>
                    </a:cubicBezTo>
                    <a:cubicBezTo>
                      <a:pt x="96" y="2541"/>
                      <a:pt x="96" y="2572"/>
                      <a:pt x="96" y="2605"/>
                    </a:cubicBezTo>
                    <a:cubicBezTo>
                      <a:pt x="65" y="2605"/>
                      <a:pt x="33" y="2605"/>
                      <a:pt x="0" y="2605"/>
                    </a:cubicBezTo>
                    <a:cubicBezTo>
                      <a:pt x="0" y="1746"/>
                      <a:pt x="0" y="88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42" name="ICON_SKILL_COMPARE_path_027"/>
              <p:cNvSpPr/>
              <p:nvPr/>
            </p:nvSpPr>
            <p:spPr>
              <a:xfrm>
                <a:off x="6520336" y="1468410"/>
                <a:ext cx="6127" cy="22058"/>
              </a:xfrm>
              <a:custGeom>
                <a:avLst/>
                <a:gdLst/>
                <a:ahLst/>
                <a:cxnLst/>
                <a:rect l="0" t="0" r="r" b="b"/>
                <a:pathLst>
                  <a:path w="482" h="1737" fill="norm" stroke="0">
                    <a:moveTo>
                      <a:pt x="0" y="0"/>
                    </a:moveTo>
                    <a:cubicBezTo>
                      <a:pt x="159" y="0"/>
                      <a:pt x="318" y="0"/>
                      <a:pt x="482" y="0"/>
                    </a:cubicBezTo>
                    <a:cubicBezTo>
                      <a:pt x="482" y="541"/>
                      <a:pt x="482" y="1083"/>
                      <a:pt x="482" y="1640"/>
                    </a:cubicBezTo>
                    <a:cubicBezTo>
                      <a:pt x="451" y="1640"/>
                      <a:pt x="419" y="1640"/>
                      <a:pt x="386" y="1640"/>
                    </a:cubicBezTo>
                    <a:cubicBezTo>
                      <a:pt x="386" y="1672"/>
                      <a:pt x="386" y="1704"/>
                      <a:pt x="386" y="1737"/>
                    </a:cubicBezTo>
                    <a:cubicBezTo>
                      <a:pt x="290" y="1737"/>
                      <a:pt x="195" y="1737"/>
                      <a:pt x="96" y="1737"/>
                    </a:cubicBezTo>
                    <a:cubicBezTo>
                      <a:pt x="96" y="1705"/>
                      <a:pt x="96" y="1673"/>
                      <a:pt x="96" y="1640"/>
                    </a:cubicBezTo>
                    <a:cubicBezTo>
                      <a:pt x="65" y="1640"/>
                      <a:pt x="33" y="1640"/>
                      <a:pt x="0" y="1640"/>
                    </a:cubicBezTo>
                    <a:cubicBezTo>
                      <a:pt x="0" y="1099"/>
                      <a:pt x="0" y="558"/>
                      <a:pt x="0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43" name="ICON_SKILL_COMPARE_path_028"/>
              <p:cNvSpPr/>
              <p:nvPr/>
            </p:nvSpPr>
            <p:spPr>
              <a:xfrm>
                <a:off x="6520336" y="1435323"/>
                <a:ext cx="6127" cy="22058"/>
              </a:xfrm>
              <a:custGeom>
                <a:avLst/>
                <a:gdLst/>
                <a:ahLst/>
                <a:cxnLst/>
                <a:rect l="0" t="0" r="r" b="b"/>
                <a:pathLst>
                  <a:path w="482" h="1737" fill="norm" stroke="0">
                    <a:moveTo>
                      <a:pt x="96" y="0"/>
                    </a:moveTo>
                    <a:cubicBezTo>
                      <a:pt x="192" y="0"/>
                      <a:pt x="288" y="0"/>
                      <a:pt x="386" y="0"/>
                    </a:cubicBezTo>
                    <a:cubicBezTo>
                      <a:pt x="386" y="32"/>
                      <a:pt x="386" y="64"/>
                      <a:pt x="386" y="96"/>
                    </a:cubicBezTo>
                    <a:cubicBezTo>
                      <a:pt x="418" y="96"/>
                      <a:pt x="450" y="96"/>
                      <a:pt x="482" y="96"/>
                    </a:cubicBezTo>
                    <a:cubicBezTo>
                      <a:pt x="482" y="606"/>
                      <a:pt x="482" y="1115"/>
                      <a:pt x="482" y="1640"/>
                    </a:cubicBezTo>
                    <a:cubicBezTo>
                      <a:pt x="451" y="1640"/>
                      <a:pt x="419" y="1640"/>
                      <a:pt x="386" y="1640"/>
                    </a:cubicBezTo>
                    <a:cubicBezTo>
                      <a:pt x="386" y="1672"/>
                      <a:pt x="386" y="1704"/>
                      <a:pt x="386" y="1737"/>
                    </a:cubicBezTo>
                    <a:cubicBezTo>
                      <a:pt x="259" y="1737"/>
                      <a:pt x="131" y="1737"/>
                      <a:pt x="0" y="1737"/>
                    </a:cubicBezTo>
                    <a:cubicBezTo>
                      <a:pt x="0" y="1196"/>
                      <a:pt x="0" y="654"/>
                      <a:pt x="0" y="96"/>
                    </a:cubicBezTo>
                    <a:cubicBezTo>
                      <a:pt x="32" y="96"/>
                      <a:pt x="64" y="96"/>
                      <a:pt x="96" y="96"/>
                    </a:cubicBezTo>
                    <a:cubicBezTo>
                      <a:pt x="96" y="65"/>
                      <a:pt x="96" y="33"/>
                      <a:pt x="96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44" name="ICON_SKILL_COMPARE_path_029"/>
              <p:cNvSpPr/>
              <p:nvPr/>
            </p:nvSpPr>
            <p:spPr>
              <a:xfrm>
                <a:off x="6520057" y="1500066"/>
                <a:ext cx="6405" cy="22263"/>
              </a:xfrm>
              <a:custGeom>
                <a:avLst/>
                <a:gdLst/>
                <a:ahLst/>
                <a:cxnLst/>
                <a:rect l="0" t="0" r="r" b="b"/>
                <a:pathLst>
                  <a:path w="504" h="1753" fill="norm" stroke="0">
                    <a:moveTo>
                      <a:pt x="296" y="7"/>
                    </a:moveTo>
                    <a:cubicBezTo>
                      <a:pt x="307" y="8"/>
                      <a:pt x="307" y="8"/>
                      <a:pt x="360" y="11"/>
                    </a:cubicBezTo>
                    <a:cubicBezTo>
                      <a:pt x="368" y="12"/>
                      <a:pt x="368" y="12"/>
                      <a:pt x="408" y="16"/>
                    </a:cubicBezTo>
                    <a:cubicBezTo>
                      <a:pt x="408" y="48"/>
                      <a:pt x="408" y="80"/>
                      <a:pt x="408" y="113"/>
                    </a:cubicBezTo>
                    <a:cubicBezTo>
                      <a:pt x="440" y="113"/>
                      <a:pt x="472" y="113"/>
                      <a:pt x="504" y="113"/>
                    </a:cubicBezTo>
                    <a:cubicBezTo>
                      <a:pt x="504" y="622"/>
                      <a:pt x="504" y="1132"/>
                      <a:pt x="504" y="1657"/>
                    </a:cubicBezTo>
                    <a:cubicBezTo>
                      <a:pt x="473" y="1657"/>
                      <a:pt x="441" y="1657"/>
                      <a:pt x="408" y="1657"/>
                    </a:cubicBezTo>
                    <a:cubicBezTo>
                      <a:pt x="408" y="1688"/>
                      <a:pt x="408" y="1720"/>
                      <a:pt x="408" y="1753"/>
                    </a:cubicBezTo>
                    <a:cubicBezTo>
                      <a:pt x="312" y="1753"/>
                      <a:pt x="217" y="1753"/>
                      <a:pt x="118" y="1753"/>
                    </a:cubicBezTo>
                    <a:cubicBezTo>
                      <a:pt x="118" y="1721"/>
                      <a:pt x="118" y="1689"/>
                      <a:pt x="118" y="1657"/>
                    </a:cubicBezTo>
                    <a:cubicBezTo>
                      <a:pt x="87" y="1657"/>
                      <a:pt x="55" y="1657"/>
                      <a:pt x="22" y="1657"/>
                    </a:cubicBezTo>
                    <a:cubicBezTo>
                      <a:pt x="19" y="1464"/>
                      <a:pt x="16" y="1272"/>
                      <a:pt x="14" y="1079"/>
                    </a:cubicBezTo>
                    <a:cubicBezTo>
                      <a:pt x="14" y="990"/>
                      <a:pt x="13" y="900"/>
                      <a:pt x="11" y="811"/>
                    </a:cubicBezTo>
                    <a:cubicBezTo>
                      <a:pt x="9" y="724"/>
                      <a:pt x="9" y="638"/>
                      <a:pt x="8" y="552"/>
                    </a:cubicBezTo>
                    <a:cubicBezTo>
                      <a:pt x="8" y="519"/>
                      <a:pt x="7" y="486"/>
                      <a:pt x="7" y="453"/>
                    </a:cubicBezTo>
                    <a:cubicBezTo>
                      <a:pt x="0" y="163"/>
                      <a:pt x="0" y="163"/>
                      <a:pt x="91" y="68"/>
                    </a:cubicBezTo>
                    <a:cubicBezTo>
                      <a:pt x="158" y="14"/>
                      <a:pt x="209" y="0"/>
                      <a:pt x="296" y="7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45" name="ICON_SKILL_COMPARE_path_030"/>
              <p:cNvSpPr/>
              <p:nvPr/>
            </p:nvSpPr>
            <p:spPr>
              <a:xfrm>
                <a:off x="6520146" y="1403240"/>
                <a:ext cx="6601" cy="22542"/>
              </a:xfrm>
              <a:custGeom>
                <a:avLst/>
                <a:gdLst/>
                <a:ahLst/>
                <a:cxnLst/>
                <a:rect l="0" t="0" r="r" b="b"/>
                <a:pathLst>
                  <a:path w="520" h="1775" fill="norm" stroke="0">
                    <a:moveTo>
                      <a:pt x="229" y="2"/>
                    </a:moveTo>
                    <a:cubicBezTo>
                      <a:pt x="249" y="3"/>
                      <a:pt x="269" y="3"/>
                      <a:pt x="289" y="3"/>
                    </a:cubicBezTo>
                    <a:cubicBezTo>
                      <a:pt x="378" y="23"/>
                      <a:pt x="441" y="39"/>
                      <a:pt x="497" y="114"/>
                    </a:cubicBezTo>
                    <a:cubicBezTo>
                      <a:pt x="520" y="224"/>
                      <a:pt x="517" y="333"/>
                      <a:pt x="515" y="445"/>
                    </a:cubicBezTo>
                    <a:cubicBezTo>
                      <a:pt x="515" y="478"/>
                      <a:pt x="515" y="512"/>
                      <a:pt x="515" y="545"/>
                    </a:cubicBezTo>
                    <a:cubicBezTo>
                      <a:pt x="515" y="614"/>
                      <a:pt x="514" y="683"/>
                      <a:pt x="514" y="752"/>
                    </a:cubicBezTo>
                    <a:cubicBezTo>
                      <a:pt x="513" y="841"/>
                      <a:pt x="512" y="929"/>
                      <a:pt x="513" y="1018"/>
                    </a:cubicBezTo>
                    <a:cubicBezTo>
                      <a:pt x="513" y="1086"/>
                      <a:pt x="513" y="1154"/>
                      <a:pt x="512" y="1222"/>
                    </a:cubicBezTo>
                    <a:cubicBezTo>
                      <a:pt x="512" y="1255"/>
                      <a:pt x="512" y="1288"/>
                      <a:pt x="512" y="1320"/>
                    </a:cubicBezTo>
                    <a:cubicBezTo>
                      <a:pt x="512" y="1626"/>
                      <a:pt x="512" y="1626"/>
                      <a:pt x="429" y="1733"/>
                    </a:cubicBezTo>
                    <a:cubicBezTo>
                      <a:pt x="374" y="1775"/>
                      <a:pt x="316" y="1769"/>
                      <a:pt x="250" y="1763"/>
                    </a:cubicBezTo>
                    <a:cubicBezTo>
                      <a:pt x="237" y="1763"/>
                      <a:pt x="223" y="1762"/>
                      <a:pt x="210" y="1761"/>
                    </a:cubicBezTo>
                    <a:cubicBezTo>
                      <a:pt x="177" y="1760"/>
                      <a:pt x="144" y="1757"/>
                      <a:pt x="111" y="1754"/>
                    </a:cubicBezTo>
                    <a:cubicBezTo>
                      <a:pt x="111" y="1722"/>
                      <a:pt x="111" y="1691"/>
                      <a:pt x="111" y="1658"/>
                    </a:cubicBezTo>
                    <a:cubicBezTo>
                      <a:pt x="80" y="1658"/>
                      <a:pt x="48" y="1658"/>
                      <a:pt x="15" y="1658"/>
                    </a:cubicBezTo>
                    <a:cubicBezTo>
                      <a:pt x="13" y="1465"/>
                      <a:pt x="11" y="1273"/>
                      <a:pt x="10" y="1080"/>
                    </a:cubicBezTo>
                    <a:cubicBezTo>
                      <a:pt x="9" y="991"/>
                      <a:pt x="9" y="901"/>
                      <a:pt x="8" y="812"/>
                    </a:cubicBezTo>
                    <a:cubicBezTo>
                      <a:pt x="7" y="726"/>
                      <a:pt x="6" y="639"/>
                      <a:pt x="6" y="553"/>
                    </a:cubicBezTo>
                    <a:cubicBezTo>
                      <a:pt x="6" y="520"/>
                      <a:pt x="5" y="487"/>
                      <a:pt x="5" y="454"/>
                    </a:cubicBezTo>
                    <a:cubicBezTo>
                      <a:pt x="0" y="144"/>
                      <a:pt x="0" y="144"/>
                      <a:pt x="85" y="39"/>
                    </a:cubicBezTo>
                    <a:cubicBezTo>
                      <a:pt x="132" y="1"/>
                      <a:pt x="170" y="0"/>
                      <a:pt x="229" y="2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46" name="ICON_SKILL_COMPARE_path_031"/>
              <p:cNvSpPr/>
              <p:nvPr/>
            </p:nvSpPr>
            <p:spPr>
              <a:xfrm>
                <a:off x="6519929" y="1370169"/>
                <a:ext cx="6534" cy="22450"/>
              </a:xfrm>
              <a:custGeom>
                <a:avLst/>
                <a:gdLst/>
                <a:ahLst/>
                <a:cxnLst/>
                <a:rect l="0" t="0" r="r" b="b"/>
                <a:pathLst>
                  <a:path w="514" h="1768" fill="norm" stroke="0">
                    <a:moveTo>
                      <a:pt x="306" y="7"/>
                    </a:moveTo>
                    <a:cubicBezTo>
                      <a:pt x="317" y="8"/>
                      <a:pt x="317" y="8"/>
                      <a:pt x="370" y="11"/>
                    </a:cubicBezTo>
                    <a:cubicBezTo>
                      <a:pt x="378" y="12"/>
                      <a:pt x="378" y="12"/>
                      <a:pt x="418" y="16"/>
                    </a:cubicBezTo>
                    <a:cubicBezTo>
                      <a:pt x="418" y="48"/>
                      <a:pt x="418" y="80"/>
                      <a:pt x="418" y="113"/>
                    </a:cubicBezTo>
                    <a:cubicBezTo>
                      <a:pt x="450" y="113"/>
                      <a:pt x="482" y="113"/>
                      <a:pt x="514" y="113"/>
                    </a:cubicBezTo>
                    <a:cubicBezTo>
                      <a:pt x="514" y="622"/>
                      <a:pt x="514" y="1132"/>
                      <a:pt x="514" y="1657"/>
                    </a:cubicBezTo>
                    <a:cubicBezTo>
                      <a:pt x="483" y="1657"/>
                      <a:pt x="451" y="1657"/>
                      <a:pt x="418" y="1657"/>
                    </a:cubicBezTo>
                    <a:cubicBezTo>
                      <a:pt x="418" y="1688"/>
                      <a:pt x="418" y="1720"/>
                      <a:pt x="418" y="1753"/>
                    </a:cubicBezTo>
                    <a:cubicBezTo>
                      <a:pt x="372" y="1757"/>
                      <a:pt x="326" y="1760"/>
                      <a:pt x="279" y="1762"/>
                    </a:cubicBezTo>
                    <a:cubicBezTo>
                      <a:pt x="266" y="1763"/>
                      <a:pt x="253" y="1764"/>
                      <a:pt x="240" y="1766"/>
                    </a:cubicBezTo>
                    <a:cubicBezTo>
                      <a:pt x="186" y="1768"/>
                      <a:pt x="145" y="1766"/>
                      <a:pt x="101" y="1731"/>
                    </a:cubicBezTo>
                    <a:cubicBezTo>
                      <a:pt x="0" y="1601"/>
                      <a:pt x="17" y="1439"/>
                      <a:pt x="18" y="1283"/>
                    </a:cubicBezTo>
                    <a:cubicBezTo>
                      <a:pt x="17" y="1251"/>
                      <a:pt x="17" y="1219"/>
                      <a:pt x="17" y="1187"/>
                    </a:cubicBezTo>
                    <a:cubicBezTo>
                      <a:pt x="17" y="1120"/>
                      <a:pt x="17" y="1054"/>
                      <a:pt x="17" y="987"/>
                    </a:cubicBezTo>
                    <a:cubicBezTo>
                      <a:pt x="17" y="902"/>
                      <a:pt x="16" y="817"/>
                      <a:pt x="15" y="731"/>
                    </a:cubicBezTo>
                    <a:cubicBezTo>
                      <a:pt x="14" y="666"/>
                      <a:pt x="14" y="600"/>
                      <a:pt x="15" y="534"/>
                    </a:cubicBezTo>
                    <a:cubicBezTo>
                      <a:pt x="15" y="503"/>
                      <a:pt x="14" y="471"/>
                      <a:pt x="14" y="440"/>
                    </a:cubicBezTo>
                    <a:cubicBezTo>
                      <a:pt x="10" y="165"/>
                      <a:pt x="10" y="165"/>
                      <a:pt x="101" y="69"/>
                    </a:cubicBezTo>
                    <a:cubicBezTo>
                      <a:pt x="168" y="14"/>
                      <a:pt x="219" y="0"/>
                      <a:pt x="306" y="7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47" name="ICON_SKILL_COMPARE_path_032"/>
              <p:cNvSpPr/>
              <p:nvPr/>
            </p:nvSpPr>
            <p:spPr>
              <a:xfrm>
                <a:off x="6357353" y="1534583"/>
                <a:ext cx="8634" cy="28303"/>
              </a:xfrm>
              <a:custGeom>
                <a:avLst/>
                <a:gdLst/>
                <a:ahLst/>
                <a:cxnLst/>
                <a:rect l="0" t="0" r="r" b="b"/>
                <a:pathLst>
                  <a:path w="680" h="2229" fill="norm" stroke="0">
                    <a:moveTo>
                      <a:pt x="193" y="0"/>
                    </a:moveTo>
                    <a:cubicBezTo>
                      <a:pt x="257" y="0"/>
                      <a:pt x="320" y="0"/>
                      <a:pt x="386" y="0"/>
                    </a:cubicBezTo>
                    <a:cubicBezTo>
                      <a:pt x="386" y="64"/>
                      <a:pt x="386" y="127"/>
                      <a:pt x="386" y="193"/>
                    </a:cubicBezTo>
                    <a:cubicBezTo>
                      <a:pt x="418" y="193"/>
                      <a:pt x="450" y="193"/>
                      <a:pt x="482" y="193"/>
                    </a:cubicBezTo>
                    <a:cubicBezTo>
                      <a:pt x="483" y="215"/>
                      <a:pt x="483" y="237"/>
                      <a:pt x="483" y="260"/>
                    </a:cubicBezTo>
                    <a:cubicBezTo>
                      <a:pt x="486" y="468"/>
                      <a:pt x="490" y="676"/>
                      <a:pt x="494" y="884"/>
                    </a:cubicBezTo>
                    <a:cubicBezTo>
                      <a:pt x="496" y="991"/>
                      <a:pt x="498" y="1098"/>
                      <a:pt x="499" y="1204"/>
                    </a:cubicBezTo>
                    <a:cubicBezTo>
                      <a:pt x="500" y="1308"/>
                      <a:pt x="502" y="1411"/>
                      <a:pt x="505" y="1514"/>
                    </a:cubicBezTo>
                    <a:cubicBezTo>
                      <a:pt x="506" y="1554"/>
                      <a:pt x="506" y="1593"/>
                      <a:pt x="506" y="1632"/>
                    </a:cubicBezTo>
                    <a:cubicBezTo>
                      <a:pt x="509" y="1944"/>
                      <a:pt x="509" y="1944"/>
                      <a:pt x="565" y="2032"/>
                    </a:cubicBezTo>
                    <a:cubicBezTo>
                      <a:pt x="605" y="2070"/>
                      <a:pt x="605" y="2070"/>
                      <a:pt x="645" y="2096"/>
                    </a:cubicBezTo>
                    <a:cubicBezTo>
                      <a:pt x="675" y="2123"/>
                      <a:pt x="675" y="2123"/>
                      <a:pt x="680" y="2174"/>
                    </a:cubicBezTo>
                    <a:cubicBezTo>
                      <a:pt x="678" y="2189"/>
                      <a:pt x="677" y="2204"/>
                      <a:pt x="675" y="2219"/>
                    </a:cubicBezTo>
                    <a:cubicBezTo>
                      <a:pt x="607" y="2229"/>
                      <a:pt x="584" y="2223"/>
                      <a:pt x="527" y="2180"/>
                    </a:cubicBezTo>
                    <a:cubicBezTo>
                      <a:pt x="510" y="2164"/>
                      <a:pt x="493" y="2146"/>
                      <a:pt x="476" y="2129"/>
                    </a:cubicBezTo>
                    <a:cubicBezTo>
                      <a:pt x="468" y="2120"/>
                      <a:pt x="459" y="2112"/>
                      <a:pt x="450" y="2103"/>
                    </a:cubicBezTo>
                    <a:cubicBezTo>
                      <a:pt x="386" y="2039"/>
                      <a:pt x="386" y="2027"/>
                      <a:pt x="386" y="1930"/>
                    </a:cubicBezTo>
                    <a:cubicBezTo>
                      <a:pt x="322" y="1930"/>
                      <a:pt x="259" y="1930"/>
                      <a:pt x="193" y="1930"/>
                    </a:cubicBezTo>
                    <a:cubicBezTo>
                      <a:pt x="193" y="1898"/>
                      <a:pt x="193" y="1866"/>
                      <a:pt x="193" y="1833"/>
                    </a:cubicBezTo>
                    <a:cubicBezTo>
                      <a:pt x="161" y="1833"/>
                      <a:pt x="129" y="1833"/>
                      <a:pt x="96" y="1833"/>
                    </a:cubicBezTo>
                    <a:cubicBezTo>
                      <a:pt x="96" y="1770"/>
                      <a:pt x="96" y="1706"/>
                      <a:pt x="96" y="1640"/>
                    </a:cubicBezTo>
                    <a:cubicBezTo>
                      <a:pt x="65" y="1640"/>
                      <a:pt x="33" y="1640"/>
                      <a:pt x="0" y="1640"/>
                    </a:cubicBezTo>
                    <a:cubicBezTo>
                      <a:pt x="0" y="1545"/>
                      <a:pt x="0" y="1449"/>
                      <a:pt x="0" y="1351"/>
                    </a:cubicBezTo>
                    <a:cubicBezTo>
                      <a:pt x="32" y="1351"/>
                      <a:pt x="64" y="1351"/>
                      <a:pt x="96" y="1351"/>
                    </a:cubicBezTo>
                    <a:cubicBezTo>
                      <a:pt x="96" y="1032"/>
                      <a:pt x="96" y="714"/>
                      <a:pt x="96" y="386"/>
                    </a:cubicBezTo>
                    <a:cubicBezTo>
                      <a:pt x="65" y="386"/>
                      <a:pt x="33" y="386"/>
                      <a:pt x="0" y="386"/>
                    </a:cubicBezTo>
                    <a:cubicBezTo>
                      <a:pt x="0" y="354"/>
                      <a:pt x="0" y="322"/>
                      <a:pt x="0" y="289"/>
                    </a:cubicBezTo>
                    <a:cubicBezTo>
                      <a:pt x="32" y="289"/>
                      <a:pt x="64" y="289"/>
                      <a:pt x="96" y="289"/>
                    </a:cubicBezTo>
                    <a:cubicBezTo>
                      <a:pt x="96" y="226"/>
                      <a:pt x="96" y="162"/>
                      <a:pt x="96" y="96"/>
                    </a:cubicBezTo>
                    <a:cubicBezTo>
                      <a:pt x="128" y="96"/>
                      <a:pt x="160" y="96"/>
                      <a:pt x="193" y="96"/>
                    </a:cubicBezTo>
                    <a:cubicBezTo>
                      <a:pt x="193" y="65"/>
                      <a:pt x="193" y="33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48" name="ICON_SKILL_COMPARE_path_033"/>
              <p:cNvSpPr/>
              <p:nvPr/>
            </p:nvSpPr>
            <p:spPr>
              <a:xfrm>
                <a:off x="6519864" y="1531896"/>
                <a:ext cx="7041" cy="21248"/>
              </a:xfrm>
              <a:custGeom>
                <a:avLst/>
                <a:gdLst/>
                <a:ahLst/>
                <a:cxnLst/>
                <a:rect l="0" t="0" r="r" b="b"/>
                <a:pathLst>
                  <a:path w="554" h="1673" fill="norm" stroke="0">
                    <a:moveTo>
                      <a:pt x="37" y="19"/>
                    </a:moveTo>
                    <a:cubicBezTo>
                      <a:pt x="415" y="0"/>
                      <a:pt x="415" y="0"/>
                      <a:pt x="498" y="74"/>
                    </a:cubicBezTo>
                    <a:cubicBezTo>
                      <a:pt x="554" y="183"/>
                      <a:pt x="537" y="321"/>
                      <a:pt x="534" y="441"/>
                    </a:cubicBezTo>
                    <a:cubicBezTo>
                      <a:pt x="533" y="473"/>
                      <a:pt x="533" y="506"/>
                      <a:pt x="533" y="538"/>
                    </a:cubicBezTo>
                    <a:cubicBezTo>
                      <a:pt x="533" y="623"/>
                      <a:pt x="531" y="708"/>
                      <a:pt x="530" y="793"/>
                    </a:cubicBezTo>
                    <a:cubicBezTo>
                      <a:pt x="528" y="879"/>
                      <a:pt x="527" y="966"/>
                      <a:pt x="527" y="1053"/>
                    </a:cubicBezTo>
                    <a:cubicBezTo>
                      <a:pt x="525" y="1223"/>
                      <a:pt x="523" y="1393"/>
                      <a:pt x="520" y="1562"/>
                    </a:cubicBezTo>
                    <a:cubicBezTo>
                      <a:pt x="488" y="1562"/>
                      <a:pt x="456" y="1562"/>
                      <a:pt x="423" y="1562"/>
                    </a:cubicBezTo>
                    <a:cubicBezTo>
                      <a:pt x="423" y="1594"/>
                      <a:pt x="423" y="1626"/>
                      <a:pt x="423" y="1659"/>
                    </a:cubicBezTo>
                    <a:cubicBezTo>
                      <a:pt x="386" y="1663"/>
                      <a:pt x="349" y="1666"/>
                      <a:pt x="312" y="1668"/>
                    </a:cubicBezTo>
                    <a:cubicBezTo>
                      <a:pt x="291" y="1670"/>
                      <a:pt x="270" y="1671"/>
                      <a:pt x="249" y="1673"/>
                    </a:cubicBezTo>
                    <a:cubicBezTo>
                      <a:pt x="165" y="1655"/>
                      <a:pt x="127" y="1628"/>
                      <a:pt x="68" y="1567"/>
                    </a:cubicBezTo>
                    <a:cubicBezTo>
                      <a:pt x="0" y="1451"/>
                      <a:pt x="20" y="1304"/>
                      <a:pt x="23" y="1173"/>
                    </a:cubicBezTo>
                    <a:cubicBezTo>
                      <a:pt x="23" y="1140"/>
                      <a:pt x="23" y="1106"/>
                      <a:pt x="24" y="1073"/>
                    </a:cubicBezTo>
                    <a:cubicBezTo>
                      <a:pt x="24" y="986"/>
                      <a:pt x="26" y="898"/>
                      <a:pt x="27" y="811"/>
                    </a:cubicBezTo>
                    <a:cubicBezTo>
                      <a:pt x="29" y="722"/>
                      <a:pt x="29" y="632"/>
                      <a:pt x="30" y="543"/>
                    </a:cubicBezTo>
                    <a:cubicBezTo>
                      <a:pt x="32" y="368"/>
                      <a:pt x="34" y="193"/>
                      <a:pt x="37" y="19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49" name="ICON_SKILL_COMPARE_path_034"/>
              <p:cNvSpPr/>
              <p:nvPr/>
            </p:nvSpPr>
            <p:spPr>
              <a:xfrm>
                <a:off x="6399018" y="1442675"/>
                <a:ext cx="33087" cy="9804"/>
              </a:xfrm>
              <a:custGeom>
                <a:avLst/>
                <a:gdLst/>
                <a:ahLst/>
                <a:cxnLst/>
                <a:rect l="0" t="0" r="r" b="b"/>
                <a:pathLst>
                  <a:path w="2605" h="772" fill="norm" stroke="0">
                    <a:moveTo>
                      <a:pt x="1158" y="0"/>
                    </a:moveTo>
                    <a:cubicBezTo>
                      <a:pt x="1237" y="15"/>
                      <a:pt x="1317" y="30"/>
                      <a:pt x="1396" y="45"/>
                    </a:cubicBezTo>
                    <a:cubicBezTo>
                      <a:pt x="1419" y="49"/>
                      <a:pt x="1441" y="54"/>
                      <a:pt x="1465" y="58"/>
                    </a:cubicBezTo>
                    <a:cubicBezTo>
                      <a:pt x="1486" y="62"/>
                      <a:pt x="1508" y="66"/>
                      <a:pt x="1530" y="71"/>
                    </a:cubicBezTo>
                    <a:cubicBezTo>
                      <a:pt x="1550" y="74"/>
                      <a:pt x="1570" y="78"/>
                      <a:pt x="1591" y="82"/>
                    </a:cubicBezTo>
                    <a:cubicBezTo>
                      <a:pt x="1640" y="96"/>
                      <a:pt x="1640" y="96"/>
                      <a:pt x="1689" y="145"/>
                    </a:cubicBezTo>
                    <a:cubicBezTo>
                      <a:pt x="1729" y="152"/>
                      <a:pt x="1729" y="152"/>
                      <a:pt x="1778" y="155"/>
                    </a:cubicBezTo>
                    <a:cubicBezTo>
                      <a:pt x="1797" y="156"/>
                      <a:pt x="1815" y="157"/>
                      <a:pt x="1834" y="158"/>
                    </a:cubicBezTo>
                    <a:cubicBezTo>
                      <a:pt x="1854" y="158"/>
                      <a:pt x="1873" y="159"/>
                      <a:pt x="1894" y="160"/>
                    </a:cubicBezTo>
                    <a:cubicBezTo>
                      <a:pt x="1904" y="161"/>
                      <a:pt x="1904" y="161"/>
                      <a:pt x="1955" y="163"/>
                    </a:cubicBezTo>
                    <a:cubicBezTo>
                      <a:pt x="2020" y="166"/>
                      <a:pt x="2085" y="169"/>
                      <a:pt x="2150" y="172"/>
                    </a:cubicBezTo>
                    <a:cubicBezTo>
                      <a:pt x="2194" y="174"/>
                      <a:pt x="2238" y="176"/>
                      <a:pt x="2282" y="178"/>
                    </a:cubicBezTo>
                    <a:cubicBezTo>
                      <a:pt x="2390" y="183"/>
                      <a:pt x="2497" y="188"/>
                      <a:pt x="2605" y="193"/>
                    </a:cubicBezTo>
                    <a:cubicBezTo>
                      <a:pt x="2588" y="241"/>
                      <a:pt x="2588" y="241"/>
                      <a:pt x="2557" y="289"/>
                    </a:cubicBezTo>
                    <a:cubicBezTo>
                      <a:pt x="2505" y="301"/>
                      <a:pt x="2505" y="301"/>
                      <a:pt x="2441" y="300"/>
                    </a:cubicBezTo>
                    <a:cubicBezTo>
                      <a:pt x="2429" y="300"/>
                      <a:pt x="2417" y="300"/>
                      <a:pt x="2405" y="300"/>
                    </a:cubicBezTo>
                    <a:cubicBezTo>
                      <a:pt x="2366" y="300"/>
                      <a:pt x="2327" y="300"/>
                      <a:pt x="2288" y="299"/>
                    </a:cubicBezTo>
                    <a:cubicBezTo>
                      <a:pt x="2262" y="299"/>
                      <a:pt x="2234" y="299"/>
                      <a:pt x="2208" y="298"/>
                    </a:cubicBezTo>
                    <a:cubicBezTo>
                      <a:pt x="2137" y="298"/>
                      <a:pt x="2066" y="297"/>
                      <a:pt x="1995" y="296"/>
                    </a:cubicBezTo>
                    <a:cubicBezTo>
                      <a:pt x="1922" y="295"/>
                      <a:pt x="1850" y="295"/>
                      <a:pt x="1777" y="294"/>
                    </a:cubicBezTo>
                    <a:cubicBezTo>
                      <a:pt x="1635" y="293"/>
                      <a:pt x="1493" y="291"/>
                      <a:pt x="1351" y="289"/>
                    </a:cubicBezTo>
                    <a:cubicBezTo>
                      <a:pt x="1351" y="321"/>
                      <a:pt x="1351" y="353"/>
                      <a:pt x="1351" y="386"/>
                    </a:cubicBezTo>
                    <a:cubicBezTo>
                      <a:pt x="1255" y="386"/>
                      <a:pt x="1160" y="386"/>
                      <a:pt x="1061" y="386"/>
                    </a:cubicBezTo>
                    <a:cubicBezTo>
                      <a:pt x="1061" y="418"/>
                      <a:pt x="1061" y="450"/>
                      <a:pt x="1061" y="482"/>
                    </a:cubicBezTo>
                    <a:cubicBezTo>
                      <a:pt x="998" y="482"/>
                      <a:pt x="934" y="482"/>
                      <a:pt x="868" y="482"/>
                    </a:cubicBezTo>
                    <a:cubicBezTo>
                      <a:pt x="868" y="514"/>
                      <a:pt x="868" y="546"/>
                      <a:pt x="868" y="579"/>
                    </a:cubicBezTo>
                    <a:cubicBezTo>
                      <a:pt x="837" y="579"/>
                      <a:pt x="805" y="579"/>
                      <a:pt x="772" y="579"/>
                    </a:cubicBezTo>
                    <a:cubicBezTo>
                      <a:pt x="772" y="611"/>
                      <a:pt x="772" y="643"/>
                      <a:pt x="772" y="675"/>
                    </a:cubicBezTo>
                    <a:cubicBezTo>
                      <a:pt x="645" y="675"/>
                      <a:pt x="517" y="675"/>
                      <a:pt x="386" y="675"/>
                    </a:cubicBezTo>
                    <a:cubicBezTo>
                      <a:pt x="386" y="707"/>
                      <a:pt x="386" y="739"/>
                      <a:pt x="386" y="772"/>
                    </a:cubicBezTo>
                    <a:cubicBezTo>
                      <a:pt x="290" y="772"/>
                      <a:pt x="195" y="772"/>
                      <a:pt x="96" y="772"/>
                    </a:cubicBezTo>
                    <a:cubicBezTo>
                      <a:pt x="96" y="740"/>
                      <a:pt x="96" y="708"/>
                      <a:pt x="96" y="675"/>
                    </a:cubicBezTo>
                    <a:cubicBezTo>
                      <a:pt x="65" y="675"/>
                      <a:pt x="33" y="675"/>
                      <a:pt x="0" y="675"/>
                    </a:cubicBezTo>
                    <a:cubicBezTo>
                      <a:pt x="0" y="548"/>
                      <a:pt x="0" y="421"/>
                      <a:pt x="0" y="289"/>
                    </a:cubicBezTo>
                    <a:cubicBezTo>
                      <a:pt x="32" y="289"/>
                      <a:pt x="64" y="289"/>
                      <a:pt x="96" y="289"/>
                    </a:cubicBezTo>
                    <a:cubicBezTo>
                      <a:pt x="96" y="258"/>
                      <a:pt x="96" y="226"/>
                      <a:pt x="96" y="193"/>
                    </a:cubicBezTo>
                    <a:cubicBezTo>
                      <a:pt x="128" y="193"/>
                      <a:pt x="160" y="193"/>
                      <a:pt x="193" y="193"/>
                    </a:cubicBezTo>
                    <a:cubicBezTo>
                      <a:pt x="193" y="161"/>
                      <a:pt x="193" y="129"/>
                      <a:pt x="193" y="96"/>
                    </a:cubicBezTo>
                    <a:cubicBezTo>
                      <a:pt x="289" y="96"/>
                      <a:pt x="384" y="96"/>
                      <a:pt x="482" y="96"/>
                    </a:cubicBezTo>
                    <a:cubicBezTo>
                      <a:pt x="482" y="128"/>
                      <a:pt x="482" y="160"/>
                      <a:pt x="482" y="193"/>
                    </a:cubicBezTo>
                    <a:cubicBezTo>
                      <a:pt x="546" y="193"/>
                      <a:pt x="610" y="193"/>
                      <a:pt x="675" y="193"/>
                    </a:cubicBezTo>
                    <a:cubicBezTo>
                      <a:pt x="675" y="225"/>
                      <a:pt x="675" y="257"/>
                      <a:pt x="675" y="289"/>
                    </a:cubicBezTo>
                    <a:cubicBezTo>
                      <a:pt x="739" y="289"/>
                      <a:pt x="803" y="289"/>
                      <a:pt x="868" y="289"/>
                    </a:cubicBezTo>
                    <a:cubicBezTo>
                      <a:pt x="868" y="258"/>
                      <a:pt x="868" y="226"/>
                      <a:pt x="868" y="193"/>
                    </a:cubicBezTo>
                    <a:cubicBezTo>
                      <a:pt x="900" y="193"/>
                      <a:pt x="932" y="193"/>
                      <a:pt x="965" y="193"/>
                    </a:cubicBezTo>
                    <a:cubicBezTo>
                      <a:pt x="965" y="161"/>
                      <a:pt x="965" y="129"/>
                      <a:pt x="965" y="96"/>
                    </a:cubicBezTo>
                    <a:cubicBezTo>
                      <a:pt x="1029" y="96"/>
                      <a:pt x="1092" y="96"/>
                      <a:pt x="1158" y="96"/>
                    </a:cubicBezTo>
                    <a:cubicBezTo>
                      <a:pt x="1158" y="65"/>
                      <a:pt x="1158" y="33"/>
                      <a:pt x="115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50" name="ICON_SKILL_COMPARE_path_035"/>
              <p:cNvSpPr/>
              <p:nvPr/>
            </p:nvSpPr>
            <p:spPr>
              <a:xfrm>
                <a:off x="6520336" y="1562768"/>
                <a:ext cx="6393" cy="20214"/>
              </a:xfrm>
              <a:custGeom>
                <a:avLst/>
                <a:gdLst/>
                <a:ahLst/>
                <a:cxnLst/>
                <a:rect l="0" t="0" r="r" b="b"/>
                <a:pathLst>
                  <a:path w="503" h="1592" fill="norm" stroke="0">
                    <a:moveTo>
                      <a:pt x="0" y="0"/>
                    </a:moveTo>
                    <a:cubicBezTo>
                      <a:pt x="127" y="0"/>
                      <a:pt x="255" y="0"/>
                      <a:pt x="386" y="0"/>
                    </a:cubicBezTo>
                    <a:cubicBezTo>
                      <a:pt x="386" y="32"/>
                      <a:pt x="386" y="64"/>
                      <a:pt x="386" y="96"/>
                    </a:cubicBezTo>
                    <a:cubicBezTo>
                      <a:pt x="418" y="96"/>
                      <a:pt x="450" y="96"/>
                      <a:pt x="482" y="96"/>
                    </a:cubicBezTo>
                    <a:cubicBezTo>
                      <a:pt x="486" y="271"/>
                      <a:pt x="488" y="445"/>
                      <a:pt x="490" y="620"/>
                    </a:cubicBezTo>
                    <a:cubicBezTo>
                      <a:pt x="491" y="701"/>
                      <a:pt x="492" y="782"/>
                      <a:pt x="493" y="863"/>
                    </a:cubicBezTo>
                    <a:cubicBezTo>
                      <a:pt x="495" y="941"/>
                      <a:pt x="496" y="1019"/>
                      <a:pt x="496" y="1098"/>
                    </a:cubicBezTo>
                    <a:cubicBezTo>
                      <a:pt x="496" y="1127"/>
                      <a:pt x="497" y="1157"/>
                      <a:pt x="498" y="1187"/>
                    </a:cubicBezTo>
                    <a:cubicBezTo>
                      <a:pt x="503" y="1408"/>
                      <a:pt x="503" y="1408"/>
                      <a:pt x="461" y="1488"/>
                    </a:cubicBezTo>
                    <a:cubicBezTo>
                      <a:pt x="343" y="1592"/>
                      <a:pt x="127" y="1544"/>
                      <a:pt x="0" y="1544"/>
                    </a:cubicBezTo>
                    <a:cubicBezTo>
                      <a:pt x="0" y="1034"/>
                      <a:pt x="0" y="525"/>
                      <a:pt x="0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613" cap="flat">
                <a:noFill/>
              </a:ln>
            </p:spPr>
          </p:sp>
          <p:sp>
            <p:nvSpPr>
              <p:cNvPr id="651" name="ICON_SKILL_COMPARE_path_036"/>
              <p:cNvSpPr/>
              <p:nvPr/>
            </p:nvSpPr>
            <p:spPr>
              <a:xfrm>
                <a:off x="6520336" y="1560020"/>
                <a:ext cx="12254" cy="23581"/>
              </a:xfrm>
              <a:custGeom>
                <a:avLst/>
                <a:gdLst/>
                <a:ahLst/>
                <a:cxnLst/>
                <a:rect l="0" t="0" r="r" b="b"/>
                <a:pathLst>
                  <a:path w="965" h="1857" fill="norm" stroke="0">
                    <a:moveTo>
                      <a:pt x="350" y="14"/>
                    </a:moveTo>
                    <a:cubicBezTo>
                      <a:pt x="394" y="16"/>
                      <a:pt x="438" y="19"/>
                      <a:pt x="482" y="23"/>
                    </a:cubicBezTo>
                    <a:cubicBezTo>
                      <a:pt x="482" y="55"/>
                      <a:pt x="482" y="87"/>
                      <a:pt x="482" y="120"/>
                    </a:cubicBezTo>
                    <a:cubicBezTo>
                      <a:pt x="546" y="120"/>
                      <a:pt x="610" y="120"/>
                      <a:pt x="675" y="120"/>
                    </a:cubicBezTo>
                    <a:cubicBezTo>
                      <a:pt x="675" y="184"/>
                      <a:pt x="675" y="247"/>
                      <a:pt x="675" y="313"/>
                    </a:cubicBezTo>
                    <a:cubicBezTo>
                      <a:pt x="739" y="313"/>
                      <a:pt x="803" y="313"/>
                      <a:pt x="868" y="313"/>
                    </a:cubicBezTo>
                    <a:cubicBezTo>
                      <a:pt x="868" y="408"/>
                      <a:pt x="868" y="504"/>
                      <a:pt x="868" y="602"/>
                    </a:cubicBezTo>
                    <a:cubicBezTo>
                      <a:pt x="900" y="602"/>
                      <a:pt x="932" y="602"/>
                      <a:pt x="965" y="602"/>
                    </a:cubicBezTo>
                    <a:cubicBezTo>
                      <a:pt x="965" y="666"/>
                      <a:pt x="965" y="730"/>
                      <a:pt x="965" y="795"/>
                    </a:cubicBezTo>
                    <a:cubicBezTo>
                      <a:pt x="933" y="795"/>
                      <a:pt x="901" y="795"/>
                      <a:pt x="868" y="795"/>
                    </a:cubicBezTo>
                    <a:cubicBezTo>
                      <a:pt x="868" y="1082"/>
                      <a:pt x="868" y="1369"/>
                      <a:pt x="868" y="1664"/>
                    </a:cubicBezTo>
                    <a:cubicBezTo>
                      <a:pt x="773" y="1664"/>
                      <a:pt x="677" y="1664"/>
                      <a:pt x="579" y="1664"/>
                    </a:cubicBezTo>
                    <a:cubicBezTo>
                      <a:pt x="579" y="1696"/>
                      <a:pt x="579" y="1727"/>
                      <a:pt x="579" y="1760"/>
                    </a:cubicBezTo>
                    <a:cubicBezTo>
                      <a:pt x="547" y="1760"/>
                      <a:pt x="515" y="1760"/>
                      <a:pt x="482" y="1760"/>
                    </a:cubicBezTo>
                    <a:cubicBezTo>
                      <a:pt x="482" y="1792"/>
                      <a:pt x="482" y="1824"/>
                      <a:pt x="482" y="1857"/>
                    </a:cubicBezTo>
                    <a:cubicBezTo>
                      <a:pt x="355" y="1857"/>
                      <a:pt x="228" y="1857"/>
                      <a:pt x="96" y="1857"/>
                    </a:cubicBezTo>
                    <a:cubicBezTo>
                      <a:pt x="96" y="1825"/>
                      <a:pt x="96" y="1793"/>
                      <a:pt x="96" y="1760"/>
                    </a:cubicBezTo>
                    <a:cubicBezTo>
                      <a:pt x="224" y="1728"/>
                      <a:pt x="351" y="1697"/>
                      <a:pt x="482" y="1664"/>
                    </a:cubicBezTo>
                    <a:cubicBezTo>
                      <a:pt x="482" y="1218"/>
                      <a:pt x="482" y="772"/>
                      <a:pt x="482" y="313"/>
                    </a:cubicBezTo>
                    <a:cubicBezTo>
                      <a:pt x="451" y="313"/>
                      <a:pt x="419" y="313"/>
                      <a:pt x="386" y="313"/>
                    </a:cubicBezTo>
                    <a:cubicBezTo>
                      <a:pt x="386" y="281"/>
                      <a:pt x="386" y="249"/>
                      <a:pt x="386" y="216"/>
                    </a:cubicBezTo>
                    <a:cubicBezTo>
                      <a:pt x="259" y="216"/>
                      <a:pt x="131" y="216"/>
                      <a:pt x="0" y="216"/>
                    </a:cubicBezTo>
                    <a:cubicBezTo>
                      <a:pt x="54" y="0"/>
                      <a:pt x="150" y="5"/>
                      <a:pt x="350" y="14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52" name="ICON_SKILL_COMPARE_path_037"/>
              <p:cNvSpPr/>
              <p:nvPr/>
            </p:nvSpPr>
            <p:spPr>
              <a:xfrm>
                <a:off x="6655134" y="1438999"/>
                <a:ext cx="14705" cy="18382"/>
              </a:xfrm>
              <a:custGeom>
                <a:avLst/>
                <a:gdLst/>
                <a:ahLst/>
                <a:cxnLst/>
                <a:rect l="0" t="0" r="r" b="b"/>
                <a:pathLst>
                  <a:path w="1158" h="1447" fill="norm" stroke="0">
                    <a:moveTo>
                      <a:pt x="386" y="0"/>
                    </a:moveTo>
                    <a:cubicBezTo>
                      <a:pt x="450" y="0"/>
                      <a:pt x="513" y="0"/>
                      <a:pt x="579" y="0"/>
                    </a:cubicBezTo>
                    <a:cubicBezTo>
                      <a:pt x="579" y="32"/>
                      <a:pt x="579" y="64"/>
                      <a:pt x="579" y="96"/>
                    </a:cubicBezTo>
                    <a:cubicBezTo>
                      <a:pt x="611" y="96"/>
                      <a:pt x="643" y="96"/>
                      <a:pt x="675" y="96"/>
                    </a:cubicBezTo>
                    <a:cubicBezTo>
                      <a:pt x="675" y="128"/>
                      <a:pt x="675" y="160"/>
                      <a:pt x="675" y="193"/>
                    </a:cubicBezTo>
                    <a:cubicBezTo>
                      <a:pt x="612" y="193"/>
                      <a:pt x="548" y="193"/>
                      <a:pt x="482" y="193"/>
                    </a:cubicBezTo>
                    <a:cubicBezTo>
                      <a:pt x="482" y="225"/>
                      <a:pt x="482" y="257"/>
                      <a:pt x="482" y="289"/>
                    </a:cubicBezTo>
                    <a:cubicBezTo>
                      <a:pt x="451" y="289"/>
                      <a:pt x="419" y="289"/>
                      <a:pt x="386" y="289"/>
                    </a:cubicBezTo>
                    <a:cubicBezTo>
                      <a:pt x="386" y="353"/>
                      <a:pt x="386" y="417"/>
                      <a:pt x="386" y="482"/>
                    </a:cubicBezTo>
                    <a:cubicBezTo>
                      <a:pt x="450" y="482"/>
                      <a:pt x="513" y="482"/>
                      <a:pt x="579" y="482"/>
                    </a:cubicBezTo>
                    <a:cubicBezTo>
                      <a:pt x="579" y="514"/>
                      <a:pt x="579" y="546"/>
                      <a:pt x="579" y="579"/>
                    </a:cubicBezTo>
                    <a:cubicBezTo>
                      <a:pt x="611" y="579"/>
                      <a:pt x="643" y="579"/>
                      <a:pt x="675" y="579"/>
                    </a:cubicBezTo>
                    <a:cubicBezTo>
                      <a:pt x="675" y="611"/>
                      <a:pt x="675" y="643"/>
                      <a:pt x="675" y="675"/>
                    </a:cubicBezTo>
                    <a:cubicBezTo>
                      <a:pt x="707" y="675"/>
                      <a:pt x="739" y="675"/>
                      <a:pt x="772" y="675"/>
                    </a:cubicBezTo>
                    <a:cubicBezTo>
                      <a:pt x="772" y="707"/>
                      <a:pt x="772" y="739"/>
                      <a:pt x="772" y="772"/>
                    </a:cubicBezTo>
                    <a:cubicBezTo>
                      <a:pt x="836" y="772"/>
                      <a:pt x="899" y="772"/>
                      <a:pt x="965" y="772"/>
                    </a:cubicBezTo>
                    <a:cubicBezTo>
                      <a:pt x="965" y="740"/>
                      <a:pt x="965" y="708"/>
                      <a:pt x="965" y="675"/>
                    </a:cubicBezTo>
                    <a:cubicBezTo>
                      <a:pt x="1029" y="675"/>
                      <a:pt x="1092" y="675"/>
                      <a:pt x="1158" y="675"/>
                    </a:cubicBezTo>
                    <a:cubicBezTo>
                      <a:pt x="1158" y="771"/>
                      <a:pt x="1158" y="866"/>
                      <a:pt x="1158" y="965"/>
                    </a:cubicBezTo>
                    <a:cubicBezTo>
                      <a:pt x="935" y="965"/>
                      <a:pt x="712" y="965"/>
                      <a:pt x="482" y="965"/>
                    </a:cubicBezTo>
                    <a:cubicBezTo>
                      <a:pt x="482" y="997"/>
                      <a:pt x="482" y="1029"/>
                      <a:pt x="482" y="1061"/>
                    </a:cubicBezTo>
                    <a:cubicBezTo>
                      <a:pt x="451" y="1061"/>
                      <a:pt x="419" y="1061"/>
                      <a:pt x="386" y="1061"/>
                    </a:cubicBezTo>
                    <a:cubicBezTo>
                      <a:pt x="386" y="1189"/>
                      <a:pt x="386" y="1316"/>
                      <a:pt x="386" y="1447"/>
                    </a:cubicBezTo>
                    <a:cubicBezTo>
                      <a:pt x="322" y="1447"/>
                      <a:pt x="259" y="1447"/>
                      <a:pt x="193" y="1447"/>
                    </a:cubicBezTo>
                    <a:cubicBezTo>
                      <a:pt x="193" y="1384"/>
                      <a:pt x="193" y="1320"/>
                      <a:pt x="193" y="1254"/>
                    </a:cubicBezTo>
                    <a:cubicBezTo>
                      <a:pt x="161" y="1254"/>
                      <a:pt x="129" y="1254"/>
                      <a:pt x="96" y="1254"/>
                    </a:cubicBezTo>
                    <a:cubicBezTo>
                      <a:pt x="96" y="1191"/>
                      <a:pt x="96" y="1127"/>
                      <a:pt x="96" y="1061"/>
                    </a:cubicBezTo>
                    <a:cubicBezTo>
                      <a:pt x="65" y="1061"/>
                      <a:pt x="33" y="1061"/>
                      <a:pt x="0" y="1061"/>
                    </a:cubicBezTo>
                    <a:cubicBezTo>
                      <a:pt x="0" y="870"/>
                      <a:pt x="0" y="679"/>
                      <a:pt x="0" y="482"/>
                    </a:cubicBezTo>
                    <a:cubicBezTo>
                      <a:pt x="32" y="482"/>
                      <a:pt x="64" y="482"/>
                      <a:pt x="96" y="482"/>
                    </a:cubicBezTo>
                    <a:cubicBezTo>
                      <a:pt x="96" y="419"/>
                      <a:pt x="96" y="355"/>
                      <a:pt x="96" y="289"/>
                    </a:cubicBezTo>
                    <a:cubicBezTo>
                      <a:pt x="128" y="289"/>
                      <a:pt x="160" y="289"/>
                      <a:pt x="193" y="289"/>
                    </a:cubicBezTo>
                    <a:cubicBezTo>
                      <a:pt x="193" y="258"/>
                      <a:pt x="193" y="226"/>
                      <a:pt x="193" y="193"/>
                    </a:cubicBezTo>
                    <a:cubicBezTo>
                      <a:pt x="225" y="193"/>
                      <a:pt x="257" y="193"/>
                      <a:pt x="289" y="193"/>
                    </a:cubicBezTo>
                    <a:cubicBezTo>
                      <a:pt x="289" y="161"/>
                      <a:pt x="289" y="129"/>
                      <a:pt x="289" y="96"/>
                    </a:cubicBezTo>
                    <a:cubicBezTo>
                      <a:pt x="321" y="96"/>
                      <a:pt x="353" y="96"/>
                      <a:pt x="386" y="96"/>
                    </a:cubicBezTo>
                    <a:cubicBezTo>
                      <a:pt x="386" y="65"/>
                      <a:pt x="386" y="33"/>
                      <a:pt x="38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53" name="ICON_SKILL_COMPARE_path_038"/>
              <p:cNvSpPr/>
              <p:nvPr/>
            </p:nvSpPr>
            <p:spPr>
              <a:xfrm>
                <a:off x="6586510" y="1532132"/>
                <a:ext cx="8578" cy="28185"/>
              </a:xfrm>
              <a:custGeom>
                <a:avLst/>
                <a:gdLst/>
                <a:ahLst/>
                <a:cxnLst/>
                <a:rect l="0" t="0" r="r" b="b"/>
                <a:pathLst>
                  <a:path w="675" h="2219" fill="norm" stroke="0">
                    <a:moveTo>
                      <a:pt x="482" y="0"/>
                    </a:moveTo>
                    <a:cubicBezTo>
                      <a:pt x="546" y="0"/>
                      <a:pt x="610" y="0"/>
                      <a:pt x="675" y="0"/>
                    </a:cubicBezTo>
                    <a:cubicBezTo>
                      <a:pt x="675" y="191"/>
                      <a:pt x="675" y="382"/>
                      <a:pt x="675" y="579"/>
                    </a:cubicBezTo>
                    <a:cubicBezTo>
                      <a:pt x="644" y="579"/>
                      <a:pt x="612" y="579"/>
                      <a:pt x="579" y="579"/>
                    </a:cubicBezTo>
                    <a:cubicBezTo>
                      <a:pt x="579" y="738"/>
                      <a:pt x="579" y="897"/>
                      <a:pt x="579" y="1061"/>
                    </a:cubicBezTo>
                    <a:cubicBezTo>
                      <a:pt x="452" y="1061"/>
                      <a:pt x="324" y="1061"/>
                      <a:pt x="193" y="1061"/>
                    </a:cubicBezTo>
                    <a:cubicBezTo>
                      <a:pt x="193" y="1125"/>
                      <a:pt x="193" y="1189"/>
                      <a:pt x="193" y="1254"/>
                    </a:cubicBezTo>
                    <a:cubicBezTo>
                      <a:pt x="225" y="1254"/>
                      <a:pt x="257" y="1254"/>
                      <a:pt x="289" y="1254"/>
                    </a:cubicBezTo>
                    <a:cubicBezTo>
                      <a:pt x="289" y="1318"/>
                      <a:pt x="289" y="1382"/>
                      <a:pt x="289" y="1447"/>
                    </a:cubicBezTo>
                    <a:cubicBezTo>
                      <a:pt x="258" y="1447"/>
                      <a:pt x="226" y="1447"/>
                      <a:pt x="193" y="1447"/>
                    </a:cubicBezTo>
                    <a:cubicBezTo>
                      <a:pt x="193" y="1670"/>
                      <a:pt x="193" y="1893"/>
                      <a:pt x="193" y="2123"/>
                    </a:cubicBezTo>
                    <a:cubicBezTo>
                      <a:pt x="161" y="2123"/>
                      <a:pt x="129" y="2123"/>
                      <a:pt x="96" y="2123"/>
                    </a:cubicBezTo>
                    <a:cubicBezTo>
                      <a:pt x="96" y="2155"/>
                      <a:pt x="96" y="2186"/>
                      <a:pt x="96" y="2219"/>
                    </a:cubicBezTo>
                    <a:cubicBezTo>
                      <a:pt x="65" y="2219"/>
                      <a:pt x="33" y="2219"/>
                      <a:pt x="0" y="2219"/>
                    </a:cubicBezTo>
                    <a:cubicBezTo>
                      <a:pt x="0" y="2092"/>
                      <a:pt x="0" y="1965"/>
                      <a:pt x="0" y="1833"/>
                    </a:cubicBezTo>
                    <a:cubicBezTo>
                      <a:pt x="32" y="1833"/>
                      <a:pt x="64" y="1833"/>
                      <a:pt x="96" y="1833"/>
                    </a:cubicBezTo>
                    <a:cubicBezTo>
                      <a:pt x="96" y="1356"/>
                      <a:pt x="96" y="878"/>
                      <a:pt x="96" y="386"/>
                    </a:cubicBezTo>
                    <a:cubicBezTo>
                      <a:pt x="128" y="386"/>
                      <a:pt x="160" y="386"/>
                      <a:pt x="193" y="386"/>
                    </a:cubicBezTo>
                    <a:cubicBezTo>
                      <a:pt x="193" y="354"/>
                      <a:pt x="193" y="322"/>
                      <a:pt x="193" y="289"/>
                    </a:cubicBezTo>
                    <a:cubicBezTo>
                      <a:pt x="225" y="289"/>
                      <a:pt x="257" y="289"/>
                      <a:pt x="289" y="289"/>
                    </a:cubicBezTo>
                    <a:cubicBezTo>
                      <a:pt x="289" y="258"/>
                      <a:pt x="289" y="226"/>
                      <a:pt x="289" y="193"/>
                    </a:cubicBezTo>
                    <a:cubicBezTo>
                      <a:pt x="321" y="193"/>
                      <a:pt x="353" y="193"/>
                      <a:pt x="386" y="193"/>
                    </a:cubicBezTo>
                    <a:cubicBezTo>
                      <a:pt x="386" y="161"/>
                      <a:pt x="386" y="129"/>
                      <a:pt x="386" y="96"/>
                    </a:cubicBezTo>
                    <a:cubicBezTo>
                      <a:pt x="418" y="96"/>
                      <a:pt x="450" y="96"/>
                      <a:pt x="482" y="96"/>
                    </a:cubicBezTo>
                    <a:cubicBezTo>
                      <a:pt x="482" y="65"/>
                      <a:pt x="482" y="33"/>
                      <a:pt x="48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54" name="ICON_SKILL_COMPARE_path_039"/>
              <p:cNvSpPr/>
              <p:nvPr/>
            </p:nvSpPr>
            <p:spPr>
              <a:xfrm>
                <a:off x="6542394" y="1488017"/>
                <a:ext cx="4902" cy="41665"/>
              </a:xfrm>
              <a:custGeom>
                <a:avLst/>
                <a:gdLst/>
                <a:ahLst/>
                <a:cxnLst/>
                <a:rect l="0" t="0" r="r" b="b"/>
                <a:pathLst>
                  <a:path w="386" h="3281" fill="norm" stroke="0">
                    <a:moveTo>
                      <a:pt x="0" y="0"/>
                    </a:moveTo>
                    <a:cubicBezTo>
                      <a:pt x="96" y="0"/>
                      <a:pt x="191" y="0"/>
                      <a:pt x="289" y="0"/>
                    </a:cubicBezTo>
                    <a:cubicBezTo>
                      <a:pt x="289" y="32"/>
                      <a:pt x="289" y="64"/>
                      <a:pt x="289" y="96"/>
                    </a:cubicBezTo>
                    <a:cubicBezTo>
                      <a:pt x="321" y="96"/>
                      <a:pt x="353" y="96"/>
                      <a:pt x="386" y="96"/>
                    </a:cubicBezTo>
                    <a:cubicBezTo>
                      <a:pt x="386" y="1115"/>
                      <a:pt x="386" y="2134"/>
                      <a:pt x="386" y="3184"/>
                    </a:cubicBezTo>
                    <a:cubicBezTo>
                      <a:pt x="354" y="3184"/>
                      <a:pt x="322" y="3184"/>
                      <a:pt x="289" y="3184"/>
                    </a:cubicBezTo>
                    <a:cubicBezTo>
                      <a:pt x="289" y="3216"/>
                      <a:pt x="289" y="3248"/>
                      <a:pt x="289" y="3281"/>
                    </a:cubicBezTo>
                    <a:cubicBezTo>
                      <a:pt x="194" y="3281"/>
                      <a:pt x="98" y="3281"/>
                      <a:pt x="0" y="3281"/>
                    </a:cubicBezTo>
                    <a:cubicBezTo>
                      <a:pt x="0" y="2994"/>
                      <a:pt x="0" y="2708"/>
                      <a:pt x="0" y="2412"/>
                    </a:cubicBezTo>
                    <a:cubicBezTo>
                      <a:pt x="96" y="2412"/>
                      <a:pt x="191" y="2412"/>
                      <a:pt x="289" y="2412"/>
                    </a:cubicBezTo>
                    <a:cubicBezTo>
                      <a:pt x="289" y="1712"/>
                      <a:pt x="289" y="1011"/>
                      <a:pt x="289" y="289"/>
                    </a:cubicBezTo>
                    <a:cubicBezTo>
                      <a:pt x="194" y="289"/>
                      <a:pt x="98" y="289"/>
                      <a:pt x="0" y="289"/>
                    </a:cubicBezTo>
                    <a:cubicBezTo>
                      <a:pt x="0" y="194"/>
                      <a:pt x="0" y="9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55" name="ICON_SKILL_COMPARE_path_040"/>
              <p:cNvSpPr/>
              <p:nvPr/>
            </p:nvSpPr>
            <p:spPr>
              <a:xfrm>
                <a:off x="6579741" y="1461489"/>
                <a:ext cx="11671" cy="14273"/>
              </a:xfrm>
              <a:custGeom>
                <a:avLst/>
                <a:gdLst/>
                <a:ahLst/>
                <a:cxnLst/>
                <a:rect l="0" t="0" r="r" b="b"/>
                <a:pathLst>
                  <a:path w="919" h="1124" fill="norm" stroke="0">
                    <a:moveTo>
                      <a:pt x="568" y="30"/>
                    </a:moveTo>
                    <a:cubicBezTo>
                      <a:pt x="588" y="41"/>
                      <a:pt x="609" y="52"/>
                      <a:pt x="630" y="62"/>
                    </a:cubicBezTo>
                    <a:cubicBezTo>
                      <a:pt x="630" y="94"/>
                      <a:pt x="630" y="126"/>
                      <a:pt x="630" y="159"/>
                    </a:cubicBezTo>
                    <a:cubicBezTo>
                      <a:pt x="661" y="159"/>
                      <a:pt x="693" y="159"/>
                      <a:pt x="726" y="159"/>
                    </a:cubicBezTo>
                    <a:cubicBezTo>
                      <a:pt x="726" y="191"/>
                      <a:pt x="726" y="223"/>
                      <a:pt x="726" y="255"/>
                    </a:cubicBezTo>
                    <a:cubicBezTo>
                      <a:pt x="758" y="255"/>
                      <a:pt x="790" y="255"/>
                      <a:pt x="822" y="255"/>
                    </a:cubicBezTo>
                    <a:cubicBezTo>
                      <a:pt x="822" y="287"/>
                      <a:pt x="822" y="319"/>
                      <a:pt x="822" y="352"/>
                    </a:cubicBezTo>
                    <a:cubicBezTo>
                      <a:pt x="854" y="352"/>
                      <a:pt x="886" y="352"/>
                      <a:pt x="919" y="352"/>
                    </a:cubicBezTo>
                    <a:cubicBezTo>
                      <a:pt x="919" y="447"/>
                      <a:pt x="919" y="543"/>
                      <a:pt x="919" y="641"/>
                    </a:cubicBezTo>
                    <a:cubicBezTo>
                      <a:pt x="887" y="641"/>
                      <a:pt x="855" y="641"/>
                      <a:pt x="822" y="641"/>
                    </a:cubicBezTo>
                    <a:cubicBezTo>
                      <a:pt x="822" y="705"/>
                      <a:pt x="822" y="769"/>
                      <a:pt x="822" y="834"/>
                    </a:cubicBezTo>
                    <a:cubicBezTo>
                      <a:pt x="791" y="834"/>
                      <a:pt x="759" y="834"/>
                      <a:pt x="726" y="834"/>
                    </a:cubicBezTo>
                    <a:cubicBezTo>
                      <a:pt x="726" y="898"/>
                      <a:pt x="726" y="962"/>
                      <a:pt x="726" y="1027"/>
                    </a:cubicBezTo>
                    <a:cubicBezTo>
                      <a:pt x="694" y="1027"/>
                      <a:pt x="662" y="1027"/>
                      <a:pt x="630" y="1027"/>
                    </a:cubicBezTo>
                    <a:cubicBezTo>
                      <a:pt x="630" y="1059"/>
                      <a:pt x="630" y="1091"/>
                      <a:pt x="630" y="1124"/>
                    </a:cubicBezTo>
                    <a:cubicBezTo>
                      <a:pt x="566" y="1124"/>
                      <a:pt x="502" y="1124"/>
                      <a:pt x="437" y="1124"/>
                    </a:cubicBezTo>
                    <a:cubicBezTo>
                      <a:pt x="437" y="1092"/>
                      <a:pt x="437" y="1060"/>
                      <a:pt x="437" y="1027"/>
                    </a:cubicBezTo>
                    <a:cubicBezTo>
                      <a:pt x="405" y="1027"/>
                      <a:pt x="373" y="1027"/>
                      <a:pt x="340" y="1027"/>
                    </a:cubicBezTo>
                    <a:cubicBezTo>
                      <a:pt x="340" y="996"/>
                      <a:pt x="340" y="964"/>
                      <a:pt x="340" y="931"/>
                    </a:cubicBezTo>
                    <a:cubicBezTo>
                      <a:pt x="245" y="931"/>
                      <a:pt x="149" y="931"/>
                      <a:pt x="51" y="931"/>
                    </a:cubicBezTo>
                    <a:cubicBezTo>
                      <a:pt x="3" y="784"/>
                      <a:pt x="0" y="691"/>
                      <a:pt x="51" y="545"/>
                    </a:cubicBezTo>
                    <a:cubicBezTo>
                      <a:pt x="82" y="545"/>
                      <a:pt x="114" y="545"/>
                      <a:pt x="147" y="545"/>
                    </a:cubicBezTo>
                    <a:cubicBezTo>
                      <a:pt x="145" y="538"/>
                      <a:pt x="145" y="538"/>
                      <a:pt x="135" y="502"/>
                    </a:cubicBezTo>
                    <a:cubicBezTo>
                      <a:pt x="124" y="430"/>
                      <a:pt x="119" y="372"/>
                      <a:pt x="147" y="304"/>
                    </a:cubicBezTo>
                    <a:cubicBezTo>
                      <a:pt x="194" y="242"/>
                      <a:pt x="248" y="192"/>
                      <a:pt x="307" y="141"/>
                    </a:cubicBezTo>
                    <a:cubicBezTo>
                      <a:pt x="322" y="128"/>
                      <a:pt x="337" y="114"/>
                      <a:pt x="352" y="101"/>
                    </a:cubicBezTo>
                    <a:cubicBezTo>
                      <a:pt x="476" y="0"/>
                      <a:pt x="476" y="0"/>
                      <a:pt x="568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13" cap="flat">
                <a:noFill/>
              </a:ln>
            </p:spPr>
          </p:sp>
          <p:sp>
            <p:nvSpPr>
              <p:cNvPr id="656" name="ICON_SKILL_COMPARE_path_041"/>
              <p:cNvSpPr/>
              <p:nvPr/>
            </p:nvSpPr>
            <p:spPr>
              <a:xfrm>
                <a:off x="6521561" y="1530907"/>
                <a:ext cx="11029" cy="19607"/>
              </a:xfrm>
              <a:custGeom>
                <a:avLst/>
                <a:gdLst/>
                <a:ahLst/>
                <a:cxnLst/>
                <a:rect l="0" t="0" r="r" b="b"/>
                <a:pathLst>
                  <a:path w="868" h="1544" fill="norm" stroke="0">
                    <a:moveTo>
                      <a:pt x="0" y="0"/>
                    </a:moveTo>
                    <a:cubicBezTo>
                      <a:pt x="127" y="0"/>
                      <a:pt x="255" y="0"/>
                      <a:pt x="386" y="0"/>
                    </a:cubicBezTo>
                    <a:cubicBezTo>
                      <a:pt x="386" y="32"/>
                      <a:pt x="386" y="64"/>
                      <a:pt x="386" y="96"/>
                    </a:cubicBezTo>
                    <a:cubicBezTo>
                      <a:pt x="418" y="96"/>
                      <a:pt x="450" y="96"/>
                      <a:pt x="482" y="96"/>
                    </a:cubicBezTo>
                    <a:cubicBezTo>
                      <a:pt x="482" y="128"/>
                      <a:pt x="482" y="160"/>
                      <a:pt x="482" y="193"/>
                    </a:cubicBezTo>
                    <a:cubicBezTo>
                      <a:pt x="514" y="193"/>
                      <a:pt x="546" y="193"/>
                      <a:pt x="579" y="193"/>
                    </a:cubicBezTo>
                    <a:cubicBezTo>
                      <a:pt x="579" y="225"/>
                      <a:pt x="579" y="257"/>
                      <a:pt x="579" y="289"/>
                    </a:cubicBezTo>
                    <a:cubicBezTo>
                      <a:pt x="611" y="289"/>
                      <a:pt x="643" y="289"/>
                      <a:pt x="675" y="289"/>
                    </a:cubicBezTo>
                    <a:cubicBezTo>
                      <a:pt x="675" y="258"/>
                      <a:pt x="675" y="226"/>
                      <a:pt x="675" y="193"/>
                    </a:cubicBezTo>
                    <a:cubicBezTo>
                      <a:pt x="707" y="193"/>
                      <a:pt x="739" y="193"/>
                      <a:pt x="772" y="193"/>
                    </a:cubicBezTo>
                    <a:cubicBezTo>
                      <a:pt x="772" y="225"/>
                      <a:pt x="772" y="257"/>
                      <a:pt x="772" y="289"/>
                    </a:cubicBezTo>
                    <a:cubicBezTo>
                      <a:pt x="804" y="289"/>
                      <a:pt x="836" y="289"/>
                      <a:pt x="868" y="289"/>
                    </a:cubicBezTo>
                    <a:cubicBezTo>
                      <a:pt x="868" y="385"/>
                      <a:pt x="868" y="481"/>
                      <a:pt x="868" y="579"/>
                    </a:cubicBezTo>
                    <a:cubicBezTo>
                      <a:pt x="837" y="579"/>
                      <a:pt x="805" y="579"/>
                      <a:pt x="772" y="579"/>
                    </a:cubicBezTo>
                    <a:cubicBezTo>
                      <a:pt x="772" y="897"/>
                      <a:pt x="772" y="1216"/>
                      <a:pt x="772" y="1544"/>
                    </a:cubicBezTo>
                    <a:cubicBezTo>
                      <a:pt x="645" y="1544"/>
                      <a:pt x="517" y="1544"/>
                      <a:pt x="386" y="1544"/>
                    </a:cubicBezTo>
                    <a:cubicBezTo>
                      <a:pt x="386" y="1098"/>
                      <a:pt x="386" y="652"/>
                      <a:pt x="386" y="193"/>
                    </a:cubicBezTo>
                    <a:cubicBezTo>
                      <a:pt x="259" y="161"/>
                      <a:pt x="131" y="129"/>
                      <a:pt x="0" y="96"/>
                    </a:cubicBezTo>
                    <a:cubicBezTo>
                      <a:pt x="0" y="65"/>
                      <a:pt x="0" y="3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57" name="ICON_SKILL_COMPARE_path_042"/>
              <p:cNvSpPr/>
              <p:nvPr/>
            </p:nvSpPr>
            <p:spPr>
              <a:xfrm>
                <a:off x="6520336" y="1437774"/>
                <a:ext cx="12254" cy="23283"/>
              </a:xfrm>
              <a:custGeom>
                <a:avLst/>
                <a:gdLst/>
                <a:ahLst/>
                <a:cxnLst/>
                <a:rect l="0" t="0" r="r" b="b"/>
                <a:pathLst>
                  <a:path w="965" h="1833" fill="norm" stroke="0">
                    <a:moveTo>
                      <a:pt x="482" y="0"/>
                    </a:moveTo>
                    <a:cubicBezTo>
                      <a:pt x="546" y="0"/>
                      <a:pt x="610" y="0"/>
                      <a:pt x="675" y="0"/>
                    </a:cubicBezTo>
                    <a:cubicBezTo>
                      <a:pt x="675" y="32"/>
                      <a:pt x="675" y="64"/>
                      <a:pt x="675" y="96"/>
                    </a:cubicBezTo>
                    <a:cubicBezTo>
                      <a:pt x="739" y="96"/>
                      <a:pt x="803" y="96"/>
                      <a:pt x="868" y="96"/>
                    </a:cubicBezTo>
                    <a:cubicBezTo>
                      <a:pt x="868" y="128"/>
                      <a:pt x="868" y="160"/>
                      <a:pt x="868" y="193"/>
                    </a:cubicBezTo>
                    <a:cubicBezTo>
                      <a:pt x="773" y="193"/>
                      <a:pt x="677" y="193"/>
                      <a:pt x="579" y="193"/>
                    </a:cubicBezTo>
                    <a:cubicBezTo>
                      <a:pt x="579" y="289"/>
                      <a:pt x="579" y="384"/>
                      <a:pt x="579" y="482"/>
                    </a:cubicBezTo>
                    <a:cubicBezTo>
                      <a:pt x="674" y="482"/>
                      <a:pt x="770" y="482"/>
                      <a:pt x="868" y="482"/>
                    </a:cubicBezTo>
                    <a:cubicBezTo>
                      <a:pt x="868" y="610"/>
                      <a:pt x="868" y="737"/>
                      <a:pt x="868" y="868"/>
                    </a:cubicBezTo>
                    <a:cubicBezTo>
                      <a:pt x="900" y="868"/>
                      <a:pt x="932" y="868"/>
                      <a:pt x="965" y="868"/>
                    </a:cubicBezTo>
                    <a:cubicBezTo>
                      <a:pt x="965" y="932"/>
                      <a:pt x="965" y="996"/>
                      <a:pt x="965" y="1061"/>
                    </a:cubicBezTo>
                    <a:cubicBezTo>
                      <a:pt x="933" y="1061"/>
                      <a:pt x="901" y="1061"/>
                      <a:pt x="868" y="1061"/>
                    </a:cubicBezTo>
                    <a:cubicBezTo>
                      <a:pt x="868" y="1157"/>
                      <a:pt x="868" y="1252"/>
                      <a:pt x="868" y="1351"/>
                    </a:cubicBezTo>
                    <a:cubicBezTo>
                      <a:pt x="837" y="1351"/>
                      <a:pt x="805" y="1351"/>
                      <a:pt x="772" y="1351"/>
                    </a:cubicBezTo>
                    <a:cubicBezTo>
                      <a:pt x="772" y="1383"/>
                      <a:pt x="772" y="1415"/>
                      <a:pt x="772" y="1447"/>
                    </a:cubicBezTo>
                    <a:cubicBezTo>
                      <a:pt x="740" y="1447"/>
                      <a:pt x="708" y="1447"/>
                      <a:pt x="675" y="1447"/>
                    </a:cubicBezTo>
                    <a:cubicBezTo>
                      <a:pt x="675" y="1479"/>
                      <a:pt x="675" y="1511"/>
                      <a:pt x="675" y="1544"/>
                    </a:cubicBezTo>
                    <a:cubicBezTo>
                      <a:pt x="644" y="1544"/>
                      <a:pt x="612" y="1544"/>
                      <a:pt x="579" y="1544"/>
                    </a:cubicBezTo>
                    <a:cubicBezTo>
                      <a:pt x="579" y="1576"/>
                      <a:pt x="579" y="1608"/>
                      <a:pt x="579" y="1640"/>
                    </a:cubicBezTo>
                    <a:cubicBezTo>
                      <a:pt x="515" y="1640"/>
                      <a:pt x="452" y="1640"/>
                      <a:pt x="386" y="1640"/>
                    </a:cubicBezTo>
                    <a:cubicBezTo>
                      <a:pt x="386" y="1672"/>
                      <a:pt x="386" y="1704"/>
                      <a:pt x="386" y="1737"/>
                    </a:cubicBezTo>
                    <a:cubicBezTo>
                      <a:pt x="290" y="1737"/>
                      <a:pt x="195" y="1737"/>
                      <a:pt x="96" y="1737"/>
                    </a:cubicBezTo>
                    <a:cubicBezTo>
                      <a:pt x="96" y="1769"/>
                      <a:pt x="96" y="1801"/>
                      <a:pt x="96" y="1833"/>
                    </a:cubicBezTo>
                    <a:cubicBezTo>
                      <a:pt x="65" y="1833"/>
                      <a:pt x="33" y="1833"/>
                      <a:pt x="0" y="1833"/>
                    </a:cubicBezTo>
                    <a:cubicBezTo>
                      <a:pt x="0" y="1738"/>
                      <a:pt x="0" y="1642"/>
                      <a:pt x="0" y="1544"/>
                    </a:cubicBezTo>
                    <a:cubicBezTo>
                      <a:pt x="127" y="1544"/>
                      <a:pt x="255" y="1544"/>
                      <a:pt x="386" y="1544"/>
                    </a:cubicBezTo>
                    <a:cubicBezTo>
                      <a:pt x="386" y="1512"/>
                      <a:pt x="386" y="1480"/>
                      <a:pt x="386" y="1447"/>
                    </a:cubicBezTo>
                    <a:cubicBezTo>
                      <a:pt x="418" y="1447"/>
                      <a:pt x="450" y="1447"/>
                      <a:pt x="482" y="1447"/>
                    </a:cubicBezTo>
                    <a:cubicBezTo>
                      <a:pt x="482" y="970"/>
                      <a:pt x="482" y="492"/>
                      <a:pt x="48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58" name="ICON_SKILL_COMPARE_path_043"/>
              <p:cNvSpPr/>
              <p:nvPr/>
            </p:nvSpPr>
            <p:spPr>
              <a:xfrm>
                <a:off x="6525238" y="1404687"/>
                <a:ext cx="7353" cy="20832"/>
              </a:xfrm>
              <a:custGeom>
                <a:avLst/>
                <a:gdLst/>
                <a:ahLst/>
                <a:cxnLst/>
                <a:rect l="0" t="0" r="r" b="b"/>
                <a:pathLst>
                  <a:path w="579" h="1640" fill="norm" stroke="0">
                    <a:moveTo>
                      <a:pt x="96" y="0"/>
                    </a:moveTo>
                    <a:cubicBezTo>
                      <a:pt x="160" y="0"/>
                      <a:pt x="224" y="0"/>
                      <a:pt x="289" y="0"/>
                    </a:cubicBezTo>
                    <a:cubicBezTo>
                      <a:pt x="289" y="32"/>
                      <a:pt x="289" y="64"/>
                      <a:pt x="289" y="96"/>
                    </a:cubicBezTo>
                    <a:cubicBezTo>
                      <a:pt x="353" y="96"/>
                      <a:pt x="417" y="96"/>
                      <a:pt x="482" y="96"/>
                    </a:cubicBezTo>
                    <a:cubicBezTo>
                      <a:pt x="482" y="415"/>
                      <a:pt x="482" y="733"/>
                      <a:pt x="482" y="1061"/>
                    </a:cubicBezTo>
                    <a:cubicBezTo>
                      <a:pt x="514" y="1061"/>
                      <a:pt x="546" y="1061"/>
                      <a:pt x="579" y="1061"/>
                    </a:cubicBezTo>
                    <a:cubicBezTo>
                      <a:pt x="579" y="1125"/>
                      <a:pt x="579" y="1189"/>
                      <a:pt x="579" y="1254"/>
                    </a:cubicBezTo>
                    <a:cubicBezTo>
                      <a:pt x="547" y="1254"/>
                      <a:pt x="515" y="1254"/>
                      <a:pt x="482" y="1254"/>
                    </a:cubicBezTo>
                    <a:cubicBezTo>
                      <a:pt x="482" y="1318"/>
                      <a:pt x="482" y="1382"/>
                      <a:pt x="482" y="1447"/>
                    </a:cubicBezTo>
                    <a:cubicBezTo>
                      <a:pt x="419" y="1447"/>
                      <a:pt x="355" y="1447"/>
                      <a:pt x="289" y="1447"/>
                    </a:cubicBezTo>
                    <a:cubicBezTo>
                      <a:pt x="289" y="1479"/>
                      <a:pt x="289" y="1511"/>
                      <a:pt x="289" y="1544"/>
                    </a:cubicBezTo>
                    <a:cubicBezTo>
                      <a:pt x="258" y="1544"/>
                      <a:pt x="226" y="1544"/>
                      <a:pt x="193" y="1544"/>
                    </a:cubicBezTo>
                    <a:cubicBezTo>
                      <a:pt x="193" y="1576"/>
                      <a:pt x="193" y="1608"/>
                      <a:pt x="193" y="1640"/>
                    </a:cubicBezTo>
                    <a:cubicBezTo>
                      <a:pt x="129" y="1640"/>
                      <a:pt x="66" y="1640"/>
                      <a:pt x="0" y="1640"/>
                    </a:cubicBezTo>
                    <a:cubicBezTo>
                      <a:pt x="8" y="1620"/>
                      <a:pt x="16" y="1599"/>
                      <a:pt x="23" y="1578"/>
                    </a:cubicBezTo>
                    <a:cubicBezTo>
                      <a:pt x="50" y="1498"/>
                      <a:pt x="56" y="1425"/>
                      <a:pt x="58" y="1342"/>
                    </a:cubicBezTo>
                    <a:cubicBezTo>
                      <a:pt x="59" y="1327"/>
                      <a:pt x="59" y="1313"/>
                      <a:pt x="60" y="1298"/>
                    </a:cubicBezTo>
                    <a:cubicBezTo>
                      <a:pt x="61" y="1250"/>
                      <a:pt x="62" y="1202"/>
                      <a:pt x="63" y="1154"/>
                    </a:cubicBezTo>
                    <a:cubicBezTo>
                      <a:pt x="65" y="1121"/>
                      <a:pt x="66" y="1088"/>
                      <a:pt x="67" y="1054"/>
                    </a:cubicBezTo>
                    <a:cubicBezTo>
                      <a:pt x="69" y="967"/>
                      <a:pt x="72" y="880"/>
                      <a:pt x="74" y="792"/>
                    </a:cubicBezTo>
                    <a:cubicBezTo>
                      <a:pt x="76" y="703"/>
                      <a:pt x="79" y="614"/>
                      <a:pt x="82" y="525"/>
                    </a:cubicBezTo>
                    <a:cubicBezTo>
                      <a:pt x="87" y="350"/>
                      <a:pt x="92" y="175"/>
                      <a:pt x="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59" name="ICON_SKILL_COMPARE_path_044"/>
              <p:cNvSpPr/>
              <p:nvPr/>
            </p:nvSpPr>
            <p:spPr>
              <a:xfrm>
                <a:off x="6444359" y="1408363"/>
                <a:ext cx="12254" cy="25734"/>
              </a:xfrm>
              <a:custGeom>
                <a:avLst/>
                <a:gdLst/>
                <a:ahLst/>
                <a:cxnLst/>
                <a:rect l="0" t="0" r="r" b="b"/>
                <a:pathLst>
                  <a:path w="965" h="2026" fill="norm" stroke="0">
                    <a:moveTo>
                      <a:pt x="0" y="0"/>
                    </a:moveTo>
                    <a:cubicBezTo>
                      <a:pt x="127" y="0"/>
                      <a:pt x="255" y="0"/>
                      <a:pt x="386" y="0"/>
                    </a:cubicBezTo>
                    <a:cubicBezTo>
                      <a:pt x="386" y="32"/>
                      <a:pt x="386" y="64"/>
                      <a:pt x="386" y="96"/>
                    </a:cubicBezTo>
                    <a:cubicBezTo>
                      <a:pt x="418" y="96"/>
                      <a:pt x="450" y="96"/>
                      <a:pt x="482" y="96"/>
                    </a:cubicBezTo>
                    <a:cubicBezTo>
                      <a:pt x="482" y="192"/>
                      <a:pt x="482" y="288"/>
                      <a:pt x="482" y="386"/>
                    </a:cubicBezTo>
                    <a:cubicBezTo>
                      <a:pt x="514" y="386"/>
                      <a:pt x="546" y="386"/>
                      <a:pt x="579" y="386"/>
                    </a:cubicBezTo>
                    <a:cubicBezTo>
                      <a:pt x="579" y="450"/>
                      <a:pt x="579" y="513"/>
                      <a:pt x="579" y="579"/>
                    </a:cubicBezTo>
                    <a:cubicBezTo>
                      <a:pt x="515" y="579"/>
                      <a:pt x="452" y="579"/>
                      <a:pt x="386" y="579"/>
                    </a:cubicBezTo>
                    <a:cubicBezTo>
                      <a:pt x="386" y="643"/>
                      <a:pt x="386" y="706"/>
                      <a:pt x="386" y="772"/>
                    </a:cubicBezTo>
                    <a:cubicBezTo>
                      <a:pt x="418" y="772"/>
                      <a:pt x="450" y="772"/>
                      <a:pt x="482" y="772"/>
                    </a:cubicBezTo>
                    <a:cubicBezTo>
                      <a:pt x="482" y="963"/>
                      <a:pt x="482" y="1154"/>
                      <a:pt x="482" y="1351"/>
                    </a:cubicBezTo>
                    <a:cubicBezTo>
                      <a:pt x="514" y="1351"/>
                      <a:pt x="546" y="1351"/>
                      <a:pt x="579" y="1351"/>
                    </a:cubicBezTo>
                    <a:cubicBezTo>
                      <a:pt x="579" y="1415"/>
                      <a:pt x="579" y="1478"/>
                      <a:pt x="579" y="1544"/>
                    </a:cubicBezTo>
                    <a:cubicBezTo>
                      <a:pt x="611" y="1544"/>
                      <a:pt x="643" y="1544"/>
                      <a:pt x="675" y="1544"/>
                    </a:cubicBezTo>
                    <a:cubicBezTo>
                      <a:pt x="675" y="1512"/>
                      <a:pt x="675" y="1480"/>
                      <a:pt x="675" y="1447"/>
                    </a:cubicBezTo>
                    <a:cubicBezTo>
                      <a:pt x="707" y="1447"/>
                      <a:pt x="739" y="1447"/>
                      <a:pt x="772" y="1447"/>
                    </a:cubicBezTo>
                    <a:cubicBezTo>
                      <a:pt x="772" y="1479"/>
                      <a:pt x="772" y="1511"/>
                      <a:pt x="772" y="1544"/>
                    </a:cubicBezTo>
                    <a:cubicBezTo>
                      <a:pt x="804" y="1544"/>
                      <a:pt x="836" y="1544"/>
                      <a:pt x="868" y="1544"/>
                    </a:cubicBezTo>
                    <a:cubicBezTo>
                      <a:pt x="868" y="1576"/>
                      <a:pt x="868" y="1608"/>
                      <a:pt x="868" y="1640"/>
                    </a:cubicBezTo>
                    <a:cubicBezTo>
                      <a:pt x="900" y="1640"/>
                      <a:pt x="932" y="1640"/>
                      <a:pt x="965" y="1640"/>
                    </a:cubicBezTo>
                    <a:cubicBezTo>
                      <a:pt x="965" y="1672"/>
                      <a:pt x="965" y="1704"/>
                      <a:pt x="965" y="1737"/>
                    </a:cubicBezTo>
                    <a:cubicBezTo>
                      <a:pt x="933" y="1737"/>
                      <a:pt x="901" y="1737"/>
                      <a:pt x="868" y="1737"/>
                    </a:cubicBezTo>
                    <a:cubicBezTo>
                      <a:pt x="868" y="1769"/>
                      <a:pt x="868" y="1801"/>
                      <a:pt x="868" y="1833"/>
                    </a:cubicBezTo>
                    <a:cubicBezTo>
                      <a:pt x="773" y="1833"/>
                      <a:pt x="677" y="1833"/>
                      <a:pt x="579" y="1833"/>
                    </a:cubicBezTo>
                    <a:cubicBezTo>
                      <a:pt x="579" y="1865"/>
                      <a:pt x="579" y="1897"/>
                      <a:pt x="579" y="1930"/>
                    </a:cubicBezTo>
                    <a:cubicBezTo>
                      <a:pt x="483" y="1930"/>
                      <a:pt x="388" y="1930"/>
                      <a:pt x="289" y="1930"/>
                    </a:cubicBezTo>
                    <a:cubicBezTo>
                      <a:pt x="289" y="1962"/>
                      <a:pt x="289" y="1994"/>
                      <a:pt x="289" y="2026"/>
                    </a:cubicBezTo>
                    <a:cubicBezTo>
                      <a:pt x="258" y="2026"/>
                      <a:pt x="226" y="2026"/>
                      <a:pt x="193" y="2026"/>
                    </a:cubicBezTo>
                    <a:cubicBezTo>
                      <a:pt x="193" y="1963"/>
                      <a:pt x="193" y="1899"/>
                      <a:pt x="193" y="1833"/>
                    </a:cubicBezTo>
                    <a:cubicBezTo>
                      <a:pt x="225" y="1833"/>
                      <a:pt x="257" y="1833"/>
                      <a:pt x="289" y="1833"/>
                    </a:cubicBezTo>
                    <a:cubicBezTo>
                      <a:pt x="289" y="1706"/>
                      <a:pt x="289" y="1579"/>
                      <a:pt x="289" y="1447"/>
                    </a:cubicBezTo>
                    <a:cubicBezTo>
                      <a:pt x="321" y="1447"/>
                      <a:pt x="353" y="1447"/>
                      <a:pt x="386" y="1447"/>
                    </a:cubicBezTo>
                    <a:cubicBezTo>
                      <a:pt x="380" y="1373"/>
                      <a:pt x="374" y="1298"/>
                      <a:pt x="368" y="1223"/>
                    </a:cubicBezTo>
                    <a:cubicBezTo>
                      <a:pt x="366" y="1198"/>
                      <a:pt x="364" y="1172"/>
                      <a:pt x="362" y="1147"/>
                    </a:cubicBezTo>
                    <a:cubicBezTo>
                      <a:pt x="359" y="1111"/>
                      <a:pt x="356" y="1074"/>
                      <a:pt x="353" y="1037"/>
                    </a:cubicBezTo>
                    <a:cubicBezTo>
                      <a:pt x="351" y="1015"/>
                      <a:pt x="349" y="994"/>
                      <a:pt x="348" y="971"/>
                    </a:cubicBezTo>
                    <a:cubicBezTo>
                      <a:pt x="338" y="917"/>
                      <a:pt x="338" y="917"/>
                      <a:pt x="289" y="868"/>
                    </a:cubicBezTo>
                    <a:cubicBezTo>
                      <a:pt x="284" y="828"/>
                      <a:pt x="284" y="828"/>
                      <a:pt x="285" y="779"/>
                    </a:cubicBezTo>
                    <a:cubicBezTo>
                      <a:pt x="285" y="771"/>
                      <a:pt x="285" y="771"/>
                      <a:pt x="285" y="727"/>
                    </a:cubicBezTo>
                    <a:cubicBezTo>
                      <a:pt x="286" y="709"/>
                      <a:pt x="286" y="691"/>
                      <a:pt x="286" y="672"/>
                    </a:cubicBezTo>
                    <a:cubicBezTo>
                      <a:pt x="287" y="654"/>
                      <a:pt x="287" y="636"/>
                      <a:pt x="287" y="617"/>
                    </a:cubicBezTo>
                    <a:cubicBezTo>
                      <a:pt x="288" y="572"/>
                      <a:pt x="288" y="527"/>
                      <a:pt x="289" y="482"/>
                    </a:cubicBezTo>
                    <a:cubicBezTo>
                      <a:pt x="258" y="482"/>
                      <a:pt x="226" y="482"/>
                      <a:pt x="193" y="482"/>
                    </a:cubicBezTo>
                    <a:cubicBezTo>
                      <a:pt x="193" y="419"/>
                      <a:pt x="193" y="355"/>
                      <a:pt x="193" y="289"/>
                    </a:cubicBezTo>
                    <a:cubicBezTo>
                      <a:pt x="161" y="289"/>
                      <a:pt x="129" y="289"/>
                      <a:pt x="96" y="289"/>
                    </a:cubicBezTo>
                    <a:cubicBezTo>
                      <a:pt x="96" y="258"/>
                      <a:pt x="96" y="226"/>
                      <a:pt x="96" y="193"/>
                    </a:cubicBezTo>
                    <a:cubicBezTo>
                      <a:pt x="65" y="193"/>
                      <a:pt x="33" y="193"/>
                      <a:pt x="0" y="193"/>
                    </a:cubicBezTo>
                    <a:cubicBezTo>
                      <a:pt x="0" y="129"/>
                      <a:pt x="0" y="6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60" name="ICON_SKILL_COMPARE_path_045"/>
              <p:cNvSpPr/>
              <p:nvPr/>
            </p:nvSpPr>
            <p:spPr>
              <a:xfrm>
                <a:off x="6396567" y="1530907"/>
                <a:ext cx="11106" cy="30636"/>
              </a:xfrm>
              <a:custGeom>
                <a:avLst/>
                <a:gdLst/>
                <a:ahLst/>
                <a:cxnLst/>
                <a:rect l="0" t="0" r="r" b="b"/>
                <a:pathLst>
                  <a:path w="875" h="2412" fill="norm" stroke="0">
                    <a:moveTo>
                      <a:pt x="386" y="0"/>
                    </a:moveTo>
                    <a:cubicBezTo>
                      <a:pt x="450" y="0"/>
                      <a:pt x="513" y="0"/>
                      <a:pt x="579" y="0"/>
                    </a:cubicBezTo>
                    <a:cubicBezTo>
                      <a:pt x="579" y="32"/>
                      <a:pt x="579" y="64"/>
                      <a:pt x="579" y="96"/>
                    </a:cubicBezTo>
                    <a:cubicBezTo>
                      <a:pt x="611" y="96"/>
                      <a:pt x="643" y="96"/>
                      <a:pt x="675" y="96"/>
                    </a:cubicBezTo>
                    <a:cubicBezTo>
                      <a:pt x="675" y="128"/>
                      <a:pt x="675" y="160"/>
                      <a:pt x="675" y="193"/>
                    </a:cubicBezTo>
                    <a:cubicBezTo>
                      <a:pt x="707" y="193"/>
                      <a:pt x="739" y="193"/>
                      <a:pt x="772" y="193"/>
                    </a:cubicBezTo>
                    <a:cubicBezTo>
                      <a:pt x="773" y="209"/>
                      <a:pt x="774" y="225"/>
                      <a:pt x="776" y="241"/>
                    </a:cubicBezTo>
                    <a:cubicBezTo>
                      <a:pt x="780" y="300"/>
                      <a:pt x="785" y="358"/>
                      <a:pt x="790" y="417"/>
                    </a:cubicBezTo>
                    <a:cubicBezTo>
                      <a:pt x="792" y="442"/>
                      <a:pt x="794" y="468"/>
                      <a:pt x="796" y="493"/>
                    </a:cubicBezTo>
                    <a:cubicBezTo>
                      <a:pt x="799" y="530"/>
                      <a:pt x="802" y="566"/>
                      <a:pt x="805" y="603"/>
                    </a:cubicBezTo>
                    <a:cubicBezTo>
                      <a:pt x="807" y="625"/>
                      <a:pt x="808" y="647"/>
                      <a:pt x="810" y="670"/>
                    </a:cubicBezTo>
                    <a:cubicBezTo>
                      <a:pt x="820" y="724"/>
                      <a:pt x="820" y="724"/>
                      <a:pt x="868" y="772"/>
                    </a:cubicBezTo>
                    <a:cubicBezTo>
                      <a:pt x="873" y="825"/>
                      <a:pt x="875" y="875"/>
                      <a:pt x="874" y="928"/>
                    </a:cubicBezTo>
                    <a:cubicBezTo>
                      <a:pt x="874" y="944"/>
                      <a:pt x="874" y="960"/>
                      <a:pt x="874" y="976"/>
                    </a:cubicBezTo>
                    <a:cubicBezTo>
                      <a:pt x="874" y="1029"/>
                      <a:pt x="873" y="1082"/>
                      <a:pt x="873" y="1135"/>
                    </a:cubicBezTo>
                    <a:cubicBezTo>
                      <a:pt x="873" y="1172"/>
                      <a:pt x="873" y="1209"/>
                      <a:pt x="873" y="1246"/>
                    </a:cubicBezTo>
                    <a:cubicBezTo>
                      <a:pt x="873" y="1342"/>
                      <a:pt x="872" y="1439"/>
                      <a:pt x="872" y="1536"/>
                    </a:cubicBezTo>
                    <a:cubicBezTo>
                      <a:pt x="871" y="1634"/>
                      <a:pt x="871" y="1733"/>
                      <a:pt x="871" y="1832"/>
                    </a:cubicBezTo>
                    <a:cubicBezTo>
                      <a:pt x="870" y="2025"/>
                      <a:pt x="869" y="2219"/>
                      <a:pt x="868" y="2412"/>
                    </a:cubicBezTo>
                    <a:cubicBezTo>
                      <a:pt x="837" y="2412"/>
                      <a:pt x="805" y="2412"/>
                      <a:pt x="772" y="2412"/>
                    </a:cubicBezTo>
                    <a:cubicBezTo>
                      <a:pt x="772" y="2253"/>
                      <a:pt x="772" y="2094"/>
                      <a:pt x="772" y="1930"/>
                    </a:cubicBezTo>
                    <a:cubicBezTo>
                      <a:pt x="740" y="1930"/>
                      <a:pt x="708" y="1930"/>
                      <a:pt x="675" y="1930"/>
                    </a:cubicBezTo>
                    <a:cubicBezTo>
                      <a:pt x="675" y="1866"/>
                      <a:pt x="675" y="1802"/>
                      <a:pt x="675" y="1737"/>
                    </a:cubicBezTo>
                    <a:cubicBezTo>
                      <a:pt x="707" y="1737"/>
                      <a:pt x="739" y="1737"/>
                      <a:pt x="772" y="1737"/>
                    </a:cubicBezTo>
                    <a:cubicBezTo>
                      <a:pt x="772" y="1514"/>
                      <a:pt x="772" y="1291"/>
                      <a:pt x="772" y="1061"/>
                    </a:cubicBezTo>
                    <a:cubicBezTo>
                      <a:pt x="740" y="1061"/>
                      <a:pt x="708" y="1061"/>
                      <a:pt x="675" y="1061"/>
                    </a:cubicBezTo>
                    <a:cubicBezTo>
                      <a:pt x="675" y="934"/>
                      <a:pt x="675" y="807"/>
                      <a:pt x="675" y="675"/>
                    </a:cubicBezTo>
                    <a:cubicBezTo>
                      <a:pt x="644" y="675"/>
                      <a:pt x="612" y="675"/>
                      <a:pt x="579" y="675"/>
                    </a:cubicBezTo>
                    <a:cubicBezTo>
                      <a:pt x="579" y="644"/>
                      <a:pt x="579" y="612"/>
                      <a:pt x="579" y="579"/>
                    </a:cubicBezTo>
                    <a:cubicBezTo>
                      <a:pt x="483" y="579"/>
                      <a:pt x="388" y="579"/>
                      <a:pt x="289" y="579"/>
                    </a:cubicBezTo>
                    <a:cubicBezTo>
                      <a:pt x="289" y="547"/>
                      <a:pt x="289" y="515"/>
                      <a:pt x="289" y="482"/>
                    </a:cubicBezTo>
                    <a:cubicBezTo>
                      <a:pt x="258" y="482"/>
                      <a:pt x="226" y="482"/>
                      <a:pt x="193" y="482"/>
                    </a:cubicBezTo>
                    <a:cubicBezTo>
                      <a:pt x="193" y="578"/>
                      <a:pt x="193" y="674"/>
                      <a:pt x="193" y="772"/>
                    </a:cubicBezTo>
                    <a:cubicBezTo>
                      <a:pt x="161" y="772"/>
                      <a:pt x="129" y="772"/>
                      <a:pt x="96" y="772"/>
                    </a:cubicBezTo>
                    <a:cubicBezTo>
                      <a:pt x="96" y="740"/>
                      <a:pt x="96" y="708"/>
                      <a:pt x="96" y="675"/>
                    </a:cubicBezTo>
                    <a:cubicBezTo>
                      <a:pt x="65" y="675"/>
                      <a:pt x="33" y="675"/>
                      <a:pt x="0" y="675"/>
                    </a:cubicBezTo>
                    <a:cubicBezTo>
                      <a:pt x="0" y="612"/>
                      <a:pt x="0" y="548"/>
                      <a:pt x="0" y="482"/>
                    </a:cubicBezTo>
                    <a:cubicBezTo>
                      <a:pt x="32" y="482"/>
                      <a:pt x="64" y="482"/>
                      <a:pt x="96" y="482"/>
                    </a:cubicBezTo>
                    <a:cubicBezTo>
                      <a:pt x="96" y="419"/>
                      <a:pt x="96" y="355"/>
                      <a:pt x="96" y="289"/>
                    </a:cubicBezTo>
                    <a:cubicBezTo>
                      <a:pt x="128" y="289"/>
                      <a:pt x="160" y="289"/>
                      <a:pt x="193" y="289"/>
                    </a:cubicBezTo>
                    <a:cubicBezTo>
                      <a:pt x="193" y="258"/>
                      <a:pt x="193" y="226"/>
                      <a:pt x="193" y="193"/>
                    </a:cubicBezTo>
                    <a:cubicBezTo>
                      <a:pt x="225" y="193"/>
                      <a:pt x="257" y="193"/>
                      <a:pt x="289" y="193"/>
                    </a:cubicBezTo>
                    <a:cubicBezTo>
                      <a:pt x="289" y="161"/>
                      <a:pt x="289" y="129"/>
                      <a:pt x="289" y="96"/>
                    </a:cubicBezTo>
                    <a:cubicBezTo>
                      <a:pt x="321" y="96"/>
                      <a:pt x="353" y="96"/>
                      <a:pt x="386" y="96"/>
                    </a:cubicBezTo>
                    <a:cubicBezTo>
                      <a:pt x="386" y="65"/>
                      <a:pt x="386" y="33"/>
                      <a:pt x="38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61" name="ICON_SKILL_COMPARE_path_046"/>
              <p:cNvSpPr/>
              <p:nvPr/>
            </p:nvSpPr>
            <p:spPr>
              <a:xfrm>
                <a:off x="6526463" y="1372825"/>
                <a:ext cx="6127" cy="17156"/>
              </a:xfrm>
              <a:custGeom>
                <a:avLst/>
                <a:gdLst/>
                <a:ahLst/>
                <a:cxnLst/>
                <a:rect l="0" t="0" r="r" b="b"/>
                <a:pathLst>
                  <a:path w="482" h="1351" fill="norm" stroke="0">
                    <a:moveTo>
                      <a:pt x="0" y="0"/>
                    </a:moveTo>
                    <a:cubicBezTo>
                      <a:pt x="127" y="0"/>
                      <a:pt x="255" y="0"/>
                      <a:pt x="386" y="0"/>
                    </a:cubicBezTo>
                    <a:cubicBezTo>
                      <a:pt x="386" y="287"/>
                      <a:pt x="386" y="573"/>
                      <a:pt x="386" y="868"/>
                    </a:cubicBezTo>
                    <a:cubicBezTo>
                      <a:pt x="418" y="868"/>
                      <a:pt x="450" y="868"/>
                      <a:pt x="482" y="868"/>
                    </a:cubicBezTo>
                    <a:cubicBezTo>
                      <a:pt x="482" y="996"/>
                      <a:pt x="482" y="1123"/>
                      <a:pt x="482" y="1254"/>
                    </a:cubicBezTo>
                    <a:cubicBezTo>
                      <a:pt x="451" y="1254"/>
                      <a:pt x="419" y="1254"/>
                      <a:pt x="386" y="1254"/>
                    </a:cubicBezTo>
                    <a:cubicBezTo>
                      <a:pt x="386" y="1286"/>
                      <a:pt x="386" y="1318"/>
                      <a:pt x="386" y="1351"/>
                    </a:cubicBezTo>
                    <a:cubicBezTo>
                      <a:pt x="354" y="1351"/>
                      <a:pt x="322" y="1351"/>
                      <a:pt x="289" y="1351"/>
                    </a:cubicBezTo>
                    <a:cubicBezTo>
                      <a:pt x="289" y="1319"/>
                      <a:pt x="289" y="1287"/>
                      <a:pt x="289" y="1254"/>
                    </a:cubicBezTo>
                    <a:cubicBezTo>
                      <a:pt x="258" y="1254"/>
                      <a:pt x="226" y="1254"/>
                      <a:pt x="193" y="1254"/>
                    </a:cubicBezTo>
                    <a:cubicBezTo>
                      <a:pt x="193" y="1286"/>
                      <a:pt x="193" y="1318"/>
                      <a:pt x="193" y="1351"/>
                    </a:cubicBezTo>
                    <a:cubicBezTo>
                      <a:pt x="129" y="1351"/>
                      <a:pt x="66" y="1351"/>
                      <a:pt x="0" y="1351"/>
                    </a:cubicBezTo>
                    <a:cubicBezTo>
                      <a:pt x="0" y="905"/>
                      <a:pt x="0" y="45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62" name="ICON_SKILL_COMPARE_path_047"/>
              <p:cNvSpPr/>
              <p:nvPr/>
            </p:nvSpPr>
            <p:spPr>
              <a:xfrm>
                <a:off x="6526463" y="1502722"/>
                <a:ext cx="6127" cy="17156"/>
              </a:xfrm>
              <a:custGeom>
                <a:avLst/>
                <a:gdLst/>
                <a:ahLst/>
                <a:cxnLst/>
                <a:rect l="0" t="0" r="r" b="b"/>
                <a:pathLst>
                  <a:path w="482" h="1351" fill="norm" stroke="0">
                    <a:moveTo>
                      <a:pt x="0" y="0"/>
                    </a:moveTo>
                    <a:cubicBezTo>
                      <a:pt x="127" y="0"/>
                      <a:pt x="255" y="0"/>
                      <a:pt x="386" y="0"/>
                    </a:cubicBezTo>
                    <a:cubicBezTo>
                      <a:pt x="386" y="96"/>
                      <a:pt x="386" y="191"/>
                      <a:pt x="386" y="289"/>
                    </a:cubicBezTo>
                    <a:cubicBezTo>
                      <a:pt x="418" y="289"/>
                      <a:pt x="450" y="289"/>
                      <a:pt x="482" y="289"/>
                    </a:cubicBezTo>
                    <a:cubicBezTo>
                      <a:pt x="482" y="417"/>
                      <a:pt x="482" y="544"/>
                      <a:pt x="482" y="675"/>
                    </a:cubicBezTo>
                    <a:cubicBezTo>
                      <a:pt x="451" y="675"/>
                      <a:pt x="419" y="675"/>
                      <a:pt x="386" y="675"/>
                    </a:cubicBezTo>
                    <a:cubicBezTo>
                      <a:pt x="386" y="866"/>
                      <a:pt x="386" y="1058"/>
                      <a:pt x="386" y="1254"/>
                    </a:cubicBezTo>
                    <a:cubicBezTo>
                      <a:pt x="322" y="1254"/>
                      <a:pt x="259" y="1254"/>
                      <a:pt x="193" y="1254"/>
                    </a:cubicBezTo>
                    <a:cubicBezTo>
                      <a:pt x="193" y="1286"/>
                      <a:pt x="193" y="1318"/>
                      <a:pt x="193" y="1351"/>
                    </a:cubicBezTo>
                    <a:cubicBezTo>
                      <a:pt x="129" y="1351"/>
                      <a:pt x="66" y="1351"/>
                      <a:pt x="0" y="1351"/>
                    </a:cubicBezTo>
                    <a:cubicBezTo>
                      <a:pt x="0" y="905"/>
                      <a:pt x="0" y="45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63" name="ICON_SKILL_COMPARE_path_048"/>
              <p:cNvSpPr/>
              <p:nvPr/>
            </p:nvSpPr>
            <p:spPr>
              <a:xfrm>
                <a:off x="6447958" y="1453704"/>
                <a:ext cx="11106" cy="20832"/>
              </a:xfrm>
              <a:custGeom>
                <a:avLst/>
                <a:gdLst/>
                <a:ahLst/>
                <a:cxnLst/>
                <a:rect l="0" t="0" r="r" b="b"/>
                <a:pathLst>
                  <a:path w="874" h="1640" fill="norm" stroke="0">
                    <a:moveTo>
                      <a:pt x="392" y="0"/>
                    </a:moveTo>
                    <a:cubicBezTo>
                      <a:pt x="424" y="0"/>
                      <a:pt x="456" y="0"/>
                      <a:pt x="488" y="0"/>
                    </a:cubicBezTo>
                    <a:cubicBezTo>
                      <a:pt x="488" y="96"/>
                      <a:pt x="488" y="191"/>
                      <a:pt x="488" y="289"/>
                    </a:cubicBezTo>
                    <a:cubicBezTo>
                      <a:pt x="520" y="289"/>
                      <a:pt x="552" y="289"/>
                      <a:pt x="585" y="289"/>
                    </a:cubicBezTo>
                    <a:cubicBezTo>
                      <a:pt x="585" y="321"/>
                      <a:pt x="585" y="353"/>
                      <a:pt x="585" y="386"/>
                    </a:cubicBezTo>
                    <a:cubicBezTo>
                      <a:pt x="617" y="386"/>
                      <a:pt x="649" y="386"/>
                      <a:pt x="681" y="386"/>
                    </a:cubicBezTo>
                    <a:cubicBezTo>
                      <a:pt x="681" y="450"/>
                      <a:pt x="681" y="513"/>
                      <a:pt x="681" y="579"/>
                    </a:cubicBezTo>
                    <a:cubicBezTo>
                      <a:pt x="713" y="579"/>
                      <a:pt x="745" y="579"/>
                      <a:pt x="778" y="579"/>
                    </a:cubicBezTo>
                    <a:cubicBezTo>
                      <a:pt x="746" y="643"/>
                      <a:pt x="714" y="706"/>
                      <a:pt x="681" y="772"/>
                    </a:cubicBezTo>
                    <a:cubicBezTo>
                      <a:pt x="713" y="772"/>
                      <a:pt x="745" y="772"/>
                      <a:pt x="778" y="772"/>
                    </a:cubicBezTo>
                    <a:cubicBezTo>
                      <a:pt x="778" y="804"/>
                      <a:pt x="778" y="836"/>
                      <a:pt x="778" y="868"/>
                    </a:cubicBezTo>
                    <a:cubicBezTo>
                      <a:pt x="714" y="868"/>
                      <a:pt x="651" y="868"/>
                      <a:pt x="585" y="868"/>
                    </a:cubicBezTo>
                    <a:cubicBezTo>
                      <a:pt x="585" y="932"/>
                      <a:pt x="585" y="996"/>
                      <a:pt x="585" y="1061"/>
                    </a:cubicBezTo>
                    <a:cubicBezTo>
                      <a:pt x="553" y="1061"/>
                      <a:pt x="521" y="1061"/>
                      <a:pt x="488" y="1061"/>
                    </a:cubicBezTo>
                    <a:cubicBezTo>
                      <a:pt x="488" y="1125"/>
                      <a:pt x="488" y="1189"/>
                      <a:pt x="488" y="1254"/>
                    </a:cubicBezTo>
                    <a:cubicBezTo>
                      <a:pt x="520" y="1254"/>
                      <a:pt x="552" y="1254"/>
                      <a:pt x="585" y="1254"/>
                    </a:cubicBezTo>
                    <a:cubicBezTo>
                      <a:pt x="585" y="1286"/>
                      <a:pt x="585" y="1318"/>
                      <a:pt x="585" y="1351"/>
                    </a:cubicBezTo>
                    <a:cubicBezTo>
                      <a:pt x="617" y="1351"/>
                      <a:pt x="649" y="1351"/>
                      <a:pt x="681" y="1351"/>
                    </a:cubicBezTo>
                    <a:cubicBezTo>
                      <a:pt x="681" y="1430"/>
                      <a:pt x="681" y="1510"/>
                      <a:pt x="681" y="1592"/>
                    </a:cubicBezTo>
                    <a:cubicBezTo>
                      <a:pt x="745" y="1608"/>
                      <a:pt x="809" y="1624"/>
                      <a:pt x="874" y="1640"/>
                    </a:cubicBezTo>
                    <a:cubicBezTo>
                      <a:pt x="747" y="1640"/>
                      <a:pt x="620" y="1640"/>
                      <a:pt x="488" y="1640"/>
                    </a:cubicBezTo>
                    <a:cubicBezTo>
                      <a:pt x="488" y="1545"/>
                      <a:pt x="488" y="1449"/>
                      <a:pt x="488" y="1351"/>
                    </a:cubicBezTo>
                    <a:cubicBezTo>
                      <a:pt x="457" y="1351"/>
                      <a:pt x="425" y="1351"/>
                      <a:pt x="392" y="1351"/>
                    </a:cubicBezTo>
                    <a:cubicBezTo>
                      <a:pt x="392" y="1287"/>
                      <a:pt x="392" y="1224"/>
                      <a:pt x="392" y="1158"/>
                    </a:cubicBezTo>
                    <a:cubicBezTo>
                      <a:pt x="360" y="1158"/>
                      <a:pt x="328" y="1158"/>
                      <a:pt x="296" y="1158"/>
                    </a:cubicBezTo>
                    <a:cubicBezTo>
                      <a:pt x="296" y="1094"/>
                      <a:pt x="296" y="1031"/>
                      <a:pt x="296" y="965"/>
                    </a:cubicBezTo>
                    <a:cubicBezTo>
                      <a:pt x="264" y="965"/>
                      <a:pt x="232" y="965"/>
                      <a:pt x="199" y="965"/>
                    </a:cubicBezTo>
                    <a:cubicBezTo>
                      <a:pt x="201" y="952"/>
                      <a:pt x="203" y="939"/>
                      <a:pt x="206" y="926"/>
                    </a:cubicBezTo>
                    <a:cubicBezTo>
                      <a:pt x="212" y="870"/>
                      <a:pt x="213" y="827"/>
                      <a:pt x="199" y="772"/>
                    </a:cubicBezTo>
                    <a:cubicBezTo>
                      <a:pt x="150" y="737"/>
                      <a:pt x="105" y="718"/>
                      <a:pt x="48" y="699"/>
                    </a:cubicBezTo>
                    <a:cubicBezTo>
                      <a:pt x="34" y="691"/>
                      <a:pt x="20" y="683"/>
                      <a:pt x="6" y="675"/>
                    </a:cubicBezTo>
                    <a:cubicBezTo>
                      <a:pt x="0" y="625"/>
                      <a:pt x="0" y="625"/>
                      <a:pt x="6" y="579"/>
                    </a:cubicBezTo>
                    <a:cubicBezTo>
                      <a:pt x="38" y="579"/>
                      <a:pt x="70" y="579"/>
                      <a:pt x="103" y="579"/>
                    </a:cubicBezTo>
                    <a:cubicBezTo>
                      <a:pt x="103" y="515"/>
                      <a:pt x="103" y="452"/>
                      <a:pt x="103" y="386"/>
                    </a:cubicBezTo>
                    <a:cubicBezTo>
                      <a:pt x="134" y="386"/>
                      <a:pt x="166" y="386"/>
                      <a:pt x="199" y="386"/>
                    </a:cubicBezTo>
                    <a:cubicBezTo>
                      <a:pt x="199" y="354"/>
                      <a:pt x="199" y="322"/>
                      <a:pt x="199" y="289"/>
                    </a:cubicBezTo>
                    <a:cubicBezTo>
                      <a:pt x="263" y="289"/>
                      <a:pt x="326" y="289"/>
                      <a:pt x="392" y="289"/>
                    </a:cubicBezTo>
                    <a:cubicBezTo>
                      <a:pt x="392" y="194"/>
                      <a:pt x="392" y="98"/>
                      <a:pt x="39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64" name="ICON_SKILL_COMPARE_path_049"/>
              <p:cNvSpPr/>
              <p:nvPr/>
            </p:nvSpPr>
            <p:spPr>
              <a:xfrm>
                <a:off x="6352451" y="1486791"/>
                <a:ext cx="3676" cy="41665"/>
              </a:xfrm>
              <a:custGeom>
                <a:avLst/>
                <a:gdLst/>
                <a:ahLst/>
                <a:cxnLst/>
                <a:rect l="0" t="0" r="r" b="b"/>
                <a:pathLst>
                  <a:path w="289" h="3281" fill="norm" stroke="0">
                    <a:moveTo>
                      <a:pt x="96" y="0"/>
                    </a:moveTo>
                    <a:cubicBezTo>
                      <a:pt x="160" y="0"/>
                      <a:pt x="224" y="0"/>
                      <a:pt x="289" y="0"/>
                    </a:cubicBezTo>
                    <a:cubicBezTo>
                      <a:pt x="282" y="18"/>
                      <a:pt x="274" y="35"/>
                      <a:pt x="266" y="53"/>
                    </a:cubicBezTo>
                    <a:cubicBezTo>
                      <a:pt x="224" y="180"/>
                      <a:pt x="233" y="317"/>
                      <a:pt x="231" y="449"/>
                    </a:cubicBezTo>
                    <a:cubicBezTo>
                      <a:pt x="231" y="480"/>
                      <a:pt x="230" y="511"/>
                      <a:pt x="230" y="542"/>
                    </a:cubicBezTo>
                    <a:cubicBezTo>
                      <a:pt x="229" y="625"/>
                      <a:pt x="228" y="709"/>
                      <a:pt x="227" y="793"/>
                    </a:cubicBezTo>
                    <a:cubicBezTo>
                      <a:pt x="226" y="880"/>
                      <a:pt x="224" y="968"/>
                      <a:pt x="223" y="1055"/>
                    </a:cubicBezTo>
                    <a:cubicBezTo>
                      <a:pt x="221" y="1221"/>
                      <a:pt x="218" y="1386"/>
                      <a:pt x="216" y="1552"/>
                    </a:cubicBezTo>
                    <a:cubicBezTo>
                      <a:pt x="214" y="1740"/>
                      <a:pt x="211" y="1929"/>
                      <a:pt x="209" y="2118"/>
                    </a:cubicBezTo>
                    <a:cubicBezTo>
                      <a:pt x="203" y="2505"/>
                      <a:pt x="198" y="2893"/>
                      <a:pt x="193" y="3281"/>
                    </a:cubicBezTo>
                    <a:cubicBezTo>
                      <a:pt x="129" y="3281"/>
                      <a:pt x="66" y="3281"/>
                      <a:pt x="0" y="3281"/>
                    </a:cubicBezTo>
                    <a:cubicBezTo>
                      <a:pt x="0" y="2899"/>
                      <a:pt x="0" y="2516"/>
                      <a:pt x="0" y="2123"/>
                    </a:cubicBezTo>
                    <a:cubicBezTo>
                      <a:pt x="32" y="2123"/>
                      <a:pt x="64" y="2123"/>
                      <a:pt x="96" y="2123"/>
                    </a:cubicBezTo>
                    <a:cubicBezTo>
                      <a:pt x="96" y="1804"/>
                      <a:pt x="96" y="1486"/>
                      <a:pt x="96" y="1158"/>
                    </a:cubicBezTo>
                    <a:cubicBezTo>
                      <a:pt x="65" y="1158"/>
                      <a:pt x="33" y="1158"/>
                      <a:pt x="0" y="1158"/>
                    </a:cubicBezTo>
                    <a:cubicBezTo>
                      <a:pt x="0" y="871"/>
                      <a:pt x="0" y="585"/>
                      <a:pt x="0" y="289"/>
                    </a:cubicBezTo>
                    <a:cubicBezTo>
                      <a:pt x="32" y="289"/>
                      <a:pt x="64" y="289"/>
                      <a:pt x="96" y="289"/>
                    </a:cubicBezTo>
                    <a:cubicBezTo>
                      <a:pt x="96" y="194"/>
                      <a:pt x="96" y="98"/>
                      <a:pt x="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65" name="ICON_SKILL_COMPARE_path_050"/>
              <p:cNvSpPr/>
              <p:nvPr/>
            </p:nvSpPr>
            <p:spPr>
              <a:xfrm>
                <a:off x="6641654" y="1532132"/>
                <a:ext cx="8664" cy="24509"/>
              </a:xfrm>
              <a:custGeom>
                <a:avLst/>
                <a:gdLst/>
                <a:ahLst/>
                <a:cxnLst/>
                <a:rect l="0" t="0" r="r" b="b"/>
                <a:pathLst>
                  <a:path w="682" h="1930" fill="norm" stroke="0">
                    <a:moveTo>
                      <a:pt x="193" y="0"/>
                    </a:moveTo>
                    <a:cubicBezTo>
                      <a:pt x="338" y="49"/>
                      <a:pt x="436" y="136"/>
                      <a:pt x="543" y="241"/>
                    </a:cubicBezTo>
                    <a:cubicBezTo>
                      <a:pt x="549" y="248"/>
                      <a:pt x="549" y="248"/>
                      <a:pt x="582" y="279"/>
                    </a:cubicBezTo>
                    <a:cubicBezTo>
                      <a:pt x="594" y="292"/>
                      <a:pt x="606" y="304"/>
                      <a:pt x="619" y="317"/>
                    </a:cubicBezTo>
                    <a:cubicBezTo>
                      <a:pt x="630" y="328"/>
                      <a:pt x="641" y="339"/>
                      <a:pt x="652" y="350"/>
                    </a:cubicBezTo>
                    <a:cubicBezTo>
                      <a:pt x="682" y="396"/>
                      <a:pt x="680" y="428"/>
                      <a:pt x="675" y="482"/>
                    </a:cubicBezTo>
                    <a:cubicBezTo>
                      <a:pt x="630" y="488"/>
                      <a:pt x="630" y="488"/>
                      <a:pt x="579" y="482"/>
                    </a:cubicBezTo>
                    <a:cubicBezTo>
                      <a:pt x="549" y="434"/>
                      <a:pt x="549" y="434"/>
                      <a:pt x="531" y="386"/>
                    </a:cubicBezTo>
                    <a:cubicBezTo>
                      <a:pt x="525" y="402"/>
                      <a:pt x="519" y="418"/>
                      <a:pt x="513" y="434"/>
                    </a:cubicBezTo>
                    <a:cubicBezTo>
                      <a:pt x="503" y="450"/>
                      <a:pt x="493" y="466"/>
                      <a:pt x="482" y="482"/>
                    </a:cubicBezTo>
                    <a:cubicBezTo>
                      <a:pt x="451" y="482"/>
                      <a:pt x="419" y="482"/>
                      <a:pt x="386" y="482"/>
                    </a:cubicBezTo>
                    <a:cubicBezTo>
                      <a:pt x="386" y="737"/>
                      <a:pt x="386" y="992"/>
                      <a:pt x="386" y="1254"/>
                    </a:cubicBezTo>
                    <a:cubicBezTo>
                      <a:pt x="418" y="1254"/>
                      <a:pt x="450" y="1254"/>
                      <a:pt x="482" y="1254"/>
                    </a:cubicBezTo>
                    <a:cubicBezTo>
                      <a:pt x="482" y="1223"/>
                      <a:pt x="482" y="1191"/>
                      <a:pt x="482" y="1158"/>
                    </a:cubicBezTo>
                    <a:cubicBezTo>
                      <a:pt x="514" y="1158"/>
                      <a:pt x="546" y="1158"/>
                      <a:pt x="579" y="1158"/>
                    </a:cubicBezTo>
                    <a:cubicBezTo>
                      <a:pt x="579" y="967"/>
                      <a:pt x="579" y="776"/>
                      <a:pt x="579" y="579"/>
                    </a:cubicBezTo>
                    <a:cubicBezTo>
                      <a:pt x="611" y="579"/>
                      <a:pt x="643" y="579"/>
                      <a:pt x="675" y="579"/>
                    </a:cubicBezTo>
                    <a:cubicBezTo>
                      <a:pt x="675" y="1025"/>
                      <a:pt x="675" y="1471"/>
                      <a:pt x="675" y="1930"/>
                    </a:cubicBezTo>
                    <a:cubicBezTo>
                      <a:pt x="644" y="1930"/>
                      <a:pt x="612" y="1930"/>
                      <a:pt x="579" y="1930"/>
                    </a:cubicBezTo>
                    <a:cubicBezTo>
                      <a:pt x="579" y="1834"/>
                      <a:pt x="579" y="1739"/>
                      <a:pt x="579" y="1640"/>
                    </a:cubicBezTo>
                    <a:cubicBezTo>
                      <a:pt x="547" y="1640"/>
                      <a:pt x="515" y="1640"/>
                      <a:pt x="482" y="1640"/>
                    </a:cubicBezTo>
                    <a:cubicBezTo>
                      <a:pt x="482" y="1577"/>
                      <a:pt x="482" y="1513"/>
                      <a:pt x="482" y="1447"/>
                    </a:cubicBezTo>
                    <a:cubicBezTo>
                      <a:pt x="419" y="1447"/>
                      <a:pt x="355" y="1447"/>
                      <a:pt x="289" y="1447"/>
                    </a:cubicBezTo>
                    <a:cubicBezTo>
                      <a:pt x="289" y="1352"/>
                      <a:pt x="289" y="1256"/>
                      <a:pt x="289" y="1158"/>
                    </a:cubicBezTo>
                    <a:cubicBezTo>
                      <a:pt x="258" y="1158"/>
                      <a:pt x="226" y="1158"/>
                      <a:pt x="193" y="1158"/>
                    </a:cubicBezTo>
                    <a:cubicBezTo>
                      <a:pt x="193" y="999"/>
                      <a:pt x="193" y="839"/>
                      <a:pt x="193" y="675"/>
                    </a:cubicBezTo>
                    <a:cubicBezTo>
                      <a:pt x="161" y="675"/>
                      <a:pt x="129" y="675"/>
                      <a:pt x="96" y="675"/>
                    </a:cubicBezTo>
                    <a:cubicBezTo>
                      <a:pt x="96" y="580"/>
                      <a:pt x="96" y="484"/>
                      <a:pt x="96" y="386"/>
                    </a:cubicBezTo>
                    <a:cubicBezTo>
                      <a:pt x="65" y="386"/>
                      <a:pt x="33" y="386"/>
                      <a:pt x="0" y="386"/>
                    </a:cubicBezTo>
                    <a:cubicBezTo>
                      <a:pt x="0" y="322"/>
                      <a:pt x="0" y="259"/>
                      <a:pt x="0" y="193"/>
                    </a:cubicBezTo>
                    <a:cubicBezTo>
                      <a:pt x="64" y="193"/>
                      <a:pt x="127" y="193"/>
                      <a:pt x="193" y="193"/>
                    </a:cubicBezTo>
                    <a:cubicBezTo>
                      <a:pt x="193" y="225"/>
                      <a:pt x="193" y="257"/>
                      <a:pt x="193" y="289"/>
                    </a:cubicBezTo>
                    <a:cubicBezTo>
                      <a:pt x="225" y="289"/>
                      <a:pt x="257" y="289"/>
                      <a:pt x="289" y="289"/>
                    </a:cubicBezTo>
                    <a:cubicBezTo>
                      <a:pt x="289" y="321"/>
                      <a:pt x="289" y="353"/>
                      <a:pt x="289" y="386"/>
                    </a:cubicBezTo>
                    <a:cubicBezTo>
                      <a:pt x="321" y="386"/>
                      <a:pt x="353" y="386"/>
                      <a:pt x="386" y="386"/>
                    </a:cubicBezTo>
                    <a:cubicBezTo>
                      <a:pt x="334" y="246"/>
                      <a:pt x="282" y="120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66" name="ICON_SKILL_COMPARE_path_051"/>
              <p:cNvSpPr/>
              <p:nvPr/>
            </p:nvSpPr>
            <p:spPr>
              <a:xfrm>
                <a:off x="6460289" y="1465959"/>
                <a:ext cx="28185" cy="9804"/>
              </a:xfrm>
              <a:custGeom>
                <a:avLst/>
                <a:gdLst/>
                <a:ahLst/>
                <a:cxnLst/>
                <a:rect l="0" t="0" r="r" b="b"/>
                <a:pathLst>
                  <a:path w="2219" h="772" fill="norm" stroke="0">
                    <a:moveTo>
                      <a:pt x="241" y="0"/>
                    </a:moveTo>
                    <a:cubicBezTo>
                      <a:pt x="353" y="0"/>
                      <a:pt x="464" y="0"/>
                      <a:pt x="579" y="0"/>
                    </a:cubicBezTo>
                    <a:cubicBezTo>
                      <a:pt x="579" y="32"/>
                      <a:pt x="579" y="64"/>
                      <a:pt x="579" y="96"/>
                    </a:cubicBezTo>
                    <a:cubicBezTo>
                      <a:pt x="770" y="96"/>
                      <a:pt x="961" y="96"/>
                      <a:pt x="1158" y="96"/>
                    </a:cubicBezTo>
                    <a:cubicBezTo>
                      <a:pt x="1158" y="128"/>
                      <a:pt x="1158" y="160"/>
                      <a:pt x="1158" y="193"/>
                    </a:cubicBezTo>
                    <a:cubicBezTo>
                      <a:pt x="1190" y="193"/>
                      <a:pt x="1222" y="193"/>
                      <a:pt x="1254" y="193"/>
                    </a:cubicBezTo>
                    <a:cubicBezTo>
                      <a:pt x="1254" y="225"/>
                      <a:pt x="1254" y="257"/>
                      <a:pt x="1254" y="289"/>
                    </a:cubicBezTo>
                    <a:cubicBezTo>
                      <a:pt x="1414" y="289"/>
                      <a:pt x="1573" y="289"/>
                      <a:pt x="1737" y="289"/>
                    </a:cubicBezTo>
                    <a:cubicBezTo>
                      <a:pt x="1737" y="321"/>
                      <a:pt x="1737" y="353"/>
                      <a:pt x="1737" y="386"/>
                    </a:cubicBezTo>
                    <a:cubicBezTo>
                      <a:pt x="1801" y="386"/>
                      <a:pt x="1864" y="386"/>
                      <a:pt x="1930" y="386"/>
                    </a:cubicBezTo>
                    <a:cubicBezTo>
                      <a:pt x="1930" y="418"/>
                      <a:pt x="1930" y="450"/>
                      <a:pt x="1930" y="482"/>
                    </a:cubicBezTo>
                    <a:cubicBezTo>
                      <a:pt x="1994" y="482"/>
                      <a:pt x="2057" y="482"/>
                      <a:pt x="2123" y="482"/>
                    </a:cubicBezTo>
                    <a:cubicBezTo>
                      <a:pt x="2123" y="514"/>
                      <a:pt x="2123" y="546"/>
                      <a:pt x="2123" y="579"/>
                    </a:cubicBezTo>
                    <a:cubicBezTo>
                      <a:pt x="2155" y="579"/>
                      <a:pt x="2186" y="579"/>
                      <a:pt x="2219" y="579"/>
                    </a:cubicBezTo>
                    <a:cubicBezTo>
                      <a:pt x="2219" y="643"/>
                      <a:pt x="2219" y="706"/>
                      <a:pt x="2219" y="772"/>
                    </a:cubicBezTo>
                    <a:cubicBezTo>
                      <a:pt x="2156" y="772"/>
                      <a:pt x="2092" y="772"/>
                      <a:pt x="2026" y="772"/>
                    </a:cubicBezTo>
                    <a:cubicBezTo>
                      <a:pt x="2026" y="740"/>
                      <a:pt x="2026" y="708"/>
                      <a:pt x="2026" y="675"/>
                    </a:cubicBezTo>
                    <a:cubicBezTo>
                      <a:pt x="1994" y="675"/>
                      <a:pt x="1963" y="675"/>
                      <a:pt x="1930" y="675"/>
                    </a:cubicBezTo>
                    <a:cubicBezTo>
                      <a:pt x="1930" y="644"/>
                      <a:pt x="1930" y="612"/>
                      <a:pt x="1930" y="579"/>
                    </a:cubicBezTo>
                    <a:cubicBezTo>
                      <a:pt x="1913" y="576"/>
                      <a:pt x="1895" y="574"/>
                      <a:pt x="1877" y="571"/>
                    </a:cubicBezTo>
                    <a:cubicBezTo>
                      <a:pt x="1813" y="561"/>
                      <a:pt x="1749" y="551"/>
                      <a:pt x="1685" y="540"/>
                    </a:cubicBezTo>
                    <a:cubicBezTo>
                      <a:pt x="1657" y="536"/>
                      <a:pt x="1630" y="532"/>
                      <a:pt x="1602" y="527"/>
                    </a:cubicBezTo>
                    <a:cubicBezTo>
                      <a:pt x="1562" y="521"/>
                      <a:pt x="1522" y="515"/>
                      <a:pt x="1482" y="508"/>
                    </a:cubicBezTo>
                    <a:cubicBezTo>
                      <a:pt x="1470" y="506"/>
                      <a:pt x="1457" y="505"/>
                      <a:pt x="1445" y="503"/>
                    </a:cubicBezTo>
                    <a:cubicBezTo>
                      <a:pt x="1376" y="491"/>
                      <a:pt x="1353" y="485"/>
                      <a:pt x="1303" y="434"/>
                    </a:cubicBezTo>
                    <a:cubicBezTo>
                      <a:pt x="1266" y="427"/>
                      <a:pt x="1266" y="427"/>
                      <a:pt x="1222" y="424"/>
                    </a:cubicBezTo>
                    <a:cubicBezTo>
                      <a:pt x="1205" y="423"/>
                      <a:pt x="1189" y="422"/>
                      <a:pt x="1172" y="421"/>
                    </a:cubicBezTo>
                    <a:cubicBezTo>
                      <a:pt x="1163" y="421"/>
                      <a:pt x="1163" y="421"/>
                      <a:pt x="1119" y="419"/>
                    </a:cubicBezTo>
                    <a:cubicBezTo>
                      <a:pt x="1109" y="418"/>
                      <a:pt x="1109" y="418"/>
                      <a:pt x="1064" y="416"/>
                    </a:cubicBezTo>
                    <a:cubicBezTo>
                      <a:pt x="1006" y="413"/>
                      <a:pt x="948" y="410"/>
                      <a:pt x="890" y="407"/>
                    </a:cubicBezTo>
                    <a:cubicBezTo>
                      <a:pt x="850" y="405"/>
                      <a:pt x="811" y="403"/>
                      <a:pt x="772" y="401"/>
                    </a:cubicBezTo>
                    <a:cubicBezTo>
                      <a:pt x="675" y="396"/>
                      <a:pt x="579" y="391"/>
                      <a:pt x="482" y="386"/>
                    </a:cubicBezTo>
                    <a:cubicBezTo>
                      <a:pt x="482" y="418"/>
                      <a:pt x="482" y="450"/>
                      <a:pt x="482" y="482"/>
                    </a:cubicBezTo>
                    <a:cubicBezTo>
                      <a:pt x="323" y="482"/>
                      <a:pt x="164" y="482"/>
                      <a:pt x="0" y="482"/>
                    </a:cubicBezTo>
                    <a:cubicBezTo>
                      <a:pt x="32" y="419"/>
                      <a:pt x="64" y="355"/>
                      <a:pt x="96" y="289"/>
                    </a:cubicBezTo>
                    <a:cubicBezTo>
                      <a:pt x="174" y="274"/>
                      <a:pt x="219" y="270"/>
                      <a:pt x="296" y="277"/>
                    </a:cubicBezTo>
                    <a:cubicBezTo>
                      <a:pt x="314" y="278"/>
                      <a:pt x="331" y="279"/>
                      <a:pt x="350" y="280"/>
                    </a:cubicBezTo>
                    <a:cubicBezTo>
                      <a:pt x="394" y="282"/>
                      <a:pt x="438" y="285"/>
                      <a:pt x="482" y="289"/>
                    </a:cubicBezTo>
                    <a:cubicBezTo>
                      <a:pt x="482" y="258"/>
                      <a:pt x="482" y="226"/>
                      <a:pt x="482" y="193"/>
                    </a:cubicBezTo>
                    <a:cubicBezTo>
                      <a:pt x="451" y="193"/>
                      <a:pt x="419" y="193"/>
                      <a:pt x="386" y="193"/>
                    </a:cubicBezTo>
                    <a:cubicBezTo>
                      <a:pt x="386" y="145"/>
                      <a:pt x="386" y="97"/>
                      <a:pt x="386" y="48"/>
                    </a:cubicBezTo>
                    <a:cubicBezTo>
                      <a:pt x="338" y="32"/>
                      <a:pt x="290" y="16"/>
                      <a:pt x="24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67" name="ICON_SKILL_COMPARE_path_052"/>
              <p:cNvSpPr/>
              <p:nvPr/>
            </p:nvSpPr>
            <p:spPr>
              <a:xfrm>
                <a:off x="6595088" y="1545000"/>
                <a:ext cx="9804" cy="25121"/>
              </a:xfrm>
              <a:custGeom>
                <a:avLst/>
                <a:gdLst/>
                <a:ahLst/>
                <a:cxnLst/>
                <a:rect l="0" t="0" r="r" b="b"/>
                <a:pathLst>
                  <a:path w="772" h="1978" fill="norm" stroke="0">
                    <a:moveTo>
                      <a:pt x="289" y="0"/>
                    </a:moveTo>
                    <a:cubicBezTo>
                      <a:pt x="321" y="16"/>
                      <a:pt x="353" y="32"/>
                      <a:pt x="386" y="48"/>
                    </a:cubicBezTo>
                    <a:cubicBezTo>
                      <a:pt x="396" y="101"/>
                      <a:pt x="398" y="142"/>
                      <a:pt x="397" y="195"/>
                    </a:cubicBezTo>
                    <a:cubicBezTo>
                      <a:pt x="397" y="210"/>
                      <a:pt x="397" y="226"/>
                      <a:pt x="397" y="241"/>
                    </a:cubicBezTo>
                    <a:cubicBezTo>
                      <a:pt x="397" y="291"/>
                      <a:pt x="396" y="341"/>
                      <a:pt x="395" y="391"/>
                    </a:cubicBezTo>
                    <a:cubicBezTo>
                      <a:pt x="395" y="425"/>
                      <a:pt x="395" y="460"/>
                      <a:pt x="395" y="494"/>
                    </a:cubicBezTo>
                    <a:cubicBezTo>
                      <a:pt x="395" y="585"/>
                      <a:pt x="394" y="676"/>
                      <a:pt x="393" y="767"/>
                    </a:cubicBezTo>
                    <a:cubicBezTo>
                      <a:pt x="392" y="860"/>
                      <a:pt x="391" y="953"/>
                      <a:pt x="391" y="1046"/>
                    </a:cubicBezTo>
                    <a:cubicBezTo>
                      <a:pt x="390" y="1228"/>
                      <a:pt x="388" y="1410"/>
                      <a:pt x="386" y="1592"/>
                    </a:cubicBezTo>
                    <a:cubicBezTo>
                      <a:pt x="418" y="1592"/>
                      <a:pt x="450" y="1592"/>
                      <a:pt x="482" y="1592"/>
                    </a:cubicBezTo>
                    <a:cubicBezTo>
                      <a:pt x="482" y="1624"/>
                      <a:pt x="482" y="1656"/>
                      <a:pt x="482" y="1689"/>
                    </a:cubicBezTo>
                    <a:cubicBezTo>
                      <a:pt x="514" y="1689"/>
                      <a:pt x="546" y="1689"/>
                      <a:pt x="579" y="1689"/>
                    </a:cubicBezTo>
                    <a:cubicBezTo>
                      <a:pt x="577" y="1704"/>
                      <a:pt x="575" y="1718"/>
                      <a:pt x="573" y="1734"/>
                    </a:cubicBezTo>
                    <a:cubicBezTo>
                      <a:pt x="574" y="1742"/>
                      <a:pt x="574" y="1742"/>
                      <a:pt x="579" y="1785"/>
                    </a:cubicBezTo>
                    <a:cubicBezTo>
                      <a:pt x="621" y="1812"/>
                      <a:pt x="621" y="1812"/>
                      <a:pt x="675" y="1833"/>
                    </a:cubicBezTo>
                    <a:cubicBezTo>
                      <a:pt x="730" y="1854"/>
                      <a:pt x="730" y="1854"/>
                      <a:pt x="772" y="1882"/>
                    </a:cubicBezTo>
                    <a:cubicBezTo>
                      <a:pt x="772" y="1913"/>
                      <a:pt x="772" y="1945"/>
                      <a:pt x="772" y="1978"/>
                    </a:cubicBezTo>
                    <a:cubicBezTo>
                      <a:pt x="645" y="1978"/>
                      <a:pt x="517" y="1978"/>
                      <a:pt x="386" y="1978"/>
                    </a:cubicBezTo>
                    <a:cubicBezTo>
                      <a:pt x="386" y="1946"/>
                      <a:pt x="386" y="1914"/>
                      <a:pt x="386" y="1882"/>
                    </a:cubicBezTo>
                    <a:cubicBezTo>
                      <a:pt x="354" y="1882"/>
                      <a:pt x="322" y="1882"/>
                      <a:pt x="289" y="1882"/>
                    </a:cubicBezTo>
                    <a:cubicBezTo>
                      <a:pt x="289" y="1850"/>
                      <a:pt x="289" y="1818"/>
                      <a:pt x="289" y="1785"/>
                    </a:cubicBezTo>
                    <a:cubicBezTo>
                      <a:pt x="258" y="1785"/>
                      <a:pt x="226" y="1785"/>
                      <a:pt x="193" y="1785"/>
                    </a:cubicBezTo>
                    <a:cubicBezTo>
                      <a:pt x="193" y="1753"/>
                      <a:pt x="193" y="1721"/>
                      <a:pt x="193" y="1689"/>
                    </a:cubicBezTo>
                    <a:cubicBezTo>
                      <a:pt x="161" y="1689"/>
                      <a:pt x="129" y="1689"/>
                      <a:pt x="96" y="1689"/>
                    </a:cubicBezTo>
                    <a:cubicBezTo>
                      <a:pt x="96" y="1657"/>
                      <a:pt x="96" y="1625"/>
                      <a:pt x="96" y="1592"/>
                    </a:cubicBezTo>
                    <a:cubicBezTo>
                      <a:pt x="65" y="1592"/>
                      <a:pt x="33" y="1592"/>
                      <a:pt x="0" y="1592"/>
                    </a:cubicBezTo>
                    <a:cubicBezTo>
                      <a:pt x="0" y="1337"/>
                      <a:pt x="0" y="1083"/>
                      <a:pt x="0" y="820"/>
                    </a:cubicBezTo>
                    <a:cubicBezTo>
                      <a:pt x="64" y="820"/>
                      <a:pt x="127" y="820"/>
                      <a:pt x="193" y="820"/>
                    </a:cubicBezTo>
                    <a:cubicBezTo>
                      <a:pt x="193" y="948"/>
                      <a:pt x="193" y="1075"/>
                      <a:pt x="193" y="1206"/>
                    </a:cubicBezTo>
                    <a:cubicBezTo>
                      <a:pt x="225" y="1206"/>
                      <a:pt x="257" y="1206"/>
                      <a:pt x="289" y="1206"/>
                    </a:cubicBezTo>
                    <a:cubicBezTo>
                      <a:pt x="289" y="808"/>
                      <a:pt x="289" y="410"/>
                      <a:pt x="28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68" name="ICON_SKILL_COMPARE_path_053"/>
              <p:cNvSpPr/>
              <p:nvPr/>
            </p:nvSpPr>
            <p:spPr>
              <a:xfrm>
                <a:off x="6603666" y="1441450"/>
                <a:ext cx="17156" cy="12867"/>
              </a:xfrm>
              <a:custGeom>
                <a:avLst/>
                <a:gdLst/>
                <a:ahLst/>
                <a:cxnLst/>
                <a:rect l="0" t="0" r="r" b="b"/>
                <a:pathLst>
                  <a:path w="1351" h="1013" fill="norm" stroke="0">
                    <a:moveTo>
                      <a:pt x="0" y="0"/>
                    </a:moveTo>
                    <a:cubicBezTo>
                      <a:pt x="64" y="0"/>
                      <a:pt x="127" y="0"/>
                      <a:pt x="193" y="0"/>
                    </a:cubicBezTo>
                    <a:cubicBezTo>
                      <a:pt x="193" y="32"/>
                      <a:pt x="193" y="64"/>
                      <a:pt x="193" y="96"/>
                    </a:cubicBezTo>
                    <a:cubicBezTo>
                      <a:pt x="225" y="96"/>
                      <a:pt x="257" y="96"/>
                      <a:pt x="289" y="96"/>
                    </a:cubicBezTo>
                    <a:cubicBezTo>
                      <a:pt x="289" y="128"/>
                      <a:pt x="289" y="160"/>
                      <a:pt x="289" y="193"/>
                    </a:cubicBezTo>
                    <a:cubicBezTo>
                      <a:pt x="417" y="193"/>
                      <a:pt x="544" y="193"/>
                      <a:pt x="675" y="193"/>
                    </a:cubicBezTo>
                    <a:cubicBezTo>
                      <a:pt x="675" y="225"/>
                      <a:pt x="675" y="257"/>
                      <a:pt x="675" y="289"/>
                    </a:cubicBezTo>
                    <a:cubicBezTo>
                      <a:pt x="866" y="289"/>
                      <a:pt x="1058" y="289"/>
                      <a:pt x="1254" y="289"/>
                    </a:cubicBezTo>
                    <a:cubicBezTo>
                      <a:pt x="1206" y="386"/>
                      <a:pt x="1206" y="386"/>
                      <a:pt x="1173" y="398"/>
                    </a:cubicBezTo>
                    <a:cubicBezTo>
                      <a:pt x="1166" y="397"/>
                      <a:pt x="1166" y="397"/>
                      <a:pt x="1134" y="397"/>
                    </a:cubicBezTo>
                    <a:cubicBezTo>
                      <a:pt x="1120" y="397"/>
                      <a:pt x="1105" y="397"/>
                      <a:pt x="1090" y="397"/>
                    </a:cubicBezTo>
                    <a:cubicBezTo>
                      <a:pt x="1075" y="396"/>
                      <a:pt x="1059" y="396"/>
                      <a:pt x="1043" y="395"/>
                    </a:cubicBezTo>
                    <a:cubicBezTo>
                      <a:pt x="1027" y="395"/>
                      <a:pt x="1011" y="395"/>
                      <a:pt x="995" y="395"/>
                    </a:cubicBezTo>
                    <a:cubicBezTo>
                      <a:pt x="943" y="394"/>
                      <a:pt x="892" y="393"/>
                      <a:pt x="841" y="392"/>
                    </a:cubicBezTo>
                    <a:cubicBezTo>
                      <a:pt x="807" y="392"/>
                      <a:pt x="772" y="391"/>
                      <a:pt x="737" y="391"/>
                    </a:cubicBezTo>
                    <a:cubicBezTo>
                      <a:pt x="652" y="390"/>
                      <a:pt x="567" y="388"/>
                      <a:pt x="482" y="386"/>
                    </a:cubicBezTo>
                    <a:cubicBezTo>
                      <a:pt x="482" y="418"/>
                      <a:pt x="482" y="450"/>
                      <a:pt x="482" y="482"/>
                    </a:cubicBezTo>
                    <a:cubicBezTo>
                      <a:pt x="546" y="482"/>
                      <a:pt x="610" y="482"/>
                      <a:pt x="675" y="482"/>
                    </a:cubicBezTo>
                    <a:cubicBezTo>
                      <a:pt x="675" y="514"/>
                      <a:pt x="675" y="546"/>
                      <a:pt x="675" y="579"/>
                    </a:cubicBezTo>
                    <a:cubicBezTo>
                      <a:pt x="644" y="579"/>
                      <a:pt x="612" y="579"/>
                      <a:pt x="579" y="579"/>
                    </a:cubicBezTo>
                    <a:cubicBezTo>
                      <a:pt x="579" y="611"/>
                      <a:pt x="579" y="643"/>
                      <a:pt x="579" y="675"/>
                    </a:cubicBezTo>
                    <a:cubicBezTo>
                      <a:pt x="643" y="675"/>
                      <a:pt x="706" y="675"/>
                      <a:pt x="772" y="675"/>
                    </a:cubicBezTo>
                    <a:cubicBezTo>
                      <a:pt x="772" y="707"/>
                      <a:pt x="772" y="739"/>
                      <a:pt x="772" y="772"/>
                    </a:cubicBezTo>
                    <a:cubicBezTo>
                      <a:pt x="788" y="771"/>
                      <a:pt x="804" y="771"/>
                      <a:pt x="820" y="770"/>
                    </a:cubicBezTo>
                    <a:cubicBezTo>
                      <a:pt x="879" y="769"/>
                      <a:pt x="937" y="768"/>
                      <a:pt x="996" y="767"/>
                    </a:cubicBezTo>
                    <a:cubicBezTo>
                      <a:pt x="1021" y="766"/>
                      <a:pt x="1047" y="765"/>
                      <a:pt x="1072" y="765"/>
                    </a:cubicBezTo>
                    <a:cubicBezTo>
                      <a:pt x="1109" y="763"/>
                      <a:pt x="1145" y="763"/>
                      <a:pt x="1182" y="763"/>
                    </a:cubicBezTo>
                    <a:cubicBezTo>
                      <a:pt x="1204" y="762"/>
                      <a:pt x="1226" y="762"/>
                      <a:pt x="1248" y="761"/>
                    </a:cubicBezTo>
                    <a:cubicBezTo>
                      <a:pt x="1257" y="763"/>
                      <a:pt x="1257" y="763"/>
                      <a:pt x="1303" y="772"/>
                    </a:cubicBezTo>
                    <a:cubicBezTo>
                      <a:pt x="1319" y="804"/>
                      <a:pt x="1334" y="836"/>
                      <a:pt x="1351" y="868"/>
                    </a:cubicBezTo>
                    <a:cubicBezTo>
                      <a:pt x="1064" y="868"/>
                      <a:pt x="778" y="868"/>
                      <a:pt x="482" y="868"/>
                    </a:cubicBezTo>
                    <a:cubicBezTo>
                      <a:pt x="482" y="900"/>
                      <a:pt x="482" y="932"/>
                      <a:pt x="482" y="965"/>
                    </a:cubicBezTo>
                    <a:cubicBezTo>
                      <a:pt x="419" y="973"/>
                      <a:pt x="419" y="973"/>
                      <a:pt x="96" y="1013"/>
                    </a:cubicBezTo>
                    <a:cubicBezTo>
                      <a:pt x="96" y="934"/>
                      <a:pt x="96" y="854"/>
                      <a:pt x="96" y="772"/>
                    </a:cubicBezTo>
                    <a:cubicBezTo>
                      <a:pt x="128" y="772"/>
                      <a:pt x="160" y="772"/>
                      <a:pt x="193" y="772"/>
                    </a:cubicBezTo>
                    <a:cubicBezTo>
                      <a:pt x="193" y="708"/>
                      <a:pt x="193" y="645"/>
                      <a:pt x="193" y="579"/>
                    </a:cubicBezTo>
                    <a:cubicBezTo>
                      <a:pt x="225" y="579"/>
                      <a:pt x="257" y="579"/>
                      <a:pt x="289" y="579"/>
                    </a:cubicBezTo>
                    <a:cubicBezTo>
                      <a:pt x="289" y="547"/>
                      <a:pt x="289" y="515"/>
                      <a:pt x="289" y="482"/>
                    </a:cubicBezTo>
                    <a:cubicBezTo>
                      <a:pt x="321" y="482"/>
                      <a:pt x="353" y="482"/>
                      <a:pt x="386" y="482"/>
                    </a:cubicBezTo>
                    <a:cubicBezTo>
                      <a:pt x="386" y="451"/>
                      <a:pt x="386" y="419"/>
                      <a:pt x="386" y="386"/>
                    </a:cubicBezTo>
                    <a:cubicBezTo>
                      <a:pt x="322" y="386"/>
                      <a:pt x="259" y="386"/>
                      <a:pt x="193" y="386"/>
                    </a:cubicBezTo>
                    <a:cubicBezTo>
                      <a:pt x="193" y="354"/>
                      <a:pt x="193" y="322"/>
                      <a:pt x="193" y="289"/>
                    </a:cubicBezTo>
                    <a:cubicBezTo>
                      <a:pt x="129" y="289"/>
                      <a:pt x="66" y="289"/>
                      <a:pt x="0" y="289"/>
                    </a:cubicBezTo>
                    <a:cubicBezTo>
                      <a:pt x="0" y="194"/>
                      <a:pt x="0" y="9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69" name="ICON_SKILL_COMPARE_path_054"/>
              <p:cNvSpPr/>
              <p:nvPr/>
            </p:nvSpPr>
            <p:spPr>
              <a:xfrm>
                <a:off x="6454162" y="1461670"/>
                <a:ext cx="12254" cy="12254"/>
              </a:xfrm>
              <a:custGeom>
                <a:avLst/>
                <a:gdLst/>
                <a:ahLst/>
                <a:cxnLst/>
                <a:rect l="0" t="0" r="r" b="b"/>
                <a:pathLst>
                  <a:path w="965" h="965" fill="norm" stroke="0">
                    <a:moveTo>
                      <a:pt x="193" y="0"/>
                    </a:moveTo>
                    <a:cubicBezTo>
                      <a:pt x="241" y="22"/>
                      <a:pt x="290" y="44"/>
                      <a:pt x="338" y="66"/>
                    </a:cubicBezTo>
                    <a:cubicBezTo>
                      <a:pt x="352" y="72"/>
                      <a:pt x="365" y="79"/>
                      <a:pt x="380" y="85"/>
                    </a:cubicBezTo>
                    <a:cubicBezTo>
                      <a:pt x="393" y="91"/>
                      <a:pt x="406" y="97"/>
                      <a:pt x="419" y="104"/>
                    </a:cubicBezTo>
                    <a:cubicBezTo>
                      <a:pt x="425" y="106"/>
                      <a:pt x="425" y="106"/>
                      <a:pt x="456" y="121"/>
                    </a:cubicBezTo>
                    <a:cubicBezTo>
                      <a:pt x="465" y="128"/>
                      <a:pt x="473" y="136"/>
                      <a:pt x="482" y="145"/>
                    </a:cubicBezTo>
                    <a:cubicBezTo>
                      <a:pt x="482" y="177"/>
                      <a:pt x="482" y="208"/>
                      <a:pt x="482" y="241"/>
                    </a:cubicBezTo>
                    <a:cubicBezTo>
                      <a:pt x="562" y="257"/>
                      <a:pt x="642" y="273"/>
                      <a:pt x="724" y="289"/>
                    </a:cubicBezTo>
                    <a:cubicBezTo>
                      <a:pt x="724" y="321"/>
                      <a:pt x="724" y="353"/>
                      <a:pt x="724" y="386"/>
                    </a:cubicBezTo>
                    <a:cubicBezTo>
                      <a:pt x="771" y="386"/>
                      <a:pt x="819" y="386"/>
                      <a:pt x="868" y="386"/>
                    </a:cubicBezTo>
                    <a:cubicBezTo>
                      <a:pt x="868" y="434"/>
                      <a:pt x="868" y="481"/>
                      <a:pt x="868" y="531"/>
                    </a:cubicBezTo>
                    <a:cubicBezTo>
                      <a:pt x="900" y="531"/>
                      <a:pt x="932" y="531"/>
                      <a:pt x="965" y="531"/>
                    </a:cubicBezTo>
                    <a:cubicBezTo>
                      <a:pt x="965" y="563"/>
                      <a:pt x="965" y="594"/>
                      <a:pt x="965" y="627"/>
                    </a:cubicBezTo>
                    <a:cubicBezTo>
                      <a:pt x="838" y="627"/>
                      <a:pt x="710" y="627"/>
                      <a:pt x="579" y="627"/>
                    </a:cubicBezTo>
                    <a:cubicBezTo>
                      <a:pt x="579" y="659"/>
                      <a:pt x="579" y="691"/>
                      <a:pt x="579" y="724"/>
                    </a:cubicBezTo>
                    <a:cubicBezTo>
                      <a:pt x="627" y="754"/>
                      <a:pt x="627" y="754"/>
                      <a:pt x="675" y="772"/>
                    </a:cubicBezTo>
                    <a:cubicBezTo>
                      <a:pt x="612" y="772"/>
                      <a:pt x="548" y="772"/>
                      <a:pt x="482" y="772"/>
                    </a:cubicBezTo>
                    <a:cubicBezTo>
                      <a:pt x="482" y="820"/>
                      <a:pt x="482" y="867"/>
                      <a:pt x="482" y="917"/>
                    </a:cubicBezTo>
                    <a:cubicBezTo>
                      <a:pt x="387" y="933"/>
                      <a:pt x="291" y="949"/>
                      <a:pt x="193" y="965"/>
                    </a:cubicBezTo>
                    <a:cubicBezTo>
                      <a:pt x="193" y="885"/>
                      <a:pt x="193" y="806"/>
                      <a:pt x="193" y="724"/>
                    </a:cubicBezTo>
                    <a:cubicBezTo>
                      <a:pt x="161" y="724"/>
                      <a:pt x="129" y="724"/>
                      <a:pt x="96" y="724"/>
                    </a:cubicBezTo>
                    <a:cubicBezTo>
                      <a:pt x="96" y="692"/>
                      <a:pt x="96" y="660"/>
                      <a:pt x="96" y="627"/>
                    </a:cubicBezTo>
                    <a:cubicBezTo>
                      <a:pt x="65" y="627"/>
                      <a:pt x="33" y="627"/>
                      <a:pt x="0" y="627"/>
                    </a:cubicBezTo>
                    <a:cubicBezTo>
                      <a:pt x="0" y="564"/>
                      <a:pt x="0" y="500"/>
                      <a:pt x="0" y="434"/>
                    </a:cubicBezTo>
                    <a:cubicBezTo>
                      <a:pt x="32" y="434"/>
                      <a:pt x="64" y="434"/>
                      <a:pt x="96" y="434"/>
                    </a:cubicBezTo>
                    <a:cubicBezTo>
                      <a:pt x="96" y="371"/>
                      <a:pt x="96" y="307"/>
                      <a:pt x="96" y="241"/>
                    </a:cubicBezTo>
                    <a:cubicBezTo>
                      <a:pt x="160" y="241"/>
                      <a:pt x="224" y="241"/>
                      <a:pt x="289" y="241"/>
                    </a:cubicBezTo>
                    <a:cubicBezTo>
                      <a:pt x="289" y="209"/>
                      <a:pt x="289" y="178"/>
                      <a:pt x="289" y="145"/>
                    </a:cubicBezTo>
                    <a:cubicBezTo>
                      <a:pt x="258" y="145"/>
                      <a:pt x="226" y="145"/>
                      <a:pt x="193" y="145"/>
                    </a:cubicBezTo>
                    <a:cubicBezTo>
                      <a:pt x="193" y="97"/>
                      <a:pt x="193" y="49"/>
                      <a:pt x="1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13" cap="flat">
                <a:noFill/>
              </a:ln>
            </p:spPr>
          </p:sp>
          <p:sp>
            <p:nvSpPr>
              <p:cNvPr id="670" name="ICON_SKILL_COMPARE_path_055"/>
              <p:cNvSpPr/>
              <p:nvPr/>
            </p:nvSpPr>
            <p:spPr>
              <a:xfrm>
                <a:off x="6619596" y="1442675"/>
                <a:ext cx="13480" cy="13480"/>
              </a:xfrm>
              <a:custGeom>
                <a:avLst/>
                <a:gdLst/>
                <a:ahLst/>
                <a:cxnLst/>
                <a:rect l="0" t="0" r="r" b="b"/>
                <a:pathLst>
                  <a:path w="1061" h="1061" fill="norm" stroke="0">
                    <a:moveTo>
                      <a:pt x="675" y="0"/>
                    </a:moveTo>
                    <a:cubicBezTo>
                      <a:pt x="739" y="0"/>
                      <a:pt x="803" y="0"/>
                      <a:pt x="868" y="0"/>
                    </a:cubicBezTo>
                    <a:cubicBezTo>
                      <a:pt x="868" y="32"/>
                      <a:pt x="868" y="64"/>
                      <a:pt x="868" y="96"/>
                    </a:cubicBezTo>
                    <a:cubicBezTo>
                      <a:pt x="932" y="96"/>
                      <a:pt x="996" y="96"/>
                      <a:pt x="1061" y="96"/>
                    </a:cubicBezTo>
                    <a:cubicBezTo>
                      <a:pt x="1061" y="160"/>
                      <a:pt x="1061" y="224"/>
                      <a:pt x="1061" y="289"/>
                    </a:cubicBezTo>
                    <a:cubicBezTo>
                      <a:pt x="998" y="289"/>
                      <a:pt x="934" y="289"/>
                      <a:pt x="868" y="289"/>
                    </a:cubicBezTo>
                    <a:cubicBezTo>
                      <a:pt x="868" y="258"/>
                      <a:pt x="868" y="226"/>
                      <a:pt x="868" y="193"/>
                    </a:cubicBezTo>
                    <a:cubicBezTo>
                      <a:pt x="805" y="193"/>
                      <a:pt x="741" y="193"/>
                      <a:pt x="675" y="193"/>
                    </a:cubicBezTo>
                    <a:cubicBezTo>
                      <a:pt x="675" y="289"/>
                      <a:pt x="675" y="384"/>
                      <a:pt x="675" y="482"/>
                    </a:cubicBezTo>
                    <a:cubicBezTo>
                      <a:pt x="707" y="482"/>
                      <a:pt x="739" y="482"/>
                      <a:pt x="772" y="482"/>
                    </a:cubicBezTo>
                    <a:cubicBezTo>
                      <a:pt x="772" y="546"/>
                      <a:pt x="772" y="610"/>
                      <a:pt x="772" y="675"/>
                    </a:cubicBezTo>
                    <a:cubicBezTo>
                      <a:pt x="836" y="675"/>
                      <a:pt x="899" y="675"/>
                      <a:pt x="965" y="675"/>
                    </a:cubicBezTo>
                    <a:cubicBezTo>
                      <a:pt x="965" y="707"/>
                      <a:pt x="965" y="739"/>
                      <a:pt x="965" y="772"/>
                    </a:cubicBezTo>
                    <a:cubicBezTo>
                      <a:pt x="997" y="772"/>
                      <a:pt x="1029" y="772"/>
                      <a:pt x="1061" y="772"/>
                    </a:cubicBezTo>
                    <a:cubicBezTo>
                      <a:pt x="1061" y="867"/>
                      <a:pt x="1061" y="963"/>
                      <a:pt x="1061" y="1061"/>
                    </a:cubicBezTo>
                    <a:cubicBezTo>
                      <a:pt x="1030" y="1061"/>
                      <a:pt x="998" y="1061"/>
                      <a:pt x="965" y="1061"/>
                    </a:cubicBezTo>
                    <a:cubicBezTo>
                      <a:pt x="965" y="1030"/>
                      <a:pt x="965" y="998"/>
                      <a:pt x="965" y="965"/>
                    </a:cubicBezTo>
                    <a:cubicBezTo>
                      <a:pt x="933" y="965"/>
                      <a:pt x="901" y="965"/>
                      <a:pt x="868" y="965"/>
                    </a:cubicBezTo>
                    <a:cubicBezTo>
                      <a:pt x="868" y="933"/>
                      <a:pt x="868" y="901"/>
                      <a:pt x="868" y="868"/>
                    </a:cubicBezTo>
                    <a:cubicBezTo>
                      <a:pt x="741" y="868"/>
                      <a:pt x="614" y="868"/>
                      <a:pt x="482" y="868"/>
                    </a:cubicBezTo>
                    <a:cubicBezTo>
                      <a:pt x="482" y="837"/>
                      <a:pt x="482" y="805"/>
                      <a:pt x="482" y="772"/>
                    </a:cubicBezTo>
                    <a:cubicBezTo>
                      <a:pt x="355" y="772"/>
                      <a:pt x="228" y="772"/>
                      <a:pt x="96" y="772"/>
                    </a:cubicBezTo>
                    <a:cubicBezTo>
                      <a:pt x="160" y="756"/>
                      <a:pt x="224" y="740"/>
                      <a:pt x="289" y="724"/>
                    </a:cubicBezTo>
                    <a:cubicBezTo>
                      <a:pt x="289" y="676"/>
                      <a:pt x="289" y="628"/>
                      <a:pt x="289" y="579"/>
                    </a:cubicBezTo>
                    <a:cubicBezTo>
                      <a:pt x="321" y="579"/>
                      <a:pt x="353" y="579"/>
                      <a:pt x="386" y="579"/>
                    </a:cubicBezTo>
                    <a:cubicBezTo>
                      <a:pt x="386" y="483"/>
                      <a:pt x="386" y="388"/>
                      <a:pt x="386" y="289"/>
                    </a:cubicBezTo>
                    <a:cubicBezTo>
                      <a:pt x="259" y="274"/>
                      <a:pt x="131" y="258"/>
                      <a:pt x="0" y="241"/>
                    </a:cubicBezTo>
                    <a:cubicBezTo>
                      <a:pt x="0" y="225"/>
                      <a:pt x="0" y="209"/>
                      <a:pt x="0" y="193"/>
                    </a:cubicBezTo>
                    <a:cubicBezTo>
                      <a:pt x="127" y="193"/>
                      <a:pt x="255" y="193"/>
                      <a:pt x="386" y="193"/>
                    </a:cubicBezTo>
                    <a:cubicBezTo>
                      <a:pt x="386" y="161"/>
                      <a:pt x="386" y="129"/>
                      <a:pt x="386" y="96"/>
                    </a:cubicBezTo>
                    <a:cubicBezTo>
                      <a:pt x="481" y="96"/>
                      <a:pt x="577" y="96"/>
                      <a:pt x="675" y="96"/>
                    </a:cubicBezTo>
                    <a:cubicBezTo>
                      <a:pt x="675" y="65"/>
                      <a:pt x="675" y="33"/>
                      <a:pt x="67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71" name="ICON_SKILL_COMPARE_path_056"/>
              <p:cNvSpPr/>
              <p:nvPr/>
            </p:nvSpPr>
            <p:spPr>
              <a:xfrm>
                <a:off x="6581608" y="1429196"/>
                <a:ext cx="14705" cy="13480"/>
              </a:xfrm>
              <a:custGeom>
                <a:avLst/>
                <a:gdLst/>
                <a:ahLst/>
                <a:cxnLst/>
                <a:rect l="0" t="0" r="r" b="b"/>
                <a:pathLst>
                  <a:path w="1158" h="1061" fill="norm" stroke="0">
                    <a:moveTo>
                      <a:pt x="772" y="0"/>
                    </a:moveTo>
                    <a:cubicBezTo>
                      <a:pt x="899" y="0"/>
                      <a:pt x="1027" y="0"/>
                      <a:pt x="1158" y="0"/>
                    </a:cubicBezTo>
                    <a:cubicBezTo>
                      <a:pt x="1158" y="96"/>
                      <a:pt x="1158" y="191"/>
                      <a:pt x="1158" y="289"/>
                    </a:cubicBezTo>
                    <a:cubicBezTo>
                      <a:pt x="1094" y="289"/>
                      <a:pt x="1031" y="289"/>
                      <a:pt x="965" y="289"/>
                    </a:cubicBezTo>
                    <a:cubicBezTo>
                      <a:pt x="965" y="321"/>
                      <a:pt x="965" y="353"/>
                      <a:pt x="965" y="386"/>
                    </a:cubicBezTo>
                    <a:cubicBezTo>
                      <a:pt x="901" y="386"/>
                      <a:pt x="838" y="386"/>
                      <a:pt x="772" y="386"/>
                    </a:cubicBezTo>
                    <a:cubicBezTo>
                      <a:pt x="772" y="418"/>
                      <a:pt x="772" y="450"/>
                      <a:pt x="772" y="482"/>
                    </a:cubicBezTo>
                    <a:cubicBezTo>
                      <a:pt x="740" y="482"/>
                      <a:pt x="708" y="482"/>
                      <a:pt x="675" y="482"/>
                    </a:cubicBezTo>
                    <a:cubicBezTo>
                      <a:pt x="675" y="546"/>
                      <a:pt x="675" y="610"/>
                      <a:pt x="675" y="675"/>
                    </a:cubicBezTo>
                    <a:cubicBezTo>
                      <a:pt x="707" y="675"/>
                      <a:pt x="739" y="675"/>
                      <a:pt x="772" y="675"/>
                    </a:cubicBezTo>
                    <a:cubicBezTo>
                      <a:pt x="777" y="741"/>
                      <a:pt x="781" y="804"/>
                      <a:pt x="772" y="868"/>
                    </a:cubicBezTo>
                    <a:cubicBezTo>
                      <a:pt x="724" y="896"/>
                      <a:pt x="724" y="896"/>
                      <a:pt x="675" y="917"/>
                    </a:cubicBezTo>
                    <a:cubicBezTo>
                      <a:pt x="666" y="967"/>
                      <a:pt x="671" y="1010"/>
                      <a:pt x="675" y="1061"/>
                    </a:cubicBezTo>
                    <a:cubicBezTo>
                      <a:pt x="644" y="1061"/>
                      <a:pt x="612" y="1061"/>
                      <a:pt x="579" y="1061"/>
                    </a:cubicBezTo>
                    <a:cubicBezTo>
                      <a:pt x="579" y="998"/>
                      <a:pt x="579" y="934"/>
                      <a:pt x="579" y="868"/>
                    </a:cubicBezTo>
                    <a:cubicBezTo>
                      <a:pt x="547" y="868"/>
                      <a:pt x="515" y="868"/>
                      <a:pt x="482" y="868"/>
                    </a:cubicBezTo>
                    <a:cubicBezTo>
                      <a:pt x="482" y="805"/>
                      <a:pt x="482" y="741"/>
                      <a:pt x="482" y="675"/>
                    </a:cubicBezTo>
                    <a:cubicBezTo>
                      <a:pt x="451" y="675"/>
                      <a:pt x="419" y="675"/>
                      <a:pt x="386" y="675"/>
                    </a:cubicBezTo>
                    <a:cubicBezTo>
                      <a:pt x="386" y="644"/>
                      <a:pt x="386" y="612"/>
                      <a:pt x="386" y="579"/>
                    </a:cubicBezTo>
                    <a:cubicBezTo>
                      <a:pt x="354" y="579"/>
                      <a:pt x="322" y="579"/>
                      <a:pt x="289" y="579"/>
                    </a:cubicBezTo>
                    <a:cubicBezTo>
                      <a:pt x="289" y="547"/>
                      <a:pt x="289" y="515"/>
                      <a:pt x="289" y="482"/>
                    </a:cubicBezTo>
                    <a:cubicBezTo>
                      <a:pt x="258" y="482"/>
                      <a:pt x="226" y="482"/>
                      <a:pt x="193" y="482"/>
                    </a:cubicBezTo>
                    <a:cubicBezTo>
                      <a:pt x="193" y="451"/>
                      <a:pt x="193" y="419"/>
                      <a:pt x="193" y="386"/>
                    </a:cubicBezTo>
                    <a:cubicBezTo>
                      <a:pt x="161" y="386"/>
                      <a:pt x="129" y="386"/>
                      <a:pt x="96" y="386"/>
                    </a:cubicBezTo>
                    <a:cubicBezTo>
                      <a:pt x="98" y="371"/>
                      <a:pt x="100" y="356"/>
                      <a:pt x="103" y="341"/>
                    </a:cubicBezTo>
                    <a:cubicBezTo>
                      <a:pt x="101" y="324"/>
                      <a:pt x="99" y="307"/>
                      <a:pt x="96" y="289"/>
                    </a:cubicBezTo>
                    <a:cubicBezTo>
                      <a:pt x="48" y="259"/>
                      <a:pt x="48" y="259"/>
                      <a:pt x="0" y="241"/>
                    </a:cubicBezTo>
                    <a:cubicBezTo>
                      <a:pt x="29" y="190"/>
                      <a:pt x="58" y="141"/>
                      <a:pt x="96" y="96"/>
                    </a:cubicBezTo>
                    <a:cubicBezTo>
                      <a:pt x="151" y="87"/>
                      <a:pt x="151" y="87"/>
                      <a:pt x="193" y="96"/>
                    </a:cubicBezTo>
                    <a:cubicBezTo>
                      <a:pt x="193" y="128"/>
                      <a:pt x="193" y="160"/>
                      <a:pt x="193" y="193"/>
                    </a:cubicBezTo>
                    <a:cubicBezTo>
                      <a:pt x="225" y="193"/>
                      <a:pt x="257" y="193"/>
                      <a:pt x="289" y="193"/>
                    </a:cubicBezTo>
                    <a:cubicBezTo>
                      <a:pt x="289" y="225"/>
                      <a:pt x="289" y="257"/>
                      <a:pt x="289" y="289"/>
                    </a:cubicBezTo>
                    <a:cubicBezTo>
                      <a:pt x="385" y="289"/>
                      <a:pt x="481" y="289"/>
                      <a:pt x="579" y="289"/>
                    </a:cubicBezTo>
                    <a:cubicBezTo>
                      <a:pt x="579" y="258"/>
                      <a:pt x="579" y="226"/>
                      <a:pt x="579" y="193"/>
                    </a:cubicBezTo>
                    <a:cubicBezTo>
                      <a:pt x="611" y="193"/>
                      <a:pt x="643" y="193"/>
                      <a:pt x="675" y="193"/>
                    </a:cubicBezTo>
                    <a:cubicBezTo>
                      <a:pt x="675" y="161"/>
                      <a:pt x="675" y="129"/>
                      <a:pt x="675" y="96"/>
                    </a:cubicBezTo>
                    <a:cubicBezTo>
                      <a:pt x="707" y="96"/>
                      <a:pt x="739" y="96"/>
                      <a:pt x="772" y="96"/>
                    </a:cubicBezTo>
                    <a:cubicBezTo>
                      <a:pt x="772" y="65"/>
                      <a:pt x="772" y="33"/>
                      <a:pt x="77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72" name="ICON_SKILL_COMPARE_path_057"/>
              <p:cNvSpPr/>
              <p:nvPr/>
            </p:nvSpPr>
            <p:spPr>
              <a:xfrm>
                <a:off x="6526463" y="1469635"/>
                <a:ext cx="4902" cy="18382"/>
              </a:xfrm>
              <a:custGeom>
                <a:avLst/>
                <a:gdLst/>
                <a:ahLst/>
                <a:cxnLst/>
                <a:rect l="0" t="0" r="r" b="b"/>
                <a:pathLst>
                  <a:path w="386" h="1447" fill="norm" stroke="0">
                    <a:moveTo>
                      <a:pt x="0" y="0"/>
                    </a:moveTo>
                    <a:cubicBezTo>
                      <a:pt x="32" y="0"/>
                      <a:pt x="64" y="0"/>
                      <a:pt x="96" y="0"/>
                    </a:cubicBezTo>
                    <a:cubicBezTo>
                      <a:pt x="96" y="127"/>
                      <a:pt x="96" y="255"/>
                      <a:pt x="96" y="386"/>
                    </a:cubicBezTo>
                    <a:cubicBezTo>
                      <a:pt x="128" y="386"/>
                      <a:pt x="160" y="386"/>
                      <a:pt x="193" y="386"/>
                    </a:cubicBezTo>
                    <a:cubicBezTo>
                      <a:pt x="193" y="418"/>
                      <a:pt x="193" y="450"/>
                      <a:pt x="193" y="482"/>
                    </a:cubicBezTo>
                    <a:cubicBezTo>
                      <a:pt x="225" y="482"/>
                      <a:pt x="257" y="482"/>
                      <a:pt x="289" y="482"/>
                    </a:cubicBezTo>
                    <a:cubicBezTo>
                      <a:pt x="289" y="419"/>
                      <a:pt x="289" y="355"/>
                      <a:pt x="289" y="289"/>
                    </a:cubicBezTo>
                    <a:cubicBezTo>
                      <a:pt x="321" y="289"/>
                      <a:pt x="353" y="289"/>
                      <a:pt x="386" y="289"/>
                    </a:cubicBezTo>
                    <a:cubicBezTo>
                      <a:pt x="386" y="672"/>
                      <a:pt x="386" y="1054"/>
                      <a:pt x="386" y="1447"/>
                    </a:cubicBezTo>
                    <a:cubicBezTo>
                      <a:pt x="259" y="1447"/>
                      <a:pt x="131" y="1447"/>
                      <a:pt x="0" y="1447"/>
                    </a:cubicBezTo>
                    <a:cubicBezTo>
                      <a:pt x="0" y="970"/>
                      <a:pt x="0" y="492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73" name="ICON_SKILL_COMPARE_path_058"/>
              <p:cNvSpPr/>
              <p:nvPr/>
            </p:nvSpPr>
            <p:spPr>
              <a:xfrm>
                <a:off x="6630625" y="1429196"/>
                <a:ext cx="20832" cy="14093"/>
              </a:xfrm>
              <a:custGeom>
                <a:avLst/>
                <a:gdLst/>
                <a:ahLst/>
                <a:cxnLst/>
                <a:rect l="0" t="0" r="r" b="b"/>
                <a:pathLst>
                  <a:path w="1640" h="1110" fill="norm" stroke="0">
                    <a:moveTo>
                      <a:pt x="1351" y="0"/>
                    </a:moveTo>
                    <a:cubicBezTo>
                      <a:pt x="1415" y="0"/>
                      <a:pt x="1478" y="0"/>
                      <a:pt x="1544" y="0"/>
                    </a:cubicBezTo>
                    <a:cubicBezTo>
                      <a:pt x="1544" y="32"/>
                      <a:pt x="1544" y="64"/>
                      <a:pt x="1544" y="96"/>
                    </a:cubicBezTo>
                    <a:cubicBezTo>
                      <a:pt x="1576" y="96"/>
                      <a:pt x="1608" y="96"/>
                      <a:pt x="1640" y="96"/>
                    </a:cubicBezTo>
                    <a:cubicBezTo>
                      <a:pt x="1640" y="160"/>
                      <a:pt x="1640" y="224"/>
                      <a:pt x="1640" y="289"/>
                    </a:cubicBezTo>
                    <a:cubicBezTo>
                      <a:pt x="1609" y="289"/>
                      <a:pt x="1577" y="289"/>
                      <a:pt x="1544" y="289"/>
                    </a:cubicBezTo>
                    <a:cubicBezTo>
                      <a:pt x="1544" y="321"/>
                      <a:pt x="1544" y="353"/>
                      <a:pt x="1544" y="386"/>
                    </a:cubicBezTo>
                    <a:cubicBezTo>
                      <a:pt x="1512" y="386"/>
                      <a:pt x="1480" y="386"/>
                      <a:pt x="1447" y="386"/>
                    </a:cubicBezTo>
                    <a:cubicBezTo>
                      <a:pt x="1447" y="481"/>
                      <a:pt x="1447" y="577"/>
                      <a:pt x="1447" y="675"/>
                    </a:cubicBezTo>
                    <a:cubicBezTo>
                      <a:pt x="1384" y="675"/>
                      <a:pt x="1320" y="675"/>
                      <a:pt x="1254" y="675"/>
                    </a:cubicBezTo>
                    <a:cubicBezTo>
                      <a:pt x="1254" y="644"/>
                      <a:pt x="1254" y="612"/>
                      <a:pt x="1254" y="579"/>
                    </a:cubicBezTo>
                    <a:cubicBezTo>
                      <a:pt x="1223" y="579"/>
                      <a:pt x="1191" y="579"/>
                      <a:pt x="1158" y="579"/>
                    </a:cubicBezTo>
                    <a:cubicBezTo>
                      <a:pt x="1158" y="547"/>
                      <a:pt x="1158" y="515"/>
                      <a:pt x="1158" y="482"/>
                    </a:cubicBezTo>
                    <a:cubicBezTo>
                      <a:pt x="1062" y="482"/>
                      <a:pt x="967" y="482"/>
                      <a:pt x="868" y="482"/>
                    </a:cubicBezTo>
                    <a:cubicBezTo>
                      <a:pt x="868" y="451"/>
                      <a:pt x="868" y="419"/>
                      <a:pt x="868" y="386"/>
                    </a:cubicBezTo>
                    <a:cubicBezTo>
                      <a:pt x="646" y="502"/>
                      <a:pt x="646" y="502"/>
                      <a:pt x="600" y="573"/>
                    </a:cubicBezTo>
                    <a:cubicBezTo>
                      <a:pt x="588" y="612"/>
                      <a:pt x="588" y="612"/>
                      <a:pt x="579" y="675"/>
                    </a:cubicBezTo>
                    <a:cubicBezTo>
                      <a:pt x="547" y="675"/>
                      <a:pt x="515" y="675"/>
                      <a:pt x="482" y="675"/>
                    </a:cubicBezTo>
                    <a:cubicBezTo>
                      <a:pt x="482" y="707"/>
                      <a:pt x="482" y="739"/>
                      <a:pt x="482" y="772"/>
                    </a:cubicBezTo>
                    <a:cubicBezTo>
                      <a:pt x="451" y="772"/>
                      <a:pt x="419" y="772"/>
                      <a:pt x="386" y="772"/>
                    </a:cubicBezTo>
                    <a:cubicBezTo>
                      <a:pt x="386" y="804"/>
                      <a:pt x="386" y="836"/>
                      <a:pt x="386" y="868"/>
                    </a:cubicBezTo>
                    <a:cubicBezTo>
                      <a:pt x="354" y="868"/>
                      <a:pt x="322" y="868"/>
                      <a:pt x="289" y="868"/>
                    </a:cubicBezTo>
                    <a:cubicBezTo>
                      <a:pt x="291" y="876"/>
                      <a:pt x="291" y="876"/>
                      <a:pt x="299" y="912"/>
                    </a:cubicBezTo>
                    <a:cubicBezTo>
                      <a:pt x="289" y="965"/>
                      <a:pt x="289" y="965"/>
                      <a:pt x="262" y="986"/>
                    </a:cubicBezTo>
                    <a:cubicBezTo>
                      <a:pt x="224" y="1007"/>
                      <a:pt x="185" y="1026"/>
                      <a:pt x="145" y="1043"/>
                    </a:cubicBezTo>
                    <a:cubicBezTo>
                      <a:pt x="131" y="1050"/>
                      <a:pt x="117" y="1056"/>
                      <a:pt x="103" y="1063"/>
                    </a:cubicBezTo>
                    <a:cubicBezTo>
                      <a:pt x="69" y="1079"/>
                      <a:pt x="34" y="1094"/>
                      <a:pt x="0" y="1110"/>
                    </a:cubicBezTo>
                    <a:cubicBezTo>
                      <a:pt x="0" y="1062"/>
                      <a:pt x="0" y="1014"/>
                      <a:pt x="0" y="965"/>
                    </a:cubicBezTo>
                    <a:cubicBezTo>
                      <a:pt x="32" y="965"/>
                      <a:pt x="64" y="965"/>
                      <a:pt x="96" y="965"/>
                    </a:cubicBezTo>
                    <a:cubicBezTo>
                      <a:pt x="96" y="933"/>
                      <a:pt x="96" y="901"/>
                      <a:pt x="96" y="868"/>
                    </a:cubicBezTo>
                    <a:cubicBezTo>
                      <a:pt x="128" y="868"/>
                      <a:pt x="160" y="868"/>
                      <a:pt x="193" y="868"/>
                    </a:cubicBezTo>
                    <a:cubicBezTo>
                      <a:pt x="193" y="837"/>
                      <a:pt x="193" y="805"/>
                      <a:pt x="193" y="772"/>
                    </a:cubicBezTo>
                    <a:cubicBezTo>
                      <a:pt x="225" y="772"/>
                      <a:pt x="257" y="772"/>
                      <a:pt x="289" y="772"/>
                    </a:cubicBezTo>
                    <a:cubicBezTo>
                      <a:pt x="289" y="740"/>
                      <a:pt x="289" y="708"/>
                      <a:pt x="289" y="675"/>
                    </a:cubicBezTo>
                    <a:cubicBezTo>
                      <a:pt x="321" y="675"/>
                      <a:pt x="353" y="675"/>
                      <a:pt x="386" y="675"/>
                    </a:cubicBezTo>
                    <a:cubicBezTo>
                      <a:pt x="386" y="644"/>
                      <a:pt x="386" y="612"/>
                      <a:pt x="386" y="579"/>
                    </a:cubicBezTo>
                    <a:cubicBezTo>
                      <a:pt x="418" y="579"/>
                      <a:pt x="450" y="579"/>
                      <a:pt x="482" y="579"/>
                    </a:cubicBezTo>
                    <a:cubicBezTo>
                      <a:pt x="482" y="547"/>
                      <a:pt x="482" y="515"/>
                      <a:pt x="482" y="482"/>
                    </a:cubicBezTo>
                    <a:cubicBezTo>
                      <a:pt x="514" y="482"/>
                      <a:pt x="546" y="482"/>
                      <a:pt x="579" y="482"/>
                    </a:cubicBezTo>
                    <a:cubicBezTo>
                      <a:pt x="579" y="451"/>
                      <a:pt x="579" y="419"/>
                      <a:pt x="579" y="386"/>
                    </a:cubicBezTo>
                    <a:cubicBezTo>
                      <a:pt x="611" y="386"/>
                      <a:pt x="643" y="386"/>
                      <a:pt x="675" y="386"/>
                    </a:cubicBezTo>
                    <a:cubicBezTo>
                      <a:pt x="675" y="322"/>
                      <a:pt x="675" y="259"/>
                      <a:pt x="675" y="193"/>
                    </a:cubicBezTo>
                    <a:cubicBezTo>
                      <a:pt x="739" y="193"/>
                      <a:pt x="803" y="193"/>
                      <a:pt x="868" y="193"/>
                    </a:cubicBezTo>
                    <a:cubicBezTo>
                      <a:pt x="868" y="225"/>
                      <a:pt x="868" y="257"/>
                      <a:pt x="868" y="289"/>
                    </a:cubicBezTo>
                    <a:cubicBezTo>
                      <a:pt x="900" y="289"/>
                      <a:pt x="932" y="289"/>
                      <a:pt x="965" y="289"/>
                    </a:cubicBezTo>
                    <a:cubicBezTo>
                      <a:pt x="965" y="258"/>
                      <a:pt x="965" y="226"/>
                      <a:pt x="965" y="193"/>
                    </a:cubicBezTo>
                    <a:cubicBezTo>
                      <a:pt x="1060" y="193"/>
                      <a:pt x="1156" y="193"/>
                      <a:pt x="1254" y="193"/>
                    </a:cubicBezTo>
                    <a:cubicBezTo>
                      <a:pt x="1254" y="161"/>
                      <a:pt x="1254" y="129"/>
                      <a:pt x="1254" y="96"/>
                    </a:cubicBezTo>
                    <a:cubicBezTo>
                      <a:pt x="1286" y="96"/>
                      <a:pt x="1318" y="96"/>
                      <a:pt x="1351" y="96"/>
                    </a:cubicBezTo>
                    <a:cubicBezTo>
                      <a:pt x="1351" y="65"/>
                      <a:pt x="1351" y="33"/>
                      <a:pt x="135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74" name="ICON_SKILL_COMPARE_path_059"/>
              <p:cNvSpPr/>
              <p:nvPr/>
            </p:nvSpPr>
            <p:spPr>
              <a:xfrm>
                <a:off x="6609793" y="1445644"/>
                <a:ext cx="14705" cy="6222"/>
              </a:xfrm>
              <a:custGeom>
                <a:avLst/>
                <a:gdLst/>
                <a:ahLst/>
                <a:cxnLst/>
                <a:rect l="0" t="0" r="r" b="b"/>
                <a:pathLst>
                  <a:path w="1158" h="490" fill="norm" stroke="0">
                    <a:moveTo>
                      <a:pt x="581" y="1"/>
                    </a:moveTo>
                    <a:cubicBezTo>
                      <a:pt x="633" y="1"/>
                      <a:pt x="686" y="1"/>
                      <a:pt x="738" y="1"/>
                    </a:cubicBezTo>
                    <a:cubicBezTo>
                      <a:pt x="771" y="1"/>
                      <a:pt x="805" y="1"/>
                      <a:pt x="839" y="1"/>
                    </a:cubicBezTo>
                    <a:cubicBezTo>
                      <a:pt x="854" y="1"/>
                      <a:pt x="869" y="1"/>
                      <a:pt x="885" y="1"/>
                    </a:cubicBezTo>
                    <a:cubicBezTo>
                      <a:pt x="986" y="2"/>
                      <a:pt x="1064" y="20"/>
                      <a:pt x="1158" y="56"/>
                    </a:cubicBezTo>
                    <a:cubicBezTo>
                      <a:pt x="1158" y="151"/>
                      <a:pt x="1158" y="247"/>
                      <a:pt x="1158" y="345"/>
                    </a:cubicBezTo>
                    <a:cubicBezTo>
                      <a:pt x="1126" y="345"/>
                      <a:pt x="1094" y="345"/>
                      <a:pt x="1061" y="345"/>
                    </a:cubicBezTo>
                    <a:cubicBezTo>
                      <a:pt x="1061" y="393"/>
                      <a:pt x="1061" y="441"/>
                      <a:pt x="1061" y="490"/>
                    </a:cubicBezTo>
                    <a:cubicBezTo>
                      <a:pt x="775" y="490"/>
                      <a:pt x="488" y="490"/>
                      <a:pt x="193" y="490"/>
                    </a:cubicBezTo>
                    <a:cubicBezTo>
                      <a:pt x="225" y="474"/>
                      <a:pt x="257" y="458"/>
                      <a:pt x="289" y="442"/>
                    </a:cubicBezTo>
                    <a:cubicBezTo>
                      <a:pt x="289" y="410"/>
                      <a:pt x="289" y="378"/>
                      <a:pt x="289" y="345"/>
                    </a:cubicBezTo>
                    <a:cubicBezTo>
                      <a:pt x="226" y="345"/>
                      <a:pt x="162" y="345"/>
                      <a:pt x="96" y="345"/>
                    </a:cubicBezTo>
                    <a:cubicBezTo>
                      <a:pt x="96" y="313"/>
                      <a:pt x="96" y="282"/>
                      <a:pt x="96" y="249"/>
                    </a:cubicBezTo>
                    <a:cubicBezTo>
                      <a:pt x="128" y="249"/>
                      <a:pt x="160" y="249"/>
                      <a:pt x="193" y="249"/>
                    </a:cubicBezTo>
                    <a:cubicBezTo>
                      <a:pt x="193" y="217"/>
                      <a:pt x="193" y="185"/>
                      <a:pt x="193" y="152"/>
                    </a:cubicBezTo>
                    <a:cubicBezTo>
                      <a:pt x="129" y="152"/>
                      <a:pt x="66" y="152"/>
                      <a:pt x="0" y="152"/>
                    </a:cubicBezTo>
                    <a:cubicBezTo>
                      <a:pt x="0" y="120"/>
                      <a:pt x="0" y="89"/>
                      <a:pt x="0" y="56"/>
                    </a:cubicBezTo>
                    <a:cubicBezTo>
                      <a:pt x="194" y="4"/>
                      <a:pt x="382" y="0"/>
                      <a:pt x="5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13" cap="flat">
                <a:noFill/>
              </a:ln>
            </p:spPr>
          </p:sp>
          <p:sp>
            <p:nvSpPr>
              <p:cNvPr id="675" name="ICON_SKILL_COMPARE_path_060"/>
              <p:cNvSpPr/>
              <p:nvPr/>
            </p:nvSpPr>
            <p:spPr>
              <a:xfrm>
                <a:off x="6365931" y="1560318"/>
                <a:ext cx="28185" cy="7353"/>
              </a:xfrm>
              <a:custGeom>
                <a:avLst/>
                <a:gdLst/>
                <a:ahLst/>
                <a:cxnLst/>
                <a:rect l="0" t="0" r="r" b="b"/>
                <a:pathLst>
                  <a:path w="2219" h="579" fill="norm" stroke="0">
                    <a:moveTo>
                      <a:pt x="2123" y="0"/>
                    </a:moveTo>
                    <a:cubicBezTo>
                      <a:pt x="2155" y="0"/>
                      <a:pt x="2186" y="0"/>
                      <a:pt x="2219" y="0"/>
                    </a:cubicBezTo>
                    <a:cubicBezTo>
                      <a:pt x="2219" y="64"/>
                      <a:pt x="2219" y="127"/>
                      <a:pt x="2219" y="193"/>
                    </a:cubicBezTo>
                    <a:cubicBezTo>
                      <a:pt x="2187" y="193"/>
                      <a:pt x="2156" y="193"/>
                      <a:pt x="2123" y="193"/>
                    </a:cubicBezTo>
                    <a:cubicBezTo>
                      <a:pt x="2123" y="225"/>
                      <a:pt x="2123" y="257"/>
                      <a:pt x="2123" y="289"/>
                    </a:cubicBezTo>
                    <a:cubicBezTo>
                      <a:pt x="2091" y="289"/>
                      <a:pt x="2059" y="289"/>
                      <a:pt x="2026" y="289"/>
                    </a:cubicBezTo>
                    <a:cubicBezTo>
                      <a:pt x="2026" y="321"/>
                      <a:pt x="2026" y="353"/>
                      <a:pt x="2026" y="386"/>
                    </a:cubicBezTo>
                    <a:cubicBezTo>
                      <a:pt x="1963" y="386"/>
                      <a:pt x="1899" y="386"/>
                      <a:pt x="1833" y="386"/>
                    </a:cubicBezTo>
                    <a:cubicBezTo>
                      <a:pt x="1833" y="418"/>
                      <a:pt x="1833" y="450"/>
                      <a:pt x="1833" y="482"/>
                    </a:cubicBezTo>
                    <a:cubicBezTo>
                      <a:pt x="1801" y="482"/>
                      <a:pt x="1770" y="482"/>
                      <a:pt x="1737" y="482"/>
                    </a:cubicBezTo>
                    <a:cubicBezTo>
                      <a:pt x="1737" y="514"/>
                      <a:pt x="1737" y="546"/>
                      <a:pt x="1737" y="579"/>
                    </a:cubicBezTo>
                    <a:cubicBezTo>
                      <a:pt x="1291" y="579"/>
                      <a:pt x="845" y="579"/>
                      <a:pt x="386" y="579"/>
                    </a:cubicBezTo>
                    <a:cubicBezTo>
                      <a:pt x="386" y="547"/>
                      <a:pt x="386" y="515"/>
                      <a:pt x="386" y="482"/>
                    </a:cubicBezTo>
                    <a:cubicBezTo>
                      <a:pt x="354" y="482"/>
                      <a:pt x="322" y="482"/>
                      <a:pt x="289" y="482"/>
                    </a:cubicBezTo>
                    <a:cubicBezTo>
                      <a:pt x="289" y="451"/>
                      <a:pt x="289" y="419"/>
                      <a:pt x="289" y="386"/>
                    </a:cubicBezTo>
                    <a:cubicBezTo>
                      <a:pt x="276" y="387"/>
                      <a:pt x="263" y="388"/>
                      <a:pt x="249" y="389"/>
                    </a:cubicBezTo>
                    <a:cubicBezTo>
                      <a:pt x="197" y="392"/>
                      <a:pt x="148" y="393"/>
                      <a:pt x="96" y="386"/>
                    </a:cubicBezTo>
                    <a:cubicBezTo>
                      <a:pt x="63" y="344"/>
                      <a:pt x="63" y="344"/>
                      <a:pt x="48" y="289"/>
                    </a:cubicBezTo>
                    <a:cubicBezTo>
                      <a:pt x="33" y="257"/>
                      <a:pt x="16" y="225"/>
                      <a:pt x="0" y="193"/>
                    </a:cubicBezTo>
                    <a:cubicBezTo>
                      <a:pt x="132" y="217"/>
                      <a:pt x="260" y="243"/>
                      <a:pt x="386" y="289"/>
                    </a:cubicBezTo>
                    <a:cubicBezTo>
                      <a:pt x="386" y="321"/>
                      <a:pt x="386" y="353"/>
                      <a:pt x="386" y="386"/>
                    </a:cubicBezTo>
                    <a:cubicBezTo>
                      <a:pt x="832" y="386"/>
                      <a:pt x="1278" y="386"/>
                      <a:pt x="1737" y="386"/>
                    </a:cubicBezTo>
                    <a:cubicBezTo>
                      <a:pt x="1737" y="354"/>
                      <a:pt x="1737" y="322"/>
                      <a:pt x="1737" y="289"/>
                    </a:cubicBezTo>
                    <a:cubicBezTo>
                      <a:pt x="1757" y="285"/>
                      <a:pt x="1776" y="280"/>
                      <a:pt x="1797" y="275"/>
                    </a:cubicBezTo>
                    <a:cubicBezTo>
                      <a:pt x="2007" y="219"/>
                      <a:pt x="2007" y="219"/>
                      <a:pt x="2064" y="144"/>
                    </a:cubicBezTo>
                    <a:cubicBezTo>
                      <a:pt x="2087" y="90"/>
                      <a:pt x="2087" y="90"/>
                      <a:pt x="2102" y="39"/>
                    </a:cubicBezTo>
                    <a:cubicBezTo>
                      <a:pt x="2109" y="26"/>
                      <a:pt x="2116" y="13"/>
                      <a:pt x="212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76" name="ICON_SKILL_COMPARE_path_061"/>
              <p:cNvSpPr/>
              <p:nvPr/>
            </p:nvSpPr>
            <p:spPr>
              <a:xfrm>
                <a:off x="6656206" y="1465819"/>
                <a:ext cx="17310" cy="7492"/>
              </a:xfrm>
              <a:custGeom>
                <a:avLst/>
                <a:gdLst/>
                <a:ahLst/>
                <a:cxnLst/>
                <a:rect l="0" t="0" r="r" b="b"/>
                <a:pathLst>
                  <a:path w="1363" h="590" fill="norm" stroke="0">
                    <a:moveTo>
                      <a:pt x="302" y="11"/>
                    </a:moveTo>
                    <a:cubicBezTo>
                      <a:pt x="302" y="43"/>
                      <a:pt x="302" y="75"/>
                      <a:pt x="302" y="107"/>
                    </a:cubicBezTo>
                    <a:cubicBezTo>
                      <a:pt x="333" y="107"/>
                      <a:pt x="365" y="107"/>
                      <a:pt x="398" y="107"/>
                    </a:cubicBezTo>
                    <a:cubicBezTo>
                      <a:pt x="398" y="76"/>
                      <a:pt x="398" y="44"/>
                      <a:pt x="398" y="11"/>
                    </a:cubicBezTo>
                    <a:cubicBezTo>
                      <a:pt x="430" y="11"/>
                      <a:pt x="462" y="11"/>
                      <a:pt x="495" y="11"/>
                    </a:cubicBezTo>
                    <a:cubicBezTo>
                      <a:pt x="495" y="43"/>
                      <a:pt x="495" y="75"/>
                      <a:pt x="495" y="107"/>
                    </a:cubicBezTo>
                    <a:cubicBezTo>
                      <a:pt x="686" y="107"/>
                      <a:pt x="877" y="107"/>
                      <a:pt x="1074" y="107"/>
                    </a:cubicBezTo>
                    <a:cubicBezTo>
                      <a:pt x="1074" y="139"/>
                      <a:pt x="1074" y="171"/>
                      <a:pt x="1074" y="204"/>
                    </a:cubicBezTo>
                    <a:cubicBezTo>
                      <a:pt x="1105" y="204"/>
                      <a:pt x="1137" y="204"/>
                      <a:pt x="1170" y="204"/>
                    </a:cubicBezTo>
                    <a:cubicBezTo>
                      <a:pt x="1170" y="236"/>
                      <a:pt x="1170" y="268"/>
                      <a:pt x="1170" y="300"/>
                    </a:cubicBezTo>
                    <a:cubicBezTo>
                      <a:pt x="1202" y="300"/>
                      <a:pt x="1234" y="300"/>
                      <a:pt x="1266" y="300"/>
                    </a:cubicBezTo>
                    <a:cubicBezTo>
                      <a:pt x="1266" y="332"/>
                      <a:pt x="1266" y="364"/>
                      <a:pt x="1266" y="397"/>
                    </a:cubicBezTo>
                    <a:cubicBezTo>
                      <a:pt x="1298" y="397"/>
                      <a:pt x="1330" y="397"/>
                      <a:pt x="1363" y="397"/>
                    </a:cubicBezTo>
                    <a:cubicBezTo>
                      <a:pt x="1363" y="461"/>
                      <a:pt x="1363" y="524"/>
                      <a:pt x="1363" y="590"/>
                    </a:cubicBezTo>
                    <a:cubicBezTo>
                      <a:pt x="1299" y="590"/>
                      <a:pt x="1236" y="590"/>
                      <a:pt x="1170" y="590"/>
                    </a:cubicBezTo>
                    <a:cubicBezTo>
                      <a:pt x="1170" y="526"/>
                      <a:pt x="1170" y="463"/>
                      <a:pt x="1170" y="397"/>
                    </a:cubicBezTo>
                    <a:cubicBezTo>
                      <a:pt x="915" y="397"/>
                      <a:pt x="661" y="397"/>
                      <a:pt x="398" y="397"/>
                    </a:cubicBezTo>
                    <a:cubicBezTo>
                      <a:pt x="398" y="429"/>
                      <a:pt x="398" y="461"/>
                      <a:pt x="398" y="493"/>
                    </a:cubicBezTo>
                    <a:cubicBezTo>
                      <a:pt x="334" y="493"/>
                      <a:pt x="271" y="493"/>
                      <a:pt x="205" y="493"/>
                    </a:cubicBezTo>
                    <a:cubicBezTo>
                      <a:pt x="205" y="462"/>
                      <a:pt x="205" y="430"/>
                      <a:pt x="205" y="397"/>
                    </a:cubicBezTo>
                    <a:cubicBezTo>
                      <a:pt x="173" y="397"/>
                      <a:pt x="141" y="397"/>
                      <a:pt x="109" y="397"/>
                    </a:cubicBezTo>
                    <a:cubicBezTo>
                      <a:pt x="109" y="365"/>
                      <a:pt x="109" y="333"/>
                      <a:pt x="109" y="300"/>
                    </a:cubicBezTo>
                    <a:cubicBezTo>
                      <a:pt x="77" y="300"/>
                      <a:pt x="45" y="300"/>
                      <a:pt x="12" y="300"/>
                    </a:cubicBezTo>
                    <a:cubicBezTo>
                      <a:pt x="3" y="234"/>
                      <a:pt x="0" y="174"/>
                      <a:pt x="12" y="107"/>
                    </a:cubicBezTo>
                    <a:cubicBezTo>
                      <a:pt x="88" y="11"/>
                      <a:pt x="186" y="0"/>
                      <a:pt x="302" y="11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77" name="ICON_SKILL_COMPARE_path_062"/>
              <p:cNvSpPr/>
              <p:nvPr/>
            </p:nvSpPr>
            <p:spPr>
              <a:xfrm>
                <a:off x="6679643" y="1472086"/>
                <a:ext cx="12254" cy="15931"/>
              </a:xfrm>
              <a:custGeom>
                <a:avLst/>
                <a:gdLst/>
                <a:ahLst/>
                <a:cxnLst/>
                <a:rect l="0" t="0" r="r" b="b"/>
                <a:pathLst>
                  <a:path w="965" h="1254" fill="norm" stroke="0">
                    <a:moveTo>
                      <a:pt x="193" y="0"/>
                    </a:moveTo>
                    <a:cubicBezTo>
                      <a:pt x="225" y="0"/>
                      <a:pt x="257" y="0"/>
                      <a:pt x="289" y="0"/>
                    </a:cubicBezTo>
                    <a:cubicBezTo>
                      <a:pt x="289" y="32"/>
                      <a:pt x="289" y="64"/>
                      <a:pt x="289" y="96"/>
                    </a:cubicBezTo>
                    <a:cubicBezTo>
                      <a:pt x="353" y="96"/>
                      <a:pt x="417" y="96"/>
                      <a:pt x="482" y="96"/>
                    </a:cubicBezTo>
                    <a:cubicBezTo>
                      <a:pt x="482" y="128"/>
                      <a:pt x="482" y="160"/>
                      <a:pt x="482" y="193"/>
                    </a:cubicBezTo>
                    <a:cubicBezTo>
                      <a:pt x="514" y="193"/>
                      <a:pt x="546" y="193"/>
                      <a:pt x="579" y="193"/>
                    </a:cubicBezTo>
                    <a:cubicBezTo>
                      <a:pt x="579" y="225"/>
                      <a:pt x="579" y="257"/>
                      <a:pt x="579" y="289"/>
                    </a:cubicBezTo>
                    <a:cubicBezTo>
                      <a:pt x="611" y="289"/>
                      <a:pt x="643" y="289"/>
                      <a:pt x="675" y="289"/>
                    </a:cubicBezTo>
                    <a:cubicBezTo>
                      <a:pt x="675" y="321"/>
                      <a:pt x="675" y="353"/>
                      <a:pt x="675" y="386"/>
                    </a:cubicBezTo>
                    <a:cubicBezTo>
                      <a:pt x="707" y="386"/>
                      <a:pt x="739" y="386"/>
                      <a:pt x="772" y="386"/>
                    </a:cubicBezTo>
                    <a:cubicBezTo>
                      <a:pt x="772" y="481"/>
                      <a:pt x="772" y="577"/>
                      <a:pt x="772" y="675"/>
                    </a:cubicBezTo>
                    <a:cubicBezTo>
                      <a:pt x="836" y="675"/>
                      <a:pt x="899" y="675"/>
                      <a:pt x="965" y="675"/>
                    </a:cubicBezTo>
                    <a:cubicBezTo>
                      <a:pt x="965" y="771"/>
                      <a:pt x="965" y="866"/>
                      <a:pt x="965" y="965"/>
                    </a:cubicBezTo>
                    <a:cubicBezTo>
                      <a:pt x="933" y="965"/>
                      <a:pt x="901" y="965"/>
                      <a:pt x="868" y="965"/>
                    </a:cubicBezTo>
                    <a:cubicBezTo>
                      <a:pt x="868" y="1060"/>
                      <a:pt x="868" y="1156"/>
                      <a:pt x="868" y="1254"/>
                    </a:cubicBezTo>
                    <a:cubicBezTo>
                      <a:pt x="837" y="1254"/>
                      <a:pt x="805" y="1254"/>
                      <a:pt x="772" y="1254"/>
                    </a:cubicBezTo>
                    <a:cubicBezTo>
                      <a:pt x="772" y="1191"/>
                      <a:pt x="772" y="1127"/>
                      <a:pt x="772" y="1061"/>
                    </a:cubicBezTo>
                    <a:cubicBezTo>
                      <a:pt x="740" y="1061"/>
                      <a:pt x="708" y="1061"/>
                      <a:pt x="675" y="1061"/>
                    </a:cubicBezTo>
                    <a:cubicBezTo>
                      <a:pt x="675" y="966"/>
                      <a:pt x="675" y="870"/>
                      <a:pt x="675" y="772"/>
                    </a:cubicBezTo>
                    <a:cubicBezTo>
                      <a:pt x="644" y="772"/>
                      <a:pt x="612" y="772"/>
                      <a:pt x="579" y="772"/>
                    </a:cubicBezTo>
                    <a:cubicBezTo>
                      <a:pt x="579" y="740"/>
                      <a:pt x="579" y="708"/>
                      <a:pt x="579" y="675"/>
                    </a:cubicBezTo>
                    <a:cubicBezTo>
                      <a:pt x="547" y="675"/>
                      <a:pt x="515" y="675"/>
                      <a:pt x="482" y="675"/>
                    </a:cubicBezTo>
                    <a:cubicBezTo>
                      <a:pt x="482" y="644"/>
                      <a:pt x="482" y="612"/>
                      <a:pt x="482" y="579"/>
                    </a:cubicBezTo>
                    <a:cubicBezTo>
                      <a:pt x="451" y="579"/>
                      <a:pt x="419" y="579"/>
                      <a:pt x="386" y="579"/>
                    </a:cubicBezTo>
                    <a:cubicBezTo>
                      <a:pt x="386" y="547"/>
                      <a:pt x="386" y="515"/>
                      <a:pt x="386" y="482"/>
                    </a:cubicBezTo>
                    <a:cubicBezTo>
                      <a:pt x="354" y="482"/>
                      <a:pt x="322" y="482"/>
                      <a:pt x="289" y="482"/>
                    </a:cubicBezTo>
                    <a:cubicBezTo>
                      <a:pt x="289" y="451"/>
                      <a:pt x="289" y="419"/>
                      <a:pt x="289" y="386"/>
                    </a:cubicBezTo>
                    <a:cubicBezTo>
                      <a:pt x="258" y="386"/>
                      <a:pt x="226" y="386"/>
                      <a:pt x="193" y="386"/>
                    </a:cubicBezTo>
                    <a:cubicBezTo>
                      <a:pt x="195" y="371"/>
                      <a:pt x="197" y="356"/>
                      <a:pt x="199" y="341"/>
                    </a:cubicBezTo>
                    <a:cubicBezTo>
                      <a:pt x="198" y="332"/>
                      <a:pt x="198" y="332"/>
                      <a:pt x="193" y="289"/>
                    </a:cubicBezTo>
                    <a:cubicBezTo>
                      <a:pt x="151" y="262"/>
                      <a:pt x="151" y="262"/>
                      <a:pt x="96" y="241"/>
                    </a:cubicBezTo>
                    <a:cubicBezTo>
                      <a:pt x="42" y="220"/>
                      <a:pt x="42" y="220"/>
                      <a:pt x="0" y="193"/>
                    </a:cubicBezTo>
                    <a:cubicBezTo>
                      <a:pt x="0" y="161"/>
                      <a:pt x="0" y="129"/>
                      <a:pt x="0" y="96"/>
                    </a:cubicBezTo>
                    <a:cubicBezTo>
                      <a:pt x="64" y="96"/>
                      <a:pt x="127" y="96"/>
                      <a:pt x="193" y="96"/>
                    </a:cubicBezTo>
                    <a:cubicBezTo>
                      <a:pt x="193" y="65"/>
                      <a:pt x="193" y="33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78" name="ICON_SKILL_COMPARE_path_063"/>
              <p:cNvSpPr/>
              <p:nvPr/>
            </p:nvSpPr>
            <p:spPr>
              <a:xfrm>
                <a:off x="6414948" y="1568896"/>
                <a:ext cx="25734" cy="3676"/>
              </a:xfrm>
              <a:custGeom>
                <a:avLst/>
                <a:gdLst/>
                <a:ahLst/>
                <a:cxnLst/>
                <a:rect l="0" t="0" r="r" b="b"/>
                <a:pathLst>
                  <a:path w="2026" h="289" fill="norm" stroke="0">
                    <a:moveTo>
                      <a:pt x="1833" y="0"/>
                    </a:moveTo>
                    <a:cubicBezTo>
                      <a:pt x="1897" y="0"/>
                      <a:pt x="1961" y="0"/>
                      <a:pt x="2026" y="0"/>
                    </a:cubicBezTo>
                    <a:cubicBezTo>
                      <a:pt x="2010" y="32"/>
                      <a:pt x="1994" y="64"/>
                      <a:pt x="1978" y="96"/>
                    </a:cubicBezTo>
                    <a:cubicBezTo>
                      <a:pt x="1971" y="114"/>
                      <a:pt x="1964" y="132"/>
                      <a:pt x="1957" y="151"/>
                    </a:cubicBezTo>
                    <a:cubicBezTo>
                      <a:pt x="1948" y="165"/>
                      <a:pt x="1939" y="179"/>
                      <a:pt x="1930" y="193"/>
                    </a:cubicBezTo>
                    <a:cubicBezTo>
                      <a:pt x="1879" y="199"/>
                      <a:pt x="1879" y="199"/>
                      <a:pt x="1833" y="193"/>
                    </a:cubicBezTo>
                    <a:cubicBezTo>
                      <a:pt x="1833" y="225"/>
                      <a:pt x="1833" y="257"/>
                      <a:pt x="1833" y="289"/>
                    </a:cubicBezTo>
                    <a:cubicBezTo>
                      <a:pt x="1228" y="289"/>
                      <a:pt x="623" y="289"/>
                      <a:pt x="0" y="289"/>
                    </a:cubicBezTo>
                    <a:cubicBezTo>
                      <a:pt x="0" y="226"/>
                      <a:pt x="0" y="162"/>
                      <a:pt x="0" y="96"/>
                    </a:cubicBezTo>
                    <a:cubicBezTo>
                      <a:pt x="605" y="96"/>
                      <a:pt x="1210" y="96"/>
                      <a:pt x="1833" y="96"/>
                    </a:cubicBezTo>
                    <a:cubicBezTo>
                      <a:pt x="1833" y="65"/>
                      <a:pt x="1833" y="33"/>
                      <a:pt x="18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79" name="ICON_SKILL_COMPARE_path_064"/>
              <p:cNvSpPr/>
              <p:nvPr/>
            </p:nvSpPr>
            <p:spPr>
              <a:xfrm>
                <a:off x="6419850" y="1397334"/>
                <a:ext cx="24509" cy="11029"/>
              </a:xfrm>
              <a:custGeom>
                <a:avLst/>
                <a:gdLst/>
                <a:ahLst/>
                <a:cxnLst/>
                <a:rect l="0" t="0" r="r" b="b"/>
                <a:pathLst>
                  <a:path w="1930" h="868" fill="norm" stroke="0">
                    <a:moveTo>
                      <a:pt x="965" y="0"/>
                    </a:moveTo>
                    <a:cubicBezTo>
                      <a:pt x="1029" y="0"/>
                      <a:pt x="1092" y="0"/>
                      <a:pt x="1158" y="0"/>
                    </a:cubicBezTo>
                    <a:cubicBezTo>
                      <a:pt x="1158" y="64"/>
                      <a:pt x="1158" y="127"/>
                      <a:pt x="1158" y="193"/>
                    </a:cubicBezTo>
                    <a:cubicBezTo>
                      <a:pt x="1222" y="193"/>
                      <a:pt x="1285" y="193"/>
                      <a:pt x="1351" y="193"/>
                    </a:cubicBezTo>
                    <a:cubicBezTo>
                      <a:pt x="1351" y="225"/>
                      <a:pt x="1351" y="257"/>
                      <a:pt x="1351" y="289"/>
                    </a:cubicBezTo>
                    <a:cubicBezTo>
                      <a:pt x="1415" y="289"/>
                      <a:pt x="1478" y="289"/>
                      <a:pt x="1544" y="289"/>
                    </a:cubicBezTo>
                    <a:cubicBezTo>
                      <a:pt x="1544" y="321"/>
                      <a:pt x="1544" y="353"/>
                      <a:pt x="1544" y="386"/>
                    </a:cubicBezTo>
                    <a:cubicBezTo>
                      <a:pt x="1608" y="386"/>
                      <a:pt x="1671" y="386"/>
                      <a:pt x="1737" y="386"/>
                    </a:cubicBezTo>
                    <a:cubicBezTo>
                      <a:pt x="1737" y="450"/>
                      <a:pt x="1737" y="513"/>
                      <a:pt x="1737" y="579"/>
                    </a:cubicBezTo>
                    <a:cubicBezTo>
                      <a:pt x="1801" y="579"/>
                      <a:pt x="1864" y="579"/>
                      <a:pt x="1930" y="579"/>
                    </a:cubicBezTo>
                    <a:cubicBezTo>
                      <a:pt x="1930" y="674"/>
                      <a:pt x="1930" y="770"/>
                      <a:pt x="1930" y="868"/>
                    </a:cubicBezTo>
                    <a:cubicBezTo>
                      <a:pt x="1779" y="802"/>
                      <a:pt x="1779" y="802"/>
                      <a:pt x="1737" y="772"/>
                    </a:cubicBezTo>
                    <a:cubicBezTo>
                      <a:pt x="1731" y="720"/>
                      <a:pt x="1731" y="720"/>
                      <a:pt x="1737" y="675"/>
                    </a:cubicBezTo>
                    <a:cubicBezTo>
                      <a:pt x="1705" y="675"/>
                      <a:pt x="1673" y="675"/>
                      <a:pt x="1640" y="675"/>
                    </a:cubicBezTo>
                    <a:cubicBezTo>
                      <a:pt x="1640" y="644"/>
                      <a:pt x="1640" y="612"/>
                      <a:pt x="1640" y="579"/>
                    </a:cubicBezTo>
                    <a:cubicBezTo>
                      <a:pt x="1577" y="579"/>
                      <a:pt x="1513" y="579"/>
                      <a:pt x="1447" y="579"/>
                    </a:cubicBezTo>
                    <a:cubicBezTo>
                      <a:pt x="1447" y="547"/>
                      <a:pt x="1447" y="515"/>
                      <a:pt x="1447" y="482"/>
                    </a:cubicBezTo>
                    <a:cubicBezTo>
                      <a:pt x="1416" y="482"/>
                      <a:pt x="1384" y="482"/>
                      <a:pt x="1351" y="482"/>
                    </a:cubicBezTo>
                    <a:cubicBezTo>
                      <a:pt x="1351" y="451"/>
                      <a:pt x="1351" y="419"/>
                      <a:pt x="1351" y="386"/>
                    </a:cubicBezTo>
                    <a:cubicBezTo>
                      <a:pt x="1205" y="326"/>
                      <a:pt x="1054" y="322"/>
                      <a:pt x="898" y="311"/>
                    </a:cubicBezTo>
                    <a:cubicBezTo>
                      <a:pt x="862" y="309"/>
                      <a:pt x="827" y="306"/>
                      <a:pt x="791" y="303"/>
                    </a:cubicBezTo>
                    <a:cubicBezTo>
                      <a:pt x="770" y="302"/>
                      <a:pt x="749" y="300"/>
                      <a:pt x="727" y="299"/>
                    </a:cubicBezTo>
                    <a:cubicBezTo>
                      <a:pt x="675" y="289"/>
                      <a:pt x="675" y="289"/>
                      <a:pt x="627" y="241"/>
                    </a:cubicBezTo>
                    <a:cubicBezTo>
                      <a:pt x="591" y="231"/>
                      <a:pt x="591" y="231"/>
                      <a:pt x="549" y="226"/>
                    </a:cubicBezTo>
                    <a:cubicBezTo>
                      <a:pt x="534" y="224"/>
                      <a:pt x="518" y="222"/>
                      <a:pt x="503" y="220"/>
                    </a:cubicBezTo>
                    <a:cubicBezTo>
                      <a:pt x="487" y="218"/>
                      <a:pt x="472" y="216"/>
                      <a:pt x="455" y="214"/>
                    </a:cubicBezTo>
                    <a:cubicBezTo>
                      <a:pt x="439" y="212"/>
                      <a:pt x="424" y="210"/>
                      <a:pt x="407" y="208"/>
                    </a:cubicBezTo>
                    <a:cubicBezTo>
                      <a:pt x="368" y="203"/>
                      <a:pt x="329" y="198"/>
                      <a:pt x="289" y="193"/>
                    </a:cubicBezTo>
                    <a:cubicBezTo>
                      <a:pt x="289" y="225"/>
                      <a:pt x="289" y="257"/>
                      <a:pt x="289" y="289"/>
                    </a:cubicBezTo>
                    <a:cubicBezTo>
                      <a:pt x="194" y="289"/>
                      <a:pt x="98" y="289"/>
                      <a:pt x="0" y="289"/>
                    </a:cubicBezTo>
                    <a:cubicBezTo>
                      <a:pt x="0" y="258"/>
                      <a:pt x="0" y="226"/>
                      <a:pt x="0" y="193"/>
                    </a:cubicBezTo>
                    <a:cubicBezTo>
                      <a:pt x="32" y="193"/>
                      <a:pt x="64" y="193"/>
                      <a:pt x="96" y="193"/>
                    </a:cubicBezTo>
                    <a:cubicBezTo>
                      <a:pt x="96" y="161"/>
                      <a:pt x="96" y="129"/>
                      <a:pt x="96" y="96"/>
                    </a:cubicBezTo>
                    <a:cubicBezTo>
                      <a:pt x="383" y="96"/>
                      <a:pt x="670" y="96"/>
                      <a:pt x="965" y="96"/>
                    </a:cubicBezTo>
                    <a:cubicBezTo>
                      <a:pt x="965" y="65"/>
                      <a:pt x="965" y="33"/>
                      <a:pt x="96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80" name="ICON_SKILL_COMPARE_path_065"/>
              <p:cNvSpPr/>
              <p:nvPr/>
            </p:nvSpPr>
            <p:spPr>
              <a:xfrm>
                <a:off x="6559550" y="1465889"/>
                <a:ext cx="13540" cy="6197"/>
              </a:xfrm>
              <a:custGeom>
                <a:avLst/>
                <a:gdLst/>
                <a:ahLst/>
                <a:cxnLst/>
                <a:rect l="0" t="0" r="r" b="b"/>
                <a:pathLst>
                  <a:path w="1066" h="488" fill="norm" stroke="0">
                    <a:moveTo>
                      <a:pt x="0" y="5"/>
                    </a:moveTo>
                    <a:cubicBezTo>
                      <a:pt x="79" y="4"/>
                      <a:pt x="159" y="3"/>
                      <a:pt x="238" y="3"/>
                    </a:cubicBezTo>
                    <a:cubicBezTo>
                      <a:pt x="261" y="2"/>
                      <a:pt x="283" y="2"/>
                      <a:pt x="307" y="1"/>
                    </a:cubicBezTo>
                    <a:cubicBezTo>
                      <a:pt x="328" y="1"/>
                      <a:pt x="350" y="1"/>
                      <a:pt x="372" y="1"/>
                    </a:cubicBezTo>
                    <a:cubicBezTo>
                      <a:pt x="392" y="1"/>
                      <a:pt x="412" y="0"/>
                      <a:pt x="433" y="0"/>
                    </a:cubicBezTo>
                    <a:cubicBezTo>
                      <a:pt x="482" y="5"/>
                      <a:pt x="482" y="5"/>
                      <a:pt x="531" y="54"/>
                    </a:cubicBezTo>
                    <a:cubicBezTo>
                      <a:pt x="585" y="64"/>
                      <a:pt x="585" y="64"/>
                      <a:pt x="652" y="69"/>
                    </a:cubicBezTo>
                    <a:cubicBezTo>
                      <a:pt x="675" y="71"/>
                      <a:pt x="699" y="73"/>
                      <a:pt x="724" y="75"/>
                    </a:cubicBezTo>
                    <a:cubicBezTo>
                      <a:pt x="749" y="77"/>
                      <a:pt x="774" y="79"/>
                      <a:pt x="799" y="81"/>
                    </a:cubicBezTo>
                    <a:cubicBezTo>
                      <a:pt x="824" y="83"/>
                      <a:pt x="850" y="85"/>
                      <a:pt x="875" y="87"/>
                    </a:cubicBezTo>
                    <a:cubicBezTo>
                      <a:pt x="937" y="92"/>
                      <a:pt x="999" y="97"/>
                      <a:pt x="1061" y="102"/>
                    </a:cubicBezTo>
                    <a:cubicBezTo>
                      <a:pt x="1063" y="141"/>
                      <a:pt x="1064" y="180"/>
                      <a:pt x="1064" y="220"/>
                    </a:cubicBezTo>
                    <a:cubicBezTo>
                      <a:pt x="1065" y="241"/>
                      <a:pt x="1066" y="263"/>
                      <a:pt x="1066" y="286"/>
                    </a:cubicBezTo>
                    <a:cubicBezTo>
                      <a:pt x="1061" y="343"/>
                      <a:pt x="1061" y="343"/>
                      <a:pt x="1013" y="391"/>
                    </a:cubicBezTo>
                    <a:cubicBezTo>
                      <a:pt x="959" y="397"/>
                      <a:pt x="959" y="397"/>
                      <a:pt x="892" y="396"/>
                    </a:cubicBezTo>
                    <a:cubicBezTo>
                      <a:pt x="869" y="396"/>
                      <a:pt x="845" y="396"/>
                      <a:pt x="820" y="396"/>
                    </a:cubicBezTo>
                    <a:cubicBezTo>
                      <a:pt x="795" y="395"/>
                      <a:pt x="770" y="395"/>
                      <a:pt x="745" y="394"/>
                    </a:cubicBezTo>
                    <a:cubicBezTo>
                      <a:pt x="719" y="394"/>
                      <a:pt x="694" y="394"/>
                      <a:pt x="669" y="394"/>
                    </a:cubicBezTo>
                    <a:cubicBezTo>
                      <a:pt x="607" y="393"/>
                      <a:pt x="545" y="392"/>
                      <a:pt x="482" y="391"/>
                    </a:cubicBezTo>
                    <a:cubicBezTo>
                      <a:pt x="482" y="423"/>
                      <a:pt x="482" y="455"/>
                      <a:pt x="482" y="488"/>
                    </a:cubicBezTo>
                    <a:cubicBezTo>
                      <a:pt x="419" y="488"/>
                      <a:pt x="355" y="488"/>
                      <a:pt x="289" y="488"/>
                    </a:cubicBezTo>
                    <a:cubicBezTo>
                      <a:pt x="289" y="456"/>
                      <a:pt x="289" y="424"/>
                      <a:pt x="289" y="391"/>
                    </a:cubicBezTo>
                    <a:cubicBezTo>
                      <a:pt x="258" y="391"/>
                      <a:pt x="226" y="391"/>
                      <a:pt x="193" y="391"/>
                    </a:cubicBezTo>
                    <a:cubicBezTo>
                      <a:pt x="193" y="360"/>
                      <a:pt x="193" y="328"/>
                      <a:pt x="193" y="295"/>
                    </a:cubicBezTo>
                    <a:cubicBezTo>
                      <a:pt x="161" y="295"/>
                      <a:pt x="129" y="295"/>
                      <a:pt x="96" y="295"/>
                    </a:cubicBezTo>
                    <a:cubicBezTo>
                      <a:pt x="96" y="263"/>
                      <a:pt x="96" y="231"/>
                      <a:pt x="96" y="198"/>
                    </a:cubicBezTo>
                    <a:cubicBezTo>
                      <a:pt x="65" y="198"/>
                      <a:pt x="33" y="198"/>
                      <a:pt x="0" y="198"/>
                    </a:cubicBezTo>
                    <a:cubicBezTo>
                      <a:pt x="0" y="135"/>
                      <a:pt x="0" y="71"/>
                      <a:pt x="0" y="5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81" name="ICON_SKILL_COMPARE_path_066"/>
              <p:cNvSpPr/>
              <p:nvPr/>
            </p:nvSpPr>
            <p:spPr>
              <a:xfrm>
                <a:off x="6655058" y="1563917"/>
                <a:ext cx="19684" cy="3753"/>
              </a:xfrm>
              <a:custGeom>
                <a:avLst/>
                <a:gdLst/>
                <a:ahLst/>
                <a:cxnLst/>
                <a:rect l="0" t="0" r="r" b="b"/>
                <a:pathLst>
                  <a:path w="1550" h="296" fill="norm" stroke="0">
                    <a:moveTo>
                      <a:pt x="157" y="0"/>
                    </a:moveTo>
                    <a:cubicBezTo>
                      <a:pt x="171" y="2"/>
                      <a:pt x="185" y="4"/>
                      <a:pt x="199" y="6"/>
                    </a:cubicBezTo>
                    <a:cubicBezTo>
                      <a:pt x="199" y="38"/>
                      <a:pt x="199" y="70"/>
                      <a:pt x="199" y="103"/>
                    </a:cubicBezTo>
                    <a:cubicBezTo>
                      <a:pt x="486" y="103"/>
                      <a:pt x="772" y="103"/>
                      <a:pt x="1067" y="103"/>
                    </a:cubicBezTo>
                    <a:cubicBezTo>
                      <a:pt x="1067" y="71"/>
                      <a:pt x="1067" y="39"/>
                      <a:pt x="1067" y="6"/>
                    </a:cubicBezTo>
                    <a:cubicBezTo>
                      <a:pt x="1227" y="6"/>
                      <a:pt x="1386" y="6"/>
                      <a:pt x="1550" y="6"/>
                    </a:cubicBezTo>
                    <a:cubicBezTo>
                      <a:pt x="1550" y="102"/>
                      <a:pt x="1550" y="197"/>
                      <a:pt x="1550" y="296"/>
                    </a:cubicBezTo>
                    <a:cubicBezTo>
                      <a:pt x="1072" y="296"/>
                      <a:pt x="595" y="296"/>
                      <a:pt x="103" y="296"/>
                    </a:cubicBezTo>
                    <a:cubicBezTo>
                      <a:pt x="103" y="264"/>
                      <a:pt x="103" y="232"/>
                      <a:pt x="103" y="199"/>
                    </a:cubicBezTo>
                    <a:cubicBezTo>
                      <a:pt x="71" y="199"/>
                      <a:pt x="39" y="199"/>
                      <a:pt x="6" y="199"/>
                    </a:cubicBezTo>
                    <a:cubicBezTo>
                      <a:pt x="0" y="157"/>
                      <a:pt x="0" y="157"/>
                      <a:pt x="6" y="103"/>
                    </a:cubicBezTo>
                    <a:cubicBezTo>
                      <a:pt x="79" y="9"/>
                      <a:pt x="79" y="9"/>
                      <a:pt x="15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82" name="ICON_SKILL_COMPARE_path_067"/>
              <p:cNvSpPr/>
              <p:nvPr/>
            </p:nvSpPr>
            <p:spPr>
              <a:xfrm>
                <a:off x="6483573" y="1537034"/>
                <a:ext cx="7353" cy="26960"/>
              </a:xfrm>
              <a:custGeom>
                <a:avLst/>
                <a:gdLst/>
                <a:ahLst/>
                <a:cxnLst/>
                <a:rect l="0" t="0" r="r" b="b"/>
                <a:pathLst>
                  <a:path w="579" h="2123" fill="norm" stroke="0">
                    <a:moveTo>
                      <a:pt x="386" y="0"/>
                    </a:moveTo>
                    <a:cubicBezTo>
                      <a:pt x="418" y="0"/>
                      <a:pt x="450" y="0"/>
                      <a:pt x="482" y="0"/>
                    </a:cubicBezTo>
                    <a:cubicBezTo>
                      <a:pt x="482" y="446"/>
                      <a:pt x="482" y="892"/>
                      <a:pt x="482" y="1351"/>
                    </a:cubicBezTo>
                    <a:cubicBezTo>
                      <a:pt x="514" y="1351"/>
                      <a:pt x="546" y="1351"/>
                      <a:pt x="579" y="1351"/>
                    </a:cubicBezTo>
                    <a:cubicBezTo>
                      <a:pt x="579" y="1446"/>
                      <a:pt x="579" y="1542"/>
                      <a:pt x="579" y="1640"/>
                    </a:cubicBezTo>
                    <a:cubicBezTo>
                      <a:pt x="547" y="1640"/>
                      <a:pt x="515" y="1640"/>
                      <a:pt x="482" y="1640"/>
                    </a:cubicBezTo>
                    <a:cubicBezTo>
                      <a:pt x="482" y="1768"/>
                      <a:pt x="482" y="1895"/>
                      <a:pt x="482" y="2026"/>
                    </a:cubicBezTo>
                    <a:cubicBezTo>
                      <a:pt x="451" y="2026"/>
                      <a:pt x="419" y="2026"/>
                      <a:pt x="386" y="2026"/>
                    </a:cubicBezTo>
                    <a:cubicBezTo>
                      <a:pt x="386" y="2058"/>
                      <a:pt x="386" y="2090"/>
                      <a:pt x="386" y="2123"/>
                    </a:cubicBezTo>
                    <a:cubicBezTo>
                      <a:pt x="259" y="2123"/>
                      <a:pt x="131" y="2123"/>
                      <a:pt x="0" y="2123"/>
                    </a:cubicBezTo>
                    <a:cubicBezTo>
                      <a:pt x="66" y="1972"/>
                      <a:pt x="66" y="1972"/>
                      <a:pt x="96" y="1930"/>
                    </a:cubicBezTo>
                    <a:cubicBezTo>
                      <a:pt x="148" y="1924"/>
                      <a:pt x="148" y="1924"/>
                      <a:pt x="193" y="1930"/>
                    </a:cubicBezTo>
                    <a:cubicBezTo>
                      <a:pt x="193" y="1898"/>
                      <a:pt x="193" y="1866"/>
                      <a:pt x="193" y="1833"/>
                    </a:cubicBezTo>
                    <a:cubicBezTo>
                      <a:pt x="225" y="1833"/>
                      <a:pt x="257" y="1833"/>
                      <a:pt x="289" y="1833"/>
                    </a:cubicBezTo>
                    <a:cubicBezTo>
                      <a:pt x="289" y="1738"/>
                      <a:pt x="289" y="1642"/>
                      <a:pt x="289" y="1544"/>
                    </a:cubicBezTo>
                    <a:cubicBezTo>
                      <a:pt x="321" y="1544"/>
                      <a:pt x="353" y="1544"/>
                      <a:pt x="386" y="1544"/>
                    </a:cubicBezTo>
                    <a:cubicBezTo>
                      <a:pt x="386" y="1034"/>
                      <a:pt x="386" y="525"/>
                      <a:pt x="38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83" name="ICON_SKILL_COMPARE_path_068"/>
              <p:cNvSpPr/>
              <p:nvPr/>
            </p:nvSpPr>
            <p:spPr>
              <a:xfrm>
                <a:off x="6606117" y="1570121"/>
                <a:ext cx="22058" cy="2451"/>
              </a:xfrm>
              <a:custGeom>
                <a:avLst/>
                <a:gdLst/>
                <a:ahLst/>
                <a:cxnLst/>
                <a:rect l="0" t="0" r="r" b="b"/>
                <a:pathLst>
                  <a:path w="1737" h="193" fill="norm" stroke="0">
                    <a:moveTo>
                      <a:pt x="0" y="0"/>
                    </a:moveTo>
                    <a:cubicBezTo>
                      <a:pt x="557" y="0"/>
                      <a:pt x="1114" y="0"/>
                      <a:pt x="1689" y="0"/>
                    </a:cubicBezTo>
                    <a:cubicBezTo>
                      <a:pt x="1697" y="32"/>
                      <a:pt x="1697" y="32"/>
                      <a:pt x="1737" y="193"/>
                    </a:cubicBezTo>
                    <a:cubicBezTo>
                      <a:pt x="1164" y="193"/>
                      <a:pt x="591" y="193"/>
                      <a:pt x="0" y="193"/>
                    </a:cubicBezTo>
                    <a:cubicBezTo>
                      <a:pt x="0" y="129"/>
                      <a:pt x="0" y="6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84" name="ICON_SKILL_COMPARE_path_069"/>
              <p:cNvSpPr/>
              <p:nvPr/>
            </p:nvSpPr>
            <p:spPr>
              <a:xfrm>
                <a:off x="6552197" y="1535809"/>
                <a:ext cx="3981" cy="19607"/>
              </a:xfrm>
              <a:custGeom>
                <a:avLst/>
                <a:gdLst/>
                <a:ahLst/>
                <a:cxnLst/>
                <a:rect l="0" t="0" r="r" b="b"/>
                <a:pathLst>
                  <a:path w="313" h="1544" fill="norm" stroke="0">
                    <a:moveTo>
                      <a:pt x="96" y="0"/>
                    </a:moveTo>
                    <a:cubicBezTo>
                      <a:pt x="289" y="96"/>
                      <a:pt x="289" y="96"/>
                      <a:pt x="313" y="163"/>
                    </a:cubicBezTo>
                    <a:cubicBezTo>
                      <a:pt x="313" y="200"/>
                      <a:pt x="313" y="200"/>
                      <a:pt x="311" y="240"/>
                    </a:cubicBezTo>
                    <a:cubicBezTo>
                      <a:pt x="311" y="254"/>
                      <a:pt x="311" y="269"/>
                      <a:pt x="311" y="283"/>
                    </a:cubicBezTo>
                    <a:cubicBezTo>
                      <a:pt x="311" y="330"/>
                      <a:pt x="310" y="376"/>
                      <a:pt x="308" y="423"/>
                    </a:cubicBezTo>
                    <a:cubicBezTo>
                      <a:pt x="308" y="455"/>
                      <a:pt x="308" y="487"/>
                      <a:pt x="307" y="519"/>
                    </a:cubicBezTo>
                    <a:cubicBezTo>
                      <a:pt x="307" y="604"/>
                      <a:pt x="305" y="689"/>
                      <a:pt x="303" y="774"/>
                    </a:cubicBezTo>
                    <a:cubicBezTo>
                      <a:pt x="301" y="861"/>
                      <a:pt x="300" y="947"/>
                      <a:pt x="299" y="1034"/>
                    </a:cubicBezTo>
                    <a:cubicBezTo>
                      <a:pt x="297" y="1204"/>
                      <a:pt x="294" y="1374"/>
                      <a:pt x="289" y="1544"/>
                    </a:cubicBezTo>
                    <a:cubicBezTo>
                      <a:pt x="258" y="1544"/>
                      <a:pt x="226" y="1544"/>
                      <a:pt x="193" y="1544"/>
                    </a:cubicBezTo>
                    <a:cubicBezTo>
                      <a:pt x="193" y="1480"/>
                      <a:pt x="193" y="1416"/>
                      <a:pt x="193" y="1351"/>
                    </a:cubicBezTo>
                    <a:cubicBezTo>
                      <a:pt x="161" y="1351"/>
                      <a:pt x="129" y="1351"/>
                      <a:pt x="96" y="1351"/>
                    </a:cubicBezTo>
                    <a:cubicBezTo>
                      <a:pt x="96" y="1319"/>
                      <a:pt x="96" y="1287"/>
                      <a:pt x="96" y="1254"/>
                    </a:cubicBezTo>
                    <a:cubicBezTo>
                      <a:pt x="65" y="1254"/>
                      <a:pt x="33" y="1254"/>
                      <a:pt x="0" y="1254"/>
                    </a:cubicBezTo>
                    <a:cubicBezTo>
                      <a:pt x="0" y="1127"/>
                      <a:pt x="0" y="1000"/>
                      <a:pt x="0" y="868"/>
                    </a:cubicBezTo>
                    <a:cubicBezTo>
                      <a:pt x="32" y="868"/>
                      <a:pt x="64" y="868"/>
                      <a:pt x="96" y="868"/>
                    </a:cubicBezTo>
                    <a:cubicBezTo>
                      <a:pt x="96" y="582"/>
                      <a:pt x="96" y="295"/>
                      <a:pt x="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85" name="ICON_SKILL_COMPARE_path_070"/>
              <p:cNvSpPr/>
              <p:nvPr/>
            </p:nvSpPr>
            <p:spPr>
              <a:xfrm>
                <a:off x="6395341" y="1543161"/>
                <a:ext cx="6127" cy="13480"/>
              </a:xfrm>
              <a:custGeom>
                <a:avLst/>
                <a:gdLst/>
                <a:ahLst/>
                <a:cxnLst/>
                <a:rect l="0" t="0" r="r" b="b"/>
                <a:pathLst>
                  <a:path w="482" h="1061" fill="norm" stroke="0">
                    <a:moveTo>
                      <a:pt x="193" y="0"/>
                    </a:moveTo>
                    <a:cubicBezTo>
                      <a:pt x="289" y="0"/>
                      <a:pt x="384" y="0"/>
                      <a:pt x="482" y="0"/>
                    </a:cubicBezTo>
                    <a:cubicBezTo>
                      <a:pt x="482" y="127"/>
                      <a:pt x="482" y="255"/>
                      <a:pt x="482" y="386"/>
                    </a:cubicBezTo>
                    <a:cubicBezTo>
                      <a:pt x="451" y="386"/>
                      <a:pt x="419" y="386"/>
                      <a:pt x="386" y="386"/>
                    </a:cubicBezTo>
                    <a:cubicBezTo>
                      <a:pt x="386" y="418"/>
                      <a:pt x="386" y="450"/>
                      <a:pt x="386" y="482"/>
                    </a:cubicBezTo>
                    <a:cubicBezTo>
                      <a:pt x="322" y="482"/>
                      <a:pt x="259" y="482"/>
                      <a:pt x="193" y="482"/>
                    </a:cubicBezTo>
                    <a:cubicBezTo>
                      <a:pt x="193" y="674"/>
                      <a:pt x="193" y="865"/>
                      <a:pt x="193" y="1061"/>
                    </a:cubicBezTo>
                    <a:cubicBezTo>
                      <a:pt x="129" y="1061"/>
                      <a:pt x="66" y="1061"/>
                      <a:pt x="0" y="1061"/>
                    </a:cubicBezTo>
                    <a:cubicBezTo>
                      <a:pt x="0" y="775"/>
                      <a:pt x="0" y="488"/>
                      <a:pt x="0" y="193"/>
                    </a:cubicBezTo>
                    <a:cubicBezTo>
                      <a:pt x="32" y="193"/>
                      <a:pt x="64" y="193"/>
                      <a:pt x="96" y="193"/>
                    </a:cubicBezTo>
                    <a:cubicBezTo>
                      <a:pt x="96" y="161"/>
                      <a:pt x="96" y="129"/>
                      <a:pt x="96" y="96"/>
                    </a:cubicBezTo>
                    <a:cubicBezTo>
                      <a:pt x="128" y="96"/>
                      <a:pt x="160" y="96"/>
                      <a:pt x="193" y="96"/>
                    </a:cubicBezTo>
                    <a:cubicBezTo>
                      <a:pt x="193" y="65"/>
                      <a:pt x="193" y="33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86" name="ICON_SKILL_COMPARE_path_071"/>
              <p:cNvSpPr/>
              <p:nvPr/>
            </p:nvSpPr>
            <p:spPr>
              <a:xfrm>
                <a:off x="6682094" y="1534583"/>
                <a:ext cx="6127" cy="22058"/>
              </a:xfrm>
              <a:custGeom>
                <a:avLst/>
                <a:gdLst/>
                <a:ahLst/>
                <a:cxnLst/>
                <a:rect l="0" t="0" r="r" b="b"/>
                <a:pathLst>
                  <a:path w="482" h="1737" fill="norm" stroke="0">
                    <a:moveTo>
                      <a:pt x="193" y="0"/>
                    </a:moveTo>
                    <a:cubicBezTo>
                      <a:pt x="257" y="0"/>
                      <a:pt x="320" y="0"/>
                      <a:pt x="386" y="0"/>
                    </a:cubicBezTo>
                    <a:cubicBezTo>
                      <a:pt x="386" y="64"/>
                      <a:pt x="386" y="127"/>
                      <a:pt x="386" y="193"/>
                    </a:cubicBezTo>
                    <a:cubicBezTo>
                      <a:pt x="354" y="193"/>
                      <a:pt x="322" y="193"/>
                      <a:pt x="289" y="193"/>
                    </a:cubicBezTo>
                    <a:cubicBezTo>
                      <a:pt x="289" y="225"/>
                      <a:pt x="289" y="257"/>
                      <a:pt x="289" y="289"/>
                    </a:cubicBezTo>
                    <a:cubicBezTo>
                      <a:pt x="258" y="289"/>
                      <a:pt x="226" y="289"/>
                      <a:pt x="193" y="289"/>
                    </a:cubicBezTo>
                    <a:cubicBezTo>
                      <a:pt x="193" y="353"/>
                      <a:pt x="193" y="417"/>
                      <a:pt x="193" y="482"/>
                    </a:cubicBezTo>
                    <a:cubicBezTo>
                      <a:pt x="225" y="482"/>
                      <a:pt x="257" y="482"/>
                      <a:pt x="289" y="482"/>
                    </a:cubicBezTo>
                    <a:cubicBezTo>
                      <a:pt x="289" y="546"/>
                      <a:pt x="289" y="610"/>
                      <a:pt x="289" y="675"/>
                    </a:cubicBezTo>
                    <a:cubicBezTo>
                      <a:pt x="321" y="675"/>
                      <a:pt x="353" y="675"/>
                      <a:pt x="386" y="675"/>
                    </a:cubicBezTo>
                    <a:cubicBezTo>
                      <a:pt x="386" y="707"/>
                      <a:pt x="386" y="739"/>
                      <a:pt x="386" y="772"/>
                    </a:cubicBezTo>
                    <a:cubicBezTo>
                      <a:pt x="418" y="772"/>
                      <a:pt x="450" y="772"/>
                      <a:pt x="482" y="772"/>
                    </a:cubicBezTo>
                    <a:cubicBezTo>
                      <a:pt x="482" y="804"/>
                      <a:pt x="482" y="836"/>
                      <a:pt x="482" y="868"/>
                    </a:cubicBezTo>
                    <a:cubicBezTo>
                      <a:pt x="451" y="868"/>
                      <a:pt x="419" y="868"/>
                      <a:pt x="386" y="868"/>
                    </a:cubicBezTo>
                    <a:cubicBezTo>
                      <a:pt x="386" y="900"/>
                      <a:pt x="386" y="932"/>
                      <a:pt x="386" y="965"/>
                    </a:cubicBezTo>
                    <a:cubicBezTo>
                      <a:pt x="322" y="965"/>
                      <a:pt x="259" y="965"/>
                      <a:pt x="193" y="965"/>
                    </a:cubicBezTo>
                    <a:cubicBezTo>
                      <a:pt x="193" y="997"/>
                      <a:pt x="193" y="1029"/>
                      <a:pt x="193" y="1061"/>
                    </a:cubicBezTo>
                    <a:cubicBezTo>
                      <a:pt x="161" y="1061"/>
                      <a:pt x="129" y="1061"/>
                      <a:pt x="96" y="1061"/>
                    </a:cubicBezTo>
                    <a:cubicBezTo>
                      <a:pt x="96" y="1284"/>
                      <a:pt x="96" y="1507"/>
                      <a:pt x="96" y="1737"/>
                    </a:cubicBezTo>
                    <a:cubicBezTo>
                      <a:pt x="65" y="1737"/>
                      <a:pt x="33" y="1737"/>
                      <a:pt x="0" y="1737"/>
                    </a:cubicBezTo>
                    <a:cubicBezTo>
                      <a:pt x="0" y="1450"/>
                      <a:pt x="0" y="1164"/>
                      <a:pt x="0" y="868"/>
                    </a:cubicBezTo>
                    <a:cubicBezTo>
                      <a:pt x="32" y="868"/>
                      <a:pt x="64" y="868"/>
                      <a:pt x="96" y="868"/>
                    </a:cubicBezTo>
                    <a:cubicBezTo>
                      <a:pt x="96" y="614"/>
                      <a:pt x="96" y="359"/>
                      <a:pt x="96" y="96"/>
                    </a:cubicBezTo>
                    <a:cubicBezTo>
                      <a:pt x="128" y="96"/>
                      <a:pt x="160" y="96"/>
                      <a:pt x="193" y="96"/>
                    </a:cubicBezTo>
                    <a:cubicBezTo>
                      <a:pt x="193" y="65"/>
                      <a:pt x="193" y="33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87" name="ICON_SKILL_COMPARE_path_072"/>
              <p:cNvSpPr/>
              <p:nvPr/>
            </p:nvSpPr>
            <p:spPr>
              <a:xfrm>
                <a:off x="6516660" y="1437774"/>
                <a:ext cx="3676" cy="18382"/>
              </a:xfrm>
              <a:custGeom>
                <a:avLst/>
                <a:gdLst/>
                <a:ahLst/>
                <a:cxnLst/>
                <a:rect l="0" t="0" r="r" b="b"/>
                <a:pathLst>
                  <a:path w="289" h="1447" fill="norm" stroke="0">
                    <a:moveTo>
                      <a:pt x="96" y="0"/>
                    </a:moveTo>
                    <a:cubicBezTo>
                      <a:pt x="160" y="0"/>
                      <a:pt x="224" y="0"/>
                      <a:pt x="289" y="0"/>
                    </a:cubicBezTo>
                    <a:cubicBezTo>
                      <a:pt x="289" y="478"/>
                      <a:pt x="289" y="955"/>
                      <a:pt x="289" y="1447"/>
                    </a:cubicBezTo>
                    <a:cubicBezTo>
                      <a:pt x="226" y="1447"/>
                      <a:pt x="162" y="1447"/>
                      <a:pt x="96" y="1447"/>
                    </a:cubicBezTo>
                    <a:cubicBezTo>
                      <a:pt x="96" y="1384"/>
                      <a:pt x="96" y="1320"/>
                      <a:pt x="96" y="1254"/>
                    </a:cubicBezTo>
                    <a:cubicBezTo>
                      <a:pt x="65" y="1254"/>
                      <a:pt x="33" y="1254"/>
                      <a:pt x="0" y="1254"/>
                    </a:cubicBezTo>
                    <a:cubicBezTo>
                      <a:pt x="0" y="1159"/>
                      <a:pt x="0" y="1063"/>
                      <a:pt x="0" y="965"/>
                    </a:cubicBezTo>
                    <a:cubicBezTo>
                      <a:pt x="32" y="965"/>
                      <a:pt x="64" y="965"/>
                      <a:pt x="96" y="965"/>
                    </a:cubicBezTo>
                    <a:cubicBezTo>
                      <a:pt x="96" y="646"/>
                      <a:pt x="96" y="328"/>
                      <a:pt x="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88" name="ICON_SKILL_COMPARE_path_073"/>
              <p:cNvSpPr/>
              <p:nvPr/>
            </p:nvSpPr>
            <p:spPr>
              <a:xfrm>
                <a:off x="6669839" y="1440225"/>
                <a:ext cx="8578" cy="11029"/>
              </a:xfrm>
              <a:custGeom>
                <a:avLst/>
                <a:gdLst/>
                <a:ahLst/>
                <a:cxnLst/>
                <a:rect l="0" t="0" r="r" b="b"/>
                <a:pathLst>
                  <a:path w="675" h="868" fill="norm" stroke="0">
                    <a:moveTo>
                      <a:pt x="193" y="0"/>
                    </a:moveTo>
                    <a:cubicBezTo>
                      <a:pt x="257" y="0"/>
                      <a:pt x="320" y="0"/>
                      <a:pt x="386" y="0"/>
                    </a:cubicBezTo>
                    <a:cubicBezTo>
                      <a:pt x="386" y="32"/>
                      <a:pt x="386" y="64"/>
                      <a:pt x="386" y="96"/>
                    </a:cubicBezTo>
                    <a:cubicBezTo>
                      <a:pt x="418" y="96"/>
                      <a:pt x="450" y="96"/>
                      <a:pt x="482" y="96"/>
                    </a:cubicBezTo>
                    <a:cubicBezTo>
                      <a:pt x="482" y="128"/>
                      <a:pt x="482" y="160"/>
                      <a:pt x="482" y="193"/>
                    </a:cubicBezTo>
                    <a:cubicBezTo>
                      <a:pt x="514" y="193"/>
                      <a:pt x="546" y="193"/>
                      <a:pt x="579" y="193"/>
                    </a:cubicBezTo>
                    <a:cubicBezTo>
                      <a:pt x="579" y="320"/>
                      <a:pt x="579" y="448"/>
                      <a:pt x="579" y="579"/>
                    </a:cubicBezTo>
                    <a:cubicBezTo>
                      <a:pt x="611" y="579"/>
                      <a:pt x="643" y="579"/>
                      <a:pt x="675" y="579"/>
                    </a:cubicBezTo>
                    <a:cubicBezTo>
                      <a:pt x="675" y="643"/>
                      <a:pt x="675" y="706"/>
                      <a:pt x="675" y="772"/>
                    </a:cubicBezTo>
                    <a:cubicBezTo>
                      <a:pt x="644" y="772"/>
                      <a:pt x="612" y="772"/>
                      <a:pt x="579" y="772"/>
                    </a:cubicBezTo>
                    <a:cubicBezTo>
                      <a:pt x="579" y="804"/>
                      <a:pt x="579" y="836"/>
                      <a:pt x="579" y="868"/>
                    </a:cubicBezTo>
                    <a:cubicBezTo>
                      <a:pt x="547" y="868"/>
                      <a:pt x="515" y="868"/>
                      <a:pt x="482" y="868"/>
                    </a:cubicBezTo>
                    <a:cubicBezTo>
                      <a:pt x="482" y="837"/>
                      <a:pt x="482" y="805"/>
                      <a:pt x="482" y="772"/>
                    </a:cubicBezTo>
                    <a:cubicBezTo>
                      <a:pt x="451" y="772"/>
                      <a:pt x="419" y="772"/>
                      <a:pt x="386" y="772"/>
                    </a:cubicBezTo>
                    <a:cubicBezTo>
                      <a:pt x="386" y="708"/>
                      <a:pt x="386" y="645"/>
                      <a:pt x="386" y="579"/>
                    </a:cubicBezTo>
                    <a:cubicBezTo>
                      <a:pt x="354" y="579"/>
                      <a:pt x="322" y="579"/>
                      <a:pt x="289" y="579"/>
                    </a:cubicBezTo>
                    <a:cubicBezTo>
                      <a:pt x="289" y="547"/>
                      <a:pt x="289" y="515"/>
                      <a:pt x="289" y="482"/>
                    </a:cubicBezTo>
                    <a:cubicBezTo>
                      <a:pt x="194" y="482"/>
                      <a:pt x="98" y="482"/>
                      <a:pt x="0" y="482"/>
                    </a:cubicBezTo>
                    <a:cubicBezTo>
                      <a:pt x="0" y="419"/>
                      <a:pt x="0" y="355"/>
                      <a:pt x="0" y="289"/>
                    </a:cubicBezTo>
                    <a:cubicBezTo>
                      <a:pt x="32" y="289"/>
                      <a:pt x="64" y="289"/>
                      <a:pt x="96" y="289"/>
                    </a:cubicBezTo>
                    <a:cubicBezTo>
                      <a:pt x="96" y="258"/>
                      <a:pt x="96" y="226"/>
                      <a:pt x="96" y="193"/>
                    </a:cubicBezTo>
                    <a:cubicBezTo>
                      <a:pt x="128" y="193"/>
                      <a:pt x="160" y="193"/>
                      <a:pt x="193" y="193"/>
                    </a:cubicBezTo>
                    <a:cubicBezTo>
                      <a:pt x="193" y="129"/>
                      <a:pt x="193" y="66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89" name="ICON_SKILL_COMPARE_path_074"/>
              <p:cNvSpPr/>
              <p:nvPr/>
            </p:nvSpPr>
            <p:spPr>
              <a:xfrm>
                <a:off x="6463966" y="1426745"/>
                <a:ext cx="13480" cy="4902"/>
              </a:xfrm>
              <a:custGeom>
                <a:avLst/>
                <a:gdLst/>
                <a:ahLst/>
                <a:cxnLst/>
                <a:rect l="0" t="0" r="r" b="b"/>
                <a:pathLst>
                  <a:path w="1061" h="386" fill="norm" stroke="0">
                    <a:moveTo>
                      <a:pt x="193" y="0"/>
                    </a:moveTo>
                    <a:cubicBezTo>
                      <a:pt x="480" y="0"/>
                      <a:pt x="766" y="0"/>
                      <a:pt x="1061" y="0"/>
                    </a:cubicBezTo>
                    <a:cubicBezTo>
                      <a:pt x="1061" y="127"/>
                      <a:pt x="1061" y="255"/>
                      <a:pt x="1061" y="386"/>
                    </a:cubicBezTo>
                    <a:cubicBezTo>
                      <a:pt x="1014" y="370"/>
                      <a:pt x="966" y="354"/>
                      <a:pt x="917" y="338"/>
                    </a:cubicBezTo>
                    <a:cubicBezTo>
                      <a:pt x="866" y="331"/>
                      <a:pt x="817" y="326"/>
                      <a:pt x="765" y="322"/>
                    </a:cubicBezTo>
                    <a:cubicBezTo>
                      <a:pt x="752" y="321"/>
                      <a:pt x="738" y="320"/>
                      <a:pt x="724" y="319"/>
                    </a:cubicBezTo>
                    <a:cubicBezTo>
                      <a:pt x="681" y="316"/>
                      <a:pt x="637" y="313"/>
                      <a:pt x="594" y="311"/>
                    </a:cubicBezTo>
                    <a:cubicBezTo>
                      <a:pt x="564" y="308"/>
                      <a:pt x="535" y="306"/>
                      <a:pt x="505" y="304"/>
                    </a:cubicBezTo>
                    <a:cubicBezTo>
                      <a:pt x="433" y="299"/>
                      <a:pt x="361" y="294"/>
                      <a:pt x="289" y="289"/>
                    </a:cubicBezTo>
                    <a:cubicBezTo>
                      <a:pt x="289" y="321"/>
                      <a:pt x="289" y="353"/>
                      <a:pt x="289" y="386"/>
                    </a:cubicBezTo>
                    <a:cubicBezTo>
                      <a:pt x="194" y="386"/>
                      <a:pt x="98" y="386"/>
                      <a:pt x="0" y="386"/>
                    </a:cubicBezTo>
                    <a:cubicBezTo>
                      <a:pt x="0" y="354"/>
                      <a:pt x="0" y="322"/>
                      <a:pt x="0" y="289"/>
                    </a:cubicBezTo>
                    <a:cubicBezTo>
                      <a:pt x="32" y="289"/>
                      <a:pt x="64" y="289"/>
                      <a:pt x="96" y="289"/>
                    </a:cubicBezTo>
                    <a:cubicBezTo>
                      <a:pt x="96" y="258"/>
                      <a:pt x="96" y="226"/>
                      <a:pt x="96" y="193"/>
                    </a:cubicBezTo>
                    <a:cubicBezTo>
                      <a:pt x="128" y="193"/>
                      <a:pt x="160" y="193"/>
                      <a:pt x="193" y="193"/>
                    </a:cubicBezTo>
                    <a:cubicBezTo>
                      <a:pt x="193" y="129"/>
                      <a:pt x="193" y="66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90" name="ICON_SKILL_COMPARE_path_075"/>
              <p:cNvSpPr/>
              <p:nvPr/>
            </p:nvSpPr>
            <p:spPr>
              <a:xfrm>
                <a:off x="6517885" y="1401011"/>
                <a:ext cx="8578" cy="23283"/>
              </a:xfrm>
              <a:custGeom>
                <a:avLst/>
                <a:gdLst/>
                <a:ahLst/>
                <a:cxnLst/>
                <a:rect l="0" t="0" r="r" b="b"/>
                <a:pathLst>
                  <a:path w="675" h="1833" fill="norm" stroke="0">
                    <a:moveTo>
                      <a:pt x="193" y="0"/>
                    </a:moveTo>
                    <a:cubicBezTo>
                      <a:pt x="320" y="0"/>
                      <a:pt x="448" y="0"/>
                      <a:pt x="579" y="0"/>
                    </a:cubicBezTo>
                    <a:cubicBezTo>
                      <a:pt x="579" y="32"/>
                      <a:pt x="579" y="64"/>
                      <a:pt x="579" y="96"/>
                    </a:cubicBezTo>
                    <a:cubicBezTo>
                      <a:pt x="611" y="96"/>
                      <a:pt x="643" y="96"/>
                      <a:pt x="675" y="96"/>
                    </a:cubicBezTo>
                    <a:cubicBezTo>
                      <a:pt x="675" y="160"/>
                      <a:pt x="675" y="224"/>
                      <a:pt x="675" y="289"/>
                    </a:cubicBezTo>
                    <a:cubicBezTo>
                      <a:pt x="548" y="258"/>
                      <a:pt x="421" y="226"/>
                      <a:pt x="289" y="193"/>
                    </a:cubicBezTo>
                    <a:cubicBezTo>
                      <a:pt x="253" y="303"/>
                      <a:pt x="234" y="380"/>
                      <a:pt x="231" y="491"/>
                    </a:cubicBezTo>
                    <a:cubicBezTo>
                      <a:pt x="231" y="506"/>
                      <a:pt x="230" y="521"/>
                      <a:pt x="230" y="536"/>
                    </a:cubicBezTo>
                    <a:cubicBezTo>
                      <a:pt x="228" y="583"/>
                      <a:pt x="227" y="631"/>
                      <a:pt x="226" y="679"/>
                    </a:cubicBezTo>
                    <a:cubicBezTo>
                      <a:pt x="225" y="712"/>
                      <a:pt x="224" y="746"/>
                      <a:pt x="223" y="779"/>
                    </a:cubicBezTo>
                    <a:cubicBezTo>
                      <a:pt x="220" y="866"/>
                      <a:pt x="218" y="954"/>
                      <a:pt x="216" y="1041"/>
                    </a:cubicBezTo>
                    <a:cubicBezTo>
                      <a:pt x="213" y="1130"/>
                      <a:pt x="210" y="1220"/>
                      <a:pt x="208" y="1309"/>
                    </a:cubicBezTo>
                    <a:cubicBezTo>
                      <a:pt x="203" y="1484"/>
                      <a:pt x="198" y="1658"/>
                      <a:pt x="193" y="1833"/>
                    </a:cubicBezTo>
                    <a:cubicBezTo>
                      <a:pt x="129" y="1833"/>
                      <a:pt x="66" y="1833"/>
                      <a:pt x="0" y="1833"/>
                    </a:cubicBezTo>
                    <a:cubicBezTo>
                      <a:pt x="0" y="1738"/>
                      <a:pt x="0" y="1642"/>
                      <a:pt x="0" y="1544"/>
                    </a:cubicBezTo>
                    <a:cubicBezTo>
                      <a:pt x="32" y="1544"/>
                      <a:pt x="64" y="1544"/>
                      <a:pt x="96" y="1544"/>
                    </a:cubicBezTo>
                    <a:cubicBezTo>
                      <a:pt x="96" y="1098"/>
                      <a:pt x="96" y="652"/>
                      <a:pt x="96" y="193"/>
                    </a:cubicBezTo>
                    <a:cubicBezTo>
                      <a:pt x="128" y="193"/>
                      <a:pt x="160" y="193"/>
                      <a:pt x="193" y="193"/>
                    </a:cubicBezTo>
                    <a:cubicBezTo>
                      <a:pt x="193" y="129"/>
                      <a:pt x="193" y="66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91" name="ICON_SKILL_COMPARE_path_076"/>
              <p:cNvSpPr/>
              <p:nvPr/>
            </p:nvSpPr>
            <p:spPr>
              <a:xfrm>
                <a:off x="6562001" y="1563994"/>
                <a:ext cx="19607" cy="3676"/>
              </a:xfrm>
              <a:custGeom>
                <a:avLst/>
                <a:gdLst/>
                <a:ahLst/>
                <a:cxnLst/>
                <a:rect l="0" t="0" r="r" b="b"/>
                <a:pathLst>
                  <a:path w="1544" h="289" fill="norm" stroke="0">
                    <a:moveTo>
                      <a:pt x="1158" y="0"/>
                    </a:moveTo>
                    <a:cubicBezTo>
                      <a:pt x="1285" y="0"/>
                      <a:pt x="1413" y="0"/>
                      <a:pt x="1544" y="0"/>
                    </a:cubicBezTo>
                    <a:cubicBezTo>
                      <a:pt x="1544" y="32"/>
                      <a:pt x="1544" y="64"/>
                      <a:pt x="1544" y="96"/>
                    </a:cubicBezTo>
                    <a:cubicBezTo>
                      <a:pt x="1480" y="96"/>
                      <a:pt x="1416" y="96"/>
                      <a:pt x="1351" y="96"/>
                    </a:cubicBezTo>
                    <a:cubicBezTo>
                      <a:pt x="1351" y="160"/>
                      <a:pt x="1351" y="224"/>
                      <a:pt x="1351" y="289"/>
                    </a:cubicBezTo>
                    <a:cubicBezTo>
                      <a:pt x="905" y="289"/>
                      <a:pt x="459" y="289"/>
                      <a:pt x="0" y="289"/>
                    </a:cubicBezTo>
                    <a:cubicBezTo>
                      <a:pt x="0" y="258"/>
                      <a:pt x="0" y="226"/>
                      <a:pt x="0" y="193"/>
                    </a:cubicBezTo>
                    <a:cubicBezTo>
                      <a:pt x="32" y="193"/>
                      <a:pt x="64" y="193"/>
                      <a:pt x="96" y="193"/>
                    </a:cubicBezTo>
                    <a:cubicBezTo>
                      <a:pt x="96" y="161"/>
                      <a:pt x="96" y="129"/>
                      <a:pt x="96" y="96"/>
                    </a:cubicBezTo>
                    <a:cubicBezTo>
                      <a:pt x="447" y="96"/>
                      <a:pt x="797" y="96"/>
                      <a:pt x="1158" y="96"/>
                    </a:cubicBezTo>
                    <a:cubicBezTo>
                      <a:pt x="1158" y="65"/>
                      <a:pt x="1158" y="33"/>
                      <a:pt x="115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92" name="ICON_SKILL_COMPARE_path_077"/>
              <p:cNvSpPr/>
              <p:nvPr/>
            </p:nvSpPr>
            <p:spPr>
              <a:xfrm>
                <a:off x="6635527" y="1545612"/>
                <a:ext cx="4902" cy="19607"/>
              </a:xfrm>
              <a:custGeom>
                <a:avLst/>
                <a:gdLst/>
                <a:ahLst/>
                <a:cxnLst/>
                <a:rect l="0" t="0" r="r" b="b"/>
                <a:pathLst>
                  <a:path w="386" h="1544" fill="norm" stroke="0">
                    <a:moveTo>
                      <a:pt x="193" y="0"/>
                    </a:moveTo>
                    <a:cubicBezTo>
                      <a:pt x="225" y="0"/>
                      <a:pt x="257" y="0"/>
                      <a:pt x="289" y="0"/>
                    </a:cubicBezTo>
                    <a:cubicBezTo>
                      <a:pt x="289" y="255"/>
                      <a:pt x="289" y="509"/>
                      <a:pt x="289" y="772"/>
                    </a:cubicBezTo>
                    <a:cubicBezTo>
                      <a:pt x="258" y="772"/>
                      <a:pt x="226" y="772"/>
                      <a:pt x="193" y="772"/>
                    </a:cubicBezTo>
                    <a:cubicBezTo>
                      <a:pt x="193" y="931"/>
                      <a:pt x="193" y="1090"/>
                      <a:pt x="193" y="1254"/>
                    </a:cubicBezTo>
                    <a:cubicBezTo>
                      <a:pt x="225" y="1254"/>
                      <a:pt x="257" y="1254"/>
                      <a:pt x="289" y="1254"/>
                    </a:cubicBezTo>
                    <a:cubicBezTo>
                      <a:pt x="289" y="1286"/>
                      <a:pt x="289" y="1318"/>
                      <a:pt x="289" y="1351"/>
                    </a:cubicBezTo>
                    <a:cubicBezTo>
                      <a:pt x="321" y="1351"/>
                      <a:pt x="353" y="1351"/>
                      <a:pt x="386" y="1351"/>
                    </a:cubicBezTo>
                    <a:cubicBezTo>
                      <a:pt x="386" y="1415"/>
                      <a:pt x="386" y="1478"/>
                      <a:pt x="386" y="1544"/>
                    </a:cubicBezTo>
                    <a:cubicBezTo>
                      <a:pt x="322" y="1544"/>
                      <a:pt x="259" y="1544"/>
                      <a:pt x="193" y="1544"/>
                    </a:cubicBezTo>
                    <a:cubicBezTo>
                      <a:pt x="193" y="1512"/>
                      <a:pt x="193" y="1480"/>
                      <a:pt x="193" y="1447"/>
                    </a:cubicBezTo>
                    <a:cubicBezTo>
                      <a:pt x="161" y="1447"/>
                      <a:pt x="129" y="1447"/>
                      <a:pt x="96" y="1447"/>
                    </a:cubicBezTo>
                    <a:cubicBezTo>
                      <a:pt x="96" y="1416"/>
                      <a:pt x="96" y="1384"/>
                      <a:pt x="96" y="1351"/>
                    </a:cubicBezTo>
                    <a:cubicBezTo>
                      <a:pt x="65" y="1351"/>
                      <a:pt x="33" y="1351"/>
                      <a:pt x="0" y="1351"/>
                    </a:cubicBezTo>
                    <a:cubicBezTo>
                      <a:pt x="0" y="1224"/>
                      <a:pt x="0" y="1096"/>
                      <a:pt x="0" y="965"/>
                    </a:cubicBezTo>
                    <a:cubicBezTo>
                      <a:pt x="32" y="965"/>
                      <a:pt x="64" y="965"/>
                      <a:pt x="96" y="965"/>
                    </a:cubicBezTo>
                    <a:cubicBezTo>
                      <a:pt x="96" y="678"/>
                      <a:pt x="96" y="392"/>
                      <a:pt x="96" y="96"/>
                    </a:cubicBezTo>
                    <a:cubicBezTo>
                      <a:pt x="128" y="96"/>
                      <a:pt x="160" y="96"/>
                      <a:pt x="193" y="96"/>
                    </a:cubicBezTo>
                    <a:cubicBezTo>
                      <a:pt x="193" y="65"/>
                      <a:pt x="193" y="33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93" name="ICON_SKILL_COMPARE_path_078"/>
              <p:cNvSpPr/>
              <p:nvPr/>
            </p:nvSpPr>
            <p:spPr>
              <a:xfrm>
                <a:off x="6357353" y="1440225"/>
                <a:ext cx="6127" cy="18382"/>
              </a:xfrm>
              <a:custGeom>
                <a:avLst/>
                <a:gdLst/>
                <a:ahLst/>
                <a:cxnLst/>
                <a:rect l="0" t="0" r="r" b="b"/>
                <a:pathLst>
                  <a:path w="482" h="1447" fill="norm" stroke="0">
                    <a:moveTo>
                      <a:pt x="96" y="0"/>
                    </a:moveTo>
                    <a:cubicBezTo>
                      <a:pt x="128" y="0"/>
                      <a:pt x="160" y="0"/>
                      <a:pt x="193" y="0"/>
                    </a:cubicBezTo>
                    <a:cubicBezTo>
                      <a:pt x="193" y="32"/>
                      <a:pt x="193" y="64"/>
                      <a:pt x="193" y="96"/>
                    </a:cubicBezTo>
                    <a:cubicBezTo>
                      <a:pt x="257" y="96"/>
                      <a:pt x="320" y="96"/>
                      <a:pt x="386" y="96"/>
                    </a:cubicBezTo>
                    <a:cubicBezTo>
                      <a:pt x="386" y="479"/>
                      <a:pt x="386" y="861"/>
                      <a:pt x="386" y="1254"/>
                    </a:cubicBezTo>
                    <a:cubicBezTo>
                      <a:pt x="418" y="1254"/>
                      <a:pt x="450" y="1254"/>
                      <a:pt x="482" y="1254"/>
                    </a:cubicBezTo>
                    <a:cubicBezTo>
                      <a:pt x="482" y="1318"/>
                      <a:pt x="482" y="1382"/>
                      <a:pt x="482" y="1447"/>
                    </a:cubicBezTo>
                    <a:cubicBezTo>
                      <a:pt x="419" y="1447"/>
                      <a:pt x="355" y="1447"/>
                      <a:pt x="289" y="1447"/>
                    </a:cubicBezTo>
                    <a:cubicBezTo>
                      <a:pt x="289" y="1416"/>
                      <a:pt x="289" y="1384"/>
                      <a:pt x="289" y="1351"/>
                    </a:cubicBezTo>
                    <a:cubicBezTo>
                      <a:pt x="258" y="1351"/>
                      <a:pt x="226" y="1351"/>
                      <a:pt x="193" y="1351"/>
                    </a:cubicBezTo>
                    <a:cubicBezTo>
                      <a:pt x="193" y="1319"/>
                      <a:pt x="193" y="1287"/>
                      <a:pt x="193" y="1254"/>
                    </a:cubicBezTo>
                    <a:cubicBezTo>
                      <a:pt x="161" y="1254"/>
                      <a:pt x="129" y="1254"/>
                      <a:pt x="96" y="1254"/>
                    </a:cubicBezTo>
                    <a:cubicBezTo>
                      <a:pt x="96" y="1223"/>
                      <a:pt x="96" y="1191"/>
                      <a:pt x="96" y="1158"/>
                    </a:cubicBezTo>
                    <a:cubicBezTo>
                      <a:pt x="128" y="1158"/>
                      <a:pt x="160" y="1158"/>
                      <a:pt x="193" y="1158"/>
                    </a:cubicBezTo>
                    <a:cubicBezTo>
                      <a:pt x="193" y="1094"/>
                      <a:pt x="193" y="1031"/>
                      <a:pt x="193" y="965"/>
                    </a:cubicBezTo>
                    <a:cubicBezTo>
                      <a:pt x="225" y="965"/>
                      <a:pt x="257" y="965"/>
                      <a:pt x="289" y="965"/>
                    </a:cubicBezTo>
                    <a:cubicBezTo>
                      <a:pt x="289" y="869"/>
                      <a:pt x="289" y="774"/>
                      <a:pt x="289" y="675"/>
                    </a:cubicBezTo>
                    <a:cubicBezTo>
                      <a:pt x="258" y="675"/>
                      <a:pt x="226" y="675"/>
                      <a:pt x="193" y="675"/>
                    </a:cubicBezTo>
                    <a:cubicBezTo>
                      <a:pt x="193" y="548"/>
                      <a:pt x="193" y="421"/>
                      <a:pt x="193" y="289"/>
                    </a:cubicBezTo>
                    <a:cubicBezTo>
                      <a:pt x="161" y="289"/>
                      <a:pt x="129" y="289"/>
                      <a:pt x="96" y="289"/>
                    </a:cubicBezTo>
                    <a:cubicBezTo>
                      <a:pt x="96" y="258"/>
                      <a:pt x="96" y="226"/>
                      <a:pt x="96" y="193"/>
                    </a:cubicBezTo>
                    <a:cubicBezTo>
                      <a:pt x="65" y="193"/>
                      <a:pt x="33" y="193"/>
                      <a:pt x="0" y="193"/>
                    </a:cubicBezTo>
                    <a:cubicBezTo>
                      <a:pt x="0" y="161"/>
                      <a:pt x="0" y="129"/>
                      <a:pt x="0" y="96"/>
                    </a:cubicBezTo>
                    <a:cubicBezTo>
                      <a:pt x="32" y="96"/>
                      <a:pt x="64" y="96"/>
                      <a:pt x="96" y="96"/>
                    </a:cubicBezTo>
                    <a:cubicBezTo>
                      <a:pt x="96" y="65"/>
                      <a:pt x="96" y="33"/>
                      <a:pt x="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94" name="ICON_SKILL_COMPARE_path_079"/>
              <p:cNvSpPr/>
              <p:nvPr/>
            </p:nvSpPr>
            <p:spPr>
              <a:xfrm>
                <a:off x="6479896" y="1431646"/>
                <a:ext cx="12254" cy="9804"/>
              </a:xfrm>
              <a:custGeom>
                <a:avLst/>
                <a:gdLst/>
                <a:ahLst/>
                <a:cxnLst/>
                <a:rect l="0" t="0" r="r" b="b"/>
                <a:pathLst>
                  <a:path w="965" h="772" fill="norm" stroke="0">
                    <a:moveTo>
                      <a:pt x="0" y="0"/>
                    </a:moveTo>
                    <a:cubicBezTo>
                      <a:pt x="127" y="0"/>
                      <a:pt x="255" y="0"/>
                      <a:pt x="386" y="0"/>
                    </a:cubicBezTo>
                    <a:cubicBezTo>
                      <a:pt x="386" y="32"/>
                      <a:pt x="386" y="64"/>
                      <a:pt x="386" y="96"/>
                    </a:cubicBezTo>
                    <a:cubicBezTo>
                      <a:pt x="450" y="96"/>
                      <a:pt x="513" y="96"/>
                      <a:pt x="579" y="96"/>
                    </a:cubicBezTo>
                    <a:cubicBezTo>
                      <a:pt x="579" y="128"/>
                      <a:pt x="579" y="160"/>
                      <a:pt x="579" y="193"/>
                    </a:cubicBezTo>
                    <a:cubicBezTo>
                      <a:pt x="611" y="193"/>
                      <a:pt x="643" y="193"/>
                      <a:pt x="675" y="193"/>
                    </a:cubicBezTo>
                    <a:cubicBezTo>
                      <a:pt x="675" y="225"/>
                      <a:pt x="675" y="257"/>
                      <a:pt x="675" y="289"/>
                    </a:cubicBezTo>
                    <a:cubicBezTo>
                      <a:pt x="707" y="289"/>
                      <a:pt x="739" y="289"/>
                      <a:pt x="772" y="289"/>
                    </a:cubicBezTo>
                    <a:cubicBezTo>
                      <a:pt x="772" y="321"/>
                      <a:pt x="772" y="353"/>
                      <a:pt x="772" y="386"/>
                    </a:cubicBezTo>
                    <a:cubicBezTo>
                      <a:pt x="804" y="386"/>
                      <a:pt x="836" y="386"/>
                      <a:pt x="868" y="386"/>
                    </a:cubicBezTo>
                    <a:cubicBezTo>
                      <a:pt x="868" y="418"/>
                      <a:pt x="868" y="450"/>
                      <a:pt x="868" y="482"/>
                    </a:cubicBezTo>
                    <a:cubicBezTo>
                      <a:pt x="900" y="482"/>
                      <a:pt x="932" y="482"/>
                      <a:pt x="965" y="482"/>
                    </a:cubicBezTo>
                    <a:cubicBezTo>
                      <a:pt x="965" y="546"/>
                      <a:pt x="965" y="610"/>
                      <a:pt x="965" y="675"/>
                    </a:cubicBezTo>
                    <a:cubicBezTo>
                      <a:pt x="933" y="675"/>
                      <a:pt x="901" y="675"/>
                      <a:pt x="868" y="675"/>
                    </a:cubicBezTo>
                    <a:cubicBezTo>
                      <a:pt x="868" y="707"/>
                      <a:pt x="868" y="739"/>
                      <a:pt x="868" y="772"/>
                    </a:cubicBezTo>
                    <a:cubicBezTo>
                      <a:pt x="805" y="772"/>
                      <a:pt x="741" y="772"/>
                      <a:pt x="675" y="772"/>
                    </a:cubicBezTo>
                    <a:cubicBezTo>
                      <a:pt x="675" y="740"/>
                      <a:pt x="675" y="708"/>
                      <a:pt x="675" y="675"/>
                    </a:cubicBezTo>
                    <a:cubicBezTo>
                      <a:pt x="644" y="675"/>
                      <a:pt x="612" y="675"/>
                      <a:pt x="579" y="675"/>
                    </a:cubicBezTo>
                    <a:cubicBezTo>
                      <a:pt x="579" y="612"/>
                      <a:pt x="579" y="548"/>
                      <a:pt x="579" y="482"/>
                    </a:cubicBezTo>
                    <a:cubicBezTo>
                      <a:pt x="547" y="482"/>
                      <a:pt x="515" y="482"/>
                      <a:pt x="482" y="482"/>
                    </a:cubicBezTo>
                    <a:cubicBezTo>
                      <a:pt x="482" y="451"/>
                      <a:pt x="482" y="419"/>
                      <a:pt x="482" y="386"/>
                    </a:cubicBezTo>
                    <a:cubicBezTo>
                      <a:pt x="451" y="386"/>
                      <a:pt x="419" y="386"/>
                      <a:pt x="386" y="386"/>
                    </a:cubicBezTo>
                    <a:cubicBezTo>
                      <a:pt x="386" y="354"/>
                      <a:pt x="386" y="322"/>
                      <a:pt x="386" y="289"/>
                    </a:cubicBezTo>
                    <a:cubicBezTo>
                      <a:pt x="354" y="289"/>
                      <a:pt x="322" y="289"/>
                      <a:pt x="289" y="289"/>
                    </a:cubicBezTo>
                    <a:cubicBezTo>
                      <a:pt x="289" y="258"/>
                      <a:pt x="289" y="226"/>
                      <a:pt x="289" y="193"/>
                    </a:cubicBezTo>
                    <a:cubicBezTo>
                      <a:pt x="258" y="193"/>
                      <a:pt x="226" y="193"/>
                      <a:pt x="193" y="193"/>
                    </a:cubicBezTo>
                    <a:cubicBezTo>
                      <a:pt x="193" y="161"/>
                      <a:pt x="193" y="129"/>
                      <a:pt x="193" y="96"/>
                    </a:cubicBezTo>
                    <a:cubicBezTo>
                      <a:pt x="129" y="96"/>
                      <a:pt x="66" y="96"/>
                      <a:pt x="0" y="96"/>
                    </a:cubicBezTo>
                    <a:cubicBezTo>
                      <a:pt x="0" y="65"/>
                      <a:pt x="0" y="3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95" name="ICON_SKILL_COMPARE_path_080"/>
              <p:cNvSpPr/>
              <p:nvPr/>
            </p:nvSpPr>
            <p:spPr>
              <a:xfrm>
                <a:off x="6661261" y="1426745"/>
                <a:ext cx="11029" cy="4902"/>
              </a:xfrm>
              <a:custGeom>
                <a:avLst/>
                <a:gdLst/>
                <a:ahLst/>
                <a:cxnLst/>
                <a:rect l="0" t="0" r="r" b="b"/>
                <a:pathLst>
                  <a:path w="868" h="386" fill="norm" stroke="0">
                    <a:moveTo>
                      <a:pt x="0" y="0"/>
                    </a:moveTo>
                    <a:cubicBezTo>
                      <a:pt x="255" y="0"/>
                      <a:pt x="509" y="0"/>
                      <a:pt x="772" y="0"/>
                    </a:cubicBezTo>
                    <a:cubicBezTo>
                      <a:pt x="772" y="64"/>
                      <a:pt x="772" y="127"/>
                      <a:pt x="772" y="193"/>
                    </a:cubicBezTo>
                    <a:cubicBezTo>
                      <a:pt x="804" y="193"/>
                      <a:pt x="836" y="193"/>
                      <a:pt x="868" y="193"/>
                    </a:cubicBezTo>
                    <a:cubicBezTo>
                      <a:pt x="868" y="225"/>
                      <a:pt x="868" y="257"/>
                      <a:pt x="868" y="289"/>
                    </a:cubicBezTo>
                    <a:cubicBezTo>
                      <a:pt x="805" y="289"/>
                      <a:pt x="741" y="289"/>
                      <a:pt x="675" y="289"/>
                    </a:cubicBezTo>
                    <a:cubicBezTo>
                      <a:pt x="675" y="321"/>
                      <a:pt x="675" y="353"/>
                      <a:pt x="675" y="386"/>
                    </a:cubicBezTo>
                    <a:cubicBezTo>
                      <a:pt x="516" y="386"/>
                      <a:pt x="357" y="386"/>
                      <a:pt x="193" y="386"/>
                    </a:cubicBezTo>
                    <a:cubicBezTo>
                      <a:pt x="193" y="354"/>
                      <a:pt x="193" y="322"/>
                      <a:pt x="193" y="289"/>
                    </a:cubicBezTo>
                    <a:cubicBezTo>
                      <a:pt x="129" y="289"/>
                      <a:pt x="66" y="289"/>
                      <a:pt x="0" y="289"/>
                    </a:cubicBezTo>
                    <a:cubicBezTo>
                      <a:pt x="0" y="194"/>
                      <a:pt x="0" y="9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96" name="ICON_SKILL_COMPARE_path_081"/>
              <p:cNvSpPr/>
              <p:nvPr/>
            </p:nvSpPr>
            <p:spPr>
              <a:xfrm>
                <a:off x="6463966" y="1563994"/>
                <a:ext cx="18382" cy="3676"/>
              </a:xfrm>
              <a:custGeom>
                <a:avLst/>
                <a:gdLst/>
                <a:ahLst/>
                <a:cxnLst/>
                <a:rect l="0" t="0" r="r" b="b"/>
                <a:pathLst>
                  <a:path w="1447" h="289" fill="norm" stroke="0">
                    <a:moveTo>
                      <a:pt x="1254" y="0"/>
                    </a:moveTo>
                    <a:cubicBezTo>
                      <a:pt x="1318" y="0"/>
                      <a:pt x="1382" y="0"/>
                      <a:pt x="1447" y="0"/>
                    </a:cubicBezTo>
                    <a:cubicBezTo>
                      <a:pt x="1444" y="6"/>
                      <a:pt x="1444" y="6"/>
                      <a:pt x="1426" y="36"/>
                    </a:cubicBezTo>
                    <a:cubicBezTo>
                      <a:pt x="1399" y="96"/>
                      <a:pt x="1399" y="96"/>
                      <a:pt x="1351" y="289"/>
                    </a:cubicBezTo>
                    <a:cubicBezTo>
                      <a:pt x="905" y="289"/>
                      <a:pt x="459" y="289"/>
                      <a:pt x="0" y="289"/>
                    </a:cubicBezTo>
                    <a:cubicBezTo>
                      <a:pt x="0" y="226"/>
                      <a:pt x="0" y="162"/>
                      <a:pt x="0" y="96"/>
                    </a:cubicBezTo>
                    <a:cubicBezTo>
                      <a:pt x="414" y="96"/>
                      <a:pt x="828" y="96"/>
                      <a:pt x="1254" y="96"/>
                    </a:cubicBezTo>
                    <a:cubicBezTo>
                      <a:pt x="1254" y="65"/>
                      <a:pt x="1254" y="33"/>
                      <a:pt x="125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97" name="ICON_SKILL_COMPARE_path_082"/>
              <p:cNvSpPr/>
              <p:nvPr/>
            </p:nvSpPr>
            <p:spPr>
              <a:xfrm>
                <a:off x="6449261" y="1554190"/>
                <a:ext cx="11029" cy="11029"/>
              </a:xfrm>
              <a:custGeom>
                <a:avLst/>
                <a:gdLst/>
                <a:ahLst/>
                <a:cxnLst/>
                <a:rect l="0" t="0" r="r" b="b"/>
                <a:pathLst>
                  <a:path w="868" h="868" fill="norm" stroke="0">
                    <a:moveTo>
                      <a:pt x="482" y="0"/>
                    </a:moveTo>
                    <a:cubicBezTo>
                      <a:pt x="514" y="0"/>
                      <a:pt x="546" y="0"/>
                      <a:pt x="579" y="0"/>
                    </a:cubicBezTo>
                    <a:cubicBezTo>
                      <a:pt x="579" y="159"/>
                      <a:pt x="579" y="318"/>
                      <a:pt x="579" y="482"/>
                    </a:cubicBezTo>
                    <a:cubicBezTo>
                      <a:pt x="611" y="482"/>
                      <a:pt x="643" y="482"/>
                      <a:pt x="675" y="482"/>
                    </a:cubicBezTo>
                    <a:cubicBezTo>
                      <a:pt x="674" y="490"/>
                      <a:pt x="674" y="490"/>
                      <a:pt x="669" y="528"/>
                    </a:cubicBezTo>
                    <a:cubicBezTo>
                      <a:pt x="671" y="545"/>
                      <a:pt x="673" y="562"/>
                      <a:pt x="675" y="579"/>
                    </a:cubicBezTo>
                    <a:cubicBezTo>
                      <a:pt x="718" y="606"/>
                      <a:pt x="718" y="606"/>
                      <a:pt x="772" y="627"/>
                    </a:cubicBezTo>
                    <a:cubicBezTo>
                      <a:pt x="826" y="648"/>
                      <a:pt x="826" y="648"/>
                      <a:pt x="868" y="675"/>
                    </a:cubicBezTo>
                    <a:cubicBezTo>
                      <a:pt x="868" y="707"/>
                      <a:pt x="868" y="739"/>
                      <a:pt x="868" y="772"/>
                    </a:cubicBezTo>
                    <a:cubicBezTo>
                      <a:pt x="741" y="772"/>
                      <a:pt x="614" y="772"/>
                      <a:pt x="482" y="772"/>
                    </a:cubicBezTo>
                    <a:cubicBezTo>
                      <a:pt x="482" y="740"/>
                      <a:pt x="482" y="708"/>
                      <a:pt x="482" y="675"/>
                    </a:cubicBezTo>
                    <a:cubicBezTo>
                      <a:pt x="451" y="675"/>
                      <a:pt x="419" y="675"/>
                      <a:pt x="386" y="675"/>
                    </a:cubicBezTo>
                    <a:cubicBezTo>
                      <a:pt x="386" y="707"/>
                      <a:pt x="386" y="739"/>
                      <a:pt x="386" y="772"/>
                    </a:cubicBezTo>
                    <a:cubicBezTo>
                      <a:pt x="322" y="772"/>
                      <a:pt x="259" y="772"/>
                      <a:pt x="193" y="772"/>
                    </a:cubicBezTo>
                    <a:cubicBezTo>
                      <a:pt x="193" y="804"/>
                      <a:pt x="193" y="836"/>
                      <a:pt x="193" y="868"/>
                    </a:cubicBezTo>
                    <a:cubicBezTo>
                      <a:pt x="161" y="868"/>
                      <a:pt x="129" y="868"/>
                      <a:pt x="96" y="868"/>
                    </a:cubicBezTo>
                    <a:cubicBezTo>
                      <a:pt x="96" y="837"/>
                      <a:pt x="96" y="805"/>
                      <a:pt x="96" y="772"/>
                    </a:cubicBezTo>
                    <a:cubicBezTo>
                      <a:pt x="65" y="772"/>
                      <a:pt x="33" y="772"/>
                      <a:pt x="0" y="772"/>
                    </a:cubicBezTo>
                    <a:cubicBezTo>
                      <a:pt x="0" y="676"/>
                      <a:pt x="0" y="581"/>
                      <a:pt x="0" y="482"/>
                    </a:cubicBezTo>
                    <a:cubicBezTo>
                      <a:pt x="32" y="482"/>
                      <a:pt x="64" y="482"/>
                      <a:pt x="96" y="482"/>
                    </a:cubicBezTo>
                    <a:cubicBezTo>
                      <a:pt x="96" y="514"/>
                      <a:pt x="96" y="546"/>
                      <a:pt x="96" y="579"/>
                    </a:cubicBezTo>
                    <a:cubicBezTo>
                      <a:pt x="160" y="579"/>
                      <a:pt x="224" y="579"/>
                      <a:pt x="289" y="579"/>
                    </a:cubicBezTo>
                    <a:cubicBezTo>
                      <a:pt x="289" y="547"/>
                      <a:pt x="289" y="515"/>
                      <a:pt x="289" y="482"/>
                    </a:cubicBezTo>
                    <a:cubicBezTo>
                      <a:pt x="353" y="482"/>
                      <a:pt x="417" y="482"/>
                      <a:pt x="482" y="482"/>
                    </a:cubicBezTo>
                    <a:cubicBezTo>
                      <a:pt x="482" y="419"/>
                      <a:pt x="482" y="355"/>
                      <a:pt x="482" y="289"/>
                    </a:cubicBezTo>
                    <a:cubicBezTo>
                      <a:pt x="451" y="289"/>
                      <a:pt x="419" y="289"/>
                      <a:pt x="386" y="289"/>
                    </a:cubicBezTo>
                    <a:cubicBezTo>
                      <a:pt x="386" y="226"/>
                      <a:pt x="386" y="162"/>
                      <a:pt x="386" y="96"/>
                    </a:cubicBezTo>
                    <a:cubicBezTo>
                      <a:pt x="418" y="96"/>
                      <a:pt x="450" y="96"/>
                      <a:pt x="482" y="96"/>
                    </a:cubicBezTo>
                    <a:cubicBezTo>
                      <a:pt x="482" y="65"/>
                      <a:pt x="482" y="33"/>
                      <a:pt x="48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98" name="ICON_SKILL_COMPARE_path_083"/>
              <p:cNvSpPr/>
              <p:nvPr/>
            </p:nvSpPr>
            <p:spPr>
              <a:xfrm>
                <a:off x="6517885" y="1533358"/>
                <a:ext cx="7353" cy="20995"/>
              </a:xfrm>
              <a:custGeom>
                <a:avLst/>
                <a:gdLst/>
                <a:ahLst/>
                <a:cxnLst/>
                <a:rect l="0" t="0" r="r" b="b"/>
                <a:pathLst>
                  <a:path w="579" h="1653" fill="norm" stroke="0">
                    <a:moveTo>
                      <a:pt x="96" y="0"/>
                    </a:moveTo>
                    <a:cubicBezTo>
                      <a:pt x="128" y="0"/>
                      <a:pt x="160" y="0"/>
                      <a:pt x="193" y="0"/>
                    </a:cubicBezTo>
                    <a:cubicBezTo>
                      <a:pt x="193" y="17"/>
                      <a:pt x="194" y="35"/>
                      <a:pt x="194" y="52"/>
                    </a:cubicBezTo>
                    <a:cubicBezTo>
                      <a:pt x="198" y="216"/>
                      <a:pt x="202" y="379"/>
                      <a:pt x="207" y="542"/>
                    </a:cubicBezTo>
                    <a:cubicBezTo>
                      <a:pt x="209" y="626"/>
                      <a:pt x="212" y="710"/>
                      <a:pt x="213" y="794"/>
                    </a:cubicBezTo>
                    <a:cubicBezTo>
                      <a:pt x="215" y="875"/>
                      <a:pt x="217" y="956"/>
                      <a:pt x="220" y="1037"/>
                    </a:cubicBezTo>
                    <a:cubicBezTo>
                      <a:pt x="221" y="1068"/>
                      <a:pt x="222" y="1099"/>
                      <a:pt x="222" y="1130"/>
                    </a:cubicBezTo>
                    <a:cubicBezTo>
                      <a:pt x="223" y="1173"/>
                      <a:pt x="224" y="1216"/>
                      <a:pt x="226" y="1260"/>
                    </a:cubicBezTo>
                    <a:cubicBezTo>
                      <a:pt x="226" y="1272"/>
                      <a:pt x="226" y="1285"/>
                      <a:pt x="226" y="1298"/>
                    </a:cubicBezTo>
                    <a:cubicBezTo>
                      <a:pt x="229" y="1370"/>
                      <a:pt x="241" y="1399"/>
                      <a:pt x="287" y="1455"/>
                    </a:cubicBezTo>
                    <a:cubicBezTo>
                      <a:pt x="347" y="1503"/>
                      <a:pt x="389" y="1514"/>
                      <a:pt x="464" y="1526"/>
                    </a:cubicBezTo>
                    <a:cubicBezTo>
                      <a:pt x="486" y="1529"/>
                      <a:pt x="507" y="1533"/>
                      <a:pt x="530" y="1537"/>
                    </a:cubicBezTo>
                    <a:cubicBezTo>
                      <a:pt x="546" y="1539"/>
                      <a:pt x="562" y="1541"/>
                      <a:pt x="579" y="1544"/>
                    </a:cubicBezTo>
                    <a:cubicBezTo>
                      <a:pt x="566" y="1592"/>
                      <a:pt x="566" y="1592"/>
                      <a:pt x="531" y="1640"/>
                    </a:cubicBezTo>
                    <a:cubicBezTo>
                      <a:pt x="473" y="1653"/>
                      <a:pt x="417" y="1649"/>
                      <a:pt x="359" y="1646"/>
                    </a:cubicBezTo>
                    <a:cubicBezTo>
                      <a:pt x="343" y="1646"/>
                      <a:pt x="327" y="1646"/>
                      <a:pt x="311" y="1645"/>
                    </a:cubicBezTo>
                    <a:cubicBezTo>
                      <a:pt x="271" y="1644"/>
                      <a:pt x="232" y="1642"/>
                      <a:pt x="193" y="1640"/>
                    </a:cubicBezTo>
                    <a:cubicBezTo>
                      <a:pt x="193" y="1609"/>
                      <a:pt x="193" y="1577"/>
                      <a:pt x="193" y="1544"/>
                    </a:cubicBezTo>
                    <a:cubicBezTo>
                      <a:pt x="161" y="1544"/>
                      <a:pt x="129" y="1544"/>
                      <a:pt x="96" y="1544"/>
                    </a:cubicBezTo>
                    <a:cubicBezTo>
                      <a:pt x="96" y="1480"/>
                      <a:pt x="96" y="1416"/>
                      <a:pt x="96" y="1351"/>
                    </a:cubicBezTo>
                    <a:cubicBezTo>
                      <a:pt x="65" y="1351"/>
                      <a:pt x="33" y="1351"/>
                      <a:pt x="0" y="1351"/>
                    </a:cubicBezTo>
                    <a:cubicBezTo>
                      <a:pt x="0" y="1096"/>
                      <a:pt x="0" y="841"/>
                      <a:pt x="0" y="579"/>
                    </a:cubicBezTo>
                    <a:cubicBezTo>
                      <a:pt x="32" y="579"/>
                      <a:pt x="64" y="579"/>
                      <a:pt x="96" y="579"/>
                    </a:cubicBezTo>
                    <a:cubicBezTo>
                      <a:pt x="96" y="388"/>
                      <a:pt x="96" y="197"/>
                      <a:pt x="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699" name="ICON_SKILL_COMPARE_path_084"/>
              <p:cNvSpPr/>
              <p:nvPr/>
            </p:nvSpPr>
            <p:spPr>
              <a:xfrm>
                <a:off x="6374509" y="1426745"/>
                <a:ext cx="11029" cy="4902"/>
              </a:xfrm>
              <a:custGeom>
                <a:avLst/>
                <a:gdLst/>
                <a:ahLst/>
                <a:cxnLst/>
                <a:rect l="0" t="0" r="r" b="b"/>
                <a:pathLst>
                  <a:path w="868" h="386" fill="norm" stroke="0">
                    <a:moveTo>
                      <a:pt x="96" y="0"/>
                    </a:moveTo>
                    <a:cubicBezTo>
                      <a:pt x="319" y="0"/>
                      <a:pt x="542" y="0"/>
                      <a:pt x="772" y="0"/>
                    </a:cubicBezTo>
                    <a:cubicBezTo>
                      <a:pt x="772" y="64"/>
                      <a:pt x="772" y="127"/>
                      <a:pt x="772" y="193"/>
                    </a:cubicBezTo>
                    <a:cubicBezTo>
                      <a:pt x="804" y="193"/>
                      <a:pt x="836" y="193"/>
                      <a:pt x="868" y="193"/>
                    </a:cubicBezTo>
                    <a:cubicBezTo>
                      <a:pt x="868" y="257"/>
                      <a:pt x="868" y="320"/>
                      <a:pt x="868" y="386"/>
                    </a:cubicBezTo>
                    <a:cubicBezTo>
                      <a:pt x="805" y="386"/>
                      <a:pt x="741" y="386"/>
                      <a:pt x="675" y="386"/>
                    </a:cubicBezTo>
                    <a:cubicBezTo>
                      <a:pt x="675" y="354"/>
                      <a:pt x="675" y="322"/>
                      <a:pt x="675" y="289"/>
                    </a:cubicBezTo>
                    <a:cubicBezTo>
                      <a:pt x="548" y="289"/>
                      <a:pt x="421" y="289"/>
                      <a:pt x="289" y="289"/>
                    </a:cubicBezTo>
                    <a:cubicBezTo>
                      <a:pt x="289" y="321"/>
                      <a:pt x="289" y="353"/>
                      <a:pt x="289" y="386"/>
                    </a:cubicBezTo>
                    <a:cubicBezTo>
                      <a:pt x="194" y="386"/>
                      <a:pt x="98" y="386"/>
                      <a:pt x="0" y="386"/>
                    </a:cubicBezTo>
                    <a:cubicBezTo>
                      <a:pt x="0" y="322"/>
                      <a:pt x="0" y="259"/>
                      <a:pt x="0" y="193"/>
                    </a:cubicBezTo>
                    <a:cubicBezTo>
                      <a:pt x="32" y="193"/>
                      <a:pt x="64" y="193"/>
                      <a:pt x="96" y="193"/>
                    </a:cubicBezTo>
                    <a:cubicBezTo>
                      <a:pt x="96" y="129"/>
                      <a:pt x="96" y="66"/>
                      <a:pt x="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00" name="ICON_SKILL_COMPARE_path_085"/>
              <p:cNvSpPr/>
              <p:nvPr/>
            </p:nvSpPr>
            <p:spPr>
              <a:xfrm>
                <a:off x="6389214" y="1458606"/>
                <a:ext cx="12254" cy="7353"/>
              </a:xfrm>
              <a:custGeom>
                <a:avLst/>
                <a:gdLst/>
                <a:ahLst/>
                <a:cxnLst/>
                <a:rect l="0" t="0" r="r" b="b"/>
                <a:pathLst>
                  <a:path w="965" h="579" fill="norm" stroke="0">
                    <a:moveTo>
                      <a:pt x="482" y="0"/>
                    </a:moveTo>
                    <a:cubicBezTo>
                      <a:pt x="546" y="0"/>
                      <a:pt x="610" y="0"/>
                      <a:pt x="675" y="0"/>
                    </a:cubicBezTo>
                    <a:cubicBezTo>
                      <a:pt x="675" y="32"/>
                      <a:pt x="675" y="64"/>
                      <a:pt x="675" y="96"/>
                    </a:cubicBezTo>
                    <a:cubicBezTo>
                      <a:pt x="707" y="96"/>
                      <a:pt x="739" y="96"/>
                      <a:pt x="772" y="96"/>
                    </a:cubicBezTo>
                    <a:cubicBezTo>
                      <a:pt x="772" y="128"/>
                      <a:pt x="772" y="160"/>
                      <a:pt x="772" y="193"/>
                    </a:cubicBezTo>
                    <a:cubicBezTo>
                      <a:pt x="804" y="193"/>
                      <a:pt x="836" y="193"/>
                      <a:pt x="868" y="193"/>
                    </a:cubicBezTo>
                    <a:cubicBezTo>
                      <a:pt x="868" y="257"/>
                      <a:pt x="868" y="320"/>
                      <a:pt x="868" y="386"/>
                    </a:cubicBezTo>
                    <a:cubicBezTo>
                      <a:pt x="900" y="386"/>
                      <a:pt x="932" y="386"/>
                      <a:pt x="965" y="386"/>
                    </a:cubicBezTo>
                    <a:cubicBezTo>
                      <a:pt x="949" y="434"/>
                      <a:pt x="933" y="481"/>
                      <a:pt x="917" y="531"/>
                    </a:cubicBezTo>
                    <a:cubicBezTo>
                      <a:pt x="869" y="515"/>
                      <a:pt x="821" y="499"/>
                      <a:pt x="772" y="482"/>
                    </a:cubicBezTo>
                    <a:cubicBezTo>
                      <a:pt x="772" y="451"/>
                      <a:pt x="772" y="419"/>
                      <a:pt x="772" y="386"/>
                    </a:cubicBezTo>
                    <a:cubicBezTo>
                      <a:pt x="740" y="386"/>
                      <a:pt x="708" y="386"/>
                      <a:pt x="675" y="386"/>
                    </a:cubicBezTo>
                    <a:cubicBezTo>
                      <a:pt x="675" y="418"/>
                      <a:pt x="675" y="450"/>
                      <a:pt x="675" y="482"/>
                    </a:cubicBezTo>
                    <a:cubicBezTo>
                      <a:pt x="644" y="482"/>
                      <a:pt x="612" y="482"/>
                      <a:pt x="579" y="482"/>
                    </a:cubicBezTo>
                    <a:cubicBezTo>
                      <a:pt x="579" y="451"/>
                      <a:pt x="579" y="419"/>
                      <a:pt x="579" y="386"/>
                    </a:cubicBezTo>
                    <a:cubicBezTo>
                      <a:pt x="534" y="380"/>
                      <a:pt x="534" y="380"/>
                      <a:pt x="482" y="386"/>
                    </a:cubicBezTo>
                    <a:cubicBezTo>
                      <a:pt x="452" y="428"/>
                      <a:pt x="452" y="428"/>
                      <a:pt x="428" y="482"/>
                    </a:cubicBezTo>
                    <a:cubicBezTo>
                      <a:pt x="421" y="498"/>
                      <a:pt x="421" y="498"/>
                      <a:pt x="386" y="579"/>
                    </a:cubicBezTo>
                    <a:cubicBezTo>
                      <a:pt x="259" y="563"/>
                      <a:pt x="131" y="547"/>
                      <a:pt x="0" y="531"/>
                    </a:cubicBezTo>
                    <a:cubicBezTo>
                      <a:pt x="96" y="386"/>
                      <a:pt x="96" y="386"/>
                      <a:pt x="148" y="372"/>
                    </a:cubicBezTo>
                    <a:cubicBezTo>
                      <a:pt x="157" y="373"/>
                      <a:pt x="157" y="373"/>
                      <a:pt x="199" y="377"/>
                    </a:cubicBezTo>
                    <a:cubicBezTo>
                      <a:pt x="208" y="378"/>
                      <a:pt x="208" y="378"/>
                      <a:pt x="251" y="381"/>
                    </a:cubicBezTo>
                    <a:cubicBezTo>
                      <a:pt x="263" y="383"/>
                      <a:pt x="276" y="384"/>
                      <a:pt x="289" y="386"/>
                    </a:cubicBezTo>
                    <a:cubicBezTo>
                      <a:pt x="289" y="354"/>
                      <a:pt x="289" y="322"/>
                      <a:pt x="289" y="289"/>
                    </a:cubicBezTo>
                    <a:cubicBezTo>
                      <a:pt x="321" y="289"/>
                      <a:pt x="353" y="289"/>
                      <a:pt x="386" y="289"/>
                    </a:cubicBezTo>
                    <a:cubicBezTo>
                      <a:pt x="386" y="258"/>
                      <a:pt x="386" y="226"/>
                      <a:pt x="386" y="193"/>
                    </a:cubicBezTo>
                    <a:cubicBezTo>
                      <a:pt x="418" y="193"/>
                      <a:pt x="450" y="193"/>
                      <a:pt x="482" y="193"/>
                    </a:cubicBezTo>
                    <a:cubicBezTo>
                      <a:pt x="482" y="129"/>
                      <a:pt x="482" y="66"/>
                      <a:pt x="48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01" name="ICON_SKILL_COMPARE_path_086"/>
              <p:cNvSpPr/>
              <p:nvPr/>
            </p:nvSpPr>
            <p:spPr>
              <a:xfrm>
                <a:off x="6515434" y="1562768"/>
                <a:ext cx="4902" cy="18382"/>
              </a:xfrm>
              <a:custGeom>
                <a:avLst/>
                <a:gdLst/>
                <a:ahLst/>
                <a:cxnLst/>
                <a:rect l="0" t="0" r="r" b="b"/>
                <a:pathLst>
                  <a:path w="386" h="1447" fill="norm" stroke="0">
                    <a:moveTo>
                      <a:pt x="289" y="0"/>
                    </a:moveTo>
                    <a:cubicBezTo>
                      <a:pt x="321" y="0"/>
                      <a:pt x="353" y="0"/>
                      <a:pt x="386" y="0"/>
                    </a:cubicBezTo>
                    <a:cubicBezTo>
                      <a:pt x="386" y="478"/>
                      <a:pt x="386" y="955"/>
                      <a:pt x="386" y="1447"/>
                    </a:cubicBezTo>
                    <a:cubicBezTo>
                      <a:pt x="354" y="1447"/>
                      <a:pt x="322" y="1447"/>
                      <a:pt x="289" y="1447"/>
                    </a:cubicBezTo>
                    <a:cubicBezTo>
                      <a:pt x="289" y="1224"/>
                      <a:pt x="289" y="1002"/>
                      <a:pt x="289" y="772"/>
                    </a:cubicBezTo>
                    <a:cubicBezTo>
                      <a:pt x="258" y="772"/>
                      <a:pt x="226" y="772"/>
                      <a:pt x="193" y="772"/>
                    </a:cubicBezTo>
                    <a:cubicBezTo>
                      <a:pt x="193" y="740"/>
                      <a:pt x="193" y="708"/>
                      <a:pt x="193" y="675"/>
                    </a:cubicBezTo>
                    <a:cubicBezTo>
                      <a:pt x="161" y="675"/>
                      <a:pt x="129" y="675"/>
                      <a:pt x="96" y="675"/>
                    </a:cubicBezTo>
                    <a:cubicBezTo>
                      <a:pt x="96" y="644"/>
                      <a:pt x="96" y="612"/>
                      <a:pt x="96" y="579"/>
                    </a:cubicBezTo>
                    <a:cubicBezTo>
                      <a:pt x="65" y="579"/>
                      <a:pt x="33" y="579"/>
                      <a:pt x="0" y="579"/>
                    </a:cubicBezTo>
                    <a:cubicBezTo>
                      <a:pt x="0" y="515"/>
                      <a:pt x="0" y="452"/>
                      <a:pt x="0" y="386"/>
                    </a:cubicBezTo>
                    <a:cubicBezTo>
                      <a:pt x="32" y="386"/>
                      <a:pt x="64" y="386"/>
                      <a:pt x="96" y="386"/>
                    </a:cubicBezTo>
                    <a:cubicBezTo>
                      <a:pt x="96" y="354"/>
                      <a:pt x="96" y="322"/>
                      <a:pt x="96" y="289"/>
                    </a:cubicBezTo>
                    <a:cubicBezTo>
                      <a:pt x="128" y="289"/>
                      <a:pt x="160" y="289"/>
                      <a:pt x="193" y="289"/>
                    </a:cubicBezTo>
                    <a:cubicBezTo>
                      <a:pt x="193" y="258"/>
                      <a:pt x="193" y="226"/>
                      <a:pt x="193" y="193"/>
                    </a:cubicBezTo>
                    <a:cubicBezTo>
                      <a:pt x="225" y="193"/>
                      <a:pt x="257" y="193"/>
                      <a:pt x="289" y="193"/>
                    </a:cubicBezTo>
                    <a:cubicBezTo>
                      <a:pt x="289" y="129"/>
                      <a:pt x="289" y="66"/>
                      <a:pt x="28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02" name="ICON_SKILL_COMPARE_path_087"/>
              <p:cNvSpPr/>
              <p:nvPr/>
            </p:nvSpPr>
            <p:spPr>
              <a:xfrm>
                <a:off x="6554036" y="1431646"/>
                <a:ext cx="8578" cy="11642"/>
              </a:xfrm>
              <a:custGeom>
                <a:avLst/>
                <a:gdLst/>
                <a:ahLst/>
                <a:cxnLst/>
                <a:rect l="0" t="0" r="r" b="b"/>
                <a:pathLst>
                  <a:path w="675" h="917" fill="norm" stroke="0">
                    <a:moveTo>
                      <a:pt x="338" y="0"/>
                    </a:moveTo>
                    <a:cubicBezTo>
                      <a:pt x="449" y="0"/>
                      <a:pt x="561" y="0"/>
                      <a:pt x="675" y="0"/>
                    </a:cubicBezTo>
                    <a:cubicBezTo>
                      <a:pt x="675" y="48"/>
                      <a:pt x="675" y="96"/>
                      <a:pt x="675" y="145"/>
                    </a:cubicBezTo>
                    <a:cubicBezTo>
                      <a:pt x="628" y="161"/>
                      <a:pt x="580" y="177"/>
                      <a:pt x="531" y="193"/>
                    </a:cubicBezTo>
                    <a:cubicBezTo>
                      <a:pt x="531" y="225"/>
                      <a:pt x="531" y="257"/>
                      <a:pt x="531" y="289"/>
                    </a:cubicBezTo>
                    <a:cubicBezTo>
                      <a:pt x="499" y="289"/>
                      <a:pt x="467" y="289"/>
                      <a:pt x="434" y="289"/>
                    </a:cubicBezTo>
                    <a:cubicBezTo>
                      <a:pt x="434" y="321"/>
                      <a:pt x="434" y="353"/>
                      <a:pt x="434" y="386"/>
                    </a:cubicBezTo>
                    <a:cubicBezTo>
                      <a:pt x="402" y="386"/>
                      <a:pt x="371" y="386"/>
                      <a:pt x="338" y="386"/>
                    </a:cubicBezTo>
                    <a:cubicBezTo>
                      <a:pt x="338" y="418"/>
                      <a:pt x="338" y="450"/>
                      <a:pt x="338" y="482"/>
                    </a:cubicBezTo>
                    <a:cubicBezTo>
                      <a:pt x="306" y="482"/>
                      <a:pt x="274" y="482"/>
                      <a:pt x="241" y="482"/>
                    </a:cubicBezTo>
                    <a:cubicBezTo>
                      <a:pt x="241" y="546"/>
                      <a:pt x="241" y="610"/>
                      <a:pt x="241" y="675"/>
                    </a:cubicBezTo>
                    <a:cubicBezTo>
                      <a:pt x="209" y="675"/>
                      <a:pt x="178" y="675"/>
                      <a:pt x="145" y="675"/>
                    </a:cubicBezTo>
                    <a:cubicBezTo>
                      <a:pt x="129" y="755"/>
                      <a:pt x="113" y="835"/>
                      <a:pt x="96" y="917"/>
                    </a:cubicBezTo>
                    <a:cubicBezTo>
                      <a:pt x="81" y="885"/>
                      <a:pt x="65" y="853"/>
                      <a:pt x="48" y="820"/>
                    </a:cubicBezTo>
                    <a:cubicBezTo>
                      <a:pt x="69" y="766"/>
                      <a:pt x="69" y="766"/>
                      <a:pt x="96" y="724"/>
                    </a:cubicBezTo>
                    <a:cubicBezTo>
                      <a:pt x="65" y="708"/>
                      <a:pt x="33" y="692"/>
                      <a:pt x="0" y="675"/>
                    </a:cubicBezTo>
                    <a:cubicBezTo>
                      <a:pt x="16" y="516"/>
                      <a:pt x="32" y="357"/>
                      <a:pt x="48" y="193"/>
                    </a:cubicBezTo>
                    <a:cubicBezTo>
                      <a:pt x="80" y="193"/>
                      <a:pt x="112" y="193"/>
                      <a:pt x="145" y="193"/>
                    </a:cubicBezTo>
                    <a:cubicBezTo>
                      <a:pt x="145" y="161"/>
                      <a:pt x="145" y="129"/>
                      <a:pt x="145" y="96"/>
                    </a:cubicBezTo>
                    <a:cubicBezTo>
                      <a:pt x="208" y="96"/>
                      <a:pt x="272" y="96"/>
                      <a:pt x="338" y="96"/>
                    </a:cubicBezTo>
                    <a:cubicBezTo>
                      <a:pt x="338" y="65"/>
                      <a:pt x="338" y="33"/>
                      <a:pt x="33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03" name="ICON_SKILL_COMPARE_path_088"/>
              <p:cNvSpPr/>
              <p:nvPr/>
            </p:nvSpPr>
            <p:spPr>
              <a:xfrm>
                <a:off x="6572417" y="1462895"/>
                <a:ext cx="11029" cy="9191"/>
              </a:xfrm>
              <a:custGeom>
                <a:avLst/>
                <a:gdLst/>
                <a:ahLst/>
                <a:cxnLst/>
                <a:rect l="0" t="0" r="r" b="b"/>
                <a:pathLst>
                  <a:path w="868" h="724" fill="norm" stroke="0">
                    <a:moveTo>
                      <a:pt x="868" y="0"/>
                    </a:moveTo>
                    <a:cubicBezTo>
                      <a:pt x="868" y="48"/>
                      <a:pt x="868" y="96"/>
                      <a:pt x="868" y="145"/>
                    </a:cubicBezTo>
                    <a:cubicBezTo>
                      <a:pt x="821" y="161"/>
                      <a:pt x="773" y="177"/>
                      <a:pt x="724" y="193"/>
                    </a:cubicBezTo>
                    <a:cubicBezTo>
                      <a:pt x="724" y="273"/>
                      <a:pt x="724" y="352"/>
                      <a:pt x="724" y="434"/>
                    </a:cubicBezTo>
                    <a:cubicBezTo>
                      <a:pt x="692" y="434"/>
                      <a:pt x="660" y="434"/>
                      <a:pt x="627" y="434"/>
                    </a:cubicBezTo>
                    <a:cubicBezTo>
                      <a:pt x="627" y="530"/>
                      <a:pt x="627" y="625"/>
                      <a:pt x="627" y="724"/>
                    </a:cubicBezTo>
                    <a:cubicBezTo>
                      <a:pt x="595" y="724"/>
                      <a:pt x="564" y="724"/>
                      <a:pt x="531" y="724"/>
                    </a:cubicBezTo>
                    <a:cubicBezTo>
                      <a:pt x="531" y="692"/>
                      <a:pt x="531" y="660"/>
                      <a:pt x="531" y="627"/>
                    </a:cubicBezTo>
                    <a:cubicBezTo>
                      <a:pt x="356" y="627"/>
                      <a:pt x="180" y="627"/>
                      <a:pt x="0" y="627"/>
                    </a:cubicBezTo>
                    <a:cubicBezTo>
                      <a:pt x="16" y="532"/>
                      <a:pt x="32" y="436"/>
                      <a:pt x="48" y="338"/>
                    </a:cubicBezTo>
                    <a:cubicBezTo>
                      <a:pt x="144" y="338"/>
                      <a:pt x="239" y="338"/>
                      <a:pt x="338" y="338"/>
                    </a:cubicBezTo>
                    <a:cubicBezTo>
                      <a:pt x="338" y="306"/>
                      <a:pt x="338" y="274"/>
                      <a:pt x="338" y="241"/>
                    </a:cubicBezTo>
                    <a:cubicBezTo>
                      <a:pt x="433" y="241"/>
                      <a:pt x="529" y="241"/>
                      <a:pt x="627" y="241"/>
                    </a:cubicBezTo>
                    <a:cubicBezTo>
                      <a:pt x="627" y="209"/>
                      <a:pt x="627" y="178"/>
                      <a:pt x="627" y="145"/>
                    </a:cubicBezTo>
                    <a:cubicBezTo>
                      <a:pt x="668" y="113"/>
                      <a:pt x="703" y="90"/>
                      <a:pt x="748" y="66"/>
                    </a:cubicBezTo>
                    <a:cubicBezTo>
                      <a:pt x="759" y="60"/>
                      <a:pt x="771" y="53"/>
                      <a:pt x="783" y="47"/>
                    </a:cubicBezTo>
                    <a:cubicBezTo>
                      <a:pt x="811" y="31"/>
                      <a:pt x="840" y="15"/>
                      <a:pt x="86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04" name="ICON_SKILL_COMPARE_path_089"/>
              <p:cNvSpPr/>
              <p:nvPr/>
            </p:nvSpPr>
            <p:spPr>
              <a:xfrm>
                <a:off x="6637978" y="1409589"/>
                <a:ext cx="6127" cy="17156"/>
              </a:xfrm>
              <a:custGeom>
                <a:avLst/>
                <a:gdLst/>
                <a:ahLst/>
                <a:cxnLst/>
                <a:rect l="0" t="0" r="r" b="b"/>
                <a:pathLst>
                  <a:path w="482" h="1351" fill="norm" stroke="0">
                    <a:moveTo>
                      <a:pt x="0" y="0"/>
                    </a:moveTo>
                    <a:cubicBezTo>
                      <a:pt x="96" y="0"/>
                      <a:pt x="191" y="0"/>
                      <a:pt x="289" y="0"/>
                    </a:cubicBezTo>
                    <a:cubicBezTo>
                      <a:pt x="289" y="32"/>
                      <a:pt x="289" y="64"/>
                      <a:pt x="289" y="96"/>
                    </a:cubicBezTo>
                    <a:cubicBezTo>
                      <a:pt x="321" y="96"/>
                      <a:pt x="353" y="96"/>
                      <a:pt x="386" y="96"/>
                    </a:cubicBezTo>
                    <a:cubicBezTo>
                      <a:pt x="386" y="128"/>
                      <a:pt x="386" y="160"/>
                      <a:pt x="386" y="193"/>
                    </a:cubicBezTo>
                    <a:cubicBezTo>
                      <a:pt x="418" y="193"/>
                      <a:pt x="450" y="193"/>
                      <a:pt x="482" y="193"/>
                    </a:cubicBezTo>
                    <a:cubicBezTo>
                      <a:pt x="482" y="257"/>
                      <a:pt x="482" y="320"/>
                      <a:pt x="482" y="386"/>
                    </a:cubicBezTo>
                    <a:cubicBezTo>
                      <a:pt x="419" y="386"/>
                      <a:pt x="355" y="386"/>
                      <a:pt x="289" y="386"/>
                    </a:cubicBezTo>
                    <a:cubicBezTo>
                      <a:pt x="289" y="704"/>
                      <a:pt x="289" y="1023"/>
                      <a:pt x="289" y="1351"/>
                    </a:cubicBezTo>
                    <a:cubicBezTo>
                      <a:pt x="258" y="1351"/>
                      <a:pt x="226" y="1351"/>
                      <a:pt x="193" y="1351"/>
                    </a:cubicBezTo>
                    <a:cubicBezTo>
                      <a:pt x="193" y="1128"/>
                      <a:pt x="193" y="905"/>
                      <a:pt x="193" y="675"/>
                    </a:cubicBezTo>
                    <a:cubicBezTo>
                      <a:pt x="161" y="675"/>
                      <a:pt x="129" y="675"/>
                      <a:pt x="96" y="675"/>
                    </a:cubicBezTo>
                    <a:cubicBezTo>
                      <a:pt x="143" y="472"/>
                      <a:pt x="143" y="472"/>
                      <a:pt x="193" y="386"/>
                    </a:cubicBezTo>
                    <a:cubicBezTo>
                      <a:pt x="161" y="386"/>
                      <a:pt x="129" y="386"/>
                      <a:pt x="96" y="386"/>
                    </a:cubicBezTo>
                    <a:cubicBezTo>
                      <a:pt x="96" y="322"/>
                      <a:pt x="96" y="259"/>
                      <a:pt x="96" y="193"/>
                    </a:cubicBezTo>
                    <a:cubicBezTo>
                      <a:pt x="65" y="193"/>
                      <a:pt x="33" y="193"/>
                      <a:pt x="0" y="193"/>
                    </a:cubicBezTo>
                    <a:cubicBezTo>
                      <a:pt x="0" y="129"/>
                      <a:pt x="0" y="6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05" name="ICON_SKILL_COMPARE_path_090"/>
              <p:cNvSpPr/>
              <p:nvPr/>
            </p:nvSpPr>
            <p:spPr>
              <a:xfrm>
                <a:off x="6548521" y="1440225"/>
                <a:ext cx="6740" cy="12254"/>
              </a:xfrm>
              <a:custGeom>
                <a:avLst/>
                <a:gdLst/>
                <a:ahLst/>
                <a:cxnLst/>
                <a:rect l="0" t="0" r="r" b="b"/>
                <a:pathLst>
                  <a:path w="531" h="965" fill="norm" stroke="0">
                    <a:moveTo>
                      <a:pt x="386" y="0"/>
                    </a:moveTo>
                    <a:cubicBezTo>
                      <a:pt x="434" y="16"/>
                      <a:pt x="481" y="32"/>
                      <a:pt x="531" y="48"/>
                    </a:cubicBezTo>
                    <a:cubicBezTo>
                      <a:pt x="515" y="351"/>
                      <a:pt x="499" y="653"/>
                      <a:pt x="482" y="965"/>
                    </a:cubicBezTo>
                    <a:cubicBezTo>
                      <a:pt x="451" y="965"/>
                      <a:pt x="419" y="965"/>
                      <a:pt x="386" y="965"/>
                    </a:cubicBezTo>
                    <a:cubicBezTo>
                      <a:pt x="386" y="901"/>
                      <a:pt x="386" y="838"/>
                      <a:pt x="386" y="772"/>
                    </a:cubicBezTo>
                    <a:cubicBezTo>
                      <a:pt x="354" y="772"/>
                      <a:pt x="322" y="772"/>
                      <a:pt x="289" y="772"/>
                    </a:cubicBezTo>
                    <a:cubicBezTo>
                      <a:pt x="289" y="804"/>
                      <a:pt x="289" y="836"/>
                      <a:pt x="289" y="868"/>
                    </a:cubicBezTo>
                    <a:cubicBezTo>
                      <a:pt x="194" y="868"/>
                      <a:pt x="98" y="868"/>
                      <a:pt x="0" y="868"/>
                    </a:cubicBezTo>
                    <a:cubicBezTo>
                      <a:pt x="0" y="805"/>
                      <a:pt x="0" y="741"/>
                      <a:pt x="0" y="675"/>
                    </a:cubicBezTo>
                    <a:cubicBezTo>
                      <a:pt x="64" y="675"/>
                      <a:pt x="127" y="675"/>
                      <a:pt x="193" y="675"/>
                    </a:cubicBezTo>
                    <a:cubicBezTo>
                      <a:pt x="193" y="548"/>
                      <a:pt x="193" y="421"/>
                      <a:pt x="193" y="289"/>
                    </a:cubicBezTo>
                    <a:cubicBezTo>
                      <a:pt x="257" y="289"/>
                      <a:pt x="320" y="289"/>
                      <a:pt x="386" y="289"/>
                    </a:cubicBezTo>
                    <a:cubicBezTo>
                      <a:pt x="386" y="194"/>
                      <a:pt x="386" y="98"/>
                      <a:pt x="38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06" name="ICON_SKILL_COMPARE_path_091"/>
              <p:cNvSpPr/>
              <p:nvPr/>
            </p:nvSpPr>
            <p:spPr>
              <a:xfrm>
                <a:off x="6517885" y="1369149"/>
                <a:ext cx="6127" cy="23283"/>
              </a:xfrm>
              <a:custGeom>
                <a:avLst/>
                <a:gdLst/>
                <a:ahLst/>
                <a:cxnLst/>
                <a:rect l="0" t="0" r="r" b="b"/>
                <a:pathLst>
                  <a:path w="482" h="1833" fill="norm" stroke="0">
                    <a:moveTo>
                      <a:pt x="193" y="0"/>
                    </a:moveTo>
                    <a:cubicBezTo>
                      <a:pt x="289" y="0"/>
                      <a:pt x="384" y="0"/>
                      <a:pt x="482" y="0"/>
                    </a:cubicBezTo>
                    <a:cubicBezTo>
                      <a:pt x="482" y="32"/>
                      <a:pt x="482" y="64"/>
                      <a:pt x="482" y="96"/>
                    </a:cubicBezTo>
                    <a:cubicBezTo>
                      <a:pt x="430" y="126"/>
                      <a:pt x="430" y="126"/>
                      <a:pt x="398" y="140"/>
                    </a:cubicBezTo>
                    <a:cubicBezTo>
                      <a:pt x="338" y="165"/>
                      <a:pt x="286" y="194"/>
                      <a:pt x="241" y="241"/>
                    </a:cubicBezTo>
                    <a:cubicBezTo>
                      <a:pt x="207" y="350"/>
                      <a:pt x="213" y="454"/>
                      <a:pt x="218" y="567"/>
                    </a:cubicBezTo>
                    <a:cubicBezTo>
                      <a:pt x="218" y="599"/>
                      <a:pt x="218" y="631"/>
                      <a:pt x="219" y="663"/>
                    </a:cubicBezTo>
                    <a:cubicBezTo>
                      <a:pt x="220" y="746"/>
                      <a:pt x="222" y="830"/>
                      <a:pt x="225" y="914"/>
                    </a:cubicBezTo>
                    <a:cubicBezTo>
                      <a:pt x="227" y="999"/>
                      <a:pt x="228" y="1084"/>
                      <a:pt x="229" y="1168"/>
                    </a:cubicBezTo>
                    <a:cubicBezTo>
                      <a:pt x="232" y="1306"/>
                      <a:pt x="234" y="1443"/>
                      <a:pt x="239" y="1580"/>
                    </a:cubicBezTo>
                    <a:cubicBezTo>
                      <a:pt x="241" y="1665"/>
                      <a:pt x="242" y="1749"/>
                      <a:pt x="241" y="1833"/>
                    </a:cubicBezTo>
                    <a:cubicBezTo>
                      <a:pt x="190" y="1805"/>
                      <a:pt x="141" y="1775"/>
                      <a:pt x="96" y="1737"/>
                    </a:cubicBezTo>
                    <a:cubicBezTo>
                      <a:pt x="87" y="1683"/>
                      <a:pt x="87" y="1683"/>
                      <a:pt x="96" y="1640"/>
                    </a:cubicBezTo>
                    <a:cubicBezTo>
                      <a:pt x="65" y="1640"/>
                      <a:pt x="33" y="1640"/>
                      <a:pt x="0" y="1640"/>
                    </a:cubicBezTo>
                    <a:cubicBezTo>
                      <a:pt x="0" y="1545"/>
                      <a:pt x="0" y="1449"/>
                      <a:pt x="0" y="1351"/>
                    </a:cubicBezTo>
                    <a:cubicBezTo>
                      <a:pt x="32" y="1351"/>
                      <a:pt x="64" y="1351"/>
                      <a:pt x="96" y="1351"/>
                    </a:cubicBezTo>
                    <a:cubicBezTo>
                      <a:pt x="96" y="937"/>
                      <a:pt x="96" y="523"/>
                      <a:pt x="96" y="96"/>
                    </a:cubicBezTo>
                    <a:cubicBezTo>
                      <a:pt x="128" y="96"/>
                      <a:pt x="160" y="96"/>
                      <a:pt x="193" y="96"/>
                    </a:cubicBezTo>
                    <a:cubicBezTo>
                      <a:pt x="193" y="65"/>
                      <a:pt x="193" y="33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07" name="ICON_SKILL_COMPARE_path_092"/>
              <p:cNvSpPr/>
              <p:nvPr/>
            </p:nvSpPr>
            <p:spPr>
              <a:xfrm>
                <a:off x="6414948" y="1447577"/>
                <a:ext cx="19607" cy="6127"/>
              </a:xfrm>
              <a:custGeom>
                <a:avLst/>
                <a:gdLst/>
                <a:ahLst/>
                <a:cxnLst/>
                <a:rect l="0" t="0" r="r" b="b"/>
                <a:pathLst>
                  <a:path w="1544" h="482" fill="norm" stroke="0">
                    <a:moveTo>
                      <a:pt x="193" y="0"/>
                    </a:moveTo>
                    <a:cubicBezTo>
                      <a:pt x="225" y="0"/>
                      <a:pt x="257" y="0"/>
                      <a:pt x="289" y="0"/>
                    </a:cubicBezTo>
                    <a:cubicBezTo>
                      <a:pt x="289" y="64"/>
                      <a:pt x="289" y="127"/>
                      <a:pt x="289" y="193"/>
                    </a:cubicBezTo>
                    <a:cubicBezTo>
                      <a:pt x="321" y="193"/>
                      <a:pt x="353" y="193"/>
                      <a:pt x="386" y="193"/>
                    </a:cubicBezTo>
                    <a:cubicBezTo>
                      <a:pt x="386" y="225"/>
                      <a:pt x="386" y="257"/>
                      <a:pt x="386" y="289"/>
                    </a:cubicBezTo>
                    <a:cubicBezTo>
                      <a:pt x="673" y="289"/>
                      <a:pt x="959" y="289"/>
                      <a:pt x="1254" y="289"/>
                    </a:cubicBezTo>
                    <a:cubicBezTo>
                      <a:pt x="1254" y="258"/>
                      <a:pt x="1254" y="226"/>
                      <a:pt x="1254" y="193"/>
                    </a:cubicBezTo>
                    <a:cubicBezTo>
                      <a:pt x="1350" y="193"/>
                      <a:pt x="1445" y="193"/>
                      <a:pt x="1544" y="193"/>
                    </a:cubicBezTo>
                    <a:cubicBezTo>
                      <a:pt x="1544" y="225"/>
                      <a:pt x="1544" y="257"/>
                      <a:pt x="1544" y="289"/>
                    </a:cubicBezTo>
                    <a:cubicBezTo>
                      <a:pt x="1512" y="289"/>
                      <a:pt x="1480" y="289"/>
                      <a:pt x="1447" y="289"/>
                    </a:cubicBezTo>
                    <a:cubicBezTo>
                      <a:pt x="1447" y="321"/>
                      <a:pt x="1447" y="353"/>
                      <a:pt x="1447" y="386"/>
                    </a:cubicBezTo>
                    <a:cubicBezTo>
                      <a:pt x="1439" y="386"/>
                      <a:pt x="1439" y="386"/>
                      <a:pt x="1399" y="387"/>
                    </a:cubicBezTo>
                    <a:cubicBezTo>
                      <a:pt x="1248" y="392"/>
                      <a:pt x="1097" y="397"/>
                      <a:pt x="945" y="402"/>
                    </a:cubicBezTo>
                    <a:cubicBezTo>
                      <a:pt x="868" y="405"/>
                      <a:pt x="790" y="408"/>
                      <a:pt x="712" y="410"/>
                    </a:cubicBezTo>
                    <a:cubicBezTo>
                      <a:pt x="637" y="412"/>
                      <a:pt x="562" y="415"/>
                      <a:pt x="487" y="417"/>
                    </a:cubicBezTo>
                    <a:cubicBezTo>
                      <a:pt x="458" y="418"/>
                      <a:pt x="430" y="419"/>
                      <a:pt x="401" y="420"/>
                    </a:cubicBezTo>
                    <a:cubicBezTo>
                      <a:pt x="126" y="428"/>
                      <a:pt x="126" y="428"/>
                      <a:pt x="0" y="482"/>
                    </a:cubicBezTo>
                    <a:cubicBezTo>
                      <a:pt x="0" y="419"/>
                      <a:pt x="0" y="355"/>
                      <a:pt x="0" y="289"/>
                    </a:cubicBezTo>
                    <a:cubicBezTo>
                      <a:pt x="32" y="289"/>
                      <a:pt x="64" y="289"/>
                      <a:pt x="96" y="289"/>
                    </a:cubicBezTo>
                    <a:cubicBezTo>
                      <a:pt x="96" y="258"/>
                      <a:pt x="96" y="226"/>
                      <a:pt x="96" y="193"/>
                    </a:cubicBezTo>
                    <a:cubicBezTo>
                      <a:pt x="128" y="193"/>
                      <a:pt x="160" y="193"/>
                      <a:pt x="193" y="193"/>
                    </a:cubicBezTo>
                    <a:cubicBezTo>
                      <a:pt x="193" y="129"/>
                      <a:pt x="193" y="66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08" name="ICON_SKILL_COMPARE_path_093"/>
              <p:cNvSpPr/>
              <p:nvPr/>
            </p:nvSpPr>
            <p:spPr>
              <a:xfrm>
                <a:off x="6675967" y="1432872"/>
                <a:ext cx="9804" cy="7353"/>
              </a:xfrm>
              <a:custGeom>
                <a:avLst/>
                <a:gdLst/>
                <a:ahLst/>
                <a:cxnLst/>
                <a:rect l="0" t="0" r="r" b="b"/>
                <a:pathLst>
                  <a:path w="772" h="579" fill="norm" stroke="0">
                    <a:moveTo>
                      <a:pt x="0" y="0"/>
                    </a:moveTo>
                    <a:cubicBezTo>
                      <a:pt x="127" y="0"/>
                      <a:pt x="255" y="0"/>
                      <a:pt x="386" y="0"/>
                    </a:cubicBezTo>
                    <a:cubicBezTo>
                      <a:pt x="386" y="32"/>
                      <a:pt x="386" y="64"/>
                      <a:pt x="386" y="96"/>
                    </a:cubicBezTo>
                    <a:cubicBezTo>
                      <a:pt x="418" y="96"/>
                      <a:pt x="450" y="96"/>
                      <a:pt x="482" y="96"/>
                    </a:cubicBezTo>
                    <a:cubicBezTo>
                      <a:pt x="482" y="128"/>
                      <a:pt x="482" y="160"/>
                      <a:pt x="482" y="193"/>
                    </a:cubicBezTo>
                    <a:cubicBezTo>
                      <a:pt x="546" y="193"/>
                      <a:pt x="610" y="193"/>
                      <a:pt x="675" y="193"/>
                    </a:cubicBezTo>
                    <a:cubicBezTo>
                      <a:pt x="675" y="225"/>
                      <a:pt x="675" y="257"/>
                      <a:pt x="675" y="289"/>
                    </a:cubicBezTo>
                    <a:cubicBezTo>
                      <a:pt x="707" y="289"/>
                      <a:pt x="739" y="289"/>
                      <a:pt x="772" y="289"/>
                    </a:cubicBezTo>
                    <a:cubicBezTo>
                      <a:pt x="772" y="353"/>
                      <a:pt x="772" y="417"/>
                      <a:pt x="772" y="482"/>
                    </a:cubicBezTo>
                    <a:cubicBezTo>
                      <a:pt x="740" y="482"/>
                      <a:pt x="708" y="482"/>
                      <a:pt x="675" y="482"/>
                    </a:cubicBezTo>
                    <a:cubicBezTo>
                      <a:pt x="675" y="514"/>
                      <a:pt x="675" y="546"/>
                      <a:pt x="675" y="579"/>
                    </a:cubicBezTo>
                    <a:cubicBezTo>
                      <a:pt x="612" y="579"/>
                      <a:pt x="548" y="579"/>
                      <a:pt x="482" y="579"/>
                    </a:cubicBezTo>
                    <a:cubicBezTo>
                      <a:pt x="482" y="547"/>
                      <a:pt x="482" y="515"/>
                      <a:pt x="482" y="482"/>
                    </a:cubicBezTo>
                    <a:cubicBezTo>
                      <a:pt x="451" y="482"/>
                      <a:pt x="419" y="482"/>
                      <a:pt x="386" y="482"/>
                    </a:cubicBezTo>
                    <a:cubicBezTo>
                      <a:pt x="386" y="451"/>
                      <a:pt x="386" y="419"/>
                      <a:pt x="386" y="386"/>
                    </a:cubicBezTo>
                    <a:cubicBezTo>
                      <a:pt x="354" y="386"/>
                      <a:pt x="322" y="386"/>
                      <a:pt x="289" y="386"/>
                    </a:cubicBezTo>
                    <a:cubicBezTo>
                      <a:pt x="289" y="354"/>
                      <a:pt x="289" y="322"/>
                      <a:pt x="289" y="289"/>
                    </a:cubicBezTo>
                    <a:cubicBezTo>
                      <a:pt x="258" y="289"/>
                      <a:pt x="226" y="289"/>
                      <a:pt x="193" y="289"/>
                    </a:cubicBezTo>
                    <a:cubicBezTo>
                      <a:pt x="195" y="275"/>
                      <a:pt x="197" y="260"/>
                      <a:pt x="199" y="244"/>
                    </a:cubicBezTo>
                    <a:cubicBezTo>
                      <a:pt x="198" y="236"/>
                      <a:pt x="198" y="236"/>
                      <a:pt x="193" y="193"/>
                    </a:cubicBezTo>
                    <a:cubicBezTo>
                      <a:pt x="151" y="166"/>
                      <a:pt x="151" y="166"/>
                      <a:pt x="96" y="145"/>
                    </a:cubicBezTo>
                    <a:cubicBezTo>
                      <a:pt x="42" y="124"/>
                      <a:pt x="42" y="124"/>
                      <a:pt x="0" y="96"/>
                    </a:cubicBezTo>
                    <a:cubicBezTo>
                      <a:pt x="0" y="65"/>
                      <a:pt x="0" y="3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09" name="ICON_SKILL_COMPARE_path_094"/>
              <p:cNvSpPr/>
              <p:nvPr/>
            </p:nvSpPr>
            <p:spPr>
              <a:xfrm>
                <a:off x="6592637" y="1409589"/>
                <a:ext cx="6127" cy="18382"/>
              </a:xfrm>
              <a:custGeom>
                <a:avLst/>
                <a:gdLst/>
                <a:ahLst/>
                <a:cxnLst/>
                <a:rect l="0" t="0" r="r" b="b"/>
                <a:pathLst>
                  <a:path w="482" h="1447" fill="norm" stroke="0">
                    <a:moveTo>
                      <a:pt x="289" y="0"/>
                    </a:moveTo>
                    <a:cubicBezTo>
                      <a:pt x="353" y="0"/>
                      <a:pt x="417" y="0"/>
                      <a:pt x="482" y="0"/>
                    </a:cubicBezTo>
                    <a:cubicBezTo>
                      <a:pt x="482" y="64"/>
                      <a:pt x="482" y="127"/>
                      <a:pt x="482" y="193"/>
                    </a:cubicBezTo>
                    <a:cubicBezTo>
                      <a:pt x="451" y="193"/>
                      <a:pt x="419" y="193"/>
                      <a:pt x="386" y="193"/>
                    </a:cubicBezTo>
                    <a:cubicBezTo>
                      <a:pt x="386" y="257"/>
                      <a:pt x="386" y="320"/>
                      <a:pt x="386" y="386"/>
                    </a:cubicBezTo>
                    <a:cubicBezTo>
                      <a:pt x="354" y="386"/>
                      <a:pt x="322" y="386"/>
                      <a:pt x="289" y="386"/>
                    </a:cubicBezTo>
                    <a:cubicBezTo>
                      <a:pt x="289" y="736"/>
                      <a:pt x="289" y="1086"/>
                      <a:pt x="289" y="1447"/>
                    </a:cubicBezTo>
                    <a:cubicBezTo>
                      <a:pt x="258" y="1447"/>
                      <a:pt x="226" y="1447"/>
                      <a:pt x="193" y="1447"/>
                    </a:cubicBezTo>
                    <a:cubicBezTo>
                      <a:pt x="193" y="1161"/>
                      <a:pt x="193" y="874"/>
                      <a:pt x="193" y="579"/>
                    </a:cubicBezTo>
                    <a:cubicBezTo>
                      <a:pt x="161" y="579"/>
                      <a:pt x="129" y="579"/>
                      <a:pt x="96" y="579"/>
                    </a:cubicBezTo>
                    <a:cubicBezTo>
                      <a:pt x="96" y="547"/>
                      <a:pt x="96" y="515"/>
                      <a:pt x="96" y="482"/>
                    </a:cubicBezTo>
                    <a:cubicBezTo>
                      <a:pt x="65" y="482"/>
                      <a:pt x="33" y="482"/>
                      <a:pt x="0" y="482"/>
                    </a:cubicBezTo>
                    <a:cubicBezTo>
                      <a:pt x="0" y="419"/>
                      <a:pt x="0" y="355"/>
                      <a:pt x="0" y="289"/>
                    </a:cubicBezTo>
                    <a:cubicBezTo>
                      <a:pt x="64" y="289"/>
                      <a:pt x="127" y="289"/>
                      <a:pt x="193" y="289"/>
                    </a:cubicBezTo>
                    <a:cubicBezTo>
                      <a:pt x="193" y="258"/>
                      <a:pt x="193" y="226"/>
                      <a:pt x="193" y="193"/>
                    </a:cubicBezTo>
                    <a:cubicBezTo>
                      <a:pt x="225" y="193"/>
                      <a:pt x="257" y="193"/>
                      <a:pt x="289" y="193"/>
                    </a:cubicBezTo>
                    <a:cubicBezTo>
                      <a:pt x="289" y="129"/>
                      <a:pt x="289" y="66"/>
                      <a:pt x="28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10" name="ICON_SKILL_COMPARE_path_095"/>
              <p:cNvSpPr/>
              <p:nvPr/>
            </p:nvSpPr>
            <p:spPr>
              <a:xfrm>
                <a:off x="6588961" y="1450028"/>
                <a:ext cx="6127" cy="11029"/>
              </a:xfrm>
              <a:custGeom>
                <a:avLst/>
                <a:gdLst/>
                <a:ahLst/>
                <a:cxnLst/>
                <a:rect l="0" t="0" r="r" b="b"/>
                <a:pathLst>
                  <a:path w="482" h="868" fill="norm" stroke="0">
                    <a:moveTo>
                      <a:pt x="193" y="0"/>
                    </a:moveTo>
                    <a:cubicBezTo>
                      <a:pt x="193" y="22"/>
                      <a:pt x="193" y="44"/>
                      <a:pt x="193" y="66"/>
                    </a:cubicBezTo>
                    <a:cubicBezTo>
                      <a:pt x="193" y="80"/>
                      <a:pt x="193" y="93"/>
                      <a:pt x="193" y="106"/>
                    </a:cubicBezTo>
                    <a:cubicBezTo>
                      <a:pt x="193" y="145"/>
                      <a:pt x="193" y="145"/>
                      <a:pt x="187" y="199"/>
                    </a:cubicBezTo>
                    <a:cubicBezTo>
                      <a:pt x="189" y="213"/>
                      <a:pt x="191" y="227"/>
                      <a:pt x="193" y="241"/>
                    </a:cubicBezTo>
                    <a:cubicBezTo>
                      <a:pt x="209" y="249"/>
                      <a:pt x="225" y="257"/>
                      <a:pt x="241" y="265"/>
                    </a:cubicBezTo>
                    <a:cubicBezTo>
                      <a:pt x="257" y="273"/>
                      <a:pt x="273" y="281"/>
                      <a:pt x="289" y="289"/>
                    </a:cubicBezTo>
                    <a:cubicBezTo>
                      <a:pt x="289" y="321"/>
                      <a:pt x="289" y="353"/>
                      <a:pt x="289" y="386"/>
                    </a:cubicBezTo>
                    <a:cubicBezTo>
                      <a:pt x="353" y="386"/>
                      <a:pt x="417" y="386"/>
                      <a:pt x="482" y="386"/>
                    </a:cubicBezTo>
                    <a:cubicBezTo>
                      <a:pt x="482" y="513"/>
                      <a:pt x="482" y="641"/>
                      <a:pt x="482" y="772"/>
                    </a:cubicBezTo>
                    <a:cubicBezTo>
                      <a:pt x="451" y="772"/>
                      <a:pt x="419" y="772"/>
                      <a:pt x="386" y="772"/>
                    </a:cubicBezTo>
                    <a:cubicBezTo>
                      <a:pt x="386" y="804"/>
                      <a:pt x="386" y="836"/>
                      <a:pt x="386" y="868"/>
                    </a:cubicBezTo>
                    <a:cubicBezTo>
                      <a:pt x="354" y="855"/>
                      <a:pt x="321" y="841"/>
                      <a:pt x="289" y="826"/>
                    </a:cubicBezTo>
                    <a:cubicBezTo>
                      <a:pt x="272" y="818"/>
                      <a:pt x="254" y="811"/>
                      <a:pt x="235" y="802"/>
                    </a:cubicBezTo>
                    <a:cubicBezTo>
                      <a:pt x="221" y="792"/>
                      <a:pt x="207" y="782"/>
                      <a:pt x="193" y="772"/>
                    </a:cubicBezTo>
                    <a:cubicBezTo>
                      <a:pt x="193" y="740"/>
                      <a:pt x="193" y="708"/>
                      <a:pt x="193" y="675"/>
                    </a:cubicBezTo>
                    <a:cubicBezTo>
                      <a:pt x="129" y="675"/>
                      <a:pt x="66" y="675"/>
                      <a:pt x="0" y="675"/>
                    </a:cubicBezTo>
                    <a:cubicBezTo>
                      <a:pt x="0" y="580"/>
                      <a:pt x="0" y="484"/>
                      <a:pt x="0" y="386"/>
                    </a:cubicBezTo>
                    <a:cubicBezTo>
                      <a:pt x="32" y="386"/>
                      <a:pt x="64" y="386"/>
                      <a:pt x="96" y="386"/>
                    </a:cubicBezTo>
                    <a:cubicBezTo>
                      <a:pt x="95" y="366"/>
                      <a:pt x="94" y="346"/>
                      <a:pt x="93" y="326"/>
                    </a:cubicBezTo>
                    <a:cubicBezTo>
                      <a:pt x="92" y="300"/>
                      <a:pt x="91" y="274"/>
                      <a:pt x="90" y="247"/>
                    </a:cubicBezTo>
                    <a:cubicBezTo>
                      <a:pt x="90" y="234"/>
                      <a:pt x="89" y="221"/>
                      <a:pt x="88" y="208"/>
                    </a:cubicBezTo>
                    <a:cubicBezTo>
                      <a:pt x="86" y="112"/>
                      <a:pt x="86" y="112"/>
                      <a:pt x="118" y="66"/>
                    </a:cubicBezTo>
                    <a:cubicBezTo>
                      <a:pt x="145" y="39"/>
                      <a:pt x="145" y="39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11" name="ICON_SKILL_COMPARE_path_096"/>
              <p:cNvSpPr/>
              <p:nvPr/>
            </p:nvSpPr>
            <p:spPr>
              <a:xfrm>
                <a:off x="6389214" y="1463393"/>
                <a:ext cx="10416" cy="7468"/>
              </a:xfrm>
              <a:custGeom>
                <a:avLst/>
                <a:gdLst/>
                <a:ahLst/>
                <a:cxnLst/>
                <a:rect l="0" t="0" r="r" b="b"/>
                <a:pathLst>
                  <a:path w="820" h="588" fill="norm" stroke="0">
                    <a:moveTo>
                      <a:pt x="482" y="9"/>
                    </a:moveTo>
                    <a:cubicBezTo>
                      <a:pt x="537" y="0"/>
                      <a:pt x="537" y="0"/>
                      <a:pt x="579" y="9"/>
                    </a:cubicBezTo>
                    <a:cubicBezTo>
                      <a:pt x="579" y="41"/>
                      <a:pt x="579" y="73"/>
                      <a:pt x="579" y="106"/>
                    </a:cubicBezTo>
                    <a:cubicBezTo>
                      <a:pt x="611" y="106"/>
                      <a:pt x="643" y="106"/>
                      <a:pt x="675" y="106"/>
                    </a:cubicBezTo>
                    <a:cubicBezTo>
                      <a:pt x="675" y="74"/>
                      <a:pt x="675" y="42"/>
                      <a:pt x="675" y="9"/>
                    </a:cubicBezTo>
                    <a:cubicBezTo>
                      <a:pt x="707" y="9"/>
                      <a:pt x="739" y="9"/>
                      <a:pt x="772" y="9"/>
                    </a:cubicBezTo>
                    <a:cubicBezTo>
                      <a:pt x="788" y="73"/>
                      <a:pt x="804" y="136"/>
                      <a:pt x="820" y="202"/>
                    </a:cubicBezTo>
                    <a:cubicBezTo>
                      <a:pt x="741" y="202"/>
                      <a:pt x="661" y="202"/>
                      <a:pt x="579" y="202"/>
                    </a:cubicBezTo>
                    <a:cubicBezTo>
                      <a:pt x="579" y="234"/>
                      <a:pt x="579" y="266"/>
                      <a:pt x="579" y="299"/>
                    </a:cubicBezTo>
                    <a:cubicBezTo>
                      <a:pt x="547" y="299"/>
                      <a:pt x="515" y="299"/>
                      <a:pt x="482" y="299"/>
                    </a:cubicBezTo>
                    <a:cubicBezTo>
                      <a:pt x="482" y="330"/>
                      <a:pt x="482" y="362"/>
                      <a:pt x="482" y="395"/>
                    </a:cubicBezTo>
                    <a:cubicBezTo>
                      <a:pt x="451" y="395"/>
                      <a:pt x="419" y="395"/>
                      <a:pt x="386" y="395"/>
                    </a:cubicBezTo>
                    <a:cubicBezTo>
                      <a:pt x="386" y="427"/>
                      <a:pt x="386" y="459"/>
                      <a:pt x="386" y="492"/>
                    </a:cubicBezTo>
                    <a:cubicBezTo>
                      <a:pt x="354" y="492"/>
                      <a:pt x="322" y="492"/>
                      <a:pt x="289" y="492"/>
                    </a:cubicBezTo>
                    <a:cubicBezTo>
                      <a:pt x="289" y="523"/>
                      <a:pt x="289" y="555"/>
                      <a:pt x="289" y="588"/>
                    </a:cubicBezTo>
                    <a:cubicBezTo>
                      <a:pt x="226" y="588"/>
                      <a:pt x="162" y="588"/>
                      <a:pt x="96" y="588"/>
                    </a:cubicBezTo>
                    <a:cubicBezTo>
                      <a:pt x="96" y="524"/>
                      <a:pt x="96" y="461"/>
                      <a:pt x="96" y="395"/>
                    </a:cubicBezTo>
                    <a:cubicBezTo>
                      <a:pt x="65" y="395"/>
                      <a:pt x="33" y="395"/>
                      <a:pt x="0" y="395"/>
                    </a:cubicBezTo>
                    <a:cubicBezTo>
                      <a:pt x="0" y="315"/>
                      <a:pt x="0" y="236"/>
                      <a:pt x="0" y="154"/>
                    </a:cubicBezTo>
                    <a:cubicBezTo>
                      <a:pt x="27" y="155"/>
                      <a:pt x="54" y="157"/>
                      <a:pt x="81" y="159"/>
                    </a:cubicBezTo>
                    <a:cubicBezTo>
                      <a:pt x="116" y="160"/>
                      <a:pt x="152" y="162"/>
                      <a:pt x="187" y="163"/>
                    </a:cubicBezTo>
                    <a:cubicBezTo>
                      <a:pt x="205" y="164"/>
                      <a:pt x="222" y="165"/>
                      <a:pt x="240" y="167"/>
                    </a:cubicBezTo>
                    <a:cubicBezTo>
                      <a:pt x="293" y="168"/>
                      <a:pt x="335" y="168"/>
                      <a:pt x="386" y="154"/>
                    </a:cubicBezTo>
                    <a:cubicBezTo>
                      <a:pt x="421" y="119"/>
                      <a:pt x="441" y="86"/>
                      <a:pt x="463" y="41"/>
                    </a:cubicBezTo>
                    <a:cubicBezTo>
                      <a:pt x="469" y="31"/>
                      <a:pt x="476" y="20"/>
                      <a:pt x="48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13" cap="flat">
                <a:noFill/>
              </a:ln>
            </p:spPr>
          </p:sp>
          <p:sp>
            <p:nvSpPr>
              <p:cNvPr id="712" name="ICON_SKILL_COMPARE_path_097"/>
              <p:cNvSpPr/>
              <p:nvPr/>
            </p:nvSpPr>
            <p:spPr>
              <a:xfrm>
                <a:off x="6387989" y="1430421"/>
                <a:ext cx="9804" cy="11029"/>
              </a:xfrm>
              <a:custGeom>
                <a:avLst/>
                <a:gdLst/>
                <a:ahLst/>
                <a:cxnLst/>
                <a:rect l="0" t="0" r="r" b="b"/>
                <a:pathLst>
                  <a:path w="772" h="868" fill="norm" stroke="0">
                    <a:moveTo>
                      <a:pt x="0" y="0"/>
                    </a:moveTo>
                    <a:cubicBezTo>
                      <a:pt x="96" y="0"/>
                      <a:pt x="191" y="0"/>
                      <a:pt x="289" y="0"/>
                    </a:cubicBezTo>
                    <a:cubicBezTo>
                      <a:pt x="289" y="32"/>
                      <a:pt x="289" y="64"/>
                      <a:pt x="289" y="96"/>
                    </a:cubicBezTo>
                    <a:cubicBezTo>
                      <a:pt x="353" y="96"/>
                      <a:pt x="417" y="96"/>
                      <a:pt x="482" y="96"/>
                    </a:cubicBezTo>
                    <a:cubicBezTo>
                      <a:pt x="482" y="160"/>
                      <a:pt x="482" y="224"/>
                      <a:pt x="482" y="289"/>
                    </a:cubicBezTo>
                    <a:cubicBezTo>
                      <a:pt x="514" y="289"/>
                      <a:pt x="546" y="289"/>
                      <a:pt x="579" y="289"/>
                    </a:cubicBezTo>
                    <a:cubicBezTo>
                      <a:pt x="579" y="321"/>
                      <a:pt x="579" y="353"/>
                      <a:pt x="579" y="386"/>
                    </a:cubicBezTo>
                    <a:cubicBezTo>
                      <a:pt x="611" y="386"/>
                      <a:pt x="643" y="386"/>
                      <a:pt x="675" y="386"/>
                    </a:cubicBezTo>
                    <a:cubicBezTo>
                      <a:pt x="675" y="450"/>
                      <a:pt x="675" y="513"/>
                      <a:pt x="675" y="579"/>
                    </a:cubicBezTo>
                    <a:cubicBezTo>
                      <a:pt x="707" y="579"/>
                      <a:pt x="739" y="579"/>
                      <a:pt x="772" y="579"/>
                    </a:cubicBezTo>
                    <a:cubicBezTo>
                      <a:pt x="772" y="674"/>
                      <a:pt x="772" y="770"/>
                      <a:pt x="772" y="868"/>
                    </a:cubicBezTo>
                    <a:cubicBezTo>
                      <a:pt x="740" y="868"/>
                      <a:pt x="708" y="868"/>
                      <a:pt x="675" y="868"/>
                    </a:cubicBezTo>
                    <a:cubicBezTo>
                      <a:pt x="644" y="773"/>
                      <a:pt x="612" y="677"/>
                      <a:pt x="579" y="579"/>
                    </a:cubicBezTo>
                    <a:cubicBezTo>
                      <a:pt x="547" y="579"/>
                      <a:pt x="515" y="579"/>
                      <a:pt x="482" y="579"/>
                    </a:cubicBezTo>
                    <a:cubicBezTo>
                      <a:pt x="482" y="547"/>
                      <a:pt x="482" y="515"/>
                      <a:pt x="482" y="482"/>
                    </a:cubicBezTo>
                    <a:cubicBezTo>
                      <a:pt x="451" y="482"/>
                      <a:pt x="419" y="482"/>
                      <a:pt x="386" y="482"/>
                    </a:cubicBezTo>
                    <a:cubicBezTo>
                      <a:pt x="386" y="451"/>
                      <a:pt x="386" y="419"/>
                      <a:pt x="386" y="386"/>
                    </a:cubicBezTo>
                    <a:cubicBezTo>
                      <a:pt x="354" y="386"/>
                      <a:pt x="322" y="386"/>
                      <a:pt x="289" y="386"/>
                    </a:cubicBezTo>
                    <a:cubicBezTo>
                      <a:pt x="289" y="354"/>
                      <a:pt x="289" y="322"/>
                      <a:pt x="289" y="289"/>
                    </a:cubicBezTo>
                    <a:cubicBezTo>
                      <a:pt x="258" y="289"/>
                      <a:pt x="226" y="289"/>
                      <a:pt x="193" y="289"/>
                    </a:cubicBezTo>
                    <a:cubicBezTo>
                      <a:pt x="195" y="275"/>
                      <a:pt x="197" y="260"/>
                      <a:pt x="199" y="244"/>
                    </a:cubicBezTo>
                    <a:cubicBezTo>
                      <a:pt x="198" y="236"/>
                      <a:pt x="198" y="236"/>
                      <a:pt x="193" y="193"/>
                    </a:cubicBezTo>
                    <a:cubicBezTo>
                      <a:pt x="151" y="166"/>
                      <a:pt x="151" y="166"/>
                      <a:pt x="96" y="145"/>
                    </a:cubicBezTo>
                    <a:cubicBezTo>
                      <a:pt x="42" y="124"/>
                      <a:pt x="42" y="124"/>
                      <a:pt x="0" y="96"/>
                    </a:cubicBezTo>
                    <a:cubicBezTo>
                      <a:pt x="0" y="65"/>
                      <a:pt x="0" y="3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13" name="ICON_SKILL_COMPARE_path_098"/>
              <p:cNvSpPr/>
              <p:nvPr/>
            </p:nvSpPr>
            <p:spPr>
              <a:xfrm>
                <a:off x="6584059" y="1458606"/>
                <a:ext cx="9804" cy="9191"/>
              </a:xfrm>
              <a:custGeom>
                <a:avLst/>
                <a:gdLst/>
                <a:ahLst/>
                <a:cxnLst/>
                <a:rect l="0" t="0" r="r" b="b"/>
                <a:pathLst>
                  <a:path w="772" h="724" fill="norm" stroke="0">
                    <a:moveTo>
                      <a:pt x="289" y="0"/>
                    </a:moveTo>
                    <a:cubicBezTo>
                      <a:pt x="321" y="0"/>
                      <a:pt x="353" y="0"/>
                      <a:pt x="386" y="0"/>
                    </a:cubicBezTo>
                    <a:cubicBezTo>
                      <a:pt x="386" y="32"/>
                      <a:pt x="386" y="64"/>
                      <a:pt x="386" y="96"/>
                    </a:cubicBezTo>
                    <a:cubicBezTo>
                      <a:pt x="418" y="96"/>
                      <a:pt x="450" y="96"/>
                      <a:pt x="482" y="96"/>
                    </a:cubicBezTo>
                    <a:cubicBezTo>
                      <a:pt x="482" y="128"/>
                      <a:pt x="482" y="160"/>
                      <a:pt x="482" y="193"/>
                    </a:cubicBezTo>
                    <a:cubicBezTo>
                      <a:pt x="514" y="193"/>
                      <a:pt x="546" y="193"/>
                      <a:pt x="579" y="193"/>
                    </a:cubicBezTo>
                    <a:cubicBezTo>
                      <a:pt x="579" y="225"/>
                      <a:pt x="579" y="257"/>
                      <a:pt x="579" y="289"/>
                    </a:cubicBezTo>
                    <a:cubicBezTo>
                      <a:pt x="643" y="289"/>
                      <a:pt x="706" y="289"/>
                      <a:pt x="772" y="289"/>
                    </a:cubicBezTo>
                    <a:cubicBezTo>
                      <a:pt x="772" y="353"/>
                      <a:pt x="772" y="417"/>
                      <a:pt x="772" y="482"/>
                    </a:cubicBezTo>
                    <a:cubicBezTo>
                      <a:pt x="740" y="482"/>
                      <a:pt x="708" y="482"/>
                      <a:pt x="675" y="482"/>
                    </a:cubicBezTo>
                    <a:cubicBezTo>
                      <a:pt x="660" y="562"/>
                      <a:pt x="644" y="642"/>
                      <a:pt x="627" y="724"/>
                    </a:cubicBezTo>
                    <a:cubicBezTo>
                      <a:pt x="611" y="676"/>
                      <a:pt x="595" y="628"/>
                      <a:pt x="579" y="579"/>
                    </a:cubicBezTo>
                    <a:cubicBezTo>
                      <a:pt x="547" y="579"/>
                      <a:pt x="515" y="579"/>
                      <a:pt x="482" y="579"/>
                    </a:cubicBezTo>
                    <a:cubicBezTo>
                      <a:pt x="482" y="547"/>
                      <a:pt x="482" y="515"/>
                      <a:pt x="482" y="482"/>
                    </a:cubicBezTo>
                    <a:cubicBezTo>
                      <a:pt x="451" y="482"/>
                      <a:pt x="419" y="482"/>
                      <a:pt x="386" y="482"/>
                    </a:cubicBezTo>
                    <a:cubicBezTo>
                      <a:pt x="386" y="451"/>
                      <a:pt x="386" y="419"/>
                      <a:pt x="386" y="386"/>
                    </a:cubicBezTo>
                    <a:cubicBezTo>
                      <a:pt x="354" y="386"/>
                      <a:pt x="322" y="386"/>
                      <a:pt x="289" y="386"/>
                    </a:cubicBezTo>
                    <a:cubicBezTo>
                      <a:pt x="289" y="354"/>
                      <a:pt x="289" y="322"/>
                      <a:pt x="289" y="289"/>
                    </a:cubicBezTo>
                    <a:cubicBezTo>
                      <a:pt x="194" y="305"/>
                      <a:pt x="98" y="321"/>
                      <a:pt x="0" y="338"/>
                    </a:cubicBezTo>
                    <a:cubicBezTo>
                      <a:pt x="59" y="236"/>
                      <a:pt x="59" y="236"/>
                      <a:pt x="96" y="193"/>
                    </a:cubicBezTo>
                    <a:cubicBezTo>
                      <a:pt x="151" y="184"/>
                      <a:pt x="151" y="184"/>
                      <a:pt x="193" y="193"/>
                    </a:cubicBezTo>
                    <a:cubicBezTo>
                      <a:pt x="193" y="161"/>
                      <a:pt x="193" y="129"/>
                      <a:pt x="193" y="96"/>
                    </a:cubicBezTo>
                    <a:cubicBezTo>
                      <a:pt x="225" y="96"/>
                      <a:pt x="257" y="96"/>
                      <a:pt x="289" y="96"/>
                    </a:cubicBezTo>
                    <a:cubicBezTo>
                      <a:pt x="289" y="65"/>
                      <a:pt x="289" y="33"/>
                      <a:pt x="28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14" name="ICON_SKILL_COMPARE_path_099"/>
              <p:cNvSpPr/>
              <p:nvPr/>
            </p:nvSpPr>
            <p:spPr>
              <a:xfrm>
                <a:off x="6434555" y="1436548"/>
                <a:ext cx="11029" cy="11029"/>
              </a:xfrm>
              <a:custGeom>
                <a:avLst/>
                <a:gdLst/>
                <a:ahLst/>
                <a:cxnLst/>
                <a:rect l="0" t="0" r="r" b="b"/>
                <a:pathLst>
                  <a:path w="868" h="868" fill="norm" stroke="0">
                    <a:moveTo>
                      <a:pt x="772" y="0"/>
                    </a:moveTo>
                    <a:cubicBezTo>
                      <a:pt x="804" y="16"/>
                      <a:pt x="836" y="32"/>
                      <a:pt x="868" y="48"/>
                    </a:cubicBezTo>
                    <a:cubicBezTo>
                      <a:pt x="686" y="291"/>
                      <a:pt x="686" y="291"/>
                      <a:pt x="594" y="341"/>
                    </a:cubicBezTo>
                    <a:cubicBezTo>
                      <a:pt x="545" y="368"/>
                      <a:pt x="533" y="381"/>
                      <a:pt x="511" y="434"/>
                    </a:cubicBezTo>
                    <a:cubicBezTo>
                      <a:pt x="499" y="483"/>
                      <a:pt x="489" y="530"/>
                      <a:pt x="482" y="579"/>
                    </a:cubicBezTo>
                    <a:cubicBezTo>
                      <a:pt x="514" y="579"/>
                      <a:pt x="546" y="579"/>
                      <a:pt x="579" y="579"/>
                    </a:cubicBezTo>
                    <a:cubicBezTo>
                      <a:pt x="565" y="611"/>
                      <a:pt x="551" y="643"/>
                      <a:pt x="537" y="675"/>
                    </a:cubicBezTo>
                    <a:cubicBezTo>
                      <a:pt x="529" y="693"/>
                      <a:pt x="521" y="711"/>
                      <a:pt x="513" y="730"/>
                    </a:cubicBezTo>
                    <a:cubicBezTo>
                      <a:pt x="503" y="744"/>
                      <a:pt x="493" y="758"/>
                      <a:pt x="482" y="772"/>
                    </a:cubicBezTo>
                    <a:cubicBezTo>
                      <a:pt x="431" y="778"/>
                      <a:pt x="431" y="778"/>
                      <a:pt x="386" y="772"/>
                    </a:cubicBezTo>
                    <a:cubicBezTo>
                      <a:pt x="386" y="740"/>
                      <a:pt x="386" y="708"/>
                      <a:pt x="386" y="675"/>
                    </a:cubicBezTo>
                    <a:cubicBezTo>
                      <a:pt x="354" y="675"/>
                      <a:pt x="322" y="675"/>
                      <a:pt x="289" y="675"/>
                    </a:cubicBezTo>
                    <a:cubicBezTo>
                      <a:pt x="289" y="707"/>
                      <a:pt x="289" y="739"/>
                      <a:pt x="289" y="772"/>
                    </a:cubicBezTo>
                    <a:cubicBezTo>
                      <a:pt x="258" y="772"/>
                      <a:pt x="226" y="772"/>
                      <a:pt x="193" y="772"/>
                    </a:cubicBezTo>
                    <a:cubicBezTo>
                      <a:pt x="193" y="804"/>
                      <a:pt x="193" y="836"/>
                      <a:pt x="193" y="868"/>
                    </a:cubicBezTo>
                    <a:cubicBezTo>
                      <a:pt x="161" y="868"/>
                      <a:pt x="129" y="868"/>
                      <a:pt x="96" y="868"/>
                    </a:cubicBezTo>
                    <a:cubicBezTo>
                      <a:pt x="96" y="837"/>
                      <a:pt x="96" y="805"/>
                      <a:pt x="96" y="772"/>
                    </a:cubicBezTo>
                    <a:cubicBezTo>
                      <a:pt x="65" y="772"/>
                      <a:pt x="33" y="772"/>
                      <a:pt x="0" y="772"/>
                    </a:cubicBezTo>
                    <a:cubicBezTo>
                      <a:pt x="0" y="708"/>
                      <a:pt x="0" y="645"/>
                      <a:pt x="0" y="579"/>
                    </a:cubicBezTo>
                    <a:cubicBezTo>
                      <a:pt x="32" y="579"/>
                      <a:pt x="64" y="579"/>
                      <a:pt x="96" y="579"/>
                    </a:cubicBezTo>
                    <a:cubicBezTo>
                      <a:pt x="96" y="547"/>
                      <a:pt x="96" y="515"/>
                      <a:pt x="96" y="482"/>
                    </a:cubicBezTo>
                    <a:cubicBezTo>
                      <a:pt x="113" y="480"/>
                      <a:pt x="129" y="477"/>
                      <a:pt x="146" y="475"/>
                    </a:cubicBezTo>
                    <a:cubicBezTo>
                      <a:pt x="421" y="416"/>
                      <a:pt x="590" y="200"/>
                      <a:pt x="77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15" name="ICON_SKILL_COMPARE_path_100"/>
              <p:cNvSpPr/>
              <p:nvPr/>
            </p:nvSpPr>
            <p:spPr>
              <a:xfrm>
                <a:off x="6519111" y="1499046"/>
                <a:ext cx="4902" cy="20832"/>
              </a:xfrm>
              <a:custGeom>
                <a:avLst/>
                <a:gdLst/>
                <a:ahLst/>
                <a:cxnLst/>
                <a:rect l="0" t="0" r="r" b="b"/>
                <a:pathLst>
                  <a:path w="386" h="1640" fill="norm" stroke="0">
                    <a:moveTo>
                      <a:pt x="96" y="0"/>
                    </a:moveTo>
                    <a:cubicBezTo>
                      <a:pt x="192" y="0"/>
                      <a:pt x="288" y="0"/>
                      <a:pt x="386" y="0"/>
                    </a:cubicBezTo>
                    <a:cubicBezTo>
                      <a:pt x="386" y="32"/>
                      <a:pt x="386" y="64"/>
                      <a:pt x="386" y="96"/>
                    </a:cubicBezTo>
                    <a:cubicBezTo>
                      <a:pt x="334" y="126"/>
                      <a:pt x="334" y="126"/>
                      <a:pt x="302" y="140"/>
                    </a:cubicBezTo>
                    <a:cubicBezTo>
                      <a:pt x="243" y="166"/>
                      <a:pt x="190" y="195"/>
                      <a:pt x="145" y="241"/>
                    </a:cubicBezTo>
                    <a:cubicBezTo>
                      <a:pt x="108" y="347"/>
                      <a:pt x="110" y="450"/>
                      <a:pt x="111" y="561"/>
                    </a:cubicBezTo>
                    <a:cubicBezTo>
                      <a:pt x="110" y="593"/>
                      <a:pt x="109" y="624"/>
                      <a:pt x="108" y="655"/>
                    </a:cubicBezTo>
                    <a:cubicBezTo>
                      <a:pt x="106" y="737"/>
                      <a:pt x="106" y="818"/>
                      <a:pt x="106" y="900"/>
                    </a:cubicBezTo>
                    <a:cubicBezTo>
                      <a:pt x="105" y="983"/>
                      <a:pt x="104" y="1067"/>
                      <a:pt x="102" y="1150"/>
                    </a:cubicBezTo>
                    <a:cubicBezTo>
                      <a:pt x="99" y="1313"/>
                      <a:pt x="97" y="1477"/>
                      <a:pt x="96" y="1640"/>
                    </a:cubicBezTo>
                    <a:cubicBezTo>
                      <a:pt x="65" y="1640"/>
                      <a:pt x="33" y="1640"/>
                      <a:pt x="0" y="1640"/>
                    </a:cubicBezTo>
                    <a:cubicBezTo>
                      <a:pt x="0" y="1131"/>
                      <a:pt x="0" y="621"/>
                      <a:pt x="0" y="96"/>
                    </a:cubicBezTo>
                    <a:cubicBezTo>
                      <a:pt x="32" y="96"/>
                      <a:pt x="64" y="96"/>
                      <a:pt x="96" y="96"/>
                    </a:cubicBezTo>
                    <a:cubicBezTo>
                      <a:pt x="96" y="65"/>
                      <a:pt x="96" y="33"/>
                      <a:pt x="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16" name="ICON_SKILL_COMPARE_path_101"/>
              <p:cNvSpPr/>
              <p:nvPr/>
            </p:nvSpPr>
            <p:spPr>
              <a:xfrm>
                <a:off x="6517885" y="1469635"/>
                <a:ext cx="2451" cy="18382"/>
              </a:xfrm>
              <a:custGeom>
                <a:avLst/>
                <a:gdLst/>
                <a:ahLst/>
                <a:cxnLst/>
                <a:rect l="0" t="0" r="r" b="b"/>
                <a:pathLst>
                  <a:path w="193" h="1447" fill="norm" stroke="0">
                    <a:moveTo>
                      <a:pt x="96" y="0"/>
                    </a:moveTo>
                    <a:cubicBezTo>
                      <a:pt x="128" y="0"/>
                      <a:pt x="160" y="0"/>
                      <a:pt x="193" y="0"/>
                    </a:cubicBezTo>
                    <a:cubicBezTo>
                      <a:pt x="193" y="478"/>
                      <a:pt x="193" y="955"/>
                      <a:pt x="193" y="1447"/>
                    </a:cubicBezTo>
                    <a:cubicBezTo>
                      <a:pt x="161" y="1447"/>
                      <a:pt x="129" y="1447"/>
                      <a:pt x="96" y="1447"/>
                    </a:cubicBezTo>
                    <a:cubicBezTo>
                      <a:pt x="96" y="1416"/>
                      <a:pt x="96" y="1384"/>
                      <a:pt x="96" y="1351"/>
                    </a:cubicBezTo>
                    <a:cubicBezTo>
                      <a:pt x="65" y="1351"/>
                      <a:pt x="33" y="1351"/>
                      <a:pt x="0" y="1351"/>
                    </a:cubicBezTo>
                    <a:cubicBezTo>
                      <a:pt x="0" y="1224"/>
                      <a:pt x="0" y="1096"/>
                      <a:pt x="0" y="965"/>
                    </a:cubicBezTo>
                    <a:cubicBezTo>
                      <a:pt x="32" y="965"/>
                      <a:pt x="64" y="965"/>
                      <a:pt x="96" y="965"/>
                    </a:cubicBezTo>
                    <a:cubicBezTo>
                      <a:pt x="96" y="646"/>
                      <a:pt x="96" y="328"/>
                      <a:pt x="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17" name="ICON_SKILL_COMPARE_path_102"/>
              <p:cNvSpPr/>
              <p:nvPr/>
            </p:nvSpPr>
            <p:spPr>
              <a:xfrm>
                <a:off x="6649007" y="1550514"/>
                <a:ext cx="4902" cy="13480"/>
              </a:xfrm>
              <a:custGeom>
                <a:avLst/>
                <a:gdLst/>
                <a:ahLst/>
                <a:cxnLst/>
                <a:rect l="0" t="0" r="r" b="b"/>
                <a:pathLst>
                  <a:path w="386" h="1061" fill="norm" stroke="0">
                    <a:moveTo>
                      <a:pt x="96" y="0"/>
                    </a:moveTo>
                    <a:cubicBezTo>
                      <a:pt x="128" y="0"/>
                      <a:pt x="160" y="0"/>
                      <a:pt x="193" y="0"/>
                    </a:cubicBezTo>
                    <a:cubicBezTo>
                      <a:pt x="193" y="255"/>
                      <a:pt x="193" y="509"/>
                      <a:pt x="193" y="772"/>
                    </a:cubicBezTo>
                    <a:cubicBezTo>
                      <a:pt x="225" y="772"/>
                      <a:pt x="257" y="772"/>
                      <a:pt x="289" y="772"/>
                    </a:cubicBezTo>
                    <a:cubicBezTo>
                      <a:pt x="289" y="804"/>
                      <a:pt x="289" y="836"/>
                      <a:pt x="289" y="868"/>
                    </a:cubicBezTo>
                    <a:cubicBezTo>
                      <a:pt x="321" y="868"/>
                      <a:pt x="353" y="868"/>
                      <a:pt x="386" y="868"/>
                    </a:cubicBezTo>
                    <a:cubicBezTo>
                      <a:pt x="386" y="932"/>
                      <a:pt x="386" y="996"/>
                      <a:pt x="386" y="1061"/>
                    </a:cubicBezTo>
                    <a:cubicBezTo>
                      <a:pt x="290" y="1061"/>
                      <a:pt x="195" y="1061"/>
                      <a:pt x="96" y="1061"/>
                    </a:cubicBezTo>
                    <a:cubicBezTo>
                      <a:pt x="96" y="1030"/>
                      <a:pt x="96" y="998"/>
                      <a:pt x="96" y="965"/>
                    </a:cubicBezTo>
                    <a:cubicBezTo>
                      <a:pt x="65" y="965"/>
                      <a:pt x="33" y="965"/>
                      <a:pt x="0" y="965"/>
                    </a:cubicBezTo>
                    <a:cubicBezTo>
                      <a:pt x="0" y="901"/>
                      <a:pt x="0" y="838"/>
                      <a:pt x="0" y="772"/>
                    </a:cubicBezTo>
                    <a:cubicBezTo>
                      <a:pt x="32" y="772"/>
                      <a:pt x="64" y="772"/>
                      <a:pt x="96" y="772"/>
                    </a:cubicBezTo>
                    <a:cubicBezTo>
                      <a:pt x="96" y="517"/>
                      <a:pt x="96" y="262"/>
                      <a:pt x="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18" name="ICON_SKILL_COMPARE_path_103"/>
              <p:cNvSpPr/>
              <p:nvPr/>
            </p:nvSpPr>
            <p:spPr>
              <a:xfrm>
                <a:off x="6569354" y="1426745"/>
                <a:ext cx="8578" cy="4902"/>
              </a:xfrm>
              <a:custGeom>
                <a:avLst/>
                <a:gdLst/>
                <a:ahLst/>
                <a:cxnLst/>
                <a:rect l="0" t="0" r="r" b="b"/>
                <a:pathLst>
                  <a:path w="675" h="386" fill="norm" stroke="0">
                    <a:moveTo>
                      <a:pt x="386" y="0"/>
                    </a:moveTo>
                    <a:cubicBezTo>
                      <a:pt x="450" y="0"/>
                      <a:pt x="513" y="0"/>
                      <a:pt x="579" y="0"/>
                    </a:cubicBezTo>
                    <a:cubicBezTo>
                      <a:pt x="579" y="64"/>
                      <a:pt x="579" y="127"/>
                      <a:pt x="579" y="193"/>
                    </a:cubicBezTo>
                    <a:cubicBezTo>
                      <a:pt x="611" y="193"/>
                      <a:pt x="643" y="193"/>
                      <a:pt x="675" y="193"/>
                    </a:cubicBezTo>
                    <a:cubicBezTo>
                      <a:pt x="675" y="225"/>
                      <a:pt x="675" y="257"/>
                      <a:pt x="675" y="289"/>
                    </a:cubicBezTo>
                    <a:cubicBezTo>
                      <a:pt x="612" y="289"/>
                      <a:pt x="548" y="289"/>
                      <a:pt x="482" y="289"/>
                    </a:cubicBezTo>
                    <a:cubicBezTo>
                      <a:pt x="482" y="321"/>
                      <a:pt x="482" y="353"/>
                      <a:pt x="482" y="386"/>
                    </a:cubicBezTo>
                    <a:cubicBezTo>
                      <a:pt x="323" y="386"/>
                      <a:pt x="164" y="386"/>
                      <a:pt x="0" y="386"/>
                    </a:cubicBezTo>
                    <a:cubicBezTo>
                      <a:pt x="0" y="354"/>
                      <a:pt x="0" y="322"/>
                      <a:pt x="0" y="289"/>
                    </a:cubicBezTo>
                    <a:cubicBezTo>
                      <a:pt x="64" y="289"/>
                      <a:pt x="127" y="289"/>
                      <a:pt x="193" y="289"/>
                    </a:cubicBezTo>
                    <a:cubicBezTo>
                      <a:pt x="193" y="258"/>
                      <a:pt x="193" y="226"/>
                      <a:pt x="193" y="193"/>
                    </a:cubicBezTo>
                    <a:cubicBezTo>
                      <a:pt x="129" y="193"/>
                      <a:pt x="66" y="193"/>
                      <a:pt x="0" y="193"/>
                    </a:cubicBezTo>
                    <a:cubicBezTo>
                      <a:pt x="0" y="161"/>
                      <a:pt x="0" y="129"/>
                      <a:pt x="0" y="96"/>
                    </a:cubicBezTo>
                    <a:cubicBezTo>
                      <a:pt x="127" y="96"/>
                      <a:pt x="255" y="96"/>
                      <a:pt x="386" y="96"/>
                    </a:cubicBezTo>
                    <a:cubicBezTo>
                      <a:pt x="386" y="65"/>
                      <a:pt x="386" y="33"/>
                      <a:pt x="38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19" name="ICON_SKILL_COMPARE_path_104"/>
              <p:cNvSpPr/>
              <p:nvPr/>
            </p:nvSpPr>
            <p:spPr>
              <a:xfrm>
                <a:off x="6682094" y="1450028"/>
                <a:ext cx="7353" cy="8578"/>
              </a:xfrm>
              <a:custGeom>
                <a:avLst/>
                <a:gdLst/>
                <a:ahLst/>
                <a:cxnLst/>
                <a:rect l="0" t="0" r="r" b="b"/>
                <a:pathLst>
                  <a:path w="579" h="675" fill="norm" stroke="0">
                    <a:moveTo>
                      <a:pt x="193" y="0"/>
                    </a:moveTo>
                    <a:cubicBezTo>
                      <a:pt x="225" y="0"/>
                      <a:pt x="257" y="0"/>
                      <a:pt x="289" y="0"/>
                    </a:cubicBezTo>
                    <a:cubicBezTo>
                      <a:pt x="289" y="32"/>
                      <a:pt x="289" y="64"/>
                      <a:pt x="289" y="96"/>
                    </a:cubicBezTo>
                    <a:cubicBezTo>
                      <a:pt x="353" y="96"/>
                      <a:pt x="417" y="96"/>
                      <a:pt x="482" y="96"/>
                    </a:cubicBezTo>
                    <a:cubicBezTo>
                      <a:pt x="482" y="65"/>
                      <a:pt x="482" y="33"/>
                      <a:pt x="482" y="0"/>
                    </a:cubicBezTo>
                    <a:cubicBezTo>
                      <a:pt x="514" y="0"/>
                      <a:pt x="546" y="0"/>
                      <a:pt x="579" y="0"/>
                    </a:cubicBezTo>
                    <a:cubicBezTo>
                      <a:pt x="579" y="96"/>
                      <a:pt x="579" y="191"/>
                      <a:pt x="579" y="289"/>
                    </a:cubicBezTo>
                    <a:cubicBezTo>
                      <a:pt x="515" y="289"/>
                      <a:pt x="452" y="289"/>
                      <a:pt x="386" y="289"/>
                    </a:cubicBezTo>
                    <a:cubicBezTo>
                      <a:pt x="386" y="321"/>
                      <a:pt x="386" y="353"/>
                      <a:pt x="386" y="386"/>
                    </a:cubicBezTo>
                    <a:cubicBezTo>
                      <a:pt x="354" y="386"/>
                      <a:pt x="322" y="386"/>
                      <a:pt x="289" y="386"/>
                    </a:cubicBezTo>
                    <a:cubicBezTo>
                      <a:pt x="289" y="418"/>
                      <a:pt x="289" y="450"/>
                      <a:pt x="289" y="482"/>
                    </a:cubicBezTo>
                    <a:cubicBezTo>
                      <a:pt x="258" y="482"/>
                      <a:pt x="226" y="482"/>
                      <a:pt x="193" y="482"/>
                    </a:cubicBezTo>
                    <a:cubicBezTo>
                      <a:pt x="194" y="490"/>
                      <a:pt x="194" y="490"/>
                      <a:pt x="199" y="527"/>
                    </a:cubicBezTo>
                    <a:cubicBezTo>
                      <a:pt x="197" y="544"/>
                      <a:pt x="195" y="561"/>
                      <a:pt x="193" y="579"/>
                    </a:cubicBezTo>
                    <a:cubicBezTo>
                      <a:pt x="133" y="622"/>
                      <a:pt x="68" y="646"/>
                      <a:pt x="0" y="675"/>
                    </a:cubicBezTo>
                    <a:cubicBezTo>
                      <a:pt x="32" y="548"/>
                      <a:pt x="64" y="421"/>
                      <a:pt x="96" y="289"/>
                    </a:cubicBezTo>
                    <a:cubicBezTo>
                      <a:pt x="128" y="289"/>
                      <a:pt x="160" y="289"/>
                      <a:pt x="193" y="289"/>
                    </a:cubicBezTo>
                    <a:cubicBezTo>
                      <a:pt x="193" y="194"/>
                      <a:pt x="193" y="98"/>
                      <a:pt x="1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  <p:sp>
            <p:nvSpPr>
              <p:cNvPr id="720" name="ICON_SKILL_COMPARE_path_105"/>
              <p:cNvSpPr/>
              <p:nvPr/>
            </p:nvSpPr>
            <p:spPr>
              <a:xfrm>
                <a:off x="6646556" y="1536421"/>
                <a:ext cx="3214" cy="11642"/>
              </a:xfrm>
              <a:custGeom>
                <a:avLst/>
                <a:gdLst/>
                <a:ahLst/>
                <a:cxnLst/>
                <a:rect l="0" t="0" r="r" b="b"/>
                <a:pathLst>
                  <a:path w="253" h="917" fill="norm" stroke="0">
                    <a:moveTo>
                      <a:pt x="96" y="0"/>
                    </a:moveTo>
                    <a:cubicBezTo>
                      <a:pt x="143" y="15"/>
                      <a:pt x="143" y="15"/>
                      <a:pt x="193" y="48"/>
                    </a:cubicBezTo>
                    <a:cubicBezTo>
                      <a:pt x="211" y="100"/>
                      <a:pt x="220" y="140"/>
                      <a:pt x="226" y="193"/>
                    </a:cubicBezTo>
                    <a:cubicBezTo>
                      <a:pt x="228" y="208"/>
                      <a:pt x="230" y="222"/>
                      <a:pt x="232" y="237"/>
                    </a:cubicBezTo>
                    <a:cubicBezTo>
                      <a:pt x="253" y="432"/>
                      <a:pt x="222" y="627"/>
                      <a:pt x="193" y="820"/>
                    </a:cubicBezTo>
                    <a:cubicBezTo>
                      <a:pt x="161" y="820"/>
                      <a:pt x="129" y="820"/>
                      <a:pt x="96" y="820"/>
                    </a:cubicBezTo>
                    <a:cubicBezTo>
                      <a:pt x="96" y="852"/>
                      <a:pt x="96" y="884"/>
                      <a:pt x="96" y="917"/>
                    </a:cubicBezTo>
                    <a:cubicBezTo>
                      <a:pt x="65" y="917"/>
                      <a:pt x="33" y="917"/>
                      <a:pt x="0" y="917"/>
                    </a:cubicBezTo>
                    <a:cubicBezTo>
                      <a:pt x="0" y="662"/>
                      <a:pt x="0" y="407"/>
                      <a:pt x="0" y="145"/>
                    </a:cubicBezTo>
                    <a:cubicBezTo>
                      <a:pt x="32" y="145"/>
                      <a:pt x="64" y="145"/>
                      <a:pt x="96" y="145"/>
                    </a:cubicBezTo>
                    <a:cubicBezTo>
                      <a:pt x="96" y="97"/>
                      <a:pt x="96" y="49"/>
                      <a:pt x="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13" cap="flat">
                <a:noFill/>
              </a:ln>
            </p:spPr>
          </p:sp>
          <p:sp>
            <p:nvSpPr>
              <p:cNvPr id="721" name="ICON_SKILL_COMPARE_path_106"/>
              <p:cNvSpPr/>
              <p:nvPr/>
            </p:nvSpPr>
            <p:spPr>
              <a:xfrm>
                <a:off x="6646556" y="1435323"/>
                <a:ext cx="7353" cy="9804"/>
              </a:xfrm>
              <a:custGeom>
                <a:avLst/>
                <a:gdLst/>
                <a:ahLst/>
                <a:cxnLst/>
                <a:rect l="0" t="0" r="r" b="b"/>
                <a:pathLst>
                  <a:path w="579" h="772" fill="norm" stroke="0">
                    <a:moveTo>
                      <a:pt x="386" y="0"/>
                    </a:moveTo>
                    <a:cubicBezTo>
                      <a:pt x="450" y="0"/>
                      <a:pt x="513" y="0"/>
                      <a:pt x="579" y="0"/>
                    </a:cubicBezTo>
                    <a:cubicBezTo>
                      <a:pt x="565" y="32"/>
                      <a:pt x="551" y="65"/>
                      <a:pt x="537" y="96"/>
                    </a:cubicBezTo>
                    <a:cubicBezTo>
                      <a:pt x="533" y="105"/>
                      <a:pt x="533" y="105"/>
                      <a:pt x="513" y="151"/>
                    </a:cubicBezTo>
                    <a:cubicBezTo>
                      <a:pt x="503" y="165"/>
                      <a:pt x="493" y="179"/>
                      <a:pt x="482" y="193"/>
                    </a:cubicBezTo>
                    <a:cubicBezTo>
                      <a:pt x="431" y="199"/>
                      <a:pt x="431" y="199"/>
                      <a:pt x="386" y="193"/>
                    </a:cubicBezTo>
                    <a:cubicBezTo>
                      <a:pt x="386" y="225"/>
                      <a:pt x="386" y="257"/>
                      <a:pt x="386" y="289"/>
                    </a:cubicBezTo>
                    <a:cubicBezTo>
                      <a:pt x="354" y="289"/>
                      <a:pt x="322" y="289"/>
                      <a:pt x="289" y="289"/>
                    </a:cubicBezTo>
                    <a:cubicBezTo>
                      <a:pt x="289" y="353"/>
                      <a:pt x="289" y="417"/>
                      <a:pt x="289" y="482"/>
                    </a:cubicBezTo>
                    <a:cubicBezTo>
                      <a:pt x="258" y="482"/>
                      <a:pt x="226" y="482"/>
                      <a:pt x="193" y="482"/>
                    </a:cubicBezTo>
                    <a:cubicBezTo>
                      <a:pt x="191" y="499"/>
                      <a:pt x="188" y="516"/>
                      <a:pt x="186" y="534"/>
                    </a:cubicBezTo>
                    <a:cubicBezTo>
                      <a:pt x="182" y="555"/>
                      <a:pt x="179" y="577"/>
                      <a:pt x="175" y="600"/>
                    </a:cubicBezTo>
                    <a:cubicBezTo>
                      <a:pt x="172" y="622"/>
                      <a:pt x="168" y="644"/>
                      <a:pt x="165" y="666"/>
                    </a:cubicBezTo>
                    <a:cubicBezTo>
                      <a:pt x="145" y="724"/>
                      <a:pt x="145" y="724"/>
                      <a:pt x="95" y="756"/>
                    </a:cubicBezTo>
                    <a:cubicBezTo>
                      <a:pt x="79" y="761"/>
                      <a:pt x="64" y="766"/>
                      <a:pt x="48" y="772"/>
                    </a:cubicBezTo>
                    <a:cubicBezTo>
                      <a:pt x="64" y="708"/>
                      <a:pt x="80" y="645"/>
                      <a:pt x="96" y="579"/>
                    </a:cubicBezTo>
                    <a:cubicBezTo>
                      <a:pt x="65" y="579"/>
                      <a:pt x="33" y="579"/>
                      <a:pt x="0" y="579"/>
                    </a:cubicBezTo>
                    <a:cubicBezTo>
                      <a:pt x="0" y="515"/>
                      <a:pt x="0" y="452"/>
                      <a:pt x="0" y="386"/>
                    </a:cubicBezTo>
                    <a:cubicBezTo>
                      <a:pt x="32" y="386"/>
                      <a:pt x="64" y="386"/>
                      <a:pt x="96" y="386"/>
                    </a:cubicBezTo>
                    <a:cubicBezTo>
                      <a:pt x="96" y="322"/>
                      <a:pt x="96" y="259"/>
                      <a:pt x="96" y="193"/>
                    </a:cubicBezTo>
                    <a:cubicBezTo>
                      <a:pt x="128" y="193"/>
                      <a:pt x="160" y="193"/>
                      <a:pt x="193" y="193"/>
                    </a:cubicBezTo>
                    <a:cubicBezTo>
                      <a:pt x="193" y="161"/>
                      <a:pt x="193" y="129"/>
                      <a:pt x="193" y="96"/>
                    </a:cubicBezTo>
                    <a:cubicBezTo>
                      <a:pt x="257" y="96"/>
                      <a:pt x="320" y="96"/>
                      <a:pt x="386" y="96"/>
                    </a:cubicBezTo>
                    <a:cubicBezTo>
                      <a:pt x="386" y="65"/>
                      <a:pt x="386" y="33"/>
                      <a:pt x="38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13" cap="flat">
                <a:noFill/>
              </a:ln>
            </p:spPr>
          </p:sp>
        </p:grpSp>
        <p:grpSp>
          <p:nvGrpSpPr>
            <p:cNvPr id="722" name="ICON_SKILL_SCRIPT"/>
            <p:cNvGrpSpPr/>
            <p:nvPr/>
          </p:nvGrpSpPr>
          <p:grpSpPr>
            <a:xfrm>
              <a:off x="6350000" y="1674812"/>
              <a:ext cx="349250" cy="373062"/>
              <a:chOff x="6350000" y="1674812"/>
              <a:chExt cx="349250" cy="373062"/>
            </a:xfrm>
          </p:grpSpPr>
          <p:sp>
            <p:nvSpPr>
              <p:cNvPr id="723" name="ICON_SKILL_SCRIPT_path_001"/>
              <p:cNvSpPr/>
              <p:nvPr/>
            </p:nvSpPr>
            <p:spPr>
              <a:xfrm>
                <a:off x="6478524" y="1741202"/>
                <a:ext cx="93599" cy="241681"/>
              </a:xfrm>
              <a:custGeom>
                <a:avLst/>
                <a:gdLst/>
                <a:ahLst/>
                <a:cxnLst/>
                <a:rect l="0" t="0" r="r" b="b"/>
                <a:pathLst>
                  <a:path w="7370" h="19030" fill="norm" stroke="0">
                    <a:moveTo>
                      <a:pt x="5280" y="0"/>
                    </a:moveTo>
                    <a:cubicBezTo>
                      <a:pt x="5462" y="0"/>
                      <a:pt x="5643" y="0"/>
                      <a:pt x="5830" y="0"/>
                    </a:cubicBezTo>
                    <a:cubicBezTo>
                      <a:pt x="5830" y="36"/>
                      <a:pt x="5830" y="73"/>
                      <a:pt x="5830" y="110"/>
                    </a:cubicBezTo>
                    <a:cubicBezTo>
                      <a:pt x="5939" y="110"/>
                      <a:pt x="6048" y="110"/>
                      <a:pt x="6160" y="110"/>
                    </a:cubicBezTo>
                    <a:cubicBezTo>
                      <a:pt x="6160" y="146"/>
                      <a:pt x="6160" y="183"/>
                      <a:pt x="6160" y="220"/>
                    </a:cubicBezTo>
                    <a:cubicBezTo>
                      <a:pt x="6233" y="220"/>
                      <a:pt x="6305" y="220"/>
                      <a:pt x="6380" y="220"/>
                    </a:cubicBezTo>
                    <a:cubicBezTo>
                      <a:pt x="6380" y="256"/>
                      <a:pt x="6380" y="293"/>
                      <a:pt x="6380" y="330"/>
                    </a:cubicBezTo>
                    <a:cubicBezTo>
                      <a:pt x="6489" y="330"/>
                      <a:pt x="6598" y="330"/>
                      <a:pt x="6710" y="330"/>
                    </a:cubicBezTo>
                    <a:cubicBezTo>
                      <a:pt x="6710" y="366"/>
                      <a:pt x="6710" y="403"/>
                      <a:pt x="6710" y="440"/>
                    </a:cubicBezTo>
                    <a:cubicBezTo>
                      <a:pt x="6855" y="440"/>
                      <a:pt x="7000" y="440"/>
                      <a:pt x="7150" y="440"/>
                    </a:cubicBezTo>
                    <a:cubicBezTo>
                      <a:pt x="7150" y="476"/>
                      <a:pt x="7150" y="513"/>
                      <a:pt x="7150" y="550"/>
                    </a:cubicBezTo>
                    <a:cubicBezTo>
                      <a:pt x="7186" y="550"/>
                      <a:pt x="7223" y="550"/>
                      <a:pt x="7260" y="550"/>
                    </a:cubicBezTo>
                    <a:cubicBezTo>
                      <a:pt x="7260" y="586"/>
                      <a:pt x="7260" y="623"/>
                      <a:pt x="7260" y="660"/>
                    </a:cubicBezTo>
                    <a:cubicBezTo>
                      <a:pt x="7296" y="660"/>
                      <a:pt x="7333" y="660"/>
                      <a:pt x="7370" y="660"/>
                    </a:cubicBezTo>
                    <a:cubicBezTo>
                      <a:pt x="7370" y="950"/>
                      <a:pt x="7370" y="1241"/>
                      <a:pt x="7370" y="1540"/>
                    </a:cubicBezTo>
                    <a:cubicBezTo>
                      <a:pt x="7334" y="1540"/>
                      <a:pt x="7297" y="1540"/>
                      <a:pt x="7260" y="1540"/>
                    </a:cubicBezTo>
                    <a:cubicBezTo>
                      <a:pt x="7260" y="1721"/>
                      <a:pt x="7260" y="1903"/>
                      <a:pt x="7260" y="2090"/>
                    </a:cubicBezTo>
                    <a:cubicBezTo>
                      <a:pt x="7224" y="2090"/>
                      <a:pt x="7187" y="2090"/>
                      <a:pt x="7150" y="2090"/>
                    </a:cubicBezTo>
                    <a:cubicBezTo>
                      <a:pt x="7151" y="2115"/>
                      <a:pt x="7153" y="2139"/>
                      <a:pt x="7154" y="2165"/>
                    </a:cubicBezTo>
                    <a:cubicBezTo>
                      <a:pt x="7162" y="2387"/>
                      <a:pt x="7144" y="2549"/>
                      <a:pt x="7040" y="2750"/>
                    </a:cubicBezTo>
                    <a:cubicBezTo>
                      <a:pt x="7004" y="2750"/>
                      <a:pt x="6967" y="2750"/>
                      <a:pt x="6930" y="2750"/>
                    </a:cubicBezTo>
                    <a:cubicBezTo>
                      <a:pt x="6930" y="2895"/>
                      <a:pt x="6930" y="3040"/>
                      <a:pt x="6930" y="3190"/>
                    </a:cubicBezTo>
                    <a:cubicBezTo>
                      <a:pt x="6894" y="3190"/>
                      <a:pt x="6857" y="3190"/>
                      <a:pt x="6820" y="3190"/>
                    </a:cubicBezTo>
                    <a:cubicBezTo>
                      <a:pt x="6820" y="3299"/>
                      <a:pt x="6820" y="3408"/>
                      <a:pt x="6820" y="3520"/>
                    </a:cubicBezTo>
                    <a:cubicBezTo>
                      <a:pt x="6784" y="3520"/>
                      <a:pt x="6747" y="3520"/>
                      <a:pt x="6710" y="3520"/>
                    </a:cubicBezTo>
                    <a:cubicBezTo>
                      <a:pt x="6710" y="3665"/>
                      <a:pt x="6710" y="3810"/>
                      <a:pt x="6710" y="3960"/>
                    </a:cubicBezTo>
                    <a:cubicBezTo>
                      <a:pt x="6674" y="3960"/>
                      <a:pt x="6637" y="3960"/>
                      <a:pt x="6600" y="3960"/>
                    </a:cubicBezTo>
                    <a:cubicBezTo>
                      <a:pt x="6600" y="4105"/>
                      <a:pt x="6600" y="4250"/>
                      <a:pt x="6600" y="4400"/>
                    </a:cubicBezTo>
                    <a:cubicBezTo>
                      <a:pt x="6564" y="4400"/>
                      <a:pt x="6527" y="4400"/>
                      <a:pt x="6490" y="4400"/>
                    </a:cubicBezTo>
                    <a:cubicBezTo>
                      <a:pt x="6491" y="4423"/>
                      <a:pt x="6493" y="4447"/>
                      <a:pt x="6494" y="4471"/>
                    </a:cubicBezTo>
                    <a:cubicBezTo>
                      <a:pt x="6503" y="4722"/>
                      <a:pt x="6461" y="4932"/>
                      <a:pt x="6380" y="5170"/>
                    </a:cubicBezTo>
                    <a:cubicBezTo>
                      <a:pt x="6344" y="5170"/>
                      <a:pt x="6307" y="5170"/>
                      <a:pt x="6270" y="5170"/>
                    </a:cubicBezTo>
                    <a:cubicBezTo>
                      <a:pt x="6270" y="5315"/>
                      <a:pt x="6270" y="5460"/>
                      <a:pt x="6270" y="5610"/>
                    </a:cubicBezTo>
                    <a:cubicBezTo>
                      <a:pt x="6234" y="5610"/>
                      <a:pt x="6197" y="5610"/>
                      <a:pt x="6160" y="5610"/>
                    </a:cubicBezTo>
                    <a:cubicBezTo>
                      <a:pt x="6160" y="5719"/>
                      <a:pt x="6160" y="5828"/>
                      <a:pt x="6160" y="5940"/>
                    </a:cubicBezTo>
                    <a:cubicBezTo>
                      <a:pt x="6124" y="5940"/>
                      <a:pt x="6087" y="5940"/>
                      <a:pt x="6050" y="5940"/>
                    </a:cubicBezTo>
                    <a:cubicBezTo>
                      <a:pt x="6050" y="6085"/>
                      <a:pt x="6050" y="6230"/>
                      <a:pt x="6050" y="6380"/>
                    </a:cubicBezTo>
                    <a:cubicBezTo>
                      <a:pt x="6014" y="6380"/>
                      <a:pt x="5977" y="6380"/>
                      <a:pt x="5940" y="6380"/>
                    </a:cubicBezTo>
                    <a:cubicBezTo>
                      <a:pt x="5940" y="6525"/>
                      <a:pt x="5940" y="6670"/>
                      <a:pt x="5940" y="6820"/>
                    </a:cubicBezTo>
                    <a:cubicBezTo>
                      <a:pt x="5904" y="6820"/>
                      <a:pt x="5867" y="6820"/>
                      <a:pt x="5830" y="6820"/>
                    </a:cubicBezTo>
                    <a:cubicBezTo>
                      <a:pt x="5830" y="6929"/>
                      <a:pt x="5830" y="7038"/>
                      <a:pt x="5830" y="7150"/>
                    </a:cubicBezTo>
                    <a:cubicBezTo>
                      <a:pt x="5794" y="7150"/>
                      <a:pt x="5757" y="7150"/>
                      <a:pt x="5720" y="7150"/>
                    </a:cubicBezTo>
                    <a:cubicBezTo>
                      <a:pt x="5720" y="7259"/>
                      <a:pt x="5720" y="7368"/>
                      <a:pt x="5720" y="7480"/>
                    </a:cubicBezTo>
                    <a:cubicBezTo>
                      <a:pt x="5684" y="7480"/>
                      <a:pt x="5647" y="7480"/>
                      <a:pt x="5610" y="7480"/>
                    </a:cubicBezTo>
                    <a:cubicBezTo>
                      <a:pt x="5610" y="7625"/>
                      <a:pt x="5610" y="7770"/>
                      <a:pt x="5610" y="7920"/>
                    </a:cubicBezTo>
                    <a:cubicBezTo>
                      <a:pt x="5574" y="7920"/>
                      <a:pt x="5537" y="7920"/>
                      <a:pt x="5500" y="7920"/>
                    </a:cubicBezTo>
                    <a:cubicBezTo>
                      <a:pt x="5500" y="8065"/>
                      <a:pt x="5500" y="8210"/>
                      <a:pt x="5500" y="8360"/>
                    </a:cubicBezTo>
                    <a:cubicBezTo>
                      <a:pt x="5464" y="8360"/>
                      <a:pt x="5427" y="8360"/>
                      <a:pt x="5390" y="8360"/>
                    </a:cubicBezTo>
                    <a:cubicBezTo>
                      <a:pt x="5390" y="8469"/>
                      <a:pt x="5390" y="8578"/>
                      <a:pt x="5390" y="8690"/>
                    </a:cubicBezTo>
                    <a:cubicBezTo>
                      <a:pt x="5354" y="8690"/>
                      <a:pt x="5317" y="8690"/>
                      <a:pt x="5280" y="8690"/>
                    </a:cubicBezTo>
                    <a:cubicBezTo>
                      <a:pt x="5280" y="8835"/>
                      <a:pt x="5280" y="8980"/>
                      <a:pt x="5280" y="9130"/>
                    </a:cubicBezTo>
                    <a:cubicBezTo>
                      <a:pt x="5244" y="9130"/>
                      <a:pt x="5207" y="9130"/>
                      <a:pt x="5170" y="9130"/>
                    </a:cubicBezTo>
                    <a:cubicBezTo>
                      <a:pt x="5170" y="9239"/>
                      <a:pt x="5170" y="9348"/>
                      <a:pt x="5170" y="9460"/>
                    </a:cubicBezTo>
                    <a:cubicBezTo>
                      <a:pt x="5134" y="9460"/>
                      <a:pt x="5097" y="9460"/>
                      <a:pt x="5060" y="9460"/>
                    </a:cubicBezTo>
                    <a:cubicBezTo>
                      <a:pt x="5060" y="9605"/>
                      <a:pt x="5060" y="9750"/>
                      <a:pt x="5060" y="9900"/>
                    </a:cubicBezTo>
                    <a:cubicBezTo>
                      <a:pt x="5024" y="9900"/>
                      <a:pt x="4987" y="9900"/>
                      <a:pt x="4950" y="9900"/>
                    </a:cubicBezTo>
                    <a:cubicBezTo>
                      <a:pt x="4950" y="10009"/>
                      <a:pt x="4950" y="10118"/>
                      <a:pt x="4950" y="10230"/>
                    </a:cubicBezTo>
                    <a:cubicBezTo>
                      <a:pt x="4914" y="10230"/>
                      <a:pt x="4877" y="10230"/>
                      <a:pt x="4840" y="10230"/>
                    </a:cubicBezTo>
                    <a:cubicBezTo>
                      <a:pt x="4840" y="10339"/>
                      <a:pt x="4840" y="10448"/>
                      <a:pt x="4840" y="10560"/>
                    </a:cubicBezTo>
                    <a:cubicBezTo>
                      <a:pt x="4804" y="10560"/>
                      <a:pt x="4767" y="10560"/>
                      <a:pt x="4730" y="10560"/>
                    </a:cubicBezTo>
                    <a:cubicBezTo>
                      <a:pt x="4730" y="10705"/>
                      <a:pt x="4730" y="10850"/>
                      <a:pt x="4730" y="11000"/>
                    </a:cubicBezTo>
                    <a:cubicBezTo>
                      <a:pt x="4694" y="11000"/>
                      <a:pt x="4657" y="11000"/>
                      <a:pt x="4620" y="11000"/>
                    </a:cubicBezTo>
                    <a:cubicBezTo>
                      <a:pt x="4620" y="11145"/>
                      <a:pt x="4620" y="11290"/>
                      <a:pt x="4620" y="11440"/>
                    </a:cubicBezTo>
                    <a:cubicBezTo>
                      <a:pt x="4584" y="11440"/>
                      <a:pt x="4547" y="11440"/>
                      <a:pt x="4510" y="11440"/>
                    </a:cubicBezTo>
                    <a:cubicBezTo>
                      <a:pt x="4510" y="11549"/>
                      <a:pt x="4510" y="11658"/>
                      <a:pt x="4510" y="11770"/>
                    </a:cubicBezTo>
                    <a:cubicBezTo>
                      <a:pt x="4474" y="11770"/>
                      <a:pt x="4437" y="11770"/>
                      <a:pt x="4400" y="11770"/>
                    </a:cubicBezTo>
                    <a:cubicBezTo>
                      <a:pt x="4400" y="11915"/>
                      <a:pt x="4400" y="12060"/>
                      <a:pt x="4400" y="12210"/>
                    </a:cubicBezTo>
                    <a:cubicBezTo>
                      <a:pt x="4364" y="12210"/>
                      <a:pt x="4327" y="12210"/>
                      <a:pt x="4290" y="12210"/>
                    </a:cubicBezTo>
                    <a:cubicBezTo>
                      <a:pt x="4290" y="12319"/>
                      <a:pt x="4290" y="12428"/>
                      <a:pt x="4290" y="12540"/>
                    </a:cubicBezTo>
                    <a:cubicBezTo>
                      <a:pt x="4254" y="12540"/>
                      <a:pt x="4217" y="12540"/>
                      <a:pt x="4180" y="12540"/>
                    </a:cubicBezTo>
                    <a:cubicBezTo>
                      <a:pt x="4180" y="12685"/>
                      <a:pt x="4180" y="12830"/>
                      <a:pt x="4180" y="12980"/>
                    </a:cubicBezTo>
                    <a:cubicBezTo>
                      <a:pt x="4144" y="12980"/>
                      <a:pt x="4107" y="12980"/>
                      <a:pt x="4070" y="12980"/>
                    </a:cubicBezTo>
                    <a:cubicBezTo>
                      <a:pt x="4071" y="12995"/>
                      <a:pt x="4073" y="13011"/>
                      <a:pt x="4074" y="13027"/>
                    </a:cubicBezTo>
                    <a:cubicBezTo>
                      <a:pt x="4084" y="13246"/>
                      <a:pt x="4027" y="13433"/>
                      <a:pt x="3960" y="13640"/>
                    </a:cubicBezTo>
                    <a:cubicBezTo>
                      <a:pt x="3924" y="13640"/>
                      <a:pt x="3887" y="13640"/>
                      <a:pt x="3850" y="13640"/>
                    </a:cubicBezTo>
                    <a:cubicBezTo>
                      <a:pt x="3850" y="13785"/>
                      <a:pt x="3850" y="13930"/>
                      <a:pt x="3850" y="14080"/>
                    </a:cubicBezTo>
                    <a:cubicBezTo>
                      <a:pt x="3814" y="14080"/>
                      <a:pt x="3777" y="14080"/>
                      <a:pt x="3740" y="14080"/>
                    </a:cubicBezTo>
                    <a:cubicBezTo>
                      <a:pt x="3740" y="14225"/>
                      <a:pt x="3740" y="14370"/>
                      <a:pt x="3740" y="14520"/>
                    </a:cubicBezTo>
                    <a:cubicBezTo>
                      <a:pt x="3704" y="14520"/>
                      <a:pt x="3667" y="14520"/>
                      <a:pt x="3630" y="14520"/>
                    </a:cubicBezTo>
                    <a:cubicBezTo>
                      <a:pt x="3630" y="14665"/>
                      <a:pt x="3630" y="14810"/>
                      <a:pt x="3630" y="14960"/>
                    </a:cubicBezTo>
                    <a:cubicBezTo>
                      <a:pt x="3594" y="14960"/>
                      <a:pt x="3557" y="14960"/>
                      <a:pt x="3520" y="14960"/>
                    </a:cubicBezTo>
                    <a:cubicBezTo>
                      <a:pt x="3520" y="15069"/>
                      <a:pt x="3520" y="15178"/>
                      <a:pt x="3520" y="15290"/>
                    </a:cubicBezTo>
                    <a:cubicBezTo>
                      <a:pt x="3484" y="15290"/>
                      <a:pt x="3447" y="15290"/>
                      <a:pt x="3410" y="15290"/>
                    </a:cubicBezTo>
                    <a:cubicBezTo>
                      <a:pt x="3410" y="15399"/>
                      <a:pt x="3410" y="15508"/>
                      <a:pt x="3410" y="15620"/>
                    </a:cubicBezTo>
                    <a:cubicBezTo>
                      <a:pt x="3374" y="15620"/>
                      <a:pt x="3337" y="15620"/>
                      <a:pt x="3300" y="15620"/>
                    </a:cubicBezTo>
                    <a:cubicBezTo>
                      <a:pt x="3300" y="15765"/>
                      <a:pt x="3300" y="15910"/>
                      <a:pt x="3300" y="16060"/>
                    </a:cubicBezTo>
                    <a:cubicBezTo>
                      <a:pt x="3264" y="16060"/>
                      <a:pt x="3227" y="16060"/>
                      <a:pt x="3190" y="16060"/>
                    </a:cubicBezTo>
                    <a:cubicBezTo>
                      <a:pt x="3190" y="16169"/>
                      <a:pt x="3190" y="16278"/>
                      <a:pt x="3190" y="16390"/>
                    </a:cubicBezTo>
                    <a:cubicBezTo>
                      <a:pt x="3154" y="16390"/>
                      <a:pt x="3117" y="16390"/>
                      <a:pt x="3080" y="16390"/>
                    </a:cubicBezTo>
                    <a:cubicBezTo>
                      <a:pt x="3080" y="16499"/>
                      <a:pt x="3080" y="16608"/>
                      <a:pt x="3080" y="16720"/>
                    </a:cubicBezTo>
                    <a:cubicBezTo>
                      <a:pt x="3044" y="16720"/>
                      <a:pt x="3007" y="16720"/>
                      <a:pt x="2970" y="16720"/>
                    </a:cubicBezTo>
                    <a:cubicBezTo>
                      <a:pt x="2970" y="16865"/>
                      <a:pt x="2970" y="17010"/>
                      <a:pt x="2970" y="17160"/>
                    </a:cubicBezTo>
                    <a:cubicBezTo>
                      <a:pt x="2934" y="17160"/>
                      <a:pt x="2897" y="17160"/>
                      <a:pt x="2860" y="17160"/>
                    </a:cubicBezTo>
                    <a:cubicBezTo>
                      <a:pt x="2860" y="17305"/>
                      <a:pt x="2860" y="17450"/>
                      <a:pt x="2860" y="17600"/>
                    </a:cubicBezTo>
                    <a:cubicBezTo>
                      <a:pt x="2824" y="17600"/>
                      <a:pt x="2787" y="17600"/>
                      <a:pt x="2750" y="17600"/>
                    </a:cubicBezTo>
                    <a:cubicBezTo>
                      <a:pt x="2750" y="17709"/>
                      <a:pt x="2750" y="17818"/>
                      <a:pt x="2750" y="17930"/>
                    </a:cubicBezTo>
                    <a:cubicBezTo>
                      <a:pt x="2714" y="17930"/>
                      <a:pt x="2677" y="17930"/>
                      <a:pt x="2640" y="17930"/>
                    </a:cubicBezTo>
                    <a:cubicBezTo>
                      <a:pt x="2640" y="18075"/>
                      <a:pt x="2640" y="18220"/>
                      <a:pt x="2640" y="18370"/>
                    </a:cubicBezTo>
                    <a:cubicBezTo>
                      <a:pt x="2604" y="18370"/>
                      <a:pt x="2567" y="18370"/>
                      <a:pt x="2530" y="18370"/>
                    </a:cubicBezTo>
                    <a:cubicBezTo>
                      <a:pt x="2530" y="18443"/>
                      <a:pt x="2530" y="18515"/>
                      <a:pt x="2530" y="18590"/>
                    </a:cubicBezTo>
                    <a:cubicBezTo>
                      <a:pt x="2494" y="18590"/>
                      <a:pt x="2457" y="18590"/>
                      <a:pt x="2420" y="18590"/>
                    </a:cubicBezTo>
                    <a:cubicBezTo>
                      <a:pt x="2420" y="18626"/>
                      <a:pt x="2420" y="18663"/>
                      <a:pt x="2420" y="18700"/>
                    </a:cubicBezTo>
                    <a:cubicBezTo>
                      <a:pt x="2384" y="18700"/>
                      <a:pt x="2347" y="18700"/>
                      <a:pt x="2310" y="18700"/>
                    </a:cubicBezTo>
                    <a:cubicBezTo>
                      <a:pt x="2310" y="18736"/>
                      <a:pt x="2310" y="18773"/>
                      <a:pt x="2310" y="18810"/>
                    </a:cubicBezTo>
                    <a:cubicBezTo>
                      <a:pt x="2274" y="18810"/>
                      <a:pt x="2237" y="18810"/>
                      <a:pt x="2200" y="18810"/>
                    </a:cubicBezTo>
                    <a:cubicBezTo>
                      <a:pt x="2200" y="18846"/>
                      <a:pt x="2200" y="18883"/>
                      <a:pt x="2200" y="18920"/>
                    </a:cubicBezTo>
                    <a:cubicBezTo>
                      <a:pt x="2164" y="18920"/>
                      <a:pt x="2127" y="18920"/>
                      <a:pt x="2090" y="18920"/>
                    </a:cubicBezTo>
                    <a:cubicBezTo>
                      <a:pt x="2090" y="18956"/>
                      <a:pt x="2090" y="18993"/>
                      <a:pt x="2090" y="19030"/>
                    </a:cubicBezTo>
                    <a:cubicBezTo>
                      <a:pt x="1872" y="19030"/>
                      <a:pt x="1654" y="19030"/>
                      <a:pt x="1430" y="19030"/>
                    </a:cubicBezTo>
                    <a:cubicBezTo>
                      <a:pt x="1430" y="18994"/>
                      <a:pt x="1430" y="18957"/>
                      <a:pt x="1430" y="18920"/>
                    </a:cubicBezTo>
                    <a:cubicBezTo>
                      <a:pt x="1321" y="18920"/>
                      <a:pt x="1212" y="18920"/>
                      <a:pt x="1100" y="18920"/>
                    </a:cubicBezTo>
                    <a:cubicBezTo>
                      <a:pt x="1100" y="18884"/>
                      <a:pt x="1100" y="18847"/>
                      <a:pt x="1100" y="18810"/>
                    </a:cubicBezTo>
                    <a:cubicBezTo>
                      <a:pt x="1075" y="18811"/>
                      <a:pt x="1051" y="18813"/>
                      <a:pt x="1025" y="18814"/>
                    </a:cubicBezTo>
                    <a:cubicBezTo>
                      <a:pt x="803" y="18822"/>
                      <a:pt x="641" y="18804"/>
                      <a:pt x="440" y="18700"/>
                    </a:cubicBezTo>
                    <a:cubicBezTo>
                      <a:pt x="440" y="18664"/>
                      <a:pt x="440" y="18627"/>
                      <a:pt x="440" y="18590"/>
                    </a:cubicBezTo>
                    <a:cubicBezTo>
                      <a:pt x="367" y="18590"/>
                      <a:pt x="295" y="18590"/>
                      <a:pt x="220" y="18590"/>
                    </a:cubicBezTo>
                    <a:cubicBezTo>
                      <a:pt x="220" y="18554"/>
                      <a:pt x="220" y="18517"/>
                      <a:pt x="220" y="18480"/>
                    </a:cubicBezTo>
                    <a:cubicBezTo>
                      <a:pt x="184" y="18480"/>
                      <a:pt x="147" y="18480"/>
                      <a:pt x="110" y="18480"/>
                    </a:cubicBezTo>
                    <a:cubicBezTo>
                      <a:pt x="110" y="18444"/>
                      <a:pt x="110" y="18407"/>
                      <a:pt x="110" y="18370"/>
                    </a:cubicBezTo>
                    <a:cubicBezTo>
                      <a:pt x="74" y="18370"/>
                      <a:pt x="37" y="18370"/>
                      <a:pt x="0" y="18370"/>
                    </a:cubicBezTo>
                    <a:cubicBezTo>
                      <a:pt x="0" y="18080"/>
                      <a:pt x="0" y="17789"/>
                      <a:pt x="0" y="17490"/>
                    </a:cubicBezTo>
                    <a:cubicBezTo>
                      <a:pt x="36" y="17490"/>
                      <a:pt x="73" y="17490"/>
                      <a:pt x="110" y="17490"/>
                    </a:cubicBezTo>
                    <a:cubicBezTo>
                      <a:pt x="110" y="17345"/>
                      <a:pt x="110" y="17200"/>
                      <a:pt x="110" y="17050"/>
                    </a:cubicBezTo>
                    <a:cubicBezTo>
                      <a:pt x="146" y="17050"/>
                      <a:pt x="183" y="17050"/>
                      <a:pt x="220" y="17050"/>
                    </a:cubicBezTo>
                    <a:cubicBezTo>
                      <a:pt x="220" y="16905"/>
                      <a:pt x="220" y="16760"/>
                      <a:pt x="220" y="16610"/>
                    </a:cubicBezTo>
                    <a:cubicBezTo>
                      <a:pt x="256" y="16610"/>
                      <a:pt x="293" y="16610"/>
                      <a:pt x="330" y="16610"/>
                    </a:cubicBezTo>
                    <a:cubicBezTo>
                      <a:pt x="330" y="16501"/>
                      <a:pt x="330" y="16392"/>
                      <a:pt x="330" y="16280"/>
                    </a:cubicBezTo>
                    <a:cubicBezTo>
                      <a:pt x="366" y="16280"/>
                      <a:pt x="403" y="16280"/>
                      <a:pt x="440" y="16280"/>
                    </a:cubicBezTo>
                    <a:cubicBezTo>
                      <a:pt x="439" y="16257"/>
                      <a:pt x="437" y="16233"/>
                      <a:pt x="436" y="16209"/>
                    </a:cubicBezTo>
                    <a:cubicBezTo>
                      <a:pt x="427" y="15958"/>
                      <a:pt x="469" y="15748"/>
                      <a:pt x="550" y="15510"/>
                    </a:cubicBezTo>
                    <a:cubicBezTo>
                      <a:pt x="586" y="15510"/>
                      <a:pt x="623" y="15510"/>
                      <a:pt x="660" y="15510"/>
                    </a:cubicBezTo>
                    <a:cubicBezTo>
                      <a:pt x="660" y="15365"/>
                      <a:pt x="660" y="15220"/>
                      <a:pt x="660" y="15070"/>
                    </a:cubicBezTo>
                    <a:cubicBezTo>
                      <a:pt x="696" y="15070"/>
                      <a:pt x="733" y="15070"/>
                      <a:pt x="770" y="15070"/>
                    </a:cubicBezTo>
                    <a:cubicBezTo>
                      <a:pt x="770" y="14997"/>
                      <a:pt x="770" y="14925"/>
                      <a:pt x="770" y="14850"/>
                    </a:cubicBezTo>
                    <a:cubicBezTo>
                      <a:pt x="806" y="14850"/>
                      <a:pt x="843" y="14850"/>
                      <a:pt x="880" y="14850"/>
                    </a:cubicBezTo>
                    <a:cubicBezTo>
                      <a:pt x="880" y="14705"/>
                      <a:pt x="880" y="14560"/>
                      <a:pt x="880" y="14410"/>
                    </a:cubicBezTo>
                    <a:cubicBezTo>
                      <a:pt x="916" y="14410"/>
                      <a:pt x="953" y="14410"/>
                      <a:pt x="990" y="14410"/>
                    </a:cubicBezTo>
                    <a:cubicBezTo>
                      <a:pt x="990" y="14228"/>
                      <a:pt x="990" y="14047"/>
                      <a:pt x="990" y="13860"/>
                    </a:cubicBezTo>
                    <a:cubicBezTo>
                      <a:pt x="1026" y="13860"/>
                      <a:pt x="1063" y="13860"/>
                      <a:pt x="1100" y="13860"/>
                    </a:cubicBezTo>
                    <a:cubicBezTo>
                      <a:pt x="1100" y="13751"/>
                      <a:pt x="1100" y="13642"/>
                      <a:pt x="1100" y="13530"/>
                    </a:cubicBezTo>
                    <a:cubicBezTo>
                      <a:pt x="1136" y="13530"/>
                      <a:pt x="1173" y="13530"/>
                      <a:pt x="1210" y="13530"/>
                    </a:cubicBezTo>
                    <a:cubicBezTo>
                      <a:pt x="1210" y="13457"/>
                      <a:pt x="1210" y="13385"/>
                      <a:pt x="1210" y="13310"/>
                    </a:cubicBezTo>
                    <a:cubicBezTo>
                      <a:pt x="1246" y="13310"/>
                      <a:pt x="1283" y="13310"/>
                      <a:pt x="1320" y="13310"/>
                    </a:cubicBezTo>
                    <a:cubicBezTo>
                      <a:pt x="1320" y="13165"/>
                      <a:pt x="1320" y="13020"/>
                      <a:pt x="1320" y="12870"/>
                    </a:cubicBezTo>
                    <a:cubicBezTo>
                      <a:pt x="1356" y="12870"/>
                      <a:pt x="1393" y="12870"/>
                      <a:pt x="1430" y="12870"/>
                    </a:cubicBezTo>
                    <a:cubicBezTo>
                      <a:pt x="1430" y="12725"/>
                      <a:pt x="1430" y="12580"/>
                      <a:pt x="1430" y="12430"/>
                    </a:cubicBezTo>
                    <a:cubicBezTo>
                      <a:pt x="1466" y="12430"/>
                      <a:pt x="1503" y="12430"/>
                      <a:pt x="1540" y="12430"/>
                    </a:cubicBezTo>
                    <a:cubicBezTo>
                      <a:pt x="1540" y="12285"/>
                      <a:pt x="1540" y="12140"/>
                      <a:pt x="1540" y="11990"/>
                    </a:cubicBezTo>
                    <a:cubicBezTo>
                      <a:pt x="1576" y="11990"/>
                      <a:pt x="1613" y="11990"/>
                      <a:pt x="1650" y="11990"/>
                    </a:cubicBezTo>
                    <a:cubicBezTo>
                      <a:pt x="1650" y="11881"/>
                      <a:pt x="1650" y="11772"/>
                      <a:pt x="1650" y="11660"/>
                    </a:cubicBezTo>
                    <a:cubicBezTo>
                      <a:pt x="1686" y="11660"/>
                      <a:pt x="1723" y="11660"/>
                      <a:pt x="1760" y="11660"/>
                    </a:cubicBezTo>
                    <a:cubicBezTo>
                      <a:pt x="1760" y="11515"/>
                      <a:pt x="1760" y="11370"/>
                      <a:pt x="1760" y="11220"/>
                    </a:cubicBezTo>
                    <a:cubicBezTo>
                      <a:pt x="1796" y="11220"/>
                      <a:pt x="1833" y="11220"/>
                      <a:pt x="1870" y="11220"/>
                    </a:cubicBezTo>
                    <a:cubicBezTo>
                      <a:pt x="1869" y="11201"/>
                      <a:pt x="1869" y="11182"/>
                      <a:pt x="1868" y="11162"/>
                    </a:cubicBezTo>
                    <a:cubicBezTo>
                      <a:pt x="1868" y="11137"/>
                      <a:pt x="1867" y="11112"/>
                      <a:pt x="1867" y="11086"/>
                    </a:cubicBezTo>
                    <a:cubicBezTo>
                      <a:pt x="1866" y="11061"/>
                      <a:pt x="1865" y="11036"/>
                      <a:pt x="1865" y="11011"/>
                    </a:cubicBezTo>
                    <a:cubicBezTo>
                      <a:pt x="1870" y="10945"/>
                      <a:pt x="1870" y="10945"/>
                      <a:pt x="1925" y="10890"/>
                    </a:cubicBezTo>
                    <a:cubicBezTo>
                      <a:pt x="1936" y="10843"/>
                      <a:pt x="1936" y="10843"/>
                      <a:pt x="1942" y="10788"/>
                    </a:cubicBezTo>
                    <a:cubicBezTo>
                      <a:pt x="1945" y="10769"/>
                      <a:pt x="1947" y="10749"/>
                      <a:pt x="1949" y="10729"/>
                    </a:cubicBezTo>
                    <a:cubicBezTo>
                      <a:pt x="1952" y="10708"/>
                      <a:pt x="1954" y="10688"/>
                      <a:pt x="1956" y="10667"/>
                    </a:cubicBezTo>
                    <a:cubicBezTo>
                      <a:pt x="1957" y="10656"/>
                      <a:pt x="1957" y="10656"/>
                      <a:pt x="1963" y="10604"/>
                    </a:cubicBezTo>
                    <a:cubicBezTo>
                      <a:pt x="1969" y="10553"/>
                      <a:pt x="1975" y="10501"/>
                      <a:pt x="1980" y="10450"/>
                    </a:cubicBezTo>
                    <a:cubicBezTo>
                      <a:pt x="2016" y="10450"/>
                      <a:pt x="2053" y="10450"/>
                      <a:pt x="2090" y="10450"/>
                    </a:cubicBezTo>
                    <a:cubicBezTo>
                      <a:pt x="2090" y="10305"/>
                      <a:pt x="2090" y="10160"/>
                      <a:pt x="2090" y="10010"/>
                    </a:cubicBezTo>
                    <a:cubicBezTo>
                      <a:pt x="2126" y="10010"/>
                      <a:pt x="2163" y="10010"/>
                      <a:pt x="2200" y="10010"/>
                    </a:cubicBezTo>
                    <a:cubicBezTo>
                      <a:pt x="2200" y="9901"/>
                      <a:pt x="2200" y="9792"/>
                      <a:pt x="2200" y="9680"/>
                    </a:cubicBezTo>
                    <a:cubicBezTo>
                      <a:pt x="2236" y="9680"/>
                      <a:pt x="2273" y="9680"/>
                      <a:pt x="2310" y="9680"/>
                    </a:cubicBezTo>
                    <a:cubicBezTo>
                      <a:pt x="2310" y="9535"/>
                      <a:pt x="2310" y="9390"/>
                      <a:pt x="2310" y="9240"/>
                    </a:cubicBezTo>
                    <a:cubicBezTo>
                      <a:pt x="2346" y="9240"/>
                      <a:pt x="2383" y="9240"/>
                      <a:pt x="2420" y="9240"/>
                    </a:cubicBezTo>
                    <a:cubicBezTo>
                      <a:pt x="2420" y="9131"/>
                      <a:pt x="2420" y="9022"/>
                      <a:pt x="2420" y="8910"/>
                    </a:cubicBezTo>
                    <a:cubicBezTo>
                      <a:pt x="2456" y="8910"/>
                      <a:pt x="2493" y="8910"/>
                      <a:pt x="2530" y="8910"/>
                    </a:cubicBezTo>
                    <a:cubicBezTo>
                      <a:pt x="2530" y="8765"/>
                      <a:pt x="2530" y="8620"/>
                      <a:pt x="2530" y="8470"/>
                    </a:cubicBezTo>
                    <a:cubicBezTo>
                      <a:pt x="2566" y="8470"/>
                      <a:pt x="2603" y="8470"/>
                      <a:pt x="2640" y="8470"/>
                    </a:cubicBezTo>
                    <a:cubicBezTo>
                      <a:pt x="2640" y="8325"/>
                      <a:pt x="2640" y="8180"/>
                      <a:pt x="2640" y="8030"/>
                    </a:cubicBezTo>
                    <a:cubicBezTo>
                      <a:pt x="2676" y="8030"/>
                      <a:pt x="2713" y="8030"/>
                      <a:pt x="2750" y="8030"/>
                    </a:cubicBezTo>
                    <a:cubicBezTo>
                      <a:pt x="2749" y="8015"/>
                      <a:pt x="2747" y="7999"/>
                      <a:pt x="2746" y="7983"/>
                    </a:cubicBezTo>
                    <a:cubicBezTo>
                      <a:pt x="2736" y="7764"/>
                      <a:pt x="2793" y="7577"/>
                      <a:pt x="2860" y="7370"/>
                    </a:cubicBezTo>
                    <a:cubicBezTo>
                      <a:pt x="2896" y="7370"/>
                      <a:pt x="2933" y="7370"/>
                      <a:pt x="2970" y="7370"/>
                    </a:cubicBezTo>
                    <a:cubicBezTo>
                      <a:pt x="2970" y="7225"/>
                      <a:pt x="2970" y="7080"/>
                      <a:pt x="2970" y="6930"/>
                    </a:cubicBezTo>
                    <a:cubicBezTo>
                      <a:pt x="3006" y="6930"/>
                      <a:pt x="3043" y="6930"/>
                      <a:pt x="3080" y="6930"/>
                    </a:cubicBezTo>
                    <a:cubicBezTo>
                      <a:pt x="3080" y="6821"/>
                      <a:pt x="3080" y="6712"/>
                      <a:pt x="3080" y="6600"/>
                    </a:cubicBezTo>
                    <a:cubicBezTo>
                      <a:pt x="3116" y="6600"/>
                      <a:pt x="3153" y="6600"/>
                      <a:pt x="3190" y="6600"/>
                    </a:cubicBezTo>
                    <a:cubicBezTo>
                      <a:pt x="3190" y="6455"/>
                      <a:pt x="3190" y="6310"/>
                      <a:pt x="3190" y="6160"/>
                    </a:cubicBezTo>
                    <a:cubicBezTo>
                      <a:pt x="3226" y="6160"/>
                      <a:pt x="3263" y="6160"/>
                      <a:pt x="3300" y="6160"/>
                    </a:cubicBezTo>
                    <a:cubicBezTo>
                      <a:pt x="3299" y="6137"/>
                      <a:pt x="3297" y="6113"/>
                      <a:pt x="3296" y="6089"/>
                    </a:cubicBezTo>
                    <a:cubicBezTo>
                      <a:pt x="3287" y="5838"/>
                      <a:pt x="3329" y="5628"/>
                      <a:pt x="3410" y="5390"/>
                    </a:cubicBezTo>
                    <a:cubicBezTo>
                      <a:pt x="3446" y="5390"/>
                      <a:pt x="3483" y="5390"/>
                      <a:pt x="3520" y="5390"/>
                    </a:cubicBezTo>
                    <a:cubicBezTo>
                      <a:pt x="3520" y="5281"/>
                      <a:pt x="3520" y="5172"/>
                      <a:pt x="3520" y="5060"/>
                    </a:cubicBezTo>
                    <a:cubicBezTo>
                      <a:pt x="3556" y="5060"/>
                      <a:pt x="3593" y="5060"/>
                      <a:pt x="3630" y="5060"/>
                    </a:cubicBezTo>
                    <a:cubicBezTo>
                      <a:pt x="3630" y="4915"/>
                      <a:pt x="3630" y="4770"/>
                      <a:pt x="3630" y="4620"/>
                    </a:cubicBezTo>
                    <a:cubicBezTo>
                      <a:pt x="3666" y="4620"/>
                      <a:pt x="3703" y="4620"/>
                      <a:pt x="3740" y="4620"/>
                    </a:cubicBezTo>
                    <a:cubicBezTo>
                      <a:pt x="3740" y="4475"/>
                      <a:pt x="3740" y="4330"/>
                      <a:pt x="3740" y="4180"/>
                    </a:cubicBezTo>
                    <a:cubicBezTo>
                      <a:pt x="3776" y="4180"/>
                      <a:pt x="3813" y="4180"/>
                      <a:pt x="3850" y="4180"/>
                    </a:cubicBezTo>
                    <a:cubicBezTo>
                      <a:pt x="3850" y="4071"/>
                      <a:pt x="3850" y="3962"/>
                      <a:pt x="3850" y="3850"/>
                    </a:cubicBezTo>
                    <a:cubicBezTo>
                      <a:pt x="3886" y="3850"/>
                      <a:pt x="3923" y="3850"/>
                      <a:pt x="3960" y="3850"/>
                    </a:cubicBezTo>
                    <a:cubicBezTo>
                      <a:pt x="3960" y="3705"/>
                      <a:pt x="3960" y="3560"/>
                      <a:pt x="3960" y="3410"/>
                    </a:cubicBezTo>
                    <a:cubicBezTo>
                      <a:pt x="3996" y="3410"/>
                      <a:pt x="4033" y="3410"/>
                      <a:pt x="4070" y="3410"/>
                    </a:cubicBezTo>
                    <a:cubicBezTo>
                      <a:pt x="4070" y="3301"/>
                      <a:pt x="4070" y="3192"/>
                      <a:pt x="4070" y="3080"/>
                    </a:cubicBezTo>
                    <a:cubicBezTo>
                      <a:pt x="4106" y="3080"/>
                      <a:pt x="4143" y="3080"/>
                      <a:pt x="4180" y="3080"/>
                    </a:cubicBezTo>
                    <a:cubicBezTo>
                      <a:pt x="4180" y="2971"/>
                      <a:pt x="4180" y="2862"/>
                      <a:pt x="4180" y="2750"/>
                    </a:cubicBezTo>
                    <a:cubicBezTo>
                      <a:pt x="4216" y="2750"/>
                      <a:pt x="4253" y="2750"/>
                      <a:pt x="4290" y="2750"/>
                    </a:cubicBezTo>
                    <a:cubicBezTo>
                      <a:pt x="4290" y="2605"/>
                      <a:pt x="4290" y="2460"/>
                      <a:pt x="4290" y="2310"/>
                    </a:cubicBezTo>
                    <a:cubicBezTo>
                      <a:pt x="4326" y="2310"/>
                      <a:pt x="4363" y="2310"/>
                      <a:pt x="4400" y="2310"/>
                    </a:cubicBezTo>
                    <a:cubicBezTo>
                      <a:pt x="4400" y="2165"/>
                      <a:pt x="4400" y="2020"/>
                      <a:pt x="4400" y="1870"/>
                    </a:cubicBezTo>
                    <a:cubicBezTo>
                      <a:pt x="4436" y="1870"/>
                      <a:pt x="4473" y="1870"/>
                      <a:pt x="4510" y="1870"/>
                    </a:cubicBezTo>
                    <a:cubicBezTo>
                      <a:pt x="4510" y="1725"/>
                      <a:pt x="4510" y="1580"/>
                      <a:pt x="4510" y="1430"/>
                    </a:cubicBezTo>
                    <a:cubicBezTo>
                      <a:pt x="4546" y="1430"/>
                      <a:pt x="4583" y="1430"/>
                      <a:pt x="4620" y="1430"/>
                    </a:cubicBezTo>
                    <a:cubicBezTo>
                      <a:pt x="4620" y="1321"/>
                      <a:pt x="4620" y="1212"/>
                      <a:pt x="4620" y="1100"/>
                    </a:cubicBezTo>
                    <a:cubicBezTo>
                      <a:pt x="4656" y="1100"/>
                      <a:pt x="4693" y="1100"/>
                      <a:pt x="4730" y="1100"/>
                    </a:cubicBezTo>
                    <a:cubicBezTo>
                      <a:pt x="4730" y="991"/>
                      <a:pt x="4730" y="882"/>
                      <a:pt x="4730" y="770"/>
                    </a:cubicBezTo>
                    <a:cubicBezTo>
                      <a:pt x="4766" y="770"/>
                      <a:pt x="4803" y="770"/>
                      <a:pt x="4840" y="770"/>
                    </a:cubicBezTo>
                    <a:cubicBezTo>
                      <a:pt x="4840" y="625"/>
                      <a:pt x="4840" y="480"/>
                      <a:pt x="4840" y="330"/>
                    </a:cubicBezTo>
                    <a:cubicBezTo>
                      <a:pt x="4876" y="330"/>
                      <a:pt x="4913" y="330"/>
                      <a:pt x="4950" y="330"/>
                    </a:cubicBezTo>
                    <a:cubicBezTo>
                      <a:pt x="4950" y="294"/>
                      <a:pt x="4950" y="257"/>
                      <a:pt x="4950" y="220"/>
                    </a:cubicBezTo>
                    <a:cubicBezTo>
                      <a:pt x="4986" y="220"/>
                      <a:pt x="5023" y="220"/>
                      <a:pt x="5060" y="220"/>
                    </a:cubicBezTo>
                    <a:cubicBezTo>
                      <a:pt x="5060" y="184"/>
                      <a:pt x="5060" y="147"/>
                      <a:pt x="5060" y="110"/>
                    </a:cubicBezTo>
                    <a:cubicBezTo>
                      <a:pt x="5133" y="110"/>
                      <a:pt x="5205" y="110"/>
                      <a:pt x="5280" y="110"/>
                    </a:cubicBezTo>
                    <a:cubicBezTo>
                      <a:pt x="5280" y="74"/>
                      <a:pt x="5280" y="37"/>
                      <a:pt x="5280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98" cap="flat">
                <a:noFill/>
              </a:ln>
            </p:spPr>
          </p:sp>
          <p:sp>
            <p:nvSpPr>
              <p:cNvPr id="724" name="ICON_SKILL_SCRIPT_path_002"/>
              <p:cNvSpPr/>
              <p:nvPr/>
            </p:nvSpPr>
            <p:spPr>
              <a:xfrm>
                <a:off x="6362573" y="1784509"/>
                <a:ext cx="89408" cy="155067"/>
              </a:xfrm>
              <a:custGeom>
                <a:avLst/>
                <a:gdLst/>
                <a:ahLst/>
                <a:cxnLst/>
                <a:rect l="0" t="0" r="r" b="b"/>
                <a:pathLst>
                  <a:path w="7040" h="12210" fill="norm" stroke="0">
                    <a:moveTo>
                      <a:pt x="5940" y="0"/>
                    </a:moveTo>
                    <a:cubicBezTo>
                      <a:pt x="6085" y="0"/>
                      <a:pt x="6230" y="0"/>
                      <a:pt x="6380" y="0"/>
                    </a:cubicBezTo>
                    <a:cubicBezTo>
                      <a:pt x="6380" y="36"/>
                      <a:pt x="6380" y="73"/>
                      <a:pt x="6380" y="110"/>
                    </a:cubicBezTo>
                    <a:cubicBezTo>
                      <a:pt x="6416" y="110"/>
                      <a:pt x="6453" y="110"/>
                      <a:pt x="6490" y="110"/>
                    </a:cubicBezTo>
                    <a:cubicBezTo>
                      <a:pt x="6490" y="146"/>
                      <a:pt x="6490" y="183"/>
                      <a:pt x="6490" y="220"/>
                    </a:cubicBezTo>
                    <a:cubicBezTo>
                      <a:pt x="6526" y="220"/>
                      <a:pt x="6563" y="220"/>
                      <a:pt x="6600" y="220"/>
                    </a:cubicBezTo>
                    <a:cubicBezTo>
                      <a:pt x="6600" y="256"/>
                      <a:pt x="6600" y="293"/>
                      <a:pt x="6600" y="330"/>
                    </a:cubicBezTo>
                    <a:cubicBezTo>
                      <a:pt x="6636" y="330"/>
                      <a:pt x="6673" y="330"/>
                      <a:pt x="6710" y="330"/>
                    </a:cubicBezTo>
                    <a:cubicBezTo>
                      <a:pt x="6710" y="366"/>
                      <a:pt x="6710" y="403"/>
                      <a:pt x="6710" y="440"/>
                    </a:cubicBezTo>
                    <a:cubicBezTo>
                      <a:pt x="6746" y="440"/>
                      <a:pt x="6783" y="440"/>
                      <a:pt x="6820" y="440"/>
                    </a:cubicBezTo>
                    <a:cubicBezTo>
                      <a:pt x="6820" y="476"/>
                      <a:pt x="6820" y="513"/>
                      <a:pt x="6820" y="550"/>
                    </a:cubicBezTo>
                    <a:cubicBezTo>
                      <a:pt x="6856" y="550"/>
                      <a:pt x="6893" y="550"/>
                      <a:pt x="6930" y="550"/>
                    </a:cubicBezTo>
                    <a:cubicBezTo>
                      <a:pt x="6930" y="586"/>
                      <a:pt x="6930" y="623"/>
                      <a:pt x="6930" y="660"/>
                    </a:cubicBezTo>
                    <a:cubicBezTo>
                      <a:pt x="6966" y="660"/>
                      <a:pt x="7003" y="660"/>
                      <a:pt x="7040" y="660"/>
                    </a:cubicBezTo>
                    <a:cubicBezTo>
                      <a:pt x="7040" y="769"/>
                      <a:pt x="7040" y="878"/>
                      <a:pt x="7040" y="990"/>
                    </a:cubicBezTo>
                    <a:cubicBezTo>
                      <a:pt x="7004" y="990"/>
                      <a:pt x="6967" y="990"/>
                      <a:pt x="6930" y="990"/>
                    </a:cubicBezTo>
                    <a:cubicBezTo>
                      <a:pt x="6930" y="1026"/>
                      <a:pt x="6930" y="1063"/>
                      <a:pt x="6930" y="1100"/>
                    </a:cubicBezTo>
                    <a:cubicBezTo>
                      <a:pt x="6894" y="1100"/>
                      <a:pt x="6857" y="1100"/>
                      <a:pt x="6820" y="1100"/>
                    </a:cubicBezTo>
                    <a:cubicBezTo>
                      <a:pt x="6820" y="1136"/>
                      <a:pt x="6820" y="1173"/>
                      <a:pt x="6820" y="1210"/>
                    </a:cubicBezTo>
                    <a:cubicBezTo>
                      <a:pt x="6784" y="1210"/>
                      <a:pt x="6747" y="1210"/>
                      <a:pt x="6710" y="1210"/>
                    </a:cubicBezTo>
                    <a:cubicBezTo>
                      <a:pt x="6710" y="1246"/>
                      <a:pt x="6710" y="1283"/>
                      <a:pt x="6710" y="1320"/>
                    </a:cubicBezTo>
                    <a:cubicBezTo>
                      <a:pt x="6674" y="1320"/>
                      <a:pt x="6637" y="1320"/>
                      <a:pt x="6600" y="1320"/>
                    </a:cubicBezTo>
                    <a:cubicBezTo>
                      <a:pt x="6600" y="1356"/>
                      <a:pt x="6600" y="1393"/>
                      <a:pt x="6600" y="1430"/>
                    </a:cubicBezTo>
                    <a:cubicBezTo>
                      <a:pt x="6564" y="1430"/>
                      <a:pt x="6527" y="1430"/>
                      <a:pt x="6490" y="1430"/>
                    </a:cubicBezTo>
                    <a:cubicBezTo>
                      <a:pt x="6490" y="1466"/>
                      <a:pt x="6490" y="1503"/>
                      <a:pt x="6490" y="1540"/>
                    </a:cubicBezTo>
                    <a:cubicBezTo>
                      <a:pt x="6454" y="1540"/>
                      <a:pt x="6417" y="1540"/>
                      <a:pt x="6380" y="1540"/>
                    </a:cubicBezTo>
                    <a:cubicBezTo>
                      <a:pt x="6380" y="1576"/>
                      <a:pt x="6380" y="1613"/>
                      <a:pt x="6380" y="1650"/>
                    </a:cubicBezTo>
                    <a:cubicBezTo>
                      <a:pt x="6344" y="1650"/>
                      <a:pt x="6307" y="1650"/>
                      <a:pt x="6270" y="1650"/>
                    </a:cubicBezTo>
                    <a:cubicBezTo>
                      <a:pt x="6270" y="1686"/>
                      <a:pt x="6270" y="1723"/>
                      <a:pt x="6270" y="1760"/>
                    </a:cubicBezTo>
                    <a:cubicBezTo>
                      <a:pt x="6234" y="1760"/>
                      <a:pt x="6197" y="1760"/>
                      <a:pt x="6160" y="1760"/>
                    </a:cubicBezTo>
                    <a:cubicBezTo>
                      <a:pt x="6160" y="1796"/>
                      <a:pt x="6160" y="1833"/>
                      <a:pt x="6160" y="1870"/>
                    </a:cubicBezTo>
                    <a:cubicBezTo>
                      <a:pt x="6124" y="1870"/>
                      <a:pt x="6087" y="1870"/>
                      <a:pt x="6050" y="1870"/>
                    </a:cubicBezTo>
                    <a:cubicBezTo>
                      <a:pt x="6050" y="1906"/>
                      <a:pt x="6050" y="1943"/>
                      <a:pt x="6050" y="1980"/>
                    </a:cubicBezTo>
                    <a:cubicBezTo>
                      <a:pt x="6014" y="1980"/>
                      <a:pt x="5977" y="1980"/>
                      <a:pt x="5940" y="1980"/>
                    </a:cubicBezTo>
                    <a:cubicBezTo>
                      <a:pt x="5940" y="2016"/>
                      <a:pt x="5940" y="2053"/>
                      <a:pt x="5940" y="2090"/>
                    </a:cubicBezTo>
                    <a:cubicBezTo>
                      <a:pt x="5904" y="2090"/>
                      <a:pt x="5867" y="2090"/>
                      <a:pt x="5830" y="2090"/>
                    </a:cubicBezTo>
                    <a:cubicBezTo>
                      <a:pt x="5830" y="2126"/>
                      <a:pt x="5830" y="2163"/>
                      <a:pt x="5830" y="2200"/>
                    </a:cubicBezTo>
                    <a:cubicBezTo>
                      <a:pt x="5794" y="2200"/>
                      <a:pt x="5757" y="2200"/>
                      <a:pt x="5720" y="2200"/>
                    </a:cubicBezTo>
                    <a:cubicBezTo>
                      <a:pt x="5720" y="2236"/>
                      <a:pt x="5720" y="2273"/>
                      <a:pt x="5720" y="2310"/>
                    </a:cubicBezTo>
                    <a:cubicBezTo>
                      <a:pt x="5684" y="2310"/>
                      <a:pt x="5647" y="2310"/>
                      <a:pt x="5610" y="2310"/>
                    </a:cubicBezTo>
                    <a:cubicBezTo>
                      <a:pt x="5610" y="2346"/>
                      <a:pt x="5610" y="2383"/>
                      <a:pt x="5610" y="2420"/>
                    </a:cubicBezTo>
                    <a:cubicBezTo>
                      <a:pt x="5574" y="2420"/>
                      <a:pt x="5537" y="2420"/>
                      <a:pt x="5500" y="2420"/>
                    </a:cubicBezTo>
                    <a:cubicBezTo>
                      <a:pt x="5500" y="2456"/>
                      <a:pt x="5500" y="2493"/>
                      <a:pt x="5500" y="2530"/>
                    </a:cubicBezTo>
                    <a:cubicBezTo>
                      <a:pt x="5464" y="2530"/>
                      <a:pt x="5427" y="2530"/>
                      <a:pt x="5390" y="2530"/>
                    </a:cubicBezTo>
                    <a:cubicBezTo>
                      <a:pt x="5390" y="2566"/>
                      <a:pt x="5390" y="2603"/>
                      <a:pt x="5390" y="2640"/>
                    </a:cubicBezTo>
                    <a:cubicBezTo>
                      <a:pt x="5354" y="2640"/>
                      <a:pt x="5317" y="2640"/>
                      <a:pt x="5280" y="2640"/>
                    </a:cubicBezTo>
                    <a:cubicBezTo>
                      <a:pt x="5280" y="2676"/>
                      <a:pt x="5280" y="2713"/>
                      <a:pt x="5280" y="2750"/>
                    </a:cubicBezTo>
                    <a:cubicBezTo>
                      <a:pt x="5244" y="2750"/>
                      <a:pt x="5207" y="2750"/>
                      <a:pt x="5170" y="2750"/>
                    </a:cubicBezTo>
                    <a:cubicBezTo>
                      <a:pt x="5170" y="2786"/>
                      <a:pt x="5170" y="2823"/>
                      <a:pt x="5170" y="2860"/>
                    </a:cubicBezTo>
                    <a:cubicBezTo>
                      <a:pt x="5134" y="2860"/>
                      <a:pt x="5097" y="2860"/>
                      <a:pt x="5060" y="2860"/>
                    </a:cubicBezTo>
                    <a:cubicBezTo>
                      <a:pt x="5060" y="2896"/>
                      <a:pt x="5060" y="2933"/>
                      <a:pt x="5060" y="2970"/>
                    </a:cubicBezTo>
                    <a:cubicBezTo>
                      <a:pt x="5024" y="2970"/>
                      <a:pt x="4987" y="2970"/>
                      <a:pt x="4950" y="2970"/>
                    </a:cubicBezTo>
                    <a:cubicBezTo>
                      <a:pt x="4950" y="3006"/>
                      <a:pt x="4950" y="3043"/>
                      <a:pt x="4950" y="3080"/>
                    </a:cubicBezTo>
                    <a:cubicBezTo>
                      <a:pt x="4914" y="3080"/>
                      <a:pt x="4877" y="3080"/>
                      <a:pt x="4840" y="3080"/>
                    </a:cubicBezTo>
                    <a:cubicBezTo>
                      <a:pt x="4840" y="3116"/>
                      <a:pt x="4840" y="3153"/>
                      <a:pt x="4840" y="3190"/>
                    </a:cubicBezTo>
                    <a:cubicBezTo>
                      <a:pt x="4804" y="3190"/>
                      <a:pt x="4767" y="3190"/>
                      <a:pt x="4730" y="3190"/>
                    </a:cubicBezTo>
                    <a:cubicBezTo>
                      <a:pt x="4730" y="3226"/>
                      <a:pt x="4730" y="3263"/>
                      <a:pt x="4730" y="3300"/>
                    </a:cubicBezTo>
                    <a:cubicBezTo>
                      <a:pt x="4694" y="3300"/>
                      <a:pt x="4657" y="3300"/>
                      <a:pt x="4620" y="3300"/>
                    </a:cubicBezTo>
                    <a:cubicBezTo>
                      <a:pt x="4620" y="3336"/>
                      <a:pt x="4620" y="3373"/>
                      <a:pt x="4620" y="3410"/>
                    </a:cubicBezTo>
                    <a:cubicBezTo>
                      <a:pt x="4584" y="3410"/>
                      <a:pt x="4547" y="3410"/>
                      <a:pt x="4510" y="3410"/>
                    </a:cubicBezTo>
                    <a:cubicBezTo>
                      <a:pt x="4510" y="3446"/>
                      <a:pt x="4510" y="3483"/>
                      <a:pt x="4510" y="3520"/>
                    </a:cubicBezTo>
                    <a:cubicBezTo>
                      <a:pt x="4474" y="3520"/>
                      <a:pt x="4437" y="3520"/>
                      <a:pt x="4400" y="3520"/>
                    </a:cubicBezTo>
                    <a:cubicBezTo>
                      <a:pt x="4400" y="3556"/>
                      <a:pt x="4400" y="3593"/>
                      <a:pt x="4400" y="3630"/>
                    </a:cubicBezTo>
                    <a:cubicBezTo>
                      <a:pt x="4364" y="3630"/>
                      <a:pt x="4327" y="3630"/>
                      <a:pt x="4290" y="3630"/>
                    </a:cubicBezTo>
                    <a:cubicBezTo>
                      <a:pt x="4290" y="3666"/>
                      <a:pt x="4290" y="3703"/>
                      <a:pt x="4290" y="3740"/>
                    </a:cubicBezTo>
                    <a:cubicBezTo>
                      <a:pt x="4254" y="3740"/>
                      <a:pt x="4217" y="3740"/>
                      <a:pt x="4180" y="3740"/>
                    </a:cubicBezTo>
                    <a:cubicBezTo>
                      <a:pt x="4180" y="3776"/>
                      <a:pt x="4180" y="3813"/>
                      <a:pt x="4180" y="3850"/>
                    </a:cubicBezTo>
                    <a:cubicBezTo>
                      <a:pt x="4144" y="3850"/>
                      <a:pt x="4107" y="3850"/>
                      <a:pt x="4070" y="3850"/>
                    </a:cubicBezTo>
                    <a:cubicBezTo>
                      <a:pt x="4070" y="3886"/>
                      <a:pt x="4070" y="3923"/>
                      <a:pt x="4070" y="3960"/>
                    </a:cubicBezTo>
                    <a:cubicBezTo>
                      <a:pt x="4034" y="3960"/>
                      <a:pt x="3997" y="3960"/>
                      <a:pt x="3960" y="3960"/>
                    </a:cubicBezTo>
                    <a:cubicBezTo>
                      <a:pt x="3960" y="3996"/>
                      <a:pt x="3960" y="4033"/>
                      <a:pt x="3960" y="4070"/>
                    </a:cubicBezTo>
                    <a:cubicBezTo>
                      <a:pt x="3924" y="4070"/>
                      <a:pt x="3887" y="4070"/>
                      <a:pt x="3850" y="4070"/>
                    </a:cubicBezTo>
                    <a:cubicBezTo>
                      <a:pt x="3850" y="4106"/>
                      <a:pt x="3850" y="4143"/>
                      <a:pt x="3850" y="4180"/>
                    </a:cubicBezTo>
                    <a:cubicBezTo>
                      <a:pt x="3814" y="4180"/>
                      <a:pt x="3777" y="4180"/>
                      <a:pt x="3740" y="4180"/>
                    </a:cubicBezTo>
                    <a:cubicBezTo>
                      <a:pt x="3740" y="4216"/>
                      <a:pt x="3740" y="4253"/>
                      <a:pt x="3740" y="4290"/>
                    </a:cubicBezTo>
                    <a:cubicBezTo>
                      <a:pt x="3704" y="4290"/>
                      <a:pt x="3667" y="4290"/>
                      <a:pt x="3630" y="4290"/>
                    </a:cubicBezTo>
                    <a:cubicBezTo>
                      <a:pt x="3630" y="4326"/>
                      <a:pt x="3630" y="4363"/>
                      <a:pt x="3630" y="4400"/>
                    </a:cubicBezTo>
                    <a:cubicBezTo>
                      <a:pt x="3594" y="4400"/>
                      <a:pt x="3557" y="4400"/>
                      <a:pt x="3520" y="4400"/>
                    </a:cubicBezTo>
                    <a:cubicBezTo>
                      <a:pt x="3520" y="4436"/>
                      <a:pt x="3520" y="4473"/>
                      <a:pt x="3520" y="4510"/>
                    </a:cubicBezTo>
                    <a:cubicBezTo>
                      <a:pt x="3484" y="4510"/>
                      <a:pt x="3447" y="4510"/>
                      <a:pt x="3410" y="4510"/>
                    </a:cubicBezTo>
                    <a:cubicBezTo>
                      <a:pt x="3410" y="4546"/>
                      <a:pt x="3410" y="4583"/>
                      <a:pt x="3410" y="4620"/>
                    </a:cubicBezTo>
                    <a:cubicBezTo>
                      <a:pt x="3374" y="4620"/>
                      <a:pt x="3337" y="4620"/>
                      <a:pt x="3300" y="4620"/>
                    </a:cubicBezTo>
                    <a:cubicBezTo>
                      <a:pt x="3300" y="4656"/>
                      <a:pt x="3300" y="4693"/>
                      <a:pt x="3300" y="4730"/>
                    </a:cubicBezTo>
                    <a:cubicBezTo>
                      <a:pt x="3264" y="4730"/>
                      <a:pt x="3227" y="4730"/>
                      <a:pt x="3190" y="4730"/>
                    </a:cubicBezTo>
                    <a:cubicBezTo>
                      <a:pt x="3190" y="4766"/>
                      <a:pt x="3190" y="4803"/>
                      <a:pt x="3190" y="4840"/>
                    </a:cubicBezTo>
                    <a:cubicBezTo>
                      <a:pt x="3154" y="4840"/>
                      <a:pt x="3117" y="4840"/>
                      <a:pt x="3080" y="4840"/>
                    </a:cubicBezTo>
                    <a:cubicBezTo>
                      <a:pt x="3080" y="4876"/>
                      <a:pt x="3080" y="4913"/>
                      <a:pt x="3080" y="4950"/>
                    </a:cubicBezTo>
                    <a:cubicBezTo>
                      <a:pt x="3044" y="4950"/>
                      <a:pt x="3007" y="4950"/>
                      <a:pt x="2970" y="4950"/>
                    </a:cubicBezTo>
                    <a:cubicBezTo>
                      <a:pt x="2970" y="4986"/>
                      <a:pt x="2970" y="5023"/>
                      <a:pt x="2970" y="5060"/>
                    </a:cubicBezTo>
                    <a:cubicBezTo>
                      <a:pt x="2934" y="5060"/>
                      <a:pt x="2897" y="5060"/>
                      <a:pt x="2860" y="5060"/>
                    </a:cubicBezTo>
                    <a:cubicBezTo>
                      <a:pt x="2860" y="5096"/>
                      <a:pt x="2860" y="5133"/>
                      <a:pt x="2860" y="5170"/>
                    </a:cubicBezTo>
                    <a:cubicBezTo>
                      <a:pt x="2824" y="5170"/>
                      <a:pt x="2787" y="5170"/>
                      <a:pt x="2750" y="5170"/>
                    </a:cubicBezTo>
                    <a:cubicBezTo>
                      <a:pt x="2750" y="5206"/>
                      <a:pt x="2750" y="5243"/>
                      <a:pt x="2750" y="5280"/>
                    </a:cubicBezTo>
                    <a:cubicBezTo>
                      <a:pt x="2714" y="5280"/>
                      <a:pt x="2677" y="5280"/>
                      <a:pt x="2640" y="5280"/>
                    </a:cubicBezTo>
                    <a:cubicBezTo>
                      <a:pt x="2640" y="5316"/>
                      <a:pt x="2640" y="5353"/>
                      <a:pt x="2640" y="5390"/>
                    </a:cubicBezTo>
                    <a:cubicBezTo>
                      <a:pt x="2604" y="5390"/>
                      <a:pt x="2567" y="5390"/>
                      <a:pt x="2530" y="5390"/>
                    </a:cubicBezTo>
                    <a:cubicBezTo>
                      <a:pt x="2530" y="5426"/>
                      <a:pt x="2530" y="5463"/>
                      <a:pt x="2530" y="5500"/>
                    </a:cubicBezTo>
                    <a:cubicBezTo>
                      <a:pt x="2494" y="5500"/>
                      <a:pt x="2457" y="5500"/>
                      <a:pt x="2420" y="5500"/>
                    </a:cubicBezTo>
                    <a:cubicBezTo>
                      <a:pt x="2420" y="5536"/>
                      <a:pt x="2420" y="5573"/>
                      <a:pt x="2420" y="5610"/>
                    </a:cubicBezTo>
                    <a:cubicBezTo>
                      <a:pt x="2384" y="5610"/>
                      <a:pt x="2347" y="5610"/>
                      <a:pt x="2310" y="5610"/>
                    </a:cubicBezTo>
                    <a:cubicBezTo>
                      <a:pt x="2310" y="5646"/>
                      <a:pt x="2310" y="5683"/>
                      <a:pt x="2310" y="5720"/>
                    </a:cubicBezTo>
                    <a:cubicBezTo>
                      <a:pt x="2274" y="5720"/>
                      <a:pt x="2237" y="5720"/>
                      <a:pt x="2200" y="5720"/>
                    </a:cubicBezTo>
                    <a:cubicBezTo>
                      <a:pt x="2200" y="5756"/>
                      <a:pt x="2200" y="5793"/>
                      <a:pt x="2200" y="5830"/>
                    </a:cubicBezTo>
                    <a:cubicBezTo>
                      <a:pt x="2164" y="5830"/>
                      <a:pt x="2127" y="5830"/>
                      <a:pt x="2090" y="5830"/>
                    </a:cubicBezTo>
                    <a:cubicBezTo>
                      <a:pt x="2090" y="5975"/>
                      <a:pt x="2090" y="6120"/>
                      <a:pt x="2090" y="6270"/>
                    </a:cubicBezTo>
                    <a:cubicBezTo>
                      <a:pt x="2126" y="6270"/>
                      <a:pt x="2163" y="6270"/>
                      <a:pt x="2200" y="6270"/>
                    </a:cubicBezTo>
                    <a:cubicBezTo>
                      <a:pt x="2200" y="6306"/>
                      <a:pt x="2200" y="6343"/>
                      <a:pt x="2200" y="6380"/>
                    </a:cubicBezTo>
                    <a:cubicBezTo>
                      <a:pt x="2236" y="6380"/>
                      <a:pt x="2273" y="6380"/>
                      <a:pt x="2310" y="6380"/>
                    </a:cubicBezTo>
                    <a:cubicBezTo>
                      <a:pt x="2310" y="6416"/>
                      <a:pt x="2310" y="6453"/>
                      <a:pt x="2310" y="6490"/>
                    </a:cubicBezTo>
                    <a:cubicBezTo>
                      <a:pt x="2346" y="6490"/>
                      <a:pt x="2383" y="6490"/>
                      <a:pt x="2420" y="6490"/>
                    </a:cubicBezTo>
                    <a:cubicBezTo>
                      <a:pt x="2420" y="6526"/>
                      <a:pt x="2420" y="6563"/>
                      <a:pt x="2420" y="6600"/>
                    </a:cubicBezTo>
                    <a:cubicBezTo>
                      <a:pt x="2456" y="6600"/>
                      <a:pt x="2493" y="6600"/>
                      <a:pt x="2530" y="6600"/>
                    </a:cubicBezTo>
                    <a:cubicBezTo>
                      <a:pt x="2530" y="6636"/>
                      <a:pt x="2530" y="6673"/>
                      <a:pt x="2530" y="6710"/>
                    </a:cubicBezTo>
                    <a:cubicBezTo>
                      <a:pt x="2566" y="6710"/>
                      <a:pt x="2603" y="6710"/>
                      <a:pt x="2640" y="6710"/>
                    </a:cubicBezTo>
                    <a:cubicBezTo>
                      <a:pt x="2640" y="6746"/>
                      <a:pt x="2640" y="6783"/>
                      <a:pt x="2640" y="6820"/>
                    </a:cubicBezTo>
                    <a:cubicBezTo>
                      <a:pt x="2676" y="6820"/>
                      <a:pt x="2713" y="6820"/>
                      <a:pt x="2750" y="6820"/>
                    </a:cubicBezTo>
                    <a:cubicBezTo>
                      <a:pt x="2750" y="6856"/>
                      <a:pt x="2750" y="6893"/>
                      <a:pt x="2750" y="6930"/>
                    </a:cubicBezTo>
                    <a:cubicBezTo>
                      <a:pt x="2786" y="6930"/>
                      <a:pt x="2823" y="6930"/>
                      <a:pt x="2860" y="6930"/>
                    </a:cubicBezTo>
                    <a:cubicBezTo>
                      <a:pt x="2860" y="6966"/>
                      <a:pt x="2860" y="7003"/>
                      <a:pt x="2860" y="7040"/>
                    </a:cubicBezTo>
                    <a:cubicBezTo>
                      <a:pt x="2896" y="7040"/>
                      <a:pt x="2933" y="7040"/>
                      <a:pt x="2970" y="7040"/>
                    </a:cubicBezTo>
                    <a:cubicBezTo>
                      <a:pt x="2970" y="7076"/>
                      <a:pt x="2970" y="7113"/>
                      <a:pt x="2970" y="7150"/>
                    </a:cubicBezTo>
                    <a:cubicBezTo>
                      <a:pt x="3006" y="7150"/>
                      <a:pt x="3043" y="7150"/>
                      <a:pt x="3080" y="7150"/>
                    </a:cubicBezTo>
                    <a:cubicBezTo>
                      <a:pt x="3080" y="7186"/>
                      <a:pt x="3080" y="7223"/>
                      <a:pt x="3080" y="7260"/>
                    </a:cubicBezTo>
                    <a:cubicBezTo>
                      <a:pt x="3116" y="7260"/>
                      <a:pt x="3153" y="7260"/>
                      <a:pt x="3190" y="7260"/>
                    </a:cubicBezTo>
                    <a:cubicBezTo>
                      <a:pt x="3190" y="7296"/>
                      <a:pt x="3190" y="7333"/>
                      <a:pt x="3190" y="7370"/>
                    </a:cubicBezTo>
                    <a:cubicBezTo>
                      <a:pt x="3226" y="7370"/>
                      <a:pt x="3263" y="7370"/>
                      <a:pt x="3300" y="7370"/>
                    </a:cubicBezTo>
                    <a:cubicBezTo>
                      <a:pt x="3300" y="7406"/>
                      <a:pt x="3300" y="7443"/>
                      <a:pt x="3300" y="7480"/>
                    </a:cubicBezTo>
                    <a:cubicBezTo>
                      <a:pt x="3336" y="7480"/>
                      <a:pt x="3373" y="7480"/>
                      <a:pt x="3410" y="7480"/>
                    </a:cubicBezTo>
                    <a:cubicBezTo>
                      <a:pt x="3410" y="7516"/>
                      <a:pt x="3410" y="7553"/>
                      <a:pt x="3410" y="7590"/>
                    </a:cubicBezTo>
                    <a:cubicBezTo>
                      <a:pt x="3446" y="7590"/>
                      <a:pt x="3483" y="7590"/>
                      <a:pt x="3520" y="7590"/>
                    </a:cubicBezTo>
                    <a:cubicBezTo>
                      <a:pt x="3520" y="7626"/>
                      <a:pt x="3520" y="7663"/>
                      <a:pt x="3520" y="7700"/>
                    </a:cubicBezTo>
                    <a:cubicBezTo>
                      <a:pt x="3556" y="7700"/>
                      <a:pt x="3593" y="7700"/>
                      <a:pt x="3630" y="7700"/>
                    </a:cubicBezTo>
                    <a:cubicBezTo>
                      <a:pt x="3630" y="7736"/>
                      <a:pt x="3630" y="7773"/>
                      <a:pt x="3630" y="7810"/>
                    </a:cubicBezTo>
                    <a:cubicBezTo>
                      <a:pt x="3666" y="7810"/>
                      <a:pt x="3703" y="7810"/>
                      <a:pt x="3740" y="7810"/>
                    </a:cubicBezTo>
                    <a:cubicBezTo>
                      <a:pt x="3740" y="7846"/>
                      <a:pt x="3740" y="7883"/>
                      <a:pt x="3740" y="7920"/>
                    </a:cubicBezTo>
                    <a:cubicBezTo>
                      <a:pt x="3776" y="7920"/>
                      <a:pt x="3813" y="7920"/>
                      <a:pt x="3850" y="7920"/>
                    </a:cubicBezTo>
                    <a:cubicBezTo>
                      <a:pt x="3850" y="7956"/>
                      <a:pt x="3850" y="7993"/>
                      <a:pt x="3850" y="8030"/>
                    </a:cubicBezTo>
                    <a:cubicBezTo>
                      <a:pt x="3886" y="8030"/>
                      <a:pt x="3923" y="8030"/>
                      <a:pt x="3960" y="8030"/>
                    </a:cubicBezTo>
                    <a:cubicBezTo>
                      <a:pt x="3960" y="8066"/>
                      <a:pt x="3960" y="8103"/>
                      <a:pt x="3960" y="8140"/>
                    </a:cubicBezTo>
                    <a:cubicBezTo>
                      <a:pt x="3996" y="8140"/>
                      <a:pt x="4033" y="8140"/>
                      <a:pt x="4070" y="8140"/>
                    </a:cubicBezTo>
                    <a:cubicBezTo>
                      <a:pt x="4070" y="8176"/>
                      <a:pt x="4070" y="8213"/>
                      <a:pt x="4070" y="8250"/>
                    </a:cubicBezTo>
                    <a:cubicBezTo>
                      <a:pt x="4106" y="8250"/>
                      <a:pt x="4143" y="8250"/>
                      <a:pt x="4180" y="8250"/>
                    </a:cubicBezTo>
                    <a:cubicBezTo>
                      <a:pt x="4180" y="8286"/>
                      <a:pt x="4180" y="8323"/>
                      <a:pt x="4180" y="8360"/>
                    </a:cubicBezTo>
                    <a:cubicBezTo>
                      <a:pt x="4216" y="8360"/>
                      <a:pt x="4253" y="8360"/>
                      <a:pt x="4290" y="8360"/>
                    </a:cubicBezTo>
                    <a:cubicBezTo>
                      <a:pt x="4290" y="8396"/>
                      <a:pt x="4290" y="8433"/>
                      <a:pt x="4290" y="8470"/>
                    </a:cubicBezTo>
                    <a:cubicBezTo>
                      <a:pt x="4326" y="8470"/>
                      <a:pt x="4363" y="8470"/>
                      <a:pt x="4400" y="8470"/>
                    </a:cubicBezTo>
                    <a:cubicBezTo>
                      <a:pt x="4400" y="8506"/>
                      <a:pt x="4400" y="8543"/>
                      <a:pt x="4400" y="8580"/>
                    </a:cubicBezTo>
                    <a:cubicBezTo>
                      <a:pt x="4436" y="8580"/>
                      <a:pt x="4473" y="8580"/>
                      <a:pt x="4510" y="8580"/>
                    </a:cubicBezTo>
                    <a:cubicBezTo>
                      <a:pt x="4510" y="8616"/>
                      <a:pt x="4510" y="8653"/>
                      <a:pt x="4510" y="8690"/>
                    </a:cubicBezTo>
                    <a:cubicBezTo>
                      <a:pt x="4546" y="8690"/>
                      <a:pt x="4583" y="8690"/>
                      <a:pt x="4620" y="8690"/>
                    </a:cubicBezTo>
                    <a:cubicBezTo>
                      <a:pt x="4620" y="8726"/>
                      <a:pt x="4620" y="8763"/>
                      <a:pt x="4620" y="8800"/>
                    </a:cubicBezTo>
                    <a:cubicBezTo>
                      <a:pt x="4656" y="8800"/>
                      <a:pt x="4693" y="8800"/>
                      <a:pt x="4730" y="8800"/>
                    </a:cubicBezTo>
                    <a:cubicBezTo>
                      <a:pt x="4730" y="8836"/>
                      <a:pt x="4730" y="8873"/>
                      <a:pt x="4730" y="8910"/>
                    </a:cubicBezTo>
                    <a:cubicBezTo>
                      <a:pt x="4766" y="8910"/>
                      <a:pt x="4803" y="8910"/>
                      <a:pt x="4840" y="8910"/>
                    </a:cubicBezTo>
                    <a:cubicBezTo>
                      <a:pt x="4840" y="8946"/>
                      <a:pt x="4840" y="8983"/>
                      <a:pt x="4840" y="9020"/>
                    </a:cubicBezTo>
                    <a:cubicBezTo>
                      <a:pt x="4876" y="9020"/>
                      <a:pt x="4913" y="9020"/>
                      <a:pt x="4950" y="9020"/>
                    </a:cubicBezTo>
                    <a:cubicBezTo>
                      <a:pt x="4950" y="9056"/>
                      <a:pt x="4950" y="9093"/>
                      <a:pt x="4950" y="9130"/>
                    </a:cubicBezTo>
                    <a:cubicBezTo>
                      <a:pt x="4986" y="9130"/>
                      <a:pt x="5023" y="9130"/>
                      <a:pt x="5060" y="9130"/>
                    </a:cubicBezTo>
                    <a:cubicBezTo>
                      <a:pt x="5060" y="9166"/>
                      <a:pt x="5060" y="9203"/>
                      <a:pt x="5060" y="9240"/>
                    </a:cubicBezTo>
                    <a:cubicBezTo>
                      <a:pt x="5096" y="9240"/>
                      <a:pt x="5133" y="9240"/>
                      <a:pt x="5170" y="9240"/>
                    </a:cubicBezTo>
                    <a:cubicBezTo>
                      <a:pt x="5170" y="9276"/>
                      <a:pt x="5170" y="9313"/>
                      <a:pt x="5170" y="9350"/>
                    </a:cubicBezTo>
                    <a:cubicBezTo>
                      <a:pt x="5206" y="9350"/>
                      <a:pt x="5243" y="9350"/>
                      <a:pt x="5280" y="9350"/>
                    </a:cubicBezTo>
                    <a:cubicBezTo>
                      <a:pt x="5280" y="9386"/>
                      <a:pt x="5280" y="9423"/>
                      <a:pt x="5280" y="9460"/>
                    </a:cubicBezTo>
                    <a:cubicBezTo>
                      <a:pt x="5316" y="9460"/>
                      <a:pt x="5353" y="9460"/>
                      <a:pt x="5390" y="9460"/>
                    </a:cubicBezTo>
                    <a:cubicBezTo>
                      <a:pt x="5390" y="9496"/>
                      <a:pt x="5390" y="9533"/>
                      <a:pt x="5390" y="9570"/>
                    </a:cubicBezTo>
                    <a:cubicBezTo>
                      <a:pt x="5426" y="9570"/>
                      <a:pt x="5463" y="9570"/>
                      <a:pt x="5500" y="9570"/>
                    </a:cubicBezTo>
                    <a:cubicBezTo>
                      <a:pt x="5500" y="9606"/>
                      <a:pt x="5500" y="9643"/>
                      <a:pt x="5500" y="9680"/>
                    </a:cubicBezTo>
                    <a:cubicBezTo>
                      <a:pt x="5536" y="9680"/>
                      <a:pt x="5573" y="9680"/>
                      <a:pt x="5610" y="9680"/>
                    </a:cubicBezTo>
                    <a:cubicBezTo>
                      <a:pt x="5610" y="9716"/>
                      <a:pt x="5610" y="9753"/>
                      <a:pt x="5610" y="9790"/>
                    </a:cubicBezTo>
                    <a:cubicBezTo>
                      <a:pt x="5646" y="9790"/>
                      <a:pt x="5683" y="9790"/>
                      <a:pt x="5720" y="9790"/>
                    </a:cubicBezTo>
                    <a:cubicBezTo>
                      <a:pt x="5720" y="9826"/>
                      <a:pt x="5720" y="9863"/>
                      <a:pt x="5720" y="9900"/>
                    </a:cubicBezTo>
                    <a:cubicBezTo>
                      <a:pt x="5756" y="9900"/>
                      <a:pt x="5793" y="9900"/>
                      <a:pt x="5830" y="9900"/>
                    </a:cubicBezTo>
                    <a:cubicBezTo>
                      <a:pt x="5830" y="9936"/>
                      <a:pt x="5830" y="9973"/>
                      <a:pt x="5830" y="10010"/>
                    </a:cubicBezTo>
                    <a:cubicBezTo>
                      <a:pt x="5866" y="10010"/>
                      <a:pt x="5903" y="10010"/>
                      <a:pt x="5940" y="10010"/>
                    </a:cubicBezTo>
                    <a:cubicBezTo>
                      <a:pt x="5940" y="10046"/>
                      <a:pt x="5940" y="10083"/>
                      <a:pt x="5940" y="10120"/>
                    </a:cubicBezTo>
                    <a:cubicBezTo>
                      <a:pt x="5976" y="10120"/>
                      <a:pt x="6013" y="10120"/>
                      <a:pt x="6050" y="10120"/>
                    </a:cubicBezTo>
                    <a:cubicBezTo>
                      <a:pt x="6050" y="10156"/>
                      <a:pt x="6050" y="10193"/>
                      <a:pt x="6050" y="10230"/>
                    </a:cubicBezTo>
                    <a:cubicBezTo>
                      <a:pt x="6086" y="10230"/>
                      <a:pt x="6123" y="10230"/>
                      <a:pt x="6160" y="10230"/>
                    </a:cubicBezTo>
                    <a:cubicBezTo>
                      <a:pt x="6160" y="10266"/>
                      <a:pt x="6160" y="10303"/>
                      <a:pt x="6160" y="10340"/>
                    </a:cubicBezTo>
                    <a:cubicBezTo>
                      <a:pt x="6196" y="10340"/>
                      <a:pt x="6233" y="10340"/>
                      <a:pt x="6270" y="10340"/>
                    </a:cubicBezTo>
                    <a:cubicBezTo>
                      <a:pt x="6270" y="10376"/>
                      <a:pt x="6270" y="10413"/>
                      <a:pt x="6270" y="10450"/>
                    </a:cubicBezTo>
                    <a:cubicBezTo>
                      <a:pt x="6306" y="10450"/>
                      <a:pt x="6343" y="10450"/>
                      <a:pt x="6380" y="10450"/>
                    </a:cubicBezTo>
                    <a:cubicBezTo>
                      <a:pt x="6380" y="10486"/>
                      <a:pt x="6380" y="10523"/>
                      <a:pt x="6380" y="10560"/>
                    </a:cubicBezTo>
                    <a:cubicBezTo>
                      <a:pt x="6416" y="10560"/>
                      <a:pt x="6453" y="10560"/>
                      <a:pt x="6490" y="10560"/>
                    </a:cubicBezTo>
                    <a:cubicBezTo>
                      <a:pt x="6490" y="10596"/>
                      <a:pt x="6490" y="10633"/>
                      <a:pt x="6490" y="10670"/>
                    </a:cubicBezTo>
                    <a:cubicBezTo>
                      <a:pt x="6526" y="10670"/>
                      <a:pt x="6563" y="10670"/>
                      <a:pt x="6600" y="10670"/>
                    </a:cubicBezTo>
                    <a:cubicBezTo>
                      <a:pt x="6600" y="10706"/>
                      <a:pt x="6600" y="10743"/>
                      <a:pt x="6600" y="10780"/>
                    </a:cubicBezTo>
                    <a:cubicBezTo>
                      <a:pt x="6636" y="10780"/>
                      <a:pt x="6673" y="10780"/>
                      <a:pt x="6710" y="10780"/>
                    </a:cubicBezTo>
                    <a:cubicBezTo>
                      <a:pt x="6710" y="10816"/>
                      <a:pt x="6710" y="10853"/>
                      <a:pt x="6710" y="10890"/>
                    </a:cubicBezTo>
                    <a:cubicBezTo>
                      <a:pt x="6746" y="10890"/>
                      <a:pt x="6783" y="10890"/>
                      <a:pt x="6820" y="10890"/>
                    </a:cubicBezTo>
                    <a:cubicBezTo>
                      <a:pt x="6820" y="10926"/>
                      <a:pt x="6820" y="10963"/>
                      <a:pt x="6820" y="11000"/>
                    </a:cubicBezTo>
                    <a:cubicBezTo>
                      <a:pt x="6856" y="11000"/>
                      <a:pt x="6893" y="11000"/>
                      <a:pt x="6930" y="11000"/>
                    </a:cubicBezTo>
                    <a:cubicBezTo>
                      <a:pt x="6930" y="11073"/>
                      <a:pt x="6930" y="11145"/>
                      <a:pt x="6930" y="11220"/>
                    </a:cubicBezTo>
                    <a:cubicBezTo>
                      <a:pt x="6966" y="11220"/>
                      <a:pt x="7003" y="11220"/>
                      <a:pt x="7040" y="11220"/>
                    </a:cubicBezTo>
                    <a:cubicBezTo>
                      <a:pt x="7040" y="11329"/>
                      <a:pt x="7040" y="11438"/>
                      <a:pt x="7040" y="11550"/>
                    </a:cubicBezTo>
                    <a:cubicBezTo>
                      <a:pt x="7004" y="11550"/>
                      <a:pt x="6967" y="11550"/>
                      <a:pt x="6930" y="11550"/>
                    </a:cubicBezTo>
                    <a:cubicBezTo>
                      <a:pt x="6930" y="11586"/>
                      <a:pt x="6930" y="11623"/>
                      <a:pt x="6930" y="11660"/>
                    </a:cubicBezTo>
                    <a:cubicBezTo>
                      <a:pt x="6894" y="11660"/>
                      <a:pt x="6857" y="11660"/>
                      <a:pt x="6820" y="11660"/>
                    </a:cubicBezTo>
                    <a:cubicBezTo>
                      <a:pt x="6820" y="11696"/>
                      <a:pt x="6820" y="11733"/>
                      <a:pt x="6820" y="11770"/>
                    </a:cubicBezTo>
                    <a:cubicBezTo>
                      <a:pt x="6784" y="11770"/>
                      <a:pt x="6747" y="11770"/>
                      <a:pt x="6710" y="11770"/>
                    </a:cubicBezTo>
                    <a:cubicBezTo>
                      <a:pt x="6710" y="11806"/>
                      <a:pt x="6710" y="11843"/>
                      <a:pt x="6710" y="11880"/>
                    </a:cubicBezTo>
                    <a:cubicBezTo>
                      <a:pt x="6674" y="11880"/>
                      <a:pt x="6637" y="11880"/>
                      <a:pt x="6600" y="11880"/>
                    </a:cubicBezTo>
                    <a:cubicBezTo>
                      <a:pt x="6600" y="11916"/>
                      <a:pt x="6600" y="11953"/>
                      <a:pt x="6600" y="11990"/>
                    </a:cubicBezTo>
                    <a:cubicBezTo>
                      <a:pt x="6564" y="11990"/>
                      <a:pt x="6527" y="11990"/>
                      <a:pt x="6490" y="11990"/>
                    </a:cubicBezTo>
                    <a:cubicBezTo>
                      <a:pt x="6490" y="12026"/>
                      <a:pt x="6490" y="12063"/>
                      <a:pt x="6490" y="12100"/>
                    </a:cubicBezTo>
                    <a:cubicBezTo>
                      <a:pt x="6417" y="12100"/>
                      <a:pt x="6345" y="12100"/>
                      <a:pt x="6270" y="12100"/>
                    </a:cubicBezTo>
                    <a:cubicBezTo>
                      <a:pt x="6270" y="12136"/>
                      <a:pt x="6270" y="12173"/>
                      <a:pt x="6270" y="12210"/>
                    </a:cubicBezTo>
                    <a:cubicBezTo>
                      <a:pt x="6197" y="12210"/>
                      <a:pt x="6125" y="12210"/>
                      <a:pt x="6050" y="12210"/>
                    </a:cubicBezTo>
                    <a:cubicBezTo>
                      <a:pt x="6050" y="12174"/>
                      <a:pt x="6050" y="12137"/>
                      <a:pt x="6050" y="12100"/>
                    </a:cubicBezTo>
                    <a:cubicBezTo>
                      <a:pt x="5977" y="12100"/>
                      <a:pt x="5905" y="12100"/>
                      <a:pt x="5830" y="12100"/>
                    </a:cubicBezTo>
                    <a:cubicBezTo>
                      <a:pt x="5830" y="12064"/>
                      <a:pt x="5830" y="12027"/>
                      <a:pt x="5830" y="11990"/>
                    </a:cubicBezTo>
                    <a:cubicBezTo>
                      <a:pt x="5794" y="11990"/>
                      <a:pt x="5757" y="11990"/>
                      <a:pt x="5720" y="11990"/>
                    </a:cubicBezTo>
                    <a:cubicBezTo>
                      <a:pt x="5720" y="11954"/>
                      <a:pt x="5720" y="11917"/>
                      <a:pt x="5720" y="11880"/>
                    </a:cubicBezTo>
                    <a:cubicBezTo>
                      <a:pt x="5684" y="11880"/>
                      <a:pt x="5647" y="11880"/>
                      <a:pt x="5610" y="11880"/>
                    </a:cubicBezTo>
                    <a:cubicBezTo>
                      <a:pt x="5610" y="11844"/>
                      <a:pt x="5610" y="11807"/>
                      <a:pt x="5610" y="11770"/>
                    </a:cubicBezTo>
                    <a:cubicBezTo>
                      <a:pt x="5574" y="11770"/>
                      <a:pt x="5537" y="11770"/>
                      <a:pt x="5500" y="11770"/>
                    </a:cubicBezTo>
                    <a:cubicBezTo>
                      <a:pt x="5500" y="11734"/>
                      <a:pt x="5500" y="11697"/>
                      <a:pt x="5500" y="11660"/>
                    </a:cubicBezTo>
                    <a:cubicBezTo>
                      <a:pt x="5464" y="11660"/>
                      <a:pt x="5427" y="11660"/>
                      <a:pt x="5390" y="11660"/>
                    </a:cubicBezTo>
                    <a:cubicBezTo>
                      <a:pt x="5390" y="11624"/>
                      <a:pt x="5390" y="11587"/>
                      <a:pt x="5390" y="11550"/>
                    </a:cubicBezTo>
                    <a:cubicBezTo>
                      <a:pt x="5354" y="11550"/>
                      <a:pt x="5317" y="11550"/>
                      <a:pt x="5280" y="11550"/>
                    </a:cubicBezTo>
                    <a:cubicBezTo>
                      <a:pt x="5280" y="11514"/>
                      <a:pt x="5280" y="11477"/>
                      <a:pt x="5280" y="11440"/>
                    </a:cubicBezTo>
                    <a:cubicBezTo>
                      <a:pt x="5244" y="11440"/>
                      <a:pt x="5207" y="11440"/>
                      <a:pt x="5170" y="11440"/>
                    </a:cubicBezTo>
                    <a:cubicBezTo>
                      <a:pt x="5170" y="11404"/>
                      <a:pt x="5170" y="11367"/>
                      <a:pt x="5170" y="11330"/>
                    </a:cubicBezTo>
                    <a:cubicBezTo>
                      <a:pt x="5134" y="11330"/>
                      <a:pt x="5097" y="11330"/>
                      <a:pt x="5060" y="11330"/>
                    </a:cubicBezTo>
                    <a:cubicBezTo>
                      <a:pt x="5060" y="11294"/>
                      <a:pt x="5060" y="11257"/>
                      <a:pt x="5060" y="11220"/>
                    </a:cubicBezTo>
                    <a:cubicBezTo>
                      <a:pt x="5024" y="11220"/>
                      <a:pt x="4987" y="11220"/>
                      <a:pt x="4950" y="11220"/>
                    </a:cubicBezTo>
                    <a:cubicBezTo>
                      <a:pt x="4950" y="11184"/>
                      <a:pt x="4950" y="11147"/>
                      <a:pt x="4950" y="11110"/>
                    </a:cubicBezTo>
                    <a:cubicBezTo>
                      <a:pt x="4914" y="11110"/>
                      <a:pt x="4877" y="11110"/>
                      <a:pt x="4840" y="11110"/>
                    </a:cubicBezTo>
                    <a:cubicBezTo>
                      <a:pt x="4840" y="11074"/>
                      <a:pt x="4840" y="11037"/>
                      <a:pt x="4840" y="11000"/>
                    </a:cubicBezTo>
                    <a:cubicBezTo>
                      <a:pt x="4804" y="11000"/>
                      <a:pt x="4767" y="11000"/>
                      <a:pt x="4730" y="11000"/>
                    </a:cubicBezTo>
                    <a:cubicBezTo>
                      <a:pt x="4730" y="10964"/>
                      <a:pt x="4730" y="10927"/>
                      <a:pt x="4730" y="10890"/>
                    </a:cubicBezTo>
                    <a:cubicBezTo>
                      <a:pt x="4694" y="10890"/>
                      <a:pt x="4657" y="10890"/>
                      <a:pt x="4620" y="10890"/>
                    </a:cubicBezTo>
                    <a:cubicBezTo>
                      <a:pt x="4620" y="10854"/>
                      <a:pt x="4620" y="10817"/>
                      <a:pt x="4620" y="10780"/>
                    </a:cubicBezTo>
                    <a:cubicBezTo>
                      <a:pt x="4584" y="10780"/>
                      <a:pt x="4547" y="10780"/>
                      <a:pt x="4510" y="10780"/>
                    </a:cubicBezTo>
                    <a:cubicBezTo>
                      <a:pt x="4510" y="10744"/>
                      <a:pt x="4510" y="10707"/>
                      <a:pt x="4510" y="10670"/>
                    </a:cubicBezTo>
                    <a:cubicBezTo>
                      <a:pt x="4474" y="10670"/>
                      <a:pt x="4437" y="10670"/>
                      <a:pt x="4400" y="10670"/>
                    </a:cubicBezTo>
                    <a:cubicBezTo>
                      <a:pt x="4400" y="10634"/>
                      <a:pt x="4400" y="10597"/>
                      <a:pt x="4400" y="10560"/>
                    </a:cubicBezTo>
                    <a:cubicBezTo>
                      <a:pt x="4364" y="10560"/>
                      <a:pt x="4327" y="10560"/>
                      <a:pt x="4290" y="10560"/>
                    </a:cubicBezTo>
                    <a:cubicBezTo>
                      <a:pt x="4290" y="10524"/>
                      <a:pt x="4290" y="10487"/>
                      <a:pt x="4290" y="10450"/>
                    </a:cubicBezTo>
                    <a:cubicBezTo>
                      <a:pt x="4254" y="10450"/>
                      <a:pt x="4217" y="10450"/>
                      <a:pt x="4180" y="10450"/>
                    </a:cubicBezTo>
                    <a:cubicBezTo>
                      <a:pt x="4180" y="10414"/>
                      <a:pt x="4180" y="10377"/>
                      <a:pt x="4180" y="10340"/>
                    </a:cubicBezTo>
                    <a:cubicBezTo>
                      <a:pt x="4144" y="10340"/>
                      <a:pt x="4107" y="10340"/>
                      <a:pt x="4070" y="10340"/>
                    </a:cubicBezTo>
                    <a:cubicBezTo>
                      <a:pt x="4070" y="10304"/>
                      <a:pt x="4070" y="10267"/>
                      <a:pt x="4070" y="10230"/>
                    </a:cubicBezTo>
                    <a:cubicBezTo>
                      <a:pt x="4034" y="10230"/>
                      <a:pt x="3997" y="10230"/>
                      <a:pt x="3960" y="10230"/>
                    </a:cubicBezTo>
                    <a:cubicBezTo>
                      <a:pt x="3960" y="10194"/>
                      <a:pt x="3960" y="10157"/>
                      <a:pt x="3960" y="10120"/>
                    </a:cubicBezTo>
                    <a:cubicBezTo>
                      <a:pt x="3924" y="10120"/>
                      <a:pt x="3887" y="10120"/>
                      <a:pt x="3850" y="10120"/>
                    </a:cubicBezTo>
                    <a:cubicBezTo>
                      <a:pt x="3850" y="10084"/>
                      <a:pt x="3850" y="10047"/>
                      <a:pt x="3850" y="10010"/>
                    </a:cubicBezTo>
                    <a:cubicBezTo>
                      <a:pt x="3814" y="10010"/>
                      <a:pt x="3777" y="10010"/>
                      <a:pt x="3740" y="10010"/>
                    </a:cubicBezTo>
                    <a:cubicBezTo>
                      <a:pt x="3740" y="9974"/>
                      <a:pt x="3740" y="9937"/>
                      <a:pt x="3740" y="9900"/>
                    </a:cubicBezTo>
                    <a:cubicBezTo>
                      <a:pt x="3704" y="9900"/>
                      <a:pt x="3667" y="9900"/>
                      <a:pt x="3630" y="9900"/>
                    </a:cubicBezTo>
                    <a:cubicBezTo>
                      <a:pt x="3630" y="9864"/>
                      <a:pt x="3630" y="9827"/>
                      <a:pt x="3630" y="9790"/>
                    </a:cubicBezTo>
                    <a:cubicBezTo>
                      <a:pt x="3594" y="9790"/>
                      <a:pt x="3557" y="9790"/>
                      <a:pt x="3520" y="9790"/>
                    </a:cubicBezTo>
                    <a:cubicBezTo>
                      <a:pt x="3520" y="9754"/>
                      <a:pt x="3520" y="9717"/>
                      <a:pt x="3520" y="9680"/>
                    </a:cubicBezTo>
                    <a:cubicBezTo>
                      <a:pt x="3484" y="9680"/>
                      <a:pt x="3447" y="9680"/>
                      <a:pt x="3410" y="9680"/>
                    </a:cubicBezTo>
                    <a:cubicBezTo>
                      <a:pt x="3410" y="9644"/>
                      <a:pt x="3410" y="9607"/>
                      <a:pt x="3410" y="9570"/>
                    </a:cubicBezTo>
                    <a:cubicBezTo>
                      <a:pt x="3374" y="9570"/>
                      <a:pt x="3337" y="9570"/>
                      <a:pt x="3300" y="9570"/>
                    </a:cubicBezTo>
                    <a:cubicBezTo>
                      <a:pt x="3300" y="9534"/>
                      <a:pt x="3300" y="9497"/>
                      <a:pt x="3300" y="9460"/>
                    </a:cubicBezTo>
                    <a:cubicBezTo>
                      <a:pt x="3264" y="9460"/>
                      <a:pt x="3227" y="9460"/>
                      <a:pt x="3190" y="9460"/>
                    </a:cubicBezTo>
                    <a:cubicBezTo>
                      <a:pt x="3190" y="9424"/>
                      <a:pt x="3190" y="9387"/>
                      <a:pt x="3190" y="9350"/>
                    </a:cubicBezTo>
                    <a:cubicBezTo>
                      <a:pt x="3154" y="9350"/>
                      <a:pt x="3117" y="9350"/>
                      <a:pt x="3080" y="9350"/>
                    </a:cubicBezTo>
                    <a:cubicBezTo>
                      <a:pt x="3080" y="9314"/>
                      <a:pt x="3080" y="9277"/>
                      <a:pt x="3080" y="9240"/>
                    </a:cubicBezTo>
                    <a:cubicBezTo>
                      <a:pt x="3044" y="9240"/>
                      <a:pt x="3007" y="9240"/>
                      <a:pt x="2970" y="9240"/>
                    </a:cubicBezTo>
                    <a:cubicBezTo>
                      <a:pt x="2970" y="9204"/>
                      <a:pt x="2970" y="9167"/>
                      <a:pt x="2970" y="9130"/>
                    </a:cubicBezTo>
                    <a:cubicBezTo>
                      <a:pt x="2934" y="9130"/>
                      <a:pt x="2897" y="9130"/>
                      <a:pt x="2860" y="9130"/>
                    </a:cubicBezTo>
                    <a:cubicBezTo>
                      <a:pt x="2860" y="9094"/>
                      <a:pt x="2860" y="9057"/>
                      <a:pt x="2860" y="9020"/>
                    </a:cubicBezTo>
                    <a:cubicBezTo>
                      <a:pt x="2824" y="9020"/>
                      <a:pt x="2787" y="9020"/>
                      <a:pt x="2750" y="9020"/>
                    </a:cubicBezTo>
                    <a:cubicBezTo>
                      <a:pt x="2750" y="8984"/>
                      <a:pt x="2750" y="8947"/>
                      <a:pt x="2750" y="8910"/>
                    </a:cubicBezTo>
                    <a:cubicBezTo>
                      <a:pt x="2714" y="8910"/>
                      <a:pt x="2677" y="8910"/>
                      <a:pt x="2640" y="8910"/>
                    </a:cubicBezTo>
                    <a:cubicBezTo>
                      <a:pt x="2640" y="8874"/>
                      <a:pt x="2640" y="8837"/>
                      <a:pt x="2640" y="8800"/>
                    </a:cubicBezTo>
                    <a:cubicBezTo>
                      <a:pt x="2604" y="8800"/>
                      <a:pt x="2567" y="8800"/>
                      <a:pt x="2530" y="8800"/>
                    </a:cubicBezTo>
                    <a:cubicBezTo>
                      <a:pt x="2530" y="8764"/>
                      <a:pt x="2530" y="8727"/>
                      <a:pt x="2530" y="8690"/>
                    </a:cubicBezTo>
                    <a:cubicBezTo>
                      <a:pt x="2494" y="8690"/>
                      <a:pt x="2457" y="8690"/>
                      <a:pt x="2420" y="8690"/>
                    </a:cubicBezTo>
                    <a:cubicBezTo>
                      <a:pt x="2420" y="8654"/>
                      <a:pt x="2420" y="8617"/>
                      <a:pt x="2420" y="8580"/>
                    </a:cubicBezTo>
                    <a:cubicBezTo>
                      <a:pt x="2384" y="8580"/>
                      <a:pt x="2347" y="8580"/>
                      <a:pt x="2310" y="8580"/>
                    </a:cubicBezTo>
                    <a:cubicBezTo>
                      <a:pt x="2310" y="8544"/>
                      <a:pt x="2310" y="8507"/>
                      <a:pt x="2310" y="8470"/>
                    </a:cubicBezTo>
                    <a:cubicBezTo>
                      <a:pt x="2274" y="8470"/>
                      <a:pt x="2237" y="8470"/>
                      <a:pt x="2200" y="8470"/>
                    </a:cubicBezTo>
                    <a:cubicBezTo>
                      <a:pt x="2200" y="8434"/>
                      <a:pt x="2200" y="8397"/>
                      <a:pt x="2200" y="8360"/>
                    </a:cubicBezTo>
                    <a:cubicBezTo>
                      <a:pt x="2164" y="8360"/>
                      <a:pt x="2127" y="8360"/>
                      <a:pt x="2090" y="8360"/>
                    </a:cubicBezTo>
                    <a:cubicBezTo>
                      <a:pt x="2090" y="8324"/>
                      <a:pt x="2090" y="8287"/>
                      <a:pt x="2090" y="8250"/>
                    </a:cubicBezTo>
                    <a:cubicBezTo>
                      <a:pt x="2054" y="8250"/>
                      <a:pt x="2017" y="8250"/>
                      <a:pt x="1980" y="8250"/>
                    </a:cubicBezTo>
                    <a:cubicBezTo>
                      <a:pt x="1980" y="8214"/>
                      <a:pt x="1980" y="8177"/>
                      <a:pt x="1980" y="8140"/>
                    </a:cubicBezTo>
                    <a:cubicBezTo>
                      <a:pt x="1944" y="8140"/>
                      <a:pt x="1907" y="8140"/>
                      <a:pt x="1870" y="8140"/>
                    </a:cubicBezTo>
                    <a:cubicBezTo>
                      <a:pt x="1870" y="8104"/>
                      <a:pt x="1870" y="8067"/>
                      <a:pt x="1870" y="8030"/>
                    </a:cubicBezTo>
                    <a:cubicBezTo>
                      <a:pt x="1834" y="8030"/>
                      <a:pt x="1797" y="8030"/>
                      <a:pt x="1760" y="8030"/>
                    </a:cubicBezTo>
                    <a:cubicBezTo>
                      <a:pt x="1760" y="7994"/>
                      <a:pt x="1760" y="7957"/>
                      <a:pt x="1760" y="7920"/>
                    </a:cubicBezTo>
                    <a:cubicBezTo>
                      <a:pt x="1724" y="7920"/>
                      <a:pt x="1687" y="7920"/>
                      <a:pt x="1650" y="7920"/>
                    </a:cubicBezTo>
                    <a:cubicBezTo>
                      <a:pt x="1650" y="7884"/>
                      <a:pt x="1650" y="7847"/>
                      <a:pt x="1650" y="7810"/>
                    </a:cubicBezTo>
                    <a:cubicBezTo>
                      <a:pt x="1614" y="7810"/>
                      <a:pt x="1577" y="7810"/>
                      <a:pt x="1540" y="7810"/>
                    </a:cubicBezTo>
                    <a:cubicBezTo>
                      <a:pt x="1540" y="7774"/>
                      <a:pt x="1540" y="7737"/>
                      <a:pt x="1540" y="7700"/>
                    </a:cubicBezTo>
                    <a:cubicBezTo>
                      <a:pt x="1504" y="7700"/>
                      <a:pt x="1467" y="7700"/>
                      <a:pt x="1430" y="7700"/>
                    </a:cubicBezTo>
                    <a:cubicBezTo>
                      <a:pt x="1430" y="7664"/>
                      <a:pt x="1430" y="7627"/>
                      <a:pt x="1430" y="7590"/>
                    </a:cubicBezTo>
                    <a:cubicBezTo>
                      <a:pt x="1394" y="7590"/>
                      <a:pt x="1357" y="7590"/>
                      <a:pt x="1320" y="7590"/>
                    </a:cubicBezTo>
                    <a:cubicBezTo>
                      <a:pt x="1320" y="7554"/>
                      <a:pt x="1320" y="7517"/>
                      <a:pt x="1320" y="7480"/>
                    </a:cubicBezTo>
                    <a:cubicBezTo>
                      <a:pt x="1284" y="7480"/>
                      <a:pt x="1247" y="7480"/>
                      <a:pt x="1210" y="7480"/>
                    </a:cubicBezTo>
                    <a:cubicBezTo>
                      <a:pt x="1210" y="7444"/>
                      <a:pt x="1210" y="7407"/>
                      <a:pt x="1210" y="7370"/>
                    </a:cubicBezTo>
                    <a:cubicBezTo>
                      <a:pt x="1174" y="7370"/>
                      <a:pt x="1137" y="7370"/>
                      <a:pt x="1100" y="7370"/>
                    </a:cubicBezTo>
                    <a:cubicBezTo>
                      <a:pt x="1100" y="7334"/>
                      <a:pt x="1100" y="7297"/>
                      <a:pt x="1100" y="7260"/>
                    </a:cubicBezTo>
                    <a:cubicBezTo>
                      <a:pt x="1064" y="7260"/>
                      <a:pt x="1027" y="7260"/>
                      <a:pt x="990" y="7260"/>
                    </a:cubicBezTo>
                    <a:cubicBezTo>
                      <a:pt x="990" y="7224"/>
                      <a:pt x="990" y="7187"/>
                      <a:pt x="990" y="7150"/>
                    </a:cubicBezTo>
                    <a:cubicBezTo>
                      <a:pt x="954" y="7150"/>
                      <a:pt x="917" y="7150"/>
                      <a:pt x="880" y="7150"/>
                    </a:cubicBezTo>
                    <a:cubicBezTo>
                      <a:pt x="880" y="7114"/>
                      <a:pt x="880" y="7077"/>
                      <a:pt x="880" y="7040"/>
                    </a:cubicBezTo>
                    <a:cubicBezTo>
                      <a:pt x="844" y="7040"/>
                      <a:pt x="807" y="7040"/>
                      <a:pt x="770" y="7040"/>
                    </a:cubicBezTo>
                    <a:cubicBezTo>
                      <a:pt x="770" y="7004"/>
                      <a:pt x="770" y="6967"/>
                      <a:pt x="770" y="6930"/>
                    </a:cubicBezTo>
                    <a:cubicBezTo>
                      <a:pt x="734" y="6930"/>
                      <a:pt x="697" y="6930"/>
                      <a:pt x="660" y="6930"/>
                    </a:cubicBezTo>
                    <a:cubicBezTo>
                      <a:pt x="660" y="6894"/>
                      <a:pt x="660" y="6857"/>
                      <a:pt x="660" y="6820"/>
                    </a:cubicBezTo>
                    <a:cubicBezTo>
                      <a:pt x="624" y="6820"/>
                      <a:pt x="587" y="6820"/>
                      <a:pt x="550" y="6820"/>
                    </a:cubicBezTo>
                    <a:cubicBezTo>
                      <a:pt x="550" y="6784"/>
                      <a:pt x="550" y="6747"/>
                      <a:pt x="550" y="6710"/>
                    </a:cubicBezTo>
                    <a:cubicBezTo>
                      <a:pt x="514" y="6710"/>
                      <a:pt x="477" y="6710"/>
                      <a:pt x="440" y="6710"/>
                    </a:cubicBezTo>
                    <a:cubicBezTo>
                      <a:pt x="440" y="6674"/>
                      <a:pt x="440" y="6637"/>
                      <a:pt x="440" y="6600"/>
                    </a:cubicBezTo>
                    <a:cubicBezTo>
                      <a:pt x="404" y="6600"/>
                      <a:pt x="367" y="6600"/>
                      <a:pt x="330" y="6600"/>
                    </a:cubicBezTo>
                    <a:cubicBezTo>
                      <a:pt x="330" y="6564"/>
                      <a:pt x="330" y="6527"/>
                      <a:pt x="330" y="6490"/>
                    </a:cubicBezTo>
                    <a:cubicBezTo>
                      <a:pt x="294" y="6490"/>
                      <a:pt x="257" y="6490"/>
                      <a:pt x="220" y="6490"/>
                    </a:cubicBezTo>
                    <a:cubicBezTo>
                      <a:pt x="220" y="6454"/>
                      <a:pt x="220" y="6417"/>
                      <a:pt x="220" y="6380"/>
                    </a:cubicBezTo>
                    <a:cubicBezTo>
                      <a:pt x="184" y="6380"/>
                      <a:pt x="147" y="6380"/>
                      <a:pt x="110" y="6380"/>
                    </a:cubicBezTo>
                    <a:cubicBezTo>
                      <a:pt x="110" y="6344"/>
                      <a:pt x="110" y="6307"/>
                      <a:pt x="110" y="6270"/>
                    </a:cubicBezTo>
                    <a:cubicBezTo>
                      <a:pt x="74" y="6270"/>
                      <a:pt x="37" y="6270"/>
                      <a:pt x="0" y="6270"/>
                    </a:cubicBezTo>
                    <a:cubicBezTo>
                      <a:pt x="0" y="6161"/>
                      <a:pt x="0" y="6052"/>
                      <a:pt x="0" y="5940"/>
                    </a:cubicBezTo>
                    <a:cubicBezTo>
                      <a:pt x="36" y="5940"/>
                      <a:pt x="73" y="5940"/>
                      <a:pt x="110" y="5940"/>
                    </a:cubicBezTo>
                    <a:cubicBezTo>
                      <a:pt x="110" y="5867"/>
                      <a:pt x="110" y="5795"/>
                      <a:pt x="110" y="5720"/>
                    </a:cubicBezTo>
                    <a:cubicBezTo>
                      <a:pt x="146" y="5720"/>
                      <a:pt x="183" y="5720"/>
                      <a:pt x="220" y="5720"/>
                    </a:cubicBezTo>
                    <a:cubicBezTo>
                      <a:pt x="220" y="5684"/>
                      <a:pt x="220" y="5647"/>
                      <a:pt x="220" y="5610"/>
                    </a:cubicBezTo>
                    <a:cubicBezTo>
                      <a:pt x="256" y="5610"/>
                      <a:pt x="293" y="5610"/>
                      <a:pt x="330" y="5610"/>
                    </a:cubicBezTo>
                    <a:cubicBezTo>
                      <a:pt x="330" y="5574"/>
                      <a:pt x="330" y="5537"/>
                      <a:pt x="330" y="5500"/>
                    </a:cubicBezTo>
                    <a:cubicBezTo>
                      <a:pt x="366" y="5500"/>
                      <a:pt x="403" y="5500"/>
                      <a:pt x="440" y="5500"/>
                    </a:cubicBezTo>
                    <a:cubicBezTo>
                      <a:pt x="440" y="5464"/>
                      <a:pt x="440" y="5427"/>
                      <a:pt x="440" y="5390"/>
                    </a:cubicBezTo>
                    <a:cubicBezTo>
                      <a:pt x="476" y="5390"/>
                      <a:pt x="513" y="5390"/>
                      <a:pt x="550" y="5390"/>
                    </a:cubicBezTo>
                    <a:cubicBezTo>
                      <a:pt x="550" y="5354"/>
                      <a:pt x="550" y="5317"/>
                      <a:pt x="550" y="5280"/>
                    </a:cubicBezTo>
                    <a:cubicBezTo>
                      <a:pt x="586" y="5280"/>
                      <a:pt x="623" y="5280"/>
                      <a:pt x="660" y="5280"/>
                    </a:cubicBezTo>
                    <a:cubicBezTo>
                      <a:pt x="660" y="5244"/>
                      <a:pt x="660" y="5207"/>
                      <a:pt x="660" y="5170"/>
                    </a:cubicBezTo>
                    <a:cubicBezTo>
                      <a:pt x="696" y="5170"/>
                      <a:pt x="733" y="5170"/>
                      <a:pt x="770" y="5170"/>
                    </a:cubicBezTo>
                    <a:cubicBezTo>
                      <a:pt x="770" y="5134"/>
                      <a:pt x="770" y="5097"/>
                      <a:pt x="770" y="5060"/>
                    </a:cubicBezTo>
                    <a:cubicBezTo>
                      <a:pt x="806" y="5060"/>
                      <a:pt x="843" y="5060"/>
                      <a:pt x="880" y="5060"/>
                    </a:cubicBezTo>
                    <a:cubicBezTo>
                      <a:pt x="880" y="5024"/>
                      <a:pt x="880" y="4987"/>
                      <a:pt x="880" y="4950"/>
                    </a:cubicBezTo>
                    <a:cubicBezTo>
                      <a:pt x="916" y="4950"/>
                      <a:pt x="953" y="4950"/>
                      <a:pt x="990" y="4950"/>
                    </a:cubicBezTo>
                    <a:cubicBezTo>
                      <a:pt x="990" y="4914"/>
                      <a:pt x="990" y="4877"/>
                      <a:pt x="990" y="4840"/>
                    </a:cubicBezTo>
                    <a:cubicBezTo>
                      <a:pt x="1026" y="4840"/>
                      <a:pt x="1063" y="4840"/>
                      <a:pt x="1100" y="4840"/>
                    </a:cubicBezTo>
                    <a:cubicBezTo>
                      <a:pt x="1100" y="4804"/>
                      <a:pt x="1100" y="4767"/>
                      <a:pt x="1100" y="4730"/>
                    </a:cubicBezTo>
                    <a:cubicBezTo>
                      <a:pt x="1136" y="4730"/>
                      <a:pt x="1173" y="4730"/>
                      <a:pt x="1210" y="4730"/>
                    </a:cubicBezTo>
                    <a:cubicBezTo>
                      <a:pt x="1210" y="4694"/>
                      <a:pt x="1210" y="4657"/>
                      <a:pt x="1210" y="4620"/>
                    </a:cubicBezTo>
                    <a:cubicBezTo>
                      <a:pt x="1246" y="4620"/>
                      <a:pt x="1283" y="4620"/>
                      <a:pt x="1320" y="4620"/>
                    </a:cubicBezTo>
                    <a:cubicBezTo>
                      <a:pt x="1320" y="4584"/>
                      <a:pt x="1320" y="4547"/>
                      <a:pt x="1320" y="4510"/>
                    </a:cubicBezTo>
                    <a:cubicBezTo>
                      <a:pt x="1356" y="4510"/>
                      <a:pt x="1393" y="4510"/>
                      <a:pt x="1430" y="4510"/>
                    </a:cubicBezTo>
                    <a:cubicBezTo>
                      <a:pt x="1430" y="4474"/>
                      <a:pt x="1430" y="4437"/>
                      <a:pt x="1430" y="4400"/>
                    </a:cubicBezTo>
                    <a:cubicBezTo>
                      <a:pt x="1466" y="4400"/>
                      <a:pt x="1503" y="4400"/>
                      <a:pt x="1540" y="4400"/>
                    </a:cubicBezTo>
                    <a:cubicBezTo>
                      <a:pt x="1540" y="4364"/>
                      <a:pt x="1540" y="4327"/>
                      <a:pt x="1540" y="4290"/>
                    </a:cubicBezTo>
                    <a:cubicBezTo>
                      <a:pt x="1576" y="4290"/>
                      <a:pt x="1613" y="4290"/>
                      <a:pt x="1650" y="4290"/>
                    </a:cubicBezTo>
                    <a:cubicBezTo>
                      <a:pt x="1650" y="4254"/>
                      <a:pt x="1650" y="4217"/>
                      <a:pt x="1650" y="4180"/>
                    </a:cubicBezTo>
                    <a:cubicBezTo>
                      <a:pt x="1686" y="4180"/>
                      <a:pt x="1723" y="4180"/>
                      <a:pt x="1760" y="4180"/>
                    </a:cubicBezTo>
                    <a:cubicBezTo>
                      <a:pt x="1760" y="4144"/>
                      <a:pt x="1760" y="4107"/>
                      <a:pt x="1760" y="4070"/>
                    </a:cubicBezTo>
                    <a:cubicBezTo>
                      <a:pt x="1796" y="4070"/>
                      <a:pt x="1833" y="4070"/>
                      <a:pt x="1870" y="4070"/>
                    </a:cubicBezTo>
                    <a:cubicBezTo>
                      <a:pt x="1870" y="4034"/>
                      <a:pt x="1870" y="3997"/>
                      <a:pt x="1870" y="3960"/>
                    </a:cubicBezTo>
                    <a:cubicBezTo>
                      <a:pt x="1906" y="3960"/>
                      <a:pt x="1943" y="3960"/>
                      <a:pt x="1980" y="3960"/>
                    </a:cubicBezTo>
                    <a:cubicBezTo>
                      <a:pt x="1980" y="3924"/>
                      <a:pt x="1980" y="3887"/>
                      <a:pt x="1980" y="3850"/>
                    </a:cubicBezTo>
                    <a:cubicBezTo>
                      <a:pt x="2016" y="3850"/>
                      <a:pt x="2053" y="3850"/>
                      <a:pt x="2090" y="3850"/>
                    </a:cubicBezTo>
                    <a:cubicBezTo>
                      <a:pt x="2090" y="3814"/>
                      <a:pt x="2090" y="3777"/>
                      <a:pt x="2090" y="3740"/>
                    </a:cubicBezTo>
                    <a:cubicBezTo>
                      <a:pt x="2163" y="3740"/>
                      <a:pt x="2235" y="3740"/>
                      <a:pt x="2310" y="3740"/>
                    </a:cubicBezTo>
                    <a:cubicBezTo>
                      <a:pt x="2310" y="3704"/>
                      <a:pt x="2310" y="3667"/>
                      <a:pt x="2310" y="3630"/>
                    </a:cubicBezTo>
                    <a:cubicBezTo>
                      <a:pt x="2346" y="3630"/>
                      <a:pt x="2383" y="3630"/>
                      <a:pt x="2420" y="3630"/>
                    </a:cubicBezTo>
                    <a:cubicBezTo>
                      <a:pt x="2420" y="3594"/>
                      <a:pt x="2420" y="3557"/>
                      <a:pt x="2420" y="3520"/>
                    </a:cubicBezTo>
                    <a:cubicBezTo>
                      <a:pt x="2456" y="3520"/>
                      <a:pt x="2493" y="3520"/>
                      <a:pt x="2530" y="3520"/>
                    </a:cubicBezTo>
                    <a:cubicBezTo>
                      <a:pt x="2530" y="3484"/>
                      <a:pt x="2530" y="3447"/>
                      <a:pt x="2530" y="3410"/>
                    </a:cubicBezTo>
                    <a:cubicBezTo>
                      <a:pt x="2566" y="3410"/>
                      <a:pt x="2603" y="3410"/>
                      <a:pt x="2640" y="3410"/>
                    </a:cubicBezTo>
                    <a:cubicBezTo>
                      <a:pt x="2640" y="3374"/>
                      <a:pt x="2640" y="3337"/>
                      <a:pt x="2640" y="3300"/>
                    </a:cubicBezTo>
                    <a:cubicBezTo>
                      <a:pt x="2676" y="3300"/>
                      <a:pt x="2713" y="3300"/>
                      <a:pt x="2750" y="3300"/>
                    </a:cubicBezTo>
                    <a:cubicBezTo>
                      <a:pt x="2750" y="3264"/>
                      <a:pt x="2750" y="3227"/>
                      <a:pt x="2750" y="3190"/>
                    </a:cubicBezTo>
                    <a:cubicBezTo>
                      <a:pt x="2786" y="3190"/>
                      <a:pt x="2823" y="3190"/>
                      <a:pt x="2860" y="3190"/>
                    </a:cubicBezTo>
                    <a:cubicBezTo>
                      <a:pt x="2860" y="3154"/>
                      <a:pt x="2860" y="3117"/>
                      <a:pt x="2860" y="3080"/>
                    </a:cubicBezTo>
                    <a:cubicBezTo>
                      <a:pt x="2896" y="3080"/>
                      <a:pt x="2933" y="3080"/>
                      <a:pt x="2970" y="3080"/>
                    </a:cubicBezTo>
                    <a:cubicBezTo>
                      <a:pt x="2970" y="3044"/>
                      <a:pt x="2970" y="3007"/>
                      <a:pt x="2970" y="2970"/>
                    </a:cubicBezTo>
                    <a:cubicBezTo>
                      <a:pt x="3006" y="2970"/>
                      <a:pt x="3043" y="2970"/>
                      <a:pt x="3080" y="2970"/>
                    </a:cubicBezTo>
                    <a:cubicBezTo>
                      <a:pt x="3080" y="2934"/>
                      <a:pt x="3080" y="2897"/>
                      <a:pt x="3080" y="2860"/>
                    </a:cubicBezTo>
                    <a:cubicBezTo>
                      <a:pt x="3116" y="2860"/>
                      <a:pt x="3153" y="2860"/>
                      <a:pt x="3190" y="2860"/>
                    </a:cubicBezTo>
                    <a:cubicBezTo>
                      <a:pt x="3190" y="2824"/>
                      <a:pt x="3190" y="2787"/>
                      <a:pt x="3190" y="2750"/>
                    </a:cubicBezTo>
                    <a:cubicBezTo>
                      <a:pt x="3226" y="2750"/>
                      <a:pt x="3263" y="2750"/>
                      <a:pt x="3300" y="2750"/>
                    </a:cubicBezTo>
                    <a:cubicBezTo>
                      <a:pt x="3300" y="2714"/>
                      <a:pt x="3300" y="2677"/>
                      <a:pt x="3300" y="2640"/>
                    </a:cubicBezTo>
                    <a:cubicBezTo>
                      <a:pt x="3336" y="2640"/>
                      <a:pt x="3373" y="2640"/>
                      <a:pt x="3410" y="2640"/>
                    </a:cubicBezTo>
                    <a:cubicBezTo>
                      <a:pt x="3410" y="2604"/>
                      <a:pt x="3410" y="2567"/>
                      <a:pt x="3410" y="2530"/>
                    </a:cubicBezTo>
                    <a:cubicBezTo>
                      <a:pt x="3446" y="2530"/>
                      <a:pt x="3483" y="2530"/>
                      <a:pt x="3520" y="2530"/>
                    </a:cubicBezTo>
                    <a:cubicBezTo>
                      <a:pt x="3520" y="2494"/>
                      <a:pt x="3520" y="2457"/>
                      <a:pt x="3520" y="2420"/>
                    </a:cubicBezTo>
                    <a:cubicBezTo>
                      <a:pt x="3556" y="2420"/>
                      <a:pt x="3593" y="2420"/>
                      <a:pt x="3630" y="2420"/>
                    </a:cubicBezTo>
                    <a:cubicBezTo>
                      <a:pt x="3630" y="2384"/>
                      <a:pt x="3630" y="2347"/>
                      <a:pt x="3630" y="2310"/>
                    </a:cubicBezTo>
                    <a:cubicBezTo>
                      <a:pt x="3666" y="2310"/>
                      <a:pt x="3703" y="2310"/>
                      <a:pt x="3740" y="2310"/>
                    </a:cubicBezTo>
                    <a:cubicBezTo>
                      <a:pt x="3740" y="2274"/>
                      <a:pt x="3740" y="2237"/>
                      <a:pt x="3740" y="2200"/>
                    </a:cubicBezTo>
                    <a:cubicBezTo>
                      <a:pt x="3776" y="2200"/>
                      <a:pt x="3813" y="2200"/>
                      <a:pt x="3850" y="2200"/>
                    </a:cubicBezTo>
                    <a:cubicBezTo>
                      <a:pt x="3850" y="2164"/>
                      <a:pt x="3850" y="2127"/>
                      <a:pt x="3850" y="2090"/>
                    </a:cubicBezTo>
                    <a:cubicBezTo>
                      <a:pt x="3886" y="2090"/>
                      <a:pt x="3923" y="2090"/>
                      <a:pt x="3960" y="2090"/>
                    </a:cubicBezTo>
                    <a:cubicBezTo>
                      <a:pt x="3960" y="2054"/>
                      <a:pt x="3960" y="2017"/>
                      <a:pt x="3960" y="1980"/>
                    </a:cubicBezTo>
                    <a:cubicBezTo>
                      <a:pt x="3996" y="1980"/>
                      <a:pt x="4033" y="1980"/>
                      <a:pt x="4070" y="1980"/>
                    </a:cubicBezTo>
                    <a:cubicBezTo>
                      <a:pt x="4070" y="1944"/>
                      <a:pt x="4070" y="1907"/>
                      <a:pt x="4070" y="1870"/>
                    </a:cubicBezTo>
                    <a:cubicBezTo>
                      <a:pt x="4106" y="1870"/>
                      <a:pt x="4143" y="1870"/>
                      <a:pt x="4180" y="1870"/>
                    </a:cubicBezTo>
                    <a:cubicBezTo>
                      <a:pt x="4180" y="1834"/>
                      <a:pt x="4180" y="1797"/>
                      <a:pt x="4180" y="1760"/>
                    </a:cubicBezTo>
                    <a:cubicBezTo>
                      <a:pt x="4216" y="1760"/>
                      <a:pt x="4253" y="1760"/>
                      <a:pt x="4290" y="1760"/>
                    </a:cubicBezTo>
                    <a:cubicBezTo>
                      <a:pt x="4290" y="1724"/>
                      <a:pt x="4290" y="1687"/>
                      <a:pt x="4290" y="1650"/>
                    </a:cubicBezTo>
                    <a:cubicBezTo>
                      <a:pt x="4326" y="1650"/>
                      <a:pt x="4363" y="1650"/>
                      <a:pt x="4400" y="1650"/>
                    </a:cubicBezTo>
                    <a:cubicBezTo>
                      <a:pt x="4400" y="1614"/>
                      <a:pt x="4400" y="1577"/>
                      <a:pt x="4400" y="1540"/>
                    </a:cubicBezTo>
                    <a:cubicBezTo>
                      <a:pt x="4436" y="1540"/>
                      <a:pt x="4473" y="1540"/>
                      <a:pt x="4510" y="1540"/>
                    </a:cubicBezTo>
                    <a:cubicBezTo>
                      <a:pt x="4510" y="1504"/>
                      <a:pt x="4510" y="1467"/>
                      <a:pt x="4510" y="1430"/>
                    </a:cubicBezTo>
                    <a:cubicBezTo>
                      <a:pt x="4546" y="1430"/>
                      <a:pt x="4583" y="1430"/>
                      <a:pt x="4620" y="1430"/>
                    </a:cubicBezTo>
                    <a:cubicBezTo>
                      <a:pt x="4620" y="1394"/>
                      <a:pt x="4620" y="1357"/>
                      <a:pt x="4620" y="1320"/>
                    </a:cubicBezTo>
                    <a:cubicBezTo>
                      <a:pt x="4656" y="1320"/>
                      <a:pt x="4693" y="1320"/>
                      <a:pt x="4730" y="1320"/>
                    </a:cubicBezTo>
                    <a:cubicBezTo>
                      <a:pt x="4730" y="1284"/>
                      <a:pt x="4730" y="1247"/>
                      <a:pt x="4730" y="1210"/>
                    </a:cubicBezTo>
                    <a:cubicBezTo>
                      <a:pt x="4766" y="1210"/>
                      <a:pt x="4803" y="1210"/>
                      <a:pt x="4840" y="1210"/>
                    </a:cubicBezTo>
                    <a:cubicBezTo>
                      <a:pt x="4840" y="1174"/>
                      <a:pt x="4840" y="1137"/>
                      <a:pt x="4840" y="1100"/>
                    </a:cubicBezTo>
                    <a:cubicBezTo>
                      <a:pt x="4876" y="1100"/>
                      <a:pt x="4913" y="1100"/>
                      <a:pt x="4950" y="1100"/>
                    </a:cubicBezTo>
                    <a:cubicBezTo>
                      <a:pt x="4950" y="1064"/>
                      <a:pt x="4950" y="1027"/>
                      <a:pt x="4950" y="990"/>
                    </a:cubicBezTo>
                    <a:cubicBezTo>
                      <a:pt x="4986" y="990"/>
                      <a:pt x="5023" y="990"/>
                      <a:pt x="5060" y="990"/>
                    </a:cubicBezTo>
                    <a:cubicBezTo>
                      <a:pt x="5060" y="954"/>
                      <a:pt x="5060" y="917"/>
                      <a:pt x="5060" y="880"/>
                    </a:cubicBezTo>
                    <a:cubicBezTo>
                      <a:pt x="5096" y="880"/>
                      <a:pt x="5133" y="880"/>
                      <a:pt x="5170" y="880"/>
                    </a:cubicBezTo>
                    <a:cubicBezTo>
                      <a:pt x="5170" y="844"/>
                      <a:pt x="5170" y="807"/>
                      <a:pt x="5170" y="770"/>
                    </a:cubicBezTo>
                    <a:cubicBezTo>
                      <a:pt x="5206" y="770"/>
                      <a:pt x="5243" y="770"/>
                      <a:pt x="5280" y="770"/>
                    </a:cubicBezTo>
                    <a:cubicBezTo>
                      <a:pt x="5280" y="734"/>
                      <a:pt x="5280" y="697"/>
                      <a:pt x="5280" y="660"/>
                    </a:cubicBezTo>
                    <a:cubicBezTo>
                      <a:pt x="5316" y="660"/>
                      <a:pt x="5353" y="660"/>
                      <a:pt x="5390" y="660"/>
                    </a:cubicBezTo>
                    <a:cubicBezTo>
                      <a:pt x="5390" y="624"/>
                      <a:pt x="5390" y="587"/>
                      <a:pt x="5390" y="550"/>
                    </a:cubicBezTo>
                    <a:cubicBezTo>
                      <a:pt x="5426" y="550"/>
                      <a:pt x="5463" y="550"/>
                      <a:pt x="5500" y="550"/>
                    </a:cubicBezTo>
                    <a:cubicBezTo>
                      <a:pt x="5500" y="514"/>
                      <a:pt x="5500" y="477"/>
                      <a:pt x="5500" y="440"/>
                    </a:cubicBezTo>
                    <a:cubicBezTo>
                      <a:pt x="5536" y="440"/>
                      <a:pt x="5573" y="440"/>
                      <a:pt x="5610" y="440"/>
                    </a:cubicBezTo>
                    <a:cubicBezTo>
                      <a:pt x="5610" y="404"/>
                      <a:pt x="5610" y="367"/>
                      <a:pt x="5610" y="330"/>
                    </a:cubicBezTo>
                    <a:cubicBezTo>
                      <a:pt x="5646" y="330"/>
                      <a:pt x="5683" y="330"/>
                      <a:pt x="5720" y="330"/>
                    </a:cubicBezTo>
                    <a:cubicBezTo>
                      <a:pt x="5720" y="294"/>
                      <a:pt x="5720" y="257"/>
                      <a:pt x="5720" y="220"/>
                    </a:cubicBezTo>
                    <a:cubicBezTo>
                      <a:pt x="5756" y="220"/>
                      <a:pt x="5793" y="220"/>
                      <a:pt x="5830" y="220"/>
                    </a:cubicBezTo>
                    <a:cubicBezTo>
                      <a:pt x="5830" y="184"/>
                      <a:pt x="5830" y="147"/>
                      <a:pt x="5830" y="110"/>
                    </a:cubicBezTo>
                    <a:cubicBezTo>
                      <a:pt x="5866" y="110"/>
                      <a:pt x="5903" y="110"/>
                      <a:pt x="5940" y="110"/>
                    </a:cubicBezTo>
                    <a:cubicBezTo>
                      <a:pt x="5940" y="74"/>
                      <a:pt x="5940" y="37"/>
                      <a:pt x="594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25" name="ICON_SKILL_SCRIPT_path_003"/>
              <p:cNvSpPr/>
              <p:nvPr/>
            </p:nvSpPr>
            <p:spPr>
              <a:xfrm>
                <a:off x="6593078" y="1784509"/>
                <a:ext cx="89408" cy="155067"/>
              </a:xfrm>
              <a:custGeom>
                <a:avLst/>
                <a:gdLst/>
                <a:ahLst/>
                <a:cxnLst/>
                <a:rect l="0" t="0" r="r" b="b"/>
                <a:pathLst>
                  <a:path w="7040" h="12210" fill="norm" stroke="0">
                    <a:moveTo>
                      <a:pt x="660" y="0"/>
                    </a:moveTo>
                    <a:cubicBezTo>
                      <a:pt x="805" y="0"/>
                      <a:pt x="950" y="0"/>
                      <a:pt x="1100" y="0"/>
                    </a:cubicBezTo>
                    <a:cubicBezTo>
                      <a:pt x="1100" y="36"/>
                      <a:pt x="1100" y="73"/>
                      <a:pt x="1100" y="110"/>
                    </a:cubicBezTo>
                    <a:cubicBezTo>
                      <a:pt x="1136" y="110"/>
                      <a:pt x="1173" y="110"/>
                      <a:pt x="1210" y="110"/>
                    </a:cubicBezTo>
                    <a:cubicBezTo>
                      <a:pt x="1210" y="146"/>
                      <a:pt x="1210" y="183"/>
                      <a:pt x="1210" y="220"/>
                    </a:cubicBezTo>
                    <a:cubicBezTo>
                      <a:pt x="1246" y="220"/>
                      <a:pt x="1283" y="220"/>
                      <a:pt x="1320" y="220"/>
                    </a:cubicBezTo>
                    <a:cubicBezTo>
                      <a:pt x="1320" y="256"/>
                      <a:pt x="1320" y="293"/>
                      <a:pt x="1320" y="330"/>
                    </a:cubicBezTo>
                    <a:cubicBezTo>
                      <a:pt x="1356" y="330"/>
                      <a:pt x="1393" y="330"/>
                      <a:pt x="1430" y="330"/>
                    </a:cubicBezTo>
                    <a:cubicBezTo>
                      <a:pt x="1430" y="366"/>
                      <a:pt x="1430" y="403"/>
                      <a:pt x="1430" y="440"/>
                    </a:cubicBezTo>
                    <a:cubicBezTo>
                      <a:pt x="1466" y="440"/>
                      <a:pt x="1503" y="440"/>
                      <a:pt x="1540" y="440"/>
                    </a:cubicBezTo>
                    <a:cubicBezTo>
                      <a:pt x="1540" y="476"/>
                      <a:pt x="1540" y="513"/>
                      <a:pt x="1540" y="550"/>
                    </a:cubicBezTo>
                    <a:cubicBezTo>
                      <a:pt x="1576" y="550"/>
                      <a:pt x="1613" y="550"/>
                      <a:pt x="1650" y="550"/>
                    </a:cubicBezTo>
                    <a:cubicBezTo>
                      <a:pt x="1650" y="586"/>
                      <a:pt x="1650" y="623"/>
                      <a:pt x="1650" y="660"/>
                    </a:cubicBezTo>
                    <a:cubicBezTo>
                      <a:pt x="1686" y="660"/>
                      <a:pt x="1723" y="660"/>
                      <a:pt x="1760" y="660"/>
                    </a:cubicBezTo>
                    <a:cubicBezTo>
                      <a:pt x="1760" y="696"/>
                      <a:pt x="1760" y="733"/>
                      <a:pt x="1760" y="770"/>
                    </a:cubicBezTo>
                    <a:cubicBezTo>
                      <a:pt x="1796" y="770"/>
                      <a:pt x="1833" y="770"/>
                      <a:pt x="1870" y="770"/>
                    </a:cubicBezTo>
                    <a:cubicBezTo>
                      <a:pt x="1870" y="806"/>
                      <a:pt x="1870" y="843"/>
                      <a:pt x="1870" y="880"/>
                    </a:cubicBezTo>
                    <a:cubicBezTo>
                      <a:pt x="1906" y="880"/>
                      <a:pt x="1943" y="880"/>
                      <a:pt x="1980" y="880"/>
                    </a:cubicBezTo>
                    <a:cubicBezTo>
                      <a:pt x="1980" y="916"/>
                      <a:pt x="1980" y="953"/>
                      <a:pt x="1980" y="990"/>
                    </a:cubicBezTo>
                    <a:cubicBezTo>
                      <a:pt x="2016" y="990"/>
                      <a:pt x="2053" y="990"/>
                      <a:pt x="2090" y="990"/>
                    </a:cubicBezTo>
                    <a:cubicBezTo>
                      <a:pt x="2090" y="1026"/>
                      <a:pt x="2090" y="1063"/>
                      <a:pt x="2090" y="1100"/>
                    </a:cubicBezTo>
                    <a:cubicBezTo>
                      <a:pt x="2126" y="1100"/>
                      <a:pt x="2163" y="1100"/>
                      <a:pt x="2200" y="1100"/>
                    </a:cubicBezTo>
                    <a:cubicBezTo>
                      <a:pt x="2200" y="1136"/>
                      <a:pt x="2200" y="1173"/>
                      <a:pt x="2200" y="1210"/>
                    </a:cubicBezTo>
                    <a:cubicBezTo>
                      <a:pt x="2236" y="1210"/>
                      <a:pt x="2273" y="1210"/>
                      <a:pt x="2310" y="1210"/>
                    </a:cubicBezTo>
                    <a:cubicBezTo>
                      <a:pt x="2310" y="1246"/>
                      <a:pt x="2310" y="1283"/>
                      <a:pt x="2310" y="1320"/>
                    </a:cubicBezTo>
                    <a:cubicBezTo>
                      <a:pt x="2346" y="1320"/>
                      <a:pt x="2383" y="1320"/>
                      <a:pt x="2420" y="1320"/>
                    </a:cubicBezTo>
                    <a:cubicBezTo>
                      <a:pt x="2420" y="1356"/>
                      <a:pt x="2420" y="1393"/>
                      <a:pt x="2420" y="1430"/>
                    </a:cubicBezTo>
                    <a:cubicBezTo>
                      <a:pt x="2456" y="1430"/>
                      <a:pt x="2493" y="1430"/>
                      <a:pt x="2530" y="1430"/>
                    </a:cubicBezTo>
                    <a:cubicBezTo>
                      <a:pt x="2530" y="1466"/>
                      <a:pt x="2530" y="1503"/>
                      <a:pt x="2530" y="1540"/>
                    </a:cubicBezTo>
                    <a:cubicBezTo>
                      <a:pt x="2566" y="1540"/>
                      <a:pt x="2603" y="1540"/>
                      <a:pt x="2640" y="1540"/>
                    </a:cubicBezTo>
                    <a:cubicBezTo>
                      <a:pt x="2640" y="1576"/>
                      <a:pt x="2640" y="1613"/>
                      <a:pt x="2640" y="1650"/>
                    </a:cubicBezTo>
                    <a:cubicBezTo>
                      <a:pt x="2676" y="1650"/>
                      <a:pt x="2713" y="1650"/>
                      <a:pt x="2750" y="1650"/>
                    </a:cubicBezTo>
                    <a:cubicBezTo>
                      <a:pt x="2750" y="1686"/>
                      <a:pt x="2750" y="1723"/>
                      <a:pt x="2750" y="1760"/>
                    </a:cubicBezTo>
                    <a:cubicBezTo>
                      <a:pt x="2786" y="1760"/>
                      <a:pt x="2823" y="1760"/>
                      <a:pt x="2860" y="1760"/>
                    </a:cubicBezTo>
                    <a:cubicBezTo>
                      <a:pt x="2860" y="1796"/>
                      <a:pt x="2860" y="1833"/>
                      <a:pt x="2860" y="1870"/>
                    </a:cubicBezTo>
                    <a:cubicBezTo>
                      <a:pt x="2896" y="1870"/>
                      <a:pt x="2933" y="1870"/>
                      <a:pt x="2970" y="1870"/>
                    </a:cubicBezTo>
                    <a:cubicBezTo>
                      <a:pt x="2970" y="1906"/>
                      <a:pt x="2970" y="1943"/>
                      <a:pt x="2970" y="1980"/>
                    </a:cubicBezTo>
                    <a:cubicBezTo>
                      <a:pt x="3006" y="1980"/>
                      <a:pt x="3043" y="1980"/>
                      <a:pt x="3080" y="1980"/>
                    </a:cubicBezTo>
                    <a:cubicBezTo>
                      <a:pt x="3080" y="2016"/>
                      <a:pt x="3080" y="2053"/>
                      <a:pt x="3080" y="2090"/>
                    </a:cubicBezTo>
                    <a:cubicBezTo>
                      <a:pt x="3116" y="2090"/>
                      <a:pt x="3153" y="2090"/>
                      <a:pt x="3190" y="2090"/>
                    </a:cubicBezTo>
                    <a:cubicBezTo>
                      <a:pt x="3190" y="2126"/>
                      <a:pt x="3190" y="2163"/>
                      <a:pt x="3190" y="2200"/>
                    </a:cubicBezTo>
                    <a:cubicBezTo>
                      <a:pt x="3226" y="2200"/>
                      <a:pt x="3263" y="2200"/>
                      <a:pt x="3300" y="2200"/>
                    </a:cubicBezTo>
                    <a:cubicBezTo>
                      <a:pt x="3300" y="2236"/>
                      <a:pt x="3300" y="2273"/>
                      <a:pt x="3300" y="2310"/>
                    </a:cubicBezTo>
                    <a:cubicBezTo>
                      <a:pt x="3336" y="2310"/>
                      <a:pt x="3373" y="2310"/>
                      <a:pt x="3410" y="2310"/>
                    </a:cubicBezTo>
                    <a:cubicBezTo>
                      <a:pt x="3410" y="2346"/>
                      <a:pt x="3410" y="2383"/>
                      <a:pt x="3410" y="2420"/>
                    </a:cubicBezTo>
                    <a:cubicBezTo>
                      <a:pt x="3446" y="2420"/>
                      <a:pt x="3483" y="2420"/>
                      <a:pt x="3520" y="2420"/>
                    </a:cubicBezTo>
                    <a:cubicBezTo>
                      <a:pt x="3520" y="2456"/>
                      <a:pt x="3520" y="2493"/>
                      <a:pt x="3520" y="2530"/>
                    </a:cubicBezTo>
                    <a:cubicBezTo>
                      <a:pt x="3556" y="2530"/>
                      <a:pt x="3593" y="2530"/>
                      <a:pt x="3630" y="2530"/>
                    </a:cubicBezTo>
                    <a:cubicBezTo>
                      <a:pt x="3630" y="2566"/>
                      <a:pt x="3630" y="2603"/>
                      <a:pt x="3630" y="2640"/>
                    </a:cubicBezTo>
                    <a:cubicBezTo>
                      <a:pt x="3666" y="2640"/>
                      <a:pt x="3703" y="2640"/>
                      <a:pt x="3740" y="2640"/>
                    </a:cubicBezTo>
                    <a:cubicBezTo>
                      <a:pt x="3740" y="2676"/>
                      <a:pt x="3740" y="2713"/>
                      <a:pt x="3740" y="2750"/>
                    </a:cubicBezTo>
                    <a:cubicBezTo>
                      <a:pt x="3776" y="2750"/>
                      <a:pt x="3813" y="2750"/>
                      <a:pt x="3850" y="2750"/>
                    </a:cubicBezTo>
                    <a:cubicBezTo>
                      <a:pt x="3850" y="2786"/>
                      <a:pt x="3850" y="2823"/>
                      <a:pt x="3850" y="2860"/>
                    </a:cubicBezTo>
                    <a:cubicBezTo>
                      <a:pt x="3886" y="2860"/>
                      <a:pt x="3923" y="2860"/>
                      <a:pt x="3960" y="2860"/>
                    </a:cubicBezTo>
                    <a:cubicBezTo>
                      <a:pt x="3960" y="2896"/>
                      <a:pt x="3960" y="2933"/>
                      <a:pt x="3960" y="2970"/>
                    </a:cubicBezTo>
                    <a:cubicBezTo>
                      <a:pt x="3996" y="2970"/>
                      <a:pt x="4033" y="2970"/>
                      <a:pt x="4070" y="2970"/>
                    </a:cubicBezTo>
                    <a:cubicBezTo>
                      <a:pt x="4070" y="3006"/>
                      <a:pt x="4070" y="3043"/>
                      <a:pt x="4070" y="3080"/>
                    </a:cubicBezTo>
                    <a:cubicBezTo>
                      <a:pt x="4106" y="3080"/>
                      <a:pt x="4143" y="3080"/>
                      <a:pt x="4180" y="3080"/>
                    </a:cubicBezTo>
                    <a:cubicBezTo>
                      <a:pt x="4180" y="3116"/>
                      <a:pt x="4180" y="3153"/>
                      <a:pt x="4180" y="3190"/>
                    </a:cubicBezTo>
                    <a:cubicBezTo>
                      <a:pt x="4216" y="3190"/>
                      <a:pt x="4253" y="3190"/>
                      <a:pt x="4290" y="3190"/>
                    </a:cubicBezTo>
                    <a:cubicBezTo>
                      <a:pt x="4290" y="3226"/>
                      <a:pt x="4290" y="3263"/>
                      <a:pt x="4290" y="3300"/>
                    </a:cubicBezTo>
                    <a:cubicBezTo>
                      <a:pt x="4326" y="3300"/>
                      <a:pt x="4363" y="3300"/>
                      <a:pt x="4400" y="3300"/>
                    </a:cubicBezTo>
                    <a:cubicBezTo>
                      <a:pt x="4400" y="3336"/>
                      <a:pt x="4400" y="3373"/>
                      <a:pt x="4400" y="3410"/>
                    </a:cubicBezTo>
                    <a:cubicBezTo>
                      <a:pt x="4436" y="3410"/>
                      <a:pt x="4473" y="3410"/>
                      <a:pt x="4510" y="3410"/>
                    </a:cubicBezTo>
                    <a:cubicBezTo>
                      <a:pt x="4510" y="3446"/>
                      <a:pt x="4510" y="3483"/>
                      <a:pt x="4510" y="3520"/>
                    </a:cubicBezTo>
                    <a:cubicBezTo>
                      <a:pt x="4546" y="3520"/>
                      <a:pt x="4583" y="3520"/>
                      <a:pt x="4620" y="3520"/>
                    </a:cubicBezTo>
                    <a:cubicBezTo>
                      <a:pt x="4620" y="3556"/>
                      <a:pt x="4620" y="3593"/>
                      <a:pt x="4620" y="3630"/>
                    </a:cubicBezTo>
                    <a:cubicBezTo>
                      <a:pt x="4656" y="3630"/>
                      <a:pt x="4693" y="3630"/>
                      <a:pt x="4730" y="3630"/>
                    </a:cubicBezTo>
                    <a:cubicBezTo>
                      <a:pt x="4730" y="3666"/>
                      <a:pt x="4730" y="3703"/>
                      <a:pt x="4730" y="3740"/>
                    </a:cubicBezTo>
                    <a:cubicBezTo>
                      <a:pt x="4766" y="3740"/>
                      <a:pt x="4803" y="3740"/>
                      <a:pt x="4840" y="3740"/>
                    </a:cubicBezTo>
                    <a:cubicBezTo>
                      <a:pt x="4840" y="3776"/>
                      <a:pt x="4840" y="3813"/>
                      <a:pt x="4840" y="3850"/>
                    </a:cubicBezTo>
                    <a:cubicBezTo>
                      <a:pt x="4876" y="3850"/>
                      <a:pt x="4913" y="3850"/>
                      <a:pt x="4950" y="3850"/>
                    </a:cubicBezTo>
                    <a:cubicBezTo>
                      <a:pt x="4950" y="3886"/>
                      <a:pt x="4950" y="3923"/>
                      <a:pt x="4950" y="3960"/>
                    </a:cubicBezTo>
                    <a:cubicBezTo>
                      <a:pt x="4986" y="3960"/>
                      <a:pt x="5023" y="3960"/>
                      <a:pt x="5060" y="3960"/>
                    </a:cubicBezTo>
                    <a:cubicBezTo>
                      <a:pt x="5060" y="3996"/>
                      <a:pt x="5060" y="4033"/>
                      <a:pt x="5060" y="4070"/>
                    </a:cubicBezTo>
                    <a:cubicBezTo>
                      <a:pt x="5096" y="4070"/>
                      <a:pt x="5133" y="4070"/>
                      <a:pt x="5170" y="4070"/>
                    </a:cubicBezTo>
                    <a:cubicBezTo>
                      <a:pt x="5170" y="4106"/>
                      <a:pt x="5170" y="4143"/>
                      <a:pt x="5170" y="4180"/>
                    </a:cubicBezTo>
                    <a:cubicBezTo>
                      <a:pt x="5206" y="4180"/>
                      <a:pt x="5243" y="4180"/>
                      <a:pt x="5280" y="4180"/>
                    </a:cubicBezTo>
                    <a:cubicBezTo>
                      <a:pt x="5280" y="4216"/>
                      <a:pt x="5280" y="4253"/>
                      <a:pt x="5280" y="4290"/>
                    </a:cubicBezTo>
                    <a:cubicBezTo>
                      <a:pt x="5316" y="4290"/>
                      <a:pt x="5353" y="4290"/>
                      <a:pt x="5390" y="4290"/>
                    </a:cubicBezTo>
                    <a:cubicBezTo>
                      <a:pt x="5390" y="4326"/>
                      <a:pt x="5390" y="4363"/>
                      <a:pt x="5390" y="4400"/>
                    </a:cubicBezTo>
                    <a:cubicBezTo>
                      <a:pt x="5426" y="4400"/>
                      <a:pt x="5463" y="4400"/>
                      <a:pt x="5500" y="4400"/>
                    </a:cubicBezTo>
                    <a:cubicBezTo>
                      <a:pt x="5500" y="4436"/>
                      <a:pt x="5500" y="4473"/>
                      <a:pt x="5500" y="4510"/>
                    </a:cubicBezTo>
                    <a:cubicBezTo>
                      <a:pt x="5536" y="4510"/>
                      <a:pt x="5573" y="4510"/>
                      <a:pt x="5610" y="4510"/>
                    </a:cubicBezTo>
                    <a:cubicBezTo>
                      <a:pt x="5610" y="4546"/>
                      <a:pt x="5610" y="4583"/>
                      <a:pt x="5610" y="4620"/>
                    </a:cubicBezTo>
                    <a:cubicBezTo>
                      <a:pt x="5646" y="4620"/>
                      <a:pt x="5683" y="4620"/>
                      <a:pt x="5720" y="4620"/>
                    </a:cubicBezTo>
                    <a:cubicBezTo>
                      <a:pt x="5720" y="4656"/>
                      <a:pt x="5720" y="4693"/>
                      <a:pt x="5720" y="4730"/>
                    </a:cubicBezTo>
                    <a:cubicBezTo>
                      <a:pt x="5756" y="4730"/>
                      <a:pt x="5793" y="4730"/>
                      <a:pt x="5830" y="4730"/>
                    </a:cubicBezTo>
                    <a:cubicBezTo>
                      <a:pt x="5830" y="4766"/>
                      <a:pt x="5830" y="4803"/>
                      <a:pt x="5830" y="4840"/>
                    </a:cubicBezTo>
                    <a:cubicBezTo>
                      <a:pt x="5866" y="4840"/>
                      <a:pt x="5903" y="4840"/>
                      <a:pt x="5940" y="4840"/>
                    </a:cubicBezTo>
                    <a:cubicBezTo>
                      <a:pt x="5940" y="4876"/>
                      <a:pt x="5940" y="4913"/>
                      <a:pt x="5940" y="4950"/>
                    </a:cubicBezTo>
                    <a:cubicBezTo>
                      <a:pt x="5976" y="4950"/>
                      <a:pt x="6013" y="4950"/>
                      <a:pt x="6050" y="4950"/>
                    </a:cubicBezTo>
                    <a:cubicBezTo>
                      <a:pt x="6050" y="4986"/>
                      <a:pt x="6050" y="5023"/>
                      <a:pt x="6050" y="5060"/>
                    </a:cubicBezTo>
                    <a:cubicBezTo>
                      <a:pt x="6086" y="5060"/>
                      <a:pt x="6123" y="5060"/>
                      <a:pt x="6160" y="5060"/>
                    </a:cubicBezTo>
                    <a:cubicBezTo>
                      <a:pt x="6160" y="5096"/>
                      <a:pt x="6160" y="5133"/>
                      <a:pt x="6160" y="5170"/>
                    </a:cubicBezTo>
                    <a:cubicBezTo>
                      <a:pt x="6196" y="5170"/>
                      <a:pt x="6233" y="5170"/>
                      <a:pt x="6270" y="5170"/>
                    </a:cubicBezTo>
                    <a:cubicBezTo>
                      <a:pt x="6270" y="5206"/>
                      <a:pt x="6270" y="5243"/>
                      <a:pt x="6270" y="5280"/>
                    </a:cubicBezTo>
                    <a:cubicBezTo>
                      <a:pt x="6306" y="5280"/>
                      <a:pt x="6343" y="5280"/>
                      <a:pt x="6380" y="5280"/>
                    </a:cubicBezTo>
                    <a:cubicBezTo>
                      <a:pt x="6380" y="5316"/>
                      <a:pt x="6380" y="5353"/>
                      <a:pt x="6380" y="5390"/>
                    </a:cubicBezTo>
                    <a:cubicBezTo>
                      <a:pt x="6416" y="5390"/>
                      <a:pt x="6453" y="5390"/>
                      <a:pt x="6490" y="5390"/>
                    </a:cubicBezTo>
                    <a:cubicBezTo>
                      <a:pt x="6490" y="5426"/>
                      <a:pt x="6490" y="5463"/>
                      <a:pt x="6490" y="5500"/>
                    </a:cubicBezTo>
                    <a:cubicBezTo>
                      <a:pt x="6526" y="5500"/>
                      <a:pt x="6563" y="5500"/>
                      <a:pt x="6600" y="5500"/>
                    </a:cubicBezTo>
                    <a:cubicBezTo>
                      <a:pt x="6600" y="5536"/>
                      <a:pt x="6600" y="5573"/>
                      <a:pt x="6600" y="5610"/>
                    </a:cubicBezTo>
                    <a:cubicBezTo>
                      <a:pt x="6636" y="5610"/>
                      <a:pt x="6673" y="5610"/>
                      <a:pt x="6710" y="5610"/>
                    </a:cubicBezTo>
                    <a:cubicBezTo>
                      <a:pt x="6710" y="5646"/>
                      <a:pt x="6710" y="5683"/>
                      <a:pt x="6710" y="5720"/>
                    </a:cubicBezTo>
                    <a:cubicBezTo>
                      <a:pt x="6746" y="5720"/>
                      <a:pt x="6783" y="5720"/>
                      <a:pt x="6820" y="5720"/>
                    </a:cubicBezTo>
                    <a:cubicBezTo>
                      <a:pt x="6820" y="5756"/>
                      <a:pt x="6820" y="5793"/>
                      <a:pt x="6820" y="5830"/>
                    </a:cubicBezTo>
                    <a:cubicBezTo>
                      <a:pt x="6856" y="5830"/>
                      <a:pt x="6893" y="5830"/>
                      <a:pt x="6930" y="5830"/>
                    </a:cubicBezTo>
                    <a:cubicBezTo>
                      <a:pt x="6930" y="5866"/>
                      <a:pt x="6930" y="5903"/>
                      <a:pt x="6930" y="5940"/>
                    </a:cubicBezTo>
                    <a:cubicBezTo>
                      <a:pt x="6966" y="5940"/>
                      <a:pt x="7003" y="5940"/>
                      <a:pt x="7040" y="5940"/>
                    </a:cubicBezTo>
                    <a:cubicBezTo>
                      <a:pt x="7040" y="6049"/>
                      <a:pt x="7040" y="6158"/>
                      <a:pt x="7040" y="6270"/>
                    </a:cubicBezTo>
                    <a:cubicBezTo>
                      <a:pt x="7004" y="6270"/>
                      <a:pt x="6967" y="6270"/>
                      <a:pt x="6930" y="6270"/>
                    </a:cubicBezTo>
                    <a:cubicBezTo>
                      <a:pt x="6930" y="6306"/>
                      <a:pt x="6930" y="6343"/>
                      <a:pt x="6930" y="6380"/>
                    </a:cubicBezTo>
                    <a:cubicBezTo>
                      <a:pt x="6894" y="6380"/>
                      <a:pt x="6857" y="6380"/>
                      <a:pt x="6820" y="6380"/>
                    </a:cubicBezTo>
                    <a:cubicBezTo>
                      <a:pt x="6820" y="6416"/>
                      <a:pt x="6820" y="6453"/>
                      <a:pt x="6820" y="6490"/>
                    </a:cubicBezTo>
                    <a:cubicBezTo>
                      <a:pt x="6784" y="6490"/>
                      <a:pt x="6747" y="6490"/>
                      <a:pt x="6710" y="6490"/>
                    </a:cubicBezTo>
                    <a:cubicBezTo>
                      <a:pt x="6710" y="6526"/>
                      <a:pt x="6710" y="6563"/>
                      <a:pt x="6710" y="6600"/>
                    </a:cubicBezTo>
                    <a:cubicBezTo>
                      <a:pt x="6674" y="6600"/>
                      <a:pt x="6637" y="6600"/>
                      <a:pt x="6600" y="6600"/>
                    </a:cubicBezTo>
                    <a:cubicBezTo>
                      <a:pt x="6600" y="6636"/>
                      <a:pt x="6600" y="6673"/>
                      <a:pt x="6600" y="6710"/>
                    </a:cubicBezTo>
                    <a:cubicBezTo>
                      <a:pt x="6564" y="6710"/>
                      <a:pt x="6527" y="6710"/>
                      <a:pt x="6490" y="6710"/>
                    </a:cubicBezTo>
                    <a:cubicBezTo>
                      <a:pt x="6490" y="6746"/>
                      <a:pt x="6490" y="6783"/>
                      <a:pt x="6490" y="6820"/>
                    </a:cubicBezTo>
                    <a:cubicBezTo>
                      <a:pt x="6454" y="6820"/>
                      <a:pt x="6417" y="6820"/>
                      <a:pt x="6380" y="6820"/>
                    </a:cubicBezTo>
                    <a:cubicBezTo>
                      <a:pt x="6380" y="6856"/>
                      <a:pt x="6380" y="6893"/>
                      <a:pt x="6380" y="6930"/>
                    </a:cubicBezTo>
                    <a:cubicBezTo>
                      <a:pt x="6344" y="6930"/>
                      <a:pt x="6307" y="6930"/>
                      <a:pt x="6270" y="6930"/>
                    </a:cubicBezTo>
                    <a:cubicBezTo>
                      <a:pt x="6270" y="6966"/>
                      <a:pt x="6270" y="7003"/>
                      <a:pt x="6270" y="7040"/>
                    </a:cubicBezTo>
                    <a:cubicBezTo>
                      <a:pt x="6234" y="7040"/>
                      <a:pt x="6197" y="7040"/>
                      <a:pt x="6160" y="7040"/>
                    </a:cubicBezTo>
                    <a:cubicBezTo>
                      <a:pt x="6160" y="7076"/>
                      <a:pt x="6160" y="7113"/>
                      <a:pt x="6160" y="7150"/>
                    </a:cubicBezTo>
                    <a:cubicBezTo>
                      <a:pt x="6124" y="7150"/>
                      <a:pt x="6087" y="7150"/>
                      <a:pt x="6050" y="7150"/>
                    </a:cubicBezTo>
                    <a:cubicBezTo>
                      <a:pt x="6050" y="7186"/>
                      <a:pt x="6050" y="7223"/>
                      <a:pt x="6050" y="7260"/>
                    </a:cubicBezTo>
                    <a:cubicBezTo>
                      <a:pt x="6014" y="7260"/>
                      <a:pt x="5977" y="7260"/>
                      <a:pt x="5940" y="7260"/>
                    </a:cubicBezTo>
                    <a:cubicBezTo>
                      <a:pt x="5940" y="7296"/>
                      <a:pt x="5940" y="7333"/>
                      <a:pt x="5940" y="7370"/>
                    </a:cubicBezTo>
                    <a:cubicBezTo>
                      <a:pt x="5904" y="7370"/>
                      <a:pt x="5867" y="7370"/>
                      <a:pt x="5830" y="7370"/>
                    </a:cubicBezTo>
                    <a:cubicBezTo>
                      <a:pt x="5830" y="7406"/>
                      <a:pt x="5830" y="7443"/>
                      <a:pt x="5830" y="7480"/>
                    </a:cubicBezTo>
                    <a:cubicBezTo>
                      <a:pt x="5794" y="7480"/>
                      <a:pt x="5757" y="7480"/>
                      <a:pt x="5720" y="7480"/>
                    </a:cubicBezTo>
                    <a:cubicBezTo>
                      <a:pt x="5720" y="7516"/>
                      <a:pt x="5720" y="7553"/>
                      <a:pt x="5720" y="7590"/>
                    </a:cubicBezTo>
                    <a:cubicBezTo>
                      <a:pt x="5684" y="7590"/>
                      <a:pt x="5647" y="7590"/>
                      <a:pt x="5610" y="7590"/>
                    </a:cubicBezTo>
                    <a:cubicBezTo>
                      <a:pt x="5610" y="7626"/>
                      <a:pt x="5610" y="7663"/>
                      <a:pt x="5610" y="7700"/>
                    </a:cubicBezTo>
                    <a:cubicBezTo>
                      <a:pt x="5574" y="7700"/>
                      <a:pt x="5537" y="7700"/>
                      <a:pt x="5500" y="7700"/>
                    </a:cubicBezTo>
                    <a:cubicBezTo>
                      <a:pt x="5500" y="7736"/>
                      <a:pt x="5500" y="7773"/>
                      <a:pt x="5500" y="7810"/>
                    </a:cubicBezTo>
                    <a:cubicBezTo>
                      <a:pt x="5464" y="7810"/>
                      <a:pt x="5427" y="7810"/>
                      <a:pt x="5390" y="7810"/>
                    </a:cubicBezTo>
                    <a:cubicBezTo>
                      <a:pt x="5390" y="7846"/>
                      <a:pt x="5390" y="7883"/>
                      <a:pt x="5390" y="7920"/>
                    </a:cubicBezTo>
                    <a:cubicBezTo>
                      <a:pt x="5354" y="7920"/>
                      <a:pt x="5317" y="7920"/>
                      <a:pt x="5280" y="7920"/>
                    </a:cubicBezTo>
                    <a:cubicBezTo>
                      <a:pt x="5280" y="7956"/>
                      <a:pt x="5280" y="7993"/>
                      <a:pt x="5280" y="8030"/>
                    </a:cubicBezTo>
                    <a:cubicBezTo>
                      <a:pt x="5244" y="8030"/>
                      <a:pt x="5207" y="8030"/>
                      <a:pt x="5170" y="8030"/>
                    </a:cubicBezTo>
                    <a:cubicBezTo>
                      <a:pt x="5170" y="8066"/>
                      <a:pt x="5170" y="8103"/>
                      <a:pt x="5170" y="8140"/>
                    </a:cubicBezTo>
                    <a:cubicBezTo>
                      <a:pt x="5134" y="8140"/>
                      <a:pt x="5097" y="8140"/>
                      <a:pt x="5060" y="8140"/>
                    </a:cubicBezTo>
                    <a:cubicBezTo>
                      <a:pt x="5060" y="8176"/>
                      <a:pt x="5060" y="8213"/>
                      <a:pt x="5060" y="8250"/>
                    </a:cubicBezTo>
                    <a:cubicBezTo>
                      <a:pt x="5024" y="8250"/>
                      <a:pt x="4987" y="8250"/>
                      <a:pt x="4950" y="8250"/>
                    </a:cubicBezTo>
                    <a:cubicBezTo>
                      <a:pt x="4950" y="8286"/>
                      <a:pt x="4950" y="8323"/>
                      <a:pt x="4950" y="8360"/>
                    </a:cubicBezTo>
                    <a:cubicBezTo>
                      <a:pt x="4914" y="8360"/>
                      <a:pt x="4877" y="8360"/>
                      <a:pt x="4840" y="8360"/>
                    </a:cubicBezTo>
                    <a:cubicBezTo>
                      <a:pt x="4840" y="8396"/>
                      <a:pt x="4840" y="8433"/>
                      <a:pt x="4840" y="8470"/>
                    </a:cubicBezTo>
                    <a:cubicBezTo>
                      <a:pt x="4804" y="8470"/>
                      <a:pt x="4767" y="8470"/>
                      <a:pt x="4730" y="8470"/>
                    </a:cubicBezTo>
                    <a:cubicBezTo>
                      <a:pt x="4730" y="8506"/>
                      <a:pt x="4730" y="8543"/>
                      <a:pt x="4730" y="8580"/>
                    </a:cubicBezTo>
                    <a:cubicBezTo>
                      <a:pt x="4694" y="8580"/>
                      <a:pt x="4657" y="8580"/>
                      <a:pt x="4620" y="8580"/>
                    </a:cubicBezTo>
                    <a:cubicBezTo>
                      <a:pt x="4620" y="8616"/>
                      <a:pt x="4620" y="8653"/>
                      <a:pt x="4620" y="8690"/>
                    </a:cubicBezTo>
                    <a:cubicBezTo>
                      <a:pt x="4584" y="8690"/>
                      <a:pt x="4547" y="8690"/>
                      <a:pt x="4510" y="8690"/>
                    </a:cubicBezTo>
                    <a:cubicBezTo>
                      <a:pt x="4510" y="8726"/>
                      <a:pt x="4510" y="8763"/>
                      <a:pt x="4510" y="8800"/>
                    </a:cubicBezTo>
                    <a:cubicBezTo>
                      <a:pt x="4474" y="8800"/>
                      <a:pt x="4437" y="8800"/>
                      <a:pt x="4400" y="8800"/>
                    </a:cubicBezTo>
                    <a:cubicBezTo>
                      <a:pt x="4400" y="8836"/>
                      <a:pt x="4400" y="8873"/>
                      <a:pt x="4400" y="8910"/>
                    </a:cubicBezTo>
                    <a:cubicBezTo>
                      <a:pt x="4364" y="8910"/>
                      <a:pt x="4327" y="8910"/>
                      <a:pt x="4290" y="8910"/>
                    </a:cubicBezTo>
                    <a:cubicBezTo>
                      <a:pt x="4290" y="8946"/>
                      <a:pt x="4290" y="8983"/>
                      <a:pt x="4290" y="9020"/>
                    </a:cubicBezTo>
                    <a:cubicBezTo>
                      <a:pt x="4254" y="9020"/>
                      <a:pt x="4217" y="9020"/>
                      <a:pt x="4180" y="9020"/>
                    </a:cubicBezTo>
                    <a:cubicBezTo>
                      <a:pt x="4180" y="9056"/>
                      <a:pt x="4180" y="9093"/>
                      <a:pt x="4180" y="9130"/>
                    </a:cubicBezTo>
                    <a:cubicBezTo>
                      <a:pt x="4144" y="9130"/>
                      <a:pt x="4107" y="9130"/>
                      <a:pt x="4070" y="9130"/>
                    </a:cubicBezTo>
                    <a:cubicBezTo>
                      <a:pt x="4070" y="9166"/>
                      <a:pt x="4070" y="9203"/>
                      <a:pt x="4070" y="9240"/>
                    </a:cubicBezTo>
                    <a:cubicBezTo>
                      <a:pt x="4034" y="9240"/>
                      <a:pt x="3997" y="9240"/>
                      <a:pt x="3960" y="9240"/>
                    </a:cubicBezTo>
                    <a:cubicBezTo>
                      <a:pt x="3960" y="9276"/>
                      <a:pt x="3960" y="9313"/>
                      <a:pt x="3960" y="9350"/>
                    </a:cubicBezTo>
                    <a:cubicBezTo>
                      <a:pt x="3924" y="9350"/>
                      <a:pt x="3887" y="9350"/>
                      <a:pt x="3850" y="9350"/>
                    </a:cubicBezTo>
                    <a:cubicBezTo>
                      <a:pt x="3850" y="9386"/>
                      <a:pt x="3850" y="9423"/>
                      <a:pt x="3850" y="9460"/>
                    </a:cubicBezTo>
                    <a:cubicBezTo>
                      <a:pt x="3814" y="9460"/>
                      <a:pt x="3777" y="9460"/>
                      <a:pt x="3740" y="9460"/>
                    </a:cubicBezTo>
                    <a:cubicBezTo>
                      <a:pt x="3740" y="9496"/>
                      <a:pt x="3740" y="9533"/>
                      <a:pt x="3740" y="9570"/>
                    </a:cubicBezTo>
                    <a:cubicBezTo>
                      <a:pt x="3704" y="9570"/>
                      <a:pt x="3667" y="9570"/>
                      <a:pt x="3630" y="9570"/>
                    </a:cubicBezTo>
                    <a:cubicBezTo>
                      <a:pt x="3630" y="9606"/>
                      <a:pt x="3630" y="9643"/>
                      <a:pt x="3630" y="9680"/>
                    </a:cubicBezTo>
                    <a:cubicBezTo>
                      <a:pt x="3594" y="9680"/>
                      <a:pt x="3557" y="9680"/>
                      <a:pt x="3520" y="9680"/>
                    </a:cubicBezTo>
                    <a:cubicBezTo>
                      <a:pt x="3520" y="9716"/>
                      <a:pt x="3520" y="9753"/>
                      <a:pt x="3520" y="9790"/>
                    </a:cubicBezTo>
                    <a:cubicBezTo>
                      <a:pt x="3484" y="9790"/>
                      <a:pt x="3447" y="9790"/>
                      <a:pt x="3410" y="9790"/>
                    </a:cubicBezTo>
                    <a:cubicBezTo>
                      <a:pt x="3410" y="9826"/>
                      <a:pt x="3410" y="9863"/>
                      <a:pt x="3410" y="9900"/>
                    </a:cubicBezTo>
                    <a:cubicBezTo>
                      <a:pt x="3374" y="9900"/>
                      <a:pt x="3337" y="9900"/>
                      <a:pt x="3300" y="9900"/>
                    </a:cubicBezTo>
                    <a:cubicBezTo>
                      <a:pt x="3300" y="9936"/>
                      <a:pt x="3300" y="9973"/>
                      <a:pt x="3300" y="10010"/>
                    </a:cubicBezTo>
                    <a:cubicBezTo>
                      <a:pt x="3264" y="10010"/>
                      <a:pt x="3227" y="10010"/>
                      <a:pt x="3190" y="10010"/>
                    </a:cubicBezTo>
                    <a:cubicBezTo>
                      <a:pt x="3190" y="10046"/>
                      <a:pt x="3190" y="10083"/>
                      <a:pt x="3190" y="10120"/>
                    </a:cubicBezTo>
                    <a:cubicBezTo>
                      <a:pt x="3154" y="10120"/>
                      <a:pt x="3117" y="10120"/>
                      <a:pt x="3080" y="10120"/>
                    </a:cubicBezTo>
                    <a:cubicBezTo>
                      <a:pt x="3080" y="10156"/>
                      <a:pt x="3080" y="10193"/>
                      <a:pt x="3080" y="10230"/>
                    </a:cubicBezTo>
                    <a:cubicBezTo>
                      <a:pt x="3044" y="10230"/>
                      <a:pt x="3007" y="10230"/>
                      <a:pt x="2970" y="10230"/>
                    </a:cubicBezTo>
                    <a:cubicBezTo>
                      <a:pt x="2970" y="10266"/>
                      <a:pt x="2970" y="10303"/>
                      <a:pt x="2970" y="10340"/>
                    </a:cubicBezTo>
                    <a:cubicBezTo>
                      <a:pt x="2934" y="10340"/>
                      <a:pt x="2897" y="10340"/>
                      <a:pt x="2860" y="10340"/>
                    </a:cubicBezTo>
                    <a:cubicBezTo>
                      <a:pt x="2860" y="10376"/>
                      <a:pt x="2860" y="10413"/>
                      <a:pt x="2860" y="10450"/>
                    </a:cubicBezTo>
                    <a:cubicBezTo>
                      <a:pt x="2824" y="10450"/>
                      <a:pt x="2787" y="10450"/>
                      <a:pt x="2750" y="10450"/>
                    </a:cubicBezTo>
                    <a:cubicBezTo>
                      <a:pt x="2750" y="10486"/>
                      <a:pt x="2750" y="10523"/>
                      <a:pt x="2750" y="10560"/>
                    </a:cubicBezTo>
                    <a:cubicBezTo>
                      <a:pt x="2714" y="10560"/>
                      <a:pt x="2677" y="10560"/>
                      <a:pt x="2640" y="10560"/>
                    </a:cubicBezTo>
                    <a:cubicBezTo>
                      <a:pt x="2640" y="10596"/>
                      <a:pt x="2640" y="10633"/>
                      <a:pt x="2640" y="10670"/>
                    </a:cubicBezTo>
                    <a:cubicBezTo>
                      <a:pt x="2604" y="10670"/>
                      <a:pt x="2567" y="10670"/>
                      <a:pt x="2530" y="10670"/>
                    </a:cubicBezTo>
                    <a:cubicBezTo>
                      <a:pt x="2530" y="10706"/>
                      <a:pt x="2530" y="10743"/>
                      <a:pt x="2530" y="10780"/>
                    </a:cubicBezTo>
                    <a:cubicBezTo>
                      <a:pt x="2494" y="10780"/>
                      <a:pt x="2457" y="10780"/>
                      <a:pt x="2420" y="10780"/>
                    </a:cubicBezTo>
                    <a:cubicBezTo>
                      <a:pt x="2420" y="10816"/>
                      <a:pt x="2420" y="10853"/>
                      <a:pt x="2420" y="10890"/>
                    </a:cubicBezTo>
                    <a:cubicBezTo>
                      <a:pt x="2384" y="10890"/>
                      <a:pt x="2347" y="10890"/>
                      <a:pt x="2310" y="10890"/>
                    </a:cubicBezTo>
                    <a:cubicBezTo>
                      <a:pt x="2310" y="10926"/>
                      <a:pt x="2310" y="10963"/>
                      <a:pt x="2310" y="11000"/>
                    </a:cubicBezTo>
                    <a:cubicBezTo>
                      <a:pt x="2274" y="11000"/>
                      <a:pt x="2237" y="11000"/>
                      <a:pt x="2200" y="11000"/>
                    </a:cubicBezTo>
                    <a:cubicBezTo>
                      <a:pt x="2200" y="11036"/>
                      <a:pt x="2200" y="11073"/>
                      <a:pt x="2200" y="11110"/>
                    </a:cubicBezTo>
                    <a:cubicBezTo>
                      <a:pt x="2164" y="11110"/>
                      <a:pt x="2127" y="11110"/>
                      <a:pt x="2090" y="11110"/>
                    </a:cubicBezTo>
                    <a:cubicBezTo>
                      <a:pt x="2090" y="11146"/>
                      <a:pt x="2090" y="11183"/>
                      <a:pt x="2090" y="11220"/>
                    </a:cubicBezTo>
                    <a:cubicBezTo>
                      <a:pt x="2054" y="11220"/>
                      <a:pt x="2017" y="11220"/>
                      <a:pt x="1980" y="11220"/>
                    </a:cubicBezTo>
                    <a:cubicBezTo>
                      <a:pt x="1980" y="11256"/>
                      <a:pt x="1980" y="11293"/>
                      <a:pt x="1980" y="11330"/>
                    </a:cubicBezTo>
                    <a:cubicBezTo>
                      <a:pt x="1944" y="11330"/>
                      <a:pt x="1907" y="11330"/>
                      <a:pt x="1870" y="11330"/>
                    </a:cubicBezTo>
                    <a:cubicBezTo>
                      <a:pt x="1870" y="11366"/>
                      <a:pt x="1870" y="11403"/>
                      <a:pt x="1870" y="11440"/>
                    </a:cubicBezTo>
                    <a:cubicBezTo>
                      <a:pt x="1834" y="11440"/>
                      <a:pt x="1797" y="11440"/>
                      <a:pt x="1760" y="11440"/>
                    </a:cubicBezTo>
                    <a:cubicBezTo>
                      <a:pt x="1760" y="11476"/>
                      <a:pt x="1760" y="11513"/>
                      <a:pt x="1760" y="11550"/>
                    </a:cubicBezTo>
                    <a:cubicBezTo>
                      <a:pt x="1724" y="11550"/>
                      <a:pt x="1687" y="11550"/>
                      <a:pt x="1650" y="11550"/>
                    </a:cubicBezTo>
                    <a:cubicBezTo>
                      <a:pt x="1650" y="11586"/>
                      <a:pt x="1650" y="11623"/>
                      <a:pt x="1650" y="11660"/>
                    </a:cubicBezTo>
                    <a:cubicBezTo>
                      <a:pt x="1614" y="11660"/>
                      <a:pt x="1577" y="11660"/>
                      <a:pt x="1540" y="11660"/>
                    </a:cubicBezTo>
                    <a:cubicBezTo>
                      <a:pt x="1540" y="11696"/>
                      <a:pt x="1540" y="11733"/>
                      <a:pt x="1540" y="11770"/>
                    </a:cubicBezTo>
                    <a:cubicBezTo>
                      <a:pt x="1504" y="11770"/>
                      <a:pt x="1467" y="11770"/>
                      <a:pt x="1430" y="11770"/>
                    </a:cubicBezTo>
                    <a:cubicBezTo>
                      <a:pt x="1430" y="11806"/>
                      <a:pt x="1430" y="11843"/>
                      <a:pt x="1430" y="11880"/>
                    </a:cubicBezTo>
                    <a:cubicBezTo>
                      <a:pt x="1394" y="11880"/>
                      <a:pt x="1357" y="11880"/>
                      <a:pt x="1320" y="11880"/>
                    </a:cubicBezTo>
                    <a:cubicBezTo>
                      <a:pt x="1320" y="11916"/>
                      <a:pt x="1320" y="11953"/>
                      <a:pt x="1320" y="11990"/>
                    </a:cubicBezTo>
                    <a:cubicBezTo>
                      <a:pt x="1284" y="11990"/>
                      <a:pt x="1247" y="11990"/>
                      <a:pt x="1210" y="11990"/>
                    </a:cubicBezTo>
                    <a:cubicBezTo>
                      <a:pt x="1210" y="12026"/>
                      <a:pt x="1210" y="12063"/>
                      <a:pt x="1210" y="12100"/>
                    </a:cubicBezTo>
                    <a:cubicBezTo>
                      <a:pt x="1137" y="12100"/>
                      <a:pt x="1065" y="12100"/>
                      <a:pt x="990" y="12100"/>
                    </a:cubicBezTo>
                    <a:cubicBezTo>
                      <a:pt x="990" y="12136"/>
                      <a:pt x="990" y="12173"/>
                      <a:pt x="990" y="12210"/>
                    </a:cubicBezTo>
                    <a:cubicBezTo>
                      <a:pt x="881" y="12210"/>
                      <a:pt x="772" y="12210"/>
                      <a:pt x="660" y="12210"/>
                    </a:cubicBezTo>
                    <a:cubicBezTo>
                      <a:pt x="660" y="12174"/>
                      <a:pt x="660" y="12137"/>
                      <a:pt x="660" y="12100"/>
                    </a:cubicBezTo>
                    <a:cubicBezTo>
                      <a:pt x="624" y="12100"/>
                      <a:pt x="587" y="12100"/>
                      <a:pt x="550" y="12100"/>
                    </a:cubicBezTo>
                    <a:cubicBezTo>
                      <a:pt x="550" y="12064"/>
                      <a:pt x="550" y="12027"/>
                      <a:pt x="550" y="11990"/>
                    </a:cubicBezTo>
                    <a:cubicBezTo>
                      <a:pt x="514" y="11990"/>
                      <a:pt x="477" y="11990"/>
                      <a:pt x="440" y="11990"/>
                    </a:cubicBezTo>
                    <a:cubicBezTo>
                      <a:pt x="440" y="11954"/>
                      <a:pt x="440" y="11917"/>
                      <a:pt x="440" y="11880"/>
                    </a:cubicBezTo>
                    <a:cubicBezTo>
                      <a:pt x="404" y="11880"/>
                      <a:pt x="367" y="11880"/>
                      <a:pt x="330" y="11880"/>
                    </a:cubicBezTo>
                    <a:cubicBezTo>
                      <a:pt x="330" y="11844"/>
                      <a:pt x="330" y="11807"/>
                      <a:pt x="330" y="11770"/>
                    </a:cubicBezTo>
                    <a:cubicBezTo>
                      <a:pt x="294" y="11770"/>
                      <a:pt x="257" y="11770"/>
                      <a:pt x="220" y="11770"/>
                    </a:cubicBezTo>
                    <a:cubicBezTo>
                      <a:pt x="220" y="11734"/>
                      <a:pt x="220" y="11697"/>
                      <a:pt x="220" y="11660"/>
                    </a:cubicBezTo>
                    <a:cubicBezTo>
                      <a:pt x="184" y="11660"/>
                      <a:pt x="147" y="11660"/>
                      <a:pt x="110" y="11660"/>
                    </a:cubicBezTo>
                    <a:cubicBezTo>
                      <a:pt x="110" y="11624"/>
                      <a:pt x="110" y="11587"/>
                      <a:pt x="110" y="11550"/>
                    </a:cubicBezTo>
                    <a:cubicBezTo>
                      <a:pt x="74" y="11550"/>
                      <a:pt x="37" y="11550"/>
                      <a:pt x="0" y="11550"/>
                    </a:cubicBezTo>
                    <a:cubicBezTo>
                      <a:pt x="0" y="11405"/>
                      <a:pt x="0" y="11260"/>
                      <a:pt x="0" y="11110"/>
                    </a:cubicBezTo>
                    <a:cubicBezTo>
                      <a:pt x="36" y="11110"/>
                      <a:pt x="73" y="11110"/>
                      <a:pt x="110" y="11110"/>
                    </a:cubicBezTo>
                    <a:cubicBezTo>
                      <a:pt x="110" y="11074"/>
                      <a:pt x="110" y="11037"/>
                      <a:pt x="110" y="11000"/>
                    </a:cubicBezTo>
                    <a:cubicBezTo>
                      <a:pt x="146" y="11000"/>
                      <a:pt x="183" y="11000"/>
                      <a:pt x="220" y="11000"/>
                    </a:cubicBezTo>
                    <a:cubicBezTo>
                      <a:pt x="220" y="10964"/>
                      <a:pt x="220" y="10927"/>
                      <a:pt x="220" y="10890"/>
                    </a:cubicBezTo>
                    <a:cubicBezTo>
                      <a:pt x="256" y="10890"/>
                      <a:pt x="293" y="10890"/>
                      <a:pt x="330" y="10890"/>
                    </a:cubicBezTo>
                    <a:cubicBezTo>
                      <a:pt x="330" y="10854"/>
                      <a:pt x="330" y="10817"/>
                      <a:pt x="330" y="10780"/>
                    </a:cubicBezTo>
                    <a:cubicBezTo>
                      <a:pt x="366" y="10780"/>
                      <a:pt x="403" y="10780"/>
                      <a:pt x="440" y="10780"/>
                    </a:cubicBezTo>
                    <a:cubicBezTo>
                      <a:pt x="440" y="10744"/>
                      <a:pt x="440" y="10707"/>
                      <a:pt x="440" y="10670"/>
                    </a:cubicBezTo>
                    <a:cubicBezTo>
                      <a:pt x="476" y="10670"/>
                      <a:pt x="513" y="10670"/>
                      <a:pt x="550" y="10670"/>
                    </a:cubicBezTo>
                    <a:cubicBezTo>
                      <a:pt x="550" y="10634"/>
                      <a:pt x="550" y="10597"/>
                      <a:pt x="550" y="10560"/>
                    </a:cubicBezTo>
                    <a:cubicBezTo>
                      <a:pt x="586" y="10560"/>
                      <a:pt x="623" y="10560"/>
                      <a:pt x="660" y="10560"/>
                    </a:cubicBezTo>
                    <a:cubicBezTo>
                      <a:pt x="660" y="10524"/>
                      <a:pt x="660" y="10487"/>
                      <a:pt x="660" y="10450"/>
                    </a:cubicBezTo>
                    <a:cubicBezTo>
                      <a:pt x="696" y="10450"/>
                      <a:pt x="733" y="10450"/>
                      <a:pt x="770" y="10450"/>
                    </a:cubicBezTo>
                    <a:cubicBezTo>
                      <a:pt x="770" y="10414"/>
                      <a:pt x="770" y="10377"/>
                      <a:pt x="770" y="10340"/>
                    </a:cubicBezTo>
                    <a:cubicBezTo>
                      <a:pt x="806" y="10340"/>
                      <a:pt x="843" y="10340"/>
                      <a:pt x="880" y="10340"/>
                    </a:cubicBezTo>
                    <a:cubicBezTo>
                      <a:pt x="880" y="10304"/>
                      <a:pt x="880" y="10267"/>
                      <a:pt x="880" y="10230"/>
                    </a:cubicBezTo>
                    <a:cubicBezTo>
                      <a:pt x="916" y="10230"/>
                      <a:pt x="953" y="10230"/>
                      <a:pt x="990" y="10230"/>
                    </a:cubicBezTo>
                    <a:cubicBezTo>
                      <a:pt x="990" y="10194"/>
                      <a:pt x="990" y="10157"/>
                      <a:pt x="990" y="10120"/>
                    </a:cubicBezTo>
                    <a:cubicBezTo>
                      <a:pt x="1026" y="10120"/>
                      <a:pt x="1063" y="10120"/>
                      <a:pt x="1100" y="10120"/>
                    </a:cubicBezTo>
                    <a:cubicBezTo>
                      <a:pt x="1100" y="10084"/>
                      <a:pt x="1100" y="10047"/>
                      <a:pt x="1100" y="10010"/>
                    </a:cubicBezTo>
                    <a:cubicBezTo>
                      <a:pt x="1136" y="10010"/>
                      <a:pt x="1173" y="10010"/>
                      <a:pt x="1210" y="10010"/>
                    </a:cubicBezTo>
                    <a:cubicBezTo>
                      <a:pt x="1210" y="9974"/>
                      <a:pt x="1210" y="9937"/>
                      <a:pt x="1210" y="9900"/>
                    </a:cubicBezTo>
                    <a:cubicBezTo>
                      <a:pt x="1246" y="9900"/>
                      <a:pt x="1283" y="9900"/>
                      <a:pt x="1320" y="9900"/>
                    </a:cubicBezTo>
                    <a:cubicBezTo>
                      <a:pt x="1320" y="9864"/>
                      <a:pt x="1320" y="9827"/>
                      <a:pt x="1320" y="9790"/>
                    </a:cubicBezTo>
                    <a:cubicBezTo>
                      <a:pt x="1356" y="9790"/>
                      <a:pt x="1393" y="9790"/>
                      <a:pt x="1430" y="9790"/>
                    </a:cubicBezTo>
                    <a:cubicBezTo>
                      <a:pt x="1430" y="9754"/>
                      <a:pt x="1430" y="9717"/>
                      <a:pt x="1430" y="9680"/>
                    </a:cubicBezTo>
                    <a:cubicBezTo>
                      <a:pt x="1466" y="9680"/>
                      <a:pt x="1503" y="9680"/>
                      <a:pt x="1540" y="9680"/>
                    </a:cubicBezTo>
                    <a:cubicBezTo>
                      <a:pt x="1540" y="9644"/>
                      <a:pt x="1540" y="9607"/>
                      <a:pt x="1540" y="9570"/>
                    </a:cubicBezTo>
                    <a:cubicBezTo>
                      <a:pt x="1576" y="9570"/>
                      <a:pt x="1613" y="9570"/>
                      <a:pt x="1650" y="9570"/>
                    </a:cubicBezTo>
                    <a:cubicBezTo>
                      <a:pt x="1650" y="9534"/>
                      <a:pt x="1650" y="9497"/>
                      <a:pt x="1650" y="9460"/>
                    </a:cubicBezTo>
                    <a:cubicBezTo>
                      <a:pt x="1686" y="9460"/>
                      <a:pt x="1723" y="9460"/>
                      <a:pt x="1760" y="9460"/>
                    </a:cubicBezTo>
                    <a:cubicBezTo>
                      <a:pt x="1760" y="9424"/>
                      <a:pt x="1760" y="9387"/>
                      <a:pt x="1760" y="9350"/>
                    </a:cubicBezTo>
                    <a:cubicBezTo>
                      <a:pt x="1796" y="9350"/>
                      <a:pt x="1833" y="9350"/>
                      <a:pt x="1870" y="9350"/>
                    </a:cubicBezTo>
                    <a:cubicBezTo>
                      <a:pt x="1870" y="9314"/>
                      <a:pt x="1870" y="9277"/>
                      <a:pt x="1870" y="9240"/>
                    </a:cubicBezTo>
                    <a:cubicBezTo>
                      <a:pt x="1906" y="9240"/>
                      <a:pt x="1943" y="9240"/>
                      <a:pt x="1980" y="9240"/>
                    </a:cubicBezTo>
                    <a:cubicBezTo>
                      <a:pt x="1980" y="9204"/>
                      <a:pt x="1980" y="9167"/>
                      <a:pt x="1980" y="9130"/>
                    </a:cubicBezTo>
                    <a:cubicBezTo>
                      <a:pt x="2016" y="9130"/>
                      <a:pt x="2053" y="9130"/>
                      <a:pt x="2090" y="9130"/>
                    </a:cubicBezTo>
                    <a:cubicBezTo>
                      <a:pt x="2090" y="9094"/>
                      <a:pt x="2090" y="9057"/>
                      <a:pt x="2090" y="9020"/>
                    </a:cubicBezTo>
                    <a:cubicBezTo>
                      <a:pt x="2126" y="9020"/>
                      <a:pt x="2163" y="9020"/>
                      <a:pt x="2200" y="9020"/>
                    </a:cubicBezTo>
                    <a:cubicBezTo>
                      <a:pt x="2200" y="8984"/>
                      <a:pt x="2200" y="8947"/>
                      <a:pt x="2200" y="8910"/>
                    </a:cubicBezTo>
                    <a:cubicBezTo>
                      <a:pt x="2236" y="8910"/>
                      <a:pt x="2273" y="8910"/>
                      <a:pt x="2310" y="8910"/>
                    </a:cubicBezTo>
                    <a:cubicBezTo>
                      <a:pt x="2310" y="8874"/>
                      <a:pt x="2310" y="8837"/>
                      <a:pt x="2310" y="8800"/>
                    </a:cubicBezTo>
                    <a:cubicBezTo>
                      <a:pt x="2346" y="8800"/>
                      <a:pt x="2383" y="8800"/>
                      <a:pt x="2420" y="8800"/>
                    </a:cubicBezTo>
                    <a:cubicBezTo>
                      <a:pt x="2420" y="8764"/>
                      <a:pt x="2420" y="8727"/>
                      <a:pt x="2420" y="8690"/>
                    </a:cubicBezTo>
                    <a:cubicBezTo>
                      <a:pt x="2456" y="8690"/>
                      <a:pt x="2493" y="8690"/>
                      <a:pt x="2530" y="8690"/>
                    </a:cubicBezTo>
                    <a:cubicBezTo>
                      <a:pt x="2530" y="8654"/>
                      <a:pt x="2530" y="8617"/>
                      <a:pt x="2530" y="8580"/>
                    </a:cubicBezTo>
                    <a:cubicBezTo>
                      <a:pt x="2566" y="8580"/>
                      <a:pt x="2603" y="8580"/>
                      <a:pt x="2640" y="8580"/>
                    </a:cubicBezTo>
                    <a:cubicBezTo>
                      <a:pt x="2640" y="8544"/>
                      <a:pt x="2640" y="8507"/>
                      <a:pt x="2640" y="8470"/>
                    </a:cubicBezTo>
                    <a:cubicBezTo>
                      <a:pt x="2676" y="8470"/>
                      <a:pt x="2713" y="8470"/>
                      <a:pt x="2750" y="8470"/>
                    </a:cubicBezTo>
                    <a:cubicBezTo>
                      <a:pt x="2750" y="8434"/>
                      <a:pt x="2750" y="8397"/>
                      <a:pt x="2750" y="8360"/>
                    </a:cubicBezTo>
                    <a:cubicBezTo>
                      <a:pt x="2786" y="8360"/>
                      <a:pt x="2823" y="8360"/>
                      <a:pt x="2860" y="8360"/>
                    </a:cubicBezTo>
                    <a:cubicBezTo>
                      <a:pt x="2860" y="8324"/>
                      <a:pt x="2860" y="8287"/>
                      <a:pt x="2860" y="8250"/>
                    </a:cubicBezTo>
                    <a:cubicBezTo>
                      <a:pt x="2896" y="8250"/>
                      <a:pt x="2933" y="8250"/>
                      <a:pt x="2970" y="8250"/>
                    </a:cubicBezTo>
                    <a:cubicBezTo>
                      <a:pt x="2970" y="8214"/>
                      <a:pt x="2970" y="8177"/>
                      <a:pt x="2970" y="8140"/>
                    </a:cubicBezTo>
                    <a:cubicBezTo>
                      <a:pt x="3006" y="8140"/>
                      <a:pt x="3043" y="8140"/>
                      <a:pt x="3080" y="8140"/>
                    </a:cubicBezTo>
                    <a:cubicBezTo>
                      <a:pt x="3080" y="8104"/>
                      <a:pt x="3080" y="8067"/>
                      <a:pt x="3080" y="8030"/>
                    </a:cubicBezTo>
                    <a:cubicBezTo>
                      <a:pt x="3116" y="8030"/>
                      <a:pt x="3153" y="8030"/>
                      <a:pt x="3190" y="8030"/>
                    </a:cubicBezTo>
                    <a:cubicBezTo>
                      <a:pt x="3190" y="7994"/>
                      <a:pt x="3190" y="7957"/>
                      <a:pt x="3190" y="7920"/>
                    </a:cubicBezTo>
                    <a:cubicBezTo>
                      <a:pt x="3226" y="7920"/>
                      <a:pt x="3263" y="7920"/>
                      <a:pt x="3300" y="7920"/>
                    </a:cubicBezTo>
                    <a:cubicBezTo>
                      <a:pt x="3300" y="7884"/>
                      <a:pt x="3300" y="7847"/>
                      <a:pt x="3300" y="7810"/>
                    </a:cubicBezTo>
                    <a:cubicBezTo>
                      <a:pt x="3336" y="7810"/>
                      <a:pt x="3373" y="7810"/>
                      <a:pt x="3410" y="7810"/>
                    </a:cubicBezTo>
                    <a:cubicBezTo>
                      <a:pt x="3410" y="7774"/>
                      <a:pt x="3410" y="7737"/>
                      <a:pt x="3410" y="7700"/>
                    </a:cubicBezTo>
                    <a:cubicBezTo>
                      <a:pt x="3446" y="7700"/>
                      <a:pt x="3483" y="7700"/>
                      <a:pt x="3520" y="7700"/>
                    </a:cubicBezTo>
                    <a:cubicBezTo>
                      <a:pt x="3520" y="7664"/>
                      <a:pt x="3520" y="7627"/>
                      <a:pt x="3520" y="7590"/>
                    </a:cubicBezTo>
                    <a:cubicBezTo>
                      <a:pt x="3556" y="7590"/>
                      <a:pt x="3593" y="7590"/>
                      <a:pt x="3630" y="7590"/>
                    </a:cubicBezTo>
                    <a:cubicBezTo>
                      <a:pt x="3630" y="7554"/>
                      <a:pt x="3630" y="7517"/>
                      <a:pt x="3630" y="7480"/>
                    </a:cubicBezTo>
                    <a:cubicBezTo>
                      <a:pt x="3666" y="7480"/>
                      <a:pt x="3703" y="7480"/>
                      <a:pt x="3740" y="7480"/>
                    </a:cubicBezTo>
                    <a:cubicBezTo>
                      <a:pt x="3740" y="7444"/>
                      <a:pt x="3740" y="7407"/>
                      <a:pt x="3740" y="7370"/>
                    </a:cubicBezTo>
                    <a:cubicBezTo>
                      <a:pt x="3776" y="7370"/>
                      <a:pt x="3813" y="7370"/>
                      <a:pt x="3850" y="7370"/>
                    </a:cubicBezTo>
                    <a:cubicBezTo>
                      <a:pt x="3850" y="7334"/>
                      <a:pt x="3850" y="7297"/>
                      <a:pt x="3850" y="7260"/>
                    </a:cubicBezTo>
                    <a:cubicBezTo>
                      <a:pt x="3886" y="7260"/>
                      <a:pt x="3923" y="7260"/>
                      <a:pt x="3960" y="7260"/>
                    </a:cubicBezTo>
                    <a:cubicBezTo>
                      <a:pt x="3960" y="7224"/>
                      <a:pt x="3960" y="7187"/>
                      <a:pt x="3960" y="7150"/>
                    </a:cubicBezTo>
                    <a:cubicBezTo>
                      <a:pt x="3996" y="7150"/>
                      <a:pt x="4033" y="7150"/>
                      <a:pt x="4070" y="7150"/>
                    </a:cubicBezTo>
                    <a:cubicBezTo>
                      <a:pt x="4070" y="7114"/>
                      <a:pt x="4070" y="7077"/>
                      <a:pt x="4070" y="7040"/>
                    </a:cubicBezTo>
                    <a:cubicBezTo>
                      <a:pt x="4106" y="7040"/>
                      <a:pt x="4143" y="7040"/>
                      <a:pt x="4180" y="7040"/>
                    </a:cubicBezTo>
                    <a:cubicBezTo>
                      <a:pt x="4180" y="7004"/>
                      <a:pt x="4180" y="6967"/>
                      <a:pt x="4180" y="6930"/>
                    </a:cubicBezTo>
                    <a:cubicBezTo>
                      <a:pt x="4216" y="6930"/>
                      <a:pt x="4253" y="6930"/>
                      <a:pt x="4290" y="6930"/>
                    </a:cubicBezTo>
                    <a:cubicBezTo>
                      <a:pt x="4290" y="6894"/>
                      <a:pt x="4290" y="6857"/>
                      <a:pt x="4290" y="6820"/>
                    </a:cubicBezTo>
                    <a:cubicBezTo>
                      <a:pt x="4326" y="6820"/>
                      <a:pt x="4363" y="6820"/>
                      <a:pt x="4400" y="6820"/>
                    </a:cubicBezTo>
                    <a:cubicBezTo>
                      <a:pt x="4400" y="6784"/>
                      <a:pt x="4400" y="6747"/>
                      <a:pt x="4400" y="6710"/>
                    </a:cubicBezTo>
                    <a:cubicBezTo>
                      <a:pt x="4436" y="6710"/>
                      <a:pt x="4473" y="6710"/>
                      <a:pt x="4510" y="6710"/>
                    </a:cubicBezTo>
                    <a:cubicBezTo>
                      <a:pt x="4510" y="6674"/>
                      <a:pt x="4510" y="6637"/>
                      <a:pt x="4510" y="6600"/>
                    </a:cubicBezTo>
                    <a:cubicBezTo>
                      <a:pt x="4546" y="6600"/>
                      <a:pt x="4583" y="6600"/>
                      <a:pt x="4620" y="6600"/>
                    </a:cubicBezTo>
                    <a:cubicBezTo>
                      <a:pt x="4620" y="6564"/>
                      <a:pt x="4620" y="6527"/>
                      <a:pt x="4620" y="6490"/>
                    </a:cubicBezTo>
                    <a:cubicBezTo>
                      <a:pt x="4656" y="6490"/>
                      <a:pt x="4693" y="6490"/>
                      <a:pt x="4730" y="6490"/>
                    </a:cubicBezTo>
                    <a:cubicBezTo>
                      <a:pt x="4730" y="6454"/>
                      <a:pt x="4730" y="6417"/>
                      <a:pt x="4730" y="6380"/>
                    </a:cubicBezTo>
                    <a:cubicBezTo>
                      <a:pt x="4766" y="6380"/>
                      <a:pt x="4803" y="6380"/>
                      <a:pt x="4840" y="6380"/>
                    </a:cubicBezTo>
                    <a:cubicBezTo>
                      <a:pt x="4840" y="6344"/>
                      <a:pt x="4840" y="6307"/>
                      <a:pt x="4840" y="6270"/>
                    </a:cubicBezTo>
                    <a:cubicBezTo>
                      <a:pt x="4876" y="6270"/>
                      <a:pt x="4913" y="6270"/>
                      <a:pt x="4950" y="6270"/>
                    </a:cubicBezTo>
                    <a:cubicBezTo>
                      <a:pt x="4950" y="6125"/>
                      <a:pt x="4950" y="5980"/>
                      <a:pt x="4950" y="5830"/>
                    </a:cubicBezTo>
                    <a:cubicBezTo>
                      <a:pt x="4914" y="5830"/>
                      <a:pt x="4877" y="5830"/>
                      <a:pt x="4840" y="5830"/>
                    </a:cubicBezTo>
                    <a:cubicBezTo>
                      <a:pt x="4840" y="5794"/>
                      <a:pt x="4840" y="5757"/>
                      <a:pt x="4840" y="5720"/>
                    </a:cubicBezTo>
                    <a:cubicBezTo>
                      <a:pt x="4804" y="5720"/>
                      <a:pt x="4767" y="5720"/>
                      <a:pt x="4730" y="5720"/>
                    </a:cubicBezTo>
                    <a:cubicBezTo>
                      <a:pt x="4730" y="5684"/>
                      <a:pt x="4730" y="5647"/>
                      <a:pt x="4730" y="5610"/>
                    </a:cubicBezTo>
                    <a:cubicBezTo>
                      <a:pt x="4694" y="5610"/>
                      <a:pt x="4657" y="5610"/>
                      <a:pt x="4620" y="5610"/>
                    </a:cubicBezTo>
                    <a:cubicBezTo>
                      <a:pt x="4620" y="5574"/>
                      <a:pt x="4620" y="5537"/>
                      <a:pt x="4620" y="5500"/>
                    </a:cubicBezTo>
                    <a:cubicBezTo>
                      <a:pt x="4584" y="5500"/>
                      <a:pt x="4547" y="5500"/>
                      <a:pt x="4510" y="5500"/>
                    </a:cubicBezTo>
                    <a:cubicBezTo>
                      <a:pt x="4510" y="5464"/>
                      <a:pt x="4510" y="5427"/>
                      <a:pt x="4510" y="5390"/>
                    </a:cubicBezTo>
                    <a:cubicBezTo>
                      <a:pt x="4474" y="5390"/>
                      <a:pt x="4437" y="5390"/>
                      <a:pt x="4400" y="5390"/>
                    </a:cubicBezTo>
                    <a:cubicBezTo>
                      <a:pt x="4400" y="5354"/>
                      <a:pt x="4400" y="5317"/>
                      <a:pt x="4400" y="5280"/>
                    </a:cubicBezTo>
                    <a:cubicBezTo>
                      <a:pt x="4364" y="5280"/>
                      <a:pt x="4327" y="5280"/>
                      <a:pt x="4290" y="5280"/>
                    </a:cubicBezTo>
                    <a:cubicBezTo>
                      <a:pt x="4290" y="5244"/>
                      <a:pt x="4290" y="5207"/>
                      <a:pt x="4290" y="5170"/>
                    </a:cubicBezTo>
                    <a:cubicBezTo>
                      <a:pt x="4254" y="5170"/>
                      <a:pt x="4217" y="5170"/>
                      <a:pt x="4180" y="5170"/>
                    </a:cubicBezTo>
                    <a:cubicBezTo>
                      <a:pt x="4180" y="5134"/>
                      <a:pt x="4180" y="5097"/>
                      <a:pt x="4180" y="5060"/>
                    </a:cubicBezTo>
                    <a:cubicBezTo>
                      <a:pt x="4144" y="5060"/>
                      <a:pt x="4107" y="5060"/>
                      <a:pt x="4070" y="5060"/>
                    </a:cubicBezTo>
                    <a:cubicBezTo>
                      <a:pt x="4070" y="5024"/>
                      <a:pt x="4070" y="4987"/>
                      <a:pt x="4070" y="4950"/>
                    </a:cubicBezTo>
                    <a:cubicBezTo>
                      <a:pt x="4034" y="4950"/>
                      <a:pt x="3997" y="4950"/>
                      <a:pt x="3960" y="4950"/>
                    </a:cubicBezTo>
                    <a:cubicBezTo>
                      <a:pt x="3960" y="4914"/>
                      <a:pt x="3960" y="4877"/>
                      <a:pt x="3960" y="4840"/>
                    </a:cubicBezTo>
                    <a:cubicBezTo>
                      <a:pt x="3924" y="4840"/>
                      <a:pt x="3887" y="4840"/>
                      <a:pt x="3850" y="4840"/>
                    </a:cubicBezTo>
                    <a:cubicBezTo>
                      <a:pt x="3850" y="4804"/>
                      <a:pt x="3850" y="4767"/>
                      <a:pt x="3850" y="4730"/>
                    </a:cubicBezTo>
                    <a:cubicBezTo>
                      <a:pt x="3814" y="4730"/>
                      <a:pt x="3777" y="4730"/>
                      <a:pt x="3740" y="4730"/>
                    </a:cubicBezTo>
                    <a:cubicBezTo>
                      <a:pt x="3740" y="4694"/>
                      <a:pt x="3740" y="4657"/>
                      <a:pt x="3740" y="4620"/>
                    </a:cubicBezTo>
                    <a:cubicBezTo>
                      <a:pt x="3704" y="4620"/>
                      <a:pt x="3667" y="4620"/>
                      <a:pt x="3630" y="4620"/>
                    </a:cubicBezTo>
                    <a:cubicBezTo>
                      <a:pt x="3630" y="4584"/>
                      <a:pt x="3630" y="4547"/>
                      <a:pt x="3630" y="4510"/>
                    </a:cubicBezTo>
                    <a:cubicBezTo>
                      <a:pt x="3594" y="4510"/>
                      <a:pt x="3557" y="4510"/>
                      <a:pt x="3520" y="4510"/>
                    </a:cubicBezTo>
                    <a:cubicBezTo>
                      <a:pt x="3520" y="4474"/>
                      <a:pt x="3520" y="4437"/>
                      <a:pt x="3520" y="4400"/>
                    </a:cubicBezTo>
                    <a:cubicBezTo>
                      <a:pt x="3484" y="4400"/>
                      <a:pt x="3447" y="4400"/>
                      <a:pt x="3410" y="4400"/>
                    </a:cubicBezTo>
                    <a:cubicBezTo>
                      <a:pt x="3410" y="4364"/>
                      <a:pt x="3410" y="4327"/>
                      <a:pt x="3410" y="4290"/>
                    </a:cubicBezTo>
                    <a:cubicBezTo>
                      <a:pt x="3374" y="4290"/>
                      <a:pt x="3337" y="4290"/>
                      <a:pt x="3300" y="4290"/>
                    </a:cubicBezTo>
                    <a:cubicBezTo>
                      <a:pt x="3300" y="4254"/>
                      <a:pt x="3300" y="4217"/>
                      <a:pt x="3300" y="4180"/>
                    </a:cubicBezTo>
                    <a:cubicBezTo>
                      <a:pt x="3264" y="4180"/>
                      <a:pt x="3227" y="4180"/>
                      <a:pt x="3190" y="4180"/>
                    </a:cubicBezTo>
                    <a:cubicBezTo>
                      <a:pt x="3190" y="4144"/>
                      <a:pt x="3190" y="4107"/>
                      <a:pt x="3190" y="4070"/>
                    </a:cubicBezTo>
                    <a:cubicBezTo>
                      <a:pt x="3154" y="4070"/>
                      <a:pt x="3117" y="4070"/>
                      <a:pt x="3080" y="4070"/>
                    </a:cubicBezTo>
                    <a:cubicBezTo>
                      <a:pt x="3080" y="4034"/>
                      <a:pt x="3080" y="3997"/>
                      <a:pt x="3080" y="3960"/>
                    </a:cubicBezTo>
                    <a:cubicBezTo>
                      <a:pt x="3044" y="3960"/>
                      <a:pt x="3007" y="3960"/>
                      <a:pt x="2970" y="3960"/>
                    </a:cubicBezTo>
                    <a:cubicBezTo>
                      <a:pt x="2970" y="3924"/>
                      <a:pt x="2970" y="3887"/>
                      <a:pt x="2970" y="3850"/>
                    </a:cubicBezTo>
                    <a:cubicBezTo>
                      <a:pt x="2934" y="3850"/>
                      <a:pt x="2897" y="3850"/>
                      <a:pt x="2860" y="3850"/>
                    </a:cubicBezTo>
                    <a:cubicBezTo>
                      <a:pt x="2860" y="3814"/>
                      <a:pt x="2860" y="3777"/>
                      <a:pt x="2860" y="3740"/>
                    </a:cubicBezTo>
                    <a:cubicBezTo>
                      <a:pt x="2824" y="3740"/>
                      <a:pt x="2787" y="3740"/>
                      <a:pt x="2750" y="3740"/>
                    </a:cubicBezTo>
                    <a:cubicBezTo>
                      <a:pt x="2750" y="3704"/>
                      <a:pt x="2750" y="3667"/>
                      <a:pt x="2750" y="3630"/>
                    </a:cubicBezTo>
                    <a:cubicBezTo>
                      <a:pt x="2714" y="3630"/>
                      <a:pt x="2677" y="3630"/>
                      <a:pt x="2640" y="3630"/>
                    </a:cubicBezTo>
                    <a:cubicBezTo>
                      <a:pt x="2640" y="3594"/>
                      <a:pt x="2640" y="3557"/>
                      <a:pt x="2640" y="3520"/>
                    </a:cubicBezTo>
                    <a:cubicBezTo>
                      <a:pt x="2604" y="3520"/>
                      <a:pt x="2567" y="3520"/>
                      <a:pt x="2530" y="3520"/>
                    </a:cubicBezTo>
                    <a:cubicBezTo>
                      <a:pt x="2530" y="3484"/>
                      <a:pt x="2530" y="3447"/>
                      <a:pt x="2530" y="3410"/>
                    </a:cubicBezTo>
                    <a:cubicBezTo>
                      <a:pt x="2494" y="3410"/>
                      <a:pt x="2457" y="3410"/>
                      <a:pt x="2420" y="3410"/>
                    </a:cubicBezTo>
                    <a:cubicBezTo>
                      <a:pt x="2420" y="3374"/>
                      <a:pt x="2420" y="3337"/>
                      <a:pt x="2420" y="3300"/>
                    </a:cubicBezTo>
                    <a:cubicBezTo>
                      <a:pt x="2384" y="3300"/>
                      <a:pt x="2347" y="3300"/>
                      <a:pt x="2310" y="3300"/>
                    </a:cubicBezTo>
                    <a:cubicBezTo>
                      <a:pt x="2310" y="3264"/>
                      <a:pt x="2310" y="3227"/>
                      <a:pt x="2310" y="3190"/>
                    </a:cubicBezTo>
                    <a:cubicBezTo>
                      <a:pt x="2274" y="3190"/>
                      <a:pt x="2237" y="3190"/>
                      <a:pt x="2200" y="3190"/>
                    </a:cubicBezTo>
                    <a:cubicBezTo>
                      <a:pt x="2200" y="3154"/>
                      <a:pt x="2200" y="3117"/>
                      <a:pt x="2200" y="3080"/>
                    </a:cubicBezTo>
                    <a:cubicBezTo>
                      <a:pt x="2164" y="3080"/>
                      <a:pt x="2127" y="3080"/>
                      <a:pt x="2090" y="3080"/>
                    </a:cubicBezTo>
                    <a:cubicBezTo>
                      <a:pt x="2090" y="3044"/>
                      <a:pt x="2090" y="3007"/>
                      <a:pt x="2090" y="2970"/>
                    </a:cubicBezTo>
                    <a:cubicBezTo>
                      <a:pt x="2054" y="2970"/>
                      <a:pt x="2017" y="2970"/>
                      <a:pt x="1980" y="2970"/>
                    </a:cubicBezTo>
                    <a:cubicBezTo>
                      <a:pt x="1980" y="2934"/>
                      <a:pt x="1980" y="2897"/>
                      <a:pt x="1980" y="2860"/>
                    </a:cubicBezTo>
                    <a:cubicBezTo>
                      <a:pt x="1944" y="2860"/>
                      <a:pt x="1907" y="2860"/>
                      <a:pt x="1870" y="2860"/>
                    </a:cubicBezTo>
                    <a:cubicBezTo>
                      <a:pt x="1870" y="2824"/>
                      <a:pt x="1870" y="2787"/>
                      <a:pt x="1870" y="2750"/>
                    </a:cubicBezTo>
                    <a:cubicBezTo>
                      <a:pt x="1834" y="2750"/>
                      <a:pt x="1797" y="2750"/>
                      <a:pt x="1760" y="2750"/>
                    </a:cubicBezTo>
                    <a:cubicBezTo>
                      <a:pt x="1760" y="2714"/>
                      <a:pt x="1760" y="2677"/>
                      <a:pt x="1760" y="2640"/>
                    </a:cubicBezTo>
                    <a:cubicBezTo>
                      <a:pt x="1724" y="2640"/>
                      <a:pt x="1687" y="2640"/>
                      <a:pt x="1650" y="2640"/>
                    </a:cubicBezTo>
                    <a:cubicBezTo>
                      <a:pt x="1650" y="2604"/>
                      <a:pt x="1650" y="2567"/>
                      <a:pt x="1650" y="2530"/>
                    </a:cubicBezTo>
                    <a:cubicBezTo>
                      <a:pt x="1614" y="2530"/>
                      <a:pt x="1577" y="2530"/>
                      <a:pt x="1540" y="2530"/>
                    </a:cubicBezTo>
                    <a:cubicBezTo>
                      <a:pt x="1540" y="2494"/>
                      <a:pt x="1540" y="2457"/>
                      <a:pt x="1540" y="2420"/>
                    </a:cubicBezTo>
                    <a:cubicBezTo>
                      <a:pt x="1504" y="2420"/>
                      <a:pt x="1467" y="2420"/>
                      <a:pt x="1430" y="2420"/>
                    </a:cubicBezTo>
                    <a:cubicBezTo>
                      <a:pt x="1430" y="2384"/>
                      <a:pt x="1430" y="2347"/>
                      <a:pt x="1430" y="2310"/>
                    </a:cubicBezTo>
                    <a:cubicBezTo>
                      <a:pt x="1394" y="2310"/>
                      <a:pt x="1357" y="2310"/>
                      <a:pt x="1320" y="2310"/>
                    </a:cubicBezTo>
                    <a:cubicBezTo>
                      <a:pt x="1320" y="2274"/>
                      <a:pt x="1320" y="2237"/>
                      <a:pt x="1320" y="2200"/>
                    </a:cubicBezTo>
                    <a:cubicBezTo>
                      <a:pt x="1284" y="2200"/>
                      <a:pt x="1247" y="2200"/>
                      <a:pt x="1210" y="2200"/>
                    </a:cubicBezTo>
                    <a:cubicBezTo>
                      <a:pt x="1210" y="2164"/>
                      <a:pt x="1210" y="2127"/>
                      <a:pt x="1210" y="2090"/>
                    </a:cubicBezTo>
                    <a:cubicBezTo>
                      <a:pt x="1174" y="2090"/>
                      <a:pt x="1137" y="2090"/>
                      <a:pt x="1100" y="2090"/>
                    </a:cubicBezTo>
                    <a:cubicBezTo>
                      <a:pt x="1100" y="2054"/>
                      <a:pt x="1100" y="2017"/>
                      <a:pt x="1100" y="1980"/>
                    </a:cubicBezTo>
                    <a:cubicBezTo>
                      <a:pt x="1064" y="1980"/>
                      <a:pt x="1027" y="1980"/>
                      <a:pt x="990" y="1980"/>
                    </a:cubicBezTo>
                    <a:cubicBezTo>
                      <a:pt x="990" y="1944"/>
                      <a:pt x="990" y="1907"/>
                      <a:pt x="990" y="1870"/>
                    </a:cubicBezTo>
                    <a:cubicBezTo>
                      <a:pt x="954" y="1870"/>
                      <a:pt x="917" y="1870"/>
                      <a:pt x="880" y="1870"/>
                    </a:cubicBezTo>
                    <a:cubicBezTo>
                      <a:pt x="880" y="1834"/>
                      <a:pt x="880" y="1797"/>
                      <a:pt x="880" y="1760"/>
                    </a:cubicBezTo>
                    <a:cubicBezTo>
                      <a:pt x="844" y="1760"/>
                      <a:pt x="807" y="1760"/>
                      <a:pt x="770" y="1760"/>
                    </a:cubicBezTo>
                    <a:cubicBezTo>
                      <a:pt x="770" y="1724"/>
                      <a:pt x="770" y="1687"/>
                      <a:pt x="770" y="1650"/>
                    </a:cubicBezTo>
                    <a:cubicBezTo>
                      <a:pt x="734" y="1650"/>
                      <a:pt x="697" y="1650"/>
                      <a:pt x="660" y="1650"/>
                    </a:cubicBezTo>
                    <a:cubicBezTo>
                      <a:pt x="660" y="1614"/>
                      <a:pt x="660" y="1577"/>
                      <a:pt x="660" y="1540"/>
                    </a:cubicBezTo>
                    <a:cubicBezTo>
                      <a:pt x="624" y="1540"/>
                      <a:pt x="587" y="1540"/>
                      <a:pt x="550" y="1540"/>
                    </a:cubicBezTo>
                    <a:cubicBezTo>
                      <a:pt x="550" y="1504"/>
                      <a:pt x="550" y="1467"/>
                      <a:pt x="550" y="1430"/>
                    </a:cubicBezTo>
                    <a:cubicBezTo>
                      <a:pt x="514" y="1430"/>
                      <a:pt x="477" y="1430"/>
                      <a:pt x="440" y="1430"/>
                    </a:cubicBezTo>
                    <a:cubicBezTo>
                      <a:pt x="440" y="1394"/>
                      <a:pt x="440" y="1357"/>
                      <a:pt x="440" y="1320"/>
                    </a:cubicBezTo>
                    <a:cubicBezTo>
                      <a:pt x="404" y="1320"/>
                      <a:pt x="367" y="1320"/>
                      <a:pt x="330" y="1320"/>
                    </a:cubicBezTo>
                    <a:cubicBezTo>
                      <a:pt x="330" y="1284"/>
                      <a:pt x="330" y="1247"/>
                      <a:pt x="330" y="1210"/>
                    </a:cubicBezTo>
                    <a:cubicBezTo>
                      <a:pt x="294" y="1210"/>
                      <a:pt x="257" y="1210"/>
                      <a:pt x="220" y="1210"/>
                    </a:cubicBezTo>
                    <a:cubicBezTo>
                      <a:pt x="220" y="1174"/>
                      <a:pt x="220" y="1137"/>
                      <a:pt x="220" y="1100"/>
                    </a:cubicBezTo>
                    <a:cubicBezTo>
                      <a:pt x="184" y="1100"/>
                      <a:pt x="147" y="1100"/>
                      <a:pt x="110" y="1100"/>
                    </a:cubicBezTo>
                    <a:cubicBezTo>
                      <a:pt x="110" y="1064"/>
                      <a:pt x="110" y="1027"/>
                      <a:pt x="110" y="990"/>
                    </a:cubicBezTo>
                    <a:cubicBezTo>
                      <a:pt x="74" y="990"/>
                      <a:pt x="37" y="990"/>
                      <a:pt x="0" y="990"/>
                    </a:cubicBezTo>
                    <a:cubicBezTo>
                      <a:pt x="0" y="881"/>
                      <a:pt x="0" y="772"/>
                      <a:pt x="0" y="660"/>
                    </a:cubicBezTo>
                    <a:cubicBezTo>
                      <a:pt x="36" y="660"/>
                      <a:pt x="73" y="660"/>
                      <a:pt x="110" y="660"/>
                    </a:cubicBezTo>
                    <a:cubicBezTo>
                      <a:pt x="110" y="587"/>
                      <a:pt x="110" y="515"/>
                      <a:pt x="110" y="440"/>
                    </a:cubicBezTo>
                    <a:cubicBezTo>
                      <a:pt x="146" y="440"/>
                      <a:pt x="183" y="440"/>
                      <a:pt x="220" y="440"/>
                    </a:cubicBezTo>
                    <a:cubicBezTo>
                      <a:pt x="220" y="404"/>
                      <a:pt x="220" y="367"/>
                      <a:pt x="220" y="330"/>
                    </a:cubicBezTo>
                    <a:cubicBezTo>
                      <a:pt x="256" y="330"/>
                      <a:pt x="293" y="330"/>
                      <a:pt x="330" y="330"/>
                    </a:cubicBezTo>
                    <a:cubicBezTo>
                      <a:pt x="330" y="294"/>
                      <a:pt x="330" y="257"/>
                      <a:pt x="330" y="220"/>
                    </a:cubicBezTo>
                    <a:cubicBezTo>
                      <a:pt x="366" y="220"/>
                      <a:pt x="403" y="220"/>
                      <a:pt x="440" y="220"/>
                    </a:cubicBezTo>
                    <a:cubicBezTo>
                      <a:pt x="440" y="184"/>
                      <a:pt x="440" y="147"/>
                      <a:pt x="440" y="110"/>
                    </a:cubicBezTo>
                    <a:cubicBezTo>
                      <a:pt x="513" y="110"/>
                      <a:pt x="585" y="110"/>
                      <a:pt x="660" y="110"/>
                    </a:cubicBezTo>
                    <a:cubicBezTo>
                      <a:pt x="660" y="74"/>
                      <a:pt x="660" y="37"/>
                      <a:pt x="66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26" name="ICON_SKILL_SCRIPT_path_004"/>
              <p:cNvSpPr/>
              <p:nvPr/>
            </p:nvSpPr>
            <p:spPr>
              <a:xfrm>
                <a:off x="6353990" y="1775708"/>
                <a:ext cx="106373" cy="170852"/>
              </a:xfrm>
              <a:custGeom>
                <a:avLst/>
                <a:gdLst/>
                <a:ahLst/>
                <a:cxnLst/>
                <a:rect l="0" t="0" r="r" b="b"/>
                <a:pathLst>
                  <a:path w="8376" h="13453" fill="norm" stroke="0">
                    <a:moveTo>
                      <a:pt x="6432" y="21"/>
                    </a:moveTo>
                    <a:cubicBezTo>
                      <a:pt x="6482" y="14"/>
                      <a:pt x="6532" y="11"/>
                      <a:pt x="6582" y="9"/>
                    </a:cubicBezTo>
                    <a:cubicBezTo>
                      <a:pt x="6601" y="8"/>
                      <a:pt x="6619" y="7"/>
                      <a:pt x="6638" y="6"/>
                    </a:cubicBezTo>
                    <a:cubicBezTo>
                      <a:pt x="6699" y="4"/>
                      <a:pt x="6759" y="3"/>
                      <a:pt x="6819" y="2"/>
                    </a:cubicBezTo>
                    <a:cubicBezTo>
                      <a:pt x="6839" y="2"/>
                      <a:pt x="6859" y="1"/>
                      <a:pt x="6880" y="1"/>
                    </a:cubicBezTo>
                    <a:cubicBezTo>
                      <a:pt x="7263" y="0"/>
                      <a:pt x="7263" y="0"/>
                      <a:pt x="7400" y="111"/>
                    </a:cubicBezTo>
                    <a:cubicBezTo>
                      <a:pt x="7472" y="190"/>
                      <a:pt x="7527" y="277"/>
                      <a:pt x="7578" y="370"/>
                    </a:cubicBezTo>
                    <a:cubicBezTo>
                      <a:pt x="7649" y="492"/>
                      <a:pt x="7757" y="610"/>
                      <a:pt x="7888" y="663"/>
                    </a:cubicBezTo>
                    <a:cubicBezTo>
                      <a:pt x="7941" y="677"/>
                      <a:pt x="7992" y="687"/>
                      <a:pt x="8046" y="693"/>
                    </a:cubicBezTo>
                    <a:cubicBezTo>
                      <a:pt x="8046" y="729"/>
                      <a:pt x="8046" y="766"/>
                      <a:pt x="8046" y="803"/>
                    </a:cubicBezTo>
                    <a:cubicBezTo>
                      <a:pt x="8082" y="803"/>
                      <a:pt x="8118" y="803"/>
                      <a:pt x="8156" y="803"/>
                    </a:cubicBezTo>
                    <a:cubicBezTo>
                      <a:pt x="8156" y="876"/>
                      <a:pt x="8156" y="948"/>
                      <a:pt x="8156" y="1023"/>
                    </a:cubicBezTo>
                    <a:cubicBezTo>
                      <a:pt x="8192" y="1023"/>
                      <a:pt x="8228" y="1023"/>
                      <a:pt x="8266" y="1023"/>
                    </a:cubicBezTo>
                    <a:cubicBezTo>
                      <a:pt x="8266" y="1096"/>
                      <a:pt x="8266" y="1168"/>
                      <a:pt x="8266" y="1243"/>
                    </a:cubicBezTo>
                    <a:cubicBezTo>
                      <a:pt x="8302" y="1243"/>
                      <a:pt x="8338" y="1243"/>
                      <a:pt x="8376" y="1243"/>
                    </a:cubicBezTo>
                    <a:cubicBezTo>
                      <a:pt x="8376" y="1352"/>
                      <a:pt x="8376" y="1461"/>
                      <a:pt x="8376" y="1573"/>
                    </a:cubicBezTo>
                    <a:cubicBezTo>
                      <a:pt x="8340" y="1573"/>
                      <a:pt x="8303" y="1573"/>
                      <a:pt x="8266" y="1573"/>
                    </a:cubicBezTo>
                    <a:cubicBezTo>
                      <a:pt x="8267" y="1599"/>
                      <a:pt x="8268" y="1625"/>
                      <a:pt x="8270" y="1651"/>
                    </a:cubicBezTo>
                    <a:cubicBezTo>
                      <a:pt x="8282" y="1990"/>
                      <a:pt x="8282" y="1990"/>
                      <a:pt x="8188" y="2100"/>
                    </a:cubicBezTo>
                    <a:cubicBezTo>
                      <a:pt x="8156" y="2123"/>
                      <a:pt x="8156" y="2123"/>
                      <a:pt x="8094" y="2133"/>
                    </a:cubicBezTo>
                    <a:cubicBezTo>
                      <a:pt x="8086" y="2132"/>
                      <a:pt x="8086" y="2132"/>
                      <a:pt x="8046" y="2123"/>
                    </a:cubicBezTo>
                    <a:cubicBezTo>
                      <a:pt x="8048" y="2139"/>
                      <a:pt x="8051" y="2155"/>
                      <a:pt x="8053" y="2172"/>
                    </a:cubicBezTo>
                    <a:cubicBezTo>
                      <a:pt x="8046" y="2233"/>
                      <a:pt x="8046" y="2233"/>
                      <a:pt x="7995" y="2282"/>
                    </a:cubicBezTo>
                    <a:cubicBezTo>
                      <a:pt x="7972" y="2299"/>
                      <a:pt x="7949" y="2316"/>
                      <a:pt x="7926" y="2333"/>
                    </a:cubicBezTo>
                    <a:cubicBezTo>
                      <a:pt x="7825" y="2404"/>
                      <a:pt x="7737" y="2485"/>
                      <a:pt x="7650" y="2573"/>
                    </a:cubicBezTo>
                    <a:cubicBezTo>
                      <a:pt x="7625" y="2598"/>
                      <a:pt x="7601" y="2622"/>
                      <a:pt x="7576" y="2647"/>
                    </a:cubicBezTo>
                    <a:cubicBezTo>
                      <a:pt x="7569" y="2654"/>
                      <a:pt x="7569" y="2654"/>
                      <a:pt x="7536" y="2687"/>
                    </a:cubicBezTo>
                    <a:cubicBezTo>
                      <a:pt x="7467" y="2757"/>
                      <a:pt x="7398" y="2826"/>
                      <a:pt x="7329" y="2895"/>
                    </a:cubicBezTo>
                    <a:cubicBezTo>
                      <a:pt x="7298" y="2926"/>
                      <a:pt x="7268" y="2956"/>
                      <a:pt x="7237" y="2987"/>
                    </a:cubicBezTo>
                    <a:cubicBezTo>
                      <a:pt x="4172" y="6052"/>
                      <a:pt x="4172" y="6052"/>
                      <a:pt x="4126" y="6098"/>
                    </a:cubicBezTo>
                    <a:cubicBezTo>
                      <a:pt x="4097" y="6127"/>
                      <a:pt x="4067" y="6156"/>
                      <a:pt x="4038" y="6186"/>
                    </a:cubicBezTo>
                    <a:cubicBezTo>
                      <a:pt x="3977" y="6247"/>
                      <a:pt x="3915" y="6309"/>
                      <a:pt x="3852" y="6370"/>
                    </a:cubicBezTo>
                    <a:cubicBezTo>
                      <a:pt x="3847" y="6375"/>
                      <a:pt x="3847" y="6375"/>
                      <a:pt x="3821" y="6400"/>
                    </a:cubicBezTo>
                    <a:cubicBezTo>
                      <a:pt x="3794" y="6426"/>
                      <a:pt x="3768" y="6452"/>
                      <a:pt x="3741" y="6478"/>
                    </a:cubicBezTo>
                    <a:cubicBezTo>
                      <a:pt x="3659" y="6570"/>
                      <a:pt x="3650" y="6655"/>
                      <a:pt x="3648" y="6774"/>
                    </a:cubicBezTo>
                    <a:cubicBezTo>
                      <a:pt x="3684" y="7133"/>
                      <a:pt x="4148" y="7438"/>
                      <a:pt x="4406" y="7652"/>
                    </a:cubicBezTo>
                    <a:cubicBezTo>
                      <a:pt x="4418" y="7662"/>
                      <a:pt x="4430" y="7671"/>
                      <a:pt x="4442" y="7681"/>
                    </a:cubicBezTo>
                    <a:cubicBezTo>
                      <a:pt x="4456" y="7693"/>
                      <a:pt x="4470" y="7704"/>
                      <a:pt x="4485" y="7716"/>
                    </a:cubicBezTo>
                    <a:cubicBezTo>
                      <a:pt x="4495" y="7724"/>
                      <a:pt x="4506" y="7733"/>
                      <a:pt x="4517" y="7741"/>
                    </a:cubicBezTo>
                    <a:cubicBezTo>
                      <a:pt x="4626" y="7828"/>
                      <a:pt x="4712" y="7928"/>
                      <a:pt x="4801" y="8034"/>
                    </a:cubicBezTo>
                    <a:cubicBezTo>
                      <a:pt x="5030" y="8300"/>
                      <a:pt x="5277" y="8547"/>
                      <a:pt x="5525" y="8794"/>
                    </a:cubicBezTo>
                    <a:cubicBezTo>
                      <a:pt x="5589" y="8858"/>
                      <a:pt x="5653" y="8922"/>
                      <a:pt x="5717" y="8986"/>
                    </a:cubicBezTo>
                    <a:cubicBezTo>
                      <a:pt x="6195" y="9466"/>
                      <a:pt x="6195" y="9466"/>
                      <a:pt x="6408" y="9632"/>
                    </a:cubicBezTo>
                    <a:cubicBezTo>
                      <a:pt x="6514" y="9715"/>
                      <a:pt x="6591" y="9813"/>
                      <a:pt x="6672" y="9919"/>
                    </a:cubicBezTo>
                    <a:cubicBezTo>
                      <a:pt x="6805" y="10093"/>
                      <a:pt x="6970" y="10238"/>
                      <a:pt x="7138" y="10377"/>
                    </a:cubicBezTo>
                    <a:cubicBezTo>
                      <a:pt x="7320" y="10528"/>
                      <a:pt x="7474" y="10688"/>
                      <a:pt x="7626" y="10869"/>
                    </a:cubicBezTo>
                    <a:cubicBezTo>
                      <a:pt x="7751" y="11016"/>
                      <a:pt x="7886" y="11140"/>
                      <a:pt x="8039" y="11258"/>
                    </a:cubicBezTo>
                    <a:cubicBezTo>
                      <a:pt x="8054" y="11271"/>
                      <a:pt x="8069" y="11283"/>
                      <a:pt x="8085" y="11296"/>
                    </a:cubicBezTo>
                    <a:cubicBezTo>
                      <a:pt x="8099" y="11306"/>
                      <a:pt x="8113" y="11316"/>
                      <a:pt x="8127" y="11327"/>
                    </a:cubicBezTo>
                    <a:cubicBezTo>
                      <a:pt x="8167" y="11376"/>
                      <a:pt x="8161" y="11411"/>
                      <a:pt x="8156" y="11473"/>
                    </a:cubicBezTo>
                    <a:cubicBezTo>
                      <a:pt x="8192" y="11473"/>
                      <a:pt x="8228" y="11473"/>
                      <a:pt x="8266" y="11473"/>
                    </a:cubicBezTo>
                    <a:cubicBezTo>
                      <a:pt x="8266" y="11546"/>
                      <a:pt x="8266" y="11618"/>
                      <a:pt x="8266" y="11693"/>
                    </a:cubicBezTo>
                    <a:cubicBezTo>
                      <a:pt x="8302" y="11693"/>
                      <a:pt x="8338" y="11693"/>
                      <a:pt x="8376" y="11693"/>
                    </a:cubicBezTo>
                    <a:cubicBezTo>
                      <a:pt x="8376" y="11911"/>
                      <a:pt x="8376" y="12129"/>
                      <a:pt x="8376" y="12353"/>
                    </a:cubicBezTo>
                    <a:cubicBezTo>
                      <a:pt x="8340" y="12353"/>
                      <a:pt x="8303" y="12353"/>
                      <a:pt x="8266" y="12353"/>
                    </a:cubicBezTo>
                    <a:cubicBezTo>
                      <a:pt x="8266" y="12426"/>
                      <a:pt x="8266" y="12498"/>
                      <a:pt x="8266" y="12573"/>
                    </a:cubicBezTo>
                    <a:cubicBezTo>
                      <a:pt x="8230" y="12573"/>
                      <a:pt x="8193" y="12573"/>
                      <a:pt x="8156" y="12573"/>
                    </a:cubicBezTo>
                    <a:cubicBezTo>
                      <a:pt x="8158" y="12589"/>
                      <a:pt x="8159" y="12606"/>
                      <a:pt x="8161" y="12623"/>
                    </a:cubicBezTo>
                    <a:cubicBezTo>
                      <a:pt x="8156" y="12683"/>
                      <a:pt x="8156" y="12683"/>
                      <a:pt x="8119" y="12726"/>
                    </a:cubicBezTo>
                    <a:cubicBezTo>
                      <a:pt x="8102" y="12740"/>
                      <a:pt x="8085" y="12754"/>
                      <a:pt x="8067" y="12768"/>
                    </a:cubicBezTo>
                    <a:cubicBezTo>
                      <a:pt x="8049" y="12784"/>
                      <a:pt x="8030" y="12799"/>
                      <a:pt x="8011" y="12816"/>
                    </a:cubicBezTo>
                    <a:cubicBezTo>
                      <a:pt x="7990" y="12832"/>
                      <a:pt x="7970" y="12848"/>
                      <a:pt x="7950" y="12865"/>
                    </a:cubicBezTo>
                    <a:cubicBezTo>
                      <a:pt x="7791" y="12998"/>
                      <a:pt x="7656" y="13126"/>
                      <a:pt x="7539" y="13296"/>
                    </a:cubicBezTo>
                    <a:cubicBezTo>
                      <a:pt x="7496" y="13343"/>
                      <a:pt x="7496" y="13343"/>
                      <a:pt x="7435" y="13350"/>
                    </a:cubicBezTo>
                    <a:cubicBezTo>
                      <a:pt x="7419" y="13348"/>
                      <a:pt x="7403" y="13345"/>
                      <a:pt x="7386" y="13343"/>
                    </a:cubicBezTo>
                    <a:cubicBezTo>
                      <a:pt x="7386" y="13379"/>
                      <a:pt x="7386" y="13416"/>
                      <a:pt x="7386" y="13453"/>
                    </a:cubicBezTo>
                    <a:cubicBezTo>
                      <a:pt x="7023" y="13453"/>
                      <a:pt x="6660" y="13453"/>
                      <a:pt x="6286" y="13453"/>
                    </a:cubicBezTo>
                    <a:cubicBezTo>
                      <a:pt x="6286" y="13417"/>
                      <a:pt x="6286" y="13380"/>
                      <a:pt x="6286" y="13343"/>
                    </a:cubicBezTo>
                    <a:cubicBezTo>
                      <a:pt x="6278" y="13344"/>
                      <a:pt x="6278" y="13344"/>
                      <a:pt x="6236" y="13348"/>
                    </a:cubicBezTo>
                    <a:cubicBezTo>
                      <a:pt x="6176" y="13343"/>
                      <a:pt x="6176" y="13343"/>
                      <a:pt x="6136" y="13310"/>
                    </a:cubicBezTo>
                    <a:cubicBezTo>
                      <a:pt x="6123" y="13295"/>
                      <a:pt x="6111" y="13280"/>
                      <a:pt x="6098" y="13264"/>
                    </a:cubicBezTo>
                    <a:cubicBezTo>
                      <a:pt x="6084" y="13247"/>
                      <a:pt x="6069" y="13229"/>
                      <a:pt x="6054" y="13212"/>
                    </a:cubicBezTo>
                    <a:cubicBezTo>
                      <a:pt x="6039" y="13193"/>
                      <a:pt x="6023" y="13174"/>
                      <a:pt x="6007" y="13154"/>
                    </a:cubicBezTo>
                    <a:cubicBezTo>
                      <a:pt x="5858" y="12977"/>
                      <a:pt x="5704" y="12809"/>
                      <a:pt x="5540" y="12645"/>
                    </a:cubicBezTo>
                    <a:cubicBezTo>
                      <a:pt x="5529" y="12635"/>
                      <a:pt x="5519" y="12624"/>
                      <a:pt x="5508" y="12613"/>
                    </a:cubicBezTo>
                    <a:cubicBezTo>
                      <a:pt x="5366" y="12471"/>
                      <a:pt x="5220" y="12336"/>
                      <a:pt x="5058" y="12215"/>
                    </a:cubicBezTo>
                    <a:cubicBezTo>
                      <a:pt x="4968" y="12146"/>
                      <a:pt x="4968" y="12146"/>
                      <a:pt x="4957" y="12071"/>
                    </a:cubicBezTo>
                    <a:cubicBezTo>
                      <a:pt x="4960" y="12055"/>
                      <a:pt x="4963" y="12039"/>
                      <a:pt x="4966" y="12023"/>
                    </a:cubicBezTo>
                    <a:cubicBezTo>
                      <a:pt x="4950" y="12025"/>
                      <a:pt x="4933" y="12027"/>
                      <a:pt x="4916" y="12029"/>
                    </a:cubicBezTo>
                    <a:cubicBezTo>
                      <a:pt x="4856" y="12023"/>
                      <a:pt x="4856" y="12023"/>
                      <a:pt x="4811" y="11984"/>
                    </a:cubicBezTo>
                    <a:cubicBezTo>
                      <a:pt x="4803" y="11975"/>
                      <a:pt x="4803" y="11975"/>
                      <a:pt x="4767" y="11931"/>
                    </a:cubicBezTo>
                    <a:cubicBezTo>
                      <a:pt x="4750" y="11911"/>
                      <a:pt x="4734" y="11892"/>
                      <a:pt x="4717" y="11872"/>
                    </a:cubicBezTo>
                    <a:cubicBezTo>
                      <a:pt x="4701" y="11851"/>
                      <a:pt x="4684" y="11831"/>
                      <a:pt x="4667" y="11810"/>
                    </a:cubicBezTo>
                    <a:cubicBezTo>
                      <a:pt x="4469" y="11569"/>
                      <a:pt x="4469" y="11569"/>
                      <a:pt x="4336" y="11495"/>
                    </a:cubicBezTo>
                    <a:cubicBezTo>
                      <a:pt x="4306" y="11473"/>
                      <a:pt x="4306" y="11473"/>
                      <a:pt x="4296" y="11411"/>
                    </a:cubicBezTo>
                    <a:cubicBezTo>
                      <a:pt x="4297" y="11403"/>
                      <a:pt x="4297" y="11403"/>
                      <a:pt x="4306" y="11363"/>
                    </a:cubicBezTo>
                    <a:cubicBezTo>
                      <a:pt x="4270" y="11363"/>
                      <a:pt x="4233" y="11363"/>
                      <a:pt x="4196" y="11363"/>
                    </a:cubicBezTo>
                    <a:cubicBezTo>
                      <a:pt x="4196" y="11327"/>
                      <a:pt x="4196" y="11290"/>
                      <a:pt x="4196" y="11253"/>
                    </a:cubicBezTo>
                    <a:cubicBezTo>
                      <a:pt x="4160" y="11253"/>
                      <a:pt x="4123" y="11253"/>
                      <a:pt x="4086" y="11253"/>
                    </a:cubicBezTo>
                    <a:cubicBezTo>
                      <a:pt x="4086" y="11217"/>
                      <a:pt x="4086" y="11180"/>
                      <a:pt x="4086" y="11143"/>
                    </a:cubicBezTo>
                    <a:cubicBezTo>
                      <a:pt x="4050" y="11143"/>
                      <a:pt x="4013" y="11143"/>
                      <a:pt x="3976" y="11143"/>
                    </a:cubicBezTo>
                    <a:cubicBezTo>
                      <a:pt x="3976" y="11107"/>
                      <a:pt x="3976" y="11070"/>
                      <a:pt x="3976" y="11033"/>
                    </a:cubicBezTo>
                    <a:cubicBezTo>
                      <a:pt x="3960" y="11035"/>
                      <a:pt x="3944" y="11037"/>
                      <a:pt x="3928" y="11039"/>
                    </a:cubicBezTo>
                    <a:cubicBezTo>
                      <a:pt x="3844" y="11031"/>
                      <a:pt x="3805" y="10988"/>
                      <a:pt x="3749" y="10930"/>
                    </a:cubicBezTo>
                    <a:cubicBezTo>
                      <a:pt x="3739" y="10920"/>
                      <a:pt x="3729" y="10911"/>
                      <a:pt x="3719" y="10901"/>
                    </a:cubicBezTo>
                    <a:cubicBezTo>
                      <a:pt x="3669" y="10851"/>
                      <a:pt x="3647" y="10822"/>
                      <a:pt x="3639" y="10751"/>
                    </a:cubicBezTo>
                    <a:cubicBezTo>
                      <a:pt x="3642" y="10735"/>
                      <a:pt x="3644" y="10719"/>
                      <a:pt x="3646" y="10703"/>
                    </a:cubicBezTo>
                    <a:cubicBezTo>
                      <a:pt x="3629" y="10705"/>
                      <a:pt x="3613" y="10707"/>
                      <a:pt x="3596" y="10709"/>
                    </a:cubicBezTo>
                    <a:cubicBezTo>
                      <a:pt x="3536" y="10703"/>
                      <a:pt x="3536" y="10703"/>
                      <a:pt x="3492" y="10666"/>
                    </a:cubicBezTo>
                    <a:cubicBezTo>
                      <a:pt x="3485" y="10658"/>
                      <a:pt x="3485" y="10658"/>
                      <a:pt x="3451" y="10614"/>
                    </a:cubicBezTo>
                    <a:cubicBezTo>
                      <a:pt x="3435" y="10596"/>
                      <a:pt x="3419" y="10577"/>
                      <a:pt x="3403" y="10558"/>
                    </a:cubicBezTo>
                    <a:cubicBezTo>
                      <a:pt x="3387" y="10538"/>
                      <a:pt x="3371" y="10517"/>
                      <a:pt x="3354" y="10497"/>
                    </a:cubicBezTo>
                    <a:cubicBezTo>
                      <a:pt x="3224" y="10343"/>
                      <a:pt x="3099" y="10211"/>
                      <a:pt x="2938" y="10091"/>
                    </a:cubicBezTo>
                    <a:cubicBezTo>
                      <a:pt x="2871" y="10039"/>
                      <a:pt x="2809" y="9985"/>
                      <a:pt x="2749" y="9926"/>
                    </a:cubicBezTo>
                    <a:cubicBezTo>
                      <a:pt x="2740" y="9917"/>
                      <a:pt x="2740" y="9917"/>
                      <a:pt x="2694" y="9874"/>
                    </a:cubicBezTo>
                    <a:cubicBezTo>
                      <a:pt x="2650" y="9815"/>
                      <a:pt x="2647" y="9786"/>
                      <a:pt x="2656" y="9713"/>
                    </a:cubicBezTo>
                    <a:cubicBezTo>
                      <a:pt x="2620" y="9713"/>
                      <a:pt x="2583" y="9713"/>
                      <a:pt x="2546" y="9713"/>
                    </a:cubicBezTo>
                    <a:cubicBezTo>
                      <a:pt x="2546" y="9677"/>
                      <a:pt x="2546" y="9640"/>
                      <a:pt x="2546" y="9603"/>
                    </a:cubicBezTo>
                    <a:cubicBezTo>
                      <a:pt x="2510" y="9603"/>
                      <a:pt x="2473" y="9603"/>
                      <a:pt x="2436" y="9603"/>
                    </a:cubicBezTo>
                    <a:cubicBezTo>
                      <a:pt x="2436" y="9567"/>
                      <a:pt x="2436" y="9530"/>
                      <a:pt x="2436" y="9493"/>
                    </a:cubicBezTo>
                    <a:cubicBezTo>
                      <a:pt x="2419" y="9495"/>
                      <a:pt x="2403" y="9496"/>
                      <a:pt x="2386" y="9498"/>
                    </a:cubicBezTo>
                    <a:cubicBezTo>
                      <a:pt x="2326" y="9493"/>
                      <a:pt x="2326" y="9493"/>
                      <a:pt x="2284" y="9459"/>
                    </a:cubicBezTo>
                    <a:cubicBezTo>
                      <a:pt x="2271" y="9443"/>
                      <a:pt x="2258" y="9427"/>
                      <a:pt x="2244" y="9410"/>
                    </a:cubicBezTo>
                    <a:cubicBezTo>
                      <a:pt x="2229" y="9392"/>
                      <a:pt x="2214" y="9374"/>
                      <a:pt x="2199" y="9356"/>
                    </a:cubicBezTo>
                    <a:cubicBezTo>
                      <a:pt x="2191" y="9346"/>
                      <a:pt x="2191" y="9346"/>
                      <a:pt x="2151" y="9297"/>
                    </a:cubicBezTo>
                    <a:cubicBezTo>
                      <a:pt x="1976" y="9091"/>
                      <a:pt x="1792" y="8899"/>
                      <a:pt x="1599" y="8710"/>
                    </a:cubicBezTo>
                    <a:cubicBezTo>
                      <a:pt x="1560" y="8672"/>
                      <a:pt x="1522" y="8634"/>
                      <a:pt x="1484" y="8594"/>
                    </a:cubicBezTo>
                    <a:cubicBezTo>
                      <a:pt x="1386" y="8493"/>
                      <a:pt x="1287" y="8397"/>
                      <a:pt x="1178" y="8307"/>
                    </a:cubicBezTo>
                    <a:cubicBezTo>
                      <a:pt x="1161" y="8292"/>
                      <a:pt x="1143" y="8277"/>
                      <a:pt x="1125" y="8262"/>
                    </a:cubicBezTo>
                    <a:cubicBezTo>
                      <a:pt x="1090" y="8233"/>
                      <a:pt x="1054" y="8204"/>
                      <a:pt x="1019" y="8176"/>
                    </a:cubicBezTo>
                    <a:cubicBezTo>
                      <a:pt x="1003" y="8163"/>
                      <a:pt x="987" y="8150"/>
                      <a:pt x="970" y="8136"/>
                    </a:cubicBezTo>
                    <a:cubicBezTo>
                      <a:pt x="956" y="8125"/>
                      <a:pt x="942" y="8113"/>
                      <a:pt x="927" y="8101"/>
                    </a:cubicBezTo>
                    <a:cubicBezTo>
                      <a:pt x="886" y="8050"/>
                      <a:pt x="890" y="8017"/>
                      <a:pt x="896" y="7953"/>
                    </a:cubicBezTo>
                    <a:cubicBezTo>
                      <a:pt x="860" y="7953"/>
                      <a:pt x="823" y="7953"/>
                      <a:pt x="786" y="7953"/>
                    </a:cubicBezTo>
                    <a:cubicBezTo>
                      <a:pt x="786" y="7917"/>
                      <a:pt x="786" y="7880"/>
                      <a:pt x="786" y="7843"/>
                    </a:cubicBezTo>
                    <a:cubicBezTo>
                      <a:pt x="750" y="7843"/>
                      <a:pt x="713" y="7843"/>
                      <a:pt x="676" y="7843"/>
                    </a:cubicBezTo>
                    <a:cubicBezTo>
                      <a:pt x="676" y="7807"/>
                      <a:pt x="676" y="7770"/>
                      <a:pt x="676" y="7733"/>
                    </a:cubicBezTo>
                    <a:cubicBezTo>
                      <a:pt x="663" y="7736"/>
                      <a:pt x="649" y="7738"/>
                      <a:pt x="635" y="7741"/>
                    </a:cubicBezTo>
                    <a:cubicBezTo>
                      <a:pt x="534" y="7752"/>
                      <a:pt x="477" y="7748"/>
                      <a:pt x="392" y="7688"/>
                    </a:cubicBezTo>
                    <a:cubicBezTo>
                      <a:pt x="239" y="7546"/>
                      <a:pt x="239" y="7546"/>
                      <a:pt x="230" y="7451"/>
                    </a:cubicBezTo>
                    <a:cubicBezTo>
                      <a:pt x="232" y="7435"/>
                      <a:pt x="234" y="7419"/>
                      <a:pt x="236" y="7403"/>
                    </a:cubicBezTo>
                    <a:cubicBezTo>
                      <a:pt x="200" y="7403"/>
                      <a:pt x="163" y="7403"/>
                      <a:pt x="126" y="7403"/>
                    </a:cubicBezTo>
                    <a:cubicBezTo>
                      <a:pt x="0" y="7074"/>
                      <a:pt x="4" y="6760"/>
                      <a:pt x="16" y="6413"/>
                    </a:cubicBezTo>
                    <a:cubicBezTo>
                      <a:pt x="52" y="6413"/>
                      <a:pt x="88" y="6413"/>
                      <a:pt x="126" y="6413"/>
                    </a:cubicBezTo>
                    <a:cubicBezTo>
                      <a:pt x="126" y="6340"/>
                      <a:pt x="126" y="6268"/>
                      <a:pt x="126" y="6193"/>
                    </a:cubicBezTo>
                    <a:cubicBezTo>
                      <a:pt x="162" y="6193"/>
                      <a:pt x="198" y="6193"/>
                      <a:pt x="236" y="6193"/>
                    </a:cubicBezTo>
                    <a:cubicBezTo>
                      <a:pt x="233" y="6177"/>
                      <a:pt x="231" y="6161"/>
                      <a:pt x="228" y="6144"/>
                    </a:cubicBezTo>
                    <a:cubicBezTo>
                      <a:pt x="236" y="6083"/>
                      <a:pt x="236" y="6083"/>
                      <a:pt x="286" y="6036"/>
                    </a:cubicBezTo>
                    <a:cubicBezTo>
                      <a:pt x="309" y="6019"/>
                      <a:pt x="333" y="6003"/>
                      <a:pt x="356" y="5987"/>
                    </a:cubicBezTo>
                    <a:cubicBezTo>
                      <a:pt x="469" y="5904"/>
                      <a:pt x="555" y="5815"/>
                      <a:pt x="641" y="5705"/>
                    </a:cubicBezTo>
                    <a:cubicBezTo>
                      <a:pt x="743" y="5576"/>
                      <a:pt x="852" y="5472"/>
                      <a:pt x="978" y="5368"/>
                    </a:cubicBezTo>
                    <a:cubicBezTo>
                      <a:pt x="1115" y="5256"/>
                      <a:pt x="1227" y="5142"/>
                      <a:pt x="1335" y="5003"/>
                    </a:cubicBezTo>
                    <a:cubicBezTo>
                      <a:pt x="1428" y="4887"/>
                      <a:pt x="1533" y="4793"/>
                      <a:pt x="1646" y="4698"/>
                    </a:cubicBezTo>
                    <a:cubicBezTo>
                      <a:pt x="1878" y="4499"/>
                      <a:pt x="2095" y="4287"/>
                      <a:pt x="2310" y="4071"/>
                    </a:cubicBezTo>
                    <a:cubicBezTo>
                      <a:pt x="2362" y="4019"/>
                      <a:pt x="2414" y="3967"/>
                      <a:pt x="2466" y="3915"/>
                    </a:cubicBezTo>
                    <a:cubicBezTo>
                      <a:pt x="2553" y="3829"/>
                      <a:pt x="2640" y="3742"/>
                      <a:pt x="2726" y="3655"/>
                    </a:cubicBezTo>
                    <a:cubicBezTo>
                      <a:pt x="2826" y="3555"/>
                      <a:pt x="2925" y="3455"/>
                      <a:pt x="3025" y="3356"/>
                    </a:cubicBezTo>
                    <a:cubicBezTo>
                      <a:pt x="3112" y="3270"/>
                      <a:pt x="3198" y="3183"/>
                      <a:pt x="3285" y="3096"/>
                    </a:cubicBezTo>
                    <a:cubicBezTo>
                      <a:pt x="3336" y="3045"/>
                      <a:pt x="3387" y="2994"/>
                      <a:pt x="3439" y="2943"/>
                    </a:cubicBezTo>
                    <a:cubicBezTo>
                      <a:pt x="3656" y="2726"/>
                      <a:pt x="3866" y="2507"/>
                      <a:pt x="4058" y="2267"/>
                    </a:cubicBezTo>
                    <a:cubicBezTo>
                      <a:pt x="4256" y="2024"/>
                      <a:pt x="4256" y="2024"/>
                      <a:pt x="4368" y="2000"/>
                    </a:cubicBezTo>
                    <a:cubicBezTo>
                      <a:pt x="4423" y="1999"/>
                      <a:pt x="4472" y="2003"/>
                      <a:pt x="4526" y="2013"/>
                    </a:cubicBezTo>
                    <a:cubicBezTo>
                      <a:pt x="4526" y="1977"/>
                      <a:pt x="4526" y="1940"/>
                      <a:pt x="4526" y="1903"/>
                    </a:cubicBezTo>
                    <a:cubicBezTo>
                      <a:pt x="4562" y="1903"/>
                      <a:pt x="4598" y="1903"/>
                      <a:pt x="4636" y="1903"/>
                    </a:cubicBezTo>
                    <a:cubicBezTo>
                      <a:pt x="4634" y="1887"/>
                      <a:pt x="4632" y="1870"/>
                      <a:pt x="4630" y="1853"/>
                    </a:cubicBezTo>
                    <a:cubicBezTo>
                      <a:pt x="4636" y="1793"/>
                      <a:pt x="4636" y="1793"/>
                      <a:pt x="4673" y="1749"/>
                    </a:cubicBezTo>
                    <a:cubicBezTo>
                      <a:pt x="4690" y="1736"/>
                      <a:pt x="4707" y="1722"/>
                      <a:pt x="4724" y="1708"/>
                    </a:cubicBezTo>
                    <a:cubicBezTo>
                      <a:pt x="4743" y="1692"/>
                      <a:pt x="4762" y="1676"/>
                      <a:pt x="4781" y="1660"/>
                    </a:cubicBezTo>
                    <a:cubicBezTo>
                      <a:pt x="4801" y="1644"/>
                      <a:pt x="4821" y="1628"/>
                      <a:pt x="4842" y="1611"/>
                    </a:cubicBezTo>
                    <a:cubicBezTo>
                      <a:pt x="5001" y="1478"/>
                      <a:pt x="5135" y="1350"/>
                      <a:pt x="5252" y="1180"/>
                    </a:cubicBezTo>
                    <a:cubicBezTo>
                      <a:pt x="5296" y="1133"/>
                      <a:pt x="5296" y="1133"/>
                      <a:pt x="5356" y="1126"/>
                    </a:cubicBezTo>
                    <a:cubicBezTo>
                      <a:pt x="5373" y="1128"/>
                      <a:pt x="5389" y="1131"/>
                      <a:pt x="5406" y="1133"/>
                    </a:cubicBezTo>
                    <a:cubicBezTo>
                      <a:pt x="5406" y="1097"/>
                      <a:pt x="5406" y="1060"/>
                      <a:pt x="5406" y="1023"/>
                    </a:cubicBezTo>
                    <a:cubicBezTo>
                      <a:pt x="5442" y="1023"/>
                      <a:pt x="5478" y="1023"/>
                      <a:pt x="5516" y="1023"/>
                    </a:cubicBezTo>
                    <a:cubicBezTo>
                      <a:pt x="5516" y="987"/>
                      <a:pt x="5516" y="950"/>
                      <a:pt x="5516" y="913"/>
                    </a:cubicBezTo>
                    <a:cubicBezTo>
                      <a:pt x="5552" y="913"/>
                      <a:pt x="5588" y="913"/>
                      <a:pt x="5626" y="913"/>
                    </a:cubicBezTo>
                    <a:cubicBezTo>
                      <a:pt x="5626" y="877"/>
                      <a:pt x="5626" y="840"/>
                      <a:pt x="5626" y="803"/>
                    </a:cubicBezTo>
                    <a:cubicBezTo>
                      <a:pt x="5662" y="803"/>
                      <a:pt x="5698" y="803"/>
                      <a:pt x="5736" y="803"/>
                    </a:cubicBezTo>
                    <a:cubicBezTo>
                      <a:pt x="5736" y="767"/>
                      <a:pt x="5736" y="730"/>
                      <a:pt x="5736" y="693"/>
                    </a:cubicBezTo>
                    <a:cubicBezTo>
                      <a:pt x="5772" y="693"/>
                      <a:pt x="5808" y="693"/>
                      <a:pt x="5846" y="693"/>
                    </a:cubicBezTo>
                    <a:cubicBezTo>
                      <a:pt x="5846" y="657"/>
                      <a:pt x="5846" y="620"/>
                      <a:pt x="5846" y="583"/>
                    </a:cubicBezTo>
                    <a:cubicBezTo>
                      <a:pt x="5882" y="583"/>
                      <a:pt x="5918" y="583"/>
                      <a:pt x="5956" y="583"/>
                    </a:cubicBezTo>
                    <a:cubicBezTo>
                      <a:pt x="5954" y="566"/>
                      <a:pt x="5952" y="550"/>
                      <a:pt x="5951" y="533"/>
                    </a:cubicBezTo>
                    <a:cubicBezTo>
                      <a:pt x="5956" y="473"/>
                      <a:pt x="5956" y="473"/>
                      <a:pt x="5990" y="432"/>
                    </a:cubicBezTo>
                    <a:cubicBezTo>
                      <a:pt x="5998" y="426"/>
                      <a:pt x="5998" y="426"/>
                      <a:pt x="6038" y="394"/>
                    </a:cubicBezTo>
                    <a:cubicBezTo>
                      <a:pt x="6047" y="387"/>
                      <a:pt x="6047" y="387"/>
                      <a:pt x="6090" y="351"/>
                    </a:cubicBezTo>
                    <a:cubicBezTo>
                      <a:pt x="6108" y="337"/>
                      <a:pt x="6126" y="323"/>
                      <a:pt x="6145" y="308"/>
                    </a:cubicBezTo>
                    <a:cubicBezTo>
                      <a:pt x="6181" y="280"/>
                      <a:pt x="6216" y="251"/>
                      <a:pt x="6251" y="222"/>
                    </a:cubicBezTo>
                    <a:cubicBezTo>
                      <a:pt x="6259" y="216"/>
                      <a:pt x="6259" y="216"/>
                      <a:pt x="6299" y="184"/>
                    </a:cubicBezTo>
                    <a:cubicBezTo>
                      <a:pt x="6341" y="143"/>
                      <a:pt x="6341" y="143"/>
                      <a:pt x="6362" y="85"/>
                    </a:cubicBezTo>
                    <a:cubicBezTo>
                      <a:pt x="6396" y="33"/>
                      <a:pt x="6396" y="33"/>
                      <a:pt x="6432" y="21"/>
                    </a:cubicBezTo>
                    <a:close/>
                    <a:moveTo>
                      <a:pt x="6616" y="693"/>
                    </a:moveTo>
                    <a:cubicBezTo>
                      <a:pt x="6616" y="729"/>
                      <a:pt x="6616" y="766"/>
                      <a:pt x="6616" y="803"/>
                    </a:cubicBezTo>
                    <a:cubicBezTo>
                      <a:pt x="6580" y="803"/>
                      <a:pt x="6543" y="803"/>
                      <a:pt x="6506" y="803"/>
                    </a:cubicBezTo>
                    <a:cubicBezTo>
                      <a:pt x="6506" y="839"/>
                      <a:pt x="6506" y="876"/>
                      <a:pt x="6506" y="913"/>
                    </a:cubicBezTo>
                    <a:cubicBezTo>
                      <a:pt x="6470" y="913"/>
                      <a:pt x="6433" y="913"/>
                      <a:pt x="6396" y="913"/>
                    </a:cubicBezTo>
                    <a:cubicBezTo>
                      <a:pt x="6396" y="949"/>
                      <a:pt x="6396" y="986"/>
                      <a:pt x="6396" y="1023"/>
                    </a:cubicBezTo>
                    <a:cubicBezTo>
                      <a:pt x="6360" y="1023"/>
                      <a:pt x="6323" y="1023"/>
                      <a:pt x="6286" y="1023"/>
                    </a:cubicBezTo>
                    <a:cubicBezTo>
                      <a:pt x="6286" y="1059"/>
                      <a:pt x="6286" y="1096"/>
                      <a:pt x="6286" y="1133"/>
                    </a:cubicBezTo>
                    <a:cubicBezTo>
                      <a:pt x="6250" y="1133"/>
                      <a:pt x="6213" y="1133"/>
                      <a:pt x="6176" y="1133"/>
                    </a:cubicBezTo>
                    <a:cubicBezTo>
                      <a:pt x="6176" y="1169"/>
                      <a:pt x="6176" y="1206"/>
                      <a:pt x="6176" y="1243"/>
                    </a:cubicBezTo>
                    <a:cubicBezTo>
                      <a:pt x="6140" y="1243"/>
                      <a:pt x="6103" y="1243"/>
                      <a:pt x="6066" y="1243"/>
                    </a:cubicBezTo>
                    <a:cubicBezTo>
                      <a:pt x="6066" y="1279"/>
                      <a:pt x="6066" y="1316"/>
                      <a:pt x="6066" y="1353"/>
                    </a:cubicBezTo>
                    <a:cubicBezTo>
                      <a:pt x="6030" y="1353"/>
                      <a:pt x="5993" y="1353"/>
                      <a:pt x="5956" y="1353"/>
                    </a:cubicBezTo>
                    <a:cubicBezTo>
                      <a:pt x="5956" y="1389"/>
                      <a:pt x="5956" y="1426"/>
                      <a:pt x="5956" y="1463"/>
                    </a:cubicBezTo>
                    <a:cubicBezTo>
                      <a:pt x="5920" y="1463"/>
                      <a:pt x="5883" y="1463"/>
                      <a:pt x="5846" y="1463"/>
                    </a:cubicBezTo>
                    <a:cubicBezTo>
                      <a:pt x="5846" y="1499"/>
                      <a:pt x="5846" y="1536"/>
                      <a:pt x="5846" y="1573"/>
                    </a:cubicBezTo>
                    <a:cubicBezTo>
                      <a:pt x="5810" y="1573"/>
                      <a:pt x="5773" y="1573"/>
                      <a:pt x="5736" y="1573"/>
                    </a:cubicBezTo>
                    <a:cubicBezTo>
                      <a:pt x="5736" y="1609"/>
                      <a:pt x="5736" y="1646"/>
                      <a:pt x="5736" y="1683"/>
                    </a:cubicBezTo>
                    <a:cubicBezTo>
                      <a:pt x="5700" y="1683"/>
                      <a:pt x="5663" y="1683"/>
                      <a:pt x="5626" y="1683"/>
                    </a:cubicBezTo>
                    <a:cubicBezTo>
                      <a:pt x="5626" y="1719"/>
                      <a:pt x="5626" y="1756"/>
                      <a:pt x="5626" y="1793"/>
                    </a:cubicBezTo>
                    <a:cubicBezTo>
                      <a:pt x="5590" y="1793"/>
                      <a:pt x="5553" y="1793"/>
                      <a:pt x="5516" y="1793"/>
                    </a:cubicBezTo>
                    <a:cubicBezTo>
                      <a:pt x="5516" y="1829"/>
                      <a:pt x="5516" y="1866"/>
                      <a:pt x="5516" y="1903"/>
                    </a:cubicBezTo>
                    <a:cubicBezTo>
                      <a:pt x="5480" y="1903"/>
                      <a:pt x="5443" y="1903"/>
                      <a:pt x="5406" y="1903"/>
                    </a:cubicBezTo>
                    <a:cubicBezTo>
                      <a:pt x="5406" y="1939"/>
                      <a:pt x="5406" y="1976"/>
                      <a:pt x="5406" y="2013"/>
                    </a:cubicBezTo>
                    <a:cubicBezTo>
                      <a:pt x="5370" y="2013"/>
                      <a:pt x="5333" y="2013"/>
                      <a:pt x="5296" y="2013"/>
                    </a:cubicBezTo>
                    <a:cubicBezTo>
                      <a:pt x="5296" y="2049"/>
                      <a:pt x="5296" y="2086"/>
                      <a:pt x="5296" y="2123"/>
                    </a:cubicBezTo>
                    <a:cubicBezTo>
                      <a:pt x="5260" y="2123"/>
                      <a:pt x="5223" y="2123"/>
                      <a:pt x="5186" y="2123"/>
                    </a:cubicBezTo>
                    <a:cubicBezTo>
                      <a:pt x="5186" y="2159"/>
                      <a:pt x="5186" y="2196"/>
                      <a:pt x="5186" y="2233"/>
                    </a:cubicBezTo>
                    <a:cubicBezTo>
                      <a:pt x="5150" y="2233"/>
                      <a:pt x="5113" y="2233"/>
                      <a:pt x="5076" y="2233"/>
                    </a:cubicBezTo>
                    <a:cubicBezTo>
                      <a:pt x="5076" y="2269"/>
                      <a:pt x="5076" y="2306"/>
                      <a:pt x="5076" y="2343"/>
                    </a:cubicBezTo>
                    <a:cubicBezTo>
                      <a:pt x="5040" y="2343"/>
                      <a:pt x="5003" y="2343"/>
                      <a:pt x="4966" y="2343"/>
                    </a:cubicBezTo>
                    <a:cubicBezTo>
                      <a:pt x="4966" y="2379"/>
                      <a:pt x="4966" y="2416"/>
                      <a:pt x="4966" y="2453"/>
                    </a:cubicBezTo>
                    <a:cubicBezTo>
                      <a:pt x="4930" y="2453"/>
                      <a:pt x="4893" y="2453"/>
                      <a:pt x="4856" y="2453"/>
                    </a:cubicBezTo>
                    <a:cubicBezTo>
                      <a:pt x="4856" y="2489"/>
                      <a:pt x="4856" y="2526"/>
                      <a:pt x="4856" y="2563"/>
                    </a:cubicBezTo>
                    <a:cubicBezTo>
                      <a:pt x="4820" y="2563"/>
                      <a:pt x="4783" y="2563"/>
                      <a:pt x="4746" y="2563"/>
                    </a:cubicBezTo>
                    <a:cubicBezTo>
                      <a:pt x="4746" y="2599"/>
                      <a:pt x="4746" y="2636"/>
                      <a:pt x="4746" y="2673"/>
                    </a:cubicBezTo>
                    <a:cubicBezTo>
                      <a:pt x="4710" y="2673"/>
                      <a:pt x="4673" y="2673"/>
                      <a:pt x="4636" y="2673"/>
                    </a:cubicBezTo>
                    <a:cubicBezTo>
                      <a:pt x="4636" y="2709"/>
                      <a:pt x="4636" y="2746"/>
                      <a:pt x="4636" y="2783"/>
                    </a:cubicBezTo>
                    <a:cubicBezTo>
                      <a:pt x="4600" y="2783"/>
                      <a:pt x="4563" y="2783"/>
                      <a:pt x="4526" y="2783"/>
                    </a:cubicBezTo>
                    <a:cubicBezTo>
                      <a:pt x="4526" y="2819"/>
                      <a:pt x="4526" y="2856"/>
                      <a:pt x="4526" y="2893"/>
                    </a:cubicBezTo>
                    <a:cubicBezTo>
                      <a:pt x="4490" y="2893"/>
                      <a:pt x="4453" y="2893"/>
                      <a:pt x="4416" y="2893"/>
                    </a:cubicBezTo>
                    <a:cubicBezTo>
                      <a:pt x="4416" y="2929"/>
                      <a:pt x="4416" y="2966"/>
                      <a:pt x="4416" y="3003"/>
                    </a:cubicBezTo>
                    <a:cubicBezTo>
                      <a:pt x="4380" y="3003"/>
                      <a:pt x="4343" y="3003"/>
                      <a:pt x="4306" y="3003"/>
                    </a:cubicBezTo>
                    <a:cubicBezTo>
                      <a:pt x="4306" y="3039"/>
                      <a:pt x="4306" y="3076"/>
                      <a:pt x="4306" y="3113"/>
                    </a:cubicBezTo>
                    <a:cubicBezTo>
                      <a:pt x="4270" y="3113"/>
                      <a:pt x="4233" y="3113"/>
                      <a:pt x="4196" y="3113"/>
                    </a:cubicBezTo>
                    <a:cubicBezTo>
                      <a:pt x="4196" y="3149"/>
                      <a:pt x="4196" y="3186"/>
                      <a:pt x="4196" y="3223"/>
                    </a:cubicBezTo>
                    <a:cubicBezTo>
                      <a:pt x="4160" y="3223"/>
                      <a:pt x="4123" y="3223"/>
                      <a:pt x="4086" y="3223"/>
                    </a:cubicBezTo>
                    <a:cubicBezTo>
                      <a:pt x="4086" y="3259"/>
                      <a:pt x="4086" y="3296"/>
                      <a:pt x="4086" y="3333"/>
                    </a:cubicBezTo>
                    <a:cubicBezTo>
                      <a:pt x="4050" y="3333"/>
                      <a:pt x="4013" y="3333"/>
                      <a:pt x="3976" y="3333"/>
                    </a:cubicBezTo>
                    <a:cubicBezTo>
                      <a:pt x="3976" y="3369"/>
                      <a:pt x="3976" y="3406"/>
                      <a:pt x="3976" y="3443"/>
                    </a:cubicBezTo>
                    <a:cubicBezTo>
                      <a:pt x="3940" y="3443"/>
                      <a:pt x="3903" y="3443"/>
                      <a:pt x="3866" y="3443"/>
                    </a:cubicBezTo>
                    <a:cubicBezTo>
                      <a:pt x="3866" y="3479"/>
                      <a:pt x="3866" y="3516"/>
                      <a:pt x="3866" y="3553"/>
                    </a:cubicBezTo>
                    <a:cubicBezTo>
                      <a:pt x="3830" y="3553"/>
                      <a:pt x="3793" y="3553"/>
                      <a:pt x="3756" y="3553"/>
                    </a:cubicBezTo>
                    <a:cubicBezTo>
                      <a:pt x="3756" y="3589"/>
                      <a:pt x="3756" y="3626"/>
                      <a:pt x="3756" y="3663"/>
                    </a:cubicBezTo>
                    <a:cubicBezTo>
                      <a:pt x="3720" y="3663"/>
                      <a:pt x="3683" y="3663"/>
                      <a:pt x="3646" y="3663"/>
                    </a:cubicBezTo>
                    <a:cubicBezTo>
                      <a:pt x="3646" y="3699"/>
                      <a:pt x="3646" y="3736"/>
                      <a:pt x="3646" y="3773"/>
                    </a:cubicBezTo>
                    <a:cubicBezTo>
                      <a:pt x="3610" y="3773"/>
                      <a:pt x="3573" y="3773"/>
                      <a:pt x="3536" y="3773"/>
                    </a:cubicBezTo>
                    <a:cubicBezTo>
                      <a:pt x="3536" y="3809"/>
                      <a:pt x="3536" y="3846"/>
                      <a:pt x="3536" y="3883"/>
                    </a:cubicBezTo>
                    <a:cubicBezTo>
                      <a:pt x="3500" y="3883"/>
                      <a:pt x="3463" y="3883"/>
                      <a:pt x="3426" y="3883"/>
                    </a:cubicBezTo>
                    <a:cubicBezTo>
                      <a:pt x="3426" y="3919"/>
                      <a:pt x="3426" y="3956"/>
                      <a:pt x="3426" y="3993"/>
                    </a:cubicBezTo>
                    <a:cubicBezTo>
                      <a:pt x="3390" y="3993"/>
                      <a:pt x="3353" y="3993"/>
                      <a:pt x="3316" y="3993"/>
                    </a:cubicBezTo>
                    <a:cubicBezTo>
                      <a:pt x="3316" y="4029"/>
                      <a:pt x="3316" y="4066"/>
                      <a:pt x="3316" y="4103"/>
                    </a:cubicBezTo>
                    <a:cubicBezTo>
                      <a:pt x="3280" y="4103"/>
                      <a:pt x="3243" y="4103"/>
                      <a:pt x="3206" y="4103"/>
                    </a:cubicBezTo>
                    <a:cubicBezTo>
                      <a:pt x="3206" y="4139"/>
                      <a:pt x="3206" y="4176"/>
                      <a:pt x="3206" y="4213"/>
                    </a:cubicBezTo>
                    <a:cubicBezTo>
                      <a:pt x="3170" y="4213"/>
                      <a:pt x="3133" y="4213"/>
                      <a:pt x="3096" y="4213"/>
                    </a:cubicBezTo>
                    <a:cubicBezTo>
                      <a:pt x="3096" y="4249"/>
                      <a:pt x="3096" y="4286"/>
                      <a:pt x="3096" y="4323"/>
                    </a:cubicBezTo>
                    <a:cubicBezTo>
                      <a:pt x="3060" y="4323"/>
                      <a:pt x="3023" y="4323"/>
                      <a:pt x="2986" y="4323"/>
                    </a:cubicBezTo>
                    <a:cubicBezTo>
                      <a:pt x="2986" y="4359"/>
                      <a:pt x="2986" y="4396"/>
                      <a:pt x="2986" y="4433"/>
                    </a:cubicBezTo>
                    <a:cubicBezTo>
                      <a:pt x="2913" y="4433"/>
                      <a:pt x="2841" y="4433"/>
                      <a:pt x="2766" y="4433"/>
                    </a:cubicBezTo>
                    <a:cubicBezTo>
                      <a:pt x="2766" y="4469"/>
                      <a:pt x="2766" y="4506"/>
                      <a:pt x="2766" y="4543"/>
                    </a:cubicBezTo>
                    <a:cubicBezTo>
                      <a:pt x="2730" y="4543"/>
                      <a:pt x="2693" y="4543"/>
                      <a:pt x="2656" y="4543"/>
                    </a:cubicBezTo>
                    <a:cubicBezTo>
                      <a:pt x="2656" y="4579"/>
                      <a:pt x="2656" y="4616"/>
                      <a:pt x="2656" y="4653"/>
                    </a:cubicBezTo>
                    <a:cubicBezTo>
                      <a:pt x="2620" y="4653"/>
                      <a:pt x="2583" y="4653"/>
                      <a:pt x="2546" y="4653"/>
                    </a:cubicBezTo>
                    <a:cubicBezTo>
                      <a:pt x="2546" y="4689"/>
                      <a:pt x="2546" y="4726"/>
                      <a:pt x="2546" y="4763"/>
                    </a:cubicBezTo>
                    <a:cubicBezTo>
                      <a:pt x="2510" y="4763"/>
                      <a:pt x="2473" y="4763"/>
                      <a:pt x="2436" y="4763"/>
                    </a:cubicBezTo>
                    <a:cubicBezTo>
                      <a:pt x="2436" y="4799"/>
                      <a:pt x="2436" y="4836"/>
                      <a:pt x="2436" y="4873"/>
                    </a:cubicBezTo>
                    <a:cubicBezTo>
                      <a:pt x="2400" y="4873"/>
                      <a:pt x="2363" y="4873"/>
                      <a:pt x="2326" y="4873"/>
                    </a:cubicBezTo>
                    <a:cubicBezTo>
                      <a:pt x="2326" y="4909"/>
                      <a:pt x="2326" y="4946"/>
                      <a:pt x="2326" y="4983"/>
                    </a:cubicBezTo>
                    <a:cubicBezTo>
                      <a:pt x="2290" y="4983"/>
                      <a:pt x="2253" y="4983"/>
                      <a:pt x="2216" y="4983"/>
                    </a:cubicBezTo>
                    <a:cubicBezTo>
                      <a:pt x="2216" y="5019"/>
                      <a:pt x="2216" y="5056"/>
                      <a:pt x="2216" y="5093"/>
                    </a:cubicBezTo>
                    <a:cubicBezTo>
                      <a:pt x="2180" y="5093"/>
                      <a:pt x="2143" y="5093"/>
                      <a:pt x="2106" y="5093"/>
                    </a:cubicBezTo>
                    <a:cubicBezTo>
                      <a:pt x="2106" y="5129"/>
                      <a:pt x="2106" y="5166"/>
                      <a:pt x="2106" y="5203"/>
                    </a:cubicBezTo>
                    <a:cubicBezTo>
                      <a:pt x="2070" y="5203"/>
                      <a:pt x="2033" y="5203"/>
                      <a:pt x="1996" y="5203"/>
                    </a:cubicBezTo>
                    <a:cubicBezTo>
                      <a:pt x="1996" y="5239"/>
                      <a:pt x="1996" y="5276"/>
                      <a:pt x="1996" y="5313"/>
                    </a:cubicBezTo>
                    <a:cubicBezTo>
                      <a:pt x="1960" y="5313"/>
                      <a:pt x="1923" y="5313"/>
                      <a:pt x="1886" y="5313"/>
                    </a:cubicBezTo>
                    <a:cubicBezTo>
                      <a:pt x="1886" y="5349"/>
                      <a:pt x="1886" y="5386"/>
                      <a:pt x="1886" y="5423"/>
                    </a:cubicBezTo>
                    <a:cubicBezTo>
                      <a:pt x="1850" y="5423"/>
                      <a:pt x="1813" y="5423"/>
                      <a:pt x="1776" y="5423"/>
                    </a:cubicBezTo>
                    <a:cubicBezTo>
                      <a:pt x="1776" y="5459"/>
                      <a:pt x="1776" y="5496"/>
                      <a:pt x="1776" y="5533"/>
                    </a:cubicBezTo>
                    <a:cubicBezTo>
                      <a:pt x="1740" y="5533"/>
                      <a:pt x="1703" y="5533"/>
                      <a:pt x="1666" y="5533"/>
                    </a:cubicBezTo>
                    <a:cubicBezTo>
                      <a:pt x="1666" y="5569"/>
                      <a:pt x="1666" y="5606"/>
                      <a:pt x="1666" y="5643"/>
                    </a:cubicBezTo>
                    <a:cubicBezTo>
                      <a:pt x="1630" y="5643"/>
                      <a:pt x="1593" y="5643"/>
                      <a:pt x="1556" y="5643"/>
                    </a:cubicBezTo>
                    <a:cubicBezTo>
                      <a:pt x="1556" y="5679"/>
                      <a:pt x="1556" y="5716"/>
                      <a:pt x="1556" y="5753"/>
                    </a:cubicBezTo>
                    <a:cubicBezTo>
                      <a:pt x="1520" y="5753"/>
                      <a:pt x="1483" y="5753"/>
                      <a:pt x="1446" y="5753"/>
                    </a:cubicBezTo>
                    <a:cubicBezTo>
                      <a:pt x="1446" y="5789"/>
                      <a:pt x="1446" y="5826"/>
                      <a:pt x="1446" y="5863"/>
                    </a:cubicBezTo>
                    <a:cubicBezTo>
                      <a:pt x="1410" y="5863"/>
                      <a:pt x="1373" y="5863"/>
                      <a:pt x="1336" y="5863"/>
                    </a:cubicBezTo>
                    <a:cubicBezTo>
                      <a:pt x="1336" y="5899"/>
                      <a:pt x="1336" y="5936"/>
                      <a:pt x="1336" y="5973"/>
                    </a:cubicBezTo>
                    <a:cubicBezTo>
                      <a:pt x="1300" y="5973"/>
                      <a:pt x="1263" y="5973"/>
                      <a:pt x="1226" y="5973"/>
                    </a:cubicBezTo>
                    <a:cubicBezTo>
                      <a:pt x="1226" y="6009"/>
                      <a:pt x="1226" y="6046"/>
                      <a:pt x="1226" y="6083"/>
                    </a:cubicBezTo>
                    <a:cubicBezTo>
                      <a:pt x="1190" y="6083"/>
                      <a:pt x="1153" y="6083"/>
                      <a:pt x="1116" y="6083"/>
                    </a:cubicBezTo>
                    <a:cubicBezTo>
                      <a:pt x="1116" y="6119"/>
                      <a:pt x="1116" y="6156"/>
                      <a:pt x="1116" y="6193"/>
                    </a:cubicBezTo>
                    <a:cubicBezTo>
                      <a:pt x="1080" y="6193"/>
                      <a:pt x="1043" y="6193"/>
                      <a:pt x="1006" y="6193"/>
                    </a:cubicBezTo>
                    <a:cubicBezTo>
                      <a:pt x="1006" y="6229"/>
                      <a:pt x="1006" y="6266"/>
                      <a:pt x="1006" y="6303"/>
                    </a:cubicBezTo>
                    <a:cubicBezTo>
                      <a:pt x="970" y="6303"/>
                      <a:pt x="933" y="6303"/>
                      <a:pt x="896" y="6303"/>
                    </a:cubicBezTo>
                    <a:cubicBezTo>
                      <a:pt x="896" y="6339"/>
                      <a:pt x="896" y="6376"/>
                      <a:pt x="896" y="6413"/>
                    </a:cubicBezTo>
                    <a:cubicBezTo>
                      <a:pt x="860" y="6413"/>
                      <a:pt x="823" y="6413"/>
                      <a:pt x="786" y="6413"/>
                    </a:cubicBezTo>
                    <a:cubicBezTo>
                      <a:pt x="786" y="6486"/>
                      <a:pt x="786" y="6558"/>
                      <a:pt x="786" y="6633"/>
                    </a:cubicBezTo>
                    <a:cubicBezTo>
                      <a:pt x="750" y="6633"/>
                      <a:pt x="713" y="6633"/>
                      <a:pt x="676" y="6633"/>
                    </a:cubicBezTo>
                    <a:cubicBezTo>
                      <a:pt x="676" y="6742"/>
                      <a:pt x="676" y="6851"/>
                      <a:pt x="676" y="6963"/>
                    </a:cubicBezTo>
                    <a:cubicBezTo>
                      <a:pt x="712" y="6963"/>
                      <a:pt x="748" y="6963"/>
                      <a:pt x="786" y="6963"/>
                    </a:cubicBezTo>
                    <a:cubicBezTo>
                      <a:pt x="786" y="6999"/>
                      <a:pt x="786" y="7036"/>
                      <a:pt x="786" y="7073"/>
                    </a:cubicBezTo>
                    <a:cubicBezTo>
                      <a:pt x="822" y="7073"/>
                      <a:pt x="858" y="7073"/>
                      <a:pt x="896" y="7073"/>
                    </a:cubicBezTo>
                    <a:cubicBezTo>
                      <a:pt x="896" y="7109"/>
                      <a:pt x="896" y="7146"/>
                      <a:pt x="896" y="7183"/>
                    </a:cubicBezTo>
                    <a:cubicBezTo>
                      <a:pt x="932" y="7183"/>
                      <a:pt x="968" y="7183"/>
                      <a:pt x="1006" y="7183"/>
                    </a:cubicBezTo>
                    <a:cubicBezTo>
                      <a:pt x="1006" y="7219"/>
                      <a:pt x="1006" y="7256"/>
                      <a:pt x="1006" y="7293"/>
                    </a:cubicBezTo>
                    <a:cubicBezTo>
                      <a:pt x="1042" y="7293"/>
                      <a:pt x="1078" y="7293"/>
                      <a:pt x="1116" y="7293"/>
                    </a:cubicBezTo>
                    <a:cubicBezTo>
                      <a:pt x="1116" y="7329"/>
                      <a:pt x="1116" y="7366"/>
                      <a:pt x="1116" y="7403"/>
                    </a:cubicBezTo>
                    <a:cubicBezTo>
                      <a:pt x="1152" y="7403"/>
                      <a:pt x="1188" y="7403"/>
                      <a:pt x="1226" y="7403"/>
                    </a:cubicBezTo>
                    <a:cubicBezTo>
                      <a:pt x="1226" y="7439"/>
                      <a:pt x="1226" y="7476"/>
                      <a:pt x="1226" y="7513"/>
                    </a:cubicBezTo>
                    <a:cubicBezTo>
                      <a:pt x="1262" y="7513"/>
                      <a:pt x="1298" y="7513"/>
                      <a:pt x="1336" y="7513"/>
                    </a:cubicBezTo>
                    <a:cubicBezTo>
                      <a:pt x="1336" y="7549"/>
                      <a:pt x="1336" y="7586"/>
                      <a:pt x="1336" y="7623"/>
                    </a:cubicBezTo>
                    <a:cubicBezTo>
                      <a:pt x="1372" y="7623"/>
                      <a:pt x="1408" y="7623"/>
                      <a:pt x="1446" y="7623"/>
                    </a:cubicBezTo>
                    <a:cubicBezTo>
                      <a:pt x="1446" y="7659"/>
                      <a:pt x="1446" y="7696"/>
                      <a:pt x="1446" y="7733"/>
                    </a:cubicBezTo>
                    <a:cubicBezTo>
                      <a:pt x="1482" y="7733"/>
                      <a:pt x="1518" y="7733"/>
                      <a:pt x="1556" y="7733"/>
                    </a:cubicBezTo>
                    <a:cubicBezTo>
                      <a:pt x="1556" y="7769"/>
                      <a:pt x="1556" y="7806"/>
                      <a:pt x="1556" y="7843"/>
                    </a:cubicBezTo>
                    <a:cubicBezTo>
                      <a:pt x="1592" y="7843"/>
                      <a:pt x="1628" y="7843"/>
                      <a:pt x="1666" y="7843"/>
                    </a:cubicBezTo>
                    <a:cubicBezTo>
                      <a:pt x="1666" y="7879"/>
                      <a:pt x="1666" y="7916"/>
                      <a:pt x="1666" y="7953"/>
                    </a:cubicBezTo>
                    <a:cubicBezTo>
                      <a:pt x="1702" y="7953"/>
                      <a:pt x="1738" y="7953"/>
                      <a:pt x="1776" y="7953"/>
                    </a:cubicBezTo>
                    <a:cubicBezTo>
                      <a:pt x="1776" y="7989"/>
                      <a:pt x="1776" y="8026"/>
                      <a:pt x="1776" y="8063"/>
                    </a:cubicBezTo>
                    <a:cubicBezTo>
                      <a:pt x="1812" y="8063"/>
                      <a:pt x="1848" y="8063"/>
                      <a:pt x="1886" y="8063"/>
                    </a:cubicBezTo>
                    <a:cubicBezTo>
                      <a:pt x="1886" y="8099"/>
                      <a:pt x="1886" y="8136"/>
                      <a:pt x="1886" y="8173"/>
                    </a:cubicBezTo>
                    <a:cubicBezTo>
                      <a:pt x="1922" y="8173"/>
                      <a:pt x="1958" y="8173"/>
                      <a:pt x="1996" y="8173"/>
                    </a:cubicBezTo>
                    <a:cubicBezTo>
                      <a:pt x="1996" y="8209"/>
                      <a:pt x="1996" y="8246"/>
                      <a:pt x="1996" y="8283"/>
                    </a:cubicBezTo>
                    <a:cubicBezTo>
                      <a:pt x="2032" y="8283"/>
                      <a:pt x="2068" y="8283"/>
                      <a:pt x="2106" y="8283"/>
                    </a:cubicBezTo>
                    <a:cubicBezTo>
                      <a:pt x="2106" y="8319"/>
                      <a:pt x="2106" y="8356"/>
                      <a:pt x="2106" y="8393"/>
                    </a:cubicBezTo>
                    <a:cubicBezTo>
                      <a:pt x="2142" y="8393"/>
                      <a:pt x="2178" y="8393"/>
                      <a:pt x="2216" y="8393"/>
                    </a:cubicBezTo>
                    <a:cubicBezTo>
                      <a:pt x="2216" y="8429"/>
                      <a:pt x="2216" y="8466"/>
                      <a:pt x="2216" y="8503"/>
                    </a:cubicBezTo>
                    <a:cubicBezTo>
                      <a:pt x="2252" y="8503"/>
                      <a:pt x="2288" y="8503"/>
                      <a:pt x="2326" y="8503"/>
                    </a:cubicBezTo>
                    <a:cubicBezTo>
                      <a:pt x="2326" y="8539"/>
                      <a:pt x="2326" y="8576"/>
                      <a:pt x="2326" y="8613"/>
                    </a:cubicBezTo>
                    <a:cubicBezTo>
                      <a:pt x="2362" y="8613"/>
                      <a:pt x="2398" y="8613"/>
                      <a:pt x="2436" y="8613"/>
                    </a:cubicBezTo>
                    <a:cubicBezTo>
                      <a:pt x="2436" y="8649"/>
                      <a:pt x="2436" y="8686"/>
                      <a:pt x="2436" y="8723"/>
                    </a:cubicBezTo>
                    <a:cubicBezTo>
                      <a:pt x="2472" y="8723"/>
                      <a:pt x="2508" y="8723"/>
                      <a:pt x="2546" y="8723"/>
                    </a:cubicBezTo>
                    <a:cubicBezTo>
                      <a:pt x="2546" y="8759"/>
                      <a:pt x="2546" y="8796"/>
                      <a:pt x="2546" y="8833"/>
                    </a:cubicBezTo>
                    <a:cubicBezTo>
                      <a:pt x="2582" y="8833"/>
                      <a:pt x="2618" y="8833"/>
                      <a:pt x="2656" y="8833"/>
                    </a:cubicBezTo>
                    <a:cubicBezTo>
                      <a:pt x="2656" y="8869"/>
                      <a:pt x="2656" y="8906"/>
                      <a:pt x="2656" y="8943"/>
                    </a:cubicBezTo>
                    <a:cubicBezTo>
                      <a:pt x="2692" y="8943"/>
                      <a:pt x="2728" y="8943"/>
                      <a:pt x="2766" y="8943"/>
                    </a:cubicBezTo>
                    <a:cubicBezTo>
                      <a:pt x="2766" y="8979"/>
                      <a:pt x="2766" y="9016"/>
                      <a:pt x="2766" y="9053"/>
                    </a:cubicBezTo>
                    <a:cubicBezTo>
                      <a:pt x="2802" y="9053"/>
                      <a:pt x="2838" y="9053"/>
                      <a:pt x="2876" y="9053"/>
                    </a:cubicBezTo>
                    <a:cubicBezTo>
                      <a:pt x="2876" y="9089"/>
                      <a:pt x="2876" y="9126"/>
                      <a:pt x="2876" y="9163"/>
                    </a:cubicBezTo>
                    <a:cubicBezTo>
                      <a:pt x="2912" y="9163"/>
                      <a:pt x="2948" y="9163"/>
                      <a:pt x="2986" y="9163"/>
                    </a:cubicBezTo>
                    <a:cubicBezTo>
                      <a:pt x="2986" y="9199"/>
                      <a:pt x="2986" y="9236"/>
                      <a:pt x="2986" y="9273"/>
                    </a:cubicBezTo>
                    <a:cubicBezTo>
                      <a:pt x="3022" y="9273"/>
                      <a:pt x="3058" y="9273"/>
                      <a:pt x="3096" y="9273"/>
                    </a:cubicBezTo>
                    <a:cubicBezTo>
                      <a:pt x="3096" y="9309"/>
                      <a:pt x="3096" y="9346"/>
                      <a:pt x="3096" y="9383"/>
                    </a:cubicBezTo>
                    <a:cubicBezTo>
                      <a:pt x="3132" y="9383"/>
                      <a:pt x="3168" y="9383"/>
                      <a:pt x="3206" y="9383"/>
                    </a:cubicBezTo>
                    <a:cubicBezTo>
                      <a:pt x="3206" y="9419"/>
                      <a:pt x="3206" y="9456"/>
                      <a:pt x="3206" y="9493"/>
                    </a:cubicBezTo>
                    <a:cubicBezTo>
                      <a:pt x="3242" y="9493"/>
                      <a:pt x="3278" y="9493"/>
                      <a:pt x="3316" y="9493"/>
                    </a:cubicBezTo>
                    <a:cubicBezTo>
                      <a:pt x="3316" y="9529"/>
                      <a:pt x="3316" y="9566"/>
                      <a:pt x="3316" y="9603"/>
                    </a:cubicBezTo>
                    <a:cubicBezTo>
                      <a:pt x="3352" y="9603"/>
                      <a:pt x="3388" y="9603"/>
                      <a:pt x="3426" y="9603"/>
                    </a:cubicBezTo>
                    <a:cubicBezTo>
                      <a:pt x="3426" y="9639"/>
                      <a:pt x="3426" y="9676"/>
                      <a:pt x="3426" y="9713"/>
                    </a:cubicBezTo>
                    <a:cubicBezTo>
                      <a:pt x="3462" y="9713"/>
                      <a:pt x="3498" y="9713"/>
                      <a:pt x="3536" y="9713"/>
                    </a:cubicBezTo>
                    <a:cubicBezTo>
                      <a:pt x="3536" y="9749"/>
                      <a:pt x="3536" y="9786"/>
                      <a:pt x="3536" y="9823"/>
                    </a:cubicBezTo>
                    <a:cubicBezTo>
                      <a:pt x="3572" y="9823"/>
                      <a:pt x="3608" y="9823"/>
                      <a:pt x="3646" y="9823"/>
                    </a:cubicBezTo>
                    <a:cubicBezTo>
                      <a:pt x="3646" y="9859"/>
                      <a:pt x="3646" y="9896"/>
                      <a:pt x="3646" y="9933"/>
                    </a:cubicBezTo>
                    <a:cubicBezTo>
                      <a:pt x="3682" y="9933"/>
                      <a:pt x="3718" y="9933"/>
                      <a:pt x="3756" y="9933"/>
                    </a:cubicBezTo>
                    <a:cubicBezTo>
                      <a:pt x="3756" y="9969"/>
                      <a:pt x="3756" y="10006"/>
                      <a:pt x="3756" y="10043"/>
                    </a:cubicBezTo>
                    <a:cubicBezTo>
                      <a:pt x="3792" y="10043"/>
                      <a:pt x="3828" y="10043"/>
                      <a:pt x="3866" y="10043"/>
                    </a:cubicBezTo>
                    <a:cubicBezTo>
                      <a:pt x="3866" y="10079"/>
                      <a:pt x="3866" y="10116"/>
                      <a:pt x="3866" y="10153"/>
                    </a:cubicBezTo>
                    <a:cubicBezTo>
                      <a:pt x="3902" y="10153"/>
                      <a:pt x="3938" y="10153"/>
                      <a:pt x="3976" y="10153"/>
                    </a:cubicBezTo>
                    <a:cubicBezTo>
                      <a:pt x="3976" y="10189"/>
                      <a:pt x="3976" y="10226"/>
                      <a:pt x="3976" y="10263"/>
                    </a:cubicBezTo>
                    <a:cubicBezTo>
                      <a:pt x="4012" y="10263"/>
                      <a:pt x="4048" y="10263"/>
                      <a:pt x="4086" y="10263"/>
                    </a:cubicBezTo>
                    <a:cubicBezTo>
                      <a:pt x="4086" y="10299"/>
                      <a:pt x="4086" y="10336"/>
                      <a:pt x="4086" y="10373"/>
                    </a:cubicBezTo>
                    <a:cubicBezTo>
                      <a:pt x="4122" y="10373"/>
                      <a:pt x="4158" y="10373"/>
                      <a:pt x="4196" y="10373"/>
                    </a:cubicBezTo>
                    <a:cubicBezTo>
                      <a:pt x="4196" y="10409"/>
                      <a:pt x="4196" y="10446"/>
                      <a:pt x="4196" y="10483"/>
                    </a:cubicBezTo>
                    <a:cubicBezTo>
                      <a:pt x="4232" y="10483"/>
                      <a:pt x="4268" y="10483"/>
                      <a:pt x="4306" y="10483"/>
                    </a:cubicBezTo>
                    <a:cubicBezTo>
                      <a:pt x="4306" y="10519"/>
                      <a:pt x="4306" y="10556"/>
                      <a:pt x="4306" y="10593"/>
                    </a:cubicBezTo>
                    <a:cubicBezTo>
                      <a:pt x="4342" y="10593"/>
                      <a:pt x="4378" y="10593"/>
                      <a:pt x="4416" y="10593"/>
                    </a:cubicBezTo>
                    <a:cubicBezTo>
                      <a:pt x="4416" y="10629"/>
                      <a:pt x="4416" y="10666"/>
                      <a:pt x="4416" y="10703"/>
                    </a:cubicBezTo>
                    <a:cubicBezTo>
                      <a:pt x="4452" y="10703"/>
                      <a:pt x="4488" y="10703"/>
                      <a:pt x="4526" y="10703"/>
                    </a:cubicBezTo>
                    <a:cubicBezTo>
                      <a:pt x="4526" y="10739"/>
                      <a:pt x="4526" y="10776"/>
                      <a:pt x="4526" y="10813"/>
                    </a:cubicBezTo>
                    <a:cubicBezTo>
                      <a:pt x="4562" y="10813"/>
                      <a:pt x="4598" y="10813"/>
                      <a:pt x="4636" y="10813"/>
                    </a:cubicBezTo>
                    <a:cubicBezTo>
                      <a:pt x="4636" y="10849"/>
                      <a:pt x="4636" y="10886"/>
                      <a:pt x="4636" y="10923"/>
                    </a:cubicBezTo>
                    <a:cubicBezTo>
                      <a:pt x="4672" y="10923"/>
                      <a:pt x="4708" y="10923"/>
                      <a:pt x="4746" y="10923"/>
                    </a:cubicBezTo>
                    <a:cubicBezTo>
                      <a:pt x="4746" y="10959"/>
                      <a:pt x="4746" y="10996"/>
                      <a:pt x="4746" y="11033"/>
                    </a:cubicBezTo>
                    <a:cubicBezTo>
                      <a:pt x="4782" y="11033"/>
                      <a:pt x="4818" y="11033"/>
                      <a:pt x="4856" y="11033"/>
                    </a:cubicBezTo>
                    <a:cubicBezTo>
                      <a:pt x="4856" y="11069"/>
                      <a:pt x="4856" y="11106"/>
                      <a:pt x="4856" y="11143"/>
                    </a:cubicBezTo>
                    <a:cubicBezTo>
                      <a:pt x="4892" y="11143"/>
                      <a:pt x="4928" y="11143"/>
                      <a:pt x="4966" y="11143"/>
                    </a:cubicBezTo>
                    <a:cubicBezTo>
                      <a:pt x="4966" y="11179"/>
                      <a:pt x="4966" y="11216"/>
                      <a:pt x="4966" y="11253"/>
                    </a:cubicBezTo>
                    <a:cubicBezTo>
                      <a:pt x="5002" y="11253"/>
                      <a:pt x="5038" y="11253"/>
                      <a:pt x="5076" y="11253"/>
                    </a:cubicBezTo>
                    <a:cubicBezTo>
                      <a:pt x="5076" y="11289"/>
                      <a:pt x="5076" y="11326"/>
                      <a:pt x="5076" y="11363"/>
                    </a:cubicBezTo>
                    <a:cubicBezTo>
                      <a:pt x="5112" y="11363"/>
                      <a:pt x="5148" y="11363"/>
                      <a:pt x="5186" y="11363"/>
                    </a:cubicBezTo>
                    <a:cubicBezTo>
                      <a:pt x="5186" y="11399"/>
                      <a:pt x="5186" y="11436"/>
                      <a:pt x="5186" y="11473"/>
                    </a:cubicBezTo>
                    <a:cubicBezTo>
                      <a:pt x="5222" y="11473"/>
                      <a:pt x="5258" y="11473"/>
                      <a:pt x="5296" y="11473"/>
                    </a:cubicBezTo>
                    <a:cubicBezTo>
                      <a:pt x="5296" y="11509"/>
                      <a:pt x="5296" y="11546"/>
                      <a:pt x="5296" y="11583"/>
                    </a:cubicBezTo>
                    <a:cubicBezTo>
                      <a:pt x="5332" y="11583"/>
                      <a:pt x="5368" y="11583"/>
                      <a:pt x="5406" y="11583"/>
                    </a:cubicBezTo>
                    <a:cubicBezTo>
                      <a:pt x="5406" y="11619"/>
                      <a:pt x="5406" y="11656"/>
                      <a:pt x="5406" y="11693"/>
                    </a:cubicBezTo>
                    <a:cubicBezTo>
                      <a:pt x="5442" y="11693"/>
                      <a:pt x="5478" y="11693"/>
                      <a:pt x="5516" y="11693"/>
                    </a:cubicBezTo>
                    <a:cubicBezTo>
                      <a:pt x="5516" y="11729"/>
                      <a:pt x="5516" y="11766"/>
                      <a:pt x="5516" y="11803"/>
                    </a:cubicBezTo>
                    <a:cubicBezTo>
                      <a:pt x="5552" y="11803"/>
                      <a:pt x="5588" y="11803"/>
                      <a:pt x="5626" y="11803"/>
                    </a:cubicBezTo>
                    <a:cubicBezTo>
                      <a:pt x="5626" y="11839"/>
                      <a:pt x="5626" y="11876"/>
                      <a:pt x="5626" y="11913"/>
                    </a:cubicBezTo>
                    <a:cubicBezTo>
                      <a:pt x="5662" y="11913"/>
                      <a:pt x="5698" y="11913"/>
                      <a:pt x="5736" y="11913"/>
                    </a:cubicBezTo>
                    <a:cubicBezTo>
                      <a:pt x="5736" y="11949"/>
                      <a:pt x="5736" y="11986"/>
                      <a:pt x="5736" y="12023"/>
                    </a:cubicBezTo>
                    <a:cubicBezTo>
                      <a:pt x="5772" y="12023"/>
                      <a:pt x="5808" y="12023"/>
                      <a:pt x="5846" y="12023"/>
                    </a:cubicBezTo>
                    <a:cubicBezTo>
                      <a:pt x="5846" y="12059"/>
                      <a:pt x="5846" y="12096"/>
                      <a:pt x="5846" y="12133"/>
                    </a:cubicBezTo>
                    <a:cubicBezTo>
                      <a:pt x="5882" y="12133"/>
                      <a:pt x="5918" y="12133"/>
                      <a:pt x="5956" y="12133"/>
                    </a:cubicBezTo>
                    <a:cubicBezTo>
                      <a:pt x="5956" y="12169"/>
                      <a:pt x="5956" y="12206"/>
                      <a:pt x="5956" y="12243"/>
                    </a:cubicBezTo>
                    <a:cubicBezTo>
                      <a:pt x="5992" y="12243"/>
                      <a:pt x="6028" y="12243"/>
                      <a:pt x="6066" y="12243"/>
                    </a:cubicBezTo>
                    <a:cubicBezTo>
                      <a:pt x="6066" y="12279"/>
                      <a:pt x="6066" y="12316"/>
                      <a:pt x="6066" y="12353"/>
                    </a:cubicBezTo>
                    <a:cubicBezTo>
                      <a:pt x="6102" y="12353"/>
                      <a:pt x="6138" y="12353"/>
                      <a:pt x="6176" y="12353"/>
                    </a:cubicBezTo>
                    <a:cubicBezTo>
                      <a:pt x="6176" y="12389"/>
                      <a:pt x="6176" y="12426"/>
                      <a:pt x="6176" y="12463"/>
                    </a:cubicBezTo>
                    <a:cubicBezTo>
                      <a:pt x="6212" y="12463"/>
                      <a:pt x="6248" y="12463"/>
                      <a:pt x="6286" y="12463"/>
                    </a:cubicBezTo>
                    <a:cubicBezTo>
                      <a:pt x="6286" y="12499"/>
                      <a:pt x="6286" y="12536"/>
                      <a:pt x="6286" y="12573"/>
                    </a:cubicBezTo>
                    <a:cubicBezTo>
                      <a:pt x="6322" y="12573"/>
                      <a:pt x="6358" y="12573"/>
                      <a:pt x="6396" y="12573"/>
                    </a:cubicBezTo>
                    <a:cubicBezTo>
                      <a:pt x="6396" y="12609"/>
                      <a:pt x="6396" y="12646"/>
                      <a:pt x="6396" y="12683"/>
                    </a:cubicBezTo>
                    <a:cubicBezTo>
                      <a:pt x="6432" y="12683"/>
                      <a:pt x="6468" y="12683"/>
                      <a:pt x="6506" y="12683"/>
                    </a:cubicBezTo>
                    <a:cubicBezTo>
                      <a:pt x="6506" y="12719"/>
                      <a:pt x="6506" y="12756"/>
                      <a:pt x="6506" y="12793"/>
                    </a:cubicBezTo>
                    <a:cubicBezTo>
                      <a:pt x="6578" y="12793"/>
                      <a:pt x="6651" y="12793"/>
                      <a:pt x="6726" y="12793"/>
                    </a:cubicBezTo>
                    <a:cubicBezTo>
                      <a:pt x="6726" y="12829"/>
                      <a:pt x="6726" y="12866"/>
                      <a:pt x="6726" y="12903"/>
                    </a:cubicBezTo>
                    <a:cubicBezTo>
                      <a:pt x="6798" y="12903"/>
                      <a:pt x="6871" y="12903"/>
                      <a:pt x="6946" y="12903"/>
                    </a:cubicBezTo>
                    <a:cubicBezTo>
                      <a:pt x="6946" y="12867"/>
                      <a:pt x="6946" y="12830"/>
                      <a:pt x="6946" y="12793"/>
                    </a:cubicBezTo>
                    <a:cubicBezTo>
                      <a:pt x="7018" y="12793"/>
                      <a:pt x="7091" y="12793"/>
                      <a:pt x="7166" y="12793"/>
                    </a:cubicBezTo>
                    <a:cubicBezTo>
                      <a:pt x="7166" y="12757"/>
                      <a:pt x="7166" y="12720"/>
                      <a:pt x="7166" y="12683"/>
                    </a:cubicBezTo>
                    <a:cubicBezTo>
                      <a:pt x="7202" y="12683"/>
                      <a:pt x="7238" y="12683"/>
                      <a:pt x="7276" y="12683"/>
                    </a:cubicBezTo>
                    <a:cubicBezTo>
                      <a:pt x="7276" y="12647"/>
                      <a:pt x="7276" y="12610"/>
                      <a:pt x="7276" y="12573"/>
                    </a:cubicBezTo>
                    <a:cubicBezTo>
                      <a:pt x="7312" y="12573"/>
                      <a:pt x="7348" y="12573"/>
                      <a:pt x="7386" y="12573"/>
                    </a:cubicBezTo>
                    <a:cubicBezTo>
                      <a:pt x="7386" y="12537"/>
                      <a:pt x="7386" y="12500"/>
                      <a:pt x="7386" y="12463"/>
                    </a:cubicBezTo>
                    <a:cubicBezTo>
                      <a:pt x="7422" y="12463"/>
                      <a:pt x="7458" y="12463"/>
                      <a:pt x="7496" y="12463"/>
                    </a:cubicBezTo>
                    <a:cubicBezTo>
                      <a:pt x="7496" y="12427"/>
                      <a:pt x="7496" y="12390"/>
                      <a:pt x="7496" y="12353"/>
                    </a:cubicBezTo>
                    <a:cubicBezTo>
                      <a:pt x="7532" y="12353"/>
                      <a:pt x="7568" y="12353"/>
                      <a:pt x="7606" y="12353"/>
                    </a:cubicBezTo>
                    <a:cubicBezTo>
                      <a:pt x="7606" y="12317"/>
                      <a:pt x="7606" y="12280"/>
                      <a:pt x="7606" y="12243"/>
                    </a:cubicBezTo>
                    <a:cubicBezTo>
                      <a:pt x="7642" y="12243"/>
                      <a:pt x="7678" y="12243"/>
                      <a:pt x="7716" y="12243"/>
                    </a:cubicBezTo>
                    <a:cubicBezTo>
                      <a:pt x="7716" y="12134"/>
                      <a:pt x="7716" y="12025"/>
                      <a:pt x="7716" y="11913"/>
                    </a:cubicBezTo>
                    <a:cubicBezTo>
                      <a:pt x="7680" y="11913"/>
                      <a:pt x="7643" y="11913"/>
                      <a:pt x="7606" y="11913"/>
                    </a:cubicBezTo>
                    <a:cubicBezTo>
                      <a:pt x="7606" y="11840"/>
                      <a:pt x="7606" y="11768"/>
                      <a:pt x="7606" y="11693"/>
                    </a:cubicBezTo>
                    <a:cubicBezTo>
                      <a:pt x="7570" y="11693"/>
                      <a:pt x="7533" y="11693"/>
                      <a:pt x="7496" y="11693"/>
                    </a:cubicBezTo>
                    <a:cubicBezTo>
                      <a:pt x="7496" y="11657"/>
                      <a:pt x="7496" y="11620"/>
                      <a:pt x="7496" y="11583"/>
                    </a:cubicBezTo>
                    <a:cubicBezTo>
                      <a:pt x="7460" y="11583"/>
                      <a:pt x="7423" y="11583"/>
                      <a:pt x="7386" y="11583"/>
                    </a:cubicBezTo>
                    <a:cubicBezTo>
                      <a:pt x="7386" y="11547"/>
                      <a:pt x="7386" y="11510"/>
                      <a:pt x="7386" y="11473"/>
                    </a:cubicBezTo>
                    <a:cubicBezTo>
                      <a:pt x="7350" y="11473"/>
                      <a:pt x="7313" y="11473"/>
                      <a:pt x="7276" y="11473"/>
                    </a:cubicBezTo>
                    <a:cubicBezTo>
                      <a:pt x="7276" y="11437"/>
                      <a:pt x="7276" y="11400"/>
                      <a:pt x="7276" y="11363"/>
                    </a:cubicBezTo>
                    <a:cubicBezTo>
                      <a:pt x="7240" y="11363"/>
                      <a:pt x="7203" y="11363"/>
                      <a:pt x="7166" y="11363"/>
                    </a:cubicBezTo>
                    <a:cubicBezTo>
                      <a:pt x="7166" y="11327"/>
                      <a:pt x="7166" y="11290"/>
                      <a:pt x="7166" y="11253"/>
                    </a:cubicBezTo>
                    <a:cubicBezTo>
                      <a:pt x="7130" y="11253"/>
                      <a:pt x="7093" y="11253"/>
                      <a:pt x="7056" y="11253"/>
                    </a:cubicBezTo>
                    <a:cubicBezTo>
                      <a:pt x="7056" y="11217"/>
                      <a:pt x="7056" y="11180"/>
                      <a:pt x="7056" y="11143"/>
                    </a:cubicBezTo>
                    <a:cubicBezTo>
                      <a:pt x="7020" y="11143"/>
                      <a:pt x="6983" y="11143"/>
                      <a:pt x="6946" y="11143"/>
                    </a:cubicBezTo>
                    <a:cubicBezTo>
                      <a:pt x="6946" y="11107"/>
                      <a:pt x="6946" y="11070"/>
                      <a:pt x="6946" y="11033"/>
                    </a:cubicBezTo>
                    <a:cubicBezTo>
                      <a:pt x="6910" y="11033"/>
                      <a:pt x="6873" y="11033"/>
                      <a:pt x="6836" y="11033"/>
                    </a:cubicBezTo>
                    <a:cubicBezTo>
                      <a:pt x="6836" y="10997"/>
                      <a:pt x="6836" y="10960"/>
                      <a:pt x="6836" y="10923"/>
                    </a:cubicBezTo>
                    <a:cubicBezTo>
                      <a:pt x="6800" y="10923"/>
                      <a:pt x="6763" y="10923"/>
                      <a:pt x="6726" y="10923"/>
                    </a:cubicBezTo>
                    <a:cubicBezTo>
                      <a:pt x="6726" y="10887"/>
                      <a:pt x="6726" y="10850"/>
                      <a:pt x="6726" y="10813"/>
                    </a:cubicBezTo>
                    <a:cubicBezTo>
                      <a:pt x="6690" y="10813"/>
                      <a:pt x="6653" y="10813"/>
                      <a:pt x="6616" y="10813"/>
                    </a:cubicBezTo>
                    <a:cubicBezTo>
                      <a:pt x="6616" y="10777"/>
                      <a:pt x="6616" y="10740"/>
                      <a:pt x="6616" y="10703"/>
                    </a:cubicBezTo>
                    <a:cubicBezTo>
                      <a:pt x="6580" y="10703"/>
                      <a:pt x="6543" y="10703"/>
                      <a:pt x="6506" y="10703"/>
                    </a:cubicBezTo>
                    <a:cubicBezTo>
                      <a:pt x="6506" y="10667"/>
                      <a:pt x="6506" y="10630"/>
                      <a:pt x="6506" y="10593"/>
                    </a:cubicBezTo>
                    <a:cubicBezTo>
                      <a:pt x="6470" y="10593"/>
                      <a:pt x="6433" y="10593"/>
                      <a:pt x="6396" y="10593"/>
                    </a:cubicBezTo>
                    <a:cubicBezTo>
                      <a:pt x="6396" y="10557"/>
                      <a:pt x="6396" y="10520"/>
                      <a:pt x="6396" y="10483"/>
                    </a:cubicBezTo>
                    <a:cubicBezTo>
                      <a:pt x="6360" y="10483"/>
                      <a:pt x="6323" y="10483"/>
                      <a:pt x="6286" y="10483"/>
                    </a:cubicBezTo>
                    <a:cubicBezTo>
                      <a:pt x="6286" y="10447"/>
                      <a:pt x="6286" y="10410"/>
                      <a:pt x="6286" y="10373"/>
                    </a:cubicBezTo>
                    <a:cubicBezTo>
                      <a:pt x="6250" y="10373"/>
                      <a:pt x="6213" y="10373"/>
                      <a:pt x="6176" y="10373"/>
                    </a:cubicBezTo>
                    <a:cubicBezTo>
                      <a:pt x="6176" y="10337"/>
                      <a:pt x="6176" y="10300"/>
                      <a:pt x="6176" y="10263"/>
                    </a:cubicBezTo>
                    <a:cubicBezTo>
                      <a:pt x="6140" y="10263"/>
                      <a:pt x="6103" y="10263"/>
                      <a:pt x="6066" y="10263"/>
                    </a:cubicBezTo>
                    <a:cubicBezTo>
                      <a:pt x="6066" y="10227"/>
                      <a:pt x="6066" y="10190"/>
                      <a:pt x="6066" y="10153"/>
                    </a:cubicBezTo>
                    <a:cubicBezTo>
                      <a:pt x="6030" y="10153"/>
                      <a:pt x="5993" y="10153"/>
                      <a:pt x="5956" y="10153"/>
                    </a:cubicBezTo>
                    <a:cubicBezTo>
                      <a:pt x="5956" y="10117"/>
                      <a:pt x="5956" y="10080"/>
                      <a:pt x="5956" y="10043"/>
                    </a:cubicBezTo>
                    <a:cubicBezTo>
                      <a:pt x="5920" y="10043"/>
                      <a:pt x="5883" y="10043"/>
                      <a:pt x="5846" y="10043"/>
                    </a:cubicBezTo>
                    <a:cubicBezTo>
                      <a:pt x="5846" y="10007"/>
                      <a:pt x="5846" y="9970"/>
                      <a:pt x="5846" y="9933"/>
                    </a:cubicBezTo>
                    <a:cubicBezTo>
                      <a:pt x="5810" y="9933"/>
                      <a:pt x="5773" y="9933"/>
                      <a:pt x="5736" y="9933"/>
                    </a:cubicBezTo>
                    <a:cubicBezTo>
                      <a:pt x="5736" y="9897"/>
                      <a:pt x="5736" y="9860"/>
                      <a:pt x="5736" y="9823"/>
                    </a:cubicBezTo>
                    <a:cubicBezTo>
                      <a:pt x="5700" y="9823"/>
                      <a:pt x="5663" y="9823"/>
                      <a:pt x="5626" y="9823"/>
                    </a:cubicBezTo>
                    <a:cubicBezTo>
                      <a:pt x="5626" y="9787"/>
                      <a:pt x="5626" y="9750"/>
                      <a:pt x="5626" y="9713"/>
                    </a:cubicBezTo>
                    <a:cubicBezTo>
                      <a:pt x="5590" y="9713"/>
                      <a:pt x="5553" y="9713"/>
                      <a:pt x="5516" y="9713"/>
                    </a:cubicBezTo>
                    <a:cubicBezTo>
                      <a:pt x="5516" y="9677"/>
                      <a:pt x="5516" y="9640"/>
                      <a:pt x="5516" y="9603"/>
                    </a:cubicBezTo>
                    <a:cubicBezTo>
                      <a:pt x="5480" y="9603"/>
                      <a:pt x="5443" y="9603"/>
                      <a:pt x="5406" y="9603"/>
                    </a:cubicBezTo>
                    <a:cubicBezTo>
                      <a:pt x="5406" y="9567"/>
                      <a:pt x="5406" y="9530"/>
                      <a:pt x="5406" y="9493"/>
                    </a:cubicBezTo>
                    <a:cubicBezTo>
                      <a:pt x="5370" y="9493"/>
                      <a:pt x="5333" y="9493"/>
                      <a:pt x="5296" y="9493"/>
                    </a:cubicBezTo>
                    <a:cubicBezTo>
                      <a:pt x="5296" y="9457"/>
                      <a:pt x="5296" y="9420"/>
                      <a:pt x="5296" y="9383"/>
                    </a:cubicBezTo>
                    <a:cubicBezTo>
                      <a:pt x="5260" y="9383"/>
                      <a:pt x="5223" y="9383"/>
                      <a:pt x="5186" y="9383"/>
                    </a:cubicBezTo>
                    <a:cubicBezTo>
                      <a:pt x="5186" y="9347"/>
                      <a:pt x="5186" y="9310"/>
                      <a:pt x="5186" y="9273"/>
                    </a:cubicBezTo>
                    <a:cubicBezTo>
                      <a:pt x="5150" y="9273"/>
                      <a:pt x="5113" y="9273"/>
                      <a:pt x="5076" y="9273"/>
                    </a:cubicBezTo>
                    <a:cubicBezTo>
                      <a:pt x="5076" y="9237"/>
                      <a:pt x="5076" y="9200"/>
                      <a:pt x="5076" y="9163"/>
                    </a:cubicBezTo>
                    <a:cubicBezTo>
                      <a:pt x="5040" y="9163"/>
                      <a:pt x="5003" y="9163"/>
                      <a:pt x="4966" y="9163"/>
                    </a:cubicBezTo>
                    <a:cubicBezTo>
                      <a:pt x="4966" y="9127"/>
                      <a:pt x="4966" y="9090"/>
                      <a:pt x="4966" y="9053"/>
                    </a:cubicBezTo>
                    <a:cubicBezTo>
                      <a:pt x="4930" y="9053"/>
                      <a:pt x="4893" y="9053"/>
                      <a:pt x="4856" y="9053"/>
                    </a:cubicBezTo>
                    <a:cubicBezTo>
                      <a:pt x="4856" y="9017"/>
                      <a:pt x="4856" y="8980"/>
                      <a:pt x="4856" y="8943"/>
                    </a:cubicBezTo>
                    <a:cubicBezTo>
                      <a:pt x="4820" y="8943"/>
                      <a:pt x="4783" y="8943"/>
                      <a:pt x="4746" y="8943"/>
                    </a:cubicBezTo>
                    <a:cubicBezTo>
                      <a:pt x="4746" y="8907"/>
                      <a:pt x="4746" y="8870"/>
                      <a:pt x="4746" y="8833"/>
                    </a:cubicBezTo>
                    <a:cubicBezTo>
                      <a:pt x="4710" y="8833"/>
                      <a:pt x="4673" y="8833"/>
                      <a:pt x="4636" y="8833"/>
                    </a:cubicBezTo>
                    <a:cubicBezTo>
                      <a:pt x="4636" y="8797"/>
                      <a:pt x="4636" y="8760"/>
                      <a:pt x="4636" y="8723"/>
                    </a:cubicBezTo>
                    <a:cubicBezTo>
                      <a:pt x="4600" y="8723"/>
                      <a:pt x="4563" y="8723"/>
                      <a:pt x="4526" y="8723"/>
                    </a:cubicBezTo>
                    <a:cubicBezTo>
                      <a:pt x="4526" y="8687"/>
                      <a:pt x="4526" y="8650"/>
                      <a:pt x="4526" y="8613"/>
                    </a:cubicBezTo>
                    <a:cubicBezTo>
                      <a:pt x="4490" y="8613"/>
                      <a:pt x="4453" y="8613"/>
                      <a:pt x="4416" y="8613"/>
                    </a:cubicBezTo>
                    <a:cubicBezTo>
                      <a:pt x="4416" y="8577"/>
                      <a:pt x="4416" y="8540"/>
                      <a:pt x="4416" y="8503"/>
                    </a:cubicBezTo>
                    <a:cubicBezTo>
                      <a:pt x="4380" y="8503"/>
                      <a:pt x="4343" y="8503"/>
                      <a:pt x="4306" y="8503"/>
                    </a:cubicBezTo>
                    <a:cubicBezTo>
                      <a:pt x="4306" y="8467"/>
                      <a:pt x="4306" y="8430"/>
                      <a:pt x="4306" y="8393"/>
                    </a:cubicBezTo>
                    <a:cubicBezTo>
                      <a:pt x="4270" y="8393"/>
                      <a:pt x="4233" y="8393"/>
                      <a:pt x="4196" y="8393"/>
                    </a:cubicBezTo>
                    <a:cubicBezTo>
                      <a:pt x="4196" y="8357"/>
                      <a:pt x="4196" y="8320"/>
                      <a:pt x="4196" y="8283"/>
                    </a:cubicBezTo>
                    <a:cubicBezTo>
                      <a:pt x="4160" y="8283"/>
                      <a:pt x="4123" y="8283"/>
                      <a:pt x="4086" y="8283"/>
                    </a:cubicBezTo>
                    <a:cubicBezTo>
                      <a:pt x="4086" y="8247"/>
                      <a:pt x="4086" y="8210"/>
                      <a:pt x="4086" y="8173"/>
                    </a:cubicBezTo>
                    <a:cubicBezTo>
                      <a:pt x="4050" y="8173"/>
                      <a:pt x="4013" y="8173"/>
                      <a:pt x="3976" y="8173"/>
                    </a:cubicBezTo>
                    <a:cubicBezTo>
                      <a:pt x="3976" y="8137"/>
                      <a:pt x="3976" y="8100"/>
                      <a:pt x="3976" y="8063"/>
                    </a:cubicBezTo>
                    <a:cubicBezTo>
                      <a:pt x="3940" y="8063"/>
                      <a:pt x="3903" y="8063"/>
                      <a:pt x="3866" y="8063"/>
                    </a:cubicBezTo>
                    <a:cubicBezTo>
                      <a:pt x="3866" y="8027"/>
                      <a:pt x="3866" y="7990"/>
                      <a:pt x="3866" y="7953"/>
                    </a:cubicBezTo>
                    <a:cubicBezTo>
                      <a:pt x="3830" y="7953"/>
                      <a:pt x="3793" y="7953"/>
                      <a:pt x="3756" y="7953"/>
                    </a:cubicBezTo>
                    <a:cubicBezTo>
                      <a:pt x="3756" y="7917"/>
                      <a:pt x="3756" y="7880"/>
                      <a:pt x="3756" y="7843"/>
                    </a:cubicBezTo>
                    <a:cubicBezTo>
                      <a:pt x="3720" y="7843"/>
                      <a:pt x="3683" y="7843"/>
                      <a:pt x="3646" y="7843"/>
                    </a:cubicBezTo>
                    <a:cubicBezTo>
                      <a:pt x="3646" y="7807"/>
                      <a:pt x="3646" y="7770"/>
                      <a:pt x="3646" y="7733"/>
                    </a:cubicBezTo>
                    <a:cubicBezTo>
                      <a:pt x="3610" y="7733"/>
                      <a:pt x="3573" y="7733"/>
                      <a:pt x="3536" y="7733"/>
                    </a:cubicBezTo>
                    <a:cubicBezTo>
                      <a:pt x="3536" y="7697"/>
                      <a:pt x="3536" y="7660"/>
                      <a:pt x="3536" y="7623"/>
                    </a:cubicBezTo>
                    <a:cubicBezTo>
                      <a:pt x="3500" y="7623"/>
                      <a:pt x="3463" y="7623"/>
                      <a:pt x="3426" y="7623"/>
                    </a:cubicBezTo>
                    <a:cubicBezTo>
                      <a:pt x="3426" y="7587"/>
                      <a:pt x="3426" y="7550"/>
                      <a:pt x="3426" y="7513"/>
                    </a:cubicBezTo>
                    <a:cubicBezTo>
                      <a:pt x="3390" y="7513"/>
                      <a:pt x="3353" y="7513"/>
                      <a:pt x="3316" y="7513"/>
                    </a:cubicBezTo>
                    <a:cubicBezTo>
                      <a:pt x="3316" y="7477"/>
                      <a:pt x="3316" y="7440"/>
                      <a:pt x="3316" y="7403"/>
                    </a:cubicBezTo>
                    <a:cubicBezTo>
                      <a:pt x="3280" y="7403"/>
                      <a:pt x="3243" y="7403"/>
                      <a:pt x="3206" y="7403"/>
                    </a:cubicBezTo>
                    <a:cubicBezTo>
                      <a:pt x="3206" y="7367"/>
                      <a:pt x="3206" y="7330"/>
                      <a:pt x="3206" y="7293"/>
                    </a:cubicBezTo>
                    <a:cubicBezTo>
                      <a:pt x="3170" y="7293"/>
                      <a:pt x="3133" y="7293"/>
                      <a:pt x="3096" y="7293"/>
                    </a:cubicBezTo>
                    <a:cubicBezTo>
                      <a:pt x="3096" y="7257"/>
                      <a:pt x="3096" y="7220"/>
                      <a:pt x="3096" y="7183"/>
                    </a:cubicBezTo>
                    <a:cubicBezTo>
                      <a:pt x="3060" y="7183"/>
                      <a:pt x="3023" y="7183"/>
                      <a:pt x="2986" y="7183"/>
                    </a:cubicBezTo>
                    <a:cubicBezTo>
                      <a:pt x="2986" y="7147"/>
                      <a:pt x="2986" y="7110"/>
                      <a:pt x="2986" y="7073"/>
                    </a:cubicBezTo>
                    <a:cubicBezTo>
                      <a:pt x="2950" y="7073"/>
                      <a:pt x="2913" y="7073"/>
                      <a:pt x="2876" y="7073"/>
                    </a:cubicBezTo>
                    <a:cubicBezTo>
                      <a:pt x="2876" y="7037"/>
                      <a:pt x="2876" y="7000"/>
                      <a:pt x="2876" y="6963"/>
                    </a:cubicBezTo>
                    <a:cubicBezTo>
                      <a:pt x="2840" y="6963"/>
                      <a:pt x="2803" y="6963"/>
                      <a:pt x="2766" y="6963"/>
                    </a:cubicBezTo>
                    <a:cubicBezTo>
                      <a:pt x="2766" y="6818"/>
                      <a:pt x="2766" y="6673"/>
                      <a:pt x="2766" y="6523"/>
                    </a:cubicBezTo>
                    <a:cubicBezTo>
                      <a:pt x="2802" y="6523"/>
                      <a:pt x="2838" y="6523"/>
                      <a:pt x="2876" y="6523"/>
                    </a:cubicBezTo>
                    <a:cubicBezTo>
                      <a:pt x="2876" y="6487"/>
                      <a:pt x="2876" y="6450"/>
                      <a:pt x="2876" y="6413"/>
                    </a:cubicBezTo>
                    <a:cubicBezTo>
                      <a:pt x="2912" y="6413"/>
                      <a:pt x="2948" y="6413"/>
                      <a:pt x="2986" y="6413"/>
                    </a:cubicBezTo>
                    <a:cubicBezTo>
                      <a:pt x="2986" y="6377"/>
                      <a:pt x="2986" y="6340"/>
                      <a:pt x="2986" y="6303"/>
                    </a:cubicBezTo>
                    <a:cubicBezTo>
                      <a:pt x="3022" y="6303"/>
                      <a:pt x="3058" y="6303"/>
                      <a:pt x="3096" y="6303"/>
                    </a:cubicBezTo>
                    <a:cubicBezTo>
                      <a:pt x="3096" y="6267"/>
                      <a:pt x="3096" y="6230"/>
                      <a:pt x="3096" y="6193"/>
                    </a:cubicBezTo>
                    <a:cubicBezTo>
                      <a:pt x="3132" y="6193"/>
                      <a:pt x="3168" y="6193"/>
                      <a:pt x="3206" y="6193"/>
                    </a:cubicBezTo>
                    <a:cubicBezTo>
                      <a:pt x="3206" y="6157"/>
                      <a:pt x="3206" y="6120"/>
                      <a:pt x="3206" y="6083"/>
                    </a:cubicBezTo>
                    <a:cubicBezTo>
                      <a:pt x="3242" y="6083"/>
                      <a:pt x="3278" y="6083"/>
                      <a:pt x="3316" y="6083"/>
                    </a:cubicBezTo>
                    <a:cubicBezTo>
                      <a:pt x="3316" y="6047"/>
                      <a:pt x="3316" y="6010"/>
                      <a:pt x="3316" y="5973"/>
                    </a:cubicBezTo>
                    <a:cubicBezTo>
                      <a:pt x="3352" y="5973"/>
                      <a:pt x="3388" y="5973"/>
                      <a:pt x="3426" y="5973"/>
                    </a:cubicBezTo>
                    <a:cubicBezTo>
                      <a:pt x="3426" y="5937"/>
                      <a:pt x="3426" y="5900"/>
                      <a:pt x="3426" y="5863"/>
                    </a:cubicBezTo>
                    <a:cubicBezTo>
                      <a:pt x="3462" y="5863"/>
                      <a:pt x="3498" y="5863"/>
                      <a:pt x="3536" y="5863"/>
                    </a:cubicBezTo>
                    <a:cubicBezTo>
                      <a:pt x="3536" y="5827"/>
                      <a:pt x="3536" y="5790"/>
                      <a:pt x="3536" y="5753"/>
                    </a:cubicBezTo>
                    <a:cubicBezTo>
                      <a:pt x="3572" y="5753"/>
                      <a:pt x="3608" y="5753"/>
                      <a:pt x="3646" y="5753"/>
                    </a:cubicBezTo>
                    <a:cubicBezTo>
                      <a:pt x="3646" y="5717"/>
                      <a:pt x="3646" y="5680"/>
                      <a:pt x="3646" y="5643"/>
                    </a:cubicBezTo>
                    <a:cubicBezTo>
                      <a:pt x="3682" y="5643"/>
                      <a:pt x="3718" y="5643"/>
                      <a:pt x="3756" y="5643"/>
                    </a:cubicBezTo>
                    <a:cubicBezTo>
                      <a:pt x="3756" y="5607"/>
                      <a:pt x="3756" y="5570"/>
                      <a:pt x="3756" y="5533"/>
                    </a:cubicBezTo>
                    <a:cubicBezTo>
                      <a:pt x="3792" y="5533"/>
                      <a:pt x="3828" y="5533"/>
                      <a:pt x="3866" y="5533"/>
                    </a:cubicBezTo>
                    <a:cubicBezTo>
                      <a:pt x="3866" y="5497"/>
                      <a:pt x="3866" y="5460"/>
                      <a:pt x="3866" y="5423"/>
                    </a:cubicBezTo>
                    <a:cubicBezTo>
                      <a:pt x="3902" y="5423"/>
                      <a:pt x="3938" y="5423"/>
                      <a:pt x="3976" y="5423"/>
                    </a:cubicBezTo>
                    <a:cubicBezTo>
                      <a:pt x="3976" y="5387"/>
                      <a:pt x="3976" y="5350"/>
                      <a:pt x="3976" y="5313"/>
                    </a:cubicBezTo>
                    <a:cubicBezTo>
                      <a:pt x="4012" y="5313"/>
                      <a:pt x="4048" y="5313"/>
                      <a:pt x="4086" y="5313"/>
                    </a:cubicBezTo>
                    <a:cubicBezTo>
                      <a:pt x="4086" y="5277"/>
                      <a:pt x="4086" y="5240"/>
                      <a:pt x="4086" y="5203"/>
                    </a:cubicBezTo>
                    <a:cubicBezTo>
                      <a:pt x="4122" y="5203"/>
                      <a:pt x="4158" y="5203"/>
                      <a:pt x="4196" y="5203"/>
                    </a:cubicBezTo>
                    <a:cubicBezTo>
                      <a:pt x="4196" y="5167"/>
                      <a:pt x="4196" y="5130"/>
                      <a:pt x="4196" y="5093"/>
                    </a:cubicBezTo>
                    <a:cubicBezTo>
                      <a:pt x="4232" y="5093"/>
                      <a:pt x="4268" y="5093"/>
                      <a:pt x="4306" y="5093"/>
                    </a:cubicBezTo>
                    <a:cubicBezTo>
                      <a:pt x="4306" y="5057"/>
                      <a:pt x="4306" y="5020"/>
                      <a:pt x="4306" y="4983"/>
                    </a:cubicBezTo>
                    <a:cubicBezTo>
                      <a:pt x="4342" y="4983"/>
                      <a:pt x="4378" y="4983"/>
                      <a:pt x="4416" y="4983"/>
                    </a:cubicBezTo>
                    <a:cubicBezTo>
                      <a:pt x="4416" y="4947"/>
                      <a:pt x="4416" y="4910"/>
                      <a:pt x="4416" y="4873"/>
                    </a:cubicBezTo>
                    <a:cubicBezTo>
                      <a:pt x="4452" y="4873"/>
                      <a:pt x="4488" y="4873"/>
                      <a:pt x="4526" y="4873"/>
                    </a:cubicBezTo>
                    <a:cubicBezTo>
                      <a:pt x="4526" y="4837"/>
                      <a:pt x="4526" y="4800"/>
                      <a:pt x="4526" y="4763"/>
                    </a:cubicBezTo>
                    <a:cubicBezTo>
                      <a:pt x="4562" y="4763"/>
                      <a:pt x="4598" y="4763"/>
                      <a:pt x="4636" y="4763"/>
                    </a:cubicBezTo>
                    <a:cubicBezTo>
                      <a:pt x="4636" y="4727"/>
                      <a:pt x="4636" y="4690"/>
                      <a:pt x="4636" y="4653"/>
                    </a:cubicBezTo>
                    <a:cubicBezTo>
                      <a:pt x="4672" y="4653"/>
                      <a:pt x="4708" y="4653"/>
                      <a:pt x="4746" y="4653"/>
                    </a:cubicBezTo>
                    <a:cubicBezTo>
                      <a:pt x="4746" y="4617"/>
                      <a:pt x="4746" y="4580"/>
                      <a:pt x="4746" y="4543"/>
                    </a:cubicBezTo>
                    <a:cubicBezTo>
                      <a:pt x="4782" y="4543"/>
                      <a:pt x="4818" y="4543"/>
                      <a:pt x="4856" y="4543"/>
                    </a:cubicBezTo>
                    <a:cubicBezTo>
                      <a:pt x="4856" y="4507"/>
                      <a:pt x="4856" y="4470"/>
                      <a:pt x="4856" y="4433"/>
                    </a:cubicBezTo>
                    <a:cubicBezTo>
                      <a:pt x="4892" y="4433"/>
                      <a:pt x="4928" y="4433"/>
                      <a:pt x="4966" y="4433"/>
                    </a:cubicBezTo>
                    <a:cubicBezTo>
                      <a:pt x="4966" y="4397"/>
                      <a:pt x="4966" y="4360"/>
                      <a:pt x="4966" y="4323"/>
                    </a:cubicBezTo>
                    <a:cubicBezTo>
                      <a:pt x="5002" y="4323"/>
                      <a:pt x="5038" y="4323"/>
                      <a:pt x="5076" y="4323"/>
                    </a:cubicBezTo>
                    <a:cubicBezTo>
                      <a:pt x="5076" y="4287"/>
                      <a:pt x="5076" y="4250"/>
                      <a:pt x="5076" y="4213"/>
                    </a:cubicBezTo>
                    <a:cubicBezTo>
                      <a:pt x="5112" y="4213"/>
                      <a:pt x="5148" y="4213"/>
                      <a:pt x="5186" y="4213"/>
                    </a:cubicBezTo>
                    <a:cubicBezTo>
                      <a:pt x="5186" y="4177"/>
                      <a:pt x="5186" y="4140"/>
                      <a:pt x="5186" y="4103"/>
                    </a:cubicBezTo>
                    <a:cubicBezTo>
                      <a:pt x="5222" y="4103"/>
                      <a:pt x="5258" y="4103"/>
                      <a:pt x="5296" y="4103"/>
                    </a:cubicBezTo>
                    <a:cubicBezTo>
                      <a:pt x="5296" y="4067"/>
                      <a:pt x="5296" y="4030"/>
                      <a:pt x="5296" y="3993"/>
                    </a:cubicBezTo>
                    <a:cubicBezTo>
                      <a:pt x="5332" y="3993"/>
                      <a:pt x="5368" y="3993"/>
                      <a:pt x="5406" y="3993"/>
                    </a:cubicBezTo>
                    <a:cubicBezTo>
                      <a:pt x="5406" y="3957"/>
                      <a:pt x="5406" y="3920"/>
                      <a:pt x="5406" y="3883"/>
                    </a:cubicBezTo>
                    <a:cubicBezTo>
                      <a:pt x="5442" y="3883"/>
                      <a:pt x="5478" y="3883"/>
                      <a:pt x="5516" y="3883"/>
                    </a:cubicBezTo>
                    <a:cubicBezTo>
                      <a:pt x="5516" y="3847"/>
                      <a:pt x="5516" y="3810"/>
                      <a:pt x="5516" y="3773"/>
                    </a:cubicBezTo>
                    <a:cubicBezTo>
                      <a:pt x="5552" y="3773"/>
                      <a:pt x="5588" y="3773"/>
                      <a:pt x="5626" y="3773"/>
                    </a:cubicBezTo>
                    <a:cubicBezTo>
                      <a:pt x="5626" y="3737"/>
                      <a:pt x="5626" y="3700"/>
                      <a:pt x="5626" y="3663"/>
                    </a:cubicBezTo>
                    <a:cubicBezTo>
                      <a:pt x="5662" y="3663"/>
                      <a:pt x="5698" y="3663"/>
                      <a:pt x="5736" y="3663"/>
                    </a:cubicBezTo>
                    <a:cubicBezTo>
                      <a:pt x="5736" y="3627"/>
                      <a:pt x="5736" y="3590"/>
                      <a:pt x="5736" y="3553"/>
                    </a:cubicBezTo>
                    <a:cubicBezTo>
                      <a:pt x="5772" y="3553"/>
                      <a:pt x="5808" y="3553"/>
                      <a:pt x="5846" y="3553"/>
                    </a:cubicBezTo>
                    <a:cubicBezTo>
                      <a:pt x="5846" y="3517"/>
                      <a:pt x="5846" y="3480"/>
                      <a:pt x="5846" y="3443"/>
                    </a:cubicBezTo>
                    <a:cubicBezTo>
                      <a:pt x="5882" y="3443"/>
                      <a:pt x="5918" y="3443"/>
                      <a:pt x="5956" y="3443"/>
                    </a:cubicBezTo>
                    <a:cubicBezTo>
                      <a:pt x="5956" y="3407"/>
                      <a:pt x="5956" y="3370"/>
                      <a:pt x="5956" y="3333"/>
                    </a:cubicBezTo>
                    <a:cubicBezTo>
                      <a:pt x="5992" y="3333"/>
                      <a:pt x="6028" y="3333"/>
                      <a:pt x="6066" y="3333"/>
                    </a:cubicBezTo>
                    <a:cubicBezTo>
                      <a:pt x="6066" y="3297"/>
                      <a:pt x="6066" y="3260"/>
                      <a:pt x="6066" y="3223"/>
                    </a:cubicBezTo>
                    <a:cubicBezTo>
                      <a:pt x="6102" y="3223"/>
                      <a:pt x="6138" y="3223"/>
                      <a:pt x="6176" y="3223"/>
                    </a:cubicBezTo>
                    <a:cubicBezTo>
                      <a:pt x="6176" y="3187"/>
                      <a:pt x="6176" y="3150"/>
                      <a:pt x="6176" y="3113"/>
                    </a:cubicBezTo>
                    <a:cubicBezTo>
                      <a:pt x="6212" y="3113"/>
                      <a:pt x="6248" y="3113"/>
                      <a:pt x="6286" y="3113"/>
                    </a:cubicBezTo>
                    <a:cubicBezTo>
                      <a:pt x="6286" y="3077"/>
                      <a:pt x="6286" y="3040"/>
                      <a:pt x="6286" y="3003"/>
                    </a:cubicBezTo>
                    <a:cubicBezTo>
                      <a:pt x="6322" y="3003"/>
                      <a:pt x="6358" y="3003"/>
                      <a:pt x="6396" y="3003"/>
                    </a:cubicBezTo>
                    <a:cubicBezTo>
                      <a:pt x="6396" y="2967"/>
                      <a:pt x="6396" y="2930"/>
                      <a:pt x="6396" y="2893"/>
                    </a:cubicBezTo>
                    <a:cubicBezTo>
                      <a:pt x="6432" y="2893"/>
                      <a:pt x="6468" y="2893"/>
                      <a:pt x="6506" y="2893"/>
                    </a:cubicBezTo>
                    <a:cubicBezTo>
                      <a:pt x="6506" y="2857"/>
                      <a:pt x="6506" y="2820"/>
                      <a:pt x="6506" y="2783"/>
                    </a:cubicBezTo>
                    <a:cubicBezTo>
                      <a:pt x="6542" y="2783"/>
                      <a:pt x="6578" y="2783"/>
                      <a:pt x="6616" y="2783"/>
                    </a:cubicBezTo>
                    <a:cubicBezTo>
                      <a:pt x="6616" y="2747"/>
                      <a:pt x="6616" y="2710"/>
                      <a:pt x="6616" y="2673"/>
                    </a:cubicBezTo>
                    <a:cubicBezTo>
                      <a:pt x="6652" y="2673"/>
                      <a:pt x="6688" y="2673"/>
                      <a:pt x="6726" y="2673"/>
                    </a:cubicBezTo>
                    <a:cubicBezTo>
                      <a:pt x="6726" y="2637"/>
                      <a:pt x="6726" y="2600"/>
                      <a:pt x="6726" y="2563"/>
                    </a:cubicBezTo>
                    <a:cubicBezTo>
                      <a:pt x="6762" y="2563"/>
                      <a:pt x="6798" y="2563"/>
                      <a:pt x="6836" y="2563"/>
                    </a:cubicBezTo>
                    <a:cubicBezTo>
                      <a:pt x="6836" y="2527"/>
                      <a:pt x="6836" y="2490"/>
                      <a:pt x="6836" y="2453"/>
                    </a:cubicBezTo>
                    <a:cubicBezTo>
                      <a:pt x="6872" y="2453"/>
                      <a:pt x="6908" y="2453"/>
                      <a:pt x="6946" y="2453"/>
                    </a:cubicBezTo>
                    <a:cubicBezTo>
                      <a:pt x="6946" y="2417"/>
                      <a:pt x="6946" y="2380"/>
                      <a:pt x="6946" y="2343"/>
                    </a:cubicBezTo>
                    <a:cubicBezTo>
                      <a:pt x="6982" y="2343"/>
                      <a:pt x="7018" y="2343"/>
                      <a:pt x="7056" y="2343"/>
                    </a:cubicBezTo>
                    <a:cubicBezTo>
                      <a:pt x="7056" y="2307"/>
                      <a:pt x="7056" y="2270"/>
                      <a:pt x="7056" y="2233"/>
                    </a:cubicBezTo>
                    <a:cubicBezTo>
                      <a:pt x="7092" y="2233"/>
                      <a:pt x="7128" y="2233"/>
                      <a:pt x="7166" y="2233"/>
                    </a:cubicBezTo>
                    <a:cubicBezTo>
                      <a:pt x="7166" y="2197"/>
                      <a:pt x="7166" y="2160"/>
                      <a:pt x="7166" y="2123"/>
                    </a:cubicBezTo>
                    <a:cubicBezTo>
                      <a:pt x="7202" y="2123"/>
                      <a:pt x="7238" y="2123"/>
                      <a:pt x="7276" y="2123"/>
                    </a:cubicBezTo>
                    <a:cubicBezTo>
                      <a:pt x="7276" y="2087"/>
                      <a:pt x="7276" y="2050"/>
                      <a:pt x="7276" y="2013"/>
                    </a:cubicBezTo>
                    <a:cubicBezTo>
                      <a:pt x="7312" y="2013"/>
                      <a:pt x="7348" y="2013"/>
                      <a:pt x="7386" y="2013"/>
                    </a:cubicBezTo>
                    <a:cubicBezTo>
                      <a:pt x="7386" y="1977"/>
                      <a:pt x="7386" y="1940"/>
                      <a:pt x="7386" y="1903"/>
                    </a:cubicBezTo>
                    <a:cubicBezTo>
                      <a:pt x="7422" y="1903"/>
                      <a:pt x="7458" y="1903"/>
                      <a:pt x="7496" y="1903"/>
                    </a:cubicBezTo>
                    <a:cubicBezTo>
                      <a:pt x="7496" y="1867"/>
                      <a:pt x="7496" y="1830"/>
                      <a:pt x="7496" y="1793"/>
                    </a:cubicBezTo>
                    <a:cubicBezTo>
                      <a:pt x="7532" y="1793"/>
                      <a:pt x="7568" y="1793"/>
                      <a:pt x="7606" y="1793"/>
                    </a:cubicBezTo>
                    <a:cubicBezTo>
                      <a:pt x="7606" y="1757"/>
                      <a:pt x="7606" y="1720"/>
                      <a:pt x="7606" y="1683"/>
                    </a:cubicBezTo>
                    <a:cubicBezTo>
                      <a:pt x="7642" y="1683"/>
                      <a:pt x="7678" y="1683"/>
                      <a:pt x="7716" y="1683"/>
                    </a:cubicBezTo>
                    <a:cubicBezTo>
                      <a:pt x="7716" y="1574"/>
                      <a:pt x="7716" y="1465"/>
                      <a:pt x="7716" y="1353"/>
                    </a:cubicBezTo>
                    <a:cubicBezTo>
                      <a:pt x="7680" y="1353"/>
                      <a:pt x="7643" y="1353"/>
                      <a:pt x="7606" y="1353"/>
                    </a:cubicBezTo>
                    <a:cubicBezTo>
                      <a:pt x="7606" y="1317"/>
                      <a:pt x="7606" y="1280"/>
                      <a:pt x="7606" y="1243"/>
                    </a:cubicBezTo>
                    <a:cubicBezTo>
                      <a:pt x="7570" y="1243"/>
                      <a:pt x="7533" y="1243"/>
                      <a:pt x="7496" y="1243"/>
                    </a:cubicBezTo>
                    <a:cubicBezTo>
                      <a:pt x="7496" y="1207"/>
                      <a:pt x="7496" y="1170"/>
                      <a:pt x="7496" y="1133"/>
                    </a:cubicBezTo>
                    <a:cubicBezTo>
                      <a:pt x="7460" y="1133"/>
                      <a:pt x="7423" y="1133"/>
                      <a:pt x="7386" y="1133"/>
                    </a:cubicBezTo>
                    <a:cubicBezTo>
                      <a:pt x="7386" y="1097"/>
                      <a:pt x="7386" y="1060"/>
                      <a:pt x="7386" y="1023"/>
                    </a:cubicBezTo>
                    <a:cubicBezTo>
                      <a:pt x="7350" y="1023"/>
                      <a:pt x="7313" y="1023"/>
                      <a:pt x="7276" y="1023"/>
                    </a:cubicBezTo>
                    <a:cubicBezTo>
                      <a:pt x="7276" y="987"/>
                      <a:pt x="7276" y="950"/>
                      <a:pt x="7276" y="913"/>
                    </a:cubicBezTo>
                    <a:cubicBezTo>
                      <a:pt x="7240" y="913"/>
                      <a:pt x="7203" y="913"/>
                      <a:pt x="7166" y="913"/>
                    </a:cubicBezTo>
                    <a:cubicBezTo>
                      <a:pt x="7166" y="877"/>
                      <a:pt x="7166" y="840"/>
                      <a:pt x="7166" y="803"/>
                    </a:cubicBezTo>
                    <a:cubicBezTo>
                      <a:pt x="7130" y="803"/>
                      <a:pt x="7093" y="803"/>
                      <a:pt x="7056" y="803"/>
                    </a:cubicBezTo>
                    <a:cubicBezTo>
                      <a:pt x="7056" y="767"/>
                      <a:pt x="7056" y="730"/>
                      <a:pt x="7056" y="693"/>
                    </a:cubicBezTo>
                    <a:cubicBezTo>
                      <a:pt x="6911" y="693"/>
                      <a:pt x="6765" y="693"/>
                      <a:pt x="6616" y="693"/>
                    </a:cubicBezTo>
                    <a:close/>
                  </a:path>
                </a:pathLst>
              </a:custGeom>
              <a:solidFill>
                <a:srgbClr val="251047"/>
              </a:solidFill>
              <a:ln w="698" cap="flat">
                <a:noFill/>
              </a:ln>
            </p:spPr>
          </p:sp>
          <p:sp>
            <p:nvSpPr>
              <p:cNvPr id="727" name="ICON_SKILL_SCRIPT_path_005"/>
              <p:cNvSpPr/>
              <p:nvPr/>
            </p:nvSpPr>
            <p:spPr>
              <a:xfrm>
                <a:off x="6584696" y="1776127"/>
                <a:ext cx="107035" cy="170597"/>
              </a:xfrm>
              <a:custGeom>
                <a:avLst/>
                <a:gdLst/>
                <a:ahLst/>
                <a:cxnLst/>
                <a:rect l="0" t="0" r="r" b="b"/>
                <a:pathLst>
                  <a:path w="8428" h="13433" fill="norm" stroke="0">
                    <a:moveTo>
                      <a:pt x="1100" y="0"/>
                    </a:moveTo>
                    <a:cubicBezTo>
                      <a:pt x="1390" y="0"/>
                      <a:pt x="1681" y="0"/>
                      <a:pt x="1980" y="0"/>
                    </a:cubicBezTo>
                    <a:cubicBezTo>
                      <a:pt x="1980" y="36"/>
                      <a:pt x="1980" y="73"/>
                      <a:pt x="1980" y="110"/>
                    </a:cubicBezTo>
                    <a:cubicBezTo>
                      <a:pt x="1996" y="108"/>
                      <a:pt x="2011" y="106"/>
                      <a:pt x="2028" y="104"/>
                    </a:cubicBezTo>
                    <a:cubicBezTo>
                      <a:pt x="2112" y="112"/>
                      <a:pt x="2151" y="155"/>
                      <a:pt x="2207" y="213"/>
                    </a:cubicBezTo>
                    <a:cubicBezTo>
                      <a:pt x="2217" y="223"/>
                      <a:pt x="2227" y="232"/>
                      <a:pt x="2237" y="242"/>
                    </a:cubicBezTo>
                    <a:cubicBezTo>
                      <a:pt x="2287" y="292"/>
                      <a:pt x="2309" y="321"/>
                      <a:pt x="2316" y="392"/>
                    </a:cubicBezTo>
                    <a:cubicBezTo>
                      <a:pt x="2314" y="408"/>
                      <a:pt x="2312" y="424"/>
                      <a:pt x="2310" y="440"/>
                    </a:cubicBezTo>
                    <a:cubicBezTo>
                      <a:pt x="2346" y="440"/>
                      <a:pt x="2383" y="440"/>
                      <a:pt x="2420" y="440"/>
                    </a:cubicBezTo>
                    <a:cubicBezTo>
                      <a:pt x="2420" y="476"/>
                      <a:pt x="2420" y="513"/>
                      <a:pt x="2420" y="550"/>
                    </a:cubicBezTo>
                    <a:cubicBezTo>
                      <a:pt x="2456" y="550"/>
                      <a:pt x="2493" y="550"/>
                      <a:pt x="2530" y="550"/>
                    </a:cubicBezTo>
                    <a:cubicBezTo>
                      <a:pt x="2530" y="586"/>
                      <a:pt x="2530" y="623"/>
                      <a:pt x="2530" y="660"/>
                    </a:cubicBezTo>
                    <a:cubicBezTo>
                      <a:pt x="2566" y="660"/>
                      <a:pt x="2603" y="660"/>
                      <a:pt x="2640" y="660"/>
                    </a:cubicBezTo>
                    <a:cubicBezTo>
                      <a:pt x="2640" y="696"/>
                      <a:pt x="2640" y="733"/>
                      <a:pt x="2640" y="770"/>
                    </a:cubicBezTo>
                    <a:cubicBezTo>
                      <a:pt x="2676" y="770"/>
                      <a:pt x="2713" y="770"/>
                      <a:pt x="2750" y="770"/>
                    </a:cubicBezTo>
                    <a:cubicBezTo>
                      <a:pt x="2750" y="806"/>
                      <a:pt x="2750" y="843"/>
                      <a:pt x="2750" y="880"/>
                    </a:cubicBezTo>
                    <a:cubicBezTo>
                      <a:pt x="2786" y="880"/>
                      <a:pt x="2823" y="880"/>
                      <a:pt x="2860" y="880"/>
                    </a:cubicBezTo>
                    <a:cubicBezTo>
                      <a:pt x="2860" y="916"/>
                      <a:pt x="2860" y="953"/>
                      <a:pt x="2860" y="990"/>
                    </a:cubicBezTo>
                    <a:cubicBezTo>
                      <a:pt x="2876" y="988"/>
                      <a:pt x="2893" y="987"/>
                      <a:pt x="2910" y="985"/>
                    </a:cubicBezTo>
                    <a:cubicBezTo>
                      <a:pt x="2970" y="990"/>
                      <a:pt x="2970" y="990"/>
                      <a:pt x="3012" y="1024"/>
                    </a:cubicBezTo>
                    <a:cubicBezTo>
                      <a:pt x="3018" y="1032"/>
                      <a:pt x="3018" y="1032"/>
                      <a:pt x="3051" y="1073"/>
                    </a:cubicBezTo>
                    <a:cubicBezTo>
                      <a:pt x="3059" y="1082"/>
                      <a:pt x="3059" y="1082"/>
                      <a:pt x="3097" y="1127"/>
                    </a:cubicBezTo>
                    <a:cubicBezTo>
                      <a:pt x="3113" y="1146"/>
                      <a:pt x="3129" y="1166"/>
                      <a:pt x="3145" y="1186"/>
                    </a:cubicBezTo>
                    <a:cubicBezTo>
                      <a:pt x="3276" y="1340"/>
                      <a:pt x="3408" y="1490"/>
                      <a:pt x="3551" y="1633"/>
                    </a:cubicBezTo>
                    <a:cubicBezTo>
                      <a:pt x="3567" y="1649"/>
                      <a:pt x="3582" y="1664"/>
                      <a:pt x="3599" y="1680"/>
                    </a:cubicBezTo>
                    <a:cubicBezTo>
                      <a:pt x="3716" y="1796"/>
                      <a:pt x="3840" y="1903"/>
                      <a:pt x="3972" y="2002"/>
                    </a:cubicBezTo>
                    <a:cubicBezTo>
                      <a:pt x="4068" y="2077"/>
                      <a:pt x="4068" y="2077"/>
                      <a:pt x="4079" y="2153"/>
                    </a:cubicBezTo>
                    <a:cubicBezTo>
                      <a:pt x="4076" y="2168"/>
                      <a:pt x="4073" y="2184"/>
                      <a:pt x="4070" y="2200"/>
                    </a:cubicBezTo>
                    <a:cubicBezTo>
                      <a:pt x="4087" y="2198"/>
                      <a:pt x="4103" y="2197"/>
                      <a:pt x="4120" y="2195"/>
                    </a:cubicBezTo>
                    <a:cubicBezTo>
                      <a:pt x="4180" y="2200"/>
                      <a:pt x="4180" y="2200"/>
                      <a:pt x="4218" y="2230"/>
                    </a:cubicBezTo>
                    <a:cubicBezTo>
                      <a:pt x="4229" y="2245"/>
                      <a:pt x="4241" y="2259"/>
                      <a:pt x="4253" y="2274"/>
                    </a:cubicBezTo>
                    <a:cubicBezTo>
                      <a:pt x="4266" y="2290"/>
                      <a:pt x="4280" y="2307"/>
                      <a:pt x="4294" y="2324"/>
                    </a:cubicBezTo>
                    <a:cubicBezTo>
                      <a:pt x="4309" y="2342"/>
                      <a:pt x="4324" y="2361"/>
                      <a:pt x="4340" y="2380"/>
                    </a:cubicBezTo>
                    <a:cubicBezTo>
                      <a:pt x="4374" y="2421"/>
                      <a:pt x="4409" y="2461"/>
                      <a:pt x="4443" y="2502"/>
                    </a:cubicBezTo>
                    <a:cubicBezTo>
                      <a:pt x="4453" y="2513"/>
                      <a:pt x="4462" y="2524"/>
                      <a:pt x="4472" y="2535"/>
                    </a:cubicBezTo>
                    <a:cubicBezTo>
                      <a:pt x="4598" y="2679"/>
                      <a:pt x="4733" y="2815"/>
                      <a:pt x="4868" y="2950"/>
                    </a:cubicBezTo>
                    <a:cubicBezTo>
                      <a:pt x="4874" y="2957"/>
                      <a:pt x="4874" y="2957"/>
                      <a:pt x="4908" y="2991"/>
                    </a:cubicBezTo>
                    <a:cubicBezTo>
                      <a:pt x="4978" y="3060"/>
                      <a:pt x="5047" y="3129"/>
                      <a:pt x="5116" y="3199"/>
                    </a:cubicBezTo>
                    <a:cubicBezTo>
                      <a:pt x="5187" y="3269"/>
                      <a:pt x="5258" y="3340"/>
                      <a:pt x="5328" y="3410"/>
                    </a:cubicBezTo>
                    <a:cubicBezTo>
                      <a:pt x="5383" y="3466"/>
                      <a:pt x="5439" y="3522"/>
                      <a:pt x="5495" y="3577"/>
                    </a:cubicBezTo>
                    <a:cubicBezTo>
                      <a:pt x="5521" y="3603"/>
                      <a:pt x="5547" y="3629"/>
                      <a:pt x="5573" y="3655"/>
                    </a:cubicBezTo>
                    <a:cubicBezTo>
                      <a:pt x="5685" y="3768"/>
                      <a:pt x="5797" y="3880"/>
                      <a:pt x="5922" y="3980"/>
                    </a:cubicBezTo>
                    <a:cubicBezTo>
                      <a:pt x="5937" y="3993"/>
                      <a:pt x="5952" y="4005"/>
                      <a:pt x="5968" y="4018"/>
                    </a:cubicBezTo>
                    <a:cubicBezTo>
                      <a:pt x="5998" y="4041"/>
                      <a:pt x="6028" y="4064"/>
                      <a:pt x="6058" y="4087"/>
                    </a:cubicBezTo>
                    <a:cubicBezTo>
                      <a:pt x="6158" y="4167"/>
                      <a:pt x="6158" y="4167"/>
                      <a:pt x="6169" y="4243"/>
                    </a:cubicBezTo>
                    <a:cubicBezTo>
                      <a:pt x="6168" y="4251"/>
                      <a:pt x="6168" y="4251"/>
                      <a:pt x="6160" y="4290"/>
                    </a:cubicBezTo>
                    <a:cubicBezTo>
                      <a:pt x="6196" y="4290"/>
                      <a:pt x="6233" y="4290"/>
                      <a:pt x="6270" y="4290"/>
                    </a:cubicBezTo>
                    <a:cubicBezTo>
                      <a:pt x="6270" y="4326"/>
                      <a:pt x="6270" y="4363"/>
                      <a:pt x="6270" y="4400"/>
                    </a:cubicBezTo>
                    <a:cubicBezTo>
                      <a:pt x="6306" y="4400"/>
                      <a:pt x="6343" y="4400"/>
                      <a:pt x="6380" y="4400"/>
                    </a:cubicBezTo>
                    <a:cubicBezTo>
                      <a:pt x="6380" y="4436"/>
                      <a:pt x="6380" y="4473"/>
                      <a:pt x="6380" y="4510"/>
                    </a:cubicBezTo>
                    <a:cubicBezTo>
                      <a:pt x="6416" y="4510"/>
                      <a:pt x="6453" y="4510"/>
                      <a:pt x="6490" y="4510"/>
                    </a:cubicBezTo>
                    <a:cubicBezTo>
                      <a:pt x="6490" y="4546"/>
                      <a:pt x="6490" y="4583"/>
                      <a:pt x="6490" y="4620"/>
                    </a:cubicBezTo>
                    <a:cubicBezTo>
                      <a:pt x="6526" y="4620"/>
                      <a:pt x="6563" y="4620"/>
                      <a:pt x="6600" y="4620"/>
                    </a:cubicBezTo>
                    <a:cubicBezTo>
                      <a:pt x="6600" y="4656"/>
                      <a:pt x="6600" y="4693"/>
                      <a:pt x="6600" y="4730"/>
                    </a:cubicBezTo>
                    <a:cubicBezTo>
                      <a:pt x="6636" y="4730"/>
                      <a:pt x="6673" y="4730"/>
                      <a:pt x="6710" y="4730"/>
                    </a:cubicBezTo>
                    <a:cubicBezTo>
                      <a:pt x="6710" y="4766"/>
                      <a:pt x="6710" y="4803"/>
                      <a:pt x="6710" y="4840"/>
                    </a:cubicBezTo>
                    <a:cubicBezTo>
                      <a:pt x="6746" y="4840"/>
                      <a:pt x="6783" y="4840"/>
                      <a:pt x="6820" y="4840"/>
                    </a:cubicBezTo>
                    <a:cubicBezTo>
                      <a:pt x="6820" y="4876"/>
                      <a:pt x="6820" y="4913"/>
                      <a:pt x="6820" y="4950"/>
                    </a:cubicBezTo>
                    <a:cubicBezTo>
                      <a:pt x="6856" y="4950"/>
                      <a:pt x="6893" y="4950"/>
                      <a:pt x="6930" y="4950"/>
                    </a:cubicBezTo>
                    <a:cubicBezTo>
                      <a:pt x="6930" y="4986"/>
                      <a:pt x="6930" y="5023"/>
                      <a:pt x="6930" y="5060"/>
                    </a:cubicBezTo>
                    <a:cubicBezTo>
                      <a:pt x="6966" y="5060"/>
                      <a:pt x="7003" y="5060"/>
                      <a:pt x="7040" y="5060"/>
                    </a:cubicBezTo>
                    <a:cubicBezTo>
                      <a:pt x="7040" y="5096"/>
                      <a:pt x="7040" y="5133"/>
                      <a:pt x="7040" y="5170"/>
                    </a:cubicBezTo>
                    <a:cubicBezTo>
                      <a:pt x="7076" y="5170"/>
                      <a:pt x="7113" y="5170"/>
                      <a:pt x="7150" y="5170"/>
                    </a:cubicBezTo>
                    <a:cubicBezTo>
                      <a:pt x="7150" y="5206"/>
                      <a:pt x="7150" y="5243"/>
                      <a:pt x="7150" y="5280"/>
                    </a:cubicBezTo>
                    <a:cubicBezTo>
                      <a:pt x="7186" y="5280"/>
                      <a:pt x="7223" y="5280"/>
                      <a:pt x="7260" y="5280"/>
                    </a:cubicBezTo>
                    <a:cubicBezTo>
                      <a:pt x="7260" y="5316"/>
                      <a:pt x="7260" y="5353"/>
                      <a:pt x="7260" y="5390"/>
                    </a:cubicBezTo>
                    <a:cubicBezTo>
                      <a:pt x="7296" y="5390"/>
                      <a:pt x="7333" y="5390"/>
                      <a:pt x="7370" y="5390"/>
                    </a:cubicBezTo>
                    <a:cubicBezTo>
                      <a:pt x="7370" y="5426"/>
                      <a:pt x="7370" y="5463"/>
                      <a:pt x="7370" y="5500"/>
                    </a:cubicBezTo>
                    <a:cubicBezTo>
                      <a:pt x="7406" y="5500"/>
                      <a:pt x="7443" y="5500"/>
                      <a:pt x="7480" y="5500"/>
                    </a:cubicBezTo>
                    <a:cubicBezTo>
                      <a:pt x="7480" y="5536"/>
                      <a:pt x="7480" y="5573"/>
                      <a:pt x="7480" y="5610"/>
                    </a:cubicBezTo>
                    <a:cubicBezTo>
                      <a:pt x="7516" y="5610"/>
                      <a:pt x="7553" y="5610"/>
                      <a:pt x="7590" y="5610"/>
                    </a:cubicBezTo>
                    <a:cubicBezTo>
                      <a:pt x="7590" y="5646"/>
                      <a:pt x="7590" y="5683"/>
                      <a:pt x="7590" y="5720"/>
                    </a:cubicBezTo>
                    <a:cubicBezTo>
                      <a:pt x="7626" y="5720"/>
                      <a:pt x="7663" y="5720"/>
                      <a:pt x="7700" y="5720"/>
                    </a:cubicBezTo>
                    <a:cubicBezTo>
                      <a:pt x="7700" y="5756"/>
                      <a:pt x="7700" y="5793"/>
                      <a:pt x="7700" y="5830"/>
                    </a:cubicBezTo>
                    <a:cubicBezTo>
                      <a:pt x="7736" y="5830"/>
                      <a:pt x="7773" y="5830"/>
                      <a:pt x="7810" y="5830"/>
                    </a:cubicBezTo>
                    <a:cubicBezTo>
                      <a:pt x="7810" y="5866"/>
                      <a:pt x="7810" y="5903"/>
                      <a:pt x="7810" y="5940"/>
                    </a:cubicBezTo>
                    <a:cubicBezTo>
                      <a:pt x="7846" y="5940"/>
                      <a:pt x="7883" y="5940"/>
                      <a:pt x="7920" y="5940"/>
                    </a:cubicBezTo>
                    <a:cubicBezTo>
                      <a:pt x="7920" y="5976"/>
                      <a:pt x="7920" y="6013"/>
                      <a:pt x="7920" y="6050"/>
                    </a:cubicBezTo>
                    <a:cubicBezTo>
                      <a:pt x="7956" y="6050"/>
                      <a:pt x="7993" y="6050"/>
                      <a:pt x="8030" y="6050"/>
                    </a:cubicBezTo>
                    <a:cubicBezTo>
                      <a:pt x="8030" y="6086"/>
                      <a:pt x="8030" y="6123"/>
                      <a:pt x="8030" y="6160"/>
                    </a:cubicBezTo>
                    <a:cubicBezTo>
                      <a:pt x="8046" y="6158"/>
                      <a:pt x="8061" y="6157"/>
                      <a:pt x="8078" y="6155"/>
                    </a:cubicBezTo>
                    <a:cubicBezTo>
                      <a:pt x="8181" y="6163"/>
                      <a:pt x="8248" y="6219"/>
                      <a:pt x="8315" y="6294"/>
                    </a:cubicBezTo>
                    <a:cubicBezTo>
                      <a:pt x="8428" y="6464"/>
                      <a:pt x="8374" y="6737"/>
                      <a:pt x="8360" y="6930"/>
                    </a:cubicBezTo>
                    <a:cubicBezTo>
                      <a:pt x="8324" y="6930"/>
                      <a:pt x="8287" y="6930"/>
                      <a:pt x="8250" y="6930"/>
                    </a:cubicBezTo>
                    <a:cubicBezTo>
                      <a:pt x="8255" y="6949"/>
                      <a:pt x="8260" y="6969"/>
                      <a:pt x="8265" y="6989"/>
                    </a:cubicBezTo>
                    <a:cubicBezTo>
                      <a:pt x="8282" y="7084"/>
                      <a:pt x="8287" y="7168"/>
                      <a:pt x="8250" y="7260"/>
                    </a:cubicBezTo>
                    <a:cubicBezTo>
                      <a:pt x="8157" y="7375"/>
                      <a:pt x="8037" y="7462"/>
                      <a:pt x="7921" y="7553"/>
                    </a:cubicBezTo>
                    <a:cubicBezTo>
                      <a:pt x="7830" y="7626"/>
                      <a:pt x="7757" y="7699"/>
                      <a:pt x="7690" y="7793"/>
                    </a:cubicBezTo>
                    <a:cubicBezTo>
                      <a:pt x="7610" y="7901"/>
                      <a:pt x="7526" y="7976"/>
                      <a:pt x="7421" y="8057"/>
                    </a:cubicBezTo>
                    <a:cubicBezTo>
                      <a:pt x="7296" y="8152"/>
                      <a:pt x="7190" y="8262"/>
                      <a:pt x="7081" y="8374"/>
                    </a:cubicBezTo>
                    <a:cubicBezTo>
                      <a:pt x="7034" y="8421"/>
                      <a:pt x="6987" y="8468"/>
                      <a:pt x="6939" y="8514"/>
                    </a:cubicBezTo>
                    <a:cubicBezTo>
                      <a:pt x="6922" y="8531"/>
                      <a:pt x="6904" y="8549"/>
                      <a:pt x="6886" y="8566"/>
                    </a:cubicBezTo>
                    <a:cubicBezTo>
                      <a:pt x="6852" y="8600"/>
                      <a:pt x="6817" y="8634"/>
                      <a:pt x="6783" y="8667"/>
                    </a:cubicBezTo>
                    <a:cubicBezTo>
                      <a:pt x="6767" y="8683"/>
                      <a:pt x="6751" y="8699"/>
                      <a:pt x="6735" y="8715"/>
                    </a:cubicBezTo>
                    <a:cubicBezTo>
                      <a:pt x="6721" y="8728"/>
                      <a:pt x="6707" y="8742"/>
                      <a:pt x="6692" y="8757"/>
                    </a:cubicBezTo>
                    <a:cubicBezTo>
                      <a:pt x="6655" y="8800"/>
                      <a:pt x="6655" y="8800"/>
                      <a:pt x="6626" y="8860"/>
                    </a:cubicBezTo>
                    <a:cubicBezTo>
                      <a:pt x="6618" y="8876"/>
                      <a:pt x="6609" y="8893"/>
                      <a:pt x="6600" y="8910"/>
                    </a:cubicBezTo>
                    <a:cubicBezTo>
                      <a:pt x="6542" y="8917"/>
                      <a:pt x="6542" y="8917"/>
                      <a:pt x="6490" y="8910"/>
                    </a:cubicBezTo>
                    <a:cubicBezTo>
                      <a:pt x="6490" y="8946"/>
                      <a:pt x="6490" y="8983"/>
                      <a:pt x="6490" y="9020"/>
                    </a:cubicBezTo>
                    <a:cubicBezTo>
                      <a:pt x="6454" y="9020"/>
                      <a:pt x="6417" y="9020"/>
                      <a:pt x="6380" y="9020"/>
                    </a:cubicBezTo>
                    <a:cubicBezTo>
                      <a:pt x="6380" y="9056"/>
                      <a:pt x="6380" y="9093"/>
                      <a:pt x="6380" y="9130"/>
                    </a:cubicBezTo>
                    <a:cubicBezTo>
                      <a:pt x="6344" y="9130"/>
                      <a:pt x="6307" y="9130"/>
                      <a:pt x="6270" y="9130"/>
                    </a:cubicBezTo>
                    <a:cubicBezTo>
                      <a:pt x="6270" y="9166"/>
                      <a:pt x="6270" y="9203"/>
                      <a:pt x="6270" y="9240"/>
                    </a:cubicBezTo>
                    <a:cubicBezTo>
                      <a:pt x="6234" y="9240"/>
                      <a:pt x="6197" y="9240"/>
                      <a:pt x="6160" y="9240"/>
                    </a:cubicBezTo>
                    <a:cubicBezTo>
                      <a:pt x="6160" y="9276"/>
                      <a:pt x="6160" y="9313"/>
                      <a:pt x="6160" y="9350"/>
                    </a:cubicBezTo>
                    <a:cubicBezTo>
                      <a:pt x="6124" y="9350"/>
                      <a:pt x="6087" y="9350"/>
                      <a:pt x="6050" y="9350"/>
                    </a:cubicBezTo>
                    <a:cubicBezTo>
                      <a:pt x="6052" y="9366"/>
                      <a:pt x="6054" y="9383"/>
                      <a:pt x="6055" y="9400"/>
                    </a:cubicBezTo>
                    <a:cubicBezTo>
                      <a:pt x="6050" y="9460"/>
                      <a:pt x="6050" y="9460"/>
                      <a:pt x="6014" y="9503"/>
                    </a:cubicBezTo>
                    <a:cubicBezTo>
                      <a:pt x="5997" y="9517"/>
                      <a:pt x="5981" y="9531"/>
                      <a:pt x="5963" y="9545"/>
                    </a:cubicBezTo>
                    <a:cubicBezTo>
                      <a:pt x="5945" y="9561"/>
                      <a:pt x="5926" y="9577"/>
                      <a:pt x="5907" y="9593"/>
                    </a:cubicBezTo>
                    <a:cubicBezTo>
                      <a:pt x="5897" y="9601"/>
                      <a:pt x="5897" y="9601"/>
                      <a:pt x="5847" y="9642"/>
                    </a:cubicBezTo>
                    <a:cubicBezTo>
                      <a:pt x="5683" y="9779"/>
                      <a:pt x="5529" y="9922"/>
                      <a:pt x="5379" y="10075"/>
                    </a:cubicBezTo>
                    <a:cubicBezTo>
                      <a:pt x="5298" y="10158"/>
                      <a:pt x="5215" y="10240"/>
                      <a:pt x="5133" y="10322"/>
                    </a:cubicBezTo>
                    <a:cubicBezTo>
                      <a:pt x="5079" y="10376"/>
                      <a:pt x="5026" y="10429"/>
                      <a:pt x="4972" y="10483"/>
                    </a:cubicBezTo>
                    <a:cubicBezTo>
                      <a:pt x="4950" y="10505"/>
                      <a:pt x="4928" y="10527"/>
                      <a:pt x="4906" y="10549"/>
                    </a:cubicBezTo>
                    <a:cubicBezTo>
                      <a:pt x="4895" y="10560"/>
                      <a:pt x="4884" y="10571"/>
                      <a:pt x="4873" y="10582"/>
                    </a:cubicBezTo>
                    <a:cubicBezTo>
                      <a:pt x="4194" y="11261"/>
                      <a:pt x="4194" y="11261"/>
                      <a:pt x="4136" y="11319"/>
                    </a:cubicBezTo>
                    <a:cubicBezTo>
                      <a:pt x="4093" y="11362"/>
                      <a:pt x="4050" y="11405"/>
                      <a:pt x="4008" y="11447"/>
                    </a:cubicBezTo>
                    <a:cubicBezTo>
                      <a:pt x="3878" y="11577"/>
                      <a:pt x="3748" y="11707"/>
                      <a:pt x="3617" y="11836"/>
                    </a:cubicBezTo>
                    <a:cubicBezTo>
                      <a:pt x="3512" y="11941"/>
                      <a:pt x="3407" y="12045"/>
                      <a:pt x="3302" y="12150"/>
                    </a:cubicBezTo>
                    <a:cubicBezTo>
                      <a:pt x="3232" y="12220"/>
                      <a:pt x="3161" y="12290"/>
                      <a:pt x="3091" y="12360"/>
                    </a:cubicBezTo>
                    <a:cubicBezTo>
                      <a:pt x="3022" y="12428"/>
                      <a:pt x="2953" y="12497"/>
                      <a:pt x="2885" y="12565"/>
                    </a:cubicBezTo>
                    <a:cubicBezTo>
                      <a:pt x="2859" y="12591"/>
                      <a:pt x="2833" y="12617"/>
                      <a:pt x="2806" y="12643"/>
                    </a:cubicBezTo>
                    <a:cubicBezTo>
                      <a:pt x="2770" y="12679"/>
                      <a:pt x="2734" y="12715"/>
                      <a:pt x="2698" y="12751"/>
                    </a:cubicBezTo>
                    <a:cubicBezTo>
                      <a:pt x="2687" y="12761"/>
                      <a:pt x="2677" y="12772"/>
                      <a:pt x="2666" y="12783"/>
                    </a:cubicBezTo>
                    <a:cubicBezTo>
                      <a:pt x="2618" y="12830"/>
                      <a:pt x="2584" y="12872"/>
                      <a:pt x="2554" y="12932"/>
                    </a:cubicBezTo>
                    <a:cubicBezTo>
                      <a:pt x="2546" y="12948"/>
                      <a:pt x="2538" y="12964"/>
                      <a:pt x="2530" y="12980"/>
                    </a:cubicBezTo>
                    <a:cubicBezTo>
                      <a:pt x="2472" y="12987"/>
                      <a:pt x="2472" y="12987"/>
                      <a:pt x="2420" y="12980"/>
                    </a:cubicBezTo>
                    <a:cubicBezTo>
                      <a:pt x="2424" y="12996"/>
                      <a:pt x="2428" y="13012"/>
                      <a:pt x="2432" y="13028"/>
                    </a:cubicBezTo>
                    <a:cubicBezTo>
                      <a:pt x="2420" y="13090"/>
                      <a:pt x="2420" y="13090"/>
                      <a:pt x="2385" y="13118"/>
                    </a:cubicBezTo>
                    <a:cubicBezTo>
                      <a:pt x="2334" y="13147"/>
                      <a:pt x="2283" y="13174"/>
                      <a:pt x="2231" y="13200"/>
                    </a:cubicBezTo>
                    <a:cubicBezTo>
                      <a:pt x="2195" y="13218"/>
                      <a:pt x="2160" y="13236"/>
                      <a:pt x="2125" y="13255"/>
                    </a:cubicBezTo>
                    <a:cubicBezTo>
                      <a:pt x="2117" y="13259"/>
                      <a:pt x="2117" y="13259"/>
                      <a:pt x="2077" y="13279"/>
                    </a:cubicBezTo>
                    <a:cubicBezTo>
                      <a:pt x="2035" y="13310"/>
                      <a:pt x="2035" y="13310"/>
                      <a:pt x="2016" y="13368"/>
                    </a:cubicBezTo>
                    <a:cubicBezTo>
                      <a:pt x="1980" y="13420"/>
                      <a:pt x="1980" y="13420"/>
                      <a:pt x="1937" y="13430"/>
                    </a:cubicBezTo>
                    <a:cubicBezTo>
                      <a:pt x="1877" y="13433"/>
                      <a:pt x="1818" y="13432"/>
                      <a:pt x="1758" y="13431"/>
                    </a:cubicBezTo>
                    <a:cubicBezTo>
                      <a:pt x="1736" y="13431"/>
                      <a:pt x="1714" y="13430"/>
                      <a:pt x="1692" y="13430"/>
                    </a:cubicBezTo>
                    <a:cubicBezTo>
                      <a:pt x="1622" y="13430"/>
                      <a:pt x="1552" y="13428"/>
                      <a:pt x="1482" y="13427"/>
                    </a:cubicBezTo>
                    <a:cubicBezTo>
                      <a:pt x="1434" y="13426"/>
                      <a:pt x="1387" y="13426"/>
                      <a:pt x="1339" y="13425"/>
                    </a:cubicBezTo>
                    <a:cubicBezTo>
                      <a:pt x="1223" y="13424"/>
                      <a:pt x="1106" y="13422"/>
                      <a:pt x="990" y="13420"/>
                    </a:cubicBezTo>
                    <a:cubicBezTo>
                      <a:pt x="990" y="13384"/>
                      <a:pt x="990" y="13347"/>
                      <a:pt x="990" y="13310"/>
                    </a:cubicBezTo>
                    <a:cubicBezTo>
                      <a:pt x="974" y="13312"/>
                      <a:pt x="957" y="13313"/>
                      <a:pt x="940" y="13315"/>
                    </a:cubicBezTo>
                    <a:cubicBezTo>
                      <a:pt x="880" y="13310"/>
                      <a:pt x="880" y="13310"/>
                      <a:pt x="838" y="13275"/>
                    </a:cubicBezTo>
                    <a:cubicBezTo>
                      <a:pt x="825" y="13259"/>
                      <a:pt x="812" y="13242"/>
                      <a:pt x="799" y="13225"/>
                    </a:cubicBezTo>
                    <a:cubicBezTo>
                      <a:pt x="784" y="13207"/>
                      <a:pt x="768" y="13189"/>
                      <a:pt x="753" y="13170"/>
                    </a:cubicBezTo>
                    <a:cubicBezTo>
                      <a:pt x="737" y="13151"/>
                      <a:pt x="721" y="13131"/>
                      <a:pt x="705" y="13111"/>
                    </a:cubicBezTo>
                    <a:cubicBezTo>
                      <a:pt x="574" y="12952"/>
                      <a:pt x="441" y="12822"/>
                      <a:pt x="278" y="12698"/>
                    </a:cubicBezTo>
                    <a:cubicBezTo>
                      <a:pt x="104" y="12562"/>
                      <a:pt x="104" y="12562"/>
                      <a:pt x="86" y="12446"/>
                    </a:cubicBezTo>
                    <a:cubicBezTo>
                      <a:pt x="82" y="12365"/>
                      <a:pt x="92" y="12290"/>
                      <a:pt x="110" y="12210"/>
                    </a:cubicBezTo>
                    <a:cubicBezTo>
                      <a:pt x="74" y="12210"/>
                      <a:pt x="37" y="12210"/>
                      <a:pt x="0" y="12210"/>
                    </a:cubicBezTo>
                    <a:cubicBezTo>
                      <a:pt x="0" y="12065"/>
                      <a:pt x="0" y="11920"/>
                      <a:pt x="0" y="11770"/>
                    </a:cubicBezTo>
                    <a:cubicBezTo>
                      <a:pt x="36" y="11770"/>
                      <a:pt x="73" y="11770"/>
                      <a:pt x="110" y="11770"/>
                    </a:cubicBezTo>
                    <a:cubicBezTo>
                      <a:pt x="110" y="11697"/>
                      <a:pt x="110" y="11625"/>
                      <a:pt x="110" y="11550"/>
                    </a:cubicBezTo>
                    <a:cubicBezTo>
                      <a:pt x="146" y="11550"/>
                      <a:pt x="183" y="11550"/>
                      <a:pt x="220" y="11550"/>
                    </a:cubicBezTo>
                    <a:cubicBezTo>
                      <a:pt x="218" y="11536"/>
                      <a:pt x="216" y="11522"/>
                      <a:pt x="214" y="11507"/>
                    </a:cubicBezTo>
                    <a:cubicBezTo>
                      <a:pt x="201" y="11357"/>
                      <a:pt x="201" y="11357"/>
                      <a:pt x="249" y="11288"/>
                    </a:cubicBezTo>
                    <a:cubicBezTo>
                      <a:pt x="295" y="11245"/>
                      <a:pt x="344" y="11208"/>
                      <a:pt x="394" y="11170"/>
                    </a:cubicBezTo>
                    <a:cubicBezTo>
                      <a:pt x="435" y="11136"/>
                      <a:pt x="476" y="11103"/>
                      <a:pt x="516" y="11068"/>
                    </a:cubicBezTo>
                    <a:cubicBezTo>
                      <a:pt x="527" y="11059"/>
                      <a:pt x="539" y="11050"/>
                      <a:pt x="550" y="11040"/>
                    </a:cubicBezTo>
                    <a:cubicBezTo>
                      <a:pt x="710" y="10905"/>
                      <a:pt x="856" y="10756"/>
                      <a:pt x="1003" y="10608"/>
                    </a:cubicBezTo>
                    <a:cubicBezTo>
                      <a:pt x="1035" y="10576"/>
                      <a:pt x="1067" y="10544"/>
                      <a:pt x="1099" y="10512"/>
                    </a:cubicBezTo>
                    <a:cubicBezTo>
                      <a:pt x="1183" y="10428"/>
                      <a:pt x="1267" y="10344"/>
                      <a:pt x="1351" y="10260"/>
                    </a:cubicBezTo>
                    <a:cubicBezTo>
                      <a:pt x="1440" y="10171"/>
                      <a:pt x="1529" y="10082"/>
                      <a:pt x="1618" y="9993"/>
                    </a:cubicBezTo>
                    <a:cubicBezTo>
                      <a:pt x="1786" y="9824"/>
                      <a:pt x="1954" y="9656"/>
                      <a:pt x="2121" y="9488"/>
                    </a:cubicBezTo>
                    <a:cubicBezTo>
                      <a:pt x="2312" y="9297"/>
                      <a:pt x="2502" y="9106"/>
                      <a:pt x="2693" y="8915"/>
                    </a:cubicBezTo>
                    <a:cubicBezTo>
                      <a:pt x="3032" y="8575"/>
                      <a:pt x="3372" y="8235"/>
                      <a:pt x="3711" y="7894"/>
                    </a:cubicBezTo>
                    <a:cubicBezTo>
                      <a:pt x="3751" y="7855"/>
                      <a:pt x="3790" y="7815"/>
                      <a:pt x="3830" y="7776"/>
                    </a:cubicBezTo>
                    <a:cubicBezTo>
                      <a:pt x="3880" y="7725"/>
                      <a:pt x="3931" y="7674"/>
                      <a:pt x="3981" y="7623"/>
                    </a:cubicBezTo>
                    <a:cubicBezTo>
                      <a:pt x="4006" y="7599"/>
                      <a:pt x="4030" y="7574"/>
                      <a:pt x="4054" y="7550"/>
                    </a:cubicBezTo>
                    <a:cubicBezTo>
                      <a:pt x="4065" y="7539"/>
                      <a:pt x="4076" y="7528"/>
                      <a:pt x="4087" y="7517"/>
                    </a:cubicBezTo>
                    <a:cubicBezTo>
                      <a:pt x="4160" y="7443"/>
                      <a:pt x="4237" y="7374"/>
                      <a:pt x="4315" y="7305"/>
                    </a:cubicBezTo>
                    <a:cubicBezTo>
                      <a:pt x="4696" y="6967"/>
                      <a:pt x="4696" y="6967"/>
                      <a:pt x="4734" y="6764"/>
                    </a:cubicBezTo>
                    <a:cubicBezTo>
                      <a:pt x="4742" y="6597"/>
                      <a:pt x="4682" y="6485"/>
                      <a:pt x="4574" y="6362"/>
                    </a:cubicBezTo>
                    <a:cubicBezTo>
                      <a:pt x="4386" y="6156"/>
                      <a:pt x="4166" y="5969"/>
                      <a:pt x="3942" y="5802"/>
                    </a:cubicBezTo>
                    <a:cubicBezTo>
                      <a:pt x="3852" y="5733"/>
                      <a:pt x="3852" y="5733"/>
                      <a:pt x="3842" y="5658"/>
                    </a:cubicBezTo>
                    <a:cubicBezTo>
                      <a:pt x="3844" y="5642"/>
                      <a:pt x="3847" y="5626"/>
                      <a:pt x="3850" y="5610"/>
                    </a:cubicBezTo>
                    <a:cubicBezTo>
                      <a:pt x="3833" y="5611"/>
                      <a:pt x="3816" y="5613"/>
                      <a:pt x="3799" y="5614"/>
                    </a:cubicBezTo>
                    <a:cubicBezTo>
                      <a:pt x="3740" y="5610"/>
                      <a:pt x="3740" y="5610"/>
                      <a:pt x="3705" y="5582"/>
                    </a:cubicBezTo>
                    <a:cubicBezTo>
                      <a:pt x="3694" y="5569"/>
                      <a:pt x="3684" y="5556"/>
                      <a:pt x="3673" y="5542"/>
                    </a:cubicBezTo>
                    <a:cubicBezTo>
                      <a:pt x="3660" y="5527"/>
                      <a:pt x="3647" y="5511"/>
                      <a:pt x="3634" y="5495"/>
                    </a:cubicBezTo>
                    <a:cubicBezTo>
                      <a:pt x="3620" y="5477"/>
                      <a:pt x="3605" y="5459"/>
                      <a:pt x="3591" y="5440"/>
                    </a:cubicBezTo>
                    <a:cubicBezTo>
                      <a:pt x="3398" y="5212"/>
                      <a:pt x="3191" y="4999"/>
                      <a:pt x="2980" y="4788"/>
                    </a:cubicBezTo>
                    <a:cubicBezTo>
                      <a:pt x="2963" y="4771"/>
                      <a:pt x="2946" y="4754"/>
                      <a:pt x="2928" y="4736"/>
                    </a:cubicBezTo>
                    <a:cubicBezTo>
                      <a:pt x="2840" y="4647"/>
                      <a:pt x="2751" y="4559"/>
                      <a:pt x="2663" y="4470"/>
                    </a:cubicBezTo>
                    <a:cubicBezTo>
                      <a:pt x="2572" y="4380"/>
                      <a:pt x="2481" y="4289"/>
                      <a:pt x="2391" y="4199"/>
                    </a:cubicBezTo>
                    <a:cubicBezTo>
                      <a:pt x="2320" y="4128"/>
                      <a:pt x="2249" y="4057"/>
                      <a:pt x="2179" y="3986"/>
                    </a:cubicBezTo>
                    <a:cubicBezTo>
                      <a:pt x="2145" y="3953"/>
                      <a:pt x="2112" y="3919"/>
                      <a:pt x="2079" y="3886"/>
                    </a:cubicBezTo>
                    <a:cubicBezTo>
                      <a:pt x="1903" y="3710"/>
                      <a:pt x="1727" y="3539"/>
                      <a:pt x="1529" y="3389"/>
                    </a:cubicBezTo>
                    <a:cubicBezTo>
                      <a:pt x="1432" y="3313"/>
                      <a:pt x="1432" y="3313"/>
                      <a:pt x="1421" y="3237"/>
                    </a:cubicBezTo>
                    <a:cubicBezTo>
                      <a:pt x="1424" y="3222"/>
                      <a:pt x="1427" y="3206"/>
                      <a:pt x="1430" y="3190"/>
                    </a:cubicBezTo>
                    <a:cubicBezTo>
                      <a:pt x="1394" y="3190"/>
                      <a:pt x="1357" y="3190"/>
                      <a:pt x="1320" y="3190"/>
                    </a:cubicBezTo>
                    <a:cubicBezTo>
                      <a:pt x="1320" y="3154"/>
                      <a:pt x="1320" y="3117"/>
                      <a:pt x="1320" y="3080"/>
                    </a:cubicBezTo>
                    <a:cubicBezTo>
                      <a:pt x="1284" y="3080"/>
                      <a:pt x="1247" y="3080"/>
                      <a:pt x="1210" y="3080"/>
                    </a:cubicBezTo>
                    <a:cubicBezTo>
                      <a:pt x="1210" y="3044"/>
                      <a:pt x="1210" y="3007"/>
                      <a:pt x="1210" y="2970"/>
                    </a:cubicBezTo>
                    <a:cubicBezTo>
                      <a:pt x="1174" y="2970"/>
                      <a:pt x="1137" y="2970"/>
                      <a:pt x="1100" y="2970"/>
                    </a:cubicBezTo>
                    <a:cubicBezTo>
                      <a:pt x="1100" y="2934"/>
                      <a:pt x="1100" y="2897"/>
                      <a:pt x="1100" y="2860"/>
                    </a:cubicBezTo>
                    <a:cubicBezTo>
                      <a:pt x="1064" y="2860"/>
                      <a:pt x="1027" y="2860"/>
                      <a:pt x="990" y="2860"/>
                    </a:cubicBezTo>
                    <a:cubicBezTo>
                      <a:pt x="990" y="2824"/>
                      <a:pt x="990" y="2787"/>
                      <a:pt x="990" y="2750"/>
                    </a:cubicBezTo>
                    <a:cubicBezTo>
                      <a:pt x="954" y="2750"/>
                      <a:pt x="917" y="2750"/>
                      <a:pt x="880" y="2750"/>
                    </a:cubicBezTo>
                    <a:cubicBezTo>
                      <a:pt x="880" y="2714"/>
                      <a:pt x="880" y="2677"/>
                      <a:pt x="880" y="2640"/>
                    </a:cubicBezTo>
                    <a:cubicBezTo>
                      <a:pt x="844" y="2640"/>
                      <a:pt x="807" y="2640"/>
                      <a:pt x="770" y="2640"/>
                    </a:cubicBezTo>
                    <a:cubicBezTo>
                      <a:pt x="770" y="2604"/>
                      <a:pt x="770" y="2567"/>
                      <a:pt x="770" y="2530"/>
                    </a:cubicBezTo>
                    <a:cubicBezTo>
                      <a:pt x="734" y="2530"/>
                      <a:pt x="697" y="2530"/>
                      <a:pt x="660" y="2530"/>
                    </a:cubicBezTo>
                    <a:cubicBezTo>
                      <a:pt x="660" y="2494"/>
                      <a:pt x="660" y="2457"/>
                      <a:pt x="660" y="2420"/>
                    </a:cubicBezTo>
                    <a:cubicBezTo>
                      <a:pt x="624" y="2420"/>
                      <a:pt x="587" y="2420"/>
                      <a:pt x="550" y="2420"/>
                    </a:cubicBezTo>
                    <a:cubicBezTo>
                      <a:pt x="550" y="2384"/>
                      <a:pt x="550" y="2347"/>
                      <a:pt x="550" y="2310"/>
                    </a:cubicBezTo>
                    <a:cubicBezTo>
                      <a:pt x="534" y="2312"/>
                      <a:pt x="519" y="2314"/>
                      <a:pt x="502" y="2316"/>
                    </a:cubicBezTo>
                    <a:cubicBezTo>
                      <a:pt x="418" y="2308"/>
                      <a:pt x="379" y="2265"/>
                      <a:pt x="323" y="2207"/>
                    </a:cubicBezTo>
                    <a:cubicBezTo>
                      <a:pt x="313" y="2197"/>
                      <a:pt x="303" y="2188"/>
                      <a:pt x="293" y="2178"/>
                    </a:cubicBezTo>
                    <a:cubicBezTo>
                      <a:pt x="243" y="2128"/>
                      <a:pt x="221" y="2099"/>
                      <a:pt x="214" y="2028"/>
                    </a:cubicBezTo>
                    <a:cubicBezTo>
                      <a:pt x="216" y="2012"/>
                      <a:pt x="218" y="1996"/>
                      <a:pt x="220" y="1980"/>
                    </a:cubicBezTo>
                    <a:cubicBezTo>
                      <a:pt x="184" y="1980"/>
                      <a:pt x="147" y="1980"/>
                      <a:pt x="110" y="1980"/>
                    </a:cubicBezTo>
                    <a:cubicBezTo>
                      <a:pt x="110" y="1871"/>
                      <a:pt x="110" y="1762"/>
                      <a:pt x="110" y="1650"/>
                    </a:cubicBezTo>
                    <a:cubicBezTo>
                      <a:pt x="74" y="1650"/>
                      <a:pt x="37" y="1650"/>
                      <a:pt x="0" y="1650"/>
                    </a:cubicBezTo>
                    <a:cubicBezTo>
                      <a:pt x="0" y="1505"/>
                      <a:pt x="0" y="1360"/>
                      <a:pt x="0" y="1210"/>
                    </a:cubicBezTo>
                    <a:cubicBezTo>
                      <a:pt x="36" y="1210"/>
                      <a:pt x="73" y="1210"/>
                      <a:pt x="110" y="1210"/>
                    </a:cubicBezTo>
                    <a:cubicBezTo>
                      <a:pt x="110" y="1137"/>
                      <a:pt x="110" y="1065"/>
                      <a:pt x="110" y="990"/>
                    </a:cubicBezTo>
                    <a:cubicBezTo>
                      <a:pt x="146" y="990"/>
                      <a:pt x="183" y="990"/>
                      <a:pt x="220" y="990"/>
                    </a:cubicBezTo>
                    <a:cubicBezTo>
                      <a:pt x="220" y="917"/>
                      <a:pt x="220" y="845"/>
                      <a:pt x="220" y="770"/>
                    </a:cubicBezTo>
                    <a:cubicBezTo>
                      <a:pt x="293" y="770"/>
                      <a:pt x="365" y="770"/>
                      <a:pt x="440" y="770"/>
                    </a:cubicBezTo>
                    <a:cubicBezTo>
                      <a:pt x="440" y="734"/>
                      <a:pt x="440" y="697"/>
                      <a:pt x="440" y="660"/>
                    </a:cubicBezTo>
                    <a:cubicBezTo>
                      <a:pt x="476" y="660"/>
                      <a:pt x="513" y="660"/>
                      <a:pt x="550" y="660"/>
                    </a:cubicBezTo>
                    <a:cubicBezTo>
                      <a:pt x="550" y="624"/>
                      <a:pt x="550" y="587"/>
                      <a:pt x="550" y="550"/>
                    </a:cubicBezTo>
                    <a:cubicBezTo>
                      <a:pt x="586" y="550"/>
                      <a:pt x="623" y="550"/>
                      <a:pt x="660" y="550"/>
                    </a:cubicBezTo>
                    <a:cubicBezTo>
                      <a:pt x="660" y="477"/>
                      <a:pt x="660" y="405"/>
                      <a:pt x="660" y="330"/>
                    </a:cubicBezTo>
                    <a:cubicBezTo>
                      <a:pt x="696" y="330"/>
                      <a:pt x="733" y="330"/>
                      <a:pt x="770" y="330"/>
                    </a:cubicBezTo>
                    <a:cubicBezTo>
                      <a:pt x="770" y="294"/>
                      <a:pt x="770" y="257"/>
                      <a:pt x="770" y="220"/>
                    </a:cubicBezTo>
                    <a:cubicBezTo>
                      <a:pt x="806" y="220"/>
                      <a:pt x="843" y="220"/>
                      <a:pt x="880" y="220"/>
                    </a:cubicBezTo>
                    <a:cubicBezTo>
                      <a:pt x="880" y="184"/>
                      <a:pt x="880" y="147"/>
                      <a:pt x="880" y="110"/>
                    </a:cubicBezTo>
                    <a:cubicBezTo>
                      <a:pt x="953" y="110"/>
                      <a:pt x="1025" y="110"/>
                      <a:pt x="1100" y="110"/>
                    </a:cubicBezTo>
                    <a:cubicBezTo>
                      <a:pt x="1100" y="74"/>
                      <a:pt x="1100" y="37"/>
                      <a:pt x="1100" y="0"/>
                    </a:cubicBezTo>
                    <a:close/>
                    <a:moveTo>
                      <a:pt x="1320" y="660"/>
                    </a:moveTo>
                    <a:cubicBezTo>
                      <a:pt x="1320" y="696"/>
                      <a:pt x="1320" y="733"/>
                      <a:pt x="1320" y="770"/>
                    </a:cubicBezTo>
                    <a:cubicBezTo>
                      <a:pt x="1247" y="770"/>
                      <a:pt x="1175" y="770"/>
                      <a:pt x="1100" y="770"/>
                    </a:cubicBezTo>
                    <a:cubicBezTo>
                      <a:pt x="1100" y="806"/>
                      <a:pt x="1100" y="843"/>
                      <a:pt x="1100" y="880"/>
                    </a:cubicBezTo>
                    <a:cubicBezTo>
                      <a:pt x="1064" y="880"/>
                      <a:pt x="1027" y="880"/>
                      <a:pt x="990" y="880"/>
                    </a:cubicBezTo>
                    <a:cubicBezTo>
                      <a:pt x="990" y="916"/>
                      <a:pt x="990" y="953"/>
                      <a:pt x="990" y="990"/>
                    </a:cubicBezTo>
                    <a:cubicBezTo>
                      <a:pt x="954" y="990"/>
                      <a:pt x="917" y="990"/>
                      <a:pt x="880" y="990"/>
                    </a:cubicBezTo>
                    <a:cubicBezTo>
                      <a:pt x="880" y="1026"/>
                      <a:pt x="880" y="1063"/>
                      <a:pt x="880" y="1100"/>
                    </a:cubicBezTo>
                    <a:cubicBezTo>
                      <a:pt x="844" y="1100"/>
                      <a:pt x="807" y="1100"/>
                      <a:pt x="770" y="1100"/>
                    </a:cubicBezTo>
                    <a:cubicBezTo>
                      <a:pt x="770" y="1173"/>
                      <a:pt x="770" y="1245"/>
                      <a:pt x="770" y="1320"/>
                    </a:cubicBezTo>
                    <a:cubicBezTo>
                      <a:pt x="734" y="1320"/>
                      <a:pt x="697" y="1320"/>
                      <a:pt x="660" y="1320"/>
                    </a:cubicBezTo>
                    <a:cubicBezTo>
                      <a:pt x="660" y="1429"/>
                      <a:pt x="660" y="1538"/>
                      <a:pt x="660" y="1650"/>
                    </a:cubicBezTo>
                    <a:cubicBezTo>
                      <a:pt x="696" y="1650"/>
                      <a:pt x="733" y="1650"/>
                      <a:pt x="770" y="1650"/>
                    </a:cubicBezTo>
                    <a:cubicBezTo>
                      <a:pt x="770" y="1686"/>
                      <a:pt x="770" y="1723"/>
                      <a:pt x="770" y="1760"/>
                    </a:cubicBezTo>
                    <a:cubicBezTo>
                      <a:pt x="806" y="1760"/>
                      <a:pt x="843" y="1760"/>
                      <a:pt x="880" y="1760"/>
                    </a:cubicBezTo>
                    <a:cubicBezTo>
                      <a:pt x="880" y="1796"/>
                      <a:pt x="880" y="1833"/>
                      <a:pt x="880" y="1870"/>
                    </a:cubicBezTo>
                    <a:cubicBezTo>
                      <a:pt x="916" y="1870"/>
                      <a:pt x="953" y="1870"/>
                      <a:pt x="990" y="1870"/>
                    </a:cubicBezTo>
                    <a:cubicBezTo>
                      <a:pt x="990" y="1906"/>
                      <a:pt x="990" y="1943"/>
                      <a:pt x="990" y="1980"/>
                    </a:cubicBezTo>
                    <a:cubicBezTo>
                      <a:pt x="1026" y="1980"/>
                      <a:pt x="1063" y="1980"/>
                      <a:pt x="1100" y="1980"/>
                    </a:cubicBezTo>
                    <a:cubicBezTo>
                      <a:pt x="1100" y="2016"/>
                      <a:pt x="1100" y="2053"/>
                      <a:pt x="1100" y="2090"/>
                    </a:cubicBezTo>
                    <a:cubicBezTo>
                      <a:pt x="1136" y="2090"/>
                      <a:pt x="1173" y="2090"/>
                      <a:pt x="1210" y="2090"/>
                    </a:cubicBezTo>
                    <a:cubicBezTo>
                      <a:pt x="1210" y="2126"/>
                      <a:pt x="1210" y="2163"/>
                      <a:pt x="1210" y="2200"/>
                    </a:cubicBezTo>
                    <a:cubicBezTo>
                      <a:pt x="1246" y="2200"/>
                      <a:pt x="1283" y="2200"/>
                      <a:pt x="1320" y="2200"/>
                    </a:cubicBezTo>
                    <a:cubicBezTo>
                      <a:pt x="1320" y="2236"/>
                      <a:pt x="1320" y="2273"/>
                      <a:pt x="1320" y="2310"/>
                    </a:cubicBezTo>
                    <a:cubicBezTo>
                      <a:pt x="1356" y="2310"/>
                      <a:pt x="1393" y="2310"/>
                      <a:pt x="1430" y="2310"/>
                    </a:cubicBezTo>
                    <a:cubicBezTo>
                      <a:pt x="1430" y="2346"/>
                      <a:pt x="1430" y="2383"/>
                      <a:pt x="1430" y="2420"/>
                    </a:cubicBezTo>
                    <a:cubicBezTo>
                      <a:pt x="1466" y="2420"/>
                      <a:pt x="1503" y="2420"/>
                      <a:pt x="1540" y="2420"/>
                    </a:cubicBezTo>
                    <a:cubicBezTo>
                      <a:pt x="1540" y="2456"/>
                      <a:pt x="1540" y="2493"/>
                      <a:pt x="1540" y="2530"/>
                    </a:cubicBezTo>
                    <a:cubicBezTo>
                      <a:pt x="1576" y="2530"/>
                      <a:pt x="1613" y="2530"/>
                      <a:pt x="1650" y="2530"/>
                    </a:cubicBezTo>
                    <a:cubicBezTo>
                      <a:pt x="1650" y="2566"/>
                      <a:pt x="1650" y="2603"/>
                      <a:pt x="1650" y="2640"/>
                    </a:cubicBezTo>
                    <a:cubicBezTo>
                      <a:pt x="1686" y="2640"/>
                      <a:pt x="1723" y="2640"/>
                      <a:pt x="1760" y="2640"/>
                    </a:cubicBezTo>
                    <a:cubicBezTo>
                      <a:pt x="1760" y="2676"/>
                      <a:pt x="1760" y="2713"/>
                      <a:pt x="1760" y="2750"/>
                    </a:cubicBezTo>
                    <a:cubicBezTo>
                      <a:pt x="1796" y="2750"/>
                      <a:pt x="1833" y="2750"/>
                      <a:pt x="1870" y="2750"/>
                    </a:cubicBezTo>
                    <a:cubicBezTo>
                      <a:pt x="1870" y="2786"/>
                      <a:pt x="1870" y="2823"/>
                      <a:pt x="1870" y="2860"/>
                    </a:cubicBezTo>
                    <a:cubicBezTo>
                      <a:pt x="1906" y="2860"/>
                      <a:pt x="1943" y="2860"/>
                      <a:pt x="1980" y="2860"/>
                    </a:cubicBezTo>
                    <a:cubicBezTo>
                      <a:pt x="1980" y="2896"/>
                      <a:pt x="1980" y="2933"/>
                      <a:pt x="1980" y="2970"/>
                    </a:cubicBezTo>
                    <a:cubicBezTo>
                      <a:pt x="2016" y="2970"/>
                      <a:pt x="2053" y="2970"/>
                      <a:pt x="2090" y="2970"/>
                    </a:cubicBezTo>
                    <a:cubicBezTo>
                      <a:pt x="2090" y="3006"/>
                      <a:pt x="2090" y="3043"/>
                      <a:pt x="2090" y="3080"/>
                    </a:cubicBezTo>
                    <a:cubicBezTo>
                      <a:pt x="2126" y="3080"/>
                      <a:pt x="2163" y="3080"/>
                      <a:pt x="2200" y="3080"/>
                    </a:cubicBezTo>
                    <a:cubicBezTo>
                      <a:pt x="2200" y="3116"/>
                      <a:pt x="2200" y="3153"/>
                      <a:pt x="2200" y="3190"/>
                    </a:cubicBezTo>
                    <a:cubicBezTo>
                      <a:pt x="2236" y="3190"/>
                      <a:pt x="2273" y="3190"/>
                      <a:pt x="2310" y="3190"/>
                    </a:cubicBezTo>
                    <a:cubicBezTo>
                      <a:pt x="2310" y="3226"/>
                      <a:pt x="2310" y="3263"/>
                      <a:pt x="2310" y="3300"/>
                    </a:cubicBezTo>
                    <a:cubicBezTo>
                      <a:pt x="2346" y="3300"/>
                      <a:pt x="2383" y="3300"/>
                      <a:pt x="2420" y="3300"/>
                    </a:cubicBezTo>
                    <a:cubicBezTo>
                      <a:pt x="2420" y="3336"/>
                      <a:pt x="2420" y="3373"/>
                      <a:pt x="2420" y="3410"/>
                    </a:cubicBezTo>
                    <a:cubicBezTo>
                      <a:pt x="2456" y="3410"/>
                      <a:pt x="2493" y="3410"/>
                      <a:pt x="2530" y="3410"/>
                    </a:cubicBezTo>
                    <a:cubicBezTo>
                      <a:pt x="2530" y="3446"/>
                      <a:pt x="2530" y="3483"/>
                      <a:pt x="2530" y="3520"/>
                    </a:cubicBezTo>
                    <a:cubicBezTo>
                      <a:pt x="2566" y="3520"/>
                      <a:pt x="2603" y="3520"/>
                      <a:pt x="2640" y="3520"/>
                    </a:cubicBezTo>
                    <a:cubicBezTo>
                      <a:pt x="2640" y="3556"/>
                      <a:pt x="2640" y="3593"/>
                      <a:pt x="2640" y="3630"/>
                    </a:cubicBezTo>
                    <a:cubicBezTo>
                      <a:pt x="2676" y="3630"/>
                      <a:pt x="2713" y="3630"/>
                      <a:pt x="2750" y="3630"/>
                    </a:cubicBezTo>
                    <a:cubicBezTo>
                      <a:pt x="2750" y="3666"/>
                      <a:pt x="2750" y="3703"/>
                      <a:pt x="2750" y="3740"/>
                    </a:cubicBezTo>
                    <a:cubicBezTo>
                      <a:pt x="2786" y="3740"/>
                      <a:pt x="2823" y="3740"/>
                      <a:pt x="2860" y="3740"/>
                    </a:cubicBezTo>
                    <a:cubicBezTo>
                      <a:pt x="2860" y="3776"/>
                      <a:pt x="2860" y="3813"/>
                      <a:pt x="2860" y="3850"/>
                    </a:cubicBezTo>
                    <a:cubicBezTo>
                      <a:pt x="2896" y="3850"/>
                      <a:pt x="2933" y="3850"/>
                      <a:pt x="2970" y="3850"/>
                    </a:cubicBezTo>
                    <a:cubicBezTo>
                      <a:pt x="2970" y="3886"/>
                      <a:pt x="2970" y="3923"/>
                      <a:pt x="2970" y="3960"/>
                    </a:cubicBezTo>
                    <a:cubicBezTo>
                      <a:pt x="3006" y="3960"/>
                      <a:pt x="3043" y="3960"/>
                      <a:pt x="3080" y="3960"/>
                    </a:cubicBezTo>
                    <a:cubicBezTo>
                      <a:pt x="3080" y="3996"/>
                      <a:pt x="3080" y="4033"/>
                      <a:pt x="3080" y="4070"/>
                    </a:cubicBezTo>
                    <a:cubicBezTo>
                      <a:pt x="3116" y="4070"/>
                      <a:pt x="3153" y="4070"/>
                      <a:pt x="3190" y="4070"/>
                    </a:cubicBezTo>
                    <a:cubicBezTo>
                      <a:pt x="3190" y="4106"/>
                      <a:pt x="3190" y="4143"/>
                      <a:pt x="3190" y="4180"/>
                    </a:cubicBezTo>
                    <a:cubicBezTo>
                      <a:pt x="3226" y="4180"/>
                      <a:pt x="3263" y="4180"/>
                      <a:pt x="3300" y="4180"/>
                    </a:cubicBezTo>
                    <a:cubicBezTo>
                      <a:pt x="3300" y="4216"/>
                      <a:pt x="3300" y="4253"/>
                      <a:pt x="3300" y="4290"/>
                    </a:cubicBezTo>
                    <a:cubicBezTo>
                      <a:pt x="3336" y="4290"/>
                      <a:pt x="3373" y="4290"/>
                      <a:pt x="3410" y="4290"/>
                    </a:cubicBezTo>
                    <a:cubicBezTo>
                      <a:pt x="3410" y="4326"/>
                      <a:pt x="3410" y="4363"/>
                      <a:pt x="3410" y="4400"/>
                    </a:cubicBezTo>
                    <a:cubicBezTo>
                      <a:pt x="3446" y="4400"/>
                      <a:pt x="3483" y="4400"/>
                      <a:pt x="3520" y="4400"/>
                    </a:cubicBezTo>
                    <a:cubicBezTo>
                      <a:pt x="3520" y="4436"/>
                      <a:pt x="3520" y="4473"/>
                      <a:pt x="3520" y="4510"/>
                    </a:cubicBezTo>
                    <a:cubicBezTo>
                      <a:pt x="3556" y="4510"/>
                      <a:pt x="3593" y="4510"/>
                      <a:pt x="3630" y="4510"/>
                    </a:cubicBezTo>
                    <a:cubicBezTo>
                      <a:pt x="3630" y="4546"/>
                      <a:pt x="3630" y="4583"/>
                      <a:pt x="3630" y="4620"/>
                    </a:cubicBezTo>
                    <a:cubicBezTo>
                      <a:pt x="3666" y="4620"/>
                      <a:pt x="3703" y="4620"/>
                      <a:pt x="3740" y="4620"/>
                    </a:cubicBezTo>
                    <a:cubicBezTo>
                      <a:pt x="3740" y="4656"/>
                      <a:pt x="3740" y="4693"/>
                      <a:pt x="3740" y="4730"/>
                    </a:cubicBezTo>
                    <a:cubicBezTo>
                      <a:pt x="3776" y="4730"/>
                      <a:pt x="3813" y="4730"/>
                      <a:pt x="3850" y="4730"/>
                    </a:cubicBezTo>
                    <a:cubicBezTo>
                      <a:pt x="3850" y="4766"/>
                      <a:pt x="3850" y="4803"/>
                      <a:pt x="3850" y="4840"/>
                    </a:cubicBezTo>
                    <a:cubicBezTo>
                      <a:pt x="3886" y="4840"/>
                      <a:pt x="3923" y="4840"/>
                      <a:pt x="3960" y="4840"/>
                    </a:cubicBezTo>
                    <a:cubicBezTo>
                      <a:pt x="3960" y="4876"/>
                      <a:pt x="3960" y="4913"/>
                      <a:pt x="3960" y="4950"/>
                    </a:cubicBezTo>
                    <a:cubicBezTo>
                      <a:pt x="3996" y="4950"/>
                      <a:pt x="4033" y="4950"/>
                      <a:pt x="4070" y="4950"/>
                    </a:cubicBezTo>
                    <a:cubicBezTo>
                      <a:pt x="4070" y="4986"/>
                      <a:pt x="4070" y="5023"/>
                      <a:pt x="4070" y="5060"/>
                    </a:cubicBezTo>
                    <a:cubicBezTo>
                      <a:pt x="4106" y="5060"/>
                      <a:pt x="4143" y="5060"/>
                      <a:pt x="4180" y="5060"/>
                    </a:cubicBezTo>
                    <a:cubicBezTo>
                      <a:pt x="4180" y="5096"/>
                      <a:pt x="4180" y="5133"/>
                      <a:pt x="4180" y="5170"/>
                    </a:cubicBezTo>
                    <a:cubicBezTo>
                      <a:pt x="4216" y="5170"/>
                      <a:pt x="4253" y="5170"/>
                      <a:pt x="4290" y="5170"/>
                    </a:cubicBezTo>
                    <a:cubicBezTo>
                      <a:pt x="4290" y="5206"/>
                      <a:pt x="4290" y="5243"/>
                      <a:pt x="4290" y="5280"/>
                    </a:cubicBezTo>
                    <a:cubicBezTo>
                      <a:pt x="4326" y="5280"/>
                      <a:pt x="4363" y="5280"/>
                      <a:pt x="4400" y="5280"/>
                    </a:cubicBezTo>
                    <a:cubicBezTo>
                      <a:pt x="4400" y="5316"/>
                      <a:pt x="4400" y="5353"/>
                      <a:pt x="4400" y="5390"/>
                    </a:cubicBezTo>
                    <a:cubicBezTo>
                      <a:pt x="4436" y="5390"/>
                      <a:pt x="4473" y="5390"/>
                      <a:pt x="4510" y="5390"/>
                    </a:cubicBezTo>
                    <a:cubicBezTo>
                      <a:pt x="4510" y="5426"/>
                      <a:pt x="4510" y="5463"/>
                      <a:pt x="4510" y="5500"/>
                    </a:cubicBezTo>
                    <a:cubicBezTo>
                      <a:pt x="4546" y="5500"/>
                      <a:pt x="4583" y="5500"/>
                      <a:pt x="4620" y="5500"/>
                    </a:cubicBezTo>
                    <a:cubicBezTo>
                      <a:pt x="4620" y="5536"/>
                      <a:pt x="4620" y="5573"/>
                      <a:pt x="4620" y="5610"/>
                    </a:cubicBezTo>
                    <a:cubicBezTo>
                      <a:pt x="4656" y="5610"/>
                      <a:pt x="4693" y="5610"/>
                      <a:pt x="4730" y="5610"/>
                    </a:cubicBezTo>
                    <a:cubicBezTo>
                      <a:pt x="4730" y="5646"/>
                      <a:pt x="4730" y="5683"/>
                      <a:pt x="4730" y="5720"/>
                    </a:cubicBezTo>
                    <a:cubicBezTo>
                      <a:pt x="4766" y="5720"/>
                      <a:pt x="4803" y="5720"/>
                      <a:pt x="4840" y="5720"/>
                    </a:cubicBezTo>
                    <a:cubicBezTo>
                      <a:pt x="4840" y="5756"/>
                      <a:pt x="4840" y="5793"/>
                      <a:pt x="4840" y="5830"/>
                    </a:cubicBezTo>
                    <a:cubicBezTo>
                      <a:pt x="4876" y="5830"/>
                      <a:pt x="4913" y="5830"/>
                      <a:pt x="4950" y="5830"/>
                    </a:cubicBezTo>
                    <a:cubicBezTo>
                      <a:pt x="4950" y="5866"/>
                      <a:pt x="4950" y="5903"/>
                      <a:pt x="4950" y="5940"/>
                    </a:cubicBezTo>
                    <a:cubicBezTo>
                      <a:pt x="4986" y="5940"/>
                      <a:pt x="5023" y="5940"/>
                      <a:pt x="5060" y="5940"/>
                    </a:cubicBezTo>
                    <a:cubicBezTo>
                      <a:pt x="5060" y="5976"/>
                      <a:pt x="5060" y="6013"/>
                      <a:pt x="5060" y="6050"/>
                    </a:cubicBezTo>
                    <a:cubicBezTo>
                      <a:pt x="5096" y="6050"/>
                      <a:pt x="5133" y="6050"/>
                      <a:pt x="5170" y="6050"/>
                    </a:cubicBezTo>
                    <a:cubicBezTo>
                      <a:pt x="5170" y="6086"/>
                      <a:pt x="5170" y="6123"/>
                      <a:pt x="5170" y="6160"/>
                    </a:cubicBezTo>
                    <a:cubicBezTo>
                      <a:pt x="5206" y="6160"/>
                      <a:pt x="5243" y="6160"/>
                      <a:pt x="5280" y="6160"/>
                    </a:cubicBezTo>
                    <a:cubicBezTo>
                      <a:pt x="5280" y="6196"/>
                      <a:pt x="5280" y="6233"/>
                      <a:pt x="5280" y="6270"/>
                    </a:cubicBezTo>
                    <a:cubicBezTo>
                      <a:pt x="5316" y="6270"/>
                      <a:pt x="5353" y="6270"/>
                      <a:pt x="5390" y="6270"/>
                    </a:cubicBezTo>
                    <a:cubicBezTo>
                      <a:pt x="5390" y="6306"/>
                      <a:pt x="5390" y="6343"/>
                      <a:pt x="5390" y="6380"/>
                    </a:cubicBezTo>
                    <a:cubicBezTo>
                      <a:pt x="5426" y="6380"/>
                      <a:pt x="5463" y="6380"/>
                      <a:pt x="5500" y="6380"/>
                    </a:cubicBezTo>
                    <a:cubicBezTo>
                      <a:pt x="5500" y="6416"/>
                      <a:pt x="5500" y="6453"/>
                      <a:pt x="5500" y="6490"/>
                    </a:cubicBezTo>
                    <a:cubicBezTo>
                      <a:pt x="5536" y="6490"/>
                      <a:pt x="5573" y="6490"/>
                      <a:pt x="5610" y="6490"/>
                    </a:cubicBezTo>
                    <a:cubicBezTo>
                      <a:pt x="5610" y="6635"/>
                      <a:pt x="5610" y="6780"/>
                      <a:pt x="5610" y="6930"/>
                    </a:cubicBezTo>
                    <a:cubicBezTo>
                      <a:pt x="5574" y="6930"/>
                      <a:pt x="5537" y="6930"/>
                      <a:pt x="5500" y="6930"/>
                    </a:cubicBezTo>
                    <a:cubicBezTo>
                      <a:pt x="5500" y="6966"/>
                      <a:pt x="5500" y="7003"/>
                      <a:pt x="5500" y="7040"/>
                    </a:cubicBezTo>
                    <a:cubicBezTo>
                      <a:pt x="5464" y="7040"/>
                      <a:pt x="5427" y="7040"/>
                      <a:pt x="5390" y="7040"/>
                    </a:cubicBezTo>
                    <a:cubicBezTo>
                      <a:pt x="5390" y="7076"/>
                      <a:pt x="5390" y="7113"/>
                      <a:pt x="5390" y="7150"/>
                    </a:cubicBezTo>
                    <a:cubicBezTo>
                      <a:pt x="5354" y="7150"/>
                      <a:pt x="5317" y="7150"/>
                      <a:pt x="5280" y="7150"/>
                    </a:cubicBezTo>
                    <a:cubicBezTo>
                      <a:pt x="5280" y="7186"/>
                      <a:pt x="5280" y="7223"/>
                      <a:pt x="5280" y="7260"/>
                    </a:cubicBezTo>
                    <a:cubicBezTo>
                      <a:pt x="5244" y="7260"/>
                      <a:pt x="5207" y="7260"/>
                      <a:pt x="5170" y="7260"/>
                    </a:cubicBezTo>
                    <a:cubicBezTo>
                      <a:pt x="5170" y="7296"/>
                      <a:pt x="5170" y="7333"/>
                      <a:pt x="5170" y="7370"/>
                    </a:cubicBezTo>
                    <a:cubicBezTo>
                      <a:pt x="5134" y="7370"/>
                      <a:pt x="5097" y="7370"/>
                      <a:pt x="5060" y="7370"/>
                    </a:cubicBezTo>
                    <a:cubicBezTo>
                      <a:pt x="5060" y="7406"/>
                      <a:pt x="5060" y="7443"/>
                      <a:pt x="5060" y="7480"/>
                    </a:cubicBezTo>
                    <a:cubicBezTo>
                      <a:pt x="5024" y="7480"/>
                      <a:pt x="4987" y="7480"/>
                      <a:pt x="4950" y="7480"/>
                    </a:cubicBezTo>
                    <a:cubicBezTo>
                      <a:pt x="4950" y="7516"/>
                      <a:pt x="4950" y="7553"/>
                      <a:pt x="4950" y="7590"/>
                    </a:cubicBezTo>
                    <a:cubicBezTo>
                      <a:pt x="4914" y="7590"/>
                      <a:pt x="4877" y="7590"/>
                      <a:pt x="4840" y="7590"/>
                    </a:cubicBezTo>
                    <a:cubicBezTo>
                      <a:pt x="4840" y="7626"/>
                      <a:pt x="4840" y="7663"/>
                      <a:pt x="4840" y="7700"/>
                    </a:cubicBezTo>
                    <a:cubicBezTo>
                      <a:pt x="4804" y="7700"/>
                      <a:pt x="4767" y="7700"/>
                      <a:pt x="4730" y="7700"/>
                    </a:cubicBezTo>
                    <a:cubicBezTo>
                      <a:pt x="4730" y="7736"/>
                      <a:pt x="4730" y="7773"/>
                      <a:pt x="4730" y="7810"/>
                    </a:cubicBezTo>
                    <a:cubicBezTo>
                      <a:pt x="4694" y="7810"/>
                      <a:pt x="4657" y="7810"/>
                      <a:pt x="4620" y="7810"/>
                    </a:cubicBezTo>
                    <a:cubicBezTo>
                      <a:pt x="4620" y="7846"/>
                      <a:pt x="4620" y="7883"/>
                      <a:pt x="4620" y="7920"/>
                    </a:cubicBezTo>
                    <a:cubicBezTo>
                      <a:pt x="4584" y="7920"/>
                      <a:pt x="4547" y="7920"/>
                      <a:pt x="4510" y="7920"/>
                    </a:cubicBezTo>
                    <a:cubicBezTo>
                      <a:pt x="4510" y="7956"/>
                      <a:pt x="4510" y="7993"/>
                      <a:pt x="4510" y="8030"/>
                    </a:cubicBezTo>
                    <a:cubicBezTo>
                      <a:pt x="4474" y="8030"/>
                      <a:pt x="4437" y="8030"/>
                      <a:pt x="4400" y="8030"/>
                    </a:cubicBezTo>
                    <a:cubicBezTo>
                      <a:pt x="4400" y="8066"/>
                      <a:pt x="4400" y="8103"/>
                      <a:pt x="4400" y="8140"/>
                    </a:cubicBezTo>
                    <a:cubicBezTo>
                      <a:pt x="4364" y="8140"/>
                      <a:pt x="4327" y="8140"/>
                      <a:pt x="4290" y="8140"/>
                    </a:cubicBezTo>
                    <a:cubicBezTo>
                      <a:pt x="4290" y="8176"/>
                      <a:pt x="4290" y="8213"/>
                      <a:pt x="4290" y="8250"/>
                    </a:cubicBezTo>
                    <a:cubicBezTo>
                      <a:pt x="4254" y="8250"/>
                      <a:pt x="4217" y="8250"/>
                      <a:pt x="4180" y="8250"/>
                    </a:cubicBezTo>
                    <a:cubicBezTo>
                      <a:pt x="4180" y="8286"/>
                      <a:pt x="4180" y="8323"/>
                      <a:pt x="4180" y="8360"/>
                    </a:cubicBezTo>
                    <a:cubicBezTo>
                      <a:pt x="4144" y="8360"/>
                      <a:pt x="4107" y="8360"/>
                      <a:pt x="4070" y="8360"/>
                    </a:cubicBezTo>
                    <a:cubicBezTo>
                      <a:pt x="4070" y="8396"/>
                      <a:pt x="4070" y="8433"/>
                      <a:pt x="4070" y="8470"/>
                    </a:cubicBezTo>
                    <a:cubicBezTo>
                      <a:pt x="4034" y="8470"/>
                      <a:pt x="3997" y="8470"/>
                      <a:pt x="3960" y="8470"/>
                    </a:cubicBezTo>
                    <a:cubicBezTo>
                      <a:pt x="3960" y="8506"/>
                      <a:pt x="3960" y="8543"/>
                      <a:pt x="3960" y="8580"/>
                    </a:cubicBezTo>
                    <a:cubicBezTo>
                      <a:pt x="3924" y="8580"/>
                      <a:pt x="3887" y="8580"/>
                      <a:pt x="3850" y="8580"/>
                    </a:cubicBezTo>
                    <a:cubicBezTo>
                      <a:pt x="3850" y="8616"/>
                      <a:pt x="3850" y="8653"/>
                      <a:pt x="3850" y="8690"/>
                    </a:cubicBezTo>
                    <a:cubicBezTo>
                      <a:pt x="3814" y="8690"/>
                      <a:pt x="3777" y="8690"/>
                      <a:pt x="3740" y="8690"/>
                    </a:cubicBezTo>
                    <a:cubicBezTo>
                      <a:pt x="3740" y="8726"/>
                      <a:pt x="3740" y="8763"/>
                      <a:pt x="3740" y="8800"/>
                    </a:cubicBezTo>
                    <a:cubicBezTo>
                      <a:pt x="3704" y="8800"/>
                      <a:pt x="3667" y="8800"/>
                      <a:pt x="3630" y="8800"/>
                    </a:cubicBezTo>
                    <a:cubicBezTo>
                      <a:pt x="3630" y="8836"/>
                      <a:pt x="3630" y="8873"/>
                      <a:pt x="3630" y="8910"/>
                    </a:cubicBezTo>
                    <a:cubicBezTo>
                      <a:pt x="3594" y="8910"/>
                      <a:pt x="3557" y="8910"/>
                      <a:pt x="3520" y="8910"/>
                    </a:cubicBezTo>
                    <a:cubicBezTo>
                      <a:pt x="3520" y="8946"/>
                      <a:pt x="3520" y="8983"/>
                      <a:pt x="3520" y="9020"/>
                    </a:cubicBezTo>
                    <a:cubicBezTo>
                      <a:pt x="3484" y="9020"/>
                      <a:pt x="3447" y="9020"/>
                      <a:pt x="3410" y="9020"/>
                    </a:cubicBezTo>
                    <a:cubicBezTo>
                      <a:pt x="3410" y="9056"/>
                      <a:pt x="3410" y="9093"/>
                      <a:pt x="3410" y="9130"/>
                    </a:cubicBezTo>
                    <a:cubicBezTo>
                      <a:pt x="3374" y="9130"/>
                      <a:pt x="3337" y="9130"/>
                      <a:pt x="3300" y="9130"/>
                    </a:cubicBezTo>
                    <a:cubicBezTo>
                      <a:pt x="3300" y="9166"/>
                      <a:pt x="3300" y="9203"/>
                      <a:pt x="3300" y="9240"/>
                    </a:cubicBezTo>
                    <a:cubicBezTo>
                      <a:pt x="3264" y="9240"/>
                      <a:pt x="3227" y="9240"/>
                      <a:pt x="3190" y="9240"/>
                    </a:cubicBezTo>
                    <a:cubicBezTo>
                      <a:pt x="3190" y="9276"/>
                      <a:pt x="3190" y="9313"/>
                      <a:pt x="3190" y="9350"/>
                    </a:cubicBezTo>
                    <a:cubicBezTo>
                      <a:pt x="3154" y="9350"/>
                      <a:pt x="3117" y="9350"/>
                      <a:pt x="3080" y="9350"/>
                    </a:cubicBezTo>
                    <a:cubicBezTo>
                      <a:pt x="3080" y="9386"/>
                      <a:pt x="3080" y="9423"/>
                      <a:pt x="3080" y="9460"/>
                    </a:cubicBezTo>
                    <a:cubicBezTo>
                      <a:pt x="3044" y="9460"/>
                      <a:pt x="3007" y="9460"/>
                      <a:pt x="2970" y="9460"/>
                    </a:cubicBezTo>
                    <a:cubicBezTo>
                      <a:pt x="2970" y="9496"/>
                      <a:pt x="2970" y="9533"/>
                      <a:pt x="2970" y="9570"/>
                    </a:cubicBezTo>
                    <a:cubicBezTo>
                      <a:pt x="2934" y="9570"/>
                      <a:pt x="2897" y="9570"/>
                      <a:pt x="2860" y="9570"/>
                    </a:cubicBezTo>
                    <a:cubicBezTo>
                      <a:pt x="2860" y="9606"/>
                      <a:pt x="2860" y="9643"/>
                      <a:pt x="2860" y="9680"/>
                    </a:cubicBezTo>
                    <a:cubicBezTo>
                      <a:pt x="2824" y="9680"/>
                      <a:pt x="2787" y="9680"/>
                      <a:pt x="2750" y="9680"/>
                    </a:cubicBezTo>
                    <a:cubicBezTo>
                      <a:pt x="2750" y="9716"/>
                      <a:pt x="2750" y="9753"/>
                      <a:pt x="2750" y="9790"/>
                    </a:cubicBezTo>
                    <a:cubicBezTo>
                      <a:pt x="2714" y="9790"/>
                      <a:pt x="2677" y="9790"/>
                      <a:pt x="2640" y="9790"/>
                    </a:cubicBezTo>
                    <a:cubicBezTo>
                      <a:pt x="2640" y="9826"/>
                      <a:pt x="2640" y="9863"/>
                      <a:pt x="2640" y="9900"/>
                    </a:cubicBezTo>
                    <a:cubicBezTo>
                      <a:pt x="2604" y="9900"/>
                      <a:pt x="2567" y="9900"/>
                      <a:pt x="2530" y="9900"/>
                    </a:cubicBezTo>
                    <a:cubicBezTo>
                      <a:pt x="2530" y="9936"/>
                      <a:pt x="2530" y="9973"/>
                      <a:pt x="2530" y="10010"/>
                    </a:cubicBezTo>
                    <a:cubicBezTo>
                      <a:pt x="2494" y="10010"/>
                      <a:pt x="2457" y="10010"/>
                      <a:pt x="2420" y="10010"/>
                    </a:cubicBezTo>
                    <a:cubicBezTo>
                      <a:pt x="2420" y="10046"/>
                      <a:pt x="2420" y="10083"/>
                      <a:pt x="2420" y="10120"/>
                    </a:cubicBezTo>
                    <a:cubicBezTo>
                      <a:pt x="2384" y="10120"/>
                      <a:pt x="2347" y="10120"/>
                      <a:pt x="2310" y="10120"/>
                    </a:cubicBezTo>
                    <a:cubicBezTo>
                      <a:pt x="2310" y="10156"/>
                      <a:pt x="2310" y="10193"/>
                      <a:pt x="2310" y="10230"/>
                    </a:cubicBezTo>
                    <a:cubicBezTo>
                      <a:pt x="2274" y="10230"/>
                      <a:pt x="2237" y="10230"/>
                      <a:pt x="2200" y="10230"/>
                    </a:cubicBezTo>
                    <a:cubicBezTo>
                      <a:pt x="2200" y="10266"/>
                      <a:pt x="2200" y="10303"/>
                      <a:pt x="2200" y="10340"/>
                    </a:cubicBezTo>
                    <a:cubicBezTo>
                      <a:pt x="2164" y="10340"/>
                      <a:pt x="2127" y="10340"/>
                      <a:pt x="2090" y="10340"/>
                    </a:cubicBezTo>
                    <a:cubicBezTo>
                      <a:pt x="2090" y="10376"/>
                      <a:pt x="2090" y="10413"/>
                      <a:pt x="2090" y="10450"/>
                    </a:cubicBezTo>
                    <a:cubicBezTo>
                      <a:pt x="2054" y="10450"/>
                      <a:pt x="2017" y="10450"/>
                      <a:pt x="1980" y="10450"/>
                    </a:cubicBezTo>
                    <a:cubicBezTo>
                      <a:pt x="1980" y="10486"/>
                      <a:pt x="1980" y="10523"/>
                      <a:pt x="1980" y="10560"/>
                    </a:cubicBezTo>
                    <a:cubicBezTo>
                      <a:pt x="1944" y="10560"/>
                      <a:pt x="1907" y="10560"/>
                      <a:pt x="1870" y="10560"/>
                    </a:cubicBezTo>
                    <a:cubicBezTo>
                      <a:pt x="1870" y="10596"/>
                      <a:pt x="1870" y="10633"/>
                      <a:pt x="1870" y="10670"/>
                    </a:cubicBezTo>
                    <a:cubicBezTo>
                      <a:pt x="1834" y="10670"/>
                      <a:pt x="1797" y="10670"/>
                      <a:pt x="1760" y="10670"/>
                    </a:cubicBezTo>
                    <a:cubicBezTo>
                      <a:pt x="1760" y="10706"/>
                      <a:pt x="1760" y="10743"/>
                      <a:pt x="1760" y="10780"/>
                    </a:cubicBezTo>
                    <a:cubicBezTo>
                      <a:pt x="1724" y="10780"/>
                      <a:pt x="1687" y="10780"/>
                      <a:pt x="1650" y="10780"/>
                    </a:cubicBezTo>
                    <a:cubicBezTo>
                      <a:pt x="1650" y="10816"/>
                      <a:pt x="1650" y="10853"/>
                      <a:pt x="1650" y="10890"/>
                    </a:cubicBezTo>
                    <a:cubicBezTo>
                      <a:pt x="1614" y="10890"/>
                      <a:pt x="1577" y="10890"/>
                      <a:pt x="1540" y="10890"/>
                    </a:cubicBezTo>
                    <a:cubicBezTo>
                      <a:pt x="1540" y="10926"/>
                      <a:pt x="1540" y="10963"/>
                      <a:pt x="1540" y="11000"/>
                    </a:cubicBezTo>
                    <a:cubicBezTo>
                      <a:pt x="1504" y="11000"/>
                      <a:pt x="1467" y="11000"/>
                      <a:pt x="1430" y="11000"/>
                    </a:cubicBezTo>
                    <a:cubicBezTo>
                      <a:pt x="1430" y="11036"/>
                      <a:pt x="1430" y="11073"/>
                      <a:pt x="1430" y="11110"/>
                    </a:cubicBezTo>
                    <a:cubicBezTo>
                      <a:pt x="1394" y="11110"/>
                      <a:pt x="1357" y="11110"/>
                      <a:pt x="1320" y="11110"/>
                    </a:cubicBezTo>
                    <a:cubicBezTo>
                      <a:pt x="1320" y="11146"/>
                      <a:pt x="1320" y="11183"/>
                      <a:pt x="1320" y="11220"/>
                    </a:cubicBezTo>
                    <a:cubicBezTo>
                      <a:pt x="1284" y="11220"/>
                      <a:pt x="1247" y="11220"/>
                      <a:pt x="1210" y="11220"/>
                    </a:cubicBezTo>
                    <a:cubicBezTo>
                      <a:pt x="1210" y="11256"/>
                      <a:pt x="1210" y="11293"/>
                      <a:pt x="1210" y="11330"/>
                    </a:cubicBezTo>
                    <a:cubicBezTo>
                      <a:pt x="1174" y="11330"/>
                      <a:pt x="1137" y="11330"/>
                      <a:pt x="1100" y="11330"/>
                    </a:cubicBezTo>
                    <a:cubicBezTo>
                      <a:pt x="1100" y="11366"/>
                      <a:pt x="1100" y="11403"/>
                      <a:pt x="1100" y="11440"/>
                    </a:cubicBezTo>
                    <a:cubicBezTo>
                      <a:pt x="1064" y="11440"/>
                      <a:pt x="1027" y="11440"/>
                      <a:pt x="990" y="11440"/>
                    </a:cubicBezTo>
                    <a:cubicBezTo>
                      <a:pt x="990" y="11476"/>
                      <a:pt x="990" y="11513"/>
                      <a:pt x="990" y="11550"/>
                    </a:cubicBezTo>
                    <a:cubicBezTo>
                      <a:pt x="954" y="11550"/>
                      <a:pt x="917" y="11550"/>
                      <a:pt x="880" y="11550"/>
                    </a:cubicBezTo>
                    <a:cubicBezTo>
                      <a:pt x="880" y="11586"/>
                      <a:pt x="880" y="11623"/>
                      <a:pt x="880" y="11660"/>
                    </a:cubicBezTo>
                    <a:cubicBezTo>
                      <a:pt x="844" y="11660"/>
                      <a:pt x="807" y="11660"/>
                      <a:pt x="770" y="11660"/>
                    </a:cubicBezTo>
                    <a:cubicBezTo>
                      <a:pt x="770" y="11696"/>
                      <a:pt x="770" y="11733"/>
                      <a:pt x="770" y="11770"/>
                    </a:cubicBezTo>
                    <a:cubicBezTo>
                      <a:pt x="734" y="11770"/>
                      <a:pt x="697" y="11770"/>
                      <a:pt x="660" y="11770"/>
                    </a:cubicBezTo>
                    <a:cubicBezTo>
                      <a:pt x="660" y="11915"/>
                      <a:pt x="660" y="12060"/>
                      <a:pt x="660" y="12210"/>
                    </a:cubicBezTo>
                    <a:cubicBezTo>
                      <a:pt x="696" y="12210"/>
                      <a:pt x="733" y="12210"/>
                      <a:pt x="770" y="12210"/>
                    </a:cubicBezTo>
                    <a:cubicBezTo>
                      <a:pt x="770" y="12246"/>
                      <a:pt x="770" y="12283"/>
                      <a:pt x="770" y="12320"/>
                    </a:cubicBezTo>
                    <a:cubicBezTo>
                      <a:pt x="806" y="12320"/>
                      <a:pt x="843" y="12320"/>
                      <a:pt x="880" y="12320"/>
                    </a:cubicBezTo>
                    <a:cubicBezTo>
                      <a:pt x="880" y="12356"/>
                      <a:pt x="880" y="12393"/>
                      <a:pt x="880" y="12430"/>
                    </a:cubicBezTo>
                    <a:cubicBezTo>
                      <a:pt x="916" y="12430"/>
                      <a:pt x="953" y="12430"/>
                      <a:pt x="990" y="12430"/>
                    </a:cubicBezTo>
                    <a:cubicBezTo>
                      <a:pt x="990" y="12466"/>
                      <a:pt x="990" y="12503"/>
                      <a:pt x="990" y="12540"/>
                    </a:cubicBezTo>
                    <a:cubicBezTo>
                      <a:pt x="1026" y="12540"/>
                      <a:pt x="1063" y="12540"/>
                      <a:pt x="1100" y="12540"/>
                    </a:cubicBezTo>
                    <a:cubicBezTo>
                      <a:pt x="1100" y="12576"/>
                      <a:pt x="1100" y="12613"/>
                      <a:pt x="1100" y="12650"/>
                    </a:cubicBezTo>
                    <a:cubicBezTo>
                      <a:pt x="1136" y="12650"/>
                      <a:pt x="1173" y="12650"/>
                      <a:pt x="1210" y="12650"/>
                    </a:cubicBezTo>
                    <a:cubicBezTo>
                      <a:pt x="1210" y="12686"/>
                      <a:pt x="1210" y="12723"/>
                      <a:pt x="1210" y="12760"/>
                    </a:cubicBezTo>
                    <a:cubicBezTo>
                      <a:pt x="1246" y="12760"/>
                      <a:pt x="1283" y="12760"/>
                      <a:pt x="1320" y="12760"/>
                    </a:cubicBezTo>
                    <a:cubicBezTo>
                      <a:pt x="1320" y="12796"/>
                      <a:pt x="1320" y="12833"/>
                      <a:pt x="1320" y="12870"/>
                    </a:cubicBezTo>
                    <a:cubicBezTo>
                      <a:pt x="1429" y="12870"/>
                      <a:pt x="1538" y="12870"/>
                      <a:pt x="1650" y="12870"/>
                    </a:cubicBezTo>
                    <a:cubicBezTo>
                      <a:pt x="1650" y="12834"/>
                      <a:pt x="1650" y="12797"/>
                      <a:pt x="1650" y="12760"/>
                    </a:cubicBezTo>
                    <a:cubicBezTo>
                      <a:pt x="1723" y="12760"/>
                      <a:pt x="1795" y="12760"/>
                      <a:pt x="1870" y="12760"/>
                    </a:cubicBezTo>
                    <a:cubicBezTo>
                      <a:pt x="1870" y="12724"/>
                      <a:pt x="1870" y="12687"/>
                      <a:pt x="1870" y="12650"/>
                    </a:cubicBezTo>
                    <a:cubicBezTo>
                      <a:pt x="1906" y="12650"/>
                      <a:pt x="1943" y="12650"/>
                      <a:pt x="1980" y="12650"/>
                    </a:cubicBezTo>
                    <a:cubicBezTo>
                      <a:pt x="1980" y="12614"/>
                      <a:pt x="1980" y="12577"/>
                      <a:pt x="1980" y="12540"/>
                    </a:cubicBezTo>
                    <a:cubicBezTo>
                      <a:pt x="2016" y="12540"/>
                      <a:pt x="2053" y="12540"/>
                      <a:pt x="2090" y="12540"/>
                    </a:cubicBezTo>
                    <a:cubicBezTo>
                      <a:pt x="2090" y="12504"/>
                      <a:pt x="2090" y="12467"/>
                      <a:pt x="2090" y="12430"/>
                    </a:cubicBezTo>
                    <a:cubicBezTo>
                      <a:pt x="2126" y="12430"/>
                      <a:pt x="2163" y="12430"/>
                      <a:pt x="2200" y="12430"/>
                    </a:cubicBezTo>
                    <a:cubicBezTo>
                      <a:pt x="2200" y="12394"/>
                      <a:pt x="2200" y="12357"/>
                      <a:pt x="2200" y="12320"/>
                    </a:cubicBezTo>
                    <a:cubicBezTo>
                      <a:pt x="2236" y="12320"/>
                      <a:pt x="2273" y="12320"/>
                      <a:pt x="2310" y="12320"/>
                    </a:cubicBezTo>
                    <a:cubicBezTo>
                      <a:pt x="2310" y="12284"/>
                      <a:pt x="2310" y="12247"/>
                      <a:pt x="2310" y="12210"/>
                    </a:cubicBezTo>
                    <a:cubicBezTo>
                      <a:pt x="2346" y="12210"/>
                      <a:pt x="2383" y="12210"/>
                      <a:pt x="2420" y="12210"/>
                    </a:cubicBezTo>
                    <a:cubicBezTo>
                      <a:pt x="2420" y="12174"/>
                      <a:pt x="2420" y="12137"/>
                      <a:pt x="2420" y="12100"/>
                    </a:cubicBezTo>
                    <a:cubicBezTo>
                      <a:pt x="2456" y="12100"/>
                      <a:pt x="2493" y="12100"/>
                      <a:pt x="2530" y="12100"/>
                    </a:cubicBezTo>
                    <a:cubicBezTo>
                      <a:pt x="2530" y="12064"/>
                      <a:pt x="2530" y="12027"/>
                      <a:pt x="2530" y="11990"/>
                    </a:cubicBezTo>
                    <a:cubicBezTo>
                      <a:pt x="2566" y="11990"/>
                      <a:pt x="2603" y="11990"/>
                      <a:pt x="2640" y="11990"/>
                    </a:cubicBezTo>
                    <a:cubicBezTo>
                      <a:pt x="2640" y="11954"/>
                      <a:pt x="2640" y="11917"/>
                      <a:pt x="2640" y="11880"/>
                    </a:cubicBezTo>
                    <a:cubicBezTo>
                      <a:pt x="2676" y="11880"/>
                      <a:pt x="2713" y="11880"/>
                      <a:pt x="2750" y="11880"/>
                    </a:cubicBezTo>
                    <a:cubicBezTo>
                      <a:pt x="2750" y="11844"/>
                      <a:pt x="2750" y="11807"/>
                      <a:pt x="2750" y="11770"/>
                    </a:cubicBezTo>
                    <a:cubicBezTo>
                      <a:pt x="2786" y="11770"/>
                      <a:pt x="2823" y="11770"/>
                      <a:pt x="2860" y="11770"/>
                    </a:cubicBezTo>
                    <a:cubicBezTo>
                      <a:pt x="2860" y="11734"/>
                      <a:pt x="2860" y="11697"/>
                      <a:pt x="2860" y="11660"/>
                    </a:cubicBezTo>
                    <a:cubicBezTo>
                      <a:pt x="2896" y="11660"/>
                      <a:pt x="2933" y="11660"/>
                      <a:pt x="2970" y="11660"/>
                    </a:cubicBezTo>
                    <a:cubicBezTo>
                      <a:pt x="2970" y="11624"/>
                      <a:pt x="2970" y="11587"/>
                      <a:pt x="2970" y="11550"/>
                    </a:cubicBezTo>
                    <a:cubicBezTo>
                      <a:pt x="3006" y="11550"/>
                      <a:pt x="3043" y="11550"/>
                      <a:pt x="3080" y="11550"/>
                    </a:cubicBezTo>
                    <a:cubicBezTo>
                      <a:pt x="3080" y="11514"/>
                      <a:pt x="3080" y="11477"/>
                      <a:pt x="3080" y="11440"/>
                    </a:cubicBezTo>
                    <a:cubicBezTo>
                      <a:pt x="3116" y="11440"/>
                      <a:pt x="3153" y="11440"/>
                      <a:pt x="3190" y="11440"/>
                    </a:cubicBezTo>
                    <a:cubicBezTo>
                      <a:pt x="3190" y="11404"/>
                      <a:pt x="3190" y="11367"/>
                      <a:pt x="3190" y="11330"/>
                    </a:cubicBezTo>
                    <a:cubicBezTo>
                      <a:pt x="3226" y="11330"/>
                      <a:pt x="3263" y="11330"/>
                      <a:pt x="3300" y="11330"/>
                    </a:cubicBezTo>
                    <a:cubicBezTo>
                      <a:pt x="3300" y="11294"/>
                      <a:pt x="3300" y="11257"/>
                      <a:pt x="3300" y="11220"/>
                    </a:cubicBezTo>
                    <a:cubicBezTo>
                      <a:pt x="3336" y="11220"/>
                      <a:pt x="3373" y="11220"/>
                      <a:pt x="3410" y="11220"/>
                    </a:cubicBezTo>
                    <a:cubicBezTo>
                      <a:pt x="3410" y="11184"/>
                      <a:pt x="3410" y="11147"/>
                      <a:pt x="3410" y="11110"/>
                    </a:cubicBezTo>
                    <a:cubicBezTo>
                      <a:pt x="3446" y="11110"/>
                      <a:pt x="3483" y="11110"/>
                      <a:pt x="3520" y="11110"/>
                    </a:cubicBezTo>
                    <a:cubicBezTo>
                      <a:pt x="3520" y="11074"/>
                      <a:pt x="3520" y="11037"/>
                      <a:pt x="3520" y="11000"/>
                    </a:cubicBezTo>
                    <a:cubicBezTo>
                      <a:pt x="3556" y="11000"/>
                      <a:pt x="3593" y="11000"/>
                      <a:pt x="3630" y="11000"/>
                    </a:cubicBezTo>
                    <a:cubicBezTo>
                      <a:pt x="3630" y="10964"/>
                      <a:pt x="3630" y="10927"/>
                      <a:pt x="3630" y="10890"/>
                    </a:cubicBezTo>
                    <a:cubicBezTo>
                      <a:pt x="3666" y="10890"/>
                      <a:pt x="3703" y="10890"/>
                      <a:pt x="3740" y="10890"/>
                    </a:cubicBezTo>
                    <a:cubicBezTo>
                      <a:pt x="3740" y="10854"/>
                      <a:pt x="3740" y="10817"/>
                      <a:pt x="3740" y="10780"/>
                    </a:cubicBezTo>
                    <a:cubicBezTo>
                      <a:pt x="3776" y="10780"/>
                      <a:pt x="3813" y="10780"/>
                      <a:pt x="3850" y="10780"/>
                    </a:cubicBezTo>
                    <a:cubicBezTo>
                      <a:pt x="3850" y="10744"/>
                      <a:pt x="3850" y="10707"/>
                      <a:pt x="3850" y="10670"/>
                    </a:cubicBezTo>
                    <a:cubicBezTo>
                      <a:pt x="3886" y="10670"/>
                      <a:pt x="3923" y="10670"/>
                      <a:pt x="3960" y="10670"/>
                    </a:cubicBezTo>
                    <a:cubicBezTo>
                      <a:pt x="3960" y="10634"/>
                      <a:pt x="3960" y="10597"/>
                      <a:pt x="3960" y="10560"/>
                    </a:cubicBezTo>
                    <a:cubicBezTo>
                      <a:pt x="3996" y="10560"/>
                      <a:pt x="4033" y="10560"/>
                      <a:pt x="4070" y="10560"/>
                    </a:cubicBezTo>
                    <a:cubicBezTo>
                      <a:pt x="4070" y="10524"/>
                      <a:pt x="4070" y="10487"/>
                      <a:pt x="4070" y="10450"/>
                    </a:cubicBezTo>
                    <a:cubicBezTo>
                      <a:pt x="4106" y="10450"/>
                      <a:pt x="4143" y="10450"/>
                      <a:pt x="4180" y="10450"/>
                    </a:cubicBezTo>
                    <a:cubicBezTo>
                      <a:pt x="4180" y="10414"/>
                      <a:pt x="4180" y="10377"/>
                      <a:pt x="4180" y="10340"/>
                    </a:cubicBezTo>
                    <a:cubicBezTo>
                      <a:pt x="4216" y="10340"/>
                      <a:pt x="4253" y="10340"/>
                      <a:pt x="4290" y="10340"/>
                    </a:cubicBezTo>
                    <a:cubicBezTo>
                      <a:pt x="4290" y="10304"/>
                      <a:pt x="4290" y="10267"/>
                      <a:pt x="4290" y="10230"/>
                    </a:cubicBezTo>
                    <a:cubicBezTo>
                      <a:pt x="4326" y="10230"/>
                      <a:pt x="4363" y="10230"/>
                      <a:pt x="4400" y="10230"/>
                    </a:cubicBezTo>
                    <a:cubicBezTo>
                      <a:pt x="4400" y="10194"/>
                      <a:pt x="4400" y="10157"/>
                      <a:pt x="4400" y="10120"/>
                    </a:cubicBezTo>
                    <a:cubicBezTo>
                      <a:pt x="4436" y="10120"/>
                      <a:pt x="4473" y="10120"/>
                      <a:pt x="4510" y="10120"/>
                    </a:cubicBezTo>
                    <a:cubicBezTo>
                      <a:pt x="4510" y="10084"/>
                      <a:pt x="4510" y="10047"/>
                      <a:pt x="4510" y="10010"/>
                    </a:cubicBezTo>
                    <a:cubicBezTo>
                      <a:pt x="4546" y="10010"/>
                      <a:pt x="4583" y="10010"/>
                      <a:pt x="4620" y="10010"/>
                    </a:cubicBezTo>
                    <a:cubicBezTo>
                      <a:pt x="4620" y="9974"/>
                      <a:pt x="4620" y="9937"/>
                      <a:pt x="4620" y="9900"/>
                    </a:cubicBezTo>
                    <a:cubicBezTo>
                      <a:pt x="4656" y="9900"/>
                      <a:pt x="4693" y="9900"/>
                      <a:pt x="4730" y="9900"/>
                    </a:cubicBezTo>
                    <a:cubicBezTo>
                      <a:pt x="4730" y="9864"/>
                      <a:pt x="4730" y="9827"/>
                      <a:pt x="4730" y="9790"/>
                    </a:cubicBezTo>
                    <a:cubicBezTo>
                      <a:pt x="4766" y="9790"/>
                      <a:pt x="4803" y="9790"/>
                      <a:pt x="4840" y="9790"/>
                    </a:cubicBezTo>
                    <a:cubicBezTo>
                      <a:pt x="4840" y="9754"/>
                      <a:pt x="4840" y="9717"/>
                      <a:pt x="4840" y="9680"/>
                    </a:cubicBezTo>
                    <a:cubicBezTo>
                      <a:pt x="4876" y="9680"/>
                      <a:pt x="4913" y="9680"/>
                      <a:pt x="4950" y="9680"/>
                    </a:cubicBezTo>
                    <a:cubicBezTo>
                      <a:pt x="4950" y="9644"/>
                      <a:pt x="4950" y="9607"/>
                      <a:pt x="4950" y="9570"/>
                    </a:cubicBezTo>
                    <a:cubicBezTo>
                      <a:pt x="4986" y="9570"/>
                      <a:pt x="5023" y="9570"/>
                      <a:pt x="5060" y="9570"/>
                    </a:cubicBezTo>
                    <a:cubicBezTo>
                      <a:pt x="5060" y="9534"/>
                      <a:pt x="5060" y="9497"/>
                      <a:pt x="5060" y="9460"/>
                    </a:cubicBezTo>
                    <a:cubicBezTo>
                      <a:pt x="5096" y="9460"/>
                      <a:pt x="5133" y="9460"/>
                      <a:pt x="5170" y="9460"/>
                    </a:cubicBezTo>
                    <a:cubicBezTo>
                      <a:pt x="5170" y="9424"/>
                      <a:pt x="5170" y="9387"/>
                      <a:pt x="5170" y="9350"/>
                    </a:cubicBezTo>
                    <a:cubicBezTo>
                      <a:pt x="5206" y="9350"/>
                      <a:pt x="5243" y="9350"/>
                      <a:pt x="5280" y="9350"/>
                    </a:cubicBezTo>
                    <a:cubicBezTo>
                      <a:pt x="5280" y="9314"/>
                      <a:pt x="5280" y="9277"/>
                      <a:pt x="5280" y="9240"/>
                    </a:cubicBezTo>
                    <a:cubicBezTo>
                      <a:pt x="5316" y="9240"/>
                      <a:pt x="5353" y="9240"/>
                      <a:pt x="5390" y="9240"/>
                    </a:cubicBezTo>
                    <a:cubicBezTo>
                      <a:pt x="5390" y="9204"/>
                      <a:pt x="5390" y="9167"/>
                      <a:pt x="5390" y="9130"/>
                    </a:cubicBezTo>
                    <a:cubicBezTo>
                      <a:pt x="5426" y="9130"/>
                      <a:pt x="5463" y="9130"/>
                      <a:pt x="5500" y="9130"/>
                    </a:cubicBezTo>
                    <a:cubicBezTo>
                      <a:pt x="5500" y="9094"/>
                      <a:pt x="5500" y="9057"/>
                      <a:pt x="5500" y="9020"/>
                    </a:cubicBezTo>
                    <a:cubicBezTo>
                      <a:pt x="5536" y="9020"/>
                      <a:pt x="5573" y="9020"/>
                      <a:pt x="5610" y="9020"/>
                    </a:cubicBezTo>
                    <a:cubicBezTo>
                      <a:pt x="5610" y="8984"/>
                      <a:pt x="5610" y="8947"/>
                      <a:pt x="5610" y="8910"/>
                    </a:cubicBezTo>
                    <a:cubicBezTo>
                      <a:pt x="5646" y="8910"/>
                      <a:pt x="5683" y="8910"/>
                      <a:pt x="5720" y="8910"/>
                    </a:cubicBezTo>
                    <a:cubicBezTo>
                      <a:pt x="5720" y="8874"/>
                      <a:pt x="5720" y="8837"/>
                      <a:pt x="5720" y="8800"/>
                    </a:cubicBezTo>
                    <a:cubicBezTo>
                      <a:pt x="5756" y="8800"/>
                      <a:pt x="5793" y="8800"/>
                      <a:pt x="5830" y="8800"/>
                    </a:cubicBezTo>
                    <a:cubicBezTo>
                      <a:pt x="5830" y="8764"/>
                      <a:pt x="5830" y="8727"/>
                      <a:pt x="5830" y="8690"/>
                    </a:cubicBezTo>
                    <a:cubicBezTo>
                      <a:pt x="5866" y="8690"/>
                      <a:pt x="5903" y="8690"/>
                      <a:pt x="5940" y="8690"/>
                    </a:cubicBezTo>
                    <a:cubicBezTo>
                      <a:pt x="5940" y="8654"/>
                      <a:pt x="5940" y="8617"/>
                      <a:pt x="5940" y="8580"/>
                    </a:cubicBezTo>
                    <a:cubicBezTo>
                      <a:pt x="5976" y="8580"/>
                      <a:pt x="6013" y="8580"/>
                      <a:pt x="6050" y="8580"/>
                    </a:cubicBezTo>
                    <a:cubicBezTo>
                      <a:pt x="6050" y="8544"/>
                      <a:pt x="6050" y="8507"/>
                      <a:pt x="6050" y="8470"/>
                    </a:cubicBezTo>
                    <a:cubicBezTo>
                      <a:pt x="6086" y="8470"/>
                      <a:pt x="6123" y="8470"/>
                      <a:pt x="6160" y="8470"/>
                    </a:cubicBezTo>
                    <a:cubicBezTo>
                      <a:pt x="6160" y="8434"/>
                      <a:pt x="6160" y="8397"/>
                      <a:pt x="6160" y="8360"/>
                    </a:cubicBezTo>
                    <a:cubicBezTo>
                      <a:pt x="6196" y="8360"/>
                      <a:pt x="6233" y="8360"/>
                      <a:pt x="6270" y="8360"/>
                    </a:cubicBezTo>
                    <a:cubicBezTo>
                      <a:pt x="6270" y="8324"/>
                      <a:pt x="6270" y="8287"/>
                      <a:pt x="6270" y="8250"/>
                    </a:cubicBezTo>
                    <a:cubicBezTo>
                      <a:pt x="6306" y="8250"/>
                      <a:pt x="6343" y="8250"/>
                      <a:pt x="6380" y="8250"/>
                    </a:cubicBezTo>
                    <a:cubicBezTo>
                      <a:pt x="6380" y="8214"/>
                      <a:pt x="6380" y="8177"/>
                      <a:pt x="6380" y="8140"/>
                    </a:cubicBezTo>
                    <a:cubicBezTo>
                      <a:pt x="6416" y="8140"/>
                      <a:pt x="6453" y="8140"/>
                      <a:pt x="6490" y="8140"/>
                    </a:cubicBezTo>
                    <a:cubicBezTo>
                      <a:pt x="6490" y="8104"/>
                      <a:pt x="6490" y="8067"/>
                      <a:pt x="6490" y="8030"/>
                    </a:cubicBezTo>
                    <a:cubicBezTo>
                      <a:pt x="6526" y="8030"/>
                      <a:pt x="6563" y="8030"/>
                      <a:pt x="6600" y="8030"/>
                    </a:cubicBezTo>
                    <a:cubicBezTo>
                      <a:pt x="6600" y="7994"/>
                      <a:pt x="6600" y="7957"/>
                      <a:pt x="6600" y="7920"/>
                    </a:cubicBezTo>
                    <a:cubicBezTo>
                      <a:pt x="6636" y="7920"/>
                      <a:pt x="6673" y="7920"/>
                      <a:pt x="6710" y="7920"/>
                    </a:cubicBezTo>
                    <a:cubicBezTo>
                      <a:pt x="6710" y="7884"/>
                      <a:pt x="6710" y="7847"/>
                      <a:pt x="6710" y="7810"/>
                    </a:cubicBezTo>
                    <a:cubicBezTo>
                      <a:pt x="6746" y="7810"/>
                      <a:pt x="6783" y="7810"/>
                      <a:pt x="6820" y="7810"/>
                    </a:cubicBezTo>
                    <a:cubicBezTo>
                      <a:pt x="6820" y="7774"/>
                      <a:pt x="6820" y="7737"/>
                      <a:pt x="6820" y="7700"/>
                    </a:cubicBezTo>
                    <a:cubicBezTo>
                      <a:pt x="6856" y="7700"/>
                      <a:pt x="6893" y="7700"/>
                      <a:pt x="6930" y="7700"/>
                    </a:cubicBezTo>
                    <a:cubicBezTo>
                      <a:pt x="6930" y="7664"/>
                      <a:pt x="6930" y="7627"/>
                      <a:pt x="6930" y="7590"/>
                    </a:cubicBezTo>
                    <a:cubicBezTo>
                      <a:pt x="6966" y="7590"/>
                      <a:pt x="7003" y="7590"/>
                      <a:pt x="7040" y="7590"/>
                    </a:cubicBezTo>
                    <a:cubicBezTo>
                      <a:pt x="7040" y="7554"/>
                      <a:pt x="7040" y="7517"/>
                      <a:pt x="7040" y="7480"/>
                    </a:cubicBezTo>
                    <a:cubicBezTo>
                      <a:pt x="7076" y="7480"/>
                      <a:pt x="7113" y="7480"/>
                      <a:pt x="7150" y="7480"/>
                    </a:cubicBezTo>
                    <a:cubicBezTo>
                      <a:pt x="7150" y="7444"/>
                      <a:pt x="7150" y="7407"/>
                      <a:pt x="7150" y="7370"/>
                    </a:cubicBezTo>
                    <a:cubicBezTo>
                      <a:pt x="7186" y="7370"/>
                      <a:pt x="7223" y="7370"/>
                      <a:pt x="7260" y="7370"/>
                    </a:cubicBezTo>
                    <a:cubicBezTo>
                      <a:pt x="7260" y="7334"/>
                      <a:pt x="7260" y="7297"/>
                      <a:pt x="7260" y="7260"/>
                    </a:cubicBezTo>
                    <a:cubicBezTo>
                      <a:pt x="7296" y="7260"/>
                      <a:pt x="7333" y="7260"/>
                      <a:pt x="7370" y="7260"/>
                    </a:cubicBezTo>
                    <a:cubicBezTo>
                      <a:pt x="7370" y="7224"/>
                      <a:pt x="7370" y="7187"/>
                      <a:pt x="7370" y="7150"/>
                    </a:cubicBezTo>
                    <a:cubicBezTo>
                      <a:pt x="7406" y="7150"/>
                      <a:pt x="7443" y="7150"/>
                      <a:pt x="7480" y="7150"/>
                    </a:cubicBezTo>
                    <a:cubicBezTo>
                      <a:pt x="7480" y="7114"/>
                      <a:pt x="7480" y="7077"/>
                      <a:pt x="7480" y="7040"/>
                    </a:cubicBezTo>
                    <a:cubicBezTo>
                      <a:pt x="7516" y="7040"/>
                      <a:pt x="7553" y="7040"/>
                      <a:pt x="7590" y="7040"/>
                    </a:cubicBezTo>
                    <a:cubicBezTo>
                      <a:pt x="7590" y="7004"/>
                      <a:pt x="7590" y="6967"/>
                      <a:pt x="7590" y="6930"/>
                    </a:cubicBezTo>
                    <a:cubicBezTo>
                      <a:pt x="7626" y="6930"/>
                      <a:pt x="7663" y="6930"/>
                      <a:pt x="7700" y="6930"/>
                    </a:cubicBezTo>
                    <a:cubicBezTo>
                      <a:pt x="7700" y="6821"/>
                      <a:pt x="7700" y="6712"/>
                      <a:pt x="7700" y="6600"/>
                    </a:cubicBezTo>
                    <a:cubicBezTo>
                      <a:pt x="7664" y="6600"/>
                      <a:pt x="7627" y="6600"/>
                      <a:pt x="7590" y="6600"/>
                    </a:cubicBezTo>
                    <a:cubicBezTo>
                      <a:pt x="7590" y="6564"/>
                      <a:pt x="7590" y="6527"/>
                      <a:pt x="7590" y="6490"/>
                    </a:cubicBezTo>
                    <a:cubicBezTo>
                      <a:pt x="7554" y="6490"/>
                      <a:pt x="7517" y="6490"/>
                      <a:pt x="7480" y="6490"/>
                    </a:cubicBezTo>
                    <a:cubicBezTo>
                      <a:pt x="7480" y="6454"/>
                      <a:pt x="7480" y="6417"/>
                      <a:pt x="7480" y="6380"/>
                    </a:cubicBezTo>
                    <a:cubicBezTo>
                      <a:pt x="7444" y="6380"/>
                      <a:pt x="7407" y="6380"/>
                      <a:pt x="7370" y="6380"/>
                    </a:cubicBezTo>
                    <a:cubicBezTo>
                      <a:pt x="7370" y="6344"/>
                      <a:pt x="7370" y="6307"/>
                      <a:pt x="7370" y="6270"/>
                    </a:cubicBezTo>
                    <a:cubicBezTo>
                      <a:pt x="7334" y="6270"/>
                      <a:pt x="7297" y="6270"/>
                      <a:pt x="7260" y="6270"/>
                    </a:cubicBezTo>
                    <a:cubicBezTo>
                      <a:pt x="7260" y="6234"/>
                      <a:pt x="7260" y="6197"/>
                      <a:pt x="7260" y="6160"/>
                    </a:cubicBezTo>
                    <a:cubicBezTo>
                      <a:pt x="7224" y="6160"/>
                      <a:pt x="7187" y="6160"/>
                      <a:pt x="7150" y="6160"/>
                    </a:cubicBezTo>
                    <a:cubicBezTo>
                      <a:pt x="7150" y="6124"/>
                      <a:pt x="7150" y="6087"/>
                      <a:pt x="7150" y="6050"/>
                    </a:cubicBezTo>
                    <a:cubicBezTo>
                      <a:pt x="7114" y="6050"/>
                      <a:pt x="7077" y="6050"/>
                      <a:pt x="7040" y="6050"/>
                    </a:cubicBezTo>
                    <a:cubicBezTo>
                      <a:pt x="7040" y="6014"/>
                      <a:pt x="7040" y="5977"/>
                      <a:pt x="7040" y="5940"/>
                    </a:cubicBezTo>
                    <a:cubicBezTo>
                      <a:pt x="7004" y="5940"/>
                      <a:pt x="6967" y="5940"/>
                      <a:pt x="6930" y="5940"/>
                    </a:cubicBezTo>
                    <a:cubicBezTo>
                      <a:pt x="6930" y="5904"/>
                      <a:pt x="6930" y="5867"/>
                      <a:pt x="6930" y="5830"/>
                    </a:cubicBezTo>
                    <a:cubicBezTo>
                      <a:pt x="6894" y="5830"/>
                      <a:pt x="6857" y="5830"/>
                      <a:pt x="6820" y="5830"/>
                    </a:cubicBezTo>
                    <a:cubicBezTo>
                      <a:pt x="6820" y="5794"/>
                      <a:pt x="6820" y="5757"/>
                      <a:pt x="6820" y="5720"/>
                    </a:cubicBezTo>
                    <a:cubicBezTo>
                      <a:pt x="6784" y="5720"/>
                      <a:pt x="6747" y="5720"/>
                      <a:pt x="6710" y="5720"/>
                    </a:cubicBezTo>
                    <a:cubicBezTo>
                      <a:pt x="6710" y="5684"/>
                      <a:pt x="6710" y="5647"/>
                      <a:pt x="6710" y="5610"/>
                    </a:cubicBezTo>
                    <a:cubicBezTo>
                      <a:pt x="6674" y="5610"/>
                      <a:pt x="6637" y="5610"/>
                      <a:pt x="6600" y="5610"/>
                    </a:cubicBezTo>
                    <a:cubicBezTo>
                      <a:pt x="6600" y="5574"/>
                      <a:pt x="6600" y="5537"/>
                      <a:pt x="6600" y="5500"/>
                    </a:cubicBezTo>
                    <a:cubicBezTo>
                      <a:pt x="6564" y="5500"/>
                      <a:pt x="6527" y="5500"/>
                      <a:pt x="6490" y="5500"/>
                    </a:cubicBezTo>
                    <a:cubicBezTo>
                      <a:pt x="6490" y="5464"/>
                      <a:pt x="6490" y="5427"/>
                      <a:pt x="6490" y="5390"/>
                    </a:cubicBezTo>
                    <a:cubicBezTo>
                      <a:pt x="6454" y="5390"/>
                      <a:pt x="6417" y="5390"/>
                      <a:pt x="6380" y="5390"/>
                    </a:cubicBezTo>
                    <a:cubicBezTo>
                      <a:pt x="6380" y="5354"/>
                      <a:pt x="6380" y="5317"/>
                      <a:pt x="6380" y="5280"/>
                    </a:cubicBezTo>
                    <a:cubicBezTo>
                      <a:pt x="6344" y="5280"/>
                      <a:pt x="6307" y="5280"/>
                      <a:pt x="6270" y="5280"/>
                    </a:cubicBezTo>
                    <a:cubicBezTo>
                      <a:pt x="6270" y="5244"/>
                      <a:pt x="6270" y="5207"/>
                      <a:pt x="6270" y="5170"/>
                    </a:cubicBezTo>
                    <a:cubicBezTo>
                      <a:pt x="6234" y="5170"/>
                      <a:pt x="6197" y="5170"/>
                      <a:pt x="6160" y="5170"/>
                    </a:cubicBezTo>
                    <a:cubicBezTo>
                      <a:pt x="6160" y="5134"/>
                      <a:pt x="6160" y="5097"/>
                      <a:pt x="6160" y="5060"/>
                    </a:cubicBezTo>
                    <a:cubicBezTo>
                      <a:pt x="6124" y="5060"/>
                      <a:pt x="6087" y="5060"/>
                      <a:pt x="6050" y="5060"/>
                    </a:cubicBezTo>
                    <a:cubicBezTo>
                      <a:pt x="6050" y="5024"/>
                      <a:pt x="6050" y="4987"/>
                      <a:pt x="6050" y="4950"/>
                    </a:cubicBezTo>
                    <a:cubicBezTo>
                      <a:pt x="6014" y="4950"/>
                      <a:pt x="5977" y="4950"/>
                      <a:pt x="5940" y="4950"/>
                    </a:cubicBezTo>
                    <a:cubicBezTo>
                      <a:pt x="5940" y="4914"/>
                      <a:pt x="5940" y="4877"/>
                      <a:pt x="5940" y="4840"/>
                    </a:cubicBezTo>
                    <a:cubicBezTo>
                      <a:pt x="5904" y="4840"/>
                      <a:pt x="5867" y="4840"/>
                      <a:pt x="5830" y="4840"/>
                    </a:cubicBezTo>
                    <a:cubicBezTo>
                      <a:pt x="5830" y="4804"/>
                      <a:pt x="5830" y="4767"/>
                      <a:pt x="5830" y="4730"/>
                    </a:cubicBezTo>
                    <a:cubicBezTo>
                      <a:pt x="5794" y="4730"/>
                      <a:pt x="5757" y="4730"/>
                      <a:pt x="5720" y="4730"/>
                    </a:cubicBezTo>
                    <a:cubicBezTo>
                      <a:pt x="5720" y="4694"/>
                      <a:pt x="5720" y="4657"/>
                      <a:pt x="5720" y="4620"/>
                    </a:cubicBezTo>
                    <a:cubicBezTo>
                      <a:pt x="5684" y="4620"/>
                      <a:pt x="5647" y="4620"/>
                      <a:pt x="5610" y="4620"/>
                    </a:cubicBezTo>
                    <a:cubicBezTo>
                      <a:pt x="5610" y="4584"/>
                      <a:pt x="5610" y="4547"/>
                      <a:pt x="5610" y="4510"/>
                    </a:cubicBezTo>
                    <a:cubicBezTo>
                      <a:pt x="5574" y="4510"/>
                      <a:pt x="5537" y="4510"/>
                      <a:pt x="5500" y="4510"/>
                    </a:cubicBezTo>
                    <a:cubicBezTo>
                      <a:pt x="5500" y="4474"/>
                      <a:pt x="5500" y="4437"/>
                      <a:pt x="5500" y="4400"/>
                    </a:cubicBezTo>
                    <a:cubicBezTo>
                      <a:pt x="5464" y="4400"/>
                      <a:pt x="5427" y="4400"/>
                      <a:pt x="5390" y="4400"/>
                    </a:cubicBezTo>
                    <a:cubicBezTo>
                      <a:pt x="5390" y="4364"/>
                      <a:pt x="5390" y="4327"/>
                      <a:pt x="5390" y="4290"/>
                    </a:cubicBezTo>
                    <a:cubicBezTo>
                      <a:pt x="5354" y="4290"/>
                      <a:pt x="5317" y="4290"/>
                      <a:pt x="5280" y="4290"/>
                    </a:cubicBezTo>
                    <a:cubicBezTo>
                      <a:pt x="5280" y="4254"/>
                      <a:pt x="5280" y="4217"/>
                      <a:pt x="5280" y="4180"/>
                    </a:cubicBezTo>
                    <a:cubicBezTo>
                      <a:pt x="5244" y="4180"/>
                      <a:pt x="5207" y="4180"/>
                      <a:pt x="5170" y="4180"/>
                    </a:cubicBezTo>
                    <a:cubicBezTo>
                      <a:pt x="5170" y="4144"/>
                      <a:pt x="5170" y="4107"/>
                      <a:pt x="5170" y="4070"/>
                    </a:cubicBezTo>
                    <a:cubicBezTo>
                      <a:pt x="5134" y="4070"/>
                      <a:pt x="5097" y="4070"/>
                      <a:pt x="5060" y="4070"/>
                    </a:cubicBezTo>
                    <a:cubicBezTo>
                      <a:pt x="5060" y="4034"/>
                      <a:pt x="5060" y="3997"/>
                      <a:pt x="5060" y="3960"/>
                    </a:cubicBezTo>
                    <a:cubicBezTo>
                      <a:pt x="5024" y="3960"/>
                      <a:pt x="4987" y="3960"/>
                      <a:pt x="4950" y="3960"/>
                    </a:cubicBezTo>
                    <a:cubicBezTo>
                      <a:pt x="4950" y="3924"/>
                      <a:pt x="4950" y="3887"/>
                      <a:pt x="4950" y="3850"/>
                    </a:cubicBezTo>
                    <a:cubicBezTo>
                      <a:pt x="4914" y="3850"/>
                      <a:pt x="4877" y="3850"/>
                      <a:pt x="4840" y="3850"/>
                    </a:cubicBezTo>
                    <a:cubicBezTo>
                      <a:pt x="4840" y="3814"/>
                      <a:pt x="4840" y="3777"/>
                      <a:pt x="4840" y="3740"/>
                    </a:cubicBezTo>
                    <a:cubicBezTo>
                      <a:pt x="4804" y="3740"/>
                      <a:pt x="4767" y="3740"/>
                      <a:pt x="4730" y="3740"/>
                    </a:cubicBezTo>
                    <a:cubicBezTo>
                      <a:pt x="4730" y="3704"/>
                      <a:pt x="4730" y="3667"/>
                      <a:pt x="4730" y="3630"/>
                    </a:cubicBezTo>
                    <a:cubicBezTo>
                      <a:pt x="4694" y="3630"/>
                      <a:pt x="4657" y="3630"/>
                      <a:pt x="4620" y="3630"/>
                    </a:cubicBezTo>
                    <a:cubicBezTo>
                      <a:pt x="4620" y="3594"/>
                      <a:pt x="4620" y="3557"/>
                      <a:pt x="4620" y="3520"/>
                    </a:cubicBezTo>
                    <a:cubicBezTo>
                      <a:pt x="4584" y="3520"/>
                      <a:pt x="4547" y="3520"/>
                      <a:pt x="4510" y="3520"/>
                    </a:cubicBezTo>
                    <a:cubicBezTo>
                      <a:pt x="4510" y="3484"/>
                      <a:pt x="4510" y="3447"/>
                      <a:pt x="4510" y="3410"/>
                    </a:cubicBezTo>
                    <a:cubicBezTo>
                      <a:pt x="4474" y="3410"/>
                      <a:pt x="4437" y="3410"/>
                      <a:pt x="4400" y="3410"/>
                    </a:cubicBezTo>
                    <a:cubicBezTo>
                      <a:pt x="4400" y="3374"/>
                      <a:pt x="4400" y="3337"/>
                      <a:pt x="4400" y="3300"/>
                    </a:cubicBezTo>
                    <a:cubicBezTo>
                      <a:pt x="4364" y="3300"/>
                      <a:pt x="4327" y="3300"/>
                      <a:pt x="4290" y="3300"/>
                    </a:cubicBezTo>
                    <a:cubicBezTo>
                      <a:pt x="4290" y="3264"/>
                      <a:pt x="4290" y="3227"/>
                      <a:pt x="4290" y="3190"/>
                    </a:cubicBezTo>
                    <a:cubicBezTo>
                      <a:pt x="4254" y="3190"/>
                      <a:pt x="4217" y="3190"/>
                      <a:pt x="4180" y="3190"/>
                    </a:cubicBezTo>
                    <a:cubicBezTo>
                      <a:pt x="4180" y="3154"/>
                      <a:pt x="4180" y="3117"/>
                      <a:pt x="4180" y="3080"/>
                    </a:cubicBezTo>
                    <a:cubicBezTo>
                      <a:pt x="4144" y="3080"/>
                      <a:pt x="4107" y="3080"/>
                      <a:pt x="4070" y="3080"/>
                    </a:cubicBezTo>
                    <a:cubicBezTo>
                      <a:pt x="4070" y="3044"/>
                      <a:pt x="4070" y="3007"/>
                      <a:pt x="4070" y="2970"/>
                    </a:cubicBezTo>
                    <a:cubicBezTo>
                      <a:pt x="4034" y="2970"/>
                      <a:pt x="3997" y="2970"/>
                      <a:pt x="3960" y="2970"/>
                    </a:cubicBezTo>
                    <a:cubicBezTo>
                      <a:pt x="3960" y="2934"/>
                      <a:pt x="3960" y="2897"/>
                      <a:pt x="3960" y="2860"/>
                    </a:cubicBezTo>
                    <a:cubicBezTo>
                      <a:pt x="3924" y="2860"/>
                      <a:pt x="3887" y="2860"/>
                      <a:pt x="3850" y="2860"/>
                    </a:cubicBezTo>
                    <a:cubicBezTo>
                      <a:pt x="3850" y="2824"/>
                      <a:pt x="3850" y="2787"/>
                      <a:pt x="3850" y="2750"/>
                    </a:cubicBezTo>
                    <a:cubicBezTo>
                      <a:pt x="3814" y="2750"/>
                      <a:pt x="3777" y="2750"/>
                      <a:pt x="3740" y="2750"/>
                    </a:cubicBezTo>
                    <a:cubicBezTo>
                      <a:pt x="3740" y="2714"/>
                      <a:pt x="3740" y="2677"/>
                      <a:pt x="3740" y="2640"/>
                    </a:cubicBezTo>
                    <a:cubicBezTo>
                      <a:pt x="3704" y="2640"/>
                      <a:pt x="3667" y="2640"/>
                      <a:pt x="3630" y="2640"/>
                    </a:cubicBezTo>
                    <a:cubicBezTo>
                      <a:pt x="3630" y="2604"/>
                      <a:pt x="3630" y="2567"/>
                      <a:pt x="3630" y="2530"/>
                    </a:cubicBezTo>
                    <a:cubicBezTo>
                      <a:pt x="3594" y="2530"/>
                      <a:pt x="3557" y="2530"/>
                      <a:pt x="3520" y="2530"/>
                    </a:cubicBezTo>
                    <a:cubicBezTo>
                      <a:pt x="3520" y="2494"/>
                      <a:pt x="3520" y="2457"/>
                      <a:pt x="3520" y="2420"/>
                    </a:cubicBezTo>
                    <a:cubicBezTo>
                      <a:pt x="3484" y="2420"/>
                      <a:pt x="3447" y="2420"/>
                      <a:pt x="3410" y="2420"/>
                    </a:cubicBezTo>
                    <a:cubicBezTo>
                      <a:pt x="3410" y="2384"/>
                      <a:pt x="3410" y="2347"/>
                      <a:pt x="3410" y="2310"/>
                    </a:cubicBezTo>
                    <a:cubicBezTo>
                      <a:pt x="3374" y="2310"/>
                      <a:pt x="3337" y="2310"/>
                      <a:pt x="3300" y="2310"/>
                    </a:cubicBezTo>
                    <a:cubicBezTo>
                      <a:pt x="3300" y="2274"/>
                      <a:pt x="3300" y="2237"/>
                      <a:pt x="3300" y="2200"/>
                    </a:cubicBezTo>
                    <a:cubicBezTo>
                      <a:pt x="3264" y="2200"/>
                      <a:pt x="3227" y="2200"/>
                      <a:pt x="3190" y="2200"/>
                    </a:cubicBezTo>
                    <a:cubicBezTo>
                      <a:pt x="3190" y="2164"/>
                      <a:pt x="3190" y="2127"/>
                      <a:pt x="3190" y="2090"/>
                    </a:cubicBezTo>
                    <a:cubicBezTo>
                      <a:pt x="3154" y="2090"/>
                      <a:pt x="3117" y="2090"/>
                      <a:pt x="3080" y="2090"/>
                    </a:cubicBezTo>
                    <a:cubicBezTo>
                      <a:pt x="3080" y="2054"/>
                      <a:pt x="3080" y="2017"/>
                      <a:pt x="3080" y="1980"/>
                    </a:cubicBezTo>
                    <a:cubicBezTo>
                      <a:pt x="3044" y="1980"/>
                      <a:pt x="3007" y="1980"/>
                      <a:pt x="2970" y="1980"/>
                    </a:cubicBezTo>
                    <a:cubicBezTo>
                      <a:pt x="2970" y="1944"/>
                      <a:pt x="2970" y="1907"/>
                      <a:pt x="2970" y="1870"/>
                    </a:cubicBezTo>
                    <a:cubicBezTo>
                      <a:pt x="2934" y="1870"/>
                      <a:pt x="2897" y="1870"/>
                      <a:pt x="2860" y="1870"/>
                    </a:cubicBezTo>
                    <a:cubicBezTo>
                      <a:pt x="2860" y="1834"/>
                      <a:pt x="2860" y="1797"/>
                      <a:pt x="2860" y="1760"/>
                    </a:cubicBezTo>
                    <a:cubicBezTo>
                      <a:pt x="2824" y="1760"/>
                      <a:pt x="2787" y="1760"/>
                      <a:pt x="2750" y="1760"/>
                    </a:cubicBezTo>
                    <a:cubicBezTo>
                      <a:pt x="2750" y="1724"/>
                      <a:pt x="2750" y="1687"/>
                      <a:pt x="2750" y="1650"/>
                    </a:cubicBezTo>
                    <a:cubicBezTo>
                      <a:pt x="2714" y="1650"/>
                      <a:pt x="2677" y="1650"/>
                      <a:pt x="2640" y="1650"/>
                    </a:cubicBezTo>
                    <a:cubicBezTo>
                      <a:pt x="2640" y="1614"/>
                      <a:pt x="2640" y="1577"/>
                      <a:pt x="2640" y="1540"/>
                    </a:cubicBezTo>
                    <a:cubicBezTo>
                      <a:pt x="2604" y="1540"/>
                      <a:pt x="2567" y="1540"/>
                      <a:pt x="2530" y="1540"/>
                    </a:cubicBezTo>
                    <a:cubicBezTo>
                      <a:pt x="2530" y="1504"/>
                      <a:pt x="2530" y="1467"/>
                      <a:pt x="2530" y="1430"/>
                    </a:cubicBezTo>
                    <a:cubicBezTo>
                      <a:pt x="2494" y="1430"/>
                      <a:pt x="2457" y="1430"/>
                      <a:pt x="2420" y="1430"/>
                    </a:cubicBezTo>
                    <a:cubicBezTo>
                      <a:pt x="2420" y="1394"/>
                      <a:pt x="2420" y="1357"/>
                      <a:pt x="2420" y="1320"/>
                    </a:cubicBezTo>
                    <a:cubicBezTo>
                      <a:pt x="2384" y="1320"/>
                      <a:pt x="2347" y="1320"/>
                      <a:pt x="2310" y="1320"/>
                    </a:cubicBezTo>
                    <a:cubicBezTo>
                      <a:pt x="2310" y="1284"/>
                      <a:pt x="2310" y="1247"/>
                      <a:pt x="2310" y="1210"/>
                    </a:cubicBezTo>
                    <a:cubicBezTo>
                      <a:pt x="2274" y="1210"/>
                      <a:pt x="2237" y="1210"/>
                      <a:pt x="2200" y="1210"/>
                    </a:cubicBezTo>
                    <a:cubicBezTo>
                      <a:pt x="2200" y="1174"/>
                      <a:pt x="2200" y="1137"/>
                      <a:pt x="2200" y="1100"/>
                    </a:cubicBezTo>
                    <a:cubicBezTo>
                      <a:pt x="2164" y="1100"/>
                      <a:pt x="2127" y="1100"/>
                      <a:pt x="2090" y="1100"/>
                    </a:cubicBezTo>
                    <a:cubicBezTo>
                      <a:pt x="2090" y="1064"/>
                      <a:pt x="2090" y="1027"/>
                      <a:pt x="2090" y="990"/>
                    </a:cubicBezTo>
                    <a:cubicBezTo>
                      <a:pt x="2054" y="990"/>
                      <a:pt x="2017" y="990"/>
                      <a:pt x="1980" y="990"/>
                    </a:cubicBezTo>
                    <a:cubicBezTo>
                      <a:pt x="1980" y="954"/>
                      <a:pt x="1980" y="917"/>
                      <a:pt x="1980" y="880"/>
                    </a:cubicBezTo>
                    <a:cubicBezTo>
                      <a:pt x="1944" y="880"/>
                      <a:pt x="1907" y="880"/>
                      <a:pt x="1870" y="880"/>
                    </a:cubicBezTo>
                    <a:cubicBezTo>
                      <a:pt x="1870" y="844"/>
                      <a:pt x="1870" y="807"/>
                      <a:pt x="1870" y="770"/>
                    </a:cubicBezTo>
                    <a:cubicBezTo>
                      <a:pt x="1834" y="770"/>
                      <a:pt x="1797" y="770"/>
                      <a:pt x="1760" y="770"/>
                    </a:cubicBezTo>
                    <a:cubicBezTo>
                      <a:pt x="1760" y="734"/>
                      <a:pt x="1760" y="697"/>
                      <a:pt x="1760" y="660"/>
                    </a:cubicBezTo>
                    <a:cubicBezTo>
                      <a:pt x="1615" y="660"/>
                      <a:pt x="1470" y="660"/>
                      <a:pt x="1320" y="660"/>
                    </a:cubicBezTo>
                    <a:close/>
                  </a:path>
                </a:pathLst>
              </a:custGeom>
              <a:solidFill>
                <a:srgbClr val="251047"/>
              </a:solidFill>
              <a:ln w="698" cap="flat">
                <a:noFill/>
              </a:ln>
            </p:spPr>
          </p:sp>
          <p:sp>
            <p:nvSpPr>
              <p:cNvPr id="728" name="ICON_SKILL_SCRIPT_path_006"/>
              <p:cNvSpPr/>
              <p:nvPr/>
            </p:nvSpPr>
            <p:spPr>
              <a:xfrm>
                <a:off x="6660134" y="1826419"/>
                <a:ext cx="30734" cy="30734"/>
              </a:xfrm>
              <a:custGeom>
                <a:avLst/>
                <a:gdLst/>
                <a:ahLst/>
                <a:cxnLst/>
                <a:rect l="0" t="0" r="r" b="b"/>
                <a:pathLst>
                  <a:path w="2420" h="2420" fill="norm" stroke="0">
                    <a:moveTo>
                      <a:pt x="0" y="0"/>
                    </a:moveTo>
                    <a:cubicBezTo>
                      <a:pt x="109" y="0"/>
                      <a:pt x="218" y="0"/>
                      <a:pt x="330" y="0"/>
                    </a:cubicBezTo>
                    <a:cubicBezTo>
                      <a:pt x="330" y="73"/>
                      <a:pt x="330" y="145"/>
                      <a:pt x="330" y="220"/>
                    </a:cubicBezTo>
                    <a:cubicBezTo>
                      <a:pt x="366" y="220"/>
                      <a:pt x="403" y="220"/>
                      <a:pt x="440" y="220"/>
                    </a:cubicBezTo>
                    <a:cubicBezTo>
                      <a:pt x="440" y="256"/>
                      <a:pt x="440" y="293"/>
                      <a:pt x="440" y="330"/>
                    </a:cubicBezTo>
                    <a:cubicBezTo>
                      <a:pt x="513" y="330"/>
                      <a:pt x="585" y="330"/>
                      <a:pt x="660" y="330"/>
                    </a:cubicBezTo>
                    <a:cubicBezTo>
                      <a:pt x="660" y="366"/>
                      <a:pt x="660" y="403"/>
                      <a:pt x="660" y="440"/>
                    </a:cubicBezTo>
                    <a:cubicBezTo>
                      <a:pt x="696" y="440"/>
                      <a:pt x="733" y="440"/>
                      <a:pt x="770" y="440"/>
                    </a:cubicBezTo>
                    <a:cubicBezTo>
                      <a:pt x="770" y="476"/>
                      <a:pt x="770" y="513"/>
                      <a:pt x="770" y="550"/>
                    </a:cubicBezTo>
                    <a:cubicBezTo>
                      <a:pt x="806" y="550"/>
                      <a:pt x="843" y="550"/>
                      <a:pt x="880" y="550"/>
                    </a:cubicBezTo>
                    <a:cubicBezTo>
                      <a:pt x="880" y="586"/>
                      <a:pt x="880" y="623"/>
                      <a:pt x="880" y="660"/>
                    </a:cubicBezTo>
                    <a:cubicBezTo>
                      <a:pt x="916" y="660"/>
                      <a:pt x="953" y="660"/>
                      <a:pt x="990" y="660"/>
                    </a:cubicBezTo>
                    <a:cubicBezTo>
                      <a:pt x="990" y="696"/>
                      <a:pt x="990" y="733"/>
                      <a:pt x="990" y="770"/>
                    </a:cubicBezTo>
                    <a:cubicBezTo>
                      <a:pt x="1099" y="770"/>
                      <a:pt x="1208" y="770"/>
                      <a:pt x="1320" y="770"/>
                    </a:cubicBezTo>
                    <a:cubicBezTo>
                      <a:pt x="1320" y="806"/>
                      <a:pt x="1320" y="843"/>
                      <a:pt x="1320" y="880"/>
                    </a:cubicBezTo>
                    <a:cubicBezTo>
                      <a:pt x="1356" y="880"/>
                      <a:pt x="1393" y="880"/>
                      <a:pt x="1430" y="880"/>
                    </a:cubicBezTo>
                    <a:cubicBezTo>
                      <a:pt x="1430" y="953"/>
                      <a:pt x="1430" y="1025"/>
                      <a:pt x="1430" y="1100"/>
                    </a:cubicBezTo>
                    <a:cubicBezTo>
                      <a:pt x="1466" y="1100"/>
                      <a:pt x="1503" y="1100"/>
                      <a:pt x="1540" y="1100"/>
                    </a:cubicBezTo>
                    <a:cubicBezTo>
                      <a:pt x="1540" y="1136"/>
                      <a:pt x="1540" y="1173"/>
                      <a:pt x="1540" y="1210"/>
                    </a:cubicBezTo>
                    <a:cubicBezTo>
                      <a:pt x="1576" y="1210"/>
                      <a:pt x="1613" y="1210"/>
                      <a:pt x="1650" y="1210"/>
                    </a:cubicBezTo>
                    <a:cubicBezTo>
                      <a:pt x="1650" y="1283"/>
                      <a:pt x="1650" y="1355"/>
                      <a:pt x="1650" y="1430"/>
                    </a:cubicBezTo>
                    <a:cubicBezTo>
                      <a:pt x="1686" y="1430"/>
                      <a:pt x="1723" y="1430"/>
                      <a:pt x="1760" y="1430"/>
                    </a:cubicBezTo>
                    <a:cubicBezTo>
                      <a:pt x="1760" y="1503"/>
                      <a:pt x="1760" y="1575"/>
                      <a:pt x="1760" y="1650"/>
                    </a:cubicBezTo>
                    <a:cubicBezTo>
                      <a:pt x="1796" y="1650"/>
                      <a:pt x="1833" y="1650"/>
                      <a:pt x="1870" y="1650"/>
                    </a:cubicBezTo>
                    <a:cubicBezTo>
                      <a:pt x="1870" y="1686"/>
                      <a:pt x="1870" y="1723"/>
                      <a:pt x="1870" y="1760"/>
                    </a:cubicBezTo>
                    <a:cubicBezTo>
                      <a:pt x="1906" y="1760"/>
                      <a:pt x="1943" y="1760"/>
                      <a:pt x="1980" y="1760"/>
                    </a:cubicBezTo>
                    <a:cubicBezTo>
                      <a:pt x="1980" y="1796"/>
                      <a:pt x="1980" y="1833"/>
                      <a:pt x="1980" y="1870"/>
                    </a:cubicBezTo>
                    <a:cubicBezTo>
                      <a:pt x="2016" y="1870"/>
                      <a:pt x="2053" y="1870"/>
                      <a:pt x="2090" y="1870"/>
                    </a:cubicBezTo>
                    <a:cubicBezTo>
                      <a:pt x="2090" y="1906"/>
                      <a:pt x="2090" y="1943"/>
                      <a:pt x="2090" y="1980"/>
                    </a:cubicBezTo>
                    <a:cubicBezTo>
                      <a:pt x="2126" y="1980"/>
                      <a:pt x="2163" y="1980"/>
                      <a:pt x="2200" y="1980"/>
                    </a:cubicBezTo>
                    <a:cubicBezTo>
                      <a:pt x="2200" y="2016"/>
                      <a:pt x="2200" y="2053"/>
                      <a:pt x="2200" y="2090"/>
                    </a:cubicBezTo>
                    <a:cubicBezTo>
                      <a:pt x="2236" y="2090"/>
                      <a:pt x="2273" y="2090"/>
                      <a:pt x="2310" y="2090"/>
                    </a:cubicBezTo>
                    <a:cubicBezTo>
                      <a:pt x="2310" y="2126"/>
                      <a:pt x="2310" y="2163"/>
                      <a:pt x="2310" y="2200"/>
                    </a:cubicBezTo>
                    <a:cubicBezTo>
                      <a:pt x="2346" y="2200"/>
                      <a:pt x="2383" y="2200"/>
                      <a:pt x="2420" y="2200"/>
                    </a:cubicBezTo>
                    <a:cubicBezTo>
                      <a:pt x="2420" y="2273"/>
                      <a:pt x="2420" y="2345"/>
                      <a:pt x="2420" y="2420"/>
                    </a:cubicBezTo>
                    <a:cubicBezTo>
                      <a:pt x="2383" y="2404"/>
                      <a:pt x="2346" y="2388"/>
                      <a:pt x="2310" y="2372"/>
                    </a:cubicBezTo>
                    <a:cubicBezTo>
                      <a:pt x="2290" y="2363"/>
                      <a:pt x="2269" y="2354"/>
                      <a:pt x="2248" y="2345"/>
                    </a:cubicBezTo>
                    <a:cubicBezTo>
                      <a:pt x="2232" y="2333"/>
                      <a:pt x="2216" y="2322"/>
                      <a:pt x="2200" y="2310"/>
                    </a:cubicBezTo>
                    <a:cubicBezTo>
                      <a:pt x="2193" y="2251"/>
                      <a:pt x="2193" y="2251"/>
                      <a:pt x="2200" y="2200"/>
                    </a:cubicBezTo>
                    <a:cubicBezTo>
                      <a:pt x="2164" y="2200"/>
                      <a:pt x="2127" y="2200"/>
                      <a:pt x="2090" y="2200"/>
                    </a:cubicBezTo>
                    <a:cubicBezTo>
                      <a:pt x="2090" y="2164"/>
                      <a:pt x="2090" y="2127"/>
                      <a:pt x="2090" y="2090"/>
                    </a:cubicBezTo>
                    <a:cubicBezTo>
                      <a:pt x="2054" y="2090"/>
                      <a:pt x="2017" y="2090"/>
                      <a:pt x="1980" y="2090"/>
                    </a:cubicBezTo>
                    <a:cubicBezTo>
                      <a:pt x="1980" y="2054"/>
                      <a:pt x="1980" y="2017"/>
                      <a:pt x="1980" y="1980"/>
                    </a:cubicBezTo>
                    <a:cubicBezTo>
                      <a:pt x="1944" y="1980"/>
                      <a:pt x="1907" y="1980"/>
                      <a:pt x="1870" y="1980"/>
                    </a:cubicBezTo>
                    <a:cubicBezTo>
                      <a:pt x="1870" y="1944"/>
                      <a:pt x="1870" y="1907"/>
                      <a:pt x="1870" y="1870"/>
                    </a:cubicBezTo>
                    <a:cubicBezTo>
                      <a:pt x="1834" y="1870"/>
                      <a:pt x="1797" y="1870"/>
                      <a:pt x="1760" y="1870"/>
                    </a:cubicBezTo>
                    <a:cubicBezTo>
                      <a:pt x="1760" y="1834"/>
                      <a:pt x="1760" y="1797"/>
                      <a:pt x="1760" y="1760"/>
                    </a:cubicBezTo>
                    <a:cubicBezTo>
                      <a:pt x="1724" y="1760"/>
                      <a:pt x="1687" y="1760"/>
                      <a:pt x="1650" y="1760"/>
                    </a:cubicBezTo>
                    <a:cubicBezTo>
                      <a:pt x="1650" y="1724"/>
                      <a:pt x="1650" y="1687"/>
                      <a:pt x="1650" y="1650"/>
                    </a:cubicBezTo>
                    <a:cubicBezTo>
                      <a:pt x="1614" y="1650"/>
                      <a:pt x="1577" y="1650"/>
                      <a:pt x="1540" y="1650"/>
                    </a:cubicBezTo>
                    <a:cubicBezTo>
                      <a:pt x="1540" y="1614"/>
                      <a:pt x="1540" y="1577"/>
                      <a:pt x="1540" y="1540"/>
                    </a:cubicBezTo>
                    <a:cubicBezTo>
                      <a:pt x="1504" y="1540"/>
                      <a:pt x="1467" y="1540"/>
                      <a:pt x="1430" y="1540"/>
                    </a:cubicBezTo>
                    <a:cubicBezTo>
                      <a:pt x="1430" y="1504"/>
                      <a:pt x="1430" y="1467"/>
                      <a:pt x="1430" y="1430"/>
                    </a:cubicBezTo>
                    <a:cubicBezTo>
                      <a:pt x="1394" y="1430"/>
                      <a:pt x="1357" y="1430"/>
                      <a:pt x="1320" y="1430"/>
                    </a:cubicBezTo>
                    <a:cubicBezTo>
                      <a:pt x="1320" y="1394"/>
                      <a:pt x="1320" y="1357"/>
                      <a:pt x="1320" y="1320"/>
                    </a:cubicBezTo>
                    <a:cubicBezTo>
                      <a:pt x="1284" y="1320"/>
                      <a:pt x="1247" y="1320"/>
                      <a:pt x="1210" y="1320"/>
                    </a:cubicBezTo>
                    <a:cubicBezTo>
                      <a:pt x="1210" y="1284"/>
                      <a:pt x="1210" y="1247"/>
                      <a:pt x="1210" y="1210"/>
                    </a:cubicBezTo>
                    <a:cubicBezTo>
                      <a:pt x="1174" y="1210"/>
                      <a:pt x="1137" y="1210"/>
                      <a:pt x="1100" y="1210"/>
                    </a:cubicBezTo>
                    <a:cubicBezTo>
                      <a:pt x="1100" y="1174"/>
                      <a:pt x="1100" y="1137"/>
                      <a:pt x="1100" y="1100"/>
                    </a:cubicBezTo>
                    <a:cubicBezTo>
                      <a:pt x="1064" y="1100"/>
                      <a:pt x="1027" y="1100"/>
                      <a:pt x="990" y="1100"/>
                    </a:cubicBezTo>
                    <a:cubicBezTo>
                      <a:pt x="990" y="1064"/>
                      <a:pt x="990" y="1027"/>
                      <a:pt x="990" y="990"/>
                    </a:cubicBezTo>
                    <a:cubicBezTo>
                      <a:pt x="954" y="990"/>
                      <a:pt x="917" y="990"/>
                      <a:pt x="880" y="990"/>
                    </a:cubicBezTo>
                    <a:cubicBezTo>
                      <a:pt x="880" y="954"/>
                      <a:pt x="880" y="917"/>
                      <a:pt x="880" y="880"/>
                    </a:cubicBezTo>
                    <a:cubicBezTo>
                      <a:pt x="844" y="880"/>
                      <a:pt x="807" y="880"/>
                      <a:pt x="770" y="880"/>
                    </a:cubicBezTo>
                    <a:cubicBezTo>
                      <a:pt x="770" y="844"/>
                      <a:pt x="770" y="807"/>
                      <a:pt x="770" y="770"/>
                    </a:cubicBezTo>
                    <a:cubicBezTo>
                      <a:pt x="734" y="770"/>
                      <a:pt x="697" y="770"/>
                      <a:pt x="660" y="770"/>
                    </a:cubicBezTo>
                    <a:cubicBezTo>
                      <a:pt x="660" y="734"/>
                      <a:pt x="660" y="697"/>
                      <a:pt x="660" y="660"/>
                    </a:cubicBezTo>
                    <a:cubicBezTo>
                      <a:pt x="624" y="660"/>
                      <a:pt x="587" y="660"/>
                      <a:pt x="550" y="660"/>
                    </a:cubicBezTo>
                    <a:cubicBezTo>
                      <a:pt x="550" y="624"/>
                      <a:pt x="550" y="587"/>
                      <a:pt x="550" y="550"/>
                    </a:cubicBezTo>
                    <a:cubicBezTo>
                      <a:pt x="514" y="550"/>
                      <a:pt x="477" y="550"/>
                      <a:pt x="440" y="550"/>
                    </a:cubicBezTo>
                    <a:cubicBezTo>
                      <a:pt x="440" y="514"/>
                      <a:pt x="440" y="477"/>
                      <a:pt x="440" y="440"/>
                    </a:cubicBezTo>
                    <a:cubicBezTo>
                      <a:pt x="404" y="440"/>
                      <a:pt x="367" y="440"/>
                      <a:pt x="330" y="440"/>
                    </a:cubicBezTo>
                    <a:cubicBezTo>
                      <a:pt x="330" y="404"/>
                      <a:pt x="330" y="367"/>
                      <a:pt x="330" y="330"/>
                    </a:cubicBezTo>
                    <a:cubicBezTo>
                      <a:pt x="294" y="330"/>
                      <a:pt x="257" y="330"/>
                      <a:pt x="220" y="330"/>
                    </a:cubicBezTo>
                    <a:cubicBezTo>
                      <a:pt x="222" y="313"/>
                      <a:pt x="225" y="296"/>
                      <a:pt x="227" y="278"/>
                    </a:cubicBezTo>
                    <a:cubicBezTo>
                      <a:pt x="226" y="269"/>
                      <a:pt x="226" y="269"/>
                      <a:pt x="220" y="220"/>
                    </a:cubicBezTo>
                    <a:cubicBezTo>
                      <a:pt x="172" y="189"/>
                      <a:pt x="172" y="189"/>
                      <a:pt x="110" y="165"/>
                    </a:cubicBezTo>
                    <a:cubicBezTo>
                      <a:pt x="48" y="141"/>
                      <a:pt x="48" y="141"/>
                      <a:pt x="0" y="110"/>
                    </a:cubicBezTo>
                    <a:cubicBezTo>
                      <a:pt x="0" y="74"/>
                      <a:pt x="0" y="3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29" name="ICON_SKILL_SCRIPT_path_007"/>
              <p:cNvSpPr/>
              <p:nvPr/>
            </p:nvSpPr>
            <p:spPr>
              <a:xfrm>
                <a:off x="6587490" y="1872520"/>
                <a:ext cx="47498" cy="47498"/>
              </a:xfrm>
              <a:custGeom>
                <a:avLst/>
                <a:gdLst/>
                <a:ahLst/>
                <a:cxnLst/>
                <a:rect l="0" t="0" r="r" b="b"/>
                <a:pathLst>
                  <a:path w="3740" h="3740" fill="norm" stroke="0">
                    <a:moveTo>
                      <a:pt x="3520" y="0"/>
                    </a:moveTo>
                    <a:cubicBezTo>
                      <a:pt x="3593" y="0"/>
                      <a:pt x="3665" y="0"/>
                      <a:pt x="3740" y="0"/>
                    </a:cubicBezTo>
                    <a:cubicBezTo>
                      <a:pt x="3648" y="238"/>
                      <a:pt x="3473" y="392"/>
                      <a:pt x="3294" y="568"/>
                    </a:cubicBezTo>
                    <a:cubicBezTo>
                      <a:pt x="3260" y="603"/>
                      <a:pt x="3225" y="638"/>
                      <a:pt x="3190" y="672"/>
                    </a:cubicBezTo>
                    <a:cubicBezTo>
                      <a:pt x="3096" y="766"/>
                      <a:pt x="3002" y="860"/>
                      <a:pt x="2908" y="953"/>
                    </a:cubicBezTo>
                    <a:cubicBezTo>
                      <a:pt x="2819" y="1041"/>
                      <a:pt x="2731" y="1129"/>
                      <a:pt x="2643" y="1217"/>
                    </a:cubicBezTo>
                    <a:cubicBezTo>
                      <a:pt x="2468" y="1392"/>
                      <a:pt x="2293" y="1566"/>
                      <a:pt x="2118" y="1741"/>
                    </a:cubicBezTo>
                    <a:cubicBezTo>
                      <a:pt x="1948" y="1910"/>
                      <a:pt x="1778" y="2079"/>
                      <a:pt x="1608" y="2248"/>
                    </a:cubicBezTo>
                    <a:cubicBezTo>
                      <a:pt x="1597" y="2259"/>
                      <a:pt x="1587" y="2269"/>
                      <a:pt x="1576" y="2280"/>
                    </a:cubicBezTo>
                    <a:cubicBezTo>
                      <a:pt x="1524" y="2332"/>
                      <a:pt x="1471" y="2385"/>
                      <a:pt x="1418" y="2437"/>
                    </a:cubicBezTo>
                    <a:cubicBezTo>
                      <a:pt x="983" y="2872"/>
                      <a:pt x="546" y="3306"/>
                      <a:pt x="110" y="3740"/>
                    </a:cubicBezTo>
                    <a:cubicBezTo>
                      <a:pt x="74" y="3722"/>
                      <a:pt x="37" y="3704"/>
                      <a:pt x="0" y="3685"/>
                    </a:cubicBezTo>
                    <a:cubicBezTo>
                      <a:pt x="33" y="3626"/>
                      <a:pt x="66" y="3571"/>
                      <a:pt x="110" y="3520"/>
                    </a:cubicBezTo>
                    <a:cubicBezTo>
                      <a:pt x="172" y="3510"/>
                      <a:pt x="172" y="3510"/>
                      <a:pt x="220" y="3520"/>
                    </a:cubicBezTo>
                    <a:cubicBezTo>
                      <a:pt x="220" y="3484"/>
                      <a:pt x="220" y="3447"/>
                      <a:pt x="220" y="3410"/>
                    </a:cubicBezTo>
                    <a:cubicBezTo>
                      <a:pt x="256" y="3410"/>
                      <a:pt x="293" y="3410"/>
                      <a:pt x="330" y="3410"/>
                    </a:cubicBezTo>
                    <a:cubicBezTo>
                      <a:pt x="330" y="3374"/>
                      <a:pt x="330" y="3337"/>
                      <a:pt x="330" y="3300"/>
                    </a:cubicBezTo>
                    <a:cubicBezTo>
                      <a:pt x="366" y="3300"/>
                      <a:pt x="403" y="3300"/>
                      <a:pt x="440" y="3300"/>
                    </a:cubicBezTo>
                    <a:cubicBezTo>
                      <a:pt x="440" y="3264"/>
                      <a:pt x="440" y="3227"/>
                      <a:pt x="440" y="3190"/>
                    </a:cubicBezTo>
                    <a:cubicBezTo>
                      <a:pt x="476" y="3190"/>
                      <a:pt x="513" y="3190"/>
                      <a:pt x="550" y="3190"/>
                    </a:cubicBezTo>
                    <a:cubicBezTo>
                      <a:pt x="550" y="3154"/>
                      <a:pt x="550" y="3117"/>
                      <a:pt x="550" y="3080"/>
                    </a:cubicBezTo>
                    <a:cubicBezTo>
                      <a:pt x="586" y="3080"/>
                      <a:pt x="623" y="3080"/>
                      <a:pt x="660" y="3080"/>
                    </a:cubicBezTo>
                    <a:cubicBezTo>
                      <a:pt x="660" y="3044"/>
                      <a:pt x="660" y="3007"/>
                      <a:pt x="660" y="2970"/>
                    </a:cubicBezTo>
                    <a:cubicBezTo>
                      <a:pt x="696" y="2970"/>
                      <a:pt x="733" y="2970"/>
                      <a:pt x="770" y="2970"/>
                    </a:cubicBezTo>
                    <a:cubicBezTo>
                      <a:pt x="770" y="2934"/>
                      <a:pt x="770" y="2897"/>
                      <a:pt x="770" y="2860"/>
                    </a:cubicBezTo>
                    <a:cubicBezTo>
                      <a:pt x="806" y="2860"/>
                      <a:pt x="843" y="2860"/>
                      <a:pt x="880" y="2860"/>
                    </a:cubicBezTo>
                    <a:cubicBezTo>
                      <a:pt x="880" y="2824"/>
                      <a:pt x="880" y="2787"/>
                      <a:pt x="880" y="2750"/>
                    </a:cubicBezTo>
                    <a:cubicBezTo>
                      <a:pt x="916" y="2750"/>
                      <a:pt x="953" y="2750"/>
                      <a:pt x="990" y="2750"/>
                    </a:cubicBezTo>
                    <a:cubicBezTo>
                      <a:pt x="990" y="2714"/>
                      <a:pt x="990" y="2677"/>
                      <a:pt x="990" y="2640"/>
                    </a:cubicBezTo>
                    <a:cubicBezTo>
                      <a:pt x="1026" y="2640"/>
                      <a:pt x="1063" y="2640"/>
                      <a:pt x="1100" y="2640"/>
                    </a:cubicBezTo>
                    <a:cubicBezTo>
                      <a:pt x="1100" y="2604"/>
                      <a:pt x="1100" y="2567"/>
                      <a:pt x="1100" y="2530"/>
                    </a:cubicBezTo>
                    <a:cubicBezTo>
                      <a:pt x="1136" y="2530"/>
                      <a:pt x="1173" y="2530"/>
                      <a:pt x="1210" y="2530"/>
                    </a:cubicBezTo>
                    <a:cubicBezTo>
                      <a:pt x="1210" y="2494"/>
                      <a:pt x="1210" y="2457"/>
                      <a:pt x="1210" y="2420"/>
                    </a:cubicBezTo>
                    <a:cubicBezTo>
                      <a:pt x="1246" y="2420"/>
                      <a:pt x="1283" y="2420"/>
                      <a:pt x="1320" y="2420"/>
                    </a:cubicBezTo>
                    <a:cubicBezTo>
                      <a:pt x="1320" y="2384"/>
                      <a:pt x="1320" y="2347"/>
                      <a:pt x="1320" y="2310"/>
                    </a:cubicBezTo>
                    <a:cubicBezTo>
                      <a:pt x="1356" y="2310"/>
                      <a:pt x="1393" y="2310"/>
                      <a:pt x="1430" y="2310"/>
                    </a:cubicBezTo>
                    <a:cubicBezTo>
                      <a:pt x="1430" y="2274"/>
                      <a:pt x="1430" y="2237"/>
                      <a:pt x="1430" y="2200"/>
                    </a:cubicBezTo>
                    <a:cubicBezTo>
                      <a:pt x="1466" y="2200"/>
                      <a:pt x="1503" y="2200"/>
                      <a:pt x="1540" y="2200"/>
                    </a:cubicBezTo>
                    <a:cubicBezTo>
                      <a:pt x="1540" y="2164"/>
                      <a:pt x="1540" y="2127"/>
                      <a:pt x="1540" y="2090"/>
                    </a:cubicBezTo>
                    <a:cubicBezTo>
                      <a:pt x="1576" y="2090"/>
                      <a:pt x="1613" y="2090"/>
                      <a:pt x="1650" y="2090"/>
                    </a:cubicBezTo>
                    <a:cubicBezTo>
                      <a:pt x="1650" y="2054"/>
                      <a:pt x="1650" y="2017"/>
                      <a:pt x="1650" y="1980"/>
                    </a:cubicBezTo>
                    <a:cubicBezTo>
                      <a:pt x="1686" y="1980"/>
                      <a:pt x="1723" y="1980"/>
                      <a:pt x="1760" y="1980"/>
                    </a:cubicBezTo>
                    <a:cubicBezTo>
                      <a:pt x="1760" y="1944"/>
                      <a:pt x="1760" y="1907"/>
                      <a:pt x="1760" y="1870"/>
                    </a:cubicBezTo>
                    <a:cubicBezTo>
                      <a:pt x="1796" y="1870"/>
                      <a:pt x="1833" y="1870"/>
                      <a:pt x="1870" y="1870"/>
                    </a:cubicBezTo>
                    <a:cubicBezTo>
                      <a:pt x="1870" y="1834"/>
                      <a:pt x="1870" y="1797"/>
                      <a:pt x="1870" y="1760"/>
                    </a:cubicBezTo>
                    <a:cubicBezTo>
                      <a:pt x="1906" y="1760"/>
                      <a:pt x="1943" y="1760"/>
                      <a:pt x="1980" y="1760"/>
                    </a:cubicBezTo>
                    <a:cubicBezTo>
                      <a:pt x="1980" y="1724"/>
                      <a:pt x="1980" y="1687"/>
                      <a:pt x="1980" y="1650"/>
                    </a:cubicBezTo>
                    <a:cubicBezTo>
                      <a:pt x="2016" y="1650"/>
                      <a:pt x="2053" y="1650"/>
                      <a:pt x="2090" y="1650"/>
                    </a:cubicBezTo>
                    <a:cubicBezTo>
                      <a:pt x="2090" y="1614"/>
                      <a:pt x="2090" y="1577"/>
                      <a:pt x="2090" y="1540"/>
                    </a:cubicBezTo>
                    <a:cubicBezTo>
                      <a:pt x="2126" y="1540"/>
                      <a:pt x="2163" y="1540"/>
                      <a:pt x="2200" y="1540"/>
                    </a:cubicBezTo>
                    <a:cubicBezTo>
                      <a:pt x="2200" y="1504"/>
                      <a:pt x="2200" y="1467"/>
                      <a:pt x="2200" y="1430"/>
                    </a:cubicBezTo>
                    <a:cubicBezTo>
                      <a:pt x="2236" y="1430"/>
                      <a:pt x="2273" y="1430"/>
                      <a:pt x="2310" y="1430"/>
                    </a:cubicBezTo>
                    <a:cubicBezTo>
                      <a:pt x="2310" y="1394"/>
                      <a:pt x="2310" y="1357"/>
                      <a:pt x="2310" y="1320"/>
                    </a:cubicBezTo>
                    <a:cubicBezTo>
                      <a:pt x="2346" y="1320"/>
                      <a:pt x="2383" y="1320"/>
                      <a:pt x="2420" y="1320"/>
                    </a:cubicBezTo>
                    <a:cubicBezTo>
                      <a:pt x="2420" y="1284"/>
                      <a:pt x="2420" y="1247"/>
                      <a:pt x="2420" y="1210"/>
                    </a:cubicBezTo>
                    <a:cubicBezTo>
                      <a:pt x="2456" y="1210"/>
                      <a:pt x="2493" y="1210"/>
                      <a:pt x="2530" y="1210"/>
                    </a:cubicBezTo>
                    <a:cubicBezTo>
                      <a:pt x="2530" y="1174"/>
                      <a:pt x="2530" y="1137"/>
                      <a:pt x="2530" y="1100"/>
                    </a:cubicBezTo>
                    <a:cubicBezTo>
                      <a:pt x="2566" y="1100"/>
                      <a:pt x="2603" y="1100"/>
                      <a:pt x="2640" y="1100"/>
                    </a:cubicBezTo>
                    <a:cubicBezTo>
                      <a:pt x="2640" y="1064"/>
                      <a:pt x="2640" y="1027"/>
                      <a:pt x="2640" y="990"/>
                    </a:cubicBezTo>
                    <a:cubicBezTo>
                      <a:pt x="2676" y="990"/>
                      <a:pt x="2713" y="990"/>
                      <a:pt x="2750" y="990"/>
                    </a:cubicBezTo>
                    <a:cubicBezTo>
                      <a:pt x="2750" y="954"/>
                      <a:pt x="2750" y="917"/>
                      <a:pt x="2750" y="880"/>
                    </a:cubicBezTo>
                    <a:cubicBezTo>
                      <a:pt x="2786" y="880"/>
                      <a:pt x="2823" y="880"/>
                      <a:pt x="2860" y="880"/>
                    </a:cubicBezTo>
                    <a:cubicBezTo>
                      <a:pt x="2860" y="844"/>
                      <a:pt x="2860" y="807"/>
                      <a:pt x="2860" y="770"/>
                    </a:cubicBezTo>
                    <a:cubicBezTo>
                      <a:pt x="2896" y="770"/>
                      <a:pt x="2933" y="770"/>
                      <a:pt x="2970" y="770"/>
                    </a:cubicBezTo>
                    <a:cubicBezTo>
                      <a:pt x="2970" y="734"/>
                      <a:pt x="2970" y="697"/>
                      <a:pt x="2970" y="660"/>
                    </a:cubicBezTo>
                    <a:cubicBezTo>
                      <a:pt x="3006" y="660"/>
                      <a:pt x="3043" y="660"/>
                      <a:pt x="3080" y="660"/>
                    </a:cubicBezTo>
                    <a:cubicBezTo>
                      <a:pt x="3080" y="624"/>
                      <a:pt x="3080" y="587"/>
                      <a:pt x="3080" y="550"/>
                    </a:cubicBezTo>
                    <a:cubicBezTo>
                      <a:pt x="3116" y="550"/>
                      <a:pt x="3153" y="550"/>
                      <a:pt x="3190" y="550"/>
                    </a:cubicBezTo>
                    <a:cubicBezTo>
                      <a:pt x="3190" y="514"/>
                      <a:pt x="3190" y="477"/>
                      <a:pt x="3190" y="440"/>
                    </a:cubicBezTo>
                    <a:cubicBezTo>
                      <a:pt x="3226" y="440"/>
                      <a:pt x="3263" y="440"/>
                      <a:pt x="3300" y="440"/>
                    </a:cubicBezTo>
                    <a:cubicBezTo>
                      <a:pt x="3298" y="432"/>
                      <a:pt x="3298" y="432"/>
                      <a:pt x="3290" y="392"/>
                    </a:cubicBezTo>
                    <a:cubicBezTo>
                      <a:pt x="3291" y="382"/>
                      <a:pt x="3291" y="382"/>
                      <a:pt x="3300" y="330"/>
                    </a:cubicBezTo>
                    <a:cubicBezTo>
                      <a:pt x="3335" y="306"/>
                      <a:pt x="3335" y="306"/>
                      <a:pt x="3379" y="282"/>
                    </a:cubicBezTo>
                    <a:cubicBezTo>
                      <a:pt x="3439" y="247"/>
                      <a:pt x="3461" y="229"/>
                      <a:pt x="3488" y="164"/>
                    </a:cubicBezTo>
                    <a:cubicBezTo>
                      <a:pt x="3501" y="110"/>
                      <a:pt x="3511" y="55"/>
                      <a:pt x="352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30" name="ICON_SKILL_SCRIPT_path_008"/>
              <p:cNvSpPr/>
              <p:nvPr/>
            </p:nvSpPr>
            <p:spPr>
              <a:xfrm>
                <a:off x="6611239" y="1777524"/>
                <a:ext cx="15367" cy="13970"/>
              </a:xfrm>
              <a:custGeom>
                <a:avLst/>
                <a:gdLst/>
                <a:ahLst/>
                <a:cxnLst/>
                <a:rect l="0" t="0" r="r" b="b"/>
                <a:pathLst>
                  <a:path w="1210" h="1100" fill="norm" stroke="0">
                    <a:moveTo>
                      <a:pt x="0" y="0"/>
                    </a:moveTo>
                    <a:cubicBezTo>
                      <a:pt x="109" y="0"/>
                      <a:pt x="218" y="0"/>
                      <a:pt x="330" y="0"/>
                    </a:cubicBezTo>
                    <a:cubicBezTo>
                      <a:pt x="330" y="36"/>
                      <a:pt x="330" y="73"/>
                      <a:pt x="330" y="110"/>
                    </a:cubicBezTo>
                    <a:cubicBezTo>
                      <a:pt x="366" y="110"/>
                      <a:pt x="403" y="110"/>
                      <a:pt x="440" y="110"/>
                    </a:cubicBezTo>
                    <a:cubicBezTo>
                      <a:pt x="440" y="146"/>
                      <a:pt x="440" y="183"/>
                      <a:pt x="440" y="220"/>
                    </a:cubicBezTo>
                    <a:cubicBezTo>
                      <a:pt x="513" y="220"/>
                      <a:pt x="585" y="220"/>
                      <a:pt x="660" y="220"/>
                    </a:cubicBezTo>
                    <a:cubicBezTo>
                      <a:pt x="660" y="256"/>
                      <a:pt x="660" y="293"/>
                      <a:pt x="660" y="330"/>
                    </a:cubicBezTo>
                    <a:cubicBezTo>
                      <a:pt x="733" y="330"/>
                      <a:pt x="805" y="330"/>
                      <a:pt x="880" y="330"/>
                    </a:cubicBezTo>
                    <a:cubicBezTo>
                      <a:pt x="880" y="366"/>
                      <a:pt x="880" y="403"/>
                      <a:pt x="880" y="440"/>
                    </a:cubicBezTo>
                    <a:cubicBezTo>
                      <a:pt x="916" y="440"/>
                      <a:pt x="953" y="440"/>
                      <a:pt x="990" y="440"/>
                    </a:cubicBezTo>
                    <a:cubicBezTo>
                      <a:pt x="990" y="476"/>
                      <a:pt x="990" y="513"/>
                      <a:pt x="990" y="550"/>
                    </a:cubicBezTo>
                    <a:cubicBezTo>
                      <a:pt x="1026" y="550"/>
                      <a:pt x="1063" y="550"/>
                      <a:pt x="1100" y="550"/>
                    </a:cubicBezTo>
                    <a:cubicBezTo>
                      <a:pt x="1100" y="586"/>
                      <a:pt x="1100" y="623"/>
                      <a:pt x="1100" y="660"/>
                    </a:cubicBezTo>
                    <a:cubicBezTo>
                      <a:pt x="1136" y="660"/>
                      <a:pt x="1173" y="660"/>
                      <a:pt x="1210" y="660"/>
                    </a:cubicBezTo>
                    <a:cubicBezTo>
                      <a:pt x="1210" y="769"/>
                      <a:pt x="1210" y="878"/>
                      <a:pt x="1210" y="990"/>
                    </a:cubicBezTo>
                    <a:cubicBezTo>
                      <a:pt x="1174" y="990"/>
                      <a:pt x="1137" y="990"/>
                      <a:pt x="1100" y="990"/>
                    </a:cubicBezTo>
                    <a:cubicBezTo>
                      <a:pt x="1100" y="1026"/>
                      <a:pt x="1100" y="1063"/>
                      <a:pt x="1100" y="1100"/>
                    </a:cubicBezTo>
                    <a:cubicBezTo>
                      <a:pt x="1063" y="1084"/>
                      <a:pt x="1026" y="1068"/>
                      <a:pt x="990" y="1052"/>
                    </a:cubicBezTo>
                    <a:cubicBezTo>
                      <a:pt x="970" y="1043"/>
                      <a:pt x="949" y="1034"/>
                      <a:pt x="928" y="1025"/>
                    </a:cubicBezTo>
                    <a:cubicBezTo>
                      <a:pt x="912" y="1013"/>
                      <a:pt x="896" y="1002"/>
                      <a:pt x="880" y="990"/>
                    </a:cubicBezTo>
                    <a:cubicBezTo>
                      <a:pt x="873" y="931"/>
                      <a:pt x="873" y="931"/>
                      <a:pt x="880" y="880"/>
                    </a:cubicBezTo>
                    <a:cubicBezTo>
                      <a:pt x="844" y="880"/>
                      <a:pt x="807" y="880"/>
                      <a:pt x="770" y="880"/>
                    </a:cubicBezTo>
                    <a:cubicBezTo>
                      <a:pt x="770" y="844"/>
                      <a:pt x="770" y="807"/>
                      <a:pt x="770" y="770"/>
                    </a:cubicBezTo>
                    <a:cubicBezTo>
                      <a:pt x="734" y="770"/>
                      <a:pt x="697" y="770"/>
                      <a:pt x="660" y="770"/>
                    </a:cubicBezTo>
                    <a:cubicBezTo>
                      <a:pt x="660" y="734"/>
                      <a:pt x="660" y="697"/>
                      <a:pt x="660" y="660"/>
                    </a:cubicBezTo>
                    <a:cubicBezTo>
                      <a:pt x="624" y="660"/>
                      <a:pt x="587" y="660"/>
                      <a:pt x="550" y="660"/>
                    </a:cubicBezTo>
                    <a:cubicBezTo>
                      <a:pt x="550" y="624"/>
                      <a:pt x="550" y="587"/>
                      <a:pt x="550" y="550"/>
                    </a:cubicBezTo>
                    <a:cubicBezTo>
                      <a:pt x="514" y="550"/>
                      <a:pt x="477" y="550"/>
                      <a:pt x="440" y="550"/>
                    </a:cubicBezTo>
                    <a:cubicBezTo>
                      <a:pt x="440" y="514"/>
                      <a:pt x="440" y="477"/>
                      <a:pt x="440" y="440"/>
                    </a:cubicBezTo>
                    <a:cubicBezTo>
                      <a:pt x="404" y="440"/>
                      <a:pt x="367" y="440"/>
                      <a:pt x="330" y="440"/>
                    </a:cubicBezTo>
                    <a:cubicBezTo>
                      <a:pt x="330" y="404"/>
                      <a:pt x="330" y="367"/>
                      <a:pt x="330" y="330"/>
                    </a:cubicBezTo>
                    <a:cubicBezTo>
                      <a:pt x="294" y="330"/>
                      <a:pt x="257" y="330"/>
                      <a:pt x="220" y="330"/>
                    </a:cubicBezTo>
                    <a:cubicBezTo>
                      <a:pt x="222" y="313"/>
                      <a:pt x="225" y="296"/>
                      <a:pt x="227" y="278"/>
                    </a:cubicBezTo>
                    <a:cubicBezTo>
                      <a:pt x="226" y="269"/>
                      <a:pt x="226" y="269"/>
                      <a:pt x="220" y="220"/>
                    </a:cubicBezTo>
                    <a:cubicBezTo>
                      <a:pt x="172" y="189"/>
                      <a:pt x="172" y="189"/>
                      <a:pt x="110" y="165"/>
                    </a:cubicBezTo>
                    <a:cubicBezTo>
                      <a:pt x="48" y="141"/>
                      <a:pt x="48" y="141"/>
                      <a:pt x="0" y="110"/>
                    </a:cubicBezTo>
                    <a:cubicBezTo>
                      <a:pt x="0" y="74"/>
                      <a:pt x="0" y="3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31" name="ICON_SKILL_SCRIPT_path_009"/>
              <p:cNvSpPr/>
              <p:nvPr/>
            </p:nvSpPr>
            <p:spPr>
              <a:xfrm>
                <a:off x="6587490" y="1802670"/>
                <a:ext cx="18161" cy="18351"/>
              </a:xfrm>
              <a:custGeom>
                <a:avLst/>
                <a:gdLst/>
                <a:ahLst/>
                <a:cxnLst/>
                <a:rect l="0" t="0" r="r" b="b"/>
                <a:pathLst>
                  <a:path w="1430" h="1445" fill="norm" stroke="0">
                    <a:moveTo>
                      <a:pt x="0" y="0"/>
                    </a:moveTo>
                    <a:cubicBezTo>
                      <a:pt x="37" y="16"/>
                      <a:pt x="74" y="32"/>
                      <a:pt x="110" y="48"/>
                    </a:cubicBezTo>
                    <a:cubicBezTo>
                      <a:pt x="130" y="57"/>
                      <a:pt x="151" y="66"/>
                      <a:pt x="172" y="75"/>
                    </a:cubicBezTo>
                    <a:cubicBezTo>
                      <a:pt x="188" y="87"/>
                      <a:pt x="204" y="98"/>
                      <a:pt x="220" y="110"/>
                    </a:cubicBezTo>
                    <a:cubicBezTo>
                      <a:pt x="227" y="169"/>
                      <a:pt x="227" y="169"/>
                      <a:pt x="220" y="220"/>
                    </a:cubicBezTo>
                    <a:cubicBezTo>
                      <a:pt x="256" y="220"/>
                      <a:pt x="293" y="220"/>
                      <a:pt x="330" y="220"/>
                    </a:cubicBezTo>
                    <a:cubicBezTo>
                      <a:pt x="330" y="256"/>
                      <a:pt x="330" y="293"/>
                      <a:pt x="330" y="330"/>
                    </a:cubicBezTo>
                    <a:cubicBezTo>
                      <a:pt x="366" y="330"/>
                      <a:pt x="403" y="330"/>
                      <a:pt x="440" y="330"/>
                    </a:cubicBezTo>
                    <a:cubicBezTo>
                      <a:pt x="440" y="366"/>
                      <a:pt x="440" y="403"/>
                      <a:pt x="440" y="440"/>
                    </a:cubicBezTo>
                    <a:cubicBezTo>
                      <a:pt x="476" y="440"/>
                      <a:pt x="513" y="440"/>
                      <a:pt x="550" y="440"/>
                    </a:cubicBezTo>
                    <a:cubicBezTo>
                      <a:pt x="550" y="476"/>
                      <a:pt x="550" y="513"/>
                      <a:pt x="550" y="550"/>
                    </a:cubicBezTo>
                    <a:cubicBezTo>
                      <a:pt x="586" y="550"/>
                      <a:pt x="623" y="550"/>
                      <a:pt x="660" y="550"/>
                    </a:cubicBezTo>
                    <a:cubicBezTo>
                      <a:pt x="660" y="586"/>
                      <a:pt x="660" y="623"/>
                      <a:pt x="660" y="660"/>
                    </a:cubicBezTo>
                    <a:cubicBezTo>
                      <a:pt x="696" y="660"/>
                      <a:pt x="733" y="660"/>
                      <a:pt x="770" y="660"/>
                    </a:cubicBezTo>
                    <a:cubicBezTo>
                      <a:pt x="770" y="696"/>
                      <a:pt x="770" y="733"/>
                      <a:pt x="770" y="770"/>
                    </a:cubicBezTo>
                    <a:cubicBezTo>
                      <a:pt x="806" y="770"/>
                      <a:pt x="843" y="770"/>
                      <a:pt x="880" y="770"/>
                    </a:cubicBezTo>
                    <a:cubicBezTo>
                      <a:pt x="880" y="806"/>
                      <a:pt x="880" y="843"/>
                      <a:pt x="880" y="880"/>
                    </a:cubicBezTo>
                    <a:cubicBezTo>
                      <a:pt x="916" y="880"/>
                      <a:pt x="953" y="880"/>
                      <a:pt x="990" y="880"/>
                    </a:cubicBezTo>
                    <a:cubicBezTo>
                      <a:pt x="990" y="916"/>
                      <a:pt x="990" y="953"/>
                      <a:pt x="990" y="990"/>
                    </a:cubicBezTo>
                    <a:cubicBezTo>
                      <a:pt x="1026" y="990"/>
                      <a:pt x="1063" y="990"/>
                      <a:pt x="1100" y="990"/>
                    </a:cubicBezTo>
                    <a:cubicBezTo>
                      <a:pt x="1100" y="1026"/>
                      <a:pt x="1100" y="1063"/>
                      <a:pt x="1100" y="1100"/>
                    </a:cubicBezTo>
                    <a:cubicBezTo>
                      <a:pt x="1136" y="1100"/>
                      <a:pt x="1173" y="1100"/>
                      <a:pt x="1210" y="1100"/>
                    </a:cubicBezTo>
                    <a:cubicBezTo>
                      <a:pt x="1208" y="1117"/>
                      <a:pt x="1205" y="1134"/>
                      <a:pt x="1203" y="1151"/>
                    </a:cubicBezTo>
                    <a:cubicBezTo>
                      <a:pt x="1205" y="1171"/>
                      <a:pt x="1208" y="1190"/>
                      <a:pt x="1210" y="1210"/>
                    </a:cubicBezTo>
                    <a:cubicBezTo>
                      <a:pt x="1258" y="1245"/>
                      <a:pt x="1258" y="1245"/>
                      <a:pt x="1320" y="1272"/>
                    </a:cubicBezTo>
                    <a:cubicBezTo>
                      <a:pt x="1340" y="1281"/>
                      <a:pt x="1361" y="1290"/>
                      <a:pt x="1382" y="1300"/>
                    </a:cubicBezTo>
                    <a:cubicBezTo>
                      <a:pt x="1398" y="1306"/>
                      <a:pt x="1414" y="1313"/>
                      <a:pt x="1430" y="1320"/>
                    </a:cubicBezTo>
                    <a:cubicBezTo>
                      <a:pt x="1408" y="1375"/>
                      <a:pt x="1408" y="1375"/>
                      <a:pt x="1375" y="1430"/>
                    </a:cubicBezTo>
                    <a:cubicBezTo>
                      <a:pt x="1317" y="1445"/>
                      <a:pt x="1270" y="1435"/>
                      <a:pt x="1210" y="1430"/>
                    </a:cubicBezTo>
                    <a:cubicBezTo>
                      <a:pt x="1210" y="1394"/>
                      <a:pt x="1210" y="1357"/>
                      <a:pt x="1210" y="1320"/>
                    </a:cubicBezTo>
                    <a:cubicBezTo>
                      <a:pt x="1137" y="1320"/>
                      <a:pt x="1065" y="1320"/>
                      <a:pt x="990" y="1320"/>
                    </a:cubicBezTo>
                    <a:cubicBezTo>
                      <a:pt x="990" y="1247"/>
                      <a:pt x="990" y="1175"/>
                      <a:pt x="990" y="1100"/>
                    </a:cubicBezTo>
                    <a:cubicBezTo>
                      <a:pt x="954" y="1100"/>
                      <a:pt x="917" y="1100"/>
                      <a:pt x="880" y="1100"/>
                    </a:cubicBezTo>
                    <a:cubicBezTo>
                      <a:pt x="880" y="1064"/>
                      <a:pt x="880" y="1027"/>
                      <a:pt x="880" y="990"/>
                    </a:cubicBezTo>
                    <a:cubicBezTo>
                      <a:pt x="807" y="990"/>
                      <a:pt x="735" y="990"/>
                      <a:pt x="660" y="990"/>
                    </a:cubicBezTo>
                    <a:cubicBezTo>
                      <a:pt x="660" y="954"/>
                      <a:pt x="660" y="917"/>
                      <a:pt x="660" y="880"/>
                    </a:cubicBezTo>
                    <a:cubicBezTo>
                      <a:pt x="587" y="880"/>
                      <a:pt x="515" y="880"/>
                      <a:pt x="440" y="880"/>
                    </a:cubicBezTo>
                    <a:cubicBezTo>
                      <a:pt x="440" y="807"/>
                      <a:pt x="440" y="735"/>
                      <a:pt x="440" y="660"/>
                    </a:cubicBezTo>
                    <a:cubicBezTo>
                      <a:pt x="367" y="660"/>
                      <a:pt x="295" y="660"/>
                      <a:pt x="220" y="660"/>
                    </a:cubicBezTo>
                    <a:cubicBezTo>
                      <a:pt x="220" y="551"/>
                      <a:pt x="220" y="442"/>
                      <a:pt x="220" y="330"/>
                    </a:cubicBezTo>
                    <a:cubicBezTo>
                      <a:pt x="184" y="330"/>
                      <a:pt x="147" y="330"/>
                      <a:pt x="110" y="330"/>
                    </a:cubicBezTo>
                    <a:cubicBezTo>
                      <a:pt x="110" y="294"/>
                      <a:pt x="110" y="257"/>
                      <a:pt x="110" y="220"/>
                    </a:cubicBezTo>
                    <a:cubicBezTo>
                      <a:pt x="74" y="220"/>
                      <a:pt x="37" y="220"/>
                      <a:pt x="0" y="220"/>
                    </a:cubicBezTo>
                    <a:cubicBezTo>
                      <a:pt x="0" y="147"/>
                      <a:pt x="0" y="75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32" name="ICON_SKILL_SCRIPT_path_010"/>
              <p:cNvSpPr/>
              <p:nvPr/>
            </p:nvSpPr>
            <p:spPr>
              <a:xfrm>
                <a:off x="6415659" y="1778921"/>
                <a:ext cx="16764" cy="16764"/>
              </a:xfrm>
              <a:custGeom>
                <a:avLst/>
                <a:gdLst/>
                <a:ahLst/>
                <a:cxnLst/>
                <a:rect l="0" t="0" r="r" b="b"/>
                <a:pathLst>
                  <a:path w="1320" h="1320" fill="norm" stroke="0">
                    <a:moveTo>
                      <a:pt x="990" y="0"/>
                    </a:moveTo>
                    <a:cubicBezTo>
                      <a:pt x="1099" y="0"/>
                      <a:pt x="1208" y="0"/>
                      <a:pt x="1320" y="0"/>
                    </a:cubicBezTo>
                    <a:cubicBezTo>
                      <a:pt x="1245" y="172"/>
                      <a:pt x="1245" y="172"/>
                      <a:pt x="1210" y="220"/>
                    </a:cubicBezTo>
                    <a:cubicBezTo>
                      <a:pt x="1151" y="227"/>
                      <a:pt x="1151" y="227"/>
                      <a:pt x="1100" y="220"/>
                    </a:cubicBezTo>
                    <a:cubicBezTo>
                      <a:pt x="1100" y="256"/>
                      <a:pt x="1100" y="293"/>
                      <a:pt x="1100" y="330"/>
                    </a:cubicBezTo>
                    <a:cubicBezTo>
                      <a:pt x="1064" y="330"/>
                      <a:pt x="1027" y="330"/>
                      <a:pt x="990" y="330"/>
                    </a:cubicBezTo>
                    <a:cubicBezTo>
                      <a:pt x="990" y="366"/>
                      <a:pt x="990" y="403"/>
                      <a:pt x="990" y="440"/>
                    </a:cubicBezTo>
                    <a:cubicBezTo>
                      <a:pt x="954" y="440"/>
                      <a:pt x="917" y="440"/>
                      <a:pt x="880" y="440"/>
                    </a:cubicBezTo>
                    <a:cubicBezTo>
                      <a:pt x="880" y="476"/>
                      <a:pt x="880" y="513"/>
                      <a:pt x="880" y="550"/>
                    </a:cubicBezTo>
                    <a:cubicBezTo>
                      <a:pt x="844" y="550"/>
                      <a:pt x="807" y="550"/>
                      <a:pt x="770" y="550"/>
                    </a:cubicBezTo>
                    <a:cubicBezTo>
                      <a:pt x="770" y="586"/>
                      <a:pt x="770" y="623"/>
                      <a:pt x="770" y="660"/>
                    </a:cubicBezTo>
                    <a:cubicBezTo>
                      <a:pt x="734" y="660"/>
                      <a:pt x="697" y="660"/>
                      <a:pt x="660" y="660"/>
                    </a:cubicBezTo>
                    <a:cubicBezTo>
                      <a:pt x="660" y="696"/>
                      <a:pt x="660" y="733"/>
                      <a:pt x="660" y="770"/>
                    </a:cubicBezTo>
                    <a:cubicBezTo>
                      <a:pt x="624" y="770"/>
                      <a:pt x="587" y="770"/>
                      <a:pt x="550" y="770"/>
                    </a:cubicBezTo>
                    <a:cubicBezTo>
                      <a:pt x="550" y="806"/>
                      <a:pt x="550" y="843"/>
                      <a:pt x="550" y="880"/>
                    </a:cubicBezTo>
                    <a:cubicBezTo>
                      <a:pt x="533" y="878"/>
                      <a:pt x="516" y="876"/>
                      <a:pt x="498" y="874"/>
                    </a:cubicBezTo>
                    <a:cubicBezTo>
                      <a:pt x="479" y="876"/>
                      <a:pt x="460" y="878"/>
                      <a:pt x="440" y="880"/>
                    </a:cubicBezTo>
                    <a:cubicBezTo>
                      <a:pt x="413" y="920"/>
                      <a:pt x="413" y="920"/>
                      <a:pt x="392" y="976"/>
                    </a:cubicBezTo>
                    <a:cubicBezTo>
                      <a:pt x="327" y="1123"/>
                      <a:pt x="227" y="1213"/>
                      <a:pt x="110" y="1320"/>
                    </a:cubicBezTo>
                    <a:cubicBezTo>
                      <a:pt x="74" y="1302"/>
                      <a:pt x="37" y="1284"/>
                      <a:pt x="0" y="1265"/>
                    </a:cubicBezTo>
                    <a:cubicBezTo>
                      <a:pt x="11" y="1258"/>
                      <a:pt x="23" y="1251"/>
                      <a:pt x="34" y="1244"/>
                    </a:cubicBezTo>
                    <a:cubicBezTo>
                      <a:pt x="150" y="1156"/>
                      <a:pt x="177" y="1071"/>
                      <a:pt x="196" y="931"/>
                    </a:cubicBezTo>
                    <a:cubicBezTo>
                      <a:pt x="206" y="841"/>
                      <a:pt x="214" y="751"/>
                      <a:pt x="220" y="660"/>
                    </a:cubicBezTo>
                    <a:cubicBezTo>
                      <a:pt x="256" y="660"/>
                      <a:pt x="293" y="660"/>
                      <a:pt x="330" y="660"/>
                    </a:cubicBezTo>
                    <a:cubicBezTo>
                      <a:pt x="330" y="624"/>
                      <a:pt x="330" y="587"/>
                      <a:pt x="330" y="550"/>
                    </a:cubicBezTo>
                    <a:cubicBezTo>
                      <a:pt x="366" y="550"/>
                      <a:pt x="403" y="550"/>
                      <a:pt x="440" y="550"/>
                    </a:cubicBezTo>
                    <a:cubicBezTo>
                      <a:pt x="440" y="514"/>
                      <a:pt x="440" y="477"/>
                      <a:pt x="440" y="440"/>
                    </a:cubicBezTo>
                    <a:cubicBezTo>
                      <a:pt x="476" y="440"/>
                      <a:pt x="513" y="440"/>
                      <a:pt x="550" y="440"/>
                    </a:cubicBezTo>
                    <a:cubicBezTo>
                      <a:pt x="550" y="476"/>
                      <a:pt x="550" y="513"/>
                      <a:pt x="550" y="550"/>
                    </a:cubicBezTo>
                    <a:cubicBezTo>
                      <a:pt x="586" y="550"/>
                      <a:pt x="623" y="550"/>
                      <a:pt x="660" y="550"/>
                    </a:cubicBezTo>
                    <a:cubicBezTo>
                      <a:pt x="660" y="514"/>
                      <a:pt x="660" y="477"/>
                      <a:pt x="660" y="440"/>
                    </a:cubicBezTo>
                    <a:cubicBezTo>
                      <a:pt x="696" y="440"/>
                      <a:pt x="733" y="440"/>
                      <a:pt x="770" y="440"/>
                    </a:cubicBezTo>
                    <a:cubicBezTo>
                      <a:pt x="770" y="331"/>
                      <a:pt x="770" y="222"/>
                      <a:pt x="770" y="110"/>
                    </a:cubicBezTo>
                    <a:cubicBezTo>
                      <a:pt x="843" y="110"/>
                      <a:pt x="915" y="110"/>
                      <a:pt x="990" y="110"/>
                    </a:cubicBezTo>
                    <a:cubicBezTo>
                      <a:pt x="990" y="74"/>
                      <a:pt x="990" y="37"/>
                      <a:pt x="99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33" name="ICON_SKILL_SCRIPT_path_011"/>
              <p:cNvSpPr/>
              <p:nvPr/>
            </p:nvSpPr>
            <p:spPr>
              <a:xfrm>
                <a:off x="6609842" y="1922812"/>
                <a:ext cx="25146" cy="23749"/>
              </a:xfrm>
              <a:custGeom>
                <a:avLst/>
                <a:gdLst/>
                <a:ahLst/>
                <a:cxnLst/>
                <a:rect l="0" t="0" r="r" b="b"/>
                <a:pathLst>
                  <a:path w="1980" h="1870" fill="norm" stroke="0">
                    <a:moveTo>
                      <a:pt x="1870" y="0"/>
                    </a:moveTo>
                    <a:cubicBezTo>
                      <a:pt x="1906" y="18"/>
                      <a:pt x="1943" y="36"/>
                      <a:pt x="1980" y="55"/>
                    </a:cubicBezTo>
                    <a:cubicBezTo>
                      <a:pt x="1947" y="114"/>
                      <a:pt x="1914" y="169"/>
                      <a:pt x="1870" y="220"/>
                    </a:cubicBezTo>
                    <a:cubicBezTo>
                      <a:pt x="1808" y="230"/>
                      <a:pt x="1808" y="230"/>
                      <a:pt x="1760" y="220"/>
                    </a:cubicBezTo>
                    <a:cubicBezTo>
                      <a:pt x="1760" y="256"/>
                      <a:pt x="1760" y="293"/>
                      <a:pt x="1760" y="330"/>
                    </a:cubicBezTo>
                    <a:cubicBezTo>
                      <a:pt x="1724" y="330"/>
                      <a:pt x="1687" y="330"/>
                      <a:pt x="1650" y="330"/>
                    </a:cubicBezTo>
                    <a:cubicBezTo>
                      <a:pt x="1650" y="366"/>
                      <a:pt x="1650" y="403"/>
                      <a:pt x="1650" y="440"/>
                    </a:cubicBezTo>
                    <a:cubicBezTo>
                      <a:pt x="1614" y="440"/>
                      <a:pt x="1577" y="440"/>
                      <a:pt x="1540" y="440"/>
                    </a:cubicBezTo>
                    <a:cubicBezTo>
                      <a:pt x="1540" y="476"/>
                      <a:pt x="1540" y="513"/>
                      <a:pt x="1540" y="550"/>
                    </a:cubicBezTo>
                    <a:cubicBezTo>
                      <a:pt x="1504" y="550"/>
                      <a:pt x="1467" y="550"/>
                      <a:pt x="1430" y="550"/>
                    </a:cubicBezTo>
                    <a:cubicBezTo>
                      <a:pt x="1430" y="586"/>
                      <a:pt x="1430" y="623"/>
                      <a:pt x="1430" y="660"/>
                    </a:cubicBezTo>
                    <a:cubicBezTo>
                      <a:pt x="1394" y="660"/>
                      <a:pt x="1357" y="660"/>
                      <a:pt x="1320" y="660"/>
                    </a:cubicBezTo>
                    <a:cubicBezTo>
                      <a:pt x="1320" y="696"/>
                      <a:pt x="1320" y="733"/>
                      <a:pt x="1320" y="770"/>
                    </a:cubicBezTo>
                    <a:cubicBezTo>
                      <a:pt x="1284" y="770"/>
                      <a:pt x="1247" y="770"/>
                      <a:pt x="1210" y="770"/>
                    </a:cubicBezTo>
                    <a:cubicBezTo>
                      <a:pt x="1210" y="806"/>
                      <a:pt x="1210" y="843"/>
                      <a:pt x="1210" y="880"/>
                    </a:cubicBezTo>
                    <a:cubicBezTo>
                      <a:pt x="1174" y="880"/>
                      <a:pt x="1137" y="880"/>
                      <a:pt x="1100" y="880"/>
                    </a:cubicBezTo>
                    <a:cubicBezTo>
                      <a:pt x="1100" y="916"/>
                      <a:pt x="1100" y="953"/>
                      <a:pt x="1100" y="990"/>
                    </a:cubicBezTo>
                    <a:cubicBezTo>
                      <a:pt x="1064" y="990"/>
                      <a:pt x="1027" y="990"/>
                      <a:pt x="990" y="990"/>
                    </a:cubicBezTo>
                    <a:cubicBezTo>
                      <a:pt x="993" y="1006"/>
                      <a:pt x="997" y="1022"/>
                      <a:pt x="1000" y="1038"/>
                    </a:cubicBezTo>
                    <a:cubicBezTo>
                      <a:pt x="999" y="1048"/>
                      <a:pt x="999" y="1048"/>
                      <a:pt x="990" y="1100"/>
                    </a:cubicBezTo>
                    <a:cubicBezTo>
                      <a:pt x="955" y="1124"/>
                      <a:pt x="955" y="1124"/>
                      <a:pt x="911" y="1148"/>
                    </a:cubicBezTo>
                    <a:cubicBezTo>
                      <a:pt x="851" y="1183"/>
                      <a:pt x="829" y="1201"/>
                      <a:pt x="802" y="1266"/>
                    </a:cubicBezTo>
                    <a:cubicBezTo>
                      <a:pt x="789" y="1320"/>
                      <a:pt x="778" y="1374"/>
                      <a:pt x="770" y="1430"/>
                    </a:cubicBezTo>
                    <a:cubicBezTo>
                      <a:pt x="734" y="1430"/>
                      <a:pt x="697" y="1430"/>
                      <a:pt x="660" y="1430"/>
                    </a:cubicBezTo>
                    <a:cubicBezTo>
                      <a:pt x="660" y="1466"/>
                      <a:pt x="660" y="1503"/>
                      <a:pt x="660" y="1540"/>
                    </a:cubicBezTo>
                    <a:cubicBezTo>
                      <a:pt x="624" y="1540"/>
                      <a:pt x="587" y="1540"/>
                      <a:pt x="550" y="1540"/>
                    </a:cubicBezTo>
                    <a:cubicBezTo>
                      <a:pt x="550" y="1576"/>
                      <a:pt x="550" y="1613"/>
                      <a:pt x="550" y="1650"/>
                    </a:cubicBezTo>
                    <a:cubicBezTo>
                      <a:pt x="514" y="1650"/>
                      <a:pt x="477" y="1650"/>
                      <a:pt x="440" y="1650"/>
                    </a:cubicBezTo>
                    <a:cubicBezTo>
                      <a:pt x="440" y="1686"/>
                      <a:pt x="440" y="1723"/>
                      <a:pt x="440" y="1760"/>
                    </a:cubicBezTo>
                    <a:cubicBezTo>
                      <a:pt x="367" y="1760"/>
                      <a:pt x="295" y="1760"/>
                      <a:pt x="220" y="1760"/>
                    </a:cubicBezTo>
                    <a:cubicBezTo>
                      <a:pt x="220" y="1796"/>
                      <a:pt x="220" y="1833"/>
                      <a:pt x="220" y="1870"/>
                    </a:cubicBezTo>
                    <a:cubicBezTo>
                      <a:pt x="147" y="1870"/>
                      <a:pt x="75" y="1870"/>
                      <a:pt x="0" y="1870"/>
                    </a:cubicBezTo>
                    <a:cubicBezTo>
                      <a:pt x="65" y="1675"/>
                      <a:pt x="65" y="1675"/>
                      <a:pt x="148" y="1629"/>
                    </a:cubicBezTo>
                    <a:cubicBezTo>
                      <a:pt x="242" y="1590"/>
                      <a:pt x="340" y="1564"/>
                      <a:pt x="440" y="1540"/>
                    </a:cubicBezTo>
                    <a:cubicBezTo>
                      <a:pt x="440" y="1504"/>
                      <a:pt x="440" y="1467"/>
                      <a:pt x="440" y="1430"/>
                    </a:cubicBezTo>
                    <a:cubicBezTo>
                      <a:pt x="449" y="1431"/>
                      <a:pt x="449" y="1431"/>
                      <a:pt x="492" y="1436"/>
                    </a:cubicBezTo>
                    <a:cubicBezTo>
                      <a:pt x="511" y="1434"/>
                      <a:pt x="530" y="1432"/>
                      <a:pt x="550" y="1430"/>
                    </a:cubicBezTo>
                    <a:cubicBezTo>
                      <a:pt x="575" y="1392"/>
                      <a:pt x="575" y="1392"/>
                      <a:pt x="595" y="1338"/>
                    </a:cubicBezTo>
                    <a:cubicBezTo>
                      <a:pt x="672" y="1168"/>
                      <a:pt x="804" y="1052"/>
                      <a:pt x="935" y="924"/>
                    </a:cubicBezTo>
                    <a:cubicBezTo>
                      <a:pt x="962" y="897"/>
                      <a:pt x="989" y="870"/>
                      <a:pt x="1016" y="843"/>
                    </a:cubicBezTo>
                    <a:cubicBezTo>
                      <a:pt x="1087" y="773"/>
                      <a:pt x="1158" y="704"/>
                      <a:pt x="1228" y="634"/>
                    </a:cubicBezTo>
                    <a:cubicBezTo>
                      <a:pt x="1301" y="563"/>
                      <a:pt x="1373" y="491"/>
                      <a:pt x="1445" y="419"/>
                    </a:cubicBezTo>
                    <a:cubicBezTo>
                      <a:pt x="1587" y="279"/>
                      <a:pt x="1728" y="140"/>
                      <a:pt x="187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34" name="ICON_SKILL_SCRIPT_path_012"/>
              <p:cNvSpPr/>
              <p:nvPr/>
            </p:nvSpPr>
            <p:spPr>
              <a:xfrm>
                <a:off x="6379337" y="1893475"/>
                <a:ext cx="11263" cy="11176"/>
              </a:xfrm>
              <a:custGeom>
                <a:avLst/>
                <a:gdLst/>
                <a:ahLst/>
                <a:cxnLst/>
                <a:rect l="0" t="0" r="r" b="b"/>
                <a:pathLst>
                  <a:path w="887" h="880" fill="norm" stroke="0">
                    <a:moveTo>
                      <a:pt x="110" y="0"/>
                    </a:moveTo>
                    <a:cubicBezTo>
                      <a:pt x="147" y="16"/>
                      <a:pt x="184" y="32"/>
                      <a:pt x="220" y="48"/>
                    </a:cubicBezTo>
                    <a:cubicBezTo>
                      <a:pt x="240" y="57"/>
                      <a:pt x="261" y="66"/>
                      <a:pt x="282" y="75"/>
                    </a:cubicBezTo>
                    <a:cubicBezTo>
                      <a:pt x="298" y="87"/>
                      <a:pt x="314" y="98"/>
                      <a:pt x="330" y="110"/>
                    </a:cubicBezTo>
                    <a:cubicBezTo>
                      <a:pt x="337" y="169"/>
                      <a:pt x="337" y="169"/>
                      <a:pt x="330" y="220"/>
                    </a:cubicBezTo>
                    <a:cubicBezTo>
                      <a:pt x="366" y="220"/>
                      <a:pt x="403" y="220"/>
                      <a:pt x="440" y="220"/>
                    </a:cubicBezTo>
                    <a:cubicBezTo>
                      <a:pt x="440" y="256"/>
                      <a:pt x="440" y="293"/>
                      <a:pt x="440" y="330"/>
                    </a:cubicBezTo>
                    <a:cubicBezTo>
                      <a:pt x="476" y="330"/>
                      <a:pt x="513" y="330"/>
                      <a:pt x="550" y="330"/>
                    </a:cubicBezTo>
                    <a:cubicBezTo>
                      <a:pt x="550" y="366"/>
                      <a:pt x="550" y="403"/>
                      <a:pt x="550" y="440"/>
                    </a:cubicBezTo>
                    <a:cubicBezTo>
                      <a:pt x="586" y="440"/>
                      <a:pt x="623" y="440"/>
                      <a:pt x="660" y="440"/>
                    </a:cubicBezTo>
                    <a:cubicBezTo>
                      <a:pt x="659" y="449"/>
                      <a:pt x="659" y="449"/>
                      <a:pt x="653" y="492"/>
                    </a:cubicBezTo>
                    <a:cubicBezTo>
                      <a:pt x="655" y="511"/>
                      <a:pt x="658" y="530"/>
                      <a:pt x="660" y="550"/>
                    </a:cubicBezTo>
                    <a:cubicBezTo>
                      <a:pt x="708" y="581"/>
                      <a:pt x="708" y="581"/>
                      <a:pt x="770" y="605"/>
                    </a:cubicBezTo>
                    <a:cubicBezTo>
                      <a:pt x="832" y="629"/>
                      <a:pt x="832" y="629"/>
                      <a:pt x="880" y="660"/>
                    </a:cubicBezTo>
                    <a:cubicBezTo>
                      <a:pt x="887" y="718"/>
                      <a:pt x="887" y="718"/>
                      <a:pt x="880" y="770"/>
                    </a:cubicBezTo>
                    <a:cubicBezTo>
                      <a:pt x="844" y="770"/>
                      <a:pt x="807" y="770"/>
                      <a:pt x="770" y="770"/>
                    </a:cubicBezTo>
                    <a:cubicBezTo>
                      <a:pt x="770" y="806"/>
                      <a:pt x="770" y="843"/>
                      <a:pt x="770" y="880"/>
                    </a:cubicBezTo>
                    <a:cubicBezTo>
                      <a:pt x="734" y="880"/>
                      <a:pt x="697" y="880"/>
                      <a:pt x="660" y="880"/>
                    </a:cubicBezTo>
                    <a:cubicBezTo>
                      <a:pt x="660" y="844"/>
                      <a:pt x="660" y="807"/>
                      <a:pt x="660" y="770"/>
                    </a:cubicBezTo>
                    <a:cubicBezTo>
                      <a:pt x="587" y="770"/>
                      <a:pt x="515" y="770"/>
                      <a:pt x="440" y="770"/>
                    </a:cubicBezTo>
                    <a:cubicBezTo>
                      <a:pt x="440" y="734"/>
                      <a:pt x="440" y="697"/>
                      <a:pt x="440" y="660"/>
                    </a:cubicBezTo>
                    <a:cubicBezTo>
                      <a:pt x="404" y="660"/>
                      <a:pt x="367" y="660"/>
                      <a:pt x="330" y="660"/>
                    </a:cubicBezTo>
                    <a:cubicBezTo>
                      <a:pt x="330" y="624"/>
                      <a:pt x="330" y="587"/>
                      <a:pt x="330" y="550"/>
                    </a:cubicBezTo>
                    <a:cubicBezTo>
                      <a:pt x="294" y="550"/>
                      <a:pt x="257" y="550"/>
                      <a:pt x="220" y="550"/>
                    </a:cubicBezTo>
                    <a:cubicBezTo>
                      <a:pt x="220" y="514"/>
                      <a:pt x="220" y="477"/>
                      <a:pt x="220" y="440"/>
                    </a:cubicBezTo>
                    <a:cubicBezTo>
                      <a:pt x="184" y="440"/>
                      <a:pt x="147" y="440"/>
                      <a:pt x="110" y="440"/>
                    </a:cubicBezTo>
                    <a:cubicBezTo>
                      <a:pt x="110" y="367"/>
                      <a:pt x="110" y="295"/>
                      <a:pt x="110" y="220"/>
                    </a:cubicBezTo>
                    <a:cubicBezTo>
                      <a:pt x="74" y="220"/>
                      <a:pt x="37" y="220"/>
                      <a:pt x="0" y="220"/>
                    </a:cubicBezTo>
                    <a:cubicBezTo>
                      <a:pt x="0" y="184"/>
                      <a:pt x="0" y="147"/>
                      <a:pt x="0" y="110"/>
                    </a:cubicBezTo>
                    <a:cubicBezTo>
                      <a:pt x="36" y="110"/>
                      <a:pt x="73" y="110"/>
                      <a:pt x="110" y="110"/>
                    </a:cubicBezTo>
                    <a:cubicBezTo>
                      <a:pt x="110" y="74"/>
                      <a:pt x="110" y="37"/>
                      <a:pt x="11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35" name="ICON_SKILL_SCRIPT_path_013"/>
              <p:cNvSpPr/>
              <p:nvPr/>
            </p:nvSpPr>
            <p:spPr>
              <a:xfrm>
                <a:off x="6355588" y="1871123"/>
                <a:ext cx="12660" cy="11176"/>
              </a:xfrm>
              <a:custGeom>
                <a:avLst/>
                <a:gdLst/>
                <a:ahLst/>
                <a:cxnLst/>
                <a:rect l="0" t="0" r="r" b="b"/>
                <a:pathLst>
                  <a:path w="997" h="880" fill="norm" stroke="0">
                    <a:moveTo>
                      <a:pt x="110" y="0"/>
                    </a:moveTo>
                    <a:cubicBezTo>
                      <a:pt x="147" y="16"/>
                      <a:pt x="184" y="32"/>
                      <a:pt x="220" y="48"/>
                    </a:cubicBezTo>
                    <a:cubicBezTo>
                      <a:pt x="240" y="57"/>
                      <a:pt x="261" y="66"/>
                      <a:pt x="282" y="75"/>
                    </a:cubicBezTo>
                    <a:cubicBezTo>
                      <a:pt x="298" y="87"/>
                      <a:pt x="314" y="98"/>
                      <a:pt x="330" y="110"/>
                    </a:cubicBezTo>
                    <a:cubicBezTo>
                      <a:pt x="330" y="146"/>
                      <a:pt x="330" y="183"/>
                      <a:pt x="330" y="220"/>
                    </a:cubicBezTo>
                    <a:cubicBezTo>
                      <a:pt x="403" y="220"/>
                      <a:pt x="475" y="220"/>
                      <a:pt x="550" y="220"/>
                    </a:cubicBezTo>
                    <a:cubicBezTo>
                      <a:pt x="550" y="256"/>
                      <a:pt x="550" y="293"/>
                      <a:pt x="550" y="330"/>
                    </a:cubicBezTo>
                    <a:cubicBezTo>
                      <a:pt x="586" y="330"/>
                      <a:pt x="623" y="330"/>
                      <a:pt x="660" y="330"/>
                    </a:cubicBezTo>
                    <a:cubicBezTo>
                      <a:pt x="660" y="366"/>
                      <a:pt x="660" y="403"/>
                      <a:pt x="660" y="440"/>
                    </a:cubicBezTo>
                    <a:cubicBezTo>
                      <a:pt x="696" y="440"/>
                      <a:pt x="733" y="440"/>
                      <a:pt x="770" y="440"/>
                    </a:cubicBezTo>
                    <a:cubicBezTo>
                      <a:pt x="769" y="449"/>
                      <a:pt x="769" y="449"/>
                      <a:pt x="763" y="492"/>
                    </a:cubicBezTo>
                    <a:cubicBezTo>
                      <a:pt x="765" y="511"/>
                      <a:pt x="768" y="530"/>
                      <a:pt x="770" y="550"/>
                    </a:cubicBezTo>
                    <a:cubicBezTo>
                      <a:pt x="818" y="581"/>
                      <a:pt x="818" y="581"/>
                      <a:pt x="880" y="605"/>
                    </a:cubicBezTo>
                    <a:cubicBezTo>
                      <a:pt x="942" y="629"/>
                      <a:pt x="942" y="629"/>
                      <a:pt x="990" y="660"/>
                    </a:cubicBezTo>
                    <a:cubicBezTo>
                      <a:pt x="997" y="718"/>
                      <a:pt x="997" y="718"/>
                      <a:pt x="990" y="770"/>
                    </a:cubicBezTo>
                    <a:cubicBezTo>
                      <a:pt x="954" y="770"/>
                      <a:pt x="917" y="770"/>
                      <a:pt x="880" y="770"/>
                    </a:cubicBezTo>
                    <a:cubicBezTo>
                      <a:pt x="880" y="806"/>
                      <a:pt x="880" y="843"/>
                      <a:pt x="880" y="880"/>
                    </a:cubicBezTo>
                    <a:cubicBezTo>
                      <a:pt x="844" y="880"/>
                      <a:pt x="807" y="880"/>
                      <a:pt x="770" y="880"/>
                    </a:cubicBezTo>
                    <a:cubicBezTo>
                      <a:pt x="770" y="844"/>
                      <a:pt x="770" y="807"/>
                      <a:pt x="770" y="770"/>
                    </a:cubicBezTo>
                    <a:cubicBezTo>
                      <a:pt x="697" y="770"/>
                      <a:pt x="625" y="770"/>
                      <a:pt x="550" y="770"/>
                    </a:cubicBezTo>
                    <a:cubicBezTo>
                      <a:pt x="550" y="734"/>
                      <a:pt x="550" y="697"/>
                      <a:pt x="550" y="660"/>
                    </a:cubicBezTo>
                    <a:cubicBezTo>
                      <a:pt x="514" y="660"/>
                      <a:pt x="477" y="660"/>
                      <a:pt x="440" y="660"/>
                    </a:cubicBezTo>
                    <a:cubicBezTo>
                      <a:pt x="440" y="624"/>
                      <a:pt x="440" y="587"/>
                      <a:pt x="440" y="550"/>
                    </a:cubicBezTo>
                    <a:cubicBezTo>
                      <a:pt x="404" y="550"/>
                      <a:pt x="367" y="550"/>
                      <a:pt x="330" y="550"/>
                    </a:cubicBezTo>
                    <a:cubicBezTo>
                      <a:pt x="330" y="477"/>
                      <a:pt x="330" y="405"/>
                      <a:pt x="330" y="330"/>
                    </a:cubicBezTo>
                    <a:cubicBezTo>
                      <a:pt x="257" y="330"/>
                      <a:pt x="185" y="330"/>
                      <a:pt x="110" y="330"/>
                    </a:cubicBezTo>
                    <a:cubicBezTo>
                      <a:pt x="110" y="294"/>
                      <a:pt x="110" y="257"/>
                      <a:pt x="110" y="220"/>
                    </a:cubicBezTo>
                    <a:cubicBezTo>
                      <a:pt x="74" y="220"/>
                      <a:pt x="37" y="220"/>
                      <a:pt x="0" y="220"/>
                    </a:cubicBezTo>
                    <a:cubicBezTo>
                      <a:pt x="0" y="184"/>
                      <a:pt x="0" y="147"/>
                      <a:pt x="0" y="110"/>
                    </a:cubicBezTo>
                    <a:cubicBezTo>
                      <a:pt x="36" y="110"/>
                      <a:pt x="73" y="110"/>
                      <a:pt x="110" y="110"/>
                    </a:cubicBezTo>
                    <a:cubicBezTo>
                      <a:pt x="110" y="74"/>
                      <a:pt x="110" y="37"/>
                      <a:pt x="11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36" name="ICON_SKILL_SCRIPT_path_014"/>
              <p:cNvSpPr/>
              <p:nvPr/>
            </p:nvSpPr>
            <p:spPr>
              <a:xfrm>
                <a:off x="6491097" y="1901857"/>
                <a:ext cx="5588" cy="11176"/>
              </a:xfrm>
              <a:custGeom>
                <a:avLst/>
                <a:gdLst/>
                <a:ahLst/>
                <a:cxnLst/>
                <a:rect l="0" t="0" r="r" b="b"/>
                <a:pathLst>
                  <a:path w="440" h="880" fill="norm" stroke="0">
                    <a:moveTo>
                      <a:pt x="0" y="0"/>
                    </a:moveTo>
                    <a:cubicBezTo>
                      <a:pt x="109" y="0"/>
                      <a:pt x="218" y="0"/>
                      <a:pt x="330" y="0"/>
                    </a:cubicBezTo>
                    <a:cubicBezTo>
                      <a:pt x="330" y="36"/>
                      <a:pt x="330" y="73"/>
                      <a:pt x="330" y="110"/>
                    </a:cubicBezTo>
                    <a:cubicBezTo>
                      <a:pt x="366" y="110"/>
                      <a:pt x="403" y="110"/>
                      <a:pt x="440" y="110"/>
                    </a:cubicBezTo>
                    <a:cubicBezTo>
                      <a:pt x="440" y="146"/>
                      <a:pt x="440" y="183"/>
                      <a:pt x="440" y="220"/>
                    </a:cubicBezTo>
                    <a:cubicBezTo>
                      <a:pt x="404" y="220"/>
                      <a:pt x="367" y="220"/>
                      <a:pt x="330" y="220"/>
                    </a:cubicBezTo>
                    <a:cubicBezTo>
                      <a:pt x="330" y="365"/>
                      <a:pt x="330" y="510"/>
                      <a:pt x="330" y="660"/>
                    </a:cubicBezTo>
                    <a:cubicBezTo>
                      <a:pt x="294" y="660"/>
                      <a:pt x="257" y="660"/>
                      <a:pt x="220" y="660"/>
                    </a:cubicBezTo>
                    <a:cubicBezTo>
                      <a:pt x="220" y="733"/>
                      <a:pt x="220" y="805"/>
                      <a:pt x="220" y="880"/>
                    </a:cubicBezTo>
                    <a:cubicBezTo>
                      <a:pt x="184" y="880"/>
                      <a:pt x="147" y="880"/>
                      <a:pt x="110" y="880"/>
                    </a:cubicBezTo>
                    <a:cubicBezTo>
                      <a:pt x="110" y="844"/>
                      <a:pt x="110" y="807"/>
                      <a:pt x="110" y="770"/>
                    </a:cubicBezTo>
                    <a:cubicBezTo>
                      <a:pt x="74" y="770"/>
                      <a:pt x="37" y="770"/>
                      <a:pt x="0" y="770"/>
                    </a:cubicBezTo>
                    <a:cubicBezTo>
                      <a:pt x="0" y="516"/>
                      <a:pt x="0" y="262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37" name="ICON_SKILL_SCRIPT_path_015"/>
              <p:cNvSpPr/>
              <p:nvPr/>
            </p:nvSpPr>
            <p:spPr>
              <a:xfrm>
                <a:off x="6633504" y="1798391"/>
                <a:ext cx="11263" cy="8469"/>
              </a:xfrm>
              <a:custGeom>
                <a:avLst/>
                <a:gdLst/>
                <a:ahLst/>
                <a:cxnLst/>
                <a:rect l="0" t="0" r="r" b="b"/>
                <a:pathLst>
                  <a:path w="887" h="667" fill="norm" stroke="0">
                    <a:moveTo>
                      <a:pt x="117" y="7"/>
                    </a:moveTo>
                    <a:cubicBezTo>
                      <a:pt x="135" y="43"/>
                      <a:pt x="153" y="79"/>
                      <a:pt x="172" y="117"/>
                    </a:cubicBezTo>
                    <a:cubicBezTo>
                      <a:pt x="179" y="99"/>
                      <a:pt x="186" y="81"/>
                      <a:pt x="192" y="62"/>
                    </a:cubicBezTo>
                    <a:cubicBezTo>
                      <a:pt x="204" y="44"/>
                      <a:pt x="215" y="26"/>
                      <a:pt x="227" y="7"/>
                    </a:cubicBezTo>
                    <a:cubicBezTo>
                      <a:pt x="285" y="0"/>
                      <a:pt x="285" y="0"/>
                      <a:pt x="337" y="7"/>
                    </a:cubicBezTo>
                    <a:cubicBezTo>
                      <a:pt x="337" y="43"/>
                      <a:pt x="337" y="79"/>
                      <a:pt x="337" y="117"/>
                    </a:cubicBezTo>
                    <a:cubicBezTo>
                      <a:pt x="373" y="117"/>
                      <a:pt x="409" y="117"/>
                      <a:pt x="447" y="117"/>
                    </a:cubicBezTo>
                    <a:cubicBezTo>
                      <a:pt x="447" y="153"/>
                      <a:pt x="447" y="189"/>
                      <a:pt x="447" y="227"/>
                    </a:cubicBezTo>
                    <a:cubicBezTo>
                      <a:pt x="519" y="227"/>
                      <a:pt x="592" y="227"/>
                      <a:pt x="667" y="227"/>
                    </a:cubicBezTo>
                    <a:cubicBezTo>
                      <a:pt x="667" y="263"/>
                      <a:pt x="667" y="299"/>
                      <a:pt x="667" y="337"/>
                    </a:cubicBezTo>
                    <a:cubicBezTo>
                      <a:pt x="703" y="337"/>
                      <a:pt x="739" y="337"/>
                      <a:pt x="777" y="337"/>
                    </a:cubicBezTo>
                    <a:cubicBezTo>
                      <a:pt x="777" y="373"/>
                      <a:pt x="777" y="409"/>
                      <a:pt x="777" y="447"/>
                    </a:cubicBezTo>
                    <a:cubicBezTo>
                      <a:pt x="813" y="447"/>
                      <a:pt x="849" y="447"/>
                      <a:pt x="887" y="447"/>
                    </a:cubicBezTo>
                    <a:cubicBezTo>
                      <a:pt x="887" y="483"/>
                      <a:pt x="887" y="519"/>
                      <a:pt x="887" y="557"/>
                    </a:cubicBezTo>
                    <a:cubicBezTo>
                      <a:pt x="778" y="557"/>
                      <a:pt x="669" y="557"/>
                      <a:pt x="557" y="557"/>
                    </a:cubicBezTo>
                    <a:cubicBezTo>
                      <a:pt x="557" y="521"/>
                      <a:pt x="557" y="484"/>
                      <a:pt x="557" y="447"/>
                    </a:cubicBezTo>
                    <a:cubicBezTo>
                      <a:pt x="539" y="456"/>
                      <a:pt x="539" y="456"/>
                      <a:pt x="447" y="502"/>
                    </a:cubicBezTo>
                    <a:cubicBezTo>
                      <a:pt x="465" y="529"/>
                      <a:pt x="465" y="529"/>
                      <a:pt x="557" y="667"/>
                    </a:cubicBezTo>
                    <a:cubicBezTo>
                      <a:pt x="520" y="651"/>
                      <a:pt x="483" y="635"/>
                      <a:pt x="447" y="619"/>
                    </a:cubicBezTo>
                    <a:cubicBezTo>
                      <a:pt x="426" y="610"/>
                      <a:pt x="406" y="601"/>
                      <a:pt x="385" y="592"/>
                    </a:cubicBezTo>
                    <a:cubicBezTo>
                      <a:pt x="369" y="580"/>
                      <a:pt x="353" y="569"/>
                      <a:pt x="337" y="557"/>
                    </a:cubicBezTo>
                    <a:cubicBezTo>
                      <a:pt x="330" y="498"/>
                      <a:pt x="330" y="498"/>
                      <a:pt x="337" y="447"/>
                    </a:cubicBezTo>
                    <a:cubicBezTo>
                      <a:pt x="301" y="447"/>
                      <a:pt x="264" y="447"/>
                      <a:pt x="227" y="447"/>
                    </a:cubicBezTo>
                    <a:cubicBezTo>
                      <a:pt x="229" y="430"/>
                      <a:pt x="231" y="413"/>
                      <a:pt x="234" y="395"/>
                    </a:cubicBezTo>
                    <a:cubicBezTo>
                      <a:pt x="233" y="386"/>
                      <a:pt x="233" y="386"/>
                      <a:pt x="227" y="337"/>
                    </a:cubicBezTo>
                    <a:cubicBezTo>
                      <a:pt x="179" y="306"/>
                      <a:pt x="179" y="306"/>
                      <a:pt x="117" y="282"/>
                    </a:cubicBezTo>
                    <a:cubicBezTo>
                      <a:pt x="55" y="258"/>
                      <a:pt x="55" y="258"/>
                      <a:pt x="7" y="227"/>
                    </a:cubicBezTo>
                    <a:cubicBezTo>
                      <a:pt x="0" y="168"/>
                      <a:pt x="0" y="168"/>
                      <a:pt x="7" y="117"/>
                    </a:cubicBezTo>
                    <a:cubicBezTo>
                      <a:pt x="43" y="117"/>
                      <a:pt x="79" y="117"/>
                      <a:pt x="117" y="117"/>
                    </a:cubicBezTo>
                    <a:cubicBezTo>
                      <a:pt x="117" y="81"/>
                      <a:pt x="117" y="44"/>
                      <a:pt x="117" y="7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38" name="ICON_SKILL_SCRIPT_path_016"/>
              <p:cNvSpPr/>
              <p:nvPr/>
            </p:nvSpPr>
            <p:spPr>
              <a:xfrm>
                <a:off x="6451981" y="1780230"/>
                <a:ext cx="9779" cy="11263"/>
              </a:xfrm>
              <a:custGeom>
                <a:avLst/>
                <a:gdLst/>
                <a:ahLst/>
                <a:cxnLst/>
                <a:rect l="0" t="0" r="r" b="b"/>
                <a:pathLst>
                  <a:path w="770" h="887" fill="norm" stroke="0">
                    <a:moveTo>
                      <a:pt x="110" y="7"/>
                    </a:moveTo>
                    <a:cubicBezTo>
                      <a:pt x="128" y="43"/>
                      <a:pt x="146" y="79"/>
                      <a:pt x="165" y="117"/>
                    </a:cubicBezTo>
                    <a:cubicBezTo>
                      <a:pt x="172" y="99"/>
                      <a:pt x="179" y="81"/>
                      <a:pt x="186" y="62"/>
                    </a:cubicBezTo>
                    <a:cubicBezTo>
                      <a:pt x="197" y="44"/>
                      <a:pt x="208" y="26"/>
                      <a:pt x="220" y="7"/>
                    </a:cubicBezTo>
                    <a:cubicBezTo>
                      <a:pt x="278" y="0"/>
                      <a:pt x="278" y="0"/>
                      <a:pt x="330" y="7"/>
                    </a:cubicBezTo>
                    <a:cubicBezTo>
                      <a:pt x="330" y="43"/>
                      <a:pt x="330" y="79"/>
                      <a:pt x="330" y="117"/>
                    </a:cubicBezTo>
                    <a:cubicBezTo>
                      <a:pt x="366" y="117"/>
                      <a:pt x="403" y="117"/>
                      <a:pt x="440" y="117"/>
                    </a:cubicBezTo>
                    <a:cubicBezTo>
                      <a:pt x="440" y="153"/>
                      <a:pt x="440" y="189"/>
                      <a:pt x="440" y="227"/>
                    </a:cubicBezTo>
                    <a:cubicBezTo>
                      <a:pt x="476" y="227"/>
                      <a:pt x="513" y="227"/>
                      <a:pt x="550" y="227"/>
                    </a:cubicBezTo>
                    <a:cubicBezTo>
                      <a:pt x="550" y="263"/>
                      <a:pt x="550" y="299"/>
                      <a:pt x="550" y="337"/>
                    </a:cubicBezTo>
                    <a:cubicBezTo>
                      <a:pt x="586" y="337"/>
                      <a:pt x="623" y="337"/>
                      <a:pt x="660" y="337"/>
                    </a:cubicBezTo>
                    <a:cubicBezTo>
                      <a:pt x="660" y="373"/>
                      <a:pt x="660" y="409"/>
                      <a:pt x="660" y="447"/>
                    </a:cubicBezTo>
                    <a:cubicBezTo>
                      <a:pt x="696" y="447"/>
                      <a:pt x="733" y="447"/>
                      <a:pt x="770" y="447"/>
                    </a:cubicBezTo>
                    <a:cubicBezTo>
                      <a:pt x="770" y="519"/>
                      <a:pt x="770" y="592"/>
                      <a:pt x="770" y="667"/>
                    </a:cubicBezTo>
                    <a:cubicBezTo>
                      <a:pt x="734" y="667"/>
                      <a:pt x="697" y="667"/>
                      <a:pt x="660" y="667"/>
                    </a:cubicBezTo>
                    <a:cubicBezTo>
                      <a:pt x="660" y="739"/>
                      <a:pt x="660" y="812"/>
                      <a:pt x="660" y="887"/>
                    </a:cubicBezTo>
                    <a:cubicBezTo>
                      <a:pt x="624" y="887"/>
                      <a:pt x="587" y="887"/>
                      <a:pt x="550" y="887"/>
                    </a:cubicBezTo>
                    <a:cubicBezTo>
                      <a:pt x="550" y="814"/>
                      <a:pt x="550" y="742"/>
                      <a:pt x="550" y="667"/>
                    </a:cubicBezTo>
                    <a:cubicBezTo>
                      <a:pt x="514" y="667"/>
                      <a:pt x="477" y="667"/>
                      <a:pt x="440" y="667"/>
                    </a:cubicBezTo>
                    <a:cubicBezTo>
                      <a:pt x="440" y="594"/>
                      <a:pt x="440" y="522"/>
                      <a:pt x="440" y="447"/>
                    </a:cubicBezTo>
                    <a:cubicBezTo>
                      <a:pt x="404" y="447"/>
                      <a:pt x="367" y="447"/>
                      <a:pt x="330" y="447"/>
                    </a:cubicBezTo>
                    <a:cubicBezTo>
                      <a:pt x="330" y="411"/>
                      <a:pt x="330" y="374"/>
                      <a:pt x="330" y="337"/>
                    </a:cubicBezTo>
                    <a:cubicBezTo>
                      <a:pt x="311" y="335"/>
                      <a:pt x="292" y="333"/>
                      <a:pt x="272" y="331"/>
                    </a:cubicBezTo>
                    <a:cubicBezTo>
                      <a:pt x="70" y="301"/>
                      <a:pt x="70" y="301"/>
                      <a:pt x="24" y="242"/>
                    </a:cubicBezTo>
                    <a:cubicBezTo>
                      <a:pt x="10" y="196"/>
                      <a:pt x="10" y="196"/>
                      <a:pt x="0" y="117"/>
                    </a:cubicBezTo>
                    <a:cubicBezTo>
                      <a:pt x="36" y="117"/>
                      <a:pt x="73" y="117"/>
                      <a:pt x="110" y="117"/>
                    </a:cubicBezTo>
                    <a:cubicBezTo>
                      <a:pt x="110" y="81"/>
                      <a:pt x="110" y="44"/>
                      <a:pt x="110" y="7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39" name="ICON_SKILL_SCRIPT_path_017"/>
              <p:cNvSpPr/>
              <p:nvPr/>
            </p:nvSpPr>
            <p:spPr>
              <a:xfrm>
                <a:off x="6658737" y="1889284"/>
                <a:ext cx="11176" cy="11176"/>
              </a:xfrm>
              <a:custGeom>
                <a:avLst/>
                <a:gdLst/>
                <a:ahLst/>
                <a:cxnLst/>
                <a:rect l="0" t="0" r="r" b="b"/>
                <a:pathLst>
                  <a:path w="880" h="880" fill="norm" stroke="0">
                    <a:moveTo>
                      <a:pt x="660" y="0"/>
                    </a:moveTo>
                    <a:cubicBezTo>
                      <a:pt x="696" y="0"/>
                      <a:pt x="733" y="0"/>
                      <a:pt x="770" y="0"/>
                    </a:cubicBezTo>
                    <a:cubicBezTo>
                      <a:pt x="770" y="36"/>
                      <a:pt x="770" y="73"/>
                      <a:pt x="770" y="110"/>
                    </a:cubicBezTo>
                    <a:cubicBezTo>
                      <a:pt x="806" y="110"/>
                      <a:pt x="843" y="110"/>
                      <a:pt x="880" y="110"/>
                    </a:cubicBezTo>
                    <a:cubicBezTo>
                      <a:pt x="880" y="146"/>
                      <a:pt x="880" y="183"/>
                      <a:pt x="880" y="220"/>
                    </a:cubicBezTo>
                    <a:cubicBezTo>
                      <a:pt x="844" y="220"/>
                      <a:pt x="807" y="220"/>
                      <a:pt x="770" y="220"/>
                    </a:cubicBezTo>
                    <a:cubicBezTo>
                      <a:pt x="770" y="256"/>
                      <a:pt x="770" y="293"/>
                      <a:pt x="770" y="330"/>
                    </a:cubicBezTo>
                    <a:cubicBezTo>
                      <a:pt x="734" y="330"/>
                      <a:pt x="697" y="330"/>
                      <a:pt x="660" y="330"/>
                    </a:cubicBezTo>
                    <a:cubicBezTo>
                      <a:pt x="660" y="366"/>
                      <a:pt x="660" y="403"/>
                      <a:pt x="660" y="440"/>
                    </a:cubicBezTo>
                    <a:cubicBezTo>
                      <a:pt x="624" y="440"/>
                      <a:pt x="587" y="440"/>
                      <a:pt x="550" y="440"/>
                    </a:cubicBezTo>
                    <a:cubicBezTo>
                      <a:pt x="550" y="513"/>
                      <a:pt x="550" y="585"/>
                      <a:pt x="550" y="660"/>
                    </a:cubicBezTo>
                    <a:cubicBezTo>
                      <a:pt x="477" y="660"/>
                      <a:pt x="405" y="660"/>
                      <a:pt x="330" y="660"/>
                    </a:cubicBezTo>
                    <a:cubicBezTo>
                      <a:pt x="330" y="733"/>
                      <a:pt x="330" y="805"/>
                      <a:pt x="330" y="880"/>
                    </a:cubicBezTo>
                    <a:cubicBezTo>
                      <a:pt x="257" y="880"/>
                      <a:pt x="185" y="880"/>
                      <a:pt x="110" y="880"/>
                    </a:cubicBezTo>
                    <a:cubicBezTo>
                      <a:pt x="128" y="844"/>
                      <a:pt x="146" y="807"/>
                      <a:pt x="165" y="770"/>
                    </a:cubicBezTo>
                    <a:cubicBezTo>
                      <a:pt x="201" y="788"/>
                      <a:pt x="238" y="806"/>
                      <a:pt x="275" y="825"/>
                    </a:cubicBezTo>
                    <a:cubicBezTo>
                      <a:pt x="239" y="771"/>
                      <a:pt x="202" y="716"/>
                      <a:pt x="165" y="660"/>
                    </a:cubicBezTo>
                    <a:cubicBezTo>
                      <a:pt x="138" y="678"/>
                      <a:pt x="138" y="678"/>
                      <a:pt x="0" y="770"/>
                    </a:cubicBezTo>
                    <a:cubicBezTo>
                      <a:pt x="16" y="733"/>
                      <a:pt x="32" y="696"/>
                      <a:pt x="48" y="660"/>
                    </a:cubicBezTo>
                    <a:cubicBezTo>
                      <a:pt x="57" y="640"/>
                      <a:pt x="66" y="619"/>
                      <a:pt x="75" y="598"/>
                    </a:cubicBezTo>
                    <a:cubicBezTo>
                      <a:pt x="87" y="582"/>
                      <a:pt x="98" y="566"/>
                      <a:pt x="110" y="550"/>
                    </a:cubicBezTo>
                    <a:cubicBezTo>
                      <a:pt x="169" y="543"/>
                      <a:pt x="169" y="543"/>
                      <a:pt x="220" y="550"/>
                    </a:cubicBezTo>
                    <a:cubicBezTo>
                      <a:pt x="220" y="514"/>
                      <a:pt x="220" y="477"/>
                      <a:pt x="220" y="440"/>
                    </a:cubicBezTo>
                    <a:cubicBezTo>
                      <a:pt x="256" y="440"/>
                      <a:pt x="293" y="440"/>
                      <a:pt x="330" y="440"/>
                    </a:cubicBezTo>
                    <a:cubicBezTo>
                      <a:pt x="330" y="404"/>
                      <a:pt x="330" y="367"/>
                      <a:pt x="330" y="330"/>
                    </a:cubicBezTo>
                    <a:cubicBezTo>
                      <a:pt x="366" y="330"/>
                      <a:pt x="403" y="330"/>
                      <a:pt x="440" y="330"/>
                    </a:cubicBezTo>
                    <a:cubicBezTo>
                      <a:pt x="440" y="294"/>
                      <a:pt x="440" y="257"/>
                      <a:pt x="440" y="220"/>
                    </a:cubicBezTo>
                    <a:cubicBezTo>
                      <a:pt x="476" y="220"/>
                      <a:pt x="513" y="220"/>
                      <a:pt x="550" y="220"/>
                    </a:cubicBezTo>
                    <a:cubicBezTo>
                      <a:pt x="550" y="184"/>
                      <a:pt x="550" y="147"/>
                      <a:pt x="550" y="110"/>
                    </a:cubicBezTo>
                    <a:cubicBezTo>
                      <a:pt x="586" y="110"/>
                      <a:pt x="623" y="110"/>
                      <a:pt x="660" y="110"/>
                    </a:cubicBezTo>
                    <a:cubicBezTo>
                      <a:pt x="660" y="74"/>
                      <a:pt x="660" y="37"/>
                      <a:pt x="66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40" name="ICON_SKILL_SCRIPT_path_018"/>
              <p:cNvSpPr/>
              <p:nvPr/>
            </p:nvSpPr>
            <p:spPr>
              <a:xfrm>
                <a:off x="6399739" y="1857065"/>
                <a:ext cx="10332" cy="15454"/>
              </a:xfrm>
              <a:custGeom>
                <a:avLst/>
                <a:gdLst/>
                <a:ahLst/>
                <a:cxnLst/>
                <a:rect l="0" t="0" r="r" b="b"/>
                <a:pathLst>
                  <a:path w="814" h="1217" fill="norm" stroke="0">
                    <a:moveTo>
                      <a:pt x="215" y="0"/>
                    </a:moveTo>
                    <a:cubicBezTo>
                      <a:pt x="231" y="2"/>
                      <a:pt x="247" y="5"/>
                      <a:pt x="264" y="7"/>
                    </a:cubicBezTo>
                    <a:cubicBezTo>
                      <a:pt x="264" y="43"/>
                      <a:pt x="264" y="79"/>
                      <a:pt x="264" y="117"/>
                    </a:cubicBezTo>
                    <a:cubicBezTo>
                      <a:pt x="300" y="117"/>
                      <a:pt x="336" y="117"/>
                      <a:pt x="374" y="117"/>
                    </a:cubicBezTo>
                    <a:cubicBezTo>
                      <a:pt x="374" y="226"/>
                      <a:pt x="374" y="335"/>
                      <a:pt x="374" y="447"/>
                    </a:cubicBezTo>
                    <a:cubicBezTo>
                      <a:pt x="337" y="447"/>
                      <a:pt x="301" y="447"/>
                      <a:pt x="264" y="447"/>
                    </a:cubicBezTo>
                    <a:cubicBezTo>
                      <a:pt x="279" y="492"/>
                      <a:pt x="295" y="536"/>
                      <a:pt x="312" y="581"/>
                    </a:cubicBezTo>
                    <a:cubicBezTo>
                      <a:pt x="321" y="606"/>
                      <a:pt x="330" y="631"/>
                      <a:pt x="339" y="656"/>
                    </a:cubicBezTo>
                    <a:cubicBezTo>
                      <a:pt x="379" y="732"/>
                      <a:pt x="407" y="744"/>
                      <a:pt x="484" y="777"/>
                    </a:cubicBezTo>
                    <a:cubicBezTo>
                      <a:pt x="490" y="835"/>
                      <a:pt x="490" y="835"/>
                      <a:pt x="484" y="887"/>
                    </a:cubicBezTo>
                    <a:cubicBezTo>
                      <a:pt x="520" y="887"/>
                      <a:pt x="556" y="887"/>
                      <a:pt x="594" y="887"/>
                    </a:cubicBezTo>
                    <a:cubicBezTo>
                      <a:pt x="594" y="923"/>
                      <a:pt x="594" y="959"/>
                      <a:pt x="594" y="997"/>
                    </a:cubicBezTo>
                    <a:cubicBezTo>
                      <a:pt x="610" y="995"/>
                      <a:pt x="627" y="992"/>
                      <a:pt x="645" y="990"/>
                    </a:cubicBezTo>
                    <a:cubicBezTo>
                      <a:pt x="664" y="992"/>
                      <a:pt x="684" y="995"/>
                      <a:pt x="704" y="997"/>
                    </a:cubicBezTo>
                    <a:cubicBezTo>
                      <a:pt x="752" y="1064"/>
                      <a:pt x="780" y="1141"/>
                      <a:pt x="814" y="1217"/>
                    </a:cubicBezTo>
                    <a:cubicBezTo>
                      <a:pt x="609" y="1135"/>
                      <a:pt x="460" y="1004"/>
                      <a:pt x="305" y="852"/>
                    </a:cubicBezTo>
                    <a:cubicBezTo>
                      <a:pt x="292" y="840"/>
                      <a:pt x="280" y="828"/>
                      <a:pt x="267" y="816"/>
                    </a:cubicBezTo>
                    <a:cubicBezTo>
                      <a:pt x="13" y="564"/>
                      <a:pt x="13" y="564"/>
                      <a:pt x="0" y="366"/>
                    </a:cubicBezTo>
                    <a:cubicBezTo>
                      <a:pt x="5" y="245"/>
                      <a:pt x="11" y="142"/>
                      <a:pt x="97" y="50"/>
                    </a:cubicBezTo>
                    <a:cubicBezTo>
                      <a:pt x="154" y="7"/>
                      <a:pt x="154" y="7"/>
                      <a:pt x="21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41" name="ICON_SKILL_SCRIPT_path_019"/>
              <p:cNvSpPr/>
              <p:nvPr/>
            </p:nvSpPr>
            <p:spPr>
              <a:xfrm>
                <a:off x="6398895" y="1913033"/>
                <a:ext cx="9779" cy="9779"/>
              </a:xfrm>
              <a:custGeom>
                <a:avLst/>
                <a:gdLst/>
                <a:ahLst/>
                <a:cxnLst/>
                <a:rect l="0" t="0" r="r" b="b"/>
                <a:pathLst>
                  <a:path w="770" h="770" fill="norm" stroke="0">
                    <a:moveTo>
                      <a:pt x="110" y="0"/>
                    </a:moveTo>
                    <a:cubicBezTo>
                      <a:pt x="147" y="16"/>
                      <a:pt x="184" y="32"/>
                      <a:pt x="220" y="48"/>
                    </a:cubicBezTo>
                    <a:cubicBezTo>
                      <a:pt x="240" y="57"/>
                      <a:pt x="261" y="66"/>
                      <a:pt x="282" y="75"/>
                    </a:cubicBezTo>
                    <a:cubicBezTo>
                      <a:pt x="298" y="87"/>
                      <a:pt x="314" y="98"/>
                      <a:pt x="330" y="110"/>
                    </a:cubicBezTo>
                    <a:cubicBezTo>
                      <a:pt x="337" y="169"/>
                      <a:pt x="337" y="169"/>
                      <a:pt x="330" y="220"/>
                    </a:cubicBezTo>
                    <a:cubicBezTo>
                      <a:pt x="366" y="220"/>
                      <a:pt x="403" y="220"/>
                      <a:pt x="440" y="220"/>
                    </a:cubicBezTo>
                    <a:cubicBezTo>
                      <a:pt x="440" y="256"/>
                      <a:pt x="440" y="293"/>
                      <a:pt x="440" y="330"/>
                    </a:cubicBezTo>
                    <a:cubicBezTo>
                      <a:pt x="476" y="330"/>
                      <a:pt x="513" y="330"/>
                      <a:pt x="550" y="330"/>
                    </a:cubicBezTo>
                    <a:cubicBezTo>
                      <a:pt x="550" y="366"/>
                      <a:pt x="550" y="403"/>
                      <a:pt x="550" y="440"/>
                    </a:cubicBezTo>
                    <a:cubicBezTo>
                      <a:pt x="586" y="440"/>
                      <a:pt x="623" y="440"/>
                      <a:pt x="660" y="440"/>
                    </a:cubicBezTo>
                    <a:cubicBezTo>
                      <a:pt x="660" y="476"/>
                      <a:pt x="660" y="513"/>
                      <a:pt x="660" y="550"/>
                    </a:cubicBezTo>
                    <a:cubicBezTo>
                      <a:pt x="696" y="550"/>
                      <a:pt x="733" y="550"/>
                      <a:pt x="770" y="550"/>
                    </a:cubicBezTo>
                    <a:cubicBezTo>
                      <a:pt x="770" y="586"/>
                      <a:pt x="770" y="623"/>
                      <a:pt x="770" y="660"/>
                    </a:cubicBezTo>
                    <a:cubicBezTo>
                      <a:pt x="734" y="660"/>
                      <a:pt x="697" y="660"/>
                      <a:pt x="660" y="660"/>
                    </a:cubicBezTo>
                    <a:cubicBezTo>
                      <a:pt x="660" y="696"/>
                      <a:pt x="660" y="733"/>
                      <a:pt x="660" y="770"/>
                    </a:cubicBezTo>
                    <a:cubicBezTo>
                      <a:pt x="624" y="770"/>
                      <a:pt x="587" y="770"/>
                      <a:pt x="550" y="770"/>
                    </a:cubicBezTo>
                    <a:cubicBezTo>
                      <a:pt x="550" y="734"/>
                      <a:pt x="550" y="697"/>
                      <a:pt x="550" y="660"/>
                    </a:cubicBezTo>
                    <a:cubicBezTo>
                      <a:pt x="514" y="660"/>
                      <a:pt x="477" y="660"/>
                      <a:pt x="440" y="660"/>
                    </a:cubicBezTo>
                    <a:cubicBezTo>
                      <a:pt x="440" y="624"/>
                      <a:pt x="440" y="587"/>
                      <a:pt x="440" y="550"/>
                    </a:cubicBezTo>
                    <a:cubicBezTo>
                      <a:pt x="404" y="550"/>
                      <a:pt x="367" y="550"/>
                      <a:pt x="330" y="550"/>
                    </a:cubicBezTo>
                    <a:cubicBezTo>
                      <a:pt x="330" y="514"/>
                      <a:pt x="330" y="477"/>
                      <a:pt x="330" y="440"/>
                    </a:cubicBezTo>
                    <a:cubicBezTo>
                      <a:pt x="257" y="440"/>
                      <a:pt x="185" y="440"/>
                      <a:pt x="110" y="440"/>
                    </a:cubicBezTo>
                    <a:cubicBezTo>
                      <a:pt x="110" y="367"/>
                      <a:pt x="110" y="295"/>
                      <a:pt x="110" y="220"/>
                    </a:cubicBezTo>
                    <a:cubicBezTo>
                      <a:pt x="74" y="220"/>
                      <a:pt x="37" y="220"/>
                      <a:pt x="0" y="220"/>
                    </a:cubicBezTo>
                    <a:cubicBezTo>
                      <a:pt x="0" y="184"/>
                      <a:pt x="0" y="147"/>
                      <a:pt x="0" y="110"/>
                    </a:cubicBezTo>
                    <a:cubicBezTo>
                      <a:pt x="36" y="110"/>
                      <a:pt x="73" y="110"/>
                      <a:pt x="110" y="110"/>
                    </a:cubicBezTo>
                    <a:cubicBezTo>
                      <a:pt x="110" y="74"/>
                      <a:pt x="110" y="37"/>
                      <a:pt x="11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42" name="ICON_SKILL_SCRIPT_path_020"/>
              <p:cNvSpPr/>
              <p:nvPr/>
            </p:nvSpPr>
            <p:spPr>
              <a:xfrm>
                <a:off x="6689471" y="1858550"/>
                <a:ext cx="6985" cy="8382"/>
              </a:xfrm>
              <a:custGeom>
                <a:avLst/>
                <a:gdLst/>
                <a:ahLst/>
                <a:cxnLst/>
                <a:rect l="0" t="0" r="r" b="b"/>
                <a:pathLst>
                  <a:path w="550" h="660" fill="norm" stroke="0">
                    <a:moveTo>
                      <a:pt x="220" y="0"/>
                    </a:moveTo>
                    <a:cubicBezTo>
                      <a:pt x="256" y="0"/>
                      <a:pt x="293" y="0"/>
                      <a:pt x="330" y="0"/>
                    </a:cubicBezTo>
                    <a:cubicBezTo>
                      <a:pt x="330" y="36"/>
                      <a:pt x="330" y="73"/>
                      <a:pt x="330" y="110"/>
                    </a:cubicBezTo>
                    <a:cubicBezTo>
                      <a:pt x="403" y="110"/>
                      <a:pt x="475" y="110"/>
                      <a:pt x="550" y="110"/>
                    </a:cubicBezTo>
                    <a:cubicBezTo>
                      <a:pt x="550" y="183"/>
                      <a:pt x="550" y="255"/>
                      <a:pt x="550" y="330"/>
                    </a:cubicBezTo>
                    <a:cubicBezTo>
                      <a:pt x="514" y="330"/>
                      <a:pt x="477" y="330"/>
                      <a:pt x="440" y="330"/>
                    </a:cubicBezTo>
                    <a:cubicBezTo>
                      <a:pt x="440" y="366"/>
                      <a:pt x="440" y="403"/>
                      <a:pt x="440" y="440"/>
                    </a:cubicBezTo>
                    <a:cubicBezTo>
                      <a:pt x="404" y="440"/>
                      <a:pt x="367" y="440"/>
                      <a:pt x="330" y="440"/>
                    </a:cubicBezTo>
                    <a:cubicBezTo>
                      <a:pt x="330" y="513"/>
                      <a:pt x="330" y="585"/>
                      <a:pt x="330" y="660"/>
                    </a:cubicBezTo>
                    <a:cubicBezTo>
                      <a:pt x="221" y="660"/>
                      <a:pt x="112" y="660"/>
                      <a:pt x="0" y="660"/>
                    </a:cubicBezTo>
                    <a:cubicBezTo>
                      <a:pt x="0" y="587"/>
                      <a:pt x="0" y="515"/>
                      <a:pt x="0" y="440"/>
                    </a:cubicBezTo>
                    <a:cubicBezTo>
                      <a:pt x="36" y="440"/>
                      <a:pt x="73" y="440"/>
                      <a:pt x="110" y="440"/>
                    </a:cubicBezTo>
                    <a:cubicBezTo>
                      <a:pt x="110" y="331"/>
                      <a:pt x="110" y="222"/>
                      <a:pt x="110" y="110"/>
                    </a:cubicBezTo>
                    <a:cubicBezTo>
                      <a:pt x="146" y="110"/>
                      <a:pt x="183" y="110"/>
                      <a:pt x="220" y="110"/>
                    </a:cubicBezTo>
                    <a:cubicBezTo>
                      <a:pt x="220" y="74"/>
                      <a:pt x="220" y="37"/>
                      <a:pt x="22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  <p:sp>
            <p:nvSpPr>
              <p:cNvPr id="743" name="ICON_SKILL_SCRIPT_path_021"/>
              <p:cNvSpPr/>
              <p:nvPr/>
            </p:nvSpPr>
            <p:spPr>
              <a:xfrm>
                <a:off x="6411468" y="1925606"/>
                <a:ext cx="8469" cy="8382"/>
              </a:xfrm>
              <a:custGeom>
                <a:avLst/>
                <a:gdLst/>
                <a:ahLst/>
                <a:cxnLst/>
                <a:rect l="0" t="0" r="r" b="b"/>
                <a:pathLst>
                  <a:path w="667" h="660" fill="norm" stroke="0">
                    <a:moveTo>
                      <a:pt x="110" y="0"/>
                    </a:moveTo>
                    <a:cubicBezTo>
                      <a:pt x="147" y="16"/>
                      <a:pt x="184" y="32"/>
                      <a:pt x="220" y="48"/>
                    </a:cubicBezTo>
                    <a:cubicBezTo>
                      <a:pt x="240" y="57"/>
                      <a:pt x="261" y="66"/>
                      <a:pt x="282" y="75"/>
                    </a:cubicBezTo>
                    <a:cubicBezTo>
                      <a:pt x="298" y="87"/>
                      <a:pt x="314" y="98"/>
                      <a:pt x="330" y="110"/>
                    </a:cubicBezTo>
                    <a:cubicBezTo>
                      <a:pt x="337" y="169"/>
                      <a:pt x="337" y="169"/>
                      <a:pt x="330" y="220"/>
                    </a:cubicBezTo>
                    <a:cubicBezTo>
                      <a:pt x="366" y="220"/>
                      <a:pt x="403" y="220"/>
                      <a:pt x="440" y="220"/>
                    </a:cubicBezTo>
                    <a:cubicBezTo>
                      <a:pt x="438" y="237"/>
                      <a:pt x="435" y="254"/>
                      <a:pt x="433" y="272"/>
                    </a:cubicBezTo>
                    <a:cubicBezTo>
                      <a:pt x="434" y="281"/>
                      <a:pt x="434" y="281"/>
                      <a:pt x="440" y="330"/>
                    </a:cubicBezTo>
                    <a:cubicBezTo>
                      <a:pt x="488" y="361"/>
                      <a:pt x="488" y="361"/>
                      <a:pt x="550" y="385"/>
                    </a:cubicBezTo>
                    <a:cubicBezTo>
                      <a:pt x="612" y="409"/>
                      <a:pt x="612" y="409"/>
                      <a:pt x="660" y="440"/>
                    </a:cubicBezTo>
                    <a:cubicBezTo>
                      <a:pt x="667" y="498"/>
                      <a:pt x="667" y="498"/>
                      <a:pt x="660" y="550"/>
                    </a:cubicBezTo>
                    <a:cubicBezTo>
                      <a:pt x="643" y="548"/>
                      <a:pt x="626" y="545"/>
                      <a:pt x="608" y="543"/>
                    </a:cubicBezTo>
                    <a:cubicBezTo>
                      <a:pt x="599" y="544"/>
                      <a:pt x="599" y="544"/>
                      <a:pt x="550" y="550"/>
                    </a:cubicBezTo>
                    <a:cubicBezTo>
                      <a:pt x="516" y="605"/>
                      <a:pt x="516" y="605"/>
                      <a:pt x="495" y="660"/>
                    </a:cubicBezTo>
                    <a:cubicBezTo>
                      <a:pt x="477" y="642"/>
                      <a:pt x="459" y="624"/>
                      <a:pt x="440" y="605"/>
                    </a:cubicBezTo>
                    <a:cubicBezTo>
                      <a:pt x="422" y="614"/>
                      <a:pt x="422" y="614"/>
                      <a:pt x="330" y="660"/>
                    </a:cubicBezTo>
                    <a:cubicBezTo>
                      <a:pt x="330" y="624"/>
                      <a:pt x="330" y="587"/>
                      <a:pt x="330" y="550"/>
                    </a:cubicBezTo>
                    <a:cubicBezTo>
                      <a:pt x="294" y="550"/>
                      <a:pt x="257" y="550"/>
                      <a:pt x="220" y="550"/>
                    </a:cubicBezTo>
                    <a:cubicBezTo>
                      <a:pt x="220" y="514"/>
                      <a:pt x="220" y="477"/>
                      <a:pt x="220" y="440"/>
                    </a:cubicBezTo>
                    <a:cubicBezTo>
                      <a:pt x="184" y="440"/>
                      <a:pt x="147" y="440"/>
                      <a:pt x="110" y="440"/>
                    </a:cubicBezTo>
                    <a:cubicBezTo>
                      <a:pt x="110" y="367"/>
                      <a:pt x="110" y="295"/>
                      <a:pt x="110" y="220"/>
                    </a:cubicBezTo>
                    <a:cubicBezTo>
                      <a:pt x="74" y="220"/>
                      <a:pt x="37" y="220"/>
                      <a:pt x="0" y="220"/>
                    </a:cubicBezTo>
                    <a:cubicBezTo>
                      <a:pt x="0" y="184"/>
                      <a:pt x="0" y="147"/>
                      <a:pt x="0" y="110"/>
                    </a:cubicBezTo>
                    <a:cubicBezTo>
                      <a:pt x="36" y="110"/>
                      <a:pt x="73" y="110"/>
                      <a:pt x="110" y="110"/>
                    </a:cubicBezTo>
                    <a:cubicBezTo>
                      <a:pt x="110" y="74"/>
                      <a:pt x="110" y="37"/>
                      <a:pt x="11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98" cap="flat">
                <a:noFill/>
              </a:ln>
            </p:spPr>
          </p:sp>
        </p:grpSp>
        <p:sp>
          <p:nvSpPr>
            <p:cNvPr id="269" name="TXT_002"/>
            <p:cNvSpPr txBox="1"/>
            <p:nvPr/>
          </p:nvSpPr>
          <p:spPr>
            <a:xfrm>
              <a:off x="5405438" y="523875"/>
              <a:ext cx="1444625" cy="182562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375" b="1" i="0" spc="0" lang="en-US">
                  <a:solidFill>
                    <a:srgbClr val="0062FF"/>
                  </a:solidFill>
                  <a:latin typeface="Source Sans Pro"/>
                  <a:ea typeface="微软雅黑"/>
                </a:defRPr>
              </a:pPr>
              <a:r>
                <a:rPr sz="1375" b="1" i="0" spc="0" lang="en-US">
                  <a:solidFill>
                    <a:srgbClr val="0062FF"/>
                  </a:solidFill>
                  <a:latin typeface="Source Sans Pro"/>
                  <a:ea typeface="微软雅黑"/>
                </a:rPr>
                <a:t>On-demand skills</a:t>
              </a:r>
              <a:endParaRPr sz="1375" b="1" i="0" spc="0" lang="en-US">
                <a:solidFill>
                  <a:srgbClr val="0062FF"/>
                </a:solidFill>
                <a:latin typeface="Source Sans Pro"/>
                <a:ea typeface="微软雅黑"/>
              </a:endParaRPr>
            </a:p>
          </p:txBody>
        </p:sp>
        <p:sp>
          <p:nvSpPr>
            <p:cNvPr id="270" name="TXT_003"/>
            <p:cNvSpPr txBox="1"/>
            <p:nvPr/>
          </p:nvSpPr>
          <p:spPr>
            <a:xfrm>
              <a:off x="7096125" y="539750"/>
              <a:ext cx="587375" cy="1587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000" b="1" i="0" spc="0" lang="en-US">
                  <a:solidFill>
                    <a:srgbClr val="FFFFFF"/>
                  </a:solidFill>
                  <a:latin typeface="Roboto Condensed"/>
                  <a:ea typeface="微软雅黑"/>
                </a:defRPr>
              </a:pPr>
              <a:r>
                <a:rPr sz="1000" b="1" i="0" spc="0" lang="en-US">
                  <a:solidFill>
                    <a:srgbClr val="FFFFFF"/>
                  </a:solidFill>
                  <a:latin typeface="Roboto Condensed"/>
                  <a:ea typeface="微软雅黑"/>
                </a:rPr>
                <a:t>12 skills</a:t>
              </a:r>
              <a:endParaRPr sz="1000" b="1" i="0" spc="0" lang="en-US">
                <a:solidFill>
                  <a:srgbClr val="FFFFFF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75" name="TXT_009"/>
            <p:cNvSpPr txBox="1"/>
            <p:nvPr/>
          </p:nvSpPr>
          <p:spPr>
            <a:xfrm>
              <a:off x="5127625" y="984250"/>
              <a:ext cx="1031875" cy="17462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Data understanding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76" name="TXT_010"/>
            <p:cNvSpPr txBox="1"/>
            <p:nvPr/>
          </p:nvSpPr>
          <p:spPr>
            <a:xfrm>
              <a:off x="6802438" y="984250"/>
              <a:ext cx="857250" cy="182562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Emotion &amp; sleep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86" name="TXT_020"/>
            <p:cNvSpPr txBox="1"/>
            <p:nvPr/>
          </p:nvSpPr>
          <p:spPr>
            <a:xfrm>
              <a:off x="5135562" y="1373188"/>
              <a:ext cx="976312" cy="182562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Quality &amp; cleaning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87" name="TXT_021"/>
            <p:cNvSpPr txBox="1"/>
            <p:nvPr/>
          </p:nvSpPr>
          <p:spPr>
            <a:xfrm>
              <a:off x="6802438" y="1373188"/>
              <a:ext cx="1087438" cy="182562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Condition comparison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93" name="TXT_027"/>
            <p:cNvSpPr txBox="1"/>
            <p:nvPr/>
          </p:nvSpPr>
          <p:spPr>
            <a:xfrm>
              <a:off x="5151438" y="1785938"/>
              <a:ext cx="1000125" cy="1587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Spectral &amp; features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94" name="TXT_028"/>
            <p:cNvSpPr txBox="1"/>
            <p:nvPr/>
          </p:nvSpPr>
          <p:spPr>
            <a:xfrm>
              <a:off x="6818312" y="1785938"/>
              <a:ext cx="1055688" cy="1587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Scripting &amp; reporting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</p:grpSp>
      <p:grpSp>
        <p:nvGrpSpPr>
          <p:cNvPr id="4049" name="MODULE_A_REFERENCE"/>
          <p:cNvGrpSpPr/>
          <p:nvPr/>
        </p:nvGrpSpPr>
        <p:grpSpPr>
          <a:xfrm>
            <a:off x="7945438" y="460375"/>
            <a:ext cx="4071938" cy="1841500"/>
            <a:chOff x="7945438" y="460375"/>
            <a:chExt cx="4071938" cy="1841500"/>
          </a:xfrm>
        </p:grpSpPr>
        <p:sp>
          <p:nvSpPr>
            <p:cNvPr id="7" name="A_REFERENCE"/>
            <p:cNvSpPr/>
            <p:nvPr/>
          </p:nvSpPr>
          <p:spPr>
            <a:xfrm>
              <a:off x="7945438" y="460375"/>
              <a:ext cx="4071938" cy="1841500"/>
            </a:xfrm>
            <a:prstGeom prst="roundRect">
              <a:avLst>
                <a:gd name="adj" fmla="val 7328"/>
              </a:avLst>
            </a:prstGeom>
            <a:solidFill>
              <a:srgbClr val="FFFFFF"/>
            </a:solidFill>
            <a:ln w="20638" cap="rnd">
              <a:solidFill>
                <a:srgbClr val="71458E"/>
              </a:solidFill>
              <a:round/>
            </a:ln>
          </p:spPr>
        </p:sp>
        <p:sp>
          <p:nvSpPr>
            <p:cNvPr id="8" name="A_REFERENCE_HEADER"/>
            <p:cNvSpPr/>
            <p:nvPr/>
          </p:nvSpPr>
          <p:spPr>
            <a:xfrm>
              <a:off x="7961312" y="476250"/>
              <a:ext cx="4040188" cy="269875"/>
            </a:xfrm>
            <a:custGeom>
              <a:avLst/>
              <a:gdLst/>
              <a:ahLst/>
              <a:cxnLst/>
              <a:rect l="0" t="0" r="r" b="b"/>
              <a:pathLst>
                <a:path w="509000" h="34000" fill="norm" stroke="0">
                  <a:moveTo>
                    <a:pt x="15000" y="0"/>
                  </a:moveTo>
                  <a:lnTo>
                    <a:pt x="494000" y="0"/>
                  </a:lnTo>
                  <a:cubicBezTo>
                    <a:pt x="502284" y="0"/>
                    <a:pt x="509000" y="6716"/>
                    <a:pt x="509000" y="15000"/>
                  </a:cubicBezTo>
                  <a:lnTo>
                    <a:pt x="509000" y="34000"/>
                  </a:lnTo>
                  <a:lnTo>
                    <a:pt x="0" y="34000"/>
                  </a:lnTo>
                  <a:lnTo>
                    <a:pt x="0" y="15000"/>
                  </a:lnTo>
                  <a:cubicBezTo>
                    <a:pt x="0" y="6716"/>
                    <a:pt x="6716" y="0"/>
                    <a:pt x="1500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E8DDF5"/>
                </a:gs>
                <a:gs pos="100000">
                  <a:srgbClr val="F4EEFA"/>
                </a:gs>
              </a:gsLst>
              <a:lin ang="5400000" scaled="1"/>
            </a:gradFill>
            <a:ln w="11906" cap="rnd">
              <a:noFill/>
            </a:ln>
          </p:spPr>
        </p:sp>
        <p:sp>
          <p:nvSpPr>
            <p:cNvPr id="10" name="A_REF_FOOTER"/>
            <p:cNvSpPr/>
            <p:nvPr/>
          </p:nvSpPr>
          <p:spPr>
            <a:xfrm>
              <a:off x="8048625" y="2063750"/>
              <a:ext cx="3865562" cy="166688"/>
            </a:xfrm>
            <a:prstGeom prst="roundRect">
              <a:avLst>
                <a:gd name="adj" fmla="val 33333"/>
              </a:avLst>
            </a:prstGeom>
            <a:solidFill>
              <a:srgbClr val="EEE8F5"/>
            </a:solidFill>
            <a:ln w="7938" cap="rnd">
              <a:noFill/>
            </a:ln>
          </p:spPr>
        </p:sp>
        <p:cxnSp>
          <p:nvCxnSpPr>
            <p:cNvPr id="13" name="REF_SEPARATOR"/>
            <p:cNvCxnSpPr/>
            <p:nvPr/>
          </p:nvCxnSpPr>
          <p:spPr>
            <a:xfrm>
              <a:off x="10199688" y="873125"/>
              <a:ext cx="8" cy="1071562"/>
            </a:xfrm>
            <a:prstGeom prst="line">
              <a:avLst/>
            </a:prstGeom>
            <a:noFill/>
            <a:ln w="6350" cap="rnd">
              <a:solidFill>
                <a:srgbClr val="A397BA"/>
              </a:solidFill>
              <a:prstDash val="dash"/>
              <a:round/>
            </a:ln>
          </p:spPr>
        </p:cxnSp>
        <p:sp>
          <p:nvSpPr>
            <p:cNvPr id="19" name="KNOWLEDGE_EDGE_0"/>
            <p:cNvSpPr/>
            <p:nvPr/>
          </p:nvSpPr>
          <p:spPr>
            <a:xfrm>
              <a:off x="9001125" y="1238250"/>
              <a:ext cx="214312" cy="150812"/>
            </a:xfrm>
            <a:custGeom>
              <a:avLst/>
              <a:gdLst/>
              <a:ahLst/>
              <a:cxnLst/>
              <a:rect l="0" t="0" r="r" b="b"/>
              <a:pathLst>
                <a:path w="27000" h="19000" fill="none" stroke="1">
                  <a:moveTo>
                    <a:pt x="0" y="19000"/>
                  </a:moveTo>
                  <a:lnTo>
                    <a:pt x="27000" y="0"/>
                  </a:lnTo>
                </a:path>
              </a:pathLst>
            </a:custGeom>
            <a:noFill/>
            <a:ln w="7144" cap="rnd">
              <a:solidFill>
                <a:srgbClr val="7774A5"/>
              </a:solidFill>
              <a:round/>
            </a:ln>
          </p:spPr>
        </p:sp>
        <p:sp>
          <p:nvSpPr>
            <p:cNvPr id="20" name="KNOWLEDGE_EDGE_1"/>
            <p:cNvSpPr/>
            <p:nvPr/>
          </p:nvSpPr>
          <p:spPr>
            <a:xfrm>
              <a:off x="9001125" y="1389062"/>
              <a:ext cx="150812" cy="325438"/>
            </a:xfrm>
            <a:custGeom>
              <a:avLst/>
              <a:gdLst/>
              <a:ahLst/>
              <a:cxnLst/>
              <a:rect l="0" t="0" r="r" b="b"/>
              <a:pathLst>
                <a:path w="19000" h="41000" fill="none" stroke="1">
                  <a:moveTo>
                    <a:pt x="0" y="0"/>
                  </a:moveTo>
                  <a:lnTo>
                    <a:pt x="19000" y="41000"/>
                  </a:lnTo>
                </a:path>
              </a:pathLst>
            </a:custGeom>
            <a:noFill/>
            <a:ln w="7144" cap="rnd">
              <a:solidFill>
                <a:srgbClr val="7774A5"/>
              </a:solidFill>
              <a:round/>
            </a:ln>
          </p:spPr>
        </p:sp>
        <p:sp>
          <p:nvSpPr>
            <p:cNvPr id="21" name="KNOWLEDGE_EDGE_2"/>
            <p:cNvSpPr/>
            <p:nvPr/>
          </p:nvSpPr>
          <p:spPr>
            <a:xfrm>
              <a:off x="9215438" y="1071562"/>
              <a:ext cx="238125" cy="166688"/>
            </a:xfrm>
            <a:custGeom>
              <a:avLst/>
              <a:gdLst/>
              <a:ahLst/>
              <a:cxnLst/>
              <a:rect l="0" t="0" r="r" b="b"/>
              <a:pathLst>
                <a:path w="30000" h="21000" fill="none" stroke="1">
                  <a:moveTo>
                    <a:pt x="0" y="21000"/>
                  </a:moveTo>
                  <a:lnTo>
                    <a:pt x="30000" y="0"/>
                  </a:lnTo>
                </a:path>
              </a:pathLst>
            </a:custGeom>
            <a:noFill/>
            <a:ln w="7144" cap="rnd">
              <a:solidFill>
                <a:srgbClr val="7774A5"/>
              </a:solidFill>
              <a:round/>
            </a:ln>
          </p:spPr>
        </p:sp>
        <p:sp>
          <p:nvSpPr>
            <p:cNvPr id="22" name="KNOWLEDGE_EDGE_3"/>
            <p:cNvSpPr/>
            <p:nvPr/>
          </p:nvSpPr>
          <p:spPr>
            <a:xfrm>
              <a:off x="9215438" y="1238250"/>
              <a:ext cx="365125" cy="214312"/>
            </a:xfrm>
            <a:custGeom>
              <a:avLst/>
              <a:gdLst/>
              <a:ahLst/>
              <a:cxnLst/>
              <a:rect l="0" t="0" r="r" b="b"/>
              <a:pathLst>
                <a:path w="46000" h="27000" fill="none" stroke="1">
                  <a:moveTo>
                    <a:pt x="0" y="0"/>
                  </a:moveTo>
                  <a:lnTo>
                    <a:pt x="46000" y="27000"/>
                  </a:lnTo>
                </a:path>
              </a:pathLst>
            </a:custGeom>
            <a:noFill/>
            <a:ln w="7144" cap="rnd">
              <a:solidFill>
                <a:srgbClr val="7774A5"/>
              </a:solidFill>
              <a:round/>
            </a:ln>
          </p:spPr>
        </p:sp>
        <p:sp>
          <p:nvSpPr>
            <p:cNvPr id="23" name="KNOWLEDGE_EDGE_4"/>
            <p:cNvSpPr/>
            <p:nvPr/>
          </p:nvSpPr>
          <p:spPr>
            <a:xfrm>
              <a:off x="9453562" y="1071562"/>
              <a:ext cx="182562" cy="206375"/>
            </a:xfrm>
            <a:custGeom>
              <a:avLst/>
              <a:gdLst/>
              <a:ahLst/>
              <a:cxnLst/>
              <a:rect l="0" t="0" r="r" b="b"/>
              <a:pathLst>
                <a:path w="23000" h="26000" fill="none" stroke="1">
                  <a:moveTo>
                    <a:pt x="0" y="0"/>
                  </a:moveTo>
                  <a:lnTo>
                    <a:pt x="23000" y="26000"/>
                  </a:lnTo>
                </a:path>
              </a:pathLst>
            </a:custGeom>
            <a:noFill/>
            <a:ln w="7144" cap="rnd">
              <a:solidFill>
                <a:srgbClr val="7774A5"/>
              </a:solidFill>
              <a:round/>
            </a:ln>
          </p:spPr>
        </p:sp>
        <p:sp>
          <p:nvSpPr>
            <p:cNvPr id="24" name="KNOWLEDGE_EDGE_5"/>
            <p:cNvSpPr/>
            <p:nvPr/>
          </p:nvSpPr>
          <p:spPr>
            <a:xfrm>
              <a:off x="9636125" y="1277938"/>
              <a:ext cx="127000" cy="317500"/>
            </a:xfrm>
            <a:custGeom>
              <a:avLst/>
              <a:gdLst/>
              <a:ahLst/>
              <a:cxnLst/>
              <a:rect l="0" t="0" r="r" b="b"/>
              <a:pathLst>
                <a:path w="16000" h="40000" fill="none" stroke="1">
                  <a:moveTo>
                    <a:pt x="0" y="0"/>
                  </a:moveTo>
                  <a:lnTo>
                    <a:pt x="16000" y="40000"/>
                  </a:lnTo>
                </a:path>
              </a:pathLst>
            </a:custGeom>
            <a:noFill/>
            <a:ln w="7144" cap="rnd">
              <a:solidFill>
                <a:srgbClr val="7774A5"/>
              </a:solidFill>
              <a:round/>
            </a:ln>
          </p:spPr>
        </p:sp>
        <p:sp>
          <p:nvSpPr>
            <p:cNvPr id="25" name="KNOWLEDGE_EDGE_6"/>
            <p:cNvSpPr/>
            <p:nvPr/>
          </p:nvSpPr>
          <p:spPr>
            <a:xfrm>
              <a:off x="9580562" y="1452562"/>
              <a:ext cx="182562" cy="142875"/>
            </a:xfrm>
            <a:custGeom>
              <a:avLst/>
              <a:gdLst/>
              <a:ahLst/>
              <a:cxnLst/>
              <a:rect l="0" t="0" r="r" b="b"/>
              <a:pathLst>
                <a:path w="23000" h="18000" fill="none" stroke="1">
                  <a:moveTo>
                    <a:pt x="0" y="0"/>
                  </a:moveTo>
                  <a:lnTo>
                    <a:pt x="23000" y="18000"/>
                  </a:lnTo>
                </a:path>
              </a:pathLst>
            </a:custGeom>
            <a:noFill/>
            <a:ln w="7144" cap="rnd">
              <a:solidFill>
                <a:srgbClr val="7774A5"/>
              </a:solidFill>
              <a:round/>
            </a:ln>
          </p:spPr>
        </p:sp>
        <p:sp>
          <p:nvSpPr>
            <p:cNvPr id="26" name="KNOWLEDGE_EDGE_7"/>
            <p:cNvSpPr/>
            <p:nvPr/>
          </p:nvSpPr>
          <p:spPr>
            <a:xfrm>
              <a:off x="9413875" y="1452562"/>
              <a:ext cx="166688" cy="214312"/>
            </a:xfrm>
            <a:custGeom>
              <a:avLst/>
              <a:gdLst/>
              <a:ahLst/>
              <a:cxnLst/>
              <a:rect l="0" t="0" r="r" b="b"/>
              <a:pathLst>
                <a:path w="21000" h="27000" fill="none" stroke="1">
                  <a:moveTo>
                    <a:pt x="21000" y="0"/>
                  </a:moveTo>
                  <a:lnTo>
                    <a:pt x="0" y="27000"/>
                  </a:lnTo>
                </a:path>
              </a:pathLst>
            </a:custGeom>
            <a:noFill/>
            <a:ln w="7144" cap="rnd">
              <a:solidFill>
                <a:srgbClr val="7774A5"/>
              </a:solidFill>
              <a:round/>
            </a:ln>
          </p:spPr>
        </p:sp>
        <p:sp>
          <p:nvSpPr>
            <p:cNvPr id="27" name="KNOWLEDGE_EDGE_8"/>
            <p:cNvSpPr/>
            <p:nvPr/>
          </p:nvSpPr>
          <p:spPr>
            <a:xfrm>
              <a:off x="9151938" y="1666875"/>
              <a:ext cx="261938" cy="47625"/>
            </a:xfrm>
            <a:custGeom>
              <a:avLst/>
              <a:gdLst/>
              <a:ahLst/>
              <a:cxnLst/>
              <a:rect l="0" t="0" r="r" b="b"/>
              <a:pathLst>
                <a:path w="33000" h="6000" fill="none" stroke="1">
                  <a:moveTo>
                    <a:pt x="33000" y="0"/>
                  </a:moveTo>
                  <a:lnTo>
                    <a:pt x="0" y="6000"/>
                  </a:lnTo>
                </a:path>
              </a:pathLst>
            </a:custGeom>
            <a:noFill/>
            <a:ln w="7144" cap="rnd">
              <a:solidFill>
                <a:srgbClr val="7774A5"/>
              </a:solidFill>
              <a:round/>
            </a:ln>
          </p:spPr>
        </p:sp>
        <p:sp>
          <p:nvSpPr>
            <p:cNvPr id="28" name="KNOWLEDGE_EDGE_9"/>
            <p:cNvSpPr/>
            <p:nvPr/>
          </p:nvSpPr>
          <p:spPr>
            <a:xfrm>
              <a:off x="9151938" y="1238250"/>
              <a:ext cx="63500" cy="476250"/>
            </a:xfrm>
            <a:custGeom>
              <a:avLst/>
              <a:gdLst/>
              <a:ahLst/>
              <a:cxnLst/>
              <a:rect l="0" t="0" r="r" b="b"/>
              <a:pathLst>
                <a:path w="8000" h="60000" fill="none" stroke="1">
                  <a:moveTo>
                    <a:pt x="8000" y="0"/>
                  </a:moveTo>
                  <a:lnTo>
                    <a:pt x="0" y="60000"/>
                  </a:lnTo>
                </a:path>
              </a:pathLst>
            </a:custGeom>
            <a:noFill/>
            <a:ln w="7144" cap="rnd">
              <a:solidFill>
                <a:srgbClr val="7774A5"/>
              </a:solidFill>
              <a:round/>
            </a:ln>
          </p:spPr>
        </p:sp>
        <p:sp>
          <p:nvSpPr>
            <p:cNvPr id="29" name="KNOWLEDGE_NODE_0"/>
            <p:cNvSpPr/>
            <p:nvPr/>
          </p:nvSpPr>
          <p:spPr>
            <a:xfrm>
              <a:off x="8961438" y="1349375"/>
              <a:ext cx="79375" cy="79375"/>
            </a:xfrm>
            <a:prstGeom prst="ellipse">
              <a:avLst/>
            </a:prstGeom>
            <a:solidFill>
              <a:srgbClr val="A96BD3"/>
            </a:solidFill>
            <a:ln w="5556" cap="rnd">
              <a:solidFill>
                <a:srgbClr val="6E4A92"/>
              </a:solidFill>
              <a:round/>
            </a:ln>
          </p:spPr>
        </p:sp>
        <p:sp>
          <p:nvSpPr>
            <p:cNvPr id="30" name="KNOWLEDGE_NODE_1"/>
            <p:cNvSpPr/>
            <p:nvPr/>
          </p:nvSpPr>
          <p:spPr>
            <a:xfrm>
              <a:off x="9175750" y="1198562"/>
              <a:ext cx="79375" cy="79375"/>
            </a:xfrm>
            <a:prstGeom prst="ellipse">
              <a:avLst/>
            </a:prstGeom>
            <a:solidFill>
              <a:srgbClr val="A66ECD"/>
            </a:solidFill>
            <a:ln w="5556" cap="rnd">
              <a:solidFill>
                <a:srgbClr val="6E4A92"/>
              </a:solidFill>
              <a:round/>
            </a:ln>
          </p:spPr>
        </p:sp>
        <p:sp>
          <p:nvSpPr>
            <p:cNvPr id="31" name="KNOWLEDGE_NODE_2"/>
            <p:cNvSpPr/>
            <p:nvPr/>
          </p:nvSpPr>
          <p:spPr>
            <a:xfrm>
              <a:off x="9413875" y="1031875"/>
              <a:ext cx="79375" cy="79375"/>
            </a:xfrm>
            <a:prstGeom prst="ellipse">
              <a:avLst/>
            </a:prstGeom>
            <a:solidFill>
              <a:srgbClr val="3D79FF"/>
            </a:solidFill>
            <a:ln w="5556" cap="rnd">
              <a:solidFill>
                <a:srgbClr val="6E4A92"/>
              </a:solidFill>
              <a:round/>
            </a:ln>
          </p:spPr>
        </p:sp>
        <p:sp>
          <p:nvSpPr>
            <p:cNvPr id="32" name="KNOWLEDGE_NODE_3"/>
            <p:cNvSpPr/>
            <p:nvPr/>
          </p:nvSpPr>
          <p:spPr>
            <a:xfrm>
              <a:off x="9596438" y="1238250"/>
              <a:ext cx="79375" cy="79375"/>
            </a:xfrm>
            <a:prstGeom prst="ellipse">
              <a:avLst/>
            </a:prstGeom>
            <a:solidFill>
              <a:srgbClr val="9A89D5"/>
            </a:solidFill>
            <a:ln w="5556" cap="rnd">
              <a:solidFill>
                <a:srgbClr val="6E4A92"/>
              </a:solidFill>
              <a:round/>
            </a:ln>
          </p:spPr>
        </p:sp>
        <p:sp>
          <p:nvSpPr>
            <p:cNvPr id="33" name="KNOWLEDGE_NODE_4"/>
            <p:cNvSpPr/>
            <p:nvPr/>
          </p:nvSpPr>
          <p:spPr>
            <a:xfrm>
              <a:off x="9540875" y="1412875"/>
              <a:ext cx="79375" cy="79375"/>
            </a:xfrm>
            <a:prstGeom prst="ellipse">
              <a:avLst/>
            </a:prstGeom>
            <a:solidFill>
              <a:srgbClr val="5FB1BB"/>
            </a:solidFill>
            <a:ln w="5556" cap="rnd">
              <a:solidFill>
                <a:srgbClr val="6E4A92"/>
              </a:solidFill>
              <a:round/>
            </a:ln>
          </p:spPr>
        </p:sp>
        <p:sp>
          <p:nvSpPr>
            <p:cNvPr id="34" name="KNOWLEDGE_NODE_5"/>
            <p:cNvSpPr/>
            <p:nvPr/>
          </p:nvSpPr>
          <p:spPr>
            <a:xfrm>
              <a:off x="9723438" y="1555750"/>
              <a:ext cx="79375" cy="79375"/>
            </a:xfrm>
            <a:prstGeom prst="ellipse">
              <a:avLst/>
            </a:prstGeom>
            <a:solidFill>
              <a:srgbClr val="69BBBC"/>
            </a:solidFill>
            <a:ln w="5556" cap="rnd">
              <a:solidFill>
                <a:srgbClr val="6E4A92"/>
              </a:solidFill>
              <a:round/>
            </a:ln>
          </p:spPr>
        </p:sp>
        <p:sp>
          <p:nvSpPr>
            <p:cNvPr id="35" name="KNOWLEDGE_NODE_6"/>
            <p:cNvSpPr/>
            <p:nvPr/>
          </p:nvSpPr>
          <p:spPr>
            <a:xfrm>
              <a:off x="9374188" y="1627188"/>
              <a:ext cx="79375" cy="79375"/>
            </a:xfrm>
            <a:prstGeom prst="ellipse">
              <a:avLst/>
            </a:prstGeom>
            <a:solidFill>
              <a:srgbClr val="4D97CB"/>
            </a:solidFill>
            <a:ln w="5556" cap="rnd">
              <a:solidFill>
                <a:srgbClr val="6E4A92"/>
              </a:solidFill>
              <a:round/>
            </a:ln>
          </p:spPr>
        </p:sp>
        <p:sp>
          <p:nvSpPr>
            <p:cNvPr id="36" name="KNOWLEDGE_NODE_7"/>
            <p:cNvSpPr/>
            <p:nvPr/>
          </p:nvSpPr>
          <p:spPr>
            <a:xfrm>
              <a:off x="9112250" y="1674812"/>
              <a:ext cx="79375" cy="79375"/>
            </a:xfrm>
            <a:prstGeom prst="ellipse">
              <a:avLst/>
            </a:prstGeom>
            <a:solidFill>
              <a:srgbClr val="8062B6"/>
            </a:solidFill>
            <a:ln w="5556" cap="rnd">
              <a:solidFill>
                <a:srgbClr val="6E4A92"/>
              </a:solidFill>
              <a:round/>
            </a:ln>
          </p:spPr>
        </p:sp>
        <p:sp>
          <p:nvSpPr>
            <p:cNvPr id="37" name="KNOWLEDGE_LARGE_NODE"/>
            <p:cNvSpPr/>
            <p:nvPr/>
          </p:nvSpPr>
          <p:spPr>
            <a:xfrm>
              <a:off x="9151938" y="1174750"/>
              <a:ext cx="127000" cy="127000"/>
            </a:xfrm>
            <a:prstGeom prst="ellipse">
              <a:avLst/>
            </a:prstGeom>
            <a:solidFill>
              <a:srgbClr val="B889DE"/>
            </a:solidFill>
            <a:ln w="6350" cap="rnd">
              <a:solidFill>
                <a:srgbClr val="713E99"/>
              </a:solidFill>
              <a:round/>
            </a:ln>
          </p:spPr>
        </p:sp>
        <p:sp>
          <p:nvSpPr>
            <p:cNvPr id="38" name="TAG_EEG"/>
            <p:cNvSpPr/>
            <p:nvPr/>
          </p:nvSpPr>
          <p:spPr>
            <a:xfrm>
              <a:off x="9294812" y="833438"/>
              <a:ext cx="349250" cy="206375"/>
            </a:xfrm>
            <a:prstGeom prst="roundRect">
              <a:avLst>
                <a:gd name="adj" fmla="val 50000"/>
              </a:avLst>
            </a:prstGeom>
            <a:solidFill>
              <a:srgbClr val="E8ECFF"/>
            </a:solidFill>
            <a:ln w="7938" cap="rnd">
              <a:noFill/>
            </a:ln>
          </p:spPr>
        </p:sp>
        <p:sp>
          <p:nvSpPr>
            <p:cNvPr id="39" name="TAG_SLEEP"/>
            <p:cNvSpPr/>
            <p:nvPr/>
          </p:nvSpPr>
          <p:spPr>
            <a:xfrm>
              <a:off x="9763125" y="1111250"/>
              <a:ext cx="349250" cy="206375"/>
            </a:xfrm>
            <a:prstGeom prst="roundRect">
              <a:avLst>
                <a:gd name="adj" fmla="val 50000"/>
              </a:avLst>
            </a:prstGeom>
            <a:solidFill>
              <a:srgbClr val="F6CAE7"/>
            </a:solidFill>
            <a:ln w="7938" cap="rnd">
              <a:noFill/>
            </a:ln>
          </p:spPr>
        </p:sp>
        <p:sp>
          <p:nvSpPr>
            <p:cNvPr id="40" name="TAG_ATTENTION"/>
            <p:cNvSpPr/>
            <p:nvPr/>
          </p:nvSpPr>
          <p:spPr>
            <a:xfrm>
              <a:off x="8929688" y="1778000"/>
              <a:ext cx="547688" cy="198438"/>
            </a:xfrm>
            <a:prstGeom prst="roundRect">
              <a:avLst>
                <a:gd name="adj" fmla="val 48000"/>
              </a:avLst>
            </a:prstGeom>
            <a:solidFill>
              <a:srgbClr val="D2E2F5"/>
            </a:solidFill>
            <a:ln w="7938" cap="rnd">
              <a:noFill/>
            </a:ln>
          </p:spPr>
        </p:sp>
        <p:sp>
          <p:nvSpPr>
            <p:cNvPr id="41" name="TAG_COGNITIVE"/>
            <p:cNvSpPr/>
            <p:nvPr/>
          </p:nvSpPr>
          <p:spPr>
            <a:xfrm>
              <a:off x="9532938" y="1658938"/>
              <a:ext cx="515938" cy="325438"/>
            </a:xfrm>
            <a:prstGeom prst="roundRect">
              <a:avLst>
                <a:gd name="adj" fmla="val 43902"/>
              </a:avLst>
            </a:prstGeom>
            <a:solidFill>
              <a:srgbClr val="E4F6F5"/>
            </a:solidFill>
            <a:ln w="7938" cap="rnd">
              <a:noFill/>
            </a:ln>
          </p:spPr>
        </p:sp>
        <p:grpSp>
          <p:nvGrpSpPr>
            <p:cNvPr id="744" name="ICON_REFERENCE_PAPERS"/>
            <p:cNvGrpSpPr/>
            <p:nvPr/>
          </p:nvGrpSpPr>
          <p:grpSpPr>
            <a:xfrm>
              <a:off x="8048625" y="881062"/>
              <a:ext cx="889000" cy="1023938"/>
              <a:chOff x="8048625" y="881062"/>
              <a:chExt cx="889000" cy="1023938"/>
            </a:xfrm>
          </p:grpSpPr>
          <p:sp>
            <p:nvSpPr>
              <p:cNvPr id="745" name="ICON_REFERENCE_PAPERS_path_001"/>
              <p:cNvSpPr/>
              <p:nvPr/>
            </p:nvSpPr>
            <p:spPr>
              <a:xfrm>
                <a:off x="8293477" y="1065307"/>
                <a:ext cx="602712" cy="738322"/>
              </a:xfrm>
              <a:custGeom>
                <a:avLst/>
                <a:gdLst/>
                <a:ahLst/>
                <a:cxnLst/>
                <a:rect l="0" t="0" r="r" b="b"/>
                <a:pathLst>
                  <a:path w="47458" h="58136" fill="norm" stroke="0">
                    <a:moveTo>
                      <a:pt x="1186" y="0"/>
                    </a:moveTo>
                    <a:cubicBezTo>
                      <a:pt x="9017" y="0"/>
                      <a:pt x="16847" y="0"/>
                      <a:pt x="24915" y="0"/>
                    </a:cubicBezTo>
                    <a:cubicBezTo>
                      <a:pt x="24915" y="98"/>
                      <a:pt x="24915" y="196"/>
                      <a:pt x="24915" y="297"/>
                    </a:cubicBezTo>
                    <a:cubicBezTo>
                      <a:pt x="26579" y="297"/>
                      <a:pt x="28243" y="297"/>
                      <a:pt x="29958" y="297"/>
                    </a:cubicBezTo>
                    <a:cubicBezTo>
                      <a:pt x="29958" y="199"/>
                      <a:pt x="29958" y="101"/>
                      <a:pt x="29958" y="0"/>
                    </a:cubicBezTo>
                    <a:cubicBezTo>
                      <a:pt x="30056" y="0"/>
                      <a:pt x="30153" y="0"/>
                      <a:pt x="30254" y="0"/>
                    </a:cubicBezTo>
                    <a:cubicBezTo>
                      <a:pt x="30254" y="98"/>
                      <a:pt x="30254" y="196"/>
                      <a:pt x="30254" y="297"/>
                    </a:cubicBezTo>
                    <a:cubicBezTo>
                      <a:pt x="30842" y="297"/>
                      <a:pt x="31429" y="297"/>
                      <a:pt x="32034" y="297"/>
                    </a:cubicBezTo>
                    <a:cubicBezTo>
                      <a:pt x="32034" y="199"/>
                      <a:pt x="32034" y="101"/>
                      <a:pt x="32034" y="0"/>
                    </a:cubicBezTo>
                    <a:cubicBezTo>
                      <a:pt x="32817" y="0"/>
                      <a:pt x="33600" y="0"/>
                      <a:pt x="34407" y="0"/>
                    </a:cubicBezTo>
                    <a:cubicBezTo>
                      <a:pt x="34407" y="98"/>
                      <a:pt x="34407" y="196"/>
                      <a:pt x="34407" y="297"/>
                    </a:cubicBezTo>
                    <a:cubicBezTo>
                      <a:pt x="35875" y="297"/>
                      <a:pt x="37343" y="297"/>
                      <a:pt x="38856" y="297"/>
                    </a:cubicBezTo>
                    <a:cubicBezTo>
                      <a:pt x="38856" y="394"/>
                      <a:pt x="38856" y="492"/>
                      <a:pt x="38856" y="593"/>
                    </a:cubicBezTo>
                    <a:cubicBezTo>
                      <a:pt x="38954" y="593"/>
                      <a:pt x="39052" y="593"/>
                      <a:pt x="39153" y="593"/>
                    </a:cubicBezTo>
                    <a:cubicBezTo>
                      <a:pt x="39153" y="614"/>
                      <a:pt x="39153" y="614"/>
                      <a:pt x="39154" y="719"/>
                    </a:cubicBezTo>
                    <a:cubicBezTo>
                      <a:pt x="39170" y="1733"/>
                      <a:pt x="39186" y="2747"/>
                      <a:pt x="39203" y="3761"/>
                    </a:cubicBezTo>
                    <a:cubicBezTo>
                      <a:pt x="39211" y="4251"/>
                      <a:pt x="39219" y="4741"/>
                      <a:pt x="39226" y="5231"/>
                    </a:cubicBezTo>
                    <a:cubicBezTo>
                      <a:pt x="39233" y="5659"/>
                      <a:pt x="39240" y="6086"/>
                      <a:pt x="39247" y="6514"/>
                    </a:cubicBezTo>
                    <a:cubicBezTo>
                      <a:pt x="39251" y="6740"/>
                      <a:pt x="39255" y="6966"/>
                      <a:pt x="39258" y="7192"/>
                    </a:cubicBezTo>
                    <a:cubicBezTo>
                      <a:pt x="39261" y="7405"/>
                      <a:pt x="39264" y="7619"/>
                      <a:pt x="39268" y="7832"/>
                    </a:cubicBezTo>
                    <a:cubicBezTo>
                      <a:pt x="39270" y="7910"/>
                      <a:pt x="39271" y="7988"/>
                      <a:pt x="39272" y="8066"/>
                    </a:cubicBezTo>
                    <a:cubicBezTo>
                      <a:pt x="39276" y="8471"/>
                      <a:pt x="39292" y="8819"/>
                      <a:pt x="39449" y="9195"/>
                    </a:cubicBezTo>
                    <a:cubicBezTo>
                      <a:pt x="39547" y="9195"/>
                      <a:pt x="39645" y="9195"/>
                      <a:pt x="39746" y="9195"/>
                    </a:cubicBezTo>
                    <a:cubicBezTo>
                      <a:pt x="39746" y="9293"/>
                      <a:pt x="39746" y="9391"/>
                      <a:pt x="39746" y="9492"/>
                    </a:cubicBezTo>
                    <a:cubicBezTo>
                      <a:pt x="39844" y="9492"/>
                      <a:pt x="39942" y="9492"/>
                      <a:pt x="40042" y="9492"/>
                    </a:cubicBezTo>
                    <a:cubicBezTo>
                      <a:pt x="40042" y="9589"/>
                      <a:pt x="40042" y="9687"/>
                      <a:pt x="40042" y="9788"/>
                    </a:cubicBezTo>
                    <a:cubicBezTo>
                      <a:pt x="40238" y="9788"/>
                      <a:pt x="40434" y="9788"/>
                      <a:pt x="40636" y="9788"/>
                    </a:cubicBezTo>
                    <a:cubicBezTo>
                      <a:pt x="40636" y="9886"/>
                      <a:pt x="40636" y="9984"/>
                      <a:pt x="40636" y="10085"/>
                    </a:cubicBezTo>
                    <a:cubicBezTo>
                      <a:pt x="42789" y="10085"/>
                      <a:pt x="44942" y="10085"/>
                      <a:pt x="47161" y="10085"/>
                    </a:cubicBezTo>
                    <a:cubicBezTo>
                      <a:pt x="47161" y="10183"/>
                      <a:pt x="47161" y="10281"/>
                      <a:pt x="47161" y="10381"/>
                    </a:cubicBezTo>
                    <a:cubicBezTo>
                      <a:pt x="47259" y="10381"/>
                      <a:pt x="47357" y="10381"/>
                      <a:pt x="47458" y="10381"/>
                    </a:cubicBezTo>
                    <a:cubicBezTo>
                      <a:pt x="47458" y="25847"/>
                      <a:pt x="47458" y="41312"/>
                      <a:pt x="47458" y="57246"/>
                    </a:cubicBezTo>
                    <a:cubicBezTo>
                      <a:pt x="47360" y="57246"/>
                      <a:pt x="47262" y="57246"/>
                      <a:pt x="47161" y="57246"/>
                    </a:cubicBezTo>
                    <a:cubicBezTo>
                      <a:pt x="47161" y="57442"/>
                      <a:pt x="47161" y="57637"/>
                      <a:pt x="47161" y="57839"/>
                    </a:cubicBezTo>
                    <a:cubicBezTo>
                      <a:pt x="47063" y="57839"/>
                      <a:pt x="46965" y="57839"/>
                      <a:pt x="46864" y="57839"/>
                    </a:cubicBezTo>
                    <a:cubicBezTo>
                      <a:pt x="46864" y="57937"/>
                      <a:pt x="46864" y="58035"/>
                      <a:pt x="46864" y="58136"/>
                    </a:cubicBezTo>
                    <a:cubicBezTo>
                      <a:pt x="31693" y="58136"/>
                      <a:pt x="16521" y="58136"/>
                      <a:pt x="890" y="58136"/>
                    </a:cubicBezTo>
                    <a:cubicBezTo>
                      <a:pt x="890" y="58038"/>
                      <a:pt x="890" y="57940"/>
                      <a:pt x="890" y="57839"/>
                    </a:cubicBezTo>
                    <a:cubicBezTo>
                      <a:pt x="694" y="57839"/>
                      <a:pt x="498" y="57839"/>
                      <a:pt x="297" y="57839"/>
                    </a:cubicBezTo>
                    <a:cubicBezTo>
                      <a:pt x="297" y="57741"/>
                      <a:pt x="297" y="57643"/>
                      <a:pt x="297" y="57542"/>
                    </a:cubicBezTo>
                    <a:cubicBezTo>
                      <a:pt x="199" y="57542"/>
                      <a:pt x="101" y="57542"/>
                      <a:pt x="0" y="57542"/>
                    </a:cubicBezTo>
                    <a:cubicBezTo>
                      <a:pt x="0" y="38749"/>
                      <a:pt x="0" y="19956"/>
                      <a:pt x="0" y="593"/>
                    </a:cubicBezTo>
                    <a:cubicBezTo>
                      <a:pt x="98" y="593"/>
                      <a:pt x="196" y="593"/>
                      <a:pt x="297" y="593"/>
                    </a:cubicBezTo>
                    <a:cubicBezTo>
                      <a:pt x="297" y="495"/>
                      <a:pt x="297" y="397"/>
                      <a:pt x="297" y="297"/>
                    </a:cubicBezTo>
                    <a:cubicBezTo>
                      <a:pt x="590" y="297"/>
                      <a:pt x="884" y="297"/>
                      <a:pt x="1186" y="297"/>
                    </a:cubicBezTo>
                    <a:cubicBezTo>
                      <a:pt x="1186" y="199"/>
                      <a:pt x="1186" y="101"/>
                      <a:pt x="1186" y="0"/>
                    </a:cubicBezTo>
                    <a:close/>
                    <a:moveTo>
                      <a:pt x="7415" y="14237"/>
                    </a:moveTo>
                    <a:cubicBezTo>
                      <a:pt x="7415" y="14335"/>
                      <a:pt x="7415" y="14433"/>
                      <a:pt x="7415" y="14534"/>
                    </a:cubicBezTo>
                    <a:cubicBezTo>
                      <a:pt x="7317" y="14534"/>
                      <a:pt x="7219" y="14534"/>
                      <a:pt x="7119" y="14534"/>
                    </a:cubicBezTo>
                    <a:cubicBezTo>
                      <a:pt x="7119" y="14632"/>
                      <a:pt x="7119" y="14730"/>
                      <a:pt x="7119" y="14831"/>
                    </a:cubicBezTo>
                    <a:cubicBezTo>
                      <a:pt x="7021" y="14831"/>
                      <a:pt x="6923" y="14831"/>
                      <a:pt x="6822" y="14831"/>
                    </a:cubicBezTo>
                    <a:cubicBezTo>
                      <a:pt x="6822" y="14928"/>
                      <a:pt x="6822" y="15026"/>
                      <a:pt x="6822" y="15127"/>
                    </a:cubicBezTo>
                    <a:cubicBezTo>
                      <a:pt x="6724" y="15127"/>
                      <a:pt x="6626" y="15127"/>
                      <a:pt x="6525" y="15127"/>
                    </a:cubicBezTo>
                    <a:cubicBezTo>
                      <a:pt x="6525" y="15421"/>
                      <a:pt x="6525" y="15714"/>
                      <a:pt x="6525" y="16017"/>
                    </a:cubicBezTo>
                    <a:cubicBezTo>
                      <a:pt x="6623" y="16017"/>
                      <a:pt x="6721" y="16017"/>
                      <a:pt x="6822" y="16017"/>
                    </a:cubicBezTo>
                    <a:cubicBezTo>
                      <a:pt x="6822" y="16213"/>
                      <a:pt x="6822" y="16408"/>
                      <a:pt x="6822" y="16610"/>
                    </a:cubicBezTo>
                    <a:cubicBezTo>
                      <a:pt x="6920" y="16610"/>
                      <a:pt x="7018" y="16610"/>
                      <a:pt x="7119" y="16610"/>
                    </a:cubicBezTo>
                    <a:cubicBezTo>
                      <a:pt x="7119" y="16708"/>
                      <a:pt x="7119" y="16806"/>
                      <a:pt x="7119" y="16907"/>
                    </a:cubicBezTo>
                    <a:cubicBezTo>
                      <a:pt x="14166" y="16907"/>
                      <a:pt x="21214" y="16907"/>
                      <a:pt x="28475" y="16907"/>
                    </a:cubicBezTo>
                    <a:cubicBezTo>
                      <a:pt x="28475" y="16809"/>
                      <a:pt x="28475" y="16711"/>
                      <a:pt x="28475" y="16610"/>
                    </a:cubicBezTo>
                    <a:cubicBezTo>
                      <a:pt x="28572" y="16610"/>
                      <a:pt x="28670" y="16610"/>
                      <a:pt x="28771" y="16610"/>
                    </a:cubicBezTo>
                    <a:cubicBezTo>
                      <a:pt x="28771" y="16512"/>
                      <a:pt x="28771" y="16414"/>
                      <a:pt x="28771" y="16314"/>
                    </a:cubicBezTo>
                    <a:cubicBezTo>
                      <a:pt x="28869" y="16314"/>
                      <a:pt x="28967" y="16314"/>
                      <a:pt x="29068" y="16314"/>
                    </a:cubicBezTo>
                    <a:cubicBezTo>
                      <a:pt x="29068" y="15824"/>
                      <a:pt x="29068" y="15335"/>
                      <a:pt x="29068" y="14831"/>
                    </a:cubicBezTo>
                    <a:cubicBezTo>
                      <a:pt x="28970" y="14831"/>
                      <a:pt x="28872" y="14831"/>
                      <a:pt x="28771" y="14831"/>
                    </a:cubicBezTo>
                    <a:cubicBezTo>
                      <a:pt x="28771" y="14733"/>
                      <a:pt x="28771" y="14635"/>
                      <a:pt x="28771" y="14534"/>
                    </a:cubicBezTo>
                    <a:cubicBezTo>
                      <a:pt x="28673" y="14534"/>
                      <a:pt x="28575" y="14534"/>
                      <a:pt x="28475" y="14534"/>
                    </a:cubicBezTo>
                    <a:cubicBezTo>
                      <a:pt x="28475" y="14436"/>
                      <a:pt x="28475" y="14338"/>
                      <a:pt x="28475" y="14237"/>
                    </a:cubicBezTo>
                    <a:cubicBezTo>
                      <a:pt x="21525" y="14237"/>
                      <a:pt x="14575" y="14237"/>
                      <a:pt x="7415" y="14237"/>
                    </a:cubicBezTo>
                    <a:close/>
                    <a:moveTo>
                      <a:pt x="7415" y="22246"/>
                    </a:moveTo>
                    <a:cubicBezTo>
                      <a:pt x="7415" y="22344"/>
                      <a:pt x="7415" y="22442"/>
                      <a:pt x="7415" y="22542"/>
                    </a:cubicBezTo>
                    <a:cubicBezTo>
                      <a:pt x="7317" y="22542"/>
                      <a:pt x="7219" y="22542"/>
                      <a:pt x="7119" y="22542"/>
                    </a:cubicBezTo>
                    <a:cubicBezTo>
                      <a:pt x="7119" y="22640"/>
                      <a:pt x="7119" y="22738"/>
                      <a:pt x="7119" y="22839"/>
                    </a:cubicBezTo>
                    <a:cubicBezTo>
                      <a:pt x="7021" y="22839"/>
                      <a:pt x="6923" y="22839"/>
                      <a:pt x="6822" y="22839"/>
                    </a:cubicBezTo>
                    <a:cubicBezTo>
                      <a:pt x="6822" y="23231"/>
                      <a:pt x="6822" y="23622"/>
                      <a:pt x="6822" y="24025"/>
                    </a:cubicBezTo>
                    <a:cubicBezTo>
                      <a:pt x="6920" y="24025"/>
                      <a:pt x="7018" y="24025"/>
                      <a:pt x="7119" y="24025"/>
                    </a:cubicBezTo>
                    <a:cubicBezTo>
                      <a:pt x="7119" y="24123"/>
                      <a:pt x="7119" y="24221"/>
                      <a:pt x="7119" y="24322"/>
                    </a:cubicBezTo>
                    <a:cubicBezTo>
                      <a:pt x="18081" y="24322"/>
                      <a:pt x="29044" y="24322"/>
                      <a:pt x="40339" y="24322"/>
                    </a:cubicBezTo>
                    <a:cubicBezTo>
                      <a:pt x="40339" y="24224"/>
                      <a:pt x="40339" y="24126"/>
                      <a:pt x="40339" y="24025"/>
                    </a:cubicBezTo>
                    <a:cubicBezTo>
                      <a:pt x="40437" y="24025"/>
                      <a:pt x="40535" y="24025"/>
                      <a:pt x="40636" y="24025"/>
                    </a:cubicBezTo>
                    <a:cubicBezTo>
                      <a:pt x="40636" y="23928"/>
                      <a:pt x="40636" y="23830"/>
                      <a:pt x="40636" y="23729"/>
                    </a:cubicBezTo>
                    <a:cubicBezTo>
                      <a:pt x="40733" y="23729"/>
                      <a:pt x="40831" y="23729"/>
                      <a:pt x="40932" y="23729"/>
                    </a:cubicBezTo>
                    <a:cubicBezTo>
                      <a:pt x="40932" y="23435"/>
                      <a:pt x="40932" y="23142"/>
                      <a:pt x="40932" y="22839"/>
                    </a:cubicBezTo>
                    <a:cubicBezTo>
                      <a:pt x="40834" y="22839"/>
                      <a:pt x="40736" y="22839"/>
                      <a:pt x="40636" y="22839"/>
                    </a:cubicBezTo>
                    <a:cubicBezTo>
                      <a:pt x="40636" y="22741"/>
                      <a:pt x="40636" y="22643"/>
                      <a:pt x="40636" y="22542"/>
                    </a:cubicBezTo>
                    <a:cubicBezTo>
                      <a:pt x="40440" y="22542"/>
                      <a:pt x="40244" y="22542"/>
                      <a:pt x="40042" y="22542"/>
                    </a:cubicBezTo>
                    <a:cubicBezTo>
                      <a:pt x="40042" y="22444"/>
                      <a:pt x="40042" y="22347"/>
                      <a:pt x="40042" y="22246"/>
                    </a:cubicBezTo>
                    <a:cubicBezTo>
                      <a:pt x="29275" y="22246"/>
                      <a:pt x="18508" y="22246"/>
                      <a:pt x="7415" y="22246"/>
                    </a:cubicBezTo>
                    <a:close/>
                    <a:moveTo>
                      <a:pt x="7415" y="29958"/>
                    </a:moveTo>
                    <a:cubicBezTo>
                      <a:pt x="7415" y="30056"/>
                      <a:pt x="7415" y="30153"/>
                      <a:pt x="7415" y="30254"/>
                    </a:cubicBezTo>
                    <a:cubicBezTo>
                      <a:pt x="7317" y="30254"/>
                      <a:pt x="7219" y="30254"/>
                      <a:pt x="7119" y="30254"/>
                    </a:cubicBezTo>
                    <a:cubicBezTo>
                      <a:pt x="7119" y="30352"/>
                      <a:pt x="7119" y="30450"/>
                      <a:pt x="7119" y="30551"/>
                    </a:cubicBezTo>
                    <a:cubicBezTo>
                      <a:pt x="7021" y="30551"/>
                      <a:pt x="6923" y="30551"/>
                      <a:pt x="6822" y="30551"/>
                    </a:cubicBezTo>
                    <a:cubicBezTo>
                      <a:pt x="6822" y="30942"/>
                      <a:pt x="6822" y="31334"/>
                      <a:pt x="6822" y="31737"/>
                    </a:cubicBezTo>
                    <a:cubicBezTo>
                      <a:pt x="6920" y="31737"/>
                      <a:pt x="7018" y="31737"/>
                      <a:pt x="7119" y="31737"/>
                    </a:cubicBezTo>
                    <a:cubicBezTo>
                      <a:pt x="7119" y="31835"/>
                      <a:pt x="7119" y="31933"/>
                      <a:pt x="7119" y="32034"/>
                    </a:cubicBezTo>
                    <a:cubicBezTo>
                      <a:pt x="9957" y="32034"/>
                      <a:pt x="12796" y="32034"/>
                      <a:pt x="15720" y="32034"/>
                    </a:cubicBezTo>
                    <a:cubicBezTo>
                      <a:pt x="15720" y="32132"/>
                      <a:pt x="15720" y="32230"/>
                      <a:pt x="15720" y="32331"/>
                    </a:cubicBezTo>
                    <a:cubicBezTo>
                      <a:pt x="16406" y="32331"/>
                      <a:pt x="17091" y="32331"/>
                      <a:pt x="17797" y="32331"/>
                    </a:cubicBezTo>
                    <a:cubicBezTo>
                      <a:pt x="17797" y="32233"/>
                      <a:pt x="17797" y="32135"/>
                      <a:pt x="17797" y="32034"/>
                    </a:cubicBezTo>
                    <a:cubicBezTo>
                      <a:pt x="20146" y="32034"/>
                      <a:pt x="22495" y="32034"/>
                      <a:pt x="24915" y="32034"/>
                    </a:cubicBezTo>
                    <a:cubicBezTo>
                      <a:pt x="24915" y="32132"/>
                      <a:pt x="24915" y="32230"/>
                      <a:pt x="24915" y="32331"/>
                    </a:cubicBezTo>
                    <a:cubicBezTo>
                      <a:pt x="26286" y="32331"/>
                      <a:pt x="27656" y="32331"/>
                      <a:pt x="29068" y="32331"/>
                    </a:cubicBezTo>
                    <a:cubicBezTo>
                      <a:pt x="29068" y="32233"/>
                      <a:pt x="29068" y="32135"/>
                      <a:pt x="29068" y="32034"/>
                    </a:cubicBezTo>
                    <a:cubicBezTo>
                      <a:pt x="32787" y="32034"/>
                      <a:pt x="36507" y="32034"/>
                      <a:pt x="40339" y="32034"/>
                    </a:cubicBezTo>
                    <a:cubicBezTo>
                      <a:pt x="40339" y="31936"/>
                      <a:pt x="40339" y="31838"/>
                      <a:pt x="40339" y="31737"/>
                    </a:cubicBezTo>
                    <a:cubicBezTo>
                      <a:pt x="40437" y="31737"/>
                      <a:pt x="40535" y="31737"/>
                      <a:pt x="40636" y="31737"/>
                    </a:cubicBezTo>
                    <a:cubicBezTo>
                      <a:pt x="40636" y="31639"/>
                      <a:pt x="40636" y="31542"/>
                      <a:pt x="40636" y="31441"/>
                    </a:cubicBezTo>
                    <a:cubicBezTo>
                      <a:pt x="40733" y="31441"/>
                      <a:pt x="40831" y="31441"/>
                      <a:pt x="40932" y="31441"/>
                    </a:cubicBezTo>
                    <a:cubicBezTo>
                      <a:pt x="40932" y="31245"/>
                      <a:pt x="40932" y="31049"/>
                      <a:pt x="40932" y="30847"/>
                    </a:cubicBezTo>
                    <a:cubicBezTo>
                      <a:pt x="40834" y="30847"/>
                      <a:pt x="40736" y="30847"/>
                      <a:pt x="40636" y="30847"/>
                    </a:cubicBezTo>
                    <a:cubicBezTo>
                      <a:pt x="40636" y="30652"/>
                      <a:pt x="40636" y="30456"/>
                      <a:pt x="40636" y="30254"/>
                    </a:cubicBezTo>
                    <a:cubicBezTo>
                      <a:pt x="40440" y="30254"/>
                      <a:pt x="40244" y="30254"/>
                      <a:pt x="40042" y="30254"/>
                    </a:cubicBezTo>
                    <a:cubicBezTo>
                      <a:pt x="40042" y="30156"/>
                      <a:pt x="40042" y="30058"/>
                      <a:pt x="40042" y="29958"/>
                    </a:cubicBezTo>
                    <a:cubicBezTo>
                      <a:pt x="29275" y="29958"/>
                      <a:pt x="18508" y="29958"/>
                      <a:pt x="7415" y="29958"/>
                    </a:cubicBezTo>
                    <a:close/>
                    <a:moveTo>
                      <a:pt x="7415" y="37669"/>
                    </a:moveTo>
                    <a:cubicBezTo>
                      <a:pt x="7415" y="37767"/>
                      <a:pt x="7415" y="37865"/>
                      <a:pt x="7415" y="37966"/>
                    </a:cubicBezTo>
                    <a:cubicBezTo>
                      <a:pt x="7372" y="37957"/>
                      <a:pt x="7330" y="37948"/>
                      <a:pt x="7285" y="37938"/>
                    </a:cubicBezTo>
                    <a:cubicBezTo>
                      <a:pt x="7102" y="37969"/>
                      <a:pt x="7069" y="37987"/>
                      <a:pt x="6952" y="38124"/>
                    </a:cubicBezTo>
                    <a:cubicBezTo>
                      <a:pt x="6715" y="38505"/>
                      <a:pt x="6801" y="39020"/>
                      <a:pt x="6822" y="39449"/>
                    </a:cubicBezTo>
                    <a:cubicBezTo>
                      <a:pt x="6920" y="39449"/>
                      <a:pt x="7018" y="39449"/>
                      <a:pt x="7119" y="39449"/>
                    </a:cubicBezTo>
                    <a:cubicBezTo>
                      <a:pt x="7119" y="39547"/>
                      <a:pt x="7119" y="39645"/>
                      <a:pt x="7119" y="39746"/>
                    </a:cubicBezTo>
                    <a:cubicBezTo>
                      <a:pt x="18081" y="39746"/>
                      <a:pt x="29044" y="39746"/>
                      <a:pt x="40339" y="39746"/>
                    </a:cubicBezTo>
                    <a:cubicBezTo>
                      <a:pt x="40339" y="39648"/>
                      <a:pt x="40339" y="39550"/>
                      <a:pt x="40339" y="39449"/>
                    </a:cubicBezTo>
                    <a:cubicBezTo>
                      <a:pt x="40437" y="39449"/>
                      <a:pt x="40535" y="39449"/>
                      <a:pt x="40636" y="39449"/>
                    </a:cubicBezTo>
                    <a:cubicBezTo>
                      <a:pt x="40636" y="39351"/>
                      <a:pt x="40636" y="39253"/>
                      <a:pt x="40636" y="39153"/>
                    </a:cubicBezTo>
                    <a:cubicBezTo>
                      <a:pt x="40733" y="39153"/>
                      <a:pt x="40831" y="39153"/>
                      <a:pt x="40932" y="39153"/>
                    </a:cubicBezTo>
                    <a:cubicBezTo>
                      <a:pt x="40932" y="38859"/>
                      <a:pt x="40932" y="38565"/>
                      <a:pt x="40932" y="38263"/>
                    </a:cubicBezTo>
                    <a:cubicBezTo>
                      <a:pt x="40834" y="38263"/>
                      <a:pt x="40736" y="38263"/>
                      <a:pt x="40636" y="38263"/>
                    </a:cubicBezTo>
                    <a:cubicBezTo>
                      <a:pt x="40636" y="38165"/>
                      <a:pt x="40636" y="38067"/>
                      <a:pt x="40636" y="37966"/>
                    </a:cubicBezTo>
                    <a:cubicBezTo>
                      <a:pt x="40538" y="37966"/>
                      <a:pt x="40440" y="37966"/>
                      <a:pt x="40339" y="37966"/>
                    </a:cubicBezTo>
                    <a:cubicBezTo>
                      <a:pt x="40339" y="37868"/>
                      <a:pt x="40339" y="37770"/>
                      <a:pt x="40339" y="37669"/>
                    </a:cubicBezTo>
                    <a:cubicBezTo>
                      <a:pt x="29474" y="37669"/>
                      <a:pt x="18609" y="37669"/>
                      <a:pt x="7415" y="37669"/>
                    </a:cubicBezTo>
                    <a:close/>
                    <a:moveTo>
                      <a:pt x="7415" y="45381"/>
                    </a:moveTo>
                    <a:cubicBezTo>
                      <a:pt x="7415" y="45479"/>
                      <a:pt x="7415" y="45577"/>
                      <a:pt x="7415" y="45678"/>
                    </a:cubicBezTo>
                    <a:cubicBezTo>
                      <a:pt x="7317" y="45678"/>
                      <a:pt x="7219" y="45678"/>
                      <a:pt x="7119" y="45678"/>
                    </a:cubicBezTo>
                    <a:cubicBezTo>
                      <a:pt x="7119" y="45776"/>
                      <a:pt x="7119" y="45874"/>
                      <a:pt x="7119" y="45975"/>
                    </a:cubicBezTo>
                    <a:cubicBezTo>
                      <a:pt x="7021" y="45975"/>
                      <a:pt x="6923" y="45975"/>
                      <a:pt x="6822" y="45975"/>
                    </a:cubicBezTo>
                    <a:cubicBezTo>
                      <a:pt x="6822" y="46366"/>
                      <a:pt x="6822" y="46758"/>
                      <a:pt x="6822" y="47161"/>
                    </a:cubicBezTo>
                    <a:cubicBezTo>
                      <a:pt x="6920" y="47161"/>
                      <a:pt x="7018" y="47161"/>
                      <a:pt x="7119" y="47161"/>
                    </a:cubicBezTo>
                    <a:cubicBezTo>
                      <a:pt x="7119" y="47259"/>
                      <a:pt x="7119" y="47357"/>
                      <a:pt x="7119" y="47458"/>
                    </a:cubicBezTo>
                    <a:cubicBezTo>
                      <a:pt x="14753" y="47458"/>
                      <a:pt x="22388" y="47458"/>
                      <a:pt x="30254" y="47458"/>
                    </a:cubicBezTo>
                    <a:cubicBezTo>
                      <a:pt x="30254" y="47360"/>
                      <a:pt x="30254" y="47262"/>
                      <a:pt x="30254" y="47161"/>
                    </a:cubicBezTo>
                    <a:cubicBezTo>
                      <a:pt x="30352" y="47161"/>
                      <a:pt x="30450" y="47161"/>
                      <a:pt x="30551" y="47161"/>
                    </a:cubicBezTo>
                    <a:cubicBezTo>
                      <a:pt x="30551" y="47063"/>
                      <a:pt x="30551" y="46965"/>
                      <a:pt x="30551" y="46864"/>
                    </a:cubicBezTo>
                    <a:cubicBezTo>
                      <a:pt x="30649" y="46864"/>
                      <a:pt x="30747" y="46864"/>
                      <a:pt x="30847" y="46864"/>
                    </a:cubicBezTo>
                    <a:cubicBezTo>
                      <a:pt x="30847" y="46571"/>
                      <a:pt x="30847" y="46277"/>
                      <a:pt x="30847" y="45975"/>
                    </a:cubicBezTo>
                    <a:cubicBezTo>
                      <a:pt x="30750" y="45975"/>
                      <a:pt x="30652" y="45975"/>
                      <a:pt x="30551" y="45975"/>
                    </a:cubicBezTo>
                    <a:cubicBezTo>
                      <a:pt x="30551" y="45877"/>
                      <a:pt x="30551" y="45779"/>
                      <a:pt x="30551" y="45678"/>
                    </a:cubicBezTo>
                    <a:cubicBezTo>
                      <a:pt x="30453" y="45678"/>
                      <a:pt x="30355" y="45678"/>
                      <a:pt x="30254" y="45678"/>
                    </a:cubicBezTo>
                    <a:cubicBezTo>
                      <a:pt x="30254" y="45580"/>
                      <a:pt x="30254" y="45482"/>
                      <a:pt x="30254" y="45381"/>
                    </a:cubicBezTo>
                    <a:cubicBezTo>
                      <a:pt x="22717" y="45381"/>
                      <a:pt x="15181" y="45381"/>
                      <a:pt x="7415" y="45381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46" name="ICON_REFERENCE_PAPERS_path_002"/>
              <p:cNvSpPr/>
              <p:nvPr/>
            </p:nvSpPr>
            <p:spPr>
              <a:xfrm>
                <a:off x="8063693" y="967366"/>
                <a:ext cx="855097" cy="860861"/>
              </a:xfrm>
              <a:custGeom>
                <a:avLst/>
                <a:gdLst/>
                <a:ahLst/>
                <a:cxnLst/>
                <a:rect l="0" t="0" r="r" b="b"/>
                <a:pathLst>
                  <a:path w="67331" h="67784" fill="norm" stroke="0">
                    <a:moveTo>
                      <a:pt x="11864" y="0"/>
                    </a:moveTo>
                    <a:cubicBezTo>
                      <a:pt x="24393" y="0"/>
                      <a:pt x="36922" y="0"/>
                      <a:pt x="49831" y="0"/>
                    </a:cubicBezTo>
                    <a:cubicBezTo>
                      <a:pt x="49831" y="98"/>
                      <a:pt x="49831" y="196"/>
                      <a:pt x="49831" y="297"/>
                    </a:cubicBezTo>
                    <a:cubicBezTo>
                      <a:pt x="49866" y="288"/>
                      <a:pt x="49902" y="279"/>
                      <a:pt x="49939" y="271"/>
                    </a:cubicBezTo>
                    <a:cubicBezTo>
                      <a:pt x="50124" y="246"/>
                      <a:pt x="50244" y="245"/>
                      <a:pt x="50424" y="297"/>
                    </a:cubicBezTo>
                    <a:cubicBezTo>
                      <a:pt x="50579" y="430"/>
                      <a:pt x="50694" y="594"/>
                      <a:pt x="50810" y="761"/>
                    </a:cubicBezTo>
                    <a:cubicBezTo>
                      <a:pt x="50833" y="794"/>
                      <a:pt x="50856" y="827"/>
                      <a:pt x="50879" y="862"/>
                    </a:cubicBezTo>
                    <a:cubicBezTo>
                      <a:pt x="50889" y="877"/>
                      <a:pt x="50889" y="877"/>
                      <a:pt x="50938" y="953"/>
                    </a:cubicBezTo>
                    <a:cubicBezTo>
                      <a:pt x="51017" y="1038"/>
                      <a:pt x="51017" y="1038"/>
                      <a:pt x="51168" y="1091"/>
                    </a:cubicBezTo>
                    <a:cubicBezTo>
                      <a:pt x="51192" y="1107"/>
                      <a:pt x="51192" y="1107"/>
                      <a:pt x="51314" y="1186"/>
                    </a:cubicBezTo>
                    <a:cubicBezTo>
                      <a:pt x="51343" y="1341"/>
                      <a:pt x="51351" y="1457"/>
                      <a:pt x="51347" y="1612"/>
                    </a:cubicBezTo>
                    <a:cubicBezTo>
                      <a:pt x="51347" y="1655"/>
                      <a:pt x="51347" y="1699"/>
                      <a:pt x="51347" y="1743"/>
                    </a:cubicBezTo>
                    <a:cubicBezTo>
                      <a:pt x="51347" y="1887"/>
                      <a:pt x="51345" y="2030"/>
                      <a:pt x="51342" y="2174"/>
                    </a:cubicBezTo>
                    <a:cubicBezTo>
                      <a:pt x="51342" y="2274"/>
                      <a:pt x="51342" y="2373"/>
                      <a:pt x="51341" y="2473"/>
                    </a:cubicBezTo>
                    <a:cubicBezTo>
                      <a:pt x="51340" y="2735"/>
                      <a:pt x="51337" y="2997"/>
                      <a:pt x="51334" y="3259"/>
                    </a:cubicBezTo>
                    <a:cubicBezTo>
                      <a:pt x="51331" y="3527"/>
                      <a:pt x="51330" y="3794"/>
                      <a:pt x="51328" y="4061"/>
                    </a:cubicBezTo>
                    <a:cubicBezTo>
                      <a:pt x="51325" y="4586"/>
                      <a:pt x="51320" y="5111"/>
                      <a:pt x="51314" y="5636"/>
                    </a:cubicBezTo>
                    <a:cubicBezTo>
                      <a:pt x="51411" y="5636"/>
                      <a:pt x="51509" y="5636"/>
                      <a:pt x="51610" y="5636"/>
                    </a:cubicBezTo>
                    <a:cubicBezTo>
                      <a:pt x="51610" y="5733"/>
                      <a:pt x="51610" y="5831"/>
                      <a:pt x="51610" y="5932"/>
                    </a:cubicBezTo>
                    <a:cubicBezTo>
                      <a:pt x="51708" y="5932"/>
                      <a:pt x="51806" y="5932"/>
                      <a:pt x="51907" y="5932"/>
                    </a:cubicBezTo>
                    <a:cubicBezTo>
                      <a:pt x="51907" y="6030"/>
                      <a:pt x="51907" y="6128"/>
                      <a:pt x="51907" y="6229"/>
                    </a:cubicBezTo>
                    <a:cubicBezTo>
                      <a:pt x="51940" y="6228"/>
                      <a:pt x="51974" y="6227"/>
                      <a:pt x="52008" y="6226"/>
                    </a:cubicBezTo>
                    <a:cubicBezTo>
                      <a:pt x="52826" y="6207"/>
                      <a:pt x="53645" y="6192"/>
                      <a:pt x="54463" y="6183"/>
                    </a:cubicBezTo>
                    <a:cubicBezTo>
                      <a:pt x="54859" y="6178"/>
                      <a:pt x="55255" y="6172"/>
                      <a:pt x="55651" y="6162"/>
                    </a:cubicBezTo>
                    <a:cubicBezTo>
                      <a:pt x="55996" y="6153"/>
                      <a:pt x="56342" y="6147"/>
                      <a:pt x="56687" y="6145"/>
                    </a:cubicBezTo>
                    <a:cubicBezTo>
                      <a:pt x="56870" y="6144"/>
                      <a:pt x="57052" y="6141"/>
                      <a:pt x="57235" y="6135"/>
                    </a:cubicBezTo>
                    <a:cubicBezTo>
                      <a:pt x="58112" y="6107"/>
                      <a:pt x="58665" y="6177"/>
                      <a:pt x="59329" y="6781"/>
                    </a:cubicBezTo>
                    <a:cubicBezTo>
                      <a:pt x="59615" y="7067"/>
                      <a:pt x="59615" y="7067"/>
                      <a:pt x="59629" y="7281"/>
                    </a:cubicBezTo>
                    <a:cubicBezTo>
                      <a:pt x="59628" y="7303"/>
                      <a:pt x="59628" y="7303"/>
                      <a:pt x="59619" y="7415"/>
                    </a:cubicBezTo>
                    <a:cubicBezTo>
                      <a:pt x="59717" y="7415"/>
                      <a:pt x="59814" y="7415"/>
                      <a:pt x="59915" y="7415"/>
                    </a:cubicBezTo>
                    <a:cubicBezTo>
                      <a:pt x="59923" y="7457"/>
                      <a:pt x="59931" y="7498"/>
                      <a:pt x="59938" y="7541"/>
                    </a:cubicBezTo>
                    <a:cubicBezTo>
                      <a:pt x="60111" y="8150"/>
                      <a:pt x="60509" y="8453"/>
                      <a:pt x="60991" y="8837"/>
                    </a:cubicBezTo>
                    <a:cubicBezTo>
                      <a:pt x="61043" y="8879"/>
                      <a:pt x="61095" y="8921"/>
                      <a:pt x="61149" y="8965"/>
                    </a:cubicBezTo>
                    <a:cubicBezTo>
                      <a:pt x="61197" y="9002"/>
                      <a:pt x="61245" y="9039"/>
                      <a:pt x="61294" y="9078"/>
                    </a:cubicBezTo>
                    <a:cubicBezTo>
                      <a:pt x="61398" y="9195"/>
                      <a:pt x="61398" y="9195"/>
                      <a:pt x="61414" y="9358"/>
                    </a:cubicBezTo>
                    <a:cubicBezTo>
                      <a:pt x="61409" y="9402"/>
                      <a:pt x="61404" y="9446"/>
                      <a:pt x="61398" y="9492"/>
                    </a:cubicBezTo>
                    <a:cubicBezTo>
                      <a:pt x="61496" y="9492"/>
                      <a:pt x="61594" y="9492"/>
                      <a:pt x="61695" y="9492"/>
                    </a:cubicBezTo>
                    <a:cubicBezTo>
                      <a:pt x="61713" y="9543"/>
                      <a:pt x="61731" y="9595"/>
                      <a:pt x="61749" y="9649"/>
                    </a:cubicBezTo>
                    <a:cubicBezTo>
                      <a:pt x="61774" y="9716"/>
                      <a:pt x="61799" y="9784"/>
                      <a:pt x="61825" y="9853"/>
                    </a:cubicBezTo>
                    <a:cubicBezTo>
                      <a:pt x="61837" y="9887"/>
                      <a:pt x="61837" y="9887"/>
                      <a:pt x="61898" y="10056"/>
                    </a:cubicBezTo>
                    <a:cubicBezTo>
                      <a:pt x="62006" y="10260"/>
                      <a:pt x="62083" y="10292"/>
                      <a:pt x="62288" y="10381"/>
                    </a:cubicBezTo>
                    <a:cubicBezTo>
                      <a:pt x="62307" y="10539"/>
                      <a:pt x="62307" y="10539"/>
                      <a:pt x="62288" y="10678"/>
                    </a:cubicBezTo>
                    <a:cubicBezTo>
                      <a:pt x="62386" y="10678"/>
                      <a:pt x="62484" y="10678"/>
                      <a:pt x="62585" y="10678"/>
                    </a:cubicBezTo>
                    <a:cubicBezTo>
                      <a:pt x="62585" y="10776"/>
                      <a:pt x="62585" y="10874"/>
                      <a:pt x="62585" y="10975"/>
                    </a:cubicBezTo>
                    <a:cubicBezTo>
                      <a:pt x="62683" y="10975"/>
                      <a:pt x="62781" y="10975"/>
                      <a:pt x="62881" y="10975"/>
                    </a:cubicBezTo>
                    <a:cubicBezTo>
                      <a:pt x="62887" y="10997"/>
                      <a:pt x="62887" y="10997"/>
                      <a:pt x="62915" y="11111"/>
                    </a:cubicBezTo>
                    <a:cubicBezTo>
                      <a:pt x="63065" y="11588"/>
                      <a:pt x="63247" y="11802"/>
                      <a:pt x="63641" y="12096"/>
                    </a:cubicBezTo>
                    <a:cubicBezTo>
                      <a:pt x="64050" y="12402"/>
                      <a:pt x="64050" y="12402"/>
                      <a:pt x="64126" y="12636"/>
                    </a:cubicBezTo>
                    <a:cubicBezTo>
                      <a:pt x="64124" y="12785"/>
                      <a:pt x="64111" y="12909"/>
                      <a:pt x="64068" y="13051"/>
                    </a:cubicBezTo>
                    <a:cubicBezTo>
                      <a:pt x="64112" y="13046"/>
                      <a:pt x="64157" y="13042"/>
                      <a:pt x="64203" y="13037"/>
                    </a:cubicBezTo>
                    <a:cubicBezTo>
                      <a:pt x="64364" y="13051"/>
                      <a:pt x="64364" y="13051"/>
                      <a:pt x="64475" y="13144"/>
                    </a:cubicBezTo>
                    <a:cubicBezTo>
                      <a:pt x="64509" y="13186"/>
                      <a:pt x="64543" y="13229"/>
                      <a:pt x="64578" y="13273"/>
                    </a:cubicBezTo>
                    <a:cubicBezTo>
                      <a:pt x="64597" y="13296"/>
                      <a:pt x="64597" y="13296"/>
                      <a:pt x="64692" y="13413"/>
                    </a:cubicBezTo>
                    <a:cubicBezTo>
                      <a:pt x="64731" y="13462"/>
                      <a:pt x="64770" y="13510"/>
                      <a:pt x="64809" y="13561"/>
                    </a:cubicBezTo>
                    <a:cubicBezTo>
                      <a:pt x="64886" y="13657"/>
                      <a:pt x="64963" y="13752"/>
                      <a:pt x="65041" y="13847"/>
                    </a:cubicBezTo>
                    <a:cubicBezTo>
                      <a:pt x="65075" y="13890"/>
                      <a:pt x="65109" y="13933"/>
                      <a:pt x="65144" y="13977"/>
                    </a:cubicBezTo>
                    <a:cubicBezTo>
                      <a:pt x="65254" y="14089"/>
                      <a:pt x="65254" y="14089"/>
                      <a:pt x="65415" y="14168"/>
                    </a:cubicBezTo>
                    <a:cubicBezTo>
                      <a:pt x="65460" y="14191"/>
                      <a:pt x="65505" y="14214"/>
                      <a:pt x="65551" y="14237"/>
                    </a:cubicBezTo>
                    <a:cubicBezTo>
                      <a:pt x="65569" y="14395"/>
                      <a:pt x="65569" y="14395"/>
                      <a:pt x="65551" y="14534"/>
                    </a:cubicBezTo>
                    <a:cubicBezTo>
                      <a:pt x="65649" y="14534"/>
                      <a:pt x="65747" y="14534"/>
                      <a:pt x="65847" y="14534"/>
                    </a:cubicBezTo>
                    <a:cubicBezTo>
                      <a:pt x="65847" y="14632"/>
                      <a:pt x="65847" y="14730"/>
                      <a:pt x="65847" y="14831"/>
                    </a:cubicBezTo>
                    <a:cubicBezTo>
                      <a:pt x="65945" y="14831"/>
                      <a:pt x="66043" y="14831"/>
                      <a:pt x="66144" y="14831"/>
                    </a:cubicBezTo>
                    <a:cubicBezTo>
                      <a:pt x="66144" y="14928"/>
                      <a:pt x="66144" y="15026"/>
                      <a:pt x="66144" y="15127"/>
                    </a:cubicBezTo>
                    <a:cubicBezTo>
                      <a:pt x="66242" y="15127"/>
                      <a:pt x="66340" y="15127"/>
                      <a:pt x="66441" y="15127"/>
                    </a:cubicBezTo>
                    <a:cubicBezTo>
                      <a:pt x="66459" y="15179"/>
                      <a:pt x="66477" y="15231"/>
                      <a:pt x="66495" y="15284"/>
                    </a:cubicBezTo>
                    <a:cubicBezTo>
                      <a:pt x="66520" y="15352"/>
                      <a:pt x="66545" y="15419"/>
                      <a:pt x="66570" y="15489"/>
                    </a:cubicBezTo>
                    <a:cubicBezTo>
                      <a:pt x="66582" y="15522"/>
                      <a:pt x="66582" y="15522"/>
                      <a:pt x="66643" y="15692"/>
                    </a:cubicBezTo>
                    <a:cubicBezTo>
                      <a:pt x="66752" y="15895"/>
                      <a:pt x="66828" y="15928"/>
                      <a:pt x="67034" y="16017"/>
                    </a:cubicBezTo>
                    <a:cubicBezTo>
                      <a:pt x="67052" y="16174"/>
                      <a:pt x="67052" y="16174"/>
                      <a:pt x="67034" y="16314"/>
                    </a:cubicBezTo>
                    <a:cubicBezTo>
                      <a:pt x="67132" y="16314"/>
                      <a:pt x="67230" y="16314"/>
                      <a:pt x="67331" y="16314"/>
                    </a:cubicBezTo>
                    <a:cubicBezTo>
                      <a:pt x="67331" y="32758"/>
                      <a:pt x="67331" y="49202"/>
                      <a:pt x="67331" y="66144"/>
                    </a:cubicBezTo>
                    <a:cubicBezTo>
                      <a:pt x="67233" y="66144"/>
                      <a:pt x="67135" y="66144"/>
                      <a:pt x="67034" y="66144"/>
                    </a:cubicBezTo>
                    <a:cubicBezTo>
                      <a:pt x="67041" y="66187"/>
                      <a:pt x="67049" y="66230"/>
                      <a:pt x="67056" y="66274"/>
                    </a:cubicBezTo>
                    <a:cubicBezTo>
                      <a:pt x="67034" y="66441"/>
                      <a:pt x="67034" y="66441"/>
                      <a:pt x="66877" y="66589"/>
                    </a:cubicBezTo>
                    <a:cubicBezTo>
                      <a:pt x="66809" y="66639"/>
                      <a:pt x="66741" y="66689"/>
                      <a:pt x="66672" y="66737"/>
                    </a:cubicBezTo>
                    <a:cubicBezTo>
                      <a:pt x="66421" y="66918"/>
                      <a:pt x="66276" y="67043"/>
                      <a:pt x="66144" y="67331"/>
                    </a:cubicBezTo>
                    <a:cubicBezTo>
                      <a:pt x="65987" y="67349"/>
                      <a:pt x="65987" y="67349"/>
                      <a:pt x="65847" y="67331"/>
                    </a:cubicBezTo>
                    <a:cubicBezTo>
                      <a:pt x="65847" y="67428"/>
                      <a:pt x="65847" y="67526"/>
                      <a:pt x="65847" y="67627"/>
                    </a:cubicBezTo>
                    <a:cubicBezTo>
                      <a:pt x="61279" y="67645"/>
                      <a:pt x="56711" y="67661"/>
                      <a:pt x="52142" y="67671"/>
                    </a:cubicBezTo>
                    <a:cubicBezTo>
                      <a:pt x="52108" y="67671"/>
                      <a:pt x="52108" y="67671"/>
                      <a:pt x="51937" y="67671"/>
                    </a:cubicBezTo>
                    <a:cubicBezTo>
                      <a:pt x="50468" y="67675"/>
                      <a:pt x="48998" y="67678"/>
                      <a:pt x="47529" y="67680"/>
                    </a:cubicBezTo>
                    <a:cubicBezTo>
                      <a:pt x="46808" y="67681"/>
                      <a:pt x="46087" y="67683"/>
                      <a:pt x="45367" y="67684"/>
                    </a:cubicBezTo>
                    <a:cubicBezTo>
                      <a:pt x="45295" y="67684"/>
                      <a:pt x="45223" y="67684"/>
                      <a:pt x="45150" y="67685"/>
                    </a:cubicBezTo>
                    <a:cubicBezTo>
                      <a:pt x="42825" y="67689"/>
                      <a:pt x="40501" y="67697"/>
                      <a:pt x="38177" y="67706"/>
                    </a:cubicBezTo>
                    <a:cubicBezTo>
                      <a:pt x="35788" y="67716"/>
                      <a:pt x="33399" y="67722"/>
                      <a:pt x="31011" y="67725"/>
                    </a:cubicBezTo>
                    <a:cubicBezTo>
                      <a:pt x="30673" y="67725"/>
                      <a:pt x="30336" y="67725"/>
                      <a:pt x="29999" y="67726"/>
                    </a:cubicBezTo>
                    <a:cubicBezTo>
                      <a:pt x="29932" y="67726"/>
                      <a:pt x="29866" y="67726"/>
                      <a:pt x="29797" y="67726"/>
                    </a:cubicBezTo>
                    <a:cubicBezTo>
                      <a:pt x="28728" y="67727"/>
                      <a:pt x="27660" y="67732"/>
                      <a:pt x="26591" y="67738"/>
                    </a:cubicBezTo>
                    <a:cubicBezTo>
                      <a:pt x="25516" y="67744"/>
                      <a:pt x="24442" y="67747"/>
                      <a:pt x="23367" y="67745"/>
                    </a:cubicBezTo>
                    <a:cubicBezTo>
                      <a:pt x="22729" y="67744"/>
                      <a:pt x="22090" y="67746"/>
                      <a:pt x="21452" y="67753"/>
                    </a:cubicBezTo>
                    <a:cubicBezTo>
                      <a:pt x="21025" y="67756"/>
                      <a:pt x="20599" y="67757"/>
                      <a:pt x="20172" y="67754"/>
                    </a:cubicBezTo>
                    <a:cubicBezTo>
                      <a:pt x="19929" y="67752"/>
                      <a:pt x="19686" y="67752"/>
                      <a:pt x="19443" y="67757"/>
                    </a:cubicBezTo>
                    <a:cubicBezTo>
                      <a:pt x="17926" y="67784"/>
                      <a:pt x="17926" y="67784"/>
                      <a:pt x="17491" y="67393"/>
                    </a:cubicBezTo>
                    <a:cubicBezTo>
                      <a:pt x="17292" y="67178"/>
                      <a:pt x="17135" y="66946"/>
                      <a:pt x="16983" y="66696"/>
                    </a:cubicBezTo>
                    <a:cubicBezTo>
                      <a:pt x="16883" y="66555"/>
                      <a:pt x="16769" y="66504"/>
                      <a:pt x="16610" y="66441"/>
                    </a:cubicBezTo>
                    <a:cubicBezTo>
                      <a:pt x="16577" y="66288"/>
                      <a:pt x="16577" y="66288"/>
                      <a:pt x="16581" y="66102"/>
                    </a:cubicBezTo>
                    <a:cubicBezTo>
                      <a:pt x="16582" y="66035"/>
                      <a:pt x="16583" y="65969"/>
                      <a:pt x="16584" y="65900"/>
                    </a:cubicBezTo>
                    <a:cubicBezTo>
                      <a:pt x="16585" y="65866"/>
                      <a:pt x="16585" y="65866"/>
                      <a:pt x="16592" y="65690"/>
                    </a:cubicBezTo>
                    <a:cubicBezTo>
                      <a:pt x="16593" y="65620"/>
                      <a:pt x="16594" y="65550"/>
                      <a:pt x="16596" y="65478"/>
                    </a:cubicBezTo>
                    <a:cubicBezTo>
                      <a:pt x="16599" y="65304"/>
                      <a:pt x="16604" y="65131"/>
                      <a:pt x="16610" y="64958"/>
                    </a:cubicBezTo>
                    <a:cubicBezTo>
                      <a:pt x="16512" y="64958"/>
                      <a:pt x="16414" y="64958"/>
                      <a:pt x="16314" y="64958"/>
                    </a:cubicBezTo>
                    <a:cubicBezTo>
                      <a:pt x="16314" y="64860"/>
                      <a:pt x="16314" y="64762"/>
                      <a:pt x="16314" y="64661"/>
                    </a:cubicBezTo>
                    <a:cubicBezTo>
                      <a:pt x="16216" y="64661"/>
                      <a:pt x="16118" y="64661"/>
                      <a:pt x="16017" y="64661"/>
                    </a:cubicBezTo>
                    <a:cubicBezTo>
                      <a:pt x="16017" y="64563"/>
                      <a:pt x="16017" y="64465"/>
                      <a:pt x="16017" y="64364"/>
                    </a:cubicBezTo>
                    <a:cubicBezTo>
                      <a:pt x="11417" y="64364"/>
                      <a:pt x="6816" y="64364"/>
                      <a:pt x="2076" y="64364"/>
                    </a:cubicBezTo>
                    <a:cubicBezTo>
                      <a:pt x="2076" y="64267"/>
                      <a:pt x="2076" y="64169"/>
                      <a:pt x="2076" y="64068"/>
                    </a:cubicBezTo>
                    <a:cubicBezTo>
                      <a:pt x="2019" y="64075"/>
                      <a:pt x="1962" y="64082"/>
                      <a:pt x="1902" y="64089"/>
                    </a:cubicBezTo>
                    <a:cubicBezTo>
                      <a:pt x="1256" y="64142"/>
                      <a:pt x="1256" y="64142"/>
                      <a:pt x="995" y="63946"/>
                    </a:cubicBezTo>
                    <a:cubicBezTo>
                      <a:pt x="604" y="63590"/>
                      <a:pt x="604" y="63590"/>
                      <a:pt x="578" y="63307"/>
                    </a:cubicBezTo>
                    <a:cubicBezTo>
                      <a:pt x="583" y="63264"/>
                      <a:pt x="588" y="63222"/>
                      <a:pt x="593" y="63178"/>
                    </a:cubicBezTo>
                    <a:cubicBezTo>
                      <a:pt x="495" y="63178"/>
                      <a:pt x="397" y="63178"/>
                      <a:pt x="297" y="63178"/>
                    </a:cubicBezTo>
                    <a:cubicBezTo>
                      <a:pt x="297" y="62982"/>
                      <a:pt x="297" y="62786"/>
                      <a:pt x="297" y="62585"/>
                    </a:cubicBezTo>
                    <a:cubicBezTo>
                      <a:pt x="199" y="62585"/>
                      <a:pt x="101" y="62585"/>
                      <a:pt x="0" y="62585"/>
                    </a:cubicBezTo>
                    <a:cubicBezTo>
                      <a:pt x="0" y="46043"/>
                      <a:pt x="0" y="29501"/>
                      <a:pt x="0" y="12458"/>
                    </a:cubicBezTo>
                    <a:cubicBezTo>
                      <a:pt x="98" y="12458"/>
                      <a:pt x="196" y="12458"/>
                      <a:pt x="297" y="12458"/>
                    </a:cubicBezTo>
                    <a:cubicBezTo>
                      <a:pt x="292" y="12415"/>
                      <a:pt x="287" y="12373"/>
                      <a:pt x="281" y="12329"/>
                    </a:cubicBezTo>
                    <a:cubicBezTo>
                      <a:pt x="307" y="12045"/>
                      <a:pt x="495" y="11875"/>
                      <a:pt x="699" y="11689"/>
                    </a:cubicBezTo>
                    <a:cubicBezTo>
                      <a:pt x="1011" y="11454"/>
                      <a:pt x="1413" y="11524"/>
                      <a:pt x="1780" y="11568"/>
                    </a:cubicBezTo>
                    <a:cubicBezTo>
                      <a:pt x="1780" y="11470"/>
                      <a:pt x="1780" y="11372"/>
                      <a:pt x="1780" y="11271"/>
                    </a:cubicBezTo>
                    <a:cubicBezTo>
                      <a:pt x="2563" y="11271"/>
                      <a:pt x="3346" y="11271"/>
                      <a:pt x="4153" y="11271"/>
                    </a:cubicBezTo>
                    <a:cubicBezTo>
                      <a:pt x="4153" y="11173"/>
                      <a:pt x="4153" y="11075"/>
                      <a:pt x="4153" y="10975"/>
                    </a:cubicBezTo>
                    <a:cubicBezTo>
                      <a:pt x="4250" y="10975"/>
                      <a:pt x="4348" y="10975"/>
                      <a:pt x="4449" y="10975"/>
                    </a:cubicBezTo>
                    <a:cubicBezTo>
                      <a:pt x="4449" y="10957"/>
                      <a:pt x="4449" y="10957"/>
                      <a:pt x="4448" y="10869"/>
                    </a:cubicBezTo>
                    <a:cubicBezTo>
                      <a:pt x="4445" y="10505"/>
                      <a:pt x="4443" y="10142"/>
                      <a:pt x="4441" y="9779"/>
                    </a:cubicBezTo>
                    <a:cubicBezTo>
                      <a:pt x="4440" y="9643"/>
                      <a:pt x="4439" y="9508"/>
                      <a:pt x="4438" y="9372"/>
                    </a:cubicBezTo>
                    <a:cubicBezTo>
                      <a:pt x="4436" y="9177"/>
                      <a:pt x="4435" y="8982"/>
                      <a:pt x="4435" y="8788"/>
                    </a:cubicBezTo>
                    <a:cubicBezTo>
                      <a:pt x="4434" y="8727"/>
                      <a:pt x="4433" y="8666"/>
                      <a:pt x="4432" y="8603"/>
                    </a:cubicBezTo>
                    <a:cubicBezTo>
                      <a:pt x="4432" y="8575"/>
                      <a:pt x="4432" y="8575"/>
                      <a:pt x="4432" y="8432"/>
                    </a:cubicBezTo>
                    <a:cubicBezTo>
                      <a:pt x="4432" y="8382"/>
                      <a:pt x="4432" y="8333"/>
                      <a:pt x="4431" y="8282"/>
                    </a:cubicBezTo>
                    <a:cubicBezTo>
                      <a:pt x="4449" y="8157"/>
                      <a:pt x="4449" y="8157"/>
                      <a:pt x="4597" y="8008"/>
                    </a:cubicBezTo>
                    <a:cubicBezTo>
                      <a:pt x="4619" y="7892"/>
                      <a:pt x="4619" y="7892"/>
                      <a:pt x="4624" y="7755"/>
                    </a:cubicBezTo>
                    <a:cubicBezTo>
                      <a:pt x="4682" y="6811"/>
                      <a:pt x="4682" y="6811"/>
                      <a:pt x="5014" y="6451"/>
                    </a:cubicBezTo>
                    <a:cubicBezTo>
                      <a:pt x="5233" y="6269"/>
                      <a:pt x="5388" y="6196"/>
                      <a:pt x="5673" y="6192"/>
                    </a:cubicBezTo>
                    <a:cubicBezTo>
                      <a:pt x="5823" y="6208"/>
                      <a:pt x="5823" y="6208"/>
                      <a:pt x="5932" y="6229"/>
                    </a:cubicBezTo>
                    <a:cubicBezTo>
                      <a:pt x="5932" y="6131"/>
                      <a:pt x="5932" y="6033"/>
                      <a:pt x="5932" y="5932"/>
                    </a:cubicBezTo>
                    <a:cubicBezTo>
                      <a:pt x="7303" y="5932"/>
                      <a:pt x="8673" y="5932"/>
                      <a:pt x="10085" y="5932"/>
                    </a:cubicBezTo>
                    <a:cubicBezTo>
                      <a:pt x="10085" y="5834"/>
                      <a:pt x="10085" y="5736"/>
                      <a:pt x="10085" y="5636"/>
                    </a:cubicBezTo>
                    <a:cubicBezTo>
                      <a:pt x="10183" y="5636"/>
                      <a:pt x="10281" y="5636"/>
                      <a:pt x="10381" y="5636"/>
                    </a:cubicBezTo>
                    <a:cubicBezTo>
                      <a:pt x="10380" y="5581"/>
                      <a:pt x="10378" y="5527"/>
                      <a:pt x="10376" y="5471"/>
                    </a:cubicBezTo>
                    <a:cubicBezTo>
                      <a:pt x="10361" y="4956"/>
                      <a:pt x="10350" y="4441"/>
                      <a:pt x="10343" y="3926"/>
                    </a:cubicBezTo>
                    <a:cubicBezTo>
                      <a:pt x="10339" y="3661"/>
                      <a:pt x="10334" y="3397"/>
                      <a:pt x="10325" y="3132"/>
                    </a:cubicBezTo>
                    <a:cubicBezTo>
                      <a:pt x="10317" y="2876"/>
                      <a:pt x="10313" y="2621"/>
                      <a:pt x="10311" y="2365"/>
                    </a:cubicBezTo>
                    <a:cubicBezTo>
                      <a:pt x="10310" y="2267"/>
                      <a:pt x="10307" y="2170"/>
                      <a:pt x="10303" y="2073"/>
                    </a:cubicBezTo>
                    <a:cubicBezTo>
                      <a:pt x="10273" y="1328"/>
                      <a:pt x="10273" y="1328"/>
                      <a:pt x="10455" y="1090"/>
                    </a:cubicBezTo>
                    <a:cubicBezTo>
                      <a:pt x="10607" y="942"/>
                      <a:pt x="10770" y="828"/>
                      <a:pt x="10949" y="716"/>
                    </a:cubicBezTo>
                    <a:cubicBezTo>
                      <a:pt x="11133" y="586"/>
                      <a:pt x="11182" y="498"/>
                      <a:pt x="11271" y="297"/>
                    </a:cubicBezTo>
                    <a:cubicBezTo>
                      <a:pt x="11415" y="268"/>
                      <a:pt x="11415" y="268"/>
                      <a:pt x="11577" y="278"/>
                    </a:cubicBezTo>
                    <a:cubicBezTo>
                      <a:pt x="11604" y="279"/>
                      <a:pt x="11604" y="279"/>
                      <a:pt x="11740" y="286"/>
                    </a:cubicBezTo>
                    <a:cubicBezTo>
                      <a:pt x="11781" y="290"/>
                      <a:pt x="11822" y="293"/>
                      <a:pt x="11864" y="297"/>
                    </a:cubicBezTo>
                    <a:cubicBezTo>
                      <a:pt x="11864" y="199"/>
                      <a:pt x="11864" y="101"/>
                      <a:pt x="11864" y="0"/>
                    </a:cubicBezTo>
                    <a:close/>
                    <a:moveTo>
                      <a:pt x="12458" y="1780"/>
                    </a:moveTo>
                    <a:cubicBezTo>
                      <a:pt x="12458" y="1878"/>
                      <a:pt x="12458" y="1975"/>
                      <a:pt x="12458" y="2076"/>
                    </a:cubicBezTo>
                    <a:cubicBezTo>
                      <a:pt x="12360" y="2076"/>
                      <a:pt x="12262" y="2076"/>
                      <a:pt x="12161" y="2076"/>
                    </a:cubicBezTo>
                    <a:cubicBezTo>
                      <a:pt x="12161" y="2859"/>
                      <a:pt x="12161" y="3642"/>
                      <a:pt x="12161" y="4449"/>
                    </a:cubicBezTo>
                    <a:cubicBezTo>
                      <a:pt x="12063" y="4449"/>
                      <a:pt x="11965" y="4449"/>
                      <a:pt x="11864" y="4449"/>
                    </a:cubicBezTo>
                    <a:cubicBezTo>
                      <a:pt x="11864" y="5330"/>
                      <a:pt x="11864" y="6211"/>
                      <a:pt x="11864" y="7119"/>
                    </a:cubicBezTo>
                    <a:cubicBezTo>
                      <a:pt x="11962" y="7119"/>
                      <a:pt x="12060" y="7119"/>
                      <a:pt x="12161" y="7119"/>
                    </a:cubicBezTo>
                    <a:cubicBezTo>
                      <a:pt x="12161" y="22094"/>
                      <a:pt x="12161" y="37070"/>
                      <a:pt x="12161" y="52500"/>
                    </a:cubicBezTo>
                    <a:cubicBezTo>
                      <a:pt x="12259" y="52500"/>
                      <a:pt x="12357" y="52500"/>
                      <a:pt x="12458" y="52500"/>
                    </a:cubicBezTo>
                    <a:cubicBezTo>
                      <a:pt x="12458" y="52598"/>
                      <a:pt x="12458" y="52696"/>
                      <a:pt x="12458" y="52797"/>
                    </a:cubicBezTo>
                    <a:cubicBezTo>
                      <a:pt x="12653" y="52797"/>
                      <a:pt x="12849" y="52797"/>
                      <a:pt x="13051" y="52797"/>
                    </a:cubicBezTo>
                    <a:cubicBezTo>
                      <a:pt x="13051" y="52894"/>
                      <a:pt x="13051" y="52992"/>
                      <a:pt x="13051" y="53093"/>
                    </a:cubicBezTo>
                    <a:cubicBezTo>
                      <a:pt x="14030" y="53093"/>
                      <a:pt x="15008" y="53093"/>
                      <a:pt x="16017" y="53093"/>
                    </a:cubicBezTo>
                    <a:cubicBezTo>
                      <a:pt x="16017" y="52995"/>
                      <a:pt x="16017" y="52897"/>
                      <a:pt x="16017" y="52797"/>
                    </a:cubicBezTo>
                    <a:cubicBezTo>
                      <a:pt x="16213" y="52797"/>
                      <a:pt x="16408" y="52797"/>
                      <a:pt x="16610" y="52797"/>
                    </a:cubicBezTo>
                    <a:cubicBezTo>
                      <a:pt x="16610" y="37821"/>
                      <a:pt x="16610" y="22845"/>
                      <a:pt x="16610" y="7415"/>
                    </a:cubicBezTo>
                    <a:cubicBezTo>
                      <a:pt x="16708" y="7415"/>
                      <a:pt x="16806" y="7415"/>
                      <a:pt x="16907" y="7415"/>
                    </a:cubicBezTo>
                    <a:cubicBezTo>
                      <a:pt x="16907" y="7317"/>
                      <a:pt x="16907" y="7219"/>
                      <a:pt x="16907" y="7119"/>
                    </a:cubicBezTo>
                    <a:cubicBezTo>
                      <a:pt x="17005" y="7119"/>
                      <a:pt x="17103" y="7119"/>
                      <a:pt x="17203" y="7119"/>
                    </a:cubicBezTo>
                    <a:cubicBezTo>
                      <a:pt x="17203" y="7021"/>
                      <a:pt x="17203" y="6923"/>
                      <a:pt x="17203" y="6822"/>
                    </a:cubicBezTo>
                    <a:cubicBezTo>
                      <a:pt x="17301" y="6822"/>
                      <a:pt x="17399" y="6822"/>
                      <a:pt x="17500" y="6822"/>
                    </a:cubicBezTo>
                    <a:cubicBezTo>
                      <a:pt x="17500" y="6724"/>
                      <a:pt x="17500" y="6626"/>
                      <a:pt x="17500" y="6525"/>
                    </a:cubicBezTo>
                    <a:cubicBezTo>
                      <a:pt x="17598" y="6525"/>
                      <a:pt x="17696" y="6525"/>
                      <a:pt x="17797" y="6525"/>
                    </a:cubicBezTo>
                    <a:cubicBezTo>
                      <a:pt x="17797" y="6428"/>
                      <a:pt x="17797" y="6330"/>
                      <a:pt x="17797" y="6229"/>
                    </a:cubicBezTo>
                    <a:cubicBezTo>
                      <a:pt x="28172" y="6229"/>
                      <a:pt x="38547" y="6229"/>
                      <a:pt x="49237" y="6229"/>
                    </a:cubicBezTo>
                    <a:cubicBezTo>
                      <a:pt x="49237" y="6131"/>
                      <a:pt x="49237" y="6033"/>
                      <a:pt x="49237" y="5932"/>
                    </a:cubicBezTo>
                    <a:cubicBezTo>
                      <a:pt x="49335" y="5932"/>
                      <a:pt x="49433" y="5932"/>
                      <a:pt x="49534" y="5932"/>
                    </a:cubicBezTo>
                    <a:cubicBezTo>
                      <a:pt x="49534" y="5345"/>
                      <a:pt x="49534" y="4758"/>
                      <a:pt x="49534" y="4153"/>
                    </a:cubicBezTo>
                    <a:cubicBezTo>
                      <a:pt x="49632" y="4153"/>
                      <a:pt x="49730" y="4153"/>
                      <a:pt x="49831" y="4153"/>
                    </a:cubicBezTo>
                    <a:cubicBezTo>
                      <a:pt x="49831" y="3565"/>
                      <a:pt x="49831" y="2978"/>
                      <a:pt x="49831" y="2373"/>
                    </a:cubicBezTo>
                    <a:cubicBezTo>
                      <a:pt x="49733" y="2373"/>
                      <a:pt x="49635" y="2373"/>
                      <a:pt x="49534" y="2373"/>
                    </a:cubicBezTo>
                    <a:cubicBezTo>
                      <a:pt x="49534" y="2275"/>
                      <a:pt x="49534" y="2177"/>
                      <a:pt x="49534" y="2076"/>
                    </a:cubicBezTo>
                    <a:cubicBezTo>
                      <a:pt x="49436" y="2076"/>
                      <a:pt x="49338" y="2076"/>
                      <a:pt x="49237" y="2076"/>
                    </a:cubicBezTo>
                    <a:cubicBezTo>
                      <a:pt x="49237" y="1978"/>
                      <a:pt x="49237" y="1881"/>
                      <a:pt x="49237" y="1780"/>
                    </a:cubicBezTo>
                    <a:cubicBezTo>
                      <a:pt x="37100" y="1780"/>
                      <a:pt x="24963" y="1780"/>
                      <a:pt x="12458" y="1780"/>
                    </a:cubicBezTo>
                    <a:close/>
                    <a:moveTo>
                      <a:pt x="7119" y="7415"/>
                    </a:moveTo>
                    <a:cubicBezTo>
                      <a:pt x="7119" y="7513"/>
                      <a:pt x="7119" y="7611"/>
                      <a:pt x="7119" y="7712"/>
                    </a:cubicBezTo>
                    <a:cubicBezTo>
                      <a:pt x="6923" y="7712"/>
                      <a:pt x="6727" y="7712"/>
                      <a:pt x="6525" y="7712"/>
                    </a:cubicBezTo>
                    <a:cubicBezTo>
                      <a:pt x="6525" y="7810"/>
                      <a:pt x="6525" y="7908"/>
                      <a:pt x="6525" y="8008"/>
                    </a:cubicBezTo>
                    <a:cubicBezTo>
                      <a:pt x="6428" y="8008"/>
                      <a:pt x="6330" y="8008"/>
                      <a:pt x="6229" y="8008"/>
                    </a:cubicBezTo>
                    <a:cubicBezTo>
                      <a:pt x="6224" y="12722"/>
                      <a:pt x="6219" y="17437"/>
                      <a:pt x="6216" y="22151"/>
                    </a:cubicBezTo>
                    <a:cubicBezTo>
                      <a:pt x="6216" y="22220"/>
                      <a:pt x="6216" y="22290"/>
                      <a:pt x="6216" y="22362"/>
                    </a:cubicBezTo>
                    <a:cubicBezTo>
                      <a:pt x="6215" y="23878"/>
                      <a:pt x="6214" y="25393"/>
                      <a:pt x="6214" y="26909"/>
                    </a:cubicBezTo>
                    <a:cubicBezTo>
                      <a:pt x="6213" y="27615"/>
                      <a:pt x="6213" y="28321"/>
                      <a:pt x="6213" y="29027"/>
                    </a:cubicBezTo>
                    <a:cubicBezTo>
                      <a:pt x="6213" y="29139"/>
                      <a:pt x="6213" y="29251"/>
                      <a:pt x="6212" y="29363"/>
                    </a:cubicBezTo>
                    <a:cubicBezTo>
                      <a:pt x="6211" y="31089"/>
                      <a:pt x="6210" y="32814"/>
                      <a:pt x="6208" y="34540"/>
                    </a:cubicBezTo>
                    <a:cubicBezTo>
                      <a:pt x="6208" y="34577"/>
                      <a:pt x="6208" y="34614"/>
                      <a:pt x="6208" y="34652"/>
                    </a:cubicBezTo>
                    <a:cubicBezTo>
                      <a:pt x="6208" y="35250"/>
                      <a:pt x="6207" y="35848"/>
                      <a:pt x="6206" y="36446"/>
                    </a:cubicBezTo>
                    <a:cubicBezTo>
                      <a:pt x="6203" y="38948"/>
                      <a:pt x="6202" y="41449"/>
                      <a:pt x="6201" y="43951"/>
                    </a:cubicBezTo>
                    <a:cubicBezTo>
                      <a:pt x="6201" y="44299"/>
                      <a:pt x="6201" y="44647"/>
                      <a:pt x="6201" y="44995"/>
                    </a:cubicBezTo>
                    <a:cubicBezTo>
                      <a:pt x="6201" y="45063"/>
                      <a:pt x="6201" y="45131"/>
                      <a:pt x="6201" y="45202"/>
                    </a:cubicBezTo>
                    <a:cubicBezTo>
                      <a:pt x="6200" y="46305"/>
                      <a:pt x="6199" y="47408"/>
                      <a:pt x="6197" y="48511"/>
                    </a:cubicBezTo>
                    <a:cubicBezTo>
                      <a:pt x="6195" y="49620"/>
                      <a:pt x="6195" y="50728"/>
                      <a:pt x="6195" y="51837"/>
                    </a:cubicBezTo>
                    <a:cubicBezTo>
                      <a:pt x="6195" y="52495"/>
                      <a:pt x="6195" y="53154"/>
                      <a:pt x="6193" y="53813"/>
                    </a:cubicBezTo>
                    <a:cubicBezTo>
                      <a:pt x="6192" y="54253"/>
                      <a:pt x="6192" y="54693"/>
                      <a:pt x="6193" y="55133"/>
                    </a:cubicBezTo>
                    <a:cubicBezTo>
                      <a:pt x="6193" y="55384"/>
                      <a:pt x="6193" y="55635"/>
                      <a:pt x="6192" y="55886"/>
                    </a:cubicBezTo>
                    <a:cubicBezTo>
                      <a:pt x="6191" y="56114"/>
                      <a:pt x="6191" y="56342"/>
                      <a:pt x="6192" y="56570"/>
                    </a:cubicBezTo>
                    <a:cubicBezTo>
                      <a:pt x="6192" y="56652"/>
                      <a:pt x="6192" y="56734"/>
                      <a:pt x="6191" y="56816"/>
                    </a:cubicBezTo>
                    <a:cubicBezTo>
                      <a:pt x="6187" y="57279"/>
                      <a:pt x="6192" y="57776"/>
                      <a:pt x="6525" y="58136"/>
                    </a:cubicBezTo>
                    <a:cubicBezTo>
                      <a:pt x="6684" y="58151"/>
                      <a:pt x="6684" y="58151"/>
                      <a:pt x="6822" y="58136"/>
                    </a:cubicBezTo>
                    <a:cubicBezTo>
                      <a:pt x="6822" y="58233"/>
                      <a:pt x="6822" y="58331"/>
                      <a:pt x="6822" y="58432"/>
                    </a:cubicBezTo>
                    <a:cubicBezTo>
                      <a:pt x="9954" y="58432"/>
                      <a:pt x="13086" y="58432"/>
                      <a:pt x="16314" y="58432"/>
                    </a:cubicBezTo>
                    <a:cubicBezTo>
                      <a:pt x="16314" y="58334"/>
                      <a:pt x="16314" y="58236"/>
                      <a:pt x="16314" y="58136"/>
                    </a:cubicBezTo>
                    <a:cubicBezTo>
                      <a:pt x="16411" y="58136"/>
                      <a:pt x="16509" y="58136"/>
                      <a:pt x="16610" y="58136"/>
                    </a:cubicBezTo>
                    <a:cubicBezTo>
                      <a:pt x="16610" y="57059"/>
                      <a:pt x="16610" y="55982"/>
                      <a:pt x="16610" y="54873"/>
                    </a:cubicBezTo>
                    <a:cubicBezTo>
                      <a:pt x="16512" y="54873"/>
                      <a:pt x="16414" y="54873"/>
                      <a:pt x="16314" y="54873"/>
                    </a:cubicBezTo>
                    <a:cubicBezTo>
                      <a:pt x="16314" y="54775"/>
                      <a:pt x="16314" y="54677"/>
                      <a:pt x="16314" y="54576"/>
                    </a:cubicBezTo>
                    <a:cubicBezTo>
                      <a:pt x="15335" y="54576"/>
                      <a:pt x="14356" y="54576"/>
                      <a:pt x="13347" y="54576"/>
                    </a:cubicBezTo>
                    <a:cubicBezTo>
                      <a:pt x="13347" y="54674"/>
                      <a:pt x="13347" y="54772"/>
                      <a:pt x="13347" y="54873"/>
                    </a:cubicBezTo>
                    <a:cubicBezTo>
                      <a:pt x="13054" y="54873"/>
                      <a:pt x="12760" y="54873"/>
                      <a:pt x="12458" y="54873"/>
                    </a:cubicBezTo>
                    <a:cubicBezTo>
                      <a:pt x="12458" y="54775"/>
                      <a:pt x="12458" y="54677"/>
                      <a:pt x="12458" y="54576"/>
                    </a:cubicBezTo>
                    <a:cubicBezTo>
                      <a:pt x="12164" y="54576"/>
                      <a:pt x="11870" y="54576"/>
                      <a:pt x="11568" y="54576"/>
                    </a:cubicBezTo>
                    <a:cubicBezTo>
                      <a:pt x="11568" y="54478"/>
                      <a:pt x="11568" y="54381"/>
                      <a:pt x="11568" y="54280"/>
                    </a:cubicBezTo>
                    <a:cubicBezTo>
                      <a:pt x="11470" y="54280"/>
                      <a:pt x="11372" y="54280"/>
                      <a:pt x="11271" y="54280"/>
                    </a:cubicBezTo>
                    <a:cubicBezTo>
                      <a:pt x="11271" y="54182"/>
                      <a:pt x="11271" y="54084"/>
                      <a:pt x="11271" y="53983"/>
                    </a:cubicBezTo>
                    <a:cubicBezTo>
                      <a:pt x="11173" y="53983"/>
                      <a:pt x="11075" y="53983"/>
                      <a:pt x="10975" y="53983"/>
                    </a:cubicBezTo>
                    <a:cubicBezTo>
                      <a:pt x="10975" y="53885"/>
                      <a:pt x="10975" y="53787"/>
                      <a:pt x="10975" y="53686"/>
                    </a:cubicBezTo>
                    <a:cubicBezTo>
                      <a:pt x="10877" y="53686"/>
                      <a:pt x="10779" y="53686"/>
                      <a:pt x="10678" y="53686"/>
                    </a:cubicBezTo>
                    <a:cubicBezTo>
                      <a:pt x="10678" y="53589"/>
                      <a:pt x="10678" y="53491"/>
                      <a:pt x="10678" y="53390"/>
                    </a:cubicBezTo>
                    <a:cubicBezTo>
                      <a:pt x="10580" y="53390"/>
                      <a:pt x="10482" y="53390"/>
                      <a:pt x="10381" y="53390"/>
                    </a:cubicBezTo>
                    <a:cubicBezTo>
                      <a:pt x="10381" y="38316"/>
                      <a:pt x="10381" y="23242"/>
                      <a:pt x="10381" y="7712"/>
                    </a:cubicBezTo>
                    <a:cubicBezTo>
                      <a:pt x="10186" y="7712"/>
                      <a:pt x="9990" y="7712"/>
                      <a:pt x="9788" y="7712"/>
                    </a:cubicBezTo>
                    <a:cubicBezTo>
                      <a:pt x="9788" y="7614"/>
                      <a:pt x="9788" y="7516"/>
                      <a:pt x="9788" y="7415"/>
                    </a:cubicBezTo>
                    <a:cubicBezTo>
                      <a:pt x="8907" y="7415"/>
                      <a:pt x="8026" y="7415"/>
                      <a:pt x="7119" y="7415"/>
                    </a:cubicBezTo>
                    <a:close/>
                    <a:moveTo>
                      <a:pt x="19280" y="7712"/>
                    </a:moveTo>
                    <a:cubicBezTo>
                      <a:pt x="19280" y="7810"/>
                      <a:pt x="19280" y="7908"/>
                      <a:pt x="19280" y="8008"/>
                    </a:cubicBezTo>
                    <a:cubicBezTo>
                      <a:pt x="18986" y="8008"/>
                      <a:pt x="18692" y="8008"/>
                      <a:pt x="18390" y="8008"/>
                    </a:cubicBezTo>
                    <a:cubicBezTo>
                      <a:pt x="18390" y="8106"/>
                      <a:pt x="18390" y="8204"/>
                      <a:pt x="18390" y="8305"/>
                    </a:cubicBezTo>
                    <a:cubicBezTo>
                      <a:pt x="18292" y="8305"/>
                      <a:pt x="18194" y="8305"/>
                      <a:pt x="18093" y="8305"/>
                    </a:cubicBezTo>
                    <a:cubicBezTo>
                      <a:pt x="18093" y="27098"/>
                      <a:pt x="18093" y="45892"/>
                      <a:pt x="18093" y="65254"/>
                    </a:cubicBezTo>
                    <a:cubicBezTo>
                      <a:pt x="18191" y="65254"/>
                      <a:pt x="18289" y="65254"/>
                      <a:pt x="18390" y="65254"/>
                    </a:cubicBezTo>
                    <a:cubicBezTo>
                      <a:pt x="18390" y="65352"/>
                      <a:pt x="18390" y="65450"/>
                      <a:pt x="18390" y="65551"/>
                    </a:cubicBezTo>
                    <a:cubicBezTo>
                      <a:pt x="18586" y="65551"/>
                      <a:pt x="18781" y="65551"/>
                      <a:pt x="18983" y="65551"/>
                    </a:cubicBezTo>
                    <a:cubicBezTo>
                      <a:pt x="18983" y="65649"/>
                      <a:pt x="18983" y="65747"/>
                      <a:pt x="18983" y="65847"/>
                    </a:cubicBezTo>
                    <a:cubicBezTo>
                      <a:pt x="34155" y="65847"/>
                      <a:pt x="49326" y="65847"/>
                      <a:pt x="64958" y="65847"/>
                    </a:cubicBezTo>
                    <a:cubicBezTo>
                      <a:pt x="64958" y="65750"/>
                      <a:pt x="64958" y="65652"/>
                      <a:pt x="64958" y="65551"/>
                    </a:cubicBezTo>
                    <a:cubicBezTo>
                      <a:pt x="65056" y="65551"/>
                      <a:pt x="65153" y="65551"/>
                      <a:pt x="65254" y="65551"/>
                    </a:cubicBezTo>
                    <a:cubicBezTo>
                      <a:pt x="65254" y="65355"/>
                      <a:pt x="65254" y="65159"/>
                      <a:pt x="65254" y="64958"/>
                    </a:cubicBezTo>
                    <a:cubicBezTo>
                      <a:pt x="65352" y="64958"/>
                      <a:pt x="65450" y="64958"/>
                      <a:pt x="65551" y="64958"/>
                    </a:cubicBezTo>
                    <a:cubicBezTo>
                      <a:pt x="65551" y="49492"/>
                      <a:pt x="65551" y="34027"/>
                      <a:pt x="65551" y="18093"/>
                    </a:cubicBezTo>
                    <a:cubicBezTo>
                      <a:pt x="65453" y="18093"/>
                      <a:pt x="65355" y="18093"/>
                      <a:pt x="65254" y="18093"/>
                    </a:cubicBezTo>
                    <a:cubicBezTo>
                      <a:pt x="65254" y="17995"/>
                      <a:pt x="65254" y="17897"/>
                      <a:pt x="65254" y="17797"/>
                    </a:cubicBezTo>
                    <a:cubicBezTo>
                      <a:pt x="63101" y="17797"/>
                      <a:pt x="60947" y="17797"/>
                      <a:pt x="58729" y="17797"/>
                    </a:cubicBezTo>
                    <a:cubicBezTo>
                      <a:pt x="58729" y="17699"/>
                      <a:pt x="58729" y="17601"/>
                      <a:pt x="58729" y="17500"/>
                    </a:cubicBezTo>
                    <a:cubicBezTo>
                      <a:pt x="58533" y="17500"/>
                      <a:pt x="58337" y="17500"/>
                      <a:pt x="58136" y="17500"/>
                    </a:cubicBezTo>
                    <a:cubicBezTo>
                      <a:pt x="58136" y="17402"/>
                      <a:pt x="58136" y="17304"/>
                      <a:pt x="58136" y="17203"/>
                    </a:cubicBezTo>
                    <a:cubicBezTo>
                      <a:pt x="58038" y="17203"/>
                      <a:pt x="57940" y="17203"/>
                      <a:pt x="57839" y="17203"/>
                    </a:cubicBezTo>
                    <a:cubicBezTo>
                      <a:pt x="57839" y="17106"/>
                      <a:pt x="57839" y="17008"/>
                      <a:pt x="57839" y="16907"/>
                    </a:cubicBezTo>
                    <a:cubicBezTo>
                      <a:pt x="57741" y="16907"/>
                      <a:pt x="57643" y="16907"/>
                      <a:pt x="57542" y="16907"/>
                    </a:cubicBezTo>
                    <a:cubicBezTo>
                      <a:pt x="57370" y="16496"/>
                      <a:pt x="57369" y="16103"/>
                      <a:pt x="57364" y="15663"/>
                    </a:cubicBezTo>
                    <a:cubicBezTo>
                      <a:pt x="57362" y="15582"/>
                      <a:pt x="57361" y="15502"/>
                      <a:pt x="57359" y="15421"/>
                    </a:cubicBezTo>
                    <a:cubicBezTo>
                      <a:pt x="57355" y="15204"/>
                      <a:pt x="57352" y="14987"/>
                      <a:pt x="57349" y="14770"/>
                    </a:cubicBezTo>
                    <a:cubicBezTo>
                      <a:pt x="57346" y="14542"/>
                      <a:pt x="57342" y="14315"/>
                      <a:pt x="57338" y="14087"/>
                    </a:cubicBezTo>
                    <a:cubicBezTo>
                      <a:pt x="57330" y="13657"/>
                      <a:pt x="57324" y="13227"/>
                      <a:pt x="57317" y="12797"/>
                    </a:cubicBezTo>
                    <a:cubicBezTo>
                      <a:pt x="57310" y="12307"/>
                      <a:pt x="57302" y="11817"/>
                      <a:pt x="57294" y="11327"/>
                    </a:cubicBezTo>
                    <a:cubicBezTo>
                      <a:pt x="57277" y="10320"/>
                      <a:pt x="57261" y="9313"/>
                      <a:pt x="57246" y="8305"/>
                    </a:cubicBezTo>
                    <a:cubicBezTo>
                      <a:pt x="57148" y="8305"/>
                      <a:pt x="57050" y="8305"/>
                      <a:pt x="56949" y="8305"/>
                    </a:cubicBezTo>
                    <a:cubicBezTo>
                      <a:pt x="56949" y="8207"/>
                      <a:pt x="56949" y="8109"/>
                      <a:pt x="56949" y="8008"/>
                    </a:cubicBezTo>
                    <a:cubicBezTo>
                      <a:pt x="55481" y="8008"/>
                      <a:pt x="54013" y="8008"/>
                      <a:pt x="52500" y="8008"/>
                    </a:cubicBezTo>
                    <a:cubicBezTo>
                      <a:pt x="52500" y="7911"/>
                      <a:pt x="52500" y="7813"/>
                      <a:pt x="52500" y="7712"/>
                    </a:cubicBezTo>
                    <a:cubicBezTo>
                      <a:pt x="51717" y="7712"/>
                      <a:pt x="50934" y="7712"/>
                      <a:pt x="50127" y="7712"/>
                    </a:cubicBezTo>
                    <a:cubicBezTo>
                      <a:pt x="50127" y="7810"/>
                      <a:pt x="50127" y="7908"/>
                      <a:pt x="50127" y="8008"/>
                    </a:cubicBezTo>
                    <a:cubicBezTo>
                      <a:pt x="49540" y="8008"/>
                      <a:pt x="48953" y="8008"/>
                      <a:pt x="48347" y="8008"/>
                    </a:cubicBezTo>
                    <a:cubicBezTo>
                      <a:pt x="48347" y="7911"/>
                      <a:pt x="48347" y="7813"/>
                      <a:pt x="48347" y="7712"/>
                    </a:cubicBezTo>
                    <a:cubicBezTo>
                      <a:pt x="48250" y="7712"/>
                      <a:pt x="48152" y="7712"/>
                      <a:pt x="48051" y="7712"/>
                    </a:cubicBezTo>
                    <a:cubicBezTo>
                      <a:pt x="48051" y="7810"/>
                      <a:pt x="48051" y="7908"/>
                      <a:pt x="48051" y="8008"/>
                    </a:cubicBezTo>
                    <a:cubicBezTo>
                      <a:pt x="46387" y="8008"/>
                      <a:pt x="44723" y="8008"/>
                      <a:pt x="43008" y="8008"/>
                    </a:cubicBezTo>
                    <a:cubicBezTo>
                      <a:pt x="43008" y="7911"/>
                      <a:pt x="43008" y="7813"/>
                      <a:pt x="43008" y="7712"/>
                    </a:cubicBezTo>
                    <a:cubicBezTo>
                      <a:pt x="35178" y="7712"/>
                      <a:pt x="27347" y="7712"/>
                      <a:pt x="19280" y="7712"/>
                    </a:cubicBezTo>
                    <a:close/>
                    <a:moveTo>
                      <a:pt x="59025" y="9788"/>
                    </a:moveTo>
                    <a:cubicBezTo>
                      <a:pt x="59025" y="11844"/>
                      <a:pt x="59025" y="13899"/>
                      <a:pt x="59025" y="16017"/>
                    </a:cubicBezTo>
                    <a:cubicBezTo>
                      <a:pt x="59123" y="16017"/>
                      <a:pt x="59221" y="16017"/>
                      <a:pt x="59322" y="16017"/>
                    </a:cubicBezTo>
                    <a:cubicBezTo>
                      <a:pt x="59322" y="16115"/>
                      <a:pt x="59322" y="16213"/>
                      <a:pt x="59322" y="16314"/>
                    </a:cubicBezTo>
                    <a:cubicBezTo>
                      <a:pt x="60888" y="16314"/>
                      <a:pt x="62454" y="16314"/>
                      <a:pt x="64068" y="16314"/>
                    </a:cubicBezTo>
                    <a:cubicBezTo>
                      <a:pt x="64068" y="16216"/>
                      <a:pt x="64068" y="16118"/>
                      <a:pt x="64068" y="16017"/>
                    </a:cubicBezTo>
                    <a:cubicBezTo>
                      <a:pt x="64166" y="16017"/>
                      <a:pt x="64264" y="16017"/>
                      <a:pt x="64364" y="16017"/>
                    </a:cubicBezTo>
                    <a:cubicBezTo>
                      <a:pt x="64364" y="15919"/>
                      <a:pt x="64364" y="15821"/>
                      <a:pt x="64364" y="15720"/>
                    </a:cubicBezTo>
                    <a:cubicBezTo>
                      <a:pt x="64267" y="15720"/>
                      <a:pt x="64169" y="15720"/>
                      <a:pt x="64068" y="15720"/>
                    </a:cubicBezTo>
                    <a:cubicBezTo>
                      <a:pt x="64068" y="15525"/>
                      <a:pt x="64068" y="15329"/>
                      <a:pt x="64068" y="15127"/>
                    </a:cubicBezTo>
                    <a:cubicBezTo>
                      <a:pt x="63970" y="15127"/>
                      <a:pt x="63872" y="15127"/>
                      <a:pt x="63771" y="15127"/>
                    </a:cubicBezTo>
                    <a:cubicBezTo>
                      <a:pt x="63771" y="15029"/>
                      <a:pt x="63771" y="14931"/>
                      <a:pt x="63771" y="14831"/>
                    </a:cubicBezTo>
                    <a:cubicBezTo>
                      <a:pt x="63673" y="14831"/>
                      <a:pt x="63575" y="14831"/>
                      <a:pt x="63475" y="14831"/>
                    </a:cubicBezTo>
                    <a:cubicBezTo>
                      <a:pt x="63475" y="14733"/>
                      <a:pt x="63475" y="14635"/>
                      <a:pt x="63475" y="14534"/>
                    </a:cubicBezTo>
                    <a:cubicBezTo>
                      <a:pt x="63377" y="14534"/>
                      <a:pt x="63279" y="14534"/>
                      <a:pt x="63178" y="14534"/>
                    </a:cubicBezTo>
                    <a:cubicBezTo>
                      <a:pt x="63178" y="14436"/>
                      <a:pt x="63178" y="14338"/>
                      <a:pt x="63178" y="14237"/>
                    </a:cubicBezTo>
                    <a:cubicBezTo>
                      <a:pt x="63080" y="14237"/>
                      <a:pt x="62982" y="14237"/>
                      <a:pt x="62881" y="14237"/>
                    </a:cubicBezTo>
                    <a:cubicBezTo>
                      <a:pt x="62881" y="14042"/>
                      <a:pt x="62881" y="13846"/>
                      <a:pt x="62881" y="13644"/>
                    </a:cubicBezTo>
                    <a:cubicBezTo>
                      <a:pt x="62783" y="13644"/>
                      <a:pt x="62686" y="13644"/>
                      <a:pt x="62585" y="13644"/>
                    </a:cubicBezTo>
                    <a:cubicBezTo>
                      <a:pt x="62585" y="13546"/>
                      <a:pt x="62585" y="13448"/>
                      <a:pt x="62585" y="13347"/>
                    </a:cubicBezTo>
                    <a:cubicBezTo>
                      <a:pt x="62487" y="13347"/>
                      <a:pt x="62389" y="13347"/>
                      <a:pt x="62288" y="13347"/>
                    </a:cubicBezTo>
                    <a:cubicBezTo>
                      <a:pt x="62288" y="13250"/>
                      <a:pt x="62288" y="13152"/>
                      <a:pt x="62288" y="13051"/>
                    </a:cubicBezTo>
                    <a:cubicBezTo>
                      <a:pt x="62190" y="13051"/>
                      <a:pt x="62092" y="13051"/>
                      <a:pt x="61992" y="13051"/>
                    </a:cubicBezTo>
                    <a:cubicBezTo>
                      <a:pt x="61992" y="12953"/>
                      <a:pt x="61992" y="12855"/>
                      <a:pt x="61992" y="12754"/>
                    </a:cubicBezTo>
                    <a:cubicBezTo>
                      <a:pt x="61894" y="12754"/>
                      <a:pt x="61796" y="12754"/>
                      <a:pt x="61695" y="12754"/>
                    </a:cubicBezTo>
                    <a:cubicBezTo>
                      <a:pt x="61695" y="12656"/>
                      <a:pt x="61695" y="12558"/>
                      <a:pt x="61695" y="12458"/>
                    </a:cubicBezTo>
                    <a:cubicBezTo>
                      <a:pt x="61597" y="12458"/>
                      <a:pt x="61499" y="12458"/>
                      <a:pt x="61398" y="12458"/>
                    </a:cubicBezTo>
                    <a:cubicBezTo>
                      <a:pt x="61398" y="12262"/>
                      <a:pt x="61398" y="12066"/>
                      <a:pt x="61398" y="11864"/>
                    </a:cubicBezTo>
                    <a:cubicBezTo>
                      <a:pt x="61300" y="11864"/>
                      <a:pt x="61203" y="11864"/>
                      <a:pt x="61102" y="11864"/>
                    </a:cubicBezTo>
                    <a:cubicBezTo>
                      <a:pt x="61102" y="11767"/>
                      <a:pt x="61102" y="11669"/>
                      <a:pt x="61102" y="11568"/>
                    </a:cubicBezTo>
                    <a:cubicBezTo>
                      <a:pt x="61004" y="11568"/>
                      <a:pt x="60906" y="11568"/>
                      <a:pt x="60805" y="11568"/>
                    </a:cubicBezTo>
                    <a:cubicBezTo>
                      <a:pt x="60805" y="11470"/>
                      <a:pt x="60805" y="11372"/>
                      <a:pt x="60805" y="11271"/>
                    </a:cubicBezTo>
                    <a:cubicBezTo>
                      <a:pt x="60707" y="11271"/>
                      <a:pt x="60609" y="11271"/>
                      <a:pt x="60508" y="11271"/>
                    </a:cubicBezTo>
                    <a:cubicBezTo>
                      <a:pt x="60508" y="11173"/>
                      <a:pt x="60508" y="11075"/>
                      <a:pt x="60508" y="10975"/>
                    </a:cubicBezTo>
                    <a:cubicBezTo>
                      <a:pt x="60411" y="10975"/>
                      <a:pt x="60313" y="10975"/>
                      <a:pt x="60212" y="10975"/>
                    </a:cubicBezTo>
                    <a:cubicBezTo>
                      <a:pt x="60212" y="10877"/>
                      <a:pt x="60212" y="10779"/>
                      <a:pt x="60212" y="10678"/>
                    </a:cubicBezTo>
                    <a:cubicBezTo>
                      <a:pt x="60114" y="10678"/>
                      <a:pt x="60016" y="10678"/>
                      <a:pt x="59915" y="10678"/>
                    </a:cubicBezTo>
                    <a:cubicBezTo>
                      <a:pt x="59915" y="10580"/>
                      <a:pt x="59915" y="10482"/>
                      <a:pt x="59915" y="10381"/>
                    </a:cubicBezTo>
                    <a:cubicBezTo>
                      <a:pt x="59817" y="10381"/>
                      <a:pt x="59719" y="10381"/>
                      <a:pt x="59619" y="10381"/>
                    </a:cubicBezTo>
                    <a:cubicBezTo>
                      <a:pt x="59619" y="10186"/>
                      <a:pt x="59619" y="9990"/>
                      <a:pt x="59619" y="9788"/>
                    </a:cubicBezTo>
                    <a:cubicBezTo>
                      <a:pt x="59423" y="9788"/>
                      <a:pt x="59227" y="9788"/>
                      <a:pt x="59025" y="9788"/>
                    </a:cubicBezTo>
                    <a:close/>
                    <a:moveTo>
                      <a:pt x="2076" y="13051"/>
                    </a:moveTo>
                    <a:cubicBezTo>
                      <a:pt x="2076" y="13149"/>
                      <a:pt x="2076" y="13247"/>
                      <a:pt x="2076" y="13347"/>
                    </a:cubicBezTo>
                    <a:cubicBezTo>
                      <a:pt x="1978" y="13347"/>
                      <a:pt x="1881" y="13347"/>
                      <a:pt x="1780" y="13347"/>
                    </a:cubicBezTo>
                    <a:cubicBezTo>
                      <a:pt x="1780" y="29400"/>
                      <a:pt x="1780" y="45453"/>
                      <a:pt x="1780" y="61992"/>
                    </a:cubicBezTo>
                    <a:cubicBezTo>
                      <a:pt x="1878" y="61992"/>
                      <a:pt x="1975" y="61992"/>
                      <a:pt x="2076" y="61992"/>
                    </a:cubicBezTo>
                    <a:cubicBezTo>
                      <a:pt x="2076" y="62089"/>
                      <a:pt x="2076" y="62187"/>
                      <a:pt x="2076" y="62288"/>
                    </a:cubicBezTo>
                    <a:cubicBezTo>
                      <a:pt x="2272" y="62288"/>
                      <a:pt x="2468" y="62288"/>
                      <a:pt x="2669" y="62288"/>
                    </a:cubicBezTo>
                    <a:cubicBezTo>
                      <a:pt x="2669" y="62386"/>
                      <a:pt x="2669" y="62484"/>
                      <a:pt x="2669" y="62585"/>
                    </a:cubicBezTo>
                    <a:cubicBezTo>
                      <a:pt x="7074" y="62585"/>
                      <a:pt x="11479" y="62585"/>
                      <a:pt x="16017" y="62585"/>
                    </a:cubicBezTo>
                    <a:cubicBezTo>
                      <a:pt x="16017" y="62487"/>
                      <a:pt x="16017" y="62389"/>
                      <a:pt x="16017" y="62288"/>
                    </a:cubicBezTo>
                    <a:cubicBezTo>
                      <a:pt x="16115" y="62288"/>
                      <a:pt x="16213" y="62288"/>
                      <a:pt x="16314" y="62288"/>
                    </a:cubicBezTo>
                    <a:cubicBezTo>
                      <a:pt x="16314" y="62190"/>
                      <a:pt x="16314" y="62092"/>
                      <a:pt x="16314" y="61992"/>
                    </a:cubicBezTo>
                    <a:cubicBezTo>
                      <a:pt x="16411" y="61992"/>
                      <a:pt x="16509" y="61992"/>
                      <a:pt x="16610" y="61992"/>
                    </a:cubicBezTo>
                    <a:cubicBezTo>
                      <a:pt x="16610" y="61600"/>
                      <a:pt x="16610" y="61208"/>
                      <a:pt x="16610" y="60805"/>
                    </a:cubicBezTo>
                    <a:cubicBezTo>
                      <a:pt x="16512" y="60805"/>
                      <a:pt x="16414" y="60805"/>
                      <a:pt x="16314" y="60805"/>
                    </a:cubicBezTo>
                    <a:cubicBezTo>
                      <a:pt x="16314" y="60609"/>
                      <a:pt x="16314" y="60414"/>
                      <a:pt x="16314" y="60212"/>
                    </a:cubicBezTo>
                    <a:cubicBezTo>
                      <a:pt x="12986" y="60212"/>
                      <a:pt x="9658" y="60212"/>
                      <a:pt x="6229" y="60212"/>
                    </a:cubicBezTo>
                    <a:cubicBezTo>
                      <a:pt x="6229" y="60114"/>
                      <a:pt x="6229" y="60016"/>
                      <a:pt x="6229" y="59915"/>
                    </a:cubicBezTo>
                    <a:cubicBezTo>
                      <a:pt x="6033" y="59915"/>
                      <a:pt x="5837" y="59915"/>
                      <a:pt x="5636" y="59915"/>
                    </a:cubicBezTo>
                    <a:cubicBezTo>
                      <a:pt x="5636" y="59817"/>
                      <a:pt x="5636" y="59719"/>
                      <a:pt x="5636" y="59619"/>
                    </a:cubicBezTo>
                    <a:cubicBezTo>
                      <a:pt x="5538" y="59619"/>
                      <a:pt x="5440" y="59619"/>
                      <a:pt x="5339" y="59619"/>
                    </a:cubicBezTo>
                    <a:cubicBezTo>
                      <a:pt x="5339" y="59521"/>
                      <a:pt x="5339" y="59423"/>
                      <a:pt x="5339" y="59322"/>
                    </a:cubicBezTo>
                    <a:cubicBezTo>
                      <a:pt x="5241" y="59322"/>
                      <a:pt x="5143" y="59322"/>
                      <a:pt x="5042" y="59322"/>
                    </a:cubicBezTo>
                    <a:cubicBezTo>
                      <a:pt x="5042" y="59224"/>
                      <a:pt x="5042" y="59126"/>
                      <a:pt x="5042" y="59025"/>
                    </a:cubicBezTo>
                    <a:cubicBezTo>
                      <a:pt x="4944" y="59025"/>
                      <a:pt x="4847" y="59025"/>
                      <a:pt x="4746" y="59025"/>
                    </a:cubicBezTo>
                    <a:cubicBezTo>
                      <a:pt x="4746" y="58732"/>
                      <a:pt x="4746" y="58438"/>
                      <a:pt x="4746" y="58136"/>
                    </a:cubicBezTo>
                    <a:cubicBezTo>
                      <a:pt x="4648" y="58136"/>
                      <a:pt x="4550" y="58136"/>
                      <a:pt x="4449" y="58136"/>
                    </a:cubicBezTo>
                    <a:cubicBezTo>
                      <a:pt x="4449" y="43356"/>
                      <a:pt x="4449" y="28575"/>
                      <a:pt x="4449" y="13347"/>
                    </a:cubicBezTo>
                    <a:cubicBezTo>
                      <a:pt x="4351" y="13347"/>
                      <a:pt x="4253" y="13347"/>
                      <a:pt x="4153" y="13347"/>
                    </a:cubicBezTo>
                    <a:cubicBezTo>
                      <a:pt x="4153" y="13250"/>
                      <a:pt x="4153" y="13152"/>
                      <a:pt x="4153" y="13051"/>
                    </a:cubicBezTo>
                    <a:cubicBezTo>
                      <a:pt x="3467" y="13051"/>
                      <a:pt x="2782" y="13051"/>
                      <a:pt x="2076" y="13051"/>
                    </a:cubicBezTo>
                    <a:close/>
                  </a:path>
                </a:pathLst>
              </a:custGeom>
              <a:solidFill>
                <a:srgbClr val="251047"/>
              </a:solidFill>
              <a:ln w="1883" cap="flat">
                <a:noFill/>
              </a:ln>
            </p:spPr>
          </p:sp>
          <p:sp>
            <p:nvSpPr>
              <p:cNvPr id="747" name="ICON_REFERENCE_PAPERS_path_003"/>
              <p:cNvSpPr/>
              <p:nvPr/>
            </p:nvSpPr>
            <p:spPr>
              <a:xfrm>
                <a:off x="8214371" y="989968"/>
                <a:ext cx="482169" cy="651682"/>
              </a:xfrm>
              <a:custGeom>
                <a:avLst/>
                <a:gdLst/>
                <a:ahLst/>
                <a:cxnLst/>
                <a:rect l="0" t="0" r="r" b="b"/>
                <a:pathLst>
                  <a:path w="37966" h="51314" fill="norm" stroke="0">
                    <a:moveTo>
                      <a:pt x="593" y="0"/>
                    </a:moveTo>
                    <a:cubicBezTo>
                      <a:pt x="12731" y="0"/>
                      <a:pt x="24868" y="0"/>
                      <a:pt x="37373" y="0"/>
                    </a:cubicBezTo>
                    <a:cubicBezTo>
                      <a:pt x="37373" y="98"/>
                      <a:pt x="37373" y="196"/>
                      <a:pt x="37373" y="297"/>
                    </a:cubicBezTo>
                    <a:cubicBezTo>
                      <a:pt x="37471" y="297"/>
                      <a:pt x="37569" y="297"/>
                      <a:pt x="37669" y="297"/>
                    </a:cubicBezTo>
                    <a:cubicBezTo>
                      <a:pt x="37669" y="394"/>
                      <a:pt x="37669" y="492"/>
                      <a:pt x="37669" y="593"/>
                    </a:cubicBezTo>
                    <a:cubicBezTo>
                      <a:pt x="37767" y="593"/>
                      <a:pt x="37865" y="593"/>
                      <a:pt x="37966" y="593"/>
                    </a:cubicBezTo>
                    <a:cubicBezTo>
                      <a:pt x="37966" y="1181"/>
                      <a:pt x="37966" y="1768"/>
                      <a:pt x="37966" y="2373"/>
                    </a:cubicBezTo>
                    <a:cubicBezTo>
                      <a:pt x="37868" y="2373"/>
                      <a:pt x="37770" y="2373"/>
                      <a:pt x="37669" y="2373"/>
                    </a:cubicBezTo>
                    <a:cubicBezTo>
                      <a:pt x="37669" y="2960"/>
                      <a:pt x="37669" y="3547"/>
                      <a:pt x="37669" y="4153"/>
                    </a:cubicBezTo>
                    <a:cubicBezTo>
                      <a:pt x="37572" y="4153"/>
                      <a:pt x="37474" y="4153"/>
                      <a:pt x="37373" y="4153"/>
                    </a:cubicBezTo>
                    <a:cubicBezTo>
                      <a:pt x="37373" y="4250"/>
                      <a:pt x="37373" y="4348"/>
                      <a:pt x="37373" y="4449"/>
                    </a:cubicBezTo>
                    <a:cubicBezTo>
                      <a:pt x="26997" y="4449"/>
                      <a:pt x="16622" y="4449"/>
                      <a:pt x="5932" y="4449"/>
                    </a:cubicBezTo>
                    <a:cubicBezTo>
                      <a:pt x="5932" y="4547"/>
                      <a:pt x="5932" y="4645"/>
                      <a:pt x="5932" y="4746"/>
                    </a:cubicBezTo>
                    <a:cubicBezTo>
                      <a:pt x="5834" y="4746"/>
                      <a:pt x="5736" y="4746"/>
                      <a:pt x="5636" y="4746"/>
                    </a:cubicBezTo>
                    <a:cubicBezTo>
                      <a:pt x="5636" y="4844"/>
                      <a:pt x="5636" y="4942"/>
                      <a:pt x="5636" y="5042"/>
                    </a:cubicBezTo>
                    <a:cubicBezTo>
                      <a:pt x="5538" y="5042"/>
                      <a:pt x="5440" y="5042"/>
                      <a:pt x="5339" y="5042"/>
                    </a:cubicBezTo>
                    <a:cubicBezTo>
                      <a:pt x="5339" y="5140"/>
                      <a:pt x="5339" y="5238"/>
                      <a:pt x="5339" y="5339"/>
                    </a:cubicBezTo>
                    <a:cubicBezTo>
                      <a:pt x="5241" y="5339"/>
                      <a:pt x="5143" y="5339"/>
                      <a:pt x="5042" y="5339"/>
                    </a:cubicBezTo>
                    <a:cubicBezTo>
                      <a:pt x="5042" y="5437"/>
                      <a:pt x="5042" y="5535"/>
                      <a:pt x="5042" y="5636"/>
                    </a:cubicBezTo>
                    <a:cubicBezTo>
                      <a:pt x="4944" y="5636"/>
                      <a:pt x="4847" y="5636"/>
                      <a:pt x="4746" y="5636"/>
                    </a:cubicBezTo>
                    <a:cubicBezTo>
                      <a:pt x="4746" y="20611"/>
                      <a:pt x="4746" y="35587"/>
                      <a:pt x="4746" y="51017"/>
                    </a:cubicBezTo>
                    <a:cubicBezTo>
                      <a:pt x="4550" y="51017"/>
                      <a:pt x="4354" y="51017"/>
                      <a:pt x="4153" y="51017"/>
                    </a:cubicBezTo>
                    <a:cubicBezTo>
                      <a:pt x="4153" y="51115"/>
                      <a:pt x="4153" y="51213"/>
                      <a:pt x="4153" y="51314"/>
                    </a:cubicBezTo>
                    <a:cubicBezTo>
                      <a:pt x="3174" y="51314"/>
                      <a:pt x="2195" y="51314"/>
                      <a:pt x="1186" y="51314"/>
                    </a:cubicBezTo>
                    <a:cubicBezTo>
                      <a:pt x="1186" y="51216"/>
                      <a:pt x="1186" y="51118"/>
                      <a:pt x="1186" y="51017"/>
                    </a:cubicBezTo>
                    <a:cubicBezTo>
                      <a:pt x="991" y="51017"/>
                      <a:pt x="795" y="51017"/>
                      <a:pt x="593" y="51017"/>
                    </a:cubicBezTo>
                    <a:cubicBezTo>
                      <a:pt x="593" y="50919"/>
                      <a:pt x="593" y="50821"/>
                      <a:pt x="593" y="50720"/>
                    </a:cubicBezTo>
                    <a:cubicBezTo>
                      <a:pt x="495" y="50720"/>
                      <a:pt x="397" y="50720"/>
                      <a:pt x="297" y="50720"/>
                    </a:cubicBezTo>
                    <a:cubicBezTo>
                      <a:pt x="297" y="35744"/>
                      <a:pt x="297" y="20769"/>
                      <a:pt x="297" y="5339"/>
                    </a:cubicBezTo>
                    <a:cubicBezTo>
                      <a:pt x="199" y="5339"/>
                      <a:pt x="101" y="5339"/>
                      <a:pt x="0" y="5339"/>
                    </a:cubicBezTo>
                    <a:cubicBezTo>
                      <a:pt x="0" y="4458"/>
                      <a:pt x="0" y="3577"/>
                      <a:pt x="0" y="2669"/>
                    </a:cubicBezTo>
                    <a:cubicBezTo>
                      <a:pt x="98" y="2669"/>
                      <a:pt x="196" y="2669"/>
                      <a:pt x="297" y="2669"/>
                    </a:cubicBezTo>
                    <a:cubicBezTo>
                      <a:pt x="297" y="1886"/>
                      <a:pt x="297" y="1103"/>
                      <a:pt x="297" y="297"/>
                    </a:cubicBezTo>
                    <a:cubicBezTo>
                      <a:pt x="394" y="297"/>
                      <a:pt x="492" y="297"/>
                      <a:pt x="593" y="297"/>
                    </a:cubicBezTo>
                    <a:cubicBezTo>
                      <a:pt x="593" y="199"/>
                      <a:pt x="593" y="101"/>
                      <a:pt x="5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48" name="ICON_REFERENCE_PAPERS_path_004"/>
              <p:cNvSpPr/>
              <p:nvPr/>
            </p:nvSpPr>
            <p:spPr>
              <a:xfrm>
                <a:off x="8142271" y="1061540"/>
                <a:ext cx="132371" cy="647915"/>
              </a:xfrm>
              <a:custGeom>
                <a:avLst/>
                <a:gdLst/>
                <a:ahLst/>
                <a:cxnLst/>
                <a:rect l="0" t="0" r="r" b="b"/>
                <a:pathLst>
                  <a:path w="10423" h="51017" fill="norm" stroke="0">
                    <a:moveTo>
                      <a:pt x="931" y="0"/>
                    </a:moveTo>
                    <a:cubicBezTo>
                      <a:pt x="1812" y="0"/>
                      <a:pt x="2693" y="0"/>
                      <a:pt x="3601" y="0"/>
                    </a:cubicBezTo>
                    <a:cubicBezTo>
                      <a:pt x="3601" y="98"/>
                      <a:pt x="3601" y="196"/>
                      <a:pt x="3601" y="297"/>
                    </a:cubicBezTo>
                    <a:cubicBezTo>
                      <a:pt x="3797" y="297"/>
                      <a:pt x="3992" y="297"/>
                      <a:pt x="4194" y="297"/>
                    </a:cubicBezTo>
                    <a:cubicBezTo>
                      <a:pt x="4194" y="15370"/>
                      <a:pt x="4194" y="30444"/>
                      <a:pt x="4194" y="45975"/>
                    </a:cubicBezTo>
                    <a:cubicBezTo>
                      <a:pt x="4292" y="45975"/>
                      <a:pt x="4390" y="45975"/>
                      <a:pt x="4491" y="45975"/>
                    </a:cubicBezTo>
                    <a:cubicBezTo>
                      <a:pt x="4491" y="46072"/>
                      <a:pt x="4491" y="46170"/>
                      <a:pt x="4491" y="46271"/>
                    </a:cubicBezTo>
                    <a:cubicBezTo>
                      <a:pt x="4589" y="46271"/>
                      <a:pt x="4686" y="46271"/>
                      <a:pt x="4787" y="46271"/>
                    </a:cubicBezTo>
                    <a:cubicBezTo>
                      <a:pt x="4787" y="46369"/>
                      <a:pt x="4787" y="46467"/>
                      <a:pt x="4787" y="46568"/>
                    </a:cubicBezTo>
                    <a:cubicBezTo>
                      <a:pt x="4885" y="46568"/>
                      <a:pt x="4983" y="46568"/>
                      <a:pt x="5084" y="46568"/>
                    </a:cubicBezTo>
                    <a:cubicBezTo>
                      <a:pt x="5084" y="46666"/>
                      <a:pt x="5084" y="46764"/>
                      <a:pt x="5084" y="46864"/>
                    </a:cubicBezTo>
                    <a:cubicBezTo>
                      <a:pt x="5182" y="46864"/>
                      <a:pt x="5280" y="46864"/>
                      <a:pt x="5381" y="46864"/>
                    </a:cubicBezTo>
                    <a:cubicBezTo>
                      <a:pt x="5381" y="46962"/>
                      <a:pt x="5381" y="47060"/>
                      <a:pt x="5381" y="47161"/>
                    </a:cubicBezTo>
                    <a:cubicBezTo>
                      <a:pt x="5674" y="47161"/>
                      <a:pt x="5968" y="47161"/>
                      <a:pt x="6270" y="47161"/>
                    </a:cubicBezTo>
                    <a:cubicBezTo>
                      <a:pt x="6270" y="47259"/>
                      <a:pt x="6270" y="47357"/>
                      <a:pt x="6270" y="47458"/>
                    </a:cubicBezTo>
                    <a:cubicBezTo>
                      <a:pt x="6564" y="47458"/>
                      <a:pt x="6858" y="47458"/>
                      <a:pt x="7160" y="47458"/>
                    </a:cubicBezTo>
                    <a:cubicBezTo>
                      <a:pt x="7160" y="47360"/>
                      <a:pt x="7160" y="47262"/>
                      <a:pt x="7160" y="47161"/>
                    </a:cubicBezTo>
                    <a:cubicBezTo>
                      <a:pt x="8139" y="47161"/>
                      <a:pt x="9118" y="47161"/>
                      <a:pt x="10126" y="47161"/>
                    </a:cubicBezTo>
                    <a:cubicBezTo>
                      <a:pt x="10126" y="47259"/>
                      <a:pt x="10126" y="47357"/>
                      <a:pt x="10126" y="47458"/>
                    </a:cubicBezTo>
                    <a:cubicBezTo>
                      <a:pt x="10224" y="47458"/>
                      <a:pt x="10322" y="47458"/>
                      <a:pt x="10423" y="47458"/>
                    </a:cubicBezTo>
                    <a:cubicBezTo>
                      <a:pt x="10423" y="48534"/>
                      <a:pt x="10423" y="49611"/>
                      <a:pt x="10423" y="50720"/>
                    </a:cubicBezTo>
                    <a:cubicBezTo>
                      <a:pt x="10325" y="50720"/>
                      <a:pt x="10227" y="50720"/>
                      <a:pt x="10126" y="50720"/>
                    </a:cubicBezTo>
                    <a:cubicBezTo>
                      <a:pt x="10126" y="50818"/>
                      <a:pt x="10126" y="50916"/>
                      <a:pt x="10126" y="51017"/>
                    </a:cubicBezTo>
                    <a:cubicBezTo>
                      <a:pt x="6994" y="51017"/>
                      <a:pt x="3862" y="51017"/>
                      <a:pt x="635" y="51017"/>
                    </a:cubicBezTo>
                    <a:cubicBezTo>
                      <a:pt x="635" y="50919"/>
                      <a:pt x="635" y="50821"/>
                      <a:pt x="635" y="50720"/>
                    </a:cubicBezTo>
                    <a:cubicBezTo>
                      <a:pt x="612" y="50723"/>
                      <a:pt x="612" y="50723"/>
                      <a:pt x="497" y="50736"/>
                    </a:cubicBezTo>
                    <a:cubicBezTo>
                      <a:pt x="338" y="50720"/>
                      <a:pt x="338" y="50720"/>
                      <a:pt x="246" y="50620"/>
                    </a:cubicBezTo>
                    <a:cubicBezTo>
                      <a:pt x="22" y="50174"/>
                      <a:pt x="0" y="49773"/>
                      <a:pt x="5" y="49281"/>
                    </a:cubicBezTo>
                    <a:cubicBezTo>
                      <a:pt x="5" y="49195"/>
                      <a:pt x="4" y="49110"/>
                      <a:pt x="4" y="49025"/>
                    </a:cubicBezTo>
                    <a:cubicBezTo>
                      <a:pt x="3" y="48791"/>
                      <a:pt x="4" y="48558"/>
                      <a:pt x="5" y="48324"/>
                    </a:cubicBezTo>
                    <a:cubicBezTo>
                      <a:pt x="6" y="48070"/>
                      <a:pt x="6" y="47815"/>
                      <a:pt x="5" y="47561"/>
                    </a:cubicBezTo>
                    <a:cubicBezTo>
                      <a:pt x="4" y="47115"/>
                      <a:pt x="5" y="46669"/>
                      <a:pt x="6" y="46224"/>
                    </a:cubicBezTo>
                    <a:cubicBezTo>
                      <a:pt x="8" y="45561"/>
                      <a:pt x="8" y="44898"/>
                      <a:pt x="8" y="44236"/>
                    </a:cubicBezTo>
                    <a:cubicBezTo>
                      <a:pt x="7" y="43121"/>
                      <a:pt x="8" y="42006"/>
                      <a:pt x="10" y="40891"/>
                    </a:cubicBezTo>
                    <a:cubicBezTo>
                      <a:pt x="12" y="39787"/>
                      <a:pt x="13" y="38683"/>
                      <a:pt x="13" y="37579"/>
                    </a:cubicBezTo>
                    <a:cubicBezTo>
                      <a:pt x="13" y="37511"/>
                      <a:pt x="13" y="37442"/>
                      <a:pt x="13" y="37371"/>
                    </a:cubicBezTo>
                    <a:cubicBezTo>
                      <a:pt x="13" y="37023"/>
                      <a:pt x="14" y="36674"/>
                      <a:pt x="14" y="36326"/>
                    </a:cubicBezTo>
                    <a:cubicBezTo>
                      <a:pt x="14" y="33857"/>
                      <a:pt x="16" y="31388"/>
                      <a:pt x="19" y="28919"/>
                    </a:cubicBezTo>
                    <a:cubicBezTo>
                      <a:pt x="20" y="28321"/>
                      <a:pt x="20" y="27723"/>
                      <a:pt x="21" y="27124"/>
                    </a:cubicBezTo>
                    <a:cubicBezTo>
                      <a:pt x="21" y="27087"/>
                      <a:pt x="21" y="27050"/>
                      <a:pt x="21" y="27012"/>
                    </a:cubicBezTo>
                    <a:cubicBezTo>
                      <a:pt x="23" y="25287"/>
                      <a:pt x="24" y="23561"/>
                      <a:pt x="25" y="21836"/>
                    </a:cubicBezTo>
                    <a:cubicBezTo>
                      <a:pt x="25" y="21724"/>
                      <a:pt x="25" y="21612"/>
                      <a:pt x="25" y="21500"/>
                    </a:cubicBezTo>
                    <a:cubicBezTo>
                      <a:pt x="26" y="20757"/>
                      <a:pt x="26" y="20015"/>
                      <a:pt x="27" y="19273"/>
                    </a:cubicBezTo>
                    <a:cubicBezTo>
                      <a:pt x="27" y="17760"/>
                      <a:pt x="28" y="16248"/>
                      <a:pt x="29" y="14735"/>
                    </a:cubicBezTo>
                    <a:cubicBezTo>
                      <a:pt x="29" y="14666"/>
                      <a:pt x="29" y="14596"/>
                      <a:pt x="29" y="14525"/>
                    </a:cubicBezTo>
                    <a:cubicBezTo>
                      <a:pt x="32" y="9881"/>
                      <a:pt x="36" y="5237"/>
                      <a:pt x="42" y="593"/>
                    </a:cubicBezTo>
                    <a:cubicBezTo>
                      <a:pt x="139" y="593"/>
                      <a:pt x="237" y="593"/>
                      <a:pt x="338" y="593"/>
                    </a:cubicBezTo>
                    <a:cubicBezTo>
                      <a:pt x="338" y="495"/>
                      <a:pt x="338" y="397"/>
                      <a:pt x="338" y="297"/>
                    </a:cubicBezTo>
                    <a:cubicBezTo>
                      <a:pt x="534" y="297"/>
                      <a:pt x="730" y="297"/>
                      <a:pt x="931" y="297"/>
                    </a:cubicBezTo>
                    <a:cubicBezTo>
                      <a:pt x="931" y="199"/>
                      <a:pt x="931" y="101"/>
                      <a:pt x="93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49" name="ICON_REFERENCE_PAPERS_path_005"/>
              <p:cNvSpPr/>
              <p:nvPr/>
            </p:nvSpPr>
            <p:spPr>
              <a:xfrm>
                <a:off x="8086294" y="1133112"/>
                <a:ext cx="188347" cy="629081"/>
              </a:xfrm>
              <a:custGeom>
                <a:avLst/>
                <a:gdLst/>
                <a:ahLst/>
                <a:cxnLst/>
                <a:rect l="0" t="0" r="r" b="b"/>
                <a:pathLst>
                  <a:path w="14831" h="49534" fill="norm" stroke="0">
                    <a:moveTo>
                      <a:pt x="297" y="0"/>
                    </a:moveTo>
                    <a:cubicBezTo>
                      <a:pt x="982" y="0"/>
                      <a:pt x="1667" y="0"/>
                      <a:pt x="2373" y="0"/>
                    </a:cubicBezTo>
                    <a:cubicBezTo>
                      <a:pt x="2373" y="98"/>
                      <a:pt x="2373" y="196"/>
                      <a:pt x="2373" y="297"/>
                    </a:cubicBezTo>
                    <a:cubicBezTo>
                      <a:pt x="2471" y="297"/>
                      <a:pt x="2569" y="297"/>
                      <a:pt x="2669" y="297"/>
                    </a:cubicBezTo>
                    <a:cubicBezTo>
                      <a:pt x="2669" y="15077"/>
                      <a:pt x="2669" y="29857"/>
                      <a:pt x="2669" y="45085"/>
                    </a:cubicBezTo>
                    <a:cubicBezTo>
                      <a:pt x="2767" y="45085"/>
                      <a:pt x="2865" y="45085"/>
                      <a:pt x="2966" y="45085"/>
                    </a:cubicBezTo>
                    <a:cubicBezTo>
                      <a:pt x="2966" y="45378"/>
                      <a:pt x="2966" y="45672"/>
                      <a:pt x="2966" y="45975"/>
                    </a:cubicBezTo>
                    <a:cubicBezTo>
                      <a:pt x="3064" y="45975"/>
                      <a:pt x="3162" y="45975"/>
                      <a:pt x="3263" y="45975"/>
                    </a:cubicBezTo>
                    <a:cubicBezTo>
                      <a:pt x="3263" y="46072"/>
                      <a:pt x="3263" y="46170"/>
                      <a:pt x="3263" y="46271"/>
                    </a:cubicBezTo>
                    <a:cubicBezTo>
                      <a:pt x="3361" y="46271"/>
                      <a:pt x="3458" y="46271"/>
                      <a:pt x="3559" y="46271"/>
                    </a:cubicBezTo>
                    <a:cubicBezTo>
                      <a:pt x="3559" y="46369"/>
                      <a:pt x="3559" y="46467"/>
                      <a:pt x="3559" y="46568"/>
                    </a:cubicBezTo>
                    <a:cubicBezTo>
                      <a:pt x="3657" y="46568"/>
                      <a:pt x="3755" y="46568"/>
                      <a:pt x="3856" y="46568"/>
                    </a:cubicBezTo>
                    <a:cubicBezTo>
                      <a:pt x="3856" y="46666"/>
                      <a:pt x="3856" y="46764"/>
                      <a:pt x="3856" y="46864"/>
                    </a:cubicBezTo>
                    <a:cubicBezTo>
                      <a:pt x="4052" y="46864"/>
                      <a:pt x="4247" y="46864"/>
                      <a:pt x="4449" y="46864"/>
                    </a:cubicBezTo>
                    <a:cubicBezTo>
                      <a:pt x="4449" y="46962"/>
                      <a:pt x="4449" y="47060"/>
                      <a:pt x="4449" y="47161"/>
                    </a:cubicBezTo>
                    <a:cubicBezTo>
                      <a:pt x="7777" y="47161"/>
                      <a:pt x="11105" y="47161"/>
                      <a:pt x="14534" y="47161"/>
                    </a:cubicBezTo>
                    <a:cubicBezTo>
                      <a:pt x="14534" y="47357"/>
                      <a:pt x="14534" y="47553"/>
                      <a:pt x="14534" y="47754"/>
                    </a:cubicBezTo>
                    <a:cubicBezTo>
                      <a:pt x="14632" y="47754"/>
                      <a:pt x="14730" y="47754"/>
                      <a:pt x="14831" y="47754"/>
                    </a:cubicBezTo>
                    <a:cubicBezTo>
                      <a:pt x="14831" y="48146"/>
                      <a:pt x="14831" y="48537"/>
                      <a:pt x="14831" y="48941"/>
                    </a:cubicBezTo>
                    <a:cubicBezTo>
                      <a:pt x="14733" y="48941"/>
                      <a:pt x="14635" y="48941"/>
                      <a:pt x="14534" y="48941"/>
                    </a:cubicBezTo>
                    <a:cubicBezTo>
                      <a:pt x="14534" y="49039"/>
                      <a:pt x="14534" y="49136"/>
                      <a:pt x="14534" y="49237"/>
                    </a:cubicBezTo>
                    <a:cubicBezTo>
                      <a:pt x="14436" y="49237"/>
                      <a:pt x="14338" y="49237"/>
                      <a:pt x="14237" y="49237"/>
                    </a:cubicBezTo>
                    <a:cubicBezTo>
                      <a:pt x="14237" y="49335"/>
                      <a:pt x="14237" y="49433"/>
                      <a:pt x="14237" y="49534"/>
                    </a:cubicBezTo>
                    <a:cubicBezTo>
                      <a:pt x="9833" y="49534"/>
                      <a:pt x="5428" y="49534"/>
                      <a:pt x="890" y="49534"/>
                    </a:cubicBezTo>
                    <a:cubicBezTo>
                      <a:pt x="890" y="49436"/>
                      <a:pt x="890" y="49338"/>
                      <a:pt x="890" y="49237"/>
                    </a:cubicBezTo>
                    <a:cubicBezTo>
                      <a:pt x="694" y="49237"/>
                      <a:pt x="498" y="49237"/>
                      <a:pt x="297" y="49237"/>
                    </a:cubicBezTo>
                    <a:cubicBezTo>
                      <a:pt x="297" y="49139"/>
                      <a:pt x="297" y="49042"/>
                      <a:pt x="297" y="48941"/>
                    </a:cubicBezTo>
                    <a:cubicBezTo>
                      <a:pt x="199" y="48941"/>
                      <a:pt x="101" y="48941"/>
                      <a:pt x="0" y="48941"/>
                    </a:cubicBezTo>
                    <a:cubicBezTo>
                      <a:pt x="0" y="32888"/>
                      <a:pt x="0" y="16836"/>
                      <a:pt x="0" y="297"/>
                    </a:cubicBezTo>
                    <a:cubicBezTo>
                      <a:pt x="98" y="297"/>
                      <a:pt x="196" y="297"/>
                      <a:pt x="297" y="297"/>
                    </a:cubicBezTo>
                    <a:cubicBezTo>
                      <a:pt x="297" y="199"/>
                      <a:pt x="297" y="101"/>
                      <a:pt x="29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50" name="ICON_REFERENCE_PAPERS_path_006"/>
              <p:cNvSpPr/>
              <p:nvPr/>
            </p:nvSpPr>
            <p:spPr>
              <a:xfrm>
                <a:off x="8380117" y="1445769"/>
                <a:ext cx="433199" cy="30136"/>
              </a:xfrm>
              <a:custGeom>
                <a:avLst/>
                <a:gdLst/>
                <a:ahLst/>
                <a:cxnLst/>
                <a:rect l="0" t="0" r="r" b="b"/>
                <a:pathLst>
                  <a:path w="34110" h="2373" fill="norm" stroke="0">
                    <a:moveTo>
                      <a:pt x="593" y="0"/>
                    </a:moveTo>
                    <a:cubicBezTo>
                      <a:pt x="11360" y="0"/>
                      <a:pt x="22127" y="0"/>
                      <a:pt x="33220" y="0"/>
                    </a:cubicBezTo>
                    <a:cubicBezTo>
                      <a:pt x="33220" y="98"/>
                      <a:pt x="33220" y="196"/>
                      <a:pt x="33220" y="297"/>
                    </a:cubicBezTo>
                    <a:cubicBezTo>
                      <a:pt x="33416" y="297"/>
                      <a:pt x="33612" y="297"/>
                      <a:pt x="33814" y="297"/>
                    </a:cubicBezTo>
                    <a:cubicBezTo>
                      <a:pt x="33814" y="492"/>
                      <a:pt x="33814" y="688"/>
                      <a:pt x="33814" y="890"/>
                    </a:cubicBezTo>
                    <a:cubicBezTo>
                      <a:pt x="33911" y="890"/>
                      <a:pt x="34009" y="890"/>
                      <a:pt x="34110" y="890"/>
                    </a:cubicBezTo>
                    <a:cubicBezTo>
                      <a:pt x="34110" y="1086"/>
                      <a:pt x="34110" y="1281"/>
                      <a:pt x="34110" y="1483"/>
                    </a:cubicBezTo>
                    <a:cubicBezTo>
                      <a:pt x="34012" y="1483"/>
                      <a:pt x="33914" y="1483"/>
                      <a:pt x="33814" y="1483"/>
                    </a:cubicBezTo>
                    <a:cubicBezTo>
                      <a:pt x="33814" y="1581"/>
                      <a:pt x="33814" y="1679"/>
                      <a:pt x="33814" y="1780"/>
                    </a:cubicBezTo>
                    <a:cubicBezTo>
                      <a:pt x="33716" y="1780"/>
                      <a:pt x="33618" y="1780"/>
                      <a:pt x="33517" y="1780"/>
                    </a:cubicBezTo>
                    <a:cubicBezTo>
                      <a:pt x="33517" y="1878"/>
                      <a:pt x="33517" y="1975"/>
                      <a:pt x="33517" y="2076"/>
                    </a:cubicBezTo>
                    <a:cubicBezTo>
                      <a:pt x="29797" y="2076"/>
                      <a:pt x="26078" y="2076"/>
                      <a:pt x="22246" y="2076"/>
                    </a:cubicBezTo>
                    <a:cubicBezTo>
                      <a:pt x="22246" y="2174"/>
                      <a:pt x="22246" y="2272"/>
                      <a:pt x="22246" y="2373"/>
                    </a:cubicBezTo>
                    <a:cubicBezTo>
                      <a:pt x="20875" y="2373"/>
                      <a:pt x="19505" y="2373"/>
                      <a:pt x="18093" y="2373"/>
                    </a:cubicBezTo>
                    <a:cubicBezTo>
                      <a:pt x="18093" y="2275"/>
                      <a:pt x="18093" y="2177"/>
                      <a:pt x="18093" y="2076"/>
                    </a:cubicBezTo>
                    <a:cubicBezTo>
                      <a:pt x="15744" y="2076"/>
                      <a:pt x="13395" y="2076"/>
                      <a:pt x="10975" y="2076"/>
                    </a:cubicBezTo>
                    <a:cubicBezTo>
                      <a:pt x="10975" y="2174"/>
                      <a:pt x="10975" y="2272"/>
                      <a:pt x="10975" y="2373"/>
                    </a:cubicBezTo>
                    <a:cubicBezTo>
                      <a:pt x="10289" y="2373"/>
                      <a:pt x="9604" y="2373"/>
                      <a:pt x="8898" y="2373"/>
                    </a:cubicBezTo>
                    <a:cubicBezTo>
                      <a:pt x="8898" y="2275"/>
                      <a:pt x="8898" y="2177"/>
                      <a:pt x="8898" y="2076"/>
                    </a:cubicBezTo>
                    <a:cubicBezTo>
                      <a:pt x="6060" y="2076"/>
                      <a:pt x="3221" y="2076"/>
                      <a:pt x="297" y="2076"/>
                    </a:cubicBezTo>
                    <a:cubicBezTo>
                      <a:pt x="297" y="1978"/>
                      <a:pt x="297" y="1881"/>
                      <a:pt x="297" y="1780"/>
                    </a:cubicBezTo>
                    <a:cubicBezTo>
                      <a:pt x="199" y="1780"/>
                      <a:pt x="101" y="1780"/>
                      <a:pt x="0" y="1780"/>
                    </a:cubicBezTo>
                    <a:cubicBezTo>
                      <a:pt x="0" y="1388"/>
                      <a:pt x="0" y="997"/>
                      <a:pt x="0" y="593"/>
                    </a:cubicBezTo>
                    <a:cubicBezTo>
                      <a:pt x="98" y="593"/>
                      <a:pt x="196" y="593"/>
                      <a:pt x="297" y="593"/>
                    </a:cubicBezTo>
                    <a:cubicBezTo>
                      <a:pt x="297" y="495"/>
                      <a:pt x="297" y="397"/>
                      <a:pt x="297" y="297"/>
                    </a:cubicBezTo>
                    <a:cubicBezTo>
                      <a:pt x="394" y="297"/>
                      <a:pt x="492" y="297"/>
                      <a:pt x="593" y="297"/>
                    </a:cubicBezTo>
                    <a:cubicBezTo>
                      <a:pt x="593" y="199"/>
                      <a:pt x="593" y="101"/>
                      <a:pt x="593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1883" cap="flat">
                <a:noFill/>
              </a:ln>
            </p:spPr>
          </p:sp>
          <p:sp>
            <p:nvSpPr>
              <p:cNvPr id="751" name="ICON_REFERENCE_PAPERS_path_007"/>
              <p:cNvSpPr/>
              <p:nvPr/>
            </p:nvSpPr>
            <p:spPr>
              <a:xfrm>
                <a:off x="8379422" y="1543709"/>
                <a:ext cx="433894" cy="26369"/>
              </a:xfrm>
              <a:custGeom>
                <a:avLst/>
                <a:gdLst/>
                <a:ahLst/>
                <a:cxnLst/>
                <a:rect l="0" t="0" r="r" b="b"/>
                <a:pathLst>
                  <a:path w="34165" h="2076" fill="norm" stroke="0">
                    <a:moveTo>
                      <a:pt x="648" y="0"/>
                    </a:moveTo>
                    <a:cubicBezTo>
                      <a:pt x="11513" y="0"/>
                      <a:pt x="22378" y="0"/>
                      <a:pt x="33572" y="0"/>
                    </a:cubicBezTo>
                    <a:cubicBezTo>
                      <a:pt x="33572" y="98"/>
                      <a:pt x="33572" y="196"/>
                      <a:pt x="33572" y="297"/>
                    </a:cubicBezTo>
                    <a:cubicBezTo>
                      <a:pt x="33670" y="297"/>
                      <a:pt x="33767" y="297"/>
                      <a:pt x="33868" y="297"/>
                    </a:cubicBezTo>
                    <a:cubicBezTo>
                      <a:pt x="33868" y="394"/>
                      <a:pt x="33868" y="492"/>
                      <a:pt x="33868" y="593"/>
                    </a:cubicBezTo>
                    <a:cubicBezTo>
                      <a:pt x="33966" y="593"/>
                      <a:pt x="34064" y="593"/>
                      <a:pt x="34165" y="593"/>
                    </a:cubicBezTo>
                    <a:cubicBezTo>
                      <a:pt x="34165" y="887"/>
                      <a:pt x="34165" y="1181"/>
                      <a:pt x="34165" y="1483"/>
                    </a:cubicBezTo>
                    <a:cubicBezTo>
                      <a:pt x="34067" y="1483"/>
                      <a:pt x="33969" y="1483"/>
                      <a:pt x="33868" y="1483"/>
                    </a:cubicBezTo>
                    <a:cubicBezTo>
                      <a:pt x="33868" y="1581"/>
                      <a:pt x="33868" y="1679"/>
                      <a:pt x="33868" y="1780"/>
                    </a:cubicBezTo>
                    <a:cubicBezTo>
                      <a:pt x="33770" y="1780"/>
                      <a:pt x="33673" y="1780"/>
                      <a:pt x="33572" y="1780"/>
                    </a:cubicBezTo>
                    <a:cubicBezTo>
                      <a:pt x="33572" y="1878"/>
                      <a:pt x="33572" y="1975"/>
                      <a:pt x="33572" y="2076"/>
                    </a:cubicBezTo>
                    <a:cubicBezTo>
                      <a:pt x="22609" y="2076"/>
                      <a:pt x="11646" y="2076"/>
                      <a:pt x="351" y="2076"/>
                    </a:cubicBezTo>
                    <a:cubicBezTo>
                      <a:pt x="351" y="1978"/>
                      <a:pt x="351" y="1881"/>
                      <a:pt x="351" y="1780"/>
                    </a:cubicBezTo>
                    <a:cubicBezTo>
                      <a:pt x="253" y="1780"/>
                      <a:pt x="156" y="1780"/>
                      <a:pt x="55" y="1780"/>
                    </a:cubicBezTo>
                    <a:cubicBezTo>
                      <a:pt x="0" y="670"/>
                      <a:pt x="0" y="670"/>
                      <a:pt x="266" y="359"/>
                    </a:cubicBezTo>
                    <a:cubicBezTo>
                      <a:pt x="351" y="297"/>
                      <a:pt x="351" y="297"/>
                      <a:pt x="518" y="269"/>
                    </a:cubicBezTo>
                    <a:cubicBezTo>
                      <a:pt x="540" y="273"/>
                      <a:pt x="540" y="273"/>
                      <a:pt x="648" y="297"/>
                    </a:cubicBezTo>
                    <a:cubicBezTo>
                      <a:pt x="648" y="199"/>
                      <a:pt x="648" y="101"/>
                      <a:pt x="648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1883" cap="flat">
                <a:noFill/>
              </a:ln>
            </p:spPr>
          </p:sp>
          <p:sp>
            <p:nvSpPr>
              <p:cNvPr id="752" name="ICON_REFERENCE_PAPERS_path_008"/>
              <p:cNvSpPr/>
              <p:nvPr/>
            </p:nvSpPr>
            <p:spPr>
              <a:xfrm>
                <a:off x="8380117" y="1347828"/>
                <a:ext cx="433199" cy="26369"/>
              </a:xfrm>
              <a:custGeom>
                <a:avLst/>
                <a:gdLst/>
                <a:ahLst/>
                <a:cxnLst/>
                <a:rect l="0" t="0" r="r" b="b"/>
                <a:pathLst>
                  <a:path w="34110" h="2076" fill="norm" stroke="0">
                    <a:moveTo>
                      <a:pt x="593" y="0"/>
                    </a:moveTo>
                    <a:cubicBezTo>
                      <a:pt x="11360" y="0"/>
                      <a:pt x="22127" y="0"/>
                      <a:pt x="33220" y="0"/>
                    </a:cubicBezTo>
                    <a:cubicBezTo>
                      <a:pt x="33220" y="98"/>
                      <a:pt x="33220" y="196"/>
                      <a:pt x="33220" y="297"/>
                    </a:cubicBezTo>
                    <a:cubicBezTo>
                      <a:pt x="33416" y="297"/>
                      <a:pt x="33612" y="297"/>
                      <a:pt x="33814" y="297"/>
                    </a:cubicBezTo>
                    <a:cubicBezTo>
                      <a:pt x="33814" y="394"/>
                      <a:pt x="33814" y="492"/>
                      <a:pt x="33814" y="593"/>
                    </a:cubicBezTo>
                    <a:cubicBezTo>
                      <a:pt x="33911" y="593"/>
                      <a:pt x="34009" y="593"/>
                      <a:pt x="34110" y="593"/>
                    </a:cubicBezTo>
                    <a:cubicBezTo>
                      <a:pt x="34110" y="887"/>
                      <a:pt x="34110" y="1181"/>
                      <a:pt x="34110" y="1483"/>
                    </a:cubicBezTo>
                    <a:cubicBezTo>
                      <a:pt x="34012" y="1483"/>
                      <a:pt x="33914" y="1483"/>
                      <a:pt x="33814" y="1483"/>
                    </a:cubicBezTo>
                    <a:cubicBezTo>
                      <a:pt x="33814" y="1581"/>
                      <a:pt x="33814" y="1679"/>
                      <a:pt x="33814" y="1780"/>
                    </a:cubicBezTo>
                    <a:cubicBezTo>
                      <a:pt x="33716" y="1780"/>
                      <a:pt x="33618" y="1780"/>
                      <a:pt x="33517" y="1780"/>
                    </a:cubicBezTo>
                    <a:cubicBezTo>
                      <a:pt x="33517" y="1878"/>
                      <a:pt x="33517" y="1975"/>
                      <a:pt x="33517" y="2076"/>
                    </a:cubicBezTo>
                    <a:cubicBezTo>
                      <a:pt x="22554" y="2076"/>
                      <a:pt x="11592" y="2076"/>
                      <a:pt x="297" y="2076"/>
                    </a:cubicBezTo>
                    <a:cubicBezTo>
                      <a:pt x="297" y="1978"/>
                      <a:pt x="297" y="1881"/>
                      <a:pt x="297" y="1780"/>
                    </a:cubicBezTo>
                    <a:cubicBezTo>
                      <a:pt x="199" y="1780"/>
                      <a:pt x="101" y="1780"/>
                      <a:pt x="0" y="1780"/>
                    </a:cubicBezTo>
                    <a:cubicBezTo>
                      <a:pt x="0" y="1388"/>
                      <a:pt x="0" y="997"/>
                      <a:pt x="0" y="593"/>
                    </a:cubicBezTo>
                    <a:cubicBezTo>
                      <a:pt x="98" y="593"/>
                      <a:pt x="196" y="593"/>
                      <a:pt x="297" y="593"/>
                    </a:cubicBezTo>
                    <a:cubicBezTo>
                      <a:pt x="297" y="495"/>
                      <a:pt x="297" y="397"/>
                      <a:pt x="297" y="297"/>
                    </a:cubicBezTo>
                    <a:cubicBezTo>
                      <a:pt x="394" y="297"/>
                      <a:pt x="492" y="297"/>
                      <a:pt x="593" y="297"/>
                    </a:cubicBezTo>
                    <a:cubicBezTo>
                      <a:pt x="593" y="199"/>
                      <a:pt x="593" y="101"/>
                      <a:pt x="593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1883" cap="flat">
                <a:noFill/>
              </a:ln>
            </p:spPr>
          </p:sp>
          <p:sp>
            <p:nvSpPr>
              <p:cNvPr id="753" name="ICON_REFERENCE_PAPERS_path_009"/>
              <p:cNvSpPr/>
              <p:nvPr/>
            </p:nvSpPr>
            <p:spPr>
              <a:xfrm>
                <a:off x="8376350" y="1246120"/>
                <a:ext cx="286288" cy="33903"/>
              </a:xfrm>
              <a:custGeom>
                <a:avLst/>
                <a:gdLst/>
                <a:ahLst/>
                <a:cxnLst/>
                <a:rect l="0" t="0" r="r" b="b"/>
                <a:pathLst>
                  <a:path w="22542" h="2669" fill="norm" stroke="0">
                    <a:moveTo>
                      <a:pt x="890" y="0"/>
                    </a:moveTo>
                    <a:cubicBezTo>
                      <a:pt x="7839" y="0"/>
                      <a:pt x="14789" y="0"/>
                      <a:pt x="21949" y="0"/>
                    </a:cubicBezTo>
                    <a:cubicBezTo>
                      <a:pt x="21949" y="98"/>
                      <a:pt x="21949" y="196"/>
                      <a:pt x="21949" y="297"/>
                    </a:cubicBezTo>
                    <a:cubicBezTo>
                      <a:pt x="22047" y="297"/>
                      <a:pt x="22145" y="297"/>
                      <a:pt x="22246" y="297"/>
                    </a:cubicBezTo>
                    <a:cubicBezTo>
                      <a:pt x="22246" y="394"/>
                      <a:pt x="22246" y="492"/>
                      <a:pt x="22246" y="593"/>
                    </a:cubicBezTo>
                    <a:cubicBezTo>
                      <a:pt x="22344" y="593"/>
                      <a:pt x="22442" y="593"/>
                      <a:pt x="22542" y="593"/>
                    </a:cubicBezTo>
                    <a:cubicBezTo>
                      <a:pt x="22542" y="1083"/>
                      <a:pt x="22542" y="1572"/>
                      <a:pt x="22542" y="2076"/>
                    </a:cubicBezTo>
                    <a:cubicBezTo>
                      <a:pt x="22444" y="2076"/>
                      <a:pt x="22347" y="2076"/>
                      <a:pt x="22246" y="2076"/>
                    </a:cubicBezTo>
                    <a:cubicBezTo>
                      <a:pt x="22246" y="2174"/>
                      <a:pt x="22246" y="2272"/>
                      <a:pt x="22246" y="2373"/>
                    </a:cubicBezTo>
                    <a:cubicBezTo>
                      <a:pt x="22148" y="2373"/>
                      <a:pt x="22050" y="2373"/>
                      <a:pt x="21949" y="2373"/>
                    </a:cubicBezTo>
                    <a:cubicBezTo>
                      <a:pt x="21949" y="2471"/>
                      <a:pt x="21949" y="2569"/>
                      <a:pt x="21949" y="2669"/>
                    </a:cubicBezTo>
                    <a:cubicBezTo>
                      <a:pt x="14902" y="2669"/>
                      <a:pt x="7854" y="2669"/>
                      <a:pt x="593" y="2669"/>
                    </a:cubicBezTo>
                    <a:cubicBezTo>
                      <a:pt x="593" y="2572"/>
                      <a:pt x="593" y="2474"/>
                      <a:pt x="593" y="2373"/>
                    </a:cubicBezTo>
                    <a:cubicBezTo>
                      <a:pt x="495" y="2373"/>
                      <a:pt x="397" y="2373"/>
                      <a:pt x="297" y="2373"/>
                    </a:cubicBezTo>
                    <a:cubicBezTo>
                      <a:pt x="297" y="2177"/>
                      <a:pt x="297" y="1981"/>
                      <a:pt x="297" y="1780"/>
                    </a:cubicBezTo>
                    <a:cubicBezTo>
                      <a:pt x="199" y="1780"/>
                      <a:pt x="101" y="1780"/>
                      <a:pt x="0" y="1780"/>
                    </a:cubicBezTo>
                    <a:cubicBezTo>
                      <a:pt x="0" y="1486"/>
                      <a:pt x="0" y="1192"/>
                      <a:pt x="0" y="890"/>
                    </a:cubicBezTo>
                    <a:cubicBezTo>
                      <a:pt x="98" y="890"/>
                      <a:pt x="196" y="890"/>
                      <a:pt x="297" y="890"/>
                    </a:cubicBezTo>
                    <a:cubicBezTo>
                      <a:pt x="297" y="792"/>
                      <a:pt x="297" y="694"/>
                      <a:pt x="297" y="593"/>
                    </a:cubicBezTo>
                    <a:cubicBezTo>
                      <a:pt x="394" y="593"/>
                      <a:pt x="492" y="593"/>
                      <a:pt x="593" y="593"/>
                    </a:cubicBezTo>
                    <a:cubicBezTo>
                      <a:pt x="593" y="495"/>
                      <a:pt x="593" y="397"/>
                      <a:pt x="593" y="297"/>
                    </a:cubicBezTo>
                    <a:cubicBezTo>
                      <a:pt x="691" y="297"/>
                      <a:pt x="789" y="297"/>
                      <a:pt x="890" y="297"/>
                    </a:cubicBezTo>
                    <a:cubicBezTo>
                      <a:pt x="890" y="199"/>
                      <a:pt x="890" y="101"/>
                      <a:pt x="890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1883" cap="flat">
                <a:noFill/>
              </a:ln>
            </p:spPr>
          </p:sp>
          <p:sp>
            <p:nvSpPr>
              <p:cNvPr id="754" name="ICON_REFERENCE_PAPERS_path_010"/>
              <p:cNvSpPr/>
              <p:nvPr/>
            </p:nvSpPr>
            <p:spPr>
              <a:xfrm>
                <a:off x="8380117" y="1641650"/>
                <a:ext cx="305123" cy="26369"/>
              </a:xfrm>
              <a:custGeom>
                <a:avLst/>
                <a:gdLst/>
                <a:ahLst/>
                <a:cxnLst/>
                <a:rect l="0" t="0" r="r" b="b"/>
                <a:pathLst>
                  <a:path w="24025" h="2076" fill="norm" stroke="0">
                    <a:moveTo>
                      <a:pt x="593" y="0"/>
                    </a:moveTo>
                    <a:cubicBezTo>
                      <a:pt x="8130" y="0"/>
                      <a:pt x="15667" y="0"/>
                      <a:pt x="23432" y="0"/>
                    </a:cubicBezTo>
                    <a:cubicBezTo>
                      <a:pt x="23432" y="98"/>
                      <a:pt x="23432" y="196"/>
                      <a:pt x="23432" y="297"/>
                    </a:cubicBezTo>
                    <a:cubicBezTo>
                      <a:pt x="23530" y="297"/>
                      <a:pt x="23628" y="297"/>
                      <a:pt x="23729" y="297"/>
                    </a:cubicBezTo>
                    <a:cubicBezTo>
                      <a:pt x="23729" y="394"/>
                      <a:pt x="23729" y="492"/>
                      <a:pt x="23729" y="593"/>
                    </a:cubicBezTo>
                    <a:cubicBezTo>
                      <a:pt x="23827" y="593"/>
                      <a:pt x="23925" y="593"/>
                      <a:pt x="24025" y="593"/>
                    </a:cubicBezTo>
                    <a:cubicBezTo>
                      <a:pt x="24025" y="887"/>
                      <a:pt x="24025" y="1181"/>
                      <a:pt x="24025" y="1483"/>
                    </a:cubicBezTo>
                    <a:cubicBezTo>
                      <a:pt x="23928" y="1483"/>
                      <a:pt x="23830" y="1483"/>
                      <a:pt x="23729" y="1483"/>
                    </a:cubicBezTo>
                    <a:cubicBezTo>
                      <a:pt x="23729" y="1581"/>
                      <a:pt x="23729" y="1679"/>
                      <a:pt x="23729" y="1780"/>
                    </a:cubicBezTo>
                    <a:cubicBezTo>
                      <a:pt x="23631" y="1780"/>
                      <a:pt x="23533" y="1780"/>
                      <a:pt x="23432" y="1780"/>
                    </a:cubicBezTo>
                    <a:cubicBezTo>
                      <a:pt x="23432" y="1878"/>
                      <a:pt x="23432" y="1975"/>
                      <a:pt x="23432" y="2076"/>
                    </a:cubicBezTo>
                    <a:cubicBezTo>
                      <a:pt x="15797" y="2076"/>
                      <a:pt x="8163" y="2076"/>
                      <a:pt x="297" y="2076"/>
                    </a:cubicBezTo>
                    <a:cubicBezTo>
                      <a:pt x="297" y="1978"/>
                      <a:pt x="297" y="1881"/>
                      <a:pt x="297" y="1780"/>
                    </a:cubicBezTo>
                    <a:cubicBezTo>
                      <a:pt x="199" y="1780"/>
                      <a:pt x="101" y="1780"/>
                      <a:pt x="0" y="1780"/>
                    </a:cubicBezTo>
                    <a:cubicBezTo>
                      <a:pt x="0" y="1388"/>
                      <a:pt x="0" y="997"/>
                      <a:pt x="0" y="593"/>
                    </a:cubicBezTo>
                    <a:cubicBezTo>
                      <a:pt x="98" y="593"/>
                      <a:pt x="196" y="593"/>
                      <a:pt x="297" y="593"/>
                    </a:cubicBezTo>
                    <a:cubicBezTo>
                      <a:pt x="297" y="495"/>
                      <a:pt x="297" y="397"/>
                      <a:pt x="297" y="297"/>
                    </a:cubicBezTo>
                    <a:cubicBezTo>
                      <a:pt x="394" y="297"/>
                      <a:pt x="492" y="297"/>
                      <a:pt x="593" y="297"/>
                    </a:cubicBezTo>
                    <a:cubicBezTo>
                      <a:pt x="593" y="199"/>
                      <a:pt x="593" y="101"/>
                      <a:pt x="593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1883" cap="flat">
                <a:noFill/>
              </a:ln>
            </p:spPr>
          </p:sp>
          <p:sp>
            <p:nvSpPr>
              <p:cNvPr id="755" name="ICON_REFERENCE_PAPERS_path_011"/>
              <p:cNvSpPr/>
              <p:nvPr/>
            </p:nvSpPr>
            <p:spPr>
              <a:xfrm>
                <a:off x="8293477" y="1826230"/>
                <a:ext cx="602712" cy="7534"/>
              </a:xfrm>
              <a:custGeom>
                <a:avLst/>
                <a:gdLst/>
                <a:ahLst/>
                <a:cxnLst/>
                <a:rect l="0" t="0" r="r" b="b"/>
                <a:pathLst>
                  <a:path w="47458" h="593" fill="norm" stroke="0">
                    <a:moveTo>
                      <a:pt x="297" y="0"/>
                    </a:moveTo>
                    <a:cubicBezTo>
                      <a:pt x="15860" y="0"/>
                      <a:pt x="31423" y="0"/>
                      <a:pt x="47458" y="0"/>
                    </a:cubicBezTo>
                    <a:cubicBezTo>
                      <a:pt x="47458" y="196"/>
                      <a:pt x="47458" y="392"/>
                      <a:pt x="47458" y="593"/>
                    </a:cubicBezTo>
                    <a:cubicBezTo>
                      <a:pt x="31797" y="593"/>
                      <a:pt x="16136" y="593"/>
                      <a:pt x="0" y="593"/>
                    </a:cubicBezTo>
                    <a:cubicBezTo>
                      <a:pt x="0" y="495"/>
                      <a:pt x="0" y="397"/>
                      <a:pt x="0" y="297"/>
                    </a:cubicBezTo>
                    <a:cubicBezTo>
                      <a:pt x="98" y="297"/>
                      <a:pt x="196" y="297"/>
                      <a:pt x="297" y="297"/>
                    </a:cubicBezTo>
                    <a:cubicBezTo>
                      <a:pt x="297" y="199"/>
                      <a:pt x="297" y="101"/>
                      <a:pt x="29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56" name="ICON_REFERENCE_PAPERS_path_012"/>
              <p:cNvSpPr/>
              <p:nvPr/>
            </p:nvSpPr>
            <p:spPr>
              <a:xfrm>
                <a:off x="8813316" y="1091675"/>
                <a:ext cx="67805" cy="82873"/>
              </a:xfrm>
              <a:custGeom>
                <a:avLst/>
                <a:gdLst/>
                <a:ahLst/>
                <a:cxnLst/>
                <a:rect l="0" t="0" r="r" b="b"/>
                <a:pathLst>
                  <a:path w="5339" h="6525" fill="norm" stroke="0">
                    <a:moveTo>
                      <a:pt x="0" y="0"/>
                    </a:moveTo>
                    <a:cubicBezTo>
                      <a:pt x="196" y="0"/>
                      <a:pt x="392" y="0"/>
                      <a:pt x="593" y="0"/>
                    </a:cubicBezTo>
                    <a:cubicBezTo>
                      <a:pt x="593" y="196"/>
                      <a:pt x="593" y="392"/>
                      <a:pt x="593" y="593"/>
                    </a:cubicBezTo>
                    <a:cubicBezTo>
                      <a:pt x="691" y="593"/>
                      <a:pt x="789" y="593"/>
                      <a:pt x="890" y="593"/>
                    </a:cubicBezTo>
                    <a:cubicBezTo>
                      <a:pt x="890" y="691"/>
                      <a:pt x="890" y="789"/>
                      <a:pt x="890" y="890"/>
                    </a:cubicBezTo>
                    <a:cubicBezTo>
                      <a:pt x="988" y="890"/>
                      <a:pt x="1086" y="890"/>
                      <a:pt x="1186" y="890"/>
                    </a:cubicBezTo>
                    <a:cubicBezTo>
                      <a:pt x="1186" y="988"/>
                      <a:pt x="1186" y="1086"/>
                      <a:pt x="1186" y="1186"/>
                    </a:cubicBezTo>
                    <a:cubicBezTo>
                      <a:pt x="1284" y="1186"/>
                      <a:pt x="1382" y="1186"/>
                      <a:pt x="1483" y="1186"/>
                    </a:cubicBezTo>
                    <a:cubicBezTo>
                      <a:pt x="1483" y="1284"/>
                      <a:pt x="1483" y="1382"/>
                      <a:pt x="1483" y="1483"/>
                    </a:cubicBezTo>
                    <a:cubicBezTo>
                      <a:pt x="1581" y="1483"/>
                      <a:pt x="1679" y="1483"/>
                      <a:pt x="1780" y="1483"/>
                    </a:cubicBezTo>
                    <a:cubicBezTo>
                      <a:pt x="1780" y="1581"/>
                      <a:pt x="1780" y="1679"/>
                      <a:pt x="1780" y="1780"/>
                    </a:cubicBezTo>
                    <a:cubicBezTo>
                      <a:pt x="1878" y="1780"/>
                      <a:pt x="1975" y="1780"/>
                      <a:pt x="2076" y="1780"/>
                    </a:cubicBezTo>
                    <a:cubicBezTo>
                      <a:pt x="2076" y="1878"/>
                      <a:pt x="2076" y="1975"/>
                      <a:pt x="2076" y="2076"/>
                    </a:cubicBezTo>
                    <a:cubicBezTo>
                      <a:pt x="2174" y="2076"/>
                      <a:pt x="2272" y="2076"/>
                      <a:pt x="2373" y="2076"/>
                    </a:cubicBezTo>
                    <a:cubicBezTo>
                      <a:pt x="2373" y="2272"/>
                      <a:pt x="2373" y="2468"/>
                      <a:pt x="2373" y="2669"/>
                    </a:cubicBezTo>
                    <a:cubicBezTo>
                      <a:pt x="2471" y="2669"/>
                      <a:pt x="2569" y="2669"/>
                      <a:pt x="2669" y="2669"/>
                    </a:cubicBezTo>
                    <a:cubicBezTo>
                      <a:pt x="2669" y="2767"/>
                      <a:pt x="2669" y="2865"/>
                      <a:pt x="2669" y="2966"/>
                    </a:cubicBezTo>
                    <a:cubicBezTo>
                      <a:pt x="2767" y="2966"/>
                      <a:pt x="2865" y="2966"/>
                      <a:pt x="2966" y="2966"/>
                    </a:cubicBezTo>
                    <a:cubicBezTo>
                      <a:pt x="2966" y="3064"/>
                      <a:pt x="2966" y="3162"/>
                      <a:pt x="2966" y="3263"/>
                    </a:cubicBezTo>
                    <a:cubicBezTo>
                      <a:pt x="3064" y="3263"/>
                      <a:pt x="3162" y="3263"/>
                      <a:pt x="3263" y="3263"/>
                    </a:cubicBezTo>
                    <a:cubicBezTo>
                      <a:pt x="3263" y="3361"/>
                      <a:pt x="3263" y="3458"/>
                      <a:pt x="3263" y="3559"/>
                    </a:cubicBezTo>
                    <a:cubicBezTo>
                      <a:pt x="3361" y="3559"/>
                      <a:pt x="3458" y="3559"/>
                      <a:pt x="3559" y="3559"/>
                    </a:cubicBezTo>
                    <a:cubicBezTo>
                      <a:pt x="3559" y="3657"/>
                      <a:pt x="3559" y="3755"/>
                      <a:pt x="3559" y="3856"/>
                    </a:cubicBezTo>
                    <a:cubicBezTo>
                      <a:pt x="3657" y="3856"/>
                      <a:pt x="3755" y="3856"/>
                      <a:pt x="3856" y="3856"/>
                    </a:cubicBezTo>
                    <a:cubicBezTo>
                      <a:pt x="3856" y="4052"/>
                      <a:pt x="3856" y="4247"/>
                      <a:pt x="3856" y="4449"/>
                    </a:cubicBezTo>
                    <a:cubicBezTo>
                      <a:pt x="3954" y="4449"/>
                      <a:pt x="4052" y="4449"/>
                      <a:pt x="4153" y="4449"/>
                    </a:cubicBezTo>
                    <a:cubicBezTo>
                      <a:pt x="4153" y="4547"/>
                      <a:pt x="4153" y="4645"/>
                      <a:pt x="4153" y="4746"/>
                    </a:cubicBezTo>
                    <a:cubicBezTo>
                      <a:pt x="4250" y="4746"/>
                      <a:pt x="4348" y="4746"/>
                      <a:pt x="4449" y="4746"/>
                    </a:cubicBezTo>
                    <a:cubicBezTo>
                      <a:pt x="4449" y="4844"/>
                      <a:pt x="4449" y="4942"/>
                      <a:pt x="4449" y="5042"/>
                    </a:cubicBezTo>
                    <a:cubicBezTo>
                      <a:pt x="4547" y="5042"/>
                      <a:pt x="4645" y="5042"/>
                      <a:pt x="4746" y="5042"/>
                    </a:cubicBezTo>
                    <a:cubicBezTo>
                      <a:pt x="4746" y="5140"/>
                      <a:pt x="4746" y="5238"/>
                      <a:pt x="4746" y="5339"/>
                    </a:cubicBezTo>
                    <a:cubicBezTo>
                      <a:pt x="4844" y="5339"/>
                      <a:pt x="4942" y="5339"/>
                      <a:pt x="5042" y="5339"/>
                    </a:cubicBezTo>
                    <a:cubicBezTo>
                      <a:pt x="5042" y="5535"/>
                      <a:pt x="5042" y="5731"/>
                      <a:pt x="5042" y="5932"/>
                    </a:cubicBezTo>
                    <a:cubicBezTo>
                      <a:pt x="5140" y="5932"/>
                      <a:pt x="5238" y="5932"/>
                      <a:pt x="5339" y="5932"/>
                    </a:cubicBezTo>
                    <a:cubicBezTo>
                      <a:pt x="5339" y="6030"/>
                      <a:pt x="5339" y="6128"/>
                      <a:pt x="5339" y="6229"/>
                    </a:cubicBezTo>
                    <a:cubicBezTo>
                      <a:pt x="5241" y="6229"/>
                      <a:pt x="5143" y="6229"/>
                      <a:pt x="5042" y="6229"/>
                    </a:cubicBezTo>
                    <a:cubicBezTo>
                      <a:pt x="5042" y="6327"/>
                      <a:pt x="5042" y="6425"/>
                      <a:pt x="5042" y="6525"/>
                    </a:cubicBezTo>
                    <a:cubicBezTo>
                      <a:pt x="3476" y="6525"/>
                      <a:pt x="1910" y="6525"/>
                      <a:pt x="297" y="6525"/>
                    </a:cubicBezTo>
                    <a:cubicBezTo>
                      <a:pt x="297" y="6428"/>
                      <a:pt x="297" y="6330"/>
                      <a:pt x="297" y="6229"/>
                    </a:cubicBezTo>
                    <a:cubicBezTo>
                      <a:pt x="199" y="6229"/>
                      <a:pt x="101" y="6229"/>
                      <a:pt x="0" y="6229"/>
                    </a:cubicBezTo>
                    <a:cubicBezTo>
                      <a:pt x="0" y="4173"/>
                      <a:pt x="0" y="211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57" name="ICON_REFERENCE_PAPERS_path_013"/>
              <p:cNvSpPr/>
              <p:nvPr/>
            </p:nvSpPr>
            <p:spPr>
              <a:xfrm>
                <a:off x="8918790" y="1182082"/>
                <a:ext cx="11301" cy="625314"/>
              </a:xfrm>
              <a:custGeom>
                <a:avLst/>
                <a:gdLst/>
                <a:ahLst/>
                <a:cxnLst/>
                <a:rect l="0" t="0" r="r" b="b"/>
                <a:pathLst>
                  <a:path w="890" h="49237" fill="norm" stroke="0">
                    <a:moveTo>
                      <a:pt x="0" y="0"/>
                    </a:moveTo>
                    <a:cubicBezTo>
                      <a:pt x="98" y="0"/>
                      <a:pt x="196" y="0"/>
                      <a:pt x="297" y="0"/>
                    </a:cubicBezTo>
                    <a:cubicBezTo>
                      <a:pt x="297" y="881"/>
                      <a:pt x="297" y="1762"/>
                      <a:pt x="297" y="2669"/>
                    </a:cubicBezTo>
                    <a:cubicBezTo>
                      <a:pt x="394" y="2669"/>
                      <a:pt x="492" y="2669"/>
                      <a:pt x="593" y="2669"/>
                    </a:cubicBezTo>
                    <a:cubicBezTo>
                      <a:pt x="593" y="3746"/>
                      <a:pt x="593" y="4823"/>
                      <a:pt x="593" y="5932"/>
                    </a:cubicBezTo>
                    <a:cubicBezTo>
                      <a:pt x="495" y="5932"/>
                      <a:pt x="397" y="5932"/>
                      <a:pt x="297" y="5932"/>
                    </a:cubicBezTo>
                    <a:cubicBezTo>
                      <a:pt x="297" y="7400"/>
                      <a:pt x="297" y="8869"/>
                      <a:pt x="297" y="10381"/>
                    </a:cubicBezTo>
                    <a:cubicBezTo>
                      <a:pt x="394" y="10381"/>
                      <a:pt x="492" y="10381"/>
                      <a:pt x="593" y="10381"/>
                    </a:cubicBezTo>
                    <a:cubicBezTo>
                      <a:pt x="593" y="10577"/>
                      <a:pt x="593" y="10773"/>
                      <a:pt x="593" y="10975"/>
                    </a:cubicBezTo>
                    <a:cubicBezTo>
                      <a:pt x="495" y="10975"/>
                      <a:pt x="397" y="10975"/>
                      <a:pt x="297" y="10975"/>
                    </a:cubicBezTo>
                    <a:cubicBezTo>
                      <a:pt x="297" y="12149"/>
                      <a:pt x="297" y="13324"/>
                      <a:pt x="297" y="14534"/>
                    </a:cubicBezTo>
                    <a:cubicBezTo>
                      <a:pt x="394" y="14534"/>
                      <a:pt x="492" y="14534"/>
                      <a:pt x="593" y="14534"/>
                    </a:cubicBezTo>
                    <a:cubicBezTo>
                      <a:pt x="593" y="15121"/>
                      <a:pt x="593" y="15708"/>
                      <a:pt x="593" y="16314"/>
                    </a:cubicBezTo>
                    <a:cubicBezTo>
                      <a:pt x="495" y="16314"/>
                      <a:pt x="397" y="16314"/>
                      <a:pt x="297" y="16314"/>
                    </a:cubicBezTo>
                    <a:cubicBezTo>
                      <a:pt x="297" y="17390"/>
                      <a:pt x="297" y="18467"/>
                      <a:pt x="297" y="19576"/>
                    </a:cubicBezTo>
                    <a:cubicBezTo>
                      <a:pt x="394" y="19576"/>
                      <a:pt x="492" y="19576"/>
                      <a:pt x="593" y="19576"/>
                    </a:cubicBezTo>
                    <a:cubicBezTo>
                      <a:pt x="593" y="19968"/>
                      <a:pt x="593" y="20359"/>
                      <a:pt x="593" y="20763"/>
                    </a:cubicBezTo>
                    <a:cubicBezTo>
                      <a:pt x="495" y="20763"/>
                      <a:pt x="397" y="20763"/>
                      <a:pt x="297" y="20763"/>
                    </a:cubicBezTo>
                    <a:cubicBezTo>
                      <a:pt x="297" y="23895"/>
                      <a:pt x="297" y="27027"/>
                      <a:pt x="297" y="30254"/>
                    </a:cubicBezTo>
                    <a:cubicBezTo>
                      <a:pt x="394" y="30254"/>
                      <a:pt x="492" y="30254"/>
                      <a:pt x="593" y="30254"/>
                    </a:cubicBezTo>
                    <a:cubicBezTo>
                      <a:pt x="593" y="30646"/>
                      <a:pt x="593" y="31037"/>
                      <a:pt x="593" y="31441"/>
                    </a:cubicBezTo>
                    <a:cubicBezTo>
                      <a:pt x="495" y="31441"/>
                      <a:pt x="397" y="31441"/>
                      <a:pt x="297" y="31441"/>
                    </a:cubicBezTo>
                    <a:cubicBezTo>
                      <a:pt x="297" y="32028"/>
                      <a:pt x="297" y="32615"/>
                      <a:pt x="297" y="33220"/>
                    </a:cubicBezTo>
                    <a:cubicBezTo>
                      <a:pt x="394" y="33220"/>
                      <a:pt x="492" y="33220"/>
                      <a:pt x="593" y="33220"/>
                    </a:cubicBezTo>
                    <a:cubicBezTo>
                      <a:pt x="593" y="33416"/>
                      <a:pt x="593" y="33612"/>
                      <a:pt x="593" y="33814"/>
                    </a:cubicBezTo>
                    <a:cubicBezTo>
                      <a:pt x="495" y="33814"/>
                      <a:pt x="397" y="33814"/>
                      <a:pt x="297" y="33814"/>
                    </a:cubicBezTo>
                    <a:cubicBezTo>
                      <a:pt x="297" y="37729"/>
                      <a:pt x="297" y="41644"/>
                      <a:pt x="297" y="45678"/>
                    </a:cubicBezTo>
                    <a:cubicBezTo>
                      <a:pt x="394" y="45678"/>
                      <a:pt x="492" y="45678"/>
                      <a:pt x="593" y="45678"/>
                    </a:cubicBezTo>
                    <a:cubicBezTo>
                      <a:pt x="593" y="46069"/>
                      <a:pt x="593" y="46461"/>
                      <a:pt x="593" y="46864"/>
                    </a:cubicBezTo>
                    <a:cubicBezTo>
                      <a:pt x="691" y="46864"/>
                      <a:pt x="789" y="46864"/>
                      <a:pt x="890" y="46864"/>
                    </a:cubicBezTo>
                    <a:cubicBezTo>
                      <a:pt x="890" y="47060"/>
                      <a:pt x="890" y="47256"/>
                      <a:pt x="890" y="47458"/>
                    </a:cubicBezTo>
                    <a:cubicBezTo>
                      <a:pt x="792" y="47458"/>
                      <a:pt x="694" y="47458"/>
                      <a:pt x="593" y="47458"/>
                    </a:cubicBezTo>
                    <a:cubicBezTo>
                      <a:pt x="593" y="47849"/>
                      <a:pt x="593" y="48241"/>
                      <a:pt x="593" y="48644"/>
                    </a:cubicBezTo>
                    <a:cubicBezTo>
                      <a:pt x="691" y="48644"/>
                      <a:pt x="789" y="48644"/>
                      <a:pt x="890" y="48644"/>
                    </a:cubicBezTo>
                    <a:cubicBezTo>
                      <a:pt x="890" y="48840"/>
                      <a:pt x="890" y="49036"/>
                      <a:pt x="890" y="49237"/>
                    </a:cubicBezTo>
                    <a:cubicBezTo>
                      <a:pt x="792" y="49237"/>
                      <a:pt x="694" y="49237"/>
                      <a:pt x="593" y="49237"/>
                    </a:cubicBezTo>
                    <a:cubicBezTo>
                      <a:pt x="593" y="49139"/>
                      <a:pt x="593" y="49042"/>
                      <a:pt x="593" y="48941"/>
                    </a:cubicBezTo>
                    <a:cubicBezTo>
                      <a:pt x="495" y="48941"/>
                      <a:pt x="397" y="48941"/>
                      <a:pt x="297" y="48941"/>
                    </a:cubicBezTo>
                    <a:cubicBezTo>
                      <a:pt x="297" y="48843"/>
                      <a:pt x="297" y="48745"/>
                      <a:pt x="297" y="48644"/>
                    </a:cubicBezTo>
                    <a:cubicBezTo>
                      <a:pt x="199" y="48644"/>
                      <a:pt x="101" y="48644"/>
                      <a:pt x="0" y="48644"/>
                    </a:cubicBezTo>
                    <a:cubicBezTo>
                      <a:pt x="0" y="32592"/>
                      <a:pt x="0" y="1653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58" name="ICON_REFERENCE_PAPERS_path_014"/>
              <p:cNvSpPr/>
              <p:nvPr/>
            </p:nvSpPr>
            <p:spPr>
              <a:xfrm>
                <a:off x="8206837" y="959832"/>
                <a:ext cx="497237" cy="11301"/>
              </a:xfrm>
              <a:custGeom>
                <a:avLst/>
                <a:gdLst/>
                <a:ahLst/>
                <a:cxnLst/>
                <a:rect l="0" t="0" r="r" b="b"/>
                <a:pathLst>
                  <a:path w="39153" h="890" fill="norm" stroke="0">
                    <a:moveTo>
                      <a:pt x="593" y="0"/>
                    </a:moveTo>
                    <a:cubicBezTo>
                      <a:pt x="887" y="0"/>
                      <a:pt x="1181" y="0"/>
                      <a:pt x="1483" y="0"/>
                    </a:cubicBezTo>
                    <a:cubicBezTo>
                      <a:pt x="1483" y="98"/>
                      <a:pt x="1483" y="196"/>
                      <a:pt x="1483" y="297"/>
                    </a:cubicBezTo>
                    <a:cubicBezTo>
                      <a:pt x="2364" y="297"/>
                      <a:pt x="3245" y="297"/>
                      <a:pt x="4153" y="297"/>
                    </a:cubicBezTo>
                    <a:cubicBezTo>
                      <a:pt x="4153" y="199"/>
                      <a:pt x="4153" y="101"/>
                      <a:pt x="4153" y="0"/>
                    </a:cubicBezTo>
                    <a:cubicBezTo>
                      <a:pt x="5425" y="0"/>
                      <a:pt x="6697" y="0"/>
                      <a:pt x="8008" y="0"/>
                    </a:cubicBezTo>
                    <a:cubicBezTo>
                      <a:pt x="8008" y="98"/>
                      <a:pt x="8008" y="196"/>
                      <a:pt x="8008" y="297"/>
                    </a:cubicBezTo>
                    <a:cubicBezTo>
                      <a:pt x="8987" y="297"/>
                      <a:pt x="9966" y="297"/>
                      <a:pt x="10975" y="297"/>
                    </a:cubicBezTo>
                    <a:cubicBezTo>
                      <a:pt x="10975" y="199"/>
                      <a:pt x="10975" y="101"/>
                      <a:pt x="10975" y="0"/>
                    </a:cubicBezTo>
                    <a:cubicBezTo>
                      <a:pt x="11170" y="0"/>
                      <a:pt x="11366" y="0"/>
                      <a:pt x="11568" y="0"/>
                    </a:cubicBezTo>
                    <a:cubicBezTo>
                      <a:pt x="11568" y="98"/>
                      <a:pt x="11568" y="196"/>
                      <a:pt x="11568" y="297"/>
                    </a:cubicBezTo>
                    <a:cubicBezTo>
                      <a:pt x="12155" y="297"/>
                      <a:pt x="12742" y="297"/>
                      <a:pt x="13347" y="297"/>
                    </a:cubicBezTo>
                    <a:cubicBezTo>
                      <a:pt x="13347" y="199"/>
                      <a:pt x="13347" y="101"/>
                      <a:pt x="13347" y="0"/>
                    </a:cubicBezTo>
                    <a:cubicBezTo>
                      <a:pt x="14816" y="0"/>
                      <a:pt x="16284" y="0"/>
                      <a:pt x="17797" y="0"/>
                    </a:cubicBezTo>
                    <a:cubicBezTo>
                      <a:pt x="17797" y="98"/>
                      <a:pt x="17797" y="196"/>
                      <a:pt x="17797" y="297"/>
                    </a:cubicBezTo>
                    <a:cubicBezTo>
                      <a:pt x="18188" y="297"/>
                      <a:pt x="18580" y="297"/>
                      <a:pt x="18983" y="297"/>
                    </a:cubicBezTo>
                    <a:cubicBezTo>
                      <a:pt x="18983" y="199"/>
                      <a:pt x="18983" y="101"/>
                      <a:pt x="18983" y="0"/>
                    </a:cubicBezTo>
                    <a:cubicBezTo>
                      <a:pt x="21136" y="0"/>
                      <a:pt x="23290" y="0"/>
                      <a:pt x="25508" y="0"/>
                    </a:cubicBezTo>
                    <a:cubicBezTo>
                      <a:pt x="25508" y="98"/>
                      <a:pt x="25508" y="196"/>
                      <a:pt x="25508" y="297"/>
                    </a:cubicBezTo>
                    <a:cubicBezTo>
                      <a:pt x="25900" y="297"/>
                      <a:pt x="26292" y="297"/>
                      <a:pt x="26695" y="297"/>
                    </a:cubicBezTo>
                    <a:cubicBezTo>
                      <a:pt x="26695" y="199"/>
                      <a:pt x="26695" y="101"/>
                      <a:pt x="26695" y="0"/>
                    </a:cubicBezTo>
                    <a:cubicBezTo>
                      <a:pt x="27772" y="0"/>
                      <a:pt x="28848" y="0"/>
                      <a:pt x="29958" y="0"/>
                    </a:cubicBezTo>
                    <a:cubicBezTo>
                      <a:pt x="29958" y="98"/>
                      <a:pt x="29958" y="196"/>
                      <a:pt x="29958" y="297"/>
                    </a:cubicBezTo>
                    <a:cubicBezTo>
                      <a:pt x="30447" y="297"/>
                      <a:pt x="30936" y="297"/>
                      <a:pt x="31441" y="297"/>
                    </a:cubicBezTo>
                    <a:cubicBezTo>
                      <a:pt x="31441" y="199"/>
                      <a:pt x="31441" y="101"/>
                      <a:pt x="31441" y="0"/>
                    </a:cubicBezTo>
                    <a:cubicBezTo>
                      <a:pt x="31734" y="0"/>
                      <a:pt x="32028" y="0"/>
                      <a:pt x="32331" y="0"/>
                    </a:cubicBezTo>
                    <a:cubicBezTo>
                      <a:pt x="32331" y="98"/>
                      <a:pt x="32331" y="196"/>
                      <a:pt x="32331" y="297"/>
                    </a:cubicBezTo>
                    <a:cubicBezTo>
                      <a:pt x="33603" y="297"/>
                      <a:pt x="34875" y="297"/>
                      <a:pt x="36186" y="297"/>
                    </a:cubicBezTo>
                    <a:cubicBezTo>
                      <a:pt x="36186" y="199"/>
                      <a:pt x="36186" y="101"/>
                      <a:pt x="36186" y="0"/>
                    </a:cubicBezTo>
                    <a:cubicBezTo>
                      <a:pt x="36382" y="0"/>
                      <a:pt x="36578" y="0"/>
                      <a:pt x="36780" y="0"/>
                    </a:cubicBezTo>
                    <a:cubicBezTo>
                      <a:pt x="36780" y="98"/>
                      <a:pt x="36780" y="196"/>
                      <a:pt x="36780" y="297"/>
                    </a:cubicBezTo>
                    <a:cubicBezTo>
                      <a:pt x="36975" y="297"/>
                      <a:pt x="37171" y="297"/>
                      <a:pt x="37373" y="297"/>
                    </a:cubicBezTo>
                    <a:cubicBezTo>
                      <a:pt x="37373" y="199"/>
                      <a:pt x="37373" y="101"/>
                      <a:pt x="37373" y="0"/>
                    </a:cubicBezTo>
                    <a:cubicBezTo>
                      <a:pt x="37764" y="0"/>
                      <a:pt x="38156" y="0"/>
                      <a:pt x="38559" y="0"/>
                    </a:cubicBezTo>
                    <a:cubicBezTo>
                      <a:pt x="38559" y="98"/>
                      <a:pt x="38559" y="196"/>
                      <a:pt x="38559" y="297"/>
                    </a:cubicBezTo>
                    <a:cubicBezTo>
                      <a:pt x="38605" y="291"/>
                      <a:pt x="38651" y="284"/>
                      <a:pt x="38698" y="278"/>
                    </a:cubicBezTo>
                    <a:cubicBezTo>
                      <a:pt x="38750" y="284"/>
                      <a:pt x="38802" y="290"/>
                      <a:pt x="38856" y="297"/>
                    </a:cubicBezTo>
                    <a:cubicBezTo>
                      <a:pt x="38939" y="426"/>
                      <a:pt x="38939" y="426"/>
                      <a:pt x="39004" y="593"/>
                    </a:cubicBezTo>
                    <a:cubicBezTo>
                      <a:pt x="39032" y="648"/>
                      <a:pt x="39059" y="703"/>
                      <a:pt x="39088" y="760"/>
                    </a:cubicBezTo>
                    <a:cubicBezTo>
                      <a:pt x="39109" y="803"/>
                      <a:pt x="39130" y="846"/>
                      <a:pt x="39153" y="890"/>
                    </a:cubicBezTo>
                    <a:cubicBezTo>
                      <a:pt x="38957" y="890"/>
                      <a:pt x="38761" y="890"/>
                      <a:pt x="38559" y="890"/>
                    </a:cubicBezTo>
                    <a:cubicBezTo>
                      <a:pt x="38559" y="792"/>
                      <a:pt x="38559" y="694"/>
                      <a:pt x="38559" y="593"/>
                    </a:cubicBezTo>
                    <a:cubicBezTo>
                      <a:pt x="26031" y="593"/>
                      <a:pt x="13502" y="593"/>
                      <a:pt x="593" y="593"/>
                    </a:cubicBezTo>
                    <a:cubicBezTo>
                      <a:pt x="593" y="691"/>
                      <a:pt x="593" y="789"/>
                      <a:pt x="593" y="890"/>
                    </a:cubicBezTo>
                    <a:cubicBezTo>
                      <a:pt x="397" y="890"/>
                      <a:pt x="202" y="890"/>
                      <a:pt x="0" y="890"/>
                    </a:cubicBezTo>
                    <a:cubicBezTo>
                      <a:pt x="49" y="791"/>
                      <a:pt x="99" y="692"/>
                      <a:pt x="148" y="593"/>
                    </a:cubicBezTo>
                    <a:cubicBezTo>
                      <a:pt x="170" y="538"/>
                      <a:pt x="191" y="483"/>
                      <a:pt x="213" y="426"/>
                    </a:cubicBezTo>
                    <a:cubicBezTo>
                      <a:pt x="241" y="384"/>
                      <a:pt x="268" y="341"/>
                      <a:pt x="297" y="297"/>
                    </a:cubicBezTo>
                    <a:cubicBezTo>
                      <a:pt x="454" y="278"/>
                      <a:pt x="454" y="278"/>
                      <a:pt x="593" y="297"/>
                    </a:cubicBezTo>
                    <a:cubicBezTo>
                      <a:pt x="593" y="199"/>
                      <a:pt x="593" y="101"/>
                      <a:pt x="5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59" name="ICON_REFERENCE_PAPERS_path_015"/>
              <p:cNvSpPr/>
              <p:nvPr/>
            </p:nvSpPr>
            <p:spPr>
              <a:xfrm>
                <a:off x="8056159" y="1133112"/>
                <a:ext cx="22602" cy="648428"/>
              </a:xfrm>
              <a:custGeom>
                <a:avLst/>
                <a:gdLst/>
                <a:ahLst/>
                <a:cxnLst/>
                <a:rect l="0" t="0" r="r" b="b"/>
                <a:pathLst>
                  <a:path w="1780" h="51057" fill="norm" stroke="0">
                    <a:moveTo>
                      <a:pt x="297" y="0"/>
                    </a:moveTo>
                    <a:cubicBezTo>
                      <a:pt x="394" y="0"/>
                      <a:pt x="492" y="0"/>
                      <a:pt x="593" y="0"/>
                    </a:cubicBezTo>
                    <a:cubicBezTo>
                      <a:pt x="593" y="16346"/>
                      <a:pt x="593" y="32692"/>
                      <a:pt x="593" y="49534"/>
                    </a:cubicBezTo>
                    <a:cubicBezTo>
                      <a:pt x="691" y="49534"/>
                      <a:pt x="789" y="49534"/>
                      <a:pt x="890" y="49534"/>
                    </a:cubicBezTo>
                    <a:cubicBezTo>
                      <a:pt x="890" y="49730"/>
                      <a:pt x="890" y="49925"/>
                      <a:pt x="890" y="50127"/>
                    </a:cubicBezTo>
                    <a:cubicBezTo>
                      <a:pt x="988" y="50127"/>
                      <a:pt x="1086" y="50127"/>
                      <a:pt x="1186" y="50127"/>
                    </a:cubicBezTo>
                    <a:cubicBezTo>
                      <a:pt x="1180" y="50173"/>
                      <a:pt x="1174" y="50218"/>
                      <a:pt x="1168" y="50265"/>
                    </a:cubicBezTo>
                    <a:cubicBezTo>
                      <a:pt x="1174" y="50317"/>
                      <a:pt x="1180" y="50370"/>
                      <a:pt x="1186" y="50424"/>
                    </a:cubicBezTo>
                    <a:cubicBezTo>
                      <a:pt x="1316" y="50518"/>
                      <a:pt x="1316" y="50518"/>
                      <a:pt x="1483" y="50591"/>
                    </a:cubicBezTo>
                    <a:cubicBezTo>
                      <a:pt x="1538" y="50615"/>
                      <a:pt x="1593" y="50640"/>
                      <a:pt x="1650" y="50666"/>
                    </a:cubicBezTo>
                    <a:cubicBezTo>
                      <a:pt x="1693" y="50684"/>
                      <a:pt x="1736" y="50702"/>
                      <a:pt x="1780" y="50720"/>
                    </a:cubicBezTo>
                    <a:cubicBezTo>
                      <a:pt x="1720" y="50867"/>
                      <a:pt x="1720" y="50867"/>
                      <a:pt x="1631" y="51017"/>
                    </a:cubicBezTo>
                    <a:cubicBezTo>
                      <a:pt x="1476" y="51057"/>
                      <a:pt x="1349" y="51031"/>
                      <a:pt x="1186" y="51017"/>
                    </a:cubicBezTo>
                    <a:cubicBezTo>
                      <a:pt x="1186" y="50919"/>
                      <a:pt x="1186" y="50821"/>
                      <a:pt x="1186" y="50720"/>
                    </a:cubicBezTo>
                    <a:cubicBezTo>
                      <a:pt x="1089" y="50720"/>
                      <a:pt x="991" y="50720"/>
                      <a:pt x="890" y="50720"/>
                    </a:cubicBezTo>
                    <a:cubicBezTo>
                      <a:pt x="890" y="50622"/>
                      <a:pt x="890" y="50525"/>
                      <a:pt x="890" y="50424"/>
                    </a:cubicBezTo>
                    <a:cubicBezTo>
                      <a:pt x="792" y="50424"/>
                      <a:pt x="694" y="50424"/>
                      <a:pt x="593" y="50424"/>
                    </a:cubicBezTo>
                    <a:cubicBezTo>
                      <a:pt x="593" y="50326"/>
                      <a:pt x="593" y="50228"/>
                      <a:pt x="593" y="50127"/>
                    </a:cubicBezTo>
                    <a:cubicBezTo>
                      <a:pt x="495" y="50127"/>
                      <a:pt x="397" y="50127"/>
                      <a:pt x="297" y="50127"/>
                    </a:cubicBezTo>
                    <a:cubicBezTo>
                      <a:pt x="297" y="48757"/>
                      <a:pt x="297" y="47386"/>
                      <a:pt x="297" y="45975"/>
                    </a:cubicBezTo>
                    <a:cubicBezTo>
                      <a:pt x="199" y="45975"/>
                      <a:pt x="101" y="45975"/>
                      <a:pt x="0" y="45975"/>
                    </a:cubicBezTo>
                    <a:cubicBezTo>
                      <a:pt x="0" y="45779"/>
                      <a:pt x="0" y="45583"/>
                      <a:pt x="0" y="45381"/>
                    </a:cubicBezTo>
                    <a:cubicBezTo>
                      <a:pt x="98" y="45381"/>
                      <a:pt x="196" y="45381"/>
                      <a:pt x="297" y="45381"/>
                    </a:cubicBezTo>
                    <a:cubicBezTo>
                      <a:pt x="297" y="30406"/>
                      <a:pt x="297" y="15430"/>
                      <a:pt x="29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60" name="ICON_REFERENCE_PAPERS_path_016"/>
              <p:cNvSpPr/>
              <p:nvPr/>
            </p:nvSpPr>
            <p:spPr>
              <a:xfrm>
                <a:off x="8082528" y="1781027"/>
                <a:ext cx="199882" cy="41436"/>
              </a:xfrm>
              <a:custGeom>
                <a:avLst/>
                <a:gdLst/>
                <a:ahLst/>
                <a:cxnLst/>
                <a:rect l="0" t="0" r="r" b="b"/>
                <a:pathLst>
                  <a:path w="15739" h="3263" fill="norm" stroke="0">
                    <a:moveTo>
                      <a:pt x="0" y="0"/>
                    </a:moveTo>
                    <a:cubicBezTo>
                      <a:pt x="196" y="0"/>
                      <a:pt x="392" y="0"/>
                      <a:pt x="593" y="0"/>
                    </a:cubicBezTo>
                    <a:cubicBezTo>
                      <a:pt x="593" y="98"/>
                      <a:pt x="593" y="196"/>
                      <a:pt x="593" y="297"/>
                    </a:cubicBezTo>
                    <a:cubicBezTo>
                      <a:pt x="5194" y="297"/>
                      <a:pt x="9794" y="297"/>
                      <a:pt x="14534" y="297"/>
                    </a:cubicBezTo>
                    <a:cubicBezTo>
                      <a:pt x="14534" y="394"/>
                      <a:pt x="14534" y="492"/>
                      <a:pt x="14534" y="593"/>
                    </a:cubicBezTo>
                    <a:cubicBezTo>
                      <a:pt x="14632" y="593"/>
                      <a:pt x="14730" y="593"/>
                      <a:pt x="14831" y="593"/>
                    </a:cubicBezTo>
                    <a:cubicBezTo>
                      <a:pt x="14831" y="691"/>
                      <a:pt x="14831" y="789"/>
                      <a:pt x="14831" y="890"/>
                    </a:cubicBezTo>
                    <a:cubicBezTo>
                      <a:pt x="14928" y="890"/>
                      <a:pt x="15026" y="890"/>
                      <a:pt x="15127" y="890"/>
                    </a:cubicBezTo>
                    <a:cubicBezTo>
                      <a:pt x="15124" y="933"/>
                      <a:pt x="15121" y="977"/>
                      <a:pt x="15118" y="1021"/>
                    </a:cubicBezTo>
                    <a:cubicBezTo>
                      <a:pt x="15105" y="1218"/>
                      <a:pt x="15098" y="1415"/>
                      <a:pt x="15090" y="1613"/>
                    </a:cubicBezTo>
                    <a:cubicBezTo>
                      <a:pt x="15085" y="1681"/>
                      <a:pt x="15080" y="1749"/>
                      <a:pt x="15075" y="1820"/>
                    </a:cubicBezTo>
                    <a:cubicBezTo>
                      <a:pt x="15069" y="2020"/>
                      <a:pt x="15069" y="2181"/>
                      <a:pt x="15127" y="2373"/>
                    </a:cubicBezTo>
                    <a:cubicBezTo>
                      <a:pt x="15278" y="2489"/>
                      <a:pt x="15411" y="2545"/>
                      <a:pt x="15592" y="2602"/>
                    </a:cubicBezTo>
                    <a:cubicBezTo>
                      <a:pt x="15634" y="2625"/>
                      <a:pt x="15677" y="2647"/>
                      <a:pt x="15720" y="2669"/>
                    </a:cubicBezTo>
                    <a:cubicBezTo>
                      <a:pt x="15739" y="2825"/>
                      <a:pt x="15739" y="2825"/>
                      <a:pt x="15720" y="2966"/>
                    </a:cubicBezTo>
                    <a:cubicBezTo>
                      <a:pt x="15622" y="2966"/>
                      <a:pt x="15525" y="2966"/>
                      <a:pt x="15424" y="2966"/>
                    </a:cubicBezTo>
                    <a:cubicBezTo>
                      <a:pt x="15424" y="3064"/>
                      <a:pt x="15424" y="3162"/>
                      <a:pt x="15424" y="3263"/>
                    </a:cubicBezTo>
                    <a:cubicBezTo>
                      <a:pt x="15326" y="3263"/>
                      <a:pt x="15228" y="3263"/>
                      <a:pt x="15127" y="3263"/>
                    </a:cubicBezTo>
                    <a:cubicBezTo>
                      <a:pt x="15127" y="3165"/>
                      <a:pt x="15127" y="3067"/>
                      <a:pt x="15127" y="2966"/>
                    </a:cubicBezTo>
                    <a:cubicBezTo>
                      <a:pt x="15029" y="2966"/>
                      <a:pt x="14931" y="2966"/>
                      <a:pt x="14831" y="2966"/>
                    </a:cubicBezTo>
                    <a:cubicBezTo>
                      <a:pt x="14831" y="2868"/>
                      <a:pt x="14831" y="2770"/>
                      <a:pt x="14831" y="2669"/>
                    </a:cubicBezTo>
                    <a:cubicBezTo>
                      <a:pt x="14733" y="2669"/>
                      <a:pt x="14635" y="2669"/>
                      <a:pt x="14534" y="2669"/>
                    </a:cubicBezTo>
                    <a:cubicBezTo>
                      <a:pt x="14534" y="2474"/>
                      <a:pt x="14534" y="2278"/>
                      <a:pt x="14534" y="2076"/>
                    </a:cubicBezTo>
                    <a:cubicBezTo>
                      <a:pt x="14436" y="2076"/>
                      <a:pt x="14338" y="2076"/>
                      <a:pt x="14237" y="2076"/>
                    </a:cubicBezTo>
                    <a:cubicBezTo>
                      <a:pt x="14237" y="1978"/>
                      <a:pt x="14237" y="1881"/>
                      <a:pt x="14237" y="1780"/>
                    </a:cubicBezTo>
                    <a:cubicBezTo>
                      <a:pt x="14139" y="1780"/>
                      <a:pt x="14042" y="1780"/>
                      <a:pt x="13941" y="1780"/>
                    </a:cubicBezTo>
                    <a:cubicBezTo>
                      <a:pt x="13941" y="1682"/>
                      <a:pt x="13941" y="1584"/>
                      <a:pt x="13941" y="1483"/>
                    </a:cubicBezTo>
                    <a:cubicBezTo>
                      <a:pt x="13745" y="1483"/>
                      <a:pt x="13549" y="1483"/>
                      <a:pt x="13347" y="1483"/>
                    </a:cubicBezTo>
                    <a:cubicBezTo>
                      <a:pt x="13347" y="1287"/>
                      <a:pt x="13347" y="1092"/>
                      <a:pt x="13347" y="890"/>
                    </a:cubicBezTo>
                    <a:cubicBezTo>
                      <a:pt x="9139" y="890"/>
                      <a:pt x="4930" y="890"/>
                      <a:pt x="593" y="890"/>
                    </a:cubicBezTo>
                    <a:cubicBezTo>
                      <a:pt x="593" y="792"/>
                      <a:pt x="593" y="694"/>
                      <a:pt x="593" y="593"/>
                    </a:cubicBezTo>
                    <a:cubicBezTo>
                      <a:pt x="570" y="596"/>
                      <a:pt x="570" y="596"/>
                      <a:pt x="454" y="612"/>
                    </a:cubicBezTo>
                    <a:cubicBezTo>
                      <a:pt x="402" y="606"/>
                      <a:pt x="350" y="600"/>
                      <a:pt x="297" y="593"/>
                    </a:cubicBezTo>
                    <a:cubicBezTo>
                      <a:pt x="213" y="463"/>
                      <a:pt x="213" y="463"/>
                      <a:pt x="148" y="297"/>
                    </a:cubicBezTo>
                    <a:cubicBezTo>
                      <a:pt x="121" y="242"/>
                      <a:pt x="93" y="186"/>
                      <a:pt x="65" y="130"/>
                    </a:cubicBezTo>
                    <a:cubicBezTo>
                      <a:pt x="43" y="87"/>
                      <a:pt x="22" y="4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61" name="ICON_REFERENCE_PAPERS_path_017"/>
              <p:cNvSpPr/>
              <p:nvPr/>
            </p:nvSpPr>
            <p:spPr>
              <a:xfrm>
                <a:off x="8722909" y="1031404"/>
                <a:ext cx="98161" cy="26369"/>
              </a:xfrm>
              <a:custGeom>
                <a:avLst/>
                <a:gdLst/>
                <a:ahLst/>
                <a:cxnLst/>
                <a:rect l="0" t="0" r="r" b="b"/>
                <a:pathLst>
                  <a:path w="7729" h="2076" fill="norm" stroke="0">
                    <a:moveTo>
                      <a:pt x="2373" y="0"/>
                    </a:moveTo>
                    <a:cubicBezTo>
                      <a:pt x="2667" y="0"/>
                      <a:pt x="2960" y="0"/>
                      <a:pt x="3263" y="0"/>
                    </a:cubicBezTo>
                    <a:cubicBezTo>
                      <a:pt x="3263" y="98"/>
                      <a:pt x="3263" y="196"/>
                      <a:pt x="3263" y="297"/>
                    </a:cubicBezTo>
                    <a:cubicBezTo>
                      <a:pt x="3556" y="297"/>
                      <a:pt x="3850" y="297"/>
                      <a:pt x="4153" y="297"/>
                    </a:cubicBezTo>
                    <a:cubicBezTo>
                      <a:pt x="4153" y="199"/>
                      <a:pt x="4153" y="101"/>
                      <a:pt x="4153" y="0"/>
                    </a:cubicBezTo>
                    <a:cubicBezTo>
                      <a:pt x="4740" y="0"/>
                      <a:pt x="5327" y="0"/>
                      <a:pt x="5932" y="0"/>
                    </a:cubicBezTo>
                    <a:cubicBezTo>
                      <a:pt x="5932" y="98"/>
                      <a:pt x="5932" y="196"/>
                      <a:pt x="5932" y="297"/>
                    </a:cubicBezTo>
                    <a:cubicBezTo>
                      <a:pt x="6030" y="297"/>
                      <a:pt x="6128" y="297"/>
                      <a:pt x="6229" y="297"/>
                    </a:cubicBezTo>
                    <a:cubicBezTo>
                      <a:pt x="6229" y="394"/>
                      <a:pt x="6229" y="492"/>
                      <a:pt x="6229" y="593"/>
                    </a:cubicBezTo>
                    <a:cubicBezTo>
                      <a:pt x="6275" y="587"/>
                      <a:pt x="6321" y="581"/>
                      <a:pt x="6368" y="575"/>
                    </a:cubicBezTo>
                    <a:cubicBezTo>
                      <a:pt x="6420" y="581"/>
                      <a:pt x="6472" y="587"/>
                      <a:pt x="6525" y="593"/>
                    </a:cubicBezTo>
                    <a:cubicBezTo>
                      <a:pt x="6621" y="742"/>
                      <a:pt x="6675" y="893"/>
                      <a:pt x="6739" y="1057"/>
                    </a:cubicBezTo>
                    <a:cubicBezTo>
                      <a:pt x="6752" y="1078"/>
                      <a:pt x="6752" y="1078"/>
                      <a:pt x="6822" y="1186"/>
                    </a:cubicBezTo>
                    <a:cubicBezTo>
                      <a:pt x="6921" y="1187"/>
                      <a:pt x="7020" y="1187"/>
                      <a:pt x="7119" y="1186"/>
                    </a:cubicBezTo>
                    <a:cubicBezTo>
                      <a:pt x="7238" y="1276"/>
                      <a:pt x="7332" y="1358"/>
                      <a:pt x="7434" y="1465"/>
                    </a:cubicBezTo>
                    <a:cubicBezTo>
                      <a:pt x="7461" y="1490"/>
                      <a:pt x="7488" y="1516"/>
                      <a:pt x="7516" y="1543"/>
                    </a:cubicBezTo>
                    <a:cubicBezTo>
                      <a:pt x="7649" y="1678"/>
                      <a:pt x="7709" y="1756"/>
                      <a:pt x="7729" y="1948"/>
                    </a:cubicBezTo>
                    <a:cubicBezTo>
                      <a:pt x="7724" y="1990"/>
                      <a:pt x="7718" y="2033"/>
                      <a:pt x="7712" y="2076"/>
                    </a:cubicBezTo>
                    <a:cubicBezTo>
                      <a:pt x="7622" y="2037"/>
                      <a:pt x="7532" y="1997"/>
                      <a:pt x="7443" y="1956"/>
                    </a:cubicBezTo>
                    <a:cubicBezTo>
                      <a:pt x="7393" y="1933"/>
                      <a:pt x="7343" y="1911"/>
                      <a:pt x="7292" y="1888"/>
                    </a:cubicBezTo>
                    <a:cubicBezTo>
                      <a:pt x="7127" y="1785"/>
                      <a:pt x="7050" y="1700"/>
                      <a:pt x="6927" y="1554"/>
                    </a:cubicBezTo>
                    <a:cubicBezTo>
                      <a:pt x="6694" y="1319"/>
                      <a:pt x="6520" y="1281"/>
                      <a:pt x="6195" y="1270"/>
                    </a:cubicBezTo>
                    <a:cubicBezTo>
                      <a:pt x="6134" y="1270"/>
                      <a:pt x="6073" y="1270"/>
                      <a:pt x="6011" y="1271"/>
                    </a:cubicBezTo>
                    <a:cubicBezTo>
                      <a:pt x="5978" y="1270"/>
                      <a:pt x="5978" y="1270"/>
                      <a:pt x="5813" y="1266"/>
                    </a:cubicBezTo>
                    <a:cubicBezTo>
                      <a:pt x="5599" y="1262"/>
                      <a:pt x="5385" y="1260"/>
                      <a:pt x="5170" y="1259"/>
                    </a:cubicBezTo>
                    <a:cubicBezTo>
                      <a:pt x="5021" y="1256"/>
                      <a:pt x="4872" y="1254"/>
                      <a:pt x="4723" y="1251"/>
                    </a:cubicBezTo>
                    <a:cubicBezTo>
                      <a:pt x="4372" y="1244"/>
                      <a:pt x="4021" y="1240"/>
                      <a:pt x="3669" y="1237"/>
                    </a:cubicBezTo>
                    <a:cubicBezTo>
                      <a:pt x="3269" y="1233"/>
                      <a:pt x="2869" y="1226"/>
                      <a:pt x="2469" y="1219"/>
                    </a:cubicBezTo>
                    <a:cubicBezTo>
                      <a:pt x="1646" y="1206"/>
                      <a:pt x="823" y="1195"/>
                      <a:pt x="0" y="1186"/>
                    </a:cubicBezTo>
                    <a:cubicBezTo>
                      <a:pt x="0" y="1089"/>
                      <a:pt x="0" y="991"/>
                      <a:pt x="0" y="890"/>
                    </a:cubicBezTo>
                    <a:cubicBezTo>
                      <a:pt x="587" y="890"/>
                      <a:pt x="1175" y="890"/>
                      <a:pt x="1780" y="890"/>
                    </a:cubicBezTo>
                    <a:cubicBezTo>
                      <a:pt x="1780" y="694"/>
                      <a:pt x="1780" y="498"/>
                      <a:pt x="1780" y="297"/>
                    </a:cubicBezTo>
                    <a:cubicBezTo>
                      <a:pt x="1975" y="297"/>
                      <a:pt x="2171" y="297"/>
                      <a:pt x="2373" y="297"/>
                    </a:cubicBezTo>
                    <a:cubicBezTo>
                      <a:pt x="2373" y="199"/>
                      <a:pt x="2373" y="101"/>
                      <a:pt x="237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62" name="ICON_REFERENCE_PAPERS_path_018"/>
              <p:cNvSpPr/>
              <p:nvPr/>
            </p:nvSpPr>
            <p:spPr>
              <a:xfrm>
                <a:off x="8074994" y="1054006"/>
                <a:ext cx="49185" cy="60271"/>
              </a:xfrm>
              <a:custGeom>
                <a:avLst/>
                <a:gdLst/>
                <a:ahLst/>
                <a:cxnLst/>
                <a:rect l="0" t="0" r="r" b="b"/>
                <a:pathLst>
                  <a:path w="3873" h="4746" fill="norm" stroke="0">
                    <a:moveTo>
                      <a:pt x="3559" y="0"/>
                    </a:moveTo>
                    <a:cubicBezTo>
                      <a:pt x="3657" y="0"/>
                      <a:pt x="3755" y="0"/>
                      <a:pt x="3856" y="0"/>
                    </a:cubicBezTo>
                    <a:cubicBezTo>
                      <a:pt x="3860" y="195"/>
                      <a:pt x="3863" y="389"/>
                      <a:pt x="3865" y="584"/>
                    </a:cubicBezTo>
                    <a:cubicBezTo>
                      <a:pt x="3866" y="639"/>
                      <a:pt x="3868" y="695"/>
                      <a:pt x="3869" y="752"/>
                    </a:cubicBezTo>
                    <a:cubicBezTo>
                      <a:pt x="3869" y="778"/>
                      <a:pt x="3869" y="778"/>
                      <a:pt x="3870" y="912"/>
                    </a:cubicBezTo>
                    <a:cubicBezTo>
                      <a:pt x="3871" y="937"/>
                      <a:pt x="3871" y="937"/>
                      <a:pt x="3873" y="1061"/>
                    </a:cubicBezTo>
                    <a:cubicBezTo>
                      <a:pt x="3856" y="1186"/>
                      <a:pt x="3856" y="1186"/>
                      <a:pt x="3708" y="1335"/>
                    </a:cubicBezTo>
                    <a:cubicBezTo>
                      <a:pt x="3684" y="1460"/>
                      <a:pt x="3684" y="1460"/>
                      <a:pt x="3677" y="1610"/>
                    </a:cubicBezTo>
                    <a:cubicBezTo>
                      <a:pt x="3674" y="1667"/>
                      <a:pt x="3671" y="1723"/>
                      <a:pt x="3668" y="1781"/>
                    </a:cubicBezTo>
                    <a:cubicBezTo>
                      <a:pt x="3667" y="1812"/>
                      <a:pt x="3667" y="1812"/>
                      <a:pt x="3661" y="1966"/>
                    </a:cubicBezTo>
                    <a:cubicBezTo>
                      <a:pt x="3658" y="2028"/>
                      <a:pt x="3655" y="2090"/>
                      <a:pt x="3651" y="2155"/>
                    </a:cubicBezTo>
                    <a:cubicBezTo>
                      <a:pt x="3642" y="2354"/>
                      <a:pt x="3633" y="2553"/>
                      <a:pt x="3624" y="2753"/>
                    </a:cubicBezTo>
                    <a:cubicBezTo>
                      <a:pt x="3618" y="2888"/>
                      <a:pt x="3611" y="3023"/>
                      <a:pt x="3605" y="3158"/>
                    </a:cubicBezTo>
                    <a:cubicBezTo>
                      <a:pt x="3589" y="3490"/>
                      <a:pt x="3574" y="3821"/>
                      <a:pt x="3559" y="4153"/>
                    </a:cubicBezTo>
                    <a:cubicBezTo>
                      <a:pt x="3461" y="4153"/>
                      <a:pt x="3364" y="4153"/>
                      <a:pt x="3263" y="4153"/>
                    </a:cubicBezTo>
                    <a:cubicBezTo>
                      <a:pt x="3263" y="4250"/>
                      <a:pt x="3263" y="4348"/>
                      <a:pt x="3263" y="4449"/>
                    </a:cubicBezTo>
                    <a:cubicBezTo>
                      <a:pt x="2480" y="4449"/>
                      <a:pt x="1697" y="4449"/>
                      <a:pt x="890" y="4449"/>
                    </a:cubicBezTo>
                    <a:cubicBezTo>
                      <a:pt x="890" y="4547"/>
                      <a:pt x="890" y="4645"/>
                      <a:pt x="890" y="4746"/>
                    </a:cubicBezTo>
                    <a:cubicBezTo>
                      <a:pt x="596" y="4746"/>
                      <a:pt x="303" y="4746"/>
                      <a:pt x="0" y="4746"/>
                    </a:cubicBezTo>
                    <a:cubicBezTo>
                      <a:pt x="0" y="4452"/>
                      <a:pt x="0" y="4158"/>
                      <a:pt x="0" y="3856"/>
                    </a:cubicBezTo>
                    <a:cubicBezTo>
                      <a:pt x="196" y="3856"/>
                      <a:pt x="392" y="3856"/>
                      <a:pt x="593" y="3856"/>
                    </a:cubicBezTo>
                    <a:cubicBezTo>
                      <a:pt x="593" y="3758"/>
                      <a:pt x="593" y="3660"/>
                      <a:pt x="593" y="3559"/>
                    </a:cubicBezTo>
                    <a:cubicBezTo>
                      <a:pt x="985" y="3559"/>
                      <a:pt x="1376" y="3559"/>
                      <a:pt x="1780" y="3559"/>
                    </a:cubicBezTo>
                    <a:cubicBezTo>
                      <a:pt x="1780" y="3461"/>
                      <a:pt x="1780" y="3364"/>
                      <a:pt x="1780" y="3263"/>
                    </a:cubicBezTo>
                    <a:cubicBezTo>
                      <a:pt x="1878" y="3263"/>
                      <a:pt x="1975" y="3263"/>
                      <a:pt x="2076" y="3263"/>
                    </a:cubicBezTo>
                    <a:cubicBezTo>
                      <a:pt x="2076" y="3165"/>
                      <a:pt x="2076" y="3067"/>
                      <a:pt x="2076" y="2966"/>
                    </a:cubicBezTo>
                    <a:cubicBezTo>
                      <a:pt x="2272" y="2966"/>
                      <a:pt x="2468" y="2966"/>
                      <a:pt x="2669" y="2966"/>
                    </a:cubicBezTo>
                    <a:cubicBezTo>
                      <a:pt x="2669" y="3260"/>
                      <a:pt x="2669" y="3553"/>
                      <a:pt x="2669" y="3856"/>
                    </a:cubicBezTo>
                    <a:cubicBezTo>
                      <a:pt x="2865" y="3856"/>
                      <a:pt x="3061" y="3856"/>
                      <a:pt x="3263" y="3856"/>
                    </a:cubicBezTo>
                    <a:cubicBezTo>
                      <a:pt x="3263" y="2877"/>
                      <a:pt x="3263" y="1898"/>
                      <a:pt x="3263" y="890"/>
                    </a:cubicBezTo>
                    <a:cubicBezTo>
                      <a:pt x="3361" y="890"/>
                      <a:pt x="3458" y="890"/>
                      <a:pt x="3559" y="890"/>
                    </a:cubicBezTo>
                    <a:cubicBezTo>
                      <a:pt x="3559" y="596"/>
                      <a:pt x="3559" y="303"/>
                      <a:pt x="355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63" name="ICON_REFERENCE_PAPERS_path_019"/>
              <p:cNvSpPr/>
              <p:nvPr/>
            </p:nvSpPr>
            <p:spPr>
              <a:xfrm>
                <a:off x="8131498" y="986201"/>
                <a:ext cx="64038" cy="60271"/>
              </a:xfrm>
              <a:custGeom>
                <a:avLst/>
                <a:gdLst/>
                <a:ahLst/>
                <a:cxnLst/>
                <a:rect l="0" t="0" r="r" b="b"/>
                <a:pathLst>
                  <a:path w="5042" h="4746" fill="norm" stroke="0">
                    <a:moveTo>
                      <a:pt x="4746" y="0"/>
                    </a:moveTo>
                    <a:cubicBezTo>
                      <a:pt x="4844" y="0"/>
                      <a:pt x="4942" y="0"/>
                      <a:pt x="5042" y="0"/>
                    </a:cubicBezTo>
                    <a:cubicBezTo>
                      <a:pt x="5042" y="1370"/>
                      <a:pt x="5042" y="2741"/>
                      <a:pt x="5042" y="4153"/>
                    </a:cubicBezTo>
                    <a:cubicBezTo>
                      <a:pt x="4944" y="4153"/>
                      <a:pt x="4847" y="4153"/>
                      <a:pt x="4746" y="4153"/>
                    </a:cubicBezTo>
                    <a:cubicBezTo>
                      <a:pt x="4746" y="4250"/>
                      <a:pt x="4746" y="4348"/>
                      <a:pt x="4746" y="4449"/>
                    </a:cubicBezTo>
                    <a:cubicBezTo>
                      <a:pt x="3375" y="4449"/>
                      <a:pt x="2005" y="4449"/>
                      <a:pt x="593" y="4449"/>
                    </a:cubicBezTo>
                    <a:cubicBezTo>
                      <a:pt x="593" y="4547"/>
                      <a:pt x="593" y="4645"/>
                      <a:pt x="593" y="4746"/>
                    </a:cubicBezTo>
                    <a:cubicBezTo>
                      <a:pt x="397" y="4746"/>
                      <a:pt x="202" y="4746"/>
                      <a:pt x="0" y="4746"/>
                    </a:cubicBezTo>
                    <a:cubicBezTo>
                      <a:pt x="0" y="4550"/>
                      <a:pt x="0" y="4354"/>
                      <a:pt x="0" y="4153"/>
                    </a:cubicBezTo>
                    <a:cubicBezTo>
                      <a:pt x="1468" y="4153"/>
                      <a:pt x="2936" y="4153"/>
                      <a:pt x="4449" y="4153"/>
                    </a:cubicBezTo>
                    <a:cubicBezTo>
                      <a:pt x="4449" y="4055"/>
                      <a:pt x="4449" y="3957"/>
                      <a:pt x="4449" y="3856"/>
                    </a:cubicBezTo>
                    <a:cubicBezTo>
                      <a:pt x="4547" y="3856"/>
                      <a:pt x="4645" y="3856"/>
                      <a:pt x="4746" y="3856"/>
                    </a:cubicBezTo>
                    <a:cubicBezTo>
                      <a:pt x="4746" y="2583"/>
                      <a:pt x="4746" y="1311"/>
                      <a:pt x="474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64" name="ICON_REFERENCE_PAPERS_path_020"/>
              <p:cNvSpPr/>
              <p:nvPr/>
            </p:nvSpPr>
            <p:spPr>
              <a:xfrm>
                <a:off x="8715375" y="982434"/>
                <a:ext cx="15068" cy="56504"/>
              </a:xfrm>
              <a:custGeom>
                <a:avLst/>
                <a:gdLst/>
                <a:ahLst/>
                <a:cxnLst/>
                <a:rect l="0" t="0" r="r" b="b"/>
                <a:pathLst>
                  <a:path w="1186" h="4449" fill="norm" stroke="0">
                    <a:moveTo>
                      <a:pt x="297" y="0"/>
                    </a:moveTo>
                    <a:cubicBezTo>
                      <a:pt x="590" y="0"/>
                      <a:pt x="884" y="0"/>
                      <a:pt x="1186" y="0"/>
                    </a:cubicBezTo>
                    <a:cubicBezTo>
                      <a:pt x="1186" y="98"/>
                      <a:pt x="1186" y="196"/>
                      <a:pt x="1186" y="297"/>
                    </a:cubicBezTo>
                    <a:cubicBezTo>
                      <a:pt x="991" y="297"/>
                      <a:pt x="795" y="297"/>
                      <a:pt x="593" y="297"/>
                    </a:cubicBezTo>
                    <a:cubicBezTo>
                      <a:pt x="593" y="394"/>
                      <a:pt x="593" y="492"/>
                      <a:pt x="593" y="593"/>
                    </a:cubicBezTo>
                    <a:cubicBezTo>
                      <a:pt x="495" y="593"/>
                      <a:pt x="397" y="593"/>
                      <a:pt x="297" y="593"/>
                    </a:cubicBezTo>
                    <a:cubicBezTo>
                      <a:pt x="297" y="789"/>
                      <a:pt x="297" y="985"/>
                      <a:pt x="297" y="1186"/>
                    </a:cubicBezTo>
                    <a:cubicBezTo>
                      <a:pt x="394" y="1186"/>
                      <a:pt x="492" y="1186"/>
                      <a:pt x="593" y="1186"/>
                    </a:cubicBezTo>
                    <a:cubicBezTo>
                      <a:pt x="593" y="1382"/>
                      <a:pt x="593" y="1578"/>
                      <a:pt x="593" y="1780"/>
                    </a:cubicBezTo>
                    <a:cubicBezTo>
                      <a:pt x="691" y="1780"/>
                      <a:pt x="789" y="1780"/>
                      <a:pt x="890" y="1780"/>
                    </a:cubicBezTo>
                    <a:cubicBezTo>
                      <a:pt x="890" y="1975"/>
                      <a:pt x="890" y="2171"/>
                      <a:pt x="890" y="2373"/>
                    </a:cubicBezTo>
                    <a:cubicBezTo>
                      <a:pt x="792" y="2373"/>
                      <a:pt x="694" y="2373"/>
                      <a:pt x="593" y="2373"/>
                    </a:cubicBezTo>
                    <a:cubicBezTo>
                      <a:pt x="593" y="2471"/>
                      <a:pt x="593" y="2569"/>
                      <a:pt x="593" y="2669"/>
                    </a:cubicBezTo>
                    <a:cubicBezTo>
                      <a:pt x="495" y="2669"/>
                      <a:pt x="397" y="2669"/>
                      <a:pt x="297" y="2669"/>
                    </a:cubicBezTo>
                    <a:cubicBezTo>
                      <a:pt x="297" y="3257"/>
                      <a:pt x="297" y="3844"/>
                      <a:pt x="297" y="4449"/>
                    </a:cubicBezTo>
                    <a:cubicBezTo>
                      <a:pt x="199" y="4449"/>
                      <a:pt x="101" y="4449"/>
                      <a:pt x="0" y="4449"/>
                    </a:cubicBezTo>
                    <a:cubicBezTo>
                      <a:pt x="0" y="3079"/>
                      <a:pt x="0" y="1708"/>
                      <a:pt x="0" y="297"/>
                    </a:cubicBezTo>
                    <a:cubicBezTo>
                      <a:pt x="98" y="297"/>
                      <a:pt x="196" y="297"/>
                      <a:pt x="297" y="297"/>
                    </a:cubicBezTo>
                    <a:cubicBezTo>
                      <a:pt x="297" y="199"/>
                      <a:pt x="297" y="101"/>
                      <a:pt x="29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  <p:sp>
            <p:nvSpPr>
              <p:cNvPr id="765" name="ICON_REFERENCE_PAPERS_path_021"/>
              <p:cNvSpPr/>
              <p:nvPr/>
            </p:nvSpPr>
            <p:spPr>
              <a:xfrm>
                <a:off x="8847218" y="1087908"/>
                <a:ext cx="26369" cy="30136"/>
              </a:xfrm>
              <a:custGeom>
                <a:avLst/>
                <a:gdLst/>
                <a:ahLst/>
                <a:cxnLst/>
                <a:rect l="0" t="0" r="r" b="b"/>
                <a:pathLst>
                  <a:path w="2076" h="2373" fill="norm" stroke="0">
                    <a:moveTo>
                      <a:pt x="593" y="0"/>
                    </a:moveTo>
                    <a:cubicBezTo>
                      <a:pt x="691" y="0"/>
                      <a:pt x="789" y="0"/>
                      <a:pt x="890" y="0"/>
                    </a:cubicBezTo>
                    <a:cubicBezTo>
                      <a:pt x="890" y="98"/>
                      <a:pt x="890" y="196"/>
                      <a:pt x="890" y="297"/>
                    </a:cubicBezTo>
                    <a:cubicBezTo>
                      <a:pt x="988" y="297"/>
                      <a:pt x="1086" y="297"/>
                      <a:pt x="1186" y="297"/>
                    </a:cubicBezTo>
                    <a:cubicBezTo>
                      <a:pt x="1186" y="394"/>
                      <a:pt x="1186" y="492"/>
                      <a:pt x="1186" y="593"/>
                    </a:cubicBezTo>
                    <a:cubicBezTo>
                      <a:pt x="1284" y="593"/>
                      <a:pt x="1382" y="593"/>
                      <a:pt x="1483" y="593"/>
                    </a:cubicBezTo>
                    <a:cubicBezTo>
                      <a:pt x="1483" y="789"/>
                      <a:pt x="1483" y="985"/>
                      <a:pt x="1483" y="1186"/>
                    </a:cubicBezTo>
                    <a:cubicBezTo>
                      <a:pt x="1581" y="1186"/>
                      <a:pt x="1679" y="1186"/>
                      <a:pt x="1780" y="1186"/>
                    </a:cubicBezTo>
                    <a:cubicBezTo>
                      <a:pt x="1780" y="1382"/>
                      <a:pt x="1780" y="1578"/>
                      <a:pt x="1780" y="1780"/>
                    </a:cubicBezTo>
                    <a:cubicBezTo>
                      <a:pt x="1878" y="1780"/>
                      <a:pt x="1975" y="1780"/>
                      <a:pt x="2076" y="1780"/>
                    </a:cubicBezTo>
                    <a:cubicBezTo>
                      <a:pt x="2076" y="1878"/>
                      <a:pt x="2076" y="1975"/>
                      <a:pt x="2076" y="2076"/>
                    </a:cubicBezTo>
                    <a:cubicBezTo>
                      <a:pt x="1978" y="2076"/>
                      <a:pt x="1881" y="2076"/>
                      <a:pt x="1780" y="2076"/>
                    </a:cubicBezTo>
                    <a:cubicBezTo>
                      <a:pt x="1780" y="2174"/>
                      <a:pt x="1780" y="2272"/>
                      <a:pt x="1780" y="2373"/>
                    </a:cubicBezTo>
                    <a:cubicBezTo>
                      <a:pt x="1561" y="2299"/>
                      <a:pt x="1368" y="2221"/>
                      <a:pt x="1186" y="2076"/>
                    </a:cubicBezTo>
                    <a:cubicBezTo>
                      <a:pt x="1133" y="1871"/>
                      <a:pt x="1150" y="1691"/>
                      <a:pt x="1186" y="1483"/>
                    </a:cubicBezTo>
                    <a:cubicBezTo>
                      <a:pt x="1089" y="1483"/>
                      <a:pt x="991" y="1483"/>
                      <a:pt x="890" y="1483"/>
                    </a:cubicBezTo>
                    <a:cubicBezTo>
                      <a:pt x="890" y="1385"/>
                      <a:pt x="890" y="1287"/>
                      <a:pt x="890" y="1186"/>
                    </a:cubicBezTo>
                    <a:cubicBezTo>
                      <a:pt x="792" y="1186"/>
                      <a:pt x="694" y="1186"/>
                      <a:pt x="593" y="1186"/>
                    </a:cubicBezTo>
                    <a:cubicBezTo>
                      <a:pt x="599" y="1141"/>
                      <a:pt x="605" y="1095"/>
                      <a:pt x="612" y="1047"/>
                    </a:cubicBezTo>
                    <a:cubicBezTo>
                      <a:pt x="609" y="1021"/>
                      <a:pt x="609" y="1021"/>
                      <a:pt x="593" y="890"/>
                    </a:cubicBezTo>
                    <a:cubicBezTo>
                      <a:pt x="463" y="806"/>
                      <a:pt x="463" y="806"/>
                      <a:pt x="297" y="742"/>
                    </a:cubicBezTo>
                    <a:cubicBezTo>
                      <a:pt x="130" y="677"/>
                      <a:pt x="130" y="677"/>
                      <a:pt x="0" y="593"/>
                    </a:cubicBezTo>
                    <a:cubicBezTo>
                      <a:pt x="0" y="495"/>
                      <a:pt x="0" y="397"/>
                      <a:pt x="0" y="297"/>
                    </a:cubicBezTo>
                    <a:cubicBezTo>
                      <a:pt x="196" y="297"/>
                      <a:pt x="392" y="297"/>
                      <a:pt x="593" y="297"/>
                    </a:cubicBezTo>
                    <a:cubicBezTo>
                      <a:pt x="593" y="199"/>
                      <a:pt x="593" y="101"/>
                      <a:pt x="5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1883" cap="flat">
                <a:noFill/>
              </a:ln>
            </p:spPr>
          </p:sp>
        </p:grpSp>
        <p:grpSp>
          <p:nvGrpSpPr>
            <p:cNvPr id="766" name="ICON_REFERENCE_BOOK"/>
            <p:cNvGrpSpPr/>
            <p:nvPr/>
          </p:nvGrpSpPr>
          <p:grpSpPr>
            <a:xfrm>
              <a:off x="10350500" y="857250"/>
              <a:ext cx="285750" cy="261938"/>
              <a:chOff x="10350500" y="857250"/>
              <a:chExt cx="285750" cy="261938"/>
            </a:xfrm>
          </p:grpSpPr>
          <p:sp>
            <p:nvSpPr>
              <p:cNvPr id="767" name="ICON_REFERENCE_BOOK_path_001"/>
              <p:cNvSpPr/>
              <p:nvPr/>
            </p:nvSpPr>
            <p:spPr>
              <a:xfrm>
                <a:off x="10496031" y="892084"/>
                <a:ext cx="105164" cy="161465"/>
              </a:xfrm>
              <a:custGeom>
                <a:avLst/>
                <a:gdLst/>
                <a:ahLst/>
                <a:cxnLst/>
                <a:rect l="0" t="0" r="r" b="b"/>
                <a:pathLst>
                  <a:path w="8281" h="12714" fill="norm" stroke="0">
                    <a:moveTo>
                      <a:pt x="5437" y="0"/>
                    </a:moveTo>
                    <a:cubicBezTo>
                      <a:pt x="5906" y="0"/>
                      <a:pt x="6375" y="0"/>
                      <a:pt x="6859" y="0"/>
                    </a:cubicBezTo>
                    <a:cubicBezTo>
                      <a:pt x="6859" y="28"/>
                      <a:pt x="6859" y="55"/>
                      <a:pt x="6859" y="84"/>
                    </a:cubicBezTo>
                    <a:cubicBezTo>
                      <a:pt x="7107" y="84"/>
                      <a:pt x="7356" y="84"/>
                      <a:pt x="7612" y="84"/>
                    </a:cubicBezTo>
                    <a:cubicBezTo>
                      <a:pt x="7612" y="111"/>
                      <a:pt x="7612" y="139"/>
                      <a:pt x="7612" y="167"/>
                    </a:cubicBezTo>
                    <a:cubicBezTo>
                      <a:pt x="7750" y="167"/>
                      <a:pt x="7888" y="167"/>
                      <a:pt x="8030" y="167"/>
                    </a:cubicBezTo>
                    <a:cubicBezTo>
                      <a:pt x="8030" y="195"/>
                      <a:pt x="8030" y="222"/>
                      <a:pt x="8030" y="251"/>
                    </a:cubicBezTo>
                    <a:cubicBezTo>
                      <a:pt x="8057" y="251"/>
                      <a:pt x="8085" y="251"/>
                      <a:pt x="8113" y="251"/>
                    </a:cubicBezTo>
                    <a:cubicBezTo>
                      <a:pt x="8113" y="279"/>
                      <a:pt x="8113" y="306"/>
                      <a:pt x="8113" y="335"/>
                    </a:cubicBezTo>
                    <a:cubicBezTo>
                      <a:pt x="8141" y="335"/>
                      <a:pt x="8169" y="335"/>
                      <a:pt x="8197" y="335"/>
                    </a:cubicBezTo>
                    <a:cubicBezTo>
                      <a:pt x="8197" y="417"/>
                      <a:pt x="8197" y="500"/>
                      <a:pt x="8197" y="586"/>
                    </a:cubicBezTo>
                    <a:cubicBezTo>
                      <a:pt x="8225" y="586"/>
                      <a:pt x="8252" y="586"/>
                      <a:pt x="8281" y="586"/>
                    </a:cubicBezTo>
                    <a:cubicBezTo>
                      <a:pt x="8281" y="1082"/>
                      <a:pt x="8281" y="1579"/>
                      <a:pt x="8281" y="2091"/>
                    </a:cubicBezTo>
                    <a:cubicBezTo>
                      <a:pt x="8253" y="2091"/>
                      <a:pt x="8225" y="2091"/>
                      <a:pt x="8197" y="2091"/>
                    </a:cubicBezTo>
                    <a:cubicBezTo>
                      <a:pt x="8197" y="2588"/>
                      <a:pt x="8197" y="3085"/>
                      <a:pt x="8197" y="3597"/>
                    </a:cubicBezTo>
                    <a:cubicBezTo>
                      <a:pt x="8225" y="3597"/>
                      <a:pt x="8252" y="3597"/>
                      <a:pt x="8281" y="3597"/>
                    </a:cubicBezTo>
                    <a:cubicBezTo>
                      <a:pt x="8281" y="4038"/>
                      <a:pt x="8281" y="4480"/>
                      <a:pt x="8281" y="4935"/>
                    </a:cubicBezTo>
                    <a:cubicBezTo>
                      <a:pt x="8253" y="4935"/>
                      <a:pt x="8225" y="4935"/>
                      <a:pt x="8197" y="4935"/>
                    </a:cubicBezTo>
                    <a:cubicBezTo>
                      <a:pt x="8197" y="5377"/>
                      <a:pt x="8197" y="5818"/>
                      <a:pt x="8197" y="6273"/>
                    </a:cubicBezTo>
                    <a:cubicBezTo>
                      <a:pt x="8225" y="6273"/>
                      <a:pt x="8252" y="6273"/>
                      <a:pt x="8281" y="6273"/>
                    </a:cubicBezTo>
                    <a:cubicBezTo>
                      <a:pt x="8281" y="7129"/>
                      <a:pt x="8281" y="7985"/>
                      <a:pt x="8281" y="8866"/>
                    </a:cubicBezTo>
                    <a:cubicBezTo>
                      <a:pt x="8253" y="8866"/>
                      <a:pt x="8225" y="8866"/>
                      <a:pt x="8197" y="8866"/>
                    </a:cubicBezTo>
                    <a:cubicBezTo>
                      <a:pt x="8197" y="9004"/>
                      <a:pt x="8197" y="9142"/>
                      <a:pt x="8197" y="9284"/>
                    </a:cubicBezTo>
                    <a:cubicBezTo>
                      <a:pt x="8225" y="9284"/>
                      <a:pt x="8252" y="9284"/>
                      <a:pt x="8281" y="9284"/>
                    </a:cubicBezTo>
                    <a:cubicBezTo>
                      <a:pt x="8281" y="9836"/>
                      <a:pt x="8281" y="10388"/>
                      <a:pt x="8281" y="10957"/>
                    </a:cubicBezTo>
                    <a:cubicBezTo>
                      <a:pt x="8253" y="10957"/>
                      <a:pt x="8225" y="10957"/>
                      <a:pt x="8197" y="10957"/>
                    </a:cubicBezTo>
                    <a:cubicBezTo>
                      <a:pt x="8197" y="11012"/>
                      <a:pt x="8197" y="11068"/>
                      <a:pt x="8197" y="11125"/>
                    </a:cubicBezTo>
                    <a:cubicBezTo>
                      <a:pt x="8059" y="11125"/>
                      <a:pt x="7921" y="11125"/>
                      <a:pt x="7779" y="11125"/>
                    </a:cubicBezTo>
                    <a:cubicBezTo>
                      <a:pt x="7779" y="11097"/>
                      <a:pt x="7779" y="11069"/>
                      <a:pt x="7779" y="11041"/>
                    </a:cubicBezTo>
                    <a:cubicBezTo>
                      <a:pt x="7420" y="11041"/>
                      <a:pt x="7061" y="11041"/>
                      <a:pt x="6691" y="11041"/>
                    </a:cubicBezTo>
                    <a:cubicBezTo>
                      <a:pt x="6691" y="11013"/>
                      <a:pt x="6691" y="10986"/>
                      <a:pt x="6691" y="10957"/>
                    </a:cubicBezTo>
                    <a:cubicBezTo>
                      <a:pt x="6333" y="10957"/>
                      <a:pt x="5974" y="10957"/>
                      <a:pt x="5604" y="10957"/>
                    </a:cubicBezTo>
                    <a:cubicBezTo>
                      <a:pt x="5604" y="10985"/>
                      <a:pt x="5604" y="11012"/>
                      <a:pt x="5604" y="11041"/>
                    </a:cubicBezTo>
                    <a:cubicBezTo>
                      <a:pt x="5273" y="11041"/>
                      <a:pt x="4942" y="11041"/>
                      <a:pt x="4600" y="11041"/>
                    </a:cubicBezTo>
                    <a:cubicBezTo>
                      <a:pt x="4600" y="11068"/>
                      <a:pt x="4600" y="11096"/>
                      <a:pt x="4600" y="11125"/>
                    </a:cubicBezTo>
                    <a:cubicBezTo>
                      <a:pt x="4435" y="11125"/>
                      <a:pt x="4269" y="11125"/>
                      <a:pt x="4099" y="11125"/>
                    </a:cubicBezTo>
                    <a:cubicBezTo>
                      <a:pt x="4099" y="11152"/>
                      <a:pt x="4099" y="11180"/>
                      <a:pt x="4099" y="11208"/>
                    </a:cubicBezTo>
                    <a:cubicBezTo>
                      <a:pt x="3961" y="11208"/>
                      <a:pt x="3822" y="11208"/>
                      <a:pt x="3680" y="11208"/>
                    </a:cubicBezTo>
                    <a:cubicBezTo>
                      <a:pt x="3680" y="11236"/>
                      <a:pt x="3680" y="11263"/>
                      <a:pt x="3680" y="11292"/>
                    </a:cubicBezTo>
                    <a:cubicBezTo>
                      <a:pt x="3542" y="11292"/>
                      <a:pt x="3404" y="11292"/>
                      <a:pt x="3262" y="11292"/>
                    </a:cubicBezTo>
                    <a:cubicBezTo>
                      <a:pt x="3262" y="11319"/>
                      <a:pt x="3262" y="11347"/>
                      <a:pt x="3262" y="11375"/>
                    </a:cubicBezTo>
                    <a:cubicBezTo>
                      <a:pt x="3152" y="11375"/>
                      <a:pt x="3041" y="11375"/>
                      <a:pt x="2928" y="11375"/>
                    </a:cubicBezTo>
                    <a:cubicBezTo>
                      <a:pt x="2928" y="11403"/>
                      <a:pt x="2928" y="11431"/>
                      <a:pt x="2928" y="11459"/>
                    </a:cubicBezTo>
                    <a:cubicBezTo>
                      <a:pt x="2845" y="11459"/>
                      <a:pt x="2762" y="11459"/>
                      <a:pt x="2677" y="11459"/>
                    </a:cubicBezTo>
                    <a:cubicBezTo>
                      <a:pt x="2677" y="11487"/>
                      <a:pt x="2677" y="11514"/>
                      <a:pt x="2677" y="11543"/>
                    </a:cubicBezTo>
                    <a:cubicBezTo>
                      <a:pt x="2594" y="11543"/>
                      <a:pt x="2511" y="11543"/>
                      <a:pt x="2426" y="11543"/>
                    </a:cubicBezTo>
                    <a:cubicBezTo>
                      <a:pt x="2426" y="11570"/>
                      <a:pt x="2426" y="11598"/>
                      <a:pt x="2426" y="11626"/>
                    </a:cubicBezTo>
                    <a:cubicBezTo>
                      <a:pt x="2343" y="11626"/>
                      <a:pt x="2260" y="11626"/>
                      <a:pt x="2175" y="11626"/>
                    </a:cubicBezTo>
                    <a:cubicBezTo>
                      <a:pt x="2175" y="11654"/>
                      <a:pt x="2175" y="11682"/>
                      <a:pt x="2175" y="11710"/>
                    </a:cubicBezTo>
                    <a:cubicBezTo>
                      <a:pt x="2092" y="11710"/>
                      <a:pt x="2009" y="11710"/>
                      <a:pt x="1924" y="11710"/>
                    </a:cubicBezTo>
                    <a:cubicBezTo>
                      <a:pt x="1924" y="11738"/>
                      <a:pt x="1924" y="11765"/>
                      <a:pt x="1924" y="11794"/>
                    </a:cubicBezTo>
                    <a:cubicBezTo>
                      <a:pt x="1869" y="11794"/>
                      <a:pt x="1813" y="11794"/>
                      <a:pt x="1757" y="11794"/>
                    </a:cubicBezTo>
                    <a:cubicBezTo>
                      <a:pt x="1757" y="11821"/>
                      <a:pt x="1757" y="11849"/>
                      <a:pt x="1757" y="11877"/>
                    </a:cubicBezTo>
                    <a:cubicBezTo>
                      <a:pt x="1646" y="11905"/>
                      <a:pt x="1536" y="11933"/>
                      <a:pt x="1422" y="11961"/>
                    </a:cubicBezTo>
                    <a:cubicBezTo>
                      <a:pt x="1422" y="11989"/>
                      <a:pt x="1422" y="12016"/>
                      <a:pt x="1422" y="12045"/>
                    </a:cubicBezTo>
                    <a:cubicBezTo>
                      <a:pt x="1367" y="12045"/>
                      <a:pt x="1312" y="12045"/>
                      <a:pt x="1255" y="12045"/>
                    </a:cubicBezTo>
                    <a:cubicBezTo>
                      <a:pt x="1255" y="12072"/>
                      <a:pt x="1255" y="12100"/>
                      <a:pt x="1255" y="12128"/>
                    </a:cubicBezTo>
                    <a:cubicBezTo>
                      <a:pt x="1227" y="12128"/>
                      <a:pt x="1199" y="12128"/>
                      <a:pt x="1171" y="12128"/>
                    </a:cubicBezTo>
                    <a:cubicBezTo>
                      <a:pt x="1171" y="12156"/>
                      <a:pt x="1171" y="12183"/>
                      <a:pt x="1171" y="12212"/>
                    </a:cubicBezTo>
                    <a:cubicBezTo>
                      <a:pt x="1116" y="12212"/>
                      <a:pt x="1061" y="12212"/>
                      <a:pt x="1004" y="12212"/>
                    </a:cubicBezTo>
                    <a:cubicBezTo>
                      <a:pt x="1004" y="12239"/>
                      <a:pt x="1004" y="12267"/>
                      <a:pt x="1004" y="12296"/>
                    </a:cubicBezTo>
                    <a:cubicBezTo>
                      <a:pt x="949" y="12296"/>
                      <a:pt x="893" y="12296"/>
                      <a:pt x="836" y="12296"/>
                    </a:cubicBezTo>
                    <a:cubicBezTo>
                      <a:pt x="836" y="12323"/>
                      <a:pt x="836" y="12351"/>
                      <a:pt x="836" y="12379"/>
                    </a:cubicBezTo>
                    <a:cubicBezTo>
                      <a:pt x="781" y="12379"/>
                      <a:pt x="726" y="12379"/>
                      <a:pt x="669" y="12379"/>
                    </a:cubicBezTo>
                    <a:cubicBezTo>
                      <a:pt x="669" y="12407"/>
                      <a:pt x="669" y="12434"/>
                      <a:pt x="669" y="12463"/>
                    </a:cubicBezTo>
                    <a:cubicBezTo>
                      <a:pt x="642" y="12463"/>
                      <a:pt x="614" y="12463"/>
                      <a:pt x="586" y="12463"/>
                    </a:cubicBezTo>
                    <a:cubicBezTo>
                      <a:pt x="586" y="12490"/>
                      <a:pt x="586" y="12518"/>
                      <a:pt x="586" y="12546"/>
                    </a:cubicBezTo>
                    <a:cubicBezTo>
                      <a:pt x="530" y="12546"/>
                      <a:pt x="475" y="12546"/>
                      <a:pt x="418" y="12546"/>
                    </a:cubicBezTo>
                    <a:cubicBezTo>
                      <a:pt x="418" y="12574"/>
                      <a:pt x="418" y="12602"/>
                      <a:pt x="418" y="12630"/>
                    </a:cubicBezTo>
                    <a:cubicBezTo>
                      <a:pt x="391" y="12630"/>
                      <a:pt x="363" y="12630"/>
                      <a:pt x="335" y="12630"/>
                    </a:cubicBezTo>
                    <a:cubicBezTo>
                      <a:pt x="335" y="12658"/>
                      <a:pt x="335" y="12685"/>
                      <a:pt x="335" y="12714"/>
                    </a:cubicBezTo>
                    <a:cubicBezTo>
                      <a:pt x="252" y="12714"/>
                      <a:pt x="169" y="12714"/>
                      <a:pt x="84" y="12714"/>
                    </a:cubicBezTo>
                    <a:cubicBezTo>
                      <a:pt x="84" y="10174"/>
                      <a:pt x="84" y="7635"/>
                      <a:pt x="84" y="5019"/>
                    </a:cubicBezTo>
                    <a:cubicBezTo>
                      <a:pt x="56" y="5019"/>
                      <a:pt x="28" y="5019"/>
                      <a:pt x="0" y="5019"/>
                    </a:cubicBezTo>
                    <a:cubicBezTo>
                      <a:pt x="0" y="4770"/>
                      <a:pt x="0" y="4522"/>
                      <a:pt x="0" y="4266"/>
                    </a:cubicBezTo>
                    <a:cubicBezTo>
                      <a:pt x="28" y="4266"/>
                      <a:pt x="55" y="4266"/>
                      <a:pt x="84" y="4266"/>
                    </a:cubicBezTo>
                    <a:cubicBezTo>
                      <a:pt x="84" y="3907"/>
                      <a:pt x="84" y="3548"/>
                      <a:pt x="84" y="3178"/>
                    </a:cubicBezTo>
                    <a:cubicBezTo>
                      <a:pt x="56" y="3178"/>
                      <a:pt x="28" y="3178"/>
                      <a:pt x="0" y="3178"/>
                    </a:cubicBezTo>
                    <a:cubicBezTo>
                      <a:pt x="0" y="2958"/>
                      <a:pt x="0" y="2737"/>
                      <a:pt x="0" y="2509"/>
                    </a:cubicBezTo>
                    <a:cubicBezTo>
                      <a:pt x="28" y="2509"/>
                      <a:pt x="55" y="2509"/>
                      <a:pt x="84" y="2509"/>
                    </a:cubicBezTo>
                    <a:cubicBezTo>
                      <a:pt x="84" y="2454"/>
                      <a:pt x="84" y="2399"/>
                      <a:pt x="84" y="2342"/>
                    </a:cubicBezTo>
                    <a:cubicBezTo>
                      <a:pt x="111" y="2342"/>
                      <a:pt x="139" y="2342"/>
                      <a:pt x="167" y="2342"/>
                    </a:cubicBezTo>
                    <a:cubicBezTo>
                      <a:pt x="167" y="2314"/>
                      <a:pt x="167" y="2287"/>
                      <a:pt x="167" y="2258"/>
                    </a:cubicBezTo>
                    <a:cubicBezTo>
                      <a:pt x="195" y="2258"/>
                      <a:pt x="222" y="2258"/>
                      <a:pt x="251" y="2258"/>
                    </a:cubicBezTo>
                    <a:cubicBezTo>
                      <a:pt x="251" y="2231"/>
                      <a:pt x="251" y="2203"/>
                      <a:pt x="251" y="2175"/>
                    </a:cubicBezTo>
                    <a:cubicBezTo>
                      <a:pt x="306" y="2175"/>
                      <a:pt x="361" y="2175"/>
                      <a:pt x="418" y="2175"/>
                    </a:cubicBezTo>
                    <a:cubicBezTo>
                      <a:pt x="418" y="2147"/>
                      <a:pt x="418" y="2120"/>
                      <a:pt x="418" y="2091"/>
                    </a:cubicBezTo>
                    <a:cubicBezTo>
                      <a:pt x="446" y="2091"/>
                      <a:pt x="473" y="2091"/>
                      <a:pt x="502" y="2091"/>
                    </a:cubicBezTo>
                    <a:cubicBezTo>
                      <a:pt x="502" y="2063"/>
                      <a:pt x="502" y="2036"/>
                      <a:pt x="502" y="2007"/>
                    </a:cubicBezTo>
                    <a:cubicBezTo>
                      <a:pt x="529" y="2007"/>
                      <a:pt x="557" y="2007"/>
                      <a:pt x="586" y="2007"/>
                    </a:cubicBezTo>
                    <a:cubicBezTo>
                      <a:pt x="586" y="1980"/>
                      <a:pt x="586" y="1952"/>
                      <a:pt x="586" y="1924"/>
                    </a:cubicBezTo>
                    <a:cubicBezTo>
                      <a:pt x="613" y="1924"/>
                      <a:pt x="641" y="1924"/>
                      <a:pt x="669" y="1924"/>
                    </a:cubicBezTo>
                    <a:cubicBezTo>
                      <a:pt x="669" y="1896"/>
                      <a:pt x="669" y="1869"/>
                      <a:pt x="669" y="1840"/>
                    </a:cubicBezTo>
                    <a:cubicBezTo>
                      <a:pt x="724" y="1840"/>
                      <a:pt x="780" y="1840"/>
                      <a:pt x="836" y="1840"/>
                    </a:cubicBezTo>
                    <a:cubicBezTo>
                      <a:pt x="836" y="1813"/>
                      <a:pt x="836" y="1785"/>
                      <a:pt x="836" y="1757"/>
                    </a:cubicBezTo>
                    <a:cubicBezTo>
                      <a:pt x="864" y="1757"/>
                      <a:pt x="892" y="1757"/>
                      <a:pt x="920" y="1757"/>
                    </a:cubicBezTo>
                    <a:cubicBezTo>
                      <a:pt x="920" y="1729"/>
                      <a:pt x="920" y="1701"/>
                      <a:pt x="920" y="1673"/>
                    </a:cubicBezTo>
                    <a:cubicBezTo>
                      <a:pt x="948" y="1673"/>
                      <a:pt x="975" y="1673"/>
                      <a:pt x="1004" y="1673"/>
                    </a:cubicBezTo>
                    <a:cubicBezTo>
                      <a:pt x="1004" y="1645"/>
                      <a:pt x="1004" y="1618"/>
                      <a:pt x="1004" y="1589"/>
                    </a:cubicBezTo>
                    <a:cubicBezTo>
                      <a:pt x="1059" y="1589"/>
                      <a:pt x="1114" y="1589"/>
                      <a:pt x="1171" y="1589"/>
                    </a:cubicBezTo>
                    <a:cubicBezTo>
                      <a:pt x="1171" y="1562"/>
                      <a:pt x="1171" y="1534"/>
                      <a:pt x="1171" y="1506"/>
                    </a:cubicBezTo>
                    <a:cubicBezTo>
                      <a:pt x="1226" y="1506"/>
                      <a:pt x="1281" y="1506"/>
                      <a:pt x="1338" y="1506"/>
                    </a:cubicBezTo>
                    <a:cubicBezTo>
                      <a:pt x="1338" y="1478"/>
                      <a:pt x="1338" y="1450"/>
                      <a:pt x="1338" y="1422"/>
                    </a:cubicBezTo>
                    <a:cubicBezTo>
                      <a:pt x="1366" y="1422"/>
                      <a:pt x="1393" y="1422"/>
                      <a:pt x="1422" y="1422"/>
                    </a:cubicBezTo>
                    <a:cubicBezTo>
                      <a:pt x="1422" y="1394"/>
                      <a:pt x="1422" y="1367"/>
                      <a:pt x="1422" y="1338"/>
                    </a:cubicBezTo>
                    <a:cubicBezTo>
                      <a:pt x="1450" y="1338"/>
                      <a:pt x="1477" y="1338"/>
                      <a:pt x="1506" y="1338"/>
                    </a:cubicBezTo>
                    <a:cubicBezTo>
                      <a:pt x="1506" y="1311"/>
                      <a:pt x="1506" y="1283"/>
                      <a:pt x="1506" y="1255"/>
                    </a:cubicBezTo>
                    <a:cubicBezTo>
                      <a:pt x="1588" y="1255"/>
                      <a:pt x="1671" y="1255"/>
                      <a:pt x="1757" y="1255"/>
                    </a:cubicBezTo>
                    <a:cubicBezTo>
                      <a:pt x="1757" y="1227"/>
                      <a:pt x="1757" y="1199"/>
                      <a:pt x="1757" y="1171"/>
                    </a:cubicBezTo>
                    <a:cubicBezTo>
                      <a:pt x="1812" y="1171"/>
                      <a:pt x="1867" y="1171"/>
                      <a:pt x="1924" y="1171"/>
                    </a:cubicBezTo>
                    <a:cubicBezTo>
                      <a:pt x="1924" y="1143"/>
                      <a:pt x="1924" y="1116"/>
                      <a:pt x="1924" y="1087"/>
                    </a:cubicBezTo>
                    <a:cubicBezTo>
                      <a:pt x="1951" y="1087"/>
                      <a:pt x="1979" y="1087"/>
                      <a:pt x="2007" y="1087"/>
                    </a:cubicBezTo>
                    <a:cubicBezTo>
                      <a:pt x="2007" y="1060"/>
                      <a:pt x="2007" y="1032"/>
                      <a:pt x="2007" y="1004"/>
                    </a:cubicBezTo>
                    <a:cubicBezTo>
                      <a:pt x="2063" y="1004"/>
                      <a:pt x="2118" y="1004"/>
                      <a:pt x="2175" y="1004"/>
                    </a:cubicBezTo>
                    <a:cubicBezTo>
                      <a:pt x="2175" y="976"/>
                      <a:pt x="2175" y="949"/>
                      <a:pt x="2175" y="920"/>
                    </a:cubicBezTo>
                    <a:cubicBezTo>
                      <a:pt x="2230" y="920"/>
                      <a:pt x="2285" y="920"/>
                      <a:pt x="2342" y="920"/>
                    </a:cubicBezTo>
                    <a:cubicBezTo>
                      <a:pt x="2342" y="892"/>
                      <a:pt x="2342" y="865"/>
                      <a:pt x="2342" y="836"/>
                    </a:cubicBezTo>
                    <a:cubicBezTo>
                      <a:pt x="2425" y="836"/>
                      <a:pt x="2508" y="836"/>
                      <a:pt x="2593" y="836"/>
                    </a:cubicBezTo>
                    <a:cubicBezTo>
                      <a:pt x="2593" y="809"/>
                      <a:pt x="2593" y="781"/>
                      <a:pt x="2593" y="753"/>
                    </a:cubicBezTo>
                    <a:cubicBezTo>
                      <a:pt x="2651" y="729"/>
                      <a:pt x="2709" y="705"/>
                      <a:pt x="2767" y="681"/>
                    </a:cubicBezTo>
                    <a:cubicBezTo>
                      <a:pt x="2787" y="673"/>
                      <a:pt x="2806" y="665"/>
                      <a:pt x="2826" y="657"/>
                    </a:cubicBezTo>
                    <a:cubicBezTo>
                      <a:pt x="2855" y="645"/>
                      <a:pt x="2883" y="634"/>
                      <a:pt x="2911" y="622"/>
                    </a:cubicBezTo>
                    <a:cubicBezTo>
                      <a:pt x="2929" y="615"/>
                      <a:pt x="2946" y="608"/>
                      <a:pt x="2963" y="601"/>
                    </a:cubicBezTo>
                    <a:cubicBezTo>
                      <a:pt x="3010" y="586"/>
                      <a:pt x="3046" y="582"/>
                      <a:pt x="3095" y="586"/>
                    </a:cubicBezTo>
                    <a:cubicBezTo>
                      <a:pt x="3095" y="558"/>
                      <a:pt x="3095" y="530"/>
                      <a:pt x="3095" y="502"/>
                    </a:cubicBezTo>
                    <a:cubicBezTo>
                      <a:pt x="3178" y="502"/>
                      <a:pt x="3260" y="502"/>
                      <a:pt x="3346" y="502"/>
                    </a:cubicBezTo>
                    <a:cubicBezTo>
                      <a:pt x="3346" y="474"/>
                      <a:pt x="3346" y="447"/>
                      <a:pt x="3346" y="418"/>
                    </a:cubicBezTo>
                    <a:cubicBezTo>
                      <a:pt x="3429" y="418"/>
                      <a:pt x="3511" y="418"/>
                      <a:pt x="3597" y="418"/>
                    </a:cubicBezTo>
                    <a:cubicBezTo>
                      <a:pt x="3597" y="391"/>
                      <a:pt x="3597" y="363"/>
                      <a:pt x="3597" y="335"/>
                    </a:cubicBezTo>
                    <a:cubicBezTo>
                      <a:pt x="3735" y="335"/>
                      <a:pt x="3873" y="335"/>
                      <a:pt x="4015" y="335"/>
                    </a:cubicBezTo>
                    <a:cubicBezTo>
                      <a:pt x="4015" y="307"/>
                      <a:pt x="4015" y="279"/>
                      <a:pt x="4015" y="251"/>
                    </a:cubicBezTo>
                    <a:cubicBezTo>
                      <a:pt x="4125" y="251"/>
                      <a:pt x="4236" y="251"/>
                      <a:pt x="4349" y="251"/>
                    </a:cubicBezTo>
                    <a:cubicBezTo>
                      <a:pt x="4349" y="223"/>
                      <a:pt x="4349" y="196"/>
                      <a:pt x="4349" y="167"/>
                    </a:cubicBezTo>
                    <a:cubicBezTo>
                      <a:pt x="4515" y="167"/>
                      <a:pt x="4681" y="167"/>
                      <a:pt x="4851" y="167"/>
                    </a:cubicBezTo>
                    <a:cubicBezTo>
                      <a:pt x="4851" y="140"/>
                      <a:pt x="4851" y="112"/>
                      <a:pt x="4851" y="84"/>
                    </a:cubicBezTo>
                    <a:cubicBezTo>
                      <a:pt x="5045" y="84"/>
                      <a:pt x="5238" y="84"/>
                      <a:pt x="5437" y="84"/>
                    </a:cubicBezTo>
                    <a:cubicBezTo>
                      <a:pt x="5437" y="56"/>
                      <a:pt x="5437" y="28"/>
                      <a:pt x="5437" y="0"/>
                    </a:cubicBezTo>
                    <a:close/>
                    <a:moveTo>
                      <a:pt x="5270" y="2007"/>
                    </a:moveTo>
                    <a:cubicBezTo>
                      <a:pt x="5270" y="2035"/>
                      <a:pt x="5270" y="2063"/>
                      <a:pt x="5270" y="2091"/>
                    </a:cubicBezTo>
                    <a:cubicBezTo>
                      <a:pt x="4993" y="2091"/>
                      <a:pt x="4717" y="2091"/>
                      <a:pt x="4433" y="2091"/>
                    </a:cubicBezTo>
                    <a:cubicBezTo>
                      <a:pt x="4433" y="2119"/>
                      <a:pt x="4433" y="2146"/>
                      <a:pt x="4433" y="2175"/>
                    </a:cubicBezTo>
                    <a:cubicBezTo>
                      <a:pt x="4295" y="2175"/>
                      <a:pt x="4157" y="2175"/>
                      <a:pt x="4015" y="2175"/>
                    </a:cubicBezTo>
                    <a:cubicBezTo>
                      <a:pt x="4015" y="2202"/>
                      <a:pt x="4015" y="2230"/>
                      <a:pt x="4015" y="2258"/>
                    </a:cubicBezTo>
                    <a:cubicBezTo>
                      <a:pt x="3877" y="2258"/>
                      <a:pt x="3739" y="2258"/>
                      <a:pt x="3597" y="2258"/>
                    </a:cubicBezTo>
                    <a:cubicBezTo>
                      <a:pt x="3597" y="2286"/>
                      <a:pt x="3597" y="2314"/>
                      <a:pt x="3597" y="2342"/>
                    </a:cubicBezTo>
                    <a:cubicBezTo>
                      <a:pt x="3514" y="2342"/>
                      <a:pt x="3431" y="2342"/>
                      <a:pt x="3346" y="2342"/>
                    </a:cubicBezTo>
                    <a:cubicBezTo>
                      <a:pt x="3346" y="2370"/>
                      <a:pt x="3346" y="2397"/>
                      <a:pt x="3346" y="2426"/>
                    </a:cubicBezTo>
                    <a:cubicBezTo>
                      <a:pt x="3235" y="2426"/>
                      <a:pt x="3125" y="2426"/>
                      <a:pt x="3011" y="2426"/>
                    </a:cubicBezTo>
                    <a:cubicBezTo>
                      <a:pt x="3011" y="2453"/>
                      <a:pt x="3011" y="2481"/>
                      <a:pt x="3011" y="2509"/>
                    </a:cubicBezTo>
                    <a:cubicBezTo>
                      <a:pt x="2956" y="2509"/>
                      <a:pt x="2901" y="2509"/>
                      <a:pt x="2844" y="2509"/>
                    </a:cubicBezTo>
                    <a:cubicBezTo>
                      <a:pt x="2844" y="2537"/>
                      <a:pt x="2844" y="2564"/>
                      <a:pt x="2844" y="2593"/>
                    </a:cubicBezTo>
                    <a:cubicBezTo>
                      <a:pt x="2761" y="2593"/>
                      <a:pt x="2678" y="2593"/>
                      <a:pt x="2593" y="2593"/>
                    </a:cubicBezTo>
                    <a:cubicBezTo>
                      <a:pt x="2593" y="2621"/>
                      <a:pt x="2593" y="2648"/>
                      <a:pt x="2593" y="2677"/>
                    </a:cubicBezTo>
                    <a:cubicBezTo>
                      <a:pt x="2538" y="2677"/>
                      <a:pt x="2483" y="2677"/>
                      <a:pt x="2426" y="2677"/>
                    </a:cubicBezTo>
                    <a:cubicBezTo>
                      <a:pt x="2426" y="2704"/>
                      <a:pt x="2426" y="2732"/>
                      <a:pt x="2426" y="2760"/>
                    </a:cubicBezTo>
                    <a:cubicBezTo>
                      <a:pt x="2370" y="2760"/>
                      <a:pt x="2315" y="2760"/>
                      <a:pt x="2258" y="2760"/>
                    </a:cubicBezTo>
                    <a:cubicBezTo>
                      <a:pt x="2258" y="2788"/>
                      <a:pt x="2258" y="2815"/>
                      <a:pt x="2258" y="2844"/>
                    </a:cubicBezTo>
                    <a:cubicBezTo>
                      <a:pt x="2203" y="2844"/>
                      <a:pt x="2148" y="2844"/>
                      <a:pt x="2091" y="2844"/>
                    </a:cubicBezTo>
                    <a:cubicBezTo>
                      <a:pt x="2091" y="2871"/>
                      <a:pt x="2091" y="2899"/>
                      <a:pt x="2091" y="2928"/>
                    </a:cubicBezTo>
                    <a:cubicBezTo>
                      <a:pt x="2063" y="2928"/>
                      <a:pt x="2036" y="2928"/>
                      <a:pt x="2007" y="2928"/>
                    </a:cubicBezTo>
                    <a:cubicBezTo>
                      <a:pt x="2007" y="2955"/>
                      <a:pt x="2007" y="2983"/>
                      <a:pt x="2007" y="3011"/>
                    </a:cubicBezTo>
                    <a:cubicBezTo>
                      <a:pt x="1952" y="3011"/>
                      <a:pt x="1897" y="3011"/>
                      <a:pt x="1840" y="3011"/>
                    </a:cubicBezTo>
                    <a:cubicBezTo>
                      <a:pt x="1840" y="3039"/>
                      <a:pt x="1840" y="3066"/>
                      <a:pt x="1840" y="3095"/>
                    </a:cubicBezTo>
                    <a:cubicBezTo>
                      <a:pt x="1785" y="3095"/>
                      <a:pt x="1730" y="3095"/>
                      <a:pt x="1673" y="3095"/>
                    </a:cubicBezTo>
                    <a:cubicBezTo>
                      <a:pt x="1673" y="3122"/>
                      <a:pt x="1673" y="3150"/>
                      <a:pt x="1673" y="3178"/>
                    </a:cubicBezTo>
                    <a:cubicBezTo>
                      <a:pt x="1631" y="3205"/>
                      <a:pt x="1588" y="3221"/>
                      <a:pt x="1542" y="3239"/>
                    </a:cubicBezTo>
                    <a:cubicBezTo>
                      <a:pt x="1530" y="3246"/>
                      <a:pt x="1518" y="3254"/>
                      <a:pt x="1506" y="3262"/>
                    </a:cubicBezTo>
                    <a:cubicBezTo>
                      <a:pt x="1500" y="3306"/>
                      <a:pt x="1500" y="3306"/>
                      <a:pt x="1506" y="3346"/>
                    </a:cubicBezTo>
                    <a:cubicBezTo>
                      <a:pt x="1478" y="3346"/>
                      <a:pt x="1450" y="3346"/>
                      <a:pt x="1422" y="3346"/>
                    </a:cubicBezTo>
                    <a:cubicBezTo>
                      <a:pt x="1422" y="3429"/>
                      <a:pt x="1422" y="3511"/>
                      <a:pt x="1422" y="3597"/>
                    </a:cubicBezTo>
                    <a:cubicBezTo>
                      <a:pt x="1450" y="3597"/>
                      <a:pt x="1477" y="3597"/>
                      <a:pt x="1506" y="3597"/>
                    </a:cubicBezTo>
                    <a:cubicBezTo>
                      <a:pt x="1506" y="3624"/>
                      <a:pt x="1506" y="3652"/>
                      <a:pt x="1506" y="3680"/>
                    </a:cubicBezTo>
                    <a:cubicBezTo>
                      <a:pt x="1616" y="3680"/>
                      <a:pt x="1726" y="3680"/>
                      <a:pt x="1840" y="3680"/>
                    </a:cubicBezTo>
                    <a:cubicBezTo>
                      <a:pt x="1840" y="3653"/>
                      <a:pt x="1840" y="3625"/>
                      <a:pt x="1840" y="3597"/>
                    </a:cubicBezTo>
                    <a:cubicBezTo>
                      <a:pt x="1868" y="3597"/>
                      <a:pt x="1895" y="3597"/>
                      <a:pt x="1924" y="3597"/>
                    </a:cubicBezTo>
                    <a:cubicBezTo>
                      <a:pt x="1924" y="3569"/>
                      <a:pt x="1924" y="3541"/>
                      <a:pt x="1924" y="3513"/>
                    </a:cubicBezTo>
                    <a:cubicBezTo>
                      <a:pt x="1936" y="3515"/>
                      <a:pt x="1949" y="3517"/>
                      <a:pt x="1962" y="3519"/>
                    </a:cubicBezTo>
                    <a:cubicBezTo>
                      <a:pt x="2085" y="3529"/>
                      <a:pt x="2156" y="3510"/>
                      <a:pt x="2251" y="3435"/>
                    </a:cubicBezTo>
                    <a:cubicBezTo>
                      <a:pt x="2260" y="3427"/>
                      <a:pt x="2269" y="3420"/>
                      <a:pt x="2278" y="3413"/>
                    </a:cubicBezTo>
                    <a:cubicBezTo>
                      <a:pt x="2304" y="3390"/>
                      <a:pt x="2304" y="3390"/>
                      <a:pt x="2342" y="3346"/>
                    </a:cubicBezTo>
                    <a:cubicBezTo>
                      <a:pt x="2342" y="3318"/>
                      <a:pt x="2342" y="3291"/>
                      <a:pt x="2342" y="3262"/>
                    </a:cubicBezTo>
                    <a:cubicBezTo>
                      <a:pt x="2397" y="3262"/>
                      <a:pt x="2452" y="3262"/>
                      <a:pt x="2509" y="3262"/>
                    </a:cubicBezTo>
                    <a:cubicBezTo>
                      <a:pt x="2509" y="3234"/>
                      <a:pt x="2509" y="3207"/>
                      <a:pt x="2509" y="3178"/>
                    </a:cubicBezTo>
                    <a:cubicBezTo>
                      <a:pt x="2529" y="3179"/>
                      <a:pt x="2549" y="3180"/>
                      <a:pt x="2569" y="3181"/>
                    </a:cubicBezTo>
                    <a:cubicBezTo>
                      <a:pt x="2819" y="3190"/>
                      <a:pt x="2819" y="3190"/>
                      <a:pt x="2910" y="3121"/>
                    </a:cubicBezTo>
                    <a:cubicBezTo>
                      <a:pt x="2928" y="3095"/>
                      <a:pt x="2928" y="3095"/>
                      <a:pt x="2928" y="3011"/>
                    </a:cubicBezTo>
                    <a:cubicBezTo>
                      <a:pt x="3010" y="3011"/>
                      <a:pt x="3093" y="3011"/>
                      <a:pt x="3178" y="3011"/>
                    </a:cubicBezTo>
                    <a:cubicBezTo>
                      <a:pt x="3178" y="2984"/>
                      <a:pt x="3178" y="2956"/>
                      <a:pt x="3178" y="2928"/>
                    </a:cubicBezTo>
                    <a:cubicBezTo>
                      <a:pt x="3261" y="2928"/>
                      <a:pt x="3344" y="2928"/>
                      <a:pt x="3429" y="2928"/>
                    </a:cubicBezTo>
                    <a:cubicBezTo>
                      <a:pt x="3429" y="2900"/>
                      <a:pt x="3429" y="2872"/>
                      <a:pt x="3429" y="2844"/>
                    </a:cubicBezTo>
                    <a:cubicBezTo>
                      <a:pt x="3512" y="2844"/>
                      <a:pt x="3595" y="2844"/>
                      <a:pt x="3680" y="2844"/>
                    </a:cubicBezTo>
                    <a:cubicBezTo>
                      <a:pt x="3680" y="2816"/>
                      <a:pt x="3680" y="2789"/>
                      <a:pt x="3680" y="2760"/>
                    </a:cubicBezTo>
                    <a:cubicBezTo>
                      <a:pt x="3791" y="2760"/>
                      <a:pt x="3901" y="2760"/>
                      <a:pt x="4015" y="2760"/>
                    </a:cubicBezTo>
                    <a:cubicBezTo>
                      <a:pt x="4015" y="2733"/>
                      <a:pt x="4015" y="2705"/>
                      <a:pt x="4015" y="2677"/>
                    </a:cubicBezTo>
                    <a:cubicBezTo>
                      <a:pt x="4180" y="2677"/>
                      <a:pt x="4346" y="2677"/>
                      <a:pt x="4517" y="2677"/>
                    </a:cubicBezTo>
                    <a:cubicBezTo>
                      <a:pt x="4517" y="2649"/>
                      <a:pt x="4517" y="2621"/>
                      <a:pt x="4517" y="2593"/>
                    </a:cubicBezTo>
                    <a:cubicBezTo>
                      <a:pt x="4710" y="2593"/>
                      <a:pt x="4903" y="2593"/>
                      <a:pt x="5102" y="2593"/>
                    </a:cubicBezTo>
                    <a:cubicBezTo>
                      <a:pt x="5102" y="2565"/>
                      <a:pt x="5102" y="2538"/>
                      <a:pt x="5102" y="2509"/>
                    </a:cubicBezTo>
                    <a:cubicBezTo>
                      <a:pt x="5599" y="2509"/>
                      <a:pt x="6096" y="2509"/>
                      <a:pt x="6608" y="2509"/>
                    </a:cubicBezTo>
                    <a:cubicBezTo>
                      <a:pt x="6608" y="2399"/>
                      <a:pt x="6608" y="2288"/>
                      <a:pt x="6608" y="2175"/>
                    </a:cubicBezTo>
                    <a:cubicBezTo>
                      <a:pt x="6580" y="2175"/>
                      <a:pt x="6553" y="2175"/>
                      <a:pt x="6524" y="2175"/>
                    </a:cubicBezTo>
                    <a:cubicBezTo>
                      <a:pt x="6524" y="2147"/>
                      <a:pt x="6524" y="2120"/>
                      <a:pt x="6524" y="2091"/>
                    </a:cubicBezTo>
                    <a:cubicBezTo>
                      <a:pt x="6469" y="2091"/>
                      <a:pt x="6414" y="2091"/>
                      <a:pt x="6357" y="2091"/>
                    </a:cubicBezTo>
                    <a:cubicBezTo>
                      <a:pt x="6357" y="2063"/>
                      <a:pt x="6357" y="2036"/>
                      <a:pt x="6357" y="2007"/>
                    </a:cubicBezTo>
                    <a:cubicBezTo>
                      <a:pt x="5998" y="2007"/>
                      <a:pt x="5639" y="2007"/>
                      <a:pt x="5270" y="2007"/>
                    </a:cubicBezTo>
                    <a:close/>
                    <a:moveTo>
                      <a:pt x="5437" y="2593"/>
                    </a:moveTo>
                    <a:cubicBezTo>
                      <a:pt x="5437" y="2648"/>
                      <a:pt x="5437" y="2703"/>
                      <a:pt x="5437" y="2760"/>
                    </a:cubicBezTo>
                    <a:cubicBezTo>
                      <a:pt x="5685" y="2760"/>
                      <a:pt x="5934" y="2760"/>
                      <a:pt x="6190" y="2760"/>
                    </a:cubicBezTo>
                    <a:cubicBezTo>
                      <a:pt x="6190" y="2705"/>
                      <a:pt x="6190" y="2650"/>
                      <a:pt x="6190" y="2593"/>
                    </a:cubicBezTo>
                    <a:cubicBezTo>
                      <a:pt x="5941" y="2593"/>
                      <a:pt x="5693" y="2593"/>
                      <a:pt x="5437" y="2593"/>
                    </a:cubicBezTo>
                    <a:close/>
                    <a:moveTo>
                      <a:pt x="5186" y="4224"/>
                    </a:moveTo>
                    <a:cubicBezTo>
                      <a:pt x="5154" y="4230"/>
                      <a:pt x="5154" y="4230"/>
                      <a:pt x="5117" y="4232"/>
                    </a:cubicBezTo>
                    <a:cubicBezTo>
                      <a:pt x="5102" y="4233"/>
                      <a:pt x="5088" y="4233"/>
                      <a:pt x="5074" y="4234"/>
                    </a:cubicBezTo>
                    <a:cubicBezTo>
                      <a:pt x="5059" y="4235"/>
                      <a:pt x="5043" y="4235"/>
                      <a:pt x="5028" y="4236"/>
                    </a:cubicBezTo>
                    <a:cubicBezTo>
                      <a:pt x="5012" y="4237"/>
                      <a:pt x="4997" y="4237"/>
                      <a:pt x="4980" y="4238"/>
                    </a:cubicBezTo>
                    <a:cubicBezTo>
                      <a:pt x="4913" y="4241"/>
                      <a:pt x="4846" y="4244"/>
                      <a:pt x="4780" y="4247"/>
                    </a:cubicBezTo>
                    <a:cubicBezTo>
                      <a:pt x="4731" y="4249"/>
                      <a:pt x="4682" y="4252"/>
                      <a:pt x="4633" y="4254"/>
                    </a:cubicBezTo>
                    <a:cubicBezTo>
                      <a:pt x="4618" y="4255"/>
                      <a:pt x="4603" y="4255"/>
                      <a:pt x="4587" y="4256"/>
                    </a:cubicBezTo>
                    <a:cubicBezTo>
                      <a:pt x="4573" y="4256"/>
                      <a:pt x="4559" y="4257"/>
                      <a:pt x="4544" y="4258"/>
                    </a:cubicBezTo>
                    <a:cubicBezTo>
                      <a:pt x="4532" y="4258"/>
                      <a:pt x="4519" y="4259"/>
                      <a:pt x="4507" y="4259"/>
                    </a:cubicBezTo>
                    <a:cubicBezTo>
                      <a:pt x="4475" y="4266"/>
                      <a:pt x="4475" y="4266"/>
                      <a:pt x="4433" y="4308"/>
                    </a:cubicBezTo>
                    <a:cubicBezTo>
                      <a:pt x="4398" y="4316"/>
                      <a:pt x="4398" y="4316"/>
                      <a:pt x="4356" y="4321"/>
                    </a:cubicBezTo>
                    <a:cubicBezTo>
                      <a:pt x="4348" y="4322"/>
                      <a:pt x="4348" y="4322"/>
                      <a:pt x="4310" y="4326"/>
                    </a:cubicBezTo>
                    <a:cubicBezTo>
                      <a:pt x="4295" y="4328"/>
                      <a:pt x="4279" y="4329"/>
                      <a:pt x="4263" y="4331"/>
                    </a:cubicBezTo>
                    <a:cubicBezTo>
                      <a:pt x="4247" y="4333"/>
                      <a:pt x="4232" y="4335"/>
                      <a:pt x="4215" y="4337"/>
                    </a:cubicBezTo>
                    <a:cubicBezTo>
                      <a:pt x="4176" y="4341"/>
                      <a:pt x="4137" y="4345"/>
                      <a:pt x="4099" y="4349"/>
                    </a:cubicBezTo>
                    <a:cubicBezTo>
                      <a:pt x="4099" y="4377"/>
                      <a:pt x="4099" y="4405"/>
                      <a:pt x="4099" y="4433"/>
                    </a:cubicBezTo>
                    <a:cubicBezTo>
                      <a:pt x="3933" y="4433"/>
                      <a:pt x="3767" y="4433"/>
                      <a:pt x="3597" y="4433"/>
                    </a:cubicBezTo>
                    <a:cubicBezTo>
                      <a:pt x="3597" y="4461"/>
                      <a:pt x="3597" y="4488"/>
                      <a:pt x="3597" y="4517"/>
                    </a:cubicBezTo>
                    <a:cubicBezTo>
                      <a:pt x="3514" y="4517"/>
                      <a:pt x="3431" y="4517"/>
                      <a:pt x="3346" y="4517"/>
                    </a:cubicBezTo>
                    <a:cubicBezTo>
                      <a:pt x="3346" y="4544"/>
                      <a:pt x="3346" y="4572"/>
                      <a:pt x="3346" y="4600"/>
                    </a:cubicBezTo>
                    <a:cubicBezTo>
                      <a:pt x="3263" y="4600"/>
                      <a:pt x="3180" y="4600"/>
                      <a:pt x="3095" y="4600"/>
                    </a:cubicBezTo>
                    <a:cubicBezTo>
                      <a:pt x="3095" y="4628"/>
                      <a:pt x="3095" y="4656"/>
                      <a:pt x="3095" y="4684"/>
                    </a:cubicBezTo>
                    <a:cubicBezTo>
                      <a:pt x="3012" y="4684"/>
                      <a:pt x="2929" y="4684"/>
                      <a:pt x="2844" y="4684"/>
                    </a:cubicBezTo>
                    <a:cubicBezTo>
                      <a:pt x="2844" y="4712"/>
                      <a:pt x="2844" y="4739"/>
                      <a:pt x="2844" y="4768"/>
                    </a:cubicBezTo>
                    <a:cubicBezTo>
                      <a:pt x="2789" y="4768"/>
                      <a:pt x="2733" y="4768"/>
                      <a:pt x="2677" y="4768"/>
                    </a:cubicBezTo>
                    <a:cubicBezTo>
                      <a:pt x="2677" y="4795"/>
                      <a:pt x="2677" y="4823"/>
                      <a:pt x="2677" y="4851"/>
                    </a:cubicBezTo>
                    <a:cubicBezTo>
                      <a:pt x="2621" y="4851"/>
                      <a:pt x="2566" y="4851"/>
                      <a:pt x="2509" y="4851"/>
                    </a:cubicBezTo>
                    <a:cubicBezTo>
                      <a:pt x="2509" y="4879"/>
                      <a:pt x="2509" y="4907"/>
                      <a:pt x="2509" y="4935"/>
                    </a:cubicBezTo>
                    <a:cubicBezTo>
                      <a:pt x="2454" y="4935"/>
                      <a:pt x="2399" y="4935"/>
                      <a:pt x="2342" y="4935"/>
                    </a:cubicBezTo>
                    <a:cubicBezTo>
                      <a:pt x="2342" y="4963"/>
                      <a:pt x="2342" y="4990"/>
                      <a:pt x="2342" y="5019"/>
                    </a:cubicBezTo>
                    <a:cubicBezTo>
                      <a:pt x="2287" y="5019"/>
                      <a:pt x="2232" y="5019"/>
                      <a:pt x="2175" y="5019"/>
                    </a:cubicBezTo>
                    <a:cubicBezTo>
                      <a:pt x="2175" y="5046"/>
                      <a:pt x="2175" y="5074"/>
                      <a:pt x="2175" y="5102"/>
                    </a:cubicBezTo>
                    <a:cubicBezTo>
                      <a:pt x="2092" y="5102"/>
                      <a:pt x="2009" y="5102"/>
                      <a:pt x="1924" y="5102"/>
                    </a:cubicBezTo>
                    <a:cubicBezTo>
                      <a:pt x="1924" y="5130"/>
                      <a:pt x="1924" y="5157"/>
                      <a:pt x="1924" y="5186"/>
                    </a:cubicBezTo>
                    <a:cubicBezTo>
                      <a:pt x="1869" y="5186"/>
                      <a:pt x="1813" y="5186"/>
                      <a:pt x="1757" y="5186"/>
                    </a:cubicBezTo>
                    <a:cubicBezTo>
                      <a:pt x="1757" y="5213"/>
                      <a:pt x="1757" y="5241"/>
                      <a:pt x="1757" y="5270"/>
                    </a:cubicBezTo>
                    <a:cubicBezTo>
                      <a:pt x="1715" y="5296"/>
                      <a:pt x="1672" y="5312"/>
                      <a:pt x="1626" y="5330"/>
                    </a:cubicBezTo>
                    <a:cubicBezTo>
                      <a:pt x="1614" y="5337"/>
                      <a:pt x="1602" y="5345"/>
                      <a:pt x="1589" y="5353"/>
                    </a:cubicBezTo>
                    <a:cubicBezTo>
                      <a:pt x="1584" y="5398"/>
                      <a:pt x="1584" y="5398"/>
                      <a:pt x="1589" y="5437"/>
                    </a:cubicBezTo>
                    <a:cubicBezTo>
                      <a:pt x="1583" y="5436"/>
                      <a:pt x="1583" y="5436"/>
                      <a:pt x="1553" y="5429"/>
                    </a:cubicBezTo>
                    <a:cubicBezTo>
                      <a:pt x="1499" y="5438"/>
                      <a:pt x="1491" y="5445"/>
                      <a:pt x="1459" y="5486"/>
                    </a:cubicBezTo>
                    <a:cubicBezTo>
                      <a:pt x="1404" y="5575"/>
                      <a:pt x="1415" y="5671"/>
                      <a:pt x="1422" y="5771"/>
                    </a:cubicBezTo>
                    <a:cubicBezTo>
                      <a:pt x="1450" y="5771"/>
                      <a:pt x="1477" y="5771"/>
                      <a:pt x="1506" y="5771"/>
                    </a:cubicBezTo>
                    <a:cubicBezTo>
                      <a:pt x="1506" y="5799"/>
                      <a:pt x="1506" y="5827"/>
                      <a:pt x="1506" y="5855"/>
                    </a:cubicBezTo>
                    <a:cubicBezTo>
                      <a:pt x="1616" y="5855"/>
                      <a:pt x="1726" y="5855"/>
                      <a:pt x="1840" y="5855"/>
                    </a:cubicBezTo>
                    <a:cubicBezTo>
                      <a:pt x="1840" y="5827"/>
                      <a:pt x="1840" y="5800"/>
                      <a:pt x="1840" y="5771"/>
                    </a:cubicBezTo>
                    <a:cubicBezTo>
                      <a:pt x="1895" y="5771"/>
                      <a:pt x="1951" y="5771"/>
                      <a:pt x="2007" y="5771"/>
                    </a:cubicBezTo>
                    <a:cubicBezTo>
                      <a:pt x="2007" y="5744"/>
                      <a:pt x="2007" y="5716"/>
                      <a:pt x="2007" y="5688"/>
                    </a:cubicBezTo>
                    <a:cubicBezTo>
                      <a:pt x="2063" y="5688"/>
                      <a:pt x="2118" y="5688"/>
                      <a:pt x="2175" y="5688"/>
                    </a:cubicBezTo>
                    <a:cubicBezTo>
                      <a:pt x="2175" y="5660"/>
                      <a:pt x="2175" y="5633"/>
                      <a:pt x="2175" y="5604"/>
                    </a:cubicBezTo>
                    <a:cubicBezTo>
                      <a:pt x="2230" y="5604"/>
                      <a:pt x="2285" y="5604"/>
                      <a:pt x="2342" y="5604"/>
                    </a:cubicBezTo>
                    <a:cubicBezTo>
                      <a:pt x="2342" y="5576"/>
                      <a:pt x="2342" y="5549"/>
                      <a:pt x="2342" y="5520"/>
                    </a:cubicBezTo>
                    <a:cubicBezTo>
                      <a:pt x="2397" y="5520"/>
                      <a:pt x="2452" y="5520"/>
                      <a:pt x="2509" y="5520"/>
                    </a:cubicBezTo>
                    <a:cubicBezTo>
                      <a:pt x="2509" y="5493"/>
                      <a:pt x="2509" y="5465"/>
                      <a:pt x="2509" y="5437"/>
                    </a:cubicBezTo>
                    <a:cubicBezTo>
                      <a:pt x="2564" y="5437"/>
                      <a:pt x="2620" y="5437"/>
                      <a:pt x="2677" y="5437"/>
                    </a:cubicBezTo>
                    <a:cubicBezTo>
                      <a:pt x="2677" y="5409"/>
                      <a:pt x="2677" y="5382"/>
                      <a:pt x="2677" y="5353"/>
                    </a:cubicBezTo>
                    <a:cubicBezTo>
                      <a:pt x="2732" y="5353"/>
                      <a:pt x="2787" y="5353"/>
                      <a:pt x="2844" y="5353"/>
                    </a:cubicBezTo>
                    <a:cubicBezTo>
                      <a:pt x="2844" y="5326"/>
                      <a:pt x="2844" y="5298"/>
                      <a:pt x="2844" y="5270"/>
                    </a:cubicBezTo>
                    <a:cubicBezTo>
                      <a:pt x="2899" y="5270"/>
                      <a:pt x="2954" y="5270"/>
                      <a:pt x="3011" y="5270"/>
                    </a:cubicBezTo>
                    <a:cubicBezTo>
                      <a:pt x="3011" y="5242"/>
                      <a:pt x="3011" y="5214"/>
                      <a:pt x="3011" y="5186"/>
                    </a:cubicBezTo>
                    <a:cubicBezTo>
                      <a:pt x="3024" y="5187"/>
                      <a:pt x="3036" y="5188"/>
                      <a:pt x="3050" y="5189"/>
                    </a:cubicBezTo>
                    <a:cubicBezTo>
                      <a:pt x="3197" y="5195"/>
                      <a:pt x="3297" y="5166"/>
                      <a:pt x="3429" y="5102"/>
                    </a:cubicBezTo>
                    <a:cubicBezTo>
                      <a:pt x="3429" y="5075"/>
                      <a:pt x="3429" y="5047"/>
                      <a:pt x="3429" y="5019"/>
                    </a:cubicBezTo>
                    <a:cubicBezTo>
                      <a:pt x="3512" y="5019"/>
                      <a:pt x="3595" y="5019"/>
                      <a:pt x="3680" y="5019"/>
                    </a:cubicBezTo>
                    <a:cubicBezTo>
                      <a:pt x="3680" y="4991"/>
                      <a:pt x="3680" y="4963"/>
                      <a:pt x="3680" y="4935"/>
                    </a:cubicBezTo>
                    <a:cubicBezTo>
                      <a:pt x="3846" y="4935"/>
                      <a:pt x="4012" y="4935"/>
                      <a:pt x="4182" y="4935"/>
                    </a:cubicBezTo>
                    <a:cubicBezTo>
                      <a:pt x="4182" y="4907"/>
                      <a:pt x="4182" y="4880"/>
                      <a:pt x="4182" y="4851"/>
                    </a:cubicBezTo>
                    <a:cubicBezTo>
                      <a:pt x="4193" y="4852"/>
                      <a:pt x="4205" y="4852"/>
                      <a:pt x="4216" y="4852"/>
                    </a:cubicBezTo>
                    <a:cubicBezTo>
                      <a:pt x="4267" y="4853"/>
                      <a:pt x="4317" y="4853"/>
                      <a:pt x="4368" y="4854"/>
                    </a:cubicBezTo>
                    <a:cubicBezTo>
                      <a:pt x="4385" y="4854"/>
                      <a:pt x="4403" y="4855"/>
                      <a:pt x="4421" y="4855"/>
                    </a:cubicBezTo>
                    <a:cubicBezTo>
                      <a:pt x="4438" y="4855"/>
                      <a:pt x="4455" y="4855"/>
                      <a:pt x="4472" y="4855"/>
                    </a:cubicBezTo>
                    <a:cubicBezTo>
                      <a:pt x="4488" y="4856"/>
                      <a:pt x="4503" y="4856"/>
                      <a:pt x="4519" y="4856"/>
                    </a:cubicBezTo>
                    <a:cubicBezTo>
                      <a:pt x="4559" y="4851"/>
                      <a:pt x="4559" y="4851"/>
                      <a:pt x="4600" y="4809"/>
                    </a:cubicBezTo>
                    <a:cubicBezTo>
                      <a:pt x="4645" y="4803"/>
                      <a:pt x="4688" y="4799"/>
                      <a:pt x="4733" y="4796"/>
                    </a:cubicBezTo>
                    <a:cubicBezTo>
                      <a:pt x="4745" y="4795"/>
                      <a:pt x="4758" y="4795"/>
                      <a:pt x="4772" y="4794"/>
                    </a:cubicBezTo>
                    <a:cubicBezTo>
                      <a:pt x="4813" y="4791"/>
                      <a:pt x="4854" y="4788"/>
                      <a:pt x="4896" y="4786"/>
                    </a:cubicBezTo>
                    <a:cubicBezTo>
                      <a:pt x="4924" y="4784"/>
                      <a:pt x="4952" y="4782"/>
                      <a:pt x="4980" y="4780"/>
                    </a:cubicBezTo>
                    <a:cubicBezTo>
                      <a:pt x="5048" y="4776"/>
                      <a:pt x="5117" y="4772"/>
                      <a:pt x="5186" y="4768"/>
                    </a:cubicBezTo>
                    <a:cubicBezTo>
                      <a:pt x="5186" y="4740"/>
                      <a:pt x="5186" y="4712"/>
                      <a:pt x="5186" y="4684"/>
                    </a:cubicBezTo>
                    <a:cubicBezTo>
                      <a:pt x="5628" y="4684"/>
                      <a:pt x="6069" y="4684"/>
                      <a:pt x="6524" y="4684"/>
                    </a:cubicBezTo>
                    <a:cubicBezTo>
                      <a:pt x="6524" y="4656"/>
                      <a:pt x="6524" y="4629"/>
                      <a:pt x="6524" y="4600"/>
                    </a:cubicBezTo>
                    <a:cubicBezTo>
                      <a:pt x="6552" y="4600"/>
                      <a:pt x="6579" y="4600"/>
                      <a:pt x="6608" y="4600"/>
                    </a:cubicBezTo>
                    <a:cubicBezTo>
                      <a:pt x="6608" y="4490"/>
                      <a:pt x="6608" y="4380"/>
                      <a:pt x="6608" y="4266"/>
                    </a:cubicBezTo>
                    <a:cubicBezTo>
                      <a:pt x="6580" y="4266"/>
                      <a:pt x="6553" y="4266"/>
                      <a:pt x="6524" y="4266"/>
                    </a:cubicBezTo>
                    <a:cubicBezTo>
                      <a:pt x="6524" y="4238"/>
                      <a:pt x="6524" y="4211"/>
                      <a:pt x="6524" y="4182"/>
                    </a:cubicBezTo>
                    <a:cubicBezTo>
                      <a:pt x="6356" y="4181"/>
                      <a:pt x="6188" y="4180"/>
                      <a:pt x="6019" y="4180"/>
                    </a:cubicBezTo>
                    <a:cubicBezTo>
                      <a:pt x="5941" y="4180"/>
                      <a:pt x="5863" y="4179"/>
                      <a:pt x="5785" y="4179"/>
                    </a:cubicBezTo>
                    <a:cubicBezTo>
                      <a:pt x="5709" y="4179"/>
                      <a:pt x="5634" y="4178"/>
                      <a:pt x="5559" y="4178"/>
                    </a:cubicBezTo>
                    <a:cubicBezTo>
                      <a:pt x="5530" y="4178"/>
                      <a:pt x="5501" y="4178"/>
                      <a:pt x="5472" y="4178"/>
                    </a:cubicBezTo>
                    <a:cubicBezTo>
                      <a:pt x="5432" y="4177"/>
                      <a:pt x="5392" y="4177"/>
                      <a:pt x="5351" y="4177"/>
                    </a:cubicBezTo>
                    <a:cubicBezTo>
                      <a:pt x="5339" y="4177"/>
                      <a:pt x="5328" y="4177"/>
                      <a:pt x="5315" y="4177"/>
                    </a:cubicBezTo>
                    <a:cubicBezTo>
                      <a:pt x="5232" y="4177"/>
                      <a:pt x="5232" y="4177"/>
                      <a:pt x="5186" y="4224"/>
                    </a:cubicBezTo>
                    <a:close/>
                    <a:moveTo>
                      <a:pt x="5437" y="6357"/>
                    </a:moveTo>
                    <a:cubicBezTo>
                      <a:pt x="5437" y="6384"/>
                      <a:pt x="5437" y="6412"/>
                      <a:pt x="5437" y="6441"/>
                    </a:cubicBezTo>
                    <a:cubicBezTo>
                      <a:pt x="5161" y="6441"/>
                      <a:pt x="4885" y="6441"/>
                      <a:pt x="4600" y="6441"/>
                    </a:cubicBezTo>
                    <a:cubicBezTo>
                      <a:pt x="4600" y="6468"/>
                      <a:pt x="4600" y="6496"/>
                      <a:pt x="4600" y="6524"/>
                    </a:cubicBezTo>
                    <a:cubicBezTo>
                      <a:pt x="4585" y="6524"/>
                      <a:pt x="4571" y="6523"/>
                      <a:pt x="4555" y="6523"/>
                    </a:cubicBezTo>
                    <a:cubicBezTo>
                      <a:pt x="4009" y="6508"/>
                      <a:pt x="4009" y="6508"/>
                      <a:pt x="3764" y="6608"/>
                    </a:cubicBezTo>
                    <a:cubicBezTo>
                      <a:pt x="3764" y="6635"/>
                      <a:pt x="3764" y="6663"/>
                      <a:pt x="3764" y="6691"/>
                    </a:cubicBezTo>
                    <a:cubicBezTo>
                      <a:pt x="3654" y="6691"/>
                      <a:pt x="3543" y="6691"/>
                      <a:pt x="3429" y="6691"/>
                    </a:cubicBezTo>
                    <a:cubicBezTo>
                      <a:pt x="3429" y="6719"/>
                      <a:pt x="3429" y="6747"/>
                      <a:pt x="3429" y="6775"/>
                    </a:cubicBezTo>
                    <a:cubicBezTo>
                      <a:pt x="3347" y="6775"/>
                      <a:pt x="3264" y="6775"/>
                      <a:pt x="3178" y="6775"/>
                    </a:cubicBezTo>
                    <a:cubicBezTo>
                      <a:pt x="3178" y="6803"/>
                      <a:pt x="3178" y="6830"/>
                      <a:pt x="3178" y="6859"/>
                    </a:cubicBezTo>
                    <a:cubicBezTo>
                      <a:pt x="3096" y="6859"/>
                      <a:pt x="3013" y="6859"/>
                      <a:pt x="2928" y="6859"/>
                    </a:cubicBezTo>
                    <a:cubicBezTo>
                      <a:pt x="2928" y="6886"/>
                      <a:pt x="2928" y="6914"/>
                      <a:pt x="2928" y="6942"/>
                    </a:cubicBezTo>
                    <a:cubicBezTo>
                      <a:pt x="2872" y="6942"/>
                      <a:pt x="2817" y="6942"/>
                      <a:pt x="2760" y="6942"/>
                    </a:cubicBezTo>
                    <a:cubicBezTo>
                      <a:pt x="2760" y="6970"/>
                      <a:pt x="2760" y="6998"/>
                      <a:pt x="2760" y="7026"/>
                    </a:cubicBezTo>
                    <a:cubicBezTo>
                      <a:pt x="2650" y="7026"/>
                      <a:pt x="2539" y="7026"/>
                      <a:pt x="2426" y="7026"/>
                    </a:cubicBezTo>
                    <a:cubicBezTo>
                      <a:pt x="2426" y="7054"/>
                      <a:pt x="2426" y="7081"/>
                      <a:pt x="2426" y="7110"/>
                    </a:cubicBezTo>
                    <a:cubicBezTo>
                      <a:pt x="2416" y="7111"/>
                      <a:pt x="2405" y="7113"/>
                      <a:pt x="2395" y="7114"/>
                    </a:cubicBezTo>
                    <a:cubicBezTo>
                      <a:pt x="2276" y="7138"/>
                      <a:pt x="2174" y="7185"/>
                      <a:pt x="2091" y="7277"/>
                    </a:cubicBezTo>
                    <a:cubicBezTo>
                      <a:pt x="2087" y="7323"/>
                      <a:pt x="2087" y="7323"/>
                      <a:pt x="2091" y="7361"/>
                    </a:cubicBezTo>
                    <a:cubicBezTo>
                      <a:pt x="2077" y="7360"/>
                      <a:pt x="2064" y="7359"/>
                      <a:pt x="2050" y="7358"/>
                    </a:cubicBezTo>
                    <a:cubicBezTo>
                      <a:pt x="1943" y="7353"/>
                      <a:pt x="1863" y="7352"/>
                      <a:pt x="1777" y="7420"/>
                    </a:cubicBezTo>
                    <a:cubicBezTo>
                      <a:pt x="1757" y="7444"/>
                      <a:pt x="1757" y="7444"/>
                      <a:pt x="1749" y="7491"/>
                    </a:cubicBezTo>
                    <a:cubicBezTo>
                      <a:pt x="1751" y="7503"/>
                      <a:pt x="1754" y="7515"/>
                      <a:pt x="1757" y="7528"/>
                    </a:cubicBezTo>
                    <a:cubicBezTo>
                      <a:pt x="1729" y="7528"/>
                      <a:pt x="1701" y="7528"/>
                      <a:pt x="1673" y="7528"/>
                    </a:cubicBezTo>
                    <a:cubicBezTo>
                      <a:pt x="1673" y="7555"/>
                      <a:pt x="1673" y="7583"/>
                      <a:pt x="1673" y="7612"/>
                    </a:cubicBezTo>
                    <a:cubicBezTo>
                      <a:pt x="1618" y="7612"/>
                      <a:pt x="1562" y="7612"/>
                      <a:pt x="1506" y="7612"/>
                    </a:cubicBezTo>
                    <a:cubicBezTo>
                      <a:pt x="1506" y="7639"/>
                      <a:pt x="1506" y="7667"/>
                      <a:pt x="1506" y="7695"/>
                    </a:cubicBezTo>
                    <a:cubicBezTo>
                      <a:pt x="1478" y="7695"/>
                      <a:pt x="1450" y="7695"/>
                      <a:pt x="1422" y="7695"/>
                    </a:cubicBezTo>
                    <a:cubicBezTo>
                      <a:pt x="1406" y="7914"/>
                      <a:pt x="1406" y="7914"/>
                      <a:pt x="1481" y="8009"/>
                    </a:cubicBezTo>
                    <a:cubicBezTo>
                      <a:pt x="1506" y="8030"/>
                      <a:pt x="1506" y="8030"/>
                      <a:pt x="1553" y="8038"/>
                    </a:cubicBezTo>
                    <a:cubicBezTo>
                      <a:pt x="1565" y="8035"/>
                      <a:pt x="1577" y="8032"/>
                      <a:pt x="1589" y="8030"/>
                    </a:cubicBezTo>
                    <a:cubicBezTo>
                      <a:pt x="1589" y="8057"/>
                      <a:pt x="1589" y="8085"/>
                      <a:pt x="1589" y="8113"/>
                    </a:cubicBezTo>
                    <a:cubicBezTo>
                      <a:pt x="1644" y="8113"/>
                      <a:pt x="1700" y="8113"/>
                      <a:pt x="1757" y="8113"/>
                    </a:cubicBezTo>
                    <a:cubicBezTo>
                      <a:pt x="1757" y="8086"/>
                      <a:pt x="1757" y="8058"/>
                      <a:pt x="1757" y="8030"/>
                    </a:cubicBezTo>
                    <a:cubicBezTo>
                      <a:pt x="1812" y="8030"/>
                      <a:pt x="1867" y="8030"/>
                      <a:pt x="1924" y="8030"/>
                    </a:cubicBezTo>
                    <a:cubicBezTo>
                      <a:pt x="1924" y="8002"/>
                      <a:pt x="1924" y="7975"/>
                      <a:pt x="1924" y="7946"/>
                    </a:cubicBezTo>
                    <a:cubicBezTo>
                      <a:pt x="1951" y="7946"/>
                      <a:pt x="1979" y="7946"/>
                      <a:pt x="2007" y="7946"/>
                    </a:cubicBezTo>
                    <a:cubicBezTo>
                      <a:pt x="2007" y="7918"/>
                      <a:pt x="2007" y="7891"/>
                      <a:pt x="2007" y="7862"/>
                    </a:cubicBezTo>
                    <a:cubicBezTo>
                      <a:pt x="2063" y="7862"/>
                      <a:pt x="2118" y="7862"/>
                      <a:pt x="2175" y="7862"/>
                    </a:cubicBezTo>
                    <a:cubicBezTo>
                      <a:pt x="2175" y="7835"/>
                      <a:pt x="2175" y="7807"/>
                      <a:pt x="2175" y="7779"/>
                    </a:cubicBezTo>
                    <a:cubicBezTo>
                      <a:pt x="2230" y="7779"/>
                      <a:pt x="2285" y="7779"/>
                      <a:pt x="2342" y="7779"/>
                    </a:cubicBezTo>
                    <a:cubicBezTo>
                      <a:pt x="2342" y="7751"/>
                      <a:pt x="2342" y="7724"/>
                      <a:pt x="2342" y="7695"/>
                    </a:cubicBezTo>
                    <a:cubicBezTo>
                      <a:pt x="2397" y="7695"/>
                      <a:pt x="2452" y="7695"/>
                      <a:pt x="2509" y="7695"/>
                    </a:cubicBezTo>
                    <a:cubicBezTo>
                      <a:pt x="2509" y="7668"/>
                      <a:pt x="2509" y="7640"/>
                      <a:pt x="2509" y="7612"/>
                    </a:cubicBezTo>
                    <a:cubicBezTo>
                      <a:pt x="2564" y="7612"/>
                      <a:pt x="2620" y="7612"/>
                      <a:pt x="2677" y="7612"/>
                    </a:cubicBezTo>
                    <a:cubicBezTo>
                      <a:pt x="2677" y="7584"/>
                      <a:pt x="2677" y="7556"/>
                      <a:pt x="2677" y="7528"/>
                    </a:cubicBezTo>
                    <a:cubicBezTo>
                      <a:pt x="2732" y="7528"/>
                      <a:pt x="2787" y="7528"/>
                      <a:pt x="2844" y="7528"/>
                    </a:cubicBezTo>
                    <a:cubicBezTo>
                      <a:pt x="2844" y="7500"/>
                      <a:pt x="2844" y="7473"/>
                      <a:pt x="2844" y="7444"/>
                    </a:cubicBezTo>
                    <a:cubicBezTo>
                      <a:pt x="2899" y="7444"/>
                      <a:pt x="2954" y="7444"/>
                      <a:pt x="3011" y="7444"/>
                    </a:cubicBezTo>
                    <a:cubicBezTo>
                      <a:pt x="3011" y="7417"/>
                      <a:pt x="3011" y="7389"/>
                      <a:pt x="3011" y="7361"/>
                    </a:cubicBezTo>
                    <a:cubicBezTo>
                      <a:pt x="3122" y="7361"/>
                      <a:pt x="3232" y="7361"/>
                      <a:pt x="3346" y="7361"/>
                    </a:cubicBezTo>
                    <a:cubicBezTo>
                      <a:pt x="3346" y="7333"/>
                      <a:pt x="3346" y="7305"/>
                      <a:pt x="3346" y="7277"/>
                    </a:cubicBezTo>
                    <a:cubicBezTo>
                      <a:pt x="3401" y="7277"/>
                      <a:pt x="3456" y="7277"/>
                      <a:pt x="3513" y="7277"/>
                    </a:cubicBezTo>
                    <a:cubicBezTo>
                      <a:pt x="3513" y="7249"/>
                      <a:pt x="3513" y="7222"/>
                      <a:pt x="3513" y="7193"/>
                    </a:cubicBezTo>
                    <a:cubicBezTo>
                      <a:pt x="3596" y="7193"/>
                      <a:pt x="3679" y="7193"/>
                      <a:pt x="3764" y="7193"/>
                    </a:cubicBezTo>
                    <a:cubicBezTo>
                      <a:pt x="3764" y="7166"/>
                      <a:pt x="3764" y="7138"/>
                      <a:pt x="3764" y="7110"/>
                    </a:cubicBezTo>
                    <a:cubicBezTo>
                      <a:pt x="3874" y="7110"/>
                      <a:pt x="3985" y="7110"/>
                      <a:pt x="4099" y="7110"/>
                    </a:cubicBezTo>
                    <a:cubicBezTo>
                      <a:pt x="4099" y="7082"/>
                      <a:pt x="4099" y="7054"/>
                      <a:pt x="4099" y="7026"/>
                    </a:cubicBezTo>
                    <a:cubicBezTo>
                      <a:pt x="4237" y="7026"/>
                      <a:pt x="4375" y="7026"/>
                      <a:pt x="4517" y="7026"/>
                    </a:cubicBezTo>
                    <a:cubicBezTo>
                      <a:pt x="4517" y="6998"/>
                      <a:pt x="4517" y="6971"/>
                      <a:pt x="4517" y="6942"/>
                    </a:cubicBezTo>
                    <a:cubicBezTo>
                      <a:pt x="4765" y="6942"/>
                      <a:pt x="5014" y="6942"/>
                      <a:pt x="5270" y="6942"/>
                    </a:cubicBezTo>
                    <a:cubicBezTo>
                      <a:pt x="5270" y="6915"/>
                      <a:pt x="5270" y="6887"/>
                      <a:pt x="5270" y="6859"/>
                    </a:cubicBezTo>
                    <a:cubicBezTo>
                      <a:pt x="5573" y="6859"/>
                      <a:pt x="5877" y="6859"/>
                      <a:pt x="6190" y="6859"/>
                    </a:cubicBezTo>
                    <a:cubicBezTo>
                      <a:pt x="6190" y="6886"/>
                      <a:pt x="6190" y="6914"/>
                      <a:pt x="6190" y="6942"/>
                    </a:cubicBezTo>
                    <a:cubicBezTo>
                      <a:pt x="6272" y="6942"/>
                      <a:pt x="6355" y="6942"/>
                      <a:pt x="6441" y="6942"/>
                    </a:cubicBezTo>
                    <a:cubicBezTo>
                      <a:pt x="6441" y="6915"/>
                      <a:pt x="6441" y="6887"/>
                      <a:pt x="6441" y="6859"/>
                    </a:cubicBezTo>
                    <a:cubicBezTo>
                      <a:pt x="6468" y="6859"/>
                      <a:pt x="6496" y="6859"/>
                      <a:pt x="6524" y="6859"/>
                    </a:cubicBezTo>
                    <a:cubicBezTo>
                      <a:pt x="6524" y="6831"/>
                      <a:pt x="6524" y="6804"/>
                      <a:pt x="6524" y="6775"/>
                    </a:cubicBezTo>
                    <a:cubicBezTo>
                      <a:pt x="6552" y="6775"/>
                      <a:pt x="6579" y="6775"/>
                      <a:pt x="6608" y="6775"/>
                    </a:cubicBezTo>
                    <a:cubicBezTo>
                      <a:pt x="6608" y="6692"/>
                      <a:pt x="6608" y="6609"/>
                      <a:pt x="6608" y="6524"/>
                    </a:cubicBezTo>
                    <a:cubicBezTo>
                      <a:pt x="6580" y="6524"/>
                      <a:pt x="6553" y="6524"/>
                      <a:pt x="6524" y="6524"/>
                    </a:cubicBezTo>
                    <a:cubicBezTo>
                      <a:pt x="6524" y="6497"/>
                      <a:pt x="6524" y="6469"/>
                      <a:pt x="6524" y="6441"/>
                    </a:cubicBezTo>
                    <a:cubicBezTo>
                      <a:pt x="6331" y="6441"/>
                      <a:pt x="6138" y="6441"/>
                      <a:pt x="5939" y="6441"/>
                    </a:cubicBezTo>
                    <a:cubicBezTo>
                      <a:pt x="5939" y="6413"/>
                      <a:pt x="5939" y="6385"/>
                      <a:pt x="5939" y="6357"/>
                    </a:cubicBezTo>
                    <a:cubicBezTo>
                      <a:pt x="5773" y="6357"/>
                      <a:pt x="5607" y="6357"/>
                      <a:pt x="5437" y="6357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68" name="ICON_REFERENCE_BOOK_path_002"/>
              <p:cNvSpPr/>
              <p:nvPr/>
            </p:nvSpPr>
            <p:spPr>
              <a:xfrm>
                <a:off x="10388742" y="892084"/>
                <a:ext cx="101978" cy="162527"/>
              </a:xfrm>
              <a:custGeom>
                <a:avLst/>
                <a:gdLst/>
                <a:ahLst/>
                <a:cxnLst/>
                <a:rect l="0" t="0" r="r" b="b"/>
                <a:pathLst>
                  <a:path w="8030" h="12797" fill="norm" stroke="0">
                    <a:moveTo>
                      <a:pt x="1506" y="0"/>
                    </a:moveTo>
                    <a:cubicBezTo>
                      <a:pt x="1864" y="0"/>
                      <a:pt x="2223" y="0"/>
                      <a:pt x="2593" y="0"/>
                    </a:cubicBezTo>
                    <a:cubicBezTo>
                      <a:pt x="2593" y="28"/>
                      <a:pt x="2593" y="55"/>
                      <a:pt x="2593" y="84"/>
                    </a:cubicBezTo>
                    <a:cubicBezTo>
                      <a:pt x="2869" y="84"/>
                      <a:pt x="3145" y="84"/>
                      <a:pt x="3429" y="84"/>
                    </a:cubicBezTo>
                    <a:cubicBezTo>
                      <a:pt x="3429" y="111"/>
                      <a:pt x="3429" y="139"/>
                      <a:pt x="3429" y="167"/>
                    </a:cubicBezTo>
                    <a:cubicBezTo>
                      <a:pt x="3567" y="167"/>
                      <a:pt x="3705" y="167"/>
                      <a:pt x="3848" y="167"/>
                    </a:cubicBezTo>
                    <a:cubicBezTo>
                      <a:pt x="3848" y="195"/>
                      <a:pt x="3848" y="222"/>
                      <a:pt x="3848" y="251"/>
                    </a:cubicBezTo>
                    <a:cubicBezTo>
                      <a:pt x="3958" y="251"/>
                      <a:pt x="4068" y="251"/>
                      <a:pt x="4182" y="251"/>
                    </a:cubicBezTo>
                    <a:cubicBezTo>
                      <a:pt x="4182" y="279"/>
                      <a:pt x="4182" y="306"/>
                      <a:pt x="4182" y="335"/>
                    </a:cubicBezTo>
                    <a:cubicBezTo>
                      <a:pt x="4265" y="335"/>
                      <a:pt x="4348" y="335"/>
                      <a:pt x="4433" y="335"/>
                    </a:cubicBezTo>
                    <a:cubicBezTo>
                      <a:pt x="4433" y="362"/>
                      <a:pt x="4433" y="390"/>
                      <a:pt x="4433" y="418"/>
                    </a:cubicBezTo>
                    <a:cubicBezTo>
                      <a:pt x="4516" y="418"/>
                      <a:pt x="4599" y="418"/>
                      <a:pt x="4684" y="418"/>
                    </a:cubicBezTo>
                    <a:cubicBezTo>
                      <a:pt x="4684" y="446"/>
                      <a:pt x="4684" y="473"/>
                      <a:pt x="4684" y="502"/>
                    </a:cubicBezTo>
                    <a:cubicBezTo>
                      <a:pt x="4794" y="502"/>
                      <a:pt x="4905" y="502"/>
                      <a:pt x="5019" y="502"/>
                    </a:cubicBezTo>
                    <a:cubicBezTo>
                      <a:pt x="5019" y="529"/>
                      <a:pt x="5019" y="557"/>
                      <a:pt x="5019" y="586"/>
                    </a:cubicBezTo>
                    <a:cubicBezTo>
                      <a:pt x="5101" y="586"/>
                      <a:pt x="5184" y="586"/>
                      <a:pt x="5270" y="586"/>
                    </a:cubicBezTo>
                    <a:cubicBezTo>
                      <a:pt x="5270" y="613"/>
                      <a:pt x="5270" y="641"/>
                      <a:pt x="5270" y="669"/>
                    </a:cubicBezTo>
                    <a:cubicBezTo>
                      <a:pt x="5325" y="669"/>
                      <a:pt x="5380" y="669"/>
                      <a:pt x="5437" y="669"/>
                    </a:cubicBezTo>
                    <a:cubicBezTo>
                      <a:pt x="5437" y="697"/>
                      <a:pt x="5437" y="724"/>
                      <a:pt x="5437" y="753"/>
                    </a:cubicBezTo>
                    <a:cubicBezTo>
                      <a:pt x="5520" y="753"/>
                      <a:pt x="5602" y="753"/>
                      <a:pt x="5688" y="753"/>
                    </a:cubicBezTo>
                    <a:cubicBezTo>
                      <a:pt x="5688" y="780"/>
                      <a:pt x="5688" y="808"/>
                      <a:pt x="5688" y="836"/>
                    </a:cubicBezTo>
                    <a:cubicBezTo>
                      <a:pt x="5743" y="836"/>
                      <a:pt x="5798" y="836"/>
                      <a:pt x="5855" y="836"/>
                    </a:cubicBezTo>
                    <a:cubicBezTo>
                      <a:pt x="5855" y="864"/>
                      <a:pt x="5855" y="892"/>
                      <a:pt x="5855" y="920"/>
                    </a:cubicBezTo>
                    <a:cubicBezTo>
                      <a:pt x="5883" y="920"/>
                      <a:pt x="5910" y="920"/>
                      <a:pt x="5939" y="920"/>
                    </a:cubicBezTo>
                    <a:cubicBezTo>
                      <a:pt x="5939" y="948"/>
                      <a:pt x="5939" y="975"/>
                      <a:pt x="5939" y="1004"/>
                    </a:cubicBezTo>
                    <a:cubicBezTo>
                      <a:pt x="6021" y="1004"/>
                      <a:pt x="6104" y="1004"/>
                      <a:pt x="6190" y="1004"/>
                    </a:cubicBezTo>
                    <a:cubicBezTo>
                      <a:pt x="6190" y="1031"/>
                      <a:pt x="6190" y="1059"/>
                      <a:pt x="6190" y="1087"/>
                    </a:cubicBezTo>
                    <a:cubicBezTo>
                      <a:pt x="6245" y="1087"/>
                      <a:pt x="6300" y="1087"/>
                      <a:pt x="6357" y="1087"/>
                    </a:cubicBezTo>
                    <a:cubicBezTo>
                      <a:pt x="6357" y="1115"/>
                      <a:pt x="6357" y="1143"/>
                      <a:pt x="6357" y="1171"/>
                    </a:cubicBezTo>
                    <a:cubicBezTo>
                      <a:pt x="6388" y="1195"/>
                      <a:pt x="6388" y="1195"/>
                      <a:pt x="6430" y="1213"/>
                    </a:cubicBezTo>
                    <a:cubicBezTo>
                      <a:pt x="6445" y="1220"/>
                      <a:pt x="6460" y="1227"/>
                      <a:pt x="6476" y="1234"/>
                    </a:cubicBezTo>
                    <a:cubicBezTo>
                      <a:pt x="6492" y="1241"/>
                      <a:pt x="6508" y="1248"/>
                      <a:pt x="6524" y="1255"/>
                    </a:cubicBezTo>
                    <a:cubicBezTo>
                      <a:pt x="6556" y="1268"/>
                      <a:pt x="6587" y="1282"/>
                      <a:pt x="6618" y="1296"/>
                    </a:cubicBezTo>
                    <a:cubicBezTo>
                      <a:pt x="6632" y="1302"/>
                      <a:pt x="6646" y="1309"/>
                      <a:pt x="6661" y="1315"/>
                    </a:cubicBezTo>
                    <a:cubicBezTo>
                      <a:pt x="6666" y="1319"/>
                      <a:pt x="6666" y="1319"/>
                      <a:pt x="6691" y="1338"/>
                    </a:cubicBezTo>
                    <a:cubicBezTo>
                      <a:pt x="6696" y="1383"/>
                      <a:pt x="6696" y="1383"/>
                      <a:pt x="6691" y="1422"/>
                    </a:cubicBezTo>
                    <a:cubicBezTo>
                      <a:pt x="6719" y="1422"/>
                      <a:pt x="6747" y="1422"/>
                      <a:pt x="6775" y="1422"/>
                    </a:cubicBezTo>
                    <a:cubicBezTo>
                      <a:pt x="6775" y="1450"/>
                      <a:pt x="6775" y="1477"/>
                      <a:pt x="6775" y="1506"/>
                    </a:cubicBezTo>
                    <a:cubicBezTo>
                      <a:pt x="6830" y="1506"/>
                      <a:pt x="6886" y="1506"/>
                      <a:pt x="6942" y="1506"/>
                    </a:cubicBezTo>
                    <a:cubicBezTo>
                      <a:pt x="6942" y="1533"/>
                      <a:pt x="6942" y="1561"/>
                      <a:pt x="6942" y="1589"/>
                    </a:cubicBezTo>
                    <a:cubicBezTo>
                      <a:pt x="6998" y="1589"/>
                      <a:pt x="7053" y="1589"/>
                      <a:pt x="7110" y="1589"/>
                    </a:cubicBezTo>
                    <a:cubicBezTo>
                      <a:pt x="7110" y="1617"/>
                      <a:pt x="7110" y="1644"/>
                      <a:pt x="7110" y="1673"/>
                    </a:cubicBezTo>
                    <a:cubicBezTo>
                      <a:pt x="7137" y="1673"/>
                      <a:pt x="7165" y="1673"/>
                      <a:pt x="7193" y="1673"/>
                    </a:cubicBezTo>
                    <a:cubicBezTo>
                      <a:pt x="7193" y="1700"/>
                      <a:pt x="7193" y="1728"/>
                      <a:pt x="7193" y="1757"/>
                    </a:cubicBezTo>
                    <a:cubicBezTo>
                      <a:pt x="7221" y="1757"/>
                      <a:pt x="7249" y="1757"/>
                      <a:pt x="7277" y="1757"/>
                    </a:cubicBezTo>
                    <a:cubicBezTo>
                      <a:pt x="7277" y="1784"/>
                      <a:pt x="7277" y="1812"/>
                      <a:pt x="7277" y="1840"/>
                    </a:cubicBezTo>
                    <a:cubicBezTo>
                      <a:pt x="7305" y="1840"/>
                      <a:pt x="7332" y="1840"/>
                      <a:pt x="7361" y="1840"/>
                    </a:cubicBezTo>
                    <a:cubicBezTo>
                      <a:pt x="7361" y="1868"/>
                      <a:pt x="7361" y="1895"/>
                      <a:pt x="7361" y="1924"/>
                    </a:cubicBezTo>
                    <a:cubicBezTo>
                      <a:pt x="7416" y="1924"/>
                      <a:pt x="7471" y="1924"/>
                      <a:pt x="7528" y="1924"/>
                    </a:cubicBezTo>
                    <a:cubicBezTo>
                      <a:pt x="7528" y="1951"/>
                      <a:pt x="7528" y="1979"/>
                      <a:pt x="7528" y="2007"/>
                    </a:cubicBezTo>
                    <a:cubicBezTo>
                      <a:pt x="7555" y="2007"/>
                      <a:pt x="7583" y="2007"/>
                      <a:pt x="7612" y="2007"/>
                    </a:cubicBezTo>
                    <a:cubicBezTo>
                      <a:pt x="7612" y="2035"/>
                      <a:pt x="7612" y="2063"/>
                      <a:pt x="7612" y="2091"/>
                    </a:cubicBezTo>
                    <a:cubicBezTo>
                      <a:pt x="7639" y="2091"/>
                      <a:pt x="7667" y="2091"/>
                      <a:pt x="7695" y="2091"/>
                    </a:cubicBezTo>
                    <a:cubicBezTo>
                      <a:pt x="7695" y="2119"/>
                      <a:pt x="7695" y="2146"/>
                      <a:pt x="7695" y="2175"/>
                    </a:cubicBezTo>
                    <a:cubicBezTo>
                      <a:pt x="7723" y="2175"/>
                      <a:pt x="7750" y="2175"/>
                      <a:pt x="7779" y="2175"/>
                    </a:cubicBezTo>
                    <a:cubicBezTo>
                      <a:pt x="7779" y="2202"/>
                      <a:pt x="7779" y="2230"/>
                      <a:pt x="7779" y="2258"/>
                    </a:cubicBezTo>
                    <a:cubicBezTo>
                      <a:pt x="7806" y="2258"/>
                      <a:pt x="7834" y="2258"/>
                      <a:pt x="7862" y="2258"/>
                    </a:cubicBezTo>
                    <a:cubicBezTo>
                      <a:pt x="7862" y="2286"/>
                      <a:pt x="7862" y="2314"/>
                      <a:pt x="7862" y="2342"/>
                    </a:cubicBezTo>
                    <a:cubicBezTo>
                      <a:pt x="7890" y="2342"/>
                      <a:pt x="7918" y="2342"/>
                      <a:pt x="7946" y="2342"/>
                    </a:cubicBezTo>
                    <a:cubicBezTo>
                      <a:pt x="7946" y="2370"/>
                      <a:pt x="7946" y="2397"/>
                      <a:pt x="7946" y="2426"/>
                    </a:cubicBezTo>
                    <a:cubicBezTo>
                      <a:pt x="7974" y="2426"/>
                      <a:pt x="8001" y="2426"/>
                      <a:pt x="8030" y="2426"/>
                    </a:cubicBezTo>
                    <a:cubicBezTo>
                      <a:pt x="8030" y="5821"/>
                      <a:pt x="8030" y="9216"/>
                      <a:pt x="8030" y="12714"/>
                    </a:cubicBezTo>
                    <a:cubicBezTo>
                      <a:pt x="8002" y="12714"/>
                      <a:pt x="7975" y="12714"/>
                      <a:pt x="7946" y="12714"/>
                    </a:cubicBezTo>
                    <a:cubicBezTo>
                      <a:pt x="7946" y="12741"/>
                      <a:pt x="7946" y="12769"/>
                      <a:pt x="7946" y="12797"/>
                    </a:cubicBezTo>
                    <a:cubicBezTo>
                      <a:pt x="7918" y="12786"/>
                      <a:pt x="7890" y="12773"/>
                      <a:pt x="7862" y="12761"/>
                    </a:cubicBezTo>
                    <a:cubicBezTo>
                      <a:pt x="7855" y="12757"/>
                      <a:pt x="7855" y="12757"/>
                      <a:pt x="7815" y="12740"/>
                    </a:cubicBezTo>
                    <a:cubicBezTo>
                      <a:pt x="7803" y="12731"/>
                      <a:pt x="7791" y="12723"/>
                      <a:pt x="7779" y="12714"/>
                    </a:cubicBezTo>
                    <a:cubicBezTo>
                      <a:pt x="7774" y="12669"/>
                      <a:pt x="7774" y="12669"/>
                      <a:pt x="7779" y="12630"/>
                    </a:cubicBezTo>
                    <a:cubicBezTo>
                      <a:pt x="7751" y="12630"/>
                      <a:pt x="7724" y="12630"/>
                      <a:pt x="7695" y="12630"/>
                    </a:cubicBezTo>
                    <a:cubicBezTo>
                      <a:pt x="7695" y="12603"/>
                      <a:pt x="7695" y="12575"/>
                      <a:pt x="7695" y="12546"/>
                    </a:cubicBezTo>
                    <a:cubicBezTo>
                      <a:pt x="7668" y="12546"/>
                      <a:pt x="7640" y="12546"/>
                      <a:pt x="7612" y="12546"/>
                    </a:cubicBezTo>
                    <a:cubicBezTo>
                      <a:pt x="7612" y="12519"/>
                      <a:pt x="7612" y="12491"/>
                      <a:pt x="7612" y="12463"/>
                    </a:cubicBezTo>
                    <a:cubicBezTo>
                      <a:pt x="7584" y="12463"/>
                      <a:pt x="7556" y="12463"/>
                      <a:pt x="7528" y="12463"/>
                    </a:cubicBezTo>
                    <a:cubicBezTo>
                      <a:pt x="7528" y="12435"/>
                      <a:pt x="7528" y="12408"/>
                      <a:pt x="7528" y="12379"/>
                    </a:cubicBezTo>
                    <a:cubicBezTo>
                      <a:pt x="7445" y="12379"/>
                      <a:pt x="7362" y="12379"/>
                      <a:pt x="7277" y="12379"/>
                    </a:cubicBezTo>
                    <a:cubicBezTo>
                      <a:pt x="7277" y="12352"/>
                      <a:pt x="7277" y="12324"/>
                      <a:pt x="7277" y="12296"/>
                    </a:cubicBezTo>
                    <a:cubicBezTo>
                      <a:pt x="7194" y="12268"/>
                      <a:pt x="7111" y="12240"/>
                      <a:pt x="7026" y="12212"/>
                    </a:cubicBezTo>
                    <a:cubicBezTo>
                      <a:pt x="7026" y="12184"/>
                      <a:pt x="7026" y="12157"/>
                      <a:pt x="7026" y="12128"/>
                    </a:cubicBezTo>
                    <a:cubicBezTo>
                      <a:pt x="6998" y="12128"/>
                      <a:pt x="6971" y="12128"/>
                      <a:pt x="6942" y="12128"/>
                    </a:cubicBezTo>
                    <a:cubicBezTo>
                      <a:pt x="6942" y="12101"/>
                      <a:pt x="6942" y="12073"/>
                      <a:pt x="6942" y="12045"/>
                    </a:cubicBezTo>
                    <a:cubicBezTo>
                      <a:pt x="6887" y="12045"/>
                      <a:pt x="6832" y="12045"/>
                      <a:pt x="6775" y="12045"/>
                    </a:cubicBezTo>
                    <a:cubicBezTo>
                      <a:pt x="6775" y="12017"/>
                      <a:pt x="6775" y="11989"/>
                      <a:pt x="6775" y="11961"/>
                    </a:cubicBezTo>
                    <a:cubicBezTo>
                      <a:pt x="6692" y="11961"/>
                      <a:pt x="6609" y="11961"/>
                      <a:pt x="6524" y="11961"/>
                    </a:cubicBezTo>
                    <a:cubicBezTo>
                      <a:pt x="6524" y="11933"/>
                      <a:pt x="6524" y="11906"/>
                      <a:pt x="6524" y="11877"/>
                    </a:cubicBezTo>
                    <a:cubicBezTo>
                      <a:pt x="6469" y="11877"/>
                      <a:pt x="6414" y="11877"/>
                      <a:pt x="6357" y="11877"/>
                    </a:cubicBezTo>
                    <a:cubicBezTo>
                      <a:pt x="6357" y="11850"/>
                      <a:pt x="6357" y="11822"/>
                      <a:pt x="6357" y="11794"/>
                    </a:cubicBezTo>
                    <a:cubicBezTo>
                      <a:pt x="6274" y="11794"/>
                      <a:pt x="6191" y="11794"/>
                      <a:pt x="6106" y="11794"/>
                    </a:cubicBezTo>
                    <a:cubicBezTo>
                      <a:pt x="6106" y="11766"/>
                      <a:pt x="6106" y="11738"/>
                      <a:pt x="6106" y="11710"/>
                    </a:cubicBezTo>
                    <a:cubicBezTo>
                      <a:pt x="6078" y="11710"/>
                      <a:pt x="6051" y="11710"/>
                      <a:pt x="6022" y="11710"/>
                    </a:cubicBezTo>
                    <a:cubicBezTo>
                      <a:pt x="6022" y="11682"/>
                      <a:pt x="6022" y="11655"/>
                      <a:pt x="6022" y="11626"/>
                    </a:cubicBezTo>
                    <a:cubicBezTo>
                      <a:pt x="5912" y="11626"/>
                      <a:pt x="5801" y="11626"/>
                      <a:pt x="5688" y="11626"/>
                    </a:cubicBezTo>
                    <a:cubicBezTo>
                      <a:pt x="5688" y="11599"/>
                      <a:pt x="5688" y="11571"/>
                      <a:pt x="5688" y="11543"/>
                    </a:cubicBezTo>
                    <a:cubicBezTo>
                      <a:pt x="5633" y="11543"/>
                      <a:pt x="5577" y="11543"/>
                      <a:pt x="5520" y="11543"/>
                    </a:cubicBezTo>
                    <a:cubicBezTo>
                      <a:pt x="5520" y="11515"/>
                      <a:pt x="5520" y="11488"/>
                      <a:pt x="5520" y="11459"/>
                    </a:cubicBezTo>
                    <a:cubicBezTo>
                      <a:pt x="5438" y="11459"/>
                      <a:pt x="5355" y="11459"/>
                      <a:pt x="5270" y="11459"/>
                    </a:cubicBezTo>
                    <a:cubicBezTo>
                      <a:pt x="5270" y="11432"/>
                      <a:pt x="5270" y="11404"/>
                      <a:pt x="5270" y="11375"/>
                    </a:cubicBezTo>
                    <a:cubicBezTo>
                      <a:pt x="5159" y="11375"/>
                      <a:pt x="5049" y="11375"/>
                      <a:pt x="4935" y="11375"/>
                    </a:cubicBezTo>
                    <a:cubicBezTo>
                      <a:pt x="4935" y="11348"/>
                      <a:pt x="4935" y="11320"/>
                      <a:pt x="4935" y="11292"/>
                    </a:cubicBezTo>
                    <a:cubicBezTo>
                      <a:pt x="4825" y="11292"/>
                      <a:pt x="4714" y="11292"/>
                      <a:pt x="4600" y="11292"/>
                    </a:cubicBezTo>
                    <a:cubicBezTo>
                      <a:pt x="4600" y="11264"/>
                      <a:pt x="4600" y="11237"/>
                      <a:pt x="4600" y="11208"/>
                    </a:cubicBezTo>
                    <a:cubicBezTo>
                      <a:pt x="4462" y="11208"/>
                      <a:pt x="4324" y="11208"/>
                      <a:pt x="4182" y="11208"/>
                    </a:cubicBezTo>
                    <a:cubicBezTo>
                      <a:pt x="4182" y="11181"/>
                      <a:pt x="4182" y="11153"/>
                      <a:pt x="4182" y="11125"/>
                    </a:cubicBezTo>
                    <a:cubicBezTo>
                      <a:pt x="3961" y="11125"/>
                      <a:pt x="3741" y="11125"/>
                      <a:pt x="3513" y="11125"/>
                    </a:cubicBezTo>
                    <a:cubicBezTo>
                      <a:pt x="3513" y="11097"/>
                      <a:pt x="3513" y="11069"/>
                      <a:pt x="3513" y="11041"/>
                    </a:cubicBezTo>
                    <a:cubicBezTo>
                      <a:pt x="3154" y="11041"/>
                      <a:pt x="2795" y="11041"/>
                      <a:pt x="2426" y="11041"/>
                    </a:cubicBezTo>
                    <a:cubicBezTo>
                      <a:pt x="2426" y="11013"/>
                      <a:pt x="2426" y="10986"/>
                      <a:pt x="2426" y="10957"/>
                    </a:cubicBezTo>
                    <a:cubicBezTo>
                      <a:pt x="2177" y="10957"/>
                      <a:pt x="1929" y="10957"/>
                      <a:pt x="1673" y="10957"/>
                    </a:cubicBezTo>
                    <a:cubicBezTo>
                      <a:pt x="1673" y="10985"/>
                      <a:pt x="1673" y="11012"/>
                      <a:pt x="1673" y="11041"/>
                    </a:cubicBezTo>
                    <a:cubicBezTo>
                      <a:pt x="1314" y="11041"/>
                      <a:pt x="955" y="11041"/>
                      <a:pt x="586" y="11041"/>
                    </a:cubicBezTo>
                    <a:cubicBezTo>
                      <a:pt x="586" y="11068"/>
                      <a:pt x="586" y="11096"/>
                      <a:pt x="586" y="11125"/>
                    </a:cubicBezTo>
                    <a:cubicBezTo>
                      <a:pt x="420" y="11125"/>
                      <a:pt x="254" y="11125"/>
                      <a:pt x="84" y="11125"/>
                    </a:cubicBezTo>
                    <a:cubicBezTo>
                      <a:pt x="84" y="11097"/>
                      <a:pt x="84" y="11069"/>
                      <a:pt x="84" y="11041"/>
                    </a:cubicBezTo>
                    <a:cubicBezTo>
                      <a:pt x="56" y="11041"/>
                      <a:pt x="28" y="11041"/>
                      <a:pt x="0" y="11041"/>
                    </a:cubicBezTo>
                    <a:cubicBezTo>
                      <a:pt x="0" y="7508"/>
                      <a:pt x="0" y="3975"/>
                      <a:pt x="0" y="335"/>
                    </a:cubicBezTo>
                    <a:cubicBezTo>
                      <a:pt x="28" y="335"/>
                      <a:pt x="55" y="335"/>
                      <a:pt x="84" y="335"/>
                    </a:cubicBezTo>
                    <a:cubicBezTo>
                      <a:pt x="84" y="307"/>
                      <a:pt x="84" y="279"/>
                      <a:pt x="84" y="251"/>
                    </a:cubicBezTo>
                    <a:cubicBezTo>
                      <a:pt x="166" y="251"/>
                      <a:pt x="249" y="251"/>
                      <a:pt x="335" y="251"/>
                    </a:cubicBezTo>
                    <a:cubicBezTo>
                      <a:pt x="335" y="223"/>
                      <a:pt x="335" y="196"/>
                      <a:pt x="335" y="167"/>
                    </a:cubicBezTo>
                    <a:cubicBezTo>
                      <a:pt x="473" y="167"/>
                      <a:pt x="611" y="167"/>
                      <a:pt x="753" y="167"/>
                    </a:cubicBezTo>
                    <a:cubicBezTo>
                      <a:pt x="753" y="140"/>
                      <a:pt x="753" y="112"/>
                      <a:pt x="753" y="84"/>
                    </a:cubicBezTo>
                    <a:cubicBezTo>
                      <a:pt x="1001" y="84"/>
                      <a:pt x="1250" y="84"/>
                      <a:pt x="1506" y="84"/>
                    </a:cubicBezTo>
                    <a:cubicBezTo>
                      <a:pt x="1506" y="56"/>
                      <a:pt x="1506" y="28"/>
                      <a:pt x="1506" y="0"/>
                    </a:cubicBezTo>
                    <a:close/>
                    <a:moveTo>
                      <a:pt x="1924" y="2007"/>
                    </a:moveTo>
                    <a:cubicBezTo>
                      <a:pt x="1924" y="2035"/>
                      <a:pt x="1924" y="2063"/>
                      <a:pt x="1924" y="2091"/>
                    </a:cubicBezTo>
                    <a:cubicBezTo>
                      <a:pt x="1841" y="2091"/>
                      <a:pt x="1758" y="2091"/>
                      <a:pt x="1673" y="2091"/>
                    </a:cubicBezTo>
                    <a:cubicBezTo>
                      <a:pt x="1673" y="2119"/>
                      <a:pt x="1673" y="2146"/>
                      <a:pt x="1673" y="2175"/>
                    </a:cubicBezTo>
                    <a:cubicBezTo>
                      <a:pt x="1645" y="2175"/>
                      <a:pt x="1618" y="2175"/>
                      <a:pt x="1589" y="2175"/>
                    </a:cubicBezTo>
                    <a:cubicBezTo>
                      <a:pt x="1589" y="2258"/>
                      <a:pt x="1589" y="2340"/>
                      <a:pt x="1589" y="2426"/>
                    </a:cubicBezTo>
                    <a:cubicBezTo>
                      <a:pt x="1617" y="2426"/>
                      <a:pt x="1644" y="2426"/>
                      <a:pt x="1673" y="2426"/>
                    </a:cubicBezTo>
                    <a:cubicBezTo>
                      <a:pt x="1673" y="2453"/>
                      <a:pt x="1673" y="2481"/>
                      <a:pt x="1673" y="2509"/>
                    </a:cubicBezTo>
                    <a:cubicBezTo>
                      <a:pt x="2142" y="2509"/>
                      <a:pt x="2611" y="2509"/>
                      <a:pt x="3095" y="2509"/>
                    </a:cubicBezTo>
                    <a:cubicBezTo>
                      <a:pt x="3095" y="2537"/>
                      <a:pt x="3095" y="2564"/>
                      <a:pt x="3095" y="2593"/>
                    </a:cubicBezTo>
                    <a:cubicBezTo>
                      <a:pt x="3316" y="2593"/>
                      <a:pt x="3536" y="2593"/>
                      <a:pt x="3764" y="2593"/>
                    </a:cubicBezTo>
                    <a:cubicBezTo>
                      <a:pt x="3764" y="2621"/>
                      <a:pt x="3764" y="2648"/>
                      <a:pt x="3764" y="2677"/>
                    </a:cubicBezTo>
                    <a:cubicBezTo>
                      <a:pt x="3902" y="2677"/>
                      <a:pt x="4040" y="2677"/>
                      <a:pt x="4182" y="2677"/>
                    </a:cubicBezTo>
                    <a:cubicBezTo>
                      <a:pt x="4182" y="2704"/>
                      <a:pt x="4182" y="2732"/>
                      <a:pt x="4182" y="2760"/>
                    </a:cubicBezTo>
                    <a:cubicBezTo>
                      <a:pt x="4293" y="2760"/>
                      <a:pt x="4403" y="2760"/>
                      <a:pt x="4517" y="2760"/>
                    </a:cubicBezTo>
                    <a:cubicBezTo>
                      <a:pt x="4517" y="2788"/>
                      <a:pt x="4517" y="2815"/>
                      <a:pt x="4517" y="2844"/>
                    </a:cubicBezTo>
                    <a:cubicBezTo>
                      <a:pt x="4663" y="2913"/>
                      <a:pt x="4773" y="2940"/>
                      <a:pt x="4935" y="2928"/>
                    </a:cubicBezTo>
                    <a:cubicBezTo>
                      <a:pt x="4935" y="2955"/>
                      <a:pt x="4935" y="2983"/>
                      <a:pt x="4935" y="3011"/>
                    </a:cubicBezTo>
                    <a:cubicBezTo>
                      <a:pt x="5045" y="3011"/>
                      <a:pt x="5156" y="3011"/>
                      <a:pt x="5270" y="3011"/>
                    </a:cubicBezTo>
                    <a:cubicBezTo>
                      <a:pt x="5270" y="3039"/>
                      <a:pt x="5270" y="3066"/>
                      <a:pt x="5270" y="3095"/>
                    </a:cubicBezTo>
                    <a:cubicBezTo>
                      <a:pt x="5325" y="3095"/>
                      <a:pt x="5380" y="3095"/>
                      <a:pt x="5437" y="3095"/>
                    </a:cubicBezTo>
                    <a:cubicBezTo>
                      <a:pt x="5437" y="3122"/>
                      <a:pt x="5437" y="3150"/>
                      <a:pt x="5437" y="3178"/>
                    </a:cubicBezTo>
                    <a:cubicBezTo>
                      <a:pt x="5492" y="3178"/>
                      <a:pt x="5547" y="3178"/>
                      <a:pt x="5604" y="3178"/>
                    </a:cubicBezTo>
                    <a:cubicBezTo>
                      <a:pt x="5604" y="3206"/>
                      <a:pt x="5604" y="3234"/>
                      <a:pt x="5604" y="3262"/>
                    </a:cubicBezTo>
                    <a:cubicBezTo>
                      <a:pt x="5659" y="3262"/>
                      <a:pt x="5714" y="3262"/>
                      <a:pt x="5771" y="3262"/>
                    </a:cubicBezTo>
                    <a:cubicBezTo>
                      <a:pt x="5771" y="3290"/>
                      <a:pt x="5771" y="3317"/>
                      <a:pt x="5771" y="3346"/>
                    </a:cubicBezTo>
                    <a:cubicBezTo>
                      <a:pt x="5827" y="3346"/>
                      <a:pt x="5882" y="3346"/>
                      <a:pt x="5939" y="3346"/>
                    </a:cubicBezTo>
                    <a:cubicBezTo>
                      <a:pt x="5939" y="3373"/>
                      <a:pt x="5939" y="3401"/>
                      <a:pt x="5939" y="3429"/>
                    </a:cubicBezTo>
                    <a:cubicBezTo>
                      <a:pt x="5994" y="3429"/>
                      <a:pt x="6049" y="3429"/>
                      <a:pt x="6106" y="3429"/>
                    </a:cubicBezTo>
                    <a:cubicBezTo>
                      <a:pt x="6106" y="3457"/>
                      <a:pt x="6106" y="3485"/>
                      <a:pt x="6106" y="3513"/>
                    </a:cubicBezTo>
                    <a:cubicBezTo>
                      <a:pt x="6134" y="3513"/>
                      <a:pt x="6161" y="3513"/>
                      <a:pt x="6190" y="3513"/>
                    </a:cubicBezTo>
                    <a:cubicBezTo>
                      <a:pt x="6190" y="3541"/>
                      <a:pt x="6190" y="3568"/>
                      <a:pt x="6190" y="3597"/>
                    </a:cubicBezTo>
                    <a:cubicBezTo>
                      <a:pt x="6245" y="3597"/>
                      <a:pt x="6300" y="3597"/>
                      <a:pt x="6357" y="3597"/>
                    </a:cubicBezTo>
                    <a:cubicBezTo>
                      <a:pt x="6357" y="3624"/>
                      <a:pt x="6357" y="3652"/>
                      <a:pt x="6357" y="3680"/>
                    </a:cubicBezTo>
                    <a:cubicBezTo>
                      <a:pt x="6389" y="3683"/>
                      <a:pt x="6421" y="3684"/>
                      <a:pt x="6454" y="3686"/>
                    </a:cubicBezTo>
                    <a:cubicBezTo>
                      <a:pt x="6472" y="3686"/>
                      <a:pt x="6489" y="3687"/>
                      <a:pt x="6508" y="3688"/>
                    </a:cubicBezTo>
                    <a:cubicBezTo>
                      <a:pt x="6585" y="3678"/>
                      <a:pt x="6641" y="3657"/>
                      <a:pt x="6691" y="3597"/>
                    </a:cubicBezTo>
                    <a:cubicBezTo>
                      <a:pt x="6707" y="3538"/>
                      <a:pt x="6703" y="3484"/>
                      <a:pt x="6699" y="3424"/>
                    </a:cubicBezTo>
                    <a:cubicBezTo>
                      <a:pt x="6699" y="3409"/>
                      <a:pt x="6698" y="3393"/>
                      <a:pt x="6698" y="3377"/>
                    </a:cubicBezTo>
                    <a:cubicBezTo>
                      <a:pt x="6696" y="3339"/>
                      <a:pt x="6694" y="3300"/>
                      <a:pt x="6691" y="3262"/>
                    </a:cubicBezTo>
                    <a:cubicBezTo>
                      <a:pt x="6664" y="3262"/>
                      <a:pt x="6636" y="3262"/>
                      <a:pt x="6608" y="3262"/>
                    </a:cubicBezTo>
                    <a:cubicBezTo>
                      <a:pt x="6608" y="3234"/>
                      <a:pt x="6608" y="3207"/>
                      <a:pt x="6608" y="3178"/>
                    </a:cubicBezTo>
                    <a:cubicBezTo>
                      <a:pt x="6553" y="3178"/>
                      <a:pt x="6497" y="3178"/>
                      <a:pt x="6441" y="3178"/>
                    </a:cubicBezTo>
                    <a:cubicBezTo>
                      <a:pt x="6441" y="3151"/>
                      <a:pt x="6441" y="3123"/>
                      <a:pt x="6441" y="3095"/>
                    </a:cubicBezTo>
                    <a:cubicBezTo>
                      <a:pt x="6413" y="3095"/>
                      <a:pt x="6385" y="3095"/>
                      <a:pt x="6357" y="3095"/>
                    </a:cubicBezTo>
                    <a:cubicBezTo>
                      <a:pt x="6357" y="3067"/>
                      <a:pt x="6357" y="3040"/>
                      <a:pt x="6357" y="3011"/>
                    </a:cubicBezTo>
                    <a:cubicBezTo>
                      <a:pt x="6302" y="3011"/>
                      <a:pt x="6246" y="3011"/>
                      <a:pt x="6190" y="3011"/>
                    </a:cubicBezTo>
                    <a:cubicBezTo>
                      <a:pt x="6190" y="2984"/>
                      <a:pt x="6190" y="2956"/>
                      <a:pt x="6190" y="2928"/>
                    </a:cubicBezTo>
                    <a:cubicBezTo>
                      <a:pt x="6134" y="2928"/>
                      <a:pt x="6079" y="2928"/>
                      <a:pt x="6022" y="2928"/>
                    </a:cubicBezTo>
                    <a:cubicBezTo>
                      <a:pt x="6022" y="2900"/>
                      <a:pt x="6022" y="2872"/>
                      <a:pt x="6022" y="2844"/>
                    </a:cubicBezTo>
                    <a:cubicBezTo>
                      <a:pt x="5967" y="2844"/>
                      <a:pt x="5912" y="2844"/>
                      <a:pt x="5855" y="2844"/>
                    </a:cubicBezTo>
                    <a:cubicBezTo>
                      <a:pt x="5855" y="2816"/>
                      <a:pt x="5855" y="2789"/>
                      <a:pt x="5855" y="2760"/>
                    </a:cubicBezTo>
                    <a:cubicBezTo>
                      <a:pt x="5800" y="2760"/>
                      <a:pt x="5745" y="2760"/>
                      <a:pt x="5688" y="2760"/>
                    </a:cubicBezTo>
                    <a:cubicBezTo>
                      <a:pt x="5688" y="2733"/>
                      <a:pt x="5688" y="2705"/>
                      <a:pt x="5688" y="2677"/>
                    </a:cubicBezTo>
                    <a:cubicBezTo>
                      <a:pt x="5633" y="2677"/>
                      <a:pt x="5577" y="2677"/>
                      <a:pt x="5520" y="2677"/>
                    </a:cubicBezTo>
                    <a:cubicBezTo>
                      <a:pt x="5520" y="2649"/>
                      <a:pt x="5520" y="2621"/>
                      <a:pt x="5520" y="2593"/>
                    </a:cubicBezTo>
                    <a:cubicBezTo>
                      <a:pt x="5516" y="2591"/>
                      <a:pt x="5516" y="2591"/>
                      <a:pt x="5494" y="2583"/>
                    </a:cubicBezTo>
                    <a:cubicBezTo>
                      <a:pt x="5453" y="2568"/>
                      <a:pt x="5412" y="2553"/>
                      <a:pt x="5371" y="2538"/>
                    </a:cubicBezTo>
                    <a:cubicBezTo>
                      <a:pt x="5364" y="2535"/>
                      <a:pt x="5364" y="2535"/>
                      <a:pt x="5325" y="2521"/>
                    </a:cubicBezTo>
                    <a:cubicBezTo>
                      <a:pt x="5252" y="2494"/>
                      <a:pt x="5180" y="2465"/>
                      <a:pt x="5109" y="2431"/>
                    </a:cubicBezTo>
                    <a:cubicBezTo>
                      <a:pt x="4934" y="2347"/>
                      <a:pt x="4794" y="2326"/>
                      <a:pt x="4600" y="2342"/>
                    </a:cubicBezTo>
                    <a:cubicBezTo>
                      <a:pt x="4600" y="2314"/>
                      <a:pt x="4600" y="2287"/>
                      <a:pt x="4600" y="2258"/>
                    </a:cubicBezTo>
                    <a:cubicBezTo>
                      <a:pt x="4490" y="2258"/>
                      <a:pt x="4380" y="2258"/>
                      <a:pt x="4266" y="2258"/>
                    </a:cubicBezTo>
                    <a:cubicBezTo>
                      <a:pt x="4266" y="2231"/>
                      <a:pt x="4266" y="2203"/>
                      <a:pt x="4266" y="2175"/>
                    </a:cubicBezTo>
                    <a:cubicBezTo>
                      <a:pt x="4100" y="2175"/>
                      <a:pt x="3935" y="2175"/>
                      <a:pt x="3764" y="2175"/>
                    </a:cubicBezTo>
                    <a:cubicBezTo>
                      <a:pt x="3764" y="2147"/>
                      <a:pt x="3764" y="2120"/>
                      <a:pt x="3764" y="2091"/>
                    </a:cubicBezTo>
                    <a:cubicBezTo>
                      <a:pt x="3460" y="2091"/>
                      <a:pt x="3157" y="2091"/>
                      <a:pt x="2844" y="2091"/>
                    </a:cubicBezTo>
                    <a:cubicBezTo>
                      <a:pt x="2844" y="2063"/>
                      <a:pt x="2844" y="2036"/>
                      <a:pt x="2844" y="2007"/>
                    </a:cubicBezTo>
                    <a:cubicBezTo>
                      <a:pt x="2540" y="2007"/>
                      <a:pt x="2237" y="2007"/>
                      <a:pt x="1924" y="2007"/>
                    </a:cubicBezTo>
                    <a:close/>
                    <a:moveTo>
                      <a:pt x="1757" y="4182"/>
                    </a:moveTo>
                    <a:cubicBezTo>
                      <a:pt x="1757" y="4210"/>
                      <a:pt x="1757" y="4237"/>
                      <a:pt x="1757" y="4266"/>
                    </a:cubicBezTo>
                    <a:cubicBezTo>
                      <a:pt x="1729" y="4266"/>
                      <a:pt x="1701" y="4266"/>
                      <a:pt x="1673" y="4266"/>
                    </a:cubicBezTo>
                    <a:cubicBezTo>
                      <a:pt x="1673" y="4293"/>
                      <a:pt x="1673" y="4321"/>
                      <a:pt x="1673" y="4349"/>
                    </a:cubicBezTo>
                    <a:cubicBezTo>
                      <a:pt x="1618" y="4349"/>
                      <a:pt x="1562" y="4349"/>
                      <a:pt x="1506" y="4349"/>
                    </a:cubicBezTo>
                    <a:cubicBezTo>
                      <a:pt x="1506" y="4432"/>
                      <a:pt x="1506" y="4515"/>
                      <a:pt x="1506" y="4600"/>
                    </a:cubicBezTo>
                    <a:cubicBezTo>
                      <a:pt x="1533" y="4600"/>
                      <a:pt x="1561" y="4600"/>
                      <a:pt x="1589" y="4600"/>
                    </a:cubicBezTo>
                    <a:cubicBezTo>
                      <a:pt x="1589" y="4628"/>
                      <a:pt x="1589" y="4656"/>
                      <a:pt x="1589" y="4684"/>
                    </a:cubicBezTo>
                    <a:cubicBezTo>
                      <a:pt x="2058" y="4684"/>
                      <a:pt x="2528" y="4684"/>
                      <a:pt x="3011" y="4684"/>
                    </a:cubicBezTo>
                    <a:cubicBezTo>
                      <a:pt x="3011" y="4712"/>
                      <a:pt x="3011" y="4739"/>
                      <a:pt x="3011" y="4768"/>
                    </a:cubicBezTo>
                    <a:cubicBezTo>
                      <a:pt x="3260" y="4768"/>
                      <a:pt x="3508" y="4768"/>
                      <a:pt x="3764" y="4768"/>
                    </a:cubicBezTo>
                    <a:cubicBezTo>
                      <a:pt x="3764" y="4795"/>
                      <a:pt x="3764" y="4823"/>
                      <a:pt x="3764" y="4851"/>
                    </a:cubicBezTo>
                    <a:cubicBezTo>
                      <a:pt x="3902" y="4851"/>
                      <a:pt x="4040" y="4851"/>
                      <a:pt x="4182" y="4851"/>
                    </a:cubicBezTo>
                    <a:cubicBezTo>
                      <a:pt x="4182" y="4879"/>
                      <a:pt x="4182" y="4907"/>
                      <a:pt x="4182" y="4935"/>
                    </a:cubicBezTo>
                    <a:cubicBezTo>
                      <a:pt x="4293" y="4935"/>
                      <a:pt x="4403" y="4935"/>
                      <a:pt x="4517" y="4935"/>
                    </a:cubicBezTo>
                    <a:cubicBezTo>
                      <a:pt x="4517" y="4963"/>
                      <a:pt x="4517" y="4990"/>
                      <a:pt x="4517" y="5019"/>
                    </a:cubicBezTo>
                    <a:cubicBezTo>
                      <a:pt x="4572" y="5019"/>
                      <a:pt x="4627" y="5019"/>
                      <a:pt x="4684" y="5019"/>
                    </a:cubicBezTo>
                    <a:cubicBezTo>
                      <a:pt x="4684" y="5046"/>
                      <a:pt x="4684" y="5074"/>
                      <a:pt x="4684" y="5102"/>
                    </a:cubicBezTo>
                    <a:cubicBezTo>
                      <a:pt x="4884" y="5170"/>
                      <a:pt x="5058" y="5197"/>
                      <a:pt x="5270" y="5186"/>
                    </a:cubicBezTo>
                    <a:cubicBezTo>
                      <a:pt x="5270" y="5213"/>
                      <a:pt x="5270" y="5241"/>
                      <a:pt x="5270" y="5270"/>
                    </a:cubicBezTo>
                    <a:cubicBezTo>
                      <a:pt x="5297" y="5270"/>
                      <a:pt x="5325" y="5270"/>
                      <a:pt x="5353" y="5270"/>
                    </a:cubicBezTo>
                    <a:cubicBezTo>
                      <a:pt x="5353" y="5297"/>
                      <a:pt x="5353" y="5325"/>
                      <a:pt x="5353" y="5353"/>
                    </a:cubicBezTo>
                    <a:cubicBezTo>
                      <a:pt x="5408" y="5353"/>
                      <a:pt x="5464" y="5353"/>
                      <a:pt x="5520" y="5353"/>
                    </a:cubicBezTo>
                    <a:cubicBezTo>
                      <a:pt x="5520" y="5381"/>
                      <a:pt x="5520" y="5408"/>
                      <a:pt x="5520" y="5437"/>
                    </a:cubicBezTo>
                    <a:cubicBezTo>
                      <a:pt x="5603" y="5437"/>
                      <a:pt x="5686" y="5437"/>
                      <a:pt x="5771" y="5437"/>
                    </a:cubicBezTo>
                    <a:cubicBezTo>
                      <a:pt x="5771" y="5464"/>
                      <a:pt x="5771" y="5492"/>
                      <a:pt x="5771" y="5520"/>
                    </a:cubicBezTo>
                    <a:cubicBezTo>
                      <a:pt x="5799" y="5520"/>
                      <a:pt x="5827" y="5520"/>
                      <a:pt x="5855" y="5520"/>
                    </a:cubicBezTo>
                    <a:cubicBezTo>
                      <a:pt x="5855" y="5548"/>
                      <a:pt x="5855" y="5576"/>
                      <a:pt x="5855" y="5604"/>
                    </a:cubicBezTo>
                    <a:cubicBezTo>
                      <a:pt x="5938" y="5604"/>
                      <a:pt x="6021" y="5604"/>
                      <a:pt x="6106" y="5604"/>
                    </a:cubicBezTo>
                    <a:cubicBezTo>
                      <a:pt x="6106" y="5632"/>
                      <a:pt x="6106" y="5659"/>
                      <a:pt x="6106" y="5688"/>
                    </a:cubicBezTo>
                    <a:cubicBezTo>
                      <a:pt x="6134" y="5688"/>
                      <a:pt x="6161" y="5688"/>
                      <a:pt x="6190" y="5688"/>
                    </a:cubicBezTo>
                    <a:cubicBezTo>
                      <a:pt x="6190" y="5715"/>
                      <a:pt x="6190" y="5743"/>
                      <a:pt x="6190" y="5771"/>
                    </a:cubicBezTo>
                    <a:cubicBezTo>
                      <a:pt x="6217" y="5771"/>
                      <a:pt x="6245" y="5771"/>
                      <a:pt x="6273" y="5771"/>
                    </a:cubicBezTo>
                    <a:cubicBezTo>
                      <a:pt x="6273" y="5799"/>
                      <a:pt x="6273" y="5827"/>
                      <a:pt x="6273" y="5855"/>
                    </a:cubicBezTo>
                    <a:cubicBezTo>
                      <a:pt x="6586" y="5870"/>
                      <a:pt x="6586" y="5870"/>
                      <a:pt x="6674" y="5796"/>
                    </a:cubicBezTo>
                    <a:cubicBezTo>
                      <a:pt x="6691" y="5771"/>
                      <a:pt x="6691" y="5771"/>
                      <a:pt x="6699" y="5724"/>
                    </a:cubicBezTo>
                    <a:cubicBezTo>
                      <a:pt x="6697" y="5712"/>
                      <a:pt x="6694" y="5700"/>
                      <a:pt x="6691" y="5688"/>
                    </a:cubicBezTo>
                    <a:cubicBezTo>
                      <a:pt x="6719" y="5688"/>
                      <a:pt x="6747" y="5688"/>
                      <a:pt x="6775" y="5688"/>
                    </a:cubicBezTo>
                    <a:cubicBezTo>
                      <a:pt x="6775" y="5660"/>
                      <a:pt x="6775" y="5633"/>
                      <a:pt x="6775" y="5604"/>
                    </a:cubicBezTo>
                    <a:cubicBezTo>
                      <a:pt x="6747" y="5604"/>
                      <a:pt x="6720" y="5604"/>
                      <a:pt x="6691" y="5604"/>
                    </a:cubicBezTo>
                    <a:cubicBezTo>
                      <a:pt x="6691" y="5549"/>
                      <a:pt x="6691" y="5494"/>
                      <a:pt x="6691" y="5437"/>
                    </a:cubicBezTo>
                    <a:cubicBezTo>
                      <a:pt x="6664" y="5437"/>
                      <a:pt x="6636" y="5437"/>
                      <a:pt x="6608" y="5437"/>
                    </a:cubicBezTo>
                    <a:cubicBezTo>
                      <a:pt x="6608" y="5409"/>
                      <a:pt x="6608" y="5382"/>
                      <a:pt x="6608" y="5353"/>
                    </a:cubicBezTo>
                    <a:cubicBezTo>
                      <a:pt x="6553" y="5353"/>
                      <a:pt x="6497" y="5353"/>
                      <a:pt x="6441" y="5353"/>
                    </a:cubicBezTo>
                    <a:cubicBezTo>
                      <a:pt x="6441" y="5326"/>
                      <a:pt x="6441" y="5298"/>
                      <a:pt x="6441" y="5270"/>
                    </a:cubicBezTo>
                    <a:cubicBezTo>
                      <a:pt x="6413" y="5270"/>
                      <a:pt x="6385" y="5270"/>
                      <a:pt x="6357" y="5270"/>
                    </a:cubicBezTo>
                    <a:cubicBezTo>
                      <a:pt x="6357" y="5242"/>
                      <a:pt x="6357" y="5214"/>
                      <a:pt x="6357" y="5186"/>
                    </a:cubicBezTo>
                    <a:cubicBezTo>
                      <a:pt x="6302" y="5186"/>
                      <a:pt x="6246" y="5186"/>
                      <a:pt x="6190" y="5186"/>
                    </a:cubicBezTo>
                    <a:cubicBezTo>
                      <a:pt x="6190" y="5158"/>
                      <a:pt x="6190" y="5131"/>
                      <a:pt x="6190" y="5102"/>
                    </a:cubicBezTo>
                    <a:cubicBezTo>
                      <a:pt x="6162" y="5102"/>
                      <a:pt x="6134" y="5102"/>
                      <a:pt x="6106" y="5102"/>
                    </a:cubicBezTo>
                    <a:cubicBezTo>
                      <a:pt x="6106" y="5075"/>
                      <a:pt x="6106" y="5047"/>
                      <a:pt x="6106" y="5019"/>
                    </a:cubicBezTo>
                    <a:cubicBezTo>
                      <a:pt x="6051" y="5019"/>
                      <a:pt x="5996" y="5019"/>
                      <a:pt x="5939" y="5019"/>
                    </a:cubicBezTo>
                    <a:cubicBezTo>
                      <a:pt x="5939" y="4991"/>
                      <a:pt x="5939" y="4963"/>
                      <a:pt x="5939" y="4935"/>
                    </a:cubicBezTo>
                    <a:cubicBezTo>
                      <a:pt x="5929" y="4931"/>
                      <a:pt x="5919" y="4928"/>
                      <a:pt x="5909" y="4924"/>
                    </a:cubicBezTo>
                    <a:cubicBezTo>
                      <a:pt x="5864" y="4908"/>
                      <a:pt x="5819" y="4891"/>
                      <a:pt x="5774" y="4875"/>
                    </a:cubicBezTo>
                    <a:cubicBezTo>
                      <a:pt x="5758" y="4869"/>
                      <a:pt x="5743" y="4864"/>
                      <a:pt x="5727" y="4858"/>
                    </a:cubicBezTo>
                    <a:cubicBezTo>
                      <a:pt x="5712" y="4852"/>
                      <a:pt x="5697" y="4847"/>
                      <a:pt x="5681" y="4841"/>
                    </a:cubicBezTo>
                    <a:cubicBezTo>
                      <a:pt x="5668" y="4836"/>
                      <a:pt x="5654" y="4831"/>
                      <a:pt x="5640" y="4826"/>
                    </a:cubicBezTo>
                    <a:cubicBezTo>
                      <a:pt x="5604" y="4809"/>
                      <a:pt x="5604" y="4809"/>
                      <a:pt x="5562" y="4768"/>
                    </a:cubicBezTo>
                    <a:cubicBezTo>
                      <a:pt x="5531" y="4763"/>
                      <a:pt x="5531" y="4763"/>
                      <a:pt x="5494" y="4764"/>
                    </a:cubicBezTo>
                    <a:cubicBezTo>
                      <a:pt x="5481" y="4764"/>
                      <a:pt x="5468" y="4764"/>
                      <a:pt x="5455" y="4764"/>
                    </a:cubicBezTo>
                    <a:cubicBezTo>
                      <a:pt x="5441" y="4764"/>
                      <a:pt x="5427" y="4765"/>
                      <a:pt x="5413" y="4765"/>
                    </a:cubicBezTo>
                    <a:cubicBezTo>
                      <a:pt x="5399" y="4765"/>
                      <a:pt x="5386" y="4765"/>
                      <a:pt x="5372" y="4766"/>
                    </a:cubicBezTo>
                    <a:cubicBezTo>
                      <a:pt x="5338" y="4766"/>
                      <a:pt x="5304" y="4767"/>
                      <a:pt x="5270" y="4768"/>
                    </a:cubicBezTo>
                    <a:cubicBezTo>
                      <a:pt x="5270" y="4740"/>
                      <a:pt x="5270" y="4712"/>
                      <a:pt x="5270" y="4684"/>
                    </a:cubicBezTo>
                    <a:cubicBezTo>
                      <a:pt x="5242" y="4684"/>
                      <a:pt x="5214" y="4684"/>
                      <a:pt x="5186" y="4684"/>
                    </a:cubicBezTo>
                    <a:cubicBezTo>
                      <a:pt x="5186" y="4656"/>
                      <a:pt x="5186" y="4629"/>
                      <a:pt x="5186" y="4600"/>
                    </a:cubicBezTo>
                    <a:cubicBezTo>
                      <a:pt x="5103" y="4600"/>
                      <a:pt x="5020" y="4600"/>
                      <a:pt x="4935" y="4600"/>
                    </a:cubicBezTo>
                    <a:cubicBezTo>
                      <a:pt x="4935" y="4573"/>
                      <a:pt x="4935" y="4545"/>
                      <a:pt x="4935" y="4517"/>
                    </a:cubicBezTo>
                    <a:cubicBezTo>
                      <a:pt x="4825" y="4517"/>
                      <a:pt x="4714" y="4517"/>
                      <a:pt x="4600" y="4517"/>
                    </a:cubicBezTo>
                    <a:cubicBezTo>
                      <a:pt x="4600" y="4489"/>
                      <a:pt x="4600" y="4462"/>
                      <a:pt x="4600" y="4433"/>
                    </a:cubicBezTo>
                    <a:cubicBezTo>
                      <a:pt x="4590" y="4432"/>
                      <a:pt x="4581" y="4431"/>
                      <a:pt x="4570" y="4430"/>
                    </a:cubicBezTo>
                    <a:cubicBezTo>
                      <a:pt x="4525" y="4425"/>
                      <a:pt x="4481" y="4420"/>
                      <a:pt x="4436" y="4415"/>
                    </a:cubicBezTo>
                    <a:cubicBezTo>
                      <a:pt x="4428" y="4414"/>
                      <a:pt x="4428" y="4414"/>
                      <a:pt x="4388" y="4410"/>
                    </a:cubicBezTo>
                    <a:cubicBezTo>
                      <a:pt x="4373" y="4408"/>
                      <a:pt x="4358" y="4406"/>
                      <a:pt x="4343" y="4404"/>
                    </a:cubicBezTo>
                    <a:cubicBezTo>
                      <a:pt x="4329" y="4403"/>
                      <a:pt x="4315" y="4401"/>
                      <a:pt x="4301" y="4400"/>
                    </a:cubicBezTo>
                    <a:cubicBezTo>
                      <a:pt x="4266" y="4391"/>
                      <a:pt x="4266" y="4391"/>
                      <a:pt x="4224" y="4349"/>
                    </a:cubicBezTo>
                    <a:cubicBezTo>
                      <a:pt x="4182" y="4346"/>
                      <a:pt x="4143" y="4345"/>
                      <a:pt x="4101" y="4345"/>
                    </a:cubicBezTo>
                    <a:cubicBezTo>
                      <a:pt x="4095" y="4345"/>
                      <a:pt x="4095" y="4345"/>
                      <a:pt x="4065" y="4346"/>
                    </a:cubicBezTo>
                    <a:cubicBezTo>
                      <a:pt x="4026" y="4346"/>
                      <a:pt x="3988" y="4346"/>
                      <a:pt x="3950" y="4347"/>
                    </a:cubicBezTo>
                    <a:cubicBezTo>
                      <a:pt x="3924" y="4347"/>
                      <a:pt x="3898" y="4347"/>
                      <a:pt x="3872" y="4347"/>
                    </a:cubicBezTo>
                    <a:cubicBezTo>
                      <a:pt x="3808" y="4348"/>
                      <a:pt x="3744" y="4349"/>
                      <a:pt x="3680" y="4349"/>
                    </a:cubicBezTo>
                    <a:cubicBezTo>
                      <a:pt x="3680" y="4322"/>
                      <a:pt x="3680" y="4294"/>
                      <a:pt x="3680" y="4266"/>
                    </a:cubicBezTo>
                    <a:cubicBezTo>
                      <a:pt x="3487" y="4266"/>
                      <a:pt x="3294" y="4266"/>
                      <a:pt x="3095" y="4266"/>
                    </a:cubicBezTo>
                    <a:cubicBezTo>
                      <a:pt x="3095" y="4238"/>
                      <a:pt x="3095" y="4211"/>
                      <a:pt x="3095" y="4182"/>
                    </a:cubicBezTo>
                    <a:cubicBezTo>
                      <a:pt x="2653" y="4182"/>
                      <a:pt x="2212" y="4182"/>
                      <a:pt x="1757" y="4182"/>
                    </a:cubicBezTo>
                    <a:close/>
                    <a:moveTo>
                      <a:pt x="1673" y="6441"/>
                    </a:moveTo>
                    <a:cubicBezTo>
                      <a:pt x="1673" y="6468"/>
                      <a:pt x="1673" y="6496"/>
                      <a:pt x="1673" y="6524"/>
                    </a:cubicBezTo>
                    <a:cubicBezTo>
                      <a:pt x="1645" y="6524"/>
                      <a:pt x="1618" y="6524"/>
                      <a:pt x="1589" y="6524"/>
                    </a:cubicBezTo>
                    <a:cubicBezTo>
                      <a:pt x="1589" y="6635"/>
                      <a:pt x="1589" y="6745"/>
                      <a:pt x="1589" y="6859"/>
                    </a:cubicBezTo>
                    <a:cubicBezTo>
                      <a:pt x="1976" y="6859"/>
                      <a:pt x="2362" y="6859"/>
                      <a:pt x="2760" y="6859"/>
                    </a:cubicBezTo>
                    <a:cubicBezTo>
                      <a:pt x="2760" y="6886"/>
                      <a:pt x="2760" y="6914"/>
                      <a:pt x="2760" y="6942"/>
                    </a:cubicBezTo>
                    <a:cubicBezTo>
                      <a:pt x="3009" y="6942"/>
                      <a:pt x="3257" y="6942"/>
                      <a:pt x="3513" y="6942"/>
                    </a:cubicBezTo>
                    <a:cubicBezTo>
                      <a:pt x="3513" y="6970"/>
                      <a:pt x="3513" y="6998"/>
                      <a:pt x="3513" y="7026"/>
                    </a:cubicBezTo>
                    <a:cubicBezTo>
                      <a:pt x="3679" y="7026"/>
                      <a:pt x="3844" y="7026"/>
                      <a:pt x="4015" y="7026"/>
                    </a:cubicBezTo>
                    <a:cubicBezTo>
                      <a:pt x="4015" y="7054"/>
                      <a:pt x="4015" y="7081"/>
                      <a:pt x="4015" y="7110"/>
                    </a:cubicBezTo>
                    <a:cubicBezTo>
                      <a:pt x="4125" y="7110"/>
                      <a:pt x="4236" y="7110"/>
                      <a:pt x="4349" y="7110"/>
                    </a:cubicBezTo>
                    <a:cubicBezTo>
                      <a:pt x="4349" y="7137"/>
                      <a:pt x="4349" y="7165"/>
                      <a:pt x="4349" y="7193"/>
                    </a:cubicBezTo>
                    <a:cubicBezTo>
                      <a:pt x="4359" y="7194"/>
                      <a:pt x="4369" y="7195"/>
                      <a:pt x="4380" y="7196"/>
                    </a:cubicBezTo>
                    <a:cubicBezTo>
                      <a:pt x="4424" y="7201"/>
                      <a:pt x="4469" y="7206"/>
                      <a:pt x="4514" y="7212"/>
                    </a:cubicBezTo>
                    <a:cubicBezTo>
                      <a:pt x="4530" y="7213"/>
                      <a:pt x="4545" y="7215"/>
                      <a:pt x="4561" y="7217"/>
                    </a:cubicBezTo>
                    <a:cubicBezTo>
                      <a:pt x="4576" y="7218"/>
                      <a:pt x="4591" y="7220"/>
                      <a:pt x="4607" y="7222"/>
                    </a:cubicBezTo>
                    <a:cubicBezTo>
                      <a:pt x="4621" y="7223"/>
                      <a:pt x="4634" y="7225"/>
                      <a:pt x="4649" y="7227"/>
                    </a:cubicBezTo>
                    <a:cubicBezTo>
                      <a:pt x="4684" y="7235"/>
                      <a:pt x="4684" y="7235"/>
                      <a:pt x="4726" y="7277"/>
                    </a:cubicBezTo>
                    <a:cubicBezTo>
                      <a:pt x="4776" y="7281"/>
                      <a:pt x="4776" y="7281"/>
                      <a:pt x="4833" y="7280"/>
                    </a:cubicBezTo>
                    <a:cubicBezTo>
                      <a:pt x="4852" y="7279"/>
                      <a:pt x="4871" y="7279"/>
                      <a:pt x="4891" y="7278"/>
                    </a:cubicBezTo>
                    <a:cubicBezTo>
                      <a:pt x="4905" y="7278"/>
                      <a:pt x="4920" y="7277"/>
                      <a:pt x="4935" y="7277"/>
                    </a:cubicBezTo>
                    <a:cubicBezTo>
                      <a:pt x="4935" y="7305"/>
                      <a:pt x="4935" y="7332"/>
                      <a:pt x="4935" y="7361"/>
                    </a:cubicBezTo>
                    <a:cubicBezTo>
                      <a:pt x="4990" y="7361"/>
                      <a:pt x="5045" y="7361"/>
                      <a:pt x="5102" y="7361"/>
                    </a:cubicBezTo>
                    <a:cubicBezTo>
                      <a:pt x="5102" y="7388"/>
                      <a:pt x="5102" y="7416"/>
                      <a:pt x="5102" y="7444"/>
                    </a:cubicBezTo>
                    <a:cubicBezTo>
                      <a:pt x="5157" y="7444"/>
                      <a:pt x="5213" y="7444"/>
                      <a:pt x="5270" y="7444"/>
                    </a:cubicBezTo>
                    <a:cubicBezTo>
                      <a:pt x="5270" y="7472"/>
                      <a:pt x="5270" y="7499"/>
                      <a:pt x="5270" y="7528"/>
                    </a:cubicBezTo>
                    <a:cubicBezTo>
                      <a:pt x="5352" y="7528"/>
                      <a:pt x="5435" y="7528"/>
                      <a:pt x="5520" y="7528"/>
                    </a:cubicBezTo>
                    <a:cubicBezTo>
                      <a:pt x="5520" y="7555"/>
                      <a:pt x="5520" y="7583"/>
                      <a:pt x="5520" y="7612"/>
                    </a:cubicBezTo>
                    <a:cubicBezTo>
                      <a:pt x="5576" y="7612"/>
                      <a:pt x="5631" y="7612"/>
                      <a:pt x="5688" y="7612"/>
                    </a:cubicBezTo>
                    <a:cubicBezTo>
                      <a:pt x="5688" y="7639"/>
                      <a:pt x="5688" y="7667"/>
                      <a:pt x="5688" y="7695"/>
                    </a:cubicBezTo>
                    <a:cubicBezTo>
                      <a:pt x="5743" y="7695"/>
                      <a:pt x="5798" y="7695"/>
                      <a:pt x="5855" y="7695"/>
                    </a:cubicBezTo>
                    <a:cubicBezTo>
                      <a:pt x="5855" y="7723"/>
                      <a:pt x="5855" y="7750"/>
                      <a:pt x="5855" y="7779"/>
                    </a:cubicBezTo>
                    <a:cubicBezTo>
                      <a:pt x="5910" y="7779"/>
                      <a:pt x="5965" y="7779"/>
                      <a:pt x="6022" y="7779"/>
                    </a:cubicBezTo>
                    <a:cubicBezTo>
                      <a:pt x="6022" y="7806"/>
                      <a:pt x="6022" y="7834"/>
                      <a:pt x="6022" y="7862"/>
                    </a:cubicBezTo>
                    <a:cubicBezTo>
                      <a:pt x="6050" y="7862"/>
                      <a:pt x="6078" y="7862"/>
                      <a:pt x="6106" y="7862"/>
                    </a:cubicBezTo>
                    <a:cubicBezTo>
                      <a:pt x="6106" y="7890"/>
                      <a:pt x="6106" y="7918"/>
                      <a:pt x="6106" y="7946"/>
                    </a:cubicBezTo>
                    <a:cubicBezTo>
                      <a:pt x="6161" y="7946"/>
                      <a:pt x="6216" y="7946"/>
                      <a:pt x="6273" y="7946"/>
                    </a:cubicBezTo>
                    <a:cubicBezTo>
                      <a:pt x="6273" y="7974"/>
                      <a:pt x="6273" y="8001"/>
                      <a:pt x="6273" y="8030"/>
                    </a:cubicBezTo>
                    <a:cubicBezTo>
                      <a:pt x="6301" y="8030"/>
                      <a:pt x="6328" y="8030"/>
                      <a:pt x="6357" y="8030"/>
                    </a:cubicBezTo>
                    <a:cubicBezTo>
                      <a:pt x="6357" y="8057"/>
                      <a:pt x="6357" y="8085"/>
                      <a:pt x="6357" y="8113"/>
                    </a:cubicBezTo>
                    <a:cubicBezTo>
                      <a:pt x="6440" y="8113"/>
                      <a:pt x="6522" y="8113"/>
                      <a:pt x="6608" y="8113"/>
                    </a:cubicBezTo>
                    <a:cubicBezTo>
                      <a:pt x="6608" y="8058"/>
                      <a:pt x="6608" y="8003"/>
                      <a:pt x="6608" y="7946"/>
                    </a:cubicBezTo>
                    <a:cubicBezTo>
                      <a:pt x="6635" y="7946"/>
                      <a:pt x="6663" y="7946"/>
                      <a:pt x="6691" y="7946"/>
                    </a:cubicBezTo>
                    <a:cubicBezTo>
                      <a:pt x="6691" y="7863"/>
                      <a:pt x="6691" y="7780"/>
                      <a:pt x="6691" y="7695"/>
                    </a:cubicBezTo>
                    <a:cubicBezTo>
                      <a:pt x="6664" y="7695"/>
                      <a:pt x="6636" y="7695"/>
                      <a:pt x="6608" y="7695"/>
                    </a:cubicBezTo>
                    <a:cubicBezTo>
                      <a:pt x="6608" y="7668"/>
                      <a:pt x="6608" y="7640"/>
                      <a:pt x="6608" y="7612"/>
                    </a:cubicBezTo>
                    <a:cubicBezTo>
                      <a:pt x="6580" y="7612"/>
                      <a:pt x="6553" y="7612"/>
                      <a:pt x="6524" y="7612"/>
                    </a:cubicBezTo>
                    <a:cubicBezTo>
                      <a:pt x="6524" y="7584"/>
                      <a:pt x="6524" y="7556"/>
                      <a:pt x="6524" y="7528"/>
                    </a:cubicBezTo>
                    <a:cubicBezTo>
                      <a:pt x="6469" y="7528"/>
                      <a:pt x="6414" y="7528"/>
                      <a:pt x="6357" y="7528"/>
                    </a:cubicBezTo>
                    <a:cubicBezTo>
                      <a:pt x="6357" y="7500"/>
                      <a:pt x="6357" y="7473"/>
                      <a:pt x="6357" y="7444"/>
                    </a:cubicBezTo>
                    <a:cubicBezTo>
                      <a:pt x="6329" y="7444"/>
                      <a:pt x="6302" y="7444"/>
                      <a:pt x="6273" y="7444"/>
                    </a:cubicBezTo>
                    <a:cubicBezTo>
                      <a:pt x="6273" y="7417"/>
                      <a:pt x="6273" y="7389"/>
                      <a:pt x="6273" y="7361"/>
                    </a:cubicBezTo>
                    <a:cubicBezTo>
                      <a:pt x="6218" y="7361"/>
                      <a:pt x="6163" y="7361"/>
                      <a:pt x="6106" y="7361"/>
                    </a:cubicBezTo>
                    <a:cubicBezTo>
                      <a:pt x="6106" y="7333"/>
                      <a:pt x="6106" y="7305"/>
                      <a:pt x="6106" y="7277"/>
                    </a:cubicBezTo>
                    <a:cubicBezTo>
                      <a:pt x="6051" y="7277"/>
                      <a:pt x="5996" y="7277"/>
                      <a:pt x="5939" y="7277"/>
                    </a:cubicBezTo>
                    <a:cubicBezTo>
                      <a:pt x="5939" y="7249"/>
                      <a:pt x="5939" y="7222"/>
                      <a:pt x="5939" y="7193"/>
                    </a:cubicBezTo>
                    <a:cubicBezTo>
                      <a:pt x="5883" y="7193"/>
                      <a:pt x="5828" y="7193"/>
                      <a:pt x="5771" y="7193"/>
                    </a:cubicBezTo>
                    <a:cubicBezTo>
                      <a:pt x="5771" y="7166"/>
                      <a:pt x="5771" y="7138"/>
                      <a:pt x="5771" y="7110"/>
                    </a:cubicBezTo>
                    <a:cubicBezTo>
                      <a:pt x="5716" y="7110"/>
                      <a:pt x="5661" y="7110"/>
                      <a:pt x="5604" y="7110"/>
                    </a:cubicBezTo>
                    <a:cubicBezTo>
                      <a:pt x="5604" y="7082"/>
                      <a:pt x="5604" y="7054"/>
                      <a:pt x="5604" y="7026"/>
                    </a:cubicBezTo>
                    <a:cubicBezTo>
                      <a:pt x="5549" y="7026"/>
                      <a:pt x="5494" y="7026"/>
                      <a:pt x="5437" y="7026"/>
                    </a:cubicBezTo>
                    <a:cubicBezTo>
                      <a:pt x="5437" y="6998"/>
                      <a:pt x="5437" y="6971"/>
                      <a:pt x="5437" y="6942"/>
                    </a:cubicBezTo>
                    <a:cubicBezTo>
                      <a:pt x="5409" y="6942"/>
                      <a:pt x="5382" y="6942"/>
                      <a:pt x="5353" y="6942"/>
                    </a:cubicBezTo>
                    <a:cubicBezTo>
                      <a:pt x="5353" y="6915"/>
                      <a:pt x="5353" y="6887"/>
                      <a:pt x="5353" y="6859"/>
                    </a:cubicBezTo>
                    <a:cubicBezTo>
                      <a:pt x="5243" y="6859"/>
                      <a:pt x="5132" y="6859"/>
                      <a:pt x="5019" y="6859"/>
                    </a:cubicBezTo>
                    <a:cubicBezTo>
                      <a:pt x="5019" y="6831"/>
                      <a:pt x="5019" y="6804"/>
                      <a:pt x="5019" y="6775"/>
                    </a:cubicBezTo>
                    <a:cubicBezTo>
                      <a:pt x="4936" y="6775"/>
                      <a:pt x="4853" y="6775"/>
                      <a:pt x="4768" y="6775"/>
                    </a:cubicBezTo>
                    <a:cubicBezTo>
                      <a:pt x="4768" y="6747"/>
                      <a:pt x="4768" y="6720"/>
                      <a:pt x="4768" y="6691"/>
                    </a:cubicBezTo>
                    <a:cubicBezTo>
                      <a:pt x="4685" y="6691"/>
                      <a:pt x="4602" y="6691"/>
                      <a:pt x="4517" y="6691"/>
                    </a:cubicBezTo>
                    <a:cubicBezTo>
                      <a:pt x="4517" y="6664"/>
                      <a:pt x="4517" y="6636"/>
                      <a:pt x="4517" y="6608"/>
                    </a:cubicBezTo>
                    <a:cubicBezTo>
                      <a:pt x="4379" y="6608"/>
                      <a:pt x="4241" y="6608"/>
                      <a:pt x="4099" y="6608"/>
                    </a:cubicBezTo>
                    <a:cubicBezTo>
                      <a:pt x="4099" y="6580"/>
                      <a:pt x="4099" y="6553"/>
                      <a:pt x="4099" y="6524"/>
                    </a:cubicBezTo>
                    <a:cubicBezTo>
                      <a:pt x="3933" y="6524"/>
                      <a:pt x="3767" y="6524"/>
                      <a:pt x="3597" y="6524"/>
                    </a:cubicBezTo>
                    <a:cubicBezTo>
                      <a:pt x="3597" y="6497"/>
                      <a:pt x="3597" y="6469"/>
                      <a:pt x="3597" y="6441"/>
                    </a:cubicBezTo>
                    <a:cubicBezTo>
                      <a:pt x="2962" y="6441"/>
                      <a:pt x="2327" y="6441"/>
                      <a:pt x="1673" y="6441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69" name="ICON_REFERENCE_BOOK_path_003"/>
              <p:cNvSpPr/>
              <p:nvPr/>
            </p:nvSpPr>
            <p:spPr>
              <a:xfrm>
                <a:off x="10357631" y="885650"/>
                <a:ext cx="274652" cy="205078"/>
              </a:xfrm>
              <a:custGeom>
                <a:avLst/>
                <a:gdLst/>
                <a:ahLst/>
                <a:cxnLst/>
                <a:rect l="0" t="0" r="r" b="b"/>
                <a:pathLst>
                  <a:path w="21626" h="16148" fill="norm" stroke="0">
                    <a:moveTo>
                      <a:pt x="4227" y="0"/>
                    </a:moveTo>
                    <a:cubicBezTo>
                      <a:pt x="4253" y="0"/>
                      <a:pt x="4279" y="0"/>
                      <a:pt x="4306" y="1"/>
                    </a:cubicBezTo>
                    <a:cubicBezTo>
                      <a:pt x="4313" y="1"/>
                      <a:pt x="4313" y="1"/>
                      <a:pt x="4348" y="1"/>
                    </a:cubicBezTo>
                    <a:cubicBezTo>
                      <a:pt x="4392" y="1"/>
                      <a:pt x="4436" y="2"/>
                      <a:pt x="4481" y="2"/>
                    </a:cubicBezTo>
                    <a:cubicBezTo>
                      <a:pt x="4511" y="2"/>
                      <a:pt x="4541" y="3"/>
                      <a:pt x="4571" y="3"/>
                    </a:cubicBezTo>
                    <a:cubicBezTo>
                      <a:pt x="4644" y="3"/>
                      <a:pt x="4718" y="4"/>
                      <a:pt x="4792" y="5"/>
                    </a:cubicBezTo>
                    <a:cubicBezTo>
                      <a:pt x="4792" y="32"/>
                      <a:pt x="4792" y="60"/>
                      <a:pt x="4792" y="88"/>
                    </a:cubicBezTo>
                    <a:cubicBezTo>
                      <a:pt x="4804" y="88"/>
                      <a:pt x="4816" y="88"/>
                      <a:pt x="4828" y="88"/>
                    </a:cubicBezTo>
                    <a:cubicBezTo>
                      <a:pt x="4941" y="87"/>
                      <a:pt x="5053" y="87"/>
                      <a:pt x="5166" y="86"/>
                    </a:cubicBezTo>
                    <a:cubicBezTo>
                      <a:pt x="5224" y="86"/>
                      <a:pt x="5282" y="86"/>
                      <a:pt x="5339" y="85"/>
                    </a:cubicBezTo>
                    <a:cubicBezTo>
                      <a:pt x="5395" y="85"/>
                      <a:pt x="5451" y="85"/>
                      <a:pt x="5507" y="84"/>
                    </a:cubicBezTo>
                    <a:cubicBezTo>
                      <a:pt x="5528" y="84"/>
                      <a:pt x="5550" y="84"/>
                      <a:pt x="5571" y="84"/>
                    </a:cubicBezTo>
                    <a:cubicBezTo>
                      <a:pt x="5601" y="84"/>
                      <a:pt x="5631" y="84"/>
                      <a:pt x="5661" y="84"/>
                    </a:cubicBezTo>
                    <a:cubicBezTo>
                      <a:pt x="5677" y="84"/>
                      <a:pt x="5694" y="83"/>
                      <a:pt x="5712" y="83"/>
                    </a:cubicBezTo>
                    <a:cubicBezTo>
                      <a:pt x="5754" y="88"/>
                      <a:pt x="5754" y="88"/>
                      <a:pt x="5795" y="130"/>
                    </a:cubicBezTo>
                    <a:cubicBezTo>
                      <a:pt x="5840" y="137"/>
                      <a:pt x="5883" y="141"/>
                      <a:pt x="5928" y="143"/>
                    </a:cubicBezTo>
                    <a:cubicBezTo>
                      <a:pt x="5940" y="144"/>
                      <a:pt x="5953" y="145"/>
                      <a:pt x="5967" y="146"/>
                    </a:cubicBezTo>
                    <a:cubicBezTo>
                      <a:pt x="6008" y="149"/>
                      <a:pt x="6049" y="151"/>
                      <a:pt x="6091" y="154"/>
                    </a:cubicBezTo>
                    <a:cubicBezTo>
                      <a:pt x="6119" y="156"/>
                      <a:pt x="6147" y="157"/>
                      <a:pt x="6175" y="159"/>
                    </a:cubicBezTo>
                    <a:cubicBezTo>
                      <a:pt x="6243" y="164"/>
                      <a:pt x="6312" y="168"/>
                      <a:pt x="6381" y="172"/>
                    </a:cubicBezTo>
                    <a:cubicBezTo>
                      <a:pt x="6381" y="200"/>
                      <a:pt x="6381" y="227"/>
                      <a:pt x="6381" y="256"/>
                    </a:cubicBezTo>
                    <a:cubicBezTo>
                      <a:pt x="6464" y="256"/>
                      <a:pt x="6546" y="256"/>
                      <a:pt x="6632" y="256"/>
                    </a:cubicBezTo>
                    <a:cubicBezTo>
                      <a:pt x="6632" y="283"/>
                      <a:pt x="6632" y="311"/>
                      <a:pt x="6632" y="339"/>
                    </a:cubicBezTo>
                    <a:cubicBezTo>
                      <a:pt x="6770" y="339"/>
                      <a:pt x="6908" y="339"/>
                      <a:pt x="7050" y="339"/>
                    </a:cubicBezTo>
                    <a:cubicBezTo>
                      <a:pt x="7050" y="367"/>
                      <a:pt x="7050" y="395"/>
                      <a:pt x="7050" y="423"/>
                    </a:cubicBezTo>
                    <a:cubicBezTo>
                      <a:pt x="7160" y="423"/>
                      <a:pt x="7271" y="423"/>
                      <a:pt x="7385" y="423"/>
                    </a:cubicBezTo>
                    <a:cubicBezTo>
                      <a:pt x="7385" y="451"/>
                      <a:pt x="7385" y="478"/>
                      <a:pt x="7385" y="507"/>
                    </a:cubicBezTo>
                    <a:cubicBezTo>
                      <a:pt x="7467" y="507"/>
                      <a:pt x="7550" y="507"/>
                      <a:pt x="7636" y="507"/>
                    </a:cubicBezTo>
                    <a:cubicBezTo>
                      <a:pt x="7636" y="534"/>
                      <a:pt x="7636" y="562"/>
                      <a:pt x="7636" y="590"/>
                    </a:cubicBezTo>
                    <a:cubicBezTo>
                      <a:pt x="7648" y="589"/>
                      <a:pt x="7661" y="588"/>
                      <a:pt x="7674" y="587"/>
                    </a:cubicBezTo>
                    <a:cubicBezTo>
                      <a:pt x="7822" y="581"/>
                      <a:pt x="7921" y="611"/>
                      <a:pt x="8054" y="674"/>
                    </a:cubicBezTo>
                    <a:cubicBezTo>
                      <a:pt x="8054" y="702"/>
                      <a:pt x="8054" y="729"/>
                      <a:pt x="8054" y="758"/>
                    </a:cubicBezTo>
                    <a:cubicBezTo>
                      <a:pt x="8081" y="758"/>
                      <a:pt x="8109" y="758"/>
                      <a:pt x="8137" y="758"/>
                    </a:cubicBezTo>
                    <a:cubicBezTo>
                      <a:pt x="8137" y="785"/>
                      <a:pt x="8137" y="813"/>
                      <a:pt x="8137" y="841"/>
                    </a:cubicBezTo>
                    <a:cubicBezTo>
                      <a:pt x="8220" y="841"/>
                      <a:pt x="8303" y="841"/>
                      <a:pt x="8388" y="841"/>
                    </a:cubicBezTo>
                    <a:cubicBezTo>
                      <a:pt x="8388" y="869"/>
                      <a:pt x="8388" y="896"/>
                      <a:pt x="8388" y="925"/>
                    </a:cubicBezTo>
                    <a:cubicBezTo>
                      <a:pt x="8444" y="925"/>
                      <a:pt x="8499" y="925"/>
                      <a:pt x="8556" y="925"/>
                    </a:cubicBezTo>
                    <a:cubicBezTo>
                      <a:pt x="8556" y="952"/>
                      <a:pt x="8556" y="980"/>
                      <a:pt x="8556" y="1008"/>
                    </a:cubicBezTo>
                    <a:cubicBezTo>
                      <a:pt x="8611" y="1008"/>
                      <a:pt x="8666" y="1008"/>
                      <a:pt x="8723" y="1008"/>
                    </a:cubicBezTo>
                    <a:cubicBezTo>
                      <a:pt x="8723" y="1036"/>
                      <a:pt x="8723" y="1064"/>
                      <a:pt x="8723" y="1092"/>
                    </a:cubicBezTo>
                    <a:cubicBezTo>
                      <a:pt x="8778" y="1092"/>
                      <a:pt x="8833" y="1092"/>
                      <a:pt x="8890" y="1092"/>
                    </a:cubicBezTo>
                    <a:cubicBezTo>
                      <a:pt x="8890" y="1120"/>
                      <a:pt x="8890" y="1147"/>
                      <a:pt x="8890" y="1176"/>
                    </a:cubicBezTo>
                    <a:cubicBezTo>
                      <a:pt x="8945" y="1176"/>
                      <a:pt x="9001" y="1176"/>
                      <a:pt x="9057" y="1176"/>
                    </a:cubicBezTo>
                    <a:cubicBezTo>
                      <a:pt x="9057" y="1203"/>
                      <a:pt x="9057" y="1231"/>
                      <a:pt x="9057" y="1259"/>
                    </a:cubicBezTo>
                    <a:cubicBezTo>
                      <a:pt x="9113" y="1259"/>
                      <a:pt x="9168" y="1259"/>
                      <a:pt x="9225" y="1259"/>
                    </a:cubicBezTo>
                    <a:cubicBezTo>
                      <a:pt x="9225" y="1287"/>
                      <a:pt x="9225" y="1315"/>
                      <a:pt x="9225" y="1343"/>
                    </a:cubicBezTo>
                    <a:cubicBezTo>
                      <a:pt x="9252" y="1343"/>
                      <a:pt x="9280" y="1343"/>
                      <a:pt x="9308" y="1343"/>
                    </a:cubicBezTo>
                    <a:cubicBezTo>
                      <a:pt x="9308" y="1371"/>
                      <a:pt x="9308" y="1398"/>
                      <a:pt x="9308" y="1427"/>
                    </a:cubicBezTo>
                    <a:cubicBezTo>
                      <a:pt x="9364" y="1427"/>
                      <a:pt x="9419" y="1427"/>
                      <a:pt x="9476" y="1427"/>
                    </a:cubicBezTo>
                    <a:cubicBezTo>
                      <a:pt x="9476" y="1454"/>
                      <a:pt x="9476" y="1482"/>
                      <a:pt x="9476" y="1510"/>
                    </a:cubicBezTo>
                    <a:cubicBezTo>
                      <a:pt x="9503" y="1510"/>
                      <a:pt x="9531" y="1510"/>
                      <a:pt x="9559" y="1510"/>
                    </a:cubicBezTo>
                    <a:cubicBezTo>
                      <a:pt x="9559" y="1538"/>
                      <a:pt x="9559" y="1566"/>
                      <a:pt x="9559" y="1594"/>
                    </a:cubicBezTo>
                    <a:cubicBezTo>
                      <a:pt x="9615" y="1594"/>
                      <a:pt x="9670" y="1594"/>
                      <a:pt x="9727" y="1594"/>
                    </a:cubicBezTo>
                    <a:cubicBezTo>
                      <a:pt x="9727" y="1622"/>
                      <a:pt x="9727" y="1649"/>
                      <a:pt x="9727" y="1678"/>
                    </a:cubicBezTo>
                    <a:cubicBezTo>
                      <a:pt x="9754" y="1678"/>
                      <a:pt x="9782" y="1678"/>
                      <a:pt x="9810" y="1678"/>
                    </a:cubicBezTo>
                    <a:cubicBezTo>
                      <a:pt x="9810" y="1705"/>
                      <a:pt x="9810" y="1733"/>
                      <a:pt x="9810" y="1761"/>
                    </a:cubicBezTo>
                    <a:cubicBezTo>
                      <a:pt x="9838" y="1761"/>
                      <a:pt x="9865" y="1761"/>
                      <a:pt x="9894" y="1761"/>
                    </a:cubicBezTo>
                    <a:cubicBezTo>
                      <a:pt x="9894" y="1789"/>
                      <a:pt x="9894" y="1816"/>
                      <a:pt x="9894" y="1845"/>
                    </a:cubicBezTo>
                    <a:cubicBezTo>
                      <a:pt x="9906" y="1842"/>
                      <a:pt x="9918" y="1840"/>
                      <a:pt x="9930" y="1837"/>
                    </a:cubicBezTo>
                    <a:cubicBezTo>
                      <a:pt x="9938" y="1838"/>
                      <a:pt x="9938" y="1838"/>
                      <a:pt x="9978" y="1845"/>
                    </a:cubicBezTo>
                    <a:cubicBezTo>
                      <a:pt x="9996" y="1871"/>
                      <a:pt x="9996" y="1871"/>
                      <a:pt x="10014" y="1905"/>
                    </a:cubicBezTo>
                    <a:cubicBezTo>
                      <a:pt x="10051" y="1968"/>
                      <a:pt x="10051" y="1968"/>
                      <a:pt x="10097" y="1980"/>
                    </a:cubicBezTo>
                    <a:cubicBezTo>
                      <a:pt x="10104" y="1981"/>
                      <a:pt x="10104" y="1981"/>
                      <a:pt x="10138" y="1985"/>
                    </a:cubicBezTo>
                    <a:cubicBezTo>
                      <a:pt x="10255" y="2010"/>
                      <a:pt x="10310" y="2089"/>
                      <a:pt x="10383" y="2179"/>
                    </a:cubicBezTo>
                    <a:cubicBezTo>
                      <a:pt x="10408" y="2210"/>
                      <a:pt x="10434" y="2240"/>
                      <a:pt x="10459" y="2271"/>
                    </a:cubicBezTo>
                    <a:cubicBezTo>
                      <a:pt x="10464" y="2278"/>
                      <a:pt x="10464" y="2278"/>
                      <a:pt x="10492" y="2312"/>
                    </a:cubicBezTo>
                    <a:cubicBezTo>
                      <a:pt x="10555" y="2387"/>
                      <a:pt x="10555" y="2387"/>
                      <a:pt x="10619" y="2397"/>
                    </a:cubicBezTo>
                    <a:cubicBezTo>
                      <a:pt x="10795" y="2405"/>
                      <a:pt x="10795" y="2405"/>
                      <a:pt x="10846" y="2360"/>
                    </a:cubicBezTo>
                    <a:cubicBezTo>
                      <a:pt x="10866" y="2326"/>
                      <a:pt x="10866" y="2326"/>
                      <a:pt x="10882" y="2291"/>
                    </a:cubicBezTo>
                    <a:cubicBezTo>
                      <a:pt x="10887" y="2282"/>
                      <a:pt x="10892" y="2273"/>
                      <a:pt x="10898" y="2263"/>
                    </a:cubicBezTo>
                    <a:cubicBezTo>
                      <a:pt x="10945" y="2255"/>
                      <a:pt x="10945" y="2255"/>
                      <a:pt x="10981" y="2263"/>
                    </a:cubicBezTo>
                    <a:cubicBezTo>
                      <a:pt x="10981" y="2236"/>
                      <a:pt x="10981" y="2208"/>
                      <a:pt x="10981" y="2179"/>
                    </a:cubicBezTo>
                    <a:cubicBezTo>
                      <a:pt x="11009" y="2179"/>
                      <a:pt x="11036" y="2179"/>
                      <a:pt x="11065" y="2179"/>
                    </a:cubicBezTo>
                    <a:cubicBezTo>
                      <a:pt x="11065" y="2152"/>
                      <a:pt x="11065" y="2124"/>
                      <a:pt x="11065" y="2096"/>
                    </a:cubicBezTo>
                    <a:cubicBezTo>
                      <a:pt x="11079" y="2091"/>
                      <a:pt x="11094" y="2086"/>
                      <a:pt x="11109" y="2080"/>
                    </a:cubicBezTo>
                    <a:cubicBezTo>
                      <a:pt x="11128" y="2073"/>
                      <a:pt x="11147" y="2066"/>
                      <a:pt x="11167" y="2059"/>
                    </a:cubicBezTo>
                    <a:cubicBezTo>
                      <a:pt x="11176" y="2056"/>
                      <a:pt x="11176" y="2056"/>
                      <a:pt x="11224" y="2039"/>
                    </a:cubicBezTo>
                    <a:cubicBezTo>
                      <a:pt x="11282" y="2008"/>
                      <a:pt x="11291" y="1987"/>
                      <a:pt x="11316" y="1929"/>
                    </a:cubicBezTo>
                    <a:cubicBezTo>
                      <a:pt x="11360" y="1923"/>
                      <a:pt x="11360" y="1923"/>
                      <a:pt x="11399" y="1929"/>
                    </a:cubicBezTo>
                    <a:cubicBezTo>
                      <a:pt x="11399" y="1901"/>
                      <a:pt x="11399" y="1873"/>
                      <a:pt x="11399" y="1845"/>
                    </a:cubicBezTo>
                    <a:cubicBezTo>
                      <a:pt x="11427" y="1845"/>
                      <a:pt x="11455" y="1845"/>
                      <a:pt x="11483" y="1845"/>
                    </a:cubicBezTo>
                    <a:cubicBezTo>
                      <a:pt x="11483" y="1817"/>
                      <a:pt x="11483" y="1790"/>
                      <a:pt x="11483" y="1761"/>
                    </a:cubicBezTo>
                    <a:cubicBezTo>
                      <a:pt x="11538" y="1761"/>
                      <a:pt x="11594" y="1761"/>
                      <a:pt x="11650" y="1761"/>
                    </a:cubicBezTo>
                    <a:cubicBezTo>
                      <a:pt x="11650" y="1734"/>
                      <a:pt x="11650" y="1706"/>
                      <a:pt x="11650" y="1678"/>
                    </a:cubicBezTo>
                    <a:cubicBezTo>
                      <a:pt x="11665" y="1673"/>
                      <a:pt x="11680" y="1667"/>
                      <a:pt x="11695" y="1662"/>
                    </a:cubicBezTo>
                    <a:cubicBezTo>
                      <a:pt x="11714" y="1655"/>
                      <a:pt x="11733" y="1648"/>
                      <a:pt x="11752" y="1641"/>
                    </a:cubicBezTo>
                    <a:cubicBezTo>
                      <a:pt x="11762" y="1638"/>
                      <a:pt x="11762" y="1638"/>
                      <a:pt x="11810" y="1620"/>
                    </a:cubicBezTo>
                    <a:cubicBezTo>
                      <a:pt x="11867" y="1590"/>
                      <a:pt x="11876" y="1568"/>
                      <a:pt x="11901" y="1510"/>
                    </a:cubicBezTo>
                    <a:cubicBezTo>
                      <a:pt x="11946" y="1505"/>
                      <a:pt x="11946" y="1505"/>
                      <a:pt x="11985" y="1510"/>
                    </a:cubicBezTo>
                    <a:cubicBezTo>
                      <a:pt x="11985" y="1483"/>
                      <a:pt x="11985" y="1455"/>
                      <a:pt x="11985" y="1427"/>
                    </a:cubicBezTo>
                    <a:cubicBezTo>
                      <a:pt x="12040" y="1427"/>
                      <a:pt x="12095" y="1427"/>
                      <a:pt x="12152" y="1427"/>
                    </a:cubicBezTo>
                    <a:cubicBezTo>
                      <a:pt x="12152" y="1399"/>
                      <a:pt x="12152" y="1371"/>
                      <a:pt x="12152" y="1343"/>
                    </a:cubicBezTo>
                    <a:cubicBezTo>
                      <a:pt x="12207" y="1343"/>
                      <a:pt x="12263" y="1343"/>
                      <a:pt x="12320" y="1343"/>
                    </a:cubicBezTo>
                    <a:cubicBezTo>
                      <a:pt x="12320" y="1315"/>
                      <a:pt x="12320" y="1288"/>
                      <a:pt x="12320" y="1259"/>
                    </a:cubicBezTo>
                    <a:cubicBezTo>
                      <a:pt x="12347" y="1259"/>
                      <a:pt x="12375" y="1259"/>
                      <a:pt x="12403" y="1259"/>
                    </a:cubicBezTo>
                    <a:cubicBezTo>
                      <a:pt x="12403" y="1232"/>
                      <a:pt x="12403" y="1204"/>
                      <a:pt x="12403" y="1176"/>
                    </a:cubicBezTo>
                    <a:cubicBezTo>
                      <a:pt x="12458" y="1176"/>
                      <a:pt x="12514" y="1176"/>
                      <a:pt x="12570" y="1176"/>
                    </a:cubicBezTo>
                    <a:cubicBezTo>
                      <a:pt x="12570" y="1148"/>
                      <a:pt x="12570" y="1121"/>
                      <a:pt x="12570" y="1092"/>
                    </a:cubicBezTo>
                    <a:cubicBezTo>
                      <a:pt x="12626" y="1092"/>
                      <a:pt x="12681" y="1092"/>
                      <a:pt x="12738" y="1092"/>
                    </a:cubicBezTo>
                    <a:cubicBezTo>
                      <a:pt x="12738" y="1065"/>
                      <a:pt x="12738" y="1037"/>
                      <a:pt x="12738" y="1008"/>
                    </a:cubicBezTo>
                    <a:cubicBezTo>
                      <a:pt x="12821" y="1008"/>
                      <a:pt x="12903" y="1008"/>
                      <a:pt x="12989" y="1008"/>
                    </a:cubicBezTo>
                    <a:cubicBezTo>
                      <a:pt x="12989" y="981"/>
                      <a:pt x="12989" y="953"/>
                      <a:pt x="12989" y="925"/>
                    </a:cubicBezTo>
                    <a:cubicBezTo>
                      <a:pt x="13016" y="925"/>
                      <a:pt x="13044" y="925"/>
                      <a:pt x="13072" y="925"/>
                    </a:cubicBezTo>
                    <a:cubicBezTo>
                      <a:pt x="13072" y="897"/>
                      <a:pt x="13072" y="870"/>
                      <a:pt x="13072" y="841"/>
                    </a:cubicBezTo>
                    <a:cubicBezTo>
                      <a:pt x="13128" y="841"/>
                      <a:pt x="13183" y="841"/>
                      <a:pt x="13240" y="841"/>
                    </a:cubicBezTo>
                    <a:cubicBezTo>
                      <a:pt x="13240" y="814"/>
                      <a:pt x="13240" y="786"/>
                      <a:pt x="13240" y="758"/>
                    </a:cubicBezTo>
                    <a:cubicBezTo>
                      <a:pt x="13322" y="758"/>
                      <a:pt x="13405" y="758"/>
                      <a:pt x="13491" y="758"/>
                    </a:cubicBezTo>
                    <a:cubicBezTo>
                      <a:pt x="13491" y="730"/>
                      <a:pt x="13491" y="702"/>
                      <a:pt x="13491" y="674"/>
                    </a:cubicBezTo>
                    <a:cubicBezTo>
                      <a:pt x="13546" y="674"/>
                      <a:pt x="13601" y="674"/>
                      <a:pt x="13658" y="674"/>
                    </a:cubicBezTo>
                    <a:cubicBezTo>
                      <a:pt x="13658" y="646"/>
                      <a:pt x="13658" y="619"/>
                      <a:pt x="13658" y="590"/>
                    </a:cubicBezTo>
                    <a:cubicBezTo>
                      <a:pt x="13741" y="590"/>
                      <a:pt x="13823" y="590"/>
                      <a:pt x="13909" y="590"/>
                    </a:cubicBezTo>
                    <a:cubicBezTo>
                      <a:pt x="13909" y="563"/>
                      <a:pt x="13909" y="535"/>
                      <a:pt x="13909" y="507"/>
                    </a:cubicBezTo>
                    <a:cubicBezTo>
                      <a:pt x="13992" y="507"/>
                      <a:pt x="14074" y="507"/>
                      <a:pt x="14160" y="507"/>
                    </a:cubicBezTo>
                    <a:cubicBezTo>
                      <a:pt x="14160" y="479"/>
                      <a:pt x="14160" y="451"/>
                      <a:pt x="14160" y="423"/>
                    </a:cubicBezTo>
                    <a:cubicBezTo>
                      <a:pt x="14243" y="423"/>
                      <a:pt x="14325" y="423"/>
                      <a:pt x="14411" y="423"/>
                    </a:cubicBezTo>
                    <a:cubicBezTo>
                      <a:pt x="14411" y="395"/>
                      <a:pt x="14411" y="368"/>
                      <a:pt x="14411" y="339"/>
                    </a:cubicBezTo>
                    <a:cubicBezTo>
                      <a:pt x="14549" y="339"/>
                      <a:pt x="14687" y="339"/>
                      <a:pt x="14829" y="339"/>
                    </a:cubicBezTo>
                    <a:cubicBezTo>
                      <a:pt x="14829" y="312"/>
                      <a:pt x="14829" y="284"/>
                      <a:pt x="14829" y="256"/>
                    </a:cubicBezTo>
                    <a:cubicBezTo>
                      <a:pt x="14939" y="256"/>
                      <a:pt x="15050" y="256"/>
                      <a:pt x="15163" y="256"/>
                    </a:cubicBezTo>
                    <a:cubicBezTo>
                      <a:pt x="15163" y="228"/>
                      <a:pt x="15163" y="200"/>
                      <a:pt x="15163" y="172"/>
                    </a:cubicBezTo>
                    <a:cubicBezTo>
                      <a:pt x="15329" y="172"/>
                      <a:pt x="15495" y="172"/>
                      <a:pt x="15665" y="172"/>
                    </a:cubicBezTo>
                    <a:cubicBezTo>
                      <a:pt x="15665" y="144"/>
                      <a:pt x="15665" y="117"/>
                      <a:pt x="15665" y="88"/>
                    </a:cubicBezTo>
                    <a:cubicBezTo>
                      <a:pt x="15941" y="88"/>
                      <a:pt x="16217" y="88"/>
                      <a:pt x="16502" y="88"/>
                    </a:cubicBezTo>
                    <a:cubicBezTo>
                      <a:pt x="16502" y="61"/>
                      <a:pt x="16502" y="33"/>
                      <a:pt x="16502" y="5"/>
                    </a:cubicBezTo>
                    <a:cubicBezTo>
                      <a:pt x="16888" y="5"/>
                      <a:pt x="17275" y="5"/>
                      <a:pt x="17673" y="5"/>
                    </a:cubicBezTo>
                    <a:cubicBezTo>
                      <a:pt x="17673" y="32"/>
                      <a:pt x="17673" y="60"/>
                      <a:pt x="17673" y="88"/>
                    </a:cubicBezTo>
                    <a:cubicBezTo>
                      <a:pt x="17949" y="88"/>
                      <a:pt x="18225" y="88"/>
                      <a:pt x="18509" y="88"/>
                    </a:cubicBezTo>
                    <a:cubicBezTo>
                      <a:pt x="18509" y="116"/>
                      <a:pt x="18509" y="144"/>
                      <a:pt x="18509" y="172"/>
                    </a:cubicBezTo>
                    <a:cubicBezTo>
                      <a:pt x="18647" y="172"/>
                      <a:pt x="18785" y="172"/>
                      <a:pt x="18927" y="172"/>
                    </a:cubicBezTo>
                    <a:cubicBezTo>
                      <a:pt x="18927" y="200"/>
                      <a:pt x="18927" y="227"/>
                      <a:pt x="18927" y="256"/>
                    </a:cubicBezTo>
                    <a:cubicBezTo>
                      <a:pt x="19010" y="256"/>
                      <a:pt x="19093" y="256"/>
                      <a:pt x="19178" y="256"/>
                    </a:cubicBezTo>
                    <a:cubicBezTo>
                      <a:pt x="19178" y="283"/>
                      <a:pt x="19178" y="311"/>
                      <a:pt x="19178" y="339"/>
                    </a:cubicBezTo>
                    <a:cubicBezTo>
                      <a:pt x="19261" y="339"/>
                      <a:pt x="19344" y="339"/>
                      <a:pt x="19429" y="339"/>
                    </a:cubicBezTo>
                    <a:cubicBezTo>
                      <a:pt x="19429" y="367"/>
                      <a:pt x="19429" y="395"/>
                      <a:pt x="19429" y="423"/>
                    </a:cubicBezTo>
                    <a:cubicBezTo>
                      <a:pt x="19457" y="423"/>
                      <a:pt x="19484" y="423"/>
                      <a:pt x="19513" y="423"/>
                    </a:cubicBezTo>
                    <a:cubicBezTo>
                      <a:pt x="19589" y="579"/>
                      <a:pt x="19608" y="701"/>
                      <a:pt x="19602" y="875"/>
                    </a:cubicBezTo>
                    <a:cubicBezTo>
                      <a:pt x="19601" y="896"/>
                      <a:pt x="19601" y="918"/>
                      <a:pt x="19601" y="939"/>
                    </a:cubicBezTo>
                    <a:cubicBezTo>
                      <a:pt x="19600" y="990"/>
                      <a:pt x="19598" y="1041"/>
                      <a:pt x="19596" y="1092"/>
                    </a:cubicBezTo>
                    <a:cubicBezTo>
                      <a:pt x="19624" y="1092"/>
                      <a:pt x="19652" y="1092"/>
                      <a:pt x="19680" y="1092"/>
                    </a:cubicBezTo>
                    <a:cubicBezTo>
                      <a:pt x="19680" y="1120"/>
                      <a:pt x="19680" y="1147"/>
                      <a:pt x="19680" y="1176"/>
                    </a:cubicBezTo>
                    <a:cubicBezTo>
                      <a:pt x="19846" y="1176"/>
                      <a:pt x="20011" y="1176"/>
                      <a:pt x="20182" y="1176"/>
                    </a:cubicBezTo>
                    <a:cubicBezTo>
                      <a:pt x="20182" y="1203"/>
                      <a:pt x="20182" y="1231"/>
                      <a:pt x="20182" y="1259"/>
                    </a:cubicBezTo>
                    <a:cubicBezTo>
                      <a:pt x="20192" y="1257"/>
                      <a:pt x="20202" y="1256"/>
                      <a:pt x="20213" y="1254"/>
                    </a:cubicBezTo>
                    <a:cubicBezTo>
                      <a:pt x="20286" y="1246"/>
                      <a:pt x="20332" y="1248"/>
                      <a:pt x="20395" y="1289"/>
                    </a:cubicBezTo>
                    <a:cubicBezTo>
                      <a:pt x="20492" y="1381"/>
                      <a:pt x="20541" y="1463"/>
                      <a:pt x="20580" y="1592"/>
                    </a:cubicBezTo>
                    <a:cubicBezTo>
                      <a:pt x="20600" y="1636"/>
                      <a:pt x="20600" y="1636"/>
                      <a:pt x="20644" y="1658"/>
                    </a:cubicBezTo>
                    <a:cubicBezTo>
                      <a:pt x="20657" y="1664"/>
                      <a:pt x="20670" y="1671"/>
                      <a:pt x="20684" y="1678"/>
                    </a:cubicBezTo>
                    <a:cubicBezTo>
                      <a:pt x="20684" y="1705"/>
                      <a:pt x="20684" y="1733"/>
                      <a:pt x="20684" y="1761"/>
                    </a:cubicBezTo>
                    <a:cubicBezTo>
                      <a:pt x="20877" y="1761"/>
                      <a:pt x="21070" y="1761"/>
                      <a:pt x="21269" y="1761"/>
                    </a:cubicBezTo>
                    <a:cubicBezTo>
                      <a:pt x="21269" y="1789"/>
                      <a:pt x="21269" y="1816"/>
                      <a:pt x="21269" y="1845"/>
                    </a:cubicBezTo>
                    <a:cubicBezTo>
                      <a:pt x="21279" y="1843"/>
                      <a:pt x="21290" y="1841"/>
                      <a:pt x="21300" y="1839"/>
                    </a:cubicBezTo>
                    <a:cubicBezTo>
                      <a:pt x="21372" y="1831"/>
                      <a:pt x="21420" y="1834"/>
                      <a:pt x="21482" y="1875"/>
                    </a:cubicBezTo>
                    <a:cubicBezTo>
                      <a:pt x="21559" y="1947"/>
                      <a:pt x="21613" y="2004"/>
                      <a:pt x="21625" y="2114"/>
                    </a:cubicBezTo>
                    <a:cubicBezTo>
                      <a:pt x="21626" y="2153"/>
                      <a:pt x="21626" y="2192"/>
                      <a:pt x="21625" y="2230"/>
                    </a:cubicBezTo>
                    <a:cubicBezTo>
                      <a:pt x="21625" y="2252"/>
                      <a:pt x="21625" y="2274"/>
                      <a:pt x="21626" y="2296"/>
                    </a:cubicBezTo>
                    <a:cubicBezTo>
                      <a:pt x="21626" y="2355"/>
                      <a:pt x="21626" y="2415"/>
                      <a:pt x="21625" y="2475"/>
                    </a:cubicBezTo>
                    <a:cubicBezTo>
                      <a:pt x="21625" y="2540"/>
                      <a:pt x="21625" y="2605"/>
                      <a:pt x="21626" y="2670"/>
                    </a:cubicBezTo>
                    <a:cubicBezTo>
                      <a:pt x="21626" y="2783"/>
                      <a:pt x="21626" y="2897"/>
                      <a:pt x="21626" y="3011"/>
                    </a:cubicBezTo>
                    <a:cubicBezTo>
                      <a:pt x="21625" y="3180"/>
                      <a:pt x="21625" y="3349"/>
                      <a:pt x="21625" y="3519"/>
                    </a:cubicBezTo>
                    <a:cubicBezTo>
                      <a:pt x="21626" y="3821"/>
                      <a:pt x="21626" y="4123"/>
                      <a:pt x="21625" y="4425"/>
                    </a:cubicBezTo>
                    <a:cubicBezTo>
                      <a:pt x="21625" y="4690"/>
                      <a:pt x="21625" y="4954"/>
                      <a:pt x="21625" y="5219"/>
                    </a:cubicBezTo>
                    <a:cubicBezTo>
                      <a:pt x="21625" y="5228"/>
                      <a:pt x="21625" y="5228"/>
                      <a:pt x="21625" y="5272"/>
                    </a:cubicBezTo>
                    <a:cubicBezTo>
                      <a:pt x="21625" y="5343"/>
                      <a:pt x="21625" y="5414"/>
                      <a:pt x="21625" y="5486"/>
                    </a:cubicBezTo>
                    <a:cubicBezTo>
                      <a:pt x="21625" y="6153"/>
                      <a:pt x="21624" y="6821"/>
                      <a:pt x="21623" y="7489"/>
                    </a:cubicBezTo>
                    <a:cubicBezTo>
                      <a:pt x="21622" y="8083"/>
                      <a:pt x="21622" y="8676"/>
                      <a:pt x="21623" y="9270"/>
                    </a:cubicBezTo>
                    <a:cubicBezTo>
                      <a:pt x="21623" y="9422"/>
                      <a:pt x="21623" y="9574"/>
                      <a:pt x="21623" y="9726"/>
                    </a:cubicBezTo>
                    <a:cubicBezTo>
                      <a:pt x="21623" y="9745"/>
                      <a:pt x="21623" y="9763"/>
                      <a:pt x="21623" y="9783"/>
                    </a:cubicBezTo>
                    <a:cubicBezTo>
                      <a:pt x="21623" y="10278"/>
                      <a:pt x="21623" y="10774"/>
                      <a:pt x="21623" y="11270"/>
                    </a:cubicBezTo>
                    <a:cubicBezTo>
                      <a:pt x="21622" y="11323"/>
                      <a:pt x="21622" y="11377"/>
                      <a:pt x="21622" y="11430"/>
                    </a:cubicBezTo>
                    <a:cubicBezTo>
                      <a:pt x="21622" y="11465"/>
                      <a:pt x="21622" y="11501"/>
                      <a:pt x="21622" y="11536"/>
                    </a:cubicBezTo>
                    <a:cubicBezTo>
                      <a:pt x="21622" y="11800"/>
                      <a:pt x="21622" y="12065"/>
                      <a:pt x="21622" y="12329"/>
                    </a:cubicBezTo>
                    <a:cubicBezTo>
                      <a:pt x="21623" y="12630"/>
                      <a:pt x="21622" y="12930"/>
                      <a:pt x="21621" y="13231"/>
                    </a:cubicBezTo>
                    <a:cubicBezTo>
                      <a:pt x="21621" y="13399"/>
                      <a:pt x="21621" y="13567"/>
                      <a:pt x="21621" y="13735"/>
                    </a:cubicBezTo>
                    <a:cubicBezTo>
                      <a:pt x="21621" y="13848"/>
                      <a:pt x="21621" y="13960"/>
                      <a:pt x="21621" y="14072"/>
                    </a:cubicBezTo>
                    <a:cubicBezTo>
                      <a:pt x="21620" y="14136"/>
                      <a:pt x="21620" y="14200"/>
                      <a:pt x="21621" y="14264"/>
                    </a:cubicBezTo>
                    <a:cubicBezTo>
                      <a:pt x="21621" y="14323"/>
                      <a:pt x="21621" y="14381"/>
                      <a:pt x="21620" y="14439"/>
                    </a:cubicBezTo>
                    <a:cubicBezTo>
                      <a:pt x="21620" y="14470"/>
                      <a:pt x="21620" y="14501"/>
                      <a:pt x="21621" y="14532"/>
                    </a:cubicBezTo>
                    <a:cubicBezTo>
                      <a:pt x="21619" y="14628"/>
                      <a:pt x="21613" y="14688"/>
                      <a:pt x="21546" y="14759"/>
                    </a:cubicBezTo>
                    <a:cubicBezTo>
                      <a:pt x="21469" y="14829"/>
                      <a:pt x="21391" y="14826"/>
                      <a:pt x="21292" y="14822"/>
                    </a:cubicBezTo>
                    <a:cubicBezTo>
                      <a:pt x="21275" y="14822"/>
                      <a:pt x="21257" y="14821"/>
                      <a:pt x="21239" y="14821"/>
                    </a:cubicBezTo>
                    <a:cubicBezTo>
                      <a:pt x="21184" y="14821"/>
                      <a:pt x="21129" y="14819"/>
                      <a:pt x="21073" y="14817"/>
                    </a:cubicBezTo>
                    <a:cubicBezTo>
                      <a:pt x="21036" y="14817"/>
                      <a:pt x="20998" y="14816"/>
                      <a:pt x="20960" y="14816"/>
                    </a:cubicBezTo>
                    <a:cubicBezTo>
                      <a:pt x="20868" y="14814"/>
                      <a:pt x="20776" y="14812"/>
                      <a:pt x="20684" y="14810"/>
                    </a:cubicBezTo>
                    <a:cubicBezTo>
                      <a:pt x="20684" y="14782"/>
                      <a:pt x="20684" y="14754"/>
                      <a:pt x="20684" y="14726"/>
                    </a:cubicBezTo>
                    <a:cubicBezTo>
                      <a:pt x="20669" y="14726"/>
                      <a:pt x="20654" y="14726"/>
                      <a:pt x="20638" y="14726"/>
                    </a:cubicBezTo>
                    <a:cubicBezTo>
                      <a:pt x="20496" y="14727"/>
                      <a:pt x="20354" y="14728"/>
                      <a:pt x="20212" y="14728"/>
                    </a:cubicBezTo>
                    <a:cubicBezTo>
                      <a:pt x="20139" y="14728"/>
                      <a:pt x="20065" y="14729"/>
                      <a:pt x="19992" y="14729"/>
                    </a:cubicBezTo>
                    <a:cubicBezTo>
                      <a:pt x="19922" y="14730"/>
                      <a:pt x="19851" y="14730"/>
                      <a:pt x="19781" y="14730"/>
                    </a:cubicBezTo>
                    <a:cubicBezTo>
                      <a:pt x="19754" y="14730"/>
                      <a:pt x="19727" y="14730"/>
                      <a:pt x="19700" y="14730"/>
                    </a:cubicBezTo>
                    <a:cubicBezTo>
                      <a:pt x="19662" y="14731"/>
                      <a:pt x="19625" y="14731"/>
                      <a:pt x="19587" y="14731"/>
                    </a:cubicBezTo>
                    <a:cubicBezTo>
                      <a:pt x="19576" y="14731"/>
                      <a:pt x="19565" y="14731"/>
                      <a:pt x="19553" y="14731"/>
                    </a:cubicBezTo>
                    <a:cubicBezTo>
                      <a:pt x="19476" y="14731"/>
                      <a:pt x="19476" y="14731"/>
                      <a:pt x="19429" y="14684"/>
                    </a:cubicBezTo>
                    <a:cubicBezTo>
                      <a:pt x="19397" y="14679"/>
                      <a:pt x="19397" y="14679"/>
                      <a:pt x="19359" y="14679"/>
                    </a:cubicBezTo>
                    <a:cubicBezTo>
                      <a:pt x="19344" y="14679"/>
                      <a:pt x="19330" y="14679"/>
                      <a:pt x="19315" y="14679"/>
                    </a:cubicBezTo>
                    <a:cubicBezTo>
                      <a:pt x="19298" y="14679"/>
                      <a:pt x="19282" y="14679"/>
                      <a:pt x="19266" y="14679"/>
                    </a:cubicBezTo>
                    <a:cubicBezTo>
                      <a:pt x="19257" y="14679"/>
                      <a:pt x="19257" y="14679"/>
                      <a:pt x="19214" y="14679"/>
                    </a:cubicBezTo>
                    <a:cubicBezTo>
                      <a:pt x="19156" y="14678"/>
                      <a:pt x="19099" y="14679"/>
                      <a:pt x="19041" y="14679"/>
                    </a:cubicBezTo>
                    <a:cubicBezTo>
                      <a:pt x="19000" y="14679"/>
                      <a:pt x="18959" y="14679"/>
                      <a:pt x="18918" y="14678"/>
                    </a:cubicBezTo>
                    <a:cubicBezTo>
                      <a:pt x="18817" y="14678"/>
                      <a:pt x="18717" y="14678"/>
                      <a:pt x="18617" y="14678"/>
                    </a:cubicBezTo>
                    <a:cubicBezTo>
                      <a:pt x="18535" y="14679"/>
                      <a:pt x="18454" y="14679"/>
                      <a:pt x="18372" y="14679"/>
                    </a:cubicBezTo>
                    <a:cubicBezTo>
                      <a:pt x="18361" y="14679"/>
                      <a:pt x="18349" y="14678"/>
                      <a:pt x="18337" y="14678"/>
                    </a:cubicBezTo>
                    <a:cubicBezTo>
                      <a:pt x="18314" y="14678"/>
                      <a:pt x="18290" y="14678"/>
                      <a:pt x="18266" y="14678"/>
                    </a:cubicBezTo>
                    <a:cubicBezTo>
                      <a:pt x="18046" y="14678"/>
                      <a:pt x="17825" y="14678"/>
                      <a:pt x="17604" y="14679"/>
                    </a:cubicBezTo>
                    <a:cubicBezTo>
                      <a:pt x="17414" y="14679"/>
                      <a:pt x="17224" y="14679"/>
                      <a:pt x="17035" y="14679"/>
                    </a:cubicBezTo>
                    <a:cubicBezTo>
                      <a:pt x="16815" y="14678"/>
                      <a:pt x="16595" y="14678"/>
                      <a:pt x="16374" y="14678"/>
                    </a:cubicBezTo>
                    <a:cubicBezTo>
                      <a:pt x="16351" y="14678"/>
                      <a:pt x="16328" y="14678"/>
                      <a:pt x="16304" y="14679"/>
                    </a:cubicBezTo>
                    <a:cubicBezTo>
                      <a:pt x="16293" y="14679"/>
                      <a:pt x="16281" y="14679"/>
                      <a:pt x="16269" y="14679"/>
                    </a:cubicBezTo>
                    <a:cubicBezTo>
                      <a:pt x="16188" y="14679"/>
                      <a:pt x="16106" y="14679"/>
                      <a:pt x="16025" y="14678"/>
                    </a:cubicBezTo>
                    <a:cubicBezTo>
                      <a:pt x="15915" y="14678"/>
                      <a:pt x="15806" y="14678"/>
                      <a:pt x="15696" y="14679"/>
                    </a:cubicBezTo>
                    <a:cubicBezTo>
                      <a:pt x="15656" y="14679"/>
                      <a:pt x="15615" y="14679"/>
                      <a:pt x="15575" y="14679"/>
                    </a:cubicBezTo>
                    <a:cubicBezTo>
                      <a:pt x="15520" y="14678"/>
                      <a:pt x="15465" y="14679"/>
                      <a:pt x="15411" y="14679"/>
                    </a:cubicBezTo>
                    <a:cubicBezTo>
                      <a:pt x="15403" y="14679"/>
                      <a:pt x="15403" y="14679"/>
                      <a:pt x="15362" y="14679"/>
                    </a:cubicBezTo>
                    <a:cubicBezTo>
                      <a:pt x="15354" y="14679"/>
                      <a:pt x="15354" y="14679"/>
                      <a:pt x="15317" y="14679"/>
                    </a:cubicBezTo>
                    <a:cubicBezTo>
                      <a:pt x="15305" y="14679"/>
                      <a:pt x="15292" y="14679"/>
                      <a:pt x="15279" y="14679"/>
                    </a:cubicBezTo>
                    <a:cubicBezTo>
                      <a:pt x="15247" y="14684"/>
                      <a:pt x="15247" y="14684"/>
                      <a:pt x="15205" y="14726"/>
                    </a:cubicBezTo>
                    <a:cubicBezTo>
                      <a:pt x="15157" y="14731"/>
                      <a:pt x="15157" y="14731"/>
                      <a:pt x="15097" y="14731"/>
                    </a:cubicBezTo>
                    <a:cubicBezTo>
                      <a:pt x="15086" y="14731"/>
                      <a:pt x="15075" y="14731"/>
                      <a:pt x="15063" y="14731"/>
                    </a:cubicBezTo>
                    <a:cubicBezTo>
                      <a:pt x="15027" y="14731"/>
                      <a:pt x="14991" y="14730"/>
                      <a:pt x="14954" y="14730"/>
                    </a:cubicBezTo>
                    <a:cubicBezTo>
                      <a:pt x="14929" y="14730"/>
                      <a:pt x="14904" y="14730"/>
                      <a:pt x="14878" y="14730"/>
                    </a:cubicBezTo>
                    <a:cubicBezTo>
                      <a:pt x="14812" y="14730"/>
                      <a:pt x="14745" y="14729"/>
                      <a:pt x="14679" y="14729"/>
                    </a:cubicBezTo>
                    <a:cubicBezTo>
                      <a:pt x="14611" y="14728"/>
                      <a:pt x="14543" y="14728"/>
                      <a:pt x="14475" y="14728"/>
                    </a:cubicBezTo>
                    <a:cubicBezTo>
                      <a:pt x="14342" y="14728"/>
                      <a:pt x="14209" y="14727"/>
                      <a:pt x="14076" y="14726"/>
                    </a:cubicBezTo>
                    <a:cubicBezTo>
                      <a:pt x="14076" y="14754"/>
                      <a:pt x="14076" y="14781"/>
                      <a:pt x="14076" y="14810"/>
                    </a:cubicBezTo>
                    <a:cubicBezTo>
                      <a:pt x="13745" y="14810"/>
                      <a:pt x="13414" y="14810"/>
                      <a:pt x="13072" y="14810"/>
                    </a:cubicBezTo>
                    <a:cubicBezTo>
                      <a:pt x="13072" y="14837"/>
                      <a:pt x="13072" y="14865"/>
                      <a:pt x="13072" y="14893"/>
                    </a:cubicBezTo>
                    <a:cubicBezTo>
                      <a:pt x="12907" y="14907"/>
                      <a:pt x="12741" y="14921"/>
                      <a:pt x="12570" y="14935"/>
                    </a:cubicBezTo>
                    <a:cubicBezTo>
                      <a:pt x="12543" y="15032"/>
                      <a:pt x="12515" y="15128"/>
                      <a:pt x="12487" y="15228"/>
                    </a:cubicBezTo>
                    <a:cubicBezTo>
                      <a:pt x="12459" y="15228"/>
                      <a:pt x="12432" y="15228"/>
                      <a:pt x="12403" y="15228"/>
                    </a:cubicBezTo>
                    <a:cubicBezTo>
                      <a:pt x="12403" y="15283"/>
                      <a:pt x="12403" y="15338"/>
                      <a:pt x="12403" y="15395"/>
                    </a:cubicBezTo>
                    <a:cubicBezTo>
                      <a:pt x="12376" y="15395"/>
                      <a:pt x="12348" y="15395"/>
                      <a:pt x="12320" y="15395"/>
                    </a:cubicBezTo>
                    <a:cubicBezTo>
                      <a:pt x="12322" y="15405"/>
                      <a:pt x="12324" y="15415"/>
                      <a:pt x="12327" y="15426"/>
                    </a:cubicBezTo>
                    <a:cubicBezTo>
                      <a:pt x="12334" y="15477"/>
                      <a:pt x="12333" y="15512"/>
                      <a:pt x="12320" y="15562"/>
                    </a:cubicBezTo>
                    <a:cubicBezTo>
                      <a:pt x="12282" y="15601"/>
                      <a:pt x="12244" y="15630"/>
                      <a:pt x="12200" y="15661"/>
                    </a:cubicBezTo>
                    <a:cubicBezTo>
                      <a:pt x="12118" y="15719"/>
                      <a:pt x="12063" y="15786"/>
                      <a:pt x="12003" y="15866"/>
                    </a:cubicBezTo>
                    <a:cubicBezTo>
                      <a:pt x="11919" y="15975"/>
                      <a:pt x="11919" y="15975"/>
                      <a:pt x="11851" y="15997"/>
                    </a:cubicBezTo>
                    <a:cubicBezTo>
                      <a:pt x="11809" y="15996"/>
                      <a:pt x="11774" y="15993"/>
                      <a:pt x="11734" y="15981"/>
                    </a:cubicBezTo>
                    <a:cubicBezTo>
                      <a:pt x="11734" y="16008"/>
                      <a:pt x="11734" y="16036"/>
                      <a:pt x="11734" y="16064"/>
                    </a:cubicBezTo>
                    <a:cubicBezTo>
                      <a:pt x="11596" y="16064"/>
                      <a:pt x="11458" y="16064"/>
                      <a:pt x="11316" y="16064"/>
                    </a:cubicBezTo>
                    <a:cubicBezTo>
                      <a:pt x="11316" y="16092"/>
                      <a:pt x="11316" y="16119"/>
                      <a:pt x="11316" y="16148"/>
                    </a:cubicBezTo>
                    <a:cubicBezTo>
                      <a:pt x="10874" y="16148"/>
                      <a:pt x="10433" y="16148"/>
                      <a:pt x="9978" y="16148"/>
                    </a:cubicBezTo>
                    <a:cubicBezTo>
                      <a:pt x="9978" y="16120"/>
                      <a:pt x="9978" y="16093"/>
                      <a:pt x="9978" y="16064"/>
                    </a:cubicBezTo>
                    <a:cubicBezTo>
                      <a:pt x="9922" y="16064"/>
                      <a:pt x="9867" y="16064"/>
                      <a:pt x="9810" y="16064"/>
                    </a:cubicBezTo>
                    <a:cubicBezTo>
                      <a:pt x="9810" y="16037"/>
                      <a:pt x="9810" y="16009"/>
                      <a:pt x="9810" y="15981"/>
                    </a:cubicBezTo>
                    <a:cubicBezTo>
                      <a:pt x="9727" y="15981"/>
                      <a:pt x="9645" y="15981"/>
                      <a:pt x="9559" y="15981"/>
                    </a:cubicBezTo>
                    <a:cubicBezTo>
                      <a:pt x="9559" y="15953"/>
                      <a:pt x="9559" y="15925"/>
                      <a:pt x="9559" y="15897"/>
                    </a:cubicBezTo>
                    <a:cubicBezTo>
                      <a:pt x="9549" y="15899"/>
                      <a:pt x="9539" y="15902"/>
                      <a:pt x="9529" y="15904"/>
                    </a:cubicBezTo>
                    <a:cubicBezTo>
                      <a:pt x="9477" y="15911"/>
                      <a:pt x="9443" y="15911"/>
                      <a:pt x="9392" y="15897"/>
                    </a:cubicBezTo>
                    <a:cubicBezTo>
                      <a:pt x="9348" y="15859"/>
                      <a:pt x="9316" y="15813"/>
                      <a:pt x="9283" y="15766"/>
                    </a:cubicBezTo>
                    <a:cubicBezTo>
                      <a:pt x="9241" y="15705"/>
                      <a:pt x="9210" y="15678"/>
                      <a:pt x="9141" y="15646"/>
                    </a:cubicBezTo>
                    <a:cubicBezTo>
                      <a:pt x="9136" y="15602"/>
                      <a:pt x="9136" y="15602"/>
                      <a:pt x="9141" y="15562"/>
                    </a:cubicBezTo>
                    <a:cubicBezTo>
                      <a:pt x="9114" y="15562"/>
                      <a:pt x="9086" y="15562"/>
                      <a:pt x="9057" y="15562"/>
                    </a:cubicBezTo>
                    <a:cubicBezTo>
                      <a:pt x="9057" y="15480"/>
                      <a:pt x="9057" y="15397"/>
                      <a:pt x="9057" y="15311"/>
                    </a:cubicBezTo>
                    <a:cubicBezTo>
                      <a:pt x="9030" y="15311"/>
                      <a:pt x="9002" y="15311"/>
                      <a:pt x="8974" y="15311"/>
                    </a:cubicBezTo>
                    <a:cubicBezTo>
                      <a:pt x="8974" y="15229"/>
                      <a:pt x="8974" y="15146"/>
                      <a:pt x="8974" y="15061"/>
                    </a:cubicBezTo>
                    <a:cubicBezTo>
                      <a:pt x="8946" y="15061"/>
                      <a:pt x="8919" y="15061"/>
                      <a:pt x="8890" y="15061"/>
                    </a:cubicBezTo>
                    <a:cubicBezTo>
                      <a:pt x="8890" y="15033"/>
                      <a:pt x="8890" y="15005"/>
                      <a:pt x="8890" y="14977"/>
                    </a:cubicBezTo>
                    <a:cubicBezTo>
                      <a:pt x="8863" y="14977"/>
                      <a:pt x="8835" y="14977"/>
                      <a:pt x="8807" y="14977"/>
                    </a:cubicBezTo>
                    <a:cubicBezTo>
                      <a:pt x="8807" y="14949"/>
                      <a:pt x="8807" y="14922"/>
                      <a:pt x="8807" y="14893"/>
                    </a:cubicBezTo>
                    <a:cubicBezTo>
                      <a:pt x="8696" y="14893"/>
                      <a:pt x="8586" y="14893"/>
                      <a:pt x="8472" y="14893"/>
                    </a:cubicBezTo>
                    <a:cubicBezTo>
                      <a:pt x="8472" y="14866"/>
                      <a:pt x="8472" y="14838"/>
                      <a:pt x="8472" y="14810"/>
                    </a:cubicBezTo>
                    <a:cubicBezTo>
                      <a:pt x="8462" y="14810"/>
                      <a:pt x="8452" y="14810"/>
                      <a:pt x="8442" y="14810"/>
                    </a:cubicBezTo>
                    <a:cubicBezTo>
                      <a:pt x="8340" y="14811"/>
                      <a:pt x="8237" y="14811"/>
                      <a:pt x="8135" y="14812"/>
                    </a:cubicBezTo>
                    <a:cubicBezTo>
                      <a:pt x="8096" y="14812"/>
                      <a:pt x="8058" y="14812"/>
                      <a:pt x="8020" y="14813"/>
                    </a:cubicBezTo>
                    <a:cubicBezTo>
                      <a:pt x="7965" y="14813"/>
                      <a:pt x="7910" y="14813"/>
                      <a:pt x="7855" y="14814"/>
                    </a:cubicBezTo>
                    <a:cubicBezTo>
                      <a:pt x="7838" y="14814"/>
                      <a:pt x="7821" y="14814"/>
                      <a:pt x="7803" y="14814"/>
                    </a:cubicBezTo>
                    <a:cubicBezTo>
                      <a:pt x="7795" y="14814"/>
                      <a:pt x="7795" y="14814"/>
                      <a:pt x="7755" y="14814"/>
                    </a:cubicBezTo>
                    <a:cubicBezTo>
                      <a:pt x="7741" y="14814"/>
                      <a:pt x="7727" y="14814"/>
                      <a:pt x="7713" y="14815"/>
                    </a:cubicBezTo>
                    <a:cubicBezTo>
                      <a:pt x="7677" y="14810"/>
                      <a:pt x="7677" y="14810"/>
                      <a:pt x="7636" y="14768"/>
                    </a:cubicBezTo>
                    <a:cubicBezTo>
                      <a:pt x="7596" y="14763"/>
                      <a:pt x="7560" y="14760"/>
                      <a:pt x="7520" y="14760"/>
                    </a:cubicBezTo>
                    <a:cubicBezTo>
                      <a:pt x="7508" y="14759"/>
                      <a:pt x="7497" y="14759"/>
                      <a:pt x="7484" y="14759"/>
                    </a:cubicBezTo>
                    <a:cubicBezTo>
                      <a:pt x="7459" y="14758"/>
                      <a:pt x="7433" y="14757"/>
                      <a:pt x="7408" y="14757"/>
                    </a:cubicBezTo>
                    <a:cubicBezTo>
                      <a:pt x="7367" y="14756"/>
                      <a:pt x="7327" y="14755"/>
                      <a:pt x="7286" y="14754"/>
                    </a:cubicBezTo>
                    <a:cubicBezTo>
                      <a:pt x="7201" y="14751"/>
                      <a:pt x="7115" y="14749"/>
                      <a:pt x="7029" y="14747"/>
                    </a:cubicBezTo>
                    <a:cubicBezTo>
                      <a:pt x="6930" y="14744"/>
                      <a:pt x="6830" y="14742"/>
                      <a:pt x="6731" y="14739"/>
                    </a:cubicBezTo>
                    <a:cubicBezTo>
                      <a:pt x="6691" y="14738"/>
                      <a:pt x="6651" y="14737"/>
                      <a:pt x="6611" y="14736"/>
                    </a:cubicBezTo>
                    <a:cubicBezTo>
                      <a:pt x="6587" y="14735"/>
                      <a:pt x="6562" y="14735"/>
                      <a:pt x="6538" y="14734"/>
                    </a:cubicBezTo>
                    <a:cubicBezTo>
                      <a:pt x="6533" y="14734"/>
                      <a:pt x="6533" y="14734"/>
                      <a:pt x="6504" y="14733"/>
                    </a:cubicBezTo>
                    <a:cubicBezTo>
                      <a:pt x="6442" y="14731"/>
                      <a:pt x="6427" y="14730"/>
                      <a:pt x="6381" y="14684"/>
                    </a:cubicBezTo>
                    <a:cubicBezTo>
                      <a:pt x="6349" y="14679"/>
                      <a:pt x="6349" y="14679"/>
                      <a:pt x="6311" y="14679"/>
                    </a:cubicBezTo>
                    <a:cubicBezTo>
                      <a:pt x="6296" y="14679"/>
                      <a:pt x="6281" y="14679"/>
                      <a:pt x="6266" y="14679"/>
                    </a:cubicBezTo>
                    <a:cubicBezTo>
                      <a:pt x="6250" y="14679"/>
                      <a:pt x="6234" y="14679"/>
                      <a:pt x="6217" y="14679"/>
                    </a:cubicBezTo>
                    <a:cubicBezTo>
                      <a:pt x="6209" y="14679"/>
                      <a:pt x="6209" y="14679"/>
                      <a:pt x="6166" y="14679"/>
                    </a:cubicBezTo>
                    <a:cubicBezTo>
                      <a:pt x="6108" y="14678"/>
                      <a:pt x="6050" y="14679"/>
                      <a:pt x="5993" y="14679"/>
                    </a:cubicBezTo>
                    <a:cubicBezTo>
                      <a:pt x="5952" y="14679"/>
                      <a:pt x="5911" y="14679"/>
                      <a:pt x="5869" y="14678"/>
                    </a:cubicBezTo>
                    <a:cubicBezTo>
                      <a:pt x="5769" y="14678"/>
                      <a:pt x="5669" y="14678"/>
                      <a:pt x="5568" y="14678"/>
                    </a:cubicBezTo>
                    <a:cubicBezTo>
                      <a:pt x="5487" y="14679"/>
                      <a:pt x="5405" y="14679"/>
                      <a:pt x="5324" y="14679"/>
                    </a:cubicBezTo>
                    <a:cubicBezTo>
                      <a:pt x="5312" y="14679"/>
                      <a:pt x="5301" y="14678"/>
                      <a:pt x="5289" y="14678"/>
                    </a:cubicBezTo>
                    <a:cubicBezTo>
                      <a:pt x="5265" y="14678"/>
                      <a:pt x="5242" y="14678"/>
                      <a:pt x="5218" y="14678"/>
                    </a:cubicBezTo>
                    <a:cubicBezTo>
                      <a:pt x="4997" y="14678"/>
                      <a:pt x="4776" y="14678"/>
                      <a:pt x="4555" y="14679"/>
                    </a:cubicBezTo>
                    <a:cubicBezTo>
                      <a:pt x="4366" y="14679"/>
                      <a:pt x="4176" y="14679"/>
                      <a:pt x="3986" y="14679"/>
                    </a:cubicBezTo>
                    <a:cubicBezTo>
                      <a:pt x="3766" y="14678"/>
                      <a:pt x="3546" y="14678"/>
                      <a:pt x="3326" y="14678"/>
                    </a:cubicBezTo>
                    <a:cubicBezTo>
                      <a:pt x="3303" y="14678"/>
                      <a:pt x="3279" y="14678"/>
                      <a:pt x="3256" y="14679"/>
                    </a:cubicBezTo>
                    <a:cubicBezTo>
                      <a:pt x="3244" y="14679"/>
                      <a:pt x="3233" y="14679"/>
                      <a:pt x="3221" y="14679"/>
                    </a:cubicBezTo>
                    <a:cubicBezTo>
                      <a:pt x="3139" y="14679"/>
                      <a:pt x="3058" y="14679"/>
                      <a:pt x="2976" y="14678"/>
                    </a:cubicBezTo>
                    <a:cubicBezTo>
                      <a:pt x="2867" y="14678"/>
                      <a:pt x="2757" y="14678"/>
                      <a:pt x="2648" y="14679"/>
                    </a:cubicBezTo>
                    <a:cubicBezTo>
                      <a:pt x="2607" y="14679"/>
                      <a:pt x="2567" y="14679"/>
                      <a:pt x="2527" y="14679"/>
                    </a:cubicBezTo>
                    <a:cubicBezTo>
                      <a:pt x="2472" y="14678"/>
                      <a:pt x="2417" y="14679"/>
                      <a:pt x="2362" y="14679"/>
                    </a:cubicBezTo>
                    <a:cubicBezTo>
                      <a:pt x="2354" y="14679"/>
                      <a:pt x="2354" y="14679"/>
                      <a:pt x="2313" y="14679"/>
                    </a:cubicBezTo>
                    <a:cubicBezTo>
                      <a:pt x="2306" y="14679"/>
                      <a:pt x="2306" y="14679"/>
                      <a:pt x="2269" y="14679"/>
                    </a:cubicBezTo>
                    <a:cubicBezTo>
                      <a:pt x="2256" y="14679"/>
                      <a:pt x="2244" y="14679"/>
                      <a:pt x="2231" y="14679"/>
                    </a:cubicBezTo>
                    <a:cubicBezTo>
                      <a:pt x="2199" y="14684"/>
                      <a:pt x="2199" y="14684"/>
                      <a:pt x="2157" y="14726"/>
                    </a:cubicBezTo>
                    <a:cubicBezTo>
                      <a:pt x="2115" y="14730"/>
                      <a:pt x="2075" y="14731"/>
                      <a:pt x="2033" y="14731"/>
                    </a:cubicBezTo>
                    <a:cubicBezTo>
                      <a:pt x="2020" y="14731"/>
                      <a:pt x="2008" y="14731"/>
                      <a:pt x="1995" y="14731"/>
                    </a:cubicBezTo>
                    <a:cubicBezTo>
                      <a:pt x="1953" y="14731"/>
                      <a:pt x="1911" y="14730"/>
                      <a:pt x="1869" y="14730"/>
                    </a:cubicBezTo>
                    <a:cubicBezTo>
                      <a:pt x="1840" y="14730"/>
                      <a:pt x="1811" y="14730"/>
                      <a:pt x="1782" y="14730"/>
                    </a:cubicBezTo>
                    <a:cubicBezTo>
                      <a:pt x="1706" y="14730"/>
                      <a:pt x="1629" y="14729"/>
                      <a:pt x="1553" y="14729"/>
                    </a:cubicBezTo>
                    <a:cubicBezTo>
                      <a:pt x="1475" y="14728"/>
                      <a:pt x="1397" y="14728"/>
                      <a:pt x="1319" y="14728"/>
                    </a:cubicBezTo>
                    <a:cubicBezTo>
                      <a:pt x="1166" y="14728"/>
                      <a:pt x="1013" y="14727"/>
                      <a:pt x="860" y="14726"/>
                    </a:cubicBezTo>
                    <a:cubicBezTo>
                      <a:pt x="860" y="14754"/>
                      <a:pt x="860" y="14781"/>
                      <a:pt x="860" y="14810"/>
                    </a:cubicBezTo>
                    <a:cubicBezTo>
                      <a:pt x="768" y="14814"/>
                      <a:pt x="676" y="14817"/>
                      <a:pt x="584" y="14819"/>
                    </a:cubicBezTo>
                    <a:cubicBezTo>
                      <a:pt x="552" y="14820"/>
                      <a:pt x="521" y="14821"/>
                      <a:pt x="490" y="14822"/>
                    </a:cubicBezTo>
                    <a:cubicBezTo>
                      <a:pt x="444" y="14824"/>
                      <a:pt x="399" y="14825"/>
                      <a:pt x="354" y="14826"/>
                    </a:cubicBezTo>
                    <a:cubicBezTo>
                      <a:pt x="347" y="14826"/>
                      <a:pt x="347" y="14826"/>
                      <a:pt x="312" y="14829"/>
                    </a:cubicBezTo>
                    <a:cubicBezTo>
                      <a:pt x="208" y="14829"/>
                      <a:pt x="154" y="14788"/>
                      <a:pt x="81" y="14716"/>
                    </a:cubicBezTo>
                    <a:cubicBezTo>
                      <a:pt x="0" y="14627"/>
                      <a:pt x="1" y="14541"/>
                      <a:pt x="3" y="14425"/>
                    </a:cubicBezTo>
                    <a:cubicBezTo>
                      <a:pt x="3" y="14403"/>
                      <a:pt x="3" y="14382"/>
                      <a:pt x="2" y="14360"/>
                    </a:cubicBezTo>
                    <a:cubicBezTo>
                      <a:pt x="2" y="14300"/>
                      <a:pt x="2" y="14241"/>
                      <a:pt x="3" y="14182"/>
                    </a:cubicBezTo>
                    <a:cubicBezTo>
                      <a:pt x="3" y="14117"/>
                      <a:pt x="2" y="14052"/>
                      <a:pt x="2" y="13987"/>
                    </a:cubicBezTo>
                    <a:cubicBezTo>
                      <a:pt x="1" y="13874"/>
                      <a:pt x="1" y="13761"/>
                      <a:pt x="2" y="13647"/>
                    </a:cubicBezTo>
                    <a:cubicBezTo>
                      <a:pt x="2" y="13479"/>
                      <a:pt x="2" y="13310"/>
                      <a:pt x="2" y="13142"/>
                    </a:cubicBezTo>
                    <a:cubicBezTo>
                      <a:pt x="1" y="12841"/>
                      <a:pt x="1" y="12539"/>
                      <a:pt x="1" y="12238"/>
                    </a:cubicBezTo>
                    <a:cubicBezTo>
                      <a:pt x="2" y="11975"/>
                      <a:pt x="2" y="11711"/>
                      <a:pt x="2" y="11448"/>
                    </a:cubicBezTo>
                    <a:cubicBezTo>
                      <a:pt x="2" y="11430"/>
                      <a:pt x="2" y="11413"/>
                      <a:pt x="2" y="11395"/>
                    </a:cubicBezTo>
                    <a:cubicBezTo>
                      <a:pt x="2" y="11324"/>
                      <a:pt x="1" y="11253"/>
                      <a:pt x="1" y="11182"/>
                    </a:cubicBezTo>
                    <a:cubicBezTo>
                      <a:pt x="1" y="10517"/>
                      <a:pt x="1" y="9851"/>
                      <a:pt x="2" y="9186"/>
                    </a:cubicBezTo>
                    <a:cubicBezTo>
                      <a:pt x="3" y="8594"/>
                      <a:pt x="3" y="8003"/>
                      <a:pt x="2" y="7412"/>
                    </a:cubicBezTo>
                    <a:cubicBezTo>
                      <a:pt x="1" y="6748"/>
                      <a:pt x="1" y="6083"/>
                      <a:pt x="1" y="5419"/>
                    </a:cubicBezTo>
                    <a:cubicBezTo>
                      <a:pt x="2" y="5348"/>
                      <a:pt x="2" y="5277"/>
                      <a:pt x="2" y="5207"/>
                    </a:cubicBezTo>
                    <a:cubicBezTo>
                      <a:pt x="2" y="5189"/>
                      <a:pt x="2" y="5172"/>
                      <a:pt x="2" y="5154"/>
                    </a:cubicBezTo>
                    <a:cubicBezTo>
                      <a:pt x="2" y="4890"/>
                      <a:pt x="2" y="4627"/>
                      <a:pt x="1" y="4364"/>
                    </a:cubicBezTo>
                    <a:cubicBezTo>
                      <a:pt x="1" y="4064"/>
                      <a:pt x="1" y="3765"/>
                      <a:pt x="2" y="3466"/>
                    </a:cubicBezTo>
                    <a:cubicBezTo>
                      <a:pt x="2" y="3298"/>
                      <a:pt x="2" y="3130"/>
                      <a:pt x="2" y="2963"/>
                    </a:cubicBezTo>
                    <a:cubicBezTo>
                      <a:pt x="1" y="2851"/>
                      <a:pt x="1" y="2739"/>
                      <a:pt x="2" y="2627"/>
                    </a:cubicBezTo>
                    <a:cubicBezTo>
                      <a:pt x="3" y="2563"/>
                      <a:pt x="3" y="2500"/>
                      <a:pt x="2" y="2436"/>
                    </a:cubicBezTo>
                    <a:cubicBezTo>
                      <a:pt x="2" y="2378"/>
                      <a:pt x="2" y="2320"/>
                      <a:pt x="3" y="2262"/>
                    </a:cubicBezTo>
                    <a:cubicBezTo>
                      <a:pt x="3" y="2231"/>
                      <a:pt x="2" y="2200"/>
                      <a:pt x="2" y="2170"/>
                    </a:cubicBezTo>
                    <a:cubicBezTo>
                      <a:pt x="4" y="2060"/>
                      <a:pt x="26" y="1994"/>
                      <a:pt x="104" y="1915"/>
                    </a:cubicBezTo>
                    <a:cubicBezTo>
                      <a:pt x="176" y="1846"/>
                      <a:pt x="176" y="1846"/>
                      <a:pt x="239" y="1841"/>
                    </a:cubicBezTo>
                    <a:cubicBezTo>
                      <a:pt x="245" y="1841"/>
                      <a:pt x="245" y="1841"/>
                      <a:pt x="275" y="1845"/>
                    </a:cubicBezTo>
                    <a:cubicBezTo>
                      <a:pt x="275" y="1817"/>
                      <a:pt x="275" y="1790"/>
                      <a:pt x="275" y="1761"/>
                    </a:cubicBezTo>
                    <a:cubicBezTo>
                      <a:pt x="295" y="1761"/>
                      <a:pt x="315" y="1761"/>
                      <a:pt x="335" y="1761"/>
                    </a:cubicBezTo>
                    <a:cubicBezTo>
                      <a:pt x="409" y="1760"/>
                      <a:pt x="482" y="1758"/>
                      <a:pt x="556" y="1755"/>
                    </a:cubicBezTo>
                    <a:cubicBezTo>
                      <a:pt x="588" y="1754"/>
                      <a:pt x="620" y="1753"/>
                      <a:pt x="652" y="1753"/>
                    </a:cubicBezTo>
                    <a:cubicBezTo>
                      <a:pt x="912" y="1751"/>
                      <a:pt x="912" y="1751"/>
                      <a:pt x="967" y="1697"/>
                    </a:cubicBezTo>
                    <a:cubicBezTo>
                      <a:pt x="1004" y="1640"/>
                      <a:pt x="1018" y="1577"/>
                      <a:pt x="1028" y="1510"/>
                    </a:cubicBezTo>
                    <a:cubicBezTo>
                      <a:pt x="1055" y="1510"/>
                      <a:pt x="1083" y="1510"/>
                      <a:pt x="1111" y="1510"/>
                    </a:cubicBezTo>
                    <a:cubicBezTo>
                      <a:pt x="1110" y="1498"/>
                      <a:pt x="1108" y="1486"/>
                      <a:pt x="1106" y="1474"/>
                    </a:cubicBezTo>
                    <a:cubicBezTo>
                      <a:pt x="1113" y="1410"/>
                      <a:pt x="1145" y="1380"/>
                      <a:pt x="1190" y="1338"/>
                    </a:cubicBezTo>
                    <a:cubicBezTo>
                      <a:pt x="1197" y="1330"/>
                      <a:pt x="1204" y="1323"/>
                      <a:pt x="1212" y="1315"/>
                    </a:cubicBezTo>
                    <a:cubicBezTo>
                      <a:pt x="1250" y="1277"/>
                      <a:pt x="1272" y="1260"/>
                      <a:pt x="1326" y="1254"/>
                    </a:cubicBezTo>
                    <a:cubicBezTo>
                      <a:pt x="1338" y="1256"/>
                      <a:pt x="1350" y="1258"/>
                      <a:pt x="1362" y="1259"/>
                    </a:cubicBezTo>
                    <a:cubicBezTo>
                      <a:pt x="1362" y="1232"/>
                      <a:pt x="1362" y="1204"/>
                      <a:pt x="1362" y="1176"/>
                    </a:cubicBezTo>
                    <a:cubicBezTo>
                      <a:pt x="1556" y="1176"/>
                      <a:pt x="1749" y="1176"/>
                      <a:pt x="1948" y="1176"/>
                    </a:cubicBezTo>
                    <a:cubicBezTo>
                      <a:pt x="1948" y="1148"/>
                      <a:pt x="1948" y="1121"/>
                      <a:pt x="1948" y="1092"/>
                    </a:cubicBezTo>
                    <a:cubicBezTo>
                      <a:pt x="1975" y="1092"/>
                      <a:pt x="2003" y="1092"/>
                      <a:pt x="2031" y="1092"/>
                    </a:cubicBezTo>
                    <a:cubicBezTo>
                      <a:pt x="2031" y="899"/>
                      <a:pt x="2031" y="706"/>
                      <a:pt x="2031" y="507"/>
                    </a:cubicBezTo>
                    <a:cubicBezTo>
                      <a:pt x="2059" y="507"/>
                      <a:pt x="2087" y="507"/>
                      <a:pt x="2115" y="507"/>
                    </a:cubicBezTo>
                    <a:cubicBezTo>
                      <a:pt x="2115" y="479"/>
                      <a:pt x="2115" y="451"/>
                      <a:pt x="2115" y="423"/>
                    </a:cubicBezTo>
                    <a:cubicBezTo>
                      <a:pt x="2143" y="423"/>
                      <a:pt x="2170" y="423"/>
                      <a:pt x="2199" y="423"/>
                    </a:cubicBezTo>
                    <a:cubicBezTo>
                      <a:pt x="2199" y="395"/>
                      <a:pt x="2199" y="368"/>
                      <a:pt x="2199" y="339"/>
                    </a:cubicBezTo>
                    <a:cubicBezTo>
                      <a:pt x="2254" y="339"/>
                      <a:pt x="2309" y="339"/>
                      <a:pt x="2366" y="339"/>
                    </a:cubicBezTo>
                    <a:cubicBezTo>
                      <a:pt x="2366" y="312"/>
                      <a:pt x="2366" y="284"/>
                      <a:pt x="2366" y="256"/>
                    </a:cubicBezTo>
                    <a:cubicBezTo>
                      <a:pt x="2449" y="256"/>
                      <a:pt x="2532" y="256"/>
                      <a:pt x="2617" y="256"/>
                    </a:cubicBezTo>
                    <a:cubicBezTo>
                      <a:pt x="2617" y="228"/>
                      <a:pt x="2617" y="200"/>
                      <a:pt x="2617" y="172"/>
                    </a:cubicBezTo>
                    <a:cubicBezTo>
                      <a:pt x="2783" y="172"/>
                      <a:pt x="2948" y="172"/>
                      <a:pt x="3119" y="172"/>
                    </a:cubicBezTo>
                    <a:cubicBezTo>
                      <a:pt x="3119" y="144"/>
                      <a:pt x="3119" y="117"/>
                      <a:pt x="3119" y="88"/>
                    </a:cubicBezTo>
                    <a:cubicBezTo>
                      <a:pt x="3131" y="88"/>
                      <a:pt x="3144" y="88"/>
                      <a:pt x="3157" y="87"/>
                    </a:cubicBezTo>
                    <a:cubicBezTo>
                      <a:pt x="3274" y="83"/>
                      <a:pt x="3392" y="79"/>
                      <a:pt x="3509" y="74"/>
                    </a:cubicBezTo>
                    <a:cubicBezTo>
                      <a:pt x="3570" y="72"/>
                      <a:pt x="3630" y="70"/>
                      <a:pt x="3691" y="68"/>
                    </a:cubicBezTo>
                    <a:cubicBezTo>
                      <a:pt x="3749" y="66"/>
                      <a:pt x="3807" y="63"/>
                      <a:pt x="3865" y="61"/>
                    </a:cubicBezTo>
                    <a:cubicBezTo>
                      <a:pt x="3888" y="60"/>
                      <a:pt x="3910" y="59"/>
                      <a:pt x="3932" y="59"/>
                    </a:cubicBezTo>
                    <a:cubicBezTo>
                      <a:pt x="3963" y="58"/>
                      <a:pt x="3994" y="56"/>
                      <a:pt x="4026" y="55"/>
                    </a:cubicBezTo>
                    <a:cubicBezTo>
                      <a:pt x="4043" y="54"/>
                      <a:pt x="4061" y="54"/>
                      <a:pt x="4079" y="53"/>
                    </a:cubicBezTo>
                    <a:cubicBezTo>
                      <a:pt x="4146" y="43"/>
                      <a:pt x="4154" y="6"/>
                      <a:pt x="4227" y="0"/>
                    </a:cubicBezTo>
                    <a:close/>
                    <a:moveTo>
                      <a:pt x="3955" y="507"/>
                    </a:moveTo>
                    <a:cubicBezTo>
                      <a:pt x="3955" y="534"/>
                      <a:pt x="3955" y="562"/>
                      <a:pt x="3955" y="590"/>
                    </a:cubicBezTo>
                    <a:cubicBezTo>
                      <a:pt x="3707" y="590"/>
                      <a:pt x="3458" y="590"/>
                      <a:pt x="3202" y="590"/>
                    </a:cubicBezTo>
                    <a:cubicBezTo>
                      <a:pt x="3202" y="618"/>
                      <a:pt x="3202" y="645"/>
                      <a:pt x="3202" y="674"/>
                    </a:cubicBezTo>
                    <a:cubicBezTo>
                      <a:pt x="3064" y="674"/>
                      <a:pt x="2926" y="674"/>
                      <a:pt x="2784" y="674"/>
                    </a:cubicBezTo>
                    <a:cubicBezTo>
                      <a:pt x="2784" y="702"/>
                      <a:pt x="2784" y="729"/>
                      <a:pt x="2784" y="758"/>
                    </a:cubicBezTo>
                    <a:cubicBezTo>
                      <a:pt x="2701" y="758"/>
                      <a:pt x="2619" y="758"/>
                      <a:pt x="2533" y="758"/>
                    </a:cubicBezTo>
                    <a:cubicBezTo>
                      <a:pt x="2533" y="785"/>
                      <a:pt x="2533" y="813"/>
                      <a:pt x="2533" y="841"/>
                    </a:cubicBezTo>
                    <a:cubicBezTo>
                      <a:pt x="2506" y="841"/>
                      <a:pt x="2478" y="841"/>
                      <a:pt x="2450" y="841"/>
                    </a:cubicBezTo>
                    <a:cubicBezTo>
                      <a:pt x="2450" y="4374"/>
                      <a:pt x="2450" y="7907"/>
                      <a:pt x="2450" y="11548"/>
                    </a:cubicBezTo>
                    <a:cubicBezTo>
                      <a:pt x="2477" y="11548"/>
                      <a:pt x="2505" y="11548"/>
                      <a:pt x="2533" y="11548"/>
                    </a:cubicBezTo>
                    <a:cubicBezTo>
                      <a:pt x="2533" y="11575"/>
                      <a:pt x="2533" y="11603"/>
                      <a:pt x="2533" y="11631"/>
                    </a:cubicBezTo>
                    <a:cubicBezTo>
                      <a:pt x="2699" y="11631"/>
                      <a:pt x="2865" y="11631"/>
                      <a:pt x="3035" y="11631"/>
                    </a:cubicBezTo>
                    <a:cubicBezTo>
                      <a:pt x="3035" y="11604"/>
                      <a:pt x="3035" y="11576"/>
                      <a:pt x="3035" y="11548"/>
                    </a:cubicBezTo>
                    <a:cubicBezTo>
                      <a:pt x="3394" y="11548"/>
                      <a:pt x="3753" y="11548"/>
                      <a:pt x="4123" y="11548"/>
                    </a:cubicBezTo>
                    <a:cubicBezTo>
                      <a:pt x="4123" y="11520"/>
                      <a:pt x="4123" y="11492"/>
                      <a:pt x="4123" y="11464"/>
                    </a:cubicBezTo>
                    <a:cubicBezTo>
                      <a:pt x="4371" y="11464"/>
                      <a:pt x="4619" y="11464"/>
                      <a:pt x="4875" y="11464"/>
                    </a:cubicBezTo>
                    <a:cubicBezTo>
                      <a:pt x="4875" y="11491"/>
                      <a:pt x="4875" y="11519"/>
                      <a:pt x="4875" y="11548"/>
                    </a:cubicBezTo>
                    <a:cubicBezTo>
                      <a:pt x="5234" y="11548"/>
                      <a:pt x="5593" y="11548"/>
                      <a:pt x="5963" y="11548"/>
                    </a:cubicBezTo>
                    <a:cubicBezTo>
                      <a:pt x="5963" y="11575"/>
                      <a:pt x="5963" y="11603"/>
                      <a:pt x="5963" y="11631"/>
                    </a:cubicBezTo>
                    <a:cubicBezTo>
                      <a:pt x="6183" y="11631"/>
                      <a:pt x="6404" y="11631"/>
                      <a:pt x="6632" y="11631"/>
                    </a:cubicBezTo>
                    <a:cubicBezTo>
                      <a:pt x="6632" y="11659"/>
                      <a:pt x="6632" y="11686"/>
                      <a:pt x="6632" y="11715"/>
                    </a:cubicBezTo>
                    <a:cubicBezTo>
                      <a:pt x="6770" y="11715"/>
                      <a:pt x="6908" y="11715"/>
                      <a:pt x="7050" y="11715"/>
                    </a:cubicBezTo>
                    <a:cubicBezTo>
                      <a:pt x="7050" y="11742"/>
                      <a:pt x="7050" y="11770"/>
                      <a:pt x="7050" y="11798"/>
                    </a:cubicBezTo>
                    <a:cubicBezTo>
                      <a:pt x="7160" y="11798"/>
                      <a:pt x="7271" y="11798"/>
                      <a:pt x="7385" y="11798"/>
                    </a:cubicBezTo>
                    <a:cubicBezTo>
                      <a:pt x="7385" y="11826"/>
                      <a:pt x="7385" y="11854"/>
                      <a:pt x="7385" y="11882"/>
                    </a:cubicBezTo>
                    <a:cubicBezTo>
                      <a:pt x="7495" y="11882"/>
                      <a:pt x="7605" y="11882"/>
                      <a:pt x="7719" y="11882"/>
                    </a:cubicBezTo>
                    <a:cubicBezTo>
                      <a:pt x="7719" y="11910"/>
                      <a:pt x="7719" y="11937"/>
                      <a:pt x="7719" y="11966"/>
                    </a:cubicBezTo>
                    <a:cubicBezTo>
                      <a:pt x="7802" y="11966"/>
                      <a:pt x="7885" y="11966"/>
                      <a:pt x="7970" y="11966"/>
                    </a:cubicBezTo>
                    <a:cubicBezTo>
                      <a:pt x="7970" y="11993"/>
                      <a:pt x="7970" y="12021"/>
                      <a:pt x="7970" y="12049"/>
                    </a:cubicBezTo>
                    <a:cubicBezTo>
                      <a:pt x="8025" y="12049"/>
                      <a:pt x="8081" y="12049"/>
                      <a:pt x="8137" y="12049"/>
                    </a:cubicBezTo>
                    <a:cubicBezTo>
                      <a:pt x="8137" y="12077"/>
                      <a:pt x="8137" y="12105"/>
                      <a:pt x="8137" y="12133"/>
                    </a:cubicBezTo>
                    <a:cubicBezTo>
                      <a:pt x="8248" y="12133"/>
                      <a:pt x="8358" y="12133"/>
                      <a:pt x="8472" y="12133"/>
                    </a:cubicBezTo>
                    <a:cubicBezTo>
                      <a:pt x="8472" y="12161"/>
                      <a:pt x="8472" y="12188"/>
                      <a:pt x="8472" y="12217"/>
                    </a:cubicBezTo>
                    <a:cubicBezTo>
                      <a:pt x="8500" y="12217"/>
                      <a:pt x="8527" y="12217"/>
                      <a:pt x="8556" y="12217"/>
                    </a:cubicBezTo>
                    <a:cubicBezTo>
                      <a:pt x="8556" y="12244"/>
                      <a:pt x="8556" y="12272"/>
                      <a:pt x="8556" y="12300"/>
                    </a:cubicBezTo>
                    <a:cubicBezTo>
                      <a:pt x="8638" y="12300"/>
                      <a:pt x="8721" y="12300"/>
                      <a:pt x="8807" y="12300"/>
                    </a:cubicBezTo>
                    <a:cubicBezTo>
                      <a:pt x="8807" y="12328"/>
                      <a:pt x="8807" y="12356"/>
                      <a:pt x="8807" y="12384"/>
                    </a:cubicBezTo>
                    <a:cubicBezTo>
                      <a:pt x="8862" y="12384"/>
                      <a:pt x="8917" y="12384"/>
                      <a:pt x="8974" y="12384"/>
                    </a:cubicBezTo>
                    <a:cubicBezTo>
                      <a:pt x="8974" y="12412"/>
                      <a:pt x="8974" y="12439"/>
                      <a:pt x="8974" y="12468"/>
                    </a:cubicBezTo>
                    <a:cubicBezTo>
                      <a:pt x="9057" y="12468"/>
                      <a:pt x="9139" y="12468"/>
                      <a:pt x="9225" y="12468"/>
                    </a:cubicBezTo>
                    <a:cubicBezTo>
                      <a:pt x="9225" y="12495"/>
                      <a:pt x="9225" y="12523"/>
                      <a:pt x="9225" y="12551"/>
                    </a:cubicBezTo>
                    <a:cubicBezTo>
                      <a:pt x="9280" y="12551"/>
                      <a:pt x="9335" y="12551"/>
                      <a:pt x="9392" y="12551"/>
                    </a:cubicBezTo>
                    <a:cubicBezTo>
                      <a:pt x="9392" y="12579"/>
                      <a:pt x="9392" y="12606"/>
                      <a:pt x="9392" y="12635"/>
                    </a:cubicBezTo>
                    <a:cubicBezTo>
                      <a:pt x="9420" y="12635"/>
                      <a:pt x="9447" y="12635"/>
                      <a:pt x="9476" y="12635"/>
                    </a:cubicBezTo>
                    <a:cubicBezTo>
                      <a:pt x="9476" y="12662"/>
                      <a:pt x="9476" y="12690"/>
                      <a:pt x="9476" y="12719"/>
                    </a:cubicBezTo>
                    <a:cubicBezTo>
                      <a:pt x="9558" y="12746"/>
                      <a:pt x="9641" y="12774"/>
                      <a:pt x="9727" y="12802"/>
                    </a:cubicBezTo>
                    <a:cubicBezTo>
                      <a:pt x="9727" y="12830"/>
                      <a:pt x="9727" y="12857"/>
                      <a:pt x="9727" y="12886"/>
                    </a:cubicBezTo>
                    <a:cubicBezTo>
                      <a:pt x="9809" y="12886"/>
                      <a:pt x="9892" y="12886"/>
                      <a:pt x="9978" y="12886"/>
                    </a:cubicBezTo>
                    <a:cubicBezTo>
                      <a:pt x="9978" y="12913"/>
                      <a:pt x="9978" y="12941"/>
                      <a:pt x="9978" y="12969"/>
                    </a:cubicBezTo>
                    <a:cubicBezTo>
                      <a:pt x="10005" y="12969"/>
                      <a:pt x="10033" y="12969"/>
                      <a:pt x="10061" y="12969"/>
                    </a:cubicBezTo>
                    <a:cubicBezTo>
                      <a:pt x="10061" y="12997"/>
                      <a:pt x="10061" y="13025"/>
                      <a:pt x="10061" y="13053"/>
                    </a:cubicBezTo>
                    <a:cubicBezTo>
                      <a:pt x="10089" y="13053"/>
                      <a:pt x="10116" y="13053"/>
                      <a:pt x="10145" y="13053"/>
                    </a:cubicBezTo>
                    <a:cubicBezTo>
                      <a:pt x="10145" y="13081"/>
                      <a:pt x="10145" y="13108"/>
                      <a:pt x="10145" y="13137"/>
                    </a:cubicBezTo>
                    <a:cubicBezTo>
                      <a:pt x="10151" y="13136"/>
                      <a:pt x="10151" y="13136"/>
                      <a:pt x="10184" y="13132"/>
                    </a:cubicBezTo>
                    <a:cubicBezTo>
                      <a:pt x="10199" y="13133"/>
                      <a:pt x="10213" y="13135"/>
                      <a:pt x="10228" y="13137"/>
                    </a:cubicBezTo>
                    <a:cubicBezTo>
                      <a:pt x="10255" y="13179"/>
                      <a:pt x="10271" y="13221"/>
                      <a:pt x="10289" y="13267"/>
                    </a:cubicBezTo>
                    <a:cubicBezTo>
                      <a:pt x="10296" y="13279"/>
                      <a:pt x="10304" y="13292"/>
                      <a:pt x="10312" y="13304"/>
                    </a:cubicBezTo>
                    <a:cubicBezTo>
                      <a:pt x="10357" y="13309"/>
                      <a:pt x="10357" y="13309"/>
                      <a:pt x="10396" y="13304"/>
                    </a:cubicBezTo>
                    <a:cubicBezTo>
                      <a:pt x="10396" y="13276"/>
                      <a:pt x="10396" y="13249"/>
                      <a:pt x="10396" y="13220"/>
                    </a:cubicBezTo>
                    <a:cubicBezTo>
                      <a:pt x="10423" y="13220"/>
                      <a:pt x="10451" y="13220"/>
                      <a:pt x="10479" y="13220"/>
                    </a:cubicBezTo>
                    <a:cubicBezTo>
                      <a:pt x="10479" y="9825"/>
                      <a:pt x="10479" y="6430"/>
                      <a:pt x="10479" y="2932"/>
                    </a:cubicBezTo>
                    <a:cubicBezTo>
                      <a:pt x="10452" y="2932"/>
                      <a:pt x="10424" y="2932"/>
                      <a:pt x="10396" y="2932"/>
                    </a:cubicBezTo>
                    <a:cubicBezTo>
                      <a:pt x="10396" y="2905"/>
                      <a:pt x="10396" y="2877"/>
                      <a:pt x="10396" y="2849"/>
                    </a:cubicBezTo>
                    <a:cubicBezTo>
                      <a:pt x="10368" y="2849"/>
                      <a:pt x="10341" y="2849"/>
                      <a:pt x="10312" y="2849"/>
                    </a:cubicBezTo>
                    <a:cubicBezTo>
                      <a:pt x="10312" y="2821"/>
                      <a:pt x="10312" y="2793"/>
                      <a:pt x="10312" y="2765"/>
                    </a:cubicBezTo>
                    <a:cubicBezTo>
                      <a:pt x="10285" y="2765"/>
                      <a:pt x="10257" y="2765"/>
                      <a:pt x="10228" y="2765"/>
                    </a:cubicBezTo>
                    <a:cubicBezTo>
                      <a:pt x="10228" y="2737"/>
                      <a:pt x="10228" y="2710"/>
                      <a:pt x="10228" y="2681"/>
                    </a:cubicBezTo>
                    <a:cubicBezTo>
                      <a:pt x="10201" y="2681"/>
                      <a:pt x="10173" y="2681"/>
                      <a:pt x="10145" y="2681"/>
                    </a:cubicBezTo>
                    <a:cubicBezTo>
                      <a:pt x="10145" y="2654"/>
                      <a:pt x="10145" y="2626"/>
                      <a:pt x="10145" y="2598"/>
                    </a:cubicBezTo>
                    <a:cubicBezTo>
                      <a:pt x="10117" y="2598"/>
                      <a:pt x="10090" y="2598"/>
                      <a:pt x="10061" y="2598"/>
                    </a:cubicBezTo>
                    <a:cubicBezTo>
                      <a:pt x="10061" y="2570"/>
                      <a:pt x="10061" y="2543"/>
                      <a:pt x="10061" y="2514"/>
                    </a:cubicBezTo>
                    <a:cubicBezTo>
                      <a:pt x="10034" y="2514"/>
                      <a:pt x="10006" y="2514"/>
                      <a:pt x="9978" y="2514"/>
                    </a:cubicBezTo>
                    <a:cubicBezTo>
                      <a:pt x="9978" y="2486"/>
                      <a:pt x="9978" y="2459"/>
                      <a:pt x="9978" y="2430"/>
                    </a:cubicBezTo>
                    <a:cubicBezTo>
                      <a:pt x="9922" y="2430"/>
                      <a:pt x="9867" y="2430"/>
                      <a:pt x="9810" y="2430"/>
                    </a:cubicBezTo>
                    <a:cubicBezTo>
                      <a:pt x="9810" y="2403"/>
                      <a:pt x="9810" y="2375"/>
                      <a:pt x="9810" y="2347"/>
                    </a:cubicBezTo>
                    <a:cubicBezTo>
                      <a:pt x="9783" y="2347"/>
                      <a:pt x="9755" y="2347"/>
                      <a:pt x="9727" y="2347"/>
                    </a:cubicBezTo>
                    <a:cubicBezTo>
                      <a:pt x="9727" y="2319"/>
                      <a:pt x="9727" y="2292"/>
                      <a:pt x="9727" y="2263"/>
                    </a:cubicBezTo>
                    <a:cubicBezTo>
                      <a:pt x="9699" y="2263"/>
                      <a:pt x="9671" y="2263"/>
                      <a:pt x="9643" y="2263"/>
                    </a:cubicBezTo>
                    <a:cubicBezTo>
                      <a:pt x="9643" y="2236"/>
                      <a:pt x="9643" y="2208"/>
                      <a:pt x="9643" y="2179"/>
                    </a:cubicBezTo>
                    <a:cubicBezTo>
                      <a:pt x="9615" y="2179"/>
                      <a:pt x="9588" y="2179"/>
                      <a:pt x="9559" y="2179"/>
                    </a:cubicBezTo>
                    <a:cubicBezTo>
                      <a:pt x="9559" y="2152"/>
                      <a:pt x="9559" y="2124"/>
                      <a:pt x="9559" y="2096"/>
                    </a:cubicBezTo>
                    <a:cubicBezTo>
                      <a:pt x="9504" y="2096"/>
                      <a:pt x="9449" y="2096"/>
                      <a:pt x="9392" y="2096"/>
                    </a:cubicBezTo>
                    <a:cubicBezTo>
                      <a:pt x="9392" y="2068"/>
                      <a:pt x="9392" y="2041"/>
                      <a:pt x="9392" y="2012"/>
                    </a:cubicBezTo>
                    <a:cubicBezTo>
                      <a:pt x="9337" y="2012"/>
                      <a:pt x="9282" y="2012"/>
                      <a:pt x="9225" y="2012"/>
                    </a:cubicBezTo>
                    <a:cubicBezTo>
                      <a:pt x="9225" y="1985"/>
                      <a:pt x="9225" y="1957"/>
                      <a:pt x="9225" y="1929"/>
                    </a:cubicBezTo>
                    <a:cubicBezTo>
                      <a:pt x="9197" y="1929"/>
                      <a:pt x="9170" y="1929"/>
                      <a:pt x="9141" y="1929"/>
                    </a:cubicBezTo>
                    <a:cubicBezTo>
                      <a:pt x="9143" y="1916"/>
                      <a:pt x="9145" y="1904"/>
                      <a:pt x="9147" y="1891"/>
                    </a:cubicBezTo>
                    <a:cubicBezTo>
                      <a:pt x="9141" y="1845"/>
                      <a:pt x="9141" y="1845"/>
                      <a:pt x="9100" y="1811"/>
                    </a:cubicBezTo>
                    <a:cubicBezTo>
                      <a:pt x="9082" y="1800"/>
                      <a:pt x="9063" y="1790"/>
                      <a:pt x="9044" y="1780"/>
                    </a:cubicBezTo>
                    <a:cubicBezTo>
                      <a:pt x="9035" y="1774"/>
                      <a:pt x="9025" y="1769"/>
                      <a:pt x="9016" y="1763"/>
                    </a:cubicBezTo>
                    <a:cubicBezTo>
                      <a:pt x="8948" y="1725"/>
                      <a:pt x="8882" y="1697"/>
                      <a:pt x="8807" y="1678"/>
                    </a:cubicBezTo>
                    <a:cubicBezTo>
                      <a:pt x="8807" y="1650"/>
                      <a:pt x="8807" y="1622"/>
                      <a:pt x="8807" y="1594"/>
                    </a:cubicBezTo>
                    <a:cubicBezTo>
                      <a:pt x="8751" y="1594"/>
                      <a:pt x="8696" y="1594"/>
                      <a:pt x="8639" y="1594"/>
                    </a:cubicBezTo>
                    <a:cubicBezTo>
                      <a:pt x="8639" y="1566"/>
                      <a:pt x="8639" y="1539"/>
                      <a:pt x="8639" y="1510"/>
                    </a:cubicBezTo>
                    <a:cubicBezTo>
                      <a:pt x="8556" y="1510"/>
                      <a:pt x="8474" y="1510"/>
                      <a:pt x="8388" y="1510"/>
                    </a:cubicBezTo>
                    <a:cubicBezTo>
                      <a:pt x="8388" y="1483"/>
                      <a:pt x="8388" y="1455"/>
                      <a:pt x="8388" y="1427"/>
                    </a:cubicBezTo>
                    <a:cubicBezTo>
                      <a:pt x="8361" y="1427"/>
                      <a:pt x="8333" y="1427"/>
                      <a:pt x="8305" y="1427"/>
                    </a:cubicBezTo>
                    <a:cubicBezTo>
                      <a:pt x="8305" y="1399"/>
                      <a:pt x="8305" y="1371"/>
                      <a:pt x="8305" y="1343"/>
                    </a:cubicBezTo>
                    <a:cubicBezTo>
                      <a:pt x="8249" y="1343"/>
                      <a:pt x="8194" y="1343"/>
                      <a:pt x="8137" y="1343"/>
                    </a:cubicBezTo>
                    <a:cubicBezTo>
                      <a:pt x="8137" y="1315"/>
                      <a:pt x="8137" y="1288"/>
                      <a:pt x="8137" y="1259"/>
                    </a:cubicBezTo>
                    <a:cubicBezTo>
                      <a:pt x="8055" y="1259"/>
                      <a:pt x="7972" y="1259"/>
                      <a:pt x="7886" y="1259"/>
                    </a:cubicBezTo>
                    <a:cubicBezTo>
                      <a:pt x="7886" y="1232"/>
                      <a:pt x="7886" y="1204"/>
                      <a:pt x="7886" y="1176"/>
                    </a:cubicBezTo>
                    <a:cubicBezTo>
                      <a:pt x="7831" y="1176"/>
                      <a:pt x="7776" y="1176"/>
                      <a:pt x="7719" y="1176"/>
                    </a:cubicBezTo>
                    <a:cubicBezTo>
                      <a:pt x="7719" y="1148"/>
                      <a:pt x="7719" y="1121"/>
                      <a:pt x="7719" y="1092"/>
                    </a:cubicBezTo>
                    <a:cubicBezTo>
                      <a:pt x="7636" y="1092"/>
                      <a:pt x="7554" y="1092"/>
                      <a:pt x="7468" y="1092"/>
                    </a:cubicBezTo>
                    <a:cubicBezTo>
                      <a:pt x="7468" y="1065"/>
                      <a:pt x="7468" y="1037"/>
                      <a:pt x="7468" y="1008"/>
                    </a:cubicBezTo>
                    <a:cubicBezTo>
                      <a:pt x="7358" y="1008"/>
                      <a:pt x="7247" y="1008"/>
                      <a:pt x="7134" y="1008"/>
                    </a:cubicBezTo>
                    <a:cubicBezTo>
                      <a:pt x="7134" y="981"/>
                      <a:pt x="7134" y="953"/>
                      <a:pt x="7134" y="925"/>
                    </a:cubicBezTo>
                    <a:cubicBezTo>
                      <a:pt x="7051" y="925"/>
                      <a:pt x="6968" y="925"/>
                      <a:pt x="6883" y="925"/>
                    </a:cubicBezTo>
                    <a:cubicBezTo>
                      <a:pt x="6883" y="897"/>
                      <a:pt x="6883" y="870"/>
                      <a:pt x="6883" y="841"/>
                    </a:cubicBezTo>
                    <a:cubicBezTo>
                      <a:pt x="6800" y="841"/>
                      <a:pt x="6717" y="841"/>
                      <a:pt x="6632" y="841"/>
                    </a:cubicBezTo>
                    <a:cubicBezTo>
                      <a:pt x="6632" y="814"/>
                      <a:pt x="6632" y="786"/>
                      <a:pt x="6632" y="758"/>
                    </a:cubicBezTo>
                    <a:cubicBezTo>
                      <a:pt x="6521" y="758"/>
                      <a:pt x="6411" y="758"/>
                      <a:pt x="6297" y="758"/>
                    </a:cubicBezTo>
                    <a:cubicBezTo>
                      <a:pt x="6297" y="730"/>
                      <a:pt x="6297" y="702"/>
                      <a:pt x="6297" y="674"/>
                    </a:cubicBezTo>
                    <a:cubicBezTo>
                      <a:pt x="6159" y="674"/>
                      <a:pt x="6021" y="674"/>
                      <a:pt x="5879" y="674"/>
                    </a:cubicBezTo>
                    <a:cubicBezTo>
                      <a:pt x="5879" y="646"/>
                      <a:pt x="5879" y="619"/>
                      <a:pt x="5879" y="590"/>
                    </a:cubicBezTo>
                    <a:cubicBezTo>
                      <a:pt x="5603" y="590"/>
                      <a:pt x="5327" y="590"/>
                      <a:pt x="5043" y="590"/>
                    </a:cubicBezTo>
                    <a:cubicBezTo>
                      <a:pt x="5043" y="563"/>
                      <a:pt x="5043" y="535"/>
                      <a:pt x="5043" y="507"/>
                    </a:cubicBezTo>
                    <a:cubicBezTo>
                      <a:pt x="4684" y="507"/>
                      <a:pt x="4325" y="507"/>
                      <a:pt x="3955" y="507"/>
                    </a:cubicBezTo>
                    <a:close/>
                    <a:moveTo>
                      <a:pt x="16334" y="507"/>
                    </a:moveTo>
                    <a:cubicBezTo>
                      <a:pt x="16334" y="534"/>
                      <a:pt x="16334" y="562"/>
                      <a:pt x="16334" y="590"/>
                    </a:cubicBezTo>
                    <a:cubicBezTo>
                      <a:pt x="16141" y="590"/>
                      <a:pt x="15948" y="590"/>
                      <a:pt x="15749" y="590"/>
                    </a:cubicBezTo>
                    <a:cubicBezTo>
                      <a:pt x="15749" y="618"/>
                      <a:pt x="15749" y="645"/>
                      <a:pt x="15749" y="674"/>
                    </a:cubicBezTo>
                    <a:cubicBezTo>
                      <a:pt x="15583" y="674"/>
                      <a:pt x="15418" y="674"/>
                      <a:pt x="15247" y="674"/>
                    </a:cubicBezTo>
                    <a:cubicBezTo>
                      <a:pt x="15247" y="702"/>
                      <a:pt x="15247" y="729"/>
                      <a:pt x="15247" y="758"/>
                    </a:cubicBezTo>
                    <a:cubicBezTo>
                      <a:pt x="15137" y="758"/>
                      <a:pt x="15026" y="758"/>
                      <a:pt x="14912" y="758"/>
                    </a:cubicBezTo>
                    <a:cubicBezTo>
                      <a:pt x="14912" y="785"/>
                      <a:pt x="14912" y="813"/>
                      <a:pt x="14912" y="841"/>
                    </a:cubicBezTo>
                    <a:cubicBezTo>
                      <a:pt x="14774" y="841"/>
                      <a:pt x="14636" y="841"/>
                      <a:pt x="14494" y="841"/>
                    </a:cubicBezTo>
                    <a:cubicBezTo>
                      <a:pt x="14494" y="869"/>
                      <a:pt x="14494" y="896"/>
                      <a:pt x="14494" y="925"/>
                    </a:cubicBezTo>
                    <a:cubicBezTo>
                      <a:pt x="14411" y="925"/>
                      <a:pt x="14329" y="925"/>
                      <a:pt x="14243" y="925"/>
                    </a:cubicBezTo>
                    <a:cubicBezTo>
                      <a:pt x="14243" y="952"/>
                      <a:pt x="14243" y="980"/>
                      <a:pt x="14243" y="1008"/>
                    </a:cubicBezTo>
                    <a:cubicBezTo>
                      <a:pt x="14161" y="1008"/>
                      <a:pt x="14078" y="1008"/>
                      <a:pt x="13992" y="1008"/>
                    </a:cubicBezTo>
                    <a:cubicBezTo>
                      <a:pt x="13992" y="1036"/>
                      <a:pt x="13992" y="1064"/>
                      <a:pt x="13992" y="1092"/>
                    </a:cubicBezTo>
                    <a:cubicBezTo>
                      <a:pt x="13909" y="1120"/>
                      <a:pt x="13909" y="1120"/>
                      <a:pt x="13491" y="1259"/>
                    </a:cubicBezTo>
                    <a:cubicBezTo>
                      <a:pt x="13491" y="1287"/>
                      <a:pt x="13491" y="1315"/>
                      <a:pt x="13491" y="1343"/>
                    </a:cubicBezTo>
                    <a:cubicBezTo>
                      <a:pt x="13408" y="1343"/>
                      <a:pt x="13325" y="1343"/>
                      <a:pt x="13240" y="1343"/>
                    </a:cubicBezTo>
                    <a:cubicBezTo>
                      <a:pt x="13240" y="1371"/>
                      <a:pt x="13240" y="1398"/>
                      <a:pt x="13240" y="1427"/>
                    </a:cubicBezTo>
                    <a:cubicBezTo>
                      <a:pt x="13184" y="1427"/>
                      <a:pt x="13129" y="1427"/>
                      <a:pt x="13072" y="1427"/>
                    </a:cubicBezTo>
                    <a:cubicBezTo>
                      <a:pt x="13072" y="1454"/>
                      <a:pt x="13072" y="1482"/>
                      <a:pt x="13072" y="1510"/>
                    </a:cubicBezTo>
                    <a:cubicBezTo>
                      <a:pt x="13017" y="1510"/>
                      <a:pt x="12962" y="1510"/>
                      <a:pt x="12905" y="1510"/>
                    </a:cubicBezTo>
                    <a:cubicBezTo>
                      <a:pt x="12905" y="1538"/>
                      <a:pt x="12905" y="1566"/>
                      <a:pt x="12905" y="1594"/>
                    </a:cubicBezTo>
                    <a:cubicBezTo>
                      <a:pt x="12877" y="1594"/>
                      <a:pt x="12850" y="1594"/>
                      <a:pt x="12821" y="1594"/>
                    </a:cubicBezTo>
                    <a:cubicBezTo>
                      <a:pt x="12821" y="1622"/>
                      <a:pt x="12821" y="1649"/>
                      <a:pt x="12821" y="1678"/>
                    </a:cubicBezTo>
                    <a:cubicBezTo>
                      <a:pt x="12766" y="1678"/>
                      <a:pt x="12711" y="1678"/>
                      <a:pt x="12654" y="1678"/>
                    </a:cubicBezTo>
                    <a:cubicBezTo>
                      <a:pt x="12654" y="1705"/>
                      <a:pt x="12654" y="1733"/>
                      <a:pt x="12654" y="1761"/>
                    </a:cubicBezTo>
                    <a:cubicBezTo>
                      <a:pt x="12571" y="1761"/>
                      <a:pt x="12489" y="1761"/>
                      <a:pt x="12403" y="1761"/>
                    </a:cubicBezTo>
                    <a:cubicBezTo>
                      <a:pt x="12403" y="1789"/>
                      <a:pt x="12403" y="1816"/>
                      <a:pt x="12403" y="1845"/>
                    </a:cubicBezTo>
                    <a:cubicBezTo>
                      <a:pt x="12376" y="1845"/>
                      <a:pt x="12348" y="1845"/>
                      <a:pt x="12320" y="1845"/>
                    </a:cubicBezTo>
                    <a:cubicBezTo>
                      <a:pt x="12320" y="1873"/>
                      <a:pt x="12320" y="1900"/>
                      <a:pt x="12320" y="1929"/>
                    </a:cubicBezTo>
                    <a:cubicBezTo>
                      <a:pt x="12292" y="1929"/>
                      <a:pt x="12264" y="1929"/>
                      <a:pt x="12236" y="1929"/>
                    </a:cubicBezTo>
                    <a:cubicBezTo>
                      <a:pt x="12236" y="1956"/>
                      <a:pt x="12236" y="1984"/>
                      <a:pt x="12236" y="2012"/>
                    </a:cubicBezTo>
                    <a:cubicBezTo>
                      <a:pt x="12181" y="2012"/>
                      <a:pt x="12125" y="2012"/>
                      <a:pt x="12069" y="2012"/>
                    </a:cubicBezTo>
                    <a:cubicBezTo>
                      <a:pt x="12069" y="2040"/>
                      <a:pt x="12069" y="2067"/>
                      <a:pt x="12069" y="2096"/>
                    </a:cubicBezTo>
                    <a:cubicBezTo>
                      <a:pt x="12013" y="2096"/>
                      <a:pt x="11958" y="2096"/>
                      <a:pt x="11901" y="2096"/>
                    </a:cubicBezTo>
                    <a:cubicBezTo>
                      <a:pt x="11901" y="2123"/>
                      <a:pt x="11901" y="2151"/>
                      <a:pt x="11901" y="2179"/>
                    </a:cubicBezTo>
                    <a:cubicBezTo>
                      <a:pt x="11874" y="2179"/>
                      <a:pt x="11846" y="2179"/>
                      <a:pt x="11818" y="2179"/>
                    </a:cubicBezTo>
                    <a:cubicBezTo>
                      <a:pt x="11818" y="2207"/>
                      <a:pt x="11818" y="2235"/>
                      <a:pt x="11818" y="2263"/>
                    </a:cubicBezTo>
                    <a:cubicBezTo>
                      <a:pt x="11790" y="2263"/>
                      <a:pt x="11762" y="2263"/>
                      <a:pt x="11734" y="2263"/>
                    </a:cubicBezTo>
                    <a:cubicBezTo>
                      <a:pt x="11734" y="2291"/>
                      <a:pt x="11734" y="2318"/>
                      <a:pt x="11734" y="2347"/>
                    </a:cubicBezTo>
                    <a:cubicBezTo>
                      <a:pt x="11679" y="2347"/>
                      <a:pt x="11624" y="2347"/>
                      <a:pt x="11567" y="2347"/>
                    </a:cubicBezTo>
                    <a:cubicBezTo>
                      <a:pt x="11567" y="2374"/>
                      <a:pt x="11567" y="2402"/>
                      <a:pt x="11567" y="2430"/>
                    </a:cubicBezTo>
                    <a:cubicBezTo>
                      <a:pt x="11539" y="2430"/>
                      <a:pt x="11512" y="2430"/>
                      <a:pt x="11483" y="2430"/>
                    </a:cubicBezTo>
                    <a:cubicBezTo>
                      <a:pt x="11483" y="2458"/>
                      <a:pt x="11483" y="2486"/>
                      <a:pt x="11483" y="2514"/>
                    </a:cubicBezTo>
                    <a:cubicBezTo>
                      <a:pt x="11456" y="2514"/>
                      <a:pt x="11428" y="2514"/>
                      <a:pt x="11399" y="2514"/>
                    </a:cubicBezTo>
                    <a:cubicBezTo>
                      <a:pt x="11399" y="2542"/>
                      <a:pt x="11399" y="2569"/>
                      <a:pt x="11399" y="2598"/>
                    </a:cubicBezTo>
                    <a:cubicBezTo>
                      <a:pt x="11372" y="2598"/>
                      <a:pt x="11344" y="2598"/>
                      <a:pt x="11316" y="2598"/>
                    </a:cubicBezTo>
                    <a:cubicBezTo>
                      <a:pt x="11316" y="2625"/>
                      <a:pt x="11316" y="2653"/>
                      <a:pt x="11316" y="2681"/>
                    </a:cubicBezTo>
                    <a:cubicBezTo>
                      <a:pt x="11261" y="2681"/>
                      <a:pt x="11205" y="2681"/>
                      <a:pt x="11149" y="2681"/>
                    </a:cubicBezTo>
                    <a:cubicBezTo>
                      <a:pt x="11149" y="2709"/>
                      <a:pt x="11149" y="2737"/>
                      <a:pt x="11149" y="2765"/>
                    </a:cubicBezTo>
                    <a:cubicBezTo>
                      <a:pt x="11121" y="2765"/>
                      <a:pt x="11093" y="2765"/>
                      <a:pt x="11065" y="2765"/>
                    </a:cubicBezTo>
                    <a:cubicBezTo>
                      <a:pt x="11065" y="2793"/>
                      <a:pt x="11065" y="2820"/>
                      <a:pt x="11065" y="2849"/>
                    </a:cubicBezTo>
                    <a:cubicBezTo>
                      <a:pt x="11037" y="2849"/>
                      <a:pt x="11010" y="2849"/>
                      <a:pt x="10981" y="2849"/>
                    </a:cubicBezTo>
                    <a:cubicBezTo>
                      <a:pt x="10981" y="2904"/>
                      <a:pt x="10981" y="2959"/>
                      <a:pt x="10981" y="3016"/>
                    </a:cubicBezTo>
                    <a:cubicBezTo>
                      <a:pt x="10954" y="3016"/>
                      <a:pt x="10926" y="3016"/>
                      <a:pt x="10898" y="3016"/>
                    </a:cubicBezTo>
                    <a:cubicBezTo>
                      <a:pt x="10898" y="3237"/>
                      <a:pt x="10898" y="3458"/>
                      <a:pt x="10898" y="3685"/>
                    </a:cubicBezTo>
                    <a:cubicBezTo>
                      <a:pt x="10925" y="3685"/>
                      <a:pt x="10953" y="3685"/>
                      <a:pt x="10981" y="3685"/>
                    </a:cubicBezTo>
                    <a:cubicBezTo>
                      <a:pt x="10981" y="4044"/>
                      <a:pt x="10981" y="4403"/>
                      <a:pt x="10981" y="4772"/>
                    </a:cubicBezTo>
                    <a:cubicBezTo>
                      <a:pt x="10954" y="4772"/>
                      <a:pt x="10926" y="4772"/>
                      <a:pt x="10898" y="4772"/>
                    </a:cubicBezTo>
                    <a:cubicBezTo>
                      <a:pt x="10898" y="5021"/>
                      <a:pt x="10898" y="5269"/>
                      <a:pt x="10898" y="5525"/>
                    </a:cubicBezTo>
                    <a:cubicBezTo>
                      <a:pt x="10925" y="5525"/>
                      <a:pt x="10953" y="5525"/>
                      <a:pt x="10981" y="5525"/>
                    </a:cubicBezTo>
                    <a:cubicBezTo>
                      <a:pt x="10981" y="8065"/>
                      <a:pt x="10981" y="10604"/>
                      <a:pt x="10981" y="13220"/>
                    </a:cubicBezTo>
                    <a:cubicBezTo>
                      <a:pt x="11064" y="13220"/>
                      <a:pt x="11147" y="13220"/>
                      <a:pt x="11232" y="13220"/>
                    </a:cubicBezTo>
                    <a:cubicBezTo>
                      <a:pt x="11232" y="13193"/>
                      <a:pt x="11232" y="13165"/>
                      <a:pt x="11232" y="13137"/>
                    </a:cubicBezTo>
                    <a:cubicBezTo>
                      <a:pt x="11260" y="13137"/>
                      <a:pt x="11287" y="13137"/>
                      <a:pt x="11316" y="13137"/>
                    </a:cubicBezTo>
                    <a:cubicBezTo>
                      <a:pt x="11316" y="13109"/>
                      <a:pt x="11316" y="13082"/>
                      <a:pt x="11316" y="13053"/>
                    </a:cubicBezTo>
                    <a:cubicBezTo>
                      <a:pt x="11371" y="13053"/>
                      <a:pt x="11426" y="13053"/>
                      <a:pt x="11483" y="13053"/>
                    </a:cubicBezTo>
                    <a:cubicBezTo>
                      <a:pt x="11483" y="13025"/>
                      <a:pt x="11483" y="12998"/>
                      <a:pt x="11483" y="12969"/>
                    </a:cubicBezTo>
                    <a:cubicBezTo>
                      <a:pt x="11511" y="12969"/>
                      <a:pt x="11538" y="12969"/>
                      <a:pt x="11567" y="12969"/>
                    </a:cubicBezTo>
                    <a:cubicBezTo>
                      <a:pt x="11567" y="12942"/>
                      <a:pt x="11567" y="12914"/>
                      <a:pt x="11567" y="12886"/>
                    </a:cubicBezTo>
                    <a:cubicBezTo>
                      <a:pt x="11622" y="12886"/>
                      <a:pt x="11677" y="12886"/>
                      <a:pt x="11734" y="12886"/>
                    </a:cubicBezTo>
                    <a:cubicBezTo>
                      <a:pt x="11734" y="12858"/>
                      <a:pt x="11734" y="12831"/>
                      <a:pt x="11734" y="12802"/>
                    </a:cubicBezTo>
                    <a:cubicBezTo>
                      <a:pt x="11789" y="12802"/>
                      <a:pt x="11844" y="12802"/>
                      <a:pt x="11901" y="12802"/>
                    </a:cubicBezTo>
                    <a:cubicBezTo>
                      <a:pt x="11901" y="12775"/>
                      <a:pt x="11901" y="12747"/>
                      <a:pt x="11901" y="12719"/>
                    </a:cubicBezTo>
                    <a:cubicBezTo>
                      <a:pt x="11957" y="12719"/>
                      <a:pt x="12012" y="12719"/>
                      <a:pt x="12069" y="12719"/>
                    </a:cubicBezTo>
                    <a:cubicBezTo>
                      <a:pt x="12069" y="12691"/>
                      <a:pt x="12069" y="12663"/>
                      <a:pt x="12069" y="12635"/>
                    </a:cubicBezTo>
                    <a:cubicBezTo>
                      <a:pt x="12096" y="12635"/>
                      <a:pt x="12124" y="12635"/>
                      <a:pt x="12152" y="12635"/>
                    </a:cubicBezTo>
                    <a:cubicBezTo>
                      <a:pt x="12152" y="12607"/>
                      <a:pt x="12152" y="12580"/>
                      <a:pt x="12152" y="12551"/>
                    </a:cubicBezTo>
                    <a:cubicBezTo>
                      <a:pt x="12207" y="12551"/>
                      <a:pt x="12263" y="12551"/>
                      <a:pt x="12320" y="12551"/>
                    </a:cubicBezTo>
                    <a:cubicBezTo>
                      <a:pt x="12320" y="12524"/>
                      <a:pt x="12320" y="12496"/>
                      <a:pt x="12320" y="12468"/>
                    </a:cubicBezTo>
                    <a:cubicBezTo>
                      <a:pt x="12430" y="12440"/>
                      <a:pt x="12540" y="12412"/>
                      <a:pt x="12654" y="12384"/>
                    </a:cubicBezTo>
                    <a:cubicBezTo>
                      <a:pt x="12654" y="12356"/>
                      <a:pt x="12654" y="12329"/>
                      <a:pt x="12654" y="12300"/>
                    </a:cubicBezTo>
                    <a:cubicBezTo>
                      <a:pt x="12709" y="12300"/>
                      <a:pt x="12765" y="12300"/>
                      <a:pt x="12821" y="12300"/>
                    </a:cubicBezTo>
                    <a:cubicBezTo>
                      <a:pt x="12821" y="12273"/>
                      <a:pt x="12821" y="12245"/>
                      <a:pt x="12821" y="12217"/>
                    </a:cubicBezTo>
                    <a:cubicBezTo>
                      <a:pt x="12904" y="12217"/>
                      <a:pt x="12987" y="12217"/>
                      <a:pt x="13072" y="12217"/>
                    </a:cubicBezTo>
                    <a:cubicBezTo>
                      <a:pt x="13072" y="12189"/>
                      <a:pt x="13072" y="12161"/>
                      <a:pt x="13072" y="12133"/>
                    </a:cubicBezTo>
                    <a:cubicBezTo>
                      <a:pt x="13155" y="12133"/>
                      <a:pt x="13238" y="12133"/>
                      <a:pt x="13323" y="12133"/>
                    </a:cubicBezTo>
                    <a:cubicBezTo>
                      <a:pt x="13323" y="12105"/>
                      <a:pt x="13323" y="12078"/>
                      <a:pt x="13323" y="12049"/>
                    </a:cubicBezTo>
                    <a:cubicBezTo>
                      <a:pt x="13406" y="12049"/>
                      <a:pt x="13489" y="12049"/>
                      <a:pt x="13574" y="12049"/>
                    </a:cubicBezTo>
                    <a:cubicBezTo>
                      <a:pt x="13574" y="12022"/>
                      <a:pt x="13574" y="11994"/>
                      <a:pt x="13574" y="11966"/>
                    </a:cubicBezTo>
                    <a:cubicBezTo>
                      <a:pt x="13657" y="11966"/>
                      <a:pt x="13740" y="11966"/>
                      <a:pt x="13825" y="11966"/>
                    </a:cubicBezTo>
                    <a:cubicBezTo>
                      <a:pt x="13825" y="11938"/>
                      <a:pt x="13825" y="11911"/>
                      <a:pt x="13825" y="11882"/>
                    </a:cubicBezTo>
                    <a:cubicBezTo>
                      <a:pt x="13936" y="11882"/>
                      <a:pt x="14046" y="11882"/>
                      <a:pt x="14160" y="11882"/>
                    </a:cubicBezTo>
                    <a:cubicBezTo>
                      <a:pt x="14160" y="11854"/>
                      <a:pt x="14160" y="11827"/>
                      <a:pt x="14160" y="11798"/>
                    </a:cubicBezTo>
                    <a:cubicBezTo>
                      <a:pt x="14298" y="11798"/>
                      <a:pt x="14436" y="11798"/>
                      <a:pt x="14578" y="11798"/>
                    </a:cubicBezTo>
                    <a:cubicBezTo>
                      <a:pt x="14578" y="11771"/>
                      <a:pt x="14578" y="11743"/>
                      <a:pt x="14578" y="11715"/>
                    </a:cubicBezTo>
                    <a:cubicBezTo>
                      <a:pt x="14716" y="11715"/>
                      <a:pt x="14854" y="11715"/>
                      <a:pt x="14996" y="11715"/>
                    </a:cubicBezTo>
                    <a:cubicBezTo>
                      <a:pt x="14996" y="11687"/>
                      <a:pt x="14996" y="11660"/>
                      <a:pt x="14996" y="11631"/>
                    </a:cubicBezTo>
                    <a:cubicBezTo>
                      <a:pt x="15162" y="11631"/>
                      <a:pt x="15327" y="11631"/>
                      <a:pt x="15498" y="11631"/>
                    </a:cubicBezTo>
                    <a:cubicBezTo>
                      <a:pt x="15498" y="11604"/>
                      <a:pt x="15498" y="11576"/>
                      <a:pt x="15498" y="11548"/>
                    </a:cubicBezTo>
                    <a:cubicBezTo>
                      <a:pt x="15829" y="11548"/>
                      <a:pt x="16160" y="11548"/>
                      <a:pt x="16502" y="11548"/>
                    </a:cubicBezTo>
                    <a:cubicBezTo>
                      <a:pt x="16502" y="11520"/>
                      <a:pt x="16502" y="11492"/>
                      <a:pt x="16502" y="11464"/>
                    </a:cubicBezTo>
                    <a:cubicBezTo>
                      <a:pt x="16861" y="11464"/>
                      <a:pt x="17219" y="11464"/>
                      <a:pt x="17589" y="11464"/>
                    </a:cubicBezTo>
                    <a:cubicBezTo>
                      <a:pt x="17589" y="11491"/>
                      <a:pt x="17589" y="11519"/>
                      <a:pt x="17589" y="11548"/>
                    </a:cubicBezTo>
                    <a:cubicBezTo>
                      <a:pt x="17948" y="11548"/>
                      <a:pt x="18307" y="11548"/>
                      <a:pt x="18676" y="11548"/>
                    </a:cubicBezTo>
                    <a:cubicBezTo>
                      <a:pt x="18676" y="11575"/>
                      <a:pt x="18676" y="11603"/>
                      <a:pt x="18676" y="11631"/>
                    </a:cubicBezTo>
                    <a:cubicBezTo>
                      <a:pt x="18814" y="11631"/>
                      <a:pt x="18952" y="11631"/>
                      <a:pt x="19095" y="11631"/>
                    </a:cubicBezTo>
                    <a:cubicBezTo>
                      <a:pt x="19095" y="11576"/>
                      <a:pt x="19095" y="11521"/>
                      <a:pt x="19095" y="11464"/>
                    </a:cubicBezTo>
                    <a:cubicBezTo>
                      <a:pt x="19122" y="11464"/>
                      <a:pt x="19150" y="11464"/>
                      <a:pt x="19178" y="11464"/>
                    </a:cubicBezTo>
                    <a:cubicBezTo>
                      <a:pt x="19178" y="10912"/>
                      <a:pt x="19178" y="10360"/>
                      <a:pt x="19178" y="9791"/>
                    </a:cubicBezTo>
                    <a:cubicBezTo>
                      <a:pt x="19151" y="9791"/>
                      <a:pt x="19123" y="9791"/>
                      <a:pt x="19095" y="9791"/>
                    </a:cubicBezTo>
                    <a:cubicBezTo>
                      <a:pt x="19095" y="9653"/>
                      <a:pt x="19095" y="9515"/>
                      <a:pt x="19095" y="9373"/>
                    </a:cubicBezTo>
                    <a:cubicBezTo>
                      <a:pt x="19122" y="9373"/>
                      <a:pt x="19150" y="9373"/>
                      <a:pt x="19178" y="9373"/>
                    </a:cubicBezTo>
                    <a:cubicBezTo>
                      <a:pt x="19178" y="8517"/>
                      <a:pt x="19178" y="7661"/>
                      <a:pt x="19178" y="6780"/>
                    </a:cubicBezTo>
                    <a:cubicBezTo>
                      <a:pt x="19151" y="6780"/>
                      <a:pt x="19123" y="6780"/>
                      <a:pt x="19095" y="6780"/>
                    </a:cubicBezTo>
                    <a:cubicBezTo>
                      <a:pt x="19095" y="6338"/>
                      <a:pt x="19095" y="5897"/>
                      <a:pt x="19095" y="5442"/>
                    </a:cubicBezTo>
                    <a:cubicBezTo>
                      <a:pt x="19122" y="5442"/>
                      <a:pt x="19150" y="5442"/>
                      <a:pt x="19178" y="5442"/>
                    </a:cubicBezTo>
                    <a:cubicBezTo>
                      <a:pt x="19178" y="5000"/>
                      <a:pt x="19178" y="4558"/>
                      <a:pt x="19178" y="4103"/>
                    </a:cubicBezTo>
                    <a:cubicBezTo>
                      <a:pt x="19151" y="4103"/>
                      <a:pt x="19123" y="4103"/>
                      <a:pt x="19095" y="4103"/>
                    </a:cubicBezTo>
                    <a:cubicBezTo>
                      <a:pt x="19095" y="3606"/>
                      <a:pt x="19095" y="3110"/>
                      <a:pt x="19095" y="2598"/>
                    </a:cubicBezTo>
                    <a:cubicBezTo>
                      <a:pt x="19122" y="2598"/>
                      <a:pt x="19150" y="2598"/>
                      <a:pt x="19178" y="2598"/>
                    </a:cubicBezTo>
                    <a:cubicBezTo>
                      <a:pt x="19178" y="2101"/>
                      <a:pt x="19178" y="1604"/>
                      <a:pt x="19178" y="1092"/>
                    </a:cubicBezTo>
                    <a:cubicBezTo>
                      <a:pt x="19151" y="1092"/>
                      <a:pt x="19123" y="1092"/>
                      <a:pt x="19095" y="1092"/>
                    </a:cubicBezTo>
                    <a:cubicBezTo>
                      <a:pt x="19095" y="1009"/>
                      <a:pt x="19095" y="927"/>
                      <a:pt x="19095" y="841"/>
                    </a:cubicBezTo>
                    <a:cubicBezTo>
                      <a:pt x="19067" y="841"/>
                      <a:pt x="19039" y="841"/>
                      <a:pt x="19011" y="841"/>
                    </a:cubicBezTo>
                    <a:cubicBezTo>
                      <a:pt x="19011" y="814"/>
                      <a:pt x="19011" y="786"/>
                      <a:pt x="19011" y="758"/>
                    </a:cubicBezTo>
                    <a:cubicBezTo>
                      <a:pt x="18983" y="758"/>
                      <a:pt x="18956" y="758"/>
                      <a:pt x="18927" y="758"/>
                    </a:cubicBezTo>
                    <a:cubicBezTo>
                      <a:pt x="18927" y="730"/>
                      <a:pt x="18927" y="702"/>
                      <a:pt x="18927" y="674"/>
                    </a:cubicBezTo>
                    <a:cubicBezTo>
                      <a:pt x="18789" y="674"/>
                      <a:pt x="18651" y="674"/>
                      <a:pt x="18509" y="674"/>
                    </a:cubicBezTo>
                    <a:cubicBezTo>
                      <a:pt x="18509" y="646"/>
                      <a:pt x="18509" y="619"/>
                      <a:pt x="18509" y="590"/>
                    </a:cubicBezTo>
                    <a:cubicBezTo>
                      <a:pt x="18261" y="590"/>
                      <a:pt x="18012" y="590"/>
                      <a:pt x="17756" y="590"/>
                    </a:cubicBezTo>
                    <a:cubicBezTo>
                      <a:pt x="17756" y="563"/>
                      <a:pt x="17756" y="535"/>
                      <a:pt x="17756" y="507"/>
                    </a:cubicBezTo>
                    <a:cubicBezTo>
                      <a:pt x="17287" y="507"/>
                      <a:pt x="16818" y="507"/>
                      <a:pt x="16334" y="507"/>
                    </a:cubicBezTo>
                    <a:close/>
                    <a:moveTo>
                      <a:pt x="1613" y="1678"/>
                    </a:moveTo>
                    <a:cubicBezTo>
                      <a:pt x="1613" y="1705"/>
                      <a:pt x="1613" y="1733"/>
                      <a:pt x="1613" y="1761"/>
                    </a:cubicBezTo>
                    <a:cubicBezTo>
                      <a:pt x="1586" y="1761"/>
                      <a:pt x="1558" y="1761"/>
                      <a:pt x="1530" y="1761"/>
                    </a:cubicBezTo>
                    <a:cubicBezTo>
                      <a:pt x="1530" y="5460"/>
                      <a:pt x="1530" y="9159"/>
                      <a:pt x="1530" y="12969"/>
                    </a:cubicBezTo>
                    <a:cubicBezTo>
                      <a:pt x="1557" y="12969"/>
                      <a:pt x="1585" y="12969"/>
                      <a:pt x="1613" y="12969"/>
                    </a:cubicBezTo>
                    <a:cubicBezTo>
                      <a:pt x="1613" y="12997"/>
                      <a:pt x="1613" y="13025"/>
                      <a:pt x="1613" y="13053"/>
                    </a:cubicBezTo>
                    <a:cubicBezTo>
                      <a:pt x="1668" y="13053"/>
                      <a:pt x="1724" y="13053"/>
                      <a:pt x="1781" y="13053"/>
                    </a:cubicBezTo>
                    <a:cubicBezTo>
                      <a:pt x="1781" y="13025"/>
                      <a:pt x="1781" y="12998"/>
                      <a:pt x="1781" y="12969"/>
                    </a:cubicBezTo>
                    <a:cubicBezTo>
                      <a:pt x="2057" y="12969"/>
                      <a:pt x="2333" y="12969"/>
                      <a:pt x="2617" y="12969"/>
                    </a:cubicBezTo>
                    <a:cubicBezTo>
                      <a:pt x="2617" y="12942"/>
                      <a:pt x="2617" y="12914"/>
                      <a:pt x="2617" y="12886"/>
                    </a:cubicBezTo>
                    <a:cubicBezTo>
                      <a:pt x="3804" y="12886"/>
                      <a:pt x="4991" y="12886"/>
                      <a:pt x="6214" y="12886"/>
                    </a:cubicBezTo>
                    <a:cubicBezTo>
                      <a:pt x="6214" y="12913"/>
                      <a:pt x="6214" y="12941"/>
                      <a:pt x="6214" y="12969"/>
                    </a:cubicBezTo>
                    <a:cubicBezTo>
                      <a:pt x="6600" y="12969"/>
                      <a:pt x="6986" y="12969"/>
                      <a:pt x="7385" y="12969"/>
                    </a:cubicBezTo>
                    <a:cubicBezTo>
                      <a:pt x="7385" y="12997"/>
                      <a:pt x="7385" y="13025"/>
                      <a:pt x="7385" y="13053"/>
                    </a:cubicBezTo>
                    <a:cubicBezTo>
                      <a:pt x="7605" y="13053"/>
                      <a:pt x="7826" y="13053"/>
                      <a:pt x="8054" y="13053"/>
                    </a:cubicBezTo>
                    <a:cubicBezTo>
                      <a:pt x="8054" y="13081"/>
                      <a:pt x="8054" y="13108"/>
                      <a:pt x="8054" y="13137"/>
                    </a:cubicBezTo>
                    <a:cubicBezTo>
                      <a:pt x="8192" y="13137"/>
                      <a:pt x="8330" y="13137"/>
                      <a:pt x="8472" y="13137"/>
                    </a:cubicBezTo>
                    <a:cubicBezTo>
                      <a:pt x="8472" y="13164"/>
                      <a:pt x="8472" y="13192"/>
                      <a:pt x="8472" y="13220"/>
                    </a:cubicBezTo>
                    <a:cubicBezTo>
                      <a:pt x="8555" y="13220"/>
                      <a:pt x="8638" y="13220"/>
                      <a:pt x="8723" y="13220"/>
                    </a:cubicBezTo>
                    <a:cubicBezTo>
                      <a:pt x="8723" y="13248"/>
                      <a:pt x="8723" y="13276"/>
                      <a:pt x="8723" y="13304"/>
                    </a:cubicBezTo>
                    <a:cubicBezTo>
                      <a:pt x="8750" y="13304"/>
                      <a:pt x="8778" y="13304"/>
                      <a:pt x="8807" y="13304"/>
                    </a:cubicBezTo>
                    <a:cubicBezTo>
                      <a:pt x="8807" y="13332"/>
                      <a:pt x="8807" y="13359"/>
                      <a:pt x="8807" y="13388"/>
                    </a:cubicBezTo>
                    <a:cubicBezTo>
                      <a:pt x="8834" y="13388"/>
                      <a:pt x="8862" y="13388"/>
                      <a:pt x="8890" y="13388"/>
                    </a:cubicBezTo>
                    <a:cubicBezTo>
                      <a:pt x="8890" y="13415"/>
                      <a:pt x="8890" y="13443"/>
                      <a:pt x="8890" y="13471"/>
                    </a:cubicBezTo>
                    <a:cubicBezTo>
                      <a:pt x="8918" y="13471"/>
                      <a:pt x="8945" y="13471"/>
                      <a:pt x="8974" y="13471"/>
                    </a:cubicBezTo>
                    <a:cubicBezTo>
                      <a:pt x="8974" y="13499"/>
                      <a:pt x="8974" y="13527"/>
                      <a:pt x="8974" y="13555"/>
                    </a:cubicBezTo>
                    <a:cubicBezTo>
                      <a:pt x="9001" y="13555"/>
                      <a:pt x="9029" y="13555"/>
                      <a:pt x="9057" y="13555"/>
                    </a:cubicBezTo>
                    <a:cubicBezTo>
                      <a:pt x="9057" y="13583"/>
                      <a:pt x="9057" y="13610"/>
                      <a:pt x="9057" y="13639"/>
                    </a:cubicBezTo>
                    <a:cubicBezTo>
                      <a:pt x="8837" y="13639"/>
                      <a:pt x="8616" y="13639"/>
                      <a:pt x="8388" y="13639"/>
                    </a:cubicBezTo>
                    <a:cubicBezTo>
                      <a:pt x="8388" y="13611"/>
                      <a:pt x="8388" y="13583"/>
                      <a:pt x="8388" y="13555"/>
                    </a:cubicBezTo>
                    <a:cubicBezTo>
                      <a:pt x="8057" y="13555"/>
                      <a:pt x="7726" y="13555"/>
                      <a:pt x="7385" y="13555"/>
                    </a:cubicBezTo>
                    <a:cubicBezTo>
                      <a:pt x="7385" y="13527"/>
                      <a:pt x="7385" y="13500"/>
                      <a:pt x="7385" y="13471"/>
                    </a:cubicBezTo>
                    <a:cubicBezTo>
                      <a:pt x="7081" y="13471"/>
                      <a:pt x="6777" y="13471"/>
                      <a:pt x="6465" y="13471"/>
                    </a:cubicBezTo>
                    <a:cubicBezTo>
                      <a:pt x="6465" y="13444"/>
                      <a:pt x="6465" y="13416"/>
                      <a:pt x="6465" y="13388"/>
                    </a:cubicBezTo>
                    <a:cubicBezTo>
                      <a:pt x="5140" y="13388"/>
                      <a:pt x="3815" y="13388"/>
                      <a:pt x="2450" y="13388"/>
                    </a:cubicBezTo>
                    <a:cubicBezTo>
                      <a:pt x="2450" y="13415"/>
                      <a:pt x="2450" y="13443"/>
                      <a:pt x="2450" y="13471"/>
                    </a:cubicBezTo>
                    <a:cubicBezTo>
                      <a:pt x="2146" y="13471"/>
                      <a:pt x="1842" y="13471"/>
                      <a:pt x="1530" y="13471"/>
                    </a:cubicBezTo>
                    <a:cubicBezTo>
                      <a:pt x="1530" y="13499"/>
                      <a:pt x="1530" y="13527"/>
                      <a:pt x="1530" y="13555"/>
                    </a:cubicBezTo>
                    <a:cubicBezTo>
                      <a:pt x="1419" y="13555"/>
                      <a:pt x="1309" y="13555"/>
                      <a:pt x="1195" y="13555"/>
                    </a:cubicBezTo>
                    <a:cubicBezTo>
                      <a:pt x="1195" y="13527"/>
                      <a:pt x="1195" y="13500"/>
                      <a:pt x="1195" y="13471"/>
                    </a:cubicBezTo>
                    <a:cubicBezTo>
                      <a:pt x="1140" y="13471"/>
                      <a:pt x="1085" y="13471"/>
                      <a:pt x="1028" y="13471"/>
                    </a:cubicBezTo>
                    <a:cubicBezTo>
                      <a:pt x="1028" y="9800"/>
                      <a:pt x="1028" y="6129"/>
                      <a:pt x="1028" y="2347"/>
                    </a:cubicBezTo>
                    <a:cubicBezTo>
                      <a:pt x="1000" y="2347"/>
                      <a:pt x="973" y="2347"/>
                      <a:pt x="944" y="2347"/>
                    </a:cubicBezTo>
                    <a:cubicBezTo>
                      <a:pt x="944" y="2319"/>
                      <a:pt x="944" y="2292"/>
                      <a:pt x="944" y="2263"/>
                    </a:cubicBezTo>
                    <a:cubicBezTo>
                      <a:pt x="834" y="2263"/>
                      <a:pt x="723" y="2263"/>
                      <a:pt x="610" y="2263"/>
                    </a:cubicBezTo>
                    <a:cubicBezTo>
                      <a:pt x="610" y="2291"/>
                      <a:pt x="610" y="2318"/>
                      <a:pt x="610" y="2347"/>
                    </a:cubicBezTo>
                    <a:cubicBezTo>
                      <a:pt x="582" y="2347"/>
                      <a:pt x="554" y="2347"/>
                      <a:pt x="526" y="2347"/>
                    </a:cubicBezTo>
                    <a:cubicBezTo>
                      <a:pt x="526" y="6266"/>
                      <a:pt x="526" y="10186"/>
                      <a:pt x="526" y="14224"/>
                    </a:cubicBezTo>
                    <a:cubicBezTo>
                      <a:pt x="553" y="14224"/>
                      <a:pt x="581" y="14224"/>
                      <a:pt x="610" y="14224"/>
                    </a:cubicBezTo>
                    <a:cubicBezTo>
                      <a:pt x="610" y="14252"/>
                      <a:pt x="610" y="14279"/>
                      <a:pt x="610" y="14308"/>
                    </a:cubicBezTo>
                    <a:cubicBezTo>
                      <a:pt x="692" y="14308"/>
                      <a:pt x="775" y="14308"/>
                      <a:pt x="860" y="14308"/>
                    </a:cubicBezTo>
                    <a:cubicBezTo>
                      <a:pt x="860" y="14280"/>
                      <a:pt x="860" y="14253"/>
                      <a:pt x="860" y="14224"/>
                    </a:cubicBezTo>
                    <a:cubicBezTo>
                      <a:pt x="1274" y="14224"/>
                      <a:pt x="1689" y="14224"/>
                      <a:pt x="2115" y="14224"/>
                    </a:cubicBezTo>
                    <a:cubicBezTo>
                      <a:pt x="2115" y="14196"/>
                      <a:pt x="2115" y="14169"/>
                      <a:pt x="2115" y="14140"/>
                    </a:cubicBezTo>
                    <a:cubicBezTo>
                      <a:pt x="3578" y="14140"/>
                      <a:pt x="5041" y="14140"/>
                      <a:pt x="6548" y="14140"/>
                    </a:cubicBezTo>
                    <a:cubicBezTo>
                      <a:pt x="6548" y="14168"/>
                      <a:pt x="6548" y="14196"/>
                      <a:pt x="6548" y="14224"/>
                    </a:cubicBezTo>
                    <a:cubicBezTo>
                      <a:pt x="6935" y="14224"/>
                      <a:pt x="7321" y="14224"/>
                      <a:pt x="7719" y="14224"/>
                    </a:cubicBezTo>
                    <a:cubicBezTo>
                      <a:pt x="7719" y="14252"/>
                      <a:pt x="7719" y="14279"/>
                      <a:pt x="7719" y="14308"/>
                    </a:cubicBezTo>
                    <a:cubicBezTo>
                      <a:pt x="7968" y="14308"/>
                      <a:pt x="8216" y="14308"/>
                      <a:pt x="8472" y="14308"/>
                    </a:cubicBezTo>
                    <a:cubicBezTo>
                      <a:pt x="8472" y="14335"/>
                      <a:pt x="8472" y="14363"/>
                      <a:pt x="8472" y="14391"/>
                    </a:cubicBezTo>
                    <a:cubicBezTo>
                      <a:pt x="8638" y="14391"/>
                      <a:pt x="8803" y="14391"/>
                      <a:pt x="8974" y="14391"/>
                    </a:cubicBezTo>
                    <a:cubicBezTo>
                      <a:pt x="8974" y="14419"/>
                      <a:pt x="8974" y="14447"/>
                      <a:pt x="8974" y="14475"/>
                    </a:cubicBezTo>
                    <a:cubicBezTo>
                      <a:pt x="9084" y="14475"/>
                      <a:pt x="9195" y="14475"/>
                      <a:pt x="9308" y="14475"/>
                    </a:cubicBezTo>
                    <a:cubicBezTo>
                      <a:pt x="9308" y="14503"/>
                      <a:pt x="9308" y="14530"/>
                      <a:pt x="9308" y="14559"/>
                    </a:cubicBezTo>
                    <a:cubicBezTo>
                      <a:pt x="9336" y="14559"/>
                      <a:pt x="9364" y="14559"/>
                      <a:pt x="9392" y="14559"/>
                    </a:cubicBezTo>
                    <a:cubicBezTo>
                      <a:pt x="9392" y="14614"/>
                      <a:pt x="9392" y="14669"/>
                      <a:pt x="9392" y="14726"/>
                    </a:cubicBezTo>
                    <a:cubicBezTo>
                      <a:pt x="9420" y="14726"/>
                      <a:pt x="9447" y="14726"/>
                      <a:pt x="9476" y="14726"/>
                    </a:cubicBezTo>
                    <a:cubicBezTo>
                      <a:pt x="9476" y="14864"/>
                      <a:pt x="9476" y="15002"/>
                      <a:pt x="9476" y="15144"/>
                    </a:cubicBezTo>
                    <a:cubicBezTo>
                      <a:pt x="9503" y="15144"/>
                      <a:pt x="9531" y="15144"/>
                      <a:pt x="9559" y="15144"/>
                    </a:cubicBezTo>
                    <a:cubicBezTo>
                      <a:pt x="9559" y="15199"/>
                      <a:pt x="9559" y="15255"/>
                      <a:pt x="9559" y="15311"/>
                    </a:cubicBezTo>
                    <a:cubicBezTo>
                      <a:pt x="9587" y="15311"/>
                      <a:pt x="9615" y="15311"/>
                      <a:pt x="9643" y="15311"/>
                    </a:cubicBezTo>
                    <a:cubicBezTo>
                      <a:pt x="9643" y="15339"/>
                      <a:pt x="9643" y="15367"/>
                      <a:pt x="9643" y="15395"/>
                    </a:cubicBezTo>
                    <a:cubicBezTo>
                      <a:pt x="9671" y="15395"/>
                      <a:pt x="9698" y="15395"/>
                      <a:pt x="9727" y="15395"/>
                    </a:cubicBezTo>
                    <a:cubicBezTo>
                      <a:pt x="9727" y="15423"/>
                      <a:pt x="9727" y="15450"/>
                      <a:pt x="9727" y="15479"/>
                    </a:cubicBezTo>
                    <a:cubicBezTo>
                      <a:pt x="9782" y="15479"/>
                      <a:pt x="9837" y="15479"/>
                      <a:pt x="9894" y="15479"/>
                    </a:cubicBezTo>
                    <a:cubicBezTo>
                      <a:pt x="9894" y="15506"/>
                      <a:pt x="9894" y="15534"/>
                      <a:pt x="9894" y="15562"/>
                    </a:cubicBezTo>
                    <a:cubicBezTo>
                      <a:pt x="9977" y="15562"/>
                      <a:pt x="10060" y="15562"/>
                      <a:pt x="10145" y="15562"/>
                    </a:cubicBezTo>
                    <a:cubicBezTo>
                      <a:pt x="10145" y="15590"/>
                      <a:pt x="10145" y="15618"/>
                      <a:pt x="10145" y="15646"/>
                    </a:cubicBezTo>
                    <a:cubicBezTo>
                      <a:pt x="10531" y="15646"/>
                      <a:pt x="10918" y="15646"/>
                      <a:pt x="11316" y="15646"/>
                    </a:cubicBezTo>
                    <a:cubicBezTo>
                      <a:pt x="11316" y="15618"/>
                      <a:pt x="11316" y="15591"/>
                      <a:pt x="11316" y="15562"/>
                    </a:cubicBezTo>
                    <a:cubicBezTo>
                      <a:pt x="11399" y="15562"/>
                      <a:pt x="11481" y="15562"/>
                      <a:pt x="11567" y="15562"/>
                    </a:cubicBezTo>
                    <a:cubicBezTo>
                      <a:pt x="11567" y="15535"/>
                      <a:pt x="11567" y="15507"/>
                      <a:pt x="11567" y="15479"/>
                    </a:cubicBezTo>
                    <a:cubicBezTo>
                      <a:pt x="11594" y="15479"/>
                      <a:pt x="11622" y="15479"/>
                      <a:pt x="11650" y="15479"/>
                    </a:cubicBezTo>
                    <a:cubicBezTo>
                      <a:pt x="11650" y="15451"/>
                      <a:pt x="11650" y="15424"/>
                      <a:pt x="11650" y="15395"/>
                    </a:cubicBezTo>
                    <a:cubicBezTo>
                      <a:pt x="11678" y="15395"/>
                      <a:pt x="11706" y="15395"/>
                      <a:pt x="11734" y="15395"/>
                    </a:cubicBezTo>
                    <a:cubicBezTo>
                      <a:pt x="11734" y="15368"/>
                      <a:pt x="11734" y="15340"/>
                      <a:pt x="11734" y="15311"/>
                    </a:cubicBezTo>
                    <a:cubicBezTo>
                      <a:pt x="11762" y="15311"/>
                      <a:pt x="11789" y="15311"/>
                      <a:pt x="11818" y="15311"/>
                    </a:cubicBezTo>
                    <a:cubicBezTo>
                      <a:pt x="11818" y="15284"/>
                      <a:pt x="11818" y="15256"/>
                      <a:pt x="11818" y="15228"/>
                    </a:cubicBezTo>
                    <a:cubicBezTo>
                      <a:pt x="11845" y="15228"/>
                      <a:pt x="11873" y="15228"/>
                      <a:pt x="11901" y="15228"/>
                    </a:cubicBezTo>
                    <a:cubicBezTo>
                      <a:pt x="11901" y="15117"/>
                      <a:pt x="11901" y="15007"/>
                      <a:pt x="11901" y="14893"/>
                    </a:cubicBezTo>
                    <a:cubicBezTo>
                      <a:pt x="11929" y="14893"/>
                      <a:pt x="11957" y="14893"/>
                      <a:pt x="11985" y="14893"/>
                    </a:cubicBezTo>
                    <a:cubicBezTo>
                      <a:pt x="11985" y="14783"/>
                      <a:pt x="11985" y="14672"/>
                      <a:pt x="11985" y="14559"/>
                    </a:cubicBezTo>
                    <a:cubicBezTo>
                      <a:pt x="12040" y="14559"/>
                      <a:pt x="12095" y="14559"/>
                      <a:pt x="12152" y="14559"/>
                    </a:cubicBezTo>
                    <a:cubicBezTo>
                      <a:pt x="12152" y="14531"/>
                      <a:pt x="12152" y="14503"/>
                      <a:pt x="12152" y="14475"/>
                    </a:cubicBezTo>
                    <a:cubicBezTo>
                      <a:pt x="12235" y="14475"/>
                      <a:pt x="12318" y="14475"/>
                      <a:pt x="12403" y="14475"/>
                    </a:cubicBezTo>
                    <a:cubicBezTo>
                      <a:pt x="12403" y="14447"/>
                      <a:pt x="12403" y="14420"/>
                      <a:pt x="12403" y="14391"/>
                    </a:cubicBezTo>
                    <a:cubicBezTo>
                      <a:pt x="12652" y="14391"/>
                      <a:pt x="12900" y="14391"/>
                      <a:pt x="13156" y="14391"/>
                    </a:cubicBezTo>
                    <a:cubicBezTo>
                      <a:pt x="13156" y="14364"/>
                      <a:pt x="13156" y="14336"/>
                      <a:pt x="13156" y="14308"/>
                    </a:cubicBezTo>
                    <a:cubicBezTo>
                      <a:pt x="13432" y="14308"/>
                      <a:pt x="13708" y="14308"/>
                      <a:pt x="13992" y="14308"/>
                    </a:cubicBezTo>
                    <a:cubicBezTo>
                      <a:pt x="13992" y="14280"/>
                      <a:pt x="13992" y="14253"/>
                      <a:pt x="13992" y="14224"/>
                    </a:cubicBezTo>
                    <a:cubicBezTo>
                      <a:pt x="14379" y="14224"/>
                      <a:pt x="14765" y="14224"/>
                      <a:pt x="15163" y="14224"/>
                    </a:cubicBezTo>
                    <a:cubicBezTo>
                      <a:pt x="15163" y="14196"/>
                      <a:pt x="15163" y="14169"/>
                      <a:pt x="15163" y="14140"/>
                    </a:cubicBezTo>
                    <a:cubicBezTo>
                      <a:pt x="16599" y="14140"/>
                      <a:pt x="18034" y="14140"/>
                      <a:pt x="19513" y="14140"/>
                    </a:cubicBezTo>
                    <a:cubicBezTo>
                      <a:pt x="19513" y="14168"/>
                      <a:pt x="19513" y="14196"/>
                      <a:pt x="19513" y="14224"/>
                    </a:cubicBezTo>
                    <a:cubicBezTo>
                      <a:pt x="19954" y="14224"/>
                      <a:pt x="20396" y="14224"/>
                      <a:pt x="20851" y="14224"/>
                    </a:cubicBezTo>
                    <a:cubicBezTo>
                      <a:pt x="20851" y="14252"/>
                      <a:pt x="20851" y="14279"/>
                      <a:pt x="20851" y="14308"/>
                    </a:cubicBezTo>
                    <a:cubicBezTo>
                      <a:pt x="20906" y="14308"/>
                      <a:pt x="20962" y="14308"/>
                      <a:pt x="21018" y="14308"/>
                    </a:cubicBezTo>
                    <a:cubicBezTo>
                      <a:pt x="21018" y="14280"/>
                      <a:pt x="21018" y="14253"/>
                      <a:pt x="21018" y="14224"/>
                    </a:cubicBezTo>
                    <a:cubicBezTo>
                      <a:pt x="21046" y="14224"/>
                      <a:pt x="21074" y="14224"/>
                      <a:pt x="21102" y="14224"/>
                    </a:cubicBezTo>
                    <a:cubicBezTo>
                      <a:pt x="21102" y="10305"/>
                      <a:pt x="21102" y="6385"/>
                      <a:pt x="21102" y="2347"/>
                    </a:cubicBezTo>
                    <a:cubicBezTo>
                      <a:pt x="21074" y="2347"/>
                      <a:pt x="21047" y="2347"/>
                      <a:pt x="21018" y="2347"/>
                    </a:cubicBezTo>
                    <a:cubicBezTo>
                      <a:pt x="21018" y="2319"/>
                      <a:pt x="21018" y="2292"/>
                      <a:pt x="21018" y="2263"/>
                    </a:cubicBezTo>
                    <a:cubicBezTo>
                      <a:pt x="20908" y="2263"/>
                      <a:pt x="20798" y="2263"/>
                      <a:pt x="20684" y="2263"/>
                    </a:cubicBezTo>
                    <a:cubicBezTo>
                      <a:pt x="20684" y="2291"/>
                      <a:pt x="20684" y="2318"/>
                      <a:pt x="20684" y="2347"/>
                    </a:cubicBezTo>
                    <a:cubicBezTo>
                      <a:pt x="20656" y="2347"/>
                      <a:pt x="20629" y="2347"/>
                      <a:pt x="20600" y="2347"/>
                    </a:cubicBezTo>
                    <a:cubicBezTo>
                      <a:pt x="20600" y="5990"/>
                      <a:pt x="20600" y="9634"/>
                      <a:pt x="20600" y="13388"/>
                    </a:cubicBezTo>
                    <a:cubicBezTo>
                      <a:pt x="20573" y="13388"/>
                      <a:pt x="20545" y="13388"/>
                      <a:pt x="20517" y="13388"/>
                    </a:cubicBezTo>
                    <a:cubicBezTo>
                      <a:pt x="20517" y="13415"/>
                      <a:pt x="20517" y="13443"/>
                      <a:pt x="20517" y="13471"/>
                    </a:cubicBezTo>
                    <a:cubicBezTo>
                      <a:pt x="20489" y="13471"/>
                      <a:pt x="20461" y="13471"/>
                      <a:pt x="20433" y="13471"/>
                    </a:cubicBezTo>
                    <a:cubicBezTo>
                      <a:pt x="20433" y="13499"/>
                      <a:pt x="20433" y="13527"/>
                      <a:pt x="20433" y="13555"/>
                    </a:cubicBezTo>
                    <a:cubicBezTo>
                      <a:pt x="20323" y="13555"/>
                      <a:pt x="20212" y="13555"/>
                      <a:pt x="20098" y="13555"/>
                    </a:cubicBezTo>
                    <a:cubicBezTo>
                      <a:pt x="20098" y="13527"/>
                      <a:pt x="20098" y="13500"/>
                      <a:pt x="20098" y="13471"/>
                    </a:cubicBezTo>
                    <a:cubicBezTo>
                      <a:pt x="19795" y="13471"/>
                      <a:pt x="19491" y="13471"/>
                      <a:pt x="19178" y="13471"/>
                    </a:cubicBezTo>
                    <a:cubicBezTo>
                      <a:pt x="19178" y="13444"/>
                      <a:pt x="19178" y="13416"/>
                      <a:pt x="19178" y="13388"/>
                    </a:cubicBezTo>
                    <a:cubicBezTo>
                      <a:pt x="18571" y="13388"/>
                      <a:pt x="17964" y="13388"/>
                      <a:pt x="17338" y="13388"/>
                    </a:cubicBezTo>
                    <a:cubicBezTo>
                      <a:pt x="17338" y="13360"/>
                      <a:pt x="17338" y="13332"/>
                      <a:pt x="17338" y="13304"/>
                    </a:cubicBezTo>
                    <a:cubicBezTo>
                      <a:pt x="17117" y="13304"/>
                      <a:pt x="16896" y="13304"/>
                      <a:pt x="16669" y="13304"/>
                    </a:cubicBezTo>
                    <a:cubicBezTo>
                      <a:pt x="16669" y="13332"/>
                      <a:pt x="16669" y="13359"/>
                      <a:pt x="16669" y="13388"/>
                    </a:cubicBezTo>
                    <a:cubicBezTo>
                      <a:pt x="16117" y="13388"/>
                      <a:pt x="15565" y="13388"/>
                      <a:pt x="14996" y="13388"/>
                    </a:cubicBezTo>
                    <a:cubicBezTo>
                      <a:pt x="14996" y="13415"/>
                      <a:pt x="14996" y="13443"/>
                      <a:pt x="14996" y="13471"/>
                    </a:cubicBezTo>
                    <a:cubicBezTo>
                      <a:pt x="14610" y="13471"/>
                      <a:pt x="14223" y="13471"/>
                      <a:pt x="13825" y="13471"/>
                    </a:cubicBezTo>
                    <a:cubicBezTo>
                      <a:pt x="13825" y="13499"/>
                      <a:pt x="13825" y="13527"/>
                      <a:pt x="13825" y="13555"/>
                    </a:cubicBezTo>
                    <a:cubicBezTo>
                      <a:pt x="13687" y="13555"/>
                      <a:pt x="13549" y="13555"/>
                      <a:pt x="13407" y="13555"/>
                    </a:cubicBezTo>
                    <a:cubicBezTo>
                      <a:pt x="13407" y="13445"/>
                      <a:pt x="13407" y="13334"/>
                      <a:pt x="13407" y="13220"/>
                    </a:cubicBezTo>
                    <a:cubicBezTo>
                      <a:pt x="13435" y="13220"/>
                      <a:pt x="13462" y="13220"/>
                      <a:pt x="13491" y="13220"/>
                    </a:cubicBezTo>
                    <a:cubicBezTo>
                      <a:pt x="13491" y="13193"/>
                      <a:pt x="13491" y="13165"/>
                      <a:pt x="13491" y="13137"/>
                    </a:cubicBezTo>
                    <a:cubicBezTo>
                      <a:pt x="13546" y="13137"/>
                      <a:pt x="13601" y="13137"/>
                      <a:pt x="13658" y="13137"/>
                    </a:cubicBezTo>
                    <a:cubicBezTo>
                      <a:pt x="13658" y="13109"/>
                      <a:pt x="13658" y="13082"/>
                      <a:pt x="13658" y="13053"/>
                    </a:cubicBezTo>
                    <a:cubicBezTo>
                      <a:pt x="13823" y="13053"/>
                      <a:pt x="13989" y="13053"/>
                      <a:pt x="14160" y="13053"/>
                    </a:cubicBezTo>
                    <a:cubicBezTo>
                      <a:pt x="14160" y="13025"/>
                      <a:pt x="14160" y="12998"/>
                      <a:pt x="14160" y="12969"/>
                    </a:cubicBezTo>
                    <a:cubicBezTo>
                      <a:pt x="14463" y="12969"/>
                      <a:pt x="14767" y="12969"/>
                      <a:pt x="15080" y="12969"/>
                    </a:cubicBezTo>
                    <a:cubicBezTo>
                      <a:pt x="15080" y="12942"/>
                      <a:pt x="15080" y="12914"/>
                      <a:pt x="15080" y="12886"/>
                    </a:cubicBezTo>
                    <a:cubicBezTo>
                      <a:pt x="16405" y="12886"/>
                      <a:pt x="17730" y="12886"/>
                      <a:pt x="19095" y="12886"/>
                    </a:cubicBezTo>
                    <a:cubicBezTo>
                      <a:pt x="19095" y="12913"/>
                      <a:pt x="19095" y="12941"/>
                      <a:pt x="19095" y="12969"/>
                    </a:cubicBezTo>
                    <a:cubicBezTo>
                      <a:pt x="19398" y="12969"/>
                      <a:pt x="19702" y="12969"/>
                      <a:pt x="20015" y="12969"/>
                    </a:cubicBezTo>
                    <a:cubicBezTo>
                      <a:pt x="20015" y="12942"/>
                      <a:pt x="20015" y="12914"/>
                      <a:pt x="20015" y="12886"/>
                    </a:cubicBezTo>
                    <a:cubicBezTo>
                      <a:pt x="20042" y="12886"/>
                      <a:pt x="20070" y="12886"/>
                      <a:pt x="20098" y="12886"/>
                    </a:cubicBezTo>
                    <a:cubicBezTo>
                      <a:pt x="20098" y="9215"/>
                      <a:pt x="20098" y="5544"/>
                      <a:pt x="20098" y="1761"/>
                    </a:cubicBezTo>
                    <a:cubicBezTo>
                      <a:pt x="20071" y="1761"/>
                      <a:pt x="20043" y="1761"/>
                      <a:pt x="20015" y="1761"/>
                    </a:cubicBezTo>
                    <a:cubicBezTo>
                      <a:pt x="20015" y="1734"/>
                      <a:pt x="20015" y="1706"/>
                      <a:pt x="20015" y="1678"/>
                    </a:cubicBezTo>
                    <a:cubicBezTo>
                      <a:pt x="19904" y="1678"/>
                      <a:pt x="19794" y="1678"/>
                      <a:pt x="19680" y="1678"/>
                    </a:cubicBezTo>
                    <a:cubicBezTo>
                      <a:pt x="19680" y="1705"/>
                      <a:pt x="19680" y="1733"/>
                      <a:pt x="19680" y="1761"/>
                    </a:cubicBezTo>
                    <a:cubicBezTo>
                      <a:pt x="19653" y="1761"/>
                      <a:pt x="19625" y="1761"/>
                      <a:pt x="19596" y="1761"/>
                    </a:cubicBezTo>
                    <a:cubicBezTo>
                      <a:pt x="19596" y="5156"/>
                      <a:pt x="19596" y="8551"/>
                      <a:pt x="19596" y="12049"/>
                    </a:cubicBezTo>
                    <a:cubicBezTo>
                      <a:pt x="19569" y="12049"/>
                      <a:pt x="19541" y="12049"/>
                      <a:pt x="19513" y="12049"/>
                    </a:cubicBezTo>
                    <a:cubicBezTo>
                      <a:pt x="19513" y="12077"/>
                      <a:pt x="19513" y="12105"/>
                      <a:pt x="19513" y="12133"/>
                    </a:cubicBezTo>
                    <a:cubicBezTo>
                      <a:pt x="19292" y="12133"/>
                      <a:pt x="19071" y="12133"/>
                      <a:pt x="18844" y="12133"/>
                    </a:cubicBezTo>
                    <a:cubicBezTo>
                      <a:pt x="18844" y="12105"/>
                      <a:pt x="18844" y="12078"/>
                      <a:pt x="18844" y="12049"/>
                    </a:cubicBezTo>
                    <a:cubicBezTo>
                      <a:pt x="18568" y="12049"/>
                      <a:pt x="18292" y="12049"/>
                      <a:pt x="18007" y="12049"/>
                    </a:cubicBezTo>
                    <a:cubicBezTo>
                      <a:pt x="18007" y="12022"/>
                      <a:pt x="18007" y="11994"/>
                      <a:pt x="18007" y="11966"/>
                    </a:cubicBezTo>
                    <a:cubicBezTo>
                      <a:pt x="17372" y="11966"/>
                      <a:pt x="16738" y="11966"/>
                      <a:pt x="16083" y="11966"/>
                    </a:cubicBezTo>
                    <a:cubicBezTo>
                      <a:pt x="16083" y="11993"/>
                      <a:pt x="16083" y="12021"/>
                      <a:pt x="16083" y="12049"/>
                    </a:cubicBezTo>
                    <a:cubicBezTo>
                      <a:pt x="15863" y="12049"/>
                      <a:pt x="15642" y="12049"/>
                      <a:pt x="15414" y="12049"/>
                    </a:cubicBezTo>
                    <a:cubicBezTo>
                      <a:pt x="15414" y="12077"/>
                      <a:pt x="15414" y="12105"/>
                      <a:pt x="15414" y="12133"/>
                    </a:cubicBezTo>
                    <a:cubicBezTo>
                      <a:pt x="15249" y="12133"/>
                      <a:pt x="15083" y="12133"/>
                      <a:pt x="14912" y="12133"/>
                    </a:cubicBezTo>
                    <a:cubicBezTo>
                      <a:pt x="14912" y="12161"/>
                      <a:pt x="14912" y="12188"/>
                      <a:pt x="14912" y="12217"/>
                    </a:cubicBezTo>
                    <a:cubicBezTo>
                      <a:pt x="14774" y="12217"/>
                      <a:pt x="14636" y="12217"/>
                      <a:pt x="14494" y="12217"/>
                    </a:cubicBezTo>
                    <a:cubicBezTo>
                      <a:pt x="14494" y="12244"/>
                      <a:pt x="14494" y="12272"/>
                      <a:pt x="14494" y="12300"/>
                    </a:cubicBezTo>
                    <a:cubicBezTo>
                      <a:pt x="14384" y="12300"/>
                      <a:pt x="14273" y="12300"/>
                      <a:pt x="14160" y="12300"/>
                    </a:cubicBezTo>
                    <a:cubicBezTo>
                      <a:pt x="14160" y="12328"/>
                      <a:pt x="14160" y="12356"/>
                      <a:pt x="14160" y="12384"/>
                    </a:cubicBezTo>
                    <a:cubicBezTo>
                      <a:pt x="14077" y="12384"/>
                      <a:pt x="13994" y="12384"/>
                      <a:pt x="13909" y="12384"/>
                    </a:cubicBezTo>
                    <a:cubicBezTo>
                      <a:pt x="13909" y="12412"/>
                      <a:pt x="13909" y="12439"/>
                      <a:pt x="13909" y="12468"/>
                    </a:cubicBezTo>
                    <a:cubicBezTo>
                      <a:pt x="13826" y="12468"/>
                      <a:pt x="13743" y="12468"/>
                      <a:pt x="13658" y="12468"/>
                    </a:cubicBezTo>
                    <a:cubicBezTo>
                      <a:pt x="13658" y="12495"/>
                      <a:pt x="13658" y="12523"/>
                      <a:pt x="13658" y="12551"/>
                    </a:cubicBezTo>
                    <a:cubicBezTo>
                      <a:pt x="13575" y="12551"/>
                      <a:pt x="13492" y="12551"/>
                      <a:pt x="13407" y="12551"/>
                    </a:cubicBezTo>
                    <a:cubicBezTo>
                      <a:pt x="13407" y="12579"/>
                      <a:pt x="13407" y="12606"/>
                      <a:pt x="13407" y="12635"/>
                    </a:cubicBezTo>
                    <a:cubicBezTo>
                      <a:pt x="13324" y="12635"/>
                      <a:pt x="13241" y="12635"/>
                      <a:pt x="13156" y="12635"/>
                    </a:cubicBezTo>
                    <a:cubicBezTo>
                      <a:pt x="13156" y="12662"/>
                      <a:pt x="13156" y="12690"/>
                      <a:pt x="13156" y="12719"/>
                    </a:cubicBezTo>
                    <a:cubicBezTo>
                      <a:pt x="13101" y="12719"/>
                      <a:pt x="13046" y="12719"/>
                      <a:pt x="12989" y="12719"/>
                    </a:cubicBezTo>
                    <a:cubicBezTo>
                      <a:pt x="12989" y="12746"/>
                      <a:pt x="12989" y="12774"/>
                      <a:pt x="12989" y="12802"/>
                    </a:cubicBezTo>
                    <a:cubicBezTo>
                      <a:pt x="12906" y="12802"/>
                      <a:pt x="12823" y="12802"/>
                      <a:pt x="12738" y="12802"/>
                    </a:cubicBezTo>
                    <a:cubicBezTo>
                      <a:pt x="12738" y="12830"/>
                      <a:pt x="12738" y="12857"/>
                      <a:pt x="12738" y="12886"/>
                    </a:cubicBezTo>
                    <a:cubicBezTo>
                      <a:pt x="12683" y="12886"/>
                      <a:pt x="12627" y="12886"/>
                      <a:pt x="12570" y="12886"/>
                    </a:cubicBezTo>
                    <a:cubicBezTo>
                      <a:pt x="12570" y="12913"/>
                      <a:pt x="12570" y="12941"/>
                      <a:pt x="12570" y="12969"/>
                    </a:cubicBezTo>
                    <a:cubicBezTo>
                      <a:pt x="12515" y="12969"/>
                      <a:pt x="12460" y="12969"/>
                      <a:pt x="12403" y="12969"/>
                    </a:cubicBezTo>
                    <a:cubicBezTo>
                      <a:pt x="12403" y="12997"/>
                      <a:pt x="12403" y="13025"/>
                      <a:pt x="12403" y="13053"/>
                    </a:cubicBezTo>
                    <a:cubicBezTo>
                      <a:pt x="12348" y="13053"/>
                      <a:pt x="12293" y="13053"/>
                      <a:pt x="12236" y="13053"/>
                    </a:cubicBezTo>
                    <a:cubicBezTo>
                      <a:pt x="12236" y="13081"/>
                      <a:pt x="12236" y="13108"/>
                      <a:pt x="12236" y="13137"/>
                    </a:cubicBezTo>
                    <a:cubicBezTo>
                      <a:pt x="12208" y="13137"/>
                      <a:pt x="12181" y="13137"/>
                      <a:pt x="12152" y="13137"/>
                    </a:cubicBezTo>
                    <a:cubicBezTo>
                      <a:pt x="12152" y="13164"/>
                      <a:pt x="12152" y="13192"/>
                      <a:pt x="12152" y="13220"/>
                    </a:cubicBezTo>
                    <a:cubicBezTo>
                      <a:pt x="12125" y="13220"/>
                      <a:pt x="12097" y="13220"/>
                      <a:pt x="12069" y="13220"/>
                    </a:cubicBezTo>
                    <a:cubicBezTo>
                      <a:pt x="12069" y="13248"/>
                      <a:pt x="12069" y="13276"/>
                      <a:pt x="12069" y="13304"/>
                    </a:cubicBezTo>
                    <a:cubicBezTo>
                      <a:pt x="12013" y="13304"/>
                      <a:pt x="11958" y="13304"/>
                      <a:pt x="11901" y="13304"/>
                    </a:cubicBezTo>
                    <a:cubicBezTo>
                      <a:pt x="11901" y="13332"/>
                      <a:pt x="11901" y="13359"/>
                      <a:pt x="11901" y="13388"/>
                    </a:cubicBezTo>
                    <a:cubicBezTo>
                      <a:pt x="11846" y="13388"/>
                      <a:pt x="11791" y="13388"/>
                      <a:pt x="11734" y="13388"/>
                    </a:cubicBezTo>
                    <a:cubicBezTo>
                      <a:pt x="11734" y="13415"/>
                      <a:pt x="11734" y="13443"/>
                      <a:pt x="11734" y="13471"/>
                    </a:cubicBezTo>
                    <a:cubicBezTo>
                      <a:pt x="11679" y="13471"/>
                      <a:pt x="11624" y="13471"/>
                      <a:pt x="11567" y="13471"/>
                    </a:cubicBezTo>
                    <a:cubicBezTo>
                      <a:pt x="11567" y="13499"/>
                      <a:pt x="11567" y="13527"/>
                      <a:pt x="11567" y="13555"/>
                    </a:cubicBezTo>
                    <a:cubicBezTo>
                      <a:pt x="11539" y="13555"/>
                      <a:pt x="11512" y="13555"/>
                      <a:pt x="11483" y="13555"/>
                    </a:cubicBezTo>
                    <a:cubicBezTo>
                      <a:pt x="11483" y="13583"/>
                      <a:pt x="11483" y="13610"/>
                      <a:pt x="11483" y="13639"/>
                    </a:cubicBezTo>
                    <a:cubicBezTo>
                      <a:pt x="11428" y="13639"/>
                      <a:pt x="11373" y="13639"/>
                      <a:pt x="11316" y="13639"/>
                    </a:cubicBezTo>
                    <a:cubicBezTo>
                      <a:pt x="11316" y="13666"/>
                      <a:pt x="11316" y="13694"/>
                      <a:pt x="11316" y="13722"/>
                    </a:cubicBezTo>
                    <a:cubicBezTo>
                      <a:pt x="11288" y="13722"/>
                      <a:pt x="11261" y="13722"/>
                      <a:pt x="11232" y="13722"/>
                    </a:cubicBezTo>
                    <a:cubicBezTo>
                      <a:pt x="11232" y="13750"/>
                      <a:pt x="11232" y="13777"/>
                      <a:pt x="11232" y="13806"/>
                    </a:cubicBezTo>
                    <a:cubicBezTo>
                      <a:pt x="11205" y="13806"/>
                      <a:pt x="11177" y="13806"/>
                      <a:pt x="11149" y="13806"/>
                    </a:cubicBezTo>
                    <a:cubicBezTo>
                      <a:pt x="11149" y="13833"/>
                      <a:pt x="11149" y="13861"/>
                      <a:pt x="11149" y="13890"/>
                    </a:cubicBezTo>
                    <a:cubicBezTo>
                      <a:pt x="11121" y="13890"/>
                      <a:pt x="11093" y="13890"/>
                      <a:pt x="11065" y="13890"/>
                    </a:cubicBezTo>
                    <a:cubicBezTo>
                      <a:pt x="11065" y="13917"/>
                      <a:pt x="11065" y="13945"/>
                      <a:pt x="11065" y="13973"/>
                    </a:cubicBezTo>
                    <a:cubicBezTo>
                      <a:pt x="11010" y="13973"/>
                      <a:pt x="10954" y="13973"/>
                      <a:pt x="10898" y="13973"/>
                    </a:cubicBezTo>
                    <a:cubicBezTo>
                      <a:pt x="10898" y="14001"/>
                      <a:pt x="10898" y="14028"/>
                      <a:pt x="10898" y="14057"/>
                    </a:cubicBezTo>
                    <a:cubicBezTo>
                      <a:pt x="10787" y="14057"/>
                      <a:pt x="10677" y="14057"/>
                      <a:pt x="10563" y="14057"/>
                    </a:cubicBezTo>
                    <a:cubicBezTo>
                      <a:pt x="10563" y="14029"/>
                      <a:pt x="10563" y="14002"/>
                      <a:pt x="10563" y="13973"/>
                    </a:cubicBezTo>
                    <a:cubicBezTo>
                      <a:pt x="10508" y="13973"/>
                      <a:pt x="10453" y="13973"/>
                      <a:pt x="10396" y="13973"/>
                    </a:cubicBezTo>
                    <a:cubicBezTo>
                      <a:pt x="10396" y="13946"/>
                      <a:pt x="10396" y="13918"/>
                      <a:pt x="10396" y="13890"/>
                    </a:cubicBezTo>
                    <a:cubicBezTo>
                      <a:pt x="10368" y="13890"/>
                      <a:pt x="10341" y="13890"/>
                      <a:pt x="10312" y="13890"/>
                    </a:cubicBezTo>
                    <a:cubicBezTo>
                      <a:pt x="10312" y="13862"/>
                      <a:pt x="10312" y="13834"/>
                      <a:pt x="10312" y="13806"/>
                    </a:cubicBezTo>
                    <a:cubicBezTo>
                      <a:pt x="10285" y="13806"/>
                      <a:pt x="10257" y="13806"/>
                      <a:pt x="10228" y="13806"/>
                    </a:cubicBezTo>
                    <a:cubicBezTo>
                      <a:pt x="10228" y="13778"/>
                      <a:pt x="10228" y="13751"/>
                      <a:pt x="10228" y="13722"/>
                    </a:cubicBezTo>
                    <a:cubicBezTo>
                      <a:pt x="10201" y="13722"/>
                      <a:pt x="10173" y="13722"/>
                      <a:pt x="10145" y="13722"/>
                    </a:cubicBezTo>
                    <a:cubicBezTo>
                      <a:pt x="10145" y="13695"/>
                      <a:pt x="10145" y="13667"/>
                      <a:pt x="10145" y="13639"/>
                    </a:cubicBezTo>
                    <a:cubicBezTo>
                      <a:pt x="10090" y="13639"/>
                      <a:pt x="10034" y="13639"/>
                      <a:pt x="9978" y="13639"/>
                    </a:cubicBezTo>
                    <a:cubicBezTo>
                      <a:pt x="9978" y="13611"/>
                      <a:pt x="9978" y="13583"/>
                      <a:pt x="9978" y="13555"/>
                    </a:cubicBezTo>
                    <a:cubicBezTo>
                      <a:pt x="9950" y="13555"/>
                      <a:pt x="9922" y="13555"/>
                      <a:pt x="9894" y="13555"/>
                    </a:cubicBezTo>
                    <a:cubicBezTo>
                      <a:pt x="9894" y="13527"/>
                      <a:pt x="9894" y="13500"/>
                      <a:pt x="9894" y="13471"/>
                    </a:cubicBezTo>
                    <a:cubicBezTo>
                      <a:pt x="9839" y="13471"/>
                      <a:pt x="9783" y="13471"/>
                      <a:pt x="9727" y="13471"/>
                    </a:cubicBezTo>
                    <a:cubicBezTo>
                      <a:pt x="9727" y="13444"/>
                      <a:pt x="9727" y="13416"/>
                      <a:pt x="9727" y="13388"/>
                    </a:cubicBezTo>
                    <a:cubicBezTo>
                      <a:pt x="9699" y="13388"/>
                      <a:pt x="9671" y="13388"/>
                      <a:pt x="9643" y="13388"/>
                    </a:cubicBezTo>
                    <a:cubicBezTo>
                      <a:pt x="9643" y="13360"/>
                      <a:pt x="9643" y="13332"/>
                      <a:pt x="9643" y="13304"/>
                    </a:cubicBezTo>
                    <a:cubicBezTo>
                      <a:pt x="9615" y="13304"/>
                      <a:pt x="9588" y="13304"/>
                      <a:pt x="9559" y="13304"/>
                    </a:cubicBezTo>
                    <a:cubicBezTo>
                      <a:pt x="9559" y="13276"/>
                      <a:pt x="9559" y="13249"/>
                      <a:pt x="9559" y="13220"/>
                    </a:cubicBezTo>
                    <a:cubicBezTo>
                      <a:pt x="9477" y="13220"/>
                      <a:pt x="9394" y="13220"/>
                      <a:pt x="9308" y="13220"/>
                    </a:cubicBezTo>
                    <a:cubicBezTo>
                      <a:pt x="9308" y="13193"/>
                      <a:pt x="9308" y="13165"/>
                      <a:pt x="9308" y="13137"/>
                    </a:cubicBezTo>
                    <a:cubicBezTo>
                      <a:pt x="9281" y="13137"/>
                      <a:pt x="9253" y="13137"/>
                      <a:pt x="9225" y="13137"/>
                    </a:cubicBezTo>
                    <a:cubicBezTo>
                      <a:pt x="9225" y="13109"/>
                      <a:pt x="9225" y="13082"/>
                      <a:pt x="9225" y="13053"/>
                    </a:cubicBezTo>
                    <a:cubicBezTo>
                      <a:pt x="9197" y="13053"/>
                      <a:pt x="9170" y="13053"/>
                      <a:pt x="9141" y="13053"/>
                    </a:cubicBezTo>
                    <a:cubicBezTo>
                      <a:pt x="9141" y="13025"/>
                      <a:pt x="9141" y="12998"/>
                      <a:pt x="9141" y="12969"/>
                    </a:cubicBezTo>
                    <a:cubicBezTo>
                      <a:pt x="9086" y="12969"/>
                      <a:pt x="9031" y="12969"/>
                      <a:pt x="8974" y="12969"/>
                    </a:cubicBezTo>
                    <a:cubicBezTo>
                      <a:pt x="8974" y="12942"/>
                      <a:pt x="8974" y="12914"/>
                      <a:pt x="8974" y="12886"/>
                    </a:cubicBezTo>
                    <a:cubicBezTo>
                      <a:pt x="8891" y="12886"/>
                      <a:pt x="8808" y="12886"/>
                      <a:pt x="8723" y="12886"/>
                    </a:cubicBezTo>
                    <a:cubicBezTo>
                      <a:pt x="8723" y="12858"/>
                      <a:pt x="8723" y="12831"/>
                      <a:pt x="8723" y="12802"/>
                    </a:cubicBezTo>
                    <a:cubicBezTo>
                      <a:pt x="8668" y="12802"/>
                      <a:pt x="8612" y="12802"/>
                      <a:pt x="8556" y="12802"/>
                    </a:cubicBezTo>
                    <a:cubicBezTo>
                      <a:pt x="8556" y="12775"/>
                      <a:pt x="8556" y="12747"/>
                      <a:pt x="8556" y="12719"/>
                    </a:cubicBezTo>
                    <a:cubicBezTo>
                      <a:pt x="8500" y="12719"/>
                      <a:pt x="8445" y="12719"/>
                      <a:pt x="8388" y="12719"/>
                    </a:cubicBezTo>
                    <a:cubicBezTo>
                      <a:pt x="8388" y="12691"/>
                      <a:pt x="8388" y="12663"/>
                      <a:pt x="8388" y="12635"/>
                    </a:cubicBezTo>
                    <a:cubicBezTo>
                      <a:pt x="8306" y="12635"/>
                      <a:pt x="8223" y="12635"/>
                      <a:pt x="8137" y="12635"/>
                    </a:cubicBezTo>
                    <a:cubicBezTo>
                      <a:pt x="8137" y="12607"/>
                      <a:pt x="8137" y="12580"/>
                      <a:pt x="8137" y="12551"/>
                    </a:cubicBezTo>
                    <a:cubicBezTo>
                      <a:pt x="8055" y="12551"/>
                      <a:pt x="7972" y="12551"/>
                      <a:pt x="7886" y="12551"/>
                    </a:cubicBezTo>
                    <a:cubicBezTo>
                      <a:pt x="7886" y="12524"/>
                      <a:pt x="7886" y="12496"/>
                      <a:pt x="7886" y="12468"/>
                    </a:cubicBezTo>
                    <a:cubicBezTo>
                      <a:pt x="7804" y="12468"/>
                      <a:pt x="7721" y="12468"/>
                      <a:pt x="7636" y="12468"/>
                    </a:cubicBezTo>
                    <a:cubicBezTo>
                      <a:pt x="7636" y="12440"/>
                      <a:pt x="7636" y="12412"/>
                      <a:pt x="7636" y="12384"/>
                    </a:cubicBezTo>
                    <a:cubicBezTo>
                      <a:pt x="7553" y="12384"/>
                      <a:pt x="7470" y="12384"/>
                      <a:pt x="7385" y="12384"/>
                    </a:cubicBezTo>
                    <a:cubicBezTo>
                      <a:pt x="7385" y="12356"/>
                      <a:pt x="7385" y="12329"/>
                      <a:pt x="7385" y="12300"/>
                    </a:cubicBezTo>
                    <a:cubicBezTo>
                      <a:pt x="7274" y="12300"/>
                      <a:pt x="7164" y="12300"/>
                      <a:pt x="7050" y="12300"/>
                    </a:cubicBezTo>
                    <a:cubicBezTo>
                      <a:pt x="7050" y="12273"/>
                      <a:pt x="7050" y="12245"/>
                      <a:pt x="7050" y="12217"/>
                    </a:cubicBezTo>
                    <a:cubicBezTo>
                      <a:pt x="6912" y="12217"/>
                      <a:pt x="6774" y="12217"/>
                      <a:pt x="6632" y="12217"/>
                    </a:cubicBezTo>
                    <a:cubicBezTo>
                      <a:pt x="6632" y="12189"/>
                      <a:pt x="6632" y="12161"/>
                      <a:pt x="6632" y="12133"/>
                    </a:cubicBezTo>
                    <a:cubicBezTo>
                      <a:pt x="6466" y="12133"/>
                      <a:pt x="6301" y="12133"/>
                      <a:pt x="6130" y="12133"/>
                    </a:cubicBezTo>
                    <a:cubicBezTo>
                      <a:pt x="6130" y="12105"/>
                      <a:pt x="6130" y="12078"/>
                      <a:pt x="6130" y="12049"/>
                    </a:cubicBezTo>
                    <a:cubicBezTo>
                      <a:pt x="5882" y="12049"/>
                      <a:pt x="5633" y="12049"/>
                      <a:pt x="5377" y="12049"/>
                    </a:cubicBezTo>
                    <a:cubicBezTo>
                      <a:pt x="5377" y="12022"/>
                      <a:pt x="5377" y="11994"/>
                      <a:pt x="5377" y="11966"/>
                    </a:cubicBezTo>
                    <a:cubicBezTo>
                      <a:pt x="4798" y="11966"/>
                      <a:pt x="4218" y="11966"/>
                      <a:pt x="3621" y="11966"/>
                    </a:cubicBezTo>
                    <a:cubicBezTo>
                      <a:pt x="3621" y="11993"/>
                      <a:pt x="3621" y="12021"/>
                      <a:pt x="3621" y="12049"/>
                    </a:cubicBezTo>
                    <a:cubicBezTo>
                      <a:pt x="3372" y="12049"/>
                      <a:pt x="3124" y="12049"/>
                      <a:pt x="2868" y="12049"/>
                    </a:cubicBezTo>
                    <a:cubicBezTo>
                      <a:pt x="2868" y="12077"/>
                      <a:pt x="2868" y="12105"/>
                      <a:pt x="2868" y="12133"/>
                    </a:cubicBezTo>
                    <a:cubicBezTo>
                      <a:pt x="2702" y="12133"/>
                      <a:pt x="2537" y="12133"/>
                      <a:pt x="2366" y="12133"/>
                    </a:cubicBezTo>
                    <a:cubicBezTo>
                      <a:pt x="2366" y="12161"/>
                      <a:pt x="2366" y="12188"/>
                      <a:pt x="2366" y="12217"/>
                    </a:cubicBezTo>
                    <a:cubicBezTo>
                      <a:pt x="2311" y="12217"/>
                      <a:pt x="2256" y="12217"/>
                      <a:pt x="2199" y="12217"/>
                    </a:cubicBezTo>
                    <a:cubicBezTo>
                      <a:pt x="2199" y="12189"/>
                      <a:pt x="2199" y="12161"/>
                      <a:pt x="2199" y="12133"/>
                    </a:cubicBezTo>
                    <a:cubicBezTo>
                      <a:pt x="2171" y="12133"/>
                      <a:pt x="2144" y="12133"/>
                      <a:pt x="2115" y="12133"/>
                    </a:cubicBezTo>
                    <a:cubicBezTo>
                      <a:pt x="2115" y="12105"/>
                      <a:pt x="2115" y="12078"/>
                      <a:pt x="2115" y="12049"/>
                    </a:cubicBezTo>
                    <a:cubicBezTo>
                      <a:pt x="2087" y="12049"/>
                      <a:pt x="2060" y="12049"/>
                      <a:pt x="2031" y="12049"/>
                    </a:cubicBezTo>
                    <a:cubicBezTo>
                      <a:pt x="2031" y="8654"/>
                      <a:pt x="2031" y="5259"/>
                      <a:pt x="2031" y="1761"/>
                    </a:cubicBezTo>
                    <a:cubicBezTo>
                      <a:pt x="2004" y="1761"/>
                      <a:pt x="1976" y="1761"/>
                      <a:pt x="1948" y="1761"/>
                    </a:cubicBezTo>
                    <a:cubicBezTo>
                      <a:pt x="1948" y="1734"/>
                      <a:pt x="1948" y="1706"/>
                      <a:pt x="1948" y="1678"/>
                    </a:cubicBezTo>
                    <a:cubicBezTo>
                      <a:pt x="1837" y="1678"/>
                      <a:pt x="1727" y="1678"/>
                      <a:pt x="1613" y="1678"/>
                    </a:cubicBezTo>
                    <a:close/>
                  </a:path>
                </a:pathLst>
              </a:custGeom>
              <a:solidFill>
                <a:srgbClr val="251047"/>
              </a:solidFill>
              <a:ln w="531" cap="flat">
                <a:noFill/>
              </a:ln>
            </p:spPr>
          </p:sp>
          <p:sp>
            <p:nvSpPr>
              <p:cNvPr id="770" name="ICON_REFERENCE_BOOK_path_004"/>
              <p:cNvSpPr/>
              <p:nvPr/>
            </p:nvSpPr>
            <p:spPr>
              <a:xfrm>
                <a:off x="10364309" y="914391"/>
                <a:ext cx="261318" cy="169963"/>
              </a:xfrm>
              <a:custGeom>
                <a:avLst/>
                <a:gdLst/>
                <a:ahLst/>
                <a:cxnLst/>
                <a:rect l="0" t="0" r="r" b="b"/>
                <a:pathLst>
                  <a:path w="20576" h="13383" fill="norm" stroke="0">
                    <a:moveTo>
                      <a:pt x="84" y="0"/>
                    </a:moveTo>
                    <a:cubicBezTo>
                      <a:pt x="194" y="0"/>
                      <a:pt x="304" y="0"/>
                      <a:pt x="418" y="0"/>
                    </a:cubicBezTo>
                    <a:cubicBezTo>
                      <a:pt x="418" y="28"/>
                      <a:pt x="418" y="55"/>
                      <a:pt x="418" y="84"/>
                    </a:cubicBezTo>
                    <a:cubicBezTo>
                      <a:pt x="446" y="84"/>
                      <a:pt x="473" y="84"/>
                      <a:pt x="502" y="84"/>
                    </a:cubicBezTo>
                    <a:cubicBezTo>
                      <a:pt x="502" y="3755"/>
                      <a:pt x="502" y="7426"/>
                      <a:pt x="502" y="11208"/>
                    </a:cubicBezTo>
                    <a:cubicBezTo>
                      <a:pt x="557" y="11208"/>
                      <a:pt x="612" y="11208"/>
                      <a:pt x="669" y="11208"/>
                    </a:cubicBezTo>
                    <a:cubicBezTo>
                      <a:pt x="669" y="11236"/>
                      <a:pt x="669" y="11263"/>
                      <a:pt x="669" y="11292"/>
                    </a:cubicBezTo>
                    <a:cubicBezTo>
                      <a:pt x="780" y="11292"/>
                      <a:pt x="890" y="11292"/>
                      <a:pt x="1004" y="11292"/>
                    </a:cubicBezTo>
                    <a:cubicBezTo>
                      <a:pt x="1004" y="11264"/>
                      <a:pt x="1004" y="11237"/>
                      <a:pt x="1004" y="11208"/>
                    </a:cubicBezTo>
                    <a:cubicBezTo>
                      <a:pt x="1307" y="11208"/>
                      <a:pt x="1611" y="11208"/>
                      <a:pt x="1924" y="11208"/>
                    </a:cubicBezTo>
                    <a:cubicBezTo>
                      <a:pt x="1924" y="11181"/>
                      <a:pt x="1924" y="11153"/>
                      <a:pt x="1924" y="11125"/>
                    </a:cubicBezTo>
                    <a:cubicBezTo>
                      <a:pt x="3249" y="11125"/>
                      <a:pt x="4574" y="11125"/>
                      <a:pt x="5939" y="11125"/>
                    </a:cubicBezTo>
                    <a:cubicBezTo>
                      <a:pt x="5939" y="11152"/>
                      <a:pt x="5939" y="11180"/>
                      <a:pt x="5939" y="11208"/>
                    </a:cubicBezTo>
                    <a:cubicBezTo>
                      <a:pt x="6242" y="11208"/>
                      <a:pt x="6546" y="11208"/>
                      <a:pt x="6859" y="11208"/>
                    </a:cubicBezTo>
                    <a:cubicBezTo>
                      <a:pt x="6859" y="11236"/>
                      <a:pt x="6859" y="11263"/>
                      <a:pt x="6859" y="11292"/>
                    </a:cubicBezTo>
                    <a:cubicBezTo>
                      <a:pt x="7190" y="11292"/>
                      <a:pt x="7521" y="11292"/>
                      <a:pt x="7862" y="11292"/>
                    </a:cubicBezTo>
                    <a:cubicBezTo>
                      <a:pt x="7862" y="11319"/>
                      <a:pt x="7862" y="11347"/>
                      <a:pt x="7862" y="11375"/>
                    </a:cubicBezTo>
                    <a:cubicBezTo>
                      <a:pt x="8083" y="11375"/>
                      <a:pt x="8304" y="11375"/>
                      <a:pt x="8532" y="11375"/>
                    </a:cubicBezTo>
                    <a:cubicBezTo>
                      <a:pt x="8532" y="11403"/>
                      <a:pt x="8532" y="11431"/>
                      <a:pt x="8532" y="11459"/>
                    </a:cubicBezTo>
                    <a:cubicBezTo>
                      <a:pt x="8587" y="11404"/>
                      <a:pt x="8642" y="11349"/>
                      <a:pt x="8699" y="11292"/>
                    </a:cubicBezTo>
                    <a:cubicBezTo>
                      <a:pt x="8671" y="11292"/>
                      <a:pt x="8644" y="11292"/>
                      <a:pt x="8615" y="11292"/>
                    </a:cubicBezTo>
                    <a:cubicBezTo>
                      <a:pt x="8615" y="11209"/>
                      <a:pt x="8615" y="11126"/>
                      <a:pt x="8615" y="11041"/>
                    </a:cubicBezTo>
                    <a:cubicBezTo>
                      <a:pt x="8643" y="11041"/>
                      <a:pt x="8670" y="11041"/>
                      <a:pt x="8699" y="11041"/>
                    </a:cubicBezTo>
                    <a:cubicBezTo>
                      <a:pt x="8699" y="11013"/>
                      <a:pt x="8699" y="10986"/>
                      <a:pt x="8699" y="10957"/>
                    </a:cubicBezTo>
                    <a:cubicBezTo>
                      <a:pt x="8809" y="10957"/>
                      <a:pt x="8920" y="10957"/>
                      <a:pt x="9033" y="10957"/>
                    </a:cubicBezTo>
                    <a:cubicBezTo>
                      <a:pt x="9033" y="10985"/>
                      <a:pt x="9033" y="11012"/>
                      <a:pt x="9033" y="11041"/>
                    </a:cubicBezTo>
                    <a:cubicBezTo>
                      <a:pt x="9061" y="11041"/>
                      <a:pt x="9089" y="11041"/>
                      <a:pt x="9117" y="11041"/>
                    </a:cubicBezTo>
                    <a:cubicBezTo>
                      <a:pt x="9117" y="11068"/>
                      <a:pt x="9117" y="11096"/>
                      <a:pt x="9117" y="11125"/>
                    </a:cubicBezTo>
                    <a:cubicBezTo>
                      <a:pt x="9145" y="11125"/>
                      <a:pt x="9172" y="11125"/>
                      <a:pt x="9201" y="11125"/>
                    </a:cubicBezTo>
                    <a:cubicBezTo>
                      <a:pt x="9201" y="11152"/>
                      <a:pt x="9201" y="11180"/>
                      <a:pt x="9201" y="11208"/>
                    </a:cubicBezTo>
                    <a:cubicBezTo>
                      <a:pt x="9256" y="11208"/>
                      <a:pt x="9311" y="11208"/>
                      <a:pt x="9368" y="11208"/>
                    </a:cubicBezTo>
                    <a:cubicBezTo>
                      <a:pt x="9368" y="11236"/>
                      <a:pt x="9368" y="11263"/>
                      <a:pt x="9368" y="11292"/>
                    </a:cubicBezTo>
                    <a:cubicBezTo>
                      <a:pt x="9396" y="11292"/>
                      <a:pt x="9423" y="11292"/>
                      <a:pt x="9452" y="11292"/>
                    </a:cubicBezTo>
                    <a:cubicBezTo>
                      <a:pt x="9452" y="11319"/>
                      <a:pt x="9452" y="11347"/>
                      <a:pt x="9452" y="11375"/>
                    </a:cubicBezTo>
                    <a:cubicBezTo>
                      <a:pt x="9507" y="11375"/>
                      <a:pt x="9562" y="11375"/>
                      <a:pt x="9619" y="11375"/>
                    </a:cubicBezTo>
                    <a:cubicBezTo>
                      <a:pt x="9619" y="11403"/>
                      <a:pt x="9619" y="11431"/>
                      <a:pt x="9619" y="11459"/>
                    </a:cubicBezTo>
                    <a:cubicBezTo>
                      <a:pt x="9647" y="11459"/>
                      <a:pt x="9674" y="11459"/>
                      <a:pt x="9703" y="11459"/>
                    </a:cubicBezTo>
                    <a:cubicBezTo>
                      <a:pt x="9703" y="11487"/>
                      <a:pt x="9703" y="11514"/>
                      <a:pt x="9703" y="11543"/>
                    </a:cubicBezTo>
                    <a:cubicBezTo>
                      <a:pt x="9730" y="11543"/>
                      <a:pt x="9758" y="11543"/>
                      <a:pt x="9786" y="11543"/>
                    </a:cubicBezTo>
                    <a:cubicBezTo>
                      <a:pt x="9786" y="11570"/>
                      <a:pt x="9786" y="11598"/>
                      <a:pt x="9786" y="11626"/>
                    </a:cubicBezTo>
                    <a:cubicBezTo>
                      <a:pt x="9814" y="11626"/>
                      <a:pt x="9841" y="11626"/>
                      <a:pt x="9870" y="11626"/>
                    </a:cubicBezTo>
                    <a:cubicBezTo>
                      <a:pt x="9870" y="11654"/>
                      <a:pt x="9870" y="11682"/>
                      <a:pt x="9870" y="11710"/>
                    </a:cubicBezTo>
                    <a:cubicBezTo>
                      <a:pt x="9925" y="11710"/>
                      <a:pt x="9980" y="11710"/>
                      <a:pt x="10037" y="11710"/>
                    </a:cubicBezTo>
                    <a:cubicBezTo>
                      <a:pt x="10037" y="11738"/>
                      <a:pt x="10037" y="11765"/>
                      <a:pt x="10037" y="11794"/>
                    </a:cubicBezTo>
                    <a:cubicBezTo>
                      <a:pt x="10148" y="11794"/>
                      <a:pt x="10258" y="11794"/>
                      <a:pt x="10372" y="11794"/>
                    </a:cubicBezTo>
                    <a:cubicBezTo>
                      <a:pt x="10372" y="11766"/>
                      <a:pt x="10372" y="11738"/>
                      <a:pt x="10372" y="11710"/>
                    </a:cubicBezTo>
                    <a:cubicBezTo>
                      <a:pt x="10427" y="11710"/>
                      <a:pt x="10482" y="11710"/>
                      <a:pt x="10539" y="11710"/>
                    </a:cubicBezTo>
                    <a:cubicBezTo>
                      <a:pt x="10539" y="11682"/>
                      <a:pt x="10539" y="11655"/>
                      <a:pt x="10539" y="11626"/>
                    </a:cubicBezTo>
                    <a:cubicBezTo>
                      <a:pt x="10567" y="11626"/>
                      <a:pt x="10594" y="11626"/>
                      <a:pt x="10623" y="11626"/>
                    </a:cubicBezTo>
                    <a:cubicBezTo>
                      <a:pt x="10623" y="11599"/>
                      <a:pt x="10623" y="11571"/>
                      <a:pt x="10623" y="11543"/>
                    </a:cubicBezTo>
                    <a:cubicBezTo>
                      <a:pt x="10650" y="11543"/>
                      <a:pt x="10678" y="11543"/>
                      <a:pt x="10706" y="11543"/>
                    </a:cubicBezTo>
                    <a:cubicBezTo>
                      <a:pt x="10706" y="11515"/>
                      <a:pt x="10706" y="11488"/>
                      <a:pt x="10706" y="11459"/>
                    </a:cubicBezTo>
                    <a:cubicBezTo>
                      <a:pt x="10734" y="11459"/>
                      <a:pt x="10762" y="11459"/>
                      <a:pt x="10790" y="11459"/>
                    </a:cubicBezTo>
                    <a:cubicBezTo>
                      <a:pt x="10790" y="11432"/>
                      <a:pt x="10790" y="11404"/>
                      <a:pt x="10790" y="11375"/>
                    </a:cubicBezTo>
                    <a:cubicBezTo>
                      <a:pt x="10845" y="11375"/>
                      <a:pt x="10900" y="11375"/>
                      <a:pt x="10957" y="11375"/>
                    </a:cubicBezTo>
                    <a:cubicBezTo>
                      <a:pt x="10957" y="11348"/>
                      <a:pt x="10957" y="11320"/>
                      <a:pt x="10957" y="11292"/>
                    </a:cubicBezTo>
                    <a:cubicBezTo>
                      <a:pt x="10985" y="11292"/>
                      <a:pt x="11012" y="11292"/>
                      <a:pt x="11041" y="11292"/>
                    </a:cubicBezTo>
                    <a:cubicBezTo>
                      <a:pt x="11041" y="11264"/>
                      <a:pt x="11041" y="11237"/>
                      <a:pt x="11041" y="11208"/>
                    </a:cubicBezTo>
                    <a:cubicBezTo>
                      <a:pt x="11096" y="11208"/>
                      <a:pt x="11151" y="11208"/>
                      <a:pt x="11208" y="11208"/>
                    </a:cubicBezTo>
                    <a:cubicBezTo>
                      <a:pt x="11208" y="11181"/>
                      <a:pt x="11208" y="11153"/>
                      <a:pt x="11208" y="11125"/>
                    </a:cubicBezTo>
                    <a:cubicBezTo>
                      <a:pt x="11263" y="11125"/>
                      <a:pt x="11319" y="11125"/>
                      <a:pt x="11375" y="11125"/>
                    </a:cubicBezTo>
                    <a:cubicBezTo>
                      <a:pt x="11375" y="11097"/>
                      <a:pt x="11375" y="11069"/>
                      <a:pt x="11375" y="11041"/>
                    </a:cubicBezTo>
                    <a:cubicBezTo>
                      <a:pt x="11541" y="11041"/>
                      <a:pt x="11707" y="11041"/>
                      <a:pt x="11877" y="11041"/>
                    </a:cubicBezTo>
                    <a:cubicBezTo>
                      <a:pt x="11877" y="11068"/>
                      <a:pt x="11877" y="11096"/>
                      <a:pt x="11877" y="11125"/>
                    </a:cubicBezTo>
                    <a:cubicBezTo>
                      <a:pt x="11933" y="11125"/>
                      <a:pt x="11988" y="11125"/>
                      <a:pt x="12045" y="11125"/>
                    </a:cubicBezTo>
                    <a:cubicBezTo>
                      <a:pt x="12045" y="11097"/>
                      <a:pt x="12045" y="11069"/>
                      <a:pt x="12045" y="11041"/>
                    </a:cubicBezTo>
                    <a:cubicBezTo>
                      <a:pt x="12265" y="11041"/>
                      <a:pt x="12486" y="11041"/>
                      <a:pt x="12714" y="11041"/>
                    </a:cubicBezTo>
                    <a:cubicBezTo>
                      <a:pt x="12714" y="11013"/>
                      <a:pt x="12714" y="10986"/>
                      <a:pt x="12714" y="10957"/>
                    </a:cubicBezTo>
                    <a:cubicBezTo>
                      <a:pt x="12769" y="10957"/>
                      <a:pt x="12824" y="10957"/>
                      <a:pt x="12881" y="10957"/>
                    </a:cubicBezTo>
                    <a:cubicBezTo>
                      <a:pt x="12881" y="11068"/>
                      <a:pt x="12881" y="11178"/>
                      <a:pt x="12881" y="11292"/>
                    </a:cubicBezTo>
                    <a:cubicBezTo>
                      <a:pt x="13019" y="11292"/>
                      <a:pt x="13157" y="11292"/>
                      <a:pt x="13299" y="11292"/>
                    </a:cubicBezTo>
                    <a:cubicBezTo>
                      <a:pt x="13299" y="11264"/>
                      <a:pt x="13299" y="11237"/>
                      <a:pt x="13299" y="11208"/>
                    </a:cubicBezTo>
                    <a:cubicBezTo>
                      <a:pt x="13686" y="11208"/>
                      <a:pt x="14072" y="11208"/>
                      <a:pt x="14470" y="11208"/>
                    </a:cubicBezTo>
                    <a:cubicBezTo>
                      <a:pt x="14470" y="11181"/>
                      <a:pt x="14470" y="11153"/>
                      <a:pt x="14470" y="11125"/>
                    </a:cubicBezTo>
                    <a:cubicBezTo>
                      <a:pt x="15022" y="11125"/>
                      <a:pt x="15574" y="11125"/>
                      <a:pt x="16143" y="11125"/>
                    </a:cubicBezTo>
                    <a:cubicBezTo>
                      <a:pt x="16143" y="11097"/>
                      <a:pt x="16143" y="11069"/>
                      <a:pt x="16143" y="11041"/>
                    </a:cubicBezTo>
                    <a:cubicBezTo>
                      <a:pt x="16364" y="11041"/>
                      <a:pt x="16585" y="11041"/>
                      <a:pt x="16812" y="11041"/>
                    </a:cubicBezTo>
                    <a:cubicBezTo>
                      <a:pt x="16812" y="11068"/>
                      <a:pt x="16812" y="11096"/>
                      <a:pt x="16812" y="11125"/>
                    </a:cubicBezTo>
                    <a:cubicBezTo>
                      <a:pt x="17420" y="11125"/>
                      <a:pt x="18027" y="11125"/>
                      <a:pt x="18652" y="11125"/>
                    </a:cubicBezTo>
                    <a:cubicBezTo>
                      <a:pt x="18652" y="11152"/>
                      <a:pt x="18652" y="11180"/>
                      <a:pt x="18652" y="11208"/>
                    </a:cubicBezTo>
                    <a:cubicBezTo>
                      <a:pt x="18956" y="11208"/>
                      <a:pt x="19260" y="11208"/>
                      <a:pt x="19572" y="11208"/>
                    </a:cubicBezTo>
                    <a:cubicBezTo>
                      <a:pt x="19572" y="11236"/>
                      <a:pt x="19572" y="11263"/>
                      <a:pt x="19572" y="11292"/>
                    </a:cubicBezTo>
                    <a:cubicBezTo>
                      <a:pt x="19683" y="11292"/>
                      <a:pt x="19793" y="11292"/>
                      <a:pt x="19907" y="11292"/>
                    </a:cubicBezTo>
                    <a:cubicBezTo>
                      <a:pt x="19907" y="11264"/>
                      <a:pt x="19907" y="11237"/>
                      <a:pt x="19907" y="11208"/>
                    </a:cubicBezTo>
                    <a:cubicBezTo>
                      <a:pt x="19935" y="11208"/>
                      <a:pt x="19962" y="11208"/>
                      <a:pt x="19991" y="11208"/>
                    </a:cubicBezTo>
                    <a:cubicBezTo>
                      <a:pt x="19991" y="11181"/>
                      <a:pt x="19991" y="11153"/>
                      <a:pt x="19991" y="11125"/>
                    </a:cubicBezTo>
                    <a:cubicBezTo>
                      <a:pt x="20018" y="11125"/>
                      <a:pt x="20046" y="11125"/>
                      <a:pt x="20074" y="11125"/>
                    </a:cubicBezTo>
                    <a:cubicBezTo>
                      <a:pt x="20074" y="7481"/>
                      <a:pt x="20074" y="3838"/>
                      <a:pt x="20074" y="84"/>
                    </a:cubicBezTo>
                    <a:cubicBezTo>
                      <a:pt x="20102" y="84"/>
                      <a:pt x="20130" y="84"/>
                      <a:pt x="20158" y="84"/>
                    </a:cubicBezTo>
                    <a:cubicBezTo>
                      <a:pt x="20158" y="56"/>
                      <a:pt x="20158" y="28"/>
                      <a:pt x="20158" y="0"/>
                    </a:cubicBezTo>
                    <a:cubicBezTo>
                      <a:pt x="20268" y="0"/>
                      <a:pt x="20379" y="0"/>
                      <a:pt x="20493" y="0"/>
                    </a:cubicBezTo>
                    <a:cubicBezTo>
                      <a:pt x="20493" y="28"/>
                      <a:pt x="20493" y="55"/>
                      <a:pt x="20493" y="84"/>
                    </a:cubicBezTo>
                    <a:cubicBezTo>
                      <a:pt x="20520" y="84"/>
                      <a:pt x="20548" y="84"/>
                      <a:pt x="20576" y="84"/>
                    </a:cubicBezTo>
                    <a:cubicBezTo>
                      <a:pt x="20576" y="4003"/>
                      <a:pt x="20576" y="7923"/>
                      <a:pt x="20576" y="11961"/>
                    </a:cubicBezTo>
                    <a:cubicBezTo>
                      <a:pt x="20549" y="11961"/>
                      <a:pt x="20521" y="11961"/>
                      <a:pt x="20493" y="11961"/>
                    </a:cubicBezTo>
                    <a:cubicBezTo>
                      <a:pt x="20493" y="11989"/>
                      <a:pt x="20493" y="12016"/>
                      <a:pt x="20493" y="12045"/>
                    </a:cubicBezTo>
                    <a:cubicBezTo>
                      <a:pt x="20437" y="12045"/>
                      <a:pt x="20382" y="12045"/>
                      <a:pt x="20325" y="12045"/>
                    </a:cubicBezTo>
                    <a:cubicBezTo>
                      <a:pt x="20325" y="12017"/>
                      <a:pt x="20325" y="11989"/>
                      <a:pt x="20325" y="11961"/>
                    </a:cubicBezTo>
                    <a:cubicBezTo>
                      <a:pt x="19884" y="11961"/>
                      <a:pt x="19442" y="11961"/>
                      <a:pt x="18987" y="11961"/>
                    </a:cubicBezTo>
                    <a:cubicBezTo>
                      <a:pt x="18987" y="11933"/>
                      <a:pt x="18987" y="11906"/>
                      <a:pt x="18987" y="11877"/>
                    </a:cubicBezTo>
                    <a:cubicBezTo>
                      <a:pt x="17552" y="11877"/>
                      <a:pt x="16116" y="11877"/>
                      <a:pt x="14638" y="11877"/>
                    </a:cubicBezTo>
                    <a:cubicBezTo>
                      <a:pt x="14638" y="11905"/>
                      <a:pt x="14638" y="11933"/>
                      <a:pt x="14638" y="11961"/>
                    </a:cubicBezTo>
                    <a:cubicBezTo>
                      <a:pt x="14251" y="11961"/>
                      <a:pt x="13865" y="11961"/>
                      <a:pt x="13467" y="11961"/>
                    </a:cubicBezTo>
                    <a:cubicBezTo>
                      <a:pt x="13467" y="11989"/>
                      <a:pt x="13467" y="12016"/>
                      <a:pt x="13467" y="12045"/>
                    </a:cubicBezTo>
                    <a:cubicBezTo>
                      <a:pt x="13191" y="12045"/>
                      <a:pt x="12914" y="12045"/>
                      <a:pt x="12630" y="12045"/>
                    </a:cubicBezTo>
                    <a:cubicBezTo>
                      <a:pt x="12630" y="12072"/>
                      <a:pt x="12630" y="12100"/>
                      <a:pt x="12630" y="12128"/>
                    </a:cubicBezTo>
                    <a:cubicBezTo>
                      <a:pt x="12382" y="12128"/>
                      <a:pt x="12133" y="12128"/>
                      <a:pt x="11877" y="12128"/>
                    </a:cubicBezTo>
                    <a:cubicBezTo>
                      <a:pt x="11877" y="12156"/>
                      <a:pt x="11877" y="12183"/>
                      <a:pt x="11877" y="12212"/>
                    </a:cubicBezTo>
                    <a:cubicBezTo>
                      <a:pt x="11795" y="12212"/>
                      <a:pt x="11712" y="12212"/>
                      <a:pt x="11626" y="12212"/>
                    </a:cubicBezTo>
                    <a:cubicBezTo>
                      <a:pt x="11626" y="12239"/>
                      <a:pt x="11626" y="12267"/>
                      <a:pt x="11626" y="12296"/>
                    </a:cubicBezTo>
                    <a:cubicBezTo>
                      <a:pt x="11571" y="12296"/>
                      <a:pt x="11516" y="12296"/>
                      <a:pt x="11459" y="12296"/>
                    </a:cubicBezTo>
                    <a:cubicBezTo>
                      <a:pt x="11459" y="12406"/>
                      <a:pt x="11459" y="12516"/>
                      <a:pt x="11459" y="12630"/>
                    </a:cubicBezTo>
                    <a:cubicBezTo>
                      <a:pt x="11432" y="12630"/>
                      <a:pt x="11404" y="12630"/>
                      <a:pt x="11375" y="12630"/>
                    </a:cubicBezTo>
                    <a:cubicBezTo>
                      <a:pt x="11375" y="12741"/>
                      <a:pt x="11375" y="12851"/>
                      <a:pt x="11375" y="12965"/>
                    </a:cubicBezTo>
                    <a:cubicBezTo>
                      <a:pt x="11348" y="12965"/>
                      <a:pt x="11320" y="12965"/>
                      <a:pt x="11292" y="12965"/>
                    </a:cubicBezTo>
                    <a:cubicBezTo>
                      <a:pt x="11292" y="12992"/>
                      <a:pt x="11292" y="13020"/>
                      <a:pt x="11292" y="13048"/>
                    </a:cubicBezTo>
                    <a:cubicBezTo>
                      <a:pt x="11264" y="13048"/>
                      <a:pt x="11237" y="13048"/>
                      <a:pt x="11208" y="13048"/>
                    </a:cubicBezTo>
                    <a:cubicBezTo>
                      <a:pt x="11208" y="13076"/>
                      <a:pt x="11208" y="13104"/>
                      <a:pt x="11208" y="13132"/>
                    </a:cubicBezTo>
                    <a:cubicBezTo>
                      <a:pt x="11181" y="13132"/>
                      <a:pt x="11153" y="13132"/>
                      <a:pt x="11125" y="13132"/>
                    </a:cubicBezTo>
                    <a:cubicBezTo>
                      <a:pt x="11125" y="13160"/>
                      <a:pt x="11125" y="13187"/>
                      <a:pt x="11125" y="13216"/>
                    </a:cubicBezTo>
                    <a:cubicBezTo>
                      <a:pt x="11097" y="13216"/>
                      <a:pt x="11069" y="13216"/>
                      <a:pt x="11041" y="13216"/>
                    </a:cubicBezTo>
                    <a:cubicBezTo>
                      <a:pt x="11041" y="13243"/>
                      <a:pt x="11041" y="13271"/>
                      <a:pt x="11041" y="13299"/>
                    </a:cubicBezTo>
                    <a:cubicBezTo>
                      <a:pt x="10958" y="13299"/>
                      <a:pt x="10875" y="13299"/>
                      <a:pt x="10790" y="13299"/>
                    </a:cubicBezTo>
                    <a:cubicBezTo>
                      <a:pt x="10790" y="13327"/>
                      <a:pt x="10790" y="13354"/>
                      <a:pt x="10790" y="13383"/>
                    </a:cubicBezTo>
                    <a:cubicBezTo>
                      <a:pt x="10404" y="13383"/>
                      <a:pt x="10017" y="13383"/>
                      <a:pt x="9619" y="13383"/>
                    </a:cubicBezTo>
                    <a:cubicBezTo>
                      <a:pt x="9619" y="13355"/>
                      <a:pt x="9619" y="13328"/>
                      <a:pt x="9619" y="13299"/>
                    </a:cubicBezTo>
                    <a:cubicBezTo>
                      <a:pt x="9536" y="13299"/>
                      <a:pt x="9453" y="13299"/>
                      <a:pt x="9368" y="13299"/>
                    </a:cubicBezTo>
                    <a:cubicBezTo>
                      <a:pt x="9368" y="13272"/>
                      <a:pt x="9368" y="13244"/>
                      <a:pt x="9368" y="13216"/>
                    </a:cubicBezTo>
                    <a:cubicBezTo>
                      <a:pt x="9313" y="13216"/>
                      <a:pt x="9258" y="13216"/>
                      <a:pt x="9201" y="13216"/>
                    </a:cubicBezTo>
                    <a:cubicBezTo>
                      <a:pt x="9201" y="13188"/>
                      <a:pt x="9201" y="13160"/>
                      <a:pt x="9201" y="13132"/>
                    </a:cubicBezTo>
                    <a:cubicBezTo>
                      <a:pt x="9173" y="13132"/>
                      <a:pt x="9146" y="13132"/>
                      <a:pt x="9117" y="13132"/>
                    </a:cubicBezTo>
                    <a:cubicBezTo>
                      <a:pt x="9117" y="13104"/>
                      <a:pt x="9117" y="13077"/>
                      <a:pt x="9117" y="13048"/>
                    </a:cubicBezTo>
                    <a:cubicBezTo>
                      <a:pt x="9089" y="13048"/>
                      <a:pt x="9062" y="13048"/>
                      <a:pt x="9033" y="13048"/>
                    </a:cubicBezTo>
                    <a:cubicBezTo>
                      <a:pt x="9033" y="12993"/>
                      <a:pt x="9033" y="12938"/>
                      <a:pt x="9033" y="12881"/>
                    </a:cubicBezTo>
                    <a:cubicBezTo>
                      <a:pt x="9006" y="12881"/>
                      <a:pt x="8978" y="12881"/>
                      <a:pt x="8950" y="12881"/>
                    </a:cubicBezTo>
                    <a:cubicBezTo>
                      <a:pt x="8950" y="12743"/>
                      <a:pt x="8950" y="12605"/>
                      <a:pt x="8950" y="12463"/>
                    </a:cubicBezTo>
                    <a:cubicBezTo>
                      <a:pt x="8922" y="12463"/>
                      <a:pt x="8895" y="12463"/>
                      <a:pt x="8866" y="12463"/>
                    </a:cubicBezTo>
                    <a:cubicBezTo>
                      <a:pt x="8866" y="12408"/>
                      <a:pt x="8866" y="12352"/>
                      <a:pt x="8866" y="12296"/>
                    </a:cubicBezTo>
                    <a:cubicBezTo>
                      <a:pt x="8839" y="12296"/>
                      <a:pt x="8811" y="12296"/>
                      <a:pt x="8783" y="12296"/>
                    </a:cubicBezTo>
                    <a:cubicBezTo>
                      <a:pt x="8783" y="12268"/>
                      <a:pt x="8783" y="12240"/>
                      <a:pt x="8783" y="12212"/>
                    </a:cubicBezTo>
                    <a:cubicBezTo>
                      <a:pt x="8672" y="12212"/>
                      <a:pt x="8562" y="12212"/>
                      <a:pt x="8448" y="12212"/>
                    </a:cubicBezTo>
                    <a:cubicBezTo>
                      <a:pt x="8448" y="12184"/>
                      <a:pt x="8448" y="12157"/>
                      <a:pt x="8448" y="12128"/>
                    </a:cubicBezTo>
                    <a:cubicBezTo>
                      <a:pt x="8282" y="12128"/>
                      <a:pt x="8117" y="12128"/>
                      <a:pt x="7946" y="12128"/>
                    </a:cubicBezTo>
                    <a:cubicBezTo>
                      <a:pt x="7946" y="12101"/>
                      <a:pt x="7946" y="12073"/>
                      <a:pt x="7946" y="12045"/>
                    </a:cubicBezTo>
                    <a:cubicBezTo>
                      <a:pt x="7698" y="12045"/>
                      <a:pt x="7449" y="12045"/>
                      <a:pt x="7193" y="12045"/>
                    </a:cubicBezTo>
                    <a:cubicBezTo>
                      <a:pt x="7193" y="12017"/>
                      <a:pt x="7193" y="11989"/>
                      <a:pt x="7193" y="11961"/>
                    </a:cubicBezTo>
                    <a:cubicBezTo>
                      <a:pt x="6807" y="11961"/>
                      <a:pt x="6420" y="11961"/>
                      <a:pt x="6022" y="11961"/>
                    </a:cubicBezTo>
                    <a:cubicBezTo>
                      <a:pt x="6022" y="11933"/>
                      <a:pt x="6022" y="11906"/>
                      <a:pt x="6022" y="11877"/>
                    </a:cubicBezTo>
                    <a:cubicBezTo>
                      <a:pt x="4559" y="11877"/>
                      <a:pt x="3096" y="11877"/>
                      <a:pt x="1589" y="11877"/>
                    </a:cubicBezTo>
                    <a:cubicBezTo>
                      <a:pt x="1589" y="11905"/>
                      <a:pt x="1589" y="11933"/>
                      <a:pt x="1589" y="11961"/>
                    </a:cubicBezTo>
                    <a:cubicBezTo>
                      <a:pt x="1175" y="11961"/>
                      <a:pt x="761" y="11961"/>
                      <a:pt x="335" y="11961"/>
                    </a:cubicBezTo>
                    <a:cubicBezTo>
                      <a:pt x="335" y="11989"/>
                      <a:pt x="335" y="12016"/>
                      <a:pt x="335" y="12045"/>
                    </a:cubicBezTo>
                    <a:cubicBezTo>
                      <a:pt x="252" y="12045"/>
                      <a:pt x="169" y="12045"/>
                      <a:pt x="84" y="12045"/>
                    </a:cubicBezTo>
                    <a:cubicBezTo>
                      <a:pt x="84" y="12017"/>
                      <a:pt x="84" y="11989"/>
                      <a:pt x="84" y="11961"/>
                    </a:cubicBezTo>
                    <a:cubicBezTo>
                      <a:pt x="56" y="11961"/>
                      <a:pt x="28" y="11961"/>
                      <a:pt x="0" y="11961"/>
                    </a:cubicBezTo>
                    <a:cubicBezTo>
                      <a:pt x="0" y="8041"/>
                      <a:pt x="0" y="4122"/>
                      <a:pt x="0" y="84"/>
                    </a:cubicBezTo>
                    <a:cubicBezTo>
                      <a:pt x="28" y="84"/>
                      <a:pt x="55" y="84"/>
                      <a:pt x="84" y="84"/>
                    </a:cubicBezTo>
                    <a:cubicBezTo>
                      <a:pt x="84" y="56"/>
                      <a:pt x="84" y="28"/>
                      <a:pt x="84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531" cap="flat">
                <a:noFill/>
              </a:ln>
            </p:spPr>
          </p:sp>
          <p:sp>
            <p:nvSpPr>
              <p:cNvPr id="771" name="ICON_REFERENCE_BOOK_path_005"/>
              <p:cNvSpPr/>
              <p:nvPr/>
            </p:nvSpPr>
            <p:spPr>
              <a:xfrm>
                <a:off x="10510902" y="906955"/>
                <a:ext cx="101978" cy="148717"/>
              </a:xfrm>
              <a:custGeom>
                <a:avLst/>
                <a:gdLst/>
                <a:ahLst/>
                <a:cxnLst/>
                <a:rect l="0" t="0" r="r" b="b"/>
                <a:pathLst>
                  <a:path w="8030" h="11710" fill="norm" stroke="0">
                    <a:moveTo>
                      <a:pt x="7612" y="0"/>
                    </a:moveTo>
                    <a:cubicBezTo>
                      <a:pt x="7722" y="0"/>
                      <a:pt x="7832" y="0"/>
                      <a:pt x="7946" y="0"/>
                    </a:cubicBezTo>
                    <a:cubicBezTo>
                      <a:pt x="7946" y="28"/>
                      <a:pt x="7946" y="55"/>
                      <a:pt x="7946" y="84"/>
                    </a:cubicBezTo>
                    <a:cubicBezTo>
                      <a:pt x="7974" y="84"/>
                      <a:pt x="8001" y="84"/>
                      <a:pt x="8030" y="84"/>
                    </a:cubicBezTo>
                    <a:cubicBezTo>
                      <a:pt x="8030" y="3755"/>
                      <a:pt x="8030" y="7426"/>
                      <a:pt x="8030" y="11208"/>
                    </a:cubicBezTo>
                    <a:cubicBezTo>
                      <a:pt x="8002" y="11208"/>
                      <a:pt x="7975" y="11208"/>
                      <a:pt x="7946" y="11208"/>
                    </a:cubicBezTo>
                    <a:cubicBezTo>
                      <a:pt x="7946" y="11236"/>
                      <a:pt x="7946" y="11263"/>
                      <a:pt x="7946" y="11292"/>
                    </a:cubicBezTo>
                    <a:cubicBezTo>
                      <a:pt x="7642" y="11292"/>
                      <a:pt x="7339" y="11292"/>
                      <a:pt x="7026" y="11292"/>
                    </a:cubicBezTo>
                    <a:cubicBezTo>
                      <a:pt x="7026" y="11264"/>
                      <a:pt x="7026" y="11237"/>
                      <a:pt x="7026" y="11208"/>
                    </a:cubicBezTo>
                    <a:cubicBezTo>
                      <a:pt x="5701" y="11208"/>
                      <a:pt x="4376" y="11208"/>
                      <a:pt x="3011" y="11208"/>
                    </a:cubicBezTo>
                    <a:cubicBezTo>
                      <a:pt x="3011" y="11236"/>
                      <a:pt x="3011" y="11263"/>
                      <a:pt x="3011" y="11292"/>
                    </a:cubicBezTo>
                    <a:cubicBezTo>
                      <a:pt x="2708" y="11292"/>
                      <a:pt x="2404" y="11292"/>
                      <a:pt x="2091" y="11292"/>
                    </a:cubicBezTo>
                    <a:cubicBezTo>
                      <a:pt x="2091" y="11319"/>
                      <a:pt x="2091" y="11347"/>
                      <a:pt x="2091" y="11375"/>
                    </a:cubicBezTo>
                    <a:cubicBezTo>
                      <a:pt x="1925" y="11375"/>
                      <a:pt x="1760" y="11375"/>
                      <a:pt x="1589" y="11375"/>
                    </a:cubicBezTo>
                    <a:cubicBezTo>
                      <a:pt x="1589" y="11403"/>
                      <a:pt x="1589" y="11431"/>
                      <a:pt x="1589" y="11459"/>
                    </a:cubicBezTo>
                    <a:cubicBezTo>
                      <a:pt x="1534" y="11459"/>
                      <a:pt x="1479" y="11459"/>
                      <a:pt x="1422" y="11459"/>
                    </a:cubicBezTo>
                    <a:cubicBezTo>
                      <a:pt x="1422" y="11487"/>
                      <a:pt x="1422" y="11514"/>
                      <a:pt x="1422" y="11543"/>
                    </a:cubicBezTo>
                    <a:cubicBezTo>
                      <a:pt x="1339" y="11543"/>
                      <a:pt x="1256" y="11543"/>
                      <a:pt x="1171" y="11543"/>
                    </a:cubicBezTo>
                    <a:cubicBezTo>
                      <a:pt x="1171" y="11570"/>
                      <a:pt x="1171" y="11598"/>
                      <a:pt x="1171" y="11626"/>
                    </a:cubicBezTo>
                    <a:cubicBezTo>
                      <a:pt x="950" y="11626"/>
                      <a:pt x="729" y="11626"/>
                      <a:pt x="502" y="11626"/>
                    </a:cubicBezTo>
                    <a:cubicBezTo>
                      <a:pt x="502" y="11654"/>
                      <a:pt x="502" y="11682"/>
                      <a:pt x="502" y="11710"/>
                    </a:cubicBezTo>
                    <a:cubicBezTo>
                      <a:pt x="447" y="11710"/>
                      <a:pt x="391" y="11710"/>
                      <a:pt x="335" y="11710"/>
                    </a:cubicBezTo>
                    <a:cubicBezTo>
                      <a:pt x="335" y="11682"/>
                      <a:pt x="335" y="11655"/>
                      <a:pt x="335" y="11626"/>
                    </a:cubicBezTo>
                    <a:cubicBezTo>
                      <a:pt x="224" y="11626"/>
                      <a:pt x="114" y="11626"/>
                      <a:pt x="0" y="11626"/>
                    </a:cubicBezTo>
                    <a:cubicBezTo>
                      <a:pt x="0" y="11599"/>
                      <a:pt x="0" y="11571"/>
                      <a:pt x="0" y="11543"/>
                    </a:cubicBezTo>
                    <a:cubicBezTo>
                      <a:pt x="28" y="11543"/>
                      <a:pt x="55" y="11543"/>
                      <a:pt x="84" y="11543"/>
                    </a:cubicBezTo>
                    <a:cubicBezTo>
                      <a:pt x="84" y="11515"/>
                      <a:pt x="84" y="11488"/>
                      <a:pt x="84" y="11459"/>
                    </a:cubicBezTo>
                    <a:cubicBezTo>
                      <a:pt x="111" y="11459"/>
                      <a:pt x="139" y="11459"/>
                      <a:pt x="167" y="11459"/>
                    </a:cubicBezTo>
                    <a:cubicBezTo>
                      <a:pt x="167" y="11432"/>
                      <a:pt x="167" y="11404"/>
                      <a:pt x="167" y="11375"/>
                    </a:cubicBezTo>
                    <a:cubicBezTo>
                      <a:pt x="222" y="11375"/>
                      <a:pt x="278" y="11375"/>
                      <a:pt x="335" y="11375"/>
                    </a:cubicBezTo>
                    <a:cubicBezTo>
                      <a:pt x="335" y="11348"/>
                      <a:pt x="335" y="11320"/>
                      <a:pt x="335" y="11292"/>
                    </a:cubicBezTo>
                    <a:cubicBezTo>
                      <a:pt x="390" y="11292"/>
                      <a:pt x="445" y="11292"/>
                      <a:pt x="502" y="11292"/>
                    </a:cubicBezTo>
                    <a:cubicBezTo>
                      <a:pt x="502" y="11264"/>
                      <a:pt x="502" y="11237"/>
                      <a:pt x="502" y="11208"/>
                    </a:cubicBezTo>
                    <a:cubicBezTo>
                      <a:pt x="557" y="11208"/>
                      <a:pt x="612" y="11208"/>
                      <a:pt x="669" y="11208"/>
                    </a:cubicBezTo>
                    <a:cubicBezTo>
                      <a:pt x="669" y="11181"/>
                      <a:pt x="669" y="11153"/>
                      <a:pt x="669" y="11125"/>
                    </a:cubicBezTo>
                    <a:cubicBezTo>
                      <a:pt x="752" y="11125"/>
                      <a:pt x="835" y="11125"/>
                      <a:pt x="920" y="11125"/>
                    </a:cubicBezTo>
                    <a:cubicBezTo>
                      <a:pt x="920" y="11097"/>
                      <a:pt x="920" y="11069"/>
                      <a:pt x="920" y="11041"/>
                    </a:cubicBezTo>
                    <a:cubicBezTo>
                      <a:pt x="975" y="11041"/>
                      <a:pt x="1030" y="11041"/>
                      <a:pt x="1087" y="11041"/>
                    </a:cubicBezTo>
                    <a:cubicBezTo>
                      <a:pt x="1087" y="11013"/>
                      <a:pt x="1087" y="10986"/>
                      <a:pt x="1087" y="10957"/>
                    </a:cubicBezTo>
                    <a:cubicBezTo>
                      <a:pt x="1170" y="10957"/>
                      <a:pt x="1253" y="10957"/>
                      <a:pt x="1338" y="10957"/>
                    </a:cubicBezTo>
                    <a:cubicBezTo>
                      <a:pt x="1338" y="10930"/>
                      <a:pt x="1338" y="10902"/>
                      <a:pt x="1338" y="10874"/>
                    </a:cubicBezTo>
                    <a:cubicBezTo>
                      <a:pt x="1421" y="10874"/>
                      <a:pt x="1504" y="10874"/>
                      <a:pt x="1589" y="10874"/>
                    </a:cubicBezTo>
                    <a:cubicBezTo>
                      <a:pt x="1589" y="10846"/>
                      <a:pt x="1589" y="10818"/>
                      <a:pt x="1589" y="10790"/>
                    </a:cubicBezTo>
                    <a:cubicBezTo>
                      <a:pt x="1672" y="10790"/>
                      <a:pt x="1755" y="10790"/>
                      <a:pt x="1840" y="10790"/>
                    </a:cubicBezTo>
                    <a:cubicBezTo>
                      <a:pt x="1840" y="10762"/>
                      <a:pt x="1840" y="10735"/>
                      <a:pt x="1840" y="10706"/>
                    </a:cubicBezTo>
                    <a:cubicBezTo>
                      <a:pt x="1923" y="10706"/>
                      <a:pt x="2006" y="10706"/>
                      <a:pt x="2091" y="10706"/>
                    </a:cubicBezTo>
                    <a:cubicBezTo>
                      <a:pt x="2091" y="10679"/>
                      <a:pt x="2091" y="10651"/>
                      <a:pt x="2091" y="10623"/>
                    </a:cubicBezTo>
                    <a:cubicBezTo>
                      <a:pt x="2201" y="10623"/>
                      <a:pt x="2312" y="10623"/>
                      <a:pt x="2426" y="10623"/>
                    </a:cubicBezTo>
                    <a:cubicBezTo>
                      <a:pt x="2426" y="10595"/>
                      <a:pt x="2426" y="10567"/>
                      <a:pt x="2426" y="10539"/>
                    </a:cubicBezTo>
                    <a:cubicBezTo>
                      <a:pt x="2564" y="10539"/>
                      <a:pt x="2702" y="10539"/>
                      <a:pt x="2844" y="10539"/>
                    </a:cubicBezTo>
                    <a:cubicBezTo>
                      <a:pt x="2844" y="10511"/>
                      <a:pt x="2844" y="10484"/>
                      <a:pt x="2844" y="10455"/>
                    </a:cubicBezTo>
                    <a:cubicBezTo>
                      <a:pt x="3009" y="10455"/>
                      <a:pt x="3175" y="10455"/>
                      <a:pt x="3346" y="10455"/>
                    </a:cubicBezTo>
                    <a:cubicBezTo>
                      <a:pt x="3346" y="10428"/>
                      <a:pt x="3346" y="10400"/>
                      <a:pt x="3346" y="10372"/>
                    </a:cubicBezTo>
                    <a:cubicBezTo>
                      <a:pt x="3567" y="10372"/>
                      <a:pt x="3787" y="10372"/>
                      <a:pt x="4015" y="10372"/>
                    </a:cubicBezTo>
                    <a:cubicBezTo>
                      <a:pt x="4015" y="10344"/>
                      <a:pt x="4015" y="10317"/>
                      <a:pt x="4015" y="10288"/>
                    </a:cubicBezTo>
                    <a:cubicBezTo>
                      <a:pt x="4650" y="10288"/>
                      <a:pt x="5285" y="10288"/>
                      <a:pt x="5939" y="10288"/>
                    </a:cubicBezTo>
                    <a:cubicBezTo>
                      <a:pt x="5939" y="10316"/>
                      <a:pt x="5939" y="10343"/>
                      <a:pt x="5939" y="10372"/>
                    </a:cubicBezTo>
                    <a:cubicBezTo>
                      <a:pt x="6215" y="10372"/>
                      <a:pt x="6491" y="10372"/>
                      <a:pt x="6775" y="10372"/>
                    </a:cubicBezTo>
                    <a:cubicBezTo>
                      <a:pt x="6775" y="10399"/>
                      <a:pt x="6775" y="10427"/>
                      <a:pt x="6775" y="10455"/>
                    </a:cubicBezTo>
                    <a:cubicBezTo>
                      <a:pt x="6996" y="10455"/>
                      <a:pt x="7217" y="10455"/>
                      <a:pt x="7444" y="10455"/>
                    </a:cubicBezTo>
                    <a:cubicBezTo>
                      <a:pt x="7444" y="10428"/>
                      <a:pt x="7444" y="10400"/>
                      <a:pt x="7444" y="10372"/>
                    </a:cubicBezTo>
                    <a:cubicBezTo>
                      <a:pt x="7472" y="10372"/>
                      <a:pt x="7499" y="10372"/>
                      <a:pt x="7528" y="10372"/>
                    </a:cubicBezTo>
                    <a:cubicBezTo>
                      <a:pt x="7528" y="6977"/>
                      <a:pt x="7528" y="3582"/>
                      <a:pt x="7528" y="84"/>
                    </a:cubicBezTo>
                    <a:cubicBezTo>
                      <a:pt x="7555" y="84"/>
                      <a:pt x="7583" y="84"/>
                      <a:pt x="7612" y="84"/>
                    </a:cubicBezTo>
                    <a:cubicBezTo>
                      <a:pt x="7612" y="56"/>
                      <a:pt x="7612" y="28"/>
                      <a:pt x="761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72" name="ICON_REFERENCE_BOOK_path_006"/>
              <p:cNvSpPr/>
              <p:nvPr/>
            </p:nvSpPr>
            <p:spPr>
              <a:xfrm>
                <a:off x="10377057" y="906955"/>
                <a:ext cx="98791" cy="152967"/>
              </a:xfrm>
              <a:custGeom>
                <a:avLst/>
                <a:gdLst/>
                <a:ahLst/>
                <a:cxnLst/>
                <a:rect l="0" t="0" r="r" b="b"/>
                <a:pathLst>
                  <a:path w="7779" h="12045" fill="norm" stroke="0">
                    <a:moveTo>
                      <a:pt x="84" y="0"/>
                    </a:moveTo>
                    <a:cubicBezTo>
                      <a:pt x="194" y="0"/>
                      <a:pt x="304" y="0"/>
                      <a:pt x="418" y="0"/>
                    </a:cubicBezTo>
                    <a:cubicBezTo>
                      <a:pt x="418" y="28"/>
                      <a:pt x="418" y="55"/>
                      <a:pt x="418" y="84"/>
                    </a:cubicBezTo>
                    <a:cubicBezTo>
                      <a:pt x="446" y="84"/>
                      <a:pt x="473" y="84"/>
                      <a:pt x="502" y="84"/>
                    </a:cubicBezTo>
                    <a:cubicBezTo>
                      <a:pt x="502" y="3479"/>
                      <a:pt x="502" y="6874"/>
                      <a:pt x="502" y="10372"/>
                    </a:cubicBezTo>
                    <a:cubicBezTo>
                      <a:pt x="529" y="10372"/>
                      <a:pt x="557" y="10372"/>
                      <a:pt x="586" y="10372"/>
                    </a:cubicBezTo>
                    <a:cubicBezTo>
                      <a:pt x="586" y="10399"/>
                      <a:pt x="586" y="10427"/>
                      <a:pt x="586" y="10455"/>
                    </a:cubicBezTo>
                    <a:cubicBezTo>
                      <a:pt x="613" y="10455"/>
                      <a:pt x="641" y="10455"/>
                      <a:pt x="669" y="10455"/>
                    </a:cubicBezTo>
                    <a:cubicBezTo>
                      <a:pt x="669" y="10483"/>
                      <a:pt x="669" y="10511"/>
                      <a:pt x="669" y="10539"/>
                    </a:cubicBezTo>
                    <a:cubicBezTo>
                      <a:pt x="724" y="10539"/>
                      <a:pt x="780" y="10539"/>
                      <a:pt x="836" y="10539"/>
                    </a:cubicBezTo>
                    <a:cubicBezTo>
                      <a:pt x="836" y="10511"/>
                      <a:pt x="836" y="10484"/>
                      <a:pt x="836" y="10455"/>
                    </a:cubicBezTo>
                    <a:cubicBezTo>
                      <a:pt x="1002" y="10455"/>
                      <a:pt x="1168" y="10455"/>
                      <a:pt x="1338" y="10455"/>
                    </a:cubicBezTo>
                    <a:cubicBezTo>
                      <a:pt x="1338" y="10428"/>
                      <a:pt x="1338" y="10400"/>
                      <a:pt x="1338" y="10372"/>
                    </a:cubicBezTo>
                    <a:cubicBezTo>
                      <a:pt x="1587" y="10372"/>
                      <a:pt x="1835" y="10372"/>
                      <a:pt x="2091" y="10372"/>
                    </a:cubicBezTo>
                    <a:cubicBezTo>
                      <a:pt x="2091" y="10344"/>
                      <a:pt x="2091" y="10317"/>
                      <a:pt x="2091" y="10288"/>
                    </a:cubicBezTo>
                    <a:cubicBezTo>
                      <a:pt x="2671" y="10288"/>
                      <a:pt x="3250" y="10288"/>
                      <a:pt x="3848" y="10288"/>
                    </a:cubicBezTo>
                    <a:cubicBezTo>
                      <a:pt x="3848" y="10316"/>
                      <a:pt x="3848" y="10343"/>
                      <a:pt x="3848" y="10372"/>
                    </a:cubicBezTo>
                    <a:cubicBezTo>
                      <a:pt x="4096" y="10372"/>
                      <a:pt x="4344" y="10372"/>
                      <a:pt x="4600" y="10372"/>
                    </a:cubicBezTo>
                    <a:cubicBezTo>
                      <a:pt x="4600" y="10399"/>
                      <a:pt x="4600" y="10427"/>
                      <a:pt x="4600" y="10455"/>
                    </a:cubicBezTo>
                    <a:cubicBezTo>
                      <a:pt x="4766" y="10455"/>
                      <a:pt x="4932" y="10455"/>
                      <a:pt x="5102" y="10455"/>
                    </a:cubicBezTo>
                    <a:cubicBezTo>
                      <a:pt x="5102" y="10483"/>
                      <a:pt x="5102" y="10511"/>
                      <a:pt x="5102" y="10539"/>
                    </a:cubicBezTo>
                    <a:cubicBezTo>
                      <a:pt x="5240" y="10539"/>
                      <a:pt x="5378" y="10539"/>
                      <a:pt x="5520" y="10539"/>
                    </a:cubicBezTo>
                    <a:cubicBezTo>
                      <a:pt x="5520" y="10567"/>
                      <a:pt x="5520" y="10594"/>
                      <a:pt x="5520" y="10623"/>
                    </a:cubicBezTo>
                    <a:cubicBezTo>
                      <a:pt x="5631" y="10623"/>
                      <a:pt x="5741" y="10623"/>
                      <a:pt x="5855" y="10623"/>
                    </a:cubicBezTo>
                    <a:cubicBezTo>
                      <a:pt x="5855" y="10650"/>
                      <a:pt x="5855" y="10678"/>
                      <a:pt x="5855" y="10706"/>
                    </a:cubicBezTo>
                    <a:cubicBezTo>
                      <a:pt x="5938" y="10706"/>
                      <a:pt x="6021" y="10706"/>
                      <a:pt x="6106" y="10706"/>
                    </a:cubicBezTo>
                    <a:cubicBezTo>
                      <a:pt x="6106" y="10734"/>
                      <a:pt x="6106" y="10762"/>
                      <a:pt x="6106" y="10790"/>
                    </a:cubicBezTo>
                    <a:cubicBezTo>
                      <a:pt x="6189" y="10790"/>
                      <a:pt x="6272" y="10790"/>
                      <a:pt x="6357" y="10790"/>
                    </a:cubicBezTo>
                    <a:cubicBezTo>
                      <a:pt x="6357" y="10818"/>
                      <a:pt x="6357" y="10845"/>
                      <a:pt x="6357" y="10874"/>
                    </a:cubicBezTo>
                    <a:cubicBezTo>
                      <a:pt x="6440" y="10874"/>
                      <a:pt x="6522" y="10874"/>
                      <a:pt x="6608" y="10874"/>
                    </a:cubicBezTo>
                    <a:cubicBezTo>
                      <a:pt x="6608" y="10901"/>
                      <a:pt x="6608" y="10929"/>
                      <a:pt x="6608" y="10957"/>
                    </a:cubicBezTo>
                    <a:cubicBezTo>
                      <a:pt x="6691" y="10957"/>
                      <a:pt x="6773" y="10957"/>
                      <a:pt x="6859" y="10957"/>
                    </a:cubicBezTo>
                    <a:cubicBezTo>
                      <a:pt x="6859" y="10985"/>
                      <a:pt x="6859" y="11012"/>
                      <a:pt x="6859" y="11041"/>
                    </a:cubicBezTo>
                    <a:cubicBezTo>
                      <a:pt x="6914" y="11041"/>
                      <a:pt x="6969" y="11041"/>
                      <a:pt x="7026" y="11041"/>
                    </a:cubicBezTo>
                    <a:cubicBezTo>
                      <a:pt x="7026" y="11068"/>
                      <a:pt x="7026" y="11096"/>
                      <a:pt x="7026" y="11125"/>
                    </a:cubicBezTo>
                    <a:cubicBezTo>
                      <a:pt x="7081" y="11125"/>
                      <a:pt x="7136" y="11125"/>
                      <a:pt x="7193" y="11125"/>
                    </a:cubicBezTo>
                    <a:cubicBezTo>
                      <a:pt x="7193" y="11152"/>
                      <a:pt x="7193" y="11180"/>
                      <a:pt x="7193" y="11208"/>
                    </a:cubicBezTo>
                    <a:cubicBezTo>
                      <a:pt x="7276" y="11208"/>
                      <a:pt x="7359" y="11208"/>
                      <a:pt x="7444" y="11208"/>
                    </a:cubicBezTo>
                    <a:cubicBezTo>
                      <a:pt x="7444" y="11236"/>
                      <a:pt x="7444" y="11263"/>
                      <a:pt x="7444" y="11292"/>
                    </a:cubicBezTo>
                    <a:cubicBezTo>
                      <a:pt x="7499" y="11292"/>
                      <a:pt x="7555" y="11292"/>
                      <a:pt x="7612" y="11292"/>
                    </a:cubicBezTo>
                    <a:cubicBezTo>
                      <a:pt x="7612" y="11319"/>
                      <a:pt x="7612" y="11347"/>
                      <a:pt x="7612" y="11375"/>
                    </a:cubicBezTo>
                    <a:cubicBezTo>
                      <a:pt x="7639" y="11375"/>
                      <a:pt x="7667" y="11375"/>
                      <a:pt x="7695" y="11375"/>
                    </a:cubicBezTo>
                    <a:cubicBezTo>
                      <a:pt x="7695" y="11403"/>
                      <a:pt x="7695" y="11431"/>
                      <a:pt x="7695" y="11459"/>
                    </a:cubicBezTo>
                    <a:cubicBezTo>
                      <a:pt x="7723" y="11459"/>
                      <a:pt x="7750" y="11459"/>
                      <a:pt x="7779" y="11459"/>
                    </a:cubicBezTo>
                    <a:cubicBezTo>
                      <a:pt x="7779" y="11487"/>
                      <a:pt x="7779" y="11514"/>
                      <a:pt x="7779" y="11543"/>
                    </a:cubicBezTo>
                    <a:cubicBezTo>
                      <a:pt x="7751" y="11543"/>
                      <a:pt x="7724" y="11543"/>
                      <a:pt x="7695" y="11543"/>
                    </a:cubicBezTo>
                    <a:cubicBezTo>
                      <a:pt x="7695" y="11570"/>
                      <a:pt x="7695" y="11598"/>
                      <a:pt x="7695" y="11626"/>
                    </a:cubicBezTo>
                    <a:cubicBezTo>
                      <a:pt x="7668" y="11626"/>
                      <a:pt x="7640" y="11626"/>
                      <a:pt x="7612" y="11626"/>
                    </a:cubicBezTo>
                    <a:cubicBezTo>
                      <a:pt x="7612" y="11709"/>
                      <a:pt x="7612" y="11792"/>
                      <a:pt x="7612" y="11877"/>
                    </a:cubicBezTo>
                    <a:cubicBezTo>
                      <a:pt x="7639" y="11877"/>
                      <a:pt x="7667" y="11877"/>
                      <a:pt x="7695" y="11877"/>
                    </a:cubicBezTo>
                    <a:cubicBezTo>
                      <a:pt x="7683" y="11905"/>
                      <a:pt x="7671" y="11933"/>
                      <a:pt x="7659" y="11961"/>
                    </a:cubicBezTo>
                    <a:cubicBezTo>
                      <a:pt x="7652" y="11976"/>
                      <a:pt x="7645" y="11992"/>
                      <a:pt x="7638" y="12008"/>
                    </a:cubicBezTo>
                    <a:cubicBezTo>
                      <a:pt x="7634" y="12014"/>
                      <a:pt x="7634" y="12014"/>
                      <a:pt x="7612" y="12045"/>
                    </a:cubicBezTo>
                    <a:cubicBezTo>
                      <a:pt x="7584" y="12045"/>
                      <a:pt x="7556" y="12045"/>
                      <a:pt x="7528" y="12045"/>
                    </a:cubicBezTo>
                    <a:cubicBezTo>
                      <a:pt x="7528" y="11989"/>
                      <a:pt x="7528" y="11934"/>
                      <a:pt x="7528" y="11877"/>
                    </a:cubicBezTo>
                    <a:cubicBezTo>
                      <a:pt x="7500" y="11877"/>
                      <a:pt x="7473" y="11877"/>
                      <a:pt x="7444" y="11877"/>
                    </a:cubicBezTo>
                    <a:cubicBezTo>
                      <a:pt x="7444" y="11850"/>
                      <a:pt x="7444" y="11822"/>
                      <a:pt x="7444" y="11794"/>
                    </a:cubicBezTo>
                    <a:cubicBezTo>
                      <a:pt x="7417" y="11794"/>
                      <a:pt x="7389" y="11794"/>
                      <a:pt x="7361" y="11794"/>
                    </a:cubicBezTo>
                    <a:cubicBezTo>
                      <a:pt x="7361" y="11766"/>
                      <a:pt x="7361" y="11738"/>
                      <a:pt x="7361" y="11710"/>
                    </a:cubicBezTo>
                    <a:cubicBezTo>
                      <a:pt x="7333" y="11710"/>
                      <a:pt x="7305" y="11710"/>
                      <a:pt x="7277" y="11710"/>
                    </a:cubicBezTo>
                    <a:cubicBezTo>
                      <a:pt x="7277" y="11682"/>
                      <a:pt x="7277" y="11655"/>
                      <a:pt x="7277" y="11626"/>
                    </a:cubicBezTo>
                    <a:cubicBezTo>
                      <a:pt x="7249" y="11626"/>
                      <a:pt x="7222" y="11626"/>
                      <a:pt x="7193" y="11626"/>
                    </a:cubicBezTo>
                    <a:cubicBezTo>
                      <a:pt x="7193" y="11599"/>
                      <a:pt x="7193" y="11571"/>
                      <a:pt x="7193" y="11543"/>
                    </a:cubicBezTo>
                    <a:cubicBezTo>
                      <a:pt x="7111" y="11543"/>
                      <a:pt x="7028" y="11543"/>
                      <a:pt x="6942" y="11543"/>
                    </a:cubicBezTo>
                    <a:cubicBezTo>
                      <a:pt x="6942" y="11515"/>
                      <a:pt x="6942" y="11488"/>
                      <a:pt x="6942" y="11459"/>
                    </a:cubicBezTo>
                    <a:cubicBezTo>
                      <a:pt x="6804" y="11459"/>
                      <a:pt x="6666" y="11459"/>
                      <a:pt x="6524" y="11459"/>
                    </a:cubicBezTo>
                    <a:cubicBezTo>
                      <a:pt x="6524" y="11432"/>
                      <a:pt x="6524" y="11404"/>
                      <a:pt x="6524" y="11375"/>
                    </a:cubicBezTo>
                    <a:cubicBezTo>
                      <a:pt x="6303" y="11375"/>
                      <a:pt x="6083" y="11375"/>
                      <a:pt x="5855" y="11375"/>
                    </a:cubicBezTo>
                    <a:cubicBezTo>
                      <a:pt x="5855" y="11348"/>
                      <a:pt x="5855" y="11320"/>
                      <a:pt x="5855" y="11292"/>
                    </a:cubicBezTo>
                    <a:cubicBezTo>
                      <a:pt x="5469" y="11292"/>
                      <a:pt x="5082" y="11292"/>
                      <a:pt x="4684" y="11292"/>
                    </a:cubicBezTo>
                    <a:cubicBezTo>
                      <a:pt x="4684" y="11264"/>
                      <a:pt x="4684" y="11237"/>
                      <a:pt x="4684" y="11208"/>
                    </a:cubicBezTo>
                    <a:cubicBezTo>
                      <a:pt x="3497" y="11208"/>
                      <a:pt x="2310" y="11208"/>
                      <a:pt x="1087" y="11208"/>
                    </a:cubicBezTo>
                    <a:cubicBezTo>
                      <a:pt x="1087" y="11236"/>
                      <a:pt x="1087" y="11263"/>
                      <a:pt x="1087" y="11292"/>
                    </a:cubicBezTo>
                    <a:cubicBezTo>
                      <a:pt x="811" y="11292"/>
                      <a:pt x="535" y="11292"/>
                      <a:pt x="251" y="11292"/>
                    </a:cubicBezTo>
                    <a:cubicBezTo>
                      <a:pt x="251" y="11319"/>
                      <a:pt x="251" y="11347"/>
                      <a:pt x="251" y="11375"/>
                    </a:cubicBezTo>
                    <a:cubicBezTo>
                      <a:pt x="196" y="11375"/>
                      <a:pt x="141" y="11375"/>
                      <a:pt x="84" y="11375"/>
                    </a:cubicBezTo>
                    <a:cubicBezTo>
                      <a:pt x="84" y="11348"/>
                      <a:pt x="84" y="11320"/>
                      <a:pt x="84" y="11292"/>
                    </a:cubicBezTo>
                    <a:cubicBezTo>
                      <a:pt x="56" y="11292"/>
                      <a:pt x="28" y="11292"/>
                      <a:pt x="0" y="11292"/>
                    </a:cubicBezTo>
                    <a:cubicBezTo>
                      <a:pt x="0" y="7593"/>
                      <a:pt x="0" y="3894"/>
                      <a:pt x="0" y="84"/>
                    </a:cubicBezTo>
                    <a:cubicBezTo>
                      <a:pt x="28" y="84"/>
                      <a:pt x="55" y="84"/>
                      <a:pt x="84" y="84"/>
                    </a:cubicBezTo>
                    <a:cubicBezTo>
                      <a:pt x="84" y="56"/>
                      <a:pt x="84" y="28"/>
                      <a:pt x="8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73" name="ICON_REFERENCE_BOOK_path_007"/>
              <p:cNvSpPr/>
              <p:nvPr/>
            </p:nvSpPr>
            <p:spPr>
              <a:xfrm>
                <a:off x="10352625" y="912267"/>
                <a:ext cx="5311" cy="159340"/>
              </a:xfrm>
              <a:custGeom>
                <a:avLst/>
                <a:gdLst/>
                <a:ahLst/>
                <a:cxnLst/>
                <a:rect l="0" t="0" r="r" b="b"/>
                <a:pathLst>
                  <a:path w="418" h="12546" fill="norm" stroke="0">
                    <a:moveTo>
                      <a:pt x="84" y="0"/>
                    </a:moveTo>
                    <a:cubicBezTo>
                      <a:pt x="194" y="0"/>
                      <a:pt x="304" y="0"/>
                      <a:pt x="418" y="0"/>
                    </a:cubicBezTo>
                    <a:cubicBezTo>
                      <a:pt x="418" y="4113"/>
                      <a:pt x="418" y="8225"/>
                      <a:pt x="418" y="12463"/>
                    </a:cubicBezTo>
                    <a:cubicBezTo>
                      <a:pt x="335" y="12463"/>
                      <a:pt x="253" y="12463"/>
                      <a:pt x="167" y="12463"/>
                    </a:cubicBezTo>
                    <a:cubicBezTo>
                      <a:pt x="167" y="12490"/>
                      <a:pt x="167" y="12518"/>
                      <a:pt x="167" y="12546"/>
                    </a:cubicBezTo>
                    <a:cubicBezTo>
                      <a:pt x="112" y="12546"/>
                      <a:pt x="57" y="12546"/>
                      <a:pt x="0" y="12546"/>
                    </a:cubicBezTo>
                    <a:cubicBezTo>
                      <a:pt x="0" y="12408"/>
                      <a:pt x="0" y="12270"/>
                      <a:pt x="0" y="12128"/>
                    </a:cubicBezTo>
                    <a:cubicBezTo>
                      <a:pt x="28" y="12128"/>
                      <a:pt x="55" y="12128"/>
                      <a:pt x="84" y="12128"/>
                    </a:cubicBezTo>
                    <a:cubicBezTo>
                      <a:pt x="84" y="11438"/>
                      <a:pt x="84" y="10748"/>
                      <a:pt x="84" y="10037"/>
                    </a:cubicBezTo>
                    <a:cubicBezTo>
                      <a:pt x="56" y="10037"/>
                      <a:pt x="28" y="10037"/>
                      <a:pt x="0" y="10037"/>
                    </a:cubicBezTo>
                    <a:cubicBezTo>
                      <a:pt x="0" y="9789"/>
                      <a:pt x="0" y="9540"/>
                      <a:pt x="0" y="9284"/>
                    </a:cubicBezTo>
                    <a:cubicBezTo>
                      <a:pt x="28" y="9284"/>
                      <a:pt x="55" y="9284"/>
                      <a:pt x="84" y="9284"/>
                    </a:cubicBezTo>
                    <a:cubicBezTo>
                      <a:pt x="84" y="9229"/>
                      <a:pt x="84" y="9174"/>
                      <a:pt x="84" y="9117"/>
                    </a:cubicBezTo>
                    <a:cubicBezTo>
                      <a:pt x="56" y="9117"/>
                      <a:pt x="28" y="9117"/>
                      <a:pt x="0" y="9117"/>
                    </a:cubicBezTo>
                    <a:cubicBezTo>
                      <a:pt x="0" y="8869"/>
                      <a:pt x="0" y="8620"/>
                      <a:pt x="0" y="8364"/>
                    </a:cubicBezTo>
                    <a:cubicBezTo>
                      <a:pt x="28" y="8364"/>
                      <a:pt x="55" y="8364"/>
                      <a:pt x="84" y="8364"/>
                    </a:cubicBezTo>
                    <a:cubicBezTo>
                      <a:pt x="84" y="8226"/>
                      <a:pt x="84" y="8088"/>
                      <a:pt x="84" y="7946"/>
                    </a:cubicBezTo>
                    <a:cubicBezTo>
                      <a:pt x="56" y="7946"/>
                      <a:pt x="28" y="7946"/>
                      <a:pt x="0" y="7946"/>
                    </a:cubicBezTo>
                    <a:cubicBezTo>
                      <a:pt x="0" y="7891"/>
                      <a:pt x="0" y="7836"/>
                      <a:pt x="0" y="7779"/>
                    </a:cubicBezTo>
                    <a:cubicBezTo>
                      <a:pt x="28" y="7779"/>
                      <a:pt x="55" y="7779"/>
                      <a:pt x="84" y="7779"/>
                    </a:cubicBezTo>
                    <a:cubicBezTo>
                      <a:pt x="84" y="7724"/>
                      <a:pt x="84" y="7668"/>
                      <a:pt x="84" y="7612"/>
                    </a:cubicBezTo>
                    <a:cubicBezTo>
                      <a:pt x="56" y="7612"/>
                      <a:pt x="28" y="7612"/>
                      <a:pt x="0" y="7612"/>
                    </a:cubicBezTo>
                    <a:cubicBezTo>
                      <a:pt x="0" y="7556"/>
                      <a:pt x="0" y="7501"/>
                      <a:pt x="0" y="7444"/>
                    </a:cubicBezTo>
                    <a:cubicBezTo>
                      <a:pt x="28" y="7444"/>
                      <a:pt x="55" y="7444"/>
                      <a:pt x="84" y="7444"/>
                    </a:cubicBezTo>
                    <a:cubicBezTo>
                      <a:pt x="84" y="7251"/>
                      <a:pt x="84" y="7058"/>
                      <a:pt x="84" y="6859"/>
                    </a:cubicBezTo>
                    <a:cubicBezTo>
                      <a:pt x="56" y="6859"/>
                      <a:pt x="28" y="6859"/>
                      <a:pt x="0" y="6859"/>
                    </a:cubicBezTo>
                    <a:cubicBezTo>
                      <a:pt x="0" y="6804"/>
                      <a:pt x="0" y="6748"/>
                      <a:pt x="0" y="6691"/>
                    </a:cubicBezTo>
                    <a:cubicBezTo>
                      <a:pt x="28" y="6691"/>
                      <a:pt x="55" y="6691"/>
                      <a:pt x="84" y="6691"/>
                    </a:cubicBezTo>
                    <a:cubicBezTo>
                      <a:pt x="84" y="6609"/>
                      <a:pt x="84" y="6526"/>
                      <a:pt x="84" y="6441"/>
                    </a:cubicBezTo>
                    <a:cubicBezTo>
                      <a:pt x="56" y="6441"/>
                      <a:pt x="28" y="6441"/>
                      <a:pt x="0" y="6441"/>
                    </a:cubicBezTo>
                    <a:cubicBezTo>
                      <a:pt x="0" y="6413"/>
                      <a:pt x="0" y="6385"/>
                      <a:pt x="0" y="6357"/>
                    </a:cubicBezTo>
                    <a:cubicBezTo>
                      <a:pt x="28" y="6357"/>
                      <a:pt x="55" y="6357"/>
                      <a:pt x="84" y="6357"/>
                    </a:cubicBezTo>
                    <a:cubicBezTo>
                      <a:pt x="84" y="6274"/>
                      <a:pt x="84" y="6191"/>
                      <a:pt x="84" y="6106"/>
                    </a:cubicBezTo>
                    <a:cubicBezTo>
                      <a:pt x="56" y="6106"/>
                      <a:pt x="28" y="6106"/>
                      <a:pt x="0" y="6106"/>
                    </a:cubicBezTo>
                    <a:cubicBezTo>
                      <a:pt x="0" y="6023"/>
                      <a:pt x="0" y="5940"/>
                      <a:pt x="0" y="5855"/>
                    </a:cubicBezTo>
                    <a:cubicBezTo>
                      <a:pt x="28" y="5855"/>
                      <a:pt x="55" y="5855"/>
                      <a:pt x="84" y="5855"/>
                    </a:cubicBezTo>
                    <a:cubicBezTo>
                      <a:pt x="84" y="5165"/>
                      <a:pt x="84" y="4475"/>
                      <a:pt x="84" y="3764"/>
                    </a:cubicBezTo>
                    <a:cubicBezTo>
                      <a:pt x="56" y="3764"/>
                      <a:pt x="28" y="3764"/>
                      <a:pt x="0" y="3764"/>
                    </a:cubicBezTo>
                    <a:cubicBezTo>
                      <a:pt x="0" y="3709"/>
                      <a:pt x="0" y="3654"/>
                      <a:pt x="0" y="3597"/>
                    </a:cubicBezTo>
                    <a:cubicBezTo>
                      <a:pt x="28" y="3597"/>
                      <a:pt x="55" y="3597"/>
                      <a:pt x="84" y="3597"/>
                    </a:cubicBezTo>
                    <a:cubicBezTo>
                      <a:pt x="84" y="2989"/>
                      <a:pt x="84" y="2382"/>
                      <a:pt x="84" y="1757"/>
                    </a:cubicBezTo>
                    <a:cubicBezTo>
                      <a:pt x="56" y="1757"/>
                      <a:pt x="28" y="1757"/>
                      <a:pt x="0" y="1757"/>
                    </a:cubicBezTo>
                    <a:cubicBezTo>
                      <a:pt x="0" y="1701"/>
                      <a:pt x="0" y="1646"/>
                      <a:pt x="0" y="1589"/>
                    </a:cubicBezTo>
                    <a:cubicBezTo>
                      <a:pt x="28" y="1589"/>
                      <a:pt x="55" y="1589"/>
                      <a:pt x="84" y="1589"/>
                    </a:cubicBezTo>
                    <a:cubicBezTo>
                      <a:pt x="84" y="1451"/>
                      <a:pt x="84" y="1313"/>
                      <a:pt x="84" y="1171"/>
                    </a:cubicBezTo>
                    <a:cubicBezTo>
                      <a:pt x="166" y="1171"/>
                      <a:pt x="249" y="1171"/>
                      <a:pt x="335" y="1171"/>
                    </a:cubicBezTo>
                    <a:cubicBezTo>
                      <a:pt x="335" y="1061"/>
                      <a:pt x="335" y="950"/>
                      <a:pt x="335" y="836"/>
                    </a:cubicBezTo>
                    <a:cubicBezTo>
                      <a:pt x="279" y="836"/>
                      <a:pt x="224" y="836"/>
                      <a:pt x="167" y="836"/>
                    </a:cubicBezTo>
                    <a:cubicBezTo>
                      <a:pt x="167" y="864"/>
                      <a:pt x="167" y="892"/>
                      <a:pt x="167" y="920"/>
                    </a:cubicBezTo>
                    <a:cubicBezTo>
                      <a:pt x="140" y="920"/>
                      <a:pt x="112" y="920"/>
                      <a:pt x="84" y="920"/>
                    </a:cubicBezTo>
                    <a:cubicBezTo>
                      <a:pt x="84" y="892"/>
                      <a:pt x="84" y="865"/>
                      <a:pt x="84" y="836"/>
                    </a:cubicBezTo>
                    <a:cubicBezTo>
                      <a:pt x="56" y="836"/>
                      <a:pt x="28" y="836"/>
                      <a:pt x="0" y="836"/>
                    </a:cubicBezTo>
                    <a:cubicBezTo>
                      <a:pt x="0" y="781"/>
                      <a:pt x="0" y="726"/>
                      <a:pt x="0" y="669"/>
                    </a:cubicBezTo>
                    <a:cubicBezTo>
                      <a:pt x="28" y="669"/>
                      <a:pt x="55" y="669"/>
                      <a:pt x="84" y="669"/>
                    </a:cubicBezTo>
                    <a:cubicBezTo>
                      <a:pt x="84" y="448"/>
                      <a:pt x="84" y="228"/>
                      <a:pt x="8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74" name="ICON_REFERENCE_BOOK_path_008"/>
              <p:cNvSpPr/>
              <p:nvPr/>
            </p:nvSpPr>
            <p:spPr>
              <a:xfrm>
                <a:off x="10513924" y="945131"/>
                <a:ext cx="66025" cy="21311"/>
              </a:xfrm>
              <a:custGeom>
                <a:avLst/>
                <a:gdLst/>
                <a:ahLst/>
                <a:cxnLst/>
                <a:rect l="0" t="0" r="r" b="b"/>
                <a:pathLst>
                  <a:path w="5199" h="1678" fill="norm" stroke="0">
                    <a:moveTo>
                      <a:pt x="3906" y="0"/>
                    </a:moveTo>
                    <a:cubicBezTo>
                      <a:pt x="3918" y="0"/>
                      <a:pt x="3930" y="0"/>
                      <a:pt x="3943" y="0"/>
                    </a:cubicBezTo>
                    <a:cubicBezTo>
                      <a:pt x="3955" y="0"/>
                      <a:pt x="3968" y="0"/>
                      <a:pt x="3981" y="0"/>
                    </a:cubicBezTo>
                    <a:cubicBezTo>
                      <a:pt x="4023" y="0"/>
                      <a:pt x="4065" y="1"/>
                      <a:pt x="4106" y="1"/>
                    </a:cubicBezTo>
                    <a:cubicBezTo>
                      <a:pt x="4135" y="1"/>
                      <a:pt x="4164" y="1"/>
                      <a:pt x="4193" y="1"/>
                    </a:cubicBezTo>
                    <a:cubicBezTo>
                      <a:pt x="4270" y="1"/>
                      <a:pt x="4346" y="2"/>
                      <a:pt x="4423" y="2"/>
                    </a:cubicBezTo>
                    <a:cubicBezTo>
                      <a:pt x="4501" y="3"/>
                      <a:pt x="4578" y="3"/>
                      <a:pt x="4656" y="3"/>
                    </a:cubicBezTo>
                    <a:cubicBezTo>
                      <a:pt x="4809" y="4"/>
                      <a:pt x="4962" y="4"/>
                      <a:pt x="5115" y="5"/>
                    </a:cubicBezTo>
                    <a:cubicBezTo>
                      <a:pt x="5115" y="33"/>
                      <a:pt x="5115" y="60"/>
                      <a:pt x="5115" y="89"/>
                    </a:cubicBezTo>
                    <a:cubicBezTo>
                      <a:pt x="5143" y="89"/>
                      <a:pt x="5170" y="89"/>
                      <a:pt x="5199" y="89"/>
                    </a:cubicBezTo>
                    <a:cubicBezTo>
                      <a:pt x="5199" y="199"/>
                      <a:pt x="5199" y="310"/>
                      <a:pt x="5199" y="423"/>
                    </a:cubicBezTo>
                    <a:cubicBezTo>
                      <a:pt x="5171" y="423"/>
                      <a:pt x="5144" y="423"/>
                      <a:pt x="5115" y="423"/>
                    </a:cubicBezTo>
                    <a:cubicBezTo>
                      <a:pt x="5115" y="451"/>
                      <a:pt x="5115" y="479"/>
                      <a:pt x="5115" y="507"/>
                    </a:cubicBezTo>
                    <a:cubicBezTo>
                      <a:pt x="4674" y="507"/>
                      <a:pt x="4232" y="507"/>
                      <a:pt x="3777" y="507"/>
                    </a:cubicBezTo>
                    <a:cubicBezTo>
                      <a:pt x="3777" y="535"/>
                      <a:pt x="3777" y="562"/>
                      <a:pt x="3777" y="591"/>
                    </a:cubicBezTo>
                    <a:cubicBezTo>
                      <a:pt x="3759" y="592"/>
                      <a:pt x="3742" y="593"/>
                      <a:pt x="3724" y="594"/>
                    </a:cubicBezTo>
                    <a:cubicBezTo>
                      <a:pt x="3659" y="598"/>
                      <a:pt x="3594" y="602"/>
                      <a:pt x="3529" y="606"/>
                    </a:cubicBezTo>
                    <a:cubicBezTo>
                      <a:pt x="3501" y="608"/>
                      <a:pt x="3473" y="610"/>
                      <a:pt x="3445" y="612"/>
                    </a:cubicBezTo>
                    <a:cubicBezTo>
                      <a:pt x="3404" y="614"/>
                      <a:pt x="3364" y="617"/>
                      <a:pt x="3324" y="619"/>
                    </a:cubicBezTo>
                    <a:cubicBezTo>
                      <a:pt x="3311" y="620"/>
                      <a:pt x="3298" y="621"/>
                      <a:pt x="3285" y="621"/>
                    </a:cubicBezTo>
                    <a:cubicBezTo>
                      <a:pt x="3196" y="628"/>
                      <a:pt x="3196" y="628"/>
                      <a:pt x="3150" y="674"/>
                    </a:cubicBezTo>
                    <a:cubicBezTo>
                      <a:pt x="3110" y="679"/>
                      <a:pt x="3110" y="679"/>
                      <a:pt x="3063" y="678"/>
                    </a:cubicBezTo>
                    <a:cubicBezTo>
                      <a:pt x="3046" y="678"/>
                      <a:pt x="3029" y="678"/>
                      <a:pt x="3012" y="678"/>
                    </a:cubicBezTo>
                    <a:cubicBezTo>
                      <a:pt x="3003" y="678"/>
                      <a:pt x="3003" y="678"/>
                      <a:pt x="2959" y="677"/>
                    </a:cubicBezTo>
                    <a:cubicBezTo>
                      <a:pt x="2950" y="677"/>
                      <a:pt x="2950" y="677"/>
                      <a:pt x="2905" y="676"/>
                    </a:cubicBezTo>
                    <a:cubicBezTo>
                      <a:pt x="2861" y="676"/>
                      <a:pt x="2817" y="675"/>
                      <a:pt x="2773" y="674"/>
                    </a:cubicBezTo>
                    <a:cubicBezTo>
                      <a:pt x="2773" y="702"/>
                      <a:pt x="2773" y="730"/>
                      <a:pt x="2773" y="758"/>
                    </a:cubicBezTo>
                    <a:cubicBezTo>
                      <a:pt x="2608" y="758"/>
                      <a:pt x="2442" y="758"/>
                      <a:pt x="2271" y="758"/>
                    </a:cubicBezTo>
                    <a:cubicBezTo>
                      <a:pt x="2271" y="786"/>
                      <a:pt x="2271" y="813"/>
                      <a:pt x="2271" y="842"/>
                    </a:cubicBezTo>
                    <a:cubicBezTo>
                      <a:pt x="2189" y="842"/>
                      <a:pt x="2106" y="842"/>
                      <a:pt x="2020" y="842"/>
                    </a:cubicBezTo>
                    <a:cubicBezTo>
                      <a:pt x="2020" y="869"/>
                      <a:pt x="2020" y="897"/>
                      <a:pt x="2020" y="925"/>
                    </a:cubicBezTo>
                    <a:cubicBezTo>
                      <a:pt x="1874" y="995"/>
                      <a:pt x="1765" y="1021"/>
                      <a:pt x="1602" y="1009"/>
                    </a:cubicBezTo>
                    <a:cubicBezTo>
                      <a:pt x="1602" y="1037"/>
                      <a:pt x="1602" y="1064"/>
                      <a:pt x="1602" y="1093"/>
                    </a:cubicBezTo>
                    <a:cubicBezTo>
                      <a:pt x="1547" y="1093"/>
                      <a:pt x="1492" y="1093"/>
                      <a:pt x="1435" y="1093"/>
                    </a:cubicBezTo>
                    <a:cubicBezTo>
                      <a:pt x="1435" y="1120"/>
                      <a:pt x="1435" y="1148"/>
                      <a:pt x="1435" y="1176"/>
                    </a:cubicBezTo>
                    <a:cubicBezTo>
                      <a:pt x="1380" y="1176"/>
                      <a:pt x="1324" y="1176"/>
                      <a:pt x="1268" y="1176"/>
                    </a:cubicBezTo>
                    <a:cubicBezTo>
                      <a:pt x="1268" y="1204"/>
                      <a:pt x="1268" y="1231"/>
                      <a:pt x="1268" y="1260"/>
                    </a:cubicBezTo>
                    <a:cubicBezTo>
                      <a:pt x="1212" y="1260"/>
                      <a:pt x="1157" y="1260"/>
                      <a:pt x="1100" y="1260"/>
                    </a:cubicBezTo>
                    <a:cubicBezTo>
                      <a:pt x="1100" y="1287"/>
                      <a:pt x="1100" y="1315"/>
                      <a:pt x="1100" y="1343"/>
                    </a:cubicBezTo>
                    <a:cubicBezTo>
                      <a:pt x="1045" y="1343"/>
                      <a:pt x="990" y="1343"/>
                      <a:pt x="933" y="1343"/>
                    </a:cubicBezTo>
                    <a:cubicBezTo>
                      <a:pt x="933" y="1371"/>
                      <a:pt x="933" y="1399"/>
                      <a:pt x="933" y="1427"/>
                    </a:cubicBezTo>
                    <a:cubicBezTo>
                      <a:pt x="878" y="1427"/>
                      <a:pt x="823" y="1427"/>
                      <a:pt x="766" y="1427"/>
                    </a:cubicBezTo>
                    <a:cubicBezTo>
                      <a:pt x="766" y="1455"/>
                      <a:pt x="766" y="1482"/>
                      <a:pt x="766" y="1511"/>
                    </a:cubicBezTo>
                    <a:cubicBezTo>
                      <a:pt x="711" y="1511"/>
                      <a:pt x="655" y="1511"/>
                      <a:pt x="598" y="1511"/>
                    </a:cubicBezTo>
                    <a:cubicBezTo>
                      <a:pt x="598" y="1538"/>
                      <a:pt x="598" y="1566"/>
                      <a:pt x="598" y="1594"/>
                    </a:cubicBezTo>
                    <a:cubicBezTo>
                      <a:pt x="543" y="1594"/>
                      <a:pt x="488" y="1594"/>
                      <a:pt x="431" y="1594"/>
                    </a:cubicBezTo>
                    <a:cubicBezTo>
                      <a:pt x="431" y="1622"/>
                      <a:pt x="431" y="1650"/>
                      <a:pt x="431" y="1678"/>
                    </a:cubicBezTo>
                    <a:cubicBezTo>
                      <a:pt x="321" y="1678"/>
                      <a:pt x="210" y="1678"/>
                      <a:pt x="97" y="1678"/>
                    </a:cubicBezTo>
                    <a:cubicBezTo>
                      <a:pt x="97" y="1650"/>
                      <a:pt x="97" y="1623"/>
                      <a:pt x="97" y="1594"/>
                    </a:cubicBezTo>
                    <a:cubicBezTo>
                      <a:pt x="69" y="1594"/>
                      <a:pt x="41" y="1594"/>
                      <a:pt x="13" y="1594"/>
                    </a:cubicBezTo>
                    <a:cubicBezTo>
                      <a:pt x="4" y="1475"/>
                      <a:pt x="0" y="1381"/>
                      <a:pt x="70" y="1280"/>
                    </a:cubicBezTo>
                    <a:cubicBezTo>
                      <a:pt x="97" y="1260"/>
                      <a:pt x="97" y="1260"/>
                      <a:pt x="139" y="1262"/>
                    </a:cubicBezTo>
                    <a:cubicBezTo>
                      <a:pt x="152" y="1261"/>
                      <a:pt x="166" y="1261"/>
                      <a:pt x="180" y="1260"/>
                    </a:cubicBezTo>
                    <a:cubicBezTo>
                      <a:pt x="204" y="1223"/>
                      <a:pt x="204" y="1223"/>
                      <a:pt x="222" y="1176"/>
                    </a:cubicBezTo>
                    <a:cubicBezTo>
                      <a:pt x="240" y="1129"/>
                      <a:pt x="240" y="1129"/>
                      <a:pt x="264" y="1093"/>
                    </a:cubicBezTo>
                    <a:cubicBezTo>
                      <a:pt x="308" y="1087"/>
                      <a:pt x="308" y="1087"/>
                      <a:pt x="348" y="1093"/>
                    </a:cubicBezTo>
                    <a:cubicBezTo>
                      <a:pt x="348" y="1065"/>
                      <a:pt x="348" y="1037"/>
                      <a:pt x="348" y="1009"/>
                    </a:cubicBezTo>
                    <a:cubicBezTo>
                      <a:pt x="403" y="1009"/>
                      <a:pt x="458" y="1009"/>
                      <a:pt x="515" y="1009"/>
                    </a:cubicBezTo>
                    <a:cubicBezTo>
                      <a:pt x="515" y="981"/>
                      <a:pt x="515" y="954"/>
                      <a:pt x="515" y="925"/>
                    </a:cubicBezTo>
                    <a:cubicBezTo>
                      <a:pt x="598" y="925"/>
                      <a:pt x="680" y="925"/>
                      <a:pt x="766" y="925"/>
                    </a:cubicBezTo>
                    <a:cubicBezTo>
                      <a:pt x="766" y="898"/>
                      <a:pt x="766" y="870"/>
                      <a:pt x="766" y="842"/>
                    </a:cubicBezTo>
                    <a:cubicBezTo>
                      <a:pt x="821" y="842"/>
                      <a:pt x="876" y="842"/>
                      <a:pt x="933" y="842"/>
                    </a:cubicBezTo>
                    <a:cubicBezTo>
                      <a:pt x="933" y="814"/>
                      <a:pt x="933" y="786"/>
                      <a:pt x="933" y="758"/>
                    </a:cubicBezTo>
                    <a:cubicBezTo>
                      <a:pt x="988" y="758"/>
                      <a:pt x="1043" y="758"/>
                      <a:pt x="1100" y="758"/>
                    </a:cubicBezTo>
                    <a:cubicBezTo>
                      <a:pt x="1100" y="730"/>
                      <a:pt x="1100" y="703"/>
                      <a:pt x="1100" y="674"/>
                    </a:cubicBezTo>
                    <a:cubicBezTo>
                      <a:pt x="1156" y="674"/>
                      <a:pt x="1211" y="674"/>
                      <a:pt x="1268" y="674"/>
                    </a:cubicBezTo>
                    <a:cubicBezTo>
                      <a:pt x="1268" y="647"/>
                      <a:pt x="1268" y="619"/>
                      <a:pt x="1268" y="591"/>
                    </a:cubicBezTo>
                    <a:cubicBezTo>
                      <a:pt x="1323" y="591"/>
                      <a:pt x="1378" y="591"/>
                      <a:pt x="1435" y="591"/>
                    </a:cubicBezTo>
                    <a:cubicBezTo>
                      <a:pt x="1435" y="563"/>
                      <a:pt x="1435" y="535"/>
                      <a:pt x="1435" y="507"/>
                    </a:cubicBezTo>
                    <a:cubicBezTo>
                      <a:pt x="1518" y="507"/>
                      <a:pt x="1601" y="507"/>
                      <a:pt x="1686" y="507"/>
                    </a:cubicBezTo>
                    <a:cubicBezTo>
                      <a:pt x="1686" y="479"/>
                      <a:pt x="1686" y="452"/>
                      <a:pt x="1686" y="423"/>
                    </a:cubicBezTo>
                    <a:cubicBezTo>
                      <a:pt x="1769" y="423"/>
                      <a:pt x="1851" y="423"/>
                      <a:pt x="1937" y="423"/>
                    </a:cubicBezTo>
                    <a:cubicBezTo>
                      <a:pt x="1937" y="396"/>
                      <a:pt x="1937" y="368"/>
                      <a:pt x="1937" y="340"/>
                    </a:cubicBezTo>
                    <a:cubicBezTo>
                      <a:pt x="2020" y="340"/>
                      <a:pt x="2102" y="340"/>
                      <a:pt x="2188" y="340"/>
                    </a:cubicBezTo>
                    <a:cubicBezTo>
                      <a:pt x="2188" y="312"/>
                      <a:pt x="2188" y="285"/>
                      <a:pt x="2188" y="256"/>
                    </a:cubicBezTo>
                    <a:cubicBezTo>
                      <a:pt x="2353" y="256"/>
                      <a:pt x="2519" y="256"/>
                      <a:pt x="2690" y="256"/>
                    </a:cubicBezTo>
                    <a:cubicBezTo>
                      <a:pt x="2690" y="229"/>
                      <a:pt x="2690" y="201"/>
                      <a:pt x="2690" y="172"/>
                    </a:cubicBezTo>
                    <a:cubicBezTo>
                      <a:pt x="2695" y="172"/>
                      <a:pt x="2695" y="172"/>
                      <a:pt x="2720" y="169"/>
                    </a:cubicBezTo>
                    <a:cubicBezTo>
                      <a:pt x="2764" y="164"/>
                      <a:pt x="2809" y="159"/>
                      <a:pt x="2854" y="154"/>
                    </a:cubicBezTo>
                    <a:cubicBezTo>
                      <a:pt x="2870" y="153"/>
                      <a:pt x="2885" y="151"/>
                      <a:pt x="2902" y="149"/>
                    </a:cubicBezTo>
                    <a:cubicBezTo>
                      <a:pt x="2909" y="148"/>
                      <a:pt x="2909" y="148"/>
                      <a:pt x="2947" y="144"/>
                    </a:cubicBezTo>
                    <a:cubicBezTo>
                      <a:pt x="2961" y="142"/>
                      <a:pt x="2974" y="141"/>
                      <a:pt x="2989" y="139"/>
                    </a:cubicBezTo>
                    <a:cubicBezTo>
                      <a:pt x="3024" y="131"/>
                      <a:pt x="3024" y="131"/>
                      <a:pt x="3066" y="89"/>
                    </a:cubicBezTo>
                    <a:cubicBezTo>
                      <a:pt x="3098" y="83"/>
                      <a:pt x="3098" y="83"/>
                      <a:pt x="3135" y="81"/>
                    </a:cubicBezTo>
                    <a:cubicBezTo>
                      <a:pt x="3142" y="81"/>
                      <a:pt x="3142" y="81"/>
                      <a:pt x="3178" y="79"/>
                    </a:cubicBezTo>
                    <a:cubicBezTo>
                      <a:pt x="3193" y="78"/>
                      <a:pt x="3208" y="78"/>
                      <a:pt x="3224" y="77"/>
                    </a:cubicBezTo>
                    <a:cubicBezTo>
                      <a:pt x="3232" y="77"/>
                      <a:pt x="3232" y="77"/>
                      <a:pt x="3271" y="75"/>
                    </a:cubicBezTo>
                    <a:cubicBezTo>
                      <a:pt x="3338" y="71"/>
                      <a:pt x="3405" y="69"/>
                      <a:pt x="3472" y="66"/>
                    </a:cubicBezTo>
                    <a:cubicBezTo>
                      <a:pt x="3521" y="64"/>
                      <a:pt x="3570" y="61"/>
                      <a:pt x="3619" y="59"/>
                    </a:cubicBezTo>
                    <a:cubicBezTo>
                      <a:pt x="3634" y="58"/>
                      <a:pt x="3649" y="58"/>
                      <a:pt x="3665" y="57"/>
                    </a:cubicBezTo>
                    <a:cubicBezTo>
                      <a:pt x="3672" y="57"/>
                      <a:pt x="3672" y="57"/>
                      <a:pt x="3708" y="55"/>
                    </a:cubicBezTo>
                    <a:cubicBezTo>
                      <a:pt x="3720" y="54"/>
                      <a:pt x="3732" y="54"/>
                      <a:pt x="3745" y="53"/>
                    </a:cubicBezTo>
                    <a:cubicBezTo>
                      <a:pt x="3810" y="40"/>
                      <a:pt x="3830" y="0"/>
                      <a:pt x="3906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531" cap="flat">
                <a:noFill/>
              </a:ln>
            </p:spPr>
          </p:sp>
          <p:sp>
            <p:nvSpPr>
              <p:cNvPr id="775" name="ICON_REFERENCE_BOOK_path_009"/>
              <p:cNvSpPr/>
              <p:nvPr/>
            </p:nvSpPr>
            <p:spPr>
              <a:xfrm>
                <a:off x="10407862" y="945197"/>
                <a:ext cx="66923" cy="21628"/>
              </a:xfrm>
              <a:custGeom>
                <a:avLst/>
                <a:gdLst/>
                <a:ahLst/>
                <a:cxnLst/>
                <a:rect l="0" t="0" r="r" b="b"/>
                <a:pathLst>
                  <a:path w="5270" h="1703" fill="norm" stroke="0">
                    <a:moveTo>
                      <a:pt x="251" y="0"/>
                    </a:moveTo>
                    <a:cubicBezTo>
                      <a:pt x="693" y="0"/>
                      <a:pt x="1134" y="0"/>
                      <a:pt x="1589" y="0"/>
                    </a:cubicBezTo>
                    <a:cubicBezTo>
                      <a:pt x="1589" y="28"/>
                      <a:pt x="1589" y="55"/>
                      <a:pt x="1589" y="84"/>
                    </a:cubicBezTo>
                    <a:cubicBezTo>
                      <a:pt x="1782" y="84"/>
                      <a:pt x="1976" y="84"/>
                      <a:pt x="2175" y="84"/>
                    </a:cubicBezTo>
                    <a:cubicBezTo>
                      <a:pt x="2175" y="111"/>
                      <a:pt x="2175" y="139"/>
                      <a:pt x="2175" y="167"/>
                    </a:cubicBezTo>
                    <a:cubicBezTo>
                      <a:pt x="2191" y="167"/>
                      <a:pt x="2207" y="167"/>
                      <a:pt x="2224" y="167"/>
                    </a:cubicBezTo>
                    <a:cubicBezTo>
                      <a:pt x="2284" y="166"/>
                      <a:pt x="2344" y="165"/>
                      <a:pt x="2405" y="165"/>
                    </a:cubicBezTo>
                    <a:cubicBezTo>
                      <a:pt x="2431" y="165"/>
                      <a:pt x="2457" y="164"/>
                      <a:pt x="2483" y="164"/>
                    </a:cubicBezTo>
                    <a:cubicBezTo>
                      <a:pt x="2520" y="164"/>
                      <a:pt x="2558" y="163"/>
                      <a:pt x="2595" y="163"/>
                    </a:cubicBezTo>
                    <a:cubicBezTo>
                      <a:pt x="2607" y="163"/>
                      <a:pt x="2619" y="163"/>
                      <a:pt x="2631" y="163"/>
                    </a:cubicBezTo>
                    <a:cubicBezTo>
                      <a:pt x="2664" y="163"/>
                      <a:pt x="2664" y="163"/>
                      <a:pt x="2718" y="167"/>
                    </a:cubicBezTo>
                    <a:cubicBezTo>
                      <a:pt x="2725" y="174"/>
                      <a:pt x="2725" y="174"/>
                      <a:pt x="2760" y="209"/>
                    </a:cubicBezTo>
                    <a:cubicBezTo>
                      <a:pt x="2796" y="218"/>
                      <a:pt x="2796" y="218"/>
                      <a:pt x="2838" y="222"/>
                    </a:cubicBezTo>
                    <a:cubicBezTo>
                      <a:pt x="2852" y="224"/>
                      <a:pt x="2867" y="226"/>
                      <a:pt x="2883" y="228"/>
                    </a:cubicBezTo>
                    <a:cubicBezTo>
                      <a:pt x="2891" y="228"/>
                      <a:pt x="2891" y="228"/>
                      <a:pt x="2930" y="233"/>
                    </a:cubicBezTo>
                    <a:cubicBezTo>
                      <a:pt x="2946" y="234"/>
                      <a:pt x="2962" y="236"/>
                      <a:pt x="2978" y="238"/>
                    </a:cubicBezTo>
                    <a:cubicBezTo>
                      <a:pt x="3017" y="243"/>
                      <a:pt x="3056" y="247"/>
                      <a:pt x="3095" y="251"/>
                    </a:cubicBezTo>
                    <a:cubicBezTo>
                      <a:pt x="3095" y="279"/>
                      <a:pt x="3095" y="306"/>
                      <a:pt x="3095" y="335"/>
                    </a:cubicBezTo>
                    <a:cubicBezTo>
                      <a:pt x="3205" y="335"/>
                      <a:pt x="3316" y="335"/>
                      <a:pt x="3429" y="335"/>
                    </a:cubicBezTo>
                    <a:cubicBezTo>
                      <a:pt x="3429" y="362"/>
                      <a:pt x="3429" y="390"/>
                      <a:pt x="3429" y="418"/>
                    </a:cubicBezTo>
                    <a:cubicBezTo>
                      <a:pt x="3512" y="418"/>
                      <a:pt x="3595" y="418"/>
                      <a:pt x="3680" y="418"/>
                    </a:cubicBezTo>
                    <a:cubicBezTo>
                      <a:pt x="3680" y="446"/>
                      <a:pt x="3680" y="473"/>
                      <a:pt x="3680" y="502"/>
                    </a:cubicBezTo>
                    <a:cubicBezTo>
                      <a:pt x="3708" y="502"/>
                      <a:pt x="3736" y="502"/>
                      <a:pt x="3764" y="502"/>
                    </a:cubicBezTo>
                    <a:cubicBezTo>
                      <a:pt x="3764" y="529"/>
                      <a:pt x="3764" y="557"/>
                      <a:pt x="3764" y="586"/>
                    </a:cubicBezTo>
                    <a:cubicBezTo>
                      <a:pt x="3773" y="585"/>
                      <a:pt x="3773" y="585"/>
                      <a:pt x="3821" y="581"/>
                    </a:cubicBezTo>
                    <a:cubicBezTo>
                      <a:pt x="3986" y="572"/>
                      <a:pt x="4081" y="584"/>
                      <a:pt x="4218" y="680"/>
                    </a:cubicBezTo>
                    <a:cubicBezTo>
                      <a:pt x="4286" y="724"/>
                      <a:pt x="4354" y="740"/>
                      <a:pt x="4433" y="753"/>
                    </a:cubicBezTo>
                    <a:cubicBezTo>
                      <a:pt x="4433" y="780"/>
                      <a:pt x="4433" y="808"/>
                      <a:pt x="4433" y="836"/>
                    </a:cubicBezTo>
                    <a:cubicBezTo>
                      <a:pt x="4488" y="836"/>
                      <a:pt x="4543" y="836"/>
                      <a:pt x="4600" y="836"/>
                    </a:cubicBezTo>
                    <a:cubicBezTo>
                      <a:pt x="4600" y="864"/>
                      <a:pt x="4600" y="892"/>
                      <a:pt x="4600" y="920"/>
                    </a:cubicBezTo>
                    <a:cubicBezTo>
                      <a:pt x="4628" y="920"/>
                      <a:pt x="4656" y="920"/>
                      <a:pt x="4684" y="920"/>
                    </a:cubicBezTo>
                    <a:cubicBezTo>
                      <a:pt x="4684" y="948"/>
                      <a:pt x="4684" y="975"/>
                      <a:pt x="4684" y="1004"/>
                    </a:cubicBezTo>
                    <a:cubicBezTo>
                      <a:pt x="4739" y="1004"/>
                      <a:pt x="4794" y="1004"/>
                      <a:pt x="4851" y="1004"/>
                    </a:cubicBezTo>
                    <a:cubicBezTo>
                      <a:pt x="4851" y="1031"/>
                      <a:pt x="4851" y="1059"/>
                      <a:pt x="4851" y="1087"/>
                    </a:cubicBezTo>
                    <a:cubicBezTo>
                      <a:pt x="4879" y="1087"/>
                      <a:pt x="4907" y="1087"/>
                      <a:pt x="4935" y="1087"/>
                    </a:cubicBezTo>
                    <a:cubicBezTo>
                      <a:pt x="4935" y="1115"/>
                      <a:pt x="4935" y="1143"/>
                      <a:pt x="4935" y="1171"/>
                    </a:cubicBezTo>
                    <a:cubicBezTo>
                      <a:pt x="4990" y="1171"/>
                      <a:pt x="5045" y="1171"/>
                      <a:pt x="5102" y="1171"/>
                    </a:cubicBezTo>
                    <a:cubicBezTo>
                      <a:pt x="5102" y="1199"/>
                      <a:pt x="5102" y="1226"/>
                      <a:pt x="5102" y="1255"/>
                    </a:cubicBezTo>
                    <a:cubicBezTo>
                      <a:pt x="5130" y="1255"/>
                      <a:pt x="5157" y="1255"/>
                      <a:pt x="5186" y="1255"/>
                    </a:cubicBezTo>
                    <a:cubicBezTo>
                      <a:pt x="5186" y="1310"/>
                      <a:pt x="5186" y="1365"/>
                      <a:pt x="5186" y="1422"/>
                    </a:cubicBezTo>
                    <a:cubicBezTo>
                      <a:pt x="5213" y="1422"/>
                      <a:pt x="5241" y="1422"/>
                      <a:pt x="5270" y="1422"/>
                    </a:cubicBezTo>
                    <a:cubicBezTo>
                      <a:pt x="5270" y="1450"/>
                      <a:pt x="5270" y="1477"/>
                      <a:pt x="5270" y="1506"/>
                    </a:cubicBezTo>
                    <a:cubicBezTo>
                      <a:pt x="5242" y="1506"/>
                      <a:pt x="5214" y="1506"/>
                      <a:pt x="5186" y="1506"/>
                    </a:cubicBezTo>
                    <a:cubicBezTo>
                      <a:pt x="5188" y="1518"/>
                      <a:pt x="5191" y="1530"/>
                      <a:pt x="5194" y="1542"/>
                    </a:cubicBezTo>
                    <a:cubicBezTo>
                      <a:pt x="5185" y="1594"/>
                      <a:pt x="5180" y="1603"/>
                      <a:pt x="5141" y="1636"/>
                    </a:cubicBezTo>
                    <a:cubicBezTo>
                      <a:pt x="5034" y="1703"/>
                      <a:pt x="4889" y="1679"/>
                      <a:pt x="4768" y="1673"/>
                    </a:cubicBezTo>
                    <a:cubicBezTo>
                      <a:pt x="4768" y="1645"/>
                      <a:pt x="4768" y="1618"/>
                      <a:pt x="4768" y="1589"/>
                    </a:cubicBezTo>
                    <a:cubicBezTo>
                      <a:pt x="4740" y="1589"/>
                      <a:pt x="4712" y="1589"/>
                      <a:pt x="4684" y="1589"/>
                    </a:cubicBezTo>
                    <a:cubicBezTo>
                      <a:pt x="4684" y="1562"/>
                      <a:pt x="4684" y="1534"/>
                      <a:pt x="4684" y="1506"/>
                    </a:cubicBezTo>
                    <a:cubicBezTo>
                      <a:pt x="4656" y="1506"/>
                      <a:pt x="4629" y="1506"/>
                      <a:pt x="4600" y="1506"/>
                    </a:cubicBezTo>
                    <a:cubicBezTo>
                      <a:pt x="4600" y="1478"/>
                      <a:pt x="4600" y="1450"/>
                      <a:pt x="4600" y="1422"/>
                    </a:cubicBezTo>
                    <a:cubicBezTo>
                      <a:pt x="4518" y="1422"/>
                      <a:pt x="4435" y="1422"/>
                      <a:pt x="4349" y="1422"/>
                    </a:cubicBezTo>
                    <a:cubicBezTo>
                      <a:pt x="4349" y="1394"/>
                      <a:pt x="4349" y="1367"/>
                      <a:pt x="4349" y="1338"/>
                    </a:cubicBezTo>
                    <a:cubicBezTo>
                      <a:pt x="4322" y="1338"/>
                      <a:pt x="4294" y="1338"/>
                      <a:pt x="4266" y="1338"/>
                    </a:cubicBezTo>
                    <a:cubicBezTo>
                      <a:pt x="4266" y="1311"/>
                      <a:pt x="4266" y="1283"/>
                      <a:pt x="4266" y="1255"/>
                    </a:cubicBezTo>
                    <a:cubicBezTo>
                      <a:pt x="4183" y="1255"/>
                      <a:pt x="4100" y="1255"/>
                      <a:pt x="4015" y="1255"/>
                    </a:cubicBezTo>
                    <a:cubicBezTo>
                      <a:pt x="4015" y="1227"/>
                      <a:pt x="4015" y="1199"/>
                      <a:pt x="4015" y="1171"/>
                    </a:cubicBezTo>
                    <a:cubicBezTo>
                      <a:pt x="3960" y="1171"/>
                      <a:pt x="3904" y="1171"/>
                      <a:pt x="3848" y="1171"/>
                    </a:cubicBezTo>
                    <a:cubicBezTo>
                      <a:pt x="3848" y="1143"/>
                      <a:pt x="3848" y="1116"/>
                      <a:pt x="3848" y="1087"/>
                    </a:cubicBezTo>
                    <a:cubicBezTo>
                      <a:pt x="3820" y="1087"/>
                      <a:pt x="3792" y="1087"/>
                      <a:pt x="3764" y="1087"/>
                    </a:cubicBezTo>
                    <a:cubicBezTo>
                      <a:pt x="3764" y="1060"/>
                      <a:pt x="3764" y="1032"/>
                      <a:pt x="3764" y="1004"/>
                    </a:cubicBezTo>
                    <a:cubicBezTo>
                      <a:pt x="3746" y="1005"/>
                      <a:pt x="3728" y="1006"/>
                      <a:pt x="3710" y="1007"/>
                    </a:cubicBezTo>
                    <a:cubicBezTo>
                      <a:pt x="3519" y="1014"/>
                      <a:pt x="3359" y="982"/>
                      <a:pt x="3178" y="920"/>
                    </a:cubicBezTo>
                    <a:cubicBezTo>
                      <a:pt x="3178" y="892"/>
                      <a:pt x="3178" y="865"/>
                      <a:pt x="3178" y="836"/>
                    </a:cubicBezTo>
                    <a:cubicBezTo>
                      <a:pt x="3123" y="836"/>
                      <a:pt x="3068" y="836"/>
                      <a:pt x="3011" y="836"/>
                    </a:cubicBezTo>
                    <a:cubicBezTo>
                      <a:pt x="3011" y="809"/>
                      <a:pt x="3011" y="781"/>
                      <a:pt x="3011" y="753"/>
                    </a:cubicBezTo>
                    <a:cubicBezTo>
                      <a:pt x="2901" y="753"/>
                      <a:pt x="2790" y="753"/>
                      <a:pt x="2677" y="753"/>
                    </a:cubicBezTo>
                    <a:cubicBezTo>
                      <a:pt x="2677" y="725"/>
                      <a:pt x="2677" y="698"/>
                      <a:pt x="2677" y="669"/>
                    </a:cubicBezTo>
                    <a:cubicBezTo>
                      <a:pt x="2539" y="669"/>
                      <a:pt x="2401" y="669"/>
                      <a:pt x="2258" y="669"/>
                    </a:cubicBezTo>
                    <a:cubicBezTo>
                      <a:pt x="2258" y="642"/>
                      <a:pt x="2258" y="614"/>
                      <a:pt x="2258" y="586"/>
                    </a:cubicBezTo>
                    <a:cubicBezTo>
                      <a:pt x="2010" y="586"/>
                      <a:pt x="1762" y="586"/>
                      <a:pt x="1506" y="586"/>
                    </a:cubicBezTo>
                    <a:cubicBezTo>
                      <a:pt x="1506" y="558"/>
                      <a:pt x="1506" y="530"/>
                      <a:pt x="1506" y="502"/>
                    </a:cubicBezTo>
                    <a:cubicBezTo>
                      <a:pt x="1036" y="502"/>
                      <a:pt x="567" y="502"/>
                      <a:pt x="84" y="502"/>
                    </a:cubicBezTo>
                    <a:cubicBezTo>
                      <a:pt x="84" y="474"/>
                      <a:pt x="84" y="447"/>
                      <a:pt x="84" y="418"/>
                    </a:cubicBezTo>
                    <a:cubicBezTo>
                      <a:pt x="56" y="418"/>
                      <a:pt x="28" y="418"/>
                      <a:pt x="0" y="418"/>
                    </a:cubicBezTo>
                    <a:cubicBezTo>
                      <a:pt x="0" y="335"/>
                      <a:pt x="0" y="253"/>
                      <a:pt x="0" y="167"/>
                    </a:cubicBezTo>
                    <a:cubicBezTo>
                      <a:pt x="55" y="167"/>
                      <a:pt x="110" y="167"/>
                      <a:pt x="167" y="167"/>
                    </a:cubicBezTo>
                    <a:cubicBezTo>
                      <a:pt x="167" y="140"/>
                      <a:pt x="167" y="112"/>
                      <a:pt x="167" y="84"/>
                    </a:cubicBezTo>
                    <a:cubicBezTo>
                      <a:pt x="195" y="84"/>
                      <a:pt x="222" y="84"/>
                      <a:pt x="251" y="84"/>
                    </a:cubicBezTo>
                    <a:cubicBezTo>
                      <a:pt x="251" y="56"/>
                      <a:pt x="251" y="28"/>
                      <a:pt x="251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531" cap="flat">
                <a:noFill/>
              </a:ln>
            </p:spPr>
          </p:sp>
          <p:sp>
            <p:nvSpPr>
              <p:cNvPr id="776" name="ICON_REFERENCE_BOOK_path_010"/>
              <p:cNvSpPr/>
              <p:nvPr/>
            </p:nvSpPr>
            <p:spPr>
              <a:xfrm>
                <a:off x="10514089" y="917578"/>
                <a:ext cx="65861" cy="21245"/>
              </a:xfrm>
              <a:custGeom>
                <a:avLst/>
                <a:gdLst/>
                <a:ahLst/>
                <a:cxnLst/>
                <a:rect l="0" t="0" r="r" b="b"/>
                <a:pathLst>
                  <a:path w="5186" h="1673" fill="norm" stroke="0">
                    <a:moveTo>
                      <a:pt x="3848" y="0"/>
                    </a:moveTo>
                    <a:cubicBezTo>
                      <a:pt x="4206" y="0"/>
                      <a:pt x="4565" y="0"/>
                      <a:pt x="4935" y="0"/>
                    </a:cubicBezTo>
                    <a:cubicBezTo>
                      <a:pt x="4935" y="28"/>
                      <a:pt x="4935" y="55"/>
                      <a:pt x="4935" y="84"/>
                    </a:cubicBezTo>
                    <a:cubicBezTo>
                      <a:pt x="4990" y="84"/>
                      <a:pt x="5045" y="84"/>
                      <a:pt x="5102" y="84"/>
                    </a:cubicBezTo>
                    <a:cubicBezTo>
                      <a:pt x="5102" y="111"/>
                      <a:pt x="5102" y="139"/>
                      <a:pt x="5102" y="167"/>
                    </a:cubicBezTo>
                    <a:cubicBezTo>
                      <a:pt x="5130" y="167"/>
                      <a:pt x="5157" y="167"/>
                      <a:pt x="5186" y="167"/>
                    </a:cubicBezTo>
                    <a:cubicBezTo>
                      <a:pt x="5186" y="278"/>
                      <a:pt x="5186" y="388"/>
                      <a:pt x="5186" y="502"/>
                    </a:cubicBezTo>
                    <a:cubicBezTo>
                      <a:pt x="4689" y="502"/>
                      <a:pt x="4192" y="502"/>
                      <a:pt x="3680" y="502"/>
                    </a:cubicBezTo>
                    <a:cubicBezTo>
                      <a:pt x="3680" y="529"/>
                      <a:pt x="3680" y="557"/>
                      <a:pt x="3680" y="586"/>
                    </a:cubicBezTo>
                    <a:cubicBezTo>
                      <a:pt x="3487" y="586"/>
                      <a:pt x="3294" y="586"/>
                      <a:pt x="3095" y="586"/>
                    </a:cubicBezTo>
                    <a:cubicBezTo>
                      <a:pt x="3095" y="613"/>
                      <a:pt x="3095" y="641"/>
                      <a:pt x="3095" y="669"/>
                    </a:cubicBezTo>
                    <a:cubicBezTo>
                      <a:pt x="2929" y="669"/>
                      <a:pt x="2764" y="669"/>
                      <a:pt x="2593" y="669"/>
                    </a:cubicBezTo>
                    <a:cubicBezTo>
                      <a:pt x="2593" y="697"/>
                      <a:pt x="2593" y="724"/>
                      <a:pt x="2593" y="753"/>
                    </a:cubicBezTo>
                    <a:cubicBezTo>
                      <a:pt x="2483" y="753"/>
                      <a:pt x="2372" y="753"/>
                      <a:pt x="2258" y="753"/>
                    </a:cubicBezTo>
                    <a:cubicBezTo>
                      <a:pt x="2258" y="780"/>
                      <a:pt x="2258" y="808"/>
                      <a:pt x="2258" y="836"/>
                    </a:cubicBezTo>
                    <a:cubicBezTo>
                      <a:pt x="2176" y="836"/>
                      <a:pt x="2093" y="836"/>
                      <a:pt x="2007" y="836"/>
                    </a:cubicBezTo>
                    <a:cubicBezTo>
                      <a:pt x="2007" y="864"/>
                      <a:pt x="2007" y="892"/>
                      <a:pt x="2007" y="920"/>
                    </a:cubicBezTo>
                    <a:cubicBezTo>
                      <a:pt x="1925" y="920"/>
                      <a:pt x="1842" y="920"/>
                      <a:pt x="1757" y="920"/>
                    </a:cubicBezTo>
                    <a:cubicBezTo>
                      <a:pt x="1757" y="948"/>
                      <a:pt x="1757" y="975"/>
                      <a:pt x="1757" y="1004"/>
                    </a:cubicBezTo>
                    <a:cubicBezTo>
                      <a:pt x="1674" y="1004"/>
                      <a:pt x="1591" y="1004"/>
                      <a:pt x="1506" y="1004"/>
                    </a:cubicBezTo>
                    <a:cubicBezTo>
                      <a:pt x="1506" y="1031"/>
                      <a:pt x="1506" y="1059"/>
                      <a:pt x="1506" y="1087"/>
                    </a:cubicBezTo>
                    <a:cubicBezTo>
                      <a:pt x="1475" y="1135"/>
                      <a:pt x="1433" y="1153"/>
                      <a:pt x="1380" y="1171"/>
                    </a:cubicBezTo>
                    <a:cubicBezTo>
                      <a:pt x="1283" y="1181"/>
                      <a:pt x="1185" y="1176"/>
                      <a:pt x="1087" y="1171"/>
                    </a:cubicBezTo>
                    <a:cubicBezTo>
                      <a:pt x="1087" y="1199"/>
                      <a:pt x="1087" y="1226"/>
                      <a:pt x="1087" y="1255"/>
                    </a:cubicBezTo>
                    <a:cubicBezTo>
                      <a:pt x="1032" y="1255"/>
                      <a:pt x="977" y="1255"/>
                      <a:pt x="920" y="1255"/>
                    </a:cubicBezTo>
                    <a:cubicBezTo>
                      <a:pt x="920" y="1282"/>
                      <a:pt x="920" y="1310"/>
                      <a:pt x="920" y="1338"/>
                    </a:cubicBezTo>
                    <a:cubicBezTo>
                      <a:pt x="890" y="1373"/>
                      <a:pt x="864" y="1399"/>
                      <a:pt x="829" y="1427"/>
                    </a:cubicBezTo>
                    <a:cubicBezTo>
                      <a:pt x="819" y="1435"/>
                      <a:pt x="810" y="1442"/>
                      <a:pt x="800" y="1450"/>
                    </a:cubicBezTo>
                    <a:cubicBezTo>
                      <a:pt x="716" y="1512"/>
                      <a:pt x="645" y="1521"/>
                      <a:pt x="540" y="1511"/>
                    </a:cubicBezTo>
                    <a:cubicBezTo>
                      <a:pt x="528" y="1510"/>
                      <a:pt x="515" y="1508"/>
                      <a:pt x="502" y="1506"/>
                    </a:cubicBezTo>
                    <a:cubicBezTo>
                      <a:pt x="502" y="1533"/>
                      <a:pt x="502" y="1561"/>
                      <a:pt x="502" y="1589"/>
                    </a:cubicBezTo>
                    <a:cubicBezTo>
                      <a:pt x="474" y="1589"/>
                      <a:pt x="447" y="1589"/>
                      <a:pt x="418" y="1589"/>
                    </a:cubicBezTo>
                    <a:cubicBezTo>
                      <a:pt x="418" y="1617"/>
                      <a:pt x="418" y="1644"/>
                      <a:pt x="418" y="1673"/>
                    </a:cubicBezTo>
                    <a:cubicBezTo>
                      <a:pt x="308" y="1673"/>
                      <a:pt x="197" y="1673"/>
                      <a:pt x="84" y="1673"/>
                    </a:cubicBezTo>
                    <a:cubicBezTo>
                      <a:pt x="84" y="1645"/>
                      <a:pt x="84" y="1618"/>
                      <a:pt x="84" y="1589"/>
                    </a:cubicBezTo>
                    <a:cubicBezTo>
                      <a:pt x="56" y="1589"/>
                      <a:pt x="28" y="1589"/>
                      <a:pt x="0" y="1589"/>
                    </a:cubicBezTo>
                    <a:cubicBezTo>
                      <a:pt x="0" y="1506"/>
                      <a:pt x="0" y="1424"/>
                      <a:pt x="0" y="1338"/>
                    </a:cubicBezTo>
                    <a:cubicBezTo>
                      <a:pt x="28" y="1338"/>
                      <a:pt x="55" y="1338"/>
                      <a:pt x="84" y="1338"/>
                    </a:cubicBezTo>
                    <a:cubicBezTo>
                      <a:pt x="107" y="1302"/>
                      <a:pt x="107" y="1302"/>
                      <a:pt x="125" y="1255"/>
                    </a:cubicBezTo>
                    <a:cubicBezTo>
                      <a:pt x="144" y="1208"/>
                      <a:pt x="144" y="1208"/>
                      <a:pt x="167" y="1171"/>
                    </a:cubicBezTo>
                    <a:cubicBezTo>
                      <a:pt x="212" y="1166"/>
                      <a:pt x="212" y="1166"/>
                      <a:pt x="251" y="1171"/>
                    </a:cubicBezTo>
                    <a:cubicBezTo>
                      <a:pt x="251" y="1143"/>
                      <a:pt x="251" y="1116"/>
                      <a:pt x="251" y="1087"/>
                    </a:cubicBezTo>
                    <a:cubicBezTo>
                      <a:pt x="306" y="1087"/>
                      <a:pt x="361" y="1087"/>
                      <a:pt x="418" y="1087"/>
                    </a:cubicBezTo>
                    <a:cubicBezTo>
                      <a:pt x="418" y="1060"/>
                      <a:pt x="418" y="1032"/>
                      <a:pt x="418" y="1004"/>
                    </a:cubicBezTo>
                    <a:cubicBezTo>
                      <a:pt x="473" y="1004"/>
                      <a:pt x="529" y="1004"/>
                      <a:pt x="586" y="1004"/>
                    </a:cubicBezTo>
                    <a:cubicBezTo>
                      <a:pt x="586" y="976"/>
                      <a:pt x="586" y="949"/>
                      <a:pt x="586" y="920"/>
                    </a:cubicBezTo>
                    <a:cubicBezTo>
                      <a:pt x="613" y="920"/>
                      <a:pt x="641" y="920"/>
                      <a:pt x="669" y="920"/>
                    </a:cubicBezTo>
                    <a:cubicBezTo>
                      <a:pt x="669" y="892"/>
                      <a:pt x="669" y="865"/>
                      <a:pt x="669" y="836"/>
                    </a:cubicBezTo>
                    <a:cubicBezTo>
                      <a:pt x="724" y="836"/>
                      <a:pt x="780" y="836"/>
                      <a:pt x="836" y="836"/>
                    </a:cubicBezTo>
                    <a:cubicBezTo>
                      <a:pt x="836" y="809"/>
                      <a:pt x="836" y="781"/>
                      <a:pt x="836" y="753"/>
                    </a:cubicBezTo>
                    <a:cubicBezTo>
                      <a:pt x="892" y="753"/>
                      <a:pt x="947" y="753"/>
                      <a:pt x="1004" y="753"/>
                    </a:cubicBezTo>
                    <a:cubicBezTo>
                      <a:pt x="1004" y="725"/>
                      <a:pt x="1004" y="698"/>
                      <a:pt x="1004" y="669"/>
                    </a:cubicBezTo>
                    <a:cubicBezTo>
                      <a:pt x="1059" y="669"/>
                      <a:pt x="1114" y="669"/>
                      <a:pt x="1171" y="669"/>
                    </a:cubicBezTo>
                    <a:cubicBezTo>
                      <a:pt x="1171" y="642"/>
                      <a:pt x="1171" y="614"/>
                      <a:pt x="1171" y="586"/>
                    </a:cubicBezTo>
                    <a:cubicBezTo>
                      <a:pt x="1254" y="586"/>
                      <a:pt x="1337" y="586"/>
                      <a:pt x="1422" y="586"/>
                    </a:cubicBezTo>
                    <a:cubicBezTo>
                      <a:pt x="1422" y="558"/>
                      <a:pt x="1422" y="530"/>
                      <a:pt x="1422" y="502"/>
                    </a:cubicBezTo>
                    <a:cubicBezTo>
                      <a:pt x="1477" y="502"/>
                      <a:pt x="1532" y="502"/>
                      <a:pt x="1589" y="502"/>
                    </a:cubicBezTo>
                    <a:cubicBezTo>
                      <a:pt x="1589" y="474"/>
                      <a:pt x="1589" y="447"/>
                      <a:pt x="1589" y="418"/>
                    </a:cubicBezTo>
                    <a:cubicBezTo>
                      <a:pt x="1700" y="418"/>
                      <a:pt x="1810" y="418"/>
                      <a:pt x="1924" y="418"/>
                    </a:cubicBezTo>
                    <a:cubicBezTo>
                      <a:pt x="1924" y="391"/>
                      <a:pt x="1924" y="363"/>
                      <a:pt x="1924" y="335"/>
                    </a:cubicBezTo>
                    <a:cubicBezTo>
                      <a:pt x="2007" y="335"/>
                      <a:pt x="2089" y="335"/>
                      <a:pt x="2175" y="335"/>
                    </a:cubicBezTo>
                    <a:cubicBezTo>
                      <a:pt x="2175" y="307"/>
                      <a:pt x="2175" y="279"/>
                      <a:pt x="2175" y="251"/>
                    </a:cubicBezTo>
                    <a:cubicBezTo>
                      <a:pt x="2313" y="251"/>
                      <a:pt x="2451" y="251"/>
                      <a:pt x="2593" y="251"/>
                    </a:cubicBezTo>
                    <a:cubicBezTo>
                      <a:pt x="2593" y="223"/>
                      <a:pt x="2593" y="196"/>
                      <a:pt x="2593" y="167"/>
                    </a:cubicBezTo>
                    <a:cubicBezTo>
                      <a:pt x="2731" y="167"/>
                      <a:pt x="2869" y="167"/>
                      <a:pt x="3011" y="167"/>
                    </a:cubicBezTo>
                    <a:cubicBezTo>
                      <a:pt x="3011" y="140"/>
                      <a:pt x="3011" y="112"/>
                      <a:pt x="3011" y="84"/>
                    </a:cubicBezTo>
                    <a:cubicBezTo>
                      <a:pt x="3287" y="84"/>
                      <a:pt x="3563" y="84"/>
                      <a:pt x="3848" y="84"/>
                    </a:cubicBezTo>
                    <a:cubicBezTo>
                      <a:pt x="3848" y="56"/>
                      <a:pt x="3848" y="28"/>
                      <a:pt x="3848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531" cap="flat">
                <a:noFill/>
              </a:ln>
            </p:spPr>
          </p:sp>
          <p:sp>
            <p:nvSpPr>
              <p:cNvPr id="777" name="ICON_REFERENCE_BOOK_path_011"/>
              <p:cNvSpPr/>
              <p:nvPr/>
            </p:nvSpPr>
            <p:spPr>
              <a:xfrm>
                <a:off x="10513861" y="972816"/>
                <a:ext cx="66089" cy="22308"/>
              </a:xfrm>
              <a:custGeom>
                <a:avLst/>
                <a:gdLst/>
                <a:ahLst/>
                <a:cxnLst/>
                <a:rect l="0" t="0" r="r" b="b"/>
                <a:pathLst>
                  <a:path w="5204" h="1757" fill="norm" stroke="0">
                    <a:moveTo>
                      <a:pt x="4033" y="0"/>
                    </a:moveTo>
                    <a:cubicBezTo>
                      <a:pt x="4198" y="0"/>
                      <a:pt x="4364" y="0"/>
                      <a:pt x="4535" y="0"/>
                    </a:cubicBezTo>
                    <a:cubicBezTo>
                      <a:pt x="4535" y="28"/>
                      <a:pt x="4535" y="55"/>
                      <a:pt x="4535" y="84"/>
                    </a:cubicBezTo>
                    <a:cubicBezTo>
                      <a:pt x="4728" y="84"/>
                      <a:pt x="4921" y="84"/>
                      <a:pt x="5120" y="84"/>
                    </a:cubicBezTo>
                    <a:cubicBezTo>
                      <a:pt x="5120" y="111"/>
                      <a:pt x="5120" y="139"/>
                      <a:pt x="5120" y="167"/>
                    </a:cubicBezTo>
                    <a:cubicBezTo>
                      <a:pt x="5148" y="167"/>
                      <a:pt x="5175" y="167"/>
                      <a:pt x="5204" y="167"/>
                    </a:cubicBezTo>
                    <a:cubicBezTo>
                      <a:pt x="5204" y="250"/>
                      <a:pt x="5204" y="333"/>
                      <a:pt x="5204" y="418"/>
                    </a:cubicBezTo>
                    <a:cubicBezTo>
                      <a:pt x="5176" y="418"/>
                      <a:pt x="5149" y="418"/>
                      <a:pt x="5120" y="418"/>
                    </a:cubicBezTo>
                    <a:cubicBezTo>
                      <a:pt x="5120" y="446"/>
                      <a:pt x="5120" y="473"/>
                      <a:pt x="5120" y="502"/>
                    </a:cubicBezTo>
                    <a:cubicBezTo>
                      <a:pt x="5093" y="502"/>
                      <a:pt x="5065" y="502"/>
                      <a:pt x="5037" y="502"/>
                    </a:cubicBezTo>
                    <a:cubicBezTo>
                      <a:pt x="5037" y="529"/>
                      <a:pt x="5037" y="557"/>
                      <a:pt x="5037" y="586"/>
                    </a:cubicBezTo>
                    <a:cubicBezTo>
                      <a:pt x="4954" y="586"/>
                      <a:pt x="4871" y="586"/>
                      <a:pt x="4786" y="586"/>
                    </a:cubicBezTo>
                    <a:cubicBezTo>
                      <a:pt x="4786" y="558"/>
                      <a:pt x="4786" y="530"/>
                      <a:pt x="4786" y="502"/>
                    </a:cubicBezTo>
                    <a:cubicBezTo>
                      <a:pt x="4482" y="502"/>
                      <a:pt x="4178" y="502"/>
                      <a:pt x="3866" y="502"/>
                    </a:cubicBezTo>
                    <a:cubicBezTo>
                      <a:pt x="3866" y="529"/>
                      <a:pt x="3866" y="557"/>
                      <a:pt x="3866" y="586"/>
                    </a:cubicBezTo>
                    <a:cubicBezTo>
                      <a:pt x="3617" y="586"/>
                      <a:pt x="3369" y="586"/>
                      <a:pt x="3113" y="586"/>
                    </a:cubicBezTo>
                    <a:cubicBezTo>
                      <a:pt x="3113" y="613"/>
                      <a:pt x="3113" y="641"/>
                      <a:pt x="3113" y="669"/>
                    </a:cubicBezTo>
                    <a:cubicBezTo>
                      <a:pt x="2975" y="669"/>
                      <a:pt x="2837" y="669"/>
                      <a:pt x="2695" y="669"/>
                    </a:cubicBezTo>
                    <a:cubicBezTo>
                      <a:pt x="2695" y="697"/>
                      <a:pt x="2695" y="724"/>
                      <a:pt x="2695" y="753"/>
                    </a:cubicBezTo>
                    <a:cubicBezTo>
                      <a:pt x="2584" y="753"/>
                      <a:pt x="2474" y="753"/>
                      <a:pt x="2360" y="753"/>
                    </a:cubicBezTo>
                    <a:cubicBezTo>
                      <a:pt x="2360" y="780"/>
                      <a:pt x="2360" y="808"/>
                      <a:pt x="2360" y="836"/>
                    </a:cubicBezTo>
                    <a:cubicBezTo>
                      <a:pt x="2277" y="836"/>
                      <a:pt x="2194" y="836"/>
                      <a:pt x="2109" y="836"/>
                    </a:cubicBezTo>
                    <a:cubicBezTo>
                      <a:pt x="2109" y="864"/>
                      <a:pt x="2109" y="892"/>
                      <a:pt x="2109" y="920"/>
                    </a:cubicBezTo>
                    <a:cubicBezTo>
                      <a:pt x="2054" y="920"/>
                      <a:pt x="1999" y="920"/>
                      <a:pt x="1942" y="920"/>
                    </a:cubicBezTo>
                    <a:cubicBezTo>
                      <a:pt x="1942" y="948"/>
                      <a:pt x="1942" y="975"/>
                      <a:pt x="1942" y="1004"/>
                    </a:cubicBezTo>
                    <a:cubicBezTo>
                      <a:pt x="1831" y="1004"/>
                      <a:pt x="1721" y="1004"/>
                      <a:pt x="1607" y="1004"/>
                    </a:cubicBezTo>
                    <a:cubicBezTo>
                      <a:pt x="1607" y="1031"/>
                      <a:pt x="1607" y="1059"/>
                      <a:pt x="1607" y="1087"/>
                    </a:cubicBezTo>
                    <a:cubicBezTo>
                      <a:pt x="1552" y="1087"/>
                      <a:pt x="1497" y="1087"/>
                      <a:pt x="1440" y="1087"/>
                    </a:cubicBezTo>
                    <a:cubicBezTo>
                      <a:pt x="1440" y="1115"/>
                      <a:pt x="1440" y="1143"/>
                      <a:pt x="1440" y="1171"/>
                    </a:cubicBezTo>
                    <a:cubicBezTo>
                      <a:pt x="1385" y="1171"/>
                      <a:pt x="1330" y="1171"/>
                      <a:pt x="1273" y="1171"/>
                    </a:cubicBezTo>
                    <a:cubicBezTo>
                      <a:pt x="1273" y="1199"/>
                      <a:pt x="1273" y="1226"/>
                      <a:pt x="1273" y="1255"/>
                    </a:cubicBezTo>
                    <a:cubicBezTo>
                      <a:pt x="1217" y="1255"/>
                      <a:pt x="1162" y="1255"/>
                      <a:pt x="1105" y="1255"/>
                    </a:cubicBezTo>
                    <a:cubicBezTo>
                      <a:pt x="1105" y="1282"/>
                      <a:pt x="1105" y="1310"/>
                      <a:pt x="1105" y="1338"/>
                    </a:cubicBezTo>
                    <a:cubicBezTo>
                      <a:pt x="1050" y="1338"/>
                      <a:pt x="995" y="1338"/>
                      <a:pt x="938" y="1338"/>
                    </a:cubicBezTo>
                    <a:cubicBezTo>
                      <a:pt x="938" y="1366"/>
                      <a:pt x="938" y="1393"/>
                      <a:pt x="938" y="1422"/>
                    </a:cubicBezTo>
                    <a:cubicBezTo>
                      <a:pt x="883" y="1422"/>
                      <a:pt x="828" y="1422"/>
                      <a:pt x="771" y="1422"/>
                    </a:cubicBezTo>
                    <a:cubicBezTo>
                      <a:pt x="771" y="1450"/>
                      <a:pt x="771" y="1477"/>
                      <a:pt x="771" y="1506"/>
                    </a:cubicBezTo>
                    <a:cubicBezTo>
                      <a:pt x="716" y="1506"/>
                      <a:pt x="660" y="1506"/>
                      <a:pt x="603" y="1506"/>
                    </a:cubicBezTo>
                    <a:cubicBezTo>
                      <a:pt x="603" y="1533"/>
                      <a:pt x="603" y="1561"/>
                      <a:pt x="603" y="1589"/>
                    </a:cubicBezTo>
                    <a:cubicBezTo>
                      <a:pt x="576" y="1589"/>
                      <a:pt x="548" y="1589"/>
                      <a:pt x="520" y="1589"/>
                    </a:cubicBezTo>
                    <a:cubicBezTo>
                      <a:pt x="520" y="1617"/>
                      <a:pt x="520" y="1644"/>
                      <a:pt x="520" y="1673"/>
                    </a:cubicBezTo>
                    <a:cubicBezTo>
                      <a:pt x="465" y="1673"/>
                      <a:pt x="409" y="1673"/>
                      <a:pt x="353" y="1673"/>
                    </a:cubicBezTo>
                    <a:cubicBezTo>
                      <a:pt x="353" y="1700"/>
                      <a:pt x="353" y="1728"/>
                      <a:pt x="353" y="1757"/>
                    </a:cubicBezTo>
                    <a:cubicBezTo>
                      <a:pt x="297" y="1757"/>
                      <a:pt x="242" y="1757"/>
                      <a:pt x="185" y="1757"/>
                    </a:cubicBezTo>
                    <a:cubicBezTo>
                      <a:pt x="185" y="1729"/>
                      <a:pt x="185" y="1701"/>
                      <a:pt x="185" y="1673"/>
                    </a:cubicBezTo>
                    <a:cubicBezTo>
                      <a:pt x="173" y="1675"/>
                      <a:pt x="161" y="1678"/>
                      <a:pt x="149" y="1681"/>
                    </a:cubicBezTo>
                    <a:cubicBezTo>
                      <a:pt x="95" y="1672"/>
                      <a:pt x="87" y="1665"/>
                      <a:pt x="55" y="1623"/>
                    </a:cubicBezTo>
                    <a:cubicBezTo>
                      <a:pt x="0" y="1535"/>
                      <a:pt x="11" y="1439"/>
                      <a:pt x="18" y="1338"/>
                    </a:cubicBezTo>
                    <a:cubicBezTo>
                      <a:pt x="46" y="1338"/>
                      <a:pt x="73" y="1338"/>
                      <a:pt x="102" y="1338"/>
                    </a:cubicBezTo>
                    <a:cubicBezTo>
                      <a:pt x="102" y="1311"/>
                      <a:pt x="102" y="1283"/>
                      <a:pt x="102" y="1255"/>
                    </a:cubicBezTo>
                    <a:cubicBezTo>
                      <a:pt x="157" y="1255"/>
                      <a:pt x="212" y="1255"/>
                      <a:pt x="269" y="1255"/>
                    </a:cubicBezTo>
                    <a:cubicBezTo>
                      <a:pt x="269" y="1227"/>
                      <a:pt x="269" y="1199"/>
                      <a:pt x="269" y="1171"/>
                    </a:cubicBezTo>
                    <a:cubicBezTo>
                      <a:pt x="297" y="1171"/>
                      <a:pt x="324" y="1171"/>
                      <a:pt x="353" y="1171"/>
                    </a:cubicBezTo>
                    <a:cubicBezTo>
                      <a:pt x="350" y="1159"/>
                      <a:pt x="347" y="1147"/>
                      <a:pt x="345" y="1134"/>
                    </a:cubicBezTo>
                    <a:cubicBezTo>
                      <a:pt x="354" y="1081"/>
                      <a:pt x="361" y="1073"/>
                      <a:pt x="402" y="1040"/>
                    </a:cubicBezTo>
                    <a:cubicBezTo>
                      <a:pt x="491" y="986"/>
                      <a:pt x="587" y="997"/>
                      <a:pt x="687" y="1004"/>
                    </a:cubicBezTo>
                    <a:cubicBezTo>
                      <a:pt x="685" y="992"/>
                      <a:pt x="683" y="980"/>
                      <a:pt x="681" y="967"/>
                    </a:cubicBezTo>
                    <a:cubicBezTo>
                      <a:pt x="689" y="909"/>
                      <a:pt x="711" y="890"/>
                      <a:pt x="755" y="853"/>
                    </a:cubicBezTo>
                    <a:cubicBezTo>
                      <a:pt x="765" y="846"/>
                      <a:pt x="774" y="839"/>
                      <a:pt x="784" y="831"/>
                    </a:cubicBezTo>
                    <a:cubicBezTo>
                      <a:pt x="788" y="827"/>
                      <a:pt x="788" y="827"/>
                      <a:pt x="811" y="808"/>
                    </a:cubicBezTo>
                    <a:cubicBezTo>
                      <a:pt x="883" y="751"/>
                      <a:pt x="931" y="745"/>
                      <a:pt x="1022" y="753"/>
                    </a:cubicBezTo>
                    <a:cubicBezTo>
                      <a:pt x="1022" y="725"/>
                      <a:pt x="1022" y="698"/>
                      <a:pt x="1022" y="669"/>
                    </a:cubicBezTo>
                    <a:cubicBezTo>
                      <a:pt x="1132" y="669"/>
                      <a:pt x="1243" y="669"/>
                      <a:pt x="1356" y="669"/>
                    </a:cubicBezTo>
                    <a:cubicBezTo>
                      <a:pt x="1356" y="642"/>
                      <a:pt x="1356" y="614"/>
                      <a:pt x="1356" y="586"/>
                    </a:cubicBezTo>
                    <a:cubicBezTo>
                      <a:pt x="1411" y="586"/>
                      <a:pt x="1467" y="586"/>
                      <a:pt x="1524" y="586"/>
                    </a:cubicBezTo>
                    <a:cubicBezTo>
                      <a:pt x="1524" y="558"/>
                      <a:pt x="1524" y="530"/>
                      <a:pt x="1524" y="502"/>
                    </a:cubicBezTo>
                    <a:cubicBezTo>
                      <a:pt x="1606" y="502"/>
                      <a:pt x="1689" y="502"/>
                      <a:pt x="1774" y="502"/>
                    </a:cubicBezTo>
                    <a:cubicBezTo>
                      <a:pt x="1774" y="474"/>
                      <a:pt x="1774" y="447"/>
                      <a:pt x="1774" y="418"/>
                    </a:cubicBezTo>
                    <a:cubicBezTo>
                      <a:pt x="1857" y="418"/>
                      <a:pt x="1940" y="418"/>
                      <a:pt x="2025" y="418"/>
                    </a:cubicBezTo>
                    <a:cubicBezTo>
                      <a:pt x="2025" y="391"/>
                      <a:pt x="2025" y="363"/>
                      <a:pt x="2025" y="335"/>
                    </a:cubicBezTo>
                    <a:cubicBezTo>
                      <a:pt x="2136" y="335"/>
                      <a:pt x="2246" y="335"/>
                      <a:pt x="2360" y="335"/>
                    </a:cubicBezTo>
                    <a:cubicBezTo>
                      <a:pt x="2360" y="307"/>
                      <a:pt x="2360" y="279"/>
                      <a:pt x="2360" y="251"/>
                    </a:cubicBezTo>
                    <a:cubicBezTo>
                      <a:pt x="2631" y="141"/>
                      <a:pt x="2909" y="159"/>
                      <a:pt x="3196" y="167"/>
                    </a:cubicBezTo>
                    <a:cubicBezTo>
                      <a:pt x="3196" y="140"/>
                      <a:pt x="3196" y="112"/>
                      <a:pt x="3196" y="84"/>
                    </a:cubicBezTo>
                    <a:cubicBezTo>
                      <a:pt x="3472" y="84"/>
                      <a:pt x="3748" y="84"/>
                      <a:pt x="4033" y="84"/>
                    </a:cubicBezTo>
                    <a:cubicBezTo>
                      <a:pt x="4033" y="56"/>
                      <a:pt x="4033" y="28"/>
                      <a:pt x="4033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531" cap="flat">
                <a:noFill/>
              </a:ln>
            </p:spPr>
          </p:sp>
          <p:sp>
            <p:nvSpPr>
              <p:cNvPr id="778" name="ICON_REFERENCE_BOOK_path_012"/>
              <p:cNvSpPr/>
              <p:nvPr/>
            </p:nvSpPr>
            <p:spPr>
              <a:xfrm>
                <a:off x="10408925" y="917578"/>
                <a:ext cx="64976" cy="21371"/>
              </a:xfrm>
              <a:custGeom>
                <a:avLst/>
                <a:gdLst/>
                <a:ahLst/>
                <a:cxnLst/>
                <a:rect l="0" t="0" r="r" b="b"/>
                <a:pathLst>
                  <a:path w="5116" h="1683" fill="norm" stroke="0">
                    <a:moveTo>
                      <a:pt x="335" y="0"/>
                    </a:moveTo>
                    <a:cubicBezTo>
                      <a:pt x="638" y="0"/>
                      <a:pt x="942" y="0"/>
                      <a:pt x="1255" y="0"/>
                    </a:cubicBezTo>
                    <a:cubicBezTo>
                      <a:pt x="1255" y="28"/>
                      <a:pt x="1255" y="55"/>
                      <a:pt x="1255" y="84"/>
                    </a:cubicBezTo>
                    <a:cubicBezTo>
                      <a:pt x="1558" y="84"/>
                      <a:pt x="1862" y="84"/>
                      <a:pt x="2175" y="84"/>
                    </a:cubicBezTo>
                    <a:cubicBezTo>
                      <a:pt x="2175" y="111"/>
                      <a:pt x="2175" y="139"/>
                      <a:pt x="2175" y="167"/>
                    </a:cubicBezTo>
                    <a:cubicBezTo>
                      <a:pt x="2340" y="167"/>
                      <a:pt x="2506" y="167"/>
                      <a:pt x="2677" y="167"/>
                    </a:cubicBezTo>
                    <a:cubicBezTo>
                      <a:pt x="2677" y="195"/>
                      <a:pt x="2677" y="222"/>
                      <a:pt x="2677" y="251"/>
                    </a:cubicBezTo>
                    <a:cubicBezTo>
                      <a:pt x="2787" y="251"/>
                      <a:pt x="2897" y="251"/>
                      <a:pt x="3011" y="251"/>
                    </a:cubicBezTo>
                    <a:cubicBezTo>
                      <a:pt x="3011" y="279"/>
                      <a:pt x="3011" y="306"/>
                      <a:pt x="3011" y="335"/>
                    </a:cubicBezTo>
                    <a:cubicBezTo>
                      <a:pt x="3027" y="333"/>
                      <a:pt x="3044" y="331"/>
                      <a:pt x="3061" y="329"/>
                    </a:cubicBezTo>
                    <a:cubicBezTo>
                      <a:pt x="3288" y="311"/>
                      <a:pt x="3466" y="388"/>
                      <a:pt x="3670" y="479"/>
                    </a:cubicBezTo>
                    <a:cubicBezTo>
                      <a:pt x="3756" y="517"/>
                      <a:pt x="3844" y="551"/>
                      <a:pt x="3931" y="586"/>
                    </a:cubicBezTo>
                    <a:cubicBezTo>
                      <a:pt x="3931" y="613"/>
                      <a:pt x="3931" y="641"/>
                      <a:pt x="3931" y="669"/>
                    </a:cubicBezTo>
                    <a:cubicBezTo>
                      <a:pt x="3986" y="669"/>
                      <a:pt x="4042" y="669"/>
                      <a:pt x="4099" y="669"/>
                    </a:cubicBezTo>
                    <a:cubicBezTo>
                      <a:pt x="4099" y="697"/>
                      <a:pt x="4099" y="724"/>
                      <a:pt x="4099" y="753"/>
                    </a:cubicBezTo>
                    <a:cubicBezTo>
                      <a:pt x="4154" y="753"/>
                      <a:pt x="4209" y="753"/>
                      <a:pt x="4266" y="753"/>
                    </a:cubicBezTo>
                    <a:cubicBezTo>
                      <a:pt x="4266" y="780"/>
                      <a:pt x="4266" y="808"/>
                      <a:pt x="4266" y="836"/>
                    </a:cubicBezTo>
                    <a:cubicBezTo>
                      <a:pt x="4321" y="836"/>
                      <a:pt x="4376" y="836"/>
                      <a:pt x="4433" y="836"/>
                    </a:cubicBezTo>
                    <a:cubicBezTo>
                      <a:pt x="4433" y="864"/>
                      <a:pt x="4433" y="892"/>
                      <a:pt x="4433" y="920"/>
                    </a:cubicBezTo>
                    <a:cubicBezTo>
                      <a:pt x="4488" y="920"/>
                      <a:pt x="4543" y="920"/>
                      <a:pt x="4600" y="920"/>
                    </a:cubicBezTo>
                    <a:cubicBezTo>
                      <a:pt x="4600" y="948"/>
                      <a:pt x="4600" y="975"/>
                      <a:pt x="4600" y="1004"/>
                    </a:cubicBezTo>
                    <a:cubicBezTo>
                      <a:pt x="4656" y="1004"/>
                      <a:pt x="4711" y="1004"/>
                      <a:pt x="4768" y="1004"/>
                    </a:cubicBezTo>
                    <a:cubicBezTo>
                      <a:pt x="4768" y="1031"/>
                      <a:pt x="4768" y="1059"/>
                      <a:pt x="4768" y="1087"/>
                    </a:cubicBezTo>
                    <a:cubicBezTo>
                      <a:pt x="4795" y="1087"/>
                      <a:pt x="4823" y="1087"/>
                      <a:pt x="4851" y="1087"/>
                    </a:cubicBezTo>
                    <a:cubicBezTo>
                      <a:pt x="4851" y="1115"/>
                      <a:pt x="4851" y="1143"/>
                      <a:pt x="4851" y="1171"/>
                    </a:cubicBezTo>
                    <a:cubicBezTo>
                      <a:pt x="4907" y="1171"/>
                      <a:pt x="4962" y="1171"/>
                      <a:pt x="5019" y="1171"/>
                    </a:cubicBezTo>
                    <a:cubicBezTo>
                      <a:pt x="5019" y="1199"/>
                      <a:pt x="5019" y="1226"/>
                      <a:pt x="5019" y="1255"/>
                    </a:cubicBezTo>
                    <a:cubicBezTo>
                      <a:pt x="5046" y="1255"/>
                      <a:pt x="5074" y="1255"/>
                      <a:pt x="5102" y="1255"/>
                    </a:cubicBezTo>
                    <a:cubicBezTo>
                      <a:pt x="5106" y="1309"/>
                      <a:pt x="5108" y="1363"/>
                      <a:pt x="5110" y="1417"/>
                    </a:cubicBezTo>
                    <a:cubicBezTo>
                      <a:pt x="5111" y="1432"/>
                      <a:pt x="5112" y="1447"/>
                      <a:pt x="5113" y="1463"/>
                    </a:cubicBezTo>
                    <a:cubicBezTo>
                      <a:pt x="5116" y="1572"/>
                      <a:pt x="5116" y="1572"/>
                      <a:pt x="5078" y="1618"/>
                    </a:cubicBezTo>
                    <a:cubicBezTo>
                      <a:pt x="5009" y="1669"/>
                      <a:pt x="4950" y="1683"/>
                      <a:pt x="4864" y="1678"/>
                    </a:cubicBezTo>
                    <a:cubicBezTo>
                      <a:pt x="4846" y="1677"/>
                      <a:pt x="4828" y="1677"/>
                      <a:pt x="4809" y="1676"/>
                    </a:cubicBezTo>
                    <a:cubicBezTo>
                      <a:pt x="4795" y="1675"/>
                      <a:pt x="4782" y="1674"/>
                      <a:pt x="4768" y="1673"/>
                    </a:cubicBezTo>
                    <a:cubicBezTo>
                      <a:pt x="4768" y="1645"/>
                      <a:pt x="4768" y="1618"/>
                      <a:pt x="4768" y="1589"/>
                    </a:cubicBezTo>
                    <a:cubicBezTo>
                      <a:pt x="4712" y="1589"/>
                      <a:pt x="4657" y="1589"/>
                      <a:pt x="4600" y="1589"/>
                    </a:cubicBezTo>
                    <a:cubicBezTo>
                      <a:pt x="4600" y="1562"/>
                      <a:pt x="4600" y="1534"/>
                      <a:pt x="4600" y="1506"/>
                    </a:cubicBezTo>
                    <a:cubicBezTo>
                      <a:pt x="4573" y="1506"/>
                      <a:pt x="4545" y="1506"/>
                      <a:pt x="4517" y="1506"/>
                    </a:cubicBezTo>
                    <a:cubicBezTo>
                      <a:pt x="4517" y="1478"/>
                      <a:pt x="4517" y="1450"/>
                      <a:pt x="4517" y="1422"/>
                    </a:cubicBezTo>
                    <a:cubicBezTo>
                      <a:pt x="4462" y="1422"/>
                      <a:pt x="4406" y="1422"/>
                      <a:pt x="4349" y="1422"/>
                    </a:cubicBezTo>
                    <a:cubicBezTo>
                      <a:pt x="4349" y="1394"/>
                      <a:pt x="4349" y="1367"/>
                      <a:pt x="4349" y="1338"/>
                    </a:cubicBezTo>
                    <a:cubicBezTo>
                      <a:pt x="4294" y="1338"/>
                      <a:pt x="4239" y="1338"/>
                      <a:pt x="4182" y="1338"/>
                    </a:cubicBezTo>
                    <a:cubicBezTo>
                      <a:pt x="4182" y="1311"/>
                      <a:pt x="4182" y="1283"/>
                      <a:pt x="4182" y="1255"/>
                    </a:cubicBezTo>
                    <a:cubicBezTo>
                      <a:pt x="4127" y="1255"/>
                      <a:pt x="4072" y="1255"/>
                      <a:pt x="4015" y="1255"/>
                    </a:cubicBezTo>
                    <a:cubicBezTo>
                      <a:pt x="4015" y="1227"/>
                      <a:pt x="4015" y="1199"/>
                      <a:pt x="4015" y="1171"/>
                    </a:cubicBezTo>
                    <a:cubicBezTo>
                      <a:pt x="3960" y="1171"/>
                      <a:pt x="3904" y="1171"/>
                      <a:pt x="3848" y="1171"/>
                    </a:cubicBezTo>
                    <a:cubicBezTo>
                      <a:pt x="3848" y="1143"/>
                      <a:pt x="3848" y="1116"/>
                      <a:pt x="3848" y="1087"/>
                    </a:cubicBezTo>
                    <a:cubicBezTo>
                      <a:pt x="3792" y="1087"/>
                      <a:pt x="3737" y="1087"/>
                      <a:pt x="3680" y="1087"/>
                    </a:cubicBezTo>
                    <a:cubicBezTo>
                      <a:pt x="3680" y="1060"/>
                      <a:pt x="3680" y="1032"/>
                      <a:pt x="3680" y="1004"/>
                    </a:cubicBezTo>
                    <a:cubicBezTo>
                      <a:pt x="3570" y="1004"/>
                      <a:pt x="3459" y="1004"/>
                      <a:pt x="3346" y="1004"/>
                    </a:cubicBezTo>
                    <a:cubicBezTo>
                      <a:pt x="3346" y="976"/>
                      <a:pt x="3346" y="949"/>
                      <a:pt x="3346" y="920"/>
                    </a:cubicBezTo>
                    <a:cubicBezTo>
                      <a:pt x="3333" y="921"/>
                      <a:pt x="3320" y="922"/>
                      <a:pt x="3307" y="923"/>
                    </a:cubicBezTo>
                    <a:cubicBezTo>
                      <a:pt x="3159" y="929"/>
                      <a:pt x="3060" y="900"/>
                      <a:pt x="2928" y="836"/>
                    </a:cubicBezTo>
                    <a:cubicBezTo>
                      <a:pt x="2928" y="809"/>
                      <a:pt x="2928" y="781"/>
                      <a:pt x="2928" y="753"/>
                    </a:cubicBezTo>
                    <a:cubicBezTo>
                      <a:pt x="2817" y="753"/>
                      <a:pt x="2707" y="753"/>
                      <a:pt x="2593" y="753"/>
                    </a:cubicBezTo>
                    <a:cubicBezTo>
                      <a:pt x="2593" y="725"/>
                      <a:pt x="2593" y="698"/>
                      <a:pt x="2593" y="669"/>
                    </a:cubicBezTo>
                    <a:cubicBezTo>
                      <a:pt x="2455" y="669"/>
                      <a:pt x="2317" y="669"/>
                      <a:pt x="2175" y="669"/>
                    </a:cubicBezTo>
                    <a:cubicBezTo>
                      <a:pt x="2175" y="642"/>
                      <a:pt x="2175" y="614"/>
                      <a:pt x="2175" y="586"/>
                    </a:cubicBezTo>
                    <a:cubicBezTo>
                      <a:pt x="1954" y="586"/>
                      <a:pt x="1733" y="586"/>
                      <a:pt x="1506" y="586"/>
                    </a:cubicBezTo>
                    <a:cubicBezTo>
                      <a:pt x="1506" y="558"/>
                      <a:pt x="1506" y="530"/>
                      <a:pt x="1506" y="502"/>
                    </a:cubicBezTo>
                    <a:cubicBezTo>
                      <a:pt x="1036" y="502"/>
                      <a:pt x="567" y="502"/>
                      <a:pt x="84" y="502"/>
                    </a:cubicBezTo>
                    <a:cubicBezTo>
                      <a:pt x="84" y="474"/>
                      <a:pt x="84" y="447"/>
                      <a:pt x="84" y="418"/>
                    </a:cubicBezTo>
                    <a:cubicBezTo>
                      <a:pt x="56" y="418"/>
                      <a:pt x="28" y="418"/>
                      <a:pt x="0" y="418"/>
                    </a:cubicBezTo>
                    <a:cubicBezTo>
                      <a:pt x="0" y="335"/>
                      <a:pt x="0" y="253"/>
                      <a:pt x="0" y="167"/>
                    </a:cubicBezTo>
                    <a:cubicBezTo>
                      <a:pt x="28" y="167"/>
                      <a:pt x="55" y="167"/>
                      <a:pt x="84" y="167"/>
                    </a:cubicBezTo>
                    <a:cubicBezTo>
                      <a:pt x="84" y="140"/>
                      <a:pt x="84" y="112"/>
                      <a:pt x="84" y="84"/>
                    </a:cubicBezTo>
                    <a:cubicBezTo>
                      <a:pt x="166" y="84"/>
                      <a:pt x="249" y="84"/>
                      <a:pt x="335" y="84"/>
                    </a:cubicBezTo>
                    <a:cubicBezTo>
                      <a:pt x="335" y="56"/>
                      <a:pt x="335" y="28"/>
                      <a:pt x="335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531" cap="flat">
                <a:noFill/>
              </a:ln>
            </p:spPr>
          </p:sp>
          <p:sp>
            <p:nvSpPr>
              <p:cNvPr id="779" name="ICON_REFERENCE_BOOK_path_013"/>
              <p:cNvSpPr/>
              <p:nvPr/>
            </p:nvSpPr>
            <p:spPr>
              <a:xfrm>
                <a:off x="10408925" y="973878"/>
                <a:ext cx="64798" cy="21245"/>
              </a:xfrm>
              <a:custGeom>
                <a:avLst/>
                <a:gdLst/>
                <a:ahLst/>
                <a:cxnLst/>
                <a:rect l="0" t="0" r="r" b="b"/>
                <a:pathLst>
                  <a:path w="5102" h="1673" fill="norm" stroke="0">
                    <a:moveTo>
                      <a:pt x="84" y="0"/>
                    </a:moveTo>
                    <a:cubicBezTo>
                      <a:pt x="718" y="0"/>
                      <a:pt x="1353" y="0"/>
                      <a:pt x="2007" y="0"/>
                    </a:cubicBezTo>
                    <a:cubicBezTo>
                      <a:pt x="2007" y="28"/>
                      <a:pt x="2007" y="55"/>
                      <a:pt x="2007" y="84"/>
                    </a:cubicBezTo>
                    <a:cubicBezTo>
                      <a:pt x="2173" y="84"/>
                      <a:pt x="2339" y="84"/>
                      <a:pt x="2509" y="84"/>
                    </a:cubicBezTo>
                    <a:cubicBezTo>
                      <a:pt x="2509" y="111"/>
                      <a:pt x="2509" y="139"/>
                      <a:pt x="2509" y="167"/>
                    </a:cubicBezTo>
                    <a:cubicBezTo>
                      <a:pt x="2647" y="167"/>
                      <a:pt x="2785" y="167"/>
                      <a:pt x="2928" y="167"/>
                    </a:cubicBezTo>
                    <a:cubicBezTo>
                      <a:pt x="2928" y="195"/>
                      <a:pt x="2928" y="222"/>
                      <a:pt x="2928" y="251"/>
                    </a:cubicBezTo>
                    <a:cubicBezTo>
                      <a:pt x="3010" y="251"/>
                      <a:pt x="3093" y="251"/>
                      <a:pt x="3178" y="251"/>
                    </a:cubicBezTo>
                    <a:cubicBezTo>
                      <a:pt x="3178" y="279"/>
                      <a:pt x="3178" y="306"/>
                      <a:pt x="3178" y="335"/>
                    </a:cubicBezTo>
                    <a:cubicBezTo>
                      <a:pt x="3261" y="335"/>
                      <a:pt x="3344" y="335"/>
                      <a:pt x="3429" y="335"/>
                    </a:cubicBezTo>
                    <a:cubicBezTo>
                      <a:pt x="3429" y="362"/>
                      <a:pt x="3429" y="390"/>
                      <a:pt x="3429" y="418"/>
                    </a:cubicBezTo>
                    <a:cubicBezTo>
                      <a:pt x="3540" y="418"/>
                      <a:pt x="3650" y="418"/>
                      <a:pt x="3764" y="418"/>
                    </a:cubicBezTo>
                    <a:cubicBezTo>
                      <a:pt x="3764" y="446"/>
                      <a:pt x="3764" y="473"/>
                      <a:pt x="3764" y="502"/>
                    </a:cubicBezTo>
                    <a:cubicBezTo>
                      <a:pt x="3792" y="502"/>
                      <a:pt x="3819" y="502"/>
                      <a:pt x="3848" y="502"/>
                    </a:cubicBezTo>
                    <a:cubicBezTo>
                      <a:pt x="3848" y="529"/>
                      <a:pt x="3848" y="557"/>
                      <a:pt x="3848" y="586"/>
                    </a:cubicBezTo>
                    <a:cubicBezTo>
                      <a:pt x="3903" y="586"/>
                      <a:pt x="3958" y="586"/>
                      <a:pt x="4015" y="586"/>
                    </a:cubicBezTo>
                    <a:cubicBezTo>
                      <a:pt x="4015" y="613"/>
                      <a:pt x="4015" y="641"/>
                      <a:pt x="4015" y="669"/>
                    </a:cubicBezTo>
                    <a:cubicBezTo>
                      <a:pt x="4070" y="669"/>
                      <a:pt x="4125" y="669"/>
                      <a:pt x="4182" y="669"/>
                    </a:cubicBezTo>
                    <a:cubicBezTo>
                      <a:pt x="4182" y="697"/>
                      <a:pt x="4182" y="724"/>
                      <a:pt x="4182" y="753"/>
                    </a:cubicBezTo>
                    <a:cubicBezTo>
                      <a:pt x="4237" y="753"/>
                      <a:pt x="4293" y="753"/>
                      <a:pt x="4349" y="753"/>
                    </a:cubicBezTo>
                    <a:cubicBezTo>
                      <a:pt x="4349" y="780"/>
                      <a:pt x="4349" y="808"/>
                      <a:pt x="4349" y="836"/>
                    </a:cubicBezTo>
                    <a:cubicBezTo>
                      <a:pt x="4405" y="836"/>
                      <a:pt x="4460" y="836"/>
                      <a:pt x="4517" y="836"/>
                    </a:cubicBezTo>
                    <a:cubicBezTo>
                      <a:pt x="4517" y="864"/>
                      <a:pt x="4517" y="892"/>
                      <a:pt x="4517" y="920"/>
                    </a:cubicBezTo>
                    <a:cubicBezTo>
                      <a:pt x="4572" y="920"/>
                      <a:pt x="4627" y="920"/>
                      <a:pt x="4684" y="920"/>
                    </a:cubicBezTo>
                    <a:cubicBezTo>
                      <a:pt x="4684" y="948"/>
                      <a:pt x="4684" y="975"/>
                      <a:pt x="4684" y="1004"/>
                    </a:cubicBezTo>
                    <a:cubicBezTo>
                      <a:pt x="4712" y="1004"/>
                      <a:pt x="4739" y="1004"/>
                      <a:pt x="4768" y="1004"/>
                    </a:cubicBezTo>
                    <a:cubicBezTo>
                      <a:pt x="4768" y="1031"/>
                      <a:pt x="4768" y="1059"/>
                      <a:pt x="4768" y="1087"/>
                    </a:cubicBezTo>
                    <a:cubicBezTo>
                      <a:pt x="4823" y="1087"/>
                      <a:pt x="4878" y="1087"/>
                      <a:pt x="4935" y="1087"/>
                    </a:cubicBezTo>
                    <a:cubicBezTo>
                      <a:pt x="4935" y="1115"/>
                      <a:pt x="4935" y="1143"/>
                      <a:pt x="4935" y="1171"/>
                    </a:cubicBezTo>
                    <a:cubicBezTo>
                      <a:pt x="4963" y="1171"/>
                      <a:pt x="4990" y="1171"/>
                      <a:pt x="5019" y="1171"/>
                    </a:cubicBezTo>
                    <a:cubicBezTo>
                      <a:pt x="5019" y="1199"/>
                      <a:pt x="5019" y="1226"/>
                      <a:pt x="5019" y="1255"/>
                    </a:cubicBezTo>
                    <a:cubicBezTo>
                      <a:pt x="5046" y="1255"/>
                      <a:pt x="5074" y="1255"/>
                      <a:pt x="5102" y="1255"/>
                    </a:cubicBezTo>
                    <a:cubicBezTo>
                      <a:pt x="5102" y="1337"/>
                      <a:pt x="5102" y="1420"/>
                      <a:pt x="5102" y="1506"/>
                    </a:cubicBezTo>
                    <a:cubicBezTo>
                      <a:pt x="5075" y="1506"/>
                      <a:pt x="5047" y="1506"/>
                      <a:pt x="5019" y="1506"/>
                    </a:cubicBezTo>
                    <a:cubicBezTo>
                      <a:pt x="5019" y="1561"/>
                      <a:pt x="5019" y="1616"/>
                      <a:pt x="5019" y="1673"/>
                    </a:cubicBezTo>
                    <a:cubicBezTo>
                      <a:pt x="4936" y="1673"/>
                      <a:pt x="4853" y="1673"/>
                      <a:pt x="4768" y="1673"/>
                    </a:cubicBezTo>
                    <a:cubicBezTo>
                      <a:pt x="4768" y="1645"/>
                      <a:pt x="4768" y="1618"/>
                      <a:pt x="4768" y="1589"/>
                    </a:cubicBezTo>
                    <a:cubicBezTo>
                      <a:pt x="4740" y="1589"/>
                      <a:pt x="4712" y="1589"/>
                      <a:pt x="4684" y="1589"/>
                    </a:cubicBezTo>
                    <a:cubicBezTo>
                      <a:pt x="4684" y="1562"/>
                      <a:pt x="4684" y="1534"/>
                      <a:pt x="4684" y="1506"/>
                    </a:cubicBezTo>
                    <a:cubicBezTo>
                      <a:pt x="4629" y="1506"/>
                      <a:pt x="4574" y="1506"/>
                      <a:pt x="4517" y="1506"/>
                    </a:cubicBezTo>
                    <a:cubicBezTo>
                      <a:pt x="4517" y="1478"/>
                      <a:pt x="4517" y="1450"/>
                      <a:pt x="4517" y="1422"/>
                    </a:cubicBezTo>
                    <a:cubicBezTo>
                      <a:pt x="4489" y="1422"/>
                      <a:pt x="4462" y="1422"/>
                      <a:pt x="4433" y="1422"/>
                    </a:cubicBezTo>
                    <a:cubicBezTo>
                      <a:pt x="4433" y="1394"/>
                      <a:pt x="4433" y="1367"/>
                      <a:pt x="4433" y="1338"/>
                    </a:cubicBezTo>
                    <a:cubicBezTo>
                      <a:pt x="4378" y="1338"/>
                      <a:pt x="4323" y="1338"/>
                      <a:pt x="4266" y="1338"/>
                    </a:cubicBezTo>
                    <a:cubicBezTo>
                      <a:pt x="4266" y="1311"/>
                      <a:pt x="4266" y="1283"/>
                      <a:pt x="4266" y="1255"/>
                    </a:cubicBezTo>
                    <a:cubicBezTo>
                      <a:pt x="4211" y="1255"/>
                      <a:pt x="4155" y="1255"/>
                      <a:pt x="4099" y="1255"/>
                    </a:cubicBezTo>
                    <a:cubicBezTo>
                      <a:pt x="4099" y="1227"/>
                      <a:pt x="4099" y="1199"/>
                      <a:pt x="4099" y="1171"/>
                    </a:cubicBezTo>
                    <a:cubicBezTo>
                      <a:pt x="4043" y="1171"/>
                      <a:pt x="3988" y="1171"/>
                      <a:pt x="3931" y="1171"/>
                    </a:cubicBezTo>
                    <a:cubicBezTo>
                      <a:pt x="3931" y="1143"/>
                      <a:pt x="3931" y="1116"/>
                      <a:pt x="3931" y="1087"/>
                    </a:cubicBezTo>
                    <a:cubicBezTo>
                      <a:pt x="3848" y="1087"/>
                      <a:pt x="3766" y="1087"/>
                      <a:pt x="3680" y="1087"/>
                    </a:cubicBezTo>
                    <a:cubicBezTo>
                      <a:pt x="3680" y="1060"/>
                      <a:pt x="3680" y="1032"/>
                      <a:pt x="3680" y="1004"/>
                    </a:cubicBezTo>
                    <a:cubicBezTo>
                      <a:pt x="3625" y="1004"/>
                      <a:pt x="3570" y="1004"/>
                      <a:pt x="3513" y="1004"/>
                    </a:cubicBezTo>
                    <a:cubicBezTo>
                      <a:pt x="3513" y="976"/>
                      <a:pt x="3513" y="949"/>
                      <a:pt x="3513" y="920"/>
                    </a:cubicBezTo>
                    <a:cubicBezTo>
                      <a:pt x="3458" y="920"/>
                      <a:pt x="3403" y="920"/>
                      <a:pt x="3346" y="920"/>
                    </a:cubicBezTo>
                    <a:cubicBezTo>
                      <a:pt x="3346" y="892"/>
                      <a:pt x="3346" y="865"/>
                      <a:pt x="3346" y="836"/>
                    </a:cubicBezTo>
                    <a:cubicBezTo>
                      <a:pt x="3331" y="837"/>
                      <a:pt x="3316" y="837"/>
                      <a:pt x="3301" y="838"/>
                    </a:cubicBezTo>
                    <a:cubicBezTo>
                      <a:pt x="3282" y="838"/>
                      <a:pt x="3263" y="839"/>
                      <a:pt x="3244" y="839"/>
                    </a:cubicBezTo>
                    <a:cubicBezTo>
                      <a:pt x="3234" y="839"/>
                      <a:pt x="3234" y="839"/>
                      <a:pt x="3186" y="841"/>
                    </a:cubicBezTo>
                    <a:cubicBezTo>
                      <a:pt x="3137" y="836"/>
                      <a:pt x="3137" y="836"/>
                      <a:pt x="3095" y="795"/>
                    </a:cubicBezTo>
                    <a:cubicBezTo>
                      <a:pt x="3059" y="786"/>
                      <a:pt x="3059" y="786"/>
                      <a:pt x="3018" y="781"/>
                    </a:cubicBezTo>
                    <a:cubicBezTo>
                      <a:pt x="3003" y="780"/>
                      <a:pt x="2988" y="778"/>
                      <a:pt x="2972" y="776"/>
                    </a:cubicBezTo>
                    <a:cubicBezTo>
                      <a:pt x="2957" y="774"/>
                      <a:pt x="2941" y="773"/>
                      <a:pt x="2925" y="771"/>
                    </a:cubicBezTo>
                    <a:cubicBezTo>
                      <a:pt x="2909" y="769"/>
                      <a:pt x="2893" y="767"/>
                      <a:pt x="2877" y="766"/>
                    </a:cubicBezTo>
                    <a:cubicBezTo>
                      <a:pt x="2838" y="761"/>
                      <a:pt x="2799" y="757"/>
                      <a:pt x="2760" y="753"/>
                    </a:cubicBezTo>
                    <a:cubicBezTo>
                      <a:pt x="2760" y="725"/>
                      <a:pt x="2760" y="698"/>
                      <a:pt x="2760" y="669"/>
                    </a:cubicBezTo>
                    <a:cubicBezTo>
                      <a:pt x="2650" y="669"/>
                      <a:pt x="2539" y="669"/>
                      <a:pt x="2426" y="669"/>
                    </a:cubicBezTo>
                    <a:cubicBezTo>
                      <a:pt x="2426" y="642"/>
                      <a:pt x="2426" y="614"/>
                      <a:pt x="2426" y="586"/>
                    </a:cubicBezTo>
                    <a:cubicBezTo>
                      <a:pt x="2260" y="586"/>
                      <a:pt x="2094" y="586"/>
                      <a:pt x="1924" y="586"/>
                    </a:cubicBezTo>
                    <a:cubicBezTo>
                      <a:pt x="1924" y="558"/>
                      <a:pt x="1924" y="530"/>
                      <a:pt x="1924" y="502"/>
                    </a:cubicBezTo>
                    <a:cubicBezTo>
                      <a:pt x="1675" y="502"/>
                      <a:pt x="1427" y="502"/>
                      <a:pt x="1171" y="502"/>
                    </a:cubicBezTo>
                    <a:cubicBezTo>
                      <a:pt x="1171" y="474"/>
                      <a:pt x="1171" y="447"/>
                      <a:pt x="1171" y="418"/>
                    </a:cubicBezTo>
                    <a:cubicBezTo>
                      <a:pt x="785" y="418"/>
                      <a:pt x="398" y="418"/>
                      <a:pt x="0" y="418"/>
                    </a:cubicBezTo>
                    <a:cubicBezTo>
                      <a:pt x="0" y="308"/>
                      <a:pt x="0" y="197"/>
                      <a:pt x="0" y="84"/>
                    </a:cubicBezTo>
                    <a:cubicBezTo>
                      <a:pt x="28" y="84"/>
                      <a:pt x="55" y="84"/>
                      <a:pt x="84" y="84"/>
                    </a:cubicBezTo>
                    <a:cubicBezTo>
                      <a:pt x="84" y="56"/>
                      <a:pt x="84" y="28"/>
                      <a:pt x="84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531" cap="flat">
                <a:noFill/>
              </a:ln>
            </p:spPr>
          </p:sp>
          <p:sp>
            <p:nvSpPr>
              <p:cNvPr id="780" name="ICON_REFERENCE_BOOK_path_014"/>
              <p:cNvSpPr/>
              <p:nvPr/>
            </p:nvSpPr>
            <p:spPr>
              <a:xfrm>
                <a:off x="10516214" y="1071532"/>
                <a:ext cx="113663" cy="6448"/>
              </a:xfrm>
              <a:custGeom>
                <a:avLst/>
                <a:gdLst/>
                <a:ahLst/>
                <a:cxnLst/>
                <a:rect l="0" t="0" r="r" b="b"/>
                <a:pathLst>
                  <a:path w="8950" h="508" fill="norm" stroke="0">
                    <a:moveTo>
                      <a:pt x="2831" y="1"/>
                    </a:moveTo>
                    <a:cubicBezTo>
                      <a:pt x="2845" y="0"/>
                      <a:pt x="2860" y="0"/>
                      <a:pt x="2875" y="0"/>
                    </a:cubicBezTo>
                    <a:cubicBezTo>
                      <a:pt x="2891" y="0"/>
                      <a:pt x="2907" y="0"/>
                      <a:pt x="2924" y="1"/>
                    </a:cubicBezTo>
                    <a:cubicBezTo>
                      <a:pt x="2932" y="1"/>
                      <a:pt x="2932" y="1"/>
                      <a:pt x="2976" y="0"/>
                    </a:cubicBezTo>
                    <a:cubicBezTo>
                      <a:pt x="3033" y="0"/>
                      <a:pt x="3091" y="0"/>
                      <a:pt x="3148" y="0"/>
                    </a:cubicBezTo>
                    <a:cubicBezTo>
                      <a:pt x="3189" y="0"/>
                      <a:pt x="3231" y="0"/>
                      <a:pt x="3272" y="0"/>
                    </a:cubicBezTo>
                    <a:cubicBezTo>
                      <a:pt x="3372" y="0"/>
                      <a:pt x="3472" y="0"/>
                      <a:pt x="3573" y="0"/>
                    </a:cubicBezTo>
                    <a:cubicBezTo>
                      <a:pt x="3654" y="0"/>
                      <a:pt x="3736" y="0"/>
                      <a:pt x="3817" y="0"/>
                    </a:cubicBezTo>
                    <a:cubicBezTo>
                      <a:pt x="3829" y="0"/>
                      <a:pt x="3840" y="0"/>
                      <a:pt x="3852" y="0"/>
                    </a:cubicBezTo>
                    <a:cubicBezTo>
                      <a:pt x="3876" y="0"/>
                      <a:pt x="3899" y="0"/>
                      <a:pt x="3923" y="0"/>
                    </a:cubicBezTo>
                    <a:cubicBezTo>
                      <a:pt x="4144" y="0"/>
                      <a:pt x="4365" y="0"/>
                      <a:pt x="4586" y="0"/>
                    </a:cubicBezTo>
                    <a:cubicBezTo>
                      <a:pt x="4775" y="1"/>
                      <a:pt x="4965" y="1"/>
                      <a:pt x="5155" y="0"/>
                    </a:cubicBezTo>
                    <a:cubicBezTo>
                      <a:pt x="5375" y="0"/>
                      <a:pt x="5595" y="0"/>
                      <a:pt x="5815" y="0"/>
                    </a:cubicBezTo>
                    <a:cubicBezTo>
                      <a:pt x="5838" y="0"/>
                      <a:pt x="5862" y="0"/>
                      <a:pt x="5885" y="0"/>
                    </a:cubicBezTo>
                    <a:cubicBezTo>
                      <a:pt x="5897" y="0"/>
                      <a:pt x="5908" y="0"/>
                      <a:pt x="5920" y="0"/>
                    </a:cubicBezTo>
                    <a:cubicBezTo>
                      <a:pt x="6002" y="0"/>
                      <a:pt x="6083" y="0"/>
                      <a:pt x="6165" y="0"/>
                    </a:cubicBezTo>
                    <a:cubicBezTo>
                      <a:pt x="6274" y="0"/>
                      <a:pt x="6384" y="0"/>
                      <a:pt x="6493" y="0"/>
                    </a:cubicBezTo>
                    <a:cubicBezTo>
                      <a:pt x="6534" y="0"/>
                      <a:pt x="6574" y="0"/>
                      <a:pt x="6614" y="0"/>
                    </a:cubicBezTo>
                    <a:cubicBezTo>
                      <a:pt x="6669" y="0"/>
                      <a:pt x="6724" y="0"/>
                      <a:pt x="6779" y="1"/>
                    </a:cubicBezTo>
                    <a:cubicBezTo>
                      <a:pt x="6795" y="0"/>
                      <a:pt x="6811" y="0"/>
                      <a:pt x="6828" y="0"/>
                    </a:cubicBezTo>
                    <a:cubicBezTo>
                      <a:pt x="6842" y="0"/>
                      <a:pt x="6857" y="0"/>
                      <a:pt x="6872" y="1"/>
                    </a:cubicBezTo>
                    <a:cubicBezTo>
                      <a:pt x="6885" y="1"/>
                      <a:pt x="6897" y="1"/>
                      <a:pt x="6910" y="1"/>
                    </a:cubicBezTo>
                    <a:cubicBezTo>
                      <a:pt x="6942" y="6"/>
                      <a:pt x="6942" y="6"/>
                      <a:pt x="6984" y="48"/>
                    </a:cubicBezTo>
                    <a:cubicBezTo>
                      <a:pt x="7024" y="53"/>
                      <a:pt x="7061" y="55"/>
                      <a:pt x="7100" y="56"/>
                    </a:cubicBezTo>
                    <a:cubicBezTo>
                      <a:pt x="7106" y="56"/>
                      <a:pt x="7106" y="56"/>
                      <a:pt x="7136" y="58"/>
                    </a:cubicBezTo>
                    <a:cubicBezTo>
                      <a:pt x="7175" y="59"/>
                      <a:pt x="7214" y="60"/>
                      <a:pt x="7254" y="61"/>
                    </a:cubicBezTo>
                    <a:cubicBezTo>
                      <a:pt x="7281" y="62"/>
                      <a:pt x="7308" y="63"/>
                      <a:pt x="7335" y="64"/>
                    </a:cubicBezTo>
                    <a:cubicBezTo>
                      <a:pt x="7406" y="66"/>
                      <a:pt x="7478" y="68"/>
                      <a:pt x="7549" y="70"/>
                    </a:cubicBezTo>
                    <a:cubicBezTo>
                      <a:pt x="7622" y="72"/>
                      <a:pt x="7695" y="74"/>
                      <a:pt x="7768" y="77"/>
                    </a:cubicBezTo>
                    <a:cubicBezTo>
                      <a:pt x="7911" y="81"/>
                      <a:pt x="8054" y="85"/>
                      <a:pt x="8197" y="89"/>
                    </a:cubicBezTo>
                    <a:cubicBezTo>
                      <a:pt x="8197" y="117"/>
                      <a:pt x="8197" y="145"/>
                      <a:pt x="8197" y="173"/>
                    </a:cubicBezTo>
                    <a:cubicBezTo>
                      <a:pt x="8445" y="173"/>
                      <a:pt x="8694" y="173"/>
                      <a:pt x="8950" y="173"/>
                    </a:cubicBezTo>
                    <a:cubicBezTo>
                      <a:pt x="8950" y="228"/>
                      <a:pt x="8950" y="284"/>
                      <a:pt x="8950" y="340"/>
                    </a:cubicBezTo>
                    <a:cubicBezTo>
                      <a:pt x="8922" y="340"/>
                      <a:pt x="8895" y="340"/>
                      <a:pt x="8866" y="340"/>
                    </a:cubicBezTo>
                    <a:cubicBezTo>
                      <a:pt x="8866" y="396"/>
                      <a:pt x="8866" y="451"/>
                      <a:pt x="8866" y="508"/>
                    </a:cubicBezTo>
                    <a:cubicBezTo>
                      <a:pt x="8811" y="508"/>
                      <a:pt x="8756" y="508"/>
                      <a:pt x="8699" y="508"/>
                    </a:cubicBezTo>
                    <a:cubicBezTo>
                      <a:pt x="8699" y="453"/>
                      <a:pt x="8699" y="397"/>
                      <a:pt x="8699" y="340"/>
                    </a:cubicBezTo>
                    <a:cubicBezTo>
                      <a:pt x="8616" y="340"/>
                      <a:pt x="8533" y="340"/>
                      <a:pt x="8448" y="340"/>
                    </a:cubicBezTo>
                    <a:cubicBezTo>
                      <a:pt x="8448" y="396"/>
                      <a:pt x="8448" y="451"/>
                      <a:pt x="8448" y="508"/>
                    </a:cubicBezTo>
                    <a:cubicBezTo>
                      <a:pt x="8420" y="508"/>
                      <a:pt x="8393" y="508"/>
                      <a:pt x="8364" y="508"/>
                    </a:cubicBezTo>
                    <a:cubicBezTo>
                      <a:pt x="8364" y="453"/>
                      <a:pt x="8364" y="397"/>
                      <a:pt x="8364" y="340"/>
                    </a:cubicBezTo>
                    <a:cubicBezTo>
                      <a:pt x="8254" y="340"/>
                      <a:pt x="8143" y="340"/>
                      <a:pt x="8030" y="340"/>
                    </a:cubicBezTo>
                    <a:cubicBezTo>
                      <a:pt x="8030" y="313"/>
                      <a:pt x="8030" y="285"/>
                      <a:pt x="8030" y="257"/>
                    </a:cubicBezTo>
                    <a:cubicBezTo>
                      <a:pt x="8002" y="257"/>
                      <a:pt x="7975" y="257"/>
                      <a:pt x="7946" y="257"/>
                    </a:cubicBezTo>
                    <a:cubicBezTo>
                      <a:pt x="7946" y="229"/>
                      <a:pt x="7946" y="202"/>
                      <a:pt x="7946" y="173"/>
                    </a:cubicBezTo>
                    <a:cubicBezTo>
                      <a:pt x="7504" y="173"/>
                      <a:pt x="7063" y="173"/>
                      <a:pt x="6608" y="173"/>
                    </a:cubicBezTo>
                    <a:cubicBezTo>
                      <a:pt x="6608" y="146"/>
                      <a:pt x="6608" y="118"/>
                      <a:pt x="6608" y="89"/>
                    </a:cubicBezTo>
                    <a:cubicBezTo>
                      <a:pt x="6497" y="89"/>
                      <a:pt x="6387" y="89"/>
                      <a:pt x="6273" y="89"/>
                    </a:cubicBezTo>
                    <a:cubicBezTo>
                      <a:pt x="6273" y="117"/>
                      <a:pt x="6273" y="145"/>
                      <a:pt x="6273" y="173"/>
                    </a:cubicBezTo>
                    <a:cubicBezTo>
                      <a:pt x="6218" y="173"/>
                      <a:pt x="6163" y="173"/>
                      <a:pt x="6106" y="173"/>
                    </a:cubicBezTo>
                    <a:cubicBezTo>
                      <a:pt x="6106" y="228"/>
                      <a:pt x="6106" y="284"/>
                      <a:pt x="6106" y="340"/>
                    </a:cubicBezTo>
                    <a:cubicBezTo>
                      <a:pt x="6051" y="340"/>
                      <a:pt x="5996" y="340"/>
                      <a:pt x="5939" y="340"/>
                    </a:cubicBezTo>
                    <a:cubicBezTo>
                      <a:pt x="5939" y="285"/>
                      <a:pt x="5939" y="230"/>
                      <a:pt x="5939" y="173"/>
                    </a:cubicBezTo>
                    <a:cubicBezTo>
                      <a:pt x="5552" y="173"/>
                      <a:pt x="5166" y="173"/>
                      <a:pt x="4768" y="173"/>
                    </a:cubicBezTo>
                    <a:cubicBezTo>
                      <a:pt x="4768" y="228"/>
                      <a:pt x="4768" y="284"/>
                      <a:pt x="4768" y="340"/>
                    </a:cubicBezTo>
                    <a:cubicBezTo>
                      <a:pt x="4685" y="340"/>
                      <a:pt x="4602" y="340"/>
                      <a:pt x="4517" y="340"/>
                    </a:cubicBezTo>
                    <a:cubicBezTo>
                      <a:pt x="4517" y="285"/>
                      <a:pt x="4517" y="230"/>
                      <a:pt x="4517" y="173"/>
                    </a:cubicBezTo>
                    <a:cubicBezTo>
                      <a:pt x="4158" y="173"/>
                      <a:pt x="3799" y="173"/>
                      <a:pt x="3429" y="173"/>
                    </a:cubicBezTo>
                    <a:cubicBezTo>
                      <a:pt x="3429" y="146"/>
                      <a:pt x="3429" y="118"/>
                      <a:pt x="3429" y="89"/>
                    </a:cubicBezTo>
                    <a:cubicBezTo>
                      <a:pt x="3319" y="89"/>
                      <a:pt x="3209" y="89"/>
                      <a:pt x="3095" y="89"/>
                    </a:cubicBezTo>
                    <a:cubicBezTo>
                      <a:pt x="3095" y="117"/>
                      <a:pt x="3095" y="145"/>
                      <a:pt x="3095" y="173"/>
                    </a:cubicBezTo>
                    <a:cubicBezTo>
                      <a:pt x="2846" y="173"/>
                      <a:pt x="2598" y="173"/>
                      <a:pt x="2342" y="173"/>
                    </a:cubicBezTo>
                    <a:cubicBezTo>
                      <a:pt x="2342" y="201"/>
                      <a:pt x="2342" y="228"/>
                      <a:pt x="2342" y="257"/>
                    </a:cubicBezTo>
                    <a:cubicBezTo>
                      <a:pt x="2232" y="257"/>
                      <a:pt x="2121" y="257"/>
                      <a:pt x="2007" y="257"/>
                    </a:cubicBezTo>
                    <a:cubicBezTo>
                      <a:pt x="2007" y="229"/>
                      <a:pt x="2007" y="202"/>
                      <a:pt x="2007" y="173"/>
                    </a:cubicBezTo>
                    <a:cubicBezTo>
                      <a:pt x="1925" y="173"/>
                      <a:pt x="1842" y="173"/>
                      <a:pt x="1757" y="173"/>
                    </a:cubicBezTo>
                    <a:cubicBezTo>
                      <a:pt x="1757" y="228"/>
                      <a:pt x="1757" y="284"/>
                      <a:pt x="1757" y="340"/>
                    </a:cubicBezTo>
                    <a:cubicBezTo>
                      <a:pt x="1563" y="340"/>
                      <a:pt x="1370" y="340"/>
                      <a:pt x="1171" y="340"/>
                    </a:cubicBezTo>
                    <a:cubicBezTo>
                      <a:pt x="1171" y="396"/>
                      <a:pt x="1171" y="451"/>
                      <a:pt x="1171" y="508"/>
                    </a:cubicBezTo>
                    <a:cubicBezTo>
                      <a:pt x="1116" y="508"/>
                      <a:pt x="1061" y="508"/>
                      <a:pt x="1004" y="508"/>
                    </a:cubicBezTo>
                    <a:cubicBezTo>
                      <a:pt x="1004" y="453"/>
                      <a:pt x="1004" y="397"/>
                      <a:pt x="1004" y="340"/>
                    </a:cubicBezTo>
                    <a:cubicBezTo>
                      <a:pt x="976" y="340"/>
                      <a:pt x="949" y="340"/>
                      <a:pt x="920" y="340"/>
                    </a:cubicBezTo>
                    <a:cubicBezTo>
                      <a:pt x="920" y="313"/>
                      <a:pt x="920" y="285"/>
                      <a:pt x="920" y="257"/>
                    </a:cubicBezTo>
                    <a:cubicBezTo>
                      <a:pt x="865" y="257"/>
                      <a:pt x="810" y="257"/>
                      <a:pt x="753" y="257"/>
                    </a:cubicBezTo>
                    <a:cubicBezTo>
                      <a:pt x="753" y="284"/>
                      <a:pt x="753" y="312"/>
                      <a:pt x="753" y="340"/>
                    </a:cubicBezTo>
                    <a:cubicBezTo>
                      <a:pt x="560" y="340"/>
                      <a:pt x="366" y="340"/>
                      <a:pt x="167" y="340"/>
                    </a:cubicBezTo>
                    <a:cubicBezTo>
                      <a:pt x="167" y="368"/>
                      <a:pt x="167" y="396"/>
                      <a:pt x="167" y="424"/>
                    </a:cubicBezTo>
                    <a:cubicBezTo>
                      <a:pt x="112" y="424"/>
                      <a:pt x="57" y="424"/>
                      <a:pt x="0" y="424"/>
                    </a:cubicBezTo>
                    <a:cubicBezTo>
                      <a:pt x="17" y="358"/>
                      <a:pt x="37" y="307"/>
                      <a:pt x="84" y="257"/>
                    </a:cubicBezTo>
                    <a:cubicBezTo>
                      <a:pt x="169" y="235"/>
                      <a:pt x="252" y="241"/>
                      <a:pt x="340" y="246"/>
                    </a:cubicBezTo>
                    <a:cubicBezTo>
                      <a:pt x="364" y="247"/>
                      <a:pt x="387" y="248"/>
                      <a:pt x="411" y="249"/>
                    </a:cubicBezTo>
                    <a:cubicBezTo>
                      <a:pt x="469" y="250"/>
                      <a:pt x="527" y="253"/>
                      <a:pt x="586" y="257"/>
                    </a:cubicBezTo>
                    <a:cubicBezTo>
                      <a:pt x="586" y="229"/>
                      <a:pt x="586" y="202"/>
                      <a:pt x="586" y="173"/>
                    </a:cubicBezTo>
                    <a:cubicBezTo>
                      <a:pt x="917" y="173"/>
                      <a:pt x="1248" y="173"/>
                      <a:pt x="1589" y="173"/>
                    </a:cubicBezTo>
                    <a:cubicBezTo>
                      <a:pt x="1589" y="146"/>
                      <a:pt x="1589" y="118"/>
                      <a:pt x="1589" y="89"/>
                    </a:cubicBezTo>
                    <a:cubicBezTo>
                      <a:pt x="1603" y="89"/>
                      <a:pt x="1617" y="89"/>
                      <a:pt x="1632" y="88"/>
                    </a:cubicBezTo>
                    <a:cubicBezTo>
                      <a:pt x="1764" y="84"/>
                      <a:pt x="1896" y="80"/>
                      <a:pt x="2029" y="75"/>
                    </a:cubicBezTo>
                    <a:cubicBezTo>
                      <a:pt x="2097" y="73"/>
                      <a:pt x="2165" y="71"/>
                      <a:pt x="2233" y="69"/>
                    </a:cubicBezTo>
                    <a:cubicBezTo>
                      <a:pt x="2298" y="67"/>
                      <a:pt x="2364" y="65"/>
                      <a:pt x="2430" y="62"/>
                    </a:cubicBezTo>
                    <a:cubicBezTo>
                      <a:pt x="2455" y="61"/>
                      <a:pt x="2480" y="61"/>
                      <a:pt x="2505" y="60"/>
                    </a:cubicBezTo>
                    <a:cubicBezTo>
                      <a:pt x="2540" y="59"/>
                      <a:pt x="2575" y="58"/>
                      <a:pt x="2610" y="56"/>
                    </a:cubicBezTo>
                    <a:cubicBezTo>
                      <a:pt x="2620" y="56"/>
                      <a:pt x="2620" y="56"/>
                      <a:pt x="2671" y="54"/>
                    </a:cubicBezTo>
                    <a:cubicBezTo>
                      <a:pt x="2740" y="45"/>
                      <a:pt x="2757" y="1"/>
                      <a:pt x="2831" y="1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81" name="ICON_REFERENCE_BOOK_path_015"/>
              <p:cNvSpPr/>
              <p:nvPr/>
            </p:nvSpPr>
            <p:spPr>
              <a:xfrm>
                <a:off x="10357936" y="1071533"/>
                <a:ext cx="111538" cy="6447"/>
              </a:xfrm>
              <a:custGeom>
                <a:avLst/>
                <a:gdLst/>
                <a:ahLst/>
                <a:cxnLst/>
                <a:rect l="0" t="0" r="r" b="b"/>
                <a:pathLst>
                  <a:path w="8783" h="508" fill="norm" stroke="0">
                    <a:moveTo>
                      <a:pt x="0" y="6"/>
                    </a:moveTo>
                    <a:cubicBezTo>
                      <a:pt x="28" y="18"/>
                      <a:pt x="56" y="30"/>
                      <a:pt x="84" y="42"/>
                    </a:cubicBezTo>
                    <a:cubicBezTo>
                      <a:pt x="99" y="49"/>
                      <a:pt x="115" y="56"/>
                      <a:pt x="131" y="63"/>
                    </a:cubicBezTo>
                    <a:cubicBezTo>
                      <a:pt x="143" y="72"/>
                      <a:pt x="155" y="80"/>
                      <a:pt x="167" y="89"/>
                    </a:cubicBezTo>
                    <a:cubicBezTo>
                      <a:pt x="167" y="117"/>
                      <a:pt x="167" y="145"/>
                      <a:pt x="167" y="173"/>
                    </a:cubicBezTo>
                    <a:cubicBezTo>
                      <a:pt x="388" y="173"/>
                      <a:pt x="609" y="173"/>
                      <a:pt x="836" y="173"/>
                    </a:cubicBezTo>
                    <a:cubicBezTo>
                      <a:pt x="836" y="145"/>
                      <a:pt x="836" y="118"/>
                      <a:pt x="836" y="89"/>
                    </a:cubicBezTo>
                    <a:cubicBezTo>
                      <a:pt x="853" y="89"/>
                      <a:pt x="869" y="89"/>
                      <a:pt x="885" y="88"/>
                    </a:cubicBezTo>
                    <a:cubicBezTo>
                      <a:pt x="1037" y="84"/>
                      <a:pt x="1189" y="80"/>
                      <a:pt x="1341" y="75"/>
                    </a:cubicBezTo>
                    <a:cubicBezTo>
                      <a:pt x="1420" y="73"/>
                      <a:pt x="1498" y="71"/>
                      <a:pt x="1576" y="69"/>
                    </a:cubicBezTo>
                    <a:cubicBezTo>
                      <a:pt x="1651" y="67"/>
                      <a:pt x="1727" y="64"/>
                      <a:pt x="1802" y="62"/>
                    </a:cubicBezTo>
                    <a:cubicBezTo>
                      <a:pt x="1831" y="61"/>
                      <a:pt x="1860" y="61"/>
                      <a:pt x="1888" y="60"/>
                    </a:cubicBezTo>
                    <a:cubicBezTo>
                      <a:pt x="1929" y="59"/>
                      <a:pt x="1969" y="58"/>
                      <a:pt x="2009" y="56"/>
                    </a:cubicBezTo>
                    <a:cubicBezTo>
                      <a:pt x="2021" y="56"/>
                      <a:pt x="2033" y="56"/>
                      <a:pt x="2045" y="55"/>
                    </a:cubicBezTo>
                    <a:cubicBezTo>
                      <a:pt x="2128" y="52"/>
                      <a:pt x="2128" y="52"/>
                      <a:pt x="2175" y="6"/>
                    </a:cubicBezTo>
                    <a:cubicBezTo>
                      <a:pt x="2207" y="1"/>
                      <a:pt x="2207" y="1"/>
                      <a:pt x="2245" y="1"/>
                    </a:cubicBezTo>
                    <a:cubicBezTo>
                      <a:pt x="2260" y="0"/>
                      <a:pt x="2274" y="0"/>
                      <a:pt x="2289" y="0"/>
                    </a:cubicBezTo>
                    <a:cubicBezTo>
                      <a:pt x="2305" y="0"/>
                      <a:pt x="2322" y="0"/>
                      <a:pt x="2338" y="1"/>
                    </a:cubicBezTo>
                    <a:cubicBezTo>
                      <a:pt x="2347" y="0"/>
                      <a:pt x="2347" y="0"/>
                      <a:pt x="2390" y="0"/>
                    </a:cubicBezTo>
                    <a:cubicBezTo>
                      <a:pt x="2448" y="0"/>
                      <a:pt x="2505" y="0"/>
                      <a:pt x="2563" y="0"/>
                    </a:cubicBezTo>
                    <a:cubicBezTo>
                      <a:pt x="2604" y="0"/>
                      <a:pt x="2645" y="0"/>
                      <a:pt x="2686" y="0"/>
                    </a:cubicBezTo>
                    <a:cubicBezTo>
                      <a:pt x="2786" y="0"/>
                      <a:pt x="2887" y="0"/>
                      <a:pt x="2987" y="0"/>
                    </a:cubicBezTo>
                    <a:cubicBezTo>
                      <a:pt x="3069" y="0"/>
                      <a:pt x="3150" y="0"/>
                      <a:pt x="3232" y="0"/>
                    </a:cubicBezTo>
                    <a:cubicBezTo>
                      <a:pt x="3243" y="0"/>
                      <a:pt x="3255" y="0"/>
                      <a:pt x="3267" y="0"/>
                    </a:cubicBezTo>
                    <a:cubicBezTo>
                      <a:pt x="3290" y="0"/>
                      <a:pt x="3314" y="0"/>
                      <a:pt x="3337" y="0"/>
                    </a:cubicBezTo>
                    <a:cubicBezTo>
                      <a:pt x="3558" y="0"/>
                      <a:pt x="3779" y="0"/>
                      <a:pt x="4000" y="0"/>
                    </a:cubicBezTo>
                    <a:cubicBezTo>
                      <a:pt x="4190" y="1"/>
                      <a:pt x="4380" y="1"/>
                      <a:pt x="4569" y="0"/>
                    </a:cubicBezTo>
                    <a:cubicBezTo>
                      <a:pt x="4789" y="0"/>
                      <a:pt x="5009" y="0"/>
                      <a:pt x="5229" y="0"/>
                    </a:cubicBezTo>
                    <a:cubicBezTo>
                      <a:pt x="5253" y="0"/>
                      <a:pt x="5276" y="0"/>
                      <a:pt x="5300" y="0"/>
                    </a:cubicBezTo>
                    <a:cubicBezTo>
                      <a:pt x="5311" y="0"/>
                      <a:pt x="5323" y="0"/>
                      <a:pt x="5335" y="0"/>
                    </a:cubicBezTo>
                    <a:cubicBezTo>
                      <a:pt x="5416" y="0"/>
                      <a:pt x="5498" y="0"/>
                      <a:pt x="5579" y="0"/>
                    </a:cubicBezTo>
                    <a:cubicBezTo>
                      <a:pt x="5689" y="0"/>
                      <a:pt x="5798" y="0"/>
                      <a:pt x="5908" y="0"/>
                    </a:cubicBezTo>
                    <a:cubicBezTo>
                      <a:pt x="5948" y="0"/>
                      <a:pt x="5989" y="0"/>
                      <a:pt x="6029" y="0"/>
                    </a:cubicBezTo>
                    <a:cubicBezTo>
                      <a:pt x="6084" y="0"/>
                      <a:pt x="6139" y="0"/>
                      <a:pt x="6193" y="1"/>
                    </a:cubicBezTo>
                    <a:cubicBezTo>
                      <a:pt x="6209" y="0"/>
                      <a:pt x="6226" y="0"/>
                      <a:pt x="6242" y="0"/>
                    </a:cubicBezTo>
                    <a:cubicBezTo>
                      <a:pt x="6257" y="0"/>
                      <a:pt x="6271" y="0"/>
                      <a:pt x="6287" y="1"/>
                    </a:cubicBezTo>
                    <a:cubicBezTo>
                      <a:pt x="6299" y="1"/>
                      <a:pt x="6312" y="1"/>
                      <a:pt x="6325" y="1"/>
                    </a:cubicBezTo>
                    <a:cubicBezTo>
                      <a:pt x="6357" y="6"/>
                      <a:pt x="6357" y="6"/>
                      <a:pt x="6399" y="48"/>
                    </a:cubicBezTo>
                    <a:cubicBezTo>
                      <a:pt x="6438" y="53"/>
                      <a:pt x="6475" y="55"/>
                      <a:pt x="6514" y="56"/>
                    </a:cubicBezTo>
                    <a:cubicBezTo>
                      <a:pt x="6526" y="56"/>
                      <a:pt x="6538" y="56"/>
                      <a:pt x="6550" y="57"/>
                    </a:cubicBezTo>
                    <a:cubicBezTo>
                      <a:pt x="6575" y="57"/>
                      <a:pt x="6601" y="58"/>
                      <a:pt x="6626" y="59"/>
                    </a:cubicBezTo>
                    <a:cubicBezTo>
                      <a:pt x="6667" y="59"/>
                      <a:pt x="6707" y="61"/>
                      <a:pt x="6748" y="62"/>
                    </a:cubicBezTo>
                    <a:cubicBezTo>
                      <a:pt x="6834" y="64"/>
                      <a:pt x="6919" y="66"/>
                      <a:pt x="7005" y="69"/>
                    </a:cubicBezTo>
                    <a:cubicBezTo>
                      <a:pt x="7105" y="71"/>
                      <a:pt x="7204" y="74"/>
                      <a:pt x="7303" y="77"/>
                    </a:cubicBezTo>
                    <a:cubicBezTo>
                      <a:pt x="7343" y="78"/>
                      <a:pt x="7383" y="79"/>
                      <a:pt x="7423" y="79"/>
                    </a:cubicBezTo>
                    <a:cubicBezTo>
                      <a:pt x="7447" y="80"/>
                      <a:pt x="7472" y="81"/>
                      <a:pt x="7496" y="82"/>
                    </a:cubicBezTo>
                    <a:cubicBezTo>
                      <a:pt x="7502" y="82"/>
                      <a:pt x="7502" y="82"/>
                      <a:pt x="7530" y="82"/>
                    </a:cubicBezTo>
                    <a:cubicBezTo>
                      <a:pt x="7592" y="84"/>
                      <a:pt x="7607" y="85"/>
                      <a:pt x="7653" y="131"/>
                    </a:cubicBezTo>
                    <a:cubicBezTo>
                      <a:pt x="7689" y="138"/>
                      <a:pt x="7689" y="138"/>
                      <a:pt x="7731" y="140"/>
                    </a:cubicBezTo>
                    <a:cubicBezTo>
                      <a:pt x="7747" y="141"/>
                      <a:pt x="7763" y="142"/>
                      <a:pt x="7779" y="142"/>
                    </a:cubicBezTo>
                    <a:cubicBezTo>
                      <a:pt x="7796" y="143"/>
                      <a:pt x="7814" y="144"/>
                      <a:pt x="7831" y="144"/>
                    </a:cubicBezTo>
                    <a:cubicBezTo>
                      <a:pt x="7840" y="145"/>
                      <a:pt x="7840" y="145"/>
                      <a:pt x="7885" y="147"/>
                    </a:cubicBezTo>
                    <a:cubicBezTo>
                      <a:pt x="7941" y="150"/>
                      <a:pt x="7997" y="152"/>
                      <a:pt x="8053" y="155"/>
                    </a:cubicBezTo>
                    <a:cubicBezTo>
                      <a:pt x="8091" y="157"/>
                      <a:pt x="8129" y="158"/>
                      <a:pt x="8168" y="160"/>
                    </a:cubicBezTo>
                    <a:cubicBezTo>
                      <a:pt x="8261" y="165"/>
                      <a:pt x="8354" y="169"/>
                      <a:pt x="8448" y="173"/>
                    </a:cubicBezTo>
                    <a:cubicBezTo>
                      <a:pt x="8448" y="201"/>
                      <a:pt x="8448" y="228"/>
                      <a:pt x="8448" y="257"/>
                    </a:cubicBezTo>
                    <a:cubicBezTo>
                      <a:pt x="8558" y="257"/>
                      <a:pt x="8669" y="257"/>
                      <a:pt x="8783" y="257"/>
                    </a:cubicBezTo>
                    <a:cubicBezTo>
                      <a:pt x="8783" y="284"/>
                      <a:pt x="8783" y="312"/>
                      <a:pt x="8783" y="340"/>
                    </a:cubicBezTo>
                    <a:cubicBezTo>
                      <a:pt x="8617" y="340"/>
                      <a:pt x="8451" y="340"/>
                      <a:pt x="8281" y="340"/>
                    </a:cubicBezTo>
                    <a:cubicBezTo>
                      <a:pt x="8281" y="313"/>
                      <a:pt x="8281" y="285"/>
                      <a:pt x="8281" y="257"/>
                    </a:cubicBezTo>
                    <a:cubicBezTo>
                      <a:pt x="8225" y="257"/>
                      <a:pt x="8170" y="257"/>
                      <a:pt x="8113" y="257"/>
                    </a:cubicBezTo>
                    <a:cubicBezTo>
                      <a:pt x="8113" y="284"/>
                      <a:pt x="8113" y="312"/>
                      <a:pt x="8113" y="340"/>
                    </a:cubicBezTo>
                    <a:cubicBezTo>
                      <a:pt x="7975" y="340"/>
                      <a:pt x="7837" y="340"/>
                      <a:pt x="7695" y="340"/>
                    </a:cubicBezTo>
                    <a:cubicBezTo>
                      <a:pt x="7695" y="313"/>
                      <a:pt x="7695" y="285"/>
                      <a:pt x="7695" y="257"/>
                    </a:cubicBezTo>
                    <a:cubicBezTo>
                      <a:pt x="7640" y="257"/>
                      <a:pt x="7585" y="257"/>
                      <a:pt x="7528" y="257"/>
                    </a:cubicBezTo>
                    <a:cubicBezTo>
                      <a:pt x="7528" y="229"/>
                      <a:pt x="7528" y="202"/>
                      <a:pt x="7528" y="173"/>
                    </a:cubicBezTo>
                    <a:cubicBezTo>
                      <a:pt x="7003" y="173"/>
                      <a:pt x="6479" y="173"/>
                      <a:pt x="5939" y="173"/>
                    </a:cubicBezTo>
                    <a:cubicBezTo>
                      <a:pt x="5939" y="145"/>
                      <a:pt x="5939" y="118"/>
                      <a:pt x="5939" y="89"/>
                    </a:cubicBezTo>
                    <a:cubicBezTo>
                      <a:pt x="5801" y="89"/>
                      <a:pt x="5663" y="89"/>
                      <a:pt x="5520" y="89"/>
                    </a:cubicBezTo>
                    <a:cubicBezTo>
                      <a:pt x="5520" y="117"/>
                      <a:pt x="5520" y="145"/>
                      <a:pt x="5520" y="173"/>
                    </a:cubicBezTo>
                    <a:cubicBezTo>
                      <a:pt x="5327" y="173"/>
                      <a:pt x="5134" y="173"/>
                      <a:pt x="4935" y="173"/>
                    </a:cubicBezTo>
                    <a:cubicBezTo>
                      <a:pt x="4935" y="228"/>
                      <a:pt x="4935" y="284"/>
                      <a:pt x="4935" y="340"/>
                    </a:cubicBezTo>
                    <a:cubicBezTo>
                      <a:pt x="4880" y="340"/>
                      <a:pt x="4825" y="340"/>
                      <a:pt x="4768" y="340"/>
                    </a:cubicBezTo>
                    <a:cubicBezTo>
                      <a:pt x="4768" y="285"/>
                      <a:pt x="4768" y="230"/>
                      <a:pt x="4768" y="173"/>
                    </a:cubicBezTo>
                    <a:cubicBezTo>
                      <a:pt x="4712" y="173"/>
                      <a:pt x="4657" y="173"/>
                      <a:pt x="4600" y="173"/>
                    </a:cubicBezTo>
                    <a:cubicBezTo>
                      <a:pt x="4600" y="228"/>
                      <a:pt x="4600" y="284"/>
                      <a:pt x="4600" y="340"/>
                    </a:cubicBezTo>
                    <a:cubicBezTo>
                      <a:pt x="4435" y="340"/>
                      <a:pt x="4269" y="340"/>
                      <a:pt x="4099" y="340"/>
                    </a:cubicBezTo>
                    <a:cubicBezTo>
                      <a:pt x="4099" y="285"/>
                      <a:pt x="4099" y="230"/>
                      <a:pt x="4099" y="173"/>
                    </a:cubicBezTo>
                    <a:cubicBezTo>
                      <a:pt x="4043" y="173"/>
                      <a:pt x="3988" y="173"/>
                      <a:pt x="3931" y="173"/>
                    </a:cubicBezTo>
                    <a:cubicBezTo>
                      <a:pt x="3931" y="228"/>
                      <a:pt x="3931" y="284"/>
                      <a:pt x="3931" y="340"/>
                    </a:cubicBezTo>
                    <a:cubicBezTo>
                      <a:pt x="3766" y="340"/>
                      <a:pt x="3600" y="340"/>
                      <a:pt x="3429" y="340"/>
                    </a:cubicBezTo>
                    <a:cubicBezTo>
                      <a:pt x="3429" y="285"/>
                      <a:pt x="3429" y="230"/>
                      <a:pt x="3429" y="173"/>
                    </a:cubicBezTo>
                    <a:cubicBezTo>
                      <a:pt x="3291" y="173"/>
                      <a:pt x="3153" y="173"/>
                      <a:pt x="3011" y="173"/>
                    </a:cubicBezTo>
                    <a:cubicBezTo>
                      <a:pt x="3011" y="145"/>
                      <a:pt x="3011" y="118"/>
                      <a:pt x="3011" y="89"/>
                    </a:cubicBezTo>
                    <a:cubicBezTo>
                      <a:pt x="2873" y="89"/>
                      <a:pt x="2735" y="89"/>
                      <a:pt x="2593" y="89"/>
                    </a:cubicBezTo>
                    <a:cubicBezTo>
                      <a:pt x="2593" y="117"/>
                      <a:pt x="2593" y="145"/>
                      <a:pt x="2593" y="173"/>
                    </a:cubicBezTo>
                    <a:cubicBezTo>
                      <a:pt x="2068" y="173"/>
                      <a:pt x="1544" y="173"/>
                      <a:pt x="1004" y="173"/>
                    </a:cubicBezTo>
                    <a:cubicBezTo>
                      <a:pt x="1004" y="201"/>
                      <a:pt x="1004" y="228"/>
                      <a:pt x="1004" y="257"/>
                    </a:cubicBezTo>
                    <a:cubicBezTo>
                      <a:pt x="976" y="257"/>
                      <a:pt x="949" y="257"/>
                      <a:pt x="920" y="257"/>
                    </a:cubicBezTo>
                    <a:cubicBezTo>
                      <a:pt x="920" y="284"/>
                      <a:pt x="920" y="312"/>
                      <a:pt x="920" y="340"/>
                    </a:cubicBezTo>
                    <a:cubicBezTo>
                      <a:pt x="782" y="340"/>
                      <a:pt x="644" y="340"/>
                      <a:pt x="502" y="340"/>
                    </a:cubicBezTo>
                    <a:cubicBezTo>
                      <a:pt x="502" y="396"/>
                      <a:pt x="502" y="451"/>
                      <a:pt x="502" y="508"/>
                    </a:cubicBezTo>
                    <a:cubicBezTo>
                      <a:pt x="419" y="508"/>
                      <a:pt x="336" y="508"/>
                      <a:pt x="251" y="508"/>
                    </a:cubicBezTo>
                    <a:cubicBezTo>
                      <a:pt x="251" y="452"/>
                      <a:pt x="251" y="397"/>
                      <a:pt x="251" y="340"/>
                    </a:cubicBezTo>
                    <a:cubicBezTo>
                      <a:pt x="223" y="340"/>
                      <a:pt x="196" y="340"/>
                      <a:pt x="167" y="340"/>
                    </a:cubicBezTo>
                    <a:cubicBezTo>
                      <a:pt x="167" y="313"/>
                      <a:pt x="167" y="285"/>
                      <a:pt x="167" y="257"/>
                    </a:cubicBezTo>
                    <a:cubicBezTo>
                      <a:pt x="140" y="257"/>
                      <a:pt x="112" y="257"/>
                      <a:pt x="84" y="257"/>
                    </a:cubicBezTo>
                    <a:cubicBezTo>
                      <a:pt x="84" y="229"/>
                      <a:pt x="84" y="202"/>
                      <a:pt x="84" y="173"/>
                    </a:cubicBezTo>
                    <a:cubicBezTo>
                      <a:pt x="56" y="173"/>
                      <a:pt x="28" y="173"/>
                      <a:pt x="0" y="173"/>
                    </a:cubicBezTo>
                    <a:cubicBezTo>
                      <a:pt x="0" y="118"/>
                      <a:pt x="0" y="63"/>
                      <a:pt x="0" y="6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82" name="ICON_REFERENCE_BOOK_path_016"/>
              <p:cNvSpPr/>
              <p:nvPr/>
            </p:nvSpPr>
            <p:spPr>
              <a:xfrm>
                <a:off x="10630304" y="911204"/>
                <a:ext cx="3822" cy="163589"/>
              </a:xfrm>
              <a:custGeom>
                <a:avLst/>
                <a:gdLst/>
                <a:ahLst/>
                <a:cxnLst/>
                <a:rect l="0" t="0" r="r" b="b"/>
                <a:pathLst>
                  <a:path w="301" h="12881" fill="norm" stroke="0">
                    <a:moveTo>
                      <a:pt x="134" y="0"/>
                    </a:moveTo>
                    <a:cubicBezTo>
                      <a:pt x="161" y="0"/>
                      <a:pt x="189" y="0"/>
                      <a:pt x="217" y="0"/>
                    </a:cubicBezTo>
                    <a:cubicBezTo>
                      <a:pt x="217" y="497"/>
                      <a:pt x="217" y="994"/>
                      <a:pt x="217" y="1506"/>
                    </a:cubicBezTo>
                    <a:cubicBezTo>
                      <a:pt x="245" y="1506"/>
                      <a:pt x="272" y="1506"/>
                      <a:pt x="301" y="1506"/>
                    </a:cubicBezTo>
                    <a:cubicBezTo>
                      <a:pt x="301" y="1644"/>
                      <a:pt x="301" y="1782"/>
                      <a:pt x="301" y="1924"/>
                    </a:cubicBezTo>
                    <a:cubicBezTo>
                      <a:pt x="273" y="1924"/>
                      <a:pt x="246" y="1924"/>
                      <a:pt x="217" y="1924"/>
                    </a:cubicBezTo>
                    <a:cubicBezTo>
                      <a:pt x="217" y="2172"/>
                      <a:pt x="217" y="2421"/>
                      <a:pt x="217" y="2677"/>
                    </a:cubicBezTo>
                    <a:cubicBezTo>
                      <a:pt x="245" y="2677"/>
                      <a:pt x="272" y="2677"/>
                      <a:pt x="301" y="2677"/>
                    </a:cubicBezTo>
                    <a:cubicBezTo>
                      <a:pt x="301" y="2815"/>
                      <a:pt x="301" y="2953"/>
                      <a:pt x="301" y="3095"/>
                    </a:cubicBezTo>
                    <a:cubicBezTo>
                      <a:pt x="273" y="3095"/>
                      <a:pt x="246" y="3095"/>
                      <a:pt x="217" y="3095"/>
                    </a:cubicBezTo>
                    <a:cubicBezTo>
                      <a:pt x="217" y="3260"/>
                      <a:pt x="217" y="3426"/>
                      <a:pt x="217" y="3597"/>
                    </a:cubicBezTo>
                    <a:cubicBezTo>
                      <a:pt x="245" y="3597"/>
                      <a:pt x="272" y="3597"/>
                      <a:pt x="301" y="3597"/>
                    </a:cubicBezTo>
                    <a:cubicBezTo>
                      <a:pt x="301" y="3652"/>
                      <a:pt x="301" y="3707"/>
                      <a:pt x="301" y="3764"/>
                    </a:cubicBezTo>
                    <a:cubicBezTo>
                      <a:pt x="273" y="3764"/>
                      <a:pt x="246" y="3764"/>
                      <a:pt x="217" y="3764"/>
                    </a:cubicBezTo>
                    <a:cubicBezTo>
                      <a:pt x="217" y="4150"/>
                      <a:pt x="217" y="4537"/>
                      <a:pt x="217" y="4935"/>
                    </a:cubicBezTo>
                    <a:cubicBezTo>
                      <a:pt x="245" y="4935"/>
                      <a:pt x="272" y="4935"/>
                      <a:pt x="301" y="4935"/>
                    </a:cubicBezTo>
                    <a:cubicBezTo>
                      <a:pt x="301" y="5101"/>
                      <a:pt x="301" y="5266"/>
                      <a:pt x="301" y="5437"/>
                    </a:cubicBezTo>
                    <a:cubicBezTo>
                      <a:pt x="273" y="5437"/>
                      <a:pt x="246" y="5437"/>
                      <a:pt x="217" y="5437"/>
                    </a:cubicBezTo>
                    <a:cubicBezTo>
                      <a:pt x="217" y="6541"/>
                      <a:pt x="217" y="7645"/>
                      <a:pt x="217" y="8783"/>
                    </a:cubicBezTo>
                    <a:cubicBezTo>
                      <a:pt x="245" y="8783"/>
                      <a:pt x="272" y="8783"/>
                      <a:pt x="301" y="8783"/>
                    </a:cubicBezTo>
                    <a:cubicBezTo>
                      <a:pt x="301" y="8948"/>
                      <a:pt x="301" y="9114"/>
                      <a:pt x="301" y="9284"/>
                    </a:cubicBezTo>
                    <a:cubicBezTo>
                      <a:pt x="273" y="9284"/>
                      <a:pt x="246" y="9284"/>
                      <a:pt x="217" y="9284"/>
                    </a:cubicBezTo>
                    <a:cubicBezTo>
                      <a:pt x="217" y="9726"/>
                      <a:pt x="217" y="10168"/>
                      <a:pt x="217" y="10623"/>
                    </a:cubicBezTo>
                    <a:cubicBezTo>
                      <a:pt x="245" y="10623"/>
                      <a:pt x="272" y="10623"/>
                      <a:pt x="301" y="10623"/>
                    </a:cubicBezTo>
                    <a:cubicBezTo>
                      <a:pt x="301" y="10678"/>
                      <a:pt x="301" y="10733"/>
                      <a:pt x="301" y="10790"/>
                    </a:cubicBezTo>
                    <a:cubicBezTo>
                      <a:pt x="273" y="10790"/>
                      <a:pt x="246" y="10790"/>
                      <a:pt x="217" y="10790"/>
                    </a:cubicBezTo>
                    <a:cubicBezTo>
                      <a:pt x="217" y="11314"/>
                      <a:pt x="217" y="11839"/>
                      <a:pt x="217" y="12379"/>
                    </a:cubicBezTo>
                    <a:cubicBezTo>
                      <a:pt x="245" y="12379"/>
                      <a:pt x="272" y="12379"/>
                      <a:pt x="301" y="12379"/>
                    </a:cubicBezTo>
                    <a:cubicBezTo>
                      <a:pt x="301" y="12462"/>
                      <a:pt x="301" y="12545"/>
                      <a:pt x="301" y="12630"/>
                    </a:cubicBezTo>
                    <a:cubicBezTo>
                      <a:pt x="273" y="12630"/>
                      <a:pt x="246" y="12630"/>
                      <a:pt x="217" y="12630"/>
                    </a:cubicBezTo>
                    <a:cubicBezTo>
                      <a:pt x="219" y="12642"/>
                      <a:pt x="222" y="12654"/>
                      <a:pt x="224" y="12666"/>
                    </a:cubicBezTo>
                    <a:cubicBezTo>
                      <a:pt x="215" y="12729"/>
                      <a:pt x="191" y="12743"/>
                      <a:pt x="143" y="12781"/>
                    </a:cubicBezTo>
                    <a:cubicBezTo>
                      <a:pt x="133" y="12788"/>
                      <a:pt x="123" y="12795"/>
                      <a:pt x="113" y="12803"/>
                    </a:cubicBezTo>
                    <a:cubicBezTo>
                      <a:pt x="108" y="12806"/>
                      <a:pt x="108" y="12806"/>
                      <a:pt x="82" y="12826"/>
                    </a:cubicBezTo>
                    <a:cubicBezTo>
                      <a:pt x="58" y="12844"/>
                      <a:pt x="33" y="12863"/>
                      <a:pt x="8" y="12881"/>
                    </a:cubicBezTo>
                    <a:cubicBezTo>
                      <a:pt x="0" y="12791"/>
                      <a:pt x="0" y="12791"/>
                      <a:pt x="8" y="12756"/>
                    </a:cubicBezTo>
                    <a:cubicBezTo>
                      <a:pt x="22" y="12745"/>
                      <a:pt x="36" y="12735"/>
                      <a:pt x="50" y="12725"/>
                    </a:cubicBezTo>
                    <a:cubicBezTo>
                      <a:pt x="108" y="12667"/>
                      <a:pt x="102" y="12603"/>
                      <a:pt x="103" y="12525"/>
                    </a:cubicBezTo>
                    <a:cubicBezTo>
                      <a:pt x="103" y="12505"/>
                      <a:pt x="103" y="12484"/>
                      <a:pt x="103" y="12464"/>
                    </a:cubicBezTo>
                    <a:cubicBezTo>
                      <a:pt x="103" y="12442"/>
                      <a:pt x="103" y="12420"/>
                      <a:pt x="103" y="12399"/>
                    </a:cubicBezTo>
                    <a:cubicBezTo>
                      <a:pt x="104" y="12339"/>
                      <a:pt x="104" y="12279"/>
                      <a:pt x="103" y="12219"/>
                    </a:cubicBezTo>
                    <a:cubicBezTo>
                      <a:pt x="103" y="12154"/>
                      <a:pt x="104" y="12089"/>
                      <a:pt x="104" y="12024"/>
                    </a:cubicBezTo>
                    <a:cubicBezTo>
                      <a:pt x="105" y="11910"/>
                      <a:pt x="105" y="11796"/>
                      <a:pt x="105" y="11681"/>
                    </a:cubicBezTo>
                    <a:cubicBezTo>
                      <a:pt x="105" y="11512"/>
                      <a:pt x="106" y="11342"/>
                      <a:pt x="106" y="11172"/>
                    </a:cubicBezTo>
                    <a:cubicBezTo>
                      <a:pt x="107" y="10887"/>
                      <a:pt x="108" y="10602"/>
                      <a:pt x="108" y="10316"/>
                    </a:cubicBezTo>
                    <a:cubicBezTo>
                      <a:pt x="109" y="10034"/>
                      <a:pt x="109" y="9751"/>
                      <a:pt x="110" y="9468"/>
                    </a:cubicBezTo>
                    <a:cubicBezTo>
                      <a:pt x="110" y="9451"/>
                      <a:pt x="110" y="9433"/>
                      <a:pt x="110" y="9415"/>
                    </a:cubicBezTo>
                    <a:cubicBezTo>
                      <a:pt x="111" y="9326"/>
                      <a:pt x="111" y="9237"/>
                      <a:pt x="111" y="9148"/>
                    </a:cubicBezTo>
                    <a:cubicBezTo>
                      <a:pt x="113" y="8516"/>
                      <a:pt x="115" y="7884"/>
                      <a:pt x="116" y="7252"/>
                    </a:cubicBezTo>
                    <a:cubicBezTo>
                      <a:pt x="117" y="6638"/>
                      <a:pt x="119" y="6023"/>
                      <a:pt x="120" y="5409"/>
                    </a:cubicBezTo>
                    <a:cubicBezTo>
                      <a:pt x="120" y="5391"/>
                      <a:pt x="120" y="5372"/>
                      <a:pt x="120" y="5352"/>
                    </a:cubicBezTo>
                    <a:cubicBezTo>
                      <a:pt x="121" y="5162"/>
                      <a:pt x="122" y="4972"/>
                      <a:pt x="122" y="4782"/>
                    </a:cubicBezTo>
                    <a:cubicBezTo>
                      <a:pt x="123" y="4395"/>
                      <a:pt x="124" y="4008"/>
                      <a:pt x="125" y="3621"/>
                    </a:cubicBezTo>
                    <a:cubicBezTo>
                      <a:pt x="125" y="3603"/>
                      <a:pt x="125" y="3585"/>
                      <a:pt x="125" y="3567"/>
                    </a:cubicBezTo>
                    <a:cubicBezTo>
                      <a:pt x="129" y="2378"/>
                      <a:pt x="131" y="1189"/>
                      <a:pt x="13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83" name="ICON_REFERENCE_BOOK_path_017"/>
              <p:cNvSpPr/>
              <p:nvPr/>
            </p:nvSpPr>
            <p:spPr>
              <a:xfrm>
                <a:off x="10480097" y="1088603"/>
                <a:ext cx="24432" cy="4249"/>
              </a:xfrm>
              <a:custGeom>
                <a:avLst/>
                <a:gdLst/>
                <a:ahLst/>
                <a:cxnLst/>
                <a:rect l="0" t="0" r="r" b="b"/>
                <a:pathLst>
                  <a:path w="1924" h="335" fill="norm" stroke="0">
                    <a:moveTo>
                      <a:pt x="0" y="0"/>
                    </a:moveTo>
                    <a:cubicBezTo>
                      <a:pt x="55" y="0"/>
                      <a:pt x="110" y="0"/>
                      <a:pt x="167" y="0"/>
                    </a:cubicBezTo>
                    <a:cubicBezTo>
                      <a:pt x="167" y="28"/>
                      <a:pt x="167" y="55"/>
                      <a:pt x="167" y="84"/>
                    </a:cubicBezTo>
                    <a:cubicBezTo>
                      <a:pt x="222" y="84"/>
                      <a:pt x="278" y="84"/>
                      <a:pt x="335" y="84"/>
                    </a:cubicBezTo>
                    <a:cubicBezTo>
                      <a:pt x="335" y="111"/>
                      <a:pt x="335" y="139"/>
                      <a:pt x="335" y="167"/>
                    </a:cubicBezTo>
                    <a:cubicBezTo>
                      <a:pt x="776" y="167"/>
                      <a:pt x="1218" y="167"/>
                      <a:pt x="1673" y="167"/>
                    </a:cubicBezTo>
                    <a:cubicBezTo>
                      <a:pt x="1673" y="140"/>
                      <a:pt x="1673" y="112"/>
                      <a:pt x="1673" y="84"/>
                    </a:cubicBezTo>
                    <a:cubicBezTo>
                      <a:pt x="1756" y="84"/>
                      <a:pt x="1838" y="84"/>
                      <a:pt x="1924" y="84"/>
                    </a:cubicBezTo>
                    <a:cubicBezTo>
                      <a:pt x="1910" y="111"/>
                      <a:pt x="1896" y="139"/>
                      <a:pt x="1882" y="167"/>
                    </a:cubicBezTo>
                    <a:cubicBezTo>
                      <a:pt x="1838" y="179"/>
                      <a:pt x="1802" y="171"/>
                      <a:pt x="1757" y="167"/>
                    </a:cubicBezTo>
                    <a:cubicBezTo>
                      <a:pt x="1757" y="222"/>
                      <a:pt x="1757" y="278"/>
                      <a:pt x="1757" y="335"/>
                    </a:cubicBezTo>
                    <a:cubicBezTo>
                      <a:pt x="1287" y="335"/>
                      <a:pt x="818" y="335"/>
                      <a:pt x="335" y="335"/>
                    </a:cubicBezTo>
                    <a:cubicBezTo>
                      <a:pt x="335" y="307"/>
                      <a:pt x="335" y="279"/>
                      <a:pt x="335" y="251"/>
                    </a:cubicBezTo>
                    <a:cubicBezTo>
                      <a:pt x="279" y="251"/>
                      <a:pt x="224" y="251"/>
                      <a:pt x="167" y="251"/>
                    </a:cubicBezTo>
                    <a:cubicBezTo>
                      <a:pt x="167" y="223"/>
                      <a:pt x="167" y="196"/>
                      <a:pt x="167" y="167"/>
                    </a:cubicBezTo>
                    <a:cubicBezTo>
                      <a:pt x="112" y="167"/>
                      <a:pt x="57" y="167"/>
                      <a:pt x="0" y="167"/>
                    </a:cubicBezTo>
                    <a:cubicBezTo>
                      <a:pt x="0" y="112"/>
                      <a:pt x="0" y="5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84" name="ICON_REFERENCE_BOOK_path_018"/>
              <p:cNvSpPr/>
              <p:nvPr/>
            </p:nvSpPr>
            <p:spPr>
              <a:xfrm>
                <a:off x="10374932" y="893146"/>
                <a:ext cx="8498" cy="7436"/>
              </a:xfrm>
              <a:custGeom>
                <a:avLst/>
                <a:gdLst/>
                <a:ahLst/>
                <a:cxnLst/>
                <a:rect l="0" t="0" r="r" b="b"/>
                <a:pathLst>
                  <a:path w="669" h="586" fill="norm" stroke="0">
                    <a:moveTo>
                      <a:pt x="251" y="0"/>
                    </a:moveTo>
                    <a:cubicBezTo>
                      <a:pt x="306" y="0"/>
                      <a:pt x="361" y="0"/>
                      <a:pt x="418" y="0"/>
                    </a:cubicBezTo>
                    <a:cubicBezTo>
                      <a:pt x="418" y="28"/>
                      <a:pt x="418" y="55"/>
                      <a:pt x="418" y="84"/>
                    </a:cubicBezTo>
                    <a:cubicBezTo>
                      <a:pt x="501" y="84"/>
                      <a:pt x="584" y="84"/>
                      <a:pt x="669" y="84"/>
                    </a:cubicBezTo>
                    <a:cubicBezTo>
                      <a:pt x="669" y="222"/>
                      <a:pt x="669" y="360"/>
                      <a:pt x="669" y="502"/>
                    </a:cubicBezTo>
                    <a:cubicBezTo>
                      <a:pt x="642" y="502"/>
                      <a:pt x="614" y="502"/>
                      <a:pt x="586" y="502"/>
                    </a:cubicBezTo>
                    <a:cubicBezTo>
                      <a:pt x="586" y="529"/>
                      <a:pt x="586" y="557"/>
                      <a:pt x="586" y="586"/>
                    </a:cubicBezTo>
                    <a:cubicBezTo>
                      <a:pt x="392" y="586"/>
                      <a:pt x="199" y="586"/>
                      <a:pt x="0" y="586"/>
                    </a:cubicBezTo>
                    <a:cubicBezTo>
                      <a:pt x="0" y="558"/>
                      <a:pt x="0" y="530"/>
                      <a:pt x="0" y="502"/>
                    </a:cubicBezTo>
                    <a:cubicBezTo>
                      <a:pt x="28" y="502"/>
                      <a:pt x="55" y="502"/>
                      <a:pt x="84" y="502"/>
                    </a:cubicBezTo>
                    <a:cubicBezTo>
                      <a:pt x="84" y="474"/>
                      <a:pt x="84" y="447"/>
                      <a:pt x="84" y="418"/>
                    </a:cubicBezTo>
                    <a:cubicBezTo>
                      <a:pt x="56" y="418"/>
                      <a:pt x="28" y="418"/>
                      <a:pt x="0" y="418"/>
                    </a:cubicBezTo>
                    <a:cubicBezTo>
                      <a:pt x="0" y="391"/>
                      <a:pt x="0" y="363"/>
                      <a:pt x="0" y="335"/>
                    </a:cubicBezTo>
                    <a:cubicBezTo>
                      <a:pt x="28" y="335"/>
                      <a:pt x="55" y="335"/>
                      <a:pt x="84" y="335"/>
                    </a:cubicBezTo>
                    <a:cubicBezTo>
                      <a:pt x="84" y="279"/>
                      <a:pt x="84" y="224"/>
                      <a:pt x="84" y="167"/>
                    </a:cubicBezTo>
                    <a:cubicBezTo>
                      <a:pt x="111" y="167"/>
                      <a:pt x="139" y="167"/>
                      <a:pt x="167" y="167"/>
                    </a:cubicBezTo>
                    <a:cubicBezTo>
                      <a:pt x="167" y="140"/>
                      <a:pt x="167" y="112"/>
                      <a:pt x="167" y="84"/>
                    </a:cubicBezTo>
                    <a:cubicBezTo>
                      <a:pt x="195" y="84"/>
                      <a:pt x="222" y="84"/>
                      <a:pt x="251" y="84"/>
                    </a:cubicBezTo>
                    <a:cubicBezTo>
                      <a:pt x="251" y="56"/>
                      <a:pt x="251" y="28"/>
                      <a:pt x="25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85" name="ICON_REFERENCE_BOOK_path_019"/>
              <p:cNvSpPr/>
              <p:nvPr/>
            </p:nvSpPr>
            <p:spPr>
              <a:xfrm>
                <a:off x="10363247" y="902706"/>
                <a:ext cx="8498" cy="5311"/>
              </a:xfrm>
              <a:custGeom>
                <a:avLst/>
                <a:gdLst/>
                <a:ahLst/>
                <a:cxnLst/>
                <a:rect l="0" t="0" r="r" b="b"/>
                <a:pathLst>
                  <a:path w="669" h="418" fill="norm" stroke="0">
                    <a:moveTo>
                      <a:pt x="251" y="0"/>
                    </a:moveTo>
                    <a:cubicBezTo>
                      <a:pt x="361" y="0"/>
                      <a:pt x="472" y="0"/>
                      <a:pt x="586" y="0"/>
                    </a:cubicBezTo>
                    <a:cubicBezTo>
                      <a:pt x="586" y="28"/>
                      <a:pt x="586" y="55"/>
                      <a:pt x="586" y="84"/>
                    </a:cubicBezTo>
                    <a:cubicBezTo>
                      <a:pt x="613" y="84"/>
                      <a:pt x="641" y="84"/>
                      <a:pt x="669" y="84"/>
                    </a:cubicBezTo>
                    <a:cubicBezTo>
                      <a:pt x="669" y="111"/>
                      <a:pt x="669" y="139"/>
                      <a:pt x="669" y="167"/>
                    </a:cubicBezTo>
                    <a:cubicBezTo>
                      <a:pt x="642" y="167"/>
                      <a:pt x="614" y="167"/>
                      <a:pt x="586" y="167"/>
                    </a:cubicBezTo>
                    <a:cubicBezTo>
                      <a:pt x="584" y="182"/>
                      <a:pt x="582" y="197"/>
                      <a:pt x="581" y="212"/>
                    </a:cubicBezTo>
                    <a:cubicBezTo>
                      <a:pt x="559" y="365"/>
                      <a:pt x="559" y="365"/>
                      <a:pt x="513" y="400"/>
                    </a:cubicBezTo>
                    <a:cubicBezTo>
                      <a:pt x="478" y="410"/>
                      <a:pt x="478" y="410"/>
                      <a:pt x="418" y="418"/>
                    </a:cubicBezTo>
                    <a:cubicBezTo>
                      <a:pt x="418" y="391"/>
                      <a:pt x="418" y="363"/>
                      <a:pt x="418" y="335"/>
                    </a:cubicBezTo>
                    <a:cubicBezTo>
                      <a:pt x="335" y="335"/>
                      <a:pt x="253" y="335"/>
                      <a:pt x="167" y="335"/>
                    </a:cubicBezTo>
                    <a:cubicBezTo>
                      <a:pt x="167" y="307"/>
                      <a:pt x="167" y="279"/>
                      <a:pt x="167" y="251"/>
                    </a:cubicBezTo>
                    <a:cubicBezTo>
                      <a:pt x="112" y="251"/>
                      <a:pt x="57" y="251"/>
                      <a:pt x="0" y="251"/>
                    </a:cubicBezTo>
                    <a:cubicBezTo>
                      <a:pt x="0" y="196"/>
                      <a:pt x="0" y="141"/>
                      <a:pt x="0" y="84"/>
                    </a:cubicBezTo>
                    <a:cubicBezTo>
                      <a:pt x="83" y="84"/>
                      <a:pt x="166" y="84"/>
                      <a:pt x="251" y="84"/>
                    </a:cubicBezTo>
                    <a:cubicBezTo>
                      <a:pt x="251" y="56"/>
                      <a:pt x="251" y="28"/>
                      <a:pt x="25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86" name="ICON_REFERENCE_BOOK_path_020"/>
              <p:cNvSpPr/>
              <p:nvPr/>
            </p:nvSpPr>
            <p:spPr>
              <a:xfrm>
                <a:off x="10459914" y="893146"/>
                <a:ext cx="10623" cy="6374"/>
              </a:xfrm>
              <a:custGeom>
                <a:avLst/>
                <a:gdLst/>
                <a:ahLst/>
                <a:cxnLst/>
                <a:rect l="0" t="0" r="r" b="b"/>
                <a:pathLst>
                  <a:path w="836" h="502" fill="norm" stroke="0">
                    <a:moveTo>
                      <a:pt x="0" y="0"/>
                    </a:moveTo>
                    <a:cubicBezTo>
                      <a:pt x="83" y="0"/>
                      <a:pt x="166" y="0"/>
                      <a:pt x="251" y="0"/>
                    </a:cubicBezTo>
                    <a:cubicBezTo>
                      <a:pt x="251" y="28"/>
                      <a:pt x="251" y="55"/>
                      <a:pt x="251" y="84"/>
                    </a:cubicBezTo>
                    <a:cubicBezTo>
                      <a:pt x="334" y="84"/>
                      <a:pt x="417" y="84"/>
                      <a:pt x="502" y="84"/>
                    </a:cubicBezTo>
                    <a:cubicBezTo>
                      <a:pt x="502" y="111"/>
                      <a:pt x="502" y="139"/>
                      <a:pt x="502" y="167"/>
                    </a:cubicBezTo>
                    <a:cubicBezTo>
                      <a:pt x="529" y="167"/>
                      <a:pt x="557" y="167"/>
                      <a:pt x="586" y="167"/>
                    </a:cubicBezTo>
                    <a:cubicBezTo>
                      <a:pt x="586" y="195"/>
                      <a:pt x="586" y="222"/>
                      <a:pt x="586" y="251"/>
                    </a:cubicBezTo>
                    <a:cubicBezTo>
                      <a:pt x="641" y="251"/>
                      <a:pt x="696" y="251"/>
                      <a:pt x="753" y="251"/>
                    </a:cubicBezTo>
                    <a:cubicBezTo>
                      <a:pt x="759" y="277"/>
                      <a:pt x="765" y="303"/>
                      <a:pt x="771" y="329"/>
                    </a:cubicBezTo>
                    <a:cubicBezTo>
                      <a:pt x="787" y="392"/>
                      <a:pt x="804" y="446"/>
                      <a:pt x="836" y="502"/>
                    </a:cubicBezTo>
                    <a:cubicBezTo>
                      <a:pt x="781" y="502"/>
                      <a:pt x="726" y="502"/>
                      <a:pt x="669" y="502"/>
                    </a:cubicBezTo>
                    <a:cubicBezTo>
                      <a:pt x="669" y="474"/>
                      <a:pt x="669" y="447"/>
                      <a:pt x="669" y="418"/>
                    </a:cubicBezTo>
                    <a:cubicBezTo>
                      <a:pt x="614" y="418"/>
                      <a:pt x="559" y="418"/>
                      <a:pt x="502" y="418"/>
                    </a:cubicBezTo>
                    <a:cubicBezTo>
                      <a:pt x="502" y="391"/>
                      <a:pt x="502" y="363"/>
                      <a:pt x="502" y="335"/>
                    </a:cubicBezTo>
                    <a:cubicBezTo>
                      <a:pt x="447" y="335"/>
                      <a:pt x="391" y="335"/>
                      <a:pt x="335" y="335"/>
                    </a:cubicBezTo>
                    <a:cubicBezTo>
                      <a:pt x="335" y="307"/>
                      <a:pt x="335" y="279"/>
                      <a:pt x="335" y="251"/>
                    </a:cubicBezTo>
                    <a:cubicBezTo>
                      <a:pt x="252" y="251"/>
                      <a:pt x="169" y="251"/>
                      <a:pt x="84" y="251"/>
                    </a:cubicBezTo>
                    <a:cubicBezTo>
                      <a:pt x="84" y="223"/>
                      <a:pt x="84" y="196"/>
                      <a:pt x="84" y="167"/>
                    </a:cubicBezTo>
                    <a:cubicBezTo>
                      <a:pt x="56" y="167"/>
                      <a:pt x="28" y="167"/>
                      <a:pt x="0" y="167"/>
                    </a:cubicBezTo>
                    <a:cubicBezTo>
                      <a:pt x="0" y="112"/>
                      <a:pt x="0" y="5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87" name="ICON_REFERENCE_BOOK_path_021"/>
              <p:cNvSpPr/>
              <p:nvPr/>
            </p:nvSpPr>
            <p:spPr>
              <a:xfrm>
                <a:off x="10418485" y="884648"/>
                <a:ext cx="16996" cy="3247"/>
              </a:xfrm>
              <a:custGeom>
                <a:avLst/>
                <a:gdLst/>
                <a:ahLst/>
                <a:cxnLst/>
                <a:rect l="0" t="0" r="r" b="b"/>
                <a:pathLst>
                  <a:path w="1338" h="256" fill="norm" stroke="0">
                    <a:moveTo>
                      <a:pt x="586" y="0"/>
                    </a:moveTo>
                    <a:cubicBezTo>
                      <a:pt x="696" y="0"/>
                      <a:pt x="806" y="0"/>
                      <a:pt x="920" y="0"/>
                    </a:cubicBezTo>
                    <a:cubicBezTo>
                      <a:pt x="920" y="28"/>
                      <a:pt x="920" y="55"/>
                      <a:pt x="920" y="84"/>
                    </a:cubicBezTo>
                    <a:cubicBezTo>
                      <a:pt x="1030" y="84"/>
                      <a:pt x="1141" y="84"/>
                      <a:pt x="1255" y="84"/>
                    </a:cubicBezTo>
                    <a:cubicBezTo>
                      <a:pt x="1255" y="111"/>
                      <a:pt x="1255" y="139"/>
                      <a:pt x="1255" y="167"/>
                    </a:cubicBezTo>
                    <a:cubicBezTo>
                      <a:pt x="1282" y="167"/>
                      <a:pt x="1310" y="167"/>
                      <a:pt x="1338" y="167"/>
                    </a:cubicBezTo>
                    <a:cubicBezTo>
                      <a:pt x="1338" y="195"/>
                      <a:pt x="1338" y="222"/>
                      <a:pt x="1338" y="251"/>
                    </a:cubicBezTo>
                    <a:cubicBezTo>
                      <a:pt x="1283" y="252"/>
                      <a:pt x="1229" y="253"/>
                      <a:pt x="1174" y="254"/>
                    </a:cubicBezTo>
                    <a:cubicBezTo>
                      <a:pt x="1158" y="254"/>
                      <a:pt x="1142" y="254"/>
                      <a:pt x="1126" y="255"/>
                    </a:cubicBezTo>
                    <a:cubicBezTo>
                      <a:pt x="1111" y="255"/>
                      <a:pt x="1096" y="255"/>
                      <a:pt x="1081" y="255"/>
                    </a:cubicBezTo>
                    <a:cubicBezTo>
                      <a:pt x="1067" y="255"/>
                      <a:pt x="1053" y="255"/>
                      <a:pt x="1039" y="256"/>
                    </a:cubicBezTo>
                    <a:cubicBezTo>
                      <a:pt x="1004" y="251"/>
                      <a:pt x="1004" y="251"/>
                      <a:pt x="962" y="209"/>
                    </a:cubicBezTo>
                    <a:cubicBezTo>
                      <a:pt x="920" y="203"/>
                      <a:pt x="920" y="203"/>
                      <a:pt x="869" y="201"/>
                    </a:cubicBezTo>
                    <a:cubicBezTo>
                      <a:pt x="859" y="200"/>
                      <a:pt x="859" y="200"/>
                      <a:pt x="811" y="198"/>
                    </a:cubicBezTo>
                    <a:cubicBezTo>
                      <a:pt x="789" y="197"/>
                      <a:pt x="768" y="197"/>
                      <a:pt x="747" y="196"/>
                    </a:cubicBezTo>
                    <a:cubicBezTo>
                      <a:pt x="726" y="195"/>
                      <a:pt x="704" y="194"/>
                      <a:pt x="683" y="193"/>
                    </a:cubicBezTo>
                    <a:cubicBezTo>
                      <a:pt x="626" y="191"/>
                      <a:pt x="570" y="189"/>
                      <a:pt x="513" y="187"/>
                    </a:cubicBezTo>
                    <a:cubicBezTo>
                      <a:pt x="455" y="185"/>
                      <a:pt x="398" y="182"/>
                      <a:pt x="340" y="180"/>
                    </a:cubicBezTo>
                    <a:cubicBezTo>
                      <a:pt x="227" y="176"/>
                      <a:pt x="113" y="171"/>
                      <a:pt x="0" y="167"/>
                    </a:cubicBezTo>
                    <a:cubicBezTo>
                      <a:pt x="0" y="140"/>
                      <a:pt x="0" y="112"/>
                      <a:pt x="0" y="84"/>
                    </a:cubicBezTo>
                    <a:cubicBezTo>
                      <a:pt x="193" y="84"/>
                      <a:pt x="386" y="84"/>
                      <a:pt x="586" y="84"/>
                    </a:cubicBezTo>
                    <a:cubicBezTo>
                      <a:pt x="586" y="56"/>
                      <a:pt x="586" y="28"/>
                      <a:pt x="58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88" name="ICON_REFERENCE_BOOK_path_022"/>
              <p:cNvSpPr/>
              <p:nvPr/>
            </p:nvSpPr>
            <p:spPr>
              <a:xfrm>
                <a:off x="10398302" y="883585"/>
                <a:ext cx="12747" cy="3442"/>
              </a:xfrm>
              <a:custGeom>
                <a:avLst/>
                <a:gdLst/>
                <a:ahLst/>
                <a:cxnLst/>
                <a:rect l="0" t="0" r="r" b="b"/>
                <a:pathLst>
                  <a:path w="1004" h="271" fill="norm" stroke="0">
                    <a:moveTo>
                      <a:pt x="251" y="0"/>
                    </a:moveTo>
                    <a:cubicBezTo>
                      <a:pt x="279" y="0"/>
                      <a:pt x="306" y="0"/>
                      <a:pt x="335" y="0"/>
                    </a:cubicBezTo>
                    <a:cubicBezTo>
                      <a:pt x="335" y="28"/>
                      <a:pt x="335" y="55"/>
                      <a:pt x="335" y="84"/>
                    </a:cubicBezTo>
                    <a:cubicBezTo>
                      <a:pt x="555" y="84"/>
                      <a:pt x="776" y="84"/>
                      <a:pt x="1004" y="84"/>
                    </a:cubicBezTo>
                    <a:cubicBezTo>
                      <a:pt x="920" y="251"/>
                      <a:pt x="920" y="251"/>
                      <a:pt x="875" y="271"/>
                    </a:cubicBezTo>
                    <a:cubicBezTo>
                      <a:pt x="859" y="271"/>
                      <a:pt x="843" y="270"/>
                      <a:pt x="826" y="270"/>
                    </a:cubicBezTo>
                    <a:cubicBezTo>
                      <a:pt x="817" y="270"/>
                      <a:pt x="817" y="270"/>
                      <a:pt x="770" y="270"/>
                    </a:cubicBezTo>
                    <a:cubicBezTo>
                      <a:pt x="751" y="269"/>
                      <a:pt x="731" y="268"/>
                      <a:pt x="711" y="267"/>
                    </a:cubicBezTo>
                    <a:cubicBezTo>
                      <a:pt x="700" y="267"/>
                      <a:pt x="700" y="267"/>
                      <a:pt x="649" y="267"/>
                    </a:cubicBezTo>
                    <a:cubicBezTo>
                      <a:pt x="595" y="266"/>
                      <a:pt x="542" y="264"/>
                      <a:pt x="488" y="262"/>
                    </a:cubicBezTo>
                    <a:cubicBezTo>
                      <a:pt x="433" y="261"/>
                      <a:pt x="378" y="260"/>
                      <a:pt x="323" y="259"/>
                    </a:cubicBezTo>
                    <a:cubicBezTo>
                      <a:pt x="215" y="257"/>
                      <a:pt x="108" y="254"/>
                      <a:pt x="0" y="251"/>
                    </a:cubicBezTo>
                    <a:cubicBezTo>
                      <a:pt x="0" y="223"/>
                      <a:pt x="0" y="196"/>
                      <a:pt x="0" y="167"/>
                    </a:cubicBezTo>
                    <a:cubicBezTo>
                      <a:pt x="28" y="167"/>
                      <a:pt x="55" y="167"/>
                      <a:pt x="84" y="167"/>
                    </a:cubicBezTo>
                    <a:cubicBezTo>
                      <a:pt x="84" y="140"/>
                      <a:pt x="84" y="112"/>
                      <a:pt x="84" y="84"/>
                    </a:cubicBezTo>
                    <a:cubicBezTo>
                      <a:pt x="139" y="84"/>
                      <a:pt x="194" y="84"/>
                      <a:pt x="251" y="84"/>
                    </a:cubicBezTo>
                    <a:cubicBezTo>
                      <a:pt x="251" y="56"/>
                      <a:pt x="251" y="28"/>
                      <a:pt x="25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89" name="ICON_REFERENCE_BOOK_path_023"/>
              <p:cNvSpPr/>
              <p:nvPr/>
            </p:nvSpPr>
            <p:spPr>
              <a:xfrm>
                <a:off x="10557642" y="883585"/>
                <a:ext cx="9560" cy="3187"/>
              </a:xfrm>
              <a:custGeom>
                <a:avLst/>
                <a:gdLst/>
                <a:ahLst/>
                <a:cxnLst/>
                <a:rect l="0" t="0" r="r" b="b"/>
                <a:pathLst>
                  <a:path w="753" h="251" fill="norm" stroke="0">
                    <a:moveTo>
                      <a:pt x="84" y="0"/>
                    </a:moveTo>
                    <a:cubicBezTo>
                      <a:pt x="166" y="0"/>
                      <a:pt x="249" y="0"/>
                      <a:pt x="335" y="0"/>
                    </a:cubicBezTo>
                    <a:cubicBezTo>
                      <a:pt x="335" y="28"/>
                      <a:pt x="335" y="55"/>
                      <a:pt x="335" y="84"/>
                    </a:cubicBezTo>
                    <a:cubicBezTo>
                      <a:pt x="473" y="84"/>
                      <a:pt x="611" y="84"/>
                      <a:pt x="753" y="84"/>
                    </a:cubicBezTo>
                    <a:cubicBezTo>
                      <a:pt x="753" y="139"/>
                      <a:pt x="753" y="194"/>
                      <a:pt x="753" y="251"/>
                    </a:cubicBezTo>
                    <a:cubicBezTo>
                      <a:pt x="504" y="251"/>
                      <a:pt x="256" y="251"/>
                      <a:pt x="0" y="251"/>
                    </a:cubicBezTo>
                    <a:cubicBezTo>
                      <a:pt x="0" y="196"/>
                      <a:pt x="0" y="141"/>
                      <a:pt x="0" y="84"/>
                    </a:cubicBezTo>
                    <a:cubicBezTo>
                      <a:pt x="28" y="84"/>
                      <a:pt x="55" y="84"/>
                      <a:pt x="84" y="84"/>
                    </a:cubicBezTo>
                    <a:cubicBezTo>
                      <a:pt x="84" y="56"/>
                      <a:pt x="84" y="28"/>
                      <a:pt x="8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90" name="ICON_REFERENCE_BOOK_path_024"/>
              <p:cNvSpPr/>
              <p:nvPr/>
            </p:nvSpPr>
            <p:spPr>
              <a:xfrm>
                <a:off x="10607569" y="896333"/>
                <a:ext cx="8498" cy="5311"/>
              </a:xfrm>
              <a:custGeom>
                <a:avLst/>
                <a:gdLst/>
                <a:ahLst/>
                <a:cxnLst/>
                <a:rect l="0" t="0" r="r" b="b"/>
                <a:pathLst>
                  <a:path w="669" h="418" fill="norm" stroke="0">
                    <a:moveTo>
                      <a:pt x="335" y="0"/>
                    </a:moveTo>
                    <a:cubicBezTo>
                      <a:pt x="362" y="0"/>
                      <a:pt x="390" y="0"/>
                      <a:pt x="418" y="0"/>
                    </a:cubicBezTo>
                    <a:cubicBezTo>
                      <a:pt x="418" y="28"/>
                      <a:pt x="418" y="55"/>
                      <a:pt x="418" y="84"/>
                    </a:cubicBezTo>
                    <a:cubicBezTo>
                      <a:pt x="446" y="84"/>
                      <a:pt x="473" y="84"/>
                      <a:pt x="502" y="84"/>
                    </a:cubicBezTo>
                    <a:cubicBezTo>
                      <a:pt x="502" y="111"/>
                      <a:pt x="502" y="139"/>
                      <a:pt x="502" y="167"/>
                    </a:cubicBezTo>
                    <a:cubicBezTo>
                      <a:pt x="529" y="167"/>
                      <a:pt x="557" y="167"/>
                      <a:pt x="586" y="167"/>
                    </a:cubicBezTo>
                    <a:cubicBezTo>
                      <a:pt x="586" y="195"/>
                      <a:pt x="586" y="222"/>
                      <a:pt x="586" y="251"/>
                    </a:cubicBezTo>
                    <a:cubicBezTo>
                      <a:pt x="613" y="251"/>
                      <a:pt x="641" y="251"/>
                      <a:pt x="669" y="251"/>
                    </a:cubicBezTo>
                    <a:cubicBezTo>
                      <a:pt x="669" y="306"/>
                      <a:pt x="669" y="361"/>
                      <a:pt x="669" y="418"/>
                    </a:cubicBezTo>
                    <a:cubicBezTo>
                      <a:pt x="614" y="418"/>
                      <a:pt x="559" y="418"/>
                      <a:pt x="502" y="418"/>
                    </a:cubicBezTo>
                    <a:cubicBezTo>
                      <a:pt x="502" y="391"/>
                      <a:pt x="502" y="363"/>
                      <a:pt x="502" y="335"/>
                    </a:cubicBezTo>
                    <a:cubicBezTo>
                      <a:pt x="336" y="335"/>
                      <a:pt x="171" y="335"/>
                      <a:pt x="0" y="335"/>
                    </a:cubicBezTo>
                    <a:cubicBezTo>
                      <a:pt x="28" y="279"/>
                      <a:pt x="55" y="224"/>
                      <a:pt x="84" y="167"/>
                    </a:cubicBezTo>
                    <a:cubicBezTo>
                      <a:pt x="84" y="195"/>
                      <a:pt x="84" y="222"/>
                      <a:pt x="84" y="251"/>
                    </a:cubicBezTo>
                    <a:cubicBezTo>
                      <a:pt x="111" y="251"/>
                      <a:pt x="139" y="251"/>
                      <a:pt x="167" y="251"/>
                    </a:cubicBezTo>
                    <a:cubicBezTo>
                      <a:pt x="167" y="223"/>
                      <a:pt x="167" y="196"/>
                      <a:pt x="167" y="167"/>
                    </a:cubicBezTo>
                    <a:cubicBezTo>
                      <a:pt x="195" y="167"/>
                      <a:pt x="222" y="167"/>
                      <a:pt x="251" y="167"/>
                    </a:cubicBezTo>
                    <a:cubicBezTo>
                      <a:pt x="251" y="140"/>
                      <a:pt x="251" y="112"/>
                      <a:pt x="251" y="84"/>
                    </a:cubicBezTo>
                    <a:cubicBezTo>
                      <a:pt x="279" y="84"/>
                      <a:pt x="306" y="84"/>
                      <a:pt x="335" y="84"/>
                    </a:cubicBezTo>
                    <a:cubicBezTo>
                      <a:pt x="335" y="56"/>
                      <a:pt x="335" y="28"/>
                      <a:pt x="33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  <p:sp>
            <p:nvSpPr>
              <p:cNvPr id="791" name="ICON_REFERENCE_BOOK_path_025"/>
              <p:cNvSpPr/>
              <p:nvPr/>
            </p:nvSpPr>
            <p:spPr>
              <a:xfrm>
                <a:off x="10565078" y="925014"/>
                <a:ext cx="9560" cy="2125"/>
              </a:xfrm>
              <a:custGeom>
                <a:avLst/>
                <a:gdLst/>
                <a:ahLst/>
                <a:cxnLst/>
                <a:rect l="0" t="0" r="r" b="b"/>
                <a:pathLst>
                  <a:path w="753" h="167" fill="norm" stroke="0">
                    <a:moveTo>
                      <a:pt x="0" y="0"/>
                    </a:moveTo>
                    <a:cubicBezTo>
                      <a:pt x="248" y="0"/>
                      <a:pt x="497" y="0"/>
                      <a:pt x="753" y="0"/>
                    </a:cubicBezTo>
                    <a:cubicBezTo>
                      <a:pt x="753" y="55"/>
                      <a:pt x="753" y="110"/>
                      <a:pt x="753" y="167"/>
                    </a:cubicBezTo>
                    <a:cubicBezTo>
                      <a:pt x="504" y="167"/>
                      <a:pt x="256" y="167"/>
                      <a:pt x="0" y="167"/>
                    </a:cubicBezTo>
                    <a:cubicBezTo>
                      <a:pt x="0" y="112"/>
                      <a:pt x="0" y="5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31" cap="flat">
                <a:noFill/>
              </a:ln>
            </p:spPr>
          </p:sp>
          <p:sp>
            <p:nvSpPr>
              <p:cNvPr id="792" name="ICON_REFERENCE_BOOK_path_026"/>
              <p:cNvSpPr/>
              <p:nvPr/>
            </p:nvSpPr>
            <p:spPr>
              <a:xfrm>
                <a:off x="10598008" y="885710"/>
                <a:ext cx="6374" cy="4249"/>
              </a:xfrm>
              <a:custGeom>
                <a:avLst/>
                <a:gdLst/>
                <a:ahLst/>
                <a:cxnLst/>
                <a:rect l="0" t="0" r="r" b="b"/>
                <a:pathLst>
                  <a:path w="502" h="335" fill="norm" stroke="0">
                    <a:moveTo>
                      <a:pt x="84" y="0"/>
                    </a:moveTo>
                    <a:cubicBezTo>
                      <a:pt x="166" y="0"/>
                      <a:pt x="249" y="0"/>
                      <a:pt x="335" y="0"/>
                    </a:cubicBezTo>
                    <a:cubicBezTo>
                      <a:pt x="335" y="28"/>
                      <a:pt x="335" y="55"/>
                      <a:pt x="335" y="84"/>
                    </a:cubicBezTo>
                    <a:cubicBezTo>
                      <a:pt x="362" y="84"/>
                      <a:pt x="390" y="84"/>
                      <a:pt x="418" y="84"/>
                    </a:cubicBezTo>
                    <a:cubicBezTo>
                      <a:pt x="418" y="111"/>
                      <a:pt x="418" y="139"/>
                      <a:pt x="418" y="167"/>
                    </a:cubicBezTo>
                    <a:cubicBezTo>
                      <a:pt x="446" y="167"/>
                      <a:pt x="473" y="167"/>
                      <a:pt x="502" y="167"/>
                    </a:cubicBezTo>
                    <a:cubicBezTo>
                      <a:pt x="502" y="222"/>
                      <a:pt x="502" y="278"/>
                      <a:pt x="502" y="335"/>
                    </a:cubicBezTo>
                    <a:cubicBezTo>
                      <a:pt x="419" y="335"/>
                      <a:pt x="336" y="335"/>
                      <a:pt x="251" y="335"/>
                    </a:cubicBezTo>
                    <a:cubicBezTo>
                      <a:pt x="251" y="307"/>
                      <a:pt x="251" y="279"/>
                      <a:pt x="251" y="251"/>
                    </a:cubicBezTo>
                    <a:cubicBezTo>
                      <a:pt x="168" y="251"/>
                      <a:pt x="85" y="251"/>
                      <a:pt x="0" y="251"/>
                    </a:cubicBezTo>
                    <a:cubicBezTo>
                      <a:pt x="0" y="196"/>
                      <a:pt x="0" y="141"/>
                      <a:pt x="0" y="84"/>
                    </a:cubicBezTo>
                    <a:cubicBezTo>
                      <a:pt x="28" y="84"/>
                      <a:pt x="55" y="84"/>
                      <a:pt x="84" y="84"/>
                    </a:cubicBezTo>
                    <a:cubicBezTo>
                      <a:pt x="84" y="56"/>
                      <a:pt x="84" y="28"/>
                      <a:pt x="8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31" cap="flat">
                <a:noFill/>
              </a:ln>
            </p:spPr>
          </p:sp>
        </p:grpSp>
        <p:grpSp>
          <p:nvGrpSpPr>
            <p:cNvPr id="793" name="ICON_REFERENCE_SEARCH"/>
            <p:cNvGrpSpPr/>
            <p:nvPr/>
          </p:nvGrpSpPr>
          <p:grpSpPr>
            <a:xfrm>
              <a:off x="10326688" y="1206500"/>
              <a:ext cx="301625" cy="293688"/>
              <a:chOff x="10326688" y="1206500"/>
              <a:chExt cx="301625" cy="293688"/>
            </a:xfrm>
          </p:grpSpPr>
          <p:sp>
            <p:nvSpPr>
              <p:cNvPr id="794" name="ICON_REFERENCE_SEARCH_path_001"/>
              <p:cNvSpPr/>
              <p:nvPr/>
            </p:nvSpPr>
            <p:spPr>
              <a:xfrm>
                <a:off x="10367519" y="1248493"/>
                <a:ext cx="159534" cy="155926"/>
              </a:xfrm>
              <a:custGeom>
                <a:avLst/>
                <a:gdLst/>
                <a:ahLst/>
                <a:cxnLst/>
                <a:rect l="0" t="0" r="r" b="b"/>
                <a:pathLst>
                  <a:path w="12562" h="12278" fill="norm" stroke="0">
                    <a:moveTo>
                      <a:pt x="6737" y="0"/>
                    </a:moveTo>
                    <a:cubicBezTo>
                      <a:pt x="7111" y="0"/>
                      <a:pt x="7484" y="0"/>
                      <a:pt x="7868" y="0"/>
                    </a:cubicBezTo>
                    <a:cubicBezTo>
                      <a:pt x="7868" y="37"/>
                      <a:pt x="7868" y="75"/>
                      <a:pt x="7868" y="113"/>
                    </a:cubicBezTo>
                    <a:cubicBezTo>
                      <a:pt x="7980" y="113"/>
                      <a:pt x="8092" y="113"/>
                      <a:pt x="8208" y="113"/>
                    </a:cubicBezTo>
                    <a:cubicBezTo>
                      <a:pt x="8208" y="150"/>
                      <a:pt x="8208" y="188"/>
                      <a:pt x="8208" y="226"/>
                    </a:cubicBezTo>
                    <a:cubicBezTo>
                      <a:pt x="8320" y="226"/>
                      <a:pt x="8431" y="226"/>
                      <a:pt x="8547" y="226"/>
                    </a:cubicBezTo>
                    <a:cubicBezTo>
                      <a:pt x="8547" y="264"/>
                      <a:pt x="8547" y="301"/>
                      <a:pt x="8547" y="339"/>
                    </a:cubicBezTo>
                    <a:cubicBezTo>
                      <a:pt x="8621" y="339"/>
                      <a:pt x="8696" y="339"/>
                      <a:pt x="8773" y="339"/>
                    </a:cubicBezTo>
                    <a:cubicBezTo>
                      <a:pt x="8773" y="377"/>
                      <a:pt x="8773" y="414"/>
                      <a:pt x="8773" y="452"/>
                    </a:cubicBezTo>
                    <a:cubicBezTo>
                      <a:pt x="8922" y="452"/>
                      <a:pt x="9072" y="452"/>
                      <a:pt x="9225" y="452"/>
                    </a:cubicBezTo>
                    <a:cubicBezTo>
                      <a:pt x="9225" y="490"/>
                      <a:pt x="9225" y="527"/>
                      <a:pt x="9225" y="565"/>
                    </a:cubicBezTo>
                    <a:cubicBezTo>
                      <a:pt x="9300" y="547"/>
                      <a:pt x="9375" y="528"/>
                      <a:pt x="9452" y="509"/>
                    </a:cubicBezTo>
                    <a:cubicBezTo>
                      <a:pt x="9452" y="565"/>
                      <a:pt x="9452" y="621"/>
                      <a:pt x="9452" y="679"/>
                    </a:cubicBezTo>
                    <a:cubicBezTo>
                      <a:pt x="9477" y="682"/>
                      <a:pt x="9502" y="685"/>
                      <a:pt x="9528" y="689"/>
                    </a:cubicBezTo>
                    <a:cubicBezTo>
                      <a:pt x="9731" y="717"/>
                      <a:pt x="9930" y="748"/>
                      <a:pt x="10130" y="792"/>
                    </a:cubicBezTo>
                    <a:cubicBezTo>
                      <a:pt x="10130" y="829"/>
                      <a:pt x="10130" y="866"/>
                      <a:pt x="10130" y="905"/>
                    </a:cubicBezTo>
                    <a:cubicBezTo>
                      <a:pt x="10139" y="903"/>
                      <a:pt x="10139" y="903"/>
                      <a:pt x="10181" y="894"/>
                    </a:cubicBezTo>
                    <a:cubicBezTo>
                      <a:pt x="10243" y="905"/>
                      <a:pt x="10243" y="905"/>
                      <a:pt x="10268" y="937"/>
                    </a:cubicBezTo>
                    <a:cubicBezTo>
                      <a:pt x="10293" y="982"/>
                      <a:pt x="10314" y="1027"/>
                      <a:pt x="10335" y="1074"/>
                    </a:cubicBezTo>
                    <a:cubicBezTo>
                      <a:pt x="10339" y="1082"/>
                      <a:pt x="10339" y="1082"/>
                      <a:pt x="10358" y="1123"/>
                    </a:cubicBezTo>
                    <a:cubicBezTo>
                      <a:pt x="10377" y="1163"/>
                      <a:pt x="10395" y="1204"/>
                      <a:pt x="10413" y="1244"/>
                    </a:cubicBezTo>
                    <a:cubicBezTo>
                      <a:pt x="10357" y="1244"/>
                      <a:pt x="10301" y="1244"/>
                      <a:pt x="10243" y="1244"/>
                    </a:cubicBezTo>
                    <a:cubicBezTo>
                      <a:pt x="10243" y="1281"/>
                      <a:pt x="10243" y="1319"/>
                      <a:pt x="10243" y="1357"/>
                    </a:cubicBezTo>
                    <a:cubicBezTo>
                      <a:pt x="10281" y="1357"/>
                      <a:pt x="10318" y="1357"/>
                      <a:pt x="10356" y="1357"/>
                    </a:cubicBezTo>
                    <a:cubicBezTo>
                      <a:pt x="10356" y="1394"/>
                      <a:pt x="10356" y="1432"/>
                      <a:pt x="10356" y="1470"/>
                    </a:cubicBezTo>
                    <a:cubicBezTo>
                      <a:pt x="10394" y="1470"/>
                      <a:pt x="10431" y="1470"/>
                      <a:pt x="10469" y="1470"/>
                    </a:cubicBezTo>
                    <a:cubicBezTo>
                      <a:pt x="10469" y="1508"/>
                      <a:pt x="10469" y="1545"/>
                      <a:pt x="10469" y="1583"/>
                    </a:cubicBezTo>
                    <a:cubicBezTo>
                      <a:pt x="10507" y="1583"/>
                      <a:pt x="10544" y="1583"/>
                      <a:pt x="10583" y="1583"/>
                    </a:cubicBezTo>
                    <a:cubicBezTo>
                      <a:pt x="10583" y="1658"/>
                      <a:pt x="10583" y="1733"/>
                      <a:pt x="10583" y="1810"/>
                    </a:cubicBezTo>
                    <a:cubicBezTo>
                      <a:pt x="10657" y="1810"/>
                      <a:pt x="10732" y="1810"/>
                      <a:pt x="10809" y="1810"/>
                    </a:cubicBezTo>
                    <a:cubicBezTo>
                      <a:pt x="10809" y="1847"/>
                      <a:pt x="10809" y="1884"/>
                      <a:pt x="10809" y="1923"/>
                    </a:cubicBezTo>
                    <a:cubicBezTo>
                      <a:pt x="10883" y="1923"/>
                      <a:pt x="10958" y="1923"/>
                      <a:pt x="11035" y="1923"/>
                    </a:cubicBezTo>
                    <a:cubicBezTo>
                      <a:pt x="11035" y="1960"/>
                      <a:pt x="11035" y="1997"/>
                      <a:pt x="11035" y="2036"/>
                    </a:cubicBezTo>
                    <a:cubicBezTo>
                      <a:pt x="11053" y="2039"/>
                      <a:pt x="11072" y="2043"/>
                      <a:pt x="11091" y="2046"/>
                    </a:cubicBezTo>
                    <a:cubicBezTo>
                      <a:pt x="11227" y="2072"/>
                      <a:pt x="11357" y="2101"/>
                      <a:pt x="11487" y="2149"/>
                    </a:cubicBezTo>
                    <a:cubicBezTo>
                      <a:pt x="11487" y="2186"/>
                      <a:pt x="11487" y="2223"/>
                      <a:pt x="11487" y="2262"/>
                    </a:cubicBezTo>
                    <a:cubicBezTo>
                      <a:pt x="11505" y="2260"/>
                      <a:pt x="11522" y="2258"/>
                      <a:pt x="11541" y="2256"/>
                    </a:cubicBezTo>
                    <a:cubicBezTo>
                      <a:pt x="11560" y="2258"/>
                      <a:pt x="11580" y="2260"/>
                      <a:pt x="11600" y="2262"/>
                    </a:cubicBezTo>
                    <a:cubicBezTo>
                      <a:pt x="11630" y="2298"/>
                      <a:pt x="11630" y="2298"/>
                      <a:pt x="11653" y="2349"/>
                    </a:cubicBezTo>
                    <a:cubicBezTo>
                      <a:pt x="11662" y="2368"/>
                      <a:pt x="11670" y="2386"/>
                      <a:pt x="11679" y="2405"/>
                    </a:cubicBezTo>
                    <a:cubicBezTo>
                      <a:pt x="11688" y="2426"/>
                      <a:pt x="11697" y="2446"/>
                      <a:pt x="11706" y="2467"/>
                    </a:cubicBezTo>
                    <a:cubicBezTo>
                      <a:pt x="11775" y="2614"/>
                      <a:pt x="11846" y="2751"/>
                      <a:pt x="11940" y="2884"/>
                    </a:cubicBezTo>
                    <a:cubicBezTo>
                      <a:pt x="12192" y="3249"/>
                      <a:pt x="12329" y="3631"/>
                      <a:pt x="12431" y="4059"/>
                    </a:cubicBezTo>
                    <a:cubicBezTo>
                      <a:pt x="12443" y="4103"/>
                      <a:pt x="12454" y="4147"/>
                      <a:pt x="12468" y="4191"/>
                    </a:cubicBezTo>
                    <a:cubicBezTo>
                      <a:pt x="12506" y="4320"/>
                      <a:pt x="12510" y="4387"/>
                      <a:pt x="12452" y="4510"/>
                    </a:cubicBezTo>
                    <a:cubicBezTo>
                      <a:pt x="12447" y="4522"/>
                      <a:pt x="12447" y="4522"/>
                      <a:pt x="12419" y="4583"/>
                    </a:cubicBezTo>
                    <a:cubicBezTo>
                      <a:pt x="12414" y="4592"/>
                      <a:pt x="12414" y="4592"/>
                      <a:pt x="12392" y="4637"/>
                    </a:cubicBezTo>
                    <a:cubicBezTo>
                      <a:pt x="12355" y="4637"/>
                      <a:pt x="12317" y="4637"/>
                      <a:pt x="12279" y="4637"/>
                    </a:cubicBezTo>
                    <a:cubicBezTo>
                      <a:pt x="12279" y="4674"/>
                      <a:pt x="12279" y="4712"/>
                      <a:pt x="12279" y="4750"/>
                    </a:cubicBezTo>
                    <a:cubicBezTo>
                      <a:pt x="12242" y="4750"/>
                      <a:pt x="12204" y="4750"/>
                      <a:pt x="12166" y="4750"/>
                    </a:cubicBezTo>
                    <a:cubicBezTo>
                      <a:pt x="12166" y="4787"/>
                      <a:pt x="12166" y="4825"/>
                      <a:pt x="12166" y="4863"/>
                    </a:cubicBezTo>
                    <a:cubicBezTo>
                      <a:pt x="12203" y="4863"/>
                      <a:pt x="12241" y="4863"/>
                      <a:pt x="12279" y="4863"/>
                    </a:cubicBezTo>
                    <a:cubicBezTo>
                      <a:pt x="12279" y="5012"/>
                      <a:pt x="12279" y="5162"/>
                      <a:pt x="12279" y="5315"/>
                    </a:cubicBezTo>
                    <a:cubicBezTo>
                      <a:pt x="12242" y="5315"/>
                      <a:pt x="12204" y="5315"/>
                      <a:pt x="12166" y="5315"/>
                    </a:cubicBezTo>
                    <a:cubicBezTo>
                      <a:pt x="12166" y="5763"/>
                      <a:pt x="12166" y="6211"/>
                      <a:pt x="12166" y="6673"/>
                    </a:cubicBezTo>
                    <a:cubicBezTo>
                      <a:pt x="12203" y="6673"/>
                      <a:pt x="12241" y="6673"/>
                      <a:pt x="12279" y="6673"/>
                    </a:cubicBezTo>
                    <a:cubicBezTo>
                      <a:pt x="12279" y="6710"/>
                      <a:pt x="12279" y="6747"/>
                      <a:pt x="12279" y="6786"/>
                    </a:cubicBezTo>
                    <a:cubicBezTo>
                      <a:pt x="12316" y="6786"/>
                      <a:pt x="12354" y="6786"/>
                      <a:pt x="12392" y="6786"/>
                    </a:cubicBezTo>
                    <a:cubicBezTo>
                      <a:pt x="12392" y="6823"/>
                      <a:pt x="12392" y="6860"/>
                      <a:pt x="12392" y="6899"/>
                    </a:cubicBezTo>
                    <a:cubicBezTo>
                      <a:pt x="12448" y="6917"/>
                      <a:pt x="12504" y="6936"/>
                      <a:pt x="12562" y="6955"/>
                    </a:cubicBezTo>
                    <a:cubicBezTo>
                      <a:pt x="12543" y="7123"/>
                      <a:pt x="12524" y="7291"/>
                      <a:pt x="12505" y="7464"/>
                    </a:cubicBezTo>
                    <a:cubicBezTo>
                      <a:pt x="12468" y="7464"/>
                      <a:pt x="12431" y="7464"/>
                      <a:pt x="12392" y="7464"/>
                    </a:cubicBezTo>
                    <a:cubicBezTo>
                      <a:pt x="12392" y="7576"/>
                      <a:pt x="12392" y="7688"/>
                      <a:pt x="12392" y="7804"/>
                    </a:cubicBezTo>
                    <a:cubicBezTo>
                      <a:pt x="12355" y="7804"/>
                      <a:pt x="12317" y="7804"/>
                      <a:pt x="12279" y="7804"/>
                    </a:cubicBezTo>
                    <a:cubicBezTo>
                      <a:pt x="12277" y="7818"/>
                      <a:pt x="12275" y="7833"/>
                      <a:pt x="12273" y="7848"/>
                    </a:cubicBezTo>
                    <a:cubicBezTo>
                      <a:pt x="12214" y="8187"/>
                      <a:pt x="12110" y="8526"/>
                      <a:pt x="11919" y="8814"/>
                    </a:cubicBezTo>
                    <a:cubicBezTo>
                      <a:pt x="11858" y="8922"/>
                      <a:pt x="11842" y="9039"/>
                      <a:pt x="11827" y="9161"/>
                    </a:cubicBezTo>
                    <a:cubicBezTo>
                      <a:pt x="11789" y="9161"/>
                      <a:pt x="11752" y="9161"/>
                      <a:pt x="11713" y="9161"/>
                    </a:cubicBezTo>
                    <a:cubicBezTo>
                      <a:pt x="11713" y="9198"/>
                      <a:pt x="11713" y="9235"/>
                      <a:pt x="11713" y="9274"/>
                    </a:cubicBezTo>
                    <a:cubicBezTo>
                      <a:pt x="11676" y="9274"/>
                      <a:pt x="11639" y="9274"/>
                      <a:pt x="11600" y="9274"/>
                    </a:cubicBezTo>
                    <a:cubicBezTo>
                      <a:pt x="11600" y="9348"/>
                      <a:pt x="11600" y="9423"/>
                      <a:pt x="11600" y="9500"/>
                    </a:cubicBezTo>
                    <a:cubicBezTo>
                      <a:pt x="11563" y="9500"/>
                      <a:pt x="11526" y="9500"/>
                      <a:pt x="11487" y="9500"/>
                    </a:cubicBezTo>
                    <a:cubicBezTo>
                      <a:pt x="11487" y="9537"/>
                      <a:pt x="11487" y="9575"/>
                      <a:pt x="11487" y="9613"/>
                    </a:cubicBezTo>
                    <a:cubicBezTo>
                      <a:pt x="11470" y="9611"/>
                      <a:pt x="11452" y="9609"/>
                      <a:pt x="11434" y="9607"/>
                    </a:cubicBezTo>
                    <a:cubicBezTo>
                      <a:pt x="11414" y="9609"/>
                      <a:pt x="11395" y="9611"/>
                      <a:pt x="11374" y="9613"/>
                    </a:cubicBezTo>
                    <a:cubicBezTo>
                      <a:pt x="11342" y="9655"/>
                      <a:pt x="11342" y="9655"/>
                      <a:pt x="11318" y="9712"/>
                    </a:cubicBezTo>
                    <a:cubicBezTo>
                      <a:pt x="11308" y="9732"/>
                      <a:pt x="11299" y="9753"/>
                      <a:pt x="11289" y="9774"/>
                    </a:cubicBezTo>
                    <a:cubicBezTo>
                      <a:pt x="11280" y="9795"/>
                      <a:pt x="11271" y="9817"/>
                      <a:pt x="11261" y="9839"/>
                    </a:cubicBezTo>
                    <a:cubicBezTo>
                      <a:pt x="11243" y="9882"/>
                      <a:pt x="11224" y="9924"/>
                      <a:pt x="11205" y="9967"/>
                    </a:cubicBezTo>
                    <a:cubicBezTo>
                      <a:pt x="11196" y="9985"/>
                      <a:pt x="11188" y="10004"/>
                      <a:pt x="11180" y="10024"/>
                    </a:cubicBezTo>
                    <a:cubicBezTo>
                      <a:pt x="11169" y="10038"/>
                      <a:pt x="11159" y="10051"/>
                      <a:pt x="11148" y="10065"/>
                    </a:cubicBezTo>
                    <a:cubicBezTo>
                      <a:pt x="11088" y="10072"/>
                      <a:pt x="11088" y="10072"/>
                      <a:pt x="11035" y="10065"/>
                    </a:cubicBezTo>
                    <a:cubicBezTo>
                      <a:pt x="11035" y="10103"/>
                      <a:pt x="11035" y="10140"/>
                      <a:pt x="11035" y="10179"/>
                    </a:cubicBezTo>
                    <a:cubicBezTo>
                      <a:pt x="10998" y="10179"/>
                      <a:pt x="10960" y="10179"/>
                      <a:pt x="10922" y="10179"/>
                    </a:cubicBezTo>
                    <a:cubicBezTo>
                      <a:pt x="10922" y="10216"/>
                      <a:pt x="10922" y="10253"/>
                      <a:pt x="10922" y="10292"/>
                    </a:cubicBezTo>
                    <a:cubicBezTo>
                      <a:pt x="10885" y="10292"/>
                      <a:pt x="10847" y="10292"/>
                      <a:pt x="10809" y="10292"/>
                    </a:cubicBezTo>
                    <a:cubicBezTo>
                      <a:pt x="10809" y="10329"/>
                      <a:pt x="10809" y="10366"/>
                      <a:pt x="10809" y="10405"/>
                    </a:cubicBezTo>
                    <a:cubicBezTo>
                      <a:pt x="10771" y="10405"/>
                      <a:pt x="10734" y="10405"/>
                      <a:pt x="10696" y="10405"/>
                    </a:cubicBezTo>
                    <a:cubicBezTo>
                      <a:pt x="10696" y="10442"/>
                      <a:pt x="10696" y="10479"/>
                      <a:pt x="10696" y="10518"/>
                    </a:cubicBezTo>
                    <a:cubicBezTo>
                      <a:pt x="10658" y="10518"/>
                      <a:pt x="10621" y="10518"/>
                      <a:pt x="10583" y="10518"/>
                    </a:cubicBezTo>
                    <a:cubicBezTo>
                      <a:pt x="10583" y="10555"/>
                      <a:pt x="10583" y="10593"/>
                      <a:pt x="10583" y="10631"/>
                    </a:cubicBezTo>
                    <a:cubicBezTo>
                      <a:pt x="10545" y="10631"/>
                      <a:pt x="10508" y="10631"/>
                      <a:pt x="10469" y="10631"/>
                    </a:cubicBezTo>
                    <a:cubicBezTo>
                      <a:pt x="10469" y="10668"/>
                      <a:pt x="10469" y="10706"/>
                      <a:pt x="10469" y="10744"/>
                    </a:cubicBezTo>
                    <a:cubicBezTo>
                      <a:pt x="10432" y="10744"/>
                      <a:pt x="10395" y="10744"/>
                      <a:pt x="10356" y="10744"/>
                    </a:cubicBezTo>
                    <a:cubicBezTo>
                      <a:pt x="10356" y="10781"/>
                      <a:pt x="10356" y="10819"/>
                      <a:pt x="10356" y="10857"/>
                    </a:cubicBezTo>
                    <a:cubicBezTo>
                      <a:pt x="10319" y="10857"/>
                      <a:pt x="10282" y="10857"/>
                      <a:pt x="10243" y="10857"/>
                    </a:cubicBezTo>
                    <a:cubicBezTo>
                      <a:pt x="10243" y="10894"/>
                      <a:pt x="10243" y="10932"/>
                      <a:pt x="10243" y="10970"/>
                    </a:cubicBezTo>
                    <a:cubicBezTo>
                      <a:pt x="10169" y="10970"/>
                      <a:pt x="10094" y="10970"/>
                      <a:pt x="10017" y="10970"/>
                    </a:cubicBezTo>
                    <a:cubicBezTo>
                      <a:pt x="10017" y="11008"/>
                      <a:pt x="10017" y="11045"/>
                      <a:pt x="10017" y="11083"/>
                    </a:cubicBezTo>
                    <a:cubicBezTo>
                      <a:pt x="9980" y="11083"/>
                      <a:pt x="9942" y="11083"/>
                      <a:pt x="9904" y="11083"/>
                    </a:cubicBezTo>
                    <a:cubicBezTo>
                      <a:pt x="9905" y="11092"/>
                      <a:pt x="9905" y="11092"/>
                      <a:pt x="9911" y="11135"/>
                    </a:cubicBezTo>
                    <a:cubicBezTo>
                      <a:pt x="9904" y="11196"/>
                      <a:pt x="9904" y="11196"/>
                      <a:pt x="9859" y="11236"/>
                    </a:cubicBezTo>
                    <a:cubicBezTo>
                      <a:pt x="9847" y="11242"/>
                      <a:pt x="9847" y="11242"/>
                      <a:pt x="9792" y="11272"/>
                    </a:cubicBezTo>
                    <a:cubicBezTo>
                      <a:pt x="9779" y="11279"/>
                      <a:pt x="9767" y="11286"/>
                      <a:pt x="9754" y="11294"/>
                    </a:cubicBezTo>
                    <a:cubicBezTo>
                      <a:pt x="9726" y="11309"/>
                      <a:pt x="9697" y="11325"/>
                      <a:pt x="9669" y="11340"/>
                    </a:cubicBezTo>
                    <a:cubicBezTo>
                      <a:pt x="9618" y="11368"/>
                      <a:pt x="9567" y="11396"/>
                      <a:pt x="9516" y="11425"/>
                    </a:cubicBezTo>
                    <a:cubicBezTo>
                      <a:pt x="9417" y="11480"/>
                      <a:pt x="9317" y="11534"/>
                      <a:pt x="9217" y="11587"/>
                    </a:cubicBezTo>
                    <a:cubicBezTo>
                      <a:pt x="9176" y="11609"/>
                      <a:pt x="9135" y="11632"/>
                      <a:pt x="9093" y="11654"/>
                    </a:cubicBezTo>
                    <a:cubicBezTo>
                      <a:pt x="8698" y="11871"/>
                      <a:pt x="8293" y="12045"/>
                      <a:pt x="7840" y="12089"/>
                    </a:cubicBezTo>
                    <a:cubicBezTo>
                      <a:pt x="7781" y="12096"/>
                      <a:pt x="7729" y="12109"/>
                      <a:pt x="7672" y="12129"/>
                    </a:cubicBezTo>
                    <a:cubicBezTo>
                      <a:pt x="7561" y="12169"/>
                      <a:pt x="7448" y="12179"/>
                      <a:pt x="7332" y="12192"/>
                    </a:cubicBezTo>
                    <a:cubicBezTo>
                      <a:pt x="7236" y="12204"/>
                      <a:pt x="7161" y="12220"/>
                      <a:pt x="7077" y="12271"/>
                    </a:cubicBezTo>
                    <a:cubicBezTo>
                      <a:pt x="7077" y="12215"/>
                      <a:pt x="7077" y="12159"/>
                      <a:pt x="7077" y="12101"/>
                    </a:cubicBezTo>
                    <a:cubicBezTo>
                      <a:pt x="6890" y="12101"/>
                      <a:pt x="6703" y="12101"/>
                      <a:pt x="6511" y="12101"/>
                    </a:cubicBezTo>
                    <a:cubicBezTo>
                      <a:pt x="6492" y="12157"/>
                      <a:pt x="6474" y="12213"/>
                      <a:pt x="6455" y="12271"/>
                    </a:cubicBezTo>
                    <a:cubicBezTo>
                      <a:pt x="6295" y="12272"/>
                      <a:pt x="6135" y="12273"/>
                      <a:pt x="5974" y="12274"/>
                    </a:cubicBezTo>
                    <a:cubicBezTo>
                      <a:pt x="5920" y="12274"/>
                      <a:pt x="5866" y="12275"/>
                      <a:pt x="5811" y="12275"/>
                    </a:cubicBezTo>
                    <a:cubicBezTo>
                      <a:pt x="5733" y="12276"/>
                      <a:pt x="5655" y="12276"/>
                      <a:pt x="5577" y="12276"/>
                    </a:cubicBezTo>
                    <a:cubicBezTo>
                      <a:pt x="5552" y="12277"/>
                      <a:pt x="5528" y="12277"/>
                      <a:pt x="5502" y="12277"/>
                    </a:cubicBezTo>
                    <a:cubicBezTo>
                      <a:pt x="5491" y="12277"/>
                      <a:pt x="5491" y="12277"/>
                      <a:pt x="5434" y="12277"/>
                    </a:cubicBezTo>
                    <a:cubicBezTo>
                      <a:pt x="5414" y="12277"/>
                      <a:pt x="5394" y="12278"/>
                      <a:pt x="5373" y="12278"/>
                    </a:cubicBezTo>
                    <a:cubicBezTo>
                      <a:pt x="5324" y="12271"/>
                      <a:pt x="5324" y="12271"/>
                      <a:pt x="5267" y="12214"/>
                    </a:cubicBezTo>
                    <a:cubicBezTo>
                      <a:pt x="5222" y="12203"/>
                      <a:pt x="5222" y="12203"/>
                      <a:pt x="5167" y="12197"/>
                    </a:cubicBezTo>
                    <a:cubicBezTo>
                      <a:pt x="5147" y="12195"/>
                      <a:pt x="5126" y="12193"/>
                      <a:pt x="5105" y="12191"/>
                    </a:cubicBezTo>
                    <a:cubicBezTo>
                      <a:pt x="5084" y="12188"/>
                      <a:pt x="5062" y="12186"/>
                      <a:pt x="5039" y="12184"/>
                    </a:cubicBezTo>
                    <a:cubicBezTo>
                      <a:pt x="5016" y="12182"/>
                      <a:pt x="4994" y="12179"/>
                      <a:pt x="4971" y="12177"/>
                    </a:cubicBezTo>
                    <a:cubicBezTo>
                      <a:pt x="4899" y="12169"/>
                      <a:pt x="4827" y="12162"/>
                      <a:pt x="4755" y="12154"/>
                    </a:cubicBezTo>
                    <a:cubicBezTo>
                      <a:pt x="4706" y="12149"/>
                      <a:pt x="4657" y="12144"/>
                      <a:pt x="4608" y="12139"/>
                    </a:cubicBezTo>
                    <a:cubicBezTo>
                      <a:pt x="4489" y="12126"/>
                      <a:pt x="4369" y="12113"/>
                      <a:pt x="4249" y="12101"/>
                    </a:cubicBezTo>
                    <a:cubicBezTo>
                      <a:pt x="4249" y="12064"/>
                      <a:pt x="4249" y="12027"/>
                      <a:pt x="4249" y="11988"/>
                    </a:cubicBezTo>
                    <a:cubicBezTo>
                      <a:pt x="4175" y="11988"/>
                      <a:pt x="4100" y="11988"/>
                      <a:pt x="4023" y="11988"/>
                    </a:cubicBezTo>
                    <a:cubicBezTo>
                      <a:pt x="4023" y="11951"/>
                      <a:pt x="4023" y="11913"/>
                      <a:pt x="4023" y="11875"/>
                    </a:cubicBezTo>
                    <a:cubicBezTo>
                      <a:pt x="4007" y="11873"/>
                      <a:pt x="3991" y="11871"/>
                      <a:pt x="3975" y="11869"/>
                    </a:cubicBezTo>
                    <a:cubicBezTo>
                      <a:pt x="3748" y="11831"/>
                      <a:pt x="3552" y="11744"/>
                      <a:pt x="3344" y="11649"/>
                    </a:cubicBezTo>
                    <a:cubicBezTo>
                      <a:pt x="3344" y="11611"/>
                      <a:pt x="3344" y="11574"/>
                      <a:pt x="3344" y="11536"/>
                    </a:cubicBezTo>
                    <a:cubicBezTo>
                      <a:pt x="3329" y="11534"/>
                      <a:pt x="3313" y="11531"/>
                      <a:pt x="3296" y="11529"/>
                    </a:cubicBezTo>
                    <a:cubicBezTo>
                      <a:pt x="3070" y="11492"/>
                      <a:pt x="2874" y="11405"/>
                      <a:pt x="2666" y="11310"/>
                    </a:cubicBezTo>
                    <a:cubicBezTo>
                      <a:pt x="2666" y="11272"/>
                      <a:pt x="2666" y="11235"/>
                      <a:pt x="2666" y="11196"/>
                    </a:cubicBezTo>
                    <a:cubicBezTo>
                      <a:pt x="2629" y="11196"/>
                      <a:pt x="2591" y="11196"/>
                      <a:pt x="2553" y="11196"/>
                    </a:cubicBezTo>
                    <a:cubicBezTo>
                      <a:pt x="2553" y="11159"/>
                      <a:pt x="2553" y="11122"/>
                      <a:pt x="2553" y="11083"/>
                    </a:cubicBezTo>
                    <a:cubicBezTo>
                      <a:pt x="2478" y="11083"/>
                      <a:pt x="2403" y="11083"/>
                      <a:pt x="2327" y="11083"/>
                    </a:cubicBezTo>
                    <a:cubicBezTo>
                      <a:pt x="2327" y="11046"/>
                      <a:pt x="2327" y="11009"/>
                      <a:pt x="2327" y="10970"/>
                    </a:cubicBezTo>
                    <a:cubicBezTo>
                      <a:pt x="2289" y="10970"/>
                      <a:pt x="2252" y="10970"/>
                      <a:pt x="2213" y="10970"/>
                    </a:cubicBezTo>
                    <a:cubicBezTo>
                      <a:pt x="2213" y="10933"/>
                      <a:pt x="2213" y="10896"/>
                      <a:pt x="2213" y="10857"/>
                    </a:cubicBezTo>
                    <a:cubicBezTo>
                      <a:pt x="2176" y="10857"/>
                      <a:pt x="2139" y="10857"/>
                      <a:pt x="2100" y="10857"/>
                    </a:cubicBezTo>
                    <a:cubicBezTo>
                      <a:pt x="2100" y="10820"/>
                      <a:pt x="2100" y="10782"/>
                      <a:pt x="2100" y="10744"/>
                    </a:cubicBezTo>
                    <a:cubicBezTo>
                      <a:pt x="2063" y="10744"/>
                      <a:pt x="2026" y="10744"/>
                      <a:pt x="1987" y="10744"/>
                    </a:cubicBezTo>
                    <a:cubicBezTo>
                      <a:pt x="1987" y="10707"/>
                      <a:pt x="1987" y="10669"/>
                      <a:pt x="1987" y="10631"/>
                    </a:cubicBezTo>
                    <a:cubicBezTo>
                      <a:pt x="1950" y="10631"/>
                      <a:pt x="1913" y="10631"/>
                      <a:pt x="1874" y="10631"/>
                    </a:cubicBezTo>
                    <a:cubicBezTo>
                      <a:pt x="1874" y="10594"/>
                      <a:pt x="1874" y="10556"/>
                      <a:pt x="1874" y="10518"/>
                    </a:cubicBezTo>
                    <a:cubicBezTo>
                      <a:pt x="1837" y="10518"/>
                      <a:pt x="1800" y="10518"/>
                      <a:pt x="1761" y="10518"/>
                    </a:cubicBezTo>
                    <a:cubicBezTo>
                      <a:pt x="1761" y="10481"/>
                      <a:pt x="1761" y="10443"/>
                      <a:pt x="1761" y="10405"/>
                    </a:cubicBezTo>
                    <a:cubicBezTo>
                      <a:pt x="1724" y="10405"/>
                      <a:pt x="1686" y="10405"/>
                      <a:pt x="1648" y="10405"/>
                    </a:cubicBezTo>
                    <a:cubicBezTo>
                      <a:pt x="1648" y="10367"/>
                      <a:pt x="1648" y="10330"/>
                      <a:pt x="1648" y="10292"/>
                    </a:cubicBezTo>
                    <a:cubicBezTo>
                      <a:pt x="1611" y="10292"/>
                      <a:pt x="1573" y="10292"/>
                      <a:pt x="1535" y="10292"/>
                    </a:cubicBezTo>
                    <a:cubicBezTo>
                      <a:pt x="1535" y="10254"/>
                      <a:pt x="1535" y="10217"/>
                      <a:pt x="1535" y="10179"/>
                    </a:cubicBezTo>
                    <a:cubicBezTo>
                      <a:pt x="1498" y="10179"/>
                      <a:pt x="1460" y="10179"/>
                      <a:pt x="1422" y="10179"/>
                    </a:cubicBezTo>
                    <a:cubicBezTo>
                      <a:pt x="1422" y="10141"/>
                      <a:pt x="1422" y="10104"/>
                      <a:pt x="1422" y="10065"/>
                    </a:cubicBezTo>
                    <a:cubicBezTo>
                      <a:pt x="1385" y="10065"/>
                      <a:pt x="1347" y="10065"/>
                      <a:pt x="1309" y="10065"/>
                    </a:cubicBezTo>
                    <a:cubicBezTo>
                      <a:pt x="1309" y="10028"/>
                      <a:pt x="1309" y="9991"/>
                      <a:pt x="1309" y="9952"/>
                    </a:cubicBezTo>
                    <a:cubicBezTo>
                      <a:pt x="1271" y="9952"/>
                      <a:pt x="1234" y="9952"/>
                      <a:pt x="1196" y="9952"/>
                    </a:cubicBezTo>
                    <a:cubicBezTo>
                      <a:pt x="1196" y="9878"/>
                      <a:pt x="1196" y="9803"/>
                      <a:pt x="1196" y="9726"/>
                    </a:cubicBezTo>
                    <a:cubicBezTo>
                      <a:pt x="1158" y="9726"/>
                      <a:pt x="1121" y="9726"/>
                      <a:pt x="1083" y="9726"/>
                    </a:cubicBezTo>
                    <a:cubicBezTo>
                      <a:pt x="1083" y="9689"/>
                      <a:pt x="1083" y="9652"/>
                      <a:pt x="1083" y="9613"/>
                    </a:cubicBezTo>
                    <a:cubicBezTo>
                      <a:pt x="1045" y="9613"/>
                      <a:pt x="1008" y="9613"/>
                      <a:pt x="969" y="9613"/>
                    </a:cubicBezTo>
                    <a:cubicBezTo>
                      <a:pt x="969" y="9576"/>
                      <a:pt x="969" y="9538"/>
                      <a:pt x="969" y="9500"/>
                    </a:cubicBezTo>
                    <a:cubicBezTo>
                      <a:pt x="932" y="9500"/>
                      <a:pt x="895" y="9500"/>
                      <a:pt x="856" y="9500"/>
                    </a:cubicBezTo>
                    <a:cubicBezTo>
                      <a:pt x="856" y="9425"/>
                      <a:pt x="856" y="9351"/>
                      <a:pt x="856" y="9274"/>
                    </a:cubicBezTo>
                    <a:cubicBezTo>
                      <a:pt x="819" y="9274"/>
                      <a:pt x="782" y="9274"/>
                      <a:pt x="743" y="9274"/>
                    </a:cubicBezTo>
                    <a:cubicBezTo>
                      <a:pt x="552" y="8725"/>
                      <a:pt x="552" y="8725"/>
                      <a:pt x="517" y="8482"/>
                    </a:cubicBezTo>
                    <a:cubicBezTo>
                      <a:pt x="480" y="8482"/>
                      <a:pt x="442" y="8482"/>
                      <a:pt x="404" y="8482"/>
                    </a:cubicBezTo>
                    <a:cubicBezTo>
                      <a:pt x="404" y="8407"/>
                      <a:pt x="404" y="8333"/>
                      <a:pt x="404" y="8256"/>
                    </a:cubicBezTo>
                    <a:cubicBezTo>
                      <a:pt x="367" y="8256"/>
                      <a:pt x="329" y="8256"/>
                      <a:pt x="291" y="8256"/>
                    </a:cubicBezTo>
                    <a:cubicBezTo>
                      <a:pt x="272" y="8107"/>
                      <a:pt x="254" y="7957"/>
                      <a:pt x="234" y="7804"/>
                    </a:cubicBezTo>
                    <a:cubicBezTo>
                      <a:pt x="290" y="7804"/>
                      <a:pt x="346" y="7804"/>
                      <a:pt x="404" y="7804"/>
                    </a:cubicBezTo>
                    <a:cubicBezTo>
                      <a:pt x="404" y="7766"/>
                      <a:pt x="404" y="7729"/>
                      <a:pt x="404" y="7690"/>
                    </a:cubicBezTo>
                    <a:cubicBezTo>
                      <a:pt x="441" y="7690"/>
                      <a:pt x="479" y="7690"/>
                      <a:pt x="517" y="7690"/>
                    </a:cubicBezTo>
                    <a:cubicBezTo>
                      <a:pt x="517" y="7653"/>
                      <a:pt x="517" y="7616"/>
                      <a:pt x="517" y="7577"/>
                    </a:cubicBezTo>
                    <a:cubicBezTo>
                      <a:pt x="592" y="7577"/>
                      <a:pt x="666" y="7577"/>
                      <a:pt x="743" y="7577"/>
                    </a:cubicBezTo>
                    <a:cubicBezTo>
                      <a:pt x="743" y="7465"/>
                      <a:pt x="743" y="7353"/>
                      <a:pt x="743" y="7238"/>
                    </a:cubicBezTo>
                    <a:cubicBezTo>
                      <a:pt x="706" y="7238"/>
                      <a:pt x="669" y="7238"/>
                      <a:pt x="630" y="7238"/>
                    </a:cubicBezTo>
                    <a:cubicBezTo>
                      <a:pt x="630" y="7201"/>
                      <a:pt x="630" y="7163"/>
                      <a:pt x="630" y="7125"/>
                    </a:cubicBezTo>
                    <a:cubicBezTo>
                      <a:pt x="593" y="7125"/>
                      <a:pt x="556" y="7125"/>
                      <a:pt x="517" y="7125"/>
                    </a:cubicBezTo>
                    <a:cubicBezTo>
                      <a:pt x="517" y="7162"/>
                      <a:pt x="517" y="7200"/>
                      <a:pt x="517" y="7238"/>
                    </a:cubicBezTo>
                    <a:cubicBezTo>
                      <a:pt x="462" y="7240"/>
                      <a:pt x="406" y="7241"/>
                      <a:pt x="351" y="7242"/>
                    </a:cubicBezTo>
                    <a:cubicBezTo>
                      <a:pt x="335" y="7242"/>
                      <a:pt x="320" y="7243"/>
                      <a:pt x="303" y="7243"/>
                    </a:cubicBezTo>
                    <a:cubicBezTo>
                      <a:pt x="261" y="7244"/>
                      <a:pt x="220" y="7241"/>
                      <a:pt x="178" y="7238"/>
                    </a:cubicBezTo>
                    <a:cubicBezTo>
                      <a:pt x="113" y="7173"/>
                      <a:pt x="113" y="7158"/>
                      <a:pt x="105" y="7071"/>
                    </a:cubicBezTo>
                    <a:cubicBezTo>
                      <a:pt x="103" y="7049"/>
                      <a:pt x="101" y="7027"/>
                      <a:pt x="99" y="7004"/>
                    </a:cubicBezTo>
                    <a:cubicBezTo>
                      <a:pt x="97" y="6981"/>
                      <a:pt x="95" y="6958"/>
                      <a:pt x="93" y="6934"/>
                    </a:cubicBezTo>
                    <a:cubicBezTo>
                      <a:pt x="89" y="6889"/>
                      <a:pt x="85" y="6844"/>
                      <a:pt x="81" y="6799"/>
                    </a:cubicBezTo>
                    <a:cubicBezTo>
                      <a:pt x="79" y="6778"/>
                      <a:pt x="77" y="6758"/>
                      <a:pt x="75" y="6738"/>
                    </a:cubicBezTo>
                    <a:cubicBezTo>
                      <a:pt x="65" y="6673"/>
                      <a:pt x="65" y="6673"/>
                      <a:pt x="36" y="6593"/>
                    </a:cubicBezTo>
                    <a:cubicBezTo>
                      <a:pt x="1" y="6492"/>
                      <a:pt x="0" y="6397"/>
                      <a:pt x="1" y="6290"/>
                    </a:cubicBezTo>
                    <a:cubicBezTo>
                      <a:pt x="1" y="6271"/>
                      <a:pt x="1" y="6251"/>
                      <a:pt x="0" y="6231"/>
                    </a:cubicBezTo>
                    <a:cubicBezTo>
                      <a:pt x="0" y="6189"/>
                      <a:pt x="1" y="6148"/>
                      <a:pt x="1" y="6107"/>
                    </a:cubicBezTo>
                    <a:cubicBezTo>
                      <a:pt x="1" y="6043"/>
                      <a:pt x="1" y="5980"/>
                      <a:pt x="0" y="5917"/>
                    </a:cubicBezTo>
                    <a:cubicBezTo>
                      <a:pt x="0" y="5876"/>
                      <a:pt x="1" y="5836"/>
                      <a:pt x="1" y="5796"/>
                    </a:cubicBezTo>
                    <a:cubicBezTo>
                      <a:pt x="1" y="5777"/>
                      <a:pt x="0" y="5758"/>
                      <a:pt x="0" y="5738"/>
                    </a:cubicBezTo>
                    <a:cubicBezTo>
                      <a:pt x="0" y="5721"/>
                      <a:pt x="1" y="5703"/>
                      <a:pt x="1" y="5685"/>
                    </a:cubicBezTo>
                    <a:cubicBezTo>
                      <a:pt x="1" y="5677"/>
                      <a:pt x="1" y="5677"/>
                      <a:pt x="1" y="5638"/>
                    </a:cubicBezTo>
                    <a:cubicBezTo>
                      <a:pt x="8" y="5598"/>
                      <a:pt x="8" y="5598"/>
                      <a:pt x="65" y="5542"/>
                    </a:cubicBezTo>
                    <a:cubicBezTo>
                      <a:pt x="76" y="5494"/>
                      <a:pt x="76" y="5494"/>
                      <a:pt x="83" y="5437"/>
                    </a:cubicBezTo>
                    <a:cubicBezTo>
                      <a:pt x="85" y="5417"/>
                      <a:pt x="87" y="5397"/>
                      <a:pt x="90" y="5376"/>
                    </a:cubicBezTo>
                    <a:cubicBezTo>
                      <a:pt x="92" y="5355"/>
                      <a:pt x="94" y="5334"/>
                      <a:pt x="96" y="5312"/>
                    </a:cubicBezTo>
                    <a:cubicBezTo>
                      <a:pt x="99" y="5291"/>
                      <a:pt x="101" y="5269"/>
                      <a:pt x="104" y="5247"/>
                    </a:cubicBezTo>
                    <a:cubicBezTo>
                      <a:pt x="110" y="5195"/>
                      <a:pt x="116" y="5142"/>
                      <a:pt x="121" y="5089"/>
                    </a:cubicBezTo>
                    <a:cubicBezTo>
                      <a:pt x="177" y="5089"/>
                      <a:pt x="233" y="5089"/>
                      <a:pt x="291" y="5089"/>
                    </a:cubicBezTo>
                    <a:cubicBezTo>
                      <a:pt x="291" y="5052"/>
                      <a:pt x="291" y="5015"/>
                      <a:pt x="291" y="4976"/>
                    </a:cubicBezTo>
                    <a:cubicBezTo>
                      <a:pt x="477" y="4976"/>
                      <a:pt x="664" y="4976"/>
                      <a:pt x="856" y="4976"/>
                    </a:cubicBezTo>
                    <a:cubicBezTo>
                      <a:pt x="856" y="5014"/>
                      <a:pt x="856" y="5051"/>
                      <a:pt x="856" y="5089"/>
                    </a:cubicBezTo>
                    <a:cubicBezTo>
                      <a:pt x="931" y="5089"/>
                      <a:pt x="1006" y="5089"/>
                      <a:pt x="1083" y="5089"/>
                    </a:cubicBezTo>
                    <a:cubicBezTo>
                      <a:pt x="1083" y="5127"/>
                      <a:pt x="1083" y="5164"/>
                      <a:pt x="1083" y="5202"/>
                    </a:cubicBezTo>
                    <a:cubicBezTo>
                      <a:pt x="1120" y="5202"/>
                      <a:pt x="1157" y="5202"/>
                      <a:pt x="1196" y="5202"/>
                    </a:cubicBezTo>
                    <a:cubicBezTo>
                      <a:pt x="1196" y="5538"/>
                      <a:pt x="1196" y="5874"/>
                      <a:pt x="1196" y="6220"/>
                    </a:cubicBezTo>
                    <a:cubicBezTo>
                      <a:pt x="1233" y="6220"/>
                      <a:pt x="1270" y="6220"/>
                      <a:pt x="1309" y="6220"/>
                    </a:cubicBezTo>
                    <a:cubicBezTo>
                      <a:pt x="1309" y="6258"/>
                      <a:pt x="1309" y="6295"/>
                      <a:pt x="1309" y="6333"/>
                    </a:cubicBezTo>
                    <a:cubicBezTo>
                      <a:pt x="1346" y="6333"/>
                      <a:pt x="1383" y="6333"/>
                      <a:pt x="1422" y="6333"/>
                    </a:cubicBezTo>
                    <a:cubicBezTo>
                      <a:pt x="1422" y="6371"/>
                      <a:pt x="1422" y="6408"/>
                      <a:pt x="1422" y="6446"/>
                    </a:cubicBezTo>
                    <a:cubicBezTo>
                      <a:pt x="1817" y="6415"/>
                      <a:pt x="1817" y="6415"/>
                      <a:pt x="1920" y="6302"/>
                    </a:cubicBezTo>
                    <a:cubicBezTo>
                      <a:pt x="1931" y="6286"/>
                      <a:pt x="1942" y="6271"/>
                      <a:pt x="1953" y="6255"/>
                    </a:cubicBezTo>
                    <a:cubicBezTo>
                      <a:pt x="1964" y="6244"/>
                      <a:pt x="1976" y="6232"/>
                      <a:pt x="1987" y="6220"/>
                    </a:cubicBezTo>
                    <a:cubicBezTo>
                      <a:pt x="2025" y="6220"/>
                      <a:pt x="2062" y="6220"/>
                      <a:pt x="2100" y="6220"/>
                    </a:cubicBezTo>
                    <a:cubicBezTo>
                      <a:pt x="2100" y="5959"/>
                      <a:pt x="2100" y="5698"/>
                      <a:pt x="2100" y="5429"/>
                    </a:cubicBezTo>
                    <a:cubicBezTo>
                      <a:pt x="2138" y="5429"/>
                      <a:pt x="2175" y="5429"/>
                      <a:pt x="2213" y="5429"/>
                    </a:cubicBezTo>
                    <a:cubicBezTo>
                      <a:pt x="2213" y="5317"/>
                      <a:pt x="2213" y="5205"/>
                      <a:pt x="2213" y="5089"/>
                    </a:cubicBezTo>
                    <a:cubicBezTo>
                      <a:pt x="2251" y="5089"/>
                      <a:pt x="2288" y="5089"/>
                      <a:pt x="2327" y="5089"/>
                    </a:cubicBezTo>
                    <a:cubicBezTo>
                      <a:pt x="2327" y="4940"/>
                      <a:pt x="2327" y="4791"/>
                      <a:pt x="2327" y="4637"/>
                    </a:cubicBezTo>
                    <a:cubicBezTo>
                      <a:pt x="2364" y="4637"/>
                      <a:pt x="2401" y="4637"/>
                      <a:pt x="2440" y="4637"/>
                    </a:cubicBezTo>
                    <a:cubicBezTo>
                      <a:pt x="2440" y="4562"/>
                      <a:pt x="2440" y="4488"/>
                      <a:pt x="2440" y="4411"/>
                    </a:cubicBezTo>
                    <a:cubicBezTo>
                      <a:pt x="2477" y="4411"/>
                      <a:pt x="2514" y="4411"/>
                      <a:pt x="2553" y="4411"/>
                    </a:cubicBezTo>
                    <a:cubicBezTo>
                      <a:pt x="2553" y="4336"/>
                      <a:pt x="2553" y="4261"/>
                      <a:pt x="2553" y="4185"/>
                    </a:cubicBezTo>
                    <a:cubicBezTo>
                      <a:pt x="2590" y="4185"/>
                      <a:pt x="2627" y="4185"/>
                      <a:pt x="2666" y="4185"/>
                    </a:cubicBezTo>
                    <a:cubicBezTo>
                      <a:pt x="2666" y="4147"/>
                      <a:pt x="2666" y="4110"/>
                      <a:pt x="2666" y="4071"/>
                    </a:cubicBezTo>
                    <a:cubicBezTo>
                      <a:pt x="2703" y="4071"/>
                      <a:pt x="2741" y="4071"/>
                      <a:pt x="2779" y="4071"/>
                    </a:cubicBezTo>
                    <a:cubicBezTo>
                      <a:pt x="2779" y="3997"/>
                      <a:pt x="2779" y="3922"/>
                      <a:pt x="2779" y="3845"/>
                    </a:cubicBezTo>
                    <a:cubicBezTo>
                      <a:pt x="2816" y="3845"/>
                      <a:pt x="2854" y="3845"/>
                      <a:pt x="2892" y="3845"/>
                    </a:cubicBezTo>
                    <a:cubicBezTo>
                      <a:pt x="2893" y="3829"/>
                      <a:pt x="2893" y="3812"/>
                      <a:pt x="2894" y="3795"/>
                    </a:cubicBezTo>
                    <a:cubicBezTo>
                      <a:pt x="2919" y="3555"/>
                      <a:pt x="3044" y="3436"/>
                      <a:pt x="3212" y="3275"/>
                    </a:cubicBezTo>
                    <a:cubicBezTo>
                      <a:pt x="3256" y="3234"/>
                      <a:pt x="3299" y="3191"/>
                      <a:pt x="3342" y="3148"/>
                    </a:cubicBezTo>
                    <a:cubicBezTo>
                      <a:pt x="3370" y="3121"/>
                      <a:pt x="3398" y="3094"/>
                      <a:pt x="3426" y="3067"/>
                    </a:cubicBezTo>
                    <a:cubicBezTo>
                      <a:pt x="3438" y="3054"/>
                      <a:pt x="3451" y="3041"/>
                      <a:pt x="3464" y="3028"/>
                    </a:cubicBezTo>
                    <a:cubicBezTo>
                      <a:pt x="3556" y="2942"/>
                      <a:pt x="3556" y="2942"/>
                      <a:pt x="3636" y="2933"/>
                    </a:cubicBezTo>
                    <a:cubicBezTo>
                      <a:pt x="3652" y="2935"/>
                      <a:pt x="3668" y="2938"/>
                      <a:pt x="3684" y="2940"/>
                    </a:cubicBezTo>
                    <a:cubicBezTo>
                      <a:pt x="3684" y="2903"/>
                      <a:pt x="3684" y="2866"/>
                      <a:pt x="3684" y="2827"/>
                    </a:cubicBezTo>
                    <a:cubicBezTo>
                      <a:pt x="3758" y="2827"/>
                      <a:pt x="3833" y="2827"/>
                      <a:pt x="3910" y="2827"/>
                    </a:cubicBezTo>
                    <a:cubicBezTo>
                      <a:pt x="3910" y="2790"/>
                      <a:pt x="3910" y="2753"/>
                      <a:pt x="3910" y="2714"/>
                    </a:cubicBezTo>
                    <a:cubicBezTo>
                      <a:pt x="3985" y="2714"/>
                      <a:pt x="4059" y="2714"/>
                      <a:pt x="4136" y="2714"/>
                    </a:cubicBezTo>
                    <a:cubicBezTo>
                      <a:pt x="4136" y="2677"/>
                      <a:pt x="4136" y="2640"/>
                      <a:pt x="4136" y="2601"/>
                    </a:cubicBezTo>
                    <a:cubicBezTo>
                      <a:pt x="4173" y="2601"/>
                      <a:pt x="4211" y="2601"/>
                      <a:pt x="4249" y="2601"/>
                    </a:cubicBezTo>
                    <a:cubicBezTo>
                      <a:pt x="4249" y="2564"/>
                      <a:pt x="4249" y="2527"/>
                      <a:pt x="4249" y="2488"/>
                    </a:cubicBezTo>
                    <a:cubicBezTo>
                      <a:pt x="4324" y="2488"/>
                      <a:pt x="4398" y="2488"/>
                      <a:pt x="4475" y="2488"/>
                    </a:cubicBezTo>
                    <a:cubicBezTo>
                      <a:pt x="4475" y="2451"/>
                      <a:pt x="4475" y="2413"/>
                      <a:pt x="4475" y="2375"/>
                    </a:cubicBezTo>
                    <a:cubicBezTo>
                      <a:pt x="4513" y="2375"/>
                      <a:pt x="4550" y="2375"/>
                      <a:pt x="4588" y="2375"/>
                    </a:cubicBezTo>
                    <a:cubicBezTo>
                      <a:pt x="4588" y="2338"/>
                      <a:pt x="4588" y="2300"/>
                      <a:pt x="4588" y="2262"/>
                    </a:cubicBezTo>
                    <a:cubicBezTo>
                      <a:pt x="4738" y="2262"/>
                      <a:pt x="4887" y="2262"/>
                      <a:pt x="5041" y="2262"/>
                    </a:cubicBezTo>
                    <a:cubicBezTo>
                      <a:pt x="5041" y="2225"/>
                      <a:pt x="5041" y="2187"/>
                      <a:pt x="5041" y="2149"/>
                    </a:cubicBezTo>
                    <a:cubicBezTo>
                      <a:pt x="5078" y="2149"/>
                      <a:pt x="5116" y="2149"/>
                      <a:pt x="5154" y="2149"/>
                    </a:cubicBezTo>
                    <a:cubicBezTo>
                      <a:pt x="5154" y="2111"/>
                      <a:pt x="5154" y="2074"/>
                      <a:pt x="5154" y="2036"/>
                    </a:cubicBezTo>
                    <a:cubicBezTo>
                      <a:pt x="5162" y="2035"/>
                      <a:pt x="5162" y="2035"/>
                      <a:pt x="5200" y="2031"/>
                    </a:cubicBezTo>
                    <a:cubicBezTo>
                      <a:pt x="5268" y="2025"/>
                      <a:pt x="5337" y="2018"/>
                      <a:pt x="5405" y="2011"/>
                    </a:cubicBezTo>
                    <a:cubicBezTo>
                      <a:pt x="5429" y="2009"/>
                      <a:pt x="5452" y="2007"/>
                      <a:pt x="5477" y="2004"/>
                    </a:cubicBezTo>
                    <a:cubicBezTo>
                      <a:pt x="5500" y="2002"/>
                      <a:pt x="5523" y="2000"/>
                      <a:pt x="5546" y="1997"/>
                    </a:cubicBezTo>
                    <a:cubicBezTo>
                      <a:pt x="5557" y="1996"/>
                      <a:pt x="5557" y="1996"/>
                      <a:pt x="5610" y="1991"/>
                    </a:cubicBezTo>
                    <a:cubicBezTo>
                      <a:pt x="5663" y="1979"/>
                      <a:pt x="5663" y="1979"/>
                      <a:pt x="5719" y="1923"/>
                    </a:cubicBezTo>
                    <a:cubicBezTo>
                      <a:pt x="5778" y="1916"/>
                      <a:pt x="5778" y="1916"/>
                      <a:pt x="5849" y="1917"/>
                    </a:cubicBezTo>
                    <a:cubicBezTo>
                      <a:pt x="5874" y="1917"/>
                      <a:pt x="5899" y="1917"/>
                      <a:pt x="5925" y="1918"/>
                    </a:cubicBezTo>
                    <a:cubicBezTo>
                      <a:pt x="5939" y="1918"/>
                      <a:pt x="5939" y="1918"/>
                      <a:pt x="6006" y="1919"/>
                    </a:cubicBezTo>
                    <a:cubicBezTo>
                      <a:pt x="6019" y="1919"/>
                      <a:pt x="6019" y="1919"/>
                      <a:pt x="6087" y="1920"/>
                    </a:cubicBezTo>
                    <a:cubicBezTo>
                      <a:pt x="6153" y="1921"/>
                      <a:pt x="6219" y="1921"/>
                      <a:pt x="6285" y="1923"/>
                    </a:cubicBezTo>
                    <a:cubicBezTo>
                      <a:pt x="6285" y="1885"/>
                      <a:pt x="6285" y="1848"/>
                      <a:pt x="6285" y="1810"/>
                    </a:cubicBezTo>
                    <a:cubicBezTo>
                      <a:pt x="6360" y="1810"/>
                      <a:pt x="6434" y="1810"/>
                      <a:pt x="6511" y="1810"/>
                    </a:cubicBezTo>
                    <a:cubicBezTo>
                      <a:pt x="6511" y="1735"/>
                      <a:pt x="6511" y="1660"/>
                      <a:pt x="6511" y="1583"/>
                    </a:cubicBezTo>
                    <a:cubicBezTo>
                      <a:pt x="6548" y="1583"/>
                      <a:pt x="6586" y="1583"/>
                      <a:pt x="6624" y="1583"/>
                    </a:cubicBezTo>
                    <a:cubicBezTo>
                      <a:pt x="6624" y="1434"/>
                      <a:pt x="6624" y="1285"/>
                      <a:pt x="6624" y="1131"/>
                    </a:cubicBezTo>
                    <a:cubicBezTo>
                      <a:pt x="6433" y="1067"/>
                      <a:pt x="6433" y="1067"/>
                      <a:pt x="6357" y="1063"/>
                    </a:cubicBezTo>
                    <a:cubicBezTo>
                      <a:pt x="6340" y="1062"/>
                      <a:pt x="6323" y="1061"/>
                      <a:pt x="6306" y="1059"/>
                    </a:cubicBezTo>
                    <a:cubicBezTo>
                      <a:pt x="6297" y="1059"/>
                      <a:pt x="6297" y="1059"/>
                      <a:pt x="6252" y="1057"/>
                    </a:cubicBezTo>
                    <a:cubicBezTo>
                      <a:pt x="6234" y="1055"/>
                      <a:pt x="6215" y="1054"/>
                      <a:pt x="6196" y="1053"/>
                    </a:cubicBezTo>
                    <a:cubicBezTo>
                      <a:pt x="6137" y="1049"/>
                      <a:pt x="6079" y="1046"/>
                      <a:pt x="6020" y="1043"/>
                    </a:cubicBezTo>
                    <a:cubicBezTo>
                      <a:pt x="5980" y="1040"/>
                      <a:pt x="5940" y="1038"/>
                      <a:pt x="5900" y="1035"/>
                    </a:cubicBezTo>
                    <a:cubicBezTo>
                      <a:pt x="5802" y="1029"/>
                      <a:pt x="5704" y="1023"/>
                      <a:pt x="5606" y="1018"/>
                    </a:cubicBezTo>
                    <a:cubicBezTo>
                      <a:pt x="5606" y="981"/>
                      <a:pt x="5606" y="943"/>
                      <a:pt x="5606" y="905"/>
                    </a:cubicBezTo>
                    <a:cubicBezTo>
                      <a:pt x="5830" y="905"/>
                      <a:pt x="6054" y="905"/>
                      <a:pt x="6285" y="905"/>
                    </a:cubicBezTo>
                    <a:cubicBezTo>
                      <a:pt x="6285" y="830"/>
                      <a:pt x="6285" y="755"/>
                      <a:pt x="6285" y="679"/>
                    </a:cubicBezTo>
                    <a:cubicBezTo>
                      <a:pt x="6210" y="679"/>
                      <a:pt x="6136" y="679"/>
                      <a:pt x="6059" y="679"/>
                    </a:cubicBezTo>
                    <a:cubicBezTo>
                      <a:pt x="6059" y="641"/>
                      <a:pt x="6059" y="604"/>
                      <a:pt x="6059" y="565"/>
                    </a:cubicBezTo>
                    <a:cubicBezTo>
                      <a:pt x="6021" y="565"/>
                      <a:pt x="5984" y="565"/>
                      <a:pt x="5946" y="565"/>
                    </a:cubicBezTo>
                    <a:cubicBezTo>
                      <a:pt x="5946" y="528"/>
                      <a:pt x="5946" y="491"/>
                      <a:pt x="5946" y="452"/>
                    </a:cubicBezTo>
                    <a:cubicBezTo>
                      <a:pt x="5983" y="452"/>
                      <a:pt x="6020" y="452"/>
                      <a:pt x="6059" y="452"/>
                    </a:cubicBezTo>
                    <a:cubicBezTo>
                      <a:pt x="6059" y="415"/>
                      <a:pt x="6059" y="378"/>
                      <a:pt x="6059" y="339"/>
                    </a:cubicBezTo>
                    <a:cubicBezTo>
                      <a:pt x="6133" y="339"/>
                      <a:pt x="6208" y="339"/>
                      <a:pt x="6285" y="339"/>
                    </a:cubicBezTo>
                    <a:cubicBezTo>
                      <a:pt x="6285" y="302"/>
                      <a:pt x="6285" y="265"/>
                      <a:pt x="6285" y="226"/>
                    </a:cubicBezTo>
                    <a:cubicBezTo>
                      <a:pt x="6434" y="226"/>
                      <a:pt x="6583" y="226"/>
                      <a:pt x="6737" y="226"/>
                    </a:cubicBezTo>
                    <a:cubicBezTo>
                      <a:pt x="6737" y="152"/>
                      <a:pt x="6737" y="77"/>
                      <a:pt x="67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18" cap="flat">
                <a:noFill/>
              </a:ln>
            </p:spPr>
          </p:sp>
          <p:sp>
            <p:nvSpPr>
              <p:cNvPr id="795" name="ICON_REFERENCE_SEARCH_path_002"/>
              <p:cNvSpPr/>
              <p:nvPr/>
            </p:nvSpPr>
            <p:spPr>
              <a:xfrm>
                <a:off x="10342487" y="1221203"/>
                <a:ext cx="211138" cy="208265"/>
              </a:xfrm>
              <a:custGeom>
                <a:avLst/>
                <a:gdLst/>
                <a:ahLst/>
                <a:cxnLst/>
                <a:rect l="0" t="0" r="r" b="b"/>
                <a:pathLst>
                  <a:path w="16625" h="16399" fill="norm" stroke="0">
                    <a:moveTo>
                      <a:pt x="7125" y="0"/>
                    </a:moveTo>
                    <a:cubicBezTo>
                      <a:pt x="8021" y="0"/>
                      <a:pt x="8916" y="0"/>
                      <a:pt x="9839" y="0"/>
                    </a:cubicBezTo>
                    <a:cubicBezTo>
                      <a:pt x="9839" y="37"/>
                      <a:pt x="9839" y="75"/>
                      <a:pt x="9839" y="113"/>
                    </a:cubicBezTo>
                    <a:cubicBezTo>
                      <a:pt x="10026" y="113"/>
                      <a:pt x="10212" y="113"/>
                      <a:pt x="10405" y="113"/>
                    </a:cubicBezTo>
                    <a:cubicBezTo>
                      <a:pt x="10405" y="150"/>
                      <a:pt x="10405" y="188"/>
                      <a:pt x="10405" y="226"/>
                    </a:cubicBezTo>
                    <a:cubicBezTo>
                      <a:pt x="10554" y="226"/>
                      <a:pt x="10703" y="226"/>
                      <a:pt x="10857" y="226"/>
                    </a:cubicBezTo>
                    <a:cubicBezTo>
                      <a:pt x="10857" y="264"/>
                      <a:pt x="10857" y="301"/>
                      <a:pt x="10857" y="339"/>
                    </a:cubicBezTo>
                    <a:cubicBezTo>
                      <a:pt x="10969" y="339"/>
                      <a:pt x="11081" y="339"/>
                      <a:pt x="11196" y="339"/>
                    </a:cubicBezTo>
                    <a:cubicBezTo>
                      <a:pt x="11196" y="377"/>
                      <a:pt x="11196" y="414"/>
                      <a:pt x="11196" y="452"/>
                    </a:cubicBezTo>
                    <a:cubicBezTo>
                      <a:pt x="11271" y="452"/>
                      <a:pt x="11346" y="452"/>
                      <a:pt x="11423" y="452"/>
                    </a:cubicBezTo>
                    <a:cubicBezTo>
                      <a:pt x="11423" y="490"/>
                      <a:pt x="11423" y="527"/>
                      <a:pt x="11423" y="565"/>
                    </a:cubicBezTo>
                    <a:cubicBezTo>
                      <a:pt x="11535" y="565"/>
                      <a:pt x="11647" y="565"/>
                      <a:pt x="11762" y="565"/>
                    </a:cubicBezTo>
                    <a:cubicBezTo>
                      <a:pt x="11762" y="603"/>
                      <a:pt x="11762" y="640"/>
                      <a:pt x="11762" y="679"/>
                    </a:cubicBezTo>
                    <a:cubicBezTo>
                      <a:pt x="11837" y="679"/>
                      <a:pt x="11911" y="679"/>
                      <a:pt x="11988" y="679"/>
                    </a:cubicBezTo>
                    <a:cubicBezTo>
                      <a:pt x="11988" y="716"/>
                      <a:pt x="11988" y="753"/>
                      <a:pt x="11988" y="792"/>
                    </a:cubicBezTo>
                    <a:cubicBezTo>
                      <a:pt x="12063" y="792"/>
                      <a:pt x="12137" y="792"/>
                      <a:pt x="12214" y="792"/>
                    </a:cubicBezTo>
                    <a:cubicBezTo>
                      <a:pt x="12214" y="829"/>
                      <a:pt x="12214" y="866"/>
                      <a:pt x="12214" y="905"/>
                    </a:cubicBezTo>
                    <a:cubicBezTo>
                      <a:pt x="12289" y="905"/>
                      <a:pt x="12364" y="905"/>
                      <a:pt x="12440" y="905"/>
                    </a:cubicBezTo>
                    <a:cubicBezTo>
                      <a:pt x="12440" y="942"/>
                      <a:pt x="12440" y="979"/>
                      <a:pt x="12440" y="1018"/>
                    </a:cubicBezTo>
                    <a:cubicBezTo>
                      <a:pt x="12515" y="1018"/>
                      <a:pt x="12590" y="1018"/>
                      <a:pt x="12667" y="1018"/>
                    </a:cubicBezTo>
                    <a:cubicBezTo>
                      <a:pt x="12667" y="1055"/>
                      <a:pt x="12667" y="1093"/>
                      <a:pt x="12667" y="1131"/>
                    </a:cubicBezTo>
                    <a:cubicBezTo>
                      <a:pt x="12741" y="1131"/>
                      <a:pt x="12816" y="1131"/>
                      <a:pt x="12893" y="1131"/>
                    </a:cubicBezTo>
                    <a:cubicBezTo>
                      <a:pt x="12893" y="1168"/>
                      <a:pt x="12893" y="1206"/>
                      <a:pt x="12893" y="1244"/>
                    </a:cubicBezTo>
                    <a:cubicBezTo>
                      <a:pt x="12930" y="1244"/>
                      <a:pt x="12967" y="1244"/>
                      <a:pt x="13006" y="1244"/>
                    </a:cubicBezTo>
                    <a:cubicBezTo>
                      <a:pt x="13006" y="1281"/>
                      <a:pt x="13006" y="1319"/>
                      <a:pt x="13006" y="1357"/>
                    </a:cubicBezTo>
                    <a:cubicBezTo>
                      <a:pt x="13081" y="1357"/>
                      <a:pt x="13155" y="1357"/>
                      <a:pt x="13232" y="1357"/>
                    </a:cubicBezTo>
                    <a:cubicBezTo>
                      <a:pt x="13232" y="1394"/>
                      <a:pt x="13232" y="1432"/>
                      <a:pt x="13232" y="1470"/>
                    </a:cubicBezTo>
                    <a:cubicBezTo>
                      <a:pt x="13269" y="1470"/>
                      <a:pt x="13307" y="1470"/>
                      <a:pt x="13345" y="1470"/>
                    </a:cubicBezTo>
                    <a:cubicBezTo>
                      <a:pt x="13345" y="1508"/>
                      <a:pt x="13345" y="1545"/>
                      <a:pt x="13345" y="1583"/>
                    </a:cubicBezTo>
                    <a:cubicBezTo>
                      <a:pt x="13420" y="1583"/>
                      <a:pt x="13495" y="1583"/>
                      <a:pt x="13571" y="1583"/>
                    </a:cubicBezTo>
                    <a:cubicBezTo>
                      <a:pt x="13571" y="1621"/>
                      <a:pt x="13571" y="1658"/>
                      <a:pt x="13571" y="1696"/>
                    </a:cubicBezTo>
                    <a:cubicBezTo>
                      <a:pt x="13609" y="1696"/>
                      <a:pt x="13646" y="1696"/>
                      <a:pt x="13685" y="1696"/>
                    </a:cubicBezTo>
                    <a:cubicBezTo>
                      <a:pt x="13685" y="1734"/>
                      <a:pt x="13685" y="1771"/>
                      <a:pt x="13685" y="1810"/>
                    </a:cubicBezTo>
                    <a:cubicBezTo>
                      <a:pt x="13722" y="1810"/>
                      <a:pt x="13759" y="1810"/>
                      <a:pt x="13798" y="1810"/>
                    </a:cubicBezTo>
                    <a:cubicBezTo>
                      <a:pt x="13798" y="1847"/>
                      <a:pt x="13798" y="1884"/>
                      <a:pt x="13798" y="1923"/>
                    </a:cubicBezTo>
                    <a:cubicBezTo>
                      <a:pt x="13835" y="1923"/>
                      <a:pt x="13872" y="1923"/>
                      <a:pt x="13911" y="1923"/>
                    </a:cubicBezTo>
                    <a:cubicBezTo>
                      <a:pt x="13911" y="1960"/>
                      <a:pt x="13911" y="1997"/>
                      <a:pt x="13911" y="2036"/>
                    </a:cubicBezTo>
                    <a:cubicBezTo>
                      <a:pt x="13948" y="2036"/>
                      <a:pt x="13985" y="2036"/>
                      <a:pt x="14024" y="2036"/>
                    </a:cubicBezTo>
                    <a:cubicBezTo>
                      <a:pt x="14024" y="2073"/>
                      <a:pt x="14024" y="2110"/>
                      <a:pt x="14024" y="2149"/>
                    </a:cubicBezTo>
                    <a:cubicBezTo>
                      <a:pt x="14061" y="2149"/>
                      <a:pt x="14098" y="2149"/>
                      <a:pt x="14137" y="2149"/>
                    </a:cubicBezTo>
                    <a:cubicBezTo>
                      <a:pt x="14137" y="2186"/>
                      <a:pt x="14137" y="2223"/>
                      <a:pt x="14137" y="2262"/>
                    </a:cubicBezTo>
                    <a:cubicBezTo>
                      <a:pt x="14174" y="2262"/>
                      <a:pt x="14212" y="2262"/>
                      <a:pt x="14250" y="2262"/>
                    </a:cubicBezTo>
                    <a:cubicBezTo>
                      <a:pt x="14250" y="2299"/>
                      <a:pt x="14250" y="2337"/>
                      <a:pt x="14250" y="2375"/>
                    </a:cubicBezTo>
                    <a:cubicBezTo>
                      <a:pt x="14287" y="2375"/>
                      <a:pt x="14325" y="2375"/>
                      <a:pt x="14363" y="2375"/>
                    </a:cubicBezTo>
                    <a:cubicBezTo>
                      <a:pt x="14363" y="2412"/>
                      <a:pt x="14363" y="2450"/>
                      <a:pt x="14363" y="2488"/>
                    </a:cubicBezTo>
                    <a:cubicBezTo>
                      <a:pt x="14400" y="2488"/>
                      <a:pt x="14438" y="2488"/>
                      <a:pt x="14476" y="2488"/>
                    </a:cubicBezTo>
                    <a:cubicBezTo>
                      <a:pt x="14476" y="2525"/>
                      <a:pt x="14476" y="2563"/>
                      <a:pt x="14476" y="2601"/>
                    </a:cubicBezTo>
                    <a:cubicBezTo>
                      <a:pt x="14514" y="2601"/>
                      <a:pt x="14551" y="2601"/>
                      <a:pt x="14589" y="2601"/>
                    </a:cubicBezTo>
                    <a:cubicBezTo>
                      <a:pt x="14589" y="2639"/>
                      <a:pt x="14589" y="2676"/>
                      <a:pt x="14589" y="2714"/>
                    </a:cubicBezTo>
                    <a:cubicBezTo>
                      <a:pt x="14627" y="2714"/>
                      <a:pt x="14664" y="2714"/>
                      <a:pt x="14702" y="2714"/>
                    </a:cubicBezTo>
                    <a:cubicBezTo>
                      <a:pt x="14702" y="2752"/>
                      <a:pt x="14702" y="2789"/>
                      <a:pt x="14702" y="2827"/>
                    </a:cubicBezTo>
                    <a:cubicBezTo>
                      <a:pt x="14740" y="2827"/>
                      <a:pt x="14777" y="2827"/>
                      <a:pt x="14815" y="2827"/>
                    </a:cubicBezTo>
                    <a:cubicBezTo>
                      <a:pt x="14815" y="2865"/>
                      <a:pt x="14815" y="2902"/>
                      <a:pt x="14815" y="2940"/>
                    </a:cubicBezTo>
                    <a:cubicBezTo>
                      <a:pt x="14853" y="2940"/>
                      <a:pt x="14890" y="2940"/>
                      <a:pt x="14929" y="2940"/>
                    </a:cubicBezTo>
                    <a:cubicBezTo>
                      <a:pt x="14929" y="3015"/>
                      <a:pt x="14929" y="3090"/>
                      <a:pt x="14929" y="3167"/>
                    </a:cubicBezTo>
                    <a:cubicBezTo>
                      <a:pt x="14966" y="3167"/>
                      <a:pt x="15003" y="3167"/>
                      <a:pt x="15042" y="3167"/>
                    </a:cubicBezTo>
                    <a:cubicBezTo>
                      <a:pt x="15042" y="3204"/>
                      <a:pt x="15042" y="3241"/>
                      <a:pt x="15042" y="3280"/>
                    </a:cubicBezTo>
                    <a:cubicBezTo>
                      <a:pt x="15079" y="3280"/>
                      <a:pt x="15116" y="3280"/>
                      <a:pt x="15155" y="3280"/>
                    </a:cubicBezTo>
                    <a:cubicBezTo>
                      <a:pt x="15155" y="3317"/>
                      <a:pt x="15155" y="3354"/>
                      <a:pt x="15155" y="3393"/>
                    </a:cubicBezTo>
                    <a:cubicBezTo>
                      <a:pt x="15192" y="3393"/>
                      <a:pt x="15229" y="3393"/>
                      <a:pt x="15268" y="3393"/>
                    </a:cubicBezTo>
                    <a:cubicBezTo>
                      <a:pt x="15268" y="3468"/>
                      <a:pt x="15268" y="3542"/>
                      <a:pt x="15268" y="3619"/>
                    </a:cubicBezTo>
                    <a:cubicBezTo>
                      <a:pt x="15305" y="3619"/>
                      <a:pt x="15342" y="3619"/>
                      <a:pt x="15381" y="3619"/>
                    </a:cubicBezTo>
                    <a:cubicBezTo>
                      <a:pt x="15381" y="3656"/>
                      <a:pt x="15381" y="3694"/>
                      <a:pt x="15381" y="3732"/>
                    </a:cubicBezTo>
                    <a:cubicBezTo>
                      <a:pt x="15418" y="3732"/>
                      <a:pt x="15456" y="3732"/>
                      <a:pt x="15494" y="3732"/>
                    </a:cubicBezTo>
                    <a:cubicBezTo>
                      <a:pt x="15494" y="3807"/>
                      <a:pt x="15494" y="3881"/>
                      <a:pt x="15494" y="3958"/>
                    </a:cubicBezTo>
                    <a:cubicBezTo>
                      <a:pt x="15531" y="3958"/>
                      <a:pt x="15569" y="3958"/>
                      <a:pt x="15607" y="3958"/>
                    </a:cubicBezTo>
                    <a:cubicBezTo>
                      <a:pt x="15607" y="4033"/>
                      <a:pt x="15607" y="4108"/>
                      <a:pt x="15607" y="4185"/>
                    </a:cubicBezTo>
                    <a:cubicBezTo>
                      <a:pt x="15644" y="4185"/>
                      <a:pt x="15682" y="4185"/>
                      <a:pt x="15720" y="4185"/>
                    </a:cubicBezTo>
                    <a:cubicBezTo>
                      <a:pt x="15720" y="4259"/>
                      <a:pt x="15720" y="4334"/>
                      <a:pt x="15720" y="4411"/>
                    </a:cubicBezTo>
                    <a:cubicBezTo>
                      <a:pt x="15758" y="4411"/>
                      <a:pt x="15795" y="4411"/>
                      <a:pt x="15833" y="4411"/>
                    </a:cubicBezTo>
                    <a:cubicBezTo>
                      <a:pt x="15833" y="4485"/>
                      <a:pt x="15833" y="4560"/>
                      <a:pt x="15833" y="4637"/>
                    </a:cubicBezTo>
                    <a:cubicBezTo>
                      <a:pt x="15871" y="4637"/>
                      <a:pt x="15908" y="4637"/>
                      <a:pt x="15946" y="4637"/>
                    </a:cubicBezTo>
                    <a:cubicBezTo>
                      <a:pt x="15946" y="4712"/>
                      <a:pt x="15946" y="4786"/>
                      <a:pt x="15946" y="4863"/>
                    </a:cubicBezTo>
                    <a:cubicBezTo>
                      <a:pt x="15984" y="4863"/>
                      <a:pt x="16021" y="4863"/>
                      <a:pt x="16060" y="4863"/>
                    </a:cubicBezTo>
                    <a:cubicBezTo>
                      <a:pt x="16060" y="4975"/>
                      <a:pt x="16060" y="5087"/>
                      <a:pt x="16060" y="5202"/>
                    </a:cubicBezTo>
                    <a:cubicBezTo>
                      <a:pt x="16097" y="5202"/>
                      <a:pt x="16134" y="5202"/>
                      <a:pt x="16173" y="5202"/>
                    </a:cubicBezTo>
                    <a:cubicBezTo>
                      <a:pt x="16173" y="5277"/>
                      <a:pt x="16173" y="5352"/>
                      <a:pt x="16173" y="5429"/>
                    </a:cubicBezTo>
                    <a:cubicBezTo>
                      <a:pt x="16210" y="5429"/>
                      <a:pt x="16247" y="5429"/>
                      <a:pt x="16286" y="5429"/>
                    </a:cubicBezTo>
                    <a:cubicBezTo>
                      <a:pt x="16286" y="5578"/>
                      <a:pt x="16286" y="5727"/>
                      <a:pt x="16286" y="5881"/>
                    </a:cubicBezTo>
                    <a:cubicBezTo>
                      <a:pt x="16323" y="5881"/>
                      <a:pt x="16360" y="5881"/>
                      <a:pt x="16399" y="5881"/>
                    </a:cubicBezTo>
                    <a:cubicBezTo>
                      <a:pt x="16399" y="6030"/>
                      <a:pt x="16399" y="6180"/>
                      <a:pt x="16399" y="6333"/>
                    </a:cubicBezTo>
                    <a:cubicBezTo>
                      <a:pt x="16436" y="6333"/>
                      <a:pt x="16473" y="6333"/>
                      <a:pt x="16512" y="6333"/>
                    </a:cubicBezTo>
                    <a:cubicBezTo>
                      <a:pt x="16512" y="6557"/>
                      <a:pt x="16512" y="6781"/>
                      <a:pt x="16512" y="7012"/>
                    </a:cubicBezTo>
                    <a:cubicBezTo>
                      <a:pt x="16549" y="7012"/>
                      <a:pt x="16587" y="7012"/>
                      <a:pt x="16625" y="7012"/>
                    </a:cubicBezTo>
                    <a:cubicBezTo>
                      <a:pt x="16625" y="7646"/>
                      <a:pt x="16625" y="8281"/>
                      <a:pt x="16625" y="8935"/>
                    </a:cubicBezTo>
                    <a:cubicBezTo>
                      <a:pt x="16588" y="8935"/>
                      <a:pt x="16550" y="8935"/>
                      <a:pt x="16512" y="8935"/>
                    </a:cubicBezTo>
                    <a:cubicBezTo>
                      <a:pt x="16512" y="9158"/>
                      <a:pt x="16512" y="9382"/>
                      <a:pt x="16512" y="9613"/>
                    </a:cubicBezTo>
                    <a:cubicBezTo>
                      <a:pt x="16475" y="9613"/>
                      <a:pt x="16437" y="9613"/>
                      <a:pt x="16399" y="9613"/>
                    </a:cubicBezTo>
                    <a:cubicBezTo>
                      <a:pt x="16399" y="9762"/>
                      <a:pt x="16399" y="9912"/>
                      <a:pt x="16399" y="10065"/>
                    </a:cubicBezTo>
                    <a:cubicBezTo>
                      <a:pt x="16361" y="10065"/>
                      <a:pt x="16324" y="10065"/>
                      <a:pt x="16286" y="10065"/>
                    </a:cubicBezTo>
                    <a:cubicBezTo>
                      <a:pt x="16286" y="10215"/>
                      <a:pt x="16286" y="10364"/>
                      <a:pt x="16286" y="10518"/>
                    </a:cubicBezTo>
                    <a:cubicBezTo>
                      <a:pt x="16248" y="10518"/>
                      <a:pt x="16211" y="10518"/>
                      <a:pt x="16173" y="10518"/>
                    </a:cubicBezTo>
                    <a:cubicBezTo>
                      <a:pt x="16173" y="10593"/>
                      <a:pt x="16173" y="10667"/>
                      <a:pt x="16173" y="10744"/>
                    </a:cubicBezTo>
                    <a:cubicBezTo>
                      <a:pt x="16135" y="10744"/>
                      <a:pt x="16098" y="10744"/>
                      <a:pt x="16060" y="10744"/>
                    </a:cubicBezTo>
                    <a:cubicBezTo>
                      <a:pt x="16060" y="10856"/>
                      <a:pt x="16060" y="10968"/>
                      <a:pt x="16060" y="11083"/>
                    </a:cubicBezTo>
                    <a:cubicBezTo>
                      <a:pt x="16022" y="11083"/>
                      <a:pt x="15985" y="11083"/>
                      <a:pt x="15946" y="11083"/>
                    </a:cubicBezTo>
                    <a:cubicBezTo>
                      <a:pt x="15946" y="11158"/>
                      <a:pt x="15946" y="11233"/>
                      <a:pt x="15946" y="11310"/>
                    </a:cubicBezTo>
                    <a:cubicBezTo>
                      <a:pt x="15909" y="11310"/>
                      <a:pt x="15872" y="11310"/>
                      <a:pt x="15833" y="11310"/>
                    </a:cubicBezTo>
                    <a:cubicBezTo>
                      <a:pt x="15833" y="11421"/>
                      <a:pt x="15833" y="11533"/>
                      <a:pt x="15833" y="11649"/>
                    </a:cubicBezTo>
                    <a:cubicBezTo>
                      <a:pt x="15796" y="11649"/>
                      <a:pt x="15759" y="11649"/>
                      <a:pt x="15720" y="11649"/>
                    </a:cubicBezTo>
                    <a:cubicBezTo>
                      <a:pt x="15720" y="11723"/>
                      <a:pt x="15720" y="11798"/>
                      <a:pt x="15720" y="11875"/>
                    </a:cubicBezTo>
                    <a:cubicBezTo>
                      <a:pt x="15683" y="11875"/>
                      <a:pt x="15646" y="11875"/>
                      <a:pt x="15607" y="11875"/>
                    </a:cubicBezTo>
                    <a:cubicBezTo>
                      <a:pt x="15607" y="11912"/>
                      <a:pt x="15607" y="11950"/>
                      <a:pt x="15607" y="11988"/>
                    </a:cubicBezTo>
                    <a:cubicBezTo>
                      <a:pt x="15570" y="11988"/>
                      <a:pt x="15533" y="11988"/>
                      <a:pt x="15494" y="11988"/>
                    </a:cubicBezTo>
                    <a:cubicBezTo>
                      <a:pt x="15494" y="12063"/>
                      <a:pt x="15494" y="12137"/>
                      <a:pt x="15494" y="12214"/>
                    </a:cubicBezTo>
                    <a:cubicBezTo>
                      <a:pt x="15457" y="12214"/>
                      <a:pt x="15419" y="12214"/>
                      <a:pt x="15381" y="12214"/>
                    </a:cubicBezTo>
                    <a:cubicBezTo>
                      <a:pt x="15381" y="12289"/>
                      <a:pt x="15381" y="12364"/>
                      <a:pt x="15381" y="12440"/>
                    </a:cubicBezTo>
                    <a:cubicBezTo>
                      <a:pt x="15344" y="12440"/>
                      <a:pt x="15306" y="12440"/>
                      <a:pt x="15268" y="12440"/>
                    </a:cubicBezTo>
                    <a:cubicBezTo>
                      <a:pt x="15268" y="12478"/>
                      <a:pt x="15268" y="12515"/>
                      <a:pt x="15268" y="12554"/>
                    </a:cubicBezTo>
                    <a:cubicBezTo>
                      <a:pt x="15231" y="12554"/>
                      <a:pt x="15193" y="12554"/>
                      <a:pt x="15155" y="12554"/>
                    </a:cubicBezTo>
                    <a:cubicBezTo>
                      <a:pt x="15155" y="12628"/>
                      <a:pt x="15155" y="12703"/>
                      <a:pt x="15155" y="12780"/>
                    </a:cubicBezTo>
                    <a:cubicBezTo>
                      <a:pt x="15117" y="12780"/>
                      <a:pt x="15080" y="12780"/>
                      <a:pt x="15042" y="12780"/>
                    </a:cubicBezTo>
                    <a:cubicBezTo>
                      <a:pt x="15042" y="12817"/>
                      <a:pt x="15042" y="12854"/>
                      <a:pt x="15042" y="12893"/>
                    </a:cubicBezTo>
                    <a:cubicBezTo>
                      <a:pt x="15004" y="12893"/>
                      <a:pt x="14967" y="12893"/>
                      <a:pt x="14929" y="12893"/>
                    </a:cubicBezTo>
                    <a:cubicBezTo>
                      <a:pt x="14929" y="12930"/>
                      <a:pt x="14929" y="12968"/>
                      <a:pt x="14929" y="13006"/>
                    </a:cubicBezTo>
                    <a:cubicBezTo>
                      <a:pt x="14891" y="13006"/>
                      <a:pt x="14854" y="13006"/>
                      <a:pt x="14815" y="13006"/>
                    </a:cubicBezTo>
                    <a:cubicBezTo>
                      <a:pt x="14815" y="13081"/>
                      <a:pt x="14815" y="13155"/>
                      <a:pt x="14815" y="13232"/>
                    </a:cubicBezTo>
                    <a:cubicBezTo>
                      <a:pt x="14778" y="13232"/>
                      <a:pt x="14741" y="13232"/>
                      <a:pt x="14702" y="13232"/>
                    </a:cubicBezTo>
                    <a:cubicBezTo>
                      <a:pt x="14702" y="13269"/>
                      <a:pt x="14702" y="13307"/>
                      <a:pt x="14702" y="13345"/>
                    </a:cubicBezTo>
                    <a:cubicBezTo>
                      <a:pt x="14665" y="13345"/>
                      <a:pt x="14628" y="13345"/>
                      <a:pt x="14589" y="13345"/>
                    </a:cubicBezTo>
                    <a:cubicBezTo>
                      <a:pt x="14589" y="13383"/>
                      <a:pt x="14589" y="13420"/>
                      <a:pt x="14589" y="13458"/>
                    </a:cubicBezTo>
                    <a:cubicBezTo>
                      <a:pt x="14552" y="13458"/>
                      <a:pt x="14515" y="13458"/>
                      <a:pt x="14476" y="13458"/>
                    </a:cubicBezTo>
                    <a:cubicBezTo>
                      <a:pt x="14476" y="13496"/>
                      <a:pt x="14476" y="13533"/>
                      <a:pt x="14476" y="13571"/>
                    </a:cubicBezTo>
                    <a:cubicBezTo>
                      <a:pt x="14439" y="13571"/>
                      <a:pt x="14402" y="13571"/>
                      <a:pt x="14363" y="13571"/>
                    </a:cubicBezTo>
                    <a:cubicBezTo>
                      <a:pt x="14363" y="13609"/>
                      <a:pt x="14363" y="13646"/>
                      <a:pt x="14363" y="13685"/>
                    </a:cubicBezTo>
                    <a:cubicBezTo>
                      <a:pt x="14326" y="13685"/>
                      <a:pt x="14288" y="13685"/>
                      <a:pt x="14250" y="13685"/>
                    </a:cubicBezTo>
                    <a:cubicBezTo>
                      <a:pt x="14250" y="13722"/>
                      <a:pt x="14250" y="13759"/>
                      <a:pt x="14250" y="13798"/>
                    </a:cubicBezTo>
                    <a:cubicBezTo>
                      <a:pt x="14213" y="13798"/>
                      <a:pt x="14175" y="13798"/>
                      <a:pt x="14137" y="13798"/>
                    </a:cubicBezTo>
                    <a:cubicBezTo>
                      <a:pt x="14137" y="13835"/>
                      <a:pt x="14137" y="13872"/>
                      <a:pt x="14137" y="13911"/>
                    </a:cubicBezTo>
                    <a:cubicBezTo>
                      <a:pt x="14100" y="13911"/>
                      <a:pt x="14062" y="13911"/>
                      <a:pt x="14024" y="13911"/>
                    </a:cubicBezTo>
                    <a:cubicBezTo>
                      <a:pt x="14024" y="13948"/>
                      <a:pt x="14024" y="13985"/>
                      <a:pt x="14024" y="14024"/>
                    </a:cubicBezTo>
                    <a:cubicBezTo>
                      <a:pt x="13986" y="14024"/>
                      <a:pt x="13949" y="14024"/>
                      <a:pt x="13911" y="14024"/>
                    </a:cubicBezTo>
                    <a:cubicBezTo>
                      <a:pt x="13911" y="14061"/>
                      <a:pt x="13911" y="14098"/>
                      <a:pt x="13911" y="14137"/>
                    </a:cubicBezTo>
                    <a:cubicBezTo>
                      <a:pt x="13873" y="14137"/>
                      <a:pt x="13836" y="14137"/>
                      <a:pt x="13798" y="14137"/>
                    </a:cubicBezTo>
                    <a:cubicBezTo>
                      <a:pt x="13798" y="14174"/>
                      <a:pt x="13798" y="14212"/>
                      <a:pt x="13798" y="14250"/>
                    </a:cubicBezTo>
                    <a:cubicBezTo>
                      <a:pt x="13760" y="14250"/>
                      <a:pt x="13723" y="14250"/>
                      <a:pt x="13685" y="14250"/>
                    </a:cubicBezTo>
                    <a:cubicBezTo>
                      <a:pt x="13685" y="14287"/>
                      <a:pt x="13685" y="14325"/>
                      <a:pt x="13685" y="14363"/>
                    </a:cubicBezTo>
                    <a:cubicBezTo>
                      <a:pt x="13647" y="14363"/>
                      <a:pt x="13610" y="14363"/>
                      <a:pt x="13571" y="14363"/>
                    </a:cubicBezTo>
                    <a:cubicBezTo>
                      <a:pt x="13571" y="14400"/>
                      <a:pt x="13571" y="14438"/>
                      <a:pt x="13571" y="14476"/>
                    </a:cubicBezTo>
                    <a:cubicBezTo>
                      <a:pt x="13534" y="14476"/>
                      <a:pt x="13497" y="14476"/>
                      <a:pt x="13458" y="14476"/>
                    </a:cubicBezTo>
                    <a:cubicBezTo>
                      <a:pt x="13458" y="14514"/>
                      <a:pt x="13458" y="14551"/>
                      <a:pt x="13458" y="14589"/>
                    </a:cubicBezTo>
                    <a:cubicBezTo>
                      <a:pt x="13421" y="14589"/>
                      <a:pt x="13384" y="14589"/>
                      <a:pt x="13345" y="14589"/>
                    </a:cubicBezTo>
                    <a:cubicBezTo>
                      <a:pt x="13345" y="14627"/>
                      <a:pt x="13345" y="14664"/>
                      <a:pt x="13345" y="14702"/>
                    </a:cubicBezTo>
                    <a:cubicBezTo>
                      <a:pt x="13271" y="14702"/>
                      <a:pt x="13196" y="14702"/>
                      <a:pt x="13119" y="14702"/>
                    </a:cubicBezTo>
                    <a:cubicBezTo>
                      <a:pt x="13119" y="14740"/>
                      <a:pt x="13119" y="14777"/>
                      <a:pt x="13119" y="14815"/>
                    </a:cubicBezTo>
                    <a:cubicBezTo>
                      <a:pt x="13082" y="14815"/>
                      <a:pt x="13044" y="14815"/>
                      <a:pt x="13006" y="14815"/>
                    </a:cubicBezTo>
                    <a:cubicBezTo>
                      <a:pt x="13006" y="14853"/>
                      <a:pt x="13006" y="14890"/>
                      <a:pt x="13006" y="14929"/>
                    </a:cubicBezTo>
                    <a:cubicBezTo>
                      <a:pt x="12931" y="14929"/>
                      <a:pt x="12857" y="14929"/>
                      <a:pt x="12780" y="14929"/>
                    </a:cubicBezTo>
                    <a:cubicBezTo>
                      <a:pt x="12780" y="14966"/>
                      <a:pt x="12780" y="15003"/>
                      <a:pt x="12780" y="15042"/>
                    </a:cubicBezTo>
                    <a:cubicBezTo>
                      <a:pt x="12742" y="15042"/>
                      <a:pt x="12705" y="15042"/>
                      <a:pt x="12667" y="15042"/>
                    </a:cubicBezTo>
                    <a:cubicBezTo>
                      <a:pt x="12667" y="15079"/>
                      <a:pt x="12667" y="15116"/>
                      <a:pt x="12667" y="15155"/>
                    </a:cubicBezTo>
                    <a:cubicBezTo>
                      <a:pt x="12592" y="15155"/>
                      <a:pt x="12517" y="15155"/>
                      <a:pt x="12440" y="15155"/>
                    </a:cubicBezTo>
                    <a:cubicBezTo>
                      <a:pt x="12440" y="15192"/>
                      <a:pt x="12440" y="15229"/>
                      <a:pt x="12440" y="15268"/>
                    </a:cubicBezTo>
                    <a:cubicBezTo>
                      <a:pt x="12403" y="15268"/>
                      <a:pt x="12366" y="15268"/>
                      <a:pt x="12327" y="15268"/>
                    </a:cubicBezTo>
                    <a:cubicBezTo>
                      <a:pt x="12327" y="15305"/>
                      <a:pt x="12327" y="15343"/>
                      <a:pt x="12327" y="15381"/>
                    </a:cubicBezTo>
                    <a:cubicBezTo>
                      <a:pt x="12253" y="15381"/>
                      <a:pt x="12178" y="15381"/>
                      <a:pt x="12101" y="15381"/>
                    </a:cubicBezTo>
                    <a:cubicBezTo>
                      <a:pt x="12101" y="15418"/>
                      <a:pt x="12101" y="15456"/>
                      <a:pt x="12101" y="15494"/>
                    </a:cubicBezTo>
                    <a:cubicBezTo>
                      <a:pt x="12027" y="15494"/>
                      <a:pt x="11952" y="15494"/>
                      <a:pt x="11875" y="15494"/>
                    </a:cubicBezTo>
                    <a:cubicBezTo>
                      <a:pt x="11875" y="15531"/>
                      <a:pt x="11875" y="15569"/>
                      <a:pt x="11875" y="15607"/>
                    </a:cubicBezTo>
                    <a:cubicBezTo>
                      <a:pt x="11800" y="15607"/>
                      <a:pt x="11726" y="15607"/>
                      <a:pt x="11649" y="15607"/>
                    </a:cubicBezTo>
                    <a:cubicBezTo>
                      <a:pt x="11649" y="15644"/>
                      <a:pt x="11649" y="15682"/>
                      <a:pt x="11649" y="15720"/>
                    </a:cubicBezTo>
                    <a:cubicBezTo>
                      <a:pt x="11537" y="15720"/>
                      <a:pt x="11425" y="15720"/>
                      <a:pt x="11310" y="15720"/>
                    </a:cubicBezTo>
                    <a:cubicBezTo>
                      <a:pt x="11310" y="15758"/>
                      <a:pt x="11310" y="15795"/>
                      <a:pt x="11310" y="15833"/>
                    </a:cubicBezTo>
                    <a:cubicBezTo>
                      <a:pt x="11235" y="15833"/>
                      <a:pt x="11160" y="15833"/>
                      <a:pt x="11083" y="15833"/>
                    </a:cubicBezTo>
                    <a:cubicBezTo>
                      <a:pt x="11083" y="15871"/>
                      <a:pt x="11083" y="15908"/>
                      <a:pt x="11083" y="15946"/>
                    </a:cubicBezTo>
                    <a:cubicBezTo>
                      <a:pt x="10971" y="15946"/>
                      <a:pt x="10859" y="15946"/>
                      <a:pt x="10744" y="15946"/>
                    </a:cubicBezTo>
                    <a:cubicBezTo>
                      <a:pt x="10744" y="15984"/>
                      <a:pt x="10744" y="16021"/>
                      <a:pt x="10744" y="16060"/>
                    </a:cubicBezTo>
                    <a:cubicBezTo>
                      <a:pt x="10595" y="16060"/>
                      <a:pt x="10445" y="16060"/>
                      <a:pt x="10292" y="16060"/>
                    </a:cubicBezTo>
                    <a:cubicBezTo>
                      <a:pt x="10292" y="16097"/>
                      <a:pt x="10292" y="16134"/>
                      <a:pt x="10292" y="16173"/>
                    </a:cubicBezTo>
                    <a:cubicBezTo>
                      <a:pt x="10142" y="16173"/>
                      <a:pt x="9993" y="16173"/>
                      <a:pt x="9839" y="16173"/>
                    </a:cubicBezTo>
                    <a:cubicBezTo>
                      <a:pt x="9839" y="16210"/>
                      <a:pt x="9839" y="16247"/>
                      <a:pt x="9839" y="16286"/>
                    </a:cubicBezTo>
                    <a:cubicBezTo>
                      <a:pt x="9615" y="16286"/>
                      <a:pt x="9391" y="16286"/>
                      <a:pt x="9161" y="16286"/>
                    </a:cubicBezTo>
                    <a:cubicBezTo>
                      <a:pt x="9161" y="16323"/>
                      <a:pt x="9161" y="16360"/>
                      <a:pt x="9161" y="16399"/>
                    </a:cubicBezTo>
                    <a:cubicBezTo>
                      <a:pt x="8564" y="16399"/>
                      <a:pt x="7966" y="16399"/>
                      <a:pt x="7351" y="16399"/>
                    </a:cubicBezTo>
                    <a:cubicBezTo>
                      <a:pt x="7351" y="16361"/>
                      <a:pt x="7351" y="16324"/>
                      <a:pt x="7351" y="16286"/>
                    </a:cubicBezTo>
                    <a:cubicBezTo>
                      <a:pt x="7090" y="16286"/>
                      <a:pt x="6829" y="16286"/>
                      <a:pt x="6560" y="16286"/>
                    </a:cubicBezTo>
                    <a:cubicBezTo>
                      <a:pt x="6560" y="16248"/>
                      <a:pt x="6560" y="16211"/>
                      <a:pt x="6560" y="16173"/>
                    </a:cubicBezTo>
                    <a:cubicBezTo>
                      <a:pt x="6410" y="16173"/>
                      <a:pt x="6261" y="16173"/>
                      <a:pt x="6107" y="16173"/>
                    </a:cubicBezTo>
                    <a:cubicBezTo>
                      <a:pt x="6107" y="16135"/>
                      <a:pt x="6107" y="16098"/>
                      <a:pt x="6107" y="16060"/>
                    </a:cubicBezTo>
                    <a:cubicBezTo>
                      <a:pt x="5995" y="16060"/>
                      <a:pt x="5883" y="16060"/>
                      <a:pt x="5768" y="16060"/>
                    </a:cubicBezTo>
                    <a:cubicBezTo>
                      <a:pt x="5768" y="16022"/>
                      <a:pt x="5768" y="15985"/>
                      <a:pt x="5768" y="15946"/>
                    </a:cubicBezTo>
                    <a:cubicBezTo>
                      <a:pt x="5656" y="15946"/>
                      <a:pt x="5544" y="15946"/>
                      <a:pt x="5429" y="15946"/>
                    </a:cubicBezTo>
                    <a:cubicBezTo>
                      <a:pt x="5429" y="15909"/>
                      <a:pt x="5429" y="15872"/>
                      <a:pt x="5429" y="15833"/>
                    </a:cubicBezTo>
                    <a:cubicBezTo>
                      <a:pt x="5317" y="15833"/>
                      <a:pt x="5205" y="15833"/>
                      <a:pt x="5089" y="15833"/>
                    </a:cubicBezTo>
                    <a:cubicBezTo>
                      <a:pt x="5089" y="15796"/>
                      <a:pt x="5089" y="15759"/>
                      <a:pt x="5089" y="15720"/>
                    </a:cubicBezTo>
                    <a:cubicBezTo>
                      <a:pt x="5015" y="15720"/>
                      <a:pt x="4940" y="15720"/>
                      <a:pt x="4863" y="15720"/>
                    </a:cubicBezTo>
                    <a:cubicBezTo>
                      <a:pt x="4863" y="15683"/>
                      <a:pt x="4863" y="15646"/>
                      <a:pt x="4863" y="15607"/>
                    </a:cubicBezTo>
                    <a:cubicBezTo>
                      <a:pt x="4788" y="15607"/>
                      <a:pt x="4714" y="15607"/>
                      <a:pt x="4637" y="15607"/>
                    </a:cubicBezTo>
                    <a:cubicBezTo>
                      <a:pt x="4637" y="15570"/>
                      <a:pt x="4637" y="15532"/>
                      <a:pt x="4637" y="15494"/>
                    </a:cubicBezTo>
                    <a:cubicBezTo>
                      <a:pt x="4562" y="15494"/>
                      <a:pt x="4488" y="15494"/>
                      <a:pt x="4411" y="15494"/>
                    </a:cubicBezTo>
                    <a:cubicBezTo>
                      <a:pt x="4411" y="15457"/>
                      <a:pt x="4411" y="15419"/>
                      <a:pt x="4411" y="15381"/>
                    </a:cubicBezTo>
                    <a:cubicBezTo>
                      <a:pt x="4336" y="15381"/>
                      <a:pt x="4261" y="15381"/>
                      <a:pt x="4185" y="15381"/>
                    </a:cubicBezTo>
                    <a:cubicBezTo>
                      <a:pt x="4185" y="15344"/>
                      <a:pt x="4185" y="15306"/>
                      <a:pt x="4185" y="15268"/>
                    </a:cubicBezTo>
                    <a:cubicBezTo>
                      <a:pt x="4110" y="15268"/>
                      <a:pt x="4035" y="15268"/>
                      <a:pt x="3958" y="15268"/>
                    </a:cubicBezTo>
                    <a:cubicBezTo>
                      <a:pt x="3958" y="15231"/>
                      <a:pt x="3958" y="15193"/>
                      <a:pt x="3958" y="15155"/>
                    </a:cubicBezTo>
                    <a:cubicBezTo>
                      <a:pt x="3884" y="15155"/>
                      <a:pt x="3809" y="15155"/>
                      <a:pt x="3732" y="15155"/>
                    </a:cubicBezTo>
                    <a:cubicBezTo>
                      <a:pt x="3732" y="15117"/>
                      <a:pt x="3732" y="15080"/>
                      <a:pt x="3732" y="15042"/>
                    </a:cubicBezTo>
                    <a:cubicBezTo>
                      <a:pt x="3695" y="15042"/>
                      <a:pt x="3658" y="15042"/>
                      <a:pt x="3619" y="15042"/>
                    </a:cubicBezTo>
                    <a:cubicBezTo>
                      <a:pt x="3619" y="15004"/>
                      <a:pt x="3619" y="14967"/>
                      <a:pt x="3619" y="14929"/>
                    </a:cubicBezTo>
                    <a:cubicBezTo>
                      <a:pt x="3544" y="14929"/>
                      <a:pt x="3470" y="14929"/>
                      <a:pt x="3393" y="14929"/>
                    </a:cubicBezTo>
                    <a:cubicBezTo>
                      <a:pt x="3393" y="14891"/>
                      <a:pt x="3393" y="14854"/>
                      <a:pt x="3393" y="14815"/>
                    </a:cubicBezTo>
                    <a:cubicBezTo>
                      <a:pt x="3356" y="14815"/>
                      <a:pt x="3318" y="14815"/>
                      <a:pt x="3280" y="14815"/>
                    </a:cubicBezTo>
                    <a:cubicBezTo>
                      <a:pt x="3280" y="14778"/>
                      <a:pt x="3280" y="14741"/>
                      <a:pt x="3280" y="14702"/>
                    </a:cubicBezTo>
                    <a:cubicBezTo>
                      <a:pt x="3242" y="14702"/>
                      <a:pt x="3205" y="14702"/>
                      <a:pt x="3167" y="14702"/>
                    </a:cubicBezTo>
                    <a:cubicBezTo>
                      <a:pt x="3167" y="14665"/>
                      <a:pt x="3167" y="14628"/>
                      <a:pt x="3167" y="14589"/>
                    </a:cubicBezTo>
                    <a:cubicBezTo>
                      <a:pt x="3092" y="14589"/>
                      <a:pt x="3017" y="14589"/>
                      <a:pt x="2940" y="14589"/>
                    </a:cubicBezTo>
                    <a:cubicBezTo>
                      <a:pt x="2940" y="14552"/>
                      <a:pt x="2940" y="14515"/>
                      <a:pt x="2940" y="14476"/>
                    </a:cubicBezTo>
                    <a:cubicBezTo>
                      <a:pt x="2903" y="14476"/>
                      <a:pt x="2866" y="14476"/>
                      <a:pt x="2827" y="14476"/>
                    </a:cubicBezTo>
                    <a:cubicBezTo>
                      <a:pt x="2827" y="14439"/>
                      <a:pt x="2827" y="14402"/>
                      <a:pt x="2827" y="14363"/>
                    </a:cubicBezTo>
                    <a:cubicBezTo>
                      <a:pt x="2790" y="14363"/>
                      <a:pt x="2753" y="14363"/>
                      <a:pt x="2714" y="14363"/>
                    </a:cubicBezTo>
                    <a:cubicBezTo>
                      <a:pt x="2714" y="14326"/>
                      <a:pt x="2714" y="14288"/>
                      <a:pt x="2714" y="14250"/>
                    </a:cubicBezTo>
                    <a:cubicBezTo>
                      <a:pt x="2677" y="14250"/>
                      <a:pt x="2640" y="14250"/>
                      <a:pt x="2601" y="14250"/>
                    </a:cubicBezTo>
                    <a:cubicBezTo>
                      <a:pt x="2601" y="14213"/>
                      <a:pt x="2601" y="14175"/>
                      <a:pt x="2601" y="14137"/>
                    </a:cubicBezTo>
                    <a:cubicBezTo>
                      <a:pt x="2564" y="14137"/>
                      <a:pt x="2527" y="14137"/>
                      <a:pt x="2488" y="14137"/>
                    </a:cubicBezTo>
                    <a:cubicBezTo>
                      <a:pt x="2488" y="14100"/>
                      <a:pt x="2488" y="14062"/>
                      <a:pt x="2488" y="14024"/>
                    </a:cubicBezTo>
                    <a:cubicBezTo>
                      <a:pt x="2451" y="14024"/>
                      <a:pt x="2413" y="14024"/>
                      <a:pt x="2375" y="14024"/>
                    </a:cubicBezTo>
                    <a:cubicBezTo>
                      <a:pt x="2375" y="13986"/>
                      <a:pt x="2375" y="13949"/>
                      <a:pt x="2375" y="13911"/>
                    </a:cubicBezTo>
                    <a:cubicBezTo>
                      <a:pt x="2338" y="13911"/>
                      <a:pt x="2300" y="13911"/>
                      <a:pt x="2262" y="13911"/>
                    </a:cubicBezTo>
                    <a:cubicBezTo>
                      <a:pt x="2262" y="13873"/>
                      <a:pt x="2262" y="13836"/>
                      <a:pt x="2262" y="13798"/>
                    </a:cubicBezTo>
                    <a:cubicBezTo>
                      <a:pt x="2225" y="13798"/>
                      <a:pt x="2187" y="13798"/>
                      <a:pt x="2149" y="13798"/>
                    </a:cubicBezTo>
                    <a:cubicBezTo>
                      <a:pt x="2149" y="13760"/>
                      <a:pt x="2149" y="13723"/>
                      <a:pt x="2149" y="13685"/>
                    </a:cubicBezTo>
                    <a:cubicBezTo>
                      <a:pt x="2111" y="13685"/>
                      <a:pt x="2074" y="13685"/>
                      <a:pt x="2036" y="13685"/>
                    </a:cubicBezTo>
                    <a:cubicBezTo>
                      <a:pt x="2036" y="13647"/>
                      <a:pt x="2036" y="13610"/>
                      <a:pt x="2036" y="13571"/>
                    </a:cubicBezTo>
                    <a:cubicBezTo>
                      <a:pt x="1998" y="13571"/>
                      <a:pt x="1961" y="13571"/>
                      <a:pt x="1923" y="13571"/>
                    </a:cubicBezTo>
                    <a:cubicBezTo>
                      <a:pt x="1923" y="13534"/>
                      <a:pt x="1923" y="13497"/>
                      <a:pt x="1923" y="13458"/>
                    </a:cubicBezTo>
                    <a:cubicBezTo>
                      <a:pt x="1885" y="13458"/>
                      <a:pt x="1848" y="13458"/>
                      <a:pt x="1810" y="13458"/>
                    </a:cubicBezTo>
                    <a:cubicBezTo>
                      <a:pt x="1810" y="13384"/>
                      <a:pt x="1810" y="13309"/>
                      <a:pt x="1810" y="13232"/>
                    </a:cubicBezTo>
                    <a:cubicBezTo>
                      <a:pt x="1772" y="13232"/>
                      <a:pt x="1735" y="13232"/>
                      <a:pt x="1696" y="13232"/>
                    </a:cubicBezTo>
                    <a:cubicBezTo>
                      <a:pt x="1696" y="13195"/>
                      <a:pt x="1696" y="13157"/>
                      <a:pt x="1696" y="13119"/>
                    </a:cubicBezTo>
                    <a:cubicBezTo>
                      <a:pt x="1659" y="13119"/>
                      <a:pt x="1622" y="13119"/>
                      <a:pt x="1583" y="13119"/>
                    </a:cubicBezTo>
                    <a:cubicBezTo>
                      <a:pt x="1583" y="13082"/>
                      <a:pt x="1583" y="13044"/>
                      <a:pt x="1583" y="13006"/>
                    </a:cubicBezTo>
                    <a:cubicBezTo>
                      <a:pt x="1546" y="13006"/>
                      <a:pt x="1509" y="13006"/>
                      <a:pt x="1470" y="13006"/>
                    </a:cubicBezTo>
                    <a:cubicBezTo>
                      <a:pt x="1470" y="12931"/>
                      <a:pt x="1470" y="12857"/>
                      <a:pt x="1470" y="12780"/>
                    </a:cubicBezTo>
                    <a:cubicBezTo>
                      <a:pt x="1433" y="12780"/>
                      <a:pt x="1396" y="12780"/>
                      <a:pt x="1357" y="12780"/>
                    </a:cubicBezTo>
                    <a:cubicBezTo>
                      <a:pt x="1357" y="12742"/>
                      <a:pt x="1357" y="12705"/>
                      <a:pt x="1357" y="12667"/>
                    </a:cubicBezTo>
                    <a:cubicBezTo>
                      <a:pt x="1320" y="12667"/>
                      <a:pt x="1283" y="12667"/>
                      <a:pt x="1244" y="12667"/>
                    </a:cubicBezTo>
                    <a:cubicBezTo>
                      <a:pt x="1244" y="12592"/>
                      <a:pt x="1244" y="12517"/>
                      <a:pt x="1244" y="12440"/>
                    </a:cubicBezTo>
                    <a:cubicBezTo>
                      <a:pt x="1207" y="12440"/>
                      <a:pt x="1169" y="12440"/>
                      <a:pt x="1131" y="12440"/>
                    </a:cubicBezTo>
                    <a:cubicBezTo>
                      <a:pt x="1131" y="12366"/>
                      <a:pt x="1131" y="12291"/>
                      <a:pt x="1131" y="12214"/>
                    </a:cubicBezTo>
                    <a:cubicBezTo>
                      <a:pt x="1094" y="12214"/>
                      <a:pt x="1056" y="12214"/>
                      <a:pt x="1018" y="12214"/>
                    </a:cubicBezTo>
                    <a:cubicBezTo>
                      <a:pt x="1018" y="12140"/>
                      <a:pt x="1018" y="12065"/>
                      <a:pt x="1018" y="11988"/>
                    </a:cubicBezTo>
                    <a:cubicBezTo>
                      <a:pt x="981" y="11988"/>
                      <a:pt x="943" y="11988"/>
                      <a:pt x="905" y="11988"/>
                    </a:cubicBezTo>
                    <a:cubicBezTo>
                      <a:pt x="905" y="11913"/>
                      <a:pt x="905" y="11839"/>
                      <a:pt x="905" y="11762"/>
                    </a:cubicBezTo>
                    <a:cubicBezTo>
                      <a:pt x="867" y="11762"/>
                      <a:pt x="830" y="11762"/>
                      <a:pt x="792" y="11762"/>
                    </a:cubicBezTo>
                    <a:cubicBezTo>
                      <a:pt x="792" y="11687"/>
                      <a:pt x="792" y="11613"/>
                      <a:pt x="792" y="11536"/>
                    </a:cubicBezTo>
                    <a:cubicBezTo>
                      <a:pt x="754" y="11536"/>
                      <a:pt x="717" y="11536"/>
                      <a:pt x="679" y="11536"/>
                    </a:cubicBezTo>
                    <a:cubicBezTo>
                      <a:pt x="679" y="11461"/>
                      <a:pt x="679" y="11386"/>
                      <a:pt x="679" y="11310"/>
                    </a:cubicBezTo>
                    <a:cubicBezTo>
                      <a:pt x="641" y="11310"/>
                      <a:pt x="604" y="11310"/>
                      <a:pt x="565" y="11310"/>
                    </a:cubicBezTo>
                    <a:cubicBezTo>
                      <a:pt x="565" y="11198"/>
                      <a:pt x="565" y="11086"/>
                      <a:pt x="565" y="10970"/>
                    </a:cubicBezTo>
                    <a:cubicBezTo>
                      <a:pt x="528" y="10970"/>
                      <a:pt x="491" y="10970"/>
                      <a:pt x="452" y="10970"/>
                    </a:cubicBezTo>
                    <a:cubicBezTo>
                      <a:pt x="452" y="10858"/>
                      <a:pt x="452" y="10746"/>
                      <a:pt x="452" y="10631"/>
                    </a:cubicBezTo>
                    <a:cubicBezTo>
                      <a:pt x="415" y="10631"/>
                      <a:pt x="378" y="10631"/>
                      <a:pt x="339" y="10631"/>
                    </a:cubicBezTo>
                    <a:cubicBezTo>
                      <a:pt x="339" y="10519"/>
                      <a:pt x="339" y="10407"/>
                      <a:pt x="339" y="10292"/>
                    </a:cubicBezTo>
                    <a:cubicBezTo>
                      <a:pt x="302" y="10292"/>
                      <a:pt x="265" y="10292"/>
                      <a:pt x="226" y="10292"/>
                    </a:cubicBezTo>
                    <a:cubicBezTo>
                      <a:pt x="226" y="10142"/>
                      <a:pt x="226" y="9993"/>
                      <a:pt x="226" y="9839"/>
                    </a:cubicBezTo>
                    <a:cubicBezTo>
                      <a:pt x="189" y="9839"/>
                      <a:pt x="152" y="9839"/>
                      <a:pt x="113" y="9839"/>
                    </a:cubicBezTo>
                    <a:cubicBezTo>
                      <a:pt x="113" y="9615"/>
                      <a:pt x="113" y="9391"/>
                      <a:pt x="113" y="9161"/>
                    </a:cubicBezTo>
                    <a:cubicBezTo>
                      <a:pt x="76" y="9161"/>
                      <a:pt x="38" y="9161"/>
                      <a:pt x="0" y="9161"/>
                    </a:cubicBezTo>
                    <a:cubicBezTo>
                      <a:pt x="0" y="8564"/>
                      <a:pt x="0" y="7966"/>
                      <a:pt x="0" y="7351"/>
                    </a:cubicBezTo>
                    <a:cubicBezTo>
                      <a:pt x="37" y="7351"/>
                      <a:pt x="75" y="7351"/>
                      <a:pt x="113" y="7351"/>
                    </a:cubicBezTo>
                    <a:cubicBezTo>
                      <a:pt x="113" y="7127"/>
                      <a:pt x="113" y="6903"/>
                      <a:pt x="113" y="6673"/>
                    </a:cubicBezTo>
                    <a:cubicBezTo>
                      <a:pt x="150" y="6673"/>
                      <a:pt x="188" y="6673"/>
                      <a:pt x="226" y="6673"/>
                    </a:cubicBezTo>
                    <a:cubicBezTo>
                      <a:pt x="226" y="6523"/>
                      <a:pt x="226" y="6374"/>
                      <a:pt x="226" y="6220"/>
                    </a:cubicBezTo>
                    <a:cubicBezTo>
                      <a:pt x="264" y="6220"/>
                      <a:pt x="301" y="6220"/>
                      <a:pt x="339" y="6220"/>
                    </a:cubicBezTo>
                    <a:cubicBezTo>
                      <a:pt x="339" y="6071"/>
                      <a:pt x="339" y="5922"/>
                      <a:pt x="339" y="5768"/>
                    </a:cubicBezTo>
                    <a:cubicBezTo>
                      <a:pt x="377" y="5768"/>
                      <a:pt x="414" y="5768"/>
                      <a:pt x="452" y="5768"/>
                    </a:cubicBezTo>
                    <a:cubicBezTo>
                      <a:pt x="452" y="5693"/>
                      <a:pt x="452" y="5619"/>
                      <a:pt x="452" y="5542"/>
                    </a:cubicBezTo>
                    <a:cubicBezTo>
                      <a:pt x="490" y="5542"/>
                      <a:pt x="527" y="5542"/>
                      <a:pt x="565" y="5542"/>
                    </a:cubicBezTo>
                    <a:cubicBezTo>
                      <a:pt x="565" y="5430"/>
                      <a:pt x="565" y="5318"/>
                      <a:pt x="565" y="5202"/>
                    </a:cubicBezTo>
                    <a:cubicBezTo>
                      <a:pt x="603" y="5202"/>
                      <a:pt x="640" y="5202"/>
                      <a:pt x="679" y="5202"/>
                    </a:cubicBezTo>
                    <a:cubicBezTo>
                      <a:pt x="679" y="5128"/>
                      <a:pt x="679" y="5053"/>
                      <a:pt x="679" y="4976"/>
                    </a:cubicBezTo>
                    <a:cubicBezTo>
                      <a:pt x="716" y="4976"/>
                      <a:pt x="753" y="4976"/>
                      <a:pt x="792" y="4976"/>
                    </a:cubicBezTo>
                    <a:cubicBezTo>
                      <a:pt x="792" y="4902"/>
                      <a:pt x="792" y="4827"/>
                      <a:pt x="792" y="4750"/>
                    </a:cubicBezTo>
                    <a:cubicBezTo>
                      <a:pt x="829" y="4750"/>
                      <a:pt x="866" y="4750"/>
                      <a:pt x="905" y="4750"/>
                    </a:cubicBezTo>
                    <a:cubicBezTo>
                      <a:pt x="905" y="4638"/>
                      <a:pt x="905" y="4526"/>
                      <a:pt x="905" y="4411"/>
                    </a:cubicBezTo>
                    <a:cubicBezTo>
                      <a:pt x="942" y="4411"/>
                      <a:pt x="979" y="4411"/>
                      <a:pt x="1018" y="4411"/>
                    </a:cubicBezTo>
                    <a:cubicBezTo>
                      <a:pt x="1018" y="4373"/>
                      <a:pt x="1018" y="4336"/>
                      <a:pt x="1018" y="4298"/>
                    </a:cubicBezTo>
                    <a:cubicBezTo>
                      <a:pt x="1055" y="4298"/>
                      <a:pt x="1092" y="4298"/>
                      <a:pt x="1131" y="4298"/>
                    </a:cubicBezTo>
                    <a:cubicBezTo>
                      <a:pt x="1131" y="4223"/>
                      <a:pt x="1131" y="4148"/>
                      <a:pt x="1131" y="4071"/>
                    </a:cubicBezTo>
                    <a:cubicBezTo>
                      <a:pt x="1168" y="4071"/>
                      <a:pt x="1206" y="4071"/>
                      <a:pt x="1244" y="4071"/>
                    </a:cubicBezTo>
                    <a:cubicBezTo>
                      <a:pt x="1244" y="3997"/>
                      <a:pt x="1244" y="3922"/>
                      <a:pt x="1244" y="3845"/>
                    </a:cubicBezTo>
                    <a:cubicBezTo>
                      <a:pt x="1281" y="3845"/>
                      <a:pt x="1319" y="3845"/>
                      <a:pt x="1357" y="3845"/>
                    </a:cubicBezTo>
                    <a:cubicBezTo>
                      <a:pt x="1357" y="3808"/>
                      <a:pt x="1357" y="3771"/>
                      <a:pt x="1357" y="3732"/>
                    </a:cubicBezTo>
                    <a:cubicBezTo>
                      <a:pt x="1394" y="3732"/>
                      <a:pt x="1432" y="3732"/>
                      <a:pt x="1470" y="3732"/>
                    </a:cubicBezTo>
                    <a:cubicBezTo>
                      <a:pt x="1470" y="3657"/>
                      <a:pt x="1470" y="3583"/>
                      <a:pt x="1470" y="3506"/>
                    </a:cubicBezTo>
                    <a:cubicBezTo>
                      <a:pt x="1508" y="3506"/>
                      <a:pt x="1545" y="3506"/>
                      <a:pt x="1583" y="3506"/>
                    </a:cubicBezTo>
                    <a:cubicBezTo>
                      <a:pt x="1583" y="3469"/>
                      <a:pt x="1583" y="3431"/>
                      <a:pt x="1583" y="3393"/>
                    </a:cubicBezTo>
                    <a:cubicBezTo>
                      <a:pt x="1621" y="3393"/>
                      <a:pt x="1658" y="3393"/>
                      <a:pt x="1696" y="3393"/>
                    </a:cubicBezTo>
                    <a:cubicBezTo>
                      <a:pt x="1696" y="3356"/>
                      <a:pt x="1696" y="3318"/>
                      <a:pt x="1696" y="3280"/>
                    </a:cubicBezTo>
                    <a:cubicBezTo>
                      <a:pt x="1734" y="3280"/>
                      <a:pt x="1771" y="3280"/>
                      <a:pt x="1810" y="3280"/>
                    </a:cubicBezTo>
                    <a:cubicBezTo>
                      <a:pt x="1810" y="3205"/>
                      <a:pt x="1810" y="3130"/>
                      <a:pt x="1810" y="3054"/>
                    </a:cubicBezTo>
                    <a:cubicBezTo>
                      <a:pt x="1847" y="3054"/>
                      <a:pt x="1884" y="3054"/>
                      <a:pt x="1923" y="3054"/>
                    </a:cubicBezTo>
                    <a:cubicBezTo>
                      <a:pt x="1923" y="3016"/>
                      <a:pt x="1923" y="2979"/>
                      <a:pt x="1923" y="2940"/>
                    </a:cubicBezTo>
                    <a:cubicBezTo>
                      <a:pt x="1960" y="2940"/>
                      <a:pt x="1997" y="2940"/>
                      <a:pt x="2036" y="2940"/>
                    </a:cubicBezTo>
                    <a:cubicBezTo>
                      <a:pt x="2036" y="2903"/>
                      <a:pt x="2036" y="2866"/>
                      <a:pt x="2036" y="2827"/>
                    </a:cubicBezTo>
                    <a:cubicBezTo>
                      <a:pt x="2073" y="2827"/>
                      <a:pt x="2110" y="2827"/>
                      <a:pt x="2149" y="2827"/>
                    </a:cubicBezTo>
                    <a:cubicBezTo>
                      <a:pt x="2149" y="2790"/>
                      <a:pt x="2149" y="2753"/>
                      <a:pt x="2149" y="2714"/>
                    </a:cubicBezTo>
                    <a:cubicBezTo>
                      <a:pt x="2186" y="2714"/>
                      <a:pt x="2223" y="2714"/>
                      <a:pt x="2262" y="2714"/>
                    </a:cubicBezTo>
                    <a:cubicBezTo>
                      <a:pt x="2262" y="2677"/>
                      <a:pt x="2262" y="2640"/>
                      <a:pt x="2262" y="2601"/>
                    </a:cubicBezTo>
                    <a:cubicBezTo>
                      <a:pt x="2299" y="2601"/>
                      <a:pt x="2337" y="2601"/>
                      <a:pt x="2375" y="2601"/>
                    </a:cubicBezTo>
                    <a:cubicBezTo>
                      <a:pt x="2375" y="2564"/>
                      <a:pt x="2375" y="2527"/>
                      <a:pt x="2375" y="2488"/>
                    </a:cubicBezTo>
                    <a:cubicBezTo>
                      <a:pt x="2412" y="2488"/>
                      <a:pt x="2450" y="2488"/>
                      <a:pt x="2488" y="2488"/>
                    </a:cubicBezTo>
                    <a:cubicBezTo>
                      <a:pt x="2488" y="2451"/>
                      <a:pt x="2488" y="2413"/>
                      <a:pt x="2488" y="2375"/>
                    </a:cubicBezTo>
                    <a:cubicBezTo>
                      <a:pt x="2525" y="2375"/>
                      <a:pt x="2563" y="2375"/>
                      <a:pt x="2601" y="2375"/>
                    </a:cubicBezTo>
                    <a:cubicBezTo>
                      <a:pt x="2601" y="2338"/>
                      <a:pt x="2601" y="2300"/>
                      <a:pt x="2601" y="2262"/>
                    </a:cubicBezTo>
                    <a:cubicBezTo>
                      <a:pt x="2639" y="2262"/>
                      <a:pt x="2676" y="2262"/>
                      <a:pt x="2714" y="2262"/>
                    </a:cubicBezTo>
                    <a:cubicBezTo>
                      <a:pt x="2714" y="2225"/>
                      <a:pt x="2714" y="2187"/>
                      <a:pt x="2714" y="2149"/>
                    </a:cubicBezTo>
                    <a:cubicBezTo>
                      <a:pt x="2752" y="2149"/>
                      <a:pt x="2789" y="2149"/>
                      <a:pt x="2827" y="2149"/>
                    </a:cubicBezTo>
                    <a:cubicBezTo>
                      <a:pt x="2827" y="2111"/>
                      <a:pt x="2827" y="2074"/>
                      <a:pt x="2827" y="2036"/>
                    </a:cubicBezTo>
                    <a:cubicBezTo>
                      <a:pt x="2865" y="2036"/>
                      <a:pt x="2902" y="2036"/>
                      <a:pt x="2940" y="2036"/>
                    </a:cubicBezTo>
                    <a:cubicBezTo>
                      <a:pt x="2940" y="1998"/>
                      <a:pt x="2940" y="1961"/>
                      <a:pt x="2940" y="1923"/>
                    </a:cubicBezTo>
                    <a:cubicBezTo>
                      <a:pt x="3015" y="1923"/>
                      <a:pt x="3090" y="1923"/>
                      <a:pt x="3167" y="1923"/>
                    </a:cubicBezTo>
                    <a:cubicBezTo>
                      <a:pt x="3167" y="1885"/>
                      <a:pt x="3167" y="1848"/>
                      <a:pt x="3167" y="1810"/>
                    </a:cubicBezTo>
                    <a:cubicBezTo>
                      <a:pt x="3204" y="1810"/>
                      <a:pt x="3241" y="1810"/>
                      <a:pt x="3280" y="1810"/>
                    </a:cubicBezTo>
                    <a:cubicBezTo>
                      <a:pt x="3280" y="1772"/>
                      <a:pt x="3280" y="1735"/>
                      <a:pt x="3280" y="1696"/>
                    </a:cubicBezTo>
                    <a:cubicBezTo>
                      <a:pt x="3317" y="1696"/>
                      <a:pt x="3354" y="1696"/>
                      <a:pt x="3393" y="1696"/>
                    </a:cubicBezTo>
                    <a:cubicBezTo>
                      <a:pt x="3393" y="1659"/>
                      <a:pt x="3393" y="1622"/>
                      <a:pt x="3393" y="1583"/>
                    </a:cubicBezTo>
                    <a:cubicBezTo>
                      <a:pt x="3467" y="1583"/>
                      <a:pt x="3542" y="1583"/>
                      <a:pt x="3619" y="1583"/>
                    </a:cubicBezTo>
                    <a:cubicBezTo>
                      <a:pt x="3619" y="1546"/>
                      <a:pt x="3619" y="1509"/>
                      <a:pt x="3619" y="1470"/>
                    </a:cubicBezTo>
                    <a:cubicBezTo>
                      <a:pt x="3656" y="1470"/>
                      <a:pt x="3694" y="1470"/>
                      <a:pt x="3732" y="1470"/>
                    </a:cubicBezTo>
                    <a:cubicBezTo>
                      <a:pt x="3732" y="1433"/>
                      <a:pt x="3732" y="1396"/>
                      <a:pt x="3732" y="1357"/>
                    </a:cubicBezTo>
                    <a:cubicBezTo>
                      <a:pt x="3807" y="1357"/>
                      <a:pt x="3881" y="1357"/>
                      <a:pt x="3958" y="1357"/>
                    </a:cubicBezTo>
                    <a:cubicBezTo>
                      <a:pt x="3958" y="1320"/>
                      <a:pt x="3958" y="1282"/>
                      <a:pt x="3958" y="1244"/>
                    </a:cubicBezTo>
                    <a:cubicBezTo>
                      <a:pt x="3996" y="1244"/>
                      <a:pt x="4033" y="1244"/>
                      <a:pt x="4071" y="1244"/>
                    </a:cubicBezTo>
                    <a:cubicBezTo>
                      <a:pt x="4071" y="1207"/>
                      <a:pt x="4071" y="1169"/>
                      <a:pt x="4071" y="1131"/>
                    </a:cubicBezTo>
                    <a:cubicBezTo>
                      <a:pt x="4146" y="1131"/>
                      <a:pt x="4221" y="1131"/>
                      <a:pt x="4298" y="1131"/>
                    </a:cubicBezTo>
                    <a:cubicBezTo>
                      <a:pt x="4298" y="1094"/>
                      <a:pt x="4298" y="1056"/>
                      <a:pt x="4298" y="1018"/>
                    </a:cubicBezTo>
                    <a:cubicBezTo>
                      <a:pt x="4372" y="1018"/>
                      <a:pt x="4447" y="1018"/>
                      <a:pt x="4524" y="1018"/>
                    </a:cubicBezTo>
                    <a:cubicBezTo>
                      <a:pt x="4524" y="981"/>
                      <a:pt x="4524" y="943"/>
                      <a:pt x="4524" y="905"/>
                    </a:cubicBezTo>
                    <a:cubicBezTo>
                      <a:pt x="4598" y="905"/>
                      <a:pt x="4673" y="905"/>
                      <a:pt x="4750" y="905"/>
                    </a:cubicBezTo>
                    <a:cubicBezTo>
                      <a:pt x="4750" y="867"/>
                      <a:pt x="4750" y="830"/>
                      <a:pt x="4750" y="792"/>
                    </a:cubicBezTo>
                    <a:cubicBezTo>
                      <a:pt x="4825" y="792"/>
                      <a:pt x="4899" y="792"/>
                      <a:pt x="4976" y="792"/>
                    </a:cubicBezTo>
                    <a:cubicBezTo>
                      <a:pt x="4976" y="754"/>
                      <a:pt x="4976" y="717"/>
                      <a:pt x="4976" y="679"/>
                    </a:cubicBezTo>
                    <a:cubicBezTo>
                      <a:pt x="5051" y="679"/>
                      <a:pt x="5125" y="679"/>
                      <a:pt x="5202" y="679"/>
                    </a:cubicBezTo>
                    <a:cubicBezTo>
                      <a:pt x="5202" y="641"/>
                      <a:pt x="5202" y="604"/>
                      <a:pt x="5202" y="565"/>
                    </a:cubicBezTo>
                    <a:cubicBezTo>
                      <a:pt x="5314" y="565"/>
                      <a:pt x="5426" y="565"/>
                      <a:pt x="5542" y="565"/>
                    </a:cubicBezTo>
                    <a:cubicBezTo>
                      <a:pt x="5542" y="528"/>
                      <a:pt x="5542" y="491"/>
                      <a:pt x="5542" y="452"/>
                    </a:cubicBezTo>
                    <a:cubicBezTo>
                      <a:pt x="5616" y="452"/>
                      <a:pt x="5691" y="452"/>
                      <a:pt x="5768" y="452"/>
                    </a:cubicBezTo>
                    <a:cubicBezTo>
                      <a:pt x="5768" y="415"/>
                      <a:pt x="5768" y="378"/>
                      <a:pt x="5768" y="339"/>
                    </a:cubicBezTo>
                    <a:cubicBezTo>
                      <a:pt x="5880" y="339"/>
                      <a:pt x="5992" y="339"/>
                      <a:pt x="6107" y="339"/>
                    </a:cubicBezTo>
                    <a:cubicBezTo>
                      <a:pt x="6107" y="302"/>
                      <a:pt x="6107" y="265"/>
                      <a:pt x="6107" y="226"/>
                    </a:cubicBezTo>
                    <a:cubicBezTo>
                      <a:pt x="6256" y="226"/>
                      <a:pt x="6406" y="226"/>
                      <a:pt x="6560" y="226"/>
                    </a:cubicBezTo>
                    <a:cubicBezTo>
                      <a:pt x="6560" y="189"/>
                      <a:pt x="6560" y="152"/>
                      <a:pt x="6560" y="113"/>
                    </a:cubicBezTo>
                    <a:cubicBezTo>
                      <a:pt x="6746" y="113"/>
                      <a:pt x="6933" y="113"/>
                      <a:pt x="7125" y="113"/>
                    </a:cubicBezTo>
                    <a:cubicBezTo>
                      <a:pt x="7125" y="76"/>
                      <a:pt x="7125" y="38"/>
                      <a:pt x="7125" y="0"/>
                    </a:cubicBezTo>
                    <a:close/>
                    <a:moveTo>
                      <a:pt x="7351" y="1244"/>
                    </a:moveTo>
                    <a:cubicBezTo>
                      <a:pt x="7351" y="1281"/>
                      <a:pt x="7351" y="1319"/>
                      <a:pt x="7351" y="1357"/>
                    </a:cubicBezTo>
                    <a:cubicBezTo>
                      <a:pt x="7127" y="1357"/>
                      <a:pt x="6903" y="1357"/>
                      <a:pt x="6673" y="1357"/>
                    </a:cubicBezTo>
                    <a:cubicBezTo>
                      <a:pt x="6673" y="1394"/>
                      <a:pt x="6673" y="1432"/>
                      <a:pt x="6673" y="1470"/>
                    </a:cubicBezTo>
                    <a:cubicBezTo>
                      <a:pt x="6561" y="1470"/>
                      <a:pt x="6449" y="1470"/>
                      <a:pt x="6333" y="1470"/>
                    </a:cubicBezTo>
                    <a:cubicBezTo>
                      <a:pt x="6333" y="1508"/>
                      <a:pt x="6333" y="1545"/>
                      <a:pt x="6333" y="1583"/>
                    </a:cubicBezTo>
                    <a:cubicBezTo>
                      <a:pt x="6221" y="1583"/>
                      <a:pt x="6109" y="1583"/>
                      <a:pt x="5994" y="1583"/>
                    </a:cubicBezTo>
                    <a:cubicBezTo>
                      <a:pt x="5994" y="1621"/>
                      <a:pt x="5994" y="1658"/>
                      <a:pt x="5994" y="1696"/>
                    </a:cubicBezTo>
                    <a:cubicBezTo>
                      <a:pt x="5882" y="1696"/>
                      <a:pt x="5770" y="1696"/>
                      <a:pt x="5655" y="1696"/>
                    </a:cubicBezTo>
                    <a:cubicBezTo>
                      <a:pt x="5655" y="1734"/>
                      <a:pt x="5655" y="1771"/>
                      <a:pt x="5655" y="1810"/>
                    </a:cubicBezTo>
                    <a:cubicBezTo>
                      <a:pt x="5580" y="1810"/>
                      <a:pt x="5505" y="1810"/>
                      <a:pt x="5429" y="1810"/>
                    </a:cubicBezTo>
                    <a:cubicBezTo>
                      <a:pt x="5429" y="1847"/>
                      <a:pt x="5429" y="1884"/>
                      <a:pt x="5429" y="1923"/>
                    </a:cubicBezTo>
                    <a:cubicBezTo>
                      <a:pt x="5354" y="1923"/>
                      <a:pt x="5279" y="1923"/>
                      <a:pt x="5202" y="1923"/>
                    </a:cubicBezTo>
                    <a:cubicBezTo>
                      <a:pt x="5202" y="1960"/>
                      <a:pt x="5202" y="1997"/>
                      <a:pt x="5202" y="2036"/>
                    </a:cubicBezTo>
                    <a:cubicBezTo>
                      <a:pt x="5128" y="2036"/>
                      <a:pt x="5053" y="2036"/>
                      <a:pt x="4976" y="2036"/>
                    </a:cubicBezTo>
                    <a:cubicBezTo>
                      <a:pt x="4976" y="2073"/>
                      <a:pt x="4976" y="2110"/>
                      <a:pt x="4976" y="2149"/>
                    </a:cubicBezTo>
                    <a:cubicBezTo>
                      <a:pt x="4902" y="2149"/>
                      <a:pt x="4827" y="2149"/>
                      <a:pt x="4750" y="2149"/>
                    </a:cubicBezTo>
                    <a:cubicBezTo>
                      <a:pt x="4750" y="2186"/>
                      <a:pt x="4750" y="2223"/>
                      <a:pt x="4750" y="2262"/>
                    </a:cubicBezTo>
                    <a:cubicBezTo>
                      <a:pt x="4713" y="2262"/>
                      <a:pt x="4675" y="2262"/>
                      <a:pt x="4637" y="2262"/>
                    </a:cubicBezTo>
                    <a:cubicBezTo>
                      <a:pt x="4637" y="2299"/>
                      <a:pt x="4637" y="2337"/>
                      <a:pt x="4637" y="2375"/>
                    </a:cubicBezTo>
                    <a:cubicBezTo>
                      <a:pt x="4562" y="2375"/>
                      <a:pt x="4488" y="2375"/>
                      <a:pt x="4411" y="2375"/>
                    </a:cubicBezTo>
                    <a:cubicBezTo>
                      <a:pt x="4411" y="2412"/>
                      <a:pt x="4411" y="2450"/>
                      <a:pt x="4411" y="2488"/>
                    </a:cubicBezTo>
                    <a:cubicBezTo>
                      <a:pt x="4373" y="2488"/>
                      <a:pt x="4336" y="2488"/>
                      <a:pt x="4298" y="2488"/>
                    </a:cubicBezTo>
                    <a:cubicBezTo>
                      <a:pt x="4298" y="2525"/>
                      <a:pt x="4298" y="2563"/>
                      <a:pt x="4298" y="2601"/>
                    </a:cubicBezTo>
                    <a:cubicBezTo>
                      <a:pt x="4223" y="2601"/>
                      <a:pt x="4148" y="2601"/>
                      <a:pt x="4071" y="2601"/>
                    </a:cubicBezTo>
                    <a:cubicBezTo>
                      <a:pt x="4071" y="2639"/>
                      <a:pt x="4071" y="2676"/>
                      <a:pt x="4071" y="2714"/>
                    </a:cubicBezTo>
                    <a:cubicBezTo>
                      <a:pt x="4034" y="2714"/>
                      <a:pt x="3997" y="2714"/>
                      <a:pt x="3958" y="2714"/>
                    </a:cubicBezTo>
                    <a:cubicBezTo>
                      <a:pt x="3958" y="2752"/>
                      <a:pt x="3958" y="2789"/>
                      <a:pt x="3958" y="2827"/>
                    </a:cubicBezTo>
                    <a:cubicBezTo>
                      <a:pt x="3921" y="2827"/>
                      <a:pt x="3884" y="2827"/>
                      <a:pt x="3845" y="2827"/>
                    </a:cubicBezTo>
                    <a:cubicBezTo>
                      <a:pt x="3845" y="2865"/>
                      <a:pt x="3845" y="2902"/>
                      <a:pt x="3845" y="2940"/>
                    </a:cubicBezTo>
                    <a:cubicBezTo>
                      <a:pt x="3808" y="2940"/>
                      <a:pt x="3771" y="2940"/>
                      <a:pt x="3732" y="2940"/>
                    </a:cubicBezTo>
                    <a:cubicBezTo>
                      <a:pt x="3732" y="2978"/>
                      <a:pt x="3732" y="3015"/>
                      <a:pt x="3732" y="3054"/>
                    </a:cubicBezTo>
                    <a:cubicBezTo>
                      <a:pt x="3658" y="3054"/>
                      <a:pt x="3583" y="3054"/>
                      <a:pt x="3506" y="3054"/>
                    </a:cubicBezTo>
                    <a:cubicBezTo>
                      <a:pt x="3506" y="3091"/>
                      <a:pt x="3506" y="3128"/>
                      <a:pt x="3506" y="3167"/>
                    </a:cubicBezTo>
                    <a:cubicBezTo>
                      <a:pt x="3469" y="3167"/>
                      <a:pt x="3431" y="3167"/>
                      <a:pt x="3393" y="3167"/>
                    </a:cubicBezTo>
                    <a:cubicBezTo>
                      <a:pt x="3393" y="3204"/>
                      <a:pt x="3393" y="3241"/>
                      <a:pt x="3393" y="3280"/>
                    </a:cubicBezTo>
                    <a:cubicBezTo>
                      <a:pt x="3356" y="3280"/>
                      <a:pt x="3318" y="3280"/>
                      <a:pt x="3280" y="3280"/>
                    </a:cubicBezTo>
                    <a:cubicBezTo>
                      <a:pt x="3280" y="3317"/>
                      <a:pt x="3280" y="3354"/>
                      <a:pt x="3280" y="3393"/>
                    </a:cubicBezTo>
                    <a:cubicBezTo>
                      <a:pt x="3242" y="3393"/>
                      <a:pt x="3205" y="3393"/>
                      <a:pt x="3167" y="3393"/>
                    </a:cubicBezTo>
                    <a:cubicBezTo>
                      <a:pt x="3167" y="3430"/>
                      <a:pt x="3167" y="3468"/>
                      <a:pt x="3167" y="3506"/>
                    </a:cubicBezTo>
                    <a:cubicBezTo>
                      <a:pt x="3129" y="3506"/>
                      <a:pt x="3092" y="3506"/>
                      <a:pt x="3054" y="3506"/>
                    </a:cubicBezTo>
                    <a:cubicBezTo>
                      <a:pt x="3054" y="3543"/>
                      <a:pt x="3054" y="3581"/>
                      <a:pt x="3054" y="3619"/>
                    </a:cubicBezTo>
                    <a:cubicBezTo>
                      <a:pt x="3016" y="3619"/>
                      <a:pt x="2979" y="3619"/>
                      <a:pt x="2940" y="3619"/>
                    </a:cubicBezTo>
                    <a:cubicBezTo>
                      <a:pt x="2940" y="3656"/>
                      <a:pt x="2940" y="3694"/>
                      <a:pt x="2940" y="3732"/>
                    </a:cubicBezTo>
                    <a:cubicBezTo>
                      <a:pt x="2903" y="3732"/>
                      <a:pt x="2866" y="3732"/>
                      <a:pt x="2827" y="3732"/>
                    </a:cubicBezTo>
                    <a:cubicBezTo>
                      <a:pt x="2827" y="3807"/>
                      <a:pt x="2827" y="3881"/>
                      <a:pt x="2827" y="3958"/>
                    </a:cubicBezTo>
                    <a:cubicBezTo>
                      <a:pt x="2790" y="3958"/>
                      <a:pt x="2753" y="3958"/>
                      <a:pt x="2714" y="3958"/>
                    </a:cubicBezTo>
                    <a:cubicBezTo>
                      <a:pt x="2714" y="3996"/>
                      <a:pt x="2714" y="4033"/>
                      <a:pt x="2714" y="4071"/>
                    </a:cubicBezTo>
                    <a:cubicBezTo>
                      <a:pt x="2677" y="4071"/>
                      <a:pt x="2640" y="4071"/>
                      <a:pt x="2601" y="4071"/>
                    </a:cubicBezTo>
                    <a:cubicBezTo>
                      <a:pt x="2601" y="4109"/>
                      <a:pt x="2601" y="4146"/>
                      <a:pt x="2601" y="4185"/>
                    </a:cubicBezTo>
                    <a:cubicBezTo>
                      <a:pt x="2564" y="4185"/>
                      <a:pt x="2527" y="4185"/>
                      <a:pt x="2488" y="4185"/>
                    </a:cubicBezTo>
                    <a:cubicBezTo>
                      <a:pt x="2488" y="4259"/>
                      <a:pt x="2488" y="4334"/>
                      <a:pt x="2488" y="4411"/>
                    </a:cubicBezTo>
                    <a:cubicBezTo>
                      <a:pt x="2451" y="4411"/>
                      <a:pt x="2413" y="4411"/>
                      <a:pt x="2375" y="4411"/>
                    </a:cubicBezTo>
                    <a:cubicBezTo>
                      <a:pt x="2375" y="4448"/>
                      <a:pt x="2375" y="4485"/>
                      <a:pt x="2375" y="4524"/>
                    </a:cubicBezTo>
                    <a:cubicBezTo>
                      <a:pt x="2338" y="4524"/>
                      <a:pt x="2300" y="4524"/>
                      <a:pt x="2262" y="4524"/>
                    </a:cubicBezTo>
                    <a:cubicBezTo>
                      <a:pt x="2262" y="4598"/>
                      <a:pt x="2262" y="4673"/>
                      <a:pt x="2262" y="4750"/>
                    </a:cubicBezTo>
                    <a:cubicBezTo>
                      <a:pt x="2225" y="4750"/>
                      <a:pt x="2187" y="4750"/>
                      <a:pt x="2149" y="4750"/>
                    </a:cubicBezTo>
                    <a:cubicBezTo>
                      <a:pt x="2149" y="4825"/>
                      <a:pt x="2149" y="4899"/>
                      <a:pt x="2149" y="4976"/>
                    </a:cubicBezTo>
                    <a:cubicBezTo>
                      <a:pt x="2111" y="4976"/>
                      <a:pt x="2074" y="4976"/>
                      <a:pt x="2036" y="4976"/>
                    </a:cubicBezTo>
                    <a:cubicBezTo>
                      <a:pt x="2036" y="5051"/>
                      <a:pt x="2036" y="5125"/>
                      <a:pt x="2036" y="5202"/>
                    </a:cubicBezTo>
                    <a:cubicBezTo>
                      <a:pt x="1998" y="5202"/>
                      <a:pt x="1961" y="5202"/>
                      <a:pt x="1923" y="5202"/>
                    </a:cubicBezTo>
                    <a:cubicBezTo>
                      <a:pt x="1923" y="5277"/>
                      <a:pt x="1923" y="5352"/>
                      <a:pt x="1923" y="5429"/>
                    </a:cubicBezTo>
                    <a:cubicBezTo>
                      <a:pt x="1885" y="5429"/>
                      <a:pt x="1848" y="5429"/>
                      <a:pt x="1810" y="5429"/>
                    </a:cubicBezTo>
                    <a:cubicBezTo>
                      <a:pt x="1810" y="5503"/>
                      <a:pt x="1810" y="5578"/>
                      <a:pt x="1810" y="5655"/>
                    </a:cubicBezTo>
                    <a:cubicBezTo>
                      <a:pt x="1772" y="5655"/>
                      <a:pt x="1735" y="5655"/>
                      <a:pt x="1696" y="5655"/>
                    </a:cubicBezTo>
                    <a:cubicBezTo>
                      <a:pt x="1696" y="5767"/>
                      <a:pt x="1696" y="5879"/>
                      <a:pt x="1696" y="5994"/>
                    </a:cubicBezTo>
                    <a:cubicBezTo>
                      <a:pt x="1659" y="5994"/>
                      <a:pt x="1622" y="5994"/>
                      <a:pt x="1583" y="5994"/>
                    </a:cubicBezTo>
                    <a:cubicBezTo>
                      <a:pt x="1583" y="6106"/>
                      <a:pt x="1583" y="6218"/>
                      <a:pt x="1583" y="6333"/>
                    </a:cubicBezTo>
                    <a:cubicBezTo>
                      <a:pt x="1546" y="6333"/>
                      <a:pt x="1509" y="6333"/>
                      <a:pt x="1470" y="6333"/>
                    </a:cubicBezTo>
                    <a:cubicBezTo>
                      <a:pt x="1470" y="6483"/>
                      <a:pt x="1470" y="6632"/>
                      <a:pt x="1470" y="6786"/>
                    </a:cubicBezTo>
                    <a:cubicBezTo>
                      <a:pt x="1433" y="6786"/>
                      <a:pt x="1396" y="6786"/>
                      <a:pt x="1357" y="6786"/>
                    </a:cubicBezTo>
                    <a:cubicBezTo>
                      <a:pt x="1357" y="7010"/>
                      <a:pt x="1357" y="7234"/>
                      <a:pt x="1357" y="7464"/>
                    </a:cubicBezTo>
                    <a:cubicBezTo>
                      <a:pt x="1320" y="7464"/>
                      <a:pt x="1283" y="7464"/>
                      <a:pt x="1244" y="7464"/>
                    </a:cubicBezTo>
                    <a:cubicBezTo>
                      <a:pt x="1244" y="7987"/>
                      <a:pt x="1244" y="8509"/>
                      <a:pt x="1244" y="9048"/>
                    </a:cubicBezTo>
                    <a:cubicBezTo>
                      <a:pt x="1281" y="9048"/>
                      <a:pt x="1319" y="9048"/>
                      <a:pt x="1357" y="9048"/>
                    </a:cubicBezTo>
                    <a:cubicBezTo>
                      <a:pt x="1357" y="9272"/>
                      <a:pt x="1357" y="9495"/>
                      <a:pt x="1357" y="9726"/>
                    </a:cubicBezTo>
                    <a:cubicBezTo>
                      <a:pt x="1394" y="9726"/>
                      <a:pt x="1432" y="9726"/>
                      <a:pt x="1470" y="9726"/>
                    </a:cubicBezTo>
                    <a:cubicBezTo>
                      <a:pt x="1470" y="9875"/>
                      <a:pt x="1470" y="10025"/>
                      <a:pt x="1470" y="10179"/>
                    </a:cubicBezTo>
                    <a:cubicBezTo>
                      <a:pt x="1508" y="10179"/>
                      <a:pt x="1545" y="10179"/>
                      <a:pt x="1583" y="10179"/>
                    </a:cubicBezTo>
                    <a:cubicBezTo>
                      <a:pt x="1583" y="10291"/>
                      <a:pt x="1583" y="10403"/>
                      <a:pt x="1583" y="10518"/>
                    </a:cubicBezTo>
                    <a:cubicBezTo>
                      <a:pt x="1621" y="10518"/>
                      <a:pt x="1658" y="10518"/>
                      <a:pt x="1696" y="10518"/>
                    </a:cubicBezTo>
                    <a:cubicBezTo>
                      <a:pt x="1696" y="10630"/>
                      <a:pt x="1696" y="10742"/>
                      <a:pt x="1696" y="10857"/>
                    </a:cubicBezTo>
                    <a:cubicBezTo>
                      <a:pt x="1734" y="10857"/>
                      <a:pt x="1771" y="10857"/>
                      <a:pt x="1810" y="10857"/>
                    </a:cubicBezTo>
                    <a:cubicBezTo>
                      <a:pt x="1810" y="10932"/>
                      <a:pt x="1810" y="11006"/>
                      <a:pt x="1810" y="11083"/>
                    </a:cubicBezTo>
                    <a:cubicBezTo>
                      <a:pt x="1847" y="11083"/>
                      <a:pt x="1884" y="11083"/>
                      <a:pt x="1923" y="11083"/>
                    </a:cubicBezTo>
                    <a:cubicBezTo>
                      <a:pt x="1923" y="11158"/>
                      <a:pt x="1923" y="11233"/>
                      <a:pt x="1923" y="11310"/>
                    </a:cubicBezTo>
                    <a:cubicBezTo>
                      <a:pt x="1960" y="11310"/>
                      <a:pt x="1997" y="11310"/>
                      <a:pt x="2036" y="11310"/>
                    </a:cubicBezTo>
                    <a:cubicBezTo>
                      <a:pt x="2036" y="11384"/>
                      <a:pt x="2036" y="11459"/>
                      <a:pt x="2036" y="11536"/>
                    </a:cubicBezTo>
                    <a:cubicBezTo>
                      <a:pt x="2073" y="11536"/>
                      <a:pt x="2110" y="11536"/>
                      <a:pt x="2149" y="11536"/>
                    </a:cubicBezTo>
                    <a:cubicBezTo>
                      <a:pt x="2149" y="11610"/>
                      <a:pt x="2149" y="11685"/>
                      <a:pt x="2149" y="11762"/>
                    </a:cubicBezTo>
                    <a:cubicBezTo>
                      <a:pt x="2186" y="11762"/>
                      <a:pt x="2223" y="11762"/>
                      <a:pt x="2262" y="11762"/>
                    </a:cubicBezTo>
                    <a:cubicBezTo>
                      <a:pt x="2262" y="11837"/>
                      <a:pt x="2262" y="11911"/>
                      <a:pt x="2262" y="11988"/>
                    </a:cubicBezTo>
                    <a:cubicBezTo>
                      <a:pt x="2299" y="11988"/>
                      <a:pt x="2337" y="11988"/>
                      <a:pt x="2375" y="11988"/>
                    </a:cubicBezTo>
                    <a:cubicBezTo>
                      <a:pt x="2375" y="12025"/>
                      <a:pt x="2375" y="12063"/>
                      <a:pt x="2375" y="12101"/>
                    </a:cubicBezTo>
                    <a:cubicBezTo>
                      <a:pt x="2412" y="12101"/>
                      <a:pt x="2450" y="12101"/>
                      <a:pt x="2488" y="12101"/>
                    </a:cubicBezTo>
                    <a:cubicBezTo>
                      <a:pt x="2488" y="12176"/>
                      <a:pt x="2488" y="12250"/>
                      <a:pt x="2488" y="12327"/>
                    </a:cubicBezTo>
                    <a:cubicBezTo>
                      <a:pt x="2525" y="12327"/>
                      <a:pt x="2563" y="12327"/>
                      <a:pt x="2601" y="12327"/>
                    </a:cubicBezTo>
                    <a:cubicBezTo>
                      <a:pt x="2601" y="12365"/>
                      <a:pt x="2601" y="12402"/>
                      <a:pt x="2601" y="12440"/>
                    </a:cubicBezTo>
                    <a:cubicBezTo>
                      <a:pt x="2639" y="12440"/>
                      <a:pt x="2676" y="12440"/>
                      <a:pt x="2714" y="12440"/>
                    </a:cubicBezTo>
                    <a:cubicBezTo>
                      <a:pt x="2714" y="12478"/>
                      <a:pt x="2714" y="12515"/>
                      <a:pt x="2714" y="12554"/>
                    </a:cubicBezTo>
                    <a:cubicBezTo>
                      <a:pt x="2752" y="12554"/>
                      <a:pt x="2789" y="12554"/>
                      <a:pt x="2827" y="12554"/>
                    </a:cubicBezTo>
                    <a:cubicBezTo>
                      <a:pt x="2827" y="12628"/>
                      <a:pt x="2827" y="12703"/>
                      <a:pt x="2827" y="12780"/>
                    </a:cubicBezTo>
                    <a:cubicBezTo>
                      <a:pt x="2865" y="12780"/>
                      <a:pt x="2902" y="12780"/>
                      <a:pt x="2940" y="12780"/>
                    </a:cubicBezTo>
                    <a:cubicBezTo>
                      <a:pt x="2940" y="12817"/>
                      <a:pt x="2940" y="12854"/>
                      <a:pt x="2940" y="12893"/>
                    </a:cubicBezTo>
                    <a:cubicBezTo>
                      <a:pt x="2978" y="12893"/>
                      <a:pt x="3015" y="12893"/>
                      <a:pt x="3054" y="12893"/>
                    </a:cubicBezTo>
                    <a:cubicBezTo>
                      <a:pt x="3054" y="12930"/>
                      <a:pt x="3054" y="12968"/>
                      <a:pt x="3054" y="13006"/>
                    </a:cubicBezTo>
                    <a:cubicBezTo>
                      <a:pt x="3091" y="13006"/>
                      <a:pt x="3128" y="13006"/>
                      <a:pt x="3167" y="13006"/>
                    </a:cubicBezTo>
                    <a:cubicBezTo>
                      <a:pt x="3167" y="13043"/>
                      <a:pt x="3167" y="13081"/>
                      <a:pt x="3167" y="13119"/>
                    </a:cubicBezTo>
                    <a:cubicBezTo>
                      <a:pt x="3204" y="13119"/>
                      <a:pt x="3241" y="13119"/>
                      <a:pt x="3280" y="13119"/>
                    </a:cubicBezTo>
                    <a:cubicBezTo>
                      <a:pt x="3280" y="13156"/>
                      <a:pt x="3280" y="13194"/>
                      <a:pt x="3280" y="13232"/>
                    </a:cubicBezTo>
                    <a:cubicBezTo>
                      <a:pt x="3317" y="13232"/>
                      <a:pt x="3354" y="13232"/>
                      <a:pt x="3393" y="13232"/>
                    </a:cubicBezTo>
                    <a:cubicBezTo>
                      <a:pt x="3393" y="13269"/>
                      <a:pt x="3393" y="13307"/>
                      <a:pt x="3393" y="13345"/>
                    </a:cubicBezTo>
                    <a:cubicBezTo>
                      <a:pt x="3430" y="13345"/>
                      <a:pt x="3467" y="13345"/>
                      <a:pt x="3506" y="13345"/>
                    </a:cubicBezTo>
                    <a:cubicBezTo>
                      <a:pt x="3506" y="13383"/>
                      <a:pt x="3506" y="13420"/>
                      <a:pt x="3506" y="13458"/>
                    </a:cubicBezTo>
                    <a:cubicBezTo>
                      <a:pt x="3543" y="13458"/>
                      <a:pt x="3581" y="13458"/>
                      <a:pt x="3619" y="13458"/>
                    </a:cubicBezTo>
                    <a:cubicBezTo>
                      <a:pt x="3619" y="13496"/>
                      <a:pt x="3619" y="13533"/>
                      <a:pt x="3619" y="13571"/>
                    </a:cubicBezTo>
                    <a:cubicBezTo>
                      <a:pt x="3694" y="13571"/>
                      <a:pt x="3768" y="13571"/>
                      <a:pt x="3845" y="13571"/>
                    </a:cubicBezTo>
                    <a:cubicBezTo>
                      <a:pt x="3845" y="13609"/>
                      <a:pt x="3845" y="13646"/>
                      <a:pt x="3845" y="13685"/>
                    </a:cubicBezTo>
                    <a:cubicBezTo>
                      <a:pt x="3883" y="13685"/>
                      <a:pt x="3920" y="13685"/>
                      <a:pt x="3958" y="13685"/>
                    </a:cubicBezTo>
                    <a:cubicBezTo>
                      <a:pt x="3958" y="13722"/>
                      <a:pt x="3958" y="13759"/>
                      <a:pt x="3958" y="13798"/>
                    </a:cubicBezTo>
                    <a:cubicBezTo>
                      <a:pt x="3996" y="13798"/>
                      <a:pt x="4033" y="13798"/>
                      <a:pt x="4071" y="13798"/>
                    </a:cubicBezTo>
                    <a:cubicBezTo>
                      <a:pt x="4071" y="13835"/>
                      <a:pt x="4071" y="13872"/>
                      <a:pt x="4071" y="13911"/>
                    </a:cubicBezTo>
                    <a:cubicBezTo>
                      <a:pt x="4146" y="13911"/>
                      <a:pt x="4221" y="13911"/>
                      <a:pt x="4298" y="13911"/>
                    </a:cubicBezTo>
                    <a:cubicBezTo>
                      <a:pt x="4298" y="13948"/>
                      <a:pt x="4298" y="13985"/>
                      <a:pt x="4298" y="14024"/>
                    </a:cubicBezTo>
                    <a:cubicBezTo>
                      <a:pt x="4335" y="14024"/>
                      <a:pt x="4372" y="14024"/>
                      <a:pt x="4411" y="14024"/>
                    </a:cubicBezTo>
                    <a:cubicBezTo>
                      <a:pt x="4411" y="14061"/>
                      <a:pt x="4411" y="14098"/>
                      <a:pt x="4411" y="14137"/>
                    </a:cubicBezTo>
                    <a:cubicBezTo>
                      <a:pt x="4485" y="14137"/>
                      <a:pt x="4560" y="14137"/>
                      <a:pt x="4637" y="14137"/>
                    </a:cubicBezTo>
                    <a:cubicBezTo>
                      <a:pt x="4637" y="14174"/>
                      <a:pt x="4637" y="14212"/>
                      <a:pt x="4637" y="14250"/>
                    </a:cubicBezTo>
                    <a:cubicBezTo>
                      <a:pt x="4712" y="14250"/>
                      <a:pt x="4786" y="14250"/>
                      <a:pt x="4863" y="14250"/>
                    </a:cubicBezTo>
                    <a:cubicBezTo>
                      <a:pt x="4863" y="14287"/>
                      <a:pt x="4863" y="14325"/>
                      <a:pt x="4863" y="14363"/>
                    </a:cubicBezTo>
                    <a:cubicBezTo>
                      <a:pt x="4900" y="14363"/>
                      <a:pt x="4938" y="14363"/>
                      <a:pt x="4976" y="14363"/>
                    </a:cubicBezTo>
                    <a:cubicBezTo>
                      <a:pt x="4976" y="14400"/>
                      <a:pt x="4976" y="14438"/>
                      <a:pt x="4976" y="14476"/>
                    </a:cubicBezTo>
                    <a:cubicBezTo>
                      <a:pt x="5088" y="14476"/>
                      <a:pt x="5200" y="14476"/>
                      <a:pt x="5315" y="14476"/>
                    </a:cubicBezTo>
                    <a:cubicBezTo>
                      <a:pt x="5315" y="14514"/>
                      <a:pt x="5315" y="14551"/>
                      <a:pt x="5315" y="14589"/>
                    </a:cubicBezTo>
                    <a:cubicBezTo>
                      <a:pt x="5390" y="14589"/>
                      <a:pt x="5465" y="14589"/>
                      <a:pt x="5542" y="14589"/>
                    </a:cubicBezTo>
                    <a:cubicBezTo>
                      <a:pt x="5542" y="14627"/>
                      <a:pt x="5542" y="14664"/>
                      <a:pt x="5542" y="14702"/>
                    </a:cubicBezTo>
                    <a:cubicBezTo>
                      <a:pt x="5616" y="14702"/>
                      <a:pt x="5691" y="14702"/>
                      <a:pt x="5768" y="14702"/>
                    </a:cubicBezTo>
                    <a:cubicBezTo>
                      <a:pt x="5768" y="14740"/>
                      <a:pt x="5768" y="14777"/>
                      <a:pt x="5768" y="14815"/>
                    </a:cubicBezTo>
                    <a:cubicBezTo>
                      <a:pt x="5880" y="14815"/>
                      <a:pt x="5992" y="14815"/>
                      <a:pt x="6107" y="14815"/>
                    </a:cubicBezTo>
                    <a:cubicBezTo>
                      <a:pt x="6107" y="14853"/>
                      <a:pt x="6107" y="14890"/>
                      <a:pt x="6107" y="14929"/>
                    </a:cubicBezTo>
                    <a:cubicBezTo>
                      <a:pt x="6256" y="14929"/>
                      <a:pt x="6406" y="14929"/>
                      <a:pt x="6560" y="14929"/>
                    </a:cubicBezTo>
                    <a:cubicBezTo>
                      <a:pt x="6560" y="14966"/>
                      <a:pt x="6560" y="15003"/>
                      <a:pt x="6560" y="15042"/>
                    </a:cubicBezTo>
                    <a:cubicBezTo>
                      <a:pt x="6746" y="15042"/>
                      <a:pt x="6933" y="15042"/>
                      <a:pt x="7125" y="15042"/>
                    </a:cubicBezTo>
                    <a:cubicBezTo>
                      <a:pt x="7125" y="15079"/>
                      <a:pt x="7125" y="15116"/>
                      <a:pt x="7125" y="15155"/>
                    </a:cubicBezTo>
                    <a:cubicBezTo>
                      <a:pt x="7871" y="15155"/>
                      <a:pt x="8618" y="15155"/>
                      <a:pt x="9387" y="15155"/>
                    </a:cubicBezTo>
                    <a:cubicBezTo>
                      <a:pt x="9387" y="15117"/>
                      <a:pt x="9387" y="15080"/>
                      <a:pt x="9387" y="15042"/>
                    </a:cubicBezTo>
                    <a:cubicBezTo>
                      <a:pt x="9536" y="15042"/>
                      <a:pt x="9685" y="15042"/>
                      <a:pt x="9839" y="15042"/>
                    </a:cubicBezTo>
                    <a:cubicBezTo>
                      <a:pt x="9839" y="15004"/>
                      <a:pt x="9839" y="14967"/>
                      <a:pt x="9839" y="14929"/>
                    </a:cubicBezTo>
                    <a:cubicBezTo>
                      <a:pt x="9989" y="14929"/>
                      <a:pt x="10138" y="14929"/>
                      <a:pt x="10292" y="14929"/>
                    </a:cubicBezTo>
                    <a:cubicBezTo>
                      <a:pt x="10292" y="14891"/>
                      <a:pt x="10292" y="14854"/>
                      <a:pt x="10292" y="14815"/>
                    </a:cubicBezTo>
                    <a:cubicBezTo>
                      <a:pt x="10404" y="14815"/>
                      <a:pt x="10516" y="14815"/>
                      <a:pt x="10631" y="14815"/>
                    </a:cubicBezTo>
                    <a:cubicBezTo>
                      <a:pt x="10631" y="14778"/>
                      <a:pt x="10631" y="14741"/>
                      <a:pt x="10631" y="14702"/>
                    </a:cubicBezTo>
                    <a:cubicBezTo>
                      <a:pt x="10743" y="14702"/>
                      <a:pt x="10855" y="14702"/>
                      <a:pt x="10970" y="14702"/>
                    </a:cubicBezTo>
                    <a:cubicBezTo>
                      <a:pt x="10970" y="14665"/>
                      <a:pt x="10970" y="14628"/>
                      <a:pt x="10970" y="14589"/>
                    </a:cubicBezTo>
                    <a:cubicBezTo>
                      <a:pt x="11045" y="14589"/>
                      <a:pt x="11120" y="14589"/>
                      <a:pt x="11196" y="14589"/>
                    </a:cubicBezTo>
                    <a:cubicBezTo>
                      <a:pt x="11196" y="14552"/>
                      <a:pt x="11196" y="14515"/>
                      <a:pt x="11196" y="14476"/>
                    </a:cubicBezTo>
                    <a:cubicBezTo>
                      <a:pt x="11271" y="14476"/>
                      <a:pt x="11346" y="14476"/>
                      <a:pt x="11423" y="14476"/>
                    </a:cubicBezTo>
                    <a:cubicBezTo>
                      <a:pt x="11423" y="14439"/>
                      <a:pt x="11423" y="14402"/>
                      <a:pt x="11423" y="14363"/>
                    </a:cubicBezTo>
                    <a:cubicBezTo>
                      <a:pt x="11497" y="14363"/>
                      <a:pt x="11572" y="14363"/>
                      <a:pt x="11649" y="14363"/>
                    </a:cubicBezTo>
                    <a:cubicBezTo>
                      <a:pt x="11649" y="14326"/>
                      <a:pt x="11649" y="14288"/>
                      <a:pt x="11649" y="14250"/>
                    </a:cubicBezTo>
                    <a:cubicBezTo>
                      <a:pt x="11723" y="14250"/>
                      <a:pt x="11798" y="14250"/>
                      <a:pt x="11875" y="14250"/>
                    </a:cubicBezTo>
                    <a:cubicBezTo>
                      <a:pt x="11875" y="14213"/>
                      <a:pt x="11875" y="14175"/>
                      <a:pt x="11875" y="14137"/>
                    </a:cubicBezTo>
                    <a:cubicBezTo>
                      <a:pt x="11912" y="14137"/>
                      <a:pt x="11950" y="14137"/>
                      <a:pt x="11988" y="14137"/>
                    </a:cubicBezTo>
                    <a:cubicBezTo>
                      <a:pt x="11988" y="14100"/>
                      <a:pt x="11988" y="14062"/>
                      <a:pt x="11988" y="14024"/>
                    </a:cubicBezTo>
                    <a:cubicBezTo>
                      <a:pt x="12063" y="14024"/>
                      <a:pt x="12137" y="14024"/>
                      <a:pt x="12214" y="14024"/>
                    </a:cubicBezTo>
                    <a:cubicBezTo>
                      <a:pt x="12214" y="13986"/>
                      <a:pt x="12214" y="13949"/>
                      <a:pt x="12214" y="13911"/>
                    </a:cubicBezTo>
                    <a:cubicBezTo>
                      <a:pt x="12252" y="13911"/>
                      <a:pt x="12289" y="13911"/>
                      <a:pt x="12327" y="13911"/>
                    </a:cubicBezTo>
                    <a:cubicBezTo>
                      <a:pt x="12327" y="13873"/>
                      <a:pt x="12327" y="13836"/>
                      <a:pt x="12327" y="13798"/>
                    </a:cubicBezTo>
                    <a:cubicBezTo>
                      <a:pt x="12402" y="13798"/>
                      <a:pt x="12477" y="13798"/>
                      <a:pt x="12554" y="13798"/>
                    </a:cubicBezTo>
                    <a:cubicBezTo>
                      <a:pt x="12554" y="13760"/>
                      <a:pt x="12554" y="13723"/>
                      <a:pt x="12554" y="13685"/>
                    </a:cubicBezTo>
                    <a:cubicBezTo>
                      <a:pt x="12591" y="13685"/>
                      <a:pt x="12628" y="13685"/>
                      <a:pt x="12667" y="13685"/>
                    </a:cubicBezTo>
                    <a:cubicBezTo>
                      <a:pt x="12667" y="13647"/>
                      <a:pt x="12667" y="13610"/>
                      <a:pt x="12667" y="13571"/>
                    </a:cubicBezTo>
                    <a:cubicBezTo>
                      <a:pt x="12704" y="13571"/>
                      <a:pt x="12741" y="13571"/>
                      <a:pt x="12780" y="13571"/>
                    </a:cubicBezTo>
                    <a:cubicBezTo>
                      <a:pt x="12780" y="13534"/>
                      <a:pt x="12780" y="13497"/>
                      <a:pt x="12780" y="13458"/>
                    </a:cubicBezTo>
                    <a:cubicBezTo>
                      <a:pt x="12817" y="13458"/>
                      <a:pt x="12854" y="13458"/>
                      <a:pt x="12893" y="13458"/>
                    </a:cubicBezTo>
                    <a:cubicBezTo>
                      <a:pt x="12893" y="13421"/>
                      <a:pt x="12893" y="13384"/>
                      <a:pt x="12893" y="13345"/>
                    </a:cubicBezTo>
                    <a:cubicBezTo>
                      <a:pt x="12930" y="13345"/>
                      <a:pt x="12967" y="13345"/>
                      <a:pt x="13006" y="13345"/>
                    </a:cubicBezTo>
                    <a:cubicBezTo>
                      <a:pt x="13006" y="13308"/>
                      <a:pt x="13006" y="13271"/>
                      <a:pt x="13006" y="13232"/>
                    </a:cubicBezTo>
                    <a:cubicBezTo>
                      <a:pt x="13081" y="13232"/>
                      <a:pt x="13155" y="13232"/>
                      <a:pt x="13232" y="13232"/>
                    </a:cubicBezTo>
                    <a:cubicBezTo>
                      <a:pt x="13232" y="13195"/>
                      <a:pt x="13232" y="13157"/>
                      <a:pt x="13232" y="13119"/>
                    </a:cubicBezTo>
                    <a:cubicBezTo>
                      <a:pt x="13269" y="13119"/>
                      <a:pt x="13307" y="13119"/>
                      <a:pt x="13345" y="13119"/>
                    </a:cubicBezTo>
                    <a:cubicBezTo>
                      <a:pt x="13345" y="13044"/>
                      <a:pt x="13345" y="12970"/>
                      <a:pt x="13345" y="12893"/>
                    </a:cubicBezTo>
                    <a:cubicBezTo>
                      <a:pt x="13383" y="12893"/>
                      <a:pt x="13420" y="12893"/>
                      <a:pt x="13458" y="12893"/>
                    </a:cubicBezTo>
                    <a:cubicBezTo>
                      <a:pt x="13458" y="12856"/>
                      <a:pt x="13458" y="12818"/>
                      <a:pt x="13458" y="12780"/>
                    </a:cubicBezTo>
                    <a:cubicBezTo>
                      <a:pt x="13496" y="12780"/>
                      <a:pt x="13533" y="12780"/>
                      <a:pt x="13571" y="12780"/>
                    </a:cubicBezTo>
                    <a:cubicBezTo>
                      <a:pt x="13571" y="12742"/>
                      <a:pt x="13571" y="12705"/>
                      <a:pt x="13571" y="12667"/>
                    </a:cubicBezTo>
                    <a:cubicBezTo>
                      <a:pt x="13609" y="12667"/>
                      <a:pt x="13646" y="12667"/>
                      <a:pt x="13685" y="12667"/>
                    </a:cubicBezTo>
                    <a:cubicBezTo>
                      <a:pt x="13685" y="12629"/>
                      <a:pt x="13685" y="12592"/>
                      <a:pt x="13685" y="12554"/>
                    </a:cubicBezTo>
                    <a:cubicBezTo>
                      <a:pt x="13722" y="12554"/>
                      <a:pt x="13759" y="12554"/>
                      <a:pt x="13798" y="12554"/>
                    </a:cubicBezTo>
                    <a:cubicBezTo>
                      <a:pt x="13798" y="12516"/>
                      <a:pt x="13798" y="12479"/>
                      <a:pt x="13798" y="12440"/>
                    </a:cubicBezTo>
                    <a:cubicBezTo>
                      <a:pt x="13835" y="12440"/>
                      <a:pt x="13872" y="12440"/>
                      <a:pt x="13911" y="12440"/>
                    </a:cubicBezTo>
                    <a:cubicBezTo>
                      <a:pt x="13911" y="12366"/>
                      <a:pt x="13911" y="12291"/>
                      <a:pt x="13911" y="12214"/>
                    </a:cubicBezTo>
                    <a:cubicBezTo>
                      <a:pt x="13948" y="12214"/>
                      <a:pt x="13985" y="12214"/>
                      <a:pt x="14024" y="12214"/>
                    </a:cubicBezTo>
                    <a:cubicBezTo>
                      <a:pt x="14024" y="12177"/>
                      <a:pt x="14024" y="12140"/>
                      <a:pt x="14024" y="12101"/>
                    </a:cubicBezTo>
                    <a:cubicBezTo>
                      <a:pt x="14061" y="12101"/>
                      <a:pt x="14098" y="12101"/>
                      <a:pt x="14137" y="12101"/>
                    </a:cubicBezTo>
                    <a:cubicBezTo>
                      <a:pt x="14137" y="12064"/>
                      <a:pt x="14137" y="12027"/>
                      <a:pt x="14137" y="11988"/>
                    </a:cubicBezTo>
                    <a:cubicBezTo>
                      <a:pt x="14174" y="11988"/>
                      <a:pt x="14212" y="11988"/>
                      <a:pt x="14250" y="11988"/>
                    </a:cubicBezTo>
                    <a:cubicBezTo>
                      <a:pt x="14250" y="11913"/>
                      <a:pt x="14250" y="11839"/>
                      <a:pt x="14250" y="11762"/>
                    </a:cubicBezTo>
                    <a:cubicBezTo>
                      <a:pt x="14287" y="11762"/>
                      <a:pt x="14325" y="11762"/>
                      <a:pt x="14363" y="11762"/>
                    </a:cubicBezTo>
                    <a:cubicBezTo>
                      <a:pt x="14363" y="11687"/>
                      <a:pt x="14363" y="11613"/>
                      <a:pt x="14363" y="11536"/>
                    </a:cubicBezTo>
                    <a:cubicBezTo>
                      <a:pt x="14400" y="11536"/>
                      <a:pt x="14438" y="11536"/>
                      <a:pt x="14476" y="11536"/>
                    </a:cubicBezTo>
                    <a:cubicBezTo>
                      <a:pt x="14476" y="11498"/>
                      <a:pt x="14476" y="11461"/>
                      <a:pt x="14476" y="11423"/>
                    </a:cubicBezTo>
                    <a:cubicBezTo>
                      <a:pt x="14514" y="11423"/>
                      <a:pt x="14551" y="11423"/>
                      <a:pt x="14589" y="11423"/>
                    </a:cubicBezTo>
                    <a:cubicBezTo>
                      <a:pt x="14589" y="11348"/>
                      <a:pt x="14589" y="11273"/>
                      <a:pt x="14589" y="11196"/>
                    </a:cubicBezTo>
                    <a:cubicBezTo>
                      <a:pt x="14627" y="11196"/>
                      <a:pt x="14664" y="11196"/>
                      <a:pt x="14702" y="11196"/>
                    </a:cubicBezTo>
                    <a:cubicBezTo>
                      <a:pt x="14702" y="11084"/>
                      <a:pt x="14702" y="10972"/>
                      <a:pt x="14702" y="10857"/>
                    </a:cubicBezTo>
                    <a:cubicBezTo>
                      <a:pt x="14740" y="10857"/>
                      <a:pt x="14777" y="10857"/>
                      <a:pt x="14815" y="10857"/>
                    </a:cubicBezTo>
                    <a:cubicBezTo>
                      <a:pt x="14815" y="10782"/>
                      <a:pt x="14815" y="10708"/>
                      <a:pt x="14815" y="10631"/>
                    </a:cubicBezTo>
                    <a:cubicBezTo>
                      <a:pt x="14853" y="10631"/>
                      <a:pt x="14890" y="10631"/>
                      <a:pt x="14929" y="10631"/>
                    </a:cubicBezTo>
                    <a:cubicBezTo>
                      <a:pt x="14929" y="10519"/>
                      <a:pt x="14929" y="10407"/>
                      <a:pt x="14929" y="10292"/>
                    </a:cubicBezTo>
                    <a:cubicBezTo>
                      <a:pt x="14966" y="10292"/>
                      <a:pt x="15003" y="10292"/>
                      <a:pt x="15042" y="10292"/>
                    </a:cubicBezTo>
                    <a:cubicBezTo>
                      <a:pt x="15042" y="10217"/>
                      <a:pt x="15042" y="10142"/>
                      <a:pt x="15042" y="10065"/>
                    </a:cubicBezTo>
                    <a:cubicBezTo>
                      <a:pt x="15079" y="10065"/>
                      <a:pt x="15116" y="10065"/>
                      <a:pt x="15155" y="10065"/>
                    </a:cubicBezTo>
                    <a:cubicBezTo>
                      <a:pt x="15155" y="9916"/>
                      <a:pt x="15155" y="9767"/>
                      <a:pt x="15155" y="9613"/>
                    </a:cubicBezTo>
                    <a:cubicBezTo>
                      <a:pt x="15192" y="9613"/>
                      <a:pt x="15229" y="9613"/>
                      <a:pt x="15268" y="9613"/>
                    </a:cubicBezTo>
                    <a:cubicBezTo>
                      <a:pt x="15268" y="9389"/>
                      <a:pt x="15268" y="9165"/>
                      <a:pt x="15268" y="8935"/>
                    </a:cubicBezTo>
                    <a:cubicBezTo>
                      <a:pt x="15305" y="8935"/>
                      <a:pt x="15342" y="8935"/>
                      <a:pt x="15381" y="8935"/>
                    </a:cubicBezTo>
                    <a:cubicBezTo>
                      <a:pt x="15381" y="8337"/>
                      <a:pt x="15381" y="7740"/>
                      <a:pt x="15381" y="7125"/>
                    </a:cubicBezTo>
                    <a:cubicBezTo>
                      <a:pt x="15344" y="7125"/>
                      <a:pt x="15306" y="7125"/>
                      <a:pt x="15268" y="7125"/>
                    </a:cubicBezTo>
                    <a:cubicBezTo>
                      <a:pt x="15268" y="6901"/>
                      <a:pt x="15268" y="6677"/>
                      <a:pt x="15268" y="6446"/>
                    </a:cubicBezTo>
                    <a:cubicBezTo>
                      <a:pt x="15231" y="6446"/>
                      <a:pt x="15193" y="6446"/>
                      <a:pt x="15155" y="6446"/>
                    </a:cubicBezTo>
                    <a:cubicBezTo>
                      <a:pt x="15155" y="6297"/>
                      <a:pt x="15155" y="6148"/>
                      <a:pt x="15155" y="5994"/>
                    </a:cubicBezTo>
                    <a:cubicBezTo>
                      <a:pt x="15117" y="5994"/>
                      <a:pt x="15080" y="5994"/>
                      <a:pt x="15042" y="5994"/>
                    </a:cubicBezTo>
                    <a:cubicBezTo>
                      <a:pt x="15042" y="5882"/>
                      <a:pt x="15042" y="5770"/>
                      <a:pt x="15042" y="5655"/>
                    </a:cubicBezTo>
                    <a:cubicBezTo>
                      <a:pt x="15004" y="5655"/>
                      <a:pt x="14967" y="5655"/>
                      <a:pt x="14929" y="5655"/>
                    </a:cubicBezTo>
                    <a:cubicBezTo>
                      <a:pt x="14929" y="5580"/>
                      <a:pt x="14929" y="5505"/>
                      <a:pt x="14929" y="5429"/>
                    </a:cubicBezTo>
                    <a:cubicBezTo>
                      <a:pt x="14891" y="5429"/>
                      <a:pt x="14854" y="5429"/>
                      <a:pt x="14815" y="5429"/>
                    </a:cubicBezTo>
                    <a:cubicBezTo>
                      <a:pt x="14815" y="5354"/>
                      <a:pt x="14815" y="5279"/>
                      <a:pt x="14815" y="5202"/>
                    </a:cubicBezTo>
                    <a:cubicBezTo>
                      <a:pt x="14778" y="5202"/>
                      <a:pt x="14741" y="5202"/>
                      <a:pt x="14702" y="5202"/>
                    </a:cubicBezTo>
                    <a:cubicBezTo>
                      <a:pt x="14702" y="5128"/>
                      <a:pt x="14702" y="5053"/>
                      <a:pt x="14702" y="4976"/>
                    </a:cubicBezTo>
                    <a:cubicBezTo>
                      <a:pt x="14665" y="4976"/>
                      <a:pt x="14628" y="4976"/>
                      <a:pt x="14589" y="4976"/>
                    </a:cubicBezTo>
                    <a:cubicBezTo>
                      <a:pt x="14589" y="4902"/>
                      <a:pt x="14589" y="4827"/>
                      <a:pt x="14589" y="4750"/>
                    </a:cubicBezTo>
                    <a:cubicBezTo>
                      <a:pt x="14552" y="4750"/>
                      <a:pt x="14515" y="4750"/>
                      <a:pt x="14476" y="4750"/>
                    </a:cubicBezTo>
                    <a:cubicBezTo>
                      <a:pt x="14476" y="4675"/>
                      <a:pt x="14476" y="4601"/>
                      <a:pt x="14476" y="4524"/>
                    </a:cubicBezTo>
                    <a:cubicBezTo>
                      <a:pt x="14439" y="4524"/>
                      <a:pt x="14402" y="4524"/>
                      <a:pt x="14363" y="4524"/>
                    </a:cubicBezTo>
                    <a:cubicBezTo>
                      <a:pt x="14363" y="4486"/>
                      <a:pt x="14363" y="4449"/>
                      <a:pt x="14363" y="4411"/>
                    </a:cubicBezTo>
                    <a:cubicBezTo>
                      <a:pt x="14326" y="4411"/>
                      <a:pt x="14288" y="4411"/>
                      <a:pt x="14250" y="4411"/>
                    </a:cubicBezTo>
                    <a:cubicBezTo>
                      <a:pt x="14250" y="4336"/>
                      <a:pt x="14250" y="4261"/>
                      <a:pt x="14250" y="4185"/>
                    </a:cubicBezTo>
                    <a:cubicBezTo>
                      <a:pt x="14213" y="4185"/>
                      <a:pt x="14175" y="4185"/>
                      <a:pt x="14137" y="4185"/>
                    </a:cubicBezTo>
                    <a:cubicBezTo>
                      <a:pt x="14137" y="4147"/>
                      <a:pt x="14137" y="4110"/>
                      <a:pt x="14137" y="4071"/>
                    </a:cubicBezTo>
                    <a:cubicBezTo>
                      <a:pt x="14100" y="4071"/>
                      <a:pt x="14062" y="4071"/>
                      <a:pt x="14024" y="4071"/>
                    </a:cubicBezTo>
                    <a:cubicBezTo>
                      <a:pt x="14024" y="3997"/>
                      <a:pt x="14024" y="3922"/>
                      <a:pt x="14024" y="3845"/>
                    </a:cubicBezTo>
                    <a:cubicBezTo>
                      <a:pt x="13986" y="3845"/>
                      <a:pt x="13949" y="3845"/>
                      <a:pt x="13911" y="3845"/>
                    </a:cubicBezTo>
                    <a:cubicBezTo>
                      <a:pt x="13911" y="3808"/>
                      <a:pt x="13911" y="3771"/>
                      <a:pt x="13911" y="3732"/>
                    </a:cubicBezTo>
                    <a:cubicBezTo>
                      <a:pt x="13873" y="3732"/>
                      <a:pt x="13836" y="3732"/>
                      <a:pt x="13798" y="3732"/>
                    </a:cubicBezTo>
                    <a:cubicBezTo>
                      <a:pt x="13798" y="3695"/>
                      <a:pt x="13798" y="3657"/>
                      <a:pt x="13798" y="3619"/>
                    </a:cubicBezTo>
                    <a:cubicBezTo>
                      <a:pt x="13760" y="3619"/>
                      <a:pt x="13723" y="3619"/>
                      <a:pt x="13685" y="3619"/>
                    </a:cubicBezTo>
                    <a:cubicBezTo>
                      <a:pt x="13685" y="3582"/>
                      <a:pt x="13685" y="3544"/>
                      <a:pt x="13685" y="3506"/>
                    </a:cubicBezTo>
                    <a:cubicBezTo>
                      <a:pt x="13647" y="3506"/>
                      <a:pt x="13610" y="3506"/>
                      <a:pt x="13571" y="3506"/>
                    </a:cubicBezTo>
                    <a:cubicBezTo>
                      <a:pt x="13571" y="3469"/>
                      <a:pt x="13571" y="3431"/>
                      <a:pt x="13571" y="3393"/>
                    </a:cubicBezTo>
                    <a:cubicBezTo>
                      <a:pt x="13534" y="3393"/>
                      <a:pt x="13497" y="3393"/>
                      <a:pt x="13458" y="3393"/>
                    </a:cubicBezTo>
                    <a:cubicBezTo>
                      <a:pt x="13458" y="3318"/>
                      <a:pt x="13458" y="3244"/>
                      <a:pt x="13458" y="3167"/>
                    </a:cubicBezTo>
                    <a:cubicBezTo>
                      <a:pt x="13421" y="3167"/>
                      <a:pt x="13384" y="3167"/>
                      <a:pt x="13345" y="3167"/>
                    </a:cubicBezTo>
                    <a:cubicBezTo>
                      <a:pt x="13345" y="3129"/>
                      <a:pt x="13345" y="3092"/>
                      <a:pt x="13345" y="3054"/>
                    </a:cubicBezTo>
                    <a:cubicBezTo>
                      <a:pt x="13271" y="3054"/>
                      <a:pt x="13196" y="3054"/>
                      <a:pt x="13119" y="3054"/>
                    </a:cubicBezTo>
                    <a:cubicBezTo>
                      <a:pt x="13119" y="3016"/>
                      <a:pt x="13119" y="2979"/>
                      <a:pt x="13119" y="2940"/>
                    </a:cubicBezTo>
                    <a:cubicBezTo>
                      <a:pt x="13082" y="2940"/>
                      <a:pt x="13044" y="2940"/>
                      <a:pt x="13006" y="2940"/>
                    </a:cubicBezTo>
                    <a:cubicBezTo>
                      <a:pt x="13006" y="2903"/>
                      <a:pt x="13006" y="2866"/>
                      <a:pt x="13006" y="2827"/>
                    </a:cubicBezTo>
                    <a:cubicBezTo>
                      <a:pt x="12969" y="2827"/>
                      <a:pt x="12931" y="2827"/>
                      <a:pt x="12893" y="2827"/>
                    </a:cubicBezTo>
                    <a:cubicBezTo>
                      <a:pt x="12893" y="2790"/>
                      <a:pt x="12893" y="2753"/>
                      <a:pt x="12893" y="2714"/>
                    </a:cubicBezTo>
                    <a:cubicBezTo>
                      <a:pt x="12856" y="2714"/>
                      <a:pt x="12818" y="2714"/>
                      <a:pt x="12780" y="2714"/>
                    </a:cubicBezTo>
                    <a:cubicBezTo>
                      <a:pt x="12780" y="2677"/>
                      <a:pt x="12780" y="2640"/>
                      <a:pt x="12780" y="2601"/>
                    </a:cubicBezTo>
                    <a:cubicBezTo>
                      <a:pt x="12705" y="2601"/>
                      <a:pt x="12630" y="2601"/>
                      <a:pt x="12554" y="2601"/>
                    </a:cubicBezTo>
                    <a:cubicBezTo>
                      <a:pt x="12554" y="2564"/>
                      <a:pt x="12554" y="2527"/>
                      <a:pt x="12554" y="2488"/>
                    </a:cubicBezTo>
                    <a:cubicBezTo>
                      <a:pt x="12516" y="2488"/>
                      <a:pt x="12479" y="2488"/>
                      <a:pt x="12440" y="2488"/>
                    </a:cubicBezTo>
                    <a:cubicBezTo>
                      <a:pt x="12440" y="2451"/>
                      <a:pt x="12440" y="2413"/>
                      <a:pt x="12440" y="2375"/>
                    </a:cubicBezTo>
                    <a:cubicBezTo>
                      <a:pt x="12366" y="2375"/>
                      <a:pt x="12291" y="2375"/>
                      <a:pt x="12214" y="2375"/>
                    </a:cubicBezTo>
                    <a:cubicBezTo>
                      <a:pt x="12214" y="2338"/>
                      <a:pt x="12214" y="2300"/>
                      <a:pt x="12214" y="2262"/>
                    </a:cubicBezTo>
                    <a:cubicBezTo>
                      <a:pt x="12177" y="2262"/>
                      <a:pt x="12140" y="2262"/>
                      <a:pt x="12101" y="2262"/>
                    </a:cubicBezTo>
                    <a:cubicBezTo>
                      <a:pt x="12101" y="2225"/>
                      <a:pt x="12101" y="2187"/>
                      <a:pt x="12101" y="2149"/>
                    </a:cubicBezTo>
                    <a:cubicBezTo>
                      <a:pt x="12027" y="2149"/>
                      <a:pt x="11952" y="2149"/>
                      <a:pt x="11875" y="2149"/>
                    </a:cubicBezTo>
                    <a:cubicBezTo>
                      <a:pt x="11875" y="2111"/>
                      <a:pt x="11875" y="2074"/>
                      <a:pt x="11875" y="2036"/>
                    </a:cubicBezTo>
                    <a:cubicBezTo>
                      <a:pt x="11800" y="2036"/>
                      <a:pt x="11726" y="2036"/>
                      <a:pt x="11649" y="2036"/>
                    </a:cubicBezTo>
                    <a:cubicBezTo>
                      <a:pt x="11649" y="1998"/>
                      <a:pt x="11649" y="1961"/>
                      <a:pt x="11649" y="1923"/>
                    </a:cubicBezTo>
                    <a:cubicBezTo>
                      <a:pt x="11574" y="1923"/>
                      <a:pt x="11500" y="1923"/>
                      <a:pt x="11423" y="1923"/>
                    </a:cubicBezTo>
                    <a:cubicBezTo>
                      <a:pt x="11423" y="1885"/>
                      <a:pt x="11423" y="1848"/>
                      <a:pt x="11423" y="1810"/>
                    </a:cubicBezTo>
                    <a:cubicBezTo>
                      <a:pt x="11348" y="1810"/>
                      <a:pt x="11273" y="1810"/>
                      <a:pt x="11196" y="1810"/>
                    </a:cubicBezTo>
                    <a:cubicBezTo>
                      <a:pt x="11196" y="1772"/>
                      <a:pt x="11196" y="1735"/>
                      <a:pt x="11196" y="1696"/>
                    </a:cubicBezTo>
                    <a:cubicBezTo>
                      <a:pt x="11084" y="1696"/>
                      <a:pt x="10972" y="1696"/>
                      <a:pt x="10857" y="1696"/>
                    </a:cubicBezTo>
                    <a:cubicBezTo>
                      <a:pt x="10857" y="1659"/>
                      <a:pt x="10857" y="1622"/>
                      <a:pt x="10857" y="1583"/>
                    </a:cubicBezTo>
                    <a:cubicBezTo>
                      <a:pt x="10745" y="1583"/>
                      <a:pt x="10633" y="1583"/>
                      <a:pt x="10518" y="1583"/>
                    </a:cubicBezTo>
                    <a:cubicBezTo>
                      <a:pt x="10518" y="1546"/>
                      <a:pt x="10518" y="1509"/>
                      <a:pt x="10518" y="1470"/>
                    </a:cubicBezTo>
                    <a:cubicBezTo>
                      <a:pt x="10369" y="1470"/>
                      <a:pt x="10219" y="1470"/>
                      <a:pt x="10065" y="1470"/>
                    </a:cubicBezTo>
                    <a:cubicBezTo>
                      <a:pt x="10065" y="1433"/>
                      <a:pt x="10065" y="1396"/>
                      <a:pt x="10065" y="1357"/>
                    </a:cubicBezTo>
                    <a:cubicBezTo>
                      <a:pt x="9879" y="1357"/>
                      <a:pt x="9692" y="1357"/>
                      <a:pt x="9500" y="1357"/>
                    </a:cubicBezTo>
                    <a:cubicBezTo>
                      <a:pt x="9500" y="1320"/>
                      <a:pt x="9500" y="1282"/>
                      <a:pt x="9500" y="1244"/>
                    </a:cubicBezTo>
                    <a:cubicBezTo>
                      <a:pt x="8791" y="1244"/>
                      <a:pt x="8082" y="1244"/>
                      <a:pt x="7351" y="1244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796" name="ICON_REFERENCE_SEARCH_path_003"/>
              <p:cNvSpPr/>
              <p:nvPr/>
            </p:nvSpPr>
            <p:spPr>
              <a:xfrm>
                <a:off x="10333869" y="1212585"/>
                <a:ext cx="287262" cy="281517"/>
              </a:xfrm>
              <a:custGeom>
                <a:avLst/>
                <a:gdLst/>
                <a:ahLst/>
                <a:cxnLst/>
                <a:rect l="0" t="0" r="r" b="b"/>
                <a:pathLst>
                  <a:path w="22619" h="22167" fill="norm" stroke="0">
                    <a:moveTo>
                      <a:pt x="7690" y="0"/>
                    </a:moveTo>
                    <a:cubicBezTo>
                      <a:pt x="8698" y="0"/>
                      <a:pt x="9706" y="0"/>
                      <a:pt x="10744" y="0"/>
                    </a:cubicBezTo>
                    <a:cubicBezTo>
                      <a:pt x="10744" y="37"/>
                      <a:pt x="10744" y="75"/>
                      <a:pt x="10744" y="113"/>
                    </a:cubicBezTo>
                    <a:cubicBezTo>
                      <a:pt x="10931" y="113"/>
                      <a:pt x="11117" y="113"/>
                      <a:pt x="11310" y="113"/>
                    </a:cubicBezTo>
                    <a:cubicBezTo>
                      <a:pt x="11310" y="150"/>
                      <a:pt x="11310" y="188"/>
                      <a:pt x="11310" y="226"/>
                    </a:cubicBezTo>
                    <a:cubicBezTo>
                      <a:pt x="11421" y="226"/>
                      <a:pt x="11533" y="226"/>
                      <a:pt x="11649" y="226"/>
                    </a:cubicBezTo>
                    <a:cubicBezTo>
                      <a:pt x="11649" y="264"/>
                      <a:pt x="11649" y="301"/>
                      <a:pt x="11649" y="339"/>
                    </a:cubicBezTo>
                    <a:cubicBezTo>
                      <a:pt x="11798" y="339"/>
                      <a:pt x="11947" y="339"/>
                      <a:pt x="12101" y="339"/>
                    </a:cubicBezTo>
                    <a:cubicBezTo>
                      <a:pt x="12101" y="377"/>
                      <a:pt x="12101" y="414"/>
                      <a:pt x="12101" y="452"/>
                    </a:cubicBezTo>
                    <a:cubicBezTo>
                      <a:pt x="12213" y="452"/>
                      <a:pt x="12325" y="452"/>
                      <a:pt x="12440" y="452"/>
                    </a:cubicBezTo>
                    <a:cubicBezTo>
                      <a:pt x="12440" y="490"/>
                      <a:pt x="12440" y="527"/>
                      <a:pt x="12440" y="565"/>
                    </a:cubicBezTo>
                    <a:cubicBezTo>
                      <a:pt x="12515" y="565"/>
                      <a:pt x="12590" y="565"/>
                      <a:pt x="12667" y="565"/>
                    </a:cubicBezTo>
                    <a:cubicBezTo>
                      <a:pt x="12667" y="603"/>
                      <a:pt x="12667" y="640"/>
                      <a:pt x="12667" y="679"/>
                    </a:cubicBezTo>
                    <a:cubicBezTo>
                      <a:pt x="12741" y="679"/>
                      <a:pt x="12816" y="679"/>
                      <a:pt x="12893" y="679"/>
                    </a:cubicBezTo>
                    <a:cubicBezTo>
                      <a:pt x="12893" y="716"/>
                      <a:pt x="12893" y="753"/>
                      <a:pt x="12893" y="792"/>
                    </a:cubicBezTo>
                    <a:cubicBezTo>
                      <a:pt x="12967" y="792"/>
                      <a:pt x="13042" y="792"/>
                      <a:pt x="13119" y="792"/>
                    </a:cubicBezTo>
                    <a:cubicBezTo>
                      <a:pt x="13119" y="829"/>
                      <a:pt x="13119" y="866"/>
                      <a:pt x="13119" y="905"/>
                    </a:cubicBezTo>
                    <a:cubicBezTo>
                      <a:pt x="13194" y="905"/>
                      <a:pt x="13268" y="905"/>
                      <a:pt x="13345" y="905"/>
                    </a:cubicBezTo>
                    <a:cubicBezTo>
                      <a:pt x="13345" y="942"/>
                      <a:pt x="13345" y="979"/>
                      <a:pt x="13345" y="1018"/>
                    </a:cubicBezTo>
                    <a:cubicBezTo>
                      <a:pt x="13457" y="1018"/>
                      <a:pt x="13569" y="1018"/>
                      <a:pt x="13685" y="1018"/>
                    </a:cubicBezTo>
                    <a:cubicBezTo>
                      <a:pt x="13685" y="1055"/>
                      <a:pt x="13685" y="1093"/>
                      <a:pt x="13685" y="1131"/>
                    </a:cubicBezTo>
                    <a:cubicBezTo>
                      <a:pt x="13722" y="1131"/>
                      <a:pt x="13759" y="1131"/>
                      <a:pt x="13798" y="1131"/>
                    </a:cubicBezTo>
                    <a:cubicBezTo>
                      <a:pt x="13798" y="1168"/>
                      <a:pt x="13798" y="1206"/>
                      <a:pt x="13798" y="1244"/>
                    </a:cubicBezTo>
                    <a:cubicBezTo>
                      <a:pt x="13872" y="1244"/>
                      <a:pt x="13947" y="1244"/>
                      <a:pt x="14024" y="1244"/>
                    </a:cubicBezTo>
                    <a:cubicBezTo>
                      <a:pt x="14024" y="1281"/>
                      <a:pt x="14024" y="1319"/>
                      <a:pt x="14024" y="1357"/>
                    </a:cubicBezTo>
                    <a:cubicBezTo>
                      <a:pt x="14061" y="1357"/>
                      <a:pt x="14098" y="1357"/>
                      <a:pt x="14137" y="1357"/>
                    </a:cubicBezTo>
                    <a:cubicBezTo>
                      <a:pt x="14137" y="1394"/>
                      <a:pt x="14137" y="1432"/>
                      <a:pt x="14137" y="1470"/>
                    </a:cubicBezTo>
                    <a:cubicBezTo>
                      <a:pt x="14212" y="1470"/>
                      <a:pt x="14286" y="1470"/>
                      <a:pt x="14363" y="1470"/>
                    </a:cubicBezTo>
                    <a:cubicBezTo>
                      <a:pt x="14363" y="1508"/>
                      <a:pt x="14363" y="1545"/>
                      <a:pt x="14363" y="1583"/>
                    </a:cubicBezTo>
                    <a:cubicBezTo>
                      <a:pt x="14400" y="1583"/>
                      <a:pt x="14438" y="1583"/>
                      <a:pt x="14476" y="1583"/>
                    </a:cubicBezTo>
                    <a:cubicBezTo>
                      <a:pt x="14476" y="1621"/>
                      <a:pt x="14476" y="1658"/>
                      <a:pt x="14476" y="1696"/>
                    </a:cubicBezTo>
                    <a:cubicBezTo>
                      <a:pt x="14493" y="1693"/>
                      <a:pt x="14509" y="1689"/>
                      <a:pt x="14526" y="1686"/>
                    </a:cubicBezTo>
                    <a:cubicBezTo>
                      <a:pt x="14547" y="1689"/>
                      <a:pt x="14568" y="1693"/>
                      <a:pt x="14589" y="1696"/>
                    </a:cubicBezTo>
                    <a:cubicBezTo>
                      <a:pt x="14614" y="1732"/>
                      <a:pt x="14614" y="1732"/>
                      <a:pt x="14639" y="1778"/>
                    </a:cubicBezTo>
                    <a:cubicBezTo>
                      <a:pt x="14675" y="1839"/>
                      <a:pt x="14693" y="1862"/>
                      <a:pt x="14760" y="1890"/>
                    </a:cubicBezTo>
                    <a:cubicBezTo>
                      <a:pt x="14816" y="1903"/>
                      <a:pt x="14871" y="1915"/>
                      <a:pt x="14929" y="1923"/>
                    </a:cubicBezTo>
                    <a:cubicBezTo>
                      <a:pt x="14929" y="1960"/>
                      <a:pt x="14929" y="1997"/>
                      <a:pt x="14929" y="2036"/>
                    </a:cubicBezTo>
                    <a:cubicBezTo>
                      <a:pt x="14945" y="2033"/>
                      <a:pt x="14962" y="2031"/>
                      <a:pt x="14979" y="2028"/>
                    </a:cubicBezTo>
                    <a:cubicBezTo>
                      <a:pt x="15042" y="2036"/>
                      <a:pt x="15042" y="2036"/>
                      <a:pt x="15090" y="2088"/>
                    </a:cubicBezTo>
                    <a:cubicBezTo>
                      <a:pt x="15107" y="2111"/>
                      <a:pt x="15124" y="2135"/>
                      <a:pt x="15141" y="2159"/>
                    </a:cubicBezTo>
                    <a:cubicBezTo>
                      <a:pt x="15242" y="2299"/>
                      <a:pt x="15360" y="2402"/>
                      <a:pt x="15498" y="2505"/>
                    </a:cubicBezTo>
                    <a:cubicBezTo>
                      <a:pt x="15605" y="2588"/>
                      <a:pt x="15605" y="2588"/>
                      <a:pt x="15617" y="2666"/>
                    </a:cubicBezTo>
                    <a:cubicBezTo>
                      <a:pt x="15614" y="2682"/>
                      <a:pt x="15610" y="2698"/>
                      <a:pt x="15607" y="2714"/>
                    </a:cubicBezTo>
                    <a:cubicBezTo>
                      <a:pt x="15644" y="2714"/>
                      <a:pt x="15682" y="2714"/>
                      <a:pt x="15720" y="2714"/>
                    </a:cubicBezTo>
                    <a:cubicBezTo>
                      <a:pt x="15720" y="2752"/>
                      <a:pt x="15720" y="2789"/>
                      <a:pt x="15720" y="2827"/>
                    </a:cubicBezTo>
                    <a:cubicBezTo>
                      <a:pt x="15758" y="2827"/>
                      <a:pt x="15795" y="2827"/>
                      <a:pt x="15833" y="2827"/>
                    </a:cubicBezTo>
                    <a:cubicBezTo>
                      <a:pt x="15833" y="2865"/>
                      <a:pt x="15833" y="2902"/>
                      <a:pt x="15833" y="2940"/>
                    </a:cubicBezTo>
                    <a:cubicBezTo>
                      <a:pt x="15871" y="2940"/>
                      <a:pt x="15908" y="2940"/>
                      <a:pt x="15946" y="2940"/>
                    </a:cubicBezTo>
                    <a:cubicBezTo>
                      <a:pt x="15952" y="2958"/>
                      <a:pt x="15958" y="2976"/>
                      <a:pt x="15963" y="2994"/>
                    </a:cubicBezTo>
                    <a:cubicBezTo>
                      <a:pt x="16028" y="3180"/>
                      <a:pt x="16095" y="3266"/>
                      <a:pt x="16239" y="3398"/>
                    </a:cubicBezTo>
                    <a:cubicBezTo>
                      <a:pt x="16289" y="3453"/>
                      <a:pt x="16301" y="3475"/>
                      <a:pt x="16300" y="3548"/>
                    </a:cubicBezTo>
                    <a:cubicBezTo>
                      <a:pt x="16295" y="3572"/>
                      <a:pt x="16291" y="3595"/>
                      <a:pt x="16286" y="3619"/>
                    </a:cubicBezTo>
                    <a:cubicBezTo>
                      <a:pt x="16302" y="3617"/>
                      <a:pt x="16318" y="3615"/>
                      <a:pt x="16335" y="3612"/>
                    </a:cubicBezTo>
                    <a:cubicBezTo>
                      <a:pt x="16421" y="3621"/>
                      <a:pt x="16461" y="3665"/>
                      <a:pt x="16519" y="3725"/>
                    </a:cubicBezTo>
                    <a:cubicBezTo>
                      <a:pt x="16524" y="3730"/>
                      <a:pt x="16524" y="3730"/>
                      <a:pt x="16550" y="3755"/>
                    </a:cubicBezTo>
                    <a:cubicBezTo>
                      <a:pt x="16601" y="3807"/>
                      <a:pt x="16624" y="3836"/>
                      <a:pt x="16632" y="3909"/>
                    </a:cubicBezTo>
                    <a:cubicBezTo>
                      <a:pt x="16629" y="3925"/>
                      <a:pt x="16627" y="3942"/>
                      <a:pt x="16625" y="3958"/>
                    </a:cubicBezTo>
                    <a:cubicBezTo>
                      <a:pt x="16662" y="3958"/>
                      <a:pt x="16700" y="3958"/>
                      <a:pt x="16738" y="3958"/>
                    </a:cubicBezTo>
                    <a:cubicBezTo>
                      <a:pt x="16741" y="3970"/>
                      <a:pt x="16744" y="3982"/>
                      <a:pt x="16747" y="3994"/>
                    </a:cubicBezTo>
                    <a:cubicBezTo>
                      <a:pt x="16760" y="4047"/>
                      <a:pt x="16774" y="4100"/>
                      <a:pt x="16788" y="4153"/>
                    </a:cubicBezTo>
                    <a:cubicBezTo>
                      <a:pt x="16792" y="4171"/>
                      <a:pt x="16796" y="4189"/>
                      <a:pt x="16801" y="4209"/>
                    </a:cubicBezTo>
                    <a:cubicBezTo>
                      <a:pt x="16838" y="4346"/>
                      <a:pt x="16838" y="4346"/>
                      <a:pt x="16911" y="4391"/>
                    </a:cubicBezTo>
                    <a:cubicBezTo>
                      <a:pt x="16920" y="4394"/>
                      <a:pt x="16920" y="4394"/>
                      <a:pt x="16964" y="4411"/>
                    </a:cubicBezTo>
                    <a:cubicBezTo>
                      <a:pt x="16971" y="4471"/>
                      <a:pt x="16971" y="4471"/>
                      <a:pt x="16964" y="4524"/>
                    </a:cubicBezTo>
                    <a:cubicBezTo>
                      <a:pt x="17002" y="4524"/>
                      <a:pt x="17039" y="4524"/>
                      <a:pt x="17077" y="4524"/>
                    </a:cubicBezTo>
                    <a:cubicBezTo>
                      <a:pt x="17077" y="4598"/>
                      <a:pt x="17077" y="4673"/>
                      <a:pt x="17077" y="4750"/>
                    </a:cubicBezTo>
                    <a:cubicBezTo>
                      <a:pt x="17115" y="4750"/>
                      <a:pt x="17152" y="4750"/>
                      <a:pt x="17190" y="4750"/>
                    </a:cubicBezTo>
                    <a:cubicBezTo>
                      <a:pt x="17190" y="4899"/>
                      <a:pt x="17190" y="5049"/>
                      <a:pt x="17190" y="5202"/>
                    </a:cubicBezTo>
                    <a:cubicBezTo>
                      <a:pt x="17228" y="5202"/>
                      <a:pt x="17265" y="5202"/>
                      <a:pt x="17304" y="5202"/>
                    </a:cubicBezTo>
                    <a:cubicBezTo>
                      <a:pt x="17304" y="5277"/>
                      <a:pt x="17304" y="5352"/>
                      <a:pt x="17304" y="5429"/>
                    </a:cubicBezTo>
                    <a:cubicBezTo>
                      <a:pt x="17341" y="5429"/>
                      <a:pt x="17378" y="5429"/>
                      <a:pt x="17417" y="5429"/>
                    </a:cubicBezTo>
                    <a:cubicBezTo>
                      <a:pt x="17417" y="5541"/>
                      <a:pt x="17417" y="5653"/>
                      <a:pt x="17417" y="5768"/>
                    </a:cubicBezTo>
                    <a:cubicBezTo>
                      <a:pt x="17454" y="5768"/>
                      <a:pt x="17491" y="5768"/>
                      <a:pt x="17530" y="5768"/>
                    </a:cubicBezTo>
                    <a:cubicBezTo>
                      <a:pt x="17530" y="5880"/>
                      <a:pt x="17530" y="5992"/>
                      <a:pt x="17530" y="6107"/>
                    </a:cubicBezTo>
                    <a:cubicBezTo>
                      <a:pt x="17567" y="6107"/>
                      <a:pt x="17604" y="6107"/>
                      <a:pt x="17643" y="6107"/>
                    </a:cubicBezTo>
                    <a:cubicBezTo>
                      <a:pt x="17643" y="6219"/>
                      <a:pt x="17643" y="6331"/>
                      <a:pt x="17643" y="6446"/>
                    </a:cubicBezTo>
                    <a:cubicBezTo>
                      <a:pt x="17680" y="6446"/>
                      <a:pt x="17717" y="6446"/>
                      <a:pt x="17756" y="6446"/>
                    </a:cubicBezTo>
                    <a:cubicBezTo>
                      <a:pt x="17757" y="6460"/>
                      <a:pt x="17759" y="6473"/>
                      <a:pt x="17760" y="6487"/>
                    </a:cubicBezTo>
                    <a:cubicBezTo>
                      <a:pt x="17767" y="6548"/>
                      <a:pt x="17774" y="6608"/>
                      <a:pt x="17781" y="6669"/>
                    </a:cubicBezTo>
                    <a:cubicBezTo>
                      <a:pt x="17783" y="6690"/>
                      <a:pt x="17785" y="6711"/>
                      <a:pt x="17787" y="6733"/>
                    </a:cubicBezTo>
                    <a:cubicBezTo>
                      <a:pt x="17790" y="6753"/>
                      <a:pt x="17792" y="6773"/>
                      <a:pt x="17795" y="6794"/>
                    </a:cubicBezTo>
                    <a:cubicBezTo>
                      <a:pt x="17797" y="6813"/>
                      <a:pt x="17799" y="6832"/>
                      <a:pt x="17801" y="6851"/>
                    </a:cubicBezTo>
                    <a:cubicBezTo>
                      <a:pt x="17812" y="6899"/>
                      <a:pt x="17812" y="6899"/>
                      <a:pt x="17869" y="6955"/>
                    </a:cubicBezTo>
                    <a:cubicBezTo>
                      <a:pt x="17874" y="7012"/>
                      <a:pt x="17876" y="7065"/>
                      <a:pt x="17875" y="7122"/>
                    </a:cubicBezTo>
                    <a:cubicBezTo>
                      <a:pt x="17875" y="7130"/>
                      <a:pt x="17875" y="7130"/>
                      <a:pt x="17874" y="7171"/>
                    </a:cubicBezTo>
                    <a:cubicBezTo>
                      <a:pt x="17874" y="7223"/>
                      <a:pt x="17873" y="7275"/>
                      <a:pt x="17873" y="7326"/>
                    </a:cubicBezTo>
                    <a:cubicBezTo>
                      <a:pt x="17872" y="7362"/>
                      <a:pt x="17872" y="7397"/>
                      <a:pt x="17872" y="7432"/>
                    </a:cubicBezTo>
                    <a:cubicBezTo>
                      <a:pt x="17871" y="7518"/>
                      <a:pt x="17870" y="7604"/>
                      <a:pt x="17869" y="7690"/>
                    </a:cubicBezTo>
                    <a:cubicBezTo>
                      <a:pt x="17906" y="7690"/>
                      <a:pt x="17944" y="7690"/>
                      <a:pt x="17982" y="7690"/>
                    </a:cubicBezTo>
                    <a:cubicBezTo>
                      <a:pt x="17982" y="8362"/>
                      <a:pt x="17982" y="9034"/>
                      <a:pt x="17982" y="9726"/>
                    </a:cubicBezTo>
                    <a:cubicBezTo>
                      <a:pt x="17945" y="9726"/>
                      <a:pt x="17907" y="9726"/>
                      <a:pt x="17869" y="9726"/>
                    </a:cubicBezTo>
                    <a:cubicBezTo>
                      <a:pt x="17869" y="9950"/>
                      <a:pt x="17869" y="10174"/>
                      <a:pt x="17869" y="10405"/>
                    </a:cubicBezTo>
                    <a:cubicBezTo>
                      <a:pt x="17832" y="10405"/>
                      <a:pt x="17794" y="10405"/>
                      <a:pt x="17756" y="10405"/>
                    </a:cubicBezTo>
                    <a:cubicBezTo>
                      <a:pt x="17756" y="10554"/>
                      <a:pt x="17756" y="10703"/>
                      <a:pt x="17756" y="10857"/>
                    </a:cubicBezTo>
                    <a:cubicBezTo>
                      <a:pt x="17719" y="10857"/>
                      <a:pt x="17681" y="10857"/>
                      <a:pt x="17643" y="10857"/>
                    </a:cubicBezTo>
                    <a:cubicBezTo>
                      <a:pt x="17643" y="11044"/>
                      <a:pt x="17643" y="11230"/>
                      <a:pt x="17643" y="11423"/>
                    </a:cubicBezTo>
                    <a:cubicBezTo>
                      <a:pt x="17606" y="11423"/>
                      <a:pt x="17568" y="11423"/>
                      <a:pt x="17530" y="11423"/>
                    </a:cubicBezTo>
                    <a:cubicBezTo>
                      <a:pt x="17530" y="11497"/>
                      <a:pt x="17530" y="11572"/>
                      <a:pt x="17530" y="11649"/>
                    </a:cubicBezTo>
                    <a:cubicBezTo>
                      <a:pt x="17492" y="11649"/>
                      <a:pt x="17455" y="11649"/>
                      <a:pt x="17417" y="11649"/>
                    </a:cubicBezTo>
                    <a:cubicBezTo>
                      <a:pt x="17417" y="11798"/>
                      <a:pt x="17417" y="11947"/>
                      <a:pt x="17417" y="12101"/>
                    </a:cubicBezTo>
                    <a:cubicBezTo>
                      <a:pt x="17379" y="12101"/>
                      <a:pt x="17342" y="12101"/>
                      <a:pt x="17304" y="12101"/>
                    </a:cubicBezTo>
                    <a:cubicBezTo>
                      <a:pt x="17304" y="12139"/>
                      <a:pt x="17304" y="12176"/>
                      <a:pt x="17304" y="12214"/>
                    </a:cubicBezTo>
                    <a:cubicBezTo>
                      <a:pt x="17266" y="12214"/>
                      <a:pt x="17229" y="12214"/>
                      <a:pt x="17190" y="12214"/>
                    </a:cubicBezTo>
                    <a:cubicBezTo>
                      <a:pt x="17190" y="12289"/>
                      <a:pt x="17190" y="12364"/>
                      <a:pt x="17190" y="12440"/>
                    </a:cubicBezTo>
                    <a:cubicBezTo>
                      <a:pt x="17153" y="12440"/>
                      <a:pt x="17116" y="12440"/>
                      <a:pt x="17077" y="12440"/>
                    </a:cubicBezTo>
                    <a:cubicBezTo>
                      <a:pt x="17077" y="12515"/>
                      <a:pt x="17077" y="12590"/>
                      <a:pt x="17077" y="12667"/>
                    </a:cubicBezTo>
                    <a:cubicBezTo>
                      <a:pt x="17040" y="12667"/>
                      <a:pt x="17003" y="12667"/>
                      <a:pt x="16964" y="12667"/>
                    </a:cubicBezTo>
                    <a:cubicBezTo>
                      <a:pt x="16927" y="12853"/>
                      <a:pt x="16890" y="13040"/>
                      <a:pt x="16851" y="13232"/>
                    </a:cubicBezTo>
                    <a:cubicBezTo>
                      <a:pt x="16814" y="13232"/>
                      <a:pt x="16777" y="13232"/>
                      <a:pt x="16738" y="13232"/>
                    </a:cubicBezTo>
                    <a:cubicBezTo>
                      <a:pt x="16740" y="13240"/>
                      <a:pt x="16740" y="13240"/>
                      <a:pt x="16749" y="13282"/>
                    </a:cubicBezTo>
                    <a:cubicBezTo>
                      <a:pt x="16745" y="13303"/>
                      <a:pt x="16742" y="13324"/>
                      <a:pt x="16738" y="13345"/>
                    </a:cubicBezTo>
                    <a:cubicBezTo>
                      <a:pt x="16702" y="13370"/>
                      <a:pt x="16702" y="13370"/>
                      <a:pt x="16657" y="13395"/>
                    </a:cubicBezTo>
                    <a:cubicBezTo>
                      <a:pt x="16595" y="13431"/>
                      <a:pt x="16572" y="13449"/>
                      <a:pt x="16545" y="13516"/>
                    </a:cubicBezTo>
                    <a:cubicBezTo>
                      <a:pt x="16531" y="13572"/>
                      <a:pt x="16520" y="13627"/>
                      <a:pt x="16512" y="13685"/>
                    </a:cubicBezTo>
                    <a:cubicBezTo>
                      <a:pt x="16475" y="13685"/>
                      <a:pt x="16437" y="13685"/>
                      <a:pt x="16399" y="13685"/>
                    </a:cubicBezTo>
                    <a:cubicBezTo>
                      <a:pt x="16399" y="13796"/>
                      <a:pt x="16399" y="13908"/>
                      <a:pt x="16399" y="14024"/>
                    </a:cubicBezTo>
                    <a:cubicBezTo>
                      <a:pt x="16436" y="14024"/>
                      <a:pt x="16473" y="14024"/>
                      <a:pt x="16512" y="14024"/>
                    </a:cubicBezTo>
                    <a:cubicBezTo>
                      <a:pt x="16512" y="14061"/>
                      <a:pt x="16512" y="14098"/>
                      <a:pt x="16512" y="14137"/>
                    </a:cubicBezTo>
                    <a:cubicBezTo>
                      <a:pt x="16549" y="14137"/>
                      <a:pt x="16587" y="14137"/>
                      <a:pt x="16625" y="14137"/>
                    </a:cubicBezTo>
                    <a:cubicBezTo>
                      <a:pt x="16625" y="14174"/>
                      <a:pt x="16625" y="14212"/>
                      <a:pt x="16625" y="14250"/>
                    </a:cubicBezTo>
                    <a:cubicBezTo>
                      <a:pt x="16662" y="14250"/>
                      <a:pt x="16700" y="14250"/>
                      <a:pt x="16738" y="14250"/>
                    </a:cubicBezTo>
                    <a:cubicBezTo>
                      <a:pt x="16738" y="14287"/>
                      <a:pt x="16738" y="14325"/>
                      <a:pt x="16738" y="14363"/>
                    </a:cubicBezTo>
                    <a:cubicBezTo>
                      <a:pt x="16775" y="14363"/>
                      <a:pt x="16813" y="14363"/>
                      <a:pt x="16851" y="14363"/>
                    </a:cubicBezTo>
                    <a:cubicBezTo>
                      <a:pt x="16851" y="14400"/>
                      <a:pt x="16851" y="14438"/>
                      <a:pt x="16851" y="14476"/>
                    </a:cubicBezTo>
                    <a:cubicBezTo>
                      <a:pt x="16926" y="14476"/>
                      <a:pt x="17000" y="14476"/>
                      <a:pt x="17077" y="14476"/>
                    </a:cubicBezTo>
                    <a:cubicBezTo>
                      <a:pt x="17077" y="14439"/>
                      <a:pt x="17077" y="14402"/>
                      <a:pt x="17077" y="14363"/>
                    </a:cubicBezTo>
                    <a:cubicBezTo>
                      <a:pt x="17150" y="14358"/>
                      <a:pt x="17223" y="14355"/>
                      <a:pt x="17297" y="14352"/>
                    </a:cubicBezTo>
                    <a:cubicBezTo>
                      <a:pt x="17317" y="14351"/>
                      <a:pt x="17338" y="14350"/>
                      <a:pt x="17359" y="14348"/>
                    </a:cubicBezTo>
                    <a:cubicBezTo>
                      <a:pt x="17420" y="14347"/>
                      <a:pt x="17471" y="14347"/>
                      <a:pt x="17530" y="14363"/>
                    </a:cubicBezTo>
                    <a:cubicBezTo>
                      <a:pt x="17565" y="14404"/>
                      <a:pt x="17587" y="14445"/>
                      <a:pt x="17612" y="14492"/>
                    </a:cubicBezTo>
                    <a:cubicBezTo>
                      <a:pt x="17654" y="14547"/>
                      <a:pt x="17685" y="14548"/>
                      <a:pt x="17751" y="14559"/>
                    </a:cubicBezTo>
                    <a:cubicBezTo>
                      <a:pt x="17902" y="14587"/>
                      <a:pt x="17965" y="14678"/>
                      <a:pt x="18056" y="14794"/>
                    </a:cubicBezTo>
                    <a:cubicBezTo>
                      <a:pt x="18091" y="14835"/>
                      <a:pt x="18125" y="14877"/>
                      <a:pt x="18160" y="14918"/>
                    </a:cubicBezTo>
                    <a:cubicBezTo>
                      <a:pt x="18177" y="14938"/>
                      <a:pt x="18194" y="14959"/>
                      <a:pt x="18212" y="14980"/>
                    </a:cubicBezTo>
                    <a:cubicBezTo>
                      <a:pt x="18402" y="15201"/>
                      <a:pt x="18611" y="15405"/>
                      <a:pt x="18843" y="15580"/>
                    </a:cubicBezTo>
                    <a:cubicBezTo>
                      <a:pt x="18951" y="15664"/>
                      <a:pt x="19031" y="15766"/>
                      <a:pt x="19116" y="15873"/>
                    </a:cubicBezTo>
                    <a:cubicBezTo>
                      <a:pt x="19216" y="15999"/>
                      <a:pt x="19331" y="16097"/>
                      <a:pt x="19459" y="16192"/>
                    </a:cubicBezTo>
                    <a:cubicBezTo>
                      <a:pt x="19564" y="16273"/>
                      <a:pt x="19564" y="16273"/>
                      <a:pt x="19575" y="16350"/>
                    </a:cubicBezTo>
                    <a:cubicBezTo>
                      <a:pt x="19573" y="16358"/>
                      <a:pt x="19573" y="16358"/>
                      <a:pt x="19565" y="16399"/>
                    </a:cubicBezTo>
                    <a:cubicBezTo>
                      <a:pt x="19603" y="16399"/>
                      <a:pt x="19640" y="16399"/>
                      <a:pt x="19679" y="16399"/>
                    </a:cubicBezTo>
                    <a:cubicBezTo>
                      <a:pt x="19679" y="16436"/>
                      <a:pt x="19679" y="16473"/>
                      <a:pt x="19679" y="16512"/>
                    </a:cubicBezTo>
                    <a:cubicBezTo>
                      <a:pt x="19716" y="16512"/>
                      <a:pt x="19753" y="16512"/>
                      <a:pt x="19792" y="16512"/>
                    </a:cubicBezTo>
                    <a:cubicBezTo>
                      <a:pt x="19792" y="16549"/>
                      <a:pt x="19792" y="16587"/>
                      <a:pt x="19792" y="16625"/>
                    </a:cubicBezTo>
                    <a:cubicBezTo>
                      <a:pt x="19829" y="16625"/>
                      <a:pt x="19866" y="16625"/>
                      <a:pt x="19905" y="16625"/>
                    </a:cubicBezTo>
                    <a:cubicBezTo>
                      <a:pt x="19905" y="16662"/>
                      <a:pt x="19905" y="16700"/>
                      <a:pt x="19905" y="16738"/>
                    </a:cubicBezTo>
                    <a:cubicBezTo>
                      <a:pt x="19942" y="16738"/>
                      <a:pt x="19979" y="16738"/>
                      <a:pt x="20018" y="16738"/>
                    </a:cubicBezTo>
                    <a:cubicBezTo>
                      <a:pt x="20018" y="16775"/>
                      <a:pt x="20018" y="16813"/>
                      <a:pt x="20018" y="16851"/>
                    </a:cubicBezTo>
                    <a:cubicBezTo>
                      <a:pt x="20055" y="16851"/>
                      <a:pt x="20092" y="16851"/>
                      <a:pt x="20131" y="16851"/>
                    </a:cubicBezTo>
                    <a:cubicBezTo>
                      <a:pt x="20131" y="16889"/>
                      <a:pt x="20131" y="16926"/>
                      <a:pt x="20131" y="16964"/>
                    </a:cubicBezTo>
                    <a:cubicBezTo>
                      <a:pt x="20168" y="16964"/>
                      <a:pt x="20206" y="16964"/>
                      <a:pt x="20244" y="16964"/>
                    </a:cubicBezTo>
                    <a:cubicBezTo>
                      <a:pt x="20244" y="17002"/>
                      <a:pt x="20244" y="17039"/>
                      <a:pt x="20244" y="17077"/>
                    </a:cubicBezTo>
                    <a:cubicBezTo>
                      <a:pt x="20281" y="17077"/>
                      <a:pt x="20319" y="17077"/>
                      <a:pt x="20357" y="17077"/>
                    </a:cubicBezTo>
                    <a:cubicBezTo>
                      <a:pt x="20357" y="17115"/>
                      <a:pt x="20357" y="17152"/>
                      <a:pt x="20357" y="17190"/>
                    </a:cubicBezTo>
                    <a:cubicBezTo>
                      <a:pt x="20371" y="17188"/>
                      <a:pt x="20386" y="17186"/>
                      <a:pt x="20401" y="17184"/>
                    </a:cubicBezTo>
                    <a:cubicBezTo>
                      <a:pt x="20488" y="17176"/>
                      <a:pt x="20556" y="17171"/>
                      <a:pt x="20629" y="17223"/>
                    </a:cubicBezTo>
                    <a:cubicBezTo>
                      <a:pt x="20675" y="17273"/>
                      <a:pt x="20716" y="17324"/>
                      <a:pt x="20756" y="17378"/>
                    </a:cubicBezTo>
                    <a:cubicBezTo>
                      <a:pt x="20790" y="17419"/>
                      <a:pt x="20825" y="17461"/>
                      <a:pt x="20859" y="17502"/>
                    </a:cubicBezTo>
                    <a:cubicBezTo>
                      <a:pt x="20868" y="17513"/>
                      <a:pt x="20877" y="17524"/>
                      <a:pt x="20887" y="17536"/>
                    </a:cubicBezTo>
                    <a:cubicBezTo>
                      <a:pt x="21014" y="17687"/>
                      <a:pt x="21154" y="17825"/>
                      <a:pt x="21294" y="17964"/>
                    </a:cubicBezTo>
                    <a:cubicBezTo>
                      <a:pt x="21307" y="17978"/>
                      <a:pt x="21321" y="17991"/>
                      <a:pt x="21335" y="18005"/>
                    </a:cubicBezTo>
                    <a:cubicBezTo>
                      <a:pt x="21495" y="18165"/>
                      <a:pt x="21657" y="18318"/>
                      <a:pt x="21835" y="18459"/>
                    </a:cubicBezTo>
                    <a:cubicBezTo>
                      <a:pt x="21934" y="18538"/>
                      <a:pt x="22011" y="18627"/>
                      <a:pt x="22087" y="18728"/>
                    </a:cubicBezTo>
                    <a:cubicBezTo>
                      <a:pt x="22149" y="18811"/>
                      <a:pt x="22217" y="18880"/>
                      <a:pt x="22294" y="18951"/>
                    </a:cubicBezTo>
                    <a:cubicBezTo>
                      <a:pt x="22389" y="19042"/>
                      <a:pt x="22389" y="19042"/>
                      <a:pt x="22407" y="19108"/>
                    </a:cubicBezTo>
                    <a:cubicBezTo>
                      <a:pt x="22407" y="19156"/>
                      <a:pt x="22407" y="19156"/>
                      <a:pt x="22393" y="19226"/>
                    </a:cubicBezTo>
                    <a:cubicBezTo>
                      <a:pt x="22430" y="19226"/>
                      <a:pt x="22467" y="19226"/>
                      <a:pt x="22506" y="19226"/>
                    </a:cubicBezTo>
                    <a:cubicBezTo>
                      <a:pt x="22506" y="19301"/>
                      <a:pt x="22506" y="19375"/>
                      <a:pt x="22506" y="19452"/>
                    </a:cubicBezTo>
                    <a:cubicBezTo>
                      <a:pt x="22543" y="19452"/>
                      <a:pt x="22581" y="19452"/>
                      <a:pt x="22619" y="19452"/>
                    </a:cubicBezTo>
                    <a:cubicBezTo>
                      <a:pt x="22619" y="19788"/>
                      <a:pt x="22619" y="20124"/>
                      <a:pt x="22619" y="20470"/>
                    </a:cubicBezTo>
                    <a:cubicBezTo>
                      <a:pt x="22582" y="20470"/>
                      <a:pt x="22544" y="20470"/>
                      <a:pt x="22506" y="20470"/>
                    </a:cubicBezTo>
                    <a:cubicBezTo>
                      <a:pt x="22503" y="20485"/>
                      <a:pt x="22499" y="20500"/>
                      <a:pt x="22496" y="20516"/>
                    </a:cubicBezTo>
                    <a:cubicBezTo>
                      <a:pt x="22441" y="20745"/>
                      <a:pt x="22441" y="20745"/>
                      <a:pt x="22393" y="20810"/>
                    </a:cubicBezTo>
                    <a:cubicBezTo>
                      <a:pt x="22333" y="20817"/>
                      <a:pt x="22333" y="20817"/>
                      <a:pt x="22280" y="20810"/>
                    </a:cubicBezTo>
                    <a:cubicBezTo>
                      <a:pt x="22280" y="20847"/>
                      <a:pt x="22280" y="20884"/>
                      <a:pt x="22280" y="20923"/>
                    </a:cubicBezTo>
                    <a:cubicBezTo>
                      <a:pt x="22242" y="20923"/>
                      <a:pt x="22205" y="20923"/>
                      <a:pt x="22167" y="20923"/>
                    </a:cubicBezTo>
                    <a:cubicBezTo>
                      <a:pt x="22167" y="20997"/>
                      <a:pt x="22167" y="21072"/>
                      <a:pt x="22167" y="21149"/>
                    </a:cubicBezTo>
                    <a:cubicBezTo>
                      <a:pt x="22092" y="21149"/>
                      <a:pt x="22017" y="21149"/>
                      <a:pt x="21940" y="21149"/>
                    </a:cubicBezTo>
                    <a:cubicBezTo>
                      <a:pt x="21940" y="21186"/>
                      <a:pt x="21940" y="21223"/>
                      <a:pt x="21940" y="21262"/>
                    </a:cubicBezTo>
                    <a:cubicBezTo>
                      <a:pt x="21904" y="21305"/>
                      <a:pt x="21904" y="21305"/>
                      <a:pt x="21853" y="21346"/>
                    </a:cubicBezTo>
                    <a:cubicBezTo>
                      <a:pt x="21835" y="21361"/>
                      <a:pt x="21816" y="21377"/>
                      <a:pt x="21797" y="21393"/>
                    </a:cubicBezTo>
                    <a:cubicBezTo>
                      <a:pt x="21787" y="21401"/>
                      <a:pt x="21787" y="21401"/>
                      <a:pt x="21735" y="21442"/>
                    </a:cubicBezTo>
                    <a:cubicBezTo>
                      <a:pt x="21573" y="21577"/>
                      <a:pt x="21439" y="21713"/>
                      <a:pt x="21311" y="21880"/>
                    </a:cubicBezTo>
                    <a:cubicBezTo>
                      <a:pt x="21172" y="22059"/>
                      <a:pt x="21172" y="22059"/>
                      <a:pt x="21053" y="22078"/>
                    </a:cubicBezTo>
                    <a:cubicBezTo>
                      <a:pt x="20969" y="22082"/>
                      <a:pt x="20891" y="22072"/>
                      <a:pt x="20810" y="22054"/>
                    </a:cubicBezTo>
                    <a:cubicBezTo>
                      <a:pt x="20810" y="22091"/>
                      <a:pt x="20810" y="22128"/>
                      <a:pt x="20810" y="22167"/>
                    </a:cubicBezTo>
                    <a:cubicBezTo>
                      <a:pt x="20586" y="22167"/>
                      <a:pt x="20362" y="22167"/>
                      <a:pt x="20131" y="22167"/>
                    </a:cubicBezTo>
                    <a:cubicBezTo>
                      <a:pt x="20131" y="22129"/>
                      <a:pt x="20131" y="22092"/>
                      <a:pt x="20131" y="22054"/>
                    </a:cubicBezTo>
                    <a:cubicBezTo>
                      <a:pt x="20019" y="22054"/>
                      <a:pt x="19907" y="22054"/>
                      <a:pt x="19792" y="22054"/>
                    </a:cubicBezTo>
                    <a:cubicBezTo>
                      <a:pt x="19792" y="22016"/>
                      <a:pt x="19792" y="21979"/>
                      <a:pt x="19792" y="21940"/>
                    </a:cubicBezTo>
                    <a:cubicBezTo>
                      <a:pt x="19778" y="21944"/>
                      <a:pt x="19764" y="21947"/>
                      <a:pt x="19750" y="21950"/>
                    </a:cubicBezTo>
                    <a:cubicBezTo>
                      <a:pt x="19681" y="21960"/>
                      <a:pt x="19633" y="21959"/>
                      <a:pt x="19565" y="21940"/>
                    </a:cubicBezTo>
                    <a:cubicBezTo>
                      <a:pt x="19501" y="21878"/>
                      <a:pt x="19452" y="21811"/>
                      <a:pt x="19399" y="21738"/>
                    </a:cubicBezTo>
                    <a:cubicBezTo>
                      <a:pt x="19340" y="21657"/>
                      <a:pt x="19274" y="21587"/>
                      <a:pt x="19201" y="21516"/>
                    </a:cubicBezTo>
                    <a:cubicBezTo>
                      <a:pt x="19191" y="21506"/>
                      <a:pt x="19181" y="21496"/>
                      <a:pt x="19170" y="21486"/>
                    </a:cubicBezTo>
                    <a:cubicBezTo>
                      <a:pt x="19147" y="21463"/>
                      <a:pt x="19124" y="21441"/>
                      <a:pt x="19101" y="21418"/>
                    </a:cubicBezTo>
                    <a:cubicBezTo>
                      <a:pt x="18942" y="21263"/>
                      <a:pt x="18787" y="21105"/>
                      <a:pt x="18631" y="20948"/>
                    </a:cubicBezTo>
                    <a:cubicBezTo>
                      <a:pt x="18544" y="20860"/>
                      <a:pt x="18457" y="20773"/>
                      <a:pt x="18370" y="20686"/>
                    </a:cubicBezTo>
                    <a:cubicBezTo>
                      <a:pt x="18314" y="20629"/>
                      <a:pt x="18257" y="20572"/>
                      <a:pt x="18201" y="20515"/>
                    </a:cubicBezTo>
                    <a:cubicBezTo>
                      <a:pt x="18135" y="20448"/>
                      <a:pt x="18068" y="20381"/>
                      <a:pt x="18002" y="20315"/>
                    </a:cubicBezTo>
                    <a:cubicBezTo>
                      <a:pt x="17996" y="20309"/>
                      <a:pt x="17996" y="20309"/>
                      <a:pt x="17969" y="20282"/>
                    </a:cubicBezTo>
                    <a:cubicBezTo>
                      <a:pt x="17824" y="20137"/>
                      <a:pt x="17676" y="19999"/>
                      <a:pt x="17511" y="19876"/>
                    </a:cubicBezTo>
                    <a:cubicBezTo>
                      <a:pt x="17418" y="19805"/>
                      <a:pt x="17418" y="19805"/>
                      <a:pt x="17408" y="19728"/>
                    </a:cubicBezTo>
                    <a:cubicBezTo>
                      <a:pt x="17411" y="19712"/>
                      <a:pt x="17414" y="19695"/>
                      <a:pt x="17417" y="19679"/>
                    </a:cubicBezTo>
                    <a:cubicBezTo>
                      <a:pt x="17400" y="19680"/>
                      <a:pt x="17383" y="19682"/>
                      <a:pt x="17365" y="19684"/>
                    </a:cubicBezTo>
                    <a:cubicBezTo>
                      <a:pt x="17304" y="19679"/>
                      <a:pt x="17304" y="19679"/>
                      <a:pt x="17262" y="19645"/>
                    </a:cubicBezTo>
                    <a:cubicBezTo>
                      <a:pt x="17249" y="19629"/>
                      <a:pt x="17236" y="19613"/>
                      <a:pt x="17222" y="19596"/>
                    </a:cubicBezTo>
                    <a:cubicBezTo>
                      <a:pt x="17215" y="19587"/>
                      <a:pt x="17215" y="19587"/>
                      <a:pt x="17177" y="19542"/>
                    </a:cubicBezTo>
                    <a:cubicBezTo>
                      <a:pt x="17161" y="19522"/>
                      <a:pt x="17144" y="19502"/>
                      <a:pt x="17128" y="19482"/>
                    </a:cubicBezTo>
                    <a:cubicBezTo>
                      <a:pt x="17092" y="19440"/>
                      <a:pt x="17057" y="19398"/>
                      <a:pt x="17021" y="19356"/>
                    </a:cubicBezTo>
                    <a:cubicBezTo>
                      <a:pt x="17012" y="19346"/>
                      <a:pt x="17002" y="19335"/>
                      <a:pt x="16993" y="19324"/>
                    </a:cubicBezTo>
                    <a:cubicBezTo>
                      <a:pt x="16829" y="19134"/>
                      <a:pt x="16649" y="18959"/>
                      <a:pt x="16472" y="18783"/>
                    </a:cubicBezTo>
                    <a:cubicBezTo>
                      <a:pt x="16418" y="18729"/>
                      <a:pt x="16364" y="18674"/>
                      <a:pt x="16310" y="18620"/>
                    </a:cubicBezTo>
                    <a:cubicBezTo>
                      <a:pt x="16219" y="18530"/>
                      <a:pt x="16129" y="18440"/>
                      <a:pt x="16038" y="18350"/>
                    </a:cubicBezTo>
                    <a:cubicBezTo>
                      <a:pt x="15934" y="18246"/>
                      <a:pt x="15830" y="18141"/>
                      <a:pt x="15726" y="18037"/>
                    </a:cubicBezTo>
                    <a:cubicBezTo>
                      <a:pt x="15636" y="17947"/>
                      <a:pt x="15546" y="17857"/>
                      <a:pt x="15456" y="17766"/>
                    </a:cubicBezTo>
                    <a:cubicBezTo>
                      <a:pt x="15402" y="17713"/>
                      <a:pt x="15348" y="17659"/>
                      <a:pt x="15295" y="17606"/>
                    </a:cubicBezTo>
                    <a:cubicBezTo>
                      <a:pt x="15236" y="17546"/>
                      <a:pt x="15176" y="17487"/>
                      <a:pt x="15117" y="17428"/>
                    </a:cubicBezTo>
                    <a:cubicBezTo>
                      <a:pt x="15108" y="17419"/>
                      <a:pt x="15108" y="17419"/>
                      <a:pt x="15064" y="17375"/>
                    </a:cubicBezTo>
                    <a:cubicBezTo>
                      <a:pt x="15048" y="17359"/>
                      <a:pt x="15031" y="17342"/>
                      <a:pt x="15015" y="17326"/>
                    </a:cubicBezTo>
                    <a:cubicBezTo>
                      <a:pt x="15001" y="17312"/>
                      <a:pt x="14987" y="17298"/>
                      <a:pt x="14972" y="17284"/>
                    </a:cubicBezTo>
                    <a:cubicBezTo>
                      <a:pt x="14929" y="17247"/>
                      <a:pt x="14929" y="17247"/>
                      <a:pt x="14867" y="17219"/>
                    </a:cubicBezTo>
                    <a:cubicBezTo>
                      <a:pt x="14850" y="17209"/>
                      <a:pt x="14833" y="17200"/>
                      <a:pt x="14815" y="17190"/>
                    </a:cubicBezTo>
                    <a:cubicBezTo>
                      <a:pt x="14805" y="17126"/>
                      <a:pt x="14802" y="17076"/>
                      <a:pt x="14804" y="17012"/>
                    </a:cubicBezTo>
                    <a:cubicBezTo>
                      <a:pt x="14805" y="17003"/>
                      <a:pt x="14805" y="17003"/>
                      <a:pt x="14805" y="16959"/>
                    </a:cubicBezTo>
                    <a:cubicBezTo>
                      <a:pt x="14806" y="16903"/>
                      <a:pt x="14807" y="16847"/>
                      <a:pt x="14808" y="16791"/>
                    </a:cubicBezTo>
                    <a:cubicBezTo>
                      <a:pt x="14809" y="16753"/>
                      <a:pt x="14809" y="16715"/>
                      <a:pt x="14810" y="16677"/>
                    </a:cubicBezTo>
                    <a:cubicBezTo>
                      <a:pt x="14811" y="16585"/>
                      <a:pt x="14813" y="16492"/>
                      <a:pt x="14815" y="16399"/>
                    </a:cubicBezTo>
                    <a:cubicBezTo>
                      <a:pt x="14853" y="16399"/>
                      <a:pt x="14890" y="16399"/>
                      <a:pt x="14929" y="16399"/>
                    </a:cubicBezTo>
                    <a:cubicBezTo>
                      <a:pt x="14912" y="16384"/>
                      <a:pt x="14896" y="16369"/>
                      <a:pt x="14879" y="16353"/>
                    </a:cubicBezTo>
                    <a:cubicBezTo>
                      <a:pt x="14858" y="16333"/>
                      <a:pt x="14837" y="16313"/>
                      <a:pt x="14815" y="16293"/>
                    </a:cubicBezTo>
                    <a:cubicBezTo>
                      <a:pt x="14810" y="16288"/>
                      <a:pt x="14810" y="16288"/>
                      <a:pt x="14783" y="16263"/>
                    </a:cubicBezTo>
                    <a:cubicBezTo>
                      <a:pt x="14729" y="16211"/>
                      <a:pt x="14704" y="16184"/>
                      <a:pt x="14695" y="16109"/>
                    </a:cubicBezTo>
                    <a:cubicBezTo>
                      <a:pt x="14696" y="16100"/>
                      <a:pt x="14696" y="16100"/>
                      <a:pt x="14702" y="16060"/>
                    </a:cubicBezTo>
                    <a:cubicBezTo>
                      <a:pt x="14665" y="16060"/>
                      <a:pt x="14628" y="16060"/>
                      <a:pt x="14589" y="16060"/>
                    </a:cubicBezTo>
                    <a:cubicBezTo>
                      <a:pt x="14589" y="16022"/>
                      <a:pt x="14589" y="15985"/>
                      <a:pt x="14589" y="15946"/>
                    </a:cubicBezTo>
                    <a:cubicBezTo>
                      <a:pt x="14477" y="15946"/>
                      <a:pt x="14365" y="15946"/>
                      <a:pt x="14250" y="15946"/>
                    </a:cubicBezTo>
                    <a:cubicBezTo>
                      <a:pt x="14250" y="15984"/>
                      <a:pt x="14250" y="16021"/>
                      <a:pt x="14250" y="16060"/>
                    </a:cubicBezTo>
                    <a:cubicBezTo>
                      <a:pt x="14175" y="16060"/>
                      <a:pt x="14101" y="16060"/>
                      <a:pt x="14024" y="16060"/>
                    </a:cubicBezTo>
                    <a:cubicBezTo>
                      <a:pt x="14024" y="16097"/>
                      <a:pt x="14024" y="16134"/>
                      <a:pt x="14024" y="16173"/>
                    </a:cubicBezTo>
                    <a:cubicBezTo>
                      <a:pt x="13949" y="16173"/>
                      <a:pt x="13875" y="16173"/>
                      <a:pt x="13798" y="16173"/>
                    </a:cubicBezTo>
                    <a:cubicBezTo>
                      <a:pt x="13798" y="16210"/>
                      <a:pt x="13798" y="16247"/>
                      <a:pt x="13798" y="16286"/>
                    </a:cubicBezTo>
                    <a:cubicBezTo>
                      <a:pt x="13741" y="16351"/>
                      <a:pt x="13665" y="16393"/>
                      <a:pt x="13579" y="16406"/>
                    </a:cubicBezTo>
                    <a:cubicBezTo>
                      <a:pt x="13533" y="16406"/>
                      <a:pt x="13533" y="16406"/>
                      <a:pt x="13458" y="16399"/>
                    </a:cubicBezTo>
                    <a:cubicBezTo>
                      <a:pt x="13460" y="16415"/>
                      <a:pt x="13462" y="16431"/>
                      <a:pt x="13464" y="16448"/>
                    </a:cubicBezTo>
                    <a:cubicBezTo>
                      <a:pt x="13454" y="16557"/>
                      <a:pt x="13375" y="16620"/>
                      <a:pt x="13298" y="16692"/>
                    </a:cubicBezTo>
                    <a:cubicBezTo>
                      <a:pt x="13210" y="16753"/>
                      <a:pt x="13151" y="16757"/>
                      <a:pt x="13047" y="16746"/>
                    </a:cubicBezTo>
                    <a:cubicBezTo>
                      <a:pt x="13034" y="16743"/>
                      <a:pt x="13020" y="16741"/>
                      <a:pt x="13006" y="16738"/>
                    </a:cubicBezTo>
                    <a:cubicBezTo>
                      <a:pt x="13006" y="16775"/>
                      <a:pt x="13006" y="16813"/>
                      <a:pt x="13006" y="16851"/>
                    </a:cubicBezTo>
                    <a:cubicBezTo>
                      <a:pt x="13000" y="16852"/>
                      <a:pt x="13000" y="16852"/>
                      <a:pt x="12969" y="16854"/>
                    </a:cubicBezTo>
                    <a:cubicBezTo>
                      <a:pt x="12708" y="16873"/>
                      <a:pt x="12473" y="16896"/>
                      <a:pt x="12271" y="17077"/>
                    </a:cubicBezTo>
                    <a:cubicBezTo>
                      <a:pt x="12263" y="17097"/>
                      <a:pt x="12256" y="17117"/>
                      <a:pt x="12248" y="17138"/>
                    </a:cubicBezTo>
                    <a:cubicBezTo>
                      <a:pt x="12214" y="17190"/>
                      <a:pt x="12214" y="17190"/>
                      <a:pt x="12174" y="17202"/>
                    </a:cubicBezTo>
                    <a:cubicBezTo>
                      <a:pt x="12119" y="17208"/>
                      <a:pt x="12064" y="17212"/>
                      <a:pt x="12009" y="17215"/>
                    </a:cubicBezTo>
                    <a:cubicBezTo>
                      <a:pt x="11841" y="17229"/>
                      <a:pt x="11705" y="17262"/>
                      <a:pt x="11553" y="17335"/>
                    </a:cubicBezTo>
                    <a:cubicBezTo>
                      <a:pt x="11390" y="17414"/>
                      <a:pt x="11267" y="17440"/>
                      <a:pt x="11083" y="17417"/>
                    </a:cubicBezTo>
                    <a:cubicBezTo>
                      <a:pt x="11083" y="17454"/>
                      <a:pt x="11083" y="17491"/>
                      <a:pt x="11083" y="17530"/>
                    </a:cubicBezTo>
                    <a:cubicBezTo>
                      <a:pt x="11066" y="17531"/>
                      <a:pt x="11050" y="17533"/>
                      <a:pt x="11032" y="17534"/>
                    </a:cubicBezTo>
                    <a:cubicBezTo>
                      <a:pt x="10956" y="17541"/>
                      <a:pt x="10880" y="17548"/>
                      <a:pt x="10804" y="17555"/>
                    </a:cubicBezTo>
                    <a:cubicBezTo>
                      <a:pt x="10778" y="17557"/>
                      <a:pt x="10751" y="17559"/>
                      <a:pt x="10724" y="17561"/>
                    </a:cubicBezTo>
                    <a:cubicBezTo>
                      <a:pt x="10699" y="17564"/>
                      <a:pt x="10673" y="17566"/>
                      <a:pt x="10647" y="17568"/>
                    </a:cubicBezTo>
                    <a:cubicBezTo>
                      <a:pt x="10624" y="17570"/>
                      <a:pt x="10600" y="17573"/>
                      <a:pt x="10576" y="17575"/>
                    </a:cubicBezTo>
                    <a:cubicBezTo>
                      <a:pt x="10518" y="17586"/>
                      <a:pt x="10518" y="17586"/>
                      <a:pt x="10461" y="17643"/>
                    </a:cubicBezTo>
                    <a:cubicBezTo>
                      <a:pt x="10405" y="17648"/>
                      <a:pt x="10352" y="17649"/>
                      <a:pt x="10295" y="17648"/>
                    </a:cubicBezTo>
                    <a:cubicBezTo>
                      <a:pt x="10287" y="17648"/>
                      <a:pt x="10287" y="17648"/>
                      <a:pt x="10246" y="17648"/>
                    </a:cubicBezTo>
                    <a:cubicBezTo>
                      <a:pt x="10194" y="17648"/>
                      <a:pt x="10142" y="17647"/>
                      <a:pt x="10090" y="17646"/>
                    </a:cubicBezTo>
                    <a:cubicBezTo>
                      <a:pt x="10055" y="17646"/>
                      <a:pt x="10020" y="17646"/>
                      <a:pt x="9985" y="17646"/>
                    </a:cubicBezTo>
                    <a:cubicBezTo>
                      <a:pt x="9899" y="17645"/>
                      <a:pt x="9812" y="17644"/>
                      <a:pt x="9726" y="17643"/>
                    </a:cubicBezTo>
                    <a:cubicBezTo>
                      <a:pt x="9726" y="17680"/>
                      <a:pt x="9726" y="17718"/>
                      <a:pt x="9726" y="17756"/>
                    </a:cubicBezTo>
                    <a:cubicBezTo>
                      <a:pt x="9513" y="17757"/>
                      <a:pt x="9300" y="17758"/>
                      <a:pt x="9088" y="17759"/>
                    </a:cubicBezTo>
                    <a:cubicBezTo>
                      <a:pt x="8989" y="17759"/>
                      <a:pt x="8890" y="17760"/>
                      <a:pt x="8791" y="17760"/>
                    </a:cubicBezTo>
                    <a:cubicBezTo>
                      <a:pt x="8696" y="17761"/>
                      <a:pt x="8601" y="17761"/>
                      <a:pt x="8505" y="17761"/>
                    </a:cubicBezTo>
                    <a:cubicBezTo>
                      <a:pt x="8469" y="17761"/>
                      <a:pt x="8432" y="17762"/>
                      <a:pt x="8396" y="17762"/>
                    </a:cubicBezTo>
                    <a:cubicBezTo>
                      <a:pt x="8345" y="17762"/>
                      <a:pt x="8294" y="17762"/>
                      <a:pt x="8243" y="17762"/>
                    </a:cubicBezTo>
                    <a:cubicBezTo>
                      <a:pt x="8228" y="17763"/>
                      <a:pt x="8213" y="17763"/>
                      <a:pt x="8197" y="17763"/>
                    </a:cubicBezTo>
                    <a:cubicBezTo>
                      <a:pt x="8093" y="17762"/>
                      <a:pt x="8093" y="17762"/>
                      <a:pt x="8030" y="17699"/>
                    </a:cubicBezTo>
                    <a:cubicBezTo>
                      <a:pt x="7969" y="17691"/>
                      <a:pt x="7912" y="17685"/>
                      <a:pt x="7851" y="17682"/>
                    </a:cubicBezTo>
                    <a:cubicBezTo>
                      <a:pt x="7842" y="17681"/>
                      <a:pt x="7842" y="17681"/>
                      <a:pt x="7798" y="17678"/>
                    </a:cubicBezTo>
                    <a:cubicBezTo>
                      <a:pt x="7742" y="17674"/>
                      <a:pt x="7686" y="17671"/>
                      <a:pt x="7630" y="17668"/>
                    </a:cubicBezTo>
                    <a:cubicBezTo>
                      <a:pt x="7593" y="17665"/>
                      <a:pt x="7555" y="17663"/>
                      <a:pt x="7517" y="17660"/>
                    </a:cubicBezTo>
                    <a:cubicBezTo>
                      <a:pt x="7424" y="17654"/>
                      <a:pt x="7331" y="17648"/>
                      <a:pt x="7238" y="17643"/>
                    </a:cubicBezTo>
                    <a:cubicBezTo>
                      <a:pt x="7238" y="17606"/>
                      <a:pt x="7238" y="17568"/>
                      <a:pt x="7238" y="17530"/>
                    </a:cubicBezTo>
                    <a:cubicBezTo>
                      <a:pt x="7089" y="17530"/>
                      <a:pt x="6940" y="17530"/>
                      <a:pt x="6786" y="17530"/>
                    </a:cubicBezTo>
                    <a:cubicBezTo>
                      <a:pt x="6786" y="17492"/>
                      <a:pt x="6786" y="17455"/>
                      <a:pt x="6786" y="17417"/>
                    </a:cubicBezTo>
                    <a:cubicBezTo>
                      <a:pt x="6762" y="17419"/>
                      <a:pt x="6738" y="17421"/>
                      <a:pt x="6713" y="17423"/>
                    </a:cubicBezTo>
                    <a:cubicBezTo>
                      <a:pt x="6494" y="17435"/>
                      <a:pt x="6337" y="17407"/>
                      <a:pt x="6139" y="17312"/>
                    </a:cubicBezTo>
                    <a:cubicBezTo>
                      <a:pt x="5982" y="17237"/>
                      <a:pt x="5828" y="17209"/>
                      <a:pt x="5655" y="17190"/>
                    </a:cubicBezTo>
                    <a:cubicBezTo>
                      <a:pt x="5655" y="17153"/>
                      <a:pt x="5655" y="17116"/>
                      <a:pt x="5655" y="17077"/>
                    </a:cubicBezTo>
                    <a:cubicBezTo>
                      <a:pt x="5642" y="17078"/>
                      <a:pt x="5629" y="17079"/>
                      <a:pt x="5615" y="17080"/>
                    </a:cubicBezTo>
                    <a:cubicBezTo>
                      <a:pt x="5555" y="17084"/>
                      <a:pt x="5495" y="17086"/>
                      <a:pt x="5436" y="17088"/>
                    </a:cubicBezTo>
                    <a:cubicBezTo>
                      <a:pt x="5425" y="17089"/>
                      <a:pt x="5425" y="17089"/>
                      <a:pt x="5373" y="17092"/>
                    </a:cubicBezTo>
                    <a:cubicBezTo>
                      <a:pt x="5312" y="17094"/>
                      <a:pt x="5261" y="17093"/>
                      <a:pt x="5202" y="17077"/>
                    </a:cubicBezTo>
                    <a:cubicBezTo>
                      <a:pt x="5166" y="17039"/>
                      <a:pt x="5145" y="16999"/>
                      <a:pt x="5120" y="16953"/>
                    </a:cubicBezTo>
                    <a:cubicBezTo>
                      <a:pt x="5061" y="16866"/>
                      <a:pt x="4963" y="16831"/>
                      <a:pt x="4870" y="16788"/>
                    </a:cubicBezTo>
                    <a:cubicBezTo>
                      <a:pt x="4851" y="16778"/>
                      <a:pt x="4832" y="16768"/>
                      <a:pt x="4812" y="16759"/>
                    </a:cubicBezTo>
                    <a:cubicBezTo>
                      <a:pt x="4681" y="16696"/>
                      <a:pt x="4553" y="16655"/>
                      <a:pt x="4411" y="16625"/>
                    </a:cubicBezTo>
                    <a:cubicBezTo>
                      <a:pt x="4411" y="16588"/>
                      <a:pt x="4411" y="16550"/>
                      <a:pt x="4411" y="16512"/>
                    </a:cubicBezTo>
                    <a:cubicBezTo>
                      <a:pt x="4396" y="16514"/>
                      <a:pt x="4381" y="16516"/>
                      <a:pt x="4365" y="16518"/>
                    </a:cubicBezTo>
                    <a:cubicBezTo>
                      <a:pt x="4301" y="16523"/>
                      <a:pt x="4247" y="16524"/>
                      <a:pt x="4185" y="16512"/>
                    </a:cubicBezTo>
                    <a:cubicBezTo>
                      <a:pt x="4149" y="16472"/>
                      <a:pt x="4128" y="16431"/>
                      <a:pt x="4104" y="16384"/>
                    </a:cubicBezTo>
                    <a:cubicBezTo>
                      <a:pt x="4042" y="16304"/>
                      <a:pt x="3940" y="16299"/>
                      <a:pt x="3845" y="16286"/>
                    </a:cubicBezTo>
                    <a:cubicBezTo>
                      <a:pt x="3845" y="16248"/>
                      <a:pt x="3845" y="16211"/>
                      <a:pt x="3845" y="16173"/>
                    </a:cubicBezTo>
                    <a:cubicBezTo>
                      <a:pt x="3771" y="16173"/>
                      <a:pt x="3696" y="16173"/>
                      <a:pt x="3619" y="16173"/>
                    </a:cubicBezTo>
                    <a:cubicBezTo>
                      <a:pt x="3619" y="16135"/>
                      <a:pt x="3619" y="16098"/>
                      <a:pt x="3619" y="16060"/>
                    </a:cubicBezTo>
                    <a:cubicBezTo>
                      <a:pt x="3602" y="16061"/>
                      <a:pt x="3585" y="16063"/>
                      <a:pt x="3567" y="16065"/>
                    </a:cubicBezTo>
                    <a:cubicBezTo>
                      <a:pt x="3506" y="16060"/>
                      <a:pt x="3506" y="16060"/>
                      <a:pt x="3466" y="16024"/>
                    </a:cubicBezTo>
                    <a:cubicBezTo>
                      <a:pt x="3453" y="16008"/>
                      <a:pt x="3441" y="15992"/>
                      <a:pt x="3429" y="15975"/>
                    </a:cubicBezTo>
                    <a:cubicBezTo>
                      <a:pt x="3415" y="15957"/>
                      <a:pt x="3401" y="15940"/>
                      <a:pt x="3386" y="15922"/>
                    </a:cubicBezTo>
                    <a:cubicBezTo>
                      <a:pt x="3358" y="15884"/>
                      <a:pt x="3330" y="15847"/>
                      <a:pt x="3302" y="15809"/>
                    </a:cubicBezTo>
                    <a:cubicBezTo>
                      <a:pt x="3226" y="15714"/>
                      <a:pt x="3177" y="15657"/>
                      <a:pt x="3054" y="15636"/>
                    </a:cubicBezTo>
                    <a:cubicBezTo>
                      <a:pt x="2905" y="15609"/>
                      <a:pt x="2843" y="15513"/>
                      <a:pt x="2753" y="15399"/>
                    </a:cubicBezTo>
                    <a:cubicBezTo>
                      <a:pt x="2623" y="15239"/>
                      <a:pt x="2491" y="15103"/>
                      <a:pt x="2329" y="14974"/>
                    </a:cubicBezTo>
                    <a:cubicBezTo>
                      <a:pt x="2187" y="14861"/>
                      <a:pt x="2120" y="14780"/>
                      <a:pt x="2069" y="14601"/>
                    </a:cubicBezTo>
                    <a:cubicBezTo>
                      <a:pt x="2015" y="14489"/>
                      <a:pt x="1917" y="14430"/>
                      <a:pt x="1820" y="14357"/>
                    </a:cubicBezTo>
                    <a:cubicBezTo>
                      <a:pt x="1695" y="14259"/>
                      <a:pt x="1648" y="14179"/>
                      <a:pt x="1607" y="14025"/>
                    </a:cubicBezTo>
                    <a:cubicBezTo>
                      <a:pt x="1576" y="13951"/>
                      <a:pt x="1542" y="13942"/>
                      <a:pt x="1470" y="13911"/>
                    </a:cubicBezTo>
                    <a:cubicBezTo>
                      <a:pt x="1463" y="13851"/>
                      <a:pt x="1463" y="13851"/>
                      <a:pt x="1470" y="13798"/>
                    </a:cubicBezTo>
                    <a:cubicBezTo>
                      <a:pt x="1433" y="13798"/>
                      <a:pt x="1396" y="13798"/>
                      <a:pt x="1357" y="13798"/>
                    </a:cubicBezTo>
                    <a:cubicBezTo>
                      <a:pt x="1357" y="13723"/>
                      <a:pt x="1357" y="13648"/>
                      <a:pt x="1357" y="13571"/>
                    </a:cubicBezTo>
                    <a:cubicBezTo>
                      <a:pt x="1320" y="13571"/>
                      <a:pt x="1282" y="13571"/>
                      <a:pt x="1244" y="13571"/>
                    </a:cubicBezTo>
                    <a:cubicBezTo>
                      <a:pt x="1244" y="13534"/>
                      <a:pt x="1244" y="13497"/>
                      <a:pt x="1244" y="13458"/>
                    </a:cubicBezTo>
                    <a:cubicBezTo>
                      <a:pt x="1207" y="13458"/>
                      <a:pt x="1169" y="13458"/>
                      <a:pt x="1131" y="13458"/>
                    </a:cubicBezTo>
                    <a:cubicBezTo>
                      <a:pt x="1131" y="13346"/>
                      <a:pt x="1131" y="13234"/>
                      <a:pt x="1131" y="13119"/>
                    </a:cubicBezTo>
                    <a:cubicBezTo>
                      <a:pt x="1094" y="13119"/>
                      <a:pt x="1056" y="13119"/>
                      <a:pt x="1018" y="13119"/>
                    </a:cubicBezTo>
                    <a:cubicBezTo>
                      <a:pt x="1018" y="13044"/>
                      <a:pt x="1018" y="12970"/>
                      <a:pt x="1018" y="12893"/>
                    </a:cubicBezTo>
                    <a:cubicBezTo>
                      <a:pt x="981" y="12893"/>
                      <a:pt x="943" y="12893"/>
                      <a:pt x="905" y="12893"/>
                    </a:cubicBezTo>
                    <a:cubicBezTo>
                      <a:pt x="905" y="12818"/>
                      <a:pt x="905" y="12744"/>
                      <a:pt x="905" y="12667"/>
                    </a:cubicBezTo>
                    <a:cubicBezTo>
                      <a:pt x="867" y="12667"/>
                      <a:pt x="830" y="12667"/>
                      <a:pt x="792" y="12667"/>
                    </a:cubicBezTo>
                    <a:cubicBezTo>
                      <a:pt x="792" y="12592"/>
                      <a:pt x="792" y="12517"/>
                      <a:pt x="792" y="12440"/>
                    </a:cubicBezTo>
                    <a:cubicBezTo>
                      <a:pt x="754" y="12440"/>
                      <a:pt x="717" y="12440"/>
                      <a:pt x="679" y="12440"/>
                    </a:cubicBezTo>
                    <a:cubicBezTo>
                      <a:pt x="674" y="12422"/>
                      <a:pt x="670" y="12403"/>
                      <a:pt x="666" y="12384"/>
                    </a:cubicBezTo>
                    <a:cubicBezTo>
                      <a:pt x="587" y="12046"/>
                      <a:pt x="506" y="11724"/>
                      <a:pt x="359" y="11408"/>
                    </a:cubicBezTo>
                    <a:cubicBezTo>
                      <a:pt x="239" y="11146"/>
                      <a:pt x="211" y="10919"/>
                      <a:pt x="226" y="10631"/>
                    </a:cubicBezTo>
                    <a:cubicBezTo>
                      <a:pt x="189" y="10631"/>
                      <a:pt x="152" y="10631"/>
                      <a:pt x="113" y="10631"/>
                    </a:cubicBezTo>
                    <a:cubicBezTo>
                      <a:pt x="113" y="10407"/>
                      <a:pt x="113" y="10183"/>
                      <a:pt x="113" y="9952"/>
                    </a:cubicBezTo>
                    <a:cubicBezTo>
                      <a:pt x="76" y="9952"/>
                      <a:pt x="38" y="9952"/>
                      <a:pt x="0" y="9952"/>
                    </a:cubicBezTo>
                    <a:cubicBezTo>
                      <a:pt x="0" y="9281"/>
                      <a:pt x="0" y="8609"/>
                      <a:pt x="0" y="7917"/>
                    </a:cubicBezTo>
                    <a:cubicBezTo>
                      <a:pt x="37" y="7917"/>
                      <a:pt x="75" y="7917"/>
                      <a:pt x="113" y="7917"/>
                    </a:cubicBezTo>
                    <a:cubicBezTo>
                      <a:pt x="113" y="7898"/>
                      <a:pt x="113" y="7880"/>
                      <a:pt x="112" y="7860"/>
                    </a:cubicBezTo>
                    <a:cubicBezTo>
                      <a:pt x="111" y="7792"/>
                      <a:pt x="111" y="7723"/>
                      <a:pt x="110" y="7654"/>
                    </a:cubicBezTo>
                    <a:cubicBezTo>
                      <a:pt x="110" y="7624"/>
                      <a:pt x="109" y="7594"/>
                      <a:pt x="109" y="7565"/>
                    </a:cubicBezTo>
                    <a:cubicBezTo>
                      <a:pt x="108" y="7522"/>
                      <a:pt x="108" y="7479"/>
                      <a:pt x="108" y="7436"/>
                    </a:cubicBezTo>
                    <a:cubicBezTo>
                      <a:pt x="107" y="7410"/>
                      <a:pt x="107" y="7385"/>
                      <a:pt x="107" y="7358"/>
                    </a:cubicBezTo>
                    <a:cubicBezTo>
                      <a:pt x="113" y="7295"/>
                      <a:pt x="113" y="7295"/>
                      <a:pt x="170" y="7238"/>
                    </a:cubicBezTo>
                    <a:cubicBezTo>
                      <a:pt x="181" y="7190"/>
                      <a:pt x="181" y="7190"/>
                      <a:pt x="188" y="7134"/>
                    </a:cubicBezTo>
                    <a:cubicBezTo>
                      <a:pt x="190" y="7113"/>
                      <a:pt x="192" y="7093"/>
                      <a:pt x="195" y="7072"/>
                    </a:cubicBezTo>
                    <a:cubicBezTo>
                      <a:pt x="196" y="7062"/>
                      <a:pt x="196" y="7062"/>
                      <a:pt x="201" y="7008"/>
                    </a:cubicBezTo>
                    <a:cubicBezTo>
                      <a:pt x="204" y="6987"/>
                      <a:pt x="206" y="6966"/>
                      <a:pt x="209" y="6944"/>
                    </a:cubicBezTo>
                    <a:cubicBezTo>
                      <a:pt x="215" y="6891"/>
                      <a:pt x="221" y="6838"/>
                      <a:pt x="226" y="6786"/>
                    </a:cubicBezTo>
                    <a:cubicBezTo>
                      <a:pt x="264" y="6786"/>
                      <a:pt x="301" y="6786"/>
                      <a:pt x="339" y="6786"/>
                    </a:cubicBezTo>
                    <a:cubicBezTo>
                      <a:pt x="339" y="6636"/>
                      <a:pt x="339" y="6487"/>
                      <a:pt x="339" y="6333"/>
                    </a:cubicBezTo>
                    <a:cubicBezTo>
                      <a:pt x="377" y="6333"/>
                      <a:pt x="414" y="6333"/>
                      <a:pt x="452" y="6333"/>
                    </a:cubicBezTo>
                    <a:cubicBezTo>
                      <a:pt x="451" y="6320"/>
                      <a:pt x="451" y="6307"/>
                      <a:pt x="450" y="6294"/>
                    </a:cubicBezTo>
                    <a:cubicBezTo>
                      <a:pt x="446" y="6234"/>
                      <a:pt x="444" y="6174"/>
                      <a:pt x="442" y="6114"/>
                    </a:cubicBezTo>
                    <a:cubicBezTo>
                      <a:pt x="440" y="6094"/>
                      <a:pt x="439" y="6073"/>
                      <a:pt x="437" y="6052"/>
                    </a:cubicBezTo>
                    <a:cubicBezTo>
                      <a:pt x="436" y="5991"/>
                      <a:pt x="436" y="5940"/>
                      <a:pt x="452" y="5881"/>
                    </a:cubicBezTo>
                    <a:cubicBezTo>
                      <a:pt x="493" y="5846"/>
                      <a:pt x="535" y="5825"/>
                      <a:pt x="582" y="5799"/>
                    </a:cubicBezTo>
                    <a:cubicBezTo>
                      <a:pt x="636" y="5757"/>
                      <a:pt x="640" y="5725"/>
                      <a:pt x="651" y="5658"/>
                    </a:cubicBezTo>
                    <a:cubicBezTo>
                      <a:pt x="655" y="5617"/>
                      <a:pt x="658" y="5576"/>
                      <a:pt x="661" y="5535"/>
                    </a:cubicBezTo>
                    <a:cubicBezTo>
                      <a:pt x="662" y="5524"/>
                      <a:pt x="662" y="5524"/>
                      <a:pt x="667" y="5471"/>
                    </a:cubicBezTo>
                    <a:cubicBezTo>
                      <a:pt x="671" y="5419"/>
                      <a:pt x="675" y="5367"/>
                      <a:pt x="679" y="5315"/>
                    </a:cubicBezTo>
                    <a:cubicBezTo>
                      <a:pt x="716" y="5315"/>
                      <a:pt x="753" y="5315"/>
                      <a:pt x="792" y="5315"/>
                    </a:cubicBezTo>
                    <a:cubicBezTo>
                      <a:pt x="790" y="5300"/>
                      <a:pt x="788" y="5285"/>
                      <a:pt x="786" y="5270"/>
                    </a:cubicBezTo>
                    <a:cubicBezTo>
                      <a:pt x="781" y="5206"/>
                      <a:pt x="779" y="5152"/>
                      <a:pt x="792" y="5089"/>
                    </a:cubicBezTo>
                    <a:cubicBezTo>
                      <a:pt x="827" y="5061"/>
                      <a:pt x="827" y="5061"/>
                      <a:pt x="873" y="5040"/>
                    </a:cubicBezTo>
                    <a:cubicBezTo>
                      <a:pt x="925" y="5013"/>
                      <a:pt x="955" y="4994"/>
                      <a:pt x="975" y="4939"/>
                    </a:cubicBezTo>
                    <a:cubicBezTo>
                      <a:pt x="998" y="4839"/>
                      <a:pt x="1009" y="4738"/>
                      <a:pt x="1018" y="4637"/>
                    </a:cubicBezTo>
                    <a:cubicBezTo>
                      <a:pt x="1055" y="4637"/>
                      <a:pt x="1092" y="4637"/>
                      <a:pt x="1131" y="4637"/>
                    </a:cubicBezTo>
                    <a:cubicBezTo>
                      <a:pt x="1127" y="4621"/>
                      <a:pt x="1124" y="4604"/>
                      <a:pt x="1120" y="4587"/>
                    </a:cubicBezTo>
                    <a:cubicBezTo>
                      <a:pt x="1124" y="4566"/>
                      <a:pt x="1127" y="4545"/>
                      <a:pt x="1131" y="4524"/>
                    </a:cubicBezTo>
                    <a:cubicBezTo>
                      <a:pt x="1165" y="4503"/>
                      <a:pt x="1165" y="4503"/>
                      <a:pt x="1209" y="4481"/>
                    </a:cubicBezTo>
                    <a:cubicBezTo>
                      <a:pt x="1306" y="4424"/>
                      <a:pt x="1326" y="4352"/>
                      <a:pt x="1354" y="4248"/>
                    </a:cubicBezTo>
                    <a:cubicBezTo>
                      <a:pt x="1398" y="4084"/>
                      <a:pt x="1461" y="4012"/>
                      <a:pt x="1590" y="3899"/>
                    </a:cubicBezTo>
                    <a:cubicBezTo>
                      <a:pt x="1667" y="3817"/>
                      <a:pt x="1685" y="3729"/>
                      <a:pt x="1696" y="3619"/>
                    </a:cubicBezTo>
                    <a:cubicBezTo>
                      <a:pt x="1734" y="3619"/>
                      <a:pt x="1771" y="3619"/>
                      <a:pt x="1810" y="3619"/>
                    </a:cubicBezTo>
                    <a:cubicBezTo>
                      <a:pt x="1808" y="3602"/>
                      <a:pt x="1806" y="3585"/>
                      <a:pt x="1804" y="3567"/>
                    </a:cubicBezTo>
                    <a:cubicBezTo>
                      <a:pt x="1810" y="3506"/>
                      <a:pt x="1810" y="3506"/>
                      <a:pt x="1845" y="3466"/>
                    </a:cubicBezTo>
                    <a:cubicBezTo>
                      <a:pt x="1861" y="3453"/>
                      <a:pt x="1877" y="3441"/>
                      <a:pt x="1894" y="3429"/>
                    </a:cubicBezTo>
                    <a:cubicBezTo>
                      <a:pt x="1912" y="3415"/>
                      <a:pt x="1929" y="3401"/>
                      <a:pt x="1947" y="3386"/>
                    </a:cubicBezTo>
                    <a:cubicBezTo>
                      <a:pt x="1985" y="3358"/>
                      <a:pt x="2022" y="3330"/>
                      <a:pt x="2060" y="3302"/>
                    </a:cubicBezTo>
                    <a:cubicBezTo>
                      <a:pt x="2193" y="3196"/>
                      <a:pt x="2241" y="3110"/>
                      <a:pt x="2262" y="2940"/>
                    </a:cubicBezTo>
                    <a:cubicBezTo>
                      <a:pt x="2299" y="2940"/>
                      <a:pt x="2337" y="2940"/>
                      <a:pt x="2375" y="2940"/>
                    </a:cubicBezTo>
                    <a:cubicBezTo>
                      <a:pt x="2375" y="2903"/>
                      <a:pt x="2375" y="2866"/>
                      <a:pt x="2375" y="2827"/>
                    </a:cubicBezTo>
                    <a:cubicBezTo>
                      <a:pt x="2412" y="2827"/>
                      <a:pt x="2450" y="2827"/>
                      <a:pt x="2488" y="2827"/>
                    </a:cubicBezTo>
                    <a:cubicBezTo>
                      <a:pt x="2486" y="2810"/>
                      <a:pt x="2485" y="2794"/>
                      <a:pt x="2483" y="2776"/>
                    </a:cubicBezTo>
                    <a:cubicBezTo>
                      <a:pt x="2491" y="2678"/>
                      <a:pt x="2550" y="2646"/>
                      <a:pt x="2621" y="2584"/>
                    </a:cubicBezTo>
                    <a:cubicBezTo>
                      <a:pt x="2630" y="2576"/>
                      <a:pt x="2630" y="2576"/>
                      <a:pt x="2675" y="2538"/>
                    </a:cubicBezTo>
                    <a:cubicBezTo>
                      <a:pt x="2693" y="2522"/>
                      <a:pt x="2710" y="2506"/>
                      <a:pt x="2728" y="2490"/>
                    </a:cubicBezTo>
                    <a:cubicBezTo>
                      <a:pt x="2875" y="2365"/>
                      <a:pt x="2875" y="2365"/>
                      <a:pt x="2982" y="2365"/>
                    </a:cubicBezTo>
                    <a:cubicBezTo>
                      <a:pt x="2994" y="2367"/>
                      <a:pt x="2994" y="2367"/>
                      <a:pt x="3054" y="2375"/>
                    </a:cubicBezTo>
                    <a:cubicBezTo>
                      <a:pt x="3054" y="2338"/>
                      <a:pt x="3054" y="2300"/>
                      <a:pt x="3054" y="2262"/>
                    </a:cubicBezTo>
                    <a:cubicBezTo>
                      <a:pt x="3091" y="2262"/>
                      <a:pt x="3128" y="2262"/>
                      <a:pt x="3167" y="2262"/>
                    </a:cubicBezTo>
                    <a:cubicBezTo>
                      <a:pt x="3166" y="2254"/>
                      <a:pt x="3166" y="2254"/>
                      <a:pt x="3160" y="2213"/>
                    </a:cubicBezTo>
                    <a:cubicBezTo>
                      <a:pt x="3169" y="2126"/>
                      <a:pt x="3212" y="2086"/>
                      <a:pt x="3273" y="2029"/>
                    </a:cubicBezTo>
                    <a:cubicBezTo>
                      <a:pt x="3283" y="2018"/>
                      <a:pt x="3292" y="2008"/>
                      <a:pt x="3302" y="1997"/>
                    </a:cubicBezTo>
                    <a:cubicBezTo>
                      <a:pt x="3354" y="1947"/>
                      <a:pt x="3384" y="1924"/>
                      <a:pt x="3457" y="1916"/>
                    </a:cubicBezTo>
                    <a:cubicBezTo>
                      <a:pt x="3473" y="1918"/>
                      <a:pt x="3489" y="1920"/>
                      <a:pt x="3506" y="1923"/>
                    </a:cubicBezTo>
                    <a:cubicBezTo>
                      <a:pt x="3506" y="1885"/>
                      <a:pt x="3506" y="1848"/>
                      <a:pt x="3506" y="1810"/>
                    </a:cubicBezTo>
                    <a:cubicBezTo>
                      <a:pt x="3543" y="1810"/>
                      <a:pt x="3581" y="1810"/>
                      <a:pt x="3619" y="1810"/>
                    </a:cubicBezTo>
                    <a:cubicBezTo>
                      <a:pt x="3619" y="1772"/>
                      <a:pt x="3619" y="1735"/>
                      <a:pt x="3619" y="1696"/>
                    </a:cubicBezTo>
                    <a:cubicBezTo>
                      <a:pt x="3632" y="1692"/>
                      <a:pt x="3645" y="1688"/>
                      <a:pt x="3659" y="1684"/>
                    </a:cubicBezTo>
                    <a:cubicBezTo>
                      <a:pt x="3719" y="1664"/>
                      <a:pt x="3778" y="1643"/>
                      <a:pt x="3838" y="1622"/>
                    </a:cubicBezTo>
                    <a:cubicBezTo>
                      <a:pt x="3859" y="1616"/>
                      <a:pt x="3879" y="1609"/>
                      <a:pt x="3901" y="1602"/>
                    </a:cubicBezTo>
                    <a:cubicBezTo>
                      <a:pt x="4033" y="1555"/>
                      <a:pt x="4092" y="1514"/>
                      <a:pt x="4160" y="1392"/>
                    </a:cubicBezTo>
                    <a:cubicBezTo>
                      <a:pt x="4185" y="1357"/>
                      <a:pt x="4185" y="1357"/>
                      <a:pt x="4245" y="1341"/>
                    </a:cubicBezTo>
                    <a:cubicBezTo>
                      <a:pt x="4255" y="1342"/>
                      <a:pt x="4255" y="1342"/>
                      <a:pt x="4305" y="1347"/>
                    </a:cubicBezTo>
                    <a:cubicBezTo>
                      <a:pt x="4325" y="1348"/>
                      <a:pt x="4345" y="1350"/>
                      <a:pt x="4365" y="1351"/>
                    </a:cubicBezTo>
                    <a:cubicBezTo>
                      <a:pt x="4380" y="1353"/>
                      <a:pt x="4395" y="1355"/>
                      <a:pt x="4411" y="1357"/>
                    </a:cubicBezTo>
                    <a:cubicBezTo>
                      <a:pt x="4411" y="1320"/>
                      <a:pt x="4411" y="1282"/>
                      <a:pt x="4411" y="1244"/>
                    </a:cubicBezTo>
                    <a:cubicBezTo>
                      <a:pt x="4448" y="1244"/>
                      <a:pt x="4485" y="1244"/>
                      <a:pt x="4524" y="1244"/>
                    </a:cubicBezTo>
                    <a:cubicBezTo>
                      <a:pt x="4524" y="1207"/>
                      <a:pt x="4524" y="1169"/>
                      <a:pt x="4524" y="1131"/>
                    </a:cubicBezTo>
                    <a:cubicBezTo>
                      <a:pt x="4561" y="1131"/>
                      <a:pt x="4598" y="1131"/>
                      <a:pt x="4637" y="1131"/>
                    </a:cubicBezTo>
                    <a:cubicBezTo>
                      <a:pt x="4637" y="1094"/>
                      <a:pt x="4637" y="1056"/>
                      <a:pt x="4637" y="1018"/>
                    </a:cubicBezTo>
                    <a:cubicBezTo>
                      <a:pt x="4749" y="1018"/>
                      <a:pt x="4861" y="1018"/>
                      <a:pt x="4976" y="1018"/>
                    </a:cubicBezTo>
                    <a:cubicBezTo>
                      <a:pt x="4976" y="981"/>
                      <a:pt x="4976" y="943"/>
                      <a:pt x="4976" y="905"/>
                    </a:cubicBezTo>
                    <a:cubicBezTo>
                      <a:pt x="5051" y="905"/>
                      <a:pt x="5125" y="905"/>
                      <a:pt x="5202" y="905"/>
                    </a:cubicBezTo>
                    <a:cubicBezTo>
                      <a:pt x="5202" y="867"/>
                      <a:pt x="5202" y="830"/>
                      <a:pt x="5202" y="792"/>
                    </a:cubicBezTo>
                    <a:cubicBezTo>
                      <a:pt x="5277" y="792"/>
                      <a:pt x="5352" y="792"/>
                      <a:pt x="5429" y="792"/>
                    </a:cubicBezTo>
                    <a:cubicBezTo>
                      <a:pt x="5429" y="754"/>
                      <a:pt x="5429" y="717"/>
                      <a:pt x="5429" y="679"/>
                    </a:cubicBezTo>
                    <a:cubicBezTo>
                      <a:pt x="5503" y="679"/>
                      <a:pt x="5578" y="679"/>
                      <a:pt x="5655" y="679"/>
                    </a:cubicBezTo>
                    <a:cubicBezTo>
                      <a:pt x="5655" y="641"/>
                      <a:pt x="5655" y="604"/>
                      <a:pt x="5655" y="565"/>
                    </a:cubicBezTo>
                    <a:cubicBezTo>
                      <a:pt x="5729" y="565"/>
                      <a:pt x="5804" y="565"/>
                      <a:pt x="5881" y="565"/>
                    </a:cubicBezTo>
                    <a:cubicBezTo>
                      <a:pt x="5881" y="528"/>
                      <a:pt x="5881" y="491"/>
                      <a:pt x="5881" y="452"/>
                    </a:cubicBezTo>
                    <a:cubicBezTo>
                      <a:pt x="6152" y="360"/>
                      <a:pt x="6387" y="324"/>
                      <a:pt x="6673" y="339"/>
                    </a:cubicBezTo>
                    <a:cubicBezTo>
                      <a:pt x="6673" y="302"/>
                      <a:pt x="6673" y="265"/>
                      <a:pt x="6673" y="226"/>
                    </a:cubicBezTo>
                    <a:cubicBezTo>
                      <a:pt x="6822" y="226"/>
                      <a:pt x="6971" y="226"/>
                      <a:pt x="7125" y="226"/>
                    </a:cubicBezTo>
                    <a:cubicBezTo>
                      <a:pt x="7125" y="189"/>
                      <a:pt x="7125" y="152"/>
                      <a:pt x="7125" y="113"/>
                    </a:cubicBezTo>
                    <a:cubicBezTo>
                      <a:pt x="7312" y="113"/>
                      <a:pt x="7498" y="113"/>
                      <a:pt x="7690" y="113"/>
                    </a:cubicBezTo>
                    <a:cubicBezTo>
                      <a:pt x="7690" y="76"/>
                      <a:pt x="7690" y="38"/>
                      <a:pt x="7690" y="0"/>
                    </a:cubicBezTo>
                    <a:close/>
                    <a:moveTo>
                      <a:pt x="7804" y="679"/>
                    </a:moveTo>
                    <a:cubicBezTo>
                      <a:pt x="7804" y="716"/>
                      <a:pt x="7804" y="753"/>
                      <a:pt x="7804" y="792"/>
                    </a:cubicBezTo>
                    <a:cubicBezTo>
                      <a:pt x="7617" y="792"/>
                      <a:pt x="7430" y="792"/>
                      <a:pt x="7238" y="792"/>
                    </a:cubicBezTo>
                    <a:cubicBezTo>
                      <a:pt x="7238" y="829"/>
                      <a:pt x="7238" y="866"/>
                      <a:pt x="7238" y="905"/>
                    </a:cubicBezTo>
                    <a:cubicBezTo>
                      <a:pt x="7089" y="905"/>
                      <a:pt x="6940" y="905"/>
                      <a:pt x="6786" y="905"/>
                    </a:cubicBezTo>
                    <a:cubicBezTo>
                      <a:pt x="6786" y="942"/>
                      <a:pt x="6786" y="979"/>
                      <a:pt x="6786" y="1018"/>
                    </a:cubicBezTo>
                    <a:cubicBezTo>
                      <a:pt x="6674" y="1018"/>
                      <a:pt x="6562" y="1018"/>
                      <a:pt x="6446" y="1018"/>
                    </a:cubicBezTo>
                    <a:cubicBezTo>
                      <a:pt x="6446" y="1055"/>
                      <a:pt x="6446" y="1093"/>
                      <a:pt x="6446" y="1131"/>
                    </a:cubicBezTo>
                    <a:cubicBezTo>
                      <a:pt x="6372" y="1131"/>
                      <a:pt x="6297" y="1131"/>
                      <a:pt x="6220" y="1131"/>
                    </a:cubicBezTo>
                    <a:cubicBezTo>
                      <a:pt x="6220" y="1168"/>
                      <a:pt x="6220" y="1206"/>
                      <a:pt x="6220" y="1244"/>
                    </a:cubicBezTo>
                    <a:cubicBezTo>
                      <a:pt x="6108" y="1244"/>
                      <a:pt x="5996" y="1244"/>
                      <a:pt x="5881" y="1244"/>
                    </a:cubicBezTo>
                    <a:cubicBezTo>
                      <a:pt x="5881" y="1281"/>
                      <a:pt x="5881" y="1319"/>
                      <a:pt x="5881" y="1357"/>
                    </a:cubicBezTo>
                    <a:cubicBezTo>
                      <a:pt x="5806" y="1357"/>
                      <a:pt x="5732" y="1357"/>
                      <a:pt x="5655" y="1357"/>
                    </a:cubicBezTo>
                    <a:cubicBezTo>
                      <a:pt x="5655" y="1394"/>
                      <a:pt x="5655" y="1432"/>
                      <a:pt x="5655" y="1470"/>
                    </a:cubicBezTo>
                    <a:cubicBezTo>
                      <a:pt x="5580" y="1470"/>
                      <a:pt x="5505" y="1470"/>
                      <a:pt x="5429" y="1470"/>
                    </a:cubicBezTo>
                    <a:cubicBezTo>
                      <a:pt x="5429" y="1508"/>
                      <a:pt x="5429" y="1545"/>
                      <a:pt x="5429" y="1583"/>
                    </a:cubicBezTo>
                    <a:cubicBezTo>
                      <a:pt x="5354" y="1583"/>
                      <a:pt x="5279" y="1583"/>
                      <a:pt x="5202" y="1583"/>
                    </a:cubicBezTo>
                    <a:cubicBezTo>
                      <a:pt x="5202" y="1621"/>
                      <a:pt x="5202" y="1658"/>
                      <a:pt x="5202" y="1696"/>
                    </a:cubicBezTo>
                    <a:cubicBezTo>
                      <a:pt x="5128" y="1696"/>
                      <a:pt x="5053" y="1696"/>
                      <a:pt x="4976" y="1696"/>
                    </a:cubicBezTo>
                    <a:cubicBezTo>
                      <a:pt x="4976" y="1734"/>
                      <a:pt x="4976" y="1771"/>
                      <a:pt x="4976" y="1810"/>
                    </a:cubicBezTo>
                    <a:cubicBezTo>
                      <a:pt x="4902" y="1810"/>
                      <a:pt x="4827" y="1810"/>
                      <a:pt x="4750" y="1810"/>
                    </a:cubicBezTo>
                    <a:cubicBezTo>
                      <a:pt x="4750" y="1847"/>
                      <a:pt x="4750" y="1884"/>
                      <a:pt x="4750" y="1923"/>
                    </a:cubicBezTo>
                    <a:cubicBezTo>
                      <a:pt x="4713" y="1923"/>
                      <a:pt x="4675" y="1923"/>
                      <a:pt x="4637" y="1923"/>
                    </a:cubicBezTo>
                    <a:cubicBezTo>
                      <a:pt x="4637" y="1960"/>
                      <a:pt x="4637" y="1997"/>
                      <a:pt x="4637" y="2036"/>
                    </a:cubicBezTo>
                    <a:cubicBezTo>
                      <a:pt x="4562" y="2036"/>
                      <a:pt x="4488" y="2036"/>
                      <a:pt x="4411" y="2036"/>
                    </a:cubicBezTo>
                    <a:cubicBezTo>
                      <a:pt x="4411" y="2073"/>
                      <a:pt x="4411" y="2110"/>
                      <a:pt x="4411" y="2149"/>
                    </a:cubicBezTo>
                    <a:cubicBezTo>
                      <a:pt x="4373" y="2149"/>
                      <a:pt x="4336" y="2149"/>
                      <a:pt x="4298" y="2149"/>
                    </a:cubicBezTo>
                    <a:cubicBezTo>
                      <a:pt x="4298" y="2186"/>
                      <a:pt x="4298" y="2223"/>
                      <a:pt x="4298" y="2262"/>
                    </a:cubicBezTo>
                    <a:cubicBezTo>
                      <a:pt x="4223" y="2262"/>
                      <a:pt x="4148" y="2262"/>
                      <a:pt x="4071" y="2262"/>
                    </a:cubicBezTo>
                    <a:cubicBezTo>
                      <a:pt x="4071" y="2299"/>
                      <a:pt x="4071" y="2337"/>
                      <a:pt x="4071" y="2375"/>
                    </a:cubicBezTo>
                    <a:cubicBezTo>
                      <a:pt x="4034" y="2375"/>
                      <a:pt x="3997" y="2375"/>
                      <a:pt x="3958" y="2375"/>
                    </a:cubicBezTo>
                    <a:cubicBezTo>
                      <a:pt x="3958" y="2412"/>
                      <a:pt x="3958" y="2450"/>
                      <a:pt x="3958" y="2488"/>
                    </a:cubicBezTo>
                    <a:cubicBezTo>
                      <a:pt x="3921" y="2488"/>
                      <a:pt x="3884" y="2488"/>
                      <a:pt x="3845" y="2488"/>
                    </a:cubicBezTo>
                    <a:cubicBezTo>
                      <a:pt x="3845" y="2525"/>
                      <a:pt x="3845" y="2563"/>
                      <a:pt x="3845" y="2601"/>
                    </a:cubicBezTo>
                    <a:cubicBezTo>
                      <a:pt x="3771" y="2601"/>
                      <a:pt x="3696" y="2601"/>
                      <a:pt x="3619" y="2601"/>
                    </a:cubicBezTo>
                    <a:cubicBezTo>
                      <a:pt x="3619" y="2639"/>
                      <a:pt x="3619" y="2676"/>
                      <a:pt x="3619" y="2714"/>
                    </a:cubicBezTo>
                    <a:cubicBezTo>
                      <a:pt x="3582" y="2714"/>
                      <a:pt x="3544" y="2714"/>
                      <a:pt x="3506" y="2714"/>
                    </a:cubicBezTo>
                    <a:cubicBezTo>
                      <a:pt x="3506" y="2752"/>
                      <a:pt x="3506" y="2789"/>
                      <a:pt x="3506" y="2827"/>
                    </a:cubicBezTo>
                    <a:cubicBezTo>
                      <a:pt x="3469" y="2827"/>
                      <a:pt x="3431" y="2827"/>
                      <a:pt x="3393" y="2827"/>
                    </a:cubicBezTo>
                    <a:cubicBezTo>
                      <a:pt x="3393" y="2865"/>
                      <a:pt x="3393" y="2902"/>
                      <a:pt x="3393" y="2940"/>
                    </a:cubicBezTo>
                    <a:cubicBezTo>
                      <a:pt x="3356" y="2940"/>
                      <a:pt x="3318" y="2940"/>
                      <a:pt x="3280" y="2940"/>
                    </a:cubicBezTo>
                    <a:cubicBezTo>
                      <a:pt x="3280" y="2978"/>
                      <a:pt x="3280" y="3015"/>
                      <a:pt x="3280" y="3054"/>
                    </a:cubicBezTo>
                    <a:cubicBezTo>
                      <a:pt x="3242" y="3054"/>
                      <a:pt x="3205" y="3054"/>
                      <a:pt x="3167" y="3054"/>
                    </a:cubicBezTo>
                    <a:cubicBezTo>
                      <a:pt x="3167" y="3091"/>
                      <a:pt x="3167" y="3128"/>
                      <a:pt x="3167" y="3167"/>
                    </a:cubicBezTo>
                    <a:cubicBezTo>
                      <a:pt x="3129" y="3167"/>
                      <a:pt x="3092" y="3167"/>
                      <a:pt x="3054" y="3167"/>
                    </a:cubicBezTo>
                    <a:cubicBezTo>
                      <a:pt x="3054" y="3204"/>
                      <a:pt x="3054" y="3241"/>
                      <a:pt x="3054" y="3280"/>
                    </a:cubicBezTo>
                    <a:cubicBezTo>
                      <a:pt x="3016" y="3280"/>
                      <a:pt x="2979" y="3280"/>
                      <a:pt x="2940" y="3280"/>
                    </a:cubicBezTo>
                    <a:cubicBezTo>
                      <a:pt x="2940" y="3317"/>
                      <a:pt x="2940" y="3354"/>
                      <a:pt x="2940" y="3393"/>
                    </a:cubicBezTo>
                    <a:cubicBezTo>
                      <a:pt x="2903" y="3393"/>
                      <a:pt x="2866" y="3393"/>
                      <a:pt x="2827" y="3393"/>
                    </a:cubicBezTo>
                    <a:cubicBezTo>
                      <a:pt x="2827" y="3430"/>
                      <a:pt x="2827" y="3468"/>
                      <a:pt x="2827" y="3506"/>
                    </a:cubicBezTo>
                    <a:cubicBezTo>
                      <a:pt x="2790" y="3506"/>
                      <a:pt x="2753" y="3506"/>
                      <a:pt x="2714" y="3506"/>
                    </a:cubicBezTo>
                    <a:cubicBezTo>
                      <a:pt x="2714" y="3543"/>
                      <a:pt x="2714" y="3581"/>
                      <a:pt x="2714" y="3619"/>
                    </a:cubicBezTo>
                    <a:cubicBezTo>
                      <a:pt x="2677" y="3619"/>
                      <a:pt x="2640" y="3619"/>
                      <a:pt x="2601" y="3619"/>
                    </a:cubicBezTo>
                    <a:cubicBezTo>
                      <a:pt x="2601" y="3656"/>
                      <a:pt x="2601" y="3694"/>
                      <a:pt x="2601" y="3732"/>
                    </a:cubicBezTo>
                    <a:cubicBezTo>
                      <a:pt x="2564" y="3732"/>
                      <a:pt x="2527" y="3732"/>
                      <a:pt x="2488" y="3732"/>
                    </a:cubicBezTo>
                    <a:cubicBezTo>
                      <a:pt x="2488" y="3807"/>
                      <a:pt x="2488" y="3881"/>
                      <a:pt x="2488" y="3958"/>
                    </a:cubicBezTo>
                    <a:cubicBezTo>
                      <a:pt x="2451" y="3958"/>
                      <a:pt x="2413" y="3958"/>
                      <a:pt x="2375" y="3958"/>
                    </a:cubicBezTo>
                    <a:cubicBezTo>
                      <a:pt x="2375" y="3996"/>
                      <a:pt x="2375" y="4033"/>
                      <a:pt x="2375" y="4071"/>
                    </a:cubicBezTo>
                    <a:cubicBezTo>
                      <a:pt x="2338" y="4071"/>
                      <a:pt x="2300" y="4071"/>
                      <a:pt x="2262" y="4071"/>
                    </a:cubicBezTo>
                    <a:cubicBezTo>
                      <a:pt x="2262" y="4109"/>
                      <a:pt x="2262" y="4146"/>
                      <a:pt x="2262" y="4185"/>
                    </a:cubicBezTo>
                    <a:cubicBezTo>
                      <a:pt x="2225" y="4185"/>
                      <a:pt x="2187" y="4185"/>
                      <a:pt x="2149" y="4185"/>
                    </a:cubicBezTo>
                    <a:cubicBezTo>
                      <a:pt x="2149" y="4259"/>
                      <a:pt x="2149" y="4334"/>
                      <a:pt x="2149" y="4411"/>
                    </a:cubicBezTo>
                    <a:cubicBezTo>
                      <a:pt x="2111" y="4411"/>
                      <a:pt x="2074" y="4411"/>
                      <a:pt x="2036" y="4411"/>
                    </a:cubicBezTo>
                    <a:cubicBezTo>
                      <a:pt x="2036" y="4448"/>
                      <a:pt x="2036" y="4485"/>
                      <a:pt x="2036" y="4524"/>
                    </a:cubicBezTo>
                    <a:cubicBezTo>
                      <a:pt x="1998" y="4524"/>
                      <a:pt x="1961" y="4524"/>
                      <a:pt x="1923" y="4524"/>
                    </a:cubicBezTo>
                    <a:cubicBezTo>
                      <a:pt x="1923" y="4598"/>
                      <a:pt x="1923" y="4673"/>
                      <a:pt x="1923" y="4750"/>
                    </a:cubicBezTo>
                    <a:cubicBezTo>
                      <a:pt x="1885" y="4750"/>
                      <a:pt x="1848" y="4750"/>
                      <a:pt x="1810" y="4750"/>
                    </a:cubicBezTo>
                    <a:cubicBezTo>
                      <a:pt x="1810" y="4825"/>
                      <a:pt x="1810" y="4899"/>
                      <a:pt x="1810" y="4976"/>
                    </a:cubicBezTo>
                    <a:cubicBezTo>
                      <a:pt x="1772" y="4976"/>
                      <a:pt x="1735" y="4976"/>
                      <a:pt x="1696" y="4976"/>
                    </a:cubicBezTo>
                    <a:cubicBezTo>
                      <a:pt x="1696" y="5014"/>
                      <a:pt x="1696" y="5051"/>
                      <a:pt x="1696" y="5089"/>
                    </a:cubicBezTo>
                    <a:cubicBezTo>
                      <a:pt x="1659" y="5089"/>
                      <a:pt x="1622" y="5089"/>
                      <a:pt x="1583" y="5089"/>
                    </a:cubicBezTo>
                    <a:cubicBezTo>
                      <a:pt x="1583" y="5201"/>
                      <a:pt x="1583" y="5313"/>
                      <a:pt x="1583" y="5429"/>
                    </a:cubicBezTo>
                    <a:cubicBezTo>
                      <a:pt x="1546" y="5429"/>
                      <a:pt x="1509" y="5429"/>
                      <a:pt x="1470" y="5429"/>
                    </a:cubicBezTo>
                    <a:cubicBezTo>
                      <a:pt x="1470" y="5503"/>
                      <a:pt x="1470" y="5578"/>
                      <a:pt x="1470" y="5655"/>
                    </a:cubicBezTo>
                    <a:cubicBezTo>
                      <a:pt x="1433" y="5655"/>
                      <a:pt x="1396" y="5655"/>
                      <a:pt x="1357" y="5655"/>
                    </a:cubicBezTo>
                    <a:cubicBezTo>
                      <a:pt x="1357" y="5729"/>
                      <a:pt x="1357" y="5804"/>
                      <a:pt x="1357" y="5881"/>
                    </a:cubicBezTo>
                    <a:cubicBezTo>
                      <a:pt x="1320" y="5881"/>
                      <a:pt x="1282" y="5881"/>
                      <a:pt x="1244" y="5881"/>
                    </a:cubicBezTo>
                    <a:cubicBezTo>
                      <a:pt x="1244" y="5993"/>
                      <a:pt x="1244" y="6105"/>
                      <a:pt x="1244" y="6220"/>
                    </a:cubicBezTo>
                    <a:cubicBezTo>
                      <a:pt x="1207" y="6220"/>
                      <a:pt x="1169" y="6220"/>
                      <a:pt x="1131" y="6220"/>
                    </a:cubicBezTo>
                    <a:cubicBezTo>
                      <a:pt x="1131" y="6295"/>
                      <a:pt x="1131" y="6370"/>
                      <a:pt x="1131" y="6446"/>
                    </a:cubicBezTo>
                    <a:cubicBezTo>
                      <a:pt x="1094" y="6446"/>
                      <a:pt x="1056" y="6446"/>
                      <a:pt x="1018" y="6446"/>
                    </a:cubicBezTo>
                    <a:cubicBezTo>
                      <a:pt x="1018" y="6596"/>
                      <a:pt x="1018" y="6745"/>
                      <a:pt x="1018" y="6899"/>
                    </a:cubicBezTo>
                    <a:cubicBezTo>
                      <a:pt x="981" y="6899"/>
                      <a:pt x="943" y="6899"/>
                      <a:pt x="905" y="6899"/>
                    </a:cubicBezTo>
                    <a:cubicBezTo>
                      <a:pt x="905" y="7048"/>
                      <a:pt x="905" y="7197"/>
                      <a:pt x="905" y="7351"/>
                    </a:cubicBezTo>
                    <a:cubicBezTo>
                      <a:pt x="867" y="7351"/>
                      <a:pt x="830" y="7351"/>
                      <a:pt x="792" y="7351"/>
                    </a:cubicBezTo>
                    <a:cubicBezTo>
                      <a:pt x="792" y="7575"/>
                      <a:pt x="792" y="7799"/>
                      <a:pt x="792" y="8030"/>
                    </a:cubicBezTo>
                    <a:cubicBezTo>
                      <a:pt x="754" y="8030"/>
                      <a:pt x="717" y="8030"/>
                      <a:pt x="679" y="8030"/>
                    </a:cubicBezTo>
                    <a:cubicBezTo>
                      <a:pt x="679" y="8627"/>
                      <a:pt x="679" y="9224"/>
                      <a:pt x="679" y="9839"/>
                    </a:cubicBezTo>
                    <a:cubicBezTo>
                      <a:pt x="716" y="9839"/>
                      <a:pt x="753" y="9839"/>
                      <a:pt x="792" y="9839"/>
                    </a:cubicBezTo>
                    <a:cubicBezTo>
                      <a:pt x="792" y="10063"/>
                      <a:pt x="792" y="10287"/>
                      <a:pt x="792" y="10518"/>
                    </a:cubicBezTo>
                    <a:cubicBezTo>
                      <a:pt x="829" y="10518"/>
                      <a:pt x="866" y="10518"/>
                      <a:pt x="905" y="10518"/>
                    </a:cubicBezTo>
                    <a:cubicBezTo>
                      <a:pt x="905" y="10667"/>
                      <a:pt x="905" y="10816"/>
                      <a:pt x="905" y="10970"/>
                    </a:cubicBezTo>
                    <a:cubicBezTo>
                      <a:pt x="942" y="10970"/>
                      <a:pt x="979" y="10970"/>
                      <a:pt x="1018" y="10970"/>
                    </a:cubicBezTo>
                    <a:cubicBezTo>
                      <a:pt x="1018" y="11082"/>
                      <a:pt x="1018" y="11194"/>
                      <a:pt x="1018" y="11310"/>
                    </a:cubicBezTo>
                    <a:cubicBezTo>
                      <a:pt x="1055" y="11310"/>
                      <a:pt x="1092" y="11310"/>
                      <a:pt x="1131" y="11310"/>
                    </a:cubicBezTo>
                    <a:cubicBezTo>
                      <a:pt x="1131" y="11421"/>
                      <a:pt x="1131" y="11533"/>
                      <a:pt x="1131" y="11649"/>
                    </a:cubicBezTo>
                    <a:cubicBezTo>
                      <a:pt x="1168" y="11649"/>
                      <a:pt x="1206" y="11649"/>
                      <a:pt x="1244" y="11649"/>
                    </a:cubicBezTo>
                    <a:cubicBezTo>
                      <a:pt x="1244" y="11761"/>
                      <a:pt x="1244" y="11873"/>
                      <a:pt x="1244" y="11988"/>
                    </a:cubicBezTo>
                    <a:cubicBezTo>
                      <a:pt x="1281" y="11988"/>
                      <a:pt x="1319" y="11988"/>
                      <a:pt x="1357" y="11988"/>
                    </a:cubicBezTo>
                    <a:cubicBezTo>
                      <a:pt x="1357" y="12063"/>
                      <a:pt x="1357" y="12137"/>
                      <a:pt x="1357" y="12214"/>
                    </a:cubicBezTo>
                    <a:cubicBezTo>
                      <a:pt x="1394" y="12214"/>
                      <a:pt x="1432" y="12214"/>
                      <a:pt x="1470" y="12214"/>
                    </a:cubicBezTo>
                    <a:cubicBezTo>
                      <a:pt x="1470" y="12289"/>
                      <a:pt x="1470" y="12364"/>
                      <a:pt x="1470" y="12440"/>
                    </a:cubicBezTo>
                    <a:cubicBezTo>
                      <a:pt x="1508" y="12440"/>
                      <a:pt x="1545" y="12440"/>
                      <a:pt x="1583" y="12440"/>
                    </a:cubicBezTo>
                    <a:cubicBezTo>
                      <a:pt x="1583" y="12515"/>
                      <a:pt x="1583" y="12590"/>
                      <a:pt x="1583" y="12667"/>
                    </a:cubicBezTo>
                    <a:cubicBezTo>
                      <a:pt x="1621" y="12667"/>
                      <a:pt x="1658" y="12667"/>
                      <a:pt x="1696" y="12667"/>
                    </a:cubicBezTo>
                    <a:cubicBezTo>
                      <a:pt x="1696" y="12741"/>
                      <a:pt x="1696" y="12816"/>
                      <a:pt x="1696" y="12893"/>
                    </a:cubicBezTo>
                    <a:cubicBezTo>
                      <a:pt x="1734" y="12893"/>
                      <a:pt x="1771" y="12893"/>
                      <a:pt x="1810" y="12893"/>
                    </a:cubicBezTo>
                    <a:cubicBezTo>
                      <a:pt x="1810" y="12968"/>
                      <a:pt x="1810" y="13042"/>
                      <a:pt x="1810" y="13119"/>
                    </a:cubicBezTo>
                    <a:cubicBezTo>
                      <a:pt x="1847" y="13119"/>
                      <a:pt x="1884" y="13119"/>
                      <a:pt x="1923" y="13119"/>
                    </a:cubicBezTo>
                    <a:cubicBezTo>
                      <a:pt x="1923" y="13194"/>
                      <a:pt x="1923" y="13268"/>
                      <a:pt x="1923" y="13345"/>
                    </a:cubicBezTo>
                    <a:cubicBezTo>
                      <a:pt x="1960" y="13345"/>
                      <a:pt x="1997" y="13345"/>
                      <a:pt x="2036" y="13345"/>
                    </a:cubicBezTo>
                    <a:cubicBezTo>
                      <a:pt x="2036" y="13383"/>
                      <a:pt x="2036" y="13420"/>
                      <a:pt x="2036" y="13458"/>
                    </a:cubicBezTo>
                    <a:cubicBezTo>
                      <a:pt x="2073" y="13458"/>
                      <a:pt x="2110" y="13458"/>
                      <a:pt x="2149" y="13458"/>
                    </a:cubicBezTo>
                    <a:cubicBezTo>
                      <a:pt x="2149" y="13533"/>
                      <a:pt x="2149" y="13608"/>
                      <a:pt x="2149" y="13685"/>
                    </a:cubicBezTo>
                    <a:cubicBezTo>
                      <a:pt x="2186" y="13685"/>
                      <a:pt x="2223" y="13685"/>
                      <a:pt x="2262" y="13685"/>
                    </a:cubicBezTo>
                    <a:cubicBezTo>
                      <a:pt x="2262" y="13722"/>
                      <a:pt x="2262" y="13759"/>
                      <a:pt x="2262" y="13798"/>
                    </a:cubicBezTo>
                    <a:cubicBezTo>
                      <a:pt x="2299" y="13798"/>
                      <a:pt x="2337" y="13798"/>
                      <a:pt x="2375" y="13798"/>
                    </a:cubicBezTo>
                    <a:cubicBezTo>
                      <a:pt x="2375" y="13835"/>
                      <a:pt x="2375" y="13872"/>
                      <a:pt x="2375" y="13911"/>
                    </a:cubicBezTo>
                    <a:cubicBezTo>
                      <a:pt x="2412" y="13911"/>
                      <a:pt x="2450" y="13911"/>
                      <a:pt x="2488" y="13911"/>
                    </a:cubicBezTo>
                    <a:cubicBezTo>
                      <a:pt x="2488" y="13985"/>
                      <a:pt x="2488" y="14060"/>
                      <a:pt x="2488" y="14137"/>
                    </a:cubicBezTo>
                    <a:cubicBezTo>
                      <a:pt x="2525" y="14137"/>
                      <a:pt x="2563" y="14137"/>
                      <a:pt x="2601" y="14137"/>
                    </a:cubicBezTo>
                    <a:cubicBezTo>
                      <a:pt x="2601" y="14174"/>
                      <a:pt x="2601" y="14212"/>
                      <a:pt x="2601" y="14250"/>
                    </a:cubicBezTo>
                    <a:cubicBezTo>
                      <a:pt x="2639" y="14250"/>
                      <a:pt x="2676" y="14250"/>
                      <a:pt x="2714" y="14250"/>
                    </a:cubicBezTo>
                    <a:cubicBezTo>
                      <a:pt x="2714" y="14287"/>
                      <a:pt x="2714" y="14325"/>
                      <a:pt x="2714" y="14363"/>
                    </a:cubicBezTo>
                    <a:cubicBezTo>
                      <a:pt x="2752" y="14363"/>
                      <a:pt x="2789" y="14363"/>
                      <a:pt x="2827" y="14363"/>
                    </a:cubicBezTo>
                    <a:cubicBezTo>
                      <a:pt x="2827" y="14400"/>
                      <a:pt x="2827" y="14438"/>
                      <a:pt x="2827" y="14476"/>
                    </a:cubicBezTo>
                    <a:cubicBezTo>
                      <a:pt x="2865" y="14476"/>
                      <a:pt x="2902" y="14476"/>
                      <a:pt x="2940" y="14476"/>
                    </a:cubicBezTo>
                    <a:cubicBezTo>
                      <a:pt x="2940" y="14514"/>
                      <a:pt x="2940" y="14551"/>
                      <a:pt x="2940" y="14589"/>
                    </a:cubicBezTo>
                    <a:cubicBezTo>
                      <a:pt x="2978" y="14589"/>
                      <a:pt x="3015" y="14589"/>
                      <a:pt x="3054" y="14589"/>
                    </a:cubicBezTo>
                    <a:cubicBezTo>
                      <a:pt x="3054" y="14627"/>
                      <a:pt x="3054" y="14664"/>
                      <a:pt x="3054" y="14702"/>
                    </a:cubicBezTo>
                    <a:cubicBezTo>
                      <a:pt x="3091" y="14702"/>
                      <a:pt x="3128" y="14702"/>
                      <a:pt x="3167" y="14702"/>
                    </a:cubicBezTo>
                    <a:cubicBezTo>
                      <a:pt x="3167" y="14740"/>
                      <a:pt x="3167" y="14777"/>
                      <a:pt x="3167" y="14815"/>
                    </a:cubicBezTo>
                    <a:cubicBezTo>
                      <a:pt x="3204" y="14815"/>
                      <a:pt x="3241" y="14815"/>
                      <a:pt x="3280" y="14815"/>
                    </a:cubicBezTo>
                    <a:cubicBezTo>
                      <a:pt x="3280" y="14853"/>
                      <a:pt x="3280" y="14890"/>
                      <a:pt x="3280" y="14929"/>
                    </a:cubicBezTo>
                    <a:cubicBezTo>
                      <a:pt x="3317" y="14929"/>
                      <a:pt x="3354" y="14929"/>
                      <a:pt x="3393" y="14929"/>
                    </a:cubicBezTo>
                    <a:cubicBezTo>
                      <a:pt x="3393" y="14966"/>
                      <a:pt x="3393" y="15003"/>
                      <a:pt x="3393" y="15042"/>
                    </a:cubicBezTo>
                    <a:cubicBezTo>
                      <a:pt x="3430" y="15042"/>
                      <a:pt x="3467" y="15042"/>
                      <a:pt x="3506" y="15042"/>
                    </a:cubicBezTo>
                    <a:cubicBezTo>
                      <a:pt x="3506" y="15079"/>
                      <a:pt x="3506" y="15116"/>
                      <a:pt x="3506" y="15155"/>
                    </a:cubicBezTo>
                    <a:cubicBezTo>
                      <a:pt x="3543" y="15155"/>
                      <a:pt x="3581" y="15155"/>
                      <a:pt x="3619" y="15155"/>
                    </a:cubicBezTo>
                    <a:cubicBezTo>
                      <a:pt x="3619" y="15192"/>
                      <a:pt x="3619" y="15229"/>
                      <a:pt x="3619" y="15268"/>
                    </a:cubicBezTo>
                    <a:cubicBezTo>
                      <a:pt x="3694" y="15268"/>
                      <a:pt x="3768" y="15268"/>
                      <a:pt x="3845" y="15268"/>
                    </a:cubicBezTo>
                    <a:cubicBezTo>
                      <a:pt x="3845" y="15305"/>
                      <a:pt x="3845" y="15343"/>
                      <a:pt x="3845" y="15381"/>
                    </a:cubicBezTo>
                    <a:cubicBezTo>
                      <a:pt x="3883" y="15381"/>
                      <a:pt x="3920" y="15381"/>
                      <a:pt x="3958" y="15381"/>
                    </a:cubicBezTo>
                    <a:cubicBezTo>
                      <a:pt x="3958" y="15418"/>
                      <a:pt x="3958" y="15456"/>
                      <a:pt x="3958" y="15494"/>
                    </a:cubicBezTo>
                    <a:cubicBezTo>
                      <a:pt x="3996" y="15494"/>
                      <a:pt x="4033" y="15494"/>
                      <a:pt x="4071" y="15494"/>
                    </a:cubicBezTo>
                    <a:cubicBezTo>
                      <a:pt x="4071" y="15531"/>
                      <a:pt x="4071" y="15569"/>
                      <a:pt x="4071" y="15607"/>
                    </a:cubicBezTo>
                    <a:cubicBezTo>
                      <a:pt x="4146" y="15607"/>
                      <a:pt x="4221" y="15607"/>
                      <a:pt x="4298" y="15607"/>
                    </a:cubicBezTo>
                    <a:cubicBezTo>
                      <a:pt x="4298" y="15644"/>
                      <a:pt x="4298" y="15682"/>
                      <a:pt x="4298" y="15720"/>
                    </a:cubicBezTo>
                    <a:cubicBezTo>
                      <a:pt x="4335" y="15720"/>
                      <a:pt x="4372" y="15720"/>
                      <a:pt x="4411" y="15720"/>
                    </a:cubicBezTo>
                    <a:cubicBezTo>
                      <a:pt x="4411" y="15758"/>
                      <a:pt x="4411" y="15795"/>
                      <a:pt x="4411" y="15833"/>
                    </a:cubicBezTo>
                    <a:cubicBezTo>
                      <a:pt x="4485" y="15833"/>
                      <a:pt x="4560" y="15833"/>
                      <a:pt x="4637" y="15833"/>
                    </a:cubicBezTo>
                    <a:cubicBezTo>
                      <a:pt x="4637" y="15871"/>
                      <a:pt x="4637" y="15908"/>
                      <a:pt x="4637" y="15946"/>
                    </a:cubicBezTo>
                    <a:cubicBezTo>
                      <a:pt x="4712" y="15946"/>
                      <a:pt x="4786" y="15946"/>
                      <a:pt x="4863" y="15946"/>
                    </a:cubicBezTo>
                    <a:cubicBezTo>
                      <a:pt x="4863" y="15984"/>
                      <a:pt x="4863" y="16021"/>
                      <a:pt x="4863" y="16060"/>
                    </a:cubicBezTo>
                    <a:cubicBezTo>
                      <a:pt x="4938" y="16060"/>
                      <a:pt x="5012" y="16060"/>
                      <a:pt x="5089" y="16060"/>
                    </a:cubicBezTo>
                    <a:cubicBezTo>
                      <a:pt x="5089" y="16097"/>
                      <a:pt x="5089" y="16134"/>
                      <a:pt x="5089" y="16173"/>
                    </a:cubicBezTo>
                    <a:cubicBezTo>
                      <a:pt x="5164" y="16173"/>
                      <a:pt x="5239" y="16173"/>
                      <a:pt x="5315" y="16173"/>
                    </a:cubicBezTo>
                    <a:cubicBezTo>
                      <a:pt x="5315" y="16210"/>
                      <a:pt x="5315" y="16247"/>
                      <a:pt x="5315" y="16286"/>
                    </a:cubicBezTo>
                    <a:cubicBezTo>
                      <a:pt x="5390" y="16286"/>
                      <a:pt x="5465" y="16286"/>
                      <a:pt x="5542" y="16286"/>
                    </a:cubicBezTo>
                    <a:cubicBezTo>
                      <a:pt x="5542" y="16323"/>
                      <a:pt x="5542" y="16360"/>
                      <a:pt x="5542" y="16399"/>
                    </a:cubicBezTo>
                    <a:cubicBezTo>
                      <a:pt x="5616" y="16399"/>
                      <a:pt x="5691" y="16399"/>
                      <a:pt x="5768" y="16399"/>
                    </a:cubicBezTo>
                    <a:cubicBezTo>
                      <a:pt x="5768" y="16436"/>
                      <a:pt x="5768" y="16473"/>
                      <a:pt x="5768" y="16512"/>
                    </a:cubicBezTo>
                    <a:cubicBezTo>
                      <a:pt x="5880" y="16512"/>
                      <a:pt x="5992" y="16512"/>
                      <a:pt x="6107" y="16512"/>
                    </a:cubicBezTo>
                    <a:cubicBezTo>
                      <a:pt x="6107" y="16549"/>
                      <a:pt x="6107" y="16587"/>
                      <a:pt x="6107" y="16625"/>
                    </a:cubicBezTo>
                    <a:cubicBezTo>
                      <a:pt x="6219" y="16625"/>
                      <a:pt x="6331" y="16625"/>
                      <a:pt x="6446" y="16625"/>
                    </a:cubicBezTo>
                    <a:cubicBezTo>
                      <a:pt x="6446" y="16662"/>
                      <a:pt x="6446" y="16700"/>
                      <a:pt x="6446" y="16738"/>
                    </a:cubicBezTo>
                    <a:cubicBezTo>
                      <a:pt x="6558" y="16738"/>
                      <a:pt x="6670" y="16738"/>
                      <a:pt x="6786" y="16738"/>
                    </a:cubicBezTo>
                    <a:cubicBezTo>
                      <a:pt x="6786" y="16775"/>
                      <a:pt x="6786" y="16813"/>
                      <a:pt x="6786" y="16851"/>
                    </a:cubicBezTo>
                    <a:cubicBezTo>
                      <a:pt x="6935" y="16851"/>
                      <a:pt x="7084" y="16851"/>
                      <a:pt x="7238" y="16851"/>
                    </a:cubicBezTo>
                    <a:cubicBezTo>
                      <a:pt x="7238" y="16889"/>
                      <a:pt x="7238" y="16926"/>
                      <a:pt x="7238" y="16964"/>
                    </a:cubicBezTo>
                    <a:cubicBezTo>
                      <a:pt x="7499" y="16964"/>
                      <a:pt x="7761" y="16964"/>
                      <a:pt x="8030" y="16964"/>
                    </a:cubicBezTo>
                    <a:cubicBezTo>
                      <a:pt x="8030" y="17002"/>
                      <a:pt x="8030" y="17039"/>
                      <a:pt x="8030" y="17077"/>
                    </a:cubicBezTo>
                    <a:cubicBezTo>
                      <a:pt x="8627" y="17077"/>
                      <a:pt x="9224" y="17077"/>
                      <a:pt x="9839" y="17077"/>
                    </a:cubicBezTo>
                    <a:cubicBezTo>
                      <a:pt x="9839" y="17040"/>
                      <a:pt x="9839" y="17003"/>
                      <a:pt x="9839" y="16964"/>
                    </a:cubicBezTo>
                    <a:cubicBezTo>
                      <a:pt x="10063" y="16964"/>
                      <a:pt x="10287" y="16964"/>
                      <a:pt x="10518" y="16964"/>
                    </a:cubicBezTo>
                    <a:cubicBezTo>
                      <a:pt x="10518" y="16927"/>
                      <a:pt x="10518" y="16890"/>
                      <a:pt x="10518" y="16851"/>
                    </a:cubicBezTo>
                    <a:cubicBezTo>
                      <a:pt x="10667" y="16851"/>
                      <a:pt x="10816" y="16851"/>
                      <a:pt x="10970" y="16851"/>
                    </a:cubicBezTo>
                    <a:cubicBezTo>
                      <a:pt x="10970" y="16814"/>
                      <a:pt x="10970" y="16777"/>
                      <a:pt x="10970" y="16738"/>
                    </a:cubicBezTo>
                    <a:cubicBezTo>
                      <a:pt x="11120" y="16738"/>
                      <a:pt x="11269" y="16738"/>
                      <a:pt x="11423" y="16738"/>
                    </a:cubicBezTo>
                    <a:cubicBezTo>
                      <a:pt x="11423" y="16701"/>
                      <a:pt x="11423" y="16663"/>
                      <a:pt x="11423" y="16625"/>
                    </a:cubicBezTo>
                    <a:cubicBezTo>
                      <a:pt x="11535" y="16625"/>
                      <a:pt x="11647" y="16625"/>
                      <a:pt x="11762" y="16625"/>
                    </a:cubicBezTo>
                    <a:cubicBezTo>
                      <a:pt x="11762" y="16588"/>
                      <a:pt x="11762" y="16550"/>
                      <a:pt x="11762" y="16512"/>
                    </a:cubicBezTo>
                    <a:cubicBezTo>
                      <a:pt x="11837" y="16512"/>
                      <a:pt x="11911" y="16512"/>
                      <a:pt x="11988" y="16512"/>
                    </a:cubicBezTo>
                    <a:cubicBezTo>
                      <a:pt x="11988" y="16475"/>
                      <a:pt x="11988" y="16437"/>
                      <a:pt x="11988" y="16399"/>
                    </a:cubicBezTo>
                    <a:cubicBezTo>
                      <a:pt x="12100" y="16399"/>
                      <a:pt x="12212" y="16399"/>
                      <a:pt x="12327" y="16399"/>
                    </a:cubicBezTo>
                    <a:cubicBezTo>
                      <a:pt x="12327" y="16361"/>
                      <a:pt x="12327" y="16324"/>
                      <a:pt x="12327" y="16286"/>
                    </a:cubicBezTo>
                    <a:cubicBezTo>
                      <a:pt x="12402" y="16286"/>
                      <a:pt x="12477" y="16286"/>
                      <a:pt x="12554" y="16286"/>
                    </a:cubicBezTo>
                    <a:cubicBezTo>
                      <a:pt x="12554" y="16248"/>
                      <a:pt x="12554" y="16211"/>
                      <a:pt x="12554" y="16173"/>
                    </a:cubicBezTo>
                    <a:cubicBezTo>
                      <a:pt x="12628" y="16173"/>
                      <a:pt x="12703" y="16173"/>
                      <a:pt x="12780" y="16173"/>
                    </a:cubicBezTo>
                    <a:cubicBezTo>
                      <a:pt x="12780" y="16135"/>
                      <a:pt x="12780" y="16098"/>
                      <a:pt x="12780" y="16060"/>
                    </a:cubicBezTo>
                    <a:cubicBezTo>
                      <a:pt x="12854" y="16060"/>
                      <a:pt x="12929" y="16060"/>
                      <a:pt x="13006" y="16060"/>
                    </a:cubicBezTo>
                    <a:cubicBezTo>
                      <a:pt x="13006" y="16022"/>
                      <a:pt x="13006" y="15985"/>
                      <a:pt x="13006" y="15946"/>
                    </a:cubicBezTo>
                    <a:cubicBezTo>
                      <a:pt x="13043" y="15946"/>
                      <a:pt x="13081" y="15946"/>
                      <a:pt x="13119" y="15946"/>
                    </a:cubicBezTo>
                    <a:cubicBezTo>
                      <a:pt x="13119" y="15909"/>
                      <a:pt x="13119" y="15872"/>
                      <a:pt x="13119" y="15833"/>
                    </a:cubicBezTo>
                    <a:cubicBezTo>
                      <a:pt x="13194" y="15833"/>
                      <a:pt x="13268" y="15833"/>
                      <a:pt x="13345" y="15833"/>
                    </a:cubicBezTo>
                    <a:cubicBezTo>
                      <a:pt x="13345" y="15796"/>
                      <a:pt x="13345" y="15759"/>
                      <a:pt x="13345" y="15720"/>
                    </a:cubicBezTo>
                    <a:cubicBezTo>
                      <a:pt x="13383" y="15720"/>
                      <a:pt x="13420" y="15720"/>
                      <a:pt x="13458" y="15720"/>
                    </a:cubicBezTo>
                    <a:cubicBezTo>
                      <a:pt x="13458" y="15683"/>
                      <a:pt x="13458" y="15646"/>
                      <a:pt x="13458" y="15607"/>
                    </a:cubicBezTo>
                    <a:cubicBezTo>
                      <a:pt x="13533" y="15607"/>
                      <a:pt x="13608" y="15607"/>
                      <a:pt x="13685" y="15607"/>
                    </a:cubicBezTo>
                    <a:cubicBezTo>
                      <a:pt x="13685" y="15570"/>
                      <a:pt x="13685" y="15532"/>
                      <a:pt x="13685" y="15494"/>
                    </a:cubicBezTo>
                    <a:cubicBezTo>
                      <a:pt x="13722" y="15494"/>
                      <a:pt x="13759" y="15494"/>
                      <a:pt x="13798" y="15494"/>
                    </a:cubicBezTo>
                    <a:cubicBezTo>
                      <a:pt x="13798" y="15457"/>
                      <a:pt x="13798" y="15419"/>
                      <a:pt x="13798" y="15381"/>
                    </a:cubicBezTo>
                    <a:cubicBezTo>
                      <a:pt x="13872" y="15381"/>
                      <a:pt x="13947" y="15381"/>
                      <a:pt x="14024" y="15381"/>
                    </a:cubicBezTo>
                    <a:cubicBezTo>
                      <a:pt x="14024" y="15344"/>
                      <a:pt x="14024" y="15306"/>
                      <a:pt x="14024" y="15268"/>
                    </a:cubicBezTo>
                    <a:cubicBezTo>
                      <a:pt x="14061" y="15268"/>
                      <a:pt x="14098" y="15268"/>
                      <a:pt x="14137" y="15268"/>
                    </a:cubicBezTo>
                    <a:cubicBezTo>
                      <a:pt x="14137" y="15231"/>
                      <a:pt x="14137" y="15193"/>
                      <a:pt x="14137" y="15155"/>
                    </a:cubicBezTo>
                    <a:cubicBezTo>
                      <a:pt x="14174" y="15155"/>
                      <a:pt x="14212" y="15155"/>
                      <a:pt x="14250" y="15155"/>
                    </a:cubicBezTo>
                    <a:cubicBezTo>
                      <a:pt x="14250" y="15117"/>
                      <a:pt x="14250" y="15080"/>
                      <a:pt x="14250" y="15042"/>
                    </a:cubicBezTo>
                    <a:cubicBezTo>
                      <a:pt x="14287" y="15042"/>
                      <a:pt x="14325" y="15042"/>
                      <a:pt x="14363" y="15042"/>
                    </a:cubicBezTo>
                    <a:cubicBezTo>
                      <a:pt x="14363" y="15004"/>
                      <a:pt x="14363" y="14967"/>
                      <a:pt x="14363" y="14929"/>
                    </a:cubicBezTo>
                    <a:cubicBezTo>
                      <a:pt x="14400" y="14929"/>
                      <a:pt x="14438" y="14929"/>
                      <a:pt x="14476" y="14929"/>
                    </a:cubicBezTo>
                    <a:cubicBezTo>
                      <a:pt x="14476" y="14891"/>
                      <a:pt x="14476" y="14854"/>
                      <a:pt x="14476" y="14815"/>
                    </a:cubicBezTo>
                    <a:cubicBezTo>
                      <a:pt x="14514" y="14815"/>
                      <a:pt x="14551" y="14815"/>
                      <a:pt x="14589" y="14815"/>
                    </a:cubicBezTo>
                    <a:cubicBezTo>
                      <a:pt x="14589" y="14778"/>
                      <a:pt x="14589" y="14741"/>
                      <a:pt x="14589" y="14702"/>
                    </a:cubicBezTo>
                    <a:cubicBezTo>
                      <a:pt x="14627" y="14702"/>
                      <a:pt x="14664" y="14702"/>
                      <a:pt x="14702" y="14702"/>
                    </a:cubicBezTo>
                    <a:cubicBezTo>
                      <a:pt x="14702" y="14665"/>
                      <a:pt x="14702" y="14628"/>
                      <a:pt x="14702" y="14589"/>
                    </a:cubicBezTo>
                    <a:cubicBezTo>
                      <a:pt x="14740" y="14589"/>
                      <a:pt x="14777" y="14589"/>
                      <a:pt x="14815" y="14589"/>
                    </a:cubicBezTo>
                    <a:cubicBezTo>
                      <a:pt x="14815" y="14552"/>
                      <a:pt x="14815" y="14515"/>
                      <a:pt x="14815" y="14476"/>
                    </a:cubicBezTo>
                    <a:cubicBezTo>
                      <a:pt x="14853" y="14476"/>
                      <a:pt x="14890" y="14476"/>
                      <a:pt x="14929" y="14476"/>
                    </a:cubicBezTo>
                    <a:cubicBezTo>
                      <a:pt x="14929" y="14439"/>
                      <a:pt x="14929" y="14402"/>
                      <a:pt x="14929" y="14363"/>
                    </a:cubicBezTo>
                    <a:cubicBezTo>
                      <a:pt x="14966" y="14363"/>
                      <a:pt x="15003" y="14363"/>
                      <a:pt x="15042" y="14363"/>
                    </a:cubicBezTo>
                    <a:cubicBezTo>
                      <a:pt x="15042" y="14326"/>
                      <a:pt x="15042" y="14288"/>
                      <a:pt x="15042" y="14250"/>
                    </a:cubicBezTo>
                    <a:cubicBezTo>
                      <a:pt x="15079" y="14250"/>
                      <a:pt x="15116" y="14250"/>
                      <a:pt x="15155" y="14250"/>
                    </a:cubicBezTo>
                    <a:cubicBezTo>
                      <a:pt x="15155" y="14213"/>
                      <a:pt x="15155" y="14175"/>
                      <a:pt x="15155" y="14137"/>
                    </a:cubicBezTo>
                    <a:cubicBezTo>
                      <a:pt x="15192" y="14137"/>
                      <a:pt x="15229" y="14137"/>
                      <a:pt x="15268" y="14137"/>
                    </a:cubicBezTo>
                    <a:cubicBezTo>
                      <a:pt x="15268" y="14100"/>
                      <a:pt x="15268" y="14062"/>
                      <a:pt x="15268" y="14024"/>
                    </a:cubicBezTo>
                    <a:cubicBezTo>
                      <a:pt x="15305" y="14024"/>
                      <a:pt x="15342" y="14024"/>
                      <a:pt x="15381" y="14024"/>
                    </a:cubicBezTo>
                    <a:cubicBezTo>
                      <a:pt x="15381" y="13986"/>
                      <a:pt x="15381" y="13949"/>
                      <a:pt x="15381" y="13911"/>
                    </a:cubicBezTo>
                    <a:cubicBezTo>
                      <a:pt x="15418" y="13911"/>
                      <a:pt x="15456" y="13911"/>
                      <a:pt x="15494" y="13911"/>
                    </a:cubicBezTo>
                    <a:cubicBezTo>
                      <a:pt x="15494" y="13836"/>
                      <a:pt x="15494" y="13761"/>
                      <a:pt x="15494" y="13685"/>
                    </a:cubicBezTo>
                    <a:cubicBezTo>
                      <a:pt x="15531" y="13685"/>
                      <a:pt x="15569" y="13685"/>
                      <a:pt x="15607" y="13685"/>
                    </a:cubicBezTo>
                    <a:cubicBezTo>
                      <a:pt x="15607" y="13647"/>
                      <a:pt x="15607" y="13610"/>
                      <a:pt x="15607" y="13571"/>
                    </a:cubicBezTo>
                    <a:cubicBezTo>
                      <a:pt x="15644" y="13571"/>
                      <a:pt x="15682" y="13571"/>
                      <a:pt x="15720" y="13571"/>
                    </a:cubicBezTo>
                    <a:cubicBezTo>
                      <a:pt x="15720" y="13534"/>
                      <a:pt x="15720" y="13497"/>
                      <a:pt x="15720" y="13458"/>
                    </a:cubicBezTo>
                    <a:cubicBezTo>
                      <a:pt x="15758" y="13458"/>
                      <a:pt x="15795" y="13458"/>
                      <a:pt x="15833" y="13458"/>
                    </a:cubicBezTo>
                    <a:cubicBezTo>
                      <a:pt x="15833" y="13384"/>
                      <a:pt x="15833" y="13309"/>
                      <a:pt x="15833" y="13232"/>
                    </a:cubicBezTo>
                    <a:cubicBezTo>
                      <a:pt x="15871" y="13232"/>
                      <a:pt x="15908" y="13232"/>
                      <a:pt x="15946" y="13232"/>
                    </a:cubicBezTo>
                    <a:cubicBezTo>
                      <a:pt x="15946" y="13195"/>
                      <a:pt x="15946" y="13157"/>
                      <a:pt x="15946" y="13119"/>
                    </a:cubicBezTo>
                    <a:cubicBezTo>
                      <a:pt x="15984" y="13119"/>
                      <a:pt x="16021" y="13119"/>
                      <a:pt x="16060" y="13119"/>
                    </a:cubicBezTo>
                    <a:cubicBezTo>
                      <a:pt x="16060" y="13044"/>
                      <a:pt x="16060" y="12970"/>
                      <a:pt x="16060" y="12893"/>
                    </a:cubicBezTo>
                    <a:cubicBezTo>
                      <a:pt x="16097" y="12893"/>
                      <a:pt x="16134" y="12893"/>
                      <a:pt x="16173" y="12893"/>
                    </a:cubicBezTo>
                    <a:cubicBezTo>
                      <a:pt x="16173" y="12818"/>
                      <a:pt x="16173" y="12744"/>
                      <a:pt x="16173" y="12667"/>
                    </a:cubicBezTo>
                    <a:cubicBezTo>
                      <a:pt x="16210" y="12667"/>
                      <a:pt x="16247" y="12667"/>
                      <a:pt x="16286" y="12667"/>
                    </a:cubicBezTo>
                    <a:cubicBezTo>
                      <a:pt x="16286" y="12629"/>
                      <a:pt x="16286" y="12592"/>
                      <a:pt x="16286" y="12554"/>
                    </a:cubicBezTo>
                    <a:cubicBezTo>
                      <a:pt x="16323" y="12554"/>
                      <a:pt x="16360" y="12554"/>
                      <a:pt x="16399" y="12554"/>
                    </a:cubicBezTo>
                    <a:cubicBezTo>
                      <a:pt x="16399" y="12479"/>
                      <a:pt x="16399" y="12404"/>
                      <a:pt x="16399" y="12327"/>
                    </a:cubicBezTo>
                    <a:cubicBezTo>
                      <a:pt x="16436" y="12327"/>
                      <a:pt x="16473" y="12327"/>
                      <a:pt x="16512" y="12327"/>
                    </a:cubicBezTo>
                    <a:cubicBezTo>
                      <a:pt x="16512" y="12215"/>
                      <a:pt x="16512" y="12103"/>
                      <a:pt x="16512" y="11988"/>
                    </a:cubicBezTo>
                    <a:cubicBezTo>
                      <a:pt x="16549" y="11988"/>
                      <a:pt x="16587" y="11988"/>
                      <a:pt x="16625" y="11988"/>
                    </a:cubicBezTo>
                    <a:cubicBezTo>
                      <a:pt x="16625" y="11913"/>
                      <a:pt x="16625" y="11839"/>
                      <a:pt x="16625" y="11762"/>
                    </a:cubicBezTo>
                    <a:cubicBezTo>
                      <a:pt x="16662" y="11762"/>
                      <a:pt x="16700" y="11762"/>
                      <a:pt x="16738" y="11762"/>
                    </a:cubicBezTo>
                    <a:cubicBezTo>
                      <a:pt x="16738" y="11650"/>
                      <a:pt x="16738" y="11538"/>
                      <a:pt x="16738" y="11423"/>
                    </a:cubicBezTo>
                    <a:cubicBezTo>
                      <a:pt x="16775" y="11423"/>
                      <a:pt x="16813" y="11423"/>
                      <a:pt x="16851" y="11423"/>
                    </a:cubicBezTo>
                    <a:cubicBezTo>
                      <a:pt x="16851" y="11348"/>
                      <a:pt x="16851" y="11273"/>
                      <a:pt x="16851" y="11196"/>
                    </a:cubicBezTo>
                    <a:cubicBezTo>
                      <a:pt x="16889" y="11196"/>
                      <a:pt x="16926" y="11196"/>
                      <a:pt x="16964" y="11196"/>
                    </a:cubicBezTo>
                    <a:cubicBezTo>
                      <a:pt x="16964" y="11047"/>
                      <a:pt x="16964" y="10898"/>
                      <a:pt x="16964" y="10744"/>
                    </a:cubicBezTo>
                    <a:cubicBezTo>
                      <a:pt x="17002" y="10744"/>
                      <a:pt x="17039" y="10744"/>
                      <a:pt x="17077" y="10744"/>
                    </a:cubicBezTo>
                    <a:cubicBezTo>
                      <a:pt x="17077" y="10595"/>
                      <a:pt x="17077" y="10445"/>
                      <a:pt x="17077" y="10292"/>
                    </a:cubicBezTo>
                    <a:cubicBezTo>
                      <a:pt x="17115" y="10292"/>
                      <a:pt x="17152" y="10292"/>
                      <a:pt x="17190" y="10292"/>
                    </a:cubicBezTo>
                    <a:cubicBezTo>
                      <a:pt x="17190" y="10068"/>
                      <a:pt x="17190" y="9844"/>
                      <a:pt x="17190" y="9613"/>
                    </a:cubicBezTo>
                    <a:cubicBezTo>
                      <a:pt x="17228" y="9613"/>
                      <a:pt x="17265" y="9613"/>
                      <a:pt x="17304" y="9613"/>
                    </a:cubicBezTo>
                    <a:cubicBezTo>
                      <a:pt x="17304" y="8979"/>
                      <a:pt x="17304" y="8344"/>
                      <a:pt x="17304" y="7690"/>
                    </a:cubicBezTo>
                    <a:cubicBezTo>
                      <a:pt x="17266" y="7690"/>
                      <a:pt x="17229" y="7690"/>
                      <a:pt x="17190" y="7690"/>
                    </a:cubicBezTo>
                    <a:cubicBezTo>
                      <a:pt x="17190" y="7467"/>
                      <a:pt x="17190" y="7243"/>
                      <a:pt x="17190" y="7012"/>
                    </a:cubicBezTo>
                    <a:cubicBezTo>
                      <a:pt x="17153" y="7012"/>
                      <a:pt x="17116" y="7012"/>
                      <a:pt x="17077" y="7012"/>
                    </a:cubicBezTo>
                    <a:cubicBezTo>
                      <a:pt x="17077" y="6863"/>
                      <a:pt x="17077" y="6713"/>
                      <a:pt x="17077" y="6560"/>
                    </a:cubicBezTo>
                    <a:cubicBezTo>
                      <a:pt x="17040" y="6560"/>
                      <a:pt x="17003" y="6560"/>
                      <a:pt x="16964" y="6560"/>
                    </a:cubicBezTo>
                    <a:cubicBezTo>
                      <a:pt x="16964" y="6410"/>
                      <a:pt x="16964" y="6261"/>
                      <a:pt x="16964" y="6107"/>
                    </a:cubicBezTo>
                    <a:cubicBezTo>
                      <a:pt x="16927" y="6107"/>
                      <a:pt x="16890" y="6107"/>
                      <a:pt x="16851" y="6107"/>
                    </a:cubicBezTo>
                    <a:cubicBezTo>
                      <a:pt x="16851" y="6032"/>
                      <a:pt x="16851" y="5958"/>
                      <a:pt x="16851" y="5881"/>
                    </a:cubicBezTo>
                    <a:cubicBezTo>
                      <a:pt x="16814" y="5881"/>
                      <a:pt x="16777" y="5881"/>
                      <a:pt x="16738" y="5881"/>
                    </a:cubicBezTo>
                    <a:cubicBezTo>
                      <a:pt x="16738" y="5769"/>
                      <a:pt x="16738" y="5657"/>
                      <a:pt x="16738" y="5542"/>
                    </a:cubicBezTo>
                    <a:cubicBezTo>
                      <a:pt x="16701" y="5542"/>
                      <a:pt x="16663" y="5542"/>
                      <a:pt x="16625" y="5542"/>
                    </a:cubicBezTo>
                    <a:cubicBezTo>
                      <a:pt x="16625" y="5467"/>
                      <a:pt x="16625" y="5392"/>
                      <a:pt x="16625" y="5315"/>
                    </a:cubicBezTo>
                    <a:cubicBezTo>
                      <a:pt x="16588" y="5315"/>
                      <a:pt x="16550" y="5315"/>
                      <a:pt x="16512" y="5315"/>
                    </a:cubicBezTo>
                    <a:cubicBezTo>
                      <a:pt x="16512" y="5241"/>
                      <a:pt x="16512" y="5166"/>
                      <a:pt x="16512" y="5089"/>
                    </a:cubicBezTo>
                    <a:cubicBezTo>
                      <a:pt x="16475" y="5089"/>
                      <a:pt x="16437" y="5089"/>
                      <a:pt x="16399" y="5089"/>
                    </a:cubicBezTo>
                    <a:cubicBezTo>
                      <a:pt x="16399" y="5015"/>
                      <a:pt x="16399" y="4940"/>
                      <a:pt x="16399" y="4863"/>
                    </a:cubicBezTo>
                    <a:cubicBezTo>
                      <a:pt x="16361" y="4863"/>
                      <a:pt x="16324" y="4863"/>
                      <a:pt x="16286" y="4863"/>
                    </a:cubicBezTo>
                    <a:cubicBezTo>
                      <a:pt x="16286" y="4788"/>
                      <a:pt x="16286" y="4714"/>
                      <a:pt x="16286" y="4637"/>
                    </a:cubicBezTo>
                    <a:cubicBezTo>
                      <a:pt x="16248" y="4637"/>
                      <a:pt x="16211" y="4637"/>
                      <a:pt x="16173" y="4637"/>
                    </a:cubicBezTo>
                    <a:cubicBezTo>
                      <a:pt x="16173" y="4562"/>
                      <a:pt x="16173" y="4488"/>
                      <a:pt x="16173" y="4411"/>
                    </a:cubicBezTo>
                    <a:cubicBezTo>
                      <a:pt x="16135" y="4411"/>
                      <a:pt x="16098" y="4411"/>
                      <a:pt x="16060" y="4411"/>
                    </a:cubicBezTo>
                    <a:cubicBezTo>
                      <a:pt x="16060" y="4373"/>
                      <a:pt x="16060" y="4336"/>
                      <a:pt x="16060" y="4298"/>
                    </a:cubicBezTo>
                    <a:cubicBezTo>
                      <a:pt x="16022" y="4298"/>
                      <a:pt x="15985" y="4298"/>
                      <a:pt x="15946" y="4298"/>
                    </a:cubicBezTo>
                    <a:cubicBezTo>
                      <a:pt x="15946" y="4223"/>
                      <a:pt x="15946" y="4148"/>
                      <a:pt x="15946" y="4071"/>
                    </a:cubicBezTo>
                    <a:cubicBezTo>
                      <a:pt x="15909" y="4071"/>
                      <a:pt x="15872" y="4071"/>
                      <a:pt x="15833" y="4071"/>
                    </a:cubicBezTo>
                    <a:cubicBezTo>
                      <a:pt x="15833" y="4034"/>
                      <a:pt x="15833" y="3997"/>
                      <a:pt x="15833" y="3958"/>
                    </a:cubicBezTo>
                    <a:cubicBezTo>
                      <a:pt x="15796" y="3958"/>
                      <a:pt x="15759" y="3958"/>
                      <a:pt x="15720" y="3958"/>
                    </a:cubicBezTo>
                    <a:cubicBezTo>
                      <a:pt x="15720" y="3921"/>
                      <a:pt x="15720" y="3884"/>
                      <a:pt x="15720" y="3845"/>
                    </a:cubicBezTo>
                    <a:cubicBezTo>
                      <a:pt x="15683" y="3845"/>
                      <a:pt x="15646" y="3845"/>
                      <a:pt x="15607" y="3845"/>
                    </a:cubicBezTo>
                    <a:cubicBezTo>
                      <a:pt x="15607" y="3771"/>
                      <a:pt x="15607" y="3696"/>
                      <a:pt x="15607" y="3619"/>
                    </a:cubicBezTo>
                    <a:cubicBezTo>
                      <a:pt x="15570" y="3619"/>
                      <a:pt x="15532" y="3619"/>
                      <a:pt x="15494" y="3619"/>
                    </a:cubicBezTo>
                    <a:cubicBezTo>
                      <a:pt x="15494" y="3582"/>
                      <a:pt x="15494" y="3544"/>
                      <a:pt x="15494" y="3506"/>
                    </a:cubicBezTo>
                    <a:cubicBezTo>
                      <a:pt x="15457" y="3506"/>
                      <a:pt x="15419" y="3506"/>
                      <a:pt x="15381" y="3506"/>
                    </a:cubicBezTo>
                    <a:cubicBezTo>
                      <a:pt x="15381" y="3469"/>
                      <a:pt x="15381" y="3431"/>
                      <a:pt x="15381" y="3393"/>
                    </a:cubicBezTo>
                    <a:cubicBezTo>
                      <a:pt x="15344" y="3393"/>
                      <a:pt x="15306" y="3393"/>
                      <a:pt x="15268" y="3393"/>
                    </a:cubicBezTo>
                    <a:cubicBezTo>
                      <a:pt x="15268" y="3356"/>
                      <a:pt x="15268" y="3318"/>
                      <a:pt x="15268" y="3280"/>
                    </a:cubicBezTo>
                    <a:cubicBezTo>
                      <a:pt x="15231" y="3280"/>
                      <a:pt x="15193" y="3280"/>
                      <a:pt x="15155" y="3280"/>
                    </a:cubicBezTo>
                    <a:cubicBezTo>
                      <a:pt x="15155" y="3242"/>
                      <a:pt x="15155" y="3205"/>
                      <a:pt x="15155" y="3167"/>
                    </a:cubicBezTo>
                    <a:cubicBezTo>
                      <a:pt x="15117" y="3167"/>
                      <a:pt x="15080" y="3167"/>
                      <a:pt x="15042" y="3167"/>
                    </a:cubicBezTo>
                    <a:cubicBezTo>
                      <a:pt x="15042" y="3129"/>
                      <a:pt x="15042" y="3092"/>
                      <a:pt x="15042" y="3054"/>
                    </a:cubicBezTo>
                    <a:cubicBezTo>
                      <a:pt x="15004" y="3054"/>
                      <a:pt x="14967" y="3054"/>
                      <a:pt x="14929" y="3054"/>
                    </a:cubicBezTo>
                    <a:cubicBezTo>
                      <a:pt x="14929" y="3016"/>
                      <a:pt x="14929" y="2979"/>
                      <a:pt x="14929" y="2940"/>
                    </a:cubicBezTo>
                    <a:cubicBezTo>
                      <a:pt x="14891" y="2940"/>
                      <a:pt x="14854" y="2940"/>
                      <a:pt x="14815" y="2940"/>
                    </a:cubicBezTo>
                    <a:cubicBezTo>
                      <a:pt x="14815" y="2903"/>
                      <a:pt x="14815" y="2866"/>
                      <a:pt x="14815" y="2827"/>
                    </a:cubicBezTo>
                    <a:cubicBezTo>
                      <a:pt x="14778" y="2827"/>
                      <a:pt x="14741" y="2827"/>
                      <a:pt x="14702" y="2827"/>
                    </a:cubicBezTo>
                    <a:cubicBezTo>
                      <a:pt x="14702" y="2790"/>
                      <a:pt x="14702" y="2753"/>
                      <a:pt x="14702" y="2714"/>
                    </a:cubicBezTo>
                    <a:cubicBezTo>
                      <a:pt x="14665" y="2714"/>
                      <a:pt x="14628" y="2714"/>
                      <a:pt x="14589" y="2714"/>
                    </a:cubicBezTo>
                    <a:cubicBezTo>
                      <a:pt x="14589" y="2677"/>
                      <a:pt x="14589" y="2640"/>
                      <a:pt x="14589" y="2601"/>
                    </a:cubicBezTo>
                    <a:cubicBezTo>
                      <a:pt x="14552" y="2601"/>
                      <a:pt x="14515" y="2601"/>
                      <a:pt x="14476" y="2601"/>
                    </a:cubicBezTo>
                    <a:cubicBezTo>
                      <a:pt x="14476" y="2564"/>
                      <a:pt x="14476" y="2527"/>
                      <a:pt x="14476" y="2488"/>
                    </a:cubicBezTo>
                    <a:cubicBezTo>
                      <a:pt x="14439" y="2488"/>
                      <a:pt x="14402" y="2488"/>
                      <a:pt x="14363" y="2488"/>
                    </a:cubicBezTo>
                    <a:cubicBezTo>
                      <a:pt x="14363" y="2451"/>
                      <a:pt x="14363" y="2413"/>
                      <a:pt x="14363" y="2375"/>
                    </a:cubicBezTo>
                    <a:cubicBezTo>
                      <a:pt x="14326" y="2375"/>
                      <a:pt x="14288" y="2375"/>
                      <a:pt x="14250" y="2375"/>
                    </a:cubicBezTo>
                    <a:cubicBezTo>
                      <a:pt x="14250" y="2338"/>
                      <a:pt x="14250" y="2300"/>
                      <a:pt x="14250" y="2262"/>
                    </a:cubicBezTo>
                    <a:cubicBezTo>
                      <a:pt x="14175" y="2262"/>
                      <a:pt x="14101" y="2262"/>
                      <a:pt x="14024" y="2262"/>
                    </a:cubicBezTo>
                    <a:cubicBezTo>
                      <a:pt x="14024" y="2225"/>
                      <a:pt x="14024" y="2187"/>
                      <a:pt x="14024" y="2149"/>
                    </a:cubicBezTo>
                    <a:cubicBezTo>
                      <a:pt x="13986" y="2149"/>
                      <a:pt x="13949" y="2149"/>
                      <a:pt x="13911" y="2149"/>
                    </a:cubicBezTo>
                    <a:cubicBezTo>
                      <a:pt x="13911" y="2111"/>
                      <a:pt x="13911" y="2074"/>
                      <a:pt x="13911" y="2036"/>
                    </a:cubicBezTo>
                    <a:cubicBezTo>
                      <a:pt x="13836" y="2036"/>
                      <a:pt x="13761" y="2036"/>
                      <a:pt x="13685" y="2036"/>
                    </a:cubicBezTo>
                    <a:cubicBezTo>
                      <a:pt x="13685" y="1998"/>
                      <a:pt x="13685" y="1961"/>
                      <a:pt x="13685" y="1923"/>
                    </a:cubicBezTo>
                    <a:cubicBezTo>
                      <a:pt x="13647" y="1923"/>
                      <a:pt x="13610" y="1923"/>
                      <a:pt x="13571" y="1923"/>
                    </a:cubicBezTo>
                    <a:cubicBezTo>
                      <a:pt x="13571" y="1885"/>
                      <a:pt x="13571" y="1848"/>
                      <a:pt x="13571" y="1810"/>
                    </a:cubicBezTo>
                    <a:cubicBezTo>
                      <a:pt x="13497" y="1810"/>
                      <a:pt x="13422" y="1810"/>
                      <a:pt x="13345" y="1810"/>
                    </a:cubicBezTo>
                    <a:cubicBezTo>
                      <a:pt x="13345" y="1772"/>
                      <a:pt x="13345" y="1735"/>
                      <a:pt x="13345" y="1696"/>
                    </a:cubicBezTo>
                    <a:cubicBezTo>
                      <a:pt x="13271" y="1696"/>
                      <a:pt x="13196" y="1696"/>
                      <a:pt x="13119" y="1696"/>
                    </a:cubicBezTo>
                    <a:cubicBezTo>
                      <a:pt x="13119" y="1659"/>
                      <a:pt x="13119" y="1622"/>
                      <a:pt x="13119" y="1583"/>
                    </a:cubicBezTo>
                    <a:cubicBezTo>
                      <a:pt x="13044" y="1583"/>
                      <a:pt x="12970" y="1583"/>
                      <a:pt x="12893" y="1583"/>
                    </a:cubicBezTo>
                    <a:cubicBezTo>
                      <a:pt x="12893" y="1546"/>
                      <a:pt x="12893" y="1509"/>
                      <a:pt x="12893" y="1470"/>
                    </a:cubicBezTo>
                    <a:cubicBezTo>
                      <a:pt x="12818" y="1470"/>
                      <a:pt x="12744" y="1470"/>
                      <a:pt x="12667" y="1470"/>
                    </a:cubicBezTo>
                    <a:cubicBezTo>
                      <a:pt x="12667" y="1433"/>
                      <a:pt x="12667" y="1396"/>
                      <a:pt x="12667" y="1357"/>
                    </a:cubicBezTo>
                    <a:cubicBezTo>
                      <a:pt x="12592" y="1357"/>
                      <a:pt x="12517" y="1357"/>
                      <a:pt x="12440" y="1357"/>
                    </a:cubicBezTo>
                    <a:cubicBezTo>
                      <a:pt x="12440" y="1320"/>
                      <a:pt x="12440" y="1282"/>
                      <a:pt x="12440" y="1244"/>
                    </a:cubicBezTo>
                    <a:cubicBezTo>
                      <a:pt x="12329" y="1244"/>
                      <a:pt x="12217" y="1244"/>
                      <a:pt x="12101" y="1244"/>
                    </a:cubicBezTo>
                    <a:cubicBezTo>
                      <a:pt x="12101" y="1207"/>
                      <a:pt x="12101" y="1169"/>
                      <a:pt x="12101" y="1131"/>
                    </a:cubicBezTo>
                    <a:cubicBezTo>
                      <a:pt x="12027" y="1131"/>
                      <a:pt x="11952" y="1131"/>
                      <a:pt x="11875" y="1131"/>
                    </a:cubicBezTo>
                    <a:cubicBezTo>
                      <a:pt x="11875" y="1094"/>
                      <a:pt x="11875" y="1056"/>
                      <a:pt x="11875" y="1018"/>
                    </a:cubicBezTo>
                    <a:cubicBezTo>
                      <a:pt x="11763" y="1018"/>
                      <a:pt x="11651" y="1018"/>
                      <a:pt x="11536" y="1018"/>
                    </a:cubicBezTo>
                    <a:cubicBezTo>
                      <a:pt x="11536" y="981"/>
                      <a:pt x="11536" y="943"/>
                      <a:pt x="11536" y="905"/>
                    </a:cubicBezTo>
                    <a:cubicBezTo>
                      <a:pt x="11386" y="905"/>
                      <a:pt x="11237" y="905"/>
                      <a:pt x="11083" y="905"/>
                    </a:cubicBezTo>
                    <a:cubicBezTo>
                      <a:pt x="11083" y="867"/>
                      <a:pt x="11083" y="830"/>
                      <a:pt x="11083" y="792"/>
                    </a:cubicBezTo>
                    <a:cubicBezTo>
                      <a:pt x="10897" y="792"/>
                      <a:pt x="10710" y="792"/>
                      <a:pt x="10518" y="792"/>
                    </a:cubicBezTo>
                    <a:cubicBezTo>
                      <a:pt x="10518" y="754"/>
                      <a:pt x="10518" y="717"/>
                      <a:pt x="10518" y="679"/>
                    </a:cubicBezTo>
                    <a:cubicBezTo>
                      <a:pt x="9622" y="679"/>
                      <a:pt x="8726" y="679"/>
                      <a:pt x="7804" y="679"/>
                    </a:cubicBezTo>
                    <a:close/>
                    <a:moveTo>
                      <a:pt x="15720" y="14476"/>
                    </a:moveTo>
                    <a:cubicBezTo>
                      <a:pt x="15720" y="14514"/>
                      <a:pt x="15720" y="14551"/>
                      <a:pt x="15720" y="14589"/>
                    </a:cubicBezTo>
                    <a:cubicBezTo>
                      <a:pt x="15683" y="14589"/>
                      <a:pt x="15646" y="14589"/>
                      <a:pt x="15607" y="14589"/>
                    </a:cubicBezTo>
                    <a:cubicBezTo>
                      <a:pt x="15607" y="14664"/>
                      <a:pt x="15607" y="14739"/>
                      <a:pt x="15607" y="14815"/>
                    </a:cubicBezTo>
                    <a:cubicBezTo>
                      <a:pt x="15570" y="14815"/>
                      <a:pt x="15532" y="14815"/>
                      <a:pt x="15494" y="14815"/>
                    </a:cubicBezTo>
                    <a:cubicBezTo>
                      <a:pt x="15494" y="14853"/>
                      <a:pt x="15494" y="14890"/>
                      <a:pt x="15494" y="14929"/>
                    </a:cubicBezTo>
                    <a:cubicBezTo>
                      <a:pt x="15457" y="14929"/>
                      <a:pt x="15419" y="14929"/>
                      <a:pt x="15381" y="14929"/>
                    </a:cubicBezTo>
                    <a:cubicBezTo>
                      <a:pt x="15381" y="14966"/>
                      <a:pt x="15381" y="15003"/>
                      <a:pt x="15381" y="15042"/>
                    </a:cubicBezTo>
                    <a:cubicBezTo>
                      <a:pt x="15344" y="15042"/>
                      <a:pt x="15306" y="15042"/>
                      <a:pt x="15268" y="15042"/>
                    </a:cubicBezTo>
                    <a:cubicBezTo>
                      <a:pt x="15268" y="15079"/>
                      <a:pt x="15268" y="15116"/>
                      <a:pt x="15268" y="15155"/>
                    </a:cubicBezTo>
                    <a:cubicBezTo>
                      <a:pt x="15231" y="15155"/>
                      <a:pt x="15193" y="15155"/>
                      <a:pt x="15155" y="15155"/>
                    </a:cubicBezTo>
                    <a:cubicBezTo>
                      <a:pt x="15155" y="15192"/>
                      <a:pt x="15155" y="15229"/>
                      <a:pt x="15155" y="15268"/>
                    </a:cubicBezTo>
                    <a:cubicBezTo>
                      <a:pt x="15117" y="15268"/>
                      <a:pt x="15080" y="15268"/>
                      <a:pt x="15042" y="15268"/>
                    </a:cubicBezTo>
                    <a:cubicBezTo>
                      <a:pt x="15042" y="15380"/>
                      <a:pt x="15042" y="15492"/>
                      <a:pt x="15042" y="15607"/>
                    </a:cubicBezTo>
                    <a:cubicBezTo>
                      <a:pt x="15079" y="15607"/>
                      <a:pt x="15116" y="15607"/>
                      <a:pt x="15155" y="15607"/>
                    </a:cubicBezTo>
                    <a:cubicBezTo>
                      <a:pt x="15155" y="15644"/>
                      <a:pt x="15155" y="15682"/>
                      <a:pt x="15155" y="15720"/>
                    </a:cubicBezTo>
                    <a:cubicBezTo>
                      <a:pt x="15192" y="15720"/>
                      <a:pt x="15229" y="15720"/>
                      <a:pt x="15268" y="15720"/>
                    </a:cubicBezTo>
                    <a:cubicBezTo>
                      <a:pt x="15268" y="15758"/>
                      <a:pt x="15268" y="15795"/>
                      <a:pt x="15268" y="15833"/>
                    </a:cubicBezTo>
                    <a:cubicBezTo>
                      <a:pt x="15342" y="15833"/>
                      <a:pt x="15417" y="15833"/>
                      <a:pt x="15494" y="15833"/>
                    </a:cubicBezTo>
                    <a:cubicBezTo>
                      <a:pt x="15494" y="15796"/>
                      <a:pt x="15494" y="15759"/>
                      <a:pt x="15494" y="15720"/>
                    </a:cubicBezTo>
                    <a:cubicBezTo>
                      <a:pt x="15531" y="15720"/>
                      <a:pt x="15569" y="15720"/>
                      <a:pt x="15607" y="15720"/>
                    </a:cubicBezTo>
                    <a:cubicBezTo>
                      <a:pt x="15607" y="15683"/>
                      <a:pt x="15607" y="15646"/>
                      <a:pt x="15607" y="15607"/>
                    </a:cubicBezTo>
                    <a:cubicBezTo>
                      <a:pt x="15644" y="15607"/>
                      <a:pt x="15682" y="15607"/>
                      <a:pt x="15720" y="15607"/>
                    </a:cubicBezTo>
                    <a:cubicBezTo>
                      <a:pt x="15720" y="15570"/>
                      <a:pt x="15720" y="15532"/>
                      <a:pt x="15720" y="15494"/>
                    </a:cubicBezTo>
                    <a:cubicBezTo>
                      <a:pt x="15758" y="15494"/>
                      <a:pt x="15795" y="15494"/>
                      <a:pt x="15833" y="15494"/>
                    </a:cubicBezTo>
                    <a:cubicBezTo>
                      <a:pt x="15833" y="15457"/>
                      <a:pt x="15833" y="15419"/>
                      <a:pt x="15833" y="15381"/>
                    </a:cubicBezTo>
                    <a:cubicBezTo>
                      <a:pt x="15871" y="15381"/>
                      <a:pt x="15908" y="15381"/>
                      <a:pt x="15946" y="15381"/>
                    </a:cubicBezTo>
                    <a:cubicBezTo>
                      <a:pt x="15946" y="15344"/>
                      <a:pt x="15946" y="15306"/>
                      <a:pt x="15946" y="15268"/>
                    </a:cubicBezTo>
                    <a:cubicBezTo>
                      <a:pt x="15984" y="15268"/>
                      <a:pt x="16021" y="15268"/>
                      <a:pt x="16060" y="15268"/>
                    </a:cubicBezTo>
                    <a:cubicBezTo>
                      <a:pt x="16060" y="15231"/>
                      <a:pt x="16060" y="15193"/>
                      <a:pt x="16060" y="15155"/>
                    </a:cubicBezTo>
                    <a:cubicBezTo>
                      <a:pt x="16097" y="15155"/>
                      <a:pt x="16134" y="15155"/>
                      <a:pt x="16173" y="15155"/>
                    </a:cubicBezTo>
                    <a:cubicBezTo>
                      <a:pt x="16173" y="15117"/>
                      <a:pt x="16173" y="15080"/>
                      <a:pt x="16173" y="15042"/>
                    </a:cubicBezTo>
                    <a:cubicBezTo>
                      <a:pt x="16210" y="15042"/>
                      <a:pt x="16247" y="15042"/>
                      <a:pt x="16286" y="15042"/>
                    </a:cubicBezTo>
                    <a:cubicBezTo>
                      <a:pt x="16286" y="14967"/>
                      <a:pt x="16286" y="14892"/>
                      <a:pt x="16286" y="14815"/>
                    </a:cubicBezTo>
                    <a:cubicBezTo>
                      <a:pt x="16248" y="14815"/>
                      <a:pt x="16211" y="14815"/>
                      <a:pt x="16173" y="14815"/>
                    </a:cubicBezTo>
                    <a:cubicBezTo>
                      <a:pt x="16173" y="14778"/>
                      <a:pt x="16173" y="14741"/>
                      <a:pt x="16173" y="14702"/>
                    </a:cubicBezTo>
                    <a:cubicBezTo>
                      <a:pt x="16135" y="14702"/>
                      <a:pt x="16098" y="14702"/>
                      <a:pt x="16060" y="14702"/>
                    </a:cubicBezTo>
                    <a:cubicBezTo>
                      <a:pt x="16060" y="14665"/>
                      <a:pt x="16060" y="14628"/>
                      <a:pt x="16060" y="14589"/>
                    </a:cubicBezTo>
                    <a:cubicBezTo>
                      <a:pt x="16022" y="14589"/>
                      <a:pt x="15985" y="14589"/>
                      <a:pt x="15946" y="14589"/>
                    </a:cubicBezTo>
                    <a:cubicBezTo>
                      <a:pt x="15946" y="14552"/>
                      <a:pt x="15946" y="14515"/>
                      <a:pt x="15946" y="14476"/>
                    </a:cubicBezTo>
                    <a:cubicBezTo>
                      <a:pt x="15872" y="14476"/>
                      <a:pt x="15797" y="14476"/>
                      <a:pt x="15720" y="14476"/>
                    </a:cubicBezTo>
                    <a:close/>
                    <a:moveTo>
                      <a:pt x="16964" y="15155"/>
                    </a:moveTo>
                    <a:cubicBezTo>
                      <a:pt x="16964" y="15192"/>
                      <a:pt x="16964" y="15229"/>
                      <a:pt x="16964" y="15268"/>
                    </a:cubicBezTo>
                    <a:cubicBezTo>
                      <a:pt x="16927" y="15268"/>
                      <a:pt x="16890" y="15268"/>
                      <a:pt x="16851" y="15268"/>
                    </a:cubicBezTo>
                    <a:cubicBezTo>
                      <a:pt x="16851" y="15305"/>
                      <a:pt x="16851" y="15343"/>
                      <a:pt x="16851" y="15381"/>
                    </a:cubicBezTo>
                    <a:cubicBezTo>
                      <a:pt x="16814" y="15381"/>
                      <a:pt x="16777" y="15381"/>
                      <a:pt x="16738" y="15381"/>
                    </a:cubicBezTo>
                    <a:cubicBezTo>
                      <a:pt x="16738" y="15418"/>
                      <a:pt x="16738" y="15456"/>
                      <a:pt x="16738" y="15494"/>
                    </a:cubicBezTo>
                    <a:cubicBezTo>
                      <a:pt x="16701" y="15494"/>
                      <a:pt x="16663" y="15494"/>
                      <a:pt x="16625" y="15494"/>
                    </a:cubicBezTo>
                    <a:cubicBezTo>
                      <a:pt x="16625" y="15531"/>
                      <a:pt x="16625" y="15569"/>
                      <a:pt x="16625" y="15607"/>
                    </a:cubicBezTo>
                    <a:cubicBezTo>
                      <a:pt x="16588" y="15607"/>
                      <a:pt x="16550" y="15607"/>
                      <a:pt x="16512" y="15607"/>
                    </a:cubicBezTo>
                    <a:cubicBezTo>
                      <a:pt x="16512" y="15644"/>
                      <a:pt x="16512" y="15682"/>
                      <a:pt x="16512" y="15720"/>
                    </a:cubicBezTo>
                    <a:cubicBezTo>
                      <a:pt x="16475" y="15720"/>
                      <a:pt x="16437" y="15720"/>
                      <a:pt x="16399" y="15720"/>
                    </a:cubicBezTo>
                    <a:cubicBezTo>
                      <a:pt x="16399" y="15758"/>
                      <a:pt x="16399" y="15795"/>
                      <a:pt x="16399" y="15833"/>
                    </a:cubicBezTo>
                    <a:cubicBezTo>
                      <a:pt x="16361" y="15833"/>
                      <a:pt x="16324" y="15833"/>
                      <a:pt x="16286" y="15833"/>
                    </a:cubicBezTo>
                    <a:cubicBezTo>
                      <a:pt x="16286" y="15871"/>
                      <a:pt x="16286" y="15908"/>
                      <a:pt x="16286" y="15946"/>
                    </a:cubicBezTo>
                    <a:cubicBezTo>
                      <a:pt x="16248" y="15946"/>
                      <a:pt x="16211" y="15946"/>
                      <a:pt x="16173" y="15946"/>
                    </a:cubicBezTo>
                    <a:cubicBezTo>
                      <a:pt x="16173" y="15984"/>
                      <a:pt x="16173" y="16021"/>
                      <a:pt x="16173" y="16060"/>
                    </a:cubicBezTo>
                    <a:cubicBezTo>
                      <a:pt x="16135" y="16060"/>
                      <a:pt x="16098" y="16060"/>
                      <a:pt x="16060" y="16060"/>
                    </a:cubicBezTo>
                    <a:cubicBezTo>
                      <a:pt x="16060" y="16097"/>
                      <a:pt x="16060" y="16134"/>
                      <a:pt x="16060" y="16173"/>
                    </a:cubicBezTo>
                    <a:cubicBezTo>
                      <a:pt x="16022" y="16173"/>
                      <a:pt x="15985" y="16173"/>
                      <a:pt x="15946" y="16173"/>
                    </a:cubicBezTo>
                    <a:cubicBezTo>
                      <a:pt x="15946" y="16210"/>
                      <a:pt x="15946" y="16247"/>
                      <a:pt x="15946" y="16286"/>
                    </a:cubicBezTo>
                    <a:cubicBezTo>
                      <a:pt x="15909" y="16286"/>
                      <a:pt x="15872" y="16286"/>
                      <a:pt x="15833" y="16286"/>
                    </a:cubicBezTo>
                    <a:cubicBezTo>
                      <a:pt x="15833" y="16323"/>
                      <a:pt x="15833" y="16360"/>
                      <a:pt x="15833" y="16399"/>
                    </a:cubicBezTo>
                    <a:cubicBezTo>
                      <a:pt x="15796" y="16399"/>
                      <a:pt x="15759" y="16399"/>
                      <a:pt x="15720" y="16399"/>
                    </a:cubicBezTo>
                    <a:cubicBezTo>
                      <a:pt x="15720" y="16436"/>
                      <a:pt x="15720" y="16473"/>
                      <a:pt x="15720" y="16512"/>
                    </a:cubicBezTo>
                    <a:cubicBezTo>
                      <a:pt x="15683" y="16512"/>
                      <a:pt x="15646" y="16512"/>
                      <a:pt x="15607" y="16512"/>
                    </a:cubicBezTo>
                    <a:cubicBezTo>
                      <a:pt x="15607" y="16661"/>
                      <a:pt x="15607" y="16810"/>
                      <a:pt x="15607" y="16964"/>
                    </a:cubicBezTo>
                    <a:cubicBezTo>
                      <a:pt x="15644" y="16964"/>
                      <a:pt x="15682" y="16964"/>
                      <a:pt x="15720" y="16964"/>
                    </a:cubicBezTo>
                    <a:cubicBezTo>
                      <a:pt x="15720" y="17002"/>
                      <a:pt x="15720" y="17039"/>
                      <a:pt x="15720" y="17077"/>
                    </a:cubicBezTo>
                    <a:cubicBezTo>
                      <a:pt x="15758" y="17077"/>
                      <a:pt x="15795" y="17077"/>
                      <a:pt x="15833" y="17077"/>
                    </a:cubicBezTo>
                    <a:cubicBezTo>
                      <a:pt x="15833" y="17115"/>
                      <a:pt x="15833" y="17152"/>
                      <a:pt x="15833" y="17190"/>
                    </a:cubicBezTo>
                    <a:cubicBezTo>
                      <a:pt x="15871" y="17190"/>
                      <a:pt x="15908" y="17190"/>
                      <a:pt x="15946" y="17190"/>
                    </a:cubicBezTo>
                    <a:cubicBezTo>
                      <a:pt x="15946" y="17228"/>
                      <a:pt x="15946" y="17265"/>
                      <a:pt x="15946" y="17304"/>
                    </a:cubicBezTo>
                    <a:cubicBezTo>
                      <a:pt x="15984" y="17304"/>
                      <a:pt x="16021" y="17304"/>
                      <a:pt x="16060" y="17304"/>
                    </a:cubicBezTo>
                    <a:cubicBezTo>
                      <a:pt x="16060" y="17341"/>
                      <a:pt x="16060" y="17378"/>
                      <a:pt x="16060" y="17417"/>
                    </a:cubicBezTo>
                    <a:cubicBezTo>
                      <a:pt x="16097" y="17417"/>
                      <a:pt x="16134" y="17417"/>
                      <a:pt x="16173" y="17417"/>
                    </a:cubicBezTo>
                    <a:cubicBezTo>
                      <a:pt x="16173" y="17454"/>
                      <a:pt x="16173" y="17491"/>
                      <a:pt x="16173" y="17530"/>
                    </a:cubicBezTo>
                    <a:cubicBezTo>
                      <a:pt x="16210" y="17530"/>
                      <a:pt x="16247" y="17530"/>
                      <a:pt x="16286" y="17530"/>
                    </a:cubicBezTo>
                    <a:cubicBezTo>
                      <a:pt x="16286" y="17567"/>
                      <a:pt x="16286" y="17604"/>
                      <a:pt x="16286" y="17643"/>
                    </a:cubicBezTo>
                    <a:cubicBezTo>
                      <a:pt x="16323" y="17643"/>
                      <a:pt x="16360" y="17643"/>
                      <a:pt x="16399" y="17643"/>
                    </a:cubicBezTo>
                    <a:cubicBezTo>
                      <a:pt x="16399" y="17718"/>
                      <a:pt x="16399" y="17792"/>
                      <a:pt x="16399" y="17869"/>
                    </a:cubicBezTo>
                    <a:cubicBezTo>
                      <a:pt x="16473" y="17869"/>
                      <a:pt x="16548" y="17869"/>
                      <a:pt x="16625" y="17869"/>
                    </a:cubicBezTo>
                    <a:cubicBezTo>
                      <a:pt x="16625" y="17906"/>
                      <a:pt x="16625" y="17944"/>
                      <a:pt x="16625" y="17982"/>
                    </a:cubicBezTo>
                    <a:cubicBezTo>
                      <a:pt x="16662" y="17982"/>
                      <a:pt x="16700" y="17982"/>
                      <a:pt x="16738" y="17982"/>
                    </a:cubicBezTo>
                    <a:cubicBezTo>
                      <a:pt x="16738" y="18019"/>
                      <a:pt x="16738" y="18057"/>
                      <a:pt x="16738" y="18095"/>
                    </a:cubicBezTo>
                    <a:cubicBezTo>
                      <a:pt x="16775" y="18095"/>
                      <a:pt x="16813" y="18095"/>
                      <a:pt x="16851" y="18095"/>
                    </a:cubicBezTo>
                    <a:cubicBezTo>
                      <a:pt x="16851" y="18133"/>
                      <a:pt x="16851" y="18170"/>
                      <a:pt x="16851" y="18208"/>
                    </a:cubicBezTo>
                    <a:cubicBezTo>
                      <a:pt x="16889" y="18208"/>
                      <a:pt x="16926" y="18208"/>
                      <a:pt x="16964" y="18208"/>
                    </a:cubicBezTo>
                    <a:cubicBezTo>
                      <a:pt x="16964" y="18246"/>
                      <a:pt x="16964" y="18283"/>
                      <a:pt x="16964" y="18321"/>
                    </a:cubicBezTo>
                    <a:cubicBezTo>
                      <a:pt x="17002" y="18321"/>
                      <a:pt x="17039" y="18321"/>
                      <a:pt x="17077" y="18321"/>
                    </a:cubicBezTo>
                    <a:cubicBezTo>
                      <a:pt x="17077" y="18359"/>
                      <a:pt x="17077" y="18396"/>
                      <a:pt x="17077" y="18435"/>
                    </a:cubicBezTo>
                    <a:cubicBezTo>
                      <a:pt x="17115" y="18435"/>
                      <a:pt x="17152" y="18435"/>
                      <a:pt x="17190" y="18435"/>
                    </a:cubicBezTo>
                    <a:cubicBezTo>
                      <a:pt x="17190" y="18472"/>
                      <a:pt x="17190" y="18509"/>
                      <a:pt x="17190" y="18548"/>
                    </a:cubicBezTo>
                    <a:cubicBezTo>
                      <a:pt x="17228" y="18548"/>
                      <a:pt x="17265" y="18548"/>
                      <a:pt x="17304" y="18548"/>
                    </a:cubicBezTo>
                    <a:cubicBezTo>
                      <a:pt x="17304" y="18585"/>
                      <a:pt x="17304" y="18622"/>
                      <a:pt x="17304" y="18661"/>
                    </a:cubicBezTo>
                    <a:cubicBezTo>
                      <a:pt x="17341" y="18661"/>
                      <a:pt x="17378" y="18661"/>
                      <a:pt x="17417" y="18661"/>
                    </a:cubicBezTo>
                    <a:cubicBezTo>
                      <a:pt x="17417" y="18698"/>
                      <a:pt x="17417" y="18735"/>
                      <a:pt x="17417" y="18774"/>
                    </a:cubicBezTo>
                    <a:cubicBezTo>
                      <a:pt x="17454" y="18774"/>
                      <a:pt x="17491" y="18774"/>
                      <a:pt x="17530" y="18774"/>
                    </a:cubicBezTo>
                    <a:cubicBezTo>
                      <a:pt x="17530" y="18811"/>
                      <a:pt x="17530" y="18848"/>
                      <a:pt x="17530" y="18887"/>
                    </a:cubicBezTo>
                    <a:cubicBezTo>
                      <a:pt x="17567" y="18887"/>
                      <a:pt x="17604" y="18887"/>
                      <a:pt x="17643" y="18887"/>
                    </a:cubicBezTo>
                    <a:cubicBezTo>
                      <a:pt x="17643" y="18924"/>
                      <a:pt x="17643" y="18962"/>
                      <a:pt x="17643" y="19000"/>
                    </a:cubicBezTo>
                    <a:cubicBezTo>
                      <a:pt x="17680" y="19000"/>
                      <a:pt x="17717" y="19000"/>
                      <a:pt x="17756" y="19000"/>
                    </a:cubicBezTo>
                    <a:cubicBezTo>
                      <a:pt x="17756" y="19037"/>
                      <a:pt x="17756" y="19075"/>
                      <a:pt x="17756" y="19113"/>
                    </a:cubicBezTo>
                    <a:cubicBezTo>
                      <a:pt x="17793" y="19113"/>
                      <a:pt x="17831" y="19113"/>
                      <a:pt x="17869" y="19113"/>
                    </a:cubicBezTo>
                    <a:cubicBezTo>
                      <a:pt x="17869" y="19150"/>
                      <a:pt x="17869" y="19188"/>
                      <a:pt x="17869" y="19226"/>
                    </a:cubicBezTo>
                    <a:cubicBezTo>
                      <a:pt x="17906" y="19226"/>
                      <a:pt x="17944" y="19226"/>
                      <a:pt x="17982" y="19226"/>
                    </a:cubicBezTo>
                    <a:cubicBezTo>
                      <a:pt x="17982" y="19264"/>
                      <a:pt x="17982" y="19301"/>
                      <a:pt x="17982" y="19339"/>
                    </a:cubicBezTo>
                    <a:cubicBezTo>
                      <a:pt x="18019" y="19339"/>
                      <a:pt x="18057" y="19339"/>
                      <a:pt x="18095" y="19339"/>
                    </a:cubicBezTo>
                    <a:cubicBezTo>
                      <a:pt x="18095" y="19377"/>
                      <a:pt x="18095" y="19414"/>
                      <a:pt x="18095" y="19452"/>
                    </a:cubicBezTo>
                    <a:cubicBezTo>
                      <a:pt x="18133" y="19452"/>
                      <a:pt x="18170" y="19452"/>
                      <a:pt x="18208" y="19452"/>
                    </a:cubicBezTo>
                    <a:cubicBezTo>
                      <a:pt x="18208" y="19490"/>
                      <a:pt x="18208" y="19527"/>
                      <a:pt x="18208" y="19565"/>
                    </a:cubicBezTo>
                    <a:cubicBezTo>
                      <a:pt x="18246" y="19565"/>
                      <a:pt x="18283" y="19565"/>
                      <a:pt x="18321" y="19565"/>
                    </a:cubicBezTo>
                    <a:cubicBezTo>
                      <a:pt x="18321" y="19603"/>
                      <a:pt x="18321" y="19640"/>
                      <a:pt x="18321" y="19679"/>
                    </a:cubicBezTo>
                    <a:cubicBezTo>
                      <a:pt x="18359" y="19679"/>
                      <a:pt x="18396" y="19679"/>
                      <a:pt x="18435" y="19679"/>
                    </a:cubicBezTo>
                    <a:cubicBezTo>
                      <a:pt x="18435" y="19716"/>
                      <a:pt x="18435" y="19753"/>
                      <a:pt x="18435" y="19792"/>
                    </a:cubicBezTo>
                    <a:cubicBezTo>
                      <a:pt x="18472" y="19792"/>
                      <a:pt x="18509" y="19792"/>
                      <a:pt x="18548" y="19792"/>
                    </a:cubicBezTo>
                    <a:cubicBezTo>
                      <a:pt x="18548" y="19829"/>
                      <a:pt x="18548" y="19866"/>
                      <a:pt x="18548" y="19905"/>
                    </a:cubicBezTo>
                    <a:cubicBezTo>
                      <a:pt x="18585" y="19905"/>
                      <a:pt x="18622" y="19905"/>
                      <a:pt x="18661" y="19905"/>
                    </a:cubicBezTo>
                    <a:cubicBezTo>
                      <a:pt x="18661" y="19942"/>
                      <a:pt x="18661" y="19979"/>
                      <a:pt x="18661" y="20018"/>
                    </a:cubicBezTo>
                    <a:cubicBezTo>
                      <a:pt x="18698" y="20018"/>
                      <a:pt x="18735" y="20018"/>
                      <a:pt x="18774" y="20018"/>
                    </a:cubicBezTo>
                    <a:cubicBezTo>
                      <a:pt x="18774" y="20055"/>
                      <a:pt x="18774" y="20092"/>
                      <a:pt x="18774" y="20131"/>
                    </a:cubicBezTo>
                    <a:cubicBezTo>
                      <a:pt x="18811" y="20131"/>
                      <a:pt x="18848" y="20131"/>
                      <a:pt x="18887" y="20131"/>
                    </a:cubicBezTo>
                    <a:cubicBezTo>
                      <a:pt x="18887" y="20168"/>
                      <a:pt x="18887" y="20206"/>
                      <a:pt x="18887" y="20244"/>
                    </a:cubicBezTo>
                    <a:cubicBezTo>
                      <a:pt x="18924" y="20244"/>
                      <a:pt x="18962" y="20244"/>
                      <a:pt x="19000" y="20244"/>
                    </a:cubicBezTo>
                    <a:cubicBezTo>
                      <a:pt x="19000" y="20281"/>
                      <a:pt x="19000" y="20319"/>
                      <a:pt x="19000" y="20357"/>
                    </a:cubicBezTo>
                    <a:cubicBezTo>
                      <a:pt x="19037" y="20357"/>
                      <a:pt x="19075" y="20357"/>
                      <a:pt x="19113" y="20357"/>
                    </a:cubicBezTo>
                    <a:cubicBezTo>
                      <a:pt x="19113" y="20394"/>
                      <a:pt x="19113" y="20432"/>
                      <a:pt x="19113" y="20470"/>
                    </a:cubicBezTo>
                    <a:cubicBezTo>
                      <a:pt x="19150" y="20470"/>
                      <a:pt x="19188" y="20470"/>
                      <a:pt x="19226" y="20470"/>
                    </a:cubicBezTo>
                    <a:cubicBezTo>
                      <a:pt x="19226" y="20508"/>
                      <a:pt x="19226" y="20545"/>
                      <a:pt x="19226" y="20583"/>
                    </a:cubicBezTo>
                    <a:cubicBezTo>
                      <a:pt x="19264" y="20583"/>
                      <a:pt x="19301" y="20583"/>
                      <a:pt x="19339" y="20583"/>
                    </a:cubicBezTo>
                    <a:cubicBezTo>
                      <a:pt x="19339" y="20621"/>
                      <a:pt x="19339" y="20658"/>
                      <a:pt x="19339" y="20696"/>
                    </a:cubicBezTo>
                    <a:cubicBezTo>
                      <a:pt x="19377" y="20696"/>
                      <a:pt x="19414" y="20696"/>
                      <a:pt x="19452" y="20696"/>
                    </a:cubicBezTo>
                    <a:cubicBezTo>
                      <a:pt x="19452" y="20734"/>
                      <a:pt x="19452" y="20771"/>
                      <a:pt x="19452" y="20810"/>
                    </a:cubicBezTo>
                    <a:cubicBezTo>
                      <a:pt x="19490" y="20810"/>
                      <a:pt x="19527" y="20810"/>
                      <a:pt x="19565" y="20810"/>
                    </a:cubicBezTo>
                    <a:cubicBezTo>
                      <a:pt x="19565" y="20847"/>
                      <a:pt x="19565" y="20884"/>
                      <a:pt x="19565" y="20923"/>
                    </a:cubicBezTo>
                    <a:cubicBezTo>
                      <a:pt x="19603" y="20923"/>
                      <a:pt x="19640" y="20923"/>
                      <a:pt x="19679" y="20923"/>
                    </a:cubicBezTo>
                    <a:cubicBezTo>
                      <a:pt x="19679" y="20960"/>
                      <a:pt x="19679" y="20997"/>
                      <a:pt x="19679" y="21036"/>
                    </a:cubicBezTo>
                    <a:cubicBezTo>
                      <a:pt x="19716" y="21036"/>
                      <a:pt x="19753" y="21036"/>
                      <a:pt x="19792" y="21036"/>
                    </a:cubicBezTo>
                    <a:cubicBezTo>
                      <a:pt x="19792" y="21073"/>
                      <a:pt x="19792" y="21110"/>
                      <a:pt x="19792" y="21149"/>
                    </a:cubicBezTo>
                    <a:cubicBezTo>
                      <a:pt x="19829" y="21149"/>
                      <a:pt x="19866" y="21149"/>
                      <a:pt x="19905" y="21149"/>
                    </a:cubicBezTo>
                    <a:cubicBezTo>
                      <a:pt x="19905" y="21186"/>
                      <a:pt x="19905" y="21223"/>
                      <a:pt x="19905" y="21262"/>
                    </a:cubicBezTo>
                    <a:cubicBezTo>
                      <a:pt x="19942" y="21262"/>
                      <a:pt x="19979" y="21262"/>
                      <a:pt x="20018" y="21262"/>
                    </a:cubicBezTo>
                    <a:cubicBezTo>
                      <a:pt x="20018" y="21299"/>
                      <a:pt x="20018" y="21337"/>
                      <a:pt x="20018" y="21375"/>
                    </a:cubicBezTo>
                    <a:cubicBezTo>
                      <a:pt x="20279" y="21375"/>
                      <a:pt x="20540" y="21375"/>
                      <a:pt x="20810" y="21375"/>
                    </a:cubicBezTo>
                    <a:cubicBezTo>
                      <a:pt x="20810" y="21338"/>
                      <a:pt x="20810" y="21300"/>
                      <a:pt x="20810" y="21262"/>
                    </a:cubicBezTo>
                    <a:cubicBezTo>
                      <a:pt x="20847" y="21262"/>
                      <a:pt x="20884" y="21262"/>
                      <a:pt x="20923" y="21262"/>
                    </a:cubicBezTo>
                    <a:cubicBezTo>
                      <a:pt x="20923" y="21225"/>
                      <a:pt x="20923" y="21187"/>
                      <a:pt x="20923" y="21149"/>
                    </a:cubicBezTo>
                    <a:cubicBezTo>
                      <a:pt x="20960" y="21149"/>
                      <a:pt x="20997" y="21149"/>
                      <a:pt x="21036" y="21149"/>
                    </a:cubicBezTo>
                    <a:cubicBezTo>
                      <a:pt x="21036" y="21111"/>
                      <a:pt x="21036" y="21074"/>
                      <a:pt x="21036" y="21036"/>
                    </a:cubicBezTo>
                    <a:cubicBezTo>
                      <a:pt x="21073" y="21036"/>
                      <a:pt x="21110" y="21036"/>
                      <a:pt x="21149" y="21036"/>
                    </a:cubicBezTo>
                    <a:cubicBezTo>
                      <a:pt x="21149" y="20998"/>
                      <a:pt x="21149" y="20961"/>
                      <a:pt x="21149" y="20923"/>
                    </a:cubicBezTo>
                    <a:cubicBezTo>
                      <a:pt x="21186" y="20923"/>
                      <a:pt x="21223" y="20923"/>
                      <a:pt x="21262" y="20923"/>
                    </a:cubicBezTo>
                    <a:cubicBezTo>
                      <a:pt x="21262" y="20885"/>
                      <a:pt x="21262" y="20848"/>
                      <a:pt x="21262" y="20810"/>
                    </a:cubicBezTo>
                    <a:cubicBezTo>
                      <a:pt x="21337" y="20810"/>
                      <a:pt x="21411" y="20810"/>
                      <a:pt x="21488" y="20810"/>
                    </a:cubicBezTo>
                    <a:cubicBezTo>
                      <a:pt x="21488" y="20772"/>
                      <a:pt x="21488" y="20735"/>
                      <a:pt x="21488" y="20696"/>
                    </a:cubicBezTo>
                    <a:cubicBezTo>
                      <a:pt x="21525" y="20696"/>
                      <a:pt x="21563" y="20696"/>
                      <a:pt x="21601" y="20696"/>
                    </a:cubicBezTo>
                    <a:cubicBezTo>
                      <a:pt x="21601" y="20659"/>
                      <a:pt x="21601" y="20622"/>
                      <a:pt x="21601" y="20583"/>
                    </a:cubicBezTo>
                    <a:cubicBezTo>
                      <a:pt x="21639" y="20583"/>
                      <a:pt x="21676" y="20583"/>
                      <a:pt x="21714" y="20583"/>
                    </a:cubicBezTo>
                    <a:cubicBezTo>
                      <a:pt x="21714" y="20509"/>
                      <a:pt x="21714" y="20434"/>
                      <a:pt x="21714" y="20357"/>
                    </a:cubicBezTo>
                    <a:cubicBezTo>
                      <a:pt x="21752" y="20357"/>
                      <a:pt x="21789" y="20357"/>
                      <a:pt x="21827" y="20357"/>
                    </a:cubicBezTo>
                    <a:cubicBezTo>
                      <a:pt x="21827" y="20282"/>
                      <a:pt x="21827" y="20208"/>
                      <a:pt x="21827" y="20131"/>
                    </a:cubicBezTo>
                    <a:cubicBezTo>
                      <a:pt x="21865" y="20131"/>
                      <a:pt x="21902" y="20131"/>
                      <a:pt x="21940" y="20131"/>
                    </a:cubicBezTo>
                    <a:cubicBezTo>
                      <a:pt x="21940" y="19982"/>
                      <a:pt x="21940" y="19832"/>
                      <a:pt x="21940" y="19679"/>
                    </a:cubicBezTo>
                    <a:cubicBezTo>
                      <a:pt x="21903" y="19679"/>
                      <a:pt x="21866" y="19679"/>
                      <a:pt x="21827" y="19679"/>
                    </a:cubicBezTo>
                    <a:cubicBezTo>
                      <a:pt x="21827" y="19604"/>
                      <a:pt x="21827" y="19529"/>
                      <a:pt x="21827" y="19452"/>
                    </a:cubicBezTo>
                    <a:cubicBezTo>
                      <a:pt x="21790" y="19452"/>
                      <a:pt x="21753" y="19452"/>
                      <a:pt x="21714" y="19452"/>
                    </a:cubicBezTo>
                    <a:cubicBezTo>
                      <a:pt x="21714" y="19415"/>
                      <a:pt x="21714" y="19378"/>
                      <a:pt x="21714" y="19339"/>
                    </a:cubicBezTo>
                    <a:cubicBezTo>
                      <a:pt x="21677" y="19339"/>
                      <a:pt x="21640" y="19339"/>
                      <a:pt x="21601" y="19339"/>
                    </a:cubicBezTo>
                    <a:cubicBezTo>
                      <a:pt x="21601" y="19302"/>
                      <a:pt x="21601" y="19265"/>
                      <a:pt x="21601" y="19226"/>
                    </a:cubicBezTo>
                    <a:cubicBezTo>
                      <a:pt x="21564" y="19226"/>
                      <a:pt x="21527" y="19226"/>
                      <a:pt x="21488" y="19226"/>
                    </a:cubicBezTo>
                    <a:cubicBezTo>
                      <a:pt x="21488" y="19189"/>
                      <a:pt x="21488" y="19152"/>
                      <a:pt x="21488" y="19113"/>
                    </a:cubicBezTo>
                    <a:cubicBezTo>
                      <a:pt x="21451" y="19113"/>
                      <a:pt x="21413" y="19113"/>
                      <a:pt x="21375" y="19113"/>
                    </a:cubicBezTo>
                    <a:cubicBezTo>
                      <a:pt x="21375" y="19076"/>
                      <a:pt x="21375" y="19038"/>
                      <a:pt x="21375" y="19000"/>
                    </a:cubicBezTo>
                    <a:cubicBezTo>
                      <a:pt x="21338" y="19000"/>
                      <a:pt x="21300" y="19000"/>
                      <a:pt x="21262" y="19000"/>
                    </a:cubicBezTo>
                    <a:cubicBezTo>
                      <a:pt x="21262" y="18963"/>
                      <a:pt x="21262" y="18925"/>
                      <a:pt x="21262" y="18887"/>
                    </a:cubicBezTo>
                    <a:cubicBezTo>
                      <a:pt x="21225" y="18887"/>
                      <a:pt x="21187" y="18887"/>
                      <a:pt x="21149" y="18887"/>
                    </a:cubicBezTo>
                    <a:cubicBezTo>
                      <a:pt x="21149" y="18850"/>
                      <a:pt x="21149" y="18812"/>
                      <a:pt x="21149" y="18774"/>
                    </a:cubicBezTo>
                    <a:cubicBezTo>
                      <a:pt x="21111" y="18774"/>
                      <a:pt x="21074" y="18774"/>
                      <a:pt x="21036" y="18774"/>
                    </a:cubicBezTo>
                    <a:cubicBezTo>
                      <a:pt x="21036" y="18736"/>
                      <a:pt x="21036" y="18699"/>
                      <a:pt x="21036" y="18661"/>
                    </a:cubicBezTo>
                    <a:cubicBezTo>
                      <a:pt x="20998" y="18661"/>
                      <a:pt x="20961" y="18661"/>
                      <a:pt x="20923" y="18661"/>
                    </a:cubicBezTo>
                    <a:cubicBezTo>
                      <a:pt x="20923" y="18623"/>
                      <a:pt x="20923" y="18586"/>
                      <a:pt x="20923" y="18548"/>
                    </a:cubicBezTo>
                    <a:cubicBezTo>
                      <a:pt x="20885" y="18548"/>
                      <a:pt x="20848" y="18548"/>
                      <a:pt x="20810" y="18548"/>
                    </a:cubicBezTo>
                    <a:cubicBezTo>
                      <a:pt x="20810" y="18510"/>
                      <a:pt x="20810" y="18473"/>
                      <a:pt x="20810" y="18435"/>
                    </a:cubicBezTo>
                    <a:cubicBezTo>
                      <a:pt x="20772" y="18435"/>
                      <a:pt x="20735" y="18435"/>
                      <a:pt x="20696" y="18435"/>
                    </a:cubicBezTo>
                    <a:cubicBezTo>
                      <a:pt x="20696" y="18397"/>
                      <a:pt x="20696" y="18360"/>
                      <a:pt x="20696" y="18321"/>
                    </a:cubicBezTo>
                    <a:cubicBezTo>
                      <a:pt x="20659" y="18321"/>
                      <a:pt x="20622" y="18321"/>
                      <a:pt x="20583" y="18321"/>
                    </a:cubicBezTo>
                    <a:cubicBezTo>
                      <a:pt x="20583" y="18284"/>
                      <a:pt x="20583" y="18247"/>
                      <a:pt x="20583" y="18208"/>
                    </a:cubicBezTo>
                    <a:cubicBezTo>
                      <a:pt x="20546" y="18208"/>
                      <a:pt x="20509" y="18208"/>
                      <a:pt x="20470" y="18208"/>
                    </a:cubicBezTo>
                    <a:cubicBezTo>
                      <a:pt x="20470" y="18171"/>
                      <a:pt x="20470" y="18134"/>
                      <a:pt x="20470" y="18095"/>
                    </a:cubicBezTo>
                    <a:cubicBezTo>
                      <a:pt x="20433" y="18095"/>
                      <a:pt x="20396" y="18095"/>
                      <a:pt x="20357" y="18095"/>
                    </a:cubicBezTo>
                    <a:cubicBezTo>
                      <a:pt x="20357" y="18058"/>
                      <a:pt x="20357" y="18021"/>
                      <a:pt x="20357" y="17982"/>
                    </a:cubicBezTo>
                    <a:cubicBezTo>
                      <a:pt x="20320" y="17982"/>
                      <a:pt x="20282" y="17982"/>
                      <a:pt x="20244" y="17982"/>
                    </a:cubicBezTo>
                    <a:cubicBezTo>
                      <a:pt x="20244" y="17945"/>
                      <a:pt x="20244" y="17908"/>
                      <a:pt x="20244" y="17869"/>
                    </a:cubicBezTo>
                    <a:cubicBezTo>
                      <a:pt x="20207" y="17869"/>
                      <a:pt x="20169" y="17869"/>
                      <a:pt x="20131" y="17869"/>
                    </a:cubicBezTo>
                    <a:cubicBezTo>
                      <a:pt x="20131" y="17832"/>
                      <a:pt x="20131" y="17794"/>
                      <a:pt x="20131" y="17756"/>
                    </a:cubicBezTo>
                    <a:cubicBezTo>
                      <a:pt x="20094" y="17756"/>
                      <a:pt x="20056" y="17756"/>
                      <a:pt x="20018" y="17756"/>
                    </a:cubicBezTo>
                    <a:cubicBezTo>
                      <a:pt x="20018" y="17719"/>
                      <a:pt x="20018" y="17681"/>
                      <a:pt x="20018" y="17643"/>
                    </a:cubicBezTo>
                    <a:cubicBezTo>
                      <a:pt x="19981" y="17643"/>
                      <a:pt x="19943" y="17643"/>
                      <a:pt x="19905" y="17643"/>
                    </a:cubicBezTo>
                    <a:cubicBezTo>
                      <a:pt x="19905" y="17606"/>
                      <a:pt x="19905" y="17568"/>
                      <a:pt x="19905" y="17530"/>
                    </a:cubicBezTo>
                    <a:cubicBezTo>
                      <a:pt x="19867" y="17530"/>
                      <a:pt x="19830" y="17530"/>
                      <a:pt x="19792" y="17530"/>
                    </a:cubicBezTo>
                    <a:cubicBezTo>
                      <a:pt x="19792" y="17492"/>
                      <a:pt x="19792" y="17455"/>
                      <a:pt x="19792" y="17417"/>
                    </a:cubicBezTo>
                    <a:cubicBezTo>
                      <a:pt x="19754" y="17417"/>
                      <a:pt x="19717" y="17417"/>
                      <a:pt x="19679" y="17417"/>
                    </a:cubicBezTo>
                    <a:cubicBezTo>
                      <a:pt x="19679" y="17379"/>
                      <a:pt x="19679" y="17342"/>
                      <a:pt x="19679" y="17304"/>
                    </a:cubicBezTo>
                    <a:cubicBezTo>
                      <a:pt x="19641" y="17304"/>
                      <a:pt x="19604" y="17304"/>
                      <a:pt x="19565" y="17304"/>
                    </a:cubicBezTo>
                    <a:cubicBezTo>
                      <a:pt x="19565" y="17266"/>
                      <a:pt x="19565" y="17229"/>
                      <a:pt x="19565" y="17190"/>
                    </a:cubicBezTo>
                    <a:cubicBezTo>
                      <a:pt x="19528" y="17190"/>
                      <a:pt x="19491" y="17190"/>
                      <a:pt x="19452" y="17190"/>
                    </a:cubicBezTo>
                    <a:cubicBezTo>
                      <a:pt x="19452" y="17153"/>
                      <a:pt x="19452" y="17116"/>
                      <a:pt x="19452" y="17077"/>
                    </a:cubicBezTo>
                    <a:cubicBezTo>
                      <a:pt x="19415" y="17077"/>
                      <a:pt x="19378" y="17077"/>
                      <a:pt x="19339" y="17077"/>
                    </a:cubicBezTo>
                    <a:cubicBezTo>
                      <a:pt x="19339" y="17040"/>
                      <a:pt x="19339" y="17003"/>
                      <a:pt x="19339" y="16964"/>
                    </a:cubicBezTo>
                    <a:cubicBezTo>
                      <a:pt x="19302" y="16964"/>
                      <a:pt x="19265" y="16964"/>
                      <a:pt x="19226" y="16964"/>
                    </a:cubicBezTo>
                    <a:cubicBezTo>
                      <a:pt x="19226" y="16927"/>
                      <a:pt x="19226" y="16890"/>
                      <a:pt x="19226" y="16851"/>
                    </a:cubicBezTo>
                    <a:cubicBezTo>
                      <a:pt x="19189" y="16851"/>
                      <a:pt x="19152" y="16851"/>
                      <a:pt x="19113" y="16851"/>
                    </a:cubicBezTo>
                    <a:cubicBezTo>
                      <a:pt x="19113" y="16814"/>
                      <a:pt x="19113" y="16777"/>
                      <a:pt x="19113" y="16738"/>
                    </a:cubicBezTo>
                    <a:cubicBezTo>
                      <a:pt x="19076" y="16738"/>
                      <a:pt x="19038" y="16738"/>
                      <a:pt x="19000" y="16738"/>
                    </a:cubicBezTo>
                    <a:cubicBezTo>
                      <a:pt x="19000" y="16701"/>
                      <a:pt x="19000" y="16663"/>
                      <a:pt x="19000" y="16625"/>
                    </a:cubicBezTo>
                    <a:cubicBezTo>
                      <a:pt x="18963" y="16625"/>
                      <a:pt x="18925" y="16625"/>
                      <a:pt x="18887" y="16625"/>
                    </a:cubicBezTo>
                    <a:cubicBezTo>
                      <a:pt x="18887" y="16588"/>
                      <a:pt x="18887" y="16550"/>
                      <a:pt x="18887" y="16512"/>
                    </a:cubicBezTo>
                    <a:cubicBezTo>
                      <a:pt x="18850" y="16512"/>
                      <a:pt x="18812" y="16512"/>
                      <a:pt x="18774" y="16512"/>
                    </a:cubicBezTo>
                    <a:cubicBezTo>
                      <a:pt x="18774" y="16475"/>
                      <a:pt x="18774" y="16437"/>
                      <a:pt x="18774" y="16399"/>
                    </a:cubicBezTo>
                    <a:cubicBezTo>
                      <a:pt x="18736" y="16399"/>
                      <a:pt x="18699" y="16399"/>
                      <a:pt x="18661" y="16399"/>
                    </a:cubicBezTo>
                    <a:cubicBezTo>
                      <a:pt x="18661" y="16361"/>
                      <a:pt x="18661" y="16324"/>
                      <a:pt x="18661" y="16286"/>
                    </a:cubicBezTo>
                    <a:cubicBezTo>
                      <a:pt x="18623" y="16286"/>
                      <a:pt x="18586" y="16286"/>
                      <a:pt x="18548" y="16286"/>
                    </a:cubicBezTo>
                    <a:cubicBezTo>
                      <a:pt x="18548" y="16248"/>
                      <a:pt x="18548" y="16211"/>
                      <a:pt x="18548" y="16173"/>
                    </a:cubicBezTo>
                    <a:cubicBezTo>
                      <a:pt x="18510" y="16173"/>
                      <a:pt x="18473" y="16173"/>
                      <a:pt x="18435" y="16173"/>
                    </a:cubicBezTo>
                    <a:cubicBezTo>
                      <a:pt x="18435" y="16135"/>
                      <a:pt x="18435" y="16098"/>
                      <a:pt x="18435" y="16060"/>
                    </a:cubicBezTo>
                    <a:cubicBezTo>
                      <a:pt x="18397" y="16060"/>
                      <a:pt x="18360" y="16060"/>
                      <a:pt x="18321" y="16060"/>
                    </a:cubicBezTo>
                    <a:cubicBezTo>
                      <a:pt x="18321" y="16022"/>
                      <a:pt x="18321" y="15985"/>
                      <a:pt x="18321" y="15946"/>
                    </a:cubicBezTo>
                    <a:cubicBezTo>
                      <a:pt x="18284" y="15946"/>
                      <a:pt x="18247" y="15946"/>
                      <a:pt x="18208" y="15946"/>
                    </a:cubicBezTo>
                    <a:cubicBezTo>
                      <a:pt x="18208" y="15909"/>
                      <a:pt x="18208" y="15872"/>
                      <a:pt x="18208" y="15833"/>
                    </a:cubicBezTo>
                    <a:cubicBezTo>
                      <a:pt x="18171" y="15833"/>
                      <a:pt x="18134" y="15833"/>
                      <a:pt x="18095" y="15833"/>
                    </a:cubicBezTo>
                    <a:cubicBezTo>
                      <a:pt x="18095" y="15796"/>
                      <a:pt x="18095" y="15759"/>
                      <a:pt x="18095" y="15720"/>
                    </a:cubicBezTo>
                    <a:cubicBezTo>
                      <a:pt x="18058" y="15720"/>
                      <a:pt x="18021" y="15720"/>
                      <a:pt x="17982" y="15720"/>
                    </a:cubicBezTo>
                    <a:cubicBezTo>
                      <a:pt x="17982" y="15683"/>
                      <a:pt x="17982" y="15646"/>
                      <a:pt x="17982" y="15607"/>
                    </a:cubicBezTo>
                    <a:cubicBezTo>
                      <a:pt x="17945" y="15607"/>
                      <a:pt x="17907" y="15607"/>
                      <a:pt x="17869" y="15607"/>
                    </a:cubicBezTo>
                    <a:cubicBezTo>
                      <a:pt x="17869" y="15570"/>
                      <a:pt x="17869" y="15532"/>
                      <a:pt x="17869" y="15494"/>
                    </a:cubicBezTo>
                    <a:cubicBezTo>
                      <a:pt x="17832" y="15494"/>
                      <a:pt x="17794" y="15494"/>
                      <a:pt x="17756" y="15494"/>
                    </a:cubicBezTo>
                    <a:cubicBezTo>
                      <a:pt x="17756" y="15457"/>
                      <a:pt x="17756" y="15419"/>
                      <a:pt x="17756" y="15381"/>
                    </a:cubicBezTo>
                    <a:cubicBezTo>
                      <a:pt x="17681" y="15381"/>
                      <a:pt x="17607" y="15381"/>
                      <a:pt x="17530" y="15381"/>
                    </a:cubicBezTo>
                    <a:cubicBezTo>
                      <a:pt x="17530" y="15344"/>
                      <a:pt x="17530" y="15306"/>
                      <a:pt x="17530" y="15268"/>
                    </a:cubicBezTo>
                    <a:cubicBezTo>
                      <a:pt x="17492" y="15268"/>
                      <a:pt x="17455" y="15268"/>
                      <a:pt x="17417" y="15268"/>
                    </a:cubicBezTo>
                    <a:cubicBezTo>
                      <a:pt x="17417" y="15231"/>
                      <a:pt x="17417" y="15193"/>
                      <a:pt x="17417" y="15155"/>
                    </a:cubicBezTo>
                    <a:cubicBezTo>
                      <a:pt x="17267" y="15155"/>
                      <a:pt x="17118" y="15155"/>
                      <a:pt x="16964" y="15155"/>
                    </a:cubicBezTo>
                    <a:close/>
                  </a:path>
                </a:pathLst>
              </a:custGeom>
              <a:solidFill>
                <a:srgbClr val="251047"/>
              </a:solidFill>
              <a:ln w="718" cap="flat">
                <a:noFill/>
              </a:ln>
            </p:spPr>
          </p:sp>
          <p:sp>
            <p:nvSpPr>
              <p:cNvPr id="797" name="ICON_REFERENCE_SEARCH_path_004"/>
              <p:cNvSpPr/>
              <p:nvPr/>
            </p:nvSpPr>
            <p:spPr>
              <a:xfrm>
                <a:off x="10358286" y="1237003"/>
                <a:ext cx="179539" cy="176666"/>
              </a:xfrm>
              <a:custGeom>
                <a:avLst/>
                <a:gdLst/>
                <a:ahLst/>
                <a:cxnLst/>
                <a:rect l="0" t="0" r="r" b="b"/>
                <a:pathLst>
                  <a:path w="14137" h="13911" fill="norm" stroke="0">
                    <a:moveTo>
                      <a:pt x="6107" y="0"/>
                    </a:moveTo>
                    <a:cubicBezTo>
                      <a:pt x="6816" y="0"/>
                      <a:pt x="7525" y="0"/>
                      <a:pt x="8256" y="0"/>
                    </a:cubicBezTo>
                    <a:cubicBezTo>
                      <a:pt x="8256" y="37"/>
                      <a:pt x="8256" y="75"/>
                      <a:pt x="8256" y="113"/>
                    </a:cubicBezTo>
                    <a:cubicBezTo>
                      <a:pt x="8443" y="113"/>
                      <a:pt x="8629" y="113"/>
                      <a:pt x="8821" y="113"/>
                    </a:cubicBezTo>
                    <a:cubicBezTo>
                      <a:pt x="8821" y="150"/>
                      <a:pt x="8821" y="188"/>
                      <a:pt x="8821" y="226"/>
                    </a:cubicBezTo>
                    <a:cubicBezTo>
                      <a:pt x="8971" y="226"/>
                      <a:pt x="9120" y="226"/>
                      <a:pt x="9274" y="226"/>
                    </a:cubicBezTo>
                    <a:cubicBezTo>
                      <a:pt x="9274" y="264"/>
                      <a:pt x="9274" y="301"/>
                      <a:pt x="9274" y="339"/>
                    </a:cubicBezTo>
                    <a:cubicBezTo>
                      <a:pt x="9386" y="339"/>
                      <a:pt x="9498" y="339"/>
                      <a:pt x="9613" y="339"/>
                    </a:cubicBezTo>
                    <a:cubicBezTo>
                      <a:pt x="9613" y="377"/>
                      <a:pt x="9613" y="414"/>
                      <a:pt x="9613" y="452"/>
                    </a:cubicBezTo>
                    <a:cubicBezTo>
                      <a:pt x="9725" y="452"/>
                      <a:pt x="9837" y="452"/>
                      <a:pt x="9952" y="452"/>
                    </a:cubicBezTo>
                    <a:cubicBezTo>
                      <a:pt x="9952" y="490"/>
                      <a:pt x="9952" y="527"/>
                      <a:pt x="9952" y="565"/>
                    </a:cubicBezTo>
                    <a:cubicBezTo>
                      <a:pt x="10027" y="565"/>
                      <a:pt x="10102" y="565"/>
                      <a:pt x="10179" y="565"/>
                    </a:cubicBezTo>
                    <a:cubicBezTo>
                      <a:pt x="10179" y="603"/>
                      <a:pt x="10179" y="640"/>
                      <a:pt x="10179" y="679"/>
                    </a:cubicBezTo>
                    <a:cubicBezTo>
                      <a:pt x="10253" y="679"/>
                      <a:pt x="10328" y="679"/>
                      <a:pt x="10405" y="679"/>
                    </a:cubicBezTo>
                    <a:cubicBezTo>
                      <a:pt x="10405" y="716"/>
                      <a:pt x="10405" y="753"/>
                      <a:pt x="10405" y="792"/>
                    </a:cubicBezTo>
                    <a:cubicBezTo>
                      <a:pt x="10479" y="792"/>
                      <a:pt x="10554" y="792"/>
                      <a:pt x="10631" y="792"/>
                    </a:cubicBezTo>
                    <a:cubicBezTo>
                      <a:pt x="10631" y="829"/>
                      <a:pt x="10631" y="866"/>
                      <a:pt x="10631" y="905"/>
                    </a:cubicBezTo>
                    <a:cubicBezTo>
                      <a:pt x="10706" y="905"/>
                      <a:pt x="10780" y="905"/>
                      <a:pt x="10857" y="905"/>
                    </a:cubicBezTo>
                    <a:cubicBezTo>
                      <a:pt x="10857" y="942"/>
                      <a:pt x="10857" y="979"/>
                      <a:pt x="10857" y="1018"/>
                    </a:cubicBezTo>
                    <a:cubicBezTo>
                      <a:pt x="10894" y="1018"/>
                      <a:pt x="10932" y="1018"/>
                      <a:pt x="10970" y="1018"/>
                    </a:cubicBezTo>
                    <a:cubicBezTo>
                      <a:pt x="10970" y="1055"/>
                      <a:pt x="10970" y="1093"/>
                      <a:pt x="10970" y="1131"/>
                    </a:cubicBezTo>
                    <a:cubicBezTo>
                      <a:pt x="11045" y="1131"/>
                      <a:pt x="11120" y="1131"/>
                      <a:pt x="11196" y="1131"/>
                    </a:cubicBezTo>
                    <a:cubicBezTo>
                      <a:pt x="11196" y="1168"/>
                      <a:pt x="11196" y="1206"/>
                      <a:pt x="11196" y="1244"/>
                    </a:cubicBezTo>
                    <a:cubicBezTo>
                      <a:pt x="11234" y="1244"/>
                      <a:pt x="11271" y="1244"/>
                      <a:pt x="11310" y="1244"/>
                    </a:cubicBezTo>
                    <a:cubicBezTo>
                      <a:pt x="11310" y="1281"/>
                      <a:pt x="11310" y="1319"/>
                      <a:pt x="11310" y="1357"/>
                    </a:cubicBezTo>
                    <a:cubicBezTo>
                      <a:pt x="11384" y="1357"/>
                      <a:pt x="11459" y="1357"/>
                      <a:pt x="11536" y="1357"/>
                    </a:cubicBezTo>
                    <a:cubicBezTo>
                      <a:pt x="11536" y="1394"/>
                      <a:pt x="11536" y="1432"/>
                      <a:pt x="11536" y="1470"/>
                    </a:cubicBezTo>
                    <a:cubicBezTo>
                      <a:pt x="11573" y="1470"/>
                      <a:pt x="11610" y="1470"/>
                      <a:pt x="11649" y="1470"/>
                    </a:cubicBezTo>
                    <a:cubicBezTo>
                      <a:pt x="11649" y="1508"/>
                      <a:pt x="11649" y="1545"/>
                      <a:pt x="11649" y="1583"/>
                    </a:cubicBezTo>
                    <a:cubicBezTo>
                      <a:pt x="11686" y="1583"/>
                      <a:pt x="11723" y="1583"/>
                      <a:pt x="11762" y="1583"/>
                    </a:cubicBezTo>
                    <a:cubicBezTo>
                      <a:pt x="11762" y="1621"/>
                      <a:pt x="11762" y="1658"/>
                      <a:pt x="11762" y="1696"/>
                    </a:cubicBezTo>
                    <a:cubicBezTo>
                      <a:pt x="11799" y="1696"/>
                      <a:pt x="11837" y="1696"/>
                      <a:pt x="11875" y="1696"/>
                    </a:cubicBezTo>
                    <a:cubicBezTo>
                      <a:pt x="11875" y="1734"/>
                      <a:pt x="11875" y="1771"/>
                      <a:pt x="11875" y="1810"/>
                    </a:cubicBezTo>
                    <a:cubicBezTo>
                      <a:pt x="11950" y="1810"/>
                      <a:pt x="12024" y="1810"/>
                      <a:pt x="12101" y="1810"/>
                    </a:cubicBezTo>
                    <a:cubicBezTo>
                      <a:pt x="12101" y="1847"/>
                      <a:pt x="12101" y="1884"/>
                      <a:pt x="12101" y="1923"/>
                    </a:cubicBezTo>
                    <a:cubicBezTo>
                      <a:pt x="12139" y="1923"/>
                      <a:pt x="12176" y="1923"/>
                      <a:pt x="12214" y="1923"/>
                    </a:cubicBezTo>
                    <a:cubicBezTo>
                      <a:pt x="12214" y="1997"/>
                      <a:pt x="12214" y="2072"/>
                      <a:pt x="12214" y="2149"/>
                    </a:cubicBezTo>
                    <a:cubicBezTo>
                      <a:pt x="12252" y="2149"/>
                      <a:pt x="12289" y="2149"/>
                      <a:pt x="12327" y="2149"/>
                    </a:cubicBezTo>
                    <a:cubicBezTo>
                      <a:pt x="12327" y="2186"/>
                      <a:pt x="12327" y="2223"/>
                      <a:pt x="12327" y="2262"/>
                    </a:cubicBezTo>
                    <a:cubicBezTo>
                      <a:pt x="12365" y="2262"/>
                      <a:pt x="12402" y="2262"/>
                      <a:pt x="12440" y="2262"/>
                    </a:cubicBezTo>
                    <a:cubicBezTo>
                      <a:pt x="12440" y="2299"/>
                      <a:pt x="12440" y="2337"/>
                      <a:pt x="12440" y="2375"/>
                    </a:cubicBezTo>
                    <a:cubicBezTo>
                      <a:pt x="12478" y="2375"/>
                      <a:pt x="12515" y="2375"/>
                      <a:pt x="12554" y="2375"/>
                    </a:cubicBezTo>
                    <a:cubicBezTo>
                      <a:pt x="12554" y="2412"/>
                      <a:pt x="12554" y="2450"/>
                      <a:pt x="12554" y="2488"/>
                    </a:cubicBezTo>
                    <a:cubicBezTo>
                      <a:pt x="12591" y="2488"/>
                      <a:pt x="12628" y="2488"/>
                      <a:pt x="12667" y="2488"/>
                    </a:cubicBezTo>
                    <a:cubicBezTo>
                      <a:pt x="12667" y="2525"/>
                      <a:pt x="12667" y="2563"/>
                      <a:pt x="12667" y="2601"/>
                    </a:cubicBezTo>
                    <a:cubicBezTo>
                      <a:pt x="12704" y="2601"/>
                      <a:pt x="12741" y="2601"/>
                      <a:pt x="12780" y="2601"/>
                    </a:cubicBezTo>
                    <a:cubicBezTo>
                      <a:pt x="12780" y="2676"/>
                      <a:pt x="12780" y="2750"/>
                      <a:pt x="12780" y="2827"/>
                    </a:cubicBezTo>
                    <a:cubicBezTo>
                      <a:pt x="12817" y="2827"/>
                      <a:pt x="12854" y="2827"/>
                      <a:pt x="12893" y="2827"/>
                    </a:cubicBezTo>
                    <a:cubicBezTo>
                      <a:pt x="12893" y="2865"/>
                      <a:pt x="12893" y="2902"/>
                      <a:pt x="12893" y="2940"/>
                    </a:cubicBezTo>
                    <a:cubicBezTo>
                      <a:pt x="12930" y="2940"/>
                      <a:pt x="12968" y="2940"/>
                      <a:pt x="13006" y="2940"/>
                    </a:cubicBezTo>
                    <a:cubicBezTo>
                      <a:pt x="13006" y="3015"/>
                      <a:pt x="13006" y="3090"/>
                      <a:pt x="13006" y="3167"/>
                    </a:cubicBezTo>
                    <a:cubicBezTo>
                      <a:pt x="13043" y="3167"/>
                      <a:pt x="13081" y="3167"/>
                      <a:pt x="13119" y="3167"/>
                    </a:cubicBezTo>
                    <a:cubicBezTo>
                      <a:pt x="13119" y="3204"/>
                      <a:pt x="13119" y="3241"/>
                      <a:pt x="13119" y="3280"/>
                    </a:cubicBezTo>
                    <a:cubicBezTo>
                      <a:pt x="13156" y="3280"/>
                      <a:pt x="13194" y="3280"/>
                      <a:pt x="13232" y="3280"/>
                    </a:cubicBezTo>
                    <a:cubicBezTo>
                      <a:pt x="13232" y="3354"/>
                      <a:pt x="13232" y="3429"/>
                      <a:pt x="13232" y="3506"/>
                    </a:cubicBezTo>
                    <a:cubicBezTo>
                      <a:pt x="13269" y="3506"/>
                      <a:pt x="13307" y="3506"/>
                      <a:pt x="13345" y="3506"/>
                    </a:cubicBezTo>
                    <a:cubicBezTo>
                      <a:pt x="13345" y="3581"/>
                      <a:pt x="13345" y="3655"/>
                      <a:pt x="13345" y="3732"/>
                    </a:cubicBezTo>
                    <a:cubicBezTo>
                      <a:pt x="13383" y="3732"/>
                      <a:pt x="13420" y="3732"/>
                      <a:pt x="13458" y="3732"/>
                    </a:cubicBezTo>
                    <a:cubicBezTo>
                      <a:pt x="13458" y="3807"/>
                      <a:pt x="13458" y="3881"/>
                      <a:pt x="13458" y="3958"/>
                    </a:cubicBezTo>
                    <a:cubicBezTo>
                      <a:pt x="13496" y="3958"/>
                      <a:pt x="13533" y="3958"/>
                      <a:pt x="13571" y="3958"/>
                    </a:cubicBezTo>
                    <a:cubicBezTo>
                      <a:pt x="13571" y="4033"/>
                      <a:pt x="13571" y="4108"/>
                      <a:pt x="13571" y="4185"/>
                    </a:cubicBezTo>
                    <a:cubicBezTo>
                      <a:pt x="13609" y="4185"/>
                      <a:pt x="13646" y="4185"/>
                      <a:pt x="13685" y="4185"/>
                    </a:cubicBezTo>
                    <a:cubicBezTo>
                      <a:pt x="13685" y="4259"/>
                      <a:pt x="13685" y="4334"/>
                      <a:pt x="13685" y="4411"/>
                    </a:cubicBezTo>
                    <a:cubicBezTo>
                      <a:pt x="13722" y="4411"/>
                      <a:pt x="13759" y="4411"/>
                      <a:pt x="13798" y="4411"/>
                    </a:cubicBezTo>
                    <a:cubicBezTo>
                      <a:pt x="13798" y="4523"/>
                      <a:pt x="13798" y="4635"/>
                      <a:pt x="13798" y="4750"/>
                    </a:cubicBezTo>
                    <a:cubicBezTo>
                      <a:pt x="13835" y="4750"/>
                      <a:pt x="13872" y="4750"/>
                      <a:pt x="13911" y="4750"/>
                    </a:cubicBezTo>
                    <a:cubicBezTo>
                      <a:pt x="13911" y="4899"/>
                      <a:pt x="13911" y="5049"/>
                      <a:pt x="13911" y="5202"/>
                    </a:cubicBezTo>
                    <a:cubicBezTo>
                      <a:pt x="13948" y="5202"/>
                      <a:pt x="13985" y="5202"/>
                      <a:pt x="14024" y="5202"/>
                    </a:cubicBezTo>
                    <a:cubicBezTo>
                      <a:pt x="14024" y="5426"/>
                      <a:pt x="14024" y="5650"/>
                      <a:pt x="14024" y="5881"/>
                    </a:cubicBezTo>
                    <a:cubicBezTo>
                      <a:pt x="14061" y="5881"/>
                      <a:pt x="14098" y="5881"/>
                      <a:pt x="14137" y="5881"/>
                    </a:cubicBezTo>
                    <a:cubicBezTo>
                      <a:pt x="14137" y="6478"/>
                      <a:pt x="14137" y="7075"/>
                      <a:pt x="14137" y="7690"/>
                    </a:cubicBezTo>
                    <a:cubicBezTo>
                      <a:pt x="14100" y="7690"/>
                      <a:pt x="14062" y="7690"/>
                      <a:pt x="14024" y="7690"/>
                    </a:cubicBezTo>
                    <a:cubicBezTo>
                      <a:pt x="14024" y="7914"/>
                      <a:pt x="14024" y="8138"/>
                      <a:pt x="14024" y="8369"/>
                    </a:cubicBezTo>
                    <a:cubicBezTo>
                      <a:pt x="13986" y="8369"/>
                      <a:pt x="13949" y="8369"/>
                      <a:pt x="13911" y="8369"/>
                    </a:cubicBezTo>
                    <a:cubicBezTo>
                      <a:pt x="13911" y="8518"/>
                      <a:pt x="13911" y="8668"/>
                      <a:pt x="13911" y="8821"/>
                    </a:cubicBezTo>
                    <a:cubicBezTo>
                      <a:pt x="13873" y="8821"/>
                      <a:pt x="13836" y="8821"/>
                      <a:pt x="13798" y="8821"/>
                    </a:cubicBezTo>
                    <a:cubicBezTo>
                      <a:pt x="13798" y="8896"/>
                      <a:pt x="13798" y="8971"/>
                      <a:pt x="13798" y="9048"/>
                    </a:cubicBezTo>
                    <a:cubicBezTo>
                      <a:pt x="13760" y="9048"/>
                      <a:pt x="13723" y="9048"/>
                      <a:pt x="13685" y="9048"/>
                    </a:cubicBezTo>
                    <a:cubicBezTo>
                      <a:pt x="13685" y="9160"/>
                      <a:pt x="13685" y="9272"/>
                      <a:pt x="13685" y="9387"/>
                    </a:cubicBezTo>
                    <a:cubicBezTo>
                      <a:pt x="13647" y="9387"/>
                      <a:pt x="13610" y="9387"/>
                      <a:pt x="13571" y="9387"/>
                    </a:cubicBezTo>
                    <a:cubicBezTo>
                      <a:pt x="13571" y="9462"/>
                      <a:pt x="13571" y="9536"/>
                      <a:pt x="13571" y="9613"/>
                    </a:cubicBezTo>
                    <a:cubicBezTo>
                      <a:pt x="13534" y="9613"/>
                      <a:pt x="13497" y="9613"/>
                      <a:pt x="13458" y="9613"/>
                    </a:cubicBezTo>
                    <a:cubicBezTo>
                      <a:pt x="13458" y="9725"/>
                      <a:pt x="13458" y="9837"/>
                      <a:pt x="13458" y="9952"/>
                    </a:cubicBezTo>
                    <a:cubicBezTo>
                      <a:pt x="13421" y="9952"/>
                      <a:pt x="13384" y="9952"/>
                      <a:pt x="13345" y="9952"/>
                    </a:cubicBezTo>
                    <a:cubicBezTo>
                      <a:pt x="13345" y="10027"/>
                      <a:pt x="13345" y="10102"/>
                      <a:pt x="13345" y="10179"/>
                    </a:cubicBezTo>
                    <a:cubicBezTo>
                      <a:pt x="13308" y="10179"/>
                      <a:pt x="13271" y="10179"/>
                      <a:pt x="13232" y="10179"/>
                    </a:cubicBezTo>
                    <a:cubicBezTo>
                      <a:pt x="13232" y="10216"/>
                      <a:pt x="13232" y="10253"/>
                      <a:pt x="13232" y="10292"/>
                    </a:cubicBezTo>
                    <a:cubicBezTo>
                      <a:pt x="13195" y="10292"/>
                      <a:pt x="13158" y="10292"/>
                      <a:pt x="13119" y="10292"/>
                    </a:cubicBezTo>
                    <a:cubicBezTo>
                      <a:pt x="13119" y="10366"/>
                      <a:pt x="13119" y="10441"/>
                      <a:pt x="13119" y="10518"/>
                    </a:cubicBezTo>
                    <a:cubicBezTo>
                      <a:pt x="13082" y="10518"/>
                      <a:pt x="13044" y="10518"/>
                      <a:pt x="13006" y="10518"/>
                    </a:cubicBezTo>
                    <a:cubicBezTo>
                      <a:pt x="13006" y="10593"/>
                      <a:pt x="13006" y="10667"/>
                      <a:pt x="13006" y="10744"/>
                    </a:cubicBezTo>
                    <a:cubicBezTo>
                      <a:pt x="12969" y="10744"/>
                      <a:pt x="12931" y="10744"/>
                      <a:pt x="12893" y="10744"/>
                    </a:cubicBezTo>
                    <a:cubicBezTo>
                      <a:pt x="12893" y="10781"/>
                      <a:pt x="12893" y="10819"/>
                      <a:pt x="12893" y="10857"/>
                    </a:cubicBezTo>
                    <a:cubicBezTo>
                      <a:pt x="12856" y="10857"/>
                      <a:pt x="12818" y="10857"/>
                      <a:pt x="12780" y="10857"/>
                    </a:cubicBezTo>
                    <a:cubicBezTo>
                      <a:pt x="12780" y="10894"/>
                      <a:pt x="12780" y="10932"/>
                      <a:pt x="12780" y="10970"/>
                    </a:cubicBezTo>
                    <a:cubicBezTo>
                      <a:pt x="12742" y="10970"/>
                      <a:pt x="12705" y="10970"/>
                      <a:pt x="12667" y="10970"/>
                    </a:cubicBezTo>
                    <a:cubicBezTo>
                      <a:pt x="12667" y="11045"/>
                      <a:pt x="12667" y="11120"/>
                      <a:pt x="12667" y="11196"/>
                    </a:cubicBezTo>
                    <a:cubicBezTo>
                      <a:pt x="12629" y="11196"/>
                      <a:pt x="12592" y="11196"/>
                      <a:pt x="12554" y="11196"/>
                    </a:cubicBezTo>
                    <a:cubicBezTo>
                      <a:pt x="12554" y="11234"/>
                      <a:pt x="12554" y="11271"/>
                      <a:pt x="12554" y="11310"/>
                    </a:cubicBezTo>
                    <a:cubicBezTo>
                      <a:pt x="12516" y="11310"/>
                      <a:pt x="12479" y="11310"/>
                      <a:pt x="12440" y="11310"/>
                    </a:cubicBezTo>
                    <a:cubicBezTo>
                      <a:pt x="12440" y="11347"/>
                      <a:pt x="12440" y="11384"/>
                      <a:pt x="12440" y="11423"/>
                    </a:cubicBezTo>
                    <a:cubicBezTo>
                      <a:pt x="12403" y="11423"/>
                      <a:pt x="12366" y="11423"/>
                      <a:pt x="12327" y="11423"/>
                    </a:cubicBezTo>
                    <a:cubicBezTo>
                      <a:pt x="12327" y="11460"/>
                      <a:pt x="12327" y="11497"/>
                      <a:pt x="12327" y="11536"/>
                    </a:cubicBezTo>
                    <a:cubicBezTo>
                      <a:pt x="12290" y="11536"/>
                      <a:pt x="12253" y="11536"/>
                      <a:pt x="12214" y="11536"/>
                    </a:cubicBezTo>
                    <a:cubicBezTo>
                      <a:pt x="12214" y="11573"/>
                      <a:pt x="12214" y="11610"/>
                      <a:pt x="12214" y="11649"/>
                    </a:cubicBezTo>
                    <a:cubicBezTo>
                      <a:pt x="12177" y="11649"/>
                      <a:pt x="12140" y="11649"/>
                      <a:pt x="12101" y="11649"/>
                    </a:cubicBezTo>
                    <a:cubicBezTo>
                      <a:pt x="12101" y="11723"/>
                      <a:pt x="12101" y="11798"/>
                      <a:pt x="12101" y="11875"/>
                    </a:cubicBezTo>
                    <a:cubicBezTo>
                      <a:pt x="12064" y="11875"/>
                      <a:pt x="12027" y="11875"/>
                      <a:pt x="11988" y="11875"/>
                    </a:cubicBezTo>
                    <a:cubicBezTo>
                      <a:pt x="11988" y="11912"/>
                      <a:pt x="11988" y="11950"/>
                      <a:pt x="11988" y="11988"/>
                    </a:cubicBezTo>
                    <a:cubicBezTo>
                      <a:pt x="11913" y="11988"/>
                      <a:pt x="11839" y="11988"/>
                      <a:pt x="11762" y="11988"/>
                    </a:cubicBezTo>
                    <a:cubicBezTo>
                      <a:pt x="11762" y="12025"/>
                      <a:pt x="11762" y="12063"/>
                      <a:pt x="11762" y="12101"/>
                    </a:cubicBezTo>
                    <a:cubicBezTo>
                      <a:pt x="11725" y="12101"/>
                      <a:pt x="11687" y="12101"/>
                      <a:pt x="11649" y="12101"/>
                    </a:cubicBezTo>
                    <a:cubicBezTo>
                      <a:pt x="11649" y="12139"/>
                      <a:pt x="11649" y="12176"/>
                      <a:pt x="11649" y="12214"/>
                    </a:cubicBezTo>
                    <a:cubicBezTo>
                      <a:pt x="11611" y="12214"/>
                      <a:pt x="11574" y="12214"/>
                      <a:pt x="11536" y="12214"/>
                    </a:cubicBezTo>
                    <a:cubicBezTo>
                      <a:pt x="11536" y="12252"/>
                      <a:pt x="11536" y="12289"/>
                      <a:pt x="11536" y="12327"/>
                    </a:cubicBezTo>
                    <a:cubicBezTo>
                      <a:pt x="11498" y="12327"/>
                      <a:pt x="11461" y="12327"/>
                      <a:pt x="11423" y="12327"/>
                    </a:cubicBezTo>
                    <a:cubicBezTo>
                      <a:pt x="11423" y="12365"/>
                      <a:pt x="11423" y="12402"/>
                      <a:pt x="11423" y="12440"/>
                    </a:cubicBezTo>
                    <a:cubicBezTo>
                      <a:pt x="11385" y="12440"/>
                      <a:pt x="11348" y="12440"/>
                      <a:pt x="11310" y="12440"/>
                    </a:cubicBezTo>
                    <a:cubicBezTo>
                      <a:pt x="11310" y="12478"/>
                      <a:pt x="11310" y="12515"/>
                      <a:pt x="11310" y="12554"/>
                    </a:cubicBezTo>
                    <a:cubicBezTo>
                      <a:pt x="11235" y="12554"/>
                      <a:pt x="11160" y="12554"/>
                      <a:pt x="11083" y="12554"/>
                    </a:cubicBezTo>
                    <a:cubicBezTo>
                      <a:pt x="11083" y="12591"/>
                      <a:pt x="11083" y="12628"/>
                      <a:pt x="11083" y="12667"/>
                    </a:cubicBezTo>
                    <a:cubicBezTo>
                      <a:pt x="11046" y="12667"/>
                      <a:pt x="11009" y="12667"/>
                      <a:pt x="10970" y="12667"/>
                    </a:cubicBezTo>
                    <a:cubicBezTo>
                      <a:pt x="10970" y="12704"/>
                      <a:pt x="10970" y="12741"/>
                      <a:pt x="10970" y="12780"/>
                    </a:cubicBezTo>
                    <a:cubicBezTo>
                      <a:pt x="10896" y="12780"/>
                      <a:pt x="10821" y="12780"/>
                      <a:pt x="10744" y="12780"/>
                    </a:cubicBezTo>
                    <a:cubicBezTo>
                      <a:pt x="10744" y="12817"/>
                      <a:pt x="10744" y="12854"/>
                      <a:pt x="10744" y="12893"/>
                    </a:cubicBezTo>
                    <a:cubicBezTo>
                      <a:pt x="10707" y="12893"/>
                      <a:pt x="10669" y="12893"/>
                      <a:pt x="10631" y="12893"/>
                    </a:cubicBezTo>
                    <a:cubicBezTo>
                      <a:pt x="10631" y="12930"/>
                      <a:pt x="10631" y="12968"/>
                      <a:pt x="10631" y="13006"/>
                    </a:cubicBezTo>
                    <a:cubicBezTo>
                      <a:pt x="10556" y="13006"/>
                      <a:pt x="10482" y="13006"/>
                      <a:pt x="10405" y="13006"/>
                    </a:cubicBezTo>
                    <a:cubicBezTo>
                      <a:pt x="10405" y="13043"/>
                      <a:pt x="10405" y="13081"/>
                      <a:pt x="10405" y="13119"/>
                    </a:cubicBezTo>
                    <a:cubicBezTo>
                      <a:pt x="10330" y="13119"/>
                      <a:pt x="10255" y="13119"/>
                      <a:pt x="10179" y="13119"/>
                    </a:cubicBezTo>
                    <a:cubicBezTo>
                      <a:pt x="10179" y="13156"/>
                      <a:pt x="10179" y="13194"/>
                      <a:pt x="10179" y="13232"/>
                    </a:cubicBezTo>
                    <a:cubicBezTo>
                      <a:pt x="10104" y="13232"/>
                      <a:pt x="10029" y="13232"/>
                      <a:pt x="9952" y="13232"/>
                    </a:cubicBezTo>
                    <a:cubicBezTo>
                      <a:pt x="9952" y="13269"/>
                      <a:pt x="9952" y="13307"/>
                      <a:pt x="9952" y="13345"/>
                    </a:cubicBezTo>
                    <a:cubicBezTo>
                      <a:pt x="9878" y="13345"/>
                      <a:pt x="9803" y="13345"/>
                      <a:pt x="9726" y="13345"/>
                    </a:cubicBezTo>
                    <a:cubicBezTo>
                      <a:pt x="9726" y="13383"/>
                      <a:pt x="9726" y="13420"/>
                      <a:pt x="9726" y="13458"/>
                    </a:cubicBezTo>
                    <a:cubicBezTo>
                      <a:pt x="9614" y="13458"/>
                      <a:pt x="9502" y="13458"/>
                      <a:pt x="9387" y="13458"/>
                    </a:cubicBezTo>
                    <a:cubicBezTo>
                      <a:pt x="9387" y="13496"/>
                      <a:pt x="9387" y="13533"/>
                      <a:pt x="9387" y="13571"/>
                    </a:cubicBezTo>
                    <a:cubicBezTo>
                      <a:pt x="9275" y="13571"/>
                      <a:pt x="9163" y="13571"/>
                      <a:pt x="9048" y="13571"/>
                    </a:cubicBezTo>
                    <a:cubicBezTo>
                      <a:pt x="9048" y="13609"/>
                      <a:pt x="9048" y="13646"/>
                      <a:pt x="9048" y="13685"/>
                    </a:cubicBezTo>
                    <a:cubicBezTo>
                      <a:pt x="8898" y="13685"/>
                      <a:pt x="8749" y="13685"/>
                      <a:pt x="8595" y="13685"/>
                    </a:cubicBezTo>
                    <a:cubicBezTo>
                      <a:pt x="8595" y="13722"/>
                      <a:pt x="8595" y="13759"/>
                      <a:pt x="8595" y="13798"/>
                    </a:cubicBezTo>
                    <a:cubicBezTo>
                      <a:pt x="8446" y="13798"/>
                      <a:pt x="8297" y="13798"/>
                      <a:pt x="8143" y="13798"/>
                    </a:cubicBezTo>
                    <a:cubicBezTo>
                      <a:pt x="8143" y="13835"/>
                      <a:pt x="8143" y="13872"/>
                      <a:pt x="8143" y="13911"/>
                    </a:cubicBezTo>
                    <a:cubicBezTo>
                      <a:pt x="7396" y="13911"/>
                      <a:pt x="6650" y="13911"/>
                      <a:pt x="5881" y="13911"/>
                    </a:cubicBezTo>
                    <a:cubicBezTo>
                      <a:pt x="5881" y="13873"/>
                      <a:pt x="5881" y="13836"/>
                      <a:pt x="5881" y="13798"/>
                    </a:cubicBezTo>
                    <a:cubicBezTo>
                      <a:pt x="5694" y="13798"/>
                      <a:pt x="5508" y="13798"/>
                      <a:pt x="5315" y="13798"/>
                    </a:cubicBezTo>
                    <a:cubicBezTo>
                      <a:pt x="5315" y="13760"/>
                      <a:pt x="5315" y="13723"/>
                      <a:pt x="5315" y="13685"/>
                    </a:cubicBezTo>
                    <a:cubicBezTo>
                      <a:pt x="5166" y="13685"/>
                      <a:pt x="5017" y="13685"/>
                      <a:pt x="4863" y="13685"/>
                    </a:cubicBezTo>
                    <a:cubicBezTo>
                      <a:pt x="4863" y="13647"/>
                      <a:pt x="4863" y="13610"/>
                      <a:pt x="4863" y="13571"/>
                    </a:cubicBezTo>
                    <a:cubicBezTo>
                      <a:pt x="4751" y="13571"/>
                      <a:pt x="4639" y="13571"/>
                      <a:pt x="4524" y="13571"/>
                    </a:cubicBezTo>
                    <a:cubicBezTo>
                      <a:pt x="4524" y="13534"/>
                      <a:pt x="4524" y="13497"/>
                      <a:pt x="4524" y="13458"/>
                    </a:cubicBezTo>
                    <a:cubicBezTo>
                      <a:pt x="4449" y="13458"/>
                      <a:pt x="4375" y="13458"/>
                      <a:pt x="4298" y="13458"/>
                    </a:cubicBezTo>
                    <a:cubicBezTo>
                      <a:pt x="4298" y="13421"/>
                      <a:pt x="4298" y="13384"/>
                      <a:pt x="4298" y="13345"/>
                    </a:cubicBezTo>
                    <a:cubicBezTo>
                      <a:pt x="4223" y="13345"/>
                      <a:pt x="4148" y="13345"/>
                      <a:pt x="4071" y="13345"/>
                    </a:cubicBezTo>
                    <a:cubicBezTo>
                      <a:pt x="4071" y="13308"/>
                      <a:pt x="4071" y="13271"/>
                      <a:pt x="4071" y="13232"/>
                    </a:cubicBezTo>
                    <a:cubicBezTo>
                      <a:pt x="3959" y="13232"/>
                      <a:pt x="3848" y="13232"/>
                      <a:pt x="3732" y="13232"/>
                    </a:cubicBezTo>
                    <a:cubicBezTo>
                      <a:pt x="3732" y="13195"/>
                      <a:pt x="3732" y="13157"/>
                      <a:pt x="3732" y="13119"/>
                    </a:cubicBezTo>
                    <a:cubicBezTo>
                      <a:pt x="3695" y="13119"/>
                      <a:pt x="3658" y="13119"/>
                      <a:pt x="3619" y="13119"/>
                    </a:cubicBezTo>
                    <a:cubicBezTo>
                      <a:pt x="3619" y="13082"/>
                      <a:pt x="3619" y="13044"/>
                      <a:pt x="3619" y="13006"/>
                    </a:cubicBezTo>
                    <a:cubicBezTo>
                      <a:pt x="3544" y="13006"/>
                      <a:pt x="3470" y="13006"/>
                      <a:pt x="3393" y="13006"/>
                    </a:cubicBezTo>
                    <a:cubicBezTo>
                      <a:pt x="3393" y="12969"/>
                      <a:pt x="3393" y="12931"/>
                      <a:pt x="3393" y="12893"/>
                    </a:cubicBezTo>
                    <a:cubicBezTo>
                      <a:pt x="3318" y="12893"/>
                      <a:pt x="3244" y="12893"/>
                      <a:pt x="3167" y="12893"/>
                    </a:cubicBezTo>
                    <a:cubicBezTo>
                      <a:pt x="3167" y="12856"/>
                      <a:pt x="3167" y="12818"/>
                      <a:pt x="3167" y="12780"/>
                    </a:cubicBezTo>
                    <a:cubicBezTo>
                      <a:pt x="3129" y="12780"/>
                      <a:pt x="3092" y="12780"/>
                      <a:pt x="3054" y="12780"/>
                    </a:cubicBezTo>
                    <a:cubicBezTo>
                      <a:pt x="3054" y="12742"/>
                      <a:pt x="3054" y="12705"/>
                      <a:pt x="3054" y="12667"/>
                    </a:cubicBezTo>
                    <a:cubicBezTo>
                      <a:pt x="2979" y="12667"/>
                      <a:pt x="2904" y="12667"/>
                      <a:pt x="2827" y="12667"/>
                    </a:cubicBezTo>
                    <a:cubicBezTo>
                      <a:pt x="2827" y="12629"/>
                      <a:pt x="2827" y="12592"/>
                      <a:pt x="2827" y="12554"/>
                    </a:cubicBezTo>
                    <a:cubicBezTo>
                      <a:pt x="2790" y="12554"/>
                      <a:pt x="2753" y="12554"/>
                      <a:pt x="2714" y="12554"/>
                    </a:cubicBezTo>
                    <a:cubicBezTo>
                      <a:pt x="2714" y="12516"/>
                      <a:pt x="2714" y="12479"/>
                      <a:pt x="2714" y="12440"/>
                    </a:cubicBezTo>
                    <a:cubicBezTo>
                      <a:pt x="2677" y="12440"/>
                      <a:pt x="2640" y="12440"/>
                      <a:pt x="2601" y="12440"/>
                    </a:cubicBezTo>
                    <a:cubicBezTo>
                      <a:pt x="2601" y="12403"/>
                      <a:pt x="2601" y="12366"/>
                      <a:pt x="2601" y="12327"/>
                    </a:cubicBezTo>
                    <a:cubicBezTo>
                      <a:pt x="2527" y="12327"/>
                      <a:pt x="2452" y="12327"/>
                      <a:pt x="2375" y="12327"/>
                    </a:cubicBezTo>
                    <a:cubicBezTo>
                      <a:pt x="2375" y="12290"/>
                      <a:pt x="2375" y="12253"/>
                      <a:pt x="2375" y="12214"/>
                    </a:cubicBezTo>
                    <a:cubicBezTo>
                      <a:pt x="2338" y="12214"/>
                      <a:pt x="2300" y="12214"/>
                      <a:pt x="2262" y="12214"/>
                    </a:cubicBezTo>
                    <a:cubicBezTo>
                      <a:pt x="2262" y="12177"/>
                      <a:pt x="2262" y="12140"/>
                      <a:pt x="2262" y="12101"/>
                    </a:cubicBezTo>
                    <a:cubicBezTo>
                      <a:pt x="2225" y="12101"/>
                      <a:pt x="2187" y="12101"/>
                      <a:pt x="2149" y="12101"/>
                    </a:cubicBezTo>
                    <a:cubicBezTo>
                      <a:pt x="2149" y="12064"/>
                      <a:pt x="2149" y="12027"/>
                      <a:pt x="2149" y="11988"/>
                    </a:cubicBezTo>
                    <a:cubicBezTo>
                      <a:pt x="2111" y="11988"/>
                      <a:pt x="2074" y="11988"/>
                      <a:pt x="2036" y="11988"/>
                    </a:cubicBezTo>
                    <a:cubicBezTo>
                      <a:pt x="2036" y="11951"/>
                      <a:pt x="2036" y="11913"/>
                      <a:pt x="2036" y="11875"/>
                    </a:cubicBezTo>
                    <a:cubicBezTo>
                      <a:pt x="1998" y="11875"/>
                      <a:pt x="1961" y="11875"/>
                      <a:pt x="1923" y="11875"/>
                    </a:cubicBezTo>
                    <a:cubicBezTo>
                      <a:pt x="1923" y="11838"/>
                      <a:pt x="1923" y="11800"/>
                      <a:pt x="1923" y="11762"/>
                    </a:cubicBezTo>
                    <a:cubicBezTo>
                      <a:pt x="1885" y="11762"/>
                      <a:pt x="1848" y="11762"/>
                      <a:pt x="1810" y="11762"/>
                    </a:cubicBezTo>
                    <a:cubicBezTo>
                      <a:pt x="1810" y="11725"/>
                      <a:pt x="1810" y="11687"/>
                      <a:pt x="1810" y="11649"/>
                    </a:cubicBezTo>
                    <a:cubicBezTo>
                      <a:pt x="1772" y="11649"/>
                      <a:pt x="1735" y="11649"/>
                      <a:pt x="1696" y="11649"/>
                    </a:cubicBezTo>
                    <a:cubicBezTo>
                      <a:pt x="1696" y="11611"/>
                      <a:pt x="1696" y="11574"/>
                      <a:pt x="1696" y="11536"/>
                    </a:cubicBezTo>
                    <a:cubicBezTo>
                      <a:pt x="1659" y="11536"/>
                      <a:pt x="1622" y="11536"/>
                      <a:pt x="1583" y="11536"/>
                    </a:cubicBezTo>
                    <a:cubicBezTo>
                      <a:pt x="1583" y="11461"/>
                      <a:pt x="1583" y="11386"/>
                      <a:pt x="1583" y="11310"/>
                    </a:cubicBezTo>
                    <a:cubicBezTo>
                      <a:pt x="1546" y="11310"/>
                      <a:pt x="1509" y="11310"/>
                      <a:pt x="1470" y="11310"/>
                    </a:cubicBezTo>
                    <a:cubicBezTo>
                      <a:pt x="1470" y="11272"/>
                      <a:pt x="1470" y="11235"/>
                      <a:pt x="1470" y="11196"/>
                    </a:cubicBezTo>
                    <a:cubicBezTo>
                      <a:pt x="1433" y="11196"/>
                      <a:pt x="1396" y="11196"/>
                      <a:pt x="1357" y="11196"/>
                    </a:cubicBezTo>
                    <a:cubicBezTo>
                      <a:pt x="1357" y="11159"/>
                      <a:pt x="1357" y="11122"/>
                      <a:pt x="1357" y="11083"/>
                    </a:cubicBezTo>
                    <a:cubicBezTo>
                      <a:pt x="1320" y="11083"/>
                      <a:pt x="1283" y="11083"/>
                      <a:pt x="1244" y="11083"/>
                    </a:cubicBezTo>
                    <a:cubicBezTo>
                      <a:pt x="1244" y="11009"/>
                      <a:pt x="1244" y="10934"/>
                      <a:pt x="1244" y="10857"/>
                    </a:cubicBezTo>
                    <a:cubicBezTo>
                      <a:pt x="1207" y="10857"/>
                      <a:pt x="1169" y="10857"/>
                      <a:pt x="1131" y="10857"/>
                    </a:cubicBezTo>
                    <a:cubicBezTo>
                      <a:pt x="1131" y="10820"/>
                      <a:pt x="1131" y="10782"/>
                      <a:pt x="1131" y="10744"/>
                    </a:cubicBezTo>
                    <a:cubicBezTo>
                      <a:pt x="1094" y="10744"/>
                      <a:pt x="1056" y="10744"/>
                      <a:pt x="1018" y="10744"/>
                    </a:cubicBezTo>
                    <a:cubicBezTo>
                      <a:pt x="1018" y="10669"/>
                      <a:pt x="1018" y="10595"/>
                      <a:pt x="1018" y="10518"/>
                    </a:cubicBezTo>
                    <a:cubicBezTo>
                      <a:pt x="981" y="10518"/>
                      <a:pt x="943" y="10518"/>
                      <a:pt x="905" y="10518"/>
                    </a:cubicBezTo>
                    <a:cubicBezTo>
                      <a:pt x="905" y="10443"/>
                      <a:pt x="905" y="10369"/>
                      <a:pt x="905" y="10292"/>
                    </a:cubicBezTo>
                    <a:cubicBezTo>
                      <a:pt x="867" y="10292"/>
                      <a:pt x="830" y="10292"/>
                      <a:pt x="792" y="10292"/>
                    </a:cubicBezTo>
                    <a:cubicBezTo>
                      <a:pt x="792" y="10217"/>
                      <a:pt x="792" y="10142"/>
                      <a:pt x="792" y="10065"/>
                    </a:cubicBezTo>
                    <a:cubicBezTo>
                      <a:pt x="754" y="10065"/>
                      <a:pt x="717" y="10065"/>
                      <a:pt x="679" y="10065"/>
                    </a:cubicBezTo>
                    <a:cubicBezTo>
                      <a:pt x="679" y="9991"/>
                      <a:pt x="679" y="9916"/>
                      <a:pt x="679" y="9839"/>
                    </a:cubicBezTo>
                    <a:cubicBezTo>
                      <a:pt x="641" y="9839"/>
                      <a:pt x="604" y="9839"/>
                      <a:pt x="565" y="9839"/>
                    </a:cubicBezTo>
                    <a:cubicBezTo>
                      <a:pt x="565" y="9765"/>
                      <a:pt x="565" y="9690"/>
                      <a:pt x="565" y="9613"/>
                    </a:cubicBezTo>
                    <a:cubicBezTo>
                      <a:pt x="528" y="9613"/>
                      <a:pt x="491" y="9613"/>
                      <a:pt x="452" y="9613"/>
                    </a:cubicBezTo>
                    <a:cubicBezTo>
                      <a:pt x="452" y="9501"/>
                      <a:pt x="452" y="9389"/>
                      <a:pt x="452" y="9274"/>
                    </a:cubicBezTo>
                    <a:cubicBezTo>
                      <a:pt x="415" y="9274"/>
                      <a:pt x="378" y="9274"/>
                      <a:pt x="339" y="9274"/>
                    </a:cubicBezTo>
                    <a:cubicBezTo>
                      <a:pt x="339" y="9162"/>
                      <a:pt x="339" y="9050"/>
                      <a:pt x="339" y="8935"/>
                    </a:cubicBezTo>
                    <a:cubicBezTo>
                      <a:pt x="302" y="8935"/>
                      <a:pt x="265" y="8935"/>
                      <a:pt x="226" y="8935"/>
                    </a:cubicBezTo>
                    <a:cubicBezTo>
                      <a:pt x="226" y="8785"/>
                      <a:pt x="226" y="8636"/>
                      <a:pt x="226" y="8482"/>
                    </a:cubicBezTo>
                    <a:cubicBezTo>
                      <a:pt x="189" y="8482"/>
                      <a:pt x="152" y="8482"/>
                      <a:pt x="113" y="8482"/>
                    </a:cubicBezTo>
                    <a:cubicBezTo>
                      <a:pt x="113" y="8258"/>
                      <a:pt x="113" y="8034"/>
                      <a:pt x="113" y="7804"/>
                    </a:cubicBezTo>
                    <a:cubicBezTo>
                      <a:pt x="76" y="7804"/>
                      <a:pt x="38" y="7804"/>
                      <a:pt x="0" y="7804"/>
                    </a:cubicBezTo>
                    <a:cubicBezTo>
                      <a:pt x="0" y="7281"/>
                      <a:pt x="0" y="6759"/>
                      <a:pt x="0" y="6220"/>
                    </a:cubicBezTo>
                    <a:cubicBezTo>
                      <a:pt x="37" y="6220"/>
                      <a:pt x="75" y="6220"/>
                      <a:pt x="113" y="6220"/>
                    </a:cubicBezTo>
                    <a:cubicBezTo>
                      <a:pt x="113" y="5996"/>
                      <a:pt x="113" y="5772"/>
                      <a:pt x="113" y="5542"/>
                    </a:cubicBezTo>
                    <a:cubicBezTo>
                      <a:pt x="150" y="5542"/>
                      <a:pt x="188" y="5542"/>
                      <a:pt x="226" y="5542"/>
                    </a:cubicBezTo>
                    <a:cubicBezTo>
                      <a:pt x="226" y="5392"/>
                      <a:pt x="226" y="5243"/>
                      <a:pt x="226" y="5089"/>
                    </a:cubicBezTo>
                    <a:cubicBezTo>
                      <a:pt x="264" y="5089"/>
                      <a:pt x="301" y="5089"/>
                      <a:pt x="339" y="5089"/>
                    </a:cubicBezTo>
                    <a:cubicBezTo>
                      <a:pt x="339" y="4977"/>
                      <a:pt x="339" y="4865"/>
                      <a:pt x="339" y="4750"/>
                    </a:cubicBezTo>
                    <a:cubicBezTo>
                      <a:pt x="377" y="4750"/>
                      <a:pt x="414" y="4750"/>
                      <a:pt x="452" y="4750"/>
                    </a:cubicBezTo>
                    <a:cubicBezTo>
                      <a:pt x="452" y="4638"/>
                      <a:pt x="452" y="4526"/>
                      <a:pt x="452" y="4411"/>
                    </a:cubicBezTo>
                    <a:cubicBezTo>
                      <a:pt x="490" y="4411"/>
                      <a:pt x="527" y="4411"/>
                      <a:pt x="565" y="4411"/>
                    </a:cubicBezTo>
                    <a:cubicBezTo>
                      <a:pt x="565" y="4336"/>
                      <a:pt x="565" y="4261"/>
                      <a:pt x="565" y="4185"/>
                    </a:cubicBezTo>
                    <a:cubicBezTo>
                      <a:pt x="603" y="4185"/>
                      <a:pt x="640" y="4185"/>
                      <a:pt x="679" y="4185"/>
                    </a:cubicBezTo>
                    <a:cubicBezTo>
                      <a:pt x="679" y="4110"/>
                      <a:pt x="679" y="4035"/>
                      <a:pt x="679" y="3958"/>
                    </a:cubicBezTo>
                    <a:cubicBezTo>
                      <a:pt x="716" y="3958"/>
                      <a:pt x="753" y="3958"/>
                      <a:pt x="792" y="3958"/>
                    </a:cubicBezTo>
                    <a:cubicBezTo>
                      <a:pt x="792" y="3884"/>
                      <a:pt x="792" y="3809"/>
                      <a:pt x="792" y="3732"/>
                    </a:cubicBezTo>
                    <a:cubicBezTo>
                      <a:pt x="829" y="3732"/>
                      <a:pt x="866" y="3732"/>
                      <a:pt x="905" y="3732"/>
                    </a:cubicBezTo>
                    <a:cubicBezTo>
                      <a:pt x="905" y="3657"/>
                      <a:pt x="905" y="3583"/>
                      <a:pt x="905" y="3506"/>
                    </a:cubicBezTo>
                    <a:cubicBezTo>
                      <a:pt x="942" y="3506"/>
                      <a:pt x="979" y="3506"/>
                      <a:pt x="1018" y="3506"/>
                    </a:cubicBezTo>
                    <a:cubicBezTo>
                      <a:pt x="1018" y="3431"/>
                      <a:pt x="1018" y="3357"/>
                      <a:pt x="1018" y="3280"/>
                    </a:cubicBezTo>
                    <a:cubicBezTo>
                      <a:pt x="1055" y="3280"/>
                      <a:pt x="1093" y="3280"/>
                      <a:pt x="1131" y="3280"/>
                    </a:cubicBezTo>
                    <a:cubicBezTo>
                      <a:pt x="1131" y="3242"/>
                      <a:pt x="1131" y="3205"/>
                      <a:pt x="1131" y="3167"/>
                    </a:cubicBezTo>
                    <a:cubicBezTo>
                      <a:pt x="1168" y="3167"/>
                      <a:pt x="1206" y="3167"/>
                      <a:pt x="1244" y="3167"/>
                    </a:cubicBezTo>
                    <a:cubicBezTo>
                      <a:pt x="1244" y="3092"/>
                      <a:pt x="1244" y="3017"/>
                      <a:pt x="1244" y="2940"/>
                    </a:cubicBezTo>
                    <a:cubicBezTo>
                      <a:pt x="1281" y="2940"/>
                      <a:pt x="1319" y="2940"/>
                      <a:pt x="1357" y="2940"/>
                    </a:cubicBezTo>
                    <a:cubicBezTo>
                      <a:pt x="1357" y="2903"/>
                      <a:pt x="1357" y="2866"/>
                      <a:pt x="1357" y="2827"/>
                    </a:cubicBezTo>
                    <a:cubicBezTo>
                      <a:pt x="1394" y="2827"/>
                      <a:pt x="1432" y="2827"/>
                      <a:pt x="1470" y="2827"/>
                    </a:cubicBezTo>
                    <a:cubicBezTo>
                      <a:pt x="1470" y="2790"/>
                      <a:pt x="1470" y="2753"/>
                      <a:pt x="1470" y="2714"/>
                    </a:cubicBezTo>
                    <a:cubicBezTo>
                      <a:pt x="1508" y="2714"/>
                      <a:pt x="1545" y="2714"/>
                      <a:pt x="1583" y="2714"/>
                    </a:cubicBezTo>
                    <a:cubicBezTo>
                      <a:pt x="1583" y="2640"/>
                      <a:pt x="1583" y="2565"/>
                      <a:pt x="1583" y="2488"/>
                    </a:cubicBezTo>
                    <a:cubicBezTo>
                      <a:pt x="1621" y="2488"/>
                      <a:pt x="1658" y="2488"/>
                      <a:pt x="1696" y="2488"/>
                    </a:cubicBezTo>
                    <a:cubicBezTo>
                      <a:pt x="1696" y="2451"/>
                      <a:pt x="1696" y="2413"/>
                      <a:pt x="1696" y="2375"/>
                    </a:cubicBezTo>
                    <a:cubicBezTo>
                      <a:pt x="1734" y="2375"/>
                      <a:pt x="1771" y="2375"/>
                      <a:pt x="1810" y="2375"/>
                    </a:cubicBezTo>
                    <a:cubicBezTo>
                      <a:pt x="1810" y="2338"/>
                      <a:pt x="1810" y="2300"/>
                      <a:pt x="1810" y="2262"/>
                    </a:cubicBezTo>
                    <a:cubicBezTo>
                      <a:pt x="1847" y="2262"/>
                      <a:pt x="1884" y="2262"/>
                      <a:pt x="1923" y="2262"/>
                    </a:cubicBezTo>
                    <a:cubicBezTo>
                      <a:pt x="1923" y="2225"/>
                      <a:pt x="1923" y="2187"/>
                      <a:pt x="1923" y="2149"/>
                    </a:cubicBezTo>
                    <a:cubicBezTo>
                      <a:pt x="1960" y="2149"/>
                      <a:pt x="1997" y="2149"/>
                      <a:pt x="2036" y="2149"/>
                    </a:cubicBezTo>
                    <a:cubicBezTo>
                      <a:pt x="2036" y="2111"/>
                      <a:pt x="2036" y="2074"/>
                      <a:pt x="2036" y="2036"/>
                    </a:cubicBezTo>
                    <a:cubicBezTo>
                      <a:pt x="2073" y="2036"/>
                      <a:pt x="2110" y="2036"/>
                      <a:pt x="2149" y="2036"/>
                    </a:cubicBezTo>
                    <a:cubicBezTo>
                      <a:pt x="2149" y="1998"/>
                      <a:pt x="2149" y="1961"/>
                      <a:pt x="2149" y="1923"/>
                    </a:cubicBezTo>
                    <a:cubicBezTo>
                      <a:pt x="2186" y="1923"/>
                      <a:pt x="2223" y="1923"/>
                      <a:pt x="2262" y="1923"/>
                    </a:cubicBezTo>
                    <a:cubicBezTo>
                      <a:pt x="2262" y="1885"/>
                      <a:pt x="2262" y="1848"/>
                      <a:pt x="2262" y="1810"/>
                    </a:cubicBezTo>
                    <a:cubicBezTo>
                      <a:pt x="2337" y="1810"/>
                      <a:pt x="2411" y="1810"/>
                      <a:pt x="2488" y="1810"/>
                    </a:cubicBezTo>
                    <a:cubicBezTo>
                      <a:pt x="2488" y="1772"/>
                      <a:pt x="2488" y="1735"/>
                      <a:pt x="2488" y="1696"/>
                    </a:cubicBezTo>
                    <a:cubicBezTo>
                      <a:pt x="2525" y="1696"/>
                      <a:pt x="2563" y="1696"/>
                      <a:pt x="2601" y="1696"/>
                    </a:cubicBezTo>
                    <a:cubicBezTo>
                      <a:pt x="2601" y="1659"/>
                      <a:pt x="2601" y="1622"/>
                      <a:pt x="2601" y="1583"/>
                    </a:cubicBezTo>
                    <a:cubicBezTo>
                      <a:pt x="2639" y="1583"/>
                      <a:pt x="2676" y="1583"/>
                      <a:pt x="2714" y="1583"/>
                    </a:cubicBezTo>
                    <a:cubicBezTo>
                      <a:pt x="2714" y="1546"/>
                      <a:pt x="2714" y="1509"/>
                      <a:pt x="2714" y="1470"/>
                    </a:cubicBezTo>
                    <a:cubicBezTo>
                      <a:pt x="2752" y="1470"/>
                      <a:pt x="2789" y="1470"/>
                      <a:pt x="2827" y="1470"/>
                    </a:cubicBezTo>
                    <a:cubicBezTo>
                      <a:pt x="2827" y="1433"/>
                      <a:pt x="2827" y="1396"/>
                      <a:pt x="2827" y="1357"/>
                    </a:cubicBezTo>
                    <a:cubicBezTo>
                      <a:pt x="2902" y="1357"/>
                      <a:pt x="2977" y="1357"/>
                      <a:pt x="3054" y="1357"/>
                    </a:cubicBezTo>
                    <a:cubicBezTo>
                      <a:pt x="3054" y="1320"/>
                      <a:pt x="3054" y="1282"/>
                      <a:pt x="3054" y="1244"/>
                    </a:cubicBezTo>
                    <a:cubicBezTo>
                      <a:pt x="3091" y="1244"/>
                      <a:pt x="3128" y="1244"/>
                      <a:pt x="3167" y="1244"/>
                    </a:cubicBezTo>
                    <a:cubicBezTo>
                      <a:pt x="3167" y="1207"/>
                      <a:pt x="3167" y="1169"/>
                      <a:pt x="3167" y="1131"/>
                    </a:cubicBezTo>
                    <a:cubicBezTo>
                      <a:pt x="3241" y="1131"/>
                      <a:pt x="3316" y="1131"/>
                      <a:pt x="3393" y="1131"/>
                    </a:cubicBezTo>
                    <a:cubicBezTo>
                      <a:pt x="3393" y="1094"/>
                      <a:pt x="3393" y="1056"/>
                      <a:pt x="3393" y="1018"/>
                    </a:cubicBezTo>
                    <a:cubicBezTo>
                      <a:pt x="3430" y="1018"/>
                      <a:pt x="3468" y="1018"/>
                      <a:pt x="3506" y="1018"/>
                    </a:cubicBezTo>
                    <a:cubicBezTo>
                      <a:pt x="3506" y="981"/>
                      <a:pt x="3506" y="943"/>
                      <a:pt x="3506" y="905"/>
                    </a:cubicBezTo>
                    <a:cubicBezTo>
                      <a:pt x="3581" y="905"/>
                      <a:pt x="3655" y="905"/>
                      <a:pt x="3732" y="905"/>
                    </a:cubicBezTo>
                    <a:cubicBezTo>
                      <a:pt x="3732" y="867"/>
                      <a:pt x="3732" y="830"/>
                      <a:pt x="3732" y="792"/>
                    </a:cubicBezTo>
                    <a:cubicBezTo>
                      <a:pt x="3807" y="792"/>
                      <a:pt x="3881" y="792"/>
                      <a:pt x="3958" y="792"/>
                    </a:cubicBezTo>
                    <a:cubicBezTo>
                      <a:pt x="3958" y="754"/>
                      <a:pt x="3958" y="717"/>
                      <a:pt x="3958" y="679"/>
                    </a:cubicBezTo>
                    <a:cubicBezTo>
                      <a:pt x="4033" y="679"/>
                      <a:pt x="4108" y="679"/>
                      <a:pt x="4185" y="679"/>
                    </a:cubicBezTo>
                    <a:cubicBezTo>
                      <a:pt x="4185" y="641"/>
                      <a:pt x="4185" y="604"/>
                      <a:pt x="4185" y="565"/>
                    </a:cubicBezTo>
                    <a:cubicBezTo>
                      <a:pt x="4259" y="565"/>
                      <a:pt x="4334" y="565"/>
                      <a:pt x="4411" y="565"/>
                    </a:cubicBezTo>
                    <a:cubicBezTo>
                      <a:pt x="4411" y="528"/>
                      <a:pt x="4411" y="491"/>
                      <a:pt x="4411" y="452"/>
                    </a:cubicBezTo>
                    <a:cubicBezTo>
                      <a:pt x="4523" y="452"/>
                      <a:pt x="4635" y="452"/>
                      <a:pt x="4750" y="452"/>
                    </a:cubicBezTo>
                    <a:cubicBezTo>
                      <a:pt x="4750" y="415"/>
                      <a:pt x="4750" y="378"/>
                      <a:pt x="4750" y="339"/>
                    </a:cubicBezTo>
                    <a:cubicBezTo>
                      <a:pt x="4862" y="339"/>
                      <a:pt x="4974" y="339"/>
                      <a:pt x="5089" y="339"/>
                    </a:cubicBezTo>
                    <a:cubicBezTo>
                      <a:pt x="5089" y="302"/>
                      <a:pt x="5089" y="265"/>
                      <a:pt x="5089" y="226"/>
                    </a:cubicBezTo>
                    <a:cubicBezTo>
                      <a:pt x="5201" y="226"/>
                      <a:pt x="5313" y="226"/>
                      <a:pt x="5429" y="226"/>
                    </a:cubicBezTo>
                    <a:cubicBezTo>
                      <a:pt x="5429" y="189"/>
                      <a:pt x="5429" y="152"/>
                      <a:pt x="5429" y="113"/>
                    </a:cubicBezTo>
                    <a:cubicBezTo>
                      <a:pt x="5653" y="113"/>
                      <a:pt x="5876" y="113"/>
                      <a:pt x="6107" y="113"/>
                    </a:cubicBezTo>
                    <a:cubicBezTo>
                      <a:pt x="6107" y="76"/>
                      <a:pt x="6107" y="38"/>
                      <a:pt x="6107" y="0"/>
                    </a:cubicBezTo>
                    <a:close/>
                    <a:moveTo>
                      <a:pt x="6107" y="679"/>
                    </a:moveTo>
                    <a:cubicBezTo>
                      <a:pt x="6107" y="716"/>
                      <a:pt x="6107" y="753"/>
                      <a:pt x="6107" y="792"/>
                    </a:cubicBezTo>
                    <a:cubicBezTo>
                      <a:pt x="5921" y="792"/>
                      <a:pt x="5734" y="792"/>
                      <a:pt x="5542" y="792"/>
                    </a:cubicBezTo>
                    <a:cubicBezTo>
                      <a:pt x="5542" y="829"/>
                      <a:pt x="5542" y="866"/>
                      <a:pt x="5542" y="905"/>
                    </a:cubicBezTo>
                    <a:cubicBezTo>
                      <a:pt x="5430" y="905"/>
                      <a:pt x="5318" y="905"/>
                      <a:pt x="5202" y="905"/>
                    </a:cubicBezTo>
                    <a:cubicBezTo>
                      <a:pt x="5202" y="942"/>
                      <a:pt x="5202" y="979"/>
                      <a:pt x="5202" y="1018"/>
                    </a:cubicBezTo>
                    <a:cubicBezTo>
                      <a:pt x="5090" y="1018"/>
                      <a:pt x="4978" y="1018"/>
                      <a:pt x="4863" y="1018"/>
                    </a:cubicBezTo>
                    <a:cubicBezTo>
                      <a:pt x="4863" y="1055"/>
                      <a:pt x="4863" y="1093"/>
                      <a:pt x="4863" y="1131"/>
                    </a:cubicBezTo>
                    <a:cubicBezTo>
                      <a:pt x="4841" y="1138"/>
                      <a:pt x="4819" y="1145"/>
                      <a:pt x="4797" y="1152"/>
                    </a:cubicBezTo>
                    <a:cubicBezTo>
                      <a:pt x="4385" y="1283"/>
                      <a:pt x="4385" y="1283"/>
                      <a:pt x="4298" y="1357"/>
                    </a:cubicBezTo>
                    <a:cubicBezTo>
                      <a:pt x="4292" y="1417"/>
                      <a:pt x="4292" y="1417"/>
                      <a:pt x="4298" y="1470"/>
                    </a:cubicBezTo>
                    <a:cubicBezTo>
                      <a:pt x="4283" y="1472"/>
                      <a:pt x="4269" y="1474"/>
                      <a:pt x="4254" y="1477"/>
                    </a:cubicBezTo>
                    <a:cubicBezTo>
                      <a:pt x="3996" y="1521"/>
                      <a:pt x="3752" y="1611"/>
                      <a:pt x="3506" y="1696"/>
                    </a:cubicBezTo>
                    <a:cubicBezTo>
                      <a:pt x="3506" y="1734"/>
                      <a:pt x="3506" y="1771"/>
                      <a:pt x="3506" y="1810"/>
                    </a:cubicBezTo>
                    <a:cubicBezTo>
                      <a:pt x="3469" y="1810"/>
                      <a:pt x="3431" y="1810"/>
                      <a:pt x="3393" y="1810"/>
                    </a:cubicBezTo>
                    <a:cubicBezTo>
                      <a:pt x="3393" y="1847"/>
                      <a:pt x="3393" y="1884"/>
                      <a:pt x="3393" y="1923"/>
                    </a:cubicBezTo>
                    <a:cubicBezTo>
                      <a:pt x="3356" y="1923"/>
                      <a:pt x="3318" y="1923"/>
                      <a:pt x="3280" y="1923"/>
                    </a:cubicBezTo>
                    <a:cubicBezTo>
                      <a:pt x="3281" y="1931"/>
                      <a:pt x="3281" y="1931"/>
                      <a:pt x="3286" y="1976"/>
                    </a:cubicBezTo>
                    <a:cubicBezTo>
                      <a:pt x="3284" y="1995"/>
                      <a:pt x="3282" y="2015"/>
                      <a:pt x="3280" y="2036"/>
                    </a:cubicBezTo>
                    <a:cubicBezTo>
                      <a:pt x="3238" y="2067"/>
                      <a:pt x="3238" y="2067"/>
                      <a:pt x="3181" y="2092"/>
                    </a:cubicBezTo>
                    <a:cubicBezTo>
                      <a:pt x="3171" y="2097"/>
                      <a:pt x="3171" y="2097"/>
                      <a:pt x="3119" y="2121"/>
                    </a:cubicBezTo>
                    <a:cubicBezTo>
                      <a:pt x="3075" y="2139"/>
                      <a:pt x="3032" y="2158"/>
                      <a:pt x="2988" y="2177"/>
                    </a:cubicBezTo>
                    <a:cubicBezTo>
                      <a:pt x="2978" y="2182"/>
                      <a:pt x="2978" y="2182"/>
                      <a:pt x="2926" y="2205"/>
                    </a:cubicBezTo>
                    <a:cubicBezTo>
                      <a:pt x="2907" y="2213"/>
                      <a:pt x="2888" y="2222"/>
                      <a:pt x="2869" y="2230"/>
                    </a:cubicBezTo>
                    <a:cubicBezTo>
                      <a:pt x="2855" y="2241"/>
                      <a:pt x="2842" y="2251"/>
                      <a:pt x="2827" y="2262"/>
                    </a:cubicBezTo>
                    <a:cubicBezTo>
                      <a:pt x="2821" y="2322"/>
                      <a:pt x="2821" y="2322"/>
                      <a:pt x="2827" y="2375"/>
                    </a:cubicBezTo>
                    <a:cubicBezTo>
                      <a:pt x="2790" y="2375"/>
                      <a:pt x="2753" y="2375"/>
                      <a:pt x="2714" y="2375"/>
                    </a:cubicBezTo>
                    <a:cubicBezTo>
                      <a:pt x="2714" y="2412"/>
                      <a:pt x="2714" y="2450"/>
                      <a:pt x="2714" y="2488"/>
                    </a:cubicBezTo>
                    <a:cubicBezTo>
                      <a:pt x="2677" y="2488"/>
                      <a:pt x="2640" y="2488"/>
                      <a:pt x="2601" y="2488"/>
                    </a:cubicBezTo>
                    <a:cubicBezTo>
                      <a:pt x="2601" y="2525"/>
                      <a:pt x="2601" y="2563"/>
                      <a:pt x="2601" y="2601"/>
                    </a:cubicBezTo>
                    <a:cubicBezTo>
                      <a:pt x="2564" y="2601"/>
                      <a:pt x="2527" y="2601"/>
                      <a:pt x="2488" y="2601"/>
                    </a:cubicBezTo>
                    <a:cubicBezTo>
                      <a:pt x="2488" y="2639"/>
                      <a:pt x="2488" y="2676"/>
                      <a:pt x="2488" y="2714"/>
                    </a:cubicBezTo>
                    <a:cubicBezTo>
                      <a:pt x="2451" y="2714"/>
                      <a:pt x="2413" y="2714"/>
                      <a:pt x="2375" y="2714"/>
                    </a:cubicBezTo>
                    <a:cubicBezTo>
                      <a:pt x="2375" y="2752"/>
                      <a:pt x="2375" y="2789"/>
                      <a:pt x="2375" y="2827"/>
                    </a:cubicBezTo>
                    <a:cubicBezTo>
                      <a:pt x="2338" y="2827"/>
                      <a:pt x="2300" y="2827"/>
                      <a:pt x="2262" y="2827"/>
                    </a:cubicBezTo>
                    <a:cubicBezTo>
                      <a:pt x="2262" y="2865"/>
                      <a:pt x="2262" y="2902"/>
                      <a:pt x="2262" y="2940"/>
                    </a:cubicBezTo>
                    <a:cubicBezTo>
                      <a:pt x="2225" y="2940"/>
                      <a:pt x="2187" y="2940"/>
                      <a:pt x="2149" y="2940"/>
                    </a:cubicBezTo>
                    <a:cubicBezTo>
                      <a:pt x="2149" y="2978"/>
                      <a:pt x="2149" y="3015"/>
                      <a:pt x="2149" y="3054"/>
                    </a:cubicBezTo>
                    <a:cubicBezTo>
                      <a:pt x="2111" y="3054"/>
                      <a:pt x="2074" y="3054"/>
                      <a:pt x="2036" y="3054"/>
                    </a:cubicBezTo>
                    <a:cubicBezTo>
                      <a:pt x="2036" y="3128"/>
                      <a:pt x="2036" y="3203"/>
                      <a:pt x="2036" y="3280"/>
                    </a:cubicBezTo>
                    <a:cubicBezTo>
                      <a:pt x="1998" y="3280"/>
                      <a:pt x="1961" y="3280"/>
                      <a:pt x="1923" y="3280"/>
                    </a:cubicBezTo>
                    <a:cubicBezTo>
                      <a:pt x="1923" y="3317"/>
                      <a:pt x="1923" y="3354"/>
                      <a:pt x="1923" y="3393"/>
                    </a:cubicBezTo>
                    <a:cubicBezTo>
                      <a:pt x="1905" y="3391"/>
                      <a:pt x="1888" y="3388"/>
                      <a:pt x="1871" y="3386"/>
                    </a:cubicBezTo>
                    <a:cubicBezTo>
                      <a:pt x="1810" y="3393"/>
                      <a:pt x="1810" y="3393"/>
                      <a:pt x="1771" y="3437"/>
                    </a:cubicBezTo>
                    <a:cubicBezTo>
                      <a:pt x="1759" y="3458"/>
                      <a:pt x="1748" y="3480"/>
                      <a:pt x="1735" y="3502"/>
                    </a:cubicBezTo>
                    <a:cubicBezTo>
                      <a:pt x="1729" y="3515"/>
                      <a:pt x="1722" y="3527"/>
                      <a:pt x="1715" y="3539"/>
                    </a:cubicBezTo>
                    <a:cubicBezTo>
                      <a:pt x="1699" y="3568"/>
                      <a:pt x="1684" y="3596"/>
                      <a:pt x="1668" y="3625"/>
                    </a:cubicBezTo>
                    <a:cubicBezTo>
                      <a:pt x="1635" y="3684"/>
                      <a:pt x="1601" y="3742"/>
                      <a:pt x="1566" y="3800"/>
                    </a:cubicBezTo>
                    <a:cubicBezTo>
                      <a:pt x="1540" y="3844"/>
                      <a:pt x="1514" y="3889"/>
                      <a:pt x="1488" y="3934"/>
                    </a:cubicBezTo>
                    <a:cubicBezTo>
                      <a:pt x="1475" y="3955"/>
                      <a:pt x="1462" y="3976"/>
                      <a:pt x="1449" y="3998"/>
                    </a:cubicBezTo>
                    <a:cubicBezTo>
                      <a:pt x="1368" y="4140"/>
                      <a:pt x="1339" y="4247"/>
                      <a:pt x="1357" y="4411"/>
                    </a:cubicBezTo>
                    <a:cubicBezTo>
                      <a:pt x="1320" y="4411"/>
                      <a:pt x="1283" y="4411"/>
                      <a:pt x="1244" y="4411"/>
                    </a:cubicBezTo>
                    <a:cubicBezTo>
                      <a:pt x="1244" y="4485"/>
                      <a:pt x="1244" y="4560"/>
                      <a:pt x="1244" y="4637"/>
                    </a:cubicBezTo>
                    <a:cubicBezTo>
                      <a:pt x="1207" y="4637"/>
                      <a:pt x="1169" y="4637"/>
                      <a:pt x="1131" y="4637"/>
                    </a:cubicBezTo>
                    <a:cubicBezTo>
                      <a:pt x="1131" y="4712"/>
                      <a:pt x="1131" y="4786"/>
                      <a:pt x="1131" y="4863"/>
                    </a:cubicBezTo>
                    <a:cubicBezTo>
                      <a:pt x="1094" y="4863"/>
                      <a:pt x="1056" y="4863"/>
                      <a:pt x="1018" y="4863"/>
                    </a:cubicBezTo>
                    <a:cubicBezTo>
                      <a:pt x="1018" y="4975"/>
                      <a:pt x="1018" y="5087"/>
                      <a:pt x="1018" y="5202"/>
                    </a:cubicBezTo>
                    <a:cubicBezTo>
                      <a:pt x="981" y="5202"/>
                      <a:pt x="943" y="5202"/>
                      <a:pt x="905" y="5202"/>
                    </a:cubicBezTo>
                    <a:cubicBezTo>
                      <a:pt x="905" y="5352"/>
                      <a:pt x="905" y="5501"/>
                      <a:pt x="905" y="5655"/>
                    </a:cubicBezTo>
                    <a:cubicBezTo>
                      <a:pt x="867" y="5655"/>
                      <a:pt x="830" y="5655"/>
                      <a:pt x="792" y="5655"/>
                    </a:cubicBezTo>
                    <a:cubicBezTo>
                      <a:pt x="790" y="5677"/>
                      <a:pt x="789" y="5699"/>
                      <a:pt x="787" y="5721"/>
                    </a:cubicBezTo>
                    <a:cubicBezTo>
                      <a:pt x="782" y="5803"/>
                      <a:pt x="776" y="5884"/>
                      <a:pt x="771" y="5966"/>
                    </a:cubicBezTo>
                    <a:cubicBezTo>
                      <a:pt x="768" y="6001"/>
                      <a:pt x="766" y="6036"/>
                      <a:pt x="764" y="6072"/>
                    </a:cubicBezTo>
                    <a:cubicBezTo>
                      <a:pt x="760" y="6122"/>
                      <a:pt x="757" y="6173"/>
                      <a:pt x="753" y="6224"/>
                    </a:cubicBezTo>
                    <a:cubicBezTo>
                      <a:pt x="752" y="6239"/>
                      <a:pt x="751" y="6255"/>
                      <a:pt x="750" y="6271"/>
                    </a:cubicBezTo>
                    <a:cubicBezTo>
                      <a:pt x="744" y="6357"/>
                      <a:pt x="741" y="6384"/>
                      <a:pt x="679" y="6446"/>
                    </a:cubicBezTo>
                    <a:cubicBezTo>
                      <a:pt x="671" y="6496"/>
                      <a:pt x="671" y="6496"/>
                      <a:pt x="671" y="6556"/>
                    </a:cubicBezTo>
                    <a:cubicBezTo>
                      <a:pt x="671" y="6578"/>
                      <a:pt x="671" y="6601"/>
                      <a:pt x="671" y="6624"/>
                    </a:cubicBezTo>
                    <a:cubicBezTo>
                      <a:pt x="671" y="6648"/>
                      <a:pt x="671" y="6672"/>
                      <a:pt x="671" y="6697"/>
                    </a:cubicBezTo>
                    <a:cubicBezTo>
                      <a:pt x="671" y="6722"/>
                      <a:pt x="671" y="6747"/>
                      <a:pt x="671" y="6773"/>
                    </a:cubicBezTo>
                    <a:cubicBezTo>
                      <a:pt x="671" y="6825"/>
                      <a:pt x="671" y="6878"/>
                      <a:pt x="671" y="6931"/>
                    </a:cubicBezTo>
                    <a:cubicBezTo>
                      <a:pt x="672" y="7012"/>
                      <a:pt x="671" y="7092"/>
                      <a:pt x="671" y="7173"/>
                    </a:cubicBezTo>
                    <a:cubicBezTo>
                      <a:pt x="671" y="7224"/>
                      <a:pt x="671" y="7275"/>
                      <a:pt x="671" y="7326"/>
                    </a:cubicBezTo>
                    <a:cubicBezTo>
                      <a:pt x="671" y="7351"/>
                      <a:pt x="671" y="7375"/>
                      <a:pt x="671" y="7400"/>
                    </a:cubicBezTo>
                    <a:cubicBezTo>
                      <a:pt x="671" y="7422"/>
                      <a:pt x="671" y="7445"/>
                      <a:pt x="671" y="7468"/>
                    </a:cubicBezTo>
                    <a:cubicBezTo>
                      <a:pt x="671" y="7488"/>
                      <a:pt x="671" y="7508"/>
                      <a:pt x="671" y="7528"/>
                    </a:cubicBezTo>
                    <a:cubicBezTo>
                      <a:pt x="679" y="7577"/>
                      <a:pt x="679" y="7577"/>
                      <a:pt x="735" y="7634"/>
                    </a:cubicBezTo>
                    <a:cubicBezTo>
                      <a:pt x="744" y="7690"/>
                      <a:pt x="750" y="7744"/>
                      <a:pt x="753" y="7800"/>
                    </a:cubicBezTo>
                    <a:cubicBezTo>
                      <a:pt x="754" y="7817"/>
                      <a:pt x="755" y="7833"/>
                      <a:pt x="757" y="7849"/>
                    </a:cubicBezTo>
                    <a:cubicBezTo>
                      <a:pt x="760" y="7901"/>
                      <a:pt x="764" y="7953"/>
                      <a:pt x="767" y="8005"/>
                    </a:cubicBezTo>
                    <a:cubicBezTo>
                      <a:pt x="769" y="8040"/>
                      <a:pt x="772" y="8075"/>
                      <a:pt x="774" y="8111"/>
                    </a:cubicBezTo>
                    <a:cubicBezTo>
                      <a:pt x="780" y="8197"/>
                      <a:pt x="786" y="8283"/>
                      <a:pt x="792" y="8369"/>
                    </a:cubicBezTo>
                    <a:cubicBezTo>
                      <a:pt x="829" y="8369"/>
                      <a:pt x="866" y="8369"/>
                      <a:pt x="905" y="8369"/>
                    </a:cubicBezTo>
                    <a:cubicBezTo>
                      <a:pt x="904" y="8381"/>
                      <a:pt x="904" y="8393"/>
                      <a:pt x="903" y="8405"/>
                    </a:cubicBezTo>
                    <a:cubicBezTo>
                      <a:pt x="891" y="8681"/>
                      <a:pt x="910" y="8906"/>
                      <a:pt x="1018" y="9161"/>
                    </a:cubicBezTo>
                    <a:cubicBezTo>
                      <a:pt x="1055" y="9161"/>
                      <a:pt x="1093" y="9161"/>
                      <a:pt x="1131" y="9161"/>
                    </a:cubicBezTo>
                    <a:cubicBezTo>
                      <a:pt x="1131" y="9235"/>
                      <a:pt x="1131" y="9310"/>
                      <a:pt x="1131" y="9387"/>
                    </a:cubicBezTo>
                    <a:cubicBezTo>
                      <a:pt x="1168" y="9387"/>
                      <a:pt x="1206" y="9387"/>
                      <a:pt x="1244" y="9387"/>
                    </a:cubicBezTo>
                    <a:cubicBezTo>
                      <a:pt x="1246" y="9401"/>
                      <a:pt x="1248" y="9416"/>
                      <a:pt x="1250" y="9431"/>
                    </a:cubicBezTo>
                    <a:cubicBezTo>
                      <a:pt x="1295" y="9689"/>
                      <a:pt x="1385" y="9932"/>
                      <a:pt x="1470" y="10179"/>
                    </a:cubicBezTo>
                    <a:cubicBezTo>
                      <a:pt x="1508" y="10179"/>
                      <a:pt x="1545" y="10179"/>
                      <a:pt x="1583" y="10179"/>
                    </a:cubicBezTo>
                    <a:cubicBezTo>
                      <a:pt x="1583" y="10253"/>
                      <a:pt x="1583" y="10328"/>
                      <a:pt x="1583" y="10405"/>
                    </a:cubicBezTo>
                    <a:cubicBezTo>
                      <a:pt x="1621" y="10405"/>
                      <a:pt x="1658" y="10405"/>
                      <a:pt x="1696" y="10405"/>
                    </a:cubicBezTo>
                    <a:cubicBezTo>
                      <a:pt x="1696" y="10442"/>
                      <a:pt x="1696" y="10479"/>
                      <a:pt x="1696" y="10518"/>
                    </a:cubicBezTo>
                    <a:cubicBezTo>
                      <a:pt x="1734" y="10518"/>
                      <a:pt x="1771" y="10518"/>
                      <a:pt x="1810" y="10518"/>
                    </a:cubicBezTo>
                    <a:cubicBezTo>
                      <a:pt x="1810" y="10555"/>
                      <a:pt x="1810" y="10593"/>
                      <a:pt x="1810" y="10631"/>
                    </a:cubicBezTo>
                    <a:cubicBezTo>
                      <a:pt x="1847" y="10631"/>
                      <a:pt x="1884" y="10631"/>
                      <a:pt x="1923" y="10631"/>
                    </a:cubicBezTo>
                    <a:cubicBezTo>
                      <a:pt x="1923" y="10706"/>
                      <a:pt x="1923" y="10780"/>
                      <a:pt x="1923" y="10857"/>
                    </a:cubicBezTo>
                    <a:cubicBezTo>
                      <a:pt x="1960" y="10857"/>
                      <a:pt x="1997" y="10857"/>
                      <a:pt x="2036" y="10857"/>
                    </a:cubicBezTo>
                    <a:cubicBezTo>
                      <a:pt x="2036" y="10894"/>
                      <a:pt x="2036" y="10932"/>
                      <a:pt x="2036" y="10970"/>
                    </a:cubicBezTo>
                    <a:cubicBezTo>
                      <a:pt x="2073" y="10970"/>
                      <a:pt x="2110" y="10970"/>
                      <a:pt x="2149" y="10970"/>
                    </a:cubicBezTo>
                    <a:cubicBezTo>
                      <a:pt x="2149" y="11008"/>
                      <a:pt x="2149" y="11045"/>
                      <a:pt x="2149" y="11083"/>
                    </a:cubicBezTo>
                    <a:cubicBezTo>
                      <a:pt x="2186" y="11083"/>
                      <a:pt x="2223" y="11083"/>
                      <a:pt x="2262" y="11083"/>
                    </a:cubicBezTo>
                    <a:cubicBezTo>
                      <a:pt x="2262" y="11121"/>
                      <a:pt x="2262" y="11158"/>
                      <a:pt x="2262" y="11196"/>
                    </a:cubicBezTo>
                    <a:cubicBezTo>
                      <a:pt x="2299" y="11196"/>
                      <a:pt x="2337" y="11196"/>
                      <a:pt x="2375" y="11196"/>
                    </a:cubicBezTo>
                    <a:cubicBezTo>
                      <a:pt x="2375" y="11234"/>
                      <a:pt x="2375" y="11271"/>
                      <a:pt x="2375" y="11310"/>
                    </a:cubicBezTo>
                    <a:cubicBezTo>
                      <a:pt x="2412" y="11310"/>
                      <a:pt x="2450" y="11310"/>
                      <a:pt x="2488" y="11310"/>
                    </a:cubicBezTo>
                    <a:cubicBezTo>
                      <a:pt x="2488" y="11347"/>
                      <a:pt x="2488" y="11384"/>
                      <a:pt x="2488" y="11423"/>
                    </a:cubicBezTo>
                    <a:cubicBezTo>
                      <a:pt x="2525" y="11423"/>
                      <a:pt x="2563" y="11423"/>
                      <a:pt x="2601" y="11423"/>
                    </a:cubicBezTo>
                    <a:cubicBezTo>
                      <a:pt x="2601" y="11460"/>
                      <a:pt x="2601" y="11497"/>
                      <a:pt x="2601" y="11536"/>
                    </a:cubicBezTo>
                    <a:cubicBezTo>
                      <a:pt x="2639" y="11536"/>
                      <a:pt x="2676" y="11536"/>
                      <a:pt x="2714" y="11536"/>
                    </a:cubicBezTo>
                    <a:cubicBezTo>
                      <a:pt x="2714" y="11573"/>
                      <a:pt x="2714" y="11610"/>
                      <a:pt x="2714" y="11649"/>
                    </a:cubicBezTo>
                    <a:cubicBezTo>
                      <a:pt x="2752" y="11649"/>
                      <a:pt x="2789" y="11649"/>
                      <a:pt x="2827" y="11649"/>
                    </a:cubicBezTo>
                    <a:cubicBezTo>
                      <a:pt x="2827" y="11686"/>
                      <a:pt x="2827" y="11723"/>
                      <a:pt x="2827" y="11762"/>
                    </a:cubicBezTo>
                    <a:cubicBezTo>
                      <a:pt x="2865" y="11762"/>
                      <a:pt x="2902" y="11762"/>
                      <a:pt x="2940" y="11762"/>
                    </a:cubicBezTo>
                    <a:cubicBezTo>
                      <a:pt x="2940" y="11799"/>
                      <a:pt x="2940" y="11837"/>
                      <a:pt x="2940" y="11875"/>
                    </a:cubicBezTo>
                    <a:cubicBezTo>
                      <a:pt x="2978" y="11875"/>
                      <a:pt x="3015" y="11875"/>
                      <a:pt x="3054" y="11875"/>
                    </a:cubicBezTo>
                    <a:cubicBezTo>
                      <a:pt x="3054" y="11912"/>
                      <a:pt x="3054" y="11950"/>
                      <a:pt x="3054" y="11988"/>
                    </a:cubicBezTo>
                    <a:cubicBezTo>
                      <a:pt x="3128" y="11988"/>
                      <a:pt x="3203" y="11988"/>
                      <a:pt x="3280" y="11988"/>
                    </a:cubicBezTo>
                    <a:cubicBezTo>
                      <a:pt x="3280" y="12025"/>
                      <a:pt x="3280" y="12063"/>
                      <a:pt x="3280" y="12101"/>
                    </a:cubicBezTo>
                    <a:cubicBezTo>
                      <a:pt x="3317" y="12101"/>
                      <a:pt x="3354" y="12101"/>
                      <a:pt x="3393" y="12101"/>
                    </a:cubicBezTo>
                    <a:cubicBezTo>
                      <a:pt x="3391" y="12119"/>
                      <a:pt x="3389" y="12136"/>
                      <a:pt x="3387" y="12154"/>
                    </a:cubicBezTo>
                    <a:cubicBezTo>
                      <a:pt x="3393" y="12214"/>
                      <a:pt x="3393" y="12214"/>
                      <a:pt x="3431" y="12248"/>
                    </a:cubicBezTo>
                    <a:cubicBezTo>
                      <a:pt x="3448" y="12257"/>
                      <a:pt x="3466" y="12266"/>
                      <a:pt x="3484" y="12275"/>
                    </a:cubicBezTo>
                    <a:cubicBezTo>
                      <a:pt x="3503" y="12285"/>
                      <a:pt x="3523" y="12294"/>
                      <a:pt x="3543" y="12305"/>
                    </a:cubicBezTo>
                    <a:cubicBezTo>
                      <a:pt x="3563" y="12314"/>
                      <a:pt x="3584" y="12324"/>
                      <a:pt x="3605" y="12334"/>
                    </a:cubicBezTo>
                    <a:cubicBezTo>
                      <a:pt x="3625" y="12345"/>
                      <a:pt x="3644" y="12355"/>
                      <a:pt x="3665" y="12366"/>
                    </a:cubicBezTo>
                    <a:cubicBezTo>
                      <a:pt x="3804" y="12434"/>
                      <a:pt x="3917" y="12455"/>
                      <a:pt x="4071" y="12440"/>
                    </a:cubicBezTo>
                    <a:cubicBezTo>
                      <a:pt x="4070" y="12458"/>
                      <a:pt x="4068" y="12475"/>
                      <a:pt x="4066" y="12493"/>
                    </a:cubicBezTo>
                    <a:cubicBezTo>
                      <a:pt x="4071" y="12554"/>
                      <a:pt x="4071" y="12554"/>
                      <a:pt x="4109" y="12587"/>
                    </a:cubicBezTo>
                    <a:cubicBezTo>
                      <a:pt x="4127" y="12596"/>
                      <a:pt x="4144" y="12605"/>
                      <a:pt x="4162" y="12614"/>
                    </a:cubicBezTo>
                    <a:cubicBezTo>
                      <a:pt x="4182" y="12624"/>
                      <a:pt x="4201" y="12634"/>
                      <a:pt x="4221" y="12644"/>
                    </a:cubicBezTo>
                    <a:cubicBezTo>
                      <a:pt x="4242" y="12654"/>
                      <a:pt x="4262" y="12664"/>
                      <a:pt x="4283" y="12674"/>
                    </a:cubicBezTo>
                    <a:cubicBezTo>
                      <a:pt x="4293" y="12679"/>
                      <a:pt x="4293" y="12679"/>
                      <a:pt x="4343" y="12705"/>
                    </a:cubicBezTo>
                    <a:cubicBezTo>
                      <a:pt x="4483" y="12774"/>
                      <a:pt x="4595" y="12794"/>
                      <a:pt x="4750" y="12780"/>
                    </a:cubicBezTo>
                    <a:cubicBezTo>
                      <a:pt x="4750" y="12817"/>
                      <a:pt x="4750" y="12854"/>
                      <a:pt x="4750" y="12893"/>
                    </a:cubicBezTo>
                    <a:cubicBezTo>
                      <a:pt x="4825" y="12893"/>
                      <a:pt x="4899" y="12893"/>
                      <a:pt x="4976" y="12893"/>
                    </a:cubicBezTo>
                    <a:cubicBezTo>
                      <a:pt x="4976" y="12930"/>
                      <a:pt x="4976" y="12968"/>
                      <a:pt x="4976" y="13006"/>
                    </a:cubicBezTo>
                    <a:cubicBezTo>
                      <a:pt x="5163" y="13006"/>
                      <a:pt x="5349" y="13006"/>
                      <a:pt x="5542" y="13006"/>
                    </a:cubicBezTo>
                    <a:cubicBezTo>
                      <a:pt x="5542" y="13043"/>
                      <a:pt x="5542" y="13081"/>
                      <a:pt x="5542" y="13119"/>
                    </a:cubicBezTo>
                    <a:cubicBezTo>
                      <a:pt x="5547" y="13120"/>
                      <a:pt x="5547" y="13120"/>
                      <a:pt x="5577" y="13123"/>
                    </a:cubicBezTo>
                    <a:cubicBezTo>
                      <a:pt x="5630" y="13130"/>
                      <a:pt x="5683" y="13137"/>
                      <a:pt x="5736" y="13144"/>
                    </a:cubicBezTo>
                    <a:cubicBezTo>
                      <a:pt x="5754" y="13146"/>
                      <a:pt x="5773" y="13148"/>
                      <a:pt x="5792" y="13151"/>
                    </a:cubicBezTo>
                    <a:cubicBezTo>
                      <a:pt x="5809" y="13153"/>
                      <a:pt x="5827" y="13155"/>
                      <a:pt x="5845" y="13158"/>
                    </a:cubicBezTo>
                    <a:cubicBezTo>
                      <a:pt x="5854" y="13159"/>
                      <a:pt x="5854" y="13159"/>
                      <a:pt x="5895" y="13164"/>
                    </a:cubicBezTo>
                    <a:cubicBezTo>
                      <a:pt x="5938" y="13176"/>
                      <a:pt x="5938" y="13176"/>
                      <a:pt x="5994" y="13232"/>
                    </a:cubicBezTo>
                    <a:cubicBezTo>
                      <a:pt x="6056" y="13238"/>
                      <a:pt x="6114" y="13240"/>
                      <a:pt x="6176" y="13239"/>
                    </a:cubicBezTo>
                    <a:cubicBezTo>
                      <a:pt x="6195" y="13240"/>
                      <a:pt x="6213" y="13240"/>
                      <a:pt x="6233" y="13240"/>
                    </a:cubicBezTo>
                    <a:cubicBezTo>
                      <a:pt x="6294" y="13240"/>
                      <a:pt x="6356" y="13240"/>
                      <a:pt x="6418" y="13240"/>
                    </a:cubicBezTo>
                    <a:cubicBezTo>
                      <a:pt x="6461" y="13240"/>
                      <a:pt x="6504" y="13240"/>
                      <a:pt x="6547" y="13240"/>
                    </a:cubicBezTo>
                    <a:cubicBezTo>
                      <a:pt x="6637" y="13240"/>
                      <a:pt x="6727" y="13240"/>
                      <a:pt x="6817" y="13239"/>
                    </a:cubicBezTo>
                    <a:cubicBezTo>
                      <a:pt x="6932" y="13239"/>
                      <a:pt x="7047" y="13239"/>
                      <a:pt x="7163" y="13240"/>
                    </a:cubicBezTo>
                    <a:cubicBezTo>
                      <a:pt x="7251" y="13240"/>
                      <a:pt x="7340" y="13240"/>
                      <a:pt x="7429" y="13240"/>
                    </a:cubicBezTo>
                    <a:cubicBezTo>
                      <a:pt x="7471" y="13240"/>
                      <a:pt x="7514" y="13240"/>
                      <a:pt x="7556" y="13240"/>
                    </a:cubicBezTo>
                    <a:cubicBezTo>
                      <a:pt x="7616" y="13240"/>
                      <a:pt x="7675" y="13240"/>
                      <a:pt x="7735" y="13239"/>
                    </a:cubicBezTo>
                    <a:cubicBezTo>
                      <a:pt x="7744" y="13239"/>
                      <a:pt x="7744" y="13239"/>
                      <a:pt x="7788" y="13240"/>
                    </a:cubicBezTo>
                    <a:cubicBezTo>
                      <a:pt x="7910" y="13239"/>
                      <a:pt x="7910" y="13239"/>
                      <a:pt x="7973" y="13176"/>
                    </a:cubicBezTo>
                    <a:cubicBezTo>
                      <a:pt x="8020" y="13167"/>
                      <a:pt x="8020" y="13167"/>
                      <a:pt x="8076" y="13164"/>
                    </a:cubicBezTo>
                    <a:cubicBezTo>
                      <a:pt x="8097" y="13162"/>
                      <a:pt x="8118" y="13161"/>
                      <a:pt x="8139" y="13159"/>
                    </a:cubicBezTo>
                    <a:cubicBezTo>
                      <a:pt x="8161" y="13158"/>
                      <a:pt x="8184" y="13156"/>
                      <a:pt x="8206" y="13154"/>
                    </a:cubicBezTo>
                    <a:cubicBezTo>
                      <a:pt x="8396" y="13137"/>
                      <a:pt x="8553" y="13103"/>
                      <a:pt x="8724" y="13020"/>
                    </a:cubicBezTo>
                    <a:cubicBezTo>
                      <a:pt x="8831" y="12968"/>
                      <a:pt x="8938" y="12929"/>
                      <a:pt x="9051" y="12894"/>
                    </a:cubicBezTo>
                    <a:cubicBezTo>
                      <a:pt x="9347" y="12803"/>
                      <a:pt x="9611" y="12674"/>
                      <a:pt x="9882" y="12525"/>
                    </a:cubicBezTo>
                    <a:cubicBezTo>
                      <a:pt x="9923" y="12503"/>
                      <a:pt x="9965" y="12481"/>
                      <a:pt x="10006" y="12458"/>
                    </a:cubicBezTo>
                    <a:cubicBezTo>
                      <a:pt x="10104" y="12406"/>
                      <a:pt x="10201" y="12353"/>
                      <a:pt x="10297" y="12299"/>
                    </a:cubicBezTo>
                    <a:cubicBezTo>
                      <a:pt x="10345" y="12273"/>
                      <a:pt x="10392" y="12247"/>
                      <a:pt x="10440" y="12221"/>
                    </a:cubicBezTo>
                    <a:cubicBezTo>
                      <a:pt x="10466" y="12207"/>
                      <a:pt x="10493" y="12192"/>
                      <a:pt x="10519" y="12177"/>
                    </a:cubicBezTo>
                    <a:cubicBezTo>
                      <a:pt x="10530" y="12171"/>
                      <a:pt x="10530" y="12171"/>
                      <a:pt x="10585" y="12140"/>
                    </a:cubicBezTo>
                    <a:cubicBezTo>
                      <a:pt x="10631" y="12101"/>
                      <a:pt x="10631" y="12101"/>
                      <a:pt x="10638" y="12040"/>
                    </a:cubicBezTo>
                    <a:cubicBezTo>
                      <a:pt x="10637" y="12031"/>
                      <a:pt x="10637" y="12031"/>
                      <a:pt x="10631" y="11988"/>
                    </a:cubicBezTo>
                    <a:cubicBezTo>
                      <a:pt x="10668" y="11988"/>
                      <a:pt x="10706" y="11988"/>
                      <a:pt x="10744" y="11988"/>
                    </a:cubicBezTo>
                    <a:cubicBezTo>
                      <a:pt x="10744" y="11951"/>
                      <a:pt x="10744" y="11913"/>
                      <a:pt x="10744" y="11875"/>
                    </a:cubicBezTo>
                    <a:cubicBezTo>
                      <a:pt x="10819" y="11875"/>
                      <a:pt x="10893" y="11875"/>
                      <a:pt x="10970" y="11875"/>
                    </a:cubicBezTo>
                    <a:cubicBezTo>
                      <a:pt x="10970" y="11838"/>
                      <a:pt x="10970" y="11800"/>
                      <a:pt x="10970" y="11762"/>
                    </a:cubicBezTo>
                    <a:cubicBezTo>
                      <a:pt x="11008" y="11762"/>
                      <a:pt x="11045" y="11762"/>
                      <a:pt x="11083" y="11762"/>
                    </a:cubicBezTo>
                    <a:cubicBezTo>
                      <a:pt x="11083" y="11725"/>
                      <a:pt x="11083" y="11687"/>
                      <a:pt x="11083" y="11649"/>
                    </a:cubicBezTo>
                    <a:cubicBezTo>
                      <a:pt x="11121" y="11649"/>
                      <a:pt x="11158" y="11649"/>
                      <a:pt x="11196" y="11649"/>
                    </a:cubicBezTo>
                    <a:cubicBezTo>
                      <a:pt x="11196" y="11611"/>
                      <a:pt x="11196" y="11574"/>
                      <a:pt x="11196" y="11536"/>
                    </a:cubicBezTo>
                    <a:cubicBezTo>
                      <a:pt x="11234" y="11536"/>
                      <a:pt x="11271" y="11536"/>
                      <a:pt x="11310" y="11536"/>
                    </a:cubicBezTo>
                    <a:cubicBezTo>
                      <a:pt x="11310" y="11498"/>
                      <a:pt x="11310" y="11461"/>
                      <a:pt x="11310" y="11423"/>
                    </a:cubicBezTo>
                    <a:cubicBezTo>
                      <a:pt x="11347" y="11423"/>
                      <a:pt x="11384" y="11423"/>
                      <a:pt x="11423" y="11423"/>
                    </a:cubicBezTo>
                    <a:cubicBezTo>
                      <a:pt x="11423" y="11385"/>
                      <a:pt x="11423" y="11348"/>
                      <a:pt x="11423" y="11310"/>
                    </a:cubicBezTo>
                    <a:cubicBezTo>
                      <a:pt x="11460" y="11310"/>
                      <a:pt x="11497" y="11310"/>
                      <a:pt x="11536" y="11310"/>
                    </a:cubicBezTo>
                    <a:cubicBezTo>
                      <a:pt x="11536" y="11272"/>
                      <a:pt x="11536" y="11235"/>
                      <a:pt x="11536" y="11196"/>
                    </a:cubicBezTo>
                    <a:cubicBezTo>
                      <a:pt x="11573" y="11196"/>
                      <a:pt x="11610" y="11196"/>
                      <a:pt x="11649" y="11196"/>
                    </a:cubicBezTo>
                    <a:cubicBezTo>
                      <a:pt x="11649" y="11159"/>
                      <a:pt x="11649" y="11122"/>
                      <a:pt x="11649" y="11083"/>
                    </a:cubicBezTo>
                    <a:cubicBezTo>
                      <a:pt x="11686" y="11083"/>
                      <a:pt x="11723" y="11083"/>
                      <a:pt x="11762" y="11083"/>
                    </a:cubicBezTo>
                    <a:cubicBezTo>
                      <a:pt x="11762" y="11046"/>
                      <a:pt x="11762" y="11009"/>
                      <a:pt x="11762" y="10970"/>
                    </a:cubicBezTo>
                    <a:cubicBezTo>
                      <a:pt x="11779" y="10973"/>
                      <a:pt x="11796" y="10976"/>
                      <a:pt x="11813" y="10978"/>
                    </a:cubicBezTo>
                    <a:cubicBezTo>
                      <a:pt x="11875" y="10970"/>
                      <a:pt x="11875" y="10970"/>
                      <a:pt x="11921" y="10914"/>
                    </a:cubicBezTo>
                    <a:cubicBezTo>
                      <a:pt x="11936" y="10890"/>
                      <a:pt x="11950" y="10865"/>
                      <a:pt x="11963" y="10840"/>
                    </a:cubicBezTo>
                    <a:cubicBezTo>
                      <a:pt x="11967" y="10833"/>
                      <a:pt x="11967" y="10833"/>
                      <a:pt x="11985" y="10801"/>
                    </a:cubicBezTo>
                    <a:cubicBezTo>
                      <a:pt x="12037" y="10709"/>
                      <a:pt x="12074" y="10619"/>
                      <a:pt x="12101" y="10518"/>
                    </a:cubicBezTo>
                    <a:cubicBezTo>
                      <a:pt x="12139" y="10518"/>
                      <a:pt x="12176" y="10518"/>
                      <a:pt x="12214" y="10518"/>
                    </a:cubicBezTo>
                    <a:cubicBezTo>
                      <a:pt x="12214" y="10481"/>
                      <a:pt x="12214" y="10443"/>
                      <a:pt x="12214" y="10405"/>
                    </a:cubicBezTo>
                    <a:cubicBezTo>
                      <a:pt x="12252" y="10405"/>
                      <a:pt x="12289" y="10405"/>
                      <a:pt x="12327" y="10405"/>
                    </a:cubicBezTo>
                    <a:cubicBezTo>
                      <a:pt x="12327" y="10330"/>
                      <a:pt x="12327" y="10255"/>
                      <a:pt x="12327" y="10179"/>
                    </a:cubicBezTo>
                    <a:cubicBezTo>
                      <a:pt x="12365" y="10179"/>
                      <a:pt x="12402" y="10179"/>
                      <a:pt x="12440" y="10179"/>
                    </a:cubicBezTo>
                    <a:cubicBezTo>
                      <a:pt x="12440" y="10141"/>
                      <a:pt x="12440" y="10104"/>
                      <a:pt x="12440" y="10065"/>
                    </a:cubicBezTo>
                    <a:cubicBezTo>
                      <a:pt x="12478" y="10065"/>
                      <a:pt x="12515" y="10065"/>
                      <a:pt x="12554" y="10065"/>
                    </a:cubicBezTo>
                    <a:cubicBezTo>
                      <a:pt x="12556" y="10059"/>
                      <a:pt x="12556" y="10059"/>
                      <a:pt x="12566" y="10023"/>
                    </a:cubicBezTo>
                    <a:cubicBezTo>
                      <a:pt x="12642" y="9779"/>
                      <a:pt x="12713" y="9555"/>
                      <a:pt x="12854" y="9341"/>
                    </a:cubicBezTo>
                    <a:cubicBezTo>
                      <a:pt x="12966" y="9150"/>
                      <a:pt x="13029" y="8930"/>
                      <a:pt x="13006" y="8708"/>
                    </a:cubicBezTo>
                    <a:cubicBezTo>
                      <a:pt x="13043" y="8708"/>
                      <a:pt x="13081" y="8708"/>
                      <a:pt x="13119" y="8708"/>
                    </a:cubicBezTo>
                    <a:cubicBezTo>
                      <a:pt x="13119" y="8596"/>
                      <a:pt x="13119" y="8484"/>
                      <a:pt x="13119" y="8369"/>
                    </a:cubicBezTo>
                    <a:cubicBezTo>
                      <a:pt x="13156" y="8369"/>
                      <a:pt x="13194" y="8369"/>
                      <a:pt x="13232" y="8369"/>
                    </a:cubicBezTo>
                    <a:cubicBezTo>
                      <a:pt x="13233" y="8363"/>
                      <a:pt x="13233" y="8363"/>
                      <a:pt x="13236" y="8334"/>
                    </a:cubicBezTo>
                    <a:cubicBezTo>
                      <a:pt x="13243" y="8281"/>
                      <a:pt x="13250" y="8228"/>
                      <a:pt x="13257" y="8175"/>
                    </a:cubicBezTo>
                    <a:cubicBezTo>
                      <a:pt x="13259" y="8156"/>
                      <a:pt x="13261" y="8138"/>
                      <a:pt x="13264" y="8119"/>
                    </a:cubicBezTo>
                    <a:cubicBezTo>
                      <a:pt x="13266" y="8101"/>
                      <a:pt x="13268" y="8084"/>
                      <a:pt x="13271" y="8065"/>
                    </a:cubicBezTo>
                    <a:cubicBezTo>
                      <a:pt x="13272" y="8057"/>
                      <a:pt x="13272" y="8057"/>
                      <a:pt x="13277" y="8016"/>
                    </a:cubicBezTo>
                    <a:cubicBezTo>
                      <a:pt x="13289" y="7973"/>
                      <a:pt x="13289" y="7973"/>
                      <a:pt x="13345" y="7917"/>
                    </a:cubicBezTo>
                    <a:cubicBezTo>
                      <a:pt x="13356" y="7854"/>
                      <a:pt x="13356" y="7854"/>
                      <a:pt x="13361" y="7777"/>
                    </a:cubicBezTo>
                    <a:cubicBezTo>
                      <a:pt x="13363" y="7749"/>
                      <a:pt x="13365" y="7722"/>
                      <a:pt x="13368" y="7693"/>
                    </a:cubicBezTo>
                    <a:cubicBezTo>
                      <a:pt x="13370" y="7664"/>
                      <a:pt x="13372" y="7635"/>
                      <a:pt x="13374" y="7606"/>
                    </a:cubicBezTo>
                    <a:cubicBezTo>
                      <a:pt x="13377" y="7548"/>
                      <a:pt x="13381" y="7491"/>
                      <a:pt x="13386" y="7434"/>
                    </a:cubicBezTo>
                    <a:cubicBezTo>
                      <a:pt x="13388" y="7409"/>
                      <a:pt x="13389" y="7383"/>
                      <a:pt x="13391" y="7357"/>
                    </a:cubicBezTo>
                    <a:cubicBezTo>
                      <a:pt x="13402" y="7295"/>
                      <a:pt x="13402" y="7295"/>
                      <a:pt x="13458" y="7238"/>
                    </a:cubicBezTo>
                    <a:cubicBezTo>
                      <a:pt x="13465" y="7188"/>
                      <a:pt x="13465" y="7188"/>
                      <a:pt x="13465" y="7128"/>
                    </a:cubicBezTo>
                    <a:cubicBezTo>
                      <a:pt x="13465" y="7105"/>
                      <a:pt x="13465" y="7083"/>
                      <a:pt x="13465" y="7059"/>
                    </a:cubicBezTo>
                    <a:cubicBezTo>
                      <a:pt x="13464" y="7035"/>
                      <a:pt x="13464" y="7010"/>
                      <a:pt x="13464" y="6985"/>
                    </a:cubicBezTo>
                    <a:cubicBezTo>
                      <a:pt x="13464" y="6960"/>
                      <a:pt x="13464" y="6935"/>
                      <a:pt x="13464" y="6909"/>
                    </a:cubicBezTo>
                    <a:cubicBezTo>
                      <a:pt x="13463" y="6829"/>
                      <a:pt x="13463" y="6749"/>
                      <a:pt x="13462" y="6669"/>
                    </a:cubicBezTo>
                    <a:cubicBezTo>
                      <a:pt x="13462" y="6615"/>
                      <a:pt x="13461" y="6561"/>
                      <a:pt x="13461" y="6506"/>
                    </a:cubicBezTo>
                    <a:cubicBezTo>
                      <a:pt x="13460" y="6373"/>
                      <a:pt x="13460" y="6240"/>
                      <a:pt x="13458" y="6107"/>
                    </a:cubicBezTo>
                    <a:cubicBezTo>
                      <a:pt x="13421" y="6107"/>
                      <a:pt x="13384" y="6107"/>
                      <a:pt x="13345" y="6107"/>
                    </a:cubicBezTo>
                    <a:cubicBezTo>
                      <a:pt x="13345" y="5883"/>
                      <a:pt x="13345" y="5659"/>
                      <a:pt x="13345" y="5429"/>
                    </a:cubicBezTo>
                    <a:cubicBezTo>
                      <a:pt x="13308" y="5429"/>
                      <a:pt x="13271" y="5429"/>
                      <a:pt x="13232" y="5429"/>
                    </a:cubicBezTo>
                    <a:cubicBezTo>
                      <a:pt x="13234" y="5409"/>
                      <a:pt x="13236" y="5389"/>
                      <a:pt x="13238" y="5368"/>
                    </a:cubicBezTo>
                    <a:cubicBezTo>
                      <a:pt x="13249" y="5170"/>
                      <a:pt x="13219" y="5032"/>
                      <a:pt x="13135" y="4853"/>
                    </a:cubicBezTo>
                    <a:cubicBezTo>
                      <a:pt x="13082" y="4740"/>
                      <a:pt x="13040" y="4629"/>
                      <a:pt x="13004" y="4510"/>
                    </a:cubicBezTo>
                    <a:cubicBezTo>
                      <a:pt x="12886" y="4123"/>
                      <a:pt x="12691" y="3774"/>
                      <a:pt x="12455" y="3446"/>
                    </a:cubicBezTo>
                    <a:cubicBezTo>
                      <a:pt x="12392" y="3356"/>
                      <a:pt x="12358" y="3272"/>
                      <a:pt x="12327" y="3167"/>
                    </a:cubicBezTo>
                    <a:cubicBezTo>
                      <a:pt x="12290" y="3167"/>
                      <a:pt x="12253" y="3167"/>
                      <a:pt x="12214" y="3167"/>
                    </a:cubicBezTo>
                    <a:cubicBezTo>
                      <a:pt x="12214" y="3129"/>
                      <a:pt x="12214" y="3092"/>
                      <a:pt x="12214" y="3054"/>
                    </a:cubicBezTo>
                    <a:cubicBezTo>
                      <a:pt x="12177" y="3054"/>
                      <a:pt x="12140" y="3054"/>
                      <a:pt x="12101" y="3054"/>
                    </a:cubicBezTo>
                    <a:cubicBezTo>
                      <a:pt x="12101" y="2979"/>
                      <a:pt x="12101" y="2904"/>
                      <a:pt x="12101" y="2827"/>
                    </a:cubicBezTo>
                    <a:cubicBezTo>
                      <a:pt x="12064" y="2827"/>
                      <a:pt x="12027" y="2827"/>
                      <a:pt x="11988" y="2827"/>
                    </a:cubicBezTo>
                    <a:cubicBezTo>
                      <a:pt x="11988" y="2790"/>
                      <a:pt x="11988" y="2753"/>
                      <a:pt x="11988" y="2714"/>
                    </a:cubicBezTo>
                    <a:cubicBezTo>
                      <a:pt x="11951" y="2714"/>
                      <a:pt x="11913" y="2714"/>
                      <a:pt x="11875" y="2714"/>
                    </a:cubicBezTo>
                    <a:cubicBezTo>
                      <a:pt x="11875" y="2677"/>
                      <a:pt x="11875" y="2640"/>
                      <a:pt x="11875" y="2601"/>
                    </a:cubicBezTo>
                    <a:cubicBezTo>
                      <a:pt x="11838" y="2601"/>
                      <a:pt x="11800" y="2601"/>
                      <a:pt x="11762" y="2601"/>
                    </a:cubicBezTo>
                    <a:cubicBezTo>
                      <a:pt x="11762" y="2564"/>
                      <a:pt x="11762" y="2527"/>
                      <a:pt x="11762" y="2488"/>
                    </a:cubicBezTo>
                    <a:cubicBezTo>
                      <a:pt x="11725" y="2488"/>
                      <a:pt x="11687" y="2488"/>
                      <a:pt x="11649" y="2488"/>
                    </a:cubicBezTo>
                    <a:cubicBezTo>
                      <a:pt x="11649" y="2451"/>
                      <a:pt x="11649" y="2413"/>
                      <a:pt x="11649" y="2375"/>
                    </a:cubicBezTo>
                    <a:cubicBezTo>
                      <a:pt x="11611" y="2375"/>
                      <a:pt x="11574" y="2375"/>
                      <a:pt x="11536" y="2375"/>
                    </a:cubicBezTo>
                    <a:cubicBezTo>
                      <a:pt x="11536" y="2338"/>
                      <a:pt x="11536" y="2300"/>
                      <a:pt x="11536" y="2262"/>
                    </a:cubicBezTo>
                    <a:cubicBezTo>
                      <a:pt x="11498" y="2262"/>
                      <a:pt x="11461" y="2262"/>
                      <a:pt x="11423" y="2262"/>
                    </a:cubicBezTo>
                    <a:cubicBezTo>
                      <a:pt x="11423" y="2225"/>
                      <a:pt x="11423" y="2187"/>
                      <a:pt x="11423" y="2149"/>
                    </a:cubicBezTo>
                    <a:cubicBezTo>
                      <a:pt x="11348" y="2149"/>
                      <a:pt x="11273" y="2149"/>
                      <a:pt x="11196" y="2149"/>
                    </a:cubicBezTo>
                    <a:cubicBezTo>
                      <a:pt x="11196" y="2111"/>
                      <a:pt x="11196" y="2074"/>
                      <a:pt x="11196" y="2036"/>
                    </a:cubicBezTo>
                    <a:cubicBezTo>
                      <a:pt x="11162" y="1990"/>
                      <a:pt x="11131" y="1955"/>
                      <a:pt x="11090" y="1916"/>
                    </a:cubicBezTo>
                    <a:cubicBezTo>
                      <a:pt x="11081" y="1905"/>
                      <a:pt x="11071" y="1895"/>
                      <a:pt x="11061" y="1884"/>
                    </a:cubicBezTo>
                    <a:cubicBezTo>
                      <a:pt x="11009" y="1834"/>
                      <a:pt x="10979" y="1810"/>
                      <a:pt x="10906" y="1803"/>
                    </a:cubicBezTo>
                    <a:cubicBezTo>
                      <a:pt x="10890" y="1805"/>
                      <a:pt x="10874" y="1807"/>
                      <a:pt x="10857" y="1810"/>
                    </a:cubicBezTo>
                    <a:cubicBezTo>
                      <a:pt x="10857" y="1772"/>
                      <a:pt x="10857" y="1735"/>
                      <a:pt x="10857" y="1696"/>
                    </a:cubicBezTo>
                    <a:cubicBezTo>
                      <a:pt x="10835" y="1690"/>
                      <a:pt x="10813" y="1683"/>
                      <a:pt x="10791" y="1676"/>
                    </a:cubicBezTo>
                    <a:cubicBezTo>
                      <a:pt x="10379" y="1544"/>
                      <a:pt x="10379" y="1544"/>
                      <a:pt x="10292" y="1470"/>
                    </a:cubicBezTo>
                    <a:cubicBezTo>
                      <a:pt x="10292" y="1433"/>
                      <a:pt x="10292" y="1396"/>
                      <a:pt x="10292" y="1357"/>
                    </a:cubicBezTo>
                    <a:cubicBezTo>
                      <a:pt x="10217" y="1357"/>
                      <a:pt x="10142" y="1357"/>
                      <a:pt x="10065" y="1357"/>
                    </a:cubicBezTo>
                    <a:cubicBezTo>
                      <a:pt x="10065" y="1320"/>
                      <a:pt x="10065" y="1282"/>
                      <a:pt x="10065" y="1244"/>
                    </a:cubicBezTo>
                    <a:cubicBezTo>
                      <a:pt x="9991" y="1244"/>
                      <a:pt x="9916" y="1244"/>
                      <a:pt x="9839" y="1244"/>
                    </a:cubicBezTo>
                    <a:cubicBezTo>
                      <a:pt x="9839" y="1207"/>
                      <a:pt x="9839" y="1169"/>
                      <a:pt x="9839" y="1131"/>
                    </a:cubicBezTo>
                    <a:cubicBezTo>
                      <a:pt x="9727" y="1131"/>
                      <a:pt x="9615" y="1131"/>
                      <a:pt x="9500" y="1131"/>
                    </a:cubicBezTo>
                    <a:cubicBezTo>
                      <a:pt x="9500" y="1094"/>
                      <a:pt x="9500" y="1056"/>
                      <a:pt x="9500" y="1018"/>
                    </a:cubicBezTo>
                    <a:cubicBezTo>
                      <a:pt x="9388" y="1018"/>
                      <a:pt x="9276" y="1018"/>
                      <a:pt x="9161" y="1018"/>
                    </a:cubicBezTo>
                    <a:cubicBezTo>
                      <a:pt x="9161" y="981"/>
                      <a:pt x="9161" y="943"/>
                      <a:pt x="9161" y="905"/>
                    </a:cubicBezTo>
                    <a:cubicBezTo>
                      <a:pt x="9011" y="905"/>
                      <a:pt x="8862" y="905"/>
                      <a:pt x="8708" y="905"/>
                    </a:cubicBezTo>
                    <a:cubicBezTo>
                      <a:pt x="8708" y="867"/>
                      <a:pt x="8708" y="830"/>
                      <a:pt x="8708" y="792"/>
                    </a:cubicBezTo>
                    <a:cubicBezTo>
                      <a:pt x="8559" y="792"/>
                      <a:pt x="8410" y="792"/>
                      <a:pt x="8256" y="792"/>
                    </a:cubicBezTo>
                    <a:cubicBezTo>
                      <a:pt x="8256" y="754"/>
                      <a:pt x="8256" y="717"/>
                      <a:pt x="8256" y="679"/>
                    </a:cubicBezTo>
                    <a:cubicBezTo>
                      <a:pt x="7547" y="679"/>
                      <a:pt x="6838" y="679"/>
                      <a:pt x="6107" y="679"/>
                    </a:cubicBezTo>
                    <a:close/>
                  </a:path>
                </a:pathLst>
              </a:custGeom>
              <a:solidFill>
                <a:srgbClr val="251047"/>
              </a:solidFill>
              <a:ln w="718" cap="flat">
                <a:noFill/>
              </a:ln>
            </p:spPr>
          </p:sp>
          <p:sp>
            <p:nvSpPr>
              <p:cNvPr id="798" name="ICON_REFERENCE_SEARCH_path_005"/>
              <p:cNvSpPr/>
              <p:nvPr/>
            </p:nvSpPr>
            <p:spPr>
              <a:xfrm>
                <a:off x="10532080" y="1405051"/>
                <a:ext cx="80433" cy="78997"/>
              </a:xfrm>
              <a:custGeom>
                <a:avLst/>
                <a:gdLst/>
                <a:ahLst/>
                <a:cxnLst/>
                <a:rect l="0" t="0" r="r" b="b"/>
                <a:pathLst>
                  <a:path w="6333" h="6220" fill="norm" stroke="0">
                    <a:moveTo>
                      <a:pt x="1357" y="0"/>
                    </a:moveTo>
                    <a:cubicBezTo>
                      <a:pt x="1506" y="0"/>
                      <a:pt x="1656" y="0"/>
                      <a:pt x="1810" y="0"/>
                    </a:cubicBezTo>
                    <a:cubicBezTo>
                      <a:pt x="1810" y="37"/>
                      <a:pt x="1810" y="75"/>
                      <a:pt x="1810" y="113"/>
                    </a:cubicBezTo>
                    <a:cubicBezTo>
                      <a:pt x="1847" y="113"/>
                      <a:pt x="1884" y="113"/>
                      <a:pt x="1923" y="113"/>
                    </a:cubicBezTo>
                    <a:cubicBezTo>
                      <a:pt x="1923" y="150"/>
                      <a:pt x="1923" y="188"/>
                      <a:pt x="1923" y="226"/>
                    </a:cubicBezTo>
                    <a:cubicBezTo>
                      <a:pt x="1997" y="226"/>
                      <a:pt x="2072" y="226"/>
                      <a:pt x="2149" y="226"/>
                    </a:cubicBezTo>
                    <a:cubicBezTo>
                      <a:pt x="2149" y="264"/>
                      <a:pt x="2149" y="301"/>
                      <a:pt x="2149" y="339"/>
                    </a:cubicBezTo>
                    <a:cubicBezTo>
                      <a:pt x="2186" y="339"/>
                      <a:pt x="2223" y="339"/>
                      <a:pt x="2262" y="339"/>
                    </a:cubicBezTo>
                    <a:cubicBezTo>
                      <a:pt x="2262" y="377"/>
                      <a:pt x="2262" y="414"/>
                      <a:pt x="2262" y="452"/>
                    </a:cubicBezTo>
                    <a:cubicBezTo>
                      <a:pt x="2299" y="452"/>
                      <a:pt x="2337" y="452"/>
                      <a:pt x="2375" y="452"/>
                    </a:cubicBezTo>
                    <a:cubicBezTo>
                      <a:pt x="2375" y="490"/>
                      <a:pt x="2375" y="527"/>
                      <a:pt x="2375" y="565"/>
                    </a:cubicBezTo>
                    <a:cubicBezTo>
                      <a:pt x="2412" y="565"/>
                      <a:pt x="2450" y="565"/>
                      <a:pt x="2488" y="565"/>
                    </a:cubicBezTo>
                    <a:cubicBezTo>
                      <a:pt x="2488" y="603"/>
                      <a:pt x="2488" y="640"/>
                      <a:pt x="2488" y="679"/>
                    </a:cubicBezTo>
                    <a:cubicBezTo>
                      <a:pt x="2525" y="679"/>
                      <a:pt x="2563" y="679"/>
                      <a:pt x="2601" y="679"/>
                    </a:cubicBezTo>
                    <a:cubicBezTo>
                      <a:pt x="2601" y="716"/>
                      <a:pt x="2601" y="753"/>
                      <a:pt x="2601" y="792"/>
                    </a:cubicBezTo>
                    <a:cubicBezTo>
                      <a:pt x="2639" y="792"/>
                      <a:pt x="2676" y="792"/>
                      <a:pt x="2714" y="792"/>
                    </a:cubicBezTo>
                    <a:cubicBezTo>
                      <a:pt x="2714" y="829"/>
                      <a:pt x="2714" y="866"/>
                      <a:pt x="2714" y="905"/>
                    </a:cubicBezTo>
                    <a:cubicBezTo>
                      <a:pt x="2752" y="905"/>
                      <a:pt x="2789" y="905"/>
                      <a:pt x="2827" y="905"/>
                    </a:cubicBezTo>
                    <a:cubicBezTo>
                      <a:pt x="2827" y="942"/>
                      <a:pt x="2827" y="979"/>
                      <a:pt x="2827" y="1018"/>
                    </a:cubicBezTo>
                    <a:cubicBezTo>
                      <a:pt x="2865" y="1018"/>
                      <a:pt x="2902" y="1018"/>
                      <a:pt x="2940" y="1018"/>
                    </a:cubicBezTo>
                    <a:cubicBezTo>
                      <a:pt x="2940" y="1055"/>
                      <a:pt x="2940" y="1093"/>
                      <a:pt x="2940" y="1131"/>
                    </a:cubicBezTo>
                    <a:cubicBezTo>
                      <a:pt x="2978" y="1131"/>
                      <a:pt x="3015" y="1131"/>
                      <a:pt x="3054" y="1131"/>
                    </a:cubicBezTo>
                    <a:cubicBezTo>
                      <a:pt x="3054" y="1168"/>
                      <a:pt x="3054" y="1206"/>
                      <a:pt x="3054" y="1244"/>
                    </a:cubicBezTo>
                    <a:cubicBezTo>
                      <a:pt x="3091" y="1244"/>
                      <a:pt x="3128" y="1244"/>
                      <a:pt x="3167" y="1244"/>
                    </a:cubicBezTo>
                    <a:cubicBezTo>
                      <a:pt x="3167" y="1281"/>
                      <a:pt x="3167" y="1319"/>
                      <a:pt x="3167" y="1357"/>
                    </a:cubicBezTo>
                    <a:cubicBezTo>
                      <a:pt x="3204" y="1357"/>
                      <a:pt x="3241" y="1357"/>
                      <a:pt x="3280" y="1357"/>
                    </a:cubicBezTo>
                    <a:cubicBezTo>
                      <a:pt x="3280" y="1394"/>
                      <a:pt x="3280" y="1432"/>
                      <a:pt x="3280" y="1470"/>
                    </a:cubicBezTo>
                    <a:cubicBezTo>
                      <a:pt x="3317" y="1470"/>
                      <a:pt x="3354" y="1470"/>
                      <a:pt x="3393" y="1470"/>
                    </a:cubicBezTo>
                    <a:cubicBezTo>
                      <a:pt x="3393" y="1508"/>
                      <a:pt x="3393" y="1545"/>
                      <a:pt x="3393" y="1583"/>
                    </a:cubicBezTo>
                    <a:cubicBezTo>
                      <a:pt x="3430" y="1583"/>
                      <a:pt x="3468" y="1583"/>
                      <a:pt x="3506" y="1583"/>
                    </a:cubicBezTo>
                    <a:cubicBezTo>
                      <a:pt x="3506" y="1621"/>
                      <a:pt x="3506" y="1658"/>
                      <a:pt x="3506" y="1696"/>
                    </a:cubicBezTo>
                    <a:cubicBezTo>
                      <a:pt x="3543" y="1696"/>
                      <a:pt x="3581" y="1696"/>
                      <a:pt x="3619" y="1696"/>
                    </a:cubicBezTo>
                    <a:cubicBezTo>
                      <a:pt x="3619" y="1734"/>
                      <a:pt x="3619" y="1771"/>
                      <a:pt x="3619" y="1810"/>
                    </a:cubicBezTo>
                    <a:cubicBezTo>
                      <a:pt x="3656" y="1810"/>
                      <a:pt x="3694" y="1810"/>
                      <a:pt x="3732" y="1810"/>
                    </a:cubicBezTo>
                    <a:cubicBezTo>
                      <a:pt x="3732" y="1847"/>
                      <a:pt x="3732" y="1884"/>
                      <a:pt x="3732" y="1923"/>
                    </a:cubicBezTo>
                    <a:cubicBezTo>
                      <a:pt x="3769" y="1923"/>
                      <a:pt x="3807" y="1923"/>
                      <a:pt x="3845" y="1923"/>
                    </a:cubicBezTo>
                    <a:cubicBezTo>
                      <a:pt x="3845" y="1960"/>
                      <a:pt x="3845" y="1997"/>
                      <a:pt x="3845" y="2036"/>
                    </a:cubicBezTo>
                    <a:cubicBezTo>
                      <a:pt x="3883" y="2036"/>
                      <a:pt x="3920" y="2036"/>
                      <a:pt x="3958" y="2036"/>
                    </a:cubicBezTo>
                    <a:cubicBezTo>
                      <a:pt x="3958" y="2073"/>
                      <a:pt x="3958" y="2110"/>
                      <a:pt x="3958" y="2149"/>
                    </a:cubicBezTo>
                    <a:cubicBezTo>
                      <a:pt x="3996" y="2149"/>
                      <a:pt x="4033" y="2149"/>
                      <a:pt x="4071" y="2149"/>
                    </a:cubicBezTo>
                    <a:cubicBezTo>
                      <a:pt x="4071" y="2186"/>
                      <a:pt x="4071" y="2223"/>
                      <a:pt x="4071" y="2262"/>
                    </a:cubicBezTo>
                    <a:cubicBezTo>
                      <a:pt x="4109" y="2262"/>
                      <a:pt x="4146" y="2262"/>
                      <a:pt x="4185" y="2262"/>
                    </a:cubicBezTo>
                    <a:cubicBezTo>
                      <a:pt x="4185" y="2299"/>
                      <a:pt x="4185" y="2337"/>
                      <a:pt x="4185" y="2375"/>
                    </a:cubicBezTo>
                    <a:cubicBezTo>
                      <a:pt x="4222" y="2375"/>
                      <a:pt x="4259" y="2375"/>
                      <a:pt x="4298" y="2375"/>
                    </a:cubicBezTo>
                    <a:cubicBezTo>
                      <a:pt x="4298" y="2412"/>
                      <a:pt x="4298" y="2450"/>
                      <a:pt x="4298" y="2488"/>
                    </a:cubicBezTo>
                    <a:cubicBezTo>
                      <a:pt x="4335" y="2488"/>
                      <a:pt x="4372" y="2488"/>
                      <a:pt x="4411" y="2488"/>
                    </a:cubicBezTo>
                    <a:cubicBezTo>
                      <a:pt x="4411" y="2525"/>
                      <a:pt x="4411" y="2563"/>
                      <a:pt x="4411" y="2601"/>
                    </a:cubicBezTo>
                    <a:cubicBezTo>
                      <a:pt x="4448" y="2601"/>
                      <a:pt x="4485" y="2601"/>
                      <a:pt x="4524" y="2601"/>
                    </a:cubicBezTo>
                    <a:cubicBezTo>
                      <a:pt x="4524" y="2639"/>
                      <a:pt x="4524" y="2676"/>
                      <a:pt x="4524" y="2714"/>
                    </a:cubicBezTo>
                    <a:cubicBezTo>
                      <a:pt x="4561" y="2714"/>
                      <a:pt x="4598" y="2714"/>
                      <a:pt x="4637" y="2714"/>
                    </a:cubicBezTo>
                    <a:cubicBezTo>
                      <a:pt x="4637" y="2752"/>
                      <a:pt x="4637" y="2789"/>
                      <a:pt x="4637" y="2827"/>
                    </a:cubicBezTo>
                    <a:cubicBezTo>
                      <a:pt x="4674" y="2827"/>
                      <a:pt x="4712" y="2827"/>
                      <a:pt x="4750" y="2827"/>
                    </a:cubicBezTo>
                    <a:cubicBezTo>
                      <a:pt x="4750" y="2865"/>
                      <a:pt x="4750" y="2902"/>
                      <a:pt x="4750" y="2940"/>
                    </a:cubicBezTo>
                    <a:cubicBezTo>
                      <a:pt x="4787" y="2940"/>
                      <a:pt x="4825" y="2940"/>
                      <a:pt x="4863" y="2940"/>
                    </a:cubicBezTo>
                    <a:cubicBezTo>
                      <a:pt x="4863" y="2978"/>
                      <a:pt x="4863" y="3015"/>
                      <a:pt x="4863" y="3054"/>
                    </a:cubicBezTo>
                    <a:cubicBezTo>
                      <a:pt x="4900" y="3054"/>
                      <a:pt x="4938" y="3054"/>
                      <a:pt x="4976" y="3054"/>
                    </a:cubicBezTo>
                    <a:cubicBezTo>
                      <a:pt x="4976" y="3091"/>
                      <a:pt x="4976" y="3128"/>
                      <a:pt x="4976" y="3167"/>
                    </a:cubicBezTo>
                    <a:cubicBezTo>
                      <a:pt x="5014" y="3167"/>
                      <a:pt x="5051" y="3167"/>
                      <a:pt x="5089" y="3167"/>
                    </a:cubicBezTo>
                    <a:cubicBezTo>
                      <a:pt x="5089" y="3204"/>
                      <a:pt x="5089" y="3241"/>
                      <a:pt x="5089" y="3280"/>
                    </a:cubicBezTo>
                    <a:cubicBezTo>
                      <a:pt x="5127" y="3280"/>
                      <a:pt x="5164" y="3280"/>
                      <a:pt x="5202" y="3280"/>
                    </a:cubicBezTo>
                    <a:cubicBezTo>
                      <a:pt x="5202" y="3317"/>
                      <a:pt x="5202" y="3354"/>
                      <a:pt x="5202" y="3393"/>
                    </a:cubicBezTo>
                    <a:cubicBezTo>
                      <a:pt x="5240" y="3393"/>
                      <a:pt x="5277" y="3393"/>
                      <a:pt x="5315" y="3393"/>
                    </a:cubicBezTo>
                    <a:cubicBezTo>
                      <a:pt x="5315" y="3430"/>
                      <a:pt x="5315" y="3468"/>
                      <a:pt x="5315" y="3506"/>
                    </a:cubicBezTo>
                    <a:cubicBezTo>
                      <a:pt x="5353" y="3506"/>
                      <a:pt x="5390" y="3506"/>
                      <a:pt x="5429" y="3506"/>
                    </a:cubicBezTo>
                    <a:cubicBezTo>
                      <a:pt x="5429" y="3543"/>
                      <a:pt x="5429" y="3581"/>
                      <a:pt x="5429" y="3619"/>
                    </a:cubicBezTo>
                    <a:cubicBezTo>
                      <a:pt x="5466" y="3619"/>
                      <a:pt x="5503" y="3619"/>
                      <a:pt x="5542" y="3619"/>
                    </a:cubicBezTo>
                    <a:cubicBezTo>
                      <a:pt x="5542" y="3656"/>
                      <a:pt x="5542" y="3694"/>
                      <a:pt x="5542" y="3732"/>
                    </a:cubicBezTo>
                    <a:cubicBezTo>
                      <a:pt x="5579" y="3732"/>
                      <a:pt x="5616" y="3732"/>
                      <a:pt x="5655" y="3732"/>
                    </a:cubicBezTo>
                    <a:cubicBezTo>
                      <a:pt x="5655" y="3769"/>
                      <a:pt x="5655" y="3807"/>
                      <a:pt x="5655" y="3845"/>
                    </a:cubicBezTo>
                    <a:cubicBezTo>
                      <a:pt x="5692" y="3845"/>
                      <a:pt x="5729" y="3845"/>
                      <a:pt x="5768" y="3845"/>
                    </a:cubicBezTo>
                    <a:cubicBezTo>
                      <a:pt x="5768" y="3883"/>
                      <a:pt x="5768" y="3920"/>
                      <a:pt x="5768" y="3958"/>
                    </a:cubicBezTo>
                    <a:cubicBezTo>
                      <a:pt x="5805" y="3958"/>
                      <a:pt x="5843" y="3958"/>
                      <a:pt x="5881" y="3958"/>
                    </a:cubicBezTo>
                    <a:cubicBezTo>
                      <a:pt x="5881" y="3996"/>
                      <a:pt x="5881" y="4033"/>
                      <a:pt x="5881" y="4071"/>
                    </a:cubicBezTo>
                    <a:cubicBezTo>
                      <a:pt x="5918" y="4071"/>
                      <a:pt x="5956" y="4071"/>
                      <a:pt x="5994" y="4071"/>
                    </a:cubicBezTo>
                    <a:cubicBezTo>
                      <a:pt x="5994" y="4109"/>
                      <a:pt x="5994" y="4146"/>
                      <a:pt x="5994" y="4185"/>
                    </a:cubicBezTo>
                    <a:cubicBezTo>
                      <a:pt x="6031" y="4185"/>
                      <a:pt x="6069" y="4185"/>
                      <a:pt x="6107" y="4185"/>
                    </a:cubicBezTo>
                    <a:cubicBezTo>
                      <a:pt x="6107" y="4222"/>
                      <a:pt x="6107" y="4259"/>
                      <a:pt x="6107" y="4298"/>
                    </a:cubicBezTo>
                    <a:cubicBezTo>
                      <a:pt x="6144" y="4298"/>
                      <a:pt x="6182" y="4298"/>
                      <a:pt x="6220" y="4298"/>
                    </a:cubicBezTo>
                    <a:cubicBezTo>
                      <a:pt x="6220" y="4372"/>
                      <a:pt x="6220" y="4447"/>
                      <a:pt x="6220" y="4524"/>
                    </a:cubicBezTo>
                    <a:cubicBezTo>
                      <a:pt x="6258" y="4524"/>
                      <a:pt x="6295" y="4524"/>
                      <a:pt x="6333" y="4524"/>
                    </a:cubicBezTo>
                    <a:cubicBezTo>
                      <a:pt x="6333" y="4673"/>
                      <a:pt x="6333" y="4822"/>
                      <a:pt x="6333" y="4976"/>
                    </a:cubicBezTo>
                    <a:cubicBezTo>
                      <a:pt x="6296" y="4976"/>
                      <a:pt x="6259" y="4976"/>
                      <a:pt x="6220" y="4976"/>
                    </a:cubicBezTo>
                    <a:cubicBezTo>
                      <a:pt x="6220" y="5051"/>
                      <a:pt x="6220" y="5125"/>
                      <a:pt x="6220" y="5202"/>
                    </a:cubicBezTo>
                    <a:cubicBezTo>
                      <a:pt x="6183" y="5202"/>
                      <a:pt x="6146" y="5202"/>
                      <a:pt x="6107" y="5202"/>
                    </a:cubicBezTo>
                    <a:cubicBezTo>
                      <a:pt x="6107" y="5277"/>
                      <a:pt x="6107" y="5352"/>
                      <a:pt x="6107" y="5429"/>
                    </a:cubicBezTo>
                    <a:cubicBezTo>
                      <a:pt x="6070" y="5429"/>
                      <a:pt x="6033" y="5429"/>
                      <a:pt x="5994" y="5429"/>
                    </a:cubicBezTo>
                    <a:cubicBezTo>
                      <a:pt x="5994" y="5466"/>
                      <a:pt x="5994" y="5503"/>
                      <a:pt x="5994" y="5542"/>
                    </a:cubicBezTo>
                    <a:cubicBezTo>
                      <a:pt x="5957" y="5542"/>
                      <a:pt x="5919" y="5542"/>
                      <a:pt x="5881" y="5542"/>
                    </a:cubicBezTo>
                    <a:cubicBezTo>
                      <a:pt x="5881" y="5579"/>
                      <a:pt x="5881" y="5616"/>
                      <a:pt x="5881" y="5655"/>
                    </a:cubicBezTo>
                    <a:cubicBezTo>
                      <a:pt x="5806" y="5655"/>
                      <a:pt x="5732" y="5655"/>
                      <a:pt x="5655" y="5655"/>
                    </a:cubicBezTo>
                    <a:cubicBezTo>
                      <a:pt x="5655" y="5692"/>
                      <a:pt x="5655" y="5729"/>
                      <a:pt x="5655" y="5768"/>
                    </a:cubicBezTo>
                    <a:cubicBezTo>
                      <a:pt x="5617" y="5768"/>
                      <a:pt x="5580" y="5768"/>
                      <a:pt x="5542" y="5768"/>
                    </a:cubicBezTo>
                    <a:cubicBezTo>
                      <a:pt x="5542" y="5805"/>
                      <a:pt x="5542" y="5843"/>
                      <a:pt x="5542" y="5881"/>
                    </a:cubicBezTo>
                    <a:cubicBezTo>
                      <a:pt x="5504" y="5881"/>
                      <a:pt x="5467" y="5881"/>
                      <a:pt x="5429" y="5881"/>
                    </a:cubicBezTo>
                    <a:cubicBezTo>
                      <a:pt x="5429" y="5918"/>
                      <a:pt x="5429" y="5956"/>
                      <a:pt x="5429" y="5994"/>
                    </a:cubicBezTo>
                    <a:cubicBezTo>
                      <a:pt x="5391" y="5994"/>
                      <a:pt x="5354" y="5994"/>
                      <a:pt x="5315" y="5994"/>
                    </a:cubicBezTo>
                    <a:cubicBezTo>
                      <a:pt x="5315" y="6031"/>
                      <a:pt x="5315" y="6069"/>
                      <a:pt x="5315" y="6107"/>
                    </a:cubicBezTo>
                    <a:cubicBezTo>
                      <a:pt x="5278" y="6107"/>
                      <a:pt x="5241" y="6107"/>
                      <a:pt x="5202" y="6107"/>
                    </a:cubicBezTo>
                    <a:cubicBezTo>
                      <a:pt x="5202" y="6144"/>
                      <a:pt x="5202" y="6182"/>
                      <a:pt x="5202" y="6220"/>
                    </a:cubicBezTo>
                    <a:cubicBezTo>
                      <a:pt x="4941" y="6220"/>
                      <a:pt x="4680" y="6220"/>
                      <a:pt x="4411" y="6220"/>
                    </a:cubicBezTo>
                    <a:cubicBezTo>
                      <a:pt x="4411" y="6183"/>
                      <a:pt x="4411" y="6146"/>
                      <a:pt x="4411" y="6107"/>
                    </a:cubicBezTo>
                    <a:cubicBezTo>
                      <a:pt x="4373" y="6107"/>
                      <a:pt x="4336" y="6107"/>
                      <a:pt x="4298" y="6107"/>
                    </a:cubicBezTo>
                    <a:cubicBezTo>
                      <a:pt x="4298" y="6070"/>
                      <a:pt x="4298" y="6032"/>
                      <a:pt x="4298" y="5994"/>
                    </a:cubicBezTo>
                    <a:cubicBezTo>
                      <a:pt x="4260" y="5994"/>
                      <a:pt x="4223" y="5994"/>
                      <a:pt x="4185" y="5994"/>
                    </a:cubicBezTo>
                    <a:cubicBezTo>
                      <a:pt x="4185" y="5957"/>
                      <a:pt x="4185" y="5919"/>
                      <a:pt x="4185" y="5881"/>
                    </a:cubicBezTo>
                    <a:cubicBezTo>
                      <a:pt x="4147" y="5881"/>
                      <a:pt x="4110" y="5881"/>
                      <a:pt x="4071" y="5881"/>
                    </a:cubicBezTo>
                    <a:cubicBezTo>
                      <a:pt x="4071" y="5844"/>
                      <a:pt x="4071" y="5806"/>
                      <a:pt x="4071" y="5768"/>
                    </a:cubicBezTo>
                    <a:cubicBezTo>
                      <a:pt x="4034" y="5768"/>
                      <a:pt x="3997" y="5768"/>
                      <a:pt x="3958" y="5768"/>
                    </a:cubicBezTo>
                    <a:cubicBezTo>
                      <a:pt x="3958" y="5731"/>
                      <a:pt x="3958" y="5693"/>
                      <a:pt x="3958" y="5655"/>
                    </a:cubicBezTo>
                    <a:cubicBezTo>
                      <a:pt x="3921" y="5655"/>
                      <a:pt x="3884" y="5655"/>
                      <a:pt x="3845" y="5655"/>
                    </a:cubicBezTo>
                    <a:cubicBezTo>
                      <a:pt x="3845" y="5617"/>
                      <a:pt x="3845" y="5580"/>
                      <a:pt x="3845" y="5542"/>
                    </a:cubicBezTo>
                    <a:cubicBezTo>
                      <a:pt x="3808" y="5542"/>
                      <a:pt x="3771" y="5542"/>
                      <a:pt x="3732" y="5542"/>
                    </a:cubicBezTo>
                    <a:cubicBezTo>
                      <a:pt x="3732" y="5504"/>
                      <a:pt x="3732" y="5467"/>
                      <a:pt x="3732" y="5429"/>
                    </a:cubicBezTo>
                    <a:cubicBezTo>
                      <a:pt x="3695" y="5429"/>
                      <a:pt x="3658" y="5429"/>
                      <a:pt x="3619" y="5429"/>
                    </a:cubicBezTo>
                    <a:cubicBezTo>
                      <a:pt x="3619" y="5391"/>
                      <a:pt x="3619" y="5354"/>
                      <a:pt x="3619" y="5315"/>
                    </a:cubicBezTo>
                    <a:cubicBezTo>
                      <a:pt x="3582" y="5315"/>
                      <a:pt x="3544" y="5315"/>
                      <a:pt x="3506" y="5315"/>
                    </a:cubicBezTo>
                    <a:cubicBezTo>
                      <a:pt x="3506" y="5278"/>
                      <a:pt x="3506" y="5241"/>
                      <a:pt x="3506" y="5202"/>
                    </a:cubicBezTo>
                    <a:cubicBezTo>
                      <a:pt x="3469" y="5202"/>
                      <a:pt x="3431" y="5202"/>
                      <a:pt x="3393" y="5202"/>
                    </a:cubicBezTo>
                    <a:cubicBezTo>
                      <a:pt x="3393" y="5165"/>
                      <a:pt x="3393" y="5128"/>
                      <a:pt x="3393" y="5089"/>
                    </a:cubicBezTo>
                    <a:cubicBezTo>
                      <a:pt x="3356" y="5089"/>
                      <a:pt x="3318" y="5089"/>
                      <a:pt x="3280" y="5089"/>
                    </a:cubicBezTo>
                    <a:cubicBezTo>
                      <a:pt x="3280" y="5052"/>
                      <a:pt x="3280" y="5015"/>
                      <a:pt x="3280" y="4976"/>
                    </a:cubicBezTo>
                    <a:cubicBezTo>
                      <a:pt x="3242" y="4976"/>
                      <a:pt x="3205" y="4976"/>
                      <a:pt x="3167" y="4976"/>
                    </a:cubicBezTo>
                    <a:cubicBezTo>
                      <a:pt x="3167" y="4939"/>
                      <a:pt x="3167" y="4902"/>
                      <a:pt x="3167" y="4863"/>
                    </a:cubicBezTo>
                    <a:cubicBezTo>
                      <a:pt x="3129" y="4863"/>
                      <a:pt x="3092" y="4863"/>
                      <a:pt x="3054" y="4863"/>
                    </a:cubicBezTo>
                    <a:cubicBezTo>
                      <a:pt x="3054" y="4826"/>
                      <a:pt x="3054" y="4788"/>
                      <a:pt x="3054" y="4750"/>
                    </a:cubicBezTo>
                    <a:cubicBezTo>
                      <a:pt x="3016" y="4750"/>
                      <a:pt x="2979" y="4750"/>
                      <a:pt x="2940" y="4750"/>
                    </a:cubicBezTo>
                    <a:cubicBezTo>
                      <a:pt x="2940" y="4713"/>
                      <a:pt x="2940" y="4675"/>
                      <a:pt x="2940" y="4637"/>
                    </a:cubicBezTo>
                    <a:cubicBezTo>
                      <a:pt x="2903" y="4637"/>
                      <a:pt x="2866" y="4637"/>
                      <a:pt x="2827" y="4637"/>
                    </a:cubicBezTo>
                    <a:cubicBezTo>
                      <a:pt x="2827" y="4600"/>
                      <a:pt x="2827" y="4562"/>
                      <a:pt x="2827" y="4524"/>
                    </a:cubicBezTo>
                    <a:cubicBezTo>
                      <a:pt x="2790" y="4524"/>
                      <a:pt x="2753" y="4524"/>
                      <a:pt x="2714" y="4524"/>
                    </a:cubicBezTo>
                    <a:cubicBezTo>
                      <a:pt x="2714" y="4486"/>
                      <a:pt x="2714" y="4449"/>
                      <a:pt x="2714" y="4411"/>
                    </a:cubicBezTo>
                    <a:cubicBezTo>
                      <a:pt x="2677" y="4411"/>
                      <a:pt x="2640" y="4411"/>
                      <a:pt x="2601" y="4411"/>
                    </a:cubicBezTo>
                    <a:cubicBezTo>
                      <a:pt x="2601" y="4373"/>
                      <a:pt x="2601" y="4336"/>
                      <a:pt x="2601" y="4298"/>
                    </a:cubicBezTo>
                    <a:cubicBezTo>
                      <a:pt x="2564" y="4298"/>
                      <a:pt x="2527" y="4298"/>
                      <a:pt x="2488" y="4298"/>
                    </a:cubicBezTo>
                    <a:cubicBezTo>
                      <a:pt x="2488" y="4260"/>
                      <a:pt x="2488" y="4223"/>
                      <a:pt x="2488" y="4185"/>
                    </a:cubicBezTo>
                    <a:cubicBezTo>
                      <a:pt x="2451" y="4185"/>
                      <a:pt x="2413" y="4185"/>
                      <a:pt x="2375" y="4185"/>
                    </a:cubicBezTo>
                    <a:cubicBezTo>
                      <a:pt x="2375" y="4147"/>
                      <a:pt x="2375" y="4110"/>
                      <a:pt x="2375" y="4071"/>
                    </a:cubicBezTo>
                    <a:cubicBezTo>
                      <a:pt x="2338" y="4071"/>
                      <a:pt x="2300" y="4071"/>
                      <a:pt x="2262" y="4071"/>
                    </a:cubicBezTo>
                    <a:cubicBezTo>
                      <a:pt x="2262" y="4034"/>
                      <a:pt x="2262" y="3997"/>
                      <a:pt x="2262" y="3958"/>
                    </a:cubicBezTo>
                    <a:cubicBezTo>
                      <a:pt x="2225" y="3958"/>
                      <a:pt x="2187" y="3958"/>
                      <a:pt x="2149" y="3958"/>
                    </a:cubicBezTo>
                    <a:cubicBezTo>
                      <a:pt x="2149" y="3921"/>
                      <a:pt x="2149" y="3884"/>
                      <a:pt x="2149" y="3845"/>
                    </a:cubicBezTo>
                    <a:cubicBezTo>
                      <a:pt x="2111" y="3845"/>
                      <a:pt x="2074" y="3845"/>
                      <a:pt x="2036" y="3845"/>
                    </a:cubicBezTo>
                    <a:cubicBezTo>
                      <a:pt x="2036" y="3808"/>
                      <a:pt x="2036" y="3771"/>
                      <a:pt x="2036" y="3732"/>
                    </a:cubicBezTo>
                    <a:cubicBezTo>
                      <a:pt x="1998" y="3732"/>
                      <a:pt x="1961" y="3732"/>
                      <a:pt x="1923" y="3732"/>
                    </a:cubicBezTo>
                    <a:cubicBezTo>
                      <a:pt x="1923" y="3695"/>
                      <a:pt x="1923" y="3657"/>
                      <a:pt x="1923" y="3619"/>
                    </a:cubicBezTo>
                    <a:cubicBezTo>
                      <a:pt x="1885" y="3619"/>
                      <a:pt x="1848" y="3619"/>
                      <a:pt x="1810" y="3619"/>
                    </a:cubicBezTo>
                    <a:cubicBezTo>
                      <a:pt x="1810" y="3582"/>
                      <a:pt x="1810" y="3544"/>
                      <a:pt x="1810" y="3506"/>
                    </a:cubicBezTo>
                    <a:cubicBezTo>
                      <a:pt x="1772" y="3506"/>
                      <a:pt x="1735" y="3506"/>
                      <a:pt x="1696" y="3506"/>
                    </a:cubicBezTo>
                    <a:cubicBezTo>
                      <a:pt x="1696" y="3469"/>
                      <a:pt x="1696" y="3431"/>
                      <a:pt x="1696" y="3393"/>
                    </a:cubicBezTo>
                    <a:cubicBezTo>
                      <a:pt x="1659" y="3393"/>
                      <a:pt x="1622" y="3393"/>
                      <a:pt x="1583" y="3393"/>
                    </a:cubicBezTo>
                    <a:cubicBezTo>
                      <a:pt x="1583" y="3356"/>
                      <a:pt x="1583" y="3318"/>
                      <a:pt x="1583" y="3280"/>
                    </a:cubicBezTo>
                    <a:cubicBezTo>
                      <a:pt x="1546" y="3280"/>
                      <a:pt x="1509" y="3280"/>
                      <a:pt x="1470" y="3280"/>
                    </a:cubicBezTo>
                    <a:cubicBezTo>
                      <a:pt x="1470" y="3242"/>
                      <a:pt x="1470" y="3205"/>
                      <a:pt x="1470" y="3167"/>
                    </a:cubicBezTo>
                    <a:cubicBezTo>
                      <a:pt x="1433" y="3167"/>
                      <a:pt x="1396" y="3167"/>
                      <a:pt x="1357" y="3167"/>
                    </a:cubicBezTo>
                    <a:cubicBezTo>
                      <a:pt x="1357" y="3129"/>
                      <a:pt x="1357" y="3092"/>
                      <a:pt x="1357" y="3054"/>
                    </a:cubicBezTo>
                    <a:cubicBezTo>
                      <a:pt x="1320" y="3054"/>
                      <a:pt x="1283" y="3054"/>
                      <a:pt x="1244" y="3054"/>
                    </a:cubicBezTo>
                    <a:cubicBezTo>
                      <a:pt x="1244" y="3016"/>
                      <a:pt x="1244" y="2979"/>
                      <a:pt x="1244" y="2940"/>
                    </a:cubicBezTo>
                    <a:cubicBezTo>
                      <a:pt x="1207" y="2940"/>
                      <a:pt x="1169" y="2940"/>
                      <a:pt x="1131" y="2940"/>
                    </a:cubicBezTo>
                    <a:cubicBezTo>
                      <a:pt x="1131" y="2903"/>
                      <a:pt x="1131" y="2866"/>
                      <a:pt x="1131" y="2827"/>
                    </a:cubicBezTo>
                    <a:cubicBezTo>
                      <a:pt x="1094" y="2827"/>
                      <a:pt x="1056" y="2827"/>
                      <a:pt x="1018" y="2827"/>
                    </a:cubicBezTo>
                    <a:cubicBezTo>
                      <a:pt x="1018" y="2790"/>
                      <a:pt x="1018" y="2753"/>
                      <a:pt x="1018" y="2714"/>
                    </a:cubicBezTo>
                    <a:cubicBezTo>
                      <a:pt x="943" y="2714"/>
                      <a:pt x="869" y="2714"/>
                      <a:pt x="792" y="2714"/>
                    </a:cubicBezTo>
                    <a:cubicBezTo>
                      <a:pt x="792" y="2640"/>
                      <a:pt x="792" y="2565"/>
                      <a:pt x="792" y="2488"/>
                    </a:cubicBezTo>
                    <a:cubicBezTo>
                      <a:pt x="754" y="2488"/>
                      <a:pt x="717" y="2488"/>
                      <a:pt x="679" y="2488"/>
                    </a:cubicBezTo>
                    <a:cubicBezTo>
                      <a:pt x="679" y="2451"/>
                      <a:pt x="679" y="2413"/>
                      <a:pt x="679" y="2375"/>
                    </a:cubicBezTo>
                    <a:cubicBezTo>
                      <a:pt x="641" y="2375"/>
                      <a:pt x="604" y="2375"/>
                      <a:pt x="565" y="2375"/>
                    </a:cubicBezTo>
                    <a:cubicBezTo>
                      <a:pt x="565" y="2338"/>
                      <a:pt x="565" y="2300"/>
                      <a:pt x="565" y="2262"/>
                    </a:cubicBezTo>
                    <a:cubicBezTo>
                      <a:pt x="528" y="2262"/>
                      <a:pt x="491" y="2262"/>
                      <a:pt x="452" y="2262"/>
                    </a:cubicBezTo>
                    <a:cubicBezTo>
                      <a:pt x="452" y="2225"/>
                      <a:pt x="452" y="2187"/>
                      <a:pt x="452" y="2149"/>
                    </a:cubicBezTo>
                    <a:cubicBezTo>
                      <a:pt x="415" y="2149"/>
                      <a:pt x="378" y="2149"/>
                      <a:pt x="339" y="2149"/>
                    </a:cubicBezTo>
                    <a:cubicBezTo>
                      <a:pt x="339" y="2111"/>
                      <a:pt x="339" y="2074"/>
                      <a:pt x="339" y="2036"/>
                    </a:cubicBezTo>
                    <a:cubicBezTo>
                      <a:pt x="302" y="2036"/>
                      <a:pt x="265" y="2036"/>
                      <a:pt x="226" y="2036"/>
                    </a:cubicBezTo>
                    <a:cubicBezTo>
                      <a:pt x="226" y="1998"/>
                      <a:pt x="226" y="1961"/>
                      <a:pt x="226" y="1923"/>
                    </a:cubicBezTo>
                    <a:cubicBezTo>
                      <a:pt x="189" y="1923"/>
                      <a:pt x="152" y="1923"/>
                      <a:pt x="113" y="1923"/>
                    </a:cubicBezTo>
                    <a:cubicBezTo>
                      <a:pt x="113" y="1885"/>
                      <a:pt x="113" y="1848"/>
                      <a:pt x="113" y="1810"/>
                    </a:cubicBezTo>
                    <a:cubicBezTo>
                      <a:pt x="76" y="1810"/>
                      <a:pt x="38" y="1810"/>
                      <a:pt x="0" y="1810"/>
                    </a:cubicBezTo>
                    <a:cubicBezTo>
                      <a:pt x="0" y="1660"/>
                      <a:pt x="0" y="1511"/>
                      <a:pt x="0" y="1357"/>
                    </a:cubicBezTo>
                    <a:cubicBezTo>
                      <a:pt x="37" y="1357"/>
                      <a:pt x="75" y="1357"/>
                      <a:pt x="113" y="1357"/>
                    </a:cubicBezTo>
                    <a:cubicBezTo>
                      <a:pt x="113" y="1320"/>
                      <a:pt x="113" y="1282"/>
                      <a:pt x="113" y="1244"/>
                    </a:cubicBezTo>
                    <a:cubicBezTo>
                      <a:pt x="150" y="1244"/>
                      <a:pt x="188" y="1244"/>
                      <a:pt x="226" y="1244"/>
                    </a:cubicBezTo>
                    <a:cubicBezTo>
                      <a:pt x="226" y="1207"/>
                      <a:pt x="226" y="1169"/>
                      <a:pt x="226" y="1131"/>
                    </a:cubicBezTo>
                    <a:cubicBezTo>
                      <a:pt x="264" y="1131"/>
                      <a:pt x="301" y="1131"/>
                      <a:pt x="339" y="1131"/>
                    </a:cubicBezTo>
                    <a:cubicBezTo>
                      <a:pt x="339" y="1094"/>
                      <a:pt x="339" y="1056"/>
                      <a:pt x="339" y="1018"/>
                    </a:cubicBezTo>
                    <a:cubicBezTo>
                      <a:pt x="377" y="1018"/>
                      <a:pt x="414" y="1018"/>
                      <a:pt x="452" y="1018"/>
                    </a:cubicBezTo>
                    <a:cubicBezTo>
                      <a:pt x="452" y="981"/>
                      <a:pt x="452" y="943"/>
                      <a:pt x="452" y="905"/>
                    </a:cubicBezTo>
                    <a:cubicBezTo>
                      <a:pt x="490" y="905"/>
                      <a:pt x="527" y="905"/>
                      <a:pt x="565" y="905"/>
                    </a:cubicBezTo>
                    <a:cubicBezTo>
                      <a:pt x="565" y="867"/>
                      <a:pt x="565" y="830"/>
                      <a:pt x="565" y="792"/>
                    </a:cubicBezTo>
                    <a:cubicBezTo>
                      <a:pt x="603" y="792"/>
                      <a:pt x="640" y="792"/>
                      <a:pt x="679" y="792"/>
                    </a:cubicBezTo>
                    <a:cubicBezTo>
                      <a:pt x="679" y="754"/>
                      <a:pt x="679" y="717"/>
                      <a:pt x="679" y="679"/>
                    </a:cubicBezTo>
                    <a:cubicBezTo>
                      <a:pt x="716" y="679"/>
                      <a:pt x="753" y="679"/>
                      <a:pt x="792" y="679"/>
                    </a:cubicBezTo>
                    <a:cubicBezTo>
                      <a:pt x="792" y="641"/>
                      <a:pt x="792" y="604"/>
                      <a:pt x="792" y="565"/>
                    </a:cubicBezTo>
                    <a:cubicBezTo>
                      <a:pt x="829" y="565"/>
                      <a:pt x="866" y="565"/>
                      <a:pt x="905" y="565"/>
                    </a:cubicBezTo>
                    <a:cubicBezTo>
                      <a:pt x="905" y="528"/>
                      <a:pt x="905" y="491"/>
                      <a:pt x="905" y="452"/>
                    </a:cubicBezTo>
                    <a:cubicBezTo>
                      <a:pt x="942" y="452"/>
                      <a:pt x="979" y="452"/>
                      <a:pt x="1018" y="452"/>
                    </a:cubicBezTo>
                    <a:cubicBezTo>
                      <a:pt x="1018" y="415"/>
                      <a:pt x="1018" y="378"/>
                      <a:pt x="1018" y="339"/>
                    </a:cubicBezTo>
                    <a:cubicBezTo>
                      <a:pt x="1055" y="339"/>
                      <a:pt x="1093" y="339"/>
                      <a:pt x="1131" y="339"/>
                    </a:cubicBezTo>
                    <a:cubicBezTo>
                      <a:pt x="1131" y="302"/>
                      <a:pt x="1131" y="265"/>
                      <a:pt x="1131" y="226"/>
                    </a:cubicBezTo>
                    <a:cubicBezTo>
                      <a:pt x="1168" y="226"/>
                      <a:pt x="1206" y="226"/>
                      <a:pt x="1244" y="226"/>
                    </a:cubicBezTo>
                    <a:cubicBezTo>
                      <a:pt x="1244" y="189"/>
                      <a:pt x="1244" y="152"/>
                      <a:pt x="1244" y="113"/>
                    </a:cubicBezTo>
                    <a:cubicBezTo>
                      <a:pt x="1281" y="113"/>
                      <a:pt x="1319" y="113"/>
                      <a:pt x="1357" y="113"/>
                    </a:cubicBezTo>
                    <a:cubicBezTo>
                      <a:pt x="1357" y="76"/>
                      <a:pt x="1357" y="38"/>
                      <a:pt x="1357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718" cap="flat">
                <a:noFill/>
              </a:ln>
            </p:spPr>
          </p:sp>
          <p:sp>
            <p:nvSpPr>
              <p:cNvPr id="799" name="ICON_REFERENCE_SEARCH_path_006"/>
              <p:cNvSpPr/>
              <p:nvPr/>
            </p:nvSpPr>
            <p:spPr>
              <a:xfrm>
                <a:off x="10382704" y="1261256"/>
                <a:ext cx="69188" cy="69387"/>
              </a:xfrm>
              <a:custGeom>
                <a:avLst/>
                <a:gdLst/>
                <a:ahLst/>
                <a:cxnLst/>
                <a:rect l="0" t="0" r="r" b="b"/>
                <a:pathLst>
                  <a:path w="5448" h="5464" fill="norm" stroke="0">
                    <a:moveTo>
                      <a:pt x="4298" y="13"/>
                    </a:moveTo>
                    <a:cubicBezTo>
                      <a:pt x="4431" y="10"/>
                      <a:pt x="4565" y="8"/>
                      <a:pt x="4699" y="7"/>
                    </a:cubicBezTo>
                    <a:cubicBezTo>
                      <a:pt x="4744" y="6"/>
                      <a:pt x="4790" y="5"/>
                      <a:pt x="4835" y="4"/>
                    </a:cubicBezTo>
                    <a:cubicBezTo>
                      <a:pt x="4901" y="3"/>
                      <a:pt x="4967" y="2"/>
                      <a:pt x="5032" y="2"/>
                    </a:cubicBezTo>
                    <a:cubicBezTo>
                      <a:pt x="5052" y="1"/>
                      <a:pt x="5072" y="1"/>
                      <a:pt x="5093" y="0"/>
                    </a:cubicBezTo>
                    <a:cubicBezTo>
                      <a:pt x="5216" y="0"/>
                      <a:pt x="5299" y="19"/>
                      <a:pt x="5398" y="94"/>
                    </a:cubicBezTo>
                    <a:cubicBezTo>
                      <a:pt x="5429" y="126"/>
                      <a:pt x="5429" y="126"/>
                      <a:pt x="5448" y="180"/>
                    </a:cubicBezTo>
                    <a:cubicBezTo>
                      <a:pt x="5447" y="199"/>
                      <a:pt x="5446" y="217"/>
                      <a:pt x="5445" y="236"/>
                    </a:cubicBezTo>
                    <a:cubicBezTo>
                      <a:pt x="5445" y="256"/>
                      <a:pt x="5444" y="276"/>
                      <a:pt x="5443" y="297"/>
                    </a:cubicBezTo>
                    <a:cubicBezTo>
                      <a:pt x="5442" y="317"/>
                      <a:pt x="5441" y="338"/>
                      <a:pt x="5439" y="359"/>
                    </a:cubicBezTo>
                    <a:cubicBezTo>
                      <a:pt x="5439" y="370"/>
                      <a:pt x="5439" y="370"/>
                      <a:pt x="5437" y="423"/>
                    </a:cubicBezTo>
                    <a:cubicBezTo>
                      <a:pt x="5435" y="475"/>
                      <a:pt x="5432" y="527"/>
                      <a:pt x="5429" y="578"/>
                    </a:cubicBezTo>
                    <a:cubicBezTo>
                      <a:pt x="5391" y="578"/>
                      <a:pt x="5354" y="578"/>
                      <a:pt x="5315" y="578"/>
                    </a:cubicBezTo>
                    <a:cubicBezTo>
                      <a:pt x="5315" y="653"/>
                      <a:pt x="5315" y="728"/>
                      <a:pt x="5315" y="805"/>
                    </a:cubicBezTo>
                    <a:cubicBezTo>
                      <a:pt x="5241" y="805"/>
                      <a:pt x="5166" y="805"/>
                      <a:pt x="5089" y="805"/>
                    </a:cubicBezTo>
                    <a:cubicBezTo>
                      <a:pt x="5089" y="842"/>
                      <a:pt x="5089" y="879"/>
                      <a:pt x="5089" y="918"/>
                    </a:cubicBezTo>
                    <a:cubicBezTo>
                      <a:pt x="5072" y="919"/>
                      <a:pt x="5056" y="920"/>
                      <a:pt x="5038" y="922"/>
                    </a:cubicBezTo>
                    <a:cubicBezTo>
                      <a:pt x="4962" y="929"/>
                      <a:pt x="4886" y="935"/>
                      <a:pt x="4810" y="942"/>
                    </a:cubicBezTo>
                    <a:cubicBezTo>
                      <a:pt x="4784" y="945"/>
                      <a:pt x="4757" y="947"/>
                      <a:pt x="4730" y="949"/>
                    </a:cubicBezTo>
                    <a:cubicBezTo>
                      <a:pt x="4704" y="952"/>
                      <a:pt x="4679" y="954"/>
                      <a:pt x="4653" y="956"/>
                    </a:cubicBezTo>
                    <a:cubicBezTo>
                      <a:pt x="4630" y="958"/>
                      <a:pt x="4606" y="960"/>
                      <a:pt x="4582" y="963"/>
                    </a:cubicBezTo>
                    <a:cubicBezTo>
                      <a:pt x="4524" y="974"/>
                      <a:pt x="4524" y="974"/>
                      <a:pt x="4467" y="1031"/>
                    </a:cubicBezTo>
                    <a:cubicBezTo>
                      <a:pt x="4414" y="1037"/>
                      <a:pt x="4414" y="1037"/>
                      <a:pt x="4350" y="1036"/>
                    </a:cubicBezTo>
                    <a:cubicBezTo>
                      <a:pt x="4328" y="1036"/>
                      <a:pt x="4305" y="1036"/>
                      <a:pt x="4281" y="1036"/>
                    </a:cubicBezTo>
                    <a:cubicBezTo>
                      <a:pt x="4269" y="1035"/>
                      <a:pt x="4269" y="1035"/>
                      <a:pt x="4209" y="1034"/>
                    </a:cubicBezTo>
                    <a:cubicBezTo>
                      <a:pt x="4197" y="1034"/>
                      <a:pt x="4197" y="1034"/>
                      <a:pt x="4136" y="1034"/>
                    </a:cubicBezTo>
                    <a:cubicBezTo>
                      <a:pt x="4077" y="1033"/>
                      <a:pt x="4018" y="1032"/>
                      <a:pt x="3958" y="1031"/>
                    </a:cubicBezTo>
                    <a:cubicBezTo>
                      <a:pt x="3958" y="1068"/>
                      <a:pt x="3958" y="1105"/>
                      <a:pt x="3958" y="1144"/>
                    </a:cubicBezTo>
                    <a:cubicBezTo>
                      <a:pt x="3921" y="1144"/>
                      <a:pt x="3884" y="1144"/>
                      <a:pt x="3845" y="1144"/>
                    </a:cubicBezTo>
                    <a:cubicBezTo>
                      <a:pt x="3845" y="1181"/>
                      <a:pt x="3845" y="1218"/>
                      <a:pt x="3845" y="1257"/>
                    </a:cubicBezTo>
                    <a:cubicBezTo>
                      <a:pt x="3696" y="1257"/>
                      <a:pt x="3547" y="1257"/>
                      <a:pt x="3393" y="1257"/>
                    </a:cubicBezTo>
                    <a:cubicBezTo>
                      <a:pt x="3393" y="1294"/>
                      <a:pt x="3393" y="1332"/>
                      <a:pt x="3393" y="1370"/>
                    </a:cubicBezTo>
                    <a:cubicBezTo>
                      <a:pt x="3356" y="1370"/>
                      <a:pt x="3318" y="1370"/>
                      <a:pt x="3280" y="1370"/>
                    </a:cubicBezTo>
                    <a:cubicBezTo>
                      <a:pt x="3280" y="1407"/>
                      <a:pt x="3280" y="1445"/>
                      <a:pt x="3280" y="1483"/>
                    </a:cubicBezTo>
                    <a:cubicBezTo>
                      <a:pt x="3205" y="1483"/>
                      <a:pt x="3130" y="1483"/>
                      <a:pt x="3054" y="1483"/>
                    </a:cubicBezTo>
                    <a:cubicBezTo>
                      <a:pt x="3054" y="1520"/>
                      <a:pt x="3054" y="1558"/>
                      <a:pt x="3054" y="1596"/>
                    </a:cubicBezTo>
                    <a:cubicBezTo>
                      <a:pt x="3016" y="1596"/>
                      <a:pt x="2979" y="1596"/>
                      <a:pt x="2940" y="1596"/>
                    </a:cubicBezTo>
                    <a:cubicBezTo>
                      <a:pt x="2940" y="1634"/>
                      <a:pt x="2940" y="1671"/>
                      <a:pt x="2940" y="1709"/>
                    </a:cubicBezTo>
                    <a:cubicBezTo>
                      <a:pt x="2866" y="1709"/>
                      <a:pt x="2791" y="1709"/>
                      <a:pt x="2714" y="1709"/>
                    </a:cubicBezTo>
                    <a:cubicBezTo>
                      <a:pt x="2714" y="1747"/>
                      <a:pt x="2714" y="1784"/>
                      <a:pt x="2714" y="1822"/>
                    </a:cubicBezTo>
                    <a:cubicBezTo>
                      <a:pt x="2640" y="1822"/>
                      <a:pt x="2565" y="1822"/>
                      <a:pt x="2488" y="1822"/>
                    </a:cubicBezTo>
                    <a:cubicBezTo>
                      <a:pt x="2488" y="1860"/>
                      <a:pt x="2488" y="1897"/>
                      <a:pt x="2488" y="1936"/>
                    </a:cubicBezTo>
                    <a:cubicBezTo>
                      <a:pt x="2451" y="1980"/>
                      <a:pt x="2451" y="1980"/>
                      <a:pt x="2399" y="2023"/>
                    </a:cubicBezTo>
                    <a:cubicBezTo>
                      <a:pt x="2380" y="2039"/>
                      <a:pt x="2361" y="2055"/>
                      <a:pt x="2342" y="2072"/>
                    </a:cubicBezTo>
                    <a:cubicBezTo>
                      <a:pt x="2321" y="2089"/>
                      <a:pt x="2301" y="2105"/>
                      <a:pt x="2280" y="2123"/>
                    </a:cubicBezTo>
                    <a:cubicBezTo>
                      <a:pt x="2238" y="2158"/>
                      <a:pt x="2196" y="2194"/>
                      <a:pt x="2155" y="2229"/>
                    </a:cubicBezTo>
                    <a:cubicBezTo>
                      <a:pt x="2135" y="2247"/>
                      <a:pt x="2114" y="2264"/>
                      <a:pt x="2093" y="2282"/>
                    </a:cubicBezTo>
                    <a:cubicBezTo>
                      <a:pt x="1729" y="2595"/>
                      <a:pt x="1729" y="2595"/>
                      <a:pt x="1699" y="2801"/>
                    </a:cubicBezTo>
                    <a:cubicBezTo>
                      <a:pt x="1698" y="2807"/>
                      <a:pt x="1698" y="2807"/>
                      <a:pt x="1696" y="2840"/>
                    </a:cubicBezTo>
                    <a:cubicBezTo>
                      <a:pt x="1659" y="2840"/>
                      <a:pt x="1622" y="2840"/>
                      <a:pt x="1583" y="2840"/>
                    </a:cubicBezTo>
                    <a:cubicBezTo>
                      <a:pt x="1583" y="2915"/>
                      <a:pt x="1583" y="2990"/>
                      <a:pt x="1583" y="3066"/>
                    </a:cubicBezTo>
                    <a:cubicBezTo>
                      <a:pt x="1546" y="3066"/>
                      <a:pt x="1509" y="3066"/>
                      <a:pt x="1470" y="3066"/>
                    </a:cubicBezTo>
                    <a:cubicBezTo>
                      <a:pt x="1470" y="3104"/>
                      <a:pt x="1470" y="3141"/>
                      <a:pt x="1470" y="3180"/>
                    </a:cubicBezTo>
                    <a:cubicBezTo>
                      <a:pt x="1433" y="3180"/>
                      <a:pt x="1396" y="3180"/>
                      <a:pt x="1357" y="3180"/>
                    </a:cubicBezTo>
                    <a:cubicBezTo>
                      <a:pt x="1357" y="3254"/>
                      <a:pt x="1357" y="3329"/>
                      <a:pt x="1357" y="3406"/>
                    </a:cubicBezTo>
                    <a:cubicBezTo>
                      <a:pt x="1320" y="3406"/>
                      <a:pt x="1283" y="3406"/>
                      <a:pt x="1244" y="3406"/>
                    </a:cubicBezTo>
                    <a:cubicBezTo>
                      <a:pt x="1244" y="3480"/>
                      <a:pt x="1244" y="3555"/>
                      <a:pt x="1244" y="3632"/>
                    </a:cubicBezTo>
                    <a:cubicBezTo>
                      <a:pt x="1207" y="3632"/>
                      <a:pt x="1169" y="3632"/>
                      <a:pt x="1131" y="3632"/>
                    </a:cubicBezTo>
                    <a:cubicBezTo>
                      <a:pt x="1131" y="3781"/>
                      <a:pt x="1131" y="3931"/>
                      <a:pt x="1131" y="4084"/>
                    </a:cubicBezTo>
                    <a:cubicBezTo>
                      <a:pt x="1094" y="4084"/>
                      <a:pt x="1056" y="4084"/>
                      <a:pt x="1018" y="4084"/>
                    </a:cubicBezTo>
                    <a:cubicBezTo>
                      <a:pt x="1018" y="4196"/>
                      <a:pt x="1018" y="4308"/>
                      <a:pt x="1018" y="4424"/>
                    </a:cubicBezTo>
                    <a:cubicBezTo>
                      <a:pt x="981" y="4424"/>
                      <a:pt x="943" y="4424"/>
                      <a:pt x="905" y="4424"/>
                    </a:cubicBezTo>
                    <a:cubicBezTo>
                      <a:pt x="905" y="4435"/>
                      <a:pt x="905" y="4435"/>
                      <a:pt x="909" y="4493"/>
                    </a:cubicBezTo>
                    <a:cubicBezTo>
                      <a:pt x="914" y="4578"/>
                      <a:pt x="918" y="4664"/>
                      <a:pt x="920" y="4749"/>
                    </a:cubicBezTo>
                    <a:cubicBezTo>
                      <a:pt x="922" y="4786"/>
                      <a:pt x="924" y="4823"/>
                      <a:pt x="926" y="4860"/>
                    </a:cubicBezTo>
                    <a:cubicBezTo>
                      <a:pt x="947" y="5178"/>
                      <a:pt x="947" y="5178"/>
                      <a:pt x="848" y="5291"/>
                    </a:cubicBezTo>
                    <a:cubicBezTo>
                      <a:pt x="751" y="5381"/>
                      <a:pt x="642" y="5451"/>
                      <a:pt x="508" y="5464"/>
                    </a:cubicBezTo>
                    <a:cubicBezTo>
                      <a:pt x="456" y="5461"/>
                      <a:pt x="456" y="5461"/>
                      <a:pt x="406" y="5456"/>
                    </a:cubicBezTo>
                    <a:cubicBezTo>
                      <a:pt x="389" y="5455"/>
                      <a:pt x="371" y="5454"/>
                      <a:pt x="353" y="5452"/>
                    </a:cubicBezTo>
                    <a:cubicBezTo>
                      <a:pt x="311" y="5450"/>
                      <a:pt x="268" y="5446"/>
                      <a:pt x="226" y="5441"/>
                    </a:cubicBezTo>
                    <a:cubicBezTo>
                      <a:pt x="226" y="5404"/>
                      <a:pt x="226" y="5367"/>
                      <a:pt x="226" y="5328"/>
                    </a:cubicBezTo>
                    <a:cubicBezTo>
                      <a:pt x="189" y="5328"/>
                      <a:pt x="152" y="5328"/>
                      <a:pt x="113" y="5328"/>
                    </a:cubicBezTo>
                    <a:cubicBezTo>
                      <a:pt x="113" y="5291"/>
                      <a:pt x="113" y="5254"/>
                      <a:pt x="113" y="5215"/>
                    </a:cubicBezTo>
                    <a:cubicBezTo>
                      <a:pt x="76" y="5215"/>
                      <a:pt x="38" y="5215"/>
                      <a:pt x="0" y="5215"/>
                    </a:cubicBezTo>
                    <a:cubicBezTo>
                      <a:pt x="0" y="4879"/>
                      <a:pt x="0" y="4543"/>
                      <a:pt x="0" y="4197"/>
                    </a:cubicBezTo>
                    <a:cubicBezTo>
                      <a:pt x="37" y="4197"/>
                      <a:pt x="75" y="4197"/>
                      <a:pt x="113" y="4197"/>
                    </a:cubicBezTo>
                    <a:cubicBezTo>
                      <a:pt x="113" y="4048"/>
                      <a:pt x="113" y="3899"/>
                      <a:pt x="113" y="3745"/>
                    </a:cubicBezTo>
                    <a:cubicBezTo>
                      <a:pt x="150" y="3745"/>
                      <a:pt x="188" y="3745"/>
                      <a:pt x="226" y="3745"/>
                    </a:cubicBezTo>
                    <a:cubicBezTo>
                      <a:pt x="226" y="3633"/>
                      <a:pt x="226" y="3521"/>
                      <a:pt x="226" y="3406"/>
                    </a:cubicBezTo>
                    <a:cubicBezTo>
                      <a:pt x="264" y="3406"/>
                      <a:pt x="301" y="3406"/>
                      <a:pt x="339" y="3406"/>
                    </a:cubicBezTo>
                    <a:cubicBezTo>
                      <a:pt x="339" y="3294"/>
                      <a:pt x="339" y="3182"/>
                      <a:pt x="339" y="3066"/>
                    </a:cubicBezTo>
                    <a:cubicBezTo>
                      <a:pt x="377" y="3066"/>
                      <a:pt x="414" y="3066"/>
                      <a:pt x="452" y="3066"/>
                    </a:cubicBezTo>
                    <a:cubicBezTo>
                      <a:pt x="452" y="3029"/>
                      <a:pt x="452" y="2992"/>
                      <a:pt x="452" y="2953"/>
                    </a:cubicBezTo>
                    <a:cubicBezTo>
                      <a:pt x="490" y="2953"/>
                      <a:pt x="527" y="2953"/>
                      <a:pt x="565" y="2953"/>
                    </a:cubicBezTo>
                    <a:cubicBezTo>
                      <a:pt x="563" y="2930"/>
                      <a:pt x="562" y="2907"/>
                      <a:pt x="560" y="2883"/>
                    </a:cubicBezTo>
                    <a:cubicBezTo>
                      <a:pt x="554" y="2791"/>
                      <a:pt x="553" y="2706"/>
                      <a:pt x="565" y="2614"/>
                    </a:cubicBezTo>
                    <a:cubicBezTo>
                      <a:pt x="605" y="2570"/>
                      <a:pt x="640" y="2554"/>
                      <a:pt x="694" y="2529"/>
                    </a:cubicBezTo>
                    <a:cubicBezTo>
                      <a:pt x="753" y="2489"/>
                      <a:pt x="758" y="2449"/>
                      <a:pt x="774" y="2381"/>
                    </a:cubicBezTo>
                    <a:cubicBezTo>
                      <a:pt x="781" y="2346"/>
                      <a:pt x="787" y="2310"/>
                      <a:pt x="792" y="2275"/>
                    </a:cubicBezTo>
                    <a:cubicBezTo>
                      <a:pt x="829" y="2275"/>
                      <a:pt x="866" y="2275"/>
                      <a:pt x="905" y="2275"/>
                    </a:cubicBezTo>
                    <a:cubicBezTo>
                      <a:pt x="905" y="2237"/>
                      <a:pt x="905" y="2200"/>
                      <a:pt x="905" y="2162"/>
                    </a:cubicBezTo>
                    <a:cubicBezTo>
                      <a:pt x="942" y="2162"/>
                      <a:pt x="979" y="2162"/>
                      <a:pt x="1018" y="2162"/>
                    </a:cubicBezTo>
                    <a:cubicBezTo>
                      <a:pt x="1018" y="2087"/>
                      <a:pt x="1018" y="2012"/>
                      <a:pt x="1018" y="1936"/>
                    </a:cubicBezTo>
                    <a:cubicBezTo>
                      <a:pt x="1055" y="1936"/>
                      <a:pt x="1092" y="1936"/>
                      <a:pt x="1131" y="1936"/>
                    </a:cubicBezTo>
                    <a:cubicBezTo>
                      <a:pt x="1129" y="1919"/>
                      <a:pt x="1127" y="1902"/>
                      <a:pt x="1126" y="1884"/>
                    </a:cubicBezTo>
                    <a:cubicBezTo>
                      <a:pt x="1131" y="1822"/>
                      <a:pt x="1131" y="1822"/>
                      <a:pt x="1166" y="1779"/>
                    </a:cubicBezTo>
                    <a:cubicBezTo>
                      <a:pt x="1183" y="1766"/>
                      <a:pt x="1199" y="1753"/>
                      <a:pt x="1216" y="1739"/>
                    </a:cubicBezTo>
                    <a:cubicBezTo>
                      <a:pt x="1234" y="1723"/>
                      <a:pt x="1253" y="1708"/>
                      <a:pt x="1272" y="1692"/>
                    </a:cubicBezTo>
                    <a:cubicBezTo>
                      <a:pt x="1292" y="1675"/>
                      <a:pt x="1312" y="1659"/>
                      <a:pt x="1332" y="1642"/>
                    </a:cubicBezTo>
                    <a:cubicBezTo>
                      <a:pt x="1494" y="1506"/>
                      <a:pt x="1646" y="1367"/>
                      <a:pt x="1792" y="1215"/>
                    </a:cubicBezTo>
                    <a:cubicBezTo>
                      <a:pt x="1921" y="1081"/>
                      <a:pt x="2042" y="982"/>
                      <a:pt x="2206" y="896"/>
                    </a:cubicBezTo>
                    <a:cubicBezTo>
                      <a:pt x="2267" y="858"/>
                      <a:pt x="2289" y="828"/>
                      <a:pt x="2322" y="766"/>
                    </a:cubicBezTo>
                    <a:cubicBezTo>
                      <a:pt x="2345" y="723"/>
                      <a:pt x="2345" y="723"/>
                      <a:pt x="2375" y="691"/>
                    </a:cubicBezTo>
                    <a:cubicBezTo>
                      <a:pt x="2452" y="677"/>
                      <a:pt x="2524" y="681"/>
                      <a:pt x="2601" y="691"/>
                    </a:cubicBezTo>
                    <a:cubicBezTo>
                      <a:pt x="2601" y="654"/>
                      <a:pt x="2601" y="617"/>
                      <a:pt x="2601" y="578"/>
                    </a:cubicBezTo>
                    <a:cubicBezTo>
                      <a:pt x="2676" y="578"/>
                      <a:pt x="2750" y="578"/>
                      <a:pt x="2827" y="578"/>
                    </a:cubicBezTo>
                    <a:cubicBezTo>
                      <a:pt x="2827" y="541"/>
                      <a:pt x="2827" y="504"/>
                      <a:pt x="2827" y="465"/>
                    </a:cubicBezTo>
                    <a:cubicBezTo>
                      <a:pt x="2902" y="465"/>
                      <a:pt x="2977" y="465"/>
                      <a:pt x="3054" y="465"/>
                    </a:cubicBezTo>
                    <a:cubicBezTo>
                      <a:pt x="3054" y="428"/>
                      <a:pt x="3054" y="391"/>
                      <a:pt x="3054" y="352"/>
                    </a:cubicBezTo>
                    <a:cubicBezTo>
                      <a:pt x="3064" y="350"/>
                      <a:pt x="3064" y="350"/>
                      <a:pt x="3115" y="337"/>
                    </a:cubicBezTo>
                    <a:cubicBezTo>
                      <a:pt x="3190" y="319"/>
                      <a:pt x="3265" y="301"/>
                      <a:pt x="3340" y="283"/>
                    </a:cubicBezTo>
                    <a:cubicBezTo>
                      <a:pt x="3373" y="275"/>
                      <a:pt x="3405" y="267"/>
                      <a:pt x="3438" y="259"/>
                    </a:cubicBezTo>
                    <a:cubicBezTo>
                      <a:pt x="3485" y="248"/>
                      <a:pt x="3531" y="237"/>
                      <a:pt x="3578" y="225"/>
                    </a:cubicBezTo>
                    <a:cubicBezTo>
                      <a:pt x="3593" y="222"/>
                      <a:pt x="3607" y="218"/>
                      <a:pt x="3622" y="215"/>
                    </a:cubicBezTo>
                    <a:cubicBezTo>
                      <a:pt x="3699" y="196"/>
                      <a:pt x="3731" y="183"/>
                      <a:pt x="3789" y="126"/>
                    </a:cubicBezTo>
                    <a:cubicBezTo>
                      <a:pt x="3842" y="120"/>
                      <a:pt x="3842" y="120"/>
                      <a:pt x="3906" y="120"/>
                    </a:cubicBezTo>
                    <a:cubicBezTo>
                      <a:pt x="3917" y="121"/>
                      <a:pt x="3917" y="121"/>
                      <a:pt x="3975" y="121"/>
                    </a:cubicBezTo>
                    <a:cubicBezTo>
                      <a:pt x="3986" y="121"/>
                      <a:pt x="3986" y="121"/>
                      <a:pt x="4047" y="122"/>
                    </a:cubicBezTo>
                    <a:cubicBezTo>
                      <a:pt x="4059" y="123"/>
                      <a:pt x="4059" y="123"/>
                      <a:pt x="4119" y="123"/>
                    </a:cubicBezTo>
                    <a:cubicBezTo>
                      <a:pt x="4179" y="124"/>
                      <a:pt x="4238" y="125"/>
                      <a:pt x="4298" y="126"/>
                    </a:cubicBezTo>
                    <a:cubicBezTo>
                      <a:pt x="4298" y="89"/>
                      <a:pt x="4298" y="51"/>
                      <a:pt x="4298" y="13"/>
                    </a:cubicBezTo>
                    <a:close/>
                  </a:path>
                </a:pathLst>
              </a:custGeom>
              <a:solidFill>
                <a:srgbClr val="E24798"/>
              </a:solidFill>
              <a:ln w="718" cap="flat">
                <a:noFill/>
              </a:ln>
            </p:spPr>
          </p:sp>
          <p:sp>
            <p:nvSpPr>
              <p:cNvPr id="800" name="ICON_REFERENCE_SEARCH_path_007"/>
              <p:cNvSpPr/>
              <p:nvPr/>
            </p:nvSpPr>
            <p:spPr>
              <a:xfrm>
                <a:off x="10552188" y="1275783"/>
                <a:ext cx="15799" cy="78997"/>
              </a:xfrm>
              <a:custGeom>
                <a:avLst/>
                <a:gdLst/>
                <a:ahLst/>
                <a:cxnLst/>
                <a:rect l="0" t="0" r="r" b="b"/>
                <a:pathLst>
                  <a:path w="1244" h="6220" fill="norm" stroke="0">
                    <a:moveTo>
                      <a:pt x="0" y="0"/>
                    </a:moveTo>
                    <a:cubicBezTo>
                      <a:pt x="37" y="0"/>
                      <a:pt x="75" y="0"/>
                      <a:pt x="113" y="0"/>
                    </a:cubicBezTo>
                    <a:cubicBezTo>
                      <a:pt x="113" y="37"/>
                      <a:pt x="113" y="75"/>
                      <a:pt x="113" y="113"/>
                    </a:cubicBezTo>
                    <a:cubicBezTo>
                      <a:pt x="150" y="113"/>
                      <a:pt x="188" y="113"/>
                      <a:pt x="226" y="113"/>
                    </a:cubicBezTo>
                    <a:cubicBezTo>
                      <a:pt x="226" y="150"/>
                      <a:pt x="226" y="188"/>
                      <a:pt x="226" y="226"/>
                    </a:cubicBezTo>
                    <a:cubicBezTo>
                      <a:pt x="301" y="226"/>
                      <a:pt x="375" y="226"/>
                      <a:pt x="452" y="226"/>
                    </a:cubicBezTo>
                    <a:cubicBezTo>
                      <a:pt x="452" y="487"/>
                      <a:pt x="452" y="749"/>
                      <a:pt x="452" y="1018"/>
                    </a:cubicBezTo>
                    <a:cubicBezTo>
                      <a:pt x="490" y="1018"/>
                      <a:pt x="527" y="1018"/>
                      <a:pt x="565" y="1018"/>
                    </a:cubicBezTo>
                    <a:cubicBezTo>
                      <a:pt x="565" y="1055"/>
                      <a:pt x="565" y="1093"/>
                      <a:pt x="565" y="1131"/>
                    </a:cubicBezTo>
                    <a:cubicBezTo>
                      <a:pt x="677" y="1131"/>
                      <a:pt x="789" y="1131"/>
                      <a:pt x="905" y="1131"/>
                    </a:cubicBezTo>
                    <a:cubicBezTo>
                      <a:pt x="905" y="1206"/>
                      <a:pt x="905" y="1280"/>
                      <a:pt x="905" y="1357"/>
                    </a:cubicBezTo>
                    <a:cubicBezTo>
                      <a:pt x="867" y="1357"/>
                      <a:pt x="830" y="1357"/>
                      <a:pt x="792" y="1357"/>
                    </a:cubicBezTo>
                    <a:cubicBezTo>
                      <a:pt x="792" y="1432"/>
                      <a:pt x="792" y="1506"/>
                      <a:pt x="792" y="1583"/>
                    </a:cubicBezTo>
                    <a:cubicBezTo>
                      <a:pt x="754" y="1583"/>
                      <a:pt x="717" y="1583"/>
                      <a:pt x="679" y="1583"/>
                    </a:cubicBezTo>
                    <a:cubicBezTo>
                      <a:pt x="679" y="1658"/>
                      <a:pt x="679" y="1733"/>
                      <a:pt x="679" y="1810"/>
                    </a:cubicBezTo>
                    <a:cubicBezTo>
                      <a:pt x="716" y="1810"/>
                      <a:pt x="753" y="1810"/>
                      <a:pt x="792" y="1810"/>
                    </a:cubicBezTo>
                    <a:cubicBezTo>
                      <a:pt x="792" y="2033"/>
                      <a:pt x="792" y="2257"/>
                      <a:pt x="792" y="2488"/>
                    </a:cubicBezTo>
                    <a:cubicBezTo>
                      <a:pt x="866" y="2488"/>
                      <a:pt x="941" y="2488"/>
                      <a:pt x="1018" y="2488"/>
                    </a:cubicBezTo>
                    <a:cubicBezTo>
                      <a:pt x="1018" y="2451"/>
                      <a:pt x="1018" y="2413"/>
                      <a:pt x="1018" y="2375"/>
                    </a:cubicBezTo>
                    <a:cubicBezTo>
                      <a:pt x="1092" y="2375"/>
                      <a:pt x="1167" y="2375"/>
                      <a:pt x="1244" y="2375"/>
                    </a:cubicBezTo>
                    <a:cubicBezTo>
                      <a:pt x="1244" y="3196"/>
                      <a:pt x="1244" y="4017"/>
                      <a:pt x="1244" y="4863"/>
                    </a:cubicBezTo>
                    <a:cubicBezTo>
                      <a:pt x="1207" y="4863"/>
                      <a:pt x="1169" y="4863"/>
                      <a:pt x="1131" y="4863"/>
                    </a:cubicBezTo>
                    <a:cubicBezTo>
                      <a:pt x="1131" y="4938"/>
                      <a:pt x="1131" y="5012"/>
                      <a:pt x="1131" y="5089"/>
                    </a:cubicBezTo>
                    <a:cubicBezTo>
                      <a:pt x="1056" y="5089"/>
                      <a:pt x="982" y="5089"/>
                      <a:pt x="905" y="5089"/>
                    </a:cubicBezTo>
                    <a:cubicBezTo>
                      <a:pt x="905" y="5201"/>
                      <a:pt x="905" y="5313"/>
                      <a:pt x="905" y="5429"/>
                    </a:cubicBezTo>
                    <a:cubicBezTo>
                      <a:pt x="867" y="5429"/>
                      <a:pt x="830" y="5429"/>
                      <a:pt x="792" y="5429"/>
                    </a:cubicBezTo>
                    <a:cubicBezTo>
                      <a:pt x="792" y="5466"/>
                      <a:pt x="792" y="5503"/>
                      <a:pt x="792" y="5542"/>
                    </a:cubicBezTo>
                    <a:cubicBezTo>
                      <a:pt x="754" y="5542"/>
                      <a:pt x="717" y="5542"/>
                      <a:pt x="679" y="5542"/>
                    </a:cubicBezTo>
                    <a:cubicBezTo>
                      <a:pt x="679" y="5616"/>
                      <a:pt x="679" y="5691"/>
                      <a:pt x="679" y="5768"/>
                    </a:cubicBezTo>
                    <a:cubicBezTo>
                      <a:pt x="716" y="5768"/>
                      <a:pt x="753" y="5768"/>
                      <a:pt x="792" y="5768"/>
                    </a:cubicBezTo>
                    <a:cubicBezTo>
                      <a:pt x="792" y="5843"/>
                      <a:pt x="792" y="5917"/>
                      <a:pt x="792" y="5994"/>
                    </a:cubicBezTo>
                    <a:cubicBezTo>
                      <a:pt x="717" y="5994"/>
                      <a:pt x="642" y="5994"/>
                      <a:pt x="565" y="5994"/>
                    </a:cubicBezTo>
                    <a:cubicBezTo>
                      <a:pt x="565" y="6069"/>
                      <a:pt x="565" y="6143"/>
                      <a:pt x="565" y="6220"/>
                    </a:cubicBezTo>
                    <a:cubicBezTo>
                      <a:pt x="528" y="6220"/>
                      <a:pt x="491" y="6220"/>
                      <a:pt x="452" y="6220"/>
                    </a:cubicBezTo>
                    <a:cubicBezTo>
                      <a:pt x="452" y="6108"/>
                      <a:pt x="452" y="5996"/>
                      <a:pt x="452" y="5881"/>
                    </a:cubicBezTo>
                    <a:cubicBezTo>
                      <a:pt x="490" y="5881"/>
                      <a:pt x="527" y="5881"/>
                      <a:pt x="565" y="5881"/>
                    </a:cubicBezTo>
                    <a:cubicBezTo>
                      <a:pt x="565" y="5732"/>
                      <a:pt x="565" y="5582"/>
                      <a:pt x="565" y="5429"/>
                    </a:cubicBezTo>
                    <a:cubicBezTo>
                      <a:pt x="603" y="5429"/>
                      <a:pt x="640" y="5429"/>
                      <a:pt x="679" y="5429"/>
                    </a:cubicBezTo>
                    <a:cubicBezTo>
                      <a:pt x="679" y="5205"/>
                      <a:pt x="679" y="4981"/>
                      <a:pt x="679" y="4750"/>
                    </a:cubicBezTo>
                    <a:cubicBezTo>
                      <a:pt x="716" y="4750"/>
                      <a:pt x="753" y="4750"/>
                      <a:pt x="792" y="4750"/>
                    </a:cubicBezTo>
                    <a:cubicBezTo>
                      <a:pt x="792" y="4078"/>
                      <a:pt x="792" y="3406"/>
                      <a:pt x="792" y="2714"/>
                    </a:cubicBezTo>
                    <a:cubicBezTo>
                      <a:pt x="754" y="2714"/>
                      <a:pt x="717" y="2714"/>
                      <a:pt x="679" y="2714"/>
                    </a:cubicBezTo>
                    <a:cubicBezTo>
                      <a:pt x="677" y="2692"/>
                      <a:pt x="676" y="2670"/>
                      <a:pt x="674" y="2648"/>
                    </a:cubicBezTo>
                    <a:cubicBezTo>
                      <a:pt x="669" y="2566"/>
                      <a:pt x="663" y="2485"/>
                      <a:pt x="658" y="2403"/>
                    </a:cubicBezTo>
                    <a:cubicBezTo>
                      <a:pt x="655" y="2368"/>
                      <a:pt x="653" y="2333"/>
                      <a:pt x="650" y="2298"/>
                    </a:cubicBezTo>
                    <a:cubicBezTo>
                      <a:pt x="647" y="2247"/>
                      <a:pt x="644" y="2196"/>
                      <a:pt x="640" y="2145"/>
                    </a:cubicBezTo>
                    <a:cubicBezTo>
                      <a:pt x="639" y="2130"/>
                      <a:pt x="638" y="2114"/>
                      <a:pt x="637" y="2098"/>
                    </a:cubicBezTo>
                    <a:cubicBezTo>
                      <a:pt x="631" y="2012"/>
                      <a:pt x="628" y="1985"/>
                      <a:pt x="565" y="1923"/>
                    </a:cubicBezTo>
                    <a:cubicBezTo>
                      <a:pt x="559" y="1875"/>
                      <a:pt x="559" y="1875"/>
                      <a:pt x="560" y="1818"/>
                    </a:cubicBezTo>
                    <a:cubicBezTo>
                      <a:pt x="560" y="1798"/>
                      <a:pt x="560" y="1778"/>
                      <a:pt x="561" y="1757"/>
                    </a:cubicBezTo>
                    <a:cubicBezTo>
                      <a:pt x="561" y="1736"/>
                      <a:pt x="561" y="1715"/>
                      <a:pt x="562" y="1693"/>
                    </a:cubicBezTo>
                    <a:cubicBezTo>
                      <a:pt x="562" y="1672"/>
                      <a:pt x="562" y="1650"/>
                      <a:pt x="563" y="1628"/>
                    </a:cubicBezTo>
                    <a:cubicBezTo>
                      <a:pt x="563" y="1576"/>
                      <a:pt x="564" y="1523"/>
                      <a:pt x="565" y="1470"/>
                    </a:cubicBezTo>
                    <a:cubicBezTo>
                      <a:pt x="528" y="1470"/>
                      <a:pt x="491" y="1470"/>
                      <a:pt x="452" y="1470"/>
                    </a:cubicBezTo>
                    <a:cubicBezTo>
                      <a:pt x="452" y="1358"/>
                      <a:pt x="452" y="1246"/>
                      <a:pt x="452" y="1131"/>
                    </a:cubicBezTo>
                    <a:cubicBezTo>
                      <a:pt x="415" y="1131"/>
                      <a:pt x="378" y="1131"/>
                      <a:pt x="339" y="1131"/>
                    </a:cubicBezTo>
                    <a:cubicBezTo>
                      <a:pt x="339" y="1019"/>
                      <a:pt x="339" y="907"/>
                      <a:pt x="339" y="792"/>
                    </a:cubicBezTo>
                    <a:cubicBezTo>
                      <a:pt x="302" y="792"/>
                      <a:pt x="265" y="792"/>
                      <a:pt x="226" y="792"/>
                    </a:cubicBezTo>
                    <a:cubicBezTo>
                      <a:pt x="226" y="680"/>
                      <a:pt x="226" y="568"/>
                      <a:pt x="226" y="452"/>
                    </a:cubicBezTo>
                    <a:cubicBezTo>
                      <a:pt x="189" y="452"/>
                      <a:pt x="152" y="452"/>
                      <a:pt x="113" y="452"/>
                    </a:cubicBezTo>
                    <a:cubicBezTo>
                      <a:pt x="113" y="378"/>
                      <a:pt x="113" y="303"/>
                      <a:pt x="113" y="226"/>
                    </a:cubicBezTo>
                    <a:cubicBezTo>
                      <a:pt x="76" y="226"/>
                      <a:pt x="38" y="226"/>
                      <a:pt x="0" y="226"/>
                    </a:cubicBezTo>
                    <a:cubicBezTo>
                      <a:pt x="0" y="152"/>
                      <a:pt x="0" y="7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01" name="ICON_REFERENCE_SEARCH_path_008"/>
              <p:cNvSpPr/>
              <p:nvPr/>
            </p:nvSpPr>
            <p:spPr>
              <a:xfrm>
                <a:off x="10389885" y="1256393"/>
                <a:ext cx="25854" cy="28111"/>
              </a:xfrm>
              <a:custGeom>
                <a:avLst/>
                <a:gdLst/>
                <a:ahLst/>
                <a:cxnLst/>
                <a:rect l="0" t="0" r="r" b="b"/>
                <a:pathLst>
                  <a:path w="2036" h="2213" fill="norm" stroke="0">
                    <a:moveTo>
                      <a:pt x="1640" y="0"/>
                    </a:moveTo>
                    <a:cubicBezTo>
                      <a:pt x="1659" y="0"/>
                      <a:pt x="1677" y="0"/>
                      <a:pt x="1696" y="0"/>
                    </a:cubicBezTo>
                    <a:cubicBezTo>
                      <a:pt x="1696" y="93"/>
                      <a:pt x="1696" y="187"/>
                      <a:pt x="1696" y="283"/>
                    </a:cubicBezTo>
                    <a:cubicBezTo>
                      <a:pt x="1734" y="283"/>
                      <a:pt x="1771" y="283"/>
                      <a:pt x="1810" y="283"/>
                    </a:cubicBezTo>
                    <a:cubicBezTo>
                      <a:pt x="1810" y="357"/>
                      <a:pt x="1810" y="432"/>
                      <a:pt x="1810" y="509"/>
                    </a:cubicBezTo>
                    <a:cubicBezTo>
                      <a:pt x="1847" y="509"/>
                      <a:pt x="1884" y="509"/>
                      <a:pt x="1923" y="509"/>
                    </a:cubicBezTo>
                    <a:cubicBezTo>
                      <a:pt x="1923" y="546"/>
                      <a:pt x="1923" y="584"/>
                      <a:pt x="1923" y="622"/>
                    </a:cubicBezTo>
                    <a:cubicBezTo>
                      <a:pt x="1960" y="622"/>
                      <a:pt x="1997" y="622"/>
                      <a:pt x="2036" y="622"/>
                    </a:cubicBezTo>
                    <a:cubicBezTo>
                      <a:pt x="2036" y="659"/>
                      <a:pt x="2036" y="697"/>
                      <a:pt x="2036" y="735"/>
                    </a:cubicBezTo>
                    <a:cubicBezTo>
                      <a:pt x="1998" y="735"/>
                      <a:pt x="1961" y="735"/>
                      <a:pt x="1923" y="735"/>
                    </a:cubicBezTo>
                    <a:cubicBezTo>
                      <a:pt x="1923" y="772"/>
                      <a:pt x="1923" y="810"/>
                      <a:pt x="1923" y="848"/>
                    </a:cubicBezTo>
                    <a:cubicBezTo>
                      <a:pt x="1848" y="848"/>
                      <a:pt x="1773" y="848"/>
                      <a:pt x="1696" y="848"/>
                    </a:cubicBezTo>
                    <a:cubicBezTo>
                      <a:pt x="1696" y="923"/>
                      <a:pt x="1696" y="998"/>
                      <a:pt x="1696" y="1074"/>
                    </a:cubicBezTo>
                    <a:cubicBezTo>
                      <a:pt x="1659" y="1074"/>
                      <a:pt x="1622" y="1074"/>
                      <a:pt x="1583" y="1074"/>
                    </a:cubicBezTo>
                    <a:cubicBezTo>
                      <a:pt x="1583" y="1112"/>
                      <a:pt x="1583" y="1149"/>
                      <a:pt x="1583" y="1188"/>
                    </a:cubicBezTo>
                    <a:cubicBezTo>
                      <a:pt x="1621" y="1188"/>
                      <a:pt x="1658" y="1188"/>
                      <a:pt x="1696" y="1188"/>
                    </a:cubicBezTo>
                    <a:cubicBezTo>
                      <a:pt x="1647" y="1332"/>
                      <a:pt x="1595" y="1416"/>
                      <a:pt x="1457" y="1486"/>
                    </a:cubicBezTo>
                    <a:cubicBezTo>
                      <a:pt x="1266" y="1591"/>
                      <a:pt x="1127" y="1748"/>
                      <a:pt x="979" y="1905"/>
                    </a:cubicBezTo>
                    <a:cubicBezTo>
                      <a:pt x="925" y="1962"/>
                      <a:pt x="870" y="2019"/>
                      <a:pt x="816" y="2075"/>
                    </a:cubicBezTo>
                    <a:cubicBezTo>
                      <a:pt x="804" y="2088"/>
                      <a:pt x="791" y="2101"/>
                      <a:pt x="779" y="2115"/>
                    </a:cubicBezTo>
                    <a:cubicBezTo>
                      <a:pt x="693" y="2204"/>
                      <a:pt x="693" y="2204"/>
                      <a:pt x="613" y="2213"/>
                    </a:cubicBezTo>
                    <a:cubicBezTo>
                      <a:pt x="598" y="2211"/>
                      <a:pt x="582" y="2208"/>
                      <a:pt x="565" y="2205"/>
                    </a:cubicBezTo>
                    <a:cubicBezTo>
                      <a:pt x="639" y="2023"/>
                      <a:pt x="745" y="1870"/>
                      <a:pt x="905" y="1753"/>
                    </a:cubicBezTo>
                    <a:cubicBezTo>
                      <a:pt x="968" y="1747"/>
                      <a:pt x="968" y="1747"/>
                      <a:pt x="1018" y="1753"/>
                    </a:cubicBezTo>
                    <a:cubicBezTo>
                      <a:pt x="1018" y="1716"/>
                      <a:pt x="1018" y="1678"/>
                      <a:pt x="1018" y="1640"/>
                    </a:cubicBezTo>
                    <a:cubicBezTo>
                      <a:pt x="906" y="1640"/>
                      <a:pt x="794" y="1640"/>
                      <a:pt x="679" y="1640"/>
                    </a:cubicBezTo>
                    <a:cubicBezTo>
                      <a:pt x="679" y="1603"/>
                      <a:pt x="679" y="1565"/>
                      <a:pt x="679" y="1527"/>
                    </a:cubicBezTo>
                    <a:cubicBezTo>
                      <a:pt x="604" y="1527"/>
                      <a:pt x="529" y="1527"/>
                      <a:pt x="452" y="1527"/>
                    </a:cubicBezTo>
                    <a:cubicBezTo>
                      <a:pt x="452" y="1489"/>
                      <a:pt x="452" y="1452"/>
                      <a:pt x="452" y="1414"/>
                    </a:cubicBezTo>
                    <a:cubicBezTo>
                      <a:pt x="415" y="1414"/>
                      <a:pt x="378" y="1414"/>
                      <a:pt x="339" y="1414"/>
                    </a:cubicBezTo>
                    <a:cubicBezTo>
                      <a:pt x="339" y="1451"/>
                      <a:pt x="339" y="1488"/>
                      <a:pt x="339" y="1527"/>
                    </a:cubicBezTo>
                    <a:cubicBezTo>
                      <a:pt x="302" y="1527"/>
                      <a:pt x="265" y="1527"/>
                      <a:pt x="226" y="1527"/>
                    </a:cubicBezTo>
                    <a:cubicBezTo>
                      <a:pt x="226" y="1489"/>
                      <a:pt x="226" y="1452"/>
                      <a:pt x="226" y="1414"/>
                    </a:cubicBezTo>
                    <a:cubicBezTo>
                      <a:pt x="152" y="1414"/>
                      <a:pt x="77" y="1414"/>
                      <a:pt x="0" y="1414"/>
                    </a:cubicBezTo>
                    <a:cubicBezTo>
                      <a:pt x="33" y="1216"/>
                      <a:pt x="97" y="1126"/>
                      <a:pt x="244" y="993"/>
                    </a:cubicBezTo>
                    <a:cubicBezTo>
                      <a:pt x="389" y="856"/>
                      <a:pt x="516" y="720"/>
                      <a:pt x="632" y="557"/>
                    </a:cubicBezTo>
                    <a:cubicBezTo>
                      <a:pt x="679" y="509"/>
                      <a:pt x="679" y="509"/>
                      <a:pt x="741" y="502"/>
                    </a:cubicBezTo>
                    <a:cubicBezTo>
                      <a:pt x="758" y="504"/>
                      <a:pt x="774" y="506"/>
                      <a:pt x="792" y="509"/>
                    </a:cubicBezTo>
                    <a:cubicBezTo>
                      <a:pt x="792" y="472"/>
                      <a:pt x="792" y="434"/>
                      <a:pt x="792" y="396"/>
                    </a:cubicBezTo>
                    <a:cubicBezTo>
                      <a:pt x="829" y="396"/>
                      <a:pt x="866" y="396"/>
                      <a:pt x="905" y="396"/>
                    </a:cubicBezTo>
                    <a:cubicBezTo>
                      <a:pt x="905" y="359"/>
                      <a:pt x="905" y="321"/>
                      <a:pt x="905" y="283"/>
                    </a:cubicBezTo>
                    <a:cubicBezTo>
                      <a:pt x="942" y="283"/>
                      <a:pt x="979" y="283"/>
                      <a:pt x="1018" y="283"/>
                    </a:cubicBezTo>
                    <a:cubicBezTo>
                      <a:pt x="1018" y="245"/>
                      <a:pt x="1018" y="208"/>
                      <a:pt x="1018" y="170"/>
                    </a:cubicBezTo>
                    <a:cubicBezTo>
                      <a:pt x="1035" y="167"/>
                      <a:pt x="1052" y="163"/>
                      <a:pt x="1069" y="160"/>
                    </a:cubicBezTo>
                    <a:cubicBezTo>
                      <a:pt x="1145" y="146"/>
                      <a:pt x="1221" y="131"/>
                      <a:pt x="1297" y="117"/>
                    </a:cubicBezTo>
                    <a:cubicBezTo>
                      <a:pt x="1310" y="114"/>
                      <a:pt x="1310" y="114"/>
                      <a:pt x="1377" y="102"/>
                    </a:cubicBezTo>
                    <a:cubicBezTo>
                      <a:pt x="1390" y="99"/>
                      <a:pt x="1390" y="99"/>
                      <a:pt x="1454" y="87"/>
                    </a:cubicBezTo>
                    <a:cubicBezTo>
                      <a:pt x="1466" y="85"/>
                      <a:pt x="1466" y="85"/>
                      <a:pt x="1525" y="73"/>
                    </a:cubicBezTo>
                    <a:cubicBezTo>
                      <a:pt x="1583" y="57"/>
                      <a:pt x="1583" y="57"/>
                      <a:pt x="16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18" cap="flat">
                <a:noFill/>
              </a:ln>
            </p:spPr>
          </p:sp>
          <p:sp>
            <p:nvSpPr>
              <p:cNvPr id="802" name="ICON_REFERENCE_SEARCH_path_009"/>
              <p:cNvSpPr/>
              <p:nvPr/>
            </p:nvSpPr>
            <p:spPr>
              <a:xfrm>
                <a:off x="10413584" y="1247057"/>
                <a:ext cx="29444" cy="18846"/>
              </a:xfrm>
              <a:custGeom>
                <a:avLst/>
                <a:gdLst/>
                <a:ahLst/>
                <a:cxnLst/>
                <a:rect l="0" t="0" r="r" b="b"/>
                <a:pathLst>
                  <a:path w="2318" h="1484" fill="norm" stroke="0">
                    <a:moveTo>
                      <a:pt x="2092" y="0"/>
                    </a:moveTo>
                    <a:cubicBezTo>
                      <a:pt x="2167" y="0"/>
                      <a:pt x="2242" y="0"/>
                      <a:pt x="2318" y="0"/>
                    </a:cubicBezTo>
                    <a:cubicBezTo>
                      <a:pt x="2318" y="75"/>
                      <a:pt x="2318" y="149"/>
                      <a:pt x="2318" y="226"/>
                    </a:cubicBezTo>
                    <a:cubicBezTo>
                      <a:pt x="2206" y="226"/>
                      <a:pt x="2095" y="226"/>
                      <a:pt x="1979" y="226"/>
                    </a:cubicBezTo>
                    <a:cubicBezTo>
                      <a:pt x="1979" y="264"/>
                      <a:pt x="1979" y="301"/>
                      <a:pt x="1979" y="339"/>
                    </a:cubicBezTo>
                    <a:cubicBezTo>
                      <a:pt x="1942" y="339"/>
                      <a:pt x="1905" y="339"/>
                      <a:pt x="1866" y="339"/>
                    </a:cubicBezTo>
                    <a:cubicBezTo>
                      <a:pt x="1866" y="638"/>
                      <a:pt x="1866" y="936"/>
                      <a:pt x="1866" y="1244"/>
                    </a:cubicBezTo>
                    <a:cubicBezTo>
                      <a:pt x="1793" y="1250"/>
                      <a:pt x="1719" y="1256"/>
                      <a:pt x="1643" y="1262"/>
                    </a:cubicBezTo>
                    <a:cubicBezTo>
                      <a:pt x="1446" y="1280"/>
                      <a:pt x="1277" y="1324"/>
                      <a:pt x="1092" y="1396"/>
                    </a:cubicBezTo>
                    <a:cubicBezTo>
                      <a:pt x="908" y="1466"/>
                      <a:pt x="787" y="1484"/>
                      <a:pt x="604" y="1406"/>
                    </a:cubicBezTo>
                    <a:cubicBezTo>
                      <a:pt x="572" y="1391"/>
                      <a:pt x="540" y="1374"/>
                      <a:pt x="509" y="1357"/>
                    </a:cubicBezTo>
                    <a:cubicBezTo>
                      <a:pt x="509" y="1320"/>
                      <a:pt x="509" y="1282"/>
                      <a:pt x="509" y="1244"/>
                    </a:cubicBezTo>
                    <a:cubicBezTo>
                      <a:pt x="472" y="1244"/>
                      <a:pt x="434" y="1244"/>
                      <a:pt x="396" y="1244"/>
                    </a:cubicBezTo>
                    <a:cubicBezTo>
                      <a:pt x="396" y="1207"/>
                      <a:pt x="396" y="1169"/>
                      <a:pt x="396" y="1131"/>
                    </a:cubicBezTo>
                    <a:cubicBezTo>
                      <a:pt x="359" y="1131"/>
                      <a:pt x="321" y="1131"/>
                      <a:pt x="283" y="1131"/>
                    </a:cubicBezTo>
                    <a:cubicBezTo>
                      <a:pt x="283" y="1094"/>
                      <a:pt x="283" y="1056"/>
                      <a:pt x="283" y="1018"/>
                    </a:cubicBezTo>
                    <a:cubicBezTo>
                      <a:pt x="320" y="1018"/>
                      <a:pt x="357" y="1018"/>
                      <a:pt x="396" y="1018"/>
                    </a:cubicBezTo>
                    <a:cubicBezTo>
                      <a:pt x="396" y="943"/>
                      <a:pt x="396" y="869"/>
                      <a:pt x="396" y="792"/>
                    </a:cubicBezTo>
                    <a:cubicBezTo>
                      <a:pt x="377" y="789"/>
                      <a:pt x="358" y="786"/>
                      <a:pt x="338" y="783"/>
                    </a:cubicBezTo>
                    <a:cubicBezTo>
                      <a:pt x="87" y="741"/>
                      <a:pt x="87" y="741"/>
                      <a:pt x="0" y="622"/>
                    </a:cubicBezTo>
                    <a:cubicBezTo>
                      <a:pt x="37" y="622"/>
                      <a:pt x="75" y="622"/>
                      <a:pt x="113" y="622"/>
                    </a:cubicBezTo>
                    <a:cubicBezTo>
                      <a:pt x="113" y="585"/>
                      <a:pt x="113" y="547"/>
                      <a:pt x="113" y="509"/>
                    </a:cubicBezTo>
                    <a:cubicBezTo>
                      <a:pt x="176" y="488"/>
                      <a:pt x="240" y="468"/>
                      <a:pt x="304" y="449"/>
                    </a:cubicBezTo>
                    <a:cubicBezTo>
                      <a:pt x="322" y="443"/>
                      <a:pt x="340" y="437"/>
                      <a:pt x="358" y="431"/>
                    </a:cubicBezTo>
                    <a:cubicBezTo>
                      <a:pt x="493" y="390"/>
                      <a:pt x="493" y="390"/>
                      <a:pt x="578" y="421"/>
                    </a:cubicBezTo>
                    <a:cubicBezTo>
                      <a:pt x="593" y="431"/>
                      <a:pt x="607" y="442"/>
                      <a:pt x="622" y="452"/>
                    </a:cubicBezTo>
                    <a:cubicBezTo>
                      <a:pt x="622" y="415"/>
                      <a:pt x="622" y="378"/>
                      <a:pt x="622" y="339"/>
                    </a:cubicBezTo>
                    <a:cubicBezTo>
                      <a:pt x="734" y="339"/>
                      <a:pt x="846" y="339"/>
                      <a:pt x="961" y="339"/>
                    </a:cubicBezTo>
                    <a:cubicBezTo>
                      <a:pt x="961" y="302"/>
                      <a:pt x="961" y="265"/>
                      <a:pt x="961" y="226"/>
                    </a:cubicBezTo>
                    <a:cubicBezTo>
                      <a:pt x="1073" y="226"/>
                      <a:pt x="1185" y="226"/>
                      <a:pt x="1301" y="226"/>
                    </a:cubicBezTo>
                    <a:cubicBezTo>
                      <a:pt x="1301" y="189"/>
                      <a:pt x="1301" y="152"/>
                      <a:pt x="1301" y="113"/>
                    </a:cubicBezTo>
                    <a:cubicBezTo>
                      <a:pt x="1562" y="113"/>
                      <a:pt x="1823" y="113"/>
                      <a:pt x="2092" y="113"/>
                    </a:cubicBezTo>
                    <a:cubicBezTo>
                      <a:pt x="2092" y="76"/>
                      <a:pt x="2092" y="38"/>
                      <a:pt x="20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18" cap="flat">
                <a:noFill/>
              </a:ln>
            </p:spPr>
          </p:sp>
          <p:sp>
            <p:nvSpPr>
              <p:cNvPr id="803" name="ICON_REFERENCE_SEARCH_path_010"/>
              <p:cNvSpPr/>
              <p:nvPr/>
            </p:nvSpPr>
            <p:spPr>
              <a:xfrm>
                <a:off x="10415739" y="1245621"/>
                <a:ext cx="76124" cy="15799"/>
              </a:xfrm>
              <a:custGeom>
                <a:avLst/>
                <a:gdLst/>
                <a:ahLst/>
                <a:cxnLst/>
                <a:rect l="0" t="0" r="r" b="b"/>
                <a:pathLst>
                  <a:path w="5994" h="1244" fill="norm" stroke="0">
                    <a:moveTo>
                      <a:pt x="1583" y="0"/>
                    </a:moveTo>
                    <a:cubicBezTo>
                      <a:pt x="2292" y="0"/>
                      <a:pt x="3002" y="0"/>
                      <a:pt x="3732" y="0"/>
                    </a:cubicBezTo>
                    <a:cubicBezTo>
                      <a:pt x="3732" y="37"/>
                      <a:pt x="3732" y="75"/>
                      <a:pt x="3732" y="113"/>
                    </a:cubicBezTo>
                    <a:cubicBezTo>
                      <a:pt x="3881" y="113"/>
                      <a:pt x="4031" y="113"/>
                      <a:pt x="4185" y="113"/>
                    </a:cubicBezTo>
                    <a:cubicBezTo>
                      <a:pt x="4185" y="150"/>
                      <a:pt x="4185" y="188"/>
                      <a:pt x="4185" y="226"/>
                    </a:cubicBezTo>
                    <a:cubicBezTo>
                      <a:pt x="4334" y="226"/>
                      <a:pt x="4483" y="226"/>
                      <a:pt x="4637" y="226"/>
                    </a:cubicBezTo>
                    <a:cubicBezTo>
                      <a:pt x="4637" y="264"/>
                      <a:pt x="4637" y="301"/>
                      <a:pt x="4637" y="339"/>
                    </a:cubicBezTo>
                    <a:cubicBezTo>
                      <a:pt x="4749" y="339"/>
                      <a:pt x="4861" y="339"/>
                      <a:pt x="4976" y="339"/>
                    </a:cubicBezTo>
                    <a:cubicBezTo>
                      <a:pt x="4976" y="377"/>
                      <a:pt x="4976" y="414"/>
                      <a:pt x="4976" y="452"/>
                    </a:cubicBezTo>
                    <a:cubicBezTo>
                      <a:pt x="5088" y="452"/>
                      <a:pt x="5200" y="452"/>
                      <a:pt x="5315" y="452"/>
                    </a:cubicBezTo>
                    <a:cubicBezTo>
                      <a:pt x="5315" y="490"/>
                      <a:pt x="5315" y="527"/>
                      <a:pt x="5315" y="565"/>
                    </a:cubicBezTo>
                    <a:cubicBezTo>
                      <a:pt x="5390" y="565"/>
                      <a:pt x="5465" y="565"/>
                      <a:pt x="5542" y="565"/>
                    </a:cubicBezTo>
                    <a:cubicBezTo>
                      <a:pt x="5542" y="603"/>
                      <a:pt x="5542" y="640"/>
                      <a:pt x="5542" y="679"/>
                    </a:cubicBezTo>
                    <a:cubicBezTo>
                      <a:pt x="5616" y="679"/>
                      <a:pt x="5691" y="679"/>
                      <a:pt x="5768" y="679"/>
                    </a:cubicBezTo>
                    <a:cubicBezTo>
                      <a:pt x="5768" y="716"/>
                      <a:pt x="5768" y="753"/>
                      <a:pt x="5768" y="792"/>
                    </a:cubicBezTo>
                    <a:cubicBezTo>
                      <a:pt x="5817" y="827"/>
                      <a:pt x="5817" y="827"/>
                      <a:pt x="5881" y="855"/>
                    </a:cubicBezTo>
                    <a:cubicBezTo>
                      <a:pt x="5902" y="865"/>
                      <a:pt x="5923" y="874"/>
                      <a:pt x="5945" y="884"/>
                    </a:cubicBezTo>
                    <a:cubicBezTo>
                      <a:pt x="5961" y="891"/>
                      <a:pt x="5977" y="898"/>
                      <a:pt x="5994" y="905"/>
                    </a:cubicBezTo>
                    <a:cubicBezTo>
                      <a:pt x="5933" y="941"/>
                      <a:pt x="5895" y="962"/>
                      <a:pt x="5822" y="958"/>
                    </a:cubicBezTo>
                    <a:cubicBezTo>
                      <a:pt x="5764" y="944"/>
                      <a:pt x="5710" y="929"/>
                      <a:pt x="5655" y="905"/>
                    </a:cubicBezTo>
                    <a:cubicBezTo>
                      <a:pt x="5635" y="867"/>
                      <a:pt x="5616" y="830"/>
                      <a:pt x="5598" y="792"/>
                    </a:cubicBezTo>
                    <a:cubicBezTo>
                      <a:pt x="5539" y="781"/>
                      <a:pt x="5489" y="786"/>
                      <a:pt x="5429" y="792"/>
                    </a:cubicBezTo>
                    <a:cubicBezTo>
                      <a:pt x="5429" y="754"/>
                      <a:pt x="5429" y="717"/>
                      <a:pt x="5429" y="679"/>
                    </a:cubicBezTo>
                    <a:cubicBezTo>
                      <a:pt x="5279" y="679"/>
                      <a:pt x="5130" y="679"/>
                      <a:pt x="4976" y="679"/>
                    </a:cubicBezTo>
                    <a:cubicBezTo>
                      <a:pt x="4976" y="641"/>
                      <a:pt x="4976" y="604"/>
                      <a:pt x="4976" y="565"/>
                    </a:cubicBezTo>
                    <a:cubicBezTo>
                      <a:pt x="4902" y="565"/>
                      <a:pt x="4827" y="565"/>
                      <a:pt x="4750" y="565"/>
                    </a:cubicBezTo>
                    <a:cubicBezTo>
                      <a:pt x="4750" y="528"/>
                      <a:pt x="4750" y="491"/>
                      <a:pt x="4750" y="452"/>
                    </a:cubicBezTo>
                    <a:cubicBezTo>
                      <a:pt x="4638" y="452"/>
                      <a:pt x="4526" y="452"/>
                      <a:pt x="4411" y="452"/>
                    </a:cubicBezTo>
                    <a:cubicBezTo>
                      <a:pt x="4411" y="415"/>
                      <a:pt x="4411" y="378"/>
                      <a:pt x="4411" y="339"/>
                    </a:cubicBezTo>
                    <a:cubicBezTo>
                      <a:pt x="4299" y="339"/>
                      <a:pt x="4187" y="339"/>
                      <a:pt x="4071" y="339"/>
                    </a:cubicBezTo>
                    <a:cubicBezTo>
                      <a:pt x="4071" y="302"/>
                      <a:pt x="4071" y="265"/>
                      <a:pt x="4071" y="226"/>
                    </a:cubicBezTo>
                    <a:cubicBezTo>
                      <a:pt x="3698" y="226"/>
                      <a:pt x="3325" y="226"/>
                      <a:pt x="2940" y="226"/>
                    </a:cubicBezTo>
                    <a:cubicBezTo>
                      <a:pt x="2940" y="301"/>
                      <a:pt x="2940" y="375"/>
                      <a:pt x="2940" y="452"/>
                    </a:cubicBezTo>
                    <a:cubicBezTo>
                      <a:pt x="2791" y="452"/>
                      <a:pt x="2642" y="452"/>
                      <a:pt x="2488" y="452"/>
                    </a:cubicBezTo>
                    <a:cubicBezTo>
                      <a:pt x="2488" y="490"/>
                      <a:pt x="2488" y="527"/>
                      <a:pt x="2488" y="565"/>
                    </a:cubicBezTo>
                    <a:cubicBezTo>
                      <a:pt x="2413" y="565"/>
                      <a:pt x="2339" y="565"/>
                      <a:pt x="2262" y="565"/>
                    </a:cubicBezTo>
                    <a:cubicBezTo>
                      <a:pt x="2262" y="603"/>
                      <a:pt x="2262" y="640"/>
                      <a:pt x="2262" y="679"/>
                    </a:cubicBezTo>
                    <a:cubicBezTo>
                      <a:pt x="2225" y="679"/>
                      <a:pt x="2187" y="679"/>
                      <a:pt x="2149" y="679"/>
                    </a:cubicBezTo>
                    <a:cubicBezTo>
                      <a:pt x="2149" y="716"/>
                      <a:pt x="2149" y="753"/>
                      <a:pt x="2149" y="792"/>
                    </a:cubicBezTo>
                    <a:cubicBezTo>
                      <a:pt x="2186" y="792"/>
                      <a:pt x="2223" y="792"/>
                      <a:pt x="2262" y="792"/>
                    </a:cubicBezTo>
                    <a:cubicBezTo>
                      <a:pt x="2262" y="829"/>
                      <a:pt x="2262" y="866"/>
                      <a:pt x="2262" y="905"/>
                    </a:cubicBezTo>
                    <a:cubicBezTo>
                      <a:pt x="2337" y="905"/>
                      <a:pt x="2411" y="905"/>
                      <a:pt x="2488" y="905"/>
                    </a:cubicBezTo>
                    <a:cubicBezTo>
                      <a:pt x="2488" y="979"/>
                      <a:pt x="2488" y="1054"/>
                      <a:pt x="2488" y="1131"/>
                    </a:cubicBezTo>
                    <a:cubicBezTo>
                      <a:pt x="2264" y="1131"/>
                      <a:pt x="2040" y="1131"/>
                      <a:pt x="1810" y="1131"/>
                    </a:cubicBezTo>
                    <a:cubicBezTo>
                      <a:pt x="1810" y="1168"/>
                      <a:pt x="1810" y="1206"/>
                      <a:pt x="1810" y="1244"/>
                    </a:cubicBezTo>
                    <a:cubicBezTo>
                      <a:pt x="1772" y="1244"/>
                      <a:pt x="1735" y="1244"/>
                      <a:pt x="1696" y="1244"/>
                    </a:cubicBezTo>
                    <a:cubicBezTo>
                      <a:pt x="1696" y="983"/>
                      <a:pt x="1696" y="722"/>
                      <a:pt x="1696" y="452"/>
                    </a:cubicBezTo>
                    <a:cubicBezTo>
                      <a:pt x="1734" y="452"/>
                      <a:pt x="1771" y="452"/>
                      <a:pt x="1810" y="452"/>
                    </a:cubicBezTo>
                    <a:cubicBezTo>
                      <a:pt x="1810" y="415"/>
                      <a:pt x="1810" y="378"/>
                      <a:pt x="1810" y="339"/>
                    </a:cubicBezTo>
                    <a:cubicBezTo>
                      <a:pt x="1921" y="339"/>
                      <a:pt x="2033" y="339"/>
                      <a:pt x="2149" y="339"/>
                    </a:cubicBezTo>
                    <a:cubicBezTo>
                      <a:pt x="2149" y="265"/>
                      <a:pt x="2149" y="190"/>
                      <a:pt x="2149" y="113"/>
                    </a:cubicBezTo>
                    <a:cubicBezTo>
                      <a:pt x="2074" y="113"/>
                      <a:pt x="2000" y="113"/>
                      <a:pt x="1923" y="113"/>
                    </a:cubicBezTo>
                    <a:cubicBezTo>
                      <a:pt x="1923" y="150"/>
                      <a:pt x="1923" y="188"/>
                      <a:pt x="1923" y="226"/>
                    </a:cubicBezTo>
                    <a:cubicBezTo>
                      <a:pt x="1661" y="226"/>
                      <a:pt x="1400" y="226"/>
                      <a:pt x="1131" y="226"/>
                    </a:cubicBezTo>
                    <a:cubicBezTo>
                      <a:pt x="1131" y="264"/>
                      <a:pt x="1131" y="301"/>
                      <a:pt x="1131" y="339"/>
                    </a:cubicBezTo>
                    <a:cubicBezTo>
                      <a:pt x="1019" y="339"/>
                      <a:pt x="907" y="339"/>
                      <a:pt x="792" y="339"/>
                    </a:cubicBezTo>
                    <a:cubicBezTo>
                      <a:pt x="792" y="377"/>
                      <a:pt x="792" y="414"/>
                      <a:pt x="792" y="452"/>
                    </a:cubicBezTo>
                    <a:cubicBezTo>
                      <a:pt x="680" y="452"/>
                      <a:pt x="568" y="452"/>
                      <a:pt x="452" y="452"/>
                    </a:cubicBezTo>
                    <a:cubicBezTo>
                      <a:pt x="452" y="490"/>
                      <a:pt x="452" y="527"/>
                      <a:pt x="452" y="565"/>
                    </a:cubicBezTo>
                    <a:cubicBezTo>
                      <a:pt x="303" y="584"/>
                      <a:pt x="154" y="603"/>
                      <a:pt x="0" y="622"/>
                    </a:cubicBezTo>
                    <a:cubicBezTo>
                      <a:pt x="227" y="440"/>
                      <a:pt x="227" y="440"/>
                      <a:pt x="339" y="452"/>
                    </a:cubicBezTo>
                    <a:cubicBezTo>
                      <a:pt x="339" y="415"/>
                      <a:pt x="339" y="378"/>
                      <a:pt x="339" y="339"/>
                    </a:cubicBezTo>
                    <a:cubicBezTo>
                      <a:pt x="451" y="339"/>
                      <a:pt x="563" y="339"/>
                      <a:pt x="679" y="339"/>
                    </a:cubicBezTo>
                    <a:cubicBezTo>
                      <a:pt x="679" y="302"/>
                      <a:pt x="679" y="265"/>
                      <a:pt x="679" y="226"/>
                    </a:cubicBezTo>
                    <a:cubicBezTo>
                      <a:pt x="791" y="226"/>
                      <a:pt x="903" y="226"/>
                      <a:pt x="1018" y="226"/>
                    </a:cubicBezTo>
                    <a:cubicBezTo>
                      <a:pt x="1018" y="189"/>
                      <a:pt x="1018" y="152"/>
                      <a:pt x="1018" y="113"/>
                    </a:cubicBezTo>
                    <a:cubicBezTo>
                      <a:pt x="1204" y="113"/>
                      <a:pt x="1391" y="113"/>
                      <a:pt x="1583" y="113"/>
                    </a:cubicBezTo>
                    <a:cubicBezTo>
                      <a:pt x="1583" y="76"/>
                      <a:pt x="1583" y="38"/>
                      <a:pt x="158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04" name="ICON_REFERENCE_SEARCH_path_011"/>
              <p:cNvSpPr/>
              <p:nvPr/>
            </p:nvSpPr>
            <p:spPr>
              <a:xfrm>
                <a:off x="10375103" y="1279374"/>
                <a:ext cx="17924" cy="20826"/>
              </a:xfrm>
              <a:custGeom>
                <a:avLst/>
                <a:gdLst/>
                <a:ahLst/>
                <a:cxnLst/>
                <a:rect l="0" t="0" r="r" b="b"/>
                <a:pathLst>
                  <a:path w="1411" h="1640" fill="norm" stroke="0">
                    <a:moveTo>
                      <a:pt x="655" y="0"/>
                    </a:moveTo>
                    <a:cubicBezTo>
                      <a:pt x="674" y="56"/>
                      <a:pt x="692" y="112"/>
                      <a:pt x="712" y="170"/>
                    </a:cubicBezTo>
                    <a:cubicBezTo>
                      <a:pt x="749" y="170"/>
                      <a:pt x="786" y="170"/>
                      <a:pt x="825" y="170"/>
                    </a:cubicBezTo>
                    <a:cubicBezTo>
                      <a:pt x="825" y="207"/>
                      <a:pt x="825" y="244"/>
                      <a:pt x="825" y="283"/>
                    </a:cubicBezTo>
                    <a:cubicBezTo>
                      <a:pt x="899" y="283"/>
                      <a:pt x="974" y="283"/>
                      <a:pt x="1051" y="283"/>
                    </a:cubicBezTo>
                    <a:cubicBezTo>
                      <a:pt x="1051" y="245"/>
                      <a:pt x="1051" y="208"/>
                      <a:pt x="1051" y="170"/>
                    </a:cubicBezTo>
                    <a:cubicBezTo>
                      <a:pt x="1125" y="170"/>
                      <a:pt x="1200" y="170"/>
                      <a:pt x="1277" y="170"/>
                    </a:cubicBezTo>
                    <a:cubicBezTo>
                      <a:pt x="1277" y="207"/>
                      <a:pt x="1277" y="244"/>
                      <a:pt x="1277" y="283"/>
                    </a:cubicBezTo>
                    <a:cubicBezTo>
                      <a:pt x="1314" y="283"/>
                      <a:pt x="1352" y="283"/>
                      <a:pt x="1390" y="283"/>
                    </a:cubicBezTo>
                    <a:cubicBezTo>
                      <a:pt x="1390" y="357"/>
                      <a:pt x="1390" y="432"/>
                      <a:pt x="1390" y="509"/>
                    </a:cubicBezTo>
                    <a:cubicBezTo>
                      <a:pt x="1353" y="509"/>
                      <a:pt x="1315" y="509"/>
                      <a:pt x="1277" y="509"/>
                    </a:cubicBezTo>
                    <a:cubicBezTo>
                      <a:pt x="1277" y="584"/>
                      <a:pt x="1277" y="658"/>
                      <a:pt x="1277" y="735"/>
                    </a:cubicBezTo>
                    <a:cubicBezTo>
                      <a:pt x="1314" y="735"/>
                      <a:pt x="1352" y="735"/>
                      <a:pt x="1390" y="735"/>
                    </a:cubicBezTo>
                    <a:cubicBezTo>
                      <a:pt x="1403" y="851"/>
                      <a:pt x="1411" y="959"/>
                      <a:pt x="1390" y="1074"/>
                    </a:cubicBezTo>
                    <a:cubicBezTo>
                      <a:pt x="1333" y="1115"/>
                      <a:pt x="1280" y="1130"/>
                      <a:pt x="1214" y="1152"/>
                    </a:cubicBezTo>
                    <a:cubicBezTo>
                      <a:pt x="1164" y="1188"/>
                      <a:pt x="1164" y="1188"/>
                      <a:pt x="1149" y="1269"/>
                    </a:cubicBezTo>
                    <a:cubicBezTo>
                      <a:pt x="1146" y="1356"/>
                      <a:pt x="1156" y="1439"/>
                      <a:pt x="1164" y="1527"/>
                    </a:cubicBezTo>
                    <a:cubicBezTo>
                      <a:pt x="1015" y="1527"/>
                      <a:pt x="865" y="1527"/>
                      <a:pt x="712" y="1527"/>
                    </a:cubicBezTo>
                    <a:cubicBezTo>
                      <a:pt x="712" y="1564"/>
                      <a:pt x="712" y="1601"/>
                      <a:pt x="712" y="1640"/>
                    </a:cubicBezTo>
                    <a:cubicBezTo>
                      <a:pt x="637" y="1640"/>
                      <a:pt x="562" y="1640"/>
                      <a:pt x="485" y="1640"/>
                    </a:cubicBezTo>
                    <a:cubicBezTo>
                      <a:pt x="485" y="1603"/>
                      <a:pt x="485" y="1565"/>
                      <a:pt x="485" y="1527"/>
                    </a:cubicBezTo>
                    <a:cubicBezTo>
                      <a:pt x="411" y="1527"/>
                      <a:pt x="336" y="1527"/>
                      <a:pt x="259" y="1527"/>
                    </a:cubicBezTo>
                    <a:cubicBezTo>
                      <a:pt x="259" y="1452"/>
                      <a:pt x="259" y="1377"/>
                      <a:pt x="259" y="1301"/>
                    </a:cubicBezTo>
                    <a:cubicBezTo>
                      <a:pt x="222" y="1301"/>
                      <a:pt x="185" y="1301"/>
                      <a:pt x="146" y="1301"/>
                    </a:cubicBezTo>
                    <a:cubicBezTo>
                      <a:pt x="125" y="1259"/>
                      <a:pt x="105" y="1216"/>
                      <a:pt x="86" y="1173"/>
                    </a:cubicBezTo>
                    <a:cubicBezTo>
                      <a:pt x="75" y="1150"/>
                      <a:pt x="64" y="1126"/>
                      <a:pt x="52" y="1102"/>
                    </a:cubicBezTo>
                    <a:cubicBezTo>
                      <a:pt x="0" y="941"/>
                      <a:pt x="95" y="767"/>
                      <a:pt x="166" y="625"/>
                    </a:cubicBezTo>
                    <a:cubicBezTo>
                      <a:pt x="176" y="607"/>
                      <a:pt x="186" y="588"/>
                      <a:pt x="196" y="569"/>
                    </a:cubicBezTo>
                    <a:cubicBezTo>
                      <a:pt x="206" y="549"/>
                      <a:pt x="216" y="530"/>
                      <a:pt x="226" y="510"/>
                    </a:cubicBezTo>
                    <a:cubicBezTo>
                      <a:pt x="256" y="453"/>
                      <a:pt x="286" y="396"/>
                      <a:pt x="316" y="339"/>
                    </a:cubicBezTo>
                    <a:cubicBezTo>
                      <a:pt x="324" y="324"/>
                      <a:pt x="332" y="308"/>
                      <a:pt x="340" y="292"/>
                    </a:cubicBezTo>
                    <a:cubicBezTo>
                      <a:pt x="465" y="50"/>
                      <a:pt x="465" y="50"/>
                      <a:pt x="581" y="11"/>
                    </a:cubicBezTo>
                    <a:cubicBezTo>
                      <a:pt x="593" y="9"/>
                      <a:pt x="593" y="9"/>
                      <a:pt x="6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18" cap="flat">
                <a:noFill/>
              </a:ln>
            </p:spPr>
          </p:sp>
          <p:sp>
            <p:nvSpPr>
              <p:cNvPr id="805" name="ICON_REFERENCE_SEARCH_path_012"/>
              <p:cNvSpPr/>
              <p:nvPr/>
            </p:nvSpPr>
            <p:spPr>
              <a:xfrm>
                <a:off x="10329560" y="1290146"/>
                <a:ext cx="18672" cy="91924"/>
              </a:xfrm>
              <a:custGeom>
                <a:avLst/>
                <a:gdLst/>
                <a:ahLst/>
                <a:cxnLst/>
                <a:rect l="0" t="0" r="r" b="b"/>
                <a:pathLst>
                  <a:path w="1470" h="7238" fill="norm" stroke="0">
                    <a:moveTo>
                      <a:pt x="452" y="0"/>
                    </a:moveTo>
                    <a:cubicBezTo>
                      <a:pt x="564" y="0"/>
                      <a:pt x="676" y="0"/>
                      <a:pt x="792" y="0"/>
                    </a:cubicBezTo>
                    <a:cubicBezTo>
                      <a:pt x="792" y="75"/>
                      <a:pt x="792" y="149"/>
                      <a:pt x="792" y="226"/>
                    </a:cubicBezTo>
                    <a:cubicBezTo>
                      <a:pt x="754" y="226"/>
                      <a:pt x="717" y="226"/>
                      <a:pt x="679" y="226"/>
                    </a:cubicBezTo>
                    <a:cubicBezTo>
                      <a:pt x="679" y="375"/>
                      <a:pt x="679" y="525"/>
                      <a:pt x="679" y="679"/>
                    </a:cubicBezTo>
                    <a:cubicBezTo>
                      <a:pt x="641" y="679"/>
                      <a:pt x="604" y="679"/>
                      <a:pt x="565" y="679"/>
                    </a:cubicBezTo>
                    <a:cubicBezTo>
                      <a:pt x="566" y="692"/>
                      <a:pt x="566" y="705"/>
                      <a:pt x="566" y="719"/>
                    </a:cubicBezTo>
                    <a:cubicBezTo>
                      <a:pt x="568" y="780"/>
                      <a:pt x="568" y="841"/>
                      <a:pt x="569" y="901"/>
                    </a:cubicBezTo>
                    <a:cubicBezTo>
                      <a:pt x="569" y="922"/>
                      <a:pt x="570" y="943"/>
                      <a:pt x="570" y="965"/>
                    </a:cubicBezTo>
                    <a:cubicBezTo>
                      <a:pt x="571" y="985"/>
                      <a:pt x="571" y="1006"/>
                      <a:pt x="571" y="1026"/>
                    </a:cubicBezTo>
                    <a:cubicBezTo>
                      <a:pt x="571" y="1045"/>
                      <a:pt x="572" y="1064"/>
                      <a:pt x="572" y="1083"/>
                    </a:cubicBezTo>
                    <a:cubicBezTo>
                      <a:pt x="565" y="1131"/>
                      <a:pt x="565" y="1131"/>
                      <a:pt x="509" y="1188"/>
                    </a:cubicBezTo>
                    <a:cubicBezTo>
                      <a:pt x="497" y="1251"/>
                      <a:pt x="497" y="1251"/>
                      <a:pt x="491" y="1329"/>
                    </a:cubicBezTo>
                    <a:cubicBezTo>
                      <a:pt x="489" y="1357"/>
                      <a:pt x="486" y="1385"/>
                      <a:pt x="484" y="1414"/>
                    </a:cubicBezTo>
                    <a:cubicBezTo>
                      <a:pt x="482" y="1443"/>
                      <a:pt x="479" y="1473"/>
                      <a:pt x="477" y="1502"/>
                    </a:cubicBezTo>
                    <a:cubicBezTo>
                      <a:pt x="475" y="1532"/>
                      <a:pt x="472" y="1561"/>
                      <a:pt x="470" y="1591"/>
                    </a:cubicBezTo>
                    <a:cubicBezTo>
                      <a:pt x="464" y="1664"/>
                      <a:pt x="458" y="1737"/>
                      <a:pt x="452" y="1810"/>
                    </a:cubicBezTo>
                    <a:cubicBezTo>
                      <a:pt x="415" y="1810"/>
                      <a:pt x="378" y="1810"/>
                      <a:pt x="339" y="1810"/>
                    </a:cubicBezTo>
                    <a:cubicBezTo>
                      <a:pt x="339" y="2481"/>
                      <a:pt x="339" y="3153"/>
                      <a:pt x="339" y="3845"/>
                    </a:cubicBezTo>
                    <a:cubicBezTo>
                      <a:pt x="377" y="3845"/>
                      <a:pt x="414" y="3845"/>
                      <a:pt x="452" y="3845"/>
                    </a:cubicBezTo>
                    <a:cubicBezTo>
                      <a:pt x="452" y="4069"/>
                      <a:pt x="452" y="4293"/>
                      <a:pt x="452" y="4524"/>
                    </a:cubicBezTo>
                    <a:cubicBezTo>
                      <a:pt x="490" y="4524"/>
                      <a:pt x="527" y="4524"/>
                      <a:pt x="565" y="4524"/>
                    </a:cubicBezTo>
                    <a:cubicBezTo>
                      <a:pt x="568" y="4548"/>
                      <a:pt x="570" y="4572"/>
                      <a:pt x="572" y="4596"/>
                    </a:cubicBezTo>
                    <a:cubicBezTo>
                      <a:pt x="593" y="4799"/>
                      <a:pt x="635" y="4967"/>
                      <a:pt x="722" y="5150"/>
                    </a:cubicBezTo>
                    <a:cubicBezTo>
                      <a:pt x="807" y="5337"/>
                      <a:pt x="855" y="5533"/>
                      <a:pt x="905" y="5731"/>
                    </a:cubicBezTo>
                    <a:cubicBezTo>
                      <a:pt x="911" y="5757"/>
                      <a:pt x="918" y="5783"/>
                      <a:pt x="925" y="5810"/>
                    </a:cubicBezTo>
                    <a:cubicBezTo>
                      <a:pt x="930" y="5833"/>
                      <a:pt x="936" y="5856"/>
                      <a:pt x="942" y="5880"/>
                    </a:cubicBezTo>
                    <a:cubicBezTo>
                      <a:pt x="961" y="5938"/>
                      <a:pt x="961" y="5938"/>
                      <a:pt x="1018" y="5994"/>
                    </a:cubicBezTo>
                    <a:cubicBezTo>
                      <a:pt x="1022" y="6053"/>
                      <a:pt x="1023" y="6108"/>
                      <a:pt x="1021" y="6167"/>
                    </a:cubicBezTo>
                    <a:cubicBezTo>
                      <a:pt x="1021" y="6183"/>
                      <a:pt x="1021" y="6199"/>
                      <a:pt x="1021" y="6215"/>
                    </a:cubicBezTo>
                    <a:cubicBezTo>
                      <a:pt x="1020" y="6255"/>
                      <a:pt x="1019" y="6294"/>
                      <a:pt x="1018" y="6333"/>
                    </a:cubicBezTo>
                    <a:cubicBezTo>
                      <a:pt x="1055" y="6333"/>
                      <a:pt x="1092" y="6333"/>
                      <a:pt x="1131" y="6333"/>
                    </a:cubicBezTo>
                    <a:cubicBezTo>
                      <a:pt x="1131" y="6408"/>
                      <a:pt x="1131" y="6483"/>
                      <a:pt x="1131" y="6560"/>
                    </a:cubicBezTo>
                    <a:cubicBezTo>
                      <a:pt x="1168" y="6560"/>
                      <a:pt x="1206" y="6560"/>
                      <a:pt x="1244" y="6560"/>
                    </a:cubicBezTo>
                    <a:cubicBezTo>
                      <a:pt x="1244" y="6634"/>
                      <a:pt x="1244" y="6709"/>
                      <a:pt x="1244" y="6786"/>
                    </a:cubicBezTo>
                    <a:cubicBezTo>
                      <a:pt x="1281" y="6786"/>
                      <a:pt x="1319" y="6786"/>
                      <a:pt x="1357" y="6786"/>
                    </a:cubicBezTo>
                    <a:cubicBezTo>
                      <a:pt x="1357" y="6860"/>
                      <a:pt x="1357" y="6935"/>
                      <a:pt x="1357" y="7012"/>
                    </a:cubicBezTo>
                    <a:cubicBezTo>
                      <a:pt x="1394" y="7012"/>
                      <a:pt x="1432" y="7012"/>
                      <a:pt x="1470" y="7012"/>
                    </a:cubicBezTo>
                    <a:cubicBezTo>
                      <a:pt x="1470" y="7087"/>
                      <a:pt x="1470" y="7161"/>
                      <a:pt x="1470" y="7238"/>
                    </a:cubicBezTo>
                    <a:cubicBezTo>
                      <a:pt x="1433" y="7238"/>
                      <a:pt x="1396" y="7238"/>
                      <a:pt x="1357" y="7238"/>
                    </a:cubicBezTo>
                    <a:cubicBezTo>
                      <a:pt x="1357" y="7201"/>
                      <a:pt x="1357" y="7163"/>
                      <a:pt x="1357" y="7125"/>
                    </a:cubicBezTo>
                    <a:cubicBezTo>
                      <a:pt x="1320" y="7125"/>
                      <a:pt x="1283" y="7125"/>
                      <a:pt x="1244" y="7125"/>
                    </a:cubicBezTo>
                    <a:cubicBezTo>
                      <a:pt x="1244" y="7088"/>
                      <a:pt x="1244" y="7050"/>
                      <a:pt x="1244" y="7012"/>
                    </a:cubicBezTo>
                    <a:cubicBezTo>
                      <a:pt x="1207" y="7012"/>
                      <a:pt x="1169" y="7012"/>
                      <a:pt x="1131" y="7012"/>
                    </a:cubicBezTo>
                    <a:cubicBezTo>
                      <a:pt x="1131" y="6900"/>
                      <a:pt x="1131" y="6788"/>
                      <a:pt x="1131" y="6673"/>
                    </a:cubicBezTo>
                    <a:cubicBezTo>
                      <a:pt x="1094" y="6673"/>
                      <a:pt x="1056" y="6673"/>
                      <a:pt x="1018" y="6673"/>
                    </a:cubicBezTo>
                    <a:cubicBezTo>
                      <a:pt x="1018" y="6635"/>
                      <a:pt x="1018" y="6598"/>
                      <a:pt x="1018" y="6560"/>
                    </a:cubicBezTo>
                    <a:cubicBezTo>
                      <a:pt x="981" y="6560"/>
                      <a:pt x="943" y="6560"/>
                      <a:pt x="905" y="6560"/>
                    </a:cubicBezTo>
                    <a:cubicBezTo>
                      <a:pt x="905" y="6522"/>
                      <a:pt x="905" y="6485"/>
                      <a:pt x="905" y="6446"/>
                    </a:cubicBezTo>
                    <a:cubicBezTo>
                      <a:pt x="867" y="6446"/>
                      <a:pt x="830" y="6446"/>
                      <a:pt x="792" y="6446"/>
                    </a:cubicBezTo>
                    <a:cubicBezTo>
                      <a:pt x="792" y="6409"/>
                      <a:pt x="792" y="6372"/>
                      <a:pt x="792" y="6333"/>
                    </a:cubicBezTo>
                    <a:cubicBezTo>
                      <a:pt x="829" y="6333"/>
                      <a:pt x="866" y="6333"/>
                      <a:pt x="905" y="6333"/>
                    </a:cubicBezTo>
                    <a:cubicBezTo>
                      <a:pt x="905" y="6259"/>
                      <a:pt x="905" y="6184"/>
                      <a:pt x="905" y="6107"/>
                    </a:cubicBezTo>
                    <a:cubicBezTo>
                      <a:pt x="867" y="6107"/>
                      <a:pt x="830" y="6107"/>
                      <a:pt x="792" y="6107"/>
                    </a:cubicBezTo>
                    <a:cubicBezTo>
                      <a:pt x="792" y="5995"/>
                      <a:pt x="792" y="5883"/>
                      <a:pt x="792" y="5768"/>
                    </a:cubicBezTo>
                    <a:cubicBezTo>
                      <a:pt x="754" y="5768"/>
                      <a:pt x="717" y="5768"/>
                      <a:pt x="679" y="5768"/>
                    </a:cubicBezTo>
                    <a:cubicBezTo>
                      <a:pt x="679" y="5656"/>
                      <a:pt x="679" y="5544"/>
                      <a:pt x="679" y="5429"/>
                    </a:cubicBezTo>
                    <a:cubicBezTo>
                      <a:pt x="641" y="5429"/>
                      <a:pt x="604" y="5429"/>
                      <a:pt x="565" y="5429"/>
                    </a:cubicBezTo>
                    <a:cubicBezTo>
                      <a:pt x="565" y="5317"/>
                      <a:pt x="565" y="5205"/>
                      <a:pt x="565" y="5089"/>
                    </a:cubicBezTo>
                    <a:cubicBezTo>
                      <a:pt x="528" y="5089"/>
                      <a:pt x="491" y="5089"/>
                      <a:pt x="452" y="5089"/>
                    </a:cubicBezTo>
                    <a:cubicBezTo>
                      <a:pt x="452" y="4940"/>
                      <a:pt x="452" y="4791"/>
                      <a:pt x="452" y="4637"/>
                    </a:cubicBezTo>
                    <a:cubicBezTo>
                      <a:pt x="415" y="4637"/>
                      <a:pt x="378" y="4637"/>
                      <a:pt x="339" y="4637"/>
                    </a:cubicBezTo>
                    <a:cubicBezTo>
                      <a:pt x="339" y="4600"/>
                      <a:pt x="339" y="4562"/>
                      <a:pt x="339" y="4524"/>
                    </a:cubicBezTo>
                    <a:cubicBezTo>
                      <a:pt x="227" y="4524"/>
                      <a:pt x="115" y="4524"/>
                      <a:pt x="0" y="4524"/>
                    </a:cubicBezTo>
                    <a:cubicBezTo>
                      <a:pt x="0" y="4412"/>
                      <a:pt x="0" y="4300"/>
                      <a:pt x="0" y="4185"/>
                    </a:cubicBezTo>
                    <a:cubicBezTo>
                      <a:pt x="37" y="4185"/>
                      <a:pt x="75" y="4185"/>
                      <a:pt x="113" y="4185"/>
                    </a:cubicBezTo>
                    <a:cubicBezTo>
                      <a:pt x="113" y="4147"/>
                      <a:pt x="113" y="4110"/>
                      <a:pt x="113" y="4071"/>
                    </a:cubicBezTo>
                    <a:cubicBezTo>
                      <a:pt x="150" y="4071"/>
                      <a:pt x="188" y="4071"/>
                      <a:pt x="226" y="4071"/>
                    </a:cubicBezTo>
                    <a:cubicBezTo>
                      <a:pt x="226" y="3885"/>
                      <a:pt x="226" y="3698"/>
                      <a:pt x="226" y="3506"/>
                    </a:cubicBezTo>
                    <a:cubicBezTo>
                      <a:pt x="189" y="3506"/>
                      <a:pt x="152" y="3506"/>
                      <a:pt x="113" y="3506"/>
                    </a:cubicBezTo>
                    <a:cubicBezTo>
                      <a:pt x="113" y="3357"/>
                      <a:pt x="113" y="3207"/>
                      <a:pt x="113" y="3054"/>
                    </a:cubicBezTo>
                    <a:cubicBezTo>
                      <a:pt x="150" y="3054"/>
                      <a:pt x="188" y="3054"/>
                      <a:pt x="226" y="3054"/>
                    </a:cubicBezTo>
                    <a:cubicBezTo>
                      <a:pt x="226" y="2531"/>
                      <a:pt x="226" y="2009"/>
                      <a:pt x="226" y="1470"/>
                    </a:cubicBezTo>
                    <a:cubicBezTo>
                      <a:pt x="152" y="1470"/>
                      <a:pt x="77" y="1470"/>
                      <a:pt x="0" y="1470"/>
                    </a:cubicBezTo>
                    <a:cubicBezTo>
                      <a:pt x="0" y="1396"/>
                      <a:pt x="0" y="1321"/>
                      <a:pt x="0" y="1244"/>
                    </a:cubicBezTo>
                    <a:cubicBezTo>
                      <a:pt x="112" y="1244"/>
                      <a:pt x="224" y="1244"/>
                      <a:pt x="339" y="1244"/>
                    </a:cubicBezTo>
                    <a:cubicBezTo>
                      <a:pt x="339" y="1169"/>
                      <a:pt x="339" y="1095"/>
                      <a:pt x="339" y="1018"/>
                    </a:cubicBezTo>
                    <a:cubicBezTo>
                      <a:pt x="377" y="1018"/>
                      <a:pt x="414" y="1018"/>
                      <a:pt x="452" y="1018"/>
                    </a:cubicBezTo>
                    <a:cubicBezTo>
                      <a:pt x="452" y="682"/>
                      <a:pt x="452" y="346"/>
                      <a:pt x="45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06" name="ICON_REFERENCE_SEARCH_path_013"/>
              <p:cNvSpPr/>
              <p:nvPr/>
            </p:nvSpPr>
            <p:spPr>
              <a:xfrm>
                <a:off x="10366904" y="1292256"/>
                <a:ext cx="21545" cy="28770"/>
              </a:xfrm>
              <a:custGeom>
                <a:avLst/>
                <a:gdLst/>
                <a:ahLst/>
                <a:cxnLst/>
                <a:rect l="0" t="0" r="r" b="b"/>
                <a:pathLst>
                  <a:path w="1696" h="2265" fill="norm" stroke="0">
                    <a:moveTo>
                      <a:pt x="742" y="14"/>
                    </a:moveTo>
                    <a:cubicBezTo>
                      <a:pt x="792" y="60"/>
                      <a:pt x="792" y="60"/>
                      <a:pt x="799" y="114"/>
                    </a:cubicBezTo>
                    <a:cubicBezTo>
                      <a:pt x="799" y="172"/>
                      <a:pt x="796" y="229"/>
                      <a:pt x="792" y="286"/>
                    </a:cubicBezTo>
                    <a:cubicBezTo>
                      <a:pt x="829" y="286"/>
                      <a:pt x="866" y="286"/>
                      <a:pt x="905" y="286"/>
                    </a:cubicBezTo>
                    <a:cubicBezTo>
                      <a:pt x="905" y="361"/>
                      <a:pt x="905" y="436"/>
                      <a:pt x="905" y="512"/>
                    </a:cubicBezTo>
                    <a:cubicBezTo>
                      <a:pt x="979" y="512"/>
                      <a:pt x="1054" y="512"/>
                      <a:pt x="1131" y="512"/>
                    </a:cubicBezTo>
                    <a:cubicBezTo>
                      <a:pt x="1131" y="550"/>
                      <a:pt x="1131" y="587"/>
                      <a:pt x="1131" y="625"/>
                    </a:cubicBezTo>
                    <a:cubicBezTo>
                      <a:pt x="1206" y="625"/>
                      <a:pt x="1280" y="625"/>
                      <a:pt x="1357" y="625"/>
                    </a:cubicBezTo>
                    <a:cubicBezTo>
                      <a:pt x="1357" y="588"/>
                      <a:pt x="1357" y="551"/>
                      <a:pt x="1357" y="512"/>
                    </a:cubicBezTo>
                    <a:cubicBezTo>
                      <a:pt x="1469" y="512"/>
                      <a:pt x="1581" y="512"/>
                      <a:pt x="1696" y="512"/>
                    </a:cubicBezTo>
                    <a:cubicBezTo>
                      <a:pt x="1696" y="550"/>
                      <a:pt x="1696" y="587"/>
                      <a:pt x="1696" y="625"/>
                    </a:cubicBezTo>
                    <a:cubicBezTo>
                      <a:pt x="1659" y="625"/>
                      <a:pt x="1622" y="625"/>
                      <a:pt x="1583" y="625"/>
                    </a:cubicBezTo>
                    <a:cubicBezTo>
                      <a:pt x="1583" y="737"/>
                      <a:pt x="1583" y="849"/>
                      <a:pt x="1583" y="965"/>
                    </a:cubicBezTo>
                    <a:cubicBezTo>
                      <a:pt x="1546" y="965"/>
                      <a:pt x="1509" y="965"/>
                      <a:pt x="1470" y="965"/>
                    </a:cubicBezTo>
                    <a:cubicBezTo>
                      <a:pt x="1470" y="1077"/>
                      <a:pt x="1470" y="1189"/>
                      <a:pt x="1470" y="1304"/>
                    </a:cubicBezTo>
                    <a:cubicBezTo>
                      <a:pt x="1433" y="1304"/>
                      <a:pt x="1396" y="1304"/>
                      <a:pt x="1357" y="1304"/>
                    </a:cubicBezTo>
                    <a:cubicBezTo>
                      <a:pt x="1357" y="1453"/>
                      <a:pt x="1357" y="1603"/>
                      <a:pt x="1357" y="1756"/>
                    </a:cubicBezTo>
                    <a:cubicBezTo>
                      <a:pt x="1283" y="1756"/>
                      <a:pt x="1208" y="1756"/>
                      <a:pt x="1131" y="1756"/>
                    </a:cubicBezTo>
                    <a:cubicBezTo>
                      <a:pt x="1131" y="1719"/>
                      <a:pt x="1131" y="1682"/>
                      <a:pt x="1131" y="1643"/>
                    </a:cubicBezTo>
                    <a:cubicBezTo>
                      <a:pt x="1056" y="1643"/>
                      <a:pt x="982" y="1643"/>
                      <a:pt x="905" y="1643"/>
                    </a:cubicBezTo>
                    <a:cubicBezTo>
                      <a:pt x="905" y="1606"/>
                      <a:pt x="905" y="1569"/>
                      <a:pt x="905" y="1530"/>
                    </a:cubicBezTo>
                    <a:cubicBezTo>
                      <a:pt x="718" y="1530"/>
                      <a:pt x="532" y="1530"/>
                      <a:pt x="339" y="1530"/>
                    </a:cubicBezTo>
                    <a:cubicBezTo>
                      <a:pt x="339" y="1568"/>
                      <a:pt x="339" y="1605"/>
                      <a:pt x="339" y="1643"/>
                    </a:cubicBezTo>
                    <a:cubicBezTo>
                      <a:pt x="283" y="1643"/>
                      <a:pt x="227" y="1643"/>
                      <a:pt x="170" y="1643"/>
                    </a:cubicBezTo>
                    <a:cubicBezTo>
                      <a:pt x="171" y="1656"/>
                      <a:pt x="171" y="1669"/>
                      <a:pt x="172" y="1682"/>
                    </a:cubicBezTo>
                    <a:cubicBezTo>
                      <a:pt x="195" y="2051"/>
                      <a:pt x="195" y="2051"/>
                      <a:pt x="132" y="2164"/>
                    </a:cubicBezTo>
                    <a:cubicBezTo>
                      <a:pt x="90" y="2204"/>
                      <a:pt x="49" y="2234"/>
                      <a:pt x="0" y="2265"/>
                    </a:cubicBezTo>
                    <a:cubicBezTo>
                      <a:pt x="4" y="2253"/>
                      <a:pt x="7" y="2242"/>
                      <a:pt x="11" y="2229"/>
                    </a:cubicBezTo>
                    <a:cubicBezTo>
                      <a:pt x="65" y="2041"/>
                      <a:pt x="75" y="1852"/>
                      <a:pt x="88" y="1657"/>
                    </a:cubicBezTo>
                    <a:cubicBezTo>
                      <a:pt x="91" y="1623"/>
                      <a:pt x="93" y="1589"/>
                      <a:pt x="96" y="1554"/>
                    </a:cubicBezTo>
                    <a:cubicBezTo>
                      <a:pt x="102" y="1471"/>
                      <a:pt x="107" y="1388"/>
                      <a:pt x="113" y="1304"/>
                    </a:cubicBezTo>
                    <a:cubicBezTo>
                      <a:pt x="150" y="1304"/>
                      <a:pt x="188" y="1304"/>
                      <a:pt x="226" y="1304"/>
                    </a:cubicBezTo>
                    <a:cubicBezTo>
                      <a:pt x="226" y="1155"/>
                      <a:pt x="226" y="1005"/>
                      <a:pt x="226" y="852"/>
                    </a:cubicBezTo>
                    <a:cubicBezTo>
                      <a:pt x="264" y="852"/>
                      <a:pt x="301" y="852"/>
                      <a:pt x="339" y="852"/>
                    </a:cubicBezTo>
                    <a:cubicBezTo>
                      <a:pt x="339" y="740"/>
                      <a:pt x="339" y="628"/>
                      <a:pt x="339" y="512"/>
                    </a:cubicBezTo>
                    <a:cubicBezTo>
                      <a:pt x="377" y="512"/>
                      <a:pt x="414" y="512"/>
                      <a:pt x="452" y="512"/>
                    </a:cubicBezTo>
                    <a:cubicBezTo>
                      <a:pt x="452" y="438"/>
                      <a:pt x="452" y="363"/>
                      <a:pt x="452" y="286"/>
                    </a:cubicBezTo>
                    <a:cubicBezTo>
                      <a:pt x="490" y="286"/>
                      <a:pt x="527" y="286"/>
                      <a:pt x="565" y="286"/>
                    </a:cubicBezTo>
                    <a:cubicBezTo>
                      <a:pt x="564" y="271"/>
                      <a:pt x="563" y="255"/>
                      <a:pt x="562" y="239"/>
                    </a:cubicBezTo>
                    <a:cubicBezTo>
                      <a:pt x="558" y="178"/>
                      <a:pt x="558" y="121"/>
                      <a:pt x="565" y="60"/>
                    </a:cubicBezTo>
                    <a:cubicBezTo>
                      <a:pt x="629" y="1"/>
                      <a:pt x="658" y="0"/>
                      <a:pt x="742" y="14"/>
                    </a:cubicBezTo>
                    <a:close/>
                    <a:moveTo>
                      <a:pt x="679" y="399"/>
                    </a:moveTo>
                    <a:cubicBezTo>
                      <a:pt x="679" y="549"/>
                      <a:pt x="679" y="698"/>
                      <a:pt x="679" y="852"/>
                    </a:cubicBezTo>
                    <a:cubicBezTo>
                      <a:pt x="716" y="852"/>
                      <a:pt x="753" y="852"/>
                      <a:pt x="792" y="852"/>
                    </a:cubicBezTo>
                    <a:cubicBezTo>
                      <a:pt x="792" y="889"/>
                      <a:pt x="792" y="926"/>
                      <a:pt x="792" y="965"/>
                    </a:cubicBezTo>
                    <a:cubicBezTo>
                      <a:pt x="829" y="965"/>
                      <a:pt x="866" y="965"/>
                      <a:pt x="905" y="965"/>
                    </a:cubicBezTo>
                    <a:cubicBezTo>
                      <a:pt x="905" y="1002"/>
                      <a:pt x="905" y="1039"/>
                      <a:pt x="905" y="1078"/>
                    </a:cubicBezTo>
                    <a:cubicBezTo>
                      <a:pt x="1054" y="1078"/>
                      <a:pt x="1203" y="1078"/>
                      <a:pt x="1357" y="1078"/>
                    </a:cubicBezTo>
                    <a:cubicBezTo>
                      <a:pt x="1357" y="1003"/>
                      <a:pt x="1357" y="929"/>
                      <a:pt x="1357" y="852"/>
                    </a:cubicBezTo>
                    <a:cubicBezTo>
                      <a:pt x="1320" y="852"/>
                      <a:pt x="1283" y="852"/>
                      <a:pt x="1244" y="852"/>
                    </a:cubicBezTo>
                    <a:cubicBezTo>
                      <a:pt x="1244" y="814"/>
                      <a:pt x="1244" y="777"/>
                      <a:pt x="1244" y="739"/>
                    </a:cubicBezTo>
                    <a:cubicBezTo>
                      <a:pt x="1207" y="739"/>
                      <a:pt x="1169" y="739"/>
                      <a:pt x="1131" y="739"/>
                    </a:cubicBezTo>
                    <a:cubicBezTo>
                      <a:pt x="1131" y="701"/>
                      <a:pt x="1131" y="664"/>
                      <a:pt x="1131" y="625"/>
                    </a:cubicBezTo>
                    <a:cubicBezTo>
                      <a:pt x="1094" y="625"/>
                      <a:pt x="1056" y="625"/>
                      <a:pt x="1018" y="625"/>
                    </a:cubicBezTo>
                    <a:cubicBezTo>
                      <a:pt x="1018" y="663"/>
                      <a:pt x="1018" y="700"/>
                      <a:pt x="1018" y="739"/>
                    </a:cubicBezTo>
                    <a:cubicBezTo>
                      <a:pt x="930" y="697"/>
                      <a:pt x="863" y="660"/>
                      <a:pt x="824" y="568"/>
                    </a:cubicBezTo>
                    <a:cubicBezTo>
                      <a:pt x="811" y="512"/>
                      <a:pt x="800" y="456"/>
                      <a:pt x="792" y="399"/>
                    </a:cubicBezTo>
                    <a:cubicBezTo>
                      <a:pt x="754" y="399"/>
                      <a:pt x="717" y="399"/>
                      <a:pt x="679" y="399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07" name="ICON_REFERENCE_SEARCH_path_014"/>
              <p:cNvSpPr/>
              <p:nvPr/>
            </p:nvSpPr>
            <p:spPr>
              <a:xfrm>
                <a:off x="10401376" y="1429468"/>
                <a:ext cx="84742" cy="11490"/>
              </a:xfrm>
              <a:custGeom>
                <a:avLst/>
                <a:gdLst/>
                <a:ahLst/>
                <a:cxnLst/>
                <a:rect l="0" t="0" r="r" b="b"/>
                <a:pathLst>
                  <a:path w="6673" h="905" fill="norm" stroke="0">
                    <a:moveTo>
                      <a:pt x="113" y="0"/>
                    </a:moveTo>
                    <a:cubicBezTo>
                      <a:pt x="188" y="0"/>
                      <a:pt x="262" y="0"/>
                      <a:pt x="339" y="0"/>
                    </a:cubicBezTo>
                    <a:cubicBezTo>
                      <a:pt x="339" y="37"/>
                      <a:pt x="339" y="75"/>
                      <a:pt x="339" y="113"/>
                    </a:cubicBezTo>
                    <a:cubicBezTo>
                      <a:pt x="359" y="111"/>
                      <a:pt x="379" y="109"/>
                      <a:pt x="400" y="107"/>
                    </a:cubicBezTo>
                    <a:cubicBezTo>
                      <a:pt x="603" y="96"/>
                      <a:pt x="739" y="130"/>
                      <a:pt x="922" y="218"/>
                    </a:cubicBezTo>
                    <a:cubicBezTo>
                      <a:pt x="1099" y="300"/>
                      <a:pt x="1277" y="322"/>
                      <a:pt x="1470" y="339"/>
                    </a:cubicBezTo>
                    <a:cubicBezTo>
                      <a:pt x="1470" y="377"/>
                      <a:pt x="1470" y="414"/>
                      <a:pt x="1470" y="452"/>
                    </a:cubicBezTo>
                    <a:cubicBezTo>
                      <a:pt x="1620" y="452"/>
                      <a:pt x="1769" y="452"/>
                      <a:pt x="1923" y="452"/>
                    </a:cubicBezTo>
                    <a:cubicBezTo>
                      <a:pt x="1923" y="490"/>
                      <a:pt x="1923" y="527"/>
                      <a:pt x="1923" y="565"/>
                    </a:cubicBezTo>
                    <a:cubicBezTo>
                      <a:pt x="1946" y="565"/>
                      <a:pt x="1970" y="565"/>
                      <a:pt x="1994" y="565"/>
                    </a:cubicBezTo>
                    <a:cubicBezTo>
                      <a:pt x="2082" y="564"/>
                      <a:pt x="2170" y="563"/>
                      <a:pt x="2258" y="562"/>
                    </a:cubicBezTo>
                    <a:cubicBezTo>
                      <a:pt x="2296" y="562"/>
                      <a:pt x="2334" y="562"/>
                      <a:pt x="2372" y="561"/>
                    </a:cubicBezTo>
                    <a:cubicBezTo>
                      <a:pt x="2426" y="561"/>
                      <a:pt x="2481" y="560"/>
                      <a:pt x="2536" y="560"/>
                    </a:cubicBezTo>
                    <a:cubicBezTo>
                      <a:pt x="2553" y="560"/>
                      <a:pt x="2570" y="559"/>
                      <a:pt x="2587" y="559"/>
                    </a:cubicBezTo>
                    <a:cubicBezTo>
                      <a:pt x="2630" y="559"/>
                      <a:pt x="2672" y="562"/>
                      <a:pt x="2714" y="565"/>
                    </a:cubicBezTo>
                    <a:cubicBezTo>
                      <a:pt x="2724" y="575"/>
                      <a:pt x="2724" y="575"/>
                      <a:pt x="2771" y="622"/>
                    </a:cubicBezTo>
                    <a:cubicBezTo>
                      <a:pt x="2824" y="629"/>
                      <a:pt x="2874" y="632"/>
                      <a:pt x="2928" y="634"/>
                    </a:cubicBezTo>
                    <a:cubicBezTo>
                      <a:pt x="2936" y="634"/>
                      <a:pt x="2936" y="634"/>
                      <a:pt x="2976" y="635"/>
                    </a:cubicBezTo>
                    <a:cubicBezTo>
                      <a:pt x="3029" y="637"/>
                      <a:pt x="3082" y="639"/>
                      <a:pt x="3135" y="640"/>
                    </a:cubicBezTo>
                    <a:cubicBezTo>
                      <a:pt x="3172" y="641"/>
                      <a:pt x="3208" y="642"/>
                      <a:pt x="3245" y="643"/>
                    </a:cubicBezTo>
                    <a:cubicBezTo>
                      <a:pt x="3342" y="647"/>
                      <a:pt x="3438" y="649"/>
                      <a:pt x="3535" y="652"/>
                    </a:cubicBezTo>
                    <a:cubicBezTo>
                      <a:pt x="3633" y="655"/>
                      <a:pt x="3732" y="658"/>
                      <a:pt x="3831" y="661"/>
                    </a:cubicBezTo>
                    <a:cubicBezTo>
                      <a:pt x="4024" y="667"/>
                      <a:pt x="4217" y="673"/>
                      <a:pt x="4411" y="679"/>
                    </a:cubicBezTo>
                    <a:cubicBezTo>
                      <a:pt x="4411" y="641"/>
                      <a:pt x="4411" y="604"/>
                      <a:pt x="4411" y="565"/>
                    </a:cubicBezTo>
                    <a:cubicBezTo>
                      <a:pt x="4433" y="564"/>
                      <a:pt x="4455" y="563"/>
                      <a:pt x="4477" y="561"/>
                    </a:cubicBezTo>
                    <a:cubicBezTo>
                      <a:pt x="4559" y="556"/>
                      <a:pt x="4640" y="550"/>
                      <a:pt x="4722" y="544"/>
                    </a:cubicBezTo>
                    <a:cubicBezTo>
                      <a:pt x="4757" y="542"/>
                      <a:pt x="4792" y="540"/>
                      <a:pt x="4827" y="537"/>
                    </a:cubicBezTo>
                    <a:cubicBezTo>
                      <a:pt x="4878" y="534"/>
                      <a:pt x="4929" y="530"/>
                      <a:pt x="4980" y="527"/>
                    </a:cubicBezTo>
                    <a:cubicBezTo>
                      <a:pt x="4995" y="526"/>
                      <a:pt x="5011" y="525"/>
                      <a:pt x="5027" y="524"/>
                    </a:cubicBezTo>
                    <a:cubicBezTo>
                      <a:pt x="5113" y="517"/>
                      <a:pt x="5140" y="515"/>
                      <a:pt x="5202" y="452"/>
                    </a:cubicBezTo>
                    <a:cubicBezTo>
                      <a:pt x="5261" y="446"/>
                      <a:pt x="5261" y="446"/>
                      <a:pt x="5332" y="447"/>
                    </a:cubicBezTo>
                    <a:cubicBezTo>
                      <a:pt x="5357" y="447"/>
                      <a:pt x="5382" y="447"/>
                      <a:pt x="5408" y="447"/>
                    </a:cubicBezTo>
                    <a:cubicBezTo>
                      <a:pt x="5435" y="448"/>
                      <a:pt x="5461" y="448"/>
                      <a:pt x="5489" y="449"/>
                    </a:cubicBezTo>
                    <a:cubicBezTo>
                      <a:pt x="5515" y="449"/>
                      <a:pt x="5542" y="449"/>
                      <a:pt x="5570" y="450"/>
                    </a:cubicBezTo>
                    <a:cubicBezTo>
                      <a:pt x="5636" y="450"/>
                      <a:pt x="5702" y="451"/>
                      <a:pt x="5768" y="452"/>
                    </a:cubicBezTo>
                    <a:cubicBezTo>
                      <a:pt x="5768" y="415"/>
                      <a:pt x="5768" y="378"/>
                      <a:pt x="5768" y="339"/>
                    </a:cubicBezTo>
                    <a:cubicBezTo>
                      <a:pt x="5851" y="316"/>
                      <a:pt x="5935" y="293"/>
                      <a:pt x="6018" y="270"/>
                    </a:cubicBezTo>
                    <a:cubicBezTo>
                      <a:pt x="6046" y="262"/>
                      <a:pt x="6075" y="254"/>
                      <a:pt x="6103" y="246"/>
                    </a:cubicBezTo>
                    <a:cubicBezTo>
                      <a:pt x="6291" y="194"/>
                      <a:pt x="6480" y="149"/>
                      <a:pt x="6673" y="113"/>
                    </a:cubicBezTo>
                    <a:cubicBezTo>
                      <a:pt x="6668" y="122"/>
                      <a:pt x="6668" y="122"/>
                      <a:pt x="6646" y="166"/>
                    </a:cubicBezTo>
                    <a:cubicBezTo>
                      <a:pt x="6616" y="226"/>
                      <a:pt x="6616" y="226"/>
                      <a:pt x="6595" y="289"/>
                    </a:cubicBezTo>
                    <a:cubicBezTo>
                      <a:pt x="6583" y="306"/>
                      <a:pt x="6572" y="322"/>
                      <a:pt x="6560" y="339"/>
                    </a:cubicBezTo>
                    <a:cubicBezTo>
                      <a:pt x="6497" y="348"/>
                      <a:pt x="6448" y="350"/>
                      <a:pt x="6386" y="346"/>
                    </a:cubicBezTo>
                    <a:cubicBezTo>
                      <a:pt x="6370" y="346"/>
                      <a:pt x="6354" y="345"/>
                      <a:pt x="6338" y="345"/>
                    </a:cubicBezTo>
                    <a:cubicBezTo>
                      <a:pt x="6299" y="343"/>
                      <a:pt x="6259" y="341"/>
                      <a:pt x="6220" y="339"/>
                    </a:cubicBezTo>
                    <a:cubicBezTo>
                      <a:pt x="6220" y="377"/>
                      <a:pt x="6220" y="414"/>
                      <a:pt x="6220" y="452"/>
                    </a:cubicBezTo>
                    <a:cubicBezTo>
                      <a:pt x="6108" y="452"/>
                      <a:pt x="5996" y="452"/>
                      <a:pt x="5881" y="452"/>
                    </a:cubicBezTo>
                    <a:cubicBezTo>
                      <a:pt x="5881" y="490"/>
                      <a:pt x="5881" y="527"/>
                      <a:pt x="5881" y="565"/>
                    </a:cubicBezTo>
                    <a:cubicBezTo>
                      <a:pt x="5844" y="565"/>
                      <a:pt x="5806" y="565"/>
                      <a:pt x="5768" y="565"/>
                    </a:cubicBezTo>
                    <a:cubicBezTo>
                      <a:pt x="5768" y="603"/>
                      <a:pt x="5768" y="640"/>
                      <a:pt x="5768" y="679"/>
                    </a:cubicBezTo>
                    <a:cubicBezTo>
                      <a:pt x="5469" y="679"/>
                      <a:pt x="5171" y="679"/>
                      <a:pt x="4863" y="679"/>
                    </a:cubicBezTo>
                    <a:cubicBezTo>
                      <a:pt x="4863" y="716"/>
                      <a:pt x="4863" y="753"/>
                      <a:pt x="4863" y="792"/>
                    </a:cubicBezTo>
                    <a:cubicBezTo>
                      <a:pt x="4751" y="792"/>
                      <a:pt x="4639" y="792"/>
                      <a:pt x="4524" y="792"/>
                    </a:cubicBezTo>
                    <a:cubicBezTo>
                      <a:pt x="4524" y="829"/>
                      <a:pt x="4524" y="866"/>
                      <a:pt x="4524" y="905"/>
                    </a:cubicBezTo>
                    <a:cubicBezTo>
                      <a:pt x="4486" y="905"/>
                      <a:pt x="4449" y="905"/>
                      <a:pt x="4411" y="905"/>
                    </a:cubicBezTo>
                    <a:cubicBezTo>
                      <a:pt x="4411" y="867"/>
                      <a:pt x="4411" y="830"/>
                      <a:pt x="4411" y="792"/>
                    </a:cubicBezTo>
                    <a:cubicBezTo>
                      <a:pt x="4299" y="792"/>
                      <a:pt x="4187" y="792"/>
                      <a:pt x="4071" y="792"/>
                    </a:cubicBezTo>
                    <a:cubicBezTo>
                      <a:pt x="4071" y="829"/>
                      <a:pt x="4071" y="866"/>
                      <a:pt x="4071" y="905"/>
                    </a:cubicBezTo>
                    <a:cubicBezTo>
                      <a:pt x="3997" y="905"/>
                      <a:pt x="3922" y="905"/>
                      <a:pt x="3845" y="905"/>
                    </a:cubicBezTo>
                    <a:cubicBezTo>
                      <a:pt x="3845" y="867"/>
                      <a:pt x="3845" y="830"/>
                      <a:pt x="3845" y="792"/>
                    </a:cubicBezTo>
                    <a:cubicBezTo>
                      <a:pt x="3696" y="792"/>
                      <a:pt x="3547" y="792"/>
                      <a:pt x="3393" y="792"/>
                    </a:cubicBezTo>
                    <a:cubicBezTo>
                      <a:pt x="3393" y="829"/>
                      <a:pt x="3393" y="866"/>
                      <a:pt x="3393" y="905"/>
                    </a:cubicBezTo>
                    <a:cubicBezTo>
                      <a:pt x="3281" y="905"/>
                      <a:pt x="3169" y="905"/>
                      <a:pt x="3054" y="905"/>
                    </a:cubicBezTo>
                    <a:cubicBezTo>
                      <a:pt x="3054" y="867"/>
                      <a:pt x="3054" y="830"/>
                      <a:pt x="3054" y="792"/>
                    </a:cubicBezTo>
                    <a:cubicBezTo>
                      <a:pt x="2643" y="792"/>
                      <a:pt x="2232" y="792"/>
                      <a:pt x="1810" y="792"/>
                    </a:cubicBezTo>
                    <a:cubicBezTo>
                      <a:pt x="1810" y="717"/>
                      <a:pt x="1810" y="642"/>
                      <a:pt x="1810" y="565"/>
                    </a:cubicBezTo>
                    <a:cubicBezTo>
                      <a:pt x="1623" y="565"/>
                      <a:pt x="1436" y="565"/>
                      <a:pt x="1244" y="565"/>
                    </a:cubicBezTo>
                    <a:cubicBezTo>
                      <a:pt x="1244" y="528"/>
                      <a:pt x="1244" y="491"/>
                      <a:pt x="1244" y="452"/>
                    </a:cubicBezTo>
                    <a:cubicBezTo>
                      <a:pt x="1132" y="452"/>
                      <a:pt x="1020" y="452"/>
                      <a:pt x="905" y="452"/>
                    </a:cubicBezTo>
                    <a:cubicBezTo>
                      <a:pt x="905" y="415"/>
                      <a:pt x="905" y="378"/>
                      <a:pt x="905" y="339"/>
                    </a:cubicBezTo>
                    <a:cubicBezTo>
                      <a:pt x="793" y="339"/>
                      <a:pt x="681" y="339"/>
                      <a:pt x="565" y="339"/>
                    </a:cubicBezTo>
                    <a:cubicBezTo>
                      <a:pt x="565" y="302"/>
                      <a:pt x="565" y="265"/>
                      <a:pt x="565" y="226"/>
                    </a:cubicBezTo>
                    <a:cubicBezTo>
                      <a:pt x="379" y="226"/>
                      <a:pt x="192" y="226"/>
                      <a:pt x="0" y="226"/>
                    </a:cubicBezTo>
                    <a:cubicBezTo>
                      <a:pt x="0" y="189"/>
                      <a:pt x="0" y="152"/>
                      <a:pt x="0" y="113"/>
                    </a:cubicBezTo>
                    <a:cubicBezTo>
                      <a:pt x="37" y="113"/>
                      <a:pt x="75" y="113"/>
                      <a:pt x="113" y="113"/>
                    </a:cubicBezTo>
                    <a:cubicBezTo>
                      <a:pt x="113" y="76"/>
                      <a:pt x="113" y="38"/>
                      <a:pt x="11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08" name="ICON_REFERENCE_SEARCH_path_015"/>
              <p:cNvSpPr/>
              <p:nvPr/>
            </p:nvSpPr>
            <p:spPr>
              <a:xfrm>
                <a:off x="10382704" y="1265729"/>
                <a:ext cx="20108" cy="24417"/>
              </a:xfrm>
              <a:custGeom>
                <a:avLst/>
                <a:gdLst/>
                <a:ahLst/>
                <a:cxnLst/>
                <a:rect l="0" t="0" r="r" b="b"/>
                <a:pathLst>
                  <a:path w="1583" h="1923" fill="norm" stroke="0">
                    <a:moveTo>
                      <a:pt x="905" y="0"/>
                    </a:moveTo>
                    <a:cubicBezTo>
                      <a:pt x="961" y="19"/>
                      <a:pt x="1017" y="37"/>
                      <a:pt x="1074" y="57"/>
                    </a:cubicBezTo>
                    <a:cubicBezTo>
                      <a:pt x="1068" y="63"/>
                      <a:pt x="1068" y="63"/>
                      <a:pt x="1034" y="95"/>
                    </a:cubicBezTo>
                    <a:cubicBezTo>
                      <a:pt x="984" y="144"/>
                      <a:pt x="934" y="192"/>
                      <a:pt x="884" y="240"/>
                    </a:cubicBezTo>
                    <a:cubicBezTo>
                      <a:pt x="863" y="261"/>
                      <a:pt x="841" y="282"/>
                      <a:pt x="820" y="303"/>
                    </a:cubicBezTo>
                    <a:cubicBezTo>
                      <a:pt x="598" y="515"/>
                      <a:pt x="598" y="515"/>
                      <a:pt x="565" y="679"/>
                    </a:cubicBezTo>
                    <a:cubicBezTo>
                      <a:pt x="640" y="679"/>
                      <a:pt x="715" y="679"/>
                      <a:pt x="792" y="679"/>
                    </a:cubicBezTo>
                    <a:cubicBezTo>
                      <a:pt x="792" y="716"/>
                      <a:pt x="792" y="753"/>
                      <a:pt x="792" y="792"/>
                    </a:cubicBezTo>
                    <a:cubicBezTo>
                      <a:pt x="829" y="792"/>
                      <a:pt x="866" y="792"/>
                      <a:pt x="905" y="792"/>
                    </a:cubicBezTo>
                    <a:cubicBezTo>
                      <a:pt x="905" y="754"/>
                      <a:pt x="905" y="717"/>
                      <a:pt x="905" y="679"/>
                    </a:cubicBezTo>
                    <a:cubicBezTo>
                      <a:pt x="942" y="679"/>
                      <a:pt x="979" y="679"/>
                      <a:pt x="1018" y="679"/>
                    </a:cubicBezTo>
                    <a:cubicBezTo>
                      <a:pt x="1018" y="716"/>
                      <a:pt x="1018" y="753"/>
                      <a:pt x="1018" y="792"/>
                    </a:cubicBezTo>
                    <a:cubicBezTo>
                      <a:pt x="1092" y="792"/>
                      <a:pt x="1167" y="792"/>
                      <a:pt x="1244" y="792"/>
                    </a:cubicBezTo>
                    <a:cubicBezTo>
                      <a:pt x="1244" y="829"/>
                      <a:pt x="1244" y="866"/>
                      <a:pt x="1244" y="905"/>
                    </a:cubicBezTo>
                    <a:cubicBezTo>
                      <a:pt x="1356" y="905"/>
                      <a:pt x="1468" y="905"/>
                      <a:pt x="1583" y="905"/>
                    </a:cubicBezTo>
                    <a:cubicBezTo>
                      <a:pt x="1583" y="1018"/>
                      <a:pt x="1583" y="1018"/>
                      <a:pt x="1548" y="1058"/>
                    </a:cubicBezTo>
                    <a:cubicBezTo>
                      <a:pt x="1532" y="1070"/>
                      <a:pt x="1515" y="1083"/>
                      <a:pt x="1499" y="1095"/>
                    </a:cubicBezTo>
                    <a:cubicBezTo>
                      <a:pt x="1490" y="1102"/>
                      <a:pt x="1490" y="1102"/>
                      <a:pt x="1445" y="1137"/>
                    </a:cubicBezTo>
                    <a:cubicBezTo>
                      <a:pt x="1408" y="1166"/>
                      <a:pt x="1371" y="1194"/>
                      <a:pt x="1333" y="1222"/>
                    </a:cubicBezTo>
                    <a:cubicBezTo>
                      <a:pt x="1200" y="1328"/>
                      <a:pt x="1152" y="1414"/>
                      <a:pt x="1131" y="1583"/>
                    </a:cubicBezTo>
                    <a:cubicBezTo>
                      <a:pt x="1094" y="1583"/>
                      <a:pt x="1056" y="1583"/>
                      <a:pt x="1018" y="1583"/>
                    </a:cubicBezTo>
                    <a:cubicBezTo>
                      <a:pt x="1018" y="1658"/>
                      <a:pt x="1018" y="1733"/>
                      <a:pt x="1018" y="1810"/>
                    </a:cubicBezTo>
                    <a:cubicBezTo>
                      <a:pt x="981" y="1810"/>
                      <a:pt x="943" y="1810"/>
                      <a:pt x="905" y="1810"/>
                    </a:cubicBezTo>
                    <a:cubicBezTo>
                      <a:pt x="905" y="1847"/>
                      <a:pt x="905" y="1884"/>
                      <a:pt x="905" y="1923"/>
                    </a:cubicBezTo>
                    <a:cubicBezTo>
                      <a:pt x="867" y="1923"/>
                      <a:pt x="830" y="1923"/>
                      <a:pt x="792" y="1923"/>
                    </a:cubicBezTo>
                    <a:cubicBezTo>
                      <a:pt x="792" y="1885"/>
                      <a:pt x="792" y="1848"/>
                      <a:pt x="792" y="1810"/>
                    </a:cubicBezTo>
                    <a:cubicBezTo>
                      <a:pt x="754" y="1810"/>
                      <a:pt x="717" y="1810"/>
                      <a:pt x="679" y="1810"/>
                    </a:cubicBezTo>
                    <a:cubicBezTo>
                      <a:pt x="679" y="1735"/>
                      <a:pt x="679" y="1660"/>
                      <a:pt x="679" y="1583"/>
                    </a:cubicBezTo>
                    <a:cubicBezTo>
                      <a:pt x="716" y="1583"/>
                      <a:pt x="753" y="1583"/>
                      <a:pt x="792" y="1583"/>
                    </a:cubicBezTo>
                    <a:cubicBezTo>
                      <a:pt x="792" y="1509"/>
                      <a:pt x="792" y="1434"/>
                      <a:pt x="792" y="1357"/>
                    </a:cubicBezTo>
                    <a:cubicBezTo>
                      <a:pt x="754" y="1357"/>
                      <a:pt x="717" y="1357"/>
                      <a:pt x="679" y="1357"/>
                    </a:cubicBezTo>
                    <a:cubicBezTo>
                      <a:pt x="679" y="1320"/>
                      <a:pt x="679" y="1282"/>
                      <a:pt x="679" y="1244"/>
                    </a:cubicBezTo>
                    <a:cubicBezTo>
                      <a:pt x="604" y="1244"/>
                      <a:pt x="529" y="1244"/>
                      <a:pt x="452" y="1244"/>
                    </a:cubicBezTo>
                    <a:cubicBezTo>
                      <a:pt x="452" y="1281"/>
                      <a:pt x="452" y="1319"/>
                      <a:pt x="452" y="1357"/>
                    </a:cubicBezTo>
                    <a:cubicBezTo>
                      <a:pt x="378" y="1357"/>
                      <a:pt x="303" y="1357"/>
                      <a:pt x="226" y="1357"/>
                    </a:cubicBezTo>
                    <a:cubicBezTo>
                      <a:pt x="226" y="1320"/>
                      <a:pt x="226" y="1282"/>
                      <a:pt x="226" y="1244"/>
                    </a:cubicBezTo>
                    <a:cubicBezTo>
                      <a:pt x="209" y="1246"/>
                      <a:pt x="191" y="1249"/>
                      <a:pt x="174" y="1251"/>
                    </a:cubicBezTo>
                    <a:cubicBezTo>
                      <a:pt x="154" y="1249"/>
                      <a:pt x="134" y="1246"/>
                      <a:pt x="113" y="1244"/>
                    </a:cubicBezTo>
                    <a:cubicBezTo>
                      <a:pt x="77" y="1195"/>
                      <a:pt x="77" y="1195"/>
                      <a:pt x="49" y="1131"/>
                    </a:cubicBezTo>
                    <a:cubicBezTo>
                      <a:pt x="40" y="1110"/>
                      <a:pt x="31" y="1089"/>
                      <a:pt x="21" y="1067"/>
                    </a:cubicBezTo>
                    <a:cubicBezTo>
                      <a:pt x="17" y="1059"/>
                      <a:pt x="17" y="1059"/>
                      <a:pt x="0" y="1018"/>
                    </a:cubicBezTo>
                    <a:cubicBezTo>
                      <a:pt x="37" y="1018"/>
                      <a:pt x="75" y="1018"/>
                      <a:pt x="113" y="1018"/>
                    </a:cubicBezTo>
                    <a:cubicBezTo>
                      <a:pt x="113" y="943"/>
                      <a:pt x="113" y="869"/>
                      <a:pt x="113" y="792"/>
                    </a:cubicBezTo>
                    <a:cubicBezTo>
                      <a:pt x="150" y="792"/>
                      <a:pt x="188" y="792"/>
                      <a:pt x="226" y="792"/>
                    </a:cubicBezTo>
                    <a:cubicBezTo>
                      <a:pt x="226" y="754"/>
                      <a:pt x="226" y="717"/>
                      <a:pt x="226" y="679"/>
                    </a:cubicBezTo>
                    <a:cubicBezTo>
                      <a:pt x="264" y="679"/>
                      <a:pt x="301" y="679"/>
                      <a:pt x="339" y="679"/>
                    </a:cubicBezTo>
                    <a:cubicBezTo>
                      <a:pt x="339" y="641"/>
                      <a:pt x="339" y="604"/>
                      <a:pt x="339" y="565"/>
                    </a:cubicBezTo>
                    <a:cubicBezTo>
                      <a:pt x="377" y="565"/>
                      <a:pt x="414" y="565"/>
                      <a:pt x="452" y="565"/>
                    </a:cubicBezTo>
                    <a:cubicBezTo>
                      <a:pt x="452" y="528"/>
                      <a:pt x="452" y="491"/>
                      <a:pt x="452" y="452"/>
                    </a:cubicBezTo>
                    <a:cubicBezTo>
                      <a:pt x="490" y="452"/>
                      <a:pt x="527" y="452"/>
                      <a:pt x="565" y="452"/>
                    </a:cubicBezTo>
                    <a:cubicBezTo>
                      <a:pt x="565" y="415"/>
                      <a:pt x="565" y="378"/>
                      <a:pt x="565" y="339"/>
                    </a:cubicBezTo>
                    <a:cubicBezTo>
                      <a:pt x="603" y="339"/>
                      <a:pt x="640" y="339"/>
                      <a:pt x="679" y="339"/>
                    </a:cubicBezTo>
                    <a:cubicBezTo>
                      <a:pt x="679" y="302"/>
                      <a:pt x="679" y="265"/>
                      <a:pt x="679" y="226"/>
                    </a:cubicBezTo>
                    <a:cubicBezTo>
                      <a:pt x="716" y="226"/>
                      <a:pt x="753" y="226"/>
                      <a:pt x="792" y="226"/>
                    </a:cubicBezTo>
                    <a:cubicBezTo>
                      <a:pt x="792" y="189"/>
                      <a:pt x="792" y="152"/>
                      <a:pt x="792" y="113"/>
                    </a:cubicBezTo>
                    <a:cubicBezTo>
                      <a:pt x="829" y="113"/>
                      <a:pt x="866" y="113"/>
                      <a:pt x="905" y="113"/>
                    </a:cubicBezTo>
                    <a:cubicBezTo>
                      <a:pt x="905" y="76"/>
                      <a:pt x="905" y="38"/>
                      <a:pt x="90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09" name="ICON_REFERENCE_SEARCH_path_016"/>
              <p:cNvSpPr/>
              <p:nvPr/>
            </p:nvSpPr>
            <p:spPr>
              <a:xfrm>
                <a:off x="10524898" y="1396433"/>
                <a:ext cx="15799" cy="17236"/>
              </a:xfrm>
              <a:custGeom>
                <a:avLst/>
                <a:gdLst/>
                <a:ahLst/>
                <a:cxnLst/>
                <a:rect l="0" t="0" r="r" b="b"/>
                <a:pathLst>
                  <a:path w="1244" h="1357" fill="norm" stroke="0">
                    <a:moveTo>
                      <a:pt x="679" y="0"/>
                    </a:moveTo>
                    <a:cubicBezTo>
                      <a:pt x="753" y="0"/>
                      <a:pt x="828" y="0"/>
                      <a:pt x="905" y="0"/>
                    </a:cubicBezTo>
                    <a:cubicBezTo>
                      <a:pt x="905" y="37"/>
                      <a:pt x="905" y="75"/>
                      <a:pt x="905" y="113"/>
                    </a:cubicBezTo>
                    <a:cubicBezTo>
                      <a:pt x="942" y="113"/>
                      <a:pt x="979" y="113"/>
                      <a:pt x="1018" y="113"/>
                    </a:cubicBezTo>
                    <a:cubicBezTo>
                      <a:pt x="1018" y="150"/>
                      <a:pt x="1018" y="188"/>
                      <a:pt x="1018" y="226"/>
                    </a:cubicBezTo>
                    <a:cubicBezTo>
                      <a:pt x="1055" y="226"/>
                      <a:pt x="1092" y="226"/>
                      <a:pt x="1131" y="226"/>
                    </a:cubicBezTo>
                    <a:cubicBezTo>
                      <a:pt x="1131" y="264"/>
                      <a:pt x="1131" y="301"/>
                      <a:pt x="1131" y="339"/>
                    </a:cubicBezTo>
                    <a:cubicBezTo>
                      <a:pt x="1168" y="339"/>
                      <a:pt x="1206" y="339"/>
                      <a:pt x="1244" y="339"/>
                    </a:cubicBezTo>
                    <a:cubicBezTo>
                      <a:pt x="1244" y="414"/>
                      <a:pt x="1244" y="489"/>
                      <a:pt x="1244" y="565"/>
                    </a:cubicBezTo>
                    <a:cubicBezTo>
                      <a:pt x="1207" y="565"/>
                      <a:pt x="1169" y="565"/>
                      <a:pt x="1131" y="565"/>
                    </a:cubicBezTo>
                    <a:cubicBezTo>
                      <a:pt x="1131" y="603"/>
                      <a:pt x="1131" y="640"/>
                      <a:pt x="1131" y="679"/>
                    </a:cubicBezTo>
                    <a:cubicBezTo>
                      <a:pt x="1094" y="679"/>
                      <a:pt x="1056" y="679"/>
                      <a:pt x="1018" y="679"/>
                    </a:cubicBezTo>
                    <a:cubicBezTo>
                      <a:pt x="1018" y="716"/>
                      <a:pt x="1018" y="753"/>
                      <a:pt x="1018" y="792"/>
                    </a:cubicBezTo>
                    <a:cubicBezTo>
                      <a:pt x="981" y="792"/>
                      <a:pt x="943" y="792"/>
                      <a:pt x="905" y="792"/>
                    </a:cubicBezTo>
                    <a:cubicBezTo>
                      <a:pt x="905" y="829"/>
                      <a:pt x="905" y="866"/>
                      <a:pt x="905" y="905"/>
                    </a:cubicBezTo>
                    <a:cubicBezTo>
                      <a:pt x="867" y="905"/>
                      <a:pt x="830" y="905"/>
                      <a:pt x="792" y="905"/>
                    </a:cubicBezTo>
                    <a:cubicBezTo>
                      <a:pt x="792" y="942"/>
                      <a:pt x="792" y="979"/>
                      <a:pt x="792" y="1018"/>
                    </a:cubicBezTo>
                    <a:cubicBezTo>
                      <a:pt x="754" y="1018"/>
                      <a:pt x="717" y="1018"/>
                      <a:pt x="679" y="1018"/>
                    </a:cubicBezTo>
                    <a:cubicBezTo>
                      <a:pt x="679" y="1055"/>
                      <a:pt x="679" y="1093"/>
                      <a:pt x="679" y="1131"/>
                    </a:cubicBezTo>
                    <a:cubicBezTo>
                      <a:pt x="641" y="1131"/>
                      <a:pt x="604" y="1131"/>
                      <a:pt x="565" y="1131"/>
                    </a:cubicBezTo>
                    <a:cubicBezTo>
                      <a:pt x="565" y="1168"/>
                      <a:pt x="565" y="1206"/>
                      <a:pt x="565" y="1244"/>
                    </a:cubicBezTo>
                    <a:cubicBezTo>
                      <a:pt x="528" y="1244"/>
                      <a:pt x="491" y="1244"/>
                      <a:pt x="452" y="1244"/>
                    </a:cubicBezTo>
                    <a:cubicBezTo>
                      <a:pt x="452" y="1281"/>
                      <a:pt x="452" y="1319"/>
                      <a:pt x="452" y="1357"/>
                    </a:cubicBezTo>
                    <a:cubicBezTo>
                      <a:pt x="378" y="1357"/>
                      <a:pt x="303" y="1357"/>
                      <a:pt x="226" y="1357"/>
                    </a:cubicBezTo>
                    <a:cubicBezTo>
                      <a:pt x="226" y="1320"/>
                      <a:pt x="226" y="1282"/>
                      <a:pt x="226" y="1244"/>
                    </a:cubicBezTo>
                    <a:cubicBezTo>
                      <a:pt x="189" y="1244"/>
                      <a:pt x="152" y="1244"/>
                      <a:pt x="113" y="1244"/>
                    </a:cubicBezTo>
                    <a:cubicBezTo>
                      <a:pt x="113" y="1207"/>
                      <a:pt x="113" y="1169"/>
                      <a:pt x="113" y="1131"/>
                    </a:cubicBezTo>
                    <a:cubicBezTo>
                      <a:pt x="76" y="1131"/>
                      <a:pt x="38" y="1131"/>
                      <a:pt x="0" y="1131"/>
                    </a:cubicBezTo>
                    <a:cubicBezTo>
                      <a:pt x="0" y="1019"/>
                      <a:pt x="0" y="907"/>
                      <a:pt x="0" y="792"/>
                    </a:cubicBezTo>
                    <a:cubicBezTo>
                      <a:pt x="37" y="792"/>
                      <a:pt x="75" y="792"/>
                      <a:pt x="113" y="792"/>
                    </a:cubicBezTo>
                    <a:cubicBezTo>
                      <a:pt x="113" y="754"/>
                      <a:pt x="113" y="717"/>
                      <a:pt x="113" y="679"/>
                    </a:cubicBezTo>
                    <a:cubicBezTo>
                      <a:pt x="150" y="679"/>
                      <a:pt x="188" y="679"/>
                      <a:pt x="226" y="679"/>
                    </a:cubicBezTo>
                    <a:cubicBezTo>
                      <a:pt x="226" y="641"/>
                      <a:pt x="226" y="604"/>
                      <a:pt x="226" y="565"/>
                    </a:cubicBezTo>
                    <a:cubicBezTo>
                      <a:pt x="264" y="565"/>
                      <a:pt x="301" y="565"/>
                      <a:pt x="339" y="565"/>
                    </a:cubicBezTo>
                    <a:cubicBezTo>
                      <a:pt x="339" y="528"/>
                      <a:pt x="339" y="491"/>
                      <a:pt x="339" y="452"/>
                    </a:cubicBezTo>
                    <a:cubicBezTo>
                      <a:pt x="377" y="452"/>
                      <a:pt x="414" y="452"/>
                      <a:pt x="452" y="452"/>
                    </a:cubicBezTo>
                    <a:cubicBezTo>
                      <a:pt x="452" y="415"/>
                      <a:pt x="452" y="378"/>
                      <a:pt x="452" y="339"/>
                    </a:cubicBezTo>
                    <a:cubicBezTo>
                      <a:pt x="490" y="339"/>
                      <a:pt x="527" y="339"/>
                      <a:pt x="565" y="339"/>
                    </a:cubicBezTo>
                    <a:cubicBezTo>
                      <a:pt x="565" y="265"/>
                      <a:pt x="565" y="190"/>
                      <a:pt x="565" y="113"/>
                    </a:cubicBezTo>
                    <a:cubicBezTo>
                      <a:pt x="603" y="113"/>
                      <a:pt x="640" y="113"/>
                      <a:pt x="679" y="113"/>
                    </a:cubicBezTo>
                    <a:cubicBezTo>
                      <a:pt x="679" y="76"/>
                      <a:pt x="679" y="38"/>
                      <a:pt x="67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10" name="ICON_REFERENCE_SEARCH_path_017"/>
              <p:cNvSpPr/>
              <p:nvPr/>
            </p:nvSpPr>
            <p:spPr>
              <a:xfrm>
                <a:off x="10501917" y="1415105"/>
                <a:ext cx="21634" cy="14363"/>
              </a:xfrm>
              <a:custGeom>
                <a:avLst/>
                <a:gdLst/>
                <a:ahLst/>
                <a:cxnLst/>
                <a:rect l="0" t="0" r="r" b="b"/>
                <a:pathLst>
                  <a:path w="1703" h="1131" fill="norm" stroke="0">
                    <a:moveTo>
                      <a:pt x="1018" y="0"/>
                    </a:moveTo>
                    <a:cubicBezTo>
                      <a:pt x="1130" y="0"/>
                      <a:pt x="1242" y="0"/>
                      <a:pt x="1357" y="0"/>
                    </a:cubicBezTo>
                    <a:cubicBezTo>
                      <a:pt x="1357" y="37"/>
                      <a:pt x="1357" y="75"/>
                      <a:pt x="1357" y="113"/>
                    </a:cubicBezTo>
                    <a:cubicBezTo>
                      <a:pt x="1394" y="113"/>
                      <a:pt x="1432" y="113"/>
                      <a:pt x="1470" y="113"/>
                    </a:cubicBezTo>
                    <a:cubicBezTo>
                      <a:pt x="1468" y="131"/>
                      <a:pt x="1466" y="148"/>
                      <a:pt x="1463" y="166"/>
                    </a:cubicBezTo>
                    <a:cubicBezTo>
                      <a:pt x="1465" y="186"/>
                      <a:pt x="1468" y="206"/>
                      <a:pt x="1470" y="226"/>
                    </a:cubicBezTo>
                    <a:cubicBezTo>
                      <a:pt x="1520" y="258"/>
                      <a:pt x="1520" y="258"/>
                      <a:pt x="1583" y="283"/>
                    </a:cubicBezTo>
                    <a:cubicBezTo>
                      <a:pt x="1647" y="308"/>
                      <a:pt x="1647" y="308"/>
                      <a:pt x="1696" y="339"/>
                    </a:cubicBezTo>
                    <a:cubicBezTo>
                      <a:pt x="1703" y="399"/>
                      <a:pt x="1703" y="399"/>
                      <a:pt x="1696" y="452"/>
                    </a:cubicBezTo>
                    <a:cubicBezTo>
                      <a:pt x="1659" y="452"/>
                      <a:pt x="1622" y="452"/>
                      <a:pt x="1583" y="452"/>
                    </a:cubicBezTo>
                    <a:cubicBezTo>
                      <a:pt x="1583" y="639"/>
                      <a:pt x="1583" y="826"/>
                      <a:pt x="1583" y="1018"/>
                    </a:cubicBezTo>
                    <a:cubicBezTo>
                      <a:pt x="1509" y="1018"/>
                      <a:pt x="1434" y="1018"/>
                      <a:pt x="1357" y="1018"/>
                    </a:cubicBezTo>
                    <a:cubicBezTo>
                      <a:pt x="1357" y="981"/>
                      <a:pt x="1357" y="943"/>
                      <a:pt x="1357" y="905"/>
                    </a:cubicBezTo>
                    <a:cubicBezTo>
                      <a:pt x="1320" y="905"/>
                      <a:pt x="1282" y="905"/>
                      <a:pt x="1244" y="905"/>
                    </a:cubicBezTo>
                    <a:cubicBezTo>
                      <a:pt x="1244" y="755"/>
                      <a:pt x="1244" y="606"/>
                      <a:pt x="1244" y="452"/>
                    </a:cubicBezTo>
                    <a:cubicBezTo>
                      <a:pt x="1095" y="452"/>
                      <a:pt x="945" y="452"/>
                      <a:pt x="792" y="452"/>
                    </a:cubicBezTo>
                    <a:cubicBezTo>
                      <a:pt x="792" y="490"/>
                      <a:pt x="792" y="527"/>
                      <a:pt x="792" y="565"/>
                    </a:cubicBezTo>
                    <a:cubicBezTo>
                      <a:pt x="829" y="565"/>
                      <a:pt x="866" y="565"/>
                      <a:pt x="905" y="565"/>
                    </a:cubicBezTo>
                    <a:cubicBezTo>
                      <a:pt x="905" y="640"/>
                      <a:pt x="905" y="715"/>
                      <a:pt x="905" y="792"/>
                    </a:cubicBezTo>
                    <a:cubicBezTo>
                      <a:pt x="942" y="792"/>
                      <a:pt x="979" y="792"/>
                      <a:pt x="1018" y="792"/>
                    </a:cubicBezTo>
                    <a:cubicBezTo>
                      <a:pt x="1018" y="866"/>
                      <a:pt x="1018" y="941"/>
                      <a:pt x="1018" y="1018"/>
                    </a:cubicBezTo>
                    <a:cubicBezTo>
                      <a:pt x="981" y="1018"/>
                      <a:pt x="943" y="1018"/>
                      <a:pt x="905" y="1018"/>
                    </a:cubicBezTo>
                    <a:cubicBezTo>
                      <a:pt x="905" y="1055"/>
                      <a:pt x="905" y="1093"/>
                      <a:pt x="905" y="1131"/>
                    </a:cubicBezTo>
                    <a:cubicBezTo>
                      <a:pt x="867" y="1131"/>
                      <a:pt x="830" y="1131"/>
                      <a:pt x="792" y="1131"/>
                    </a:cubicBezTo>
                    <a:cubicBezTo>
                      <a:pt x="792" y="1094"/>
                      <a:pt x="792" y="1056"/>
                      <a:pt x="792" y="1018"/>
                    </a:cubicBezTo>
                    <a:cubicBezTo>
                      <a:pt x="754" y="1018"/>
                      <a:pt x="717" y="1018"/>
                      <a:pt x="679" y="1018"/>
                    </a:cubicBezTo>
                    <a:cubicBezTo>
                      <a:pt x="679" y="869"/>
                      <a:pt x="679" y="719"/>
                      <a:pt x="679" y="565"/>
                    </a:cubicBezTo>
                    <a:cubicBezTo>
                      <a:pt x="567" y="565"/>
                      <a:pt x="455" y="565"/>
                      <a:pt x="339" y="565"/>
                    </a:cubicBezTo>
                    <a:cubicBezTo>
                      <a:pt x="339" y="640"/>
                      <a:pt x="339" y="715"/>
                      <a:pt x="339" y="792"/>
                    </a:cubicBezTo>
                    <a:cubicBezTo>
                      <a:pt x="227" y="792"/>
                      <a:pt x="115" y="792"/>
                      <a:pt x="0" y="792"/>
                    </a:cubicBezTo>
                    <a:cubicBezTo>
                      <a:pt x="77" y="615"/>
                      <a:pt x="77" y="615"/>
                      <a:pt x="113" y="565"/>
                    </a:cubicBezTo>
                    <a:cubicBezTo>
                      <a:pt x="174" y="558"/>
                      <a:pt x="174" y="558"/>
                      <a:pt x="226" y="565"/>
                    </a:cubicBezTo>
                    <a:cubicBezTo>
                      <a:pt x="226" y="528"/>
                      <a:pt x="226" y="491"/>
                      <a:pt x="226" y="452"/>
                    </a:cubicBezTo>
                    <a:cubicBezTo>
                      <a:pt x="338" y="415"/>
                      <a:pt x="450" y="378"/>
                      <a:pt x="565" y="339"/>
                    </a:cubicBezTo>
                    <a:cubicBezTo>
                      <a:pt x="565" y="302"/>
                      <a:pt x="565" y="265"/>
                      <a:pt x="565" y="226"/>
                    </a:cubicBezTo>
                    <a:cubicBezTo>
                      <a:pt x="640" y="226"/>
                      <a:pt x="715" y="226"/>
                      <a:pt x="792" y="226"/>
                    </a:cubicBezTo>
                    <a:cubicBezTo>
                      <a:pt x="792" y="189"/>
                      <a:pt x="792" y="152"/>
                      <a:pt x="792" y="113"/>
                    </a:cubicBezTo>
                    <a:cubicBezTo>
                      <a:pt x="866" y="113"/>
                      <a:pt x="941" y="113"/>
                      <a:pt x="1018" y="113"/>
                    </a:cubicBezTo>
                    <a:cubicBezTo>
                      <a:pt x="1018" y="76"/>
                      <a:pt x="1018" y="38"/>
                      <a:pt x="101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11" name="ICON_REFERENCE_SEARCH_path_018"/>
              <p:cNvSpPr/>
              <p:nvPr/>
            </p:nvSpPr>
            <p:spPr>
              <a:xfrm>
                <a:off x="10522026" y="1303791"/>
                <a:ext cx="7427" cy="34471"/>
              </a:xfrm>
              <a:custGeom>
                <a:avLst/>
                <a:gdLst/>
                <a:ahLst/>
                <a:cxnLst/>
                <a:rect l="0" t="0" r="r" b="b"/>
                <a:pathLst>
                  <a:path w="585" h="2714" fill="norm" stroke="0">
                    <a:moveTo>
                      <a:pt x="283" y="0"/>
                    </a:moveTo>
                    <a:cubicBezTo>
                      <a:pt x="301" y="56"/>
                      <a:pt x="320" y="112"/>
                      <a:pt x="339" y="170"/>
                    </a:cubicBezTo>
                    <a:cubicBezTo>
                      <a:pt x="377" y="170"/>
                      <a:pt x="414" y="170"/>
                      <a:pt x="452" y="170"/>
                    </a:cubicBezTo>
                    <a:cubicBezTo>
                      <a:pt x="452" y="394"/>
                      <a:pt x="452" y="618"/>
                      <a:pt x="452" y="848"/>
                    </a:cubicBezTo>
                    <a:cubicBezTo>
                      <a:pt x="490" y="848"/>
                      <a:pt x="527" y="848"/>
                      <a:pt x="565" y="848"/>
                    </a:cubicBezTo>
                    <a:cubicBezTo>
                      <a:pt x="570" y="1005"/>
                      <a:pt x="573" y="1162"/>
                      <a:pt x="575" y="1319"/>
                    </a:cubicBezTo>
                    <a:cubicBezTo>
                      <a:pt x="576" y="1372"/>
                      <a:pt x="577" y="1426"/>
                      <a:pt x="578" y="1479"/>
                    </a:cubicBezTo>
                    <a:cubicBezTo>
                      <a:pt x="580" y="1556"/>
                      <a:pt x="581" y="1633"/>
                      <a:pt x="582" y="1710"/>
                    </a:cubicBezTo>
                    <a:cubicBezTo>
                      <a:pt x="583" y="1733"/>
                      <a:pt x="584" y="1757"/>
                      <a:pt x="585" y="1781"/>
                    </a:cubicBezTo>
                    <a:cubicBezTo>
                      <a:pt x="585" y="1967"/>
                      <a:pt x="520" y="2069"/>
                      <a:pt x="396" y="2205"/>
                    </a:cubicBezTo>
                    <a:cubicBezTo>
                      <a:pt x="400" y="2182"/>
                      <a:pt x="404" y="2159"/>
                      <a:pt x="408" y="2135"/>
                    </a:cubicBezTo>
                    <a:cubicBezTo>
                      <a:pt x="450" y="1875"/>
                      <a:pt x="459" y="1623"/>
                      <a:pt x="456" y="1361"/>
                    </a:cubicBezTo>
                    <a:cubicBezTo>
                      <a:pt x="456" y="1322"/>
                      <a:pt x="455" y="1283"/>
                      <a:pt x="455" y="1243"/>
                    </a:cubicBezTo>
                    <a:cubicBezTo>
                      <a:pt x="455" y="1149"/>
                      <a:pt x="454" y="1055"/>
                      <a:pt x="452" y="961"/>
                    </a:cubicBezTo>
                    <a:cubicBezTo>
                      <a:pt x="378" y="961"/>
                      <a:pt x="303" y="961"/>
                      <a:pt x="226" y="961"/>
                    </a:cubicBezTo>
                    <a:cubicBezTo>
                      <a:pt x="245" y="1372"/>
                      <a:pt x="264" y="1782"/>
                      <a:pt x="283" y="2205"/>
                    </a:cubicBezTo>
                    <a:cubicBezTo>
                      <a:pt x="339" y="2224"/>
                      <a:pt x="395" y="2243"/>
                      <a:pt x="452" y="2262"/>
                    </a:cubicBezTo>
                    <a:cubicBezTo>
                      <a:pt x="455" y="2327"/>
                      <a:pt x="458" y="2391"/>
                      <a:pt x="459" y="2456"/>
                    </a:cubicBezTo>
                    <a:cubicBezTo>
                      <a:pt x="460" y="2475"/>
                      <a:pt x="461" y="2493"/>
                      <a:pt x="462" y="2512"/>
                    </a:cubicBezTo>
                    <a:cubicBezTo>
                      <a:pt x="463" y="2563"/>
                      <a:pt x="464" y="2608"/>
                      <a:pt x="452" y="2658"/>
                    </a:cubicBezTo>
                    <a:cubicBezTo>
                      <a:pt x="395" y="2699"/>
                      <a:pt x="395" y="2699"/>
                      <a:pt x="339" y="2714"/>
                    </a:cubicBezTo>
                    <a:cubicBezTo>
                      <a:pt x="342" y="2697"/>
                      <a:pt x="344" y="2679"/>
                      <a:pt x="346" y="2661"/>
                    </a:cubicBezTo>
                    <a:cubicBezTo>
                      <a:pt x="345" y="2651"/>
                      <a:pt x="345" y="2651"/>
                      <a:pt x="339" y="2601"/>
                    </a:cubicBezTo>
                    <a:cubicBezTo>
                      <a:pt x="321" y="2592"/>
                      <a:pt x="302" y="2583"/>
                      <a:pt x="283" y="2573"/>
                    </a:cubicBezTo>
                    <a:cubicBezTo>
                      <a:pt x="264" y="2564"/>
                      <a:pt x="245" y="2554"/>
                      <a:pt x="226" y="2545"/>
                    </a:cubicBezTo>
                    <a:cubicBezTo>
                      <a:pt x="219" y="2485"/>
                      <a:pt x="219" y="2485"/>
                      <a:pt x="226" y="2432"/>
                    </a:cubicBezTo>
                    <a:cubicBezTo>
                      <a:pt x="189" y="2432"/>
                      <a:pt x="152" y="2432"/>
                      <a:pt x="113" y="2432"/>
                    </a:cubicBezTo>
                    <a:cubicBezTo>
                      <a:pt x="113" y="2394"/>
                      <a:pt x="113" y="2357"/>
                      <a:pt x="113" y="2318"/>
                    </a:cubicBezTo>
                    <a:cubicBezTo>
                      <a:pt x="76" y="2318"/>
                      <a:pt x="38" y="2318"/>
                      <a:pt x="0" y="2318"/>
                    </a:cubicBezTo>
                    <a:cubicBezTo>
                      <a:pt x="0" y="1871"/>
                      <a:pt x="0" y="1423"/>
                      <a:pt x="0" y="961"/>
                    </a:cubicBezTo>
                    <a:cubicBezTo>
                      <a:pt x="37" y="961"/>
                      <a:pt x="75" y="961"/>
                      <a:pt x="113" y="961"/>
                    </a:cubicBezTo>
                    <a:cubicBezTo>
                      <a:pt x="113" y="812"/>
                      <a:pt x="113" y="663"/>
                      <a:pt x="113" y="509"/>
                    </a:cubicBezTo>
                    <a:cubicBezTo>
                      <a:pt x="76" y="509"/>
                      <a:pt x="38" y="509"/>
                      <a:pt x="0" y="509"/>
                    </a:cubicBezTo>
                    <a:cubicBezTo>
                      <a:pt x="0" y="472"/>
                      <a:pt x="0" y="434"/>
                      <a:pt x="0" y="396"/>
                    </a:cubicBezTo>
                    <a:cubicBezTo>
                      <a:pt x="37" y="396"/>
                      <a:pt x="75" y="396"/>
                      <a:pt x="113" y="396"/>
                    </a:cubicBezTo>
                    <a:cubicBezTo>
                      <a:pt x="113" y="359"/>
                      <a:pt x="113" y="321"/>
                      <a:pt x="113" y="283"/>
                    </a:cubicBezTo>
                    <a:cubicBezTo>
                      <a:pt x="150" y="283"/>
                      <a:pt x="188" y="283"/>
                      <a:pt x="226" y="283"/>
                    </a:cubicBezTo>
                    <a:cubicBezTo>
                      <a:pt x="245" y="189"/>
                      <a:pt x="264" y="96"/>
                      <a:pt x="28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12" name="ICON_REFERENCE_SEARCH_path_019"/>
              <p:cNvSpPr/>
              <p:nvPr/>
            </p:nvSpPr>
            <p:spPr>
              <a:xfrm>
                <a:off x="10407121" y="1254238"/>
                <a:ext cx="17236" cy="17954"/>
              </a:xfrm>
              <a:custGeom>
                <a:avLst/>
                <a:gdLst/>
                <a:ahLst/>
                <a:cxnLst/>
                <a:rect l="0" t="0" r="r" b="b"/>
                <a:pathLst>
                  <a:path w="1357" h="1414" fill="norm" stroke="0">
                    <a:moveTo>
                      <a:pt x="452" y="0"/>
                    </a:moveTo>
                    <a:cubicBezTo>
                      <a:pt x="568" y="30"/>
                      <a:pt x="568" y="30"/>
                      <a:pt x="622" y="57"/>
                    </a:cubicBezTo>
                    <a:cubicBezTo>
                      <a:pt x="630" y="75"/>
                      <a:pt x="638" y="94"/>
                      <a:pt x="647" y="113"/>
                    </a:cubicBezTo>
                    <a:cubicBezTo>
                      <a:pt x="679" y="170"/>
                      <a:pt x="679" y="170"/>
                      <a:pt x="732" y="190"/>
                    </a:cubicBezTo>
                    <a:cubicBezTo>
                      <a:pt x="789" y="204"/>
                      <a:pt x="847" y="215"/>
                      <a:pt x="905" y="226"/>
                    </a:cubicBezTo>
                    <a:cubicBezTo>
                      <a:pt x="905" y="301"/>
                      <a:pt x="905" y="375"/>
                      <a:pt x="905" y="452"/>
                    </a:cubicBezTo>
                    <a:cubicBezTo>
                      <a:pt x="867" y="452"/>
                      <a:pt x="830" y="452"/>
                      <a:pt x="792" y="452"/>
                    </a:cubicBezTo>
                    <a:cubicBezTo>
                      <a:pt x="792" y="490"/>
                      <a:pt x="792" y="527"/>
                      <a:pt x="792" y="565"/>
                    </a:cubicBezTo>
                    <a:cubicBezTo>
                      <a:pt x="829" y="565"/>
                      <a:pt x="866" y="565"/>
                      <a:pt x="905" y="565"/>
                    </a:cubicBezTo>
                    <a:cubicBezTo>
                      <a:pt x="905" y="603"/>
                      <a:pt x="905" y="640"/>
                      <a:pt x="905" y="679"/>
                    </a:cubicBezTo>
                    <a:cubicBezTo>
                      <a:pt x="942" y="679"/>
                      <a:pt x="979" y="679"/>
                      <a:pt x="1018" y="679"/>
                    </a:cubicBezTo>
                    <a:cubicBezTo>
                      <a:pt x="1018" y="716"/>
                      <a:pt x="1018" y="753"/>
                      <a:pt x="1018" y="792"/>
                    </a:cubicBezTo>
                    <a:cubicBezTo>
                      <a:pt x="1028" y="791"/>
                      <a:pt x="1028" y="791"/>
                      <a:pt x="1078" y="788"/>
                    </a:cubicBezTo>
                    <a:cubicBezTo>
                      <a:pt x="1103" y="787"/>
                      <a:pt x="1129" y="786"/>
                      <a:pt x="1156" y="785"/>
                    </a:cubicBezTo>
                    <a:cubicBezTo>
                      <a:pt x="1181" y="783"/>
                      <a:pt x="1207" y="782"/>
                      <a:pt x="1233" y="781"/>
                    </a:cubicBezTo>
                    <a:cubicBezTo>
                      <a:pt x="1244" y="782"/>
                      <a:pt x="1244" y="782"/>
                      <a:pt x="1301" y="792"/>
                    </a:cubicBezTo>
                    <a:cubicBezTo>
                      <a:pt x="1338" y="849"/>
                      <a:pt x="1338" y="849"/>
                      <a:pt x="1357" y="905"/>
                    </a:cubicBezTo>
                    <a:cubicBezTo>
                      <a:pt x="1283" y="905"/>
                      <a:pt x="1208" y="905"/>
                      <a:pt x="1131" y="905"/>
                    </a:cubicBezTo>
                    <a:cubicBezTo>
                      <a:pt x="1131" y="942"/>
                      <a:pt x="1131" y="979"/>
                      <a:pt x="1131" y="1018"/>
                    </a:cubicBezTo>
                    <a:cubicBezTo>
                      <a:pt x="1056" y="1018"/>
                      <a:pt x="982" y="1018"/>
                      <a:pt x="905" y="1018"/>
                    </a:cubicBezTo>
                    <a:cubicBezTo>
                      <a:pt x="905" y="1055"/>
                      <a:pt x="905" y="1093"/>
                      <a:pt x="905" y="1131"/>
                    </a:cubicBezTo>
                    <a:cubicBezTo>
                      <a:pt x="830" y="1131"/>
                      <a:pt x="755" y="1131"/>
                      <a:pt x="679" y="1131"/>
                    </a:cubicBezTo>
                    <a:cubicBezTo>
                      <a:pt x="679" y="1168"/>
                      <a:pt x="679" y="1206"/>
                      <a:pt x="679" y="1244"/>
                    </a:cubicBezTo>
                    <a:cubicBezTo>
                      <a:pt x="604" y="1244"/>
                      <a:pt x="529" y="1244"/>
                      <a:pt x="452" y="1244"/>
                    </a:cubicBezTo>
                    <a:cubicBezTo>
                      <a:pt x="434" y="1300"/>
                      <a:pt x="415" y="1356"/>
                      <a:pt x="396" y="1414"/>
                    </a:cubicBezTo>
                    <a:cubicBezTo>
                      <a:pt x="340" y="1395"/>
                      <a:pt x="284" y="1376"/>
                      <a:pt x="226" y="1357"/>
                    </a:cubicBezTo>
                    <a:cubicBezTo>
                      <a:pt x="226" y="1320"/>
                      <a:pt x="226" y="1282"/>
                      <a:pt x="226" y="1244"/>
                    </a:cubicBezTo>
                    <a:cubicBezTo>
                      <a:pt x="264" y="1244"/>
                      <a:pt x="301" y="1244"/>
                      <a:pt x="339" y="1244"/>
                    </a:cubicBezTo>
                    <a:cubicBezTo>
                      <a:pt x="339" y="1169"/>
                      <a:pt x="339" y="1095"/>
                      <a:pt x="339" y="1018"/>
                    </a:cubicBezTo>
                    <a:cubicBezTo>
                      <a:pt x="414" y="1018"/>
                      <a:pt x="489" y="1018"/>
                      <a:pt x="565" y="1018"/>
                    </a:cubicBezTo>
                    <a:cubicBezTo>
                      <a:pt x="565" y="981"/>
                      <a:pt x="565" y="943"/>
                      <a:pt x="565" y="905"/>
                    </a:cubicBezTo>
                    <a:cubicBezTo>
                      <a:pt x="603" y="905"/>
                      <a:pt x="640" y="905"/>
                      <a:pt x="679" y="905"/>
                    </a:cubicBezTo>
                    <a:cubicBezTo>
                      <a:pt x="679" y="867"/>
                      <a:pt x="679" y="830"/>
                      <a:pt x="679" y="792"/>
                    </a:cubicBezTo>
                    <a:cubicBezTo>
                      <a:pt x="641" y="792"/>
                      <a:pt x="604" y="792"/>
                      <a:pt x="565" y="792"/>
                    </a:cubicBezTo>
                    <a:cubicBezTo>
                      <a:pt x="565" y="754"/>
                      <a:pt x="565" y="717"/>
                      <a:pt x="565" y="679"/>
                    </a:cubicBezTo>
                    <a:cubicBezTo>
                      <a:pt x="528" y="679"/>
                      <a:pt x="491" y="679"/>
                      <a:pt x="452" y="679"/>
                    </a:cubicBezTo>
                    <a:cubicBezTo>
                      <a:pt x="452" y="604"/>
                      <a:pt x="452" y="529"/>
                      <a:pt x="452" y="452"/>
                    </a:cubicBezTo>
                    <a:cubicBezTo>
                      <a:pt x="415" y="452"/>
                      <a:pt x="378" y="452"/>
                      <a:pt x="339" y="452"/>
                    </a:cubicBezTo>
                    <a:cubicBezTo>
                      <a:pt x="321" y="378"/>
                      <a:pt x="302" y="303"/>
                      <a:pt x="283" y="226"/>
                    </a:cubicBezTo>
                    <a:cubicBezTo>
                      <a:pt x="189" y="245"/>
                      <a:pt x="96" y="264"/>
                      <a:pt x="0" y="283"/>
                    </a:cubicBezTo>
                    <a:cubicBezTo>
                      <a:pt x="212" y="101"/>
                      <a:pt x="212" y="101"/>
                      <a:pt x="353" y="102"/>
                    </a:cubicBezTo>
                    <a:cubicBezTo>
                      <a:pt x="387" y="105"/>
                      <a:pt x="420" y="108"/>
                      <a:pt x="452" y="113"/>
                    </a:cubicBezTo>
                    <a:cubicBezTo>
                      <a:pt x="452" y="76"/>
                      <a:pt x="452" y="38"/>
                      <a:pt x="45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13" name="ICON_REFERENCE_SEARCH_path_020"/>
              <p:cNvSpPr/>
              <p:nvPr/>
            </p:nvSpPr>
            <p:spPr>
              <a:xfrm>
                <a:off x="10579478" y="1416541"/>
                <a:ext cx="20108" cy="17236"/>
              </a:xfrm>
              <a:custGeom>
                <a:avLst/>
                <a:gdLst/>
                <a:ahLst/>
                <a:cxnLst/>
                <a:rect l="0" t="0" r="r" b="b"/>
                <a:pathLst>
                  <a:path w="1583" h="1357" fill="norm" stroke="0">
                    <a:moveTo>
                      <a:pt x="0" y="0"/>
                    </a:moveTo>
                    <a:cubicBezTo>
                      <a:pt x="112" y="0"/>
                      <a:pt x="224" y="0"/>
                      <a:pt x="339" y="0"/>
                    </a:cubicBezTo>
                    <a:cubicBezTo>
                      <a:pt x="339" y="75"/>
                      <a:pt x="339" y="149"/>
                      <a:pt x="339" y="226"/>
                    </a:cubicBezTo>
                    <a:cubicBezTo>
                      <a:pt x="377" y="226"/>
                      <a:pt x="414" y="226"/>
                      <a:pt x="452" y="226"/>
                    </a:cubicBezTo>
                    <a:cubicBezTo>
                      <a:pt x="452" y="264"/>
                      <a:pt x="452" y="301"/>
                      <a:pt x="452" y="339"/>
                    </a:cubicBezTo>
                    <a:cubicBezTo>
                      <a:pt x="490" y="339"/>
                      <a:pt x="527" y="339"/>
                      <a:pt x="565" y="339"/>
                    </a:cubicBezTo>
                    <a:cubicBezTo>
                      <a:pt x="565" y="377"/>
                      <a:pt x="565" y="414"/>
                      <a:pt x="565" y="452"/>
                    </a:cubicBezTo>
                    <a:cubicBezTo>
                      <a:pt x="640" y="452"/>
                      <a:pt x="715" y="452"/>
                      <a:pt x="792" y="452"/>
                    </a:cubicBezTo>
                    <a:cubicBezTo>
                      <a:pt x="792" y="490"/>
                      <a:pt x="792" y="527"/>
                      <a:pt x="792" y="565"/>
                    </a:cubicBezTo>
                    <a:cubicBezTo>
                      <a:pt x="829" y="565"/>
                      <a:pt x="866" y="565"/>
                      <a:pt x="905" y="565"/>
                    </a:cubicBezTo>
                    <a:cubicBezTo>
                      <a:pt x="905" y="603"/>
                      <a:pt x="905" y="640"/>
                      <a:pt x="905" y="679"/>
                    </a:cubicBezTo>
                    <a:cubicBezTo>
                      <a:pt x="979" y="679"/>
                      <a:pt x="1054" y="679"/>
                      <a:pt x="1131" y="679"/>
                    </a:cubicBezTo>
                    <a:cubicBezTo>
                      <a:pt x="1131" y="716"/>
                      <a:pt x="1131" y="753"/>
                      <a:pt x="1131" y="792"/>
                    </a:cubicBezTo>
                    <a:cubicBezTo>
                      <a:pt x="1168" y="792"/>
                      <a:pt x="1206" y="792"/>
                      <a:pt x="1244" y="792"/>
                    </a:cubicBezTo>
                    <a:cubicBezTo>
                      <a:pt x="1244" y="829"/>
                      <a:pt x="1244" y="866"/>
                      <a:pt x="1244" y="905"/>
                    </a:cubicBezTo>
                    <a:cubicBezTo>
                      <a:pt x="1319" y="905"/>
                      <a:pt x="1393" y="905"/>
                      <a:pt x="1470" y="905"/>
                    </a:cubicBezTo>
                    <a:cubicBezTo>
                      <a:pt x="1470" y="942"/>
                      <a:pt x="1470" y="979"/>
                      <a:pt x="1470" y="1018"/>
                    </a:cubicBezTo>
                    <a:cubicBezTo>
                      <a:pt x="1508" y="1018"/>
                      <a:pt x="1545" y="1018"/>
                      <a:pt x="1583" y="1018"/>
                    </a:cubicBezTo>
                    <a:cubicBezTo>
                      <a:pt x="1583" y="1093"/>
                      <a:pt x="1583" y="1167"/>
                      <a:pt x="1583" y="1244"/>
                    </a:cubicBezTo>
                    <a:cubicBezTo>
                      <a:pt x="1546" y="1244"/>
                      <a:pt x="1509" y="1244"/>
                      <a:pt x="1470" y="1244"/>
                    </a:cubicBezTo>
                    <a:cubicBezTo>
                      <a:pt x="1470" y="1281"/>
                      <a:pt x="1470" y="1319"/>
                      <a:pt x="1470" y="1357"/>
                    </a:cubicBezTo>
                    <a:cubicBezTo>
                      <a:pt x="1432" y="1341"/>
                      <a:pt x="1395" y="1325"/>
                      <a:pt x="1357" y="1308"/>
                    </a:cubicBezTo>
                    <a:cubicBezTo>
                      <a:pt x="1336" y="1299"/>
                      <a:pt x="1315" y="1289"/>
                      <a:pt x="1294" y="1280"/>
                    </a:cubicBezTo>
                    <a:cubicBezTo>
                      <a:pt x="1277" y="1268"/>
                      <a:pt x="1261" y="1256"/>
                      <a:pt x="1244" y="1244"/>
                    </a:cubicBezTo>
                    <a:cubicBezTo>
                      <a:pt x="1244" y="1207"/>
                      <a:pt x="1244" y="1169"/>
                      <a:pt x="1244" y="1131"/>
                    </a:cubicBezTo>
                    <a:cubicBezTo>
                      <a:pt x="1169" y="1131"/>
                      <a:pt x="1095" y="1131"/>
                      <a:pt x="1018" y="1131"/>
                    </a:cubicBezTo>
                    <a:cubicBezTo>
                      <a:pt x="1018" y="1094"/>
                      <a:pt x="1018" y="1056"/>
                      <a:pt x="1018" y="1018"/>
                    </a:cubicBezTo>
                    <a:cubicBezTo>
                      <a:pt x="981" y="1018"/>
                      <a:pt x="943" y="1018"/>
                      <a:pt x="905" y="1018"/>
                    </a:cubicBezTo>
                    <a:cubicBezTo>
                      <a:pt x="905" y="981"/>
                      <a:pt x="905" y="943"/>
                      <a:pt x="905" y="905"/>
                    </a:cubicBezTo>
                    <a:cubicBezTo>
                      <a:pt x="867" y="905"/>
                      <a:pt x="830" y="905"/>
                      <a:pt x="792" y="905"/>
                    </a:cubicBezTo>
                    <a:cubicBezTo>
                      <a:pt x="792" y="867"/>
                      <a:pt x="792" y="830"/>
                      <a:pt x="792" y="792"/>
                    </a:cubicBezTo>
                    <a:cubicBezTo>
                      <a:pt x="754" y="792"/>
                      <a:pt x="717" y="792"/>
                      <a:pt x="679" y="792"/>
                    </a:cubicBezTo>
                    <a:cubicBezTo>
                      <a:pt x="679" y="754"/>
                      <a:pt x="679" y="717"/>
                      <a:pt x="679" y="679"/>
                    </a:cubicBezTo>
                    <a:cubicBezTo>
                      <a:pt x="641" y="679"/>
                      <a:pt x="604" y="679"/>
                      <a:pt x="565" y="679"/>
                    </a:cubicBezTo>
                    <a:cubicBezTo>
                      <a:pt x="565" y="641"/>
                      <a:pt x="565" y="604"/>
                      <a:pt x="565" y="565"/>
                    </a:cubicBezTo>
                    <a:cubicBezTo>
                      <a:pt x="528" y="565"/>
                      <a:pt x="491" y="565"/>
                      <a:pt x="452" y="565"/>
                    </a:cubicBezTo>
                    <a:cubicBezTo>
                      <a:pt x="452" y="528"/>
                      <a:pt x="452" y="491"/>
                      <a:pt x="452" y="452"/>
                    </a:cubicBezTo>
                    <a:cubicBezTo>
                      <a:pt x="415" y="452"/>
                      <a:pt x="378" y="452"/>
                      <a:pt x="339" y="452"/>
                    </a:cubicBezTo>
                    <a:cubicBezTo>
                      <a:pt x="339" y="415"/>
                      <a:pt x="339" y="378"/>
                      <a:pt x="339" y="339"/>
                    </a:cubicBezTo>
                    <a:cubicBezTo>
                      <a:pt x="302" y="339"/>
                      <a:pt x="265" y="339"/>
                      <a:pt x="226" y="339"/>
                    </a:cubicBezTo>
                    <a:cubicBezTo>
                      <a:pt x="229" y="322"/>
                      <a:pt x="231" y="304"/>
                      <a:pt x="233" y="286"/>
                    </a:cubicBezTo>
                    <a:cubicBezTo>
                      <a:pt x="232" y="276"/>
                      <a:pt x="232" y="276"/>
                      <a:pt x="226" y="226"/>
                    </a:cubicBezTo>
                    <a:cubicBezTo>
                      <a:pt x="177" y="194"/>
                      <a:pt x="177" y="194"/>
                      <a:pt x="113" y="170"/>
                    </a:cubicBezTo>
                    <a:cubicBezTo>
                      <a:pt x="49" y="145"/>
                      <a:pt x="49" y="145"/>
                      <a:pt x="0" y="113"/>
                    </a:cubicBezTo>
                    <a:cubicBezTo>
                      <a:pt x="0" y="76"/>
                      <a:pt x="0" y="3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14" name="ICON_REFERENCE_SEARCH_path_021"/>
              <p:cNvSpPr/>
              <p:nvPr/>
            </p:nvSpPr>
            <p:spPr>
              <a:xfrm>
                <a:off x="10542134" y="1382070"/>
                <a:ext cx="12927" cy="14363"/>
              </a:xfrm>
              <a:custGeom>
                <a:avLst/>
                <a:gdLst/>
                <a:ahLst/>
                <a:cxnLst/>
                <a:rect l="0" t="0" r="r" b="b"/>
                <a:pathLst>
                  <a:path w="1018" h="1131" fill="norm" stroke="0">
                    <a:moveTo>
                      <a:pt x="226" y="0"/>
                    </a:moveTo>
                    <a:cubicBezTo>
                      <a:pt x="264" y="0"/>
                      <a:pt x="301" y="0"/>
                      <a:pt x="339" y="0"/>
                    </a:cubicBezTo>
                    <a:cubicBezTo>
                      <a:pt x="339" y="112"/>
                      <a:pt x="339" y="224"/>
                      <a:pt x="339" y="339"/>
                    </a:cubicBezTo>
                    <a:cubicBezTo>
                      <a:pt x="377" y="339"/>
                      <a:pt x="414" y="339"/>
                      <a:pt x="452" y="339"/>
                    </a:cubicBezTo>
                    <a:cubicBezTo>
                      <a:pt x="452" y="377"/>
                      <a:pt x="452" y="414"/>
                      <a:pt x="452" y="452"/>
                    </a:cubicBezTo>
                    <a:cubicBezTo>
                      <a:pt x="490" y="452"/>
                      <a:pt x="527" y="452"/>
                      <a:pt x="565" y="452"/>
                    </a:cubicBezTo>
                    <a:cubicBezTo>
                      <a:pt x="565" y="564"/>
                      <a:pt x="565" y="676"/>
                      <a:pt x="565" y="792"/>
                    </a:cubicBezTo>
                    <a:cubicBezTo>
                      <a:pt x="677" y="792"/>
                      <a:pt x="789" y="792"/>
                      <a:pt x="905" y="792"/>
                    </a:cubicBezTo>
                    <a:cubicBezTo>
                      <a:pt x="905" y="829"/>
                      <a:pt x="905" y="866"/>
                      <a:pt x="905" y="905"/>
                    </a:cubicBezTo>
                    <a:cubicBezTo>
                      <a:pt x="942" y="905"/>
                      <a:pt x="979" y="905"/>
                      <a:pt x="1018" y="905"/>
                    </a:cubicBezTo>
                    <a:cubicBezTo>
                      <a:pt x="1018" y="942"/>
                      <a:pt x="1018" y="979"/>
                      <a:pt x="1018" y="1018"/>
                    </a:cubicBezTo>
                    <a:cubicBezTo>
                      <a:pt x="906" y="1018"/>
                      <a:pt x="794" y="1018"/>
                      <a:pt x="679" y="1018"/>
                    </a:cubicBezTo>
                    <a:cubicBezTo>
                      <a:pt x="679" y="1055"/>
                      <a:pt x="679" y="1093"/>
                      <a:pt x="679" y="1131"/>
                    </a:cubicBezTo>
                    <a:cubicBezTo>
                      <a:pt x="604" y="1131"/>
                      <a:pt x="529" y="1131"/>
                      <a:pt x="452" y="1131"/>
                    </a:cubicBezTo>
                    <a:cubicBezTo>
                      <a:pt x="452" y="1094"/>
                      <a:pt x="452" y="1056"/>
                      <a:pt x="452" y="1018"/>
                    </a:cubicBezTo>
                    <a:cubicBezTo>
                      <a:pt x="415" y="1018"/>
                      <a:pt x="378" y="1018"/>
                      <a:pt x="339" y="1018"/>
                    </a:cubicBezTo>
                    <a:cubicBezTo>
                      <a:pt x="339" y="981"/>
                      <a:pt x="339" y="943"/>
                      <a:pt x="339" y="905"/>
                    </a:cubicBezTo>
                    <a:cubicBezTo>
                      <a:pt x="302" y="905"/>
                      <a:pt x="265" y="905"/>
                      <a:pt x="226" y="905"/>
                    </a:cubicBezTo>
                    <a:cubicBezTo>
                      <a:pt x="226" y="867"/>
                      <a:pt x="226" y="830"/>
                      <a:pt x="226" y="792"/>
                    </a:cubicBezTo>
                    <a:cubicBezTo>
                      <a:pt x="189" y="792"/>
                      <a:pt x="152" y="792"/>
                      <a:pt x="113" y="792"/>
                    </a:cubicBezTo>
                    <a:cubicBezTo>
                      <a:pt x="113" y="754"/>
                      <a:pt x="113" y="717"/>
                      <a:pt x="113" y="679"/>
                    </a:cubicBezTo>
                    <a:cubicBezTo>
                      <a:pt x="76" y="679"/>
                      <a:pt x="38" y="679"/>
                      <a:pt x="0" y="679"/>
                    </a:cubicBezTo>
                    <a:cubicBezTo>
                      <a:pt x="0" y="567"/>
                      <a:pt x="0" y="455"/>
                      <a:pt x="0" y="339"/>
                    </a:cubicBezTo>
                    <a:cubicBezTo>
                      <a:pt x="37" y="339"/>
                      <a:pt x="75" y="339"/>
                      <a:pt x="113" y="339"/>
                    </a:cubicBezTo>
                    <a:cubicBezTo>
                      <a:pt x="117" y="320"/>
                      <a:pt x="120" y="300"/>
                      <a:pt x="124" y="279"/>
                    </a:cubicBezTo>
                    <a:cubicBezTo>
                      <a:pt x="126" y="267"/>
                      <a:pt x="126" y="267"/>
                      <a:pt x="138" y="201"/>
                    </a:cubicBezTo>
                    <a:cubicBezTo>
                      <a:pt x="142" y="176"/>
                      <a:pt x="147" y="150"/>
                      <a:pt x="152" y="124"/>
                    </a:cubicBezTo>
                    <a:cubicBezTo>
                      <a:pt x="170" y="57"/>
                      <a:pt x="170" y="57"/>
                      <a:pt x="22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15" name="ICON_REFERENCE_SEARCH_path_022"/>
              <p:cNvSpPr/>
              <p:nvPr/>
            </p:nvSpPr>
            <p:spPr>
              <a:xfrm>
                <a:off x="10366818" y="1321027"/>
                <a:ext cx="10140" cy="28726"/>
              </a:xfrm>
              <a:custGeom>
                <a:avLst/>
                <a:gdLst/>
                <a:ahLst/>
                <a:cxnLst/>
                <a:rect l="0" t="0" r="r" b="b"/>
                <a:pathLst>
                  <a:path w="798" h="2262" fill="norm" stroke="0">
                    <a:moveTo>
                      <a:pt x="7" y="0"/>
                    </a:moveTo>
                    <a:cubicBezTo>
                      <a:pt x="44" y="0"/>
                      <a:pt x="81" y="0"/>
                      <a:pt x="120" y="0"/>
                    </a:cubicBezTo>
                    <a:cubicBezTo>
                      <a:pt x="120" y="27"/>
                      <a:pt x="119" y="54"/>
                      <a:pt x="119" y="82"/>
                    </a:cubicBezTo>
                    <a:cubicBezTo>
                      <a:pt x="118" y="183"/>
                      <a:pt x="117" y="283"/>
                      <a:pt x="117" y="383"/>
                    </a:cubicBezTo>
                    <a:cubicBezTo>
                      <a:pt x="116" y="427"/>
                      <a:pt x="116" y="470"/>
                      <a:pt x="116" y="514"/>
                    </a:cubicBezTo>
                    <a:cubicBezTo>
                      <a:pt x="115" y="576"/>
                      <a:pt x="115" y="639"/>
                      <a:pt x="114" y="701"/>
                    </a:cubicBezTo>
                    <a:cubicBezTo>
                      <a:pt x="114" y="721"/>
                      <a:pt x="114" y="740"/>
                      <a:pt x="113" y="760"/>
                    </a:cubicBezTo>
                    <a:cubicBezTo>
                      <a:pt x="113" y="779"/>
                      <a:pt x="113" y="797"/>
                      <a:pt x="113" y="815"/>
                    </a:cubicBezTo>
                    <a:cubicBezTo>
                      <a:pt x="113" y="831"/>
                      <a:pt x="113" y="847"/>
                      <a:pt x="113" y="864"/>
                    </a:cubicBezTo>
                    <a:cubicBezTo>
                      <a:pt x="120" y="905"/>
                      <a:pt x="120" y="905"/>
                      <a:pt x="176" y="961"/>
                    </a:cubicBezTo>
                    <a:cubicBezTo>
                      <a:pt x="188" y="1014"/>
                      <a:pt x="188" y="1014"/>
                      <a:pt x="194" y="1078"/>
                    </a:cubicBezTo>
                    <a:cubicBezTo>
                      <a:pt x="197" y="1101"/>
                      <a:pt x="199" y="1124"/>
                      <a:pt x="201" y="1147"/>
                    </a:cubicBezTo>
                    <a:cubicBezTo>
                      <a:pt x="204" y="1171"/>
                      <a:pt x="206" y="1195"/>
                      <a:pt x="208" y="1219"/>
                    </a:cubicBezTo>
                    <a:cubicBezTo>
                      <a:pt x="209" y="1231"/>
                      <a:pt x="209" y="1231"/>
                      <a:pt x="216" y="1292"/>
                    </a:cubicBezTo>
                    <a:cubicBezTo>
                      <a:pt x="222" y="1351"/>
                      <a:pt x="227" y="1411"/>
                      <a:pt x="233" y="1470"/>
                    </a:cubicBezTo>
                    <a:cubicBezTo>
                      <a:pt x="345" y="1489"/>
                      <a:pt x="457" y="1508"/>
                      <a:pt x="572" y="1527"/>
                    </a:cubicBezTo>
                    <a:cubicBezTo>
                      <a:pt x="572" y="1489"/>
                      <a:pt x="572" y="1452"/>
                      <a:pt x="572" y="1414"/>
                    </a:cubicBezTo>
                    <a:cubicBezTo>
                      <a:pt x="610" y="1414"/>
                      <a:pt x="647" y="1414"/>
                      <a:pt x="685" y="1414"/>
                    </a:cubicBezTo>
                    <a:cubicBezTo>
                      <a:pt x="685" y="1451"/>
                      <a:pt x="685" y="1488"/>
                      <a:pt x="685" y="1527"/>
                    </a:cubicBezTo>
                    <a:cubicBezTo>
                      <a:pt x="723" y="1527"/>
                      <a:pt x="760" y="1527"/>
                      <a:pt x="798" y="1527"/>
                    </a:cubicBezTo>
                    <a:cubicBezTo>
                      <a:pt x="798" y="1639"/>
                      <a:pt x="798" y="1751"/>
                      <a:pt x="798" y="1866"/>
                    </a:cubicBezTo>
                    <a:cubicBezTo>
                      <a:pt x="724" y="1866"/>
                      <a:pt x="649" y="1866"/>
                      <a:pt x="572" y="1866"/>
                    </a:cubicBezTo>
                    <a:cubicBezTo>
                      <a:pt x="572" y="1903"/>
                      <a:pt x="572" y="1941"/>
                      <a:pt x="572" y="1979"/>
                    </a:cubicBezTo>
                    <a:cubicBezTo>
                      <a:pt x="535" y="1979"/>
                      <a:pt x="498" y="1979"/>
                      <a:pt x="459" y="1979"/>
                    </a:cubicBezTo>
                    <a:cubicBezTo>
                      <a:pt x="461" y="1997"/>
                      <a:pt x="464" y="2014"/>
                      <a:pt x="466" y="2032"/>
                    </a:cubicBezTo>
                    <a:cubicBezTo>
                      <a:pt x="464" y="2052"/>
                      <a:pt x="462" y="2072"/>
                      <a:pt x="459" y="2092"/>
                    </a:cubicBezTo>
                    <a:cubicBezTo>
                      <a:pt x="422" y="2112"/>
                      <a:pt x="384" y="2131"/>
                      <a:pt x="346" y="2149"/>
                    </a:cubicBezTo>
                    <a:cubicBezTo>
                      <a:pt x="311" y="2209"/>
                      <a:pt x="311" y="2209"/>
                      <a:pt x="290" y="2262"/>
                    </a:cubicBezTo>
                    <a:cubicBezTo>
                      <a:pt x="233" y="2205"/>
                      <a:pt x="233" y="2205"/>
                      <a:pt x="227" y="2157"/>
                    </a:cubicBezTo>
                    <a:cubicBezTo>
                      <a:pt x="227" y="2148"/>
                      <a:pt x="227" y="2148"/>
                      <a:pt x="227" y="2101"/>
                    </a:cubicBezTo>
                    <a:cubicBezTo>
                      <a:pt x="228" y="2081"/>
                      <a:pt x="228" y="2060"/>
                      <a:pt x="228" y="2040"/>
                    </a:cubicBezTo>
                    <a:cubicBezTo>
                      <a:pt x="228" y="2018"/>
                      <a:pt x="229" y="1997"/>
                      <a:pt x="229" y="1976"/>
                    </a:cubicBezTo>
                    <a:cubicBezTo>
                      <a:pt x="230" y="1954"/>
                      <a:pt x="230" y="1933"/>
                      <a:pt x="230" y="1911"/>
                    </a:cubicBezTo>
                    <a:cubicBezTo>
                      <a:pt x="231" y="1858"/>
                      <a:pt x="232" y="1806"/>
                      <a:pt x="233" y="1753"/>
                    </a:cubicBezTo>
                    <a:cubicBezTo>
                      <a:pt x="196" y="1753"/>
                      <a:pt x="158" y="1753"/>
                      <a:pt x="120" y="1753"/>
                    </a:cubicBezTo>
                    <a:cubicBezTo>
                      <a:pt x="118" y="1731"/>
                      <a:pt x="117" y="1709"/>
                      <a:pt x="116" y="1686"/>
                    </a:cubicBezTo>
                    <a:cubicBezTo>
                      <a:pt x="110" y="1605"/>
                      <a:pt x="105" y="1523"/>
                      <a:pt x="99" y="1442"/>
                    </a:cubicBezTo>
                    <a:cubicBezTo>
                      <a:pt x="96" y="1407"/>
                      <a:pt x="94" y="1371"/>
                      <a:pt x="92" y="1336"/>
                    </a:cubicBezTo>
                    <a:cubicBezTo>
                      <a:pt x="88" y="1285"/>
                      <a:pt x="85" y="1235"/>
                      <a:pt x="81" y="1184"/>
                    </a:cubicBezTo>
                    <a:cubicBezTo>
                      <a:pt x="80" y="1168"/>
                      <a:pt x="79" y="1153"/>
                      <a:pt x="78" y="1136"/>
                    </a:cubicBezTo>
                    <a:cubicBezTo>
                      <a:pt x="72" y="1051"/>
                      <a:pt x="70" y="1024"/>
                      <a:pt x="7" y="961"/>
                    </a:cubicBezTo>
                    <a:cubicBezTo>
                      <a:pt x="0" y="918"/>
                      <a:pt x="0" y="918"/>
                      <a:pt x="0" y="867"/>
                    </a:cubicBezTo>
                    <a:cubicBezTo>
                      <a:pt x="0" y="847"/>
                      <a:pt x="0" y="828"/>
                      <a:pt x="0" y="808"/>
                    </a:cubicBezTo>
                    <a:cubicBezTo>
                      <a:pt x="1" y="788"/>
                      <a:pt x="1" y="767"/>
                      <a:pt x="1" y="746"/>
                    </a:cubicBezTo>
                    <a:cubicBezTo>
                      <a:pt x="1" y="724"/>
                      <a:pt x="1" y="703"/>
                      <a:pt x="2" y="681"/>
                    </a:cubicBezTo>
                    <a:cubicBezTo>
                      <a:pt x="2" y="613"/>
                      <a:pt x="3" y="545"/>
                      <a:pt x="3" y="477"/>
                    </a:cubicBezTo>
                    <a:cubicBezTo>
                      <a:pt x="4" y="431"/>
                      <a:pt x="4" y="385"/>
                      <a:pt x="4" y="339"/>
                    </a:cubicBezTo>
                    <a:cubicBezTo>
                      <a:pt x="5" y="226"/>
                      <a:pt x="6" y="113"/>
                      <a:pt x="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16" name="ICON_REFERENCE_SEARCH_path_023"/>
              <p:cNvSpPr/>
              <p:nvPr/>
            </p:nvSpPr>
            <p:spPr>
              <a:xfrm>
                <a:off x="10497519" y="1262766"/>
                <a:ext cx="14453" cy="13017"/>
              </a:xfrm>
              <a:custGeom>
                <a:avLst/>
                <a:gdLst/>
                <a:ahLst/>
                <a:cxnLst/>
                <a:rect l="0" t="0" r="r" b="b"/>
                <a:pathLst>
                  <a:path w="1138" h="1025" fill="norm" stroke="0">
                    <a:moveTo>
                      <a:pt x="184" y="0"/>
                    </a:moveTo>
                    <a:cubicBezTo>
                      <a:pt x="200" y="2"/>
                      <a:pt x="216" y="5"/>
                      <a:pt x="233" y="7"/>
                    </a:cubicBezTo>
                    <a:cubicBezTo>
                      <a:pt x="233" y="44"/>
                      <a:pt x="233" y="82"/>
                      <a:pt x="233" y="120"/>
                    </a:cubicBezTo>
                    <a:cubicBezTo>
                      <a:pt x="308" y="120"/>
                      <a:pt x="383" y="120"/>
                      <a:pt x="459" y="120"/>
                    </a:cubicBezTo>
                    <a:cubicBezTo>
                      <a:pt x="459" y="157"/>
                      <a:pt x="459" y="195"/>
                      <a:pt x="459" y="233"/>
                    </a:cubicBezTo>
                    <a:cubicBezTo>
                      <a:pt x="497" y="233"/>
                      <a:pt x="534" y="233"/>
                      <a:pt x="573" y="233"/>
                    </a:cubicBezTo>
                    <a:cubicBezTo>
                      <a:pt x="573" y="271"/>
                      <a:pt x="573" y="308"/>
                      <a:pt x="573" y="346"/>
                    </a:cubicBezTo>
                    <a:cubicBezTo>
                      <a:pt x="610" y="346"/>
                      <a:pt x="647" y="346"/>
                      <a:pt x="686" y="346"/>
                    </a:cubicBezTo>
                    <a:cubicBezTo>
                      <a:pt x="686" y="384"/>
                      <a:pt x="686" y="421"/>
                      <a:pt x="686" y="459"/>
                    </a:cubicBezTo>
                    <a:cubicBezTo>
                      <a:pt x="723" y="459"/>
                      <a:pt x="760" y="459"/>
                      <a:pt x="799" y="459"/>
                    </a:cubicBezTo>
                    <a:cubicBezTo>
                      <a:pt x="799" y="497"/>
                      <a:pt x="799" y="534"/>
                      <a:pt x="799" y="573"/>
                    </a:cubicBezTo>
                    <a:cubicBezTo>
                      <a:pt x="836" y="573"/>
                      <a:pt x="873" y="573"/>
                      <a:pt x="912" y="573"/>
                    </a:cubicBezTo>
                    <a:cubicBezTo>
                      <a:pt x="912" y="610"/>
                      <a:pt x="912" y="647"/>
                      <a:pt x="912" y="686"/>
                    </a:cubicBezTo>
                    <a:cubicBezTo>
                      <a:pt x="949" y="686"/>
                      <a:pt x="986" y="686"/>
                      <a:pt x="1025" y="686"/>
                    </a:cubicBezTo>
                    <a:cubicBezTo>
                      <a:pt x="1025" y="723"/>
                      <a:pt x="1025" y="760"/>
                      <a:pt x="1025" y="799"/>
                    </a:cubicBezTo>
                    <a:cubicBezTo>
                      <a:pt x="1062" y="799"/>
                      <a:pt x="1100" y="799"/>
                      <a:pt x="1138" y="799"/>
                    </a:cubicBezTo>
                    <a:cubicBezTo>
                      <a:pt x="1119" y="873"/>
                      <a:pt x="1101" y="948"/>
                      <a:pt x="1081" y="1025"/>
                    </a:cubicBezTo>
                    <a:cubicBezTo>
                      <a:pt x="988" y="988"/>
                      <a:pt x="895" y="950"/>
                      <a:pt x="799" y="912"/>
                    </a:cubicBezTo>
                    <a:cubicBezTo>
                      <a:pt x="799" y="875"/>
                      <a:pt x="799" y="837"/>
                      <a:pt x="799" y="799"/>
                    </a:cubicBezTo>
                    <a:cubicBezTo>
                      <a:pt x="724" y="799"/>
                      <a:pt x="649" y="799"/>
                      <a:pt x="573" y="799"/>
                    </a:cubicBezTo>
                    <a:cubicBezTo>
                      <a:pt x="573" y="761"/>
                      <a:pt x="573" y="724"/>
                      <a:pt x="573" y="686"/>
                    </a:cubicBezTo>
                    <a:cubicBezTo>
                      <a:pt x="498" y="686"/>
                      <a:pt x="423" y="686"/>
                      <a:pt x="346" y="686"/>
                    </a:cubicBezTo>
                    <a:cubicBezTo>
                      <a:pt x="346" y="611"/>
                      <a:pt x="346" y="536"/>
                      <a:pt x="346" y="459"/>
                    </a:cubicBezTo>
                    <a:cubicBezTo>
                      <a:pt x="309" y="459"/>
                      <a:pt x="272" y="459"/>
                      <a:pt x="233" y="459"/>
                    </a:cubicBezTo>
                    <a:cubicBezTo>
                      <a:pt x="233" y="422"/>
                      <a:pt x="233" y="385"/>
                      <a:pt x="233" y="346"/>
                    </a:cubicBezTo>
                    <a:cubicBezTo>
                      <a:pt x="196" y="346"/>
                      <a:pt x="159" y="346"/>
                      <a:pt x="120" y="346"/>
                    </a:cubicBezTo>
                    <a:cubicBezTo>
                      <a:pt x="120" y="309"/>
                      <a:pt x="120" y="272"/>
                      <a:pt x="120" y="233"/>
                    </a:cubicBezTo>
                    <a:cubicBezTo>
                      <a:pt x="83" y="233"/>
                      <a:pt x="46" y="233"/>
                      <a:pt x="7" y="233"/>
                    </a:cubicBezTo>
                    <a:cubicBezTo>
                      <a:pt x="0" y="184"/>
                      <a:pt x="0" y="184"/>
                      <a:pt x="7" y="120"/>
                    </a:cubicBezTo>
                    <a:cubicBezTo>
                      <a:pt x="93" y="10"/>
                      <a:pt x="93" y="10"/>
                      <a:pt x="18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17" name="ICON_REFERENCE_SEARCH_path_024"/>
              <p:cNvSpPr/>
              <p:nvPr/>
            </p:nvSpPr>
            <p:spPr>
              <a:xfrm>
                <a:off x="10609640" y="1472557"/>
                <a:ext cx="11653" cy="14363"/>
              </a:xfrm>
              <a:custGeom>
                <a:avLst/>
                <a:gdLst/>
                <a:ahLst/>
                <a:cxnLst/>
                <a:rect l="0" t="0" r="r" b="b"/>
                <a:pathLst>
                  <a:path w="918" h="1131" fill="norm" stroke="0">
                    <a:moveTo>
                      <a:pt x="792" y="0"/>
                    </a:moveTo>
                    <a:cubicBezTo>
                      <a:pt x="905" y="113"/>
                      <a:pt x="905" y="113"/>
                      <a:pt x="918" y="167"/>
                    </a:cubicBezTo>
                    <a:cubicBezTo>
                      <a:pt x="917" y="186"/>
                      <a:pt x="916" y="204"/>
                      <a:pt x="916" y="223"/>
                    </a:cubicBezTo>
                    <a:cubicBezTo>
                      <a:pt x="915" y="243"/>
                      <a:pt x="915" y="263"/>
                      <a:pt x="915" y="284"/>
                    </a:cubicBezTo>
                    <a:cubicBezTo>
                      <a:pt x="914" y="304"/>
                      <a:pt x="913" y="325"/>
                      <a:pt x="912" y="346"/>
                    </a:cubicBezTo>
                    <a:cubicBezTo>
                      <a:pt x="911" y="367"/>
                      <a:pt x="911" y="388"/>
                      <a:pt x="910" y="410"/>
                    </a:cubicBezTo>
                    <a:cubicBezTo>
                      <a:pt x="909" y="462"/>
                      <a:pt x="907" y="514"/>
                      <a:pt x="905" y="565"/>
                    </a:cubicBezTo>
                    <a:cubicBezTo>
                      <a:pt x="867" y="565"/>
                      <a:pt x="830" y="565"/>
                      <a:pt x="792" y="565"/>
                    </a:cubicBezTo>
                    <a:cubicBezTo>
                      <a:pt x="792" y="603"/>
                      <a:pt x="792" y="640"/>
                      <a:pt x="792" y="679"/>
                    </a:cubicBezTo>
                    <a:cubicBezTo>
                      <a:pt x="754" y="679"/>
                      <a:pt x="717" y="679"/>
                      <a:pt x="679" y="679"/>
                    </a:cubicBezTo>
                    <a:cubicBezTo>
                      <a:pt x="679" y="753"/>
                      <a:pt x="679" y="828"/>
                      <a:pt x="679" y="905"/>
                    </a:cubicBezTo>
                    <a:cubicBezTo>
                      <a:pt x="641" y="905"/>
                      <a:pt x="604" y="905"/>
                      <a:pt x="565" y="905"/>
                    </a:cubicBezTo>
                    <a:cubicBezTo>
                      <a:pt x="565" y="942"/>
                      <a:pt x="565" y="979"/>
                      <a:pt x="565" y="1018"/>
                    </a:cubicBezTo>
                    <a:cubicBezTo>
                      <a:pt x="491" y="1018"/>
                      <a:pt x="416" y="1018"/>
                      <a:pt x="339" y="1018"/>
                    </a:cubicBezTo>
                    <a:cubicBezTo>
                      <a:pt x="339" y="1055"/>
                      <a:pt x="339" y="1093"/>
                      <a:pt x="339" y="1131"/>
                    </a:cubicBezTo>
                    <a:cubicBezTo>
                      <a:pt x="302" y="1112"/>
                      <a:pt x="265" y="1094"/>
                      <a:pt x="226" y="1074"/>
                    </a:cubicBezTo>
                    <a:cubicBezTo>
                      <a:pt x="208" y="1093"/>
                      <a:pt x="189" y="1112"/>
                      <a:pt x="170" y="1131"/>
                    </a:cubicBezTo>
                    <a:cubicBezTo>
                      <a:pt x="163" y="1112"/>
                      <a:pt x="156" y="1094"/>
                      <a:pt x="148" y="1074"/>
                    </a:cubicBezTo>
                    <a:cubicBezTo>
                      <a:pt x="137" y="1056"/>
                      <a:pt x="125" y="1037"/>
                      <a:pt x="113" y="1018"/>
                    </a:cubicBezTo>
                    <a:cubicBezTo>
                      <a:pt x="54" y="1014"/>
                      <a:pt x="54" y="1014"/>
                      <a:pt x="0" y="1018"/>
                    </a:cubicBezTo>
                    <a:cubicBezTo>
                      <a:pt x="16" y="980"/>
                      <a:pt x="33" y="942"/>
                      <a:pt x="49" y="905"/>
                    </a:cubicBezTo>
                    <a:cubicBezTo>
                      <a:pt x="59" y="884"/>
                      <a:pt x="68" y="863"/>
                      <a:pt x="77" y="841"/>
                    </a:cubicBezTo>
                    <a:cubicBezTo>
                      <a:pt x="89" y="825"/>
                      <a:pt x="101" y="809"/>
                      <a:pt x="113" y="792"/>
                    </a:cubicBezTo>
                    <a:cubicBezTo>
                      <a:pt x="174" y="785"/>
                      <a:pt x="174" y="785"/>
                      <a:pt x="226" y="792"/>
                    </a:cubicBezTo>
                    <a:cubicBezTo>
                      <a:pt x="226" y="754"/>
                      <a:pt x="226" y="717"/>
                      <a:pt x="226" y="679"/>
                    </a:cubicBezTo>
                    <a:cubicBezTo>
                      <a:pt x="301" y="679"/>
                      <a:pt x="375" y="679"/>
                      <a:pt x="452" y="679"/>
                    </a:cubicBezTo>
                    <a:cubicBezTo>
                      <a:pt x="452" y="604"/>
                      <a:pt x="452" y="529"/>
                      <a:pt x="452" y="452"/>
                    </a:cubicBezTo>
                    <a:cubicBezTo>
                      <a:pt x="490" y="452"/>
                      <a:pt x="527" y="452"/>
                      <a:pt x="565" y="452"/>
                    </a:cubicBezTo>
                    <a:cubicBezTo>
                      <a:pt x="565" y="415"/>
                      <a:pt x="565" y="378"/>
                      <a:pt x="565" y="339"/>
                    </a:cubicBezTo>
                    <a:cubicBezTo>
                      <a:pt x="603" y="339"/>
                      <a:pt x="640" y="339"/>
                      <a:pt x="679" y="339"/>
                    </a:cubicBezTo>
                    <a:cubicBezTo>
                      <a:pt x="716" y="227"/>
                      <a:pt x="753" y="115"/>
                      <a:pt x="79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18" name="ICON_REFERENCE_SEARCH_path_025"/>
              <p:cNvSpPr/>
              <p:nvPr/>
            </p:nvSpPr>
            <p:spPr>
              <a:xfrm>
                <a:off x="10428666" y="1401390"/>
                <a:ext cx="41653" cy="3761"/>
              </a:xfrm>
              <a:custGeom>
                <a:avLst/>
                <a:gdLst/>
                <a:ahLst/>
                <a:cxnLst/>
                <a:rect l="0" t="0" r="r" b="b"/>
                <a:pathLst>
                  <a:path w="3280" h="296" fill="norm" stroke="0">
                    <a:moveTo>
                      <a:pt x="3020" y="0"/>
                    </a:moveTo>
                    <a:cubicBezTo>
                      <a:pt x="3051" y="0"/>
                      <a:pt x="3083" y="1"/>
                      <a:pt x="3114" y="2"/>
                    </a:cubicBezTo>
                    <a:cubicBezTo>
                      <a:pt x="3130" y="2"/>
                      <a:pt x="3146" y="2"/>
                      <a:pt x="3162" y="3"/>
                    </a:cubicBezTo>
                    <a:cubicBezTo>
                      <a:pt x="3201" y="3"/>
                      <a:pt x="3240" y="4"/>
                      <a:pt x="3280" y="6"/>
                    </a:cubicBezTo>
                    <a:cubicBezTo>
                      <a:pt x="3280" y="24"/>
                      <a:pt x="3280" y="43"/>
                      <a:pt x="3280" y="62"/>
                    </a:cubicBezTo>
                    <a:cubicBezTo>
                      <a:pt x="3055" y="153"/>
                      <a:pt x="2842" y="193"/>
                      <a:pt x="2600" y="212"/>
                    </a:cubicBezTo>
                    <a:cubicBezTo>
                      <a:pt x="2579" y="214"/>
                      <a:pt x="2558" y="216"/>
                      <a:pt x="2536" y="218"/>
                    </a:cubicBezTo>
                    <a:cubicBezTo>
                      <a:pt x="2518" y="219"/>
                      <a:pt x="2499" y="220"/>
                      <a:pt x="2479" y="222"/>
                    </a:cubicBezTo>
                    <a:cubicBezTo>
                      <a:pt x="2432" y="232"/>
                      <a:pt x="2432" y="232"/>
                      <a:pt x="2375" y="288"/>
                    </a:cubicBezTo>
                    <a:cubicBezTo>
                      <a:pt x="2313" y="294"/>
                      <a:pt x="2255" y="296"/>
                      <a:pt x="2193" y="296"/>
                    </a:cubicBezTo>
                    <a:cubicBezTo>
                      <a:pt x="2184" y="296"/>
                      <a:pt x="2184" y="296"/>
                      <a:pt x="2136" y="296"/>
                    </a:cubicBezTo>
                    <a:cubicBezTo>
                      <a:pt x="2075" y="296"/>
                      <a:pt x="2013" y="296"/>
                      <a:pt x="1951" y="296"/>
                    </a:cubicBezTo>
                    <a:cubicBezTo>
                      <a:pt x="1908" y="296"/>
                      <a:pt x="1865" y="296"/>
                      <a:pt x="1822" y="296"/>
                    </a:cubicBezTo>
                    <a:cubicBezTo>
                      <a:pt x="1732" y="296"/>
                      <a:pt x="1642" y="296"/>
                      <a:pt x="1552" y="296"/>
                    </a:cubicBezTo>
                    <a:cubicBezTo>
                      <a:pt x="1437" y="295"/>
                      <a:pt x="1322" y="296"/>
                      <a:pt x="1206" y="296"/>
                    </a:cubicBezTo>
                    <a:cubicBezTo>
                      <a:pt x="1118" y="296"/>
                      <a:pt x="1029" y="296"/>
                      <a:pt x="940" y="296"/>
                    </a:cubicBezTo>
                    <a:cubicBezTo>
                      <a:pt x="898" y="296"/>
                      <a:pt x="855" y="296"/>
                      <a:pt x="813" y="296"/>
                    </a:cubicBezTo>
                    <a:cubicBezTo>
                      <a:pt x="753" y="296"/>
                      <a:pt x="694" y="296"/>
                      <a:pt x="634" y="296"/>
                    </a:cubicBezTo>
                    <a:cubicBezTo>
                      <a:pt x="626" y="296"/>
                      <a:pt x="626" y="296"/>
                      <a:pt x="581" y="296"/>
                    </a:cubicBezTo>
                    <a:cubicBezTo>
                      <a:pt x="459" y="295"/>
                      <a:pt x="459" y="295"/>
                      <a:pt x="396" y="232"/>
                    </a:cubicBezTo>
                    <a:cubicBezTo>
                      <a:pt x="353" y="220"/>
                      <a:pt x="353" y="220"/>
                      <a:pt x="304" y="214"/>
                    </a:cubicBezTo>
                    <a:cubicBezTo>
                      <a:pt x="286" y="211"/>
                      <a:pt x="268" y="209"/>
                      <a:pt x="250" y="207"/>
                    </a:cubicBezTo>
                    <a:cubicBezTo>
                      <a:pt x="232" y="204"/>
                      <a:pt x="213" y="202"/>
                      <a:pt x="194" y="200"/>
                    </a:cubicBezTo>
                    <a:cubicBezTo>
                      <a:pt x="176" y="197"/>
                      <a:pt x="157" y="195"/>
                      <a:pt x="138" y="192"/>
                    </a:cubicBezTo>
                    <a:cubicBezTo>
                      <a:pt x="92" y="186"/>
                      <a:pt x="46" y="181"/>
                      <a:pt x="0" y="175"/>
                    </a:cubicBezTo>
                    <a:cubicBezTo>
                      <a:pt x="19" y="138"/>
                      <a:pt x="37" y="101"/>
                      <a:pt x="57" y="62"/>
                    </a:cubicBezTo>
                    <a:cubicBezTo>
                      <a:pt x="119" y="70"/>
                      <a:pt x="181" y="78"/>
                      <a:pt x="244" y="87"/>
                    </a:cubicBezTo>
                    <a:cubicBezTo>
                      <a:pt x="253" y="88"/>
                      <a:pt x="253" y="88"/>
                      <a:pt x="297" y="94"/>
                    </a:cubicBezTo>
                    <a:cubicBezTo>
                      <a:pt x="314" y="96"/>
                      <a:pt x="331" y="98"/>
                      <a:pt x="349" y="101"/>
                    </a:cubicBezTo>
                    <a:cubicBezTo>
                      <a:pt x="365" y="103"/>
                      <a:pt x="381" y="105"/>
                      <a:pt x="397" y="107"/>
                    </a:cubicBezTo>
                    <a:cubicBezTo>
                      <a:pt x="452" y="119"/>
                      <a:pt x="452" y="119"/>
                      <a:pt x="529" y="147"/>
                    </a:cubicBezTo>
                    <a:cubicBezTo>
                      <a:pt x="638" y="185"/>
                      <a:pt x="745" y="184"/>
                      <a:pt x="859" y="185"/>
                    </a:cubicBezTo>
                    <a:cubicBezTo>
                      <a:pt x="881" y="185"/>
                      <a:pt x="904" y="185"/>
                      <a:pt x="927" y="185"/>
                    </a:cubicBezTo>
                    <a:cubicBezTo>
                      <a:pt x="973" y="186"/>
                      <a:pt x="1020" y="186"/>
                      <a:pt x="1067" y="186"/>
                    </a:cubicBezTo>
                    <a:cubicBezTo>
                      <a:pt x="1138" y="186"/>
                      <a:pt x="1210" y="187"/>
                      <a:pt x="1281" y="188"/>
                    </a:cubicBezTo>
                    <a:cubicBezTo>
                      <a:pt x="1327" y="188"/>
                      <a:pt x="1372" y="188"/>
                      <a:pt x="1418" y="188"/>
                    </a:cubicBezTo>
                    <a:cubicBezTo>
                      <a:pt x="1428" y="188"/>
                      <a:pt x="1428" y="188"/>
                      <a:pt x="1483" y="189"/>
                    </a:cubicBezTo>
                    <a:cubicBezTo>
                      <a:pt x="1537" y="189"/>
                      <a:pt x="1587" y="188"/>
                      <a:pt x="1640" y="175"/>
                    </a:cubicBezTo>
                    <a:cubicBezTo>
                      <a:pt x="1674" y="119"/>
                      <a:pt x="1674" y="119"/>
                      <a:pt x="1696" y="62"/>
                    </a:cubicBezTo>
                    <a:cubicBezTo>
                      <a:pt x="1754" y="47"/>
                      <a:pt x="1754" y="47"/>
                      <a:pt x="1824" y="47"/>
                    </a:cubicBezTo>
                    <a:cubicBezTo>
                      <a:pt x="1849" y="47"/>
                      <a:pt x="1874" y="47"/>
                      <a:pt x="1900" y="47"/>
                    </a:cubicBezTo>
                    <a:cubicBezTo>
                      <a:pt x="1926" y="47"/>
                      <a:pt x="1952" y="47"/>
                      <a:pt x="1979" y="48"/>
                    </a:cubicBezTo>
                    <a:cubicBezTo>
                      <a:pt x="2005" y="47"/>
                      <a:pt x="2032" y="47"/>
                      <a:pt x="2059" y="47"/>
                    </a:cubicBezTo>
                    <a:cubicBezTo>
                      <a:pt x="2071" y="47"/>
                      <a:pt x="2071" y="47"/>
                      <a:pt x="2135" y="47"/>
                    </a:cubicBezTo>
                    <a:cubicBezTo>
                      <a:pt x="2146" y="47"/>
                      <a:pt x="2146" y="47"/>
                      <a:pt x="2204" y="47"/>
                    </a:cubicBezTo>
                    <a:cubicBezTo>
                      <a:pt x="2262" y="62"/>
                      <a:pt x="2262" y="62"/>
                      <a:pt x="2298" y="120"/>
                    </a:cubicBezTo>
                    <a:cubicBezTo>
                      <a:pt x="2305" y="138"/>
                      <a:pt x="2312" y="156"/>
                      <a:pt x="2318" y="175"/>
                    </a:cubicBezTo>
                    <a:cubicBezTo>
                      <a:pt x="2337" y="157"/>
                      <a:pt x="2356" y="138"/>
                      <a:pt x="2375" y="119"/>
                    </a:cubicBezTo>
                    <a:cubicBezTo>
                      <a:pt x="2427" y="108"/>
                      <a:pt x="2427" y="108"/>
                      <a:pt x="2490" y="103"/>
                    </a:cubicBezTo>
                    <a:cubicBezTo>
                      <a:pt x="2512" y="101"/>
                      <a:pt x="2535" y="99"/>
                      <a:pt x="2558" y="96"/>
                    </a:cubicBezTo>
                    <a:cubicBezTo>
                      <a:pt x="2606" y="92"/>
                      <a:pt x="2653" y="88"/>
                      <a:pt x="2701" y="84"/>
                    </a:cubicBezTo>
                    <a:cubicBezTo>
                      <a:pt x="2723" y="82"/>
                      <a:pt x="2746" y="80"/>
                      <a:pt x="2769" y="78"/>
                    </a:cubicBezTo>
                    <a:cubicBezTo>
                      <a:pt x="2790" y="76"/>
                      <a:pt x="2810" y="75"/>
                      <a:pt x="2832" y="73"/>
                    </a:cubicBezTo>
                    <a:cubicBezTo>
                      <a:pt x="2917" y="55"/>
                      <a:pt x="2925" y="7"/>
                      <a:pt x="302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19" name="ICON_REFERENCE_SEARCH_path_026"/>
              <p:cNvSpPr/>
              <p:nvPr/>
            </p:nvSpPr>
            <p:spPr>
              <a:xfrm>
                <a:off x="10435847" y="1209713"/>
                <a:ext cx="31599" cy="2873"/>
              </a:xfrm>
              <a:custGeom>
                <a:avLst/>
                <a:gdLst/>
                <a:ahLst/>
                <a:cxnLst/>
                <a:rect l="0" t="0" r="r" b="b"/>
                <a:pathLst>
                  <a:path w="2488" h="226" fill="norm" stroke="0">
                    <a:moveTo>
                      <a:pt x="226" y="0"/>
                    </a:moveTo>
                    <a:cubicBezTo>
                      <a:pt x="375" y="0"/>
                      <a:pt x="525" y="0"/>
                      <a:pt x="679" y="0"/>
                    </a:cubicBezTo>
                    <a:cubicBezTo>
                      <a:pt x="679" y="37"/>
                      <a:pt x="679" y="75"/>
                      <a:pt x="679" y="113"/>
                    </a:cubicBezTo>
                    <a:cubicBezTo>
                      <a:pt x="1276" y="113"/>
                      <a:pt x="1873" y="113"/>
                      <a:pt x="2488" y="113"/>
                    </a:cubicBezTo>
                    <a:cubicBezTo>
                      <a:pt x="2488" y="150"/>
                      <a:pt x="2488" y="188"/>
                      <a:pt x="2488" y="226"/>
                    </a:cubicBezTo>
                    <a:cubicBezTo>
                      <a:pt x="1667" y="226"/>
                      <a:pt x="846" y="226"/>
                      <a:pt x="0" y="226"/>
                    </a:cubicBezTo>
                    <a:cubicBezTo>
                      <a:pt x="19" y="189"/>
                      <a:pt x="37" y="152"/>
                      <a:pt x="57" y="113"/>
                    </a:cubicBezTo>
                    <a:cubicBezTo>
                      <a:pt x="116" y="98"/>
                      <a:pt x="164" y="108"/>
                      <a:pt x="226" y="113"/>
                    </a:cubicBezTo>
                    <a:cubicBezTo>
                      <a:pt x="226" y="76"/>
                      <a:pt x="226" y="38"/>
                      <a:pt x="22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20" name="ICON_REFERENCE_SEARCH_path_027"/>
              <p:cNvSpPr/>
              <p:nvPr/>
            </p:nvSpPr>
            <p:spPr>
              <a:xfrm>
                <a:off x="10547879" y="1357653"/>
                <a:ext cx="10217" cy="21545"/>
              </a:xfrm>
              <a:custGeom>
                <a:avLst/>
                <a:gdLst/>
                <a:ahLst/>
                <a:cxnLst/>
                <a:rect l="0" t="0" r="r" b="b"/>
                <a:pathLst>
                  <a:path w="805" h="1696" fill="norm" stroke="0">
                    <a:moveTo>
                      <a:pt x="679" y="0"/>
                    </a:moveTo>
                    <a:cubicBezTo>
                      <a:pt x="734" y="19"/>
                      <a:pt x="734" y="19"/>
                      <a:pt x="792" y="57"/>
                    </a:cubicBezTo>
                    <a:cubicBezTo>
                      <a:pt x="805" y="120"/>
                      <a:pt x="805" y="120"/>
                      <a:pt x="803" y="198"/>
                    </a:cubicBezTo>
                    <a:cubicBezTo>
                      <a:pt x="803" y="212"/>
                      <a:pt x="803" y="212"/>
                      <a:pt x="802" y="283"/>
                    </a:cubicBezTo>
                    <a:cubicBezTo>
                      <a:pt x="801" y="312"/>
                      <a:pt x="800" y="342"/>
                      <a:pt x="799" y="371"/>
                    </a:cubicBezTo>
                    <a:cubicBezTo>
                      <a:pt x="798" y="401"/>
                      <a:pt x="798" y="430"/>
                      <a:pt x="797" y="460"/>
                    </a:cubicBezTo>
                    <a:cubicBezTo>
                      <a:pt x="796" y="533"/>
                      <a:pt x="794" y="606"/>
                      <a:pt x="792" y="679"/>
                    </a:cubicBezTo>
                    <a:cubicBezTo>
                      <a:pt x="754" y="679"/>
                      <a:pt x="717" y="679"/>
                      <a:pt x="679" y="679"/>
                    </a:cubicBezTo>
                    <a:cubicBezTo>
                      <a:pt x="679" y="716"/>
                      <a:pt x="679" y="753"/>
                      <a:pt x="679" y="792"/>
                    </a:cubicBezTo>
                    <a:cubicBezTo>
                      <a:pt x="641" y="792"/>
                      <a:pt x="604" y="792"/>
                      <a:pt x="565" y="792"/>
                    </a:cubicBezTo>
                    <a:cubicBezTo>
                      <a:pt x="565" y="829"/>
                      <a:pt x="565" y="866"/>
                      <a:pt x="565" y="905"/>
                    </a:cubicBezTo>
                    <a:cubicBezTo>
                      <a:pt x="528" y="905"/>
                      <a:pt x="491" y="905"/>
                      <a:pt x="452" y="905"/>
                    </a:cubicBezTo>
                    <a:cubicBezTo>
                      <a:pt x="452" y="1017"/>
                      <a:pt x="452" y="1129"/>
                      <a:pt x="452" y="1244"/>
                    </a:cubicBezTo>
                    <a:cubicBezTo>
                      <a:pt x="415" y="1244"/>
                      <a:pt x="378" y="1244"/>
                      <a:pt x="339" y="1244"/>
                    </a:cubicBezTo>
                    <a:cubicBezTo>
                      <a:pt x="339" y="1281"/>
                      <a:pt x="339" y="1319"/>
                      <a:pt x="339" y="1357"/>
                    </a:cubicBezTo>
                    <a:cubicBezTo>
                      <a:pt x="302" y="1357"/>
                      <a:pt x="265" y="1357"/>
                      <a:pt x="226" y="1357"/>
                    </a:cubicBezTo>
                    <a:cubicBezTo>
                      <a:pt x="226" y="1432"/>
                      <a:pt x="226" y="1506"/>
                      <a:pt x="226" y="1583"/>
                    </a:cubicBezTo>
                    <a:cubicBezTo>
                      <a:pt x="189" y="1583"/>
                      <a:pt x="152" y="1583"/>
                      <a:pt x="113" y="1583"/>
                    </a:cubicBezTo>
                    <a:cubicBezTo>
                      <a:pt x="113" y="1621"/>
                      <a:pt x="113" y="1658"/>
                      <a:pt x="113" y="1696"/>
                    </a:cubicBezTo>
                    <a:cubicBezTo>
                      <a:pt x="76" y="1696"/>
                      <a:pt x="38" y="1696"/>
                      <a:pt x="0" y="1696"/>
                    </a:cubicBezTo>
                    <a:cubicBezTo>
                      <a:pt x="29" y="1542"/>
                      <a:pt x="59" y="1392"/>
                      <a:pt x="113" y="1244"/>
                    </a:cubicBezTo>
                    <a:cubicBezTo>
                      <a:pt x="150" y="1244"/>
                      <a:pt x="188" y="1244"/>
                      <a:pt x="226" y="1244"/>
                    </a:cubicBezTo>
                    <a:cubicBezTo>
                      <a:pt x="226" y="1169"/>
                      <a:pt x="226" y="1095"/>
                      <a:pt x="226" y="1018"/>
                    </a:cubicBezTo>
                    <a:cubicBezTo>
                      <a:pt x="264" y="1018"/>
                      <a:pt x="301" y="1018"/>
                      <a:pt x="339" y="1018"/>
                    </a:cubicBezTo>
                    <a:cubicBezTo>
                      <a:pt x="339" y="943"/>
                      <a:pt x="339" y="869"/>
                      <a:pt x="339" y="792"/>
                    </a:cubicBezTo>
                    <a:cubicBezTo>
                      <a:pt x="377" y="792"/>
                      <a:pt x="414" y="792"/>
                      <a:pt x="452" y="792"/>
                    </a:cubicBezTo>
                    <a:cubicBezTo>
                      <a:pt x="452" y="754"/>
                      <a:pt x="452" y="717"/>
                      <a:pt x="452" y="679"/>
                    </a:cubicBezTo>
                    <a:cubicBezTo>
                      <a:pt x="490" y="679"/>
                      <a:pt x="527" y="679"/>
                      <a:pt x="565" y="679"/>
                    </a:cubicBezTo>
                    <a:cubicBezTo>
                      <a:pt x="565" y="529"/>
                      <a:pt x="565" y="380"/>
                      <a:pt x="565" y="226"/>
                    </a:cubicBezTo>
                    <a:cubicBezTo>
                      <a:pt x="603" y="226"/>
                      <a:pt x="640" y="226"/>
                      <a:pt x="679" y="226"/>
                    </a:cubicBezTo>
                    <a:cubicBezTo>
                      <a:pt x="679" y="152"/>
                      <a:pt x="679" y="77"/>
                      <a:pt x="67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21" name="ICON_REFERENCE_SEARCH_path_028"/>
              <p:cNvSpPr/>
              <p:nvPr/>
            </p:nvSpPr>
            <p:spPr>
              <a:xfrm>
                <a:off x="10529207" y="1242748"/>
                <a:ext cx="11490" cy="11490"/>
              </a:xfrm>
              <a:custGeom>
                <a:avLst/>
                <a:gdLst/>
                <a:ahLst/>
                <a:cxnLst/>
                <a:rect l="0" t="0" r="r" b="b"/>
                <a:pathLst>
                  <a:path w="905" h="905" fill="norm" stroke="0">
                    <a:moveTo>
                      <a:pt x="0" y="0"/>
                    </a:moveTo>
                    <a:cubicBezTo>
                      <a:pt x="149" y="0"/>
                      <a:pt x="299" y="0"/>
                      <a:pt x="452" y="0"/>
                    </a:cubicBezTo>
                    <a:cubicBezTo>
                      <a:pt x="452" y="75"/>
                      <a:pt x="452" y="149"/>
                      <a:pt x="452" y="226"/>
                    </a:cubicBezTo>
                    <a:cubicBezTo>
                      <a:pt x="490" y="226"/>
                      <a:pt x="527" y="226"/>
                      <a:pt x="565" y="226"/>
                    </a:cubicBezTo>
                    <a:cubicBezTo>
                      <a:pt x="565" y="264"/>
                      <a:pt x="565" y="301"/>
                      <a:pt x="565" y="339"/>
                    </a:cubicBezTo>
                    <a:cubicBezTo>
                      <a:pt x="603" y="339"/>
                      <a:pt x="640" y="339"/>
                      <a:pt x="679" y="339"/>
                    </a:cubicBezTo>
                    <a:cubicBezTo>
                      <a:pt x="679" y="377"/>
                      <a:pt x="679" y="414"/>
                      <a:pt x="679" y="452"/>
                    </a:cubicBezTo>
                    <a:cubicBezTo>
                      <a:pt x="753" y="452"/>
                      <a:pt x="828" y="452"/>
                      <a:pt x="905" y="452"/>
                    </a:cubicBezTo>
                    <a:cubicBezTo>
                      <a:pt x="905" y="564"/>
                      <a:pt x="905" y="676"/>
                      <a:pt x="905" y="792"/>
                    </a:cubicBezTo>
                    <a:cubicBezTo>
                      <a:pt x="867" y="792"/>
                      <a:pt x="830" y="792"/>
                      <a:pt x="792" y="792"/>
                    </a:cubicBezTo>
                    <a:cubicBezTo>
                      <a:pt x="792" y="829"/>
                      <a:pt x="792" y="866"/>
                      <a:pt x="792" y="905"/>
                    </a:cubicBezTo>
                    <a:cubicBezTo>
                      <a:pt x="708" y="876"/>
                      <a:pt x="635" y="847"/>
                      <a:pt x="565" y="792"/>
                    </a:cubicBezTo>
                    <a:cubicBezTo>
                      <a:pt x="545" y="713"/>
                      <a:pt x="552" y="645"/>
                      <a:pt x="565" y="565"/>
                    </a:cubicBezTo>
                    <a:cubicBezTo>
                      <a:pt x="528" y="565"/>
                      <a:pt x="491" y="565"/>
                      <a:pt x="452" y="565"/>
                    </a:cubicBezTo>
                    <a:cubicBezTo>
                      <a:pt x="452" y="528"/>
                      <a:pt x="452" y="491"/>
                      <a:pt x="452" y="452"/>
                    </a:cubicBezTo>
                    <a:cubicBezTo>
                      <a:pt x="415" y="452"/>
                      <a:pt x="378" y="452"/>
                      <a:pt x="339" y="452"/>
                    </a:cubicBezTo>
                    <a:cubicBezTo>
                      <a:pt x="339" y="415"/>
                      <a:pt x="339" y="378"/>
                      <a:pt x="339" y="339"/>
                    </a:cubicBezTo>
                    <a:cubicBezTo>
                      <a:pt x="302" y="339"/>
                      <a:pt x="265" y="339"/>
                      <a:pt x="226" y="339"/>
                    </a:cubicBezTo>
                    <a:cubicBezTo>
                      <a:pt x="229" y="322"/>
                      <a:pt x="231" y="304"/>
                      <a:pt x="233" y="286"/>
                    </a:cubicBezTo>
                    <a:cubicBezTo>
                      <a:pt x="232" y="276"/>
                      <a:pt x="232" y="276"/>
                      <a:pt x="226" y="226"/>
                    </a:cubicBezTo>
                    <a:cubicBezTo>
                      <a:pt x="177" y="194"/>
                      <a:pt x="177" y="194"/>
                      <a:pt x="113" y="170"/>
                    </a:cubicBezTo>
                    <a:cubicBezTo>
                      <a:pt x="49" y="145"/>
                      <a:pt x="49" y="145"/>
                      <a:pt x="0" y="113"/>
                    </a:cubicBezTo>
                    <a:cubicBezTo>
                      <a:pt x="0" y="76"/>
                      <a:pt x="0" y="3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22" name="ICON_REFERENCE_SEARCH_path_029"/>
              <p:cNvSpPr/>
              <p:nvPr/>
            </p:nvSpPr>
            <p:spPr>
              <a:xfrm>
                <a:off x="10524691" y="1316000"/>
                <a:ext cx="4099" cy="17236"/>
              </a:xfrm>
              <a:custGeom>
                <a:avLst/>
                <a:gdLst/>
                <a:ahLst/>
                <a:cxnLst/>
                <a:rect l="0" t="0" r="r" b="b"/>
                <a:pathLst>
                  <a:path w="323" h="1357" fill="norm" stroke="0">
                    <a:moveTo>
                      <a:pt x="16" y="0"/>
                    </a:moveTo>
                    <a:cubicBezTo>
                      <a:pt x="91" y="0"/>
                      <a:pt x="166" y="0"/>
                      <a:pt x="243" y="0"/>
                    </a:cubicBezTo>
                    <a:cubicBezTo>
                      <a:pt x="252" y="132"/>
                      <a:pt x="261" y="263"/>
                      <a:pt x="270" y="395"/>
                    </a:cubicBezTo>
                    <a:cubicBezTo>
                      <a:pt x="273" y="440"/>
                      <a:pt x="276" y="485"/>
                      <a:pt x="279" y="529"/>
                    </a:cubicBezTo>
                    <a:cubicBezTo>
                      <a:pt x="323" y="1128"/>
                      <a:pt x="323" y="1128"/>
                      <a:pt x="214" y="1286"/>
                    </a:cubicBezTo>
                    <a:cubicBezTo>
                      <a:pt x="182" y="1318"/>
                      <a:pt x="182" y="1318"/>
                      <a:pt x="129" y="1357"/>
                    </a:cubicBezTo>
                    <a:cubicBezTo>
                      <a:pt x="76" y="1320"/>
                      <a:pt x="49" y="1298"/>
                      <a:pt x="16" y="1244"/>
                    </a:cubicBezTo>
                    <a:cubicBezTo>
                      <a:pt x="0" y="1150"/>
                      <a:pt x="3" y="1056"/>
                      <a:pt x="5" y="961"/>
                    </a:cubicBezTo>
                    <a:cubicBezTo>
                      <a:pt x="5" y="933"/>
                      <a:pt x="6" y="906"/>
                      <a:pt x="6" y="878"/>
                    </a:cubicBezTo>
                    <a:cubicBezTo>
                      <a:pt x="6" y="805"/>
                      <a:pt x="7" y="732"/>
                      <a:pt x="9" y="660"/>
                    </a:cubicBezTo>
                    <a:cubicBezTo>
                      <a:pt x="10" y="585"/>
                      <a:pt x="10" y="511"/>
                      <a:pt x="11" y="437"/>
                    </a:cubicBezTo>
                    <a:cubicBezTo>
                      <a:pt x="12" y="291"/>
                      <a:pt x="14" y="146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18" cap="flat">
                <a:noFill/>
              </a:ln>
            </p:spPr>
          </p:sp>
          <p:sp>
            <p:nvSpPr>
              <p:cNvPr id="823" name="ICON_REFERENCE_SEARCH_path_030"/>
              <p:cNvSpPr/>
              <p:nvPr/>
            </p:nvSpPr>
            <p:spPr>
              <a:xfrm>
                <a:off x="10365468" y="1237003"/>
                <a:ext cx="11490" cy="10054"/>
              </a:xfrm>
              <a:custGeom>
                <a:avLst/>
                <a:gdLst/>
                <a:ahLst/>
                <a:cxnLst/>
                <a:rect l="0" t="0" r="r" b="b"/>
                <a:pathLst>
                  <a:path w="905" h="792" fill="norm" stroke="0">
                    <a:moveTo>
                      <a:pt x="452" y="0"/>
                    </a:moveTo>
                    <a:cubicBezTo>
                      <a:pt x="602" y="0"/>
                      <a:pt x="751" y="0"/>
                      <a:pt x="905" y="0"/>
                    </a:cubicBezTo>
                    <a:cubicBezTo>
                      <a:pt x="827" y="177"/>
                      <a:pt x="827" y="177"/>
                      <a:pt x="792" y="226"/>
                    </a:cubicBezTo>
                    <a:cubicBezTo>
                      <a:pt x="731" y="233"/>
                      <a:pt x="731" y="233"/>
                      <a:pt x="679" y="226"/>
                    </a:cubicBezTo>
                    <a:cubicBezTo>
                      <a:pt x="679" y="264"/>
                      <a:pt x="679" y="301"/>
                      <a:pt x="679" y="339"/>
                    </a:cubicBezTo>
                    <a:cubicBezTo>
                      <a:pt x="641" y="339"/>
                      <a:pt x="604" y="339"/>
                      <a:pt x="565" y="339"/>
                    </a:cubicBezTo>
                    <a:cubicBezTo>
                      <a:pt x="565" y="377"/>
                      <a:pt x="565" y="414"/>
                      <a:pt x="565" y="452"/>
                    </a:cubicBezTo>
                    <a:cubicBezTo>
                      <a:pt x="554" y="455"/>
                      <a:pt x="554" y="455"/>
                      <a:pt x="495" y="469"/>
                    </a:cubicBezTo>
                    <a:cubicBezTo>
                      <a:pt x="249" y="535"/>
                      <a:pt x="249" y="535"/>
                      <a:pt x="182" y="623"/>
                    </a:cubicBezTo>
                    <a:cubicBezTo>
                      <a:pt x="156" y="686"/>
                      <a:pt x="156" y="686"/>
                      <a:pt x="137" y="746"/>
                    </a:cubicBezTo>
                    <a:cubicBezTo>
                      <a:pt x="129" y="761"/>
                      <a:pt x="121" y="776"/>
                      <a:pt x="113" y="792"/>
                    </a:cubicBezTo>
                    <a:cubicBezTo>
                      <a:pt x="76" y="792"/>
                      <a:pt x="38" y="792"/>
                      <a:pt x="0" y="792"/>
                    </a:cubicBezTo>
                    <a:cubicBezTo>
                      <a:pt x="0" y="680"/>
                      <a:pt x="0" y="568"/>
                      <a:pt x="0" y="452"/>
                    </a:cubicBezTo>
                    <a:cubicBezTo>
                      <a:pt x="75" y="452"/>
                      <a:pt x="149" y="452"/>
                      <a:pt x="226" y="452"/>
                    </a:cubicBezTo>
                    <a:cubicBezTo>
                      <a:pt x="226" y="378"/>
                      <a:pt x="226" y="303"/>
                      <a:pt x="226" y="226"/>
                    </a:cubicBezTo>
                    <a:cubicBezTo>
                      <a:pt x="301" y="226"/>
                      <a:pt x="375" y="226"/>
                      <a:pt x="452" y="226"/>
                    </a:cubicBezTo>
                    <a:cubicBezTo>
                      <a:pt x="452" y="152"/>
                      <a:pt x="452" y="77"/>
                      <a:pt x="45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24" name="ICON_REFERENCE_SEARCH_path_031"/>
              <p:cNvSpPr/>
              <p:nvPr/>
            </p:nvSpPr>
            <p:spPr>
              <a:xfrm>
                <a:off x="10375522" y="1297328"/>
                <a:ext cx="8618" cy="8618"/>
              </a:xfrm>
              <a:custGeom>
                <a:avLst/>
                <a:gdLst/>
                <a:ahLst/>
                <a:cxnLst/>
                <a:rect l="0" t="0" r="r" b="b"/>
                <a:pathLst>
                  <a:path w="679" h="679" fill="norm" stroke="0">
                    <a:moveTo>
                      <a:pt x="0" y="0"/>
                    </a:moveTo>
                    <a:cubicBezTo>
                      <a:pt x="37" y="0"/>
                      <a:pt x="75" y="0"/>
                      <a:pt x="113" y="0"/>
                    </a:cubicBezTo>
                    <a:cubicBezTo>
                      <a:pt x="117" y="10"/>
                      <a:pt x="117" y="10"/>
                      <a:pt x="134" y="60"/>
                    </a:cubicBezTo>
                    <a:cubicBezTo>
                      <a:pt x="143" y="86"/>
                      <a:pt x="153" y="111"/>
                      <a:pt x="163" y="138"/>
                    </a:cubicBezTo>
                    <a:cubicBezTo>
                      <a:pt x="172" y="163"/>
                      <a:pt x="181" y="189"/>
                      <a:pt x="190" y="215"/>
                    </a:cubicBezTo>
                    <a:cubicBezTo>
                      <a:pt x="231" y="292"/>
                      <a:pt x="259" y="310"/>
                      <a:pt x="339" y="339"/>
                    </a:cubicBezTo>
                    <a:cubicBezTo>
                      <a:pt x="339" y="302"/>
                      <a:pt x="339" y="265"/>
                      <a:pt x="339" y="226"/>
                    </a:cubicBezTo>
                    <a:cubicBezTo>
                      <a:pt x="377" y="226"/>
                      <a:pt x="414" y="226"/>
                      <a:pt x="452" y="226"/>
                    </a:cubicBezTo>
                    <a:cubicBezTo>
                      <a:pt x="452" y="264"/>
                      <a:pt x="452" y="301"/>
                      <a:pt x="452" y="339"/>
                    </a:cubicBezTo>
                    <a:cubicBezTo>
                      <a:pt x="490" y="339"/>
                      <a:pt x="527" y="339"/>
                      <a:pt x="565" y="339"/>
                    </a:cubicBezTo>
                    <a:cubicBezTo>
                      <a:pt x="565" y="377"/>
                      <a:pt x="565" y="414"/>
                      <a:pt x="565" y="452"/>
                    </a:cubicBezTo>
                    <a:cubicBezTo>
                      <a:pt x="603" y="452"/>
                      <a:pt x="640" y="452"/>
                      <a:pt x="679" y="452"/>
                    </a:cubicBezTo>
                    <a:cubicBezTo>
                      <a:pt x="679" y="527"/>
                      <a:pt x="679" y="602"/>
                      <a:pt x="679" y="679"/>
                    </a:cubicBezTo>
                    <a:cubicBezTo>
                      <a:pt x="529" y="679"/>
                      <a:pt x="380" y="679"/>
                      <a:pt x="226" y="679"/>
                    </a:cubicBezTo>
                    <a:cubicBezTo>
                      <a:pt x="226" y="641"/>
                      <a:pt x="226" y="604"/>
                      <a:pt x="226" y="565"/>
                    </a:cubicBezTo>
                    <a:cubicBezTo>
                      <a:pt x="189" y="565"/>
                      <a:pt x="152" y="565"/>
                      <a:pt x="113" y="565"/>
                    </a:cubicBezTo>
                    <a:cubicBezTo>
                      <a:pt x="113" y="528"/>
                      <a:pt x="113" y="491"/>
                      <a:pt x="113" y="452"/>
                    </a:cubicBezTo>
                    <a:cubicBezTo>
                      <a:pt x="76" y="452"/>
                      <a:pt x="38" y="452"/>
                      <a:pt x="0" y="452"/>
                    </a:cubicBezTo>
                    <a:cubicBezTo>
                      <a:pt x="0" y="303"/>
                      <a:pt x="0" y="15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18" cap="flat">
                <a:noFill/>
              </a:ln>
            </p:spPr>
          </p:sp>
          <p:sp>
            <p:nvSpPr>
              <p:cNvPr id="825" name="ICON_REFERENCE_SEARCH_path_032"/>
              <p:cNvSpPr/>
              <p:nvPr/>
            </p:nvSpPr>
            <p:spPr>
              <a:xfrm>
                <a:off x="10620413" y="1459631"/>
                <a:ext cx="5027" cy="14363"/>
              </a:xfrm>
              <a:custGeom>
                <a:avLst/>
                <a:gdLst/>
                <a:ahLst/>
                <a:cxnLst/>
                <a:rect l="0" t="0" r="r" b="b"/>
                <a:pathLst>
                  <a:path w="396" h="1131" fill="norm" stroke="0">
                    <a:moveTo>
                      <a:pt x="170" y="0"/>
                    </a:moveTo>
                    <a:cubicBezTo>
                      <a:pt x="244" y="0"/>
                      <a:pt x="319" y="0"/>
                      <a:pt x="396" y="0"/>
                    </a:cubicBezTo>
                    <a:cubicBezTo>
                      <a:pt x="396" y="75"/>
                      <a:pt x="396" y="149"/>
                      <a:pt x="396" y="226"/>
                    </a:cubicBezTo>
                    <a:cubicBezTo>
                      <a:pt x="321" y="226"/>
                      <a:pt x="247" y="226"/>
                      <a:pt x="170" y="226"/>
                    </a:cubicBezTo>
                    <a:cubicBezTo>
                      <a:pt x="170" y="375"/>
                      <a:pt x="170" y="525"/>
                      <a:pt x="170" y="679"/>
                    </a:cubicBezTo>
                    <a:cubicBezTo>
                      <a:pt x="207" y="679"/>
                      <a:pt x="244" y="679"/>
                      <a:pt x="283" y="679"/>
                    </a:cubicBezTo>
                    <a:cubicBezTo>
                      <a:pt x="283" y="716"/>
                      <a:pt x="283" y="753"/>
                      <a:pt x="283" y="792"/>
                    </a:cubicBezTo>
                    <a:cubicBezTo>
                      <a:pt x="320" y="792"/>
                      <a:pt x="357" y="792"/>
                      <a:pt x="396" y="792"/>
                    </a:cubicBezTo>
                    <a:cubicBezTo>
                      <a:pt x="396" y="866"/>
                      <a:pt x="396" y="941"/>
                      <a:pt x="396" y="1018"/>
                    </a:cubicBezTo>
                    <a:cubicBezTo>
                      <a:pt x="321" y="1018"/>
                      <a:pt x="247" y="1018"/>
                      <a:pt x="170" y="1018"/>
                    </a:cubicBezTo>
                    <a:cubicBezTo>
                      <a:pt x="170" y="1055"/>
                      <a:pt x="170" y="1093"/>
                      <a:pt x="170" y="1131"/>
                    </a:cubicBezTo>
                    <a:cubicBezTo>
                      <a:pt x="114" y="1131"/>
                      <a:pt x="58" y="1131"/>
                      <a:pt x="0" y="1131"/>
                    </a:cubicBezTo>
                    <a:cubicBezTo>
                      <a:pt x="9" y="963"/>
                      <a:pt x="9" y="963"/>
                      <a:pt x="57" y="113"/>
                    </a:cubicBezTo>
                    <a:cubicBezTo>
                      <a:pt x="94" y="113"/>
                      <a:pt x="131" y="113"/>
                      <a:pt x="170" y="113"/>
                    </a:cubicBezTo>
                    <a:cubicBezTo>
                      <a:pt x="170" y="76"/>
                      <a:pt x="170" y="38"/>
                      <a:pt x="17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26" name="ICON_REFERENCE_SEARCH_path_033"/>
              <p:cNvSpPr/>
              <p:nvPr/>
            </p:nvSpPr>
            <p:spPr>
              <a:xfrm>
                <a:off x="10549315" y="1459631"/>
                <a:ext cx="8618" cy="8618"/>
              </a:xfrm>
              <a:custGeom>
                <a:avLst/>
                <a:gdLst/>
                <a:ahLst/>
                <a:cxnLst/>
                <a:rect l="0" t="0" r="r" b="b"/>
                <a:pathLst>
                  <a:path w="679" h="679" fill="norm" stroke="0">
                    <a:moveTo>
                      <a:pt x="113" y="0"/>
                    </a:moveTo>
                    <a:cubicBezTo>
                      <a:pt x="151" y="16"/>
                      <a:pt x="189" y="33"/>
                      <a:pt x="226" y="49"/>
                    </a:cubicBezTo>
                    <a:cubicBezTo>
                      <a:pt x="247" y="59"/>
                      <a:pt x="268" y="68"/>
                      <a:pt x="290" y="77"/>
                    </a:cubicBezTo>
                    <a:cubicBezTo>
                      <a:pt x="306" y="89"/>
                      <a:pt x="322" y="101"/>
                      <a:pt x="339" y="113"/>
                    </a:cubicBezTo>
                    <a:cubicBezTo>
                      <a:pt x="346" y="174"/>
                      <a:pt x="346" y="174"/>
                      <a:pt x="339" y="226"/>
                    </a:cubicBezTo>
                    <a:cubicBezTo>
                      <a:pt x="377" y="226"/>
                      <a:pt x="414" y="226"/>
                      <a:pt x="452" y="226"/>
                    </a:cubicBezTo>
                    <a:cubicBezTo>
                      <a:pt x="450" y="244"/>
                      <a:pt x="448" y="261"/>
                      <a:pt x="445" y="279"/>
                    </a:cubicBezTo>
                    <a:cubicBezTo>
                      <a:pt x="446" y="289"/>
                      <a:pt x="446" y="289"/>
                      <a:pt x="452" y="339"/>
                    </a:cubicBezTo>
                    <a:cubicBezTo>
                      <a:pt x="502" y="371"/>
                      <a:pt x="502" y="371"/>
                      <a:pt x="565" y="396"/>
                    </a:cubicBezTo>
                    <a:cubicBezTo>
                      <a:pt x="629" y="421"/>
                      <a:pt x="629" y="421"/>
                      <a:pt x="679" y="452"/>
                    </a:cubicBezTo>
                    <a:cubicBezTo>
                      <a:pt x="679" y="490"/>
                      <a:pt x="679" y="527"/>
                      <a:pt x="679" y="565"/>
                    </a:cubicBezTo>
                    <a:cubicBezTo>
                      <a:pt x="604" y="565"/>
                      <a:pt x="529" y="565"/>
                      <a:pt x="452" y="565"/>
                    </a:cubicBezTo>
                    <a:cubicBezTo>
                      <a:pt x="452" y="603"/>
                      <a:pt x="452" y="640"/>
                      <a:pt x="452" y="679"/>
                    </a:cubicBezTo>
                    <a:cubicBezTo>
                      <a:pt x="415" y="679"/>
                      <a:pt x="378" y="679"/>
                      <a:pt x="339" y="679"/>
                    </a:cubicBezTo>
                    <a:cubicBezTo>
                      <a:pt x="339" y="641"/>
                      <a:pt x="339" y="604"/>
                      <a:pt x="339" y="565"/>
                    </a:cubicBezTo>
                    <a:cubicBezTo>
                      <a:pt x="302" y="565"/>
                      <a:pt x="265" y="565"/>
                      <a:pt x="226" y="565"/>
                    </a:cubicBezTo>
                    <a:cubicBezTo>
                      <a:pt x="226" y="528"/>
                      <a:pt x="226" y="491"/>
                      <a:pt x="226" y="452"/>
                    </a:cubicBezTo>
                    <a:cubicBezTo>
                      <a:pt x="189" y="452"/>
                      <a:pt x="152" y="452"/>
                      <a:pt x="113" y="452"/>
                    </a:cubicBezTo>
                    <a:cubicBezTo>
                      <a:pt x="113" y="415"/>
                      <a:pt x="113" y="378"/>
                      <a:pt x="113" y="339"/>
                    </a:cubicBezTo>
                    <a:cubicBezTo>
                      <a:pt x="76" y="339"/>
                      <a:pt x="38" y="339"/>
                      <a:pt x="0" y="339"/>
                    </a:cubicBezTo>
                    <a:cubicBezTo>
                      <a:pt x="0" y="265"/>
                      <a:pt x="0" y="190"/>
                      <a:pt x="0" y="113"/>
                    </a:cubicBezTo>
                    <a:cubicBezTo>
                      <a:pt x="37" y="113"/>
                      <a:pt x="75" y="113"/>
                      <a:pt x="113" y="113"/>
                    </a:cubicBezTo>
                    <a:cubicBezTo>
                      <a:pt x="113" y="76"/>
                      <a:pt x="113" y="38"/>
                      <a:pt x="11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  <p:sp>
            <p:nvSpPr>
              <p:cNvPr id="827" name="ICON_REFERENCE_SEARCH_path_034"/>
              <p:cNvSpPr/>
              <p:nvPr/>
            </p:nvSpPr>
            <p:spPr>
              <a:xfrm>
                <a:off x="10497608" y="1219767"/>
                <a:ext cx="10054" cy="5745"/>
              </a:xfrm>
              <a:custGeom>
                <a:avLst/>
                <a:gdLst/>
                <a:ahLst/>
                <a:cxnLst/>
                <a:rect l="0" t="0" r="r" b="b"/>
                <a:pathLst>
                  <a:path w="792" h="452" fill="norm" stroke="0">
                    <a:moveTo>
                      <a:pt x="0" y="0"/>
                    </a:moveTo>
                    <a:cubicBezTo>
                      <a:pt x="112" y="0"/>
                      <a:pt x="224" y="0"/>
                      <a:pt x="339" y="0"/>
                    </a:cubicBezTo>
                    <a:cubicBezTo>
                      <a:pt x="339" y="37"/>
                      <a:pt x="339" y="75"/>
                      <a:pt x="339" y="113"/>
                    </a:cubicBezTo>
                    <a:cubicBezTo>
                      <a:pt x="451" y="113"/>
                      <a:pt x="563" y="113"/>
                      <a:pt x="679" y="113"/>
                    </a:cubicBezTo>
                    <a:cubicBezTo>
                      <a:pt x="679" y="150"/>
                      <a:pt x="679" y="188"/>
                      <a:pt x="679" y="226"/>
                    </a:cubicBezTo>
                    <a:cubicBezTo>
                      <a:pt x="716" y="226"/>
                      <a:pt x="753" y="226"/>
                      <a:pt x="792" y="226"/>
                    </a:cubicBezTo>
                    <a:cubicBezTo>
                      <a:pt x="792" y="301"/>
                      <a:pt x="792" y="375"/>
                      <a:pt x="792" y="452"/>
                    </a:cubicBezTo>
                    <a:cubicBezTo>
                      <a:pt x="680" y="452"/>
                      <a:pt x="568" y="452"/>
                      <a:pt x="452" y="452"/>
                    </a:cubicBezTo>
                    <a:cubicBezTo>
                      <a:pt x="452" y="415"/>
                      <a:pt x="452" y="378"/>
                      <a:pt x="452" y="339"/>
                    </a:cubicBezTo>
                    <a:cubicBezTo>
                      <a:pt x="378" y="339"/>
                      <a:pt x="303" y="339"/>
                      <a:pt x="226" y="339"/>
                    </a:cubicBezTo>
                    <a:cubicBezTo>
                      <a:pt x="226" y="302"/>
                      <a:pt x="226" y="265"/>
                      <a:pt x="226" y="226"/>
                    </a:cubicBezTo>
                    <a:cubicBezTo>
                      <a:pt x="152" y="226"/>
                      <a:pt x="77" y="226"/>
                      <a:pt x="0" y="226"/>
                    </a:cubicBezTo>
                    <a:cubicBezTo>
                      <a:pt x="0" y="152"/>
                      <a:pt x="0" y="7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18" cap="flat">
                <a:noFill/>
              </a:ln>
            </p:spPr>
          </p:sp>
        </p:grpSp>
        <p:grpSp>
          <p:nvGrpSpPr>
            <p:cNvPr id="828" name="ICON_REFERENCE_GRAPH"/>
            <p:cNvGrpSpPr/>
            <p:nvPr/>
          </p:nvGrpSpPr>
          <p:grpSpPr>
            <a:xfrm>
              <a:off x="10310812" y="1595438"/>
              <a:ext cx="317500" cy="309562"/>
              <a:chOff x="10310812" y="1595438"/>
              <a:chExt cx="317500" cy="309562"/>
            </a:xfrm>
          </p:grpSpPr>
          <p:sp>
            <p:nvSpPr>
              <p:cNvPr id="829" name="ICON_REFERENCE_GRAPH_path_001"/>
              <p:cNvSpPr/>
              <p:nvPr/>
            </p:nvSpPr>
            <p:spPr>
              <a:xfrm>
                <a:off x="10363510" y="1707402"/>
                <a:ext cx="259533" cy="176535"/>
              </a:xfrm>
              <a:custGeom>
                <a:avLst/>
                <a:gdLst/>
                <a:ahLst/>
                <a:cxnLst/>
                <a:rect l="0" t="0" r="r" b="b"/>
                <a:pathLst>
                  <a:path w="20436" h="13900" fill="norm" stroke="0">
                    <a:moveTo>
                      <a:pt x="17842" y="0"/>
                    </a:moveTo>
                    <a:cubicBezTo>
                      <a:pt x="18082" y="0"/>
                      <a:pt x="18322" y="0"/>
                      <a:pt x="18568" y="0"/>
                    </a:cubicBezTo>
                    <a:cubicBezTo>
                      <a:pt x="18568" y="34"/>
                      <a:pt x="18568" y="68"/>
                      <a:pt x="18568" y="104"/>
                    </a:cubicBezTo>
                    <a:cubicBezTo>
                      <a:pt x="18705" y="104"/>
                      <a:pt x="18842" y="104"/>
                      <a:pt x="18983" y="104"/>
                    </a:cubicBezTo>
                    <a:cubicBezTo>
                      <a:pt x="18983" y="138"/>
                      <a:pt x="18983" y="172"/>
                      <a:pt x="18983" y="207"/>
                    </a:cubicBezTo>
                    <a:cubicBezTo>
                      <a:pt x="18993" y="205"/>
                      <a:pt x="18993" y="205"/>
                      <a:pt x="19041" y="195"/>
                    </a:cubicBezTo>
                    <a:cubicBezTo>
                      <a:pt x="19129" y="181"/>
                      <a:pt x="19209" y="175"/>
                      <a:pt x="19295" y="207"/>
                    </a:cubicBezTo>
                    <a:cubicBezTo>
                      <a:pt x="19406" y="296"/>
                      <a:pt x="19489" y="416"/>
                      <a:pt x="19570" y="531"/>
                    </a:cubicBezTo>
                    <a:cubicBezTo>
                      <a:pt x="19606" y="571"/>
                      <a:pt x="19606" y="571"/>
                      <a:pt x="19661" y="598"/>
                    </a:cubicBezTo>
                    <a:cubicBezTo>
                      <a:pt x="19677" y="606"/>
                      <a:pt x="19693" y="614"/>
                      <a:pt x="19710" y="622"/>
                    </a:cubicBezTo>
                    <a:cubicBezTo>
                      <a:pt x="19716" y="677"/>
                      <a:pt x="19716" y="677"/>
                      <a:pt x="19710" y="726"/>
                    </a:cubicBezTo>
                    <a:cubicBezTo>
                      <a:pt x="19744" y="726"/>
                      <a:pt x="19778" y="726"/>
                      <a:pt x="19813" y="726"/>
                    </a:cubicBezTo>
                    <a:cubicBezTo>
                      <a:pt x="19813" y="760"/>
                      <a:pt x="19813" y="795"/>
                      <a:pt x="19813" y="830"/>
                    </a:cubicBezTo>
                    <a:cubicBezTo>
                      <a:pt x="19828" y="828"/>
                      <a:pt x="19843" y="826"/>
                      <a:pt x="19858" y="824"/>
                    </a:cubicBezTo>
                    <a:cubicBezTo>
                      <a:pt x="19959" y="834"/>
                      <a:pt x="20016" y="906"/>
                      <a:pt x="20082" y="977"/>
                    </a:cubicBezTo>
                    <a:cubicBezTo>
                      <a:pt x="20139" y="1057"/>
                      <a:pt x="20142" y="1111"/>
                      <a:pt x="20132" y="1207"/>
                    </a:cubicBezTo>
                    <a:cubicBezTo>
                      <a:pt x="20129" y="1219"/>
                      <a:pt x="20127" y="1232"/>
                      <a:pt x="20124" y="1245"/>
                    </a:cubicBezTo>
                    <a:cubicBezTo>
                      <a:pt x="20159" y="1245"/>
                      <a:pt x="20193" y="1245"/>
                      <a:pt x="20228" y="1245"/>
                    </a:cubicBezTo>
                    <a:cubicBezTo>
                      <a:pt x="20228" y="1279"/>
                      <a:pt x="20228" y="1313"/>
                      <a:pt x="20228" y="1349"/>
                    </a:cubicBezTo>
                    <a:cubicBezTo>
                      <a:pt x="20262" y="1349"/>
                      <a:pt x="20297" y="1349"/>
                      <a:pt x="20332" y="1349"/>
                    </a:cubicBezTo>
                    <a:cubicBezTo>
                      <a:pt x="20332" y="1520"/>
                      <a:pt x="20332" y="1691"/>
                      <a:pt x="20332" y="1867"/>
                    </a:cubicBezTo>
                    <a:cubicBezTo>
                      <a:pt x="20366" y="1867"/>
                      <a:pt x="20400" y="1867"/>
                      <a:pt x="20436" y="1867"/>
                    </a:cubicBezTo>
                    <a:cubicBezTo>
                      <a:pt x="20436" y="2107"/>
                      <a:pt x="20436" y="2346"/>
                      <a:pt x="20436" y="2593"/>
                    </a:cubicBezTo>
                    <a:cubicBezTo>
                      <a:pt x="20401" y="2593"/>
                      <a:pt x="20367" y="2593"/>
                      <a:pt x="20332" y="2593"/>
                    </a:cubicBezTo>
                    <a:cubicBezTo>
                      <a:pt x="20332" y="2696"/>
                      <a:pt x="20332" y="2799"/>
                      <a:pt x="20332" y="2905"/>
                    </a:cubicBezTo>
                    <a:cubicBezTo>
                      <a:pt x="20298" y="2905"/>
                      <a:pt x="20263" y="2905"/>
                      <a:pt x="20228" y="2905"/>
                    </a:cubicBezTo>
                    <a:cubicBezTo>
                      <a:pt x="20229" y="2915"/>
                      <a:pt x="20229" y="2915"/>
                      <a:pt x="20234" y="2969"/>
                    </a:cubicBezTo>
                    <a:cubicBezTo>
                      <a:pt x="20239" y="3053"/>
                      <a:pt x="20240" y="3132"/>
                      <a:pt x="20228" y="3216"/>
                    </a:cubicBezTo>
                    <a:cubicBezTo>
                      <a:pt x="20192" y="3256"/>
                      <a:pt x="20161" y="3271"/>
                      <a:pt x="20112" y="3292"/>
                    </a:cubicBezTo>
                    <a:cubicBezTo>
                      <a:pt x="20073" y="3320"/>
                      <a:pt x="20073" y="3320"/>
                      <a:pt x="20061" y="3363"/>
                    </a:cubicBezTo>
                    <a:cubicBezTo>
                      <a:pt x="20059" y="3380"/>
                      <a:pt x="20056" y="3397"/>
                      <a:pt x="20054" y="3415"/>
                    </a:cubicBezTo>
                    <a:cubicBezTo>
                      <a:pt x="20023" y="3559"/>
                      <a:pt x="19928" y="3624"/>
                      <a:pt x="19816" y="3712"/>
                    </a:cubicBezTo>
                    <a:cubicBezTo>
                      <a:pt x="19592" y="3893"/>
                      <a:pt x="19592" y="3893"/>
                      <a:pt x="19523" y="4017"/>
                    </a:cubicBezTo>
                    <a:cubicBezTo>
                      <a:pt x="19502" y="4046"/>
                      <a:pt x="19502" y="4046"/>
                      <a:pt x="19444" y="4055"/>
                    </a:cubicBezTo>
                    <a:cubicBezTo>
                      <a:pt x="19436" y="4054"/>
                      <a:pt x="19436" y="4054"/>
                      <a:pt x="19398" y="4046"/>
                    </a:cubicBezTo>
                    <a:cubicBezTo>
                      <a:pt x="19398" y="4080"/>
                      <a:pt x="19398" y="4114"/>
                      <a:pt x="19398" y="4149"/>
                    </a:cubicBezTo>
                    <a:cubicBezTo>
                      <a:pt x="19217" y="4236"/>
                      <a:pt x="19081" y="4269"/>
                      <a:pt x="18880" y="4253"/>
                    </a:cubicBezTo>
                    <a:cubicBezTo>
                      <a:pt x="18880" y="4287"/>
                      <a:pt x="18880" y="4322"/>
                      <a:pt x="18880" y="4357"/>
                    </a:cubicBezTo>
                    <a:cubicBezTo>
                      <a:pt x="18435" y="4357"/>
                      <a:pt x="17990" y="4357"/>
                      <a:pt x="17531" y="4357"/>
                    </a:cubicBezTo>
                    <a:cubicBezTo>
                      <a:pt x="17531" y="4323"/>
                      <a:pt x="17531" y="4288"/>
                      <a:pt x="17531" y="4253"/>
                    </a:cubicBezTo>
                    <a:cubicBezTo>
                      <a:pt x="17428" y="4253"/>
                      <a:pt x="17326" y="4253"/>
                      <a:pt x="17220" y="4253"/>
                    </a:cubicBezTo>
                    <a:cubicBezTo>
                      <a:pt x="17220" y="4219"/>
                      <a:pt x="17220" y="4185"/>
                      <a:pt x="17220" y="4149"/>
                    </a:cubicBezTo>
                    <a:cubicBezTo>
                      <a:pt x="17151" y="4149"/>
                      <a:pt x="17083" y="4149"/>
                      <a:pt x="17012" y="4149"/>
                    </a:cubicBezTo>
                    <a:cubicBezTo>
                      <a:pt x="17012" y="4115"/>
                      <a:pt x="17012" y="4081"/>
                      <a:pt x="17012" y="4046"/>
                    </a:cubicBezTo>
                    <a:cubicBezTo>
                      <a:pt x="16978" y="4046"/>
                      <a:pt x="16944" y="4046"/>
                      <a:pt x="16909" y="4046"/>
                    </a:cubicBezTo>
                    <a:cubicBezTo>
                      <a:pt x="16909" y="4011"/>
                      <a:pt x="16909" y="3977"/>
                      <a:pt x="16909" y="3942"/>
                    </a:cubicBezTo>
                    <a:cubicBezTo>
                      <a:pt x="16893" y="3944"/>
                      <a:pt x="16878" y="3945"/>
                      <a:pt x="16862" y="3947"/>
                    </a:cubicBezTo>
                    <a:cubicBezTo>
                      <a:pt x="16805" y="3942"/>
                      <a:pt x="16805" y="3942"/>
                      <a:pt x="16766" y="3909"/>
                    </a:cubicBezTo>
                    <a:cubicBezTo>
                      <a:pt x="16754" y="3895"/>
                      <a:pt x="16743" y="3880"/>
                      <a:pt x="16730" y="3864"/>
                    </a:cubicBezTo>
                    <a:cubicBezTo>
                      <a:pt x="16724" y="3856"/>
                      <a:pt x="16724" y="3856"/>
                      <a:pt x="16690" y="3815"/>
                    </a:cubicBezTo>
                    <a:cubicBezTo>
                      <a:pt x="16677" y="3798"/>
                      <a:pt x="16663" y="3781"/>
                      <a:pt x="16649" y="3764"/>
                    </a:cubicBezTo>
                    <a:cubicBezTo>
                      <a:pt x="16623" y="3730"/>
                      <a:pt x="16596" y="3697"/>
                      <a:pt x="16568" y="3663"/>
                    </a:cubicBezTo>
                    <a:cubicBezTo>
                      <a:pt x="16556" y="3648"/>
                      <a:pt x="16545" y="3633"/>
                      <a:pt x="16532" y="3618"/>
                    </a:cubicBezTo>
                    <a:cubicBezTo>
                      <a:pt x="16494" y="3579"/>
                      <a:pt x="16494" y="3579"/>
                      <a:pt x="16438" y="3551"/>
                    </a:cubicBezTo>
                    <a:cubicBezTo>
                      <a:pt x="16422" y="3543"/>
                      <a:pt x="16406" y="3535"/>
                      <a:pt x="16390" y="3527"/>
                    </a:cubicBezTo>
                    <a:cubicBezTo>
                      <a:pt x="16384" y="3472"/>
                      <a:pt x="16384" y="3472"/>
                      <a:pt x="16390" y="3423"/>
                    </a:cubicBezTo>
                    <a:cubicBezTo>
                      <a:pt x="16356" y="3423"/>
                      <a:pt x="16322" y="3423"/>
                      <a:pt x="16286" y="3423"/>
                    </a:cubicBezTo>
                    <a:cubicBezTo>
                      <a:pt x="16286" y="3355"/>
                      <a:pt x="16286" y="3286"/>
                      <a:pt x="16286" y="3216"/>
                    </a:cubicBezTo>
                    <a:cubicBezTo>
                      <a:pt x="16252" y="3216"/>
                      <a:pt x="16218" y="3216"/>
                      <a:pt x="16183" y="3216"/>
                    </a:cubicBezTo>
                    <a:cubicBezTo>
                      <a:pt x="16183" y="3147"/>
                      <a:pt x="16183" y="3079"/>
                      <a:pt x="16183" y="3008"/>
                    </a:cubicBezTo>
                    <a:cubicBezTo>
                      <a:pt x="16011" y="3008"/>
                      <a:pt x="15840" y="3008"/>
                      <a:pt x="15664" y="3008"/>
                    </a:cubicBezTo>
                    <a:cubicBezTo>
                      <a:pt x="15664" y="3043"/>
                      <a:pt x="15664" y="3077"/>
                      <a:pt x="15664" y="3112"/>
                    </a:cubicBezTo>
                    <a:cubicBezTo>
                      <a:pt x="15652" y="3113"/>
                      <a:pt x="15639" y="3115"/>
                      <a:pt x="15627" y="3116"/>
                    </a:cubicBezTo>
                    <a:cubicBezTo>
                      <a:pt x="15571" y="3122"/>
                      <a:pt x="15515" y="3128"/>
                      <a:pt x="15460" y="3135"/>
                    </a:cubicBezTo>
                    <a:cubicBezTo>
                      <a:pt x="15440" y="3137"/>
                      <a:pt x="15421" y="3139"/>
                      <a:pt x="15401" y="3141"/>
                    </a:cubicBezTo>
                    <a:cubicBezTo>
                      <a:pt x="15382" y="3143"/>
                      <a:pt x="15364" y="3145"/>
                      <a:pt x="15345" y="3148"/>
                    </a:cubicBezTo>
                    <a:cubicBezTo>
                      <a:pt x="15328" y="3149"/>
                      <a:pt x="15311" y="3151"/>
                      <a:pt x="15293" y="3153"/>
                    </a:cubicBezTo>
                    <a:cubicBezTo>
                      <a:pt x="15249" y="3164"/>
                      <a:pt x="15249" y="3164"/>
                      <a:pt x="15197" y="3216"/>
                    </a:cubicBezTo>
                    <a:cubicBezTo>
                      <a:pt x="15158" y="3222"/>
                      <a:pt x="15158" y="3222"/>
                      <a:pt x="15113" y="3221"/>
                    </a:cubicBezTo>
                    <a:cubicBezTo>
                      <a:pt x="15105" y="3221"/>
                      <a:pt x="15105" y="3221"/>
                      <a:pt x="15063" y="3220"/>
                    </a:cubicBezTo>
                    <a:cubicBezTo>
                      <a:pt x="15055" y="3220"/>
                      <a:pt x="15055" y="3220"/>
                      <a:pt x="15012" y="3219"/>
                    </a:cubicBezTo>
                    <a:cubicBezTo>
                      <a:pt x="14995" y="3219"/>
                      <a:pt x="14978" y="3219"/>
                      <a:pt x="14961" y="3218"/>
                    </a:cubicBezTo>
                    <a:cubicBezTo>
                      <a:pt x="14918" y="3218"/>
                      <a:pt x="14876" y="3217"/>
                      <a:pt x="14834" y="3216"/>
                    </a:cubicBezTo>
                    <a:cubicBezTo>
                      <a:pt x="14834" y="3250"/>
                      <a:pt x="14834" y="3284"/>
                      <a:pt x="14834" y="3320"/>
                    </a:cubicBezTo>
                    <a:cubicBezTo>
                      <a:pt x="14663" y="3320"/>
                      <a:pt x="14492" y="3320"/>
                      <a:pt x="14315" y="3320"/>
                    </a:cubicBezTo>
                    <a:cubicBezTo>
                      <a:pt x="14315" y="3354"/>
                      <a:pt x="14315" y="3388"/>
                      <a:pt x="14315" y="3423"/>
                    </a:cubicBezTo>
                    <a:cubicBezTo>
                      <a:pt x="14178" y="3423"/>
                      <a:pt x="14041" y="3423"/>
                      <a:pt x="13900" y="3423"/>
                    </a:cubicBezTo>
                    <a:cubicBezTo>
                      <a:pt x="13900" y="3457"/>
                      <a:pt x="13900" y="3492"/>
                      <a:pt x="13900" y="3527"/>
                    </a:cubicBezTo>
                    <a:cubicBezTo>
                      <a:pt x="13763" y="3527"/>
                      <a:pt x="13627" y="3527"/>
                      <a:pt x="13485" y="3527"/>
                    </a:cubicBezTo>
                    <a:cubicBezTo>
                      <a:pt x="13485" y="3561"/>
                      <a:pt x="13485" y="3595"/>
                      <a:pt x="13485" y="3631"/>
                    </a:cubicBezTo>
                    <a:cubicBezTo>
                      <a:pt x="13473" y="3632"/>
                      <a:pt x="13461" y="3633"/>
                      <a:pt x="13448" y="3635"/>
                    </a:cubicBezTo>
                    <a:cubicBezTo>
                      <a:pt x="13393" y="3641"/>
                      <a:pt x="13337" y="3647"/>
                      <a:pt x="13281" y="3653"/>
                    </a:cubicBezTo>
                    <a:cubicBezTo>
                      <a:pt x="13262" y="3655"/>
                      <a:pt x="13243" y="3657"/>
                      <a:pt x="13223" y="3660"/>
                    </a:cubicBezTo>
                    <a:cubicBezTo>
                      <a:pt x="13204" y="3662"/>
                      <a:pt x="13185" y="3664"/>
                      <a:pt x="13166" y="3666"/>
                    </a:cubicBezTo>
                    <a:cubicBezTo>
                      <a:pt x="13149" y="3668"/>
                      <a:pt x="13132" y="3670"/>
                      <a:pt x="13115" y="3672"/>
                    </a:cubicBezTo>
                    <a:cubicBezTo>
                      <a:pt x="13071" y="3683"/>
                      <a:pt x="13071" y="3683"/>
                      <a:pt x="13019" y="3734"/>
                    </a:cubicBezTo>
                    <a:cubicBezTo>
                      <a:pt x="12979" y="3740"/>
                      <a:pt x="12979" y="3740"/>
                      <a:pt x="12934" y="3740"/>
                    </a:cubicBezTo>
                    <a:cubicBezTo>
                      <a:pt x="12918" y="3739"/>
                      <a:pt x="12902" y="3739"/>
                      <a:pt x="12885" y="3739"/>
                    </a:cubicBezTo>
                    <a:cubicBezTo>
                      <a:pt x="12868" y="3739"/>
                      <a:pt x="12851" y="3738"/>
                      <a:pt x="12834" y="3738"/>
                    </a:cubicBezTo>
                    <a:cubicBezTo>
                      <a:pt x="12817" y="3737"/>
                      <a:pt x="12800" y="3737"/>
                      <a:pt x="12782" y="3737"/>
                    </a:cubicBezTo>
                    <a:cubicBezTo>
                      <a:pt x="12740" y="3736"/>
                      <a:pt x="12698" y="3735"/>
                      <a:pt x="12656" y="3734"/>
                    </a:cubicBezTo>
                    <a:cubicBezTo>
                      <a:pt x="12656" y="3769"/>
                      <a:pt x="12656" y="3803"/>
                      <a:pt x="12656" y="3838"/>
                    </a:cubicBezTo>
                    <a:cubicBezTo>
                      <a:pt x="12646" y="3839"/>
                      <a:pt x="12646" y="3839"/>
                      <a:pt x="12600" y="3846"/>
                    </a:cubicBezTo>
                    <a:cubicBezTo>
                      <a:pt x="12522" y="3865"/>
                      <a:pt x="12453" y="3883"/>
                      <a:pt x="12396" y="3942"/>
                    </a:cubicBezTo>
                    <a:cubicBezTo>
                      <a:pt x="12343" y="4072"/>
                      <a:pt x="12355" y="4225"/>
                      <a:pt x="12354" y="4363"/>
                    </a:cubicBezTo>
                    <a:cubicBezTo>
                      <a:pt x="12353" y="4403"/>
                      <a:pt x="12352" y="4442"/>
                      <a:pt x="12350" y="4482"/>
                    </a:cubicBezTo>
                    <a:cubicBezTo>
                      <a:pt x="12347" y="4579"/>
                      <a:pt x="12345" y="4675"/>
                      <a:pt x="12344" y="4772"/>
                    </a:cubicBezTo>
                    <a:cubicBezTo>
                      <a:pt x="12310" y="4772"/>
                      <a:pt x="12276" y="4772"/>
                      <a:pt x="12241" y="4772"/>
                    </a:cubicBezTo>
                    <a:cubicBezTo>
                      <a:pt x="12241" y="4909"/>
                      <a:pt x="12241" y="5046"/>
                      <a:pt x="12241" y="5187"/>
                    </a:cubicBezTo>
                    <a:cubicBezTo>
                      <a:pt x="12206" y="5187"/>
                      <a:pt x="12172" y="5187"/>
                      <a:pt x="12137" y="5187"/>
                    </a:cubicBezTo>
                    <a:cubicBezTo>
                      <a:pt x="12137" y="5255"/>
                      <a:pt x="12137" y="5324"/>
                      <a:pt x="12137" y="5394"/>
                    </a:cubicBezTo>
                    <a:cubicBezTo>
                      <a:pt x="12103" y="5394"/>
                      <a:pt x="12068" y="5394"/>
                      <a:pt x="12033" y="5394"/>
                    </a:cubicBezTo>
                    <a:cubicBezTo>
                      <a:pt x="12033" y="5463"/>
                      <a:pt x="12033" y="5531"/>
                      <a:pt x="12033" y="5602"/>
                    </a:cubicBezTo>
                    <a:cubicBezTo>
                      <a:pt x="11999" y="5602"/>
                      <a:pt x="11965" y="5602"/>
                      <a:pt x="11929" y="5602"/>
                    </a:cubicBezTo>
                    <a:cubicBezTo>
                      <a:pt x="11929" y="5670"/>
                      <a:pt x="11929" y="5739"/>
                      <a:pt x="11929" y="5809"/>
                    </a:cubicBezTo>
                    <a:cubicBezTo>
                      <a:pt x="11895" y="5809"/>
                      <a:pt x="11861" y="5809"/>
                      <a:pt x="11826" y="5809"/>
                    </a:cubicBezTo>
                    <a:cubicBezTo>
                      <a:pt x="11826" y="5843"/>
                      <a:pt x="11826" y="5878"/>
                      <a:pt x="11826" y="5913"/>
                    </a:cubicBezTo>
                    <a:cubicBezTo>
                      <a:pt x="11791" y="5913"/>
                      <a:pt x="11757" y="5913"/>
                      <a:pt x="11722" y="5913"/>
                    </a:cubicBezTo>
                    <a:cubicBezTo>
                      <a:pt x="11759" y="6134"/>
                      <a:pt x="11804" y="6284"/>
                      <a:pt x="11988" y="6422"/>
                    </a:cubicBezTo>
                    <a:cubicBezTo>
                      <a:pt x="11995" y="6427"/>
                      <a:pt x="11995" y="6427"/>
                      <a:pt x="12031" y="6452"/>
                    </a:cubicBezTo>
                    <a:cubicBezTo>
                      <a:pt x="12105" y="6504"/>
                      <a:pt x="12105" y="6504"/>
                      <a:pt x="12137" y="6535"/>
                    </a:cubicBezTo>
                    <a:cubicBezTo>
                      <a:pt x="12146" y="6594"/>
                      <a:pt x="12146" y="6594"/>
                      <a:pt x="12137" y="6639"/>
                    </a:cubicBezTo>
                    <a:cubicBezTo>
                      <a:pt x="12171" y="6639"/>
                      <a:pt x="12205" y="6639"/>
                      <a:pt x="12241" y="6639"/>
                    </a:cubicBezTo>
                    <a:cubicBezTo>
                      <a:pt x="12241" y="6673"/>
                      <a:pt x="12241" y="6707"/>
                      <a:pt x="12241" y="6743"/>
                    </a:cubicBezTo>
                    <a:cubicBezTo>
                      <a:pt x="12256" y="6741"/>
                      <a:pt x="12272" y="6740"/>
                      <a:pt x="12288" y="6738"/>
                    </a:cubicBezTo>
                    <a:cubicBezTo>
                      <a:pt x="12344" y="6743"/>
                      <a:pt x="12344" y="6743"/>
                      <a:pt x="12383" y="6775"/>
                    </a:cubicBezTo>
                    <a:cubicBezTo>
                      <a:pt x="12395" y="6790"/>
                      <a:pt x="12407" y="6805"/>
                      <a:pt x="12419" y="6820"/>
                    </a:cubicBezTo>
                    <a:cubicBezTo>
                      <a:pt x="12432" y="6836"/>
                      <a:pt x="12445" y="6853"/>
                      <a:pt x="12459" y="6869"/>
                    </a:cubicBezTo>
                    <a:cubicBezTo>
                      <a:pt x="12473" y="6886"/>
                      <a:pt x="12486" y="6903"/>
                      <a:pt x="12500" y="6921"/>
                    </a:cubicBezTo>
                    <a:cubicBezTo>
                      <a:pt x="12527" y="6955"/>
                      <a:pt x="12554" y="6988"/>
                      <a:pt x="12581" y="7021"/>
                    </a:cubicBezTo>
                    <a:cubicBezTo>
                      <a:pt x="12593" y="7036"/>
                      <a:pt x="12605" y="7051"/>
                      <a:pt x="12617" y="7067"/>
                    </a:cubicBezTo>
                    <a:cubicBezTo>
                      <a:pt x="12656" y="7106"/>
                      <a:pt x="12656" y="7106"/>
                      <a:pt x="12712" y="7134"/>
                    </a:cubicBezTo>
                    <a:cubicBezTo>
                      <a:pt x="12727" y="7142"/>
                      <a:pt x="12743" y="7149"/>
                      <a:pt x="12759" y="7158"/>
                    </a:cubicBezTo>
                    <a:cubicBezTo>
                      <a:pt x="12766" y="7213"/>
                      <a:pt x="12766" y="7213"/>
                      <a:pt x="12759" y="7261"/>
                    </a:cubicBezTo>
                    <a:cubicBezTo>
                      <a:pt x="12794" y="7261"/>
                      <a:pt x="12828" y="7261"/>
                      <a:pt x="12863" y="7261"/>
                    </a:cubicBezTo>
                    <a:cubicBezTo>
                      <a:pt x="12868" y="7277"/>
                      <a:pt x="12872" y="7293"/>
                      <a:pt x="12877" y="7309"/>
                    </a:cubicBezTo>
                    <a:cubicBezTo>
                      <a:pt x="12939" y="7495"/>
                      <a:pt x="13038" y="7606"/>
                      <a:pt x="13181" y="7737"/>
                    </a:cubicBezTo>
                    <a:cubicBezTo>
                      <a:pt x="13236" y="7790"/>
                      <a:pt x="13290" y="7844"/>
                      <a:pt x="13343" y="7898"/>
                    </a:cubicBezTo>
                    <a:cubicBezTo>
                      <a:pt x="13364" y="7920"/>
                      <a:pt x="13385" y="7941"/>
                      <a:pt x="13406" y="7962"/>
                    </a:cubicBezTo>
                    <a:cubicBezTo>
                      <a:pt x="13438" y="7994"/>
                      <a:pt x="13469" y="8026"/>
                      <a:pt x="13500" y="8058"/>
                    </a:cubicBezTo>
                    <a:cubicBezTo>
                      <a:pt x="13530" y="8089"/>
                      <a:pt x="13560" y="8119"/>
                      <a:pt x="13590" y="8149"/>
                    </a:cubicBezTo>
                    <a:cubicBezTo>
                      <a:pt x="13607" y="8166"/>
                      <a:pt x="13625" y="8184"/>
                      <a:pt x="13642" y="8202"/>
                    </a:cubicBezTo>
                    <a:cubicBezTo>
                      <a:pt x="13692" y="8246"/>
                      <a:pt x="13738" y="8270"/>
                      <a:pt x="13797" y="8299"/>
                    </a:cubicBezTo>
                    <a:cubicBezTo>
                      <a:pt x="13807" y="8349"/>
                      <a:pt x="13807" y="8349"/>
                      <a:pt x="13803" y="8406"/>
                    </a:cubicBezTo>
                    <a:cubicBezTo>
                      <a:pt x="13802" y="8425"/>
                      <a:pt x="13801" y="8443"/>
                      <a:pt x="13800" y="8463"/>
                    </a:cubicBezTo>
                    <a:cubicBezTo>
                      <a:pt x="13799" y="8477"/>
                      <a:pt x="13798" y="8491"/>
                      <a:pt x="13797" y="8506"/>
                    </a:cubicBezTo>
                    <a:cubicBezTo>
                      <a:pt x="13831" y="8506"/>
                      <a:pt x="13865" y="8506"/>
                      <a:pt x="13900" y="8506"/>
                    </a:cubicBezTo>
                    <a:cubicBezTo>
                      <a:pt x="13900" y="8540"/>
                      <a:pt x="13900" y="8575"/>
                      <a:pt x="13900" y="8610"/>
                    </a:cubicBezTo>
                    <a:cubicBezTo>
                      <a:pt x="13908" y="8609"/>
                      <a:pt x="13908" y="8609"/>
                      <a:pt x="13947" y="8605"/>
                    </a:cubicBezTo>
                    <a:cubicBezTo>
                      <a:pt x="14004" y="8610"/>
                      <a:pt x="14004" y="8610"/>
                      <a:pt x="14044" y="8643"/>
                    </a:cubicBezTo>
                    <a:cubicBezTo>
                      <a:pt x="14056" y="8659"/>
                      <a:pt x="14068" y="8674"/>
                      <a:pt x="14081" y="8690"/>
                    </a:cubicBezTo>
                    <a:cubicBezTo>
                      <a:pt x="14095" y="8707"/>
                      <a:pt x="14109" y="8724"/>
                      <a:pt x="14124" y="8742"/>
                    </a:cubicBezTo>
                    <a:cubicBezTo>
                      <a:pt x="14131" y="8751"/>
                      <a:pt x="14131" y="8751"/>
                      <a:pt x="14170" y="8798"/>
                    </a:cubicBezTo>
                    <a:cubicBezTo>
                      <a:pt x="14307" y="8963"/>
                      <a:pt x="14450" y="9106"/>
                      <a:pt x="14620" y="9237"/>
                    </a:cubicBezTo>
                    <a:cubicBezTo>
                      <a:pt x="14634" y="9249"/>
                      <a:pt x="14649" y="9261"/>
                      <a:pt x="14664" y="9272"/>
                    </a:cubicBezTo>
                    <a:cubicBezTo>
                      <a:pt x="14670" y="9277"/>
                      <a:pt x="14670" y="9277"/>
                      <a:pt x="14703" y="9302"/>
                    </a:cubicBezTo>
                    <a:cubicBezTo>
                      <a:pt x="14741" y="9349"/>
                      <a:pt x="14735" y="9382"/>
                      <a:pt x="14730" y="9440"/>
                    </a:cubicBezTo>
                    <a:cubicBezTo>
                      <a:pt x="14765" y="9440"/>
                      <a:pt x="14799" y="9440"/>
                      <a:pt x="14834" y="9440"/>
                    </a:cubicBezTo>
                    <a:cubicBezTo>
                      <a:pt x="14834" y="9474"/>
                      <a:pt x="14834" y="9508"/>
                      <a:pt x="14834" y="9544"/>
                    </a:cubicBezTo>
                    <a:cubicBezTo>
                      <a:pt x="14868" y="9544"/>
                      <a:pt x="14902" y="9544"/>
                      <a:pt x="14938" y="9544"/>
                    </a:cubicBezTo>
                    <a:cubicBezTo>
                      <a:pt x="14938" y="9578"/>
                      <a:pt x="14938" y="9612"/>
                      <a:pt x="14938" y="9647"/>
                    </a:cubicBezTo>
                    <a:cubicBezTo>
                      <a:pt x="14972" y="9647"/>
                      <a:pt x="15006" y="9647"/>
                      <a:pt x="15041" y="9647"/>
                    </a:cubicBezTo>
                    <a:cubicBezTo>
                      <a:pt x="15041" y="9716"/>
                      <a:pt x="15041" y="9784"/>
                      <a:pt x="15041" y="9855"/>
                    </a:cubicBezTo>
                    <a:cubicBezTo>
                      <a:pt x="15076" y="9855"/>
                      <a:pt x="15110" y="9855"/>
                      <a:pt x="15145" y="9855"/>
                    </a:cubicBezTo>
                    <a:cubicBezTo>
                      <a:pt x="15145" y="9889"/>
                      <a:pt x="15145" y="9923"/>
                      <a:pt x="15145" y="9959"/>
                    </a:cubicBezTo>
                    <a:cubicBezTo>
                      <a:pt x="15214" y="9959"/>
                      <a:pt x="15282" y="9959"/>
                      <a:pt x="15353" y="9959"/>
                    </a:cubicBezTo>
                    <a:cubicBezTo>
                      <a:pt x="15353" y="9993"/>
                      <a:pt x="15353" y="10027"/>
                      <a:pt x="15353" y="10062"/>
                    </a:cubicBezTo>
                    <a:cubicBezTo>
                      <a:pt x="15387" y="10062"/>
                      <a:pt x="15421" y="10062"/>
                      <a:pt x="15456" y="10062"/>
                    </a:cubicBezTo>
                    <a:cubicBezTo>
                      <a:pt x="15456" y="10028"/>
                      <a:pt x="15456" y="9994"/>
                      <a:pt x="15456" y="9959"/>
                    </a:cubicBezTo>
                    <a:cubicBezTo>
                      <a:pt x="15525" y="9959"/>
                      <a:pt x="15593" y="9959"/>
                      <a:pt x="15664" y="9959"/>
                    </a:cubicBezTo>
                    <a:cubicBezTo>
                      <a:pt x="15664" y="9924"/>
                      <a:pt x="15664" y="9890"/>
                      <a:pt x="15664" y="9855"/>
                    </a:cubicBezTo>
                    <a:cubicBezTo>
                      <a:pt x="15767" y="9855"/>
                      <a:pt x="15869" y="9855"/>
                      <a:pt x="15975" y="9855"/>
                    </a:cubicBezTo>
                    <a:cubicBezTo>
                      <a:pt x="15975" y="9821"/>
                      <a:pt x="15975" y="9786"/>
                      <a:pt x="15975" y="9751"/>
                    </a:cubicBezTo>
                    <a:cubicBezTo>
                      <a:pt x="16386" y="9751"/>
                      <a:pt x="16797" y="9751"/>
                      <a:pt x="17220" y="9751"/>
                    </a:cubicBezTo>
                    <a:cubicBezTo>
                      <a:pt x="17220" y="9785"/>
                      <a:pt x="17220" y="9820"/>
                      <a:pt x="17220" y="9855"/>
                    </a:cubicBezTo>
                    <a:cubicBezTo>
                      <a:pt x="17236" y="9854"/>
                      <a:pt x="17251" y="9852"/>
                      <a:pt x="17268" y="9851"/>
                    </a:cubicBezTo>
                    <a:cubicBezTo>
                      <a:pt x="17451" y="9843"/>
                      <a:pt x="17574" y="9880"/>
                      <a:pt x="17739" y="9959"/>
                    </a:cubicBezTo>
                    <a:cubicBezTo>
                      <a:pt x="17739" y="9993"/>
                      <a:pt x="17739" y="10027"/>
                      <a:pt x="17739" y="10062"/>
                    </a:cubicBezTo>
                    <a:cubicBezTo>
                      <a:pt x="17773" y="10062"/>
                      <a:pt x="17807" y="10062"/>
                      <a:pt x="17842" y="10062"/>
                    </a:cubicBezTo>
                    <a:cubicBezTo>
                      <a:pt x="17842" y="10096"/>
                      <a:pt x="17842" y="10131"/>
                      <a:pt x="17842" y="10166"/>
                    </a:cubicBezTo>
                    <a:cubicBezTo>
                      <a:pt x="17857" y="10163"/>
                      <a:pt x="17872" y="10161"/>
                      <a:pt x="17888" y="10158"/>
                    </a:cubicBezTo>
                    <a:cubicBezTo>
                      <a:pt x="17946" y="10166"/>
                      <a:pt x="17946" y="10166"/>
                      <a:pt x="17998" y="10221"/>
                    </a:cubicBezTo>
                    <a:cubicBezTo>
                      <a:pt x="18016" y="10245"/>
                      <a:pt x="18033" y="10268"/>
                      <a:pt x="18050" y="10292"/>
                    </a:cubicBezTo>
                    <a:cubicBezTo>
                      <a:pt x="18141" y="10419"/>
                      <a:pt x="18141" y="10419"/>
                      <a:pt x="18209" y="10451"/>
                    </a:cubicBezTo>
                    <a:cubicBezTo>
                      <a:pt x="18294" y="10497"/>
                      <a:pt x="18303" y="10589"/>
                      <a:pt x="18332" y="10677"/>
                    </a:cubicBezTo>
                    <a:cubicBezTo>
                      <a:pt x="18361" y="10737"/>
                      <a:pt x="18361" y="10737"/>
                      <a:pt x="18416" y="10761"/>
                    </a:cubicBezTo>
                    <a:cubicBezTo>
                      <a:pt x="18432" y="10770"/>
                      <a:pt x="18448" y="10779"/>
                      <a:pt x="18465" y="10788"/>
                    </a:cubicBezTo>
                    <a:cubicBezTo>
                      <a:pt x="18473" y="10846"/>
                      <a:pt x="18475" y="10890"/>
                      <a:pt x="18471" y="10947"/>
                    </a:cubicBezTo>
                    <a:cubicBezTo>
                      <a:pt x="18471" y="10962"/>
                      <a:pt x="18470" y="10976"/>
                      <a:pt x="18470" y="10991"/>
                    </a:cubicBezTo>
                    <a:cubicBezTo>
                      <a:pt x="18469" y="11028"/>
                      <a:pt x="18467" y="11064"/>
                      <a:pt x="18465" y="11100"/>
                    </a:cubicBezTo>
                    <a:cubicBezTo>
                      <a:pt x="18499" y="11100"/>
                      <a:pt x="18533" y="11100"/>
                      <a:pt x="18568" y="11100"/>
                    </a:cubicBezTo>
                    <a:cubicBezTo>
                      <a:pt x="18568" y="11168"/>
                      <a:pt x="18568" y="11237"/>
                      <a:pt x="18568" y="11307"/>
                    </a:cubicBezTo>
                    <a:cubicBezTo>
                      <a:pt x="18603" y="11307"/>
                      <a:pt x="18637" y="11307"/>
                      <a:pt x="18672" y="11307"/>
                    </a:cubicBezTo>
                    <a:cubicBezTo>
                      <a:pt x="18672" y="11581"/>
                      <a:pt x="18672" y="11855"/>
                      <a:pt x="18672" y="12137"/>
                    </a:cubicBezTo>
                    <a:cubicBezTo>
                      <a:pt x="18638" y="12137"/>
                      <a:pt x="18604" y="12137"/>
                      <a:pt x="18568" y="12137"/>
                    </a:cubicBezTo>
                    <a:cubicBezTo>
                      <a:pt x="18568" y="12240"/>
                      <a:pt x="18568" y="12342"/>
                      <a:pt x="18568" y="12448"/>
                    </a:cubicBezTo>
                    <a:cubicBezTo>
                      <a:pt x="18534" y="12448"/>
                      <a:pt x="18500" y="12448"/>
                      <a:pt x="18465" y="12448"/>
                    </a:cubicBezTo>
                    <a:cubicBezTo>
                      <a:pt x="18466" y="12459"/>
                      <a:pt x="18466" y="12459"/>
                      <a:pt x="18470" y="12513"/>
                    </a:cubicBezTo>
                    <a:cubicBezTo>
                      <a:pt x="18475" y="12597"/>
                      <a:pt x="18476" y="12675"/>
                      <a:pt x="18465" y="12759"/>
                    </a:cubicBezTo>
                    <a:cubicBezTo>
                      <a:pt x="18428" y="12800"/>
                      <a:pt x="18398" y="12814"/>
                      <a:pt x="18348" y="12836"/>
                    </a:cubicBezTo>
                    <a:cubicBezTo>
                      <a:pt x="18309" y="12863"/>
                      <a:pt x="18309" y="12863"/>
                      <a:pt x="18297" y="12907"/>
                    </a:cubicBezTo>
                    <a:cubicBezTo>
                      <a:pt x="18296" y="12915"/>
                      <a:pt x="18296" y="12915"/>
                      <a:pt x="18290" y="12959"/>
                    </a:cubicBezTo>
                    <a:cubicBezTo>
                      <a:pt x="18260" y="13099"/>
                      <a:pt x="18172" y="13162"/>
                      <a:pt x="18063" y="13249"/>
                    </a:cubicBezTo>
                    <a:cubicBezTo>
                      <a:pt x="18025" y="13280"/>
                      <a:pt x="17987" y="13311"/>
                      <a:pt x="17949" y="13343"/>
                    </a:cubicBezTo>
                    <a:cubicBezTo>
                      <a:pt x="17931" y="13358"/>
                      <a:pt x="17912" y="13373"/>
                      <a:pt x="17893" y="13389"/>
                    </a:cubicBezTo>
                    <a:cubicBezTo>
                      <a:pt x="17835" y="13440"/>
                      <a:pt x="17785" y="13494"/>
                      <a:pt x="17734" y="13552"/>
                    </a:cubicBezTo>
                    <a:cubicBezTo>
                      <a:pt x="17614" y="13686"/>
                      <a:pt x="17614" y="13686"/>
                      <a:pt x="17510" y="13709"/>
                    </a:cubicBezTo>
                    <a:cubicBezTo>
                      <a:pt x="17445" y="13709"/>
                      <a:pt x="17387" y="13705"/>
                      <a:pt x="17324" y="13693"/>
                    </a:cubicBezTo>
                    <a:cubicBezTo>
                      <a:pt x="17324" y="13727"/>
                      <a:pt x="17324" y="13761"/>
                      <a:pt x="17324" y="13797"/>
                    </a:cubicBezTo>
                    <a:cubicBezTo>
                      <a:pt x="17152" y="13797"/>
                      <a:pt x="16981" y="13797"/>
                      <a:pt x="16805" y="13797"/>
                    </a:cubicBezTo>
                    <a:cubicBezTo>
                      <a:pt x="16805" y="13831"/>
                      <a:pt x="16805" y="13865"/>
                      <a:pt x="16805" y="13900"/>
                    </a:cubicBezTo>
                    <a:cubicBezTo>
                      <a:pt x="16634" y="13900"/>
                      <a:pt x="16463" y="13900"/>
                      <a:pt x="16286" y="13900"/>
                    </a:cubicBezTo>
                    <a:cubicBezTo>
                      <a:pt x="16286" y="13866"/>
                      <a:pt x="16286" y="13832"/>
                      <a:pt x="16286" y="13797"/>
                    </a:cubicBezTo>
                    <a:cubicBezTo>
                      <a:pt x="16115" y="13797"/>
                      <a:pt x="15944" y="13797"/>
                      <a:pt x="15768" y="13797"/>
                    </a:cubicBezTo>
                    <a:cubicBezTo>
                      <a:pt x="15768" y="13762"/>
                      <a:pt x="15768" y="13728"/>
                      <a:pt x="15768" y="13693"/>
                    </a:cubicBezTo>
                    <a:cubicBezTo>
                      <a:pt x="15699" y="13693"/>
                      <a:pt x="15631" y="13693"/>
                      <a:pt x="15560" y="13693"/>
                    </a:cubicBezTo>
                    <a:cubicBezTo>
                      <a:pt x="15560" y="13659"/>
                      <a:pt x="15560" y="13624"/>
                      <a:pt x="15560" y="13589"/>
                    </a:cubicBezTo>
                    <a:cubicBezTo>
                      <a:pt x="15526" y="13589"/>
                      <a:pt x="15492" y="13589"/>
                      <a:pt x="15456" y="13589"/>
                    </a:cubicBezTo>
                    <a:cubicBezTo>
                      <a:pt x="15456" y="13555"/>
                      <a:pt x="15456" y="13521"/>
                      <a:pt x="15456" y="13485"/>
                    </a:cubicBezTo>
                    <a:cubicBezTo>
                      <a:pt x="15388" y="13485"/>
                      <a:pt x="15320" y="13485"/>
                      <a:pt x="15249" y="13485"/>
                    </a:cubicBezTo>
                    <a:cubicBezTo>
                      <a:pt x="15249" y="13451"/>
                      <a:pt x="15249" y="13417"/>
                      <a:pt x="15249" y="13382"/>
                    </a:cubicBezTo>
                    <a:cubicBezTo>
                      <a:pt x="15234" y="13384"/>
                      <a:pt x="15219" y="13386"/>
                      <a:pt x="15204" y="13388"/>
                    </a:cubicBezTo>
                    <a:cubicBezTo>
                      <a:pt x="15124" y="13380"/>
                      <a:pt x="15088" y="13340"/>
                      <a:pt x="15035" y="13284"/>
                    </a:cubicBezTo>
                    <a:cubicBezTo>
                      <a:pt x="15026" y="13275"/>
                      <a:pt x="15016" y="13266"/>
                      <a:pt x="15006" y="13257"/>
                    </a:cubicBezTo>
                    <a:cubicBezTo>
                      <a:pt x="14960" y="13210"/>
                      <a:pt x="14939" y="13183"/>
                      <a:pt x="14932" y="13116"/>
                    </a:cubicBezTo>
                    <a:cubicBezTo>
                      <a:pt x="14934" y="13101"/>
                      <a:pt x="14936" y="13086"/>
                      <a:pt x="14938" y="13071"/>
                    </a:cubicBezTo>
                    <a:cubicBezTo>
                      <a:pt x="14904" y="13071"/>
                      <a:pt x="14869" y="13071"/>
                      <a:pt x="14834" y="13071"/>
                    </a:cubicBezTo>
                    <a:cubicBezTo>
                      <a:pt x="14834" y="13002"/>
                      <a:pt x="14834" y="12934"/>
                      <a:pt x="14834" y="12863"/>
                    </a:cubicBezTo>
                    <a:cubicBezTo>
                      <a:pt x="14800" y="12863"/>
                      <a:pt x="14766" y="12863"/>
                      <a:pt x="14730" y="12863"/>
                    </a:cubicBezTo>
                    <a:cubicBezTo>
                      <a:pt x="14730" y="12829"/>
                      <a:pt x="14730" y="12795"/>
                      <a:pt x="14730" y="12759"/>
                    </a:cubicBezTo>
                    <a:cubicBezTo>
                      <a:pt x="14696" y="12759"/>
                      <a:pt x="14662" y="12759"/>
                      <a:pt x="14627" y="12759"/>
                    </a:cubicBezTo>
                    <a:cubicBezTo>
                      <a:pt x="14627" y="12622"/>
                      <a:pt x="14627" y="12485"/>
                      <a:pt x="14627" y="12344"/>
                    </a:cubicBezTo>
                    <a:cubicBezTo>
                      <a:pt x="14592" y="12344"/>
                      <a:pt x="14558" y="12344"/>
                      <a:pt x="14523" y="12344"/>
                    </a:cubicBezTo>
                    <a:cubicBezTo>
                      <a:pt x="14523" y="12002"/>
                      <a:pt x="14523" y="11660"/>
                      <a:pt x="14523" y="11307"/>
                    </a:cubicBezTo>
                    <a:cubicBezTo>
                      <a:pt x="14557" y="11307"/>
                      <a:pt x="14591" y="11307"/>
                      <a:pt x="14627" y="11307"/>
                    </a:cubicBezTo>
                    <a:cubicBezTo>
                      <a:pt x="14627" y="11204"/>
                      <a:pt x="14627" y="11102"/>
                      <a:pt x="14627" y="10996"/>
                    </a:cubicBezTo>
                    <a:cubicBezTo>
                      <a:pt x="14661" y="10996"/>
                      <a:pt x="14695" y="10996"/>
                      <a:pt x="14730" y="10996"/>
                    </a:cubicBezTo>
                    <a:cubicBezTo>
                      <a:pt x="14755" y="10928"/>
                      <a:pt x="14769" y="10860"/>
                      <a:pt x="14782" y="10788"/>
                    </a:cubicBezTo>
                    <a:cubicBezTo>
                      <a:pt x="14785" y="10774"/>
                      <a:pt x="14788" y="10759"/>
                      <a:pt x="14790" y="10744"/>
                    </a:cubicBezTo>
                    <a:cubicBezTo>
                      <a:pt x="14814" y="10597"/>
                      <a:pt x="14831" y="10450"/>
                      <a:pt x="14748" y="10320"/>
                    </a:cubicBezTo>
                    <a:cubicBezTo>
                      <a:pt x="14642" y="10192"/>
                      <a:pt x="14514" y="10056"/>
                      <a:pt x="14362" y="9983"/>
                    </a:cubicBezTo>
                    <a:cubicBezTo>
                      <a:pt x="14347" y="9975"/>
                      <a:pt x="14331" y="9967"/>
                      <a:pt x="14315" y="9959"/>
                    </a:cubicBezTo>
                    <a:cubicBezTo>
                      <a:pt x="14305" y="9908"/>
                      <a:pt x="14305" y="9908"/>
                      <a:pt x="14309" y="9852"/>
                    </a:cubicBezTo>
                    <a:cubicBezTo>
                      <a:pt x="14310" y="9833"/>
                      <a:pt x="14311" y="9814"/>
                      <a:pt x="14312" y="9795"/>
                    </a:cubicBezTo>
                    <a:cubicBezTo>
                      <a:pt x="14313" y="9780"/>
                      <a:pt x="14314" y="9766"/>
                      <a:pt x="14315" y="9751"/>
                    </a:cubicBezTo>
                    <a:cubicBezTo>
                      <a:pt x="14281" y="9751"/>
                      <a:pt x="14247" y="9751"/>
                      <a:pt x="14212" y="9751"/>
                    </a:cubicBezTo>
                    <a:cubicBezTo>
                      <a:pt x="14212" y="9717"/>
                      <a:pt x="14212" y="9683"/>
                      <a:pt x="14212" y="9647"/>
                    </a:cubicBezTo>
                    <a:cubicBezTo>
                      <a:pt x="14177" y="9647"/>
                      <a:pt x="14143" y="9647"/>
                      <a:pt x="14108" y="9647"/>
                    </a:cubicBezTo>
                    <a:cubicBezTo>
                      <a:pt x="14108" y="9613"/>
                      <a:pt x="14108" y="9579"/>
                      <a:pt x="14108" y="9544"/>
                    </a:cubicBezTo>
                    <a:cubicBezTo>
                      <a:pt x="14100" y="9544"/>
                      <a:pt x="14100" y="9544"/>
                      <a:pt x="14061" y="9548"/>
                    </a:cubicBezTo>
                    <a:cubicBezTo>
                      <a:pt x="14004" y="9544"/>
                      <a:pt x="14004" y="9544"/>
                      <a:pt x="13966" y="9513"/>
                    </a:cubicBezTo>
                    <a:cubicBezTo>
                      <a:pt x="13955" y="9498"/>
                      <a:pt x="13943" y="9484"/>
                      <a:pt x="13931" y="9469"/>
                    </a:cubicBezTo>
                    <a:cubicBezTo>
                      <a:pt x="13917" y="9453"/>
                      <a:pt x="13904" y="9437"/>
                      <a:pt x="13890" y="9420"/>
                    </a:cubicBezTo>
                    <a:cubicBezTo>
                      <a:pt x="13875" y="9402"/>
                      <a:pt x="13860" y="9384"/>
                      <a:pt x="13845" y="9365"/>
                    </a:cubicBezTo>
                    <a:cubicBezTo>
                      <a:pt x="13701" y="9194"/>
                      <a:pt x="13550" y="9031"/>
                      <a:pt x="13391" y="8873"/>
                    </a:cubicBezTo>
                    <a:cubicBezTo>
                      <a:pt x="13381" y="8862"/>
                      <a:pt x="13371" y="8852"/>
                      <a:pt x="13361" y="8842"/>
                    </a:cubicBezTo>
                    <a:cubicBezTo>
                      <a:pt x="13332" y="8812"/>
                      <a:pt x="13303" y="8783"/>
                      <a:pt x="13274" y="8754"/>
                    </a:cubicBezTo>
                    <a:cubicBezTo>
                      <a:pt x="13265" y="8746"/>
                      <a:pt x="13265" y="8746"/>
                      <a:pt x="13223" y="8704"/>
                    </a:cubicBezTo>
                    <a:cubicBezTo>
                      <a:pt x="13174" y="8662"/>
                      <a:pt x="13174" y="8662"/>
                      <a:pt x="13119" y="8637"/>
                    </a:cubicBezTo>
                    <a:cubicBezTo>
                      <a:pt x="13053" y="8600"/>
                      <a:pt x="13049" y="8565"/>
                      <a:pt x="13028" y="8493"/>
                    </a:cubicBezTo>
                    <a:cubicBezTo>
                      <a:pt x="12964" y="8320"/>
                      <a:pt x="12849" y="8216"/>
                      <a:pt x="12717" y="8091"/>
                    </a:cubicBezTo>
                    <a:cubicBezTo>
                      <a:pt x="12695" y="8070"/>
                      <a:pt x="12673" y="8048"/>
                      <a:pt x="12650" y="8026"/>
                    </a:cubicBezTo>
                    <a:cubicBezTo>
                      <a:pt x="12606" y="7983"/>
                      <a:pt x="12561" y="7940"/>
                      <a:pt x="12516" y="7897"/>
                    </a:cubicBezTo>
                    <a:cubicBezTo>
                      <a:pt x="12446" y="7830"/>
                      <a:pt x="12378" y="7762"/>
                      <a:pt x="12310" y="7694"/>
                    </a:cubicBezTo>
                    <a:cubicBezTo>
                      <a:pt x="12299" y="7684"/>
                      <a:pt x="12289" y="7674"/>
                      <a:pt x="12278" y="7663"/>
                    </a:cubicBezTo>
                    <a:cubicBezTo>
                      <a:pt x="12206" y="7590"/>
                      <a:pt x="12134" y="7517"/>
                      <a:pt x="12062" y="7443"/>
                    </a:cubicBezTo>
                    <a:cubicBezTo>
                      <a:pt x="11993" y="7372"/>
                      <a:pt x="11923" y="7307"/>
                      <a:pt x="11844" y="7247"/>
                    </a:cubicBezTo>
                    <a:cubicBezTo>
                      <a:pt x="11627" y="7080"/>
                      <a:pt x="11627" y="7080"/>
                      <a:pt x="11599" y="6992"/>
                    </a:cubicBezTo>
                    <a:cubicBezTo>
                      <a:pt x="11599" y="6939"/>
                      <a:pt x="11603" y="6896"/>
                      <a:pt x="11618" y="6846"/>
                    </a:cubicBezTo>
                    <a:cubicBezTo>
                      <a:pt x="11603" y="6850"/>
                      <a:pt x="11588" y="6853"/>
                      <a:pt x="11573" y="6856"/>
                    </a:cubicBezTo>
                    <a:cubicBezTo>
                      <a:pt x="11554" y="6853"/>
                      <a:pt x="11534" y="6850"/>
                      <a:pt x="11515" y="6846"/>
                    </a:cubicBezTo>
                    <a:cubicBezTo>
                      <a:pt x="11492" y="6813"/>
                      <a:pt x="11492" y="6813"/>
                      <a:pt x="11470" y="6771"/>
                    </a:cubicBezTo>
                    <a:cubicBezTo>
                      <a:pt x="11438" y="6718"/>
                      <a:pt x="11422" y="6695"/>
                      <a:pt x="11364" y="6673"/>
                    </a:cubicBezTo>
                    <a:cubicBezTo>
                      <a:pt x="11308" y="6664"/>
                      <a:pt x="11253" y="6659"/>
                      <a:pt x="11197" y="6655"/>
                    </a:cubicBezTo>
                    <a:cubicBezTo>
                      <a:pt x="11177" y="6653"/>
                      <a:pt x="11158" y="6652"/>
                      <a:pt x="11138" y="6650"/>
                    </a:cubicBezTo>
                    <a:cubicBezTo>
                      <a:pt x="11091" y="6646"/>
                      <a:pt x="11043" y="6642"/>
                      <a:pt x="10996" y="6639"/>
                    </a:cubicBezTo>
                    <a:cubicBezTo>
                      <a:pt x="10996" y="6673"/>
                      <a:pt x="10996" y="6707"/>
                      <a:pt x="10996" y="6743"/>
                    </a:cubicBezTo>
                    <a:cubicBezTo>
                      <a:pt x="10927" y="6743"/>
                      <a:pt x="10859" y="6743"/>
                      <a:pt x="10788" y="6743"/>
                    </a:cubicBezTo>
                    <a:cubicBezTo>
                      <a:pt x="10788" y="6777"/>
                      <a:pt x="10788" y="6811"/>
                      <a:pt x="10788" y="6846"/>
                    </a:cubicBezTo>
                    <a:cubicBezTo>
                      <a:pt x="10720" y="6846"/>
                      <a:pt x="10651" y="6846"/>
                      <a:pt x="10581" y="6846"/>
                    </a:cubicBezTo>
                    <a:cubicBezTo>
                      <a:pt x="10581" y="6881"/>
                      <a:pt x="10581" y="6915"/>
                      <a:pt x="10581" y="6950"/>
                    </a:cubicBezTo>
                    <a:cubicBezTo>
                      <a:pt x="10478" y="6950"/>
                      <a:pt x="10376" y="6950"/>
                      <a:pt x="10270" y="6950"/>
                    </a:cubicBezTo>
                    <a:cubicBezTo>
                      <a:pt x="10270" y="6984"/>
                      <a:pt x="10270" y="7019"/>
                      <a:pt x="10270" y="7054"/>
                    </a:cubicBezTo>
                    <a:cubicBezTo>
                      <a:pt x="10167" y="7054"/>
                      <a:pt x="10064" y="7054"/>
                      <a:pt x="9959" y="7054"/>
                    </a:cubicBezTo>
                    <a:cubicBezTo>
                      <a:pt x="9959" y="7088"/>
                      <a:pt x="9959" y="7122"/>
                      <a:pt x="9959" y="7158"/>
                    </a:cubicBezTo>
                    <a:cubicBezTo>
                      <a:pt x="9548" y="7158"/>
                      <a:pt x="9137" y="7158"/>
                      <a:pt x="8714" y="7158"/>
                    </a:cubicBezTo>
                    <a:cubicBezTo>
                      <a:pt x="8714" y="7123"/>
                      <a:pt x="8714" y="7089"/>
                      <a:pt x="8714" y="7054"/>
                    </a:cubicBezTo>
                    <a:cubicBezTo>
                      <a:pt x="8543" y="7054"/>
                      <a:pt x="8371" y="7054"/>
                      <a:pt x="8195" y="7054"/>
                    </a:cubicBezTo>
                    <a:cubicBezTo>
                      <a:pt x="8195" y="7020"/>
                      <a:pt x="8195" y="6985"/>
                      <a:pt x="8195" y="6950"/>
                    </a:cubicBezTo>
                    <a:cubicBezTo>
                      <a:pt x="8127" y="6950"/>
                      <a:pt x="8058" y="6950"/>
                      <a:pt x="7988" y="6950"/>
                    </a:cubicBezTo>
                    <a:cubicBezTo>
                      <a:pt x="7988" y="6916"/>
                      <a:pt x="7988" y="6882"/>
                      <a:pt x="7988" y="6846"/>
                    </a:cubicBezTo>
                    <a:cubicBezTo>
                      <a:pt x="7974" y="6848"/>
                      <a:pt x="7960" y="6850"/>
                      <a:pt x="7946" y="6852"/>
                    </a:cubicBezTo>
                    <a:cubicBezTo>
                      <a:pt x="7927" y="6853"/>
                      <a:pt x="7909" y="6855"/>
                      <a:pt x="7890" y="6856"/>
                    </a:cubicBezTo>
                    <a:cubicBezTo>
                      <a:pt x="7872" y="6858"/>
                      <a:pt x="7854" y="6860"/>
                      <a:pt x="7836" y="6862"/>
                    </a:cubicBezTo>
                    <a:cubicBezTo>
                      <a:pt x="7780" y="6846"/>
                      <a:pt x="7780" y="6846"/>
                      <a:pt x="7759" y="6812"/>
                    </a:cubicBezTo>
                    <a:cubicBezTo>
                      <a:pt x="7752" y="6798"/>
                      <a:pt x="7745" y="6784"/>
                      <a:pt x="7737" y="6770"/>
                    </a:cubicBezTo>
                    <a:cubicBezTo>
                      <a:pt x="7703" y="6713"/>
                      <a:pt x="7687" y="6694"/>
                      <a:pt x="7623" y="6674"/>
                    </a:cubicBezTo>
                    <a:cubicBezTo>
                      <a:pt x="7556" y="6666"/>
                      <a:pt x="7491" y="6664"/>
                      <a:pt x="7423" y="6665"/>
                    </a:cubicBezTo>
                    <a:cubicBezTo>
                      <a:pt x="7400" y="6665"/>
                      <a:pt x="7376" y="6665"/>
                      <a:pt x="7352" y="6665"/>
                    </a:cubicBezTo>
                    <a:cubicBezTo>
                      <a:pt x="7159" y="6674"/>
                      <a:pt x="7159" y="6674"/>
                      <a:pt x="7085" y="6749"/>
                    </a:cubicBezTo>
                    <a:cubicBezTo>
                      <a:pt x="7049" y="6795"/>
                      <a:pt x="7021" y="6843"/>
                      <a:pt x="6992" y="6892"/>
                    </a:cubicBezTo>
                    <a:cubicBezTo>
                      <a:pt x="6950" y="6950"/>
                      <a:pt x="6950" y="6950"/>
                      <a:pt x="6892" y="6967"/>
                    </a:cubicBezTo>
                    <a:cubicBezTo>
                      <a:pt x="6840" y="6967"/>
                      <a:pt x="6793" y="6962"/>
                      <a:pt x="6743" y="6950"/>
                    </a:cubicBezTo>
                    <a:cubicBezTo>
                      <a:pt x="6743" y="6984"/>
                      <a:pt x="6743" y="7019"/>
                      <a:pt x="6743" y="7054"/>
                    </a:cubicBezTo>
                    <a:cubicBezTo>
                      <a:pt x="6709" y="7054"/>
                      <a:pt x="6674" y="7054"/>
                      <a:pt x="6639" y="7054"/>
                    </a:cubicBezTo>
                    <a:cubicBezTo>
                      <a:pt x="6639" y="7088"/>
                      <a:pt x="6639" y="7122"/>
                      <a:pt x="6639" y="7158"/>
                    </a:cubicBezTo>
                    <a:cubicBezTo>
                      <a:pt x="6605" y="7158"/>
                      <a:pt x="6571" y="7158"/>
                      <a:pt x="6535" y="7158"/>
                    </a:cubicBezTo>
                    <a:cubicBezTo>
                      <a:pt x="6535" y="7192"/>
                      <a:pt x="6535" y="7226"/>
                      <a:pt x="6535" y="7261"/>
                    </a:cubicBezTo>
                    <a:cubicBezTo>
                      <a:pt x="6501" y="7261"/>
                      <a:pt x="6467" y="7261"/>
                      <a:pt x="6432" y="7261"/>
                    </a:cubicBezTo>
                    <a:cubicBezTo>
                      <a:pt x="6432" y="7296"/>
                      <a:pt x="6432" y="7330"/>
                      <a:pt x="6432" y="7365"/>
                    </a:cubicBezTo>
                    <a:cubicBezTo>
                      <a:pt x="6397" y="7365"/>
                      <a:pt x="6363" y="7365"/>
                      <a:pt x="6328" y="7365"/>
                    </a:cubicBezTo>
                    <a:cubicBezTo>
                      <a:pt x="6328" y="7399"/>
                      <a:pt x="6328" y="7434"/>
                      <a:pt x="6328" y="7469"/>
                    </a:cubicBezTo>
                    <a:cubicBezTo>
                      <a:pt x="6294" y="7469"/>
                      <a:pt x="6259" y="7469"/>
                      <a:pt x="6224" y="7469"/>
                    </a:cubicBezTo>
                    <a:cubicBezTo>
                      <a:pt x="6224" y="7503"/>
                      <a:pt x="6224" y="7537"/>
                      <a:pt x="6224" y="7573"/>
                    </a:cubicBezTo>
                    <a:cubicBezTo>
                      <a:pt x="6190" y="7573"/>
                      <a:pt x="6156" y="7573"/>
                      <a:pt x="6120" y="7573"/>
                    </a:cubicBezTo>
                    <a:cubicBezTo>
                      <a:pt x="6120" y="7607"/>
                      <a:pt x="6120" y="7641"/>
                      <a:pt x="6120" y="7676"/>
                    </a:cubicBezTo>
                    <a:cubicBezTo>
                      <a:pt x="6086" y="7676"/>
                      <a:pt x="6052" y="7676"/>
                      <a:pt x="6017" y="7676"/>
                    </a:cubicBezTo>
                    <a:cubicBezTo>
                      <a:pt x="6017" y="7711"/>
                      <a:pt x="6017" y="7745"/>
                      <a:pt x="6017" y="7780"/>
                    </a:cubicBezTo>
                    <a:cubicBezTo>
                      <a:pt x="5982" y="7780"/>
                      <a:pt x="5948" y="7780"/>
                      <a:pt x="5913" y="7780"/>
                    </a:cubicBezTo>
                    <a:cubicBezTo>
                      <a:pt x="5913" y="7814"/>
                      <a:pt x="5913" y="7849"/>
                      <a:pt x="5913" y="7884"/>
                    </a:cubicBezTo>
                    <a:cubicBezTo>
                      <a:pt x="5879" y="7884"/>
                      <a:pt x="5844" y="7884"/>
                      <a:pt x="5809" y="7884"/>
                    </a:cubicBezTo>
                    <a:cubicBezTo>
                      <a:pt x="5809" y="7918"/>
                      <a:pt x="5809" y="7952"/>
                      <a:pt x="5809" y="7988"/>
                    </a:cubicBezTo>
                    <a:cubicBezTo>
                      <a:pt x="5775" y="7988"/>
                      <a:pt x="5741" y="7988"/>
                      <a:pt x="5705" y="7988"/>
                    </a:cubicBezTo>
                    <a:cubicBezTo>
                      <a:pt x="5705" y="8022"/>
                      <a:pt x="5705" y="8056"/>
                      <a:pt x="5705" y="8091"/>
                    </a:cubicBezTo>
                    <a:cubicBezTo>
                      <a:pt x="5671" y="8091"/>
                      <a:pt x="5637" y="8091"/>
                      <a:pt x="5602" y="8091"/>
                    </a:cubicBezTo>
                    <a:cubicBezTo>
                      <a:pt x="5602" y="8126"/>
                      <a:pt x="5602" y="8160"/>
                      <a:pt x="5602" y="8195"/>
                    </a:cubicBezTo>
                    <a:cubicBezTo>
                      <a:pt x="5567" y="8195"/>
                      <a:pt x="5533" y="8195"/>
                      <a:pt x="5498" y="8195"/>
                    </a:cubicBezTo>
                    <a:cubicBezTo>
                      <a:pt x="5498" y="8229"/>
                      <a:pt x="5498" y="8263"/>
                      <a:pt x="5498" y="8299"/>
                    </a:cubicBezTo>
                    <a:cubicBezTo>
                      <a:pt x="5464" y="8299"/>
                      <a:pt x="5429" y="8299"/>
                      <a:pt x="5394" y="8299"/>
                    </a:cubicBezTo>
                    <a:cubicBezTo>
                      <a:pt x="5394" y="8333"/>
                      <a:pt x="5394" y="8367"/>
                      <a:pt x="5394" y="8402"/>
                    </a:cubicBezTo>
                    <a:cubicBezTo>
                      <a:pt x="5360" y="8402"/>
                      <a:pt x="5326" y="8402"/>
                      <a:pt x="5290" y="8402"/>
                    </a:cubicBezTo>
                    <a:cubicBezTo>
                      <a:pt x="5290" y="8437"/>
                      <a:pt x="5290" y="8471"/>
                      <a:pt x="5290" y="8506"/>
                    </a:cubicBezTo>
                    <a:cubicBezTo>
                      <a:pt x="5256" y="8506"/>
                      <a:pt x="5222" y="8506"/>
                      <a:pt x="5187" y="8506"/>
                    </a:cubicBezTo>
                    <a:cubicBezTo>
                      <a:pt x="5187" y="8540"/>
                      <a:pt x="5187" y="8575"/>
                      <a:pt x="5187" y="8610"/>
                    </a:cubicBezTo>
                    <a:cubicBezTo>
                      <a:pt x="5152" y="8610"/>
                      <a:pt x="5118" y="8610"/>
                      <a:pt x="5083" y="8610"/>
                    </a:cubicBezTo>
                    <a:cubicBezTo>
                      <a:pt x="5083" y="8644"/>
                      <a:pt x="5083" y="8678"/>
                      <a:pt x="5083" y="8714"/>
                    </a:cubicBezTo>
                    <a:cubicBezTo>
                      <a:pt x="5049" y="8714"/>
                      <a:pt x="5015" y="8714"/>
                      <a:pt x="4979" y="8714"/>
                    </a:cubicBezTo>
                    <a:cubicBezTo>
                      <a:pt x="4979" y="8748"/>
                      <a:pt x="4979" y="8782"/>
                      <a:pt x="4979" y="8817"/>
                    </a:cubicBezTo>
                    <a:cubicBezTo>
                      <a:pt x="4945" y="8817"/>
                      <a:pt x="4911" y="8817"/>
                      <a:pt x="4876" y="8817"/>
                    </a:cubicBezTo>
                    <a:cubicBezTo>
                      <a:pt x="4878" y="8832"/>
                      <a:pt x="4880" y="8847"/>
                      <a:pt x="4882" y="8862"/>
                    </a:cubicBezTo>
                    <a:cubicBezTo>
                      <a:pt x="4873" y="8942"/>
                      <a:pt x="4834" y="8978"/>
                      <a:pt x="4778" y="9031"/>
                    </a:cubicBezTo>
                    <a:cubicBezTo>
                      <a:pt x="4774" y="9036"/>
                      <a:pt x="4774" y="9036"/>
                      <a:pt x="4751" y="9060"/>
                    </a:cubicBezTo>
                    <a:cubicBezTo>
                      <a:pt x="4682" y="9128"/>
                      <a:pt x="4668" y="9129"/>
                      <a:pt x="4564" y="9129"/>
                    </a:cubicBezTo>
                    <a:cubicBezTo>
                      <a:pt x="4564" y="9197"/>
                      <a:pt x="4564" y="9266"/>
                      <a:pt x="4564" y="9336"/>
                    </a:cubicBezTo>
                    <a:cubicBezTo>
                      <a:pt x="4530" y="9336"/>
                      <a:pt x="4496" y="9336"/>
                      <a:pt x="4461" y="9336"/>
                    </a:cubicBezTo>
                    <a:cubicBezTo>
                      <a:pt x="4461" y="9370"/>
                      <a:pt x="4461" y="9405"/>
                      <a:pt x="4461" y="9440"/>
                    </a:cubicBezTo>
                    <a:cubicBezTo>
                      <a:pt x="4495" y="9440"/>
                      <a:pt x="4529" y="9440"/>
                      <a:pt x="4564" y="9440"/>
                    </a:cubicBezTo>
                    <a:cubicBezTo>
                      <a:pt x="4564" y="9508"/>
                      <a:pt x="4564" y="9577"/>
                      <a:pt x="4564" y="9647"/>
                    </a:cubicBezTo>
                    <a:cubicBezTo>
                      <a:pt x="4599" y="9647"/>
                      <a:pt x="4633" y="9647"/>
                      <a:pt x="4668" y="9647"/>
                    </a:cubicBezTo>
                    <a:cubicBezTo>
                      <a:pt x="4668" y="9716"/>
                      <a:pt x="4668" y="9784"/>
                      <a:pt x="4668" y="9855"/>
                    </a:cubicBezTo>
                    <a:cubicBezTo>
                      <a:pt x="4702" y="9855"/>
                      <a:pt x="4737" y="9855"/>
                      <a:pt x="4772" y="9855"/>
                    </a:cubicBezTo>
                    <a:cubicBezTo>
                      <a:pt x="4772" y="9992"/>
                      <a:pt x="4772" y="10129"/>
                      <a:pt x="4772" y="10270"/>
                    </a:cubicBezTo>
                    <a:cubicBezTo>
                      <a:pt x="4806" y="10270"/>
                      <a:pt x="4840" y="10270"/>
                      <a:pt x="4876" y="10270"/>
                    </a:cubicBezTo>
                    <a:cubicBezTo>
                      <a:pt x="4878" y="10403"/>
                      <a:pt x="4880" y="10537"/>
                      <a:pt x="4881" y="10671"/>
                    </a:cubicBezTo>
                    <a:cubicBezTo>
                      <a:pt x="4882" y="10716"/>
                      <a:pt x="4882" y="10761"/>
                      <a:pt x="4883" y="10807"/>
                    </a:cubicBezTo>
                    <a:cubicBezTo>
                      <a:pt x="4889" y="11096"/>
                      <a:pt x="4872" y="11346"/>
                      <a:pt x="4772" y="11618"/>
                    </a:cubicBezTo>
                    <a:cubicBezTo>
                      <a:pt x="4738" y="11618"/>
                      <a:pt x="4703" y="11618"/>
                      <a:pt x="4668" y="11618"/>
                    </a:cubicBezTo>
                    <a:cubicBezTo>
                      <a:pt x="4668" y="11687"/>
                      <a:pt x="4668" y="11755"/>
                      <a:pt x="4668" y="11826"/>
                    </a:cubicBezTo>
                    <a:cubicBezTo>
                      <a:pt x="4634" y="11826"/>
                      <a:pt x="4600" y="11826"/>
                      <a:pt x="4564" y="11826"/>
                    </a:cubicBezTo>
                    <a:cubicBezTo>
                      <a:pt x="4564" y="11894"/>
                      <a:pt x="4564" y="11963"/>
                      <a:pt x="4564" y="12033"/>
                    </a:cubicBezTo>
                    <a:cubicBezTo>
                      <a:pt x="4530" y="12033"/>
                      <a:pt x="4496" y="12033"/>
                      <a:pt x="4461" y="12033"/>
                    </a:cubicBezTo>
                    <a:cubicBezTo>
                      <a:pt x="4461" y="12067"/>
                      <a:pt x="4461" y="12102"/>
                      <a:pt x="4461" y="12137"/>
                    </a:cubicBezTo>
                    <a:cubicBezTo>
                      <a:pt x="4426" y="12137"/>
                      <a:pt x="4392" y="12137"/>
                      <a:pt x="4357" y="12137"/>
                    </a:cubicBezTo>
                    <a:cubicBezTo>
                      <a:pt x="4359" y="12149"/>
                      <a:pt x="4362" y="12162"/>
                      <a:pt x="4364" y="12175"/>
                    </a:cubicBezTo>
                    <a:cubicBezTo>
                      <a:pt x="4374" y="12270"/>
                      <a:pt x="4371" y="12325"/>
                      <a:pt x="4314" y="12404"/>
                    </a:cubicBezTo>
                    <a:cubicBezTo>
                      <a:pt x="4181" y="12549"/>
                      <a:pt x="4181" y="12549"/>
                      <a:pt x="4091" y="12558"/>
                    </a:cubicBezTo>
                    <a:cubicBezTo>
                      <a:pt x="4076" y="12556"/>
                      <a:pt x="4061" y="12554"/>
                      <a:pt x="4046" y="12552"/>
                    </a:cubicBezTo>
                    <a:cubicBezTo>
                      <a:pt x="4046" y="12586"/>
                      <a:pt x="4046" y="12620"/>
                      <a:pt x="4046" y="12656"/>
                    </a:cubicBezTo>
                    <a:cubicBezTo>
                      <a:pt x="4028" y="12662"/>
                      <a:pt x="4009" y="12668"/>
                      <a:pt x="3991" y="12675"/>
                    </a:cubicBezTo>
                    <a:cubicBezTo>
                      <a:pt x="3979" y="12679"/>
                      <a:pt x="3979" y="12679"/>
                      <a:pt x="3919" y="12701"/>
                    </a:cubicBezTo>
                    <a:cubicBezTo>
                      <a:pt x="3907" y="12705"/>
                      <a:pt x="3907" y="12705"/>
                      <a:pt x="3848" y="12727"/>
                    </a:cubicBezTo>
                    <a:cubicBezTo>
                      <a:pt x="3777" y="12764"/>
                      <a:pt x="3766" y="12791"/>
                      <a:pt x="3734" y="12863"/>
                    </a:cubicBezTo>
                    <a:cubicBezTo>
                      <a:pt x="3679" y="12870"/>
                      <a:pt x="3679" y="12870"/>
                      <a:pt x="3631" y="12863"/>
                    </a:cubicBezTo>
                    <a:cubicBezTo>
                      <a:pt x="3631" y="12897"/>
                      <a:pt x="3631" y="12932"/>
                      <a:pt x="3631" y="12967"/>
                    </a:cubicBezTo>
                    <a:cubicBezTo>
                      <a:pt x="3562" y="12967"/>
                      <a:pt x="3494" y="12967"/>
                      <a:pt x="3423" y="12967"/>
                    </a:cubicBezTo>
                    <a:cubicBezTo>
                      <a:pt x="3423" y="13001"/>
                      <a:pt x="3423" y="13035"/>
                      <a:pt x="3423" y="13071"/>
                    </a:cubicBezTo>
                    <a:cubicBezTo>
                      <a:pt x="3321" y="13071"/>
                      <a:pt x="3218" y="13071"/>
                      <a:pt x="3112" y="13071"/>
                    </a:cubicBezTo>
                    <a:cubicBezTo>
                      <a:pt x="3112" y="13105"/>
                      <a:pt x="3112" y="13139"/>
                      <a:pt x="3112" y="13174"/>
                    </a:cubicBezTo>
                    <a:cubicBezTo>
                      <a:pt x="2667" y="13174"/>
                      <a:pt x="2222" y="13174"/>
                      <a:pt x="1763" y="13174"/>
                    </a:cubicBezTo>
                    <a:cubicBezTo>
                      <a:pt x="1763" y="13140"/>
                      <a:pt x="1763" y="13106"/>
                      <a:pt x="1763" y="13071"/>
                    </a:cubicBezTo>
                    <a:cubicBezTo>
                      <a:pt x="1661" y="13071"/>
                      <a:pt x="1558" y="13071"/>
                      <a:pt x="1452" y="13071"/>
                    </a:cubicBezTo>
                    <a:cubicBezTo>
                      <a:pt x="1452" y="13036"/>
                      <a:pt x="1452" y="13002"/>
                      <a:pt x="1452" y="12967"/>
                    </a:cubicBezTo>
                    <a:cubicBezTo>
                      <a:pt x="1384" y="12967"/>
                      <a:pt x="1315" y="12967"/>
                      <a:pt x="1245" y="12967"/>
                    </a:cubicBezTo>
                    <a:cubicBezTo>
                      <a:pt x="1245" y="12933"/>
                      <a:pt x="1245" y="12898"/>
                      <a:pt x="1245" y="12863"/>
                    </a:cubicBezTo>
                    <a:cubicBezTo>
                      <a:pt x="1232" y="12865"/>
                      <a:pt x="1219" y="12868"/>
                      <a:pt x="1206" y="12870"/>
                    </a:cubicBezTo>
                    <a:cubicBezTo>
                      <a:pt x="1118" y="12879"/>
                      <a:pt x="1061" y="12881"/>
                      <a:pt x="989" y="12826"/>
                    </a:cubicBezTo>
                    <a:cubicBezTo>
                      <a:pt x="941" y="12773"/>
                      <a:pt x="896" y="12719"/>
                      <a:pt x="853" y="12662"/>
                    </a:cubicBezTo>
                    <a:cubicBezTo>
                      <a:pt x="670" y="12433"/>
                      <a:pt x="670" y="12433"/>
                      <a:pt x="547" y="12365"/>
                    </a:cubicBezTo>
                    <a:cubicBezTo>
                      <a:pt x="519" y="12344"/>
                      <a:pt x="519" y="12344"/>
                      <a:pt x="509" y="12286"/>
                    </a:cubicBezTo>
                    <a:cubicBezTo>
                      <a:pt x="512" y="12271"/>
                      <a:pt x="515" y="12256"/>
                      <a:pt x="519" y="12241"/>
                    </a:cubicBezTo>
                    <a:cubicBezTo>
                      <a:pt x="484" y="12241"/>
                      <a:pt x="450" y="12241"/>
                      <a:pt x="415" y="12241"/>
                    </a:cubicBezTo>
                    <a:cubicBezTo>
                      <a:pt x="412" y="12232"/>
                      <a:pt x="412" y="12232"/>
                      <a:pt x="396" y="12186"/>
                    </a:cubicBezTo>
                    <a:cubicBezTo>
                      <a:pt x="387" y="12162"/>
                      <a:pt x="379" y="12139"/>
                      <a:pt x="370" y="12114"/>
                    </a:cubicBezTo>
                    <a:cubicBezTo>
                      <a:pt x="361" y="12091"/>
                      <a:pt x="353" y="12067"/>
                      <a:pt x="344" y="12043"/>
                    </a:cubicBezTo>
                    <a:cubicBezTo>
                      <a:pt x="311" y="11981"/>
                      <a:pt x="311" y="11981"/>
                      <a:pt x="256" y="11954"/>
                    </a:cubicBezTo>
                    <a:cubicBezTo>
                      <a:pt x="240" y="11946"/>
                      <a:pt x="224" y="11938"/>
                      <a:pt x="207" y="11929"/>
                    </a:cubicBezTo>
                    <a:cubicBezTo>
                      <a:pt x="197" y="11879"/>
                      <a:pt x="197" y="11879"/>
                      <a:pt x="201" y="11823"/>
                    </a:cubicBezTo>
                    <a:cubicBezTo>
                      <a:pt x="202" y="11804"/>
                      <a:pt x="203" y="11785"/>
                      <a:pt x="204" y="11766"/>
                    </a:cubicBezTo>
                    <a:cubicBezTo>
                      <a:pt x="205" y="11751"/>
                      <a:pt x="206" y="11737"/>
                      <a:pt x="207" y="11722"/>
                    </a:cubicBezTo>
                    <a:cubicBezTo>
                      <a:pt x="173" y="11722"/>
                      <a:pt x="139" y="11722"/>
                      <a:pt x="104" y="11722"/>
                    </a:cubicBezTo>
                    <a:cubicBezTo>
                      <a:pt x="104" y="11619"/>
                      <a:pt x="104" y="11517"/>
                      <a:pt x="104" y="11411"/>
                    </a:cubicBezTo>
                    <a:cubicBezTo>
                      <a:pt x="70" y="11411"/>
                      <a:pt x="35" y="11411"/>
                      <a:pt x="0" y="11411"/>
                    </a:cubicBezTo>
                    <a:cubicBezTo>
                      <a:pt x="0" y="10966"/>
                      <a:pt x="0" y="10521"/>
                      <a:pt x="0" y="10062"/>
                    </a:cubicBezTo>
                    <a:cubicBezTo>
                      <a:pt x="34" y="10062"/>
                      <a:pt x="68" y="10062"/>
                      <a:pt x="104" y="10062"/>
                    </a:cubicBezTo>
                    <a:cubicBezTo>
                      <a:pt x="104" y="9960"/>
                      <a:pt x="104" y="9857"/>
                      <a:pt x="104" y="9751"/>
                    </a:cubicBezTo>
                    <a:cubicBezTo>
                      <a:pt x="138" y="9751"/>
                      <a:pt x="172" y="9751"/>
                      <a:pt x="207" y="9751"/>
                    </a:cubicBezTo>
                    <a:cubicBezTo>
                      <a:pt x="206" y="9745"/>
                      <a:pt x="206" y="9745"/>
                      <a:pt x="198" y="9713"/>
                    </a:cubicBezTo>
                    <a:cubicBezTo>
                      <a:pt x="190" y="9649"/>
                      <a:pt x="190" y="9606"/>
                      <a:pt x="207" y="9544"/>
                    </a:cubicBezTo>
                    <a:cubicBezTo>
                      <a:pt x="255" y="9496"/>
                      <a:pt x="302" y="9460"/>
                      <a:pt x="356" y="9421"/>
                    </a:cubicBezTo>
                    <a:cubicBezTo>
                      <a:pt x="453" y="9351"/>
                      <a:pt x="525" y="9274"/>
                      <a:pt x="600" y="9180"/>
                    </a:cubicBezTo>
                    <a:cubicBezTo>
                      <a:pt x="677" y="9085"/>
                      <a:pt x="754" y="8990"/>
                      <a:pt x="840" y="8902"/>
                    </a:cubicBezTo>
                    <a:cubicBezTo>
                      <a:pt x="855" y="8885"/>
                      <a:pt x="871" y="8869"/>
                      <a:pt x="887" y="8852"/>
                    </a:cubicBezTo>
                    <a:cubicBezTo>
                      <a:pt x="942" y="8811"/>
                      <a:pt x="971" y="8810"/>
                      <a:pt x="1037" y="8817"/>
                    </a:cubicBezTo>
                    <a:cubicBezTo>
                      <a:pt x="1037" y="8783"/>
                      <a:pt x="1037" y="8749"/>
                      <a:pt x="1037" y="8714"/>
                    </a:cubicBezTo>
                    <a:cubicBezTo>
                      <a:pt x="1055" y="8707"/>
                      <a:pt x="1074" y="8701"/>
                      <a:pt x="1092" y="8695"/>
                    </a:cubicBezTo>
                    <a:cubicBezTo>
                      <a:pt x="1116" y="8686"/>
                      <a:pt x="1139" y="8677"/>
                      <a:pt x="1164" y="8668"/>
                    </a:cubicBezTo>
                    <a:cubicBezTo>
                      <a:pt x="1187" y="8660"/>
                      <a:pt x="1211" y="8651"/>
                      <a:pt x="1235" y="8643"/>
                    </a:cubicBezTo>
                    <a:cubicBezTo>
                      <a:pt x="1297" y="8610"/>
                      <a:pt x="1297" y="8610"/>
                      <a:pt x="1324" y="8555"/>
                    </a:cubicBezTo>
                    <a:cubicBezTo>
                      <a:pt x="1332" y="8539"/>
                      <a:pt x="1340" y="8523"/>
                      <a:pt x="1349" y="8506"/>
                    </a:cubicBezTo>
                    <a:cubicBezTo>
                      <a:pt x="1399" y="8496"/>
                      <a:pt x="1399" y="8496"/>
                      <a:pt x="1455" y="8500"/>
                    </a:cubicBezTo>
                    <a:cubicBezTo>
                      <a:pt x="1474" y="8501"/>
                      <a:pt x="1493" y="8502"/>
                      <a:pt x="1512" y="8503"/>
                    </a:cubicBezTo>
                    <a:cubicBezTo>
                      <a:pt x="1527" y="8504"/>
                      <a:pt x="1541" y="8505"/>
                      <a:pt x="1556" y="8506"/>
                    </a:cubicBezTo>
                    <a:cubicBezTo>
                      <a:pt x="1556" y="8472"/>
                      <a:pt x="1556" y="8438"/>
                      <a:pt x="1556" y="8402"/>
                    </a:cubicBezTo>
                    <a:cubicBezTo>
                      <a:pt x="2104" y="8402"/>
                      <a:pt x="2651" y="8402"/>
                      <a:pt x="3216" y="8402"/>
                    </a:cubicBezTo>
                    <a:cubicBezTo>
                      <a:pt x="3216" y="8437"/>
                      <a:pt x="3216" y="8471"/>
                      <a:pt x="3216" y="8506"/>
                    </a:cubicBezTo>
                    <a:cubicBezTo>
                      <a:pt x="3318" y="8506"/>
                      <a:pt x="3421" y="8506"/>
                      <a:pt x="3527" y="8506"/>
                    </a:cubicBezTo>
                    <a:cubicBezTo>
                      <a:pt x="3527" y="8540"/>
                      <a:pt x="3527" y="8575"/>
                      <a:pt x="3527" y="8610"/>
                    </a:cubicBezTo>
                    <a:cubicBezTo>
                      <a:pt x="3541" y="8608"/>
                      <a:pt x="3555" y="8606"/>
                      <a:pt x="3569" y="8605"/>
                    </a:cubicBezTo>
                    <a:cubicBezTo>
                      <a:pt x="3627" y="8600"/>
                      <a:pt x="3677" y="8599"/>
                      <a:pt x="3734" y="8610"/>
                    </a:cubicBezTo>
                    <a:cubicBezTo>
                      <a:pt x="3760" y="8643"/>
                      <a:pt x="3760" y="8643"/>
                      <a:pt x="3780" y="8685"/>
                    </a:cubicBezTo>
                    <a:cubicBezTo>
                      <a:pt x="3804" y="8732"/>
                      <a:pt x="3822" y="8760"/>
                      <a:pt x="3873" y="8778"/>
                    </a:cubicBezTo>
                    <a:cubicBezTo>
                      <a:pt x="3964" y="8799"/>
                      <a:pt x="4056" y="8809"/>
                      <a:pt x="4149" y="8817"/>
                    </a:cubicBezTo>
                    <a:cubicBezTo>
                      <a:pt x="4149" y="8783"/>
                      <a:pt x="4149" y="8749"/>
                      <a:pt x="4149" y="8714"/>
                    </a:cubicBezTo>
                    <a:cubicBezTo>
                      <a:pt x="4184" y="8714"/>
                      <a:pt x="4218" y="8714"/>
                      <a:pt x="4253" y="8714"/>
                    </a:cubicBezTo>
                    <a:cubicBezTo>
                      <a:pt x="4252" y="8706"/>
                      <a:pt x="4252" y="8706"/>
                      <a:pt x="4249" y="8666"/>
                    </a:cubicBezTo>
                    <a:cubicBezTo>
                      <a:pt x="4253" y="8610"/>
                      <a:pt x="4253" y="8610"/>
                      <a:pt x="4283" y="8573"/>
                    </a:cubicBezTo>
                    <a:cubicBezTo>
                      <a:pt x="4297" y="8562"/>
                      <a:pt x="4311" y="8550"/>
                      <a:pt x="4326" y="8538"/>
                    </a:cubicBezTo>
                    <a:cubicBezTo>
                      <a:pt x="4342" y="8525"/>
                      <a:pt x="4358" y="8511"/>
                      <a:pt x="4374" y="8498"/>
                    </a:cubicBezTo>
                    <a:cubicBezTo>
                      <a:pt x="4392" y="8483"/>
                      <a:pt x="4410" y="8469"/>
                      <a:pt x="4428" y="8454"/>
                    </a:cubicBezTo>
                    <a:cubicBezTo>
                      <a:pt x="4600" y="8309"/>
                      <a:pt x="4763" y="8158"/>
                      <a:pt x="4922" y="7999"/>
                    </a:cubicBezTo>
                    <a:cubicBezTo>
                      <a:pt x="4933" y="7989"/>
                      <a:pt x="4944" y="7978"/>
                      <a:pt x="4955" y="7967"/>
                    </a:cubicBezTo>
                    <a:cubicBezTo>
                      <a:pt x="5009" y="7913"/>
                      <a:pt x="5063" y="7859"/>
                      <a:pt x="5118" y="7804"/>
                    </a:cubicBezTo>
                    <a:cubicBezTo>
                      <a:pt x="5173" y="7748"/>
                      <a:pt x="5229" y="7692"/>
                      <a:pt x="5285" y="7637"/>
                    </a:cubicBezTo>
                    <a:cubicBezTo>
                      <a:pt x="5329" y="7593"/>
                      <a:pt x="5373" y="7549"/>
                      <a:pt x="5416" y="7506"/>
                    </a:cubicBezTo>
                    <a:cubicBezTo>
                      <a:pt x="5437" y="7485"/>
                      <a:pt x="5458" y="7464"/>
                      <a:pt x="5478" y="7444"/>
                    </a:cubicBezTo>
                    <a:cubicBezTo>
                      <a:pt x="5507" y="7415"/>
                      <a:pt x="5535" y="7387"/>
                      <a:pt x="5564" y="7358"/>
                    </a:cubicBezTo>
                    <a:cubicBezTo>
                      <a:pt x="5580" y="7342"/>
                      <a:pt x="5596" y="7326"/>
                      <a:pt x="5613" y="7309"/>
                    </a:cubicBezTo>
                    <a:cubicBezTo>
                      <a:pt x="5654" y="7261"/>
                      <a:pt x="5654" y="7261"/>
                      <a:pt x="5682" y="7204"/>
                    </a:cubicBezTo>
                    <a:cubicBezTo>
                      <a:pt x="5689" y="7189"/>
                      <a:pt x="5697" y="7173"/>
                      <a:pt x="5705" y="7158"/>
                    </a:cubicBezTo>
                    <a:cubicBezTo>
                      <a:pt x="5760" y="7151"/>
                      <a:pt x="5760" y="7151"/>
                      <a:pt x="5809" y="7158"/>
                    </a:cubicBezTo>
                    <a:cubicBezTo>
                      <a:pt x="5809" y="7123"/>
                      <a:pt x="5809" y="7089"/>
                      <a:pt x="5809" y="7054"/>
                    </a:cubicBezTo>
                    <a:cubicBezTo>
                      <a:pt x="5843" y="7054"/>
                      <a:pt x="5878" y="7054"/>
                      <a:pt x="5913" y="7054"/>
                    </a:cubicBezTo>
                    <a:cubicBezTo>
                      <a:pt x="5911" y="7038"/>
                      <a:pt x="5910" y="7023"/>
                      <a:pt x="5908" y="7007"/>
                    </a:cubicBezTo>
                    <a:cubicBezTo>
                      <a:pt x="5913" y="6950"/>
                      <a:pt x="5913" y="6950"/>
                      <a:pt x="5946" y="6911"/>
                    </a:cubicBezTo>
                    <a:cubicBezTo>
                      <a:pt x="5961" y="6898"/>
                      <a:pt x="5977" y="6886"/>
                      <a:pt x="5993" y="6873"/>
                    </a:cubicBezTo>
                    <a:cubicBezTo>
                      <a:pt x="6010" y="6859"/>
                      <a:pt x="6027" y="6845"/>
                      <a:pt x="6045" y="6830"/>
                    </a:cubicBezTo>
                    <a:cubicBezTo>
                      <a:pt x="6063" y="6815"/>
                      <a:pt x="6082" y="6800"/>
                      <a:pt x="6101" y="6785"/>
                    </a:cubicBezTo>
                    <a:cubicBezTo>
                      <a:pt x="6266" y="6647"/>
                      <a:pt x="6408" y="6504"/>
                      <a:pt x="6540" y="6335"/>
                    </a:cubicBezTo>
                    <a:cubicBezTo>
                      <a:pt x="6546" y="6327"/>
                      <a:pt x="6546" y="6327"/>
                      <a:pt x="6575" y="6291"/>
                    </a:cubicBezTo>
                    <a:cubicBezTo>
                      <a:pt x="6585" y="6278"/>
                      <a:pt x="6595" y="6265"/>
                      <a:pt x="6605" y="6252"/>
                    </a:cubicBezTo>
                    <a:cubicBezTo>
                      <a:pt x="6652" y="6214"/>
                      <a:pt x="6685" y="6219"/>
                      <a:pt x="6743" y="6224"/>
                    </a:cubicBezTo>
                    <a:cubicBezTo>
                      <a:pt x="6739" y="6157"/>
                      <a:pt x="6733" y="6090"/>
                      <a:pt x="6727" y="6023"/>
                    </a:cubicBezTo>
                    <a:cubicBezTo>
                      <a:pt x="6725" y="6004"/>
                      <a:pt x="6724" y="5985"/>
                      <a:pt x="6723" y="5966"/>
                    </a:cubicBezTo>
                    <a:cubicBezTo>
                      <a:pt x="6709" y="5826"/>
                      <a:pt x="6709" y="5826"/>
                      <a:pt x="6656" y="5777"/>
                    </a:cubicBezTo>
                    <a:cubicBezTo>
                      <a:pt x="6629" y="5760"/>
                      <a:pt x="6601" y="5744"/>
                      <a:pt x="6573" y="5728"/>
                    </a:cubicBezTo>
                    <a:cubicBezTo>
                      <a:pt x="6480" y="5671"/>
                      <a:pt x="6456" y="5546"/>
                      <a:pt x="6432" y="5446"/>
                    </a:cubicBezTo>
                    <a:cubicBezTo>
                      <a:pt x="6424" y="5357"/>
                      <a:pt x="6426" y="5276"/>
                      <a:pt x="6432" y="5187"/>
                    </a:cubicBezTo>
                    <a:cubicBezTo>
                      <a:pt x="6534" y="5187"/>
                      <a:pt x="6637" y="5187"/>
                      <a:pt x="6743" y="5187"/>
                    </a:cubicBezTo>
                    <a:cubicBezTo>
                      <a:pt x="6743" y="5152"/>
                      <a:pt x="6743" y="5118"/>
                      <a:pt x="6743" y="5083"/>
                    </a:cubicBezTo>
                    <a:cubicBezTo>
                      <a:pt x="6845" y="5083"/>
                      <a:pt x="6948" y="5083"/>
                      <a:pt x="7054" y="5083"/>
                    </a:cubicBezTo>
                    <a:cubicBezTo>
                      <a:pt x="7054" y="5151"/>
                      <a:pt x="7054" y="5220"/>
                      <a:pt x="7054" y="5290"/>
                    </a:cubicBezTo>
                    <a:cubicBezTo>
                      <a:pt x="7088" y="5290"/>
                      <a:pt x="7122" y="5290"/>
                      <a:pt x="7158" y="5290"/>
                    </a:cubicBezTo>
                    <a:cubicBezTo>
                      <a:pt x="7158" y="5359"/>
                      <a:pt x="7158" y="5427"/>
                      <a:pt x="7158" y="5498"/>
                    </a:cubicBezTo>
                    <a:cubicBezTo>
                      <a:pt x="7192" y="5498"/>
                      <a:pt x="7226" y="5498"/>
                      <a:pt x="7261" y="5498"/>
                    </a:cubicBezTo>
                    <a:cubicBezTo>
                      <a:pt x="7261" y="5532"/>
                      <a:pt x="7261" y="5566"/>
                      <a:pt x="7261" y="5602"/>
                    </a:cubicBezTo>
                    <a:cubicBezTo>
                      <a:pt x="7296" y="5602"/>
                      <a:pt x="7330" y="5602"/>
                      <a:pt x="7365" y="5602"/>
                    </a:cubicBezTo>
                    <a:cubicBezTo>
                      <a:pt x="7365" y="5636"/>
                      <a:pt x="7365" y="5670"/>
                      <a:pt x="7365" y="5705"/>
                    </a:cubicBezTo>
                    <a:cubicBezTo>
                      <a:pt x="7399" y="5705"/>
                      <a:pt x="7434" y="5705"/>
                      <a:pt x="7469" y="5705"/>
                    </a:cubicBezTo>
                    <a:cubicBezTo>
                      <a:pt x="7469" y="5740"/>
                      <a:pt x="7469" y="5774"/>
                      <a:pt x="7469" y="5809"/>
                    </a:cubicBezTo>
                    <a:cubicBezTo>
                      <a:pt x="7503" y="5809"/>
                      <a:pt x="7537" y="5809"/>
                      <a:pt x="7573" y="5809"/>
                    </a:cubicBezTo>
                    <a:cubicBezTo>
                      <a:pt x="7573" y="5843"/>
                      <a:pt x="7573" y="5878"/>
                      <a:pt x="7573" y="5913"/>
                    </a:cubicBezTo>
                    <a:cubicBezTo>
                      <a:pt x="7607" y="5913"/>
                      <a:pt x="7641" y="5913"/>
                      <a:pt x="7676" y="5913"/>
                    </a:cubicBezTo>
                    <a:cubicBezTo>
                      <a:pt x="7676" y="5947"/>
                      <a:pt x="7676" y="5981"/>
                      <a:pt x="7676" y="6017"/>
                    </a:cubicBezTo>
                    <a:cubicBezTo>
                      <a:pt x="7711" y="6017"/>
                      <a:pt x="7745" y="6017"/>
                      <a:pt x="7780" y="6017"/>
                    </a:cubicBezTo>
                    <a:cubicBezTo>
                      <a:pt x="7780" y="6051"/>
                      <a:pt x="7780" y="6085"/>
                      <a:pt x="7780" y="6120"/>
                    </a:cubicBezTo>
                    <a:cubicBezTo>
                      <a:pt x="7814" y="6120"/>
                      <a:pt x="7849" y="6120"/>
                      <a:pt x="7884" y="6120"/>
                    </a:cubicBezTo>
                    <a:cubicBezTo>
                      <a:pt x="7884" y="6155"/>
                      <a:pt x="7884" y="6189"/>
                      <a:pt x="7884" y="6224"/>
                    </a:cubicBezTo>
                    <a:cubicBezTo>
                      <a:pt x="7952" y="6224"/>
                      <a:pt x="8021" y="6224"/>
                      <a:pt x="8091" y="6224"/>
                    </a:cubicBezTo>
                    <a:cubicBezTo>
                      <a:pt x="8091" y="6258"/>
                      <a:pt x="8091" y="6293"/>
                      <a:pt x="8091" y="6328"/>
                    </a:cubicBezTo>
                    <a:cubicBezTo>
                      <a:pt x="8160" y="6328"/>
                      <a:pt x="8228" y="6328"/>
                      <a:pt x="8299" y="6328"/>
                    </a:cubicBezTo>
                    <a:cubicBezTo>
                      <a:pt x="8299" y="6362"/>
                      <a:pt x="8299" y="6396"/>
                      <a:pt x="8299" y="6432"/>
                    </a:cubicBezTo>
                    <a:cubicBezTo>
                      <a:pt x="8367" y="6432"/>
                      <a:pt x="8436" y="6432"/>
                      <a:pt x="8506" y="6432"/>
                    </a:cubicBezTo>
                    <a:cubicBezTo>
                      <a:pt x="8506" y="6466"/>
                      <a:pt x="8506" y="6500"/>
                      <a:pt x="8506" y="6535"/>
                    </a:cubicBezTo>
                    <a:cubicBezTo>
                      <a:pt x="8643" y="6535"/>
                      <a:pt x="8780" y="6535"/>
                      <a:pt x="8921" y="6535"/>
                    </a:cubicBezTo>
                    <a:cubicBezTo>
                      <a:pt x="8921" y="6570"/>
                      <a:pt x="8921" y="6604"/>
                      <a:pt x="8921" y="6639"/>
                    </a:cubicBezTo>
                    <a:cubicBezTo>
                      <a:pt x="9161" y="6639"/>
                      <a:pt x="9400" y="6639"/>
                      <a:pt x="9647" y="6639"/>
                    </a:cubicBezTo>
                    <a:cubicBezTo>
                      <a:pt x="9647" y="6605"/>
                      <a:pt x="9647" y="6571"/>
                      <a:pt x="9647" y="6535"/>
                    </a:cubicBezTo>
                    <a:cubicBezTo>
                      <a:pt x="9784" y="6535"/>
                      <a:pt x="9921" y="6535"/>
                      <a:pt x="10062" y="6535"/>
                    </a:cubicBezTo>
                    <a:cubicBezTo>
                      <a:pt x="10062" y="6501"/>
                      <a:pt x="10062" y="6467"/>
                      <a:pt x="10062" y="6432"/>
                    </a:cubicBezTo>
                    <a:cubicBezTo>
                      <a:pt x="10165" y="6432"/>
                      <a:pt x="10268" y="6432"/>
                      <a:pt x="10373" y="6432"/>
                    </a:cubicBezTo>
                    <a:cubicBezTo>
                      <a:pt x="10373" y="6397"/>
                      <a:pt x="10373" y="6363"/>
                      <a:pt x="10373" y="6328"/>
                    </a:cubicBezTo>
                    <a:cubicBezTo>
                      <a:pt x="10442" y="6328"/>
                      <a:pt x="10510" y="6328"/>
                      <a:pt x="10581" y="6328"/>
                    </a:cubicBezTo>
                    <a:cubicBezTo>
                      <a:pt x="10581" y="6294"/>
                      <a:pt x="10581" y="6259"/>
                      <a:pt x="10581" y="6224"/>
                    </a:cubicBezTo>
                    <a:cubicBezTo>
                      <a:pt x="10615" y="6224"/>
                      <a:pt x="10649" y="6224"/>
                      <a:pt x="10685" y="6224"/>
                    </a:cubicBezTo>
                    <a:cubicBezTo>
                      <a:pt x="10685" y="6190"/>
                      <a:pt x="10685" y="6156"/>
                      <a:pt x="10685" y="6120"/>
                    </a:cubicBezTo>
                    <a:cubicBezTo>
                      <a:pt x="10787" y="6120"/>
                      <a:pt x="10890" y="6120"/>
                      <a:pt x="10996" y="6120"/>
                    </a:cubicBezTo>
                    <a:cubicBezTo>
                      <a:pt x="10996" y="6189"/>
                      <a:pt x="10996" y="6257"/>
                      <a:pt x="10996" y="6328"/>
                    </a:cubicBezTo>
                    <a:cubicBezTo>
                      <a:pt x="11133" y="6328"/>
                      <a:pt x="11270" y="6328"/>
                      <a:pt x="11411" y="6328"/>
                    </a:cubicBezTo>
                    <a:cubicBezTo>
                      <a:pt x="11411" y="6294"/>
                      <a:pt x="11411" y="6259"/>
                      <a:pt x="11411" y="6224"/>
                    </a:cubicBezTo>
                    <a:cubicBezTo>
                      <a:pt x="11445" y="6224"/>
                      <a:pt x="11479" y="6224"/>
                      <a:pt x="11515" y="6224"/>
                    </a:cubicBezTo>
                    <a:cubicBezTo>
                      <a:pt x="11515" y="6087"/>
                      <a:pt x="11515" y="5950"/>
                      <a:pt x="11515" y="5809"/>
                    </a:cubicBezTo>
                    <a:cubicBezTo>
                      <a:pt x="11549" y="5809"/>
                      <a:pt x="11583" y="5809"/>
                      <a:pt x="11618" y="5809"/>
                    </a:cubicBezTo>
                    <a:cubicBezTo>
                      <a:pt x="11618" y="5741"/>
                      <a:pt x="11618" y="5672"/>
                      <a:pt x="11618" y="5602"/>
                    </a:cubicBezTo>
                    <a:cubicBezTo>
                      <a:pt x="11550" y="5602"/>
                      <a:pt x="11481" y="5602"/>
                      <a:pt x="11411" y="5602"/>
                    </a:cubicBezTo>
                    <a:cubicBezTo>
                      <a:pt x="11411" y="5533"/>
                      <a:pt x="11411" y="5465"/>
                      <a:pt x="11411" y="5394"/>
                    </a:cubicBezTo>
                    <a:cubicBezTo>
                      <a:pt x="11445" y="5394"/>
                      <a:pt x="11479" y="5394"/>
                      <a:pt x="11515" y="5394"/>
                    </a:cubicBezTo>
                    <a:cubicBezTo>
                      <a:pt x="11515" y="5326"/>
                      <a:pt x="11515" y="5257"/>
                      <a:pt x="11515" y="5187"/>
                    </a:cubicBezTo>
                    <a:cubicBezTo>
                      <a:pt x="11549" y="5187"/>
                      <a:pt x="11583" y="5187"/>
                      <a:pt x="11618" y="5187"/>
                    </a:cubicBezTo>
                    <a:cubicBezTo>
                      <a:pt x="11618" y="5084"/>
                      <a:pt x="11618" y="4981"/>
                      <a:pt x="11618" y="4876"/>
                    </a:cubicBezTo>
                    <a:cubicBezTo>
                      <a:pt x="11652" y="4876"/>
                      <a:pt x="11687" y="4876"/>
                      <a:pt x="11722" y="4876"/>
                    </a:cubicBezTo>
                    <a:cubicBezTo>
                      <a:pt x="11722" y="4739"/>
                      <a:pt x="11722" y="4602"/>
                      <a:pt x="11722" y="4461"/>
                    </a:cubicBezTo>
                    <a:cubicBezTo>
                      <a:pt x="11756" y="4461"/>
                      <a:pt x="11790" y="4461"/>
                      <a:pt x="11826" y="4461"/>
                    </a:cubicBezTo>
                    <a:cubicBezTo>
                      <a:pt x="11826" y="4221"/>
                      <a:pt x="11826" y="3981"/>
                      <a:pt x="11826" y="3734"/>
                    </a:cubicBezTo>
                    <a:cubicBezTo>
                      <a:pt x="11791" y="3734"/>
                      <a:pt x="11757" y="3734"/>
                      <a:pt x="11722" y="3734"/>
                    </a:cubicBezTo>
                    <a:cubicBezTo>
                      <a:pt x="11722" y="3598"/>
                      <a:pt x="11722" y="3461"/>
                      <a:pt x="11722" y="3320"/>
                    </a:cubicBezTo>
                    <a:cubicBezTo>
                      <a:pt x="11688" y="3320"/>
                      <a:pt x="11654" y="3320"/>
                      <a:pt x="11618" y="3320"/>
                    </a:cubicBezTo>
                    <a:cubicBezTo>
                      <a:pt x="11618" y="3217"/>
                      <a:pt x="11618" y="3114"/>
                      <a:pt x="11618" y="3008"/>
                    </a:cubicBezTo>
                    <a:cubicBezTo>
                      <a:pt x="11584" y="3008"/>
                      <a:pt x="11550" y="3008"/>
                      <a:pt x="11515" y="3008"/>
                    </a:cubicBezTo>
                    <a:cubicBezTo>
                      <a:pt x="11515" y="2940"/>
                      <a:pt x="11515" y="2871"/>
                      <a:pt x="11515" y="2801"/>
                    </a:cubicBezTo>
                    <a:cubicBezTo>
                      <a:pt x="11480" y="2801"/>
                      <a:pt x="11446" y="2801"/>
                      <a:pt x="11411" y="2801"/>
                    </a:cubicBezTo>
                    <a:cubicBezTo>
                      <a:pt x="11411" y="2767"/>
                      <a:pt x="11411" y="2732"/>
                      <a:pt x="11411" y="2697"/>
                    </a:cubicBezTo>
                    <a:cubicBezTo>
                      <a:pt x="11377" y="2697"/>
                      <a:pt x="11342" y="2697"/>
                      <a:pt x="11307" y="2697"/>
                    </a:cubicBezTo>
                    <a:cubicBezTo>
                      <a:pt x="11307" y="2663"/>
                      <a:pt x="11307" y="2629"/>
                      <a:pt x="11307" y="2593"/>
                    </a:cubicBezTo>
                    <a:cubicBezTo>
                      <a:pt x="11273" y="2593"/>
                      <a:pt x="11239" y="2593"/>
                      <a:pt x="11203" y="2593"/>
                    </a:cubicBezTo>
                    <a:cubicBezTo>
                      <a:pt x="11203" y="2559"/>
                      <a:pt x="11203" y="2525"/>
                      <a:pt x="11203" y="2490"/>
                    </a:cubicBezTo>
                    <a:cubicBezTo>
                      <a:pt x="11169" y="2490"/>
                      <a:pt x="11135" y="2490"/>
                      <a:pt x="11100" y="2490"/>
                    </a:cubicBezTo>
                    <a:cubicBezTo>
                      <a:pt x="11100" y="2455"/>
                      <a:pt x="11100" y="2421"/>
                      <a:pt x="11100" y="2386"/>
                    </a:cubicBezTo>
                    <a:cubicBezTo>
                      <a:pt x="11065" y="2386"/>
                      <a:pt x="11031" y="2386"/>
                      <a:pt x="10996" y="2386"/>
                    </a:cubicBezTo>
                    <a:cubicBezTo>
                      <a:pt x="10996" y="2352"/>
                      <a:pt x="10996" y="2317"/>
                      <a:pt x="10996" y="2282"/>
                    </a:cubicBezTo>
                    <a:cubicBezTo>
                      <a:pt x="10962" y="2282"/>
                      <a:pt x="10927" y="2282"/>
                      <a:pt x="10892" y="2282"/>
                    </a:cubicBezTo>
                    <a:cubicBezTo>
                      <a:pt x="10892" y="2248"/>
                      <a:pt x="10892" y="2214"/>
                      <a:pt x="10892" y="2178"/>
                    </a:cubicBezTo>
                    <a:cubicBezTo>
                      <a:pt x="10858" y="2178"/>
                      <a:pt x="10824" y="2178"/>
                      <a:pt x="10788" y="2178"/>
                    </a:cubicBezTo>
                    <a:cubicBezTo>
                      <a:pt x="10788" y="2144"/>
                      <a:pt x="10788" y="2110"/>
                      <a:pt x="10788" y="2075"/>
                    </a:cubicBezTo>
                    <a:cubicBezTo>
                      <a:pt x="10720" y="2075"/>
                      <a:pt x="10651" y="2075"/>
                      <a:pt x="10581" y="2075"/>
                    </a:cubicBezTo>
                    <a:cubicBezTo>
                      <a:pt x="10581" y="2040"/>
                      <a:pt x="10581" y="2006"/>
                      <a:pt x="10581" y="1971"/>
                    </a:cubicBezTo>
                    <a:cubicBezTo>
                      <a:pt x="10547" y="1971"/>
                      <a:pt x="10512" y="1971"/>
                      <a:pt x="10477" y="1971"/>
                    </a:cubicBezTo>
                    <a:cubicBezTo>
                      <a:pt x="10477" y="1937"/>
                      <a:pt x="10477" y="1902"/>
                      <a:pt x="10477" y="1867"/>
                    </a:cubicBezTo>
                    <a:cubicBezTo>
                      <a:pt x="10409" y="1867"/>
                      <a:pt x="10340" y="1867"/>
                      <a:pt x="10270" y="1867"/>
                    </a:cubicBezTo>
                    <a:cubicBezTo>
                      <a:pt x="10270" y="1799"/>
                      <a:pt x="10270" y="1730"/>
                      <a:pt x="10270" y="1660"/>
                    </a:cubicBezTo>
                    <a:cubicBezTo>
                      <a:pt x="10304" y="1660"/>
                      <a:pt x="10338" y="1660"/>
                      <a:pt x="10373" y="1660"/>
                    </a:cubicBezTo>
                    <a:cubicBezTo>
                      <a:pt x="10373" y="1557"/>
                      <a:pt x="10373" y="1454"/>
                      <a:pt x="10373" y="1349"/>
                    </a:cubicBezTo>
                    <a:cubicBezTo>
                      <a:pt x="10476" y="1349"/>
                      <a:pt x="10579" y="1349"/>
                      <a:pt x="10685" y="1349"/>
                    </a:cubicBezTo>
                    <a:cubicBezTo>
                      <a:pt x="10685" y="1383"/>
                      <a:pt x="10685" y="1417"/>
                      <a:pt x="10685" y="1452"/>
                    </a:cubicBezTo>
                    <a:cubicBezTo>
                      <a:pt x="10698" y="1450"/>
                      <a:pt x="10712" y="1449"/>
                      <a:pt x="10726" y="1447"/>
                    </a:cubicBezTo>
                    <a:cubicBezTo>
                      <a:pt x="10785" y="1442"/>
                      <a:pt x="10834" y="1441"/>
                      <a:pt x="10892" y="1452"/>
                    </a:cubicBezTo>
                    <a:cubicBezTo>
                      <a:pt x="10925" y="1489"/>
                      <a:pt x="10944" y="1527"/>
                      <a:pt x="10967" y="1571"/>
                    </a:cubicBezTo>
                    <a:cubicBezTo>
                      <a:pt x="11005" y="1620"/>
                      <a:pt x="11032" y="1621"/>
                      <a:pt x="11093" y="1631"/>
                    </a:cubicBezTo>
                    <a:cubicBezTo>
                      <a:pt x="11234" y="1656"/>
                      <a:pt x="11330" y="1753"/>
                      <a:pt x="11411" y="1867"/>
                    </a:cubicBezTo>
                    <a:cubicBezTo>
                      <a:pt x="11416" y="1926"/>
                      <a:pt x="11416" y="1926"/>
                      <a:pt x="11411" y="1971"/>
                    </a:cubicBezTo>
                    <a:cubicBezTo>
                      <a:pt x="11445" y="1971"/>
                      <a:pt x="11479" y="1971"/>
                      <a:pt x="11515" y="1971"/>
                    </a:cubicBezTo>
                    <a:cubicBezTo>
                      <a:pt x="11515" y="2005"/>
                      <a:pt x="11515" y="2039"/>
                      <a:pt x="11515" y="2075"/>
                    </a:cubicBezTo>
                    <a:cubicBezTo>
                      <a:pt x="11549" y="2075"/>
                      <a:pt x="11583" y="2075"/>
                      <a:pt x="11618" y="2075"/>
                    </a:cubicBezTo>
                    <a:cubicBezTo>
                      <a:pt x="11618" y="2109"/>
                      <a:pt x="11618" y="2143"/>
                      <a:pt x="11618" y="2178"/>
                    </a:cubicBezTo>
                    <a:cubicBezTo>
                      <a:pt x="11652" y="2178"/>
                      <a:pt x="11687" y="2178"/>
                      <a:pt x="11722" y="2178"/>
                    </a:cubicBezTo>
                    <a:cubicBezTo>
                      <a:pt x="11728" y="2197"/>
                      <a:pt x="11735" y="2215"/>
                      <a:pt x="11741" y="2233"/>
                    </a:cubicBezTo>
                    <a:cubicBezTo>
                      <a:pt x="11750" y="2257"/>
                      <a:pt x="11758" y="2281"/>
                      <a:pt x="11767" y="2305"/>
                    </a:cubicBezTo>
                    <a:cubicBezTo>
                      <a:pt x="11776" y="2328"/>
                      <a:pt x="11784" y="2352"/>
                      <a:pt x="11793" y="2376"/>
                    </a:cubicBezTo>
                    <a:cubicBezTo>
                      <a:pt x="11826" y="2438"/>
                      <a:pt x="11826" y="2438"/>
                      <a:pt x="11878" y="2464"/>
                    </a:cubicBezTo>
                    <a:cubicBezTo>
                      <a:pt x="11929" y="2490"/>
                      <a:pt x="11929" y="2490"/>
                      <a:pt x="11959" y="2550"/>
                    </a:cubicBezTo>
                    <a:cubicBezTo>
                      <a:pt x="11974" y="2596"/>
                      <a:pt x="11989" y="2643"/>
                      <a:pt x="12004" y="2689"/>
                    </a:cubicBezTo>
                    <a:cubicBezTo>
                      <a:pt x="12033" y="2749"/>
                      <a:pt x="12033" y="2749"/>
                      <a:pt x="12085" y="2775"/>
                    </a:cubicBezTo>
                    <a:cubicBezTo>
                      <a:pt x="12137" y="2801"/>
                      <a:pt x="12137" y="2801"/>
                      <a:pt x="12166" y="2861"/>
                    </a:cubicBezTo>
                    <a:cubicBezTo>
                      <a:pt x="12181" y="2907"/>
                      <a:pt x="12196" y="2954"/>
                      <a:pt x="12212" y="3000"/>
                    </a:cubicBezTo>
                    <a:cubicBezTo>
                      <a:pt x="12241" y="3060"/>
                      <a:pt x="12241" y="3060"/>
                      <a:pt x="12296" y="3088"/>
                    </a:cubicBezTo>
                    <a:cubicBezTo>
                      <a:pt x="12312" y="3096"/>
                      <a:pt x="12328" y="3104"/>
                      <a:pt x="12344" y="3112"/>
                    </a:cubicBezTo>
                    <a:cubicBezTo>
                      <a:pt x="12351" y="3167"/>
                      <a:pt x="12351" y="3167"/>
                      <a:pt x="12344" y="3216"/>
                    </a:cubicBezTo>
                    <a:cubicBezTo>
                      <a:pt x="12366" y="3208"/>
                      <a:pt x="12388" y="3201"/>
                      <a:pt x="12411" y="3193"/>
                    </a:cubicBezTo>
                    <a:cubicBezTo>
                      <a:pt x="12636" y="3120"/>
                      <a:pt x="12835" y="3099"/>
                      <a:pt x="13071" y="3112"/>
                    </a:cubicBezTo>
                    <a:cubicBezTo>
                      <a:pt x="13071" y="3078"/>
                      <a:pt x="13071" y="3044"/>
                      <a:pt x="13071" y="3008"/>
                    </a:cubicBezTo>
                    <a:cubicBezTo>
                      <a:pt x="13083" y="3007"/>
                      <a:pt x="13095" y="3006"/>
                      <a:pt x="13108" y="3004"/>
                    </a:cubicBezTo>
                    <a:cubicBezTo>
                      <a:pt x="13163" y="2998"/>
                      <a:pt x="13219" y="2992"/>
                      <a:pt x="13275" y="2986"/>
                    </a:cubicBezTo>
                    <a:cubicBezTo>
                      <a:pt x="13294" y="2984"/>
                      <a:pt x="13313" y="2982"/>
                      <a:pt x="13333" y="2979"/>
                    </a:cubicBezTo>
                    <a:cubicBezTo>
                      <a:pt x="13352" y="2977"/>
                      <a:pt x="13371" y="2975"/>
                      <a:pt x="13390" y="2973"/>
                    </a:cubicBezTo>
                    <a:cubicBezTo>
                      <a:pt x="13407" y="2971"/>
                      <a:pt x="13424" y="2969"/>
                      <a:pt x="13441" y="2967"/>
                    </a:cubicBezTo>
                    <a:cubicBezTo>
                      <a:pt x="13485" y="2956"/>
                      <a:pt x="13485" y="2956"/>
                      <a:pt x="13537" y="2905"/>
                    </a:cubicBezTo>
                    <a:cubicBezTo>
                      <a:pt x="13576" y="2895"/>
                      <a:pt x="13576" y="2895"/>
                      <a:pt x="13620" y="2890"/>
                    </a:cubicBezTo>
                    <a:cubicBezTo>
                      <a:pt x="13636" y="2888"/>
                      <a:pt x="13652" y="2886"/>
                      <a:pt x="13668" y="2884"/>
                    </a:cubicBezTo>
                    <a:cubicBezTo>
                      <a:pt x="13702" y="2880"/>
                      <a:pt x="13736" y="2877"/>
                      <a:pt x="13769" y="2873"/>
                    </a:cubicBezTo>
                    <a:cubicBezTo>
                      <a:pt x="13785" y="2871"/>
                      <a:pt x="13801" y="2869"/>
                      <a:pt x="13818" y="2867"/>
                    </a:cubicBezTo>
                    <a:cubicBezTo>
                      <a:pt x="13832" y="2866"/>
                      <a:pt x="13847" y="2864"/>
                      <a:pt x="13862" y="2863"/>
                    </a:cubicBezTo>
                    <a:cubicBezTo>
                      <a:pt x="13900" y="2853"/>
                      <a:pt x="13900" y="2853"/>
                      <a:pt x="13952" y="2801"/>
                    </a:cubicBezTo>
                    <a:cubicBezTo>
                      <a:pt x="14014" y="2796"/>
                      <a:pt x="14014" y="2796"/>
                      <a:pt x="14085" y="2798"/>
                    </a:cubicBezTo>
                    <a:cubicBezTo>
                      <a:pt x="14109" y="2798"/>
                      <a:pt x="14132" y="2799"/>
                      <a:pt x="14157" y="2799"/>
                    </a:cubicBezTo>
                    <a:cubicBezTo>
                      <a:pt x="14175" y="2800"/>
                      <a:pt x="14193" y="2800"/>
                      <a:pt x="14212" y="2801"/>
                    </a:cubicBezTo>
                    <a:cubicBezTo>
                      <a:pt x="14212" y="2767"/>
                      <a:pt x="14212" y="2732"/>
                      <a:pt x="14212" y="2697"/>
                    </a:cubicBezTo>
                    <a:cubicBezTo>
                      <a:pt x="14230" y="2696"/>
                      <a:pt x="14249" y="2695"/>
                      <a:pt x="14268" y="2693"/>
                    </a:cubicBezTo>
                    <a:cubicBezTo>
                      <a:pt x="14337" y="2688"/>
                      <a:pt x="14406" y="2683"/>
                      <a:pt x="14475" y="2678"/>
                    </a:cubicBezTo>
                    <a:cubicBezTo>
                      <a:pt x="14505" y="2676"/>
                      <a:pt x="14534" y="2673"/>
                      <a:pt x="14564" y="2671"/>
                    </a:cubicBezTo>
                    <a:cubicBezTo>
                      <a:pt x="14607" y="2668"/>
                      <a:pt x="14650" y="2665"/>
                      <a:pt x="14693" y="2662"/>
                    </a:cubicBezTo>
                    <a:cubicBezTo>
                      <a:pt x="14706" y="2661"/>
                      <a:pt x="14720" y="2660"/>
                      <a:pt x="14733" y="2659"/>
                    </a:cubicBezTo>
                    <a:cubicBezTo>
                      <a:pt x="14809" y="2653"/>
                      <a:pt x="14830" y="2649"/>
                      <a:pt x="14886" y="2593"/>
                    </a:cubicBezTo>
                    <a:cubicBezTo>
                      <a:pt x="14924" y="2584"/>
                      <a:pt x="14924" y="2584"/>
                      <a:pt x="14969" y="2579"/>
                    </a:cubicBezTo>
                    <a:cubicBezTo>
                      <a:pt x="14985" y="2577"/>
                      <a:pt x="15001" y="2575"/>
                      <a:pt x="15017" y="2573"/>
                    </a:cubicBezTo>
                    <a:cubicBezTo>
                      <a:pt x="15051" y="2569"/>
                      <a:pt x="15084" y="2566"/>
                      <a:pt x="15118" y="2562"/>
                    </a:cubicBezTo>
                    <a:cubicBezTo>
                      <a:pt x="15134" y="2560"/>
                      <a:pt x="15150" y="2558"/>
                      <a:pt x="15166" y="2556"/>
                    </a:cubicBezTo>
                    <a:cubicBezTo>
                      <a:pt x="15181" y="2555"/>
                      <a:pt x="15196" y="2553"/>
                      <a:pt x="15211" y="2551"/>
                    </a:cubicBezTo>
                    <a:cubicBezTo>
                      <a:pt x="15249" y="2541"/>
                      <a:pt x="15249" y="2541"/>
                      <a:pt x="15301" y="2490"/>
                    </a:cubicBezTo>
                    <a:cubicBezTo>
                      <a:pt x="15340" y="2484"/>
                      <a:pt x="15340" y="2484"/>
                      <a:pt x="15385" y="2485"/>
                    </a:cubicBezTo>
                    <a:cubicBezTo>
                      <a:pt x="15393" y="2485"/>
                      <a:pt x="15393" y="2485"/>
                      <a:pt x="15434" y="2485"/>
                    </a:cubicBezTo>
                    <a:cubicBezTo>
                      <a:pt x="15443" y="2485"/>
                      <a:pt x="15443" y="2485"/>
                      <a:pt x="15486" y="2486"/>
                    </a:cubicBezTo>
                    <a:cubicBezTo>
                      <a:pt x="15503" y="2487"/>
                      <a:pt x="15520" y="2487"/>
                      <a:pt x="15537" y="2487"/>
                    </a:cubicBezTo>
                    <a:cubicBezTo>
                      <a:pt x="15580" y="2488"/>
                      <a:pt x="15622" y="2489"/>
                      <a:pt x="15664" y="2490"/>
                    </a:cubicBezTo>
                    <a:cubicBezTo>
                      <a:pt x="15664" y="2455"/>
                      <a:pt x="15664" y="2421"/>
                      <a:pt x="15664" y="2386"/>
                    </a:cubicBezTo>
                    <a:cubicBezTo>
                      <a:pt x="15732" y="2386"/>
                      <a:pt x="15801" y="2386"/>
                      <a:pt x="15871" y="2386"/>
                    </a:cubicBezTo>
                    <a:cubicBezTo>
                      <a:pt x="15871" y="2352"/>
                      <a:pt x="15871" y="2317"/>
                      <a:pt x="15871" y="2282"/>
                    </a:cubicBezTo>
                    <a:cubicBezTo>
                      <a:pt x="15906" y="2282"/>
                      <a:pt x="15940" y="2282"/>
                      <a:pt x="15975" y="2282"/>
                    </a:cubicBezTo>
                    <a:cubicBezTo>
                      <a:pt x="15975" y="2179"/>
                      <a:pt x="15975" y="2077"/>
                      <a:pt x="15975" y="1971"/>
                    </a:cubicBezTo>
                    <a:cubicBezTo>
                      <a:pt x="16009" y="1971"/>
                      <a:pt x="16044" y="1971"/>
                      <a:pt x="16079" y="1971"/>
                    </a:cubicBezTo>
                    <a:cubicBezTo>
                      <a:pt x="16079" y="1800"/>
                      <a:pt x="16079" y="1629"/>
                      <a:pt x="16079" y="1452"/>
                    </a:cubicBezTo>
                    <a:cubicBezTo>
                      <a:pt x="16113" y="1452"/>
                      <a:pt x="16147" y="1452"/>
                      <a:pt x="16183" y="1452"/>
                    </a:cubicBezTo>
                    <a:cubicBezTo>
                      <a:pt x="16183" y="1350"/>
                      <a:pt x="16183" y="1247"/>
                      <a:pt x="16183" y="1141"/>
                    </a:cubicBezTo>
                    <a:cubicBezTo>
                      <a:pt x="16217" y="1141"/>
                      <a:pt x="16251" y="1141"/>
                      <a:pt x="16286" y="1141"/>
                    </a:cubicBezTo>
                    <a:cubicBezTo>
                      <a:pt x="16285" y="1126"/>
                      <a:pt x="16283" y="1110"/>
                      <a:pt x="16281" y="1094"/>
                    </a:cubicBezTo>
                    <a:cubicBezTo>
                      <a:pt x="16286" y="1037"/>
                      <a:pt x="16286" y="1037"/>
                      <a:pt x="16319" y="998"/>
                    </a:cubicBezTo>
                    <a:cubicBezTo>
                      <a:pt x="16335" y="986"/>
                      <a:pt x="16350" y="973"/>
                      <a:pt x="16366" y="961"/>
                    </a:cubicBezTo>
                    <a:cubicBezTo>
                      <a:pt x="16383" y="946"/>
                      <a:pt x="16400" y="932"/>
                      <a:pt x="16418" y="918"/>
                    </a:cubicBezTo>
                    <a:cubicBezTo>
                      <a:pt x="16437" y="902"/>
                      <a:pt x="16455" y="887"/>
                      <a:pt x="16474" y="872"/>
                    </a:cubicBezTo>
                    <a:cubicBezTo>
                      <a:pt x="16639" y="734"/>
                      <a:pt x="16782" y="592"/>
                      <a:pt x="16914" y="422"/>
                    </a:cubicBezTo>
                    <a:cubicBezTo>
                      <a:pt x="16925" y="407"/>
                      <a:pt x="16937" y="393"/>
                      <a:pt x="16949" y="378"/>
                    </a:cubicBezTo>
                    <a:cubicBezTo>
                      <a:pt x="16959" y="365"/>
                      <a:pt x="16969" y="352"/>
                      <a:pt x="16979" y="339"/>
                    </a:cubicBezTo>
                    <a:cubicBezTo>
                      <a:pt x="17025" y="301"/>
                      <a:pt x="17058" y="306"/>
                      <a:pt x="17116" y="311"/>
                    </a:cubicBezTo>
                    <a:cubicBezTo>
                      <a:pt x="17116" y="277"/>
                      <a:pt x="17116" y="243"/>
                      <a:pt x="17116" y="207"/>
                    </a:cubicBezTo>
                    <a:cubicBezTo>
                      <a:pt x="17185" y="207"/>
                      <a:pt x="17253" y="207"/>
                      <a:pt x="17324" y="207"/>
                    </a:cubicBezTo>
                    <a:cubicBezTo>
                      <a:pt x="17324" y="173"/>
                      <a:pt x="17324" y="139"/>
                      <a:pt x="17324" y="104"/>
                    </a:cubicBezTo>
                    <a:cubicBezTo>
                      <a:pt x="17495" y="104"/>
                      <a:pt x="17666" y="104"/>
                      <a:pt x="17842" y="104"/>
                    </a:cubicBezTo>
                    <a:cubicBezTo>
                      <a:pt x="17842" y="70"/>
                      <a:pt x="17842" y="35"/>
                      <a:pt x="17842" y="0"/>
                    </a:cubicBezTo>
                    <a:close/>
                    <a:moveTo>
                      <a:pt x="17842" y="622"/>
                    </a:moveTo>
                    <a:cubicBezTo>
                      <a:pt x="17842" y="657"/>
                      <a:pt x="17842" y="691"/>
                      <a:pt x="17842" y="726"/>
                    </a:cubicBezTo>
                    <a:cubicBezTo>
                      <a:pt x="17740" y="726"/>
                      <a:pt x="17637" y="726"/>
                      <a:pt x="17531" y="726"/>
                    </a:cubicBezTo>
                    <a:cubicBezTo>
                      <a:pt x="17531" y="760"/>
                      <a:pt x="17531" y="795"/>
                      <a:pt x="17531" y="830"/>
                    </a:cubicBezTo>
                    <a:cubicBezTo>
                      <a:pt x="17463" y="830"/>
                      <a:pt x="17394" y="830"/>
                      <a:pt x="17324" y="830"/>
                    </a:cubicBezTo>
                    <a:cubicBezTo>
                      <a:pt x="17324" y="864"/>
                      <a:pt x="17324" y="898"/>
                      <a:pt x="17324" y="934"/>
                    </a:cubicBezTo>
                    <a:cubicBezTo>
                      <a:pt x="17289" y="934"/>
                      <a:pt x="17255" y="934"/>
                      <a:pt x="17220" y="934"/>
                    </a:cubicBezTo>
                    <a:cubicBezTo>
                      <a:pt x="17220" y="968"/>
                      <a:pt x="17220" y="1002"/>
                      <a:pt x="17220" y="1037"/>
                    </a:cubicBezTo>
                    <a:cubicBezTo>
                      <a:pt x="17186" y="1037"/>
                      <a:pt x="17151" y="1037"/>
                      <a:pt x="17116" y="1037"/>
                    </a:cubicBezTo>
                    <a:cubicBezTo>
                      <a:pt x="17116" y="1072"/>
                      <a:pt x="17116" y="1106"/>
                      <a:pt x="17116" y="1141"/>
                    </a:cubicBezTo>
                    <a:cubicBezTo>
                      <a:pt x="17082" y="1141"/>
                      <a:pt x="17048" y="1141"/>
                      <a:pt x="17012" y="1141"/>
                    </a:cubicBezTo>
                    <a:cubicBezTo>
                      <a:pt x="17012" y="1175"/>
                      <a:pt x="17012" y="1210"/>
                      <a:pt x="17012" y="1245"/>
                    </a:cubicBezTo>
                    <a:cubicBezTo>
                      <a:pt x="16978" y="1245"/>
                      <a:pt x="16944" y="1245"/>
                      <a:pt x="16909" y="1245"/>
                    </a:cubicBezTo>
                    <a:cubicBezTo>
                      <a:pt x="16909" y="1313"/>
                      <a:pt x="16909" y="1382"/>
                      <a:pt x="16909" y="1452"/>
                    </a:cubicBezTo>
                    <a:cubicBezTo>
                      <a:pt x="16874" y="1452"/>
                      <a:pt x="16840" y="1452"/>
                      <a:pt x="16805" y="1452"/>
                    </a:cubicBezTo>
                    <a:cubicBezTo>
                      <a:pt x="16805" y="1521"/>
                      <a:pt x="16805" y="1589"/>
                      <a:pt x="16805" y="1660"/>
                    </a:cubicBezTo>
                    <a:cubicBezTo>
                      <a:pt x="16771" y="1660"/>
                      <a:pt x="16737" y="1660"/>
                      <a:pt x="16701" y="1660"/>
                    </a:cubicBezTo>
                    <a:cubicBezTo>
                      <a:pt x="16701" y="1762"/>
                      <a:pt x="16701" y="1865"/>
                      <a:pt x="16701" y="1971"/>
                    </a:cubicBezTo>
                    <a:cubicBezTo>
                      <a:pt x="16667" y="1971"/>
                      <a:pt x="16633" y="1971"/>
                      <a:pt x="16598" y="1971"/>
                    </a:cubicBezTo>
                    <a:cubicBezTo>
                      <a:pt x="16598" y="2142"/>
                      <a:pt x="16598" y="2313"/>
                      <a:pt x="16598" y="2490"/>
                    </a:cubicBezTo>
                    <a:cubicBezTo>
                      <a:pt x="16632" y="2490"/>
                      <a:pt x="16666" y="2490"/>
                      <a:pt x="16701" y="2490"/>
                    </a:cubicBezTo>
                    <a:cubicBezTo>
                      <a:pt x="16701" y="2627"/>
                      <a:pt x="16701" y="2763"/>
                      <a:pt x="16701" y="2905"/>
                    </a:cubicBezTo>
                    <a:cubicBezTo>
                      <a:pt x="16735" y="2905"/>
                      <a:pt x="16770" y="2905"/>
                      <a:pt x="16805" y="2905"/>
                    </a:cubicBezTo>
                    <a:cubicBezTo>
                      <a:pt x="16805" y="2939"/>
                      <a:pt x="16805" y="2973"/>
                      <a:pt x="16805" y="3008"/>
                    </a:cubicBezTo>
                    <a:cubicBezTo>
                      <a:pt x="16839" y="3008"/>
                      <a:pt x="16873" y="3008"/>
                      <a:pt x="16909" y="3008"/>
                    </a:cubicBezTo>
                    <a:cubicBezTo>
                      <a:pt x="16909" y="3077"/>
                      <a:pt x="16909" y="3145"/>
                      <a:pt x="16909" y="3216"/>
                    </a:cubicBezTo>
                    <a:cubicBezTo>
                      <a:pt x="16943" y="3216"/>
                      <a:pt x="16977" y="3216"/>
                      <a:pt x="17012" y="3216"/>
                    </a:cubicBezTo>
                    <a:cubicBezTo>
                      <a:pt x="17012" y="3250"/>
                      <a:pt x="17012" y="3284"/>
                      <a:pt x="17012" y="3320"/>
                    </a:cubicBezTo>
                    <a:cubicBezTo>
                      <a:pt x="17047" y="3320"/>
                      <a:pt x="17081" y="3320"/>
                      <a:pt x="17116" y="3320"/>
                    </a:cubicBezTo>
                    <a:cubicBezTo>
                      <a:pt x="17116" y="3354"/>
                      <a:pt x="17116" y="3388"/>
                      <a:pt x="17116" y="3423"/>
                    </a:cubicBezTo>
                    <a:cubicBezTo>
                      <a:pt x="17150" y="3423"/>
                      <a:pt x="17185" y="3423"/>
                      <a:pt x="17220" y="3423"/>
                    </a:cubicBezTo>
                    <a:cubicBezTo>
                      <a:pt x="17220" y="3457"/>
                      <a:pt x="17220" y="3492"/>
                      <a:pt x="17220" y="3527"/>
                    </a:cubicBezTo>
                    <a:cubicBezTo>
                      <a:pt x="17288" y="3527"/>
                      <a:pt x="17357" y="3527"/>
                      <a:pt x="17427" y="3527"/>
                    </a:cubicBezTo>
                    <a:cubicBezTo>
                      <a:pt x="17427" y="3561"/>
                      <a:pt x="17427" y="3595"/>
                      <a:pt x="17427" y="3631"/>
                    </a:cubicBezTo>
                    <a:cubicBezTo>
                      <a:pt x="17496" y="3631"/>
                      <a:pt x="17564" y="3631"/>
                      <a:pt x="17635" y="3631"/>
                    </a:cubicBezTo>
                    <a:cubicBezTo>
                      <a:pt x="17635" y="3665"/>
                      <a:pt x="17635" y="3699"/>
                      <a:pt x="17635" y="3734"/>
                    </a:cubicBezTo>
                    <a:cubicBezTo>
                      <a:pt x="17772" y="3734"/>
                      <a:pt x="17909" y="3734"/>
                      <a:pt x="18050" y="3734"/>
                    </a:cubicBezTo>
                    <a:cubicBezTo>
                      <a:pt x="18050" y="3769"/>
                      <a:pt x="18050" y="3803"/>
                      <a:pt x="18050" y="3838"/>
                    </a:cubicBezTo>
                    <a:cubicBezTo>
                      <a:pt x="18152" y="3838"/>
                      <a:pt x="18255" y="3838"/>
                      <a:pt x="18361" y="3838"/>
                    </a:cubicBezTo>
                    <a:cubicBezTo>
                      <a:pt x="18361" y="3804"/>
                      <a:pt x="18361" y="3770"/>
                      <a:pt x="18361" y="3734"/>
                    </a:cubicBezTo>
                    <a:cubicBezTo>
                      <a:pt x="18498" y="3734"/>
                      <a:pt x="18635" y="3734"/>
                      <a:pt x="18776" y="3734"/>
                    </a:cubicBezTo>
                    <a:cubicBezTo>
                      <a:pt x="18776" y="3700"/>
                      <a:pt x="18776" y="3666"/>
                      <a:pt x="18776" y="3631"/>
                    </a:cubicBezTo>
                    <a:cubicBezTo>
                      <a:pt x="18844" y="3631"/>
                      <a:pt x="18913" y="3631"/>
                      <a:pt x="18983" y="3631"/>
                    </a:cubicBezTo>
                    <a:cubicBezTo>
                      <a:pt x="18983" y="3596"/>
                      <a:pt x="18983" y="3562"/>
                      <a:pt x="18983" y="3527"/>
                    </a:cubicBezTo>
                    <a:cubicBezTo>
                      <a:pt x="19052" y="3527"/>
                      <a:pt x="19120" y="3527"/>
                      <a:pt x="19191" y="3527"/>
                    </a:cubicBezTo>
                    <a:cubicBezTo>
                      <a:pt x="19191" y="3493"/>
                      <a:pt x="19191" y="3459"/>
                      <a:pt x="19191" y="3423"/>
                    </a:cubicBezTo>
                    <a:cubicBezTo>
                      <a:pt x="19225" y="3423"/>
                      <a:pt x="19259" y="3423"/>
                      <a:pt x="19295" y="3423"/>
                    </a:cubicBezTo>
                    <a:cubicBezTo>
                      <a:pt x="19295" y="3389"/>
                      <a:pt x="19295" y="3355"/>
                      <a:pt x="19295" y="3320"/>
                    </a:cubicBezTo>
                    <a:cubicBezTo>
                      <a:pt x="19329" y="3320"/>
                      <a:pt x="19363" y="3320"/>
                      <a:pt x="19398" y="3320"/>
                    </a:cubicBezTo>
                    <a:cubicBezTo>
                      <a:pt x="19398" y="3285"/>
                      <a:pt x="19398" y="3251"/>
                      <a:pt x="19398" y="3216"/>
                    </a:cubicBezTo>
                    <a:cubicBezTo>
                      <a:pt x="19433" y="3216"/>
                      <a:pt x="19467" y="3216"/>
                      <a:pt x="19502" y="3216"/>
                    </a:cubicBezTo>
                    <a:cubicBezTo>
                      <a:pt x="19502" y="3147"/>
                      <a:pt x="19502" y="3079"/>
                      <a:pt x="19502" y="3008"/>
                    </a:cubicBezTo>
                    <a:cubicBezTo>
                      <a:pt x="19536" y="3008"/>
                      <a:pt x="19571" y="3008"/>
                      <a:pt x="19606" y="3008"/>
                    </a:cubicBezTo>
                    <a:cubicBezTo>
                      <a:pt x="19606" y="2974"/>
                      <a:pt x="19606" y="2940"/>
                      <a:pt x="19606" y="2905"/>
                    </a:cubicBezTo>
                    <a:cubicBezTo>
                      <a:pt x="19640" y="2905"/>
                      <a:pt x="19674" y="2905"/>
                      <a:pt x="19710" y="2905"/>
                    </a:cubicBezTo>
                    <a:cubicBezTo>
                      <a:pt x="19710" y="2802"/>
                      <a:pt x="19710" y="2699"/>
                      <a:pt x="19710" y="2593"/>
                    </a:cubicBezTo>
                    <a:cubicBezTo>
                      <a:pt x="19744" y="2593"/>
                      <a:pt x="19778" y="2593"/>
                      <a:pt x="19813" y="2593"/>
                    </a:cubicBezTo>
                    <a:cubicBezTo>
                      <a:pt x="19813" y="2354"/>
                      <a:pt x="19813" y="2114"/>
                      <a:pt x="19813" y="1867"/>
                    </a:cubicBezTo>
                    <a:cubicBezTo>
                      <a:pt x="19779" y="1867"/>
                      <a:pt x="19745" y="1867"/>
                      <a:pt x="19710" y="1867"/>
                    </a:cubicBezTo>
                    <a:cubicBezTo>
                      <a:pt x="19710" y="1765"/>
                      <a:pt x="19710" y="1662"/>
                      <a:pt x="19710" y="1556"/>
                    </a:cubicBezTo>
                    <a:cubicBezTo>
                      <a:pt x="19675" y="1556"/>
                      <a:pt x="19641" y="1556"/>
                      <a:pt x="19606" y="1556"/>
                    </a:cubicBezTo>
                    <a:cubicBezTo>
                      <a:pt x="19606" y="1488"/>
                      <a:pt x="19606" y="1419"/>
                      <a:pt x="19606" y="1349"/>
                    </a:cubicBezTo>
                    <a:cubicBezTo>
                      <a:pt x="19572" y="1349"/>
                      <a:pt x="19537" y="1349"/>
                      <a:pt x="19502" y="1349"/>
                    </a:cubicBezTo>
                    <a:cubicBezTo>
                      <a:pt x="19502" y="1314"/>
                      <a:pt x="19502" y="1280"/>
                      <a:pt x="19502" y="1245"/>
                    </a:cubicBezTo>
                    <a:cubicBezTo>
                      <a:pt x="19468" y="1245"/>
                      <a:pt x="19434" y="1245"/>
                      <a:pt x="19398" y="1245"/>
                    </a:cubicBezTo>
                    <a:cubicBezTo>
                      <a:pt x="19398" y="1211"/>
                      <a:pt x="19398" y="1176"/>
                      <a:pt x="19398" y="1141"/>
                    </a:cubicBezTo>
                    <a:cubicBezTo>
                      <a:pt x="19364" y="1141"/>
                      <a:pt x="19330" y="1141"/>
                      <a:pt x="19295" y="1141"/>
                    </a:cubicBezTo>
                    <a:cubicBezTo>
                      <a:pt x="19295" y="1107"/>
                      <a:pt x="19295" y="1073"/>
                      <a:pt x="19295" y="1037"/>
                    </a:cubicBezTo>
                    <a:cubicBezTo>
                      <a:pt x="19260" y="1037"/>
                      <a:pt x="19226" y="1037"/>
                      <a:pt x="19191" y="1037"/>
                    </a:cubicBezTo>
                    <a:cubicBezTo>
                      <a:pt x="19191" y="1003"/>
                      <a:pt x="19191" y="969"/>
                      <a:pt x="19191" y="934"/>
                    </a:cubicBezTo>
                    <a:cubicBezTo>
                      <a:pt x="19157" y="934"/>
                      <a:pt x="19122" y="934"/>
                      <a:pt x="19087" y="934"/>
                    </a:cubicBezTo>
                    <a:cubicBezTo>
                      <a:pt x="19087" y="899"/>
                      <a:pt x="19087" y="865"/>
                      <a:pt x="19087" y="830"/>
                    </a:cubicBezTo>
                    <a:cubicBezTo>
                      <a:pt x="19019" y="830"/>
                      <a:pt x="18950" y="830"/>
                      <a:pt x="18880" y="830"/>
                    </a:cubicBezTo>
                    <a:cubicBezTo>
                      <a:pt x="18880" y="796"/>
                      <a:pt x="18880" y="761"/>
                      <a:pt x="18880" y="726"/>
                    </a:cubicBezTo>
                    <a:cubicBezTo>
                      <a:pt x="18777" y="726"/>
                      <a:pt x="18674" y="726"/>
                      <a:pt x="18568" y="726"/>
                    </a:cubicBezTo>
                    <a:cubicBezTo>
                      <a:pt x="18568" y="692"/>
                      <a:pt x="18568" y="658"/>
                      <a:pt x="18568" y="622"/>
                    </a:cubicBezTo>
                    <a:cubicBezTo>
                      <a:pt x="18329" y="622"/>
                      <a:pt x="18089" y="622"/>
                      <a:pt x="17842" y="622"/>
                    </a:cubicBezTo>
                    <a:close/>
                    <a:moveTo>
                      <a:pt x="2075" y="8921"/>
                    </a:moveTo>
                    <a:cubicBezTo>
                      <a:pt x="2075" y="8955"/>
                      <a:pt x="2075" y="8990"/>
                      <a:pt x="2075" y="9025"/>
                    </a:cubicBezTo>
                    <a:cubicBezTo>
                      <a:pt x="1972" y="9025"/>
                      <a:pt x="1869" y="9025"/>
                      <a:pt x="1763" y="9025"/>
                    </a:cubicBezTo>
                    <a:cubicBezTo>
                      <a:pt x="1763" y="9059"/>
                      <a:pt x="1763" y="9093"/>
                      <a:pt x="1763" y="9129"/>
                    </a:cubicBezTo>
                    <a:cubicBezTo>
                      <a:pt x="1695" y="9129"/>
                      <a:pt x="1627" y="9129"/>
                      <a:pt x="1556" y="9129"/>
                    </a:cubicBezTo>
                    <a:cubicBezTo>
                      <a:pt x="1556" y="9163"/>
                      <a:pt x="1556" y="9197"/>
                      <a:pt x="1556" y="9232"/>
                    </a:cubicBezTo>
                    <a:cubicBezTo>
                      <a:pt x="1488" y="9232"/>
                      <a:pt x="1419" y="9232"/>
                      <a:pt x="1349" y="9232"/>
                    </a:cubicBezTo>
                    <a:cubicBezTo>
                      <a:pt x="1349" y="9267"/>
                      <a:pt x="1349" y="9301"/>
                      <a:pt x="1349" y="9336"/>
                    </a:cubicBezTo>
                    <a:cubicBezTo>
                      <a:pt x="1314" y="9336"/>
                      <a:pt x="1280" y="9336"/>
                      <a:pt x="1245" y="9336"/>
                    </a:cubicBezTo>
                    <a:cubicBezTo>
                      <a:pt x="1245" y="9370"/>
                      <a:pt x="1245" y="9405"/>
                      <a:pt x="1245" y="9440"/>
                    </a:cubicBezTo>
                    <a:cubicBezTo>
                      <a:pt x="1211" y="9440"/>
                      <a:pt x="1176" y="9440"/>
                      <a:pt x="1141" y="9440"/>
                    </a:cubicBezTo>
                    <a:cubicBezTo>
                      <a:pt x="1141" y="9474"/>
                      <a:pt x="1141" y="9508"/>
                      <a:pt x="1141" y="9544"/>
                    </a:cubicBezTo>
                    <a:cubicBezTo>
                      <a:pt x="1107" y="9544"/>
                      <a:pt x="1073" y="9544"/>
                      <a:pt x="1037" y="9544"/>
                    </a:cubicBezTo>
                    <a:cubicBezTo>
                      <a:pt x="1037" y="9578"/>
                      <a:pt x="1037" y="9612"/>
                      <a:pt x="1037" y="9647"/>
                    </a:cubicBezTo>
                    <a:cubicBezTo>
                      <a:pt x="1003" y="9647"/>
                      <a:pt x="969" y="9647"/>
                      <a:pt x="934" y="9647"/>
                    </a:cubicBezTo>
                    <a:cubicBezTo>
                      <a:pt x="934" y="9682"/>
                      <a:pt x="934" y="9716"/>
                      <a:pt x="934" y="9751"/>
                    </a:cubicBezTo>
                    <a:cubicBezTo>
                      <a:pt x="899" y="9751"/>
                      <a:pt x="865" y="9751"/>
                      <a:pt x="830" y="9751"/>
                    </a:cubicBezTo>
                    <a:cubicBezTo>
                      <a:pt x="830" y="9820"/>
                      <a:pt x="830" y="9888"/>
                      <a:pt x="830" y="9959"/>
                    </a:cubicBezTo>
                    <a:cubicBezTo>
                      <a:pt x="796" y="9959"/>
                      <a:pt x="761" y="9959"/>
                      <a:pt x="726" y="9959"/>
                    </a:cubicBezTo>
                    <a:cubicBezTo>
                      <a:pt x="726" y="10027"/>
                      <a:pt x="726" y="10095"/>
                      <a:pt x="726" y="10166"/>
                    </a:cubicBezTo>
                    <a:cubicBezTo>
                      <a:pt x="692" y="10166"/>
                      <a:pt x="658" y="10166"/>
                      <a:pt x="622" y="10166"/>
                    </a:cubicBezTo>
                    <a:cubicBezTo>
                      <a:pt x="622" y="10577"/>
                      <a:pt x="622" y="10988"/>
                      <a:pt x="622" y="11411"/>
                    </a:cubicBezTo>
                    <a:cubicBezTo>
                      <a:pt x="657" y="11411"/>
                      <a:pt x="691" y="11411"/>
                      <a:pt x="726" y="11411"/>
                    </a:cubicBezTo>
                    <a:cubicBezTo>
                      <a:pt x="726" y="11479"/>
                      <a:pt x="726" y="11548"/>
                      <a:pt x="726" y="11618"/>
                    </a:cubicBezTo>
                    <a:cubicBezTo>
                      <a:pt x="760" y="11618"/>
                      <a:pt x="795" y="11618"/>
                      <a:pt x="830" y="11618"/>
                    </a:cubicBezTo>
                    <a:cubicBezTo>
                      <a:pt x="830" y="11652"/>
                      <a:pt x="830" y="11687"/>
                      <a:pt x="830" y="11722"/>
                    </a:cubicBezTo>
                    <a:cubicBezTo>
                      <a:pt x="864" y="11722"/>
                      <a:pt x="898" y="11722"/>
                      <a:pt x="934" y="11722"/>
                    </a:cubicBezTo>
                    <a:cubicBezTo>
                      <a:pt x="934" y="11790"/>
                      <a:pt x="934" y="11859"/>
                      <a:pt x="934" y="11929"/>
                    </a:cubicBezTo>
                    <a:cubicBezTo>
                      <a:pt x="968" y="11929"/>
                      <a:pt x="1002" y="11929"/>
                      <a:pt x="1037" y="11929"/>
                    </a:cubicBezTo>
                    <a:cubicBezTo>
                      <a:pt x="1037" y="11964"/>
                      <a:pt x="1037" y="11998"/>
                      <a:pt x="1037" y="12033"/>
                    </a:cubicBezTo>
                    <a:cubicBezTo>
                      <a:pt x="1072" y="12033"/>
                      <a:pt x="1106" y="12033"/>
                      <a:pt x="1141" y="12033"/>
                    </a:cubicBezTo>
                    <a:cubicBezTo>
                      <a:pt x="1141" y="12067"/>
                      <a:pt x="1141" y="12102"/>
                      <a:pt x="1141" y="12137"/>
                    </a:cubicBezTo>
                    <a:cubicBezTo>
                      <a:pt x="1175" y="12137"/>
                      <a:pt x="1210" y="12137"/>
                      <a:pt x="1245" y="12137"/>
                    </a:cubicBezTo>
                    <a:cubicBezTo>
                      <a:pt x="1245" y="12171"/>
                      <a:pt x="1245" y="12205"/>
                      <a:pt x="1245" y="12241"/>
                    </a:cubicBezTo>
                    <a:cubicBezTo>
                      <a:pt x="1313" y="12241"/>
                      <a:pt x="1382" y="12241"/>
                      <a:pt x="1452" y="12241"/>
                    </a:cubicBezTo>
                    <a:cubicBezTo>
                      <a:pt x="1452" y="12275"/>
                      <a:pt x="1452" y="12309"/>
                      <a:pt x="1452" y="12344"/>
                    </a:cubicBezTo>
                    <a:cubicBezTo>
                      <a:pt x="1521" y="12344"/>
                      <a:pt x="1589" y="12344"/>
                      <a:pt x="1660" y="12344"/>
                    </a:cubicBezTo>
                    <a:cubicBezTo>
                      <a:pt x="1660" y="12379"/>
                      <a:pt x="1660" y="12413"/>
                      <a:pt x="1660" y="12448"/>
                    </a:cubicBezTo>
                    <a:cubicBezTo>
                      <a:pt x="1728" y="12448"/>
                      <a:pt x="1797" y="12448"/>
                      <a:pt x="1867" y="12448"/>
                    </a:cubicBezTo>
                    <a:cubicBezTo>
                      <a:pt x="1867" y="12482"/>
                      <a:pt x="1867" y="12517"/>
                      <a:pt x="1867" y="12552"/>
                    </a:cubicBezTo>
                    <a:cubicBezTo>
                      <a:pt x="2244" y="12552"/>
                      <a:pt x="2620" y="12552"/>
                      <a:pt x="3008" y="12552"/>
                    </a:cubicBezTo>
                    <a:cubicBezTo>
                      <a:pt x="3008" y="12518"/>
                      <a:pt x="3008" y="12483"/>
                      <a:pt x="3008" y="12448"/>
                    </a:cubicBezTo>
                    <a:cubicBezTo>
                      <a:pt x="3077" y="12448"/>
                      <a:pt x="3145" y="12448"/>
                      <a:pt x="3216" y="12448"/>
                    </a:cubicBezTo>
                    <a:cubicBezTo>
                      <a:pt x="3216" y="12414"/>
                      <a:pt x="3216" y="12380"/>
                      <a:pt x="3216" y="12344"/>
                    </a:cubicBezTo>
                    <a:cubicBezTo>
                      <a:pt x="3284" y="12344"/>
                      <a:pt x="3353" y="12344"/>
                      <a:pt x="3423" y="12344"/>
                    </a:cubicBezTo>
                    <a:cubicBezTo>
                      <a:pt x="3423" y="12310"/>
                      <a:pt x="3423" y="12276"/>
                      <a:pt x="3423" y="12241"/>
                    </a:cubicBezTo>
                    <a:cubicBezTo>
                      <a:pt x="3457" y="12241"/>
                      <a:pt x="3492" y="12241"/>
                      <a:pt x="3527" y="12241"/>
                    </a:cubicBezTo>
                    <a:cubicBezTo>
                      <a:pt x="3527" y="12206"/>
                      <a:pt x="3527" y="12172"/>
                      <a:pt x="3527" y="12137"/>
                    </a:cubicBezTo>
                    <a:cubicBezTo>
                      <a:pt x="3561" y="12137"/>
                      <a:pt x="3595" y="12137"/>
                      <a:pt x="3631" y="12137"/>
                    </a:cubicBezTo>
                    <a:cubicBezTo>
                      <a:pt x="3631" y="12103"/>
                      <a:pt x="3631" y="12068"/>
                      <a:pt x="3631" y="12033"/>
                    </a:cubicBezTo>
                    <a:cubicBezTo>
                      <a:pt x="3665" y="12033"/>
                      <a:pt x="3699" y="12033"/>
                      <a:pt x="3734" y="12033"/>
                    </a:cubicBezTo>
                    <a:cubicBezTo>
                      <a:pt x="3734" y="11999"/>
                      <a:pt x="3734" y="11965"/>
                      <a:pt x="3734" y="11929"/>
                    </a:cubicBezTo>
                    <a:cubicBezTo>
                      <a:pt x="3769" y="11929"/>
                      <a:pt x="3803" y="11929"/>
                      <a:pt x="3838" y="11929"/>
                    </a:cubicBezTo>
                    <a:cubicBezTo>
                      <a:pt x="3838" y="11895"/>
                      <a:pt x="3838" y="11861"/>
                      <a:pt x="3838" y="11826"/>
                    </a:cubicBezTo>
                    <a:cubicBezTo>
                      <a:pt x="3872" y="11826"/>
                      <a:pt x="3907" y="11826"/>
                      <a:pt x="3942" y="11826"/>
                    </a:cubicBezTo>
                    <a:cubicBezTo>
                      <a:pt x="3942" y="11791"/>
                      <a:pt x="3942" y="11757"/>
                      <a:pt x="3942" y="11722"/>
                    </a:cubicBezTo>
                    <a:cubicBezTo>
                      <a:pt x="3976" y="11722"/>
                      <a:pt x="4010" y="11722"/>
                      <a:pt x="4046" y="11722"/>
                    </a:cubicBezTo>
                    <a:cubicBezTo>
                      <a:pt x="4046" y="11654"/>
                      <a:pt x="4046" y="11585"/>
                      <a:pt x="4046" y="11515"/>
                    </a:cubicBezTo>
                    <a:cubicBezTo>
                      <a:pt x="4080" y="11515"/>
                      <a:pt x="4114" y="11515"/>
                      <a:pt x="4149" y="11515"/>
                    </a:cubicBezTo>
                    <a:cubicBezTo>
                      <a:pt x="4149" y="11412"/>
                      <a:pt x="4149" y="11309"/>
                      <a:pt x="4149" y="11203"/>
                    </a:cubicBezTo>
                    <a:cubicBezTo>
                      <a:pt x="4184" y="11203"/>
                      <a:pt x="4218" y="11203"/>
                      <a:pt x="4253" y="11203"/>
                    </a:cubicBezTo>
                    <a:cubicBezTo>
                      <a:pt x="4253" y="10929"/>
                      <a:pt x="4253" y="10656"/>
                      <a:pt x="4253" y="10373"/>
                    </a:cubicBezTo>
                    <a:cubicBezTo>
                      <a:pt x="4219" y="10373"/>
                      <a:pt x="4185" y="10373"/>
                      <a:pt x="4149" y="10373"/>
                    </a:cubicBezTo>
                    <a:cubicBezTo>
                      <a:pt x="4149" y="10271"/>
                      <a:pt x="4149" y="10168"/>
                      <a:pt x="4149" y="10062"/>
                    </a:cubicBezTo>
                    <a:cubicBezTo>
                      <a:pt x="4115" y="10062"/>
                      <a:pt x="4081" y="10062"/>
                      <a:pt x="4046" y="10062"/>
                    </a:cubicBezTo>
                    <a:cubicBezTo>
                      <a:pt x="4046" y="9994"/>
                      <a:pt x="4046" y="9925"/>
                      <a:pt x="4046" y="9855"/>
                    </a:cubicBezTo>
                    <a:cubicBezTo>
                      <a:pt x="4011" y="9855"/>
                      <a:pt x="3977" y="9855"/>
                      <a:pt x="3942" y="9855"/>
                    </a:cubicBezTo>
                    <a:cubicBezTo>
                      <a:pt x="3942" y="9786"/>
                      <a:pt x="3942" y="9718"/>
                      <a:pt x="3942" y="9647"/>
                    </a:cubicBezTo>
                    <a:cubicBezTo>
                      <a:pt x="3908" y="9647"/>
                      <a:pt x="3873" y="9647"/>
                      <a:pt x="3838" y="9647"/>
                    </a:cubicBezTo>
                    <a:cubicBezTo>
                      <a:pt x="3838" y="9613"/>
                      <a:pt x="3838" y="9579"/>
                      <a:pt x="3838" y="9544"/>
                    </a:cubicBezTo>
                    <a:cubicBezTo>
                      <a:pt x="3804" y="9544"/>
                      <a:pt x="3770" y="9544"/>
                      <a:pt x="3734" y="9544"/>
                    </a:cubicBezTo>
                    <a:cubicBezTo>
                      <a:pt x="3734" y="9509"/>
                      <a:pt x="3734" y="9475"/>
                      <a:pt x="3734" y="9440"/>
                    </a:cubicBezTo>
                    <a:cubicBezTo>
                      <a:pt x="3700" y="9440"/>
                      <a:pt x="3666" y="9440"/>
                      <a:pt x="3631" y="9440"/>
                    </a:cubicBezTo>
                    <a:cubicBezTo>
                      <a:pt x="3631" y="9406"/>
                      <a:pt x="3631" y="9371"/>
                      <a:pt x="3631" y="9336"/>
                    </a:cubicBezTo>
                    <a:cubicBezTo>
                      <a:pt x="3596" y="9336"/>
                      <a:pt x="3562" y="9336"/>
                      <a:pt x="3527" y="9336"/>
                    </a:cubicBezTo>
                    <a:cubicBezTo>
                      <a:pt x="3527" y="9302"/>
                      <a:pt x="3527" y="9268"/>
                      <a:pt x="3527" y="9232"/>
                    </a:cubicBezTo>
                    <a:cubicBezTo>
                      <a:pt x="3459" y="9232"/>
                      <a:pt x="3390" y="9232"/>
                      <a:pt x="3320" y="9232"/>
                    </a:cubicBezTo>
                    <a:cubicBezTo>
                      <a:pt x="3320" y="9198"/>
                      <a:pt x="3320" y="9164"/>
                      <a:pt x="3320" y="9129"/>
                    </a:cubicBezTo>
                    <a:cubicBezTo>
                      <a:pt x="3251" y="9129"/>
                      <a:pt x="3183" y="9129"/>
                      <a:pt x="3112" y="9129"/>
                    </a:cubicBezTo>
                    <a:cubicBezTo>
                      <a:pt x="3112" y="9094"/>
                      <a:pt x="3112" y="9060"/>
                      <a:pt x="3112" y="9025"/>
                    </a:cubicBezTo>
                    <a:cubicBezTo>
                      <a:pt x="2975" y="9025"/>
                      <a:pt x="2838" y="9025"/>
                      <a:pt x="2697" y="9025"/>
                    </a:cubicBezTo>
                    <a:cubicBezTo>
                      <a:pt x="2697" y="8991"/>
                      <a:pt x="2697" y="8956"/>
                      <a:pt x="2697" y="8921"/>
                    </a:cubicBezTo>
                    <a:cubicBezTo>
                      <a:pt x="2492" y="8921"/>
                      <a:pt x="2286" y="8921"/>
                      <a:pt x="2075" y="8921"/>
                    </a:cubicBezTo>
                    <a:close/>
                    <a:moveTo>
                      <a:pt x="16286" y="10270"/>
                    </a:moveTo>
                    <a:cubicBezTo>
                      <a:pt x="16286" y="10304"/>
                      <a:pt x="16286" y="10338"/>
                      <a:pt x="16286" y="10373"/>
                    </a:cubicBezTo>
                    <a:cubicBezTo>
                      <a:pt x="16184" y="10373"/>
                      <a:pt x="16081" y="10373"/>
                      <a:pt x="15975" y="10373"/>
                    </a:cubicBezTo>
                    <a:cubicBezTo>
                      <a:pt x="15975" y="10408"/>
                      <a:pt x="15975" y="10442"/>
                      <a:pt x="15975" y="10477"/>
                    </a:cubicBezTo>
                    <a:cubicBezTo>
                      <a:pt x="15907" y="10477"/>
                      <a:pt x="15838" y="10477"/>
                      <a:pt x="15768" y="10477"/>
                    </a:cubicBezTo>
                    <a:cubicBezTo>
                      <a:pt x="15768" y="10511"/>
                      <a:pt x="15768" y="10546"/>
                      <a:pt x="15768" y="10581"/>
                    </a:cubicBezTo>
                    <a:cubicBezTo>
                      <a:pt x="15733" y="10581"/>
                      <a:pt x="15699" y="10581"/>
                      <a:pt x="15664" y="10581"/>
                    </a:cubicBezTo>
                    <a:cubicBezTo>
                      <a:pt x="15664" y="10615"/>
                      <a:pt x="15664" y="10649"/>
                      <a:pt x="15664" y="10685"/>
                    </a:cubicBezTo>
                    <a:cubicBezTo>
                      <a:pt x="15630" y="10685"/>
                      <a:pt x="15595" y="10685"/>
                      <a:pt x="15560" y="10685"/>
                    </a:cubicBezTo>
                    <a:cubicBezTo>
                      <a:pt x="15560" y="10719"/>
                      <a:pt x="15560" y="10753"/>
                      <a:pt x="15560" y="10788"/>
                    </a:cubicBezTo>
                    <a:cubicBezTo>
                      <a:pt x="15526" y="10788"/>
                      <a:pt x="15492" y="10788"/>
                      <a:pt x="15456" y="10788"/>
                    </a:cubicBezTo>
                    <a:cubicBezTo>
                      <a:pt x="15456" y="10823"/>
                      <a:pt x="15456" y="10857"/>
                      <a:pt x="15456" y="10892"/>
                    </a:cubicBezTo>
                    <a:cubicBezTo>
                      <a:pt x="15422" y="10892"/>
                      <a:pt x="15388" y="10892"/>
                      <a:pt x="15353" y="10892"/>
                    </a:cubicBezTo>
                    <a:cubicBezTo>
                      <a:pt x="15353" y="10961"/>
                      <a:pt x="15353" y="11029"/>
                      <a:pt x="15353" y="11100"/>
                    </a:cubicBezTo>
                    <a:cubicBezTo>
                      <a:pt x="15318" y="11100"/>
                      <a:pt x="15284" y="11100"/>
                      <a:pt x="15249" y="11100"/>
                    </a:cubicBezTo>
                    <a:cubicBezTo>
                      <a:pt x="15249" y="11168"/>
                      <a:pt x="15249" y="11237"/>
                      <a:pt x="15249" y="11307"/>
                    </a:cubicBezTo>
                    <a:cubicBezTo>
                      <a:pt x="15215" y="11307"/>
                      <a:pt x="15180" y="11307"/>
                      <a:pt x="15145" y="11307"/>
                    </a:cubicBezTo>
                    <a:cubicBezTo>
                      <a:pt x="15145" y="11649"/>
                      <a:pt x="15145" y="11992"/>
                      <a:pt x="15145" y="12344"/>
                    </a:cubicBezTo>
                    <a:cubicBezTo>
                      <a:pt x="15179" y="12344"/>
                      <a:pt x="15214" y="12344"/>
                      <a:pt x="15249" y="12344"/>
                    </a:cubicBezTo>
                    <a:cubicBezTo>
                      <a:pt x="15249" y="12413"/>
                      <a:pt x="15249" y="12481"/>
                      <a:pt x="15249" y="12552"/>
                    </a:cubicBezTo>
                    <a:cubicBezTo>
                      <a:pt x="15283" y="12552"/>
                      <a:pt x="15317" y="12552"/>
                      <a:pt x="15353" y="12552"/>
                    </a:cubicBezTo>
                    <a:cubicBezTo>
                      <a:pt x="15353" y="12586"/>
                      <a:pt x="15353" y="12620"/>
                      <a:pt x="15353" y="12656"/>
                    </a:cubicBezTo>
                    <a:cubicBezTo>
                      <a:pt x="15387" y="12656"/>
                      <a:pt x="15421" y="12656"/>
                      <a:pt x="15456" y="12656"/>
                    </a:cubicBezTo>
                    <a:cubicBezTo>
                      <a:pt x="15456" y="12724"/>
                      <a:pt x="15456" y="12793"/>
                      <a:pt x="15456" y="12863"/>
                    </a:cubicBezTo>
                    <a:cubicBezTo>
                      <a:pt x="15491" y="12863"/>
                      <a:pt x="15525" y="12863"/>
                      <a:pt x="15560" y="12863"/>
                    </a:cubicBezTo>
                    <a:cubicBezTo>
                      <a:pt x="15560" y="12897"/>
                      <a:pt x="15560" y="12932"/>
                      <a:pt x="15560" y="12967"/>
                    </a:cubicBezTo>
                    <a:cubicBezTo>
                      <a:pt x="15629" y="12967"/>
                      <a:pt x="15697" y="12967"/>
                      <a:pt x="15768" y="12967"/>
                    </a:cubicBezTo>
                    <a:cubicBezTo>
                      <a:pt x="15768" y="13001"/>
                      <a:pt x="15768" y="13035"/>
                      <a:pt x="15768" y="13071"/>
                    </a:cubicBezTo>
                    <a:cubicBezTo>
                      <a:pt x="15836" y="13071"/>
                      <a:pt x="15905" y="13071"/>
                      <a:pt x="15975" y="13071"/>
                    </a:cubicBezTo>
                    <a:cubicBezTo>
                      <a:pt x="15975" y="13105"/>
                      <a:pt x="15975" y="13139"/>
                      <a:pt x="15975" y="13174"/>
                    </a:cubicBezTo>
                    <a:cubicBezTo>
                      <a:pt x="16044" y="13174"/>
                      <a:pt x="16112" y="13174"/>
                      <a:pt x="16183" y="13174"/>
                    </a:cubicBezTo>
                    <a:cubicBezTo>
                      <a:pt x="16183" y="13209"/>
                      <a:pt x="16183" y="13243"/>
                      <a:pt x="16183" y="13278"/>
                    </a:cubicBezTo>
                    <a:cubicBezTo>
                      <a:pt x="16422" y="13278"/>
                      <a:pt x="16662" y="13278"/>
                      <a:pt x="16909" y="13278"/>
                    </a:cubicBezTo>
                    <a:cubicBezTo>
                      <a:pt x="16909" y="13244"/>
                      <a:pt x="16909" y="13210"/>
                      <a:pt x="16909" y="13174"/>
                    </a:cubicBezTo>
                    <a:cubicBezTo>
                      <a:pt x="17011" y="13174"/>
                      <a:pt x="17114" y="13174"/>
                      <a:pt x="17220" y="13174"/>
                    </a:cubicBezTo>
                    <a:cubicBezTo>
                      <a:pt x="17220" y="13140"/>
                      <a:pt x="17220" y="13106"/>
                      <a:pt x="17220" y="13071"/>
                    </a:cubicBezTo>
                    <a:cubicBezTo>
                      <a:pt x="17288" y="13071"/>
                      <a:pt x="17357" y="13071"/>
                      <a:pt x="17427" y="13071"/>
                    </a:cubicBezTo>
                    <a:cubicBezTo>
                      <a:pt x="17427" y="13036"/>
                      <a:pt x="17427" y="13002"/>
                      <a:pt x="17427" y="12967"/>
                    </a:cubicBezTo>
                    <a:cubicBezTo>
                      <a:pt x="17462" y="12967"/>
                      <a:pt x="17496" y="12967"/>
                      <a:pt x="17531" y="12967"/>
                    </a:cubicBezTo>
                    <a:cubicBezTo>
                      <a:pt x="17531" y="12933"/>
                      <a:pt x="17531" y="12898"/>
                      <a:pt x="17531" y="12863"/>
                    </a:cubicBezTo>
                    <a:cubicBezTo>
                      <a:pt x="17565" y="12863"/>
                      <a:pt x="17600" y="12863"/>
                      <a:pt x="17635" y="12863"/>
                    </a:cubicBezTo>
                    <a:cubicBezTo>
                      <a:pt x="17635" y="12829"/>
                      <a:pt x="17635" y="12795"/>
                      <a:pt x="17635" y="12759"/>
                    </a:cubicBezTo>
                    <a:cubicBezTo>
                      <a:pt x="17669" y="12759"/>
                      <a:pt x="17703" y="12759"/>
                      <a:pt x="17739" y="12759"/>
                    </a:cubicBezTo>
                    <a:cubicBezTo>
                      <a:pt x="17739" y="12725"/>
                      <a:pt x="17739" y="12691"/>
                      <a:pt x="17739" y="12656"/>
                    </a:cubicBezTo>
                    <a:cubicBezTo>
                      <a:pt x="17773" y="12656"/>
                      <a:pt x="17807" y="12656"/>
                      <a:pt x="17842" y="12656"/>
                    </a:cubicBezTo>
                    <a:cubicBezTo>
                      <a:pt x="17842" y="12587"/>
                      <a:pt x="17842" y="12519"/>
                      <a:pt x="17842" y="12448"/>
                    </a:cubicBezTo>
                    <a:cubicBezTo>
                      <a:pt x="17877" y="12448"/>
                      <a:pt x="17911" y="12448"/>
                      <a:pt x="17946" y="12448"/>
                    </a:cubicBezTo>
                    <a:cubicBezTo>
                      <a:pt x="17946" y="12380"/>
                      <a:pt x="17946" y="12311"/>
                      <a:pt x="17946" y="12241"/>
                    </a:cubicBezTo>
                    <a:cubicBezTo>
                      <a:pt x="17980" y="12241"/>
                      <a:pt x="18015" y="12241"/>
                      <a:pt x="18050" y="12241"/>
                    </a:cubicBezTo>
                    <a:cubicBezTo>
                      <a:pt x="18050" y="11967"/>
                      <a:pt x="18050" y="11693"/>
                      <a:pt x="18050" y="11411"/>
                    </a:cubicBezTo>
                    <a:cubicBezTo>
                      <a:pt x="18016" y="11411"/>
                      <a:pt x="17981" y="11411"/>
                      <a:pt x="17946" y="11411"/>
                    </a:cubicBezTo>
                    <a:cubicBezTo>
                      <a:pt x="17946" y="11342"/>
                      <a:pt x="17946" y="11274"/>
                      <a:pt x="17946" y="11203"/>
                    </a:cubicBezTo>
                    <a:cubicBezTo>
                      <a:pt x="17912" y="11203"/>
                      <a:pt x="17878" y="11203"/>
                      <a:pt x="17842" y="11203"/>
                    </a:cubicBezTo>
                    <a:cubicBezTo>
                      <a:pt x="17842" y="11135"/>
                      <a:pt x="17842" y="11066"/>
                      <a:pt x="17842" y="10996"/>
                    </a:cubicBezTo>
                    <a:cubicBezTo>
                      <a:pt x="17808" y="10996"/>
                      <a:pt x="17774" y="10996"/>
                      <a:pt x="17739" y="10996"/>
                    </a:cubicBezTo>
                    <a:cubicBezTo>
                      <a:pt x="17739" y="10927"/>
                      <a:pt x="17739" y="10859"/>
                      <a:pt x="17739" y="10788"/>
                    </a:cubicBezTo>
                    <a:cubicBezTo>
                      <a:pt x="17704" y="10788"/>
                      <a:pt x="17670" y="10788"/>
                      <a:pt x="17635" y="10788"/>
                    </a:cubicBezTo>
                    <a:cubicBezTo>
                      <a:pt x="17635" y="10754"/>
                      <a:pt x="17635" y="10720"/>
                      <a:pt x="17635" y="10685"/>
                    </a:cubicBezTo>
                    <a:cubicBezTo>
                      <a:pt x="17566" y="10685"/>
                      <a:pt x="17498" y="10685"/>
                      <a:pt x="17427" y="10685"/>
                    </a:cubicBezTo>
                    <a:cubicBezTo>
                      <a:pt x="17427" y="10650"/>
                      <a:pt x="17427" y="10616"/>
                      <a:pt x="17427" y="10581"/>
                    </a:cubicBezTo>
                    <a:cubicBezTo>
                      <a:pt x="17393" y="10581"/>
                      <a:pt x="17359" y="10581"/>
                      <a:pt x="17324" y="10581"/>
                    </a:cubicBezTo>
                    <a:cubicBezTo>
                      <a:pt x="17324" y="10547"/>
                      <a:pt x="17324" y="10512"/>
                      <a:pt x="17324" y="10477"/>
                    </a:cubicBezTo>
                    <a:cubicBezTo>
                      <a:pt x="17255" y="10477"/>
                      <a:pt x="17187" y="10477"/>
                      <a:pt x="17116" y="10477"/>
                    </a:cubicBezTo>
                    <a:cubicBezTo>
                      <a:pt x="17116" y="10443"/>
                      <a:pt x="17116" y="10409"/>
                      <a:pt x="17116" y="10373"/>
                    </a:cubicBezTo>
                    <a:cubicBezTo>
                      <a:pt x="17013" y="10373"/>
                      <a:pt x="16911" y="10373"/>
                      <a:pt x="16805" y="10373"/>
                    </a:cubicBezTo>
                    <a:cubicBezTo>
                      <a:pt x="16805" y="10339"/>
                      <a:pt x="16805" y="10305"/>
                      <a:pt x="16805" y="10270"/>
                    </a:cubicBezTo>
                    <a:cubicBezTo>
                      <a:pt x="16634" y="10270"/>
                      <a:pt x="16463" y="10270"/>
                      <a:pt x="16286" y="10270"/>
                    </a:cubicBezTo>
                    <a:close/>
                  </a:path>
                </a:pathLst>
              </a:custGeom>
              <a:solidFill>
                <a:srgbClr val="251047"/>
              </a:solidFill>
              <a:ln w="659" cap="flat">
                <a:noFill/>
              </a:ln>
            </p:spPr>
          </p:sp>
          <p:sp>
            <p:nvSpPr>
              <p:cNvPr id="830" name="ICON_REFERENCE_GRAPH_path_002"/>
              <p:cNvSpPr/>
              <p:nvPr/>
            </p:nvSpPr>
            <p:spPr>
              <a:xfrm>
                <a:off x="10318717" y="1613177"/>
                <a:ext cx="193662" cy="160096"/>
              </a:xfrm>
              <a:custGeom>
                <a:avLst/>
                <a:gdLst/>
                <a:ahLst/>
                <a:cxnLst/>
                <a:rect l="0" t="0" r="r" b="b"/>
                <a:pathLst>
                  <a:path w="15249" h="12606" fill="norm" stroke="0">
                    <a:moveTo>
                      <a:pt x="12465" y="39"/>
                    </a:moveTo>
                    <a:cubicBezTo>
                      <a:pt x="12497" y="39"/>
                      <a:pt x="12530" y="39"/>
                      <a:pt x="12562" y="40"/>
                    </a:cubicBezTo>
                    <a:cubicBezTo>
                      <a:pt x="12647" y="40"/>
                      <a:pt x="12732" y="42"/>
                      <a:pt x="12817" y="43"/>
                    </a:cubicBezTo>
                    <a:cubicBezTo>
                      <a:pt x="12904" y="45"/>
                      <a:pt x="12991" y="46"/>
                      <a:pt x="13078" y="47"/>
                    </a:cubicBezTo>
                    <a:cubicBezTo>
                      <a:pt x="13248" y="48"/>
                      <a:pt x="13419" y="51"/>
                      <a:pt x="13589" y="54"/>
                    </a:cubicBezTo>
                    <a:cubicBezTo>
                      <a:pt x="13589" y="88"/>
                      <a:pt x="13589" y="123"/>
                      <a:pt x="13589" y="158"/>
                    </a:cubicBezTo>
                    <a:cubicBezTo>
                      <a:pt x="13692" y="158"/>
                      <a:pt x="13795" y="158"/>
                      <a:pt x="13900" y="158"/>
                    </a:cubicBezTo>
                    <a:cubicBezTo>
                      <a:pt x="13900" y="192"/>
                      <a:pt x="13900" y="226"/>
                      <a:pt x="13900" y="262"/>
                    </a:cubicBezTo>
                    <a:cubicBezTo>
                      <a:pt x="13914" y="260"/>
                      <a:pt x="13928" y="258"/>
                      <a:pt x="13942" y="256"/>
                    </a:cubicBezTo>
                    <a:cubicBezTo>
                      <a:pt x="14001" y="252"/>
                      <a:pt x="14050" y="250"/>
                      <a:pt x="14108" y="262"/>
                    </a:cubicBezTo>
                    <a:cubicBezTo>
                      <a:pt x="14141" y="298"/>
                      <a:pt x="14159" y="335"/>
                      <a:pt x="14182" y="379"/>
                    </a:cubicBezTo>
                    <a:cubicBezTo>
                      <a:pt x="14239" y="452"/>
                      <a:pt x="14332" y="457"/>
                      <a:pt x="14419" y="469"/>
                    </a:cubicBezTo>
                    <a:cubicBezTo>
                      <a:pt x="14419" y="503"/>
                      <a:pt x="14419" y="538"/>
                      <a:pt x="14419" y="573"/>
                    </a:cubicBezTo>
                    <a:cubicBezTo>
                      <a:pt x="14434" y="571"/>
                      <a:pt x="14449" y="569"/>
                      <a:pt x="14464" y="567"/>
                    </a:cubicBezTo>
                    <a:cubicBezTo>
                      <a:pt x="14565" y="577"/>
                      <a:pt x="14622" y="649"/>
                      <a:pt x="14688" y="720"/>
                    </a:cubicBezTo>
                    <a:cubicBezTo>
                      <a:pt x="14744" y="800"/>
                      <a:pt x="14748" y="854"/>
                      <a:pt x="14738" y="950"/>
                    </a:cubicBezTo>
                    <a:cubicBezTo>
                      <a:pt x="14735" y="962"/>
                      <a:pt x="14733" y="975"/>
                      <a:pt x="14730" y="988"/>
                    </a:cubicBezTo>
                    <a:cubicBezTo>
                      <a:pt x="14745" y="986"/>
                      <a:pt x="14760" y="984"/>
                      <a:pt x="14775" y="982"/>
                    </a:cubicBezTo>
                    <a:cubicBezTo>
                      <a:pt x="14876" y="992"/>
                      <a:pt x="14933" y="1064"/>
                      <a:pt x="14999" y="1135"/>
                    </a:cubicBezTo>
                    <a:cubicBezTo>
                      <a:pt x="15056" y="1215"/>
                      <a:pt x="15059" y="1269"/>
                      <a:pt x="15049" y="1365"/>
                    </a:cubicBezTo>
                    <a:cubicBezTo>
                      <a:pt x="15046" y="1377"/>
                      <a:pt x="15044" y="1390"/>
                      <a:pt x="15041" y="1403"/>
                    </a:cubicBezTo>
                    <a:cubicBezTo>
                      <a:pt x="15076" y="1403"/>
                      <a:pt x="15110" y="1403"/>
                      <a:pt x="15145" y="1403"/>
                    </a:cubicBezTo>
                    <a:cubicBezTo>
                      <a:pt x="15145" y="1540"/>
                      <a:pt x="15145" y="1677"/>
                      <a:pt x="15145" y="1818"/>
                    </a:cubicBezTo>
                    <a:cubicBezTo>
                      <a:pt x="15179" y="1818"/>
                      <a:pt x="15214" y="1818"/>
                      <a:pt x="15249" y="1818"/>
                    </a:cubicBezTo>
                    <a:cubicBezTo>
                      <a:pt x="15249" y="2160"/>
                      <a:pt x="15249" y="2502"/>
                      <a:pt x="15249" y="2855"/>
                    </a:cubicBezTo>
                    <a:cubicBezTo>
                      <a:pt x="15215" y="2855"/>
                      <a:pt x="15180" y="2855"/>
                      <a:pt x="15145" y="2855"/>
                    </a:cubicBezTo>
                    <a:cubicBezTo>
                      <a:pt x="15145" y="2923"/>
                      <a:pt x="15145" y="2992"/>
                      <a:pt x="15145" y="3062"/>
                    </a:cubicBezTo>
                    <a:cubicBezTo>
                      <a:pt x="15111" y="3062"/>
                      <a:pt x="15077" y="3062"/>
                      <a:pt x="15041" y="3062"/>
                    </a:cubicBezTo>
                    <a:cubicBezTo>
                      <a:pt x="15041" y="3199"/>
                      <a:pt x="15041" y="3336"/>
                      <a:pt x="15041" y="3477"/>
                    </a:cubicBezTo>
                    <a:cubicBezTo>
                      <a:pt x="15007" y="3477"/>
                      <a:pt x="14973" y="3477"/>
                      <a:pt x="14938" y="3477"/>
                    </a:cubicBezTo>
                    <a:cubicBezTo>
                      <a:pt x="14940" y="3493"/>
                      <a:pt x="14941" y="3508"/>
                      <a:pt x="14943" y="3524"/>
                    </a:cubicBezTo>
                    <a:cubicBezTo>
                      <a:pt x="14938" y="3581"/>
                      <a:pt x="14938" y="3581"/>
                      <a:pt x="14901" y="3624"/>
                    </a:cubicBezTo>
                    <a:cubicBezTo>
                      <a:pt x="14885" y="3637"/>
                      <a:pt x="14868" y="3651"/>
                      <a:pt x="14851" y="3665"/>
                    </a:cubicBezTo>
                    <a:cubicBezTo>
                      <a:pt x="14832" y="3681"/>
                      <a:pt x="14814" y="3696"/>
                      <a:pt x="14795" y="3712"/>
                    </a:cubicBezTo>
                    <a:cubicBezTo>
                      <a:pt x="14776" y="3727"/>
                      <a:pt x="14757" y="3743"/>
                      <a:pt x="14737" y="3759"/>
                    </a:cubicBezTo>
                    <a:cubicBezTo>
                      <a:pt x="14509" y="3946"/>
                      <a:pt x="14509" y="3946"/>
                      <a:pt x="14440" y="4071"/>
                    </a:cubicBezTo>
                    <a:cubicBezTo>
                      <a:pt x="14419" y="4100"/>
                      <a:pt x="14419" y="4100"/>
                      <a:pt x="14361" y="4109"/>
                    </a:cubicBezTo>
                    <a:cubicBezTo>
                      <a:pt x="14353" y="4108"/>
                      <a:pt x="14353" y="4108"/>
                      <a:pt x="14315" y="4100"/>
                    </a:cubicBezTo>
                    <a:cubicBezTo>
                      <a:pt x="14315" y="4134"/>
                      <a:pt x="14315" y="4168"/>
                      <a:pt x="14315" y="4204"/>
                    </a:cubicBezTo>
                    <a:cubicBezTo>
                      <a:pt x="14247" y="4204"/>
                      <a:pt x="14178" y="4204"/>
                      <a:pt x="14108" y="4204"/>
                    </a:cubicBezTo>
                    <a:cubicBezTo>
                      <a:pt x="14108" y="4238"/>
                      <a:pt x="14108" y="4272"/>
                      <a:pt x="14108" y="4307"/>
                    </a:cubicBezTo>
                    <a:cubicBezTo>
                      <a:pt x="14039" y="4307"/>
                      <a:pt x="13971" y="4307"/>
                      <a:pt x="13900" y="4307"/>
                    </a:cubicBezTo>
                    <a:cubicBezTo>
                      <a:pt x="13900" y="4341"/>
                      <a:pt x="13900" y="4376"/>
                      <a:pt x="13900" y="4411"/>
                    </a:cubicBezTo>
                    <a:cubicBezTo>
                      <a:pt x="13688" y="4520"/>
                      <a:pt x="13512" y="4527"/>
                      <a:pt x="13278" y="4515"/>
                    </a:cubicBezTo>
                    <a:cubicBezTo>
                      <a:pt x="13278" y="4549"/>
                      <a:pt x="13278" y="4583"/>
                      <a:pt x="13278" y="4618"/>
                    </a:cubicBezTo>
                    <a:cubicBezTo>
                      <a:pt x="13244" y="4618"/>
                      <a:pt x="13210" y="4618"/>
                      <a:pt x="13174" y="4618"/>
                    </a:cubicBezTo>
                    <a:cubicBezTo>
                      <a:pt x="13174" y="5885"/>
                      <a:pt x="13174" y="7152"/>
                      <a:pt x="13174" y="8457"/>
                    </a:cubicBezTo>
                    <a:cubicBezTo>
                      <a:pt x="13209" y="8457"/>
                      <a:pt x="13243" y="8457"/>
                      <a:pt x="13278" y="8457"/>
                    </a:cubicBezTo>
                    <a:cubicBezTo>
                      <a:pt x="13278" y="8491"/>
                      <a:pt x="13278" y="8525"/>
                      <a:pt x="13278" y="8560"/>
                    </a:cubicBezTo>
                    <a:cubicBezTo>
                      <a:pt x="13346" y="8560"/>
                      <a:pt x="13415" y="8560"/>
                      <a:pt x="13485" y="8560"/>
                    </a:cubicBezTo>
                    <a:cubicBezTo>
                      <a:pt x="13471" y="8595"/>
                      <a:pt x="13456" y="8630"/>
                      <a:pt x="13440" y="8664"/>
                    </a:cubicBezTo>
                    <a:cubicBezTo>
                      <a:pt x="13436" y="8674"/>
                      <a:pt x="13436" y="8674"/>
                      <a:pt x="13415" y="8722"/>
                    </a:cubicBezTo>
                    <a:cubicBezTo>
                      <a:pt x="13404" y="8737"/>
                      <a:pt x="13393" y="8752"/>
                      <a:pt x="13382" y="8768"/>
                    </a:cubicBezTo>
                    <a:cubicBezTo>
                      <a:pt x="13348" y="8768"/>
                      <a:pt x="13313" y="8768"/>
                      <a:pt x="13278" y="8768"/>
                    </a:cubicBezTo>
                    <a:cubicBezTo>
                      <a:pt x="13278" y="8836"/>
                      <a:pt x="13278" y="8905"/>
                      <a:pt x="13278" y="8975"/>
                    </a:cubicBezTo>
                    <a:cubicBezTo>
                      <a:pt x="13244" y="8975"/>
                      <a:pt x="13210" y="8975"/>
                      <a:pt x="13174" y="8975"/>
                    </a:cubicBezTo>
                    <a:cubicBezTo>
                      <a:pt x="13174" y="9010"/>
                      <a:pt x="13174" y="9044"/>
                      <a:pt x="13174" y="9079"/>
                    </a:cubicBezTo>
                    <a:cubicBezTo>
                      <a:pt x="12900" y="9079"/>
                      <a:pt x="12627" y="9079"/>
                      <a:pt x="12344" y="9079"/>
                    </a:cubicBezTo>
                    <a:cubicBezTo>
                      <a:pt x="12344" y="9113"/>
                      <a:pt x="12344" y="9148"/>
                      <a:pt x="12344" y="9183"/>
                    </a:cubicBezTo>
                    <a:cubicBezTo>
                      <a:pt x="12242" y="9183"/>
                      <a:pt x="12139" y="9183"/>
                      <a:pt x="12033" y="9183"/>
                    </a:cubicBezTo>
                    <a:cubicBezTo>
                      <a:pt x="12033" y="9217"/>
                      <a:pt x="12033" y="9251"/>
                      <a:pt x="12033" y="9287"/>
                    </a:cubicBezTo>
                    <a:cubicBezTo>
                      <a:pt x="11930" y="9287"/>
                      <a:pt x="11828" y="9287"/>
                      <a:pt x="11722" y="9287"/>
                    </a:cubicBezTo>
                    <a:cubicBezTo>
                      <a:pt x="11722" y="9321"/>
                      <a:pt x="11722" y="9355"/>
                      <a:pt x="11722" y="9390"/>
                    </a:cubicBezTo>
                    <a:cubicBezTo>
                      <a:pt x="11688" y="9390"/>
                      <a:pt x="11654" y="9390"/>
                      <a:pt x="11618" y="9390"/>
                    </a:cubicBezTo>
                    <a:cubicBezTo>
                      <a:pt x="11618" y="9424"/>
                      <a:pt x="11618" y="9459"/>
                      <a:pt x="11618" y="9494"/>
                    </a:cubicBezTo>
                    <a:cubicBezTo>
                      <a:pt x="11550" y="9494"/>
                      <a:pt x="11481" y="9494"/>
                      <a:pt x="11411" y="9494"/>
                    </a:cubicBezTo>
                    <a:cubicBezTo>
                      <a:pt x="11411" y="9528"/>
                      <a:pt x="11411" y="9562"/>
                      <a:pt x="11411" y="9598"/>
                    </a:cubicBezTo>
                    <a:cubicBezTo>
                      <a:pt x="11377" y="9598"/>
                      <a:pt x="11342" y="9598"/>
                      <a:pt x="11307" y="9598"/>
                    </a:cubicBezTo>
                    <a:cubicBezTo>
                      <a:pt x="11307" y="9632"/>
                      <a:pt x="11307" y="9666"/>
                      <a:pt x="11307" y="9701"/>
                    </a:cubicBezTo>
                    <a:cubicBezTo>
                      <a:pt x="11239" y="9701"/>
                      <a:pt x="11170" y="9701"/>
                      <a:pt x="11100" y="9701"/>
                    </a:cubicBezTo>
                    <a:cubicBezTo>
                      <a:pt x="11100" y="9736"/>
                      <a:pt x="11100" y="9770"/>
                      <a:pt x="11100" y="9805"/>
                    </a:cubicBezTo>
                    <a:cubicBezTo>
                      <a:pt x="11065" y="9805"/>
                      <a:pt x="11031" y="9805"/>
                      <a:pt x="10996" y="9805"/>
                    </a:cubicBezTo>
                    <a:cubicBezTo>
                      <a:pt x="10996" y="9839"/>
                      <a:pt x="10996" y="9874"/>
                      <a:pt x="10996" y="9909"/>
                    </a:cubicBezTo>
                    <a:cubicBezTo>
                      <a:pt x="10962" y="9909"/>
                      <a:pt x="10927" y="9909"/>
                      <a:pt x="10892" y="9909"/>
                    </a:cubicBezTo>
                    <a:cubicBezTo>
                      <a:pt x="10892" y="9943"/>
                      <a:pt x="10892" y="9977"/>
                      <a:pt x="10892" y="10013"/>
                    </a:cubicBezTo>
                    <a:cubicBezTo>
                      <a:pt x="10858" y="10013"/>
                      <a:pt x="10824" y="10013"/>
                      <a:pt x="10788" y="10013"/>
                    </a:cubicBezTo>
                    <a:cubicBezTo>
                      <a:pt x="10788" y="10081"/>
                      <a:pt x="10788" y="10150"/>
                      <a:pt x="10788" y="10220"/>
                    </a:cubicBezTo>
                    <a:cubicBezTo>
                      <a:pt x="10754" y="10220"/>
                      <a:pt x="10720" y="10220"/>
                      <a:pt x="10685" y="10220"/>
                    </a:cubicBezTo>
                    <a:cubicBezTo>
                      <a:pt x="10685" y="10289"/>
                      <a:pt x="10685" y="10357"/>
                      <a:pt x="10685" y="10428"/>
                    </a:cubicBezTo>
                    <a:cubicBezTo>
                      <a:pt x="10650" y="10428"/>
                      <a:pt x="10616" y="10428"/>
                      <a:pt x="10581" y="10428"/>
                    </a:cubicBezTo>
                    <a:cubicBezTo>
                      <a:pt x="10581" y="10496"/>
                      <a:pt x="10581" y="10565"/>
                      <a:pt x="10581" y="10635"/>
                    </a:cubicBezTo>
                    <a:cubicBezTo>
                      <a:pt x="10547" y="10635"/>
                      <a:pt x="10512" y="10635"/>
                      <a:pt x="10477" y="10635"/>
                    </a:cubicBezTo>
                    <a:cubicBezTo>
                      <a:pt x="10477" y="10738"/>
                      <a:pt x="10477" y="10840"/>
                      <a:pt x="10477" y="10946"/>
                    </a:cubicBezTo>
                    <a:cubicBezTo>
                      <a:pt x="10443" y="10946"/>
                      <a:pt x="10409" y="10946"/>
                      <a:pt x="10373" y="10946"/>
                    </a:cubicBezTo>
                    <a:cubicBezTo>
                      <a:pt x="10373" y="11391"/>
                      <a:pt x="10373" y="11836"/>
                      <a:pt x="10373" y="12295"/>
                    </a:cubicBezTo>
                    <a:cubicBezTo>
                      <a:pt x="10305" y="12295"/>
                      <a:pt x="10237" y="12295"/>
                      <a:pt x="10166" y="12295"/>
                    </a:cubicBezTo>
                    <a:cubicBezTo>
                      <a:pt x="10166" y="12329"/>
                      <a:pt x="10166" y="12363"/>
                      <a:pt x="10166" y="12399"/>
                    </a:cubicBezTo>
                    <a:cubicBezTo>
                      <a:pt x="10134" y="12440"/>
                      <a:pt x="10106" y="12473"/>
                      <a:pt x="10069" y="12509"/>
                    </a:cubicBezTo>
                    <a:cubicBezTo>
                      <a:pt x="10060" y="12518"/>
                      <a:pt x="10051" y="12528"/>
                      <a:pt x="10041" y="12537"/>
                    </a:cubicBezTo>
                    <a:cubicBezTo>
                      <a:pt x="9972" y="12605"/>
                      <a:pt x="9959" y="12606"/>
                      <a:pt x="9855" y="12606"/>
                    </a:cubicBezTo>
                    <a:cubicBezTo>
                      <a:pt x="9855" y="12469"/>
                      <a:pt x="9855" y="12332"/>
                      <a:pt x="9855" y="12191"/>
                    </a:cubicBezTo>
                    <a:cubicBezTo>
                      <a:pt x="9821" y="12191"/>
                      <a:pt x="9786" y="12191"/>
                      <a:pt x="9751" y="12191"/>
                    </a:cubicBezTo>
                    <a:cubicBezTo>
                      <a:pt x="9751" y="11780"/>
                      <a:pt x="9751" y="11370"/>
                      <a:pt x="9751" y="10946"/>
                    </a:cubicBezTo>
                    <a:cubicBezTo>
                      <a:pt x="9717" y="10946"/>
                      <a:pt x="9683" y="10946"/>
                      <a:pt x="9647" y="10946"/>
                    </a:cubicBezTo>
                    <a:cubicBezTo>
                      <a:pt x="9647" y="10912"/>
                      <a:pt x="9647" y="10878"/>
                      <a:pt x="9647" y="10843"/>
                    </a:cubicBezTo>
                    <a:cubicBezTo>
                      <a:pt x="9545" y="10843"/>
                      <a:pt x="9442" y="10843"/>
                      <a:pt x="9336" y="10843"/>
                    </a:cubicBezTo>
                    <a:cubicBezTo>
                      <a:pt x="9336" y="10808"/>
                      <a:pt x="9336" y="10774"/>
                      <a:pt x="9336" y="10739"/>
                    </a:cubicBezTo>
                    <a:cubicBezTo>
                      <a:pt x="9320" y="10741"/>
                      <a:pt x="9305" y="10742"/>
                      <a:pt x="9288" y="10744"/>
                    </a:cubicBezTo>
                    <a:cubicBezTo>
                      <a:pt x="9115" y="10755"/>
                      <a:pt x="9029" y="10717"/>
                      <a:pt x="8887" y="10621"/>
                    </a:cubicBezTo>
                    <a:cubicBezTo>
                      <a:pt x="8773" y="10552"/>
                      <a:pt x="8636" y="10544"/>
                      <a:pt x="8506" y="10531"/>
                    </a:cubicBezTo>
                    <a:cubicBezTo>
                      <a:pt x="8506" y="10497"/>
                      <a:pt x="8506" y="10463"/>
                      <a:pt x="8506" y="10428"/>
                    </a:cubicBezTo>
                    <a:cubicBezTo>
                      <a:pt x="8404" y="10428"/>
                      <a:pt x="8301" y="10428"/>
                      <a:pt x="8195" y="10428"/>
                    </a:cubicBezTo>
                    <a:cubicBezTo>
                      <a:pt x="8195" y="10393"/>
                      <a:pt x="8195" y="10359"/>
                      <a:pt x="8195" y="10324"/>
                    </a:cubicBezTo>
                    <a:cubicBezTo>
                      <a:pt x="8127" y="10324"/>
                      <a:pt x="8058" y="10324"/>
                      <a:pt x="7988" y="10324"/>
                    </a:cubicBezTo>
                    <a:cubicBezTo>
                      <a:pt x="7988" y="10290"/>
                      <a:pt x="7988" y="10255"/>
                      <a:pt x="7988" y="10220"/>
                    </a:cubicBezTo>
                    <a:cubicBezTo>
                      <a:pt x="7973" y="10221"/>
                      <a:pt x="7959" y="10223"/>
                      <a:pt x="7944" y="10224"/>
                    </a:cubicBezTo>
                    <a:cubicBezTo>
                      <a:pt x="7736" y="10233"/>
                      <a:pt x="7561" y="10179"/>
                      <a:pt x="7365" y="10116"/>
                    </a:cubicBezTo>
                    <a:cubicBezTo>
                      <a:pt x="7365" y="10082"/>
                      <a:pt x="7365" y="10048"/>
                      <a:pt x="7365" y="10013"/>
                    </a:cubicBezTo>
                    <a:cubicBezTo>
                      <a:pt x="7297" y="10013"/>
                      <a:pt x="7228" y="10013"/>
                      <a:pt x="7158" y="10013"/>
                    </a:cubicBezTo>
                    <a:cubicBezTo>
                      <a:pt x="7158" y="9978"/>
                      <a:pt x="7158" y="9944"/>
                      <a:pt x="7158" y="9909"/>
                    </a:cubicBezTo>
                    <a:cubicBezTo>
                      <a:pt x="7055" y="9909"/>
                      <a:pt x="6952" y="9909"/>
                      <a:pt x="6846" y="9909"/>
                    </a:cubicBezTo>
                    <a:cubicBezTo>
                      <a:pt x="6846" y="9875"/>
                      <a:pt x="6846" y="9840"/>
                      <a:pt x="6846" y="9805"/>
                    </a:cubicBezTo>
                    <a:cubicBezTo>
                      <a:pt x="6744" y="9805"/>
                      <a:pt x="6641" y="9805"/>
                      <a:pt x="6535" y="9805"/>
                    </a:cubicBezTo>
                    <a:cubicBezTo>
                      <a:pt x="6535" y="9771"/>
                      <a:pt x="6535" y="9737"/>
                      <a:pt x="6535" y="9701"/>
                    </a:cubicBezTo>
                    <a:cubicBezTo>
                      <a:pt x="6364" y="9667"/>
                      <a:pt x="6193" y="9633"/>
                      <a:pt x="6017" y="9598"/>
                    </a:cubicBezTo>
                    <a:cubicBezTo>
                      <a:pt x="6017" y="9563"/>
                      <a:pt x="6017" y="9529"/>
                      <a:pt x="6017" y="9494"/>
                    </a:cubicBezTo>
                    <a:cubicBezTo>
                      <a:pt x="5914" y="9494"/>
                      <a:pt x="5811" y="9494"/>
                      <a:pt x="5705" y="9494"/>
                    </a:cubicBezTo>
                    <a:cubicBezTo>
                      <a:pt x="5705" y="9460"/>
                      <a:pt x="5705" y="9426"/>
                      <a:pt x="5705" y="9390"/>
                    </a:cubicBezTo>
                    <a:cubicBezTo>
                      <a:pt x="5568" y="9390"/>
                      <a:pt x="5432" y="9390"/>
                      <a:pt x="5290" y="9390"/>
                    </a:cubicBezTo>
                    <a:cubicBezTo>
                      <a:pt x="5290" y="9424"/>
                      <a:pt x="5290" y="9459"/>
                      <a:pt x="5290" y="9494"/>
                    </a:cubicBezTo>
                    <a:cubicBezTo>
                      <a:pt x="5256" y="9494"/>
                      <a:pt x="5222" y="9494"/>
                      <a:pt x="5187" y="9494"/>
                    </a:cubicBezTo>
                    <a:cubicBezTo>
                      <a:pt x="5187" y="9528"/>
                      <a:pt x="5187" y="9562"/>
                      <a:pt x="5187" y="9598"/>
                    </a:cubicBezTo>
                    <a:cubicBezTo>
                      <a:pt x="5152" y="9598"/>
                      <a:pt x="5118" y="9598"/>
                      <a:pt x="5083" y="9598"/>
                    </a:cubicBezTo>
                    <a:cubicBezTo>
                      <a:pt x="5086" y="9613"/>
                      <a:pt x="5089" y="9628"/>
                      <a:pt x="5093" y="9643"/>
                    </a:cubicBezTo>
                    <a:cubicBezTo>
                      <a:pt x="5089" y="9662"/>
                      <a:pt x="5086" y="9682"/>
                      <a:pt x="5083" y="9701"/>
                    </a:cubicBezTo>
                    <a:cubicBezTo>
                      <a:pt x="5050" y="9724"/>
                      <a:pt x="5050" y="9724"/>
                      <a:pt x="5008" y="9747"/>
                    </a:cubicBezTo>
                    <a:cubicBezTo>
                      <a:pt x="4952" y="9780"/>
                      <a:pt x="4931" y="9797"/>
                      <a:pt x="4905" y="9858"/>
                    </a:cubicBezTo>
                    <a:cubicBezTo>
                      <a:pt x="4893" y="9909"/>
                      <a:pt x="4883" y="9960"/>
                      <a:pt x="4876" y="10013"/>
                    </a:cubicBezTo>
                    <a:cubicBezTo>
                      <a:pt x="4841" y="10013"/>
                      <a:pt x="4807" y="10013"/>
                      <a:pt x="4772" y="10013"/>
                    </a:cubicBezTo>
                    <a:cubicBezTo>
                      <a:pt x="4772" y="10047"/>
                      <a:pt x="4772" y="10081"/>
                      <a:pt x="4772" y="10116"/>
                    </a:cubicBezTo>
                    <a:cubicBezTo>
                      <a:pt x="4738" y="10116"/>
                      <a:pt x="4703" y="10116"/>
                      <a:pt x="4668" y="10116"/>
                    </a:cubicBezTo>
                    <a:cubicBezTo>
                      <a:pt x="4668" y="10151"/>
                      <a:pt x="4668" y="10185"/>
                      <a:pt x="4668" y="10220"/>
                    </a:cubicBezTo>
                    <a:cubicBezTo>
                      <a:pt x="4634" y="10220"/>
                      <a:pt x="4600" y="10220"/>
                      <a:pt x="4564" y="10220"/>
                    </a:cubicBezTo>
                    <a:cubicBezTo>
                      <a:pt x="4564" y="10254"/>
                      <a:pt x="4564" y="10289"/>
                      <a:pt x="4564" y="10324"/>
                    </a:cubicBezTo>
                    <a:cubicBezTo>
                      <a:pt x="4496" y="10324"/>
                      <a:pt x="4427" y="10324"/>
                      <a:pt x="4357" y="10324"/>
                    </a:cubicBezTo>
                    <a:cubicBezTo>
                      <a:pt x="4357" y="10358"/>
                      <a:pt x="4357" y="10392"/>
                      <a:pt x="4357" y="10428"/>
                    </a:cubicBezTo>
                    <a:cubicBezTo>
                      <a:pt x="4323" y="10428"/>
                      <a:pt x="4288" y="10428"/>
                      <a:pt x="4253" y="10428"/>
                    </a:cubicBezTo>
                    <a:cubicBezTo>
                      <a:pt x="4253" y="10462"/>
                      <a:pt x="4253" y="10496"/>
                      <a:pt x="4253" y="10531"/>
                    </a:cubicBezTo>
                    <a:cubicBezTo>
                      <a:pt x="4241" y="10536"/>
                      <a:pt x="4228" y="10540"/>
                      <a:pt x="4216" y="10545"/>
                    </a:cubicBezTo>
                    <a:cubicBezTo>
                      <a:pt x="4160" y="10565"/>
                      <a:pt x="4105" y="10585"/>
                      <a:pt x="4049" y="10606"/>
                    </a:cubicBezTo>
                    <a:cubicBezTo>
                      <a:pt x="4030" y="10613"/>
                      <a:pt x="4010" y="10620"/>
                      <a:pt x="3990" y="10627"/>
                    </a:cubicBezTo>
                    <a:cubicBezTo>
                      <a:pt x="3972" y="10634"/>
                      <a:pt x="3953" y="10641"/>
                      <a:pt x="3934" y="10648"/>
                    </a:cubicBezTo>
                    <a:cubicBezTo>
                      <a:pt x="3925" y="10651"/>
                      <a:pt x="3925" y="10651"/>
                      <a:pt x="3882" y="10667"/>
                    </a:cubicBezTo>
                    <a:cubicBezTo>
                      <a:pt x="3838" y="10687"/>
                      <a:pt x="3838" y="10687"/>
                      <a:pt x="3786" y="10739"/>
                    </a:cubicBezTo>
                    <a:cubicBezTo>
                      <a:pt x="3747" y="10745"/>
                      <a:pt x="3747" y="10745"/>
                      <a:pt x="3702" y="10744"/>
                    </a:cubicBezTo>
                    <a:cubicBezTo>
                      <a:pt x="3686" y="10744"/>
                      <a:pt x="3669" y="10744"/>
                      <a:pt x="3653" y="10743"/>
                    </a:cubicBezTo>
                    <a:cubicBezTo>
                      <a:pt x="3636" y="10743"/>
                      <a:pt x="3619" y="10742"/>
                      <a:pt x="3602" y="10742"/>
                    </a:cubicBezTo>
                    <a:cubicBezTo>
                      <a:pt x="3584" y="10742"/>
                      <a:pt x="3567" y="10742"/>
                      <a:pt x="3550" y="10741"/>
                    </a:cubicBezTo>
                    <a:cubicBezTo>
                      <a:pt x="3508" y="10741"/>
                      <a:pt x="3465" y="10740"/>
                      <a:pt x="3423" y="10739"/>
                    </a:cubicBezTo>
                    <a:cubicBezTo>
                      <a:pt x="3423" y="10773"/>
                      <a:pt x="3423" y="10807"/>
                      <a:pt x="3423" y="10843"/>
                    </a:cubicBezTo>
                    <a:cubicBezTo>
                      <a:pt x="2978" y="10843"/>
                      <a:pt x="2533" y="10843"/>
                      <a:pt x="2075" y="10843"/>
                    </a:cubicBezTo>
                    <a:cubicBezTo>
                      <a:pt x="2075" y="10808"/>
                      <a:pt x="2075" y="10774"/>
                      <a:pt x="2075" y="10739"/>
                    </a:cubicBezTo>
                    <a:cubicBezTo>
                      <a:pt x="1972" y="10739"/>
                      <a:pt x="1869" y="10739"/>
                      <a:pt x="1763" y="10739"/>
                    </a:cubicBezTo>
                    <a:cubicBezTo>
                      <a:pt x="1763" y="10705"/>
                      <a:pt x="1763" y="10670"/>
                      <a:pt x="1763" y="10635"/>
                    </a:cubicBezTo>
                    <a:cubicBezTo>
                      <a:pt x="1695" y="10635"/>
                      <a:pt x="1627" y="10635"/>
                      <a:pt x="1556" y="10635"/>
                    </a:cubicBezTo>
                    <a:cubicBezTo>
                      <a:pt x="1556" y="10601"/>
                      <a:pt x="1556" y="10567"/>
                      <a:pt x="1556" y="10531"/>
                    </a:cubicBezTo>
                    <a:cubicBezTo>
                      <a:pt x="1488" y="10531"/>
                      <a:pt x="1419" y="10531"/>
                      <a:pt x="1349" y="10531"/>
                    </a:cubicBezTo>
                    <a:cubicBezTo>
                      <a:pt x="1349" y="10497"/>
                      <a:pt x="1349" y="10463"/>
                      <a:pt x="1349" y="10428"/>
                    </a:cubicBezTo>
                    <a:cubicBezTo>
                      <a:pt x="1314" y="10428"/>
                      <a:pt x="1280" y="10428"/>
                      <a:pt x="1245" y="10428"/>
                    </a:cubicBezTo>
                    <a:cubicBezTo>
                      <a:pt x="1245" y="10393"/>
                      <a:pt x="1245" y="10359"/>
                      <a:pt x="1245" y="10324"/>
                    </a:cubicBezTo>
                    <a:cubicBezTo>
                      <a:pt x="1176" y="10324"/>
                      <a:pt x="1108" y="10324"/>
                      <a:pt x="1037" y="10324"/>
                    </a:cubicBezTo>
                    <a:cubicBezTo>
                      <a:pt x="1037" y="10290"/>
                      <a:pt x="1037" y="10255"/>
                      <a:pt x="1037" y="10220"/>
                    </a:cubicBezTo>
                    <a:cubicBezTo>
                      <a:pt x="1003" y="10220"/>
                      <a:pt x="969" y="10220"/>
                      <a:pt x="934" y="10220"/>
                    </a:cubicBezTo>
                    <a:cubicBezTo>
                      <a:pt x="934" y="10186"/>
                      <a:pt x="934" y="10152"/>
                      <a:pt x="934" y="10116"/>
                    </a:cubicBezTo>
                    <a:cubicBezTo>
                      <a:pt x="919" y="10118"/>
                      <a:pt x="904" y="10120"/>
                      <a:pt x="889" y="10122"/>
                    </a:cubicBezTo>
                    <a:cubicBezTo>
                      <a:pt x="809" y="10114"/>
                      <a:pt x="773" y="10074"/>
                      <a:pt x="720" y="10019"/>
                    </a:cubicBezTo>
                    <a:cubicBezTo>
                      <a:pt x="710" y="10010"/>
                      <a:pt x="701" y="10001"/>
                      <a:pt x="691" y="9992"/>
                    </a:cubicBezTo>
                    <a:cubicBezTo>
                      <a:pt x="644" y="9944"/>
                      <a:pt x="623" y="9917"/>
                      <a:pt x="616" y="9850"/>
                    </a:cubicBezTo>
                    <a:cubicBezTo>
                      <a:pt x="618" y="9835"/>
                      <a:pt x="620" y="9820"/>
                      <a:pt x="622" y="9805"/>
                    </a:cubicBezTo>
                    <a:cubicBezTo>
                      <a:pt x="588" y="9805"/>
                      <a:pt x="554" y="9805"/>
                      <a:pt x="519" y="9805"/>
                    </a:cubicBezTo>
                    <a:cubicBezTo>
                      <a:pt x="519" y="9771"/>
                      <a:pt x="519" y="9737"/>
                      <a:pt x="519" y="9701"/>
                    </a:cubicBezTo>
                    <a:cubicBezTo>
                      <a:pt x="484" y="9701"/>
                      <a:pt x="450" y="9701"/>
                      <a:pt x="415" y="9701"/>
                    </a:cubicBezTo>
                    <a:cubicBezTo>
                      <a:pt x="414" y="9696"/>
                      <a:pt x="414" y="9696"/>
                      <a:pt x="407" y="9669"/>
                    </a:cubicBezTo>
                    <a:cubicBezTo>
                      <a:pt x="395" y="9620"/>
                      <a:pt x="382" y="9572"/>
                      <a:pt x="370" y="9523"/>
                    </a:cubicBezTo>
                    <a:cubicBezTo>
                      <a:pt x="365" y="9506"/>
                      <a:pt x="361" y="9489"/>
                      <a:pt x="357" y="9472"/>
                    </a:cubicBezTo>
                    <a:cubicBezTo>
                      <a:pt x="345" y="9425"/>
                      <a:pt x="332" y="9382"/>
                      <a:pt x="311" y="9338"/>
                    </a:cubicBezTo>
                    <a:cubicBezTo>
                      <a:pt x="256" y="9308"/>
                      <a:pt x="256" y="9308"/>
                      <a:pt x="207" y="9287"/>
                    </a:cubicBezTo>
                    <a:cubicBezTo>
                      <a:pt x="197" y="9236"/>
                      <a:pt x="197" y="9236"/>
                      <a:pt x="201" y="9180"/>
                    </a:cubicBezTo>
                    <a:cubicBezTo>
                      <a:pt x="202" y="9161"/>
                      <a:pt x="203" y="9142"/>
                      <a:pt x="204" y="9123"/>
                    </a:cubicBezTo>
                    <a:cubicBezTo>
                      <a:pt x="205" y="9108"/>
                      <a:pt x="206" y="9094"/>
                      <a:pt x="207" y="9079"/>
                    </a:cubicBezTo>
                    <a:cubicBezTo>
                      <a:pt x="173" y="9079"/>
                      <a:pt x="139" y="9079"/>
                      <a:pt x="104" y="9079"/>
                    </a:cubicBezTo>
                    <a:cubicBezTo>
                      <a:pt x="104" y="8942"/>
                      <a:pt x="104" y="8805"/>
                      <a:pt x="104" y="8664"/>
                    </a:cubicBezTo>
                    <a:cubicBezTo>
                      <a:pt x="70" y="8664"/>
                      <a:pt x="35" y="8664"/>
                      <a:pt x="0" y="8664"/>
                    </a:cubicBezTo>
                    <a:cubicBezTo>
                      <a:pt x="0" y="8322"/>
                      <a:pt x="0" y="7979"/>
                      <a:pt x="0" y="7627"/>
                    </a:cubicBezTo>
                    <a:cubicBezTo>
                      <a:pt x="34" y="7627"/>
                      <a:pt x="68" y="7627"/>
                      <a:pt x="104" y="7627"/>
                    </a:cubicBezTo>
                    <a:cubicBezTo>
                      <a:pt x="103" y="7612"/>
                      <a:pt x="102" y="7596"/>
                      <a:pt x="101" y="7581"/>
                    </a:cubicBezTo>
                    <a:cubicBezTo>
                      <a:pt x="98" y="7512"/>
                      <a:pt x="96" y="7443"/>
                      <a:pt x="94" y="7374"/>
                    </a:cubicBezTo>
                    <a:cubicBezTo>
                      <a:pt x="93" y="7350"/>
                      <a:pt x="91" y="7326"/>
                      <a:pt x="90" y="7302"/>
                    </a:cubicBezTo>
                    <a:cubicBezTo>
                      <a:pt x="86" y="7127"/>
                      <a:pt x="86" y="7127"/>
                      <a:pt x="138" y="7072"/>
                    </a:cubicBezTo>
                    <a:cubicBezTo>
                      <a:pt x="180" y="7046"/>
                      <a:pt x="180" y="7046"/>
                      <a:pt x="223" y="7025"/>
                    </a:cubicBezTo>
                    <a:cubicBezTo>
                      <a:pt x="259" y="7004"/>
                      <a:pt x="259" y="7004"/>
                      <a:pt x="286" y="6949"/>
                    </a:cubicBezTo>
                    <a:cubicBezTo>
                      <a:pt x="287" y="6940"/>
                      <a:pt x="287" y="6940"/>
                      <a:pt x="295" y="6894"/>
                    </a:cubicBezTo>
                    <a:cubicBezTo>
                      <a:pt x="297" y="6885"/>
                      <a:pt x="297" y="6885"/>
                      <a:pt x="305" y="6839"/>
                    </a:cubicBezTo>
                    <a:cubicBezTo>
                      <a:pt x="307" y="6825"/>
                      <a:pt x="309" y="6811"/>
                      <a:pt x="311" y="6797"/>
                    </a:cubicBezTo>
                    <a:cubicBezTo>
                      <a:pt x="345" y="6797"/>
                      <a:pt x="380" y="6797"/>
                      <a:pt x="415" y="6797"/>
                    </a:cubicBezTo>
                    <a:cubicBezTo>
                      <a:pt x="413" y="6783"/>
                      <a:pt x="411" y="6769"/>
                      <a:pt x="409" y="6755"/>
                    </a:cubicBezTo>
                    <a:cubicBezTo>
                      <a:pt x="405" y="6697"/>
                      <a:pt x="404" y="6647"/>
                      <a:pt x="415" y="6589"/>
                    </a:cubicBezTo>
                    <a:cubicBezTo>
                      <a:pt x="452" y="6556"/>
                      <a:pt x="489" y="6538"/>
                      <a:pt x="532" y="6515"/>
                    </a:cubicBezTo>
                    <a:cubicBezTo>
                      <a:pt x="605" y="6459"/>
                      <a:pt x="610" y="6365"/>
                      <a:pt x="622" y="6278"/>
                    </a:cubicBezTo>
                    <a:cubicBezTo>
                      <a:pt x="657" y="6278"/>
                      <a:pt x="691" y="6278"/>
                      <a:pt x="726" y="6278"/>
                    </a:cubicBezTo>
                    <a:cubicBezTo>
                      <a:pt x="724" y="6263"/>
                      <a:pt x="722" y="6249"/>
                      <a:pt x="720" y="6233"/>
                    </a:cubicBezTo>
                    <a:cubicBezTo>
                      <a:pt x="728" y="6154"/>
                      <a:pt x="768" y="6117"/>
                      <a:pt x="823" y="6064"/>
                    </a:cubicBezTo>
                    <a:cubicBezTo>
                      <a:pt x="832" y="6055"/>
                      <a:pt x="841" y="6045"/>
                      <a:pt x="851" y="6036"/>
                    </a:cubicBezTo>
                    <a:cubicBezTo>
                      <a:pt x="898" y="5989"/>
                      <a:pt x="925" y="5968"/>
                      <a:pt x="992" y="5961"/>
                    </a:cubicBezTo>
                    <a:cubicBezTo>
                      <a:pt x="1007" y="5963"/>
                      <a:pt x="1022" y="5965"/>
                      <a:pt x="1037" y="5967"/>
                    </a:cubicBezTo>
                    <a:cubicBezTo>
                      <a:pt x="1037" y="5933"/>
                      <a:pt x="1037" y="5899"/>
                      <a:pt x="1037" y="5863"/>
                    </a:cubicBezTo>
                    <a:cubicBezTo>
                      <a:pt x="1046" y="5860"/>
                      <a:pt x="1046" y="5860"/>
                      <a:pt x="1092" y="5844"/>
                    </a:cubicBezTo>
                    <a:cubicBezTo>
                      <a:pt x="1116" y="5836"/>
                      <a:pt x="1139" y="5827"/>
                      <a:pt x="1164" y="5818"/>
                    </a:cubicBezTo>
                    <a:cubicBezTo>
                      <a:pt x="1187" y="5809"/>
                      <a:pt x="1211" y="5801"/>
                      <a:pt x="1235" y="5792"/>
                    </a:cubicBezTo>
                    <a:cubicBezTo>
                      <a:pt x="1297" y="5760"/>
                      <a:pt x="1297" y="5760"/>
                      <a:pt x="1324" y="5704"/>
                    </a:cubicBezTo>
                    <a:cubicBezTo>
                      <a:pt x="1328" y="5696"/>
                      <a:pt x="1328" y="5696"/>
                      <a:pt x="1349" y="5656"/>
                    </a:cubicBezTo>
                    <a:cubicBezTo>
                      <a:pt x="1399" y="5646"/>
                      <a:pt x="1399" y="5646"/>
                      <a:pt x="1455" y="5649"/>
                    </a:cubicBezTo>
                    <a:cubicBezTo>
                      <a:pt x="1474" y="5650"/>
                      <a:pt x="1493" y="5651"/>
                      <a:pt x="1512" y="5652"/>
                    </a:cubicBezTo>
                    <a:cubicBezTo>
                      <a:pt x="1527" y="5653"/>
                      <a:pt x="1541" y="5655"/>
                      <a:pt x="1556" y="5656"/>
                    </a:cubicBezTo>
                    <a:cubicBezTo>
                      <a:pt x="1556" y="5622"/>
                      <a:pt x="1556" y="5587"/>
                      <a:pt x="1556" y="5552"/>
                    </a:cubicBezTo>
                    <a:cubicBezTo>
                      <a:pt x="1659" y="5552"/>
                      <a:pt x="1761" y="5552"/>
                      <a:pt x="1867" y="5552"/>
                    </a:cubicBezTo>
                    <a:cubicBezTo>
                      <a:pt x="1867" y="5518"/>
                      <a:pt x="1867" y="5484"/>
                      <a:pt x="1867" y="5448"/>
                    </a:cubicBezTo>
                    <a:cubicBezTo>
                      <a:pt x="2004" y="5448"/>
                      <a:pt x="2141" y="5448"/>
                      <a:pt x="2282" y="5448"/>
                    </a:cubicBezTo>
                    <a:cubicBezTo>
                      <a:pt x="2282" y="5414"/>
                      <a:pt x="2282" y="5380"/>
                      <a:pt x="2282" y="5345"/>
                    </a:cubicBezTo>
                    <a:cubicBezTo>
                      <a:pt x="2624" y="5345"/>
                      <a:pt x="2967" y="5345"/>
                      <a:pt x="3320" y="5345"/>
                    </a:cubicBezTo>
                    <a:cubicBezTo>
                      <a:pt x="3320" y="5379"/>
                      <a:pt x="3320" y="5413"/>
                      <a:pt x="3320" y="5448"/>
                    </a:cubicBezTo>
                    <a:cubicBezTo>
                      <a:pt x="3341" y="5447"/>
                      <a:pt x="3363" y="5446"/>
                      <a:pt x="3386" y="5445"/>
                    </a:cubicBezTo>
                    <a:cubicBezTo>
                      <a:pt x="3624" y="5436"/>
                      <a:pt x="3821" y="5476"/>
                      <a:pt x="4046" y="5552"/>
                    </a:cubicBezTo>
                    <a:cubicBezTo>
                      <a:pt x="4046" y="5586"/>
                      <a:pt x="4046" y="5621"/>
                      <a:pt x="4046" y="5656"/>
                    </a:cubicBezTo>
                    <a:cubicBezTo>
                      <a:pt x="4114" y="5656"/>
                      <a:pt x="4183" y="5656"/>
                      <a:pt x="4253" y="5656"/>
                    </a:cubicBezTo>
                    <a:cubicBezTo>
                      <a:pt x="4253" y="5690"/>
                      <a:pt x="4253" y="5724"/>
                      <a:pt x="4253" y="5760"/>
                    </a:cubicBezTo>
                    <a:cubicBezTo>
                      <a:pt x="4269" y="5758"/>
                      <a:pt x="4284" y="5756"/>
                      <a:pt x="4300" y="5755"/>
                    </a:cubicBezTo>
                    <a:cubicBezTo>
                      <a:pt x="4357" y="5760"/>
                      <a:pt x="4357" y="5760"/>
                      <a:pt x="4396" y="5792"/>
                    </a:cubicBezTo>
                    <a:cubicBezTo>
                      <a:pt x="4401" y="5799"/>
                      <a:pt x="4401" y="5799"/>
                      <a:pt x="4431" y="5837"/>
                    </a:cubicBezTo>
                    <a:cubicBezTo>
                      <a:pt x="4445" y="5853"/>
                      <a:pt x="4458" y="5869"/>
                      <a:pt x="4472" y="5886"/>
                    </a:cubicBezTo>
                    <a:cubicBezTo>
                      <a:pt x="4485" y="5903"/>
                      <a:pt x="4498" y="5920"/>
                      <a:pt x="4512" y="5938"/>
                    </a:cubicBezTo>
                    <a:cubicBezTo>
                      <a:pt x="4539" y="5971"/>
                      <a:pt x="4566" y="6005"/>
                      <a:pt x="4593" y="6038"/>
                    </a:cubicBezTo>
                    <a:cubicBezTo>
                      <a:pt x="4599" y="6046"/>
                      <a:pt x="4599" y="6046"/>
                      <a:pt x="4629" y="6083"/>
                    </a:cubicBezTo>
                    <a:cubicBezTo>
                      <a:pt x="4668" y="6123"/>
                      <a:pt x="4668" y="6123"/>
                      <a:pt x="4724" y="6150"/>
                    </a:cubicBezTo>
                    <a:cubicBezTo>
                      <a:pt x="4740" y="6158"/>
                      <a:pt x="4756" y="6166"/>
                      <a:pt x="4772" y="6174"/>
                    </a:cubicBezTo>
                    <a:cubicBezTo>
                      <a:pt x="4778" y="6230"/>
                      <a:pt x="4778" y="6230"/>
                      <a:pt x="4772" y="6278"/>
                    </a:cubicBezTo>
                    <a:cubicBezTo>
                      <a:pt x="4806" y="6278"/>
                      <a:pt x="4840" y="6278"/>
                      <a:pt x="4876" y="6278"/>
                    </a:cubicBezTo>
                    <a:cubicBezTo>
                      <a:pt x="4876" y="6312"/>
                      <a:pt x="4876" y="6347"/>
                      <a:pt x="4876" y="6382"/>
                    </a:cubicBezTo>
                    <a:cubicBezTo>
                      <a:pt x="4910" y="6382"/>
                      <a:pt x="4944" y="6382"/>
                      <a:pt x="4979" y="6382"/>
                    </a:cubicBezTo>
                    <a:cubicBezTo>
                      <a:pt x="4979" y="6416"/>
                      <a:pt x="4979" y="6450"/>
                      <a:pt x="4979" y="6486"/>
                    </a:cubicBezTo>
                    <a:cubicBezTo>
                      <a:pt x="5013" y="6486"/>
                      <a:pt x="5048" y="6486"/>
                      <a:pt x="5083" y="6486"/>
                    </a:cubicBezTo>
                    <a:cubicBezTo>
                      <a:pt x="5083" y="6520"/>
                      <a:pt x="5083" y="6554"/>
                      <a:pt x="5083" y="6589"/>
                    </a:cubicBezTo>
                    <a:cubicBezTo>
                      <a:pt x="5117" y="6589"/>
                      <a:pt x="5151" y="6589"/>
                      <a:pt x="5187" y="6589"/>
                    </a:cubicBezTo>
                    <a:cubicBezTo>
                      <a:pt x="5187" y="6624"/>
                      <a:pt x="5187" y="6658"/>
                      <a:pt x="5187" y="6693"/>
                    </a:cubicBezTo>
                    <a:cubicBezTo>
                      <a:pt x="5221" y="6693"/>
                      <a:pt x="5255" y="6693"/>
                      <a:pt x="5290" y="6693"/>
                    </a:cubicBezTo>
                    <a:cubicBezTo>
                      <a:pt x="5290" y="6762"/>
                      <a:pt x="5290" y="6830"/>
                      <a:pt x="5290" y="6901"/>
                    </a:cubicBezTo>
                    <a:cubicBezTo>
                      <a:pt x="5325" y="6901"/>
                      <a:pt x="5359" y="6901"/>
                      <a:pt x="5394" y="6901"/>
                    </a:cubicBezTo>
                    <a:cubicBezTo>
                      <a:pt x="5394" y="7003"/>
                      <a:pt x="5394" y="7106"/>
                      <a:pt x="5394" y="7212"/>
                    </a:cubicBezTo>
                    <a:cubicBezTo>
                      <a:pt x="5428" y="7212"/>
                      <a:pt x="5463" y="7212"/>
                      <a:pt x="5498" y="7212"/>
                    </a:cubicBezTo>
                    <a:cubicBezTo>
                      <a:pt x="5498" y="7383"/>
                      <a:pt x="5498" y="7554"/>
                      <a:pt x="5498" y="7730"/>
                    </a:cubicBezTo>
                    <a:cubicBezTo>
                      <a:pt x="5532" y="7730"/>
                      <a:pt x="5566" y="7730"/>
                      <a:pt x="5602" y="7730"/>
                    </a:cubicBezTo>
                    <a:cubicBezTo>
                      <a:pt x="5602" y="8039"/>
                      <a:pt x="5602" y="8347"/>
                      <a:pt x="5602" y="8664"/>
                    </a:cubicBezTo>
                    <a:cubicBezTo>
                      <a:pt x="5636" y="8664"/>
                      <a:pt x="5670" y="8664"/>
                      <a:pt x="5705" y="8664"/>
                    </a:cubicBezTo>
                    <a:cubicBezTo>
                      <a:pt x="5705" y="8698"/>
                      <a:pt x="5705" y="8733"/>
                      <a:pt x="5705" y="8768"/>
                    </a:cubicBezTo>
                    <a:cubicBezTo>
                      <a:pt x="5808" y="8768"/>
                      <a:pt x="5911" y="8768"/>
                      <a:pt x="6017" y="8768"/>
                    </a:cubicBezTo>
                    <a:cubicBezTo>
                      <a:pt x="6017" y="8802"/>
                      <a:pt x="6017" y="8836"/>
                      <a:pt x="6017" y="8872"/>
                    </a:cubicBezTo>
                    <a:cubicBezTo>
                      <a:pt x="6034" y="8870"/>
                      <a:pt x="6050" y="8869"/>
                      <a:pt x="6068" y="8868"/>
                    </a:cubicBezTo>
                    <a:cubicBezTo>
                      <a:pt x="6202" y="8862"/>
                      <a:pt x="6295" y="8865"/>
                      <a:pt x="6407" y="8942"/>
                    </a:cubicBezTo>
                    <a:cubicBezTo>
                      <a:pt x="6432" y="8975"/>
                      <a:pt x="6432" y="8975"/>
                      <a:pt x="6432" y="9079"/>
                    </a:cubicBezTo>
                    <a:cubicBezTo>
                      <a:pt x="6568" y="9079"/>
                      <a:pt x="6705" y="9079"/>
                      <a:pt x="6846" y="9079"/>
                    </a:cubicBezTo>
                    <a:cubicBezTo>
                      <a:pt x="6846" y="9113"/>
                      <a:pt x="6846" y="9148"/>
                      <a:pt x="6846" y="9183"/>
                    </a:cubicBezTo>
                    <a:cubicBezTo>
                      <a:pt x="6863" y="9182"/>
                      <a:pt x="6880" y="9180"/>
                      <a:pt x="6898" y="9179"/>
                    </a:cubicBezTo>
                    <a:cubicBezTo>
                      <a:pt x="7032" y="9174"/>
                      <a:pt x="7125" y="9176"/>
                      <a:pt x="7236" y="9254"/>
                    </a:cubicBezTo>
                    <a:cubicBezTo>
                      <a:pt x="7261" y="9287"/>
                      <a:pt x="7261" y="9287"/>
                      <a:pt x="7261" y="9390"/>
                    </a:cubicBezTo>
                    <a:cubicBezTo>
                      <a:pt x="7398" y="9390"/>
                      <a:pt x="7535" y="9390"/>
                      <a:pt x="7676" y="9390"/>
                    </a:cubicBezTo>
                    <a:cubicBezTo>
                      <a:pt x="7676" y="9424"/>
                      <a:pt x="7676" y="9459"/>
                      <a:pt x="7676" y="9494"/>
                    </a:cubicBezTo>
                    <a:cubicBezTo>
                      <a:pt x="7693" y="9493"/>
                      <a:pt x="7710" y="9492"/>
                      <a:pt x="7728" y="9490"/>
                    </a:cubicBezTo>
                    <a:cubicBezTo>
                      <a:pt x="7861" y="9485"/>
                      <a:pt x="7955" y="9487"/>
                      <a:pt x="8066" y="9565"/>
                    </a:cubicBezTo>
                    <a:cubicBezTo>
                      <a:pt x="8101" y="9611"/>
                      <a:pt x="8096" y="9645"/>
                      <a:pt x="8091" y="9701"/>
                    </a:cubicBezTo>
                    <a:cubicBezTo>
                      <a:pt x="8097" y="9701"/>
                      <a:pt x="8097" y="9701"/>
                      <a:pt x="8128" y="9699"/>
                    </a:cubicBezTo>
                    <a:cubicBezTo>
                      <a:pt x="8183" y="9696"/>
                      <a:pt x="8237" y="9694"/>
                      <a:pt x="8292" y="9692"/>
                    </a:cubicBezTo>
                    <a:cubicBezTo>
                      <a:pt x="8311" y="9690"/>
                      <a:pt x="8330" y="9689"/>
                      <a:pt x="8350" y="9688"/>
                    </a:cubicBezTo>
                    <a:cubicBezTo>
                      <a:pt x="8406" y="9686"/>
                      <a:pt x="8452" y="9687"/>
                      <a:pt x="8506" y="9701"/>
                    </a:cubicBezTo>
                    <a:cubicBezTo>
                      <a:pt x="8538" y="9739"/>
                      <a:pt x="8558" y="9777"/>
                      <a:pt x="8581" y="9820"/>
                    </a:cubicBezTo>
                    <a:cubicBezTo>
                      <a:pt x="8620" y="9870"/>
                      <a:pt x="8649" y="9873"/>
                      <a:pt x="8711" y="9884"/>
                    </a:cubicBezTo>
                    <a:cubicBezTo>
                      <a:pt x="8748" y="9887"/>
                      <a:pt x="8786" y="9890"/>
                      <a:pt x="8824" y="9893"/>
                    </a:cubicBezTo>
                    <a:cubicBezTo>
                      <a:pt x="8843" y="9895"/>
                      <a:pt x="8863" y="9896"/>
                      <a:pt x="8882" y="9898"/>
                    </a:cubicBezTo>
                    <a:cubicBezTo>
                      <a:pt x="8930" y="9902"/>
                      <a:pt x="8977" y="9906"/>
                      <a:pt x="9025" y="9909"/>
                    </a:cubicBezTo>
                    <a:cubicBezTo>
                      <a:pt x="9025" y="9943"/>
                      <a:pt x="9025" y="9977"/>
                      <a:pt x="9025" y="10013"/>
                    </a:cubicBezTo>
                    <a:cubicBezTo>
                      <a:pt x="9128" y="10013"/>
                      <a:pt x="9230" y="10013"/>
                      <a:pt x="9336" y="10013"/>
                    </a:cubicBezTo>
                    <a:cubicBezTo>
                      <a:pt x="9336" y="10047"/>
                      <a:pt x="9336" y="10081"/>
                      <a:pt x="9336" y="10116"/>
                    </a:cubicBezTo>
                    <a:cubicBezTo>
                      <a:pt x="9439" y="10116"/>
                      <a:pt x="9541" y="10116"/>
                      <a:pt x="9647" y="10116"/>
                    </a:cubicBezTo>
                    <a:cubicBezTo>
                      <a:pt x="9647" y="10151"/>
                      <a:pt x="9647" y="10185"/>
                      <a:pt x="9647" y="10220"/>
                    </a:cubicBezTo>
                    <a:cubicBezTo>
                      <a:pt x="9682" y="10220"/>
                      <a:pt x="9716" y="10220"/>
                      <a:pt x="9751" y="10220"/>
                    </a:cubicBezTo>
                    <a:cubicBezTo>
                      <a:pt x="9751" y="10254"/>
                      <a:pt x="9751" y="10289"/>
                      <a:pt x="9751" y="10324"/>
                    </a:cubicBezTo>
                    <a:cubicBezTo>
                      <a:pt x="9820" y="10324"/>
                      <a:pt x="9888" y="10324"/>
                      <a:pt x="9959" y="10324"/>
                    </a:cubicBezTo>
                    <a:cubicBezTo>
                      <a:pt x="9959" y="10290"/>
                      <a:pt x="9959" y="10255"/>
                      <a:pt x="9959" y="10220"/>
                    </a:cubicBezTo>
                    <a:cubicBezTo>
                      <a:pt x="9993" y="10220"/>
                      <a:pt x="10027" y="10220"/>
                      <a:pt x="10062" y="10220"/>
                    </a:cubicBezTo>
                    <a:cubicBezTo>
                      <a:pt x="10062" y="10152"/>
                      <a:pt x="10062" y="10083"/>
                      <a:pt x="10062" y="10013"/>
                    </a:cubicBezTo>
                    <a:cubicBezTo>
                      <a:pt x="10096" y="10013"/>
                      <a:pt x="10131" y="10013"/>
                      <a:pt x="10166" y="10013"/>
                    </a:cubicBezTo>
                    <a:cubicBezTo>
                      <a:pt x="10164" y="9997"/>
                      <a:pt x="10163" y="9981"/>
                      <a:pt x="10161" y="9965"/>
                    </a:cubicBezTo>
                    <a:cubicBezTo>
                      <a:pt x="10166" y="9909"/>
                      <a:pt x="10166" y="9909"/>
                      <a:pt x="10198" y="9870"/>
                    </a:cubicBezTo>
                    <a:cubicBezTo>
                      <a:pt x="10213" y="9858"/>
                      <a:pt x="10228" y="9847"/>
                      <a:pt x="10244" y="9834"/>
                    </a:cubicBezTo>
                    <a:cubicBezTo>
                      <a:pt x="10260" y="9821"/>
                      <a:pt x="10276" y="9808"/>
                      <a:pt x="10292" y="9794"/>
                    </a:cubicBezTo>
                    <a:cubicBezTo>
                      <a:pt x="10310" y="9781"/>
                      <a:pt x="10327" y="9767"/>
                      <a:pt x="10344" y="9753"/>
                    </a:cubicBezTo>
                    <a:cubicBezTo>
                      <a:pt x="10378" y="9726"/>
                      <a:pt x="10411" y="9699"/>
                      <a:pt x="10445" y="9672"/>
                    </a:cubicBezTo>
                    <a:cubicBezTo>
                      <a:pt x="10459" y="9660"/>
                      <a:pt x="10474" y="9649"/>
                      <a:pt x="10490" y="9636"/>
                    </a:cubicBezTo>
                    <a:cubicBezTo>
                      <a:pt x="10529" y="9598"/>
                      <a:pt x="10529" y="9598"/>
                      <a:pt x="10557" y="9542"/>
                    </a:cubicBezTo>
                    <a:cubicBezTo>
                      <a:pt x="10565" y="9526"/>
                      <a:pt x="10573" y="9510"/>
                      <a:pt x="10581" y="9494"/>
                    </a:cubicBezTo>
                    <a:cubicBezTo>
                      <a:pt x="10636" y="9488"/>
                      <a:pt x="10636" y="9488"/>
                      <a:pt x="10685" y="9494"/>
                    </a:cubicBezTo>
                    <a:cubicBezTo>
                      <a:pt x="10683" y="9478"/>
                      <a:pt x="10681" y="9463"/>
                      <a:pt x="10680" y="9447"/>
                    </a:cubicBezTo>
                    <a:cubicBezTo>
                      <a:pt x="10685" y="9390"/>
                      <a:pt x="10685" y="9390"/>
                      <a:pt x="10717" y="9352"/>
                    </a:cubicBezTo>
                    <a:cubicBezTo>
                      <a:pt x="10732" y="9340"/>
                      <a:pt x="10747" y="9328"/>
                      <a:pt x="10762" y="9316"/>
                    </a:cubicBezTo>
                    <a:cubicBezTo>
                      <a:pt x="10778" y="9302"/>
                      <a:pt x="10795" y="9289"/>
                      <a:pt x="10811" y="9276"/>
                    </a:cubicBezTo>
                    <a:cubicBezTo>
                      <a:pt x="10828" y="9262"/>
                      <a:pt x="10845" y="9249"/>
                      <a:pt x="10863" y="9235"/>
                    </a:cubicBezTo>
                    <a:cubicBezTo>
                      <a:pt x="10896" y="9208"/>
                      <a:pt x="10930" y="9181"/>
                      <a:pt x="10963" y="9154"/>
                    </a:cubicBezTo>
                    <a:cubicBezTo>
                      <a:pt x="10978" y="9142"/>
                      <a:pt x="10993" y="9130"/>
                      <a:pt x="11009" y="9118"/>
                    </a:cubicBezTo>
                    <a:cubicBezTo>
                      <a:pt x="11053" y="9074"/>
                      <a:pt x="11072" y="9030"/>
                      <a:pt x="11100" y="8975"/>
                    </a:cubicBezTo>
                    <a:cubicBezTo>
                      <a:pt x="11150" y="8965"/>
                      <a:pt x="11150" y="8965"/>
                      <a:pt x="11207" y="8969"/>
                    </a:cubicBezTo>
                    <a:cubicBezTo>
                      <a:pt x="11225" y="8970"/>
                      <a:pt x="11244" y="8971"/>
                      <a:pt x="11263" y="8972"/>
                    </a:cubicBezTo>
                    <a:cubicBezTo>
                      <a:pt x="11278" y="8973"/>
                      <a:pt x="11292" y="8974"/>
                      <a:pt x="11307" y="8975"/>
                    </a:cubicBezTo>
                    <a:cubicBezTo>
                      <a:pt x="11307" y="8941"/>
                      <a:pt x="11307" y="8907"/>
                      <a:pt x="11307" y="8872"/>
                    </a:cubicBezTo>
                    <a:cubicBezTo>
                      <a:pt x="11376" y="8872"/>
                      <a:pt x="11444" y="8872"/>
                      <a:pt x="11515" y="8872"/>
                    </a:cubicBezTo>
                    <a:cubicBezTo>
                      <a:pt x="11515" y="8837"/>
                      <a:pt x="11515" y="8803"/>
                      <a:pt x="11515" y="8768"/>
                    </a:cubicBezTo>
                    <a:cubicBezTo>
                      <a:pt x="11583" y="8768"/>
                      <a:pt x="11651" y="8768"/>
                      <a:pt x="11722" y="8768"/>
                    </a:cubicBezTo>
                    <a:cubicBezTo>
                      <a:pt x="11722" y="8734"/>
                      <a:pt x="11722" y="8699"/>
                      <a:pt x="11722" y="8664"/>
                    </a:cubicBezTo>
                    <a:cubicBezTo>
                      <a:pt x="11790" y="8664"/>
                      <a:pt x="11859" y="8664"/>
                      <a:pt x="11929" y="8664"/>
                    </a:cubicBezTo>
                    <a:cubicBezTo>
                      <a:pt x="11929" y="8630"/>
                      <a:pt x="11929" y="8596"/>
                      <a:pt x="11929" y="8560"/>
                    </a:cubicBezTo>
                    <a:cubicBezTo>
                      <a:pt x="11964" y="8560"/>
                      <a:pt x="11998" y="8560"/>
                      <a:pt x="12033" y="8560"/>
                    </a:cubicBezTo>
                    <a:cubicBezTo>
                      <a:pt x="12033" y="8595"/>
                      <a:pt x="12033" y="8629"/>
                      <a:pt x="12033" y="8664"/>
                    </a:cubicBezTo>
                    <a:cubicBezTo>
                      <a:pt x="12067" y="8664"/>
                      <a:pt x="12102" y="8664"/>
                      <a:pt x="12137" y="8664"/>
                    </a:cubicBezTo>
                    <a:cubicBezTo>
                      <a:pt x="12137" y="8630"/>
                      <a:pt x="12137" y="8596"/>
                      <a:pt x="12137" y="8560"/>
                    </a:cubicBezTo>
                    <a:cubicBezTo>
                      <a:pt x="12240" y="8560"/>
                      <a:pt x="12342" y="8560"/>
                      <a:pt x="12448" y="8560"/>
                    </a:cubicBezTo>
                    <a:cubicBezTo>
                      <a:pt x="12448" y="8526"/>
                      <a:pt x="12448" y="8492"/>
                      <a:pt x="12448" y="8457"/>
                    </a:cubicBezTo>
                    <a:cubicBezTo>
                      <a:pt x="12482" y="8457"/>
                      <a:pt x="12517" y="8457"/>
                      <a:pt x="12552" y="8457"/>
                    </a:cubicBezTo>
                    <a:cubicBezTo>
                      <a:pt x="12552" y="7224"/>
                      <a:pt x="12552" y="5992"/>
                      <a:pt x="12552" y="4722"/>
                    </a:cubicBezTo>
                    <a:cubicBezTo>
                      <a:pt x="12518" y="4722"/>
                      <a:pt x="12483" y="4722"/>
                      <a:pt x="12448" y="4722"/>
                    </a:cubicBezTo>
                    <a:cubicBezTo>
                      <a:pt x="12448" y="4688"/>
                      <a:pt x="12448" y="4654"/>
                      <a:pt x="12448" y="4618"/>
                    </a:cubicBezTo>
                    <a:cubicBezTo>
                      <a:pt x="12414" y="4618"/>
                      <a:pt x="12380" y="4618"/>
                      <a:pt x="12344" y="4618"/>
                    </a:cubicBezTo>
                    <a:cubicBezTo>
                      <a:pt x="12344" y="4584"/>
                      <a:pt x="12344" y="4550"/>
                      <a:pt x="12344" y="4515"/>
                    </a:cubicBezTo>
                    <a:cubicBezTo>
                      <a:pt x="12276" y="4515"/>
                      <a:pt x="12207" y="4515"/>
                      <a:pt x="12137" y="4515"/>
                    </a:cubicBezTo>
                    <a:cubicBezTo>
                      <a:pt x="12137" y="4480"/>
                      <a:pt x="12137" y="4446"/>
                      <a:pt x="12137" y="4411"/>
                    </a:cubicBezTo>
                    <a:cubicBezTo>
                      <a:pt x="12116" y="4413"/>
                      <a:pt x="12094" y="4415"/>
                      <a:pt x="12073" y="4416"/>
                    </a:cubicBezTo>
                    <a:cubicBezTo>
                      <a:pt x="11988" y="4421"/>
                      <a:pt x="11910" y="4422"/>
                      <a:pt x="11826" y="4411"/>
                    </a:cubicBezTo>
                    <a:cubicBezTo>
                      <a:pt x="11785" y="4375"/>
                      <a:pt x="11771" y="4344"/>
                      <a:pt x="11749" y="4295"/>
                    </a:cubicBezTo>
                    <a:cubicBezTo>
                      <a:pt x="11722" y="4255"/>
                      <a:pt x="11722" y="4255"/>
                      <a:pt x="11677" y="4242"/>
                    </a:cubicBezTo>
                    <a:cubicBezTo>
                      <a:pt x="11660" y="4240"/>
                      <a:pt x="11643" y="4237"/>
                      <a:pt x="11625" y="4235"/>
                    </a:cubicBezTo>
                    <a:cubicBezTo>
                      <a:pt x="11495" y="4207"/>
                      <a:pt x="11443" y="4138"/>
                      <a:pt x="11365" y="4035"/>
                    </a:cubicBezTo>
                    <a:cubicBezTo>
                      <a:pt x="11263" y="3905"/>
                      <a:pt x="11160" y="3800"/>
                      <a:pt x="11028" y="3701"/>
                    </a:cubicBezTo>
                    <a:cubicBezTo>
                      <a:pt x="10899" y="3602"/>
                      <a:pt x="10899" y="3602"/>
                      <a:pt x="10873" y="3519"/>
                    </a:cubicBezTo>
                    <a:cubicBezTo>
                      <a:pt x="10873" y="3467"/>
                      <a:pt x="10877" y="3424"/>
                      <a:pt x="10892" y="3374"/>
                    </a:cubicBezTo>
                    <a:cubicBezTo>
                      <a:pt x="10858" y="3374"/>
                      <a:pt x="10824" y="3374"/>
                      <a:pt x="10788" y="3374"/>
                    </a:cubicBezTo>
                    <a:cubicBezTo>
                      <a:pt x="10788" y="3305"/>
                      <a:pt x="10788" y="3237"/>
                      <a:pt x="10788" y="3166"/>
                    </a:cubicBezTo>
                    <a:cubicBezTo>
                      <a:pt x="10754" y="3166"/>
                      <a:pt x="10720" y="3166"/>
                      <a:pt x="10685" y="3166"/>
                    </a:cubicBezTo>
                    <a:cubicBezTo>
                      <a:pt x="10683" y="3154"/>
                      <a:pt x="10682" y="3142"/>
                      <a:pt x="10681" y="3129"/>
                    </a:cubicBezTo>
                    <a:cubicBezTo>
                      <a:pt x="10675" y="3073"/>
                      <a:pt x="10668" y="3018"/>
                      <a:pt x="10662" y="2962"/>
                    </a:cubicBezTo>
                    <a:cubicBezTo>
                      <a:pt x="10660" y="2943"/>
                      <a:pt x="10658" y="2923"/>
                      <a:pt x="10656" y="2903"/>
                    </a:cubicBezTo>
                    <a:cubicBezTo>
                      <a:pt x="10654" y="2885"/>
                      <a:pt x="10651" y="2866"/>
                      <a:pt x="10649" y="2847"/>
                    </a:cubicBezTo>
                    <a:cubicBezTo>
                      <a:pt x="10647" y="2830"/>
                      <a:pt x="10645" y="2813"/>
                      <a:pt x="10643" y="2795"/>
                    </a:cubicBezTo>
                    <a:cubicBezTo>
                      <a:pt x="10633" y="2751"/>
                      <a:pt x="10633" y="2751"/>
                      <a:pt x="10581" y="2699"/>
                    </a:cubicBezTo>
                    <a:cubicBezTo>
                      <a:pt x="10576" y="2640"/>
                      <a:pt x="10575" y="2584"/>
                      <a:pt x="10576" y="2524"/>
                    </a:cubicBezTo>
                    <a:cubicBezTo>
                      <a:pt x="10576" y="2516"/>
                      <a:pt x="10576" y="2516"/>
                      <a:pt x="10576" y="2472"/>
                    </a:cubicBezTo>
                    <a:cubicBezTo>
                      <a:pt x="10576" y="2417"/>
                      <a:pt x="10577" y="2362"/>
                      <a:pt x="10578" y="2307"/>
                    </a:cubicBezTo>
                    <a:cubicBezTo>
                      <a:pt x="10578" y="2270"/>
                      <a:pt x="10578" y="2233"/>
                      <a:pt x="10578" y="2195"/>
                    </a:cubicBezTo>
                    <a:cubicBezTo>
                      <a:pt x="10579" y="2104"/>
                      <a:pt x="10580" y="2013"/>
                      <a:pt x="10581" y="1921"/>
                    </a:cubicBezTo>
                    <a:cubicBezTo>
                      <a:pt x="10615" y="1921"/>
                      <a:pt x="10649" y="1921"/>
                      <a:pt x="10685" y="1921"/>
                    </a:cubicBezTo>
                    <a:cubicBezTo>
                      <a:pt x="10685" y="1784"/>
                      <a:pt x="10685" y="1648"/>
                      <a:pt x="10685" y="1506"/>
                    </a:cubicBezTo>
                    <a:cubicBezTo>
                      <a:pt x="10719" y="1506"/>
                      <a:pt x="10753" y="1506"/>
                      <a:pt x="10788" y="1506"/>
                    </a:cubicBezTo>
                    <a:cubicBezTo>
                      <a:pt x="10788" y="1404"/>
                      <a:pt x="10788" y="1301"/>
                      <a:pt x="10788" y="1195"/>
                    </a:cubicBezTo>
                    <a:cubicBezTo>
                      <a:pt x="10823" y="1195"/>
                      <a:pt x="10857" y="1195"/>
                      <a:pt x="10892" y="1195"/>
                    </a:cubicBezTo>
                    <a:cubicBezTo>
                      <a:pt x="10892" y="1161"/>
                      <a:pt x="10892" y="1127"/>
                      <a:pt x="10892" y="1091"/>
                    </a:cubicBezTo>
                    <a:cubicBezTo>
                      <a:pt x="10926" y="1091"/>
                      <a:pt x="10961" y="1091"/>
                      <a:pt x="10996" y="1091"/>
                    </a:cubicBezTo>
                    <a:cubicBezTo>
                      <a:pt x="10996" y="1023"/>
                      <a:pt x="10996" y="955"/>
                      <a:pt x="10996" y="884"/>
                    </a:cubicBezTo>
                    <a:cubicBezTo>
                      <a:pt x="11030" y="884"/>
                      <a:pt x="11064" y="884"/>
                      <a:pt x="11100" y="884"/>
                    </a:cubicBezTo>
                    <a:cubicBezTo>
                      <a:pt x="11100" y="850"/>
                      <a:pt x="11100" y="816"/>
                      <a:pt x="11100" y="780"/>
                    </a:cubicBezTo>
                    <a:cubicBezTo>
                      <a:pt x="11134" y="780"/>
                      <a:pt x="11168" y="780"/>
                      <a:pt x="11203" y="780"/>
                    </a:cubicBezTo>
                    <a:cubicBezTo>
                      <a:pt x="11203" y="746"/>
                      <a:pt x="11203" y="712"/>
                      <a:pt x="11203" y="677"/>
                    </a:cubicBezTo>
                    <a:cubicBezTo>
                      <a:pt x="11238" y="677"/>
                      <a:pt x="11272" y="677"/>
                      <a:pt x="11307" y="677"/>
                    </a:cubicBezTo>
                    <a:cubicBezTo>
                      <a:pt x="11307" y="642"/>
                      <a:pt x="11307" y="608"/>
                      <a:pt x="11307" y="573"/>
                    </a:cubicBezTo>
                    <a:cubicBezTo>
                      <a:pt x="11341" y="573"/>
                      <a:pt x="11376" y="573"/>
                      <a:pt x="11411" y="573"/>
                    </a:cubicBezTo>
                    <a:cubicBezTo>
                      <a:pt x="11411" y="539"/>
                      <a:pt x="11411" y="504"/>
                      <a:pt x="11411" y="469"/>
                    </a:cubicBezTo>
                    <a:cubicBezTo>
                      <a:pt x="11479" y="469"/>
                      <a:pt x="11548" y="469"/>
                      <a:pt x="11618" y="469"/>
                    </a:cubicBezTo>
                    <a:cubicBezTo>
                      <a:pt x="11618" y="435"/>
                      <a:pt x="11618" y="401"/>
                      <a:pt x="11618" y="365"/>
                    </a:cubicBezTo>
                    <a:cubicBezTo>
                      <a:pt x="11630" y="361"/>
                      <a:pt x="11642" y="358"/>
                      <a:pt x="11655" y="354"/>
                    </a:cubicBezTo>
                    <a:cubicBezTo>
                      <a:pt x="11710" y="335"/>
                      <a:pt x="11764" y="316"/>
                      <a:pt x="11819" y="297"/>
                    </a:cubicBezTo>
                    <a:cubicBezTo>
                      <a:pt x="11829" y="294"/>
                      <a:pt x="11829" y="294"/>
                      <a:pt x="11877" y="279"/>
                    </a:cubicBezTo>
                    <a:cubicBezTo>
                      <a:pt x="11886" y="275"/>
                      <a:pt x="11886" y="275"/>
                      <a:pt x="11932" y="259"/>
                    </a:cubicBezTo>
                    <a:cubicBezTo>
                      <a:pt x="11941" y="256"/>
                      <a:pt x="11941" y="256"/>
                      <a:pt x="11983" y="242"/>
                    </a:cubicBezTo>
                    <a:cubicBezTo>
                      <a:pt x="12040" y="206"/>
                      <a:pt x="12044" y="188"/>
                      <a:pt x="12071" y="130"/>
                    </a:cubicBezTo>
                    <a:cubicBezTo>
                      <a:pt x="12153" y="0"/>
                      <a:pt x="12329" y="35"/>
                      <a:pt x="12465" y="39"/>
                    </a:cubicBezTo>
                    <a:close/>
                    <a:moveTo>
                      <a:pt x="12759" y="573"/>
                    </a:moveTo>
                    <a:cubicBezTo>
                      <a:pt x="12759" y="607"/>
                      <a:pt x="12759" y="641"/>
                      <a:pt x="12759" y="677"/>
                    </a:cubicBezTo>
                    <a:cubicBezTo>
                      <a:pt x="12622" y="677"/>
                      <a:pt x="12485" y="677"/>
                      <a:pt x="12344" y="677"/>
                    </a:cubicBezTo>
                    <a:cubicBezTo>
                      <a:pt x="12344" y="711"/>
                      <a:pt x="12344" y="745"/>
                      <a:pt x="12344" y="780"/>
                    </a:cubicBezTo>
                    <a:cubicBezTo>
                      <a:pt x="12276" y="780"/>
                      <a:pt x="12207" y="780"/>
                      <a:pt x="12137" y="780"/>
                    </a:cubicBezTo>
                    <a:cubicBezTo>
                      <a:pt x="12137" y="815"/>
                      <a:pt x="12137" y="849"/>
                      <a:pt x="12137" y="884"/>
                    </a:cubicBezTo>
                    <a:cubicBezTo>
                      <a:pt x="12068" y="884"/>
                      <a:pt x="12000" y="884"/>
                      <a:pt x="11929" y="884"/>
                    </a:cubicBezTo>
                    <a:cubicBezTo>
                      <a:pt x="11929" y="918"/>
                      <a:pt x="11929" y="952"/>
                      <a:pt x="11929" y="988"/>
                    </a:cubicBezTo>
                    <a:cubicBezTo>
                      <a:pt x="11895" y="988"/>
                      <a:pt x="11861" y="988"/>
                      <a:pt x="11826" y="988"/>
                    </a:cubicBezTo>
                    <a:cubicBezTo>
                      <a:pt x="11826" y="1022"/>
                      <a:pt x="11826" y="1056"/>
                      <a:pt x="11826" y="1091"/>
                    </a:cubicBezTo>
                    <a:cubicBezTo>
                      <a:pt x="11791" y="1091"/>
                      <a:pt x="11757" y="1091"/>
                      <a:pt x="11722" y="1091"/>
                    </a:cubicBezTo>
                    <a:cubicBezTo>
                      <a:pt x="11722" y="1126"/>
                      <a:pt x="11722" y="1160"/>
                      <a:pt x="11722" y="1195"/>
                    </a:cubicBezTo>
                    <a:cubicBezTo>
                      <a:pt x="11688" y="1195"/>
                      <a:pt x="11654" y="1195"/>
                      <a:pt x="11618" y="1195"/>
                    </a:cubicBezTo>
                    <a:cubicBezTo>
                      <a:pt x="11618" y="1229"/>
                      <a:pt x="11618" y="1264"/>
                      <a:pt x="11618" y="1299"/>
                    </a:cubicBezTo>
                    <a:cubicBezTo>
                      <a:pt x="11584" y="1299"/>
                      <a:pt x="11550" y="1299"/>
                      <a:pt x="11515" y="1299"/>
                    </a:cubicBezTo>
                    <a:cubicBezTo>
                      <a:pt x="11515" y="1333"/>
                      <a:pt x="11515" y="1367"/>
                      <a:pt x="11515" y="1403"/>
                    </a:cubicBezTo>
                    <a:cubicBezTo>
                      <a:pt x="11480" y="1403"/>
                      <a:pt x="11446" y="1403"/>
                      <a:pt x="11411" y="1403"/>
                    </a:cubicBezTo>
                    <a:cubicBezTo>
                      <a:pt x="11411" y="1471"/>
                      <a:pt x="11411" y="1540"/>
                      <a:pt x="11411" y="1610"/>
                    </a:cubicBezTo>
                    <a:cubicBezTo>
                      <a:pt x="11377" y="1610"/>
                      <a:pt x="11342" y="1610"/>
                      <a:pt x="11307" y="1610"/>
                    </a:cubicBezTo>
                    <a:cubicBezTo>
                      <a:pt x="11307" y="1747"/>
                      <a:pt x="11307" y="1884"/>
                      <a:pt x="11307" y="2025"/>
                    </a:cubicBezTo>
                    <a:cubicBezTo>
                      <a:pt x="11273" y="2025"/>
                      <a:pt x="11239" y="2025"/>
                      <a:pt x="11203" y="2025"/>
                    </a:cubicBezTo>
                    <a:cubicBezTo>
                      <a:pt x="11203" y="2230"/>
                      <a:pt x="11203" y="2436"/>
                      <a:pt x="11203" y="2648"/>
                    </a:cubicBezTo>
                    <a:cubicBezTo>
                      <a:pt x="11238" y="2648"/>
                      <a:pt x="11272" y="2648"/>
                      <a:pt x="11307" y="2648"/>
                    </a:cubicBezTo>
                    <a:cubicBezTo>
                      <a:pt x="11307" y="2750"/>
                      <a:pt x="11307" y="2853"/>
                      <a:pt x="11307" y="2959"/>
                    </a:cubicBezTo>
                    <a:cubicBezTo>
                      <a:pt x="11341" y="2959"/>
                      <a:pt x="11376" y="2959"/>
                      <a:pt x="11411" y="2959"/>
                    </a:cubicBezTo>
                    <a:cubicBezTo>
                      <a:pt x="11411" y="3027"/>
                      <a:pt x="11411" y="3096"/>
                      <a:pt x="11411" y="3166"/>
                    </a:cubicBezTo>
                    <a:cubicBezTo>
                      <a:pt x="11445" y="3166"/>
                      <a:pt x="11479" y="3166"/>
                      <a:pt x="11515" y="3166"/>
                    </a:cubicBezTo>
                    <a:cubicBezTo>
                      <a:pt x="11515" y="3235"/>
                      <a:pt x="11515" y="3303"/>
                      <a:pt x="11515" y="3374"/>
                    </a:cubicBezTo>
                    <a:cubicBezTo>
                      <a:pt x="11549" y="3374"/>
                      <a:pt x="11583" y="3374"/>
                      <a:pt x="11618" y="3374"/>
                    </a:cubicBezTo>
                    <a:cubicBezTo>
                      <a:pt x="11618" y="3408"/>
                      <a:pt x="11618" y="3442"/>
                      <a:pt x="11618" y="3477"/>
                    </a:cubicBezTo>
                    <a:cubicBezTo>
                      <a:pt x="11652" y="3477"/>
                      <a:pt x="11687" y="3477"/>
                      <a:pt x="11722" y="3477"/>
                    </a:cubicBezTo>
                    <a:cubicBezTo>
                      <a:pt x="11722" y="3512"/>
                      <a:pt x="11722" y="3546"/>
                      <a:pt x="11722" y="3581"/>
                    </a:cubicBezTo>
                    <a:cubicBezTo>
                      <a:pt x="11756" y="3581"/>
                      <a:pt x="11790" y="3581"/>
                      <a:pt x="11826" y="3581"/>
                    </a:cubicBezTo>
                    <a:cubicBezTo>
                      <a:pt x="11826" y="3615"/>
                      <a:pt x="11826" y="3650"/>
                      <a:pt x="11826" y="3685"/>
                    </a:cubicBezTo>
                    <a:cubicBezTo>
                      <a:pt x="11894" y="3685"/>
                      <a:pt x="11963" y="3685"/>
                      <a:pt x="12033" y="3685"/>
                    </a:cubicBezTo>
                    <a:cubicBezTo>
                      <a:pt x="12033" y="3719"/>
                      <a:pt x="12033" y="3753"/>
                      <a:pt x="12033" y="3789"/>
                    </a:cubicBezTo>
                    <a:cubicBezTo>
                      <a:pt x="12102" y="3789"/>
                      <a:pt x="12170" y="3789"/>
                      <a:pt x="12241" y="3789"/>
                    </a:cubicBezTo>
                    <a:cubicBezTo>
                      <a:pt x="12241" y="3823"/>
                      <a:pt x="12241" y="3857"/>
                      <a:pt x="12241" y="3892"/>
                    </a:cubicBezTo>
                    <a:cubicBezTo>
                      <a:pt x="12309" y="3892"/>
                      <a:pt x="12378" y="3892"/>
                      <a:pt x="12448" y="3892"/>
                    </a:cubicBezTo>
                    <a:cubicBezTo>
                      <a:pt x="12448" y="3927"/>
                      <a:pt x="12448" y="3961"/>
                      <a:pt x="12448" y="3996"/>
                    </a:cubicBezTo>
                    <a:cubicBezTo>
                      <a:pt x="12756" y="3996"/>
                      <a:pt x="13064" y="3996"/>
                      <a:pt x="13382" y="3996"/>
                    </a:cubicBezTo>
                    <a:cubicBezTo>
                      <a:pt x="13382" y="3962"/>
                      <a:pt x="13382" y="3928"/>
                      <a:pt x="13382" y="3892"/>
                    </a:cubicBezTo>
                    <a:cubicBezTo>
                      <a:pt x="13484" y="3892"/>
                      <a:pt x="13587" y="3892"/>
                      <a:pt x="13693" y="3892"/>
                    </a:cubicBezTo>
                    <a:cubicBezTo>
                      <a:pt x="13693" y="3858"/>
                      <a:pt x="13693" y="3824"/>
                      <a:pt x="13693" y="3789"/>
                    </a:cubicBezTo>
                    <a:cubicBezTo>
                      <a:pt x="13727" y="3789"/>
                      <a:pt x="13761" y="3789"/>
                      <a:pt x="13797" y="3789"/>
                    </a:cubicBezTo>
                    <a:cubicBezTo>
                      <a:pt x="13797" y="3754"/>
                      <a:pt x="13797" y="3720"/>
                      <a:pt x="13797" y="3685"/>
                    </a:cubicBezTo>
                    <a:cubicBezTo>
                      <a:pt x="13865" y="3685"/>
                      <a:pt x="13934" y="3685"/>
                      <a:pt x="14004" y="3685"/>
                    </a:cubicBezTo>
                    <a:cubicBezTo>
                      <a:pt x="14004" y="3651"/>
                      <a:pt x="14004" y="3616"/>
                      <a:pt x="14004" y="3581"/>
                    </a:cubicBezTo>
                    <a:cubicBezTo>
                      <a:pt x="14038" y="3581"/>
                      <a:pt x="14073" y="3581"/>
                      <a:pt x="14108" y="3581"/>
                    </a:cubicBezTo>
                    <a:cubicBezTo>
                      <a:pt x="14108" y="3547"/>
                      <a:pt x="14108" y="3513"/>
                      <a:pt x="14108" y="3477"/>
                    </a:cubicBezTo>
                    <a:cubicBezTo>
                      <a:pt x="14142" y="3477"/>
                      <a:pt x="14176" y="3477"/>
                      <a:pt x="14212" y="3477"/>
                    </a:cubicBezTo>
                    <a:cubicBezTo>
                      <a:pt x="14212" y="3443"/>
                      <a:pt x="14212" y="3409"/>
                      <a:pt x="14212" y="3374"/>
                    </a:cubicBezTo>
                    <a:cubicBezTo>
                      <a:pt x="14246" y="3374"/>
                      <a:pt x="14280" y="3374"/>
                      <a:pt x="14315" y="3374"/>
                    </a:cubicBezTo>
                    <a:cubicBezTo>
                      <a:pt x="14315" y="3305"/>
                      <a:pt x="14315" y="3237"/>
                      <a:pt x="14315" y="3166"/>
                    </a:cubicBezTo>
                    <a:cubicBezTo>
                      <a:pt x="14350" y="3166"/>
                      <a:pt x="14384" y="3166"/>
                      <a:pt x="14419" y="3166"/>
                    </a:cubicBezTo>
                    <a:cubicBezTo>
                      <a:pt x="14419" y="3132"/>
                      <a:pt x="14419" y="3098"/>
                      <a:pt x="14419" y="3062"/>
                    </a:cubicBezTo>
                    <a:cubicBezTo>
                      <a:pt x="14453" y="3062"/>
                      <a:pt x="14488" y="3062"/>
                      <a:pt x="14523" y="3062"/>
                    </a:cubicBezTo>
                    <a:cubicBezTo>
                      <a:pt x="14523" y="2960"/>
                      <a:pt x="14523" y="2857"/>
                      <a:pt x="14523" y="2751"/>
                    </a:cubicBezTo>
                    <a:cubicBezTo>
                      <a:pt x="14557" y="2751"/>
                      <a:pt x="14591" y="2751"/>
                      <a:pt x="14627" y="2751"/>
                    </a:cubicBezTo>
                    <a:cubicBezTo>
                      <a:pt x="14627" y="2443"/>
                      <a:pt x="14627" y="2135"/>
                      <a:pt x="14627" y="1818"/>
                    </a:cubicBezTo>
                    <a:cubicBezTo>
                      <a:pt x="14592" y="1818"/>
                      <a:pt x="14558" y="1818"/>
                      <a:pt x="14523" y="1818"/>
                    </a:cubicBezTo>
                    <a:cubicBezTo>
                      <a:pt x="14523" y="1749"/>
                      <a:pt x="14523" y="1681"/>
                      <a:pt x="14523" y="1610"/>
                    </a:cubicBezTo>
                    <a:cubicBezTo>
                      <a:pt x="14489" y="1610"/>
                      <a:pt x="14454" y="1610"/>
                      <a:pt x="14419" y="1610"/>
                    </a:cubicBezTo>
                    <a:cubicBezTo>
                      <a:pt x="14419" y="1542"/>
                      <a:pt x="14419" y="1473"/>
                      <a:pt x="14419" y="1403"/>
                    </a:cubicBezTo>
                    <a:cubicBezTo>
                      <a:pt x="14385" y="1403"/>
                      <a:pt x="14351" y="1403"/>
                      <a:pt x="14315" y="1403"/>
                    </a:cubicBezTo>
                    <a:cubicBezTo>
                      <a:pt x="14315" y="1368"/>
                      <a:pt x="14315" y="1334"/>
                      <a:pt x="14315" y="1299"/>
                    </a:cubicBezTo>
                    <a:cubicBezTo>
                      <a:pt x="14281" y="1299"/>
                      <a:pt x="14247" y="1299"/>
                      <a:pt x="14212" y="1299"/>
                    </a:cubicBezTo>
                    <a:cubicBezTo>
                      <a:pt x="14212" y="1265"/>
                      <a:pt x="14212" y="1230"/>
                      <a:pt x="14212" y="1195"/>
                    </a:cubicBezTo>
                    <a:cubicBezTo>
                      <a:pt x="14177" y="1195"/>
                      <a:pt x="14143" y="1195"/>
                      <a:pt x="14108" y="1195"/>
                    </a:cubicBezTo>
                    <a:cubicBezTo>
                      <a:pt x="14108" y="1161"/>
                      <a:pt x="14108" y="1127"/>
                      <a:pt x="14108" y="1091"/>
                    </a:cubicBezTo>
                    <a:cubicBezTo>
                      <a:pt x="14074" y="1091"/>
                      <a:pt x="14039" y="1091"/>
                      <a:pt x="14004" y="1091"/>
                    </a:cubicBezTo>
                    <a:cubicBezTo>
                      <a:pt x="14004" y="1057"/>
                      <a:pt x="14004" y="1023"/>
                      <a:pt x="14004" y="988"/>
                    </a:cubicBezTo>
                    <a:cubicBezTo>
                      <a:pt x="13970" y="988"/>
                      <a:pt x="13936" y="988"/>
                      <a:pt x="13900" y="988"/>
                    </a:cubicBezTo>
                    <a:cubicBezTo>
                      <a:pt x="13900" y="954"/>
                      <a:pt x="13900" y="919"/>
                      <a:pt x="13900" y="884"/>
                    </a:cubicBezTo>
                    <a:cubicBezTo>
                      <a:pt x="13832" y="884"/>
                      <a:pt x="13763" y="884"/>
                      <a:pt x="13693" y="884"/>
                    </a:cubicBezTo>
                    <a:cubicBezTo>
                      <a:pt x="13693" y="850"/>
                      <a:pt x="13693" y="816"/>
                      <a:pt x="13693" y="780"/>
                    </a:cubicBezTo>
                    <a:cubicBezTo>
                      <a:pt x="13624" y="780"/>
                      <a:pt x="13556" y="780"/>
                      <a:pt x="13485" y="780"/>
                    </a:cubicBezTo>
                    <a:cubicBezTo>
                      <a:pt x="13485" y="746"/>
                      <a:pt x="13485" y="712"/>
                      <a:pt x="13485" y="677"/>
                    </a:cubicBezTo>
                    <a:cubicBezTo>
                      <a:pt x="13349" y="677"/>
                      <a:pt x="13212" y="677"/>
                      <a:pt x="13071" y="677"/>
                    </a:cubicBezTo>
                    <a:cubicBezTo>
                      <a:pt x="13071" y="642"/>
                      <a:pt x="13071" y="608"/>
                      <a:pt x="13071" y="573"/>
                    </a:cubicBezTo>
                    <a:cubicBezTo>
                      <a:pt x="12968" y="573"/>
                      <a:pt x="12865" y="573"/>
                      <a:pt x="12759" y="573"/>
                    </a:cubicBezTo>
                    <a:close/>
                    <a:moveTo>
                      <a:pt x="2282" y="5967"/>
                    </a:moveTo>
                    <a:cubicBezTo>
                      <a:pt x="2282" y="6001"/>
                      <a:pt x="2282" y="6035"/>
                      <a:pt x="2282" y="6071"/>
                    </a:cubicBezTo>
                    <a:cubicBezTo>
                      <a:pt x="2179" y="6071"/>
                      <a:pt x="2077" y="6071"/>
                      <a:pt x="1971" y="6071"/>
                    </a:cubicBezTo>
                    <a:cubicBezTo>
                      <a:pt x="1971" y="6105"/>
                      <a:pt x="1971" y="6139"/>
                      <a:pt x="1971" y="6174"/>
                    </a:cubicBezTo>
                    <a:cubicBezTo>
                      <a:pt x="1902" y="6174"/>
                      <a:pt x="1834" y="6174"/>
                      <a:pt x="1763" y="6174"/>
                    </a:cubicBezTo>
                    <a:cubicBezTo>
                      <a:pt x="1763" y="6209"/>
                      <a:pt x="1763" y="6243"/>
                      <a:pt x="1763" y="6278"/>
                    </a:cubicBezTo>
                    <a:cubicBezTo>
                      <a:pt x="1695" y="6278"/>
                      <a:pt x="1627" y="6278"/>
                      <a:pt x="1556" y="6278"/>
                    </a:cubicBezTo>
                    <a:cubicBezTo>
                      <a:pt x="1556" y="6312"/>
                      <a:pt x="1556" y="6347"/>
                      <a:pt x="1556" y="6382"/>
                    </a:cubicBezTo>
                    <a:cubicBezTo>
                      <a:pt x="1522" y="6382"/>
                      <a:pt x="1488" y="6382"/>
                      <a:pt x="1452" y="6382"/>
                    </a:cubicBezTo>
                    <a:cubicBezTo>
                      <a:pt x="1452" y="6416"/>
                      <a:pt x="1452" y="6450"/>
                      <a:pt x="1452" y="6486"/>
                    </a:cubicBezTo>
                    <a:cubicBezTo>
                      <a:pt x="1418" y="6486"/>
                      <a:pt x="1384" y="6486"/>
                      <a:pt x="1349" y="6486"/>
                    </a:cubicBezTo>
                    <a:cubicBezTo>
                      <a:pt x="1349" y="6520"/>
                      <a:pt x="1349" y="6554"/>
                      <a:pt x="1349" y="6589"/>
                    </a:cubicBezTo>
                    <a:cubicBezTo>
                      <a:pt x="1314" y="6589"/>
                      <a:pt x="1280" y="6589"/>
                      <a:pt x="1245" y="6589"/>
                    </a:cubicBezTo>
                    <a:cubicBezTo>
                      <a:pt x="1245" y="6624"/>
                      <a:pt x="1245" y="6658"/>
                      <a:pt x="1245" y="6693"/>
                    </a:cubicBezTo>
                    <a:cubicBezTo>
                      <a:pt x="1211" y="6693"/>
                      <a:pt x="1176" y="6693"/>
                      <a:pt x="1141" y="6693"/>
                    </a:cubicBezTo>
                    <a:cubicBezTo>
                      <a:pt x="1141" y="6727"/>
                      <a:pt x="1141" y="6762"/>
                      <a:pt x="1141" y="6797"/>
                    </a:cubicBezTo>
                    <a:cubicBezTo>
                      <a:pt x="1107" y="6797"/>
                      <a:pt x="1073" y="6797"/>
                      <a:pt x="1037" y="6797"/>
                    </a:cubicBezTo>
                    <a:cubicBezTo>
                      <a:pt x="1037" y="6831"/>
                      <a:pt x="1037" y="6865"/>
                      <a:pt x="1037" y="6901"/>
                    </a:cubicBezTo>
                    <a:cubicBezTo>
                      <a:pt x="1003" y="6901"/>
                      <a:pt x="969" y="6901"/>
                      <a:pt x="934" y="6901"/>
                    </a:cubicBezTo>
                    <a:cubicBezTo>
                      <a:pt x="934" y="6969"/>
                      <a:pt x="934" y="7038"/>
                      <a:pt x="934" y="7108"/>
                    </a:cubicBezTo>
                    <a:cubicBezTo>
                      <a:pt x="899" y="7108"/>
                      <a:pt x="865" y="7108"/>
                      <a:pt x="830" y="7108"/>
                    </a:cubicBezTo>
                    <a:cubicBezTo>
                      <a:pt x="830" y="7177"/>
                      <a:pt x="830" y="7245"/>
                      <a:pt x="830" y="7316"/>
                    </a:cubicBezTo>
                    <a:cubicBezTo>
                      <a:pt x="796" y="7316"/>
                      <a:pt x="761" y="7316"/>
                      <a:pt x="726" y="7316"/>
                    </a:cubicBezTo>
                    <a:cubicBezTo>
                      <a:pt x="726" y="7418"/>
                      <a:pt x="726" y="7521"/>
                      <a:pt x="726" y="7627"/>
                    </a:cubicBezTo>
                    <a:cubicBezTo>
                      <a:pt x="692" y="7627"/>
                      <a:pt x="658" y="7627"/>
                      <a:pt x="622" y="7627"/>
                    </a:cubicBezTo>
                    <a:cubicBezTo>
                      <a:pt x="622" y="7935"/>
                      <a:pt x="622" y="8243"/>
                      <a:pt x="622" y="8560"/>
                    </a:cubicBezTo>
                    <a:cubicBezTo>
                      <a:pt x="657" y="8560"/>
                      <a:pt x="691" y="8560"/>
                      <a:pt x="726" y="8560"/>
                    </a:cubicBezTo>
                    <a:cubicBezTo>
                      <a:pt x="726" y="8663"/>
                      <a:pt x="726" y="8766"/>
                      <a:pt x="726" y="8872"/>
                    </a:cubicBezTo>
                    <a:cubicBezTo>
                      <a:pt x="760" y="8872"/>
                      <a:pt x="795" y="8872"/>
                      <a:pt x="830" y="8872"/>
                    </a:cubicBezTo>
                    <a:cubicBezTo>
                      <a:pt x="830" y="8974"/>
                      <a:pt x="830" y="9077"/>
                      <a:pt x="830" y="9183"/>
                    </a:cubicBezTo>
                    <a:cubicBezTo>
                      <a:pt x="864" y="9183"/>
                      <a:pt x="898" y="9183"/>
                      <a:pt x="934" y="9183"/>
                    </a:cubicBezTo>
                    <a:cubicBezTo>
                      <a:pt x="934" y="9217"/>
                      <a:pt x="934" y="9251"/>
                      <a:pt x="934" y="9287"/>
                    </a:cubicBezTo>
                    <a:cubicBezTo>
                      <a:pt x="968" y="9287"/>
                      <a:pt x="1002" y="9287"/>
                      <a:pt x="1037" y="9287"/>
                    </a:cubicBezTo>
                    <a:cubicBezTo>
                      <a:pt x="1037" y="9321"/>
                      <a:pt x="1037" y="9355"/>
                      <a:pt x="1037" y="9390"/>
                    </a:cubicBezTo>
                    <a:cubicBezTo>
                      <a:pt x="1072" y="9390"/>
                      <a:pt x="1106" y="9390"/>
                      <a:pt x="1141" y="9390"/>
                    </a:cubicBezTo>
                    <a:cubicBezTo>
                      <a:pt x="1141" y="9459"/>
                      <a:pt x="1141" y="9527"/>
                      <a:pt x="1141" y="9598"/>
                    </a:cubicBezTo>
                    <a:cubicBezTo>
                      <a:pt x="1175" y="9598"/>
                      <a:pt x="1210" y="9598"/>
                      <a:pt x="1245" y="9598"/>
                    </a:cubicBezTo>
                    <a:cubicBezTo>
                      <a:pt x="1245" y="9632"/>
                      <a:pt x="1245" y="9666"/>
                      <a:pt x="1245" y="9701"/>
                    </a:cubicBezTo>
                    <a:cubicBezTo>
                      <a:pt x="1279" y="9701"/>
                      <a:pt x="1313" y="9701"/>
                      <a:pt x="1349" y="9701"/>
                    </a:cubicBezTo>
                    <a:cubicBezTo>
                      <a:pt x="1349" y="9736"/>
                      <a:pt x="1349" y="9770"/>
                      <a:pt x="1349" y="9805"/>
                    </a:cubicBezTo>
                    <a:cubicBezTo>
                      <a:pt x="1417" y="9805"/>
                      <a:pt x="1485" y="9805"/>
                      <a:pt x="1556" y="9805"/>
                    </a:cubicBezTo>
                    <a:cubicBezTo>
                      <a:pt x="1556" y="9839"/>
                      <a:pt x="1556" y="9874"/>
                      <a:pt x="1556" y="9909"/>
                    </a:cubicBezTo>
                    <a:cubicBezTo>
                      <a:pt x="1590" y="9909"/>
                      <a:pt x="1624" y="9909"/>
                      <a:pt x="1660" y="9909"/>
                    </a:cubicBezTo>
                    <a:cubicBezTo>
                      <a:pt x="1660" y="9943"/>
                      <a:pt x="1660" y="9977"/>
                      <a:pt x="1660" y="10013"/>
                    </a:cubicBezTo>
                    <a:cubicBezTo>
                      <a:pt x="1728" y="10013"/>
                      <a:pt x="1797" y="10013"/>
                      <a:pt x="1867" y="10013"/>
                    </a:cubicBezTo>
                    <a:cubicBezTo>
                      <a:pt x="1867" y="10047"/>
                      <a:pt x="1867" y="10081"/>
                      <a:pt x="1867" y="10116"/>
                    </a:cubicBezTo>
                    <a:cubicBezTo>
                      <a:pt x="1970" y="10116"/>
                      <a:pt x="2073" y="10116"/>
                      <a:pt x="2178" y="10116"/>
                    </a:cubicBezTo>
                    <a:cubicBezTo>
                      <a:pt x="2178" y="10151"/>
                      <a:pt x="2178" y="10185"/>
                      <a:pt x="2178" y="10220"/>
                    </a:cubicBezTo>
                    <a:cubicBezTo>
                      <a:pt x="2589" y="10220"/>
                      <a:pt x="3000" y="10220"/>
                      <a:pt x="3423" y="10220"/>
                    </a:cubicBezTo>
                    <a:cubicBezTo>
                      <a:pt x="3423" y="10186"/>
                      <a:pt x="3423" y="10152"/>
                      <a:pt x="3423" y="10116"/>
                    </a:cubicBezTo>
                    <a:cubicBezTo>
                      <a:pt x="3526" y="10116"/>
                      <a:pt x="3629" y="10116"/>
                      <a:pt x="3734" y="10116"/>
                    </a:cubicBezTo>
                    <a:cubicBezTo>
                      <a:pt x="3734" y="10082"/>
                      <a:pt x="3734" y="10048"/>
                      <a:pt x="3734" y="10013"/>
                    </a:cubicBezTo>
                    <a:cubicBezTo>
                      <a:pt x="3769" y="10013"/>
                      <a:pt x="3803" y="10013"/>
                      <a:pt x="3838" y="10013"/>
                    </a:cubicBezTo>
                    <a:cubicBezTo>
                      <a:pt x="3838" y="9978"/>
                      <a:pt x="3838" y="9944"/>
                      <a:pt x="3838" y="9909"/>
                    </a:cubicBezTo>
                    <a:cubicBezTo>
                      <a:pt x="3907" y="9909"/>
                      <a:pt x="3975" y="9909"/>
                      <a:pt x="4046" y="9909"/>
                    </a:cubicBezTo>
                    <a:cubicBezTo>
                      <a:pt x="4046" y="9875"/>
                      <a:pt x="4046" y="9840"/>
                      <a:pt x="4046" y="9805"/>
                    </a:cubicBezTo>
                    <a:cubicBezTo>
                      <a:pt x="4080" y="9805"/>
                      <a:pt x="4114" y="9805"/>
                      <a:pt x="4149" y="9805"/>
                    </a:cubicBezTo>
                    <a:cubicBezTo>
                      <a:pt x="4149" y="9771"/>
                      <a:pt x="4149" y="9737"/>
                      <a:pt x="4149" y="9701"/>
                    </a:cubicBezTo>
                    <a:cubicBezTo>
                      <a:pt x="4184" y="9701"/>
                      <a:pt x="4218" y="9701"/>
                      <a:pt x="4253" y="9701"/>
                    </a:cubicBezTo>
                    <a:cubicBezTo>
                      <a:pt x="4253" y="9667"/>
                      <a:pt x="4253" y="9633"/>
                      <a:pt x="4253" y="9598"/>
                    </a:cubicBezTo>
                    <a:cubicBezTo>
                      <a:pt x="4287" y="9598"/>
                      <a:pt x="4322" y="9598"/>
                      <a:pt x="4357" y="9598"/>
                    </a:cubicBezTo>
                    <a:cubicBezTo>
                      <a:pt x="4357" y="9563"/>
                      <a:pt x="4357" y="9529"/>
                      <a:pt x="4357" y="9494"/>
                    </a:cubicBezTo>
                    <a:cubicBezTo>
                      <a:pt x="4391" y="9494"/>
                      <a:pt x="4425" y="9494"/>
                      <a:pt x="4461" y="9494"/>
                    </a:cubicBezTo>
                    <a:cubicBezTo>
                      <a:pt x="4461" y="9460"/>
                      <a:pt x="4461" y="9426"/>
                      <a:pt x="4461" y="9390"/>
                    </a:cubicBezTo>
                    <a:cubicBezTo>
                      <a:pt x="4495" y="9390"/>
                      <a:pt x="4529" y="9390"/>
                      <a:pt x="4564" y="9390"/>
                    </a:cubicBezTo>
                    <a:cubicBezTo>
                      <a:pt x="4564" y="9356"/>
                      <a:pt x="4564" y="9322"/>
                      <a:pt x="4564" y="9287"/>
                    </a:cubicBezTo>
                    <a:cubicBezTo>
                      <a:pt x="4599" y="9287"/>
                      <a:pt x="4633" y="9287"/>
                      <a:pt x="4668" y="9287"/>
                    </a:cubicBezTo>
                    <a:cubicBezTo>
                      <a:pt x="4668" y="9218"/>
                      <a:pt x="4668" y="9150"/>
                      <a:pt x="4668" y="9079"/>
                    </a:cubicBezTo>
                    <a:cubicBezTo>
                      <a:pt x="4702" y="9079"/>
                      <a:pt x="4737" y="9079"/>
                      <a:pt x="4772" y="9079"/>
                    </a:cubicBezTo>
                    <a:cubicBezTo>
                      <a:pt x="4772" y="9011"/>
                      <a:pt x="4772" y="8942"/>
                      <a:pt x="4772" y="8872"/>
                    </a:cubicBezTo>
                    <a:cubicBezTo>
                      <a:pt x="4806" y="8872"/>
                      <a:pt x="4840" y="8872"/>
                      <a:pt x="4876" y="8872"/>
                    </a:cubicBezTo>
                    <a:cubicBezTo>
                      <a:pt x="4876" y="8735"/>
                      <a:pt x="4876" y="8598"/>
                      <a:pt x="4876" y="8457"/>
                    </a:cubicBezTo>
                    <a:cubicBezTo>
                      <a:pt x="4910" y="8457"/>
                      <a:pt x="4944" y="8457"/>
                      <a:pt x="4979" y="8457"/>
                    </a:cubicBezTo>
                    <a:cubicBezTo>
                      <a:pt x="4979" y="8217"/>
                      <a:pt x="4979" y="7977"/>
                      <a:pt x="4979" y="7730"/>
                    </a:cubicBezTo>
                    <a:cubicBezTo>
                      <a:pt x="4945" y="7730"/>
                      <a:pt x="4911" y="7730"/>
                      <a:pt x="4876" y="7730"/>
                    </a:cubicBezTo>
                    <a:cubicBezTo>
                      <a:pt x="4876" y="7628"/>
                      <a:pt x="4876" y="7525"/>
                      <a:pt x="4876" y="7419"/>
                    </a:cubicBezTo>
                    <a:cubicBezTo>
                      <a:pt x="4841" y="7419"/>
                      <a:pt x="4807" y="7419"/>
                      <a:pt x="4772" y="7419"/>
                    </a:cubicBezTo>
                    <a:cubicBezTo>
                      <a:pt x="4772" y="7317"/>
                      <a:pt x="4772" y="7214"/>
                      <a:pt x="4772" y="7108"/>
                    </a:cubicBezTo>
                    <a:cubicBezTo>
                      <a:pt x="4738" y="7108"/>
                      <a:pt x="4703" y="7108"/>
                      <a:pt x="4668" y="7108"/>
                    </a:cubicBezTo>
                    <a:cubicBezTo>
                      <a:pt x="4668" y="7074"/>
                      <a:pt x="4668" y="7040"/>
                      <a:pt x="4668" y="7004"/>
                    </a:cubicBezTo>
                    <a:cubicBezTo>
                      <a:pt x="4634" y="7004"/>
                      <a:pt x="4600" y="7004"/>
                      <a:pt x="4564" y="7004"/>
                    </a:cubicBezTo>
                    <a:cubicBezTo>
                      <a:pt x="4564" y="6936"/>
                      <a:pt x="4564" y="6867"/>
                      <a:pt x="4564" y="6797"/>
                    </a:cubicBezTo>
                    <a:cubicBezTo>
                      <a:pt x="4530" y="6797"/>
                      <a:pt x="4496" y="6797"/>
                      <a:pt x="4461" y="6797"/>
                    </a:cubicBezTo>
                    <a:cubicBezTo>
                      <a:pt x="4461" y="6763"/>
                      <a:pt x="4461" y="6728"/>
                      <a:pt x="4461" y="6693"/>
                    </a:cubicBezTo>
                    <a:cubicBezTo>
                      <a:pt x="4426" y="6693"/>
                      <a:pt x="4392" y="6693"/>
                      <a:pt x="4357" y="6693"/>
                    </a:cubicBezTo>
                    <a:cubicBezTo>
                      <a:pt x="4357" y="6659"/>
                      <a:pt x="4357" y="6625"/>
                      <a:pt x="4357" y="6589"/>
                    </a:cubicBezTo>
                    <a:cubicBezTo>
                      <a:pt x="4323" y="6589"/>
                      <a:pt x="4288" y="6589"/>
                      <a:pt x="4253" y="6589"/>
                    </a:cubicBezTo>
                    <a:cubicBezTo>
                      <a:pt x="4253" y="6555"/>
                      <a:pt x="4253" y="6521"/>
                      <a:pt x="4253" y="6486"/>
                    </a:cubicBezTo>
                    <a:cubicBezTo>
                      <a:pt x="4219" y="6486"/>
                      <a:pt x="4185" y="6486"/>
                      <a:pt x="4149" y="6486"/>
                    </a:cubicBezTo>
                    <a:cubicBezTo>
                      <a:pt x="4149" y="6451"/>
                      <a:pt x="4149" y="6417"/>
                      <a:pt x="4149" y="6382"/>
                    </a:cubicBezTo>
                    <a:cubicBezTo>
                      <a:pt x="4115" y="6382"/>
                      <a:pt x="4081" y="6382"/>
                      <a:pt x="4046" y="6382"/>
                    </a:cubicBezTo>
                    <a:cubicBezTo>
                      <a:pt x="4046" y="6348"/>
                      <a:pt x="4046" y="6313"/>
                      <a:pt x="4046" y="6278"/>
                    </a:cubicBezTo>
                    <a:cubicBezTo>
                      <a:pt x="3977" y="6278"/>
                      <a:pt x="3909" y="6278"/>
                      <a:pt x="3838" y="6278"/>
                    </a:cubicBezTo>
                    <a:cubicBezTo>
                      <a:pt x="3838" y="6244"/>
                      <a:pt x="3838" y="6210"/>
                      <a:pt x="3838" y="6174"/>
                    </a:cubicBezTo>
                    <a:cubicBezTo>
                      <a:pt x="3770" y="6174"/>
                      <a:pt x="3701" y="6174"/>
                      <a:pt x="3631" y="6174"/>
                    </a:cubicBezTo>
                    <a:cubicBezTo>
                      <a:pt x="3631" y="6140"/>
                      <a:pt x="3631" y="6106"/>
                      <a:pt x="3631" y="6071"/>
                    </a:cubicBezTo>
                    <a:cubicBezTo>
                      <a:pt x="3528" y="6071"/>
                      <a:pt x="3425" y="6071"/>
                      <a:pt x="3320" y="6071"/>
                    </a:cubicBezTo>
                    <a:cubicBezTo>
                      <a:pt x="3320" y="6037"/>
                      <a:pt x="3320" y="6002"/>
                      <a:pt x="3320" y="5967"/>
                    </a:cubicBezTo>
                    <a:cubicBezTo>
                      <a:pt x="2977" y="5967"/>
                      <a:pt x="2635" y="5967"/>
                      <a:pt x="2282" y="5967"/>
                    </a:cubicBezTo>
                    <a:close/>
                  </a:path>
                </a:pathLst>
              </a:custGeom>
              <a:solidFill>
                <a:srgbClr val="251047"/>
              </a:solidFill>
              <a:ln w="659" cap="flat">
                <a:noFill/>
              </a:ln>
            </p:spPr>
          </p:sp>
          <p:sp>
            <p:nvSpPr>
              <p:cNvPr id="831" name="ICON_REFERENCE_GRAPH_path_003"/>
              <p:cNvSpPr/>
              <p:nvPr/>
            </p:nvSpPr>
            <p:spPr>
              <a:xfrm>
                <a:off x="10445190" y="1721474"/>
                <a:ext cx="68506" cy="70244"/>
              </a:xfrm>
              <a:custGeom>
                <a:avLst/>
                <a:gdLst/>
                <a:ahLst/>
                <a:cxnLst/>
                <a:rect l="0" t="0" r="r" b="b"/>
                <a:pathLst>
                  <a:path w="5394" h="5531" fill="norm" stroke="0">
                    <a:moveTo>
                      <a:pt x="3734" y="33"/>
                    </a:moveTo>
                    <a:cubicBezTo>
                      <a:pt x="3734" y="67"/>
                      <a:pt x="3734" y="102"/>
                      <a:pt x="3734" y="137"/>
                    </a:cubicBezTo>
                    <a:cubicBezTo>
                      <a:pt x="3803" y="137"/>
                      <a:pt x="3871" y="137"/>
                      <a:pt x="3942" y="137"/>
                    </a:cubicBezTo>
                    <a:cubicBezTo>
                      <a:pt x="3942" y="274"/>
                      <a:pt x="3942" y="411"/>
                      <a:pt x="3942" y="552"/>
                    </a:cubicBezTo>
                    <a:cubicBezTo>
                      <a:pt x="3908" y="552"/>
                      <a:pt x="3873" y="552"/>
                      <a:pt x="3838" y="552"/>
                    </a:cubicBezTo>
                    <a:cubicBezTo>
                      <a:pt x="3838" y="620"/>
                      <a:pt x="3838" y="689"/>
                      <a:pt x="3838" y="759"/>
                    </a:cubicBezTo>
                    <a:cubicBezTo>
                      <a:pt x="3907" y="759"/>
                      <a:pt x="3975" y="759"/>
                      <a:pt x="4046" y="759"/>
                    </a:cubicBezTo>
                    <a:cubicBezTo>
                      <a:pt x="4046" y="793"/>
                      <a:pt x="4046" y="828"/>
                      <a:pt x="4046" y="863"/>
                    </a:cubicBezTo>
                    <a:cubicBezTo>
                      <a:pt x="4080" y="863"/>
                      <a:pt x="4114" y="863"/>
                      <a:pt x="4149" y="863"/>
                    </a:cubicBezTo>
                    <a:cubicBezTo>
                      <a:pt x="4149" y="897"/>
                      <a:pt x="4149" y="931"/>
                      <a:pt x="4149" y="967"/>
                    </a:cubicBezTo>
                    <a:cubicBezTo>
                      <a:pt x="4218" y="967"/>
                      <a:pt x="4286" y="967"/>
                      <a:pt x="4357" y="967"/>
                    </a:cubicBezTo>
                    <a:cubicBezTo>
                      <a:pt x="4357" y="1001"/>
                      <a:pt x="4357" y="1035"/>
                      <a:pt x="4357" y="1070"/>
                    </a:cubicBezTo>
                    <a:cubicBezTo>
                      <a:pt x="4391" y="1070"/>
                      <a:pt x="4425" y="1070"/>
                      <a:pt x="4461" y="1070"/>
                    </a:cubicBezTo>
                    <a:cubicBezTo>
                      <a:pt x="4461" y="1105"/>
                      <a:pt x="4461" y="1139"/>
                      <a:pt x="4461" y="1174"/>
                    </a:cubicBezTo>
                    <a:cubicBezTo>
                      <a:pt x="4495" y="1174"/>
                      <a:pt x="4529" y="1174"/>
                      <a:pt x="4564" y="1174"/>
                    </a:cubicBezTo>
                    <a:cubicBezTo>
                      <a:pt x="4564" y="1208"/>
                      <a:pt x="4564" y="1243"/>
                      <a:pt x="4564" y="1278"/>
                    </a:cubicBezTo>
                    <a:cubicBezTo>
                      <a:pt x="4599" y="1278"/>
                      <a:pt x="4633" y="1278"/>
                      <a:pt x="4668" y="1278"/>
                    </a:cubicBezTo>
                    <a:cubicBezTo>
                      <a:pt x="4668" y="1312"/>
                      <a:pt x="4668" y="1346"/>
                      <a:pt x="4668" y="1382"/>
                    </a:cubicBezTo>
                    <a:cubicBezTo>
                      <a:pt x="4702" y="1382"/>
                      <a:pt x="4737" y="1382"/>
                      <a:pt x="4772" y="1382"/>
                    </a:cubicBezTo>
                    <a:cubicBezTo>
                      <a:pt x="4772" y="1416"/>
                      <a:pt x="4772" y="1450"/>
                      <a:pt x="4772" y="1485"/>
                    </a:cubicBezTo>
                    <a:cubicBezTo>
                      <a:pt x="4806" y="1485"/>
                      <a:pt x="4840" y="1485"/>
                      <a:pt x="4876" y="1485"/>
                    </a:cubicBezTo>
                    <a:cubicBezTo>
                      <a:pt x="4876" y="1520"/>
                      <a:pt x="4876" y="1554"/>
                      <a:pt x="4876" y="1589"/>
                    </a:cubicBezTo>
                    <a:cubicBezTo>
                      <a:pt x="4910" y="1589"/>
                      <a:pt x="4944" y="1589"/>
                      <a:pt x="4979" y="1589"/>
                    </a:cubicBezTo>
                    <a:cubicBezTo>
                      <a:pt x="4979" y="1623"/>
                      <a:pt x="4979" y="1658"/>
                      <a:pt x="4979" y="1693"/>
                    </a:cubicBezTo>
                    <a:cubicBezTo>
                      <a:pt x="5013" y="1693"/>
                      <a:pt x="5048" y="1693"/>
                      <a:pt x="5083" y="1693"/>
                    </a:cubicBezTo>
                    <a:cubicBezTo>
                      <a:pt x="5083" y="1761"/>
                      <a:pt x="5083" y="1830"/>
                      <a:pt x="5083" y="1900"/>
                    </a:cubicBezTo>
                    <a:cubicBezTo>
                      <a:pt x="5117" y="1900"/>
                      <a:pt x="5151" y="1900"/>
                      <a:pt x="5187" y="1900"/>
                    </a:cubicBezTo>
                    <a:cubicBezTo>
                      <a:pt x="5187" y="2003"/>
                      <a:pt x="5187" y="2106"/>
                      <a:pt x="5187" y="2212"/>
                    </a:cubicBezTo>
                    <a:cubicBezTo>
                      <a:pt x="5221" y="2212"/>
                      <a:pt x="5255" y="2212"/>
                      <a:pt x="5290" y="2212"/>
                    </a:cubicBezTo>
                    <a:cubicBezTo>
                      <a:pt x="5290" y="2348"/>
                      <a:pt x="5290" y="2485"/>
                      <a:pt x="5290" y="2626"/>
                    </a:cubicBezTo>
                    <a:cubicBezTo>
                      <a:pt x="5325" y="2626"/>
                      <a:pt x="5359" y="2626"/>
                      <a:pt x="5394" y="2626"/>
                    </a:cubicBezTo>
                    <a:cubicBezTo>
                      <a:pt x="5394" y="2866"/>
                      <a:pt x="5394" y="3106"/>
                      <a:pt x="5394" y="3353"/>
                    </a:cubicBezTo>
                    <a:cubicBezTo>
                      <a:pt x="5360" y="3353"/>
                      <a:pt x="5326" y="3353"/>
                      <a:pt x="5290" y="3353"/>
                    </a:cubicBezTo>
                    <a:cubicBezTo>
                      <a:pt x="5290" y="3490"/>
                      <a:pt x="5290" y="3626"/>
                      <a:pt x="5290" y="3768"/>
                    </a:cubicBezTo>
                    <a:cubicBezTo>
                      <a:pt x="5256" y="3768"/>
                      <a:pt x="5222" y="3768"/>
                      <a:pt x="5187" y="3768"/>
                    </a:cubicBezTo>
                    <a:cubicBezTo>
                      <a:pt x="5187" y="3870"/>
                      <a:pt x="5187" y="3973"/>
                      <a:pt x="5187" y="4079"/>
                    </a:cubicBezTo>
                    <a:cubicBezTo>
                      <a:pt x="5152" y="4079"/>
                      <a:pt x="5118" y="4079"/>
                      <a:pt x="5083" y="4079"/>
                    </a:cubicBezTo>
                    <a:cubicBezTo>
                      <a:pt x="5083" y="4147"/>
                      <a:pt x="5083" y="4216"/>
                      <a:pt x="5083" y="4286"/>
                    </a:cubicBezTo>
                    <a:cubicBezTo>
                      <a:pt x="5049" y="4286"/>
                      <a:pt x="5015" y="4286"/>
                      <a:pt x="4979" y="4286"/>
                    </a:cubicBezTo>
                    <a:cubicBezTo>
                      <a:pt x="4979" y="4355"/>
                      <a:pt x="4979" y="4423"/>
                      <a:pt x="4979" y="4494"/>
                    </a:cubicBezTo>
                    <a:cubicBezTo>
                      <a:pt x="5048" y="4494"/>
                      <a:pt x="5116" y="4494"/>
                      <a:pt x="5187" y="4494"/>
                    </a:cubicBezTo>
                    <a:cubicBezTo>
                      <a:pt x="5187" y="4562"/>
                      <a:pt x="5187" y="4631"/>
                      <a:pt x="5187" y="4701"/>
                    </a:cubicBezTo>
                    <a:cubicBezTo>
                      <a:pt x="5152" y="4701"/>
                      <a:pt x="5118" y="4701"/>
                      <a:pt x="5083" y="4701"/>
                    </a:cubicBezTo>
                    <a:cubicBezTo>
                      <a:pt x="5083" y="4838"/>
                      <a:pt x="5083" y="4975"/>
                      <a:pt x="5083" y="5116"/>
                    </a:cubicBezTo>
                    <a:cubicBezTo>
                      <a:pt x="5049" y="5116"/>
                      <a:pt x="5015" y="5116"/>
                      <a:pt x="4979" y="5116"/>
                    </a:cubicBezTo>
                    <a:cubicBezTo>
                      <a:pt x="4979" y="5150"/>
                      <a:pt x="4979" y="5185"/>
                      <a:pt x="4979" y="5220"/>
                    </a:cubicBezTo>
                    <a:cubicBezTo>
                      <a:pt x="4842" y="5220"/>
                      <a:pt x="4705" y="5220"/>
                      <a:pt x="4564" y="5220"/>
                    </a:cubicBezTo>
                    <a:cubicBezTo>
                      <a:pt x="4564" y="5151"/>
                      <a:pt x="4564" y="5083"/>
                      <a:pt x="4564" y="5012"/>
                    </a:cubicBezTo>
                    <a:cubicBezTo>
                      <a:pt x="4462" y="5012"/>
                      <a:pt x="4359" y="5012"/>
                      <a:pt x="4253" y="5012"/>
                    </a:cubicBezTo>
                    <a:cubicBezTo>
                      <a:pt x="4253" y="5047"/>
                      <a:pt x="4253" y="5081"/>
                      <a:pt x="4253" y="5116"/>
                    </a:cubicBezTo>
                    <a:cubicBezTo>
                      <a:pt x="4219" y="5116"/>
                      <a:pt x="4185" y="5116"/>
                      <a:pt x="4149" y="5116"/>
                    </a:cubicBezTo>
                    <a:cubicBezTo>
                      <a:pt x="4149" y="5150"/>
                      <a:pt x="4149" y="5185"/>
                      <a:pt x="4149" y="5220"/>
                    </a:cubicBezTo>
                    <a:cubicBezTo>
                      <a:pt x="4081" y="5220"/>
                      <a:pt x="4012" y="5220"/>
                      <a:pt x="3942" y="5220"/>
                    </a:cubicBezTo>
                    <a:cubicBezTo>
                      <a:pt x="3942" y="5254"/>
                      <a:pt x="3942" y="5288"/>
                      <a:pt x="3942" y="5324"/>
                    </a:cubicBezTo>
                    <a:cubicBezTo>
                      <a:pt x="3839" y="5324"/>
                      <a:pt x="3737" y="5324"/>
                      <a:pt x="3631" y="5324"/>
                    </a:cubicBezTo>
                    <a:cubicBezTo>
                      <a:pt x="3631" y="5358"/>
                      <a:pt x="3631" y="5392"/>
                      <a:pt x="3631" y="5427"/>
                    </a:cubicBezTo>
                    <a:cubicBezTo>
                      <a:pt x="3494" y="5427"/>
                      <a:pt x="3357" y="5427"/>
                      <a:pt x="3216" y="5427"/>
                    </a:cubicBezTo>
                    <a:cubicBezTo>
                      <a:pt x="3216" y="5462"/>
                      <a:pt x="3216" y="5496"/>
                      <a:pt x="3216" y="5531"/>
                    </a:cubicBezTo>
                    <a:cubicBezTo>
                      <a:pt x="2976" y="5531"/>
                      <a:pt x="2737" y="5531"/>
                      <a:pt x="2490" y="5531"/>
                    </a:cubicBezTo>
                    <a:cubicBezTo>
                      <a:pt x="2490" y="5497"/>
                      <a:pt x="2490" y="5463"/>
                      <a:pt x="2490" y="5427"/>
                    </a:cubicBezTo>
                    <a:cubicBezTo>
                      <a:pt x="2353" y="5427"/>
                      <a:pt x="2216" y="5427"/>
                      <a:pt x="2075" y="5427"/>
                    </a:cubicBezTo>
                    <a:cubicBezTo>
                      <a:pt x="2075" y="5393"/>
                      <a:pt x="2075" y="5359"/>
                      <a:pt x="2075" y="5324"/>
                    </a:cubicBezTo>
                    <a:cubicBezTo>
                      <a:pt x="2006" y="5324"/>
                      <a:pt x="1938" y="5324"/>
                      <a:pt x="1867" y="5324"/>
                    </a:cubicBezTo>
                    <a:cubicBezTo>
                      <a:pt x="1867" y="5289"/>
                      <a:pt x="1867" y="5255"/>
                      <a:pt x="1867" y="5220"/>
                    </a:cubicBezTo>
                    <a:cubicBezTo>
                      <a:pt x="1799" y="5220"/>
                      <a:pt x="1730" y="5220"/>
                      <a:pt x="1660" y="5220"/>
                    </a:cubicBezTo>
                    <a:cubicBezTo>
                      <a:pt x="1660" y="5186"/>
                      <a:pt x="1660" y="5151"/>
                      <a:pt x="1660" y="5116"/>
                    </a:cubicBezTo>
                    <a:cubicBezTo>
                      <a:pt x="1591" y="5116"/>
                      <a:pt x="1523" y="5116"/>
                      <a:pt x="1452" y="5116"/>
                    </a:cubicBezTo>
                    <a:cubicBezTo>
                      <a:pt x="1452" y="5082"/>
                      <a:pt x="1452" y="5048"/>
                      <a:pt x="1452" y="5012"/>
                    </a:cubicBezTo>
                    <a:cubicBezTo>
                      <a:pt x="1418" y="5012"/>
                      <a:pt x="1384" y="5012"/>
                      <a:pt x="1349" y="5012"/>
                    </a:cubicBezTo>
                    <a:cubicBezTo>
                      <a:pt x="1349" y="4978"/>
                      <a:pt x="1349" y="4944"/>
                      <a:pt x="1349" y="4909"/>
                    </a:cubicBezTo>
                    <a:cubicBezTo>
                      <a:pt x="1314" y="4909"/>
                      <a:pt x="1280" y="4909"/>
                      <a:pt x="1245" y="4909"/>
                    </a:cubicBezTo>
                    <a:cubicBezTo>
                      <a:pt x="1245" y="4874"/>
                      <a:pt x="1245" y="4840"/>
                      <a:pt x="1245" y="4805"/>
                    </a:cubicBezTo>
                    <a:cubicBezTo>
                      <a:pt x="1211" y="4805"/>
                      <a:pt x="1176" y="4805"/>
                      <a:pt x="1141" y="4805"/>
                    </a:cubicBezTo>
                    <a:cubicBezTo>
                      <a:pt x="1141" y="4771"/>
                      <a:pt x="1141" y="4736"/>
                      <a:pt x="1141" y="4701"/>
                    </a:cubicBezTo>
                    <a:cubicBezTo>
                      <a:pt x="1107" y="4701"/>
                      <a:pt x="1073" y="4701"/>
                      <a:pt x="1037" y="4701"/>
                    </a:cubicBezTo>
                    <a:cubicBezTo>
                      <a:pt x="1037" y="4667"/>
                      <a:pt x="1037" y="4633"/>
                      <a:pt x="1037" y="4597"/>
                    </a:cubicBezTo>
                    <a:cubicBezTo>
                      <a:pt x="1003" y="4597"/>
                      <a:pt x="969" y="4597"/>
                      <a:pt x="934" y="4597"/>
                    </a:cubicBezTo>
                    <a:cubicBezTo>
                      <a:pt x="934" y="4563"/>
                      <a:pt x="934" y="4529"/>
                      <a:pt x="934" y="4494"/>
                    </a:cubicBezTo>
                    <a:cubicBezTo>
                      <a:pt x="899" y="4494"/>
                      <a:pt x="865" y="4494"/>
                      <a:pt x="830" y="4494"/>
                    </a:cubicBezTo>
                    <a:cubicBezTo>
                      <a:pt x="830" y="4459"/>
                      <a:pt x="830" y="4425"/>
                      <a:pt x="830" y="4390"/>
                    </a:cubicBezTo>
                    <a:cubicBezTo>
                      <a:pt x="796" y="4390"/>
                      <a:pt x="761" y="4390"/>
                      <a:pt x="726" y="4390"/>
                    </a:cubicBezTo>
                    <a:cubicBezTo>
                      <a:pt x="726" y="4321"/>
                      <a:pt x="726" y="4253"/>
                      <a:pt x="726" y="4182"/>
                    </a:cubicBezTo>
                    <a:cubicBezTo>
                      <a:pt x="692" y="4182"/>
                      <a:pt x="658" y="4182"/>
                      <a:pt x="622" y="4182"/>
                    </a:cubicBezTo>
                    <a:cubicBezTo>
                      <a:pt x="622" y="4114"/>
                      <a:pt x="622" y="4046"/>
                      <a:pt x="622" y="3975"/>
                    </a:cubicBezTo>
                    <a:cubicBezTo>
                      <a:pt x="520" y="3975"/>
                      <a:pt x="417" y="3975"/>
                      <a:pt x="311" y="3975"/>
                    </a:cubicBezTo>
                    <a:cubicBezTo>
                      <a:pt x="311" y="4009"/>
                      <a:pt x="311" y="4043"/>
                      <a:pt x="311" y="4079"/>
                    </a:cubicBezTo>
                    <a:cubicBezTo>
                      <a:pt x="209" y="4079"/>
                      <a:pt x="106" y="4079"/>
                      <a:pt x="0" y="4079"/>
                    </a:cubicBezTo>
                    <a:cubicBezTo>
                      <a:pt x="71" y="3917"/>
                      <a:pt x="71" y="3917"/>
                      <a:pt x="104" y="3871"/>
                    </a:cubicBezTo>
                    <a:cubicBezTo>
                      <a:pt x="159" y="3865"/>
                      <a:pt x="159" y="3865"/>
                      <a:pt x="207" y="3871"/>
                    </a:cubicBezTo>
                    <a:cubicBezTo>
                      <a:pt x="207" y="3837"/>
                      <a:pt x="207" y="3803"/>
                      <a:pt x="207" y="3768"/>
                    </a:cubicBezTo>
                    <a:cubicBezTo>
                      <a:pt x="276" y="3768"/>
                      <a:pt x="344" y="3768"/>
                      <a:pt x="415" y="3768"/>
                    </a:cubicBezTo>
                    <a:cubicBezTo>
                      <a:pt x="415" y="3323"/>
                      <a:pt x="415" y="2877"/>
                      <a:pt x="415" y="2419"/>
                    </a:cubicBezTo>
                    <a:cubicBezTo>
                      <a:pt x="449" y="2419"/>
                      <a:pt x="483" y="2419"/>
                      <a:pt x="519" y="2419"/>
                    </a:cubicBezTo>
                    <a:cubicBezTo>
                      <a:pt x="519" y="2316"/>
                      <a:pt x="519" y="2214"/>
                      <a:pt x="519" y="2108"/>
                    </a:cubicBezTo>
                    <a:cubicBezTo>
                      <a:pt x="553" y="2108"/>
                      <a:pt x="587" y="2108"/>
                      <a:pt x="622" y="2108"/>
                    </a:cubicBezTo>
                    <a:cubicBezTo>
                      <a:pt x="622" y="2039"/>
                      <a:pt x="622" y="1971"/>
                      <a:pt x="622" y="1900"/>
                    </a:cubicBezTo>
                    <a:cubicBezTo>
                      <a:pt x="657" y="1900"/>
                      <a:pt x="691" y="1900"/>
                      <a:pt x="726" y="1900"/>
                    </a:cubicBezTo>
                    <a:cubicBezTo>
                      <a:pt x="726" y="1832"/>
                      <a:pt x="726" y="1763"/>
                      <a:pt x="726" y="1693"/>
                    </a:cubicBezTo>
                    <a:cubicBezTo>
                      <a:pt x="760" y="1693"/>
                      <a:pt x="795" y="1693"/>
                      <a:pt x="830" y="1693"/>
                    </a:cubicBezTo>
                    <a:cubicBezTo>
                      <a:pt x="830" y="1624"/>
                      <a:pt x="830" y="1556"/>
                      <a:pt x="830" y="1485"/>
                    </a:cubicBezTo>
                    <a:cubicBezTo>
                      <a:pt x="864" y="1485"/>
                      <a:pt x="898" y="1485"/>
                      <a:pt x="934" y="1485"/>
                    </a:cubicBezTo>
                    <a:cubicBezTo>
                      <a:pt x="934" y="1451"/>
                      <a:pt x="934" y="1417"/>
                      <a:pt x="934" y="1382"/>
                    </a:cubicBezTo>
                    <a:cubicBezTo>
                      <a:pt x="968" y="1382"/>
                      <a:pt x="1002" y="1382"/>
                      <a:pt x="1037" y="1382"/>
                    </a:cubicBezTo>
                    <a:cubicBezTo>
                      <a:pt x="1037" y="1347"/>
                      <a:pt x="1037" y="1313"/>
                      <a:pt x="1037" y="1278"/>
                    </a:cubicBezTo>
                    <a:cubicBezTo>
                      <a:pt x="1072" y="1278"/>
                      <a:pt x="1106" y="1278"/>
                      <a:pt x="1141" y="1278"/>
                    </a:cubicBezTo>
                    <a:cubicBezTo>
                      <a:pt x="1141" y="1244"/>
                      <a:pt x="1141" y="1209"/>
                      <a:pt x="1141" y="1174"/>
                    </a:cubicBezTo>
                    <a:cubicBezTo>
                      <a:pt x="1210" y="1174"/>
                      <a:pt x="1278" y="1174"/>
                      <a:pt x="1349" y="1174"/>
                    </a:cubicBezTo>
                    <a:cubicBezTo>
                      <a:pt x="1349" y="1140"/>
                      <a:pt x="1349" y="1106"/>
                      <a:pt x="1349" y="1070"/>
                    </a:cubicBezTo>
                    <a:cubicBezTo>
                      <a:pt x="1383" y="1070"/>
                      <a:pt x="1417" y="1070"/>
                      <a:pt x="1452" y="1070"/>
                    </a:cubicBezTo>
                    <a:cubicBezTo>
                      <a:pt x="1452" y="1036"/>
                      <a:pt x="1452" y="1002"/>
                      <a:pt x="1452" y="967"/>
                    </a:cubicBezTo>
                    <a:cubicBezTo>
                      <a:pt x="1521" y="967"/>
                      <a:pt x="1589" y="967"/>
                      <a:pt x="1660" y="967"/>
                    </a:cubicBezTo>
                    <a:cubicBezTo>
                      <a:pt x="1660" y="932"/>
                      <a:pt x="1660" y="898"/>
                      <a:pt x="1660" y="863"/>
                    </a:cubicBezTo>
                    <a:cubicBezTo>
                      <a:pt x="1694" y="863"/>
                      <a:pt x="1728" y="863"/>
                      <a:pt x="1763" y="863"/>
                    </a:cubicBezTo>
                    <a:cubicBezTo>
                      <a:pt x="1763" y="829"/>
                      <a:pt x="1763" y="795"/>
                      <a:pt x="1763" y="759"/>
                    </a:cubicBezTo>
                    <a:cubicBezTo>
                      <a:pt x="1866" y="759"/>
                      <a:pt x="1969" y="759"/>
                      <a:pt x="2075" y="759"/>
                    </a:cubicBezTo>
                    <a:cubicBezTo>
                      <a:pt x="2075" y="725"/>
                      <a:pt x="2075" y="691"/>
                      <a:pt x="2075" y="655"/>
                    </a:cubicBezTo>
                    <a:cubicBezTo>
                      <a:pt x="2177" y="655"/>
                      <a:pt x="2280" y="655"/>
                      <a:pt x="2386" y="655"/>
                    </a:cubicBezTo>
                    <a:cubicBezTo>
                      <a:pt x="2386" y="621"/>
                      <a:pt x="2386" y="587"/>
                      <a:pt x="2386" y="552"/>
                    </a:cubicBezTo>
                    <a:cubicBezTo>
                      <a:pt x="2660" y="552"/>
                      <a:pt x="2934" y="552"/>
                      <a:pt x="3216" y="552"/>
                    </a:cubicBezTo>
                    <a:cubicBezTo>
                      <a:pt x="3216" y="518"/>
                      <a:pt x="3216" y="483"/>
                      <a:pt x="3216" y="448"/>
                    </a:cubicBezTo>
                    <a:cubicBezTo>
                      <a:pt x="3250" y="448"/>
                      <a:pt x="3284" y="448"/>
                      <a:pt x="3320" y="448"/>
                    </a:cubicBezTo>
                    <a:cubicBezTo>
                      <a:pt x="3317" y="435"/>
                      <a:pt x="3315" y="423"/>
                      <a:pt x="3312" y="410"/>
                    </a:cubicBezTo>
                    <a:cubicBezTo>
                      <a:pt x="3302" y="317"/>
                      <a:pt x="3307" y="260"/>
                      <a:pt x="3358" y="181"/>
                    </a:cubicBezTo>
                    <a:cubicBezTo>
                      <a:pt x="3475" y="53"/>
                      <a:pt x="3562" y="0"/>
                      <a:pt x="3734" y="33"/>
                    </a:cubicBezTo>
                    <a:close/>
                  </a:path>
                </a:pathLst>
              </a:custGeom>
              <a:solidFill>
                <a:srgbClr val="E24798"/>
              </a:solidFill>
              <a:ln w="659" cap="flat">
                <a:noFill/>
              </a:ln>
            </p:spPr>
          </p:sp>
          <p:sp>
            <p:nvSpPr>
              <p:cNvPr id="832" name="ICON_REFERENCE_GRAPH_path_004"/>
              <p:cNvSpPr/>
              <p:nvPr/>
            </p:nvSpPr>
            <p:spPr>
              <a:xfrm>
                <a:off x="10326622" y="1688958"/>
                <a:ext cx="55332" cy="54015"/>
              </a:xfrm>
              <a:custGeom>
                <a:avLst/>
                <a:gdLst/>
                <a:ahLst/>
                <a:cxnLst/>
                <a:rect l="0" t="0" r="r" b="b"/>
                <a:pathLst>
                  <a:path w="4357" h="4253" fill="norm" stroke="0">
                    <a:moveTo>
                      <a:pt x="1660" y="0"/>
                    </a:moveTo>
                    <a:cubicBezTo>
                      <a:pt x="2002" y="0"/>
                      <a:pt x="2344" y="0"/>
                      <a:pt x="2697" y="0"/>
                    </a:cubicBezTo>
                    <a:cubicBezTo>
                      <a:pt x="2697" y="34"/>
                      <a:pt x="2697" y="68"/>
                      <a:pt x="2697" y="104"/>
                    </a:cubicBezTo>
                    <a:cubicBezTo>
                      <a:pt x="2800" y="104"/>
                      <a:pt x="2902" y="104"/>
                      <a:pt x="3008" y="104"/>
                    </a:cubicBezTo>
                    <a:cubicBezTo>
                      <a:pt x="3008" y="138"/>
                      <a:pt x="3008" y="172"/>
                      <a:pt x="3008" y="207"/>
                    </a:cubicBezTo>
                    <a:cubicBezTo>
                      <a:pt x="3077" y="207"/>
                      <a:pt x="3145" y="207"/>
                      <a:pt x="3216" y="207"/>
                    </a:cubicBezTo>
                    <a:cubicBezTo>
                      <a:pt x="3216" y="242"/>
                      <a:pt x="3216" y="276"/>
                      <a:pt x="3216" y="311"/>
                    </a:cubicBezTo>
                    <a:cubicBezTo>
                      <a:pt x="3284" y="311"/>
                      <a:pt x="3353" y="311"/>
                      <a:pt x="3423" y="311"/>
                    </a:cubicBezTo>
                    <a:cubicBezTo>
                      <a:pt x="3423" y="345"/>
                      <a:pt x="3423" y="380"/>
                      <a:pt x="3423" y="415"/>
                    </a:cubicBezTo>
                    <a:cubicBezTo>
                      <a:pt x="3457" y="415"/>
                      <a:pt x="3492" y="415"/>
                      <a:pt x="3527" y="415"/>
                    </a:cubicBezTo>
                    <a:cubicBezTo>
                      <a:pt x="3527" y="449"/>
                      <a:pt x="3527" y="483"/>
                      <a:pt x="3527" y="519"/>
                    </a:cubicBezTo>
                    <a:cubicBezTo>
                      <a:pt x="3561" y="519"/>
                      <a:pt x="3595" y="519"/>
                      <a:pt x="3631" y="519"/>
                    </a:cubicBezTo>
                    <a:cubicBezTo>
                      <a:pt x="3631" y="553"/>
                      <a:pt x="3631" y="587"/>
                      <a:pt x="3631" y="622"/>
                    </a:cubicBezTo>
                    <a:cubicBezTo>
                      <a:pt x="3665" y="622"/>
                      <a:pt x="3699" y="622"/>
                      <a:pt x="3734" y="622"/>
                    </a:cubicBezTo>
                    <a:cubicBezTo>
                      <a:pt x="3734" y="657"/>
                      <a:pt x="3734" y="691"/>
                      <a:pt x="3734" y="726"/>
                    </a:cubicBezTo>
                    <a:cubicBezTo>
                      <a:pt x="3769" y="726"/>
                      <a:pt x="3803" y="726"/>
                      <a:pt x="3838" y="726"/>
                    </a:cubicBezTo>
                    <a:cubicBezTo>
                      <a:pt x="3838" y="760"/>
                      <a:pt x="3838" y="795"/>
                      <a:pt x="3838" y="830"/>
                    </a:cubicBezTo>
                    <a:cubicBezTo>
                      <a:pt x="3872" y="830"/>
                      <a:pt x="3907" y="830"/>
                      <a:pt x="3942" y="830"/>
                    </a:cubicBezTo>
                    <a:cubicBezTo>
                      <a:pt x="3942" y="898"/>
                      <a:pt x="3942" y="967"/>
                      <a:pt x="3942" y="1037"/>
                    </a:cubicBezTo>
                    <a:cubicBezTo>
                      <a:pt x="3976" y="1037"/>
                      <a:pt x="4010" y="1037"/>
                      <a:pt x="4046" y="1037"/>
                    </a:cubicBezTo>
                    <a:cubicBezTo>
                      <a:pt x="4046" y="1072"/>
                      <a:pt x="4046" y="1106"/>
                      <a:pt x="4046" y="1141"/>
                    </a:cubicBezTo>
                    <a:cubicBezTo>
                      <a:pt x="4080" y="1141"/>
                      <a:pt x="4114" y="1141"/>
                      <a:pt x="4149" y="1141"/>
                    </a:cubicBezTo>
                    <a:cubicBezTo>
                      <a:pt x="4149" y="1244"/>
                      <a:pt x="4149" y="1346"/>
                      <a:pt x="4149" y="1452"/>
                    </a:cubicBezTo>
                    <a:cubicBezTo>
                      <a:pt x="4184" y="1452"/>
                      <a:pt x="4218" y="1452"/>
                      <a:pt x="4253" y="1452"/>
                    </a:cubicBezTo>
                    <a:cubicBezTo>
                      <a:pt x="4253" y="1555"/>
                      <a:pt x="4253" y="1658"/>
                      <a:pt x="4253" y="1763"/>
                    </a:cubicBezTo>
                    <a:cubicBezTo>
                      <a:pt x="4287" y="1763"/>
                      <a:pt x="4322" y="1763"/>
                      <a:pt x="4357" y="1763"/>
                    </a:cubicBezTo>
                    <a:cubicBezTo>
                      <a:pt x="4357" y="2003"/>
                      <a:pt x="4357" y="2243"/>
                      <a:pt x="4357" y="2490"/>
                    </a:cubicBezTo>
                    <a:cubicBezTo>
                      <a:pt x="4323" y="2490"/>
                      <a:pt x="4288" y="2490"/>
                      <a:pt x="4253" y="2490"/>
                    </a:cubicBezTo>
                    <a:cubicBezTo>
                      <a:pt x="4253" y="2627"/>
                      <a:pt x="4253" y="2763"/>
                      <a:pt x="4253" y="2905"/>
                    </a:cubicBezTo>
                    <a:cubicBezTo>
                      <a:pt x="4219" y="2905"/>
                      <a:pt x="4185" y="2905"/>
                      <a:pt x="4149" y="2905"/>
                    </a:cubicBezTo>
                    <a:cubicBezTo>
                      <a:pt x="4149" y="2973"/>
                      <a:pt x="4149" y="3041"/>
                      <a:pt x="4149" y="3112"/>
                    </a:cubicBezTo>
                    <a:cubicBezTo>
                      <a:pt x="4115" y="3112"/>
                      <a:pt x="4081" y="3112"/>
                      <a:pt x="4046" y="3112"/>
                    </a:cubicBezTo>
                    <a:cubicBezTo>
                      <a:pt x="4046" y="3180"/>
                      <a:pt x="4046" y="3249"/>
                      <a:pt x="4046" y="3320"/>
                    </a:cubicBezTo>
                    <a:cubicBezTo>
                      <a:pt x="4011" y="3320"/>
                      <a:pt x="3977" y="3320"/>
                      <a:pt x="3942" y="3320"/>
                    </a:cubicBezTo>
                    <a:cubicBezTo>
                      <a:pt x="3942" y="3354"/>
                      <a:pt x="3942" y="3388"/>
                      <a:pt x="3942" y="3423"/>
                    </a:cubicBezTo>
                    <a:cubicBezTo>
                      <a:pt x="3908" y="3423"/>
                      <a:pt x="3873" y="3423"/>
                      <a:pt x="3838" y="3423"/>
                    </a:cubicBezTo>
                    <a:cubicBezTo>
                      <a:pt x="3838" y="3457"/>
                      <a:pt x="3838" y="3492"/>
                      <a:pt x="3838" y="3527"/>
                    </a:cubicBezTo>
                    <a:cubicBezTo>
                      <a:pt x="3804" y="3527"/>
                      <a:pt x="3770" y="3527"/>
                      <a:pt x="3734" y="3527"/>
                    </a:cubicBezTo>
                    <a:cubicBezTo>
                      <a:pt x="3734" y="3561"/>
                      <a:pt x="3734" y="3595"/>
                      <a:pt x="3734" y="3631"/>
                    </a:cubicBezTo>
                    <a:cubicBezTo>
                      <a:pt x="3700" y="3631"/>
                      <a:pt x="3666" y="3631"/>
                      <a:pt x="3631" y="3631"/>
                    </a:cubicBezTo>
                    <a:cubicBezTo>
                      <a:pt x="3631" y="3665"/>
                      <a:pt x="3631" y="3699"/>
                      <a:pt x="3631" y="3734"/>
                    </a:cubicBezTo>
                    <a:cubicBezTo>
                      <a:pt x="3596" y="3734"/>
                      <a:pt x="3562" y="3734"/>
                      <a:pt x="3527" y="3734"/>
                    </a:cubicBezTo>
                    <a:cubicBezTo>
                      <a:pt x="3527" y="3769"/>
                      <a:pt x="3527" y="3803"/>
                      <a:pt x="3527" y="3838"/>
                    </a:cubicBezTo>
                    <a:cubicBezTo>
                      <a:pt x="3493" y="3838"/>
                      <a:pt x="3459" y="3838"/>
                      <a:pt x="3423" y="3838"/>
                    </a:cubicBezTo>
                    <a:cubicBezTo>
                      <a:pt x="3423" y="3872"/>
                      <a:pt x="3423" y="3907"/>
                      <a:pt x="3423" y="3942"/>
                    </a:cubicBezTo>
                    <a:cubicBezTo>
                      <a:pt x="3355" y="3942"/>
                      <a:pt x="3286" y="3942"/>
                      <a:pt x="3216" y="3942"/>
                    </a:cubicBezTo>
                    <a:cubicBezTo>
                      <a:pt x="3216" y="3976"/>
                      <a:pt x="3216" y="4010"/>
                      <a:pt x="3216" y="4046"/>
                    </a:cubicBezTo>
                    <a:cubicBezTo>
                      <a:pt x="3182" y="4046"/>
                      <a:pt x="3147" y="4046"/>
                      <a:pt x="3112" y="4046"/>
                    </a:cubicBezTo>
                    <a:cubicBezTo>
                      <a:pt x="3112" y="4080"/>
                      <a:pt x="3112" y="4114"/>
                      <a:pt x="3112" y="4149"/>
                    </a:cubicBezTo>
                    <a:cubicBezTo>
                      <a:pt x="3009" y="4149"/>
                      <a:pt x="2907" y="4149"/>
                      <a:pt x="2801" y="4149"/>
                    </a:cubicBezTo>
                    <a:cubicBezTo>
                      <a:pt x="2801" y="4184"/>
                      <a:pt x="2801" y="4218"/>
                      <a:pt x="2801" y="4253"/>
                    </a:cubicBezTo>
                    <a:cubicBezTo>
                      <a:pt x="2390" y="4253"/>
                      <a:pt x="1979" y="4253"/>
                      <a:pt x="1556" y="4253"/>
                    </a:cubicBezTo>
                    <a:cubicBezTo>
                      <a:pt x="1556" y="4219"/>
                      <a:pt x="1556" y="4185"/>
                      <a:pt x="1556" y="4149"/>
                    </a:cubicBezTo>
                    <a:cubicBezTo>
                      <a:pt x="1453" y="4149"/>
                      <a:pt x="1351" y="4149"/>
                      <a:pt x="1245" y="4149"/>
                    </a:cubicBezTo>
                    <a:cubicBezTo>
                      <a:pt x="1245" y="4115"/>
                      <a:pt x="1245" y="4081"/>
                      <a:pt x="1245" y="4046"/>
                    </a:cubicBezTo>
                    <a:cubicBezTo>
                      <a:pt x="1176" y="4046"/>
                      <a:pt x="1108" y="4046"/>
                      <a:pt x="1037" y="4046"/>
                    </a:cubicBezTo>
                    <a:cubicBezTo>
                      <a:pt x="1037" y="4011"/>
                      <a:pt x="1037" y="3977"/>
                      <a:pt x="1037" y="3942"/>
                    </a:cubicBezTo>
                    <a:cubicBezTo>
                      <a:pt x="1003" y="3942"/>
                      <a:pt x="969" y="3942"/>
                      <a:pt x="934" y="3942"/>
                    </a:cubicBezTo>
                    <a:cubicBezTo>
                      <a:pt x="934" y="3908"/>
                      <a:pt x="934" y="3873"/>
                      <a:pt x="934" y="3838"/>
                    </a:cubicBezTo>
                    <a:cubicBezTo>
                      <a:pt x="865" y="3838"/>
                      <a:pt x="797" y="3838"/>
                      <a:pt x="726" y="3838"/>
                    </a:cubicBezTo>
                    <a:cubicBezTo>
                      <a:pt x="726" y="3804"/>
                      <a:pt x="726" y="3770"/>
                      <a:pt x="726" y="3734"/>
                    </a:cubicBezTo>
                    <a:cubicBezTo>
                      <a:pt x="692" y="3734"/>
                      <a:pt x="658" y="3734"/>
                      <a:pt x="622" y="3734"/>
                    </a:cubicBezTo>
                    <a:cubicBezTo>
                      <a:pt x="622" y="3700"/>
                      <a:pt x="622" y="3666"/>
                      <a:pt x="622" y="3631"/>
                    </a:cubicBezTo>
                    <a:cubicBezTo>
                      <a:pt x="588" y="3631"/>
                      <a:pt x="554" y="3631"/>
                      <a:pt x="519" y="3631"/>
                    </a:cubicBezTo>
                    <a:cubicBezTo>
                      <a:pt x="519" y="3562"/>
                      <a:pt x="519" y="3494"/>
                      <a:pt x="519" y="3423"/>
                    </a:cubicBezTo>
                    <a:cubicBezTo>
                      <a:pt x="484" y="3423"/>
                      <a:pt x="450" y="3423"/>
                      <a:pt x="415" y="3423"/>
                    </a:cubicBezTo>
                    <a:cubicBezTo>
                      <a:pt x="415" y="3389"/>
                      <a:pt x="415" y="3355"/>
                      <a:pt x="415" y="3320"/>
                    </a:cubicBezTo>
                    <a:cubicBezTo>
                      <a:pt x="381" y="3320"/>
                      <a:pt x="346" y="3320"/>
                      <a:pt x="311" y="3320"/>
                    </a:cubicBezTo>
                    <a:cubicBezTo>
                      <a:pt x="311" y="3285"/>
                      <a:pt x="311" y="3251"/>
                      <a:pt x="311" y="3216"/>
                    </a:cubicBezTo>
                    <a:cubicBezTo>
                      <a:pt x="277" y="3216"/>
                      <a:pt x="243" y="3216"/>
                      <a:pt x="207" y="3216"/>
                    </a:cubicBezTo>
                    <a:cubicBezTo>
                      <a:pt x="207" y="3113"/>
                      <a:pt x="207" y="3010"/>
                      <a:pt x="207" y="2905"/>
                    </a:cubicBezTo>
                    <a:cubicBezTo>
                      <a:pt x="173" y="2905"/>
                      <a:pt x="139" y="2905"/>
                      <a:pt x="104" y="2905"/>
                    </a:cubicBezTo>
                    <a:cubicBezTo>
                      <a:pt x="104" y="2802"/>
                      <a:pt x="104" y="2699"/>
                      <a:pt x="104" y="2593"/>
                    </a:cubicBezTo>
                    <a:cubicBezTo>
                      <a:pt x="70" y="2593"/>
                      <a:pt x="35" y="2593"/>
                      <a:pt x="0" y="2593"/>
                    </a:cubicBezTo>
                    <a:cubicBezTo>
                      <a:pt x="0" y="2285"/>
                      <a:pt x="0" y="1977"/>
                      <a:pt x="0" y="1660"/>
                    </a:cubicBezTo>
                    <a:cubicBezTo>
                      <a:pt x="34" y="1660"/>
                      <a:pt x="68" y="1660"/>
                      <a:pt x="104" y="1660"/>
                    </a:cubicBezTo>
                    <a:cubicBezTo>
                      <a:pt x="104" y="1557"/>
                      <a:pt x="104" y="1454"/>
                      <a:pt x="104" y="1349"/>
                    </a:cubicBezTo>
                    <a:cubicBezTo>
                      <a:pt x="138" y="1349"/>
                      <a:pt x="172" y="1349"/>
                      <a:pt x="207" y="1349"/>
                    </a:cubicBezTo>
                    <a:cubicBezTo>
                      <a:pt x="207" y="1280"/>
                      <a:pt x="207" y="1212"/>
                      <a:pt x="207" y="1141"/>
                    </a:cubicBezTo>
                    <a:cubicBezTo>
                      <a:pt x="242" y="1141"/>
                      <a:pt x="276" y="1141"/>
                      <a:pt x="311" y="1141"/>
                    </a:cubicBezTo>
                    <a:cubicBezTo>
                      <a:pt x="311" y="1073"/>
                      <a:pt x="311" y="1004"/>
                      <a:pt x="311" y="934"/>
                    </a:cubicBezTo>
                    <a:cubicBezTo>
                      <a:pt x="345" y="934"/>
                      <a:pt x="380" y="934"/>
                      <a:pt x="415" y="934"/>
                    </a:cubicBezTo>
                    <a:cubicBezTo>
                      <a:pt x="415" y="899"/>
                      <a:pt x="415" y="865"/>
                      <a:pt x="415" y="830"/>
                    </a:cubicBezTo>
                    <a:cubicBezTo>
                      <a:pt x="449" y="830"/>
                      <a:pt x="483" y="830"/>
                      <a:pt x="519" y="830"/>
                    </a:cubicBezTo>
                    <a:cubicBezTo>
                      <a:pt x="519" y="796"/>
                      <a:pt x="519" y="761"/>
                      <a:pt x="519" y="726"/>
                    </a:cubicBezTo>
                    <a:cubicBezTo>
                      <a:pt x="553" y="726"/>
                      <a:pt x="587" y="726"/>
                      <a:pt x="622" y="726"/>
                    </a:cubicBezTo>
                    <a:cubicBezTo>
                      <a:pt x="622" y="692"/>
                      <a:pt x="622" y="658"/>
                      <a:pt x="622" y="622"/>
                    </a:cubicBezTo>
                    <a:cubicBezTo>
                      <a:pt x="657" y="622"/>
                      <a:pt x="691" y="622"/>
                      <a:pt x="726" y="622"/>
                    </a:cubicBezTo>
                    <a:cubicBezTo>
                      <a:pt x="726" y="588"/>
                      <a:pt x="726" y="554"/>
                      <a:pt x="726" y="519"/>
                    </a:cubicBezTo>
                    <a:cubicBezTo>
                      <a:pt x="760" y="519"/>
                      <a:pt x="795" y="519"/>
                      <a:pt x="830" y="519"/>
                    </a:cubicBezTo>
                    <a:cubicBezTo>
                      <a:pt x="830" y="484"/>
                      <a:pt x="830" y="450"/>
                      <a:pt x="830" y="415"/>
                    </a:cubicBezTo>
                    <a:cubicBezTo>
                      <a:pt x="864" y="415"/>
                      <a:pt x="898" y="415"/>
                      <a:pt x="934" y="415"/>
                    </a:cubicBezTo>
                    <a:cubicBezTo>
                      <a:pt x="934" y="381"/>
                      <a:pt x="934" y="346"/>
                      <a:pt x="934" y="311"/>
                    </a:cubicBezTo>
                    <a:cubicBezTo>
                      <a:pt x="1002" y="311"/>
                      <a:pt x="1071" y="311"/>
                      <a:pt x="1141" y="311"/>
                    </a:cubicBezTo>
                    <a:cubicBezTo>
                      <a:pt x="1141" y="277"/>
                      <a:pt x="1141" y="243"/>
                      <a:pt x="1141" y="207"/>
                    </a:cubicBezTo>
                    <a:cubicBezTo>
                      <a:pt x="1210" y="207"/>
                      <a:pt x="1278" y="207"/>
                      <a:pt x="1349" y="207"/>
                    </a:cubicBezTo>
                    <a:cubicBezTo>
                      <a:pt x="1349" y="173"/>
                      <a:pt x="1349" y="139"/>
                      <a:pt x="1349" y="104"/>
                    </a:cubicBezTo>
                    <a:cubicBezTo>
                      <a:pt x="1451" y="104"/>
                      <a:pt x="1554" y="104"/>
                      <a:pt x="1660" y="104"/>
                    </a:cubicBezTo>
                    <a:cubicBezTo>
                      <a:pt x="1660" y="70"/>
                      <a:pt x="1660" y="35"/>
                      <a:pt x="166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33" name="ICON_REFERENCE_GRAPH_path_005"/>
              <p:cNvSpPr/>
              <p:nvPr/>
            </p:nvSpPr>
            <p:spPr>
              <a:xfrm>
                <a:off x="10371414" y="1820701"/>
                <a:ext cx="46110" cy="46110"/>
              </a:xfrm>
              <a:custGeom>
                <a:avLst/>
                <a:gdLst/>
                <a:ahLst/>
                <a:cxnLst/>
                <a:rect l="0" t="0" r="r" b="b"/>
                <a:pathLst>
                  <a:path w="3631" h="3631" fill="norm" stroke="0">
                    <a:moveTo>
                      <a:pt x="1452" y="0"/>
                    </a:moveTo>
                    <a:cubicBezTo>
                      <a:pt x="1658" y="0"/>
                      <a:pt x="1863" y="0"/>
                      <a:pt x="2075" y="0"/>
                    </a:cubicBezTo>
                    <a:cubicBezTo>
                      <a:pt x="2075" y="34"/>
                      <a:pt x="2075" y="68"/>
                      <a:pt x="2075" y="104"/>
                    </a:cubicBezTo>
                    <a:cubicBezTo>
                      <a:pt x="2212" y="104"/>
                      <a:pt x="2349" y="104"/>
                      <a:pt x="2490" y="104"/>
                    </a:cubicBezTo>
                    <a:cubicBezTo>
                      <a:pt x="2490" y="138"/>
                      <a:pt x="2490" y="172"/>
                      <a:pt x="2490" y="207"/>
                    </a:cubicBezTo>
                    <a:cubicBezTo>
                      <a:pt x="2558" y="207"/>
                      <a:pt x="2627" y="207"/>
                      <a:pt x="2697" y="207"/>
                    </a:cubicBezTo>
                    <a:cubicBezTo>
                      <a:pt x="2697" y="242"/>
                      <a:pt x="2697" y="276"/>
                      <a:pt x="2697" y="311"/>
                    </a:cubicBezTo>
                    <a:cubicBezTo>
                      <a:pt x="2766" y="311"/>
                      <a:pt x="2834" y="311"/>
                      <a:pt x="2905" y="311"/>
                    </a:cubicBezTo>
                    <a:cubicBezTo>
                      <a:pt x="2905" y="345"/>
                      <a:pt x="2905" y="380"/>
                      <a:pt x="2905" y="415"/>
                    </a:cubicBezTo>
                    <a:cubicBezTo>
                      <a:pt x="2939" y="415"/>
                      <a:pt x="2973" y="415"/>
                      <a:pt x="3008" y="415"/>
                    </a:cubicBezTo>
                    <a:cubicBezTo>
                      <a:pt x="3008" y="449"/>
                      <a:pt x="3008" y="483"/>
                      <a:pt x="3008" y="519"/>
                    </a:cubicBezTo>
                    <a:cubicBezTo>
                      <a:pt x="3043" y="519"/>
                      <a:pt x="3077" y="519"/>
                      <a:pt x="3112" y="519"/>
                    </a:cubicBezTo>
                    <a:cubicBezTo>
                      <a:pt x="3112" y="553"/>
                      <a:pt x="3112" y="587"/>
                      <a:pt x="3112" y="622"/>
                    </a:cubicBezTo>
                    <a:cubicBezTo>
                      <a:pt x="3146" y="622"/>
                      <a:pt x="3180" y="622"/>
                      <a:pt x="3216" y="622"/>
                    </a:cubicBezTo>
                    <a:cubicBezTo>
                      <a:pt x="3216" y="657"/>
                      <a:pt x="3216" y="691"/>
                      <a:pt x="3216" y="726"/>
                    </a:cubicBezTo>
                    <a:cubicBezTo>
                      <a:pt x="3250" y="726"/>
                      <a:pt x="3284" y="726"/>
                      <a:pt x="3320" y="726"/>
                    </a:cubicBezTo>
                    <a:cubicBezTo>
                      <a:pt x="3320" y="795"/>
                      <a:pt x="3320" y="863"/>
                      <a:pt x="3320" y="934"/>
                    </a:cubicBezTo>
                    <a:cubicBezTo>
                      <a:pt x="3354" y="934"/>
                      <a:pt x="3388" y="934"/>
                      <a:pt x="3423" y="934"/>
                    </a:cubicBezTo>
                    <a:cubicBezTo>
                      <a:pt x="3423" y="1002"/>
                      <a:pt x="3423" y="1071"/>
                      <a:pt x="3423" y="1141"/>
                    </a:cubicBezTo>
                    <a:cubicBezTo>
                      <a:pt x="3457" y="1141"/>
                      <a:pt x="3492" y="1141"/>
                      <a:pt x="3527" y="1141"/>
                    </a:cubicBezTo>
                    <a:cubicBezTo>
                      <a:pt x="3527" y="1244"/>
                      <a:pt x="3527" y="1346"/>
                      <a:pt x="3527" y="1452"/>
                    </a:cubicBezTo>
                    <a:cubicBezTo>
                      <a:pt x="3561" y="1452"/>
                      <a:pt x="3595" y="1452"/>
                      <a:pt x="3631" y="1452"/>
                    </a:cubicBezTo>
                    <a:cubicBezTo>
                      <a:pt x="3631" y="1726"/>
                      <a:pt x="3631" y="2000"/>
                      <a:pt x="3631" y="2282"/>
                    </a:cubicBezTo>
                    <a:cubicBezTo>
                      <a:pt x="3596" y="2282"/>
                      <a:pt x="3562" y="2282"/>
                      <a:pt x="3527" y="2282"/>
                    </a:cubicBezTo>
                    <a:cubicBezTo>
                      <a:pt x="3527" y="2385"/>
                      <a:pt x="3527" y="2488"/>
                      <a:pt x="3527" y="2593"/>
                    </a:cubicBezTo>
                    <a:cubicBezTo>
                      <a:pt x="3493" y="2593"/>
                      <a:pt x="3459" y="2593"/>
                      <a:pt x="3423" y="2593"/>
                    </a:cubicBezTo>
                    <a:cubicBezTo>
                      <a:pt x="3423" y="2662"/>
                      <a:pt x="3423" y="2730"/>
                      <a:pt x="3423" y="2801"/>
                    </a:cubicBezTo>
                    <a:cubicBezTo>
                      <a:pt x="3389" y="2801"/>
                      <a:pt x="3355" y="2801"/>
                      <a:pt x="3320" y="2801"/>
                    </a:cubicBezTo>
                    <a:cubicBezTo>
                      <a:pt x="3320" y="2835"/>
                      <a:pt x="3320" y="2869"/>
                      <a:pt x="3320" y="2905"/>
                    </a:cubicBezTo>
                    <a:cubicBezTo>
                      <a:pt x="3285" y="2905"/>
                      <a:pt x="3251" y="2905"/>
                      <a:pt x="3216" y="2905"/>
                    </a:cubicBezTo>
                    <a:cubicBezTo>
                      <a:pt x="3216" y="2939"/>
                      <a:pt x="3216" y="2973"/>
                      <a:pt x="3216" y="3008"/>
                    </a:cubicBezTo>
                    <a:cubicBezTo>
                      <a:pt x="3182" y="3008"/>
                      <a:pt x="3147" y="3008"/>
                      <a:pt x="3112" y="3008"/>
                    </a:cubicBezTo>
                    <a:cubicBezTo>
                      <a:pt x="3112" y="3043"/>
                      <a:pt x="3112" y="3077"/>
                      <a:pt x="3112" y="3112"/>
                    </a:cubicBezTo>
                    <a:cubicBezTo>
                      <a:pt x="3078" y="3112"/>
                      <a:pt x="3044" y="3112"/>
                      <a:pt x="3008" y="3112"/>
                    </a:cubicBezTo>
                    <a:cubicBezTo>
                      <a:pt x="3008" y="3146"/>
                      <a:pt x="3008" y="3180"/>
                      <a:pt x="3008" y="3216"/>
                    </a:cubicBezTo>
                    <a:cubicBezTo>
                      <a:pt x="2974" y="3216"/>
                      <a:pt x="2940" y="3216"/>
                      <a:pt x="2905" y="3216"/>
                    </a:cubicBezTo>
                    <a:cubicBezTo>
                      <a:pt x="2905" y="3250"/>
                      <a:pt x="2905" y="3284"/>
                      <a:pt x="2905" y="3320"/>
                    </a:cubicBezTo>
                    <a:cubicBezTo>
                      <a:pt x="2870" y="3320"/>
                      <a:pt x="2836" y="3320"/>
                      <a:pt x="2801" y="3320"/>
                    </a:cubicBezTo>
                    <a:cubicBezTo>
                      <a:pt x="2801" y="3354"/>
                      <a:pt x="2801" y="3388"/>
                      <a:pt x="2801" y="3423"/>
                    </a:cubicBezTo>
                    <a:cubicBezTo>
                      <a:pt x="2732" y="3423"/>
                      <a:pt x="2664" y="3423"/>
                      <a:pt x="2593" y="3423"/>
                    </a:cubicBezTo>
                    <a:cubicBezTo>
                      <a:pt x="2593" y="3457"/>
                      <a:pt x="2593" y="3492"/>
                      <a:pt x="2593" y="3527"/>
                    </a:cubicBezTo>
                    <a:cubicBezTo>
                      <a:pt x="2525" y="3527"/>
                      <a:pt x="2456" y="3527"/>
                      <a:pt x="2386" y="3527"/>
                    </a:cubicBezTo>
                    <a:cubicBezTo>
                      <a:pt x="2386" y="3561"/>
                      <a:pt x="2386" y="3595"/>
                      <a:pt x="2386" y="3631"/>
                    </a:cubicBezTo>
                    <a:cubicBezTo>
                      <a:pt x="2009" y="3631"/>
                      <a:pt x="1633" y="3631"/>
                      <a:pt x="1245" y="3631"/>
                    </a:cubicBezTo>
                    <a:cubicBezTo>
                      <a:pt x="1245" y="3596"/>
                      <a:pt x="1245" y="3562"/>
                      <a:pt x="1245" y="3527"/>
                    </a:cubicBezTo>
                    <a:cubicBezTo>
                      <a:pt x="1176" y="3527"/>
                      <a:pt x="1108" y="3527"/>
                      <a:pt x="1037" y="3527"/>
                    </a:cubicBezTo>
                    <a:cubicBezTo>
                      <a:pt x="1037" y="3493"/>
                      <a:pt x="1037" y="3459"/>
                      <a:pt x="1037" y="3423"/>
                    </a:cubicBezTo>
                    <a:cubicBezTo>
                      <a:pt x="969" y="3423"/>
                      <a:pt x="900" y="3423"/>
                      <a:pt x="830" y="3423"/>
                    </a:cubicBezTo>
                    <a:cubicBezTo>
                      <a:pt x="830" y="3389"/>
                      <a:pt x="830" y="3355"/>
                      <a:pt x="830" y="3320"/>
                    </a:cubicBezTo>
                    <a:cubicBezTo>
                      <a:pt x="761" y="3320"/>
                      <a:pt x="693" y="3320"/>
                      <a:pt x="622" y="3320"/>
                    </a:cubicBezTo>
                    <a:cubicBezTo>
                      <a:pt x="622" y="3285"/>
                      <a:pt x="622" y="3251"/>
                      <a:pt x="622" y="3216"/>
                    </a:cubicBezTo>
                    <a:cubicBezTo>
                      <a:pt x="588" y="3216"/>
                      <a:pt x="554" y="3216"/>
                      <a:pt x="519" y="3216"/>
                    </a:cubicBezTo>
                    <a:cubicBezTo>
                      <a:pt x="519" y="3182"/>
                      <a:pt x="519" y="3147"/>
                      <a:pt x="519" y="3112"/>
                    </a:cubicBezTo>
                    <a:cubicBezTo>
                      <a:pt x="484" y="3112"/>
                      <a:pt x="450" y="3112"/>
                      <a:pt x="415" y="3112"/>
                    </a:cubicBezTo>
                    <a:cubicBezTo>
                      <a:pt x="415" y="3078"/>
                      <a:pt x="415" y="3044"/>
                      <a:pt x="415" y="3008"/>
                    </a:cubicBezTo>
                    <a:cubicBezTo>
                      <a:pt x="381" y="3008"/>
                      <a:pt x="346" y="3008"/>
                      <a:pt x="311" y="3008"/>
                    </a:cubicBezTo>
                    <a:cubicBezTo>
                      <a:pt x="311" y="2940"/>
                      <a:pt x="311" y="2871"/>
                      <a:pt x="311" y="2801"/>
                    </a:cubicBezTo>
                    <a:cubicBezTo>
                      <a:pt x="277" y="2801"/>
                      <a:pt x="243" y="2801"/>
                      <a:pt x="207" y="2801"/>
                    </a:cubicBezTo>
                    <a:cubicBezTo>
                      <a:pt x="207" y="2767"/>
                      <a:pt x="207" y="2732"/>
                      <a:pt x="207" y="2697"/>
                    </a:cubicBezTo>
                    <a:cubicBezTo>
                      <a:pt x="173" y="2697"/>
                      <a:pt x="139" y="2697"/>
                      <a:pt x="104" y="2697"/>
                    </a:cubicBezTo>
                    <a:cubicBezTo>
                      <a:pt x="104" y="2629"/>
                      <a:pt x="104" y="2560"/>
                      <a:pt x="104" y="2490"/>
                    </a:cubicBezTo>
                    <a:cubicBezTo>
                      <a:pt x="70" y="2490"/>
                      <a:pt x="35" y="2490"/>
                      <a:pt x="0" y="2490"/>
                    </a:cubicBezTo>
                    <a:cubicBezTo>
                      <a:pt x="0" y="2079"/>
                      <a:pt x="0" y="1668"/>
                      <a:pt x="0" y="1245"/>
                    </a:cubicBezTo>
                    <a:cubicBezTo>
                      <a:pt x="34" y="1245"/>
                      <a:pt x="68" y="1245"/>
                      <a:pt x="104" y="1245"/>
                    </a:cubicBezTo>
                    <a:cubicBezTo>
                      <a:pt x="104" y="1176"/>
                      <a:pt x="104" y="1108"/>
                      <a:pt x="104" y="1037"/>
                    </a:cubicBezTo>
                    <a:cubicBezTo>
                      <a:pt x="138" y="1037"/>
                      <a:pt x="172" y="1037"/>
                      <a:pt x="207" y="1037"/>
                    </a:cubicBezTo>
                    <a:cubicBezTo>
                      <a:pt x="207" y="969"/>
                      <a:pt x="207" y="900"/>
                      <a:pt x="207" y="830"/>
                    </a:cubicBezTo>
                    <a:cubicBezTo>
                      <a:pt x="242" y="830"/>
                      <a:pt x="276" y="830"/>
                      <a:pt x="311" y="830"/>
                    </a:cubicBezTo>
                    <a:cubicBezTo>
                      <a:pt x="311" y="796"/>
                      <a:pt x="311" y="761"/>
                      <a:pt x="311" y="726"/>
                    </a:cubicBezTo>
                    <a:cubicBezTo>
                      <a:pt x="345" y="726"/>
                      <a:pt x="380" y="726"/>
                      <a:pt x="415" y="726"/>
                    </a:cubicBezTo>
                    <a:cubicBezTo>
                      <a:pt x="415" y="692"/>
                      <a:pt x="415" y="658"/>
                      <a:pt x="415" y="622"/>
                    </a:cubicBezTo>
                    <a:cubicBezTo>
                      <a:pt x="449" y="622"/>
                      <a:pt x="483" y="622"/>
                      <a:pt x="519" y="622"/>
                    </a:cubicBezTo>
                    <a:cubicBezTo>
                      <a:pt x="519" y="588"/>
                      <a:pt x="519" y="554"/>
                      <a:pt x="519" y="519"/>
                    </a:cubicBezTo>
                    <a:cubicBezTo>
                      <a:pt x="553" y="519"/>
                      <a:pt x="587" y="519"/>
                      <a:pt x="622" y="519"/>
                    </a:cubicBezTo>
                    <a:cubicBezTo>
                      <a:pt x="622" y="484"/>
                      <a:pt x="622" y="450"/>
                      <a:pt x="622" y="415"/>
                    </a:cubicBezTo>
                    <a:cubicBezTo>
                      <a:pt x="657" y="415"/>
                      <a:pt x="691" y="415"/>
                      <a:pt x="726" y="415"/>
                    </a:cubicBezTo>
                    <a:cubicBezTo>
                      <a:pt x="726" y="381"/>
                      <a:pt x="726" y="346"/>
                      <a:pt x="726" y="311"/>
                    </a:cubicBezTo>
                    <a:cubicBezTo>
                      <a:pt x="795" y="311"/>
                      <a:pt x="863" y="311"/>
                      <a:pt x="934" y="311"/>
                    </a:cubicBezTo>
                    <a:cubicBezTo>
                      <a:pt x="934" y="277"/>
                      <a:pt x="934" y="243"/>
                      <a:pt x="934" y="207"/>
                    </a:cubicBezTo>
                    <a:cubicBezTo>
                      <a:pt x="1002" y="207"/>
                      <a:pt x="1071" y="207"/>
                      <a:pt x="1141" y="207"/>
                    </a:cubicBezTo>
                    <a:cubicBezTo>
                      <a:pt x="1141" y="173"/>
                      <a:pt x="1141" y="139"/>
                      <a:pt x="1141" y="104"/>
                    </a:cubicBezTo>
                    <a:cubicBezTo>
                      <a:pt x="1244" y="104"/>
                      <a:pt x="1346" y="104"/>
                      <a:pt x="1452" y="104"/>
                    </a:cubicBezTo>
                    <a:cubicBezTo>
                      <a:pt x="1452" y="70"/>
                      <a:pt x="1452" y="35"/>
                      <a:pt x="145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34" name="ICON_REFERENCE_GRAPH_path_006"/>
              <p:cNvSpPr/>
              <p:nvPr/>
            </p:nvSpPr>
            <p:spPr>
              <a:xfrm>
                <a:off x="10460999" y="1620452"/>
                <a:ext cx="43475" cy="43475"/>
              </a:xfrm>
              <a:custGeom>
                <a:avLst/>
                <a:gdLst/>
                <a:ahLst/>
                <a:cxnLst/>
                <a:rect l="0" t="0" r="r" b="b"/>
                <a:pathLst>
                  <a:path w="3423" h="3423" fill="norm" stroke="0">
                    <a:moveTo>
                      <a:pt x="1556" y="0"/>
                    </a:moveTo>
                    <a:cubicBezTo>
                      <a:pt x="1659" y="0"/>
                      <a:pt x="1761" y="0"/>
                      <a:pt x="1867" y="0"/>
                    </a:cubicBezTo>
                    <a:cubicBezTo>
                      <a:pt x="1867" y="34"/>
                      <a:pt x="1867" y="68"/>
                      <a:pt x="1867" y="104"/>
                    </a:cubicBezTo>
                    <a:cubicBezTo>
                      <a:pt x="2004" y="104"/>
                      <a:pt x="2141" y="104"/>
                      <a:pt x="2282" y="104"/>
                    </a:cubicBezTo>
                    <a:cubicBezTo>
                      <a:pt x="2282" y="138"/>
                      <a:pt x="2282" y="172"/>
                      <a:pt x="2282" y="207"/>
                    </a:cubicBezTo>
                    <a:cubicBezTo>
                      <a:pt x="2351" y="207"/>
                      <a:pt x="2419" y="207"/>
                      <a:pt x="2490" y="207"/>
                    </a:cubicBezTo>
                    <a:cubicBezTo>
                      <a:pt x="2490" y="242"/>
                      <a:pt x="2490" y="276"/>
                      <a:pt x="2490" y="311"/>
                    </a:cubicBezTo>
                    <a:cubicBezTo>
                      <a:pt x="2558" y="311"/>
                      <a:pt x="2627" y="311"/>
                      <a:pt x="2697" y="311"/>
                    </a:cubicBezTo>
                    <a:cubicBezTo>
                      <a:pt x="2697" y="345"/>
                      <a:pt x="2697" y="380"/>
                      <a:pt x="2697" y="415"/>
                    </a:cubicBezTo>
                    <a:cubicBezTo>
                      <a:pt x="2731" y="415"/>
                      <a:pt x="2766" y="415"/>
                      <a:pt x="2801" y="415"/>
                    </a:cubicBezTo>
                    <a:cubicBezTo>
                      <a:pt x="2801" y="449"/>
                      <a:pt x="2801" y="483"/>
                      <a:pt x="2801" y="519"/>
                    </a:cubicBezTo>
                    <a:cubicBezTo>
                      <a:pt x="2835" y="519"/>
                      <a:pt x="2869" y="519"/>
                      <a:pt x="2905" y="519"/>
                    </a:cubicBezTo>
                    <a:cubicBezTo>
                      <a:pt x="2905" y="553"/>
                      <a:pt x="2905" y="587"/>
                      <a:pt x="2905" y="622"/>
                    </a:cubicBezTo>
                    <a:cubicBezTo>
                      <a:pt x="2939" y="622"/>
                      <a:pt x="2973" y="622"/>
                      <a:pt x="3008" y="622"/>
                    </a:cubicBezTo>
                    <a:cubicBezTo>
                      <a:pt x="3008" y="657"/>
                      <a:pt x="3008" y="691"/>
                      <a:pt x="3008" y="726"/>
                    </a:cubicBezTo>
                    <a:cubicBezTo>
                      <a:pt x="3043" y="726"/>
                      <a:pt x="3077" y="726"/>
                      <a:pt x="3112" y="726"/>
                    </a:cubicBezTo>
                    <a:cubicBezTo>
                      <a:pt x="3112" y="760"/>
                      <a:pt x="3112" y="795"/>
                      <a:pt x="3112" y="830"/>
                    </a:cubicBezTo>
                    <a:cubicBezTo>
                      <a:pt x="3146" y="830"/>
                      <a:pt x="3180" y="830"/>
                      <a:pt x="3216" y="830"/>
                    </a:cubicBezTo>
                    <a:cubicBezTo>
                      <a:pt x="3216" y="898"/>
                      <a:pt x="3216" y="967"/>
                      <a:pt x="3216" y="1037"/>
                    </a:cubicBezTo>
                    <a:cubicBezTo>
                      <a:pt x="3250" y="1037"/>
                      <a:pt x="3284" y="1037"/>
                      <a:pt x="3320" y="1037"/>
                    </a:cubicBezTo>
                    <a:cubicBezTo>
                      <a:pt x="3320" y="1106"/>
                      <a:pt x="3320" y="1174"/>
                      <a:pt x="3320" y="1245"/>
                    </a:cubicBezTo>
                    <a:cubicBezTo>
                      <a:pt x="3354" y="1245"/>
                      <a:pt x="3388" y="1245"/>
                      <a:pt x="3423" y="1245"/>
                    </a:cubicBezTo>
                    <a:cubicBezTo>
                      <a:pt x="3423" y="1553"/>
                      <a:pt x="3423" y="1861"/>
                      <a:pt x="3423" y="2178"/>
                    </a:cubicBezTo>
                    <a:cubicBezTo>
                      <a:pt x="3389" y="2178"/>
                      <a:pt x="3355" y="2178"/>
                      <a:pt x="3320" y="2178"/>
                    </a:cubicBezTo>
                    <a:cubicBezTo>
                      <a:pt x="3320" y="2281"/>
                      <a:pt x="3320" y="2384"/>
                      <a:pt x="3320" y="2490"/>
                    </a:cubicBezTo>
                    <a:cubicBezTo>
                      <a:pt x="3285" y="2490"/>
                      <a:pt x="3251" y="2490"/>
                      <a:pt x="3216" y="2490"/>
                    </a:cubicBezTo>
                    <a:cubicBezTo>
                      <a:pt x="3216" y="2524"/>
                      <a:pt x="3216" y="2558"/>
                      <a:pt x="3216" y="2593"/>
                    </a:cubicBezTo>
                    <a:cubicBezTo>
                      <a:pt x="3182" y="2593"/>
                      <a:pt x="3147" y="2593"/>
                      <a:pt x="3112" y="2593"/>
                    </a:cubicBezTo>
                    <a:cubicBezTo>
                      <a:pt x="3112" y="2662"/>
                      <a:pt x="3112" y="2730"/>
                      <a:pt x="3112" y="2801"/>
                    </a:cubicBezTo>
                    <a:cubicBezTo>
                      <a:pt x="3078" y="2801"/>
                      <a:pt x="3044" y="2801"/>
                      <a:pt x="3008" y="2801"/>
                    </a:cubicBezTo>
                    <a:cubicBezTo>
                      <a:pt x="3008" y="2835"/>
                      <a:pt x="3008" y="2869"/>
                      <a:pt x="3008" y="2905"/>
                    </a:cubicBezTo>
                    <a:cubicBezTo>
                      <a:pt x="2974" y="2905"/>
                      <a:pt x="2940" y="2905"/>
                      <a:pt x="2905" y="2905"/>
                    </a:cubicBezTo>
                    <a:cubicBezTo>
                      <a:pt x="2905" y="2939"/>
                      <a:pt x="2905" y="2973"/>
                      <a:pt x="2905" y="3008"/>
                    </a:cubicBezTo>
                    <a:cubicBezTo>
                      <a:pt x="2870" y="3008"/>
                      <a:pt x="2836" y="3008"/>
                      <a:pt x="2801" y="3008"/>
                    </a:cubicBezTo>
                    <a:cubicBezTo>
                      <a:pt x="2801" y="3043"/>
                      <a:pt x="2801" y="3077"/>
                      <a:pt x="2801" y="3112"/>
                    </a:cubicBezTo>
                    <a:cubicBezTo>
                      <a:pt x="2732" y="3112"/>
                      <a:pt x="2664" y="3112"/>
                      <a:pt x="2593" y="3112"/>
                    </a:cubicBezTo>
                    <a:cubicBezTo>
                      <a:pt x="2593" y="3146"/>
                      <a:pt x="2593" y="3180"/>
                      <a:pt x="2593" y="3216"/>
                    </a:cubicBezTo>
                    <a:cubicBezTo>
                      <a:pt x="2559" y="3216"/>
                      <a:pt x="2525" y="3216"/>
                      <a:pt x="2490" y="3216"/>
                    </a:cubicBezTo>
                    <a:cubicBezTo>
                      <a:pt x="2490" y="3250"/>
                      <a:pt x="2490" y="3284"/>
                      <a:pt x="2490" y="3320"/>
                    </a:cubicBezTo>
                    <a:cubicBezTo>
                      <a:pt x="2387" y="3320"/>
                      <a:pt x="2284" y="3320"/>
                      <a:pt x="2178" y="3320"/>
                    </a:cubicBezTo>
                    <a:cubicBezTo>
                      <a:pt x="2178" y="3354"/>
                      <a:pt x="2178" y="3388"/>
                      <a:pt x="2178" y="3423"/>
                    </a:cubicBezTo>
                    <a:cubicBezTo>
                      <a:pt x="1870" y="3423"/>
                      <a:pt x="1562" y="3423"/>
                      <a:pt x="1245" y="3423"/>
                    </a:cubicBezTo>
                    <a:cubicBezTo>
                      <a:pt x="1245" y="3389"/>
                      <a:pt x="1245" y="3355"/>
                      <a:pt x="1245" y="3320"/>
                    </a:cubicBezTo>
                    <a:cubicBezTo>
                      <a:pt x="1176" y="3320"/>
                      <a:pt x="1108" y="3320"/>
                      <a:pt x="1037" y="3320"/>
                    </a:cubicBezTo>
                    <a:cubicBezTo>
                      <a:pt x="1037" y="3285"/>
                      <a:pt x="1037" y="3251"/>
                      <a:pt x="1037" y="3216"/>
                    </a:cubicBezTo>
                    <a:cubicBezTo>
                      <a:pt x="969" y="3216"/>
                      <a:pt x="900" y="3216"/>
                      <a:pt x="830" y="3216"/>
                    </a:cubicBezTo>
                    <a:cubicBezTo>
                      <a:pt x="830" y="3182"/>
                      <a:pt x="830" y="3147"/>
                      <a:pt x="830" y="3112"/>
                    </a:cubicBezTo>
                    <a:cubicBezTo>
                      <a:pt x="761" y="3112"/>
                      <a:pt x="693" y="3112"/>
                      <a:pt x="622" y="3112"/>
                    </a:cubicBezTo>
                    <a:cubicBezTo>
                      <a:pt x="622" y="3078"/>
                      <a:pt x="622" y="3044"/>
                      <a:pt x="622" y="3008"/>
                    </a:cubicBezTo>
                    <a:cubicBezTo>
                      <a:pt x="588" y="3008"/>
                      <a:pt x="554" y="3008"/>
                      <a:pt x="519" y="3008"/>
                    </a:cubicBezTo>
                    <a:cubicBezTo>
                      <a:pt x="519" y="2974"/>
                      <a:pt x="519" y="2940"/>
                      <a:pt x="519" y="2905"/>
                    </a:cubicBezTo>
                    <a:cubicBezTo>
                      <a:pt x="484" y="2905"/>
                      <a:pt x="450" y="2905"/>
                      <a:pt x="415" y="2905"/>
                    </a:cubicBezTo>
                    <a:cubicBezTo>
                      <a:pt x="415" y="2870"/>
                      <a:pt x="415" y="2836"/>
                      <a:pt x="415" y="2801"/>
                    </a:cubicBezTo>
                    <a:cubicBezTo>
                      <a:pt x="381" y="2801"/>
                      <a:pt x="346" y="2801"/>
                      <a:pt x="311" y="2801"/>
                    </a:cubicBezTo>
                    <a:cubicBezTo>
                      <a:pt x="311" y="2732"/>
                      <a:pt x="311" y="2664"/>
                      <a:pt x="311" y="2593"/>
                    </a:cubicBezTo>
                    <a:cubicBezTo>
                      <a:pt x="277" y="2593"/>
                      <a:pt x="243" y="2593"/>
                      <a:pt x="207" y="2593"/>
                    </a:cubicBezTo>
                    <a:cubicBezTo>
                      <a:pt x="207" y="2525"/>
                      <a:pt x="207" y="2456"/>
                      <a:pt x="207" y="2386"/>
                    </a:cubicBezTo>
                    <a:cubicBezTo>
                      <a:pt x="173" y="2386"/>
                      <a:pt x="139" y="2386"/>
                      <a:pt x="104" y="2386"/>
                    </a:cubicBezTo>
                    <a:cubicBezTo>
                      <a:pt x="104" y="2283"/>
                      <a:pt x="104" y="2180"/>
                      <a:pt x="104" y="2075"/>
                    </a:cubicBezTo>
                    <a:cubicBezTo>
                      <a:pt x="70" y="2075"/>
                      <a:pt x="35" y="2075"/>
                      <a:pt x="0" y="2075"/>
                    </a:cubicBezTo>
                    <a:cubicBezTo>
                      <a:pt x="0" y="1869"/>
                      <a:pt x="0" y="1664"/>
                      <a:pt x="0" y="1452"/>
                    </a:cubicBezTo>
                    <a:cubicBezTo>
                      <a:pt x="34" y="1452"/>
                      <a:pt x="68" y="1452"/>
                      <a:pt x="104" y="1452"/>
                    </a:cubicBezTo>
                    <a:cubicBezTo>
                      <a:pt x="104" y="1315"/>
                      <a:pt x="104" y="1178"/>
                      <a:pt x="104" y="1037"/>
                    </a:cubicBezTo>
                    <a:cubicBezTo>
                      <a:pt x="138" y="1037"/>
                      <a:pt x="172" y="1037"/>
                      <a:pt x="207" y="1037"/>
                    </a:cubicBezTo>
                    <a:cubicBezTo>
                      <a:pt x="207" y="969"/>
                      <a:pt x="207" y="900"/>
                      <a:pt x="207" y="830"/>
                    </a:cubicBezTo>
                    <a:cubicBezTo>
                      <a:pt x="242" y="830"/>
                      <a:pt x="276" y="830"/>
                      <a:pt x="311" y="830"/>
                    </a:cubicBezTo>
                    <a:cubicBezTo>
                      <a:pt x="311" y="796"/>
                      <a:pt x="311" y="761"/>
                      <a:pt x="311" y="726"/>
                    </a:cubicBezTo>
                    <a:cubicBezTo>
                      <a:pt x="345" y="726"/>
                      <a:pt x="380" y="726"/>
                      <a:pt x="415" y="726"/>
                    </a:cubicBezTo>
                    <a:cubicBezTo>
                      <a:pt x="415" y="692"/>
                      <a:pt x="415" y="658"/>
                      <a:pt x="415" y="622"/>
                    </a:cubicBezTo>
                    <a:cubicBezTo>
                      <a:pt x="449" y="622"/>
                      <a:pt x="483" y="622"/>
                      <a:pt x="519" y="622"/>
                    </a:cubicBezTo>
                    <a:cubicBezTo>
                      <a:pt x="519" y="588"/>
                      <a:pt x="519" y="554"/>
                      <a:pt x="519" y="519"/>
                    </a:cubicBezTo>
                    <a:cubicBezTo>
                      <a:pt x="553" y="519"/>
                      <a:pt x="587" y="519"/>
                      <a:pt x="622" y="519"/>
                    </a:cubicBezTo>
                    <a:cubicBezTo>
                      <a:pt x="622" y="484"/>
                      <a:pt x="622" y="450"/>
                      <a:pt x="622" y="415"/>
                    </a:cubicBezTo>
                    <a:cubicBezTo>
                      <a:pt x="657" y="415"/>
                      <a:pt x="691" y="415"/>
                      <a:pt x="726" y="415"/>
                    </a:cubicBezTo>
                    <a:cubicBezTo>
                      <a:pt x="726" y="381"/>
                      <a:pt x="726" y="346"/>
                      <a:pt x="726" y="311"/>
                    </a:cubicBezTo>
                    <a:cubicBezTo>
                      <a:pt x="795" y="311"/>
                      <a:pt x="863" y="311"/>
                      <a:pt x="934" y="311"/>
                    </a:cubicBezTo>
                    <a:cubicBezTo>
                      <a:pt x="934" y="277"/>
                      <a:pt x="934" y="243"/>
                      <a:pt x="934" y="207"/>
                    </a:cubicBezTo>
                    <a:cubicBezTo>
                      <a:pt x="1002" y="207"/>
                      <a:pt x="1071" y="207"/>
                      <a:pt x="1141" y="207"/>
                    </a:cubicBezTo>
                    <a:cubicBezTo>
                      <a:pt x="1141" y="173"/>
                      <a:pt x="1141" y="139"/>
                      <a:pt x="1141" y="104"/>
                    </a:cubicBezTo>
                    <a:cubicBezTo>
                      <a:pt x="1278" y="104"/>
                      <a:pt x="1415" y="104"/>
                      <a:pt x="1556" y="104"/>
                    </a:cubicBezTo>
                    <a:cubicBezTo>
                      <a:pt x="1556" y="70"/>
                      <a:pt x="1556" y="35"/>
                      <a:pt x="155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35" name="ICON_REFERENCE_GRAPH_path_007"/>
              <p:cNvSpPr/>
              <p:nvPr/>
            </p:nvSpPr>
            <p:spPr>
              <a:xfrm>
                <a:off x="10574298" y="1715307"/>
                <a:ext cx="40840" cy="40840"/>
              </a:xfrm>
              <a:custGeom>
                <a:avLst/>
                <a:gdLst/>
                <a:ahLst/>
                <a:cxnLst/>
                <a:rect l="0" t="0" r="r" b="b"/>
                <a:pathLst>
                  <a:path w="3216" h="3216" fill="norm" stroke="0">
                    <a:moveTo>
                      <a:pt x="1245" y="0"/>
                    </a:moveTo>
                    <a:cubicBezTo>
                      <a:pt x="1484" y="0"/>
                      <a:pt x="1724" y="0"/>
                      <a:pt x="1971" y="0"/>
                    </a:cubicBezTo>
                    <a:cubicBezTo>
                      <a:pt x="1971" y="34"/>
                      <a:pt x="1971" y="68"/>
                      <a:pt x="1971" y="104"/>
                    </a:cubicBezTo>
                    <a:cubicBezTo>
                      <a:pt x="2074" y="104"/>
                      <a:pt x="2176" y="104"/>
                      <a:pt x="2282" y="104"/>
                    </a:cubicBezTo>
                    <a:cubicBezTo>
                      <a:pt x="2282" y="138"/>
                      <a:pt x="2282" y="172"/>
                      <a:pt x="2282" y="207"/>
                    </a:cubicBezTo>
                    <a:cubicBezTo>
                      <a:pt x="2351" y="207"/>
                      <a:pt x="2419" y="207"/>
                      <a:pt x="2490" y="207"/>
                    </a:cubicBezTo>
                    <a:cubicBezTo>
                      <a:pt x="2490" y="242"/>
                      <a:pt x="2490" y="276"/>
                      <a:pt x="2490" y="311"/>
                    </a:cubicBezTo>
                    <a:cubicBezTo>
                      <a:pt x="2524" y="311"/>
                      <a:pt x="2558" y="311"/>
                      <a:pt x="2593" y="311"/>
                    </a:cubicBezTo>
                    <a:cubicBezTo>
                      <a:pt x="2593" y="345"/>
                      <a:pt x="2593" y="380"/>
                      <a:pt x="2593" y="415"/>
                    </a:cubicBezTo>
                    <a:cubicBezTo>
                      <a:pt x="2628" y="415"/>
                      <a:pt x="2662" y="415"/>
                      <a:pt x="2697" y="415"/>
                    </a:cubicBezTo>
                    <a:cubicBezTo>
                      <a:pt x="2697" y="449"/>
                      <a:pt x="2697" y="483"/>
                      <a:pt x="2697" y="519"/>
                    </a:cubicBezTo>
                    <a:cubicBezTo>
                      <a:pt x="2731" y="519"/>
                      <a:pt x="2766" y="519"/>
                      <a:pt x="2801" y="519"/>
                    </a:cubicBezTo>
                    <a:cubicBezTo>
                      <a:pt x="2801" y="553"/>
                      <a:pt x="2801" y="587"/>
                      <a:pt x="2801" y="622"/>
                    </a:cubicBezTo>
                    <a:cubicBezTo>
                      <a:pt x="2835" y="622"/>
                      <a:pt x="2869" y="622"/>
                      <a:pt x="2905" y="622"/>
                    </a:cubicBezTo>
                    <a:cubicBezTo>
                      <a:pt x="2905" y="657"/>
                      <a:pt x="2905" y="691"/>
                      <a:pt x="2905" y="726"/>
                    </a:cubicBezTo>
                    <a:cubicBezTo>
                      <a:pt x="2939" y="726"/>
                      <a:pt x="2973" y="726"/>
                      <a:pt x="3008" y="726"/>
                    </a:cubicBezTo>
                    <a:cubicBezTo>
                      <a:pt x="3008" y="795"/>
                      <a:pt x="3008" y="863"/>
                      <a:pt x="3008" y="934"/>
                    </a:cubicBezTo>
                    <a:cubicBezTo>
                      <a:pt x="3043" y="934"/>
                      <a:pt x="3077" y="934"/>
                      <a:pt x="3112" y="934"/>
                    </a:cubicBezTo>
                    <a:cubicBezTo>
                      <a:pt x="3112" y="1036"/>
                      <a:pt x="3112" y="1139"/>
                      <a:pt x="3112" y="1245"/>
                    </a:cubicBezTo>
                    <a:cubicBezTo>
                      <a:pt x="3146" y="1245"/>
                      <a:pt x="3180" y="1245"/>
                      <a:pt x="3216" y="1245"/>
                    </a:cubicBezTo>
                    <a:cubicBezTo>
                      <a:pt x="3216" y="1484"/>
                      <a:pt x="3216" y="1724"/>
                      <a:pt x="3216" y="1971"/>
                    </a:cubicBezTo>
                    <a:cubicBezTo>
                      <a:pt x="3182" y="1971"/>
                      <a:pt x="3147" y="1971"/>
                      <a:pt x="3112" y="1971"/>
                    </a:cubicBezTo>
                    <a:cubicBezTo>
                      <a:pt x="3112" y="2074"/>
                      <a:pt x="3112" y="2176"/>
                      <a:pt x="3112" y="2282"/>
                    </a:cubicBezTo>
                    <a:cubicBezTo>
                      <a:pt x="3078" y="2282"/>
                      <a:pt x="3044" y="2282"/>
                      <a:pt x="3008" y="2282"/>
                    </a:cubicBezTo>
                    <a:cubicBezTo>
                      <a:pt x="3008" y="2316"/>
                      <a:pt x="3008" y="2351"/>
                      <a:pt x="3008" y="2386"/>
                    </a:cubicBezTo>
                    <a:cubicBezTo>
                      <a:pt x="2974" y="2386"/>
                      <a:pt x="2940" y="2386"/>
                      <a:pt x="2905" y="2386"/>
                    </a:cubicBezTo>
                    <a:cubicBezTo>
                      <a:pt x="2905" y="2454"/>
                      <a:pt x="2905" y="2523"/>
                      <a:pt x="2905" y="2593"/>
                    </a:cubicBezTo>
                    <a:cubicBezTo>
                      <a:pt x="2870" y="2593"/>
                      <a:pt x="2836" y="2593"/>
                      <a:pt x="2801" y="2593"/>
                    </a:cubicBezTo>
                    <a:cubicBezTo>
                      <a:pt x="2801" y="2628"/>
                      <a:pt x="2801" y="2662"/>
                      <a:pt x="2801" y="2697"/>
                    </a:cubicBezTo>
                    <a:cubicBezTo>
                      <a:pt x="2767" y="2697"/>
                      <a:pt x="2732" y="2697"/>
                      <a:pt x="2697" y="2697"/>
                    </a:cubicBezTo>
                    <a:cubicBezTo>
                      <a:pt x="2697" y="2731"/>
                      <a:pt x="2697" y="2766"/>
                      <a:pt x="2697" y="2801"/>
                    </a:cubicBezTo>
                    <a:cubicBezTo>
                      <a:pt x="2663" y="2801"/>
                      <a:pt x="2629" y="2801"/>
                      <a:pt x="2593" y="2801"/>
                    </a:cubicBezTo>
                    <a:cubicBezTo>
                      <a:pt x="2593" y="2835"/>
                      <a:pt x="2593" y="2869"/>
                      <a:pt x="2593" y="2905"/>
                    </a:cubicBezTo>
                    <a:cubicBezTo>
                      <a:pt x="2525" y="2905"/>
                      <a:pt x="2456" y="2905"/>
                      <a:pt x="2386" y="2905"/>
                    </a:cubicBezTo>
                    <a:cubicBezTo>
                      <a:pt x="2386" y="2939"/>
                      <a:pt x="2386" y="2973"/>
                      <a:pt x="2386" y="3008"/>
                    </a:cubicBezTo>
                    <a:cubicBezTo>
                      <a:pt x="2317" y="3008"/>
                      <a:pt x="2249" y="3008"/>
                      <a:pt x="2178" y="3008"/>
                    </a:cubicBezTo>
                    <a:cubicBezTo>
                      <a:pt x="2178" y="3043"/>
                      <a:pt x="2178" y="3077"/>
                      <a:pt x="2178" y="3112"/>
                    </a:cubicBezTo>
                    <a:cubicBezTo>
                      <a:pt x="2041" y="3112"/>
                      <a:pt x="1905" y="3112"/>
                      <a:pt x="1763" y="3112"/>
                    </a:cubicBezTo>
                    <a:cubicBezTo>
                      <a:pt x="1763" y="3146"/>
                      <a:pt x="1763" y="3180"/>
                      <a:pt x="1763" y="3216"/>
                    </a:cubicBezTo>
                    <a:cubicBezTo>
                      <a:pt x="1661" y="3216"/>
                      <a:pt x="1558" y="3216"/>
                      <a:pt x="1452" y="3216"/>
                    </a:cubicBezTo>
                    <a:cubicBezTo>
                      <a:pt x="1452" y="3182"/>
                      <a:pt x="1452" y="3147"/>
                      <a:pt x="1452" y="3112"/>
                    </a:cubicBezTo>
                    <a:cubicBezTo>
                      <a:pt x="1315" y="3112"/>
                      <a:pt x="1178" y="3112"/>
                      <a:pt x="1037" y="3112"/>
                    </a:cubicBezTo>
                    <a:cubicBezTo>
                      <a:pt x="1037" y="3078"/>
                      <a:pt x="1037" y="3044"/>
                      <a:pt x="1037" y="3008"/>
                    </a:cubicBezTo>
                    <a:cubicBezTo>
                      <a:pt x="969" y="3008"/>
                      <a:pt x="900" y="3008"/>
                      <a:pt x="830" y="3008"/>
                    </a:cubicBezTo>
                    <a:cubicBezTo>
                      <a:pt x="830" y="2974"/>
                      <a:pt x="830" y="2940"/>
                      <a:pt x="830" y="2905"/>
                    </a:cubicBezTo>
                    <a:cubicBezTo>
                      <a:pt x="761" y="2905"/>
                      <a:pt x="693" y="2905"/>
                      <a:pt x="622" y="2905"/>
                    </a:cubicBezTo>
                    <a:cubicBezTo>
                      <a:pt x="622" y="2870"/>
                      <a:pt x="622" y="2836"/>
                      <a:pt x="622" y="2801"/>
                    </a:cubicBezTo>
                    <a:cubicBezTo>
                      <a:pt x="588" y="2801"/>
                      <a:pt x="554" y="2801"/>
                      <a:pt x="519" y="2801"/>
                    </a:cubicBezTo>
                    <a:cubicBezTo>
                      <a:pt x="519" y="2767"/>
                      <a:pt x="519" y="2732"/>
                      <a:pt x="519" y="2697"/>
                    </a:cubicBezTo>
                    <a:cubicBezTo>
                      <a:pt x="484" y="2697"/>
                      <a:pt x="450" y="2697"/>
                      <a:pt x="415" y="2697"/>
                    </a:cubicBezTo>
                    <a:cubicBezTo>
                      <a:pt x="415" y="2663"/>
                      <a:pt x="415" y="2629"/>
                      <a:pt x="415" y="2593"/>
                    </a:cubicBezTo>
                    <a:cubicBezTo>
                      <a:pt x="381" y="2593"/>
                      <a:pt x="346" y="2593"/>
                      <a:pt x="311" y="2593"/>
                    </a:cubicBezTo>
                    <a:cubicBezTo>
                      <a:pt x="311" y="2525"/>
                      <a:pt x="311" y="2456"/>
                      <a:pt x="311" y="2386"/>
                    </a:cubicBezTo>
                    <a:cubicBezTo>
                      <a:pt x="277" y="2386"/>
                      <a:pt x="243" y="2386"/>
                      <a:pt x="207" y="2386"/>
                    </a:cubicBezTo>
                    <a:cubicBezTo>
                      <a:pt x="207" y="2352"/>
                      <a:pt x="207" y="2317"/>
                      <a:pt x="207" y="2282"/>
                    </a:cubicBezTo>
                    <a:cubicBezTo>
                      <a:pt x="173" y="2282"/>
                      <a:pt x="139" y="2282"/>
                      <a:pt x="104" y="2282"/>
                    </a:cubicBezTo>
                    <a:cubicBezTo>
                      <a:pt x="104" y="2145"/>
                      <a:pt x="104" y="2008"/>
                      <a:pt x="104" y="1867"/>
                    </a:cubicBezTo>
                    <a:cubicBezTo>
                      <a:pt x="70" y="1867"/>
                      <a:pt x="35" y="1867"/>
                      <a:pt x="0" y="1867"/>
                    </a:cubicBezTo>
                    <a:cubicBezTo>
                      <a:pt x="0" y="1696"/>
                      <a:pt x="0" y="1525"/>
                      <a:pt x="0" y="1349"/>
                    </a:cubicBezTo>
                    <a:cubicBezTo>
                      <a:pt x="34" y="1349"/>
                      <a:pt x="68" y="1349"/>
                      <a:pt x="104" y="1349"/>
                    </a:cubicBezTo>
                    <a:cubicBezTo>
                      <a:pt x="104" y="1246"/>
                      <a:pt x="104" y="1143"/>
                      <a:pt x="104" y="1037"/>
                    </a:cubicBezTo>
                    <a:cubicBezTo>
                      <a:pt x="138" y="1037"/>
                      <a:pt x="172" y="1037"/>
                      <a:pt x="207" y="1037"/>
                    </a:cubicBezTo>
                    <a:cubicBezTo>
                      <a:pt x="207" y="969"/>
                      <a:pt x="207" y="900"/>
                      <a:pt x="207" y="830"/>
                    </a:cubicBezTo>
                    <a:cubicBezTo>
                      <a:pt x="242" y="830"/>
                      <a:pt x="276" y="830"/>
                      <a:pt x="311" y="830"/>
                    </a:cubicBezTo>
                    <a:cubicBezTo>
                      <a:pt x="311" y="761"/>
                      <a:pt x="311" y="693"/>
                      <a:pt x="311" y="622"/>
                    </a:cubicBezTo>
                    <a:cubicBezTo>
                      <a:pt x="345" y="622"/>
                      <a:pt x="380" y="622"/>
                      <a:pt x="415" y="622"/>
                    </a:cubicBezTo>
                    <a:cubicBezTo>
                      <a:pt x="415" y="588"/>
                      <a:pt x="415" y="554"/>
                      <a:pt x="415" y="519"/>
                    </a:cubicBezTo>
                    <a:cubicBezTo>
                      <a:pt x="449" y="519"/>
                      <a:pt x="483" y="519"/>
                      <a:pt x="519" y="519"/>
                    </a:cubicBezTo>
                    <a:cubicBezTo>
                      <a:pt x="519" y="484"/>
                      <a:pt x="519" y="450"/>
                      <a:pt x="519" y="415"/>
                    </a:cubicBezTo>
                    <a:cubicBezTo>
                      <a:pt x="553" y="415"/>
                      <a:pt x="587" y="415"/>
                      <a:pt x="622" y="415"/>
                    </a:cubicBezTo>
                    <a:cubicBezTo>
                      <a:pt x="622" y="381"/>
                      <a:pt x="622" y="346"/>
                      <a:pt x="622" y="311"/>
                    </a:cubicBezTo>
                    <a:cubicBezTo>
                      <a:pt x="657" y="311"/>
                      <a:pt x="691" y="311"/>
                      <a:pt x="726" y="311"/>
                    </a:cubicBezTo>
                    <a:cubicBezTo>
                      <a:pt x="726" y="277"/>
                      <a:pt x="726" y="243"/>
                      <a:pt x="726" y="207"/>
                    </a:cubicBezTo>
                    <a:cubicBezTo>
                      <a:pt x="795" y="207"/>
                      <a:pt x="863" y="207"/>
                      <a:pt x="934" y="207"/>
                    </a:cubicBezTo>
                    <a:cubicBezTo>
                      <a:pt x="934" y="173"/>
                      <a:pt x="934" y="139"/>
                      <a:pt x="934" y="104"/>
                    </a:cubicBezTo>
                    <a:cubicBezTo>
                      <a:pt x="1036" y="104"/>
                      <a:pt x="1139" y="104"/>
                      <a:pt x="1245" y="104"/>
                    </a:cubicBezTo>
                    <a:cubicBezTo>
                      <a:pt x="1245" y="70"/>
                      <a:pt x="1245" y="35"/>
                      <a:pt x="124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36" name="ICON_REFERENCE_GRAPH_path_008"/>
              <p:cNvSpPr/>
              <p:nvPr/>
            </p:nvSpPr>
            <p:spPr>
              <a:xfrm>
                <a:off x="10555854" y="1837828"/>
                <a:ext cx="36888" cy="38205"/>
              </a:xfrm>
              <a:custGeom>
                <a:avLst/>
                <a:gdLst/>
                <a:ahLst/>
                <a:cxnLst/>
                <a:rect l="0" t="0" r="r" b="b"/>
                <a:pathLst>
                  <a:path w="2905" h="3008" fill="norm" stroke="0">
                    <a:moveTo>
                      <a:pt x="1141" y="0"/>
                    </a:moveTo>
                    <a:cubicBezTo>
                      <a:pt x="1312" y="0"/>
                      <a:pt x="1483" y="0"/>
                      <a:pt x="1660" y="0"/>
                    </a:cubicBezTo>
                    <a:cubicBezTo>
                      <a:pt x="1660" y="34"/>
                      <a:pt x="1660" y="68"/>
                      <a:pt x="1660" y="104"/>
                    </a:cubicBezTo>
                    <a:cubicBezTo>
                      <a:pt x="1762" y="104"/>
                      <a:pt x="1865" y="104"/>
                      <a:pt x="1971" y="104"/>
                    </a:cubicBezTo>
                    <a:cubicBezTo>
                      <a:pt x="1971" y="138"/>
                      <a:pt x="1971" y="172"/>
                      <a:pt x="1971" y="207"/>
                    </a:cubicBezTo>
                    <a:cubicBezTo>
                      <a:pt x="2039" y="207"/>
                      <a:pt x="2108" y="207"/>
                      <a:pt x="2178" y="207"/>
                    </a:cubicBezTo>
                    <a:cubicBezTo>
                      <a:pt x="2178" y="242"/>
                      <a:pt x="2178" y="276"/>
                      <a:pt x="2178" y="311"/>
                    </a:cubicBezTo>
                    <a:cubicBezTo>
                      <a:pt x="2213" y="311"/>
                      <a:pt x="2247" y="311"/>
                      <a:pt x="2282" y="311"/>
                    </a:cubicBezTo>
                    <a:cubicBezTo>
                      <a:pt x="2282" y="345"/>
                      <a:pt x="2282" y="380"/>
                      <a:pt x="2282" y="415"/>
                    </a:cubicBezTo>
                    <a:cubicBezTo>
                      <a:pt x="2351" y="415"/>
                      <a:pt x="2419" y="415"/>
                      <a:pt x="2490" y="415"/>
                    </a:cubicBezTo>
                    <a:cubicBezTo>
                      <a:pt x="2490" y="449"/>
                      <a:pt x="2490" y="483"/>
                      <a:pt x="2490" y="519"/>
                    </a:cubicBezTo>
                    <a:cubicBezTo>
                      <a:pt x="2524" y="519"/>
                      <a:pt x="2558" y="519"/>
                      <a:pt x="2593" y="519"/>
                    </a:cubicBezTo>
                    <a:cubicBezTo>
                      <a:pt x="2593" y="587"/>
                      <a:pt x="2593" y="656"/>
                      <a:pt x="2593" y="726"/>
                    </a:cubicBezTo>
                    <a:cubicBezTo>
                      <a:pt x="2628" y="726"/>
                      <a:pt x="2662" y="726"/>
                      <a:pt x="2697" y="726"/>
                    </a:cubicBezTo>
                    <a:cubicBezTo>
                      <a:pt x="2697" y="795"/>
                      <a:pt x="2697" y="863"/>
                      <a:pt x="2697" y="934"/>
                    </a:cubicBezTo>
                    <a:cubicBezTo>
                      <a:pt x="2731" y="934"/>
                      <a:pt x="2766" y="934"/>
                      <a:pt x="2801" y="934"/>
                    </a:cubicBezTo>
                    <a:cubicBezTo>
                      <a:pt x="2801" y="1002"/>
                      <a:pt x="2801" y="1071"/>
                      <a:pt x="2801" y="1141"/>
                    </a:cubicBezTo>
                    <a:cubicBezTo>
                      <a:pt x="2835" y="1141"/>
                      <a:pt x="2869" y="1141"/>
                      <a:pt x="2905" y="1141"/>
                    </a:cubicBezTo>
                    <a:cubicBezTo>
                      <a:pt x="2905" y="1415"/>
                      <a:pt x="2905" y="1689"/>
                      <a:pt x="2905" y="1971"/>
                    </a:cubicBezTo>
                    <a:cubicBezTo>
                      <a:pt x="2870" y="1971"/>
                      <a:pt x="2836" y="1971"/>
                      <a:pt x="2801" y="1971"/>
                    </a:cubicBezTo>
                    <a:cubicBezTo>
                      <a:pt x="2801" y="2039"/>
                      <a:pt x="2801" y="2108"/>
                      <a:pt x="2801" y="2178"/>
                    </a:cubicBezTo>
                    <a:cubicBezTo>
                      <a:pt x="2767" y="2178"/>
                      <a:pt x="2732" y="2178"/>
                      <a:pt x="2697" y="2178"/>
                    </a:cubicBezTo>
                    <a:cubicBezTo>
                      <a:pt x="2697" y="2247"/>
                      <a:pt x="2697" y="2315"/>
                      <a:pt x="2697" y="2386"/>
                    </a:cubicBezTo>
                    <a:cubicBezTo>
                      <a:pt x="2663" y="2386"/>
                      <a:pt x="2629" y="2386"/>
                      <a:pt x="2593" y="2386"/>
                    </a:cubicBezTo>
                    <a:cubicBezTo>
                      <a:pt x="2593" y="2420"/>
                      <a:pt x="2593" y="2454"/>
                      <a:pt x="2593" y="2490"/>
                    </a:cubicBezTo>
                    <a:cubicBezTo>
                      <a:pt x="2559" y="2490"/>
                      <a:pt x="2525" y="2490"/>
                      <a:pt x="2490" y="2490"/>
                    </a:cubicBezTo>
                    <a:cubicBezTo>
                      <a:pt x="2490" y="2524"/>
                      <a:pt x="2490" y="2558"/>
                      <a:pt x="2490" y="2593"/>
                    </a:cubicBezTo>
                    <a:cubicBezTo>
                      <a:pt x="2455" y="2593"/>
                      <a:pt x="2421" y="2593"/>
                      <a:pt x="2386" y="2593"/>
                    </a:cubicBezTo>
                    <a:cubicBezTo>
                      <a:pt x="2386" y="2628"/>
                      <a:pt x="2386" y="2662"/>
                      <a:pt x="2386" y="2697"/>
                    </a:cubicBezTo>
                    <a:cubicBezTo>
                      <a:pt x="2352" y="2697"/>
                      <a:pt x="2317" y="2697"/>
                      <a:pt x="2282" y="2697"/>
                    </a:cubicBezTo>
                    <a:cubicBezTo>
                      <a:pt x="2282" y="2731"/>
                      <a:pt x="2282" y="2766"/>
                      <a:pt x="2282" y="2801"/>
                    </a:cubicBezTo>
                    <a:cubicBezTo>
                      <a:pt x="2214" y="2801"/>
                      <a:pt x="2145" y="2801"/>
                      <a:pt x="2075" y="2801"/>
                    </a:cubicBezTo>
                    <a:cubicBezTo>
                      <a:pt x="2075" y="2835"/>
                      <a:pt x="2075" y="2869"/>
                      <a:pt x="2075" y="2905"/>
                    </a:cubicBezTo>
                    <a:cubicBezTo>
                      <a:pt x="1972" y="2905"/>
                      <a:pt x="1869" y="2905"/>
                      <a:pt x="1763" y="2905"/>
                    </a:cubicBezTo>
                    <a:cubicBezTo>
                      <a:pt x="1763" y="2939"/>
                      <a:pt x="1763" y="2973"/>
                      <a:pt x="1763" y="3008"/>
                    </a:cubicBezTo>
                    <a:cubicBezTo>
                      <a:pt x="1524" y="3008"/>
                      <a:pt x="1284" y="3008"/>
                      <a:pt x="1037" y="3008"/>
                    </a:cubicBezTo>
                    <a:cubicBezTo>
                      <a:pt x="1037" y="2974"/>
                      <a:pt x="1037" y="2940"/>
                      <a:pt x="1037" y="2905"/>
                    </a:cubicBezTo>
                    <a:cubicBezTo>
                      <a:pt x="969" y="2905"/>
                      <a:pt x="900" y="2905"/>
                      <a:pt x="830" y="2905"/>
                    </a:cubicBezTo>
                    <a:cubicBezTo>
                      <a:pt x="830" y="2870"/>
                      <a:pt x="830" y="2836"/>
                      <a:pt x="830" y="2801"/>
                    </a:cubicBezTo>
                    <a:cubicBezTo>
                      <a:pt x="761" y="2801"/>
                      <a:pt x="693" y="2801"/>
                      <a:pt x="622" y="2801"/>
                    </a:cubicBezTo>
                    <a:cubicBezTo>
                      <a:pt x="622" y="2767"/>
                      <a:pt x="622" y="2732"/>
                      <a:pt x="622" y="2697"/>
                    </a:cubicBezTo>
                    <a:cubicBezTo>
                      <a:pt x="554" y="2697"/>
                      <a:pt x="485" y="2697"/>
                      <a:pt x="415" y="2697"/>
                    </a:cubicBezTo>
                    <a:cubicBezTo>
                      <a:pt x="415" y="2663"/>
                      <a:pt x="415" y="2629"/>
                      <a:pt x="415" y="2593"/>
                    </a:cubicBezTo>
                    <a:cubicBezTo>
                      <a:pt x="381" y="2593"/>
                      <a:pt x="346" y="2593"/>
                      <a:pt x="311" y="2593"/>
                    </a:cubicBezTo>
                    <a:cubicBezTo>
                      <a:pt x="311" y="2525"/>
                      <a:pt x="311" y="2456"/>
                      <a:pt x="311" y="2386"/>
                    </a:cubicBezTo>
                    <a:cubicBezTo>
                      <a:pt x="277" y="2386"/>
                      <a:pt x="243" y="2386"/>
                      <a:pt x="207" y="2386"/>
                    </a:cubicBezTo>
                    <a:cubicBezTo>
                      <a:pt x="207" y="2352"/>
                      <a:pt x="207" y="2317"/>
                      <a:pt x="207" y="2282"/>
                    </a:cubicBezTo>
                    <a:cubicBezTo>
                      <a:pt x="173" y="2282"/>
                      <a:pt x="139" y="2282"/>
                      <a:pt x="104" y="2282"/>
                    </a:cubicBezTo>
                    <a:cubicBezTo>
                      <a:pt x="104" y="2214"/>
                      <a:pt x="104" y="2145"/>
                      <a:pt x="104" y="2075"/>
                    </a:cubicBezTo>
                    <a:cubicBezTo>
                      <a:pt x="70" y="2075"/>
                      <a:pt x="35" y="2075"/>
                      <a:pt x="0" y="2075"/>
                    </a:cubicBezTo>
                    <a:cubicBezTo>
                      <a:pt x="0" y="1732"/>
                      <a:pt x="0" y="1390"/>
                      <a:pt x="0" y="1037"/>
                    </a:cubicBezTo>
                    <a:cubicBezTo>
                      <a:pt x="34" y="1037"/>
                      <a:pt x="68" y="1037"/>
                      <a:pt x="104" y="1037"/>
                    </a:cubicBezTo>
                    <a:cubicBezTo>
                      <a:pt x="104" y="969"/>
                      <a:pt x="104" y="900"/>
                      <a:pt x="104" y="830"/>
                    </a:cubicBezTo>
                    <a:cubicBezTo>
                      <a:pt x="138" y="830"/>
                      <a:pt x="172" y="830"/>
                      <a:pt x="207" y="830"/>
                    </a:cubicBezTo>
                    <a:cubicBezTo>
                      <a:pt x="207" y="761"/>
                      <a:pt x="207" y="693"/>
                      <a:pt x="207" y="622"/>
                    </a:cubicBezTo>
                    <a:cubicBezTo>
                      <a:pt x="242" y="622"/>
                      <a:pt x="276" y="622"/>
                      <a:pt x="311" y="622"/>
                    </a:cubicBezTo>
                    <a:cubicBezTo>
                      <a:pt x="311" y="588"/>
                      <a:pt x="311" y="554"/>
                      <a:pt x="311" y="519"/>
                    </a:cubicBezTo>
                    <a:cubicBezTo>
                      <a:pt x="345" y="519"/>
                      <a:pt x="380" y="519"/>
                      <a:pt x="415" y="519"/>
                    </a:cubicBezTo>
                    <a:cubicBezTo>
                      <a:pt x="415" y="484"/>
                      <a:pt x="415" y="450"/>
                      <a:pt x="415" y="415"/>
                    </a:cubicBezTo>
                    <a:cubicBezTo>
                      <a:pt x="449" y="415"/>
                      <a:pt x="483" y="415"/>
                      <a:pt x="519" y="415"/>
                    </a:cubicBezTo>
                    <a:cubicBezTo>
                      <a:pt x="519" y="381"/>
                      <a:pt x="519" y="346"/>
                      <a:pt x="519" y="311"/>
                    </a:cubicBezTo>
                    <a:cubicBezTo>
                      <a:pt x="553" y="311"/>
                      <a:pt x="587" y="311"/>
                      <a:pt x="622" y="311"/>
                    </a:cubicBezTo>
                    <a:cubicBezTo>
                      <a:pt x="622" y="277"/>
                      <a:pt x="622" y="243"/>
                      <a:pt x="622" y="207"/>
                    </a:cubicBezTo>
                    <a:cubicBezTo>
                      <a:pt x="691" y="207"/>
                      <a:pt x="759" y="207"/>
                      <a:pt x="830" y="207"/>
                    </a:cubicBezTo>
                    <a:cubicBezTo>
                      <a:pt x="830" y="173"/>
                      <a:pt x="830" y="139"/>
                      <a:pt x="830" y="104"/>
                    </a:cubicBezTo>
                    <a:cubicBezTo>
                      <a:pt x="933" y="104"/>
                      <a:pt x="1035" y="104"/>
                      <a:pt x="1141" y="104"/>
                    </a:cubicBezTo>
                    <a:cubicBezTo>
                      <a:pt x="1141" y="70"/>
                      <a:pt x="1141" y="35"/>
                      <a:pt x="114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37" name="ICON_REFERENCE_GRAPH_path_009"/>
              <p:cNvSpPr/>
              <p:nvPr/>
            </p:nvSpPr>
            <p:spPr>
              <a:xfrm>
                <a:off x="10470221" y="1669197"/>
                <a:ext cx="7905" cy="52697"/>
              </a:xfrm>
              <a:custGeom>
                <a:avLst/>
                <a:gdLst/>
                <a:ahLst/>
                <a:cxnLst/>
                <a:rect l="0" t="0" r="r" b="b"/>
                <a:pathLst>
                  <a:path w="622" h="4149" fill="norm" stroke="0">
                    <a:moveTo>
                      <a:pt x="0" y="0"/>
                    </a:moveTo>
                    <a:cubicBezTo>
                      <a:pt x="68" y="0"/>
                      <a:pt x="137" y="0"/>
                      <a:pt x="207" y="0"/>
                    </a:cubicBezTo>
                    <a:cubicBezTo>
                      <a:pt x="207" y="34"/>
                      <a:pt x="207" y="68"/>
                      <a:pt x="207" y="104"/>
                    </a:cubicBezTo>
                    <a:cubicBezTo>
                      <a:pt x="276" y="104"/>
                      <a:pt x="344" y="104"/>
                      <a:pt x="415" y="104"/>
                    </a:cubicBezTo>
                    <a:cubicBezTo>
                      <a:pt x="415" y="138"/>
                      <a:pt x="415" y="172"/>
                      <a:pt x="415" y="207"/>
                    </a:cubicBezTo>
                    <a:cubicBezTo>
                      <a:pt x="449" y="207"/>
                      <a:pt x="483" y="207"/>
                      <a:pt x="519" y="207"/>
                    </a:cubicBezTo>
                    <a:cubicBezTo>
                      <a:pt x="519" y="242"/>
                      <a:pt x="519" y="276"/>
                      <a:pt x="519" y="311"/>
                    </a:cubicBezTo>
                    <a:cubicBezTo>
                      <a:pt x="553" y="311"/>
                      <a:pt x="587" y="311"/>
                      <a:pt x="622" y="311"/>
                    </a:cubicBezTo>
                    <a:cubicBezTo>
                      <a:pt x="622" y="1544"/>
                      <a:pt x="622" y="2776"/>
                      <a:pt x="622" y="4046"/>
                    </a:cubicBezTo>
                    <a:cubicBezTo>
                      <a:pt x="588" y="4046"/>
                      <a:pt x="554" y="4046"/>
                      <a:pt x="519" y="4046"/>
                    </a:cubicBezTo>
                    <a:cubicBezTo>
                      <a:pt x="519" y="4080"/>
                      <a:pt x="519" y="4114"/>
                      <a:pt x="519" y="4149"/>
                    </a:cubicBezTo>
                    <a:cubicBezTo>
                      <a:pt x="416" y="4149"/>
                      <a:pt x="313" y="4149"/>
                      <a:pt x="207" y="4149"/>
                    </a:cubicBezTo>
                    <a:cubicBezTo>
                      <a:pt x="207" y="4115"/>
                      <a:pt x="207" y="4081"/>
                      <a:pt x="207" y="4046"/>
                    </a:cubicBezTo>
                    <a:cubicBezTo>
                      <a:pt x="173" y="4046"/>
                      <a:pt x="139" y="4046"/>
                      <a:pt x="104" y="4046"/>
                    </a:cubicBezTo>
                    <a:cubicBezTo>
                      <a:pt x="104" y="4011"/>
                      <a:pt x="104" y="3977"/>
                      <a:pt x="104" y="3942"/>
                    </a:cubicBezTo>
                    <a:cubicBezTo>
                      <a:pt x="70" y="3942"/>
                      <a:pt x="35" y="3942"/>
                      <a:pt x="0" y="3942"/>
                    </a:cubicBezTo>
                    <a:cubicBezTo>
                      <a:pt x="0" y="3873"/>
                      <a:pt x="0" y="3805"/>
                      <a:pt x="0" y="3734"/>
                    </a:cubicBezTo>
                    <a:cubicBezTo>
                      <a:pt x="34" y="3734"/>
                      <a:pt x="68" y="3734"/>
                      <a:pt x="104" y="3734"/>
                    </a:cubicBezTo>
                    <a:cubicBezTo>
                      <a:pt x="104" y="3700"/>
                      <a:pt x="104" y="3666"/>
                      <a:pt x="104" y="3631"/>
                    </a:cubicBezTo>
                    <a:cubicBezTo>
                      <a:pt x="138" y="3631"/>
                      <a:pt x="172" y="3631"/>
                      <a:pt x="207" y="3631"/>
                    </a:cubicBezTo>
                    <a:cubicBezTo>
                      <a:pt x="207" y="3596"/>
                      <a:pt x="207" y="3562"/>
                      <a:pt x="207" y="3527"/>
                    </a:cubicBezTo>
                    <a:cubicBezTo>
                      <a:pt x="242" y="3527"/>
                      <a:pt x="276" y="3527"/>
                      <a:pt x="311" y="3527"/>
                    </a:cubicBezTo>
                    <a:cubicBezTo>
                      <a:pt x="311" y="3561"/>
                      <a:pt x="311" y="3595"/>
                      <a:pt x="311" y="3631"/>
                    </a:cubicBezTo>
                    <a:cubicBezTo>
                      <a:pt x="345" y="3631"/>
                      <a:pt x="380" y="3631"/>
                      <a:pt x="415" y="3631"/>
                    </a:cubicBezTo>
                    <a:cubicBezTo>
                      <a:pt x="415" y="2604"/>
                      <a:pt x="415" y="1577"/>
                      <a:pt x="415" y="519"/>
                    </a:cubicBezTo>
                    <a:cubicBezTo>
                      <a:pt x="381" y="519"/>
                      <a:pt x="346" y="519"/>
                      <a:pt x="311" y="519"/>
                    </a:cubicBezTo>
                    <a:cubicBezTo>
                      <a:pt x="311" y="553"/>
                      <a:pt x="311" y="587"/>
                      <a:pt x="311" y="622"/>
                    </a:cubicBezTo>
                    <a:cubicBezTo>
                      <a:pt x="277" y="622"/>
                      <a:pt x="243" y="622"/>
                      <a:pt x="207" y="622"/>
                    </a:cubicBezTo>
                    <a:cubicBezTo>
                      <a:pt x="207" y="485"/>
                      <a:pt x="207" y="349"/>
                      <a:pt x="207" y="207"/>
                    </a:cubicBezTo>
                    <a:cubicBezTo>
                      <a:pt x="173" y="207"/>
                      <a:pt x="139" y="207"/>
                      <a:pt x="104" y="207"/>
                    </a:cubicBezTo>
                    <a:cubicBezTo>
                      <a:pt x="75" y="162"/>
                      <a:pt x="75" y="162"/>
                      <a:pt x="52" y="104"/>
                    </a:cubicBezTo>
                    <a:cubicBezTo>
                      <a:pt x="42" y="84"/>
                      <a:pt x="33" y="65"/>
                      <a:pt x="23" y="45"/>
                    </a:cubicBezTo>
                    <a:cubicBezTo>
                      <a:pt x="15" y="30"/>
                      <a:pt x="8" y="15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38" name="ICON_REFERENCE_GRAPH_path_010"/>
              <p:cNvSpPr/>
              <p:nvPr/>
            </p:nvSpPr>
            <p:spPr>
              <a:xfrm>
                <a:off x="10486030" y="1658658"/>
                <a:ext cx="22396" cy="63237"/>
              </a:xfrm>
              <a:custGeom>
                <a:avLst/>
                <a:gdLst/>
                <a:ahLst/>
                <a:cxnLst/>
                <a:rect l="0" t="0" r="r" b="b"/>
                <a:pathLst>
                  <a:path w="1763" h="4979" fill="norm" stroke="0">
                    <a:moveTo>
                      <a:pt x="1660" y="0"/>
                    </a:moveTo>
                    <a:cubicBezTo>
                      <a:pt x="1694" y="17"/>
                      <a:pt x="1728" y="34"/>
                      <a:pt x="1763" y="52"/>
                    </a:cubicBezTo>
                    <a:cubicBezTo>
                      <a:pt x="1753" y="59"/>
                      <a:pt x="1742" y="67"/>
                      <a:pt x="1731" y="75"/>
                    </a:cubicBezTo>
                    <a:cubicBezTo>
                      <a:pt x="1653" y="140"/>
                      <a:pt x="1612" y="180"/>
                      <a:pt x="1597" y="283"/>
                    </a:cubicBezTo>
                    <a:cubicBezTo>
                      <a:pt x="1595" y="311"/>
                      <a:pt x="1593" y="339"/>
                      <a:pt x="1592" y="366"/>
                    </a:cubicBezTo>
                    <a:cubicBezTo>
                      <a:pt x="1587" y="425"/>
                      <a:pt x="1577" y="462"/>
                      <a:pt x="1556" y="519"/>
                    </a:cubicBezTo>
                    <a:cubicBezTo>
                      <a:pt x="1469" y="571"/>
                      <a:pt x="1383" y="592"/>
                      <a:pt x="1284" y="613"/>
                    </a:cubicBezTo>
                    <a:cubicBezTo>
                      <a:pt x="1187" y="636"/>
                      <a:pt x="1120" y="669"/>
                      <a:pt x="1037" y="726"/>
                    </a:cubicBezTo>
                    <a:cubicBezTo>
                      <a:pt x="1037" y="795"/>
                      <a:pt x="1037" y="863"/>
                      <a:pt x="1037" y="934"/>
                    </a:cubicBezTo>
                    <a:cubicBezTo>
                      <a:pt x="900" y="934"/>
                      <a:pt x="763" y="934"/>
                      <a:pt x="622" y="934"/>
                    </a:cubicBezTo>
                    <a:cubicBezTo>
                      <a:pt x="622" y="968"/>
                      <a:pt x="622" y="1002"/>
                      <a:pt x="622" y="1037"/>
                    </a:cubicBezTo>
                    <a:cubicBezTo>
                      <a:pt x="485" y="1037"/>
                      <a:pt x="349" y="1037"/>
                      <a:pt x="207" y="1037"/>
                    </a:cubicBezTo>
                    <a:cubicBezTo>
                      <a:pt x="207" y="1106"/>
                      <a:pt x="207" y="1174"/>
                      <a:pt x="207" y="1245"/>
                    </a:cubicBezTo>
                    <a:cubicBezTo>
                      <a:pt x="173" y="1245"/>
                      <a:pt x="139" y="1245"/>
                      <a:pt x="104" y="1245"/>
                    </a:cubicBezTo>
                    <a:cubicBezTo>
                      <a:pt x="104" y="2340"/>
                      <a:pt x="104" y="3436"/>
                      <a:pt x="104" y="4564"/>
                    </a:cubicBezTo>
                    <a:cubicBezTo>
                      <a:pt x="138" y="4564"/>
                      <a:pt x="172" y="4564"/>
                      <a:pt x="207" y="4564"/>
                    </a:cubicBezTo>
                    <a:cubicBezTo>
                      <a:pt x="207" y="4633"/>
                      <a:pt x="207" y="4701"/>
                      <a:pt x="207" y="4772"/>
                    </a:cubicBezTo>
                    <a:cubicBezTo>
                      <a:pt x="242" y="4772"/>
                      <a:pt x="276" y="4772"/>
                      <a:pt x="311" y="4772"/>
                    </a:cubicBezTo>
                    <a:cubicBezTo>
                      <a:pt x="311" y="4703"/>
                      <a:pt x="311" y="4635"/>
                      <a:pt x="311" y="4564"/>
                    </a:cubicBezTo>
                    <a:cubicBezTo>
                      <a:pt x="345" y="4564"/>
                      <a:pt x="380" y="4564"/>
                      <a:pt x="415" y="4564"/>
                    </a:cubicBezTo>
                    <a:cubicBezTo>
                      <a:pt x="415" y="4667"/>
                      <a:pt x="415" y="4770"/>
                      <a:pt x="415" y="4876"/>
                    </a:cubicBezTo>
                    <a:cubicBezTo>
                      <a:pt x="381" y="4876"/>
                      <a:pt x="346" y="4876"/>
                      <a:pt x="311" y="4876"/>
                    </a:cubicBezTo>
                    <a:cubicBezTo>
                      <a:pt x="311" y="4910"/>
                      <a:pt x="311" y="4944"/>
                      <a:pt x="311" y="4979"/>
                    </a:cubicBezTo>
                    <a:cubicBezTo>
                      <a:pt x="243" y="4979"/>
                      <a:pt x="174" y="4979"/>
                      <a:pt x="104" y="4979"/>
                    </a:cubicBezTo>
                    <a:cubicBezTo>
                      <a:pt x="104" y="4945"/>
                      <a:pt x="104" y="4911"/>
                      <a:pt x="104" y="4876"/>
                    </a:cubicBezTo>
                    <a:cubicBezTo>
                      <a:pt x="70" y="4876"/>
                      <a:pt x="35" y="4876"/>
                      <a:pt x="0" y="4876"/>
                    </a:cubicBezTo>
                    <a:cubicBezTo>
                      <a:pt x="0" y="3609"/>
                      <a:pt x="0" y="2342"/>
                      <a:pt x="0" y="1037"/>
                    </a:cubicBezTo>
                    <a:cubicBezTo>
                      <a:pt x="34" y="1037"/>
                      <a:pt x="68" y="1037"/>
                      <a:pt x="104" y="1037"/>
                    </a:cubicBezTo>
                    <a:cubicBezTo>
                      <a:pt x="104" y="1003"/>
                      <a:pt x="104" y="969"/>
                      <a:pt x="104" y="934"/>
                    </a:cubicBezTo>
                    <a:cubicBezTo>
                      <a:pt x="127" y="930"/>
                      <a:pt x="150" y="927"/>
                      <a:pt x="174" y="924"/>
                    </a:cubicBezTo>
                    <a:cubicBezTo>
                      <a:pt x="360" y="898"/>
                      <a:pt x="543" y="870"/>
                      <a:pt x="726" y="830"/>
                    </a:cubicBezTo>
                    <a:cubicBezTo>
                      <a:pt x="726" y="796"/>
                      <a:pt x="726" y="761"/>
                      <a:pt x="726" y="726"/>
                    </a:cubicBezTo>
                    <a:cubicBezTo>
                      <a:pt x="795" y="726"/>
                      <a:pt x="863" y="726"/>
                      <a:pt x="934" y="726"/>
                    </a:cubicBezTo>
                    <a:cubicBezTo>
                      <a:pt x="934" y="692"/>
                      <a:pt x="934" y="658"/>
                      <a:pt x="934" y="622"/>
                    </a:cubicBezTo>
                    <a:cubicBezTo>
                      <a:pt x="1002" y="622"/>
                      <a:pt x="1071" y="622"/>
                      <a:pt x="1141" y="622"/>
                    </a:cubicBezTo>
                    <a:cubicBezTo>
                      <a:pt x="1141" y="588"/>
                      <a:pt x="1141" y="554"/>
                      <a:pt x="1141" y="519"/>
                    </a:cubicBezTo>
                    <a:cubicBezTo>
                      <a:pt x="1157" y="520"/>
                      <a:pt x="1174" y="522"/>
                      <a:pt x="1191" y="524"/>
                    </a:cubicBezTo>
                    <a:cubicBezTo>
                      <a:pt x="1199" y="523"/>
                      <a:pt x="1199" y="523"/>
                      <a:pt x="1245" y="519"/>
                    </a:cubicBezTo>
                    <a:cubicBezTo>
                      <a:pt x="1267" y="484"/>
                      <a:pt x="1267" y="484"/>
                      <a:pt x="1284" y="434"/>
                    </a:cubicBezTo>
                    <a:cubicBezTo>
                      <a:pt x="1362" y="256"/>
                      <a:pt x="1520" y="131"/>
                      <a:pt x="166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39" name="ICON_REFERENCE_GRAPH_path_011"/>
              <p:cNvSpPr/>
              <p:nvPr/>
            </p:nvSpPr>
            <p:spPr>
              <a:xfrm>
                <a:off x="10422794" y="1795670"/>
                <a:ext cx="28983" cy="28983"/>
              </a:xfrm>
              <a:custGeom>
                <a:avLst/>
                <a:gdLst/>
                <a:ahLst/>
                <a:cxnLst/>
                <a:rect l="0" t="0" r="r" b="b"/>
                <a:pathLst>
                  <a:path w="2282" h="2282" fill="norm" stroke="0">
                    <a:moveTo>
                      <a:pt x="2075" y="0"/>
                    </a:moveTo>
                    <a:cubicBezTo>
                      <a:pt x="2143" y="0"/>
                      <a:pt x="2212" y="0"/>
                      <a:pt x="2282" y="0"/>
                    </a:cubicBezTo>
                    <a:cubicBezTo>
                      <a:pt x="2282" y="68"/>
                      <a:pt x="2282" y="137"/>
                      <a:pt x="2282" y="207"/>
                    </a:cubicBezTo>
                    <a:cubicBezTo>
                      <a:pt x="2248" y="207"/>
                      <a:pt x="2214" y="207"/>
                      <a:pt x="2178" y="207"/>
                    </a:cubicBezTo>
                    <a:cubicBezTo>
                      <a:pt x="2178" y="276"/>
                      <a:pt x="2178" y="344"/>
                      <a:pt x="2178" y="415"/>
                    </a:cubicBezTo>
                    <a:cubicBezTo>
                      <a:pt x="2144" y="415"/>
                      <a:pt x="2110" y="415"/>
                      <a:pt x="2075" y="415"/>
                    </a:cubicBezTo>
                    <a:cubicBezTo>
                      <a:pt x="2075" y="449"/>
                      <a:pt x="2075" y="483"/>
                      <a:pt x="2075" y="519"/>
                    </a:cubicBezTo>
                    <a:cubicBezTo>
                      <a:pt x="2040" y="519"/>
                      <a:pt x="2006" y="519"/>
                      <a:pt x="1971" y="519"/>
                    </a:cubicBezTo>
                    <a:cubicBezTo>
                      <a:pt x="1971" y="553"/>
                      <a:pt x="1971" y="587"/>
                      <a:pt x="1971" y="622"/>
                    </a:cubicBezTo>
                    <a:cubicBezTo>
                      <a:pt x="1902" y="622"/>
                      <a:pt x="1834" y="622"/>
                      <a:pt x="1763" y="622"/>
                    </a:cubicBezTo>
                    <a:cubicBezTo>
                      <a:pt x="1763" y="691"/>
                      <a:pt x="1763" y="759"/>
                      <a:pt x="1763" y="830"/>
                    </a:cubicBezTo>
                    <a:cubicBezTo>
                      <a:pt x="1695" y="830"/>
                      <a:pt x="1627" y="830"/>
                      <a:pt x="1556" y="830"/>
                    </a:cubicBezTo>
                    <a:cubicBezTo>
                      <a:pt x="1556" y="864"/>
                      <a:pt x="1556" y="898"/>
                      <a:pt x="1556" y="934"/>
                    </a:cubicBezTo>
                    <a:cubicBezTo>
                      <a:pt x="1488" y="934"/>
                      <a:pt x="1419" y="934"/>
                      <a:pt x="1349" y="934"/>
                    </a:cubicBezTo>
                    <a:cubicBezTo>
                      <a:pt x="1349" y="968"/>
                      <a:pt x="1349" y="1002"/>
                      <a:pt x="1349" y="1037"/>
                    </a:cubicBezTo>
                    <a:cubicBezTo>
                      <a:pt x="1314" y="1037"/>
                      <a:pt x="1280" y="1037"/>
                      <a:pt x="1245" y="1037"/>
                    </a:cubicBezTo>
                    <a:cubicBezTo>
                      <a:pt x="1245" y="1072"/>
                      <a:pt x="1245" y="1106"/>
                      <a:pt x="1245" y="1141"/>
                    </a:cubicBezTo>
                    <a:cubicBezTo>
                      <a:pt x="1211" y="1141"/>
                      <a:pt x="1176" y="1141"/>
                      <a:pt x="1141" y="1141"/>
                    </a:cubicBezTo>
                    <a:cubicBezTo>
                      <a:pt x="1141" y="1175"/>
                      <a:pt x="1141" y="1210"/>
                      <a:pt x="1141" y="1245"/>
                    </a:cubicBezTo>
                    <a:cubicBezTo>
                      <a:pt x="1107" y="1245"/>
                      <a:pt x="1073" y="1245"/>
                      <a:pt x="1037" y="1245"/>
                    </a:cubicBezTo>
                    <a:cubicBezTo>
                      <a:pt x="1037" y="1279"/>
                      <a:pt x="1037" y="1313"/>
                      <a:pt x="1037" y="1349"/>
                    </a:cubicBezTo>
                    <a:cubicBezTo>
                      <a:pt x="1003" y="1349"/>
                      <a:pt x="969" y="1349"/>
                      <a:pt x="934" y="1349"/>
                    </a:cubicBezTo>
                    <a:cubicBezTo>
                      <a:pt x="934" y="1383"/>
                      <a:pt x="934" y="1417"/>
                      <a:pt x="934" y="1452"/>
                    </a:cubicBezTo>
                    <a:cubicBezTo>
                      <a:pt x="899" y="1452"/>
                      <a:pt x="865" y="1452"/>
                      <a:pt x="830" y="1452"/>
                    </a:cubicBezTo>
                    <a:cubicBezTo>
                      <a:pt x="830" y="1487"/>
                      <a:pt x="830" y="1521"/>
                      <a:pt x="830" y="1556"/>
                    </a:cubicBezTo>
                    <a:cubicBezTo>
                      <a:pt x="796" y="1556"/>
                      <a:pt x="761" y="1556"/>
                      <a:pt x="726" y="1556"/>
                    </a:cubicBezTo>
                    <a:cubicBezTo>
                      <a:pt x="726" y="1693"/>
                      <a:pt x="726" y="1830"/>
                      <a:pt x="726" y="1971"/>
                    </a:cubicBezTo>
                    <a:cubicBezTo>
                      <a:pt x="658" y="1971"/>
                      <a:pt x="589" y="1971"/>
                      <a:pt x="519" y="1971"/>
                    </a:cubicBezTo>
                    <a:cubicBezTo>
                      <a:pt x="519" y="2005"/>
                      <a:pt x="519" y="2039"/>
                      <a:pt x="519" y="2075"/>
                    </a:cubicBezTo>
                    <a:cubicBezTo>
                      <a:pt x="484" y="2075"/>
                      <a:pt x="450" y="2075"/>
                      <a:pt x="415" y="2075"/>
                    </a:cubicBezTo>
                    <a:cubicBezTo>
                      <a:pt x="415" y="2109"/>
                      <a:pt x="415" y="2143"/>
                      <a:pt x="415" y="2178"/>
                    </a:cubicBezTo>
                    <a:cubicBezTo>
                      <a:pt x="346" y="2178"/>
                      <a:pt x="278" y="2178"/>
                      <a:pt x="207" y="2178"/>
                    </a:cubicBezTo>
                    <a:cubicBezTo>
                      <a:pt x="207" y="2213"/>
                      <a:pt x="207" y="2247"/>
                      <a:pt x="207" y="2282"/>
                    </a:cubicBezTo>
                    <a:cubicBezTo>
                      <a:pt x="173" y="2282"/>
                      <a:pt x="139" y="2282"/>
                      <a:pt x="104" y="2282"/>
                    </a:cubicBezTo>
                    <a:cubicBezTo>
                      <a:pt x="104" y="2248"/>
                      <a:pt x="104" y="2214"/>
                      <a:pt x="104" y="2178"/>
                    </a:cubicBezTo>
                    <a:cubicBezTo>
                      <a:pt x="70" y="2178"/>
                      <a:pt x="35" y="2178"/>
                      <a:pt x="0" y="2178"/>
                    </a:cubicBezTo>
                    <a:cubicBezTo>
                      <a:pt x="15" y="2144"/>
                      <a:pt x="30" y="2109"/>
                      <a:pt x="45" y="2075"/>
                    </a:cubicBezTo>
                    <a:cubicBezTo>
                      <a:pt x="54" y="2055"/>
                      <a:pt x="62" y="2036"/>
                      <a:pt x="71" y="2016"/>
                    </a:cubicBezTo>
                    <a:cubicBezTo>
                      <a:pt x="82" y="2001"/>
                      <a:pt x="93" y="1986"/>
                      <a:pt x="104" y="1971"/>
                    </a:cubicBezTo>
                    <a:cubicBezTo>
                      <a:pt x="159" y="1964"/>
                      <a:pt x="159" y="1964"/>
                      <a:pt x="207" y="1971"/>
                    </a:cubicBezTo>
                    <a:cubicBezTo>
                      <a:pt x="207" y="1937"/>
                      <a:pt x="207" y="1902"/>
                      <a:pt x="207" y="1867"/>
                    </a:cubicBezTo>
                    <a:cubicBezTo>
                      <a:pt x="242" y="1867"/>
                      <a:pt x="276" y="1867"/>
                      <a:pt x="311" y="1867"/>
                    </a:cubicBezTo>
                    <a:cubicBezTo>
                      <a:pt x="311" y="1833"/>
                      <a:pt x="311" y="1799"/>
                      <a:pt x="311" y="1763"/>
                    </a:cubicBezTo>
                    <a:cubicBezTo>
                      <a:pt x="345" y="1763"/>
                      <a:pt x="380" y="1763"/>
                      <a:pt x="415" y="1763"/>
                    </a:cubicBezTo>
                    <a:cubicBezTo>
                      <a:pt x="415" y="1729"/>
                      <a:pt x="415" y="1695"/>
                      <a:pt x="415" y="1660"/>
                    </a:cubicBezTo>
                    <a:cubicBezTo>
                      <a:pt x="449" y="1660"/>
                      <a:pt x="483" y="1660"/>
                      <a:pt x="519" y="1660"/>
                    </a:cubicBezTo>
                    <a:cubicBezTo>
                      <a:pt x="519" y="1626"/>
                      <a:pt x="519" y="1591"/>
                      <a:pt x="519" y="1556"/>
                    </a:cubicBezTo>
                    <a:cubicBezTo>
                      <a:pt x="553" y="1556"/>
                      <a:pt x="587" y="1556"/>
                      <a:pt x="622" y="1556"/>
                    </a:cubicBezTo>
                    <a:cubicBezTo>
                      <a:pt x="622" y="1522"/>
                      <a:pt x="622" y="1488"/>
                      <a:pt x="622" y="1452"/>
                    </a:cubicBezTo>
                    <a:cubicBezTo>
                      <a:pt x="657" y="1452"/>
                      <a:pt x="691" y="1452"/>
                      <a:pt x="726" y="1452"/>
                    </a:cubicBezTo>
                    <a:cubicBezTo>
                      <a:pt x="726" y="1418"/>
                      <a:pt x="726" y="1384"/>
                      <a:pt x="726" y="1349"/>
                    </a:cubicBezTo>
                    <a:cubicBezTo>
                      <a:pt x="760" y="1349"/>
                      <a:pt x="795" y="1349"/>
                      <a:pt x="830" y="1349"/>
                    </a:cubicBezTo>
                    <a:cubicBezTo>
                      <a:pt x="830" y="1314"/>
                      <a:pt x="830" y="1280"/>
                      <a:pt x="830" y="1245"/>
                    </a:cubicBezTo>
                    <a:cubicBezTo>
                      <a:pt x="864" y="1245"/>
                      <a:pt x="898" y="1245"/>
                      <a:pt x="934" y="1245"/>
                    </a:cubicBezTo>
                    <a:cubicBezTo>
                      <a:pt x="934" y="1211"/>
                      <a:pt x="934" y="1176"/>
                      <a:pt x="934" y="1141"/>
                    </a:cubicBezTo>
                    <a:cubicBezTo>
                      <a:pt x="968" y="1141"/>
                      <a:pt x="1002" y="1141"/>
                      <a:pt x="1037" y="1141"/>
                    </a:cubicBezTo>
                    <a:cubicBezTo>
                      <a:pt x="1037" y="1107"/>
                      <a:pt x="1037" y="1073"/>
                      <a:pt x="1037" y="1037"/>
                    </a:cubicBezTo>
                    <a:cubicBezTo>
                      <a:pt x="1072" y="1037"/>
                      <a:pt x="1106" y="1037"/>
                      <a:pt x="1141" y="1037"/>
                    </a:cubicBezTo>
                    <a:cubicBezTo>
                      <a:pt x="1141" y="1003"/>
                      <a:pt x="1141" y="969"/>
                      <a:pt x="1141" y="934"/>
                    </a:cubicBezTo>
                    <a:cubicBezTo>
                      <a:pt x="1175" y="934"/>
                      <a:pt x="1210" y="934"/>
                      <a:pt x="1245" y="934"/>
                    </a:cubicBezTo>
                    <a:cubicBezTo>
                      <a:pt x="1245" y="899"/>
                      <a:pt x="1245" y="865"/>
                      <a:pt x="1245" y="830"/>
                    </a:cubicBezTo>
                    <a:cubicBezTo>
                      <a:pt x="1279" y="830"/>
                      <a:pt x="1313" y="830"/>
                      <a:pt x="1349" y="830"/>
                    </a:cubicBezTo>
                    <a:cubicBezTo>
                      <a:pt x="1349" y="796"/>
                      <a:pt x="1349" y="761"/>
                      <a:pt x="1349" y="726"/>
                    </a:cubicBezTo>
                    <a:cubicBezTo>
                      <a:pt x="1383" y="726"/>
                      <a:pt x="1417" y="726"/>
                      <a:pt x="1452" y="726"/>
                    </a:cubicBezTo>
                    <a:cubicBezTo>
                      <a:pt x="1452" y="692"/>
                      <a:pt x="1452" y="658"/>
                      <a:pt x="1452" y="622"/>
                    </a:cubicBezTo>
                    <a:cubicBezTo>
                      <a:pt x="1487" y="622"/>
                      <a:pt x="1521" y="622"/>
                      <a:pt x="1556" y="622"/>
                    </a:cubicBezTo>
                    <a:cubicBezTo>
                      <a:pt x="1556" y="588"/>
                      <a:pt x="1556" y="554"/>
                      <a:pt x="1556" y="519"/>
                    </a:cubicBezTo>
                    <a:cubicBezTo>
                      <a:pt x="1590" y="519"/>
                      <a:pt x="1624" y="519"/>
                      <a:pt x="1660" y="519"/>
                    </a:cubicBezTo>
                    <a:cubicBezTo>
                      <a:pt x="1660" y="484"/>
                      <a:pt x="1660" y="450"/>
                      <a:pt x="1660" y="415"/>
                    </a:cubicBezTo>
                    <a:cubicBezTo>
                      <a:pt x="1694" y="415"/>
                      <a:pt x="1728" y="415"/>
                      <a:pt x="1763" y="415"/>
                    </a:cubicBezTo>
                    <a:cubicBezTo>
                      <a:pt x="1763" y="381"/>
                      <a:pt x="1763" y="346"/>
                      <a:pt x="1763" y="311"/>
                    </a:cubicBezTo>
                    <a:cubicBezTo>
                      <a:pt x="1798" y="311"/>
                      <a:pt x="1832" y="311"/>
                      <a:pt x="1867" y="311"/>
                    </a:cubicBezTo>
                    <a:cubicBezTo>
                      <a:pt x="1867" y="277"/>
                      <a:pt x="1867" y="243"/>
                      <a:pt x="1867" y="207"/>
                    </a:cubicBezTo>
                    <a:cubicBezTo>
                      <a:pt x="1901" y="207"/>
                      <a:pt x="1936" y="207"/>
                      <a:pt x="1971" y="207"/>
                    </a:cubicBezTo>
                    <a:cubicBezTo>
                      <a:pt x="1971" y="173"/>
                      <a:pt x="1971" y="139"/>
                      <a:pt x="1971" y="104"/>
                    </a:cubicBezTo>
                    <a:cubicBezTo>
                      <a:pt x="2005" y="104"/>
                      <a:pt x="2039" y="104"/>
                      <a:pt x="2075" y="104"/>
                    </a:cubicBezTo>
                    <a:cubicBezTo>
                      <a:pt x="2075" y="70"/>
                      <a:pt x="2075" y="35"/>
                      <a:pt x="207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40" name="ICON_REFERENCE_GRAPH_path_012"/>
              <p:cNvSpPr/>
              <p:nvPr/>
            </p:nvSpPr>
            <p:spPr>
              <a:xfrm>
                <a:off x="10518966" y="1753471"/>
                <a:ext cx="13174" cy="18485"/>
              </a:xfrm>
              <a:custGeom>
                <a:avLst/>
                <a:gdLst/>
                <a:ahLst/>
                <a:cxnLst/>
                <a:rect l="0" t="0" r="r" b="b"/>
                <a:pathLst>
                  <a:path w="1037" h="1455" fill="norm" stroke="0">
                    <a:moveTo>
                      <a:pt x="885" y="0"/>
                    </a:moveTo>
                    <a:cubicBezTo>
                      <a:pt x="901" y="1"/>
                      <a:pt x="917" y="2"/>
                      <a:pt x="934" y="3"/>
                    </a:cubicBezTo>
                    <a:cubicBezTo>
                      <a:pt x="934" y="37"/>
                      <a:pt x="934" y="72"/>
                      <a:pt x="934" y="107"/>
                    </a:cubicBezTo>
                    <a:cubicBezTo>
                      <a:pt x="968" y="107"/>
                      <a:pt x="1002" y="107"/>
                      <a:pt x="1037" y="107"/>
                    </a:cubicBezTo>
                    <a:cubicBezTo>
                      <a:pt x="1037" y="141"/>
                      <a:pt x="1037" y="175"/>
                      <a:pt x="1037" y="211"/>
                    </a:cubicBezTo>
                    <a:cubicBezTo>
                      <a:pt x="900" y="211"/>
                      <a:pt x="763" y="211"/>
                      <a:pt x="622" y="211"/>
                    </a:cubicBezTo>
                    <a:cubicBezTo>
                      <a:pt x="622" y="245"/>
                      <a:pt x="622" y="279"/>
                      <a:pt x="622" y="314"/>
                    </a:cubicBezTo>
                    <a:cubicBezTo>
                      <a:pt x="588" y="314"/>
                      <a:pt x="554" y="314"/>
                      <a:pt x="519" y="314"/>
                    </a:cubicBezTo>
                    <a:cubicBezTo>
                      <a:pt x="519" y="657"/>
                      <a:pt x="519" y="999"/>
                      <a:pt x="519" y="1352"/>
                    </a:cubicBezTo>
                    <a:cubicBezTo>
                      <a:pt x="484" y="1352"/>
                      <a:pt x="450" y="1352"/>
                      <a:pt x="415" y="1352"/>
                    </a:cubicBezTo>
                    <a:cubicBezTo>
                      <a:pt x="415" y="1386"/>
                      <a:pt x="415" y="1420"/>
                      <a:pt x="415" y="1455"/>
                    </a:cubicBezTo>
                    <a:cubicBezTo>
                      <a:pt x="381" y="1455"/>
                      <a:pt x="346" y="1455"/>
                      <a:pt x="311" y="1455"/>
                    </a:cubicBezTo>
                    <a:cubicBezTo>
                      <a:pt x="311" y="1421"/>
                      <a:pt x="311" y="1387"/>
                      <a:pt x="311" y="1352"/>
                    </a:cubicBezTo>
                    <a:cubicBezTo>
                      <a:pt x="277" y="1352"/>
                      <a:pt x="243" y="1352"/>
                      <a:pt x="207" y="1352"/>
                    </a:cubicBezTo>
                    <a:cubicBezTo>
                      <a:pt x="207" y="1318"/>
                      <a:pt x="207" y="1283"/>
                      <a:pt x="207" y="1248"/>
                    </a:cubicBezTo>
                    <a:cubicBezTo>
                      <a:pt x="173" y="1248"/>
                      <a:pt x="139" y="1248"/>
                      <a:pt x="104" y="1248"/>
                    </a:cubicBezTo>
                    <a:cubicBezTo>
                      <a:pt x="104" y="1316"/>
                      <a:pt x="104" y="1385"/>
                      <a:pt x="104" y="1455"/>
                    </a:cubicBezTo>
                    <a:cubicBezTo>
                      <a:pt x="69" y="1455"/>
                      <a:pt x="35" y="1455"/>
                      <a:pt x="0" y="1455"/>
                    </a:cubicBezTo>
                    <a:cubicBezTo>
                      <a:pt x="0" y="1353"/>
                      <a:pt x="0" y="1250"/>
                      <a:pt x="0" y="1144"/>
                    </a:cubicBezTo>
                    <a:cubicBezTo>
                      <a:pt x="34" y="1144"/>
                      <a:pt x="68" y="1144"/>
                      <a:pt x="104" y="1144"/>
                    </a:cubicBezTo>
                    <a:cubicBezTo>
                      <a:pt x="103" y="1120"/>
                      <a:pt x="103" y="1095"/>
                      <a:pt x="102" y="1070"/>
                    </a:cubicBezTo>
                    <a:cubicBezTo>
                      <a:pt x="100" y="978"/>
                      <a:pt x="99" y="887"/>
                      <a:pt x="98" y="795"/>
                    </a:cubicBezTo>
                    <a:cubicBezTo>
                      <a:pt x="98" y="756"/>
                      <a:pt x="97" y="716"/>
                      <a:pt x="96" y="677"/>
                    </a:cubicBezTo>
                    <a:cubicBezTo>
                      <a:pt x="95" y="620"/>
                      <a:pt x="94" y="563"/>
                      <a:pt x="94" y="506"/>
                    </a:cubicBezTo>
                    <a:cubicBezTo>
                      <a:pt x="93" y="488"/>
                      <a:pt x="93" y="471"/>
                      <a:pt x="92" y="453"/>
                    </a:cubicBezTo>
                    <a:cubicBezTo>
                      <a:pt x="92" y="369"/>
                      <a:pt x="93" y="314"/>
                      <a:pt x="153" y="251"/>
                    </a:cubicBezTo>
                    <a:cubicBezTo>
                      <a:pt x="215" y="205"/>
                      <a:pt x="242" y="199"/>
                      <a:pt x="318" y="204"/>
                    </a:cubicBezTo>
                    <a:cubicBezTo>
                      <a:pt x="336" y="205"/>
                      <a:pt x="354" y="206"/>
                      <a:pt x="373" y="207"/>
                    </a:cubicBezTo>
                    <a:cubicBezTo>
                      <a:pt x="380" y="208"/>
                      <a:pt x="380" y="208"/>
                      <a:pt x="415" y="211"/>
                    </a:cubicBezTo>
                    <a:cubicBezTo>
                      <a:pt x="415" y="177"/>
                      <a:pt x="415" y="142"/>
                      <a:pt x="415" y="107"/>
                    </a:cubicBezTo>
                    <a:cubicBezTo>
                      <a:pt x="420" y="106"/>
                      <a:pt x="420" y="106"/>
                      <a:pt x="447" y="103"/>
                    </a:cubicBezTo>
                    <a:cubicBezTo>
                      <a:pt x="496" y="97"/>
                      <a:pt x="545" y="91"/>
                      <a:pt x="593" y="84"/>
                    </a:cubicBezTo>
                    <a:cubicBezTo>
                      <a:pt x="610" y="82"/>
                      <a:pt x="627" y="80"/>
                      <a:pt x="644" y="78"/>
                    </a:cubicBezTo>
                    <a:cubicBezTo>
                      <a:pt x="661" y="76"/>
                      <a:pt x="677" y="74"/>
                      <a:pt x="694" y="72"/>
                    </a:cubicBezTo>
                    <a:cubicBezTo>
                      <a:pt x="708" y="70"/>
                      <a:pt x="723" y="68"/>
                      <a:pt x="739" y="66"/>
                    </a:cubicBezTo>
                    <a:cubicBezTo>
                      <a:pt x="804" y="48"/>
                      <a:pt x="813" y="4"/>
                      <a:pt x="88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41" name="ICON_REFERENCE_GRAPH_path_013"/>
              <p:cNvSpPr/>
              <p:nvPr/>
            </p:nvSpPr>
            <p:spPr>
              <a:xfrm>
                <a:off x="10517410" y="1739021"/>
                <a:ext cx="26587" cy="9284"/>
              </a:xfrm>
              <a:custGeom>
                <a:avLst/>
                <a:gdLst/>
                <a:ahLst/>
                <a:cxnLst/>
                <a:rect l="0" t="0" r="r" b="b"/>
                <a:pathLst>
                  <a:path w="2093" h="731" fill="norm" stroke="0">
                    <a:moveTo>
                      <a:pt x="849" y="0"/>
                    </a:moveTo>
                    <a:cubicBezTo>
                      <a:pt x="917" y="0"/>
                      <a:pt x="986" y="0"/>
                      <a:pt x="1056" y="0"/>
                    </a:cubicBezTo>
                    <a:cubicBezTo>
                      <a:pt x="1056" y="34"/>
                      <a:pt x="1056" y="68"/>
                      <a:pt x="1056" y="104"/>
                    </a:cubicBezTo>
                    <a:cubicBezTo>
                      <a:pt x="1090" y="104"/>
                      <a:pt x="1125" y="104"/>
                      <a:pt x="1160" y="104"/>
                    </a:cubicBezTo>
                    <a:cubicBezTo>
                      <a:pt x="1160" y="138"/>
                      <a:pt x="1160" y="172"/>
                      <a:pt x="1160" y="207"/>
                    </a:cubicBezTo>
                    <a:cubicBezTo>
                      <a:pt x="1126" y="207"/>
                      <a:pt x="1091" y="207"/>
                      <a:pt x="1056" y="207"/>
                    </a:cubicBezTo>
                    <a:cubicBezTo>
                      <a:pt x="1056" y="242"/>
                      <a:pt x="1056" y="276"/>
                      <a:pt x="1056" y="311"/>
                    </a:cubicBezTo>
                    <a:cubicBezTo>
                      <a:pt x="1262" y="311"/>
                      <a:pt x="1467" y="311"/>
                      <a:pt x="1679" y="311"/>
                    </a:cubicBezTo>
                    <a:cubicBezTo>
                      <a:pt x="1679" y="277"/>
                      <a:pt x="1679" y="243"/>
                      <a:pt x="1679" y="207"/>
                    </a:cubicBezTo>
                    <a:cubicBezTo>
                      <a:pt x="1747" y="207"/>
                      <a:pt x="1815" y="207"/>
                      <a:pt x="1886" y="207"/>
                    </a:cubicBezTo>
                    <a:cubicBezTo>
                      <a:pt x="1886" y="173"/>
                      <a:pt x="1886" y="139"/>
                      <a:pt x="1886" y="104"/>
                    </a:cubicBezTo>
                    <a:cubicBezTo>
                      <a:pt x="1954" y="104"/>
                      <a:pt x="2023" y="104"/>
                      <a:pt x="2093" y="104"/>
                    </a:cubicBezTo>
                    <a:cubicBezTo>
                      <a:pt x="2093" y="172"/>
                      <a:pt x="2093" y="241"/>
                      <a:pt x="2093" y="311"/>
                    </a:cubicBezTo>
                    <a:cubicBezTo>
                      <a:pt x="1909" y="381"/>
                      <a:pt x="1734" y="429"/>
                      <a:pt x="1537" y="449"/>
                    </a:cubicBezTo>
                    <a:cubicBezTo>
                      <a:pt x="1424" y="462"/>
                      <a:pt x="1424" y="462"/>
                      <a:pt x="1367" y="519"/>
                    </a:cubicBezTo>
                    <a:cubicBezTo>
                      <a:pt x="1323" y="525"/>
                      <a:pt x="1323" y="525"/>
                      <a:pt x="1271" y="524"/>
                    </a:cubicBezTo>
                    <a:cubicBezTo>
                      <a:pt x="1253" y="524"/>
                      <a:pt x="1234" y="523"/>
                      <a:pt x="1215" y="523"/>
                    </a:cubicBezTo>
                    <a:cubicBezTo>
                      <a:pt x="1206" y="523"/>
                      <a:pt x="1206" y="523"/>
                      <a:pt x="1157" y="522"/>
                    </a:cubicBezTo>
                    <a:cubicBezTo>
                      <a:pt x="1137" y="522"/>
                      <a:pt x="1117" y="521"/>
                      <a:pt x="1097" y="521"/>
                    </a:cubicBezTo>
                    <a:cubicBezTo>
                      <a:pt x="1049" y="521"/>
                      <a:pt x="1001" y="520"/>
                      <a:pt x="952" y="519"/>
                    </a:cubicBezTo>
                    <a:cubicBezTo>
                      <a:pt x="952" y="553"/>
                      <a:pt x="952" y="587"/>
                      <a:pt x="952" y="622"/>
                    </a:cubicBezTo>
                    <a:cubicBezTo>
                      <a:pt x="942" y="624"/>
                      <a:pt x="931" y="625"/>
                      <a:pt x="920" y="626"/>
                    </a:cubicBezTo>
                    <a:cubicBezTo>
                      <a:pt x="871" y="632"/>
                      <a:pt x="823" y="639"/>
                      <a:pt x="774" y="645"/>
                    </a:cubicBezTo>
                    <a:cubicBezTo>
                      <a:pt x="757" y="647"/>
                      <a:pt x="740" y="649"/>
                      <a:pt x="723" y="651"/>
                    </a:cubicBezTo>
                    <a:cubicBezTo>
                      <a:pt x="715" y="652"/>
                      <a:pt x="715" y="652"/>
                      <a:pt x="674" y="658"/>
                    </a:cubicBezTo>
                    <a:cubicBezTo>
                      <a:pt x="659" y="660"/>
                      <a:pt x="644" y="662"/>
                      <a:pt x="629" y="664"/>
                    </a:cubicBezTo>
                    <a:cubicBezTo>
                      <a:pt x="589" y="674"/>
                      <a:pt x="589" y="674"/>
                      <a:pt x="537" y="726"/>
                    </a:cubicBezTo>
                    <a:cubicBezTo>
                      <a:pt x="483" y="730"/>
                      <a:pt x="433" y="731"/>
                      <a:pt x="379" y="729"/>
                    </a:cubicBezTo>
                    <a:cubicBezTo>
                      <a:pt x="371" y="729"/>
                      <a:pt x="371" y="729"/>
                      <a:pt x="334" y="729"/>
                    </a:cubicBezTo>
                    <a:cubicBezTo>
                      <a:pt x="298" y="728"/>
                      <a:pt x="262" y="727"/>
                      <a:pt x="226" y="726"/>
                    </a:cubicBezTo>
                    <a:cubicBezTo>
                      <a:pt x="228" y="710"/>
                      <a:pt x="230" y="694"/>
                      <a:pt x="233" y="677"/>
                    </a:cubicBezTo>
                    <a:cubicBezTo>
                      <a:pt x="231" y="659"/>
                      <a:pt x="228" y="641"/>
                      <a:pt x="226" y="622"/>
                    </a:cubicBezTo>
                    <a:cubicBezTo>
                      <a:pt x="181" y="597"/>
                      <a:pt x="181" y="597"/>
                      <a:pt x="123" y="577"/>
                    </a:cubicBezTo>
                    <a:cubicBezTo>
                      <a:pt x="65" y="552"/>
                      <a:pt x="65" y="552"/>
                      <a:pt x="19" y="519"/>
                    </a:cubicBezTo>
                    <a:cubicBezTo>
                      <a:pt x="0" y="447"/>
                      <a:pt x="6" y="384"/>
                      <a:pt x="19" y="311"/>
                    </a:cubicBezTo>
                    <a:cubicBezTo>
                      <a:pt x="53" y="311"/>
                      <a:pt x="87" y="311"/>
                      <a:pt x="123" y="311"/>
                    </a:cubicBezTo>
                    <a:cubicBezTo>
                      <a:pt x="123" y="277"/>
                      <a:pt x="123" y="243"/>
                      <a:pt x="123" y="207"/>
                    </a:cubicBezTo>
                    <a:cubicBezTo>
                      <a:pt x="157" y="207"/>
                      <a:pt x="191" y="207"/>
                      <a:pt x="226" y="207"/>
                    </a:cubicBezTo>
                    <a:cubicBezTo>
                      <a:pt x="226" y="173"/>
                      <a:pt x="226" y="139"/>
                      <a:pt x="226" y="104"/>
                    </a:cubicBezTo>
                    <a:cubicBezTo>
                      <a:pt x="260" y="104"/>
                      <a:pt x="295" y="104"/>
                      <a:pt x="330" y="104"/>
                    </a:cubicBezTo>
                    <a:cubicBezTo>
                      <a:pt x="330" y="138"/>
                      <a:pt x="330" y="172"/>
                      <a:pt x="330" y="207"/>
                    </a:cubicBezTo>
                    <a:cubicBezTo>
                      <a:pt x="364" y="207"/>
                      <a:pt x="398" y="207"/>
                      <a:pt x="434" y="207"/>
                    </a:cubicBezTo>
                    <a:cubicBezTo>
                      <a:pt x="434" y="310"/>
                      <a:pt x="434" y="413"/>
                      <a:pt x="434" y="519"/>
                    </a:cubicBezTo>
                    <a:cubicBezTo>
                      <a:pt x="536" y="519"/>
                      <a:pt x="639" y="519"/>
                      <a:pt x="745" y="519"/>
                    </a:cubicBezTo>
                    <a:cubicBezTo>
                      <a:pt x="745" y="484"/>
                      <a:pt x="745" y="450"/>
                      <a:pt x="745" y="415"/>
                    </a:cubicBezTo>
                    <a:cubicBezTo>
                      <a:pt x="813" y="415"/>
                      <a:pt x="882" y="415"/>
                      <a:pt x="952" y="415"/>
                    </a:cubicBezTo>
                    <a:cubicBezTo>
                      <a:pt x="952" y="346"/>
                      <a:pt x="952" y="278"/>
                      <a:pt x="952" y="207"/>
                    </a:cubicBezTo>
                    <a:cubicBezTo>
                      <a:pt x="918" y="207"/>
                      <a:pt x="884" y="207"/>
                      <a:pt x="849" y="207"/>
                    </a:cubicBezTo>
                    <a:cubicBezTo>
                      <a:pt x="849" y="139"/>
                      <a:pt x="849" y="71"/>
                      <a:pt x="84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42" name="ICON_REFERENCE_GRAPH_path_014"/>
              <p:cNvSpPr/>
              <p:nvPr/>
            </p:nvSpPr>
            <p:spPr>
              <a:xfrm>
                <a:off x="10389858" y="1708720"/>
                <a:ext cx="13174" cy="19761"/>
              </a:xfrm>
              <a:custGeom>
                <a:avLst/>
                <a:gdLst/>
                <a:ahLst/>
                <a:cxnLst/>
                <a:rect l="0" t="0" r="r" b="b"/>
                <a:pathLst>
                  <a:path w="1037" h="1556" fill="norm" stroke="0">
                    <a:moveTo>
                      <a:pt x="207" y="0"/>
                    </a:moveTo>
                    <a:cubicBezTo>
                      <a:pt x="242" y="0"/>
                      <a:pt x="276" y="0"/>
                      <a:pt x="311" y="0"/>
                    </a:cubicBezTo>
                    <a:cubicBezTo>
                      <a:pt x="311" y="34"/>
                      <a:pt x="311" y="68"/>
                      <a:pt x="311" y="104"/>
                    </a:cubicBezTo>
                    <a:cubicBezTo>
                      <a:pt x="345" y="104"/>
                      <a:pt x="380" y="104"/>
                      <a:pt x="415" y="104"/>
                    </a:cubicBezTo>
                    <a:cubicBezTo>
                      <a:pt x="415" y="378"/>
                      <a:pt x="415" y="651"/>
                      <a:pt x="415" y="934"/>
                    </a:cubicBezTo>
                    <a:cubicBezTo>
                      <a:pt x="449" y="934"/>
                      <a:pt x="483" y="934"/>
                      <a:pt x="519" y="934"/>
                    </a:cubicBezTo>
                    <a:cubicBezTo>
                      <a:pt x="519" y="968"/>
                      <a:pt x="519" y="1002"/>
                      <a:pt x="519" y="1037"/>
                    </a:cubicBezTo>
                    <a:cubicBezTo>
                      <a:pt x="484" y="1037"/>
                      <a:pt x="450" y="1037"/>
                      <a:pt x="415" y="1037"/>
                    </a:cubicBezTo>
                    <a:cubicBezTo>
                      <a:pt x="415" y="1072"/>
                      <a:pt x="415" y="1106"/>
                      <a:pt x="415" y="1141"/>
                    </a:cubicBezTo>
                    <a:cubicBezTo>
                      <a:pt x="449" y="1141"/>
                      <a:pt x="483" y="1141"/>
                      <a:pt x="519" y="1141"/>
                    </a:cubicBezTo>
                    <a:cubicBezTo>
                      <a:pt x="519" y="1175"/>
                      <a:pt x="519" y="1210"/>
                      <a:pt x="519" y="1245"/>
                    </a:cubicBezTo>
                    <a:cubicBezTo>
                      <a:pt x="621" y="1245"/>
                      <a:pt x="724" y="1245"/>
                      <a:pt x="830" y="1245"/>
                    </a:cubicBezTo>
                    <a:cubicBezTo>
                      <a:pt x="830" y="1279"/>
                      <a:pt x="830" y="1313"/>
                      <a:pt x="830" y="1349"/>
                    </a:cubicBezTo>
                    <a:cubicBezTo>
                      <a:pt x="846" y="1346"/>
                      <a:pt x="862" y="1344"/>
                      <a:pt x="878" y="1342"/>
                    </a:cubicBezTo>
                    <a:cubicBezTo>
                      <a:pt x="896" y="1344"/>
                      <a:pt x="915" y="1346"/>
                      <a:pt x="934" y="1349"/>
                    </a:cubicBezTo>
                    <a:cubicBezTo>
                      <a:pt x="966" y="1394"/>
                      <a:pt x="966" y="1394"/>
                      <a:pt x="992" y="1452"/>
                    </a:cubicBezTo>
                    <a:cubicBezTo>
                      <a:pt x="1001" y="1472"/>
                      <a:pt x="1009" y="1491"/>
                      <a:pt x="1018" y="1511"/>
                    </a:cubicBezTo>
                    <a:cubicBezTo>
                      <a:pt x="1025" y="1526"/>
                      <a:pt x="1031" y="1541"/>
                      <a:pt x="1037" y="1556"/>
                    </a:cubicBezTo>
                    <a:cubicBezTo>
                      <a:pt x="969" y="1556"/>
                      <a:pt x="900" y="1556"/>
                      <a:pt x="830" y="1556"/>
                    </a:cubicBezTo>
                    <a:cubicBezTo>
                      <a:pt x="830" y="1522"/>
                      <a:pt x="830" y="1488"/>
                      <a:pt x="830" y="1452"/>
                    </a:cubicBezTo>
                    <a:cubicBezTo>
                      <a:pt x="693" y="1418"/>
                      <a:pt x="556" y="1384"/>
                      <a:pt x="415" y="1349"/>
                    </a:cubicBezTo>
                    <a:cubicBezTo>
                      <a:pt x="415" y="1314"/>
                      <a:pt x="415" y="1280"/>
                      <a:pt x="415" y="1245"/>
                    </a:cubicBezTo>
                    <a:cubicBezTo>
                      <a:pt x="312" y="1245"/>
                      <a:pt x="210" y="1245"/>
                      <a:pt x="104" y="1245"/>
                    </a:cubicBezTo>
                    <a:cubicBezTo>
                      <a:pt x="104" y="1211"/>
                      <a:pt x="104" y="1176"/>
                      <a:pt x="104" y="1141"/>
                    </a:cubicBezTo>
                    <a:cubicBezTo>
                      <a:pt x="70" y="1141"/>
                      <a:pt x="35" y="1141"/>
                      <a:pt x="0" y="1141"/>
                    </a:cubicBezTo>
                    <a:cubicBezTo>
                      <a:pt x="0" y="901"/>
                      <a:pt x="0" y="662"/>
                      <a:pt x="0" y="415"/>
                    </a:cubicBezTo>
                    <a:cubicBezTo>
                      <a:pt x="34" y="415"/>
                      <a:pt x="68" y="415"/>
                      <a:pt x="104" y="415"/>
                    </a:cubicBezTo>
                    <a:cubicBezTo>
                      <a:pt x="104" y="381"/>
                      <a:pt x="104" y="346"/>
                      <a:pt x="104" y="311"/>
                    </a:cubicBezTo>
                    <a:cubicBezTo>
                      <a:pt x="138" y="311"/>
                      <a:pt x="172" y="311"/>
                      <a:pt x="207" y="311"/>
                    </a:cubicBezTo>
                    <a:cubicBezTo>
                      <a:pt x="207" y="209"/>
                      <a:pt x="207" y="106"/>
                      <a:pt x="20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43" name="ICON_REFERENCE_GRAPH_path_015"/>
              <p:cNvSpPr/>
              <p:nvPr/>
            </p:nvSpPr>
            <p:spPr>
              <a:xfrm>
                <a:off x="10472856" y="1793035"/>
                <a:ext cx="29642" cy="10539"/>
              </a:xfrm>
              <a:custGeom>
                <a:avLst/>
                <a:gdLst/>
                <a:ahLst/>
                <a:cxnLst/>
                <a:rect l="0" t="0" r="r" b="b"/>
                <a:pathLst>
                  <a:path w="2334" h="830" fill="norm" stroke="0">
                    <a:moveTo>
                      <a:pt x="2178" y="0"/>
                    </a:moveTo>
                    <a:cubicBezTo>
                      <a:pt x="2230" y="17"/>
                      <a:pt x="2281" y="34"/>
                      <a:pt x="2334" y="52"/>
                    </a:cubicBezTo>
                    <a:cubicBezTo>
                      <a:pt x="2311" y="95"/>
                      <a:pt x="2287" y="138"/>
                      <a:pt x="2263" y="182"/>
                    </a:cubicBezTo>
                    <a:cubicBezTo>
                      <a:pt x="2256" y="194"/>
                      <a:pt x="2250" y="206"/>
                      <a:pt x="2243" y="219"/>
                    </a:cubicBezTo>
                    <a:cubicBezTo>
                      <a:pt x="2223" y="254"/>
                      <a:pt x="2223" y="254"/>
                      <a:pt x="2178" y="311"/>
                    </a:cubicBezTo>
                    <a:cubicBezTo>
                      <a:pt x="2121" y="319"/>
                      <a:pt x="2121" y="319"/>
                      <a:pt x="2075" y="311"/>
                    </a:cubicBezTo>
                    <a:cubicBezTo>
                      <a:pt x="2075" y="345"/>
                      <a:pt x="2075" y="380"/>
                      <a:pt x="2075" y="415"/>
                    </a:cubicBezTo>
                    <a:cubicBezTo>
                      <a:pt x="2006" y="415"/>
                      <a:pt x="1938" y="415"/>
                      <a:pt x="1867" y="415"/>
                    </a:cubicBezTo>
                    <a:cubicBezTo>
                      <a:pt x="1867" y="449"/>
                      <a:pt x="1867" y="483"/>
                      <a:pt x="1867" y="519"/>
                    </a:cubicBezTo>
                    <a:cubicBezTo>
                      <a:pt x="1799" y="519"/>
                      <a:pt x="1730" y="519"/>
                      <a:pt x="1660" y="519"/>
                    </a:cubicBezTo>
                    <a:cubicBezTo>
                      <a:pt x="1660" y="553"/>
                      <a:pt x="1660" y="587"/>
                      <a:pt x="1660" y="622"/>
                    </a:cubicBezTo>
                    <a:cubicBezTo>
                      <a:pt x="1626" y="622"/>
                      <a:pt x="1591" y="622"/>
                      <a:pt x="1556" y="622"/>
                    </a:cubicBezTo>
                    <a:cubicBezTo>
                      <a:pt x="1556" y="657"/>
                      <a:pt x="1556" y="691"/>
                      <a:pt x="1556" y="726"/>
                    </a:cubicBezTo>
                    <a:cubicBezTo>
                      <a:pt x="1522" y="726"/>
                      <a:pt x="1488" y="726"/>
                      <a:pt x="1452" y="726"/>
                    </a:cubicBezTo>
                    <a:cubicBezTo>
                      <a:pt x="1452" y="760"/>
                      <a:pt x="1452" y="795"/>
                      <a:pt x="1452" y="830"/>
                    </a:cubicBezTo>
                    <a:cubicBezTo>
                      <a:pt x="1384" y="830"/>
                      <a:pt x="1315" y="830"/>
                      <a:pt x="1245" y="830"/>
                    </a:cubicBezTo>
                    <a:cubicBezTo>
                      <a:pt x="1245" y="761"/>
                      <a:pt x="1245" y="693"/>
                      <a:pt x="1245" y="622"/>
                    </a:cubicBezTo>
                    <a:cubicBezTo>
                      <a:pt x="1211" y="622"/>
                      <a:pt x="1176" y="622"/>
                      <a:pt x="1141" y="622"/>
                    </a:cubicBezTo>
                    <a:cubicBezTo>
                      <a:pt x="1141" y="588"/>
                      <a:pt x="1141" y="554"/>
                      <a:pt x="1141" y="519"/>
                    </a:cubicBezTo>
                    <a:cubicBezTo>
                      <a:pt x="901" y="519"/>
                      <a:pt x="662" y="519"/>
                      <a:pt x="415" y="519"/>
                    </a:cubicBezTo>
                    <a:cubicBezTo>
                      <a:pt x="415" y="553"/>
                      <a:pt x="415" y="587"/>
                      <a:pt x="415" y="622"/>
                    </a:cubicBezTo>
                    <a:cubicBezTo>
                      <a:pt x="278" y="622"/>
                      <a:pt x="141" y="622"/>
                      <a:pt x="0" y="622"/>
                    </a:cubicBezTo>
                    <a:cubicBezTo>
                      <a:pt x="0" y="588"/>
                      <a:pt x="0" y="554"/>
                      <a:pt x="0" y="519"/>
                    </a:cubicBezTo>
                    <a:cubicBezTo>
                      <a:pt x="68" y="519"/>
                      <a:pt x="137" y="519"/>
                      <a:pt x="207" y="519"/>
                    </a:cubicBezTo>
                    <a:cubicBezTo>
                      <a:pt x="207" y="484"/>
                      <a:pt x="207" y="450"/>
                      <a:pt x="207" y="415"/>
                    </a:cubicBezTo>
                    <a:cubicBezTo>
                      <a:pt x="584" y="415"/>
                      <a:pt x="961" y="415"/>
                      <a:pt x="1349" y="415"/>
                    </a:cubicBezTo>
                    <a:cubicBezTo>
                      <a:pt x="1349" y="381"/>
                      <a:pt x="1349" y="346"/>
                      <a:pt x="1349" y="311"/>
                    </a:cubicBezTo>
                    <a:cubicBezTo>
                      <a:pt x="1451" y="311"/>
                      <a:pt x="1554" y="311"/>
                      <a:pt x="1660" y="311"/>
                    </a:cubicBezTo>
                    <a:cubicBezTo>
                      <a:pt x="1660" y="277"/>
                      <a:pt x="1660" y="243"/>
                      <a:pt x="1660" y="207"/>
                    </a:cubicBezTo>
                    <a:cubicBezTo>
                      <a:pt x="1762" y="207"/>
                      <a:pt x="1865" y="207"/>
                      <a:pt x="1971" y="207"/>
                    </a:cubicBezTo>
                    <a:cubicBezTo>
                      <a:pt x="1971" y="173"/>
                      <a:pt x="1971" y="139"/>
                      <a:pt x="1971" y="104"/>
                    </a:cubicBezTo>
                    <a:cubicBezTo>
                      <a:pt x="2039" y="104"/>
                      <a:pt x="2108" y="104"/>
                      <a:pt x="2178" y="104"/>
                    </a:cubicBezTo>
                    <a:cubicBezTo>
                      <a:pt x="2178" y="70"/>
                      <a:pt x="2178" y="35"/>
                      <a:pt x="217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44" name="ICON_REFERENCE_GRAPH_path_016"/>
              <p:cNvSpPr/>
              <p:nvPr/>
            </p:nvSpPr>
            <p:spPr>
              <a:xfrm>
                <a:off x="10546632" y="1727164"/>
                <a:ext cx="21079" cy="14567"/>
              </a:xfrm>
              <a:custGeom>
                <a:avLst/>
                <a:gdLst/>
                <a:ahLst/>
                <a:cxnLst/>
                <a:rect l="0" t="0" r="r" b="b"/>
                <a:pathLst>
                  <a:path w="1660" h="1147" fill="norm" stroke="0">
                    <a:moveTo>
                      <a:pt x="1452" y="0"/>
                    </a:moveTo>
                    <a:cubicBezTo>
                      <a:pt x="1521" y="0"/>
                      <a:pt x="1589" y="0"/>
                      <a:pt x="1660" y="0"/>
                    </a:cubicBezTo>
                    <a:cubicBezTo>
                      <a:pt x="1660" y="137"/>
                      <a:pt x="1660" y="274"/>
                      <a:pt x="1660" y="415"/>
                    </a:cubicBezTo>
                    <a:cubicBezTo>
                      <a:pt x="1626" y="415"/>
                      <a:pt x="1591" y="415"/>
                      <a:pt x="1556" y="415"/>
                    </a:cubicBezTo>
                    <a:cubicBezTo>
                      <a:pt x="1556" y="518"/>
                      <a:pt x="1556" y="620"/>
                      <a:pt x="1556" y="726"/>
                    </a:cubicBezTo>
                    <a:cubicBezTo>
                      <a:pt x="1522" y="726"/>
                      <a:pt x="1488" y="726"/>
                      <a:pt x="1452" y="726"/>
                    </a:cubicBezTo>
                    <a:cubicBezTo>
                      <a:pt x="1452" y="760"/>
                      <a:pt x="1452" y="795"/>
                      <a:pt x="1452" y="830"/>
                    </a:cubicBezTo>
                    <a:cubicBezTo>
                      <a:pt x="1384" y="830"/>
                      <a:pt x="1315" y="830"/>
                      <a:pt x="1245" y="830"/>
                    </a:cubicBezTo>
                    <a:cubicBezTo>
                      <a:pt x="1245" y="864"/>
                      <a:pt x="1245" y="898"/>
                      <a:pt x="1245" y="934"/>
                    </a:cubicBezTo>
                    <a:cubicBezTo>
                      <a:pt x="1234" y="935"/>
                      <a:pt x="1223" y="936"/>
                      <a:pt x="1212" y="938"/>
                    </a:cubicBezTo>
                    <a:cubicBezTo>
                      <a:pt x="1164" y="944"/>
                      <a:pt x="1115" y="950"/>
                      <a:pt x="1066" y="956"/>
                    </a:cubicBezTo>
                    <a:cubicBezTo>
                      <a:pt x="1050" y="958"/>
                      <a:pt x="1033" y="960"/>
                      <a:pt x="1015" y="963"/>
                    </a:cubicBezTo>
                    <a:cubicBezTo>
                      <a:pt x="999" y="965"/>
                      <a:pt x="983" y="967"/>
                      <a:pt x="966" y="969"/>
                    </a:cubicBezTo>
                    <a:cubicBezTo>
                      <a:pt x="951" y="971"/>
                      <a:pt x="936" y="973"/>
                      <a:pt x="921" y="975"/>
                    </a:cubicBezTo>
                    <a:cubicBezTo>
                      <a:pt x="882" y="985"/>
                      <a:pt x="882" y="985"/>
                      <a:pt x="830" y="1037"/>
                    </a:cubicBezTo>
                    <a:cubicBezTo>
                      <a:pt x="791" y="1047"/>
                      <a:pt x="791" y="1047"/>
                      <a:pt x="747" y="1052"/>
                    </a:cubicBezTo>
                    <a:cubicBezTo>
                      <a:pt x="731" y="1054"/>
                      <a:pt x="715" y="1056"/>
                      <a:pt x="699" y="1058"/>
                    </a:cubicBezTo>
                    <a:cubicBezTo>
                      <a:pt x="665" y="1061"/>
                      <a:pt x="632" y="1065"/>
                      <a:pt x="598" y="1069"/>
                    </a:cubicBezTo>
                    <a:cubicBezTo>
                      <a:pt x="582" y="1071"/>
                      <a:pt x="566" y="1073"/>
                      <a:pt x="549" y="1075"/>
                    </a:cubicBezTo>
                    <a:cubicBezTo>
                      <a:pt x="535" y="1076"/>
                      <a:pt x="520" y="1078"/>
                      <a:pt x="505" y="1079"/>
                    </a:cubicBezTo>
                    <a:cubicBezTo>
                      <a:pt x="467" y="1089"/>
                      <a:pt x="467" y="1089"/>
                      <a:pt x="415" y="1141"/>
                    </a:cubicBezTo>
                    <a:cubicBezTo>
                      <a:pt x="371" y="1147"/>
                      <a:pt x="371" y="1147"/>
                      <a:pt x="319" y="1146"/>
                    </a:cubicBezTo>
                    <a:cubicBezTo>
                      <a:pt x="301" y="1146"/>
                      <a:pt x="282" y="1146"/>
                      <a:pt x="263" y="1146"/>
                    </a:cubicBezTo>
                    <a:cubicBezTo>
                      <a:pt x="244" y="1145"/>
                      <a:pt x="224" y="1145"/>
                      <a:pt x="204" y="1144"/>
                    </a:cubicBezTo>
                    <a:cubicBezTo>
                      <a:pt x="185" y="1144"/>
                      <a:pt x="165" y="1144"/>
                      <a:pt x="145" y="1144"/>
                    </a:cubicBezTo>
                    <a:cubicBezTo>
                      <a:pt x="97" y="1143"/>
                      <a:pt x="48" y="1142"/>
                      <a:pt x="0" y="1141"/>
                    </a:cubicBezTo>
                    <a:cubicBezTo>
                      <a:pt x="18" y="1090"/>
                      <a:pt x="18" y="1090"/>
                      <a:pt x="52" y="1037"/>
                    </a:cubicBezTo>
                    <a:cubicBezTo>
                      <a:pt x="114" y="1027"/>
                      <a:pt x="114" y="1027"/>
                      <a:pt x="185" y="1031"/>
                    </a:cubicBezTo>
                    <a:cubicBezTo>
                      <a:pt x="208" y="1032"/>
                      <a:pt x="232" y="1033"/>
                      <a:pt x="256" y="1034"/>
                    </a:cubicBezTo>
                    <a:cubicBezTo>
                      <a:pt x="274" y="1035"/>
                      <a:pt x="293" y="1036"/>
                      <a:pt x="311" y="1037"/>
                    </a:cubicBezTo>
                    <a:cubicBezTo>
                      <a:pt x="311" y="1003"/>
                      <a:pt x="311" y="969"/>
                      <a:pt x="311" y="934"/>
                    </a:cubicBezTo>
                    <a:cubicBezTo>
                      <a:pt x="448" y="934"/>
                      <a:pt x="585" y="934"/>
                      <a:pt x="726" y="934"/>
                    </a:cubicBezTo>
                    <a:cubicBezTo>
                      <a:pt x="726" y="899"/>
                      <a:pt x="726" y="865"/>
                      <a:pt x="726" y="830"/>
                    </a:cubicBezTo>
                    <a:cubicBezTo>
                      <a:pt x="863" y="830"/>
                      <a:pt x="1000" y="830"/>
                      <a:pt x="1141" y="830"/>
                    </a:cubicBezTo>
                    <a:cubicBezTo>
                      <a:pt x="1141" y="796"/>
                      <a:pt x="1141" y="761"/>
                      <a:pt x="1141" y="726"/>
                    </a:cubicBezTo>
                    <a:cubicBezTo>
                      <a:pt x="1175" y="726"/>
                      <a:pt x="1210" y="726"/>
                      <a:pt x="1245" y="726"/>
                    </a:cubicBezTo>
                    <a:cubicBezTo>
                      <a:pt x="1245" y="658"/>
                      <a:pt x="1245" y="589"/>
                      <a:pt x="1245" y="519"/>
                    </a:cubicBezTo>
                    <a:cubicBezTo>
                      <a:pt x="1211" y="519"/>
                      <a:pt x="1176" y="519"/>
                      <a:pt x="1141" y="519"/>
                    </a:cubicBezTo>
                    <a:cubicBezTo>
                      <a:pt x="1141" y="450"/>
                      <a:pt x="1141" y="382"/>
                      <a:pt x="1141" y="311"/>
                    </a:cubicBezTo>
                    <a:cubicBezTo>
                      <a:pt x="1175" y="311"/>
                      <a:pt x="1210" y="311"/>
                      <a:pt x="1245" y="311"/>
                    </a:cubicBezTo>
                    <a:cubicBezTo>
                      <a:pt x="1245" y="277"/>
                      <a:pt x="1245" y="243"/>
                      <a:pt x="1245" y="207"/>
                    </a:cubicBezTo>
                    <a:cubicBezTo>
                      <a:pt x="1279" y="207"/>
                      <a:pt x="1313" y="207"/>
                      <a:pt x="1349" y="207"/>
                    </a:cubicBezTo>
                    <a:cubicBezTo>
                      <a:pt x="1349" y="173"/>
                      <a:pt x="1349" y="139"/>
                      <a:pt x="1349" y="104"/>
                    </a:cubicBezTo>
                    <a:cubicBezTo>
                      <a:pt x="1383" y="104"/>
                      <a:pt x="1417" y="104"/>
                      <a:pt x="1452" y="104"/>
                    </a:cubicBezTo>
                    <a:cubicBezTo>
                      <a:pt x="1452" y="70"/>
                      <a:pt x="1452" y="35"/>
                      <a:pt x="145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45" name="ICON_REFERENCE_GRAPH_path_017"/>
              <p:cNvSpPr/>
              <p:nvPr/>
            </p:nvSpPr>
            <p:spPr>
              <a:xfrm>
                <a:off x="10547949" y="1823336"/>
                <a:ext cx="14492" cy="11857"/>
              </a:xfrm>
              <a:custGeom>
                <a:avLst/>
                <a:gdLst/>
                <a:ahLst/>
                <a:cxnLst/>
                <a:rect l="0" t="0" r="r" b="b"/>
                <a:pathLst>
                  <a:path w="1141" h="934" fill="norm" stroke="0">
                    <a:moveTo>
                      <a:pt x="0" y="0"/>
                    </a:moveTo>
                    <a:cubicBezTo>
                      <a:pt x="103" y="0"/>
                      <a:pt x="205" y="0"/>
                      <a:pt x="311" y="0"/>
                    </a:cubicBezTo>
                    <a:cubicBezTo>
                      <a:pt x="311" y="34"/>
                      <a:pt x="311" y="68"/>
                      <a:pt x="311" y="104"/>
                    </a:cubicBezTo>
                    <a:cubicBezTo>
                      <a:pt x="448" y="104"/>
                      <a:pt x="585" y="104"/>
                      <a:pt x="726" y="104"/>
                    </a:cubicBezTo>
                    <a:cubicBezTo>
                      <a:pt x="726" y="172"/>
                      <a:pt x="726" y="241"/>
                      <a:pt x="726" y="311"/>
                    </a:cubicBezTo>
                    <a:cubicBezTo>
                      <a:pt x="760" y="311"/>
                      <a:pt x="795" y="311"/>
                      <a:pt x="830" y="311"/>
                    </a:cubicBezTo>
                    <a:cubicBezTo>
                      <a:pt x="830" y="345"/>
                      <a:pt x="830" y="380"/>
                      <a:pt x="830" y="415"/>
                    </a:cubicBezTo>
                    <a:cubicBezTo>
                      <a:pt x="864" y="415"/>
                      <a:pt x="898" y="415"/>
                      <a:pt x="934" y="415"/>
                    </a:cubicBezTo>
                    <a:cubicBezTo>
                      <a:pt x="934" y="449"/>
                      <a:pt x="934" y="483"/>
                      <a:pt x="934" y="519"/>
                    </a:cubicBezTo>
                    <a:cubicBezTo>
                      <a:pt x="968" y="519"/>
                      <a:pt x="1002" y="519"/>
                      <a:pt x="1037" y="519"/>
                    </a:cubicBezTo>
                    <a:cubicBezTo>
                      <a:pt x="1037" y="587"/>
                      <a:pt x="1037" y="656"/>
                      <a:pt x="1037" y="726"/>
                    </a:cubicBezTo>
                    <a:cubicBezTo>
                      <a:pt x="1072" y="726"/>
                      <a:pt x="1106" y="726"/>
                      <a:pt x="1141" y="726"/>
                    </a:cubicBezTo>
                    <a:cubicBezTo>
                      <a:pt x="1141" y="760"/>
                      <a:pt x="1141" y="795"/>
                      <a:pt x="1141" y="830"/>
                    </a:cubicBezTo>
                    <a:cubicBezTo>
                      <a:pt x="1073" y="830"/>
                      <a:pt x="1004" y="830"/>
                      <a:pt x="934" y="830"/>
                    </a:cubicBezTo>
                    <a:cubicBezTo>
                      <a:pt x="934" y="864"/>
                      <a:pt x="934" y="898"/>
                      <a:pt x="934" y="934"/>
                    </a:cubicBezTo>
                    <a:cubicBezTo>
                      <a:pt x="899" y="934"/>
                      <a:pt x="865" y="934"/>
                      <a:pt x="830" y="934"/>
                    </a:cubicBezTo>
                    <a:cubicBezTo>
                      <a:pt x="830" y="899"/>
                      <a:pt x="830" y="865"/>
                      <a:pt x="830" y="830"/>
                    </a:cubicBezTo>
                    <a:cubicBezTo>
                      <a:pt x="761" y="830"/>
                      <a:pt x="693" y="830"/>
                      <a:pt x="622" y="830"/>
                    </a:cubicBezTo>
                    <a:cubicBezTo>
                      <a:pt x="622" y="796"/>
                      <a:pt x="622" y="761"/>
                      <a:pt x="622" y="726"/>
                    </a:cubicBezTo>
                    <a:cubicBezTo>
                      <a:pt x="588" y="726"/>
                      <a:pt x="554" y="726"/>
                      <a:pt x="519" y="726"/>
                    </a:cubicBezTo>
                    <a:cubicBezTo>
                      <a:pt x="519" y="658"/>
                      <a:pt x="519" y="589"/>
                      <a:pt x="519" y="519"/>
                    </a:cubicBezTo>
                    <a:cubicBezTo>
                      <a:pt x="484" y="519"/>
                      <a:pt x="450" y="519"/>
                      <a:pt x="415" y="519"/>
                    </a:cubicBezTo>
                    <a:cubicBezTo>
                      <a:pt x="415" y="484"/>
                      <a:pt x="415" y="450"/>
                      <a:pt x="415" y="415"/>
                    </a:cubicBezTo>
                    <a:cubicBezTo>
                      <a:pt x="381" y="415"/>
                      <a:pt x="346" y="415"/>
                      <a:pt x="311" y="415"/>
                    </a:cubicBezTo>
                    <a:cubicBezTo>
                      <a:pt x="311" y="381"/>
                      <a:pt x="311" y="346"/>
                      <a:pt x="311" y="311"/>
                    </a:cubicBezTo>
                    <a:cubicBezTo>
                      <a:pt x="277" y="311"/>
                      <a:pt x="243" y="311"/>
                      <a:pt x="207" y="311"/>
                    </a:cubicBezTo>
                    <a:cubicBezTo>
                      <a:pt x="210" y="295"/>
                      <a:pt x="212" y="279"/>
                      <a:pt x="214" y="263"/>
                    </a:cubicBezTo>
                    <a:cubicBezTo>
                      <a:pt x="213" y="253"/>
                      <a:pt x="213" y="253"/>
                      <a:pt x="207" y="207"/>
                    </a:cubicBezTo>
                    <a:cubicBezTo>
                      <a:pt x="162" y="178"/>
                      <a:pt x="162" y="178"/>
                      <a:pt x="104" y="156"/>
                    </a:cubicBezTo>
                    <a:cubicBezTo>
                      <a:pt x="45" y="133"/>
                      <a:pt x="45" y="133"/>
                      <a:pt x="0" y="104"/>
                    </a:cubicBezTo>
                    <a:cubicBezTo>
                      <a:pt x="0" y="70"/>
                      <a:pt x="0" y="35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46" name="ICON_REFERENCE_GRAPH_path_018"/>
              <p:cNvSpPr/>
              <p:nvPr/>
            </p:nvSpPr>
            <p:spPr>
              <a:xfrm>
                <a:off x="10567711" y="1825971"/>
                <a:ext cx="19761" cy="7905"/>
              </a:xfrm>
              <a:custGeom>
                <a:avLst/>
                <a:gdLst/>
                <a:ahLst/>
                <a:cxnLst/>
                <a:rect l="0" t="0" r="r" b="b"/>
                <a:pathLst>
                  <a:path w="1556" h="622" fill="norm" stroke="0">
                    <a:moveTo>
                      <a:pt x="207" y="0"/>
                    </a:moveTo>
                    <a:cubicBezTo>
                      <a:pt x="379" y="0"/>
                      <a:pt x="550" y="0"/>
                      <a:pt x="726" y="0"/>
                    </a:cubicBezTo>
                    <a:cubicBezTo>
                      <a:pt x="726" y="68"/>
                      <a:pt x="726" y="137"/>
                      <a:pt x="726" y="207"/>
                    </a:cubicBezTo>
                    <a:cubicBezTo>
                      <a:pt x="863" y="207"/>
                      <a:pt x="1000" y="207"/>
                      <a:pt x="1141" y="207"/>
                    </a:cubicBezTo>
                    <a:cubicBezTo>
                      <a:pt x="1141" y="242"/>
                      <a:pt x="1141" y="276"/>
                      <a:pt x="1141" y="311"/>
                    </a:cubicBezTo>
                    <a:cubicBezTo>
                      <a:pt x="1175" y="311"/>
                      <a:pt x="1210" y="311"/>
                      <a:pt x="1245" y="311"/>
                    </a:cubicBezTo>
                    <a:cubicBezTo>
                      <a:pt x="1245" y="345"/>
                      <a:pt x="1245" y="380"/>
                      <a:pt x="1245" y="415"/>
                    </a:cubicBezTo>
                    <a:cubicBezTo>
                      <a:pt x="1348" y="415"/>
                      <a:pt x="1450" y="415"/>
                      <a:pt x="1556" y="415"/>
                    </a:cubicBezTo>
                    <a:cubicBezTo>
                      <a:pt x="1556" y="483"/>
                      <a:pt x="1556" y="552"/>
                      <a:pt x="1556" y="622"/>
                    </a:cubicBezTo>
                    <a:cubicBezTo>
                      <a:pt x="1419" y="588"/>
                      <a:pt x="1282" y="554"/>
                      <a:pt x="1141" y="519"/>
                    </a:cubicBezTo>
                    <a:cubicBezTo>
                      <a:pt x="1141" y="484"/>
                      <a:pt x="1141" y="450"/>
                      <a:pt x="1141" y="415"/>
                    </a:cubicBezTo>
                    <a:cubicBezTo>
                      <a:pt x="799" y="415"/>
                      <a:pt x="456" y="415"/>
                      <a:pt x="104" y="415"/>
                    </a:cubicBezTo>
                    <a:cubicBezTo>
                      <a:pt x="104" y="381"/>
                      <a:pt x="104" y="346"/>
                      <a:pt x="104" y="311"/>
                    </a:cubicBezTo>
                    <a:cubicBezTo>
                      <a:pt x="70" y="311"/>
                      <a:pt x="35" y="311"/>
                      <a:pt x="0" y="311"/>
                    </a:cubicBezTo>
                    <a:cubicBezTo>
                      <a:pt x="0" y="277"/>
                      <a:pt x="0" y="243"/>
                      <a:pt x="0" y="207"/>
                    </a:cubicBezTo>
                    <a:cubicBezTo>
                      <a:pt x="68" y="207"/>
                      <a:pt x="137" y="207"/>
                      <a:pt x="207" y="207"/>
                    </a:cubicBezTo>
                    <a:cubicBezTo>
                      <a:pt x="207" y="139"/>
                      <a:pt x="207" y="71"/>
                      <a:pt x="20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47" name="ICON_REFERENCE_GRAPH_path_019"/>
              <p:cNvSpPr/>
              <p:nvPr/>
            </p:nvSpPr>
            <p:spPr>
              <a:xfrm>
                <a:off x="10424111" y="1835193"/>
                <a:ext cx="5270" cy="17127"/>
              </a:xfrm>
              <a:custGeom>
                <a:avLst/>
                <a:gdLst/>
                <a:ahLst/>
                <a:cxnLst/>
                <a:rect l="0" t="0" r="r" b="b"/>
                <a:pathLst>
                  <a:path w="415" h="1349" fill="norm" stroke="0">
                    <a:moveTo>
                      <a:pt x="0" y="0"/>
                    </a:moveTo>
                    <a:cubicBezTo>
                      <a:pt x="34" y="0"/>
                      <a:pt x="68" y="0"/>
                      <a:pt x="104" y="0"/>
                    </a:cubicBezTo>
                    <a:cubicBezTo>
                      <a:pt x="104" y="34"/>
                      <a:pt x="104" y="68"/>
                      <a:pt x="104" y="104"/>
                    </a:cubicBezTo>
                    <a:cubicBezTo>
                      <a:pt x="206" y="104"/>
                      <a:pt x="309" y="104"/>
                      <a:pt x="415" y="104"/>
                    </a:cubicBezTo>
                    <a:cubicBezTo>
                      <a:pt x="415" y="480"/>
                      <a:pt x="415" y="857"/>
                      <a:pt x="415" y="1245"/>
                    </a:cubicBezTo>
                    <a:cubicBezTo>
                      <a:pt x="346" y="1245"/>
                      <a:pt x="278" y="1245"/>
                      <a:pt x="207" y="1245"/>
                    </a:cubicBezTo>
                    <a:cubicBezTo>
                      <a:pt x="207" y="1279"/>
                      <a:pt x="207" y="1313"/>
                      <a:pt x="207" y="1349"/>
                    </a:cubicBezTo>
                    <a:cubicBezTo>
                      <a:pt x="139" y="1349"/>
                      <a:pt x="71" y="1349"/>
                      <a:pt x="0" y="1349"/>
                    </a:cubicBezTo>
                    <a:cubicBezTo>
                      <a:pt x="8" y="1328"/>
                      <a:pt x="16" y="1307"/>
                      <a:pt x="25" y="1285"/>
                    </a:cubicBezTo>
                    <a:cubicBezTo>
                      <a:pt x="60" y="1179"/>
                      <a:pt x="64" y="1073"/>
                      <a:pt x="68" y="962"/>
                    </a:cubicBezTo>
                    <a:cubicBezTo>
                      <a:pt x="69" y="951"/>
                      <a:pt x="69" y="951"/>
                      <a:pt x="72" y="897"/>
                    </a:cubicBezTo>
                    <a:cubicBezTo>
                      <a:pt x="75" y="828"/>
                      <a:pt x="78" y="759"/>
                      <a:pt x="81" y="690"/>
                    </a:cubicBezTo>
                    <a:cubicBezTo>
                      <a:pt x="83" y="644"/>
                      <a:pt x="86" y="597"/>
                      <a:pt x="88" y="550"/>
                    </a:cubicBezTo>
                    <a:cubicBezTo>
                      <a:pt x="93" y="436"/>
                      <a:pt x="99" y="322"/>
                      <a:pt x="104" y="207"/>
                    </a:cubicBezTo>
                    <a:cubicBezTo>
                      <a:pt x="70" y="207"/>
                      <a:pt x="35" y="207"/>
                      <a:pt x="0" y="207"/>
                    </a:cubicBezTo>
                    <a:cubicBezTo>
                      <a:pt x="0" y="139"/>
                      <a:pt x="0" y="71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48" name="ICON_REFERENCE_GRAPH_path_020"/>
              <p:cNvSpPr/>
              <p:nvPr/>
            </p:nvSpPr>
            <p:spPr>
              <a:xfrm>
                <a:off x="10586155" y="1760099"/>
                <a:ext cx="22396" cy="6587"/>
              </a:xfrm>
              <a:custGeom>
                <a:avLst/>
                <a:gdLst/>
                <a:ahLst/>
                <a:cxnLst/>
                <a:rect l="0" t="0" r="r" b="b"/>
                <a:pathLst>
                  <a:path w="1763" h="519" fill="norm" stroke="0">
                    <a:moveTo>
                      <a:pt x="1763" y="0"/>
                    </a:moveTo>
                    <a:cubicBezTo>
                      <a:pt x="1763" y="68"/>
                      <a:pt x="1763" y="137"/>
                      <a:pt x="1763" y="207"/>
                    </a:cubicBezTo>
                    <a:cubicBezTo>
                      <a:pt x="1661" y="207"/>
                      <a:pt x="1558" y="207"/>
                      <a:pt x="1452" y="207"/>
                    </a:cubicBezTo>
                    <a:cubicBezTo>
                      <a:pt x="1452" y="242"/>
                      <a:pt x="1452" y="276"/>
                      <a:pt x="1452" y="311"/>
                    </a:cubicBezTo>
                    <a:cubicBezTo>
                      <a:pt x="1418" y="311"/>
                      <a:pt x="1384" y="311"/>
                      <a:pt x="1349" y="311"/>
                    </a:cubicBezTo>
                    <a:cubicBezTo>
                      <a:pt x="1349" y="380"/>
                      <a:pt x="1349" y="448"/>
                      <a:pt x="1349" y="519"/>
                    </a:cubicBezTo>
                    <a:cubicBezTo>
                      <a:pt x="1314" y="519"/>
                      <a:pt x="1280" y="519"/>
                      <a:pt x="1245" y="519"/>
                    </a:cubicBezTo>
                    <a:cubicBezTo>
                      <a:pt x="1245" y="484"/>
                      <a:pt x="1245" y="450"/>
                      <a:pt x="1245" y="415"/>
                    </a:cubicBezTo>
                    <a:cubicBezTo>
                      <a:pt x="937" y="415"/>
                      <a:pt x="629" y="415"/>
                      <a:pt x="311" y="415"/>
                    </a:cubicBezTo>
                    <a:cubicBezTo>
                      <a:pt x="311" y="449"/>
                      <a:pt x="311" y="483"/>
                      <a:pt x="311" y="519"/>
                    </a:cubicBezTo>
                    <a:cubicBezTo>
                      <a:pt x="209" y="519"/>
                      <a:pt x="106" y="519"/>
                      <a:pt x="0" y="519"/>
                    </a:cubicBezTo>
                    <a:cubicBezTo>
                      <a:pt x="0" y="416"/>
                      <a:pt x="0" y="313"/>
                      <a:pt x="0" y="207"/>
                    </a:cubicBezTo>
                    <a:cubicBezTo>
                      <a:pt x="445" y="207"/>
                      <a:pt x="890" y="207"/>
                      <a:pt x="1349" y="207"/>
                    </a:cubicBezTo>
                    <a:cubicBezTo>
                      <a:pt x="1349" y="173"/>
                      <a:pt x="1349" y="139"/>
                      <a:pt x="1349" y="104"/>
                    </a:cubicBezTo>
                    <a:cubicBezTo>
                      <a:pt x="1398" y="86"/>
                      <a:pt x="1448" y="69"/>
                      <a:pt x="1498" y="52"/>
                    </a:cubicBezTo>
                    <a:cubicBezTo>
                      <a:pt x="1505" y="49"/>
                      <a:pt x="1505" y="49"/>
                      <a:pt x="1540" y="37"/>
                    </a:cubicBezTo>
                    <a:cubicBezTo>
                      <a:pt x="1554" y="32"/>
                      <a:pt x="1567" y="27"/>
                      <a:pt x="1582" y="23"/>
                    </a:cubicBezTo>
                    <a:cubicBezTo>
                      <a:pt x="1594" y="18"/>
                      <a:pt x="1607" y="14"/>
                      <a:pt x="1619" y="10"/>
                    </a:cubicBezTo>
                    <a:cubicBezTo>
                      <a:pt x="1660" y="0"/>
                      <a:pt x="1660" y="0"/>
                      <a:pt x="176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49" name="ICON_REFERENCE_GRAPH_path_021"/>
              <p:cNvSpPr/>
              <p:nvPr/>
            </p:nvSpPr>
            <p:spPr>
              <a:xfrm>
                <a:off x="10449142" y="1634944"/>
                <a:ext cx="5270" cy="14492"/>
              </a:xfrm>
              <a:custGeom>
                <a:avLst/>
                <a:gdLst/>
                <a:ahLst/>
                <a:cxnLst/>
                <a:rect l="0" t="0" r="r" b="b"/>
                <a:pathLst>
                  <a:path w="415" h="1141" fill="norm" stroke="0">
                    <a:moveTo>
                      <a:pt x="311" y="0"/>
                    </a:moveTo>
                    <a:cubicBezTo>
                      <a:pt x="345" y="0"/>
                      <a:pt x="380" y="0"/>
                      <a:pt x="415" y="0"/>
                    </a:cubicBezTo>
                    <a:cubicBezTo>
                      <a:pt x="415" y="68"/>
                      <a:pt x="415" y="137"/>
                      <a:pt x="415" y="207"/>
                    </a:cubicBezTo>
                    <a:cubicBezTo>
                      <a:pt x="381" y="207"/>
                      <a:pt x="346" y="207"/>
                      <a:pt x="311" y="207"/>
                    </a:cubicBezTo>
                    <a:cubicBezTo>
                      <a:pt x="317" y="315"/>
                      <a:pt x="324" y="423"/>
                      <a:pt x="330" y="531"/>
                    </a:cubicBezTo>
                    <a:cubicBezTo>
                      <a:pt x="333" y="568"/>
                      <a:pt x="335" y="605"/>
                      <a:pt x="337" y="641"/>
                    </a:cubicBezTo>
                    <a:cubicBezTo>
                      <a:pt x="340" y="694"/>
                      <a:pt x="343" y="747"/>
                      <a:pt x="347" y="800"/>
                    </a:cubicBezTo>
                    <a:cubicBezTo>
                      <a:pt x="348" y="816"/>
                      <a:pt x="348" y="833"/>
                      <a:pt x="349" y="849"/>
                    </a:cubicBezTo>
                    <a:cubicBezTo>
                      <a:pt x="350" y="865"/>
                      <a:pt x="351" y="880"/>
                      <a:pt x="352" y="896"/>
                    </a:cubicBezTo>
                    <a:cubicBezTo>
                      <a:pt x="353" y="910"/>
                      <a:pt x="354" y="923"/>
                      <a:pt x="355" y="937"/>
                    </a:cubicBezTo>
                    <a:cubicBezTo>
                      <a:pt x="367" y="1007"/>
                      <a:pt x="393" y="1074"/>
                      <a:pt x="415" y="1141"/>
                    </a:cubicBezTo>
                    <a:cubicBezTo>
                      <a:pt x="278" y="1141"/>
                      <a:pt x="141" y="1141"/>
                      <a:pt x="0" y="1141"/>
                    </a:cubicBezTo>
                    <a:cubicBezTo>
                      <a:pt x="0" y="799"/>
                      <a:pt x="0" y="456"/>
                      <a:pt x="0" y="104"/>
                    </a:cubicBezTo>
                    <a:cubicBezTo>
                      <a:pt x="103" y="104"/>
                      <a:pt x="205" y="104"/>
                      <a:pt x="311" y="104"/>
                    </a:cubicBezTo>
                    <a:cubicBezTo>
                      <a:pt x="311" y="70"/>
                      <a:pt x="311" y="35"/>
                      <a:pt x="31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50" name="ICON_REFERENCE_GRAPH_path_022"/>
              <p:cNvSpPr/>
              <p:nvPr/>
            </p:nvSpPr>
            <p:spPr>
              <a:xfrm>
                <a:off x="10347700" y="1746925"/>
                <a:ext cx="23714" cy="6587"/>
              </a:xfrm>
              <a:custGeom>
                <a:avLst/>
                <a:gdLst/>
                <a:ahLst/>
                <a:cxnLst/>
                <a:rect l="0" t="0" r="r" b="b"/>
                <a:pathLst>
                  <a:path w="1867" h="519" fill="norm" stroke="0">
                    <a:moveTo>
                      <a:pt x="1867" y="0"/>
                    </a:moveTo>
                    <a:cubicBezTo>
                      <a:pt x="1867" y="68"/>
                      <a:pt x="1867" y="137"/>
                      <a:pt x="1867" y="207"/>
                    </a:cubicBezTo>
                    <a:cubicBezTo>
                      <a:pt x="1799" y="207"/>
                      <a:pt x="1730" y="207"/>
                      <a:pt x="1660" y="207"/>
                    </a:cubicBezTo>
                    <a:cubicBezTo>
                      <a:pt x="1660" y="242"/>
                      <a:pt x="1660" y="276"/>
                      <a:pt x="1660" y="311"/>
                    </a:cubicBezTo>
                    <a:cubicBezTo>
                      <a:pt x="1557" y="311"/>
                      <a:pt x="1454" y="311"/>
                      <a:pt x="1349" y="311"/>
                    </a:cubicBezTo>
                    <a:cubicBezTo>
                      <a:pt x="1349" y="345"/>
                      <a:pt x="1349" y="380"/>
                      <a:pt x="1349" y="415"/>
                    </a:cubicBezTo>
                    <a:cubicBezTo>
                      <a:pt x="1246" y="415"/>
                      <a:pt x="1143" y="415"/>
                      <a:pt x="1037" y="415"/>
                    </a:cubicBezTo>
                    <a:cubicBezTo>
                      <a:pt x="1037" y="449"/>
                      <a:pt x="1037" y="483"/>
                      <a:pt x="1037" y="519"/>
                    </a:cubicBezTo>
                    <a:cubicBezTo>
                      <a:pt x="695" y="519"/>
                      <a:pt x="353" y="519"/>
                      <a:pt x="0" y="519"/>
                    </a:cubicBezTo>
                    <a:cubicBezTo>
                      <a:pt x="0" y="484"/>
                      <a:pt x="0" y="450"/>
                      <a:pt x="0" y="415"/>
                    </a:cubicBezTo>
                    <a:cubicBezTo>
                      <a:pt x="34" y="415"/>
                      <a:pt x="68" y="415"/>
                      <a:pt x="104" y="415"/>
                    </a:cubicBezTo>
                    <a:cubicBezTo>
                      <a:pt x="104" y="381"/>
                      <a:pt x="104" y="346"/>
                      <a:pt x="104" y="311"/>
                    </a:cubicBezTo>
                    <a:cubicBezTo>
                      <a:pt x="446" y="311"/>
                      <a:pt x="788" y="311"/>
                      <a:pt x="1141" y="311"/>
                    </a:cubicBezTo>
                    <a:cubicBezTo>
                      <a:pt x="1141" y="277"/>
                      <a:pt x="1141" y="243"/>
                      <a:pt x="1141" y="207"/>
                    </a:cubicBezTo>
                    <a:cubicBezTo>
                      <a:pt x="1164" y="206"/>
                      <a:pt x="1188" y="204"/>
                      <a:pt x="1211" y="202"/>
                    </a:cubicBezTo>
                    <a:cubicBezTo>
                      <a:pt x="1408" y="181"/>
                      <a:pt x="1548" y="147"/>
                      <a:pt x="1709" y="32"/>
                    </a:cubicBezTo>
                    <a:cubicBezTo>
                      <a:pt x="1763" y="0"/>
                      <a:pt x="1763" y="0"/>
                      <a:pt x="186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51" name="ICON_REFERENCE_GRAPH_path_023"/>
              <p:cNvSpPr/>
              <p:nvPr/>
            </p:nvSpPr>
            <p:spPr>
              <a:xfrm>
                <a:off x="10429381" y="1746925"/>
                <a:ext cx="13174" cy="11857"/>
              </a:xfrm>
              <a:custGeom>
                <a:avLst/>
                <a:gdLst/>
                <a:ahLst/>
                <a:cxnLst/>
                <a:rect l="0" t="0" r="r" b="b"/>
                <a:pathLst>
                  <a:path w="1037" h="934" fill="norm" stroke="0">
                    <a:moveTo>
                      <a:pt x="0" y="0"/>
                    </a:moveTo>
                    <a:cubicBezTo>
                      <a:pt x="207" y="69"/>
                      <a:pt x="415" y="138"/>
                      <a:pt x="622" y="207"/>
                    </a:cubicBezTo>
                    <a:cubicBezTo>
                      <a:pt x="622" y="242"/>
                      <a:pt x="622" y="276"/>
                      <a:pt x="622" y="311"/>
                    </a:cubicBezTo>
                    <a:cubicBezTo>
                      <a:pt x="725" y="311"/>
                      <a:pt x="828" y="311"/>
                      <a:pt x="934" y="311"/>
                    </a:cubicBezTo>
                    <a:cubicBezTo>
                      <a:pt x="934" y="345"/>
                      <a:pt x="934" y="380"/>
                      <a:pt x="934" y="415"/>
                    </a:cubicBezTo>
                    <a:cubicBezTo>
                      <a:pt x="968" y="415"/>
                      <a:pt x="1002" y="415"/>
                      <a:pt x="1037" y="415"/>
                    </a:cubicBezTo>
                    <a:cubicBezTo>
                      <a:pt x="1037" y="586"/>
                      <a:pt x="1037" y="757"/>
                      <a:pt x="1037" y="934"/>
                    </a:cubicBezTo>
                    <a:cubicBezTo>
                      <a:pt x="1003" y="934"/>
                      <a:pt x="969" y="934"/>
                      <a:pt x="934" y="934"/>
                    </a:cubicBezTo>
                    <a:cubicBezTo>
                      <a:pt x="934" y="899"/>
                      <a:pt x="934" y="865"/>
                      <a:pt x="934" y="830"/>
                    </a:cubicBezTo>
                    <a:cubicBezTo>
                      <a:pt x="899" y="830"/>
                      <a:pt x="865" y="830"/>
                      <a:pt x="830" y="830"/>
                    </a:cubicBezTo>
                    <a:cubicBezTo>
                      <a:pt x="830" y="796"/>
                      <a:pt x="830" y="761"/>
                      <a:pt x="830" y="726"/>
                    </a:cubicBezTo>
                    <a:cubicBezTo>
                      <a:pt x="796" y="726"/>
                      <a:pt x="761" y="726"/>
                      <a:pt x="726" y="726"/>
                    </a:cubicBezTo>
                    <a:cubicBezTo>
                      <a:pt x="726" y="692"/>
                      <a:pt x="726" y="658"/>
                      <a:pt x="726" y="622"/>
                    </a:cubicBezTo>
                    <a:cubicBezTo>
                      <a:pt x="658" y="622"/>
                      <a:pt x="589" y="622"/>
                      <a:pt x="519" y="622"/>
                    </a:cubicBezTo>
                    <a:cubicBezTo>
                      <a:pt x="519" y="588"/>
                      <a:pt x="519" y="554"/>
                      <a:pt x="519" y="519"/>
                    </a:cubicBezTo>
                    <a:cubicBezTo>
                      <a:pt x="484" y="519"/>
                      <a:pt x="450" y="519"/>
                      <a:pt x="415" y="519"/>
                    </a:cubicBezTo>
                    <a:cubicBezTo>
                      <a:pt x="415" y="450"/>
                      <a:pt x="415" y="382"/>
                      <a:pt x="415" y="311"/>
                    </a:cubicBezTo>
                    <a:cubicBezTo>
                      <a:pt x="346" y="311"/>
                      <a:pt x="278" y="311"/>
                      <a:pt x="207" y="311"/>
                    </a:cubicBezTo>
                    <a:cubicBezTo>
                      <a:pt x="207" y="277"/>
                      <a:pt x="207" y="243"/>
                      <a:pt x="207" y="207"/>
                    </a:cubicBezTo>
                    <a:cubicBezTo>
                      <a:pt x="139" y="207"/>
                      <a:pt x="71" y="207"/>
                      <a:pt x="0" y="207"/>
                    </a:cubicBezTo>
                    <a:cubicBezTo>
                      <a:pt x="0" y="139"/>
                      <a:pt x="0" y="71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52" name="ICON_REFERENCE_GRAPH_path_024"/>
              <p:cNvSpPr/>
              <p:nvPr/>
            </p:nvSpPr>
            <p:spPr>
              <a:xfrm>
                <a:off x="10376684" y="1688958"/>
                <a:ext cx="13174" cy="15809"/>
              </a:xfrm>
              <a:custGeom>
                <a:avLst/>
                <a:gdLst/>
                <a:ahLst/>
                <a:cxnLst/>
                <a:rect l="0" t="0" r="r" b="b"/>
                <a:pathLst>
                  <a:path w="1037" h="1245" fill="norm" stroke="0">
                    <a:moveTo>
                      <a:pt x="0" y="0"/>
                    </a:moveTo>
                    <a:cubicBezTo>
                      <a:pt x="103" y="0"/>
                      <a:pt x="205" y="0"/>
                      <a:pt x="311" y="0"/>
                    </a:cubicBezTo>
                    <a:cubicBezTo>
                      <a:pt x="311" y="34"/>
                      <a:pt x="311" y="68"/>
                      <a:pt x="311" y="104"/>
                    </a:cubicBezTo>
                    <a:cubicBezTo>
                      <a:pt x="345" y="104"/>
                      <a:pt x="380" y="104"/>
                      <a:pt x="415" y="104"/>
                    </a:cubicBezTo>
                    <a:cubicBezTo>
                      <a:pt x="415" y="138"/>
                      <a:pt x="415" y="172"/>
                      <a:pt x="415" y="207"/>
                    </a:cubicBezTo>
                    <a:cubicBezTo>
                      <a:pt x="449" y="207"/>
                      <a:pt x="483" y="207"/>
                      <a:pt x="519" y="207"/>
                    </a:cubicBezTo>
                    <a:cubicBezTo>
                      <a:pt x="519" y="242"/>
                      <a:pt x="519" y="276"/>
                      <a:pt x="519" y="311"/>
                    </a:cubicBezTo>
                    <a:cubicBezTo>
                      <a:pt x="553" y="311"/>
                      <a:pt x="587" y="311"/>
                      <a:pt x="622" y="311"/>
                    </a:cubicBezTo>
                    <a:cubicBezTo>
                      <a:pt x="622" y="345"/>
                      <a:pt x="622" y="380"/>
                      <a:pt x="622" y="415"/>
                    </a:cubicBezTo>
                    <a:cubicBezTo>
                      <a:pt x="657" y="415"/>
                      <a:pt x="691" y="415"/>
                      <a:pt x="726" y="415"/>
                    </a:cubicBezTo>
                    <a:cubicBezTo>
                      <a:pt x="726" y="449"/>
                      <a:pt x="726" y="483"/>
                      <a:pt x="726" y="519"/>
                    </a:cubicBezTo>
                    <a:cubicBezTo>
                      <a:pt x="760" y="519"/>
                      <a:pt x="795" y="519"/>
                      <a:pt x="830" y="519"/>
                    </a:cubicBezTo>
                    <a:cubicBezTo>
                      <a:pt x="830" y="587"/>
                      <a:pt x="830" y="656"/>
                      <a:pt x="830" y="726"/>
                    </a:cubicBezTo>
                    <a:cubicBezTo>
                      <a:pt x="898" y="726"/>
                      <a:pt x="967" y="726"/>
                      <a:pt x="1037" y="726"/>
                    </a:cubicBezTo>
                    <a:cubicBezTo>
                      <a:pt x="1037" y="795"/>
                      <a:pt x="1037" y="863"/>
                      <a:pt x="1037" y="934"/>
                    </a:cubicBezTo>
                    <a:cubicBezTo>
                      <a:pt x="1003" y="934"/>
                      <a:pt x="969" y="934"/>
                      <a:pt x="934" y="934"/>
                    </a:cubicBezTo>
                    <a:cubicBezTo>
                      <a:pt x="934" y="1036"/>
                      <a:pt x="934" y="1139"/>
                      <a:pt x="934" y="1245"/>
                    </a:cubicBezTo>
                    <a:cubicBezTo>
                      <a:pt x="899" y="1245"/>
                      <a:pt x="865" y="1245"/>
                      <a:pt x="830" y="1245"/>
                    </a:cubicBezTo>
                    <a:cubicBezTo>
                      <a:pt x="830" y="1142"/>
                      <a:pt x="830" y="1039"/>
                      <a:pt x="830" y="934"/>
                    </a:cubicBezTo>
                    <a:cubicBezTo>
                      <a:pt x="796" y="934"/>
                      <a:pt x="761" y="934"/>
                      <a:pt x="726" y="934"/>
                    </a:cubicBezTo>
                    <a:cubicBezTo>
                      <a:pt x="726" y="865"/>
                      <a:pt x="726" y="797"/>
                      <a:pt x="726" y="726"/>
                    </a:cubicBezTo>
                    <a:cubicBezTo>
                      <a:pt x="692" y="726"/>
                      <a:pt x="658" y="726"/>
                      <a:pt x="622" y="726"/>
                    </a:cubicBezTo>
                    <a:cubicBezTo>
                      <a:pt x="622" y="692"/>
                      <a:pt x="622" y="658"/>
                      <a:pt x="622" y="622"/>
                    </a:cubicBezTo>
                    <a:cubicBezTo>
                      <a:pt x="588" y="622"/>
                      <a:pt x="554" y="622"/>
                      <a:pt x="519" y="622"/>
                    </a:cubicBezTo>
                    <a:cubicBezTo>
                      <a:pt x="519" y="588"/>
                      <a:pt x="519" y="554"/>
                      <a:pt x="519" y="519"/>
                    </a:cubicBezTo>
                    <a:cubicBezTo>
                      <a:pt x="484" y="519"/>
                      <a:pt x="450" y="519"/>
                      <a:pt x="415" y="519"/>
                    </a:cubicBezTo>
                    <a:cubicBezTo>
                      <a:pt x="415" y="484"/>
                      <a:pt x="415" y="450"/>
                      <a:pt x="415" y="415"/>
                    </a:cubicBezTo>
                    <a:cubicBezTo>
                      <a:pt x="381" y="415"/>
                      <a:pt x="346" y="415"/>
                      <a:pt x="311" y="415"/>
                    </a:cubicBezTo>
                    <a:cubicBezTo>
                      <a:pt x="311" y="381"/>
                      <a:pt x="311" y="346"/>
                      <a:pt x="311" y="311"/>
                    </a:cubicBezTo>
                    <a:cubicBezTo>
                      <a:pt x="277" y="311"/>
                      <a:pt x="243" y="311"/>
                      <a:pt x="207" y="311"/>
                    </a:cubicBezTo>
                    <a:cubicBezTo>
                      <a:pt x="210" y="295"/>
                      <a:pt x="212" y="279"/>
                      <a:pt x="214" y="263"/>
                    </a:cubicBezTo>
                    <a:cubicBezTo>
                      <a:pt x="213" y="253"/>
                      <a:pt x="213" y="253"/>
                      <a:pt x="207" y="207"/>
                    </a:cubicBezTo>
                    <a:cubicBezTo>
                      <a:pt x="162" y="178"/>
                      <a:pt x="162" y="178"/>
                      <a:pt x="104" y="156"/>
                    </a:cubicBezTo>
                    <a:cubicBezTo>
                      <a:pt x="45" y="133"/>
                      <a:pt x="45" y="133"/>
                      <a:pt x="0" y="104"/>
                    </a:cubicBezTo>
                    <a:cubicBezTo>
                      <a:pt x="0" y="70"/>
                      <a:pt x="0" y="35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53" name="ICON_REFERENCE_GRAPH_path_025"/>
              <p:cNvSpPr/>
              <p:nvPr/>
            </p:nvSpPr>
            <p:spPr>
              <a:xfrm>
                <a:off x="10410937" y="1857589"/>
                <a:ext cx="13174" cy="13421"/>
              </a:xfrm>
              <a:custGeom>
                <a:avLst/>
                <a:gdLst/>
                <a:ahLst/>
                <a:cxnLst/>
                <a:rect l="0" t="0" r="r" b="b"/>
                <a:pathLst>
                  <a:path w="1037" h="1057" fill="norm" stroke="0">
                    <a:moveTo>
                      <a:pt x="830" y="0"/>
                    </a:moveTo>
                    <a:cubicBezTo>
                      <a:pt x="898" y="0"/>
                      <a:pt x="967" y="0"/>
                      <a:pt x="1037" y="0"/>
                    </a:cubicBezTo>
                    <a:cubicBezTo>
                      <a:pt x="1037" y="103"/>
                      <a:pt x="1037" y="205"/>
                      <a:pt x="1037" y="311"/>
                    </a:cubicBezTo>
                    <a:cubicBezTo>
                      <a:pt x="1003" y="311"/>
                      <a:pt x="969" y="311"/>
                      <a:pt x="934" y="311"/>
                    </a:cubicBezTo>
                    <a:cubicBezTo>
                      <a:pt x="934" y="414"/>
                      <a:pt x="934" y="517"/>
                      <a:pt x="934" y="622"/>
                    </a:cubicBezTo>
                    <a:cubicBezTo>
                      <a:pt x="899" y="622"/>
                      <a:pt x="865" y="622"/>
                      <a:pt x="830" y="622"/>
                    </a:cubicBezTo>
                    <a:cubicBezTo>
                      <a:pt x="830" y="657"/>
                      <a:pt x="830" y="691"/>
                      <a:pt x="830" y="726"/>
                    </a:cubicBezTo>
                    <a:cubicBezTo>
                      <a:pt x="761" y="726"/>
                      <a:pt x="693" y="726"/>
                      <a:pt x="622" y="726"/>
                    </a:cubicBezTo>
                    <a:cubicBezTo>
                      <a:pt x="622" y="760"/>
                      <a:pt x="622" y="795"/>
                      <a:pt x="622" y="830"/>
                    </a:cubicBezTo>
                    <a:cubicBezTo>
                      <a:pt x="616" y="829"/>
                      <a:pt x="616" y="829"/>
                      <a:pt x="581" y="823"/>
                    </a:cubicBezTo>
                    <a:cubicBezTo>
                      <a:pt x="520" y="816"/>
                      <a:pt x="474" y="814"/>
                      <a:pt x="415" y="830"/>
                    </a:cubicBezTo>
                    <a:cubicBezTo>
                      <a:pt x="389" y="876"/>
                      <a:pt x="389" y="876"/>
                      <a:pt x="370" y="934"/>
                    </a:cubicBezTo>
                    <a:cubicBezTo>
                      <a:pt x="348" y="991"/>
                      <a:pt x="348" y="991"/>
                      <a:pt x="311" y="1037"/>
                    </a:cubicBezTo>
                    <a:cubicBezTo>
                      <a:pt x="205" y="1057"/>
                      <a:pt x="107" y="1049"/>
                      <a:pt x="0" y="1037"/>
                    </a:cubicBezTo>
                    <a:cubicBezTo>
                      <a:pt x="26" y="961"/>
                      <a:pt x="53" y="893"/>
                      <a:pt x="104" y="830"/>
                    </a:cubicBezTo>
                    <a:cubicBezTo>
                      <a:pt x="176" y="811"/>
                      <a:pt x="239" y="817"/>
                      <a:pt x="311" y="830"/>
                    </a:cubicBezTo>
                    <a:cubicBezTo>
                      <a:pt x="311" y="796"/>
                      <a:pt x="311" y="761"/>
                      <a:pt x="311" y="726"/>
                    </a:cubicBezTo>
                    <a:cubicBezTo>
                      <a:pt x="327" y="728"/>
                      <a:pt x="343" y="730"/>
                      <a:pt x="360" y="733"/>
                    </a:cubicBezTo>
                    <a:cubicBezTo>
                      <a:pt x="369" y="732"/>
                      <a:pt x="369" y="732"/>
                      <a:pt x="415" y="726"/>
                    </a:cubicBezTo>
                    <a:cubicBezTo>
                      <a:pt x="444" y="681"/>
                      <a:pt x="444" y="681"/>
                      <a:pt x="467" y="622"/>
                    </a:cubicBezTo>
                    <a:cubicBezTo>
                      <a:pt x="490" y="564"/>
                      <a:pt x="490" y="564"/>
                      <a:pt x="519" y="519"/>
                    </a:cubicBezTo>
                    <a:cubicBezTo>
                      <a:pt x="553" y="519"/>
                      <a:pt x="587" y="519"/>
                      <a:pt x="622" y="519"/>
                    </a:cubicBezTo>
                    <a:cubicBezTo>
                      <a:pt x="622" y="450"/>
                      <a:pt x="622" y="382"/>
                      <a:pt x="622" y="311"/>
                    </a:cubicBezTo>
                    <a:cubicBezTo>
                      <a:pt x="657" y="311"/>
                      <a:pt x="691" y="311"/>
                      <a:pt x="726" y="311"/>
                    </a:cubicBezTo>
                    <a:cubicBezTo>
                      <a:pt x="726" y="277"/>
                      <a:pt x="726" y="243"/>
                      <a:pt x="726" y="207"/>
                    </a:cubicBezTo>
                    <a:cubicBezTo>
                      <a:pt x="760" y="207"/>
                      <a:pt x="795" y="207"/>
                      <a:pt x="830" y="207"/>
                    </a:cubicBezTo>
                    <a:cubicBezTo>
                      <a:pt x="830" y="139"/>
                      <a:pt x="830" y="71"/>
                      <a:pt x="83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54" name="ICON_REFERENCE_GRAPH_path_026"/>
              <p:cNvSpPr/>
              <p:nvPr/>
            </p:nvSpPr>
            <p:spPr>
              <a:xfrm>
                <a:off x="10620408" y="1727164"/>
                <a:ext cx="5270" cy="19761"/>
              </a:xfrm>
              <a:custGeom>
                <a:avLst/>
                <a:gdLst/>
                <a:ahLst/>
                <a:cxnLst/>
                <a:rect l="0" t="0" r="r" b="b"/>
                <a:pathLst>
                  <a:path w="415" h="1556" fill="norm" stroke="0">
                    <a:moveTo>
                      <a:pt x="104" y="0"/>
                    </a:moveTo>
                    <a:cubicBezTo>
                      <a:pt x="138" y="0"/>
                      <a:pt x="172" y="0"/>
                      <a:pt x="207" y="0"/>
                    </a:cubicBezTo>
                    <a:cubicBezTo>
                      <a:pt x="207" y="68"/>
                      <a:pt x="207" y="137"/>
                      <a:pt x="207" y="207"/>
                    </a:cubicBezTo>
                    <a:cubicBezTo>
                      <a:pt x="242" y="207"/>
                      <a:pt x="276" y="207"/>
                      <a:pt x="311" y="207"/>
                    </a:cubicBezTo>
                    <a:cubicBezTo>
                      <a:pt x="311" y="242"/>
                      <a:pt x="311" y="276"/>
                      <a:pt x="311" y="311"/>
                    </a:cubicBezTo>
                    <a:cubicBezTo>
                      <a:pt x="345" y="311"/>
                      <a:pt x="380" y="311"/>
                      <a:pt x="415" y="311"/>
                    </a:cubicBezTo>
                    <a:cubicBezTo>
                      <a:pt x="415" y="585"/>
                      <a:pt x="415" y="859"/>
                      <a:pt x="415" y="1141"/>
                    </a:cubicBezTo>
                    <a:cubicBezTo>
                      <a:pt x="381" y="1141"/>
                      <a:pt x="346" y="1141"/>
                      <a:pt x="311" y="1141"/>
                    </a:cubicBezTo>
                    <a:cubicBezTo>
                      <a:pt x="311" y="1210"/>
                      <a:pt x="311" y="1278"/>
                      <a:pt x="311" y="1349"/>
                    </a:cubicBezTo>
                    <a:cubicBezTo>
                      <a:pt x="277" y="1349"/>
                      <a:pt x="243" y="1349"/>
                      <a:pt x="207" y="1349"/>
                    </a:cubicBezTo>
                    <a:cubicBezTo>
                      <a:pt x="207" y="1417"/>
                      <a:pt x="207" y="1485"/>
                      <a:pt x="207" y="1556"/>
                    </a:cubicBezTo>
                    <a:cubicBezTo>
                      <a:pt x="139" y="1556"/>
                      <a:pt x="71" y="1556"/>
                      <a:pt x="0" y="1556"/>
                    </a:cubicBezTo>
                    <a:cubicBezTo>
                      <a:pt x="0" y="1488"/>
                      <a:pt x="0" y="1419"/>
                      <a:pt x="0" y="1349"/>
                    </a:cubicBezTo>
                    <a:cubicBezTo>
                      <a:pt x="34" y="1349"/>
                      <a:pt x="68" y="1349"/>
                      <a:pt x="104" y="1349"/>
                    </a:cubicBezTo>
                    <a:cubicBezTo>
                      <a:pt x="104" y="1246"/>
                      <a:pt x="104" y="1143"/>
                      <a:pt x="104" y="1037"/>
                    </a:cubicBezTo>
                    <a:cubicBezTo>
                      <a:pt x="138" y="1037"/>
                      <a:pt x="172" y="1037"/>
                      <a:pt x="207" y="1037"/>
                    </a:cubicBezTo>
                    <a:cubicBezTo>
                      <a:pt x="207" y="798"/>
                      <a:pt x="207" y="558"/>
                      <a:pt x="207" y="311"/>
                    </a:cubicBezTo>
                    <a:cubicBezTo>
                      <a:pt x="173" y="311"/>
                      <a:pt x="139" y="311"/>
                      <a:pt x="104" y="311"/>
                    </a:cubicBezTo>
                    <a:cubicBezTo>
                      <a:pt x="104" y="209"/>
                      <a:pt x="104" y="106"/>
                      <a:pt x="10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55" name="ICON_REFERENCE_GRAPH_path_027"/>
              <p:cNvSpPr/>
              <p:nvPr/>
            </p:nvSpPr>
            <p:spPr>
              <a:xfrm>
                <a:off x="10420159" y="1793035"/>
                <a:ext cx="21079" cy="21079"/>
              </a:xfrm>
              <a:custGeom>
                <a:avLst/>
                <a:gdLst/>
                <a:ahLst/>
                <a:cxnLst/>
                <a:rect l="0" t="0" r="r" b="b"/>
                <a:pathLst>
                  <a:path w="1660" h="1660" fill="norm" stroke="0">
                    <a:moveTo>
                      <a:pt x="1349" y="0"/>
                    </a:moveTo>
                    <a:cubicBezTo>
                      <a:pt x="1451" y="0"/>
                      <a:pt x="1554" y="0"/>
                      <a:pt x="1660" y="0"/>
                    </a:cubicBezTo>
                    <a:cubicBezTo>
                      <a:pt x="1589" y="162"/>
                      <a:pt x="1589" y="162"/>
                      <a:pt x="1556" y="207"/>
                    </a:cubicBezTo>
                    <a:cubicBezTo>
                      <a:pt x="1501" y="214"/>
                      <a:pt x="1501" y="214"/>
                      <a:pt x="1452" y="207"/>
                    </a:cubicBezTo>
                    <a:cubicBezTo>
                      <a:pt x="1452" y="242"/>
                      <a:pt x="1452" y="276"/>
                      <a:pt x="1452" y="311"/>
                    </a:cubicBezTo>
                    <a:cubicBezTo>
                      <a:pt x="1418" y="311"/>
                      <a:pt x="1384" y="311"/>
                      <a:pt x="1349" y="311"/>
                    </a:cubicBezTo>
                    <a:cubicBezTo>
                      <a:pt x="1349" y="345"/>
                      <a:pt x="1349" y="380"/>
                      <a:pt x="1349" y="415"/>
                    </a:cubicBezTo>
                    <a:cubicBezTo>
                      <a:pt x="1332" y="413"/>
                      <a:pt x="1316" y="411"/>
                      <a:pt x="1299" y="409"/>
                    </a:cubicBezTo>
                    <a:cubicBezTo>
                      <a:pt x="1290" y="410"/>
                      <a:pt x="1290" y="410"/>
                      <a:pt x="1245" y="415"/>
                    </a:cubicBezTo>
                    <a:cubicBezTo>
                      <a:pt x="1220" y="452"/>
                      <a:pt x="1220" y="452"/>
                      <a:pt x="1201" y="503"/>
                    </a:cubicBezTo>
                    <a:cubicBezTo>
                      <a:pt x="1133" y="654"/>
                      <a:pt x="1020" y="756"/>
                      <a:pt x="904" y="870"/>
                    </a:cubicBezTo>
                    <a:cubicBezTo>
                      <a:pt x="881" y="893"/>
                      <a:pt x="858" y="916"/>
                      <a:pt x="835" y="938"/>
                    </a:cubicBezTo>
                    <a:cubicBezTo>
                      <a:pt x="774" y="998"/>
                      <a:pt x="714" y="1058"/>
                      <a:pt x="653" y="1118"/>
                    </a:cubicBezTo>
                    <a:cubicBezTo>
                      <a:pt x="591" y="1179"/>
                      <a:pt x="529" y="1240"/>
                      <a:pt x="467" y="1301"/>
                    </a:cubicBezTo>
                    <a:cubicBezTo>
                      <a:pt x="346" y="1421"/>
                      <a:pt x="225" y="1540"/>
                      <a:pt x="104" y="1660"/>
                    </a:cubicBezTo>
                    <a:cubicBezTo>
                      <a:pt x="70" y="1643"/>
                      <a:pt x="35" y="1626"/>
                      <a:pt x="0" y="1608"/>
                    </a:cubicBezTo>
                    <a:cubicBezTo>
                      <a:pt x="31" y="1553"/>
                      <a:pt x="62" y="1500"/>
                      <a:pt x="104" y="1452"/>
                    </a:cubicBezTo>
                    <a:cubicBezTo>
                      <a:pt x="162" y="1443"/>
                      <a:pt x="162" y="1443"/>
                      <a:pt x="207" y="1452"/>
                    </a:cubicBezTo>
                    <a:cubicBezTo>
                      <a:pt x="207" y="1418"/>
                      <a:pt x="207" y="1384"/>
                      <a:pt x="207" y="1349"/>
                    </a:cubicBezTo>
                    <a:cubicBezTo>
                      <a:pt x="242" y="1349"/>
                      <a:pt x="276" y="1349"/>
                      <a:pt x="311" y="1349"/>
                    </a:cubicBezTo>
                    <a:cubicBezTo>
                      <a:pt x="311" y="1314"/>
                      <a:pt x="311" y="1280"/>
                      <a:pt x="311" y="1245"/>
                    </a:cubicBezTo>
                    <a:cubicBezTo>
                      <a:pt x="345" y="1245"/>
                      <a:pt x="380" y="1245"/>
                      <a:pt x="415" y="1245"/>
                    </a:cubicBezTo>
                    <a:cubicBezTo>
                      <a:pt x="415" y="1211"/>
                      <a:pt x="415" y="1176"/>
                      <a:pt x="415" y="1141"/>
                    </a:cubicBezTo>
                    <a:cubicBezTo>
                      <a:pt x="449" y="1141"/>
                      <a:pt x="483" y="1141"/>
                      <a:pt x="519" y="1141"/>
                    </a:cubicBezTo>
                    <a:cubicBezTo>
                      <a:pt x="519" y="1107"/>
                      <a:pt x="519" y="1073"/>
                      <a:pt x="519" y="1037"/>
                    </a:cubicBezTo>
                    <a:cubicBezTo>
                      <a:pt x="553" y="1037"/>
                      <a:pt x="587" y="1037"/>
                      <a:pt x="622" y="1037"/>
                    </a:cubicBezTo>
                    <a:cubicBezTo>
                      <a:pt x="621" y="1022"/>
                      <a:pt x="619" y="1006"/>
                      <a:pt x="618" y="990"/>
                    </a:cubicBezTo>
                    <a:cubicBezTo>
                      <a:pt x="622" y="934"/>
                      <a:pt x="622" y="934"/>
                      <a:pt x="655" y="895"/>
                    </a:cubicBezTo>
                    <a:cubicBezTo>
                      <a:pt x="670" y="883"/>
                      <a:pt x="685" y="871"/>
                      <a:pt x="700" y="859"/>
                    </a:cubicBezTo>
                    <a:cubicBezTo>
                      <a:pt x="708" y="852"/>
                      <a:pt x="708" y="852"/>
                      <a:pt x="749" y="819"/>
                    </a:cubicBezTo>
                    <a:cubicBezTo>
                      <a:pt x="766" y="805"/>
                      <a:pt x="783" y="792"/>
                      <a:pt x="801" y="778"/>
                    </a:cubicBezTo>
                    <a:cubicBezTo>
                      <a:pt x="834" y="751"/>
                      <a:pt x="868" y="724"/>
                      <a:pt x="901" y="697"/>
                    </a:cubicBezTo>
                    <a:cubicBezTo>
                      <a:pt x="916" y="685"/>
                      <a:pt x="931" y="673"/>
                      <a:pt x="946" y="661"/>
                    </a:cubicBezTo>
                    <a:cubicBezTo>
                      <a:pt x="990" y="617"/>
                      <a:pt x="1013" y="575"/>
                      <a:pt x="1037" y="519"/>
                    </a:cubicBezTo>
                    <a:cubicBezTo>
                      <a:pt x="1003" y="519"/>
                      <a:pt x="969" y="519"/>
                      <a:pt x="934" y="519"/>
                    </a:cubicBezTo>
                    <a:cubicBezTo>
                      <a:pt x="934" y="484"/>
                      <a:pt x="934" y="450"/>
                      <a:pt x="934" y="415"/>
                    </a:cubicBezTo>
                    <a:cubicBezTo>
                      <a:pt x="968" y="415"/>
                      <a:pt x="1002" y="415"/>
                      <a:pt x="1037" y="415"/>
                    </a:cubicBezTo>
                    <a:cubicBezTo>
                      <a:pt x="1037" y="381"/>
                      <a:pt x="1037" y="346"/>
                      <a:pt x="1037" y="311"/>
                    </a:cubicBezTo>
                    <a:cubicBezTo>
                      <a:pt x="1072" y="311"/>
                      <a:pt x="1106" y="311"/>
                      <a:pt x="1141" y="311"/>
                    </a:cubicBezTo>
                    <a:cubicBezTo>
                      <a:pt x="1141" y="277"/>
                      <a:pt x="1141" y="243"/>
                      <a:pt x="1141" y="207"/>
                    </a:cubicBezTo>
                    <a:cubicBezTo>
                      <a:pt x="1175" y="207"/>
                      <a:pt x="1210" y="207"/>
                      <a:pt x="1245" y="207"/>
                    </a:cubicBezTo>
                    <a:cubicBezTo>
                      <a:pt x="1245" y="173"/>
                      <a:pt x="1245" y="139"/>
                      <a:pt x="1245" y="104"/>
                    </a:cubicBezTo>
                    <a:cubicBezTo>
                      <a:pt x="1279" y="104"/>
                      <a:pt x="1313" y="104"/>
                      <a:pt x="1349" y="104"/>
                    </a:cubicBezTo>
                    <a:cubicBezTo>
                      <a:pt x="1349" y="70"/>
                      <a:pt x="1349" y="35"/>
                      <a:pt x="134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56" name="ICON_REFERENCE_GRAPH_path_028"/>
              <p:cNvSpPr/>
              <p:nvPr/>
            </p:nvSpPr>
            <p:spPr>
              <a:xfrm>
                <a:off x="10387223" y="1808844"/>
                <a:ext cx="15809" cy="5270"/>
              </a:xfrm>
              <a:custGeom>
                <a:avLst/>
                <a:gdLst/>
                <a:ahLst/>
                <a:cxnLst/>
                <a:rect l="0" t="0" r="r" b="b"/>
                <a:pathLst>
                  <a:path w="1245" h="415" fill="norm" stroke="0">
                    <a:moveTo>
                      <a:pt x="311" y="0"/>
                    </a:moveTo>
                    <a:cubicBezTo>
                      <a:pt x="448" y="0"/>
                      <a:pt x="585" y="0"/>
                      <a:pt x="726" y="0"/>
                    </a:cubicBezTo>
                    <a:cubicBezTo>
                      <a:pt x="726" y="68"/>
                      <a:pt x="726" y="137"/>
                      <a:pt x="726" y="207"/>
                    </a:cubicBezTo>
                    <a:cubicBezTo>
                      <a:pt x="741" y="206"/>
                      <a:pt x="741" y="206"/>
                      <a:pt x="813" y="200"/>
                    </a:cubicBezTo>
                    <a:cubicBezTo>
                      <a:pt x="851" y="198"/>
                      <a:pt x="889" y="196"/>
                      <a:pt x="927" y="195"/>
                    </a:cubicBezTo>
                    <a:cubicBezTo>
                      <a:pt x="937" y="194"/>
                      <a:pt x="937" y="194"/>
                      <a:pt x="984" y="189"/>
                    </a:cubicBezTo>
                    <a:cubicBezTo>
                      <a:pt x="1040" y="187"/>
                      <a:pt x="1040" y="187"/>
                      <a:pt x="1141" y="207"/>
                    </a:cubicBezTo>
                    <a:cubicBezTo>
                      <a:pt x="1175" y="276"/>
                      <a:pt x="1210" y="344"/>
                      <a:pt x="1245" y="415"/>
                    </a:cubicBezTo>
                    <a:cubicBezTo>
                      <a:pt x="834" y="415"/>
                      <a:pt x="423" y="415"/>
                      <a:pt x="0" y="415"/>
                    </a:cubicBezTo>
                    <a:cubicBezTo>
                      <a:pt x="17" y="381"/>
                      <a:pt x="34" y="346"/>
                      <a:pt x="52" y="311"/>
                    </a:cubicBezTo>
                    <a:cubicBezTo>
                      <a:pt x="140" y="297"/>
                      <a:pt x="222" y="307"/>
                      <a:pt x="311" y="311"/>
                    </a:cubicBezTo>
                    <a:cubicBezTo>
                      <a:pt x="311" y="209"/>
                      <a:pt x="311" y="106"/>
                      <a:pt x="31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57" name="ICON_REFERENCE_GRAPH_path_029"/>
              <p:cNvSpPr/>
              <p:nvPr/>
            </p:nvSpPr>
            <p:spPr>
              <a:xfrm>
                <a:off x="10313447" y="1708720"/>
                <a:ext cx="5270" cy="14492"/>
              </a:xfrm>
              <a:custGeom>
                <a:avLst/>
                <a:gdLst/>
                <a:ahLst/>
                <a:cxnLst/>
                <a:rect l="0" t="0" r="r" b="b"/>
                <a:pathLst>
                  <a:path w="415" h="1141" fill="norm" stroke="0">
                    <a:moveTo>
                      <a:pt x="0" y="0"/>
                    </a:moveTo>
                    <a:cubicBezTo>
                      <a:pt x="68" y="0"/>
                      <a:pt x="137" y="0"/>
                      <a:pt x="207" y="0"/>
                    </a:cubicBezTo>
                    <a:cubicBezTo>
                      <a:pt x="207" y="137"/>
                      <a:pt x="207" y="274"/>
                      <a:pt x="207" y="415"/>
                    </a:cubicBezTo>
                    <a:cubicBezTo>
                      <a:pt x="276" y="415"/>
                      <a:pt x="344" y="415"/>
                      <a:pt x="415" y="415"/>
                    </a:cubicBezTo>
                    <a:cubicBezTo>
                      <a:pt x="415" y="620"/>
                      <a:pt x="415" y="826"/>
                      <a:pt x="415" y="1037"/>
                    </a:cubicBezTo>
                    <a:cubicBezTo>
                      <a:pt x="346" y="1037"/>
                      <a:pt x="278" y="1037"/>
                      <a:pt x="207" y="1037"/>
                    </a:cubicBezTo>
                    <a:cubicBezTo>
                      <a:pt x="207" y="1072"/>
                      <a:pt x="207" y="1106"/>
                      <a:pt x="207" y="1141"/>
                    </a:cubicBezTo>
                    <a:cubicBezTo>
                      <a:pt x="173" y="1141"/>
                      <a:pt x="139" y="1141"/>
                      <a:pt x="104" y="1141"/>
                    </a:cubicBezTo>
                    <a:cubicBezTo>
                      <a:pt x="104" y="901"/>
                      <a:pt x="104" y="662"/>
                      <a:pt x="104" y="415"/>
                    </a:cubicBezTo>
                    <a:cubicBezTo>
                      <a:pt x="70" y="415"/>
                      <a:pt x="35" y="415"/>
                      <a:pt x="0" y="415"/>
                    </a:cubicBezTo>
                    <a:cubicBezTo>
                      <a:pt x="0" y="278"/>
                      <a:pt x="0" y="141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58" name="ICON_REFERENCE_GRAPH_path_030"/>
              <p:cNvSpPr/>
              <p:nvPr/>
            </p:nvSpPr>
            <p:spPr>
              <a:xfrm>
                <a:off x="10546632" y="1841780"/>
                <a:ext cx="5270" cy="25031"/>
              </a:xfrm>
              <a:custGeom>
                <a:avLst/>
                <a:gdLst/>
                <a:ahLst/>
                <a:cxnLst/>
                <a:rect l="0" t="0" r="r" b="b"/>
                <a:pathLst>
                  <a:path w="415" h="1971" fill="norm" stroke="0">
                    <a:moveTo>
                      <a:pt x="311" y="0"/>
                    </a:moveTo>
                    <a:cubicBezTo>
                      <a:pt x="345" y="0"/>
                      <a:pt x="380" y="0"/>
                      <a:pt x="415" y="0"/>
                    </a:cubicBezTo>
                    <a:cubicBezTo>
                      <a:pt x="389" y="142"/>
                      <a:pt x="361" y="279"/>
                      <a:pt x="311" y="415"/>
                    </a:cubicBezTo>
                    <a:cubicBezTo>
                      <a:pt x="277" y="415"/>
                      <a:pt x="243" y="415"/>
                      <a:pt x="207" y="415"/>
                    </a:cubicBezTo>
                    <a:cubicBezTo>
                      <a:pt x="207" y="518"/>
                      <a:pt x="207" y="620"/>
                      <a:pt x="207" y="726"/>
                    </a:cubicBezTo>
                    <a:cubicBezTo>
                      <a:pt x="173" y="726"/>
                      <a:pt x="139" y="726"/>
                      <a:pt x="104" y="726"/>
                    </a:cubicBezTo>
                    <a:cubicBezTo>
                      <a:pt x="104" y="1068"/>
                      <a:pt x="104" y="1411"/>
                      <a:pt x="104" y="1763"/>
                    </a:cubicBezTo>
                    <a:cubicBezTo>
                      <a:pt x="138" y="1763"/>
                      <a:pt x="172" y="1763"/>
                      <a:pt x="207" y="1763"/>
                    </a:cubicBezTo>
                    <a:cubicBezTo>
                      <a:pt x="207" y="1832"/>
                      <a:pt x="207" y="1900"/>
                      <a:pt x="207" y="1971"/>
                    </a:cubicBezTo>
                    <a:cubicBezTo>
                      <a:pt x="139" y="1971"/>
                      <a:pt x="71" y="1971"/>
                      <a:pt x="0" y="1971"/>
                    </a:cubicBezTo>
                    <a:cubicBezTo>
                      <a:pt x="0" y="1457"/>
                      <a:pt x="0" y="944"/>
                      <a:pt x="0" y="415"/>
                    </a:cubicBezTo>
                    <a:cubicBezTo>
                      <a:pt x="34" y="415"/>
                      <a:pt x="68" y="415"/>
                      <a:pt x="104" y="415"/>
                    </a:cubicBezTo>
                    <a:cubicBezTo>
                      <a:pt x="104" y="381"/>
                      <a:pt x="104" y="346"/>
                      <a:pt x="104" y="311"/>
                    </a:cubicBezTo>
                    <a:cubicBezTo>
                      <a:pt x="138" y="311"/>
                      <a:pt x="172" y="311"/>
                      <a:pt x="207" y="311"/>
                    </a:cubicBezTo>
                    <a:cubicBezTo>
                      <a:pt x="207" y="243"/>
                      <a:pt x="207" y="174"/>
                      <a:pt x="207" y="104"/>
                    </a:cubicBezTo>
                    <a:cubicBezTo>
                      <a:pt x="242" y="104"/>
                      <a:pt x="276" y="104"/>
                      <a:pt x="311" y="104"/>
                    </a:cubicBezTo>
                    <a:cubicBezTo>
                      <a:pt x="311" y="70"/>
                      <a:pt x="311" y="35"/>
                      <a:pt x="31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59" name="ICON_REFERENCE_GRAPH_path_031"/>
              <p:cNvSpPr/>
              <p:nvPr/>
            </p:nvSpPr>
            <p:spPr>
              <a:xfrm>
                <a:off x="10529505" y="1816749"/>
                <a:ext cx="15809" cy="17127"/>
              </a:xfrm>
              <a:custGeom>
                <a:avLst/>
                <a:gdLst/>
                <a:ahLst/>
                <a:cxnLst/>
                <a:rect l="0" t="0" r="r" b="b"/>
                <a:pathLst>
                  <a:path w="1245" h="1349" fill="norm" stroke="0">
                    <a:moveTo>
                      <a:pt x="0" y="0"/>
                    </a:moveTo>
                    <a:cubicBezTo>
                      <a:pt x="156" y="67"/>
                      <a:pt x="268" y="149"/>
                      <a:pt x="387" y="269"/>
                    </a:cubicBezTo>
                    <a:cubicBezTo>
                      <a:pt x="395" y="277"/>
                      <a:pt x="395" y="277"/>
                      <a:pt x="435" y="317"/>
                    </a:cubicBezTo>
                    <a:cubicBezTo>
                      <a:pt x="468" y="350"/>
                      <a:pt x="501" y="383"/>
                      <a:pt x="533" y="416"/>
                    </a:cubicBezTo>
                    <a:cubicBezTo>
                      <a:pt x="584" y="467"/>
                      <a:pt x="635" y="517"/>
                      <a:pt x="686" y="568"/>
                    </a:cubicBezTo>
                    <a:cubicBezTo>
                      <a:pt x="718" y="600"/>
                      <a:pt x="750" y="632"/>
                      <a:pt x="782" y="665"/>
                    </a:cubicBezTo>
                    <a:cubicBezTo>
                      <a:pt x="797" y="680"/>
                      <a:pt x="812" y="695"/>
                      <a:pt x="828" y="710"/>
                    </a:cubicBezTo>
                    <a:cubicBezTo>
                      <a:pt x="842" y="724"/>
                      <a:pt x="856" y="738"/>
                      <a:pt x="870" y="753"/>
                    </a:cubicBezTo>
                    <a:cubicBezTo>
                      <a:pt x="883" y="765"/>
                      <a:pt x="895" y="778"/>
                      <a:pt x="907" y="791"/>
                    </a:cubicBezTo>
                    <a:cubicBezTo>
                      <a:pt x="941" y="841"/>
                      <a:pt x="939" y="874"/>
                      <a:pt x="934" y="934"/>
                    </a:cubicBezTo>
                    <a:cubicBezTo>
                      <a:pt x="968" y="934"/>
                      <a:pt x="1002" y="934"/>
                      <a:pt x="1037" y="934"/>
                    </a:cubicBezTo>
                    <a:cubicBezTo>
                      <a:pt x="1037" y="968"/>
                      <a:pt x="1037" y="1002"/>
                      <a:pt x="1037" y="1037"/>
                    </a:cubicBezTo>
                    <a:cubicBezTo>
                      <a:pt x="1072" y="1037"/>
                      <a:pt x="1106" y="1037"/>
                      <a:pt x="1141" y="1037"/>
                    </a:cubicBezTo>
                    <a:cubicBezTo>
                      <a:pt x="1141" y="1072"/>
                      <a:pt x="1141" y="1106"/>
                      <a:pt x="1141" y="1141"/>
                    </a:cubicBezTo>
                    <a:cubicBezTo>
                      <a:pt x="1175" y="1141"/>
                      <a:pt x="1210" y="1141"/>
                      <a:pt x="1245" y="1141"/>
                    </a:cubicBezTo>
                    <a:cubicBezTo>
                      <a:pt x="1245" y="1210"/>
                      <a:pt x="1245" y="1278"/>
                      <a:pt x="1245" y="1349"/>
                    </a:cubicBezTo>
                    <a:cubicBezTo>
                      <a:pt x="1211" y="1349"/>
                      <a:pt x="1176" y="1349"/>
                      <a:pt x="1141" y="1349"/>
                    </a:cubicBezTo>
                    <a:cubicBezTo>
                      <a:pt x="1141" y="1314"/>
                      <a:pt x="1141" y="1280"/>
                      <a:pt x="1141" y="1245"/>
                    </a:cubicBezTo>
                    <a:cubicBezTo>
                      <a:pt x="1038" y="1245"/>
                      <a:pt x="936" y="1245"/>
                      <a:pt x="830" y="1245"/>
                    </a:cubicBezTo>
                    <a:cubicBezTo>
                      <a:pt x="830" y="1211"/>
                      <a:pt x="830" y="1176"/>
                      <a:pt x="830" y="1141"/>
                    </a:cubicBezTo>
                    <a:cubicBezTo>
                      <a:pt x="796" y="1141"/>
                      <a:pt x="761" y="1141"/>
                      <a:pt x="726" y="1141"/>
                    </a:cubicBezTo>
                    <a:cubicBezTo>
                      <a:pt x="725" y="1129"/>
                      <a:pt x="725" y="1117"/>
                      <a:pt x="724" y="1105"/>
                    </a:cubicBezTo>
                    <a:cubicBezTo>
                      <a:pt x="720" y="1050"/>
                      <a:pt x="715" y="995"/>
                      <a:pt x="710" y="940"/>
                    </a:cubicBezTo>
                    <a:cubicBezTo>
                      <a:pt x="709" y="921"/>
                      <a:pt x="708" y="902"/>
                      <a:pt x="706" y="883"/>
                    </a:cubicBezTo>
                    <a:cubicBezTo>
                      <a:pt x="692" y="743"/>
                      <a:pt x="692" y="743"/>
                      <a:pt x="638" y="692"/>
                    </a:cubicBezTo>
                    <a:cubicBezTo>
                      <a:pt x="595" y="665"/>
                      <a:pt x="595" y="665"/>
                      <a:pt x="552" y="643"/>
                    </a:cubicBezTo>
                    <a:cubicBezTo>
                      <a:pt x="541" y="636"/>
                      <a:pt x="530" y="630"/>
                      <a:pt x="519" y="622"/>
                    </a:cubicBezTo>
                    <a:cubicBezTo>
                      <a:pt x="509" y="564"/>
                      <a:pt x="509" y="564"/>
                      <a:pt x="519" y="519"/>
                    </a:cubicBezTo>
                    <a:cubicBezTo>
                      <a:pt x="484" y="519"/>
                      <a:pt x="450" y="519"/>
                      <a:pt x="415" y="519"/>
                    </a:cubicBezTo>
                    <a:cubicBezTo>
                      <a:pt x="415" y="484"/>
                      <a:pt x="415" y="450"/>
                      <a:pt x="415" y="415"/>
                    </a:cubicBezTo>
                    <a:cubicBezTo>
                      <a:pt x="381" y="415"/>
                      <a:pt x="346" y="415"/>
                      <a:pt x="311" y="415"/>
                    </a:cubicBezTo>
                    <a:cubicBezTo>
                      <a:pt x="311" y="381"/>
                      <a:pt x="311" y="346"/>
                      <a:pt x="311" y="311"/>
                    </a:cubicBezTo>
                    <a:cubicBezTo>
                      <a:pt x="277" y="311"/>
                      <a:pt x="243" y="311"/>
                      <a:pt x="207" y="311"/>
                    </a:cubicBezTo>
                    <a:cubicBezTo>
                      <a:pt x="207" y="277"/>
                      <a:pt x="207" y="243"/>
                      <a:pt x="207" y="207"/>
                    </a:cubicBezTo>
                    <a:cubicBezTo>
                      <a:pt x="200" y="209"/>
                      <a:pt x="200" y="209"/>
                      <a:pt x="159" y="214"/>
                    </a:cubicBezTo>
                    <a:cubicBezTo>
                      <a:pt x="150" y="213"/>
                      <a:pt x="150" y="213"/>
                      <a:pt x="104" y="207"/>
                    </a:cubicBezTo>
                    <a:cubicBezTo>
                      <a:pt x="58" y="144"/>
                      <a:pt x="31" y="72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60" name="ICON_REFERENCE_GRAPH_path_032"/>
              <p:cNvSpPr/>
              <p:nvPr/>
            </p:nvSpPr>
            <p:spPr>
              <a:xfrm>
                <a:off x="10405667" y="1739021"/>
                <a:ext cx="14492" cy="5270"/>
              </a:xfrm>
              <a:custGeom>
                <a:avLst/>
                <a:gdLst/>
                <a:ahLst/>
                <a:cxnLst/>
                <a:rect l="0" t="0" r="r" b="b"/>
                <a:pathLst>
                  <a:path w="1141" h="415" fill="norm" stroke="0">
                    <a:moveTo>
                      <a:pt x="0" y="0"/>
                    </a:moveTo>
                    <a:cubicBezTo>
                      <a:pt x="103" y="0"/>
                      <a:pt x="205" y="0"/>
                      <a:pt x="311" y="0"/>
                    </a:cubicBezTo>
                    <a:cubicBezTo>
                      <a:pt x="311" y="34"/>
                      <a:pt x="311" y="68"/>
                      <a:pt x="311" y="104"/>
                    </a:cubicBezTo>
                    <a:cubicBezTo>
                      <a:pt x="380" y="104"/>
                      <a:pt x="448" y="104"/>
                      <a:pt x="519" y="104"/>
                    </a:cubicBezTo>
                    <a:cubicBezTo>
                      <a:pt x="519" y="138"/>
                      <a:pt x="519" y="172"/>
                      <a:pt x="519" y="207"/>
                    </a:cubicBezTo>
                    <a:cubicBezTo>
                      <a:pt x="528" y="207"/>
                      <a:pt x="528" y="207"/>
                      <a:pt x="576" y="204"/>
                    </a:cubicBezTo>
                    <a:cubicBezTo>
                      <a:pt x="784" y="195"/>
                      <a:pt x="948" y="235"/>
                      <a:pt x="1141" y="311"/>
                    </a:cubicBezTo>
                    <a:cubicBezTo>
                      <a:pt x="1141" y="345"/>
                      <a:pt x="1141" y="380"/>
                      <a:pt x="1141" y="415"/>
                    </a:cubicBezTo>
                    <a:cubicBezTo>
                      <a:pt x="833" y="415"/>
                      <a:pt x="525" y="415"/>
                      <a:pt x="207" y="415"/>
                    </a:cubicBezTo>
                    <a:cubicBezTo>
                      <a:pt x="207" y="346"/>
                      <a:pt x="207" y="278"/>
                      <a:pt x="207" y="207"/>
                    </a:cubicBezTo>
                    <a:cubicBezTo>
                      <a:pt x="173" y="207"/>
                      <a:pt x="139" y="207"/>
                      <a:pt x="104" y="207"/>
                    </a:cubicBezTo>
                    <a:cubicBezTo>
                      <a:pt x="104" y="173"/>
                      <a:pt x="104" y="139"/>
                      <a:pt x="104" y="104"/>
                    </a:cubicBezTo>
                    <a:cubicBezTo>
                      <a:pt x="70" y="104"/>
                      <a:pt x="35" y="104"/>
                      <a:pt x="0" y="104"/>
                    </a:cubicBezTo>
                    <a:cubicBezTo>
                      <a:pt x="0" y="70"/>
                      <a:pt x="0" y="35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61" name="ICON_REFERENCE_GRAPH_path_033"/>
              <p:cNvSpPr/>
              <p:nvPr/>
            </p:nvSpPr>
            <p:spPr>
              <a:xfrm>
                <a:off x="10514931" y="1783813"/>
                <a:ext cx="7987" cy="11857"/>
              </a:xfrm>
              <a:custGeom>
                <a:avLst/>
                <a:gdLst/>
                <a:ahLst/>
                <a:cxnLst/>
                <a:rect l="0" t="0" r="r" b="b"/>
                <a:pathLst>
                  <a:path w="629" h="934" fill="norm" stroke="0">
                    <a:moveTo>
                      <a:pt x="110" y="0"/>
                    </a:moveTo>
                    <a:cubicBezTo>
                      <a:pt x="179" y="0"/>
                      <a:pt x="247" y="0"/>
                      <a:pt x="318" y="0"/>
                    </a:cubicBezTo>
                    <a:cubicBezTo>
                      <a:pt x="318" y="137"/>
                      <a:pt x="318" y="274"/>
                      <a:pt x="318" y="415"/>
                    </a:cubicBezTo>
                    <a:cubicBezTo>
                      <a:pt x="352" y="415"/>
                      <a:pt x="386" y="415"/>
                      <a:pt x="421" y="415"/>
                    </a:cubicBezTo>
                    <a:cubicBezTo>
                      <a:pt x="421" y="449"/>
                      <a:pt x="421" y="483"/>
                      <a:pt x="421" y="519"/>
                    </a:cubicBezTo>
                    <a:cubicBezTo>
                      <a:pt x="456" y="519"/>
                      <a:pt x="490" y="519"/>
                      <a:pt x="525" y="519"/>
                    </a:cubicBezTo>
                    <a:cubicBezTo>
                      <a:pt x="525" y="553"/>
                      <a:pt x="525" y="587"/>
                      <a:pt x="525" y="622"/>
                    </a:cubicBezTo>
                    <a:cubicBezTo>
                      <a:pt x="559" y="622"/>
                      <a:pt x="594" y="622"/>
                      <a:pt x="629" y="622"/>
                    </a:cubicBezTo>
                    <a:cubicBezTo>
                      <a:pt x="629" y="725"/>
                      <a:pt x="629" y="828"/>
                      <a:pt x="629" y="934"/>
                    </a:cubicBezTo>
                    <a:cubicBezTo>
                      <a:pt x="467" y="863"/>
                      <a:pt x="467" y="863"/>
                      <a:pt x="421" y="830"/>
                    </a:cubicBezTo>
                    <a:cubicBezTo>
                      <a:pt x="415" y="774"/>
                      <a:pt x="415" y="774"/>
                      <a:pt x="421" y="726"/>
                    </a:cubicBezTo>
                    <a:cubicBezTo>
                      <a:pt x="387" y="726"/>
                      <a:pt x="353" y="726"/>
                      <a:pt x="318" y="726"/>
                    </a:cubicBezTo>
                    <a:cubicBezTo>
                      <a:pt x="318" y="692"/>
                      <a:pt x="318" y="658"/>
                      <a:pt x="318" y="622"/>
                    </a:cubicBezTo>
                    <a:cubicBezTo>
                      <a:pt x="283" y="622"/>
                      <a:pt x="249" y="622"/>
                      <a:pt x="214" y="622"/>
                    </a:cubicBezTo>
                    <a:cubicBezTo>
                      <a:pt x="215" y="614"/>
                      <a:pt x="215" y="614"/>
                      <a:pt x="220" y="574"/>
                    </a:cubicBezTo>
                    <a:cubicBezTo>
                      <a:pt x="218" y="556"/>
                      <a:pt x="216" y="537"/>
                      <a:pt x="214" y="519"/>
                    </a:cubicBezTo>
                    <a:cubicBezTo>
                      <a:pt x="169" y="490"/>
                      <a:pt x="169" y="490"/>
                      <a:pt x="110" y="467"/>
                    </a:cubicBezTo>
                    <a:cubicBezTo>
                      <a:pt x="52" y="444"/>
                      <a:pt x="52" y="444"/>
                      <a:pt x="6" y="415"/>
                    </a:cubicBezTo>
                    <a:cubicBezTo>
                      <a:pt x="0" y="360"/>
                      <a:pt x="0" y="360"/>
                      <a:pt x="6" y="311"/>
                    </a:cubicBezTo>
                    <a:cubicBezTo>
                      <a:pt x="41" y="311"/>
                      <a:pt x="75" y="311"/>
                      <a:pt x="110" y="311"/>
                    </a:cubicBezTo>
                    <a:cubicBezTo>
                      <a:pt x="110" y="209"/>
                      <a:pt x="110" y="106"/>
                      <a:pt x="11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62" name="ICON_REFERENCE_GRAPH_path_034"/>
              <p:cNvSpPr/>
              <p:nvPr/>
            </p:nvSpPr>
            <p:spPr>
              <a:xfrm>
                <a:off x="10374049" y="1736386"/>
                <a:ext cx="9222" cy="9222"/>
              </a:xfrm>
              <a:custGeom>
                <a:avLst/>
                <a:gdLst/>
                <a:ahLst/>
                <a:cxnLst/>
                <a:rect l="0" t="0" r="r" b="b"/>
                <a:pathLst>
                  <a:path w="726" h="726" fill="norm" stroke="0">
                    <a:moveTo>
                      <a:pt x="622" y="0"/>
                    </a:moveTo>
                    <a:cubicBezTo>
                      <a:pt x="657" y="0"/>
                      <a:pt x="691" y="0"/>
                      <a:pt x="726" y="0"/>
                    </a:cubicBezTo>
                    <a:cubicBezTo>
                      <a:pt x="726" y="68"/>
                      <a:pt x="726" y="137"/>
                      <a:pt x="726" y="207"/>
                    </a:cubicBezTo>
                    <a:cubicBezTo>
                      <a:pt x="692" y="207"/>
                      <a:pt x="658" y="207"/>
                      <a:pt x="622" y="207"/>
                    </a:cubicBezTo>
                    <a:cubicBezTo>
                      <a:pt x="622" y="242"/>
                      <a:pt x="622" y="276"/>
                      <a:pt x="622" y="311"/>
                    </a:cubicBezTo>
                    <a:cubicBezTo>
                      <a:pt x="657" y="311"/>
                      <a:pt x="691" y="311"/>
                      <a:pt x="726" y="311"/>
                    </a:cubicBezTo>
                    <a:cubicBezTo>
                      <a:pt x="726" y="414"/>
                      <a:pt x="726" y="517"/>
                      <a:pt x="726" y="622"/>
                    </a:cubicBezTo>
                    <a:cubicBezTo>
                      <a:pt x="658" y="622"/>
                      <a:pt x="589" y="622"/>
                      <a:pt x="519" y="622"/>
                    </a:cubicBezTo>
                    <a:cubicBezTo>
                      <a:pt x="519" y="657"/>
                      <a:pt x="519" y="691"/>
                      <a:pt x="519" y="726"/>
                    </a:cubicBezTo>
                    <a:cubicBezTo>
                      <a:pt x="348" y="726"/>
                      <a:pt x="176" y="726"/>
                      <a:pt x="0" y="726"/>
                    </a:cubicBezTo>
                    <a:cubicBezTo>
                      <a:pt x="0" y="692"/>
                      <a:pt x="0" y="658"/>
                      <a:pt x="0" y="622"/>
                    </a:cubicBezTo>
                    <a:cubicBezTo>
                      <a:pt x="68" y="622"/>
                      <a:pt x="137" y="622"/>
                      <a:pt x="207" y="622"/>
                    </a:cubicBezTo>
                    <a:cubicBezTo>
                      <a:pt x="207" y="588"/>
                      <a:pt x="207" y="554"/>
                      <a:pt x="207" y="519"/>
                    </a:cubicBezTo>
                    <a:cubicBezTo>
                      <a:pt x="242" y="519"/>
                      <a:pt x="276" y="519"/>
                      <a:pt x="311" y="519"/>
                    </a:cubicBezTo>
                    <a:cubicBezTo>
                      <a:pt x="311" y="484"/>
                      <a:pt x="311" y="450"/>
                      <a:pt x="311" y="415"/>
                    </a:cubicBezTo>
                    <a:cubicBezTo>
                      <a:pt x="345" y="415"/>
                      <a:pt x="380" y="415"/>
                      <a:pt x="415" y="415"/>
                    </a:cubicBezTo>
                    <a:cubicBezTo>
                      <a:pt x="415" y="381"/>
                      <a:pt x="415" y="346"/>
                      <a:pt x="415" y="311"/>
                    </a:cubicBezTo>
                    <a:cubicBezTo>
                      <a:pt x="449" y="311"/>
                      <a:pt x="483" y="311"/>
                      <a:pt x="519" y="311"/>
                    </a:cubicBezTo>
                    <a:cubicBezTo>
                      <a:pt x="522" y="293"/>
                      <a:pt x="525" y="275"/>
                      <a:pt x="528" y="256"/>
                    </a:cubicBezTo>
                    <a:cubicBezTo>
                      <a:pt x="533" y="233"/>
                      <a:pt x="537" y="209"/>
                      <a:pt x="541" y="185"/>
                    </a:cubicBezTo>
                    <a:cubicBezTo>
                      <a:pt x="546" y="161"/>
                      <a:pt x="550" y="138"/>
                      <a:pt x="554" y="114"/>
                    </a:cubicBezTo>
                    <a:cubicBezTo>
                      <a:pt x="571" y="52"/>
                      <a:pt x="571" y="52"/>
                      <a:pt x="62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63" name="ICON_REFERENCE_GRAPH_path_035"/>
              <p:cNvSpPr/>
              <p:nvPr/>
            </p:nvSpPr>
            <p:spPr>
              <a:xfrm>
                <a:off x="10318717" y="1694228"/>
                <a:ext cx="7905" cy="9222"/>
              </a:xfrm>
              <a:custGeom>
                <a:avLst/>
                <a:gdLst/>
                <a:ahLst/>
                <a:cxnLst/>
                <a:rect l="0" t="0" r="r" b="b"/>
                <a:pathLst>
                  <a:path w="622" h="726" fill="norm" stroke="0">
                    <a:moveTo>
                      <a:pt x="311" y="0"/>
                    </a:moveTo>
                    <a:cubicBezTo>
                      <a:pt x="414" y="0"/>
                      <a:pt x="517" y="0"/>
                      <a:pt x="622" y="0"/>
                    </a:cubicBezTo>
                    <a:cubicBezTo>
                      <a:pt x="552" y="162"/>
                      <a:pt x="552" y="162"/>
                      <a:pt x="519" y="207"/>
                    </a:cubicBezTo>
                    <a:cubicBezTo>
                      <a:pt x="484" y="207"/>
                      <a:pt x="450" y="207"/>
                      <a:pt x="415" y="207"/>
                    </a:cubicBezTo>
                    <a:cubicBezTo>
                      <a:pt x="415" y="276"/>
                      <a:pt x="415" y="344"/>
                      <a:pt x="415" y="415"/>
                    </a:cubicBezTo>
                    <a:cubicBezTo>
                      <a:pt x="381" y="415"/>
                      <a:pt x="346" y="415"/>
                      <a:pt x="311" y="415"/>
                    </a:cubicBezTo>
                    <a:cubicBezTo>
                      <a:pt x="309" y="433"/>
                      <a:pt x="307" y="451"/>
                      <a:pt x="305" y="470"/>
                    </a:cubicBezTo>
                    <a:cubicBezTo>
                      <a:pt x="278" y="660"/>
                      <a:pt x="278" y="660"/>
                      <a:pt x="221" y="703"/>
                    </a:cubicBezTo>
                    <a:cubicBezTo>
                      <a:pt x="178" y="716"/>
                      <a:pt x="178" y="716"/>
                      <a:pt x="104" y="726"/>
                    </a:cubicBezTo>
                    <a:cubicBezTo>
                      <a:pt x="104" y="692"/>
                      <a:pt x="104" y="658"/>
                      <a:pt x="104" y="622"/>
                    </a:cubicBezTo>
                    <a:cubicBezTo>
                      <a:pt x="70" y="622"/>
                      <a:pt x="35" y="622"/>
                      <a:pt x="0" y="622"/>
                    </a:cubicBezTo>
                    <a:cubicBezTo>
                      <a:pt x="0" y="520"/>
                      <a:pt x="0" y="417"/>
                      <a:pt x="0" y="311"/>
                    </a:cubicBezTo>
                    <a:cubicBezTo>
                      <a:pt x="34" y="311"/>
                      <a:pt x="68" y="311"/>
                      <a:pt x="104" y="311"/>
                    </a:cubicBezTo>
                    <a:cubicBezTo>
                      <a:pt x="104" y="277"/>
                      <a:pt x="104" y="243"/>
                      <a:pt x="104" y="207"/>
                    </a:cubicBezTo>
                    <a:cubicBezTo>
                      <a:pt x="138" y="207"/>
                      <a:pt x="172" y="207"/>
                      <a:pt x="207" y="207"/>
                    </a:cubicBezTo>
                    <a:cubicBezTo>
                      <a:pt x="207" y="173"/>
                      <a:pt x="207" y="139"/>
                      <a:pt x="207" y="104"/>
                    </a:cubicBezTo>
                    <a:cubicBezTo>
                      <a:pt x="242" y="104"/>
                      <a:pt x="276" y="104"/>
                      <a:pt x="311" y="104"/>
                    </a:cubicBezTo>
                    <a:cubicBezTo>
                      <a:pt x="311" y="70"/>
                      <a:pt x="311" y="35"/>
                      <a:pt x="31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64" name="ICON_REFERENCE_GRAPH_path_036"/>
              <p:cNvSpPr/>
              <p:nvPr/>
            </p:nvSpPr>
            <p:spPr>
              <a:xfrm>
                <a:off x="10387223" y="1874716"/>
                <a:ext cx="14492" cy="2635"/>
              </a:xfrm>
              <a:custGeom>
                <a:avLst/>
                <a:gdLst/>
                <a:ahLst/>
                <a:cxnLst/>
                <a:rect l="0" t="0" r="r" b="b"/>
                <a:pathLst>
                  <a:path w="1141" h="207" fill="norm" stroke="0">
                    <a:moveTo>
                      <a:pt x="104" y="0"/>
                    </a:moveTo>
                    <a:cubicBezTo>
                      <a:pt x="412" y="0"/>
                      <a:pt x="720" y="0"/>
                      <a:pt x="1037" y="0"/>
                    </a:cubicBezTo>
                    <a:cubicBezTo>
                      <a:pt x="1037" y="34"/>
                      <a:pt x="1037" y="68"/>
                      <a:pt x="1037" y="104"/>
                    </a:cubicBezTo>
                    <a:cubicBezTo>
                      <a:pt x="1072" y="104"/>
                      <a:pt x="1106" y="104"/>
                      <a:pt x="1141" y="104"/>
                    </a:cubicBezTo>
                    <a:cubicBezTo>
                      <a:pt x="1141" y="138"/>
                      <a:pt x="1141" y="172"/>
                      <a:pt x="1141" y="207"/>
                    </a:cubicBezTo>
                    <a:cubicBezTo>
                      <a:pt x="765" y="207"/>
                      <a:pt x="388" y="207"/>
                      <a:pt x="0" y="207"/>
                    </a:cubicBezTo>
                    <a:cubicBezTo>
                      <a:pt x="0" y="173"/>
                      <a:pt x="0" y="139"/>
                      <a:pt x="0" y="104"/>
                    </a:cubicBezTo>
                    <a:cubicBezTo>
                      <a:pt x="34" y="104"/>
                      <a:pt x="68" y="104"/>
                      <a:pt x="104" y="104"/>
                    </a:cubicBezTo>
                    <a:cubicBezTo>
                      <a:pt x="104" y="70"/>
                      <a:pt x="104" y="35"/>
                      <a:pt x="10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65" name="ICON_REFERENCE_GRAPH_path_037"/>
              <p:cNvSpPr/>
              <p:nvPr/>
            </p:nvSpPr>
            <p:spPr>
              <a:xfrm>
                <a:off x="10329256" y="1742973"/>
                <a:ext cx="11857" cy="7905"/>
              </a:xfrm>
              <a:custGeom>
                <a:avLst/>
                <a:gdLst/>
                <a:ahLst/>
                <a:cxnLst/>
                <a:rect l="0" t="0" r="r" b="b"/>
                <a:pathLst>
                  <a:path w="934" h="622" fill="norm" stroke="0">
                    <a:moveTo>
                      <a:pt x="104" y="0"/>
                    </a:moveTo>
                    <a:cubicBezTo>
                      <a:pt x="138" y="0"/>
                      <a:pt x="172" y="0"/>
                      <a:pt x="207" y="0"/>
                    </a:cubicBezTo>
                    <a:cubicBezTo>
                      <a:pt x="207" y="34"/>
                      <a:pt x="207" y="68"/>
                      <a:pt x="207" y="104"/>
                    </a:cubicBezTo>
                    <a:cubicBezTo>
                      <a:pt x="276" y="104"/>
                      <a:pt x="344" y="104"/>
                      <a:pt x="415" y="104"/>
                    </a:cubicBezTo>
                    <a:cubicBezTo>
                      <a:pt x="415" y="138"/>
                      <a:pt x="415" y="172"/>
                      <a:pt x="415" y="207"/>
                    </a:cubicBezTo>
                    <a:cubicBezTo>
                      <a:pt x="449" y="207"/>
                      <a:pt x="483" y="207"/>
                      <a:pt x="519" y="207"/>
                    </a:cubicBezTo>
                    <a:cubicBezTo>
                      <a:pt x="519" y="242"/>
                      <a:pt x="519" y="276"/>
                      <a:pt x="519" y="311"/>
                    </a:cubicBezTo>
                    <a:cubicBezTo>
                      <a:pt x="587" y="311"/>
                      <a:pt x="656" y="311"/>
                      <a:pt x="726" y="311"/>
                    </a:cubicBezTo>
                    <a:cubicBezTo>
                      <a:pt x="726" y="345"/>
                      <a:pt x="726" y="380"/>
                      <a:pt x="726" y="415"/>
                    </a:cubicBezTo>
                    <a:cubicBezTo>
                      <a:pt x="795" y="415"/>
                      <a:pt x="863" y="415"/>
                      <a:pt x="934" y="415"/>
                    </a:cubicBezTo>
                    <a:cubicBezTo>
                      <a:pt x="934" y="449"/>
                      <a:pt x="934" y="483"/>
                      <a:pt x="934" y="519"/>
                    </a:cubicBezTo>
                    <a:cubicBezTo>
                      <a:pt x="865" y="519"/>
                      <a:pt x="797" y="519"/>
                      <a:pt x="726" y="519"/>
                    </a:cubicBezTo>
                    <a:cubicBezTo>
                      <a:pt x="726" y="553"/>
                      <a:pt x="726" y="587"/>
                      <a:pt x="726" y="622"/>
                    </a:cubicBezTo>
                    <a:cubicBezTo>
                      <a:pt x="692" y="622"/>
                      <a:pt x="658" y="622"/>
                      <a:pt x="622" y="622"/>
                    </a:cubicBezTo>
                    <a:cubicBezTo>
                      <a:pt x="622" y="588"/>
                      <a:pt x="622" y="554"/>
                      <a:pt x="622" y="519"/>
                    </a:cubicBezTo>
                    <a:cubicBezTo>
                      <a:pt x="554" y="519"/>
                      <a:pt x="485" y="519"/>
                      <a:pt x="415" y="519"/>
                    </a:cubicBezTo>
                    <a:cubicBezTo>
                      <a:pt x="415" y="484"/>
                      <a:pt x="415" y="450"/>
                      <a:pt x="415" y="415"/>
                    </a:cubicBezTo>
                    <a:cubicBezTo>
                      <a:pt x="346" y="415"/>
                      <a:pt x="278" y="415"/>
                      <a:pt x="207" y="415"/>
                    </a:cubicBezTo>
                    <a:cubicBezTo>
                      <a:pt x="207" y="381"/>
                      <a:pt x="207" y="346"/>
                      <a:pt x="207" y="311"/>
                    </a:cubicBezTo>
                    <a:cubicBezTo>
                      <a:pt x="173" y="311"/>
                      <a:pt x="139" y="311"/>
                      <a:pt x="104" y="311"/>
                    </a:cubicBezTo>
                    <a:cubicBezTo>
                      <a:pt x="104" y="277"/>
                      <a:pt x="104" y="243"/>
                      <a:pt x="104" y="207"/>
                    </a:cubicBezTo>
                    <a:cubicBezTo>
                      <a:pt x="70" y="207"/>
                      <a:pt x="35" y="207"/>
                      <a:pt x="0" y="207"/>
                    </a:cubicBezTo>
                    <a:cubicBezTo>
                      <a:pt x="0" y="173"/>
                      <a:pt x="0" y="139"/>
                      <a:pt x="0" y="104"/>
                    </a:cubicBezTo>
                    <a:cubicBezTo>
                      <a:pt x="34" y="104"/>
                      <a:pt x="68" y="104"/>
                      <a:pt x="104" y="104"/>
                    </a:cubicBezTo>
                    <a:cubicBezTo>
                      <a:pt x="104" y="70"/>
                      <a:pt x="104" y="35"/>
                      <a:pt x="10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  <p:sp>
            <p:nvSpPr>
              <p:cNvPr id="866" name="ICON_REFERENCE_GRAPH_path_038"/>
              <p:cNvSpPr/>
              <p:nvPr/>
            </p:nvSpPr>
            <p:spPr>
              <a:xfrm>
                <a:off x="10410937" y="1812797"/>
                <a:ext cx="9222" cy="6831"/>
              </a:xfrm>
              <a:custGeom>
                <a:avLst/>
                <a:gdLst/>
                <a:ahLst/>
                <a:cxnLst/>
                <a:rect l="0" t="0" r="r" b="b"/>
                <a:pathLst>
                  <a:path w="726" h="538" fill="norm" stroke="0">
                    <a:moveTo>
                      <a:pt x="415" y="0"/>
                    </a:moveTo>
                    <a:cubicBezTo>
                      <a:pt x="449" y="17"/>
                      <a:pt x="483" y="34"/>
                      <a:pt x="519" y="52"/>
                    </a:cubicBezTo>
                    <a:cubicBezTo>
                      <a:pt x="536" y="35"/>
                      <a:pt x="553" y="18"/>
                      <a:pt x="571" y="0"/>
                    </a:cubicBezTo>
                    <a:cubicBezTo>
                      <a:pt x="577" y="17"/>
                      <a:pt x="583" y="34"/>
                      <a:pt x="590" y="52"/>
                    </a:cubicBezTo>
                    <a:cubicBezTo>
                      <a:pt x="601" y="69"/>
                      <a:pt x="611" y="86"/>
                      <a:pt x="622" y="104"/>
                    </a:cubicBezTo>
                    <a:cubicBezTo>
                      <a:pt x="676" y="107"/>
                      <a:pt x="676" y="107"/>
                      <a:pt x="726" y="104"/>
                    </a:cubicBezTo>
                    <a:cubicBezTo>
                      <a:pt x="712" y="139"/>
                      <a:pt x="696" y="173"/>
                      <a:pt x="681" y="207"/>
                    </a:cubicBezTo>
                    <a:cubicBezTo>
                      <a:pt x="672" y="227"/>
                      <a:pt x="664" y="246"/>
                      <a:pt x="655" y="266"/>
                    </a:cubicBezTo>
                    <a:cubicBezTo>
                      <a:pt x="644" y="281"/>
                      <a:pt x="634" y="296"/>
                      <a:pt x="622" y="311"/>
                    </a:cubicBezTo>
                    <a:cubicBezTo>
                      <a:pt x="567" y="318"/>
                      <a:pt x="567" y="318"/>
                      <a:pt x="519" y="311"/>
                    </a:cubicBezTo>
                    <a:cubicBezTo>
                      <a:pt x="519" y="345"/>
                      <a:pt x="519" y="380"/>
                      <a:pt x="519" y="415"/>
                    </a:cubicBezTo>
                    <a:cubicBezTo>
                      <a:pt x="484" y="415"/>
                      <a:pt x="450" y="415"/>
                      <a:pt x="415" y="415"/>
                    </a:cubicBezTo>
                    <a:cubicBezTo>
                      <a:pt x="415" y="449"/>
                      <a:pt x="415" y="483"/>
                      <a:pt x="415" y="519"/>
                    </a:cubicBezTo>
                    <a:cubicBezTo>
                      <a:pt x="308" y="531"/>
                      <a:pt x="210" y="538"/>
                      <a:pt x="104" y="519"/>
                    </a:cubicBezTo>
                    <a:cubicBezTo>
                      <a:pt x="45" y="457"/>
                      <a:pt x="21" y="393"/>
                      <a:pt x="0" y="311"/>
                    </a:cubicBezTo>
                    <a:cubicBezTo>
                      <a:pt x="34" y="311"/>
                      <a:pt x="68" y="311"/>
                      <a:pt x="104" y="311"/>
                    </a:cubicBezTo>
                    <a:cubicBezTo>
                      <a:pt x="104" y="277"/>
                      <a:pt x="104" y="243"/>
                      <a:pt x="104" y="207"/>
                    </a:cubicBezTo>
                    <a:cubicBezTo>
                      <a:pt x="138" y="207"/>
                      <a:pt x="172" y="207"/>
                      <a:pt x="207" y="207"/>
                    </a:cubicBezTo>
                    <a:cubicBezTo>
                      <a:pt x="207" y="173"/>
                      <a:pt x="207" y="139"/>
                      <a:pt x="207" y="104"/>
                    </a:cubicBezTo>
                    <a:cubicBezTo>
                      <a:pt x="276" y="104"/>
                      <a:pt x="344" y="104"/>
                      <a:pt x="415" y="104"/>
                    </a:cubicBezTo>
                    <a:cubicBezTo>
                      <a:pt x="415" y="70"/>
                      <a:pt x="415" y="35"/>
                      <a:pt x="41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59" cap="flat">
                <a:noFill/>
              </a:ln>
            </p:spPr>
          </p:sp>
        </p:grpSp>
        <p:sp>
          <p:nvSpPr>
            <p:cNvPr id="271" name="TXT_004"/>
            <p:cNvSpPr txBox="1"/>
            <p:nvPr/>
          </p:nvSpPr>
          <p:spPr>
            <a:xfrm>
              <a:off x="8969375" y="508000"/>
              <a:ext cx="1666875" cy="2222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375" b="1" i="0" spc="0" lang="en-US">
                  <a:solidFill>
                    <a:srgbClr val="79009C"/>
                  </a:solidFill>
                  <a:latin typeface="Source Sans Pro"/>
                  <a:ea typeface="微软雅黑"/>
                </a:defRPr>
              </a:pPr>
              <a:r>
                <a:rPr sz="1375" b="1" i="0" spc="0" lang="en-US">
                  <a:solidFill>
                    <a:srgbClr val="79009C"/>
                  </a:solidFill>
                  <a:latin typeface="Source Sans Pro"/>
                  <a:ea typeface="微软雅黑"/>
                </a:rPr>
                <a:t>Reference knowledge</a:t>
              </a:r>
              <a:endParaRPr sz="1375" b="1" i="0" spc="0" lang="en-US">
                <a:solidFill>
                  <a:srgbClr val="79009C"/>
                </a:solidFill>
                <a:latin typeface="Source Sans Pro"/>
                <a:ea typeface="微软雅黑"/>
              </a:endParaRPr>
            </a:p>
          </p:txBody>
        </p:sp>
        <p:sp>
          <p:nvSpPr>
            <p:cNvPr id="274" name="TXT_008"/>
            <p:cNvSpPr txBox="1"/>
            <p:nvPr/>
          </p:nvSpPr>
          <p:spPr>
            <a:xfrm>
              <a:off x="9350375" y="873125"/>
              <a:ext cx="317500" cy="14287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875" b="0" i="0" spc="0" lang="en-US">
                  <a:solidFill>
                    <a:srgbClr val="3025A8"/>
                  </a:solidFill>
                  <a:latin typeface="Roboto Condensed"/>
                  <a:ea typeface="微软雅黑"/>
                </a:defRPr>
              </a:pPr>
              <a:r>
                <a:rPr sz="875" b="0" i="0" spc="0" lang="en-US">
                  <a:solidFill>
                    <a:srgbClr val="3025A8"/>
                  </a:solidFill>
                  <a:latin typeface="Roboto Condensed"/>
                  <a:ea typeface="微软雅黑"/>
                </a:rPr>
                <a:t>EEG</a:t>
              </a:r>
              <a:endParaRPr sz="875" b="0" i="0" spc="0" lang="en-US">
                <a:solidFill>
                  <a:srgbClr val="3025A8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77" name="TXT_011"/>
            <p:cNvSpPr txBox="1"/>
            <p:nvPr/>
          </p:nvSpPr>
          <p:spPr>
            <a:xfrm>
              <a:off x="10715625" y="912812"/>
              <a:ext cx="1158875" cy="13493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844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844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Papers &amp; expert notes</a:t>
              </a:r>
              <a:endParaRPr sz="844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80" name="TXT_014"/>
            <p:cNvSpPr txBox="1"/>
            <p:nvPr/>
          </p:nvSpPr>
          <p:spPr>
            <a:xfrm>
              <a:off x="8318500" y="1071562"/>
              <a:ext cx="460375" cy="16668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Papers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81" name="TXT_015"/>
            <p:cNvSpPr txBox="1"/>
            <p:nvPr/>
          </p:nvSpPr>
          <p:spPr>
            <a:xfrm>
              <a:off x="9779000" y="1135062"/>
              <a:ext cx="373062" cy="16668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875" b="0" i="0" spc="0" lang="en-US">
                  <a:solidFill>
                    <a:srgbClr val="9B005D"/>
                  </a:solidFill>
                  <a:latin typeface="Roboto Condensed"/>
                  <a:ea typeface="微软雅黑"/>
                </a:defRPr>
              </a:pPr>
              <a:r>
                <a:rPr sz="875" b="0" i="0" spc="0" lang="en-US">
                  <a:solidFill>
                    <a:srgbClr val="9B005D"/>
                  </a:solidFill>
                  <a:latin typeface="Roboto Condensed"/>
                  <a:ea typeface="微软雅黑"/>
                </a:rPr>
                <a:t>sleep</a:t>
              </a:r>
              <a:endParaRPr sz="875" b="0" i="0" spc="0" lang="en-US">
                <a:solidFill>
                  <a:srgbClr val="9B005D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83" name="TXT_017"/>
            <p:cNvSpPr txBox="1"/>
            <p:nvPr/>
          </p:nvSpPr>
          <p:spPr>
            <a:xfrm>
              <a:off x="10715625" y="1262062"/>
              <a:ext cx="1190625" cy="1587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BM25 + entity retrieval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88" name="TXT_022"/>
            <p:cNvSpPr txBox="1"/>
            <p:nvPr/>
          </p:nvSpPr>
          <p:spPr>
            <a:xfrm>
              <a:off x="9112250" y="1381125"/>
              <a:ext cx="357188" cy="14287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875" b="0" i="0" spc="0" lang="en-US">
                  <a:solidFill>
                    <a:srgbClr val="660EB0"/>
                  </a:solidFill>
                  <a:latin typeface="Roboto Condensed"/>
                  <a:ea typeface="微软雅黑"/>
                </a:defRPr>
              </a:pPr>
              <a:r>
                <a:rPr sz="875" b="0" i="0" spc="0" lang="en-US">
                  <a:solidFill>
                    <a:srgbClr val="660EB0"/>
                  </a:solidFill>
                  <a:latin typeface="Roboto Condensed"/>
                  <a:ea typeface="微软雅黑"/>
                </a:rPr>
                <a:t>alpha</a:t>
              </a:r>
              <a:endParaRPr sz="875" b="0" i="0" spc="0" lang="en-US">
                <a:solidFill>
                  <a:srgbClr val="660EB0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90" name="TXT_024"/>
            <p:cNvSpPr txBox="1"/>
            <p:nvPr/>
          </p:nvSpPr>
          <p:spPr>
            <a:xfrm>
              <a:off x="9556750" y="1698625"/>
              <a:ext cx="531812" cy="150812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875" b="0" i="0" spc="0" lang="en-US">
                  <a:solidFill>
                    <a:srgbClr val="17659D"/>
                  </a:solidFill>
                  <a:latin typeface="Roboto Condensed"/>
                  <a:ea typeface="微软雅黑"/>
                </a:defRPr>
              </a:pPr>
              <a:r>
                <a:rPr sz="875" b="0" i="0" spc="0" lang="en-US">
                  <a:solidFill>
                    <a:srgbClr val="17659D"/>
                  </a:solidFill>
                  <a:latin typeface="Roboto Condensed"/>
                  <a:ea typeface="微软雅黑"/>
                </a:rPr>
                <a:t>cognitive</a:t>
              </a:r>
              <a:endParaRPr sz="875" b="0" i="0" spc="0" lang="en-US">
                <a:solidFill>
                  <a:srgbClr val="17659D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91" name="TXT_025"/>
            <p:cNvSpPr txBox="1"/>
            <p:nvPr/>
          </p:nvSpPr>
          <p:spPr>
            <a:xfrm>
              <a:off x="10707688" y="1651000"/>
              <a:ext cx="1277938" cy="16668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One-hop graph relations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95" name="TXT_029"/>
            <p:cNvSpPr txBox="1"/>
            <p:nvPr/>
          </p:nvSpPr>
          <p:spPr>
            <a:xfrm>
              <a:off x="8961438" y="1825625"/>
              <a:ext cx="547688" cy="13493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875" b="0" i="0" spc="0" lang="en-US">
                  <a:solidFill>
                    <a:srgbClr val="17659D"/>
                  </a:solidFill>
                  <a:latin typeface="Roboto Condensed"/>
                  <a:ea typeface="微软雅黑"/>
                </a:defRPr>
              </a:pPr>
              <a:r>
                <a:rPr sz="875" b="0" i="0" spc="0" lang="en-US">
                  <a:solidFill>
                    <a:srgbClr val="17659D"/>
                  </a:solidFill>
                  <a:latin typeface="Roboto Condensed"/>
                  <a:ea typeface="微软雅黑"/>
                </a:rPr>
                <a:t>attention</a:t>
              </a:r>
              <a:endParaRPr sz="875" b="0" i="0" spc="0" lang="en-US">
                <a:solidFill>
                  <a:srgbClr val="17659D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96" name="TXT_030"/>
            <p:cNvSpPr txBox="1"/>
            <p:nvPr/>
          </p:nvSpPr>
          <p:spPr>
            <a:xfrm>
              <a:off x="9636125" y="1825625"/>
              <a:ext cx="365125" cy="14287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875" b="0" i="0" spc="0" lang="en-US">
                  <a:solidFill>
                    <a:srgbClr val="17659D"/>
                  </a:solidFill>
                  <a:latin typeface="Roboto Condensed"/>
                  <a:ea typeface="微软雅黑"/>
                </a:defRPr>
              </a:pPr>
              <a:r>
                <a:rPr sz="875" b="0" i="0" spc="0" lang="en-US">
                  <a:solidFill>
                    <a:srgbClr val="17659D"/>
                  </a:solidFill>
                  <a:latin typeface="Roboto Condensed"/>
                  <a:ea typeface="微软雅黑"/>
                </a:rPr>
                <a:t>state</a:t>
              </a:r>
              <a:endParaRPr sz="875" b="0" i="0" spc="0" lang="en-US">
                <a:solidFill>
                  <a:srgbClr val="17659D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298" name="TXT_032"/>
            <p:cNvSpPr txBox="1"/>
            <p:nvPr/>
          </p:nvSpPr>
          <p:spPr>
            <a:xfrm>
              <a:off x="9239250" y="2071688"/>
              <a:ext cx="1468438" cy="1587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38" b="0" i="0" spc="0" lang="en-US">
                  <a:solidFill>
                    <a:srgbClr val="522682"/>
                  </a:solidFill>
                  <a:latin typeface="Roboto Condensed"/>
                  <a:ea typeface="微软雅黑"/>
                </a:defRPr>
              </a:pPr>
              <a:r>
                <a:rPr sz="938" b="0" i="0" spc="0" lang="en-US">
                  <a:solidFill>
                    <a:srgbClr val="522682"/>
                  </a:solidFill>
                  <a:latin typeface="Roboto Condensed"/>
                  <a:ea typeface="微软雅黑"/>
                </a:rPr>
                <a:t>Source passages &amp; citations</a:t>
              </a:r>
              <a:endParaRPr sz="938" b="0" i="0" spc="0" lang="en-US">
                <a:solidFill>
                  <a:srgbClr val="522682"/>
                </a:solidFill>
                <a:latin typeface="Roboto Condensed"/>
                <a:ea typeface="微软雅黑"/>
              </a:endParaRPr>
            </a:p>
          </p:txBody>
        </p:sp>
      </p:grpSp>
      <p:sp>
        <p:nvSpPr>
          <p:cNvPr id="42" name="B_FRAME"/>
          <p:cNvSpPr/>
          <p:nvPr/>
        </p:nvSpPr>
        <p:spPr>
          <a:xfrm>
            <a:off x="182562" y="2659062"/>
            <a:ext cx="11834812" cy="4032250"/>
          </a:xfrm>
          <a:prstGeom prst="roundRect">
            <a:avLst>
              <a:gd name="adj" fmla="val 3346"/>
            </a:avLst>
          </a:prstGeom>
          <a:solidFill>
            <a:srgbClr val="FFFFFF"/>
          </a:solidFill>
          <a:ln w="20638" cap="rnd">
            <a:solidFill>
              <a:srgbClr val="9576AD"/>
            </a:solidFill>
            <a:round/>
          </a:ln>
        </p:spPr>
      </p:sp>
      <p:grpSp>
        <p:nvGrpSpPr>
          <p:cNvPr id="4050" name="MODULE_B_AGENT"/>
          <p:cNvGrpSpPr/>
          <p:nvPr/>
        </p:nvGrpSpPr>
        <p:grpSpPr>
          <a:xfrm>
            <a:off x="254000" y="3048000"/>
            <a:ext cx="3484562" cy="3222625"/>
            <a:chOff x="254000" y="3048000"/>
            <a:chExt cx="3484562" cy="3222625"/>
          </a:xfrm>
        </p:grpSpPr>
        <p:sp>
          <p:nvSpPr>
            <p:cNvPr id="43" name="B_AGENT"/>
            <p:cNvSpPr/>
            <p:nvPr/>
          </p:nvSpPr>
          <p:spPr>
            <a:xfrm>
              <a:off x="254000" y="3048000"/>
              <a:ext cx="3484562" cy="3222625"/>
            </a:xfrm>
            <a:prstGeom prst="roundRect">
              <a:avLst>
                <a:gd name="adj" fmla="val 3695"/>
              </a:avLst>
            </a:prstGeom>
            <a:solidFill>
              <a:srgbClr val="FFFFFF"/>
            </a:solidFill>
            <a:ln w="14288" cap="rnd">
              <a:solidFill>
                <a:srgbClr val="A77BB7"/>
              </a:solidFill>
              <a:round/>
            </a:ln>
          </p:spPr>
        </p:sp>
        <p:sp>
          <p:nvSpPr>
            <p:cNvPr id="44" name="B_AGENT_HEADER"/>
            <p:cNvSpPr/>
            <p:nvPr/>
          </p:nvSpPr>
          <p:spPr>
            <a:xfrm>
              <a:off x="269875" y="3063875"/>
              <a:ext cx="3452812" cy="277812"/>
            </a:xfrm>
            <a:custGeom>
              <a:avLst/>
              <a:gdLst/>
              <a:ahLst/>
              <a:cxnLst/>
              <a:rect l="0" t="0" r="r" b="b"/>
              <a:pathLst>
                <a:path w="435000" h="35000" fill="norm" stroke="0">
                  <a:moveTo>
                    <a:pt x="15000" y="0"/>
                  </a:moveTo>
                  <a:lnTo>
                    <a:pt x="420000" y="0"/>
                  </a:lnTo>
                  <a:cubicBezTo>
                    <a:pt x="428284" y="0"/>
                    <a:pt x="435000" y="6716"/>
                    <a:pt x="435000" y="15000"/>
                  </a:cubicBezTo>
                  <a:lnTo>
                    <a:pt x="435000" y="35000"/>
                  </a:lnTo>
                  <a:lnTo>
                    <a:pt x="0" y="35000"/>
                  </a:lnTo>
                  <a:lnTo>
                    <a:pt x="0" y="15000"/>
                  </a:lnTo>
                  <a:cubicBezTo>
                    <a:pt x="0" y="6716"/>
                    <a:pt x="6716" y="0"/>
                    <a:pt x="1500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BE4EE"/>
                </a:gs>
                <a:gs pos="100000">
                  <a:srgbClr val="FBEAF2"/>
                </a:gs>
              </a:gsLst>
              <a:lin ang="5400000" scaled="1"/>
            </a:gradFill>
            <a:ln w="11906" cap="rnd">
              <a:noFill/>
            </a:ln>
          </p:spPr>
        </p:sp>
        <p:sp>
          <p:nvSpPr>
            <p:cNvPr id="63" name="SPEECH"/>
            <p:cNvSpPr/>
            <p:nvPr/>
          </p:nvSpPr>
          <p:spPr>
            <a:xfrm>
              <a:off x="2405062" y="3508375"/>
              <a:ext cx="1254125" cy="873125"/>
            </a:xfrm>
            <a:prstGeom prst="roundRect">
              <a:avLst>
                <a:gd name="adj" fmla="val 16364"/>
              </a:avLst>
            </a:prstGeom>
            <a:solidFill>
              <a:srgbClr val="FFFFFF"/>
            </a:solidFill>
            <a:ln w="12700" cap="rnd">
              <a:solidFill>
                <a:srgbClr val="9D70C9"/>
              </a:solidFill>
              <a:round/>
            </a:ln>
          </p:spPr>
        </p:sp>
        <p:sp>
          <p:nvSpPr>
            <p:cNvPr id="64" name="SPEECH_TAIL"/>
            <p:cNvSpPr/>
            <p:nvPr/>
          </p:nvSpPr>
          <p:spPr>
            <a:xfrm>
              <a:off x="2206625" y="3841750"/>
              <a:ext cx="206375" cy="198438"/>
            </a:xfrm>
            <a:custGeom>
              <a:avLst/>
              <a:gdLst/>
              <a:ahLst/>
              <a:cxnLst/>
              <a:rect l="0" t="0" r="r" b="b"/>
              <a:pathLst>
                <a:path w="26000" h="25000" fill="norm" stroke="1">
                  <a:moveTo>
                    <a:pt x="26000" y="0"/>
                  </a:moveTo>
                  <a:lnTo>
                    <a:pt x="0" y="25000"/>
                  </a:lnTo>
                  <a:lnTo>
                    <a:pt x="26000" y="19000"/>
                  </a:lnTo>
                </a:path>
              </a:pathLst>
            </a:custGeom>
            <a:solidFill>
              <a:srgbClr val="FFFFFF"/>
            </a:solidFill>
            <a:ln w="12700" cap="rnd">
              <a:solidFill>
                <a:srgbClr val="9D70C9"/>
              </a:solidFill>
              <a:round/>
            </a:ln>
          </p:spPr>
        </p:sp>
        <p:grpSp>
          <p:nvGrpSpPr>
            <p:cNvPr id="4034" name="MODULE_BTN_OBSERVE"/>
            <p:cNvGrpSpPr/>
            <p:nvPr/>
          </p:nvGrpSpPr>
          <p:grpSpPr>
            <a:xfrm>
              <a:off x="349250" y="5508625"/>
              <a:ext cx="817562" cy="349250"/>
              <a:chOff x="349250" y="5508625"/>
              <a:chExt cx="817562" cy="349250"/>
            </a:xfrm>
          </p:grpSpPr>
          <p:sp>
            <p:nvSpPr>
              <p:cNvPr id="67" name="ACTION_OBSERVE"/>
              <p:cNvSpPr/>
              <p:nvPr/>
            </p:nvSpPr>
            <p:spPr>
              <a:xfrm>
                <a:off x="349250" y="5508625"/>
                <a:ext cx="817562" cy="349250"/>
              </a:xfrm>
              <a:prstGeom prst="roundRect">
                <a:avLst>
                  <a:gd name="adj" fmla="val 27273"/>
                </a:avLst>
              </a:prstGeom>
              <a:gradFill rotWithShape="1">
                <a:gsLst>
                  <a:gs pos="0">
                    <a:srgbClr val="E9DCFF"/>
                  </a:gs>
                  <a:gs pos="100000">
                    <a:srgbClr val="D9CEFD"/>
                  </a:gs>
                </a:gsLst>
                <a:lin ang="5400000" scaled="1"/>
              </a:gradFill>
              <a:ln w="7938" cap="rnd">
                <a:noFill/>
              </a:ln>
            </p:spPr>
          </p:sp>
          <p:grpSp>
            <p:nvGrpSpPr>
              <p:cNvPr id="895" name="ICON_ACTION_EYE"/>
              <p:cNvGrpSpPr/>
              <p:nvPr/>
            </p:nvGrpSpPr>
            <p:grpSpPr>
              <a:xfrm>
                <a:off x="404812" y="5580062"/>
                <a:ext cx="246062" cy="206375"/>
                <a:chOff x="404812" y="5580062"/>
                <a:chExt cx="246062" cy="206375"/>
              </a:xfrm>
            </p:grpSpPr>
            <p:sp>
              <p:nvSpPr>
                <p:cNvPr id="896" name="ICON_ACTION_EYE_path_001"/>
                <p:cNvSpPr/>
                <p:nvPr/>
              </p:nvSpPr>
              <p:spPr>
                <a:xfrm>
                  <a:off x="481211" y="5668367"/>
                  <a:ext cx="88305" cy="8830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953" h="6953" fill="norm" stroke="0">
                      <a:moveTo>
                        <a:pt x="2812" y="0"/>
                      </a:moveTo>
                      <a:cubicBezTo>
                        <a:pt x="3277" y="0"/>
                        <a:pt x="3741" y="0"/>
                        <a:pt x="4219" y="0"/>
                      </a:cubicBezTo>
                      <a:cubicBezTo>
                        <a:pt x="4219" y="26"/>
                        <a:pt x="4219" y="52"/>
                        <a:pt x="4219" y="78"/>
                      </a:cubicBezTo>
                      <a:cubicBezTo>
                        <a:pt x="4322" y="78"/>
                        <a:pt x="4425" y="78"/>
                        <a:pt x="4531" y="78"/>
                      </a:cubicBezTo>
                      <a:cubicBezTo>
                        <a:pt x="4531" y="104"/>
                        <a:pt x="4531" y="130"/>
                        <a:pt x="4531" y="156"/>
                      </a:cubicBezTo>
                      <a:cubicBezTo>
                        <a:pt x="4609" y="156"/>
                        <a:pt x="4686" y="156"/>
                        <a:pt x="4766" y="156"/>
                      </a:cubicBezTo>
                      <a:cubicBezTo>
                        <a:pt x="4766" y="182"/>
                        <a:pt x="4766" y="208"/>
                        <a:pt x="4766" y="234"/>
                      </a:cubicBezTo>
                      <a:cubicBezTo>
                        <a:pt x="4817" y="234"/>
                        <a:pt x="4869" y="234"/>
                        <a:pt x="4922" y="234"/>
                      </a:cubicBezTo>
                      <a:cubicBezTo>
                        <a:pt x="4922" y="260"/>
                        <a:pt x="4922" y="286"/>
                        <a:pt x="4922" y="312"/>
                      </a:cubicBezTo>
                      <a:cubicBezTo>
                        <a:pt x="4973" y="312"/>
                        <a:pt x="5025" y="312"/>
                        <a:pt x="5078" y="312"/>
                      </a:cubicBezTo>
                      <a:cubicBezTo>
                        <a:pt x="5078" y="338"/>
                        <a:pt x="5078" y="364"/>
                        <a:pt x="5078" y="391"/>
                      </a:cubicBezTo>
                      <a:cubicBezTo>
                        <a:pt x="5130" y="391"/>
                        <a:pt x="5181" y="391"/>
                        <a:pt x="5234" y="391"/>
                      </a:cubicBezTo>
                      <a:cubicBezTo>
                        <a:pt x="5234" y="416"/>
                        <a:pt x="5234" y="442"/>
                        <a:pt x="5234" y="469"/>
                      </a:cubicBezTo>
                      <a:cubicBezTo>
                        <a:pt x="5286" y="469"/>
                        <a:pt x="5337" y="469"/>
                        <a:pt x="5391" y="469"/>
                      </a:cubicBezTo>
                      <a:cubicBezTo>
                        <a:pt x="5391" y="495"/>
                        <a:pt x="5391" y="520"/>
                        <a:pt x="5391" y="547"/>
                      </a:cubicBezTo>
                      <a:cubicBezTo>
                        <a:pt x="5416" y="547"/>
                        <a:pt x="5442" y="547"/>
                        <a:pt x="5469" y="547"/>
                      </a:cubicBezTo>
                      <a:cubicBezTo>
                        <a:pt x="5469" y="573"/>
                        <a:pt x="5469" y="598"/>
                        <a:pt x="5469" y="625"/>
                      </a:cubicBezTo>
                      <a:cubicBezTo>
                        <a:pt x="5520" y="625"/>
                        <a:pt x="5572" y="625"/>
                        <a:pt x="5625" y="625"/>
                      </a:cubicBezTo>
                      <a:cubicBezTo>
                        <a:pt x="5625" y="651"/>
                        <a:pt x="5625" y="677"/>
                        <a:pt x="5625" y="703"/>
                      </a:cubicBezTo>
                      <a:cubicBezTo>
                        <a:pt x="5651" y="703"/>
                        <a:pt x="5677" y="703"/>
                        <a:pt x="5703" y="703"/>
                      </a:cubicBezTo>
                      <a:cubicBezTo>
                        <a:pt x="5703" y="729"/>
                        <a:pt x="5703" y="755"/>
                        <a:pt x="5703" y="781"/>
                      </a:cubicBezTo>
                      <a:cubicBezTo>
                        <a:pt x="5729" y="781"/>
                        <a:pt x="5755" y="781"/>
                        <a:pt x="5781" y="781"/>
                      </a:cubicBezTo>
                      <a:cubicBezTo>
                        <a:pt x="5781" y="807"/>
                        <a:pt x="5781" y="833"/>
                        <a:pt x="5781" y="859"/>
                      </a:cubicBezTo>
                      <a:cubicBezTo>
                        <a:pt x="5807" y="859"/>
                        <a:pt x="5833" y="859"/>
                        <a:pt x="5859" y="859"/>
                      </a:cubicBezTo>
                      <a:cubicBezTo>
                        <a:pt x="5859" y="885"/>
                        <a:pt x="5859" y="911"/>
                        <a:pt x="5859" y="938"/>
                      </a:cubicBezTo>
                      <a:cubicBezTo>
                        <a:pt x="5885" y="938"/>
                        <a:pt x="5911" y="938"/>
                        <a:pt x="5938" y="938"/>
                      </a:cubicBezTo>
                      <a:cubicBezTo>
                        <a:pt x="5938" y="963"/>
                        <a:pt x="5938" y="989"/>
                        <a:pt x="5938" y="1016"/>
                      </a:cubicBezTo>
                      <a:cubicBezTo>
                        <a:pt x="5963" y="1016"/>
                        <a:pt x="5989" y="1016"/>
                        <a:pt x="6016" y="1016"/>
                      </a:cubicBezTo>
                      <a:cubicBezTo>
                        <a:pt x="6016" y="1041"/>
                        <a:pt x="6016" y="1067"/>
                        <a:pt x="6016" y="1094"/>
                      </a:cubicBezTo>
                      <a:cubicBezTo>
                        <a:pt x="6041" y="1094"/>
                        <a:pt x="6067" y="1094"/>
                        <a:pt x="6094" y="1094"/>
                      </a:cubicBezTo>
                      <a:cubicBezTo>
                        <a:pt x="6094" y="1120"/>
                        <a:pt x="6094" y="1145"/>
                        <a:pt x="6094" y="1172"/>
                      </a:cubicBezTo>
                      <a:cubicBezTo>
                        <a:pt x="6120" y="1172"/>
                        <a:pt x="6145" y="1172"/>
                        <a:pt x="6172" y="1172"/>
                      </a:cubicBezTo>
                      <a:cubicBezTo>
                        <a:pt x="6172" y="1198"/>
                        <a:pt x="6172" y="1223"/>
                        <a:pt x="6172" y="1250"/>
                      </a:cubicBezTo>
                      <a:cubicBezTo>
                        <a:pt x="6198" y="1250"/>
                        <a:pt x="6223" y="1250"/>
                        <a:pt x="6250" y="1250"/>
                      </a:cubicBezTo>
                      <a:cubicBezTo>
                        <a:pt x="6250" y="1276"/>
                        <a:pt x="6250" y="1302"/>
                        <a:pt x="6250" y="1328"/>
                      </a:cubicBezTo>
                      <a:cubicBezTo>
                        <a:pt x="6276" y="1328"/>
                        <a:pt x="6302" y="1328"/>
                        <a:pt x="6328" y="1328"/>
                      </a:cubicBezTo>
                      <a:cubicBezTo>
                        <a:pt x="6328" y="1380"/>
                        <a:pt x="6328" y="1431"/>
                        <a:pt x="6328" y="1484"/>
                      </a:cubicBezTo>
                      <a:cubicBezTo>
                        <a:pt x="6354" y="1484"/>
                        <a:pt x="6380" y="1484"/>
                        <a:pt x="6406" y="1484"/>
                      </a:cubicBezTo>
                      <a:cubicBezTo>
                        <a:pt x="6406" y="1510"/>
                        <a:pt x="6406" y="1536"/>
                        <a:pt x="6406" y="1562"/>
                      </a:cubicBezTo>
                      <a:cubicBezTo>
                        <a:pt x="6432" y="1562"/>
                        <a:pt x="6458" y="1562"/>
                        <a:pt x="6484" y="1562"/>
                      </a:cubicBezTo>
                      <a:cubicBezTo>
                        <a:pt x="6484" y="1614"/>
                        <a:pt x="6484" y="1666"/>
                        <a:pt x="6484" y="1719"/>
                      </a:cubicBezTo>
                      <a:cubicBezTo>
                        <a:pt x="6510" y="1719"/>
                        <a:pt x="6536" y="1719"/>
                        <a:pt x="6562" y="1719"/>
                      </a:cubicBezTo>
                      <a:cubicBezTo>
                        <a:pt x="6562" y="1770"/>
                        <a:pt x="6562" y="1822"/>
                        <a:pt x="6562" y="1875"/>
                      </a:cubicBezTo>
                      <a:cubicBezTo>
                        <a:pt x="6588" y="1875"/>
                        <a:pt x="6614" y="1875"/>
                        <a:pt x="6641" y="1875"/>
                      </a:cubicBezTo>
                      <a:cubicBezTo>
                        <a:pt x="6641" y="1927"/>
                        <a:pt x="6641" y="1978"/>
                        <a:pt x="6641" y="2031"/>
                      </a:cubicBezTo>
                      <a:cubicBezTo>
                        <a:pt x="6666" y="2031"/>
                        <a:pt x="6692" y="2031"/>
                        <a:pt x="6719" y="2031"/>
                      </a:cubicBezTo>
                      <a:cubicBezTo>
                        <a:pt x="6719" y="2083"/>
                        <a:pt x="6719" y="2134"/>
                        <a:pt x="6719" y="2188"/>
                      </a:cubicBezTo>
                      <a:cubicBezTo>
                        <a:pt x="6745" y="2188"/>
                        <a:pt x="6770" y="2188"/>
                        <a:pt x="6797" y="2188"/>
                      </a:cubicBezTo>
                      <a:cubicBezTo>
                        <a:pt x="6797" y="2265"/>
                        <a:pt x="6797" y="2342"/>
                        <a:pt x="6797" y="2422"/>
                      </a:cubicBezTo>
                      <a:cubicBezTo>
                        <a:pt x="6823" y="2422"/>
                        <a:pt x="6848" y="2422"/>
                        <a:pt x="6875" y="2422"/>
                      </a:cubicBezTo>
                      <a:cubicBezTo>
                        <a:pt x="6875" y="2525"/>
                        <a:pt x="6875" y="2628"/>
                        <a:pt x="6875" y="2734"/>
                      </a:cubicBezTo>
                      <a:cubicBezTo>
                        <a:pt x="6901" y="2734"/>
                        <a:pt x="6927" y="2734"/>
                        <a:pt x="6953" y="2734"/>
                      </a:cubicBezTo>
                      <a:cubicBezTo>
                        <a:pt x="6953" y="3198"/>
                        <a:pt x="6953" y="3663"/>
                        <a:pt x="6953" y="4141"/>
                      </a:cubicBezTo>
                      <a:cubicBezTo>
                        <a:pt x="6927" y="4141"/>
                        <a:pt x="6902" y="4141"/>
                        <a:pt x="6875" y="4141"/>
                      </a:cubicBezTo>
                      <a:cubicBezTo>
                        <a:pt x="6875" y="4244"/>
                        <a:pt x="6875" y="4347"/>
                        <a:pt x="6875" y="4453"/>
                      </a:cubicBezTo>
                      <a:cubicBezTo>
                        <a:pt x="6849" y="4453"/>
                        <a:pt x="6823" y="4453"/>
                        <a:pt x="6797" y="4453"/>
                      </a:cubicBezTo>
                      <a:cubicBezTo>
                        <a:pt x="6797" y="4530"/>
                        <a:pt x="6797" y="4608"/>
                        <a:pt x="6797" y="4688"/>
                      </a:cubicBezTo>
                      <a:cubicBezTo>
                        <a:pt x="6771" y="4688"/>
                        <a:pt x="6745" y="4688"/>
                        <a:pt x="6719" y="4688"/>
                      </a:cubicBezTo>
                      <a:cubicBezTo>
                        <a:pt x="6719" y="4739"/>
                        <a:pt x="6719" y="4791"/>
                        <a:pt x="6719" y="4844"/>
                      </a:cubicBezTo>
                      <a:cubicBezTo>
                        <a:pt x="6693" y="4844"/>
                        <a:pt x="6667" y="4844"/>
                        <a:pt x="6641" y="4844"/>
                      </a:cubicBezTo>
                      <a:cubicBezTo>
                        <a:pt x="6641" y="4895"/>
                        <a:pt x="6641" y="4947"/>
                        <a:pt x="6641" y="5000"/>
                      </a:cubicBezTo>
                      <a:cubicBezTo>
                        <a:pt x="6615" y="5000"/>
                        <a:pt x="6589" y="5000"/>
                        <a:pt x="6562" y="5000"/>
                      </a:cubicBezTo>
                      <a:cubicBezTo>
                        <a:pt x="6562" y="5052"/>
                        <a:pt x="6562" y="5103"/>
                        <a:pt x="6562" y="5156"/>
                      </a:cubicBezTo>
                      <a:cubicBezTo>
                        <a:pt x="6537" y="5156"/>
                        <a:pt x="6511" y="5156"/>
                        <a:pt x="6484" y="5156"/>
                      </a:cubicBezTo>
                      <a:cubicBezTo>
                        <a:pt x="6484" y="5208"/>
                        <a:pt x="6484" y="5259"/>
                        <a:pt x="6484" y="5312"/>
                      </a:cubicBezTo>
                      <a:cubicBezTo>
                        <a:pt x="6459" y="5312"/>
                        <a:pt x="6433" y="5312"/>
                        <a:pt x="6406" y="5312"/>
                      </a:cubicBezTo>
                      <a:cubicBezTo>
                        <a:pt x="6406" y="5338"/>
                        <a:pt x="6406" y="5364"/>
                        <a:pt x="6406" y="5391"/>
                      </a:cubicBezTo>
                      <a:cubicBezTo>
                        <a:pt x="6380" y="5391"/>
                        <a:pt x="6355" y="5391"/>
                        <a:pt x="6328" y="5391"/>
                      </a:cubicBezTo>
                      <a:cubicBezTo>
                        <a:pt x="6328" y="5442"/>
                        <a:pt x="6328" y="5494"/>
                        <a:pt x="6328" y="5547"/>
                      </a:cubicBezTo>
                      <a:cubicBezTo>
                        <a:pt x="6302" y="5547"/>
                        <a:pt x="6277" y="5547"/>
                        <a:pt x="6250" y="5547"/>
                      </a:cubicBezTo>
                      <a:cubicBezTo>
                        <a:pt x="6250" y="5573"/>
                        <a:pt x="6250" y="5598"/>
                        <a:pt x="6250" y="5625"/>
                      </a:cubicBezTo>
                      <a:cubicBezTo>
                        <a:pt x="6224" y="5625"/>
                        <a:pt x="6198" y="5625"/>
                        <a:pt x="6172" y="5625"/>
                      </a:cubicBezTo>
                      <a:cubicBezTo>
                        <a:pt x="6172" y="5651"/>
                        <a:pt x="6172" y="5677"/>
                        <a:pt x="6172" y="5703"/>
                      </a:cubicBezTo>
                      <a:cubicBezTo>
                        <a:pt x="6146" y="5703"/>
                        <a:pt x="6120" y="5703"/>
                        <a:pt x="6094" y="5703"/>
                      </a:cubicBezTo>
                      <a:cubicBezTo>
                        <a:pt x="6094" y="5729"/>
                        <a:pt x="6094" y="5755"/>
                        <a:pt x="6094" y="5781"/>
                      </a:cubicBezTo>
                      <a:cubicBezTo>
                        <a:pt x="6068" y="5781"/>
                        <a:pt x="6042" y="5781"/>
                        <a:pt x="6016" y="5781"/>
                      </a:cubicBezTo>
                      <a:cubicBezTo>
                        <a:pt x="6016" y="5807"/>
                        <a:pt x="6016" y="5833"/>
                        <a:pt x="6016" y="5859"/>
                      </a:cubicBezTo>
                      <a:cubicBezTo>
                        <a:pt x="5990" y="5859"/>
                        <a:pt x="5964" y="5859"/>
                        <a:pt x="5938" y="5859"/>
                      </a:cubicBezTo>
                      <a:cubicBezTo>
                        <a:pt x="5938" y="5885"/>
                        <a:pt x="5938" y="5911"/>
                        <a:pt x="5938" y="5938"/>
                      </a:cubicBezTo>
                      <a:cubicBezTo>
                        <a:pt x="5912" y="5938"/>
                        <a:pt x="5886" y="5938"/>
                        <a:pt x="5859" y="5938"/>
                      </a:cubicBezTo>
                      <a:cubicBezTo>
                        <a:pt x="5859" y="5963"/>
                        <a:pt x="5859" y="5989"/>
                        <a:pt x="5859" y="6016"/>
                      </a:cubicBezTo>
                      <a:cubicBezTo>
                        <a:pt x="5834" y="6016"/>
                        <a:pt x="5808" y="6016"/>
                        <a:pt x="5781" y="6016"/>
                      </a:cubicBezTo>
                      <a:cubicBezTo>
                        <a:pt x="5781" y="6041"/>
                        <a:pt x="5781" y="6067"/>
                        <a:pt x="5781" y="6094"/>
                      </a:cubicBezTo>
                      <a:cubicBezTo>
                        <a:pt x="5755" y="6094"/>
                        <a:pt x="5730" y="6094"/>
                        <a:pt x="5703" y="6094"/>
                      </a:cubicBezTo>
                      <a:cubicBezTo>
                        <a:pt x="5703" y="6120"/>
                        <a:pt x="5703" y="6145"/>
                        <a:pt x="5703" y="6172"/>
                      </a:cubicBezTo>
                      <a:cubicBezTo>
                        <a:pt x="5677" y="6172"/>
                        <a:pt x="5652" y="6172"/>
                        <a:pt x="5625" y="6172"/>
                      </a:cubicBezTo>
                      <a:cubicBezTo>
                        <a:pt x="5625" y="6198"/>
                        <a:pt x="5625" y="6223"/>
                        <a:pt x="5625" y="6250"/>
                      </a:cubicBezTo>
                      <a:cubicBezTo>
                        <a:pt x="5573" y="6250"/>
                        <a:pt x="5522" y="6250"/>
                        <a:pt x="5469" y="6250"/>
                      </a:cubicBezTo>
                      <a:cubicBezTo>
                        <a:pt x="5469" y="6276"/>
                        <a:pt x="5469" y="6302"/>
                        <a:pt x="5469" y="6328"/>
                      </a:cubicBezTo>
                      <a:cubicBezTo>
                        <a:pt x="5443" y="6328"/>
                        <a:pt x="5417" y="6328"/>
                        <a:pt x="5391" y="6328"/>
                      </a:cubicBezTo>
                      <a:cubicBezTo>
                        <a:pt x="5391" y="6354"/>
                        <a:pt x="5391" y="6380"/>
                        <a:pt x="5391" y="6406"/>
                      </a:cubicBezTo>
                      <a:cubicBezTo>
                        <a:pt x="5339" y="6406"/>
                        <a:pt x="5288" y="6406"/>
                        <a:pt x="5234" y="6406"/>
                      </a:cubicBezTo>
                      <a:cubicBezTo>
                        <a:pt x="5234" y="6432"/>
                        <a:pt x="5234" y="6458"/>
                        <a:pt x="5234" y="6484"/>
                      </a:cubicBezTo>
                      <a:cubicBezTo>
                        <a:pt x="5183" y="6484"/>
                        <a:pt x="5131" y="6484"/>
                        <a:pt x="5078" y="6484"/>
                      </a:cubicBezTo>
                      <a:cubicBezTo>
                        <a:pt x="5078" y="6510"/>
                        <a:pt x="5078" y="6536"/>
                        <a:pt x="5078" y="6562"/>
                      </a:cubicBezTo>
                      <a:cubicBezTo>
                        <a:pt x="5027" y="6562"/>
                        <a:pt x="4975" y="6562"/>
                        <a:pt x="4922" y="6562"/>
                      </a:cubicBezTo>
                      <a:cubicBezTo>
                        <a:pt x="4922" y="6588"/>
                        <a:pt x="4922" y="6614"/>
                        <a:pt x="4922" y="6641"/>
                      </a:cubicBezTo>
                      <a:cubicBezTo>
                        <a:pt x="4870" y="6641"/>
                        <a:pt x="4819" y="6641"/>
                        <a:pt x="4766" y="6641"/>
                      </a:cubicBezTo>
                      <a:cubicBezTo>
                        <a:pt x="4766" y="6666"/>
                        <a:pt x="4766" y="6692"/>
                        <a:pt x="4766" y="6719"/>
                      </a:cubicBezTo>
                      <a:cubicBezTo>
                        <a:pt x="4688" y="6719"/>
                        <a:pt x="4611" y="6719"/>
                        <a:pt x="4531" y="6719"/>
                      </a:cubicBezTo>
                      <a:cubicBezTo>
                        <a:pt x="4531" y="6745"/>
                        <a:pt x="4531" y="6770"/>
                        <a:pt x="4531" y="6797"/>
                      </a:cubicBezTo>
                      <a:cubicBezTo>
                        <a:pt x="4428" y="6797"/>
                        <a:pt x="4325" y="6797"/>
                        <a:pt x="4219" y="6797"/>
                      </a:cubicBezTo>
                      <a:cubicBezTo>
                        <a:pt x="4219" y="6823"/>
                        <a:pt x="4219" y="6848"/>
                        <a:pt x="4219" y="6875"/>
                      </a:cubicBezTo>
                      <a:cubicBezTo>
                        <a:pt x="4038" y="6875"/>
                        <a:pt x="3858" y="6875"/>
                        <a:pt x="3672" y="6875"/>
                      </a:cubicBezTo>
                      <a:cubicBezTo>
                        <a:pt x="3672" y="6901"/>
                        <a:pt x="3672" y="6927"/>
                        <a:pt x="3672" y="6953"/>
                      </a:cubicBezTo>
                      <a:cubicBezTo>
                        <a:pt x="3569" y="6953"/>
                        <a:pt x="3466" y="6953"/>
                        <a:pt x="3359" y="6953"/>
                      </a:cubicBezTo>
                      <a:cubicBezTo>
                        <a:pt x="3359" y="6927"/>
                        <a:pt x="3359" y="6902"/>
                        <a:pt x="3359" y="6875"/>
                      </a:cubicBezTo>
                      <a:cubicBezTo>
                        <a:pt x="3153" y="6875"/>
                        <a:pt x="2947" y="6875"/>
                        <a:pt x="2734" y="6875"/>
                      </a:cubicBezTo>
                      <a:cubicBezTo>
                        <a:pt x="2734" y="6849"/>
                        <a:pt x="2734" y="6823"/>
                        <a:pt x="2734" y="6797"/>
                      </a:cubicBezTo>
                      <a:cubicBezTo>
                        <a:pt x="2631" y="6797"/>
                        <a:pt x="2528" y="6797"/>
                        <a:pt x="2422" y="6797"/>
                      </a:cubicBezTo>
                      <a:cubicBezTo>
                        <a:pt x="2422" y="6771"/>
                        <a:pt x="2422" y="6745"/>
                        <a:pt x="2422" y="6719"/>
                      </a:cubicBezTo>
                      <a:cubicBezTo>
                        <a:pt x="2345" y="6719"/>
                        <a:pt x="2267" y="6719"/>
                        <a:pt x="2188" y="6719"/>
                      </a:cubicBezTo>
                      <a:cubicBezTo>
                        <a:pt x="2188" y="6693"/>
                        <a:pt x="2188" y="6667"/>
                        <a:pt x="2188" y="6641"/>
                      </a:cubicBezTo>
                      <a:cubicBezTo>
                        <a:pt x="2136" y="6641"/>
                        <a:pt x="2084" y="6641"/>
                        <a:pt x="2031" y="6641"/>
                      </a:cubicBezTo>
                      <a:cubicBezTo>
                        <a:pt x="2031" y="6615"/>
                        <a:pt x="2031" y="6589"/>
                        <a:pt x="2031" y="6562"/>
                      </a:cubicBezTo>
                      <a:cubicBezTo>
                        <a:pt x="1980" y="6562"/>
                        <a:pt x="1928" y="6562"/>
                        <a:pt x="1875" y="6562"/>
                      </a:cubicBezTo>
                      <a:cubicBezTo>
                        <a:pt x="1875" y="6537"/>
                        <a:pt x="1875" y="6511"/>
                        <a:pt x="1875" y="6484"/>
                      </a:cubicBezTo>
                      <a:cubicBezTo>
                        <a:pt x="1823" y="6484"/>
                        <a:pt x="1772" y="6484"/>
                        <a:pt x="1719" y="6484"/>
                      </a:cubicBezTo>
                      <a:cubicBezTo>
                        <a:pt x="1719" y="6459"/>
                        <a:pt x="1719" y="6433"/>
                        <a:pt x="1719" y="6406"/>
                      </a:cubicBezTo>
                      <a:cubicBezTo>
                        <a:pt x="1693" y="6406"/>
                        <a:pt x="1667" y="6406"/>
                        <a:pt x="1641" y="6406"/>
                      </a:cubicBezTo>
                      <a:cubicBezTo>
                        <a:pt x="1641" y="6380"/>
                        <a:pt x="1641" y="6355"/>
                        <a:pt x="1641" y="6328"/>
                      </a:cubicBezTo>
                      <a:cubicBezTo>
                        <a:pt x="1589" y="6328"/>
                        <a:pt x="1538" y="6328"/>
                        <a:pt x="1484" y="6328"/>
                      </a:cubicBezTo>
                      <a:cubicBezTo>
                        <a:pt x="1484" y="6302"/>
                        <a:pt x="1484" y="6277"/>
                        <a:pt x="1484" y="6250"/>
                      </a:cubicBezTo>
                      <a:cubicBezTo>
                        <a:pt x="1459" y="6250"/>
                        <a:pt x="1433" y="6250"/>
                        <a:pt x="1406" y="6250"/>
                      </a:cubicBezTo>
                      <a:cubicBezTo>
                        <a:pt x="1406" y="6224"/>
                        <a:pt x="1406" y="6198"/>
                        <a:pt x="1406" y="6172"/>
                      </a:cubicBezTo>
                      <a:cubicBezTo>
                        <a:pt x="1355" y="6172"/>
                        <a:pt x="1303" y="6172"/>
                        <a:pt x="1250" y="6172"/>
                      </a:cubicBezTo>
                      <a:cubicBezTo>
                        <a:pt x="1250" y="6146"/>
                        <a:pt x="1250" y="6120"/>
                        <a:pt x="1250" y="6094"/>
                      </a:cubicBezTo>
                      <a:cubicBezTo>
                        <a:pt x="1224" y="6094"/>
                        <a:pt x="1198" y="6094"/>
                        <a:pt x="1172" y="6094"/>
                      </a:cubicBezTo>
                      <a:cubicBezTo>
                        <a:pt x="1172" y="6068"/>
                        <a:pt x="1172" y="6042"/>
                        <a:pt x="1172" y="6016"/>
                      </a:cubicBezTo>
                      <a:cubicBezTo>
                        <a:pt x="1146" y="6016"/>
                        <a:pt x="1120" y="6016"/>
                        <a:pt x="1094" y="6016"/>
                      </a:cubicBezTo>
                      <a:cubicBezTo>
                        <a:pt x="1094" y="5990"/>
                        <a:pt x="1094" y="5964"/>
                        <a:pt x="1094" y="5938"/>
                      </a:cubicBezTo>
                      <a:cubicBezTo>
                        <a:pt x="1068" y="5938"/>
                        <a:pt x="1042" y="5938"/>
                        <a:pt x="1016" y="5938"/>
                      </a:cubicBezTo>
                      <a:cubicBezTo>
                        <a:pt x="1016" y="5912"/>
                        <a:pt x="1016" y="5886"/>
                        <a:pt x="1016" y="5859"/>
                      </a:cubicBezTo>
                      <a:cubicBezTo>
                        <a:pt x="990" y="5859"/>
                        <a:pt x="964" y="5859"/>
                        <a:pt x="938" y="5859"/>
                      </a:cubicBezTo>
                      <a:cubicBezTo>
                        <a:pt x="938" y="5834"/>
                        <a:pt x="938" y="5808"/>
                        <a:pt x="938" y="5781"/>
                      </a:cubicBezTo>
                      <a:cubicBezTo>
                        <a:pt x="912" y="5781"/>
                        <a:pt x="886" y="5781"/>
                        <a:pt x="859" y="5781"/>
                      </a:cubicBezTo>
                      <a:cubicBezTo>
                        <a:pt x="859" y="5755"/>
                        <a:pt x="859" y="5730"/>
                        <a:pt x="859" y="5703"/>
                      </a:cubicBezTo>
                      <a:cubicBezTo>
                        <a:pt x="834" y="5703"/>
                        <a:pt x="808" y="5703"/>
                        <a:pt x="781" y="5703"/>
                      </a:cubicBezTo>
                      <a:cubicBezTo>
                        <a:pt x="781" y="5677"/>
                        <a:pt x="781" y="5652"/>
                        <a:pt x="781" y="5625"/>
                      </a:cubicBezTo>
                      <a:cubicBezTo>
                        <a:pt x="755" y="5625"/>
                        <a:pt x="730" y="5625"/>
                        <a:pt x="703" y="5625"/>
                      </a:cubicBezTo>
                      <a:cubicBezTo>
                        <a:pt x="703" y="5573"/>
                        <a:pt x="703" y="5522"/>
                        <a:pt x="703" y="5469"/>
                      </a:cubicBezTo>
                      <a:cubicBezTo>
                        <a:pt x="677" y="5469"/>
                        <a:pt x="652" y="5469"/>
                        <a:pt x="625" y="5469"/>
                      </a:cubicBezTo>
                      <a:cubicBezTo>
                        <a:pt x="625" y="5443"/>
                        <a:pt x="625" y="5417"/>
                        <a:pt x="625" y="5391"/>
                      </a:cubicBezTo>
                      <a:cubicBezTo>
                        <a:pt x="599" y="5391"/>
                        <a:pt x="573" y="5391"/>
                        <a:pt x="547" y="5391"/>
                      </a:cubicBezTo>
                      <a:cubicBezTo>
                        <a:pt x="547" y="5339"/>
                        <a:pt x="547" y="5288"/>
                        <a:pt x="547" y="5234"/>
                      </a:cubicBezTo>
                      <a:cubicBezTo>
                        <a:pt x="521" y="5234"/>
                        <a:pt x="495" y="5234"/>
                        <a:pt x="469" y="5234"/>
                      </a:cubicBezTo>
                      <a:cubicBezTo>
                        <a:pt x="469" y="5209"/>
                        <a:pt x="469" y="5183"/>
                        <a:pt x="469" y="5156"/>
                      </a:cubicBezTo>
                      <a:cubicBezTo>
                        <a:pt x="443" y="5156"/>
                        <a:pt x="417" y="5156"/>
                        <a:pt x="391" y="5156"/>
                      </a:cubicBezTo>
                      <a:cubicBezTo>
                        <a:pt x="391" y="5105"/>
                        <a:pt x="391" y="5053"/>
                        <a:pt x="391" y="5000"/>
                      </a:cubicBezTo>
                      <a:cubicBezTo>
                        <a:pt x="365" y="5000"/>
                        <a:pt x="339" y="5000"/>
                        <a:pt x="312" y="5000"/>
                      </a:cubicBezTo>
                      <a:cubicBezTo>
                        <a:pt x="312" y="4948"/>
                        <a:pt x="312" y="4897"/>
                        <a:pt x="312" y="4844"/>
                      </a:cubicBezTo>
                      <a:cubicBezTo>
                        <a:pt x="287" y="4844"/>
                        <a:pt x="261" y="4844"/>
                        <a:pt x="234" y="4844"/>
                      </a:cubicBezTo>
                      <a:cubicBezTo>
                        <a:pt x="234" y="4766"/>
                        <a:pt x="234" y="4689"/>
                        <a:pt x="234" y="4609"/>
                      </a:cubicBezTo>
                      <a:cubicBezTo>
                        <a:pt x="209" y="4609"/>
                        <a:pt x="183" y="4609"/>
                        <a:pt x="156" y="4609"/>
                      </a:cubicBezTo>
                      <a:cubicBezTo>
                        <a:pt x="156" y="4532"/>
                        <a:pt x="156" y="4455"/>
                        <a:pt x="156" y="4375"/>
                      </a:cubicBezTo>
                      <a:cubicBezTo>
                        <a:pt x="130" y="4375"/>
                        <a:pt x="105" y="4375"/>
                        <a:pt x="78" y="4375"/>
                      </a:cubicBezTo>
                      <a:cubicBezTo>
                        <a:pt x="78" y="4246"/>
                        <a:pt x="78" y="4117"/>
                        <a:pt x="78" y="3984"/>
                      </a:cubicBezTo>
                      <a:cubicBezTo>
                        <a:pt x="52" y="3984"/>
                        <a:pt x="27" y="3984"/>
                        <a:pt x="0" y="3984"/>
                      </a:cubicBezTo>
                      <a:cubicBezTo>
                        <a:pt x="0" y="3623"/>
                        <a:pt x="0" y="3262"/>
                        <a:pt x="0" y="2891"/>
                      </a:cubicBezTo>
                      <a:cubicBezTo>
                        <a:pt x="26" y="2891"/>
                        <a:pt x="52" y="2891"/>
                        <a:pt x="78" y="2891"/>
                      </a:cubicBezTo>
                      <a:cubicBezTo>
                        <a:pt x="78" y="2788"/>
                        <a:pt x="78" y="2684"/>
                        <a:pt x="78" y="2578"/>
                      </a:cubicBezTo>
                      <a:cubicBezTo>
                        <a:pt x="104" y="2578"/>
                        <a:pt x="130" y="2578"/>
                        <a:pt x="156" y="2578"/>
                      </a:cubicBezTo>
                      <a:cubicBezTo>
                        <a:pt x="156" y="2501"/>
                        <a:pt x="156" y="2423"/>
                        <a:pt x="156" y="2344"/>
                      </a:cubicBezTo>
                      <a:cubicBezTo>
                        <a:pt x="182" y="2344"/>
                        <a:pt x="208" y="2344"/>
                        <a:pt x="234" y="2344"/>
                      </a:cubicBezTo>
                      <a:cubicBezTo>
                        <a:pt x="234" y="2266"/>
                        <a:pt x="234" y="2189"/>
                        <a:pt x="234" y="2109"/>
                      </a:cubicBezTo>
                      <a:cubicBezTo>
                        <a:pt x="260" y="2109"/>
                        <a:pt x="286" y="2109"/>
                        <a:pt x="312" y="2109"/>
                      </a:cubicBezTo>
                      <a:cubicBezTo>
                        <a:pt x="312" y="2058"/>
                        <a:pt x="312" y="2006"/>
                        <a:pt x="312" y="1953"/>
                      </a:cubicBezTo>
                      <a:cubicBezTo>
                        <a:pt x="338" y="1953"/>
                        <a:pt x="364" y="1953"/>
                        <a:pt x="391" y="1953"/>
                      </a:cubicBezTo>
                      <a:cubicBezTo>
                        <a:pt x="391" y="1902"/>
                        <a:pt x="391" y="1850"/>
                        <a:pt x="391" y="1797"/>
                      </a:cubicBezTo>
                      <a:cubicBezTo>
                        <a:pt x="416" y="1797"/>
                        <a:pt x="442" y="1797"/>
                        <a:pt x="469" y="1797"/>
                      </a:cubicBezTo>
                      <a:cubicBezTo>
                        <a:pt x="469" y="1745"/>
                        <a:pt x="469" y="1694"/>
                        <a:pt x="469" y="1641"/>
                      </a:cubicBezTo>
                      <a:cubicBezTo>
                        <a:pt x="495" y="1641"/>
                        <a:pt x="520" y="1641"/>
                        <a:pt x="547" y="1641"/>
                      </a:cubicBezTo>
                      <a:cubicBezTo>
                        <a:pt x="547" y="1615"/>
                        <a:pt x="547" y="1589"/>
                        <a:pt x="547" y="1562"/>
                      </a:cubicBezTo>
                      <a:cubicBezTo>
                        <a:pt x="573" y="1562"/>
                        <a:pt x="598" y="1562"/>
                        <a:pt x="625" y="1562"/>
                      </a:cubicBezTo>
                      <a:cubicBezTo>
                        <a:pt x="625" y="1511"/>
                        <a:pt x="625" y="1459"/>
                        <a:pt x="625" y="1406"/>
                      </a:cubicBezTo>
                      <a:cubicBezTo>
                        <a:pt x="651" y="1406"/>
                        <a:pt x="677" y="1406"/>
                        <a:pt x="703" y="1406"/>
                      </a:cubicBezTo>
                      <a:cubicBezTo>
                        <a:pt x="703" y="1380"/>
                        <a:pt x="703" y="1355"/>
                        <a:pt x="703" y="1328"/>
                      </a:cubicBezTo>
                      <a:cubicBezTo>
                        <a:pt x="729" y="1328"/>
                        <a:pt x="755" y="1328"/>
                        <a:pt x="781" y="1328"/>
                      </a:cubicBezTo>
                      <a:cubicBezTo>
                        <a:pt x="781" y="1302"/>
                        <a:pt x="781" y="1277"/>
                        <a:pt x="781" y="1250"/>
                      </a:cubicBezTo>
                      <a:cubicBezTo>
                        <a:pt x="807" y="1250"/>
                        <a:pt x="833" y="1250"/>
                        <a:pt x="859" y="1250"/>
                      </a:cubicBezTo>
                      <a:cubicBezTo>
                        <a:pt x="859" y="1198"/>
                        <a:pt x="859" y="1147"/>
                        <a:pt x="859" y="1094"/>
                      </a:cubicBezTo>
                      <a:cubicBezTo>
                        <a:pt x="885" y="1094"/>
                        <a:pt x="911" y="1094"/>
                        <a:pt x="938" y="1094"/>
                      </a:cubicBezTo>
                      <a:cubicBezTo>
                        <a:pt x="938" y="1068"/>
                        <a:pt x="938" y="1042"/>
                        <a:pt x="938" y="1016"/>
                      </a:cubicBezTo>
                      <a:cubicBezTo>
                        <a:pt x="963" y="1016"/>
                        <a:pt x="989" y="1016"/>
                        <a:pt x="1016" y="1016"/>
                      </a:cubicBezTo>
                      <a:cubicBezTo>
                        <a:pt x="1016" y="990"/>
                        <a:pt x="1016" y="964"/>
                        <a:pt x="1016" y="938"/>
                      </a:cubicBezTo>
                      <a:cubicBezTo>
                        <a:pt x="1041" y="938"/>
                        <a:pt x="1067" y="938"/>
                        <a:pt x="1094" y="938"/>
                      </a:cubicBezTo>
                      <a:cubicBezTo>
                        <a:pt x="1094" y="912"/>
                        <a:pt x="1094" y="886"/>
                        <a:pt x="1094" y="859"/>
                      </a:cubicBezTo>
                      <a:cubicBezTo>
                        <a:pt x="1145" y="859"/>
                        <a:pt x="1197" y="859"/>
                        <a:pt x="1250" y="859"/>
                      </a:cubicBezTo>
                      <a:cubicBezTo>
                        <a:pt x="1250" y="834"/>
                        <a:pt x="1250" y="808"/>
                        <a:pt x="1250" y="781"/>
                      </a:cubicBezTo>
                      <a:cubicBezTo>
                        <a:pt x="1276" y="781"/>
                        <a:pt x="1302" y="781"/>
                        <a:pt x="1328" y="781"/>
                      </a:cubicBezTo>
                      <a:cubicBezTo>
                        <a:pt x="1328" y="755"/>
                        <a:pt x="1328" y="730"/>
                        <a:pt x="1328" y="703"/>
                      </a:cubicBezTo>
                      <a:cubicBezTo>
                        <a:pt x="1354" y="703"/>
                        <a:pt x="1380" y="703"/>
                        <a:pt x="1406" y="703"/>
                      </a:cubicBezTo>
                      <a:cubicBezTo>
                        <a:pt x="1406" y="677"/>
                        <a:pt x="1406" y="652"/>
                        <a:pt x="1406" y="625"/>
                      </a:cubicBezTo>
                      <a:cubicBezTo>
                        <a:pt x="1432" y="625"/>
                        <a:pt x="1458" y="625"/>
                        <a:pt x="1484" y="625"/>
                      </a:cubicBezTo>
                      <a:cubicBezTo>
                        <a:pt x="1484" y="599"/>
                        <a:pt x="1484" y="573"/>
                        <a:pt x="1484" y="547"/>
                      </a:cubicBezTo>
                      <a:cubicBezTo>
                        <a:pt x="1536" y="547"/>
                        <a:pt x="1587" y="547"/>
                        <a:pt x="1641" y="547"/>
                      </a:cubicBezTo>
                      <a:cubicBezTo>
                        <a:pt x="1641" y="521"/>
                        <a:pt x="1641" y="495"/>
                        <a:pt x="1641" y="469"/>
                      </a:cubicBezTo>
                      <a:cubicBezTo>
                        <a:pt x="1666" y="469"/>
                        <a:pt x="1692" y="469"/>
                        <a:pt x="1719" y="469"/>
                      </a:cubicBezTo>
                      <a:cubicBezTo>
                        <a:pt x="1719" y="443"/>
                        <a:pt x="1719" y="417"/>
                        <a:pt x="1719" y="391"/>
                      </a:cubicBezTo>
                      <a:cubicBezTo>
                        <a:pt x="1770" y="391"/>
                        <a:pt x="1822" y="391"/>
                        <a:pt x="1875" y="391"/>
                      </a:cubicBezTo>
                      <a:cubicBezTo>
                        <a:pt x="1875" y="365"/>
                        <a:pt x="1875" y="339"/>
                        <a:pt x="1875" y="312"/>
                      </a:cubicBezTo>
                      <a:cubicBezTo>
                        <a:pt x="1927" y="312"/>
                        <a:pt x="1978" y="312"/>
                        <a:pt x="2031" y="312"/>
                      </a:cubicBezTo>
                      <a:cubicBezTo>
                        <a:pt x="2031" y="287"/>
                        <a:pt x="2031" y="261"/>
                        <a:pt x="2031" y="234"/>
                      </a:cubicBezTo>
                      <a:cubicBezTo>
                        <a:pt x="2109" y="234"/>
                        <a:pt x="2186" y="234"/>
                        <a:pt x="2266" y="234"/>
                      </a:cubicBezTo>
                      <a:cubicBezTo>
                        <a:pt x="2266" y="209"/>
                        <a:pt x="2266" y="183"/>
                        <a:pt x="2266" y="156"/>
                      </a:cubicBezTo>
                      <a:cubicBezTo>
                        <a:pt x="2343" y="156"/>
                        <a:pt x="2420" y="156"/>
                        <a:pt x="2500" y="156"/>
                      </a:cubicBezTo>
                      <a:cubicBezTo>
                        <a:pt x="2500" y="130"/>
                        <a:pt x="2500" y="105"/>
                        <a:pt x="2500" y="78"/>
                      </a:cubicBezTo>
                      <a:cubicBezTo>
                        <a:pt x="2603" y="78"/>
                        <a:pt x="2706" y="78"/>
                        <a:pt x="2812" y="78"/>
                      </a:cubicBezTo>
                      <a:cubicBezTo>
                        <a:pt x="2812" y="52"/>
                        <a:pt x="2812" y="27"/>
                        <a:pt x="2812" y="0"/>
                      </a:cubicBezTo>
                      <a:close/>
                      <a:moveTo>
                        <a:pt x="4844" y="1250"/>
                      </a:moveTo>
                      <a:cubicBezTo>
                        <a:pt x="4844" y="1276"/>
                        <a:pt x="4844" y="1302"/>
                        <a:pt x="4844" y="1328"/>
                      </a:cubicBezTo>
                      <a:cubicBezTo>
                        <a:pt x="4689" y="1328"/>
                        <a:pt x="4534" y="1328"/>
                        <a:pt x="4375" y="1328"/>
                      </a:cubicBezTo>
                      <a:cubicBezTo>
                        <a:pt x="4375" y="1354"/>
                        <a:pt x="4375" y="1380"/>
                        <a:pt x="4375" y="1406"/>
                      </a:cubicBezTo>
                      <a:cubicBezTo>
                        <a:pt x="4349" y="1406"/>
                        <a:pt x="4323" y="1406"/>
                        <a:pt x="4297" y="1406"/>
                      </a:cubicBezTo>
                      <a:cubicBezTo>
                        <a:pt x="4297" y="1432"/>
                        <a:pt x="4297" y="1458"/>
                        <a:pt x="4297" y="1484"/>
                      </a:cubicBezTo>
                      <a:cubicBezTo>
                        <a:pt x="4271" y="1484"/>
                        <a:pt x="4245" y="1484"/>
                        <a:pt x="4219" y="1484"/>
                      </a:cubicBezTo>
                      <a:cubicBezTo>
                        <a:pt x="4219" y="1510"/>
                        <a:pt x="4219" y="1536"/>
                        <a:pt x="4219" y="1562"/>
                      </a:cubicBezTo>
                      <a:cubicBezTo>
                        <a:pt x="4167" y="1562"/>
                        <a:pt x="4116" y="1562"/>
                        <a:pt x="4062" y="1562"/>
                      </a:cubicBezTo>
                      <a:cubicBezTo>
                        <a:pt x="4062" y="1588"/>
                        <a:pt x="4062" y="1614"/>
                        <a:pt x="4062" y="1641"/>
                      </a:cubicBezTo>
                      <a:cubicBezTo>
                        <a:pt x="4037" y="1641"/>
                        <a:pt x="4011" y="1641"/>
                        <a:pt x="3984" y="1641"/>
                      </a:cubicBezTo>
                      <a:cubicBezTo>
                        <a:pt x="3984" y="1666"/>
                        <a:pt x="3984" y="1692"/>
                        <a:pt x="3984" y="1719"/>
                      </a:cubicBezTo>
                      <a:cubicBezTo>
                        <a:pt x="3975" y="1721"/>
                        <a:pt x="3975" y="1721"/>
                        <a:pt x="3927" y="1730"/>
                      </a:cubicBezTo>
                      <a:cubicBezTo>
                        <a:pt x="3872" y="1749"/>
                        <a:pt x="3872" y="1749"/>
                        <a:pt x="3854" y="1784"/>
                      </a:cubicBezTo>
                      <a:cubicBezTo>
                        <a:pt x="3847" y="1819"/>
                        <a:pt x="3843" y="1852"/>
                        <a:pt x="3840" y="1887"/>
                      </a:cubicBezTo>
                      <a:cubicBezTo>
                        <a:pt x="3839" y="1899"/>
                        <a:pt x="3838" y="1912"/>
                        <a:pt x="3836" y="1924"/>
                      </a:cubicBezTo>
                      <a:cubicBezTo>
                        <a:pt x="3828" y="2012"/>
                        <a:pt x="3823" y="2100"/>
                        <a:pt x="3828" y="2188"/>
                      </a:cubicBezTo>
                      <a:cubicBezTo>
                        <a:pt x="3821" y="2162"/>
                        <a:pt x="3813" y="2137"/>
                        <a:pt x="3806" y="2112"/>
                      </a:cubicBezTo>
                      <a:cubicBezTo>
                        <a:pt x="3804" y="2105"/>
                        <a:pt x="3804" y="2105"/>
                        <a:pt x="3794" y="2069"/>
                      </a:cubicBezTo>
                      <a:cubicBezTo>
                        <a:pt x="3793" y="2063"/>
                        <a:pt x="3793" y="2063"/>
                        <a:pt x="3789" y="2031"/>
                      </a:cubicBezTo>
                      <a:cubicBezTo>
                        <a:pt x="3796" y="2025"/>
                        <a:pt x="3796" y="2025"/>
                        <a:pt x="3828" y="1992"/>
                      </a:cubicBezTo>
                      <a:cubicBezTo>
                        <a:pt x="3833" y="1963"/>
                        <a:pt x="3833" y="1963"/>
                        <a:pt x="3832" y="1929"/>
                      </a:cubicBezTo>
                      <a:cubicBezTo>
                        <a:pt x="3832" y="1916"/>
                        <a:pt x="3832" y="1904"/>
                        <a:pt x="3832" y="1892"/>
                      </a:cubicBezTo>
                      <a:cubicBezTo>
                        <a:pt x="3831" y="1879"/>
                        <a:pt x="3831" y="1866"/>
                        <a:pt x="3831" y="1853"/>
                      </a:cubicBezTo>
                      <a:cubicBezTo>
                        <a:pt x="3830" y="1840"/>
                        <a:pt x="3830" y="1827"/>
                        <a:pt x="3830" y="1814"/>
                      </a:cubicBezTo>
                      <a:cubicBezTo>
                        <a:pt x="3830" y="1782"/>
                        <a:pt x="3829" y="1751"/>
                        <a:pt x="3828" y="1719"/>
                      </a:cubicBezTo>
                      <a:cubicBezTo>
                        <a:pt x="3802" y="1719"/>
                        <a:pt x="3777" y="1719"/>
                        <a:pt x="3750" y="1719"/>
                      </a:cubicBezTo>
                      <a:cubicBezTo>
                        <a:pt x="3750" y="1693"/>
                        <a:pt x="3750" y="1667"/>
                        <a:pt x="3750" y="1641"/>
                      </a:cubicBezTo>
                      <a:cubicBezTo>
                        <a:pt x="3518" y="1641"/>
                        <a:pt x="3286" y="1641"/>
                        <a:pt x="3047" y="1641"/>
                      </a:cubicBezTo>
                      <a:cubicBezTo>
                        <a:pt x="3047" y="1666"/>
                        <a:pt x="3047" y="1692"/>
                        <a:pt x="3047" y="1719"/>
                      </a:cubicBezTo>
                      <a:cubicBezTo>
                        <a:pt x="2970" y="1719"/>
                        <a:pt x="2892" y="1719"/>
                        <a:pt x="2812" y="1719"/>
                      </a:cubicBezTo>
                      <a:cubicBezTo>
                        <a:pt x="2812" y="1745"/>
                        <a:pt x="2812" y="1770"/>
                        <a:pt x="2812" y="1797"/>
                      </a:cubicBezTo>
                      <a:cubicBezTo>
                        <a:pt x="2761" y="1797"/>
                        <a:pt x="2709" y="1797"/>
                        <a:pt x="2656" y="1797"/>
                      </a:cubicBezTo>
                      <a:cubicBezTo>
                        <a:pt x="2656" y="1823"/>
                        <a:pt x="2656" y="1848"/>
                        <a:pt x="2656" y="1875"/>
                      </a:cubicBezTo>
                      <a:cubicBezTo>
                        <a:pt x="2605" y="1875"/>
                        <a:pt x="2553" y="1875"/>
                        <a:pt x="2500" y="1875"/>
                      </a:cubicBezTo>
                      <a:cubicBezTo>
                        <a:pt x="2500" y="1901"/>
                        <a:pt x="2500" y="1927"/>
                        <a:pt x="2500" y="1953"/>
                      </a:cubicBezTo>
                      <a:cubicBezTo>
                        <a:pt x="2448" y="1953"/>
                        <a:pt x="2397" y="1953"/>
                        <a:pt x="2344" y="1953"/>
                      </a:cubicBezTo>
                      <a:cubicBezTo>
                        <a:pt x="2344" y="1979"/>
                        <a:pt x="2344" y="2005"/>
                        <a:pt x="2344" y="2031"/>
                      </a:cubicBezTo>
                      <a:cubicBezTo>
                        <a:pt x="2318" y="2031"/>
                        <a:pt x="2292" y="2031"/>
                        <a:pt x="2266" y="2031"/>
                      </a:cubicBezTo>
                      <a:cubicBezTo>
                        <a:pt x="2266" y="2057"/>
                        <a:pt x="2266" y="2083"/>
                        <a:pt x="2266" y="2109"/>
                      </a:cubicBezTo>
                      <a:cubicBezTo>
                        <a:pt x="2240" y="2109"/>
                        <a:pt x="2214" y="2109"/>
                        <a:pt x="2188" y="2109"/>
                      </a:cubicBezTo>
                      <a:cubicBezTo>
                        <a:pt x="2188" y="2135"/>
                        <a:pt x="2188" y="2161"/>
                        <a:pt x="2188" y="2188"/>
                      </a:cubicBezTo>
                      <a:cubicBezTo>
                        <a:pt x="2162" y="2188"/>
                        <a:pt x="2136" y="2188"/>
                        <a:pt x="2109" y="2188"/>
                      </a:cubicBezTo>
                      <a:cubicBezTo>
                        <a:pt x="2109" y="2213"/>
                        <a:pt x="2109" y="2239"/>
                        <a:pt x="2109" y="2266"/>
                      </a:cubicBezTo>
                      <a:cubicBezTo>
                        <a:pt x="2084" y="2266"/>
                        <a:pt x="2058" y="2266"/>
                        <a:pt x="2031" y="2266"/>
                      </a:cubicBezTo>
                      <a:cubicBezTo>
                        <a:pt x="2031" y="2291"/>
                        <a:pt x="2031" y="2317"/>
                        <a:pt x="2031" y="2344"/>
                      </a:cubicBezTo>
                      <a:cubicBezTo>
                        <a:pt x="2005" y="2344"/>
                        <a:pt x="1980" y="2344"/>
                        <a:pt x="1953" y="2344"/>
                      </a:cubicBezTo>
                      <a:cubicBezTo>
                        <a:pt x="1953" y="2395"/>
                        <a:pt x="1953" y="2447"/>
                        <a:pt x="1953" y="2500"/>
                      </a:cubicBezTo>
                      <a:cubicBezTo>
                        <a:pt x="1927" y="2500"/>
                        <a:pt x="1902" y="2500"/>
                        <a:pt x="1875" y="2500"/>
                      </a:cubicBezTo>
                      <a:cubicBezTo>
                        <a:pt x="1875" y="2552"/>
                        <a:pt x="1875" y="2603"/>
                        <a:pt x="1875" y="2656"/>
                      </a:cubicBezTo>
                      <a:cubicBezTo>
                        <a:pt x="1849" y="2656"/>
                        <a:pt x="1823" y="2656"/>
                        <a:pt x="1797" y="2656"/>
                      </a:cubicBezTo>
                      <a:cubicBezTo>
                        <a:pt x="1797" y="2708"/>
                        <a:pt x="1797" y="2759"/>
                        <a:pt x="1797" y="2812"/>
                      </a:cubicBezTo>
                      <a:cubicBezTo>
                        <a:pt x="1771" y="2812"/>
                        <a:pt x="1745" y="2812"/>
                        <a:pt x="1719" y="2812"/>
                      </a:cubicBezTo>
                      <a:cubicBezTo>
                        <a:pt x="1719" y="2890"/>
                        <a:pt x="1719" y="2967"/>
                        <a:pt x="1719" y="3047"/>
                      </a:cubicBezTo>
                      <a:cubicBezTo>
                        <a:pt x="1693" y="3047"/>
                        <a:pt x="1667" y="3047"/>
                        <a:pt x="1641" y="3047"/>
                      </a:cubicBezTo>
                      <a:cubicBezTo>
                        <a:pt x="1641" y="3305"/>
                        <a:pt x="1641" y="3562"/>
                        <a:pt x="1641" y="3828"/>
                      </a:cubicBezTo>
                      <a:cubicBezTo>
                        <a:pt x="1666" y="3828"/>
                        <a:pt x="1692" y="3828"/>
                        <a:pt x="1719" y="3828"/>
                      </a:cubicBezTo>
                      <a:cubicBezTo>
                        <a:pt x="1719" y="3931"/>
                        <a:pt x="1719" y="4034"/>
                        <a:pt x="1719" y="4141"/>
                      </a:cubicBezTo>
                      <a:cubicBezTo>
                        <a:pt x="1745" y="4141"/>
                        <a:pt x="1770" y="4141"/>
                        <a:pt x="1797" y="4141"/>
                      </a:cubicBezTo>
                      <a:cubicBezTo>
                        <a:pt x="1797" y="4192"/>
                        <a:pt x="1797" y="4244"/>
                        <a:pt x="1797" y="4297"/>
                      </a:cubicBezTo>
                      <a:cubicBezTo>
                        <a:pt x="1823" y="4297"/>
                        <a:pt x="1848" y="4297"/>
                        <a:pt x="1875" y="4297"/>
                      </a:cubicBezTo>
                      <a:cubicBezTo>
                        <a:pt x="1875" y="4348"/>
                        <a:pt x="1875" y="4400"/>
                        <a:pt x="1875" y="4453"/>
                      </a:cubicBezTo>
                      <a:cubicBezTo>
                        <a:pt x="1901" y="4453"/>
                        <a:pt x="1927" y="4453"/>
                        <a:pt x="1953" y="4453"/>
                      </a:cubicBezTo>
                      <a:cubicBezTo>
                        <a:pt x="1953" y="4479"/>
                        <a:pt x="1953" y="4505"/>
                        <a:pt x="1953" y="4531"/>
                      </a:cubicBezTo>
                      <a:cubicBezTo>
                        <a:pt x="1979" y="4531"/>
                        <a:pt x="2005" y="4531"/>
                        <a:pt x="2031" y="4531"/>
                      </a:cubicBezTo>
                      <a:cubicBezTo>
                        <a:pt x="2031" y="4557"/>
                        <a:pt x="2031" y="4583"/>
                        <a:pt x="2031" y="4609"/>
                      </a:cubicBezTo>
                      <a:cubicBezTo>
                        <a:pt x="2057" y="4609"/>
                        <a:pt x="2083" y="4609"/>
                        <a:pt x="2109" y="4609"/>
                      </a:cubicBezTo>
                      <a:cubicBezTo>
                        <a:pt x="2109" y="4635"/>
                        <a:pt x="2109" y="4661"/>
                        <a:pt x="2109" y="4688"/>
                      </a:cubicBezTo>
                      <a:cubicBezTo>
                        <a:pt x="2135" y="4688"/>
                        <a:pt x="2161" y="4688"/>
                        <a:pt x="2188" y="4688"/>
                      </a:cubicBezTo>
                      <a:cubicBezTo>
                        <a:pt x="2188" y="4713"/>
                        <a:pt x="2188" y="4739"/>
                        <a:pt x="2188" y="4766"/>
                      </a:cubicBezTo>
                      <a:cubicBezTo>
                        <a:pt x="2213" y="4766"/>
                        <a:pt x="2239" y="4766"/>
                        <a:pt x="2266" y="4766"/>
                      </a:cubicBezTo>
                      <a:cubicBezTo>
                        <a:pt x="2266" y="4791"/>
                        <a:pt x="2266" y="4817"/>
                        <a:pt x="2266" y="4844"/>
                      </a:cubicBezTo>
                      <a:cubicBezTo>
                        <a:pt x="2291" y="4844"/>
                        <a:pt x="2317" y="4844"/>
                        <a:pt x="2344" y="4844"/>
                      </a:cubicBezTo>
                      <a:cubicBezTo>
                        <a:pt x="2344" y="4870"/>
                        <a:pt x="2344" y="4895"/>
                        <a:pt x="2344" y="4922"/>
                      </a:cubicBezTo>
                      <a:cubicBezTo>
                        <a:pt x="2370" y="4922"/>
                        <a:pt x="2395" y="4922"/>
                        <a:pt x="2422" y="4922"/>
                      </a:cubicBezTo>
                      <a:cubicBezTo>
                        <a:pt x="2422" y="4948"/>
                        <a:pt x="2422" y="4973"/>
                        <a:pt x="2422" y="5000"/>
                      </a:cubicBezTo>
                      <a:cubicBezTo>
                        <a:pt x="2473" y="5000"/>
                        <a:pt x="2525" y="5000"/>
                        <a:pt x="2578" y="5000"/>
                      </a:cubicBezTo>
                      <a:cubicBezTo>
                        <a:pt x="2578" y="5026"/>
                        <a:pt x="2578" y="5052"/>
                        <a:pt x="2578" y="5078"/>
                      </a:cubicBezTo>
                      <a:cubicBezTo>
                        <a:pt x="2630" y="5078"/>
                        <a:pt x="2681" y="5078"/>
                        <a:pt x="2734" y="5078"/>
                      </a:cubicBezTo>
                      <a:cubicBezTo>
                        <a:pt x="2734" y="5104"/>
                        <a:pt x="2734" y="5130"/>
                        <a:pt x="2734" y="5156"/>
                      </a:cubicBezTo>
                      <a:cubicBezTo>
                        <a:pt x="2812" y="5156"/>
                        <a:pt x="2889" y="5156"/>
                        <a:pt x="2969" y="5156"/>
                      </a:cubicBezTo>
                      <a:cubicBezTo>
                        <a:pt x="2969" y="5182"/>
                        <a:pt x="2969" y="5208"/>
                        <a:pt x="2969" y="5234"/>
                      </a:cubicBezTo>
                      <a:cubicBezTo>
                        <a:pt x="3098" y="5234"/>
                        <a:pt x="3227" y="5234"/>
                        <a:pt x="3359" y="5234"/>
                      </a:cubicBezTo>
                      <a:cubicBezTo>
                        <a:pt x="3359" y="5260"/>
                        <a:pt x="3359" y="5286"/>
                        <a:pt x="3359" y="5312"/>
                      </a:cubicBezTo>
                      <a:cubicBezTo>
                        <a:pt x="3462" y="5312"/>
                        <a:pt x="3566" y="5312"/>
                        <a:pt x="3672" y="5312"/>
                      </a:cubicBezTo>
                      <a:cubicBezTo>
                        <a:pt x="3672" y="5287"/>
                        <a:pt x="3672" y="5261"/>
                        <a:pt x="3672" y="5234"/>
                      </a:cubicBezTo>
                      <a:cubicBezTo>
                        <a:pt x="3801" y="5234"/>
                        <a:pt x="3930" y="5234"/>
                        <a:pt x="4062" y="5234"/>
                      </a:cubicBezTo>
                      <a:cubicBezTo>
                        <a:pt x="4062" y="5209"/>
                        <a:pt x="4062" y="5183"/>
                        <a:pt x="4062" y="5156"/>
                      </a:cubicBezTo>
                      <a:cubicBezTo>
                        <a:pt x="4114" y="5156"/>
                        <a:pt x="4166" y="5156"/>
                        <a:pt x="4219" y="5156"/>
                      </a:cubicBezTo>
                      <a:cubicBezTo>
                        <a:pt x="4219" y="5130"/>
                        <a:pt x="4219" y="5105"/>
                        <a:pt x="4219" y="5078"/>
                      </a:cubicBezTo>
                      <a:cubicBezTo>
                        <a:pt x="4270" y="5078"/>
                        <a:pt x="4322" y="5078"/>
                        <a:pt x="4375" y="5078"/>
                      </a:cubicBezTo>
                      <a:cubicBezTo>
                        <a:pt x="4375" y="5052"/>
                        <a:pt x="4375" y="5027"/>
                        <a:pt x="4375" y="5000"/>
                      </a:cubicBezTo>
                      <a:cubicBezTo>
                        <a:pt x="4427" y="5000"/>
                        <a:pt x="4478" y="5000"/>
                        <a:pt x="4531" y="5000"/>
                      </a:cubicBezTo>
                      <a:cubicBezTo>
                        <a:pt x="4531" y="4974"/>
                        <a:pt x="4531" y="4948"/>
                        <a:pt x="4531" y="4922"/>
                      </a:cubicBezTo>
                      <a:cubicBezTo>
                        <a:pt x="4557" y="4922"/>
                        <a:pt x="4583" y="4922"/>
                        <a:pt x="4609" y="4922"/>
                      </a:cubicBezTo>
                      <a:cubicBezTo>
                        <a:pt x="4609" y="4896"/>
                        <a:pt x="4609" y="4870"/>
                        <a:pt x="4609" y="4844"/>
                      </a:cubicBezTo>
                      <a:cubicBezTo>
                        <a:pt x="4661" y="4844"/>
                        <a:pt x="4712" y="4844"/>
                        <a:pt x="4766" y="4844"/>
                      </a:cubicBezTo>
                      <a:cubicBezTo>
                        <a:pt x="4766" y="4818"/>
                        <a:pt x="4766" y="4792"/>
                        <a:pt x="4766" y="4766"/>
                      </a:cubicBezTo>
                      <a:cubicBezTo>
                        <a:pt x="4791" y="4766"/>
                        <a:pt x="4817" y="4766"/>
                        <a:pt x="4844" y="4766"/>
                      </a:cubicBezTo>
                      <a:cubicBezTo>
                        <a:pt x="4844" y="4740"/>
                        <a:pt x="4844" y="4714"/>
                        <a:pt x="4844" y="4688"/>
                      </a:cubicBezTo>
                      <a:cubicBezTo>
                        <a:pt x="4870" y="4688"/>
                        <a:pt x="4895" y="4688"/>
                        <a:pt x="4922" y="4688"/>
                      </a:cubicBezTo>
                      <a:cubicBezTo>
                        <a:pt x="4922" y="4636"/>
                        <a:pt x="4922" y="4584"/>
                        <a:pt x="4922" y="4531"/>
                      </a:cubicBezTo>
                      <a:cubicBezTo>
                        <a:pt x="4948" y="4531"/>
                        <a:pt x="4973" y="4531"/>
                        <a:pt x="5000" y="4531"/>
                      </a:cubicBezTo>
                      <a:cubicBezTo>
                        <a:pt x="5000" y="4505"/>
                        <a:pt x="5000" y="4480"/>
                        <a:pt x="5000" y="4453"/>
                      </a:cubicBezTo>
                      <a:cubicBezTo>
                        <a:pt x="5026" y="4453"/>
                        <a:pt x="5052" y="4453"/>
                        <a:pt x="5078" y="4453"/>
                      </a:cubicBezTo>
                      <a:cubicBezTo>
                        <a:pt x="5078" y="4402"/>
                        <a:pt x="5078" y="4350"/>
                        <a:pt x="5078" y="4297"/>
                      </a:cubicBezTo>
                      <a:cubicBezTo>
                        <a:pt x="5104" y="4297"/>
                        <a:pt x="5130" y="4297"/>
                        <a:pt x="5156" y="4297"/>
                      </a:cubicBezTo>
                      <a:cubicBezTo>
                        <a:pt x="5156" y="4245"/>
                        <a:pt x="5156" y="4194"/>
                        <a:pt x="5156" y="4141"/>
                      </a:cubicBezTo>
                      <a:cubicBezTo>
                        <a:pt x="5182" y="4141"/>
                        <a:pt x="5208" y="4141"/>
                        <a:pt x="5234" y="4141"/>
                      </a:cubicBezTo>
                      <a:cubicBezTo>
                        <a:pt x="5234" y="4063"/>
                        <a:pt x="5234" y="3986"/>
                        <a:pt x="5234" y="3906"/>
                      </a:cubicBezTo>
                      <a:cubicBezTo>
                        <a:pt x="5260" y="3906"/>
                        <a:pt x="5286" y="3906"/>
                        <a:pt x="5312" y="3906"/>
                      </a:cubicBezTo>
                      <a:cubicBezTo>
                        <a:pt x="5312" y="3597"/>
                        <a:pt x="5312" y="3288"/>
                        <a:pt x="5312" y="2969"/>
                      </a:cubicBezTo>
                      <a:cubicBezTo>
                        <a:pt x="5287" y="2969"/>
                        <a:pt x="5261" y="2969"/>
                        <a:pt x="5234" y="2969"/>
                      </a:cubicBezTo>
                      <a:cubicBezTo>
                        <a:pt x="5234" y="2943"/>
                        <a:pt x="5234" y="2917"/>
                        <a:pt x="5234" y="2891"/>
                      </a:cubicBezTo>
                      <a:cubicBezTo>
                        <a:pt x="5177" y="2903"/>
                        <a:pt x="5119" y="2915"/>
                        <a:pt x="5061" y="2927"/>
                      </a:cubicBezTo>
                      <a:cubicBezTo>
                        <a:pt x="5053" y="2929"/>
                        <a:pt x="5053" y="2929"/>
                        <a:pt x="5011" y="2938"/>
                      </a:cubicBezTo>
                      <a:cubicBezTo>
                        <a:pt x="5003" y="2939"/>
                        <a:pt x="5003" y="2939"/>
                        <a:pt x="4964" y="2948"/>
                      </a:cubicBezTo>
                      <a:cubicBezTo>
                        <a:pt x="4956" y="2949"/>
                        <a:pt x="4956" y="2949"/>
                        <a:pt x="4920" y="2957"/>
                      </a:cubicBezTo>
                      <a:cubicBezTo>
                        <a:pt x="4883" y="2969"/>
                        <a:pt x="4883" y="2969"/>
                        <a:pt x="4844" y="3008"/>
                      </a:cubicBezTo>
                      <a:cubicBezTo>
                        <a:pt x="4803" y="3011"/>
                        <a:pt x="4765" y="3011"/>
                        <a:pt x="4724" y="3010"/>
                      </a:cubicBezTo>
                      <a:cubicBezTo>
                        <a:pt x="4713" y="3010"/>
                        <a:pt x="4702" y="3010"/>
                        <a:pt x="4691" y="3010"/>
                      </a:cubicBezTo>
                      <a:cubicBezTo>
                        <a:pt x="4664" y="3009"/>
                        <a:pt x="4637" y="3009"/>
                        <a:pt x="4609" y="3008"/>
                      </a:cubicBezTo>
                      <a:cubicBezTo>
                        <a:pt x="4621" y="3008"/>
                        <a:pt x="4632" y="3008"/>
                        <a:pt x="4644" y="3009"/>
                      </a:cubicBezTo>
                      <a:cubicBezTo>
                        <a:pt x="4833" y="3005"/>
                        <a:pt x="5096" y="2952"/>
                        <a:pt x="5234" y="2812"/>
                      </a:cubicBezTo>
                      <a:cubicBezTo>
                        <a:pt x="5239" y="2770"/>
                        <a:pt x="5239" y="2770"/>
                        <a:pt x="5234" y="2734"/>
                      </a:cubicBezTo>
                      <a:cubicBezTo>
                        <a:pt x="5260" y="2734"/>
                        <a:pt x="5286" y="2734"/>
                        <a:pt x="5312" y="2734"/>
                      </a:cubicBezTo>
                      <a:cubicBezTo>
                        <a:pt x="5312" y="2657"/>
                        <a:pt x="5312" y="2580"/>
                        <a:pt x="5312" y="2500"/>
                      </a:cubicBezTo>
                      <a:cubicBezTo>
                        <a:pt x="5338" y="2500"/>
                        <a:pt x="5364" y="2500"/>
                        <a:pt x="5391" y="2500"/>
                      </a:cubicBezTo>
                      <a:cubicBezTo>
                        <a:pt x="5391" y="2294"/>
                        <a:pt x="5391" y="2087"/>
                        <a:pt x="5391" y="1875"/>
                      </a:cubicBezTo>
                      <a:cubicBezTo>
                        <a:pt x="5416" y="1875"/>
                        <a:pt x="5442" y="1875"/>
                        <a:pt x="5469" y="1875"/>
                      </a:cubicBezTo>
                      <a:cubicBezTo>
                        <a:pt x="5469" y="1772"/>
                        <a:pt x="5469" y="1669"/>
                        <a:pt x="5469" y="1562"/>
                      </a:cubicBezTo>
                      <a:cubicBezTo>
                        <a:pt x="5443" y="1562"/>
                        <a:pt x="5417" y="1562"/>
                        <a:pt x="5391" y="1562"/>
                      </a:cubicBezTo>
                      <a:cubicBezTo>
                        <a:pt x="5391" y="1537"/>
                        <a:pt x="5391" y="1511"/>
                        <a:pt x="5391" y="1484"/>
                      </a:cubicBezTo>
                      <a:cubicBezTo>
                        <a:pt x="5365" y="1484"/>
                        <a:pt x="5339" y="1484"/>
                        <a:pt x="5312" y="1484"/>
                      </a:cubicBezTo>
                      <a:cubicBezTo>
                        <a:pt x="5312" y="1459"/>
                        <a:pt x="5312" y="1433"/>
                        <a:pt x="5312" y="1406"/>
                      </a:cubicBezTo>
                      <a:cubicBezTo>
                        <a:pt x="5287" y="1406"/>
                        <a:pt x="5261" y="1406"/>
                        <a:pt x="5234" y="1406"/>
                      </a:cubicBezTo>
                      <a:cubicBezTo>
                        <a:pt x="5234" y="1380"/>
                        <a:pt x="5234" y="1355"/>
                        <a:pt x="5234" y="1328"/>
                      </a:cubicBezTo>
                      <a:cubicBezTo>
                        <a:pt x="5183" y="1328"/>
                        <a:pt x="5131" y="1328"/>
                        <a:pt x="5078" y="1328"/>
                      </a:cubicBezTo>
                      <a:cubicBezTo>
                        <a:pt x="5078" y="1302"/>
                        <a:pt x="5078" y="1277"/>
                        <a:pt x="5078" y="1250"/>
                      </a:cubicBezTo>
                      <a:cubicBezTo>
                        <a:pt x="5001" y="1250"/>
                        <a:pt x="4923" y="1250"/>
                        <a:pt x="4844" y="125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897" name="ICON_ACTION_EYE_path_002"/>
                <p:cNvSpPr/>
                <p:nvPr/>
              </p:nvSpPr>
              <p:spPr>
                <a:xfrm>
                  <a:off x="416223" y="5657949"/>
                  <a:ext cx="102691" cy="1092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086" h="8599" fill="norm" stroke="0">
                      <a:moveTo>
                        <a:pt x="6875" y="0"/>
                      </a:moveTo>
                      <a:cubicBezTo>
                        <a:pt x="6904" y="5"/>
                        <a:pt x="6904" y="5"/>
                        <a:pt x="6936" y="17"/>
                      </a:cubicBezTo>
                      <a:cubicBezTo>
                        <a:pt x="6947" y="21"/>
                        <a:pt x="6957" y="25"/>
                        <a:pt x="6968" y="29"/>
                      </a:cubicBezTo>
                      <a:cubicBezTo>
                        <a:pt x="6976" y="32"/>
                        <a:pt x="6984" y="36"/>
                        <a:pt x="6992" y="39"/>
                      </a:cubicBezTo>
                      <a:cubicBezTo>
                        <a:pt x="6992" y="65"/>
                        <a:pt x="6992" y="91"/>
                        <a:pt x="6992" y="117"/>
                      </a:cubicBezTo>
                      <a:cubicBezTo>
                        <a:pt x="7044" y="117"/>
                        <a:pt x="7095" y="117"/>
                        <a:pt x="7148" y="117"/>
                      </a:cubicBezTo>
                      <a:cubicBezTo>
                        <a:pt x="7148" y="143"/>
                        <a:pt x="7148" y="169"/>
                        <a:pt x="7148" y="195"/>
                      </a:cubicBezTo>
                      <a:cubicBezTo>
                        <a:pt x="7252" y="195"/>
                        <a:pt x="7355" y="195"/>
                        <a:pt x="7461" y="195"/>
                      </a:cubicBezTo>
                      <a:cubicBezTo>
                        <a:pt x="7461" y="144"/>
                        <a:pt x="7461" y="92"/>
                        <a:pt x="7461" y="39"/>
                      </a:cubicBezTo>
                      <a:cubicBezTo>
                        <a:pt x="7538" y="39"/>
                        <a:pt x="7616" y="39"/>
                        <a:pt x="7695" y="39"/>
                      </a:cubicBezTo>
                      <a:cubicBezTo>
                        <a:pt x="7695" y="91"/>
                        <a:pt x="7695" y="142"/>
                        <a:pt x="7695" y="195"/>
                      </a:cubicBezTo>
                      <a:cubicBezTo>
                        <a:pt x="7721" y="195"/>
                        <a:pt x="7747" y="195"/>
                        <a:pt x="7773" y="195"/>
                      </a:cubicBezTo>
                      <a:cubicBezTo>
                        <a:pt x="7773" y="234"/>
                        <a:pt x="7773" y="273"/>
                        <a:pt x="7773" y="312"/>
                      </a:cubicBezTo>
                      <a:cubicBezTo>
                        <a:pt x="7614" y="364"/>
                        <a:pt x="7474" y="405"/>
                        <a:pt x="7305" y="391"/>
                      </a:cubicBezTo>
                      <a:cubicBezTo>
                        <a:pt x="7305" y="429"/>
                        <a:pt x="7305" y="468"/>
                        <a:pt x="7305" y="508"/>
                      </a:cubicBezTo>
                      <a:cubicBezTo>
                        <a:pt x="7297" y="510"/>
                        <a:pt x="7289" y="512"/>
                        <a:pt x="7280" y="514"/>
                      </a:cubicBezTo>
                      <a:cubicBezTo>
                        <a:pt x="7039" y="581"/>
                        <a:pt x="6831" y="684"/>
                        <a:pt x="6615" y="807"/>
                      </a:cubicBezTo>
                      <a:cubicBezTo>
                        <a:pt x="6604" y="813"/>
                        <a:pt x="6594" y="819"/>
                        <a:pt x="6583" y="825"/>
                      </a:cubicBezTo>
                      <a:cubicBezTo>
                        <a:pt x="6563" y="837"/>
                        <a:pt x="6543" y="848"/>
                        <a:pt x="6523" y="860"/>
                      </a:cubicBezTo>
                      <a:cubicBezTo>
                        <a:pt x="6468" y="890"/>
                        <a:pt x="6430" y="905"/>
                        <a:pt x="6367" y="898"/>
                      </a:cubicBezTo>
                      <a:cubicBezTo>
                        <a:pt x="6367" y="924"/>
                        <a:pt x="6367" y="950"/>
                        <a:pt x="6367" y="977"/>
                      </a:cubicBezTo>
                      <a:cubicBezTo>
                        <a:pt x="6341" y="977"/>
                        <a:pt x="6316" y="977"/>
                        <a:pt x="6289" y="977"/>
                      </a:cubicBezTo>
                      <a:cubicBezTo>
                        <a:pt x="6289" y="1002"/>
                        <a:pt x="6289" y="1028"/>
                        <a:pt x="6289" y="1055"/>
                      </a:cubicBezTo>
                      <a:cubicBezTo>
                        <a:pt x="6263" y="1055"/>
                        <a:pt x="6237" y="1055"/>
                        <a:pt x="6211" y="1055"/>
                      </a:cubicBezTo>
                      <a:cubicBezTo>
                        <a:pt x="6211" y="1080"/>
                        <a:pt x="6211" y="1106"/>
                        <a:pt x="6211" y="1133"/>
                      </a:cubicBezTo>
                      <a:cubicBezTo>
                        <a:pt x="6108" y="1133"/>
                        <a:pt x="6005" y="1133"/>
                        <a:pt x="5898" y="1133"/>
                      </a:cubicBezTo>
                      <a:cubicBezTo>
                        <a:pt x="5898" y="1159"/>
                        <a:pt x="5898" y="1184"/>
                        <a:pt x="5898" y="1211"/>
                      </a:cubicBezTo>
                      <a:cubicBezTo>
                        <a:pt x="5847" y="1211"/>
                        <a:pt x="5795" y="1211"/>
                        <a:pt x="5742" y="1211"/>
                      </a:cubicBezTo>
                      <a:cubicBezTo>
                        <a:pt x="5742" y="1237"/>
                        <a:pt x="5742" y="1262"/>
                        <a:pt x="5742" y="1289"/>
                      </a:cubicBezTo>
                      <a:cubicBezTo>
                        <a:pt x="5691" y="1289"/>
                        <a:pt x="5639" y="1289"/>
                        <a:pt x="5586" y="1289"/>
                      </a:cubicBezTo>
                      <a:cubicBezTo>
                        <a:pt x="5586" y="1315"/>
                        <a:pt x="5586" y="1341"/>
                        <a:pt x="5586" y="1367"/>
                      </a:cubicBezTo>
                      <a:cubicBezTo>
                        <a:pt x="5534" y="1367"/>
                        <a:pt x="5483" y="1367"/>
                        <a:pt x="5430" y="1367"/>
                      </a:cubicBezTo>
                      <a:cubicBezTo>
                        <a:pt x="5430" y="1419"/>
                        <a:pt x="5430" y="1470"/>
                        <a:pt x="5430" y="1523"/>
                      </a:cubicBezTo>
                      <a:cubicBezTo>
                        <a:pt x="5404" y="1523"/>
                        <a:pt x="5378" y="1523"/>
                        <a:pt x="5352" y="1523"/>
                      </a:cubicBezTo>
                      <a:cubicBezTo>
                        <a:pt x="5352" y="1575"/>
                        <a:pt x="5352" y="1627"/>
                        <a:pt x="5352" y="1680"/>
                      </a:cubicBezTo>
                      <a:cubicBezTo>
                        <a:pt x="5377" y="1680"/>
                        <a:pt x="5403" y="1680"/>
                        <a:pt x="5430" y="1680"/>
                      </a:cubicBezTo>
                      <a:cubicBezTo>
                        <a:pt x="5410" y="1787"/>
                        <a:pt x="5389" y="1890"/>
                        <a:pt x="5352" y="1992"/>
                      </a:cubicBezTo>
                      <a:cubicBezTo>
                        <a:pt x="5339" y="1991"/>
                        <a:pt x="5327" y="1989"/>
                        <a:pt x="5315" y="1988"/>
                      </a:cubicBezTo>
                      <a:cubicBezTo>
                        <a:pt x="5301" y="1989"/>
                        <a:pt x="5288" y="1991"/>
                        <a:pt x="5273" y="1992"/>
                      </a:cubicBezTo>
                      <a:cubicBezTo>
                        <a:pt x="5252" y="2021"/>
                        <a:pt x="5252" y="2021"/>
                        <a:pt x="5235" y="2061"/>
                      </a:cubicBezTo>
                      <a:cubicBezTo>
                        <a:pt x="5228" y="2075"/>
                        <a:pt x="5222" y="2089"/>
                        <a:pt x="5215" y="2104"/>
                      </a:cubicBezTo>
                      <a:cubicBezTo>
                        <a:pt x="5209" y="2119"/>
                        <a:pt x="5202" y="2133"/>
                        <a:pt x="5195" y="2148"/>
                      </a:cubicBezTo>
                      <a:cubicBezTo>
                        <a:pt x="5182" y="2174"/>
                        <a:pt x="5169" y="2199"/>
                        <a:pt x="5155" y="2224"/>
                      </a:cubicBezTo>
                      <a:cubicBezTo>
                        <a:pt x="5148" y="2237"/>
                        <a:pt x="5141" y="2249"/>
                        <a:pt x="5134" y="2262"/>
                      </a:cubicBezTo>
                      <a:cubicBezTo>
                        <a:pt x="5127" y="2275"/>
                        <a:pt x="5120" y="2289"/>
                        <a:pt x="5112" y="2302"/>
                      </a:cubicBezTo>
                      <a:cubicBezTo>
                        <a:pt x="5097" y="2331"/>
                        <a:pt x="5081" y="2360"/>
                        <a:pt x="5065" y="2389"/>
                      </a:cubicBezTo>
                      <a:cubicBezTo>
                        <a:pt x="5041" y="2433"/>
                        <a:pt x="5017" y="2478"/>
                        <a:pt x="4993" y="2523"/>
                      </a:cubicBezTo>
                      <a:cubicBezTo>
                        <a:pt x="4818" y="2841"/>
                        <a:pt x="4818" y="2841"/>
                        <a:pt x="4805" y="3008"/>
                      </a:cubicBezTo>
                      <a:cubicBezTo>
                        <a:pt x="4766" y="3008"/>
                        <a:pt x="4727" y="3008"/>
                        <a:pt x="4688" y="3008"/>
                      </a:cubicBezTo>
                      <a:cubicBezTo>
                        <a:pt x="4688" y="3021"/>
                        <a:pt x="4688" y="3035"/>
                        <a:pt x="4689" y="3049"/>
                      </a:cubicBezTo>
                      <a:cubicBezTo>
                        <a:pt x="4689" y="3067"/>
                        <a:pt x="4690" y="3085"/>
                        <a:pt x="4690" y="3103"/>
                      </a:cubicBezTo>
                      <a:cubicBezTo>
                        <a:pt x="4690" y="3121"/>
                        <a:pt x="4691" y="3138"/>
                        <a:pt x="4691" y="3157"/>
                      </a:cubicBezTo>
                      <a:cubicBezTo>
                        <a:pt x="4688" y="3203"/>
                        <a:pt x="4688" y="3203"/>
                        <a:pt x="4648" y="3242"/>
                      </a:cubicBezTo>
                      <a:cubicBezTo>
                        <a:pt x="4615" y="3247"/>
                        <a:pt x="4615" y="3247"/>
                        <a:pt x="4576" y="3246"/>
                      </a:cubicBezTo>
                      <a:cubicBezTo>
                        <a:pt x="4569" y="3246"/>
                        <a:pt x="4569" y="3246"/>
                        <a:pt x="4534" y="3246"/>
                      </a:cubicBezTo>
                      <a:cubicBezTo>
                        <a:pt x="4527" y="3245"/>
                        <a:pt x="4527" y="3245"/>
                        <a:pt x="4490" y="3245"/>
                      </a:cubicBezTo>
                      <a:cubicBezTo>
                        <a:pt x="4475" y="3244"/>
                        <a:pt x="4460" y="3244"/>
                        <a:pt x="4445" y="3244"/>
                      </a:cubicBezTo>
                      <a:cubicBezTo>
                        <a:pt x="4409" y="3244"/>
                        <a:pt x="4372" y="3243"/>
                        <a:pt x="4336" y="3242"/>
                      </a:cubicBezTo>
                      <a:cubicBezTo>
                        <a:pt x="4336" y="3294"/>
                        <a:pt x="4336" y="3345"/>
                        <a:pt x="4336" y="3398"/>
                      </a:cubicBezTo>
                      <a:cubicBezTo>
                        <a:pt x="4310" y="3398"/>
                        <a:pt x="4284" y="3398"/>
                        <a:pt x="4258" y="3398"/>
                      </a:cubicBezTo>
                      <a:cubicBezTo>
                        <a:pt x="4258" y="3476"/>
                        <a:pt x="4258" y="3553"/>
                        <a:pt x="4258" y="3633"/>
                      </a:cubicBezTo>
                      <a:cubicBezTo>
                        <a:pt x="4284" y="3633"/>
                        <a:pt x="4309" y="3633"/>
                        <a:pt x="4336" y="3633"/>
                      </a:cubicBezTo>
                      <a:cubicBezTo>
                        <a:pt x="4336" y="3659"/>
                        <a:pt x="4336" y="3684"/>
                        <a:pt x="4336" y="3711"/>
                      </a:cubicBezTo>
                      <a:cubicBezTo>
                        <a:pt x="4426" y="3711"/>
                        <a:pt x="4516" y="3711"/>
                        <a:pt x="4609" y="3711"/>
                      </a:cubicBezTo>
                      <a:cubicBezTo>
                        <a:pt x="4604" y="3730"/>
                        <a:pt x="4599" y="3750"/>
                        <a:pt x="4594" y="3770"/>
                      </a:cubicBezTo>
                      <a:cubicBezTo>
                        <a:pt x="4527" y="4035"/>
                        <a:pt x="4508" y="4298"/>
                        <a:pt x="4492" y="4570"/>
                      </a:cubicBezTo>
                      <a:cubicBezTo>
                        <a:pt x="4466" y="4570"/>
                        <a:pt x="4441" y="4570"/>
                        <a:pt x="4414" y="4570"/>
                      </a:cubicBezTo>
                      <a:cubicBezTo>
                        <a:pt x="4414" y="4596"/>
                        <a:pt x="4414" y="4622"/>
                        <a:pt x="4414" y="4648"/>
                      </a:cubicBezTo>
                      <a:cubicBezTo>
                        <a:pt x="4388" y="4648"/>
                        <a:pt x="4362" y="4648"/>
                        <a:pt x="4336" y="4648"/>
                      </a:cubicBezTo>
                      <a:cubicBezTo>
                        <a:pt x="4336" y="4829"/>
                        <a:pt x="4336" y="5009"/>
                        <a:pt x="4336" y="5195"/>
                      </a:cubicBezTo>
                      <a:cubicBezTo>
                        <a:pt x="4465" y="5195"/>
                        <a:pt x="4594" y="5195"/>
                        <a:pt x="4727" y="5195"/>
                      </a:cubicBezTo>
                      <a:cubicBezTo>
                        <a:pt x="4731" y="5235"/>
                        <a:pt x="4735" y="5274"/>
                        <a:pt x="4739" y="5315"/>
                      </a:cubicBezTo>
                      <a:cubicBezTo>
                        <a:pt x="4754" y="5431"/>
                        <a:pt x="4785" y="5528"/>
                        <a:pt x="4835" y="5634"/>
                      </a:cubicBezTo>
                      <a:cubicBezTo>
                        <a:pt x="4886" y="5743"/>
                        <a:pt x="4921" y="5856"/>
                        <a:pt x="4954" y="5972"/>
                      </a:cubicBezTo>
                      <a:cubicBezTo>
                        <a:pt x="4983" y="6066"/>
                        <a:pt x="5017" y="6120"/>
                        <a:pt x="5090" y="6185"/>
                      </a:cubicBezTo>
                      <a:cubicBezTo>
                        <a:pt x="5126" y="6220"/>
                        <a:pt x="5149" y="6257"/>
                        <a:pt x="5173" y="6301"/>
                      </a:cubicBezTo>
                      <a:cubicBezTo>
                        <a:pt x="5224" y="6390"/>
                        <a:pt x="5279" y="6474"/>
                        <a:pt x="5338" y="6557"/>
                      </a:cubicBezTo>
                      <a:cubicBezTo>
                        <a:pt x="5382" y="6622"/>
                        <a:pt x="5408" y="6682"/>
                        <a:pt x="5430" y="6758"/>
                      </a:cubicBezTo>
                      <a:cubicBezTo>
                        <a:pt x="5455" y="6758"/>
                        <a:pt x="5481" y="6758"/>
                        <a:pt x="5508" y="6758"/>
                      </a:cubicBezTo>
                      <a:cubicBezTo>
                        <a:pt x="5508" y="6809"/>
                        <a:pt x="5508" y="6861"/>
                        <a:pt x="5508" y="6914"/>
                      </a:cubicBezTo>
                      <a:cubicBezTo>
                        <a:pt x="5534" y="6914"/>
                        <a:pt x="5559" y="6914"/>
                        <a:pt x="5586" y="6914"/>
                      </a:cubicBezTo>
                      <a:cubicBezTo>
                        <a:pt x="5586" y="6940"/>
                        <a:pt x="5586" y="6966"/>
                        <a:pt x="5586" y="6992"/>
                      </a:cubicBezTo>
                      <a:cubicBezTo>
                        <a:pt x="5612" y="6992"/>
                        <a:pt x="5638" y="6992"/>
                        <a:pt x="5664" y="6992"/>
                      </a:cubicBezTo>
                      <a:cubicBezTo>
                        <a:pt x="5664" y="7018"/>
                        <a:pt x="5664" y="7044"/>
                        <a:pt x="5664" y="7070"/>
                      </a:cubicBezTo>
                      <a:cubicBezTo>
                        <a:pt x="5690" y="7070"/>
                        <a:pt x="5716" y="7070"/>
                        <a:pt x="5742" y="7070"/>
                      </a:cubicBezTo>
                      <a:cubicBezTo>
                        <a:pt x="5742" y="7096"/>
                        <a:pt x="5742" y="7122"/>
                        <a:pt x="5742" y="7148"/>
                      </a:cubicBezTo>
                      <a:cubicBezTo>
                        <a:pt x="5794" y="7148"/>
                        <a:pt x="5845" y="7148"/>
                        <a:pt x="5898" y="7148"/>
                      </a:cubicBezTo>
                      <a:cubicBezTo>
                        <a:pt x="5898" y="7174"/>
                        <a:pt x="5898" y="7200"/>
                        <a:pt x="5898" y="7227"/>
                      </a:cubicBezTo>
                      <a:cubicBezTo>
                        <a:pt x="5924" y="7227"/>
                        <a:pt x="5950" y="7227"/>
                        <a:pt x="5977" y="7227"/>
                      </a:cubicBezTo>
                      <a:cubicBezTo>
                        <a:pt x="5977" y="7252"/>
                        <a:pt x="5977" y="7278"/>
                        <a:pt x="5977" y="7305"/>
                      </a:cubicBezTo>
                      <a:cubicBezTo>
                        <a:pt x="6002" y="7305"/>
                        <a:pt x="6028" y="7305"/>
                        <a:pt x="6055" y="7305"/>
                      </a:cubicBezTo>
                      <a:cubicBezTo>
                        <a:pt x="6055" y="7330"/>
                        <a:pt x="6055" y="7356"/>
                        <a:pt x="6055" y="7383"/>
                      </a:cubicBezTo>
                      <a:cubicBezTo>
                        <a:pt x="6080" y="7383"/>
                        <a:pt x="6106" y="7383"/>
                        <a:pt x="6133" y="7383"/>
                      </a:cubicBezTo>
                      <a:cubicBezTo>
                        <a:pt x="6131" y="7395"/>
                        <a:pt x="6130" y="7407"/>
                        <a:pt x="6129" y="7419"/>
                      </a:cubicBezTo>
                      <a:cubicBezTo>
                        <a:pt x="6130" y="7433"/>
                        <a:pt x="6131" y="7447"/>
                        <a:pt x="6133" y="7461"/>
                      </a:cubicBezTo>
                      <a:cubicBezTo>
                        <a:pt x="6161" y="7483"/>
                        <a:pt x="6161" y="7483"/>
                        <a:pt x="6201" y="7500"/>
                      </a:cubicBezTo>
                      <a:cubicBezTo>
                        <a:pt x="6208" y="7503"/>
                        <a:pt x="6208" y="7503"/>
                        <a:pt x="6244" y="7520"/>
                      </a:cubicBezTo>
                      <a:cubicBezTo>
                        <a:pt x="6274" y="7533"/>
                        <a:pt x="6304" y="7545"/>
                        <a:pt x="6334" y="7556"/>
                      </a:cubicBezTo>
                      <a:cubicBezTo>
                        <a:pt x="6377" y="7573"/>
                        <a:pt x="6410" y="7587"/>
                        <a:pt x="6445" y="7617"/>
                      </a:cubicBezTo>
                      <a:cubicBezTo>
                        <a:pt x="6459" y="7675"/>
                        <a:pt x="6453" y="7714"/>
                        <a:pt x="6445" y="7773"/>
                      </a:cubicBezTo>
                      <a:cubicBezTo>
                        <a:pt x="6394" y="7773"/>
                        <a:pt x="6342" y="7773"/>
                        <a:pt x="6289" y="7773"/>
                      </a:cubicBezTo>
                      <a:cubicBezTo>
                        <a:pt x="6289" y="7799"/>
                        <a:pt x="6289" y="7825"/>
                        <a:pt x="6289" y="7852"/>
                      </a:cubicBezTo>
                      <a:cubicBezTo>
                        <a:pt x="6237" y="7852"/>
                        <a:pt x="6186" y="7852"/>
                        <a:pt x="6133" y="7852"/>
                      </a:cubicBezTo>
                      <a:cubicBezTo>
                        <a:pt x="6133" y="7903"/>
                        <a:pt x="6133" y="7955"/>
                        <a:pt x="6133" y="8008"/>
                      </a:cubicBezTo>
                      <a:cubicBezTo>
                        <a:pt x="6184" y="8008"/>
                        <a:pt x="6236" y="8008"/>
                        <a:pt x="6289" y="8008"/>
                      </a:cubicBezTo>
                      <a:cubicBezTo>
                        <a:pt x="6289" y="8034"/>
                        <a:pt x="6289" y="8059"/>
                        <a:pt x="6289" y="8086"/>
                      </a:cubicBezTo>
                      <a:cubicBezTo>
                        <a:pt x="6315" y="8086"/>
                        <a:pt x="6341" y="8086"/>
                        <a:pt x="6367" y="8086"/>
                      </a:cubicBezTo>
                      <a:cubicBezTo>
                        <a:pt x="6367" y="8137"/>
                        <a:pt x="6367" y="8189"/>
                        <a:pt x="6367" y="8242"/>
                      </a:cubicBezTo>
                      <a:cubicBezTo>
                        <a:pt x="6419" y="8242"/>
                        <a:pt x="6470" y="8242"/>
                        <a:pt x="6523" y="8242"/>
                      </a:cubicBezTo>
                      <a:cubicBezTo>
                        <a:pt x="6523" y="8216"/>
                        <a:pt x="6523" y="8191"/>
                        <a:pt x="6523" y="8164"/>
                      </a:cubicBezTo>
                      <a:cubicBezTo>
                        <a:pt x="6549" y="8164"/>
                        <a:pt x="6575" y="8164"/>
                        <a:pt x="6602" y="8164"/>
                      </a:cubicBezTo>
                      <a:cubicBezTo>
                        <a:pt x="6602" y="8138"/>
                        <a:pt x="6602" y="8113"/>
                        <a:pt x="6602" y="8086"/>
                      </a:cubicBezTo>
                      <a:cubicBezTo>
                        <a:pt x="6576" y="8086"/>
                        <a:pt x="6550" y="8086"/>
                        <a:pt x="6523" y="8086"/>
                      </a:cubicBezTo>
                      <a:cubicBezTo>
                        <a:pt x="6523" y="8060"/>
                        <a:pt x="6523" y="8034"/>
                        <a:pt x="6523" y="8008"/>
                      </a:cubicBezTo>
                      <a:cubicBezTo>
                        <a:pt x="6591" y="8000"/>
                        <a:pt x="6659" y="7993"/>
                        <a:pt x="6728" y="7987"/>
                      </a:cubicBezTo>
                      <a:cubicBezTo>
                        <a:pt x="6751" y="7985"/>
                        <a:pt x="6774" y="7982"/>
                        <a:pt x="6797" y="7980"/>
                      </a:cubicBezTo>
                      <a:cubicBezTo>
                        <a:pt x="6972" y="7960"/>
                        <a:pt x="7103" y="7978"/>
                        <a:pt x="7266" y="8047"/>
                      </a:cubicBezTo>
                      <a:cubicBezTo>
                        <a:pt x="7266" y="8073"/>
                        <a:pt x="7266" y="8098"/>
                        <a:pt x="7266" y="8125"/>
                      </a:cubicBezTo>
                      <a:cubicBezTo>
                        <a:pt x="7330" y="8125"/>
                        <a:pt x="7395" y="8125"/>
                        <a:pt x="7461" y="8125"/>
                      </a:cubicBezTo>
                      <a:cubicBezTo>
                        <a:pt x="7435" y="8138"/>
                        <a:pt x="7409" y="8151"/>
                        <a:pt x="7383" y="8164"/>
                      </a:cubicBezTo>
                      <a:cubicBezTo>
                        <a:pt x="7378" y="8206"/>
                        <a:pt x="7378" y="8206"/>
                        <a:pt x="7383" y="8242"/>
                      </a:cubicBezTo>
                      <a:cubicBezTo>
                        <a:pt x="7388" y="8241"/>
                        <a:pt x="7388" y="8241"/>
                        <a:pt x="7414" y="8237"/>
                      </a:cubicBezTo>
                      <a:cubicBezTo>
                        <a:pt x="7657" y="8201"/>
                        <a:pt x="7852" y="8202"/>
                        <a:pt x="8086" y="8281"/>
                      </a:cubicBezTo>
                      <a:cubicBezTo>
                        <a:pt x="8063" y="8323"/>
                        <a:pt x="8039" y="8362"/>
                        <a:pt x="8008" y="8398"/>
                      </a:cubicBezTo>
                      <a:cubicBezTo>
                        <a:pt x="7966" y="8410"/>
                        <a:pt x="7966" y="8410"/>
                        <a:pt x="7925" y="8406"/>
                      </a:cubicBezTo>
                      <a:cubicBezTo>
                        <a:pt x="7901" y="8403"/>
                        <a:pt x="7876" y="8401"/>
                        <a:pt x="7852" y="8398"/>
                      </a:cubicBezTo>
                      <a:cubicBezTo>
                        <a:pt x="7852" y="8463"/>
                        <a:pt x="7852" y="8527"/>
                        <a:pt x="7852" y="8594"/>
                      </a:cubicBezTo>
                      <a:cubicBezTo>
                        <a:pt x="7792" y="8595"/>
                        <a:pt x="7733" y="8595"/>
                        <a:pt x="7674" y="8596"/>
                      </a:cubicBezTo>
                      <a:cubicBezTo>
                        <a:pt x="7654" y="8596"/>
                        <a:pt x="7634" y="8596"/>
                        <a:pt x="7614" y="8597"/>
                      </a:cubicBezTo>
                      <a:cubicBezTo>
                        <a:pt x="7503" y="8599"/>
                        <a:pt x="7408" y="8599"/>
                        <a:pt x="7305" y="8555"/>
                      </a:cubicBezTo>
                      <a:cubicBezTo>
                        <a:pt x="7305" y="8503"/>
                        <a:pt x="7305" y="8452"/>
                        <a:pt x="7305" y="8398"/>
                      </a:cubicBezTo>
                      <a:cubicBezTo>
                        <a:pt x="7330" y="8398"/>
                        <a:pt x="7356" y="8398"/>
                        <a:pt x="7383" y="8398"/>
                      </a:cubicBezTo>
                      <a:cubicBezTo>
                        <a:pt x="7383" y="8373"/>
                        <a:pt x="7383" y="8347"/>
                        <a:pt x="7383" y="8320"/>
                      </a:cubicBezTo>
                      <a:cubicBezTo>
                        <a:pt x="7305" y="8320"/>
                        <a:pt x="7228" y="8320"/>
                        <a:pt x="7148" y="8320"/>
                      </a:cubicBezTo>
                      <a:cubicBezTo>
                        <a:pt x="7148" y="8385"/>
                        <a:pt x="7148" y="8449"/>
                        <a:pt x="7148" y="8516"/>
                      </a:cubicBezTo>
                      <a:cubicBezTo>
                        <a:pt x="7091" y="8517"/>
                        <a:pt x="7033" y="8517"/>
                        <a:pt x="6975" y="8518"/>
                      </a:cubicBezTo>
                      <a:cubicBezTo>
                        <a:pt x="6959" y="8518"/>
                        <a:pt x="6942" y="8519"/>
                        <a:pt x="6925" y="8519"/>
                      </a:cubicBezTo>
                      <a:cubicBezTo>
                        <a:pt x="6910" y="8519"/>
                        <a:pt x="6894" y="8519"/>
                        <a:pt x="6878" y="8519"/>
                      </a:cubicBezTo>
                      <a:cubicBezTo>
                        <a:pt x="6863" y="8520"/>
                        <a:pt x="6849" y="8520"/>
                        <a:pt x="6834" y="8520"/>
                      </a:cubicBezTo>
                      <a:cubicBezTo>
                        <a:pt x="6797" y="8516"/>
                        <a:pt x="6797" y="8516"/>
                        <a:pt x="6758" y="8477"/>
                      </a:cubicBezTo>
                      <a:cubicBezTo>
                        <a:pt x="6716" y="8469"/>
                        <a:pt x="6675" y="8464"/>
                        <a:pt x="6633" y="8459"/>
                      </a:cubicBezTo>
                      <a:cubicBezTo>
                        <a:pt x="6519" y="8445"/>
                        <a:pt x="6416" y="8420"/>
                        <a:pt x="6308" y="8380"/>
                      </a:cubicBezTo>
                      <a:cubicBezTo>
                        <a:pt x="6267" y="8365"/>
                        <a:pt x="6227" y="8353"/>
                        <a:pt x="6185" y="8344"/>
                      </a:cubicBezTo>
                      <a:cubicBezTo>
                        <a:pt x="6123" y="8329"/>
                        <a:pt x="6071" y="8314"/>
                        <a:pt x="6016" y="8281"/>
                      </a:cubicBezTo>
                      <a:cubicBezTo>
                        <a:pt x="5982" y="8212"/>
                        <a:pt x="5981" y="8164"/>
                        <a:pt x="5977" y="8086"/>
                      </a:cubicBezTo>
                      <a:cubicBezTo>
                        <a:pt x="5899" y="8086"/>
                        <a:pt x="5822" y="8086"/>
                        <a:pt x="5742" y="8086"/>
                      </a:cubicBezTo>
                      <a:cubicBezTo>
                        <a:pt x="5729" y="8125"/>
                        <a:pt x="5716" y="8163"/>
                        <a:pt x="5703" y="8203"/>
                      </a:cubicBezTo>
                      <a:cubicBezTo>
                        <a:pt x="5652" y="8190"/>
                        <a:pt x="5652" y="8190"/>
                        <a:pt x="5391" y="8125"/>
                      </a:cubicBezTo>
                      <a:cubicBezTo>
                        <a:pt x="5404" y="8086"/>
                        <a:pt x="5416" y="8048"/>
                        <a:pt x="5430" y="8008"/>
                      </a:cubicBezTo>
                      <a:cubicBezTo>
                        <a:pt x="5424" y="8010"/>
                        <a:pt x="5424" y="8010"/>
                        <a:pt x="5397" y="8020"/>
                      </a:cubicBezTo>
                      <a:cubicBezTo>
                        <a:pt x="5227" y="8071"/>
                        <a:pt x="5111" y="8007"/>
                        <a:pt x="4961" y="7930"/>
                      </a:cubicBezTo>
                      <a:cubicBezTo>
                        <a:pt x="4961" y="7904"/>
                        <a:pt x="4961" y="7878"/>
                        <a:pt x="4961" y="7852"/>
                      </a:cubicBezTo>
                      <a:cubicBezTo>
                        <a:pt x="4935" y="7852"/>
                        <a:pt x="4909" y="7852"/>
                        <a:pt x="4883" y="7852"/>
                      </a:cubicBezTo>
                      <a:cubicBezTo>
                        <a:pt x="4883" y="7826"/>
                        <a:pt x="4883" y="7800"/>
                        <a:pt x="4883" y="7773"/>
                      </a:cubicBezTo>
                      <a:cubicBezTo>
                        <a:pt x="4857" y="7773"/>
                        <a:pt x="4831" y="7773"/>
                        <a:pt x="4805" y="7773"/>
                      </a:cubicBezTo>
                      <a:cubicBezTo>
                        <a:pt x="4805" y="7748"/>
                        <a:pt x="4805" y="7722"/>
                        <a:pt x="4805" y="7695"/>
                      </a:cubicBezTo>
                      <a:cubicBezTo>
                        <a:pt x="4796" y="7697"/>
                        <a:pt x="4787" y="7699"/>
                        <a:pt x="4778" y="7701"/>
                      </a:cubicBezTo>
                      <a:cubicBezTo>
                        <a:pt x="4524" y="7749"/>
                        <a:pt x="4339" y="7718"/>
                        <a:pt x="4102" y="7617"/>
                      </a:cubicBezTo>
                      <a:cubicBezTo>
                        <a:pt x="4102" y="7591"/>
                        <a:pt x="4102" y="7566"/>
                        <a:pt x="4102" y="7539"/>
                      </a:cubicBezTo>
                      <a:cubicBezTo>
                        <a:pt x="4050" y="7539"/>
                        <a:pt x="3998" y="7539"/>
                        <a:pt x="3945" y="7539"/>
                      </a:cubicBezTo>
                      <a:cubicBezTo>
                        <a:pt x="3945" y="7436"/>
                        <a:pt x="3945" y="7333"/>
                        <a:pt x="3945" y="7227"/>
                      </a:cubicBezTo>
                      <a:cubicBezTo>
                        <a:pt x="3894" y="7227"/>
                        <a:pt x="3842" y="7227"/>
                        <a:pt x="3789" y="7227"/>
                      </a:cubicBezTo>
                      <a:cubicBezTo>
                        <a:pt x="3789" y="7201"/>
                        <a:pt x="3789" y="7175"/>
                        <a:pt x="3789" y="7148"/>
                      </a:cubicBezTo>
                      <a:cubicBezTo>
                        <a:pt x="3763" y="7148"/>
                        <a:pt x="3737" y="7148"/>
                        <a:pt x="3711" y="7148"/>
                      </a:cubicBezTo>
                      <a:cubicBezTo>
                        <a:pt x="3711" y="7123"/>
                        <a:pt x="3711" y="7097"/>
                        <a:pt x="3711" y="7070"/>
                      </a:cubicBezTo>
                      <a:cubicBezTo>
                        <a:pt x="3634" y="7070"/>
                        <a:pt x="3556" y="7070"/>
                        <a:pt x="3477" y="7070"/>
                      </a:cubicBezTo>
                      <a:cubicBezTo>
                        <a:pt x="3477" y="7045"/>
                        <a:pt x="3477" y="7019"/>
                        <a:pt x="3477" y="6992"/>
                      </a:cubicBezTo>
                      <a:cubicBezTo>
                        <a:pt x="3425" y="6992"/>
                        <a:pt x="3373" y="6992"/>
                        <a:pt x="3320" y="6992"/>
                      </a:cubicBezTo>
                      <a:cubicBezTo>
                        <a:pt x="3320" y="7018"/>
                        <a:pt x="3320" y="7044"/>
                        <a:pt x="3320" y="7070"/>
                      </a:cubicBezTo>
                      <a:cubicBezTo>
                        <a:pt x="3191" y="7045"/>
                        <a:pt x="3062" y="7019"/>
                        <a:pt x="2930" y="6992"/>
                      </a:cubicBezTo>
                      <a:cubicBezTo>
                        <a:pt x="2930" y="6966"/>
                        <a:pt x="2930" y="6941"/>
                        <a:pt x="2930" y="6914"/>
                      </a:cubicBezTo>
                      <a:cubicBezTo>
                        <a:pt x="2852" y="6888"/>
                        <a:pt x="2775" y="6863"/>
                        <a:pt x="2695" y="6836"/>
                      </a:cubicBezTo>
                      <a:cubicBezTo>
                        <a:pt x="2695" y="6810"/>
                        <a:pt x="2695" y="6784"/>
                        <a:pt x="2695" y="6758"/>
                      </a:cubicBezTo>
                      <a:cubicBezTo>
                        <a:pt x="2644" y="6758"/>
                        <a:pt x="2592" y="6758"/>
                        <a:pt x="2539" y="6758"/>
                      </a:cubicBezTo>
                      <a:cubicBezTo>
                        <a:pt x="2539" y="6732"/>
                        <a:pt x="2539" y="6706"/>
                        <a:pt x="2539" y="6680"/>
                      </a:cubicBezTo>
                      <a:cubicBezTo>
                        <a:pt x="2513" y="6680"/>
                        <a:pt x="2487" y="6680"/>
                        <a:pt x="2461" y="6680"/>
                      </a:cubicBezTo>
                      <a:cubicBezTo>
                        <a:pt x="2438" y="6627"/>
                        <a:pt x="2423" y="6581"/>
                        <a:pt x="2422" y="6523"/>
                      </a:cubicBezTo>
                      <a:cubicBezTo>
                        <a:pt x="2453" y="6464"/>
                        <a:pt x="2493" y="6416"/>
                        <a:pt x="2539" y="6367"/>
                      </a:cubicBezTo>
                      <a:cubicBezTo>
                        <a:pt x="2513" y="6367"/>
                        <a:pt x="2487" y="6367"/>
                        <a:pt x="2461" y="6367"/>
                      </a:cubicBezTo>
                      <a:cubicBezTo>
                        <a:pt x="2461" y="6316"/>
                        <a:pt x="2461" y="6264"/>
                        <a:pt x="2461" y="6211"/>
                      </a:cubicBezTo>
                      <a:cubicBezTo>
                        <a:pt x="2409" y="6211"/>
                        <a:pt x="2358" y="6211"/>
                        <a:pt x="2305" y="6211"/>
                      </a:cubicBezTo>
                      <a:cubicBezTo>
                        <a:pt x="2305" y="6185"/>
                        <a:pt x="2305" y="6159"/>
                        <a:pt x="2305" y="6133"/>
                      </a:cubicBezTo>
                      <a:cubicBezTo>
                        <a:pt x="2279" y="6133"/>
                        <a:pt x="2253" y="6133"/>
                        <a:pt x="2227" y="6133"/>
                      </a:cubicBezTo>
                      <a:cubicBezTo>
                        <a:pt x="2227" y="6107"/>
                        <a:pt x="2227" y="6081"/>
                        <a:pt x="2227" y="6055"/>
                      </a:cubicBezTo>
                      <a:cubicBezTo>
                        <a:pt x="2201" y="6055"/>
                        <a:pt x="2175" y="6055"/>
                        <a:pt x="2148" y="6055"/>
                      </a:cubicBezTo>
                      <a:cubicBezTo>
                        <a:pt x="2148" y="6029"/>
                        <a:pt x="2148" y="6003"/>
                        <a:pt x="2148" y="5977"/>
                      </a:cubicBezTo>
                      <a:cubicBezTo>
                        <a:pt x="2123" y="5977"/>
                        <a:pt x="2097" y="5977"/>
                        <a:pt x="2070" y="5977"/>
                      </a:cubicBezTo>
                      <a:cubicBezTo>
                        <a:pt x="2070" y="6002"/>
                        <a:pt x="2070" y="6028"/>
                        <a:pt x="2070" y="6055"/>
                      </a:cubicBezTo>
                      <a:cubicBezTo>
                        <a:pt x="2019" y="6055"/>
                        <a:pt x="1967" y="6055"/>
                        <a:pt x="1914" y="6055"/>
                      </a:cubicBezTo>
                      <a:cubicBezTo>
                        <a:pt x="1901" y="6093"/>
                        <a:pt x="1888" y="6132"/>
                        <a:pt x="1875" y="6172"/>
                      </a:cubicBezTo>
                      <a:cubicBezTo>
                        <a:pt x="1836" y="6159"/>
                        <a:pt x="1798" y="6146"/>
                        <a:pt x="1758" y="6133"/>
                      </a:cubicBezTo>
                      <a:cubicBezTo>
                        <a:pt x="1758" y="6107"/>
                        <a:pt x="1758" y="6081"/>
                        <a:pt x="1758" y="6055"/>
                      </a:cubicBezTo>
                      <a:cubicBezTo>
                        <a:pt x="1706" y="6055"/>
                        <a:pt x="1655" y="6055"/>
                        <a:pt x="1602" y="6055"/>
                      </a:cubicBezTo>
                      <a:cubicBezTo>
                        <a:pt x="1602" y="6029"/>
                        <a:pt x="1602" y="6003"/>
                        <a:pt x="1602" y="5977"/>
                      </a:cubicBezTo>
                      <a:cubicBezTo>
                        <a:pt x="1576" y="5977"/>
                        <a:pt x="1550" y="5977"/>
                        <a:pt x="1523" y="5977"/>
                      </a:cubicBezTo>
                      <a:cubicBezTo>
                        <a:pt x="1523" y="5951"/>
                        <a:pt x="1523" y="5925"/>
                        <a:pt x="1523" y="5898"/>
                      </a:cubicBezTo>
                      <a:cubicBezTo>
                        <a:pt x="1498" y="5898"/>
                        <a:pt x="1472" y="5898"/>
                        <a:pt x="1445" y="5898"/>
                      </a:cubicBezTo>
                      <a:cubicBezTo>
                        <a:pt x="1445" y="5873"/>
                        <a:pt x="1445" y="5847"/>
                        <a:pt x="1445" y="5820"/>
                      </a:cubicBezTo>
                      <a:cubicBezTo>
                        <a:pt x="1420" y="5820"/>
                        <a:pt x="1394" y="5820"/>
                        <a:pt x="1367" y="5820"/>
                      </a:cubicBezTo>
                      <a:cubicBezTo>
                        <a:pt x="1367" y="5795"/>
                        <a:pt x="1367" y="5769"/>
                        <a:pt x="1367" y="5742"/>
                      </a:cubicBezTo>
                      <a:cubicBezTo>
                        <a:pt x="1341" y="5742"/>
                        <a:pt x="1316" y="5742"/>
                        <a:pt x="1289" y="5742"/>
                      </a:cubicBezTo>
                      <a:cubicBezTo>
                        <a:pt x="1289" y="5716"/>
                        <a:pt x="1289" y="5691"/>
                        <a:pt x="1289" y="5664"/>
                      </a:cubicBezTo>
                      <a:cubicBezTo>
                        <a:pt x="1263" y="5664"/>
                        <a:pt x="1237" y="5664"/>
                        <a:pt x="1211" y="5664"/>
                      </a:cubicBezTo>
                      <a:cubicBezTo>
                        <a:pt x="1204" y="5638"/>
                        <a:pt x="1204" y="5638"/>
                        <a:pt x="1172" y="5508"/>
                      </a:cubicBezTo>
                      <a:cubicBezTo>
                        <a:pt x="1236" y="5508"/>
                        <a:pt x="1301" y="5508"/>
                        <a:pt x="1367" y="5508"/>
                      </a:cubicBezTo>
                      <a:cubicBezTo>
                        <a:pt x="1367" y="5456"/>
                        <a:pt x="1367" y="5405"/>
                        <a:pt x="1367" y="5352"/>
                      </a:cubicBezTo>
                      <a:cubicBezTo>
                        <a:pt x="1316" y="5352"/>
                        <a:pt x="1264" y="5352"/>
                        <a:pt x="1211" y="5352"/>
                      </a:cubicBezTo>
                      <a:cubicBezTo>
                        <a:pt x="1211" y="5326"/>
                        <a:pt x="1211" y="5300"/>
                        <a:pt x="1211" y="5273"/>
                      </a:cubicBezTo>
                      <a:cubicBezTo>
                        <a:pt x="1185" y="5273"/>
                        <a:pt x="1159" y="5273"/>
                        <a:pt x="1133" y="5273"/>
                      </a:cubicBezTo>
                      <a:cubicBezTo>
                        <a:pt x="1133" y="5248"/>
                        <a:pt x="1133" y="5222"/>
                        <a:pt x="1133" y="5195"/>
                      </a:cubicBezTo>
                      <a:cubicBezTo>
                        <a:pt x="1107" y="5195"/>
                        <a:pt x="1081" y="5195"/>
                        <a:pt x="1055" y="5195"/>
                      </a:cubicBezTo>
                      <a:cubicBezTo>
                        <a:pt x="1055" y="5118"/>
                        <a:pt x="1055" y="5041"/>
                        <a:pt x="1055" y="4961"/>
                      </a:cubicBezTo>
                      <a:cubicBezTo>
                        <a:pt x="952" y="4961"/>
                        <a:pt x="848" y="4961"/>
                        <a:pt x="742" y="4961"/>
                      </a:cubicBezTo>
                      <a:cubicBezTo>
                        <a:pt x="742" y="5000"/>
                        <a:pt x="742" y="5038"/>
                        <a:pt x="742" y="5078"/>
                      </a:cubicBezTo>
                      <a:cubicBezTo>
                        <a:pt x="691" y="5065"/>
                        <a:pt x="639" y="5052"/>
                        <a:pt x="586" y="5039"/>
                      </a:cubicBezTo>
                      <a:cubicBezTo>
                        <a:pt x="586" y="5013"/>
                        <a:pt x="586" y="4988"/>
                        <a:pt x="586" y="4961"/>
                      </a:cubicBezTo>
                      <a:cubicBezTo>
                        <a:pt x="560" y="4961"/>
                        <a:pt x="534" y="4961"/>
                        <a:pt x="508" y="4961"/>
                      </a:cubicBezTo>
                      <a:cubicBezTo>
                        <a:pt x="508" y="4935"/>
                        <a:pt x="508" y="4909"/>
                        <a:pt x="508" y="4883"/>
                      </a:cubicBezTo>
                      <a:cubicBezTo>
                        <a:pt x="482" y="4883"/>
                        <a:pt x="456" y="4883"/>
                        <a:pt x="430" y="4883"/>
                      </a:cubicBezTo>
                      <a:cubicBezTo>
                        <a:pt x="430" y="4857"/>
                        <a:pt x="430" y="4831"/>
                        <a:pt x="430" y="4805"/>
                      </a:cubicBezTo>
                      <a:cubicBezTo>
                        <a:pt x="404" y="4805"/>
                        <a:pt x="378" y="4805"/>
                        <a:pt x="352" y="4805"/>
                      </a:cubicBezTo>
                      <a:cubicBezTo>
                        <a:pt x="352" y="4779"/>
                        <a:pt x="352" y="4753"/>
                        <a:pt x="352" y="4727"/>
                      </a:cubicBezTo>
                      <a:cubicBezTo>
                        <a:pt x="326" y="4727"/>
                        <a:pt x="300" y="4727"/>
                        <a:pt x="273" y="4727"/>
                      </a:cubicBezTo>
                      <a:cubicBezTo>
                        <a:pt x="273" y="4701"/>
                        <a:pt x="273" y="4675"/>
                        <a:pt x="273" y="4648"/>
                      </a:cubicBezTo>
                      <a:cubicBezTo>
                        <a:pt x="248" y="4648"/>
                        <a:pt x="222" y="4648"/>
                        <a:pt x="195" y="4648"/>
                      </a:cubicBezTo>
                      <a:cubicBezTo>
                        <a:pt x="195" y="4623"/>
                        <a:pt x="195" y="4597"/>
                        <a:pt x="195" y="4570"/>
                      </a:cubicBezTo>
                      <a:cubicBezTo>
                        <a:pt x="170" y="4570"/>
                        <a:pt x="144" y="4570"/>
                        <a:pt x="117" y="4570"/>
                      </a:cubicBezTo>
                      <a:cubicBezTo>
                        <a:pt x="117" y="4519"/>
                        <a:pt x="117" y="4467"/>
                        <a:pt x="117" y="4414"/>
                      </a:cubicBezTo>
                      <a:cubicBezTo>
                        <a:pt x="91" y="4414"/>
                        <a:pt x="66" y="4414"/>
                        <a:pt x="39" y="4414"/>
                      </a:cubicBezTo>
                      <a:cubicBezTo>
                        <a:pt x="26" y="4363"/>
                        <a:pt x="13" y="4311"/>
                        <a:pt x="0" y="4258"/>
                      </a:cubicBezTo>
                      <a:cubicBezTo>
                        <a:pt x="39" y="4258"/>
                        <a:pt x="77" y="4258"/>
                        <a:pt x="117" y="4258"/>
                      </a:cubicBezTo>
                      <a:cubicBezTo>
                        <a:pt x="117" y="4232"/>
                        <a:pt x="117" y="4206"/>
                        <a:pt x="117" y="4180"/>
                      </a:cubicBezTo>
                      <a:cubicBezTo>
                        <a:pt x="169" y="4180"/>
                        <a:pt x="220" y="4180"/>
                        <a:pt x="273" y="4180"/>
                      </a:cubicBezTo>
                      <a:cubicBezTo>
                        <a:pt x="273" y="4154"/>
                        <a:pt x="273" y="4128"/>
                        <a:pt x="273" y="4102"/>
                      </a:cubicBezTo>
                      <a:cubicBezTo>
                        <a:pt x="299" y="4102"/>
                        <a:pt x="325" y="4102"/>
                        <a:pt x="352" y="4102"/>
                      </a:cubicBezTo>
                      <a:cubicBezTo>
                        <a:pt x="352" y="4076"/>
                        <a:pt x="352" y="4050"/>
                        <a:pt x="352" y="4023"/>
                      </a:cubicBezTo>
                      <a:cubicBezTo>
                        <a:pt x="377" y="4023"/>
                        <a:pt x="403" y="4023"/>
                        <a:pt x="430" y="4023"/>
                      </a:cubicBezTo>
                      <a:cubicBezTo>
                        <a:pt x="430" y="3998"/>
                        <a:pt x="430" y="3972"/>
                        <a:pt x="430" y="3945"/>
                      </a:cubicBezTo>
                      <a:cubicBezTo>
                        <a:pt x="507" y="3945"/>
                        <a:pt x="584" y="3945"/>
                        <a:pt x="664" y="3945"/>
                      </a:cubicBezTo>
                      <a:cubicBezTo>
                        <a:pt x="664" y="3920"/>
                        <a:pt x="664" y="3894"/>
                        <a:pt x="664" y="3867"/>
                      </a:cubicBezTo>
                      <a:cubicBezTo>
                        <a:pt x="690" y="3867"/>
                        <a:pt x="716" y="3867"/>
                        <a:pt x="742" y="3867"/>
                      </a:cubicBezTo>
                      <a:cubicBezTo>
                        <a:pt x="742" y="3816"/>
                        <a:pt x="742" y="3764"/>
                        <a:pt x="742" y="3711"/>
                      </a:cubicBezTo>
                      <a:cubicBezTo>
                        <a:pt x="768" y="3711"/>
                        <a:pt x="794" y="3711"/>
                        <a:pt x="820" y="3711"/>
                      </a:cubicBezTo>
                      <a:cubicBezTo>
                        <a:pt x="820" y="3685"/>
                        <a:pt x="820" y="3659"/>
                        <a:pt x="820" y="3633"/>
                      </a:cubicBezTo>
                      <a:cubicBezTo>
                        <a:pt x="846" y="3633"/>
                        <a:pt x="872" y="3633"/>
                        <a:pt x="898" y="3633"/>
                      </a:cubicBezTo>
                      <a:cubicBezTo>
                        <a:pt x="898" y="3607"/>
                        <a:pt x="898" y="3581"/>
                        <a:pt x="898" y="3555"/>
                      </a:cubicBezTo>
                      <a:cubicBezTo>
                        <a:pt x="950" y="3555"/>
                        <a:pt x="1002" y="3555"/>
                        <a:pt x="1055" y="3555"/>
                      </a:cubicBezTo>
                      <a:cubicBezTo>
                        <a:pt x="1049" y="3535"/>
                        <a:pt x="1044" y="3515"/>
                        <a:pt x="1038" y="3494"/>
                      </a:cubicBezTo>
                      <a:cubicBezTo>
                        <a:pt x="1018" y="3383"/>
                        <a:pt x="1009" y="3271"/>
                        <a:pt x="1074" y="3174"/>
                      </a:cubicBezTo>
                      <a:cubicBezTo>
                        <a:pt x="1180" y="3041"/>
                        <a:pt x="1310" y="2928"/>
                        <a:pt x="1437" y="2816"/>
                      </a:cubicBezTo>
                      <a:cubicBezTo>
                        <a:pt x="1510" y="2749"/>
                        <a:pt x="1573" y="2679"/>
                        <a:pt x="1630" y="2597"/>
                      </a:cubicBezTo>
                      <a:cubicBezTo>
                        <a:pt x="1646" y="2574"/>
                        <a:pt x="1646" y="2574"/>
                        <a:pt x="1680" y="2539"/>
                      </a:cubicBezTo>
                      <a:cubicBezTo>
                        <a:pt x="1723" y="2534"/>
                        <a:pt x="1723" y="2534"/>
                        <a:pt x="1758" y="2539"/>
                      </a:cubicBezTo>
                      <a:cubicBezTo>
                        <a:pt x="1758" y="2513"/>
                        <a:pt x="1758" y="2488"/>
                        <a:pt x="1758" y="2461"/>
                      </a:cubicBezTo>
                      <a:cubicBezTo>
                        <a:pt x="1784" y="2454"/>
                        <a:pt x="1784" y="2454"/>
                        <a:pt x="1914" y="2422"/>
                      </a:cubicBezTo>
                      <a:cubicBezTo>
                        <a:pt x="1914" y="2461"/>
                        <a:pt x="1914" y="2499"/>
                        <a:pt x="1914" y="2539"/>
                      </a:cubicBezTo>
                      <a:cubicBezTo>
                        <a:pt x="1966" y="2539"/>
                        <a:pt x="2017" y="2539"/>
                        <a:pt x="2070" y="2539"/>
                      </a:cubicBezTo>
                      <a:cubicBezTo>
                        <a:pt x="2070" y="2513"/>
                        <a:pt x="2070" y="2488"/>
                        <a:pt x="2070" y="2461"/>
                      </a:cubicBezTo>
                      <a:cubicBezTo>
                        <a:pt x="2122" y="2461"/>
                        <a:pt x="2173" y="2461"/>
                        <a:pt x="2227" y="2461"/>
                      </a:cubicBezTo>
                      <a:cubicBezTo>
                        <a:pt x="2227" y="2435"/>
                        <a:pt x="2227" y="2409"/>
                        <a:pt x="2227" y="2383"/>
                      </a:cubicBezTo>
                      <a:cubicBezTo>
                        <a:pt x="2252" y="2383"/>
                        <a:pt x="2278" y="2383"/>
                        <a:pt x="2305" y="2383"/>
                      </a:cubicBezTo>
                      <a:cubicBezTo>
                        <a:pt x="2298" y="2338"/>
                        <a:pt x="2298" y="2338"/>
                        <a:pt x="2266" y="2109"/>
                      </a:cubicBezTo>
                      <a:cubicBezTo>
                        <a:pt x="2291" y="2109"/>
                        <a:pt x="2317" y="2109"/>
                        <a:pt x="2344" y="2109"/>
                      </a:cubicBezTo>
                      <a:cubicBezTo>
                        <a:pt x="2357" y="2071"/>
                        <a:pt x="2370" y="2032"/>
                        <a:pt x="2383" y="1992"/>
                      </a:cubicBezTo>
                      <a:cubicBezTo>
                        <a:pt x="2409" y="1992"/>
                        <a:pt x="2434" y="1992"/>
                        <a:pt x="2461" y="1992"/>
                      </a:cubicBezTo>
                      <a:cubicBezTo>
                        <a:pt x="2459" y="1981"/>
                        <a:pt x="2457" y="1969"/>
                        <a:pt x="2456" y="1957"/>
                      </a:cubicBezTo>
                      <a:cubicBezTo>
                        <a:pt x="2461" y="1914"/>
                        <a:pt x="2461" y="1914"/>
                        <a:pt x="2497" y="1882"/>
                      </a:cubicBezTo>
                      <a:cubicBezTo>
                        <a:pt x="2615" y="1813"/>
                        <a:pt x="2714" y="1775"/>
                        <a:pt x="2852" y="1758"/>
                      </a:cubicBezTo>
                      <a:cubicBezTo>
                        <a:pt x="2852" y="1732"/>
                        <a:pt x="2852" y="1706"/>
                        <a:pt x="2852" y="1680"/>
                      </a:cubicBezTo>
                      <a:cubicBezTo>
                        <a:pt x="2955" y="1654"/>
                        <a:pt x="3058" y="1628"/>
                        <a:pt x="3164" y="1602"/>
                      </a:cubicBezTo>
                      <a:cubicBezTo>
                        <a:pt x="3164" y="1627"/>
                        <a:pt x="3164" y="1653"/>
                        <a:pt x="3164" y="1680"/>
                      </a:cubicBezTo>
                      <a:cubicBezTo>
                        <a:pt x="3241" y="1680"/>
                        <a:pt x="3319" y="1680"/>
                        <a:pt x="3398" y="1680"/>
                      </a:cubicBezTo>
                      <a:cubicBezTo>
                        <a:pt x="3398" y="1654"/>
                        <a:pt x="3398" y="1628"/>
                        <a:pt x="3398" y="1602"/>
                      </a:cubicBezTo>
                      <a:cubicBezTo>
                        <a:pt x="3424" y="1602"/>
                        <a:pt x="3450" y="1602"/>
                        <a:pt x="3477" y="1602"/>
                      </a:cubicBezTo>
                      <a:cubicBezTo>
                        <a:pt x="3477" y="1576"/>
                        <a:pt x="3477" y="1550"/>
                        <a:pt x="3477" y="1523"/>
                      </a:cubicBezTo>
                      <a:cubicBezTo>
                        <a:pt x="3528" y="1523"/>
                        <a:pt x="3580" y="1523"/>
                        <a:pt x="3633" y="1523"/>
                      </a:cubicBezTo>
                      <a:cubicBezTo>
                        <a:pt x="3633" y="1498"/>
                        <a:pt x="3633" y="1472"/>
                        <a:pt x="3633" y="1445"/>
                      </a:cubicBezTo>
                      <a:cubicBezTo>
                        <a:pt x="3659" y="1445"/>
                        <a:pt x="3684" y="1445"/>
                        <a:pt x="3711" y="1445"/>
                      </a:cubicBezTo>
                      <a:cubicBezTo>
                        <a:pt x="3710" y="1441"/>
                        <a:pt x="3710" y="1441"/>
                        <a:pt x="3706" y="1419"/>
                      </a:cubicBezTo>
                      <a:cubicBezTo>
                        <a:pt x="3691" y="1324"/>
                        <a:pt x="3679" y="1226"/>
                        <a:pt x="3711" y="1133"/>
                      </a:cubicBezTo>
                      <a:cubicBezTo>
                        <a:pt x="3786" y="1042"/>
                        <a:pt x="3908" y="1002"/>
                        <a:pt x="4014" y="957"/>
                      </a:cubicBezTo>
                      <a:cubicBezTo>
                        <a:pt x="4042" y="944"/>
                        <a:pt x="4071" y="930"/>
                        <a:pt x="4100" y="916"/>
                      </a:cubicBezTo>
                      <a:cubicBezTo>
                        <a:pt x="4128" y="903"/>
                        <a:pt x="4156" y="890"/>
                        <a:pt x="4184" y="878"/>
                      </a:cubicBezTo>
                      <a:cubicBezTo>
                        <a:pt x="4197" y="872"/>
                        <a:pt x="4210" y="866"/>
                        <a:pt x="4223" y="860"/>
                      </a:cubicBezTo>
                      <a:cubicBezTo>
                        <a:pt x="4315" y="821"/>
                        <a:pt x="4393" y="813"/>
                        <a:pt x="4492" y="820"/>
                      </a:cubicBezTo>
                      <a:cubicBezTo>
                        <a:pt x="4492" y="795"/>
                        <a:pt x="4492" y="769"/>
                        <a:pt x="4492" y="742"/>
                      </a:cubicBezTo>
                      <a:cubicBezTo>
                        <a:pt x="4518" y="742"/>
                        <a:pt x="4544" y="742"/>
                        <a:pt x="4570" y="742"/>
                      </a:cubicBezTo>
                      <a:cubicBezTo>
                        <a:pt x="4570" y="716"/>
                        <a:pt x="4570" y="691"/>
                        <a:pt x="4570" y="664"/>
                      </a:cubicBezTo>
                      <a:cubicBezTo>
                        <a:pt x="4648" y="664"/>
                        <a:pt x="4725" y="664"/>
                        <a:pt x="4805" y="664"/>
                      </a:cubicBezTo>
                      <a:cubicBezTo>
                        <a:pt x="4805" y="638"/>
                        <a:pt x="4805" y="613"/>
                        <a:pt x="4805" y="586"/>
                      </a:cubicBezTo>
                      <a:cubicBezTo>
                        <a:pt x="4811" y="584"/>
                        <a:pt x="4811" y="584"/>
                        <a:pt x="4841" y="577"/>
                      </a:cubicBezTo>
                      <a:cubicBezTo>
                        <a:pt x="4897" y="563"/>
                        <a:pt x="4952" y="549"/>
                        <a:pt x="5007" y="535"/>
                      </a:cubicBezTo>
                      <a:cubicBezTo>
                        <a:pt x="5017" y="532"/>
                        <a:pt x="5027" y="529"/>
                        <a:pt x="5037" y="527"/>
                      </a:cubicBezTo>
                      <a:cubicBezTo>
                        <a:pt x="5169" y="492"/>
                        <a:pt x="5274" y="453"/>
                        <a:pt x="5386" y="374"/>
                      </a:cubicBezTo>
                      <a:cubicBezTo>
                        <a:pt x="5473" y="330"/>
                        <a:pt x="5570" y="343"/>
                        <a:pt x="5664" y="352"/>
                      </a:cubicBezTo>
                      <a:cubicBezTo>
                        <a:pt x="5664" y="326"/>
                        <a:pt x="5664" y="300"/>
                        <a:pt x="5664" y="273"/>
                      </a:cubicBezTo>
                      <a:cubicBezTo>
                        <a:pt x="5740" y="268"/>
                        <a:pt x="5816" y="262"/>
                        <a:pt x="5891" y="257"/>
                      </a:cubicBezTo>
                      <a:cubicBezTo>
                        <a:pt x="5917" y="255"/>
                        <a:pt x="5943" y="253"/>
                        <a:pt x="5968" y="251"/>
                      </a:cubicBezTo>
                      <a:cubicBezTo>
                        <a:pt x="6006" y="248"/>
                        <a:pt x="6043" y="246"/>
                        <a:pt x="6080" y="243"/>
                      </a:cubicBezTo>
                      <a:cubicBezTo>
                        <a:pt x="6091" y="242"/>
                        <a:pt x="6103" y="241"/>
                        <a:pt x="6114" y="240"/>
                      </a:cubicBezTo>
                      <a:cubicBezTo>
                        <a:pt x="6186" y="235"/>
                        <a:pt x="6256" y="234"/>
                        <a:pt x="6328" y="234"/>
                      </a:cubicBezTo>
                      <a:cubicBezTo>
                        <a:pt x="6315" y="209"/>
                        <a:pt x="6302" y="183"/>
                        <a:pt x="6289" y="156"/>
                      </a:cubicBezTo>
                      <a:cubicBezTo>
                        <a:pt x="6442" y="109"/>
                        <a:pt x="6590" y="69"/>
                        <a:pt x="6749" y="52"/>
                      </a:cubicBezTo>
                      <a:cubicBezTo>
                        <a:pt x="6832" y="43"/>
                        <a:pt x="6832" y="43"/>
                        <a:pt x="687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6" cap="flat">
                  <a:noFill/>
                </a:ln>
              </p:spPr>
            </p:sp>
            <p:sp>
              <p:nvSpPr>
                <p:cNvPr id="898" name="ICON_ACTION_EYE_path_003"/>
                <p:cNvSpPr/>
                <p:nvPr/>
              </p:nvSpPr>
              <p:spPr>
                <a:xfrm>
                  <a:off x="406694" y="5648523"/>
                  <a:ext cx="237655" cy="1270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713" h="10000" fill="norm" stroke="0">
                      <a:moveTo>
                        <a:pt x="8680" y="0"/>
                      </a:moveTo>
                      <a:cubicBezTo>
                        <a:pt x="9144" y="0"/>
                        <a:pt x="9608" y="0"/>
                        <a:pt x="10086" y="0"/>
                      </a:cubicBezTo>
                      <a:cubicBezTo>
                        <a:pt x="10086" y="26"/>
                        <a:pt x="10086" y="52"/>
                        <a:pt x="10086" y="78"/>
                      </a:cubicBezTo>
                      <a:cubicBezTo>
                        <a:pt x="10318" y="78"/>
                        <a:pt x="10550" y="78"/>
                        <a:pt x="10789" y="78"/>
                      </a:cubicBezTo>
                      <a:cubicBezTo>
                        <a:pt x="10789" y="104"/>
                        <a:pt x="10789" y="130"/>
                        <a:pt x="10789" y="156"/>
                      </a:cubicBezTo>
                      <a:cubicBezTo>
                        <a:pt x="10944" y="156"/>
                        <a:pt x="11099" y="156"/>
                        <a:pt x="11258" y="156"/>
                      </a:cubicBezTo>
                      <a:cubicBezTo>
                        <a:pt x="11258" y="182"/>
                        <a:pt x="11258" y="208"/>
                        <a:pt x="11258" y="234"/>
                      </a:cubicBezTo>
                      <a:cubicBezTo>
                        <a:pt x="11361" y="234"/>
                        <a:pt x="11464" y="234"/>
                        <a:pt x="11571" y="234"/>
                      </a:cubicBezTo>
                      <a:cubicBezTo>
                        <a:pt x="11571" y="260"/>
                        <a:pt x="11571" y="286"/>
                        <a:pt x="11571" y="312"/>
                      </a:cubicBezTo>
                      <a:cubicBezTo>
                        <a:pt x="11699" y="312"/>
                        <a:pt x="11828" y="312"/>
                        <a:pt x="11961" y="312"/>
                      </a:cubicBezTo>
                      <a:cubicBezTo>
                        <a:pt x="11961" y="338"/>
                        <a:pt x="11961" y="364"/>
                        <a:pt x="11961" y="391"/>
                      </a:cubicBezTo>
                      <a:cubicBezTo>
                        <a:pt x="12064" y="391"/>
                        <a:pt x="12167" y="391"/>
                        <a:pt x="12274" y="391"/>
                      </a:cubicBezTo>
                      <a:cubicBezTo>
                        <a:pt x="12274" y="416"/>
                        <a:pt x="12274" y="442"/>
                        <a:pt x="12274" y="469"/>
                      </a:cubicBezTo>
                      <a:cubicBezTo>
                        <a:pt x="12377" y="469"/>
                        <a:pt x="12480" y="469"/>
                        <a:pt x="12586" y="469"/>
                      </a:cubicBezTo>
                      <a:cubicBezTo>
                        <a:pt x="12586" y="495"/>
                        <a:pt x="12586" y="520"/>
                        <a:pt x="12586" y="547"/>
                      </a:cubicBezTo>
                      <a:cubicBezTo>
                        <a:pt x="12664" y="547"/>
                        <a:pt x="12741" y="547"/>
                        <a:pt x="12821" y="547"/>
                      </a:cubicBezTo>
                      <a:cubicBezTo>
                        <a:pt x="12821" y="573"/>
                        <a:pt x="12821" y="598"/>
                        <a:pt x="12821" y="625"/>
                      </a:cubicBezTo>
                      <a:cubicBezTo>
                        <a:pt x="12837" y="624"/>
                        <a:pt x="12853" y="622"/>
                        <a:pt x="12869" y="621"/>
                      </a:cubicBezTo>
                      <a:cubicBezTo>
                        <a:pt x="12890" y="620"/>
                        <a:pt x="12912" y="619"/>
                        <a:pt x="12933" y="618"/>
                      </a:cubicBezTo>
                      <a:cubicBezTo>
                        <a:pt x="12938" y="617"/>
                        <a:pt x="12938" y="617"/>
                        <a:pt x="12965" y="615"/>
                      </a:cubicBezTo>
                      <a:cubicBezTo>
                        <a:pt x="12998" y="613"/>
                        <a:pt x="13023" y="614"/>
                        <a:pt x="13055" y="625"/>
                      </a:cubicBezTo>
                      <a:cubicBezTo>
                        <a:pt x="13074" y="651"/>
                        <a:pt x="13074" y="651"/>
                        <a:pt x="13092" y="682"/>
                      </a:cubicBezTo>
                      <a:cubicBezTo>
                        <a:pt x="13114" y="723"/>
                        <a:pt x="13125" y="739"/>
                        <a:pt x="13168" y="756"/>
                      </a:cubicBezTo>
                      <a:cubicBezTo>
                        <a:pt x="13210" y="762"/>
                        <a:pt x="13252" y="766"/>
                        <a:pt x="13294" y="769"/>
                      </a:cubicBezTo>
                      <a:cubicBezTo>
                        <a:pt x="13309" y="770"/>
                        <a:pt x="13323" y="772"/>
                        <a:pt x="13338" y="773"/>
                      </a:cubicBezTo>
                      <a:cubicBezTo>
                        <a:pt x="13374" y="776"/>
                        <a:pt x="13410" y="779"/>
                        <a:pt x="13446" y="781"/>
                      </a:cubicBezTo>
                      <a:cubicBezTo>
                        <a:pt x="13446" y="807"/>
                        <a:pt x="13446" y="833"/>
                        <a:pt x="13446" y="859"/>
                      </a:cubicBezTo>
                      <a:cubicBezTo>
                        <a:pt x="13455" y="862"/>
                        <a:pt x="13465" y="864"/>
                        <a:pt x="13474" y="867"/>
                      </a:cubicBezTo>
                      <a:cubicBezTo>
                        <a:pt x="13488" y="870"/>
                        <a:pt x="13488" y="870"/>
                        <a:pt x="13557" y="887"/>
                      </a:cubicBezTo>
                      <a:cubicBezTo>
                        <a:pt x="13572" y="891"/>
                        <a:pt x="13586" y="895"/>
                        <a:pt x="13602" y="898"/>
                      </a:cubicBezTo>
                      <a:cubicBezTo>
                        <a:pt x="13631" y="906"/>
                        <a:pt x="13660" y="913"/>
                        <a:pt x="13690" y="920"/>
                      </a:cubicBezTo>
                      <a:cubicBezTo>
                        <a:pt x="13703" y="924"/>
                        <a:pt x="13716" y="927"/>
                        <a:pt x="13729" y="930"/>
                      </a:cubicBezTo>
                      <a:cubicBezTo>
                        <a:pt x="13739" y="933"/>
                        <a:pt x="13748" y="935"/>
                        <a:pt x="13758" y="938"/>
                      </a:cubicBezTo>
                      <a:cubicBezTo>
                        <a:pt x="13758" y="963"/>
                        <a:pt x="13758" y="989"/>
                        <a:pt x="13758" y="1016"/>
                      </a:cubicBezTo>
                      <a:cubicBezTo>
                        <a:pt x="13810" y="1016"/>
                        <a:pt x="13861" y="1016"/>
                        <a:pt x="13914" y="1016"/>
                      </a:cubicBezTo>
                      <a:cubicBezTo>
                        <a:pt x="13914" y="1041"/>
                        <a:pt x="13914" y="1067"/>
                        <a:pt x="13914" y="1094"/>
                      </a:cubicBezTo>
                      <a:cubicBezTo>
                        <a:pt x="13966" y="1094"/>
                        <a:pt x="14017" y="1094"/>
                        <a:pt x="14071" y="1094"/>
                      </a:cubicBezTo>
                      <a:cubicBezTo>
                        <a:pt x="14071" y="1120"/>
                        <a:pt x="14071" y="1145"/>
                        <a:pt x="14071" y="1172"/>
                      </a:cubicBezTo>
                      <a:cubicBezTo>
                        <a:pt x="14122" y="1172"/>
                        <a:pt x="14174" y="1172"/>
                        <a:pt x="14227" y="1172"/>
                      </a:cubicBezTo>
                      <a:cubicBezTo>
                        <a:pt x="14227" y="1198"/>
                        <a:pt x="14227" y="1223"/>
                        <a:pt x="14227" y="1250"/>
                      </a:cubicBezTo>
                      <a:cubicBezTo>
                        <a:pt x="14278" y="1250"/>
                        <a:pt x="14330" y="1250"/>
                        <a:pt x="14383" y="1250"/>
                      </a:cubicBezTo>
                      <a:cubicBezTo>
                        <a:pt x="14383" y="1276"/>
                        <a:pt x="14383" y="1302"/>
                        <a:pt x="14383" y="1328"/>
                      </a:cubicBezTo>
                      <a:cubicBezTo>
                        <a:pt x="14435" y="1328"/>
                        <a:pt x="14486" y="1328"/>
                        <a:pt x="14539" y="1328"/>
                      </a:cubicBezTo>
                      <a:cubicBezTo>
                        <a:pt x="14539" y="1354"/>
                        <a:pt x="14539" y="1380"/>
                        <a:pt x="14539" y="1406"/>
                      </a:cubicBezTo>
                      <a:cubicBezTo>
                        <a:pt x="14550" y="1405"/>
                        <a:pt x="14560" y="1404"/>
                        <a:pt x="14571" y="1402"/>
                      </a:cubicBezTo>
                      <a:cubicBezTo>
                        <a:pt x="14615" y="1399"/>
                        <a:pt x="14652" y="1398"/>
                        <a:pt x="14696" y="1406"/>
                      </a:cubicBezTo>
                      <a:cubicBezTo>
                        <a:pt x="14720" y="1434"/>
                        <a:pt x="14734" y="1462"/>
                        <a:pt x="14751" y="1495"/>
                      </a:cubicBezTo>
                      <a:cubicBezTo>
                        <a:pt x="14794" y="1550"/>
                        <a:pt x="14864" y="1553"/>
                        <a:pt x="14930" y="1562"/>
                      </a:cubicBezTo>
                      <a:cubicBezTo>
                        <a:pt x="14930" y="1588"/>
                        <a:pt x="14930" y="1614"/>
                        <a:pt x="14930" y="1641"/>
                      </a:cubicBezTo>
                      <a:cubicBezTo>
                        <a:pt x="14982" y="1641"/>
                        <a:pt x="15033" y="1641"/>
                        <a:pt x="15086" y="1641"/>
                      </a:cubicBezTo>
                      <a:cubicBezTo>
                        <a:pt x="15086" y="1666"/>
                        <a:pt x="15086" y="1692"/>
                        <a:pt x="15086" y="1719"/>
                      </a:cubicBezTo>
                      <a:cubicBezTo>
                        <a:pt x="15097" y="1716"/>
                        <a:pt x="15109" y="1714"/>
                        <a:pt x="15120" y="1711"/>
                      </a:cubicBezTo>
                      <a:cubicBezTo>
                        <a:pt x="15135" y="1714"/>
                        <a:pt x="15149" y="1716"/>
                        <a:pt x="15164" y="1719"/>
                      </a:cubicBezTo>
                      <a:cubicBezTo>
                        <a:pt x="15181" y="1743"/>
                        <a:pt x="15181" y="1743"/>
                        <a:pt x="15199" y="1775"/>
                      </a:cubicBezTo>
                      <a:cubicBezTo>
                        <a:pt x="15223" y="1817"/>
                        <a:pt x="15236" y="1833"/>
                        <a:pt x="15282" y="1852"/>
                      </a:cubicBezTo>
                      <a:cubicBezTo>
                        <a:pt x="15321" y="1862"/>
                        <a:pt x="15359" y="1869"/>
                        <a:pt x="15399" y="1875"/>
                      </a:cubicBezTo>
                      <a:cubicBezTo>
                        <a:pt x="15399" y="1901"/>
                        <a:pt x="15399" y="1927"/>
                        <a:pt x="15399" y="1953"/>
                      </a:cubicBezTo>
                      <a:cubicBezTo>
                        <a:pt x="15424" y="1953"/>
                        <a:pt x="15450" y="1953"/>
                        <a:pt x="15477" y="1953"/>
                      </a:cubicBezTo>
                      <a:cubicBezTo>
                        <a:pt x="15477" y="1979"/>
                        <a:pt x="15477" y="2005"/>
                        <a:pt x="15477" y="2031"/>
                      </a:cubicBezTo>
                      <a:cubicBezTo>
                        <a:pt x="15528" y="2031"/>
                        <a:pt x="15580" y="2031"/>
                        <a:pt x="15633" y="2031"/>
                      </a:cubicBezTo>
                      <a:cubicBezTo>
                        <a:pt x="15633" y="2057"/>
                        <a:pt x="15633" y="2083"/>
                        <a:pt x="15633" y="2109"/>
                      </a:cubicBezTo>
                      <a:cubicBezTo>
                        <a:pt x="15685" y="2109"/>
                        <a:pt x="15736" y="2109"/>
                        <a:pt x="15789" y="2109"/>
                      </a:cubicBezTo>
                      <a:cubicBezTo>
                        <a:pt x="15789" y="2135"/>
                        <a:pt x="15789" y="2161"/>
                        <a:pt x="15789" y="2188"/>
                      </a:cubicBezTo>
                      <a:cubicBezTo>
                        <a:pt x="15815" y="2188"/>
                        <a:pt x="15841" y="2188"/>
                        <a:pt x="15867" y="2188"/>
                      </a:cubicBezTo>
                      <a:cubicBezTo>
                        <a:pt x="15867" y="2213"/>
                        <a:pt x="15867" y="2239"/>
                        <a:pt x="15867" y="2266"/>
                      </a:cubicBezTo>
                      <a:cubicBezTo>
                        <a:pt x="15879" y="2263"/>
                        <a:pt x="15890" y="2261"/>
                        <a:pt x="15902" y="2258"/>
                      </a:cubicBezTo>
                      <a:cubicBezTo>
                        <a:pt x="15916" y="2261"/>
                        <a:pt x="15931" y="2263"/>
                        <a:pt x="15946" y="2266"/>
                      </a:cubicBezTo>
                      <a:cubicBezTo>
                        <a:pt x="15960" y="2288"/>
                        <a:pt x="15960" y="2288"/>
                        <a:pt x="15975" y="2317"/>
                      </a:cubicBezTo>
                      <a:cubicBezTo>
                        <a:pt x="16021" y="2397"/>
                        <a:pt x="16096" y="2424"/>
                        <a:pt x="16179" y="2457"/>
                      </a:cubicBezTo>
                      <a:cubicBezTo>
                        <a:pt x="16210" y="2471"/>
                        <a:pt x="16210" y="2471"/>
                        <a:pt x="16258" y="2500"/>
                      </a:cubicBezTo>
                      <a:cubicBezTo>
                        <a:pt x="16265" y="2543"/>
                        <a:pt x="16265" y="2543"/>
                        <a:pt x="16258" y="2578"/>
                      </a:cubicBezTo>
                      <a:cubicBezTo>
                        <a:pt x="16284" y="2578"/>
                        <a:pt x="16310" y="2578"/>
                        <a:pt x="16336" y="2578"/>
                      </a:cubicBezTo>
                      <a:cubicBezTo>
                        <a:pt x="16336" y="2604"/>
                        <a:pt x="16336" y="2630"/>
                        <a:pt x="16336" y="2656"/>
                      </a:cubicBezTo>
                      <a:cubicBezTo>
                        <a:pt x="16362" y="2656"/>
                        <a:pt x="16388" y="2656"/>
                        <a:pt x="16414" y="2656"/>
                      </a:cubicBezTo>
                      <a:cubicBezTo>
                        <a:pt x="16414" y="2682"/>
                        <a:pt x="16414" y="2708"/>
                        <a:pt x="16414" y="2734"/>
                      </a:cubicBezTo>
                      <a:cubicBezTo>
                        <a:pt x="16424" y="2733"/>
                        <a:pt x="16434" y="2731"/>
                        <a:pt x="16445" y="2730"/>
                      </a:cubicBezTo>
                      <a:cubicBezTo>
                        <a:pt x="16552" y="2721"/>
                        <a:pt x="16552" y="2721"/>
                        <a:pt x="16602" y="2757"/>
                      </a:cubicBezTo>
                      <a:cubicBezTo>
                        <a:pt x="16631" y="2790"/>
                        <a:pt x="16657" y="2823"/>
                        <a:pt x="16683" y="2859"/>
                      </a:cubicBezTo>
                      <a:cubicBezTo>
                        <a:pt x="16769" y="2968"/>
                        <a:pt x="16856" y="3058"/>
                        <a:pt x="16968" y="3141"/>
                      </a:cubicBezTo>
                      <a:cubicBezTo>
                        <a:pt x="17038" y="3194"/>
                        <a:pt x="17038" y="3194"/>
                        <a:pt x="17046" y="3248"/>
                      </a:cubicBezTo>
                      <a:cubicBezTo>
                        <a:pt x="17045" y="3253"/>
                        <a:pt x="17045" y="3253"/>
                        <a:pt x="17039" y="3281"/>
                      </a:cubicBezTo>
                      <a:cubicBezTo>
                        <a:pt x="17065" y="3281"/>
                        <a:pt x="17091" y="3281"/>
                        <a:pt x="17117" y="3281"/>
                      </a:cubicBezTo>
                      <a:cubicBezTo>
                        <a:pt x="17117" y="3307"/>
                        <a:pt x="17117" y="3333"/>
                        <a:pt x="17117" y="3359"/>
                      </a:cubicBezTo>
                      <a:cubicBezTo>
                        <a:pt x="17169" y="3359"/>
                        <a:pt x="17221" y="3359"/>
                        <a:pt x="17274" y="3359"/>
                      </a:cubicBezTo>
                      <a:cubicBezTo>
                        <a:pt x="17274" y="3385"/>
                        <a:pt x="17274" y="3411"/>
                        <a:pt x="17274" y="3438"/>
                      </a:cubicBezTo>
                      <a:cubicBezTo>
                        <a:pt x="17299" y="3438"/>
                        <a:pt x="17325" y="3438"/>
                        <a:pt x="17352" y="3438"/>
                      </a:cubicBezTo>
                      <a:cubicBezTo>
                        <a:pt x="17352" y="3463"/>
                        <a:pt x="17352" y="3489"/>
                        <a:pt x="17352" y="3516"/>
                      </a:cubicBezTo>
                      <a:cubicBezTo>
                        <a:pt x="17378" y="3516"/>
                        <a:pt x="17403" y="3516"/>
                        <a:pt x="17430" y="3516"/>
                      </a:cubicBezTo>
                      <a:cubicBezTo>
                        <a:pt x="17430" y="3541"/>
                        <a:pt x="17430" y="3567"/>
                        <a:pt x="17430" y="3594"/>
                      </a:cubicBezTo>
                      <a:cubicBezTo>
                        <a:pt x="17456" y="3594"/>
                        <a:pt x="17482" y="3594"/>
                        <a:pt x="17508" y="3594"/>
                      </a:cubicBezTo>
                      <a:cubicBezTo>
                        <a:pt x="17508" y="3620"/>
                        <a:pt x="17508" y="3645"/>
                        <a:pt x="17508" y="3672"/>
                      </a:cubicBezTo>
                      <a:cubicBezTo>
                        <a:pt x="17534" y="3672"/>
                        <a:pt x="17560" y="3672"/>
                        <a:pt x="17586" y="3672"/>
                      </a:cubicBezTo>
                      <a:cubicBezTo>
                        <a:pt x="17586" y="3698"/>
                        <a:pt x="17586" y="3723"/>
                        <a:pt x="17586" y="3750"/>
                      </a:cubicBezTo>
                      <a:cubicBezTo>
                        <a:pt x="17592" y="3749"/>
                        <a:pt x="17592" y="3749"/>
                        <a:pt x="17620" y="3746"/>
                      </a:cubicBezTo>
                      <a:cubicBezTo>
                        <a:pt x="17680" y="3751"/>
                        <a:pt x="17700" y="3774"/>
                        <a:pt x="17742" y="3816"/>
                      </a:cubicBezTo>
                      <a:cubicBezTo>
                        <a:pt x="17755" y="3828"/>
                        <a:pt x="17768" y="3840"/>
                        <a:pt x="17782" y="3853"/>
                      </a:cubicBezTo>
                      <a:cubicBezTo>
                        <a:pt x="17819" y="3897"/>
                        <a:pt x="17832" y="3940"/>
                        <a:pt x="17850" y="3994"/>
                      </a:cubicBezTo>
                      <a:cubicBezTo>
                        <a:pt x="17901" y="4128"/>
                        <a:pt x="17999" y="4217"/>
                        <a:pt x="18101" y="4314"/>
                      </a:cubicBezTo>
                      <a:cubicBezTo>
                        <a:pt x="18133" y="4346"/>
                        <a:pt x="18166" y="4378"/>
                        <a:pt x="18198" y="4410"/>
                      </a:cubicBezTo>
                      <a:cubicBezTo>
                        <a:pt x="18219" y="4430"/>
                        <a:pt x="18239" y="4451"/>
                        <a:pt x="18260" y="4471"/>
                      </a:cubicBezTo>
                      <a:cubicBezTo>
                        <a:pt x="18270" y="4480"/>
                        <a:pt x="18279" y="4490"/>
                        <a:pt x="18289" y="4499"/>
                      </a:cubicBezTo>
                      <a:cubicBezTo>
                        <a:pt x="18339" y="4547"/>
                        <a:pt x="18383" y="4579"/>
                        <a:pt x="18446" y="4609"/>
                      </a:cubicBezTo>
                      <a:cubicBezTo>
                        <a:pt x="18465" y="4652"/>
                        <a:pt x="18465" y="4652"/>
                        <a:pt x="18480" y="4702"/>
                      </a:cubicBezTo>
                      <a:cubicBezTo>
                        <a:pt x="18509" y="4784"/>
                        <a:pt x="18532" y="4817"/>
                        <a:pt x="18607" y="4861"/>
                      </a:cubicBezTo>
                      <a:cubicBezTo>
                        <a:pt x="18657" y="4895"/>
                        <a:pt x="18677" y="4915"/>
                        <a:pt x="18701" y="4971"/>
                      </a:cubicBezTo>
                      <a:cubicBezTo>
                        <a:pt x="18711" y="5042"/>
                        <a:pt x="18713" y="5092"/>
                        <a:pt x="18680" y="5156"/>
                      </a:cubicBezTo>
                      <a:cubicBezTo>
                        <a:pt x="18622" y="5222"/>
                        <a:pt x="18554" y="5276"/>
                        <a:pt x="18485" y="5330"/>
                      </a:cubicBezTo>
                      <a:cubicBezTo>
                        <a:pt x="18376" y="5417"/>
                        <a:pt x="18315" y="5484"/>
                        <a:pt x="18289" y="5625"/>
                      </a:cubicBezTo>
                      <a:cubicBezTo>
                        <a:pt x="18264" y="5625"/>
                        <a:pt x="18238" y="5625"/>
                        <a:pt x="18211" y="5625"/>
                      </a:cubicBezTo>
                      <a:cubicBezTo>
                        <a:pt x="18211" y="5651"/>
                        <a:pt x="18211" y="5677"/>
                        <a:pt x="18211" y="5703"/>
                      </a:cubicBezTo>
                      <a:cubicBezTo>
                        <a:pt x="18185" y="5703"/>
                        <a:pt x="18160" y="5703"/>
                        <a:pt x="18133" y="5703"/>
                      </a:cubicBezTo>
                      <a:cubicBezTo>
                        <a:pt x="18133" y="5729"/>
                        <a:pt x="18133" y="5755"/>
                        <a:pt x="18133" y="5781"/>
                      </a:cubicBezTo>
                      <a:cubicBezTo>
                        <a:pt x="18107" y="5781"/>
                        <a:pt x="18082" y="5781"/>
                        <a:pt x="18055" y="5781"/>
                      </a:cubicBezTo>
                      <a:cubicBezTo>
                        <a:pt x="18055" y="5807"/>
                        <a:pt x="18055" y="5833"/>
                        <a:pt x="18055" y="5859"/>
                      </a:cubicBezTo>
                      <a:cubicBezTo>
                        <a:pt x="18029" y="5859"/>
                        <a:pt x="18003" y="5859"/>
                        <a:pt x="17977" y="5859"/>
                      </a:cubicBezTo>
                      <a:cubicBezTo>
                        <a:pt x="17978" y="5871"/>
                        <a:pt x="17979" y="5883"/>
                        <a:pt x="17980" y="5895"/>
                      </a:cubicBezTo>
                      <a:cubicBezTo>
                        <a:pt x="17977" y="5938"/>
                        <a:pt x="17977" y="5938"/>
                        <a:pt x="17954" y="5966"/>
                      </a:cubicBezTo>
                      <a:cubicBezTo>
                        <a:pt x="17943" y="5975"/>
                        <a:pt x="17932" y="5984"/>
                        <a:pt x="17921" y="5993"/>
                      </a:cubicBezTo>
                      <a:cubicBezTo>
                        <a:pt x="17915" y="5998"/>
                        <a:pt x="17915" y="5998"/>
                        <a:pt x="17884" y="6024"/>
                      </a:cubicBezTo>
                      <a:cubicBezTo>
                        <a:pt x="17870" y="6035"/>
                        <a:pt x="17857" y="6046"/>
                        <a:pt x="17843" y="6057"/>
                      </a:cubicBezTo>
                      <a:cubicBezTo>
                        <a:pt x="17716" y="6164"/>
                        <a:pt x="17597" y="6274"/>
                        <a:pt x="17481" y="6392"/>
                      </a:cubicBezTo>
                      <a:cubicBezTo>
                        <a:pt x="17474" y="6399"/>
                        <a:pt x="17466" y="6407"/>
                        <a:pt x="17459" y="6415"/>
                      </a:cubicBezTo>
                      <a:cubicBezTo>
                        <a:pt x="17422" y="6451"/>
                        <a:pt x="17387" y="6487"/>
                        <a:pt x="17351" y="6524"/>
                      </a:cubicBezTo>
                      <a:cubicBezTo>
                        <a:pt x="17302" y="6573"/>
                        <a:pt x="17254" y="6621"/>
                        <a:pt x="17205" y="6670"/>
                      </a:cubicBezTo>
                      <a:cubicBezTo>
                        <a:pt x="17191" y="6685"/>
                        <a:pt x="17176" y="6700"/>
                        <a:pt x="17161" y="6714"/>
                      </a:cubicBezTo>
                      <a:cubicBezTo>
                        <a:pt x="17130" y="6746"/>
                        <a:pt x="17098" y="6777"/>
                        <a:pt x="17066" y="6807"/>
                      </a:cubicBezTo>
                      <a:cubicBezTo>
                        <a:pt x="17049" y="6824"/>
                        <a:pt x="17032" y="6841"/>
                        <a:pt x="17015" y="6858"/>
                      </a:cubicBezTo>
                      <a:cubicBezTo>
                        <a:pt x="17007" y="6866"/>
                        <a:pt x="16999" y="6874"/>
                        <a:pt x="16990" y="6882"/>
                      </a:cubicBezTo>
                      <a:cubicBezTo>
                        <a:pt x="16928" y="6944"/>
                        <a:pt x="16879" y="7009"/>
                        <a:pt x="16831" y="7082"/>
                      </a:cubicBezTo>
                      <a:cubicBezTo>
                        <a:pt x="16805" y="7109"/>
                        <a:pt x="16805" y="7109"/>
                        <a:pt x="16763" y="7113"/>
                      </a:cubicBezTo>
                      <a:cubicBezTo>
                        <a:pt x="16751" y="7112"/>
                        <a:pt x="16739" y="7111"/>
                        <a:pt x="16727" y="7109"/>
                      </a:cubicBezTo>
                      <a:cubicBezTo>
                        <a:pt x="16727" y="7135"/>
                        <a:pt x="16727" y="7161"/>
                        <a:pt x="16727" y="7188"/>
                      </a:cubicBezTo>
                      <a:cubicBezTo>
                        <a:pt x="16720" y="7189"/>
                        <a:pt x="16720" y="7189"/>
                        <a:pt x="16688" y="7199"/>
                      </a:cubicBezTo>
                      <a:cubicBezTo>
                        <a:pt x="16592" y="7232"/>
                        <a:pt x="16529" y="7257"/>
                        <a:pt x="16473" y="7344"/>
                      </a:cubicBezTo>
                      <a:cubicBezTo>
                        <a:pt x="16429" y="7411"/>
                        <a:pt x="16398" y="7434"/>
                        <a:pt x="16322" y="7459"/>
                      </a:cubicBezTo>
                      <a:cubicBezTo>
                        <a:pt x="16230" y="7489"/>
                        <a:pt x="16182" y="7531"/>
                        <a:pt x="16119" y="7600"/>
                      </a:cubicBezTo>
                      <a:cubicBezTo>
                        <a:pt x="16044" y="7683"/>
                        <a:pt x="15983" y="7727"/>
                        <a:pt x="15867" y="7734"/>
                      </a:cubicBezTo>
                      <a:cubicBezTo>
                        <a:pt x="15867" y="7760"/>
                        <a:pt x="15867" y="7786"/>
                        <a:pt x="15867" y="7812"/>
                      </a:cubicBezTo>
                      <a:cubicBezTo>
                        <a:pt x="15842" y="7812"/>
                        <a:pt x="15816" y="7812"/>
                        <a:pt x="15789" y="7812"/>
                      </a:cubicBezTo>
                      <a:cubicBezTo>
                        <a:pt x="15789" y="7838"/>
                        <a:pt x="15789" y="7864"/>
                        <a:pt x="15789" y="7891"/>
                      </a:cubicBezTo>
                      <a:cubicBezTo>
                        <a:pt x="15776" y="7895"/>
                        <a:pt x="15762" y="7900"/>
                        <a:pt x="15748" y="7905"/>
                      </a:cubicBezTo>
                      <a:cubicBezTo>
                        <a:pt x="15730" y="7912"/>
                        <a:pt x="15712" y="7918"/>
                        <a:pt x="15694" y="7925"/>
                      </a:cubicBezTo>
                      <a:cubicBezTo>
                        <a:pt x="15676" y="7931"/>
                        <a:pt x="15659" y="7938"/>
                        <a:pt x="15641" y="7944"/>
                      </a:cubicBezTo>
                      <a:cubicBezTo>
                        <a:pt x="15587" y="7973"/>
                        <a:pt x="15578" y="7993"/>
                        <a:pt x="15555" y="8047"/>
                      </a:cubicBezTo>
                      <a:cubicBezTo>
                        <a:pt x="15513" y="8052"/>
                        <a:pt x="15513" y="8052"/>
                        <a:pt x="15477" y="8047"/>
                      </a:cubicBezTo>
                      <a:cubicBezTo>
                        <a:pt x="15477" y="8073"/>
                        <a:pt x="15477" y="8098"/>
                        <a:pt x="15477" y="8125"/>
                      </a:cubicBezTo>
                      <a:cubicBezTo>
                        <a:pt x="15451" y="8125"/>
                        <a:pt x="15425" y="8125"/>
                        <a:pt x="15399" y="8125"/>
                      </a:cubicBezTo>
                      <a:cubicBezTo>
                        <a:pt x="15399" y="8151"/>
                        <a:pt x="15399" y="8177"/>
                        <a:pt x="15399" y="8203"/>
                      </a:cubicBezTo>
                      <a:cubicBezTo>
                        <a:pt x="15347" y="8203"/>
                        <a:pt x="15296" y="8203"/>
                        <a:pt x="15242" y="8203"/>
                      </a:cubicBezTo>
                      <a:cubicBezTo>
                        <a:pt x="15242" y="8229"/>
                        <a:pt x="15242" y="8255"/>
                        <a:pt x="15242" y="8281"/>
                      </a:cubicBezTo>
                      <a:cubicBezTo>
                        <a:pt x="15191" y="8281"/>
                        <a:pt x="15139" y="8281"/>
                        <a:pt x="15086" y="8281"/>
                      </a:cubicBezTo>
                      <a:cubicBezTo>
                        <a:pt x="15086" y="8307"/>
                        <a:pt x="15086" y="8333"/>
                        <a:pt x="15086" y="8359"/>
                      </a:cubicBezTo>
                      <a:cubicBezTo>
                        <a:pt x="15060" y="8359"/>
                        <a:pt x="15035" y="8359"/>
                        <a:pt x="15008" y="8359"/>
                      </a:cubicBezTo>
                      <a:cubicBezTo>
                        <a:pt x="15008" y="8385"/>
                        <a:pt x="15008" y="8411"/>
                        <a:pt x="15008" y="8438"/>
                      </a:cubicBezTo>
                      <a:cubicBezTo>
                        <a:pt x="14957" y="8438"/>
                        <a:pt x="14905" y="8438"/>
                        <a:pt x="14852" y="8438"/>
                      </a:cubicBezTo>
                      <a:cubicBezTo>
                        <a:pt x="14852" y="8463"/>
                        <a:pt x="14852" y="8489"/>
                        <a:pt x="14852" y="8516"/>
                      </a:cubicBezTo>
                      <a:cubicBezTo>
                        <a:pt x="14800" y="8516"/>
                        <a:pt x="14749" y="8516"/>
                        <a:pt x="14696" y="8516"/>
                      </a:cubicBezTo>
                      <a:cubicBezTo>
                        <a:pt x="14696" y="8541"/>
                        <a:pt x="14696" y="8567"/>
                        <a:pt x="14696" y="8594"/>
                      </a:cubicBezTo>
                      <a:cubicBezTo>
                        <a:pt x="14670" y="8594"/>
                        <a:pt x="14644" y="8594"/>
                        <a:pt x="14617" y="8594"/>
                      </a:cubicBezTo>
                      <a:cubicBezTo>
                        <a:pt x="14617" y="8620"/>
                        <a:pt x="14617" y="8645"/>
                        <a:pt x="14617" y="8672"/>
                      </a:cubicBezTo>
                      <a:cubicBezTo>
                        <a:pt x="14540" y="8672"/>
                        <a:pt x="14463" y="8672"/>
                        <a:pt x="14383" y="8672"/>
                      </a:cubicBezTo>
                      <a:cubicBezTo>
                        <a:pt x="14383" y="8698"/>
                        <a:pt x="14383" y="8723"/>
                        <a:pt x="14383" y="8750"/>
                      </a:cubicBezTo>
                      <a:cubicBezTo>
                        <a:pt x="14357" y="8750"/>
                        <a:pt x="14332" y="8750"/>
                        <a:pt x="14305" y="8750"/>
                      </a:cubicBezTo>
                      <a:cubicBezTo>
                        <a:pt x="14305" y="8776"/>
                        <a:pt x="14305" y="8802"/>
                        <a:pt x="14305" y="8828"/>
                      </a:cubicBezTo>
                      <a:cubicBezTo>
                        <a:pt x="14253" y="8828"/>
                        <a:pt x="14202" y="8828"/>
                        <a:pt x="14149" y="8828"/>
                      </a:cubicBezTo>
                      <a:cubicBezTo>
                        <a:pt x="14149" y="8854"/>
                        <a:pt x="14149" y="8880"/>
                        <a:pt x="14149" y="8906"/>
                      </a:cubicBezTo>
                      <a:cubicBezTo>
                        <a:pt x="14097" y="8906"/>
                        <a:pt x="14046" y="8906"/>
                        <a:pt x="13992" y="8906"/>
                      </a:cubicBezTo>
                      <a:cubicBezTo>
                        <a:pt x="13992" y="8932"/>
                        <a:pt x="13992" y="8958"/>
                        <a:pt x="13992" y="8984"/>
                      </a:cubicBezTo>
                      <a:cubicBezTo>
                        <a:pt x="13941" y="8984"/>
                        <a:pt x="13889" y="8984"/>
                        <a:pt x="13836" y="8984"/>
                      </a:cubicBezTo>
                      <a:cubicBezTo>
                        <a:pt x="13836" y="9010"/>
                        <a:pt x="13836" y="9036"/>
                        <a:pt x="13836" y="9062"/>
                      </a:cubicBezTo>
                      <a:cubicBezTo>
                        <a:pt x="13785" y="9062"/>
                        <a:pt x="13733" y="9062"/>
                        <a:pt x="13680" y="9062"/>
                      </a:cubicBezTo>
                      <a:cubicBezTo>
                        <a:pt x="13680" y="9088"/>
                        <a:pt x="13680" y="9114"/>
                        <a:pt x="13680" y="9141"/>
                      </a:cubicBezTo>
                      <a:cubicBezTo>
                        <a:pt x="13603" y="9141"/>
                        <a:pt x="13525" y="9141"/>
                        <a:pt x="13446" y="9141"/>
                      </a:cubicBezTo>
                      <a:cubicBezTo>
                        <a:pt x="13446" y="9166"/>
                        <a:pt x="13446" y="9192"/>
                        <a:pt x="13446" y="9219"/>
                      </a:cubicBezTo>
                      <a:cubicBezTo>
                        <a:pt x="13394" y="9219"/>
                        <a:pt x="13342" y="9219"/>
                        <a:pt x="13289" y="9219"/>
                      </a:cubicBezTo>
                      <a:cubicBezTo>
                        <a:pt x="13289" y="9245"/>
                        <a:pt x="13289" y="9270"/>
                        <a:pt x="13289" y="9297"/>
                      </a:cubicBezTo>
                      <a:cubicBezTo>
                        <a:pt x="13130" y="9348"/>
                        <a:pt x="12990" y="9389"/>
                        <a:pt x="12821" y="9375"/>
                      </a:cubicBezTo>
                      <a:cubicBezTo>
                        <a:pt x="12821" y="9401"/>
                        <a:pt x="12821" y="9427"/>
                        <a:pt x="12821" y="9453"/>
                      </a:cubicBezTo>
                      <a:cubicBezTo>
                        <a:pt x="12717" y="9453"/>
                        <a:pt x="12614" y="9453"/>
                        <a:pt x="12508" y="9453"/>
                      </a:cubicBezTo>
                      <a:cubicBezTo>
                        <a:pt x="12508" y="9479"/>
                        <a:pt x="12508" y="9505"/>
                        <a:pt x="12508" y="9531"/>
                      </a:cubicBezTo>
                      <a:cubicBezTo>
                        <a:pt x="12457" y="9531"/>
                        <a:pt x="12405" y="9531"/>
                        <a:pt x="12352" y="9531"/>
                      </a:cubicBezTo>
                      <a:cubicBezTo>
                        <a:pt x="12352" y="9557"/>
                        <a:pt x="12352" y="9583"/>
                        <a:pt x="12352" y="9609"/>
                      </a:cubicBezTo>
                      <a:cubicBezTo>
                        <a:pt x="12249" y="9609"/>
                        <a:pt x="12146" y="9609"/>
                        <a:pt x="12039" y="9609"/>
                      </a:cubicBezTo>
                      <a:cubicBezTo>
                        <a:pt x="12039" y="9635"/>
                        <a:pt x="12039" y="9661"/>
                        <a:pt x="12039" y="9688"/>
                      </a:cubicBezTo>
                      <a:cubicBezTo>
                        <a:pt x="11936" y="9688"/>
                        <a:pt x="11833" y="9688"/>
                        <a:pt x="11727" y="9688"/>
                      </a:cubicBezTo>
                      <a:cubicBezTo>
                        <a:pt x="11727" y="9713"/>
                        <a:pt x="11727" y="9739"/>
                        <a:pt x="11727" y="9766"/>
                      </a:cubicBezTo>
                      <a:cubicBezTo>
                        <a:pt x="11572" y="9766"/>
                        <a:pt x="11417" y="9766"/>
                        <a:pt x="11258" y="9766"/>
                      </a:cubicBezTo>
                      <a:cubicBezTo>
                        <a:pt x="11258" y="9791"/>
                        <a:pt x="11258" y="9817"/>
                        <a:pt x="11258" y="9844"/>
                      </a:cubicBezTo>
                      <a:cubicBezTo>
                        <a:pt x="11129" y="9844"/>
                        <a:pt x="11000" y="9844"/>
                        <a:pt x="10867" y="9844"/>
                      </a:cubicBezTo>
                      <a:cubicBezTo>
                        <a:pt x="10867" y="9870"/>
                        <a:pt x="10867" y="9895"/>
                        <a:pt x="10867" y="9922"/>
                      </a:cubicBezTo>
                      <a:cubicBezTo>
                        <a:pt x="10610" y="9922"/>
                        <a:pt x="10352" y="9922"/>
                        <a:pt x="10086" y="9922"/>
                      </a:cubicBezTo>
                      <a:cubicBezTo>
                        <a:pt x="10086" y="9948"/>
                        <a:pt x="10086" y="9973"/>
                        <a:pt x="10086" y="10000"/>
                      </a:cubicBezTo>
                      <a:cubicBezTo>
                        <a:pt x="9545" y="10000"/>
                        <a:pt x="9003" y="10000"/>
                        <a:pt x="8446" y="10000"/>
                      </a:cubicBezTo>
                      <a:cubicBezTo>
                        <a:pt x="8446" y="9974"/>
                        <a:pt x="8446" y="9948"/>
                        <a:pt x="8446" y="9922"/>
                      </a:cubicBezTo>
                      <a:cubicBezTo>
                        <a:pt x="8265" y="9922"/>
                        <a:pt x="8085" y="9922"/>
                        <a:pt x="7899" y="9922"/>
                      </a:cubicBezTo>
                      <a:cubicBezTo>
                        <a:pt x="7899" y="9896"/>
                        <a:pt x="7899" y="9870"/>
                        <a:pt x="7899" y="9844"/>
                      </a:cubicBezTo>
                      <a:cubicBezTo>
                        <a:pt x="7718" y="9844"/>
                        <a:pt x="7538" y="9844"/>
                        <a:pt x="7352" y="9844"/>
                      </a:cubicBezTo>
                      <a:cubicBezTo>
                        <a:pt x="7352" y="9818"/>
                        <a:pt x="7352" y="9792"/>
                        <a:pt x="7352" y="9766"/>
                      </a:cubicBezTo>
                      <a:cubicBezTo>
                        <a:pt x="7223" y="9766"/>
                        <a:pt x="7094" y="9766"/>
                        <a:pt x="6961" y="9766"/>
                      </a:cubicBezTo>
                      <a:cubicBezTo>
                        <a:pt x="6961" y="9740"/>
                        <a:pt x="6961" y="9714"/>
                        <a:pt x="6961" y="9688"/>
                      </a:cubicBezTo>
                      <a:cubicBezTo>
                        <a:pt x="6858" y="9688"/>
                        <a:pt x="6755" y="9688"/>
                        <a:pt x="6649" y="9688"/>
                      </a:cubicBezTo>
                      <a:cubicBezTo>
                        <a:pt x="6649" y="9662"/>
                        <a:pt x="6649" y="9636"/>
                        <a:pt x="6649" y="9609"/>
                      </a:cubicBezTo>
                      <a:cubicBezTo>
                        <a:pt x="6571" y="9609"/>
                        <a:pt x="6494" y="9609"/>
                        <a:pt x="6414" y="9609"/>
                      </a:cubicBezTo>
                      <a:cubicBezTo>
                        <a:pt x="6414" y="9584"/>
                        <a:pt x="6414" y="9558"/>
                        <a:pt x="6414" y="9531"/>
                      </a:cubicBezTo>
                      <a:cubicBezTo>
                        <a:pt x="6337" y="9531"/>
                        <a:pt x="6260" y="9531"/>
                        <a:pt x="6180" y="9531"/>
                      </a:cubicBezTo>
                      <a:cubicBezTo>
                        <a:pt x="6180" y="9505"/>
                        <a:pt x="6180" y="9480"/>
                        <a:pt x="6180" y="9453"/>
                      </a:cubicBezTo>
                      <a:cubicBezTo>
                        <a:pt x="6077" y="9453"/>
                        <a:pt x="5974" y="9453"/>
                        <a:pt x="5867" y="9453"/>
                      </a:cubicBezTo>
                      <a:cubicBezTo>
                        <a:pt x="5867" y="9427"/>
                        <a:pt x="5867" y="9402"/>
                        <a:pt x="5867" y="9375"/>
                      </a:cubicBezTo>
                      <a:cubicBezTo>
                        <a:pt x="5790" y="9375"/>
                        <a:pt x="5713" y="9375"/>
                        <a:pt x="5633" y="9375"/>
                      </a:cubicBezTo>
                      <a:cubicBezTo>
                        <a:pt x="5633" y="9349"/>
                        <a:pt x="5633" y="9323"/>
                        <a:pt x="5633" y="9297"/>
                      </a:cubicBezTo>
                      <a:cubicBezTo>
                        <a:pt x="5582" y="9297"/>
                        <a:pt x="5530" y="9297"/>
                        <a:pt x="5477" y="9297"/>
                      </a:cubicBezTo>
                      <a:cubicBezTo>
                        <a:pt x="5477" y="9271"/>
                        <a:pt x="5477" y="9245"/>
                        <a:pt x="5477" y="9219"/>
                      </a:cubicBezTo>
                      <a:cubicBezTo>
                        <a:pt x="5425" y="9219"/>
                        <a:pt x="5374" y="9219"/>
                        <a:pt x="5321" y="9219"/>
                      </a:cubicBezTo>
                      <a:cubicBezTo>
                        <a:pt x="5321" y="9193"/>
                        <a:pt x="5321" y="9167"/>
                        <a:pt x="5321" y="9141"/>
                      </a:cubicBezTo>
                      <a:cubicBezTo>
                        <a:pt x="5310" y="9142"/>
                        <a:pt x="5299" y="9142"/>
                        <a:pt x="5287" y="9143"/>
                      </a:cubicBezTo>
                      <a:cubicBezTo>
                        <a:pt x="5132" y="9150"/>
                        <a:pt x="4999" y="9110"/>
                        <a:pt x="4852" y="9062"/>
                      </a:cubicBezTo>
                      <a:cubicBezTo>
                        <a:pt x="4852" y="9037"/>
                        <a:pt x="4852" y="9011"/>
                        <a:pt x="4852" y="8984"/>
                      </a:cubicBezTo>
                      <a:cubicBezTo>
                        <a:pt x="4800" y="8984"/>
                        <a:pt x="4749" y="8984"/>
                        <a:pt x="4696" y="8984"/>
                      </a:cubicBezTo>
                      <a:cubicBezTo>
                        <a:pt x="4696" y="8959"/>
                        <a:pt x="4696" y="8933"/>
                        <a:pt x="4696" y="8906"/>
                      </a:cubicBezTo>
                      <a:cubicBezTo>
                        <a:pt x="4644" y="8906"/>
                        <a:pt x="4592" y="8906"/>
                        <a:pt x="4539" y="8906"/>
                      </a:cubicBezTo>
                      <a:cubicBezTo>
                        <a:pt x="4539" y="8880"/>
                        <a:pt x="4539" y="8855"/>
                        <a:pt x="4539" y="8828"/>
                      </a:cubicBezTo>
                      <a:cubicBezTo>
                        <a:pt x="4488" y="8828"/>
                        <a:pt x="4436" y="8828"/>
                        <a:pt x="4383" y="8828"/>
                      </a:cubicBezTo>
                      <a:cubicBezTo>
                        <a:pt x="4383" y="8802"/>
                        <a:pt x="4383" y="8777"/>
                        <a:pt x="4383" y="8750"/>
                      </a:cubicBezTo>
                      <a:cubicBezTo>
                        <a:pt x="4332" y="8750"/>
                        <a:pt x="4280" y="8750"/>
                        <a:pt x="4227" y="8750"/>
                      </a:cubicBezTo>
                      <a:cubicBezTo>
                        <a:pt x="4227" y="8724"/>
                        <a:pt x="4227" y="8698"/>
                        <a:pt x="4227" y="8672"/>
                      </a:cubicBezTo>
                      <a:cubicBezTo>
                        <a:pt x="4216" y="8674"/>
                        <a:pt x="4204" y="8677"/>
                        <a:pt x="4193" y="8679"/>
                      </a:cubicBezTo>
                      <a:cubicBezTo>
                        <a:pt x="4178" y="8677"/>
                        <a:pt x="4164" y="8674"/>
                        <a:pt x="4149" y="8672"/>
                      </a:cubicBezTo>
                      <a:cubicBezTo>
                        <a:pt x="4134" y="8647"/>
                        <a:pt x="4134" y="8647"/>
                        <a:pt x="4119" y="8616"/>
                      </a:cubicBezTo>
                      <a:cubicBezTo>
                        <a:pt x="4099" y="8580"/>
                        <a:pt x="4083" y="8559"/>
                        <a:pt x="4044" y="8545"/>
                      </a:cubicBezTo>
                      <a:cubicBezTo>
                        <a:pt x="3976" y="8529"/>
                        <a:pt x="3906" y="8522"/>
                        <a:pt x="3836" y="8516"/>
                      </a:cubicBezTo>
                      <a:cubicBezTo>
                        <a:pt x="3836" y="8490"/>
                        <a:pt x="3836" y="8464"/>
                        <a:pt x="3836" y="8438"/>
                      </a:cubicBezTo>
                      <a:cubicBezTo>
                        <a:pt x="3785" y="8438"/>
                        <a:pt x="3733" y="8438"/>
                        <a:pt x="3680" y="8438"/>
                      </a:cubicBezTo>
                      <a:cubicBezTo>
                        <a:pt x="3680" y="8412"/>
                        <a:pt x="3680" y="8386"/>
                        <a:pt x="3680" y="8359"/>
                      </a:cubicBezTo>
                      <a:cubicBezTo>
                        <a:pt x="3654" y="8359"/>
                        <a:pt x="3628" y="8359"/>
                        <a:pt x="3602" y="8359"/>
                      </a:cubicBezTo>
                      <a:cubicBezTo>
                        <a:pt x="3602" y="8334"/>
                        <a:pt x="3602" y="8308"/>
                        <a:pt x="3602" y="8281"/>
                      </a:cubicBezTo>
                      <a:cubicBezTo>
                        <a:pt x="3550" y="8281"/>
                        <a:pt x="3499" y="8281"/>
                        <a:pt x="3446" y="8281"/>
                      </a:cubicBezTo>
                      <a:cubicBezTo>
                        <a:pt x="3446" y="8255"/>
                        <a:pt x="3446" y="8230"/>
                        <a:pt x="3446" y="8203"/>
                      </a:cubicBezTo>
                      <a:cubicBezTo>
                        <a:pt x="3420" y="8203"/>
                        <a:pt x="3394" y="8203"/>
                        <a:pt x="3367" y="8203"/>
                      </a:cubicBezTo>
                      <a:cubicBezTo>
                        <a:pt x="3367" y="8177"/>
                        <a:pt x="3367" y="8152"/>
                        <a:pt x="3367" y="8125"/>
                      </a:cubicBezTo>
                      <a:cubicBezTo>
                        <a:pt x="3357" y="8126"/>
                        <a:pt x="3347" y="8128"/>
                        <a:pt x="3336" y="8129"/>
                      </a:cubicBezTo>
                      <a:cubicBezTo>
                        <a:pt x="3292" y="8132"/>
                        <a:pt x="3255" y="8133"/>
                        <a:pt x="3211" y="8125"/>
                      </a:cubicBezTo>
                      <a:cubicBezTo>
                        <a:pt x="3186" y="8097"/>
                        <a:pt x="3172" y="8069"/>
                        <a:pt x="3155" y="8036"/>
                      </a:cubicBezTo>
                      <a:cubicBezTo>
                        <a:pt x="3125" y="7998"/>
                        <a:pt x="3102" y="7996"/>
                        <a:pt x="3055" y="7988"/>
                      </a:cubicBezTo>
                      <a:cubicBezTo>
                        <a:pt x="2982" y="7975"/>
                        <a:pt x="2982" y="7975"/>
                        <a:pt x="2955" y="7942"/>
                      </a:cubicBezTo>
                      <a:cubicBezTo>
                        <a:pt x="2944" y="7921"/>
                        <a:pt x="2932" y="7900"/>
                        <a:pt x="2921" y="7879"/>
                      </a:cubicBezTo>
                      <a:cubicBezTo>
                        <a:pt x="2878" y="7826"/>
                        <a:pt x="2807" y="7822"/>
                        <a:pt x="2742" y="7812"/>
                      </a:cubicBezTo>
                      <a:cubicBezTo>
                        <a:pt x="2742" y="7787"/>
                        <a:pt x="2742" y="7761"/>
                        <a:pt x="2742" y="7734"/>
                      </a:cubicBezTo>
                      <a:cubicBezTo>
                        <a:pt x="2731" y="7736"/>
                        <a:pt x="2720" y="7738"/>
                        <a:pt x="2708" y="7740"/>
                      </a:cubicBezTo>
                      <a:cubicBezTo>
                        <a:pt x="2664" y="7734"/>
                        <a:pt x="2664" y="7734"/>
                        <a:pt x="2628" y="7693"/>
                      </a:cubicBezTo>
                      <a:cubicBezTo>
                        <a:pt x="2616" y="7675"/>
                        <a:pt x="2603" y="7657"/>
                        <a:pt x="2591" y="7639"/>
                      </a:cubicBezTo>
                      <a:cubicBezTo>
                        <a:pt x="2541" y="7571"/>
                        <a:pt x="2506" y="7527"/>
                        <a:pt x="2420" y="7507"/>
                      </a:cubicBezTo>
                      <a:cubicBezTo>
                        <a:pt x="2381" y="7502"/>
                        <a:pt x="2381" y="7502"/>
                        <a:pt x="2352" y="7500"/>
                      </a:cubicBezTo>
                      <a:cubicBezTo>
                        <a:pt x="2352" y="7474"/>
                        <a:pt x="2352" y="7448"/>
                        <a:pt x="2352" y="7422"/>
                      </a:cubicBezTo>
                      <a:cubicBezTo>
                        <a:pt x="2340" y="7423"/>
                        <a:pt x="2329" y="7424"/>
                        <a:pt x="2317" y="7426"/>
                      </a:cubicBezTo>
                      <a:cubicBezTo>
                        <a:pt x="2274" y="7422"/>
                        <a:pt x="2274" y="7422"/>
                        <a:pt x="2243" y="7396"/>
                      </a:cubicBezTo>
                      <a:cubicBezTo>
                        <a:pt x="2233" y="7384"/>
                        <a:pt x="2223" y="7373"/>
                        <a:pt x="2213" y="7360"/>
                      </a:cubicBezTo>
                      <a:cubicBezTo>
                        <a:pt x="2202" y="7347"/>
                        <a:pt x="2191" y="7334"/>
                        <a:pt x="2180" y="7321"/>
                      </a:cubicBezTo>
                      <a:cubicBezTo>
                        <a:pt x="2168" y="7307"/>
                        <a:pt x="2156" y="7292"/>
                        <a:pt x="2144" y="7278"/>
                      </a:cubicBezTo>
                      <a:cubicBezTo>
                        <a:pt x="2120" y="7249"/>
                        <a:pt x="2095" y="7220"/>
                        <a:pt x="2071" y="7192"/>
                      </a:cubicBezTo>
                      <a:cubicBezTo>
                        <a:pt x="2059" y="7178"/>
                        <a:pt x="2047" y="7164"/>
                        <a:pt x="2034" y="7149"/>
                      </a:cubicBezTo>
                      <a:cubicBezTo>
                        <a:pt x="1989" y="7096"/>
                        <a:pt x="1943" y="7045"/>
                        <a:pt x="1895" y="6995"/>
                      </a:cubicBezTo>
                      <a:cubicBezTo>
                        <a:pt x="1888" y="6987"/>
                        <a:pt x="1881" y="6979"/>
                        <a:pt x="1874" y="6971"/>
                      </a:cubicBezTo>
                      <a:cubicBezTo>
                        <a:pt x="1828" y="6924"/>
                        <a:pt x="1794" y="6910"/>
                        <a:pt x="1729" y="6898"/>
                      </a:cubicBezTo>
                      <a:cubicBezTo>
                        <a:pt x="1629" y="6877"/>
                        <a:pt x="1586" y="6817"/>
                        <a:pt x="1527" y="6738"/>
                      </a:cubicBezTo>
                      <a:cubicBezTo>
                        <a:pt x="1507" y="6713"/>
                        <a:pt x="1487" y="6689"/>
                        <a:pt x="1468" y="6664"/>
                      </a:cubicBezTo>
                      <a:cubicBezTo>
                        <a:pt x="1459" y="6653"/>
                        <a:pt x="1451" y="6642"/>
                        <a:pt x="1442" y="6630"/>
                      </a:cubicBezTo>
                      <a:cubicBezTo>
                        <a:pt x="1414" y="6602"/>
                        <a:pt x="1414" y="6602"/>
                        <a:pt x="1372" y="6581"/>
                      </a:cubicBezTo>
                      <a:cubicBezTo>
                        <a:pt x="1360" y="6575"/>
                        <a:pt x="1348" y="6569"/>
                        <a:pt x="1336" y="6562"/>
                      </a:cubicBezTo>
                      <a:cubicBezTo>
                        <a:pt x="1331" y="6521"/>
                        <a:pt x="1331" y="6521"/>
                        <a:pt x="1336" y="6484"/>
                      </a:cubicBezTo>
                      <a:cubicBezTo>
                        <a:pt x="1310" y="6484"/>
                        <a:pt x="1285" y="6484"/>
                        <a:pt x="1258" y="6484"/>
                      </a:cubicBezTo>
                      <a:cubicBezTo>
                        <a:pt x="1258" y="6459"/>
                        <a:pt x="1258" y="6433"/>
                        <a:pt x="1258" y="6406"/>
                      </a:cubicBezTo>
                      <a:cubicBezTo>
                        <a:pt x="1232" y="6406"/>
                        <a:pt x="1207" y="6406"/>
                        <a:pt x="1180" y="6406"/>
                      </a:cubicBezTo>
                      <a:cubicBezTo>
                        <a:pt x="1180" y="6380"/>
                        <a:pt x="1180" y="6355"/>
                        <a:pt x="1180" y="6328"/>
                      </a:cubicBezTo>
                      <a:cubicBezTo>
                        <a:pt x="1154" y="6328"/>
                        <a:pt x="1128" y="6328"/>
                        <a:pt x="1102" y="6328"/>
                      </a:cubicBezTo>
                      <a:cubicBezTo>
                        <a:pt x="1102" y="6302"/>
                        <a:pt x="1102" y="6277"/>
                        <a:pt x="1102" y="6250"/>
                      </a:cubicBezTo>
                      <a:cubicBezTo>
                        <a:pt x="1076" y="6250"/>
                        <a:pt x="1050" y="6250"/>
                        <a:pt x="1024" y="6250"/>
                      </a:cubicBezTo>
                      <a:cubicBezTo>
                        <a:pt x="1024" y="6224"/>
                        <a:pt x="1024" y="6198"/>
                        <a:pt x="1024" y="6172"/>
                      </a:cubicBezTo>
                      <a:cubicBezTo>
                        <a:pt x="998" y="6172"/>
                        <a:pt x="972" y="6172"/>
                        <a:pt x="946" y="6172"/>
                      </a:cubicBezTo>
                      <a:cubicBezTo>
                        <a:pt x="946" y="6146"/>
                        <a:pt x="946" y="6120"/>
                        <a:pt x="946" y="6094"/>
                      </a:cubicBezTo>
                      <a:cubicBezTo>
                        <a:pt x="934" y="6095"/>
                        <a:pt x="923" y="6096"/>
                        <a:pt x="911" y="6098"/>
                      </a:cubicBezTo>
                      <a:cubicBezTo>
                        <a:pt x="852" y="6092"/>
                        <a:pt x="832" y="6070"/>
                        <a:pt x="789" y="6028"/>
                      </a:cubicBezTo>
                      <a:cubicBezTo>
                        <a:pt x="776" y="6016"/>
                        <a:pt x="764" y="6003"/>
                        <a:pt x="750" y="5991"/>
                      </a:cubicBezTo>
                      <a:cubicBezTo>
                        <a:pt x="712" y="5946"/>
                        <a:pt x="696" y="5900"/>
                        <a:pt x="677" y="5845"/>
                      </a:cubicBezTo>
                      <a:cubicBezTo>
                        <a:pt x="634" y="5730"/>
                        <a:pt x="565" y="5659"/>
                        <a:pt x="477" y="5576"/>
                      </a:cubicBezTo>
                      <a:cubicBezTo>
                        <a:pt x="463" y="5562"/>
                        <a:pt x="449" y="5549"/>
                        <a:pt x="435" y="5535"/>
                      </a:cubicBezTo>
                      <a:cubicBezTo>
                        <a:pt x="333" y="5436"/>
                        <a:pt x="333" y="5436"/>
                        <a:pt x="278" y="5409"/>
                      </a:cubicBezTo>
                      <a:cubicBezTo>
                        <a:pt x="242" y="5391"/>
                        <a:pt x="242" y="5391"/>
                        <a:pt x="223" y="5348"/>
                      </a:cubicBezTo>
                      <a:cubicBezTo>
                        <a:pt x="218" y="5332"/>
                        <a:pt x="213" y="5315"/>
                        <a:pt x="208" y="5298"/>
                      </a:cubicBezTo>
                      <a:cubicBezTo>
                        <a:pt x="173" y="5199"/>
                        <a:pt x="129" y="5158"/>
                        <a:pt x="40" y="5105"/>
                      </a:cubicBezTo>
                      <a:cubicBezTo>
                        <a:pt x="8" y="5078"/>
                        <a:pt x="8" y="5078"/>
                        <a:pt x="0" y="5038"/>
                      </a:cubicBezTo>
                      <a:cubicBezTo>
                        <a:pt x="8" y="5000"/>
                        <a:pt x="8" y="5000"/>
                        <a:pt x="32" y="4981"/>
                      </a:cubicBezTo>
                      <a:cubicBezTo>
                        <a:pt x="43" y="4976"/>
                        <a:pt x="53" y="4971"/>
                        <a:pt x="64" y="4966"/>
                      </a:cubicBezTo>
                      <a:cubicBezTo>
                        <a:pt x="123" y="4932"/>
                        <a:pt x="123" y="4932"/>
                        <a:pt x="134" y="4888"/>
                      </a:cubicBezTo>
                      <a:cubicBezTo>
                        <a:pt x="135" y="4882"/>
                        <a:pt x="135" y="4882"/>
                        <a:pt x="139" y="4850"/>
                      </a:cubicBezTo>
                      <a:cubicBezTo>
                        <a:pt x="163" y="4742"/>
                        <a:pt x="233" y="4693"/>
                        <a:pt x="316" y="4626"/>
                      </a:cubicBezTo>
                      <a:cubicBezTo>
                        <a:pt x="343" y="4604"/>
                        <a:pt x="371" y="4581"/>
                        <a:pt x="398" y="4558"/>
                      </a:cubicBezTo>
                      <a:cubicBezTo>
                        <a:pt x="412" y="4547"/>
                        <a:pt x="425" y="4536"/>
                        <a:pt x="439" y="4525"/>
                      </a:cubicBezTo>
                      <a:cubicBezTo>
                        <a:pt x="605" y="4384"/>
                        <a:pt x="605" y="4384"/>
                        <a:pt x="621" y="4290"/>
                      </a:cubicBezTo>
                      <a:cubicBezTo>
                        <a:pt x="623" y="4276"/>
                        <a:pt x="626" y="4263"/>
                        <a:pt x="629" y="4249"/>
                      </a:cubicBezTo>
                      <a:cubicBezTo>
                        <a:pt x="630" y="4239"/>
                        <a:pt x="632" y="4229"/>
                        <a:pt x="633" y="4219"/>
                      </a:cubicBezTo>
                      <a:cubicBezTo>
                        <a:pt x="659" y="4219"/>
                        <a:pt x="685" y="4219"/>
                        <a:pt x="711" y="4219"/>
                      </a:cubicBezTo>
                      <a:cubicBezTo>
                        <a:pt x="710" y="4207"/>
                        <a:pt x="709" y="4195"/>
                        <a:pt x="708" y="4183"/>
                      </a:cubicBezTo>
                      <a:cubicBezTo>
                        <a:pt x="711" y="4141"/>
                        <a:pt x="711" y="4141"/>
                        <a:pt x="732" y="4115"/>
                      </a:cubicBezTo>
                      <a:cubicBezTo>
                        <a:pt x="742" y="4107"/>
                        <a:pt x="752" y="4099"/>
                        <a:pt x="762" y="4091"/>
                      </a:cubicBezTo>
                      <a:cubicBezTo>
                        <a:pt x="773" y="4081"/>
                        <a:pt x="785" y="4072"/>
                        <a:pt x="797" y="4062"/>
                      </a:cubicBezTo>
                      <a:cubicBezTo>
                        <a:pt x="810" y="4052"/>
                        <a:pt x="822" y="4041"/>
                        <a:pt x="836" y="4030"/>
                      </a:cubicBezTo>
                      <a:cubicBezTo>
                        <a:pt x="986" y="3904"/>
                        <a:pt x="1127" y="3769"/>
                        <a:pt x="1266" y="3630"/>
                      </a:cubicBezTo>
                      <a:cubicBezTo>
                        <a:pt x="1277" y="3619"/>
                        <a:pt x="1288" y="3608"/>
                        <a:pt x="1299" y="3598"/>
                      </a:cubicBezTo>
                      <a:cubicBezTo>
                        <a:pt x="1353" y="3543"/>
                        <a:pt x="1408" y="3488"/>
                        <a:pt x="1462" y="3434"/>
                      </a:cubicBezTo>
                      <a:cubicBezTo>
                        <a:pt x="1519" y="3377"/>
                        <a:pt x="1575" y="3321"/>
                        <a:pt x="1631" y="3265"/>
                      </a:cubicBezTo>
                      <a:cubicBezTo>
                        <a:pt x="1675" y="3221"/>
                        <a:pt x="1719" y="3177"/>
                        <a:pt x="1762" y="3134"/>
                      </a:cubicBezTo>
                      <a:cubicBezTo>
                        <a:pt x="1783" y="3113"/>
                        <a:pt x="1804" y="3092"/>
                        <a:pt x="1825" y="3071"/>
                      </a:cubicBezTo>
                      <a:cubicBezTo>
                        <a:pt x="1854" y="3043"/>
                        <a:pt x="1882" y="3014"/>
                        <a:pt x="1911" y="2985"/>
                      </a:cubicBezTo>
                      <a:cubicBezTo>
                        <a:pt x="1920" y="2976"/>
                        <a:pt x="1928" y="2968"/>
                        <a:pt x="1937" y="2959"/>
                      </a:cubicBezTo>
                      <a:cubicBezTo>
                        <a:pt x="1983" y="2913"/>
                        <a:pt x="2011" y="2872"/>
                        <a:pt x="2039" y="2812"/>
                      </a:cubicBezTo>
                      <a:cubicBezTo>
                        <a:pt x="2080" y="2793"/>
                        <a:pt x="2080" y="2793"/>
                        <a:pt x="2130" y="2778"/>
                      </a:cubicBezTo>
                      <a:cubicBezTo>
                        <a:pt x="2229" y="2742"/>
                        <a:pt x="2282" y="2692"/>
                        <a:pt x="2353" y="2615"/>
                      </a:cubicBezTo>
                      <a:cubicBezTo>
                        <a:pt x="2402" y="2568"/>
                        <a:pt x="2452" y="2544"/>
                        <a:pt x="2515" y="2519"/>
                      </a:cubicBezTo>
                      <a:cubicBezTo>
                        <a:pt x="2557" y="2494"/>
                        <a:pt x="2566" y="2465"/>
                        <a:pt x="2586" y="2422"/>
                      </a:cubicBezTo>
                      <a:cubicBezTo>
                        <a:pt x="2628" y="2417"/>
                        <a:pt x="2628" y="2417"/>
                        <a:pt x="2664" y="2422"/>
                      </a:cubicBezTo>
                      <a:cubicBezTo>
                        <a:pt x="2664" y="2396"/>
                        <a:pt x="2664" y="2370"/>
                        <a:pt x="2664" y="2344"/>
                      </a:cubicBezTo>
                      <a:cubicBezTo>
                        <a:pt x="2678" y="2339"/>
                        <a:pt x="2692" y="2334"/>
                        <a:pt x="2706" y="2329"/>
                      </a:cubicBezTo>
                      <a:cubicBezTo>
                        <a:pt x="2723" y="2323"/>
                        <a:pt x="2741" y="2316"/>
                        <a:pt x="2760" y="2310"/>
                      </a:cubicBezTo>
                      <a:cubicBezTo>
                        <a:pt x="2777" y="2303"/>
                        <a:pt x="2795" y="2297"/>
                        <a:pt x="2813" y="2290"/>
                      </a:cubicBezTo>
                      <a:cubicBezTo>
                        <a:pt x="2867" y="2262"/>
                        <a:pt x="2875" y="2242"/>
                        <a:pt x="2899" y="2188"/>
                      </a:cubicBezTo>
                      <a:cubicBezTo>
                        <a:pt x="2940" y="2183"/>
                        <a:pt x="2940" y="2183"/>
                        <a:pt x="2977" y="2188"/>
                      </a:cubicBezTo>
                      <a:cubicBezTo>
                        <a:pt x="2977" y="2162"/>
                        <a:pt x="2977" y="2136"/>
                        <a:pt x="2977" y="2109"/>
                      </a:cubicBezTo>
                      <a:cubicBezTo>
                        <a:pt x="3003" y="2109"/>
                        <a:pt x="3028" y="2109"/>
                        <a:pt x="3055" y="2109"/>
                      </a:cubicBezTo>
                      <a:cubicBezTo>
                        <a:pt x="3055" y="2084"/>
                        <a:pt x="3055" y="2058"/>
                        <a:pt x="3055" y="2031"/>
                      </a:cubicBezTo>
                      <a:cubicBezTo>
                        <a:pt x="3107" y="2031"/>
                        <a:pt x="3158" y="2031"/>
                        <a:pt x="3211" y="2031"/>
                      </a:cubicBezTo>
                      <a:cubicBezTo>
                        <a:pt x="3211" y="2005"/>
                        <a:pt x="3211" y="1980"/>
                        <a:pt x="3211" y="1953"/>
                      </a:cubicBezTo>
                      <a:cubicBezTo>
                        <a:pt x="3237" y="1953"/>
                        <a:pt x="3263" y="1953"/>
                        <a:pt x="3289" y="1953"/>
                      </a:cubicBezTo>
                      <a:cubicBezTo>
                        <a:pt x="3289" y="1927"/>
                        <a:pt x="3289" y="1902"/>
                        <a:pt x="3289" y="1875"/>
                      </a:cubicBezTo>
                      <a:cubicBezTo>
                        <a:pt x="3341" y="1875"/>
                        <a:pt x="3392" y="1875"/>
                        <a:pt x="3446" y="1875"/>
                      </a:cubicBezTo>
                      <a:cubicBezTo>
                        <a:pt x="3446" y="1849"/>
                        <a:pt x="3446" y="1823"/>
                        <a:pt x="3446" y="1797"/>
                      </a:cubicBezTo>
                      <a:cubicBezTo>
                        <a:pt x="3471" y="1797"/>
                        <a:pt x="3497" y="1797"/>
                        <a:pt x="3524" y="1797"/>
                      </a:cubicBezTo>
                      <a:cubicBezTo>
                        <a:pt x="3524" y="1771"/>
                        <a:pt x="3524" y="1745"/>
                        <a:pt x="3524" y="1719"/>
                      </a:cubicBezTo>
                      <a:cubicBezTo>
                        <a:pt x="3532" y="1717"/>
                        <a:pt x="3540" y="1715"/>
                        <a:pt x="3548" y="1713"/>
                      </a:cubicBezTo>
                      <a:cubicBezTo>
                        <a:pt x="3585" y="1704"/>
                        <a:pt x="3621" y="1694"/>
                        <a:pt x="3658" y="1685"/>
                      </a:cubicBezTo>
                      <a:cubicBezTo>
                        <a:pt x="3671" y="1681"/>
                        <a:pt x="3683" y="1678"/>
                        <a:pt x="3697" y="1675"/>
                      </a:cubicBezTo>
                      <a:cubicBezTo>
                        <a:pt x="3791" y="1650"/>
                        <a:pt x="3791" y="1650"/>
                        <a:pt x="3823" y="1599"/>
                      </a:cubicBezTo>
                      <a:cubicBezTo>
                        <a:pt x="3825" y="1593"/>
                        <a:pt x="3825" y="1593"/>
                        <a:pt x="3836" y="1562"/>
                      </a:cubicBezTo>
                      <a:cubicBezTo>
                        <a:pt x="3878" y="1558"/>
                        <a:pt x="3878" y="1558"/>
                        <a:pt x="3914" y="1562"/>
                      </a:cubicBezTo>
                      <a:cubicBezTo>
                        <a:pt x="3914" y="1537"/>
                        <a:pt x="3914" y="1511"/>
                        <a:pt x="3914" y="1484"/>
                      </a:cubicBezTo>
                      <a:cubicBezTo>
                        <a:pt x="3992" y="1484"/>
                        <a:pt x="4069" y="1484"/>
                        <a:pt x="4149" y="1484"/>
                      </a:cubicBezTo>
                      <a:cubicBezTo>
                        <a:pt x="4149" y="1459"/>
                        <a:pt x="4149" y="1433"/>
                        <a:pt x="4149" y="1406"/>
                      </a:cubicBezTo>
                      <a:cubicBezTo>
                        <a:pt x="4174" y="1406"/>
                        <a:pt x="4200" y="1406"/>
                        <a:pt x="4227" y="1406"/>
                      </a:cubicBezTo>
                      <a:cubicBezTo>
                        <a:pt x="4227" y="1380"/>
                        <a:pt x="4227" y="1355"/>
                        <a:pt x="4227" y="1328"/>
                      </a:cubicBezTo>
                      <a:cubicBezTo>
                        <a:pt x="4278" y="1328"/>
                        <a:pt x="4330" y="1328"/>
                        <a:pt x="4383" y="1328"/>
                      </a:cubicBezTo>
                      <a:cubicBezTo>
                        <a:pt x="4383" y="1302"/>
                        <a:pt x="4383" y="1277"/>
                        <a:pt x="4383" y="1250"/>
                      </a:cubicBezTo>
                      <a:cubicBezTo>
                        <a:pt x="4409" y="1250"/>
                        <a:pt x="4435" y="1250"/>
                        <a:pt x="4461" y="1250"/>
                      </a:cubicBezTo>
                      <a:cubicBezTo>
                        <a:pt x="4461" y="1224"/>
                        <a:pt x="4461" y="1198"/>
                        <a:pt x="4461" y="1172"/>
                      </a:cubicBezTo>
                      <a:cubicBezTo>
                        <a:pt x="4513" y="1172"/>
                        <a:pt x="4564" y="1172"/>
                        <a:pt x="4617" y="1172"/>
                      </a:cubicBezTo>
                      <a:cubicBezTo>
                        <a:pt x="4617" y="1146"/>
                        <a:pt x="4617" y="1120"/>
                        <a:pt x="4617" y="1094"/>
                      </a:cubicBezTo>
                      <a:cubicBezTo>
                        <a:pt x="4695" y="1094"/>
                        <a:pt x="4772" y="1094"/>
                        <a:pt x="4852" y="1094"/>
                      </a:cubicBezTo>
                      <a:cubicBezTo>
                        <a:pt x="4852" y="1068"/>
                        <a:pt x="4852" y="1042"/>
                        <a:pt x="4852" y="1016"/>
                      </a:cubicBezTo>
                      <a:cubicBezTo>
                        <a:pt x="4903" y="1016"/>
                        <a:pt x="4955" y="1016"/>
                        <a:pt x="5008" y="1016"/>
                      </a:cubicBezTo>
                      <a:cubicBezTo>
                        <a:pt x="5008" y="990"/>
                        <a:pt x="5008" y="964"/>
                        <a:pt x="5008" y="938"/>
                      </a:cubicBezTo>
                      <a:cubicBezTo>
                        <a:pt x="5060" y="938"/>
                        <a:pt x="5111" y="938"/>
                        <a:pt x="5164" y="938"/>
                      </a:cubicBezTo>
                      <a:cubicBezTo>
                        <a:pt x="5164" y="912"/>
                        <a:pt x="5164" y="886"/>
                        <a:pt x="5164" y="859"/>
                      </a:cubicBezTo>
                      <a:cubicBezTo>
                        <a:pt x="5216" y="859"/>
                        <a:pt x="5267" y="859"/>
                        <a:pt x="5321" y="859"/>
                      </a:cubicBezTo>
                      <a:cubicBezTo>
                        <a:pt x="5321" y="834"/>
                        <a:pt x="5321" y="808"/>
                        <a:pt x="5321" y="781"/>
                      </a:cubicBezTo>
                      <a:cubicBezTo>
                        <a:pt x="5398" y="781"/>
                        <a:pt x="5475" y="781"/>
                        <a:pt x="5555" y="781"/>
                      </a:cubicBezTo>
                      <a:cubicBezTo>
                        <a:pt x="5555" y="755"/>
                        <a:pt x="5555" y="730"/>
                        <a:pt x="5555" y="703"/>
                      </a:cubicBezTo>
                      <a:cubicBezTo>
                        <a:pt x="5632" y="703"/>
                        <a:pt x="5710" y="703"/>
                        <a:pt x="5789" y="703"/>
                      </a:cubicBezTo>
                      <a:cubicBezTo>
                        <a:pt x="5789" y="677"/>
                        <a:pt x="5789" y="652"/>
                        <a:pt x="5789" y="625"/>
                      </a:cubicBezTo>
                      <a:cubicBezTo>
                        <a:pt x="5867" y="625"/>
                        <a:pt x="5944" y="625"/>
                        <a:pt x="6024" y="625"/>
                      </a:cubicBezTo>
                      <a:cubicBezTo>
                        <a:pt x="6024" y="599"/>
                        <a:pt x="6024" y="573"/>
                        <a:pt x="6024" y="547"/>
                      </a:cubicBezTo>
                      <a:cubicBezTo>
                        <a:pt x="6101" y="547"/>
                        <a:pt x="6178" y="547"/>
                        <a:pt x="6258" y="547"/>
                      </a:cubicBezTo>
                      <a:cubicBezTo>
                        <a:pt x="6258" y="521"/>
                        <a:pt x="6258" y="495"/>
                        <a:pt x="6258" y="469"/>
                      </a:cubicBezTo>
                      <a:cubicBezTo>
                        <a:pt x="6335" y="469"/>
                        <a:pt x="6413" y="469"/>
                        <a:pt x="6492" y="469"/>
                      </a:cubicBezTo>
                      <a:cubicBezTo>
                        <a:pt x="6492" y="443"/>
                        <a:pt x="6492" y="417"/>
                        <a:pt x="6492" y="391"/>
                      </a:cubicBezTo>
                      <a:cubicBezTo>
                        <a:pt x="6596" y="391"/>
                        <a:pt x="6699" y="391"/>
                        <a:pt x="6805" y="391"/>
                      </a:cubicBezTo>
                      <a:cubicBezTo>
                        <a:pt x="6805" y="365"/>
                        <a:pt x="6805" y="339"/>
                        <a:pt x="6805" y="312"/>
                      </a:cubicBezTo>
                      <a:cubicBezTo>
                        <a:pt x="6908" y="312"/>
                        <a:pt x="7011" y="312"/>
                        <a:pt x="7117" y="312"/>
                      </a:cubicBezTo>
                      <a:cubicBezTo>
                        <a:pt x="7117" y="287"/>
                        <a:pt x="7117" y="261"/>
                        <a:pt x="7117" y="234"/>
                      </a:cubicBezTo>
                      <a:cubicBezTo>
                        <a:pt x="7246" y="234"/>
                        <a:pt x="7375" y="234"/>
                        <a:pt x="7508" y="234"/>
                      </a:cubicBezTo>
                      <a:cubicBezTo>
                        <a:pt x="7508" y="209"/>
                        <a:pt x="7508" y="183"/>
                        <a:pt x="7508" y="156"/>
                      </a:cubicBezTo>
                      <a:cubicBezTo>
                        <a:pt x="7689" y="156"/>
                        <a:pt x="7869" y="156"/>
                        <a:pt x="8055" y="156"/>
                      </a:cubicBezTo>
                      <a:cubicBezTo>
                        <a:pt x="8055" y="130"/>
                        <a:pt x="8055" y="105"/>
                        <a:pt x="8055" y="78"/>
                      </a:cubicBezTo>
                      <a:cubicBezTo>
                        <a:pt x="8261" y="78"/>
                        <a:pt x="8467" y="78"/>
                        <a:pt x="8680" y="78"/>
                      </a:cubicBezTo>
                      <a:cubicBezTo>
                        <a:pt x="8680" y="52"/>
                        <a:pt x="8680" y="27"/>
                        <a:pt x="8680" y="0"/>
                      </a:cubicBezTo>
                      <a:close/>
                      <a:moveTo>
                        <a:pt x="8680" y="547"/>
                      </a:moveTo>
                      <a:cubicBezTo>
                        <a:pt x="8680" y="573"/>
                        <a:pt x="8680" y="598"/>
                        <a:pt x="8680" y="625"/>
                      </a:cubicBezTo>
                      <a:cubicBezTo>
                        <a:pt x="8474" y="625"/>
                        <a:pt x="8267" y="625"/>
                        <a:pt x="8055" y="625"/>
                      </a:cubicBezTo>
                      <a:cubicBezTo>
                        <a:pt x="8055" y="651"/>
                        <a:pt x="8055" y="677"/>
                        <a:pt x="8055" y="703"/>
                      </a:cubicBezTo>
                      <a:cubicBezTo>
                        <a:pt x="8041" y="703"/>
                        <a:pt x="8027" y="703"/>
                        <a:pt x="8013" y="702"/>
                      </a:cubicBezTo>
                      <a:cubicBezTo>
                        <a:pt x="7961" y="702"/>
                        <a:pt x="7909" y="701"/>
                        <a:pt x="7857" y="701"/>
                      </a:cubicBezTo>
                      <a:cubicBezTo>
                        <a:pt x="7834" y="701"/>
                        <a:pt x="7812" y="701"/>
                        <a:pt x="7789" y="700"/>
                      </a:cubicBezTo>
                      <a:cubicBezTo>
                        <a:pt x="7757" y="700"/>
                        <a:pt x="7725" y="699"/>
                        <a:pt x="7693" y="699"/>
                      </a:cubicBezTo>
                      <a:cubicBezTo>
                        <a:pt x="7688" y="699"/>
                        <a:pt x="7688" y="699"/>
                        <a:pt x="7662" y="699"/>
                      </a:cubicBezTo>
                      <a:cubicBezTo>
                        <a:pt x="7634" y="699"/>
                        <a:pt x="7634" y="699"/>
                        <a:pt x="7586" y="703"/>
                      </a:cubicBezTo>
                      <a:cubicBezTo>
                        <a:pt x="7573" y="716"/>
                        <a:pt x="7560" y="729"/>
                        <a:pt x="7547" y="742"/>
                      </a:cubicBezTo>
                      <a:cubicBezTo>
                        <a:pt x="7514" y="749"/>
                        <a:pt x="7514" y="749"/>
                        <a:pt x="7475" y="752"/>
                      </a:cubicBezTo>
                      <a:cubicBezTo>
                        <a:pt x="7460" y="753"/>
                        <a:pt x="7446" y="754"/>
                        <a:pt x="7431" y="756"/>
                      </a:cubicBezTo>
                      <a:cubicBezTo>
                        <a:pt x="7415" y="757"/>
                        <a:pt x="7400" y="758"/>
                        <a:pt x="7384" y="759"/>
                      </a:cubicBezTo>
                      <a:cubicBezTo>
                        <a:pt x="7233" y="773"/>
                        <a:pt x="7101" y="803"/>
                        <a:pt x="6961" y="859"/>
                      </a:cubicBezTo>
                      <a:cubicBezTo>
                        <a:pt x="6961" y="885"/>
                        <a:pt x="6961" y="911"/>
                        <a:pt x="6961" y="938"/>
                      </a:cubicBezTo>
                      <a:cubicBezTo>
                        <a:pt x="6858" y="938"/>
                        <a:pt x="6755" y="938"/>
                        <a:pt x="6649" y="938"/>
                      </a:cubicBezTo>
                      <a:cubicBezTo>
                        <a:pt x="6649" y="963"/>
                        <a:pt x="6649" y="989"/>
                        <a:pt x="6649" y="1016"/>
                      </a:cubicBezTo>
                      <a:cubicBezTo>
                        <a:pt x="6571" y="1016"/>
                        <a:pt x="6494" y="1016"/>
                        <a:pt x="6414" y="1016"/>
                      </a:cubicBezTo>
                      <a:cubicBezTo>
                        <a:pt x="6414" y="1041"/>
                        <a:pt x="6414" y="1067"/>
                        <a:pt x="6414" y="1094"/>
                      </a:cubicBezTo>
                      <a:cubicBezTo>
                        <a:pt x="6400" y="1092"/>
                        <a:pt x="6385" y="1091"/>
                        <a:pt x="6370" y="1090"/>
                      </a:cubicBezTo>
                      <a:cubicBezTo>
                        <a:pt x="6263" y="1083"/>
                        <a:pt x="6185" y="1081"/>
                        <a:pt x="6094" y="1145"/>
                      </a:cubicBezTo>
                      <a:cubicBezTo>
                        <a:pt x="5991" y="1217"/>
                        <a:pt x="5878" y="1245"/>
                        <a:pt x="5758" y="1277"/>
                      </a:cubicBezTo>
                      <a:cubicBezTo>
                        <a:pt x="5748" y="1279"/>
                        <a:pt x="5738" y="1282"/>
                        <a:pt x="5727" y="1285"/>
                      </a:cubicBezTo>
                      <a:cubicBezTo>
                        <a:pt x="5670" y="1300"/>
                        <a:pt x="5613" y="1314"/>
                        <a:pt x="5555" y="1328"/>
                      </a:cubicBezTo>
                      <a:cubicBezTo>
                        <a:pt x="5555" y="1354"/>
                        <a:pt x="5555" y="1380"/>
                        <a:pt x="5555" y="1406"/>
                      </a:cubicBezTo>
                      <a:cubicBezTo>
                        <a:pt x="5478" y="1406"/>
                        <a:pt x="5400" y="1406"/>
                        <a:pt x="5321" y="1406"/>
                      </a:cubicBezTo>
                      <a:cubicBezTo>
                        <a:pt x="5321" y="1432"/>
                        <a:pt x="5321" y="1458"/>
                        <a:pt x="5321" y="1484"/>
                      </a:cubicBezTo>
                      <a:cubicBezTo>
                        <a:pt x="5295" y="1484"/>
                        <a:pt x="5269" y="1484"/>
                        <a:pt x="5242" y="1484"/>
                      </a:cubicBezTo>
                      <a:cubicBezTo>
                        <a:pt x="5242" y="1510"/>
                        <a:pt x="5242" y="1536"/>
                        <a:pt x="5242" y="1562"/>
                      </a:cubicBezTo>
                      <a:cubicBezTo>
                        <a:pt x="5230" y="1564"/>
                        <a:pt x="5218" y="1566"/>
                        <a:pt x="5206" y="1568"/>
                      </a:cubicBezTo>
                      <a:cubicBezTo>
                        <a:pt x="5083" y="1590"/>
                        <a:pt x="4978" y="1626"/>
                        <a:pt x="4866" y="1680"/>
                      </a:cubicBezTo>
                      <a:cubicBezTo>
                        <a:pt x="4858" y="1683"/>
                        <a:pt x="4858" y="1683"/>
                        <a:pt x="4817" y="1702"/>
                      </a:cubicBezTo>
                      <a:cubicBezTo>
                        <a:pt x="4783" y="1718"/>
                        <a:pt x="4749" y="1734"/>
                        <a:pt x="4715" y="1750"/>
                      </a:cubicBezTo>
                      <a:cubicBezTo>
                        <a:pt x="4663" y="1775"/>
                        <a:pt x="4611" y="1799"/>
                        <a:pt x="4559" y="1823"/>
                      </a:cubicBezTo>
                      <a:cubicBezTo>
                        <a:pt x="4526" y="1839"/>
                        <a:pt x="4493" y="1854"/>
                        <a:pt x="4460" y="1870"/>
                      </a:cubicBezTo>
                      <a:cubicBezTo>
                        <a:pt x="4445" y="1877"/>
                        <a:pt x="4429" y="1884"/>
                        <a:pt x="4413" y="1892"/>
                      </a:cubicBezTo>
                      <a:cubicBezTo>
                        <a:pt x="4406" y="1895"/>
                        <a:pt x="4406" y="1895"/>
                        <a:pt x="4370" y="1913"/>
                      </a:cubicBezTo>
                      <a:cubicBezTo>
                        <a:pt x="4357" y="1919"/>
                        <a:pt x="4345" y="1924"/>
                        <a:pt x="4332" y="1931"/>
                      </a:cubicBezTo>
                      <a:cubicBezTo>
                        <a:pt x="4323" y="1938"/>
                        <a:pt x="4314" y="1945"/>
                        <a:pt x="4305" y="1953"/>
                      </a:cubicBezTo>
                      <a:cubicBezTo>
                        <a:pt x="4305" y="1979"/>
                        <a:pt x="4305" y="2005"/>
                        <a:pt x="4305" y="2031"/>
                      </a:cubicBezTo>
                      <a:cubicBezTo>
                        <a:pt x="4253" y="2031"/>
                        <a:pt x="4202" y="2031"/>
                        <a:pt x="4149" y="2031"/>
                      </a:cubicBezTo>
                      <a:cubicBezTo>
                        <a:pt x="4149" y="2057"/>
                        <a:pt x="4149" y="2083"/>
                        <a:pt x="4149" y="2109"/>
                      </a:cubicBezTo>
                      <a:cubicBezTo>
                        <a:pt x="4123" y="2109"/>
                        <a:pt x="4097" y="2109"/>
                        <a:pt x="4071" y="2109"/>
                      </a:cubicBezTo>
                      <a:cubicBezTo>
                        <a:pt x="4071" y="2135"/>
                        <a:pt x="4071" y="2161"/>
                        <a:pt x="4071" y="2188"/>
                      </a:cubicBezTo>
                      <a:cubicBezTo>
                        <a:pt x="4019" y="2188"/>
                        <a:pt x="3967" y="2188"/>
                        <a:pt x="3914" y="2188"/>
                      </a:cubicBezTo>
                      <a:cubicBezTo>
                        <a:pt x="3914" y="2213"/>
                        <a:pt x="3914" y="2239"/>
                        <a:pt x="3914" y="2266"/>
                      </a:cubicBezTo>
                      <a:cubicBezTo>
                        <a:pt x="3837" y="2291"/>
                        <a:pt x="3760" y="2317"/>
                        <a:pt x="3680" y="2344"/>
                      </a:cubicBezTo>
                      <a:cubicBezTo>
                        <a:pt x="3680" y="2370"/>
                        <a:pt x="3680" y="2395"/>
                        <a:pt x="3680" y="2422"/>
                      </a:cubicBezTo>
                      <a:cubicBezTo>
                        <a:pt x="3654" y="2422"/>
                        <a:pt x="3628" y="2422"/>
                        <a:pt x="3602" y="2422"/>
                      </a:cubicBezTo>
                      <a:cubicBezTo>
                        <a:pt x="3602" y="2448"/>
                        <a:pt x="3602" y="2473"/>
                        <a:pt x="3602" y="2500"/>
                      </a:cubicBezTo>
                      <a:cubicBezTo>
                        <a:pt x="3596" y="2501"/>
                        <a:pt x="3596" y="2501"/>
                        <a:pt x="3566" y="2504"/>
                      </a:cubicBezTo>
                      <a:cubicBezTo>
                        <a:pt x="3433" y="2525"/>
                        <a:pt x="3314" y="2565"/>
                        <a:pt x="3211" y="2656"/>
                      </a:cubicBezTo>
                      <a:cubicBezTo>
                        <a:pt x="3211" y="2682"/>
                        <a:pt x="3211" y="2708"/>
                        <a:pt x="3211" y="2734"/>
                      </a:cubicBezTo>
                      <a:cubicBezTo>
                        <a:pt x="3134" y="2760"/>
                        <a:pt x="3057" y="2786"/>
                        <a:pt x="2977" y="2812"/>
                      </a:cubicBezTo>
                      <a:cubicBezTo>
                        <a:pt x="2977" y="2838"/>
                        <a:pt x="2977" y="2864"/>
                        <a:pt x="2977" y="2891"/>
                      </a:cubicBezTo>
                      <a:cubicBezTo>
                        <a:pt x="2951" y="2891"/>
                        <a:pt x="2925" y="2891"/>
                        <a:pt x="2899" y="2891"/>
                      </a:cubicBezTo>
                      <a:cubicBezTo>
                        <a:pt x="2899" y="2916"/>
                        <a:pt x="2899" y="2942"/>
                        <a:pt x="2899" y="2969"/>
                      </a:cubicBezTo>
                      <a:cubicBezTo>
                        <a:pt x="2873" y="2969"/>
                        <a:pt x="2847" y="2969"/>
                        <a:pt x="2821" y="2969"/>
                      </a:cubicBezTo>
                      <a:cubicBezTo>
                        <a:pt x="2821" y="2995"/>
                        <a:pt x="2821" y="3020"/>
                        <a:pt x="2821" y="3047"/>
                      </a:cubicBezTo>
                      <a:cubicBezTo>
                        <a:pt x="2769" y="3047"/>
                        <a:pt x="2717" y="3047"/>
                        <a:pt x="2664" y="3047"/>
                      </a:cubicBezTo>
                      <a:cubicBezTo>
                        <a:pt x="2664" y="3073"/>
                        <a:pt x="2664" y="3098"/>
                        <a:pt x="2664" y="3125"/>
                      </a:cubicBezTo>
                      <a:cubicBezTo>
                        <a:pt x="2639" y="3125"/>
                        <a:pt x="2613" y="3125"/>
                        <a:pt x="2586" y="3125"/>
                      </a:cubicBezTo>
                      <a:cubicBezTo>
                        <a:pt x="2586" y="3151"/>
                        <a:pt x="2586" y="3177"/>
                        <a:pt x="2586" y="3203"/>
                      </a:cubicBezTo>
                      <a:cubicBezTo>
                        <a:pt x="2560" y="3203"/>
                        <a:pt x="2535" y="3203"/>
                        <a:pt x="2508" y="3203"/>
                      </a:cubicBezTo>
                      <a:cubicBezTo>
                        <a:pt x="2509" y="3209"/>
                        <a:pt x="2509" y="3209"/>
                        <a:pt x="2512" y="3240"/>
                      </a:cubicBezTo>
                      <a:cubicBezTo>
                        <a:pt x="2512" y="3247"/>
                        <a:pt x="2512" y="3247"/>
                        <a:pt x="2508" y="3281"/>
                      </a:cubicBezTo>
                      <a:cubicBezTo>
                        <a:pt x="2479" y="3303"/>
                        <a:pt x="2479" y="3303"/>
                        <a:pt x="2440" y="3320"/>
                      </a:cubicBezTo>
                      <a:cubicBezTo>
                        <a:pt x="2426" y="3327"/>
                        <a:pt x="2412" y="3333"/>
                        <a:pt x="2397" y="3340"/>
                      </a:cubicBezTo>
                      <a:cubicBezTo>
                        <a:pt x="2367" y="3353"/>
                        <a:pt x="2337" y="3366"/>
                        <a:pt x="2307" y="3379"/>
                      </a:cubicBezTo>
                      <a:cubicBezTo>
                        <a:pt x="2293" y="3385"/>
                        <a:pt x="2278" y="3392"/>
                        <a:pt x="2264" y="3398"/>
                      </a:cubicBezTo>
                      <a:cubicBezTo>
                        <a:pt x="2257" y="3401"/>
                        <a:pt x="2257" y="3401"/>
                        <a:pt x="2224" y="3416"/>
                      </a:cubicBezTo>
                      <a:cubicBezTo>
                        <a:pt x="2215" y="3423"/>
                        <a:pt x="2205" y="3430"/>
                        <a:pt x="2196" y="3438"/>
                      </a:cubicBezTo>
                      <a:cubicBezTo>
                        <a:pt x="2191" y="3479"/>
                        <a:pt x="2191" y="3479"/>
                        <a:pt x="2196" y="3516"/>
                      </a:cubicBezTo>
                      <a:cubicBezTo>
                        <a:pt x="2170" y="3516"/>
                        <a:pt x="2144" y="3516"/>
                        <a:pt x="2117" y="3516"/>
                      </a:cubicBezTo>
                      <a:cubicBezTo>
                        <a:pt x="2117" y="3541"/>
                        <a:pt x="2117" y="3567"/>
                        <a:pt x="2117" y="3594"/>
                      </a:cubicBezTo>
                      <a:cubicBezTo>
                        <a:pt x="2092" y="3594"/>
                        <a:pt x="2066" y="3594"/>
                        <a:pt x="2039" y="3594"/>
                      </a:cubicBezTo>
                      <a:cubicBezTo>
                        <a:pt x="2039" y="3620"/>
                        <a:pt x="2039" y="3645"/>
                        <a:pt x="2039" y="3672"/>
                      </a:cubicBezTo>
                      <a:cubicBezTo>
                        <a:pt x="2014" y="3672"/>
                        <a:pt x="1988" y="3672"/>
                        <a:pt x="1961" y="3672"/>
                      </a:cubicBezTo>
                      <a:cubicBezTo>
                        <a:pt x="1961" y="3698"/>
                        <a:pt x="1961" y="3723"/>
                        <a:pt x="1961" y="3750"/>
                      </a:cubicBezTo>
                      <a:cubicBezTo>
                        <a:pt x="1935" y="3750"/>
                        <a:pt x="1910" y="3750"/>
                        <a:pt x="1883" y="3750"/>
                      </a:cubicBezTo>
                      <a:cubicBezTo>
                        <a:pt x="1883" y="3776"/>
                        <a:pt x="1883" y="3802"/>
                        <a:pt x="1883" y="3828"/>
                      </a:cubicBezTo>
                      <a:cubicBezTo>
                        <a:pt x="1857" y="3828"/>
                        <a:pt x="1832" y="3828"/>
                        <a:pt x="1805" y="3828"/>
                      </a:cubicBezTo>
                      <a:cubicBezTo>
                        <a:pt x="1805" y="3854"/>
                        <a:pt x="1805" y="3880"/>
                        <a:pt x="1805" y="3906"/>
                      </a:cubicBezTo>
                      <a:cubicBezTo>
                        <a:pt x="1753" y="3906"/>
                        <a:pt x="1702" y="3906"/>
                        <a:pt x="1649" y="3906"/>
                      </a:cubicBezTo>
                      <a:cubicBezTo>
                        <a:pt x="1649" y="3932"/>
                        <a:pt x="1649" y="3958"/>
                        <a:pt x="1649" y="3984"/>
                      </a:cubicBezTo>
                      <a:cubicBezTo>
                        <a:pt x="1623" y="3984"/>
                        <a:pt x="1597" y="3984"/>
                        <a:pt x="1571" y="3984"/>
                      </a:cubicBezTo>
                      <a:cubicBezTo>
                        <a:pt x="1571" y="4010"/>
                        <a:pt x="1571" y="4036"/>
                        <a:pt x="1571" y="4062"/>
                      </a:cubicBezTo>
                      <a:cubicBezTo>
                        <a:pt x="1545" y="4062"/>
                        <a:pt x="1519" y="4062"/>
                        <a:pt x="1492" y="4062"/>
                      </a:cubicBezTo>
                      <a:cubicBezTo>
                        <a:pt x="1492" y="4088"/>
                        <a:pt x="1492" y="4114"/>
                        <a:pt x="1492" y="4141"/>
                      </a:cubicBezTo>
                      <a:cubicBezTo>
                        <a:pt x="1467" y="4141"/>
                        <a:pt x="1441" y="4141"/>
                        <a:pt x="1414" y="4141"/>
                      </a:cubicBezTo>
                      <a:cubicBezTo>
                        <a:pt x="1414" y="4166"/>
                        <a:pt x="1414" y="4192"/>
                        <a:pt x="1414" y="4219"/>
                      </a:cubicBezTo>
                      <a:cubicBezTo>
                        <a:pt x="1389" y="4219"/>
                        <a:pt x="1363" y="4219"/>
                        <a:pt x="1336" y="4219"/>
                      </a:cubicBezTo>
                      <a:cubicBezTo>
                        <a:pt x="1336" y="4270"/>
                        <a:pt x="1336" y="4322"/>
                        <a:pt x="1336" y="4375"/>
                      </a:cubicBezTo>
                      <a:cubicBezTo>
                        <a:pt x="1310" y="4375"/>
                        <a:pt x="1285" y="4375"/>
                        <a:pt x="1258" y="4375"/>
                      </a:cubicBezTo>
                      <a:cubicBezTo>
                        <a:pt x="1258" y="4401"/>
                        <a:pt x="1258" y="4427"/>
                        <a:pt x="1258" y="4453"/>
                      </a:cubicBezTo>
                      <a:cubicBezTo>
                        <a:pt x="1232" y="4453"/>
                        <a:pt x="1207" y="4453"/>
                        <a:pt x="1180" y="4453"/>
                      </a:cubicBezTo>
                      <a:cubicBezTo>
                        <a:pt x="1180" y="4479"/>
                        <a:pt x="1180" y="4505"/>
                        <a:pt x="1180" y="4531"/>
                      </a:cubicBezTo>
                      <a:cubicBezTo>
                        <a:pt x="1154" y="4531"/>
                        <a:pt x="1128" y="4531"/>
                        <a:pt x="1102" y="4531"/>
                      </a:cubicBezTo>
                      <a:cubicBezTo>
                        <a:pt x="1102" y="4557"/>
                        <a:pt x="1102" y="4583"/>
                        <a:pt x="1102" y="4609"/>
                      </a:cubicBezTo>
                      <a:cubicBezTo>
                        <a:pt x="1076" y="4609"/>
                        <a:pt x="1050" y="4609"/>
                        <a:pt x="1024" y="4609"/>
                      </a:cubicBezTo>
                      <a:cubicBezTo>
                        <a:pt x="1024" y="4635"/>
                        <a:pt x="1024" y="4661"/>
                        <a:pt x="1024" y="4688"/>
                      </a:cubicBezTo>
                      <a:cubicBezTo>
                        <a:pt x="998" y="4688"/>
                        <a:pt x="972" y="4688"/>
                        <a:pt x="946" y="4688"/>
                      </a:cubicBezTo>
                      <a:cubicBezTo>
                        <a:pt x="946" y="4713"/>
                        <a:pt x="946" y="4739"/>
                        <a:pt x="946" y="4766"/>
                      </a:cubicBezTo>
                      <a:cubicBezTo>
                        <a:pt x="920" y="4766"/>
                        <a:pt x="894" y="4766"/>
                        <a:pt x="867" y="4766"/>
                      </a:cubicBezTo>
                      <a:cubicBezTo>
                        <a:pt x="867" y="4791"/>
                        <a:pt x="867" y="4817"/>
                        <a:pt x="867" y="4844"/>
                      </a:cubicBezTo>
                      <a:cubicBezTo>
                        <a:pt x="842" y="4844"/>
                        <a:pt x="816" y="4844"/>
                        <a:pt x="789" y="4844"/>
                      </a:cubicBezTo>
                      <a:cubicBezTo>
                        <a:pt x="789" y="4870"/>
                        <a:pt x="789" y="4895"/>
                        <a:pt x="789" y="4922"/>
                      </a:cubicBezTo>
                      <a:cubicBezTo>
                        <a:pt x="764" y="4922"/>
                        <a:pt x="738" y="4922"/>
                        <a:pt x="711" y="4922"/>
                      </a:cubicBezTo>
                      <a:cubicBezTo>
                        <a:pt x="711" y="4973"/>
                        <a:pt x="711" y="5025"/>
                        <a:pt x="711" y="5078"/>
                      </a:cubicBezTo>
                      <a:cubicBezTo>
                        <a:pt x="737" y="5078"/>
                        <a:pt x="763" y="5078"/>
                        <a:pt x="789" y="5078"/>
                      </a:cubicBezTo>
                      <a:cubicBezTo>
                        <a:pt x="789" y="5104"/>
                        <a:pt x="789" y="5130"/>
                        <a:pt x="789" y="5156"/>
                      </a:cubicBezTo>
                      <a:cubicBezTo>
                        <a:pt x="815" y="5156"/>
                        <a:pt x="841" y="5156"/>
                        <a:pt x="867" y="5156"/>
                      </a:cubicBezTo>
                      <a:cubicBezTo>
                        <a:pt x="867" y="5208"/>
                        <a:pt x="867" y="5259"/>
                        <a:pt x="867" y="5312"/>
                      </a:cubicBezTo>
                      <a:cubicBezTo>
                        <a:pt x="893" y="5312"/>
                        <a:pt x="919" y="5312"/>
                        <a:pt x="946" y="5312"/>
                      </a:cubicBezTo>
                      <a:cubicBezTo>
                        <a:pt x="946" y="5338"/>
                        <a:pt x="946" y="5364"/>
                        <a:pt x="946" y="5391"/>
                      </a:cubicBezTo>
                      <a:cubicBezTo>
                        <a:pt x="971" y="5391"/>
                        <a:pt x="997" y="5391"/>
                        <a:pt x="1024" y="5391"/>
                      </a:cubicBezTo>
                      <a:cubicBezTo>
                        <a:pt x="1024" y="5416"/>
                        <a:pt x="1024" y="5442"/>
                        <a:pt x="1024" y="5469"/>
                      </a:cubicBezTo>
                      <a:cubicBezTo>
                        <a:pt x="1049" y="5469"/>
                        <a:pt x="1075" y="5469"/>
                        <a:pt x="1102" y="5469"/>
                      </a:cubicBezTo>
                      <a:cubicBezTo>
                        <a:pt x="1102" y="5495"/>
                        <a:pt x="1102" y="5520"/>
                        <a:pt x="1102" y="5547"/>
                      </a:cubicBezTo>
                      <a:cubicBezTo>
                        <a:pt x="1128" y="5547"/>
                        <a:pt x="1153" y="5547"/>
                        <a:pt x="1180" y="5547"/>
                      </a:cubicBezTo>
                      <a:cubicBezTo>
                        <a:pt x="1180" y="5573"/>
                        <a:pt x="1180" y="5598"/>
                        <a:pt x="1180" y="5625"/>
                      </a:cubicBezTo>
                      <a:cubicBezTo>
                        <a:pt x="1206" y="5625"/>
                        <a:pt x="1232" y="5625"/>
                        <a:pt x="1258" y="5625"/>
                      </a:cubicBezTo>
                      <a:cubicBezTo>
                        <a:pt x="1258" y="5651"/>
                        <a:pt x="1258" y="5677"/>
                        <a:pt x="1258" y="5703"/>
                      </a:cubicBezTo>
                      <a:cubicBezTo>
                        <a:pt x="1284" y="5703"/>
                        <a:pt x="1310" y="5703"/>
                        <a:pt x="1336" y="5703"/>
                      </a:cubicBezTo>
                      <a:cubicBezTo>
                        <a:pt x="1336" y="5729"/>
                        <a:pt x="1336" y="5755"/>
                        <a:pt x="1336" y="5781"/>
                      </a:cubicBezTo>
                      <a:cubicBezTo>
                        <a:pt x="1362" y="5781"/>
                        <a:pt x="1388" y="5781"/>
                        <a:pt x="1414" y="5781"/>
                      </a:cubicBezTo>
                      <a:cubicBezTo>
                        <a:pt x="1414" y="5807"/>
                        <a:pt x="1414" y="5833"/>
                        <a:pt x="1414" y="5859"/>
                      </a:cubicBezTo>
                      <a:cubicBezTo>
                        <a:pt x="1440" y="5859"/>
                        <a:pt x="1466" y="5859"/>
                        <a:pt x="1492" y="5859"/>
                      </a:cubicBezTo>
                      <a:cubicBezTo>
                        <a:pt x="1492" y="5885"/>
                        <a:pt x="1492" y="5911"/>
                        <a:pt x="1492" y="5938"/>
                      </a:cubicBezTo>
                      <a:cubicBezTo>
                        <a:pt x="1518" y="5938"/>
                        <a:pt x="1544" y="5938"/>
                        <a:pt x="1571" y="5938"/>
                      </a:cubicBezTo>
                      <a:cubicBezTo>
                        <a:pt x="1571" y="5963"/>
                        <a:pt x="1571" y="5989"/>
                        <a:pt x="1571" y="6016"/>
                      </a:cubicBezTo>
                      <a:cubicBezTo>
                        <a:pt x="1596" y="6016"/>
                        <a:pt x="1622" y="6016"/>
                        <a:pt x="1649" y="6016"/>
                      </a:cubicBezTo>
                      <a:cubicBezTo>
                        <a:pt x="1649" y="6041"/>
                        <a:pt x="1649" y="6067"/>
                        <a:pt x="1649" y="6094"/>
                      </a:cubicBezTo>
                      <a:cubicBezTo>
                        <a:pt x="1674" y="6094"/>
                        <a:pt x="1700" y="6094"/>
                        <a:pt x="1727" y="6094"/>
                      </a:cubicBezTo>
                      <a:cubicBezTo>
                        <a:pt x="1727" y="6120"/>
                        <a:pt x="1727" y="6145"/>
                        <a:pt x="1727" y="6172"/>
                      </a:cubicBezTo>
                      <a:cubicBezTo>
                        <a:pt x="1753" y="6172"/>
                        <a:pt x="1778" y="6172"/>
                        <a:pt x="1805" y="6172"/>
                      </a:cubicBezTo>
                      <a:cubicBezTo>
                        <a:pt x="1805" y="6198"/>
                        <a:pt x="1805" y="6223"/>
                        <a:pt x="1805" y="6250"/>
                      </a:cubicBezTo>
                      <a:cubicBezTo>
                        <a:pt x="1831" y="6250"/>
                        <a:pt x="1857" y="6250"/>
                        <a:pt x="1883" y="6250"/>
                      </a:cubicBezTo>
                      <a:cubicBezTo>
                        <a:pt x="1883" y="6276"/>
                        <a:pt x="1883" y="6302"/>
                        <a:pt x="1883" y="6328"/>
                      </a:cubicBezTo>
                      <a:cubicBezTo>
                        <a:pt x="1909" y="6328"/>
                        <a:pt x="1935" y="6328"/>
                        <a:pt x="1961" y="6328"/>
                      </a:cubicBezTo>
                      <a:cubicBezTo>
                        <a:pt x="1961" y="6354"/>
                        <a:pt x="1961" y="6380"/>
                        <a:pt x="1961" y="6406"/>
                      </a:cubicBezTo>
                      <a:cubicBezTo>
                        <a:pt x="1987" y="6406"/>
                        <a:pt x="2013" y="6406"/>
                        <a:pt x="2039" y="6406"/>
                      </a:cubicBezTo>
                      <a:cubicBezTo>
                        <a:pt x="2039" y="6432"/>
                        <a:pt x="2039" y="6458"/>
                        <a:pt x="2039" y="6484"/>
                      </a:cubicBezTo>
                      <a:cubicBezTo>
                        <a:pt x="2065" y="6484"/>
                        <a:pt x="2091" y="6484"/>
                        <a:pt x="2117" y="6484"/>
                      </a:cubicBezTo>
                      <a:cubicBezTo>
                        <a:pt x="2117" y="6510"/>
                        <a:pt x="2117" y="6536"/>
                        <a:pt x="2117" y="6562"/>
                      </a:cubicBezTo>
                      <a:cubicBezTo>
                        <a:pt x="2143" y="6562"/>
                        <a:pt x="2169" y="6562"/>
                        <a:pt x="2196" y="6562"/>
                      </a:cubicBezTo>
                      <a:cubicBezTo>
                        <a:pt x="2196" y="6588"/>
                        <a:pt x="2196" y="6614"/>
                        <a:pt x="2196" y="6641"/>
                      </a:cubicBezTo>
                      <a:cubicBezTo>
                        <a:pt x="2221" y="6641"/>
                        <a:pt x="2247" y="6641"/>
                        <a:pt x="2274" y="6641"/>
                      </a:cubicBezTo>
                      <a:cubicBezTo>
                        <a:pt x="2274" y="6666"/>
                        <a:pt x="2274" y="6692"/>
                        <a:pt x="2274" y="6719"/>
                      </a:cubicBezTo>
                      <a:cubicBezTo>
                        <a:pt x="2299" y="6719"/>
                        <a:pt x="2325" y="6719"/>
                        <a:pt x="2352" y="6719"/>
                      </a:cubicBezTo>
                      <a:cubicBezTo>
                        <a:pt x="2352" y="6745"/>
                        <a:pt x="2352" y="6770"/>
                        <a:pt x="2352" y="6797"/>
                      </a:cubicBezTo>
                      <a:cubicBezTo>
                        <a:pt x="2403" y="6797"/>
                        <a:pt x="2455" y="6797"/>
                        <a:pt x="2508" y="6797"/>
                      </a:cubicBezTo>
                      <a:cubicBezTo>
                        <a:pt x="2508" y="6823"/>
                        <a:pt x="2508" y="6848"/>
                        <a:pt x="2508" y="6875"/>
                      </a:cubicBezTo>
                      <a:cubicBezTo>
                        <a:pt x="2534" y="6875"/>
                        <a:pt x="2560" y="6875"/>
                        <a:pt x="2586" y="6875"/>
                      </a:cubicBezTo>
                      <a:cubicBezTo>
                        <a:pt x="2586" y="6901"/>
                        <a:pt x="2586" y="6927"/>
                        <a:pt x="2586" y="6953"/>
                      </a:cubicBezTo>
                      <a:cubicBezTo>
                        <a:pt x="2612" y="6953"/>
                        <a:pt x="2638" y="6953"/>
                        <a:pt x="2664" y="6953"/>
                      </a:cubicBezTo>
                      <a:cubicBezTo>
                        <a:pt x="2664" y="6979"/>
                        <a:pt x="2664" y="7005"/>
                        <a:pt x="2664" y="7031"/>
                      </a:cubicBezTo>
                      <a:cubicBezTo>
                        <a:pt x="2716" y="7031"/>
                        <a:pt x="2767" y="7031"/>
                        <a:pt x="2821" y="7031"/>
                      </a:cubicBezTo>
                      <a:cubicBezTo>
                        <a:pt x="2821" y="7057"/>
                        <a:pt x="2821" y="7083"/>
                        <a:pt x="2821" y="7109"/>
                      </a:cubicBezTo>
                      <a:cubicBezTo>
                        <a:pt x="2846" y="7109"/>
                        <a:pt x="2872" y="7109"/>
                        <a:pt x="2899" y="7109"/>
                      </a:cubicBezTo>
                      <a:cubicBezTo>
                        <a:pt x="2899" y="7135"/>
                        <a:pt x="2899" y="7161"/>
                        <a:pt x="2899" y="7188"/>
                      </a:cubicBezTo>
                      <a:cubicBezTo>
                        <a:pt x="2924" y="7188"/>
                        <a:pt x="2950" y="7188"/>
                        <a:pt x="2977" y="7188"/>
                      </a:cubicBezTo>
                      <a:cubicBezTo>
                        <a:pt x="2977" y="7213"/>
                        <a:pt x="2977" y="7239"/>
                        <a:pt x="2977" y="7266"/>
                      </a:cubicBezTo>
                      <a:cubicBezTo>
                        <a:pt x="3028" y="7266"/>
                        <a:pt x="3080" y="7266"/>
                        <a:pt x="3133" y="7266"/>
                      </a:cubicBezTo>
                      <a:cubicBezTo>
                        <a:pt x="3133" y="7291"/>
                        <a:pt x="3133" y="7317"/>
                        <a:pt x="3133" y="7344"/>
                      </a:cubicBezTo>
                      <a:cubicBezTo>
                        <a:pt x="3159" y="7344"/>
                        <a:pt x="3185" y="7344"/>
                        <a:pt x="3211" y="7344"/>
                      </a:cubicBezTo>
                      <a:cubicBezTo>
                        <a:pt x="3211" y="7370"/>
                        <a:pt x="3211" y="7395"/>
                        <a:pt x="3211" y="7422"/>
                      </a:cubicBezTo>
                      <a:cubicBezTo>
                        <a:pt x="3237" y="7422"/>
                        <a:pt x="3263" y="7422"/>
                        <a:pt x="3289" y="7422"/>
                      </a:cubicBezTo>
                      <a:cubicBezTo>
                        <a:pt x="3289" y="7448"/>
                        <a:pt x="3289" y="7473"/>
                        <a:pt x="3289" y="7500"/>
                      </a:cubicBezTo>
                      <a:cubicBezTo>
                        <a:pt x="3341" y="7500"/>
                        <a:pt x="3392" y="7500"/>
                        <a:pt x="3446" y="7500"/>
                      </a:cubicBezTo>
                      <a:cubicBezTo>
                        <a:pt x="3446" y="7526"/>
                        <a:pt x="3446" y="7552"/>
                        <a:pt x="3446" y="7578"/>
                      </a:cubicBezTo>
                      <a:cubicBezTo>
                        <a:pt x="3523" y="7604"/>
                        <a:pt x="3600" y="7630"/>
                        <a:pt x="3680" y="7656"/>
                      </a:cubicBezTo>
                      <a:cubicBezTo>
                        <a:pt x="3680" y="7682"/>
                        <a:pt x="3680" y="7708"/>
                        <a:pt x="3680" y="7734"/>
                      </a:cubicBezTo>
                      <a:cubicBezTo>
                        <a:pt x="3707" y="7758"/>
                        <a:pt x="3707" y="7758"/>
                        <a:pt x="3746" y="7776"/>
                      </a:cubicBezTo>
                      <a:cubicBezTo>
                        <a:pt x="3759" y="7783"/>
                        <a:pt x="3773" y="7790"/>
                        <a:pt x="3787" y="7797"/>
                      </a:cubicBezTo>
                      <a:cubicBezTo>
                        <a:pt x="3802" y="7804"/>
                        <a:pt x="3816" y="7810"/>
                        <a:pt x="3831" y="7817"/>
                      </a:cubicBezTo>
                      <a:cubicBezTo>
                        <a:pt x="3846" y="7824"/>
                        <a:pt x="3860" y="7832"/>
                        <a:pt x="3874" y="7839"/>
                      </a:cubicBezTo>
                      <a:cubicBezTo>
                        <a:pt x="3944" y="7872"/>
                        <a:pt x="3993" y="7895"/>
                        <a:pt x="4071" y="7891"/>
                      </a:cubicBezTo>
                      <a:cubicBezTo>
                        <a:pt x="4071" y="7916"/>
                        <a:pt x="4071" y="7942"/>
                        <a:pt x="4071" y="7969"/>
                      </a:cubicBezTo>
                      <a:cubicBezTo>
                        <a:pt x="4122" y="7969"/>
                        <a:pt x="4174" y="7969"/>
                        <a:pt x="4227" y="7969"/>
                      </a:cubicBezTo>
                      <a:cubicBezTo>
                        <a:pt x="4227" y="7995"/>
                        <a:pt x="4227" y="8020"/>
                        <a:pt x="4227" y="8047"/>
                      </a:cubicBezTo>
                      <a:cubicBezTo>
                        <a:pt x="4253" y="8047"/>
                        <a:pt x="4278" y="8047"/>
                        <a:pt x="4305" y="8047"/>
                      </a:cubicBezTo>
                      <a:cubicBezTo>
                        <a:pt x="4305" y="8073"/>
                        <a:pt x="4305" y="8098"/>
                        <a:pt x="4305" y="8125"/>
                      </a:cubicBezTo>
                      <a:cubicBezTo>
                        <a:pt x="4357" y="8125"/>
                        <a:pt x="4408" y="8125"/>
                        <a:pt x="4461" y="8125"/>
                      </a:cubicBezTo>
                      <a:cubicBezTo>
                        <a:pt x="4461" y="8151"/>
                        <a:pt x="4461" y="8177"/>
                        <a:pt x="4461" y="8203"/>
                      </a:cubicBezTo>
                      <a:cubicBezTo>
                        <a:pt x="4711" y="8296"/>
                        <a:pt x="4711" y="8296"/>
                        <a:pt x="4852" y="8281"/>
                      </a:cubicBezTo>
                      <a:cubicBezTo>
                        <a:pt x="4850" y="8293"/>
                        <a:pt x="4849" y="8305"/>
                        <a:pt x="4848" y="8318"/>
                      </a:cubicBezTo>
                      <a:cubicBezTo>
                        <a:pt x="4852" y="8359"/>
                        <a:pt x="4852" y="8359"/>
                        <a:pt x="4879" y="8383"/>
                      </a:cubicBezTo>
                      <a:cubicBezTo>
                        <a:pt x="4892" y="8389"/>
                        <a:pt x="4904" y="8395"/>
                        <a:pt x="4917" y="8401"/>
                      </a:cubicBezTo>
                      <a:cubicBezTo>
                        <a:pt x="4931" y="8408"/>
                        <a:pt x="4945" y="8415"/>
                        <a:pt x="4959" y="8422"/>
                      </a:cubicBezTo>
                      <a:cubicBezTo>
                        <a:pt x="4974" y="8429"/>
                        <a:pt x="4988" y="8435"/>
                        <a:pt x="5003" y="8442"/>
                      </a:cubicBezTo>
                      <a:cubicBezTo>
                        <a:pt x="5017" y="8449"/>
                        <a:pt x="5032" y="8457"/>
                        <a:pt x="5046" y="8464"/>
                      </a:cubicBezTo>
                      <a:cubicBezTo>
                        <a:pt x="5115" y="8497"/>
                        <a:pt x="5165" y="8520"/>
                        <a:pt x="5242" y="8516"/>
                      </a:cubicBezTo>
                      <a:cubicBezTo>
                        <a:pt x="5242" y="8541"/>
                        <a:pt x="5242" y="8567"/>
                        <a:pt x="5242" y="8594"/>
                      </a:cubicBezTo>
                      <a:cubicBezTo>
                        <a:pt x="5320" y="8594"/>
                        <a:pt x="5397" y="8594"/>
                        <a:pt x="5477" y="8594"/>
                      </a:cubicBezTo>
                      <a:cubicBezTo>
                        <a:pt x="5477" y="8620"/>
                        <a:pt x="5477" y="8645"/>
                        <a:pt x="5477" y="8672"/>
                      </a:cubicBezTo>
                      <a:cubicBezTo>
                        <a:pt x="5528" y="8672"/>
                        <a:pt x="5580" y="8672"/>
                        <a:pt x="5633" y="8672"/>
                      </a:cubicBezTo>
                      <a:cubicBezTo>
                        <a:pt x="5633" y="8698"/>
                        <a:pt x="5633" y="8723"/>
                        <a:pt x="5633" y="8750"/>
                      </a:cubicBezTo>
                      <a:cubicBezTo>
                        <a:pt x="5651" y="8752"/>
                        <a:pt x="5668" y="8755"/>
                        <a:pt x="5686" y="8757"/>
                      </a:cubicBezTo>
                      <a:cubicBezTo>
                        <a:pt x="5826" y="8776"/>
                        <a:pt x="5964" y="8798"/>
                        <a:pt x="6102" y="8828"/>
                      </a:cubicBezTo>
                      <a:cubicBezTo>
                        <a:pt x="6102" y="8854"/>
                        <a:pt x="6102" y="8880"/>
                        <a:pt x="6102" y="8906"/>
                      </a:cubicBezTo>
                      <a:cubicBezTo>
                        <a:pt x="6351" y="8999"/>
                        <a:pt x="6351" y="8999"/>
                        <a:pt x="6492" y="8984"/>
                      </a:cubicBezTo>
                      <a:cubicBezTo>
                        <a:pt x="6492" y="9010"/>
                        <a:pt x="6492" y="9036"/>
                        <a:pt x="6492" y="9062"/>
                      </a:cubicBezTo>
                      <a:cubicBezTo>
                        <a:pt x="6498" y="9063"/>
                        <a:pt x="6498" y="9063"/>
                        <a:pt x="6524" y="9065"/>
                      </a:cubicBezTo>
                      <a:cubicBezTo>
                        <a:pt x="6571" y="9070"/>
                        <a:pt x="6619" y="9075"/>
                        <a:pt x="6666" y="9080"/>
                      </a:cubicBezTo>
                      <a:cubicBezTo>
                        <a:pt x="6682" y="9081"/>
                        <a:pt x="6699" y="9083"/>
                        <a:pt x="6716" y="9084"/>
                      </a:cubicBezTo>
                      <a:cubicBezTo>
                        <a:pt x="6731" y="9086"/>
                        <a:pt x="6747" y="9087"/>
                        <a:pt x="6763" y="9089"/>
                      </a:cubicBezTo>
                      <a:cubicBezTo>
                        <a:pt x="6778" y="9091"/>
                        <a:pt x="6792" y="9092"/>
                        <a:pt x="6807" y="9094"/>
                      </a:cubicBezTo>
                      <a:cubicBezTo>
                        <a:pt x="6844" y="9102"/>
                        <a:pt x="6844" y="9102"/>
                        <a:pt x="6883" y="9141"/>
                      </a:cubicBezTo>
                      <a:cubicBezTo>
                        <a:pt x="6916" y="9145"/>
                        <a:pt x="6916" y="9145"/>
                        <a:pt x="6955" y="9144"/>
                      </a:cubicBezTo>
                      <a:cubicBezTo>
                        <a:pt x="6969" y="9144"/>
                        <a:pt x="6983" y="9144"/>
                        <a:pt x="6998" y="9144"/>
                      </a:cubicBezTo>
                      <a:cubicBezTo>
                        <a:pt x="7012" y="9144"/>
                        <a:pt x="7027" y="9143"/>
                        <a:pt x="7042" y="9143"/>
                      </a:cubicBezTo>
                      <a:cubicBezTo>
                        <a:pt x="7049" y="9143"/>
                        <a:pt x="7049" y="9143"/>
                        <a:pt x="7086" y="9143"/>
                      </a:cubicBezTo>
                      <a:cubicBezTo>
                        <a:pt x="7123" y="9142"/>
                        <a:pt x="7159" y="9141"/>
                        <a:pt x="7196" y="9141"/>
                      </a:cubicBezTo>
                      <a:cubicBezTo>
                        <a:pt x="7196" y="9166"/>
                        <a:pt x="7196" y="9192"/>
                        <a:pt x="7196" y="9219"/>
                      </a:cubicBezTo>
                      <a:cubicBezTo>
                        <a:pt x="7200" y="9219"/>
                        <a:pt x="7200" y="9219"/>
                        <a:pt x="7220" y="9222"/>
                      </a:cubicBezTo>
                      <a:cubicBezTo>
                        <a:pt x="7257" y="9226"/>
                        <a:pt x="7293" y="9231"/>
                        <a:pt x="7330" y="9236"/>
                      </a:cubicBezTo>
                      <a:cubicBezTo>
                        <a:pt x="7343" y="9237"/>
                        <a:pt x="7355" y="9239"/>
                        <a:pt x="7368" y="9241"/>
                      </a:cubicBezTo>
                      <a:cubicBezTo>
                        <a:pt x="7381" y="9242"/>
                        <a:pt x="7393" y="9244"/>
                        <a:pt x="7405" y="9245"/>
                      </a:cubicBezTo>
                      <a:cubicBezTo>
                        <a:pt x="7411" y="9246"/>
                        <a:pt x="7411" y="9246"/>
                        <a:pt x="7439" y="9250"/>
                      </a:cubicBezTo>
                      <a:cubicBezTo>
                        <a:pt x="7469" y="9258"/>
                        <a:pt x="7469" y="9258"/>
                        <a:pt x="7508" y="9297"/>
                      </a:cubicBezTo>
                      <a:cubicBezTo>
                        <a:pt x="7548" y="9301"/>
                        <a:pt x="7548" y="9301"/>
                        <a:pt x="7597" y="9301"/>
                      </a:cubicBezTo>
                      <a:cubicBezTo>
                        <a:pt x="7615" y="9301"/>
                        <a:pt x="7632" y="9300"/>
                        <a:pt x="7650" y="9300"/>
                      </a:cubicBezTo>
                      <a:cubicBezTo>
                        <a:pt x="7669" y="9300"/>
                        <a:pt x="7687" y="9300"/>
                        <a:pt x="7706" y="9299"/>
                      </a:cubicBezTo>
                      <a:cubicBezTo>
                        <a:pt x="7715" y="9299"/>
                        <a:pt x="7715" y="9299"/>
                        <a:pt x="7762" y="9299"/>
                      </a:cubicBezTo>
                      <a:cubicBezTo>
                        <a:pt x="7807" y="9298"/>
                        <a:pt x="7853" y="9298"/>
                        <a:pt x="7899" y="9297"/>
                      </a:cubicBezTo>
                      <a:cubicBezTo>
                        <a:pt x="7899" y="9323"/>
                        <a:pt x="7899" y="9348"/>
                        <a:pt x="7899" y="9375"/>
                      </a:cubicBezTo>
                      <a:cubicBezTo>
                        <a:pt x="8131" y="9375"/>
                        <a:pt x="8363" y="9375"/>
                        <a:pt x="8602" y="9375"/>
                      </a:cubicBezTo>
                      <a:cubicBezTo>
                        <a:pt x="8602" y="9401"/>
                        <a:pt x="8602" y="9427"/>
                        <a:pt x="8602" y="9453"/>
                      </a:cubicBezTo>
                      <a:cubicBezTo>
                        <a:pt x="9117" y="9453"/>
                        <a:pt x="9633" y="9453"/>
                        <a:pt x="10164" y="9453"/>
                      </a:cubicBezTo>
                      <a:cubicBezTo>
                        <a:pt x="10164" y="9427"/>
                        <a:pt x="10164" y="9402"/>
                        <a:pt x="10164" y="9375"/>
                      </a:cubicBezTo>
                      <a:cubicBezTo>
                        <a:pt x="10371" y="9375"/>
                        <a:pt x="10577" y="9375"/>
                        <a:pt x="10789" y="9375"/>
                      </a:cubicBezTo>
                      <a:cubicBezTo>
                        <a:pt x="10789" y="9349"/>
                        <a:pt x="10789" y="9323"/>
                        <a:pt x="10789" y="9297"/>
                      </a:cubicBezTo>
                      <a:cubicBezTo>
                        <a:pt x="10803" y="9297"/>
                        <a:pt x="10817" y="9297"/>
                        <a:pt x="10832" y="9298"/>
                      </a:cubicBezTo>
                      <a:cubicBezTo>
                        <a:pt x="10884" y="9298"/>
                        <a:pt x="10936" y="9299"/>
                        <a:pt x="10987" y="9299"/>
                      </a:cubicBezTo>
                      <a:cubicBezTo>
                        <a:pt x="11010" y="9299"/>
                        <a:pt x="11032" y="9299"/>
                        <a:pt x="11055" y="9300"/>
                      </a:cubicBezTo>
                      <a:cubicBezTo>
                        <a:pt x="11087" y="9300"/>
                        <a:pt x="11119" y="9301"/>
                        <a:pt x="11152" y="9301"/>
                      </a:cubicBezTo>
                      <a:cubicBezTo>
                        <a:pt x="11162" y="9301"/>
                        <a:pt x="11172" y="9301"/>
                        <a:pt x="11182" y="9301"/>
                      </a:cubicBezTo>
                      <a:cubicBezTo>
                        <a:pt x="11211" y="9301"/>
                        <a:pt x="11211" y="9301"/>
                        <a:pt x="11258" y="9297"/>
                      </a:cubicBezTo>
                      <a:cubicBezTo>
                        <a:pt x="11271" y="9284"/>
                        <a:pt x="11284" y="9271"/>
                        <a:pt x="11297" y="9258"/>
                      </a:cubicBezTo>
                      <a:cubicBezTo>
                        <a:pt x="11327" y="9250"/>
                        <a:pt x="11327" y="9250"/>
                        <a:pt x="11361" y="9245"/>
                      </a:cubicBezTo>
                      <a:cubicBezTo>
                        <a:pt x="11367" y="9245"/>
                        <a:pt x="11367" y="9245"/>
                        <a:pt x="11398" y="9241"/>
                      </a:cubicBezTo>
                      <a:cubicBezTo>
                        <a:pt x="11411" y="9239"/>
                        <a:pt x="11423" y="9237"/>
                        <a:pt x="11436" y="9236"/>
                      </a:cubicBezTo>
                      <a:cubicBezTo>
                        <a:pt x="11443" y="9235"/>
                        <a:pt x="11443" y="9235"/>
                        <a:pt x="11475" y="9231"/>
                      </a:cubicBezTo>
                      <a:cubicBezTo>
                        <a:pt x="11507" y="9227"/>
                        <a:pt x="11539" y="9223"/>
                        <a:pt x="11571" y="9219"/>
                      </a:cubicBezTo>
                      <a:cubicBezTo>
                        <a:pt x="11571" y="9193"/>
                        <a:pt x="11571" y="9167"/>
                        <a:pt x="11571" y="9141"/>
                      </a:cubicBezTo>
                      <a:cubicBezTo>
                        <a:pt x="11674" y="9141"/>
                        <a:pt x="11777" y="9141"/>
                        <a:pt x="11883" y="9141"/>
                      </a:cubicBezTo>
                      <a:cubicBezTo>
                        <a:pt x="11883" y="9115"/>
                        <a:pt x="11883" y="9089"/>
                        <a:pt x="11883" y="9062"/>
                      </a:cubicBezTo>
                      <a:cubicBezTo>
                        <a:pt x="12012" y="9062"/>
                        <a:pt x="12141" y="9062"/>
                        <a:pt x="12274" y="9062"/>
                      </a:cubicBezTo>
                      <a:cubicBezTo>
                        <a:pt x="12274" y="9037"/>
                        <a:pt x="12274" y="9011"/>
                        <a:pt x="12274" y="8984"/>
                      </a:cubicBezTo>
                      <a:cubicBezTo>
                        <a:pt x="12351" y="8984"/>
                        <a:pt x="12428" y="8984"/>
                        <a:pt x="12508" y="8984"/>
                      </a:cubicBezTo>
                      <a:cubicBezTo>
                        <a:pt x="12508" y="8959"/>
                        <a:pt x="12508" y="8933"/>
                        <a:pt x="12508" y="8906"/>
                      </a:cubicBezTo>
                      <a:cubicBezTo>
                        <a:pt x="12585" y="8906"/>
                        <a:pt x="12663" y="8906"/>
                        <a:pt x="12742" y="8906"/>
                      </a:cubicBezTo>
                      <a:cubicBezTo>
                        <a:pt x="12742" y="8880"/>
                        <a:pt x="12742" y="8855"/>
                        <a:pt x="12742" y="8828"/>
                      </a:cubicBezTo>
                      <a:cubicBezTo>
                        <a:pt x="12794" y="8828"/>
                        <a:pt x="12846" y="8828"/>
                        <a:pt x="12899" y="8828"/>
                      </a:cubicBezTo>
                      <a:cubicBezTo>
                        <a:pt x="12899" y="8802"/>
                        <a:pt x="12899" y="8777"/>
                        <a:pt x="12899" y="8750"/>
                      </a:cubicBezTo>
                      <a:cubicBezTo>
                        <a:pt x="12976" y="8750"/>
                        <a:pt x="13053" y="8750"/>
                        <a:pt x="13133" y="8750"/>
                      </a:cubicBezTo>
                      <a:cubicBezTo>
                        <a:pt x="13133" y="8724"/>
                        <a:pt x="13133" y="8698"/>
                        <a:pt x="13133" y="8672"/>
                      </a:cubicBezTo>
                      <a:cubicBezTo>
                        <a:pt x="13185" y="8672"/>
                        <a:pt x="13236" y="8672"/>
                        <a:pt x="13289" y="8672"/>
                      </a:cubicBezTo>
                      <a:cubicBezTo>
                        <a:pt x="13289" y="8646"/>
                        <a:pt x="13289" y="8620"/>
                        <a:pt x="13289" y="8594"/>
                      </a:cubicBezTo>
                      <a:cubicBezTo>
                        <a:pt x="13341" y="8594"/>
                        <a:pt x="13392" y="8594"/>
                        <a:pt x="13446" y="8594"/>
                      </a:cubicBezTo>
                      <a:cubicBezTo>
                        <a:pt x="13446" y="8568"/>
                        <a:pt x="13446" y="8542"/>
                        <a:pt x="13446" y="8516"/>
                      </a:cubicBezTo>
                      <a:cubicBezTo>
                        <a:pt x="13458" y="8514"/>
                        <a:pt x="13470" y="8512"/>
                        <a:pt x="13482" y="8510"/>
                      </a:cubicBezTo>
                      <a:cubicBezTo>
                        <a:pt x="13605" y="8488"/>
                        <a:pt x="13710" y="8452"/>
                        <a:pt x="13822" y="8399"/>
                      </a:cubicBezTo>
                      <a:cubicBezTo>
                        <a:pt x="13839" y="8391"/>
                        <a:pt x="13855" y="8383"/>
                        <a:pt x="13871" y="8376"/>
                      </a:cubicBezTo>
                      <a:cubicBezTo>
                        <a:pt x="13905" y="8360"/>
                        <a:pt x="13939" y="8344"/>
                        <a:pt x="13973" y="8328"/>
                      </a:cubicBezTo>
                      <a:cubicBezTo>
                        <a:pt x="14025" y="8303"/>
                        <a:pt x="14077" y="8279"/>
                        <a:pt x="14129" y="8255"/>
                      </a:cubicBezTo>
                      <a:cubicBezTo>
                        <a:pt x="14162" y="8239"/>
                        <a:pt x="14195" y="8224"/>
                        <a:pt x="14228" y="8208"/>
                      </a:cubicBezTo>
                      <a:cubicBezTo>
                        <a:pt x="14243" y="8201"/>
                        <a:pt x="14259" y="8194"/>
                        <a:pt x="14275" y="8186"/>
                      </a:cubicBezTo>
                      <a:cubicBezTo>
                        <a:pt x="14289" y="8180"/>
                        <a:pt x="14303" y="8173"/>
                        <a:pt x="14318" y="8166"/>
                      </a:cubicBezTo>
                      <a:cubicBezTo>
                        <a:pt x="14324" y="8163"/>
                        <a:pt x="14324" y="8163"/>
                        <a:pt x="14356" y="8147"/>
                      </a:cubicBezTo>
                      <a:cubicBezTo>
                        <a:pt x="14365" y="8140"/>
                        <a:pt x="14374" y="8133"/>
                        <a:pt x="14383" y="8125"/>
                      </a:cubicBezTo>
                      <a:cubicBezTo>
                        <a:pt x="14383" y="8099"/>
                        <a:pt x="14383" y="8073"/>
                        <a:pt x="14383" y="8047"/>
                      </a:cubicBezTo>
                      <a:cubicBezTo>
                        <a:pt x="14435" y="8047"/>
                        <a:pt x="14486" y="8047"/>
                        <a:pt x="14539" y="8047"/>
                      </a:cubicBezTo>
                      <a:cubicBezTo>
                        <a:pt x="14539" y="8021"/>
                        <a:pt x="14539" y="7995"/>
                        <a:pt x="14539" y="7969"/>
                      </a:cubicBezTo>
                      <a:cubicBezTo>
                        <a:pt x="14591" y="7969"/>
                        <a:pt x="14642" y="7969"/>
                        <a:pt x="14696" y="7969"/>
                      </a:cubicBezTo>
                      <a:cubicBezTo>
                        <a:pt x="14696" y="7943"/>
                        <a:pt x="14696" y="7917"/>
                        <a:pt x="14696" y="7891"/>
                      </a:cubicBezTo>
                      <a:cubicBezTo>
                        <a:pt x="14721" y="7891"/>
                        <a:pt x="14747" y="7891"/>
                        <a:pt x="14774" y="7891"/>
                      </a:cubicBezTo>
                      <a:cubicBezTo>
                        <a:pt x="14774" y="7865"/>
                        <a:pt x="14774" y="7839"/>
                        <a:pt x="14774" y="7812"/>
                      </a:cubicBezTo>
                      <a:cubicBezTo>
                        <a:pt x="14825" y="7812"/>
                        <a:pt x="14877" y="7812"/>
                        <a:pt x="14930" y="7812"/>
                      </a:cubicBezTo>
                      <a:cubicBezTo>
                        <a:pt x="14930" y="7787"/>
                        <a:pt x="14930" y="7761"/>
                        <a:pt x="14930" y="7734"/>
                      </a:cubicBezTo>
                      <a:cubicBezTo>
                        <a:pt x="14956" y="7734"/>
                        <a:pt x="14982" y="7734"/>
                        <a:pt x="15008" y="7734"/>
                      </a:cubicBezTo>
                      <a:cubicBezTo>
                        <a:pt x="15008" y="7709"/>
                        <a:pt x="15008" y="7683"/>
                        <a:pt x="15008" y="7656"/>
                      </a:cubicBezTo>
                      <a:cubicBezTo>
                        <a:pt x="15020" y="7655"/>
                        <a:pt x="15033" y="7654"/>
                        <a:pt x="15045" y="7653"/>
                      </a:cubicBezTo>
                      <a:cubicBezTo>
                        <a:pt x="15175" y="7636"/>
                        <a:pt x="15233" y="7598"/>
                        <a:pt x="15319" y="7502"/>
                      </a:cubicBezTo>
                      <a:cubicBezTo>
                        <a:pt x="15419" y="7401"/>
                        <a:pt x="15554" y="7340"/>
                        <a:pt x="15684" y="7286"/>
                      </a:cubicBezTo>
                      <a:cubicBezTo>
                        <a:pt x="15693" y="7279"/>
                        <a:pt x="15702" y="7273"/>
                        <a:pt x="15711" y="7266"/>
                      </a:cubicBezTo>
                      <a:cubicBezTo>
                        <a:pt x="15711" y="7240"/>
                        <a:pt x="15711" y="7214"/>
                        <a:pt x="15711" y="7188"/>
                      </a:cubicBezTo>
                      <a:cubicBezTo>
                        <a:pt x="15763" y="7188"/>
                        <a:pt x="15814" y="7188"/>
                        <a:pt x="15867" y="7188"/>
                      </a:cubicBezTo>
                      <a:cubicBezTo>
                        <a:pt x="15867" y="7162"/>
                        <a:pt x="15867" y="7136"/>
                        <a:pt x="15867" y="7109"/>
                      </a:cubicBezTo>
                      <a:cubicBezTo>
                        <a:pt x="15893" y="7109"/>
                        <a:pt x="15919" y="7109"/>
                        <a:pt x="15946" y="7109"/>
                      </a:cubicBezTo>
                      <a:cubicBezTo>
                        <a:pt x="15946" y="7084"/>
                        <a:pt x="15946" y="7058"/>
                        <a:pt x="15946" y="7031"/>
                      </a:cubicBezTo>
                      <a:cubicBezTo>
                        <a:pt x="15971" y="7031"/>
                        <a:pt x="15997" y="7031"/>
                        <a:pt x="16024" y="7031"/>
                      </a:cubicBezTo>
                      <a:cubicBezTo>
                        <a:pt x="16024" y="7005"/>
                        <a:pt x="16024" y="6980"/>
                        <a:pt x="16024" y="6953"/>
                      </a:cubicBezTo>
                      <a:cubicBezTo>
                        <a:pt x="16049" y="6953"/>
                        <a:pt x="16075" y="6953"/>
                        <a:pt x="16102" y="6953"/>
                      </a:cubicBezTo>
                      <a:cubicBezTo>
                        <a:pt x="16102" y="6927"/>
                        <a:pt x="16102" y="6902"/>
                        <a:pt x="16102" y="6875"/>
                      </a:cubicBezTo>
                      <a:cubicBezTo>
                        <a:pt x="16128" y="6875"/>
                        <a:pt x="16153" y="6875"/>
                        <a:pt x="16180" y="6875"/>
                      </a:cubicBezTo>
                      <a:cubicBezTo>
                        <a:pt x="16180" y="6849"/>
                        <a:pt x="16180" y="6823"/>
                        <a:pt x="16180" y="6797"/>
                      </a:cubicBezTo>
                      <a:cubicBezTo>
                        <a:pt x="16232" y="6797"/>
                        <a:pt x="16283" y="6797"/>
                        <a:pt x="16336" y="6797"/>
                      </a:cubicBezTo>
                      <a:cubicBezTo>
                        <a:pt x="16336" y="6771"/>
                        <a:pt x="16336" y="6745"/>
                        <a:pt x="16336" y="6719"/>
                      </a:cubicBezTo>
                      <a:cubicBezTo>
                        <a:pt x="16362" y="6719"/>
                        <a:pt x="16388" y="6719"/>
                        <a:pt x="16414" y="6719"/>
                      </a:cubicBezTo>
                      <a:cubicBezTo>
                        <a:pt x="16414" y="6693"/>
                        <a:pt x="16414" y="6667"/>
                        <a:pt x="16414" y="6641"/>
                      </a:cubicBezTo>
                      <a:cubicBezTo>
                        <a:pt x="16440" y="6641"/>
                        <a:pt x="16466" y="6641"/>
                        <a:pt x="16492" y="6641"/>
                      </a:cubicBezTo>
                      <a:cubicBezTo>
                        <a:pt x="16492" y="6615"/>
                        <a:pt x="16492" y="6589"/>
                        <a:pt x="16492" y="6562"/>
                      </a:cubicBezTo>
                      <a:cubicBezTo>
                        <a:pt x="16518" y="6562"/>
                        <a:pt x="16544" y="6562"/>
                        <a:pt x="16571" y="6562"/>
                      </a:cubicBezTo>
                      <a:cubicBezTo>
                        <a:pt x="16571" y="6537"/>
                        <a:pt x="16571" y="6511"/>
                        <a:pt x="16571" y="6484"/>
                      </a:cubicBezTo>
                      <a:cubicBezTo>
                        <a:pt x="16596" y="6484"/>
                        <a:pt x="16622" y="6484"/>
                        <a:pt x="16649" y="6484"/>
                      </a:cubicBezTo>
                      <a:cubicBezTo>
                        <a:pt x="16649" y="6459"/>
                        <a:pt x="16649" y="6433"/>
                        <a:pt x="16649" y="6406"/>
                      </a:cubicBezTo>
                      <a:cubicBezTo>
                        <a:pt x="16674" y="6406"/>
                        <a:pt x="16700" y="6406"/>
                        <a:pt x="16727" y="6406"/>
                      </a:cubicBezTo>
                      <a:cubicBezTo>
                        <a:pt x="16727" y="6380"/>
                        <a:pt x="16727" y="6355"/>
                        <a:pt x="16727" y="6328"/>
                      </a:cubicBezTo>
                      <a:cubicBezTo>
                        <a:pt x="16753" y="6328"/>
                        <a:pt x="16778" y="6328"/>
                        <a:pt x="16805" y="6328"/>
                      </a:cubicBezTo>
                      <a:cubicBezTo>
                        <a:pt x="16805" y="6302"/>
                        <a:pt x="16805" y="6277"/>
                        <a:pt x="16805" y="6250"/>
                      </a:cubicBezTo>
                      <a:cubicBezTo>
                        <a:pt x="16831" y="6250"/>
                        <a:pt x="16857" y="6250"/>
                        <a:pt x="16883" y="6250"/>
                      </a:cubicBezTo>
                      <a:cubicBezTo>
                        <a:pt x="16883" y="6224"/>
                        <a:pt x="16883" y="6198"/>
                        <a:pt x="16883" y="6172"/>
                      </a:cubicBezTo>
                      <a:cubicBezTo>
                        <a:pt x="16909" y="6172"/>
                        <a:pt x="16935" y="6172"/>
                        <a:pt x="16961" y="6172"/>
                      </a:cubicBezTo>
                      <a:cubicBezTo>
                        <a:pt x="16961" y="6146"/>
                        <a:pt x="16961" y="6120"/>
                        <a:pt x="16961" y="6094"/>
                      </a:cubicBezTo>
                      <a:cubicBezTo>
                        <a:pt x="17013" y="6094"/>
                        <a:pt x="17064" y="6094"/>
                        <a:pt x="17117" y="6094"/>
                      </a:cubicBezTo>
                      <a:cubicBezTo>
                        <a:pt x="17117" y="6068"/>
                        <a:pt x="17117" y="6042"/>
                        <a:pt x="17117" y="6016"/>
                      </a:cubicBezTo>
                      <a:cubicBezTo>
                        <a:pt x="17143" y="6016"/>
                        <a:pt x="17169" y="6016"/>
                        <a:pt x="17196" y="6016"/>
                      </a:cubicBezTo>
                      <a:cubicBezTo>
                        <a:pt x="17196" y="5990"/>
                        <a:pt x="17196" y="5964"/>
                        <a:pt x="17196" y="5938"/>
                      </a:cubicBezTo>
                      <a:cubicBezTo>
                        <a:pt x="17221" y="5938"/>
                        <a:pt x="17247" y="5938"/>
                        <a:pt x="17274" y="5938"/>
                      </a:cubicBezTo>
                      <a:cubicBezTo>
                        <a:pt x="17274" y="5912"/>
                        <a:pt x="17274" y="5886"/>
                        <a:pt x="17274" y="5859"/>
                      </a:cubicBezTo>
                      <a:cubicBezTo>
                        <a:pt x="17280" y="5860"/>
                        <a:pt x="17280" y="5860"/>
                        <a:pt x="17309" y="5865"/>
                      </a:cubicBezTo>
                      <a:cubicBezTo>
                        <a:pt x="17352" y="5859"/>
                        <a:pt x="17352" y="5859"/>
                        <a:pt x="17384" y="5821"/>
                      </a:cubicBezTo>
                      <a:cubicBezTo>
                        <a:pt x="17394" y="5804"/>
                        <a:pt x="17403" y="5786"/>
                        <a:pt x="17413" y="5769"/>
                      </a:cubicBezTo>
                      <a:cubicBezTo>
                        <a:pt x="17418" y="5760"/>
                        <a:pt x="17423" y="5751"/>
                        <a:pt x="17428" y="5742"/>
                      </a:cubicBezTo>
                      <a:cubicBezTo>
                        <a:pt x="17464" y="5679"/>
                        <a:pt x="17490" y="5617"/>
                        <a:pt x="17508" y="5547"/>
                      </a:cubicBezTo>
                      <a:cubicBezTo>
                        <a:pt x="17534" y="5547"/>
                        <a:pt x="17560" y="5547"/>
                        <a:pt x="17586" y="5547"/>
                      </a:cubicBezTo>
                      <a:cubicBezTo>
                        <a:pt x="17586" y="5521"/>
                        <a:pt x="17586" y="5495"/>
                        <a:pt x="17586" y="5469"/>
                      </a:cubicBezTo>
                      <a:cubicBezTo>
                        <a:pt x="17612" y="5469"/>
                        <a:pt x="17638" y="5469"/>
                        <a:pt x="17664" y="5469"/>
                      </a:cubicBezTo>
                      <a:cubicBezTo>
                        <a:pt x="17664" y="5443"/>
                        <a:pt x="17664" y="5417"/>
                        <a:pt x="17664" y="5391"/>
                      </a:cubicBezTo>
                      <a:cubicBezTo>
                        <a:pt x="17690" y="5391"/>
                        <a:pt x="17716" y="5391"/>
                        <a:pt x="17742" y="5391"/>
                      </a:cubicBezTo>
                      <a:cubicBezTo>
                        <a:pt x="17742" y="5365"/>
                        <a:pt x="17742" y="5339"/>
                        <a:pt x="17742" y="5312"/>
                      </a:cubicBezTo>
                      <a:cubicBezTo>
                        <a:pt x="17768" y="5312"/>
                        <a:pt x="17794" y="5312"/>
                        <a:pt x="17821" y="5312"/>
                      </a:cubicBezTo>
                      <a:cubicBezTo>
                        <a:pt x="17821" y="5287"/>
                        <a:pt x="17821" y="5261"/>
                        <a:pt x="17821" y="5234"/>
                      </a:cubicBezTo>
                      <a:cubicBezTo>
                        <a:pt x="17846" y="5234"/>
                        <a:pt x="17872" y="5234"/>
                        <a:pt x="17899" y="5234"/>
                      </a:cubicBezTo>
                      <a:cubicBezTo>
                        <a:pt x="17899" y="5209"/>
                        <a:pt x="17899" y="5183"/>
                        <a:pt x="17899" y="5156"/>
                      </a:cubicBezTo>
                      <a:cubicBezTo>
                        <a:pt x="17924" y="5156"/>
                        <a:pt x="17950" y="5156"/>
                        <a:pt x="17977" y="5156"/>
                      </a:cubicBezTo>
                      <a:cubicBezTo>
                        <a:pt x="17977" y="5079"/>
                        <a:pt x="17977" y="5002"/>
                        <a:pt x="17977" y="4922"/>
                      </a:cubicBezTo>
                      <a:cubicBezTo>
                        <a:pt x="17951" y="4922"/>
                        <a:pt x="17925" y="4922"/>
                        <a:pt x="17899" y="4922"/>
                      </a:cubicBezTo>
                      <a:cubicBezTo>
                        <a:pt x="17899" y="4896"/>
                        <a:pt x="17899" y="4870"/>
                        <a:pt x="17899" y="4844"/>
                      </a:cubicBezTo>
                      <a:cubicBezTo>
                        <a:pt x="17873" y="4844"/>
                        <a:pt x="17847" y="4844"/>
                        <a:pt x="17821" y="4844"/>
                      </a:cubicBezTo>
                      <a:cubicBezTo>
                        <a:pt x="17821" y="4818"/>
                        <a:pt x="17821" y="4792"/>
                        <a:pt x="17821" y="4766"/>
                      </a:cubicBezTo>
                      <a:cubicBezTo>
                        <a:pt x="17795" y="4766"/>
                        <a:pt x="17769" y="4766"/>
                        <a:pt x="17742" y="4766"/>
                      </a:cubicBezTo>
                      <a:cubicBezTo>
                        <a:pt x="17717" y="4688"/>
                        <a:pt x="17691" y="4611"/>
                        <a:pt x="17664" y="4531"/>
                      </a:cubicBezTo>
                      <a:cubicBezTo>
                        <a:pt x="17639" y="4531"/>
                        <a:pt x="17613" y="4531"/>
                        <a:pt x="17586" y="4531"/>
                      </a:cubicBezTo>
                      <a:cubicBezTo>
                        <a:pt x="17586" y="4505"/>
                        <a:pt x="17586" y="4480"/>
                        <a:pt x="17586" y="4453"/>
                      </a:cubicBezTo>
                      <a:cubicBezTo>
                        <a:pt x="17560" y="4453"/>
                        <a:pt x="17535" y="4453"/>
                        <a:pt x="17508" y="4453"/>
                      </a:cubicBezTo>
                      <a:cubicBezTo>
                        <a:pt x="17508" y="4427"/>
                        <a:pt x="17508" y="4402"/>
                        <a:pt x="17508" y="4375"/>
                      </a:cubicBezTo>
                      <a:cubicBezTo>
                        <a:pt x="17482" y="4375"/>
                        <a:pt x="17457" y="4375"/>
                        <a:pt x="17430" y="4375"/>
                      </a:cubicBezTo>
                      <a:cubicBezTo>
                        <a:pt x="17430" y="4349"/>
                        <a:pt x="17430" y="4323"/>
                        <a:pt x="17430" y="4297"/>
                      </a:cubicBezTo>
                      <a:cubicBezTo>
                        <a:pt x="17404" y="4297"/>
                        <a:pt x="17378" y="4297"/>
                        <a:pt x="17352" y="4297"/>
                      </a:cubicBezTo>
                      <a:cubicBezTo>
                        <a:pt x="17352" y="4271"/>
                        <a:pt x="17352" y="4245"/>
                        <a:pt x="17352" y="4219"/>
                      </a:cubicBezTo>
                      <a:cubicBezTo>
                        <a:pt x="17326" y="4219"/>
                        <a:pt x="17300" y="4219"/>
                        <a:pt x="17274" y="4219"/>
                      </a:cubicBezTo>
                      <a:cubicBezTo>
                        <a:pt x="17274" y="4193"/>
                        <a:pt x="17274" y="4167"/>
                        <a:pt x="17274" y="4141"/>
                      </a:cubicBezTo>
                      <a:cubicBezTo>
                        <a:pt x="17248" y="4141"/>
                        <a:pt x="17222" y="4141"/>
                        <a:pt x="17196" y="4141"/>
                      </a:cubicBezTo>
                      <a:cubicBezTo>
                        <a:pt x="17196" y="4115"/>
                        <a:pt x="17196" y="4089"/>
                        <a:pt x="17196" y="4062"/>
                      </a:cubicBezTo>
                      <a:cubicBezTo>
                        <a:pt x="17170" y="4062"/>
                        <a:pt x="17144" y="4062"/>
                        <a:pt x="17117" y="4062"/>
                      </a:cubicBezTo>
                      <a:cubicBezTo>
                        <a:pt x="17117" y="4037"/>
                        <a:pt x="17117" y="4011"/>
                        <a:pt x="17117" y="3984"/>
                      </a:cubicBezTo>
                      <a:cubicBezTo>
                        <a:pt x="17092" y="3984"/>
                        <a:pt x="17066" y="3984"/>
                        <a:pt x="17039" y="3984"/>
                      </a:cubicBezTo>
                      <a:cubicBezTo>
                        <a:pt x="17039" y="3959"/>
                        <a:pt x="17039" y="3933"/>
                        <a:pt x="17039" y="3906"/>
                      </a:cubicBezTo>
                      <a:cubicBezTo>
                        <a:pt x="17014" y="3906"/>
                        <a:pt x="16988" y="3906"/>
                        <a:pt x="16961" y="3906"/>
                      </a:cubicBezTo>
                      <a:cubicBezTo>
                        <a:pt x="16961" y="3880"/>
                        <a:pt x="16961" y="3855"/>
                        <a:pt x="16961" y="3828"/>
                      </a:cubicBezTo>
                      <a:cubicBezTo>
                        <a:pt x="16935" y="3828"/>
                        <a:pt x="16910" y="3828"/>
                        <a:pt x="16883" y="3828"/>
                      </a:cubicBezTo>
                      <a:cubicBezTo>
                        <a:pt x="16883" y="3802"/>
                        <a:pt x="16883" y="3777"/>
                        <a:pt x="16883" y="3750"/>
                      </a:cubicBezTo>
                      <a:cubicBezTo>
                        <a:pt x="16857" y="3750"/>
                        <a:pt x="16832" y="3750"/>
                        <a:pt x="16805" y="3750"/>
                      </a:cubicBezTo>
                      <a:cubicBezTo>
                        <a:pt x="16805" y="3724"/>
                        <a:pt x="16805" y="3698"/>
                        <a:pt x="16805" y="3672"/>
                      </a:cubicBezTo>
                      <a:cubicBezTo>
                        <a:pt x="16779" y="3672"/>
                        <a:pt x="16753" y="3672"/>
                        <a:pt x="16727" y="3672"/>
                      </a:cubicBezTo>
                      <a:cubicBezTo>
                        <a:pt x="16729" y="3660"/>
                        <a:pt x="16731" y="3649"/>
                        <a:pt x="16732" y="3637"/>
                      </a:cubicBezTo>
                      <a:cubicBezTo>
                        <a:pt x="16727" y="3594"/>
                        <a:pt x="16727" y="3594"/>
                        <a:pt x="16688" y="3562"/>
                      </a:cubicBezTo>
                      <a:cubicBezTo>
                        <a:pt x="16671" y="3552"/>
                        <a:pt x="16654" y="3542"/>
                        <a:pt x="16637" y="3533"/>
                      </a:cubicBezTo>
                      <a:cubicBezTo>
                        <a:pt x="16628" y="3528"/>
                        <a:pt x="16619" y="3523"/>
                        <a:pt x="16610" y="3517"/>
                      </a:cubicBezTo>
                      <a:cubicBezTo>
                        <a:pt x="16546" y="3482"/>
                        <a:pt x="16484" y="3456"/>
                        <a:pt x="16414" y="3438"/>
                      </a:cubicBezTo>
                      <a:cubicBezTo>
                        <a:pt x="16414" y="3412"/>
                        <a:pt x="16414" y="3386"/>
                        <a:pt x="16414" y="3359"/>
                      </a:cubicBezTo>
                      <a:cubicBezTo>
                        <a:pt x="16389" y="3359"/>
                        <a:pt x="16363" y="3359"/>
                        <a:pt x="16336" y="3359"/>
                      </a:cubicBezTo>
                      <a:cubicBezTo>
                        <a:pt x="16336" y="3334"/>
                        <a:pt x="16336" y="3308"/>
                        <a:pt x="16336" y="3281"/>
                      </a:cubicBezTo>
                      <a:cubicBezTo>
                        <a:pt x="16310" y="3281"/>
                        <a:pt x="16285" y="3281"/>
                        <a:pt x="16258" y="3281"/>
                      </a:cubicBezTo>
                      <a:cubicBezTo>
                        <a:pt x="16258" y="3255"/>
                        <a:pt x="16258" y="3230"/>
                        <a:pt x="16258" y="3203"/>
                      </a:cubicBezTo>
                      <a:cubicBezTo>
                        <a:pt x="16181" y="3177"/>
                        <a:pt x="16103" y="3152"/>
                        <a:pt x="16024" y="3125"/>
                      </a:cubicBezTo>
                      <a:cubicBezTo>
                        <a:pt x="16024" y="3099"/>
                        <a:pt x="16024" y="3073"/>
                        <a:pt x="16024" y="3047"/>
                      </a:cubicBezTo>
                      <a:cubicBezTo>
                        <a:pt x="15998" y="3047"/>
                        <a:pt x="15972" y="3047"/>
                        <a:pt x="15946" y="3047"/>
                      </a:cubicBezTo>
                      <a:cubicBezTo>
                        <a:pt x="15946" y="3021"/>
                        <a:pt x="15946" y="2995"/>
                        <a:pt x="15946" y="2969"/>
                      </a:cubicBezTo>
                      <a:cubicBezTo>
                        <a:pt x="15920" y="2969"/>
                        <a:pt x="15894" y="2969"/>
                        <a:pt x="15867" y="2969"/>
                      </a:cubicBezTo>
                      <a:cubicBezTo>
                        <a:pt x="15867" y="2943"/>
                        <a:pt x="15867" y="2917"/>
                        <a:pt x="15867" y="2891"/>
                      </a:cubicBezTo>
                      <a:cubicBezTo>
                        <a:pt x="15842" y="2891"/>
                        <a:pt x="15816" y="2891"/>
                        <a:pt x="15789" y="2891"/>
                      </a:cubicBezTo>
                      <a:cubicBezTo>
                        <a:pt x="15789" y="2865"/>
                        <a:pt x="15789" y="2839"/>
                        <a:pt x="15789" y="2812"/>
                      </a:cubicBezTo>
                      <a:cubicBezTo>
                        <a:pt x="15738" y="2812"/>
                        <a:pt x="15686" y="2812"/>
                        <a:pt x="15633" y="2812"/>
                      </a:cubicBezTo>
                      <a:cubicBezTo>
                        <a:pt x="15633" y="2787"/>
                        <a:pt x="15633" y="2761"/>
                        <a:pt x="15633" y="2734"/>
                      </a:cubicBezTo>
                      <a:cubicBezTo>
                        <a:pt x="15607" y="2734"/>
                        <a:pt x="15582" y="2734"/>
                        <a:pt x="15555" y="2734"/>
                      </a:cubicBezTo>
                      <a:cubicBezTo>
                        <a:pt x="15555" y="2709"/>
                        <a:pt x="15555" y="2683"/>
                        <a:pt x="15555" y="2656"/>
                      </a:cubicBezTo>
                      <a:cubicBezTo>
                        <a:pt x="15529" y="2656"/>
                        <a:pt x="15503" y="2656"/>
                        <a:pt x="15477" y="2656"/>
                      </a:cubicBezTo>
                      <a:cubicBezTo>
                        <a:pt x="15477" y="2630"/>
                        <a:pt x="15477" y="2605"/>
                        <a:pt x="15477" y="2578"/>
                      </a:cubicBezTo>
                      <a:cubicBezTo>
                        <a:pt x="15425" y="2578"/>
                        <a:pt x="15374" y="2578"/>
                        <a:pt x="15321" y="2578"/>
                      </a:cubicBezTo>
                      <a:cubicBezTo>
                        <a:pt x="15321" y="2552"/>
                        <a:pt x="15321" y="2527"/>
                        <a:pt x="15321" y="2500"/>
                      </a:cubicBezTo>
                      <a:cubicBezTo>
                        <a:pt x="15243" y="2474"/>
                        <a:pt x="15166" y="2448"/>
                        <a:pt x="15086" y="2422"/>
                      </a:cubicBezTo>
                      <a:cubicBezTo>
                        <a:pt x="15086" y="2396"/>
                        <a:pt x="15086" y="2370"/>
                        <a:pt x="15086" y="2344"/>
                      </a:cubicBezTo>
                      <a:cubicBezTo>
                        <a:pt x="15060" y="2322"/>
                        <a:pt x="15060" y="2322"/>
                        <a:pt x="15023" y="2305"/>
                      </a:cubicBezTo>
                      <a:cubicBezTo>
                        <a:pt x="15017" y="2301"/>
                        <a:pt x="15017" y="2301"/>
                        <a:pt x="14983" y="2285"/>
                      </a:cubicBezTo>
                      <a:cubicBezTo>
                        <a:pt x="14976" y="2282"/>
                        <a:pt x="14976" y="2282"/>
                        <a:pt x="14940" y="2266"/>
                      </a:cubicBezTo>
                      <a:cubicBezTo>
                        <a:pt x="14912" y="2253"/>
                        <a:pt x="14885" y="2240"/>
                        <a:pt x="14857" y="2227"/>
                      </a:cubicBezTo>
                      <a:cubicBezTo>
                        <a:pt x="14815" y="2206"/>
                        <a:pt x="14772" y="2187"/>
                        <a:pt x="14728" y="2168"/>
                      </a:cubicBezTo>
                      <a:cubicBezTo>
                        <a:pt x="14714" y="2162"/>
                        <a:pt x="14700" y="2155"/>
                        <a:pt x="14685" y="2148"/>
                      </a:cubicBezTo>
                      <a:cubicBezTo>
                        <a:pt x="14672" y="2143"/>
                        <a:pt x="14659" y="2137"/>
                        <a:pt x="14646" y="2131"/>
                      </a:cubicBezTo>
                      <a:cubicBezTo>
                        <a:pt x="14636" y="2124"/>
                        <a:pt x="14627" y="2117"/>
                        <a:pt x="14617" y="2109"/>
                      </a:cubicBezTo>
                      <a:cubicBezTo>
                        <a:pt x="14617" y="2084"/>
                        <a:pt x="14617" y="2058"/>
                        <a:pt x="14617" y="2031"/>
                      </a:cubicBezTo>
                      <a:cubicBezTo>
                        <a:pt x="14566" y="2031"/>
                        <a:pt x="14514" y="2031"/>
                        <a:pt x="14461" y="2031"/>
                      </a:cubicBezTo>
                      <a:cubicBezTo>
                        <a:pt x="14461" y="2005"/>
                        <a:pt x="14461" y="1980"/>
                        <a:pt x="14461" y="1953"/>
                      </a:cubicBezTo>
                      <a:cubicBezTo>
                        <a:pt x="14410" y="1953"/>
                        <a:pt x="14358" y="1953"/>
                        <a:pt x="14305" y="1953"/>
                      </a:cubicBezTo>
                      <a:cubicBezTo>
                        <a:pt x="14305" y="1927"/>
                        <a:pt x="14305" y="1902"/>
                        <a:pt x="14305" y="1875"/>
                      </a:cubicBezTo>
                      <a:cubicBezTo>
                        <a:pt x="14253" y="1875"/>
                        <a:pt x="14202" y="1875"/>
                        <a:pt x="14149" y="1875"/>
                      </a:cubicBezTo>
                      <a:cubicBezTo>
                        <a:pt x="14149" y="1849"/>
                        <a:pt x="14149" y="1823"/>
                        <a:pt x="14149" y="1797"/>
                      </a:cubicBezTo>
                      <a:cubicBezTo>
                        <a:pt x="14123" y="1797"/>
                        <a:pt x="14097" y="1797"/>
                        <a:pt x="14071" y="1797"/>
                      </a:cubicBezTo>
                      <a:cubicBezTo>
                        <a:pt x="14071" y="1771"/>
                        <a:pt x="14071" y="1745"/>
                        <a:pt x="14071" y="1719"/>
                      </a:cubicBezTo>
                      <a:cubicBezTo>
                        <a:pt x="14066" y="1717"/>
                        <a:pt x="14066" y="1717"/>
                        <a:pt x="14041" y="1710"/>
                      </a:cubicBezTo>
                      <a:cubicBezTo>
                        <a:pt x="13870" y="1657"/>
                        <a:pt x="13715" y="1606"/>
                        <a:pt x="13565" y="1506"/>
                      </a:cubicBezTo>
                      <a:cubicBezTo>
                        <a:pt x="13500" y="1472"/>
                        <a:pt x="13439" y="1474"/>
                        <a:pt x="13367" y="1484"/>
                      </a:cubicBezTo>
                      <a:cubicBezTo>
                        <a:pt x="13367" y="1459"/>
                        <a:pt x="13367" y="1433"/>
                        <a:pt x="13367" y="1406"/>
                      </a:cubicBezTo>
                      <a:cubicBezTo>
                        <a:pt x="12988" y="1274"/>
                        <a:pt x="12988" y="1274"/>
                        <a:pt x="12821" y="1250"/>
                      </a:cubicBezTo>
                      <a:cubicBezTo>
                        <a:pt x="12821" y="1224"/>
                        <a:pt x="12821" y="1198"/>
                        <a:pt x="12821" y="1172"/>
                      </a:cubicBezTo>
                      <a:cubicBezTo>
                        <a:pt x="12769" y="1172"/>
                        <a:pt x="12717" y="1172"/>
                        <a:pt x="12664" y="1172"/>
                      </a:cubicBezTo>
                      <a:cubicBezTo>
                        <a:pt x="12664" y="1146"/>
                        <a:pt x="12664" y="1120"/>
                        <a:pt x="12664" y="1094"/>
                      </a:cubicBezTo>
                      <a:cubicBezTo>
                        <a:pt x="12587" y="1094"/>
                        <a:pt x="12510" y="1094"/>
                        <a:pt x="12430" y="1094"/>
                      </a:cubicBezTo>
                      <a:cubicBezTo>
                        <a:pt x="12430" y="1068"/>
                        <a:pt x="12430" y="1042"/>
                        <a:pt x="12430" y="1016"/>
                      </a:cubicBezTo>
                      <a:cubicBezTo>
                        <a:pt x="12353" y="1016"/>
                        <a:pt x="12275" y="1016"/>
                        <a:pt x="12196" y="1016"/>
                      </a:cubicBezTo>
                      <a:cubicBezTo>
                        <a:pt x="12196" y="990"/>
                        <a:pt x="12196" y="964"/>
                        <a:pt x="12196" y="938"/>
                      </a:cubicBezTo>
                      <a:cubicBezTo>
                        <a:pt x="12188" y="937"/>
                        <a:pt x="12179" y="936"/>
                        <a:pt x="12171" y="935"/>
                      </a:cubicBezTo>
                      <a:cubicBezTo>
                        <a:pt x="12134" y="930"/>
                        <a:pt x="12098" y="925"/>
                        <a:pt x="12061" y="920"/>
                      </a:cubicBezTo>
                      <a:cubicBezTo>
                        <a:pt x="12055" y="920"/>
                        <a:pt x="12055" y="920"/>
                        <a:pt x="12023" y="916"/>
                      </a:cubicBezTo>
                      <a:cubicBezTo>
                        <a:pt x="12011" y="914"/>
                        <a:pt x="11998" y="913"/>
                        <a:pt x="11986" y="911"/>
                      </a:cubicBezTo>
                      <a:cubicBezTo>
                        <a:pt x="11980" y="910"/>
                        <a:pt x="11980" y="910"/>
                        <a:pt x="11952" y="906"/>
                      </a:cubicBezTo>
                      <a:cubicBezTo>
                        <a:pt x="11922" y="898"/>
                        <a:pt x="11922" y="898"/>
                        <a:pt x="11883" y="859"/>
                      </a:cubicBezTo>
                      <a:cubicBezTo>
                        <a:pt x="11854" y="852"/>
                        <a:pt x="11854" y="852"/>
                        <a:pt x="11821" y="848"/>
                      </a:cubicBezTo>
                      <a:cubicBezTo>
                        <a:pt x="11809" y="847"/>
                        <a:pt x="11797" y="845"/>
                        <a:pt x="11784" y="844"/>
                      </a:cubicBezTo>
                      <a:cubicBezTo>
                        <a:pt x="11772" y="843"/>
                        <a:pt x="11759" y="841"/>
                        <a:pt x="11746" y="840"/>
                      </a:cubicBezTo>
                      <a:cubicBezTo>
                        <a:pt x="11722" y="837"/>
                        <a:pt x="11697" y="834"/>
                        <a:pt x="11672" y="831"/>
                      </a:cubicBezTo>
                      <a:cubicBezTo>
                        <a:pt x="11661" y="830"/>
                        <a:pt x="11650" y="829"/>
                        <a:pt x="11639" y="828"/>
                      </a:cubicBezTo>
                      <a:cubicBezTo>
                        <a:pt x="11610" y="820"/>
                        <a:pt x="11610" y="820"/>
                        <a:pt x="11571" y="781"/>
                      </a:cubicBezTo>
                      <a:cubicBezTo>
                        <a:pt x="11534" y="774"/>
                        <a:pt x="11534" y="774"/>
                        <a:pt x="11491" y="770"/>
                      </a:cubicBezTo>
                      <a:cubicBezTo>
                        <a:pt x="11476" y="769"/>
                        <a:pt x="11460" y="767"/>
                        <a:pt x="11444" y="766"/>
                      </a:cubicBezTo>
                      <a:cubicBezTo>
                        <a:pt x="11428" y="764"/>
                        <a:pt x="11412" y="763"/>
                        <a:pt x="11395" y="762"/>
                      </a:cubicBezTo>
                      <a:cubicBezTo>
                        <a:pt x="11363" y="759"/>
                        <a:pt x="11331" y="756"/>
                        <a:pt x="11298" y="753"/>
                      </a:cubicBezTo>
                      <a:cubicBezTo>
                        <a:pt x="11284" y="752"/>
                        <a:pt x="11270" y="751"/>
                        <a:pt x="11255" y="750"/>
                      </a:cubicBezTo>
                      <a:cubicBezTo>
                        <a:pt x="11219" y="742"/>
                        <a:pt x="11219" y="742"/>
                        <a:pt x="11180" y="703"/>
                      </a:cubicBezTo>
                      <a:cubicBezTo>
                        <a:pt x="11147" y="699"/>
                        <a:pt x="11147" y="699"/>
                        <a:pt x="11108" y="699"/>
                      </a:cubicBezTo>
                      <a:cubicBezTo>
                        <a:pt x="11094" y="699"/>
                        <a:pt x="11080" y="700"/>
                        <a:pt x="11065" y="700"/>
                      </a:cubicBezTo>
                      <a:cubicBezTo>
                        <a:pt x="11058" y="700"/>
                        <a:pt x="11058" y="700"/>
                        <a:pt x="11021" y="701"/>
                      </a:cubicBezTo>
                      <a:cubicBezTo>
                        <a:pt x="11014" y="701"/>
                        <a:pt x="11014" y="701"/>
                        <a:pt x="10977" y="701"/>
                      </a:cubicBezTo>
                      <a:cubicBezTo>
                        <a:pt x="10940" y="702"/>
                        <a:pt x="10904" y="702"/>
                        <a:pt x="10867" y="703"/>
                      </a:cubicBezTo>
                      <a:cubicBezTo>
                        <a:pt x="10867" y="677"/>
                        <a:pt x="10867" y="652"/>
                        <a:pt x="10867" y="625"/>
                      </a:cubicBezTo>
                      <a:cubicBezTo>
                        <a:pt x="10635" y="625"/>
                        <a:pt x="10403" y="625"/>
                        <a:pt x="10164" y="625"/>
                      </a:cubicBezTo>
                      <a:cubicBezTo>
                        <a:pt x="10164" y="599"/>
                        <a:pt x="10164" y="573"/>
                        <a:pt x="10164" y="547"/>
                      </a:cubicBezTo>
                      <a:cubicBezTo>
                        <a:pt x="9674" y="547"/>
                        <a:pt x="9185" y="547"/>
                        <a:pt x="8680" y="547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496" cap="flat">
                  <a:noFill/>
                </a:ln>
              </p:spPr>
            </p:sp>
            <p:sp>
              <p:nvSpPr>
                <p:cNvPr id="899" name="ICON_ACTION_EYE_path_004"/>
                <p:cNvSpPr/>
                <p:nvPr/>
              </p:nvSpPr>
              <p:spPr>
                <a:xfrm>
                  <a:off x="538758" y="5657949"/>
                  <a:ext cx="96242" cy="10820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578" h="8520" fill="norm" stroke="0">
                      <a:moveTo>
                        <a:pt x="664" y="0"/>
                      </a:moveTo>
                      <a:cubicBezTo>
                        <a:pt x="727" y="9"/>
                        <a:pt x="790" y="19"/>
                        <a:pt x="854" y="29"/>
                      </a:cubicBezTo>
                      <a:cubicBezTo>
                        <a:pt x="875" y="32"/>
                        <a:pt x="896" y="36"/>
                        <a:pt x="918" y="39"/>
                      </a:cubicBezTo>
                      <a:cubicBezTo>
                        <a:pt x="1065" y="61"/>
                        <a:pt x="1192" y="94"/>
                        <a:pt x="1328" y="156"/>
                      </a:cubicBezTo>
                      <a:cubicBezTo>
                        <a:pt x="1315" y="182"/>
                        <a:pt x="1302" y="208"/>
                        <a:pt x="1289" y="234"/>
                      </a:cubicBezTo>
                      <a:cubicBezTo>
                        <a:pt x="1328" y="247"/>
                        <a:pt x="1366" y="260"/>
                        <a:pt x="1406" y="273"/>
                      </a:cubicBezTo>
                      <a:cubicBezTo>
                        <a:pt x="1406" y="248"/>
                        <a:pt x="1406" y="222"/>
                        <a:pt x="1406" y="195"/>
                      </a:cubicBezTo>
                      <a:cubicBezTo>
                        <a:pt x="1484" y="208"/>
                        <a:pt x="1561" y="221"/>
                        <a:pt x="1641" y="234"/>
                      </a:cubicBezTo>
                      <a:cubicBezTo>
                        <a:pt x="1641" y="273"/>
                        <a:pt x="1641" y="312"/>
                        <a:pt x="1641" y="352"/>
                      </a:cubicBezTo>
                      <a:cubicBezTo>
                        <a:pt x="1666" y="352"/>
                        <a:pt x="1692" y="352"/>
                        <a:pt x="1719" y="352"/>
                      </a:cubicBezTo>
                      <a:cubicBezTo>
                        <a:pt x="1719" y="403"/>
                        <a:pt x="1719" y="455"/>
                        <a:pt x="1719" y="508"/>
                      </a:cubicBezTo>
                      <a:cubicBezTo>
                        <a:pt x="1822" y="508"/>
                        <a:pt x="1925" y="508"/>
                        <a:pt x="2031" y="508"/>
                      </a:cubicBezTo>
                      <a:cubicBezTo>
                        <a:pt x="2031" y="534"/>
                        <a:pt x="2031" y="559"/>
                        <a:pt x="2031" y="586"/>
                      </a:cubicBezTo>
                      <a:cubicBezTo>
                        <a:pt x="2045" y="584"/>
                        <a:pt x="2060" y="583"/>
                        <a:pt x="2074" y="581"/>
                      </a:cubicBezTo>
                      <a:cubicBezTo>
                        <a:pt x="2128" y="575"/>
                        <a:pt x="2182" y="570"/>
                        <a:pt x="2235" y="565"/>
                      </a:cubicBezTo>
                      <a:cubicBezTo>
                        <a:pt x="2258" y="563"/>
                        <a:pt x="2281" y="560"/>
                        <a:pt x="2304" y="558"/>
                      </a:cubicBezTo>
                      <a:cubicBezTo>
                        <a:pt x="2458" y="540"/>
                        <a:pt x="2576" y="547"/>
                        <a:pt x="2721" y="605"/>
                      </a:cubicBezTo>
                      <a:cubicBezTo>
                        <a:pt x="2801" y="636"/>
                        <a:pt x="2884" y="650"/>
                        <a:pt x="2969" y="664"/>
                      </a:cubicBezTo>
                      <a:cubicBezTo>
                        <a:pt x="2969" y="690"/>
                        <a:pt x="2969" y="716"/>
                        <a:pt x="2969" y="742"/>
                      </a:cubicBezTo>
                      <a:cubicBezTo>
                        <a:pt x="2979" y="743"/>
                        <a:pt x="2990" y="744"/>
                        <a:pt x="3000" y="745"/>
                      </a:cubicBezTo>
                      <a:cubicBezTo>
                        <a:pt x="3165" y="769"/>
                        <a:pt x="3346" y="831"/>
                        <a:pt x="3477" y="938"/>
                      </a:cubicBezTo>
                      <a:cubicBezTo>
                        <a:pt x="3517" y="997"/>
                        <a:pt x="3520" y="1062"/>
                        <a:pt x="3516" y="1133"/>
                      </a:cubicBezTo>
                      <a:cubicBezTo>
                        <a:pt x="3541" y="1133"/>
                        <a:pt x="3567" y="1133"/>
                        <a:pt x="3594" y="1133"/>
                      </a:cubicBezTo>
                      <a:cubicBezTo>
                        <a:pt x="3594" y="1159"/>
                        <a:pt x="3594" y="1184"/>
                        <a:pt x="3594" y="1211"/>
                      </a:cubicBezTo>
                      <a:cubicBezTo>
                        <a:pt x="3620" y="1211"/>
                        <a:pt x="3645" y="1211"/>
                        <a:pt x="3672" y="1211"/>
                      </a:cubicBezTo>
                      <a:cubicBezTo>
                        <a:pt x="3672" y="1237"/>
                        <a:pt x="3672" y="1262"/>
                        <a:pt x="3672" y="1289"/>
                      </a:cubicBezTo>
                      <a:cubicBezTo>
                        <a:pt x="3723" y="1289"/>
                        <a:pt x="3775" y="1289"/>
                        <a:pt x="3828" y="1289"/>
                      </a:cubicBezTo>
                      <a:cubicBezTo>
                        <a:pt x="3828" y="1315"/>
                        <a:pt x="3828" y="1341"/>
                        <a:pt x="3828" y="1367"/>
                      </a:cubicBezTo>
                      <a:cubicBezTo>
                        <a:pt x="3854" y="1367"/>
                        <a:pt x="3880" y="1367"/>
                        <a:pt x="3906" y="1367"/>
                      </a:cubicBezTo>
                      <a:cubicBezTo>
                        <a:pt x="3906" y="1393"/>
                        <a:pt x="3906" y="1419"/>
                        <a:pt x="3906" y="1445"/>
                      </a:cubicBezTo>
                      <a:cubicBezTo>
                        <a:pt x="3932" y="1445"/>
                        <a:pt x="3958" y="1445"/>
                        <a:pt x="3984" y="1445"/>
                      </a:cubicBezTo>
                      <a:cubicBezTo>
                        <a:pt x="3984" y="1471"/>
                        <a:pt x="3984" y="1497"/>
                        <a:pt x="3984" y="1523"/>
                      </a:cubicBezTo>
                      <a:cubicBezTo>
                        <a:pt x="4062" y="1523"/>
                        <a:pt x="4139" y="1523"/>
                        <a:pt x="4219" y="1523"/>
                      </a:cubicBezTo>
                      <a:cubicBezTo>
                        <a:pt x="4219" y="1498"/>
                        <a:pt x="4219" y="1472"/>
                        <a:pt x="4219" y="1445"/>
                      </a:cubicBezTo>
                      <a:cubicBezTo>
                        <a:pt x="4375" y="1497"/>
                        <a:pt x="4531" y="1549"/>
                        <a:pt x="4688" y="1602"/>
                      </a:cubicBezTo>
                      <a:cubicBezTo>
                        <a:pt x="4688" y="1627"/>
                        <a:pt x="4688" y="1653"/>
                        <a:pt x="4688" y="1680"/>
                      </a:cubicBezTo>
                      <a:cubicBezTo>
                        <a:pt x="4765" y="1705"/>
                        <a:pt x="4842" y="1731"/>
                        <a:pt x="4922" y="1758"/>
                      </a:cubicBezTo>
                      <a:cubicBezTo>
                        <a:pt x="4922" y="1809"/>
                        <a:pt x="4922" y="1861"/>
                        <a:pt x="4922" y="1914"/>
                      </a:cubicBezTo>
                      <a:cubicBezTo>
                        <a:pt x="4896" y="1914"/>
                        <a:pt x="4870" y="1914"/>
                        <a:pt x="4844" y="1914"/>
                      </a:cubicBezTo>
                      <a:cubicBezTo>
                        <a:pt x="4844" y="1940"/>
                        <a:pt x="4844" y="1966"/>
                        <a:pt x="4844" y="1992"/>
                      </a:cubicBezTo>
                      <a:cubicBezTo>
                        <a:pt x="4870" y="1992"/>
                        <a:pt x="4895" y="1992"/>
                        <a:pt x="4922" y="1992"/>
                      </a:cubicBezTo>
                      <a:cubicBezTo>
                        <a:pt x="4922" y="2018"/>
                        <a:pt x="4922" y="2044"/>
                        <a:pt x="4922" y="2070"/>
                      </a:cubicBezTo>
                      <a:cubicBezTo>
                        <a:pt x="4948" y="2070"/>
                        <a:pt x="4973" y="2070"/>
                        <a:pt x="5000" y="2070"/>
                      </a:cubicBezTo>
                      <a:cubicBezTo>
                        <a:pt x="5000" y="2096"/>
                        <a:pt x="5000" y="2122"/>
                        <a:pt x="5000" y="2148"/>
                      </a:cubicBezTo>
                      <a:cubicBezTo>
                        <a:pt x="5026" y="2148"/>
                        <a:pt x="5052" y="2148"/>
                        <a:pt x="5078" y="2148"/>
                      </a:cubicBezTo>
                      <a:cubicBezTo>
                        <a:pt x="5078" y="2174"/>
                        <a:pt x="5078" y="2200"/>
                        <a:pt x="5078" y="2227"/>
                      </a:cubicBezTo>
                      <a:cubicBezTo>
                        <a:pt x="5104" y="2227"/>
                        <a:pt x="5130" y="2227"/>
                        <a:pt x="5156" y="2227"/>
                      </a:cubicBezTo>
                      <a:cubicBezTo>
                        <a:pt x="5156" y="2252"/>
                        <a:pt x="5156" y="2278"/>
                        <a:pt x="5156" y="2305"/>
                      </a:cubicBezTo>
                      <a:cubicBezTo>
                        <a:pt x="5234" y="2305"/>
                        <a:pt x="5311" y="2305"/>
                        <a:pt x="5391" y="2305"/>
                      </a:cubicBezTo>
                      <a:cubicBezTo>
                        <a:pt x="5391" y="2330"/>
                        <a:pt x="5391" y="2356"/>
                        <a:pt x="5391" y="2383"/>
                      </a:cubicBezTo>
                      <a:cubicBezTo>
                        <a:pt x="5416" y="2383"/>
                        <a:pt x="5442" y="2383"/>
                        <a:pt x="5469" y="2383"/>
                      </a:cubicBezTo>
                      <a:cubicBezTo>
                        <a:pt x="5469" y="2409"/>
                        <a:pt x="5469" y="2434"/>
                        <a:pt x="5469" y="2461"/>
                      </a:cubicBezTo>
                      <a:cubicBezTo>
                        <a:pt x="5480" y="2457"/>
                        <a:pt x="5491" y="2453"/>
                        <a:pt x="5502" y="2448"/>
                      </a:cubicBezTo>
                      <a:cubicBezTo>
                        <a:pt x="5671" y="2398"/>
                        <a:pt x="5787" y="2461"/>
                        <a:pt x="5938" y="2539"/>
                      </a:cubicBezTo>
                      <a:cubicBezTo>
                        <a:pt x="5938" y="2565"/>
                        <a:pt x="5938" y="2591"/>
                        <a:pt x="5938" y="2617"/>
                      </a:cubicBezTo>
                      <a:cubicBezTo>
                        <a:pt x="5963" y="2617"/>
                        <a:pt x="5989" y="2617"/>
                        <a:pt x="6016" y="2617"/>
                      </a:cubicBezTo>
                      <a:cubicBezTo>
                        <a:pt x="6014" y="2629"/>
                        <a:pt x="6013" y="2641"/>
                        <a:pt x="6011" y="2654"/>
                      </a:cubicBezTo>
                      <a:cubicBezTo>
                        <a:pt x="6013" y="2668"/>
                        <a:pt x="6014" y="2681"/>
                        <a:pt x="6016" y="2695"/>
                      </a:cubicBezTo>
                      <a:cubicBezTo>
                        <a:pt x="6044" y="2717"/>
                        <a:pt x="6044" y="2717"/>
                        <a:pt x="6084" y="2734"/>
                      </a:cubicBezTo>
                      <a:cubicBezTo>
                        <a:pt x="6091" y="2738"/>
                        <a:pt x="6091" y="2738"/>
                        <a:pt x="6127" y="2754"/>
                      </a:cubicBezTo>
                      <a:cubicBezTo>
                        <a:pt x="6156" y="2767"/>
                        <a:pt x="6186" y="2779"/>
                        <a:pt x="6216" y="2790"/>
                      </a:cubicBezTo>
                      <a:cubicBezTo>
                        <a:pt x="6320" y="2834"/>
                        <a:pt x="6320" y="2834"/>
                        <a:pt x="6347" y="2891"/>
                      </a:cubicBezTo>
                      <a:cubicBezTo>
                        <a:pt x="6356" y="2930"/>
                        <a:pt x="6363" y="2968"/>
                        <a:pt x="6367" y="3008"/>
                      </a:cubicBezTo>
                      <a:cubicBezTo>
                        <a:pt x="6329" y="3008"/>
                        <a:pt x="6290" y="3008"/>
                        <a:pt x="6250" y="3008"/>
                      </a:cubicBezTo>
                      <a:cubicBezTo>
                        <a:pt x="6250" y="3085"/>
                        <a:pt x="6250" y="3163"/>
                        <a:pt x="6250" y="3242"/>
                      </a:cubicBezTo>
                      <a:cubicBezTo>
                        <a:pt x="6276" y="3242"/>
                        <a:pt x="6302" y="3242"/>
                        <a:pt x="6328" y="3242"/>
                      </a:cubicBezTo>
                      <a:cubicBezTo>
                        <a:pt x="6328" y="3268"/>
                        <a:pt x="6328" y="3294"/>
                        <a:pt x="6328" y="3320"/>
                      </a:cubicBezTo>
                      <a:cubicBezTo>
                        <a:pt x="6354" y="3320"/>
                        <a:pt x="6380" y="3320"/>
                        <a:pt x="6406" y="3320"/>
                      </a:cubicBezTo>
                      <a:cubicBezTo>
                        <a:pt x="6406" y="3346"/>
                        <a:pt x="6406" y="3372"/>
                        <a:pt x="6406" y="3398"/>
                      </a:cubicBezTo>
                      <a:cubicBezTo>
                        <a:pt x="6432" y="3398"/>
                        <a:pt x="6458" y="3398"/>
                        <a:pt x="6484" y="3398"/>
                      </a:cubicBezTo>
                      <a:cubicBezTo>
                        <a:pt x="6484" y="3424"/>
                        <a:pt x="6484" y="3450"/>
                        <a:pt x="6484" y="3477"/>
                      </a:cubicBezTo>
                      <a:cubicBezTo>
                        <a:pt x="6510" y="3477"/>
                        <a:pt x="6536" y="3477"/>
                        <a:pt x="6562" y="3477"/>
                      </a:cubicBezTo>
                      <a:cubicBezTo>
                        <a:pt x="6562" y="3502"/>
                        <a:pt x="6562" y="3528"/>
                        <a:pt x="6562" y="3555"/>
                      </a:cubicBezTo>
                      <a:cubicBezTo>
                        <a:pt x="6588" y="3555"/>
                        <a:pt x="6614" y="3555"/>
                        <a:pt x="6641" y="3555"/>
                      </a:cubicBezTo>
                      <a:cubicBezTo>
                        <a:pt x="6641" y="3580"/>
                        <a:pt x="6641" y="3606"/>
                        <a:pt x="6641" y="3633"/>
                      </a:cubicBezTo>
                      <a:cubicBezTo>
                        <a:pt x="6666" y="3633"/>
                        <a:pt x="6692" y="3633"/>
                        <a:pt x="6719" y="3633"/>
                      </a:cubicBezTo>
                      <a:cubicBezTo>
                        <a:pt x="6719" y="3607"/>
                        <a:pt x="6719" y="3581"/>
                        <a:pt x="6719" y="3555"/>
                      </a:cubicBezTo>
                      <a:cubicBezTo>
                        <a:pt x="6745" y="3555"/>
                        <a:pt x="6770" y="3555"/>
                        <a:pt x="6797" y="3555"/>
                      </a:cubicBezTo>
                      <a:cubicBezTo>
                        <a:pt x="6797" y="3529"/>
                        <a:pt x="6797" y="3503"/>
                        <a:pt x="6797" y="3477"/>
                      </a:cubicBezTo>
                      <a:cubicBezTo>
                        <a:pt x="6848" y="3477"/>
                        <a:pt x="6900" y="3477"/>
                        <a:pt x="6953" y="3477"/>
                      </a:cubicBezTo>
                      <a:cubicBezTo>
                        <a:pt x="6953" y="3502"/>
                        <a:pt x="6953" y="3528"/>
                        <a:pt x="6953" y="3555"/>
                      </a:cubicBezTo>
                      <a:cubicBezTo>
                        <a:pt x="6979" y="3555"/>
                        <a:pt x="7005" y="3555"/>
                        <a:pt x="7031" y="3555"/>
                      </a:cubicBezTo>
                      <a:cubicBezTo>
                        <a:pt x="7031" y="3580"/>
                        <a:pt x="7031" y="3606"/>
                        <a:pt x="7031" y="3633"/>
                      </a:cubicBezTo>
                      <a:cubicBezTo>
                        <a:pt x="7057" y="3633"/>
                        <a:pt x="7083" y="3633"/>
                        <a:pt x="7109" y="3633"/>
                      </a:cubicBezTo>
                      <a:cubicBezTo>
                        <a:pt x="7109" y="3659"/>
                        <a:pt x="7109" y="3684"/>
                        <a:pt x="7109" y="3711"/>
                      </a:cubicBezTo>
                      <a:cubicBezTo>
                        <a:pt x="7135" y="3711"/>
                        <a:pt x="7161" y="3711"/>
                        <a:pt x="7188" y="3711"/>
                      </a:cubicBezTo>
                      <a:cubicBezTo>
                        <a:pt x="7188" y="3737"/>
                        <a:pt x="7188" y="3762"/>
                        <a:pt x="7188" y="3789"/>
                      </a:cubicBezTo>
                      <a:cubicBezTo>
                        <a:pt x="7213" y="3789"/>
                        <a:pt x="7239" y="3789"/>
                        <a:pt x="7266" y="3789"/>
                      </a:cubicBezTo>
                      <a:cubicBezTo>
                        <a:pt x="7291" y="3866"/>
                        <a:pt x="7317" y="3944"/>
                        <a:pt x="7344" y="4023"/>
                      </a:cubicBezTo>
                      <a:cubicBezTo>
                        <a:pt x="7370" y="4023"/>
                        <a:pt x="7395" y="4023"/>
                        <a:pt x="7422" y="4023"/>
                      </a:cubicBezTo>
                      <a:cubicBezTo>
                        <a:pt x="7422" y="4049"/>
                        <a:pt x="7422" y="4075"/>
                        <a:pt x="7422" y="4102"/>
                      </a:cubicBezTo>
                      <a:cubicBezTo>
                        <a:pt x="7448" y="4102"/>
                        <a:pt x="7473" y="4102"/>
                        <a:pt x="7500" y="4102"/>
                      </a:cubicBezTo>
                      <a:cubicBezTo>
                        <a:pt x="7500" y="4127"/>
                        <a:pt x="7500" y="4153"/>
                        <a:pt x="7500" y="4180"/>
                      </a:cubicBezTo>
                      <a:cubicBezTo>
                        <a:pt x="7526" y="4180"/>
                        <a:pt x="7552" y="4180"/>
                        <a:pt x="7578" y="4180"/>
                      </a:cubicBezTo>
                      <a:cubicBezTo>
                        <a:pt x="7578" y="4257"/>
                        <a:pt x="7578" y="4334"/>
                        <a:pt x="7578" y="4414"/>
                      </a:cubicBezTo>
                      <a:cubicBezTo>
                        <a:pt x="7437" y="4463"/>
                        <a:pt x="7330" y="4445"/>
                        <a:pt x="7188" y="4414"/>
                      </a:cubicBezTo>
                      <a:cubicBezTo>
                        <a:pt x="7188" y="4440"/>
                        <a:pt x="7188" y="4466"/>
                        <a:pt x="7188" y="4492"/>
                      </a:cubicBezTo>
                      <a:cubicBezTo>
                        <a:pt x="7162" y="4492"/>
                        <a:pt x="7136" y="4492"/>
                        <a:pt x="7109" y="4492"/>
                      </a:cubicBezTo>
                      <a:cubicBezTo>
                        <a:pt x="7109" y="4518"/>
                        <a:pt x="7109" y="4544"/>
                        <a:pt x="7109" y="4570"/>
                      </a:cubicBezTo>
                      <a:cubicBezTo>
                        <a:pt x="7084" y="4570"/>
                        <a:pt x="7058" y="4570"/>
                        <a:pt x="7031" y="4570"/>
                      </a:cubicBezTo>
                      <a:cubicBezTo>
                        <a:pt x="7033" y="4580"/>
                        <a:pt x="7035" y="4590"/>
                        <a:pt x="7037" y="4599"/>
                      </a:cubicBezTo>
                      <a:cubicBezTo>
                        <a:pt x="7095" y="4931"/>
                        <a:pt x="7095" y="4931"/>
                        <a:pt x="6988" y="5087"/>
                      </a:cubicBezTo>
                      <a:cubicBezTo>
                        <a:pt x="6953" y="5117"/>
                        <a:pt x="6953" y="5117"/>
                        <a:pt x="6910" y="5122"/>
                      </a:cubicBezTo>
                      <a:cubicBezTo>
                        <a:pt x="6898" y="5120"/>
                        <a:pt x="6887" y="5119"/>
                        <a:pt x="6875" y="5117"/>
                      </a:cubicBezTo>
                      <a:cubicBezTo>
                        <a:pt x="6875" y="5143"/>
                        <a:pt x="6875" y="5169"/>
                        <a:pt x="6875" y="5195"/>
                      </a:cubicBezTo>
                      <a:cubicBezTo>
                        <a:pt x="6849" y="5195"/>
                        <a:pt x="6823" y="5195"/>
                        <a:pt x="6797" y="5195"/>
                      </a:cubicBezTo>
                      <a:cubicBezTo>
                        <a:pt x="6797" y="5221"/>
                        <a:pt x="6797" y="5247"/>
                        <a:pt x="6797" y="5273"/>
                      </a:cubicBezTo>
                      <a:cubicBezTo>
                        <a:pt x="6771" y="5273"/>
                        <a:pt x="6745" y="5273"/>
                        <a:pt x="6719" y="5273"/>
                      </a:cubicBezTo>
                      <a:cubicBezTo>
                        <a:pt x="6719" y="5299"/>
                        <a:pt x="6719" y="5325"/>
                        <a:pt x="6719" y="5352"/>
                      </a:cubicBezTo>
                      <a:cubicBezTo>
                        <a:pt x="6667" y="5352"/>
                        <a:pt x="6616" y="5352"/>
                        <a:pt x="6562" y="5352"/>
                      </a:cubicBezTo>
                      <a:cubicBezTo>
                        <a:pt x="6562" y="5377"/>
                        <a:pt x="6562" y="5403"/>
                        <a:pt x="6562" y="5430"/>
                      </a:cubicBezTo>
                      <a:cubicBezTo>
                        <a:pt x="6537" y="5430"/>
                        <a:pt x="6511" y="5430"/>
                        <a:pt x="6484" y="5430"/>
                      </a:cubicBezTo>
                      <a:cubicBezTo>
                        <a:pt x="6484" y="5455"/>
                        <a:pt x="6484" y="5481"/>
                        <a:pt x="6484" y="5508"/>
                      </a:cubicBezTo>
                      <a:cubicBezTo>
                        <a:pt x="6459" y="5508"/>
                        <a:pt x="6433" y="5508"/>
                        <a:pt x="6406" y="5508"/>
                      </a:cubicBezTo>
                      <a:cubicBezTo>
                        <a:pt x="6406" y="5534"/>
                        <a:pt x="6406" y="5559"/>
                        <a:pt x="6406" y="5586"/>
                      </a:cubicBezTo>
                      <a:cubicBezTo>
                        <a:pt x="6380" y="5586"/>
                        <a:pt x="6355" y="5586"/>
                        <a:pt x="6328" y="5586"/>
                      </a:cubicBezTo>
                      <a:cubicBezTo>
                        <a:pt x="6328" y="5612"/>
                        <a:pt x="6328" y="5637"/>
                        <a:pt x="6328" y="5664"/>
                      </a:cubicBezTo>
                      <a:cubicBezTo>
                        <a:pt x="6302" y="5664"/>
                        <a:pt x="6277" y="5664"/>
                        <a:pt x="6250" y="5664"/>
                      </a:cubicBezTo>
                      <a:cubicBezTo>
                        <a:pt x="6250" y="5690"/>
                        <a:pt x="6250" y="5716"/>
                        <a:pt x="6250" y="5742"/>
                      </a:cubicBezTo>
                      <a:cubicBezTo>
                        <a:pt x="6224" y="5742"/>
                        <a:pt x="6198" y="5742"/>
                        <a:pt x="6172" y="5742"/>
                      </a:cubicBezTo>
                      <a:cubicBezTo>
                        <a:pt x="6172" y="5768"/>
                        <a:pt x="6172" y="5794"/>
                        <a:pt x="6172" y="5820"/>
                      </a:cubicBezTo>
                      <a:cubicBezTo>
                        <a:pt x="6146" y="5820"/>
                        <a:pt x="6120" y="5820"/>
                        <a:pt x="6094" y="5820"/>
                      </a:cubicBezTo>
                      <a:cubicBezTo>
                        <a:pt x="6094" y="5846"/>
                        <a:pt x="6094" y="5872"/>
                        <a:pt x="6094" y="5898"/>
                      </a:cubicBezTo>
                      <a:cubicBezTo>
                        <a:pt x="6068" y="5898"/>
                        <a:pt x="6042" y="5898"/>
                        <a:pt x="6016" y="5898"/>
                      </a:cubicBezTo>
                      <a:cubicBezTo>
                        <a:pt x="6016" y="5924"/>
                        <a:pt x="6016" y="5950"/>
                        <a:pt x="6016" y="5977"/>
                      </a:cubicBezTo>
                      <a:cubicBezTo>
                        <a:pt x="5990" y="5977"/>
                        <a:pt x="5964" y="5977"/>
                        <a:pt x="5938" y="5977"/>
                      </a:cubicBezTo>
                      <a:cubicBezTo>
                        <a:pt x="5938" y="6002"/>
                        <a:pt x="5938" y="6028"/>
                        <a:pt x="5938" y="6055"/>
                      </a:cubicBezTo>
                      <a:cubicBezTo>
                        <a:pt x="5886" y="6055"/>
                        <a:pt x="5834" y="6055"/>
                        <a:pt x="5781" y="6055"/>
                      </a:cubicBezTo>
                      <a:cubicBezTo>
                        <a:pt x="5781" y="6080"/>
                        <a:pt x="5781" y="6106"/>
                        <a:pt x="5781" y="6133"/>
                      </a:cubicBezTo>
                      <a:cubicBezTo>
                        <a:pt x="5755" y="6133"/>
                        <a:pt x="5730" y="6133"/>
                        <a:pt x="5703" y="6133"/>
                      </a:cubicBezTo>
                      <a:cubicBezTo>
                        <a:pt x="5703" y="6159"/>
                        <a:pt x="5703" y="6184"/>
                        <a:pt x="5703" y="6211"/>
                      </a:cubicBezTo>
                      <a:cubicBezTo>
                        <a:pt x="5677" y="6211"/>
                        <a:pt x="5652" y="6211"/>
                        <a:pt x="5625" y="6211"/>
                      </a:cubicBezTo>
                      <a:cubicBezTo>
                        <a:pt x="5625" y="6237"/>
                        <a:pt x="5625" y="6262"/>
                        <a:pt x="5625" y="6289"/>
                      </a:cubicBezTo>
                      <a:cubicBezTo>
                        <a:pt x="5599" y="6289"/>
                        <a:pt x="5573" y="6289"/>
                        <a:pt x="5547" y="6289"/>
                      </a:cubicBezTo>
                      <a:cubicBezTo>
                        <a:pt x="5547" y="6315"/>
                        <a:pt x="5547" y="6341"/>
                        <a:pt x="5547" y="6367"/>
                      </a:cubicBezTo>
                      <a:cubicBezTo>
                        <a:pt x="5521" y="6367"/>
                        <a:pt x="5495" y="6367"/>
                        <a:pt x="5469" y="6367"/>
                      </a:cubicBezTo>
                      <a:cubicBezTo>
                        <a:pt x="5469" y="6393"/>
                        <a:pt x="5469" y="6419"/>
                        <a:pt x="5469" y="6445"/>
                      </a:cubicBezTo>
                      <a:cubicBezTo>
                        <a:pt x="5417" y="6445"/>
                        <a:pt x="5366" y="6445"/>
                        <a:pt x="5312" y="6445"/>
                      </a:cubicBezTo>
                      <a:cubicBezTo>
                        <a:pt x="5312" y="6471"/>
                        <a:pt x="5312" y="6497"/>
                        <a:pt x="5312" y="6523"/>
                      </a:cubicBezTo>
                      <a:cubicBezTo>
                        <a:pt x="5277" y="6552"/>
                        <a:pt x="5277" y="6552"/>
                        <a:pt x="5228" y="6579"/>
                      </a:cubicBezTo>
                      <a:cubicBezTo>
                        <a:pt x="5210" y="6589"/>
                        <a:pt x="5192" y="6599"/>
                        <a:pt x="5174" y="6609"/>
                      </a:cubicBezTo>
                      <a:cubicBezTo>
                        <a:pt x="5169" y="6612"/>
                        <a:pt x="5169" y="6612"/>
                        <a:pt x="5145" y="6625"/>
                      </a:cubicBezTo>
                      <a:cubicBezTo>
                        <a:pt x="5100" y="6650"/>
                        <a:pt x="5057" y="6677"/>
                        <a:pt x="5013" y="6703"/>
                      </a:cubicBezTo>
                      <a:cubicBezTo>
                        <a:pt x="4996" y="6714"/>
                        <a:pt x="4978" y="6724"/>
                        <a:pt x="4961" y="6734"/>
                      </a:cubicBezTo>
                      <a:cubicBezTo>
                        <a:pt x="4953" y="6739"/>
                        <a:pt x="4944" y="6744"/>
                        <a:pt x="4936" y="6750"/>
                      </a:cubicBezTo>
                      <a:cubicBezTo>
                        <a:pt x="4866" y="6791"/>
                        <a:pt x="4796" y="6833"/>
                        <a:pt x="4727" y="6875"/>
                      </a:cubicBezTo>
                      <a:cubicBezTo>
                        <a:pt x="4714" y="6836"/>
                        <a:pt x="4701" y="6798"/>
                        <a:pt x="4688" y="6758"/>
                      </a:cubicBezTo>
                      <a:cubicBezTo>
                        <a:pt x="4610" y="6758"/>
                        <a:pt x="4533" y="6758"/>
                        <a:pt x="4453" y="6758"/>
                      </a:cubicBezTo>
                      <a:cubicBezTo>
                        <a:pt x="4453" y="6784"/>
                        <a:pt x="4453" y="6809"/>
                        <a:pt x="4453" y="6836"/>
                      </a:cubicBezTo>
                      <a:cubicBezTo>
                        <a:pt x="4402" y="6836"/>
                        <a:pt x="4350" y="6836"/>
                        <a:pt x="4297" y="6836"/>
                      </a:cubicBezTo>
                      <a:cubicBezTo>
                        <a:pt x="4297" y="6887"/>
                        <a:pt x="4297" y="6939"/>
                        <a:pt x="4297" y="6992"/>
                      </a:cubicBezTo>
                      <a:cubicBezTo>
                        <a:pt x="4271" y="6992"/>
                        <a:pt x="4245" y="6992"/>
                        <a:pt x="4219" y="6992"/>
                      </a:cubicBezTo>
                      <a:cubicBezTo>
                        <a:pt x="4219" y="7057"/>
                        <a:pt x="4219" y="7121"/>
                        <a:pt x="4219" y="7188"/>
                      </a:cubicBezTo>
                      <a:cubicBezTo>
                        <a:pt x="4193" y="7175"/>
                        <a:pt x="4167" y="7162"/>
                        <a:pt x="4141" y="7148"/>
                      </a:cubicBezTo>
                      <a:cubicBezTo>
                        <a:pt x="4141" y="7123"/>
                        <a:pt x="4141" y="7097"/>
                        <a:pt x="4141" y="7070"/>
                      </a:cubicBezTo>
                      <a:cubicBezTo>
                        <a:pt x="4063" y="7070"/>
                        <a:pt x="3986" y="7070"/>
                        <a:pt x="3906" y="7070"/>
                      </a:cubicBezTo>
                      <a:cubicBezTo>
                        <a:pt x="3906" y="7122"/>
                        <a:pt x="3906" y="7173"/>
                        <a:pt x="3906" y="7227"/>
                      </a:cubicBezTo>
                      <a:cubicBezTo>
                        <a:pt x="3932" y="7227"/>
                        <a:pt x="3958" y="7227"/>
                        <a:pt x="3984" y="7227"/>
                      </a:cubicBezTo>
                      <a:cubicBezTo>
                        <a:pt x="4003" y="7285"/>
                        <a:pt x="4007" y="7325"/>
                        <a:pt x="3984" y="7383"/>
                      </a:cubicBezTo>
                      <a:cubicBezTo>
                        <a:pt x="3918" y="7441"/>
                        <a:pt x="3831" y="7473"/>
                        <a:pt x="3751" y="7507"/>
                      </a:cubicBezTo>
                      <a:cubicBezTo>
                        <a:pt x="3712" y="7524"/>
                        <a:pt x="3673" y="7542"/>
                        <a:pt x="3634" y="7560"/>
                      </a:cubicBezTo>
                      <a:cubicBezTo>
                        <a:pt x="3502" y="7620"/>
                        <a:pt x="3370" y="7668"/>
                        <a:pt x="3230" y="7704"/>
                      </a:cubicBezTo>
                      <a:cubicBezTo>
                        <a:pt x="3217" y="7708"/>
                        <a:pt x="3205" y="7711"/>
                        <a:pt x="3191" y="7715"/>
                      </a:cubicBezTo>
                      <a:cubicBezTo>
                        <a:pt x="3084" y="7740"/>
                        <a:pt x="2996" y="7733"/>
                        <a:pt x="2891" y="7695"/>
                      </a:cubicBezTo>
                      <a:cubicBezTo>
                        <a:pt x="2891" y="7721"/>
                        <a:pt x="2891" y="7747"/>
                        <a:pt x="2891" y="7773"/>
                      </a:cubicBezTo>
                      <a:cubicBezTo>
                        <a:pt x="2813" y="7773"/>
                        <a:pt x="2736" y="7773"/>
                        <a:pt x="2656" y="7773"/>
                      </a:cubicBezTo>
                      <a:cubicBezTo>
                        <a:pt x="2656" y="7799"/>
                        <a:pt x="2656" y="7825"/>
                        <a:pt x="2656" y="7852"/>
                      </a:cubicBezTo>
                      <a:cubicBezTo>
                        <a:pt x="2605" y="7852"/>
                        <a:pt x="2553" y="7852"/>
                        <a:pt x="2500" y="7852"/>
                      </a:cubicBezTo>
                      <a:cubicBezTo>
                        <a:pt x="2500" y="7877"/>
                        <a:pt x="2500" y="7903"/>
                        <a:pt x="2500" y="7930"/>
                      </a:cubicBezTo>
                      <a:cubicBezTo>
                        <a:pt x="2397" y="7930"/>
                        <a:pt x="2294" y="7930"/>
                        <a:pt x="2188" y="7930"/>
                      </a:cubicBezTo>
                      <a:cubicBezTo>
                        <a:pt x="2188" y="7955"/>
                        <a:pt x="2188" y="7981"/>
                        <a:pt x="2188" y="8008"/>
                      </a:cubicBezTo>
                      <a:cubicBezTo>
                        <a:pt x="2162" y="8008"/>
                        <a:pt x="2136" y="8008"/>
                        <a:pt x="2109" y="8008"/>
                      </a:cubicBezTo>
                      <a:cubicBezTo>
                        <a:pt x="2109" y="8034"/>
                        <a:pt x="2109" y="8059"/>
                        <a:pt x="2109" y="8086"/>
                      </a:cubicBezTo>
                      <a:cubicBezTo>
                        <a:pt x="2032" y="8086"/>
                        <a:pt x="1955" y="8086"/>
                        <a:pt x="1875" y="8086"/>
                      </a:cubicBezTo>
                      <a:cubicBezTo>
                        <a:pt x="1875" y="8060"/>
                        <a:pt x="1875" y="8034"/>
                        <a:pt x="1875" y="8008"/>
                      </a:cubicBezTo>
                      <a:cubicBezTo>
                        <a:pt x="1823" y="8008"/>
                        <a:pt x="1772" y="8008"/>
                        <a:pt x="1719" y="8008"/>
                      </a:cubicBezTo>
                      <a:cubicBezTo>
                        <a:pt x="1719" y="8059"/>
                        <a:pt x="1719" y="8111"/>
                        <a:pt x="1719" y="8164"/>
                      </a:cubicBezTo>
                      <a:cubicBezTo>
                        <a:pt x="1693" y="8164"/>
                        <a:pt x="1667" y="8164"/>
                        <a:pt x="1641" y="8164"/>
                      </a:cubicBezTo>
                      <a:cubicBezTo>
                        <a:pt x="1641" y="8203"/>
                        <a:pt x="1641" y="8241"/>
                        <a:pt x="1641" y="8281"/>
                      </a:cubicBezTo>
                      <a:cubicBezTo>
                        <a:pt x="1589" y="8281"/>
                        <a:pt x="1538" y="8281"/>
                        <a:pt x="1484" y="8281"/>
                      </a:cubicBezTo>
                      <a:cubicBezTo>
                        <a:pt x="1484" y="8320"/>
                        <a:pt x="1484" y="8359"/>
                        <a:pt x="1484" y="8398"/>
                      </a:cubicBezTo>
                      <a:cubicBezTo>
                        <a:pt x="1466" y="8401"/>
                        <a:pt x="1449" y="8403"/>
                        <a:pt x="1430" y="8405"/>
                      </a:cubicBezTo>
                      <a:cubicBezTo>
                        <a:pt x="1363" y="8413"/>
                        <a:pt x="1295" y="8421"/>
                        <a:pt x="1228" y="8430"/>
                      </a:cubicBezTo>
                      <a:cubicBezTo>
                        <a:pt x="1199" y="8433"/>
                        <a:pt x="1170" y="8437"/>
                        <a:pt x="1141" y="8440"/>
                      </a:cubicBezTo>
                      <a:cubicBezTo>
                        <a:pt x="869" y="8473"/>
                        <a:pt x="869" y="8473"/>
                        <a:pt x="751" y="8499"/>
                      </a:cubicBezTo>
                      <a:cubicBezTo>
                        <a:pt x="671" y="8516"/>
                        <a:pt x="596" y="8520"/>
                        <a:pt x="515" y="8518"/>
                      </a:cubicBezTo>
                      <a:cubicBezTo>
                        <a:pt x="503" y="8518"/>
                        <a:pt x="491" y="8518"/>
                        <a:pt x="478" y="8518"/>
                      </a:cubicBezTo>
                      <a:cubicBezTo>
                        <a:pt x="449" y="8517"/>
                        <a:pt x="420" y="8516"/>
                        <a:pt x="391" y="8516"/>
                      </a:cubicBezTo>
                      <a:cubicBezTo>
                        <a:pt x="391" y="8451"/>
                        <a:pt x="391" y="8387"/>
                        <a:pt x="391" y="8320"/>
                      </a:cubicBezTo>
                      <a:cubicBezTo>
                        <a:pt x="365" y="8320"/>
                        <a:pt x="339" y="8320"/>
                        <a:pt x="312" y="8320"/>
                      </a:cubicBezTo>
                      <a:cubicBezTo>
                        <a:pt x="289" y="8302"/>
                        <a:pt x="289" y="8302"/>
                        <a:pt x="271" y="8278"/>
                      </a:cubicBezTo>
                      <a:cubicBezTo>
                        <a:pt x="264" y="8269"/>
                        <a:pt x="257" y="8260"/>
                        <a:pt x="250" y="8251"/>
                      </a:cubicBezTo>
                      <a:cubicBezTo>
                        <a:pt x="243" y="8242"/>
                        <a:pt x="236" y="8232"/>
                        <a:pt x="229" y="8223"/>
                      </a:cubicBezTo>
                      <a:cubicBezTo>
                        <a:pt x="222" y="8213"/>
                        <a:pt x="215" y="8204"/>
                        <a:pt x="208" y="8194"/>
                      </a:cubicBezTo>
                      <a:cubicBezTo>
                        <a:pt x="191" y="8171"/>
                        <a:pt x="173" y="8148"/>
                        <a:pt x="156" y="8125"/>
                      </a:cubicBezTo>
                      <a:cubicBezTo>
                        <a:pt x="208" y="8125"/>
                        <a:pt x="259" y="8125"/>
                        <a:pt x="312" y="8125"/>
                      </a:cubicBezTo>
                      <a:cubicBezTo>
                        <a:pt x="312" y="8086"/>
                        <a:pt x="312" y="8048"/>
                        <a:pt x="312" y="8008"/>
                      </a:cubicBezTo>
                      <a:cubicBezTo>
                        <a:pt x="321" y="8005"/>
                        <a:pt x="330" y="8002"/>
                        <a:pt x="339" y="8000"/>
                      </a:cubicBezTo>
                      <a:cubicBezTo>
                        <a:pt x="380" y="7986"/>
                        <a:pt x="422" y="7973"/>
                        <a:pt x="464" y="7959"/>
                      </a:cubicBezTo>
                      <a:cubicBezTo>
                        <a:pt x="480" y="7954"/>
                        <a:pt x="495" y="7949"/>
                        <a:pt x="512" y="7944"/>
                      </a:cubicBezTo>
                      <a:cubicBezTo>
                        <a:pt x="597" y="7915"/>
                        <a:pt x="680" y="7884"/>
                        <a:pt x="762" y="7847"/>
                      </a:cubicBezTo>
                      <a:cubicBezTo>
                        <a:pt x="993" y="7741"/>
                        <a:pt x="1157" y="7718"/>
                        <a:pt x="1406" y="7773"/>
                      </a:cubicBezTo>
                      <a:cubicBezTo>
                        <a:pt x="1406" y="7825"/>
                        <a:pt x="1406" y="7877"/>
                        <a:pt x="1406" y="7930"/>
                      </a:cubicBezTo>
                      <a:cubicBezTo>
                        <a:pt x="1432" y="7930"/>
                        <a:pt x="1458" y="7930"/>
                        <a:pt x="1484" y="7930"/>
                      </a:cubicBezTo>
                      <a:cubicBezTo>
                        <a:pt x="1484" y="7955"/>
                        <a:pt x="1484" y="7981"/>
                        <a:pt x="1484" y="8008"/>
                      </a:cubicBezTo>
                      <a:cubicBezTo>
                        <a:pt x="1536" y="8008"/>
                        <a:pt x="1587" y="8008"/>
                        <a:pt x="1641" y="8008"/>
                      </a:cubicBezTo>
                      <a:cubicBezTo>
                        <a:pt x="1641" y="7956"/>
                        <a:pt x="1641" y="7905"/>
                        <a:pt x="1641" y="7852"/>
                      </a:cubicBezTo>
                      <a:cubicBezTo>
                        <a:pt x="1615" y="7852"/>
                        <a:pt x="1589" y="7852"/>
                        <a:pt x="1562" y="7852"/>
                      </a:cubicBezTo>
                      <a:cubicBezTo>
                        <a:pt x="1562" y="7826"/>
                        <a:pt x="1562" y="7800"/>
                        <a:pt x="1562" y="7773"/>
                      </a:cubicBezTo>
                      <a:cubicBezTo>
                        <a:pt x="1537" y="7773"/>
                        <a:pt x="1511" y="7773"/>
                        <a:pt x="1484" y="7773"/>
                      </a:cubicBezTo>
                      <a:cubicBezTo>
                        <a:pt x="1484" y="7722"/>
                        <a:pt x="1484" y="7670"/>
                        <a:pt x="1484" y="7617"/>
                      </a:cubicBezTo>
                      <a:cubicBezTo>
                        <a:pt x="1536" y="7617"/>
                        <a:pt x="1587" y="7617"/>
                        <a:pt x="1641" y="7617"/>
                      </a:cubicBezTo>
                      <a:cubicBezTo>
                        <a:pt x="1638" y="7600"/>
                        <a:pt x="1635" y="7584"/>
                        <a:pt x="1632" y="7566"/>
                      </a:cubicBezTo>
                      <a:cubicBezTo>
                        <a:pt x="1619" y="7458"/>
                        <a:pt x="1616" y="7366"/>
                        <a:pt x="1686" y="7277"/>
                      </a:cubicBezTo>
                      <a:cubicBezTo>
                        <a:pt x="1749" y="7208"/>
                        <a:pt x="1818" y="7146"/>
                        <a:pt x="1887" y="7085"/>
                      </a:cubicBezTo>
                      <a:cubicBezTo>
                        <a:pt x="1934" y="7042"/>
                        <a:pt x="1980" y="7000"/>
                        <a:pt x="2026" y="6956"/>
                      </a:cubicBezTo>
                      <a:cubicBezTo>
                        <a:pt x="2037" y="6946"/>
                        <a:pt x="2048" y="6936"/>
                        <a:pt x="2059" y="6925"/>
                      </a:cubicBezTo>
                      <a:cubicBezTo>
                        <a:pt x="2138" y="6851"/>
                        <a:pt x="2192" y="6777"/>
                        <a:pt x="2243" y="6682"/>
                      </a:cubicBezTo>
                      <a:cubicBezTo>
                        <a:pt x="2274" y="6624"/>
                        <a:pt x="2312" y="6577"/>
                        <a:pt x="2358" y="6531"/>
                      </a:cubicBezTo>
                      <a:cubicBezTo>
                        <a:pt x="2367" y="6522"/>
                        <a:pt x="2375" y="6514"/>
                        <a:pt x="2383" y="6506"/>
                      </a:cubicBezTo>
                      <a:cubicBezTo>
                        <a:pt x="2443" y="6450"/>
                        <a:pt x="2487" y="6433"/>
                        <a:pt x="2571" y="6433"/>
                      </a:cubicBezTo>
                      <a:cubicBezTo>
                        <a:pt x="2620" y="6438"/>
                        <a:pt x="2620" y="6438"/>
                        <a:pt x="2656" y="6445"/>
                      </a:cubicBezTo>
                      <a:cubicBezTo>
                        <a:pt x="2656" y="6420"/>
                        <a:pt x="2656" y="6394"/>
                        <a:pt x="2656" y="6367"/>
                      </a:cubicBezTo>
                      <a:cubicBezTo>
                        <a:pt x="2682" y="6367"/>
                        <a:pt x="2708" y="6367"/>
                        <a:pt x="2734" y="6367"/>
                      </a:cubicBezTo>
                      <a:cubicBezTo>
                        <a:pt x="2734" y="6341"/>
                        <a:pt x="2734" y="6316"/>
                        <a:pt x="2734" y="6289"/>
                      </a:cubicBezTo>
                      <a:cubicBezTo>
                        <a:pt x="2760" y="6289"/>
                        <a:pt x="2786" y="6289"/>
                        <a:pt x="2812" y="6289"/>
                      </a:cubicBezTo>
                      <a:cubicBezTo>
                        <a:pt x="2812" y="6212"/>
                        <a:pt x="2812" y="6134"/>
                        <a:pt x="2812" y="6055"/>
                      </a:cubicBezTo>
                      <a:cubicBezTo>
                        <a:pt x="2838" y="6055"/>
                        <a:pt x="2864" y="6055"/>
                        <a:pt x="2891" y="6055"/>
                      </a:cubicBezTo>
                      <a:cubicBezTo>
                        <a:pt x="2891" y="6029"/>
                        <a:pt x="2891" y="6003"/>
                        <a:pt x="2891" y="5977"/>
                      </a:cubicBezTo>
                      <a:cubicBezTo>
                        <a:pt x="2916" y="5977"/>
                        <a:pt x="2942" y="5977"/>
                        <a:pt x="2969" y="5977"/>
                      </a:cubicBezTo>
                      <a:cubicBezTo>
                        <a:pt x="2969" y="5873"/>
                        <a:pt x="2969" y="5770"/>
                        <a:pt x="2969" y="5664"/>
                      </a:cubicBezTo>
                      <a:cubicBezTo>
                        <a:pt x="2943" y="5664"/>
                        <a:pt x="2917" y="5664"/>
                        <a:pt x="2891" y="5664"/>
                      </a:cubicBezTo>
                      <a:cubicBezTo>
                        <a:pt x="2891" y="5638"/>
                        <a:pt x="2891" y="5613"/>
                        <a:pt x="2891" y="5586"/>
                      </a:cubicBezTo>
                      <a:cubicBezTo>
                        <a:pt x="2852" y="5573"/>
                        <a:pt x="2813" y="5560"/>
                        <a:pt x="2773" y="5547"/>
                      </a:cubicBezTo>
                      <a:cubicBezTo>
                        <a:pt x="2776" y="5542"/>
                        <a:pt x="2776" y="5542"/>
                        <a:pt x="2788" y="5517"/>
                      </a:cubicBezTo>
                      <a:cubicBezTo>
                        <a:pt x="2845" y="5387"/>
                        <a:pt x="2875" y="5257"/>
                        <a:pt x="2902" y="5119"/>
                      </a:cubicBezTo>
                      <a:cubicBezTo>
                        <a:pt x="2904" y="5111"/>
                        <a:pt x="2904" y="5111"/>
                        <a:pt x="2912" y="5074"/>
                      </a:cubicBezTo>
                      <a:cubicBezTo>
                        <a:pt x="2914" y="5061"/>
                        <a:pt x="2917" y="5047"/>
                        <a:pt x="2919" y="5034"/>
                      </a:cubicBezTo>
                      <a:cubicBezTo>
                        <a:pt x="2930" y="5000"/>
                        <a:pt x="2930" y="5000"/>
                        <a:pt x="2969" y="4961"/>
                      </a:cubicBezTo>
                      <a:cubicBezTo>
                        <a:pt x="2976" y="4924"/>
                        <a:pt x="2976" y="4924"/>
                        <a:pt x="2980" y="4878"/>
                      </a:cubicBezTo>
                      <a:cubicBezTo>
                        <a:pt x="2981" y="4869"/>
                        <a:pt x="2981" y="4869"/>
                        <a:pt x="2985" y="4825"/>
                      </a:cubicBezTo>
                      <a:cubicBezTo>
                        <a:pt x="2987" y="4807"/>
                        <a:pt x="2988" y="4788"/>
                        <a:pt x="2990" y="4769"/>
                      </a:cubicBezTo>
                      <a:cubicBezTo>
                        <a:pt x="2991" y="4760"/>
                        <a:pt x="2991" y="4760"/>
                        <a:pt x="2995" y="4711"/>
                      </a:cubicBezTo>
                      <a:cubicBezTo>
                        <a:pt x="2999" y="4661"/>
                        <a:pt x="3003" y="4610"/>
                        <a:pt x="3008" y="4560"/>
                      </a:cubicBezTo>
                      <a:cubicBezTo>
                        <a:pt x="3012" y="4508"/>
                        <a:pt x="3016" y="4457"/>
                        <a:pt x="3021" y="4405"/>
                      </a:cubicBezTo>
                      <a:cubicBezTo>
                        <a:pt x="3030" y="4304"/>
                        <a:pt x="3038" y="4203"/>
                        <a:pt x="3047" y="4102"/>
                      </a:cubicBezTo>
                      <a:cubicBezTo>
                        <a:pt x="3073" y="4102"/>
                        <a:pt x="3098" y="4102"/>
                        <a:pt x="3125" y="4102"/>
                      </a:cubicBezTo>
                      <a:cubicBezTo>
                        <a:pt x="3125" y="4076"/>
                        <a:pt x="3125" y="4050"/>
                        <a:pt x="3125" y="4023"/>
                      </a:cubicBezTo>
                      <a:cubicBezTo>
                        <a:pt x="3177" y="4023"/>
                        <a:pt x="3228" y="4023"/>
                        <a:pt x="3281" y="4023"/>
                      </a:cubicBezTo>
                      <a:cubicBezTo>
                        <a:pt x="3281" y="3817"/>
                        <a:pt x="3281" y="3611"/>
                        <a:pt x="3281" y="3398"/>
                      </a:cubicBezTo>
                      <a:cubicBezTo>
                        <a:pt x="3255" y="3398"/>
                        <a:pt x="3230" y="3398"/>
                        <a:pt x="3203" y="3398"/>
                      </a:cubicBezTo>
                      <a:cubicBezTo>
                        <a:pt x="3203" y="3347"/>
                        <a:pt x="3203" y="3295"/>
                        <a:pt x="3203" y="3242"/>
                      </a:cubicBezTo>
                      <a:cubicBezTo>
                        <a:pt x="3177" y="3242"/>
                        <a:pt x="3152" y="3242"/>
                        <a:pt x="3125" y="3242"/>
                      </a:cubicBezTo>
                      <a:cubicBezTo>
                        <a:pt x="3125" y="3191"/>
                        <a:pt x="3125" y="3139"/>
                        <a:pt x="3125" y="3086"/>
                      </a:cubicBezTo>
                      <a:cubicBezTo>
                        <a:pt x="3099" y="3086"/>
                        <a:pt x="3073" y="3086"/>
                        <a:pt x="3047" y="3086"/>
                      </a:cubicBezTo>
                      <a:cubicBezTo>
                        <a:pt x="3047" y="3060"/>
                        <a:pt x="3047" y="3034"/>
                        <a:pt x="3047" y="3008"/>
                      </a:cubicBezTo>
                      <a:cubicBezTo>
                        <a:pt x="2957" y="2995"/>
                        <a:pt x="2866" y="2982"/>
                        <a:pt x="2773" y="2969"/>
                      </a:cubicBezTo>
                      <a:cubicBezTo>
                        <a:pt x="2761" y="2904"/>
                        <a:pt x="2748" y="2840"/>
                        <a:pt x="2734" y="2773"/>
                      </a:cubicBezTo>
                      <a:cubicBezTo>
                        <a:pt x="2709" y="2773"/>
                        <a:pt x="2683" y="2773"/>
                        <a:pt x="2656" y="2773"/>
                      </a:cubicBezTo>
                      <a:cubicBezTo>
                        <a:pt x="2643" y="2722"/>
                        <a:pt x="2643" y="2722"/>
                        <a:pt x="2578" y="2461"/>
                      </a:cubicBezTo>
                      <a:cubicBezTo>
                        <a:pt x="2604" y="2451"/>
                        <a:pt x="2630" y="2442"/>
                        <a:pt x="2656" y="2432"/>
                      </a:cubicBezTo>
                      <a:cubicBezTo>
                        <a:pt x="2700" y="2411"/>
                        <a:pt x="2700" y="2411"/>
                        <a:pt x="2734" y="2383"/>
                      </a:cubicBezTo>
                      <a:cubicBezTo>
                        <a:pt x="2748" y="2329"/>
                        <a:pt x="2744" y="2281"/>
                        <a:pt x="2734" y="2227"/>
                      </a:cubicBezTo>
                      <a:cubicBezTo>
                        <a:pt x="2709" y="2227"/>
                        <a:pt x="2683" y="2227"/>
                        <a:pt x="2656" y="2227"/>
                      </a:cubicBezTo>
                      <a:cubicBezTo>
                        <a:pt x="2656" y="2201"/>
                        <a:pt x="2656" y="2175"/>
                        <a:pt x="2656" y="2148"/>
                      </a:cubicBezTo>
                      <a:cubicBezTo>
                        <a:pt x="2605" y="2148"/>
                        <a:pt x="2553" y="2148"/>
                        <a:pt x="2500" y="2148"/>
                      </a:cubicBezTo>
                      <a:cubicBezTo>
                        <a:pt x="2500" y="2123"/>
                        <a:pt x="2500" y="2097"/>
                        <a:pt x="2500" y="2070"/>
                      </a:cubicBezTo>
                      <a:cubicBezTo>
                        <a:pt x="2474" y="2070"/>
                        <a:pt x="2448" y="2070"/>
                        <a:pt x="2422" y="2070"/>
                      </a:cubicBezTo>
                      <a:cubicBezTo>
                        <a:pt x="2422" y="2045"/>
                        <a:pt x="2422" y="2019"/>
                        <a:pt x="2422" y="1992"/>
                      </a:cubicBezTo>
                      <a:cubicBezTo>
                        <a:pt x="2448" y="1992"/>
                        <a:pt x="2473" y="1992"/>
                        <a:pt x="2500" y="1992"/>
                      </a:cubicBezTo>
                      <a:cubicBezTo>
                        <a:pt x="2500" y="1941"/>
                        <a:pt x="2500" y="1889"/>
                        <a:pt x="2500" y="1836"/>
                      </a:cubicBezTo>
                      <a:cubicBezTo>
                        <a:pt x="2474" y="1836"/>
                        <a:pt x="2448" y="1836"/>
                        <a:pt x="2422" y="1836"/>
                      </a:cubicBezTo>
                      <a:cubicBezTo>
                        <a:pt x="2422" y="1810"/>
                        <a:pt x="2422" y="1784"/>
                        <a:pt x="2422" y="1758"/>
                      </a:cubicBezTo>
                      <a:cubicBezTo>
                        <a:pt x="2413" y="1759"/>
                        <a:pt x="2404" y="1761"/>
                        <a:pt x="2394" y="1762"/>
                      </a:cubicBezTo>
                      <a:cubicBezTo>
                        <a:pt x="2353" y="1768"/>
                        <a:pt x="2312" y="1774"/>
                        <a:pt x="2271" y="1780"/>
                      </a:cubicBezTo>
                      <a:cubicBezTo>
                        <a:pt x="2263" y="1781"/>
                        <a:pt x="2263" y="1781"/>
                        <a:pt x="2227" y="1786"/>
                      </a:cubicBezTo>
                      <a:cubicBezTo>
                        <a:pt x="2165" y="1795"/>
                        <a:pt x="2121" y="1801"/>
                        <a:pt x="2061" y="1781"/>
                      </a:cubicBezTo>
                      <a:cubicBezTo>
                        <a:pt x="2031" y="1758"/>
                        <a:pt x="2031" y="1758"/>
                        <a:pt x="2026" y="1716"/>
                      </a:cubicBezTo>
                      <a:cubicBezTo>
                        <a:pt x="2028" y="1704"/>
                        <a:pt x="2030" y="1692"/>
                        <a:pt x="2031" y="1680"/>
                      </a:cubicBezTo>
                      <a:cubicBezTo>
                        <a:pt x="2005" y="1680"/>
                        <a:pt x="1980" y="1680"/>
                        <a:pt x="1953" y="1680"/>
                      </a:cubicBezTo>
                      <a:cubicBezTo>
                        <a:pt x="1953" y="1654"/>
                        <a:pt x="1953" y="1628"/>
                        <a:pt x="1953" y="1602"/>
                      </a:cubicBezTo>
                      <a:cubicBezTo>
                        <a:pt x="1927" y="1602"/>
                        <a:pt x="1902" y="1602"/>
                        <a:pt x="1875" y="1602"/>
                      </a:cubicBezTo>
                      <a:cubicBezTo>
                        <a:pt x="1875" y="1550"/>
                        <a:pt x="1875" y="1498"/>
                        <a:pt x="1875" y="1445"/>
                      </a:cubicBezTo>
                      <a:cubicBezTo>
                        <a:pt x="1849" y="1445"/>
                        <a:pt x="1823" y="1445"/>
                        <a:pt x="1797" y="1445"/>
                      </a:cubicBezTo>
                      <a:cubicBezTo>
                        <a:pt x="1797" y="1420"/>
                        <a:pt x="1797" y="1394"/>
                        <a:pt x="1797" y="1367"/>
                      </a:cubicBezTo>
                      <a:cubicBezTo>
                        <a:pt x="1771" y="1367"/>
                        <a:pt x="1745" y="1367"/>
                        <a:pt x="1719" y="1367"/>
                      </a:cubicBezTo>
                      <a:cubicBezTo>
                        <a:pt x="1719" y="1264"/>
                        <a:pt x="1719" y="1161"/>
                        <a:pt x="1719" y="1055"/>
                      </a:cubicBezTo>
                      <a:cubicBezTo>
                        <a:pt x="1693" y="1055"/>
                        <a:pt x="1667" y="1055"/>
                        <a:pt x="1641" y="1055"/>
                      </a:cubicBezTo>
                      <a:cubicBezTo>
                        <a:pt x="1641" y="1003"/>
                        <a:pt x="1641" y="952"/>
                        <a:pt x="1641" y="898"/>
                      </a:cubicBezTo>
                      <a:cubicBezTo>
                        <a:pt x="1589" y="898"/>
                        <a:pt x="1538" y="898"/>
                        <a:pt x="1484" y="898"/>
                      </a:cubicBezTo>
                      <a:cubicBezTo>
                        <a:pt x="1484" y="873"/>
                        <a:pt x="1484" y="847"/>
                        <a:pt x="1484" y="820"/>
                      </a:cubicBezTo>
                      <a:cubicBezTo>
                        <a:pt x="1510" y="820"/>
                        <a:pt x="1536" y="820"/>
                        <a:pt x="1562" y="820"/>
                      </a:cubicBezTo>
                      <a:cubicBezTo>
                        <a:pt x="1562" y="795"/>
                        <a:pt x="1562" y="769"/>
                        <a:pt x="1562" y="742"/>
                      </a:cubicBezTo>
                      <a:cubicBezTo>
                        <a:pt x="1588" y="742"/>
                        <a:pt x="1614" y="742"/>
                        <a:pt x="1641" y="742"/>
                      </a:cubicBezTo>
                      <a:cubicBezTo>
                        <a:pt x="1641" y="716"/>
                        <a:pt x="1641" y="691"/>
                        <a:pt x="1641" y="664"/>
                      </a:cubicBezTo>
                      <a:cubicBezTo>
                        <a:pt x="1666" y="664"/>
                        <a:pt x="1692" y="664"/>
                        <a:pt x="1719" y="664"/>
                      </a:cubicBezTo>
                      <a:cubicBezTo>
                        <a:pt x="1667" y="613"/>
                        <a:pt x="1616" y="561"/>
                        <a:pt x="1562" y="508"/>
                      </a:cubicBezTo>
                      <a:cubicBezTo>
                        <a:pt x="1562" y="534"/>
                        <a:pt x="1562" y="559"/>
                        <a:pt x="1562" y="586"/>
                      </a:cubicBezTo>
                      <a:cubicBezTo>
                        <a:pt x="1537" y="586"/>
                        <a:pt x="1511" y="586"/>
                        <a:pt x="1484" y="586"/>
                      </a:cubicBezTo>
                      <a:cubicBezTo>
                        <a:pt x="1484" y="637"/>
                        <a:pt x="1484" y="689"/>
                        <a:pt x="1484" y="742"/>
                      </a:cubicBezTo>
                      <a:cubicBezTo>
                        <a:pt x="1407" y="742"/>
                        <a:pt x="1330" y="742"/>
                        <a:pt x="1250" y="742"/>
                      </a:cubicBezTo>
                      <a:cubicBezTo>
                        <a:pt x="1250" y="768"/>
                        <a:pt x="1250" y="794"/>
                        <a:pt x="1250" y="820"/>
                      </a:cubicBezTo>
                      <a:cubicBezTo>
                        <a:pt x="1205" y="846"/>
                        <a:pt x="1184" y="857"/>
                        <a:pt x="1133" y="859"/>
                      </a:cubicBezTo>
                      <a:cubicBezTo>
                        <a:pt x="1068" y="836"/>
                        <a:pt x="1008" y="803"/>
                        <a:pt x="948" y="769"/>
                      </a:cubicBezTo>
                      <a:cubicBezTo>
                        <a:pt x="718" y="640"/>
                        <a:pt x="491" y="564"/>
                        <a:pt x="234" y="508"/>
                      </a:cubicBezTo>
                      <a:cubicBezTo>
                        <a:pt x="234" y="469"/>
                        <a:pt x="234" y="430"/>
                        <a:pt x="234" y="391"/>
                      </a:cubicBezTo>
                      <a:cubicBezTo>
                        <a:pt x="183" y="378"/>
                        <a:pt x="131" y="365"/>
                        <a:pt x="78" y="352"/>
                      </a:cubicBezTo>
                      <a:cubicBezTo>
                        <a:pt x="104" y="352"/>
                        <a:pt x="130" y="352"/>
                        <a:pt x="156" y="352"/>
                      </a:cubicBezTo>
                      <a:cubicBezTo>
                        <a:pt x="156" y="326"/>
                        <a:pt x="156" y="300"/>
                        <a:pt x="156" y="273"/>
                      </a:cubicBezTo>
                      <a:cubicBezTo>
                        <a:pt x="105" y="273"/>
                        <a:pt x="53" y="273"/>
                        <a:pt x="0" y="273"/>
                      </a:cubicBezTo>
                      <a:cubicBezTo>
                        <a:pt x="0" y="248"/>
                        <a:pt x="0" y="222"/>
                        <a:pt x="0" y="195"/>
                      </a:cubicBezTo>
                      <a:cubicBezTo>
                        <a:pt x="103" y="195"/>
                        <a:pt x="206" y="195"/>
                        <a:pt x="312" y="195"/>
                      </a:cubicBezTo>
                      <a:cubicBezTo>
                        <a:pt x="312" y="170"/>
                        <a:pt x="312" y="144"/>
                        <a:pt x="312" y="117"/>
                      </a:cubicBezTo>
                      <a:cubicBezTo>
                        <a:pt x="416" y="117"/>
                        <a:pt x="519" y="117"/>
                        <a:pt x="625" y="117"/>
                      </a:cubicBezTo>
                      <a:cubicBezTo>
                        <a:pt x="638" y="79"/>
                        <a:pt x="651" y="40"/>
                        <a:pt x="6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6" cap="flat">
                  <a:noFill/>
                </a:ln>
              </p:spPr>
            </p:sp>
            <p:sp>
              <p:nvSpPr>
                <p:cNvPr id="900" name="ICON_ACTION_EYE_path_005"/>
                <p:cNvSpPr/>
                <p:nvPr/>
              </p:nvSpPr>
              <p:spPr>
                <a:xfrm>
                  <a:off x="474206" y="5661422"/>
                  <a:ext cx="102316" cy="10126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056" h="7974" fill="norm" stroke="0">
                      <a:moveTo>
                        <a:pt x="3520" y="0"/>
                      </a:moveTo>
                      <a:cubicBezTo>
                        <a:pt x="3881" y="0"/>
                        <a:pt x="4242" y="0"/>
                        <a:pt x="4614" y="0"/>
                      </a:cubicBezTo>
                      <a:cubicBezTo>
                        <a:pt x="4614" y="26"/>
                        <a:pt x="4614" y="52"/>
                        <a:pt x="4614" y="78"/>
                      </a:cubicBezTo>
                      <a:cubicBezTo>
                        <a:pt x="4743" y="78"/>
                        <a:pt x="4872" y="78"/>
                        <a:pt x="5005" y="78"/>
                      </a:cubicBezTo>
                      <a:cubicBezTo>
                        <a:pt x="5005" y="104"/>
                        <a:pt x="5005" y="130"/>
                        <a:pt x="5005" y="156"/>
                      </a:cubicBezTo>
                      <a:cubicBezTo>
                        <a:pt x="5108" y="156"/>
                        <a:pt x="5211" y="156"/>
                        <a:pt x="5317" y="156"/>
                      </a:cubicBezTo>
                      <a:cubicBezTo>
                        <a:pt x="5317" y="182"/>
                        <a:pt x="5317" y="208"/>
                        <a:pt x="5317" y="234"/>
                      </a:cubicBezTo>
                      <a:cubicBezTo>
                        <a:pt x="5329" y="234"/>
                        <a:pt x="5341" y="233"/>
                        <a:pt x="5353" y="232"/>
                      </a:cubicBezTo>
                      <a:cubicBezTo>
                        <a:pt x="5485" y="227"/>
                        <a:pt x="5584" y="251"/>
                        <a:pt x="5705" y="303"/>
                      </a:cubicBezTo>
                      <a:cubicBezTo>
                        <a:pt x="5722" y="310"/>
                        <a:pt x="5739" y="317"/>
                        <a:pt x="5757" y="324"/>
                      </a:cubicBezTo>
                      <a:cubicBezTo>
                        <a:pt x="5885" y="379"/>
                        <a:pt x="6001" y="444"/>
                        <a:pt x="6112" y="529"/>
                      </a:cubicBezTo>
                      <a:cubicBezTo>
                        <a:pt x="6138" y="547"/>
                        <a:pt x="6138" y="547"/>
                        <a:pt x="6170" y="566"/>
                      </a:cubicBezTo>
                      <a:cubicBezTo>
                        <a:pt x="6175" y="569"/>
                        <a:pt x="6175" y="569"/>
                        <a:pt x="6202" y="586"/>
                      </a:cubicBezTo>
                      <a:cubicBezTo>
                        <a:pt x="6207" y="588"/>
                        <a:pt x="6207" y="588"/>
                        <a:pt x="6233" y="603"/>
                      </a:cubicBezTo>
                      <a:cubicBezTo>
                        <a:pt x="6255" y="625"/>
                        <a:pt x="6255" y="625"/>
                        <a:pt x="6255" y="703"/>
                      </a:cubicBezTo>
                      <a:cubicBezTo>
                        <a:pt x="6306" y="703"/>
                        <a:pt x="6358" y="703"/>
                        <a:pt x="6411" y="703"/>
                      </a:cubicBezTo>
                      <a:cubicBezTo>
                        <a:pt x="6411" y="729"/>
                        <a:pt x="6411" y="755"/>
                        <a:pt x="6411" y="781"/>
                      </a:cubicBezTo>
                      <a:cubicBezTo>
                        <a:pt x="6437" y="781"/>
                        <a:pt x="6463" y="781"/>
                        <a:pt x="6489" y="781"/>
                      </a:cubicBezTo>
                      <a:cubicBezTo>
                        <a:pt x="6489" y="807"/>
                        <a:pt x="6489" y="833"/>
                        <a:pt x="6489" y="859"/>
                      </a:cubicBezTo>
                      <a:cubicBezTo>
                        <a:pt x="6515" y="859"/>
                        <a:pt x="6541" y="859"/>
                        <a:pt x="6567" y="859"/>
                      </a:cubicBezTo>
                      <a:cubicBezTo>
                        <a:pt x="6567" y="885"/>
                        <a:pt x="6567" y="911"/>
                        <a:pt x="6567" y="938"/>
                      </a:cubicBezTo>
                      <a:cubicBezTo>
                        <a:pt x="6593" y="938"/>
                        <a:pt x="6619" y="938"/>
                        <a:pt x="6645" y="938"/>
                      </a:cubicBezTo>
                      <a:cubicBezTo>
                        <a:pt x="6645" y="963"/>
                        <a:pt x="6645" y="989"/>
                        <a:pt x="6645" y="1016"/>
                      </a:cubicBezTo>
                      <a:cubicBezTo>
                        <a:pt x="6697" y="1016"/>
                        <a:pt x="6748" y="1016"/>
                        <a:pt x="6802" y="1016"/>
                      </a:cubicBezTo>
                      <a:cubicBezTo>
                        <a:pt x="6802" y="1041"/>
                        <a:pt x="6802" y="1067"/>
                        <a:pt x="6802" y="1094"/>
                      </a:cubicBezTo>
                      <a:cubicBezTo>
                        <a:pt x="6827" y="1094"/>
                        <a:pt x="6853" y="1094"/>
                        <a:pt x="6880" y="1094"/>
                      </a:cubicBezTo>
                      <a:cubicBezTo>
                        <a:pt x="6880" y="1120"/>
                        <a:pt x="6880" y="1145"/>
                        <a:pt x="6880" y="1172"/>
                      </a:cubicBezTo>
                      <a:cubicBezTo>
                        <a:pt x="6905" y="1172"/>
                        <a:pt x="6931" y="1172"/>
                        <a:pt x="6958" y="1172"/>
                      </a:cubicBezTo>
                      <a:cubicBezTo>
                        <a:pt x="6958" y="1223"/>
                        <a:pt x="6958" y="1275"/>
                        <a:pt x="6958" y="1328"/>
                      </a:cubicBezTo>
                      <a:cubicBezTo>
                        <a:pt x="6984" y="1328"/>
                        <a:pt x="7009" y="1328"/>
                        <a:pt x="7036" y="1328"/>
                      </a:cubicBezTo>
                      <a:cubicBezTo>
                        <a:pt x="7036" y="1354"/>
                        <a:pt x="7036" y="1380"/>
                        <a:pt x="7036" y="1406"/>
                      </a:cubicBezTo>
                      <a:cubicBezTo>
                        <a:pt x="7062" y="1406"/>
                        <a:pt x="7088" y="1406"/>
                        <a:pt x="7114" y="1406"/>
                      </a:cubicBezTo>
                      <a:cubicBezTo>
                        <a:pt x="7114" y="1432"/>
                        <a:pt x="7114" y="1458"/>
                        <a:pt x="7114" y="1484"/>
                      </a:cubicBezTo>
                      <a:cubicBezTo>
                        <a:pt x="7140" y="1484"/>
                        <a:pt x="7166" y="1484"/>
                        <a:pt x="7192" y="1484"/>
                      </a:cubicBezTo>
                      <a:cubicBezTo>
                        <a:pt x="7192" y="1510"/>
                        <a:pt x="7192" y="1536"/>
                        <a:pt x="7192" y="1562"/>
                      </a:cubicBezTo>
                      <a:cubicBezTo>
                        <a:pt x="7218" y="1562"/>
                        <a:pt x="7244" y="1562"/>
                        <a:pt x="7270" y="1562"/>
                      </a:cubicBezTo>
                      <a:cubicBezTo>
                        <a:pt x="7270" y="1588"/>
                        <a:pt x="7270" y="1614"/>
                        <a:pt x="7270" y="1641"/>
                      </a:cubicBezTo>
                      <a:cubicBezTo>
                        <a:pt x="7296" y="1641"/>
                        <a:pt x="7322" y="1641"/>
                        <a:pt x="7348" y="1641"/>
                      </a:cubicBezTo>
                      <a:cubicBezTo>
                        <a:pt x="7348" y="1692"/>
                        <a:pt x="7348" y="1744"/>
                        <a:pt x="7348" y="1797"/>
                      </a:cubicBezTo>
                      <a:cubicBezTo>
                        <a:pt x="7374" y="1797"/>
                        <a:pt x="7400" y="1797"/>
                        <a:pt x="7427" y="1797"/>
                      </a:cubicBezTo>
                      <a:cubicBezTo>
                        <a:pt x="7427" y="1823"/>
                        <a:pt x="7427" y="1848"/>
                        <a:pt x="7427" y="1875"/>
                      </a:cubicBezTo>
                      <a:cubicBezTo>
                        <a:pt x="7452" y="1875"/>
                        <a:pt x="7478" y="1875"/>
                        <a:pt x="7505" y="1875"/>
                      </a:cubicBezTo>
                      <a:cubicBezTo>
                        <a:pt x="7505" y="1927"/>
                        <a:pt x="7505" y="1978"/>
                        <a:pt x="7505" y="2031"/>
                      </a:cubicBezTo>
                      <a:cubicBezTo>
                        <a:pt x="7530" y="2031"/>
                        <a:pt x="7556" y="2031"/>
                        <a:pt x="7583" y="2031"/>
                      </a:cubicBezTo>
                      <a:cubicBezTo>
                        <a:pt x="7588" y="2044"/>
                        <a:pt x="7592" y="2058"/>
                        <a:pt x="7597" y="2071"/>
                      </a:cubicBezTo>
                      <a:cubicBezTo>
                        <a:pt x="7657" y="2231"/>
                        <a:pt x="7657" y="2231"/>
                        <a:pt x="7705" y="2266"/>
                      </a:cubicBezTo>
                      <a:cubicBezTo>
                        <a:pt x="7757" y="2325"/>
                        <a:pt x="7745" y="2384"/>
                        <a:pt x="7742" y="2460"/>
                      </a:cubicBezTo>
                      <a:cubicBezTo>
                        <a:pt x="7741" y="2473"/>
                        <a:pt x="7740" y="2486"/>
                        <a:pt x="7739" y="2500"/>
                      </a:cubicBezTo>
                      <a:cubicBezTo>
                        <a:pt x="7765" y="2500"/>
                        <a:pt x="7791" y="2500"/>
                        <a:pt x="7817" y="2500"/>
                      </a:cubicBezTo>
                      <a:cubicBezTo>
                        <a:pt x="7900" y="2660"/>
                        <a:pt x="7904" y="2793"/>
                        <a:pt x="7895" y="2969"/>
                      </a:cubicBezTo>
                      <a:cubicBezTo>
                        <a:pt x="7921" y="2969"/>
                        <a:pt x="7947" y="2969"/>
                        <a:pt x="7973" y="2969"/>
                      </a:cubicBezTo>
                      <a:cubicBezTo>
                        <a:pt x="7973" y="3098"/>
                        <a:pt x="7973" y="3227"/>
                        <a:pt x="7973" y="3359"/>
                      </a:cubicBezTo>
                      <a:cubicBezTo>
                        <a:pt x="7999" y="3359"/>
                        <a:pt x="8025" y="3359"/>
                        <a:pt x="8052" y="3359"/>
                      </a:cubicBezTo>
                      <a:cubicBezTo>
                        <a:pt x="8052" y="3527"/>
                        <a:pt x="8053" y="3694"/>
                        <a:pt x="8054" y="3862"/>
                      </a:cubicBezTo>
                      <a:cubicBezTo>
                        <a:pt x="8054" y="3939"/>
                        <a:pt x="8054" y="4017"/>
                        <a:pt x="8054" y="4095"/>
                      </a:cubicBezTo>
                      <a:cubicBezTo>
                        <a:pt x="8055" y="4170"/>
                        <a:pt x="8055" y="4245"/>
                        <a:pt x="8055" y="4320"/>
                      </a:cubicBezTo>
                      <a:cubicBezTo>
                        <a:pt x="8055" y="4348"/>
                        <a:pt x="8055" y="4377"/>
                        <a:pt x="8056" y="4406"/>
                      </a:cubicBezTo>
                      <a:cubicBezTo>
                        <a:pt x="8056" y="4446"/>
                        <a:pt x="8056" y="4486"/>
                        <a:pt x="8056" y="4526"/>
                      </a:cubicBezTo>
                      <a:cubicBezTo>
                        <a:pt x="8056" y="4538"/>
                        <a:pt x="8056" y="4549"/>
                        <a:pt x="8056" y="4562"/>
                      </a:cubicBezTo>
                      <a:cubicBezTo>
                        <a:pt x="8056" y="4644"/>
                        <a:pt x="8056" y="4644"/>
                        <a:pt x="8013" y="4688"/>
                      </a:cubicBezTo>
                      <a:cubicBezTo>
                        <a:pt x="8006" y="4728"/>
                        <a:pt x="8002" y="4768"/>
                        <a:pt x="7998" y="4810"/>
                      </a:cubicBezTo>
                      <a:cubicBezTo>
                        <a:pt x="7984" y="4929"/>
                        <a:pt x="7950" y="5026"/>
                        <a:pt x="7899" y="5134"/>
                      </a:cubicBezTo>
                      <a:cubicBezTo>
                        <a:pt x="7849" y="5243"/>
                        <a:pt x="7830" y="5350"/>
                        <a:pt x="7817" y="5469"/>
                      </a:cubicBezTo>
                      <a:cubicBezTo>
                        <a:pt x="7791" y="5469"/>
                        <a:pt x="7766" y="5469"/>
                        <a:pt x="7739" y="5469"/>
                      </a:cubicBezTo>
                      <a:cubicBezTo>
                        <a:pt x="7739" y="5520"/>
                        <a:pt x="7739" y="5572"/>
                        <a:pt x="7739" y="5625"/>
                      </a:cubicBezTo>
                      <a:cubicBezTo>
                        <a:pt x="7713" y="5625"/>
                        <a:pt x="7688" y="5625"/>
                        <a:pt x="7661" y="5625"/>
                      </a:cubicBezTo>
                      <a:cubicBezTo>
                        <a:pt x="7661" y="5702"/>
                        <a:pt x="7661" y="5780"/>
                        <a:pt x="7661" y="5859"/>
                      </a:cubicBezTo>
                      <a:cubicBezTo>
                        <a:pt x="7635" y="5859"/>
                        <a:pt x="7609" y="5859"/>
                        <a:pt x="7583" y="5859"/>
                      </a:cubicBezTo>
                      <a:cubicBezTo>
                        <a:pt x="7583" y="5885"/>
                        <a:pt x="7583" y="5911"/>
                        <a:pt x="7583" y="5938"/>
                      </a:cubicBezTo>
                      <a:cubicBezTo>
                        <a:pt x="7557" y="5938"/>
                        <a:pt x="7531" y="5938"/>
                        <a:pt x="7505" y="5938"/>
                      </a:cubicBezTo>
                      <a:cubicBezTo>
                        <a:pt x="7505" y="5989"/>
                        <a:pt x="7505" y="6041"/>
                        <a:pt x="7505" y="6094"/>
                      </a:cubicBezTo>
                      <a:cubicBezTo>
                        <a:pt x="7479" y="6094"/>
                        <a:pt x="7453" y="6094"/>
                        <a:pt x="7427" y="6094"/>
                      </a:cubicBezTo>
                      <a:cubicBezTo>
                        <a:pt x="7427" y="6145"/>
                        <a:pt x="7427" y="6197"/>
                        <a:pt x="7427" y="6250"/>
                      </a:cubicBezTo>
                      <a:cubicBezTo>
                        <a:pt x="7401" y="6250"/>
                        <a:pt x="7375" y="6250"/>
                        <a:pt x="7348" y="6250"/>
                      </a:cubicBezTo>
                      <a:cubicBezTo>
                        <a:pt x="7348" y="6276"/>
                        <a:pt x="7348" y="6302"/>
                        <a:pt x="7348" y="6328"/>
                      </a:cubicBezTo>
                      <a:cubicBezTo>
                        <a:pt x="7323" y="6328"/>
                        <a:pt x="7297" y="6328"/>
                        <a:pt x="7270" y="6328"/>
                      </a:cubicBezTo>
                      <a:cubicBezTo>
                        <a:pt x="7270" y="6354"/>
                        <a:pt x="7270" y="6380"/>
                        <a:pt x="7270" y="6406"/>
                      </a:cubicBezTo>
                      <a:cubicBezTo>
                        <a:pt x="7245" y="6406"/>
                        <a:pt x="7219" y="6406"/>
                        <a:pt x="7192" y="6406"/>
                      </a:cubicBezTo>
                      <a:cubicBezTo>
                        <a:pt x="7192" y="6432"/>
                        <a:pt x="7192" y="6458"/>
                        <a:pt x="7192" y="6484"/>
                      </a:cubicBezTo>
                      <a:cubicBezTo>
                        <a:pt x="7166" y="6484"/>
                        <a:pt x="7141" y="6484"/>
                        <a:pt x="7114" y="6484"/>
                      </a:cubicBezTo>
                      <a:cubicBezTo>
                        <a:pt x="7114" y="6536"/>
                        <a:pt x="7114" y="6587"/>
                        <a:pt x="7114" y="6641"/>
                      </a:cubicBezTo>
                      <a:cubicBezTo>
                        <a:pt x="7088" y="6641"/>
                        <a:pt x="7062" y="6641"/>
                        <a:pt x="7036" y="6641"/>
                      </a:cubicBezTo>
                      <a:cubicBezTo>
                        <a:pt x="7036" y="6666"/>
                        <a:pt x="7036" y="6692"/>
                        <a:pt x="7036" y="6719"/>
                      </a:cubicBezTo>
                      <a:cubicBezTo>
                        <a:pt x="7010" y="6719"/>
                        <a:pt x="6984" y="6719"/>
                        <a:pt x="6958" y="6719"/>
                      </a:cubicBezTo>
                      <a:cubicBezTo>
                        <a:pt x="6958" y="6745"/>
                        <a:pt x="6958" y="6770"/>
                        <a:pt x="6958" y="6797"/>
                      </a:cubicBezTo>
                      <a:cubicBezTo>
                        <a:pt x="6932" y="6797"/>
                        <a:pt x="6906" y="6797"/>
                        <a:pt x="6880" y="6797"/>
                      </a:cubicBezTo>
                      <a:cubicBezTo>
                        <a:pt x="6880" y="6823"/>
                        <a:pt x="6880" y="6848"/>
                        <a:pt x="6880" y="6875"/>
                      </a:cubicBezTo>
                      <a:cubicBezTo>
                        <a:pt x="6854" y="6875"/>
                        <a:pt x="6828" y="6875"/>
                        <a:pt x="6802" y="6875"/>
                      </a:cubicBezTo>
                      <a:cubicBezTo>
                        <a:pt x="6802" y="6901"/>
                        <a:pt x="6802" y="6927"/>
                        <a:pt x="6802" y="6953"/>
                      </a:cubicBezTo>
                      <a:cubicBezTo>
                        <a:pt x="6776" y="6953"/>
                        <a:pt x="6750" y="6953"/>
                        <a:pt x="6723" y="6953"/>
                      </a:cubicBezTo>
                      <a:cubicBezTo>
                        <a:pt x="6723" y="6979"/>
                        <a:pt x="6723" y="7005"/>
                        <a:pt x="6723" y="7031"/>
                      </a:cubicBezTo>
                      <a:cubicBezTo>
                        <a:pt x="6672" y="7031"/>
                        <a:pt x="6620" y="7031"/>
                        <a:pt x="6567" y="7031"/>
                      </a:cubicBezTo>
                      <a:cubicBezTo>
                        <a:pt x="6567" y="7057"/>
                        <a:pt x="6567" y="7083"/>
                        <a:pt x="6567" y="7109"/>
                      </a:cubicBezTo>
                      <a:cubicBezTo>
                        <a:pt x="6541" y="7109"/>
                        <a:pt x="6516" y="7109"/>
                        <a:pt x="6489" y="7109"/>
                      </a:cubicBezTo>
                      <a:cubicBezTo>
                        <a:pt x="6489" y="7135"/>
                        <a:pt x="6489" y="7161"/>
                        <a:pt x="6489" y="7188"/>
                      </a:cubicBezTo>
                      <a:cubicBezTo>
                        <a:pt x="6463" y="7188"/>
                        <a:pt x="6438" y="7188"/>
                        <a:pt x="6411" y="7188"/>
                      </a:cubicBezTo>
                      <a:cubicBezTo>
                        <a:pt x="6411" y="7213"/>
                        <a:pt x="6411" y="7239"/>
                        <a:pt x="6411" y="7266"/>
                      </a:cubicBezTo>
                      <a:cubicBezTo>
                        <a:pt x="6385" y="7266"/>
                        <a:pt x="6359" y="7266"/>
                        <a:pt x="6333" y="7266"/>
                      </a:cubicBezTo>
                      <a:cubicBezTo>
                        <a:pt x="6333" y="7291"/>
                        <a:pt x="6333" y="7317"/>
                        <a:pt x="6333" y="7344"/>
                      </a:cubicBezTo>
                      <a:cubicBezTo>
                        <a:pt x="6307" y="7344"/>
                        <a:pt x="6281" y="7344"/>
                        <a:pt x="6255" y="7344"/>
                      </a:cubicBezTo>
                      <a:cubicBezTo>
                        <a:pt x="6255" y="7370"/>
                        <a:pt x="6255" y="7395"/>
                        <a:pt x="6255" y="7422"/>
                      </a:cubicBezTo>
                      <a:cubicBezTo>
                        <a:pt x="6247" y="7424"/>
                        <a:pt x="6239" y="7427"/>
                        <a:pt x="6232" y="7430"/>
                      </a:cubicBezTo>
                      <a:cubicBezTo>
                        <a:pt x="6066" y="7486"/>
                        <a:pt x="5913" y="7551"/>
                        <a:pt x="5762" y="7639"/>
                      </a:cubicBezTo>
                      <a:cubicBezTo>
                        <a:pt x="5565" y="7752"/>
                        <a:pt x="5394" y="7831"/>
                        <a:pt x="5161" y="7812"/>
                      </a:cubicBezTo>
                      <a:cubicBezTo>
                        <a:pt x="5161" y="7838"/>
                        <a:pt x="5161" y="7864"/>
                        <a:pt x="5161" y="7891"/>
                      </a:cubicBezTo>
                      <a:cubicBezTo>
                        <a:pt x="5006" y="7891"/>
                        <a:pt x="4852" y="7891"/>
                        <a:pt x="4692" y="7891"/>
                      </a:cubicBezTo>
                      <a:cubicBezTo>
                        <a:pt x="4692" y="7916"/>
                        <a:pt x="4692" y="7942"/>
                        <a:pt x="4692" y="7969"/>
                      </a:cubicBezTo>
                      <a:cubicBezTo>
                        <a:pt x="4515" y="7970"/>
                        <a:pt x="4337" y="7970"/>
                        <a:pt x="4159" y="7971"/>
                      </a:cubicBezTo>
                      <a:cubicBezTo>
                        <a:pt x="4077" y="7971"/>
                        <a:pt x="3995" y="7971"/>
                        <a:pt x="3912" y="7972"/>
                      </a:cubicBezTo>
                      <a:cubicBezTo>
                        <a:pt x="3833" y="7972"/>
                        <a:pt x="3753" y="7972"/>
                        <a:pt x="3673" y="7972"/>
                      </a:cubicBezTo>
                      <a:cubicBezTo>
                        <a:pt x="3643" y="7973"/>
                        <a:pt x="3613" y="7973"/>
                        <a:pt x="3582" y="7973"/>
                      </a:cubicBezTo>
                      <a:cubicBezTo>
                        <a:pt x="3540" y="7973"/>
                        <a:pt x="3497" y="7973"/>
                        <a:pt x="3455" y="7973"/>
                      </a:cubicBezTo>
                      <a:cubicBezTo>
                        <a:pt x="3442" y="7973"/>
                        <a:pt x="3430" y="7973"/>
                        <a:pt x="3417" y="7974"/>
                      </a:cubicBezTo>
                      <a:cubicBezTo>
                        <a:pt x="3329" y="7973"/>
                        <a:pt x="3329" y="7973"/>
                        <a:pt x="3286" y="7930"/>
                      </a:cubicBezTo>
                      <a:cubicBezTo>
                        <a:pt x="3253" y="7922"/>
                        <a:pt x="3253" y="7922"/>
                        <a:pt x="3214" y="7917"/>
                      </a:cubicBezTo>
                      <a:cubicBezTo>
                        <a:pt x="3200" y="7916"/>
                        <a:pt x="3186" y="7914"/>
                        <a:pt x="3171" y="7912"/>
                      </a:cubicBezTo>
                      <a:cubicBezTo>
                        <a:pt x="3157" y="7911"/>
                        <a:pt x="3142" y="7909"/>
                        <a:pt x="3127" y="7908"/>
                      </a:cubicBezTo>
                      <a:cubicBezTo>
                        <a:pt x="3120" y="7907"/>
                        <a:pt x="3120" y="7907"/>
                        <a:pt x="3083" y="7903"/>
                      </a:cubicBezTo>
                      <a:cubicBezTo>
                        <a:pt x="3046" y="7898"/>
                        <a:pt x="3010" y="7894"/>
                        <a:pt x="2973" y="7891"/>
                      </a:cubicBezTo>
                      <a:cubicBezTo>
                        <a:pt x="2973" y="7865"/>
                        <a:pt x="2973" y="7839"/>
                        <a:pt x="2973" y="7812"/>
                      </a:cubicBezTo>
                      <a:cubicBezTo>
                        <a:pt x="2956" y="7814"/>
                        <a:pt x="2938" y="7815"/>
                        <a:pt x="2921" y="7817"/>
                      </a:cubicBezTo>
                      <a:cubicBezTo>
                        <a:pt x="2766" y="7825"/>
                        <a:pt x="2677" y="7814"/>
                        <a:pt x="2549" y="7724"/>
                      </a:cubicBezTo>
                      <a:cubicBezTo>
                        <a:pt x="2486" y="7683"/>
                        <a:pt x="2422" y="7668"/>
                        <a:pt x="2348" y="7656"/>
                      </a:cubicBezTo>
                      <a:cubicBezTo>
                        <a:pt x="2348" y="7630"/>
                        <a:pt x="2348" y="7605"/>
                        <a:pt x="2348" y="7578"/>
                      </a:cubicBezTo>
                      <a:cubicBezTo>
                        <a:pt x="2297" y="7578"/>
                        <a:pt x="2245" y="7578"/>
                        <a:pt x="2192" y="7578"/>
                      </a:cubicBezTo>
                      <a:cubicBezTo>
                        <a:pt x="2192" y="7552"/>
                        <a:pt x="2192" y="7527"/>
                        <a:pt x="2192" y="7500"/>
                      </a:cubicBezTo>
                      <a:cubicBezTo>
                        <a:pt x="2141" y="7500"/>
                        <a:pt x="2089" y="7500"/>
                        <a:pt x="2036" y="7500"/>
                      </a:cubicBezTo>
                      <a:cubicBezTo>
                        <a:pt x="2036" y="7474"/>
                        <a:pt x="2036" y="7448"/>
                        <a:pt x="2036" y="7422"/>
                      </a:cubicBezTo>
                      <a:cubicBezTo>
                        <a:pt x="1984" y="7422"/>
                        <a:pt x="1933" y="7422"/>
                        <a:pt x="1880" y="7422"/>
                      </a:cubicBezTo>
                      <a:cubicBezTo>
                        <a:pt x="1880" y="7396"/>
                        <a:pt x="1880" y="7370"/>
                        <a:pt x="1880" y="7344"/>
                      </a:cubicBezTo>
                      <a:cubicBezTo>
                        <a:pt x="1870" y="7342"/>
                        <a:pt x="1861" y="7341"/>
                        <a:pt x="1851" y="7339"/>
                      </a:cubicBezTo>
                      <a:cubicBezTo>
                        <a:pt x="1740" y="7317"/>
                        <a:pt x="1644" y="7273"/>
                        <a:pt x="1567" y="7188"/>
                      </a:cubicBezTo>
                      <a:cubicBezTo>
                        <a:pt x="1563" y="7145"/>
                        <a:pt x="1563" y="7145"/>
                        <a:pt x="1567" y="7109"/>
                      </a:cubicBezTo>
                      <a:cubicBezTo>
                        <a:pt x="1541" y="7109"/>
                        <a:pt x="1516" y="7109"/>
                        <a:pt x="1489" y="7109"/>
                      </a:cubicBezTo>
                      <a:cubicBezTo>
                        <a:pt x="1489" y="7084"/>
                        <a:pt x="1489" y="7058"/>
                        <a:pt x="1489" y="7031"/>
                      </a:cubicBezTo>
                      <a:cubicBezTo>
                        <a:pt x="1463" y="7031"/>
                        <a:pt x="1438" y="7031"/>
                        <a:pt x="1411" y="7031"/>
                      </a:cubicBezTo>
                      <a:cubicBezTo>
                        <a:pt x="1411" y="7005"/>
                        <a:pt x="1411" y="6980"/>
                        <a:pt x="1411" y="6953"/>
                      </a:cubicBezTo>
                      <a:cubicBezTo>
                        <a:pt x="1385" y="6953"/>
                        <a:pt x="1359" y="6953"/>
                        <a:pt x="1333" y="6953"/>
                      </a:cubicBezTo>
                      <a:cubicBezTo>
                        <a:pt x="1333" y="6927"/>
                        <a:pt x="1333" y="6902"/>
                        <a:pt x="1333" y="6875"/>
                      </a:cubicBezTo>
                      <a:cubicBezTo>
                        <a:pt x="1281" y="6875"/>
                        <a:pt x="1230" y="6875"/>
                        <a:pt x="1177" y="6875"/>
                      </a:cubicBezTo>
                      <a:cubicBezTo>
                        <a:pt x="1177" y="6849"/>
                        <a:pt x="1177" y="6823"/>
                        <a:pt x="1177" y="6797"/>
                      </a:cubicBezTo>
                      <a:cubicBezTo>
                        <a:pt x="1151" y="6797"/>
                        <a:pt x="1125" y="6797"/>
                        <a:pt x="1098" y="6797"/>
                      </a:cubicBezTo>
                      <a:cubicBezTo>
                        <a:pt x="1098" y="6771"/>
                        <a:pt x="1098" y="6745"/>
                        <a:pt x="1098" y="6719"/>
                      </a:cubicBezTo>
                      <a:cubicBezTo>
                        <a:pt x="1073" y="6719"/>
                        <a:pt x="1047" y="6719"/>
                        <a:pt x="1020" y="6719"/>
                      </a:cubicBezTo>
                      <a:cubicBezTo>
                        <a:pt x="1020" y="6693"/>
                        <a:pt x="1020" y="6667"/>
                        <a:pt x="1020" y="6641"/>
                      </a:cubicBezTo>
                      <a:cubicBezTo>
                        <a:pt x="995" y="6641"/>
                        <a:pt x="969" y="6641"/>
                        <a:pt x="942" y="6641"/>
                      </a:cubicBezTo>
                      <a:cubicBezTo>
                        <a:pt x="942" y="6589"/>
                        <a:pt x="942" y="6538"/>
                        <a:pt x="942" y="6484"/>
                      </a:cubicBezTo>
                      <a:cubicBezTo>
                        <a:pt x="916" y="6484"/>
                        <a:pt x="891" y="6484"/>
                        <a:pt x="864" y="6484"/>
                      </a:cubicBezTo>
                      <a:cubicBezTo>
                        <a:pt x="834" y="6456"/>
                        <a:pt x="812" y="6431"/>
                        <a:pt x="788" y="6399"/>
                      </a:cubicBezTo>
                      <a:cubicBezTo>
                        <a:pt x="782" y="6390"/>
                        <a:pt x="775" y="6381"/>
                        <a:pt x="768" y="6372"/>
                      </a:cubicBezTo>
                      <a:cubicBezTo>
                        <a:pt x="713" y="6300"/>
                        <a:pt x="666" y="6224"/>
                        <a:pt x="621" y="6145"/>
                      </a:cubicBezTo>
                      <a:cubicBezTo>
                        <a:pt x="587" y="6087"/>
                        <a:pt x="550" y="6032"/>
                        <a:pt x="513" y="5977"/>
                      </a:cubicBezTo>
                      <a:cubicBezTo>
                        <a:pt x="499" y="5956"/>
                        <a:pt x="486" y="5936"/>
                        <a:pt x="472" y="5916"/>
                      </a:cubicBezTo>
                      <a:cubicBezTo>
                        <a:pt x="450" y="5882"/>
                        <a:pt x="427" y="5849"/>
                        <a:pt x="403" y="5816"/>
                      </a:cubicBezTo>
                      <a:cubicBezTo>
                        <a:pt x="311" y="5684"/>
                        <a:pt x="277" y="5535"/>
                        <a:pt x="239" y="5381"/>
                      </a:cubicBezTo>
                      <a:cubicBezTo>
                        <a:pt x="235" y="5362"/>
                        <a:pt x="230" y="5344"/>
                        <a:pt x="225" y="5325"/>
                      </a:cubicBezTo>
                      <a:cubicBezTo>
                        <a:pt x="221" y="5309"/>
                        <a:pt x="217" y="5292"/>
                        <a:pt x="213" y="5275"/>
                      </a:cubicBezTo>
                      <a:cubicBezTo>
                        <a:pt x="200" y="5234"/>
                        <a:pt x="200" y="5234"/>
                        <a:pt x="161" y="5195"/>
                      </a:cubicBezTo>
                      <a:cubicBezTo>
                        <a:pt x="156" y="5166"/>
                        <a:pt x="156" y="5166"/>
                        <a:pt x="157" y="5132"/>
                      </a:cubicBezTo>
                      <a:cubicBezTo>
                        <a:pt x="157" y="5126"/>
                        <a:pt x="157" y="5126"/>
                        <a:pt x="158" y="5095"/>
                      </a:cubicBezTo>
                      <a:cubicBezTo>
                        <a:pt x="158" y="5088"/>
                        <a:pt x="158" y="5088"/>
                        <a:pt x="159" y="5056"/>
                      </a:cubicBezTo>
                      <a:cubicBezTo>
                        <a:pt x="159" y="5043"/>
                        <a:pt x="159" y="5030"/>
                        <a:pt x="159" y="5017"/>
                      </a:cubicBezTo>
                      <a:cubicBezTo>
                        <a:pt x="159" y="4985"/>
                        <a:pt x="160" y="4954"/>
                        <a:pt x="161" y="4922"/>
                      </a:cubicBezTo>
                      <a:cubicBezTo>
                        <a:pt x="135" y="4922"/>
                        <a:pt x="109" y="4922"/>
                        <a:pt x="83" y="4922"/>
                      </a:cubicBezTo>
                      <a:cubicBezTo>
                        <a:pt x="83" y="4767"/>
                        <a:pt x="83" y="4613"/>
                        <a:pt x="83" y="4453"/>
                      </a:cubicBezTo>
                      <a:cubicBezTo>
                        <a:pt x="57" y="4453"/>
                        <a:pt x="31" y="4453"/>
                        <a:pt x="5" y="4453"/>
                      </a:cubicBezTo>
                      <a:cubicBezTo>
                        <a:pt x="4" y="4337"/>
                        <a:pt x="3" y="4220"/>
                        <a:pt x="3" y="4104"/>
                      </a:cubicBezTo>
                      <a:cubicBezTo>
                        <a:pt x="2" y="4050"/>
                        <a:pt x="2" y="3996"/>
                        <a:pt x="2" y="3941"/>
                      </a:cubicBezTo>
                      <a:cubicBezTo>
                        <a:pt x="1" y="3889"/>
                        <a:pt x="1" y="3837"/>
                        <a:pt x="1" y="3785"/>
                      </a:cubicBezTo>
                      <a:cubicBezTo>
                        <a:pt x="1" y="3765"/>
                        <a:pt x="1" y="3745"/>
                        <a:pt x="1" y="3725"/>
                      </a:cubicBezTo>
                      <a:cubicBezTo>
                        <a:pt x="0" y="3697"/>
                        <a:pt x="0" y="3669"/>
                        <a:pt x="0" y="3642"/>
                      </a:cubicBezTo>
                      <a:cubicBezTo>
                        <a:pt x="0" y="3626"/>
                        <a:pt x="0" y="3610"/>
                        <a:pt x="0" y="3593"/>
                      </a:cubicBezTo>
                      <a:cubicBezTo>
                        <a:pt x="5" y="3555"/>
                        <a:pt x="5" y="3555"/>
                        <a:pt x="44" y="3516"/>
                      </a:cubicBezTo>
                      <a:cubicBezTo>
                        <a:pt x="52" y="3475"/>
                        <a:pt x="52" y="3475"/>
                        <a:pt x="56" y="3426"/>
                      </a:cubicBezTo>
                      <a:cubicBezTo>
                        <a:pt x="58" y="3409"/>
                        <a:pt x="59" y="3391"/>
                        <a:pt x="61" y="3373"/>
                      </a:cubicBezTo>
                      <a:cubicBezTo>
                        <a:pt x="63" y="3355"/>
                        <a:pt x="64" y="3337"/>
                        <a:pt x="66" y="3318"/>
                      </a:cubicBezTo>
                      <a:cubicBezTo>
                        <a:pt x="67" y="3309"/>
                        <a:pt x="67" y="3309"/>
                        <a:pt x="71" y="3262"/>
                      </a:cubicBezTo>
                      <a:cubicBezTo>
                        <a:pt x="75" y="3216"/>
                        <a:pt x="79" y="3171"/>
                        <a:pt x="83" y="3125"/>
                      </a:cubicBezTo>
                      <a:cubicBezTo>
                        <a:pt x="109" y="3125"/>
                        <a:pt x="134" y="3125"/>
                        <a:pt x="161" y="3125"/>
                      </a:cubicBezTo>
                      <a:cubicBezTo>
                        <a:pt x="161" y="2996"/>
                        <a:pt x="161" y="2867"/>
                        <a:pt x="161" y="2734"/>
                      </a:cubicBezTo>
                      <a:cubicBezTo>
                        <a:pt x="187" y="2734"/>
                        <a:pt x="213" y="2734"/>
                        <a:pt x="239" y="2734"/>
                      </a:cubicBezTo>
                      <a:cubicBezTo>
                        <a:pt x="238" y="2729"/>
                        <a:pt x="238" y="2729"/>
                        <a:pt x="233" y="2703"/>
                      </a:cubicBezTo>
                      <a:cubicBezTo>
                        <a:pt x="216" y="2529"/>
                        <a:pt x="301" y="2398"/>
                        <a:pt x="383" y="2249"/>
                      </a:cubicBezTo>
                      <a:cubicBezTo>
                        <a:pt x="407" y="2205"/>
                        <a:pt x="431" y="2160"/>
                        <a:pt x="455" y="2115"/>
                      </a:cubicBezTo>
                      <a:cubicBezTo>
                        <a:pt x="637" y="1779"/>
                        <a:pt x="637" y="1779"/>
                        <a:pt x="708" y="1719"/>
                      </a:cubicBezTo>
                      <a:cubicBezTo>
                        <a:pt x="750" y="1715"/>
                        <a:pt x="750" y="1715"/>
                        <a:pt x="786" y="1719"/>
                      </a:cubicBezTo>
                      <a:cubicBezTo>
                        <a:pt x="787" y="1709"/>
                        <a:pt x="789" y="1700"/>
                        <a:pt x="790" y="1690"/>
                      </a:cubicBezTo>
                      <a:cubicBezTo>
                        <a:pt x="812" y="1579"/>
                        <a:pt x="857" y="1483"/>
                        <a:pt x="942" y="1406"/>
                      </a:cubicBezTo>
                      <a:cubicBezTo>
                        <a:pt x="985" y="1402"/>
                        <a:pt x="985" y="1402"/>
                        <a:pt x="1020" y="1406"/>
                      </a:cubicBezTo>
                      <a:cubicBezTo>
                        <a:pt x="1020" y="1380"/>
                        <a:pt x="1020" y="1355"/>
                        <a:pt x="1020" y="1328"/>
                      </a:cubicBezTo>
                      <a:cubicBezTo>
                        <a:pt x="1046" y="1328"/>
                        <a:pt x="1072" y="1328"/>
                        <a:pt x="1098" y="1328"/>
                      </a:cubicBezTo>
                      <a:cubicBezTo>
                        <a:pt x="1098" y="1302"/>
                        <a:pt x="1098" y="1277"/>
                        <a:pt x="1098" y="1250"/>
                      </a:cubicBezTo>
                      <a:cubicBezTo>
                        <a:pt x="1124" y="1250"/>
                        <a:pt x="1150" y="1250"/>
                        <a:pt x="1177" y="1250"/>
                      </a:cubicBezTo>
                      <a:cubicBezTo>
                        <a:pt x="1177" y="1224"/>
                        <a:pt x="1177" y="1198"/>
                        <a:pt x="1177" y="1172"/>
                      </a:cubicBezTo>
                      <a:cubicBezTo>
                        <a:pt x="1202" y="1172"/>
                        <a:pt x="1228" y="1172"/>
                        <a:pt x="1255" y="1172"/>
                      </a:cubicBezTo>
                      <a:cubicBezTo>
                        <a:pt x="1255" y="1146"/>
                        <a:pt x="1255" y="1120"/>
                        <a:pt x="1255" y="1094"/>
                      </a:cubicBezTo>
                      <a:cubicBezTo>
                        <a:pt x="1280" y="1094"/>
                        <a:pt x="1306" y="1094"/>
                        <a:pt x="1333" y="1094"/>
                      </a:cubicBezTo>
                      <a:cubicBezTo>
                        <a:pt x="1333" y="1068"/>
                        <a:pt x="1333" y="1042"/>
                        <a:pt x="1333" y="1016"/>
                      </a:cubicBezTo>
                      <a:cubicBezTo>
                        <a:pt x="1359" y="1016"/>
                        <a:pt x="1384" y="1016"/>
                        <a:pt x="1411" y="1016"/>
                      </a:cubicBezTo>
                      <a:cubicBezTo>
                        <a:pt x="1411" y="990"/>
                        <a:pt x="1411" y="964"/>
                        <a:pt x="1411" y="938"/>
                      </a:cubicBezTo>
                      <a:cubicBezTo>
                        <a:pt x="1437" y="938"/>
                        <a:pt x="1463" y="938"/>
                        <a:pt x="1489" y="938"/>
                      </a:cubicBezTo>
                      <a:cubicBezTo>
                        <a:pt x="1489" y="912"/>
                        <a:pt x="1489" y="886"/>
                        <a:pt x="1489" y="859"/>
                      </a:cubicBezTo>
                      <a:cubicBezTo>
                        <a:pt x="1541" y="859"/>
                        <a:pt x="1592" y="859"/>
                        <a:pt x="1645" y="859"/>
                      </a:cubicBezTo>
                      <a:cubicBezTo>
                        <a:pt x="1645" y="834"/>
                        <a:pt x="1645" y="808"/>
                        <a:pt x="1645" y="781"/>
                      </a:cubicBezTo>
                      <a:cubicBezTo>
                        <a:pt x="1671" y="781"/>
                        <a:pt x="1697" y="781"/>
                        <a:pt x="1723" y="781"/>
                      </a:cubicBezTo>
                      <a:cubicBezTo>
                        <a:pt x="1723" y="755"/>
                        <a:pt x="1723" y="730"/>
                        <a:pt x="1723" y="703"/>
                      </a:cubicBezTo>
                      <a:cubicBezTo>
                        <a:pt x="1749" y="703"/>
                        <a:pt x="1775" y="703"/>
                        <a:pt x="1802" y="703"/>
                      </a:cubicBezTo>
                      <a:cubicBezTo>
                        <a:pt x="1799" y="692"/>
                        <a:pt x="1797" y="680"/>
                        <a:pt x="1794" y="668"/>
                      </a:cubicBezTo>
                      <a:cubicBezTo>
                        <a:pt x="1802" y="625"/>
                        <a:pt x="1802" y="625"/>
                        <a:pt x="1822" y="607"/>
                      </a:cubicBezTo>
                      <a:cubicBezTo>
                        <a:pt x="1852" y="588"/>
                        <a:pt x="1884" y="571"/>
                        <a:pt x="1916" y="554"/>
                      </a:cubicBezTo>
                      <a:cubicBezTo>
                        <a:pt x="1928" y="548"/>
                        <a:pt x="1940" y="542"/>
                        <a:pt x="1952" y="535"/>
                      </a:cubicBezTo>
                      <a:cubicBezTo>
                        <a:pt x="1991" y="514"/>
                        <a:pt x="2031" y="494"/>
                        <a:pt x="2070" y="474"/>
                      </a:cubicBezTo>
                      <a:cubicBezTo>
                        <a:pt x="2083" y="467"/>
                        <a:pt x="2097" y="460"/>
                        <a:pt x="2111" y="453"/>
                      </a:cubicBezTo>
                      <a:cubicBezTo>
                        <a:pt x="2692" y="149"/>
                        <a:pt x="2692" y="149"/>
                        <a:pt x="3002" y="124"/>
                      </a:cubicBezTo>
                      <a:cubicBezTo>
                        <a:pt x="3052" y="117"/>
                        <a:pt x="3052" y="117"/>
                        <a:pt x="3091" y="78"/>
                      </a:cubicBezTo>
                      <a:cubicBezTo>
                        <a:pt x="3134" y="74"/>
                        <a:pt x="3134" y="74"/>
                        <a:pt x="3188" y="74"/>
                      </a:cubicBezTo>
                      <a:cubicBezTo>
                        <a:pt x="3208" y="74"/>
                        <a:pt x="3227" y="75"/>
                        <a:pt x="3247" y="75"/>
                      </a:cubicBezTo>
                      <a:cubicBezTo>
                        <a:pt x="3267" y="75"/>
                        <a:pt x="3288" y="75"/>
                        <a:pt x="3308" y="76"/>
                      </a:cubicBezTo>
                      <a:cubicBezTo>
                        <a:pt x="3328" y="76"/>
                        <a:pt x="3349" y="76"/>
                        <a:pt x="3369" y="76"/>
                      </a:cubicBezTo>
                      <a:cubicBezTo>
                        <a:pt x="3420" y="77"/>
                        <a:pt x="3470" y="77"/>
                        <a:pt x="3520" y="78"/>
                      </a:cubicBezTo>
                      <a:cubicBezTo>
                        <a:pt x="3520" y="52"/>
                        <a:pt x="3520" y="27"/>
                        <a:pt x="3520" y="0"/>
                      </a:cubicBezTo>
                      <a:close/>
                      <a:moveTo>
                        <a:pt x="3364" y="547"/>
                      </a:moveTo>
                      <a:cubicBezTo>
                        <a:pt x="3364" y="573"/>
                        <a:pt x="3364" y="598"/>
                        <a:pt x="3364" y="625"/>
                      </a:cubicBezTo>
                      <a:cubicBezTo>
                        <a:pt x="3261" y="625"/>
                        <a:pt x="3158" y="625"/>
                        <a:pt x="3052" y="625"/>
                      </a:cubicBezTo>
                      <a:cubicBezTo>
                        <a:pt x="3052" y="651"/>
                        <a:pt x="3052" y="677"/>
                        <a:pt x="3052" y="703"/>
                      </a:cubicBezTo>
                      <a:cubicBezTo>
                        <a:pt x="2974" y="703"/>
                        <a:pt x="2897" y="703"/>
                        <a:pt x="2817" y="703"/>
                      </a:cubicBezTo>
                      <a:cubicBezTo>
                        <a:pt x="2817" y="729"/>
                        <a:pt x="2817" y="755"/>
                        <a:pt x="2817" y="781"/>
                      </a:cubicBezTo>
                      <a:cubicBezTo>
                        <a:pt x="2740" y="781"/>
                        <a:pt x="2663" y="781"/>
                        <a:pt x="2583" y="781"/>
                      </a:cubicBezTo>
                      <a:cubicBezTo>
                        <a:pt x="2583" y="807"/>
                        <a:pt x="2583" y="833"/>
                        <a:pt x="2583" y="859"/>
                      </a:cubicBezTo>
                      <a:cubicBezTo>
                        <a:pt x="2531" y="859"/>
                        <a:pt x="2480" y="859"/>
                        <a:pt x="2427" y="859"/>
                      </a:cubicBezTo>
                      <a:cubicBezTo>
                        <a:pt x="2427" y="885"/>
                        <a:pt x="2427" y="911"/>
                        <a:pt x="2427" y="938"/>
                      </a:cubicBezTo>
                      <a:cubicBezTo>
                        <a:pt x="2375" y="938"/>
                        <a:pt x="2323" y="938"/>
                        <a:pt x="2270" y="938"/>
                      </a:cubicBezTo>
                      <a:cubicBezTo>
                        <a:pt x="2270" y="963"/>
                        <a:pt x="2270" y="989"/>
                        <a:pt x="2270" y="1016"/>
                      </a:cubicBezTo>
                      <a:cubicBezTo>
                        <a:pt x="2245" y="1016"/>
                        <a:pt x="2219" y="1016"/>
                        <a:pt x="2192" y="1016"/>
                      </a:cubicBezTo>
                      <a:cubicBezTo>
                        <a:pt x="2192" y="1041"/>
                        <a:pt x="2192" y="1067"/>
                        <a:pt x="2192" y="1094"/>
                      </a:cubicBezTo>
                      <a:cubicBezTo>
                        <a:pt x="2141" y="1094"/>
                        <a:pt x="2089" y="1094"/>
                        <a:pt x="2036" y="1094"/>
                      </a:cubicBezTo>
                      <a:cubicBezTo>
                        <a:pt x="2036" y="1120"/>
                        <a:pt x="2036" y="1145"/>
                        <a:pt x="2036" y="1172"/>
                      </a:cubicBezTo>
                      <a:cubicBezTo>
                        <a:pt x="2010" y="1172"/>
                        <a:pt x="1984" y="1172"/>
                        <a:pt x="1958" y="1172"/>
                      </a:cubicBezTo>
                      <a:cubicBezTo>
                        <a:pt x="1958" y="1198"/>
                        <a:pt x="1958" y="1223"/>
                        <a:pt x="1958" y="1250"/>
                      </a:cubicBezTo>
                      <a:cubicBezTo>
                        <a:pt x="1932" y="1250"/>
                        <a:pt x="1906" y="1250"/>
                        <a:pt x="1880" y="1250"/>
                      </a:cubicBezTo>
                      <a:cubicBezTo>
                        <a:pt x="1880" y="1276"/>
                        <a:pt x="1880" y="1302"/>
                        <a:pt x="1880" y="1328"/>
                      </a:cubicBezTo>
                      <a:cubicBezTo>
                        <a:pt x="1854" y="1328"/>
                        <a:pt x="1828" y="1328"/>
                        <a:pt x="1802" y="1328"/>
                      </a:cubicBezTo>
                      <a:cubicBezTo>
                        <a:pt x="1802" y="1354"/>
                        <a:pt x="1802" y="1380"/>
                        <a:pt x="1802" y="1406"/>
                      </a:cubicBezTo>
                      <a:cubicBezTo>
                        <a:pt x="1750" y="1406"/>
                        <a:pt x="1698" y="1406"/>
                        <a:pt x="1645" y="1406"/>
                      </a:cubicBezTo>
                      <a:cubicBezTo>
                        <a:pt x="1645" y="1432"/>
                        <a:pt x="1645" y="1458"/>
                        <a:pt x="1645" y="1484"/>
                      </a:cubicBezTo>
                      <a:cubicBezTo>
                        <a:pt x="1620" y="1484"/>
                        <a:pt x="1594" y="1484"/>
                        <a:pt x="1567" y="1484"/>
                      </a:cubicBezTo>
                      <a:cubicBezTo>
                        <a:pt x="1567" y="1510"/>
                        <a:pt x="1567" y="1536"/>
                        <a:pt x="1567" y="1562"/>
                      </a:cubicBezTo>
                      <a:cubicBezTo>
                        <a:pt x="1541" y="1562"/>
                        <a:pt x="1516" y="1562"/>
                        <a:pt x="1489" y="1562"/>
                      </a:cubicBezTo>
                      <a:cubicBezTo>
                        <a:pt x="1489" y="1588"/>
                        <a:pt x="1489" y="1614"/>
                        <a:pt x="1489" y="1641"/>
                      </a:cubicBezTo>
                      <a:cubicBezTo>
                        <a:pt x="1463" y="1641"/>
                        <a:pt x="1438" y="1641"/>
                        <a:pt x="1411" y="1641"/>
                      </a:cubicBezTo>
                      <a:cubicBezTo>
                        <a:pt x="1411" y="1692"/>
                        <a:pt x="1411" y="1744"/>
                        <a:pt x="1411" y="1797"/>
                      </a:cubicBezTo>
                      <a:cubicBezTo>
                        <a:pt x="1385" y="1797"/>
                        <a:pt x="1359" y="1797"/>
                        <a:pt x="1333" y="1797"/>
                      </a:cubicBezTo>
                      <a:cubicBezTo>
                        <a:pt x="1333" y="1823"/>
                        <a:pt x="1333" y="1848"/>
                        <a:pt x="1333" y="1875"/>
                      </a:cubicBezTo>
                      <a:cubicBezTo>
                        <a:pt x="1307" y="1875"/>
                        <a:pt x="1281" y="1875"/>
                        <a:pt x="1255" y="1875"/>
                      </a:cubicBezTo>
                      <a:cubicBezTo>
                        <a:pt x="1255" y="1901"/>
                        <a:pt x="1255" y="1927"/>
                        <a:pt x="1255" y="1953"/>
                      </a:cubicBezTo>
                      <a:cubicBezTo>
                        <a:pt x="1229" y="1953"/>
                        <a:pt x="1203" y="1953"/>
                        <a:pt x="1177" y="1953"/>
                      </a:cubicBezTo>
                      <a:cubicBezTo>
                        <a:pt x="1177" y="2005"/>
                        <a:pt x="1177" y="2056"/>
                        <a:pt x="1177" y="2109"/>
                      </a:cubicBezTo>
                      <a:cubicBezTo>
                        <a:pt x="1151" y="2109"/>
                        <a:pt x="1125" y="2109"/>
                        <a:pt x="1098" y="2109"/>
                      </a:cubicBezTo>
                      <a:cubicBezTo>
                        <a:pt x="1098" y="2135"/>
                        <a:pt x="1098" y="2161"/>
                        <a:pt x="1098" y="2188"/>
                      </a:cubicBezTo>
                      <a:cubicBezTo>
                        <a:pt x="1073" y="2188"/>
                        <a:pt x="1047" y="2188"/>
                        <a:pt x="1020" y="2188"/>
                      </a:cubicBezTo>
                      <a:cubicBezTo>
                        <a:pt x="1020" y="2239"/>
                        <a:pt x="1020" y="2291"/>
                        <a:pt x="1020" y="2344"/>
                      </a:cubicBezTo>
                      <a:cubicBezTo>
                        <a:pt x="995" y="2344"/>
                        <a:pt x="969" y="2344"/>
                        <a:pt x="942" y="2344"/>
                      </a:cubicBezTo>
                      <a:cubicBezTo>
                        <a:pt x="942" y="2395"/>
                        <a:pt x="942" y="2447"/>
                        <a:pt x="942" y="2500"/>
                      </a:cubicBezTo>
                      <a:cubicBezTo>
                        <a:pt x="916" y="2500"/>
                        <a:pt x="891" y="2500"/>
                        <a:pt x="864" y="2500"/>
                      </a:cubicBezTo>
                      <a:cubicBezTo>
                        <a:pt x="864" y="2552"/>
                        <a:pt x="864" y="2603"/>
                        <a:pt x="864" y="2656"/>
                      </a:cubicBezTo>
                      <a:cubicBezTo>
                        <a:pt x="838" y="2656"/>
                        <a:pt x="812" y="2656"/>
                        <a:pt x="786" y="2656"/>
                      </a:cubicBezTo>
                      <a:cubicBezTo>
                        <a:pt x="786" y="2734"/>
                        <a:pt x="786" y="2811"/>
                        <a:pt x="786" y="2891"/>
                      </a:cubicBezTo>
                      <a:cubicBezTo>
                        <a:pt x="760" y="2891"/>
                        <a:pt x="734" y="2891"/>
                        <a:pt x="708" y="2891"/>
                      </a:cubicBezTo>
                      <a:cubicBezTo>
                        <a:pt x="708" y="2968"/>
                        <a:pt x="708" y="3045"/>
                        <a:pt x="708" y="3125"/>
                      </a:cubicBezTo>
                      <a:cubicBezTo>
                        <a:pt x="682" y="3125"/>
                        <a:pt x="656" y="3125"/>
                        <a:pt x="630" y="3125"/>
                      </a:cubicBezTo>
                      <a:cubicBezTo>
                        <a:pt x="630" y="3228"/>
                        <a:pt x="630" y="3331"/>
                        <a:pt x="630" y="3438"/>
                      </a:cubicBezTo>
                      <a:cubicBezTo>
                        <a:pt x="604" y="3438"/>
                        <a:pt x="578" y="3438"/>
                        <a:pt x="552" y="3438"/>
                      </a:cubicBezTo>
                      <a:cubicBezTo>
                        <a:pt x="552" y="3798"/>
                        <a:pt x="552" y="4159"/>
                        <a:pt x="552" y="4531"/>
                      </a:cubicBezTo>
                      <a:cubicBezTo>
                        <a:pt x="577" y="4531"/>
                        <a:pt x="603" y="4531"/>
                        <a:pt x="630" y="4531"/>
                      </a:cubicBezTo>
                      <a:cubicBezTo>
                        <a:pt x="630" y="4660"/>
                        <a:pt x="630" y="4789"/>
                        <a:pt x="630" y="4922"/>
                      </a:cubicBezTo>
                      <a:cubicBezTo>
                        <a:pt x="655" y="4922"/>
                        <a:pt x="681" y="4922"/>
                        <a:pt x="708" y="4922"/>
                      </a:cubicBezTo>
                      <a:cubicBezTo>
                        <a:pt x="708" y="4999"/>
                        <a:pt x="708" y="5077"/>
                        <a:pt x="708" y="5156"/>
                      </a:cubicBezTo>
                      <a:cubicBezTo>
                        <a:pt x="734" y="5156"/>
                        <a:pt x="759" y="5156"/>
                        <a:pt x="786" y="5156"/>
                      </a:cubicBezTo>
                      <a:cubicBezTo>
                        <a:pt x="786" y="5234"/>
                        <a:pt x="786" y="5311"/>
                        <a:pt x="786" y="5391"/>
                      </a:cubicBezTo>
                      <a:cubicBezTo>
                        <a:pt x="812" y="5391"/>
                        <a:pt x="838" y="5391"/>
                        <a:pt x="864" y="5391"/>
                      </a:cubicBezTo>
                      <a:cubicBezTo>
                        <a:pt x="864" y="5442"/>
                        <a:pt x="864" y="5494"/>
                        <a:pt x="864" y="5547"/>
                      </a:cubicBezTo>
                      <a:cubicBezTo>
                        <a:pt x="890" y="5547"/>
                        <a:pt x="916" y="5547"/>
                        <a:pt x="942" y="5547"/>
                      </a:cubicBezTo>
                      <a:cubicBezTo>
                        <a:pt x="942" y="5598"/>
                        <a:pt x="942" y="5650"/>
                        <a:pt x="942" y="5703"/>
                      </a:cubicBezTo>
                      <a:cubicBezTo>
                        <a:pt x="968" y="5703"/>
                        <a:pt x="994" y="5703"/>
                        <a:pt x="1020" y="5703"/>
                      </a:cubicBezTo>
                      <a:cubicBezTo>
                        <a:pt x="1020" y="5729"/>
                        <a:pt x="1020" y="5755"/>
                        <a:pt x="1020" y="5781"/>
                      </a:cubicBezTo>
                      <a:cubicBezTo>
                        <a:pt x="1046" y="5781"/>
                        <a:pt x="1072" y="5781"/>
                        <a:pt x="1098" y="5781"/>
                      </a:cubicBezTo>
                      <a:cubicBezTo>
                        <a:pt x="1098" y="5833"/>
                        <a:pt x="1098" y="5884"/>
                        <a:pt x="1098" y="5938"/>
                      </a:cubicBezTo>
                      <a:cubicBezTo>
                        <a:pt x="1124" y="5938"/>
                        <a:pt x="1150" y="5938"/>
                        <a:pt x="1177" y="5938"/>
                      </a:cubicBezTo>
                      <a:cubicBezTo>
                        <a:pt x="1177" y="5963"/>
                        <a:pt x="1177" y="5989"/>
                        <a:pt x="1177" y="6016"/>
                      </a:cubicBezTo>
                      <a:cubicBezTo>
                        <a:pt x="1202" y="6016"/>
                        <a:pt x="1228" y="6016"/>
                        <a:pt x="1255" y="6016"/>
                      </a:cubicBezTo>
                      <a:cubicBezTo>
                        <a:pt x="1255" y="6067"/>
                        <a:pt x="1255" y="6119"/>
                        <a:pt x="1255" y="6172"/>
                      </a:cubicBezTo>
                      <a:cubicBezTo>
                        <a:pt x="1280" y="6172"/>
                        <a:pt x="1306" y="6172"/>
                        <a:pt x="1333" y="6172"/>
                      </a:cubicBezTo>
                      <a:cubicBezTo>
                        <a:pt x="1333" y="6198"/>
                        <a:pt x="1333" y="6223"/>
                        <a:pt x="1333" y="6250"/>
                      </a:cubicBezTo>
                      <a:cubicBezTo>
                        <a:pt x="1359" y="6250"/>
                        <a:pt x="1384" y="6250"/>
                        <a:pt x="1411" y="6250"/>
                      </a:cubicBezTo>
                      <a:cubicBezTo>
                        <a:pt x="1411" y="6276"/>
                        <a:pt x="1411" y="6302"/>
                        <a:pt x="1411" y="6328"/>
                      </a:cubicBezTo>
                      <a:cubicBezTo>
                        <a:pt x="1437" y="6328"/>
                        <a:pt x="1463" y="6328"/>
                        <a:pt x="1489" y="6328"/>
                      </a:cubicBezTo>
                      <a:cubicBezTo>
                        <a:pt x="1489" y="6354"/>
                        <a:pt x="1489" y="6380"/>
                        <a:pt x="1489" y="6406"/>
                      </a:cubicBezTo>
                      <a:cubicBezTo>
                        <a:pt x="1515" y="6406"/>
                        <a:pt x="1541" y="6406"/>
                        <a:pt x="1567" y="6406"/>
                      </a:cubicBezTo>
                      <a:cubicBezTo>
                        <a:pt x="1567" y="6432"/>
                        <a:pt x="1567" y="6458"/>
                        <a:pt x="1567" y="6484"/>
                      </a:cubicBezTo>
                      <a:cubicBezTo>
                        <a:pt x="1593" y="6484"/>
                        <a:pt x="1619" y="6484"/>
                        <a:pt x="1645" y="6484"/>
                      </a:cubicBezTo>
                      <a:cubicBezTo>
                        <a:pt x="1645" y="6510"/>
                        <a:pt x="1645" y="6536"/>
                        <a:pt x="1645" y="6562"/>
                      </a:cubicBezTo>
                      <a:cubicBezTo>
                        <a:pt x="1671" y="6562"/>
                        <a:pt x="1697" y="6562"/>
                        <a:pt x="1723" y="6562"/>
                      </a:cubicBezTo>
                      <a:cubicBezTo>
                        <a:pt x="1723" y="6588"/>
                        <a:pt x="1723" y="6614"/>
                        <a:pt x="1723" y="6641"/>
                      </a:cubicBezTo>
                      <a:cubicBezTo>
                        <a:pt x="1749" y="6641"/>
                        <a:pt x="1775" y="6641"/>
                        <a:pt x="1802" y="6641"/>
                      </a:cubicBezTo>
                      <a:cubicBezTo>
                        <a:pt x="1802" y="6666"/>
                        <a:pt x="1802" y="6692"/>
                        <a:pt x="1802" y="6719"/>
                      </a:cubicBezTo>
                      <a:cubicBezTo>
                        <a:pt x="1853" y="6719"/>
                        <a:pt x="1905" y="6719"/>
                        <a:pt x="1958" y="6719"/>
                      </a:cubicBezTo>
                      <a:cubicBezTo>
                        <a:pt x="1958" y="6745"/>
                        <a:pt x="1958" y="6770"/>
                        <a:pt x="1958" y="6797"/>
                      </a:cubicBezTo>
                      <a:cubicBezTo>
                        <a:pt x="1984" y="6797"/>
                        <a:pt x="2009" y="6797"/>
                        <a:pt x="2036" y="6797"/>
                      </a:cubicBezTo>
                      <a:cubicBezTo>
                        <a:pt x="2036" y="6823"/>
                        <a:pt x="2036" y="6848"/>
                        <a:pt x="2036" y="6875"/>
                      </a:cubicBezTo>
                      <a:cubicBezTo>
                        <a:pt x="2088" y="6875"/>
                        <a:pt x="2139" y="6875"/>
                        <a:pt x="2192" y="6875"/>
                      </a:cubicBezTo>
                      <a:cubicBezTo>
                        <a:pt x="2192" y="6901"/>
                        <a:pt x="2192" y="6927"/>
                        <a:pt x="2192" y="6953"/>
                      </a:cubicBezTo>
                      <a:cubicBezTo>
                        <a:pt x="2218" y="6953"/>
                        <a:pt x="2244" y="6953"/>
                        <a:pt x="2270" y="6953"/>
                      </a:cubicBezTo>
                      <a:cubicBezTo>
                        <a:pt x="2270" y="6979"/>
                        <a:pt x="2270" y="7005"/>
                        <a:pt x="2270" y="7031"/>
                      </a:cubicBezTo>
                      <a:cubicBezTo>
                        <a:pt x="2322" y="7031"/>
                        <a:pt x="2373" y="7031"/>
                        <a:pt x="2427" y="7031"/>
                      </a:cubicBezTo>
                      <a:cubicBezTo>
                        <a:pt x="2427" y="7057"/>
                        <a:pt x="2427" y="7083"/>
                        <a:pt x="2427" y="7109"/>
                      </a:cubicBezTo>
                      <a:cubicBezTo>
                        <a:pt x="2478" y="7109"/>
                        <a:pt x="2530" y="7109"/>
                        <a:pt x="2583" y="7109"/>
                      </a:cubicBezTo>
                      <a:cubicBezTo>
                        <a:pt x="2583" y="7135"/>
                        <a:pt x="2583" y="7161"/>
                        <a:pt x="2583" y="7188"/>
                      </a:cubicBezTo>
                      <a:cubicBezTo>
                        <a:pt x="2634" y="7188"/>
                        <a:pt x="2686" y="7188"/>
                        <a:pt x="2739" y="7188"/>
                      </a:cubicBezTo>
                      <a:cubicBezTo>
                        <a:pt x="2739" y="7213"/>
                        <a:pt x="2739" y="7239"/>
                        <a:pt x="2739" y="7266"/>
                      </a:cubicBezTo>
                      <a:cubicBezTo>
                        <a:pt x="2816" y="7266"/>
                        <a:pt x="2894" y="7266"/>
                        <a:pt x="2973" y="7266"/>
                      </a:cubicBezTo>
                      <a:cubicBezTo>
                        <a:pt x="2973" y="7291"/>
                        <a:pt x="2973" y="7317"/>
                        <a:pt x="2973" y="7344"/>
                      </a:cubicBezTo>
                      <a:cubicBezTo>
                        <a:pt x="3077" y="7344"/>
                        <a:pt x="3180" y="7344"/>
                        <a:pt x="3286" y="7344"/>
                      </a:cubicBezTo>
                      <a:cubicBezTo>
                        <a:pt x="3286" y="7370"/>
                        <a:pt x="3286" y="7395"/>
                        <a:pt x="3286" y="7422"/>
                      </a:cubicBezTo>
                      <a:cubicBezTo>
                        <a:pt x="3492" y="7422"/>
                        <a:pt x="3698" y="7422"/>
                        <a:pt x="3911" y="7422"/>
                      </a:cubicBezTo>
                      <a:cubicBezTo>
                        <a:pt x="3911" y="7448"/>
                        <a:pt x="3911" y="7473"/>
                        <a:pt x="3911" y="7500"/>
                      </a:cubicBezTo>
                      <a:cubicBezTo>
                        <a:pt x="4014" y="7500"/>
                        <a:pt x="4117" y="7500"/>
                        <a:pt x="4223" y="7500"/>
                      </a:cubicBezTo>
                      <a:cubicBezTo>
                        <a:pt x="4223" y="7474"/>
                        <a:pt x="4223" y="7448"/>
                        <a:pt x="4223" y="7422"/>
                      </a:cubicBezTo>
                      <a:cubicBezTo>
                        <a:pt x="4404" y="7422"/>
                        <a:pt x="4584" y="7422"/>
                        <a:pt x="4770" y="7422"/>
                      </a:cubicBezTo>
                      <a:cubicBezTo>
                        <a:pt x="4770" y="7396"/>
                        <a:pt x="4770" y="7370"/>
                        <a:pt x="4770" y="7344"/>
                      </a:cubicBezTo>
                      <a:cubicBezTo>
                        <a:pt x="4873" y="7344"/>
                        <a:pt x="4977" y="7344"/>
                        <a:pt x="5083" y="7344"/>
                      </a:cubicBezTo>
                      <a:cubicBezTo>
                        <a:pt x="5083" y="7318"/>
                        <a:pt x="5083" y="7292"/>
                        <a:pt x="5083" y="7266"/>
                      </a:cubicBezTo>
                      <a:cubicBezTo>
                        <a:pt x="5160" y="7266"/>
                        <a:pt x="5238" y="7266"/>
                        <a:pt x="5317" y="7266"/>
                      </a:cubicBezTo>
                      <a:cubicBezTo>
                        <a:pt x="5317" y="7240"/>
                        <a:pt x="5317" y="7214"/>
                        <a:pt x="5317" y="7188"/>
                      </a:cubicBezTo>
                      <a:cubicBezTo>
                        <a:pt x="5369" y="7188"/>
                        <a:pt x="5420" y="7188"/>
                        <a:pt x="5473" y="7188"/>
                      </a:cubicBezTo>
                      <a:cubicBezTo>
                        <a:pt x="5473" y="7162"/>
                        <a:pt x="5473" y="7136"/>
                        <a:pt x="5473" y="7109"/>
                      </a:cubicBezTo>
                      <a:cubicBezTo>
                        <a:pt x="5525" y="7109"/>
                        <a:pt x="5577" y="7109"/>
                        <a:pt x="5630" y="7109"/>
                      </a:cubicBezTo>
                      <a:cubicBezTo>
                        <a:pt x="5630" y="7084"/>
                        <a:pt x="5630" y="7058"/>
                        <a:pt x="5630" y="7031"/>
                      </a:cubicBezTo>
                      <a:cubicBezTo>
                        <a:pt x="5681" y="7031"/>
                        <a:pt x="5733" y="7031"/>
                        <a:pt x="5786" y="7031"/>
                      </a:cubicBezTo>
                      <a:cubicBezTo>
                        <a:pt x="5786" y="7005"/>
                        <a:pt x="5786" y="6980"/>
                        <a:pt x="5786" y="6953"/>
                      </a:cubicBezTo>
                      <a:cubicBezTo>
                        <a:pt x="5838" y="6953"/>
                        <a:pt x="5889" y="6953"/>
                        <a:pt x="5942" y="6953"/>
                      </a:cubicBezTo>
                      <a:cubicBezTo>
                        <a:pt x="5942" y="6927"/>
                        <a:pt x="5942" y="6902"/>
                        <a:pt x="5942" y="6875"/>
                      </a:cubicBezTo>
                      <a:cubicBezTo>
                        <a:pt x="5968" y="6875"/>
                        <a:pt x="5994" y="6875"/>
                        <a:pt x="6020" y="6875"/>
                      </a:cubicBezTo>
                      <a:cubicBezTo>
                        <a:pt x="6020" y="6849"/>
                        <a:pt x="6020" y="6823"/>
                        <a:pt x="6020" y="6797"/>
                      </a:cubicBezTo>
                      <a:cubicBezTo>
                        <a:pt x="6072" y="6797"/>
                        <a:pt x="6123" y="6797"/>
                        <a:pt x="6177" y="6797"/>
                      </a:cubicBezTo>
                      <a:cubicBezTo>
                        <a:pt x="6177" y="6771"/>
                        <a:pt x="6177" y="6745"/>
                        <a:pt x="6177" y="6719"/>
                      </a:cubicBezTo>
                      <a:cubicBezTo>
                        <a:pt x="6202" y="6719"/>
                        <a:pt x="6228" y="6719"/>
                        <a:pt x="6255" y="6719"/>
                      </a:cubicBezTo>
                      <a:cubicBezTo>
                        <a:pt x="6255" y="6693"/>
                        <a:pt x="6255" y="6667"/>
                        <a:pt x="6255" y="6641"/>
                      </a:cubicBezTo>
                      <a:cubicBezTo>
                        <a:pt x="6280" y="6641"/>
                        <a:pt x="6306" y="6641"/>
                        <a:pt x="6333" y="6641"/>
                      </a:cubicBezTo>
                      <a:cubicBezTo>
                        <a:pt x="6333" y="6615"/>
                        <a:pt x="6333" y="6589"/>
                        <a:pt x="6333" y="6562"/>
                      </a:cubicBezTo>
                      <a:cubicBezTo>
                        <a:pt x="6359" y="6562"/>
                        <a:pt x="6384" y="6562"/>
                        <a:pt x="6411" y="6562"/>
                      </a:cubicBezTo>
                      <a:cubicBezTo>
                        <a:pt x="6411" y="6537"/>
                        <a:pt x="6411" y="6511"/>
                        <a:pt x="6411" y="6484"/>
                      </a:cubicBezTo>
                      <a:cubicBezTo>
                        <a:pt x="6437" y="6484"/>
                        <a:pt x="6463" y="6484"/>
                        <a:pt x="6489" y="6484"/>
                      </a:cubicBezTo>
                      <a:cubicBezTo>
                        <a:pt x="6489" y="6459"/>
                        <a:pt x="6489" y="6433"/>
                        <a:pt x="6489" y="6406"/>
                      </a:cubicBezTo>
                      <a:cubicBezTo>
                        <a:pt x="6515" y="6406"/>
                        <a:pt x="6541" y="6406"/>
                        <a:pt x="6567" y="6406"/>
                      </a:cubicBezTo>
                      <a:cubicBezTo>
                        <a:pt x="6567" y="6380"/>
                        <a:pt x="6567" y="6355"/>
                        <a:pt x="6567" y="6328"/>
                      </a:cubicBezTo>
                      <a:cubicBezTo>
                        <a:pt x="6593" y="6328"/>
                        <a:pt x="6619" y="6328"/>
                        <a:pt x="6645" y="6328"/>
                      </a:cubicBezTo>
                      <a:cubicBezTo>
                        <a:pt x="6645" y="6302"/>
                        <a:pt x="6645" y="6277"/>
                        <a:pt x="6645" y="6250"/>
                      </a:cubicBezTo>
                      <a:cubicBezTo>
                        <a:pt x="6671" y="6250"/>
                        <a:pt x="6697" y="6250"/>
                        <a:pt x="6723" y="6250"/>
                      </a:cubicBezTo>
                      <a:cubicBezTo>
                        <a:pt x="6723" y="6224"/>
                        <a:pt x="6723" y="6198"/>
                        <a:pt x="6723" y="6172"/>
                      </a:cubicBezTo>
                      <a:cubicBezTo>
                        <a:pt x="6749" y="6172"/>
                        <a:pt x="6775" y="6172"/>
                        <a:pt x="6802" y="6172"/>
                      </a:cubicBezTo>
                      <a:cubicBezTo>
                        <a:pt x="6802" y="6146"/>
                        <a:pt x="6802" y="6120"/>
                        <a:pt x="6802" y="6094"/>
                      </a:cubicBezTo>
                      <a:cubicBezTo>
                        <a:pt x="6827" y="6094"/>
                        <a:pt x="6853" y="6094"/>
                        <a:pt x="6880" y="6094"/>
                      </a:cubicBezTo>
                      <a:cubicBezTo>
                        <a:pt x="6880" y="6042"/>
                        <a:pt x="6880" y="5991"/>
                        <a:pt x="6880" y="5938"/>
                      </a:cubicBezTo>
                      <a:cubicBezTo>
                        <a:pt x="6905" y="5938"/>
                        <a:pt x="6931" y="5938"/>
                        <a:pt x="6958" y="5938"/>
                      </a:cubicBezTo>
                      <a:cubicBezTo>
                        <a:pt x="6958" y="5912"/>
                        <a:pt x="6958" y="5886"/>
                        <a:pt x="6958" y="5859"/>
                      </a:cubicBezTo>
                      <a:cubicBezTo>
                        <a:pt x="6984" y="5859"/>
                        <a:pt x="7009" y="5859"/>
                        <a:pt x="7036" y="5859"/>
                      </a:cubicBezTo>
                      <a:cubicBezTo>
                        <a:pt x="7036" y="5808"/>
                        <a:pt x="7036" y="5756"/>
                        <a:pt x="7036" y="5703"/>
                      </a:cubicBezTo>
                      <a:cubicBezTo>
                        <a:pt x="7062" y="5703"/>
                        <a:pt x="7088" y="5703"/>
                        <a:pt x="7114" y="5703"/>
                      </a:cubicBezTo>
                      <a:cubicBezTo>
                        <a:pt x="7114" y="5652"/>
                        <a:pt x="7114" y="5600"/>
                        <a:pt x="7114" y="5547"/>
                      </a:cubicBezTo>
                      <a:cubicBezTo>
                        <a:pt x="7140" y="5547"/>
                        <a:pt x="7166" y="5547"/>
                        <a:pt x="7192" y="5547"/>
                      </a:cubicBezTo>
                      <a:cubicBezTo>
                        <a:pt x="7192" y="5495"/>
                        <a:pt x="7192" y="5444"/>
                        <a:pt x="7192" y="5391"/>
                      </a:cubicBezTo>
                      <a:cubicBezTo>
                        <a:pt x="7218" y="5391"/>
                        <a:pt x="7244" y="5391"/>
                        <a:pt x="7270" y="5391"/>
                      </a:cubicBezTo>
                      <a:cubicBezTo>
                        <a:pt x="7270" y="5339"/>
                        <a:pt x="7270" y="5288"/>
                        <a:pt x="7270" y="5234"/>
                      </a:cubicBezTo>
                      <a:cubicBezTo>
                        <a:pt x="7296" y="5234"/>
                        <a:pt x="7322" y="5234"/>
                        <a:pt x="7348" y="5234"/>
                      </a:cubicBezTo>
                      <a:cubicBezTo>
                        <a:pt x="7348" y="5157"/>
                        <a:pt x="7348" y="5080"/>
                        <a:pt x="7348" y="5000"/>
                      </a:cubicBezTo>
                      <a:cubicBezTo>
                        <a:pt x="7374" y="5000"/>
                        <a:pt x="7400" y="5000"/>
                        <a:pt x="7427" y="5000"/>
                      </a:cubicBezTo>
                      <a:cubicBezTo>
                        <a:pt x="7427" y="4897"/>
                        <a:pt x="7427" y="4794"/>
                        <a:pt x="7427" y="4688"/>
                      </a:cubicBezTo>
                      <a:cubicBezTo>
                        <a:pt x="7452" y="4688"/>
                        <a:pt x="7478" y="4688"/>
                        <a:pt x="7505" y="4688"/>
                      </a:cubicBezTo>
                      <a:cubicBezTo>
                        <a:pt x="7505" y="4223"/>
                        <a:pt x="7505" y="3759"/>
                        <a:pt x="7505" y="3281"/>
                      </a:cubicBezTo>
                      <a:cubicBezTo>
                        <a:pt x="7479" y="3281"/>
                        <a:pt x="7453" y="3281"/>
                        <a:pt x="7427" y="3281"/>
                      </a:cubicBezTo>
                      <a:cubicBezTo>
                        <a:pt x="7427" y="3178"/>
                        <a:pt x="7427" y="3075"/>
                        <a:pt x="7427" y="2969"/>
                      </a:cubicBezTo>
                      <a:cubicBezTo>
                        <a:pt x="7401" y="2969"/>
                        <a:pt x="7375" y="2969"/>
                        <a:pt x="7348" y="2969"/>
                      </a:cubicBezTo>
                      <a:cubicBezTo>
                        <a:pt x="7348" y="2891"/>
                        <a:pt x="7348" y="2814"/>
                        <a:pt x="7348" y="2734"/>
                      </a:cubicBezTo>
                      <a:cubicBezTo>
                        <a:pt x="7323" y="2734"/>
                        <a:pt x="7297" y="2734"/>
                        <a:pt x="7270" y="2734"/>
                      </a:cubicBezTo>
                      <a:cubicBezTo>
                        <a:pt x="7270" y="2683"/>
                        <a:pt x="7270" y="2631"/>
                        <a:pt x="7270" y="2578"/>
                      </a:cubicBezTo>
                      <a:cubicBezTo>
                        <a:pt x="7245" y="2578"/>
                        <a:pt x="7219" y="2578"/>
                        <a:pt x="7192" y="2578"/>
                      </a:cubicBezTo>
                      <a:cubicBezTo>
                        <a:pt x="7192" y="2527"/>
                        <a:pt x="7192" y="2475"/>
                        <a:pt x="7192" y="2422"/>
                      </a:cubicBezTo>
                      <a:cubicBezTo>
                        <a:pt x="7166" y="2422"/>
                        <a:pt x="7141" y="2422"/>
                        <a:pt x="7114" y="2422"/>
                      </a:cubicBezTo>
                      <a:cubicBezTo>
                        <a:pt x="7114" y="2370"/>
                        <a:pt x="7114" y="2319"/>
                        <a:pt x="7114" y="2266"/>
                      </a:cubicBezTo>
                      <a:cubicBezTo>
                        <a:pt x="7088" y="2266"/>
                        <a:pt x="7062" y="2266"/>
                        <a:pt x="7036" y="2266"/>
                      </a:cubicBezTo>
                      <a:cubicBezTo>
                        <a:pt x="7036" y="2214"/>
                        <a:pt x="7036" y="2163"/>
                        <a:pt x="7036" y="2109"/>
                      </a:cubicBezTo>
                      <a:cubicBezTo>
                        <a:pt x="7010" y="2109"/>
                        <a:pt x="6984" y="2109"/>
                        <a:pt x="6958" y="2109"/>
                      </a:cubicBezTo>
                      <a:cubicBezTo>
                        <a:pt x="6958" y="2084"/>
                        <a:pt x="6958" y="2058"/>
                        <a:pt x="6958" y="2031"/>
                      </a:cubicBezTo>
                      <a:cubicBezTo>
                        <a:pt x="6932" y="2031"/>
                        <a:pt x="6906" y="2031"/>
                        <a:pt x="6880" y="2031"/>
                      </a:cubicBezTo>
                      <a:cubicBezTo>
                        <a:pt x="6880" y="1980"/>
                        <a:pt x="6880" y="1928"/>
                        <a:pt x="6880" y="1875"/>
                      </a:cubicBezTo>
                      <a:cubicBezTo>
                        <a:pt x="6854" y="1875"/>
                        <a:pt x="6828" y="1875"/>
                        <a:pt x="6802" y="1875"/>
                      </a:cubicBezTo>
                      <a:cubicBezTo>
                        <a:pt x="6802" y="1849"/>
                        <a:pt x="6802" y="1823"/>
                        <a:pt x="6802" y="1797"/>
                      </a:cubicBezTo>
                      <a:cubicBezTo>
                        <a:pt x="6776" y="1797"/>
                        <a:pt x="6750" y="1797"/>
                        <a:pt x="6723" y="1797"/>
                      </a:cubicBezTo>
                      <a:cubicBezTo>
                        <a:pt x="6723" y="1771"/>
                        <a:pt x="6723" y="1745"/>
                        <a:pt x="6723" y="1719"/>
                      </a:cubicBezTo>
                      <a:cubicBezTo>
                        <a:pt x="6698" y="1719"/>
                        <a:pt x="6672" y="1719"/>
                        <a:pt x="6645" y="1719"/>
                      </a:cubicBezTo>
                      <a:cubicBezTo>
                        <a:pt x="6645" y="1693"/>
                        <a:pt x="6645" y="1667"/>
                        <a:pt x="6645" y="1641"/>
                      </a:cubicBezTo>
                      <a:cubicBezTo>
                        <a:pt x="6620" y="1641"/>
                        <a:pt x="6594" y="1641"/>
                        <a:pt x="6567" y="1641"/>
                      </a:cubicBezTo>
                      <a:cubicBezTo>
                        <a:pt x="6567" y="1615"/>
                        <a:pt x="6567" y="1589"/>
                        <a:pt x="6567" y="1562"/>
                      </a:cubicBezTo>
                      <a:cubicBezTo>
                        <a:pt x="6541" y="1562"/>
                        <a:pt x="6516" y="1562"/>
                        <a:pt x="6489" y="1562"/>
                      </a:cubicBezTo>
                      <a:cubicBezTo>
                        <a:pt x="6489" y="1537"/>
                        <a:pt x="6489" y="1511"/>
                        <a:pt x="6489" y="1484"/>
                      </a:cubicBezTo>
                      <a:cubicBezTo>
                        <a:pt x="6463" y="1484"/>
                        <a:pt x="6438" y="1484"/>
                        <a:pt x="6411" y="1484"/>
                      </a:cubicBezTo>
                      <a:cubicBezTo>
                        <a:pt x="6411" y="1459"/>
                        <a:pt x="6411" y="1433"/>
                        <a:pt x="6411" y="1406"/>
                      </a:cubicBezTo>
                      <a:cubicBezTo>
                        <a:pt x="6385" y="1406"/>
                        <a:pt x="6359" y="1406"/>
                        <a:pt x="6333" y="1406"/>
                      </a:cubicBezTo>
                      <a:cubicBezTo>
                        <a:pt x="6333" y="1380"/>
                        <a:pt x="6333" y="1355"/>
                        <a:pt x="6333" y="1328"/>
                      </a:cubicBezTo>
                      <a:cubicBezTo>
                        <a:pt x="6307" y="1328"/>
                        <a:pt x="6281" y="1328"/>
                        <a:pt x="6255" y="1328"/>
                      </a:cubicBezTo>
                      <a:cubicBezTo>
                        <a:pt x="6255" y="1302"/>
                        <a:pt x="6255" y="1277"/>
                        <a:pt x="6255" y="1250"/>
                      </a:cubicBezTo>
                      <a:cubicBezTo>
                        <a:pt x="6229" y="1250"/>
                        <a:pt x="6203" y="1250"/>
                        <a:pt x="6177" y="1250"/>
                      </a:cubicBezTo>
                      <a:cubicBezTo>
                        <a:pt x="6177" y="1224"/>
                        <a:pt x="6177" y="1198"/>
                        <a:pt x="6177" y="1172"/>
                      </a:cubicBezTo>
                      <a:cubicBezTo>
                        <a:pt x="6125" y="1172"/>
                        <a:pt x="6073" y="1172"/>
                        <a:pt x="6020" y="1172"/>
                      </a:cubicBezTo>
                      <a:cubicBezTo>
                        <a:pt x="6020" y="1146"/>
                        <a:pt x="6020" y="1120"/>
                        <a:pt x="6020" y="1094"/>
                      </a:cubicBezTo>
                      <a:cubicBezTo>
                        <a:pt x="5995" y="1094"/>
                        <a:pt x="5969" y="1094"/>
                        <a:pt x="5942" y="1094"/>
                      </a:cubicBezTo>
                      <a:cubicBezTo>
                        <a:pt x="5942" y="1068"/>
                        <a:pt x="5942" y="1042"/>
                        <a:pt x="5942" y="1016"/>
                      </a:cubicBezTo>
                      <a:cubicBezTo>
                        <a:pt x="5891" y="1016"/>
                        <a:pt x="5839" y="1016"/>
                        <a:pt x="5786" y="1016"/>
                      </a:cubicBezTo>
                      <a:cubicBezTo>
                        <a:pt x="5786" y="990"/>
                        <a:pt x="5786" y="964"/>
                        <a:pt x="5786" y="938"/>
                      </a:cubicBezTo>
                      <a:cubicBezTo>
                        <a:pt x="5734" y="938"/>
                        <a:pt x="5683" y="938"/>
                        <a:pt x="5630" y="938"/>
                      </a:cubicBezTo>
                      <a:cubicBezTo>
                        <a:pt x="5630" y="912"/>
                        <a:pt x="5630" y="886"/>
                        <a:pt x="5630" y="859"/>
                      </a:cubicBezTo>
                      <a:cubicBezTo>
                        <a:pt x="5578" y="859"/>
                        <a:pt x="5527" y="859"/>
                        <a:pt x="5473" y="859"/>
                      </a:cubicBezTo>
                      <a:cubicBezTo>
                        <a:pt x="5473" y="834"/>
                        <a:pt x="5473" y="808"/>
                        <a:pt x="5473" y="781"/>
                      </a:cubicBezTo>
                      <a:cubicBezTo>
                        <a:pt x="5422" y="781"/>
                        <a:pt x="5370" y="781"/>
                        <a:pt x="5317" y="781"/>
                      </a:cubicBezTo>
                      <a:cubicBezTo>
                        <a:pt x="5317" y="755"/>
                        <a:pt x="5317" y="730"/>
                        <a:pt x="5317" y="703"/>
                      </a:cubicBezTo>
                      <a:cubicBezTo>
                        <a:pt x="5240" y="703"/>
                        <a:pt x="5163" y="703"/>
                        <a:pt x="5083" y="703"/>
                      </a:cubicBezTo>
                      <a:cubicBezTo>
                        <a:pt x="5083" y="677"/>
                        <a:pt x="5083" y="652"/>
                        <a:pt x="5083" y="625"/>
                      </a:cubicBezTo>
                      <a:cubicBezTo>
                        <a:pt x="4980" y="625"/>
                        <a:pt x="4877" y="625"/>
                        <a:pt x="4770" y="625"/>
                      </a:cubicBezTo>
                      <a:cubicBezTo>
                        <a:pt x="4770" y="599"/>
                        <a:pt x="4770" y="573"/>
                        <a:pt x="4770" y="547"/>
                      </a:cubicBezTo>
                      <a:cubicBezTo>
                        <a:pt x="4306" y="547"/>
                        <a:pt x="3842" y="547"/>
                        <a:pt x="3364" y="547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496" cap="flat">
                  <a:noFill/>
                </a:ln>
              </p:spPr>
            </p:sp>
            <p:sp>
              <p:nvSpPr>
                <p:cNvPr id="901" name="ICON_ACTION_EYE_path_006"/>
                <p:cNvSpPr/>
                <p:nvPr/>
              </p:nvSpPr>
              <p:spPr>
                <a:xfrm>
                  <a:off x="502047" y="5689203"/>
                  <a:ext cx="46633" cy="4663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672" h="3672" fill="norm" stroke="0">
                      <a:moveTo>
                        <a:pt x="1406" y="0"/>
                      </a:moveTo>
                      <a:cubicBezTo>
                        <a:pt x="1638" y="0"/>
                        <a:pt x="1870" y="0"/>
                        <a:pt x="2109" y="0"/>
                      </a:cubicBezTo>
                      <a:cubicBezTo>
                        <a:pt x="2109" y="26"/>
                        <a:pt x="2109" y="52"/>
                        <a:pt x="2109" y="78"/>
                      </a:cubicBezTo>
                      <a:cubicBezTo>
                        <a:pt x="2135" y="78"/>
                        <a:pt x="2161" y="78"/>
                        <a:pt x="2188" y="78"/>
                      </a:cubicBezTo>
                      <a:cubicBezTo>
                        <a:pt x="2191" y="228"/>
                        <a:pt x="2192" y="365"/>
                        <a:pt x="2153" y="510"/>
                      </a:cubicBezTo>
                      <a:cubicBezTo>
                        <a:pt x="2152" y="522"/>
                        <a:pt x="2150" y="534"/>
                        <a:pt x="2148" y="547"/>
                      </a:cubicBezTo>
                      <a:cubicBezTo>
                        <a:pt x="2155" y="553"/>
                        <a:pt x="2155" y="553"/>
                        <a:pt x="2188" y="586"/>
                      </a:cubicBezTo>
                      <a:cubicBezTo>
                        <a:pt x="2192" y="615"/>
                        <a:pt x="2192" y="615"/>
                        <a:pt x="2191" y="650"/>
                      </a:cubicBezTo>
                      <a:cubicBezTo>
                        <a:pt x="2191" y="662"/>
                        <a:pt x="2191" y="674"/>
                        <a:pt x="2191" y="687"/>
                      </a:cubicBezTo>
                      <a:cubicBezTo>
                        <a:pt x="2191" y="693"/>
                        <a:pt x="2191" y="693"/>
                        <a:pt x="2190" y="725"/>
                      </a:cubicBezTo>
                      <a:cubicBezTo>
                        <a:pt x="2190" y="738"/>
                        <a:pt x="2190" y="751"/>
                        <a:pt x="2189" y="764"/>
                      </a:cubicBezTo>
                      <a:cubicBezTo>
                        <a:pt x="2189" y="796"/>
                        <a:pt x="2188" y="828"/>
                        <a:pt x="2188" y="859"/>
                      </a:cubicBezTo>
                      <a:cubicBezTo>
                        <a:pt x="2213" y="859"/>
                        <a:pt x="2239" y="859"/>
                        <a:pt x="2266" y="859"/>
                      </a:cubicBezTo>
                      <a:cubicBezTo>
                        <a:pt x="2266" y="911"/>
                        <a:pt x="2266" y="962"/>
                        <a:pt x="2266" y="1016"/>
                      </a:cubicBezTo>
                      <a:cubicBezTo>
                        <a:pt x="2291" y="1016"/>
                        <a:pt x="2317" y="1016"/>
                        <a:pt x="2344" y="1016"/>
                      </a:cubicBezTo>
                      <a:cubicBezTo>
                        <a:pt x="2344" y="1041"/>
                        <a:pt x="2344" y="1067"/>
                        <a:pt x="2344" y="1094"/>
                      </a:cubicBezTo>
                      <a:cubicBezTo>
                        <a:pt x="2370" y="1094"/>
                        <a:pt x="2395" y="1094"/>
                        <a:pt x="2422" y="1094"/>
                      </a:cubicBezTo>
                      <a:cubicBezTo>
                        <a:pt x="2422" y="1120"/>
                        <a:pt x="2422" y="1145"/>
                        <a:pt x="2422" y="1172"/>
                      </a:cubicBezTo>
                      <a:cubicBezTo>
                        <a:pt x="2473" y="1172"/>
                        <a:pt x="2525" y="1172"/>
                        <a:pt x="2578" y="1172"/>
                      </a:cubicBezTo>
                      <a:cubicBezTo>
                        <a:pt x="2578" y="1198"/>
                        <a:pt x="2578" y="1223"/>
                        <a:pt x="2578" y="1250"/>
                      </a:cubicBezTo>
                      <a:cubicBezTo>
                        <a:pt x="2589" y="1252"/>
                        <a:pt x="2599" y="1254"/>
                        <a:pt x="2610" y="1257"/>
                      </a:cubicBezTo>
                      <a:cubicBezTo>
                        <a:pt x="2657" y="1266"/>
                        <a:pt x="2704" y="1277"/>
                        <a:pt x="2751" y="1287"/>
                      </a:cubicBezTo>
                      <a:cubicBezTo>
                        <a:pt x="2760" y="1288"/>
                        <a:pt x="2760" y="1288"/>
                        <a:pt x="2801" y="1297"/>
                      </a:cubicBezTo>
                      <a:cubicBezTo>
                        <a:pt x="2817" y="1300"/>
                        <a:pt x="2833" y="1304"/>
                        <a:pt x="2849" y="1307"/>
                      </a:cubicBezTo>
                      <a:cubicBezTo>
                        <a:pt x="2863" y="1310"/>
                        <a:pt x="2878" y="1313"/>
                        <a:pt x="2893" y="1317"/>
                      </a:cubicBezTo>
                      <a:cubicBezTo>
                        <a:pt x="2930" y="1328"/>
                        <a:pt x="2930" y="1328"/>
                        <a:pt x="2969" y="1367"/>
                      </a:cubicBezTo>
                      <a:cubicBezTo>
                        <a:pt x="3123" y="1394"/>
                        <a:pt x="3244" y="1360"/>
                        <a:pt x="3381" y="1292"/>
                      </a:cubicBezTo>
                      <a:cubicBezTo>
                        <a:pt x="3457" y="1254"/>
                        <a:pt x="3509" y="1244"/>
                        <a:pt x="3594" y="1250"/>
                      </a:cubicBezTo>
                      <a:cubicBezTo>
                        <a:pt x="3594" y="1276"/>
                        <a:pt x="3594" y="1302"/>
                        <a:pt x="3594" y="1328"/>
                      </a:cubicBezTo>
                      <a:cubicBezTo>
                        <a:pt x="3620" y="1328"/>
                        <a:pt x="3645" y="1328"/>
                        <a:pt x="3672" y="1328"/>
                      </a:cubicBezTo>
                      <a:cubicBezTo>
                        <a:pt x="3672" y="1637"/>
                        <a:pt x="3672" y="1947"/>
                        <a:pt x="3672" y="2266"/>
                      </a:cubicBezTo>
                      <a:cubicBezTo>
                        <a:pt x="3646" y="2266"/>
                        <a:pt x="3620" y="2266"/>
                        <a:pt x="3594" y="2266"/>
                      </a:cubicBezTo>
                      <a:cubicBezTo>
                        <a:pt x="3594" y="2343"/>
                        <a:pt x="3594" y="2420"/>
                        <a:pt x="3594" y="2500"/>
                      </a:cubicBezTo>
                      <a:cubicBezTo>
                        <a:pt x="3568" y="2500"/>
                        <a:pt x="3542" y="2500"/>
                        <a:pt x="3516" y="2500"/>
                      </a:cubicBezTo>
                      <a:cubicBezTo>
                        <a:pt x="3516" y="2552"/>
                        <a:pt x="3516" y="2603"/>
                        <a:pt x="3516" y="2656"/>
                      </a:cubicBezTo>
                      <a:cubicBezTo>
                        <a:pt x="3490" y="2656"/>
                        <a:pt x="3464" y="2656"/>
                        <a:pt x="3438" y="2656"/>
                      </a:cubicBezTo>
                      <a:cubicBezTo>
                        <a:pt x="3438" y="2708"/>
                        <a:pt x="3438" y="2759"/>
                        <a:pt x="3438" y="2812"/>
                      </a:cubicBezTo>
                      <a:cubicBezTo>
                        <a:pt x="3412" y="2812"/>
                        <a:pt x="3386" y="2812"/>
                        <a:pt x="3359" y="2812"/>
                      </a:cubicBezTo>
                      <a:cubicBezTo>
                        <a:pt x="3359" y="2838"/>
                        <a:pt x="3359" y="2864"/>
                        <a:pt x="3359" y="2891"/>
                      </a:cubicBezTo>
                      <a:cubicBezTo>
                        <a:pt x="3334" y="2891"/>
                        <a:pt x="3308" y="2891"/>
                        <a:pt x="3281" y="2891"/>
                      </a:cubicBezTo>
                      <a:cubicBezTo>
                        <a:pt x="3281" y="2942"/>
                        <a:pt x="3281" y="2994"/>
                        <a:pt x="3281" y="3047"/>
                      </a:cubicBezTo>
                      <a:cubicBezTo>
                        <a:pt x="3255" y="3047"/>
                        <a:pt x="3230" y="3047"/>
                        <a:pt x="3203" y="3047"/>
                      </a:cubicBezTo>
                      <a:cubicBezTo>
                        <a:pt x="3203" y="3073"/>
                        <a:pt x="3203" y="3098"/>
                        <a:pt x="3203" y="3125"/>
                      </a:cubicBezTo>
                      <a:cubicBezTo>
                        <a:pt x="3177" y="3125"/>
                        <a:pt x="3152" y="3125"/>
                        <a:pt x="3125" y="3125"/>
                      </a:cubicBezTo>
                      <a:cubicBezTo>
                        <a:pt x="3125" y="3151"/>
                        <a:pt x="3125" y="3177"/>
                        <a:pt x="3125" y="3203"/>
                      </a:cubicBezTo>
                      <a:cubicBezTo>
                        <a:pt x="3073" y="3203"/>
                        <a:pt x="3022" y="3203"/>
                        <a:pt x="2969" y="3203"/>
                      </a:cubicBezTo>
                      <a:cubicBezTo>
                        <a:pt x="2969" y="3229"/>
                        <a:pt x="2969" y="3255"/>
                        <a:pt x="2969" y="3281"/>
                      </a:cubicBezTo>
                      <a:cubicBezTo>
                        <a:pt x="2943" y="3281"/>
                        <a:pt x="2917" y="3281"/>
                        <a:pt x="2891" y="3281"/>
                      </a:cubicBezTo>
                      <a:cubicBezTo>
                        <a:pt x="2891" y="3307"/>
                        <a:pt x="2891" y="3333"/>
                        <a:pt x="2891" y="3359"/>
                      </a:cubicBezTo>
                      <a:cubicBezTo>
                        <a:pt x="2839" y="3359"/>
                        <a:pt x="2788" y="3359"/>
                        <a:pt x="2734" y="3359"/>
                      </a:cubicBezTo>
                      <a:cubicBezTo>
                        <a:pt x="2734" y="3385"/>
                        <a:pt x="2734" y="3411"/>
                        <a:pt x="2734" y="3438"/>
                      </a:cubicBezTo>
                      <a:cubicBezTo>
                        <a:pt x="2683" y="3438"/>
                        <a:pt x="2631" y="3438"/>
                        <a:pt x="2578" y="3438"/>
                      </a:cubicBezTo>
                      <a:cubicBezTo>
                        <a:pt x="2578" y="3463"/>
                        <a:pt x="2578" y="3489"/>
                        <a:pt x="2578" y="3516"/>
                      </a:cubicBezTo>
                      <a:cubicBezTo>
                        <a:pt x="2527" y="3516"/>
                        <a:pt x="2475" y="3516"/>
                        <a:pt x="2422" y="3516"/>
                      </a:cubicBezTo>
                      <a:cubicBezTo>
                        <a:pt x="2422" y="3541"/>
                        <a:pt x="2422" y="3567"/>
                        <a:pt x="2422" y="3594"/>
                      </a:cubicBezTo>
                      <a:cubicBezTo>
                        <a:pt x="2293" y="3594"/>
                        <a:pt x="2164" y="3594"/>
                        <a:pt x="2031" y="3594"/>
                      </a:cubicBezTo>
                      <a:cubicBezTo>
                        <a:pt x="2031" y="3620"/>
                        <a:pt x="2031" y="3645"/>
                        <a:pt x="2031" y="3672"/>
                      </a:cubicBezTo>
                      <a:cubicBezTo>
                        <a:pt x="1928" y="3672"/>
                        <a:pt x="1825" y="3672"/>
                        <a:pt x="1719" y="3672"/>
                      </a:cubicBezTo>
                      <a:cubicBezTo>
                        <a:pt x="1719" y="3646"/>
                        <a:pt x="1719" y="3620"/>
                        <a:pt x="1719" y="3594"/>
                      </a:cubicBezTo>
                      <a:cubicBezTo>
                        <a:pt x="1590" y="3594"/>
                        <a:pt x="1461" y="3594"/>
                        <a:pt x="1328" y="3594"/>
                      </a:cubicBezTo>
                      <a:cubicBezTo>
                        <a:pt x="1328" y="3568"/>
                        <a:pt x="1328" y="3542"/>
                        <a:pt x="1328" y="3516"/>
                      </a:cubicBezTo>
                      <a:cubicBezTo>
                        <a:pt x="1251" y="3516"/>
                        <a:pt x="1173" y="3516"/>
                        <a:pt x="1094" y="3516"/>
                      </a:cubicBezTo>
                      <a:cubicBezTo>
                        <a:pt x="1094" y="3490"/>
                        <a:pt x="1094" y="3464"/>
                        <a:pt x="1094" y="3438"/>
                      </a:cubicBezTo>
                      <a:cubicBezTo>
                        <a:pt x="1042" y="3438"/>
                        <a:pt x="991" y="3438"/>
                        <a:pt x="938" y="3438"/>
                      </a:cubicBezTo>
                      <a:cubicBezTo>
                        <a:pt x="938" y="3412"/>
                        <a:pt x="938" y="3386"/>
                        <a:pt x="938" y="3359"/>
                      </a:cubicBezTo>
                      <a:cubicBezTo>
                        <a:pt x="886" y="3359"/>
                        <a:pt x="834" y="3359"/>
                        <a:pt x="781" y="3359"/>
                      </a:cubicBezTo>
                      <a:cubicBezTo>
                        <a:pt x="781" y="3334"/>
                        <a:pt x="781" y="3308"/>
                        <a:pt x="781" y="3281"/>
                      </a:cubicBezTo>
                      <a:cubicBezTo>
                        <a:pt x="755" y="3281"/>
                        <a:pt x="730" y="3281"/>
                        <a:pt x="703" y="3281"/>
                      </a:cubicBezTo>
                      <a:cubicBezTo>
                        <a:pt x="703" y="3255"/>
                        <a:pt x="703" y="3230"/>
                        <a:pt x="703" y="3203"/>
                      </a:cubicBezTo>
                      <a:cubicBezTo>
                        <a:pt x="677" y="3203"/>
                        <a:pt x="652" y="3203"/>
                        <a:pt x="625" y="3203"/>
                      </a:cubicBezTo>
                      <a:cubicBezTo>
                        <a:pt x="625" y="3177"/>
                        <a:pt x="625" y="3152"/>
                        <a:pt x="625" y="3125"/>
                      </a:cubicBezTo>
                      <a:cubicBezTo>
                        <a:pt x="599" y="3125"/>
                        <a:pt x="573" y="3125"/>
                        <a:pt x="547" y="3125"/>
                      </a:cubicBezTo>
                      <a:cubicBezTo>
                        <a:pt x="547" y="3099"/>
                        <a:pt x="547" y="3073"/>
                        <a:pt x="547" y="3047"/>
                      </a:cubicBezTo>
                      <a:cubicBezTo>
                        <a:pt x="521" y="3047"/>
                        <a:pt x="495" y="3047"/>
                        <a:pt x="469" y="3047"/>
                      </a:cubicBezTo>
                      <a:cubicBezTo>
                        <a:pt x="469" y="3021"/>
                        <a:pt x="469" y="2995"/>
                        <a:pt x="469" y="2969"/>
                      </a:cubicBezTo>
                      <a:cubicBezTo>
                        <a:pt x="443" y="2969"/>
                        <a:pt x="417" y="2969"/>
                        <a:pt x="391" y="2969"/>
                      </a:cubicBezTo>
                      <a:cubicBezTo>
                        <a:pt x="391" y="2943"/>
                        <a:pt x="391" y="2917"/>
                        <a:pt x="391" y="2891"/>
                      </a:cubicBezTo>
                      <a:cubicBezTo>
                        <a:pt x="365" y="2891"/>
                        <a:pt x="339" y="2891"/>
                        <a:pt x="312" y="2891"/>
                      </a:cubicBezTo>
                      <a:cubicBezTo>
                        <a:pt x="312" y="2865"/>
                        <a:pt x="312" y="2839"/>
                        <a:pt x="312" y="2812"/>
                      </a:cubicBezTo>
                      <a:cubicBezTo>
                        <a:pt x="287" y="2812"/>
                        <a:pt x="261" y="2812"/>
                        <a:pt x="234" y="2812"/>
                      </a:cubicBezTo>
                      <a:cubicBezTo>
                        <a:pt x="234" y="2761"/>
                        <a:pt x="234" y="2709"/>
                        <a:pt x="234" y="2656"/>
                      </a:cubicBezTo>
                      <a:cubicBezTo>
                        <a:pt x="209" y="2656"/>
                        <a:pt x="183" y="2656"/>
                        <a:pt x="156" y="2656"/>
                      </a:cubicBezTo>
                      <a:cubicBezTo>
                        <a:pt x="156" y="2605"/>
                        <a:pt x="156" y="2553"/>
                        <a:pt x="156" y="2500"/>
                      </a:cubicBezTo>
                      <a:cubicBezTo>
                        <a:pt x="130" y="2500"/>
                        <a:pt x="105" y="2500"/>
                        <a:pt x="78" y="2500"/>
                      </a:cubicBezTo>
                      <a:cubicBezTo>
                        <a:pt x="78" y="2397"/>
                        <a:pt x="78" y="2294"/>
                        <a:pt x="78" y="2188"/>
                      </a:cubicBezTo>
                      <a:cubicBezTo>
                        <a:pt x="52" y="2188"/>
                        <a:pt x="27" y="2188"/>
                        <a:pt x="0" y="2188"/>
                      </a:cubicBezTo>
                      <a:cubicBezTo>
                        <a:pt x="0" y="1930"/>
                        <a:pt x="0" y="1672"/>
                        <a:pt x="0" y="1406"/>
                      </a:cubicBezTo>
                      <a:cubicBezTo>
                        <a:pt x="26" y="1406"/>
                        <a:pt x="52" y="1406"/>
                        <a:pt x="78" y="1406"/>
                      </a:cubicBezTo>
                      <a:cubicBezTo>
                        <a:pt x="78" y="1329"/>
                        <a:pt x="78" y="1252"/>
                        <a:pt x="78" y="1172"/>
                      </a:cubicBezTo>
                      <a:cubicBezTo>
                        <a:pt x="104" y="1172"/>
                        <a:pt x="130" y="1172"/>
                        <a:pt x="156" y="1172"/>
                      </a:cubicBezTo>
                      <a:cubicBezTo>
                        <a:pt x="156" y="1120"/>
                        <a:pt x="156" y="1069"/>
                        <a:pt x="156" y="1016"/>
                      </a:cubicBezTo>
                      <a:cubicBezTo>
                        <a:pt x="182" y="1016"/>
                        <a:pt x="208" y="1016"/>
                        <a:pt x="234" y="1016"/>
                      </a:cubicBezTo>
                      <a:cubicBezTo>
                        <a:pt x="234" y="964"/>
                        <a:pt x="234" y="913"/>
                        <a:pt x="234" y="859"/>
                      </a:cubicBezTo>
                      <a:cubicBezTo>
                        <a:pt x="260" y="859"/>
                        <a:pt x="286" y="859"/>
                        <a:pt x="312" y="859"/>
                      </a:cubicBezTo>
                      <a:cubicBezTo>
                        <a:pt x="312" y="808"/>
                        <a:pt x="312" y="756"/>
                        <a:pt x="312" y="703"/>
                      </a:cubicBezTo>
                      <a:cubicBezTo>
                        <a:pt x="338" y="703"/>
                        <a:pt x="364" y="703"/>
                        <a:pt x="391" y="703"/>
                      </a:cubicBezTo>
                      <a:cubicBezTo>
                        <a:pt x="391" y="677"/>
                        <a:pt x="391" y="652"/>
                        <a:pt x="391" y="625"/>
                      </a:cubicBezTo>
                      <a:cubicBezTo>
                        <a:pt x="416" y="625"/>
                        <a:pt x="442" y="625"/>
                        <a:pt x="469" y="625"/>
                      </a:cubicBezTo>
                      <a:cubicBezTo>
                        <a:pt x="469" y="599"/>
                        <a:pt x="469" y="573"/>
                        <a:pt x="469" y="547"/>
                      </a:cubicBezTo>
                      <a:cubicBezTo>
                        <a:pt x="495" y="547"/>
                        <a:pt x="520" y="547"/>
                        <a:pt x="547" y="547"/>
                      </a:cubicBezTo>
                      <a:cubicBezTo>
                        <a:pt x="547" y="521"/>
                        <a:pt x="547" y="495"/>
                        <a:pt x="547" y="469"/>
                      </a:cubicBezTo>
                      <a:cubicBezTo>
                        <a:pt x="573" y="469"/>
                        <a:pt x="598" y="469"/>
                        <a:pt x="625" y="469"/>
                      </a:cubicBezTo>
                      <a:cubicBezTo>
                        <a:pt x="625" y="443"/>
                        <a:pt x="625" y="417"/>
                        <a:pt x="625" y="391"/>
                      </a:cubicBezTo>
                      <a:cubicBezTo>
                        <a:pt x="651" y="391"/>
                        <a:pt x="677" y="391"/>
                        <a:pt x="703" y="391"/>
                      </a:cubicBezTo>
                      <a:cubicBezTo>
                        <a:pt x="703" y="365"/>
                        <a:pt x="703" y="339"/>
                        <a:pt x="703" y="312"/>
                      </a:cubicBezTo>
                      <a:cubicBezTo>
                        <a:pt x="755" y="312"/>
                        <a:pt x="806" y="312"/>
                        <a:pt x="859" y="312"/>
                      </a:cubicBezTo>
                      <a:cubicBezTo>
                        <a:pt x="859" y="287"/>
                        <a:pt x="859" y="261"/>
                        <a:pt x="859" y="234"/>
                      </a:cubicBezTo>
                      <a:cubicBezTo>
                        <a:pt x="911" y="234"/>
                        <a:pt x="962" y="234"/>
                        <a:pt x="1016" y="234"/>
                      </a:cubicBezTo>
                      <a:cubicBezTo>
                        <a:pt x="1016" y="209"/>
                        <a:pt x="1016" y="183"/>
                        <a:pt x="1016" y="156"/>
                      </a:cubicBezTo>
                      <a:cubicBezTo>
                        <a:pt x="1067" y="156"/>
                        <a:pt x="1119" y="156"/>
                        <a:pt x="1172" y="156"/>
                      </a:cubicBezTo>
                      <a:cubicBezTo>
                        <a:pt x="1172" y="130"/>
                        <a:pt x="1172" y="105"/>
                        <a:pt x="1172" y="78"/>
                      </a:cubicBezTo>
                      <a:cubicBezTo>
                        <a:pt x="1249" y="78"/>
                        <a:pt x="1327" y="78"/>
                        <a:pt x="1406" y="78"/>
                      </a:cubicBezTo>
                      <a:cubicBezTo>
                        <a:pt x="1406" y="52"/>
                        <a:pt x="1406" y="27"/>
                        <a:pt x="1406" y="0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496" cap="flat">
                  <a:noFill/>
                </a:ln>
              </p:spPr>
            </p:sp>
            <p:sp>
              <p:nvSpPr>
                <p:cNvPr id="902" name="ICON_ACTION_EYE_path_007"/>
                <p:cNvSpPr/>
                <p:nvPr/>
              </p:nvSpPr>
              <p:spPr>
                <a:xfrm>
                  <a:off x="529332" y="5684242"/>
                  <a:ext cx="21332" cy="2259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680" h="1779" fill="norm" stroke="0">
                      <a:moveTo>
                        <a:pt x="1055" y="0"/>
                      </a:moveTo>
                      <a:cubicBezTo>
                        <a:pt x="1132" y="0"/>
                        <a:pt x="1209" y="0"/>
                        <a:pt x="1289" y="0"/>
                      </a:cubicBezTo>
                      <a:cubicBezTo>
                        <a:pt x="1289" y="26"/>
                        <a:pt x="1289" y="52"/>
                        <a:pt x="1289" y="78"/>
                      </a:cubicBezTo>
                      <a:cubicBezTo>
                        <a:pt x="1341" y="78"/>
                        <a:pt x="1392" y="78"/>
                        <a:pt x="1445" y="78"/>
                      </a:cubicBezTo>
                      <a:cubicBezTo>
                        <a:pt x="1445" y="104"/>
                        <a:pt x="1445" y="130"/>
                        <a:pt x="1445" y="156"/>
                      </a:cubicBezTo>
                      <a:cubicBezTo>
                        <a:pt x="1471" y="156"/>
                        <a:pt x="1497" y="156"/>
                        <a:pt x="1523" y="156"/>
                      </a:cubicBezTo>
                      <a:cubicBezTo>
                        <a:pt x="1523" y="182"/>
                        <a:pt x="1523" y="208"/>
                        <a:pt x="1523" y="234"/>
                      </a:cubicBezTo>
                      <a:cubicBezTo>
                        <a:pt x="1549" y="234"/>
                        <a:pt x="1575" y="234"/>
                        <a:pt x="1602" y="234"/>
                      </a:cubicBezTo>
                      <a:cubicBezTo>
                        <a:pt x="1602" y="260"/>
                        <a:pt x="1602" y="286"/>
                        <a:pt x="1602" y="312"/>
                      </a:cubicBezTo>
                      <a:cubicBezTo>
                        <a:pt x="1627" y="312"/>
                        <a:pt x="1653" y="312"/>
                        <a:pt x="1680" y="312"/>
                      </a:cubicBezTo>
                      <a:cubicBezTo>
                        <a:pt x="1680" y="416"/>
                        <a:pt x="1680" y="519"/>
                        <a:pt x="1680" y="625"/>
                      </a:cubicBezTo>
                      <a:cubicBezTo>
                        <a:pt x="1654" y="625"/>
                        <a:pt x="1628" y="625"/>
                        <a:pt x="1602" y="625"/>
                      </a:cubicBezTo>
                      <a:cubicBezTo>
                        <a:pt x="1602" y="831"/>
                        <a:pt x="1602" y="1038"/>
                        <a:pt x="1602" y="1250"/>
                      </a:cubicBezTo>
                      <a:cubicBezTo>
                        <a:pt x="1576" y="1250"/>
                        <a:pt x="1550" y="1250"/>
                        <a:pt x="1523" y="1250"/>
                      </a:cubicBezTo>
                      <a:cubicBezTo>
                        <a:pt x="1523" y="1327"/>
                        <a:pt x="1523" y="1405"/>
                        <a:pt x="1523" y="1484"/>
                      </a:cubicBezTo>
                      <a:cubicBezTo>
                        <a:pt x="1498" y="1484"/>
                        <a:pt x="1472" y="1484"/>
                        <a:pt x="1445" y="1484"/>
                      </a:cubicBezTo>
                      <a:cubicBezTo>
                        <a:pt x="1444" y="1493"/>
                        <a:pt x="1444" y="1493"/>
                        <a:pt x="1438" y="1537"/>
                      </a:cubicBezTo>
                      <a:cubicBezTo>
                        <a:pt x="1422" y="1583"/>
                        <a:pt x="1409" y="1599"/>
                        <a:pt x="1369" y="1627"/>
                      </a:cubicBezTo>
                      <a:cubicBezTo>
                        <a:pt x="1318" y="1652"/>
                        <a:pt x="1267" y="1673"/>
                        <a:pt x="1213" y="1692"/>
                      </a:cubicBezTo>
                      <a:cubicBezTo>
                        <a:pt x="1204" y="1695"/>
                        <a:pt x="1194" y="1699"/>
                        <a:pt x="1185" y="1703"/>
                      </a:cubicBezTo>
                      <a:cubicBezTo>
                        <a:pt x="974" y="1779"/>
                        <a:pt x="798" y="1748"/>
                        <a:pt x="586" y="1680"/>
                      </a:cubicBezTo>
                      <a:cubicBezTo>
                        <a:pt x="586" y="1589"/>
                        <a:pt x="586" y="1499"/>
                        <a:pt x="586" y="1406"/>
                      </a:cubicBezTo>
                      <a:cubicBezTo>
                        <a:pt x="560" y="1406"/>
                        <a:pt x="534" y="1406"/>
                        <a:pt x="508" y="1406"/>
                      </a:cubicBezTo>
                      <a:cubicBezTo>
                        <a:pt x="508" y="1380"/>
                        <a:pt x="508" y="1355"/>
                        <a:pt x="508" y="1328"/>
                      </a:cubicBezTo>
                      <a:cubicBezTo>
                        <a:pt x="482" y="1328"/>
                        <a:pt x="456" y="1328"/>
                        <a:pt x="430" y="1328"/>
                      </a:cubicBezTo>
                      <a:cubicBezTo>
                        <a:pt x="430" y="1302"/>
                        <a:pt x="430" y="1277"/>
                        <a:pt x="430" y="1250"/>
                      </a:cubicBezTo>
                      <a:cubicBezTo>
                        <a:pt x="404" y="1250"/>
                        <a:pt x="378" y="1250"/>
                        <a:pt x="352" y="1250"/>
                      </a:cubicBezTo>
                      <a:cubicBezTo>
                        <a:pt x="352" y="1224"/>
                        <a:pt x="352" y="1198"/>
                        <a:pt x="352" y="1172"/>
                      </a:cubicBezTo>
                      <a:cubicBezTo>
                        <a:pt x="300" y="1172"/>
                        <a:pt x="248" y="1172"/>
                        <a:pt x="195" y="1172"/>
                      </a:cubicBezTo>
                      <a:cubicBezTo>
                        <a:pt x="195" y="1146"/>
                        <a:pt x="195" y="1120"/>
                        <a:pt x="195" y="1094"/>
                      </a:cubicBezTo>
                      <a:cubicBezTo>
                        <a:pt x="157" y="1094"/>
                        <a:pt x="118" y="1094"/>
                        <a:pt x="78" y="1094"/>
                      </a:cubicBezTo>
                      <a:cubicBezTo>
                        <a:pt x="64" y="1049"/>
                        <a:pt x="50" y="1004"/>
                        <a:pt x="37" y="959"/>
                      </a:cubicBezTo>
                      <a:cubicBezTo>
                        <a:pt x="33" y="947"/>
                        <a:pt x="29" y="934"/>
                        <a:pt x="24" y="921"/>
                      </a:cubicBezTo>
                      <a:cubicBezTo>
                        <a:pt x="21" y="909"/>
                        <a:pt x="17" y="897"/>
                        <a:pt x="13" y="884"/>
                      </a:cubicBezTo>
                      <a:cubicBezTo>
                        <a:pt x="10" y="873"/>
                        <a:pt x="6" y="861"/>
                        <a:pt x="3" y="850"/>
                      </a:cubicBezTo>
                      <a:cubicBezTo>
                        <a:pt x="2" y="840"/>
                        <a:pt x="1" y="830"/>
                        <a:pt x="0" y="820"/>
                      </a:cubicBezTo>
                      <a:cubicBezTo>
                        <a:pt x="13" y="807"/>
                        <a:pt x="26" y="795"/>
                        <a:pt x="39" y="781"/>
                      </a:cubicBezTo>
                      <a:cubicBezTo>
                        <a:pt x="45" y="752"/>
                        <a:pt x="45" y="752"/>
                        <a:pt x="47" y="719"/>
                      </a:cubicBezTo>
                      <a:cubicBezTo>
                        <a:pt x="48" y="707"/>
                        <a:pt x="50" y="695"/>
                        <a:pt x="51" y="683"/>
                      </a:cubicBezTo>
                      <a:cubicBezTo>
                        <a:pt x="53" y="657"/>
                        <a:pt x="54" y="632"/>
                        <a:pt x="56" y="607"/>
                      </a:cubicBezTo>
                      <a:cubicBezTo>
                        <a:pt x="59" y="570"/>
                        <a:pt x="63" y="541"/>
                        <a:pt x="78" y="508"/>
                      </a:cubicBezTo>
                      <a:cubicBezTo>
                        <a:pt x="118" y="483"/>
                        <a:pt x="149" y="478"/>
                        <a:pt x="195" y="469"/>
                      </a:cubicBezTo>
                      <a:cubicBezTo>
                        <a:pt x="195" y="443"/>
                        <a:pt x="195" y="417"/>
                        <a:pt x="195" y="391"/>
                      </a:cubicBezTo>
                      <a:cubicBezTo>
                        <a:pt x="221" y="391"/>
                        <a:pt x="247" y="391"/>
                        <a:pt x="273" y="391"/>
                      </a:cubicBezTo>
                      <a:cubicBezTo>
                        <a:pt x="273" y="365"/>
                        <a:pt x="273" y="339"/>
                        <a:pt x="273" y="312"/>
                      </a:cubicBezTo>
                      <a:cubicBezTo>
                        <a:pt x="325" y="312"/>
                        <a:pt x="377" y="312"/>
                        <a:pt x="430" y="312"/>
                      </a:cubicBezTo>
                      <a:cubicBezTo>
                        <a:pt x="430" y="287"/>
                        <a:pt x="430" y="261"/>
                        <a:pt x="430" y="234"/>
                      </a:cubicBezTo>
                      <a:cubicBezTo>
                        <a:pt x="455" y="234"/>
                        <a:pt x="481" y="234"/>
                        <a:pt x="508" y="234"/>
                      </a:cubicBezTo>
                      <a:cubicBezTo>
                        <a:pt x="508" y="209"/>
                        <a:pt x="508" y="183"/>
                        <a:pt x="508" y="156"/>
                      </a:cubicBezTo>
                      <a:cubicBezTo>
                        <a:pt x="534" y="156"/>
                        <a:pt x="559" y="156"/>
                        <a:pt x="586" y="156"/>
                      </a:cubicBezTo>
                      <a:cubicBezTo>
                        <a:pt x="586" y="130"/>
                        <a:pt x="586" y="105"/>
                        <a:pt x="586" y="78"/>
                      </a:cubicBezTo>
                      <a:cubicBezTo>
                        <a:pt x="741" y="78"/>
                        <a:pt x="895" y="78"/>
                        <a:pt x="1055" y="78"/>
                      </a:cubicBezTo>
                      <a:cubicBezTo>
                        <a:pt x="1055" y="52"/>
                        <a:pt x="1055" y="27"/>
                        <a:pt x="10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6" cap="flat">
                  <a:noFill/>
                </a:ln>
              </p:spPr>
            </p:sp>
            <p:sp>
              <p:nvSpPr>
                <p:cNvPr id="903" name="ICON_ACTION_EYE_path_008"/>
                <p:cNvSpPr/>
                <p:nvPr/>
              </p:nvSpPr>
              <p:spPr>
                <a:xfrm>
                  <a:off x="521891" y="5591969"/>
                  <a:ext cx="7938" cy="396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3125" fill="norm" stroke="0">
                      <a:moveTo>
                        <a:pt x="78" y="0"/>
                      </a:moveTo>
                      <a:cubicBezTo>
                        <a:pt x="233" y="0"/>
                        <a:pt x="388" y="0"/>
                        <a:pt x="547" y="0"/>
                      </a:cubicBezTo>
                      <a:cubicBezTo>
                        <a:pt x="547" y="26"/>
                        <a:pt x="547" y="52"/>
                        <a:pt x="547" y="78"/>
                      </a:cubicBezTo>
                      <a:cubicBezTo>
                        <a:pt x="573" y="78"/>
                        <a:pt x="598" y="78"/>
                        <a:pt x="625" y="78"/>
                      </a:cubicBezTo>
                      <a:cubicBezTo>
                        <a:pt x="625" y="1032"/>
                        <a:pt x="625" y="1986"/>
                        <a:pt x="625" y="2969"/>
                      </a:cubicBezTo>
                      <a:cubicBezTo>
                        <a:pt x="599" y="2969"/>
                        <a:pt x="573" y="2969"/>
                        <a:pt x="547" y="2969"/>
                      </a:cubicBezTo>
                      <a:cubicBezTo>
                        <a:pt x="547" y="2995"/>
                        <a:pt x="547" y="3020"/>
                        <a:pt x="547" y="3047"/>
                      </a:cubicBezTo>
                      <a:cubicBezTo>
                        <a:pt x="521" y="3047"/>
                        <a:pt x="495" y="3047"/>
                        <a:pt x="469" y="3047"/>
                      </a:cubicBezTo>
                      <a:cubicBezTo>
                        <a:pt x="469" y="3073"/>
                        <a:pt x="469" y="3098"/>
                        <a:pt x="469" y="3125"/>
                      </a:cubicBezTo>
                      <a:cubicBezTo>
                        <a:pt x="340" y="3125"/>
                        <a:pt x="211" y="3125"/>
                        <a:pt x="78" y="3125"/>
                      </a:cubicBezTo>
                      <a:cubicBezTo>
                        <a:pt x="78" y="3099"/>
                        <a:pt x="78" y="3073"/>
                        <a:pt x="78" y="3047"/>
                      </a:cubicBezTo>
                      <a:cubicBezTo>
                        <a:pt x="52" y="3047"/>
                        <a:pt x="27" y="3047"/>
                        <a:pt x="0" y="3047"/>
                      </a:cubicBezTo>
                      <a:cubicBezTo>
                        <a:pt x="0" y="2067"/>
                        <a:pt x="0" y="1087"/>
                        <a:pt x="0" y="78"/>
                      </a:cubicBezTo>
                      <a:cubicBezTo>
                        <a:pt x="26" y="78"/>
                        <a:pt x="52" y="78"/>
                        <a:pt x="78" y="78"/>
                      </a:cubicBezTo>
                      <a:cubicBezTo>
                        <a:pt x="78" y="52"/>
                        <a:pt x="78" y="27"/>
                        <a:pt x="78" y="0"/>
                      </a:cubicBezTo>
                      <a:close/>
                    </a:path>
                  </a:pathLst>
                </a:custGeom>
                <a:solidFill>
                  <a:srgbClr val="E24798"/>
                </a:solidFill>
                <a:ln w="496" cap="flat">
                  <a:noFill/>
                </a:ln>
              </p:spPr>
            </p:sp>
            <p:sp>
              <p:nvSpPr>
                <p:cNvPr id="904" name="ICON_ACTION_EYE_path_009"/>
                <p:cNvSpPr/>
                <p:nvPr/>
              </p:nvSpPr>
              <p:spPr>
                <a:xfrm>
                  <a:off x="568523" y="5615781"/>
                  <a:ext cx="26789" cy="2778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09" h="2188" fill="norm" stroke="0">
                      <a:moveTo>
                        <a:pt x="1641" y="0"/>
                      </a:moveTo>
                      <a:cubicBezTo>
                        <a:pt x="1718" y="0"/>
                        <a:pt x="1795" y="0"/>
                        <a:pt x="1875" y="0"/>
                      </a:cubicBezTo>
                      <a:cubicBezTo>
                        <a:pt x="1875" y="26"/>
                        <a:pt x="1875" y="52"/>
                        <a:pt x="1875" y="78"/>
                      </a:cubicBezTo>
                      <a:cubicBezTo>
                        <a:pt x="1901" y="78"/>
                        <a:pt x="1927" y="78"/>
                        <a:pt x="1953" y="78"/>
                      </a:cubicBezTo>
                      <a:cubicBezTo>
                        <a:pt x="1953" y="104"/>
                        <a:pt x="1953" y="130"/>
                        <a:pt x="1953" y="156"/>
                      </a:cubicBezTo>
                      <a:cubicBezTo>
                        <a:pt x="1979" y="156"/>
                        <a:pt x="2005" y="156"/>
                        <a:pt x="2031" y="156"/>
                      </a:cubicBezTo>
                      <a:cubicBezTo>
                        <a:pt x="2031" y="208"/>
                        <a:pt x="2031" y="259"/>
                        <a:pt x="2031" y="312"/>
                      </a:cubicBezTo>
                      <a:cubicBezTo>
                        <a:pt x="2057" y="312"/>
                        <a:pt x="2083" y="312"/>
                        <a:pt x="2109" y="312"/>
                      </a:cubicBezTo>
                      <a:cubicBezTo>
                        <a:pt x="2109" y="338"/>
                        <a:pt x="2109" y="364"/>
                        <a:pt x="2109" y="391"/>
                      </a:cubicBezTo>
                      <a:cubicBezTo>
                        <a:pt x="2084" y="391"/>
                        <a:pt x="2058" y="391"/>
                        <a:pt x="2031" y="391"/>
                      </a:cubicBezTo>
                      <a:cubicBezTo>
                        <a:pt x="2031" y="442"/>
                        <a:pt x="2031" y="494"/>
                        <a:pt x="2031" y="547"/>
                      </a:cubicBezTo>
                      <a:cubicBezTo>
                        <a:pt x="2005" y="547"/>
                        <a:pt x="1980" y="547"/>
                        <a:pt x="1953" y="547"/>
                      </a:cubicBezTo>
                      <a:cubicBezTo>
                        <a:pt x="1953" y="598"/>
                        <a:pt x="1953" y="650"/>
                        <a:pt x="1953" y="703"/>
                      </a:cubicBezTo>
                      <a:cubicBezTo>
                        <a:pt x="1927" y="703"/>
                        <a:pt x="1902" y="703"/>
                        <a:pt x="1875" y="703"/>
                      </a:cubicBezTo>
                      <a:cubicBezTo>
                        <a:pt x="1875" y="729"/>
                        <a:pt x="1875" y="755"/>
                        <a:pt x="1875" y="781"/>
                      </a:cubicBezTo>
                      <a:cubicBezTo>
                        <a:pt x="1849" y="781"/>
                        <a:pt x="1823" y="781"/>
                        <a:pt x="1797" y="781"/>
                      </a:cubicBezTo>
                      <a:cubicBezTo>
                        <a:pt x="1797" y="807"/>
                        <a:pt x="1797" y="833"/>
                        <a:pt x="1797" y="859"/>
                      </a:cubicBezTo>
                      <a:cubicBezTo>
                        <a:pt x="1771" y="859"/>
                        <a:pt x="1745" y="859"/>
                        <a:pt x="1719" y="859"/>
                      </a:cubicBezTo>
                      <a:cubicBezTo>
                        <a:pt x="1719" y="885"/>
                        <a:pt x="1719" y="911"/>
                        <a:pt x="1719" y="938"/>
                      </a:cubicBezTo>
                      <a:cubicBezTo>
                        <a:pt x="1693" y="938"/>
                        <a:pt x="1667" y="938"/>
                        <a:pt x="1641" y="938"/>
                      </a:cubicBezTo>
                      <a:cubicBezTo>
                        <a:pt x="1641" y="963"/>
                        <a:pt x="1641" y="989"/>
                        <a:pt x="1641" y="1016"/>
                      </a:cubicBezTo>
                      <a:cubicBezTo>
                        <a:pt x="1615" y="1016"/>
                        <a:pt x="1589" y="1016"/>
                        <a:pt x="1562" y="1016"/>
                      </a:cubicBezTo>
                      <a:cubicBezTo>
                        <a:pt x="1562" y="1041"/>
                        <a:pt x="1562" y="1067"/>
                        <a:pt x="1562" y="1094"/>
                      </a:cubicBezTo>
                      <a:cubicBezTo>
                        <a:pt x="1537" y="1094"/>
                        <a:pt x="1511" y="1094"/>
                        <a:pt x="1484" y="1094"/>
                      </a:cubicBezTo>
                      <a:cubicBezTo>
                        <a:pt x="1484" y="1120"/>
                        <a:pt x="1484" y="1145"/>
                        <a:pt x="1484" y="1172"/>
                      </a:cubicBezTo>
                      <a:cubicBezTo>
                        <a:pt x="1459" y="1172"/>
                        <a:pt x="1433" y="1172"/>
                        <a:pt x="1406" y="1172"/>
                      </a:cubicBezTo>
                      <a:cubicBezTo>
                        <a:pt x="1406" y="1198"/>
                        <a:pt x="1406" y="1223"/>
                        <a:pt x="1406" y="1250"/>
                      </a:cubicBezTo>
                      <a:cubicBezTo>
                        <a:pt x="1380" y="1250"/>
                        <a:pt x="1355" y="1250"/>
                        <a:pt x="1328" y="1250"/>
                      </a:cubicBezTo>
                      <a:cubicBezTo>
                        <a:pt x="1328" y="1302"/>
                        <a:pt x="1328" y="1353"/>
                        <a:pt x="1328" y="1406"/>
                      </a:cubicBezTo>
                      <a:cubicBezTo>
                        <a:pt x="1302" y="1406"/>
                        <a:pt x="1277" y="1406"/>
                        <a:pt x="1250" y="1406"/>
                      </a:cubicBezTo>
                      <a:cubicBezTo>
                        <a:pt x="1250" y="1432"/>
                        <a:pt x="1250" y="1458"/>
                        <a:pt x="1250" y="1484"/>
                      </a:cubicBezTo>
                      <a:cubicBezTo>
                        <a:pt x="1224" y="1484"/>
                        <a:pt x="1198" y="1484"/>
                        <a:pt x="1172" y="1484"/>
                      </a:cubicBezTo>
                      <a:cubicBezTo>
                        <a:pt x="1172" y="1510"/>
                        <a:pt x="1172" y="1536"/>
                        <a:pt x="1172" y="1562"/>
                      </a:cubicBezTo>
                      <a:cubicBezTo>
                        <a:pt x="1146" y="1562"/>
                        <a:pt x="1120" y="1562"/>
                        <a:pt x="1094" y="1562"/>
                      </a:cubicBezTo>
                      <a:cubicBezTo>
                        <a:pt x="1094" y="1588"/>
                        <a:pt x="1094" y="1614"/>
                        <a:pt x="1094" y="1641"/>
                      </a:cubicBezTo>
                      <a:cubicBezTo>
                        <a:pt x="1068" y="1641"/>
                        <a:pt x="1042" y="1641"/>
                        <a:pt x="1016" y="1641"/>
                      </a:cubicBezTo>
                      <a:cubicBezTo>
                        <a:pt x="1016" y="1666"/>
                        <a:pt x="1016" y="1692"/>
                        <a:pt x="1016" y="1719"/>
                      </a:cubicBezTo>
                      <a:cubicBezTo>
                        <a:pt x="990" y="1719"/>
                        <a:pt x="964" y="1719"/>
                        <a:pt x="938" y="1719"/>
                      </a:cubicBezTo>
                      <a:cubicBezTo>
                        <a:pt x="938" y="1745"/>
                        <a:pt x="938" y="1770"/>
                        <a:pt x="938" y="1797"/>
                      </a:cubicBezTo>
                      <a:cubicBezTo>
                        <a:pt x="912" y="1797"/>
                        <a:pt x="886" y="1797"/>
                        <a:pt x="859" y="1797"/>
                      </a:cubicBezTo>
                      <a:cubicBezTo>
                        <a:pt x="859" y="1823"/>
                        <a:pt x="859" y="1848"/>
                        <a:pt x="859" y="1875"/>
                      </a:cubicBezTo>
                      <a:cubicBezTo>
                        <a:pt x="834" y="1875"/>
                        <a:pt x="808" y="1875"/>
                        <a:pt x="781" y="1875"/>
                      </a:cubicBezTo>
                      <a:cubicBezTo>
                        <a:pt x="781" y="1901"/>
                        <a:pt x="781" y="1927"/>
                        <a:pt x="781" y="1953"/>
                      </a:cubicBezTo>
                      <a:cubicBezTo>
                        <a:pt x="755" y="1953"/>
                        <a:pt x="730" y="1953"/>
                        <a:pt x="703" y="1953"/>
                      </a:cubicBezTo>
                      <a:cubicBezTo>
                        <a:pt x="703" y="1979"/>
                        <a:pt x="703" y="2005"/>
                        <a:pt x="703" y="2031"/>
                      </a:cubicBezTo>
                      <a:cubicBezTo>
                        <a:pt x="677" y="2031"/>
                        <a:pt x="652" y="2031"/>
                        <a:pt x="625" y="2031"/>
                      </a:cubicBezTo>
                      <a:cubicBezTo>
                        <a:pt x="625" y="2057"/>
                        <a:pt x="625" y="2083"/>
                        <a:pt x="625" y="2109"/>
                      </a:cubicBezTo>
                      <a:cubicBezTo>
                        <a:pt x="599" y="2109"/>
                        <a:pt x="573" y="2109"/>
                        <a:pt x="547" y="2109"/>
                      </a:cubicBezTo>
                      <a:cubicBezTo>
                        <a:pt x="547" y="2135"/>
                        <a:pt x="547" y="2161"/>
                        <a:pt x="547" y="2188"/>
                      </a:cubicBezTo>
                      <a:cubicBezTo>
                        <a:pt x="418" y="2188"/>
                        <a:pt x="289" y="2188"/>
                        <a:pt x="156" y="2188"/>
                      </a:cubicBezTo>
                      <a:cubicBezTo>
                        <a:pt x="156" y="2162"/>
                        <a:pt x="156" y="2136"/>
                        <a:pt x="156" y="2109"/>
                      </a:cubicBezTo>
                      <a:cubicBezTo>
                        <a:pt x="130" y="2109"/>
                        <a:pt x="105" y="2109"/>
                        <a:pt x="78" y="2109"/>
                      </a:cubicBezTo>
                      <a:cubicBezTo>
                        <a:pt x="78" y="2084"/>
                        <a:pt x="78" y="2058"/>
                        <a:pt x="78" y="2031"/>
                      </a:cubicBezTo>
                      <a:cubicBezTo>
                        <a:pt x="52" y="2031"/>
                        <a:pt x="27" y="2031"/>
                        <a:pt x="0" y="2031"/>
                      </a:cubicBezTo>
                      <a:cubicBezTo>
                        <a:pt x="0" y="1954"/>
                        <a:pt x="0" y="1877"/>
                        <a:pt x="0" y="1797"/>
                      </a:cubicBezTo>
                      <a:cubicBezTo>
                        <a:pt x="26" y="1797"/>
                        <a:pt x="52" y="1797"/>
                        <a:pt x="78" y="1797"/>
                      </a:cubicBezTo>
                      <a:cubicBezTo>
                        <a:pt x="78" y="1745"/>
                        <a:pt x="78" y="1694"/>
                        <a:pt x="78" y="1641"/>
                      </a:cubicBezTo>
                      <a:cubicBezTo>
                        <a:pt x="104" y="1641"/>
                        <a:pt x="130" y="1641"/>
                        <a:pt x="156" y="1641"/>
                      </a:cubicBezTo>
                      <a:cubicBezTo>
                        <a:pt x="156" y="1615"/>
                        <a:pt x="156" y="1589"/>
                        <a:pt x="156" y="1562"/>
                      </a:cubicBezTo>
                      <a:cubicBezTo>
                        <a:pt x="182" y="1562"/>
                        <a:pt x="208" y="1562"/>
                        <a:pt x="234" y="1562"/>
                      </a:cubicBezTo>
                      <a:cubicBezTo>
                        <a:pt x="234" y="1537"/>
                        <a:pt x="234" y="1511"/>
                        <a:pt x="234" y="1484"/>
                      </a:cubicBezTo>
                      <a:cubicBezTo>
                        <a:pt x="260" y="1484"/>
                        <a:pt x="286" y="1484"/>
                        <a:pt x="312" y="1484"/>
                      </a:cubicBezTo>
                      <a:cubicBezTo>
                        <a:pt x="312" y="1459"/>
                        <a:pt x="312" y="1433"/>
                        <a:pt x="312" y="1406"/>
                      </a:cubicBezTo>
                      <a:cubicBezTo>
                        <a:pt x="338" y="1406"/>
                        <a:pt x="364" y="1406"/>
                        <a:pt x="391" y="1406"/>
                      </a:cubicBezTo>
                      <a:cubicBezTo>
                        <a:pt x="391" y="1380"/>
                        <a:pt x="391" y="1355"/>
                        <a:pt x="391" y="1328"/>
                      </a:cubicBezTo>
                      <a:cubicBezTo>
                        <a:pt x="416" y="1328"/>
                        <a:pt x="442" y="1328"/>
                        <a:pt x="469" y="1328"/>
                      </a:cubicBezTo>
                      <a:cubicBezTo>
                        <a:pt x="469" y="1302"/>
                        <a:pt x="469" y="1277"/>
                        <a:pt x="469" y="1250"/>
                      </a:cubicBezTo>
                      <a:cubicBezTo>
                        <a:pt x="495" y="1250"/>
                        <a:pt x="520" y="1250"/>
                        <a:pt x="547" y="1250"/>
                      </a:cubicBezTo>
                      <a:cubicBezTo>
                        <a:pt x="547" y="1198"/>
                        <a:pt x="547" y="1147"/>
                        <a:pt x="547" y="1094"/>
                      </a:cubicBezTo>
                      <a:cubicBezTo>
                        <a:pt x="573" y="1094"/>
                        <a:pt x="598" y="1094"/>
                        <a:pt x="625" y="1094"/>
                      </a:cubicBezTo>
                      <a:cubicBezTo>
                        <a:pt x="625" y="1068"/>
                        <a:pt x="625" y="1042"/>
                        <a:pt x="625" y="1016"/>
                      </a:cubicBezTo>
                      <a:cubicBezTo>
                        <a:pt x="651" y="1016"/>
                        <a:pt x="677" y="1016"/>
                        <a:pt x="703" y="1016"/>
                      </a:cubicBezTo>
                      <a:cubicBezTo>
                        <a:pt x="703" y="990"/>
                        <a:pt x="703" y="964"/>
                        <a:pt x="703" y="938"/>
                      </a:cubicBezTo>
                      <a:cubicBezTo>
                        <a:pt x="729" y="938"/>
                        <a:pt x="755" y="938"/>
                        <a:pt x="781" y="938"/>
                      </a:cubicBezTo>
                      <a:cubicBezTo>
                        <a:pt x="781" y="912"/>
                        <a:pt x="781" y="886"/>
                        <a:pt x="781" y="859"/>
                      </a:cubicBezTo>
                      <a:cubicBezTo>
                        <a:pt x="807" y="859"/>
                        <a:pt x="833" y="859"/>
                        <a:pt x="859" y="859"/>
                      </a:cubicBezTo>
                      <a:cubicBezTo>
                        <a:pt x="859" y="834"/>
                        <a:pt x="859" y="808"/>
                        <a:pt x="859" y="781"/>
                      </a:cubicBezTo>
                      <a:cubicBezTo>
                        <a:pt x="885" y="781"/>
                        <a:pt x="911" y="781"/>
                        <a:pt x="938" y="781"/>
                      </a:cubicBezTo>
                      <a:cubicBezTo>
                        <a:pt x="938" y="755"/>
                        <a:pt x="938" y="730"/>
                        <a:pt x="938" y="703"/>
                      </a:cubicBezTo>
                      <a:cubicBezTo>
                        <a:pt x="963" y="703"/>
                        <a:pt x="989" y="703"/>
                        <a:pt x="1016" y="703"/>
                      </a:cubicBezTo>
                      <a:cubicBezTo>
                        <a:pt x="1016" y="677"/>
                        <a:pt x="1016" y="652"/>
                        <a:pt x="1016" y="625"/>
                      </a:cubicBezTo>
                      <a:cubicBezTo>
                        <a:pt x="1041" y="625"/>
                        <a:pt x="1067" y="625"/>
                        <a:pt x="1094" y="625"/>
                      </a:cubicBezTo>
                      <a:cubicBezTo>
                        <a:pt x="1094" y="599"/>
                        <a:pt x="1094" y="573"/>
                        <a:pt x="1094" y="547"/>
                      </a:cubicBezTo>
                      <a:cubicBezTo>
                        <a:pt x="1120" y="547"/>
                        <a:pt x="1145" y="547"/>
                        <a:pt x="1172" y="547"/>
                      </a:cubicBezTo>
                      <a:cubicBezTo>
                        <a:pt x="1172" y="495"/>
                        <a:pt x="1172" y="444"/>
                        <a:pt x="1172" y="391"/>
                      </a:cubicBezTo>
                      <a:cubicBezTo>
                        <a:pt x="1198" y="391"/>
                        <a:pt x="1223" y="391"/>
                        <a:pt x="1250" y="391"/>
                      </a:cubicBezTo>
                      <a:cubicBezTo>
                        <a:pt x="1250" y="365"/>
                        <a:pt x="1250" y="339"/>
                        <a:pt x="1250" y="312"/>
                      </a:cubicBezTo>
                      <a:cubicBezTo>
                        <a:pt x="1276" y="312"/>
                        <a:pt x="1302" y="312"/>
                        <a:pt x="1328" y="312"/>
                      </a:cubicBezTo>
                      <a:cubicBezTo>
                        <a:pt x="1328" y="287"/>
                        <a:pt x="1328" y="261"/>
                        <a:pt x="1328" y="234"/>
                      </a:cubicBezTo>
                      <a:cubicBezTo>
                        <a:pt x="1354" y="234"/>
                        <a:pt x="1380" y="234"/>
                        <a:pt x="1406" y="234"/>
                      </a:cubicBezTo>
                      <a:cubicBezTo>
                        <a:pt x="1406" y="209"/>
                        <a:pt x="1406" y="183"/>
                        <a:pt x="1406" y="156"/>
                      </a:cubicBezTo>
                      <a:cubicBezTo>
                        <a:pt x="1432" y="156"/>
                        <a:pt x="1458" y="156"/>
                        <a:pt x="1484" y="156"/>
                      </a:cubicBezTo>
                      <a:cubicBezTo>
                        <a:pt x="1484" y="130"/>
                        <a:pt x="1484" y="105"/>
                        <a:pt x="1484" y="78"/>
                      </a:cubicBezTo>
                      <a:cubicBezTo>
                        <a:pt x="1536" y="78"/>
                        <a:pt x="1587" y="78"/>
                        <a:pt x="1641" y="78"/>
                      </a:cubicBezTo>
                      <a:cubicBezTo>
                        <a:pt x="1641" y="52"/>
                        <a:pt x="1641" y="27"/>
                        <a:pt x="1641" y="0"/>
                      </a:cubicBezTo>
                      <a:close/>
                    </a:path>
                  </a:pathLst>
                </a:custGeom>
                <a:solidFill>
                  <a:srgbClr val="E24798"/>
                </a:solidFill>
                <a:ln w="496" cap="flat">
                  <a:noFill/>
                </a:ln>
              </p:spPr>
            </p:sp>
            <p:sp>
              <p:nvSpPr>
                <p:cNvPr id="905" name="ICON_ACTION_EYE_path_010"/>
                <p:cNvSpPr/>
                <p:nvPr/>
              </p:nvSpPr>
              <p:spPr>
                <a:xfrm>
                  <a:off x="457398" y="5615781"/>
                  <a:ext cx="25797" cy="2778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031" h="2188" fill="norm" stroke="0">
                      <a:moveTo>
                        <a:pt x="234" y="0"/>
                      </a:moveTo>
                      <a:cubicBezTo>
                        <a:pt x="286" y="0"/>
                        <a:pt x="337" y="0"/>
                        <a:pt x="391" y="0"/>
                      </a:cubicBezTo>
                      <a:cubicBezTo>
                        <a:pt x="391" y="26"/>
                        <a:pt x="391" y="52"/>
                        <a:pt x="391" y="78"/>
                      </a:cubicBezTo>
                      <a:cubicBezTo>
                        <a:pt x="442" y="78"/>
                        <a:pt x="494" y="78"/>
                        <a:pt x="547" y="78"/>
                      </a:cubicBezTo>
                      <a:cubicBezTo>
                        <a:pt x="547" y="104"/>
                        <a:pt x="547" y="130"/>
                        <a:pt x="547" y="156"/>
                      </a:cubicBezTo>
                      <a:cubicBezTo>
                        <a:pt x="573" y="156"/>
                        <a:pt x="598" y="156"/>
                        <a:pt x="625" y="156"/>
                      </a:cubicBezTo>
                      <a:cubicBezTo>
                        <a:pt x="625" y="182"/>
                        <a:pt x="625" y="208"/>
                        <a:pt x="625" y="234"/>
                      </a:cubicBezTo>
                      <a:cubicBezTo>
                        <a:pt x="651" y="234"/>
                        <a:pt x="677" y="234"/>
                        <a:pt x="703" y="234"/>
                      </a:cubicBezTo>
                      <a:cubicBezTo>
                        <a:pt x="703" y="260"/>
                        <a:pt x="703" y="286"/>
                        <a:pt x="703" y="312"/>
                      </a:cubicBezTo>
                      <a:cubicBezTo>
                        <a:pt x="729" y="312"/>
                        <a:pt x="755" y="312"/>
                        <a:pt x="781" y="312"/>
                      </a:cubicBezTo>
                      <a:cubicBezTo>
                        <a:pt x="781" y="338"/>
                        <a:pt x="781" y="364"/>
                        <a:pt x="781" y="391"/>
                      </a:cubicBezTo>
                      <a:cubicBezTo>
                        <a:pt x="807" y="391"/>
                        <a:pt x="833" y="391"/>
                        <a:pt x="859" y="391"/>
                      </a:cubicBezTo>
                      <a:cubicBezTo>
                        <a:pt x="859" y="416"/>
                        <a:pt x="859" y="442"/>
                        <a:pt x="859" y="469"/>
                      </a:cubicBezTo>
                      <a:cubicBezTo>
                        <a:pt x="885" y="469"/>
                        <a:pt x="911" y="469"/>
                        <a:pt x="938" y="469"/>
                      </a:cubicBezTo>
                      <a:cubicBezTo>
                        <a:pt x="938" y="495"/>
                        <a:pt x="938" y="520"/>
                        <a:pt x="938" y="547"/>
                      </a:cubicBezTo>
                      <a:cubicBezTo>
                        <a:pt x="963" y="547"/>
                        <a:pt x="989" y="547"/>
                        <a:pt x="1016" y="547"/>
                      </a:cubicBezTo>
                      <a:cubicBezTo>
                        <a:pt x="1019" y="559"/>
                        <a:pt x="1021" y="571"/>
                        <a:pt x="1024" y="583"/>
                      </a:cubicBezTo>
                      <a:cubicBezTo>
                        <a:pt x="1068" y="721"/>
                        <a:pt x="1133" y="787"/>
                        <a:pt x="1249" y="871"/>
                      </a:cubicBezTo>
                      <a:cubicBezTo>
                        <a:pt x="1327" y="929"/>
                        <a:pt x="1327" y="929"/>
                        <a:pt x="1335" y="982"/>
                      </a:cubicBezTo>
                      <a:cubicBezTo>
                        <a:pt x="1334" y="988"/>
                        <a:pt x="1334" y="988"/>
                        <a:pt x="1328" y="1016"/>
                      </a:cubicBezTo>
                      <a:cubicBezTo>
                        <a:pt x="1354" y="1016"/>
                        <a:pt x="1380" y="1016"/>
                        <a:pt x="1406" y="1016"/>
                      </a:cubicBezTo>
                      <a:cubicBezTo>
                        <a:pt x="1406" y="1041"/>
                        <a:pt x="1406" y="1067"/>
                        <a:pt x="1406" y="1094"/>
                      </a:cubicBezTo>
                      <a:cubicBezTo>
                        <a:pt x="1432" y="1094"/>
                        <a:pt x="1458" y="1094"/>
                        <a:pt x="1484" y="1094"/>
                      </a:cubicBezTo>
                      <a:cubicBezTo>
                        <a:pt x="1484" y="1120"/>
                        <a:pt x="1484" y="1145"/>
                        <a:pt x="1484" y="1172"/>
                      </a:cubicBezTo>
                      <a:cubicBezTo>
                        <a:pt x="1510" y="1172"/>
                        <a:pt x="1536" y="1172"/>
                        <a:pt x="1562" y="1172"/>
                      </a:cubicBezTo>
                      <a:cubicBezTo>
                        <a:pt x="1562" y="1198"/>
                        <a:pt x="1562" y="1223"/>
                        <a:pt x="1562" y="1250"/>
                      </a:cubicBezTo>
                      <a:cubicBezTo>
                        <a:pt x="1588" y="1250"/>
                        <a:pt x="1614" y="1250"/>
                        <a:pt x="1641" y="1250"/>
                      </a:cubicBezTo>
                      <a:cubicBezTo>
                        <a:pt x="1641" y="1302"/>
                        <a:pt x="1641" y="1353"/>
                        <a:pt x="1641" y="1406"/>
                      </a:cubicBezTo>
                      <a:cubicBezTo>
                        <a:pt x="1666" y="1406"/>
                        <a:pt x="1692" y="1406"/>
                        <a:pt x="1719" y="1406"/>
                      </a:cubicBezTo>
                      <a:cubicBezTo>
                        <a:pt x="1719" y="1432"/>
                        <a:pt x="1719" y="1458"/>
                        <a:pt x="1719" y="1484"/>
                      </a:cubicBezTo>
                      <a:cubicBezTo>
                        <a:pt x="1745" y="1484"/>
                        <a:pt x="1770" y="1484"/>
                        <a:pt x="1797" y="1484"/>
                      </a:cubicBezTo>
                      <a:cubicBezTo>
                        <a:pt x="1797" y="1510"/>
                        <a:pt x="1797" y="1536"/>
                        <a:pt x="1797" y="1562"/>
                      </a:cubicBezTo>
                      <a:cubicBezTo>
                        <a:pt x="1823" y="1562"/>
                        <a:pt x="1848" y="1562"/>
                        <a:pt x="1875" y="1562"/>
                      </a:cubicBezTo>
                      <a:cubicBezTo>
                        <a:pt x="1875" y="1588"/>
                        <a:pt x="1875" y="1614"/>
                        <a:pt x="1875" y="1641"/>
                      </a:cubicBezTo>
                      <a:cubicBezTo>
                        <a:pt x="1901" y="1641"/>
                        <a:pt x="1927" y="1641"/>
                        <a:pt x="1953" y="1641"/>
                      </a:cubicBezTo>
                      <a:cubicBezTo>
                        <a:pt x="1953" y="1692"/>
                        <a:pt x="1953" y="1744"/>
                        <a:pt x="1953" y="1797"/>
                      </a:cubicBezTo>
                      <a:cubicBezTo>
                        <a:pt x="1979" y="1797"/>
                        <a:pt x="2005" y="1797"/>
                        <a:pt x="2031" y="1797"/>
                      </a:cubicBezTo>
                      <a:cubicBezTo>
                        <a:pt x="2031" y="1874"/>
                        <a:pt x="2031" y="1952"/>
                        <a:pt x="2031" y="2031"/>
                      </a:cubicBezTo>
                      <a:cubicBezTo>
                        <a:pt x="2005" y="2031"/>
                        <a:pt x="1980" y="2031"/>
                        <a:pt x="1953" y="2031"/>
                      </a:cubicBezTo>
                      <a:cubicBezTo>
                        <a:pt x="1953" y="2057"/>
                        <a:pt x="1953" y="2083"/>
                        <a:pt x="1953" y="2109"/>
                      </a:cubicBezTo>
                      <a:cubicBezTo>
                        <a:pt x="1927" y="2109"/>
                        <a:pt x="1902" y="2109"/>
                        <a:pt x="1875" y="2109"/>
                      </a:cubicBezTo>
                      <a:cubicBezTo>
                        <a:pt x="1875" y="2135"/>
                        <a:pt x="1875" y="2161"/>
                        <a:pt x="1875" y="2188"/>
                      </a:cubicBezTo>
                      <a:cubicBezTo>
                        <a:pt x="1746" y="2188"/>
                        <a:pt x="1617" y="2188"/>
                        <a:pt x="1484" y="2188"/>
                      </a:cubicBezTo>
                      <a:cubicBezTo>
                        <a:pt x="1484" y="2162"/>
                        <a:pt x="1484" y="2136"/>
                        <a:pt x="1484" y="2109"/>
                      </a:cubicBezTo>
                      <a:cubicBezTo>
                        <a:pt x="1459" y="2109"/>
                        <a:pt x="1433" y="2109"/>
                        <a:pt x="1406" y="2109"/>
                      </a:cubicBezTo>
                      <a:cubicBezTo>
                        <a:pt x="1406" y="2084"/>
                        <a:pt x="1406" y="2058"/>
                        <a:pt x="1406" y="2031"/>
                      </a:cubicBezTo>
                      <a:cubicBezTo>
                        <a:pt x="1380" y="2031"/>
                        <a:pt x="1355" y="2031"/>
                        <a:pt x="1328" y="2031"/>
                      </a:cubicBezTo>
                      <a:cubicBezTo>
                        <a:pt x="1328" y="2005"/>
                        <a:pt x="1328" y="1980"/>
                        <a:pt x="1328" y="1953"/>
                      </a:cubicBezTo>
                      <a:cubicBezTo>
                        <a:pt x="1302" y="1953"/>
                        <a:pt x="1277" y="1953"/>
                        <a:pt x="1250" y="1953"/>
                      </a:cubicBezTo>
                      <a:cubicBezTo>
                        <a:pt x="1250" y="1927"/>
                        <a:pt x="1250" y="1902"/>
                        <a:pt x="1250" y="1875"/>
                      </a:cubicBezTo>
                      <a:cubicBezTo>
                        <a:pt x="1224" y="1875"/>
                        <a:pt x="1198" y="1875"/>
                        <a:pt x="1172" y="1875"/>
                      </a:cubicBezTo>
                      <a:cubicBezTo>
                        <a:pt x="1172" y="1849"/>
                        <a:pt x="1172" y="1823"/>
                        <a:pt x="1172" y="1797"/>
                      </a:cubicBezTo>
                      <a:cubicBezTo>
                        <a:pt x="1146" y="1797"/>
                        <a:pt x="1120" y="1797"/>
                        <a:pt x="1094" y="1797"/>
                      </a:cubicBezTo>
                      <a:cubicBezTo>
                        <a:pt x="1094" y="1771"/>
                        <a:pt x="1094" y="1745"/>
                        <a:pt x="1094" y="1719"/>
                      </a:cubicBezTo>
                      <a:cubicBezTo>
                        <a:pt x="1068" y="1719"/>
                        <a:pt x="1042" y="1719"/>
                        <a:pt x="1016" y="1719"/>
                      </a:cubicBezTo>
                      <a:cubicBezTo>
                        <a:pt x="1016" y="1693"/>
                        <a:pt x="1016" y="1667"/>
                        <a:pt x="1016" y="1641"/>
                      </a:cubicBezTo>
                      <a:cubicBezTo>
                        <a:pt x="990" y="1641"/>
                        <a:pt x="964" y="1641"/>
                        <a:pt x="938" y="1641"/>
                      </a:cubicBezTo>
                      <a:cubicBezTo>
                        <a:pt x="938" y="1615"/>
                        <a:pt x="938" y="1589"/>
                        <a:pt x="938" y="1562"/>
                      </a:cubicBezTo>
                      <a:cubicBezTo>
                        <a:pt x="912" y="1562"/>
                        <a:pt x="886" y="1562"/>
                        <a:pt x="859" y="1562"/>
                      </a:cubicBezTo>
                      <a:cubicBezTo>
                        <a:pt x="859" y="1511"/>
                        <a:pt x="859" y="1459"/>
                        <a:pt x="859" y="1406"/>
                      </a:cubicBezTo>
                      <a:cubicBezTo>
                        <a:pt x="834" y="1406"/>
                        <a:pt x="808" y="1406"/>
                        <a:pt x="781" y="1406"/>
                      </a:cubicBezTo>
                      <a:cubicBezTo>
                        <a:pt x="781" y="1380"/>
                        <a:pt x="781" y="1355"/>
                        <a:pt x="781" y="1328"/>
                      </a:cubicBezTo>
                      <a:cubicBezTo>
                        <a:pt x="755" y="1328"/>
                        <a:pt x="730" y="1328"/>
                        <a:pt x="703" y="1328"/>
                      </a:cubicBezTo>
                      <a:cubicBezTo>
                        <a:pt x="703" y="1302"/>
                        <a:pt x="703" y="1277"/>
                        <a:pt x="703" y="1250"/>
                      </a:cubicBezTo>
                      <a:cubicBezTo>
                        <a:pt x="677" y="1250"/>
                        <a:pt x="652" y="1250"/>
                        <a:pt x="625" y="1250"/>
                      </a:cubicBezTo>
                      <a:cubicBezTo>
                        <a:pt x="625" y="1224"/>
                        <a:pt x="625" y="1198"/>
                        <a:pt x="625" y="1172"/>
                      </a:cubicBezTo>
                      <a:cubicBezTo>
                        <a:pt x="599" y="1172"/>
                        <a:pt x="573" y="1172"/>
                        <a:pt x="547" y="1172"/>
                      </a:cubicBezTo>
                      <a:cubicBezTo>
                        <a:pt x="547" y="1146"/>
                        <a:pt x="547" y="1120"/>
                        <a:pt x="547" y="1094"/>
                      </a:cubicBezTo>
                      <a:cubicBezTo>
                        <a:pt x="521" y="1094"/>
                        <a:pt x="495" y="1094"/>
                        <a:pt x="469" y="1094"/>
                      </a:cubicBezTo>
                      <a:cubicBezTo>
                        <a:pt x="469" y="1068"/>
                        <a:pt x="469" y="1042"/>
                        <a:pt x="469" y="1016"/>
                      </a:cubicBezTo>
                      <a:cubicBezTo>
                        <a:pt x="443" y="1016"/>
                        <a:pt x="417" y="1016"/>
                        <a:pt x="391" y="1016"/>
                      </a:cubicBezTo>
                      <a:cubicBezTo>
                        <a:pt x="391" y="990"/>
                        <a:pt x="391" y="964"/>
                        <a:pt x="391" y="938"/>
                      </a:cubicBezTo>
                      <a:cubicBezTo>
                        <a:pt x="365" y="938"/>
                        <a:pt x="339" y="938"/>
                        <a:pt x="312" y="938"/>
                      </a:cubicBezTo>
                      <a:cubicBezTo>
                        <a:pt x="312" y="912"/>
                        <a:pt x="312" y="886"/>
                        <a:pt x="312" y="859"/>
                      </a:cubicBezTo>
                      <a:cubicBezTo>
                        <a:pt x="287" y="859"/>
                        <a:pt x="261" y="859"/>
                        <a:pt x="234" y="859"/>
                      </a:cubicBezTo>
                      <a:cubicBezTo>
                        <a:pt x="234" y="834"/>
                        <a:pt x="234" y="808"/>
                        <a:pt x="234" y="781"/>
                      </a:cubicBezTo>
                      <a:cubicBezTo>
                        <a:pt x="209" y="781"/>
                        <a:pt x="183" y="781"/>
                        <a:pt x="156" y="781"/>
                      </a:cubicBezTo>
                      <a:cubicBezTo>
                        <a:pt x="156" y="730"/>
                        <a:pt x="156" y="678"/>
                        <a:pt x="156" y="625"/>
                      </a:cubicBezTo>
                      <a:cubicBezTo>
                        <a:pt x="130" y="625"/>
                        <a:pt x="105" y="625"/>
                        <a:pt x="78" y="625"/>
                      </a:cubicBezTo>
                      <a:cubicBezTo>
                        <a:pt x="78" y="599"/>
                        <a:pt x="78" y="573"/>
                        <a:pt x="78" y="547"/>
                      </a:cubicBezTo>
                      <a:cubicBezTo>
                        <a:pt x="52" y="547"/>
                        <a:pt x="27" y="547"/>
                        <a:pt x="0" y="547"/>
                      </a:cubicBezTo>
                      <a:cubicBezTo>
                        <a:pt x="0" y="418"/>
                        <a:pt x="0" y="289"/>
                        <a:pt x="0" y="156"/>
                      </a:cubicBezTo>
                      <a:cubicBezTo>
                        <a:pt x="26" y="156"/>
                        <a:pt x="52" y="156"/>
                        <a:pt x="78" y="156"/>
                      </a:cubicBezTo>
                      <a:cubicBezTo>
                        <a:pt x="78" y="130"/>
                        <a:pt x="78" y="105"/>
                        <a:pt x="78" y="78"/>
                      </a:cubicBezTo>
                      <a:cubicBezTo>
                        <a:pt x="130" y="78"/>
                        <a:pt x="181" y="78"/>
                        <a:pt x="234" y="78"/>
                      </a:cubicBezTo>
                      <a:cubicBezTo>
                        <a:pt x="234" y="52"/>
                        <a:pt x="234" y="27"/>
                        <a:pt x="234" y="0"/>
                      </a:cubicBezTo>
                      <a:close/>
                    </a:path>
                  </a:pathLst>
                </a:custGeom>
                <a:solidFill>
                  <a:srgbClr val="E24798"/>
                </a:solidFill>
                <a:ln w="496" cap="flat">
                  <a:noFill/>
                </a:ln>
              </p:spPr>
            </p:sp>
            <p:sp>
              <p:nvSpPr>
                <p:cNvPr id="906" name="ICON_ACTION_EYE_path_011"/>
                <p:cNvSpPr/>
                <p:nvPr/>
              </p:nvSpPr>
              <p:spPr>
                <a:xfrm>
                  <a:off x="491133" y="5655469"/>
                  <a:ext cx="68461" cy="843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391" h="664" fill="norm" stroke="0">
                      <a:moveTo>
                        <a:pt x="2031" y="0"/>
                      </a:moveTo>
                      <a:cubicBezTo>
                        <a:pt x="2521" y="0"/>
                        <a:pt x="3011" y="0"/>
                        <a:pt x="3516" y="0"/>
                      </a:cubicBezTo>
                      <a:cubicBezTo>
                        <a:pt x="3516" y="26"/>
                        <a:pt x="3516" y="52"/>
                        <a:pt x="3516" y="78"/>
                      </a:cubicBezTo>
                      <a:cubicBezTo>
                        <a:pt x="3748" y="78"/>
                        <a:pt x="3980" y="78"/>
                        <a:pt x="4219" y="78"/>
                      </a:cubicBezTo>
                      <a:cubicBezTo>
                        <a:pt x="4219" y="104"/>
                        <a:pt x="4219" y="130"/>
                        <a:pt x="4219" y="156"/>
                      </a:cubicBezTo>
                      <a:cubicBezTo>
                        <a:pt x="4228" y="156"/>
                        <a:pt x="4237" y="156"/>
                        <a:pt x="4247" y="156"/>
                      </a:cubicBezTo>
                      <a:cubicBezTo>
                        <a:pt x="4289" y="155"/>
                        <a:pt x="4331" y="154"/>
                        <a:pt x="4373" y="154"/>
                      </a:cubicBezTo>
                      <a:cubicBezTo>
                        <a:pt x="4387" y="153"/>
                        <a:pt x="4402" y="153"/>
                        <a:pt x="4417" y="153"/>
                      </a:cubicBezTo>
                      <a:cubicBezTo>
                        <a:pt x="4431" y="153"/>
                        <a:pt x="4445" y="153"/>
                        <a:pt x="4459" y="152"/>
                      </a:cubicBezTo>
                      <a:cubicBezTo>
                        <a:pt x="4472" y="152"/>
                        <a:pt x="4485" y="152"/>
                        <a:pt x="4498" y="152"/>
                      </a:cubicBezTo>
                      <a:cubicBezTo>
                        <a:pt x="4531" y="156"/>
                        <a:pt x="4531" y="156"/>
                        <a:pt x="4570" y="195"/>
                      </a:cubicBezTo>
                      <a:cubicBezTo>
                        <a:pt x="4606" y="203"/>
                        <a:pt x="4606" y="203"/>
                        <a:pt x="4650" y="206"/>
                      </a:cubicBezTo>
                      <a:cubicBezTo>
                        <a:pt x="4665" y="208"/>
                        <a:pt x="4681" y="209"/>
                        <a:pt x="4697" y="211"/>
                      </a:cubicBezTo>
                      <a:cubicBezTo>
                        <a:pt x="4713" y="212"/>
                        <a:pt x="4729" y="213"/>
                        <a:pt x="4746" y="215"/>
                      </a:cubicBezTo>
                      <a:cubicBezTo>
                        <a:pt x="4778" y="218"/>
                        <a:pt x="4810" y="220"/>
                        <a:pt x="4843" y="223"/>
                      </a:cubicBezTo>
                      <a:cubicBezTo>
                        <a:pt x="4857" y="225"/>
                        <a:pt x="4871" y="226"/>
                        <a:pt x="4886" y="227"/>
                      </a:cubicBezTo>
                      <a:cubicBezTo>
                        <a:pt x="4922" y="234"/>
                        <a:pt x="4922" y="234"/>
                        <a:pt x="4961" y="273"/>
                      </a:cubicBezTo>
                      <a:cubicBezTo>
                        <a:pt x="4988" y="280"/>
                        <a:pt x="4988" y="280"/>
                        <a:pt x="5019" y="282"/>
                      </a:cubicBezTo>
                      <a:cubicBezTo>
                        <a:pt x="5025" y="282"/>
                        <a:pt x="5025" y="282"/>
                        <a:pt x="5054" y="285"/>
                      </a:cubicBezTo>
                      <a:cubicBezTo>
                        <a:pt x="5066" y="286"/>
                        <a:pt x="5078" y="287"/>
                        <a:pt x="5090" y="288"/>
                      </a:cubicBezTo>
                      <a:cubicBezTo>
                        <a:pt x="5224" y="303"/>
                        <a:pt x="5290" y="337"/>
                        <a:pt x="5391" y="430"/>
                      </a:cubicBezTo>
                      <a:cubicBezTo>
                        <a:pt x="5313" y="417"/>
                        <a:pt x="5236" y="404"/>
                        <a:pt x="5156" y="391"/>
                      </a:cubicBezTo>
                      <a:cubicBezTo>
                        <a:pt x="5156" y="416"/>
                        <a:pt x="5156" y="442"/>
                        <a:pt x="5156" y="469"/>
                      </a:cubicBezTo>
                      <a:cubicBezTo>
                        <a:pt x="5130" y="462"/>
                        <a:pt x="5130" y="462"/>
                        <a:pt x="5000" y="430"/>
                      </a:cubicBezTo>
                      <a:cubicBezTo>
                        <a:pt x="5013" y="417"/>
                        <a:pt x="5026" y="404"/>
                        <a:pt x="5039" y="391"/>
                      </a:cubicBezTo>
                      <a:cubicBezTo>
                        <a:pt x="4903" y="339"/>
                        <a:pt x="4772" y="303"/>
                        <a:pt x="4627" y="287"/>
                      </a:cubicBezTo>
                      <a:cubicBezTo>
                        <a:pt x="4551" y="278"/>
                        <a:pt x="4486" y="261"/>
                        <a:pt x="4414" y="234"/>
                      </a:cubicBezTo>
                      <a:cubicBezTo>
                        <a:pt x="4412" y="241"/>
                        <a:pt x="4412" y="241"/>
                        <a:pt x="4404" y="273"/>
                      </a:cubicBezTo>
                      <a:cubicBezTo>
                        <a:pt x="4375" y="312"/>
                        <a:pt x="4375" y="312"/>
                        <a:pt x="4342" y="319"/>
                      </a:cubicBezTo>
                      <a:cubicBezTo>
                        <a:pt x="4300" y="320"/>
                        <a:pt x="4259" y="319"/>
                        <a:pt x="4216" y="317"/>
                      </a:cubicBezTo>
                      <a:cubicBezTo>
                        <a:pt x="4209" y="317"/>
                        <a:pt x="4209" y="317"/>
                        <a:pt x="4172" y="316"/>
                      </a:cubicBezTo>
                      <a:cubicBezTo>
                        <a:pt x="4135" y="315"/>
                        <a:pt x="4099" y="314"/>
                        <a:pt x="4062" y="312"/>
                      </a:cubicBezTo>
                      <a:cubicBezTo>
                        <a:pt x="4062" y="338"/>
                        <a:pt x="4062" y="364"/>
                        <a:pt x="4062" y="391"/>
                      </a:cubicBezTo>
                      <a:cubicBezTo>
                        <a:pt x="3959" y="391"/>
                        <a:pt x="3856" y="391"/>
                        <a:pt x="3750" y="391"/>
                      </a:cubicBezTo>
                      <a:cubicBezTo>
                        <a:pt x="3750" y="416"/>
                        <a:pt x="3750" y="442"/>
                        <a:pt x="3750" y="469"/>
                      </a:cubicBezTo>
                      <a:cubicBezTo>
                        <a:pt x="3802" y="469"/>
                        <a:pt x="3853" y="469"/>
                        <a:pt x="3906" y="469"/>
                      </a:cubicBezTo>
                      <a:cubicBezTo>
                        <a:pt x="3906" y="495"/>
                        <a:pt x="3906" y="520"/>
                        <a:pt x="3906" y="547"/>
                      </a:cubicBezTo>
                      <a:cubicBezTo>
                        <a:pt x="3919" y="560"/>
                        <a:pt x="3919" y="560"/>
                        <a:pt x="3984" y="625"/>
                      </a:cubicBezTo>
                      <a:cubicBezTo>
                        <a:pt x="3881" y="625"/>
                        <a:pt x="3778" y="625"/>
                        <a:pt x="3672" y="625"/>
                      </a:cubicBezTo>
                      <a:cubicBezTo>
                        <a:pt x="3672" y="599"/>
                        <a:pt x="3672" y="573"/>
                        <a:pt x="3672" y="547"/>
                      </a:cubicBezTo>
                      <a:cubicBezTo>
                        <a:pt x="3543" y="547"/>
                        <a:pt x="3414" y="547"/>
                        <a:pt x="3281" y="547"/>
                      </a:cubicBezTo>
                      <a:cubicBezTo>
                        <a:pt x="3281" y="521"/>
                        <a:pt x="3281" y="495"/>
                        <a:pt x="3281" y="469"/>
                      </a:cubicBezTo>
                      <a:cubicBezTo>
                        <a:pt x="2920" y="469"/>
                        <a:pt x="2559" y="469"/>
                        <a:pt x="2188" y="469"/>
                      </a:cubicBezTo>
                      <a:cubicBezTo>
                        <a:pt x="2188" y="495"/>
                        <a:pt x="2188" y="520"/>
                        <a:pt x="2188" y="547"/>
                      </a:cubicBezTo>
                      <a:cubicBezTo>
                        <a:pt x="2181" y="547"/>
                        <a:pt x="2181" y="547"/>
                        <a:pt x="2149" y="550"/>
                      </a:cubicBezTo>
                      <a:cubicBezTo>
                        <a:pt x="2101" y="554"/>
                        <a:pt x="2054" y="557"/>
                        <a:pt x="2006" y="561"/>
                      </a:cubicBezTo>
                      <a:cubicBezTo>
                        <a:pt x="1986" y="563"/>
                        <a:pt x="1965" y="565"/>
                        <a:pt x="1944" y="566"/>
                      </a:cubicBezTo>
                      <a:cubicBezTo>
                        <a:pt x="1915" y="569"/>
                        <a:pt x="1885" y="571"/>
                        <a:pt x="1856" y="574"/>
                      </a:cubicBezTo>
                      <a:cubicBezTo>
                        <a:pt x="1838" y="575"/>
                        <a:pt x="1820" y="576"/>
                        <a:pt x="1802" y="578"/>
                      </a:cubicBezTo>
                      <a:cubicBezTo>
                        <a:pt x="1758" y="586"/>
                        <a:pt x="1758" y="586"/>
                        <a:pt x="1719" y="625"/>
                      </a:cubicBezTo>
                      <a:cubicBezTo>
                        <a:pt x="1686" y="633"/>
                        <a:pt x="1686" y="633"/>
                        <a:pt x="1647" y="637"/>
                      </a:cubicBezTo>
                      <a:cubicBezTo>
                        <a:pt x="1633" y="639"/>
                        <a:pt x="1619" y="641"/>
                        <a:pt x="1604" y="642"/>
                      </a:cubicBezTo>
                      <a:cubicBezTo>
                        <a:pt x="1590" y="644"/>
                        <a:pt x="1575" y="645"/>
                        <a:pt x="1560" y="647"/>
                      </a:cubicBezTo>
                      <a:cubicBezTo>
                        <a:pt x="1545" y="649"/>
                        <a:pt x="1531" y="650"/>
                        <a:pt x="1515" y="652"/>
                      </a:cubicBezTo>
                      <a:cubicBezTo>
                        <a:pt x="1479" y="656"/>
                        <a:pt x="1443" y="660"/>
                        <a:pt x="1406" y="664"/>
                      </a:cubicBezTo>
                      <a:cubicBezTo>
                        <a:pt x="1406" y="638"/>
                        <a:pt x="1406" y="613"/>
                        <a:pt x="1406" y="586"/>
                      </a:cubicBezTo>
                      <a:cubicBezTo>
                        <a:pt x="1424" y="584"/>
                        <a:pt x="1441" y="581"/>
                        <a:pt x="1459" y="579"/>
                      </a:cubicBezTo>
                      <a:cubicBezTo>
                        <a:pt x="1599" y="559"/>
                        <a:pt x="1737" y="538"/>
                        <a:pt x="1875" y="508"/>
                      </a:cubicBezTo>
                      <a:cubicBezTo>
                        <a:pt x="1875" y="469"/>
                        <a:pt x="1875" y="430"/>
                        <a:pt x="1875" y="391"/>
                      </a:cubicBezTo>
                      <a:cubicBezTo>
                        <a:pt x="1849" y="391"/>
                        <a:pt x="1823" y="391"/>
                        <a:pt x="1797" y="391"/>
                      </a:cubicBezTo>
                      <a:cubicBezTo>
                        <a:pt x="1797" y="339"/>
                        <a:pt x="1797" y="288"/>
                        <a:pt x="1797" y="234"/>
                      </a:cubicBezTo>
                      <a:cubicBezTo>
                        <a:pt x="1720" y="234"/>
                        <a:pt x="1642" y="234"/>
                        <a:pt x="1562" y="234"/>
                      </a:cubicBezTo>
                      <a:cubicBezTo>
                        <a:pt x="1562" y="286"/>
                        <a:pt x="1562" y="337"/>
                        <a:pt x="1562" y="391"/>
                      </a:cubicBezTo>
                      <a:cubicBezTo>
                        <a:pt x="1459" y="391"/>
                        <a:pt x="1356" y="391"/>
                        <a:pt x="1250" y="391"/>
                      </a:cubicBezTo>
                      <a:cubicBezTo>
                        <a:pt x="1250" y="365"/>
                        <a:pt x="1250" y="339"/>
                        <a:pt x="1250" y="312"/>
                      </a:cubicBezTo>
                      <a:cubicBezTo>
                        <a:pt x="1245" y="313"/>
                        <a:pt x="1245" y="313"/>
                        <a:pt x="1217" y="315"/>
                      </a:cubicBezTo>
                      <a:cubicBezTo>
                        <a:pt x="1203" y="316"/>
                        <a:pt x="1189" y="317"/>
                        <a:pt x="1174" y="317"/>
                      </a:cubicBezTo>
                      <a:cubicBezTo>
                        <a:pt x="1160" y="318"/>
                        <a:pt x="1146" y="319"/>
                        <a:pt x="1132" y="320"/>
                      </a:cubicBezTo>
                      <a:cubicBezTo>
                        <a:pt x="1119" y="318"/>
                        <a:pt x="1107" y="315"/>
                        <a:pt x="1094" y="312"/>
                      </a:cubicBezTo>
                      <a:cubicBezTo>
                        <a:pt x="1072" y="273"/>
                        <a:pt x="1072" y="273"/>
                        <a:pt x="1055" y="234"/>
                      </a:cubicBezTo>
                      <a:cubicBezTo>
                        <a:pt x="991" y="244"/>
                        <a:pt x="927" y="253"/>
                        <a:pt x="863" y="263"/>
                      </a:cubicBezTo>
                      <a:cubicBezTo>
                        <a:pt x="841" y="267"/>
                        <a:pt x="820" y="270"/>
                        <a:pt x="798" y="273"/>
                      </a:cubicBezTo>
                      <a:cubicBezTo>
                        <a:pt x="664" y="293"/>
                        <a:pt x="547" y="319"/>
                        <a:pt x="430" y="391"/>
                      </a:cubicBezTo>
                      <a:cubicBezTo>
                        <a:pt x="443" y="416"/>
                        <a:pt x="455" y="442"/>
                        <a:pt x="469" y="469"/>
                      </a:cubicBezTo>
                      <a:cubicBezTo>
                        <a:pt x="314" y="469"/>
                        <a:pt x="159" y="469"/>
                        <a:pt x="0" y="469"/>
                      </a:cubicBezTo>
                      <a:cubicBezTo>
                        <a:pt x="0" y="443"/>
                        <a:pt x="0" y="417"/>
                        <a:pt x="0" y="391"/>
                      </a:cubicBezTo>
                      <a:cubicBezTo>
                        <a:pt x="103" y="391"/>
                        <a:pt x="206" y="391"/>
                        <a:pt x="312" y="391"/>
                      </a:cubicBezTo>
                      <a:cubicBezTo>
                        <a:pt x="312" y="365"/>
                        <a:pt x="312" y="339"/>
                        <a:pt x="312" y="312"/>
                      </a:cubicBezTo>
                      <a:cubicBezTo>
                        <a:pt x="468" y="250"/>
                        <a:pt x="615" y="222"/>
                        <a:pt x="782" y="209"/>
                      </a:cubicBezTo>
                      <a:cubicBezTo>
                        <a:pt x="789" y="208"/>
                        <a:pt x="789" y="208"/>
                        <a:pt x="826" y="205"/>
                      </a:cubicBezTo>
                      <a:cubicBezTo>
                        <a:pt x="832" y="204"/>
                        <a:pt x="832" y="204"/>
                        <a:pt x="865" y="202"/>
                      </a:cubicBezTo>
                      <a:cubicBezTo>
                        <a:pt x="898" y="195"/>
                        <a:pt x="898" y="195"/>
                        <a:pt x="938" y="156"/>
                      </a:cubicBezTo>
                      <a:cubicBezTo>
                        <a:pt x="974" y="153"/>
                        <a:pt x="1007" y="152"/>
                        <a:pt x="1044" y="152"/>
                      </a:cubicBezTo>
                      <a:cubicBezTo>
                        <a:pt x="1049" y="152"/>
                        <a:pt x="1049" y="152"/>
                        <a:pt x="1075" y="153"/>
                      </a:cubicBezTo>
                      <a:cubicBezTo>
                        <a:pt x="1108" y="153"/>
                        <a:pt x="1141" y="153"/>
                        <a:pt x="1174" y="154"/>
                      </a:cubicBezTo>
                      <a:cubicBezTo>
                        <a:pt x="1197" y="154"/>
                        <a:pt x="1219" y="154"/>
                        <a:pt x="1242" y="154"/>
                      </a:cubicBezTo>
                      <a:cubicBezTo>
                        <a:pt x="1296" y="155"/>
                        <a:pt x="1351" y="155"/>
                        <a:pt x="1406" y="156"/>
                      </a:cubicBezTo>
                      <a:cubicBezTo>
                        <a:pt x="1406" y="130"/>
                        <a:pt x="1406" y="105"/>
                        <a:pt x="1406" y="78"/>
                      </a:cubicBezTo>
                      <a:cubicBezTo>
                        <a:pt x="1612" y="78"/>
                        <a:pt x="1819" y="78"/>
                        <a:pt x="2031" y="78"/>
                      </a:cubicBezTo>
                      <a:cubicBezTo>
                        <a:pt x="2031" y="52"/>
                        <a:pt x="2031" y="27"/>
                        <a:pt x="2031" y="0"/>
                      </a:cubicBezTo>
                      <a:close/>
                      <a:moveTo>
                        <a:pt x="2500" y="78"/>
                      </a:moveTo>
                      <a:cubicBezTo>
                        <a:pt x="2500" y="104"/>
                        <a:pt x="2500" y="130"/>
                        <a:pt x="2500" y="156"/>
                      </a:cubicBezTo>
                      <a:cubicBezTo>
                        <a:pt x="2474" y="156"/>
                        <a:pt x="2448" y="156"/>
                        <a:pt x="2422" y="156"/>
                      </a:cubicBezTo>
                      <a:cubicBezTo>
                        <a:pt x="2422" y="182"/>
                        <a:pt x="2422" y="208"/>
                        <a:pt x="2422" y="234"/>
                      </a:cubicBezTo>
                      <a:cubicBezTo>
                        <a:pt x="2396" y="234"/>
                        <a:pt x="2370" y="234"/>
                        <a:pt x="2344" y="234"/>
                      </a:cubicBezTo>
                      <a:cubicBezTo>
                        <a:pt x="2344" y="260"/>
                        <a:pt x="2344" y="286"/>
                        <a:pt x="2344" y="312"/>
                      </a:cubicBezTo>
                      <a:cubicBezTo>
                        <a:pt x="2370" y="312"/>
                        <a:pt x="2395" y="312"/>
                        <a:pt x="2422" y="312"/>
                      </a:cubicBezTo>
                      <a:cubicBezTo>
                        <a:pt x="2422" y="338"/>
                        <a:pt x="2422" y="364"/>
                        <a:pt x="2422" y="391"/>
                      </a:cubicBezTo>
                      <a:cubicBezTo>
                        <a:pt x="2628" y="391"/>
                        <a:pt x="2834" y="391"/>
                        <a:pt x="3047" y="391"/>
                      </a:cubicBezTo>
                      <a:cubicBezTo>
                        <a:pt x="3047" y="365"/>
                        <a:pt x="3047" y="339"/>
                        <a:pt x="3047" y="312"/>
                      </a:cubicBezTo>
                      <a:cubicBezTo>
                        <a:pt x="3098" y="312"/>
                        <a:pt x="3150" y="312"/>
                        <a:pt x="3203" y="312"/>
                      </a:cubicBezTo>
                      <a:cubicBezTo>
                        <a:pt x="3203" y="287"/>
                        <a:pt x="3203" y="261"/>
                        <a:pt x="3203" y="234"/>
                      </a:cubicBezTo>
                      <a:cubicBezTo>
                        <a:pt x="3229" y="234"/>
                        <a:pt x="3255" y="234"/>
                        <a:pt x="3281" y="234"/>
                      </a:cubicBezTo>
                      <a:cubicBezTo>
                        <a:pt x="3281" y="183"/>
                        <a:pt x="3281" y="131"/>
                        <a:pt x="3281" y="78"/>
                      </a:cubicBezTo>
                      <a:cubicBezTo>
                        <a:pt x="3023" y="78"/>
                        <a:pt x="2766" y="78"/>
                        <a:pt x="2500" y="78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07" name="ICON_ACTION_EYE_path_012"/>
                <p:cNvSpPr/>
                <p:nvPr/>
              </p:nvSpPr>
              <p:spPr>
                <a:xfrm>
                  <a:off x="508496" y="5760145"/>
                  <a:ext cx="45145" cy="843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555" h="664" fill="norm" stroke="0">
                      <a:moveTo>
                        <a:pt x="2656" y="0"/>
                      </a:moveTo>
                      <a:cubicBezTo>
                        <a:pt x="2663" y="13"/>
                        <a:pt x="2663" y="13"/>
                        <a:pt x="2695" y="78"/>
                      </a:cubicBezTo>
                      <a:cubicBezTo>
                        <a:pt x="2657" y="91"/>
                        <a:pt x="2618" y="104"/>
                        <a:pt x="2578" y="117"/>
                      </a:cubicBezTo>
                      <a:cubicBezTo>
                        <a:pt x="2587" y="122"/>
                        <a:pt x="2595" y="127"/>
                        <a:pt x="2604" y="132"/>
                      </a:cubicBezTo>
                      <a:cubicBezTo>
                        <a:pt x="2636" y="151"/>
                        <a:pt x="2666" y="170"/>
                        <a:pt x="2695" y="195"/>
                      </a:cubicBezTo>
                      <a:cubicBezTo>
                        <a:pt x="2703" y="239"/>
                        <a:pt x="2703" y="239"/>
                        <a:pt x="2695" y="273"/>
                      </a:cubicBezTo>
                      <a:cubicBezTo>
                        <a:pt x="2721" y="273"/>
                        <a:pt x="2747" y="273"/>
                        <a:pt x="2773" y="273"/>
                      </a:cubicBezTo>
                      <a:cubicBezTo>
                        <a:pt x="2773" y="338"/>
                        <a:pt x="2773" y="402"/>
                        <a:pt x="2773" y="469"/>
                      </a:cubicBezTo>
                      <a:cubicBezTo>
                        <a:pt x="2834" y="464"/>
                        <a:pt x="2894" y="459"/>
                        <a:pt x="2955" y="454"/>
                      </a:cubicBezTo>
                      <a:cubicBezTo>
                        <a:pt x="2975" y="452"/>
                        <a:pt x="2996" y="451"/>
                        <a:pt x="3017" y="449"/>
                      </a:cubicBezTo>
                      <a:cubicBezTo>
                        <a:pt x="3046" y="447"/>
                        <a:pt x="3076" y="445"/>
                        <a:pt x="3105" y="442"/>
                      </a:cubicBezTo>
                      <a:cubicBezTo>
                        <a:pt x="3123" y="441"/>
                        <a:pt x="3141" y="439"/>
                        <a:pt x="3159" y="438"/>
                      </a:cubicBezTo>
                      <a:cubicBezTo>
                        <a:pt x="3203" y="430"/>
                        <a:pt x="3203" y="430"/>
                        <a:pt x="3242" y="391"/>
                      </a:cubicBezTo>
                      <a:cubicBezTo>
                        <a:pt x="3275" y="383"/>
                        <a:pt x="3275" y="383"/>
                        <a:pt x="3314" y="378"/>
                      </a:cubicBezTo>
                      <a:cubicBezTo>
                        <a:pt x="3321" y="377"/>
                        <a:pt x="3321" y="377"/>
                        <a:pt x="3357" y="373"/>
                      </a:cubicBezTo>
                      <a:cubicBezTo>
                        <a:pt x="3371" y="372"/>
                        <a:pt x="3386" y="370"/>
                        <a:pt x="3401" y="369"/>
                      </a:cubicBezTo>
                      <a:cubicBezTo>
                        <a:pt x="3416" y="367"/>
                        <a:pt x="3430" y="365"/>
                        <a:pt x="3446" y="364"/>
                      </a:cubicBezTo>
                      <a:cubicBezTo>
                        <a:pt x="3482" y="359"/>
                        <a:pt x="3518" y="355"/>
                        <a:pt x="3555" y="352"/>
                      </a:cubicBezTo>
                      <a:cubicBezTo>
                        <a:pt x="3555" y="377"/>
                        <a:pt x="3555" y="403"/>
                        <a:pt x="3555" y="430"/>
                      </a:cubicBezTo>
                      <a:cubicBezTo>
                        <a:pt x="3547" y="431"/>
                        <a:pt x="3539" y="432"/>
                        <a:pt x="3530" y="433"/>
                      </a:cubicBezTo>
                      <a:cubicBezTo>
                        <a:pt x="3494" y="437"/>
                        <a:pt x="3457" y="442"/>
                        <a:pt x="3420" y="447"/>
                      </a:cubicBezTo>
                      <a:cubicBezTo>
                        <a:pt x="3414" y="448"/>
                        <a:pt x="3414" y="448"/>
                        <a:pt x="3382" y="451"/>
                      </a:cubicBezTo>
                      <a:cubicBezTo>
                        <a:pt x="3370" y="453"/>
                        <a:pt x="3357" y="455"/>
                        <a:pt x="3345" y="456"/>
                      </a:cubicBezTo>
                      <a:cubicBezTo>
                        <a:pt x="3334" y="458"/>
                        <a:pt x="3322" y="459"/>
                        <a:pt x="3311" y="461"/>
                      </a:cubicBezTo>
                      <a:cubicBezTo>
                        <a:pt x="3281" y="469"/>
                        <a:pt x="3281" y="469"/>
                        <a:pt x="3242" y="508"/>
                      </a:cubicBezTo>
                      <a:cubicBezTo>
                        <a:pt x="3206" y="511"/>
                        <a:pt x="3172" y="512"/>
                        <a:pt x="3136" y="512"/>
                      </a:cubicBezTo>
                      <a:cubicBezTo>
                        <a:pt x="3131" y="512"/>
                        <a:pt x="3131" y="512"/>
                        <a:pt x="3104" y="511"/>
                      </a:cubicBezTo>
                      <a:cubicBezTo>
                        <a:pt x="3071" y="511"/>
                        <a:pt x="3038" y="511"/>
                        <a:pt x="3005" y="510"/>
                      </a:cubicBezTo>
                      <a:cubicBezTo>
                        <a:pt x="2983" y="510"/>
                        <a:pt x="2961" y="510"/>
                        <a:pt x="2938" y="510"/>
                      </a:cubicBezTo>
                      <a:cubicBezTo>
                        <a:pt x="2883" y="509"/>
                        <a:pt x="2828" y="509"/>
                        <a:pt x="2773" y="508"/>
                      </a:cubicBezTo>
                      <a:cubicBezTo>
                        <a:pt x="2773" y="534"/>
                        <a:pt x="2773" y="559"/>
                        <a:pt x="2773" y="586"/>
                      </a:cubicBezTo>
                      <a:cubicBezTo>
                        <a:pt x="2567" y="586"/>
                        <a:pt x="2361" y="586"/>
                        <a:pt x="2148" y="586"/>
                      </a:cubicBezTo>
                      <a:cubicBezTo>
                        <a:pt x="2148" y="612"/>
                        <a:pt x="2148" y="637"/>
                        <a:pt x="2148" y="664"/>
                      </a:cubicBezTo>
                      <a:cubicBezTo>
                        <a:pt x="1633" y="664"/>
                        <a:pt x="1117" y="664"/>
                        <a:pt x="586" y="664"/>
                      </a:cubicBezTo>
                      <a:cubicBezTo>
                        <a:pt x="586" y="638"/>
                        <a:pt x="586" y="613"/>
                        <a:pt x="586" y="586"/>
                      </a:cubicBezTo>
                      <a:cubicBezTo>
                        <a:pt x="547" y="562"/>
                        <a:pt x="547" y="562"/>
                        <a:pt x="508" y="547"/>
                      </a:cubicBezTo>
                      <a:cubicBezTo>
                        <a:pt x="534" y="547"/>
                        <a:pt x="559" y="547"/>
                        <a:pt x="586" y="547"/>
                      </a:cubicBezTo>
                      <a:cubicBezTo>
                        <a:pt x="586" y="482"/>
                        <a:pt x="586" y="418"/>
                        <a:pt x="586" y="352"/>
                      </a:cubicBezTo>
                      <a:cubicBezTo>
                        <a:pt x="650" y="326"/>
                        <a:pt x="715" y="300"/>
                        <a:pt x="781" y="273"/>
                      </a:cubicBezTo>
                      <a:cubicBezTo>
                        <a:pt x="556" y="205"/>
                        <a:pt x="352" y="185"/>
                        <a:pt x="117" y="195"/>
                      </a:cubicBezTo>
                      <a:cubicBezTo>
                        <a:pt x="117" y="189"/>
                        <a:pt x="117" y="189"/>
                        <a:pt x="119" y="158"/>
                      </a:cubicBezTo>
                      <a:cubicBezTo>
                        <a:pt x="117" y="117"/>
                        <a:pt x="117" y="117"/>
                        <a:pt x="92" y="92"/>
                      </a:cubicBezTo>
                      <a:cubicBezTo>
                        <a:pt x="81" y="86"/>
                        <a:pt x="70" y="80"/>
                        <a:pt x="59" y="73"/>
                      </a:cubicBezTo>
                      <a:cubicBezTo>
                        <a:pt x="39" y="62"/>
                        <a:pt x="20" y="51"/>
                        <a:pt x="0" y="39"/>
                      </a:cubicBezTo>
                      <a:cubicBezTo>
                        <a:pt x="90" y="39"/>
                        <a:pt x="180" y="39"/>
                        <a:pt x="273" y="39"/>
                      </a:cubicBezTo>
                      <a:cubicBezTo>
                        <a:pt x="273" y="65"/>
                        <a:pt x="273" y="91"/>
                        <a:pt x="273" y="117"/>
                      </a:cubicBezTo>
                      <a:cubicBezTo>
                        <a:pt x="283" y="117"/>
                        <a:pt x="292" y="117"/>
                        <a:pt x="302" y="117"/>
                      </a:cubicBezTo>
                      <a:cubicBezTo>
                        <a:pt x="343" y="116"/>
                        <a:pt x="385" y="115"/>
                        <a:pt x="427" y="115"/>
                      </a:cubicBezTo>
                      <a:cubicBezTo>
                        <a:pt x="442" y="114"/>
                        <a:pt x="456" y="114"/>
                        <a:pt x="471" y="114"/>
                      </a:cubicBezTo>
                      <a:cubicBezTo>
                        <a:pt x="485" y="114"/>
                        <a:pt x="499" y="114"/>
                        <a:pt x="514" y="113"/>
                      </a:cubicBezTo>
                      <a:cubicBezTo>
                        <a:pt x="527" y="113"/>
                        <a:pt x="540" y="113"/>
                        <a:pt x="553" y="113"/>
                      </a:cubicBezTo>
                      <a:cubicBezTo>
                        <a:pt x="586" y="117"/>
                        <a:pt x="586" y="117"/>
                        <a:pt x="625" y="156"/>
                      </a:cubicBezTo>
                      <a:cubicBezTo>
                        <a:pt x="669" y="161"/>
                        <a:pt x="711" y="163"/>
                        <a:pt x="755" y="164"/>
                      </a:cubicBezTo>
                      <a:cubicBezTo>
                        <a:pt x="768" y="165"/>
                        <a:pt x="782" y="165"/>
                        <a:pt x="795" y="165"/>
                      </a:cubicBezTo>
                      <a:cubicBezTo>
                        <a:pt x="840" y="167"/>
                        <a:pt x="884" y="168"/>
                        <a:pt x="928" y="169"/>
                      </a:cubicBezTo>
                      <a:cubicBezTo>
                        <a:pt x="958" y="169"/>
                        <a:pt x="989" y="170"/>
                        <a:pt x="1020" y="171"/>
                      </a:cubicBezTo>
                      <a:cubicBezTo>
                        <a:pt x="1100" y="173"/>
                        <a:pt x="1181" y="175"/>
                        <a:pt x="1261" y="177"/>
                      </a:cubicBezTo>
                      <a:cubicBezTo>
                        <a:pt x="1344" y="179"/>
                        <a:pt x="1426" y="181"/>
                        <a:pt x="1508" y="183"/>
                      </a:cubicBezTo>
                      <a:cubicBezTo>
                        <a:pt x="1669" y="188"/>
                        <a:pt x="1831" y="191"/>
                        <a:pt x="1992" y="195"/>
                      </a:cubicBezTo>
                      <a:cubicBezTo>
                        <a:pt x="1992" y="170"/>
                        <a:pt x="1992" y="144"/>
                        <a:pt x="1992" y="117"/>
                      </a:cubicBezTo>
                      <a:cubicBezTo>
                        <a:pt x="2147" y="117"/>
                        <a:pt x="2302" y="117"/>
                        <a:pt x="2461" y="117"/>
                      </a:cubicBezTo>
                      <a:cubicBezTo>
                        <a:pt x="2461" y="91"/>
                        <a:pt x="2461" y="66"/>
                        <a:pt x="2461" y="39"/>
                      </a:cubicBezTo>
                      <a:cubicBezTo>
                        <a:pt x="2493" y="33"/>
                        <a:pt x="2493" y="33"/>
                        <a:pt x="2656" y="0"/>
                      </a:cubicBezTo>
                      <a:close/>
                      <a:moveTo>
                        <a:pt x="1055" y="273"/>
                      </a:moveTo>
                      <a:cubicBezTo>
                        <a:pt x="1055" y="351"/>
                        <a:pt x="1055" y="428"/>
                        <a:pt x="1055" y="508"/>
                      </a:cubicBezTo>
                      <a:cubicBezTo>
                        <a:pt x="1080" y="508"/>
                        <a:pt x="1106" y="508"/>
                        <a:pt x="1133" y="508"/>
                      </a:cubicBezTo>
                      <a:cubicBezTo>
                        <a:pt x="1133" y="534"/>
                        <a:pt x="1133" y="559"/>
                        <a:pt x="1133" y="586"/>
                      </a:cubicBezTo>
                      <a:cubicBezTo>
                        <a:pt x="1313" y="586"/>
                        <a:pt x="1494" y="586"/>
                        <a:pt x="1680" y="586"/>
                      </a:cubicBezTo>
                      <a:cubicBezTo>
                        <a:pt x="1680" y="560"/>
                        <a:pt x="1680" y="534"/>
                        <a:pt x="1680" y="508"/>
                      </a:cubicBezTo>
                      <a:cubicBezTo>
                        <a:pt x="1705" y="508"/>
                        <a:pt x="1731" y="508"/>
                        <a:pt x="1758" y="508"/>
                      </a:cubicBezTo>
                      <a:cubicBezTo>
                        <a:pt x="1758" y="482"/>
                        <a:pt x="1758" y="456"/>
                        <a:pt x="1758" y="430"/>
                      </a:cubicBezTo>
                      <a:cubicBezTo>
                        <a:pt x="1706" y="430"/>
                        <a:pt x="1655" y="430"/>
                        <a:pt x="1602" y="430"/>
                      </a:cubicBezTo>
                      <a:cubicBezTo>
                        <a:pt x="1602" y="404"/>
                        <a:pt x="1602" y="378"/>
                        <a:pt x="1602" y="352"/>
                      </a:cubicBezTo>
                      <a:cubicBezTo>
                        <a:pt x="1524" y="352"/>
                        <a:pt x="1447" y="352"/>
                        <a:pt x="1367" y="352"/>
                      </a:cubicBezTo>
                      <a:cubicBezTo>
                        <a:pt x="1367" y="326"/>
                        <a:pt x="1367" y="300"/>
                        <a:pt x="1367" y="273"/>
                      </a:cubicBezTo>
                      <a:cubicBezTo>
                        <a:pt x="1264" y="273"/>
                        <a:pt x="1161" y="273"/>
                        <a:pt x="1055" y="273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08" name="ICON_ACTION_EYE_path_013"/>
                <p:cNvSpPr/>
                <p:nvPr/>
              </p:nvSpPr>
              <p:spPr>
                <a:xfrm>
                  <a:off x="574428" y="5695652"/>
                  <a:ext cx="6002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73" h="2500" fill="norm" stroke="0">
                      <a:moveTo>
                        <a:pt x="4" y="0"/>
                      </a:moveTo>
                      <a:cubicBezTo>
                        <a:pt x="42" y="6"/>
                        <a:pt x="42" y="6"/>
                        <a:pt x="238" y="39"/>
                      </a:cubicBezTo>
                      <a:cubicBezTo>
                        <a:pt x="238" y="65"/>
                        <a:pt x="238" y="91"/>
                        <a:pt x="238" y="117"/>
                      </a:cubicBezTo>
                      <a:cubicBezTo>
                        <a:pt x="264" y="117"/>
                        <a:pt x="290" y="117"/>
                        <a:pt x="316" y="117"/>
                      </a:cubicBezTo>
                      <a:cubicBezTo>
                        <a:pt x="316" y="169"/>
                        <a:pt x="316" y="220"/>
                        <a:pt x="316" y="273"/>
                      </a:cubicBezTo>
                      <a:cubicBezTo>
                        <a:pt x="342" y="273"/>
                        <a:pt x="368" y="273"/>
                        <a:pt x="394" y="273"/>
                      </a:cubicBezTo>
                      <a:cubicBezTo>
                        <a:pt x="394" y="325"/>
                        <a:pt x="394" y="377"/>
                        <a:pt x="394" y="430"/>
                      </a:cubicBezTo>
                      <a:cubicBezTo>
                        <a:pt x="420" y="430"/>
                        <a:pt x="446" y="430"/>
                        <a:pt x="473" y="430"/>
                      </a:cubicBezTo>
                      <a:cubicBezTo>
                        <a:pt x="473" y="636"/>
                        <a:pt x="473" y="842"/>
                        <a:pt x="473" y="1055"/>
                      </a:cubicBezTo>
                      <a:cubicBezTo>
                        <a:pt x="421" y="1055"/>
                        <a:pt x="369" y="1055"/>
                        <a:pt x="316" y="1055"/>
                      </a:cubicBezTo>
                      <a:cubicBezTo>
                        <a:pt x="316" y="1080"/>
                        <a:pt x="316" y="1106"/>
                        <a:pt x="316" y="1133"/>
                      </a:cubicBezTo>
                      <a:cubicBezTo>
                        <a:pt x="291" y="1133"/>
                        <a:pt x="265" y="1133"/>
                        <a:pt x="238" y="1133"/>
                      </a:cubicBezTo>
                      <a:cubicBezTo>
                        <a:pt x="238" y="1149"/>
                        <a:pt x="239" y="1165"/>
                        <a:pt x="239" y="1182"/>
                      </a:cubicBezTo>
                      <a:cubicBezTo>
                        <a:pt x="240" y="1244"/>
                        <a:pt x="240" y="1306"/>
                        <a:pt x="240" y="1368"/>
                      </a:cubicBezTo>
                      <a:cubicBezTo>
                        <a:pt x="241" y="1395"/>
                        <a:pt x="241" y="1421"/>
                        <a:pt x="241" y="1448"/>
                      </a:cubicBezTo>
                      <a:cubicBezTo>
                        <a:pt x="245" y="1766"/>
                        <a:pt x="195" y="2053"/>
                        <a:pt x="92" y="2354"/>
                      </a:cubicBezTo>
                      <a:cubicBezTo>
                        <a:pt x="75" y="2402"/>
                        <a:pt x="59" y="2451"/>
                        <a:pt x="43" y="2500"/>
                      </a:cubicBezTo>
                      <a:cubicBezTo>
                        <a:pt x="30" y="2500"/>
                        <a:pt x="17" y="2500"/>
                        <a:pt x="4" y="2500"/>
                      </a:cubicBezTo>
                      <a:cubicBezTo>
                        <a:pt x="3" y="2468"/>
                        <a:pt x="2" y="2437"/>
                        <a:pt x="1" y="2405"/>
                      </a:cubicBezTo>
                      <a:cubicBezTo>
                        <a:pt x="1" y="2396"/>
                        <a:pt x="1" y="2396"/>
                        <a:pt x="0" y="2351"/>
                      </a:cubicBezTo>
                      <a:cubicBezTo>
                        <a:pt x="4" y="2305"/>
                        <a:pt x="4" y="2305"/>
                        <a:pt x="43" y="2266"/>
                      </a:cubicBezTo>
                      <a:cubicBezTo>
                        <a:pt x="50" y="2237"/>
                        <a:pt x="50" y="2237"/>
                        <a:pt x="54" y="2203"/>
                      </a:cubicBezTo>
                      <a:cubicBezTo>
                        <a:pt x="55" y="2191"/>
                        <a:pt x="57" y="2179"/>
                        <a:pt x="58" y="2167"/>
                      </a:cubicBezTo>
                      <a:cubicBezTo>
                        <a:pt x="59" y="2161"/>
                        <a:pt x="59" y="2161"/>
                        <a:pt x="62" y="2129"/>
                      </a:cubicBezTo>
                      <a:cubicBezTo>
                        <a:pt x="65" y="2104"/>
                        <a:pt x="68" y="2079"/>
                        <a:pt x="71" y="2054"/>
                      </a:cubicBezTo>
                      <a:cubicBezTo>
                        <a:pt x="72" y="2049"/>
                        <a:pt x="72" y="2049"/>
                        <a:pt x="75" y="2021"/>
                      </a:cubicBezTo>
                      <a:cubicBezTo>
                        <a:pt x="82" y="1992"/>
                        <a:pt x="82" y="1992"/>
                        <a:pt x="121" y="1953"/>
                      </a:cubicBezTo>
                      <a:cubicBezTo>
                        <a:pt x="126" y="1911"/>
                        <a:pt x="128" y="1872"/>
                        <a:pt x="129" y="1830"/>
                      </a:cubicBezTo>
                      <a:cubicBezTo>
                        <a:pt x="129" y="1818"/>
                        <a:pt x="130" y="1805"/>
                        <a:pt x="130" y="1792"/>
                      </a:cubicBezTo>
                      <a:cubicBezTo>
                        <a:pt x="131" y="1751"/>
                        <a:pt x="132" y="1709"/>
                        <a:pt x="133" y="1667"/>
                      </a:cubicBezTo>
                      <a:cubicBezTo>
                        <a:pt x="134" y="1638"/>
                        <a:pt x="135" y="1610"/>
                        <a:pt x="136" y="1581"/>
                      </a:cubicBezTo>
                      <a:cubicBezTo>
                        <a:pt x="138" y="1505"/>
                        <a:pt x="140" y="1429"/>
                        <a:pt x="142" y="1353"/>
                      </a:cubicBezTo>
                      <a:cubicBezTo>
                        <a:pt x="144" y="1275"/>
                        <a:pt x="146" y="1198"/>
                        <a:pt x="148" y="1120"/>
                      </a:cubicBezTo>
                      <a:cubicBezTo>
                        <a:pt x="152" y="968"/>
                        <a:pt x="156" y="816"/>
                        <a:pt x="160" y="664"/>
                      </a:cubicBezTo>
                      <a:cubicBezTo>
                        <a:pt x="134" y="664"/>
                        <a:pt x="109" y="664"/>
                        <a:pt x="82" y="664"/>
                      </a:cubicBezTo>
                      <a:cubicBezTo>
                        <a:pt x="82" y="535"/>
                        <a:pt x="82" y="406"/>
                        <a:pt x="82" y="273"/>
                      </a:cubicBezTo>
                      <a:cubicBezTo>
                        <a:pt x="56" y="273"/>
                        <a:pt x="30" y="273"/>
                        <a:pt x="4" y="273"/>
                      </a:cubicBezTo>
                      <a:cubicBezTo>
                        <a:pt x="4" y="183"/>
                        <a:pt x="4" y="93"/>
                        <a:pt x="4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09" name="ICON_ACTION_EYE_path_014"/>
                <p:cNvSpPr/>
                <p:nvPr/>
              </p:nvSpPr>
              <p:spPr>
                <a:xfrm>
                  <a:off x="415727" y="5692180"/>
                  <a:ext cx="20340" cy="2083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602" h="1641" fill="norm" stroke="0">
                      <a:moveTo>
                        <a:pt x="1484" y="0"/>
                      </a:moveTo>
                      <a:cubicBezTo>
                        <a:pt x="1523" y="13"/>
                        <a:pt x="1562" y="26"/>
                        <a:pt x="1602" y="39"/>
                      </a:cubicBezTo>
                      <a:cubicBezTo>
                        <a:pt x="1588" y="51"/>
                        <a:pt x="1574" y="64"/>
                        <a:pt x="1559" y="77"/>
                      </a:cubicBezTo>
                      <a:cubicBezTo>
                        <a:pt x="1114" y="474"/>
                        <a:pt x="1114" y="474"/>
                        <a:pt x="1086" y="667"/>
                      </a:cubicBezTo>
                      <a:cubicBezTo>
                        <a:pt x="1083" y="732"/>
                        <a:pt x="1085" y="794"/>
                        <a:pt x="1094" y="859"/>
                      </a:cubicBezTo>
                      <a:cubicBezTo>
                        <a:pt x="1042" y="859"/>
                        <a:pt x="991" y="859"/>
                        <a:pt x="938" y="859"/>
                      </a:cubicBezTo>
                      <a:cubicBezTo>
                        <a:pt x="938" y="885"/>
                        <a:pt x="938" y="911"/>
                        <a:pt x="938" y="938"/>
                      </a:cubicBezTo>
                      <a:cubicBezTo>
                        <a:pt x="912" y="938"/>
                        <a:pt x="886" y="938"/>
                        <a:pt x="859" y="938"/>
                      </a:cubicBezTo>
                      <a:cubicBezTo>
                        <a:pt x="859" y="963"/>
                        <a:pt x="859" y="989"/>
                        <a:pt x="859" y="1016"/>
                      </a:cubicBezTo>
                      <a:cubicBezTo>
                        <a:pt x="834" y="1016"/>
                        <a:pt x="808" y="1016"/>
                        <a:pt x="781" y="1016"/>
                      </a:cubicBezTo>
                      <a:cubicBezTo>
                        <a:pt x="781" y="1067"/>
                        <a:pt x="781" y="1119"/>
                        <a:pt x="781" y="1172"/>
                      </a:cubicBezTo>
                      <a:cubicBezTo>
                        <a:pt x="755" y="1172"/>
                        <a:pt x="730" y="1172"/>
                        <a:pt x="703" y="1172"/>
                      </a:cubicBezTo>
                      <a:cubicBezTo>
                        <a:pt x="703" y="1198"/>
                        <a:pt x="703" y="1223"/>
                        <a:pt x="703" y="1250"/>
                      </a:cubicBezTo>
                      <a:cubicBezTo>
                        <a:pt x="626" y="1250"/>
                        <a:pt x="548" y="1250"/>
                        <a:pt x="469" y="1250"/>
                      </a:cubicBezTo>
                      <a:cubicBezTo>
                        <a:pt x="469" y="1276"/>
                        <a:pt x="469" y="1302"/>
                        <a:pt x="469" y="1328"/>
                      </a:cubicBezTo>
                      <a:cubicBezTo>
                        <a:pt x="443" y="1328"/>
                        <a:pt x="417" y="1328"/>
                        <a:pt x="391" y="1328"/>
                      </a:cubicBezTo>
                      <a:cubicBezTo>
                        <a:pt x="391" y="1354"/>
                        <a:pt x="391" y="1380"/>
                        <a:pt x="391" y="1406"/>
                      </a:cubicBezTo>
                      <a:cubicBezTo>
                        <a:pt x="365" y="1406"/>
                        <a:pt x="339" y="1406"/>
                        <a:pt x="312" y="1406"/>
                      </a:cubicBezTo>
                      <a:cubicBezTo>
                        <a:pt x="312" y="1432"/>
                        <a:pt x="312" y="1458"/>
                        <a:pt x="312" y="1484"/>
                      </a:cubicBezTo>
                      <a:cubicBezTo>
                        <a:pt x="261" y="1484"/>
                        <a:pt x="209" y="1484"/>
                        <a:pt x="156" y="1484"/>
                      </a:cubicBezTo>
                      <a:cubicBezTo>
                        <a:pt x="156" y="1510"/>
                        <a:pt x="156" y="1536"/>
                        <a:pt x="156" y="1562"/>
                      </a:cubicBezTo>
                      <a:cubicBezTo>
                        <a:pt x="122" y="1587"/>
                        <a:pt x="122" y="1587"/>
                        <a:pt x="78" y="1606"/>
                      </a:cubicBezTo>
                      <a:cubicBezTo>
                        <a:pt x="71" y="1610"/>
                        <a:pt x="71" y="1610"/>
                        <a:pt x="34" y="1626"/>
                      </a:cubicBezTo>
                      <a:cubicBezTo>
                        <a:pt x="23" y="1631"/>
                        <a:pt x="12" y="1636"/>
                        <a:pt x="0" y="1641"/>
                      </a:cubicBezTo>
                      <a:cubicBezTo>
                        <a:pt x="0" y="1589"/>
                        <a:pt x="0" y="1538"/>
                        <a:pt x="0" y="1484"/>
                      </a:cubicBezTo>
                      <a:cubicBezTo>
                        <a:pt x="26" y="1484"/>
                        <a:pt x="52" y="1484"/>
                        <a:pt x="78" y="1484"/>
                      </a:cubicBezTo>
                      <a:cubicBezTo>
                        <a:pt x="78" y="1459"/>
                        <a:pt x="78" y="1433"/>
                        <a:pt x="78" y="1406"/>
                      </a:cubicBezTo>
                      <a:cubicBezTo>
                        <a:pt x="104" y="1406"/>
                        <a:pt x="130" y="1406"/>
                        <a:pt x="156" y="1406"/>
                      </a:cubicBezTo>
                      <a:cubicBezTo>
                        <a:pt x="156" y="1380"/>
                        <a:pt x="156" y="1355"/>
                        <a:pt x="156" y="1328"/>
                      </a:cubicBezTo>
                      <a:cubicBezTo>
                        <a:pt x="182" y="1328"/>
                        <a:pt x="208" y="1328"/>
                        <a:pt x="234" y="1328"/>
                      </a:cubicBezTo>
                      <a:cubicBezTo>
                        <a:pt x="234" y="1302"/>
                        <a:pt x="234" y="1277"/>
                        <a:pt x="234" y="1250"/>
                      </a:cubicBezTo>
                      <a:cubicBezTo>
                        <a:pt x="260" y="1250"/>
                        <a:pt x="286" y="1250"/>
                        <a:pt x="312" y="1250"/>
                      </a:cubicBezTo>
                      <a:cubicBezTo>
                        <a:pt x="312" y="1224"/>
                        <a:pt x="312" y="1198"/>
                        <a:pt x="312" y="1172"/>
                      </a:cubicBezTo>
                      <a:cubicBezTo>
                        <a:pt x="338" y="1172"/>
                        <a:pt x="364" y="1172"/>
                        <a:pt x="391" y="1172"/>
                      </a:cubicBezTo>
                      <a:cubicBezTo>
                        <a:pt x="391" y="1146"/>
                        <a:pt x="391" y="1120"/>
                        <a:pt x="391" y="1094"/>
                      </a:cubicBezTo>
                      <a:cubicBezTo>
                        <a:pt x="416" y="1094"/>
                        <a:pt x="442" y="1094"/>
                        <a:pt x="469" y="1094"/>
                      </a:cubicBezTo>
                      <a:cubicBezTo>
                        <a:pt x="469" y="1068"/>
                        <a:pt x="469" y="1042"/>
                        <a:pt x="469" y="1016"/>
                      </a:cubicBezTo>
                      <a:cubicBezTo>
                        <a:pt x="495" y="1016"/>
                        <a:pt x="520" y="1016"/>
                        <a:pt x="547" y="1016"/>
                      </a:cubicBezTo>
                      <a:cubicBezTo>
                        <a:pt x="547" y="990"/>
                        <a:pt x="547" y="964"/>
                        <a:pt x="547" y="938"/>
                      </a:cubicBezTo>
                      <a:cubicBezTo>
                        <a:pt x="573" y="938"/>
                        <a:pt x="598" y="938"/>
                        <a:pt x="625" y="938"/>
                      </a:cubicBezTo>
                      <a:cubicBezTo>
                        <a:pt x="625" y="886"/>
                        <a:pt x="625" y="834"/>
                        <a:pt x="625" y="781"/>
                      </a:cubicBezTo>
                      <a:cubicBezTo>
                        <a:pt x="651" y="781"/>
                        <a:pt x="677" y="781"/>
                        <a:pt x="703" y="781"/>
                      </a:cubicBezTo>
                      <a:cubicBezTo>
                        <a:pt x="703" y="755"/>
                        <a:pt x="703" y="730"/>
                        <a:pt x="703" y="703"/>
                      </a:cubicBezTo>
                      <a:cubicBezTo>
                        <a:pt x="729" y="703"/>
                        <a:pt x="755" y="703"/>
                        <a:pt x="781" y="703"/>
                      </a:cubicBezTo>
                      <a:cubicBezTo>
                        <a:pt x="781" y="677"/>
                        <a:pt x="781" y="652"/>
                        <a:pt x="781" y="625"/>
                      </a:cubicBezTo>
                      <a:cubicBezTo>
                        <a:pt x="807" y="625"/>
                        <a:pt x="833" y="625"/>
                        <a:pt x="859" y="625"/>
                      </a:cubicBezTo>
                      <a:cubicBezTo>
                        <a:pt x="859" y="599"/>
                        <a:pt x="859" y="573"/>
                        <a:pt x="859" y="547"/>
                      </a:cubicBezTo>
                      <a:cubicBezTo>
                        <a:pt x="885" y="547"/>
                        <a:pt x="911" y="547"/>
                        <a:pt x="938" y="547"/>
                      </a:cubicBezTo>
                      <a:cubicBezTo>
                        <a:pt x="938" y="521"/>
                        <a:pt x="938" y="495"/>
                        <a:pt x="938" y="469"/>
                      </a:cubicBezTo>
                      <a:cubicBezTo>
                        <a:pt x="989" y="469"/>
                        <a:pt x="1041" y="469"/>
                        <a:pt x="1094" y="469"/>
                      </a:cubicBezTo>
                      <a:cubicBezTo>
                        <a:pt x="1094" y="443"/>
                        <a:pt x="1094" y="417"/>
                        <a:pt x="1094" y="391"/>
                      </a:cubicBezTo>
                      <a:cubicBezTo>
                        <a:pt x="1120" y="391"/>
                        <a:pt x="1145" y="391"/>
                        <a:pt x="1172" y="391"/>
                      </a:cubicBezTo>
                      <a:cubicBezTo>
                        <a:pt x="1172" y="365"/>
                        <a:pt x="1172" y="339"/>
                        <a:pt x="1172" y="312"/>
                      </a:cubicBezTo>
                      <a:cubicBezTo>
                        <a:pt x="1198" y="312"/>
                        <a:pt x="1223" y="312"/>
                        <a:pt x="1250" y="312"/>
                      </a:cubicBezTo>
                      <a:cubicBezTo>
                        <a:pt x="1250" y="287"/>
                        <a:pt x="1250" y="261"/>
                        <a:pt x="1250" y="234"/>
                      </a:cubicBezTo>
                      <a:cubicBezTo>
                        <a:pt x="1276" y="234"/>
                        <a:pt x="1302" y="234"/>
                        <a:pt x="1328" y="234"/>
                      </a:cubicBezTo>
                      <a:cubicBezTo>
                        <a:pt x="1328" y="209"/>
                        <a:pt x="1328" y="183"/>
                        <a:pt x="1328" y="156"/>
                      </a:cubicBezTo>
                      <a:cubicBezTo>
                        <a:pt x="1354" y="156"/>
                        <a:pt x="1380" y="156"/>
                        <a:pt x="1406" y="156"/>
                      </a:cubicBezTo>
                      <a:cubicBezTo>
                        <a:pt x="1406" y="130"/>
                        <a:pt x="1406" y="105"/>
                        <a:pt x="1406" y="78"/>
                      </a:cubicBezTo>
                      <a:cubicBezTo>
                        <a:pt x="1432" y="78"/>
                        <a:pt x="1458" y="78"/>
                        <a:pt x="1484" y="78"/>
                      </a:cubicBezTo>
                      <a:cubicBezTo>
                        <a:pt x="1484" y="52"/>
                        <a:pt x="1484" y="27"/>
                        <a:pt x="1484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10" name="ICON_ACTION_EYE_path_015"/>
                <p:cNvSpPr/>
                <p:nvPr/>
              </p:nvSpPr>
              <p:spPr>
                <a:xfrm>
                  <a:off x="559594" y="5727402"/>
                  <a:ext cx="16867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28" h="1875" fill="norm" stroke="0">
                      <a:moveTo>
                        <a:pt x="1133" y="0"/>
                      </a:moveTo>
                      <a:cubicBezTo>
                        <a:pt x="1153" y="18"/>
                        <a:pt x="1172" y="36"/>
                        <a:pt x="1191" y="54"/>
                      </a:cubicBezTo>
                      <a:cubicBezTo>
                        <a:pt x="1202" y="64"/>
                        <a:pt x="1213" y="74"/>
                        <a:pt x="1224" y="84"/>
                      </a:cubicBezTo>
                      <a:cubicBezTo>
                        <a:pt x="1255" y="124"/>
                        <a:pt x="1255" y="146"/>
                        <a:pt x="1250" y="195"/>
                      </a:cubicBezTo>
                      <a:cubicBezTo>
                        <a:pt x="1276" y="195"/>
                        <a:pt x="1302" y="195"/>
                        <a:pt x="1328" y="195"/>
                      </a:cubicBezTo>
                      <a:cubicBezTo>
                        <a:pt x="1328" y="298"/>
                        <a:pt x="1328" y="402"/>
                        <a:pt x="1328" y="508"/>
                      </a:cubicBezTo>
                      <a:cubicBezTo>
                        <a:pt x="1302" y="508"/>
                        <a:pt x="1277" y="508"/>
                        <a:pt x="1250" y="508"/>
                      </a:cubicBezTo>
                      <a:cubicBezTo>
                        <a:pt x="1250" y="534"/>
                        <a:pt x="1250" y="559"/>
                        <a:pt x="1250" y="586"/>
                      </a:cubicBezTo>
                      <a:cubicBezTo>
                        <a:pt x="1224" y="586"/>
                        <a:pt x="1198" y="586"/>
                        <a:pt x="1172" y="586"/>
                      </a:cubicBezTo>
                      <a:cubicBezTo>
                        <a:pt x="1172" y="663"/>
                        <a:pt x="1172" y="741"/>
                        <a:pt x="1172" y="820"/>
                      </a:cubicBezTo>
                      <a:cubicBezTo>
                        <a:pt x="1146" y="820"/>
                        <a:pt x="1120" y="820"/>
                        <a:pt x="1094" y="820"/>
                      </a:cubicBezTo>
                      <a:cubicBezTo>
                        <a:pt x="1094" y="846"/>
                        <a:pt x="1094" y="872"/>
                        <a:pt x="1094" y="898"/>
                      </a:cubicBezTo>
                      <a:cubicBezTo>
                        <a:pt x="1068" y="898"/>
                        <a:pt x="1042" y="898"/>
                        <a:pt x="1016" y="898"/>
                      </a:cubicBezTo>
                      <a:cubicBezTo>
                        <a:pt x="1016" y="924"/>
                        <a:pt x="1016" y="950"/>
                        <a:pt x="1016" y="977"/>
                      </a:cubicBezTo>
                      <a:cubicBezTo>
                        <a:pt x="1001" y="980"/>
                        <a:pt x="986" y="983"/>
                        <a:pt x="971" y="987"/>
                      </a:cubicBezTo>
                      <a:cubicBezTo>
                        <a:pt x="853" y="1018"/>
                        <a:pt x="763" y="1057"/>
                        <a:pt x="676" y="1145"/>
                      </a:cubicBezTo>
                      <a:cubicBezTo>
                        <a:pt x="669" y="1152"/>
                        <a:pt x="661" y="1160"/>
                        <a:pt x="654" y="1167"/>
                      </a:cubicBezTo>
                      <a:cubicBezTo>
                        <a:pt x="604" y="1220"/>
                        <a:pt x="571" y="1277"/>
                        <a:pt x="536" y="1340"/>
                      </a:cubicBezTo>
                      <a:cubicBezTo>
                        <a:pt x="461" y="1471"/>
                        <a:pt x="354" y="1569"/>
                        <a:pt x="247" y="1672"/>
                      </a:cubicBezTo>
                      <a:cubicBezTo>
                        <a:pt x="226" y="1692"/>
                        <a:pt x="206" y="1712"/>
                        <a:pt x="186" y="1732"/>
                      </a:cubicBezTo>
                      <a:cubicBezTo>
                        <a:pt x="137" y="1780"/>
                        <a:pt x="88" y="1827"/>
                        <a:pt x="39" y="1875"/>
                      </a:cubicBezTo>
                      <a:cubicBezTo>
                        <a:pt x="33" y="1856"/>
                        <a:pt x="33" y="1856"/>
                        <a:pt x="0" y="1758"/>
                      </a:cubicBezTo>
                      <a:cubicBezTo>
                        <a:pt x="26" y="1758"/>
                        <a:pt x="52" y="1758"/>
                        <a:pt x="78" y="1758"/>
                      </a:cubicBezTo>
                      <a:cubicBezTo>
                        <a:pt x="78" y="1732"/>
                        <a:pt x="78" y="1706"/>
                        <a:pt x="78" y="1680"/>
                      </a:cubicBezTo>
                      <a:cubicBezTo>
                        <a:pt x="104" y="1680"/>
                        <a:pt x="130" y="1680"/>
                        <a:pt x="156" y="1680"/>
                      </a:cubicBezTo>
                      <a:cubicBezTo>
                        <a:pt x="156" y="1654"/>
                        <a:pt x="156" y="1628"/>
                        <a:pt x="156" y="1602"/>
                      </a:cubicBezTo>
                      <a:cubicBezTo>
                        <a:pt x="182" y="1602"/>
                        <a:pt x="208" y="1602"/>
                        <a:pt x="234" y="1602"/>
                      </a:cubicBezTo>
                      <a:cubicBezTo>
                        <a:pt x="234" y="1576"/>
                        <a:pt x="234" y="1550"/>
                        <a:pt x="234" y="1523"/>
                      </a:cubicBezTo>
                      <a:cubicBezTo>
                        <a:pt x="260" y="1523"/>
                        <a:pt x="286" y="1523"/>
                        <a:pt x="312" y="1523"/>
                      </a:cubicBezTo>
                      <a:cubicBezTo>
                        <a:pt x="312" y="1498"/>
                        <a:pt x="312" y="1472"/>
                        <a:pt x="312" y="1445"/>
                      </a:cubicBezTo>
                      <a:cubicBezTo>
                        <a:pt x="338" y="1445"/>
                        <a:pt x="364" y="1445"/>
                        <a:pt x="391" y="1445"/>
                      </a:cubicBezTo>
                      <a:cubicBezTo>
                        <a:pt x="391" y="1394"/>
                        <a:pt x="391" y="1342"/>
                        <a:pt x="391" y="1289"/>
                      </a:cubicBezTo>
                      <a:cubicBezTo>
                        <a:pt x="416" y="1289"/>
                        <a:pt x="442" y="1289"/>
                        <a:pt x="469" y="1289"/>
                      </a:cubicBezTo>
                      <a:cubicBezTo>
                        <a:pt x="469" y="1263"/>
                        <a:pt x="469" y="1238"/>
                        <a:pt x="469" y="1211"/>
                      </a:cubicBezTo>
                      <a:cubicBezTo>
                        <a:pt x="495" y="1211"/>
                        <a:pt x="520" y="1211"/>
                        <a:pt x="547" y="1211"/>
                      </a:cubicBezTo>
                      <a:cubicBezTo>
                        <a:pt x="547" y="1185"/>
                        <a:pt x="547" y="1159"/>
                        <a:pt x="547" y="1133"/>
                      </a:cubicBezTo>
                      <a:cubicBezTo>
                        <a:pt x="573" y="1133"/>
                        <a:pt x="598" y="1133"/>
                        <a:pt x="625" y="1133"/>
                      </a:cubicBezTo>
                      <a:cubicBezTo>
                        <a:pt x="625" y="1107"/>
                        <a:pt x="625" y="1081"/>
                        <a:pt x="625" y="1055"/>
                      </a:cubicBezTo>
                      <a:cubicBezTo>
                        <a:pt x="651" y="1055"/>
                        <a:pt x="677" y="1055"/>
                        <a:pt x="703" y="1055"/>
                      </a:cubicBezTo>
                      <a:cubicBezTo>
                        <a:pt x="703" y="1003"/>
                        <a:pt x="703" y="952"/>
                        <a:pt x="703" y="898"/>
                      </a:cubicBezTo>
                      <a:cubicBezTo>
                        <a:pt x="729" y="898"/>
                        <a:pt x="755" y="898"/>
                        <a:pt x="781" y="898"/>
                      </a:cubicBezTo>
                      <a:cubicBezTo>
                        <a:pt x="781" y="847"/>
                        <a:pt x="781" y="795"/>
                        <a:pt x="781" y="742"/>
                      </a:cubicBezTo>
                      <a:cubicBezTo>
                        <a:pt x="807" y="742"/>
                        <a:pt x="833" y="742"/>
                        <a:pt x="859" y="742"/>
                      </a:cubicBezTo>
                      <a:cubicBezTo>
                        <a:pt x="859" y="716"/>
                        <a:pt x="859" y="691"/>
                        <a:pt x="859" y="664"/>
                      </a:cubicBezTo>
                      <a:cubicBezTo>
                        <a:pt x="885" y="664"/>
                        <a:pt x="911" y="664"/>
                        <a:pt x="938" y="664"/>
                      </a:cubicBezTo>
                      <a:cubicBezTo>
                        <a:pt x="938" y="587"/>
                        <a:pt x="938" y="509"/>
                        <a:pt x="938" y="430"/>
                      </a:cubicBezTo>
                      <a:cubicBezTo>
                        <a:pt x="963" y="430"/>
                        <a:pt x="989" y="430"/>
                        <a:pt x="1016" y="430"/>
                      </a:cubicBezTo>
                      <a:cubicBezTo>
                        <a:pt x="1016" y="378"/>
                        <a:pt x="1016" y="327"/>
                        <a:pt x="1016" y="273"/>
                      </a:cubicBezTo>
                      <a:cubicBezTo>
                        <a:pt x="1041" y="273"/>
                        <a:pt x="1067" y="273"/>
                        <a:pt x="1094" y="273"/>
                      </a:cubicBezTo>
                      <a:cubicBezTo>
                        <a:pt x="1093" y="257"/>
                        <a:pt x="1093" y="241"/>
                        <a:pt x="1092" y="224"/>
                      </a:cubicBezTo>
                      <a:cubicBezTo>
                        <a:pt x="1092" y="202"/>
                        <a:pt x="1092" y="180"/>
                        <a:pt x="1091" y="159"/>
                      </a:cubicBezTo>
                      <a:cubicBezTo>
                        <a:pt x="1091" y="148"/>
                        <a:pt x="1091" y="137"/>
                        <a:pt x="1090" y="126"/>
                      </a:cubicBezTo>
                      <a:cubicBezTo>
                        <a:pt x="1090" y="97"/>
                        <a:pt x="1092" y="68"/>
                        <a:pt x="1094" y="39"/>
                      </a:cubicBezTo>
                      <a:cubicBezTo>
                        <a:pt x="1107" y="26"/>
                        <a:pt x="1120" y="13"/>
                        <a:pt x="1133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11" name="ICON_ACTION_EYE_path_016"/>
                <p:cNvSpPr/>
                <p:nvPr/>
              </p:nvSpPr>
              <p:spPr>
                <a:xfrm>
                  <a:off x="557609" y="5755184"/>
                  <a:ext cx="23812" cy="843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75" h="664" fill="norm" stroke="0">
                      <a:moveTo>
                        <a:pt x="1719" y="0"/>
                      </a:moveTo>
                      <a:cubicBezTo>
                        <a:pt x="1757" y="5"/>
                        <a:pt x="1757" y="5"/>
                        <a:pt x="1799" y="17"/>
                      </a:cubicBezTo>
                      <a:cubicBezTo>
                        <a:pt x="1806" y="19"/>
                        <a:pt x="1806" y="19"/>
                        <a:pt x="1842" y="29"/>
                      </a:cubicBezTo>
                      <a:cubicBezTo>
                        <a:pt x="1853" y="32"/>
                        <a:pt x="1864" y="36"/>
                        <a:pt x="1875" y="39"/>
                      </a:cubicBezTo>
                      <a:cubicBezTo>
                        <a:pt x="1768" y="103"/>
                        <a:pt x="1687" y="129"/>
                        <a:pt x="1562" y="117"/>
                      </a:cubicBezTo>
                      <a:cubicBezTo>
                        <a:pt x="1562" y="143"/>
                        <a:pt x="1562" y="169"/>
                        <a:pt x="1562" y="195"/>
                      </a:cubicBezTo>
                      <a:cubicBezTo>
                        <a:pt x="1511" y="195"/>
                        <a:pt x="1459" y="195"/>
                        <a:pt x="1406" y="195"/>
                      </a:cubicBezTo>
                      <a:cubicBezTo>
                        <a:pt x="1406" y="221"/>
                        <a:pt x="1406" y="247"/>
                        <a:pt x="1406" y="273"/>
                      </a:cubicBezTo>
                      <a:cubicBezTo>
                        <a:pt x="1355" y="273"/>
                        <a:pt x="1303" y="273"/>
                        <a:pt x="1250" y="273"/>
                      </a:cubicBezTo>
                      <a:cubicBezTo>
                        <a:pt x="1250" y="299"/>
                        <a:pt x="1250" y="325"/>
                        <a:pt x="1250" y="352"/>
                      </a:cubicBezTo>
                      <a:cubicBezTo>
                        <a:pt x="1173" y="352"/>
                        <a:pt x="1095" y="352"/>
                        <a:pt x="1016" y="352"/>
                      </a:cubicBezTo>
                      <a:cubicBezTo>
                        <a:pt x="1016" y="377"/>
                        <a:pt x="1016" y="403"/>
                        <a:pt x="1016" y="430"/>
                      </a:cubicBezTo>
                      <a:cubicBezTo>
                        <a:pt x="964" y="430"/>
                        <a:pt x="913" y="430"/>
                        <a:pt x="859" y="430"/>
                      </a:cubicBezTo>
                      <a:cubicBezTo>
                        <a:pt x="859" y="455"/>
                        <a:pt x="859" y="481"/>
                        <a:pt x="859" y="508"/>
                      </a:cubicBezTo>
                      <a:cubicBezTo>
                        <a:pt x="782" y="508"/>
                        <a:pt x="705" y="508"/>
                        <a:pt x="625" y="508"/>
                      </a:cubicBezTo>
                      <a:cubicBezTo>
                        <a:pt x="625" y="534"/>
                        <a:pt x="625" y="559"/>
                        <a:pt x="625" y="586"/>
                      </a:cubicBezTo>
                      <a:cubicBezTo>
                        <a:pt x="548" y="586"/>
                        <a:pt x="470" y="586"/>
                        <a:pt x="391" y="586"/>
                      </a:cubicBezTo>
                      <a:cubicBezTo>
                        <a:pt x="391" y="612"/>
                        <a:pt x="391" y="637"/>
                        <a:pt x="391" y="664"/>
                      </a:cubicBezTo>
                      <a:cubicBezTo>
                        <a:pt x="262" y="664"/>
                        <a:pt x="133" y="664"/>
                        <a:pt x="0" y="664"/>
                      </a:cubicBezTo>
                      <a:cubicBezTo>
                        <a:pt x="52" y="651"/>
                        <a:pt x="103" y="638"/>
                        <a:pt x="156" y="625"/>
                      </a:cubicBezTo>
                      <a:cubicBezTo>
                        <a:pt x="156" y="586"/>
                        <a:pt x="156" y="548"/>
                        <a:pt x="156" y="508"/>
                      </a:cubicBezTo>
                      <a:cubicBezTo>
                        <a:pt x="182" y="508"/>
                        <a:pt x="208" y="508"/>
                        <a:pt x="234" y="508"/>
                      </a:cubicBezTo>
                      <a:cubicBezTo>
                        <a:pt x="234" y="456"/>
                        <a:pt x="234" y="405"/>
                        <a:pt x="234" y="352"/>
                      </a:cubicBezTo>
                      <a:cubicBezTo>
                        <a:pt x="286" y="352"/>
                        <a:pt x="337" y="352"/>
                        <a:pt x="391" y="352"/>
                      </a:cubicBezTo>
                      <a:cubicBezTo>
                        <a:pt x="391" y="377"/>
                        <a:pt x="391" y="403"/>
                        <a:pt x="391" y="430"/>
                      </a:cubicBezTo>
                      <a:cubicBezTo>
                        <a:pt x="468" y="430"/>
                        <a:pt x="545" y="430"/>
                        <a:pt x="625" y="430"/>
                      </a:cubicBezTo>
                      <a:cubicBezTo>
                        <a:pt x="625" y="404"/>
                        <a:pt x="625" y="378"/>
                        <a:pt x="625" y="352"/>
                      </a:cubicBezTo>
                      <a:cubicBezTo>
                        <a:pt x="651" y="352"/>
                        <a:pt x="677" y="352"/>
                        <a:pt x="703" y="352"/>
                      </a:cubicBezTo>
                      <a:cubicBezTo>
                        <a:pt x="703" y="326"/>
                        <a:pt x="703" y="300"/>
                        <a:pt x="703" y="273"/>
                      </a:cubicBezTo>
                      <a:cubicBezTo>
                        <a:pt x="806" y="273"/>
                        <a:pt x="909" y="273"/>
                        <a:pt x="1016" y="273"/>
                      </a:cubicBezTo>
                      <a:cubicBezTo>
                        <a:pt x="1016" y="248"/>
                        <a:pt x="1016" y="222"/>
                        <a:pt x="1016" y="195"/>
                      </a:cubicBezTo>
                      <a:cubicBezTo>
                        <a:pt x="1067" y="195"/>
                        <a:pt x="1119" y="195"/>
                        <a:pt x="1172" y="195"/>
                      </a:cubicBezTo>
                      <a:cubicBezTo>
                        <a:pt x="1172" y="170"/>
                        <a:pt x="1172" y="144"/>
                        <a:pt x="1172" y="117"/>
                      </a:cubicBezTo>
                      <a:cubicBezTo>
                        <a:pt x="1249" y="117"/>
                        <a:pt x="1327" y="117"/>
                        <a:pt x="1406" y="117"/>
                      </a:cubicBezTo>
                      <a:cubicBezTo>
                        <a:pt x="1406" y="91"/>
                        <a:pt x="1406" y="66"/>
                        <a:pt x="1406" y="39"/>
                      </a:cubicBezTo>
                      <a:cubicBezTo>
                        <a:pt x="1416" y="39"/>
                        <a:pt x="1416" y="39"/>
                        <a:pt x="1465" y="40"/>
                      </a:cubicBezTo>
                      <a:cubicBezTo>
                        <a:pt x="1490" y="41"/>
                        <a:pt x="1515" y="41"/>
                        <a:pt x="1541" y="41"/>
                      </a:cubicBezTo>
                      <a:cubicBezTo>
                        <a:pt x="1547" y="42"/>
                        <a:pt x="1547" y="42"/>
                        <a:pt x="1579" y="43"/>
                      </a:cubicBezTo>
                      <a:cubicBezTo>
                        <a:pt x="1591" y="43"/>
                        <a:pt x="1603" y="43"/>
                        <a:pt x="1616" y="43"/>
                      </a:cubicBezTo>
                      <a:cubicBezTo>
                        <a:pt x="1627" y="43"/>
                        <a:pt x="1639" y="43"/>
                        <a:pt x="1650" y="44"/>
                      </a:cubicBezTo>
                      <a:cubicBezTo>
                        <a:pt x="1680" y="39"/>
                        <a:pt x="1680" y="39"/>
                        <a:pt x="1719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12" name="ICON_ACTION_EYE_path_017"/>
                <p:cNvSpPr/>
                <p:nvPr/>
              </p:nvSpPr>
              <p:spPr>
                <a:xfrm>
                  <a:off x="534789" y="5647531"/>
                  <a:ext cx="21828" cy="496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719" h="391" fill="norm" stroke="0">
                      <a:moveTo>
                        <a:pt x="469" y="0"/>
                      </a:moveTo>
                      <a:cubicBezTo>
                        <a:pt x="675" y="0"/>
                        <a:pt x="881" y="0"/>
                        <a:pt x="1094" y="0"/>
                      </a:cubicBezTo>
                      <a:cubicBezTo>
                        <a:pt x="1094" y="26"/>
                        <a:pt x="1094" y="52"/>
                        <a:pt x="1094" y="78"/>
                      </a:cubicBezTo>
                      <a:cubicBezTo>
                        <a:pt x="1120" y="78"/>
                        <a:pt x="1145" y="78"/>
                        <a:pt x="1172" y="78"/>
                      </a:cubicBezTo>
                      <a:cubicBezTo>
                        <a:pt x="1172" y="104"/>
                        <a:pt x="1172" y="130"/>
                        <a:pt x="1172" y="156"/>
                      </a:cubicBezTo>
                      <a:cubicBezTo>
                        <a:pt x="1223" y="156"/>
                        <a:pt x="1275" y="156"/>
                        <a:pt x="1328" y="156"/>
                      </a:cubicBezTo>
                      <a:cubicBezTo>
                        <a:pt x="1328" y="182"/>
                        <a:pt x="1328" y="208"/>
                        <a:pt x="1328" y="234"/>
                      </a:cubicBezTo>
                      <a:cubicBezTo>
                        <a:pt x="1457" y="234"/>
                        <a:pt x="1586" y="234"/>
                        <a:pt x="1719" y="234"/>
                      </a:cubicBezTo>
                      <a:cubicBezTo>
                        <a:pt x="1719" y="286"/>
                        <a:pt x="1719" y="337"/>
                        <a:pt x="1719" y="391"/>
                      </a:cubicBezTo>
                      <a:cubicBezTo>
                        <a:pt x="1641" y="391"/>
                        <a:pt x="1564" y="391"/>
                        <a:pt x="1484" y="391"/>
                      </a:cubicBezTo>
                      <a:cubicBezTo>
                        <a:pt x="1484" y="365"/>
                        <a:pt x="1484" y="339"/>
                        <a:pt x="1484" y="312"/>
                      </a:cubicBezTo>
                      <a:cubicBezTo>
                        <a:pt x="1381" y="312"/>
                        <a:pt x="1278" y="312"/>
                        <a:pt x="1172" y="312"/>
                      </a:cubicBezTo>
                      <a:cubicBezTo>
                        <a:pt x="1172" y="287"/>
                        <a:pt x="1172" y="261"/>
                        <a:pt x="1172" y="234"/>
                      </a:cubicBezTo>
                      <a:cubicBezTo>
                        <a:pt x="1017" y="234"/>
                        <a:pt x="862" y="234"/>
                        <a:pt x="703" y="234"/>
                      </a:cubicBezTo>
                      <a:cubicBezTo>
                        <a:pt x="703" y="209"/>
                        <a:pt x="703" y="183"/>
                        <a:pt x="703" y="156"/>
                      </a:cubicBezTo>
                      <a:cubicBezTo>
                        <a:pt x="471" y="156"/>
                        <a:pt x="239" y="156"/>
                        <a:pt x="0" y="156"/>
                      </a:cubicBezTo>
                      <a:cubicBezTo>
                        <a:pt x="0" y="130"/>
                        <a:pt x="0" y="105"/>
                        <a:pt x="0" y="78"/>
                      </a:cubicBezTo>
                      <a:cubicBezTo>
                        <a:pt x="155" y="78"/>
                        <a:pt x="309" y="78"/>
                        <a:pt x="469" y="78"/>
                      </a:cubicBezTo>
                      <a:cubicBezTo>
                        <a:pt x="469" y="52"/>
                        <a:pt x="469" y="27"/>
                        <a:pt x="469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13" name="ICON_ACTION_EYE_path_018"/>
                <p:cNvSpPr/>
                <p:nvPr/>
              </p:nvSpPr>
              <p:spPr>
                <a:xfrm>
                  <a:off x="534789" y="5772547"/>
                  <a:ext cx="19844" cy="496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62" h="391" fill="norm" stroke="0">
                      <a:moveTo>
                        <a:pt x="1172" y="0"/>
                      </a:moveTo>
                      <a:cubicBezTo>
                        <a:pt x="1301" y="0"/>
                        <a:pt x="1430" y="0"/>
                        <a:pt x="1562" y="0"/>
                      </a:cubicBezTo>
                      <a:cubicBezTo>
                        <a:pt x="1550" y="26"/>
                        <a:pt x="1537" y="52"/>
                        <a:pt x="1523" y="78"/>
                      </a:cubicBezTo>
                      <a:cubicBezTo>
                        <a:pt x="1482" y="89"/>
                        <a:pt x="1449" y="82"/>
                        <a:pt x="1406" y="78"/>
                      </a:cubicBezTo>
                      <a:cubicBezTo>
                        <a:pt x="1406" y="104"/>
                        <a:pt x="1406" y="130"/>
                        <a:pt x="1406" y="156"/>
                      </a:cubicBezTo>
                      <a:cubicBezTo>
                        <a:pt x="1380" y="156"/>
                        <a:pt x="1355" y="156"/>
                        <a:pt x="1328" y="156"/>
                      </a:cubicBezTo>
                      <a:cubicBezTo>
                        <a:pt x="1328" y="182"/>
                        <a:pt x="1328" y="208"/>
                        <a:pt x="1328" y="234"/>
                      </a:cubicBezTo>
                      <a:cubicBezTo>
                        <a:pt x="1277" y="234"/>
                        <a:pt x="1225" y="234"/>
                        <a:pt x="1172" y="234"/>
                      </a:cubicBezTo>
                      <a:cubicBezTo>
                        <a:pt x="1172" y="260"/>
                        <a:pt x="1172" y="286"/>
                        <a:pt x="1172" y="312"/>
                      </a:cubicBezTo>
                      <a:cubicBezTo>
                        <a:pt x="1069" y="312"/>
                        <a:pt x="966" y="312"/>
                        <a:pt x="859" y="312"/>
                      </a:cubicBezTo>
                      <a:cubicBezTo>
                        <a:pt x="859" y="338"/>
                        <a:pt x="859" y="364"/>
                        <a:pt x="859" y="391"/>
                      </a:cubicBezTo>
                      <a:cubicBezTo>
                        <a:pt x="808" y="391"/>
                        <a:pt x="756" y="391"/>
                        <a:pt x="703" y="391"/>
                      </a:cubicBezTo>
                      <a:cubicBezTo>
                        <a:pt x="703" y="365"/>
                        <a:pt x="703" y="339"/>
                        <a:pt x="703" y="312"/>
                      </a:cubicBezTo>
                      <a:cubicBezTo>
                        <a:pt x="626" y="312"/>
                        <a:pt x="548" y="312"/>
                        <a:pt x="469" y="312"/>
                      </a:cubicBezTo>
                      <a:cubicBezTo>
                        <a:pt x="469" y="287"/>
                        <a:pt x="469" y="261"/>
                        <a:pt x="469" y="234"/>
                      </a:cubicBezTo>
                      <a:cubicBezTo>
                        <a:pt x="314" y="234"/>
                        <a:pt x="159" y="234"/>
                        <a:pt x="0" y="234"/>
                      </a:cubicBezTo>
                      <a:cubicBezTo>
                        <a:pt x="0" y="209"/>
                        <a:pt x="0" y="183"/>
                        <a:pt x="0" y="156"/>
                      </a:cubicBezTo>
                      <a:cubicBezTo>
                        <a:pt x="258" y="156"/>
                        <a:pt x="516" y="156"/>
                        <a:pt x="781" y="156"/>
                      </a:cubicBezTo>
                      <a:cubicBezTo>
                        <a:pt x="781" y="130"/>
                        <a:pt x="781" y="105"/>
                        <a:pt x="781" y="78"/>
                      </a:cubicBezTo>
                      <a:cubicBezTo>
                        <a:pt x="910" y="78"/>
                        <a:pt x="1039" y="78"/>
                        <a:pt x="1172" y="78"/>
                      </a:cubicBezTo>
                      <a:cubicBezTo>
                        <a:pt x="1172" y="52"/>
                        <a:pt x="1172" y="27"/>
                        <a:pt x="1172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14" name="ICON_ACTION_EYE_path_019"/>
                <p:cNvSpPr/>
                <p:nvPr/>
              </p:nvSpPr>
              <p:spPr>
                <a:xfrm>
                  <a:off x="621109" y="5687219"/>
                  <a:ext cx="12898" cy="1091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16" h="859" fill="norm" stroke="0">
                      <a:moveTo>
                        <a:pt x="0" y="0"/>
                      </a:moveTo>
                      <a:cubicBezTo>
                        <a:pt x="52" y="0"/>
                        <a:pt x="103" y="0"/>
                        <a:pt x="156" y="0"/>
                      </a:cubicBezTo>
                      <a:cubicBezTo>
                        <a:pt x="156" y="26"/>
                        <a:pt x="156" y="52"/>
                        <a:pt x="156" y="78"/>
                      </a:cubicBezTo>
                      <a:cubicBezTo>
                        <a:pt x="182" y="78"/>
                        <a:pt x="208" y="78"/>
                        <a:pt x="234" y="78"/>
                      </a:cubicBezTo>
                      <a:cubicBezTo>
                        <a:pt x="234" y="104"/>
                        <a:pt x="234" y="130"/>
                        <a:pt x="234" y="156"/>
                      </a:cubicBezTo>
                      <a:cubicBezTo>
                        <a:pt x="337" y="156"/>
                        <a:pt x="441" y="156"/>
                        <a:pt x="547" y="156"/>
                      </a:cubicBezTo>
                      <a:cubicBezTo>
                        <a:pt x="547" y="208"/>
                        <a:pt x="547" y="259"/>
                        <a:pt x="547" y="312"/>
                      </a:cubicBezTo>
                      <a:cubicBezTo>
                        <a:pt x="624" y="312"/>
                        <a:pt x="702" y="312"/>
                        <a:pt x="781" y="312"/>
                      </a:cubicBezTo>
                      <a:cubicBezTo>
                        <a:pt x="781" y="338"/>
                        <a:pt x="781" y="364"/>
                        <a:pt x="781" y="391"/>
                      </a:cubicBezTo>
                      <a:cubicBezTo>
                        <a:pt x="807" y="391"/>
                        <a:pt x="833" y="391"/>
                        <a:pt x="859" y="391"/>
                      </a:cubicBezTo>
                      <a:cubicBezTo>
                        <a:pt x="859" y="416"/>
                        <a:pt x="859" y="442"/>
                        <a:pt x="859" y="469"/>
                      </a:cubicBezTo>
                      <a:cubicBezTo>
                        <a:pt x="885" y="469"/>
                        <a:pt x="911" y="469"/>
                        <a:pt x="938" y="469"/>
                      </a:cubicBezTo>
                      <a:cubicBezTo>
                        <a:pt x="938" y="520"/>
                        <a:pt x="938" y="572"/>
                        <a:pt x="938" y="625"/>
                      </a:cubicBezTo>
                      <a:cubicBezTo>
                        <a:pt x="963" y="625"/>
                        <a:pt x="989" y="625"/>
                        <a:pt x="1016" y="625"/>
                      </a:cubicBezTo>
                      <a:cubicBezTo>
                        <a:pt x="1016" y="677"/>
                        <a:pt x="1016" y="728"/>
                        <a:pt x="1016" y="781"/>
                      </a:cubicBezTo>
                      <a:cubicBezTo>
                        <a:pt x="990" y="781"/>
                        <a:pt x="964" y="781"/>
                        <a:pt x="938" y="781"/>
                      </a:cubicBezTo>
                      <a:cubicBezTo>
                        <a:pt x="938" y="807"/>
                        <a:pt x="938" y="833"/>
                        <a:pt x="938" y="859"/>
                      </a:cubicBezTo>
                      <a:cubicBezTo>
                        <a:pt x="911" y="848"/>
                        <a:pt x="885" y="837"/>
                        <a:pt x="859" y="825"/>
                      </a:cubicBezTo>
                      <a:cubicBezTo>
                        <a:pt x="845" y="819"/>
                        <a:pt x="830" y="812"/>
                        <a:pt x="815" y="806"/>
                      </a:cubicBezTo>
                      <a:cubicBezTo>
                        <a:pt x="804" y="798"/>
                        <a:pt x="793" y="790"/>
                        <a:pt x="781" y="781"/>
                      </a:cubicBezTo>
                      <a:cubicBezTo>
                        <a:pt x="776" y="739"/>
                        <a:pt x="776" y="739"/>
                        <a:pt x="781" y="703"/>
                      </a:cubicBezTo>
                      <a:cubicBezTo>
                        <a:pt x="755" y="703"/>
                        <a:pt x="730" y="703"/>
                        <a:pt x="703" y="703"/>
                      </a:cubicBezTo>
                      <a:cubicBezTo>
                        <a:pt x="703" y="677"/>
                        <a:pt x="703" y="652"/>
                        <a:pt x="703" y="625"/>
                      </a:cubicBezTo>
                      <a:cubicBezTo>
                        <a:pt x="677" y="625"/>
                        <a:pt x="652" y="625"/>
                        <a:pt x="625" y="625"/>
                      </a:cubicBezTo>
                      <a:cubicBezTo>
                        <a:pt x="625" y="599"/>
                        <a:pt x="625" y="573"/>
                        <a:pt x="625" y="547"/>
                      </a:cubicBezTo>
                      <a:cubicBezTo>
                        <a:pt x="599" y="547"/>
                        <a:pt x="573" y="547"/>
                        <a:pt x="547" y="547"/>
                      </a:cubicBezTo>
                      <a:cubicBezTo>
                        <a:pt x="547" y="521"/>
                        <a:pt x="547" y="495"/>
                        <a:pt x="547" y="469"/>
                      </a:cubicBezTo>
                      <a:cubicBezTo>
                        <a:pt x="521" y="469"/>
                        <a:pt x="495" y="469"/>
                        <a:pt x="469" y="469"/>
                      </a:cubicBezTo>
                      <a:cubicBezTo>
                        <a:pt x="469" y="443"/>
                        <a:pt x="469" y="417"/>
                        <a:pt x="469" y="391"/>
                      </a:cubicBezTo>
                      <a:cubicBezTo>
                        <a:pt x="443" y="391"/>
                        <a:pt x="417" y="391"/>
                        <a:pt x="391" y="391"/>
                      </a:cubicBezTo>
                      <a:cubicBezTo>
                        <a:pt x="391" y="365"/>
                        <a:pt x="391" y="339"/>
                        <a:pt x="391" y="312"/>
                      </a:cubicBezTo>
                      <a:cubicBezTo>
                        <a:pt x="339" y="312"/>
                        <a:pt x="288" y="312"/>
                        <a:pt x="234" y="312"/>
                      </a:cubicBezTo>
                      <a:cubicBezTo>
                        <a:pt x="234" y="287"/>
                        <a:pt x="234" y="261"/>
                        <a:pt x="234" y="234"/>
                      </a:cubicBezTo>
                      <a:cubicBezTo>
                        <a:pt x="209" y="234"/>
                        <a:pt x="183" y="234"/>
                        <a:pt x="156" y="234"/>
                      </a:cubicBezTo>
                      <a:cubicBezTo>
                        <a:pt x="158" y="222"/>
                        <a:pt x="159" y="210"/>
                        <a:pt x="161" y="198"/>
                      </a:cubicBezTo>
                      <a:cubicBezTo>
                        <a:pt x="160" y="191"/>
                        <a:pt x="160" y="191"/>
                        <a:pt x="156" y="156"/>
                      </a:cubicBezTo>
                      <a:cubicBezTo>
                        <a:pt x="122" y="134"/>
                        <a:pt x="122" y="134"/>
                        <a:pt x="78" y="117"/>
                      </a:cubicBezTo>
                      <a:cubicBezTo>
                        <a:pt x="34" y="100"/>
                        <a:pt x="34" y="100"/>
                        <a:pt x="0" y="78"/>
                      </a:cubicBezTo>
                      <a:cubicBezTo>
                        <a:pt x="0" y="52"/>
                        <a:pt x="0" y="27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15" name="ICON_ACTION_EYE_path_020"/>
                <p:cNvSpPr/>
                <p:nvPr/>
              </p:nvSpPr>
              <p:spPr>
                <a:xfrm>
                  <a:off x="520898" y="5656461"/>
                  <a:ext cx="11906" cy="39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38" h="312" fill="norm" stroke="0">
                      <a:moveTo>
                        <a:pt x="156" y="0"/>
                      </a:moveTo>
                      <a:cubicBezTo>
                        <a:pt x="414" y="0"/>
                        <a:pt x="672" y="0"/>
                        <a:pt x="938" y="0"/>
                      </a:cubicBezTo>
                      <a:cubicBezTo>
                        <a:pt x="938" y="52"/>
                        <a:pt x="938" y="103"/>
                        <a:pt x="938" y="156"/>
                      </a:cubicBezTo>
                      <a:cubicBezTo>
                        <a:pt x="912" y="156"/>
                        <a:pt x="886" y="156"/>
                        <a:pt x="859" y="156"/>
                      </a:cubicBezTo>
                      <a:cubicBezTo>
                        <a:pt x="859" y="182"/>
                        <a:pt x="859" y="208"/>
                        <a:pt x="859" y="234"/>
                      </a:cubicBezTo>
                      <a:cubicBezTo>
                        <a:pt x="808" y="234"/>
                        <a:pt x="756" y="234"/>
                        <a:pt x="703" y="234"/>
                      </a:cubicBezTo>
                      <a:cubicBezTo>
                        <a:pt x="703" y="260"/>
                        <a:pt x="703" y="286"/>
                        <a:pt x="703" y="312"/>
                      </a:cubicBezTo>
                      <a:cubicBezTo>
                        <a:pt x="497" y="312"/>
                        <a:pt x="291" y="312"/>
                        <a:pt x="78" y="312"/>
                      </a:cubicBezTo>
                      <a:cubicBezTo>
                        <a:pt x="78" y="287"/>
                        <a:pt x="78" y="261"/>
                        <a:pt x="78" y="234"/>
                      </a:cubicBezTo>
                      <a:cubicBezTo>
                        <a:pt x="52" y="234"/>
                        <a:pt x="27" y="234"/>
                        <a:pt x="0" y="234"/>
                      </a:cubicBezTo>
                      <a:cubicBezTo>
                        <a:pt x="0" y="209"/>
                        <a:pt x="0" y="183"/>
                        <a:pt x="0" y="156"/>
                      </a:cubicBezTo>
                      <a:cubicBezTo>
                        <a:pt x="26" y="156"/>
                        <a:pt x="52" y="156"/>
                        <a:pt x="78" y="156"/>
                      </a:cubicBezTo>
                      <a:cubicBezTo>
                        <a:pt x="78" y="130"/>
                        <a:pt x="78" y="105"/>
                        <a:pt x="78" y="78"/>
                      </a:cubicBezTo>
                      <a:cubicBezTo>
                        <a:pt x="104" y="78"/>
                        <a:pt x="130" y="78"/>
                        <a:pt x="156" y="78"/>
                      </a:cubicBezTo>
                      <a:cubicBezTo>
                        <a:pt x="156" y="52"/>
                        <a:pt x="156" y="27"/>
                        <a:pt x="1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6" cap="flat">
                  <a:noFill/>
                </a:ln>
              </p:spPr>
            </p:sp>
            <p:sp>
              <p:nvSpPr>
                <p:cNvPr id="916" name="ICON_ACTION_EYE_path_021"/>
                <p:cNvSpPr/>
                <p:nvPr/>
              </p:nvSpPr>
              <p:spPr>
                <a:xfrm>
                  <a:off x="494109" y="5755680"/>
                  <a:ext cx="13891" cy="694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94" h="547" fill="norm" stroke="0">
                      <a:moveTo>
                        <a:pt x="312" y="0"/>
                      </a:moveTo>
                      <a:cubicBezTo>
                        <a:pt x="364" y="0"/>
                        <a:pt x="416" y="0"/>
                        <a:pt x="469" y="0"/>
                      </a:cubicBezTo>
                      <a:cubicBezTo>
                        <a:pt x="469" y="26"/>
                        <a:pt x="469" y="52"/>
                        <a:pt x="469" y="78"/>
                      </a:cubicBezTo>
                      <a:cubicBezTo>
                        <a:pt x="520" y="78"/>
                        <a:pt x="572" y="78"/>
                        <a:pt x="625" y="78"/>
                      </a:cubicBezTo>
                      <a:cubicBezTo>
                        <a:pt x="625" y="104"/>
                        <a:pt x="625" y="130"/>
                        <a:pt x="625" y="156"/>
                      </a:cubicBezTo>
                      <a:cubicBezTo>
                        <a:pt x="677" y="156"/>
                        <a:pt x="728" y="156"/>
                        <a:pt x="781" y="156"/>
                      </a:cubicBezTo>
                      <a:cubicBezTo>
                        <a:pt x="781" y="182"/>
                        <a:pt x="781" y="208"/>
                        <a:pt x="781" y="234"/>
                      </a:cubicBezTo>
                      <a:cubicBezTo>
                        <a:pt x="788" y="235"/>
                        <a:pt x="788" y="235"/>
                        <a:pt x="820" y="240"/>
                      </a:cubicBezTo>
                      <a:cubicBezTo>
                        <a:pt x="928" y="259"/>
                        <a:pt x="1009" y="281"/>
                        <a:pt x="1094" y="352"/>
                      </a:cubicBezTo>
                      <a:cubicBezTo>
                        <a:pt x="1079" y="349"/>
                        <a:pt x="1064" y="346"/>
                        <a:pt x="1049" y="343"/>
                      </a:cubicBezTo>
                      <a:cubicBezTo>
                        <a:pt x="830" y="305"/>
                        <a:pt x="612" y="309"/>
                        <a:pt x="391" y="312"/>
                      </a:cubicBezTo>
                      <a:cubicBezTo>
                        <a:pt x="391" y="338"/>
                        <a:pt x="391" y="364"/>
                        <a:pt x="391" y="391"/>
                      </a:cubicBezTo>
                      <a:cubicBezTo>
                        <a:pt x="416" y="391"/>
                        <a:pt x="442" y="391"/>
                        <a:pt x="469" y="391"/>
                      </a:cubicBezTo>
                      <a:cubicBezTo>
                        <a:pt x="469" y="416"/>
                        <a:pt x="469" y="442"/>
                        <a:pt x="469" y="469"/>
                      </a:cubicBezTo>
                      <a:cubicBezTo>
                        <a:pt x="443" y="469"/>
                        <a:pt x="417" y="469"/>
                        <a:pt x="391" y="469"/>
                      </a:cubicBezTo>
                      <a:cubicBezTo>
                        <a:pt x="391" y="495"/>
                        <a:pt x="391" y="520"/>
                        <a:pt x="391" y="547"/>
                      </a:cubicBezTo>
                      <a:cubicBezTo>
                        <a:pt x="339" y="547"/>
                        <a:pt x="288" y="547"/>
                        <a:pt x="234" y="547"/>
                      </a:cubicBezTo>
                      <a:cubicBezTo>
                        <a:pt x="234" y="495"/>
                        <a:pt x="234" y="444"/>
                        <a:pt x="234" y="391"/>
                      </a:cubicBezTo>
                      <a:cubicBezTo>
                        <a:pt x="209" y="391"/>
                        <a:pt x="183" y="391"/>
                        <a:pt x="156" y="391"/>
                      </a:cubicBezTo>
                      <a:cubicBezTo>
                        <a:pt x="156" y="365"/>
                        <a:pt x="156" y="339"/>
                        <a:pt x="156" y="312"/>
                      </a:cubicBezTo>
                      <a:cubicBezTo>
                        <a:pt x="105" y="312"/>
                        <a:pt x="53" y="312"/>
                        <a:pt x="0" y="312"/>
                      </a:cubicBezTo>
                      <a:cubicBezTo>
                        <a:pt x="0" y="261"/>
                        <a:pt x="0" y="209"/>
                        <a:pt x="0" y="156"/>
                      </a:cubicBezTo>
                      <a:cubicBezTo>
                        <a:pt x="52" y="156"/>
                        <a:pt x="103" y="156"/>
                        <a:pt x="156" y="156"/>
                      </a:cubicBezTo>
                      <a:cubicBezTo>
                        <a:pt x="156" y="130"/>
                        <a:pt x="156" y="105"/>
                        <a:pt x="156" y="78"/>
                      </a:cubicBezTo>
                      <a:cubicBezTo>
                        <a:pt x="208" y="78"/>
                        <a:pt x="259" y="78"/>
                        <a:pt x="312" y="78"/>
                      </a:cubicBezTo>
                      <a:cubicBezTo>
                        <a:pt x="312" y="52"/>
                        <a:pt x="312" y="27"/>
                        <a:pt x="312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17" name="ICON_ACTION_EYE_path_022"/>
                <p:cNvSpPr/>
                <p:nvPr/>
              </p:nvSpPr>
              <p:spPr>
                <a:xfrm>
                  <a:off x="471289" y="5706566"/>
                  <a:ext cx="3969" cy="1736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12" h="1367" fill="norm" stroke="0">
                      <a:moveTo>
                        <a:pt x="195" y="0"/>
                      </a:moveTo>
                      <a:cubicBezTo>
                        <a:pt x="208" y="0"/>
                        <a:pt x="221" y="0"/>
                        <a:pt x="234" y="0"/>
                      </a:cubicBezTo>
                      <a:cubicBezTo>
                        <a:pt x="234" y="296"/>
                        <a:pt x="234" y="593"/>
                        <a:pt x="234" y="898"/>
                      </a:cubicBezTo>
                      <a:cubicBezTo>
                        <a:pt x="260" y="898"/>
                        <a:pt x="286" y="898"/>
                        <a:pt x="312" y="898"/>
                      </a:cubicBezTo>
                      <a:cubicBezTo>
                        <a:pt x="312" y="1053"/>
                        <a:pt x="312" y="1208"/>
                        <a:pt x="312" y="1367"/>
                      </a:cubicBezTo>
                      <a:cubicBezTo>
                        <a:pt x="209" y="1367"/>
                        <a:pt x="106" y="1367"/>
                        <a:pt x="0" y="1367"/>
                      </a:cubicBezTo>
                      <a:cubicBezTo>
                        <a:pt x="0" y="1187"/>
                        <a:pt x="0" y="1006"/>
                        <a:pt x="0" y="820"/>
                      </a:cubicBezTo>
                      <a:cubicBezTo>
                        <a:pt x="26" y="820"/>
                        <a:pt x="52" y="820"/>
                        <a:pt x="78" y="820"/>
                      </a:cubicBezTo>
                      <a:cubicBezTo>
                        <a:pt x="78" y="795"/>
                        <a:pt x="78" y="769"/>
                        <a:pt x="78" y="742"/>
                      </a:cubicBezTo>
                      <a:cubicBezTo>
                        <a:pt x="104" y="742"/>
                        <a:pt x="130" y="742"/>
                        <a:pt x="156" y="742"/>
                      </a:cubicBezTo>
                      <a:cubicBezTo>
                        <a:pt x="156" y="728"/>
                        <a:pt x="156" y="714"/>
                        <a:pt x="156" y="699"/>
                      </a:cubicBezTo>
                      <a:cubicBezTo>
                        <a:pt x="155" y="646"/>
                        <a:pt x="154" y="592"/>
                        <a:pt x="154" y="538"/>
                      </a:cubicBezTo>
                      <a:cubicBezTo>
                        <a:pt x="154" y="515"/>
                        <a:pt x="154" y="492"/>
                        <a:pt x="153" y="469"/>
                      </a:cubicBezTo>
                      <a:cubicBezTo>
                        <a:pt x="151" y="308"/>
                        <a:pt x="163" y="158"/>
                        <a:pt x="195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18" name="ICON_ACTION_EYE_path_023"/>
                <p:cNvSpPr/>
                <p:nvPr/>
              </p:nvSpPr>
              <p:spPr>
                <a:xfrm>
                  <a:off x="470297" y="5755184"/>
                  <a:ext cx="27781" cy="948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88" h="747" fill="norm" stroke="0">
                      <a:moveTo>
                        <a:pt x="0" y="0"/>
                      </a:moveTo>
                      <a:cubicBezTo>
                        <a:pt x="7" y="1"/>
                        <a:pt x="7" y="1"/>
                        <a:pt x="40" y="9"/>
                      </a:cubicBezTo>
                      <a:cubicBezTo>
                        <a:pt x="210" y="41"/>
                        <a:pt x="374" y="43"/>
                        <a:pt x="547" y="39"/>
                      </a:cubicBezTo>
                      <a:cubicBezTo>
                        <a:pt x="547" y="65"/>
                        <a:pt x="547" y="91"/>
                        <a:pt x="547" y="117"/>
                      </a:cubicBezTo>
                      <a:cubicBezTo>
                        <a:pt x="573" y="117"/>
                        <a:pt x="598" y="117"/>
                        <a:pt x="625" y="117"/>
                      </a:cubicBezTo>
                      <a:cubicBezTo>
                        <a:pt x="625" y="143"/>
                        <a:pt x="625" y="169"/>
                        <a:pt x="625" y="195"/>
                      </a:cubicBezTo>
                      <a:cubicBezTo>
                        <a:pt x="631" y="194"/>
                        <a:pt x="631" y="194"/>
                        <a:pt x="662" y="190"/>
                      </a:cubicBezTo>
                      <a:cubicBezTo>
                        <a:pt x="675" y="192"/>
                        <a:pt x="689" y="194"/>
                        <a:pt x="703" y="195"/>
                      </a:cubicBezTo>
                      <a:cubicBezTo>
                        <a:pt x="707" y="207"/>
                        <a:pt x="711" y="219"/>
                        <a:pt x="716" y="232"/>
                      </a:cubicBezTo>
                      <a:cubicBezTo>
                        <a:pt x="752" y="289"/>
                        <a:pt x="787" y="293"/>
                        <a:pt x="851" y="308"/>
                      </a:cubicBezTo>
                      <a:cubicBezTo>
                        <a:pt x="865" y="311"/>
                        <a:pt x="879" y="314"/>
                        <a:pt x="894" y="317"/>
                      </a:cubicBezTo>
                      <a:cubicBezTo>
                        <a:pt x="907" y="321"/>
                        <a:pt x="921" y="324"/>
                        <a:pt x="935" y="328"/>
                      </a:cubicBezTo>
                      <a:cubicBezTo>
                        <a:pt x="1016" y="347"/>
                        <a:pt x="1089" y="355"/>
                        <a:pt x="1172" y="352"/>
                      </a:cubicBezTo>
                      <a:cubicBezTo>
                        <a:pt x="1172" y="377"/>
                        <a:pt x="1172" y="403"/>
                        <a:pt x="1172" y="430"/>
                      </a:cubicBezTo>
                      <a:cubicBezTo>
                        <a:pt x="1262" y="455"/>
                        <a:pt x="1352" y="481"/>
                        <a:pt x="1445" y="508"/>
                      </a:cubicBezTo>
                      <a:cubicBezTo>
                        <a:pt x="1458" y="482"/>
                        <a:pt x="1471" y="456"/>
                        <a:pt x="1484" y="430"/>
                      </a:cubicBezTo>
                      <a:cubicBezTo>
                        <a:pt x="1528" y="424"/>
                        <a:pt x="1561" y="422"/>
                        <a:pt x="1604" y="425"/>
                      </a:cubicBezTo>
                      <a:cubicBezTo>
                        <a:pt x="1615" y="425"/>
                        <a:pt x="1626" y="426"/>
                        <a:pt x="1637" y="426"/>
                      </a:cubicBezTo>
                      <a:cubicBezTo>
                        <a:pt x="1664" y="427"/>
                        <a:pt x="1692" y="428"/>
                        <a:pt x="1719" y="430"/>
                      </a:cubicBezTo>
                      <a:cubicBezTo>
                        <a:pt x="1719" y="435"/>
                        <a:pt x="1719" y="435"/>
                        <a:pt x="1719" y="461"/>
                      </a:cubicBezTo>
                      <a:cubicBezTo>
                        <a:pt x="1724" y="511"/>
                        <a:pt x="1732" y="543"/>
                        <a:pt x="1758" y="586"/>
                      </a:cubicBezTo>
                      <a:cubicBezTo>
                        <a:pt x="1832" y="627"/>
                        <a:pt x="1910" y="646"/>
                        <a:pt x="1992" y="664"/>
                      </a:cubicBezTo>
                      <a:cubicBezTo>
                        <a:pt x="2002" y="666"/>
                        <a:pt x="2012" y="669"/>
                        <a:pt x="2022" y="671"/>
                      </a:cubicBezTo>
                      <a:cubicBezTo>
                        <a:pt x="2077" y="683"/>
                        <a:pt x="2132" y="694"/>
                        <a:pt x="2188" y="703"/>
                      </a:cubicBezTo>
                      <a:cubicBezTo>
                        <a:pt x="2188" y="716"/>
                        <a:pt x="2188" y="729"/>
                        <a:pt x="2188" y="742"/>
                      </a:cubicBezTo>
                      <a:cubicBezTo>
                        <a:pt x="2136" y="743"/>
                        <a:pt x="2085" y="744"/>
                        <a:pt x="2034" y="745"/>
                      </a:cubicBezTo>
                      <a:cubicBezTo>
                        <a:pt x="2019" y="745"/>
                        <a:pt x="2005" y="745"/>
                        <a:pt x="1990" y="746"/>
                      </a:cubicBezTo>
                      <a:cubicBezTo>
                        <a:pt x="1983" y="746"/>
                        <a:pt x="1983" y="746"/>
                        <a:pt x="1947" y="746"/>
                      </a:cubicBezTo>
                      <a:cubicBezTo>
                        <a:pt x="1934" y="746"/>
                        <a:pt x="1921" y="746"/>
                        <a:pt x="1908" y="747"/>
                      </a:cubicBezTo>
                      <a:cubicBezTo>
                        <a:pt x="1875" y="742"/>
                        <a:pt x="1875" y="742"/>
                        <a:pt x="1836" y="703"/>
                      </a:cubicBezTo>
                      <a:cubicBezTo>
                        <a:pt x="1799" y="695"/>
                        <a:pt x="1799" y="695"/>
                        <a:pt x="1755" y="691"/>
                      </a:cubicBezTo>
                      <a:cubicBezTo>
                        <a:pt x="1739" y="689"/>
                        <a:pt x="1724" y="688"/>
                        <a:pt x="1708" y="686"/>
                      </a:cubicBezTo>
                      <a:cubicBezTo>
                        <a:pt x="1691" y="684"/>
                        <a:pt x="1675" y="683"/>
                        <a:pt x="1658" y="681"/>
                      </a:cubicBezTo>
                      <a:cubicBezTo>
                        <a:pt x="1641" y="679"/>
                        <a:pt x="1625" y="678"/>
                        <a:pt x="1607" y="676"/>
                      </a:cubicBezTo>
                      <a:cubicBezTo>
                        <a:pt x="1566" y="672"/>
                        <a:pt x="1525" y="668"/>
                        <a:pt x="1484" y="664"/>
                      </a:cubicBezTo>
                      <a:cubicBezTo>
                        <a:pt x="1484" y="638"/>
                        <a:pt x="1484" y="613"/>
                        <a:pt x="1484" y="586"/>
                      </a:cubicBezTo>
                      <a:cubicBezTo>
                        <a:pt x="1473" y="584"/>
                        <a:pt x="1461" y="581"/>
                        <a:pt x="1449" y="579"/>
                      </a:cubicBezTo>
                      <a:cubicBezTo>
                        <a:pt x="1330" y="555"/>
                        <a:pt x="1212" y="531"/>
                        <a:pt x="1094" y="508"/>
                      </a:cubicBezTo>
                      <a:cubicBezTo>
                        <a:pt x="1094" y="482"/>
                        <a:pt x="1094" y="456"/>
                        <a:pt x="1094" y="430"/>
                      </a:cubicBezTo>
                      <a:cubicBezTo>
                        <a:pt x="938" y="396"/>
                        <a:pt x="782" y="373"/>
                        <a:pt x="625" y="352"/>
                      </a:cubicBezTo>
                      <a:cubicBezTo>
                        <a:pt x="625" y="326"/>
                        <a:pt x="625" y="300"/>
                        <a:pt x="625" y="273"/>
                      </a:cubicBezTo>
                      <a:cubicBezTo>
                        <a:pt x="573" y="273"/>
                        <a:pt x="522" y="273"/>
                        <a:pt x="469" y="273"/>
                      </a:cubicBezTo>
                      <a:cubicBezTo>
                        <a:pt x="469" y="248"/>
                        <a:pt x="469" y="222"/>
                        <a:pt x="469" y="195"/>
                      </a:cubicBezTo>
                      <a:cubicBezTo>
                        <a:pt x="391" y="195"/>
                        <a:pt x="314" y="195"/>
                        <a:pt x="234" y="195"/>
                      </a:cubicBezTo>
                      <a:cubicBezTo>
                        <a:pt x="234" y="170"/>
                        <a:pt x="234" y="144"/>
                        <a:pt x="234" y="117"/>
                      </a:cubicBezTo>
                      <a:cubicBezTo>
                        <a:pt x="157" y="91"/>
                        <a:pt x="80" y="66"/>
                        <a:pt x="0" y="39"/>
                      </a:cubicBezTo>
                      <a:cubicBezTo>
                        <a:pt x="0" y="26"/>
                        <a:pt x="0" y="13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19" name="ICON_ACTION_EYE_path_024"/>
                <p:cNvSpPr/>
                <p:nvPr/>
              </p:nvSpPr>
              <p:spPr>
                <a:xfrm>
                  <a:off x="415727" y="5723930"/>
                  <a:ext cx="9984" cy="1091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86" h="859" fill="norm" stroke="0">
                      <a:moveTo>
                        <a:pt x="0" y="0"/>
                      </a:moveTo>
                      <a:cubicBezTo>
                        <a:pt x="122" y="53"/>
                        <a:pt x="122" y="53"/>
                        <a:pt x="156" y="78"/>
                      </a:cubicBezTo>
                      <a:cubicBezTo>
                        <a:pt x="161" y="120"/>
                        <a:pt x="161" y="120"/>
                        <a:pt x="156" y="156"/>
                      </a:cubicBezTo>
                      <a:cubicBezTo>
                        <a:pt x="182" y="156"/>
                        <a:pt x="208" y="156"/>
                        <a:pt x="234" y="156"/>
                      </a:cubicBezTo>
                      <a:cubicBezTo>
                        <a:pt x="234" y="182"/>
                        <a:pt x="234" y="208"/>
                        <a:pt x="234" y="234"/>
                      </a:cubicBezTo>
                      <a:cubicBezTo>
                        <a:pt x="260" y="234"/>
                        <a:pt x="286" y="234"/>
                        <a:pt x="312" y="234"/>
                      </a:cubicBezTo>
                      <a:cubicBezTo>
                        <a:pt x="312" y="260"/>
                        <a:pt x="312" y="286"/>
                        <a:pt x="312" y="312"/>
                      </a:cubicBezTo>
                      <a:cubicBezTo>
                        <a:pt x="338" y="312"/>
                        <a:pt x="364" y="312"/>
                        <a:pt x="391" y="312"/>
                      </a:cubicBezTo>
                      <a:cubicBezTo>
                        <a:pt x="391" y="338"/>
                        <a:pt x="391" y="364"/>
                        <a:pt x="391" y="391"/>
                      </a:cubicBezTo>
                      <a:cubicBezTo>
                        <a:pt x="416" y="391"/>
                        <a:pt x="442" y="391"/>
                        <a:pt x="469" y="391"/>
                      </a:cubicBezTo>
                      <a:cubicBezTo>
                        <a:pt x="469" y="416"/>
                        <a:pt x="469" y="442"/>
                        <a:pt x="469" y="469"/>
                      </a:cubicBezTo>
                      <a:cubicBezTo>
                        <a:pt x="495" y="469"/>
                        <a:pt x="520" y="469"/>
                        <a:pt x="547" y="469"/>
                      </a:cubicBezTo>
                      <a:cubicBezTo>
                        <a:pt x="547" y="495"/>
                        <a:pt x="547" y="520"/>
                        <a:pt x="547" y="547"/>
                      </a:cubicBezTo>
                      <a:cubicBezTo>
                        <a:pt x="573" y="547"/>
                        <a:pt x="598" y="547"/>
                        <a:pt x="625" y="547"/>
                      </a:cubicBezTo>
                      <a:cubicBezTo>
                        <a:pt x="624" y="553"/>
                        <a:pt x="624" y="553"/>
                        <a:pt x="620" y="584"/>
                      </a:cubicBezTo>
                      <a:cubicBezTo>
                        <a:pt x="622" y="597"/>
                        <a:pt x="623" y="611"/>
                        <a:pt x="625" y="625"/>
                      </a:cubicBezTo>
                      <a:cubicBezTo>
                        <a:pt x="659" y="647"/>
                        <a:pt x="659" y="647"/>
                        <a:pt x="703" y="664"/>
                      </a:cubicBezTo>
                      <a:cubicBezTo>
                        <a:pt x="747" y="681"/>
                        <a:pt x="747" y="681"/>
                        <a:pt x="781" y="703"/>
                      </a:cubicBezTo>
                      <a:cubicBezTo>
                        <a:pt x="786" y="745"/>
                        <a:pt x="786" y="745"/>
                        <a:pt x="781" y="781"/>
                      </a:cubicBezTo>
                      <a:cubicBezTo>
                        <a:pt x="769" y="780"/>
                        <a:pt x="757" y="778"/>
                        <a:pt x="745" y="776"/>
                      </a:cubicBezTo>
                      <a:cubicBezTo>
                        <a:pt x="731" y="778"/>
                        <a:pt x="717" y="780"/>
                        <a:pt x="703" y="781"/>
                      </a:cubicBezTo>
                      <a:cubicBezTo>
                        <a:pt x="679" y="820"/>
                        <a:pt x="679" y="820"/>
                        <a:pt x="664" y="859"/>
                      </a:cubicBezTo>
                      <a:cubicBezTo>
                        <a:pt x="651" y="846"/>
                        <a:pt x="638" y="834"/>
                        <a:pt x="625" y="820"/>
                      </a:cubicBezTo>
                      <a:cubicBezTo>
                        <a:pt x="599" y="833"/>
                        <a:pt x="573" y="846"/>
                        <a:pt x="547" y="859"/>
                      </a:cubicBezTo>
                      <a:cubicBezTo>
                        <a:pt x="547" y="834"/>
                        <a:pt x="547" y="808"/>
                        <a:pt x="547" y="781"/>
                      </a:cubicBezTo>
                      <a:cubicBezTo>
                        <a:pt x="521" y="781"/>
                        <a:pt x="495" y="781"/>
                        <a:pt x="469" y="781"/>
                      </a:cubicBezTo>
                      <a:cubicBezTo>
                        <a:pt x="469" y="755"/>
                        <a:pt x="469" y="730"/>
                        <a:pt x="469" y="703"/>
                      </a:cubicBezTo>
                      <a:cubicBezTo>
                        <a:pt x="443" y="703"/>
                        <a:pt x="417" y="703"/>
                        <a:pt x="391" y="703"/>
                      </a:cubicBezTo>
                      <a:cubicBezTo>
                        <a:pt x="391" y="677"/>
                        <a:pt x="391" y="652"/>
                        <a:pt x="391" y="625"/>
                      </a:cubicBezTo>
                      <a:cubicBezTo>
                        <a:pt x="365" y="625"/>
                        <a:pt x="339" y="625"/>
                        <a:pt x="312" y="625"/>
                      </a:cubicBezTo>
                      <a:cubicBezTo>
                        <a:pt x="312" y="599"/>
                        <a:pt x="312" y="573"/>
                        <a:pt x="312" y="547"/>
                      </a:cubicBezTo>
                      <a:cubicBezTo>
                        <a:pt x="287" y="547"/>
                        <a:pt x="261" y="547"/>
                        <a:pt x="234" y="547"/>
                      </a:cubicBezTo>
                      <a:cubicBezTo>
                        <a:pt x="234" y="521"/>
                        <a:pt x="234" y="495"/>
                        <a:pt x="234" y="469"/>
                      </a:cubicBezTo>
                      <a:cubicBezTo>
                        <a:pt x="209" y="469"/>
                        <a:pt x="183" y="469"/>
                        <a:pt x="156" y="469"/>
                      </a:cubicBezTo>
                      <a:cubicBezTo>
                        <a:pt x="156" y="443"/>
                        <a:pt x="156" y="417"/>
                        <a:pt x="156" y="391"/>
                      </a:cubicBezTo>
                      <a:cubicBezTo>
                        <a:pt x="130" y="391"/>
                        <a:pt x="105" y="391"/>
                        <a:pt x="78" y="391"/>
                      </a:cubicBezTo>
                      <a:cubicBezTo>
                        <a:pt x="78" y="365"/>
                        <a:pt x="78" y="339"/>
                        <a:pt x="78" y="312"/>
                      </a:cubicBezTo>
                      <a:cubicBezTo>
                        <a:pt x="52" y="312"/>
                        <a:pt x="27" y="312"/>
                        <a:pt x="0" y="312"/>
                      </a:cubicBezTo>
                      <a:cubicBezTo>
                        <a:pt x="0" y="209"/>
                        <a:pt x="0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20" name="ICON_ACTION_EYE_path_025"/>
                <p:cNvSpPr/>
                <p:nvPr/>
              </p:nvSpPr>
              <p:spPr>
                <a:xfrm>
                  <a:off x="551656" y="5664398"/>
                  <a:ext cx="8992" cy="992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8" h="781" fill="norm" stroke="0">
                      <a:moveTo>
                        <a:pt x="547" y="0"/>
                      </a:moveTo>
                      <a:cubicBezTo>
                        <a:pt x="573" y="11"/>
                        <a:pt x="599" y="22"/>
                        <a:pt x="625" y="34"/>
                      </a:cubicBezTo>
                      <a:cubicBezTo>
                        <a:pt x="639" y="41"/>
                        <a:pt x="654" y="47"/>
                        <a:pt x="669" y="53"/>
                      </a:cubicBezTo>
                      <a:cubicBezTo>
                        <a:pt x="680" y="62"/>
                        <a:pt x="691" y="70"/>
                        <a:pt x="703" y="78"/>
                      </a:cubicBezTo>
                      <a:cubicBezTo>
                        <a:pt x="708" y="120"/>
                        <a:pt x="708" y="120"/>
                        <a:pt x="703" y="156"/>
                      </a:cubicBezTo>
                      <a:cubicBezTo>
                        <a:pt x="677" y="156"/>
                        <a:pt x="652" y="156"/>
                        <a:pt x="625" y="156"/>
                      </a:cubicBezTo>
                      <a:cubicBezTo>
                        <a:pt x="625" y="182"/>
                        <a:pt x="625" y="208"/>
                        <a:pt x="625" y="234"/>
                      </a:cubicBezTo>
                      <a:cubicBezTo>
                        <a:pt x="599" y="234"/>
                        <a:pt x="573" y="234"/>
                        <a:pt x="547" y="234"/>
                      </a:cubicBezTo>
                      <a:cubicBezTo>
                        <a:pt x="547" y="260"/>
                        <a:pt x="547" y="286"/>
                        <a:pt x="547" y="312"/>
                      </a:cubicBezTo>
                      <a:cubicBezTo>
                        <a:pt x="521" y="312"/>
                        <a:pt x="495" y="312"/>
                        <a:pt x="469" y="312"/>
                      </a:cubicBezTo>
                      <a:cubicBezTo>
                        <a:pt x="469" y="338"/>
                        <a:pt x="469" y="364"/>
                        <a:pt x="469" y="391"/>
                      </a:cubicBezTo>
                      <a:cubicBezTo>
                        <a:pt x="520" y="391"/>
                        <a:pt x="572" y="391"/>
                        <a:pt x="625" y="391"/>
                      </a:cubicBezTo>
                      <a:cubicBezTo>
                        <a:pt x="625" y="442"/>
                        <a:pt x="625" y="494"/>
                        <a:pt x="625" y="547"/>
                      </a:cubicBezTo>
                      <a:cubicBezTo>
                        <a:pt x="651" y="547"/>
                        <a:pt x="677" y="547"/>
                        <a:pt x="703" y="547"/>
                      </a:cubicBezTo>
                      <a:cubicBezTo>
                        <a:pt x="703" y="624"/>
                        <a:pt x="703" y="702"/>
                        <a:pt x="703" y="781"/>
                      </a:cubicBezTo>
                      <a:cubicBezTo>
                        <a:pt x="652" y="781"/>
                        <a:pt x="600" y="781"/>
                        <a:pt x="547" y="781"/>
                      </a:cubicBezTo>
                      <a:cubicBezTo>
                        <a:pt x="547" y="755"/>
                        <a:pt x="547" y="730"/>
                        <a:pt x="547" y="703"/>
                      </a:cubicBezTo>
                      <a:cubicBezTo>
                        <a:pt x="521" y="703"/>
                        <a:pt x="495" y="703"/>
                        <a:pt x="469" y="703"/>
                      </a:cubicBezTo>
                      <a:cubicBezTo>
                        <a:pt x="469" y="677"/>
                        <a:pt x="469" y="652"/>
                        <a:pt x="469" y="625"/>
                      </a:cubicBezTo>
                      <a:cubicBezTo>
                        <a:pt x="443" y="625"/>
                        <a:pt x="417" y="625"/>
                        <a:pt x="391" y="625"/>
                      </a:cubicBezTo>
                      <a:cubicBezTo>
                        <a:pt x="391" y="599"/>
                        <a:pt x="391" y="573"/>
                        <a:pt x="391" y="547"/>
                      </a:cubicBezTo>
                      <a:cubicBezTo>
                        <a:pt x="365" y="547"/>
                        <a:pt x="339" y="547"/>
                        <a:pt x="312" y="547"/>
                      </a:cubicBezTo>
                      <a:cubicBezTo>
                        <a:pt x="312" y="521"/>
                        <a:pt x="312" y="495"/>
                        <a:pt x="312" y="469"/>
                      </a:cubicBezTo>
                      <a:cubicBezTo>
                        <a:pt x="261" y="469"/>
                        <a:pt x="209" y="469"/>
                        <a:pt x="156" y="469"/>
                      </a:cubicBezTo>
                      <a:cubicBezTo>
                        <a:pt x="156" y="443"/>
                        <a:pt x="156" y="417"/>
                        <a:pt x="156" y="391"/>
                      </a:cubicBezTo>
                      <a:cubicBezTo>
                        <a:pt x="122" y="366"/>
                        <a:pt x="122" y="366"/>
                        <a:pt x="78" y="347"/>
                      </a:cubicBezTo>
                      <a:cubicBezTo>
                        <a:pt x="71" y="343"/>
                        <a:pt x="71" y="343"/>
                        <a:pt x="34" y="327"/>
                      </a:cubicBezTo>
                      <a:cubicBezTo>
                        <a:pt x="23" y="322"/>
                        <a:pt x="12" y="317"/>
                        <a:pt x="0" y="312"/>
                      </a:cubicBezTo>
                      <a:cubicBezTo>
                        <a:pt x="78" y="312"/>
                        <a:pt x="156" y="312"/>
                        <a:pt x="234" y="312"/>
                      </a:cubicBezTo>
                      <a:cubicBezTo>
                        <a:pt x="234" y="287"/>
                        <a:pt x="234" y="261"/>
                        <a:pt x="234" y="234"/>
                      </a:cubicBezTo>
                      <a:cubicBezTo>
                        <a:pt x="312" y="234"/>
                        <a:pt x="389" y="234"/>
                        <a:pt x="469" y="234"/>
                      </a:cubicBezTo>
                      <a:cubicBezTo>
                        <a:pt x="469" y="183"/>
                        <a:pt x="469" y="131"/>
                        <a:pt x="469" y="78"/>
                      </a:cubicBezTo>
                      <a:cubicBezTo>
                        <a:pt x="495" y="78"/>
                        <a:pt x="520" y="78"/>
                        <a:pt x="547" y="78"/>
                      </a:cubicBezTo>
                      <a:cubicBezTo>
                        <a:pt x="547" y="52"/>
                        <a:pt x="547" y="27"/>
                        <a:pt x="54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21" name="ICON_ACTION_EYE_path_026"/>
                <p:cNvSpPr/>
                <p:nvPr/>
              </p:nvSpPr>
              <p:spPr>
                <a:xfrm>
                  <a:off x="633016" y="5714008"/>
                  <a:ext cx="10914" cy="1289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59" h="1016" fill="norm" stroke="0">
                      <a:moveTo>
                        <a:pt x="781" y="0"/>
                      </a:moveTo>
                      <a:cubicBezTo>
                        <a:pt x="807" y="13"/>
                        <a:pt x="833" y="26"/>
                        <a:pt x="859" y="39"/>
                      </a:cubicBezTo>
                      <a:cubicBezTo>
                        <a:pt x="846" y="51"/>
                        <a:pt x="832" y="64"/>
                        <a:pt x="818" y="76"/>
                      </a:cubicBezTo>
                      <a:cubicBezTo>
                        <a:pt x="634" y="248"/>
                        <a:pt x="634" y="248"/>
                        <a:pt x="625" y="391"/>
                      </a:cubicBezTo>
                      <a:cubicBezTo>
                        <a:pt x="651" y="391"/>
                        <a:pt x="677" y="391"/>
                        <a:pt x="703" y="391"/>
                      </a:cubicBezTo>
                      <a:cubicBezTo>
                        <a:pt x="703" y="442"/>
                        <a:pt x="703" y="494"/>
                        <a:pt x="703" y="547"/>
                      </a:cubicBezTo>
                      <a:cubicBezTo>
                        <a:pt x="677" y="547"/>
                        <a:pt x="652" y="547"/>
                        <a:pt x="625" y="547"/>
                      </a:cubicBezTo>
                      <a:cubicBezTo>
                        <a:pt x="625" y="573"/>
                        <a:pt x="625" y="598"/>
                        <a:pt x="625" y="625"/>
                      </a:cubicBezTo>
                      <a:cubicBezTo>
                        <a:pt x="599" y="625"/>
                        <a:pt x="573" y="625"/>
                        <a:pt x="547" y="625"/>
                      </a:cubicBezTo>
                      <a:cubicBezTo>
                        <a:pt x="547" y="651"/>
                        <a:pt x="547" y="677"/>
                        <a:pt x="547" y="703"/>
                      </a:cubicBezTo>
                      <a:cubicBezTo>
                        <a:pt x="521" y="703"/>
                        <a:pt x="495" y="703"/>
                        <a:pt x="469" y="703"/>
                      </a:cubicBezTo>
                      <a:cubicBezTo>
                        <a:pt x="469" y="729"/>
                        <a:pt x="469" y="755"/>
                        <a:pt x="469" y="781"/>
                      </a:cubicBezTo>
                      <a:cubicBezTo>
                        <a:pt x="443" y="781"/>
                        <a:pt x="417" y="781"/>
                        <a:pt x="391" y="781"/>
                      </a:cubicBezTo>
                      <a:cubicBezTo>
                        <a:pt x="391" y="807"/>
                        <a:pt x="391" y="833"/>
                        <a:pt x="391" y="859"/>
                      </a:cubicBezTo>
                      <a:cubicBezTo>
                        <a:pt x="365" y="859"/>
                        <a:pt x="339" y="859"/>
                        <a:pt x="312" y="859"/>
                      </a:cubicBezTo>
                      <a:cubicBezTo>
                        <a:pt x="312" y="885"/>
                        <a:pt x="312" y="911"/>
                        <a:pt x="312" y="938"/>
                      </a:cubicBezTo>
                      <a:cubicBezTo>
                        <a:pt x="287" y="938"/>
                        <a:pt x="261" y="938"/>
                        <a:pt x="234" y="938"/>
                      </a:cubicBezTo>
                      <a:cubicBezTo>
                        <a:pt x="234" y="963"/>
                        <a:pt x="234" y="989"/>
                        <a:pt x="234" y="1016"/>
                      </a:cubicBezTo>
                      <a:cubicBezTo>
                        <a:pt x="209" y="1016"/>
                        <a:pt x="183" y="1016"/>
                        <a:pt x="156" y="1016"/>
                      </a:cubicBezTo>
                      <a:cubicBezTo>
                        <a:pt x="156" y="990"/>
                        <a:pt x="156" y="964"/>
                        <a:pt x="156" y="938"/>
                      </a:cubicBezTo>
                      <a:cubicBezTo>
                        <a:pt x="105" y="938"/>
                        <a:pt x="53" y="938"/>
                        <a:pt x="0" y="938"/>
                      </a:cubicBezTo>
                      <a:cubicBezTo>
                        <a:pt x="11" y="911"/>
                        <a:pt x="23" y="885"/>
                        <a:pt x="34" y="859"/>
                      </a:cubicBezTo>
                      <a:cubicBezTo>
                        <a:pt x="41" y="845"/>
                        <a:pt x="47" y="830"/>
                        <a:pt x="53" y="815"/>
                      </a:cubicBezTo>
                      <a:cubicBezTo>
                        <a:pt x="62" y="804"/>
                        <a:pt x="70" y="793"/>
                        <a:pt x="78" y="781"/>
                      </a:cubicBezTo>
                      <a:cubicBezTo>
                        <a:pt x="120" y="776"/>
                        <a:pt x="120" y="776"/>
                        <a:pt x="156" y="781"/>
                      </a:cubicBezTo>
                      <a:cubicBezTo>
                        <a:pt x="156" y="755"/>
                        <a:pt x="156" y="730"/>
                        <a:pt x="156" y="703"/>
                      </a:cubicBezTo>
                      <a:cubicBezTo>
                        <a:pt x="182" y="703"/>
                        <a:pt x="208" y="703"/>
                        <a:pt x="234" y="703"/>
                      </a:cubicBezTo>
                      <a:cubicBezTo>
                        <a:pt x="234" y="677"/>
                        <a:pt x="234" y="652"/>
                        <a:pt x="234" y="625"/>
                      </a:cubicBezTo>
                      <a:cubicBezTo>
                        <a:pt x="260" y="625"/>
                        <a:pt x="286" y="625"/>
                        <a:pt x="312" y="625"/>
                      </a:cubicBezTo>
                      <a:cubicBezTo>
                        <a:pt x="312" y="599"/>
                        <a:pt x="312" y="573"/>
                        <a:pt x="312" y="547"/>
                      </a:cubicBezTo>
                      <a:cubicBezTo>
                        <a:pt x="338" y="547"/>
                        <a:pt x="364" y="547"/>
                        <a:pt x="391" y="547"/>
                      </a:cubicBezTo>
                      <a:cubicBezTo>
                        <a:pt x="391" y="521"/>
                        <a:pt x="391" y="495"/>
                        <a:pt x="391" y="469"/>
                      </a:cubicBezTo>
                      <a:cubicBezTo>
                        <a:pt x="416" y="469"/>
                        <a:pt x="442" y="469"/>
                        <a:pt x="469" y="469"/>
                      </a:cubicBezTo>
                      <a:cubicBezTo>
                        <a:pt x="469" y="463"/>
                        <a:pt x="469" y="463"/>
                        <a:pt x="468" y="436"/>
                      </a:cubicBezTo>
                      <a:cubicBezTo>
                        <a:pt x="482" y="237"/>
                        <a:pt x="642" y="125"/>
                        <a:pt x="781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22" name="ICON_ACTION_EYE_path_027"/>
                <p:cNvSpPr/>
                <p:nvPr/>
              </p:nvSpPr>
              <p:spPr>
                <a:xfrm>
                  <a:off x="600273" y="5681266"/>
                  <a:ext cx="12898" cy="893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16" h="703" fill="norm" stroke="0">
                      <a:moveTo>
                        <a:pt x="78" y="0"/>
                      </a:moveTo>
                      <a:cubicBezTo>
                        <a:pt x="130" y="0"/>
                        <a:pt x="181" y="0"/>
                        <a:pt x="234" y="0"/>
                      </a:cubicBezTo>
                      <a:cubicBezTo>
                        <a:pt x="234" y="26"/>
                        <a:pt x="234" y="52"/>
                        <a:pt x="234" y="78"/>
                      </a:cubicBezTo>
                      <a:cubicBezTo>
                        <a:pt x="260" y="78"/>
                        <a:pt x="286" y="78"/>
                        <a:pt x="312" y="78"/>
                      </a:cubicBezTo>
                      <a:cubicBezTo>
                        <a:pt x="312" y="104"/>
                        <a:pt x="312" y="130"/>
                        <a:pt x="312" y="156"/>
                      </a:cubicBezTo>
                      <a:cubicBezTo>
                        <a:pt x="338" y="156"/>
                        <a:pt x="364" y="156"/>
                        <a:pt x="391" y="156"/>
                      </a:cubicBezTo>
                      <a:cubicBezTo>
                        <a:pt x="391" y="182"/>
                        <a:pt x="391" y="208"/>
                        <a:pt x="391" y="234"/>
                      </a:cubicBezTo>
                      <a:cubicBezTo>
                        <a:pt x="442" y="234"/>
                        <a:pt x="494" y="234"/>
                        <a:pt x="547" y="234"/>
                      </a:cubicBezTo>
                      <a:cubicBezTo>
                        <a:pt x="547" y="260"/>
                        <a:pt x="547" y="286"/>
                        <a:pt x="547" y="312"/>
                      </a:cubicBezTo>
                      <a:cubicBezTo>
                        <a:pt x="573" y="312"/>
                        <a:pt x="598" y="312"/>
                        <a:pt x="625" y="312"/>
                      </a:cubicBezTo>
                      <a:cubicBezTo>
                        <a:pt x="625" y="338"/>
                        <a:pt x="625" y="364"/>
                        <a:pt x="625" y="391"/>
                      </a:cubicBezTo>
                      <a:cubicBezTo>
                        <a:pt x="651" y="391"/>
                        <a:pt x="677" y="391"/>
                        <a:pt x="703" y="391"/>
                      </a:cubicBezTo>
                      <a:cubicBezTo>
                        <a:pt x="703" y="416"/>
                        <a:pt x="703" y="442"/>
                        <a:pt x="703" y="469"/>
                      </a:cubicBezTo>
                      <a:cubicBezTo>
                        <a:pt x="729" y="469"/>
                        <a:pt x="755" y="469"/>
                        <a:pt x="781" y="469"/>
                      </a:cubicBezTo>
                      <a:cubicBezTo>
                        <a:pt x="781" y="495"/>
                        <a:pt x="781" y="520"/>
                        <a:pt x="781" y="547"/>
                      </a:cubicBezTo>
                      <a:cubicBezTo>
                        <a:pt x="859" y="573"/>
                        <a:pt x="936" y="598"/>
                        <a:pt x="1016" y="625"/>
                      </a:cubicBezTo>
                      <a:cubicBezTo>
                        <a:pt x="1003" y="651"/>
                        <a:pt x="990" y="677"/>
                        <a:pt x="977" y="703"/>
                      </a:cubicBezTo>
                      <a:cubicBezTo>
                        <a:pt x="964" y="697"/>
                        <a:pt x="952" y="692"/>
                        <a:pt x="939" y="686"/>
                      </a:cubicBezTo>
                      <a:cubicBezTo>
                        <a:pt x="831" y="639"/>
                        <a:pt x="744" y="613"/>
                        <a:pt x="625" y="625"/>
                      </a:cubicBezTo>
                      <a:cubicBezTo>
                        <a:pt x="625" y="599"/>
                        <a:pt x="625" y="573"/>
                        <a:pt x="625" y="547"/>
                      </a:cubicBezTo>
                      <a:cubicBezTo>
                        <a:pt x="599" y="547"/>
                        <a:pt x="573" y="547"/>
                        <a:pt x="547" y="547"/>
                      </a:cubicBezTo>
                      <a:cubicBezTo>
                        <a:pt x="547" y="521"/>
                        <a:pt x="547" y="495"/>
                        <a:pt x="547" y="469"/>
                      </a:cubicBezTo>
                      <a:cubicBezTo>
                        <a:pt x="470" y="469"/>
                        <a:pt x="392" y="469"/>
                        <a:pt x="312" y="469"/>
                      </a:cubicBezTo>
                      <a:cubicBezTo>
                        <a:pt x="312" y="443"/>
                        <a:pt x="312" y="417"/>
                        <a:pt x="312" y="391"/>
                      </a:cubicBezTo>
                      <a:cubicBezTo>
                        <a:pt x="287" y="391"/>
                        <a:pt x="261" y="391"/>
                        <a:pt x="234" y="391"/>
                      </a:cubicBezTo>
                      <a:cubicBezTo>
                        <a:pt x="234" y="365"/>
                        <a:pt x="234" y="339"/>
                        <a:pt x="234" y="312"/>
                      </a:cubicBezTo>
                      <a:cubicBezTo>
                        <a:pt x="209" y="312"/>
                        <a:pt x="183" y="312"/>
                        <a:pt x="156" y="312"/>
                      </a:cubicBezTo>
                      <a:cubicBezTo>
                        <a:pt x="156" y="287"/>
                        <a:pt x="156" y="261"/>
                        <a:pt x="156" y="234"/>
                      </a:cubicBezTo>
                      <a:cubicBezTo>
                        <a:pt x="130" y="234"/>
                        <a:pt x="105" y="234"/>
                        <a:pt x="78" y="234"/>
                      </a:cubicBezTo>
                      <a:cubicBezTo>
                        <a:pt x="78" y="209"/>
                        <a:pt x="78" y="183"/>
                        <a:pt x="78" y="156"/>
                      </a:cubicBezTo>
                      <a:cubicBezTo>
                        <a:pt x="52" y="156"/>
                        <a:pt x="27" y="156"/>
                        <a:pt x="0" y="156"/>
                      </a:cubicBezTo>
                      <a:cubicBezTo>
                        <a:pt x="0" y="130"/>
                        <a:pt x="0" y="105"/>
                        <a:pt x="0" y="78"/>
                      </a:cubicBezTo>
                      <a:cubicBezTo>
                        <a:pt x="26" y="78"/>
                        <a:pt x="52" y="78"/>
                        <a:pt x="78" y="78"/>
                      </a:cubicBezTo>
                      <a:cubicBezTo>
                        <a:pt x="78" y="52"/>
                        <a:pt x="78" y="27"/>
                        <a:pt x="7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23" name="ICON_ACTION_EYE_path_028"/>
                <p:cNvSpPr/>
                <p:nvPr/>
              </p:nvSpPr>
              <p:spPr>
                <a:xfrm>
                  <a:off x="549672" y="5750719"/>
                  <a:ext cx="9922" cy="893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81" h="703" fill="norm" stroke="0">
                      <a:moveTo>
                        <a:pt x="625" y="0"/>
                      </a:moveTo>
                      <a:cubicBezTo>
                        <a:pt x="677" y="0"/>
                        <a:pt x="728" y="0"/>
                        <a:pt x="781" y="0"/>
                      </a:cubicBezTo>
                      <a:cubicBezTo>
                        <a:pt x="781" y="103"/>
                        <a:pt x="781" y="206"/>
                        <a:pt x="781" y="312"/>
                      </a:cubicBezTo>
                      <a:cubicBezTo>
                        <a:pt x="730" y="312"/>
                        <a:pt x="678" y="312"/>
                        <a:pt x="625" y="312"/>
                      </a:cubicBezTo>
                      <a:cubicBezTo>
                        <a:pt x="625" y="364"/>
                        <a:pt x="625" y="416"/>
                        <a:pt x="625" y="469"/>
                      </a:cubicBezTo>
                      <a:cubicBezTo>
                        <a:pt x="651" y="469"/>
                        <a:pt x="677" y="469"/>
                        <a:pt x="703" y="469"/>
                      </a:cubicBezTo>
                      <a:cubicBezTo>
                        <a:pt x="703" y="495"/>
                        <a:pt x="703" y="520"/>
                        <a:pt x="703" y="547"/>
                      </a:cubicBezTo>
                      <a:cubicBezTo>
                        <a:pt x="729" y="547"/>
                        <a:pt x="755" y="547"/>
                        <a:pt x="781" y="547"/>
                      </a:cubicBezTo>
                      <a:cubicBezTo>
                        <a:pt x="781" y="598"/>
                        <a:pt x="781" y="650"/>
                        <a:pt x="781" y="703"/>
                      </a:cubicBezTo>
                      <a:cubicBezTo>
                        <a:pt x="730" y="703"/>
                        <a:pt x="678" y="703"/>
                        <a:pt x="625" y="703"/>
                      </a:cubicBezTo>
                      <a:cubicBezTo>
                        <a:pt x="625" y="677"/>
                        <a:pt x="625" y="652"/>
                        <a:pt x="625" y="625"/>
                      </a:cubicBezTo>
                      <a:cubicBezTo>
                        <a:pt x="599" y="625"/>
                        <a:pt x="573" y="625"/>
                        <a:pt x="547" y="625"/>
                      </a:cubicBezTo>
                      <a:cubicBezTo>
                        <a:pt x="547" y="573"/>
                        <a:pt x="547" y="522"/>
                        <a:pt x="547" y="469"/>
                      </a:cubicBezTo>
                      <a:cubicBezTo>
                        <a:pt x="165" y="461"/>
                        <a:pt x="165" y="461"/>
                        <a:pt x="0" y="508"/>
                      </a:cubicBezTo>
                      <a:cubicBezTo>
                        <a:pt x="141" y="382"/>
                        <a:pt x="141" y="382"/>
                        <a:pt x="244" y="383"/>
                      </a:cubicBezTo>
                      <a:cubicBezTo>
                        <a:pt x="267" y="385"/>
                        <a:pt x="290" y="387"/>
                        <a:pt x="312" y="391"/>
                      </a:cubicBezTo>
                      <a:cubicBezTo>
                        <a:pt x="312" y="365"/>
                        <a:pt x="312" y="339"/>
                        <a:pt x="312" y="312"/>
                      </a:cubicBezTo>
                      <a:cubicBezTo>
                        <a:pt x="338" y="312"/>
                        <a:pt x="364" y="312"/>
                        <a:pt x="391" y="312"/>
                      </a:cubicBezTo>
                      <a:cubicBezTo>
                        <a:pt x="391" y="287"/>
                        <a:pt x="391" y="261"/>
                        <a:pt x="391" y="234"/>
                      </a:cubicBezTo>
                      <a:cubicBezTo>
                        <a:pt x="416" y="234"/>
                        <a:pt x="442" y="234"/>
                        <a:pt x="469" y="234"/>
                      </a:cubicBezTo>
                      <a:cubicBezTo>
                        <a:pt x="469" y="209"/>
                        <a:pt x="469" y="183"/>
                        <a:pt x="469" y="156"/>
                      </a:cubicBezTo>
                      <a:cubicBezTo>
                        <a:pt x="495" y="156"/>
                        <a:pt x="520" y="156"/>
                        <a:pt x="547" y="156"/>
                      </a:cubicBezTo>
                      <a:cubicBezTo>
                        <a:pt x="547" y="130"/>
                        <a:pt x="547" y="105"/>
                        <a:pt x="547" y="78"/>
                      </a:cubicBezTo>
                      <a:cubicBezTo>
                        <a:pt x="573" y="78"/>
                        <a:pt x="598" y="78"/>
                        <a:pt x="625" y="78"/>
                      </a:cubicBezTo>
                      <a:cubicBezTo>
                        <a:pt x="625" y="52"/>
                        <a:pt x="625" y="27"/>
                        <a:pt x="625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24" name="ICON_ACTION_EYE_path_029"/>
                <p:cNvSpPr/>
                <p:nvPr/>
              </p:nvSpPr>
              <p:spPr>
                <a:xfrm>
                  <a:off x="439539" y="5733852"/>
                  <a:ext cx="8930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3" h="625" fill="norm" stroke="0">
                      <a:moveTo>
                        <a:pt x="234" y="0"/>
                      </a:moveTo>
                      <a:cubicBezTo>
                        <a:pt x="260" y="0"/>
                        <a:pt x="286" y="0"/>
                        <a:pt x="312" y="0"/>
                      </a:cubicBezTo>
                      <a:cubicBezTo>
                        <a:pt x="312" y="26"/>
                        <a:pt x="312" y="52"/>
                        <a:pt x="312" y="78"/>
                      </a:cubicBezTo>
                      <a:cubicBezTo>
                        <a:pt x="338" y="78"/>
                        <a:pt x="364" y="78"/>
                        <a:pt x="391" y="78"/>
                      </a:cubicBezTo>
                      <a:cubicBezTo>
                        <a:pt x="391" y="104"/>
                        <a:pt x="391" y="130"/>
                        <a:pt x="391" y="156"/>
                      </a:cubicBezTo>
                      <a:cubicBezTo>
                        <a:pt x="416" y="156"/>
                        <a:pt x="442" y="156"/>
                        <a:pt x="469" y="156"/>
                      </a:cubicBezTo>
                      <a:cubicBezTo>
                        <a:pt x="469" y="182"/>
                        <a:pt x="469" y="208"/>
                        <a:pt x="469" y="234"/>
                      </a:cubicBezTo>
                      <a:cubicBezTo>
                        <a:pt x="520" y="234"/>
                        <a:pt x="572" y="234"/>
                        <a:pt x="625" y="234"/>
                      </a:cubicBezTo>
                      <a:cubicBezTo>
                        <a:pt x="625" y="286"/>
                        <a:pt x="625" y="337"/>
                        <a:pt x="625" y="391"/>
                      </a:cubicBezTo>
                      <a:cubicBezTo>
                        <a:pt x="651" y="391"/>
                        <a:pt x="677" y="391"/>
                        <a:pt x="703" y="391"/>
                      </a:cubicBezTo>
                      <a:cubicBezTo>
                        <a:pt x="677" y="468"/>
                        <a:pt x="652" y="545"/>
                        <a:pt x="625" y="625"/>
                      </a:cubicBezTo>
                      <a:cubicBezTo>
                        <a:pt x="599" y="625"/>
                        <a:pt x="573" y="625"/>
                        <a:pt x="547" y="625"/>
                      </a:cubicBezTo>
                      <a:cubicBezTo>
                        <a:pt x="547" y="599"/>
                        <a:pt x="547" y="573"/>
                        <a:pt x="547" y="547"/>
                      </a:cubicBezTo>
                      <a:cubicBezTo>
                        <a:pt x="495" y="547"/>
                        <a:pt x="444" y="547"/>
                        <a:pt x="391" y="547"/>
                      </a:cubicBezTo>
                      <a:cubicBezTo>
                        <a:pt x="391" y="521"/>
                        <a:pt x="391" y="495"/>
                        <a:pt x="391" y="469"/>
                      </a:cubicBezTo>
                      <a:cubicBezTo>
                        <a:pt x="365" y="469"/>
                        <a:pt x="339" y="469"/>
                        <a:pt x="312" y="469"/>
                      </a:cubicBezTo>
                      <a:cubicBezTo>
                        <a:pt x="312" y="443"/>
                        <a:pt x="312" y="417"/>
                        <a:pt x="312" y="391"/>
                      </a:cubicBezTo>
                      <a:cubicBezTo>
                        <a:pt x="287" y="391"/>
                        <a:pt x="261" y="391"/>
                        <a:pt x="234" y="391"/>
                      </a:cubicBezTo>
                      <a:cubicBezTo>
                        <a:pt x="234" y="365"/>
                        <a:pt x="234" y="339"/>
                        <a:pt x="234" y="312"/>
                      </a:cubicBezTo>
                      <a:cubicBezTo>
                        <a:pt x="183" y="312"/>
                        <a:pt x="131" y="312"/>
                        <a:pt x="78" y="312"/>
                      </a:cubicBezTo>
                      <a:cubicBezTo>
                        <a:pt x="78" y="287"/>
                        <a:pt x="78" y="261"/>
                        <a:pt x="78" y="234"/>
                      </a:cubicBezTo>
                      <a:cubicBezTo>
                        <a:pt x="52" y="234"/>
                        <a:pt x="27" y="234"/>
                        <a:pt x="0" y="234"/>
                      </a:cubicBezTo>
                      <a:cubicBezTo>
                        <a:pt x="20" y="177"/>
                        <a:pt x="40" y="126"/>
                        <a:pt x="78" y="78"/>
                      </a:cubicBezTo>
                      <a:cubicBezTo>
                        <a:pt x="132" y="64"/>
                        <a:pt x="180" y="69"/>
                        <a:pt x="234" y="78"/>
                      </a:cubicBezTo>
                      <a:cubicBezTo>
                        <a:pt x="234" y="52"/>
                        <a:pt x="234" y="27"/>
                        <a:pt x="234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25" name="ICON_ACTION_EYE_path_030"/>
                <p:cNvSpPr/>
                <p:nvPr/>
              </p:nvSpPr>
              <p:spPr>
                <a:xfrm>
                  <a:off x="470297" y="5696148"/>
                  <a:ext cx="5953" cy="1041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69" h="820" fill="norm" stroke="0">
                      <a:moveTo>
                        <a:pt x="430" y="0"/>
                      </a:moveTo>
                      <a:cubicBezTo>
                        <a:pt x="443" y="0"/>
                        <a:pt x="455" y="0"/>
                        <a:pt x="469" y="0"/>
                      </a:cubicBezTo>
                      <a:cubicBezTo>
                        <a:pt x="469" y="129"/>
                        <a:pt x="469" y="258"/>
                        <a:pt x="469" y="391"/>
                      </a:cubicBezTo>
                      <a:cubicBezTo>
                        <a:pt x="443" y="391"/>
                        <a:pt x="417" y="391"/>
                        <a:pt x="391" y="391"/>
                      </a:cubicBezTo>
                      <a:cubicBezTo>
                        <a:pt x="391" y="402"/>
                        <a:pt x="391" y="414"/>
                        <a:pt x="392" y="426"/>
                      </a:cubicBezTo>
                      <a:cubicBezTo>
                        <a:pt x="393" y="478"/>
                        <a:pt x="394" y="531"/>
                        <a:pt x="396" y="584"/>
                      </a:cubicBezTo>
                      <a:cubicBezTo>
                        <a:pt x="396" y="593"/>
                        <a:pt x="396" y="593"/>
                        <a:pt x="398" y="639"/>
                      </a:cubicBezTo>
                      <a:cubicBezTo>
                        <a:pt x="398" y="656"/>
                        <a:pt x="398" y="674"/>
                        <a:pt x="398" y="692"/>
                      </a:cubicBezTo>
                      <a:cubicBezTo>
                        <a:pt x="399" y="708"/>
                        <a:pt x="399" y="724"/>
                        <a:pt x="399" y="741"/>
                      </a:cubicBezTo>
                      <a:cubicBezTo>
                        <a:pt x="398" y="748"/>
                        <a:pt x="398" y="748"/>
                        <a:pt x="391" y="781"/>
                      </a:cubicBezTo>
                      <a:cubicBezTo>
                        <a:pt x="351" y="806"/>
                        <a:pt x="351" y="806"/>
                        <a:pt x="312" y="820"/>
                      </a:cubicBezTo>
                      <a:cubicBezTo>
                        <a:pt x="312" y="795"/>
                        <a:pt x="312" y="769"/>
                        <a:pt x="312" y="742"/>
                      </a:cubicBezTo>
                      <a:cubicBezTo>
                        <a:pt x="235" y="729"/>
                        <a:pt x="158" y="716"/>
                        <a:pt x="78" y="703"/>
                      </a:cubicBezTo>
                      <a:cubicBezTo>
                        <a:pt x="78" y="677"/>
                        <a:pt x="78" y="652"/>
                        <a:pt x="78" y="625"/>
                      </a:cubicBezTo>
                      <a:cubicBezTo>
                        <a:pt x="52" y="625"/>
                        <a:pt x="27" y="625"/>
                        <a:pt x="0" y="625"/>
                      </a:cubicBezTo>
                      <a:cubicBezTo>
                        <a:pt x="0" y="548"/>
                        <a:pt x="0" y="470"/>
                        <a:pt x="0" y="391"/>
                      </a:cubicBezTo>
                      <a:cubicBezTo>
                        <a:pt x="26" y="391"/>
                        <a:pt x="52" y="391"/>
                        <a:pt x="78" y="391"/>
                      </a:cubicBezTo>
                      <a:cubicBezTo>
                        <a:pt x="78" y="339"/>
                        <a:pt x="78" y="288"/>
                        <a:pt x="78" y="234"/>
                      </a:cubicBezTo>
                      <a:cubicBezTo>
                        <a:pt x="181" y="221"/>
                        <a:pt x="284" y="209"/>
                        <a:pt x="391" y="195"/>
                      </a:cubicBezTo>
                      <a:cubicBezTo>
                        <a:pt x="404" y="131"/>
                        <a:pt x="416" y="66"/>
                        <a:pt x="43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26" name="ICON_ACTION_EYE_path_031"/>
                <p:cNvSpPr/>
                <p:nvPr/>
              </p:nvSpPr>
              <p:spPr>
                <a:xfrm>
                  <a:off x="618133" y="5695156"/>
                  <a:ext cx="7938" cy="893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703" fill="norm" stroke="0">
                      <a:moveTo>
                        <a:pt x="117" y="0"/>
                      </a:moveTo>
                      <a:cubicBezTo>
                        <a:pt x="122" y="13"/>
                        <a:pt x="127" y="26"/>
                        <a:pt x="132" y="39"/>
                      </a:cubicBezTo>
                      <a:cubicBezTo>
                        <a:pt x="140" y="52"/>
                        <a:pt x="148" y="65"/>
                        <a:pt x="156" y="78"/>
                      </a:cubicBezTo>
                      <a:cubicBezTo>
                        <a:pt x="198" y="83"/>
                        <a:pt x="198" y="83"/>
                        <a:pt x="234" y="78"/>
                      </a:cubicBezTo>
                      <a:cubicBezTo>
                        <a:pt x="234" y="104"/>
                        <a:pt x="234" y="130"/>
                        <a:pt x="234" y="156"/>
                      </a:cubicBezTo>
                      <a:cubicBezTo>
                        <a:pt x="260" y="156"/>
                        <a:pt x="286" y="156"/>
                        <a:pt x="312" y="156"/>
                      </a:cubicBezTo>
                      <a:cubicBezTo>
                        <a:pt x="312" y="182"/>
                        <a:pt x="312" y="208"/>
                        <a:pt x="312" y="234"/>
                      </a:cubicBezTo>
                      <a:cubicBezTo>
                        <a:pt x="338" y="234"/>
                        <a:pt x="364" y="234"/>
                        <a:pt x="391" y="234"/>
                      </a:cubicBezTo>
                      <a:cubicBezTo>
                        <a:pt x="391" y="260"/>
                        <a:pt x="391" y="286"/>
                        <a:pt x="391" y="312"/>
                      </a:cubicBezTo>
                      <a:cubicBezTo>
                        <a:pt x="416" y="312"/>
                        <a:pt x="442" y="312"/>
                        <a:pt x="469" y="312"/>
                      </a:cubicBezTo>
                      <a:cubicBezTo>
                        <a:pt x="469" y="338"/>
                        <a:pt x="469" y="364"/>
                        <a:pt x="469" y="391"/>
                      </a:cubicBezTo>
                      <a:cubicBezTo>
                        <a:pt x="495" y="391"/>
                        <a:pt x="520" y="391"/>
                        <a:pt x="547" y="391"/>
                      </a:cubicBezTo>
                      <a:cubicBezTo>
                        <a:pt x="547" y="416"/>
                        <a:pt x="547" y="442"/>
                        <a:pt x="547" y="469"/>
                      </a:cubicBezTo>
                      <a:cubicBezTo>
                        <a:pt x="573" y="469"/>
                        <a:pt x="598" y="469"/>
                        <a:pt x="625" y="469"/>
                      </a:cubicBezTo>
                      <a:cubicBezTo>
                        <a:pt x="625" y="495"/>
                        <a:pt x="625" y="520"/>
                        <a:pt x="625" y="547"/>
                      </a:cubicBezTo>
                      <a:cubicBezTo>
                        <a:pt x="599" y="547"/>
                        <a:pt x="573" y="547"/>
                        <a:pt x="547" y="547"/>
                      </a:cubicBezTo>
                      <a:cubicBezTo>
                        <a:pt x="547" y="573"/>
                        <a:pt x="547" y="598"/>
                        <a:pt x="547" y="625"/>
                      </a:cubicBezTo>
                      <a:cubicBezTo>
                        <a:pt x="521" y="625"/>
                        <a:pt x="495" y="625"/>
                        <a:pt x="469" y="625"/>
                      </a:cubicBezTo>
                      <a:cubicBezTo>
                        <a:pt x="469" y="651"/>
                        <a:pt x="469" y="677"/>
                        <a:pt x="469" y="703"/>
                      </a:cubicBezTo>
                      <a:cubicBezTo>
                        <a:pt x="443" y="703"/>
                        <a:pt x="417" y="703"/>
                        <a:pt x="391" y="703"/>
                      </a:cubicBezTo>
                      <a:cubicBezTo>
                        <a:pt x="391" y="677"/>
                        <a:pt x="391" y="652"/>
                        <a:pt x="391" y="625"/>
                      </a:cubicBezTo>
                      <a:cubicBezTo>
                        <a:pt x="365" y="625"/>
                        <a:pt x="339" y="625"/>
                        <a:pt x="312" y="625"/>
                      </a:cubicBezTo>
                      <a:cubicBezTo>
                        <a:pt x="312" y="599"/>
                        <a:pt x="312" y="573"/>
                        <a:pt x="312" y="547"/>
                      </a:cubicBezTo>
                      <a:cubicBezTo>
                        <a:pt x="287" y="547"/>
                        <a:pt x="261" y="547"/>
                        <a:pt x="234" y="547"/>
                      </a:cubicBezTo>
                      <a:cubicBezTo>
                        <a:pt x="234" y="521"/>
                        <a:pt x="234" y="495"/>
                        <a:pt x="234" y="469"/>
                      </a:cubicBezTo>
                      <a:cubicBezTo>
                        <a:pt x="209" y="469"/>
                        <a:pt x="183" y="469"/>
                        <a:pt x="156" y="469"/>
                      </a:cubicBezTo>
                      <a:cubicBezTo>
                        <a:pt x="156" y="443"/>
                        <a:pt x="156" y="417"/>
                        <a:pt x="156" y="391"/>
                      </a:cubicBezTo>
                      <a:cubicBezTo>
                        <a:pt x="130" y="391"/>
                        <a:pt x="105" y="391"/>
                        <a:pt x="78" y="391"/>
                      </a:cubicBezTo>
                      <a:cubicBezTo>
                        <a:pt x="78" y="365"/>
                        <a:pt x="78" y="339"/>
                        <a:pt x="78" y="312"/>
                      </a:cubicBezTo>
                      <a:cubicBezTo>
                        <a:pt x="52" y="312"/>
                        <a:pt x="27" y="312"/>
                        <a:pt x="0" y="312"/>
                      </a:cubicBezTo>
                      <a:cubicBezTo>
                        <a:pt x="0" y="235"/>
                        <a:pt x="0" y="158"/>
                        <a:pt x="0" y="78"/>
                      </a:cubicBezTo>
                      <a:cubicBezTo>
                        <a:pt x="39" y="78"/>
                        <a:pt x="77" y="78"/>
                        <a:pt x="117" y="78"/>
                      </a:cubicBezTo>
                      <a:cubicBezTo>
                        <a:pt x="117" y="52"/>
                        <a:pt x="117" y="27"/>
                        <a:pt x="11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27" name="ICON_ACTION_EYE_path_032"/>
                <p:cNvSpPr/>
                <p:nvPr/>
              </p:nvSpPr>
              <p:spPr>
                <a:xfrm>
                  <a:off x="559594" y="5660430"/>
                  <a:ext cx="13891" cy="545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94" h="430" fill="norm" stroke="0">
                      <a:moveTo>
                        <a:pt x="0" y="0"/>
                      </a:moveTo>
                      <a:cubicBezTo>
                        <a:pt x="52" y="0"/>
                        <a:pt x="103" y="0"/>
                        <a:pt x="156" y="0"/>
                      </a:cubicBezTo>
                      <a:cubicBezTo>
                        <a:pt x="156" y="26"/>
                        <a:pt x="156" y="52"/>
                        <a:pt x="156" y="78"/>
                      </a:cubicBezTo>
                      <a:cubicBezTo>
                        <a:pt x="234" y="78"/>
                        <a:pt x="311" y="78"/>
                        <a:pt x="391" y="78"/>
                      </a:cubicBezTo>
                      <a:cubicBezTo>
                        <a:pt x="391" y="104"/>
                        <a:pt x="391" y="130"/>
                        <a:pt x="391" y="156"/>
                      </a:cubicBezTo>
                      <a:cubicBezTo>
                        <a:pt x="468" y="156"/>
                        <a:pt x="545" y="156"/>
                        <a:pt x="625" y="156"/>
                      </a:cubicBezTo>
                      <a:cubicBezTo>
                        <a:pt x="625" y="182"/>
                        <a:pt x="625" y="208"/>
                        <a:pt x="625" y="234"/>
                      </a:cubicBezTo>
                      <a:cubicBezTo>
                        <a:pt x="677" y="234"/>
                        <a:pt x="728" y="234"/>
                        <a:pt x="781" y="234"/>
                      </a:cubicBezTo>
                      <a:cubicBezTo>
                        <a:pt x="781" y="260"/>
                        <a:pt x="781" y="286"/>
                        <a:pt x="781" y="312"/>
                      </a:cubicBezTo>
                      <a:cubicBezTo>
                        <a:pt x="788" y="313"/>
                        <a:pt x="788" y="313"/>
                        <a:pt x="820" y="318"/>
                      </a:cubicBezTo>
                      <a:cubicBezTo>
                        <a:pt x="928" y="337"/>
                        <a:pt x="1009" y="359"/>
                        <a:pt x="1094" y="430"/>
                      </a:cubicBezTo>
                      <a:cubicBezTo>
                        <a:pt x="1079" y="427"/>
                        <a:pt x="1064" y="424"/>
                        <a:pt x="1049" y="421"/>
                      </a:cubicBezTo>
                      <a:cubicBezTo>
                        <a:pt x="830" y="383"/>
                        <a:pt x="612" y="387"/>
                        <a:pt x="391" y="391"/>
                      </a:cubicBezTo>
                      <a:cubicBezTo>
                        <a:pt x="391" y="365"/>
                        <a:pt x="391" y="339"/>
                        <a:pt x="391" y="312"/>
                      </a:cubicBezTo>
                      <a:cubicBezTo>
                        <a:pt x="288" y="312"/>
                        <a:pt x="184" y="312"/>
                        <a:pt x="78" y="312"/>
                      </a:cubicBezTo>
                      <a:cubicBezTo>
                        <a:pt x="78" y="261"/>
                        <a:pt x="78" y="209"/>
                        <a:pt x="78" y="156"/>
                      </a:cubicBezTo>
                      <a:cubicBezTo>
                        <a:pt x="52" y="156"/>
                        <a:pt x="27" y="156"/>
                        <a:pt x="0" y="156"/>
                      </a:cubicBezTo>
                      <a:cubicBezTo>
                        <a:pt x="0" y="105"/>
                        <a:pt x="0" y="53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28" name="ICON_ACTION_EYE_path_033"/>
                <p:cNvSpPr/>
                <p:nvPr/>
              </p:nvSpPr>
              <p:spPr>
                <a:xfrm>
                  <a:off x="609203" y="5677297"/>
                  <a:ext cx="10914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59" h="625" fill="norm" stroke="0">
                      <a:moveTo>
                        <a:pt x="0" y="0"/>
                      </a:moveTo>
                      <a:cubicBezTo>
                        <a:pt x="52" y="0"/>
                        <a:pt x="103" y="0"/>
                        <a:pt x="156" y="0"/>
                      </a:cubicBezTo>
                      <a:cubicBezTo>
                        <a:pt x="156" y="26"/>
                        <a:pt x="156" y="52"/>
                        <a:pt x="156" y="78"/>
                      </a:cubicBezTo>
                      <a:cubicBezTo>
                        <a:pt x="208" y="78"/>
                        <a:pt x="259" y="78"/>
                        <a:pt x="312" y="78"/>
                      </a:cubicBezTo>
                      <a:cubicBezTo>
                        <a:pt x="312" y="104"/>
                        <a:pt x="312" y="130"/>
                        <a:pt x="312" y="156"/>
                      </a:cubicBezTo>
                      <a:cubicBezTo>
                        <a:pt x="390" y="156"/>
                        <a:pt x="467" y="156"/>
                        <a:pt x="547" y="156"/>
                      </a:cubicBezTo>
                      <a:cubicBezTo>
                        <a:pt x="547" y="182"/>
                        <a:pt x="547" y="208"/>
                        <a:pt x="547" y="234"/>
                      </a:cubicBezTo>
                      <a:cubicBezTo>
                        <a:pt x="624" y="234"/>
                        <a:pt x="702" y="234"/>
                        <a:pt x="781" y="234"/>
                      </a:cubicBezTo>
                      <a:cubicBezTo>
                        <a:pt x="781" y="260"/>
                        <a:pt x="781" y="286"/>
                        <a:pt x="781" y="312"/>
                      </a:cubicBezTo>
                      <a:cubicBezTo>
                        <a:pt x="807" y="312"/>
                        <a:pt x="833" y="312"/>
                        <a:pt x="859" y="312"/>
                      </a:cubicBezTo>
                      <a:cubicBezTo>
                        <a:pt x="859" y="390"/>
                        <a:pt x="859" y="467"/>
                        <a:pt x="859" y="547"/>
                      </a:cubicBezTo>
                      <a:cubicBezTo>
                        <a:pt x="834" y="547"/>
                        <a:pt x="808" y="547"/>
                        <a:pt x="781" y="547"/>
                      </a:cubicBezTo>
                      <a:cubicBezTo>
                        <a:pt x="781" y="573"/>
                        <a:pt x="781" y="598"/>
                        <a:pt x="781" y="625"/>
                      </a:cubicBezTo>
                      <a:cubicBezTo>
                        <a:pt x="755" y="614"/>
                        <a:pt x="729" y="603"/>
                        <a:pt x="703" y="591"/>
                      </a:cubicBezTo>
                      <a:cubicBezTo>
                        <a:pt x="689" y="584"/>
                        <a:pt x="674" y="578"/>
                        <a:pt x="659" y="572"/>
                      </a:cubicBezTo>
                      <a:cubicBezTo>
                        <a:pt x="648" y="563"/>
                        <a:pt x="637" y="555"/>
                        <a:pt x="625" y="547"/>
                      </a:cubicBezTo>
                      <a:cubicBezTo>
                        <a:pt x="625" y="521"/>
                        <a:pt x="625" y="495"/>
                        <a:pt x="625" y="469"/>
                      </a:cubicBezTo>
                      <a:cubicBezTo>
                        <a:pt x="573" y="469"/>
                        <a:pt x="522" y="469"/>
                        <a:pt x="469" y="469"/>
                      </a:cubicBezTo>
                      <a:cubicBezTo>
                        <a:pt x="469" y="443"/>
                        <a:pt x="469" y="417"/>
                        <a:pt x="469" y="391"/>
                      </a:cubicBezTo>
                      <a:cubicBezTo>
                        <a:pt x="443" y="391"/>
                        <a:pt x="417" y="391"/>
                        <a:pt x="391" y="391"/>
                      </a:cubicBezTo>
                      <a:cubicBezTo>
                        <a:pt x="391" y="365"/>
                        <a:pt x="391" y="339"/>
                        <a:pt x="391" y="312"/>
                      </a:cubicBezTo>
                      <a:cubicBezTo>
                        <a:pt x="365" y="312"/>
                        <a:pt x="339" y="312"/>
                        <a:pt x="312" y="312"/>
                      </a:cubicBezTo>
                      <a:cubicBezTo>
                        <a:pt x="312" y="287"/>
                        <a:pt x="312" y="261"/>
                        <a:pt x="312" y="234"/>
                      </a:cubicBezTo>
                      <a:cubicBezTo>
                        <a:pt x="296" y="231"/>
                        <a:pt x="280" y="227"/>
                        <a:pt x="264" y="223"/>
                      </a:cubicBezTo>
                      <a:cubicBezTo>
                        <a:pt x="96" y="178"/>
                        <a:pt x="96" y="178"/>
                        <a:pt x="45" y="116"/>
                      </a:cubicBezTo>
                      <a:cubicBezTo>
                        <a:pt x="24" y="73"/>
                        <a:pt x="24" y="73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29" name="ICON_ACTION_EYE_path_034"/>
                <p:cNvSpPr/>
                <p:nvPr/>
              </p:nvSpPr>
              <p:spPr>
                <a:xfrm>
                  <a:off x="424656" y="5720953"/>
                  <a:ext cx="8930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3" h="625" fill="norm" stroke="0">
                      <a:moveTo>
                        <a:pt x="78" y="0"/>
                      </a:moveTo>
                      <a:cubicBezTo>
                        <a:pt x="181" y="0"/>
                        <a:pt x="284" y="0"/>
                        <a:pt x="391" y="0"/>
                      </a:cubicBezTo>
                      <a:cubicBezTo>
                        <a:pt x="391" y="77"/>
                        <a:pt x="391" y="155"/>
                        <a:pt x="391" y="234"/>
                      </a:cubicBezTo>
                      <a:cubicBezTo>
                        <a:pt x="416" y="234"/>
                        <a:pt x="442" y="234"/>
                        <a:pt x="469" y="234"/>
                      </a:cubicBezTo>
                      <a:cubicBezTo>
                        <a:pt x="469" y="260"/>
                        <a:pt x="469" y="286"/>
                        <a:pt x="469" y="312"/>
                      </a:cubicBezTo>
                      <a:cubicBezTo>
                        <a:pt x="495" y="312"/>
                        <a:pt x="520" y="312"/>
                        <a:pt x="547" y="312"/>
                      </a:cubicBezTo>
                      <a:cubicBezTo>
                        <a:pt x="547" y="338"/>
                        <a:pt x="547" y="364"/>
                        <a:pt x="547" y="391"/>
                      </a:cubicBezTo>
                      <a:cubicBezTo>
                        <a:pt x="598" y="391"/>
                        <a:pt x="650" y="391"/>
                        <a:pt x="703" y="391"/>
                      </a:cubicBezTo>
                      <a:cubicBezTo>
                        <a:pt x="703" y="442"/>
                        <a:pt x="703" y="494"/>
                        <a:pt x="703" y="547"/>
                      </a:cubicBezTo>
                      <a:cubicBezTo>
                        <a:pt x="626" y="573"/>
                        <a:pt x="548" y="598"/>
                        <a:pt x="469" y="625"/>
                      </a:cubicBezTo>
                      <a:cubicBezTo>
                        <a:pt x="469" y="599"/>
                        <a:pt x="469" y="573"/>
                        <a:pt x="469" y="547"/>
                      </a:cubicBezTo>
                      <a:cubicBezTo>
                        <a:pt x="443" y="547"/>
                        <a:pt x="417" y="547"/>
                        <a:pt x="391" y="547"/>
                      </a:cubicBezTo>
                      <a:cubicBezTo>
                        <a:pt x="391" y="521"/>
                        <a:pt x="391" y="495"/>
                        <a:pt x="391" y="469"/>
                      </a:cubicBezTo>
                      <a:cubicBezTo>
                        <a:pt x="365" y="469"/>
                        <a:pt x="339" y="469"/>
                        <a:pt x="312" y="469"/>
                      </a:cubicBezTo>
                      <a:cubicBezTo>
                        <a:pt x="312" y="443"/>
                        <a:pt x="312" y="417"/>
                        <a:pt x="312" y="391"/>
                      </a:cubicBezTo>
                      <a:cubicBezTo>
                        <a:pt x="287" y="391"/>
                        <a:pt x="261" y="391"/>
                        <a:pt x="234" y="391"/>
                      </a:cubicBezTo>
                      <a:cubicBezTo>
                        <a:pt x="234" y="365"/>
                        <a:pt x="234" y="339"/>
                        <a:pt x="234" y="312"/>
                      </a:cubicBezTo>
                      <a:cubicBezTo>
                        <a:pt x="209" y="312"/>
                        <a:pt x="183" y="312"/>
                        <a:pt x="156" y="312"/>
                      </a:cubicBezTo>
                      <a:cubicBezTo>
                        <a:pt x="156" y="287"/>
                        <a:pt x="156" y="261"/>
                        <a:pt x="156" y="234"/>
                      </a:cubicBezTo>
                      <a:cubicBezTo>
                        <a:pt x="130" y="234"/>
                        <a:pt x="105" y="234"/>
                        <a:pt x="78" y="234"/>
                      </a:cubicBezTo>
                      <a:cubicBezTo>
                        <a:pt x="80" y="222"/>
                        <a:pt x="81" y="210"/>
                        <a:pt x="83" y="198"/>
                      </a:cubicBezTo>
                      <a:cubicBezTo>
                        <a:pt x="81" y="184"/>
                        <a:pt x="80" y="170"/>
                        <a:pt x="78" y="156"/>
                      </a:cubicBezTo>
                      <a:cubicBezTo>
                        <a:pt x="39" y="132"/>
                        <a:pt x="39" y="132"/>
                        <a:pt x="0" y="117"/>
                      </a:cubicBezTo>
                      <a:cubicBezTo>
                        <a:pt x="26" y="117"/>
                        <a:pt x="52" y="117"/>
                        <a:pt x="78" y="117"/>
                      </a:cubicBezTo>
                      <a:cubicBezTo>
                        <a:pt x="78" y="79"/>
                        <a:pt x="78" y="40"/>
                        <a:pt x="7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30" name="ICON_ACTION_EYE_path_035"/>
                <p:cNvSpPr/>
                <p:nvPr/>
              </p:nvSpPr>
              <p:spPr>
                <a:xfrm>
                  <a:off x="500062" y="5773539"/>
                  <a:ext cx="13891" cy="39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94" h="312" fill="norm" stroke="0">
                      <a:moveTo>
                        <a:pt x="0" y="0"/>
                      </a:moveTo>
                      <a:cubicBezTo>
                        <a:pt x="180" y="0"/>
                        <a:pt x="361" y="0"/>
                        <a:pt x="547" y="0"/>
                      </a:cubicBezTo>
                      <a:cubicBezTo>
                        <a:pt x="547" y="26"/>
                        <a:pt x="547" y="52"/>
                        <a:pt x="547" y="78"/>
                      </a:cubicBezTo>
                      <a:cubicBezTo>
                        <a:pt x="727" y="78"/>
                        <a:pt x="908" y="78"/>
                        <a:pt x="1094" y="78"/>
                      </a:cubicBezTo>
                      <a:cubicBezTo>
                        <a:pt x="1094" y="104"/>
                        <a:pt x="1094" y="130"/>
                        <a:pt x="1094" y="156"/>
                      </a:cubicBezTo>
                      <a:cubicBezTo>
                        <a:pt x="1042" y="156"/>
                        <a:pt x="991" y="156"/>
                        <a:pt x="938" y="156"/>
                      </a:cubicBezTo>
                      <a:cubicBezTo>
                        <a:pt x="938" y="182"/>
                        <a:pt x="938" y="208"/>
                        <a:pt x="938" y="234"/>
                      </a:cubicBezTo>
                      <a:cubicBezTo>
                        <a:pt x="860" y="234"/>
                        <a:pt x="783" y="234"/>
                        <a:pt x="703" y="234"/>
                      </a:cubicBezTo>
                      <a:cubicBezTo>
                        <a:pt x="703" y="260"/>
                        <a:pt x="703" y="286"/>
                        <a:pt x="703" y="312"/>
                      </a:cubicBezTo>
                      <a:cubicBezTo>
                        <a:pt x="626" y="312"/>
                        <a:pt x="548" y="312"/>
                        <a:pt x="469" y="312"/>
                      </a:cubicBezTo>
                      <a:cubicBezTo>
                        <a:pt x="469" y="287"/>
                        <a:pt x="469" y="261"/>
                        <a:pt x="469" y="234"/>
                      </a:cubicBezTo>
                      <a:cubicBezTo>
                        <a:pt x="417" y="234"/>
                        <a:pt x="366" y="234"/>
                        <a:pt x="312" y="234"/>
                      </a:cubicBezTo>
                      <a:cubicBezTo>
                        <a:pt x="312" y="209"/>
                        <a:pt x="312" y="183"/>
                        <a:pt x="312" y="156"/>
                      </a:cubicBezTo>
                      <a:cubicBezTo>
                        <a:pt x="261" y="156"/>
                        <a:pt x="209" y="156"/>
                        <a:pt x="156" y="156"/>
                      </a:cubicBezTo>
                      <a:cubicBezTo>
                        <a:pt x="156" y="130"/>
                        <a:pt x="156" y="105"/>
                        <a:pt x="156" y="78"/>
                      </a:cubicBezTo>
                      <a:cubicBezTo>
                        <a:pt x="105" y="78"/>
                        <a:pt x="53" y="78"/>
                        <a:pt x="0" y="78"/>
                      </a:cubicBezTo>
                      <a:cubicBezTo>
                        <a:pt x="0" y="52"/>
                        <a:pt x="0" y="27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31" name="ICON_ACTION_EYE_path_036"/>
                <p:cNvSpPr/>
                <p:nvPr/>
              </p:nvSpPr>
              <p:spPr>
                <a:xfrm>
                  <a:off x="455414" y="5746750"/>
                  <a:ext cx="10914" cy="644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59" h="508" fill="norm" stroke="0">
                      <a:moveTo>
                        <a:pt x="234" y="0"/>
                      </a:moveTo>
                      <a:cubicBezTo>
                        <a:pt x="286" y="0"/>
                        <a:pt x="337" y="0"/>
                        <a:pt x="391" y="0"/>
                      </a:cubicBezTo>
                      <a:cubicBezTo>
                        <a:pt x="391" y="26"/>
                        <a:pt x="391" y="52"/>
                        <a:pt x="391" y="78"/>
                      </a:cubicBezTo>
                      <a:cubicBezTo>
                        <a:pt x="468" y="78"/>
                        <a:pt x="545" y="78"/>
                        <a:pt x="625" y="78"/>
                      </a:cubicBezTo>
                      <a:cubicBezTo>
                        <a:pt x="625" y="104"/>
                        <a:pt x="625" y="130"/>
                        <a:pt x="625" y="156"/>
                      </a:cubicBezTo>
                      <a:cubicBezTo>
                        <a:pt x="651" y="156"/>
                        <a:pt x="677" y="156"/>
                        <a:pt x="703" y="156"/>
                      </a:cubicBezTo>
                      <a:cubicBezTo>
                        <a:pt x="703" y="182"/>
                        <a:pt x="703" y="208"/>
                        <a:pt x="703" y="234"/>
                      </a:cubicBezTo>
                      <a:cubicBezTo>
                        <a:pt x="755" y="234"/>
                        <a:pt x="806" y="234"/>
                        <a:pt x="859" y="234"/>
                      </a:cubicBezTo>
                      <a:cubicBezTo>
                        <a:pt x="859" y="325"/>
                        <a:pt x="859" y="415"/>
                        <a:pt x="859" y="508"/>
                      </a:cubicBezTo>
                      <a:cubicBezTo>
                        <a:pt x="821" y="501"/>
                        <a:pt x="821" y="501"/>
                        <a:pt x="625" y="469"/>
                      </a:cubicBezTo>
                      <a:cubicBezTo>
                        <a:pt x="625" y="443"/>
                        <a:pt x="625" y="417"/>
                        <a:pt x="625" y="391"/>
                      </a:cubicBezTo>
                      <a:cubicBezTo>
                        <a:pt x="573" y="391"/>
                        <a:pt x="522" y="391"/>
                        <a:pt x="469" y="391"/>
                      </a:cubicBezTo>
                      <a:cubicBezTo>
                        <a:pt x="469" y="365"/>
                        <a:pt x="469" y="339"/>
                        <a:pt x="469" y="312"/>
                      </a:cubicBezTo>
                      <a:cubicBezTo>
                        <a:pt x="443" y="312"/>
                        <a:pt x="417" y="312"/>
                        <a:pt x="391" y="312"/>
                      </a:cubicBezTo>
                      <a:cubicBezTo>
                        <a:pt x="391" y="287"/>
                        <a:pt x="391" y="261"/>
                        <a:pt x="391" y="234"/>
                      </a:cubicBezTo>
                      <a:cubicBezTo>
                        <a:pt x="339" y="234"/>
                        <a:pt x="288" y="234"/>
                        <a:pt x="234" y="234"/>
                      </a:cubicBezTo>
                      <a:cubicBezTo>
                        <a:pt x="234" y="209"/>
                        <a:pt x="234" y="183"/>
                        <a:pt x="234" y="156"/>
                      </a:cubicBezTo>
                      <a:cubicBezTo>
                        <a:pt x="157" y="130"/>
                        <a:pt x="80" y="105"/>
                        <a:pt x="0" y="78"/>
                      </a:cubicBezTo>
                      <a:cubicBezTo>
                        <a:pt x="144" y="35"/>
                        <a:pt x="144" y="35"/>
                        <a:pt x="205" y="56"/>
                      </a:cubicBezTo>
                      <a:cubicBezTo>
                        <a:pt x="215" y="63"/>
                        <a:pt x="224" y="71"/>
                        <a:pt x="234" y="78"/>
                      </a:cubicBezTo>
                      <a:cubicBezTo>
                        <a:pt x="234" y="52"/>
                        <a:pt x="234" y="27"/>
                        <a:pt x="234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32" name="ICON_ACTION_EYE_path_037"/>
                <p:cNvSpPr/>
                <p:nvPr/>
              </p:nvSpPr>
              <p:spPr>
                <a:xfrm>
                  <a:off x="588367" y="5743677"/>
                  <a:ext cx="11906" cy="704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38" h="554" fill="norm" stroke="0">
                      <a:moveTo>
                        <a:pt x="547" y="8"/>
                      </a:moveTo>
                      <a:cubicBezTo>
                        <a:pt x="585" y="6"/>
                        <a:pt x="623" y="4"/>
                        <a:pt x="662" y="3"/>
                      </a:cubicBezTo>
                      <a:cubicBezTo>
                        <a:pt x="672" y="2"/>
                        <a:pt x="683" y="1"/>
                        <a:pt x="694" y="1"/>
                      </a:cubicBezTo>
                      <a:cubicBezTo>
                        <a:pt x="726" y="0"/>
                        <a:pt x="726" y="0"/>
                        <a:pt x="781" y="8"/>
                      </a:cubicBezTo>
                      <a:cubicBezTo>
                        <a:pt x="804" y="47"/>
                        <a:pt x="804" y="47"/>
                        <a:pt x="820" y="86"/>
                      </a:cubicBezTo>
                      <a:cubicBezTo>
                        <a:pt x="850" y="93"/>
                        <a:pt x="850" y="93"/>
                        <a:pt x="881" y="91"/>
                      </a:cubicBezTo>
                      <a:cubicBezTo>
                        <a:pt x="900" y="89"/>
                        <a:pt x="918" y="87"/>
                        <a:pt x="938" y="86"/>
                      </a:cubicBezTo>
                      <a:cubicBezTo>
                        <a:pt x="912" y="120"/>
                        <a:pt x="895" y="141"/>
                        <a:pt x="859" y="164"/>
                      </a:cubicBezTo>
                      <a:cubicBezTo>
                        <a:pt x="807" y="171"/>
                        <a:pt x="756" y="168"/>
                        <a:pt x="703" y="164"/>
                      </a:cubicBezTo>
                      <a:cubicBezTo>
                        <a:pt x="703" y="190"/>
                        <a:pt x="703" y="215"/>
                        <a:pt x="703" y="242"/>
                      </a:cubicBezTo>
                      <a:cubicBezTo>
                        <a:pt x="677" y="242"/>
                        <a:pt x="652" y="242"/>
                        <a:pt x="625" y="242"/>
                      </a:cubicBezTo>
                      <a:cubicBezTo>
                        <a:pt x="625" y="268"/>
                        <a:pt x="625" y="294"/>
                        <a:pt x="625" y="320"/>
                      </a:cubicBezTo>
                      <a:cubicBezTo>
                        <a:pt x="573" y="320"/>
                        <a:pt x="522" y="320"/>
                        <a:pt x="469" y="320"/>
                      </a:cubicBezTo>
                      <a:cubicBezTo>
                        <a:pt x="469" y="346"/>
                        <a:pt x="469" y="372"/>
                        <a:pt x="469" y="398"/>
                      </a:cubicBezTo>
                      <a:cubicBezTo>
                        <a:pt x="443" y="398"/>
                        <a:pt x="417" y="398"/>
                        <a:pt x="391" y="398"/>
                      </a:cubicBezTo>
                      <a:cubicBezTo>
                        <a:pt x="391" y="424"/>
                        <a:pt x="391" y="450"/>
                        <a:pt x="391" y="476"/>
                      </a:cubicBezTo>
                      <a:cubicBezTo>
                        <a:pt x="339" y="476"/>
                        <a:pt x="288" y="476"/>
                        <a:pt x="234" y="476"/>
                      </a:cubicBezTo>
                      <a:cubicBezTo>
                        <a:pt x="234" y="502"/>
                        <a:pt x="234" y="528"/>
                        <a:pt x="234" y="554"/>
                      </a:cubicBezTo>
                      <a:cubicBezTo>
                        <a:pt x="183" y="554"/>
                        <a:pt x="131" y="554"/>
                        <a:pt x="78" y="554"/>
                      </a:cubicBezTo>
                      <a:cubicBezTo>
                        <a:pt x="78" y="529"/>
                        <a:pt x="78" y="503"/>
                        <a:pt x="78" y="476"/>
                      </a:cubicBezTo>
                      <a:cubicBezTo>
                        <a:pt x="52" y="476"/>
                        <a:pt x="27" y="476"/>
                        <a:pt x="0" y="476"/>
                      </a:cubicBezTo>
                      <a:cubicBezTo>
                        <a:pt x="0" y="425"/>
                        <a:pt x="0" y="373"/>
                        <a:pt x="0" y="320"/>
                      </a:cubicBezTo>
                      <a:cubicBezTo>
                        <a:pt x="38" y="318"/>
                        <a:pt x="76" y="316"/>
                        <a:pt x="115" y="315"/>
                      </a:cubicBezTo>
                      <a:cubicBezTo>
                        <a:pt x="126" y="315"/>
                        <a:pt x="136" y="314"/>
                        <a:pt x="148" y="313"/>
                      </a:cubicBezTo>
                      <a:cubicBezTo>
                        <a:pt x="179" y="312"/>
                        <a:pt x="179" y="312"/>
                        <a:pt x="234" y="320"/>
                      </a:cubicBezTo>
                      <a:cubicBezTo>
                        <a:pt x="261" y="359"/>
                        <a:pt x="261" y="359"/>
                        <a:pt x="273" y="398"/>
                      </a:cubicBezTo>
                      <a:cubicBezTo>
                        <a:pt x="286" y="347"/>
                        <a:pt x="299" y="295"/>
                        <a:pt x="312" y="242"/>
                      </a:cubicBezTo>
                      <a:cubicBezTo>
                        <a:pt x="338" y="242"/>
                        <a:pt x="364" y="242"/>
                        <a:pt x="391" y="242"/>
                      </a:cubicBezTo>
                      <a:cubicBezTo>
                        <a:pt x="391" y="190"/>
                        <a:pt x="391" y="139"/>
                        <a:pt x="391" y="86"/>
                      </a:cubicBezTo>
                      <a:cubicBezTo>
                        <a:pt x="442" y="86"/>
                        <a:pt x="494" y="86"/>
                        <a:pt x="547" y="86"/>
                      </a:cubicBezTo>
                      <a:cubicBezTo>
                        <a:pt x="547" y="60"/>
                        <a:pt x="547" y="34"/>
                        <a:pt x="547" y="8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33" name="ICON_ACTION_EYE_path_038"/>
                <p:cNvSpPr/>
                <p:nvPr/>
              </p:nvSpPr>
              <p:spPr>
                <a:xfrm>
                  <a:off x="503039" y="5646539"/>
                  <a:ext cx="13891" cy="39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94" h="312" fill="norm" stroke="0">
                      <a:moveTo>
                        <a:pt x="234" y="0"/>
                      </a:moveTo>
                      <a:cubicBezTo>
                        <a:pt x="286" y="0"/>
                        <a:pt x="337" y="0"/>
                        <a:pt x="391" y="0"/>
                      </a:cubicBezTo>
                      <a:cubicBezTo>
                        <a:pt x="391" y="26"/>
                        <a:pt x="391" y="52"/>
                        <a:pt x="391" y="78"/>
                      </a:cubicBezTo>
                      <a:cubicBezTo>
                        <a:pt x="520" y="78"/>
                        <a:pt x="648" y="78"/>
                        <a:pt x="781" y="78"/>
                      </a:cubicBezTo>
                      <a:cubicBezTo>
                        <a:pt x="781" y="104"/>
                        <a:pt x="781" y="130"/>
                        <a:pt x="781" y="156"/>
                      </a:cubicBezTo>
                      <a:cubicBezTo>
                        <a:pt x="884" y="156"/>
                        <a:pt x="987" y="156"/>
                        <a:pt x="1094" y="156"/>
                      </a:cubicBezTo>
                      <a:cubicBezTo>
                        <a:pt x="1094" y="182"/>
                        <a:pt x="1094" y="208"/>
                        <a:pt x="1094" y="234"/>
                      </a:cubicBezTo>
                      <a:cubicBezTo>
                        <a:pt x="888" y="234"/>
                        <a:pt x="681" y="234"/>
                        <a:pt x="469" y="234"/>
                      </a:cubicBezTo>
                      <a:cubicBezTo>
                        <a:pt x="469" y="260"/>
                        <a:pt x="469" y="286"/>
                        <a:pt x="469" y="312"/>
                      </a:cubicBezTo>
                      <a:cubicBezTo>
                        <a:pt x="314" y="312"/>
                        <a:pt x="159" y="312"/>
                        <a:pt x="0" y="312"/>
                      </a:cubicBezTo>
                      <a:cubicBezTo>
                        <a:pt x="0" y="287"/>
                        <a:pt x="0" y="261"/>
                        <a:pt x="0" y="234"/>
                      </a:cubicBezTo>
                      <a:cubicBezTo>
                        <a:pt x="26" y="234"/>
                        <a:pt x="52" y="234"/>
                        <a:pt x="78" y="234"/>
                      </a:cubicBezTo>
                      <a:cubicBezTo>
                        <a:pt x="78" y="209"/>
                        <a:pt x="78" y="183"/>
                        <a:pt x="78" y="156"/>
                      </a:cubicBezTo>
                      <a:cubicBezTo>
                        <a:pt x="104" y="156"/>
                        <a:pt x="130" y="156"/>
                        <a:pt x="156" y="156"/>
                      </a:cubicBezTo>
                      <a:cubicBezTo>
                        <a:pt x="156" y="130"/>
                        <a:pt x="156" y="105"/>
                        <a:pt x="156" y="78"/>
                      </a:cubicBezTo>
                      <a:cubicBezTo>
                        <a:pt x="182" y="78"/>
                        <a:pt x="208" y="78"/>
                        <a:pt x="234" y="78"/>
                      </a:cubicBezTo>
                      <a:cubicBezTo>
                        <a:pt x="234" y="52"/>
                        <a:pt x="234" y="27"/>
                        <a:pt x="234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34" name="ICON_ACTION_EYE_path_039"/>
                <p:cNvSpPr/>
                <p:nvPr/>
              </p:nvSpPr>
              <p:spPr>
                <a:xfrm>
                  <a:off x="582910" y="5670352"/>
                  <a:ext cx="11410" cy="694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98" h="547" fill="norm" stroke="0">
                      <a:moveTo>
                        <a:pt x="0" y="0"/>
                      </a:moveTo>
                      <a:cubicBezTo>
                        <a:pt x="64" y="0"/>
                        <a:pt x="129" y="0"/>
                        <a:pt x="195" y="0"/>
                      </a:cubicBezTo>
                      <a:cubicBezTo>
                        <a:pt x="195" y="26"/>
                        <a:pt x="195" y="52"/>
                        <a:pt x="195" y="78"/>
                      </a:cubicBezTo>
                      <a:cubicBezTo>
                        <a:pt x="221" y="78"/>
                        <a:pt x="247" y="78"/>
                        <a:pt x="273" y="78"/>
                      </a:cubicBezTo>
                      <a:cubicBezTo>
                        <a:pt x="273" y="104"/>
                        <a:pt x="273" y="130"/>
                        <a:pt x="273" y="156"/>
                      </a:cubicBezTo>
                      <a:cubicBezTo>
                        <a:pt x="325" y="156"/>
                        <a:pt x="377" y="156"/>
                        <a:pt x="430" y="156"/>
                      </a:cubicBezTo>
                      <a:cubicBezTo>
                        <a:pt x="430" y="182"/>
                        <a:pt x="430" y="208"/>
                        <a:pt x="430" y="234"/>
                      </a:cubicBezTo>
                      <a:cubicBezTo>
                        <a:pt x="481" y="234"/>
                        <a:pt x="533" y="234"/>
                        <a:pt x="586" y="234"/>
                      </a:cubicBezTo>
                      <a:cubicBezTo>
                        <a:pt x="586" y="260"/>
                        <a:pt x="586" y="286"/>
                        <a:pt x="586" y="312"/>
                      </a:cubicBezTo>
                      <a:cubicBezTo>
                        <a:pt x="638" y="312"/>
                        <a:pt x="689" y="312"/>
                        <a:pt x="742" y="312"/>
                      </a:cubicBezTo>
                      <a:cubicBezTo>
                        <a:pt x="742" y="338"/>
                        <a:pt x="742" y="364"/>
                        <a:pt x="742" y="391"/>
                      </a:cubicBezTo>
                      <a:cubicBezTo>
                        <a:pt x="776" y="415"/>
                        <a:pt x="776" y="415"/>
                        <a:pt x="820" y="435"/>
                      </a:cubicBezTo>
                      <a:cubicBezTo>
                        <a:pt x="828" y="438"/>
                        <a:pt x="828" y="438"/>
                        <a:pt x="864" y="454"/>
                      </a:cubicBezTo>
                      <a:cubicBezTo>
                        <a:pt x="876" y="459"/>
                        <a:pt x="887" y="464"/>
                        <a:pt x="898" y="469"/>
                      </a:cubicBezTo>
                      <a:cubicBezTo>
                        <a:pt x="862" y="489"/>
                        <a:pt x="862" y="489"/>
                        <a:pt x="820" y="508"/>
                      </a:cubicBezTo>
                      <a:cubicBezTo>
                        <a:pt x="776" y="491"/>
                        <a:pt x="776" y="491"/>
                        <a:pt x="742" y="469"/>
                      </a:cubicBezTo>
                      <a:cubicBezTo>
                        <a:pt x="742" y="495"/>
                        <a:pt x="742" y="520"/>
                        <a:pt x="742" y="547"/>
                      </a:cubicBezTo>
                      <a:cubicBezTo>
                        <a:pt x="665" y="547"/>
                        <a:pt x="587" y="547"/>
                        <a:pt x="508" y="547"/>
                      </a:cubicBezTo>
                      <a:cubicBezTo>
                        <a:pt x="508" y="521"/>
                        <a:pt x="508" y="495"/>
                        <a:pt x="508" y="469"/>
                      </a:cubicBezTo>
                      <a:cubicBezTo>
                        <a:pt x="482" y="469"/>
                        <a:pt x="456" y="469"/>
                        <a:pt x="430" y="469"/>
                      </a:cubicBezTo>
                      <a:cubicBezTo>
                        <a:pt x="430" y="443"/>
                        <a:pt x="430" y="417"/>
                        <a:pt x="430" y="391"/>
                      </a:cubicBezTo>
                      <a:cubicBezTo>
                        <a:pt x="404" y="391"/>
                        <a:pt x="378" y="391"/>
                        <a:pt x="352" y="391"/>
                      </a:cubicBezTo>
                      <a:cubicBezTo>
                        <a:pt x="352" y="365"/>
                        <a:pt x="352" y="339"/>
                        <a:pt x="352" y="312"/>
                      </a:cubicBezTo>
                      <a:cubicBezTo>
                        <a:pt x="300" y="312"/>
                        <a:pt x="248" y="312"/>
                        <a:pt x="195" y="312"/>
                      </a:cubicBezTo>
                      <a:cubicBezTo>
                        <a:pt x="195" y="287"/>
                        <a:pt x="195" y="261"/>
                        <a:pt x="195" y="234"/>
                      </a:cubicBezTo>
                      <a:cubicBezTo>
                        <a:pt x="170" y="234"/>
                        <a:pt x="144" y="234"/>
                        <a:pt x="117" y="234"/>
                      </a:cubicBezTo>
                      <a:cubicBezTo>
                        <a:pt x="117" y="209"/>
                        <a:pt x="117" y="183"/>
                        <a:pt x="117" y="156"/>
                      </a:cubicBezTo>
                      <a:cubicBezTo>
                        <a:pt x="91" y="156"/>
                        <a:pt x="66" y="156"/>
                        <a:pt x="39" y="156"/>
                      </a:cubicBezTo>
                      <a:cubicBezTo>
                        <a:pt x="26" y="105"/>
                        <a:pt x="13" y="53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35" name="ICON_ACTION_EYE_path_040"/>
                <p:cNvSpPr/>
                <p:nvPr/>
              </p:nvSpPr>
              <p:spPr>
                <a:xfrm>
                  <a:off x="521891" y="5763617"/>
                  <a:ext cx="8930" cy="39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3" h="312" fill="norm" stroke="0">
                      <a:moveTo>
                        <a:pt x="0" y="0"/>
                      </a:moveTo>
                      <a:cubicBezTo>
                        <a:pt x="103" y="0"/>
                        <a:pt x="206" y="0"/>
                        <a:pt x="312" y="0"/>
                      </a:cubicBezTo>
                      <a:cubicBezTo>
                        <a:pt x="312" y="26"/>
                        <a:pt x="312" y="52"/>
                        <a:pt x="312" y="78"/>
                      </a:cubicBezTo>
                      <a:cubicBezTo>
                        <a:pt x="390" y="78"/>
                        <a:pt x="467" y="78"/>
                        <a:pt x="547" y="78"/>
                      </a:cubicBezTo>
                      <a:cubicBezTo>
                        <a:pt x="547" y="104"/>
                        <a:pt x="547" y="130"/>
                        <a:pt x="547" y="156"/>
                      </a:cubicBezTo>
                      <a:cubicBezTo>
                        <a:pt x="598" y="156"/>
                        <a:pt x="650" y="156"/>
                        <a:pt x="703" y="156"/>
                      </a:cubicBezTo>
                      <a:cubicBezTo>
                        <a:pt x="703" y="182"/>
                        <a:pt x="703" y="208"/>
                        <a:pt x="703" y="234"/>
                      </a:cubicBezTo>
                      <a:cubicBezTo>
                        <a:pt x="677" y="234"/>
                        <a:pt x="652" y="234"/>
                        <a:pt x="625" y="234"/>
                      </a:cubicBezTo>
                      <a:cubicBezTo>
                        <a:pt x="625" y="260"/>
                        <a:pt x="625" y="286"/>
                        <a:pt x="625" y="312"/>
                      </a:cubicBezTo>
                      <a:cubicBezTo>
                        <a:pt x="445" y="312"/>
                        <a:pt x="264" y="312"/>
                        <a:pt x="78" y="312"/>
                      </a:cubicBezTo>
                      <a:cubicBezTo>
                        <a:pt x="78" y="287"/>
                        <a:pt x="78" y="261"/>
                        <a:pt x="78" y="234"/>
                      </a:cubicBezTo>
                      <a:cubicBezTo>
                        <a:pt x="52" y="234"/>
                        <a:pt x="27" y="234"/>
                        <a:pt x="0" y="234"/>
                      </a:cubicBezTo>
                      <a:cubicBezTo>
                        <a:pt x="0" y="157"/>
                        <a:pt x="0" y="8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96" cap="flat">
                  <a:noFill/>
                </a:ln>
              </p:spPr>
            </p:sp>
            <p:sp>
              <p:nvSpPr>
                <p:cNvPr id="936" name="ICON_ACTION_EYE_path_041"/>
                <p:cNvSpPr/>
                <p:nvPr/>
              </p:nvSpPr>
              <p:spPr>
                <a:xfrm>
                  <a:off x="453430" y="5672832"/>
                  <a:ext cx="9922" cy="644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81" h="508" fill="norm" stroke="0">
                      <a:moveTo>
                        <a:pt x="781" y="0"/>
                      </a:moveTo>
                      <a:cubicBezTo>
                        <a:pt x="781" y="90"/>
                        <a:pt x="781" y="180"/>
                        <a:pt x="781" y="273"/>
                      </a:cubicBezTo>
                      <a:cubicBezTo>
                        <a:pt x="755" y="273"/>
                        <a:pt x="730" y="273"/>
                        <a:pt x="703" y="273"/>
                      </a:cubicBezTo>
                      <a:cubicBezTo>
                        <a:pt x="703" y="299"/>
                        <a:pt x="703" y="325"/>
                        <a:pt x="703" y="352"/>
                      </a:cubicBezTo>
                      <a:cubicBezTo>
                        <a:pt x="652" y="352"/>
                        <a:pt x="600" y="352"/>
                        <a:pt x="547" y="352"/>
                      </a:cubicBezTo>
                      <a:cubicBezTo>
                        <a:pt x="547" y="377"/>
                        <a:pt x="547" y="403"/>
                        <a:pt x="547" y="430"/>
                      </a:cubicBezTo>
                      <a:cubicBezTo>
                        <a:pt x="521" y="430"/>
                        <a:pt x="495" y="430"/>
                        <a:pt x="469" y="430"/>
                      </a:cubicBezTo>
                      <a:cubicBezTo>
                        <a:pt x="469" y="455"/>
                        <a:pt x="469" y="481"/>
                        <a:pt x="469" y="508"/>
                      </a:cubicBezTo>
                      <a:cubicBezTo>
                        <a:pt x="391" y="508"/>
                        <a:pt x="314" y="508"/>
                        <a:pt x="234" y="508"/>
                      </a:cubicBezTo>
                      <a:cubicBezTo>
                        <a:pt x="234" y="482"/>
                        <a:pt x="234" y="456"/>
                        <a:pt x="234" y="430"/>
                      </a:cubicBezTo>
                      <a:cubicBezTo>
                        <a:pt x="157" y="455"/>
                        <a:pt x="80" y="481"/>
                        <a:pt x="0" y="508"/>
                      </a:cubicBezTo>
                      <a:cubicBezTo>
                        <a:pt x="0" y="482"/>
                        <a:pt x="0" y="456"/>
                        <a:pt x="0" y="430"/>
                      </a:cubicBezTo>
                      <a:cubicBezTo>
                        <a:pt x="77" y="404"/>
                        <a:pt x="155" y="378"/>
                        <a:pt x="234" y="352"/>
                      </a:cubicBezTo>
                      <a:cubicBezTo>
                        <a:pt x="234" y="326"/>
                        <a:pt x="234" y="300"/>
                        <a:pt x="234" y="273"/>
                      </a:cubicBezTo>
                      <a:cubicBezTo>
                        <a:pt x="286" y="273"/>
                        <a:pt x="337" y="273"/>
                        <a:pt x="391" y="273"/>
                      </a:cubicBezTo>
                      <a:cubicBezTo>
                        <a:pt x="391" y="248"/>
                        <a:pt x="391" y="222"/>
                        <a:pt x="391" y="195"/>
                      </a:cubicBezTo>
                      <a:cubicBezTo>
                        <a:pt x="416" y="195"/>
                        <a:pt x="442" y="195"/>
                        <a:pt x="469" y="195"/>
                      </a:cubicBezTo>
                      <a:cubicBezTo>
                        <a:pt x="469" y="170"/>
                        <a:pt x="469" y="144"/>
                        <a:pt x="469" y="117"/>
                      </a:cubicBezTo>
                      <a:cubicBezTo>
                        <a:pt x="520" y="117"/>
                        <a:pt x="572" y="117"/>
                        <a:pt x="625" y="117"/>
                      </a:cubicBezTo>
                      <a:cubicBezTo>
                        <a:pt x="625" y="91"/>
                        <a:pt x="625" y="66"/>
                        <a:pt x="625" y="39"/>
                      </a:cubicBezTo>
                      <a:cubicBezTo>
                        <a:pt x="644" y="32"/>
                        <a:pt x="662" y="26"/>
                        <a:pt x="681" y="20"/>
                      </a:cubicBezTo>
                      <a:cubicBezTo>
                        <a:pt x="692" y="16"/>
                        <a:pt x="702" y="12"/>
                        <a:pt x="713" y="9"/>
                      </a:cubicBezTo>
                      <a:cubicBezTo>
                        <a:pt x="742" y="0"/>
                        <a:pt x="742" y="0"/>
                        <a:pt x="781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37" name="ICON_ACTION_EYE_path_042"/>
                <p:cNvSpPr/>
                <p:nvPr/>
              </p:nvSpPr>
              <p:spPr>
                <a:xfrm>
                  <a:off x="565547" y="5680212"/>
                  <a:ext cx="8152" cy="948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42" h="747" fill="norm" stroke="0">
                      <a:moveTo>
                        <a:pt x="200" y="2"/>
                      </a:moveTo>
                      <a:cubicBezTo>
                        <a:pt x="211" y="3"/>
                        <a:pt x="222" y="3"/>
                        <a:pt x="233" y="3"/>
                      </a:cubicBezTo>
                      <a:cubicBezTo>
                        <a:pt x="259" y="3"/>
                        <a:pt x="286" y="4"/>
                        <a:pt x="312" y="5"/>
                      </a:cubicBezTo>
                      <a:cubicBezTo>
                        <a:pt x="312" y="31"/>
                        <a:pt x="312" y="56"/>
                        <a:pt x="312" y="83"/>
                      </a:cubicBezTo>
                      <a:cubicBezTo>
                        <a:pt x="338" y="83"/>
                        <a:pt x="364" y="83"/>
                        <a:pt x="391" y="83"/>
                      </a:cubicBezTo>
                      <a:cubicBezTo>
                        <a:pt x="391" y="135"/>
                        <a:pt x="391" y="186"/>
                        <a:pt x="391" y="239"/>
                      </a:cubicBezTo>
                      <a:cubicBezTo>
                        <a:pt x="365" y="239"/>
                        <a:pt x="339" y="239"/>
                        <a:pt x="312" y="239"/>
                      </a:cubicBezTo>
                      <a:cubicBezTo>
                        <a:pt x="312" y="265"/>
                        <a:pt x="312" y="291"/>
                        <a:pt x="312" y="317"/>
                      </a:cubicBezTo>
                      <a:cubicBezTo>
                        <a:pt x="338" y="317"/>
                        <a:pt x="364" y="317"/>
                        <a:pt x="391" y="317"/>
                      </a:cubicBezTo>
                      <a:cubicBezTo>
                        <a:pt x="391" y="343"/>
                        <a:pt x="391" y="369"/>
                        <a:pt x="391" y="395"/>
                      </a:cubicBezTo>
                      <a:cubicBezTo>
                        <a:pt x="442" y="395"/>
                        <a:pt x="494" y="395"/>
                        <a:pt x="547" y="395"/>
                      </a:cubicBezTo>
                      <a:cubicBezTo>
                        <a:pt x="547" y="421"/>
                        <a:pt x="547" y="447"/>
                        <a:pt x="547" y="474"/>
                      </a:cubicBezTo>
                      <a:cubicBezTo>
                        <a:pt x="573" y="474"/>
                        <a:pt x="598" y="474"/>
                        <a:pt x="625" y="474"/>
                      </a:cubicBezTo>
                      <a:cubicBezTo>
                        <a:pt x="638" y="530"/>
                        <a:pt x="642" y="574"/>
                        <a:pt x="625" y="630"/>
                      </a:cubicBezTo>
                      <a:cubicBezTo>
                        <a:pt x="565" y="680"/>
                        <a:pt x="500" y="714"/>
                        <a:pt x="430" y="747"/>
                      </a:cubicBezTo>
                      <a:cubicBezTo>
                        <a:pt x="417" y="683"/>
                        <a:pt x="404" y="618"/>
                        <a:pt x="391" y="552"/>
                      </a:cubicBezTo>
                      <a:cubicBezTo>
                        <a:pt x="365" y="552"/>
                        <a:pt x="339" y="552"/>
                        <a:pt x="312" y="552"/>
                      </a:cubicBezTo>
                      <a:cubicBezTo>
                        <a:pt x="312" y="500"/>
                        <a:pt x="312" y="449"/>
                        <a:pt x="312" y="395"/>
                      </a:cubicBezTo>
                      <a:cubicBezTo>
                        <a:pt x="287" y="395"/>
                        <a:pt x="261" y="395"/>
                        <a:pt x="234" y="395"/>
                      </a:cubicBezTo>
                      <a:cubicBezTo>
                        <a:pt x="234" y="370"/>
                        <a:pt x="234" y="344"/>
                        <a:pt x="234" y="317"/>
                      </a:cubicBezTo>
                      <a:cubicBezTo>
                        <a:pt x="209" y="317"/>
                        <a:pt x="183" y="317"/>
                        <a:pt x="156" y="317"/>
                      </a:cubicBezTo>
                      <a:cubicBezTo>
                        <a:pt x="156" y="266"/>
                        <a:pt x="156" y="214"/>
                        <a:pt x="156" y="161"/>
                      </a:cubicBezTo>
                      <a:cubicBezTo>
                        <a:pt x="130" y="161"/>
                        <a:pt x="105" y="161"/>
                        <a:pt x="78" y="161"/>
                      </a:cubicBezTo>
                      <a:cubicBezTo>
                        <a:pt x="80" y="149"/>
                        <a:pt x="81" y="137"/>
                        <a:pt x="83" y="124"/>
                      </a:cubicBezTo>
                      <a:cubicBezTo>
                        <a:pt x="81" y="111"/>
                        <a:pt x="80" y="97"/>
                        <a:pt x="78" y="83"/>
                      </a:cubicBezTo>
                      <a:cubicBezTo>
                        <a:pt x="39" y="59"/>
                        <a:pt x="39" y="59"/>
                        <a:pt x="0" y="44"/>
                      </a:cubicBezTo>
                      <a:cubicBezTo>
                        <a:pt x="69" y="2"/>
                        <a:pt x="122" y="0"/>
                        <a:pt x="200" y="2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38" name="ICON_ACTION_EYE_path_043"/>
                <p:cNvSpPr/>
                <p:nvPr/>
              </p:nvSpPr>
              <p:spPr>
                <a:xfrm>
                  <a:off x="529828" y="5698133"/>
                  <a:ext cx="6945" cy="744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47" h="586" fill="norm" stroke="0">
                      <a:moveTo>
                        <a:pt x="0" y="0"/>
                      </a:moveTo>
                      <a:cubicBezTo>
                        <a:pt x="52" y="0"/>
                        <a:pt x="103" y="0"/>
                        <a:pt x="156" y="0"/>
                      </a:cubicBezTo>
                      <a:cubicBezTo>
                        <a:pt x="156" y="26"/>
                        <a:pt x="156" y="52"/>
                        <a:pt x="156" y="78"/>
                      </a:cubicBezTo>
                      <a:cubicBezTo>
                        <a:pt x="208" y="78"/>
                        <a:pt x="259" y="78"/>
                        <a:pt x="312" y="78"/>
                      </a:cubicBezTo>
                      <a:cubicBezTo>
                        <a:pt x="312" y="104"/>
                        <a:pt x="312" y="130"/>
                        <a:pt x="312" y="156"/>
                      </a:cubicBezTo>
                      <a:cubicBezTo>
                        <a:pt x="338" y="156"/>
                        <a:pt x="364" y="156"/>
                        <a:pt x="391" y="156"/>
                      </a:cubicBezTo>
                      <a:cubicBezTo>
                        <a:pt x="391" y="182"/>
                        <a:pt x="391" y="208"/>
                        <a:pt x="391" y="234"/>
                      </a:cubicBezTo>
                      <a:cubicBezTo>
                        <a:pt x="416" y="234"/>
                        <a:pt x="442" y="234"/>
                        <a:pt x="469" y="234"/>
                      </a:cubicBezTo>
                      <a:cubicBezTo>
                        <a:pt x="469" y="260"/>
                        <a:pt x="469" y="286"/>
                        <a:pt x="469" y="312"/>
                      </a:cubicBezTo>
                      <a:cubicBezTo>
                        <a:pt x="495" y="312"/>
                        <a:pt x="520" y="312"/>
                        <a:pt x="547" y="312"/>
                      </a:cubicBezTo>
                      <a:cubicBezTo>
                        <a:pt x="547" y="403"/>
                        <a:pt x="547" y="493"/>
                        <a:pt x="547" y="586"/>
                      </a:cubicBezTo>
                      <a:cubicBezTo>
                        <a:pt x="495" y="573"/>
                        <a:pt x="444" y="560"/>
                        <a:pt x="391" y="547"/>
                      </a:cubicBezTo>
                      <a:cubicBezTo>
                        <a:pt x="391" y="521"/>
                        <a:pt x="391" y="495"/>
                        <a:pt x="391" y="469"/>
                      </a:cubicBezTo>
                      <a:cubicBezTo>
                        <a:pt x="339" y="469"/>
                        <a:pt x="288" y="469"/>
                        <a:pt x="234" y="469"/>
                      </a:cubicBezTo>
                      <a:cubicBezTo>
                        <a:pt x="234" y="443"/>
                        <a:pt x="234" y="417"/>
                        <a:pt x="234" y="391"/>
                      </a:cubicBezTo>
                      <a:cubicBezTo>
                        <a:pt x="209" y="391"/>
                        <a:pt x="183" y="391"/>
                        <a:pt x="156" y="391"/>
                      </a:cubicBezTo>
                      <a:cubicBezTo>
                        <a:pt x="156" y="365"/>
                        <a:pt x="156" y="339"/>
                        <a:pt x="156" y="312"/>
                      </a:cubicBezTo>
                      <a:cubicBezTo>
                        <a:pt x="130" y="312"/>
                        <a:pt x="105" y="312"/>
                        <a:pt x="78" y="312"/>
                      </a:cubicBezTo>
                      <a:cubicBezTo>
                        <a:pt x="78" y="261"/>
                        <a:pt x="78" y="209"/>
                        <a:pt x="78" y="156"/>
                      </a:cubicBezTo>
                      <a:cubicBezTo>
                        <a:pt x="52" y="156"/>
                        <a:pt x="27" y="156"/>
                        <a:pt x="0" y="156"/>
                      </a:cubicBezTo>
                      <a:cubicBezTo>
                        <a:pt x="0" y="105"/>
                        <a:pt x="0" y="53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39" name="ICON_ACTION_EYE_path_044"/>
                <p:cNvSpPr/>
                <p:nvPr/>
              </p:nvSpPr>
              <p:spPr>
                <a:xfrm>
                  <a:off x="484188" y="5672336"/>
                  <a:ext cx="8930" cy="843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3" h="664" fill="norm" stroke="0">
                      <a:moveTo>
                        <a:pt x="547" y="0"/>
                      </a:moveTo>
                      <a:cubicBezTo>
                        <a:pt x="598" y="0"/>
                        <a:pt x="650" y="0"/>
                        <a:pt x="703" y="0"/>
                      </a:cubicBezTo>
                      <a:cubicBezTo>
                        <a:pt x="703" y="26"/>
                        <a:pt x="703" y="52"/>
                        <a:pt x="703" y="78"/>
                      </a:cubicBezTo>
                      <a:cubicBezTo>
                        <a:pt x="677" y="78"/>
                        <a:pt x="652" y="78"/>
                        <a:pt x="625" y="78"/>
                      </a:cubicBezTo>
                      <a:cubicBezTo>
                        <a:pt x="625" y="104"/>
                        <a:pt x="625" y="130"/>
                        <a:pt x="625" y="156"/>
                      </a:cubicBezTo>
                      <a:cubicBezTo>
                        <a:pt x="599" y="156"/>
                        <a:pt x="573" y="156"/>
                        <a:pt x="547" y="156"/>
                      </a:cubicBezTo>
                      <a:cubicBezTo>
                        <a:pt x="547" y="182"/>
                        <a:pt x="547" y="208"/>
                        <a:pt x="547" y="234"/>
                      </a:cubicBezTo>
                      <a:cubicBezTo>
                        <a:pt x="521" y="234"/>
                        <a:pt x="495" y="234"/>
                        <a:pt x="469" y="234"/>
                      </a:cubicBezTo>
                      <a:cubicBezTo>
                        <a:pt x="469" y="260"/>
                        <a:pt x="469" y="286"/>
                        <a:pt x="469" y="312"/>
                      </a:cubicBezTo>
                      <a:cubicBezTo>
                        <a:pt x="443" y="312"/>
                        <a:pt x="417" y="312"/>
                        <a:pt x="391" y="312"/>
                      </a:cubicBezTo>
                      <a:cubicBezTo>
                        <a:pt x="391" y="338"/>
                        <a:pt x="391" y="364"/>
                        <a:pt x="391" y="391"/>
                      </a:cubicBezTo>
                      <a:cubicBezTo>
                        <a:pt x="365" y="391"/>
                        <a:pt x="339" y="391"/>
                        <a:pt x="312" y="391"/>
                      </a:cubicBezTo>
                      <a:cubicBezTo>
                        <a:pt x="312" y="416"/>
                        <a:pt x="312" y="442"/>
                        <a:pt x="312" y="469"/>
                      </a:cubicBezTo>
                      <a:cubicBezTo>
                        <a:pt x="287" y="469"/>
                        <a:pt x="261" y="469"/>
                        <a:pt x="234" y="469"/>
                      </a:cubicBezTo>
                      <a:cubicBezTo>
                        <a:pt x="234" y="495"/>
                        <a:pt x="234" y="520"/>
                        <a:pt x="234" y="547"/>
                      </a:cubicBezTo>
                      <a:cubicBezTo>
                        <a:pt x="209" y="547"/>
                        <a:pt x="183" y="547"/>
                        <a:pt x="156" y="547"/>
                      </a:cubicBezTo>
                      <a:cubicBezTo>
                        <a:pt x="143" y="586"/>
                        <a:pt x="130" y="624"/>
                        <a:pt x="117" y="664"/>
                      </a:cubicBezTo>
                      <a:cubicBezTo>
                        <a:pt x="104" y="625"/>
                        <a:pt x="91" y="587"/>
                        <a:pt x="78" y="547"/>
                      </a:cubicBezTo>
                      <a:cubicBezTo>
                        <a:pt x="52" y="547"/>
                        <a:pt x="27" y="547"/>
                        <a:pt x="0" y="547"/>
                      </a:cubicBezTo>
                      <a:cubicBezTo>
                        <a:pt x="0" y="495"/>
                        <a:pt x="0" y="444"/>
                        <a:pt x="0" y="391"/>
                      </a:cubicBezTo>
                      <a:cubicBezTo>
                        <a:pt x="26" y="391"/>
                        <a:pt x="52" y="391"/>
                        <a:pt x="78" y="391"/>
                      </a:cubicBezTo>
                      <a:cubicBezTo>
                        <a:pt x="78" y="339"/>
                        <a:pt x="78" y="288"/>
                        <a:pt x="78" y="234"/>
                      </a:cubicBezTo>
                      <a:cubicBezTo>
                        <a:pt x="130" y="234"/>
                        <a:pt x="181" y="234"/>
                        <a:pt x="234" y="234"/>
                      </a:cubicBezTo>
                      <a:cubicBezTo>
                        <a:pt x="234" y="209"/>
                        <a:pt x="234" y="183"/>
                        <a:pt x="234" y="156"/>
                      </a:cubicBezTo>
                      <a:cubicBezTo>
                        <a:pt x="286" y="156"/>
                        <a:pt x="337" y="156"/>
                        <a:pt x="391" y="156"/>
                      </a:cubicBezTo>
                      <a:cubicBezTo>
                        <a:pt x="391" y="130"/>
                        <a:pt x="391" y="105"/>
                        <a:pt x="391" y="78"/>
                      </a:cubicBezTo>
                      <a:cubicBezTo>
                        <a:pt x="442" y="78"/>
                        <a:pt x="494" y="78"/>
                        <a:pt x="547" y="78"/>
                      </a:cubicBezTo>
                      <a:cubicBezTo>
                        <a:pt x="547" y="52"/>
                        <a:pt x="547" y="27"/>
                        <a:pt x="54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40" name="ICON_ACTION_EYE_path_045"/>
                <p:cNvSpPr/>
                <p:nvPr/>
              </p:nvSpPr>
              <p:spPr>
                <a:xfrm>
                  <a:off x="482203" y="5768578"/>
                  <a:ext cx="8930" cy="496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3" h="391" fill="norm" stroke="0">
                      <a:moveTo>
                        <a:pt x="0" y="0"/>
                      </a:moveTo>
                      <a:cubicBezTo>
                        <a:pt x="77" y="0"/>
                        <a:pt x="155" y="0"/>
                        <a:pt x="234" y="0"/>
                      </a:cubicBezTo>
                      <a:cubicBezTo>
                        <a:pt x="234" y="26"/>
                        <a:pt x="234" y="52"/>
                        <a:pt x="234" y="78"/>
                      </a:cubicBezTo>
                      <a:cubicBezTo>
                        <a:pt x="312" y="78"/>
                        <a:pt x="389" y="78"/>
                        <a:pt x="469" y="78"/>
                      </a:cubicBezTo>
                      <a:cubicBezTo>
                        <a:pt x="469" y="104"/>
                        <a:pt x="469" y="130"/>
                        <a:pt x="469" y="156"/>
                      </a:cubicBezTo>
                      <a:cubicBezTo>
                        <a:pt x="546" y="156"/>
                        <a:pt x="623" y="156"/>
                        <a:pt x="703" y="156"/>
                      </a:cubicBezTo>
                      <a:cubicBezTo>
                        <a:pt x="703" y="208"/>
                        <a:pt x="703" y="259"/>
                        <a:pt x="703" y="312"/>
                      </a:cubicBezTo>
                      <a:cubicBezTo>
                        <a:pt x="652" y="312"/>
                        <a:pt x="600" y="312"/>
                        <a:pt x="547" y="312"/>
                      </a:cubicBezTo>
                      <a:cubicBezTo>
                        <a:pt x="547" y="338"/>
                        <a:pt x="547" y="364"/>
                        <a:pt x="547" y="391"/>
                      </a:cubicBezTo>
                      <a:cubicBezTo>
                        <a:pt x="521" y="391"/>
                        <a:pt x="495" y="391"/>
                        <a:pt x="469" y="391"/>
                      </a:cubicBezTo>
                      <a:cubicBezTo>
                        <a:pt x="469" y="365"/>
                        <a:pt x="469" y="339"/>
                        <a:pt x="469" y="312"/>
                      </a:cubicBezTo>
                      <a:cubicBezTo>
                        <a:pt x="417" y="312"/>
                        <a:pt x="366" y="312"/>
                        <a:pt x="312" y="312"/>
                      </a:cubicBezTo>
                      <a:cubicBezTo>
                        <a:pt x="312" y="287"/>
                        <a:pt x="312" y="261"/>
                        <a:pt x="312" y="234"/>
                      </a:cubicBezTo>
                      <a:cubicBezTo>
                        <a:pt x="261" y="234"/>
                        <a:pt x="209" y="234"/>
                        <a:pt x="156" y="234"/>
                      </a:cubicBezTo>
                      <a:cubicBezTo>
                        <a:pt x="156" y="209"/>
                        <a:pt x="156" y="183"/>
                        <a:pt x="156" y="156"/>
                      </a:cubicBezTo>
                      <a:cubicBezTo>
                        <a:pt x="130" y="156"/>
                        <a:pt x="105" y="156"/>
                        <a:pt x="78" y="156"/>
                      </a:cubicBezTo>
                      <a:cubicBezTo>
                        <a:pt x="78" y="130"/>
                        <a:pt x="78" y="105"/>
                        <a:pt x="78" y="78"/>
                      </a:cubicBezTo>
                      <a:cubicBezTo>
                        <a:pt x="52" y="78"/>
                        <a:pt x="27" y="78"/>
                        <a:pt x="0" y="78"/>
                      </a:cubicBezTo>
                      <a:cubicBezTo>
                        <a:pt x="0" y="52"/>
                        <a:pt x="0" y="27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41" name="ICON_ACTION_EYE_path_046"/>
                <p:cNvSpPr/>
                <p:nvPr/>
              </p:nvSpPr>
              <p:spPr>
                <a:xfrm>
                  <a:off x="477242" y="5653484"/>
                  <a:ext cx="8930" cy="39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3" h="312" fill="norm" stroke="0">
                      <a:moveTo>
                        <a:pt x="312" y="0"/>
                      </a:moveTo>
                      <a:cubicBezTo>
                        <a:pt x="416" y="0"/>
                        <a:pt x="519" y="0"/>
                        <a:pt x="625" y="0"/>
                      </a:cubicBezTo>
                      <a:cubicBezTo>
                        <a:pt x="625" y="26"/>
                        <a:pt x="625" y="52"/>
                        <a:pt x="625" y="78"/>
                      </a:cubicBezTo>
                      <a:cubicBezTo>
                        <a:pt x="651" y="78"/>
                        <a:pt x="677" y="78"/>
                        <a:pt x="703" y="78"/>
                      </a:cubicBezTo>
                      <a:cubicBezTo>
                        <a:pt x="703" y="104"/>
                        <a:pt x="703" y="130"/>
                        <a:pt x="703" y="156"/>
                      </a:cubicBezTo>
                      <a:cubicBezTo>
                        <a:pt x="626" y="156"/>
                        <a:pt x="548" y="156"/>
                        <a:pt x="469" y="156"/>
                      </a:cubicBezTo>
                      <a:cubicBezTo>
                        <a:pt x="469" y="182"/>
                        <a:pt x="469" y="208"/>
                        <a:pt x="469" y="234"/>
                      </a:cubicBezTo>
                      <a:cubicBezTo>
                        <a:pt x="391" y="234"/>
                        <a:pt x="314" y="234"/>
                        <a:pt x="234" y="234"/>
                      </a:cubicBezTo>
                      <a:cubicBezTo>
                        <a:pt x="234" y="260"/>
                        <a:pt x="234" y="286"/>
                        <a:pt x="234" y="312"/>
                      </a:cubicBezTo>
                      <a:cubicBezTo>
                        <a:pt x="157" y="312"/>
                        <a:pt x="80" y="312"/>
                        <a:pt x="0" y="312"/>
                      </a:cubicBezTo>
                      <a:cubicBezTo>
                        <a:pt x="0" y="287"/>
                        <a:pt x="0" y="261"/>
                        <a:pt x="0" y="234"/>
                      </a:cubicBezTo>
                      <a:cubicBezTo>
                        <a:pt x="26" y="234"/>
                        <a:pt x="52" y="234"/>
                        <a:pt x="78" y="234"/>
                      </a:cubicBezTo>
                      <a:cubicBezTo>
                        <a:pt x="78" y="209"/>
                        <a:pt x="78" y="183"/>
                        <a:pt x="78" y="156"/>
                      </a:cubicBezTo>
                      <a:cubicBezTo>
                        <a:pt x="104" y="156"/>
                        <a:pt x="130" y="156"/>
                        <a:pt x="156" y="156"/>
                      </a:cubicBezTo>
                      <a:cubicBezTo>
                        <a:pt x="156" y="130"/>
                        <a:pt x="156" y="105"/>
                        <a:pt x="156" y="78"/>
                      </a:cubicBezTo>
                      <a:cubicBezTo>
                        <a:pt x="208" y="78"/>
                        <a:pt x="259" y="78"/>
                        <a:pt x="312" y="78"/>
                      </a:cubicBezTo>
                      <a:cubicBezTo>
                        <a:pt x="312" y="52"/>
                        <a:pt x="312" y="27"/>
                        <a:pt x="312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42" name="ICON_ACTION_EYE_path_047"/>
                <p:cNvSpPr/>
                <p:nvPr/>
              </p:nvSpPr>
              <p:spPr>
                <a:xfrm>
                  <a:off x="498078" y="5763617"/>
                  <a:ext cx="16867" cy="39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28" h="312" fill="norm" stroke="0">
                      <a:moveTo>
                        <a:pt x="703" y="0"/>
                      </a:moveTo>
                      <a:cubicBezTo>
                        <a:pt x="780" y="0"/>
                        <a:pt x="858" y="0"/>
                        <a:pt x="938" y="0"/>
                      </a:cubicBezTo>
                      <a:cubicBezTo>
                        <a:pt x="938" y="26"/>
                        <a:pt x="938" y="52"/>
                        <a:pt x="938" y="78"/>
                      </a:cubicBezTo>
                      <a:cubicBezTo>
                        <a:pt x="912" y="78"/>
                        <a:pt x="886" y="78"/>
                        <a:pt x="859" y="78"/>
                      </a:cubicBezTo>
                      <a:cubicBezTo>
                        <a:pt x="859" y="130"/>
                        <a:pt x="859" y="181"/>
                        <a:pt x="859" y="234"/>
                      </a:cubicBezTo>
                      <a:cubicBezTo>
                        <a:pt x="1014" y="247"/>
                        <a:pt x="1169" y="260"/>
                        <a:pt x="1328" y="273"/>
                      </a:cubicBezTo>
                      <a:cubicBezTo>
                        <a:pt x="1328" y="286"/>
                        <a:pt x="1328" y="299"/>
                        <a:pt x="1328" y="312"/>
                      </a:cubicBezTo>
                      <a:cubicBezTo>
                        <a:pt x="1122" y="312"/>
                        <a:pt x="916" y="312"/>
                        <a:pt x="703" y="312"/>
                      </a:cubicBezTo>
                      <a:cubicBezTo>
                        <a:pt x="703" y="287"/>
                        <a:pt x="703" y="261"/>
                        <a:pt x="703" y="234"/>
                      </a:cubicBezTo>
                      <a:cubicBezTo>
                        <a:pt x="691" y="235"/>
                        <a:pt x="680" y="235"/>
                        <a:pt x="668" y="235"/>
                      </a:cubicBezTo>
                      <a:cubicBezTo>
                        <a:pt x="615" y="236"/>
                        <a:pt x="563" y="236"/>
                        <a:pt x="510" y="237"/>
                      </a:cubicBezTo>
                      <a:cubicBezTo>
                        <a:pt x="501" y="237"/>
                        <a:pt x="501" y="237"/>
                        <a:pt x="455" y="238"/>
                      </a:cubicBezTo>
                      <a:cubicBezTo>
                        <a:pt x="437" y="238"/>
                        <a:pt x="420" y="238"/>
                        <a:pt x="402" y="238"/>
                      </a:cubicBezTo>
                      <a:cubicBezTo>
                        <a:pt x="386" y="238"/>
                        <a:pt x="369" y="239"/>
                        <a:pt x="353" y="239"/>
                      </a:cubicBezTo>
                      <a:cubicBezTo>
                        <a:pt x="312" y="234"/>
                        <a:pt x="312" y="234"/>
                        <a:pt x="273" y="195"/>
                      </a:cubicBezTo>
                      <a:cubicBezTo>
                        <a:pt x="244" y="187"/>
                        <a:pt x="244" y="187"/>
                        <a:pt x="210" y="183"/>
                      </a:cubicBezTo>
                      <a:cubicBezTo>
                        <a:pt x="198" y="181"/>
                        <a:pt x="185" y="180"/>
                        <a:pt x="173" y="178"/>
                      </a:cubicBezTo>
                      <a:cubicBezTo>
                        <a:pt x="160" y="176"/>
                        <a:pt x="147" y="175"/>
                        <a:pt x="134" y="173"/>
                      </a:cubicBezTo>
                      <a:cubicBezTo>
                        <a:pt x="121" y="172"/>
                        <a:pt x="109" y="170"/>
                        <a:pt x="95" y="168"/>
                      </a:cubicBezTo>
                      <a:cubicBezTo>
                        <a:pt x="64" y="164"/>
                        <a:pt x="32" y="160"/>
                        <a:pt x="0" y="156"/>
                      </a:cubicBezTo>
                      <a:cubicBezTo>
                        <a:pt x="13" y="130"/>
                        <a:pt x="26" y="105"/>
                        <a:pt x="39" y="78"/>
                      </a:cubicBezTo>
                      <a:cubicBezTo>
                        <a:pt x="82" y="84"/>
                        <a:pt x="125" y="89"/>
                        <a:pt x="168" y="95"/>
                      </a:cubicBezTo>
                      <a:cubicBezTo>
                        <a:pt x="181" y="97"/>
                        <a:pt x="193" y="98"/>
                        <a:pt x="205" y="100"/>
                      </a:cubicBezTo>
                      <a:cubicBezTo>
                        <a:pt x="273" y="109"/>
                        <a:pt x="335" y="124"/>
                        <a:pt x="400" y="147"/>
                      </a:cubicBezTo>
                      <a:cubicBezTo>
                        <a:pt x="456" y="164"/>
                        <a:pt x="515" y="171"/>
                        <a:pt x="574" y="178"/>
                      </a:cubicBezTo>
                      <a:cubicBezTo>
                        <a:pt x="586" y="180"/>
                        <a:pt x="599" y="182"/>
                        <a:pt x="612" y="183"/>
                      </a:cubicBezTo>
                      <a:cubicBezTo>
                        <a:pt x="642" y="187"/>
                        <a:pt x="673" y="191"/>
                        <a:pt x="703" y="195"/>
                      </a:cubicBezTo>
                      <a:cubicBezTo>
                        <a:pt x="703" y="131"/>
                        <a:pt x="703" y="66"/>
                        <a:pt x="703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43" name="ICON_ACTION_EYE_path_048"/>
                <p:cNvSpPr/>
                <p:nvPr/>
              </p:nvSpPr>
              <p:spPr>
                <a:xfrm>
                  <a:off x="439539" y="5684242"/>
                  <a:ext cx="6449" cy="613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08" h="483" fill="norm" stroke="0">
                      <a:moveTo>
                        <a:pt x="391" y="0"/>
                      </a:moveTo>
                      <a:cubicBezTo>
                        <a:pt x="429" y="13"/>
                        <a:pt x="468" y="26"/>
                        <a:pt x="508" y="39"/>
                      </a:cubicBezTo>
                      <a:cubicBezTo>
                        <a:pt x="495" y="52"/>
                        <a:pt x="482" y="65"/>
                        <a:pt x="469" y="78"/>
                      </a:cubicBezTo>
                      <a:cubicBezTo>
                        <a:pt x="466" y="119"/>
                        <a:pt x="465" y="157"/>
                        <a:pt x="466" y="198"/>
                      </a:cubicBezTo>
                      <a:cubicBezTo>
                        <a:pt x="466" y="209"/>
                        <a:pt x="467" y="220"/>
                        <a:pt x="467" y="231"/>
                      </a:cubicBezTo>
                      <a:cubicBezTo>
                        <a:pt x="467" y="258"/>
                        <a:pt x="468" y="285"/>
                        <a:pt x="469" y="312"/>
                      </a:cubicBezTo>
                      <a:cubicBezTo>
                        <a:pt x="443" y="312"/>
                        <a:pt x="417" y="312"/>
                        <a:pt x="391" y="312"/>
                      </a:cubicBezTo>
                      <a:cubicBezTo>
                        <a:pt x="391" y="338"/>
                        <a:pt x="391" y="364"/>
                        <a:pt x="391" y="391"/>
                      </a:cubicBezTo>
                      <a:cubicBezTo>
                        <a:pt x="339" y="391"/>
                        <a:pt x="288" y="391"/>
                        <a:pt x="234" y="391"/>
                      </a:cubicBezTo>
                      <a:cubicBezTo>
                        <a:pt x="234" y="416"/>
                        <a:pt x="234" y="442"/>
                        <a:pt x="234" y="469"/>
                      </a:cubicBezTo>
                      <a:cubicBezTo>
                        <a:pt x="180" y="478"/>
                        <a:pt x="132" y="483"/>
                        <a:pt x="78" y="469"/>
                      </a:cubicBezTo>
                      <a:cubicBezTo>
                        <a:pt x="40" y="421"/>
                        <a:pt x="20" y="370"/>
                        <a:pt x="0" y="312"/>
                      </a:cubicBezTo>
                      <a:cubicBezTo>
                        <a:pt x="26" y="312"/>
                        <a:pt x="52" y="312"/>
                        <a:pt x="78" y="312"/>
                      </a:cubicBezTo>
                      <a:cubicBezTo>
                        <a:pt x="78" y="287"/>
                        <a:pt x="78" y="261"/>
                        <a:pt x="78" y="234"/>
                      </a:cubicBezTo>
                      <a:cubicBezTo>
                        <a:pt x="130" y="234"/>
                        <a:pt x="181" y="234"/>
                        <a:pt x="234" y="234"/>
                      </a:cubicBezTo>
                      <a:cubicBezTo>
                        <a:pt x="234" y="209"/>
                        <a:pt x="234" y="183"/>
                        <a:pt x="234" y="156"/>
                      </a:cubicBezTo>
                      <a:cubicBezTo>
                        <a:pt x="260" y="156"/>
                        <a:pt x="286" y="156"/>
                        <a:pt x="312" y="156"/>
                      </a:cubicBezTo>
                      <a:cubicBezTo>
                        <a:pt x="312" y="130"/>
                        <a:pt x="312" y="105"/>
                        <a:pt x="312" y="78"/>
                      </a:cubicBezTo>
                      <a:cubicBezTo>
                        <a:pt x="338" y="78"/>
                        <a:pt x="364" y="78"/>
                        <a:pt x="391" y="78"/>
                      </a:cubicBezTo>
                      <a:cubicBezTo>
                        <a:pt x="391" y="52"/>
                        <a:pt x="391" y="27"/>
                        <a:pt x="391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44" name="ICON_ACTION_EYE_path_049"/>
                <p:cNvSpPr/>
                <p:nvPr/>
              </p:nvSpPr>
              <p:spPr>
                <a:xfrm>
                  <a:off x="604242" y="5744766"/>
                  <a:ext cx="7938" cy="595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469" fill="norm" stroke="0">
                      <a:moveTo>
                        <a:pt x="547" y="0"/>
                      </a:moveTo>
                      <a:cubicBezTo>
                        <a:pt x="573" y="13"/>
                        <a:pt x="598" y="26"/>
                        <a:pt x="625" y="39"/>
                      </a:cubicBezTo>
                      <a:cubicBezTo>
                        <a:pt x="599" y="129"/>
                        <a:pt x="573" y="220"/>
                        <a:pt x="547" y="312"/>
                      </a:cubicBezTo>
                      <a:cubicBezTo>
                        <a:pt x="521" y="312"/>
                        <a:pt x="495" y="312"/>
                        <a:pt x="469" y="312"/>
                      </a:cubicBezTo>
                      <a:cubicBezTo>
                        <a:pt x="469" y="338"/>
                        <a:pt x="469" y="364"/>
                        <a:pt x="469" y="391"/>
                      </a:cubicBezTo>
                      <a:cubicBezTo>
                        <a:pt x="391" y="391"/>
                        <a:pt x="314" y="391"/>
                        <a:pt x="234" y="391"/>
                      </a:cubicBezTo>
                      <a:cubicBezTo>
                        <a:pt x="234" y="416"/>
                        <a:pt x="234" y="442"/>
                        <a:pt x="234" y="469"/>
                      </a:cubicBezTo>
                      <a:cubicBezTo>
                        <a:pt x="157" y="469"/>
                        <a:pt x="80" y="469"/>
                        <a:pt x="0" y="469"/>
                      </a:cubicBezTo>
                      <a:cubicBezTo>
                        <a:pt x="41" y="359"/>
                        <a:pt x="41" y="359"/>
                        <a:pt x="78" y="312"/>
                      </a:cubicBezTo>
                      <a:cubicBezTo>
                        <a:pt x="132" y="298"/>
                        <a:pt x="180" y="303"/>
                        <a:pt x="234" y="312"/>
                      </a:cubicBezTo>
                      <a:cubicBezTo>
                        <a:pt x="234" y="287"/>
                        <a:pt x="234" y="261"/>
                        <a:pt x="234" y="234"/>
                      </a:cubicBezTo>
                      <a:cubicBezTo>
                        <a:pt x="260" y="234"/>
                        <a:pt x="286" y="234"/>
                        <a:pt x="312" y="234"/>
                      </a:cubicBezTo>
                      <a:cubicBezTo>
                        <a:pt x="311" y="223"/>
                        <a:pt x="309" y="211"/>
                        <a:pt x="307" y="199"/>
                      </a:cubicBezTo>
                      <a:cubicBezTo>
                        <a:pt x="312" y="156"/>
                        <a:pt x="312" y="156"/>
                        <a:pt x="354" y="124"/>
                      </a:cubicBezTo>
                      <a:cubicBezTo>
                        <a:pt x="372" y="114"/>
                        <a:pt x="390" y="105"/>
                        <a:pt x="408" y="95"/>
                      </a:cubicBezTo>
                      <a:cubicBezTo>
                        <a:pt x="460" y="67"/>
                        <a:pt x="505" y="42"/>
                        <a:pt x="54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  <p:sp>
              <p:nvSpPr>
                <p:cNvPr id="945" name="ICON_ACTION_EYE_path_050"/>
                <p:cNvSpPr/>
                <p:nvPr/>
              </p:nvSpPr>
              <p:spPr>
                <a:xfrm>
                  <a:off x="627993" y="5713897"/>
                  <a:ext cx="6015" cy="606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74" h="478" fill="norm" stroke="0">
                      <a:moveTo>
                        <a:pt x="161" y="9"/>
                      </a:moveTo>
                      <a:cubicBezTo>
                        <a:pt x="199" y="7"/>
                        <a:pt x="236" y="5"/>
                        <a:pt x="273" y="4"/>
                      </a:cubicBezTo>
                      <a:cubicBezTo>
                        <a:pt x="284" y="3"/>
                        <a:pt x="294" y="3"/>
                        <a:pt x="305" y="2"/>
                      </a:cubicBezTo>
                      <a:cubicBezTo>
                        <a:pt x="383" y="0"/>
                        <a:pt x="383" y="0"/>
                        <a:pt x="421" y="26"/>
                      </a:cubicBezTo>
                      <a:cubicBezTo>
                        <a:pt x="442" y="48"/>
                        <a:pt x="442" y="48"/>
                        <a:pt x="474" y="87"/>
                      </a:cubicBezTo>
                      <a:cubicBezTo>
                        <a:pt x="448" y="87"/>
                        <a:pt x="422" y="87"/>
                        <a:pt x="395" y="87"/>
                      </a:cubicBezTo>
                      <a:cubicBezTo>
                        <a:pt x="395" y="113"/>
                        <a:pt x="395" y="138"/>
                        <a:pt x="395" y="165"/>
                      </a:cubicBezTo>
                      <a:cubicBezTo>
                        <a:pt x="370" y="165"/>
                        <a:pt x="344" y="165"/>
                        <a:pt x="317" y="165"/>
                      </a:cubicBezTo>
                      <a:cubicBezTo>
                        <a:pt x="317" y="191"/>
                        <a:pt x="317" y="217"/>
                        <a:pt x="317" y="243"/>
                      </a:cubicBezTo>
                      <a:cubicBezTo>
                        <a:pt x="292" y="243"/>
                        <a:pt x="266" y="243"/>
                        <a:pt x="239" y="243"/>
                      </a:cubicBezTo>
                      <a:cubicBezTo>
                        <a:pt x="239" y="269"/>
                        <a:pt x="239" y="295"/>
                        <a:pt x="239" y="321"/>
                      </a:cubicBezTo>
                      <a:cubicBezTo>
                        <a:pt x="213" y="321"/>
                        <a:pt x="188" y="321"/>
                        <a:pt x="161" y="321"/>
                      </a:cubicBezTo>
                      <a:cubicBezTo>
                        <a:pt x="161" y="347"/>
                        <a:pt x="161" y="373"/>
                        <a:pt x="161" y="399"/>
                      </a:cubicBezTo>
                      <a:cubicBezTo>
                        <a:pt x="149" y="398"/>
                        <a:pt x="137" y="396"/>
                        <a:pt x="124" y="394"/>
                      </a:cubicBezTo>
                      <a:cubicBezTo>
                        <a:pt x="118" y="395"/>
                        <a:pt x="118" y="395"/>
                        <a:pt x="83" y="399"/>
                      </a:cubicBezTo>
                      <a:cubicBezTo>
                        <a:pt x="59" y="438"/>
                        <a:pt x="59" y="438"/>
                        <a:pt x="44" y="478"/>
                      </a:cubicBezTo>
                      <a:cubicBezTo>
                        <a:pt x="2" y="409"/>
                        <a:pt x="0" y="355"/>
                        <a:pt x="2" y="277"/>
                      </a:cubicBezTo>
                      <a:cubicBezTo>
                        <a:pt x="3" y="266"/>
                        <a:pt x="3" y="256"/>
                        <a:pt x="3" y="244"/>
                      </a:cubicBezTo>
                      <a:cubicBezTo>
                        <a:pt x="3" y="218"/>
                        <a:pt x="4" y="191"/>
                        <a:pt x="5" y="165"/>
                      </a:cubicBezTo>
                      <a:cubicBezTo>
                        <a:pt x="31" y="165"/>
                        <a:pt x="56" y="165"/>
                        <a:pt x="83" y="165"/>
                      </a:cubicBezTo>
                      <a:cubicBezTo>
                        <a:pt x="83" y="139"/>
                        <a:pt x="83" y="113"/>
                        <a:pt x="83" y="87"/>
                      </a:cubicBezTo>
                      <a:cubicBezTo>
                        <a:pt x="109" y="87"/>
                        <a:pt x="135" y="87"/>
                        <a:pt x="161" y="87"/>
                      </a:cubicBezTo>
                      <a:cubicBezTo>
                        <a:pt x="161" y="61"/>
                        <a:pt x="161" y="35"/>
                        <a:pt x="161" y="9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96" cap="flat">
                  <a:noFill/>
                </a:ln>
              </p:spPr>
            </p:sp>
          </p:grpSp>
          <p:sp>
            <p:nvSpPr>
              <p:cNvPr id="352" name="TXT_087"/>
              <p:cNvSpPr txBox="1"/>
              <p:nvPr/>
            </p:nvSpPr>
            <p:spPr>
              <a:xfrm>
                <a:off x="682625" y="5595938"/>
                <a:ext cx="508000" cy="190500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906" b="1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906" b="1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Observe</a:t>
                </a:r>
                <a:endParaRPr sz="906" b="1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4066" name="PORT_ACTION_EDGE_0_from"/>
              <p:cNvSpPr/>
              <p:nvPr/>
            </p:nvSpPr>
            <p:spPr>
              <a:xfrm>
                <a:off x="1166748" y="5691188"/>
                <a:ext cx="128" cy="12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</p:sp>
        </p:grpSp>
        <p:grpSp>
          <p:nvGrpSpPr>
            <p:cNvPr id="4035" name="MODULE_BTN_SELECT"/>
            <p:cNvGrpSpPr/>
            <p:nvPr/>
          </p:nvGrpSpPr>
          <p:grpSpPr>
            <a:xfrm>
              <a:off x="1277938" y="5508625"/>
              <a:ext cx="754062" cy="349250"/>
              <a:chOff x="1277938" y="5508625"/>
              <a:chExt cx="754062" cy="349250"/>
            </a:xfrm>
          </p:grpSpPr>
          <p:sp>
            <p:nvSpPr>
              <p:cNvPr id="68" name="ACTION_SELECT"/>
              <p:cNvSpPr/>
              <p:nvPr/>
            </p:nvSpPr>
            <p:spPr>
              <a:xfrm>
                <a:off x="1277938" y="5508625"/>
                <a:ext cx="754062" cy="349250"/>
              </a:xfrm>
              <a:prstGeom prst="roundRect">
                <a:avLst>
                  <a:gd name="adj" fmla="val 27273"/>
                </a:avLst>
              </a:prstGeom>
              <a:gradFill rotWithShape="1">
                <a:gsLst>
                  <a:gs pos="0">
                    <a:srgbClr val="C6E0FF"/>
                  </a:gs>
                  <a:gs pos="100000">
                    <a:srgbClr val="B9D3FC"/>
                  </a:gs>
                </a:gsLst>
                <a:lin ang="5400000" scaled="1"/>
              </a:gradFill>
              <a:ln w="7938" cap="rnd">
                <a:noFill/>
              </a:ln>
            </p:spPr>
          </p:sp>
          <p:grpSp>
            <p:nvGrpSpPr>
              <p:cNvPr id="946" name="ICON_ACTION_SELECT"/>
              <p:cNvGrpSpPr/>
              <p:nvPr/>
            </p:nvGrpSpPr>
            <p:grpSpPr>
              <a:xfrm>
                <a:off x="1349375" y="5572125"/>
                <a:ext cx="246062" cy="246062"/>
                <a:chOff x="1349375" y="5572125"/>
                <a:chExt cx="246062" cy="246062"/>
              </a:xfrm>
            </p:grpSpPr>
            <p:sp>
              <p:nvSpPr>
                <p:cNvPr id="947" name="ICON_ACTION_SELECT_path_001"/>
                <p:cNvSpPr/>
                <p:nvPr/>
              </p:nvSpPr>
              <p:spPr>
                <a:xfrm>
                  <a:off x="1373749" y="5586469"/>
                  <a:ext cx="199636" cy="21901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719" h="17246" fill="norm" stroke="0">
                      <a:moveTo>
                        <a:pt x="709" y="2"/>
                      </a:moveTo>
                      <a:cubicBezTo>
                        <a:pt x="734" y="2"/>
                        <a:pt x="759" y="2"/>
                        <a:pt x="784" y="2"/>
                      </a:cubicBezTo>
                      <a:cubicBezTo>
                        <a:pt x="853" y="2"/>
                        <a:pt x="923" y="3"/>
                        <a:pt x="992" y="3"/>
                      </a:cubicBezTo>
                      <a:cubicBezTo>
                        <a:pt x="1067" y="4"/>
                        <a:pt x="1142" y="4"/>
                        <a:pt x="1218" y="4"/>
                      </a:cubicBezTo>
                      <a:cubicBezTo>
                        <a:pt x="1350" y="4"/>
                        <a:pt x="1482" y="5"/>
                        <a:pt x="1614" y="6"/>
                      </a:cubicBezTo>
                      <a:cubicBezTo>
                        <a:pt x="1810" y="7"/>
                        <a:pt x="2006" y="7"/>
                        <a:pt x="2202" y="8"/>
                      </a:cubicBezTo>
                      <a:cubicBezTo>
                        <a:pt x="2533" y="9"/>
                        <a:pt x="2863" y="10"/>
                        <a:pt x="3193" y="12"/>
                      </a:cubicBezTo>
                      <a:cubicBezTo>
                        <a:pt x="3520" y="13"/>
                        <a:pt x="3846" y="15"/>
                        <a:pt x="4173" y="16"/>
                      </a:cubicBezTo>
                      <a:cubicBezTo>
                        <a:pt x="4194" y="16"/>
                        <a:pt x="4214" y="16"/>
                        <a:pt x="4235" y="16"/>
                      </a:cubicBezTo>
                      <a:cubicBezTo>
                        <a:pt x="4338" y="16"/>
                        <a:pt x="4441" y="17"/>
                        <a:pt x="4545" y="17"/>
                      </a:cubicBezTo>
                      <a:cubicBezTo>
                        <a:pt x="5276" y="20"/>
                        <a:pt x="6007" y="22"/>
                        <a:pt x="6738" y="26"/>
                      </a:cubicBezTo>
                      <a:cubicBezTo>
                        <a:pt x="7448" y="29"/>
                        <a:pt x="8158" y="31"/>
                        <a:pt x="8868" y="34"/>
                      </a:cubicBezTo>
                      <a:cubicBezTo>
                        <a:pt x="8879" y="34"/>
                        <a:pt x="8879" y="34"/>
                        <a:pt x="8935" y="34"/>
                      </a:cubicBezTo>
                      <a:cubicBezTo>
                        <a:pt x="9155" y="35"/>
                        <a:pt x="9374" y="36"/>
                        <a:pt x="9594" y="37"/>
                      </a:cubicBezTo>
                      <a:cubicBezTo>
                        <a:pt x="10042" y="38"/>
                        <a:pt x="10490" y="40"/>
                        <a:pt x="10938" y="42"/>
                      </a:cubicBezTo>
                      <a:cubicBezTo>
                        <a:pt x="10958" y="42"/>
                        <a:pt x="10979" y="42"/>
                        <a:pt x="11000" y="42"/>
                      </a:cubicBezTo>
                      <a:cubicBezTo>
                        <a:pt x="12375" y="47"/>
                        <a:pt x="13750" y="53"/>
                        <a:pt x="15125" y="59"/>
                      </a:cubicBezTo>
                      <a:cubicBezTo>
                        <a:pt x="15125" y="89"/>
                        <a:pt x="15125" y="119"/>
                        <a:pt x="15125" y="150"/>
                      </a:cubicBezTo>
                      <a:cubicBezTo>
                        <a:pt x="15155" y="150"/>
                        <a:pt x="15186" y="150"/>
                        <a:pt x="15217" y="150"/>
                      </a:cubicBezTo>
                      <a:cubicBezTo>
                        <a:pt x="15217" y="240"/>
                        <a:pt x="15217" y="331"/>
                        <a:pt x="15217" y="424"/>
                      </a:cubicBezTo>
                      <a:cubicBezTo>
                        <a:pt x="15247" y="424"/>
                        <a:pt x="15277" y="424"/>
                        <a:pt x="15308" y="424"/>
                      </a:cubicBezTo>
                      <a:cubicBezTo>
                        <a:pt x="15308" y="967"/>
                        <a:pt x="15308" y="1510"/>
                        <a:pt x="15308" y="2069"/>
                      </a:cubicBezTo>
                      <a:cubicBezTo>
                        <a:pt x="15338" y="2069"/>
                        <a:pt x="15368" y="2069"/>
                        <a:pt x="15399" y="2069"/>
                      </a:cubicBezTo>
                      <a:cubicBezTo>
                        <a:pt x="15399" y="2190"/>
                        <a:pt x="15399" y="2310"/>
                        <a:pt x="15399" y="2435"/>
                      </a:cubicBezTo>
                      <a:cubicBezTo>
                        <a:pt x="15369" y="2435"/>
                        <a:pt x="15339" y="2435"/>
                        <a:pt x="15308" y="2435"/>
                      </a:cubicBezTo>
                      <a:cubicBezTo>
                        <a:pt x="15308" y="2676"/>
                        <a:pt x="15308" y="2917"/>
                        <a:pt x="15308" y="3166"/>
                      </a:cubicBezTo>
                      <a:cubicBezTo>
                        <a:pt x="15338" y="3166"/>
                        <a:pt x="15368" y="3166"/>
                        <a:pt x="15399" y="3166"/>
                      </a:cubicBezTo>
                      <a:cubicBezTo>
                        <a:pt x="15399" y="3377"/>
                        <a:pt x="15399" y="3588"/>
                        <a:pt x="15399" y="3806"/>
                      </a:cubicBezTo>
                      <a:cubicBezTo>
                        <a:pt x="15369" y="3806"/>
                        <a:pt x="15339" y="3806"/>
                        <a:pt x="15308" y="3806"/>
                      </a:cubicBezTo>
                      <a:cubicBezTo>
                        <a:pt x="15308" y="4168"/>
                        <a:pt x="15308" y="4529"/>
                        <a:pt x="15308" y="4902"/>
                      </a:cubicBezTo>
                      <a:cubicBezTo>
                        <a:pt x="15338" y="4902"/>
                        <a:pt x="15368" y="4902"/>
                        <a:pt x="15399" y="4902"/>
                      </a:cubicBezTo>
                      <a:cubicBezTo>
                        <a:pt x="15399" y="4963"/>
                        <a:pt x="15399" y="5023"/>
                        <a:pt x="15399" y="5085"/>
                      </a:cubicBezTo>
                      <a:cubicBezTo>
                        <a:pt x="15369" y="5085"/>
                        <a:pt x="15339" y="5085"/>
                        <a:pt x="15308" y="5085"/>
                      </a:cubicBezTo>
                      <a:cubicBezTo>
                        <a:pt x="15308" y="5839"/>
                        <a:pt x="15308" y="6593"/>
                        <a:pt x="15308" y="7370"/>
                      </a:cubicBezTo>
                      <a:cubicBezTo>
                        <a:pt x="15338" y="7370"/>
                        <a:pt x="15368" y="7370"/>
                        <a:pt x="15399" y="7370"/>
                      </a:cubicBezTo>
                      <a:cubicBezTo>
                        <a:pt x="15399" y="7430"/>
                        <a:pt x="15399" y="7491"/>
                        <a:pt x="15399" y="7553"/>
                      </a:cubicBezTo>
                      <a:cubicBezTo>
                        <a:pt x="15369" y="7553"/>
                        <a:pt x="15339" y="7553"/>
                        <a:pt x="15308" y="7553"/>
                      </a:cubicBezTo>
                      <a:cubicBezTo>
                        <a:pt x="15308" y="7703"/>
                        <a:pt x="15308" y="7854"/>
                        <a:pt x="15308" y="8010"/>
                      </a:cubicBezTo>
                      <a:cubicBezTo>
                        <a:pt x="15338" y="8010"/>
                        <a:pt x="15368" y="8010"/>
                        <a:pt x="15399" y="8010"/>
                      </a:cubicBezTo>
                      <a:cubicBezTo>
                        <a:pt x="15399" y="8070"/>
                        <a:pt x="15399" y="8130"/>
                        <a:pt x="15399" y="8192"/>
                      </a:cubicBezTo>
                      <a:cubicBezTo>
                        <a:pt x="15369" y="8192"/>
                        <a:pt x="15339" y="8192"/>
                        <a:pt x="15308" y="8192"/>
                      </a:cubicBezTo>
                      <a:cubicBezTo>
                        <a:pt x="15308" y="8675"/>
                        <a:pt x="15308" y="9158"/>
                        <a:pt x="15308" y="9655"/>
                      </a:cubicBezTo>
                      <a:cubicBezTo>
                        <a:pt x="15338" y="9655"/>
                        <a:pt x="15368" y="9655"/>
                        <a:pt x="15399" y="9655"/>
                      </a:cubicBezTo>
                      <a:cubicBezTo>
                        <a:pt x="15399" y="9715"/>
                        <a:pt x="15399" y="9775"/>
                        <a:pt x="15399" y="9837"/>
                      </a:cubicBezTo>
                      <a:cubicBezTo>
                        <a:pt x="15369" y="9837"/>
                        <a:pt x="15339" y="9837"/>
                        <a:pt x="15308" y="9837"/>
                      </a:cubicBezTo>
                      <a:cubicBezTo>
                        <a:pt x="15308" y="10350"/>
                        <a:pt x="15308" y="10863"/>
                        <a:pt x="15308" y="11391"/>
                      </a:cubicBezTo>
                      <a:cubicBezTo>
                        <a:pt x="15338" y="11391"/>
                        <a:pt x="15368" y="11391"/>
                        <a:pt x="15399" y="11391"/>
                      </a:cubicBezTo>
                      <a:cubicBezTo>
                        <a:pt x="15399" y="11451"/>
                        <a:pt x="15399" y="11512"/>
                        <a:pt x="15399" y="11574"/>
                      </a:cubicBezTo>
                      <a:cubicBezTo>
                        <a:pt x="15369" y="11574"/>
                        <a:pt x="15339" y="11574"/>
                        <a:pt x="15308" y="11574"/>
                      </a:cubicBezTo>
                      <a:cubicBezTo>
                        <a:pt x="15308" y="11634"/>
                        <a:pt x="15308" y="11695"/>
                        <a:pt x="15308" y="11757"/>
                      </a:cubicBezTo>
                      <a:cubicBezTo>
                        <a:pt x="15368" y="11757"/>
                        <a:pt x="15429" y="11757"/>
                        <a:pt x="15491" y="11757"/>
                      </a:cubicBezTo>
                      <a:cubicBezTo>
                        <a:pt x="15491" y="11666"/>
                        <a:pt x="15491" y="11576"/>
                        <a:pt x="15491" y="11483"/>
                      </a:cubicBezTo>
                      <a:cubicBezTo>
                        <a:pt x="15551" y="11483"/>
                        <a:pt x="15611" y="11483"/>
                        <a:pt x="15674" y="11483"/>
                      </a:cubicBezTo>
                      <a:cubicBezTo>
                        <a:pt x="15674" y="11935"/>
                        <a:pt x="15674" y="12387"/>
                        <a:pt x="15674" y="12853"/>
                      </a:cubicBezTo>
                      <a:cubicBezTo>
                        <a:pt x="15613" y="12853"/>
                        <a:pt x="15553" y="12853"/>
                        <a:pt x="15491" y="12853"/>
                      </a:cubicBezTo>
                      <a:cubicBezTo>
                        <a:pt x="15491" y="12582"/>
                        <a:pt x="15491" y="12311"/>
                        <a:pt x="15491" y="12031"/>
                      </a:cubicBezTo>
                      <a:cubicBezTo>
                        <a:pt x="15431" y="12031"/>
                        <a:pt x="15370" y="12031"/>
                        <a:pt x="15308" y="12031"/>
                      </a:cubicBezTo>
                      <a:cubicBezTo>
                        <a:pt x="15308" y="12393"/>
                        <a:pt x="15308" y="12755"/>
                        <a:pt x="15308" y="13128"/>
                      </a:cubicBezTo>
                      <a:cubicBezTo>
                        <a:pt x="15338" y="13128"/>
                        <a:pt x="15368" y="13128"/>
                        <a:pt x="15399" y="13128"/>
                      </a:cubicBezTo>
                      <a:cubicBezTo>
                        <a:pt x="15399" y="13610"/>
                        <a:pt x="15399" y="14093"/>
                        <a:pt x="15399" y="14590"/>
                      </a:cubicBezTo>
                      <a:cubicBezTo>
                        <a:pt x="15369" y="14590"/>
                        <a:pt x="15339" y="14590"/>
                        <a:pt x="15308" y="14590"/>
                      </a:cubicBezTo>
                      <a:cubicBezTo>
                        <a:pt x="15308" y="15042"/>
                        <a:pt x="15308" y="15495"/>
                        <a:pt x="15308" y="15961"/>
                      </a:cubicBezTo>
                      <a:cubicBezTo>
                        <a:pt x="15338" y="15961"/>
                        <a:pt x="15368" y="15961"/>
                        <a:pt x="15399" y="15961"/>
                      </a:cubicBezTo>
                      <a:cubicBezTo>
                        <a:pt x="15399" y="16142"/>
                        <a:pt x="15399" y="16323"/>
                        <a:pt x="15399" y="16509"/>
                      </a:cubicBezTo>
                      <a:cubicBezTo>
                        <a:pt x="15369" y="16509"/>
                        <a:pt x="15339" y="16509"/>
                        <a:pt x="15308" y="16509"/>
                      </a:cubicBezTo>
                      <a:cubicBezTo>
                        <a:pt x="15308" y="16630"/>
                        <a:pt x="15308" y="16750"/>
                        <a:pt x="15308" y="16875"/>
                      </a:cubicBezTo>
                      <a:cubicBezTo>
                        <a:pt x="15368" y="16875"/>
                        <a:pt x="15429" y="16875"/>
                        <a:pt x="15491" y="16875"/>
                      </a:cubicBezTo>
                      <a:cubicBezTo>
                        <a:pt x="15491" y="16814"/>
                        <a:pt x="15491" y="16754"/>
                        <a:pt x="15491" y="16692"/>
                      </a:cubicBezTo>
                      <a:cubicBezTo>
                        <a:pt x="15566" y="16692"/>
                        <a:pt x="15642" y="16692"/>
                        <a:pt x="15719" y="16692"/>
                      </a:cubicBezTo>
                      <a:cubicBezTo>
                        <a:pt x="15704" y="16782"/>
                        <a:pt x="15689" y="16873"/>
                        <a:pt x="15674" y="16966"/>
                      </a:cubicBezTo>
                      <a:cubicBezTo>
                        <a:pt x="15643" y="16966"/>
                        <a:pt x="15613" y="16966"/>
                        <a:pt x="15582" y="16966"/>
                      </a:cubicBezTo>
                      <a:cubicBezTo>
                        <a:pt x="15582" y="16996"/>
                        <a:pt x="15582" y="17026"/>
                        <a:pt x="15582" y="17057"/>
                      </a:cubicBezTo>
                      <a:cubicBezTo>
                        <a:pt x="15523" y="17066"/>
                        <a:pt x="15464" y="17075"/>
                        <a:pt x="15405" y="17083"/>
                      </a:cubicBezTo>
                      <a:cubicBezTo>
                        <a:pt x="15389" y="17086"/>
                        <a:pt x="15372" y="17088"/>
                        <a:pt x="15355" y="17091"/>
                      </a:cubicBezTo>
                      <a:cubicBezTo>
                        <a:pt x="15283" y="17101"/>
                        <a:pt x="15229" y="17107"/>
                        <a:pt x="15159" y="17087"/>
                      </a:cubicBezTo>
                      <a:cubicBezTo>
                        <a:pt x="15154" y="17082"/>
                        <a:pt x="15154" y="17082"/>
                        <a:pt x="15125" y="17057"/>
                      </a:cubicBezTo>
                      <a:cubicBezTo>
                        <a:pt x="15125" y="17027"/>
                        <a:pt x="15125" y="16997"/>
                        <a:pt x="15125" y="16966"/>
                      </a:cubicBezTo>
                      <a:cubicBezTo>
                        <a:pt x="14944" y="16966"/>
                        <a:pt x="14763" y="16966"/>
                        <a:pt x="14577" y="16966"/>
                      </a:cubicBezTo>
                      <a:cubicBezTo>
                        <a:pt x="14577" y="16996"/>
                        <a:pt x="14577" y="17026"/>
                        <a:pt x="14577" y="17057"/>
                      </a:cubicBezTo>
                      <a:cubicBezTo>
                        <a:pt x="14517" y="17057"/>
                        <a:pt x="14456" y="17057"/>
                        <a:pt x="14394" y="17057"/>
                      </a:cubicBezTo>
                      <a:cubicBezTo>
                        <a:pt x="14394" y="17088"/>
                        <a:pt x="14394" y="17118"/>
                        <a:pt x="14394" y="17149"/>
                      </a:cubicBezTo>
                      <a:cubicBezTo>
                        <a:pt x="11650" y="17149"/>
                        <a:pt x="8905" y="17149"/>
                        <a:pt x="6078" y="17149"/>
                      </a:cubicBezTo>
                      <a:cubicBezTo>
                        <a:pt x="6078" y="17119"/>
                        <a:pt x="6078" y="17088"/>
                        <a:pt x="6078" y="17057"/>
                      </a:cubicBezTo>
                      <a:cubicBezTo>
                        <a:pt x="5957" y="17057"/>
                        <a:pt x="5836" y="17057"/>
                        <a:pt x="5712" y="17057"/>
                      </a:cubicBezTo>
                      <a:cubicBezTo>
                        <a:pt x="5712" y="17088"/>
                        <a:pt x="5712" y="17118"/>
                        <a:pt x="5712" y="17149"/>
                      </a:cubicBezTo>
                      <a:cubicBezTo>
                        <a:pt x="4475" y="17149"/>
                        <a:pt x="3239" y="17149"/>
                        <a:pt x="1965" y="17149"/>
                      </a:cubicBezTo>
                      <a:cubicBezTo>
                        <a:pt x="1965" y="17119"/>
                        <a:pt x="1965" y="17088"/>
                        <a:pt x="1965" y="17057"/>
                      </a:cubicBezTo>
                      <a:cubicBezTo>
                        <a:pt x="1905" y="17057"/>
                        <a:pt x="1844" y="17057"/>
                        <a:pt x="1782" y="17057"/>
                      </a:cubicBezTo>
                      <a:cubicBezTo>
                        <a:pt x="1782" y="17027"/>
                        <a:pt x="1782" y="16997"/>
                        <a:pt x="1782" y="16966"/>
                      </a:cubicBezTo>
                      <a:cubicBezTo>
                        <a:pt x="1631" y="16966"/>
                        <a:pt x="1481" y="16966"/>
                        <a:pt x="1325" y="16966"/>
                      </a:cubicBezTo>
                      <a:cubicBezTo>
                        <a:pt x="1325" y="16996"/>
                        <a:pt x="1325" y="17026"/>
                        <a:pt x="1325" y="17057"/>
                      </a:cubicBezTo>
                      <a:cubicBezTo>
                        <a:pt x="1295" y="17057"/>
                        <a:pt x="1265" y="17057"/>
                        <a:pt x="1234" y="17057"/>
                      </a:cubicBezTo>
                      <a:cubicBezTo>
                        <a:pt x="1234" y="17088"/>
                        <a:pt x="1234" y="17118"/>
                        <a:pt x="1234" y="17149"/>
                      </a:cubicBezTo>
                      <a:cubicBezTo>
                        <a:pt x="377" y="17246"/>
                        <a:pt x="377" y="17246"/>
                        <a:pt x="137" y="17057"/>
                      </a:cubicBezTo>
                      <a:cubicBezTo>
                        <a:pt x="79" y="16987"/>
                        <a:pt x="61" y="16908"/>
                        <a:pt x="50" y="16819"/>
                      </a:cubicBezTo>
                      <a:cubicBezTo>
                        <a:pt x="46" y="16783"/>
                        <a:pt x="39" y="16749"/>
                        <a:pt x="31" y="16715"/>
                      </a:cubicBezTo>
                      <a:cubicBezTo>
                        <a:pt x="19" y="16662"/>
                        <a:pt x="9" y="16608"/>
                        <a:pt x="0" y="16555"/>
                      </a:cubicBezTo>
                      <a:cubicBezTo>
                        <a:pt x="45" y="16540"/>
                        <a:pt x="90" y="16525"/>
                        <a:pt x="137" y="16509"/>
                      </a:cubicBezTo>
                      <a:cubicBezTo>
                        <a:pt x="137" y="16388"/>
                        <a:pt x="137" y="16268"/>
                        <a:pt x="137" y="16143"/>
                      </a:cubicBezTo>
                      <a:cubicBezTo>
                        <a:pt x="107" y="16143"/>
                        <a:pt x="77" y="16143"/>
                        <a:pt x="46" y="16143"/>
                      </a:cubicBezTo>
                      <a:cubicBezTo>
                        <a:pt x="46" y="11016"/>
                        <a:pt x="46" y="5889"/>
                        <a:pt x="46" y="607"/>
                      </a:cubicBezTo>
                      <a:cubicBezTo>
                        <a:pt x="76" y="607"/>
                        <a:pt x="106" y="607"/>
                        <a:pt x="137" y="607"/>
                      </a:cubicBezTo>
                      <a:cubicBezTo>
                        <a:pt x="137" y="577"/>
                        <a:pt x="137" y="547"/>
                        <a:pt x="137" y="516"/>
                      </a:cubicBezTo>
                      <a:cubicBezTo>
                        <a:pt x="167" y="516"/>
                        <a:pt x="197" y="516"/>
                        <a:pt x="228" y="516"/>
                      </a:cubicBezTo>
                      <a:cubicBezTo>
                        <a:pt x="228" y="546"/>
                        <a:pt x="228" y="576"/>
                        <a:pt x="228" y="607"/>
                      </a:cubicBezTo>
                      <a:cubicBezTo>
                        <a:pt x="259" y="607"/>
                        <a:pt x="289" y="607"/>
                        <a:pt x="320" y="607"/>
                      </a:cubicBezTo>
                      <a:cubicBezTo>
                        <a:pt x="320" y="577"/>
                        <a:pt x="320" y="547"/>
                        <a:pt x="320" y="516"/>
                      </a:cubicBezTo>
                      <a:cubicBezTo>
                        <a:pt x="350" y="516"/>
                        <a:pt x="380" y="516"/>
                        <a:pt x="411" y="516"/>
                      </a:cubicBezTo>
                      <a:cubicBezTo>
                        <a:pt x="411" y="455"/>
                        <a:pt x="411" y="395"/>
                        <a:pt x="411" y="333"/>
                      </a:cubicBezTo>
                      <a:cubicBezTo>
                        <a:pt x="381" y="333"/>
                        <a:pt x="351" y="333"/>
                        <a:pt x="320" y="333"/>
                      </a:cubicBezTo>
                      <a:cubicBezTo>
                        <a:pt x="305" y="257"/>
                        <a:pt x="290" y="182"/>
                        <a:pt x="274" y="104"/>
                      </a:cubicBezTo>
                      <a:cubicBezTo>
                        <a:pt x="423" y="16"/>
                        <a:pt x="538" y="0"/>
                        <a:pt x="709" y="2"/>
                      </a:cubicBezTo>
                      <a:close/>
                      <a:moveTo>
                        <a:pt x="2970" y="1429"/>
                      </a:moveTo>
                      <a:cubicBezTo>
                        <a:pt x="2970" y="1460"/>
                        <a:pt x="2970" y="1490"/>
                        <a:pt x="2970" y="1521"/>
                      </a:cubicBezTo>
                      <a:cubicBezTo>
                        <a:pt x="2950" y="1520"/>
                        <a:pt x="2929" y="1520"/>
                        <a:pt x="2908" y="1519"/>
                      </a:cubicBezTo>
                      <a:cubicBezTo>
                        <a:pt x="2739" y="1516"/>
                        <a:pt x="2587" y="1524"/>
                        <a:pt x="2422" y="1567"/>
                      </a:cubicBezTo>
                      <a:cubicBezTo>
                        <a:pt x="2422" y="1612"/>
                        <a:pt x="2422" y="1657"/>
                        <a:pt x="2422" y="1704"/>
                      </a:cubicBezTo>
                      <a:cubicBezTo>
                        <a:pt x="2362" y="1704"/>
                        <a:pt x="2301" y="1704"/>
                        <a:pt x="2239" y="1704"/>
                      </a:cubicBezTo>
                      <a:cubicBezTo>
                        <a:pt x="2239" y="1734"/>
                        <a:pt x="2239" y="1764"/>
                        <a:pt x="2239" y="1795"/>
                      </a:cubicBezTo>
                      <a:cubicBezTo>
                        <a:pt x="2209" y="1795"/>
                        <a:pt x="2179" y="1795"/>
                        <a:pt x="2148" y="1795"/>
                      </a:cubicBezTo>
                      <a:cubicBezTo>
                        <a:pt x="2148" y="1825"/>
                        <a:pt x="2148" y="1855"/>
                        <a:pt x="2148" y="1886"/>
                      </a:cubicBezTo>
                      <a:cubicBezTo>
                        <a:pt x="2135" y="1885"/>
                        <a:pt x="2121" y="1883"/>
                        <a:pt x="2108" y="1881"/>
                      </a:cubicBezTo>
                      <a:cubicBezTo>
                        <a:pt x="2025" y="1890"/>
                        <a:pt x="1986" y="1937"/>
                        <a:pt x="1936" y="1998"/>
                      </a:cubicBezTo>
                      <a:cubicBezTo>
                        <a:pt x="1818" y="2169"/>
                        <a:pt x="1852" y="2399"/>
                        <a:pt x="1856" y="2598"/>
                      </a:cubicBezTo>
                      <a:cubicBezTo>
                        <a:pt x="1858" y="2661"/>
                        <a:pt x="1858" y="2725"/>
                        <a:pt x="1858" y="2788"/>
                      </a:cubicBezTo>
                      <a:cubicBezTo>
                        <a:pt x="1859" y="2907"/>
                        <a:pt x="1861" y="3027"/>
                        <a:pt x="1863" y="3146"/>
                      </a:cubicBezTo>
                      <a:cubicBezTo>
                        <a:pt x="1866" y="3322"/>
                        <a:pt x="1868" y="3498"/>
                        <a:pt x="1869" y="3674"/>
                      </a:cubicBezTo>
                      <a:cubicBezTo>
                        <a:pt x="1869" y="3687"/>
                        <a:pt x="1870" y="3700"/>
                        <a:pt x="1870" y="3713"/>
                      </a:cubicBezTo>
                      <a:cubicBezTo>
                        <a:pt x="1870" y="3739"/>
                        <a:pt x="1870" y="3764"/>
                        <a:pt x="1870" y="3790"/>
                      </a:cubicBezTo>
                      <a:cubicBezTo>
                        <a:pt x="1871" y="3865"/>
                        <a:pt x="1872" y="3940"/>
                        <a:pt x="1873" y="4016"/>
                      </a:cubicBezTo>
                      <a:cubicBezTo>
                        <a:pt x="1874" y="4051"/>
                        <a:pt x="1874" y="4087"/>
                        <a:pt x="1875" y="4122"/>
                      </a:cubicBezTo>
                      <a:cubicBezTo>
                        <a:pt x="1875" y="4165"/>
                        <a:pt x="1876" y="4208"/>
                        <a:pt x="1877" y="4252"/>
                      </a:cubicBezTo>
                      <a:cubicBezTo>
                        <a:pt x="1877" y="4270"/>
                        <a:pt x="1878" y="4289"/>
                        <a:pt x="1878" y="4309"/>
                      </a:cubicBezTo>
                      <a:cubicBezTo>
                        <a:pt x="1878" y="4326"/>
                        <a:pt x="1878" y="4342"/>
                        <a:pt x="1879" y="4359"/>
                      </a:cubicBezTo>
                      <a:cubicBezTo>
                        <a:pt x="1874" y="4400"/>
                        <a:pt x="1874" y="4400"/>
                        <a:pt x="1828" y="4445"/>
                      </a:cubicBezTo>
                      <a:cubicBezTo>
                        <a:pt x="1821" y="4486"/>
                        <a:pt x="1821" y="4486"/>
                        <a:pt x="1818" y="4534"/>
                      </a:cubicBezTo>
                      <a:cubicBezTo>
                        <a:pt x="1818" y="4553"/>
                        <a:pt x="1817" y="4571"/>
                        <a:pt x="1816" y="4590"/>
                      </a:cubicBezTo>
                      <a:cubicBezTo>
                        <a:pt x="1815" y="4610"/>
                        <a:pt x="1814" y="4629"/>
                        <a:pt x="1813" y="4650"/>
                      </a:cubicBezTo>
                      <a:cubicBezTo>
                        <a:pt x="1812" y="4670"/>
                        <a:pt x="1811" y="4690"/>
                        <a:pt x="1810" y="4711"/>
                      </a:cubicBezTo>
                      <a:cubicBezTo>
                        <a:pt x="1807" y="4776"/>
                        <a:pt x="1805" y="4841"/>
                        <a:pt x="1802" y="4905"/>
                      </a:cubicBezTo>
                      <a:cubicBezTo>
                        <a:pt x="1800" y="4949"/>
                        <a:pt x="1798" y="4993"/>
                        <a:pt x="1796" y="5037"/>
                      </a:cubicBezTo>
                      <a:cubicBezTo>
                        <a:pt x="1791" y="5144"/>
                        <a:pt x="1787" y="5252"/>
                        <a:pt x="1782" y="5359"/>
                      </a:cubicBezTo>
                      <a:cubicBezTo>
                        <a:pt x="1752" y="5359"/>
                        <a:pt x="1722" y="5359"/>
                        <a:pt x="1691" y="5359"/>
                      </a:cubicBezTo>
                      <a:cubicBezTo>
                        <a:pt x="1691" y="5389"/>
                        <a:pt x="1691" y="5420"/>
                        <a:pt x="1691" y="5451"/>
                      </a:cubicBezTo>
                      <a:cubicBezTo>
                        <a:pt x="1721" y="5451"/>
                        <a:pt x="1751" y="5451"/>
                        <a:pt x="1782" y="5451"/>
                      </a:cubicBezTo>
                      <a:cubicBezTo>
                        <a:pt x="1782" y="5481"/>
                        <a:pt x="1782" y="5511"/>
                        <a:pt x="1782" y="5542"/>
                      </a:cubicBezTo>
                      <a:cubicBezTo>
                        <a:pt x="1812" y="5542"/>
                        <a:pt x="1842" y="5542"/>
                        <a:pt x="1874" y="5542"/>
                      </a:cubicBezTo>
                      <a:cubicBezTo>
                        <a:pt x="1874" y="5572"/>
                        <a:pt x="1874" y="5602"/>
                        <a:pt x="1874" y="5633"/>
                      </a:cubicBezTo>
                      <a:cubicBezTo>
                        <a:pt x="1904" y="5633"/>
                        <a:pt x="1934" y="5633"/>
                        <a:pt x="1965" y="5633"/>
                      </a:cubicBezTo>
                      <a:cubicBezTo>
                        <a:pt x="1965" y="5664"/>
                        <a:pt x="1965" y="5694"/>
                        <a:pt x="1965" y="5725"/>
                      </a:cubicBezTo>
                      <a:cubicBezTo>
                        <a:pt x="2086" y="5710"/>
                        <a:pt x="2206" y="5695"/>
                        <a:pt x="2330" y="5679"/>
                      </a:cubicBezTo>
                      <a:cubicBezTo>
                        <a:pt x="2330" y="5709"/>
                        <a:pt x="2330" y="5739"/>
                        <a:pt x="2330" y="5771"/>
                      </a:cubicBezTo>
                      <a:cubicBezTo>
                        <a:pt x="2537" y="5827"/>
                        <a:pt x="2739" y="5822"/>
                        <a:pt x="2951" y="5821"/>
                      </a:cubicBezTo>
                      <a:cubicBezTo>
                        <a:pt x="2989" y="5821"/>
                        <a:pt x="3026" y="5821"/>
                        <a:pt x="3064" y="5821"/>
                      </a:cubicBezTo>
                      <a:cubicBezTo>
                        <a:pt x="3162" y="5820"/>
                        <a:pt x="3260" y="5820"/>
                        <a:pt x="3358" y="5819"/>
                      </a:cubicBezTo>
                      <a:cubicBezTo>
                        <a:pt x="3459" y="5819"/>
                        <a:pt x="3559" y="5819"/>
                        <a:pt x="3660" y="5818"/>
                      </a:cubicBezTo>
                      <a:cubicBezTo>
                        <a:pt x="3856" y="5818"/>
                        <a:pt x="4053" y="5817"/>
                        <a:pt x="4250" y="5816"/>
                      </a:cubicBezTo>
                      <a:cubicBezTo>
                        <a:pt x="4250" y="5846"/>
                        <a:pt x="4250" y="5877"/>
                        <a:pt x="4250" y="5908"/>
                      </a:cubicBezTo>
                      <a:cubicBezTo>
                        <a:pt x="4762" y="5908"/>
                        <a:pt x="5275" y="5908"/>
                        <a:pt x="5803" y="5908"/>
                      </a:cubicBezTo>
                      <a:cubicBezTo>
                        <a:pt x="5803" y="5877"/>
                        <a:pt x="5803" y="5847"/>
                        <a:pt x="5803" y="5816"/>
                      </a:cubicBezTo>
                      <a:cubicBezTo>
                        <a:pt x="5894" y="5816"/>
                        <a:pt x="5984" y="5816"/>
                        <a:pt x="6078" y="5816"/>
                      </a:cubicBezTo>
                      <a:cubicBezTo>
                        <a:pt x="6078" y="5786"/>
                        <a:pt x="6078" y="5756"/>
                        <a:pt x="6078" y="5725"/>
                      </a:cubicBezTo>
                      <a:cubicBezTo>
                        <a:pt x="6108" y="5725"/>
                        <a:pt x="6138" y="5725"/>
                        <a:pt x="6169" y="5725"/>
                      </a:cubicBezTo>
                      <a:cubicBezTo>
                        <a:pt x="6169" y="5695"/>
                        <a:pt x="6169" y="5665"/>
                        <a:pt x="6169" y="5633"/>
                      </a:cubicBezTo>
                      <a:cubicBezTo>
                        <a:pt x="6199" y="5633"/>
                        <a:pt x="6229" y="5633"/>
                        <a:pt x="6260" y="5633"/>
                      </a:cubicBezTo>
                      <a:cubicBezTo>
                        <a:pt x="6260" y="5603"/>
                        <a:pt x="6260" y="5573"/>
                        <a:pt x="6260" y="5542"/>
                      </a:cubicBezTo>
                      <a:cubicBezTo>
                        <a:pt x="6290" y="5542"/>
                        <a:pt x="6321" y="5542"/>
                        <a:pt x="6352" y="5542"/>
                      </a:cubicBezTo>
                      <a:cubicBezTo>
                        <a:pt x="6352" y="5512"/>
                        <a:pt x="6352" y="5482"/>
                        <a:pt x="6352" y="5451"/>
                      </a:cubicBezTo>
                      <a:cubicBezTo>
                        <a:pt x="6382" y="5451"/>
                        <a:pt x="6412" y="5451"/>
                        <a:pt x="6443" y="5451"/>
                      </a:cubicBezTo>
                      <a:cubicBezTo>
                        <a:pt x="6443" y="5421"/>
                        <a:pt x="6443" y="5390"/>
                        <a:pt x="6443" y="5359"/>
                      </a:cubicBezTo>
                      <a:cubicBezTo>
                        <a:pt x="6473" y="5359"/>
                        <a:pt x="6503" y="5359"/>
                        <a:pt x="6534" y="5359"/>
                      </a:cubicBezTo>
                      <a:cubicBezTo>
                        <a:pt x="6534" y="5299"/>
                        <a:pt x="6534" y="5239"/>
                        <a:pt x="6534" y="5177"/>
                      </a:cubicBezTo>
                      <a:cubicBezTo>
                        <a:pt x="6565" y="5177"/>
                        <a:pt x="6595" y="5177"/>
                        <a:pt x="6626" y="5177"/>
                      </a:cubicBezTo>
                      <a:cubicBezTo>
                        <a:pt x="6626" y="5146"/>
                        <a:pt x="6626" y="5116"/>
                        <a:pt x="6626" y="5085"/>
                      </a:cubicBezTo>
                      <a:cubicBezTo>
                        <a:pt x="6656" y="5085"/>
                        <a:pt x="6686" y="5085"/>
                        <a:pt x="6717" y="5085"/>
                      </a:cubicBezTo>
                      <a:cubicBezTo>
                        <a:pt x="6717" y="5025"/>
                        <a:pt x="6717" y="4964"/>
                        <a:pt x="6717" y="4902"/>
                      </a:cubicBezTo>
                      <a:cubicBezTo>
                        <a:pt x="6597" y="4902"/>
                        <a:pt x="6476" y="4902"/>
                        <a:pt x="6352" y="4902"/>
                      </a:cubicBezTo>
                      <a:cubicBezTo>
                        <a:pt x="6352" y="4842"/>
                        <a:pt x="6352" y="4782"/>
                        <a:pt x="6352" y="4720"/>
                      </a:cubicBezTo>
                      <a:cubicBezTo>
                        <a:pt x="6306" y="4720"/>
                        <a:pt x="6261" y="4720"/>
                        <a:pt x="6215" y="4720"/>
                      </a:cubicBezTo>
                      <a:cubicBezTo>
                        <a:pt x="6218" y="4571"/>
                        <a:pt x="6223" y="4423"/>
                        <a:pt x="6228" y="4275"/>
                      </a:cubicBezTo>
                      <a:cubicBezTo>
                        <a:pt x="6230" y="4206"/>
                        <a:pt x="6232" y="4138"/>
                        <a:pt x="6234" y="4069"/>
                      </a:cubicBezTo>
                      <a:cubicBezTo>
                        <a:pt x="6236" y="4002"/>
                        <a:pt x="6238" y="3936"/>
                        <a:pt x="6240" y="3870"/>
                      </a:cubicBezTo>
                      <a:cubicBezTo>
                        <a:pt x="6241" y="3844"/>
                        <a:pt x="6242" y="3819"/>
                        <a:pt x="6242" y="3794"/>
                      </a:cubicBezTo>
                      <a:cubicBezTo>
                        <a:pt x="6243" y="3758"/>
                        <a:pt x="6244" y="3723"/>
                        <a:pt x="6246" y="3687"/>
                      </a:cubicBezTo>
                      <a:cubicBezTo>
                        <a:pt x="6246" y="3667"/>
                        <a:pt x="6247" y="3647"/>
                        <a:pt x="6248" y="3626"/>
                      </a:cubicBezTo>
                      <a:cubicBezTo>
                        <a:pt x="6260" y="3577"/>
                        <a:pt x="6260" y="3577"/>
                        <a:pt x="6306" y="3550"/>
                      </a:cubicBezTo>
                      <a:cubicBezTo>
                        <a:pt x="6321" y="3544"/>
                        <a:pt x="6336" y="3538"/>
                        <a:pt x="6352" y="3531"/>
                      </a:cubicBezTo>
                      <a:cubicBezTo>
                        <a:pt x="6362" y="3493"/>
                        <a:pt x="6362" y="3493"/>
                        <a:pt x="6361" y="3447"/>
                      </a:cubicBezTo>
                      <a:cubicBezTo>
                        <a:pt x="6360" y="3431"/>
                        <a:pt x="6360" y="3414"/>
                        <a:pt x="6360" y="3398"/>
                      </a:cubicBezTo>
                      <a:cubicBezTo>
                        <a:pt x="6359" y="3380"/>
                        <a:pt x="6358" y="3363"/>
                        <a:pt x="6357" y="3346"/>
                      </a:cubicBezTo>
                      <a:cubicBezTo>
                        <a:pt x="6357" y="3329"/>
                        <a:pt x="6357" y="3311"/>
                        <a:pt x="6356" y="3294"/>
                      </a:cubicBezTo>
                      <a:cubicBezTo>
                        <a:pt x="6355" y="3251"/>
                        <a:pt x="6354" y="3208"/>
                        <a:pt x="6352" y="3166"/>
                      </a:cubicBezTo>
                      <a:cubicBezTo>
                        <a:pt x="6382" y="3166"/>
                        <a:pt x="6412" y="3166"/>
                        <a:pt x="6443" y="3166"/>
                      </a:cubicBezTo>
                      <a:cubicBezTo>
                        <a:pt x="6443" y="3045"/>
                        <a:pt x="6443" y="2925"/>
                        <a:pt x="6443" y="2800"/>
                      </a:cubicBezTo>
                      <a:cubicBezTo>
                        <a:pt x="6413" y="2800"/>
                        <a:pt x="6383" y="2800"/>
                        <a:pt x="6352" y="2800"/>
                      </a:cubicBezTo>
                      <a:cubicBezTo>
                        <a:pt x="6352" y="2680"/>
                        <a:pt x="6352" y="2559"/>
                        <a:pt x="6352" y="2435"/>
                      </a:cubicBezTo>
                      <a:cubicBezTo>
                        <a:pt x="6382" y="2435"/>
                        <a:pt x="6412" y="2435"/>
                        <a:pt x="6443" y="2435"/>
                      </a:cubicBezTo>
                      <a:cubicBezTo>
                        <a:pt x="6443" y="2405"/>
                        <a:pt x="6443" y="2374"/>
                        <a:pt x="6443" y="2343"/>
                      </a:cubicBezTo>
                      <a:cubicBezTo>
                        <a:pt x="6564" y="2343"/>
                        <a:pt x="6684" y="2343"/>
                        <a:pt x="6809" y="2343"/>
                      </a:cubicBezTo>
                      <a:cubicBezTo>
                        <a:pt x="6809" y="2313"/>
                        <a:pt x="6809" y="2283"/>
                        <a:pt x="6809" y="2252"/>
                      </a:cubicBezTo>
                      <a:cubicBezTo>
                        <a:pt x="6779" y="2252"/>
                        <a:pt x="6748" y="2252"/>
                        <a:pt x="6717" y="2252"/>
                      </a:cubicBezTo>
                      <a:cubicBezTo>
                        <a:pt x="6717" y="2222"/>
                        <a:pt x="6717" y="2192"/>
                        <a:pt x="6717" y="2161"/>
                      </a:cubicBezTo>
                      <a:cubicBezTo>
                        <a:pt x="6687" y="2161"/>
                        <a:pt x="6657" y="2161"/>
                        <a:pt x="6626" y="2161"/>
                      </a:cubicBezTo>
                      <a:cubicBezTo>
                        <a:pt x="6626" y="2130"/>
                        <a:pt x="6626" y="2100"/>
                        <a:pt x="6626" y="2069"/>
                      </a:cubicBezTo>
                      <a:cubicBezTo>
                        <a:pt x="6596" y="2069"/>
                        <a:pt x="6566" y="2069"/>
                        <a:pt x="6534" y="2069"/>
                      </a:cubicBezTo>
                      <a:cubicBezTo>
                        <a:pt x="6534" y="2039"/>
                        <a:pt x="6534" y="2009"/>
                        <a:pt x="6534" y="1978"/>
                      </a:cubicBezTo>
                      <a:cubicBezTo>
                        <a:pt x="6504" y="1978"/>
                        <a:pt x="6474" y="1978"/>
                        <a:pt x="6443" y="1978"/>
                      </a:cubicBezTo>
                      <a:cubicBezTo>
                        <a:pt x="6443" y="1948"/>
                        <a:pt x="6443" y="1917"/>
                        <a:pt x="6443" y="1886"/>
                      </a:cubicBezTo>
                      <a:cubicBezTo>
                        <a:pt x="6353" y="1886"/>
                        <a:pt x="6262" y="1886"/>
                        <a:pt x="6169" y="1886"/>
                      </a:cubicBezTo>
                      <a:cubicBezTo>
                        <a:pt x="6169" y="1856"/>
                        <a:pt x="6169" y="1826"/>
                        <a:pt x="6169" y="1795"/>
                      </a:cubicBezTo>
                      <a:cubicBezTo>
                        <a:pt x="6139" y="1795"/>
                        <a:pt x="6109" y="1795"/>
                        <a:pt x="6078" y="1795"/>
                      </a:cubicBezTo>
                      <a:cubicBezTo>
                        <a:pt x="6078" y="1735"/>
                        <a:pt x="6078" y="1674"/>
                        <a:pt x="6078" y="1612"/>
                      </a:cubicBezTo>
                      <a:cubicBezTo>
                        <a:pt x="6017" y="1612"/>
                        <a:pt x="5957" y="1612"/>
                        <a:pt x="5895" y="1612"/>
                      </a:cubicBezTo>
                      <a:cubicBezTo>
                        <a:pt x="5895" y="1582"/>
                        <a:pt x="5895" y="1552"/>
                        <a:pt x="5895" y="1521"/>
                      </a:cubicBezTo>
                      <a:cubicBezTo>
                        <a:pt x="5865" y="1518"/>
                        <a:pt x="5836" y="1517"/>
                        <a:pt x="5806" y="1515"/>
                      </a:cubicBezTo>
                      <a:cubicBezTo>
                        <a:pt x="5790" y="1514"/>
                        <a:pt x="5773" y="1513"/>
                        <a:pt x="5756" y="1512"/>
                      </a:cubicBezTo>
                      <a:cubicBezTo>
                        <a:pt x="5742" y="1515"/>
                        <a:pt x="5727" y="1518"/>
                        <a:pt x="5712" y="1521"/>
                      </a:cubicBezTo>
                      <a:cubicBezTo>
                        <a:pt x="5686" y="1567"/>
                        <a:pt x="5686" y="1567"/>
                        <a:pt x="5666" y="1612"/>
                      </a:cubicBezTo>
                      <a:cubicBezTo>
                        <a:pt x="5655" y="1606"/>
                        <a:pt x="5644" y="1599"/>
                        <a:pt x="5633" y="1593"/>
                      </a:cubicBezTo>
                      <a:cubicBezTo>
                        <a:pt x="5515" y="1528"/>
                        <a:pt x="5424" y="1508"/>
                        <a:pt x="5291" y="1510"/>
                      </a:cubicBezTo>
                      <a:cubicBezTo>
                        <a:pt x="5272" y="1510"/>
                        <a:pt x="5254" y="1510"/>
                        <a:pt x="5235" y="1510"/>
                      </a:cubicBezTo>
                      <a:cubicBezTo>
                        <a:pt x="5175" y="1511"/>
                        <a:pt x="5116" y="1511"/>
                        <a:pt x="5056" y="1512"/>
                      </a:cubicBezTo>
                      <a:cubicBezTo>
                        <a:pt x="5014" y="1512"/>
                        <a:pt x="4972" y="1512"/>
                        <a:pt x="4931" y="1512"/>
                      </a:cubicBezTo>
                      <a:cubicBezTo>
                        <a:pt x="4821" y="1513"/>
                        <a:pt x="4712" y="1514"/>
                        <a:pt x="4602" y="1515"/>
                      </a:cubicBezTo>
                      <a:cubicBezTo>
                        <a:pt x="4491" y="1516"/>
                        <a:pt x="4379" y="1516"/>
                        <a:pt x="4267" y="1516"/>
                      </a:cubicBezTo>
                      <a:cubicBezTo>
                        <a:pt x="4048" y="1517"/>
                        <a:pt x="3829" y="1519"/>
                        <a:pt x="3610" y="1521"/>
                      </a:cubicBezTo>
                      <a:cubicBezTo>
                        <a:pt x="3610" y="1491"/>
                        <a:pt x="3610" y="1461"/>
                        <a:pt x="3610" y="1429"/>
                      </a:cubicBezTo>
                      <a:cubicBezTo>
                        <a:pt x="3399" y="1429"/>
                        <a:pt x="3188" y="1429"/>
                        <a:pt x="2970" y="1429"/>
                      </a:cubicBezTo>
                      <a:close/>
                      <a:moveTo>
                        <a:pt x="7723" y="2435"/>
                      </a:moveTo>
                      <a:cubicBezTo>
                        <a:pt x="7723" y="2465"/>
                        <a:pt x="7723" y="2495"/>
                        <a:pt x="7723" y="2526"/>
                      </a:cubicBezTo>
                      <a:cubicBezTo>
                        <a:pt x="7692" y="2526"/>
                        <a:pt x="7662" y="2526"/>
                        <a:pt x="7631" y="2526"/>
                      </a:cubicBezTo>
                      <a:cubicBezTo>
                        <a:pt x="7631" y="2556"/>
                        <a:pt x="7631" y="2586"/>
                        <a:pt x="7631" y="2618"/>
                      </a:cubicBezTo>
                      <a:cubicBezTo>
                        <a:pt x="7601" y="2618"/>
                        <a:pt x="7571" y="2618"/>
                        <a:pt x="7540" y="2618"/>
                      </a:cubicBezTo>
                      <a:cubicBezTo>
                        <a:pt x="7540" y="2648"/>
                        <a:pt x="7540" y="2678"/>
                        <a:pt x="7540" y="2709"/>
                      </a:cubicBezTo>
                      <a:cubicBezTo>
                        <a:pt x="7510" y="2709"/>
                        <a:pt x="7479" y="2709"/>
                        <a:pt x="7448" y="2709"/>
                      </a:cubicBezTo>
                      <a:cubicBezTo>
                        <a:pt x="7448" y="2830"/>
                        <a:pt x="7448" y="2950"/>
                        <a:pt x="7448" y="3075"/>
                      </a:cubicBezTo>
                      <a:cubicBezTo>
                        <a:pt x="7479" y="3075"/>
                        <a:pt x="7509" y="3075"/>
                        <a:pt x="7540" y="3075"/>
                      </a:cubicBezTo>
                      <a:cubicBezTo>
                        <a:pt x="7540" y="3105"/>
                        <a:pt x="7540" y="3135"/>
                        <a:pt x="7540" y="3166"/>
                      </a:cubicBezTo>
                      <a:cubicBezTo>
                        <a:pt x="7570" y="3166"/>
                        <a:pt x="7600" y="3166"/>
                        <a:pt x="7631" y="3166"/>
                      </a:cubicBezTo>
                      <a:cubicBezTo>
                        <a:pt x="7631" y="3226"/>
                        <a:pt x="7631" y="3287"/>
                        <a:pt x="7631" y="3349"/>
                      </a:cubicBezTo>
                      <a:cubicBezTo>
                        <a:pt x="7661" y="3349"/>
                        <a:pt x="7692" y="3349"/>
                        <a:pt x="7723" y="3349"/>
                      </a:cubicBezTo>
                      <a:cubicBezTo>
                        <a:pt x="7723" y="3379"/>
                        <a:pt x="7723" y="3409"/>
                        <a:pt x="7723" y="3440"/>
                      </a:cubicBezTo>
                      <a:cubicBezTo>
                        <a:pt x="7934" y="3440"/>
                        <a:pt x="8145" y="3440"/>
                        <a:pt x="8362" y="3440"/>
                      </a:cubicBezTo>
                      <a:cubicBezTo>
                        <a:pt x="8362" y="3410"/>
                        <a:pt x="8362" y="3380"/>
                        <a:pt x="8362" y="3349"/>
                      </a:cubicBezTo>
                      <a:cubicBezTo>
                        <a:pt x="10142" y="3349"/>
                        <a:pt x="11921" y="3349"/>
                        <a:pt x="13754" y="3349"/>
                      </a:cubicBezTo>
                      <a:cubicBezTo>
                        <a:pt x="13754" y="3319"/>
                        <a:pt x="13754" y="3288"/>
                        <a:pt x="13754" y="3257"/>
                      </a:cubicBezTo>
                      <a:cubicBezTo>
                        <a:pt x="13815" y="3257"/>
                        <a:pt x="13875" y="3257"/>
                        <a:pt x="13937" y="3257"/>
                      </a:cubicBezTo>
                      <a:cubicBezTo>
                        <a:pt x="13937" y="3227"/>
                        <a:pt x="13937" y="3197"/>
                        <a:pt x="13937" y="3166"/>
                      </a:cubicBezTo>
                      <a:cubicBezTo>
                        <a:pt x="13967" y="3166"/>
                        <a:pt x="13998" y="3166"/>
                        <a:pt x="14029" y="3166"/>
                      </a:cubicBezTo>
                      <a:cubicBezTo>
                        <a:pt x="14029" y="2985"/>
                        <a:pt x="14029" y="2804"/>
                        <a:pt x="14029" y="2618"/>
                      </a:cubicBezTo>
                      <a:cubicBezTo>
                        <a:pt x="13998" y="2618"/>
                        <a:pt x="13968" y="2618"/>
                        <a:pt x="13937" y="2618"/>
                      </a:cubicBezTo>
                      <a:cubicBezTo>
                        <a:pt x="13937" y="2587"/>
                        <a:pt x="13937" y="2557"/>
                        <a:pt x="13937" y="2526"/>
                      </a:cubicBezTo>
                      <a:cubicBezTo>
                        <a:pt x="13907" y="2526"/>
                        <a:pt x="13877" y="2526"/>
                        <a:pt x="13846" y="2526"/>
                      </a:cubicBezTo>
                      <a:cubicBezTo>
                        <a:pt x="13846" y="2496"/>
                        <a:pt x="13846" y="2466"/>
                        <a:pt x="13846" y="2435"/>
                      </a:cubicBezTo>
                      <a:cubicBezTo>
                        <a:pt x="11825" y="2435"/>
                        <a:pt x="9804" y="2435"/>
                        <a:pt x="7723" y="2435"/>
                      </a:cubicBezTo>
                      <a:close/>
                      <a:moveTo>
                        <a:pt x="7723" y="3623"/>
                      </a:moveTo>
                      <a:cubicBezTo>
                        <a:pt x="7723" y="3683"/>
                        <a:pt x="7723" y="3743"/>
                        <a:pt x="7723" y="3806"/>
                      </a:cubicBezTo>
                      <a:cubicBezTo>
                        <a:pt x="7783" y="3806"/>
                        <a:pt x="7843" y="3806"/>
                        <a:pt x="7905" y="3806"/>
                      </a:cubicBezTo>
                      <a:cubicBezTo>
                        <a:pt x="7905" y="3866"/>
                        <a:pt x="7905" y="3926"/>
                        <a:pt x="7905" y="3988"/>
                      </a:cubicBezTo>
                      <a:cubicBezTo>
                        <a:pt x="7815" y="3988"/>
                        <a:pt x="7724" y="3988"/>
                        <a:pt x="7631" y="3988"/>
                      </a:cubicBezTo>
                      <a:cubicBezTo>
                        <a:pt x="7631" y="4019"/>
                        <a:pt x="7631" y="4049"/>
                        <a:pt x="7631" y="4080"/>
                      </a:cubicBezTo>
                      <a:cubicBezTo>
                        <a:pt x="7601" y="4080"/>
                        <a:pt x="7571" y="4080"/>
                        <a:pt x="7540" y="4080"/>
                      </a:cubicBezTo>
                      <a:cubicBezTo>
                        <a:pt x="7540" y="4110"/>
                        <a:pt x="7540" y="4140"/>
                        <a:pt x="7540" y="4171"/>
                      </a:cubicBezTo>
                      <a:cubicBezTo>
                        <a:pt x="7479" y="4171"/>
                        <a:pt x="7419" y="4171"/>
                        <a:pt x="7357" y="4171"/>
                      </a:cubicBezTo>
                      <a:cubicBezTo>
                        <a:pt x="7357" y="4201"/>
                        <a:pt x="7357" y="4232"/>
                        <a:pt x="7357" y="4263"/>
                      </a:cubicBezTo>
                      <a:cubicBezTo>
                        <a:pt x="7297" y="4263"/>
                        <a:pt x="7236" y="4263"/>
                        <a:pt x="7174" y="4263"/>
                      </a:cubicBezTo>
                      <a:cubicBezTo>
                        <a:pt x="7174" y="4323"/>
                        <a:pt x="7174" y="4383"/>
                        <a:pt x="7174" y="4445"/>
                      </a:cubicBezTo>
                      <a:cubicBezTo>
                        <a:pt x="7144" y="4445"/>
                        <a:pt x="7114" y="4445"/>
                        <a:pt x="7083" y="4445"/>
                      </a:cubicBezTo>
                      <a:cubicBezTo>
                        <a:pt x="7083" y="4476"/>
                        <a:pt x="7083" y="4506"/>
                        <a:pt x="7083" y="4537"/>
                      </a:cubicBezTo>
                      <a:cubicBezTo>
                        <a:pt x="7113" y="4537"/>
                        <a:pt x="7143" y="4537"/>
                        <a:pt x="7174" y="4537"/>
                      </a:cubicBezTo>
                      <a:cubicBezTo>
                        <a:pt x="7174" y="4627"/>
                        <a:pt x="7174" y="4718"/>
                        <a:pt x="7174" y="4811"/>
                      </a:cubicBezTo>
                      <a:cubicBezTo>
                        <a:pt x="7204" y="4811"/>
                        <a:pt x="7235" y="4811"/>
                        <a:pt x="7266" y="4811"/>
                      </a:cubicBezTo>
                      <a:cubicBezTo>
                        <a:pt x="7266" y="4841"/>
                        <a:pt x="7266" y="4871"/>
                        <a:pt x="7266" y="4902"/>
                      </a:cubicBezTo>
                      <a:cubicBezTo>
                        <a:pt x="7386" y="4902"/>
                        <a:pt x="7507" y="4902"/>
                        <a:pt x="7631" y="4902"/>
                      </a:cubicBezTo>
                      <a:cubicBezTo>
                        <a:pt x="7631" y="4932"/>
                        <a:pt x="7631" y="4963"/>
                        <a:pt x="7631" y="4994"/>
                      </a:cubicBezTo>
                      <a:cubicBezTo>
                        <a:pt x="9079" y="4994"/>
                        <a:pt x="10526" y="4994"/>
                        <a:pt x="12018" y="4994"/>
                      </a:cubicBezTo>
                      <a:cubicBezTo>
                        <a:pt x="12018" y="4964"/>
                        <a:pt x="12018" y="4933"/>
                        <a:pt x="12018" y="4902"/>
                      </a:cubicBezTo>
                      <a:cubicBezTo>
                        <a:pt x="12048" y="4902"/>
                        <a:pt x="12078" y="4902"/>
                        <a:pt x="12109" y="4902"/>
                      </a:cubicBezTo>
                      <a:cubicBezTo>
                        <a:pt x="12109" y="4872"/>
                        <a:pt x="12109" y="4842"/>
                        <a:pt x="12109" y="4811"/>
                      </a:cubicBezTo>
                      <a:cubicBezTo>
                        <a:pt x="12140" y="4811"/>
                        <a:pt x="12170" y="4811"/>
                        <a:pt x="12201" y="4811"/>
                      </a:cubicBezTo>
                      <a:cubicBezTo>
                        <a:pt x="12201" y="4781"/>
                        <a:pt x="12201" y="4751"/>
                        <a:pt x="12201" y="4720"/>
                      </a:cubicBezTo>
                      <a:cubicBezTo>
                        <a:pt x="12231" y="4720"/>
                        <a:pt x="12261" y="4720"/>
                        <a:pt x="12292" y="4720"/>
                      </a:cubicBezTo>
                      <a:cubicBezTo>
                        <a:pt x="12292" y="4599"/>
                        <a:pt x="12292" y="4478"/>
                        <a:pt x="12292" y="4354"/>
                      </a:cubicBezTo>
                      <a:cubicBezTo>
                        <a:pt x="12262" y="4354"/>
                        <a:pt x="12232" y="4354"/>
                        <a:pt x="12201" y="4354"/>
                      </a:cubicBezTo>
                      <a:cubicBezTo>
                        <a:pt x="12201" y="4324"/>
                        <a:pt x="12201" y="4294"/>
                        <a:pt x="12201" y="4263"/>
                      </a:cubicBezTo>
                      <a:cubicBezTo>
                        <a:pt x="12171" y="4263"/>
                        <a:pt x="12140" y="4263"/>
                        <a:pt x="12109" y="4263"/>
                      </a:cubicBezTo>
                      <a:cubicBezTo>
                        <a:pt x="12109" y="4232"/>
                        <a:pt x="12109" y="4202"/>
                        <a:pt x="12109" y="4171"/>
                      </a:cubicBezTo>
                      <a:cubicBezTo>
                        <a:pt x="12079" y="4171"/>
                        <a:pt x="12049" y="4171"/>
                        <a:pt x="12018" y="4171"/>
                      </a:cubicBezTo>
                      <a:cubicBezTo>
                        <a:pt x="12018" y="4141"/>
                        <a:pt x="12018" y="4111"/>
                        <a:pt x="12018" y="4080"/>
                      </a:cubicBezTo>
                      <a:cubicBezTo>
                        <a:pt x="10932" y="4080"/>
                        <a:pt x="9847" y="4080"/>
                        <a:pt x="8728" y="4080"/>
                      </a:cubicBezTo>
                      <a:cubicBezTo>
                        <a:pt x="8728" y="4050"/>
                        <a:pt x="8728" y="4019"/>
                        <a:pt x="8728" y="3988"/>
                      </a:cubicBezTo>
                      <a:cubicBezTo>
                        <a:pt x="8668" y="3988"/>
                        <a:pt x="8607" y="3988"/>
                        <a:pt x="8545" y="3988"/>
                      </a:cubicBezTo>
                      <a:cubicBezTo>
                        <a:pt x="8545" y="3928"/>
                        <a:pt x="8545" y="3868"/>
                        <a:pt x="8545" y="3806"/>
                      </a:cubicBezTo>
                      <a:cubicBezTo>
                        <a:pt x="8515" y="3806"/>
                        <a:pt x="8485" y="3806"/>
                        <a:pt x="8454" y="3806"/>
                      </a:cubicBezTo>
                      <a:cubicBezTo>
                        <a:pt x="8454" y="3745"/>
                        <a:pt x="8454" y="3685"/>
                        <a:pt x="8454" y="3623"/>
                      </a:cubicBezTo>
                      <a:cubicBezTo>
                        <a:pt x="8212" y="3623"/>
                        <a:pt x="7971" y="3623"/>
                        <a:pt x="7723" y="3623"/>
                      </a:cubicBezTo>
                      <a:close/>
                      <a:moveTo>
                        <a:pt x="2970" y="6456"/>
                      </a:moveTo>
                      <a:cubicBezTo>
                        <a:pt x="2970" y="6486"/>
                        <a:pt x="2970" y="6516"/>
                        <a:pt x="2970" y="6547"/>
                      </a:cubicBezTo>
                      <a:cubicBezTo>
                        <a:pt x="2940" y="6547"/>
                        <a:pt x="2910" y="6547"/>
                        <a:pt x="2879" y="6547"/>
                      </a:cubicBezTo>
                      <a:cubicBezTo>
                        <a:pt x="2879" y="6578"/>
                        <a:pt x="2879" y="6608"/>
                        <a:pt x="2879" y="6639"/>
                      </a:cubicBezTo>
                      <a:cubicBezTo>
                        <a:pt x="2868" y="6639"/>
                        <a:pt x="2868" y="6639"/>
                        <a:pt x="2815" y="6637"/>
                      </a:cubicBezTo>
                      <a:cubicBezTo>
                        <a:pt x="2427" y="6630"/>
                        <a:pt x="2427" y="6630"/>
                        <a:pt x="2296" y="6750"/>
                      </a:cubicBezTo>
                      <a:cubicBezTo>
                        <a:pt x="2254" y="6793"/>
                        <a:pt x="2240" y="6811"/>
                        <a:pt x="2236" y="6872"/>
                      </a:cubicBezTo>
                      <a:cubicBezTo>
                        <a:pt x="2236" y="6879"/>
                        <a:pt x="2236" y="6879"/>
                        <a:pt x="2239" y="6913"/>
                      </a:cubicBezTo>
                      <a:cubicBezTo>
                        <a:pt x="2209" y="6913"/>
                        <a:pt x="2179" y="6913"/>
                        <a:pt x="2148" y="6913"/>
                      </a:cubicBezTo>
                      <a:cubicBezTo>
                        <a:pt x="2148" y="6943"/>
                        <a:pt x="2148" y="6973"/>
                        <a:pt x="2148" y="7004"/>
                      </a:cubicBezTo>
                      <a:cubicBezTo>
                        <a:pt x="2135" y="7003"/>
                        <a:pt x="2121" y="7001"/>
                        <a:pt x="2108" y="6999"/>
                      </a:cubicBezTo>
                      <a:cubicBezTo>
                        <a:pt x="2024" y="7008"/>
                        <a:pt x="1986" y="7059"/>
                        <a:pt x="1936" y="7121"/>
                      </a:cubicBezTo>
                      <a:cubicBezTo>
                        <a:pt x="1821" y="7284"/>
                        <a:pt x="1851" y="7495"/>
                        <a:pt x="1856" y="7685"/>
                      </a:cubicBezTo>
                      <a:cubicBezTo>
                        <a:pt x="1856" y="7729"/>
                        <a:pt x="1856" y="7772"/>
                        <a:pt x="1856" y="7816"/>
                      </a:cubicBezTo>
                      <a:cubicBezTo>
                        <a:pt x="1857" y="7919"/>
                        <a:pt x="1858" y="8022"/>
                        <a:pt x="1860" y="8124"/>
                      </a:cubicBezTo>
                      <a:cubicBezTo>
                        <a:pt x="1862" y="8242"/>
                        <a:pt x="1863" y="8359"/>
                        <a:pt x="1864" y="8476"/>
                      </a:cubicBezTo>
                      <a:cubicBezTo>
                        <a:pt x="1866" y="8717"/>
                        <a:pt x="1869" y="8957"/>
                        <a:pt x="1874" y="9198"/>
                      </a:cubicBezTo>
                      <a:cubicBezTo>
                        <a:pt x="1843" y="9198"/>
                        <a:pt x="1813" y="9198"/>
                        <a:pt x="1782" y="9198"/>
                      </a:cubicBezTo>
                      <a:cubicBezTo>
                        <a:pt x="1788" y="9325"/>
                        <a:pt x="1793" y="9453"/>
                        <a:pt x="1799" y="9581"/>
                      </a:cubicBezTo>
                      <a:cubicBezTo>
                        <a:pt x="1801" y="9624"/>
                        <a:pt x="1803" y="9667"/>
                        <a:pt x="1805" y="9711"/>
                      </a:cubicBezTo>
                      <a:cubicBezTo>
                        <a:pt x="1807" y="9773"/>
                        <a:pt x="1810" y="9836"/>
                        <a:pt x="1813" y="9898"/>
                      </a:cubicBezTo>
                      <a:cubicBezTo>
                        <a:pt x="1814" y="9918"/>
                        <a:pt x="1815" y="9937"/>
                        <a:pt x="1816" y="9957"/>
                      </a:cubicBezTo>
                      <a:cubicBezTo>
                        <a:pt x="1821" y="10063"/>
                        <a:pt x="1834" y="10150"/>
                        <a:pt x="1874" y="10249"/>
                      </a:cubicBezTo>
                      <a:cubicBezTo>
                        <a:pt x="1858" y="10254"/>
                        <a:pt x="1843" y="10260"/>
                        <a:pt x="1828" y="10266"/>
                      </a:cubicBezTo>
                      <a:cubicBezTo>
                        <a:pt x="1820" y="10271"/>
                        <a:pt x="1820" y="10271"/>
                        <a:pt x="1782" y="10294"/>
                      </a:cubicBezTo>
                      <a:cubicBezTo>
                        <a:pt x="1782" y="10325"/>
                        <a:pt x="1782" y="10355"/>
                        <a:pt x="1782" y="10386"/>
                      </a:cubicBezTo>
                      <a:cubicBezTo>
                        <a:pt x="1722" y="10386"/>
                        <a:pt x="1661" y="10386"/>
                        <a:pt x="1599" y="10386"/>
                      </a:cubicBezTo>
                      <a:cubicBezTo>
                        <a:pt x="1599" y="10446"/>
                        <a:pt x="1599" y="10506"/>
                        <a:pt x="1599" y="10569"/>
                      </a:cubicBezTo>
                      <a:cubicBezTo>
                        <a:pt x="1660" y="10569"/>
                        <a:pt x="1720" y="10569"/>
                        <a:pt x="1782" y="10569"/>
                      </a:cubicBezTo>
                      <a:cubicBezTo>
                        <a:pt x="1782" y="10599"/>
                        <a:pt x="1782" y="10629"/>
                        <a:pt x="1782" y="10660"/>
                      </a:cubicBezTo>
                      <a:cubicBezTo>
                        <a:pt x="1842" y="10660"/>
                        <a:pt x="1903" y="10660"/>
                        <a:pt x="1965" y="10660"/>
                      </a:cubicBezTo>
                      <a:cubicBezTo>
                        <a:pt x="1965" y="10690"/>
                        <a:pt x="1965" y="10720"/>
                        <a:pt x="1965" y="10751"/>
                      </a:cubicBezTo>
                      <a:cubicBezTo>
                        <a:pt x="1979" y="10750"/>
                        <a:pt x="1993" y="10748"/>
                        <a:pt x="2007" y="10747"/>
                      </a:cubicBezTo>
                      <a:cubicBezTo>
                        <a:pt x="2127" y="10739"/>
                        <a:pt x="2196" y="10746"/>
                        <a:pt x="2294" y="10819"/>
                      </a:cubicBezTo>
                      <a:cubicBezTo>
                        <a:pt x="2443" y="10918"/>
                        <a:pt x="2600" y="10910"/>
                        <a:pt x="2774" y="10912"/>
                      </a:cubicBezTo>
                      <a:cubicBezTo>
                        <a:pt x="2808" y="10913"/>
                        <a:pt x="2841" y="10913"/>
                        <a:pt x="2874" y="10914"/>
                      </a:cubicBezTo>
                      <a:cubicBezTo>
                        <a:pt x="2962" y="10917"/>
                        <a:pt x="3049" y="10918"/>
                        <a:pt x="3137" y="10919"/>
                      </a:cubicBezTo>
                      <a:cubicBezTo>
                        <a:pt x="3226" y="10920"/>
                        <a:pt x="3316" y="10923"/>
                        <a:pt x="3405" y="10925"/>
                      </a:cubicBezTo>
                      <a:cubicBezTo>
                        <a:pt x="3580" y="10929"/>
                        <a:pt x="3755" y="10932"/>
                        <a:pt x="3930" y="10934"/>
                      </a:cubicBezTo>
                      <a:cubicBezTo>
                        <a:pt x="3920" y="10939"/>
                        <a:pt x="3910" y="10943"/>
                        <a:pt x="3900" y="10948"/>
                      </a:cubicBezTo>
                      <a:cubicBezTo>
                        <a:pt x="3861" y="10968"/>
                        <a:pt x="3861" y="10968"/>
                        <a:pt x="3793" y="11026"/>
                      </a:cubicBezTo>
                      <a:cubicBezTo>
                        <a:pt x="3793" y="11086"/>
                        <a:pt x="3793" y="11146"/>
                        <a:pt x="3793" y="11208"/>
                      </a:cubicBezTo>
                      <a:cubicBezTo>
                        <a:pt x="3974" y="11208"/>
                        <a:pt x="4155" y="11208"/>
                        <a:pt x="4341" y="11208"/>
                      </a:cubicBezTo>
                      <a:cubicBezTo>
                        <a:pt x="4341" y="11178"/>
                        <a:pt x="4341" y="11148"/>
                        <a:pt x="4341" y="11117"/>
                      </a:cubicBezTo>
                      <a:cubicBezTo>
                        <a:pt x="4703" y="11117"/>
                        <a:pt x="5065" y="11117"/>
                        <a:pt x="5438" y="11117"/>
                      </a:cubicBezTo>
                      <a:cubicBezTo>
                        <a:pt x="5438" y="11087"/>
                        <a:pt x="5438" y="11057"/>
                        <a:pt x="5438" y="11026"/>
                      </a:cubicBezTo>
                      <a:cubicBezTo>
                        <a:pt x="5498" y="11026"/>
                        <a:pt x="5558" y="11026"/>
                        <a:pt x="5621" y="11026"/>
                      </a:cubicBezTo>
                      <a:cubicBezTo>
                        <a:pt x="5621" y="10995"/>
                        <a:pt x="5621" y="10965"/>
                        <a:pt x="5621" y="10934"/>
                      </a:cubicBezTo>
                      <a:cubicBezTo>
                        <a:pt x="5651" y="10934"/>
                        <a:pt x="5681" y="10934"/>
                        <a:pt x="5712" y="10934"/>
                      </a:cubicBezTo>
                      <a:cubicBezTo>
                        <a:pt x="5712" y="10904"/>
                        <a:pt x="5712" y="10874"/>
                        <a:pt x="5712" y="10843"/>
                      </a:cubicBezTo>
                      <a:cubicBezTo>
                        <a:pt x="5772" y="10843"/>
                        <a:pt x="5833" y="10843"/>
                        <a:pt x="5895" y="10843"/>
                      </a:cubicBezTo>
                      <a:cubicBezTo>
                        <a:pt x="5895" y="10813"/>
                        <a:pt x="5895" y="10782"/>
                        <a:pt x="5895" y="10751"/>
                      </a:cubicBezTo>
                      <a:cubicBezTo>
                        <a:pt x="5925" y="10751"/>
                        <a:pt x="5955" y="10751"/>
                        <a:pt x="5986" y="10751"/>
                      </a:cubicBezTo>
                      <a:cubicBezTo>
                        <a:pt x="5986" y="10706"/>
                        <a:pt x="5986" y="10661"/>
                        <a:pt x="5986" y="10614"/>
                      </a:cubicBezTo>
                      <a:cubicBezTo>
                        <a:pt x="6107" y="10599"/>
                        <a:pt x="6227" y="10584"/>
                        <a:pt x="6352" y="10569"/>
                      </a:cubicBezTo>
                      <a:cubicBezTo>
                        <a:pt x="6352" y="10538"/>
                        <a:pt x="6352" y="10508"/>
                        <a:pt x="6352" y="10477"/>
                      </a:cubicBezTo>
                      <a:cubicBezTo>
                        <a:pt x="6382" y="10477"/>
                        <a:pt x="6412" y="10477"/>
                        <a:pt x="6443" y="10477"/>
                      </a:cubicBezTo>
                      <a:cubicBezTo>
                        <a:pt x="6443" y="10357"/>
                        <a:pt x="6443" y="10236"/>
                        <a:pt x="6443" y="10112"/>
                      </a:cubicBezTo>
                      <a:cubicBezTo>
                        <a:pt x="6413" y="10112"/>
                        <a:pt x="6383" y="10112"/>
                        <a:pt x="6352" y="10112"/>
                      </a:cubicBezTo>
                      <a:cubicBezTo>
                        <a:pt x="6352" y="10081"/>
                        <a:pt x="6352" y="10051"/>
                        <a:pt x="6352" y="10020"/>
                      </a:cubicBezTo>
                      <a:cubicBezTo>
                        <a:pt x="6382" y="10020"/>
                        <a:pt x="6412" y="10020"/>
                        <a:pt x="6443" y="10020"/>
                      </a:cubicBezTo>
                      <a:cubicBezTo>
                        <a:pt x="6443" y="9990"/>
                        <a:pt x="6443" y="9960"/>
                        <a:pt x="6443" y="9929"/>
                      </a:cubicBezTo>
                      <a:cubicBezTo>
                        <a:pt x="6413" y="9929"/>
                        <a:pt x="6383" y="9929"/>
                        <a:pt x="6352" y="9929"/>
                      </a:cubicBezTo>
                      <a:cubicBezTo>
                        <a:pt x="6352" y="9869"/>
                        <a:pt x="6352" y="9808"/>
                        <a:pt x="6352" y="9746"/>
                      </a:cubicBezTo>
                      <a:cubicBezTo>
                        <a:pt x="6322" y="9746"/>
                        <a:pt x="6291" y="9746"/>
                        <a:pt x="6260" y="9746"/>
                      </a:cubicBezTo>
                      <a:cubicBezTo>
                        <a:pt x="6260" y="9716"/>
                        <a:pt x="6260" y="9686"/>
                        <a:pt x="6260" y="9655"/>
                      </a:cubicBezTo>
                      <a:cubicBezTo>
                        <a:pt x="6230" y="9655"/>
                        <a:pt x="6200" y="9655"/>
                        <a:pt x="6169" y="9655"/>
                      </a:cubicBezTo>
                      <a:cubicBezTo>
                        <a:pt x="6167" y="9562"/>
                        <a:pt x="6165" y="9470"/>
                        <a:pt x="6164" y="9377"/>
                      </a:cubicBezTo>
                      <a:cubicBezTo>
                        <a:pt x="6163" y="9346"/>
                        <a:pt x="6163" y="9314"/>
                        <a:pt x="6162" y="9283"/>
                      </a:cubicBezTo>
                      <a:cubicBezTo>
                        <a:pt x="6158" y="9121"/>
                        <a:pt x="6159" y="8968"/>
                        <a:pt x="6209" y="8813"/>
                      </a:cubicBezTo>
                      <a:cubicBezTo>
                        <a:pt x="6213" y="8801"/>
                        <a:pt x="6216" y="8790"/>
                        <a:pt x="6220" y="8778"/>
                      </a:cubicBezTo>
                      <a:cubicBezTo>
                        <a:pt x="6241" y="8721"/>
                        <a:pt x="6253" y="8699"/>
                        <a:pt x="6309" y="8671"/>
                      </a:cubicBezTo>
                      <a:cubicBezTo>
                        <a:pt x="6323" y="8664"/>
                        <a:pt x="6337" y="8657"/>
                        <a:pt x="6352" y="8649"/>
                      </a:cubicBezTo>
                      <a:cubicBezTo>
                        <a:pt x="6362" y="8602"/>
                        <a:pt x="6362" y="8602"/>
                        <a:pt x="6361" y="8545"/>
                      </a:cubicBezTo>
                      <a:cubicBezTo>
                        <a:pt x="6360" y="8524"/>
                        <a:pt x="6360" y="8504"/>
                        <a:pt x="6360" y="8483"/>
                      </a:cubicBezTo>
                      <a:cubicBezTo>
                        <a:pt x="6359" y="8462"/>
                        <a:pt x="6358" y="8440"/>
                        <a:pt x="6357" y="8418"/>
                      </a:cubicBezTo>
                      <a:cubicBezTo>
                        <a:pt x="6357" y="8397"/>
                        <a:pt x="6357" y="8375"/>
                        <a:pt x="6356" y="8353"/>
                      </a:cubicBezTo>
                      <a:cubicBezTo>
                        <a:pt x="6355" y="8299"/>
                        <a:pt x="6354" y="8246"/>
                        <a:pt x="6352" y="8192"/>
                      </a:cubicBezTo>
                      <a:cubicBezTo>
                        <a:pt x="6306" y="8192"/>
                        <a:pt x="6261" y="8192"/>
                        <a:pt x="6215" y="8192"/>
                      </a:cubicBezTo>
                      <a:cubicBezTo>
                        <a:pt x="6215" y="8072"/>
                        <a:pt x="6215" y="7951"/>
                        <a:pt x="6215" y="7827"/>
                      </a:cubicBezTo>
                      <a:cubicBezTo>
                        <a:pt x="6260" y="7827"/>
                        <a:pt x="6305" y="7827"/>
                        <a:pt x="6352" y="7827"/>
                      </a:cubicBezTo>
                      <a:cubicBezTo>
                        <a:pt x="6352" y="7736"/>
                        <a:pt x="6352" y="7646"/>
                        <a:pt x="6352" y="7553"/>
                      </a:cubicBezTo>
                      <a:cubicBezTo>
                        <a:pt x="6472" y="7553"/>
                        <a:pt x="6593" y="7553"/>
                        <a:pt x="6717" y="7553"/>
                      </a:cubicBezTo>
                      <a:cubicBezTo>
                        <a:pt x="6717" y="7523"/>
                        <a:pt x="6717" y="7492"/>
                        <a:pt x="6717" y="7461"/>
                      </a:cubicBezTo>
                      <a:cubicBezTo>
                        <a:pt x="6747" y="7461"/>
                        <a:pt x="6778" y="7461"/>
                        <a:pt x="6809" y="7461"/>
                      </a:cubicBezTo>
                      <a:cubicBezTo>
                        <a:pt x="6809" y="7431"/>
                        <a:pt x="6809" y="7401"/>
                        <a:pt x="6809" y="7370"/>
                      </a:cubicBezTo>
                      <a:cubicBezTo>
                        <a:pt x="6779" y="7370"/>
                        <a:pt x="6748" y="7370"/>
                        <a:pt x="6717" y="7370"/>
                      </a:cubicBezTo>
                      <a:cubicBezTo>
                        <a:pt x="6717" y="7340"/>
                        <a:pt x="6717" y="7310"/>
                        <a:pt x="6717" y="7279"/>
                      </a:cubicBezTo>
                      <a:cubicBezTo>
                        <a:pt x="6687" y="7279"/>
                        <a:pt x="6657" y="7279"/>
                        <a:pt x="6626" y="7279"/>
                      </a:cubicBezTo>
                      <a:cubicBezTo>
                        <a:pt x="6626" y="7248"/>
                        <a:pt x="6626" y="7218"/>
                        <a:pt x="6626" y="7187"/>
                      </a:cubicBezTo>
                      <a:cubicBezTo>
                        <a:pt x="6596" y="7187"/>
                        <a:pt x="6566" y="7187"/>
                        <a:pt x="6534" y="7187"/>
                      </a:cubicBezTo>
                      <a:cubicBezTo>
                        <a:pt x="6534" y="7157"/>
                        <a:pt x="6534" y="7127"/>
                        <a:pt x="6534" y="7096"/>
                      </a:cubicBezTo>
                      <a:cubicBezTo>
                        <a:pt x="6354" y="7096"/>
                        <a:pt x="6173" y="7096"/>
                        <a:pt x="5986" y="7096"/>
                      </a:cubicBezTo>
                      <a:cubicBezTo>
                        <a:pt x="5986" y="7066"/>
                        <a:pt x="5986" y="7035"/>
                        <a:pt x="5986" y="7004"/>
                      </a:cubicBezTo>
                      <a:cubicBezTo>
                        <a:pt x="5956" y="7004"/>
                        <a:pt x="5926" y="7004"/>
                        <a:pt x="5895" y="7004"/>
                      </a:cubicBezTo>
                      <a:cubicBezTo>
                        <a:pt x="5897" y="6992"/>
                        <a:pt x="5899" y="6979"/>
                        <a:pt x="5901" y="6966"/>
                      </a:cubicBezTo>
                      <a:cubicBezTo>
                        <a:pt x="5892" y="6887"/>
                        <a:pt x="5847" y="6850"/>
                        <a:pt x="5792" y="6796"/>
                      </a:cubicBezTo>
                      <a:cubicBezTo>
                        <a:pt x="5783" y="6786"/>
                        <a:pt x="5773" y="6776"/>
                        <a:pt x="5764" y="6765"/>
                      </a:cubicBezTo>
                      <a:cubicBezTo>
                        <a:pt x="5648" y="6649"/>
                        <a:pt x="5500" y="6634"/>
                        <a:pt x="5342" y="6633"/>
                      </a:cubicBezTo>
                      <a:cubicBezTo>
                        <a:pt x="5333" y="6633"/>
                        <a:pt x="5333" y="6633"/>
                        <a:pt x="5291" y="6634"/>
                      </a:cubicBezTo>
                      <a:cubicBezTo>
                        <a:pt x="5272" y="6634"/>
                        <a:pt x="5254" y="6634"/>
                        <a:pt x="5235" y="6634"/>
                      </a:cubicBezTo>
                      <a:cubicBezTo>
                        <a:pt x="5175" y="6634"/>
                        <a:pt x="5116" y="6634"/>
                        <a:pt x="5056" y="6634"/>
                      </a:cubicBezTo>
                      <a:cubicBezTo>
                        <a:pt x="5014" y="6634"/>
                        <a:pt x="4972" y="6634"/>
                        <a:pt x="4931" y="6635"/>
                      </a:cubicBezTo>
                      <a:cubicBezTo>
                        <a:pt x="4821" y="6635"/>
                        <a:pt x="4712" y="6635"/>
                        <a:pt x="4602" y="6636"/>
                      </a:cubicBezTo>
                      <a:cubicBezTo>
                        <a:pt x="4491" y="6636"/>
                        <a:pt x="4379" y="6636"/>
                        <a:pt x="4267" y="6637"/>
                      </a:cubicBezTo>
                      <a:cubicBezTo>
                        <a:pt x="4048" y="6637"/>
                        <a:pt x="3829" y="6638"/>
                        <a:pt x="3610" y="6639"/>
                      </a:cubicBezTo>
                      <a:cubicBezTo>
                        <a:pt x="3610" y="6609"/>
                        <a:pt x="3610" y="6578"/>
                        <a:pt x="3610" y="6547"/>
                      </a:cubicBezTo>
                      <a:cubicBezTo>
                        <a:pt x="3429" y="6547"/>
                        <a:pt x="3248" y="6547"/>
                        <a:pt x="3062" y="6547"/>
                      </a:cubicBezTo>
                      <a:cubicBezTo>
                        <a:pt x="3062" y="6517"/>
                        <a:pt x="3062" y="6487"/>
                        <a:pt x="3062" y="6456"/>
                      </a:cubicBezTo>
                      <a:cubicBezTo>
                        <a:pt x="3031" y="6456"/>
                        <a:pt x="3001" y="6456"/>
                        <a:pt x="2970" y="6456"/>
                      </a:cubicBezTo>
                      <a:close/>
                      <a:moveTo>
                        <a:pt x="7631" y="7553"/>
                      </a:moveTo>
                      <a:cubicBezTo>
                        <a:pt x="7631" y="7583"/>
                        <a:pt x="7631" y="7613"/>
                        <a:pt x="7631" y="7644"/>
                      </a:cubicBezTo>
                      <a:cubicBezTo>
                        <a:pt x="7601" y="7644"/>
                        <a:pt x="7571" y="7644"/>
                        <a:pt x="7540" y="7644"/>
                      </a:cubicBezTo>
                      <a:cubicBezTo>
                        <a:pt x="7540" y="7674"/>
                        <a:pt x="7540" y="7704"/>
                        <a:pt x="7540" y="7735"/>
                      </a:cubicBezTo>
                      <a:cubicBezTo>
                        <a:pt x="7510" y="7735"/>
                        <a:pt x="7479" y="7735"/>
                        <a:pt x="7448" y="7735"/>
                      </a:cubicBezTo>
                      <a:cubicBezTo>
                        <a:pt x="7448" y="7886"/>
                        <a:pt x="7448" y="8037"/>
                        <a:pt x="7448" y="8192"/>
                      </a:cubicBezTo>
                      <a:cubicBezTo>
                        <a:pt x="7479" y="8192"/>
                        <a:pt x="7509" y="8192"/>
                        <a:pt x="7540" y="8192"/>
                      </a:cubicBezTo>
                      <a:cubicBezTo>
                        <a:pt x="7540" y="8223"/>
                        <a:pt x="7540" y="8253"/>
                        <a:pt x="7540" y="8284"/>
                      </a:cubicBezTo>
                      <a:cubicBezTo>
                        <a:pt x="7570" y="8284"/>
                        <a:pt x="7600" y="8284"/>
                        <a:pt x="7631" y="8284"/>
                      </a:cubicBezTo>
                      <a:cubicBezTo>
                        <a:pt x="7631" y="8314"/>
                        <a:pt x="7631" y="8344"/>
                        <a:pt x="7631" y="8375"/>
                      </a:cubicBezTo>
                      <a:cubicBezTo>
                        <a:pt x="9019" y="8375"/>
                        <a:pt x="10406" y="8375"/>
                        <a:pt x="11835" y="8375"/>
                      </a:cubicBezTo>
                      <a:cubicBezTo>
                        <a:pt x="11835" y="8405"/>
                        <a:pt x="11835" y="8436"/>
                        <a:pt x="11835" y="8467"/>
                      </a:cubicBezTo>
                      <a:cubicBezTo>
                        <a:pt x="11896" y="8467"/>
                        <a:pt x="11956" y="8467"/>
                        <a:pt x="12018" y="8467"/>
                      </a:cubicBezTo>
                      <a:cubicBezTo>
                        <a:pt x="12018" y="8436"/>
                        <a:pt x="12018" y="8406"/>
                        <a:pt x="12018" y="8375"/>
                      </a:cubicBezTo>
                      <a:cubicBezTo>
                        <a:pt x="12621" y="8375"/>
                        <a:pt x="13224" y="8375"/>
                        <a:pt x="13846" y="8375"/>
                      </a:cubicBezTo>
                      <a:cubicBezTo>
                        <a:pt x="13846" y="8345"/>
                        <a:pt x="13846" y="8315"/>
                        <a:pt x="13846" y="8284"/>
                      </a:cubicBezTo>
                      <a:cubicBezTo>
                        <a:pt x="13876" y="8284"/>
                        <a:pt x="13906" y="8284"/>
                        <a:pt x="13937" y="8284"/>
                      </a:cubicBezTo>
                      <a:cubicBezTo>
                        <a:pt x="13937" y="8254"/>
                        <a:pt x="13937" y="8223"/>
                        <a:pt x="13937" y="8192"/>
                      </a:cubicBezTo>
                      <a:cubicBezTo>
                        <a:pt x="13967" y="8192"/>
                        <a:pt x="13998" y="8192"/>
                        <a:pt x="14029" y="8192"/>
                      </a:cubicBezTo>
                      <a:cubicBezTo>
                        <a:pt x="14029" y="8162"/>
                        <a:pt x="14029" y="8132"/>
                        <a:pt x="14029" y="8101"/>
                      </a:cubicBezTo>
                      <a:cubicBezTo>
                        <a:pt x="14059" y="8101"/>
                        <a:pt x="14089" y="8101"/>
                        <a:pt x="14120" y="8101"/>
                      </a:cubicBezTo>
                      <a:cubicBezTo>
                        <a:pt x="14120" y="8011"/>
                        <a:pt x="14120" y="7920"/>
                        <a:pt x="14120" y="7827"/>
                      </a:cubicBezTo>
                      <a:cubicBezTo>
                        <a:pt x="14150" y="7827"/>
                        <a:pt x="14180" y="7827"/>
                        <a:pt x="14211" y="7827"/>
                      </a:cubicBezTo>
                      <a:cubicBezTo>
                        <a:pt x="14211" y="7797"/>
                        <a:pt x="14211" y="7767"/>
                        <a:pt x="14211" y="7735"/>
                      </a:cubicBezTo>
                      <a:cubicBezTo>
                        <a:pt x="14181" y="7735"/>
                        <a:pt x="14151" y="7735"/>
                        <a:pt x="14120" y="7735"/>
                      </a:cubicBezTo>
                      <a:cubicBezTo>
                        <a:pt x="14120" y="7705"/>
                        <a:pt x="14120" y="7675"/>
                        <a:pt x="14120" y="7644"/>
                      </a:cubicBezTo>
                      <a:cubicBezTo>
                        <a:pt x="14090" y="7644"/>
                        <a:pt x="14060" y="7644"/>
                        <a:pt x="14029" y="7644"/>
                      </a:cubicBezTo>
                      <a:cubicBezTo>
                        <a:pt x="14029" y="7614"/>
                        <a:pt x="14029" y="7584"/>
                        <a:pt x="14029" y="7553"/>
                      </a:cubicBezTo>
                      <a:cubicBezTo>
                        <a:pt x="11917" y="7553"/>
                        <a:pt x="9806" y="7553"/>
                        <a:pt x="7631" y="7553"/>
                      </a:cubicBezTo>
                      <a:close/>
                      <a:moveTo>
                        <a:pt x="7631" y="9106"/>
                      </a:moveTo>
                      <a:cubicBezTo>
                        <a:pt x="7631" y="9137"/>
                        <a:pt x="7631" y="9167"/>
                        <a:pt x="7631" y="9198"/>
                      </a:cubicBezTo>
                      <a:cubicBezTo>
                        <a:pt x="7601" y="9198"/>
                        <a:pt x="7571" y="9198"/>
                        <a:pt x="7540" y="9198"/>
                      </a:cubicBezTo>
                      <a:cubicBezTo>
                        <a:pt x="7540" y="9228"/>
                        <a:pt x="7540" y="9258"/>
                        <a:pt x="7540" y="9289"/>
                      </a:cubicBezTo>
                      <a:cubicBezTo>
                        <a:pt x="7479" y="9289"/>
                        <a:pt x="7419" y="9289"/>
                        <a:pt x="7357" y="9289"/>
                      </a:cubicBezTo>
                      <a:cubicBezTo>
                        <a:pt x="7357" y="9319"/>
                        <a:pt x="7357" y="9349"/>
                        <a:pt x="7357" y="9381"/>
                      </a:cubicBezTo>
                      <a:cubicBezTo>
                        <a:pt x="7327" y="9381"/>
                        <a:pt x="7297" y="9381"/>
                        <a:pt x="7266" y="9381"/>
                      </a:cubicBezTo>
                      <a:cubicBezTo>
                        <a:pt x="7266" y="9411"/>
                        <a:pt x="7266" y="9441"/>
                        <a:pt x="7266" y="9472"/>
                      </a:cubicBezTo>
                      <a:cubicBezTo>
                        <a:pt x="7235" y="9472"/>
                        <a:pt x="7205" y="9472"/>
                        <a:pt x="7174" y="9472"/>
                      </a:cubicBezTo>
                      <a:cubicBezTo>
                        <a:pt x="7174" y="9532"/>
                        <a:pt x="7174" y="9593"/>
                        <a:pt x="7174" y="9655"/>
                      </a:cubicBezTo>
                      <a:cubicBezTo>
                        <a:pt x="7204" y="9655"/>
                        <a:pt x="7235" y="9655"/>
                        <a:pt x="7266" y="9655"/>
                      </a:cubicBezTo>
                      <a:cubicBezTo>
                        <a:pt x="7266" y="9685"/>
                        <a:pt x="7266" y="9715"/>
                        <a:pt x="7266" y="9746"/>
                      </a:cubicBezTo>
                      <a:cubicBezTo>
                        <a:pt x="7326" y="9746"/>
                        <a:pt x="7386" y="9746"/>
                        <a:pt x="7448" y="9746"/>
                      </a:cubicBezTo>
                      <a:cubicBezTo>
                        <a:pt x="7448" y="9776"/>
                        <a:pt x="7448" y="9806"/>
                        <a:pt x="7448" y="9837"/>
                      </a:cubicBezTo>
                      <a:cubicBezTo>
                        <a:pt x="7479" y="9837"/>
                        <a:pt x="7509" y="9837"/>
                        <a:pt x="7540" y="9837"/>
                      </a:cubicBezTo>
                      <a:cubicBezTo>
                        <a:pt x="7540" y="9868"/>
                        <a:pt x="7540" y="9898"/>
                        <a:pt x="7540" y="9929"/>
                      </a:cubicBezTo>
                      <a:cubicBezTo>
                        <a:pt x="7570" y="9929"/>
                        <a:pt x="7600" y="9929"/>
                        <a:pt x="7631" y="9929"/>
                      </a:cubicBezTo>
                      <a:cubicBezTo>
                        <a:pt x="7631" y="9959"/>
                        <a:pt x="7631" y="9989"/>
                        <a:pt x="7631" y="10020"/>
                      </a:cubicBezTo>
                      <a:cubicBezTo>
                        <a:pt x="9109" y="10020"/>
                        <a:pt x="10587" y="10020"/>
                        <a:pt x="12109" y="10020"/>
                      </a:cubicBezTo>
                      <a:cubicBezTo>
                        <a:pt x="12109" y="9990"/>
                        <a:pt x="12109" y="9960"/>
                        <a:pt x="12109" y="9929"/>
                      </a:cubicBezTo>
                      <a:cubicBezTo>
                        <a:pt x="12140" y="9929"/>
                        <a:pt x="12170" y="9929"/>
                        <a:pt x="12201" y="9929"/>
                      </a:cubicBezTo>
                      <a:cubicBezTo>
                        <a:pt x="12201" y="9899"/>
                        <a:pt x="12201" y="9869"/>
                        <a:pt x="12201" y="9837"/>
                      </a:cubicBezTo>
                      <a:cubicBezTo>
                        <a:pt x="12231" y="9837"/>
                        <a:pt x="12261" y="9837"/>
                        <a:pt x="12292" y="9837"/>
                      </a:cubicBezTo>
                      <a:cubicBezTo>
                        <a:pt x="12292" y="9717"/>
                        <a:pt x="12292" y="9596"/>
                        <a:pt x="12292" y="9472"/>
                      </a:cubicBezTo>
                      <a:cubicBezTo>
                        <a:pt x="12262" y="9472"/>
                        <a:pt x="12232" y="9472"/>
                        <a:pt x="12201" y="9472"/>
                      </a:cubicBezTo>
                      <a:cubicBezTo>
                        <a:pt x="12201" y="9442"/>
                        <a:pt x="12201" y="9412"/>
                        <a:pt x="12201" y="9381"/>
                      </a:cubicBezTo>
                      <a:cubicBezTo>
                        <a:pt x="12171" y="9381"/>
                        <a:pt x="12140" y="9381"/>
                        <a:pt x="12109" y="9381"/>
                      </a:cubicBezTo>
                      <a:cubicBezTo>
                        <a:pt x="12109" y="9350"/>
                        <a:pt x="12109" y="9320"/>
                        <a:pt x="12109" y="9289"/>
                      </a:cubicBezTo>
                      <a:cubicBezTo>
                        <a:pt x="12079" y="9289"/>
                        <a:pt x="12049" y="9289"/>
                        <a:pt x="12018" y="9289"/>
                      </a:cubicBezTo>
                      <a:cubicBezTo>
                        <a:pt x="12018" y="9259"/>
                        <a:pt x="12018" y="9229"/>
                        <a:pt x="12018" y="9198"/>
                      </a:cubicBezTo>
                      <a:cubicBezTo>
                        <a:pt x="10661" y="9198"/>
                        <a:pt x="9304" y="9198"/>
                        <a:pt x="7905" y="9198"/>
                      </a:cubicBezTo>
                      <a:cubicBezTo>
                        <a:pt x="7905" y="9168"/>
                        <a:pt x="7905" y="9137"/>
                        <a:pt x="7905" y="9106"/>
                      </a:cubicBezTo>
                      <a:cubicBezTo>
                        <a:pt x="7815" y="9106"/>
                        <a:pt x="7724" y="9106"/>
                        <a:pt x="7631" y="9106"/>
                      </a:cubicBezTo>
                      <a:close/>
                      <a:moveTo>
                        <a:pt x="2605" y="11574"/>
                      </a:moveTo>
                      <a:cubicBezTo>
                        <a:pt x="2605" y="11619"/>
                        <a:pt x="2605" y="11664"/>
                        <a:pt x="2605" y="11711"/>
                      </a:cubicBezTo>
                      <a:cubicBezTo>
                        <a:pt x="2597" y="11710"/>
                        <a:pt x="2597" y="11710"/>
                        <a:pt x="2559" y="11706"/>
                      </a:cubicBezTo>
                      <a:cubicBezTo>
                        <a:pt x="2401" y="11696"/>
                        <a:pt x="2401" y="11696"/>
                        <a:pt x="2330" y="11738"/>
                      </a:cubicBezTo>
                      <a:cubicBezTo>
                        <a:pt x="2241" y="11824"/>
                        <a:pt x="2241" y="11824"/>
                        <a:pt x="2236" y="11898"/>
                      </a:cubicBezTo>
                      <a:cubicBezTo>
                        <a:pt x="2236" y="11905"/>
                        <a:pt x="2236" y="11905"/>
                        <a:pt x="2239" y="11939"/>
                      </a:cubicBezTo>
                      <a:cubicBezTo>
                        <a:pt x="2209" y="11939"/>
                        <a:pt x="2179" y="11939"/>
                        <a:pt x="2148" y="11939"/>
                      </a:cubicBezTo>
                      <a:cubicBezTo>
                        <a:pt x="2148" y="11970"/>
                        <a:pt x="2148" y="12000"/>
                        <a:pt x="2148" y="12031"/>
                      </a:cubicBezTo>
                      <a:cubicBezTo>
                        <a:pt x="2134" y="12028"/>
                        <a:pt x="2121" y="12025"/>
                        <a:pt x="2108" y="12022"/>
                      </a:cubicBezTo>
                      <a:cubicBezTo>
                        <a:pt x="2050" y="12032"/>
                        <a:pt x="2043" y="12037"/>
                        <a:pt x="2008" y="12080"/>
                      </a:cubicBezTo>
                      <a:cubicBezTo>
                        <a:pt x="1935" y="12198"/>
                        <a:pt x="1950" y="12345"/>
                        <a:pt x="1949" y="12480"/>
                      </a:cubicBezTo>
                      <a:cubicBezTo>
                        <a:pt x="1949" y="12512"/>
                        <a:pt x="1948" y="12543"/>
                        <a:pt x="1948" y="12575"/>
                      </a:cubicBezTo>
                      <a:cubicBezTo>
                        <a:pt x="1946" y="12662"/>
                        <a:pt x="1946" y="12748"/>
                        <a:pt x="1945" y="12834"/>
                      </a:cubicBezTo>
                      <a:cubicBezTo>
                        <a:pt x="1945" y="12888"/>
                        <a:pt x="1944" y="12942"/>
                        <a:pt x="1944" y="12996"/>
                      </a:cubicBezTo>
                      <a:cubicBezTo>
                        <a:pt x="1942" y="13166"/>
                        <a:pt x="1941" y="13336"/>
                        <a:pt x="1941" y="13505"/>
                      </a:cubicBezTo>
                      <a:cubicBezTo>
                        <a:pt x="1940" y="13700"/>
                        <a:pt x="1938" y="13895"/>
                        <a:pt x="1935" y="14090"/>
                      </a:cubicBezTo>
                      <a:cubicBezTo>
                        <a:pt x="1932" y="14242"/>
                        <a:pt x="1931" y="14393"/>
                        <a:pt x="1931" y="14544"/>
                      </a:cubicBezTo>
                      <a:cubicBezTo>
                        <a:pt x="1931" y="14634"/>
                        <a:pt x="1930" y="14724"/>
                        <a:pt x="1928" y="14814"/>
                      </a:cubicBezTo>
                      <a:cubicBezTo>
                        <a:pt x="1915" y="15475"/>
                        <a:pt x="1915" y="15475"/>
                        <a:pt x="2157" y="15728"/>
                      </a:cubicBezTo>
                      <a:cubicBezTo>
                        <a:pt x="2304" y="15861"/>
                        <a:pt x="2464" y="15877"/>
                        <a:pt x="2655" y="15874"/>
                      </a:cubicBezTo>
                      <a:cubicBezTo>
                        <a:pt x="2672" y="15874"/>
                        <a:pt x="2689" y="15874"/>
                        <a:pt x="2707" y="15874"/>
                      </a:cubicBezTo>
                      <a:cubicBezTo>
                        <a:pt x="2760" y="15873"/>
                        <a:pt x="2814" y="15873"/>
                        <a:pt x="2867" y="15872"/>
                      </a:cubicBezTo>
                      <a:cubicBezTo>
                        <a:pt x="2904" y="15872"/>
                        <a:pt x="2941" y="15872"/>
                        <a:pt x="2977" y="15872"/>
                      </a:cubicBezTo>
                      <a:cubicBezTo>
                        <a:pt x="3066" y="15871"/>
                        <a:pt x="3155" y="15870"/>
                        <a:pt x="3244" y="15869"/>
                      </a:cubicBezTo>
                      <a:cubicBezTo>
                        <a:pt x="3244" y="15899"/>
                        <a:pt x="3244" y="15930"/>
                        <a:pt x="3244" y="15961"/>
                      </a:cubicBezTo>
                      <a:cubicBezTo>
                        <a:pt x="3787" y="15961"/>
                        <a:pt x="4330" y="15961"/>
                        <a:pt x="4889" y="15961"/>
                      </a:cubicBezTo>
                      <a:cubicBezTo>
                        <a:pt x="4889" y="15931"/>
                        <a:pt x="4889" y="15900"/>
                        <a:pt x="4889" y="15869"/>
                      </a:cubicBezTo>
                      <a:cubicBezTo>
                        <a:pt x="5101" y="15869"/>
                        <a:pt x="5312" y="15869"/>
                        <a:pt x="5529" y="15869"/>
                      </a:cubicBezTo>
                      <a:cubicBezTo>
                        <a:pt x="5529" y="15899"/>
                        <a:pt x="5529" y="15930"/>
                        <a:pt x="5529" y="15961"/>
                      </a:cubicBezTo>
                      <a:cubicBezTo>
                        <a:pt x="5559" y="15961"/>
                        <a:pt x="5590" y="15961"/>
                        <a:pt x="5621" y="15961"/>
                      </a:cubicBezTo>
                      <a:cubicBezTo>
                        <a:pt x="5621" y="15915"/>
                        <a:pt x="5621" y="15870"/>
                        <a:pt x="5621" y="15824"/>
                      </a:cubicBezTo>
                      <a:cubicBezTo>
                        <a:pt x="5640" y="15827"/>
                        <a:pt x="5659" y="15831"/>
                        <a:pt x="5679" y="15834"/>
                      </a:cubicBezTo>
                      <a:cubicBezTo>
                        <a:pt x="5733" y="15834"/>
                        <a:pt x="5754" y="15826"/>
                        <a:pt x="5797" y="15792"/>
                      </a:cubicBezTo>
                      <a:cubicBezTo>
                        <a:pt x="5841" y="15747"/>
                        <a:pt x="5881" y="15700"/>
                        <a:pt x="5920" y="15652"/>
                      </a:cubicBezTo>
                      <a:cubicBezTo>
                        <a:pt x="5934" y="15636"/>
                        <a:pt x="5948" y="15620"/>
                        <a:pt x="5962" y="15604"/>
                      </a:cubicBezTo>
                      <a:cubicBezTo>
                        <a:pt x="6128" y="15409"/>
                        <a:pt x="6183" y="15256"/>
                        <a:pt x="6179" y="15002"/>
                      </a:cubicBezTo>
                      <a:cubicBezTo>
                        <a:pt x="6179" y="14976"/>
                        <a:pt x="6179" y="14950"/>
                        <a:pt x="6179" y="14924"/>
                      </a:cubicBezTo>
                      <a:cubicBezTo>
                        <a:pt x="6179" y="14870"/>
                        <a:pt x="6179" y="14816"/>
                        <a:pt x="6178" y="14761"/>
                      </a:cubicBezTo>
                      <a:cubicBezTo>
                        <a:pt x="6178" y="14692"/>
                        <a:pt x="6177" y="14623"/>
                        <a:pt x="6177" y="14554"/>
                      </a:cubicBezTo>
                      <a:cubicBezTo>
                        <a:pt x="6177" y="14500"/>
                        <a:pt x="6177" y="14446"/>
                        <a:pt x="6177" y="14393"/>
                      </a:cubicBezTo>
                      <a:cubicBezTo>
                        <a:pt x="6177" y="14367"/>
                        <a:pt x="6177" y="14342"/>
                        <a:pt x="6177" y="14316"/>
                      </a:cubicBezTo>
                      <a:cubicBezTo>
                        <a:pt x="6176" y="14187"/>
                        <a:pt x="6175" y="14070"/>
                        <a:pt x="6123" y="13950"/>
                      </a:cubicBezTo>
                      <a:cubicBezTo>
                        <a:pt x="6131" y="13948"/>
                        <a:pt x="6131" y="13948"/>
                        <a:pt x="6168" y="13936"/>
                      </a:cubicBezTo>
                      <a:cubicBezTo>
                        <a:pt x="6215" y="13904"/>
                        <a:pt x="6215" y="13904"/>
                        <a:pt x="6228" y="13841"/>
                      </a:cubicBezTo>
                      <a:cubicBezTo>
                        <a:pt x="6229" y="13815"/>
                        <a:pt x="6230" y="13788"/>
                        <a:pt x="6230" y="13762"/>
                      </a:cubicBezTo>
                      <a:cubicBezTo>
                        <a:pt x="6231" y="13748"/>
                        <a:pt x="6232" y="13734"/>
                        <a:pt x="6232" y="13719"/>
                      </a:cubicBezTo>
                      <a:cubicBezTo>
                        <a:pt x="6234" y="13674"/>
                        <a:pt x="6236" y="13629"/>
                        <a:pt x="6237" y="13585"/>
                      </a:cubicBezTo>
                      <a:cubicBezTo>
                        <a:pt x="6239" y="13525"/>
                        <a:pt x="6242" y="13466"/>
                        <a:pt x="6245" y="13407"/>
                      </a:cubicBezTo>
                      <a:cubicBezTo>
                        <a:pt x="6245" y="13394"/>
                        <a:pt x="6245" y="13380"/>
                        <a:pt x="6245" y="13366"/>
                      </a:cubicBezTo>
                      <a:cubicBezTo>
                        <a:pt x="6247" y="13328"/>
                        <a:pt x="6247" y="13328"/>
                        <a:pt x="6260" y="13265"/>
                      </a:cubicBezTo>
                      <a:cubicBezTo>
                        <a:pt x="6307" y="13236"/>
                        <a:pt x="6307" y="13236"/>
                        <a:pt x="6352" y="13219"/>
                      </a:cubicBezTo>
                      <a:cubicBezTo>
                        <a:pt x="6357" y="13170"/>
                        <a:pt x="6357" y="13170"/>
                        <a:pt x="6352" y="13128"/>
                      </a:cubicBezTo>
                      <a:cubicBezTo>
                        <a:pt x="6382" y="13128"/>
                        <a:pt x="6412" y="13128"/>
                        <a:pt x="6443" y="13128"/>
                      </a:cubicBezTo>
                      <a:cubicBezTo>
                        <a:pt x="6443" y="13097"/>
                        <a:pt x="6443" y="13067"/>
                        <a:pt x="6443" y="13036"/>
                      </a:cubicBezTo>
                      <a:cubicBezTo>
                        <a:pt x="6413" y="13036"/>
                        <a:pt x="6383" y="13036"/>
                        <a:pt x="6352" y="13036"/>
                      </a:cubicBezTo>
                      <a:cubicBezTo>
                        <a:pt x="6352" y="12946"/>
                        <a:pt x="6352" y="12855"/>
                        <a:pt x="6352" y="12762"/>
                      </a:cubicBezTo>
                      <a:cubicBezTo>
                        <a:pt x="6412" y="12762"/>
                        <a:pt x="6472" y="12762"/>
                        <a:pt x="6534" y="12762"/>
                      </a:cubicBezTo>
                      <a:cubicBezTo>
                        <a:pt x="6534" y="12792"/>
                        <a:pt x="6534" y="12822"/>
                        <a:pt x="6534" y="12853"/>
                      </a:cubicBezTo>
                      <a:cubicBezTo>
                        <a:pt x="6595" y="12853"/>
                        <a:pt x="6655" y="12853"/>
                        <a:pt x="6717" y="12853"/>
                      </a:cubicBezTo>
                      <a:cubicBezTo>
                        <a:pt x="6717" y="12823"/>
                        <a:pt x="6717" y="12793"/>
                        <a:pt x="6717" y="12762"/>
                      </a:cubicBezTo>
                      <a:cubicBezTo>
                        <a:pt x="6747" y="12762"/>
                        <a:pt x="6778" y="12762"/>
                        <a:pt x="6809" y="12762"/>
                      </a:cubicBezTo>
                      <a:cubicBezTo>
                        <a:pt x="6809" y="12641"/>
                        <a:pt x="6809" y="12521"/>
                        <a:pt x="6809" y="12396"/>
                      </a:cubicBezTo>
                      <a:cubicBezTo>
                        <a:pt x="6779" y="12396"/>
                        <a:pt x="6748" y="12396"/>
                        <a:pt x="6717" y="12396"/>
                      </a:cubicBezTo>
                      <a:cubicBezTo>
                        <a:pt x="6717" y="12366"/>
                        <a:pt x="6717" y="12336"/>
                        <a:pt x="6717" y="12305"/>
                      </a:cubicBezTo>
                      <a:cubicBezTo>
                        <a:pt x="6657" y="12305"/>
                        <a:pt x="6597" y="12305"/>
                        <a:pt x="6534" y="12305"/>
                      </a:cubicBezTo>
                      <a:cubicBezTo>
                        <a:pt x="6534" y="12275"/>
                        <a:pt x="6534" y="12245"/>
                        <a:pt x="6534" y="12214"/>
                      </a:cubicBezTo>
                      <a:cubicBezTo>
                        <a:pt x="6504" y="12214"/>
                        <a:pt x="6474" y="12214"/>
                        <a:pt x="6443" y="12214"/>
                      </a:cubicBezTo>
                      <a:cubicBezTo>
                        <a:pt x="6443" y="12183"/>
                        <a:pt x="6443" y="12153"/>
                        <a:pt x="6443" y="12122"/>
                      </a:cubicBezTo>
                      <a:cubicBezTo>
                        <a:pt x="6292" y="12122"/>
                        <a:pt x="6142" y="12122"/>
                        <a:pt x="5986" y="12122"/>
                      </a:cubicBezTo>
                      <a:cubicBezTo>
                        <a:pt x="5986" y="12092"/>
                        <a:pt x="5986" y="12062"/>
                        <a:pt x="5986" y="12031"/>
                      </a:cubicBezTo>
                      <a:cubicBezTo>
                        <a:pt x="5956" y="12031"/>
                        <a:pt x="5926" y="12031"/>
                        <a:pt x="5895" y="12031"/>
                      </a:cubicBezTo>
                      <a:cubicBezTo>
                        <a:pt x="5895" y="12001"/>
                        <a:pt x="5895" y="11971"/>
                        <a:pt x="5895" y="11939"/>
                      </a:cubicBezTo>
                      <a:cubicBezTo>
                        <a:pt x="5865" y="11939"/>
                        <a:pt x="5834" y="11939"/>
                        <a:pt x="5803" y="11939"/>
                      </a:cubicBezTo>
                      <a:cubicBezTo>
                        <a:pt x="5803" y="11909"/>
                        <a:pt x="5803" y="11879"/>
                        <a:pt x="5803" y="11848"/>
                      </a:cubicBezTo>
                      <a:cubicBezTo>
                        <a:pt x="5743" y="11848"/>
                        <a:pt x="5683" y="11848"/>
                        <a:pt x="5621" y="11848"/>
                      </a:cubicBezTo>
                      <a:cubicBezTo>
                        <a:pt x="5621" y="11803"/>
                        <a:pt x="5621" y="11758"/>
                        <a:pt x="5621" y="11711"/>
                      </a:cubicBezTo>
                      <a:cubicBezTo>
                        <a:pt x="5590" y="11711"/>
                        <a:pt x="5560" y="11711"/>
                        <a:pt x="5529" y="11711"/>
                      </a:cubicBezTo>
                      <a:cubicBezTo>
                        <a:pt x="5529" y="11666"/>
                        <a:pt x="5529" y="11621"/>
                        <a:pt x="5529" y="11574"/>
                      </a:cubicBezTo>
                      <a:cubicBezTo>
                        <a:pt x="5409" y="11574"/>
                        <a:pt x="5288" y="11574"/>
                        <a:pt x="5164" y="11574"/>
                      </a:cubicBezTo>
                      <a:cubicBezTo>
                        <a:pt x="5164" y="11604"/>
                        <a:pt x="5164" y="11634"/>
                        <a:pt x="5164" y="11665"/>
                      </a:cubicBezTo>
                      <a:cubicBezTo>
                        <a:pt x="4922" y="11665"/>
                        <a:pt x="4681" y="11665"/>
                        <a:pt x="4432" y="11665"/>
                      </a:cubicBezTo>
                      <a:cubicBezTo>
                        <a:pt x="4432" y="11635"/>
                        <a:pt x="4432" y="11605"/>
                        <a:pt x="4432" y="11574"/>
                      </a:cubicBezTo>
                      <a:cubicBezTo>
                        <a:pt x="4402" y="11574"/>
                        <a:pt x="4372" y="11574"/>
                        <a:pt x="4341" y="11574"/>
                      </a:cubicBezTo>
                      <a:cubicBezTo>
                        <a:pt x="4341" y="11604"/>
                        <a:pt x="4341" y="11634"/>
                        <a:pt x="4341" y="11665"/>
                      </a:cubicBezTo>
                      <a:cubicBezTo>
                        <a:pt x="4190" y="11665"/>
                        <a:pt x="4040" y="11665"/>
                        <a:pt x="3884" y="11665"/>
                      </a:cubicBezTo>
                      <a:cubicBezTo>
                        <a:pt x="3884" y="11635"/>
                        <a:pt x="3884" y="11605"/>
                        <a:pt x="3884" y="11574"/>
                      </a:cubicBezTo>
                      <a:cubicBezTo>
                        <a:pt x="3794" y="11574"/>
                        <a:pt x="3703" y="11574"/>
                        <a:pt x="3610" y="11574"/>
                      </a:cubicBezTo>
                      <a:cubicBezTo>
                        <a:pt x="3610" y="11604"/>
                        <a:pt x="3610" y="11634"/>
                        <a:pt x="3610" y="11665"/>
                      </a:cubicBezTo>
                      <a:cubicBezTo>
                        <a:pt x="3339" y="11665"/>
                        <a:pt x="3067" y="11665"/>
                        <a:pt x="2787" y="11665"/>
                      </a:cubicBezTo>
                      <a:cubicBezTo>
                        <a:pt x="2787" y="11635"/>
                        <a:pt x="2787" y="11605"/>
                        <a:pt x="2787" y="11574"/>
                      </a:cubicBezTo>
                      <a:cubicBezTo>
                        <a:pt x="2727" y="11574"/>
                        <a:pt x="2667" y="11574"/>
                        <a:pt x="2605" y="11574"/>
                      </a:cubicBezTo>
                      <a:close/>
                      <a:moveTo>
                        <a:pt x="7723" y="12579"/>
                      </a:moveTo>
                      <a:cubicBezTo>
                        <a:pt x="7723" y="12609"/>
                        <a:pt x="7723" y="12640"/>
                        <a:pt x="7723" y="12671"/>
                      </a:cubicBezTo>
                      <a:cubicBezTo>
                        <a:pt x="7692" y="12671"/>
                        <a:pt x="7662" y="12671"/>
                        <a:pt x="7631" y="12671"/>
                      </a:cubicBezTo>
                      <a:cubicBezTo>
                        <a:pt x="7631" y="12701"/>
                        <a:pt x="7631" y="12731"/>
                        <a:pt x="7631" y="12762"/>
                      </a:cubicBezTo>
                      <a:cubicBezTo>
                        <a:pt x="7601" y="12762"/>
                        <a:pt x="7571" y="12762"/>
                        <a:pt x="7540" y="12762"/>
                      </a:cubicBezTo>
                      <a:cubicBezTo>
                        <a:pt x="7540" y="12792"/>
                        <a:pt x="7540" y="12822"/>
                        <a:pt x="7540" y="12853"/>
                      </a:cubicBezTo>
                      <a:cubicBezTo>
                        <a:pt x="7510" y="12853"/>
                        <a:pt x="7479" y="12853"/>
                        <a:pt x="7448" y="12853"/>
                      </a:cubicBezTo>
                      <a:cubicBezTo>
                        <a:pt x="7448" y="12974"/>
                        <a:pt x="7448" y="13095"/>
                        <a:pt x="7448" y="13219"/>
                      </a:cubicBezTo>
                      <a:cubicBezTo>
                        <a:pt x="7479" y="13219"/>
                        <a:pt x="7509" y="13219"/>
                        <a:pt x="7540" y="13219"/>
                      </a:cubicBezTo>
                      <a:cubicBezTo>
                        <a:pt x="7540" y="13249"/>
                        <a:pt x="7540" y="13279"/>
                        <a:pt x="7540" y="13310"/>
                      </a:cubicBezTo>
                      <a:cubicBezTo>
                        <a:pt x="7570" y="13310"/>
                        <a:pt x="7600" y="13310"/>
                        <a:pt x="7631" y="13310"/>
                      </a:cubicBezTo>
                      <a:cubicBezTo>
                        <a:pt x="7631" y="13341"/>
                        <a:pt x="7631" y="13371"/>
                        <a:pt x="7631" y="13402"/>
                      </a:cubicBezTo>
                      <a:cubicBezTo>
                        <a:pt x="9592" y="13402"/>
                        <a:pt x="11552" y="13402"/>
                        <a:pt x="13572" y="13402"/>
                      </a:cubicBezTo>
                      <a:cubicBezTo>
                        <a:pt x="13572" y="13432"/>
                        <a:pt x="13572" y="13462"/>
                        <a:pt x="13572" y="13493"/>
                      </a:cubicBezTo>
                      <a:cubicBezTo>
                        <a:pt x="13632" y="13493"/>
                        <a:pt x="13692" y="13493"/>
                        <a:pt x="13754" y="13493"/>
                      </a:cubicBezTo>
                      <a:cubicBezTo>
                        <a:pt x="13754" y="13463"/>
                        <a:pt x="13754" y="13433"/>
                        <a:pt x="13754" y="13402"/>
                      </a:cubicBezTo>
                      <a:cubicBezTo>
                        <a:pt x="13815" y="13402"/>
                        <a:pt x="13875" y="13402"/>
                        <a:pt x="13937" y="13402"/>
                      </a:cubicBezTo>
                      <a:cubicBezTo>
                        <a:pt x="13937" y="13372"/>
                        <a:pt x="13937" y="13341"/>
                        <a:pt x="13937" y="13310"/>
                      </a:cubicBezTo>
                      <a:cubicBezTo>
                        <a:pt x="13967" y="13310"/>
                        <a:pt x="13998" y="13310"/>
                        <a:pt x="14029" y="13310"/>
                      </a:cubicBezTo>
                      <a:cubicBezTo>
                        <a:pt x="14029" y="13250"/>
                        <a:pt x="14029" y="13190"/>
                        <a:pt x="14029" y="13128"/>
                      </a:cubicBezTo>
                      <a:cubicBezTo>
                        <a:pt x="14059" y="13128"/>
                        <a:pt x="14089" y="13128"/>
                        <a:pt x="14120" y="13128"/>
                      </a:cubicBezTo>
                      <a:cubicBezTo>
                        <a:pt x="14120" y="13067"/>
                        <a:pt x="14120" y="13007"/>
                        <a:pt x="14120" y="12945"/>
                      </a:cubicBezTo>
                      <a:cubicBezTo>
                        <a:pt x="14090" y="12945"/>
                        <a:pt x="14060" y="12945"/>
                        <a:pt x="14029" y="12945"/>
                      </a:cubicBezTo>
                      <a:cubicBezTo>
                        <a:pt x="14029" y="12884"/>
                        <a:pt x="14029" y="12824"/>
                        <a:pt x="14029" y="12762"/>
                      </a:cubicBezTo>
                      <a:cubicBezTo>
                        <a:pt x="13998" y="12762"/>
                        <a:pt x="13968" y="12762"/>
                        <a:pt x="13937" y="12762"/>
                      </a:cubicBezTo>
                      <a:cubicBezTo>
                        <a:pt x="13937" y="12732"/>
                        <a:pt x="13937" y="12702"/>
                        <a:pt x="13937" y="12671"/>
                      </a:cubicBezTo>
                      <a:cubicBezTo>
                        <a:pt x="13907" y="12671"/>
                        <a:pt x="13877" y="12671"/>
                        <a:pt x="13846" y="12671"/>
                      </a:cubicBezTo>
                      <a:cubicBezTo>
                        <a:pt x="13846" y="12640"/>
                        <a:pt x="13846" y="12610"/>
                        <a:pt x="13846" y="12579"/>
                      </a:cubicBezTo>
                      <a:cubicBezTo>
                        <a:pt x="11825" y="12579"/>
                        <a:pt x="9804" y="12579"/>
                        <a:pt x="7723" y="12579"/>
                      </a:cubicBezTo>
                      <a:close/>
                      <a:moveTo>
                        <a:pt x="7905" y="14041"/>
                      </a:moveTo>
                      <a:cubicBezTo>
                        <a:pt x="7905" y="14072"/>
                        <a:pt x="7905" y="14102"/>
                        <a:pt x="7905" y="14133"/>
                      </a:cubicBezTo>
                      <a:cubicBezTo>
                        <a:pt x="7845" y="14133"/>
                        <a:pt x="7785" y="14133"/>
                        <a:pt x="7723" y="14133"/>
                      </a:cubicBezTo>
                      <a:cubicBezTo>
                        <a:pt x="7723" y="14163"/>
                        <a:pt x="7723" y="14193"/>
                        <a:pt x="7723" y="14224"/>
                      </a:cubicBezTo>
                      <a:cubicBezTo>
                        <a:pt x="7662" y="14224"/>
                        <a:pt x="7602" y="14224"/>
                        <a:pt x="7540" y="14224"/>
                      </a:cubicBezTo>
                      <a:cubicBezTo>
                        <a:pt x="7540" y="14254"/>
                        <a:pt x="7540" y="14285"/>
                        <a:pt x="7540" y="14316"/>
                      </a:cubicBezTo>
                      <a:cubicBezTo>
                        <a:pt x="7510" y="14316"/>
                        <a:pt x="7479" y="14316"/>
                        <a:pt x="7448" y="14316"/>
                      </a:cubicBezTo>
                      <a:cubicBezTo>
                        <a:pt x="7448" y="14497"/>
                        <a:pt x="7448" y="14678"/>
                        <a:pt x="7448" y="14864"/>
                      </a:cubicBezTo>
                      <a:cubicBezTo>
                        <a:pt x="7479" y="14864"/>
                        <a:pt x="7509" y="14864"/>
                        <a:pt x="7540" y="14864"/>
                      </a:cubicBezTo>
                      <a:cubicBezTo>
                        <a:pt x="7540" y="14894"/>
                        <a:pt x="7540" y="14924"/>
                        <a:pt x="7540" y="14955"/>
                      </a:cubicBezTo>
                      <a:cubicBezTo>
                        <a:pt x="7570" y="14955"/>
                        <a:pt x="7600" y="14955"/>
                        <a:pt x="7631" y="14955"/>
                      </a:cubicBezTo>
                      <a:cubicBezTo>
                        <a:pt x="7631" y="14986"/>
                        <a:pt x="7631" y="15016"/>
                        <a:pt x="7631" y="15047"/>
                      </a:cubicBezTo>
                      <a:cubicBezTo>
                        <a:pt x="9019" y="15047"/>
                        <a:pt x="10406" y="15047"/>
                        <a:pt x="11835" y="15047"/>
                      </a:cubicBezTo>
                      <a:cubicBezTo>
                        <a:pt x="11835" y="15077"/>
                        <a:pt x="11835" y="15107"/>
                        <a:pt x="11835" y="15138"/>
                      </a:cubicBezTo>
                      <a:cubicBezTo>
                        <a:pt x="11926" y="15138"/>
                        <a:pt x="12016" y="15138"/>
                        <a:pt x="12109" y="15138"/>
                      </a:cubicBezTo>
                      <a:cubicBezTo>
                        <a:pt x="12109" y="15108"/>
                        <a:pt x="12109" y="15078"/>
                        <a:pt x="12109" y="15047"/>
                      </a:cubicBezTo>
                      <a:cubicBezTo>
                        <a:pt x="12170" y="15047"/>
                        <a:pt x="12230" y="15047"/>
                        <a:pt x="12292" y="15047"/>
                      </a:cubicBezTo>
                      <a:cubicBezTo>
                        <a:pt x="12292" y="15017"/>
                        <a:pt x="12292" y="14986"/>
                        <a:pt x="12292" y="14955"/>
                      </a:cubicBezTo>
                      <a:cubicBezTo>
                        <a:pt x="12322" y="14955"/>
                        <a:pt x="12352" y="14955"/>
                        <a:pt x="12384" y="14955"/>
                      </a:cubicBezTo>
                      <a:cubicBezTo>
                        <a:pt x="12384" y="14895"/>
                        <a:pt x="12384" y="14835"/>
                        <a:pt x="12384" y="14773"/>
                      </a:cubicBezTo>
                      <a:cubicBezTo>
                        <a:pt x="12353" y="14773"/>
                        <a:pt x="12323" y="14773"/>
                        <a:pt x="12292" y="14773"/>
                      </a:cubicBezTo>
                      <a:cubicBezTo>
                        <a:pt x="12292" y="14652"/>
                        <a:pt x="12292" y="14531"/>
                        <a:pt x="12292" y="14407"/>
                      </a:cubicBezTo>
                      <a:cubicBezTo>
                        <a:pt x="12262" y="14407"/>
                        <a:pt x="12232" y="14407"/>
                        <a:pt x="12201" y="14407"/>
                      </a:cubicBezTo>
                      <a:cubicBezTo>
                        <a:pt x="12201" y="14377"/>
                        <a:pt x="12201" y="14347"/>
                        <a:pt x="12201" y="14316"/>
                      </a:cubicBezTo>
                      <a:cubicBezTo>
                        <a:pt x="12140" y="14316"/>
                        <a:pt x="12080" y="14316"/>
                        <a:pt x="12018" y="14316"/>
                      </a:cubicBezTo>
                      <a:cubicBezTo>
                        <a:pt x="12018" y="14285"/>
                        <a:pt x="12018" y="14255"/>
                        <a:pt x="12018" y="14224"/>
                      </a:cubicBezTo>
                      <a:cubicBezTo>
                        <a:pt x="11988" y="14224"/>
                        <a:pt x="11958" y="14224"/>
                        <a:pt x="11927" y="14224"/>
                      </a:cubicBezTo>
                      <a:cubicBezTo>
                        <a:pt x="11927" y="14194"/>
                        <a:pt x="11927" y="14164"/>
                        <a:pt x="11927" y="14133"/>
                      </a:cubicBezTo>
                      <a:cubicBezTo>
                        <a:pt x="11866" y="14133"/>
                        <a:pt x="11806" y="14133"/>
                        <a:pt x="11744" y="14133"/>
                      </a:cubicBezTo>
                      <a:cubicBezTo>
                        <a:pt x="11744" y="14103"/>
                        <a:pt x="11744" y="14073"/>
                        <a:pt x="11744" y="14041"/>
                      </a:cubicBezTo>
                      <a:cubicBezTo>
                        <a:pt x="11623" y="14041"/>
                        <a:pt x="11503" y="14041"/>
                        <a:pt x="11378" y="14041"/>
                      </a:cubicBezTo>
                      <a:cubicBezTo>
                        <a:pt x="11378" y="14072"/>
                        <a:pt x="11378" y="14102"/>
                        <a:pt x="11378" y="14133"/>
                      </a:cubicBezTo>
                      <a:cubicBezTo>
                        <a:pt x="11318" y="14133"/>
                        <a:pt x="11258" y="14133"/>
                        <a:pt x="11195" y="14133"/>
                      </a:cubicBezTo>
                      <a:cubicBezTo>
                        <a:pt x="11195" y="14163"/>
                        <a:pt x="11195" y="14193"/>
                        <a:pt x="11195" y="14224"/>
                      </a:cubicBezTo>
                      <a:cubicBezTo>
                        <a:pt x="10170" y="14224"/>
                        <a:pt x="9145" y="14224"/>
                        <a:pt x="8088" y="14224"/>
                      </a:cubicBezTo>
                      <a:cubicBezTo>
                        <a:pt x="8088" y="14194"/>
                        <a:pt x="8088" y="14164"/>
                        <a:pt x="8088" y="14133"/>
                      </a:cubicBezTo>
                      <a:cubicBezTo>
                        <a:pt x="8058" y="14133"/>
                        <a:pt x="8028" y="14133"/>
                        <a:pt x="7997" y="14133"/>
                      </a:cubicBezTo>
                      <a:cubicBezTo>
                        <a:pt x="7997" y="14103"/>
                        <a:pt x="7997" y="14073"/>
                        <a:pt x="7997" y="14041"/>
                      </a:cubicBezTo>
                      <a:cubicBezTo>
                        <a:pt x="7967" y="14041"/>
                        <a:pt x="7936" y="14041"/>
                        <a:pt x="7905" y="140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48" name="ICON_ACTION_SELECT_path_002"/>
                <p:cNvSpPr/>
                <p:nvPr/>
              </p:nvSpPr>
              <p:spPr>
                <a:xfrm>
                  <a:off x="1365044" y="5577928"/>
                  <a:ext cx="217046" cy="2344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7090" h="18461" fill="norm" stroke="0">
                      <a:moveTo>
                        <a:pt x="1188" y="0"/>
                      </a:moveTo>
                      <a:cubicBezTo>
                        <a:pt x="5983" y="0"/>
                        <a:pt x="10779" y="0"/>
                        <a:pt x="15719" y="0"/>
                      </a:cubicBezTo>
                      <a:cubicBezTo>
                        <a:pt x="15719" y="30"/>
                        <a:pt x="15719" y="60"/>
                        <a:pt x="15719" y="91"/>
                      </a:cubicBezTo>
                      <a:cubicBezTo>
                        <a:pt x="15930" y="91"/>
                        <a:pt x="16142" y="91"/>
                        <a:pt x="16359" y="91"/>
                      </a:cubicBezTo>
                      <a:cubicBezTo>
                        <a:pt x="16359" y="122"/>
                        <a:pt x="16359" y="152"/>
                        <a:pt x="16359" y="183"/>
                      </a:cubicBezTo>
                      <a:cubicBezTo>
                        <a:pt x="16389" y="183"/>
                        <a:pt x="16419" y="183"/>
                        <a:pt x="16450" y="183"/>
                      </a:cubicBezTo>
                      <a:cubicBezTo>
                        <a:pt x="16450" y="213"/>
                        <a:pt x="16450" y="243"/>
                        <a:pt x="16450" y="274"/>
                      </a:cubicBezTo>
                      <a:cubicBezTo>
                        <a:pt x="16511" y="274"/>
                        <a:pt x="16571" y="274"/>
                        <a:pt x="16633" y="274"/>
                      </a:cubicBezTo>
                      <a:cubicBezTo>
                        <a:pt x="16633" y="304"/>
                        <a:pt x="16633" y="334"/>
                        <a:pt x="16633" y="366"/>
                      </a:cubicBezTo>
                      <a:cubicBezTo>
                        <a:pt x="16663" y="366"/>
                        <a:pt x="16694" y="366"/>
                        <a:pt x="16725" y="366"/>
                      </a:cubicBezTo>
                      <a:cubicBezTo>
                        <a:pt x="16725" y="396"/>
                        <a:pt x="16725" y="426"/>
                        <a:pt x="16725" y="457"/>
                      </a:cubicBezTo>
                      <a:cubicBezTo>
                        <a:pt x="16755" y="457"/>
                        <a:pt x="16785" y="457"/>
                        <a:pt x="16816" y="457"/>
                      </a:cubicBezTo>
                      <a:cubicBezTo>
                        <a:pt x="16816" y="487"/>
                        <a:pt x="16816" y="517"/>
                        <a:pt x="16816" y="548"/>
                      </a:cubicBezTo>
                      <a:cubicBezTo>
                        <a:pt x="16846" y="548"/>
                        <a:pt x="16876" y="548"/>
                        <a:pt x="16907" y="548"/>
                      </a:cubicBezTo>
                      <a:cubicBezTo>
                        <a:pt x="16907" y="639"/>
                        <a:pt x="16907" y="729"/>
                        <a:pt x="16907" y="823"/>
                      </a:cubicBezTo>
                      <a:cubicBezTo>
                        <a:pt x="16938" y="823"/>
                        <a:pt x="16968" y="823"/>
                        <a:pt x="16999" y="823"/>
                      </a:cubicBezTo>
                      <a:cubicBezTo>
                        <a:pt x="16999" y="883"/>
                        <a:pt x="16999" y="943"/>
                        <a:pt x="16999" y="1005"/>
                      </a:cubicBezTo>
                      <a:cubicBezTo>
                        <a:pt x="17029" y="1005"/>
                        <a:pt x="17059" y="1005"/>
                        <a:pt x="17090" y="1005"/>
                      </a:cubicBezTo>
                      <a:cubicBezTo>
                        <a:pt x="17090" y="1910"/>
                        <a:pt x="17090" y="2815"/>
                        <a:pt x="17090" y="3747"/>
                      </a:cubicBezTo>
                      <a:cubicBezTo>
                        <a:pt x="17060" y="3747"/>
                        <a:pt x="17030" y="3747"/>
                        <a:pt x="16999" y="3747"/>
                      </a:cubicBezTo>
                      <a:cubicBezTo>
                        <a:pt x="16999" y="4199"/>
                        <a:pt x="16999" y="4652"/>
                        <a:pt x="16999" y="5118"/>
                      </a:cubicBezTo>
                      <a:cubicBezTo>
                        <a:pt x="17029" y="5118"/>
                        <a:pt x="17059" y="5118"/>
                        <a:pt x="17090" y="5118"/>
                      </a:cubicBezTo>
                      <a:cubicBezTo>
                        <a:pt x="17090" y="9220"/>
                        <a:pt x="17090" y="13321"/>
                        <a:pt x="17090" y="17547"/>
                      </a:cubicBezTo>
                      <a:cubicBezTo>
                        <a:pt x="17060" y="17547"/>
                        <a:pt x="17030" y="17547"/>
                        <a:pt x="16999" y="17547"/>
                      </a:cubicBezTo>
                      <a:cubicBezTo>
                        <a:pt x="16999" y="17638"/>
                        <a:pt x="16999" y="17728"/>
                        <a:pt x="16999" y="17821"/>
                      </a:cubicBezTo>
                      <a:cubicBezTo>
                        <a:pt x="16969" y="17821"/>
                        <a:pt x="16939" y="17821"/>
                        <a:pt x="16907" y="17821"/>
                      </a:cubicBezTo>
                      <a:cubicBezTo>
                        <a:pt x="16907" y="17852"/>
                        <a:pt x="16907" y="17882"/>
                        <a:pt x="16907" y="17913"/>
                      </a:cubicBezTo>
                      <a:cubicBezTo>
                        <a:pt x="16877" y="17913"/>
                        <a:pt x="16847" y="17913"/>
                        <a:pt x="16816" y="17913"/>
                      </a:cubicBezTo>
                      <a:cubicBezTo>
                        <a:pt x="16818" y="17926"/>
                        <a:pt x="16820" y="17939"/>
                        <a:pt x="16822" y="17953"/>
                      </a:cubicBezTo>
                      <a:cubicBezTo>
                        <a:pt x="16816" y="18004"/>
                        <a:pt x="16816" y="18004"/>
                        <a:pt x="16772" y="18047"/>
                      </a:cubicBezTo>
                      <a:cubicBezTo>
                        <a:pt x="16753" y="18061"/>
                        <a:pt x="16733" y="18076"/>
                        <a:pt x="16713" y="18090"/>
                      </a:cubicBezTo>
                      <a:cubicBezTo>
                        <a:pt x="16631" y="18151"/>
                        <a:pt x="16563" y="18212"/>
                        <a:pt x="16496" y="18290"/>
                      </a:cubicBezTo>
                      <a:cubicBezTo>
                        <a:pt x="16444" y="18345"/>
                        <a:pt x="16418" y="18367"/>
                        <a:pt x="16343" y="18381"/>
                      </a:cubicBezTo>
                      <a:cubicBezTo>
                        <a:pt x="16286" y="18381"/>
                        <a:pt x="16232" y="18378"/>
                        <a:pt x="16176" y="18370"/>
                      </a:cubicBezTo>
                      <a:cubicBezTo>
                        <a:pt x="16176" y="18400"/>
                        <a:pt x="16176" y="18430"/>
                        <a:pt x="16176" y="18461"/>
                      </a:cubicBezTo>
                      <a:cubicBezTo>
                        <a:pt x="11079" y="18461"/>
                        <a:pt x="5982" y="18461"/>
                        <a:pt x="731" y="18461"/>
                      </a:cubicBezTo>
                      <a:cubicBezTo>
                        <a:pt x="731" y="18431"/>
                        <a:pt x="731" y="18401"/>
                        <a:pt x="731" y="18370"/>
                      </a:cubicBezTo>
                      <a:cubicBezTo>
                        <a:pt x="701" y="18370"/>
                        <a:pt x="671" y="18370"/>
                        <a:pt x="640" y="18370"/>
                      </a:cubicBezTo>
                      <a:cubicBezTo>
                        <a:pt x="640" y="18340"/>
                        <a:pt x="640" y="18309"/>
                        <a:pt x="640" y="18278"/>
                      </a:cubicBezTo>
                      <a:cubicBezTo>
                        <a:pt x="579" y="18278"/>
                        <a:pt x="519" y="18278"/>
                        <a:pt x="457" y="18278"/>
                      </a:cubicBezTo>
                      <a:cubicBezTo>
                        <a:pt x="457" y="18248"/>
                        <a:pt x="457" y="18218"/>
                        <a:pt x="457" y="18187"/>
                      </a:cubicBezTo>
                      <a:cubicBezTo>
                        <a:pt x="427" y="18187"/>
                        <a:pt x="397" y="18187"/>
                        <a:pt x="366" y="18187"/>
                      </a:cubicBezTo>
                      <a:cubicBezTo>
                        <a:pt x="366" y="18157"/>
                        <a:pt x="366" y="18127"/>
                        <a:pt x="366" y="18096"/>
                      </a:cubicBezTo>
                      <a:cubicBezTo>
                        <a:pt x="335" y="18096"/>
                        <a:pt x="305" y="18096"/>
                        <a:pt x="274" y="18096"/>
                      </a:cubicBezTo>
                      <a:cubicBezTo>
                        <a:pt x="274" y="18065"/>
                        <a:pt x="274" y="18035"/>
                        <a:pt x="274" y="18004"/>
                      </a:cubicBezTo>
                      <a:cubicBezTo>
                        <a:pt x="244" y="18004"/>
                        <a:pt x="214" y="18004"/>
                        <a:pt x="183" y="18004"/>
                      </a:cubicBezTo>
                      <a:cubicBezTo>
                        <a:pt x="183" y="17944"/>
                        <a:pt x="183" y="17883"/>
                        <a:pt x="183" y="17821"/>
                      </a:cubicBezTo>
                      <a:cubicBezTo>
                        <a:pt x="153" y="17821"/>
                        <a:pt x="122" y="17821"/>
                        <a:pt x="91" y="17821"/>
                      </a:cubicBezTo>
                      <a:cubicBezTo>
                        <a:pt x="91" y="17761"/>
                        <a:pt x="91" y="17701"/>
                        <a:pt x="91" y="17639"/>
                      </a:cubicBezTo>
                      <a:cubicBezTo>
                        <a:pt x="61" y="17639"/>
                        <a:pt x="31" y="17639"/>
                        <a:pt x="0" y="17639"/>
                      </a:cubicBezTo>
                      <a:cubicBezTo>
                        <a:pt x="0" y="12150"/>
                        <a:pt x="0" y="6661"/>
                        <a:pt x="0" y="1005"/>
                      </a:cubicBezTo>
                      <a:cubicBezTo>
                        <a:pt x="30" y="1005"/>
                        <a:pt x="60" y="1005"/>
                        <a:pt x="91" y="1005"/>
                      </a:cubicBezTo>
                      <a:cubicBezTo>
                        <a:pt x="91" y="915"/>
                        <a:pt x="91" y="824"/>
                        <a:pt x="91" y="731"/>
                      </a:cubicBezTo>
                      <a:cubicBezTo>
                        <a:pt x="122" y="731"/>
                        <a:pt x="152" y="731"/>
                        <a:pt x="183" y="731"/>
                      </a:cubicBezTo>
                      <a:cubicBezTo>
                        <a:pt x="183" y="701"/>
                        <a:pt x="183" y="671"/>
                        <a:pt x="183" y="640"/>
                      </a:cubicBezTo>
                      <a:cubicBezTo>
                        <a:pt x="213" y="640"/>
                        <a:pt x="243" y="640"/>
                        <a:pt x="274" y="640"/>
                      </a:cubicBezTo>
                      <a:cubicBezTo>
                        <a:pt x="274" y="579"/>
                        <a:pt x="274" y="519"/>
                        <a:pt x="274" y="457"/>
                      </a:cubicBezTo>
                      <a:cubicBezTo>
                        <a:pt x="304" y="457"/>
                        <a:pt x="334" y="457"/>
                        <a:pt x="366" y="457"/>
                      </a:cubicBezTo>
                      <a:cubicBezTo>
                        <a:pt x="366" y="427"/>
                        <a:pt x="366" y="397"/>
                        <a:pt x="366" y="366"/>
                      </a:cubicBezTo>
                      <a:cubicBezTo>
                        <a:pt x="396" y="366"/>
                        <a:pt x="426" y="366"/>
                        <a:pt x="457" y="366"/>
                      </a:cubicBezTo>
                      <a:cubicBezTo>
                        <a:pt x="457" y="335"/>
                        <a:pt x="457" y="305"/>
                        <a:pt x="457" y="274"/>
                      </a:cubicBezTo>
                      <a:cubicBezTo>
                        <a:pt x="487" y="274"/>
                        <a:pt x="517" y="274"/>
                        <a:pt x="548" y="274"/>
                      </a:cubicBezTo>
                      <a:cubicBezTo>
                        <a:pt x="548" y="244"/>
                        <a:pt x="548" y="214"/>
                        <a:pt x="548" y="183"/>
                      </a:cubicBezTo>
                      <a:cubicBezTo>
                        <a:pt x="609" y="183"/>
                        <a:pt x="669" y="183"/>
                        <a:pt x="731" y="183"/>
                      </a:cubicBezTo>
                      <a:cubicBezTo>
                        <a:pt x="731" y="153"/>
                        <a:pt x="731" y="122"/>
                        <a:pt x="731" y="91"/>
                      </a:cubicBezTo>
                      <a:cubicBezTo>
                        <a:pt x="882" y="91"/>
                        <a:pt x="1033" y="91"/>
                        <a:pt x="1188" y="91"/>
                      </a:cubicBezTo>
                      <a:cubicBezTo>
                        <a:pt x="1188" y="61"/>
                        <a:pt x="1188" y="31"/>
                        <a:pt x="1188" y="0"/>
                      </a:cubicBezTo>
                      <a:close/>
                      <a:moveTo>
                        <a:pt x="914" y="731"/>
                      </a:moveTo>
                      <a:cubicBezTo>
                        <a:pt x="909" y="780"/>
                        <a:pt x="909" y="780"/>
                        <a:pt x="914" y="823"/>
                      </a:cubicBezTo>
                      <a:cubicBezTo>
                        <a:pt x="884" y="823"/>
                        <a:pt x="854" y="823"/>
                        <a:pt x="823" y="823"/>
                      </a:cubicBezTo>
                      <a:cubicBezTo>
                        <a:pt x="823" y="853"/>
                        <a:pt x="823" y="883"/>
                        <a:pt x="823" y="914"/>
                      </a:cubicBezTo>
                      <a:cubicBezTo>
                        <a:pt x="792" y="914"/>
                        <a:pt x="762" y="914"/>
                        <a:pt x="731" y="914"/>
                      </a:cubicBezTo>
                      <a:cubicBezTo>
                        <a:pt x="731" y="944"/>
                        <a:pt x="731" y="974"/>
                        <a:pt x="731" y="1005"/>
                      </a:cubicBezTo>
                      <a:cubicBezTo>
                        <a:pt x="701" y="1005"/>
                        <a:pt x="671" y="1005"/>
                        <a:pt x="640" y="1005"/>
                      </a:cubicBezTo>
                      <a:cubicBezTo>
                        <a:pt x="637" y="2560"/>
                        <a:pt x="634" y="4114"/>
                        <a:pt x="632" y="5669"/>
                      </a:cubicBezTo>
                      <a:cubicBezTo>
                        <a:pt x="632" y="5692"/>
                        <a:pt x="632" y="5715"/>
                        <a:pt x="632" y="5738"/>
                      </a:cubicBezTo>
                      <a:cubicBezTo>
                        <a:pt x="631" y="6226"/>
                        <a:pt x="631" y="6714"/>
                        <a:pt x="630" y="7202"/>
                      </a:cubicBezTo>
                      <a:cubicBezTo>
                        <a:pt x="630" y="7447"/>
                        <a:pt x="630" y="7692"/>
                        <a:pt x="630" y="7938"/>
                      </a:cubicBezTo>
                      <a:cubicBezTo>
                        <a:pt x="630" y="7975"/>
                        <a:pt x="630" y="8012"/>
                        <a:pt x="630" y="8049"/>
                      </a:cubicBezTo>
                      <a:cubicBezTo>
                        <a:pt x="629" y="8618"/>
                        <a:pt x="628" y="9187"/>
                        <a:pt x="627" y="9756"/>
                      </a:cubicBezTo>
                      <a:cubicBezTo>
                        <a:pt x="627" y="9768"/>
                        <a:pt x="627" y="9780"/>
                        <a:pt x="627" y="9793"/>
                      </a:cubicBezTo>
                      <a:cubicBezTo>
                        <a:pt x="627" y="9990"/>
                        <a:pt x="626" y="10187"/>
                        <a:pt x="626" y="10384"/>
                      </a:cubicBezTo>
                      <a:cubicBezTo>
                        <a:pt x="625" y="10952"/>
                        <a:pt x="624" y="11521"/>
                        <a:pt x="623" y="12089"/>
                      </a:cubicBezTo>
                      <a:cubicBezTo>
                        <a:pt x="623" y="12100"/>
                        <a:pt x="623" y="12112"/>
                        <a:pt x="623" y="12124"/>
                      </a:cubicBezTo>
                      <a:cubicBezTo>
                        <a:pt x="623" y="12381"/>
                        <a:pt x="623" y="12638"/>
                        <a:pt x="623" y="12894"/>
                      </a:cubicBezTo>
                      <a:cubicBezTo>
                        <a:pt x="623" y="12998"/>
                        <a:pt x="622" y="13101"/>
                        <a:pt x="622" y="13204"/>
                      </a:cubicBezTo>
                      <a:cubicBezTo>
                        <a:pt x="622" y="13227"/>
                        <a:pt x="622" y="13249"/>
                        <a:pt x="622" y="13273"/>
                      </a:cubicBezTo>
                      <a:cubicBezTo>
                        <a:pt x="622" y="13636"/>
                        <a:pt x="621" y="14000"/>
                        <a:pt x="620" y="14364"/>
                      </a:cubicBezTo>
                      <a:cubicBezTo>
                        <a:pt x="619" y="14729"/>
                        <a:pt x="619" y="15095"/>
                        <a:pt x="619" y="15461"/>
                      </a:cubicBezTo>
                      <a:cubicBezTo>
                        <a:pt x="619" y="15678"/>
                        <a:pt x="619" y="15895"/>
                        <a:pt x="618" y="16112"/>
                      </a:cubicBezTo>
                      <a:cubicBezTo>
                        <a:pt x="617" y="16258"/>
                        <a:pt x="617" y="16403"/>
                        <a:pt x="617" y="16548"/>
                      </a:cubicBezTo>
                      <a:cubicBezTo>
                        <a:pt x="618" y="16631"/>
                        <a:pt x="618" y="16713"/>
                        <a:pt x="617" y="16796"/>
                      </a:cubicBezTo>
                      <a:cubicBezTo>
                        <a:pt x="610" y="17508"/>
                        <a:pt x="610" y="17508"/>
                        <a:pt x="823" y="17730"/>
                      </a:cubicBezTo>
                      <a:cubicBezTo>
                        <a:pt x="1075" y="17963"/>
                        <a:pt x="1426" y="17939"/>
                        <a:pt x="1747" y="17935"/>
                      </a:cubicBezTo>
                      <a:cubicBezTo>
                        <a:pt x="1822" y="17934"/>
                        <a:pt x="1898" y="17935"/>
                        <a:pt x="1974" y="17935"/>
                      </a:cubicBezTo>
                      <a:cubicBezTo>
                        <a:pt x="2106" y="17936"/>
                        <a:pt x="2238" y="17935"/>
                        <a:pt x="2370" y="17935"/>
                      </a:cubicBezTo>
                      <a:cubicBezTo>
                        <a:pt x="2567" y="17933"/>
                        <a:pt x="2763" y="17933"/>
                        <a:pt x="2960" y="17934"/>
                      </a:cubicBezTo>
                      <a:cubicBezTo>
                        <a:pt x="3290" y="17934"/>
                        <a:pt x="3621" y="17933"/>
                        <a:pt x="3952" y="17932"/>
                      </a:cubicBezTo>
                      <a:cubicBezTo>
                        <a:pt x="4279" y="17931"/>
                        <a:pt x="4606" y="17930"/>
                        <a:pt x="4933" y="17930"/>
                      </a:cubicBezTo>
                      <a:cubicBezTo>
                        <a:pt x="4954" y="17930"/>
                        <a:pt x="4974" y="17930"/>
                        <a:pt x="4995" y="17930"/>
                      </a:cubicBezTo>
                      <a:cubicBezTo>
                        <a:pt x="5099" y="17930"/>
                        <a:pt x="5202" y="17930"/>
                        <a:pt x="5306" y="17930"/>
                      </a:cubicBezTo>
                      <a:cubicBezTo>
                        <a:pt x="6038" y="17930"/>
                        <a:pt x="6770" y="17928"/>
                        <a:pt x="7502" y="17927"/>
                      </a:cubicBezTo>
                      <a:cubicBezTo>
                        <a:pt x="8213" y="17925"/>
                        <a:pt x="8925" y="17924"/>
                        <a:pt x="9636" y="17923"/>
                      </a:cubicBezTo>
                      <a:cubicBezTo>
                        <a:pt x="9647" y="17923"/>
                        <a:pt x="9647" y="17923"/>
                        <a:pt x="9702" y="17923"/>
                      </a:cubicBezTo>
                      <a:cubicBezTo>
                        <a:pt x="9922" y="17922"/>
                        <a:pt x="10143" y="17922"/>
                        <a:pt x="10363" y="17922"/>
                      </a:cubicBezTo>
                      <a:cubicBezTo>
                        <a:pt x="10812" y="17922"/>
                        <a:pt x="11260" y="17921"/>
                        <a:pt x="11709" y="17920"/>
                      </a:cubicBezTo>
                      <a:cubicBezTo>
                        <a:pt x="11730" y="17920"/>
                        <a:pt x="11750" y="17920"/>
                        <a:pt x="11772" y="17920"/>
                      </a:cubicBezTo>
                      <a:cubicBezTo>
                        <a:pt x="13149" y="17919"/>
                        <a:pt x="14525" y="17916"/>
                        <a:pt x="15902" y="17913"/>
                      </a:cubicBezTo>
                      <a:cubicBezTo>
                        <a:pt x="15902" y="17883"/>
                        <a:pt x="15902" y="17852"/>
                        <a:pt x="15902" y="17821"/>
                      </a:cubicBezTo>
                      <a:cubicBezTo>
                        <a:pt x="15917" y="17819"/>
                        <a:pt x="15932" y="17816"/>
                        <a:pt x="15947" y="17813"/>
                      </a:cubicBezTo>
                      <a:cubicBezTo>
                        <a:pt x="16057" y="17792"/>
                        <a:pt x="16162" y="17769"/>
                        <a:pt x="16268" y="17730"/>
                      </a:cubicBezTo>
                      <a:cubicBezTo>
                        <a:pt x="16268" y="17700"/>
                        <a:pt x="16268" y="17670"/>
                        <a:pt x="16268" y="17639"/>
                      </a:cubicBezTo>
                      <a:cubicBezTo>
                        <a:pt x="16275" y="17639"/>
                        <a:pt x="16275" y="17639"/>
                        <a:pt x="16310" y="17643"/>
                      </a:cubicBezTo>
                      <a:cubicBezTo>
                        <a:pt x="16359" y="17639"/>
                        <a:pt x="16359" y="17639"/>
                        <a:pt x="16388" y="17605"/>
                      </a:cubicBezTo>
                      <a:cubicBezTo>
                        <a:pt x="16445" y="17487"/>
                        <a:pt x="16463" y="17391"/>
                        <a:pt x="16461" y="17260"/>
                      </a:cubicBezTo>
                      <a:cubicBezTo>
                        <a:pt x="16462" y="17242"/>
                        <a:pt x="16462" y="17223"/>
                        <a:pt x="16462" y="17203"/>
                      </a:cubicBezTo>
                      <a:cubicBezTo>
                        <a:pt x="16462" y="17141"/>
                        <a:pt x="16461" y="17078"/>
                        <a:pt x="16461" y="17016"/>
                      </a:cubicBezTo>
                      <a:cubicBezTo>
                        <a:pt x="16461" y="16970"/>
                        <a:pt x="16461" y="16925"/>
                        <a:pt x="16461" y="16880"/>
                      </a:cubicBezTo>
                      <a:cubicBezTo>
                        <a:pt x="16461" y="16784"/>
                        <a:pt x="16461" y="16687"/>
                        <a:pt x="16460" y="16590"/>
                      </a:cubicBezTo>
                      <a:cubicBezTo>
                        <a:pt x="16459" y="16450"/>
                        <a:pt x="16459" y="16310"/>
                        <a:pt x="16459" y="16171"/>
                      </a:cubicBezTo>
                      <a:cubicBezTo>
                        <a:pt x="16459" y="15944"/>
                        <a:pt x="16458" y="15717"/>
                        <a:pt x="16457" y="15490"/>
                      </a:cubicBezTo>
                      <a:cubicBezTo>
                        <a:pt x="16457" y="15269"/>
                        <a:pt x="16456" y="15049"/>
                        <a:pt x="16455" y="14829"/>
                      </a:cubicBezTo>
                      <a:cubicBezTo>
                        <a:pt x="16455" y="14815"/>
                        <a:pt x="16455" y="14801"/>
                        <a:pt x="16455" y="14787"/>
                      </a:cubicBezTo>
                      <a:cubicBezTo>
                        <a:pt x="16455" y="14719"/>
                        <a:pt x="16455" y="14651"/>
                        <a:pt x="16455" y="14583"/>
                      </a:cubicBezTo>
                      <a:cubicBezTo>
                        <a:pt x="16454" y="14017"/>
                        <a:pt x="16453" y="13452"/>
                        <a:pt x="16450" y="12886"/>
                      </a:cubicBezTo>
                      <a:cubicBezTo>
                        <a:pt x="16481" y="12886"/>
                        <a:pt x="16511" y="12886"/>
                        <a:pt x="16542" y="12886"/>
                      </a:cubicBezTo>
                      <a:cubicBezTo>
                        <a:pt x="16543" y="11792"/>
                        <a:pt x="16545" y="10698"/>
                        <a:pt x="16546" y="9604"/>
                      </a:cubicBezTo>
                      <a:cubicBezTo>
                        <a:pt x="16546" y="9588"/>
                        <a:pt x="16546" y="9572"/>
                        <a:pt x="16546" y="9555"/>
                      </a:cubicBezTo>
                      <a:cubicBezTo>
                        <a:pt x="16546" y="9203"/>
                        <a:pt x="16546" y="8851"/>
                        <a:pt x="16547" y="8499"/>
                      </a:cubicBezTo>
                      <a:cubicBezTo>
                        <a:pt x="16547" y="8327"/>
                        <a:pt x="16547" y="8154"/>
                        <a:pt x="16547" y="7981"/>
                      </a:cubicBezTo>
                      <a:cubicBezTo>
                        <a:pt x="16547" y="7973"/>
                        <a:pt x="16547" y="7973"/>
                        <a:pt x="16547" y="7929"/>
                      </a:cubicBezTo>
                      <a:cubicBezTo>
                        <a:pt x="16547" y="7373"/>
                        <a:pt x="16548" y="6816"/>
                        <a:pt x="16549" y="6260"/>
                      </a:cubicBezTo>
                      <a:cubicBezTo>
                        <a:pt x="16550" y="5687"/>
                        <a:pt x="16550" y="5115"/>
                        <a:pt x="16550" y="4543"/>
                      </a:cubicBezTo>
                      <a:cubicBezTo>
                        <a:pt x="16550" y="4463"/>
                        <a:pt x="16550" y="4382"/>
                        <a:pt x="16551" y="4301"/>
                      </a:cubicBezTo>
                      <a:cubicBezTo>
                        <a:pt x="16551" y="4285"/>
                        <a:pt x="16551" y="4269"/>
                        <a:pt x="16551" y="4253"/>
                      </a:cubicBezTo>
                      <a:cubicBezTo>
                        <a:pt x="16551" y="3997"/>
                        <a:pt x="16551" y="3741"/>
                        <a:pt x="16552" y="3485"/>
                      </a:cubicBezTo>
                      <a:cubicBezTo>
                        <a:pt x="16552" y="3228"/>
                        <a:pt x="16552" y="2970"/>
                        <a:pt x="16552" y="2713"/>
                      </a:cubicBezTo>
                      <a:cubicBezTo>
                        <a:pt x="16552" y="2560"/>
                        <a:pt x="16552" y="2407"/>
                        <a:pt x="16553" y="2254"/>
                      </a:cubicBezTo>
                      <a:cubicBezTo>
                        <a:pt x="16553" y="2152"/>
                        <a:pt x="16553" y="2050"/>
                        <a:pt x="16553" y="1948"/>
                      </a:cubicBezTo>
                      <a:cubicBezTo>
                        <a:pt x="16553" y="1889"/>
                        <a:pt x="16553" y="1831"/>
                        <a:pt x="16553" y="1773"/>
                      </a:cubicBezTo>
                      <a:cubicBezTo>
                        <a:pt x="16555" y="1532"/>
                        <a:pt x="16551" y="1319"/>
                        <a:pt x="16450" y="1097"/>
                      </a:cubicBezTo>
                      <a:cubicBezTo>
                        <a:pt x="16420" y="1097"/>
                        <a:pt x="16390" y="1097"/>
                        <a:pt x="16359" y="1097"/>
                      </a:cubicBezTo>
                      <a:cubicBezTo>
                        <a:pt x="16359" y="1036"/>
                        <a:pt x="16359" y="976"/>
                        <a:pt x="16359" y="914"/>
                      </a:cubicBezTo>
                      <a:cubicBezTo>
                        <a:pt x="16329" y="914"/>
                        <a:pt x="16299" y="914"/>
                        <a:pt x="16268" y="914"/>
                      </a:cubicBezTo>
                      <a:cubicBezTo>
                        <a:pt x="16268" y="884"/>
                        <a:pt x="16268" y="854"/>
                        <a:pt x="16268" y="823"/>
                      </a:cubicBezTo>
                      <a:cubicBezTo>
                        <a:pt x="16238" y="823"/>
                        <a:pt x="16207" y="823"/>
                        <a:pt x="16176" y="823"/>
                      </a:cubicBezTo>
                      <a:cubicBezTo>
                        <a:pt x="16176" y="792"/>
                        <a:pt x="16176" y="762"/>
                        <a:pt x="16176" y="731"/>
                      </a:cubicBezTo>
                      <a:cubicBezTo>
                        <a:pt x="16146" y="731"/>
                        <a:pt x="16116" y="731"/>
                        <a:pt x="16085" y="731"/>
                      </a:cubicBezTo>
                      <a:cubicBezTo>
                        <a:pt x="16085" y="701"/>
                        <a:pt x="16085" y="671"/>
                        <a:pt x="16085" y="640"/>
                      </a:cubicBezTo>
                      <a:cubicBezTo>
                        <a:pt x="14659" y="638"/>
                        <a:pt x="13232" y="637"/>
                        <a:pt x="11806" y="636"/>
                      </a:cubicBezTo>
                      <a:cubicBezTo>
                        <a:pt x="11785" y="636"/>
                        <a:pt x="11764" y="636"/>
                        <a:pt x="11742" y="636"/>
                      </a:cubicBezTo>
                      <a:cubicBezTo>
                        <a:pt x="11283" y="636"/>
                        <a:pt x="10825" y="635"/>
                        <a:pt x="10366" y="635"/>
                      </a:cubicBezTo>
                      <a:cubicBezTo>
                        <a:pt x="10141" y="635"/>
                        <a:pt x="9916" y="635"/>
                        <a:pt x="9691" y="635"/>
                      </a:cubicBezTo>
                      <a:cubicBezTo>
                        <a:pt x="9669" y="635"/>
                        <a:pt x="9647" y="635"/>
                        <a:pt x="9623" y="635"/>
                      </a:cubicBezTo>
                      <a:cubicBezTo>
                        <a:pt x="8898" y="634"/>
                        <a:pt x="8172" y="634"/>
                        <a:pt x="7446" y="633"/>
                      </a:cubicBezTo>
                      <a:cubicBezTo>
                        <a:pt x="6701" y="632"/>
                        <a:pt x="5955" y="631"/>
                        <a:pt x="5210" y="631"/>
                      </a:cubicBezTo>
                      <a:cubicBezTo>
                        <a:pt x="5104" y="631"/>
                        <a:pt x="4999" y="631"/>
                        <a:pt x="4894" y="631"/>
                      </a:cubicBezTo>
                      <a:cubicBezTo>
                        <a:pt x="4873" y="631"/>
                        <a:pt x="4852" y="631"/>
                        <a:pt x="4831" y="631"/>
                      </a:cubicBezTo>
                      <a:cubicBezTo>
                        <a:pt x="4497" y="631"/>
                        <a:pt x="4163" y="631"/>
                        <a:pt x="3830" y="630"/>
                      </a:cubicBezTo>
                      <a:cubicBezTo>
                        <a:pt x="3494" y="629"/>
                        <a:pt x="3159" y="629"/>
                        <a:pt x="2824" y="629"/>
                      </a:cubicBezTo>
                      <a:cubicBezTo>
                        <a:pt x="2624" y="629"/>
                        <a:pt x="2425" y="629"/>
                        <a:pt x="2225" y="629"/>
                      </a:cubicBezTo>
                      <a:cubicBezTo>
                        <a:pt x="2092" y="628"/>
                        <a:pt x="1959" y="628"/>
                        <a:pt x="1826" y="629"/>
                      </a:cubicBezTo>
                      <a:cubicBezTo>
                        <a:pt x="1750" y="629"/>
                        <a:pt x="1674" y="629"/>
                        <a:pt x="1598" y="628"/>
                      </a:cubicBezTo>
                      <a:cubicBezTo>
                        <a:pt x="1529" y="628"/>
                        <a:pt x="1460" y="628"/>
                        <a:pt x="1391" y="628"/>
                      </a:cubicBezTo>
                      <a:cubicBezTo>
                        <a:pt x="1366" y="628"/>
                        <a:pt x="1342" y="628"/>
                        <a:pt x="1317" y="628"/>
                      </a:cubicBezTo>
                      <a:cubicBezTo>
                        <a:pt x="1175" y="627"/>
                        <a:pt x="1024" y="630"/>
                        <a:pt x="914" y="731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580" cap="flat">
                  <a:noFill/>
                </a:ln>
              </p:spPr>
            </p:sp>
            <p:sp>
              <p:nvSpPr>
                <p:cNvPr id="949" name="ICON_ACTION_SELECT_path_003"/>
                <p:cNvSpPr/>
                <p:nvPr/>
              </p:nvSpPr>
              <p:spPr>
                <a:xfrm>
                  <a:off x="1379552" y="5586053"/>
                  <a:ext cx="195807" cy="21472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418" h="16907" fill="norm" stroke="0">
                      <a:moveTo>
                        <a:pt x="0" y="0"/>
                      </a:moveTo>
                      <a:cubicBezTo>
                        <a:pt x="4931" y="0"/>
                        <a:pt x="9862" y="0"/>
                        <a:pt x="14943" y="0"/>
                      </a:cubicBezTo>
                      <a:cubicBezTo>
                        <a:pt x="14943" y="30"/>
                        <a:pt x="14943" y="60"/>
                        <a:pt x="14943" y="91"/>
                      </a:cubicBezTo>
                      <a:cubicBezTo>
                        <a:pt x="14973" y="91"/>
                        <a:pt x="15003" y="91"/>
                        <a:pt x="15034" y="91"/>
                      </a:cubicBezTo>
                      <a:cubicBezTo>
                        <a:pt x="15034" y="122"/>
                        <a:pt x="15034" y="152"/>
                        <a:pt x="15034" y="183"/>
                      </a:cubicBezTo>
                      <a:cubicBezTo>
                        <a:pt x="15064" y="183"/>
                        <a:pt x="15094" y="183"/>
                        <a:pt x="15125" y="183"/>
                      </a:cubicBezTo>
                      <a:cubicBezTo>
                        <a:pt x="15125" y="213"/>
                        <a:pt x="15125" y="243"/>
                        <a:pt x="15125" y="274"/>
                      </a:cubicBezTo>
                      <a:cubicBezTo>
                        <a:pt x="15155" y="274"/>
                        <a:pt x="15186" y="274"/>
                        <a:pt x="15217" y="274"/>
                      </a:cubicBezTo>
                      <a:cubicBezTo>
                        <a:pt x="15217" y="334"/>
                        <a:pt x="15217" y="395"/>
                        <a:pt x="15217" y="457"/>
                      </a:cubicBezTo>
                      <a:cubicBezTo>
                        <a:pt x="15247" y="457"/>
                        <a:pt x="15277" y="457"/>
                        <a:pt x="15308" y="457"/>
                      </a:cubicBezTo>
                      <a:cubicBezTo>
                        <a:pt x="15418" y="700"/>
                        <a:pt x="15412" y="938"/>
                        <a:pt x="15410" y="1201"/>
                      </a:cubicBezTo>
                      <a:cubicBezTo>
                        <a:pt x="15410" y="1249"/>
                        <a:pt x="15411" y="1297"/>
                        <a:pt x="15411" y="1344"/>
                      </a:cubicBezTo>
                      <a:cubicBezTo>
                        <a:pt x="15411" y="1448"/>
                        <a:pt x="15411" y="1551"/>
                        <a:pt x="15410" y="1655"/>
                      </a:cubicBezTo>
                      <a:cubicBezTo>
                        <a:pt x="15410" y="1809"/>
                        <a:pt x="15410" y="1962"/>
                        <a:pt x="15410" y="2116"/>
                      </a:cubicBezTo>
                      <a:cubicBezTo>
                        <a:pt x="15410" y="2375"/>
                        <a:pt x="15410" y="2634"/>
                        <a:pt x="15409" y="2893"/>
                      </a:cubicBezTo>
                      <a:cubicBezTo>
                        <a:pt x="15409" y="3149"/>
                        <a:pt x="15408" y="3405"/>
                        <a:pt x="15408" y="3661"/>
                      </a:cubicBezTo>
                      <a:cubicBezTo>
                        <a:pt x="15408" y="3677"/>
                        <a:pt x="15408" y="3693"/>
                        <a:pt x="15408" y="3709"/>
                      </a:cubicBezTo>
                      <a:cubicBezTo>
                        <a:pt x="15408" y="3790"/>
                        <a:pt x="15408" y="3871"/>
                        <a:pt x="15408" y="3952"/>
                      </a:cubicBezTo>
                      <a:cubicBezTo>
                        <a:pt x="15408" y="4525"/>
                        <a:pt x="15407" y="5099"/>
                        <a:pt x="15406" y="5672"/>
                      </a:cubicBezTo>
                      <a:cubicBezTo>
                        <a:pt x="15406" y="6228"/>
                        <a:pt x="15405" y="6785"/>
                        <a:pt x="15404" y="7342"/>
                      </a:cubicBezTo>
                      <a:cubicBezTo>
                        <a:pt x="15404" y="7359"/>
                        <a:pt x="15404" y="7376"/>
                        <a:pt x="15404" y="7394"/>
                      </a:cubicBezTo>
                      <a:cubicBezTo>
                        <a:pt x="15404" y="7566"/>
                        <a:pt x="15404" y="7738"/>
                        <a:pt x="15404" y="7911"/>
                      </a:cubicBezTo>
                      <a:cubicBezTo>
                        <a:pt x="15404" y="8262"/>
                        <a:pt x="15404" y="8613"/>
                        <a:pt x="15403" y="8965"/>
                      </a:cubicBezTo>
                      <a:cubicBezTo>
                        <a:pt x="15403" y="8973"/>
                        <a:pt x="15403" y="8973"/>
                        <a:pt x="15403" y="9013"/>
                      </a:cubicBezTo>
                      <a:cubicBezTo>
                        <a:pt x="15402" y="10091"/>
                        <a:pt x="15401" y="11169"/>
                        <a:pt x="15399" y="12246"/>
                      </a:cubicBezTo>
                      <a:cubicBezTo>
                        <a:pt x="15369" y="12246"/>
                        <a:pt x="15339" y="12246"/>
                        <a:pt x="15308" y="12246"/>
                      </a:cubicBezTo>
                      <a:cubicBezTo>
                        <a:pt x="15308" y="12251"/>
                        <a:pt x="15308" y="12251"/>
                        <a:pt x="15308" y="12276"/>
                      </a:cubicBezTo>
                      <a:cubicBezTo>
                        <a:pt x="15310" y="12847"/>
                        <a:pt x="15312" y="13419"/>
                        <a:pt x="15313" y="13991"/>
                      </a:cubicBezTo>
                      <a:cubicBezTo>
                        <a:pt x="15313" y="14059"/>
                        <a:pt x="15313" y="14128"/>
                        <a:pt x="15313" y="14196"/>
                      </a:cubicBezTo>
                      <a:cubicBezTo>
                        <a:pt x="15313" y="14203"/>
                        <a:pt x="15313" y="14203"/>
                        <a:pt x="15313" y="14238"/>
                      </a:cubicBezTo>
                      <a:cubicBezTo>
                        <a:pt x="15314" y="14459"/>
                        <a:pt x="15314" y="14680"/>
                        <a:pt x="15315" y="14902"/>
                      </a:cubicBezTo>
                      <a:cubicBezTo>
                        <a:pt x="15316" y="15128"/>
                        <a:pt x="15316" y="15355"/>
                        <a:pt x="15317" y="15582"/>
                      </a:cubicBezTo>
                      <a:cubicBezTo>
                        <a:pt x="15317" y="15722"/>
                        <a:pt x="15317" y="15863"/>
                        <a:pt x="15318" y="16003"/>
                      </a:cubicBezTo>
                      <a:cubicBezTo>
                        <a:pt x="15318" y="16110"/>
                        <a:pt x="15319" y="16217"/>
                        <a:pt x="15318" y="16325"/>
                      </a:cubicBezTo>
                      <a:cubicBezTo>
                        <a:pt x="15318" y="16369"/>
                        <a:pt x="15319" y="16413"/>
                        <a:pt x="15319" y="16457"/>
                      </a:cubicBezTo>
                      <a:cubicBezTo>
                        <a:pt x="15319" y="16517"/>
                        <a:pt x="15319" y="16577"/>
                        <a:pt x="15319" y="16637"/>
                      </a:cubicBezTo>
                      <a:cubicBezTo>
                        <a:pt x="15319" y="16646"/>
                        <a:pt x="15319" y="16646"/>
                        <a:pt x="15320" y="16691"/>
                      </a:cubicBezTo>
                      <a:cubicBezTo>
                        <a:pt x="15319" y="16734"/>
                        <a:pt x="15319" y="16773"/>
                        <a:pt x="15308" y="16816"/>
                      </a:cubicBezTo>
                      <a:cubicBezTo>
                        <a:pt x="15262" y="16850"/>
                        <a:pt x="15262" y="16850"/>
                        <a:pt x="15217" y="16862"/>
                      </a:cubicBezTo>
                      <a:cubicBezTo>
                        <a:pt x="15217" y="16832"/>
                        <a:pt x="15217" y="16801"/>
                        <a:pt x="15217" y="16770"/>
                      </a:cubicBezTo>
                      <a:cubicBezTo>
                        <a:pt x="15156" y="16755"/>
                        <a:pt x="15096" y="16740"/>
                        <a:pt x="15034" y="16725"/>
                      </a:cubicBezTo>
                      <a:cubicBezTo>
                        <a:pt x="15034" y="16785"/>
                        <a:pt x="15034" y="16845"/>
                        <a:pt x="15034" y="16907"/>
                      </a:cubicBezTo>
                      <a:cubicBezTo>
                        <a:pt x="14974" y="16907"/>
                        <a:pt x="14913" y="16907"/>
                        <a:pt x="14851" y="16907"/>
                      </a:cubicBezTo>
                      <a:cubicBezTo>
                        <a:pt x="14851" y="16787"/>
                        <a:pt x="14851" y="16666"/>
                        <a:pt x="14851" y="16542"/>
                      </a:cubicBezTo>
                      <a:cubicBezTo>
                        <a:pt x="14881" y="16542"/>
                        <a:pt x="14911" y="16542"/>
                        <a:pt x="14943" y="16542"/>
                      </a:cubicBezTo>
                      <a:cubicBezTo>
                        <a:pt x="14943" y="16361"/>
                        <a:pt x="14943" y="16180"/>
                        <a:pt x="14943" y="15994"/>
                      </a:cubicBezTo>
                      <a:cubicBezTo>
                        <a:pt x="14912" y="15994"/>
                        <a:pt x="14882" y="15994"/>
                        <a:pt x="14851" y="15994"/>
                      </a:cubicBezTo>
                      <a:cubicBezTo>
                        <a:pt x="14851" y="15541"/>
                        <a:pt x="14851" y="15089"/>
                        <a:pt x="14851" y="14623"/>
                      </a:cubicBezTo>
                      <a:cubicBezTo>
                        <a:pt x="14881" y="14623"/>
                        <a:pt x="14911" y="14623"/>
                        <a:pt x="14943" y="14623"/>
                      </a:cubicBezTo>
                      <a:cubicBezTo>
                        <a:pt x="14943" y="14140"/>
                        <a:pt x="14943" y="13658"/>
                        <a:pt x="14943" y="13160"/>
                      </a:cubicBezTo>
                      <a:cubicBezTo>
                        <a:pt x="14912" y="13160"/>
                        <a:pt x="14882" y="13160"/>
                        <a:pt x="14851" y="13160"/>
                      </a:cubicBezTo>
                      <a:cubicBezTo>
                        <a:pt x="14851" y="12798"/>
                        <a:pt x="14851" y="12437"/>
                        <a:pt x="14851" y="12064"/>
                      </a:cubicBezTo>
                      <a:cubicBezTo>
                        <a:pt x="14911" y="12064"/>
                        <a:pt x="14972" y="12064"/>
                        <a:pt x="15034" y="12064"/>
                      </a:cubicBezTo>
                      <a:cubicBezTo>
                        <a:pt x="15034" y="12335"/>
                        <a:pt x="15034" y="12607"/>
                        <a:pt x="15034" y="12886"/>
                      </a:cubicBezTo>
                      <a:cubicBezTo>
                        <a:pt x="15094" y="12886"/>
                        <a:pt x="15155" y="12886"/>
                        <a:pt x="15217" y="12886"/>
                      </a:cubicBezTo>
                      <a:cubicBezTo>
                        <a:pt x="15217" y="12434"/>
                        <a:pt x="15217" y="11981"/>
                        <a:pt x="15217" y="11515"/>
                      </a:cubicBezTo>
                      <a:cubicBezTo>
                        <a:pt x="15156" y="11515"/>
                        <a:pt x="15096" y="11515"/>
                        <a:pt x="15034" y="11515"/>
                      </a:cubicBezTo>
                      <a:cubicBezTo>
                        <a:pt x="15034" y="11606"/>
                        <a:pt x="15034" y="11696"/>
                        <a:pt x="15034" y="11790"/>
                      </a:cubicBezTo>
                      <a:cubicBezTo>
                        <a:pt x="14974" y="11790"/>
                        <a:pt x="14913" y="11790"/>
                        <a:pt x="14851" y="11790"/>
                      </a:cubicBezTo>
                      <a:cubicBezTo>
                        <a:pt x="14851" y="11729"/>
                        <a:pt x="14851" y="11669"/>
                        <a:pt x="14851" y="11607"/>
                      </a:cubicBezTo>
                      <a:cubicBezTo>
                        <a:pt x="14881" y="11607"/>
                        <a:pt x="14911" y="11607"/>
                        <a:pt x="14943" y="11607"/>
                      </a:cubicBezTo>
                      <a:cubicBezTo>
                        <a:pt x="14943" y="11546"/>
                        <a:pt x="14943" y="11486"/>
                        <a:pt x="14943" y="11424"/>
                      </a:cubicBezTo>
                      <a:cubicBezTo>
                        <a:pt x="14912" y="11424"/>
                        <a:pt x="14882" y="11424"/>
                        <a:pt x="14851" y="11424"/>
                      </a:cubicBezTo>
                      <a:cubicBezTo>
                        <a:pt x="14851" y="10911"/>
                        <a:pt x="14851" y="10399"/>
                        <a:pt x="14851" y="9870"/>
                      </a:cubicBezTo>
                      <a:cubicBezTo>
                        <a:pt x="14881" y="9870"/>
                        <a:pt x="14911" y="9870"/>
                        <a:pt x="14943" y="9870"/>
                      </a:cubicBezTo>
                      <a:cubicBezTo>
                        <a:pt x="14943" y="9810"/>
                        <a:pt x="14943" y="9750"/>
                        <a:pt x="14943" y="9688"/>
                      </a:cubicBezTo>
                      <a:cubicBezTo>
                        <a:pt x="14912" y="9688"/>
                        <a:pt x="14882" y="9688"/>
                        <a:pt x="14851" y="9688"/>
                      </a:cubicBezTo>
                      <a:cubicBezTo>
                        <a:pt x="14851" y="9205"/>
                        <a:pt x="14851" y="8722"/>
                        <a:pt x="14851" y="8225"/>
                      </a:cubicBezTo>
                      <a:cubicBezTo>
                        <a:pt x="14881" y="8225"/>
                        <a:pt x="14911" y="8225"/>
                        <a:pt x="14943" y="8225"/>
                      </a:cubicBezTo>
                      <a:cubicBezTo>
                        <a:pt x="14943" y="8165"/>
                        <a:pt x="14943" y="8105"/>
                        <a:pt x="14943" y="8042"/>
                      </a:cubicBezTo>
                      <a:cubicBezTo>
                        <a:pt x="14912" y="8042"/>
                        <a:pt x="14882" y="8042"/>
                        <a:pt x="14851" y="8042"/>
                      </a:cubicBezTo>
                      <a:cubicBezTo>
                        <a:pt x="14851" y="7892"/>
                        <a:pt x="14851" y="7741"/>
                        <a:pt x="14851" y="7585"/>
                      </a:cubicBezTo>
                      <a:cubicBezTo>
                        <a:pt x="14881" y="7585"/>
                        <a:pt x="14911" y="7585"/>
                        <a:pt x="14943" y="7585"/>
                      </a:cubicBezTo>
                      <a:cubicBezTo>
                        <a:pt x="14943" y="7525"/>
                        <a:pt x="14943" y="7465"/>
                        <a:pt x="14943" y="7403"/>
                      </a:cubicBezTo>
                      <a:cubicBezTo>
                        <a:pt x="14912" y="7403"/>
                        <a:pt x="14882" y="7403"/>
                        <a:pt x="14851" y="7403"/>
                      </a:cubicBezTo>
                      <a:cubicBezTo>
                        <a:pt x="14851" y="6649"/>
                        <a:pt x="14851" y="5895"/>
                        <a:pt x="14851" y="5118"/>
                      </a:cubicBezTo>
                      <a:cubicBezTo>
                        <a:pt x="14881" y="5118"/>
                        <a:pt x="14911" y="5118"/>
                        <a:pt x="14943" y="5118"/>
                      </a:cubicBezTo>
                      <a:cubicBezTo>
                        <a:pt x="14943" y="5058"/>
                        <a:pt x="14943" y="4997"/>
                        <a:pt x="14943" y="4935"/>
                      </a:cubicBezTo>
                      <a:cubicBezTo>
                        <a:pt x="14912" y="4935"/>
                        <a:pt x="14882" y="4935"/>
                        <a:pt x="14851" y="4935"/>
                      </a:cubicBezTo>
                      <a:cubicBezTo>
                        <a:pt x="14851" y="4573"/>
                        <a:pt x="14851" y="4211"/>
                        <a:pt x="14851" y="3838"/>
                      </a:cubicBezTo>
                      <a:cubicBezTo>
                        <a:pt x="14881" y="3838"/>
                        <a:pt x="14911" y="3838"/>
                        <a:pt x="14943" y="3838"/>
                      </a:cubicBezTo>
                      <a:cubicBezTo>
                        <a:pt x="14943" y="3627"/>
                        <a:pt x="14943" y="3416"/>
                        <a:pt x="14943" y="3199"/>
                      </a:cubicBezTo>
                      <a:cubicBezTo>
                        <a:pt x="14912" y="3199"/>
                        <a:pt x="14882" y="3199"/>
                        <a:pt x="14851" y="3199"/>
                      </a:cubicBezTo>
                      <a:cubicBezTo>
                        <a:pt x="14851" y="2957"/>
                        <a:pt x="14851" y="2716"/>
                        <a:pt x="14851" y="2468"/>
                      </a:cubicBezTo>
                      <a:cubicBezTo>
                        <a:pt x="14881" y="2468"/>
                        <a:pt x="14911" y="2468"/>
                        <a:pt x="14943" y="2468"/>
                      </a:cubicBezTo>
                      <a:cubicBezTo>
                        <a:pt x="14943" y="2347"/>
                        <a:pt x="14943" y="2226"/>
                        <a:pt x="14943" y="2102"/>
                      </a:cubicBezTo>
                      <a:cubicBezTo>
                        <a:pt x="14912" y="2102"/>
                        <a:pt x="14882" y="2102"/>
                        <a:pt x="14851" y="2102"/>
                      </a:cubicBezTo>
                      <a:cubicBezTo>
                        <a:pt x="14851" y="1559"/>
                        <a:pt x="14851" y="1016"/>
                        <a:pt x="14851" y="457"/>
                      </a:cubicBezTo>
                      <a:cubicBezTo>
                        <a:pt x="14821" y="457"/>
                        <a:pt x="14791" y="457"/>
                        <a:pt x="14760" y="457"/>
                      </a:cubicBezTo>
                      <a:cubicBezTo>
                        <a:pt x="14760" y="366"/>
                        <a:pt x="14760" y="276"/>
                        <a:pt x="14760" y="183"/>
                      </a:cubicBezTo>
                      <a:cubicBezTo>
                        <a:pt x="14730" y="183"/>
                        <a:pt x="14699" y="183"/>
                        <a:pt x="14668" y="183"/>
                      </a:cubicBezTo>
                      <a:cubicBezTo>
                        <a:pt x="14668" y="153"/>
                        <a:pt x="14668" y="122"/>
                        <a:pt x="14668" y="91"/>
                      </a:cubicBezTo>
                      <a:cubicBezTo>
                        <a:pt x="14656" y="91"/>
                        <a:pt x="14643" y="91"/>
                        <a:pt x="14630" y="91"/>
                      </a:cubicBezTo>
                      <a:cubicBezTo>
                        <a:pt x="13254" y="93"/>
                        <a:pt x="11879" y="94"/>
                        <a:pt x="10503" y="95"/>
                      </a:cubicBezTo>
                      <a:cubicBezTo>
                        <a:pt x="10483" y="95"/>
                        <a:pt x="10462" y="95"/>
                        <a:pt x="10441" y="95"/>
                      </a:cubicBezTo>
                      <a:cubicBezTo>
                        <a:pt x="9995" y="96"/>
                        <a:pt x="9548" y="96"/>
                        <a:pt x="9102" y="96"/>
                      </a:cubicBezTo>
                      <a:cubicBezTo>
                        <a:pt x="8883" y="96"/>
                        <a:pt x="8664" y="96"/>
                        <a:pt x="8445" y="96"/>
                      </a:cubicBezTo>
                      <a:cubicBezTo>
                        <a:pt x="8424" y="96"/>
                        <a:pt x="8402" y="96"/>
                        <a:pt x="8379" y="96"/>
                      </a:cubicBezTo>
                      <a:cubicBezTo>
                        <a:pt x="7673" y="97"/>
                        <a:pt x="6967" y="98"/>
                        <a:pt x="6260" y="98"/>
                      </a:cubicBezTo>
                      <a:cubicBezTo>
                        <a:pt x="5535" y="99"/>
                        <a:pt x="4809" y="100"/>
                        <a:pt x="4083" y="100"/>
                      </a:cubicBezTo>
                      <a:cubicBezTo>
                        <a:pt x="3981" y="100"/>
                        <a:pt x="3879" y="100"/>
                        <a:pt x="3776" y="100"/>
                      </a:cubicBezTo>
                      <a:cubicBezTo>
                        <a:pt x="3766" y="100"/>
                        <a:pt x="3766" y="100"/>
                        <a:pt x="3715" y="100"/>
                      </a:cubicBezTo>
                      <a:cubicBezTo>
                        <a:pt x="3390" y="100"/>
                        <a:pt x="3065" y="101"/>
                        <a:pt x="2740" y="101"/>
                      </a:cubicBezTo>
                      <a:cubicBezTo>
                        <a:pt x="2414" y="102"/>
                        <a:pt x="2087" y="102"/>
                        <a:pt x="1761" y="102"/>
                      </a:cubicBezTo>
                      <a:cubicBezTo>
                        <a:pt x="1567" y="102"/>
                        <a:pt x="1373" y="102"/>
                        <a:pt x="1179" y="102"/>
                      </a:cubicBezTo>
                      <a:cubicBezTo>
                        <a:pt x="1049" y="103"/>
                        <a:pt x="920" y="103"/>
                        <a:pt x="790" y="103"/>
                      </a:cubicBezTo>
                      <a:cubicBezTo>
                        <a:pt x="716" y="102"/>
                        <a:pt x="642" y="102"/>
                        <a:pt x="569" y="103"/>
                      </a:cubicBezTo>
                      <a:cubicBezTo>
                        <a:pt x="501" y="103"/>
                        <a:pt x="434" y="103"/>
                        <a:pt x="367" y="103"/>
                      </a:cubicBezTo>
                      <a:cubicBezTo>
                        <a:pt x="343" y="103"/>
                        <a:pt x="319" y="103"/>
                        <a:pt x="295" y="103"/>
                      </a:cubicBezTo>
                      <a:cubicBezTo>
                        <a:pt x="262" y="103"/>
                        <a:pt x="229" y="103"/>
                        <a:pt x="196" y="103"/>
                      </a:cubicBezTo>
                      <a:cubicBezTo>
                        <a:pt x="187" y="103"/>
                        <a:pt x="187" y="103"/>
                        <a:pt x="141" y="103"/>
                      </a:cubicBezTo>
                      <a:cubicBezTo>
                        <a:pt x="91" y="91"/>
                        <a:pt x="91" y="91"/>
                        <a:pt x="0" y="0"/>
                      </a:cubicBezTo>
                      <a:close/>
                      <a:moveTo>
                        <a:pt x="15034" y="548"/>
                      </a:moveTo>
                      <a:cubicBezTo>
                        <a:pt x="15034" y="910"/>
                        <a:pt x="15034" y="1272"/>
                        <a:pt x="15034" y="1645"/>
                      </a:cubicBezTo>
                      <a:cubicBezTo>
                        <a:pt x="15064" y="1645"/>
                        <a:pt x="15094" y="1645"/>
                        <a:pt x="15125" y="1645"/>
                      </a:cubicBezTo>
                      <a:cubicBezTo>
                        <a:pt x="15125" y="1736"/>
                        <a:pt x="15125" y="1826"/>
                        <a:pt x="15125" y="1919"/>
                      </a:cubicBezTo>
                      <a:cubicBezTo>
                        <a:pt x="15095" y="1919"/>
                        <a:pt x="15065" y="1919"/>
                        <a:pt x="15034" y="1919"/>
                      </a:cubicBezTo>
                      <a:cubicBezTo>
                        <a:pt x="15034" y="1980"/>
                        <a:pt x="15034" y="2040"/>
                        <a:pt x="15034" y="2102"/>
                      </a:cubicBezTo>
                      <a:cubicBezTo>
                        <a:pt x="15094" y="2102"/>
                        <a:pt x="15155" y="2102"/>
                        <a:pt x="15217" y="2102"/>
                      </a:cubicBezTo>
                      <a:cubicBezTo>
                        <a:pt x="15217" y="2072"/>
                        <a:pt x="15217" y="2042"/>
                        <a:pt x="15217" y="2011"/>
                      </a:cubicBezTo>
                      <a:cubicBezTo>
                        <a:pt x="15247" y="2011"/>
                        <a:pt x="15277" y="2011"/>
                        <a:pt x="15308" y="2011"/>
                      </a:cubicBezTo>
                      <a:cubicBezTo>
                        <a:pt x="15316" y="1855"/>
                        <a:pt x="15324" y="1698"/>
                        <a:pt x="15331" y="1542"/>
                      </a:cubicBezTo>
                      <a:cubicBezTo>
                        <a:pt x="15334" y="1470"/>
                        <a:pt x="15337" y="1397"/>
                        <a:pt x="15341" y="1325"/>
                      </a:cubicBezTo>
                      <a:cubicBezTo>
                        <a:pt x="15345" y="1254"/>
                        <a:pt x="15348" y="1184"/>
                        <a:pt x="15351" y="1114"/>
                      </a:cubicBezTo>
                      <a:cubicBezTo>
                        <a:pt x="15352" y="1087"/>
                        <a:pt x="15353" y="1061"/>
                        <a:pt x="15355" y="1034"/>
                      </a:cubicBezTo>
                      <a:cubicBezTo>
                        <a:pt x="15366" y="838"/>
                        <a:pt x="15336" y="685"/>
                        <a:pt x="15262" y="503"/>
                      </a:cubicBezTo>
                      <a:cubicBezTo>
                        <a:pt x="15185" y="503"/>
                        <a:pt x="15109" y="530"/>
                        <a:pt x="15034" y="548"/>
                      </a:cubicBezTo>
                      <a:close/>
                      <a:moveTo>
                        <a:pt x="15034" y="2376"/>
                      </a:moveTo>
                      <a:cubicBezTo>
                        <a:pt x="15034" y="2467"/>
                        <a:pt x="15034" y="2557"/>
                        <a:pt x="15034" y="2650"/>
                      </a:cubicBezTo>
                      <a:cubicBezTo>
                        <a:pt x="15064" y="2650"/>
                        <a:pt x="15094" y="2650"/>
                        <a:pt x="15125" y="2650"/>
                      </a:cubicBezTo>
                      <a:cubicBezTo>
                        <a:pt x="15125" y="2861"/>
                        <a:pt x="15125" y="3073"/>
                        <a:pt x="15125" y="3290"/>
                      </a:cubicBezTo>
                      <a:cubicBezTo>
                        <a:pt x="15186" y="3290"/>
                        <a:pt x="15246" y="3290"/>
                        <a:pt x="15308" y="3290"/>
                      </a:cubicBezTo>
                      <a:cubicBezTo>
                        <a:pt x="15308" y="3109"/>
                        <a:pt x="15308" y="2928"/>
                        <a:pt x="15308" y="2742"/>
                      </a:cubicBezTo>
                      <a:cubicBezTo>
                        <a:pt x="15278" y="2742"/>
                        <a:pt x="15248" y="2742"/>
                        <a:pt x="15217" y="2742"/>
                      </a:cubicBezTo>
                      <a:cubicBezTo>
                        <a:pt x="15217" y="2621"/>
                        <a:pt x="15217" y="2500"/>
                        <a:pt x="15217" y="2376"/>
                      </a:cubicBezTo>
                      <a:cubicBezTo>
                        <a:pt x="15156" y="2376"/>
                        <a:pt x="15096" y="2376"/>
                        <a:pt x="15034" y="2376"/>
                      </a:cubicBezTo>
                      <a:close/>
                      <a:moveTo>
                        <a:pt x="15125" y="8956"/>
                      </a:moveTo>
                      <a:cubicBezTo>
                        <a:pt x="15125" y="8987"/>
                        <a:pt x="15125" y="9017"/>
                        <a:pt x="15125" y="9048"/>
                      </a:cubicBezTo>
                      <a:cubicBezTo>
                        <a:pt x="15095" y="9048"/>
                        <a:pt x="15065" y="9048"/>
                        <a:pt x="15034" y="9048"/>
                      </a:cubicBezTo>
                      <a:cubicBezTo>
                        <a:pt x="15034" y="9229"/>
                        <a:pt x="15034" y="9410"/>
                        <a:pt x="15034" y="9596"/>
                      </a:cubicBezTo>
                      <a:cubicBezTo>
                        <a:pt x="15064" y="9596"/>
                        <a:pt x="15094" y="9596"/>
                        <a:pt x="15125" y="9596"/>
                      </a:cubicBezTo>
                      <a:cubicBezTo>
                        <a:pt x="15125" y="9687"/>
                        <a:pt x="15125" y="9777"/>
                        <a:pt x="15125" y="9870"/>
                      </a:cubicBezTo>
                      <a:cubicBezTo>
                        <a:pt x="15186" y="9870"/>
                        <a:pt x="15246" y="9870"/>
                        <a:pt x="15308" y="9870"/>
                      </a:cubicBezTo>
                      <a:cubicBezTo>
                        <a:pt x="15308" y="9599"/>
                        <a:pt x="15308" y="9327"/>
                        <a:pt x="15308" y="9048"/>
                      </a:cubicBezTo>
                      <a:cubicBezTo>
                        <a:pt x="15278" y="9048"/>
                        <a:pt x="15248" y="9048"/>
                        <a:pt x="15217" y="9048"/>
                      </a:cubicBezTo>
                      <a:cubicBezTo>
                        <a:pt x="15217" y="9018"/>
                        <a:pt x="15217" y="8987"/>
                        <a:pt x="15217" y="8956"/>
                      </a:cubicBezTo>
                      <a:cubicBezTo>
                        <a:pt x="15187" y="8956"/>
                        <a:pt x="15156" y="8956"/>
                        <a:pt x="15125" y="8956"/>
                      </a:cubicBezTo>
                      <a:close/>
                      <a:moveTo>
                        <a:pt x="15034" y="14805"/>
                      </a:moveTo>
                      <a:cubicBezTo>
                        <a:pt x="15034" y="15107"/>
                        <a:pt x="15034" y="15409"/>
                        <a:pt x="15034" y="15719"/>
                      </a:cubicBezTo>
                      <a:cubicBezTo>
                        <a:pt x="15094" y="15719"/>
                        <a:pt x="15155" y="15719"/>
                        <a:pt x="15217" y="15719"/>
                      </a:cubicBezTo>
                      <a:cubicBezTo>
                        <a:pt x="15217" y="15418"/>
                        <a:pt x="15217" y="15116"/>
                        <a:pt x="15217" y="14805"/>
                      </a:cubicBezTo>
                      <a:cubicBezTo>
                        <a:pt x="15156" y="14805"/>
                        <a:pt x="15096" y="14805"/>
                        <a:pt x="15034" y="14805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50" name="ICON_ACTION_SELECT_path_004"/>
                <p:cNvSpPr/>
                <p:nvPr/>
              </p:nvSpPr>
              <p:spPr>
                <a:xfrm>
                  <a:off x="1397562" y="5735387"/>
                  <a:ext cx="54920" cy="5209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324" h="4102" fill="norm" stroke="0">
                      <a:moveTo>
                        <a:pt x="815" y="21"/>
                      </a:moveTo>
                      <a:cubicBezTo>
                        <a:pt x="847" y="21"/>
                        <a:pt x="879" y="21"/>
                        <a:pt x="911" y="20"/>
                      </a:cubicBezTo>
                      <a:cubicBezTo>
                        <a:pt x="997" y="20"/>
                        <a:pt x="1084" y="21"/>
                        <a:pt x="1170" y="22"/>
                      </a:cubicBezTo>
                      <a:cubicBezTo>
                        <a:pt x="1261" y="22"/>
                        <a:pt x="1351" y="22"/>
                        <a:pt x="1442" y="22"/>
                      </a:cubicBezTo>
                      <a:cubicBezTo>
                        <a:pt x="1613" y="23"/>
                        <a:pt x="1785" y="23"/>
                        <a:pt x="1956" y="24"/>
                      </a:cubicBezTo>
                      <a:cubicBezTo>
                        <a:pt x="2151" y="25"/>
                        <a:pt x="2346" y="26"/>
                        <a:pt x="2542" y="26"/>
                      </a:cubicBezTo>
                      <a:cubicBezTo>
                        <a:pt x="2943" y="27"/>
                        <a:pt x="3344" y="29"/>
                        <a:pt x="3746" y="31"/>
                      </a:cubicBezTo>
                      <a:cubicBezTo>
                        <a:pt x="3746" y="61"/>
                        <a:pt x="3746" y="91"/>
                        <a:pt x="3746" y="122"/>
                      </a:cubicBezTo>
                      <a:cubicBezTo>
                        <a:pt x="3806" y="122"/>
                        <a:pt x="3866" y="122"/>
                        <a:pt x="3928" y="122"/>
                      </a:cubicBezTo>
                      <a:cubicBezTo>
                        <a:pt x="3928" y="152"/>
                        <a:pt x="3928" y="183"/>
                        <a:pt x="3928" y="214"/>
                      </a:cubicBezTo>
                      <a:cubicBezTo>
                        <a:pt x="3959" y="214"/>
                        <a:pt x="3989" y="214"/>
                        <a:pt x="4020" y="214"/>
                      </a:cubicBezTo>
                      <a:cubicBezTo>
                        <a:pt x="4020" y="244"/>
                        <a:pt x="4020" y="274"/>
                        <a:pt x="4020" y="305"/>
                      </a:cubicBezTo>
                      <a:cubicBezTo>
                        <a:pt x="4050" y="305"/>
                        <a:pt x="4080" y="305"/>
                        <a:pt x="4111" y="305"/>
                      </a:cubicBezTo>
                      <a:cubicBezTo>
                        <a:pt x="4111" y="335"/>
                        <a:pt x="4111" y="365"/>
                        <a:pt x="4111" y="396"/>
                      </a:cubicBezTo>
                      <a:cubicBezTo>
                        <a:pt x="4141" y="396"/>
                        <a:pt x="4171" y="396"/>
                        <a:pt x="4203" y="396"/>
                      </a:cubicBezTo>
                      <a:cubicBezTo>
                        <a:pt x="4203" y="487"/>
                        <a:pt x="4203" y="577"/>
                        <a:pt x="4203" y="671"/>
                      </a:cubicBezTo>
                      <a:cubicBezTo>
                        <a:pt x="4233" y="671"/>
                        <a:pt x="4263" y="671"/>
                        <a:pt x="4294" y="671"/>
                      </a:cubicBezTo>
                      <a:cubicBezTo>
                        <a:pt x="4294" y="1928"/>
                        <a:pt x="4294" y="1928"/>
                        <a:pt x="4294" y="1974"/>
                      </a:cubicBezTo>
                      <a:cubicBezTo>
                        <a:pt x="4294" y="2004"/>
                        <a:pt x="4294" y="2034"/>
                        <a:pt x="4294" y="2063"/>
                      </a:cubicBezTo>
                      <a:cubicBezTo>
                        <a:pt x="4294" y="2119"/>
                        <a:pt x="4294" y="2175"/>
                        <a:pt x="4294" y="2231"/>
                      </a:cubicBezTo>
                      <a:cubicBezTo>
                        <a:pt x="4293" y="2328"/>
                        <a:pt x="4295" y="2424"/>
                        <a:pt x="4298" y="2521"/>
                      </a:cubicBezTo>
                      <a:cubicBezTo>
                        <a:pt x="4300" y="2623"/>
                        <a:pt x="4302" y="2725"/>
                        <a:pt x="4303" y="2827"/>
                      </a:cubicBezTo>
                      <a:cubicBezTo>
                        <a:pt x="4304" y="2895"/>
                        <a:pt x="4306" y="2963"/>
                        <a:pt x="4308" y="3031"/>
                      </a:cubicBezTo>
                      <a:cubicBezTo>
                        <a:pt x="4324" y="3595"/>
                        <a:pt x="4324" y="3595"/>
                        <a:pt x="4168" y="3761"/>
                      </a:cubicBezTo>
                      <a:cubicBezTo>
                        <a:pt x="4131" y="3801"/>
                        <a:pt x="4097" y="3841"/>
                        <a:pt x="4063" y="3884"/>
                      </a:cubicBezTo>
                      <a:cubicBezTo>
                        <a:pt x="3978" y="3985"/>
                        <a:pt x="3902" y="4061"/>
                        <a:pt x="3767" y="4079"/>
                      </a:cubicBezTo>
                      <a:cubicBezTo>
                        <a:pt x="3692" y="4084"/>
                        <a:pt x="3618" y="4084"/>
                        <a:pt x="3543" y="4083"/>
                      </a:cubicBezTo>
                      <a:cubicBezTo>
                        <a:pt x="3509" y="4084"/>
                        <a:pt x="3476" y="4084"/>
                        <a:pt x="3442" y="4085"/>
                      </a:cubicBezTo>
                      <a:cubicBezTo>
                        <a:pt x="3351" y="4086"/>
                        <a:pt x="3260" y="4086"/>
                        <a:pt x="3169" y="4086"/>
                      </a:cubicBezTo>
                      <a:cubicBezTo>
                        <a:pt x="3092" y="4086"/>
                        <a:pt x="3016" y="4086"/>
                        <a:pt x="2940" y="4087"/>
                      </a:cubicBezTo>
                      <a:cubicBezTo>
                        <a:pt x="2760" y="4088"/>
                        <a:pt x="2579" y="4088"/>
                        <a:pt x="2399" y="4087"/>
                      </a:cubicBezTo>
                      <a:cubicBezTo>
                        <a:pt x="2214" y="4086"/>
                        <a:pt x="2029" y="4087"/>
                        <a:pt x="1844" y="4090"/>
                      </a:cubicBezTo>
                      <a:cubicBezTo>
                        <a:pt x="1684" y="4091"/>
                        <a:pt x="1525" y="4092"/>
                        <a:pt x="1365" y="4092"/>
                      </a:cubicBezTo>
                      <a:cubicBezTo>
                        <a:pt x="1270" y="4091"/>
                        <a:pt x="1175" y="4092"/>
                        <a:pt x="1080" y="4093"/>
                      </a:cubicBezTo>
                      <a:cubicBezTo>
                        <a:pt x="389" y="4102"/>
                        <a:pt x="389" y="4102"/>
                        <a:pt x="203" y="3936"/>
                      </a:cubicBezTo>
                      <a:cubicBezTo>
                        <a:pt x="0" y="3706"/>
                        <a:pt x="48" y="3325"/>
                        <a:pt x="54" y="3040"/>
                      </a:cubicBezTo>
                      <a:cubicBezTo>
                        <a:pt x="56" y="2949"/>
                        <a:pt x="56" y="2858"/>
                        <a:pt x="56" y="2767"/>
                      </a:cubicBezTo>
                      <a:cubicBezTo>
                        <a:pt x="57" y="2615"/>
                        <a:pt x="58" y="2462"/>
                        <a:pt x="61" y="2310"/>
                      </a:cubicBezTo>
                      <a:cubicBezTo>
                        <a:pt x="64" y="2115"/>
                        <a:pt x="65" y="1919"/>
                        <a:pt x="66" y="1724"/>
                      </a:cubicBezTo>
                      <a:cubicBezTo>
                        <a:pt x="66" y="1555"/>
                        <a:pt x="68" y="1387"/>
                        <a:pt x="69" y="1218"/>
                      </a:cubicBezTo>
                      <a:cubicBezTo>
                        <a:pt x="70" y="1164"/>
                        <a:pt x="70" y="1110"/>
                        <a:pt x="70" y="1056"/>
                      </a:cubicBezTo>
                      <a:cubicBezTo>
                        <a:pt x="71" y="971"/>
                        <a:pt x="72" y="887"/>
                        <a:pt x="74" y="802"/>
                      </a:cubicBezTo>
                      <a:cubicBezTo>
                        <a:pt x="74" y="771"/>
                        <a:pt x="75" y="740"/>
                        <a:pt x="75" y="709"/>
                      </a:cubicBezTo>
                      <a:cubicBezTo>
                        <a:pt x="76" y="427"/>
                        <a:pt x="76" y="427"/>
                        <a:pt x="157" y="325"/>
                      </a:cubicBezTo>
                      <a:cubicBezTo>
                        <a:pt x="181" y="305"/>
                        <a:pt x="181" y="305"/>
                        <a:pt x="233" y="297"/>
                      </a:cubicBezTo>
                      <a:cubicBezTo>
                        <a:pt x="246" y="299"/>
                        <a:pt x="259" y="302"/>
                        <a:pt x="273" y="305"/>
                      </a:cubicBezTo>
                      <a:cubicBezTo>
                        <a:pt x="273" y="275"/>
                        <a:pt x="273" y="245"/>
                        <a:pt x="273" y="214"/>
                      </a:cubicBezTo>
                      <a:cubicBezTo>
                        <a:pt x="303" y="214"/>
                        <a:pt x="333" y="214"/>
                        <a:pt x="364" y="214"/>
                      </a:cubicBezTo>
                      <a:cubicBezTo>
                        <a:pt x="361" y="200"/>
                        <a:pt x="358" y="187"/>
                        <a:pt x="356" y="174"/>
                      </a:cubicBezTo>
                      <a:cubicBezTo>
                        <a:pt x="365" y="116"/>
                        <a:pt x="370" y="109"/>
                        <a:pt x="414" y="74"/>
                      </a:cubicBezTo>
                      <a:cubicBezTo>
                        <a:pt x="532" y="0"/>
                        <a:pt x="680" y="19"/>
                        <a:pt x="815" y="21"/>
                      </a:cubicBezTo>
                      <a:close/>
                      <a:moveTo>
                        <a:pt x="730" y="579"/>
                      </a:moveTo>
                      <a:cubicBezTo>
                        <a:pt x="730" y="609"/>
                        <a:pt x="730" y="640"/>
                        <a:pt x="730" y="671"/>
                      </a:cubicBezTo>
                      <a:cubicBezTo>
                        <a:pt x="700" y="671"/>
                        <a:pt x="669" y="671"/>
                        <a:pt x="638" y="671"/>
                      </a:cubicBezTo>
                      <a:cubicBezTo>
                        <a:pt x="636" y="1027"/>
                        <a:pt x="635" y="1382"/>
                        <a:pt x="634" y="1738"/>
                      </a:cubicBezTo>
                      <a:cubicBezTo>
                        <a:pt x="633" y="1904"/>
                        <a:pt x="632" y="2069"/>
                        <a:pt x="631" y="2234"/>
                      </a:cubicBezTo>
                      <a:cubicBezTo>
                        <a:pt x="630" y="2378"/>
                        <a:pt x="630" y="2522"/>
                        <a:pt x="630" y="2666"/>
                      </a:cubicBezTo>
                      <a:cubicBezTo>
                        <a:pt x="630" y="2742"/>
                        <a:pt x="629" y="2819"/>
                        <a:pt x="629" y="2895"/>
                      </a:cubicBezTo>
                      <a:cubicBezTo>
                        <a:pt x="628" y="2967"/>
                        <a:pt x="628" y="3039"/>
                        <a:pt x="628" y="3110"/>
                      </a:cubicBezTo>
                      <a:cubicBezTo>
                        <a:pt x="628" y="3137"/>
                        <a:pt x="628" y="3163"/>
                        <a:pt x="627" y="3189"/>
                      </a:cubicBezTo>
                      <a:cubicBezTo>
                        <a:pt x="627" y="3225"/>
                        <a:pt x="627" y="3261"/>
                        <a:pt x="627" y="3297"/>
                      </a:cubicBezTo>
                      <a:cubicBezTo>
                        <a:pt x="627" y="3317"/>
                        <a:pt x="627" y="3338"/>
                        <a:pt x="627" y="3358"/>
                      </a:cubicBezTo>
                      <a:cubicBezTo>
                        <a:pt x="642" y="3432"/>
                        <a:pt x="671" y="3459"/>
                        <a:pt x="730" y="3504"/>
                      </a:cubicBezTo>
                      <a:cubicBezTo>
                        <a:pt x="778" y="3515"/>
                        <a:pt x="778" y="3515"/>
                        <a:pt x="831" y="3515"/>
                      </a:cubicBezTo>
                      <a:cubicBezTo>
                        <a:pt x="851" y="3515"/>
                        <a:pt x="871" y="3515"/>
                        <a:pt x="892" y="3515"/>
                      </a:cubicBezTo>
                      <a:cubicBezTo>
                        <a:pt x="914" y="3515"/>
                        <a:pt x="936" y="3515"/>
                        <a:pt x="958" y="3514"/>
                      </a:cubicBezTo>
                      <a:cubicBezTo>
                        <a:pt x="982" y="3514"/>
                        <a:pt x="1005" y="3514"/>
                        <a:pt x="1028" y="3514"/>
                      </a:cubicBezTo>
                      <a:cubicBezTo>
                        <a:pt x="1092" y="3514"/>
                        <a:pt x="1155" y="3514"/>
                        <a:pt x="1219" y="3513"/>
                      </a:cubicBezTo>
                      <a:cubicBezTo>
                        <a:pt x="1285" y="3512"/>
                        <a:pt x="1351" y="3512"/>
                        <a:pt x="1418" y="3512"/>
                      </a:cubicBezTo>
                      <a:cubicBezTo>
                        <a:pt x="1543" y="3512"/>
                        <a:pt x="1669" y="3511"/>
                        <a:pt x="1795" y="3510"/>
                      </a:cubicBezTo>
                      <a:cubicBezTo>
                        <a:pt x="1938" y="3509"/>
                        <a:pt x="2081" y="3509"/>
                        <a:pt x="2224" y="3508"/>
                      </a:cubicBezTo>
                      <a:cubicBezTo>
                        <a:pt x="2518" y="3507"/>
                        <a:pt x="2812" y="3506"/>
                        <a:pt x="3106" y="3504"/>
                      </a:cubicBezTo>
                      <a:cubicBezTo>
                        <a:pt x="3106" y="3534"/>
                        <a:pt x="3106" y="3564"/>
                        <a:pt x="3106" y="3595"/>
                      </a:cubicBezTo>
                      <a:cubicBezTo>
                        <a:pt x="3196" y="3595"/>
                        <a:pt x="3287" y="3595"/>
                        <a:pt x="3380" y="3595"/>
                      </a:cubicBezTo>
                      <a:cubicBezTo>
                        <a:pt x="3380" y="3565"/>
                        <a:pt x="3380" y="3535"/>
                        <a:pt x="3380" y="3504"/>
                      </a:cubicBezTo>
                      <a:cubicBezTo>
                        <a:pt x="3440" y="3504"/>
                        <a:pt x="3501" y="3504"/>
                        <a:pt x="3563" y="3504"/>
                      </a:cubicBezTo>
                      <a:cubicBezTo>
                        <a:pt x="3563" y="3474"/>
                        <a:pt x="3563" y="3443"/>
                        <a:pt x="3563" y="3412"/>
                      </a:cubicBezTo>
                      <a:cubicBezTo>
                        <a:pt x="3593" y="3412"/>
                        <a:pt x="3623" y="3412"/>
                        <a:pt x="3654" y="3412"/>
                      </a:cubicBezTo>
                      <a:cubicBezTo>
                        <a:pt x="3654" y="2508"/>
                        <a:pt x="3654" y="1603"/>
                        <a:pt x="3654" y="671"/>
                      </a:cubicBezTo>
                      <a:cubicBezTo>
                        <a:pt x="3624" y="671"/>
                        <a:pt x="3594" y="671"/>
                        <a:pt x="3563" y="671"/>
                      </a:cubicBezTo>
                      <a:cubicBezTo>
                        <a:pt x="3563" y="640"/>
                        <a:pt x="3563" y="610"/>
                        <a:pt x="3563" y="579"/>
                      </a:cubicBezTo>
                      <a:cubicBezTo>
                        <a:pt x="2628" y="579"/>
                        <a:pt x="1693" y="579"/>
                        <a:pt x="730" y="579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580" cap="flat">
                  <a:noFill/>
                </a:ln>
              </p:spPr>
            </p:sp>
            <p:sp>
              <p:nvSpPr>
                <p:cNvPr id="951" name="ICON_ACTION_SELECT_path_005"/>
                <p:cNvSpPr/>
                <p:nvPr/>
              </p:nvSpPr>
              <p:spPr>
                <a:xfrm>
                  <a:off x="1397477" y="5606780"/>
                  <a:ext cx="54617" cy="5256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301" h="4139" fill="norm" stroke="0">
                      <a:moveTo>
                        <a:pt x="554" y="13"/>
                      </a:moveTo>
                      <a:cubicBezTo>
                        <a:pt x="961" y="11"/>
                        <a:pt x="1368" y="9"/>
                        <a:pt x="1775" y="8"/>
                      </a:cubicBezTo>
                      <a:cubicBezTo>
                        <a:pt x="1964" y="8"/>
                        <a:pt x="2153" y="7"/>
                        <a:pt x="2342" y="6"/>
                      </a:cubicBezTo>
                      <a:cubicBezTo>
                        <a:pt x="2507" y="5"/>
                        <a:pt x="2672" y="5"/>
                        <a:pt x="2837" y="4"/>
                      </a:cubicBezTo>
                      <a:cubicBezTo>
                        <a:pt x="2924" y="4"/>
                        <a:pt x="3011" y="4"/>
                        <a:pt x="3098" y="3"/>
                      </a:cubicBezTo>
                      <a:cubicBezTo>
                        <a:pt x="3181" y="3"/>
                        <a:pt x="3263" y="3"/>
                        <a:pt x="3345" y="3"/>
                      </a:cubicBezTo>
                      <a:cubicBezTo>
                        <a:pt x="3375" y="3"/>
                        <a:pt x="3405" y="2"/>
                        <a:pt x="3435" y="2"/>
                      </a:cubicBezTo>
                      <a:cubicBezTo>
                        <a:pt x="3623" y="0"/>
                        <a:pt x="3764" y="18"/>
                        <a:pt x="3935" y="104"/>
                      </a:cubicBezTo>
                      <a:cubicBezTo>
                        <a:pt x="3935" y="135"/>
                        <a:pt x="3935" y="165"/>
                        <a:pt x="3935" y="196"/>
                      </a:cubicBezTo>
                      <a:cubicBezTo>
                        <a:pt x="3965" y="196"/>
                        <a:pt x="3995" y="196"/>
                        <a:pt x="4026" y="196"/>
                      </a:cubicBezTo>
                      <a:cubicBezTo>
                        <a:pt x="4026" y="226"/>
                        <a:pt x="4026" y="256"/>
                        <a:pt x="4026" y="287"/>
                      </a:cubicBezTo>
                      <a:cubicBezTo>
                        <a:pt x="4057" y="287"/>
                        <a:pt x="4087" y="287"/>
                        <a:pt x="4118" y="287"/>
                      </a:cubicBezTo>
                      <a:cubicBezTo>
                        <a:pt x="4118" y="317"/>
                        <a:pt x="4118" y="347"/>
                        <a:pt x="4118" y="379"/>
                      </a:cubicBezTo>
                      <a:cubicBezTo>
                        <a:pt x="4148" y="379"/>
                        <a:pt x="4178" y="379"/>
                        <a:pt x="4209" y="379"/>
                      </a:cubicBezTo>
                      <a:cubicBezTo>
                        <a:pt x="4209" y="469"/>
                        <a:pt x="4209" y="559"/>
                        <a:pt x="4209" y="653"/>
                      </a:cubicBezTo>
                      <a:cubicBezTo>
                        <a:pt x="4239" y="653"/>
                        <a:pt x="4269" y="653"/>
                        <a:pt x="4301" y="653"/>
                      </a:cubicBezTo>
                      <a:cubicBezTo>
                        <a:pt x="4301" y="1588"/>
                        <a:pt x="4301" y="2523"/>
                        <a:pt x="4301" y="3486"/>
                      </a:cubicBezTo>
                      <a:cubicBezTo>
                        <a:pt x="4270" y="3486"/>
                        <a:pt x="4240" y="3486"/>
                        <a:pt x="4209" y="3486"/>
                      </a:cubicBezTo>
                      <a:cubicBezTo>
                        <a:pt x="4209" y="3576"/>
                        <a:pt x="4209" y="3667"/>
                        <a:pt x="4209" y="3760"/>
                      </a:cubicBezTo>
                      <a:cubicBezTo>
                        <a:pt x="4179" y="3760"/>
                        <a:pt x="4149" y="3760"/>
                        <a:pt x="4118" y="3760"/>
                      </a:cubicBezTo>
                      <a:cubicBezTo>
                        <a:pt x="4118" y="3790"/>
                        <a:pt x="4118" y="3820"/>
                        <a:pt x="4118" y="3851"/>
                      </a:cubicBezTo>
                      <a:cubicBezTo>
                        <a:pt x="4088" y="3851"/>
                        <a:pt x="4057" y="3851"/>
                        <a:pt x="4026" y="3851"/>
                      </a:cubicBezTo>
                      <a:cubicBezTo>
                        <a:pt x="4026" y="3882"/>
                        <a:pt x="4026" y="3912"/>
                        <a:pt x="4026" y="3943"/>
                      </a:cubicBezTo>
                      <a:cubicBezTo>
                        <a:pt x="3996" y="3943"/>
                        <a:pt x="3966" y="3943"/>
                        <a:pt x="3935" y="3943"/>
                      </a:cubicBezTo>
                      <a:cubicBezTo>
                        <a:pt x="3935" y="3973"/>
                        <a:pt x="3935" y="4003"/>
                        <a:pt x="3935" y="4034"/>
                      </a:cubicBezTo>
                      <a:cubicBezTo>
                        <a:pt x="3875" y="4034"/>
                        <a:pt x="3814" y="4034"/>
                        <a:pt x="3752" y="4034"/>
                      </a:cubicBezTo>
                      <a:cubicBezTo>
                        <a:pt x="3752" y="4064"/>
                        <a:pt x="3752" y="4095"/>
                        <a:pt x="3752" y="4126"/>
                      </a:cubicBezTo>
                      <a:cubicBezTo>
                        <a:pt x="3333" y="4128"/>
                        <a:pt x="2914" y="4129"/>
                        <a:pt x="2495" y="4130"/>
                      </a:cubicBezTo>
                      <a:cubicBezTo>
                        <a:pt x="2300" y="4131"/>
                        <a:pt x="2106" y="4131"/>
                        <a:pt x="1911" y="4132"/>
                      </a:cubicBezTo>
                      <a:cubicBezTo>
                        <a:pt x="1742" y="4133"/>
                        <a:pt x="1572" y="4134"/>
                        <a:pt x="1402" y="4134"/>
                      </a:cubicBezTo>
                      <a:cubicBezTo>
                        <a:pt x="1312" y="4134"/>
                        <a:pt x="1223" y="4135"/>
                        <a:pt x="1133" y="4135"/>
                      </a:cubicBezTo>
                      <a:cubicBezTo>
                        <a:pt x="1048" y="4136"/>
                        <a:pt x="964" y="4136"/>
                        <a:pt x="879" y="4136"/>
                      </a:cubicBezTo>
                      <a:cubicBezTo>
                        <a:pt x="848" y="4136"/>
                        <a:pt x="817" y="4136"/>
                        <a:pt x="786" y="4136"/>
                      </a:cubicBezTo>
                      <a:cubicBezTo>
                        <a:pt x="596" y="4139"/>
                        <a:pt x="452" y="4122"/>
                        <a:pt x="279" y="4034"/>
                      </a:cubicBezTo>
                      <a:cubicBezTo>
                        <a:pt x="279" y="3974"/>
                        <a:pt x="279" y="3914"/>
                        <a:pt x="279" y="3851"/>
                      </a:cubicBezTo>
                      <a:cubicBezTo>
                        <a:pt x="249" y="3851"/>
                        <a:pt x="219" y="3851"/>
                        <a:pt x="188" y="3851"/>
                      </a:cubicBezTo>
                      <a:cubicBezTo>
                        <a:pt x="188" y="3821"/>
                        <a:pt x="188" y="3791"/>
                        <a:pt x="188" y="3760"/>
                      </a:cubicBezTo>
                      <a:cubicBezTo>
                        <a:pt x="158" y="3760"/>
                        <a:pt x="128" y="3760"/>
                        <a:pt x="97" y="3760"/>
                      </a:cubicBezTo>
                      <a:cubicBezTo>
                        <a:pt x="97" y="3700"/>
                        <a:pt x="97" y="3639"/>
                        <a:pt x="97" y="3577"/>
                      </a:cubicBezTo>
                      <a:cubicBezTo>
                        <a:pt x="66" y="3577"/>
                        <a:pt x="36" y="3577"/>
                        <a:pt x="5" y="3577"/>
                      </a:cubicBezTo>
                      <a:cubicBezTo>
                        <a:pt x="4" y="3480"/>
                        <a:pt x="3" y="3384"/>
                        <a:pt x="3" y="3287"/>
                      </a:cubicBezTo>
                      <a:cubicBezTo>
                        <a:pt x="2" y="3254"/>
                        <a:pt x="2" y="3221"/>
                        <a:pt x="2" y="3188"/>
                      </a:cubicBezTo>
                      <a:cubicBezTo>
                        <a:pt x="1" y="3141"/>
                        <a:pt x="1" y="3094"/>
                        <a:pt x="1" y="3046"/>
                      </a:cubicBezTo>
                      <a:cubicBezTo>
                        <a:pt x="0" y="3031"/>
                        <a:pt x="0" y="3017"/>
                        <a:pt x="0" y="3001"/>
                      </a:cubicBezTo>
                      <a:cubicBezTo>
                        <a:pt x="0" y="2965"/>
                        <a:pt x="2" y="2928"/>
                        <a:pt x="5" y="2892"/>
                      </a:cubicBezTo>
                      <a:cubicBezTo>
                        <a:pt x="13" y="2884"/>
                        <a:pt x="13" y="2884"/>
                        <a:pt x="51" y="2846"/>
                      </a:cubicBezTo>
                      <a:cubicBezTo>
                        <a:pt x="57" y="2803"/>
                        <a:pt x="57" y="2803"/>
                        <a:pt x="57" y="2750"/>
                      </a:cubicBezTo>
                      <a:cubicBezTo>
                        <a:pt x="58" y="2739"/>
                        <a:pt x="58" y="2739"/>
                        <a:pt x="58" y="2688"/>
                      </a:cubicBezTo>
                      <a:cubicBezTo>
                        <a:pt x="58" y="2677"/>
                        <a:pt x="58" y="2677"/>
                        <a:pt x="59" y="2621"/>
                      </a:cubicBezTo>
                      <a:cubicBezTo>
                        <a:pt x="59" y="2597"/>
                        <a:pt x="59" y="2573"/>
                        <a:pt x="60" y="2550"/>
                      </a:cubicBezTo>
                      <a:cubicBezTo>
                        <a:pt x="60" y="2499"/>
                        <a:pt x="61" y="2448"/>
                        <a:pt x="61" y="2397"/>
                      </a:cubicBezTo>
                      <a:cubicBezTo>
                        <a:pt x="62" y="2316"/>
                        <a:pt x="63" y="2236"/>
                        <a:pt x="64" y="2155"/>
                      </a:cubicBezTo>
                      <a:cubicBezTo>
                        <a:pt x="68" y="1926"/>
                        <a:pt x="70" y="1696"/>
                        <a:pt x="73" y="1467"/>
                      </a:cubicBezTo>
                      <a:cubicBezTo>
                        <a:pt x="74" y="1340"/>
                        <a:pt x="76" y="1213"/>
                        <a:pt x="78" y="1087"/>
                      </a:cubicBezTo>
                      <a:cubicBezTo>
                        <a:pt x="79" y="1007"/>
                        <a:pt x="80" y="927"/>
                        <a:pt x="80" y="847"/>
                      </a:cubicBezTo>
                      <a:cubicBezTo>
                        <a:pt x="81" y="797"/>
                        <a:pt x="81" y="747"/>
                        <a:pt x="82" y="697"/>
                      </a:cubicBezTo>
                      <a:cubicBezTo>
                        <a:pt x="83" y="663"/>
                        <a:pt x="83" y="629"/>
                        <a:pt x="83" y="595"/>
                      </a:cubicBezTo>
                      <a:cubicBezTo>
                        <a:pt x="85" y="481"/>
                        <a:pt x="95" y="402"/>
                        <a:pt x="163" y="310"/>
                      </a:cubicBezTo>
                      <a:cubicBezTo>
                        <a:pt x="188" y="287"/>
                        <a:pt x="188" y="287"/>
                        <a:pt x="239" y="279"/>
                      </a:cubicBezTo>
                      <a:cubicBezTo>
                        <a:pt x="253" y="281"/>
                        <a:pt x="266" y="284"/>
                        <a:pt x="279" y="287"/>
                      </a:cubicBezTo>
                      <a:cubicBezTo>
                        <a:pt x="279" y="257"/>
                        <a:pt x="279" y="227"/>
                        <a:pt x="279" y="196"/>
                      </a:cubicBezTo>
                      <a:cubicBezTo>
                        <a:pt x="309" y="196"/>
                        <a:pt x="340" y="196"/>
                        <a:pt x="371" y="196"/>
                      </a:cubicBezTo>
                      <a:cubicBezTo>
                        <a:pt x="371" y="166"/>
                        <a:pt x="371" y="135"/>
                        <a:pt x="371" y="104"/>
                      </a:cubicBezTo>
                      <a:cubicBezTo>
                        <a:pt x="431" y="104"/>
                        <a:pt x="491" y="104"/>
                        <a:pt x="554" y="104"/>
                      </a:cubicBezTo>
                      <a:cubicBezTo>
                        <a:pt x="554" y="74"/>
                        <a:pt x="554" y="44"/>
                        <a:pt x="554" y="13"/>
                      </a:cubicBezTo>
                      <a:close/>
                      <a:moveTo>
                        <a:pt x="3478" y="470"/>
                      </a:moveTo>
                      <a:cubicBezTo>
                        <a:pt x="3478" y="500"/>
                        <a:pt x="3478" y="530"/>
                        <a:pt x="3478" y="561"/>
                      </a:cubicBezTo>
                      <a:cubicBezTo>
                        <a:pt x="2603" y="561"/>
                        <a:pt x="1729" y="561"/>
                        <a:pt x="828" y="561"/>
                      </a:cubicBezTo>
                      <a:cubicBezTo>
                        <a:pt x="828" y="591"/>
                        <a:pt x="828" y="622"/>
                        <a:pt x="828" y="653"/>
                      </a:cubicBezTo>
                      <a:cubicBezTo>
                        <a:pt x="767" y="653"/>
                        <a:pt x="707" y="653"/>
                        <a:pt x="645" y="653"/>
                      </a:cubicBezTo>
                      <a:cubicBezTo>
                        <a:pt x="644" y="679"/>
                        <a:pt x="643" y="705"/>
                        <a:pt x="641" y="732"/>
                      </a:cubicBezTo>
                      <a:cubicBezTo>
                        <a:pt x="637" y="828"/>
                        <a:pt x="633" y="925"/>
                        <a:pt x="628" y="1021"/>
                      </a:cubicBezTo>
                      <a:cubicBezTo>
                        <a:pt x="626" y="1063"/>
                        <a:pt x="624" y="1105"/>
                        <a:pt x="622" y="1147"/>
                      </a:cubicBezTo>
                      <a:cubicBezTo>
                        <a:pt x="620" y="1207"/>
                        <a:pt x="617" y="1267"/>
                        <a:pt x="614" y="1327"/>
                      </a:cubicBezTo>
                      <a:cubicBezTo>
                        <a:pt x="613" y="1345"/>
                        <a:pt x="612" y="1364"/>
                        <a:pt x="611" y="1383"/>
                      </a:cubicBezTo>
                      <a:cubicBezTo>
                        <a:pt x="610" y="1401"/>
                        <a:pt x="610" y="1418"/>
                        <a:pt x="609" y="1436"/>
                      </a:cubicBezTo>
                      <a:cubicBezTo>
                        <a:pt x="608" y="1444"/>
                        <a:pt x="608" y="1444"/>
                        <a:pt x="606" y="1482"/>
                      </a:cubicBezTo>
                      <a:cubicBezTo>
                        <a:pt x="599" y="1521"/>
                        <a:pt x="599" y="1521"/>
                        <a:pt x="554" y="1567"/>
                      </a:cubicBezTo>
                      <a:cubicBezTo>
                        <a:pt x="548" y="1605"/>
                        <a:pt x="548" y="1605"/>
                        <a:pt x="547" y="1649"/>
                      </a:cubicBezTo>
                      <a:cubicBezTo>
                        <a:pt x="547" y="1666"/>
                        <a:pt x="547" y="1682"/>
                        <a:pt x="547" y="1698"/>
                      </a:cubicBezTo>
                      <a:cubicBezTo>
                        <a:pt x="547" y="1715"/>
                        <a:pt x="548" y="1732"/>
                        <a:pt x="548" y="1749"/>
                      </a:cubicBezTo>
                      <a:cubicBezTo>
                        <a:pt x="548" y="1766"/>
                        <a:pt x="547" y="1783"/>
                        <a:pt x="547" y="1800"/>
                      </a:cubicBezTo>
                      <a:cubicBezTo>
                        <a:pt x="547" y="1817"/>
                        <a:pt x="547" y="1833"/>
                        <a:pt x="547" y="1849"/>
                      </a:cubicBezTo>
                      <a:cubicBezTo>
                        <a:pt x="547" y="1864"/>
                        <a:pt x="548" y="1879"/>
                        <a:pt x="548" y="1894"/>
                      </a:cubicBezTo>
                      <a:cubicBezTo>
                        <a:pt x="554" y="1932"/>
                        <a:pt x="554" y="1932"/>
                        <a:pt x="599" y="1978"/>
                      </a:cubicBezTo>
                      <a:cubicBezTo>
                        <a:pt x="605" y="2027"/>
                        <a:pt x="608" y="2073"/>
                        <a:pt x="609" y="2122"/>
                      </a:cubicBezTo>
                      <a:cubicBezTo>
                        <a:pt x="609" y="2136"/>
                        <a:pt x="609" y="2151"/>
                        <a:pt x="610" y="2166"/>
                      </a:cubicBezTo>
                      <a:cubicBezTo>
                        <a:pt x="611" y="2215"/>
                        <a:pt x="613" y="2263"/>
                        <a:pt x="614" y="2312"/>
                      </a:cubicBezTo>
                      <a:cubicBezTo>
                        <a:pt x="615" y="2346"/>
                        <a:pt x="616" y="2380"/>
                        <a:pt x="617" y="2413"/>
                      </a:cubicBezTo>
                      <a:cubicBezTo>
                        <a:pt x="619" y="2502"/>
                        <a:pt x="621" y="2591"/>
                        <a:pt x="624" y="2680"/>
                      </a:cubicBezTo>
                      <a:cubicBezTo>
                        <a:pt x="626" y="2771"/>
                        <a:pt x="628" y="2861"/>
                        <a:pt x="631" y="2952"/>
                      </a:cubicBezTo>
                      <a:cubicBezTo>
                        <a:pt x="636" y="3130"/>
                        <a:pt x="640" y="3308"/>
                        <a:pt x="645" y="3486"/>
                      </a:cubicBezTo>
                      <a:cubicBezTo>
                        <a:pt x="675" y="3486"/>
                        <a:pt x="705" y="3486"/>
                        <a:pt x="736" y="3486"/>
                      </a:cubicBezTo>
                      <a:cubicBezTo>
                        <a:pt x="736" y="3516"/>
                        <a:pt x="736" y="3546"/>
                        <a:pt x="736" y="3577"/>
                      </a:cubicBezTo>
                      <a:cubicBezTo>
                        <a:pt x="1641" y="3577"/>
                        <a:pt x="2546" y="3577"/>
                        <a:pt x="3478" y="3577"/>
                      </a:cubicBezTo>
                      <a:cubicBezTo>
                        <a:pt x="3478" y="3547"/>
                        <a:pt x="3478" y="3517"/>
                        <a:pt x="3478" y="3486"/>
                      </a:cubicBezTo>
                      <a:cubicBezTo>
                        <a:pt x="3538" y="3486"/>
                        <a:pt x="3599" y="3486"/>
                        <a:pt x="3661" y="3486"/>
                      </a:cubicBezTo>
                      <a:cubicBezTo>
                        <a:pt x="3661" y="2732"/>
                        <a:pt x="3661" y="1978"/>
                        <a:pt x="3661" y="1201"/>
                      </a:cubicBezTo>
                      <a:cubicBezTo>
                        <a:pt x="3691" y="1201"/>
                        <a:pt x="3721" y="1201"/>
                        <a:pt x="3752" y="1201"/>
                      </a:cubicBezTo>
                      <a:cubicBezTo>
                        <a:pt x="3752" y="1171"/>
                        <a:pt x="3752" y="1141"/>
                        <a:pt x="3752" y="1110"/>
                      </a:cubicBezTo>
                      <a:cubicBezTo>
                        <a:pt x="3782" y="1110"/>
                        <a:pt x="3813" y="1110"/>
                        <a:pt x="3844" y="1110"/>
                      </a:cubicBezTo>
                      <a:cubicBezTo>
                        <a:pt x="3844" y="1080"/>
                        <a:pt x="3844" y="1049"/>
                        <a:pt x="3844" y="1018"/>
                      </a:cubicBezTo>
                      <a:cubicBezTo>
                        <a:pt x="3874" y="1018"/>
                        <a:pt x="3904" y="1018"/>
                        <a:pt x="3935" y="1018"/>
                      </a:cubicBezTo>
                      <a:cubicBezTo>
                        <a:pt x="3935" y="928"/>
                        <a:pt x="3935" y="837"/>
                        <a:pt x="3935" y="744"/>
                      </a:cubicBezTo>
                      <a:cubicBezTo>
                        <a:pt x="3905" y="744"/>
                        <a:pt x="3875" y="744"/>
                        <a:pt x="3844" y="744"/>
                      </a:cubicBezTo>
                      <a:cubicBezTo>
                        <a:pt x="3844" y="714"/>
                        <a:pt x="3844" y="684"/>
                        <a:pt x="3844" y="653"/>
                      </a:cubicBezTo>
                      <a:cubicBezTo>
                        <a:pt x="3813" y="653"/>
                        <a:pt x="3783" y="653"/>
                        <a:pt x="3752" y="653"/>
                      </a:cubicBezTo>
                      <a:cubicBezTo>
                        <a:pt x="3752" y="623"/>
                        <a:pt x="3752" y="592"/>
                        <a:pt x="3752" y="561"/>
                      </a:cubicBezTo>
                      <a:cubicBezTo>
                        <a:pt x="3722" y="561"/>
                        <a:pt x="3692" y="561"/>
                        <a:pt x="3661" y="561"/>
                      </a:cubicBezTo>
                      <a:cubicBezTo>
                        <a:pt x="3661" y="531"/>
                        <a:pt x="3661" y="501"/>
                        <a:pt x="3661" y="470"/>
                      </a:cubicBezTo>
                      <a:cubicBezTo>
                        <a:pt x="3601" y="470"/>
                        <a:pt x="3540" y="470"/>
                        <a:pt x="3478" y="470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580" cap="flat">
                  <a:noFill/>
                </a:ln>
              </p:spPr>
            </p:sp>
            <p:sp>
              <p:nvSpPr>
                <p:cNvPr id="952" name="ICON_ACTION_SELECT_path_006"/>
                <p:cNvSpPr/>
                <p:nvPr/>
              </p:nvSpPr>
              <p:spPr>
                <a:xfrm>
                  <a:off x="1397475" y="5671552"/>
                  <a:ext cx="54691" cy="526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306" h="4143" fill="norm" stroke="0">
                      <a:moveTo>
                        <a:pt x="822" y="18"/>
                      </a:moveTo>
                      <a:cubicBezTo>
                        <a:pt x="854" y="17"/>
                        <a:pt x="886" y="17"/>
                        <a:pt x="918" y="17"/>
                      </a:cubicBezTo>
                      <a:cubicBezTo>
                        <a:pt x="1005" y="16"/>
                        <a:pt x="1092" y="16"/>
                        <a:pt x="1179" y="15"/>
                      </a:cubicBezTo>
                      <a:cubicBezTo>
                        <a:pt x="1233" y="15"/>
                        <a:pt x="1287" y="15"/>
                        <a:pt x="1342" y="15"/>
                      </a:cubicBezTo>
                      <a:cubicBezTo>
                        <a:pt x="1532" y="14"/>
                        <a:pt x="1722" y="14"/>
                        <a:pt x="1911" y="14"/>
                      </a:cubicBezTo>
                      <a:cubicBezTo>
                        <a:pt x="2088" y="14"/>
                        <a:pt x="2265" y="13"/>
                        <a:pt x="2441" y="11"/>
                      </a:cubicBezTo>
                      <a:cubicBezTo>
                        <a:pt x="2593" y="10"/>
                        <a:pt x="2745" y="10"/>
                        <a:pt x="2897" y="10"/>
                      </a:cubicBezTo>
                      <a:cubicBezTo>
                        <a:pt x="2988" y="10"/>
                        <a:pt x="3078" y="10"/>
                        <a:pt x="3169" y="9"/>
                      </a:cubicBezTo>
                      <a:cubicBezTo>
                        <a:pt x="3254" y="8"/>
                        <a:pt x="3339" y="8"/>
                        <a:pt x="3425" y="8"/>
                      </a:cubicBezTo>
                      <a:cubicBezTo>
                        <a:pt x="3456" y="9"/>
                        <a:pt x="3487" y="8"/>
                        <a:pt x="3518" y="8"/>
                      </a:cubicBezTo>
                      <a:cubicBezTo>
                        <a:pt x="3714" y="4"/>
                        <a:pt x="3840" y="31"/>
                        <a:pt x="3988" y="165"/>
                      </a:cubicBezTo>
                      <a:cubicBezTo>
                        <a:pt x="4027" y="214"/>
                        <a:pt x="4027" y="214"/>
                        <a:pt x="4032" y="265"/>
                      </a:cubicBezTo>
                      <a:cubicBezTo>
                        <a:pt x="4030" y="278"/>
                        <a:pt x="4029" y="291"/>
                        <a:pt x="4027" y="305"/>
                      </a:cubicBezTo>
                      <a:cubicBezTo>
                        <a:pt x="4057" y="305"/>
                        <a:pt x="4087" y="305"/>
                        <a:pt x="4118" y="305"/>
                      </a:cubicBezTo>
                      <a:cubicBezTo>
                        <a:pt x="4118" y="335"/>
                        <a:pt x="4118" y="365"/>
                        <a:pt x="4118" y="396"/>
                      </a:cubicBezTo>
                      <a:cubicBezTo>
                        <a:pt x="4148" y="396"/>
                        <a:pt x="4178" y="396"/>
                        <a:pt x="4209" y="396"/>
                      </a:cubicBezTo>
                      <a:cubicBezTo>
                        <a:pt x="4209" y="487"/>
                        <a:pt x="4209" y="577"/>
                        <a:pt x="4209" y="671"/>
                      </a:cubicBezTo>
                      <a:cubicBezTo>
                        <a:pt x="4239" y="671"/>
                        <a:pt x="4270" y="671"/>
                        <a:pt x="4301" y="671"/>
                      </a:cubicBezTo>
                      <a:cubicBezTo>
                        <a:pt x="4302" y="866"/>
                        <a:pt x="4303" y="1062"/>
                        <a:pt x="4303" y="1258"/>
                      </a:cubicBezTo>
                      <a:cubicBezTo>
                        <a:pt x="4303" y="1349"/>
                        <a:pt x="4304" y="1440"/>
                        <a:pt x="4304" y="1531"/>
                      </a:cubicBezTo>
                      <a:cubicBezTo>
                        <a:pt x="4305" y="1618"/>
                        <a:pt x="4305" y="1706"/>
                        <a:pt x="4305" y="1794"/>
                      </a:cubicBezTo>
                      <a:cubicBezTo>
                        <a:pt x="4305" y="1827"/>
                        <a:pt x="4305" y="1861"/>
                        <a:pt x="4306" y="1894"/>
                      </a:cubicBezTo>
                      <a:cubicBezTo>
                        <a:pt x="4306" y="1941"/>
                        <a:pt x="4306" y="1988"/>
                        <a:pt x="4306" y="2035"/>
                      </a:cubicBezTo>
                      <a:cubicBezTo>
                        <a:pt x="4306" y="2049"/>
                        <a:pt x="4306" y="2063"/>
                        <a:pt x="4306" y="2077"/>
                      </a:cubicBezTo>
                      <a:cubicBezTo>
                        <a:pt x="4306" y="2173"/>
                        <a:pt x="4306" y="2173"/>
                        <a:pt x="4255" y="2224"/>
                      </a:cubicBezTo>
                      <a:cubicBezTo>
                        <a:pt x="4249" y="2272"/>
                        <a:pt x="4247" y="2316"/>
                        <a:pt x="4246" y="2364"/>
                      </a:cubicBezTo>
                      <a:cubicBezTo>
                        <a:pt x="4245" y="2378"/>
                        <a:pt x="4245" y="2392"/>
                        <a:pt x="4244" y="2407"/>
                      </a:cubicBezTo>
                      <a:cubicBezTo>
                        <a:pt x="4243" y="2454"/>
                        <a:pt x="4242" y="2501"/>
                        <a:pt x="4241" y="2548"/>
                      </a:cubicBezTo>
                      <a:cubicBezTo>
                        <a:pt x="4240" y="2581"/>
                        <a:pt x="4239" y="2614"/>
                        <a:pt x="4238" y="2647"/>
                      </a:cubicBezTo>
                      <a:cubicBezTo>
                        <a:pt x="4235" y="2733"/>
                        <a:pt x="4233" y="2819"/>
                        <a:pt x="4231" y="2905"/>
                      </a:cubicBezTo>
                      <a:cubicBezTo>
                        <a:pt x="4228" y="2993"/>
                        <a:pt x="4226" y="3081"/>
                        <a:pt x="4223" y="3169"/>
                      </a:cubicBezTo>
                      <a:cubicBezTo>
                        <a:pt x="4218" y="3341"/>
                        <a:pt x="4214" y="3514"/>
                        <a:pt x="4209" y="3686"/>
                      </a:cubicBezTo>
                      <a:cubicBezTo>
                        <a:pt x="4179" y="3686"/>
                        <a:pt x="4149" y="3686"/>
                        <a:pt x="4118" y="3686"/>
                      </a:cubicBezTo>
                      <a:cubicBezTo>
                        <a:pt x="4118" y="3747"/>
                        <a:pt x="4118" y="3807"/>
                        <a:pt x="4118" y="3869"/>
                      </a:cubicBezTo>
                      <a:cubicBezTo>
                        <a:pt x="4088" y="3869"/>
                        <a:pt x="4058" y="3869"/>
                        <a:pt x="4027" y="3869"/>
                      </a:cubicBezTo>
                      <a:cubicBezTo>
                        <a:pt x="4027" y="3899"/>
                        <a:pt x="4027" y="3930"/>
                        <a:pt x="4027" y="3961"/>
                      </a:cubicBezTo>
                      <a:cubicBezTo>
                        <a:pt x="3996" y="3961"/>
                        <a:pt x="3966" y="3961"/>
                        <a:pt x="3935" y="3961"/>
                      </a:cubicBezTo>
                      <a:cubicBezTo>
                        <a:pt x="3935" y="3991"/>
                        <a:pt x="3935" y="4021"/>
                        <a:pt x="3935" y="4052"/>
                      </a:cubicBezTo>
                      <a:cubicBezTo>
                        <a:pt x="3845" y="4052"/>
                        <a:pt x="3754" y="4052"/>
                        <a:pt x="3661" y="4052"/>
                      </a:cubicBezTo>
                      <a:cubicBezTo>
                        <a:pt x="3661" y="4082"/>
                        <a:pt x="3661" y="4112"/>
                        <a:pt x="3661" y="4143"/>
                      </a:cubicBezTo>
                      <a:cubicBezTo>
                        <a:pt x="2636" y="4143"/>
                        <a:pt x="1610" y="4143"/>
                        <a:pt x="554" y="4143"/>
                      </a:cubicBezTo>
                      <a:cubicBezTo>
                        <a:pt x="554" y="4113"/>
                        <a:pt x="554" y="4083"/>
                        <a:pt x="554" y="4052"/>
                      </a:cubicBezTo>
                      <a:cubicBezTo>
                        <a:pt x="542" y="4049"/>
                        <a:pt x="529" y="4046"/>
                        <a:pt x="517" y="4044"/>
                      </a:cubicBezTo>
                      <a:cubicBezTo>
                        <a:pt x="332" y="4000"/>
                        <a:pt x="332" y="4000"/>
                        <a:pt x="279" y="3961"/>
                      </a:cubicBezTo>
                      <a:cubicBezTo>
                        <a:pt x="274" y="3912"/>
                        <a:pt x="274" y="3912"/>
                        <a:pt x="279" y="3869"/>
                      </a:cubicBezTo>
                      <a:cubicBezTo>
                        <a:pt x="249" y="3869"/>
                        <a:pt x="219" y="3869"/>
                        <a:pt x="188" y="3869"/>
                      </a:cubicBezTo>
                      <a:cubicBezTo>
                        <a:pt x="188" y="3839"/>
                        <a:pt x="188" y="3809"/>
                        <a:pt x="188" y="3778"/>
                      </a:cubicBezTo>
                      <a:cubicBezTo>
                        <a:pt x="158" y="3778"/>
                        <a:pt x="128" y="3778"/>
                        <a:pt x="97" y="3778"/>
                      </a:cubicBezTo>
                      <a:cubicBezTo>
                        <a:pt x="96" y="3767"/>
                        <a:pt x="94" y="3756"/>
                        <a:pt x="93" y="3745"/>
                      </a:cubicBezTo>
                      <a:cubicBezTo>
                        <a:pt x="88" y="3696"/>
                        <a:pt x="82" y="3647"/>
                        <a:pt x="77" y="3598"/>
                      </a:cubicBezTo>
                      <a:cubicBezTo>
                        <a:pt x="75" y="3581"/>
                        <a:pt x="73" y="3564"/>
                        <a:pt x="71" y="3546"/>
                      </a:cubicBezTo>
                      <a:cubicBezTo>
                        <a:pt x="70" y="3538"/>
                        <a:pt x="70" y="3538"/>
                        <a:pt x="65" y="3497"/>
                      </a:cubicBezTo>
                      <a:cubicBezTo>
                        <a:pt x="64" y="3482"/>
                        <a:pt x="62" y="3467"/>
                        <a:pt x="60" y="3451"/>
                      </a:cubicBezTo>
                      <a:cubicBezTo>
                        <a:pt x="51" y="3412"/>
                        <a:pt x="51" y="3412"/>
                        <a:pt x="5" y="3367"/>
                      </a:cubicBezTo>
                      <a:cubicBezTo>
                        <a:pt x="1" y="3314"/>
                        <a:pt x="0" y="3265"/>
                        <a:pt x="1" y="3212"/>
                      </a:cubicBezTo>
                      <a:cubicBezTo>
                        <a:pt x="1" y="3197"/>
                        <a:pt x="1" y="3182"/>
                        <a:pt x="1" y="3166"/>
                      </a:cubicBezTo>
                      <a:cubicBezTo>
                        <a:pt x="1" y="3118"/>
                        <a:pt x="2" y="3069"/>
                        <a:pt x="2" y="3021"/>
                      </a:cubicBezTo>
                      <a:cubicBezTo>
                        <a:pt x="3" y="2988"/>
                        <a:pt x="3" y="2955"/>
                        <a:pt x="3" y="2923"/>
                      </a:cubicBezTo>
                      <a:cubicBezTo>
                        <a:pt x="4" y="2842"/>
                        <a:pt x="4" y="2762"/>
                        <a:pt x="5" y="2681"/>
                      </a:cubicBezTo>
                      <a:cubicBezTo>
                        <a:pt x="35" y="2681"/>
                        <a:pt x="66" y="2681"/>
                        <a:pt x="97" y="2681"/>
                      </a:cubicBezTo>
                      <a:cubicBezTo>
                        <a:pt x="97" y="2670"/>
                        <a:pt x="97" y="2658"/>
                        <a:pt x="96" y="2647"/>
                      </a:cubicBezTo>
                      <a:cubicBezTo>
                        <a:pt x="94" y="2369"/>
                        <a:pt x="93" y="2090"/>
                        <a:pt x="92" y="1812"/>
                      </a:cubicBezTo>
                      <a:cubicBezTo>
                        <a:pt x="91" y="1678"/>
                        <a:pt x="91" y="1543"/>
                        <a:pt x="90" y="1409"/>
                      </a:cubicBezTo>
                      <a:cubicBezTo>
                        <a:pt x="89" y="1292"/>
                        <a:pt x="88" y="1175"/>
                        <a:pt x="88" y="1057"/>
                      </a:cubicBezTo>
                      <a:cubicBezTo>
                        <a:pt x="88" y="995"/>
                        <a:pt x="88" y="933"/>
                        <a:pt x="87" y="871"/>
                      </a:cubicBezTo>
                      <a:cubicBezTo>
                        <a:pt x="86" y="802"/>
                        <a:pt x="86" y="733"/>
                        <a:pt x="86" y="663"/>
                      </a:cubicBezTo>
                      <a:cubicBezTo>
                        <a:pt x="86" y="643"/>
                        <a:pt x="86" y="622"/>
                        <a:pt x="85" y="601"/>
                      </a:cubicBezTo>
                      <a:cubicBezTo>
                        <a:pt x="86" y="491"/>
                        <a:pt x="98" y="418"/>
                        <a:pt x="163" y="328"/>
                      </a:cubicBezTo>
                      <a:cubicBezTo>
                        <a:pt x="188" y="305"/>
                        <a:pt x="188" y="305"/>
                        <a:pt x="239" y="296"/>
                      </a:cubicBezTo>
                      <a:cubicBezTo>
                        <a:pt x="253" y="299"/>
                        <a:pt x="266" y="302"/>
                        <a:pt x="279" y="305"/>
                      </a:cubicBezTo>
                      <a:cubicBezTo>
                        <a:pt x="279" y="275"/>
                        <a:pt x="279" y="245"/>
                        <a:pt x="279" y="214"/>
                      </a:cubicBezTo>
                      <a:cubicBezTo>
                        <a:pt x="310" y="214"/>
                        <a:pt x="340" y="214"/>
                        <a:pt x="371" y="214"/>
                      </a:cubicBezTo>
                      <a:cubicBezTo>
                        <a:pt x="368" y="200"/>
                        <a:pt x="365" y="187"/>
                        <a:pt x="362" y="174"/>
                      </a:cubicBezTo>
                      <a:cubicBezTo>
                        <a:pt x="372" y="116"/>
                        <a:pt x="377" y="109"/>
                        <a:pt x="420" y="74"/>
                      </a:cubicBezTo>
                      <a:cubicBezTo>
                        <a:pt x="539" y="0"/>
                        <a:pt x="687" y="17"/>
                        <a:pt x="822" y="18"/>
                      </a:cubicBezTo>
                      <a:close/>
                      <a:moveTo>
                        <a:pt x="645" y="762"/>
                      </a:moveTo>
                      <a:cubicBezTo>
                        <a:pt x="624" y="813"/>
                        <a:pt x="618" y="853"/>
                        <a:pt x="619" y="908"/>
                      </a:cubicBezTo>
                      <a:cubicBezTo>
                        <a:pt x="618" y="921"/>
                        <a:pt x="618" y="934"/>
                        <a:pt x="617" y="947"/>
                      </a:cubicBezTo>
                      <a:cubicBezTo>
                        <a:pt x="615" y="987"/>
                        <a:pt x="614" y="1027"/>
                        <a:pt x="614" y="1067"/>
                      </a:cubicBezTo>
                      <a:cubicBezTo>
                        <a:pt x="612" y="1108"/>
                        <a:pt x="611" y="1149"/>
                        <a:pt x="609" y="1190"/>
                      </a:cubicBezTo>
                      <a:cubicBezTo>
                        <a:pt x="608" y="1215"/>
                        <a:pt x="607" y="1240"/>
                        <a:pt x="607" y="1265"/>
                      </a:cubicBezTo>
                      <a:cubicBezTo>
                        <a:pt x="604" y="1351"/>
                        <a:pt x="604" y="1351"/>
                        <a:pt x="554" y="1402"/>
                      </a:cubicBezTo>
                      <a:cubicBezTo>
                        <a:pt x="548" y="1456"/>
                        <a:pt x="548" y="1456"/>
                        <a:pt x="548" y="1524"/>
                      </a:cubicBezTo>
                      <a:cubicBezTo>
                        <a:pt x="548" y="1530"/>
                        <a:pt x="548" y="1530"/>
                        <a:pt x="547" y="1561"/>
                      </a:cubicBezTo>
                      <a:cubicBezTo>
                        <a:pt x="547" y="1586"/>
                        <a:pt x="548" y="1612"/>
                        <a:pt x="548" y="1637"/>
                      </a:cubicBezTo>
                      <a:cubicBezTo>
                        <a:pt x="548" y="1676"/>
                        <a:pt x="548" y="1714"/>
                        <a:pt x="547" y="1753"/>
                      </a:cubicBezTo>
                      <a:cubicBezTo>
                        <a:pt x="547" y="1778"/>
                        <a:pt x="548" y="1803"/>
                        <a:pt x="548" y="1827"/>
                      </a:cubicBezTo>
                      <a:cubicBezTo>
                        <a:pt x="548" y="1850"/>
                        <a:pt x="548" y="1872"/>
                        <a:pt x="548" y="1895"/>
                      </a:cubicBezTo>
                      <a:cubicBezTo>
                        <a:pt x="554" y="1950"/>
                        <a:pt x="554" y="1950"/>
                        <a:pt x="599" y="1996"/>
                      </a:cubicBezTo>
                      <a:cubicBezTo>
                        <a:pt x="605" y="2044"/>
                        <a:pt x="608" y="2090"/>
                        <a:pt x="609" y="2139"/>
                      </a:cubicBezTo>
                      <a:cubicBezTo>
                        <a:pt x="609" y="2154"/>
                        <a:pt x="610" y="2169"/>
                        <a:pt x="610" y="2184"/>
                      </a:cubicBezTo>
                      <a:cubicBezTo>
                        <a:pt x="612" y="2233"/>
                        <a:pt x="613" y="2281"/>
                        <a:pt x="614" y="2330"/>
                      </a:cubicBezTo>
                      <a:cubicBezTo>
                        <a:pt x="615" y="2364"/>
                        <a:pt x="616" y="2398"/>
                        <a:pt x="617" y="2431"/>
                      </a:cubicBezTo>
                      <a:cubicBezTo>
                        <a:pt x="619" y="2520"/>
                        <a:pt x="621" y="2609"/>
                        <a:pt x="624" y="2698"/>
                      </a:cubicBezTo>
                      <a:cubicBezTo>
                        <a:pt x="626" y="2789"/>
                        <a:pt x="629" y="2879"/>
                        <a:pt x="631" y="2970"/>
                      </a:cubicBezTo>
                      <a:cubicBezTo>
                        <a:pt x="636" y="3148"/>
                        <a:pt x="641" y="3326"/>
                        <a:pt x="645" y="3504"/>
                      </a:cubicBezTo>
                      <a:cubicBezTo>
                        <a:pt x="705" y="3504"/>
                        <a:pt x="766" y="3504"/>
                        <a:pt x="828" y="3504"/>
                      </a:cubicBezTo>
                      <a:cubicBezTo>
                        <a:pt x="828" y="3534"/>
                        <a:pt x="828" y="3564"/>
                        <a:pt x="828" y="3595"/>
                      </a:cubicBezTo>
                      <a:cubicBezTo>
                        <a:pt x="1702" y="3595"/>
                        <a:pt x="2577" y="3595"/>
                        <a:pt x="3478" y="3595"/>
                      </a:cubicBezTo>
                      <a:cubicBezTo>
                        <a:pt x="3478" y="3565"/>
                        <a:pt x="3478" y="3535"/>
                        <a:pt x="3478" y="3504"/>
                      </a:cubicBezTo>
                      <a:cubicBezTo>
                        <a:pt x="3508" y="3504"/>
                        <a:pt x="3538" y="3504"/>
                        <a:pt x="3570" y="3504"/>
                      </a:cubicBezTo>
                      <a:cubicBezTo>
                        <a:pt x="3570" y="3474"/>
                        <a:pt x="3570" y="3443"/>
                        <a:pt x="3570" y="3412"/>
                      </a:cubicBezTo>
                      <a:cubicBezTo>
                        <a:pt x="3600" y="3412"/>
                        <a:pt x="3630" y="3412"/>
                        <a:pt x="3661" y="3412"/>
                      </a:cubicBezTo>
                      <a:cubicBezTo>
                        <a:pt x="3661" y="2688"/>
                        <a:pt x="3661" y="1965"/>
                        <a:pt x="3661" y="1219"/>
                      </a:cubicBezTo>
                      <a:cubicBezTo>
                        <a:pt x="3691" y="1219"/>
                        <a:pt x="3721" y="1219"/>
                        <a:pt x="3752" y="1219"/>
                      </a:cubicBezTo>
                      <a:cubicBezTo>
                        <a:pt x="3752" y="1189"/>
                        <a:pt x="3752" y="1159"/>
                        <a:pt x="3752" y="1127"/>
                      </a:cubicBezTo>
                      <a:cubicBezTo>
                        <a:pt x="3783" y="1127"/>
                        <a:pt x="3813" y="1127"/>
                        <a:pt x="3844" y="1127"/>
                      </a:cubicBezTo>
                      <a:cubicBezTo>
                        <a:pt x="3844" y="1097"/>
                        <a:pt x="3844" y="1067"/>
                        <a:pt x="3844" y="1036"/>
                      </a:cubicBezTo>
                      <a:cubicBezTo>
                        <a:pt x="3874" y="1036"/>
                        <a:pt x="3904" y="1036"/>
                        <a:pt x="3935" y="1036"/>
                      </a:cubicBezTo>
                      <a:cubicBezTo>
                        <a:pt x="3935" y="946"/>
                        <a:pt x="3935" y="855"/>
                        <a:pt x="3935" y="762"/>
                      </a:cubicBezTo>
                      <a:cubicBezTo>
                        <a:pt x="3905" y="762"/>
                        <a:pt x="3875" y="762"/>
                        <a:pt x="3844" y="762"/>
                      </a:cubicBezTo>
                      <a:cubicBezTo>
                        <a:pt x="3844" y="732"/>
                        <a:pt x="3844" y="702"/>
                        <a:pt x="3844" y="671"/>
                      </a:cubicBezTo>
                      <a:cubicBezTo>
                        <a:pt x="3814" y="671"/>
                        <a:pt x="3783" y="671"/>
                        <a:pt x="3752" y="671"/>
                      </a:cubicBezTo>
                      <a:cubicBezTo>
                        <a:pt x="3752" y="640"/>
                        <a:pt x="3752" y="610"/>
                        <a:pt x="3752" y="579"/>
                      </a:cubicBezTo>
                      <a:cubicBezTo>
                        <a:pt x="3374" y="575"/>
                        <a:pt x="2996" y="572"/>
                        <a:pt x="2618" y="570"/>
                      </a:cubicBezTo>
                      <a:cubicBezTo>
                        <a:pt x="2442" y="569"/>
                        <a:pt x="2267" y="567"/>
                        <a:pt x="2091" y="565"/>
                      </a:cubicBezTo>
                      <a:cubicBezTo>
                        <a:pt x="1938" y="564"/>
                        <a:pt x="1785" y="562"/>
                        <a:pt x="1632" y="562"/>
                      </a:cubicBezTo>
                      <a:cubicBezTo>
                        <a:pt x="1551" y="562"/>
                        <a:pt x="1470" y="561"/>
                        <a:pt x="1389" y="560"/>
                      </a:cubicBezTo>
                      <a:cubicBezTo>
                        <a:pt x="1312" y="559"/>
                        <a:pt x="1236" y="558"/>
                        <a:pt x="1160" y="558"/>
                      </a:cubicBezTo>
                      <a:cubicBezTo>
                        <a:pt x="1132" y="558"/>
                        <a:pt x="1104" y="558"/>
                        <a:pt x="1076" y="557"/>
                      </a:cubicBezTo>
                      <a:cubicBezTo>
                        <a:pt x="876" y="553"/>
                        <a:pt x="762" y="592"/>
                        <a:pt x="645" y="762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580" cap="flat">
                  <a:noFill/>
                </a:ln>
              </p:spPr>
            </p:sp>
            <p:sp>
              <p:nvSpPr>
                <p:cNvPr id="953" name="ICON_ACTION_SELECT_path_007"/>
                <p:cNvSpPr/>
                <p:nvPr/>
              </p:nvSpPr>
              <p:spPr>
                <a:xfrm>
                  <a:off x="1468344" y="5617391"/>
                  <a:ext cx="83568" cy="127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580" h="1005" fill="norm" stroke="0">
                      <a:moveTo>
                        <a:pt x="274" y="0"/>
                      </a:moveTo>
                      <a:cubicBezTo>
                        <a:pt x="2295" y="0"/>
                        <a:pt x="4316" y="0"/>
                        <a:pt x="6397" y="0"/>
                      </a:cubicBezTo>
                      <a:cubicBezTo>
                        <a:pt x="6397" y="30"/>
                        <a:pt x="6397" y="60"/>
                        <a:pt x="6397" y="91"/>
                      </a:cubicBezTo>
                      <a:cubicBezTo>
                        <a:pt x="6428" y="91"/>
                        <a:pt x="6458" y="91"/>
                        <a:pt x="6489" y="91"/>
                      </a:cubicBezTo>
                      <a:cubicBezTo>
                        <a:pt x="6489" y="122"/>
                        <a:pt x="6489" y="152"/>
                        <a:pt x="6489" y="183"/>
                      </a:cubicBezTo>
                      <a:cubicBezTo>
                        <a:pt x="6519" y="183"/>
                        <a:pt x="6549" y="183"/>
                        <a:pt x="6580" y="183"/>
                      </a:cubicBezTo>
                      <a:cubicBezTo>
                        <a:pt x="6580" y="364"/>
                        <a:pt x="6580" y="545"/>
                        <a:pt x="6580" y="731"/>
                      </a:cubicBezTo>
                      <a:cubicBezTo>
                        <a:pt x="6550" y="731"/>
                        <a:pt x="6520" y="731"/>
                        <a:pt x="6489" y="731"/>
                      </a:cubicBezTo>
                      <a:cubicBezTo>
                        <a:pt x="6489" y="761"/>
                        <a:pt x="6489" y="791"/>
                        <a:pt x="6489" y="823"/>
                      </a:cubicBezTo>
                      <a:cubicBezTo>
                        <a:pt x="6428" y="823"/>
                        <a:pt x="6368" y="823"/>
                        <a:pt x="6306" y="823"/>
                      </a:cubicBezTo>
                      <a:cubicBezTo>
                        <a:pt x="6306" y="853"/>
                        <a:pt x="6306" y="883"/>
                        <a:pt x="6306" y="914"/>
                      </a:cubicBezTo>
                      <a:cubicBezTo>
                        <a:pt x="4527" y="914"/>
                        <a:pt x="2747" y="914"/>
                        <a:pt x="914" y="914"/>
                      </a:cubicBezTo>
                      <a:cubicBezTo>
                        <a:pt x="914" y="944"/>
                        <a:pt x="914" y="974"/>
                        <a:pt x="914" y="1005"/>
                      </a:cubicBezTo>
                      <a:cubicBezTo>
                        <a:pt x="703" y="1005"/>
                        <a:pt x="492" y="1005"/>
                        <a:pt x="274" y="1005"/>
                      </a:cubicBezTo>
                      <a:cubicBezTo>
                        <a:pt x="274" y="975"/>
                        <a:pt x="274" y="945"/>
                        <a:pt x="274" y="914"/>
                      </a:cubicBezTo>
                      <a:cubicBezTo>
                        <a:pt x="244" y="914"/>
                        <a:pt x="214" y="914"/>
                        <a:pt x="183" y="914"/>
                      </a:cubicBezTo>
                      <a:cubicBezTo>
                        <a:pt x="183" y="854"/>
                        <a:pt x="183" y="793"/>
                        <a:pt x="183" y="731"/>
                      </a:cubicBezTo>
                      <a:cubicBezTo>
                        <a:pt x="153" y="731"/>
                        <a:pt x="122" y="731"/>
                        <a:pt x="91" y="731"/>
                      </a:cubicBezTo>
                      <a:cubicBezTo>
                        <a:pt x="91" y="701"/>
                        <a:pt x="91" y="671"/>
                        <a:pt x="91" y="640"/>
                      </a:cubicBezTo>
                      <a:cubicBezTo>
                        <a:pt x="61" y="640"/>
                        <a:pt x="31" y="640"/>
                        <a:pt x="0" y="640"/>
                      </a:cubicBezTo>
                      <a:cubicBezTo>
                        <a:pt x="0" y="519"/>
                        <a:pt x="0" y="398"/>
                        <a:pt x="0" y="274"/>
                      </a:cubicBezTo>
                      <a:cubicBezTo>
                        <a:pt x="30" y="274"/>
                        <a:pt x="60" y="274"/>
                        <a:pt x="91" y="274"/>
                      </a:cubicBezTo>
                      <a:cubicBezTo>
                        <a:pt x="91" y="244"/>
                        <a:pt x="91" y="214"/>
                        <a:pt x="91" y="183"/>
                      </a:cubicBezTo>
                      <a:cubicBezTo>
                        <a:pt x="122" y="183"/>
                        <a:pt x="152" y="183"/>
                        <a:pt x="183" y="183"/>
                      </a:cubicBezTo>
                      <a:cubicBezTo>
                        <a:pt x="183" y="153"/>
                        <a:pt x="183" y="122"/>
                        <a:pt x="183" y="91"/>
                      </a:cubicBezTo>
                      <a:cubicBezTo>
                        <a:pt x="213" y="91"/>
                        <a:pt x="243" y="91"/>
                        <a:pt x="274" y="91"/>
                      </a:cubicBezTo>
                      <a:cubicBezTo>
                        <a:pt x="274" y="61"/>
                        <a:pt x="274" y="31"/>
                        <a:pt x="274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54" name="ICON_ACTION_SELECT_path_008"/>
                <p:cNvSpPr/>
                <p:nvPr/>
              </p:nvSpPr>
              <p:spPr>
                <a:xfrm>
                  <a:off x="1410310" y="5743904"/>
                  <a:ext cx="29017" cy="3540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285" h="2787" fill="norm" stroke="0">
                      <a:moveTo>
                        <a:pt x="183" y="0"/>
                      </a:moveTo>
                      <a:cubicBezTo>
                        <a:pt x="846" y="0"/>
                        <a:pt x="1510" y="0"/>
                        <a:pt x="2193" y="0"/>
                      </a:cubicBezTo>
                      <a:cubicBezTo>
                        <a:pt x="2193" y="30"/>
                        <a:pt x="2193" y="60"/>
                        <a:pt x="2193" y="91"/>
                      </a:cubicBezTo>
                      <a:cubicBezTo>
                        <a:pt x="2224" y="91"/>
                        <a:pt x="2254" y="91"/>
                        <a:pt x="2285" y="91"/>
                      </a:cubicBezTo>
                      <a:cubicBezTo>
                        <a:pt x="2285" y="876"/>
                        <a:pt x="2285" y="1660"/>
                        <a:pt x="2285" y="2468"/>
                      </a:cubicBezTo>
                      <a:cubicBezTo>
                        <a:pt x="2255" y="2468"/>
                        <a:pt x="2224" y="2468"/>
                        <a:pt x="2193" y="2468"/>
                      </a:cubicBezTo>
                      <a:cubicBezTo>
                        <a:pt x="2193" y="2498"/>
                        <a:pt x="2193" y="2528"/>
                        <a:pt x="2193" y="2559"/>
                      </a:cubicBezTo>
                      <a:cubicBezTo>
                        <a:pt x="2043" y="2559"/>
                        <a:pt x="1892" y="2559"/>
                        <a:pt x="1736" y="2559"/>
                      </a:cubicBezTo>
                      <a:cubicBezTo>
                        <a:pt x="1736" y="2589"/>
                        <a:pt x="1736" y="2619"/>
                        <a:pt x="1736" y="2650"/>
                      </a:cubicBezTo>
                      <a:cubicBezTo>
                        <a:pt x="1435" y="2650"/>
                        <a:pt x="1133" y="2650"/>
                        <a:pt x="823" y="2650"/>
                      </a:cubicBezTo>
                      <a:cubicBezTo>
                        <a:pt x="823" y="2620"/>
                        <a:pt x="823" y="2590"/>
                        <a:pt x="823" y="2559"/>
                      </a:cubicBezTo>
                      <a:cubicBezTo>
                        <a:pt x="747" y="2567"/>
                        <a:pt x="747" y="2567"/>
                        <a:pt x="366" y="2605"/>
                      </a:cubicBezTo>
                      <a:cubicBezTo>
                        <a:pt x="366" y="2650"/>
                        <a:pt x="366" y="2695"/>
                        <a:pt x="366" y="2742"/>
                      </a:cubicBezTo>
                      <a:cubicBezTo>
                        <a:pt x="366" y="2757"/>
                        <a:pt x="366" y="2772"/>
                        <a:pt x="366" y="2787"/>
                      </a:cubicBezTo>
                      <a:cubicBezTo>
                        <a:pt x="275" y="2787"/>
                        <a:pt x="185" y="2787"/>
                        <a:pt x="91" y="2787"/>
                      </a:cubicBezTo>
                      <a:cubicBezTo>
                        <a:pt x="122" y="2682"/>
                        <a:pt x="152" y="2576"/>
                        <a:pt x="183" y="2468"/>
                      </a:cubicBezTo>
                      <a:cubicBezTo>
                        <a:pt x="153" y="2468"/>
                        <a:pt x="122" y="2468"/>
                        <a:pt x="91" y="2468"/>
                      </a:cubicBezTo>
                      <a:cubicBezTo>
                        <a:pt x="91" y="2437"/>
                        <a:pt x="91" y="2407"/>
                        <a:pt x="91" y="2376"/>
                      </a:cubicBezTo>
                      <a:cubicBezTo>
                        <a:pt x="61" y="2376"/>
                        <a:pt x="31" y="2376"/>
                        <a:pt x="0" y="2376"/>
                      </a:cubicBezTo>
                      <a:cubicBezTo>
                        <a:pt x="0" y="1954"/>
                        <a:pt x="0" y="1532"/>
                        <a:pt x="0" y="1097"/>
                      </a:cubicBezTo>
                      <a:cubicBezTo>
                        <a:pt x="30" y="1097"/>
                        <a:pt x="60" y="1097"/>
                        <a:pt x="91" y="1097"/>
                      </a:cubicBezTo>
                      <a:cubicBezTo>
                        <a:pt x="91" y="765"/>
                        <a:pt x="91" y="433"/>
                        <a:pt x="91" y="91"/>
                      </a:cubicBezTo>
                      <a:cubicBezTo>
                        <a:pt x="122" y="91"/>
                        <a:pt x="152" y="91"/>
                        <a:pt x="183" y="91"/>
                      </a:cubicBezTo>
                      <a:cubicBezTo>
                        <a:pt x="183" y="61"/>
                        <a:pt x="183" y="31"/>
                        <a:pt x="1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55" name="ICON_ACTION_SELECT_path_009"/>
                <p:cNvSpPr/>
                <p:nvPr/>
              </p:nvSpPr>
              <p:spPr>
                <a:xfrm>
                  <a:off x="1468344" y="5682389"/>
                  <a:ext cx="85890" cy="1160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763" h="914" fill="norm" stroke="0">
                      <a:moveTo>
                        <a:pt x="183" y="0"/>
                      </a:moveTo>
                      <a:cubicBezTo>
                        <a:pt x="2294" y="0"/>
                        <a:pt x="4405" y="0"/>
                        <a:pt x="6580" y="0"/>
                      </a:cubicBezTo>
                      <a:cubicBezTo>
                        <a:pt x="6580" y="30"/>
                        <a:pt x="6580" y="60"/>
                        <a:pt x="6580" y="91"/>
                      </a:cubicBezTo>
                      <a:cubicBezTo>
                        <a:pt x="6610" y="91"/>
                        <a:pt x="6641" y="91"/>
                        <a:pt x="6672" y="91"/>
                      </a:cubicBezTo>
                      <a:cubicBezTo>
                        <a:pt x="6672" y="122"/>
                        <a:pt x="6672" y="152"/>
                        <a:pt x="6672" y="183"/>
                      </a:cubicBezTo>
                      <a:cubicBezTo>
                        <a:pt x="6702" y="183"/>
                        <a:pt x="6732" y="183"/>
                        <a:pt x="6763" y="183"/>
                      </a:cubicBezTo>
                      <a:cubicBezTo>
                        <a:pt x="6763" y="213"/>
                        <a:pt x="6763" y="243"/>
                        <a:pt x="6763" y="274"/>
                      </a:cubicBezTo>
                      <a:cubicBezTo>
                        <a:pt x="6733" y="274"/>
                        <a:pt x="6703" y="274"/>
                        <a:pt x="6672" y="274"/>
                      </a:cubicBezTo>
                      <a:cubicBezTo>
                        <a:pt x="6672" y="365"/>
                        <a:pt x="6672" y="455"/>
                        <a:pt x="6672" y="548"/>
                      </a:cubicBezTo>
                      <a:cubicBezTo>
                        <a:pt x="6641" y="548"/>
                        <a:pt x="6611" y="548"/>
                        <a:pt x="6580" y="548"/>
                      </a:cubicBezTo>
                      <a:cubicBezTo>
                        <a:pt x="6580" y="579"/>
                        <a:pt x="6580" y="609"/>
                        <a:pt x="6580" y="640"/>
                      </a:cubicBezTo>
                      <a:cubicBezTo>
                        <a:pt x="6550" y="640"/>
                        <a:pt x="6520" y="640"/>
                        <a:pt x="6489" y="640"/>
                      </a:cubicBezTo>
                      <a:cubicBezTo>
                        <a:pt x="6489" y="670"/>
                        <a:pt x="6489" y="700"/>
                        <a:pt x="6489" y="731"/>
                      </a:cubicBezTo>
                      <a:cubicBezTo>
                        <a:pt x="6459" y="731"/>
                        <a:pt x="6428" y="731"/>
                        <a:pt x="6397" y="731"/>
                      </a:cubicBezTo>
                      <a:cubicBezTo>
                        <a:pt x="6397" y="761"/>
                        <a:pt x="6397" y="791"/>
                        <a:pt x="6397" y="823"/>
                      </a:cubicBezTo>
                      <a:cubicBezTo>
                        <a:pt x="5794" y="823"/>
                        <a:pt x="5191" y="823"/>
                        <a:pt x="4570" y="823"/>
                      </a:cubicBezTo>
                      <a:cubicBezTo>
                        <a:pt x="4570" y="853"/>
                        <a:pt x="4570" y="883"/>
                        <a:pt x="4570" y="914"/>
                      </a:cubicBezTo>
                      <a:cubicBezTo>
                        <a:pt x="4509" y="914"/>
                        <a:pt x="4449" y="914"/>
                        <a:pt x="4387" y="914"/>
                      </a:cubicBezTo>
                      <a:cubicBezTo>
                        <a:pt x="4387" y="884"/>
                        <a:pt x="4387" y="854"/>
                        <a:pt x="4387" y="823"/>
                      </a:cubicBezTo>
                      <a:cubicBezTo>
                        <a:pt x="2999" y="823"/>
                        <a:pt x="1612" y="823"/>
                        <a:pt x="183" y="823"/>
                      </a:cubicBezTo>
                      <a:cubicBezTo>
                        <a:pt x="183" y="792"/>
                        <a:pt x="183" y="762"/>
                        <a:pt x="183" y="731"/>
                      </a:cubicBezTo>
                      <a:cubicBezTo>
                        <a:pt x="153" y="731"/>
                        <a:pt x="122" y="731"/>
                        <a:pt x="91" y="731"/>
                      </a:cubicBezTo>
                      <a:cubicBezTo>
                        <a:pt x="91" y="701"/>
                        <a:pt x="91" y="671"/>
                        <a:pt x="91" y="640"/>
                      </a:cubicBezTo>
                      <a:cubicBezTo>
                        <a:pt x="61" y="640"/>
                        <a:pt x="31" y="640"/>
                        <a:pt x="0" y="640"/>
                      </a:cubicBezTo>
                      <a:cubicBezTo>
                        <a:pt x="0" y="489"/>
                        <a:pt x="0" y="338"/>
                        <a:pt x="0" y="183"/>
                      </a:cubicBezTo>
                      <a:cubicBezTo>
                        <a:pt x="30" y="183"/>
                        <a:pt x="60" y="183"/>
                        <a:pt x="91" y="183"/>
                      </a:cubicBezTo>
                      <a:cubicBezTo>
                        <a:pt x="91" y="153"/>
                        <a:pt x="91" y="122"/>
                        <a:pt x="91" y="91"/>
                      </a:cubicBezTo>
                      <a:cubicBezTo>
                        <a:pt x="122" y="91"/>
                        <a:pt x="152" y="91"/>
                        <a:pt x="183" y="91"/>
                      </a:cubicBezTo>
                      <a:cubicBezTo>
                        <a:pt x="183" y="61"/>
                        <a:pt x="183" y="31"/>
                        <a:pt x="183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56" name="ICON_ACTION_SELECT_path_010"/>
                <p:cNvSpPr/>
                <p:nvPr/>
              </p:nvSpPr>
              <p:spPr>
                <a:xfrm>
                  <a:off x="1468344" y="5746226"/>
                  <a:ext cx="84729" cy="1160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672" h="914" fill="norm" stroke="0">
                      <a:moveTo>
                        <a:pt x="274" y="0"/>
                      </a:moveTo>
                      <a:cubicBezTo>
                        <a:pt x="2295" y="0"/>
                        <a:pt x="4316" y="0"/>
                        <a:pt x="6397" y="0"/>
                      </a:cubicBezTo>
                      <a:cubicBezTo>
                        <a:pt x="6397" y="30"/>
                        <a:pt x="6397" y="60"/>
                        <a:pt x="6397" y="91"/>
                      </a:cubicBezTo>
                      <a:cubicBezTo>
                        <a:pt x="6428" y="91"/>
                        <a:pt x="6458" y="91"/>
                        <a:pt x="6489" y="91"/>
                      </a:cubicBezTo>
                      <a:cubicBezTo>
                        <a:pt x="6489" y="122"/>
                        <a:pt x="6489" y="152"/>
                        <a:pt x="6489" y="183"/>
                      </a:cubicBezTo>
                      <a:cubicBezTo>
                        <a:pt x="6519" y="183"/>
                        <a:pt x="6549" y="183"/>
                        <a:pt x="6580" y="183"/>
                      </a:cubicBezTo>
                      <a:cubicBezTo>
                        <a:pt x="6580" y="243"/>
                        <a:pt x="6580" y="303"/>
                        <a:pt x="6580" y="366"/>
                      </a:cubicBezTo>
                      <a:cubicBezTo>
                        <a:pt x="6610" y="366"/>
                        <a:pt x="6641" y="366"/>
                        <a:pt x="6672" y="366"/>
                      </a:cubicBezTo>
                      <a:cubicBezTo>
                        <a:pt x="6672" y="426"/>
                        <a:pt x="6672" y="486"/>
                        <a:pt x="6672" y="548"/>
                      </a:cubicBezTo>
                      <a:cubicBezTo>
                        <a:pt x="6641" y="548"/>
                        <a:pt x="6611" y="548"/>
                        <a:pt x="6580" y="548"/>
                      </a:cubicBezTo>
                      <a:cubicBezTo>
                        <a:pt x="6580" y="609"/>
                        <a:pt x="6580" y="669"/>
                        <a:pt x="6580" y="731"/>
                      </a:cubicBezTo>
                      <a:cubicBezTo>
                        <a:pt x="6550" y="731"/>
                        <a:pt x="6520" y="731"/>
                        <a:pt x="6489" y="731"/>
                      </a:cubicBezTo>
                      <a:cubicBezTo>
                        <a:pt x="6489" y="761"/>
                        <a:pt x="6489" y="791"/>
                        <a:pt x="6489" y="823"/>
                      </a:cubicBezTo>
                      <a:cubicBezTo>
                        <a:pt x="6428" y="823"/>
                        <a:pt x="6368" y="823"/>
                        <a:pt x="6306" y="823"/>
                      </a:cubicBezTo>
                      <a:cubicBezTo>
                        <a:pt x="6306" y="853"/>
                        <a:pt x="6306" y="883"/>
                        <a:pt x="6306" y="914"/>
                      </a:cubicBezTo>
                      <a:cubicBezTo>
                        <a:pt x="6246" y="914"/>
                        <a:pt x="6185" y="914"/>
                        <a:pt x="6123" y="914"/>
                      </a:cubicBezTo>
                      <a:cubicBezTo>
                        <a:pt x="6123" y="884"/>
                        <a:pt x="6123" y="854"/>
                        <a:pt x="6123" y="823"/>
                      </a:cubicBezTo>
                      <a:cubicBezTo>
                        <a:pt x="4163" y="823"/>
                        <a:pt x="2203" y="823"/>
                        <a:pt x="183" y="823"/>
                      </a:cubicBezTo>
                      <a:cubicBezTo>
                        <a:pt x="183" y="792"/>
                        <a:pt x="183" y="762"/>
                        <a:pt x="183" y="731"/>
                      </a:cubicBezTo>
                      <a:cubicBezTo>
                        <a:pt x="153" y="731"/>
                        <a:pt x="122" y="731"/>
                        <a:pt x="91" y="731"/>
                      </a:cubicBezTo>
                      <a:cubicBezTo>
                        <a:pt x="91" y="701"/>
                        <a:pt x="91" y="671"/>
                        <a:pt x="91" y="640"/>
                      </a:cubicBezTo>
                      <a:cubicBezTo>
                        <a:pt x="61" y="640"/>
                        <a:pt x="31" y="640"/>
                        <a:pt x="0" y="640"/>
                      </a:cubicBezTo>
                      <a:cubicBezTo>
                        <a:pt x="0" y="519"/>
                        <a:pt x="0" y="398"/>
                        <a:pt x="0" y="274"/>
                      </a:cubicBezTo>
                      <a:cubicBezTo>
                        <a:pt x="30" y="274"/>
                        <a:pt x="60" y="274"/>
                        <a:pt x="91" y="274"/>
                      </a:cubicBezTo>
                      <a:cubicBezTo>
                        <a:pt x="91" y="244"/>
                        <a:pt x="91" y="214"/>
                        <a:pt x="91" y="183"/>
                      </a:cubicBezTo>
                      <a:cubicBezTo>
                        <a:pt x="122" y="183"/>
                        <a:pt x="152" y="183"/>
                        <a:pt x="183" y="183"/>
                      </a:cubicBezTo>
                      <a:cubicBezTo>
                        <a:pt x="183" y="153"/>
                        <a:pt x="183" y="122"/>
                        <a:pt x="183" y="91"/>
                      </a:cubicBezTo>
                      <a:cubicBezTo>
                        <a:pt x="213" y="91"/>
                        <a:pt x="243" y="91"/>
                        <a:pt x="274" y="91"/>
                      </a:cubicBezTo>
                      <a:cubicBezTo>
                        <a:pt x="274" y="61"/>
                        <a:pt x="274" y="31"/>
                        <a:pt x="274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57" name="ICON_ACTION_SELECT_path_011"/>
                <p:cNvSpPr/>
                <p:nvPr/>
              </p:nvSpPr>
              <p:spPr>
                <a:xfrm>
                  <a:off x="1463701" y="5632480"/>
                  <a:ext cx="66158" cy="1741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209" h="1371" fill="norm" stroke="0">
                      <a:moveTo>
                        <a:pt x="640" y="0"/>
                      </a:moveTo>
                      <a:cubicBezTo>
                        <a:pt x="881" y="0"/>
                        <a:pt x="1122" y="0"/>
                        <a:pt x="1371" y="0"/>
                      </a:cubicBezTo>
                      <a:cubicBezTo>
                        <a:pt x="1371" y="60"/>
                        <a:pt x="1371" y="121"/>
                        <a:pt x="1371" y="183"/>
                      </a:cubicBezTo>
                      <a:cubicBezTo>
                        <a:pt x="1401" y="183"/>
                        <a:pt x="1431" y="183"/>
                        <a:pt x="1462" y="183"/>
                      </a:cubicBezTo>
                      <a:cubicBezTo>
                        <a:pt x="1462" y="243"/>
                        <a:pt x="1462" y="303"/>
                        <a:pt x="1462" y="366"/>
                      </a:cubicBezTo>
                      <a:cubicBezTo>
                        <a:pt x="1523" y="366"/>
                        <a:pt x="1583" y="366"/>
                        <a:pt x="1645" y="366"/>
                      </a:cubicBezTo>
                      <a:cubicBezTo>
                        <a:pt x="1645" y="396"/>
                        <a:pt x="1645" y="426"/>
                        <a:pt x="1645" y="457"/>
                      </a:cubicBezTo>
                      <a:cubicBezTo>
                        <a:pt x="2731" y="457"/>
                        <a:pt x="3817" y="457"/>
                        <a:pt x="4935" y="457"/>
                      </a:cubicBezTo>
                      <a:cubicBezTo>
                        <a:pt x="4935" y="487"/>
                        <a:pt x="4935" y="517"/>
                        <a:pt x="4935" y="548"/>
                      </a:cubicBezTo>
                      <a:cubicBezTo>
                        <a:pt x="4965" y="548"/>
                        <a:pt x="4995" y="548"/>
                        <a:pt x="5027" y="548"/>
                      </a:cubicBezTo>
                      <a:cubicBezTo>
                        <a:pt x="5027" y="579"/>
                        <a:pt x="5027" y="609"/>
                        <a:pt x="5027" y="640"/>
                      </a:cubicBezTo>
                      <a:cubicBezTo>
                        <a:pt x="5057" y="640"/>
                        <a:pt x="5087" y="640"/>
                        <a:pt x="5118" y="640"/>
                      </a:cubicBezTo>
                      <a:cubicBezTo>
                        <a:pt x="5118" y="670"/>
                        <a:pt x="5118" y="700"/>
                        <a:pt x="5118" y="731"/>
                      </a:cubicBezTo>
                      <a:cubicBezTo>
                        <a:pt x="5148" y="731"/>
                        <a:pt x="5178" y="731"/>
                        <a:pt x="5209" y="731"/>
                      </a:cubicBezTo>
                      <a:cubicBezTo>
                        <a:pt x="5209" y="852"/>
                        <a:pt x="5209" y="972"/>
                        <a:pt x="5209" y="1097"/>
                      </a:cubicBezTo>
                      <a:cubicBezTo>
                        <a:pt x="5179" y="1097"/>
                        <a:pt x="5149" y="1097"/>
                        <a:pt x="5118" y="1097"/>
                      </a:cubicBezTo>
                      <a:cubicBezTo>
                        <a:pt x="5118" y="1127"/>
                        <a:pt x="5118" y="1157"/>
                        <a:pt x="5118" y="1188"/>
                      </a:cubicBezTo>
                      <a:cubicBezTo>
                        <a:pt x="5088" y="1188"/>
                        <a:pt x="5058" y="1188"/>
                        <a:pt x="5027" y="1188"/>
                      </a:cubicBezTo>
                      <a:cubicBezTo>
                        <a:pt x="5027" y="1218"/>
                        <a:pt x="5027" y="1248"/>
                        <a:pt x="5027" y="1279"/>
                      </a:cubicBezTo>
                      <a:cubicBezTo>
                        <a:pt x="4996" y="1279"/>
                        <a:pt x="4966" y="1279"/>
                        <a:pt x="4935" y="1279"/>
                      </a:cubicBezTo>
                      <a:cubicBezTo>
                        <a:pt x="4935" y="1310"/>
                        <a:pt x="4935" y="1340"/>
                        <a:pt x="4935" y="1371"/>
                      </a:cubicBezTo>
                      <a:cubicBezTo>
                        <a:pt x="3487" y="1371"/>
                        <a:pt x="2040" y="1371"/>
                        <a:pt x="548" y="1371"/>
                      </a:cubicBezTo>
                      <a:cubicBezTo>
                        <a:pt x="548" y="1341"/>
                        <a:pt x="548" y="1311"/>
                        <a:pt x="548" y="1279"/>
                      </a:cubicBezTo>
                      <a:cubicBezTo>
                        <a:pt x="428" y="1279"/>
                        <a:pt x="307" y="1279"/>
                        <a:pt x="183" y="1279"/>
                      </a:cubicBezTo>
                      <a:cubicBezTo>
                        <a:pt x="183" y="1249"/>
                        <a:pt x="183" y="1219"/>
                        <a:pt x="183" y="1188"/>
                      </a:cubicBezTo>
                      <a:cubicBezTo>
                        <a:pt x="153" y="1188"/>
                        <a:pt x="122" y="1188"/>
                        <a:pt x="91" y="1188"/>
                      </a:cubicBezTo>
                      <a:cubicBezTo>
                        <a:pt x="91" y="1098"/>
                        <a:pt x="91" y="1007"/>
                        <a:pt x="91" y="914"/>
                      </a:cubicBezTo>
                      <a:cubicBezTo>
                        <a:pt x="61" y="914"/>
                        <a:pt x="31" y="914"/>
                        <a:pt x="0" y="914"/>
                      </a:cubicBezTo>
                      <a:cubicBezTo>
                        <a:pt x="0" y="884"/>
                        <a:pt x="0" y="854"/>
                        <a:pt x="0" y="823"/>
                      </a:cubicBezTo>
                      <a:cubicBezTo>
                        <a:pt x="30" y="823"/>
                        <a:pt x="60" y="823"/>
                        <a:pt x="91" y="823"/>
                      </a:cubicBezTo>
                      <a:cubicBezTo>
                        <a:pt x="91" y="762"/>
                        <a:pt x="91" y="702"/>
                        <a:pt x="91" y="640"/>
                      </a:cubicBezTo>
                      <a:cubicBezTo>
                        <a:pt x="152" y="640"/>
                        <a:pt x="212" y="640"/>
                        <a:pt x="274" y="640"/>
                      </a:cubicBezTo>
                      <a:cubicBezTo>
                        <a:pt x="274" y="610"/>
                        <a:pt x="274" y="579"/>
                        <a:pt x="274" y="548"/>
                      </a:cubicBezTo>
                      <a:cubicBezTo>
                        <a:pt x="334" y="548"/>
                        <a:pt x="395" y="548"/>
                        <a:pt x="457" y="548"/>
                      </a:cubicBezTo>
                      <a:cubicBezTo>
                        <a:pt x="457" y="518"/>
                        <a:pt x="457" y="488"/>
                        <a:pt x="457" y="457"/>
                      </a:cubicBezTo>
                      <a:cubicBezTo>
                        <a:pt x="487" y="457"/>
                        <a:pt x="517" y="457"/>
                        <a:pt x="548" y="457"/>
                      </a:cubicBezTo>
                      <a:cubicBezTo>
                        <a:pt x="548" y="427"/>
                        <a:pt x="548" y="397"/>
                        <a:pt x="548" y="366"/>
                      </a:cubicBezTo>
                      <a:cubicBezTo>
                        <a:pt x="639" y="366"/>
                        <a:pt x="729" y="366"/>
                        <a:pt x="823" y="366"/>
                      </a:cubicBezTo>
                      <a:cubicBezTo>
                        <a:pt x="823" y="305"/>
                        <a:pt x="823" y="245"/>
                        <a:pt x="823" y="183"/>
                      </a:cubicBezTo>
                      <a:cubicBezTo>
                        <a:pt x="762" y="183"/>
                        <a:pt x="702" y="183"/>
                        <a:pt x="640" y="183"/>
                      </a:cubicBezTo>
                      <a:cubicBezTo>
                        <a:pt x="640" y="122"/>
                        <a:pt x="640" y="62"/>
                        <a:pt x="64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58" name="ICON_ACTION_SELECT_path_012"/>
                <p:cNvSpPr/>
                <p:nvPr/>
              </p:nvSpPr>
              <p:spPr>
                <a:xfrm>
                  <a:off x="1468344" y="5764797"/>
                  <a:ext cx="62676" cy="1392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935" h="1097" fill="norm" stroke="0">
                      <a:moveTo>
                        <a:pt x="457" y="0"/>
                      </a:moveTo>
                      <a:cubicBezTo>
                        <a:pt x="487" y="0"/>
                        <a:pt x="517" y="0"/>
                        <a:pt x="548" y="0"/>
                      </a:cubicBezTo>
                      <a:cubicBezTo>
                        <a:pt x="548" y="30"/>
                        <a:pt x="548" y="60"/>
                        <a:pt x="548" y="91"/>
                      </a:cubicBezTo>
                      <a:cubicBezTo>
                        <a:pt x="579" y="91"/>
                        <a:pt x="609" y="91"/>
                        <a:pt x="640" y="91"/>
                      </a:cubicBezTo>
                      <a:cubicBezTo>
                        <a:pt x="640" y="122"/>
                        <a:pt x="640" y="152"/>
                        <a:pt x="640" y="183"/>
                      </a:cubicBezTo>
                      <a:cubicBezTo>
                        <a:pt x="1665" y="183"/>
                        <a:pt x="2691" y="183"/>
                        <a:pt x="3747" y="183"/>
                      </a:cubicBezTo>
                      <a:cubicBezTo>
                        <a:pt x="3747" y="153"/>
                        <a:pt x="3747" y="122"/>
                        <a:pt x="3747" y="91"/>
                      </a:cubicBezTo>
                      <a:cubicBezTo>
                        <a:pt x="3807" y="91"/>
                        <a:pt x="3868" y="91"/>
                        <a:pt x="3930" y="91"/>
                      </a:cubicBezTo>
                      <a:cubicBezTo>
                        <a:pt x="3930" y="61"/>
                        <a:pt x="3930" y="31"/>
                        <a:pt x="3930" y="0"/>
                      </a:cubicBezTo>
                      <a:cubicBezTo>
                        <a:pt x="4050" y="0"/>
                        <a:pt x="4171" y="0"/>
                        <a:pt x="4295" y="0"/>
                      </a:cubicBezTo>
                      <a:cubicBezTo>
                        <a:pt x="4295" y="30"/>
                        <a:pt x="4295" y="60"/>
                        <a:pt x="4295" y="91"/>
                      </a:cubicBezTo>
                      <a:cubicBezTo>
                        <a:pt x="4356" y="91"/>
                        <a:pt x="4416" y="91"/>
                        <a:pt x="4478" y="91"/>
                      </a:cubicBezTo>
                      <a:cubicBezTo>
                        <a:pt x="4478" y="122"/>
                        <a:pt x="4478" y="152"/>
                        <a:pt x="4478" y="183"/>
                      </a:cubicBezTo>
                      <a:cubicBezTo>
                        <a:pt x="4508" y="183"/>
                        <a:pt x="4539" y="183"/>
                        <a:pt x="4570" y="183"/>
                      </a:cubicBezTo>
                      <a:cubicBezTo>
                        <a:pt x="4570" y="213"/>
                        <a:pt x="4570" y="243"/>
                        <a:pt x="4570" y="274"/>
                      </a:cubicBezTo>
                      <a:cubicBezTo>
                        <a:pt x="4630" y="274"/>
                        <a:pt x="4690" y="274"/>
                        <a:pt x="4752" y="274"/>
                      </a:cubicBezTo>
                      <a:cubicBezTo>
                        <a:pt x="4752" y="304"/>
                        <a:pt x="4752" y="334"/>
                        <a:pt x="4752" y="366"/>
                      </a:cubicBezTo>
                      <a:cubicBezTo>
                        <a:pt x="4783" y="366"/>
                        <a:pt x="4813" y="366"/>
                        <a:pt x="4844" y="366"/>
                      </a:cubicBezTo>
                      <a:cubicBezTo>
                        <a:pt x="4844" y="486"/>
                        <a:pt x="4844" y="607"/>
                        <a:pt x="4844" y="731"/>
                      </a:cubicBezTo>
                      <a:cubicBezTo>
                        <a:pt x="4874" y="731"/>
                        <a:pt x="4904" y="731"/>
                        <a:pt x="4935" y="731"/>
                      </a:cubicBezTo>
                      <a:cubicBezTo>
                        <a:pt x="4935" y="791"/>
                        <a:pt x="4935" y="852"/>
                        <a:pt x="4935" y="914"/>
                      </a:cubicBezTo>
                      <a:cubicBezTo>
                        <a:pt x="4905" y="914"/>
                        <a:pt x="4875" y="914"/>
                        <a:pt x="4844" y="914"/>
                      </a:cubicBezTo>
                      <a:cubicBezTo>
                        <a:pt x="4844" y="944"/>
                        <a:pt x="4844" y="974"/>
                        <a:pt x="4844" y="1005"/>
                      </a:cubicBezTo>
                      <a:cubicBezTo>
                        <a:pt x="4783" y="1005"/>
                        <a:pt x="4723" y="1005"/>
                        <a:pt x="4661" y="1005"/>
                      </a:cubicBezTo>
                      <a:cubicBezTo>
                        <a:pt x="4661" y="1035"/>
                        <a:pt x="4661" y="1066"/>
                        <a:pt x="4661" y="1097"/>
                      </a:cubicBezTo>
                      <a:cubicBezTo>
                        <a:pt x="4570" y="1097"/>
                        <a:pt x="4480" y="1097"/>
                        <a:pt x="4387" y="1097"/>
                      </a:cubicBezTo>
                      <a:cubicBezTo>
                        <a:pt x="4387" y="1067"/>
                        <a:pt x="4387" y="1036"/>
                        <a:pt x="4387" y="1005"/>
                      </a:cubicBezTo>
                      <a:cubicBezTo>
                        <a:pt x="2999" y="1005"/>
                        <a:pt x="1612" y="1005"/>
                        <a:pt x="183" y="1005"/>
                      </a:cubicBezTo>
                      <a:cubicBezTo>
                        <a:pt x="183" y="975"/>
                        <a:pt x="183" y="945"/>
                        <a:pt x="183" y="914"/>
                      </a:cubicBezTo>
                      <a:cubicBezTo>
                        <a:pt x="153" y="914"/>
                        <a:pt x="122" y="914"/>
                        <a:pt x="91" y="914"/>
                      </a:cubicBezTo>
                      <a:cubicBezTo>
                        <a:pt x="91" y="884"/>
                        <a:pt x="91" y="854"/>
                        <a:pt x="91" y="823"/>
                      </a:cubicBezTo>
                      <a:cubicBezTo>
                        <a:pt x="61" y="823"/>
                        <a:pt x="31" y="823"/>
                        <a:pt x="0" y="823"/>
                      </a:cubicBezTo>
                      <a:cubicBezTo>
                        <a:pt x="0" y="642"/>
                        <a:pt x="0" y="461"/>
                        <a:pt x="0" y="274"/>
                      </a:cubicBezTo>
                      <a:cubicBezTo>
                        <a:pt x="30" y="274"/>
                        <a:pt x="60" y="274"/>
                        <a:pt x="91" y="274"/>
                      </a:cubicBezTo>
                      <a:cubicBezTo>
                        <a:pt x="91" y="244"/>
                        <a:pt x="91" y="214"/>
                        <a:pt x="91" y="183"/>
                      </a:cubicBezTo>
                      <a:cubicBezTo>
                        <a:pt x="152" y="183"/>
                        <a:pt x="212" y="183"/>
                        <a:pt x="274" y="183"/>
                      </a:cubicBezTo>
                      <a:cubicBezTo>
                        <a:pt x="274" y="153"/>
                        <a:pt x="274" y="122"/>
                        <a:pt x="274" y="91"/>
                      </a:cubicBezTo>
                      <a:cubicBezTo>
                        <a:pt x="334" y="91"/>
                        <a:pt x="395" y="91"/>
                        <a:pt x="457" y="91"/>
                      </a:cubicBezTo>
                      <a:cubicBezTo>
                        <a:pt x="457" y="61"/>
                        <a:pt x="457" y="31"/>
                        <a:pt x="45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59" name="ICON_ACTION_SELECT_path_013"/>
                <p:cNvSpPr/>
                <p:nvPr/>
              </p:nvSpPr>
              <p:spPr>
                <a:xfrm>
                  <a:off x="1464862" y="5702120"/>
                  <a:ext cx="64998" cy="1160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118" h="914" fill="norm" stroke="0">
                      <a:moveTo>
                        <a:pt x="457" y="0"/>
                      </a:moveTo>
                      <a:cubicBezTo>
                        <a:pt x="547" y="0"/>
                        <a:pt x="638" y="0"/>
                        <a:pt x="731" y="0"/>
                      </a:cubicBezTo>
                      <a:cubicBezTo>
                        <a:pt x="731" y="30"/>
                        <a:pt x="731" y="60"/>
                        <a:pt x="731" y="91"/>
                      </a:cubicBezTo>
                      <a:cubicBezTo>
                        <a:pt x="2088" y="91"/>
                        <a:pt x="3445" y="91"/>
                        <a:pt x="4844" y="91"/>
                      </a:cubicBezTo>
                      <a:cubicBezTo>
                        <a:pt x="4844" y="122"/>
                        <a:pt x="4844" y="152"/>
                        <a:pt x="4844" y="183"/>
                      </a:cubicBezTo>
                      <a:cubicBezTo>
                        <a:pt x="4874" y="183"/>
                        <a:pt x="4904" y="183"/>
                        <a:pt x="4935" y="183"/>
                      </a:cubicBezTo>
                      <a:cubicBezTo>
                        <a:pt x="4935" y="213"/>
                        <a:pt x="4935" y="243"/>
                        <a:pt x="4935" y="274"/>
                      </a:cubicBezTo>
                      <a:cubicBezTo>
                        <a:pt x="4965" y="274"/>
                        <a:pt x="4995" y="274"/>
                        <a:pt x="5027" y="274"/>
                      </a:cubicBezTo>
                      <a:cubicBezTo>
                        <a:pt x="5027" y="304"/>
                        <a:pt x="5027" y="334"/>
                        <a:pt x="5027" y="366"/>
                      </a:cubicBezTo>
                      <a:cubicBezTo>
                        <a:pt x="5057" y="366"/>
                        <a:pt x="5087" y="366"/>
                        <a:pt x="5118" y="366"/>
                      </a:cubicBezTo>
                      <a:cubicBezTo>
                        <a:pt x="5118" y="486"/>
                        <a:pt x="5118" y="607"/>
                        <a:pt x="5118" y="731"/>
                      </a:cubicBezTo>
                      <a:cubicBezTo>
                        <a:pt x="5088" y="731"/>
                        <a:pt x="5058" y="731"/>
                        <a:pt x="5027" y="731"/>
                      </a:cubicBezTo>
                      <a:cubicBezTo>
                        <a:pt x="5027" y="761"/>
                        <a:pt x="5027" y="791"/>
                        <a:pt x="5027" y="823"/>
                      </a:cubicBezTo>
                      <a:cubicBezTo>
                        <a:pt x="4996" y="823"/>
                        <a:pt x="4966" y="823"/>
                        <a:pt x="4935" y="823"/>
                      </a:cubicBezTo>
                      <a:cubicBezTo>
                        <a:pt x="4935" y="853"/>
                        <a:pt x="4935" y="883"/>
                        <a:pt x="4935" y="914"/>
                      </a:cubicBezTo>
                      <a:cubicBezTo>
                        <a:pt x="3457" y="914"/>
                        <a:pt x="1980" y="914"/>
                        <a:pt x="457" y="914"/>
                      </a:cubicBezTo>
                      <a:cubicBezTo>
                        <a:pt x="457" y="884"/>
                        <a:pt x="457" y="854"/>
                        <a:pt x="457" y="823"/>
                      </a:cubicBezTo>
                      <a:cubicBezTo>
                        <a:pt x="427" y="823"/>
                        <a:pt x="397" y="823"/>
                        <a:pt x="366" y="823"/>
                      </a:cubicBezTo>
                      <a:cubicBezTo>
                        <a:pt x="366" y="792"/>
                        <a:pt x="366" y="762"/>
                        <a:pt x="366" y="731"/>
                      </a:cubicBezTo>
                      <a:cubicBezTo>
                        <a:pt x="335" y="731"/>
                        <a:pt x="305" y="731"/>
                        <a:pt x="274" y="731"/>
                      </a:cubicBezTo>
                      <a:cubicBezTo>
                        <a:pt x="274" y="701"/>
                        <a:pt x="274" y="671"/>
                        <a:pt x="274" y="640"/>
                      </a:cubicBezTo>
                      <a:cubicBezTo>
                        <a:pt x="214" y="640"/>
                        <a:pt x="154" y="640"/>
                        <a:pt x="91" y="640"/>
                      </a:cubicBezTo>
                      <a:cubicBezTo>
                        <a:pt x="91" y="610"/>
                        <a:pt x="91" y="579"/>
                        <a:pt x="91" y="548"/>
                      </a:cubicBezTo>
                      <a:cubicBezTo>
                        <a:pt x="61" y="548"/>
                        <a:pt x="31" y="548"/>
                        <a:pt x="0" y="548"/>
                      </a:cubicBezTo>
                      <a:cubicBezTo>
                        <a:pt x="0" y="488"/>
                        <a:pt x="0" y="428"/>
                        <a:pt x="0" y="366"/>
                      </a:cubicBezTo>
                      <a:cubicBezTo>
                        <a:pt x="30" y="366"/>
                        <a:pt x="60" y="366"/>
                        <a:pt x="91" y="366"/>
                      </a:cubicBezTo>
                      <a:cubicBezTo>
                        <a:pt x="91" y="335"/>
                        <a:pt x="91" y="305"/>
                        <a:pt x="91" y="274"/>
                      </a:cubicBezTo>
                      <a:cubicBezTo>
                        <a:pt x="122" y="274"/>
                        <a:pt x="152" y="274"/>
                        <a:pt x="183" y="274"/>
                      </a:cubicBezTo>
                      <a:cubicBezTo>
                        <a:pt x="183" y="244"/>
                        <a:pt x="183" y="214"/>
                        <a:pt x="183" y="183"/>
                      </a:cubicBezTo>
                      <a:cubicBezTo>
                        <a:pt x="243" y="183"/>
                        <a:pt x="303" y="183"/>
                        <a:pt x="366" y="183"/>
                      </a:cubicBezTo>
                      <a:cubicBezTo>
                        <a:pt x="366" y="153"/>
                        <a:pt x="366" y="122"/>
                        <a:pt x="366" y="91"/>
                      </a:cubicBezTo>
                      <a:cubicBezTo>
                        <a:pt x="396" y="91"/>
                        <a:pt x="426" y="91"/>
                        <a:pt x="457" y="91"/>
                      </a:cubicBezTo>
                      <a:cubicBezTo>
                        <a:pt x="457" y="61"/>
                        <a:pt x="457" y="31"/>
                        <a:pt x="45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60" name="ICON_ACTION_SELECT_path_014"/>
                <p:cNvSpPr/>
                <p:nvPr/>
              </p:nvSpPr>
              <p:spPr>
                <a:xfrm>
                  <a:off x="1406828" y="5574446"/>
                  <a:ext cx="163655" cy="464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886" h="366" fill="norm" stroke="0">
                      <a:moveTo>
                        <a:pt x="0" y="0"/>
                      </a:moveTo>
                      <a:cubicBezTo>
                        <a:pt x="4192" y="0"/>
                        <a:pt x="8384" y="0"/>
                        <a:pt x="12703" y="0"/>
                      </a:cubicBezTo>
                      <a:cubicBezTo>
                        <a:pt x="12703" y="90"/>
                        <a:pt x="12703" y="181"/>
                        <a:pt x="12703" y="274"/>
                      </a:cubicBezTo>
                      <a:cubicBezTo>
                        <a:pt x="12764" y="274"/>
                        <a:pt x="12824" y="274"/>
                        <a:pt x="12886" y="274"/>
                      </a:cubicBezTo>
                      <a:cubicBezTo>
                        <a:pt x="12886" y="304"/>
                        <a:pt x="12886" y="334"/>
                        <a:pt x="12886" y="366"/>
                      </a:cubicBezTo>
                      <a:cubicBezTo>
                        <a:pt x="12735" y="366"/>
                        <a:pt x="12585" y="366"/>
                        <a:pt x="12429" y="366"/>
                      </a:cubicBezTo>
                      <a:cubicBezTo>
                        <a:pt x="12429" y="335"/>
                        <a:pt x="12429" y="305"/>
                        <a:pt x="12429" y="274"/>
                      </a:cubicBezTo>
                      <a:cubicBezTo>
                        <a:pt x="8358" y="274"/>
                        <a:pt x="4286" y="274"/>
                        <a:pt x="91" y="274"/>
                      </a:cubicBezTo>
                      <a:cubicBezTo>
                        <a:pt x="91" y="244"/>
                        <a:pt x="91" y="214"/>
                        <a:pt x="91" y="183"/>
                      </a:cubicBezTo>
                      <a:cubicBezTo>
                        <a:pt x="61" y="183"/>
                        <a:pt x="31" y="183"/>
                        <a:pt x="0" y="183"/>
                      </a:cubicBezTo>
                      <a:cubicBezTo>
                        <a:pt x="0" y="122"/>
                        <a:pt x="0" y="62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61" name="ICON_ACTION_SELECT_path_015"/>
                <p:cNvSpPr/>
                <p:nvPr/>
              </p:nvSpPr>
              <p:spPr>
                <a:xfrm>
                  <a:off x="1407989" y="5612749"/>
                  <a:ext cx="39463" cy="3271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107" h="2576" fill="norm" stroke="0">
                      <a:moveTo>
                        <a:pt x="2650" y="0"/>
                      </a:moveTo>
                      <a:cubicBezTo>
                        <a:pt x="2711" y="0"/>
                        <a:pt x="2771" y="0"/>
                        <a:pt x="2833" y="0"/>
                      </a:cubicBezTo>
                      <a:cubicBezTo>
                        <a:pt x="2833" y="30"/>
                        <a:pt x="2833" y="60"/>
                        <a:pt x="2833" y="91"/>
                      </a:cubicBezTo>
                      <a:cubicBezTo>
                        <a:pt x="2863" y="91"/>
                        <a:pt x="2893" y="91"/>
                        <a:pt x="2925" y="91"/>
                      </a:cubicBezTo>
                      <a:cubicBezTo>
                        <a:pt x="2925" y="122"/>
                        <a:pt x="2925" y="152"/>
                        <a:pt x="2925" y="183"/>
                      </a:cubicBezTo>
                      <a:cubicBezTo>
                        <a:pt x="2955" y="183"/>
                        <a:pt x="2985" y="183"/>
                        <a:pt x="3016" y="183"/>
                      </a:cubicBezTo>
                      <a:cubicBezTo>
                        <a:pt x="3016" y="213"/>
                        <a:pt x="3016" y="243"/>
                        <a:pt x="3016" y="274"/>
                      </a:cubicBezTo>
                      <a:cubicBezTo>
                        <a:pt x="3046" y="274"/>
                        <a:pt x="3076" y="274"/>
                        <a:pt x="3107" y="274"/>
                      </a:cubicBezTo>
                      <a:cubicBezTo>
                        <a:pt x="3107" y="365"/>
                        <a:pt x="3107" y="455"/>
                        <a:pt x="3107" y="548"/>
                      </a:cubicBezTo>
                      <a:cubicBezTo>
                        <a:pt x="3077" y="548"/>
                        <a:pt x="3047" y="548"/>
                        <a:pt x="3016" y="548"/>
                      </a:cubicBezTo>
                      <a:cubicBezTo>
                        <a:pt x="3016" y="579"/>
                        <a:pt x="3016" y="609"/>
                        <a:pt x="3016" y="640"/>
                      </a:cubicBezTo>
                      <a:cubicBezTo>
                        <a:pt x="2986" y="640"/>
                        <a:pt x="2956" y="640"/>
                        <a:pt x="2925" y="640"/>
                      </a:cubicBezTo>
                      <a:cubicBezTo>
                        <a:pt x="2925" y="670"/>
                        <a:pt x="2925" y="700"/>
                        <a:pt x="2925" y="731"/>
                      </a:cubicBezTo>
                      <a:cubicBezTo>
                        <a:pt x="2894" y="731"/>
                        <a:pt x="2864" y="731"/>
                        <a:pt x="2833" y="731"/>
                      </a:cubicBezTo>
                      <a:cubicBezTo>
                        <a:pt x="2835" y="742"/>
                        <a:pt x="2837" y="753"/>
                        <a:pt x="2840" y="765"/>
                      </a:cubicBezTo>
                      <a:cubicBezTo>
                        <a:pt x="2849" y="849"/>
                        <a:pt x="2846" y="896"/>
                        <a:pt x="2796" y="967"/>
                      </a:cubicBezTo>
                      <a:cubicBezTo>
                        <a:pt x="2678" y="1094"/>
                        <a:pt x="2678" y="1094"/>
                        <a:pt x="2599" y="1102"/>
                      </a:cubicBezTo>
                      <a:cubicBezTo>
                        <a:pt x="2586" y="1100"/>
                        <a:pt x="2572" y="1098"/>
                        <a:pt x="2559" y="1097"/>
                      </a:cubicBezTo>
                      <a:cubicBezTo>
                        <a:pt x="2559" y="1127"/>
                        <a:pt x="2559" y="1157"/>
                        <a:pt x="2559" y="1188"/>
                      </a:cubicBezTo>
                      <a:cubicBezTo>
                        <a:pt x="2529" y="1188"/>
                        <a:pt x="2499" y="1188"/>
                        <a:pt x="2468" y="1188"/>
                      </a:cubicBezTo>
                      <a:cubicBezTo>
                        <a:pt x="2468" y="1218"/>
                        <a:pt x="2468" y="1248"/>
                        <a:pt x="2468" y="1279"/>
                      </a:cubicBezTo>
                      <a:cubicBezTo>
                        <a:pt x="2437" y="1279"/>
                        <a:pt x="2407" y="1279"/>
                        <a:pt x="2376" y="1279"/>
                      </a:cubicBezTo>
                      <a:cubicBezTo>
                        <a:pt x="2378" y="1291"/>
                        <a:pt x="2380" y="1302"/>
                        <a:pt x="2382" y="1314"/>
                      </a:cubicBezTo>
                      <a:cubicBezTo>
                        <a:pt x="2390" y="1391"/>
                        <a:pt x="2392" y="1442"/>
                        <a:pt x="2344" y="1505"/>
                      </a:cubicBezTo>
                      <a:cubicBezTo>
                        <a:pt x="2298" y="1548"/>
                        <a:pt x="2251" y="1587"/>
                        <a:pt x="2202" y="1625"/>
                      </a:cubicBezTo>
                      <a:cubicBezTo>
                        <a:pt x="2169" y="1652"/>
                        <a:pt x="2137" y="1678"/>
                        <a:pt x="2104" y="1705"/>
                      </a:cubicBezTo>
                      <a:cubicBezTo>
                        <a:pt x="2096" y="1712"/>
                        <a:pt x="2096" y="1712"/>
                        <a:pt x="2056" y="1744"/>
                      </a:cubicBezTo>
                      <a:cubicBezTo>
                        <a:pt x="1871" y="1899"/>
                        <a:pt x="1871" y="1899"/>
                        <a:pt x="1854" y="2008"/>
                      </a:cubicBezTo>
                      <a:cubicBezTo>
                        <a:pt x="1831" y="2130"/>
                        <a:pt x="1744" y="2215"/>
                        <a:pt x="1645" y="2285"/>
                      </a:cubicBezTo>
                      <a:cubicBezTo>
                        <a:pt x="1593" y="2290"/>
                        <a:pt x="1593" y="2290"/>
                        <a:pt x="1554" y="2285"/>
                      </a:cubicBezTo>
                      <a:cubicBezTo>
                        <a:pt x="1554" y="2315"/>
                        <a:pt x="1554" y="2345"/>
                        <a:pt x="1554" y="2376"/>
                      </a:cubicBezTo>
                      <a:cubicBezTo>
                        <a:pt x="1523" y="2376"/>
                        <a:pt x="1493" y="2376"/>
                        <a:pt x="1462" y="2376"/>
                      </a:cubicBezTo>
                      <a:cubicBezTo>
                        <a:pt x="1462" y="2406"/>
                        <a:pt x="1462" y="2436"/>
                        <a:pt x="1462" y="2468"/>
                      </a:cubicBezTo>
                      <a:cubicBezTo>
                        <a:pt x="1432" y="2468"/>
                        <a:pt x="1402" y="2468"/>
                        <a:pt x="1371" y="2468"/>
                      </a:cubicBezTo>
                      <a:cubicBezTo>
                        <a:pt x="1371" y="2498"/>
                        <a:pt x="1371" y="2528"/>
                        <a:pt x="1371" y="2559"/>
                      </a:cubicBezTo>
                      <a:cubicBezTo>
                        <a:pt x="1029" y="2576"/>
                        <a:pt x="1029" y="2576"/>
                        <a:pt x="933" y="2494"/>
                      </a:cubicBezTo>
                      <a:cubicBezTo>
                        <a:pt x="914" y="2468"/>
                        <a:pt x="914" y="2468"/>
                        <a:pt x="905" y="2416"/>
                      </a:cubicBezTo>
                      <a:cubicBezTo>
                        <a:pt x="907" y="2410"/>
                        <a:pt x="907" y="2410"/>
                        <a:pt x="914" y="2376"/>
                      </a:cubicBezTo>
                      <a:cubicBezTo>
                        <a:pt x="884" y="2376"/>
                        <a:pt x="854" y="2376"/>
                        <a:pt x="823" y="2376"/>
                      </a:cubicBezTo>
                      <a:cubicBezTo>
                        <a:pt x="823" y="2346"/>
                        <a:pt x="823" y="2316"/>
                        <a:pt x="823" y="2285"/>
                      </a:cubicBezTo>
                      <a:cubicBezTo>
                        <a:pt x="792" y="2285"/>
                        <a:pt x="762" y="2285"/>
                        <a:pt x="731" y="2285"/>
                      </a:cubicBezTo>
                      <a:cubicBezTo>
                        <a:pt x="731" y="2255"/>
                        <a:pt x="731" y="2224"/>
                        <a:pt x="731" y="2193"/>
                      </a:cubicBezTo>
                      <a:cubicBezTo>
                        <a:pt x="701" y="2193"/>
                        <a:pt x="671" y="2193"/>
                        <a:pt x="640" y="2193"/>
                      </a:cubicBezTo>
                      <a:cubicBezTo>
                        <a:pt x="640" y="2163"/>
                        <a:pt x="640" y="2133"/>
                        <a:pt x="640" y="2102"/>
                      </a:cubicBezTo>
                      <a:cubicBezTo>
                        <a:pt x="610" y="2102"/>
                        <a:pt x="579" y="2102"/>
                        <a:pt x="548" y="2102"/>
                      </a:cubicBezTo>
                      <a:cubicBezTo>
                        <a:pt x="548" y="2072"/>
                        <a:pt x="548" y="2042"/>
                        <a:pt x="548" y="2011"/>
                      </a:cubicBezTo>
                      <a:cubicBezTo>
                        <a:pt x="518" y="2011"/>
                        <a:pt x="488" y="2011"/>
                        <a:pt x="457" y="2011"/>
                      </a:cubicBezTo>
                      <a:cubicBezTo>
                        <a:pt x="457" y="1980"/>
                        <a:pt x="457" y="1950"/>
                        <a:pt x="457" y="1919"/>
                      </a:cubicBezTo>
                      <a:cubicBezTo>
                        <a:pt x="427" y="1919"/>
                        <a:pt x="397" y="1919"/>
                        <a:pt x="366" y="1919"/>
                      </a:cubicBezTo>
                      <a:cubicBezTo>
                        <a:pt x="366" y="1889"/>
                        <a:pt x="366" y="1859"/>
                        <a:pt x="366" y="1828"/>
                      </a:cubicBezTo>
                      <a:cubicBezTo>
                        <a:pt x="335" y="1828"/>
                        <a:pt x="305" y="1828"/>
                        <a:pt x="274" y="1828"/>
                      </a:cubicBezTo>
                      <a:cubicBezTo>
                        <a:pt x="274" y="1798"/>
                        <a:pt x="274" y="1768"/>
                        <a:pt x="274" y="1736"/>
                      </a:cubicBezTo>
                      <a:cubicBezTo>
                        <a:pt x="244" y="1736"/>
                        <a:pt x="214" y="1736"/>
                        <a:pt x="183" y="1736"/>
                      </a:cubicBezTo>
                      <a:cubicBezTo>
                        <a:pt x="183" y="1706"/>
                        <a:pt x="183" y="1676"/>
                        <a:pt x="183" y="1645"/>
                      </a:cubicBezTo>
                      <a:cubicBezTo>
                        <a:pt x="153" y="1645"/>
                        <a:pt x="122" y="1645"/>
                        <a:pt x="91" y="1645"/>
                      </a:cubicBezTo>
                      <a:cubicBezTo>
                        <a:pt x="91" y="1615"/>
                        <a:pt x="91" y="1585"/>
                        <a:pt x="91" y="1554"/>
                      </a:cubicBezTo>
                      <a:cubicBezTo>
                        <a:pt x="61" y="1554"/>
                        <a:pt x="31" y="1554"/>
                        <a:pt x="0" y="1554"/>
                      </a:cubicBezTo>
                      <a:cubicBezTo>
                        <a:pt x="0" y="1433"/>
                        <a:pt x="0" y="1312"/>
                        <a:pt x="0" y="1188"/>
                      </a:cubicBezTo>
                      <a:cubicBezTo>
                        <a:pt x="30" y="1188"/>
                        <a:pt x="60" y="1188"/>
                        <a:pt x="91" y="1188"/>
                      </a:cubicBezTo>
                      <a:cubicBezTo>
                        <a:pt x="91" y="1158"/>
                        <a:pt x="91" y="1128"/>
                        <a:pt x="91" y="1097"/>
                      </a:cubicBezTo>
                      <a:cubicBezTo>
                        <a:pt x="122" y="1097"/>
                        <a:pt x="152" y="1097"/>
                        <a:pt x="183" y="1097"/>
                      </a:cubicBezTo>
                      <a:cubicBezTo>
                        <a:pt x="183" y="1067"/>
                        <a:pt x="183" y="1036"/>
                        <a:pt x="183" y="1005"/>
                      </a:cubicBezTo>
                      <a:cubicBezTo>
                        <a:pt x="525" y="988"/>
                        <a:pt x="525" y="988"/>
                        <a:pt x="620" y="1070"/>
                      </a:cubicBezTo>
                      <a:cubicBezTo>
                        <a:pt x="640" y="1097"/>
                        <a:pt x="640" y="1097"/>
                        <a:pt x="648" y="1148"/>
                      </a:cubicBezTo>
                      <a:cubicBezTo>
                        <a:pt x="645" y="1161"/>
                        <a:pt x="643" y="1175"/>
                        <a:pt x="640" y="1188"/>
                      </a:cubicBezTo>
                      <a:cubicBezTo>
                        <a:pt x="670" y="1188"/>
                        <a:pt x="700" y="1188"/>
                        <a:pt x="731" y="1188"/>
                      </a:cubicBezTo>
                      <a:cubicBezTo>
                        <a:pt x="731" y="1218"/>
                        <a:pt x="731" y="1248"/>
                        <a:pt x="731" y="1279"/>
                      </a:cubicBezTo>
                      <a:cubicBezTo>
                        <a:pt x="761" y="1279"/>
                        <a:pt x="791" y="1279"/>
                        <a:pt x="823" y="1279"/>
                      </a:cubicBezTo>
                      <a:cubicBezTo>
                        <a:pt x="823" y="1310"/>
                        <a:pt x="823" y="1340"/>
                        <a:pt x="823" y="1371"/>
                      </a:cubicBezTo>
                      <a:cubicBezTo>
                        <a:pt x="883" y="1371"/>
                        <a:pt x="943" y="1371"/>
                        <a:pt x="1005" y="1371"/>
                      </a:cubicBezTo>
                      <a:cubicBezTo>
                        <a:pt x="1005" y="1401"/>
                        <a:pt x="1005" y="1431"/>
                        <a:pt x="1005" y="1462"/>
                      </a:cubicBezTo>
                      <a:cubicBezTo>
                        <a:pt x="1035" y="1462"/>
                        <a:pt x="1066" y="1462"/>
                        <a:pt x="1097" y="1462"/>
                      </a:cubicBezTo>
                      <a:cubicBezTo>
                        <a:pt x="1097" y="1492"/>
                        <a:pt x="1097" y="1523"/>
                        <a:pt x="1097" y="1554"/>
                      </a:cubicBezTo>
                      <a:cubicBezTo>
                        <a:pt x="1157" y="1554"/>
                        <a:pt x="1217" y="1554"/>
                        <a:pt x="1279" y="1554"/>
                      </a:cubicBezTo>
                      <a:cubicBezTo>
                        <a:pt x="1279" y="1523"/>
                        <a:pt x="1279" y="1493"/>
                        <a:pt x="1279" y="1462"/>
                      </a:cubicBezTo>
                      <a:cubicBezTo>
                        <a:pt x="1310" y="1462"/>
                        <a:pt x="1340" y="1462"/>
                        <a:pt x="1371" y="1462"/>
                      </a:cubicBezTo>
                      <a:cubicBezTo>
                        <a:pt x="1371" y="1432"/>
                        <a:pt x="1371" y="1402"/>
                        <a:pt x="1371" y="1371"/>
                      </a:cubicBezTo>
                      <a:cubicBezTo>
                        <a:pt x="1401" y="1371"/>
                        <a:pt x="1431" y="1371"/>
                        <a:pt x="1462" y="1371"/>
                      </a:cubicBezTo>
                      <a:cubicBezTo>
                        <a:pt x="1462" y="1341"/>
                        <a:pt x="1462" y="1311"/>
                        <a:pt x="1462" y="1279"/>
                      </a:cubicBezTo>
                      <a:cubicBezTo>
                        <a:pt x="1492" y="1279"/>
                        <a:pt x="1523" y="1279"/>
                        <a:pt x="1554" y="1279"/>
                      </a:cubicBezTo>
                      <a:cubicBezTo>
                        <a:pt x="1554" y="1219"/>
                        <a:pt x="1554" y="1159"/>
                        <a:pt x="1554" y="1097"/>
                      </a:cubicBezTo>
                      <a:cubicBezTo>
                        <a:pt x="1584" y="1097"/>
                        <a:pt x="1614" y="1097"/>
                        <a:pt x="1645" y="1097"/>
                      </a:cubicBezTo>
                      <a:cubicBezTo>
                        <a:pt x="1645" y="1067"/>
                        <a:pt x="1645" y="1036"/>
                        <a:pt x="1645" y="1005"/>
                      </a:cubicBezTo>
                      <a:cubicBezTo>
                        <a:pt x="1675" y="1005"/>
                        <a:pt x="1705" y="1005"/>
                        <a:pt x="1736" y="1005"/>
                      </a:cubicBezTo>
                      <a:cubicBezTo>
                        <a:pt x="1736" y="975"/>
                        <a:pt x="1736" y="945"/>
                        <a:pt x="1736" y="914"/>
                      </a:cubicBezTo>
                      <a:cubicBezTo>
                        <a:pt x="1767" y="914"/>
                        <a:pt x="1797" y="914"/>
                        <a:pt x="1828" y="914"/>
                      </a:cubicBezTo>
                      <a:cubicBezTo>
                        <a:pt x="1828" y="884"/>
                        <a:pt x="1828" y="854"/>
                        <a:pt x="1828" y="823"/>
                      </a:cubicBezTo>
                      <a:cubicBezTo>
                        <a:pt x="1858" y="823"/>
                        <a:pt x="1888" y="823"/>
                        <a:pt x="1919" y="823"/>
                      </a:cubicBezTo>
                      <a:cubicBezTo>
                        <a:pt x="1919" y="762"/>
                        <a:pt x="1919" y="702"/>
                        <a:pt x="1919" y="640"/>
                      </a:cubicBezTo>
                      <a:cubicBezTo>
                        <a:pt x="1949" y="640"/>
                        <a:pt x="1980" y="640"/>
                        <a:pt x="2011" y="640"/>
                      </a:cubicBezTo>
                      <a:cubicBezTo>
                        <a:pt x="2011" y="610"/>
                        <a:pt x="2011" y="579"/>
                        <a:pt x="2011" y="548"/>
                      </a:cubicBezTo>
                      <a:cubicBezTo>
                        <a:pt x="2041" y="548"/>
                        <a:pt x="2071" y="548"/>
                        <a:pt x="2102" y="548"/>
                      </a:cubicBezTo>
                      <a:cubicBezTo>
                        <a:pt x="2102" y="518"/>
                        <a:pt x="2102" y="488"/>
                        <a:pt x="2102" y="457"/>
                      </a:cubicBezTo>
                      <a:cubicBezTo>
                        <a:pt x="2132" y="457"/>
                        <a:pt x="2162" y="457"/>
                        <a:pt x="2193" y="457"/>
                      </a:cubicBezTo>
                      <a:cubicBezTo>
                        <a:pt x="2193" y="427"/>
                        <a:pt x="2193" y="397"/>
                        <a:pt x="2193" y="366"/>
                      </a:cubicBezTo>
                      <a:cubicBezTo>
                        <a:pt x="2224" y="366"/>
                        <a:pt x="2254" y="366"/>
                        <a:pt x="2285" y="366"/>
                      </a:cubicBezTo>
                      <a:cubicBezTo>
                        <a:pt x="2284" y="359"/>
                        <a:pt x="2284" y="359"/>
                        <a:pt x="2280" y="326"/>
                      </a:cubicBezTo>
                      <a:cubicBezTo>
                        <a:pt x="2288" y="237"/>
                        <a:pt x="2352" y="187"/>
                        <a:pt x="2415" y="129"/>
                      </a:cubicBezTo>
                      <a:cubicBezTo>
                        <a:pt x="2485" y="79"/>
                        <a:pt x="2533" y="76"/>
                        <a:pt x="2617" y="85"/>
                      </a:cubicBezTo>
                      <a:cubicBezTo>
                        <a:pt x="2628" y="87"/>
                        <a:pt x="2639" y="89"/>
                        <a:pt x="2650" y="91"/>
                      </a:cubicBezTo>
                      <a:cubicBezTo>
                        <a:pt x="2650" y="61"/>
                        <a:pt x="2650" y="31"/>
                        <a:pt x="2650" y="0"/>
                      </a:cubicBezTo>
                      <a:close/>
                    </a:path>
                  </a:pathLst>
                </a:custGeom>
                <a:solidFill>
                  <a:srgbClr val="E24798"/>
                </a:solidFill>
                <a:ln w="580" cap="flat">
                  <a:noFill/>
                </a:ln>
              </p:spPr>
            </p:sp>
            <p:sp>
              <p:nvSpPr>
                <p:cNvPr id="962" name="ICON_ACTION_SELECT_path_016"/>
                <p:cNvSpPr/>
                <p:nvPr/>
              </p:nvSpPr>
              <p:spPr>
                <a:xfrm>
                  <a:off x="1407989" y="5678907"/>
                  <a:ext cx="39463" cy="3166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107" h="2493" fill="norm" stroke="0">
                      <a:moveTo>
                        <a:pt x="2376" y="0"/>
                      </a:moveTo>
                      <a:cubicBezTo>
                        <a:pt x="2557" y="0"/>
                        <a:pt x="2738" y="0"/>
                        <a:pt x="2925" y="0"/>
                      </a:cubicBezTo>
                      <a:cubicBezTo>
                        <a:pt x="2925" y="30"/>
                        <a:pt x="2925" y="60"/>
                        <a:pt x="2925" y="91"/>
                      </a:cubicBezTo>
                      <a:cubicBezTo>
                        <a:pt x="2955" y="91"/>
                        <a:pt x="2985" y="91"/>
                        <a:pt x="3016" y="91"/>
                      </a:cubicBezTo>
                      <a:cubicBezTo>
                        <a:pt x="3016" y="122"/>
                        <a:pt x="3016" y="152"/>
                        <a:pt x="3016" y="183"/>
                      </a:cubicBezTo>
                      <a:cubicBezTo>
                        <a:pt x="3046" y="183"/>
                        <a:pt x="3076" y="183"/>
                        <a:pt x="3107" y="183"/>
                      </a:cubicBezTo>
                      <a:cubicBezTo>
                        <a:pt x="3107" y="273"/>
                        <a:pt x="3107" y="364"/>
                        <a:pt x="3107" y="457"/>
                      </a:cubicBezTo>
                      <a:cubicBezTo>
                        <a:pt x="3077" y="457"/>
                        <a:pt x="3047" y="457"/>
                        <a:pt x="3016" y="457"/>
                      </a:cubicBezTo>
                      <a:cubicBezTo>
                        <a:pt x="3016" y="487"/>
                        <a:pt x="3016" y="517"/>
                        <a:pt x="3016" y="548"/>
                      </a:cubicBezTo>
                      <a:cubicBezTo>
                        <a:pt x="2986" y="548"/>
                        <a:pt x="2956" y="548"/>
                        <a:pt x="2925" y="548"/>
                      </a:cubicBezTo>
                      <a:cubicBezTo>
                        <a:pt x="2925" y="579"/>
                        <a:pt x="2925" y="609"/>
                        <a:pt x="2925" y="640"/>
                      </a:cubicBezTo>
                      <a:cubicBezTo>
                        <a:pt x="2894" y="640"/>
                        <a:pt x="2864" y="640"/>
                        <a:pt x="2833" y="640"/>
                      </a:cubicBezTo>
                      <a:cubicBezTo>
                        <a:pt x="2835" y="651"/>
                        <a:pt x="2837" y="662"/>
                        <a:pt x="2840" y="673"/>
                      </a:cubicBezTo>
                      <a:cubicBezTo>
                        <a:pt x="2849" y="757"/>
                        <a:pt x="2846" y="805"/>
                        <a:pt x="2796" y="875"/>
                      </a:cubicBezTo>
                      <a:cubicBezTo>
                        <a:pt x="2678" y="1003"/>
                        <a:pt x="2678" y="1003"/>
                        <a:pt x="2599" y="1010"/>
                      </a:cubicBezTo>
                      <a:cubicBezTo>
                        <a:pt x="2586" y="1009"/>
                        <a:pt x="2572" y="1007"/>
                        <a:pt x="2559" y="1005"/>
                      </a:cubicBezTo>
                      <a:cubicBezTo>
                        <a:pt x="2559" y="1035"/>
                        <a:pt x="2559" y="1066"/>
                        <a:pt x="2559" y="1097"/>
                      </a:cubicBezTo>
                      <a:cubicBezTo>
                        <a:pt x="2529" y="1097"/>
                        <a:pt x="2499" y="1097"/>
                        <a:pt x="2468" y="1097"/>
                      </a:cubicBezTo>
                      <a:cubicBezTo>
                        <a:pt x="2468" y="1127"/>
                        <a:pt x="2468" y="1157"/>
                        <a:pt x="2468" y="1188"/>
                      </a:cubicBezTo>
                      <a:cubicBezTo>
                        <a:pt x="2437" y="1188"/>
                        <a:pt x="2407" y="1188"/>
                        <a:pt x="2376" y="1188"/>
                      </a:cubicBezTo>
                      <a:cubicBezTo>
                        <a:pt x="2378" y="1199"/>
                        <a:pt x="2380" y="1211"/>
                        <a:pt x="2382" y="1222"/>
                      </a:cubicBezTo>
                      <a:cubicBezTo>
                        <a:pt x="2390" y="1299"/>
                        <a:pt x="2392" y="1350"/>
                        <a:pt x="2344" y="1414"/>
                      </a:cubicBezTo>
                      <a:cubicBezTo>
                        <a:pt x="2298" y="1456"/>
                        <a:pt x="2251" y="1495"/>
                        <a:pt x="2202" y="1534"/>
                      </a:cubicBezTo>
                      <a:cubicBezTo>
                        <a:pt x="2169" y="1560"/>
                        <a:pt x="2137" y="1587"/>
                        <a:pt x="2104" y="1614"/>
                      </a:cubicBezTo>
                      <a:cubicBezTo>
                        <a:pt x="2096" y="1620"/>
                        <a:pt x="2096" y="1620"/>
                        <a:pt x="2056" y="1653"/>
                      </a:cubicBezTo>
                      <a:cubicBezTo>
                        <a:pt x="1871" y="1807"/>
                        <a:pt x="1871" y="1807"/>
                        <a:pt x="1854" y="1916"/>
                      </a:cubicBezTo>
                      <a:cubicBezTo>
                        <a:pt x="1831" y="2038"/>
                        <a:pt x="1744" y="2123"/>
                        <a:pt x="1645" y="2193"/>
                      </a:cubicBezTo>
                      <a:cubicBezTo>
                        <a:pt x="1593" y="2198"/>
                        <a:pt x="1593" y="2198"/>
                        <a:pt x="1554" y="2193"/>
                      </a:cubicBezTo>
                      <a:cubicBezTo>
                        <a:pt x="1554" y="2224"/>
                        <a:pt x="1554" y="2254"/>
                        <a:pt x="1554" y="2285"/>
                      </a:cubicBezTo>
                      <a:cubicBezTo>
                        <a:pt x="1523" y="2285"/>
                        <a:pt x="1493" y="2285"/>
                        <a:pt x="1462" y="2285"/>
                      </a:cubicBezTo>
                      <a:cubicBezTo>
                        <a:pt x="1465" y="2298"/>
                        <a:pt x="1468" y="2311"/>
                        <a:pt x="1471" y="2325"/>
                      </a:cubicBezTo>
                      <a:cubicBezTo>
                        <a:pt x="1461" y="2382"/>
                        <a:pt x="1455" y="2392"/>
                        <a:pt x="1411" y="2428"/>
                      </a:cubicBezTo>
                      <a:cubicBezTo>
                        <a:pt x="1302" y="2493"/>
                        <a:pt x="1173" y="2484"/>
                        <a:pt x="1051" y="2468"/>
                      </a:cubicBezTo>
                      <a:cubicBezTo>
                        <a:pt x="994" y="2447"/>
                        <a:pt x="952" y="2424"/>
                        <a:pt x="914" y="2376"/>
                      </a:cubicBezTo>
                      <a:cubicBezTo>
                        <a:pt x="905" y="2325"/>
                        <a:pt x="905" y="2325"/>
                        <a:pt x="914" y="2285"/>
                      </a:cubicBezTo>
                      <a:cubicBezTo>
                        <a:pt x="884" y="2285"/>
                        <a:pt x="854" y="2285"/>
                        <a:pt x="823" y="2285"/>
                      </a:cubicBezTo>
                      <a:cubicBezTo>
                        <a:pt x="823" y="2255"/>
                        <a:pt x="823" y="2224"/>
                        <a:pt x="823" y="2193"/>
                      </a:cubicBezTo>
                      <a:cubicBezTo>
                        <a:pt x="792" y="2193"/>
                        <a:pt x="762" y="2193"/>
                        <a:pt x="731" y="2193"/>
                      </a:cubicBezTo>
                      <a:cubicBezTo>
                        <a:pt x="731" y="2163"/>
                        <a:pt x="731" y="2133"/>
                        <a:pt x="731" y="2102"/>
                      </a:cubicBezTo>
                      <a:cubicBezTo>
                        <a:pt x="701" y="2102"/>
                        <a:pt x="671" y="2102"/>
                        <a:pt x="640" y="2102"/>
                      </a:cubicBezTo>
                      <a:cubicBezTo>
                        <a:pt x="640" y="2072"/>
                        <a:pt x="640" y="2042"/>
                        <a:pt x="640" y="2011"/>
                      </a:cubicBezTo>
                      <a:cubicBezTo>
                        <a:pt x="610" y="2011"/>
                        <a:pt x="579" y="2011"/>
                        <a:pt x="548" y="2011"/>
                      </a:cubicBezTo>
                      <a:cubicBezTo>
                        <a:pt x="548" y="1980"/>
                        <a:pt x="548" y="1950"/>
                        <a:pt x="548" y="1919"/>
                      </a:cubicBezTo>
                      <a:cubicBezTo>
                        <a:pt x="518" y="1919"/>
                        <a:pt x="488" y="1919"/>
                        <a:pt x="457" y="1919"/>
                      </a:cubicBezTo>
                      <a:cubicBezTo>
                        <a:pt x="457" y="1889"/>
                        <a:pt x="457" y="1859"/>
                        <a:pt x="457" y="1828"/>
                      </a:cubicBezTo>
                      <a:cubicBezTo>
                        <a:pt x="427" y="1828"/>
                        <a:pt x="397" y="1828"/>
                        <a:pt x="366" y="1828"/>
                      </a:cubicBezTo>
                      <a:cubicBezTo>
                        <a:pt x="366" y="1798"/>
                        <a:pt x="366" y="1768"/>
                        <a:pt x="366" y="1736"/>
                      </a:cubicBezTo>
                      <a:cubicBezTo>
                        <a:pt x="335" y="1736"/>
                        <a:pt x="305" y="1736"/>
                        <a:pt x="274" y="1736"/>
                      </a:cubicBezTo>
                      <a:cubicBezTo>
                        <a:pt x="274" y="1706"/>
                        <a:pt x="274" y="1676"/>
                        <a:pt x="274" y="1645"/>
                      </a:cubicBezTo>
                      <a:cubicBezTo>
                        <a:pt x="244" y="1645"/>
                        <a:pt x="214" y="1645"/>
                        <a:pt x="183" y="1645"/>
                      </a:cubicBezTo>
                      <a:cubicBezTo>
                        <a:pt x="183" y="1615"/>
                        <a:pt x="183" y="1585"/>
                        <a:pt x="183" y="1554"/>
                      </a:cubicBezTo>
                      <a:cubicBezTo>
                        <a:pt x="153" y="1554"/>
                        <a:pt x="122" y="1554"/>
                        <a:pt x="91" y="1554"/>
                      </a:cubicBezTo>
                      <a:cubicBezTo>
                        <a:pt x="91" y="1523"/>
                        <a:pt x="91" y="1493"/>
                        <a:pt x="91" y="1462"/>
                      </a:cubicBezTo>
                      <a:cubicBezTo>
                        <a:pt x="61" y="1462"/>
                        <a:pt x="31" y="1462"/>
                        <a:pt x="0" y="1462"/>
                      </a:cubicBezTo>
                      <a:cubicBezTo>
                        <a:pt x="0" y="1342"/>
                        <a:pt x="0" y="1221"/>
                        <a:pt x="0" y="1097"/>
                      </a:cubicBezTo>
                      <a:cubicBezTo>
                        <a:pt x="30" y="1097"/>
                        <a:pt x="60" y="1097"/>
                        <a:pt x="91" y="1097"/>
                      </a:cubicBezTo>
                      <a:cubicBezTo>
                        <a:pt x="91" y="1067"/>
                        <a:pt x="91" y="1036"/>
                        <a:pt x="91" y="1005"/>
                      </a:cubicBezTo>
                      <a:cubicBezTo>
                        <a:pt x="122" y="1005"/>
                        <a:pt x="152" y="1005"/>
                        <a:pt x="183" y="1005"/>
                      </a:cubicBezTo>
                      <a:cubicBezTo>
                        <a:pt x="183" y="975"/>
                        <a:pt x="183" y="945"/>
                        <a:pt x="183" y="914"/>
                      </a:cubicBezTo>
                      <a:cubicBezTo>
                        <a:pt x="525" y="897"/>
                        <a:pt x="525" y="897"/>
                        <a:pt x="620" y="979"/>
                      </a:cubicBezTo>
                      <a:cubicBezTo>
                        <a:pt x="640" y="1005"/>
                        <a:pt x="640" y="1005"/>
                        <a:pt x="648" y="1057"/>
                      </a:cubicBezTo>
                      <a:cubicBezTo>
                        <a:pt x="645" y="1070"/>
                        <a:pt x="643" y="1083"/>
                        <a:pt x="640" y="1097"/>
                      </a:cubicBezTo>
                      <a:cubicBezTo>
                        <a:pt x="670" y="1097"/>
                        <a:pt x="700" y="1097"/>
                        <a:pt x="731" y="1097"/>
                      </a:cubicBezTo>
                      <a:cubicBezTo>
                        <a:pt x="731" y="1127"/>
                        <a:pt x="731" y="1157"/>
                        <a:pt x="731" y="1188"/>
                      </a:cubicBezTo>
                      <a:cubicBezTo>
                        <a:pt x="761" y="1188"/>
                        <a:pt x="791" y="1188"/>
                        <a:pt x="823" y="1188"/>
                      </a:cubicBezTo>
                      <a:cubicBezTo>
                        <a:pt x="823" y="1218"/>
                        <a:pt x="823" y="1248"/>
                        <a:pt x="823" y="1279"/>
                      </a:cubicBezTo>
                      <a:cubicBezTo>
                        <a:pt x="853" y="1279"/>
                        <a:pt x="883" y="1279"/>
                        <a:pt x="914" y="1279"/>
                      </a:cubicBezTo>
                      <a:cubicBezTo>
                        <a:pt x="914" y="1310"/>
                        <a:pt x="914" y="1340"/>
                        <a:pt x="914" y="1371"/>
                      </a:cubicBezTo>
                      <a:cubicBezTo>
                        <a:pt x="974" y="1371"/>
                        <a:pt x="1035" y="1371"/>
                        <a:pt x="1097" y="1371"/>
                      </a:cubicBezTo>
                      <a:cubicBezTo>
                        <a:pt x="1097" y="1401"/>
                        <a:pt x="1097" y="1431"/>
                        <a:pt x="1097" y="1462"/>
                      </a:cubicBezTo>
                      <a:cubicBezTo>
                        <a:pt x="1157" y="1462"/>
                        <a:pt x="1217" y="1462"/>
                        <a:pt x="1279" y="1462"/>
                      </a:cubicBezTo>
                      <a:cubicBezTo>
                        <a:pt x="1279" y="1432"/>
                        <a:pt x="1279" y="1402"/>
                        <a:pt x="1279" y="1371"/>
                      </a:cubicBezTo>
                      <a:cubicBezTo>
                        <a:pt x="1316" y="1339"/>
                        <a:pt x="1351" y="1312"/>
                        <a:pt x="1391" y="1285"/>
                      </a:cubicBezTo>
                      <a:cubicBezTo>
                        <a:pt x="1471" y="1227"/>
                        <a:pt x="1522" y="1186"/>
                        <a:pt x="1545" y="1085"/>
                      </a:cubicBezTo>
                      <a:cubicBezTo>
                        <a:pt x="1552" y="1039"/>
                        <a:pt x="1552" y="1039"/>
                        <a:pt x="1554" y="1005"/>
                      </a:cubicBezTo>
                      <a:cubicBezTo>
                        <a:pt x="1584" y="1005"/>
                        <a:pt x="1614" y="1005"/>
                        <a:pt x="1645" y="1005"/>
                      </a:cubicBezTo>
                      <a:cubicBezTo>
                        <a:pt x="1645" y="975"/>
                        <a:pt x="1645" y="945"/>
                        <a:pt x="1645" y="914"/>
                      </a:cubicBezTo>
                      <a:cubicBezTo>
                        <a:pt x="1675" y="914"/>
                        <a:pt x="1705" y="914"/>
                        <a:pt x="1736" y="914"/>
                      </a:cubicBezTo>
                      <a:cubicBezTo>
                        <a:pt x="1736" y="884"/>
                        <a:pt x="1736" y="854"/>
                        <a:pt x="1736" y="823"/>
                      </a:cubicBezTo>
                      <a:cubicBezTo>
                        <a:pt x="1767" y="823"/>
                        <a:pt x="1797" y="823"/>
                        <a:pt x="1828" y="823"/>
                      </a:cubicBezTo>
                      <a:cubicBezTo>
                        <a:pt x="1828" y="792"/>
                        <a:pt x="1828" y="762"/>
                        <a:pt x="1828" y="731"/>
                      </a:cubicBezTo>
                      <a:cubicBezTo>
                        <a:pt x="1858" y="731"/>
                        <a:pt x="1888" y="731"/>
                        <a:pt x="1919" y="731"/>
                      </a:cubicBezTo>
                      <a:cubicBezTo>
                        <a:pt x="1919" y="671"/>
                        <a:pt x="1919" y="610"/>
                        <a:pt x="1919" y="548"/>
                      </a:cubicBezTo>
                      <a:cubicBezTo>
                        <a:pt x="1949" y="548"/>
                        <a:pt x="1980" y="548"/>
                        <a:pt x="2011" y="548"/>
                      </a:cubicBezTo>
                      <a:cubicBezTo>
                        <a:pt x="2011" y="518"/>
                        <a:pt x="2011" y="488"/>
                        <a:pt x="2011" y="457"/>
                      </a:cubicBezTo>
                      <a:cubicBezTo>
                        <a:pt x="2041" y="457"/>
                        <a:pt x="2071" y="457"/>
                        <a:pt x="2102" y="457"/>
                      </a:cubicBezTo>
                      <a:cubicBezTo>
                        <a:pt x="2102" y="427"/>
                        <a:pt x="2102" y="397"/>
                        <a:pt x="2102" y="366"/>
                      </a:cubicBezTo>
                      <a:cubicBezTo>
                        <a:pt x="2132" y="366"/>
                        <a:pt x="2162" y="366"/>
                        <a:pt x="2193" y="366"/>
                      </a:cubicBezTo>
                      <a:cubicBezTo>
                        <a:pt x="2192" y="359"/>
                        <a:pt x="2192" y="359"/>
                        <a:pt x="2185" y="326"/>
                      </a:cubicBezTo>
                      <a:cubicBezTo>
                        <a:pt x="2186" y="317"/>
                        <a:pt x="2186" y="317"/>
                        <a:pt x="2193" y="274"/>
                      </a:cubicBezTo>
                      <a:cubicBezTo>
                        <a:pt x="2222" y="254"/>
                        <a:pt x="2222" y="254"/>
                        <a:pt x="2259" y="234"/>
                      </a:cubicBezTo>
                      <a:cubicBezTo>
                        <a:pt x="2330" y="183"/>
                        <a:pt x="2330" y="183"/>
                        <a:pt x="2376" y="0"/>
                      </a:cubicBezTo>
                      <a:close/>
                    </a:path>
                  </a:pathLst>
                </a:custGeom>
                <a:solidFill>
                  <a:srgbClr val="E24798"/>
                </a:solidFill>
                <a:ln w="580" cap="flat">
                  <a:noFill/>
                </a:ln>
              </p:spPr>
            </p:sp>
            <p:sp>
              <p:nvSpPr>
                <p:cNvPr id="963" name="ICON_ACTION_SELECT_path_017"/>
                <p:cNvSpPr/>
                <p:nvPr/>
              </p:nvSpPr>
              <p:spPr>
                <a:xfrm>
                  <a:off x="1405668" y="5742744"/>
                  <a:ext cx="38302" cy="3830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016" h="3016" fill="norm" stroke="0">
                      <a:moveTo>
                        <a:pt x="91" y="0"/>
                      </a:moveTo>
                      <a:cubicBezTo>
                        <a:pt x="1026" y="0"/>
                        <a:pt x="1961" y="0"/>
                        <a:pt x="2925" y="0"/>
                      </a:cubicBezTo>
                      <a:cubicBezTo>
                        <a:pt x="2925" y="30"/>
                        <a:pt x="2925" y="60"/>
                        <a:pt x="2925" y="91"/>
                      </a:cubicBezTo>
                      <a:cubicBezTo>
                        <a:pt x="2955" y="91"/>
                        <a:pt x="2985" y="91"/>
                        <a:pt x="3016" y="91"/>
                      </a:cubicBezTo>
                      <a:cubicBezTo>
                        <a:pt x="3016" y="996"/>
                        <a:pt x="3016" y="1901"/>
                        <a:pt x="3016" y="2833"/>
                      </a:cubicBezTo>
                      <a:cubicBezTo>
                        <a:pt x="2986" y="2833"/>
                        <a:pt x="2956" y="2833"/>
                        <a:pt x="2925" y="2833"/>
                      </a:cubicBezTo>
                      <a:cubicBezTo>
                        <a:pt x="2925" y="2863"/>
                        <a:pt x="2925" y="2893"/>
                        <a:pt x="2925" y="2925"/>
                      </a:cubicBezTo>
                      <a:cubicBezTo>
                        <a:pt x="2864" y="2925"/>
                        <a:pt x="2804" y="2925"/>
                        <a:pt x="2742" y="2925"/>
                      </a:cubicBezTo>
                      <a:cubicBezTo>
                        <a:pt x="2742" y="2955"/>
                        <a:pt x="2742" y="2985"/>
                        <a:pt x="2742" y="3016"/>
                      </a:cubicBezTo>
                      <a:cubicBezTo>
                        <a:pt x="2651" y="3016"/>
                        <a:pt x="2561" y="3016"/>
                        <a:pt x="2468" y="3016"/>
                      </a:cubicBezTo>
                      <a:cubicBezTo>
                        <a:pt x="2468" y="2986"/>
                        <a:pt x="2468" y="2956"/>
                        <a:pt x="2468" y="2925"/>
                      </a:cubicBezTo>
                      <a:cubicBezTo>
                        <a:pt x="2455" y="2925"/>
                        <a:pt x="2443" y="2925"/>
                        <a:pt x="2431" y="2925"/>
                      </a:cubicBezTo>
                      <a:cubicBezTo>
                        <a:pt x="2135" y="2928"/>
                        <a:pt x="1839" y="2930"/>
                        <a:pt x="1543" y="2932"/>
                      </a:cubicBezTo>
                      <a:cubicBezTo>
                        <a:pt x="1400" y="2932"/>
                        <a:pt x="1257" y="2933"/>
                        <a:pt x="1114" y="2935"/>
                      </a:cubicBezTo>
                      <a:cubicBezTo>
                        <a:pt x="989" y="2936"/>
                        <a:pt x="864" y="2937"/>
                        <a:pt x="739" y="2937"/>
                      </a:cubicBezTo>
                      <a:cubicBezTo>
                        <a:pt x="673" y="2938"/>
                        <a:pt x="607" y="2938"/>
                        <a:pt x="541" y="2939"/>
                      </a:cubicBezTo>
                      <a:cubicBezTo>
                        <a:pt x="479" y="2940"/>
                        <a:pt x="417" y="2940"/>
                        <a:pt x="355" y="2940"/>
                      </a:cubicBezTo>
                      <a:cubicBezTo>
                        <a:pt x="321" y="2940"/>
                        <a:pt x="287" y="2941"/>
                        <a:pt x="254" y="2942"/>
                      </a:cubicBezTo>
                      <a:cubicBezTo>
                        <a:pt x="108" y="2940"/>
                        <a:pt x="108" y="2940"/>
                        <a:pt x="57" y="2893"/>
                      </a:cubicBezTo>
                      <a:cubicBezTo>
                        <a:pt x="34" y="2859"/>
                        <a:pt x="16" y="2826"/>
                        <a:pt x="0" y="2787"/>
                      </a:cubicBezTo>
                      <a:cubicBezTo>
                        <a:pt x="45" y="2787"/>
                        <a:pt x="90" y="2787"/>
                        <a:pt x="137" y="2787"/>
                      </a:cubicBezTo>
                      <a:cubicBezTo>
                        <a:pt x="137" y="2169"/>
                        <a:pt x="137" y="1551"/>
                        <a:pt x="137" y="914"/>
                      </a:cubicBezTo>
                      <a:cubicBezTo>
                        <a:pt x="92" y="899"/>
                        <a:pt x="47" y="884"/>
                        <a:pt x="0" y="868"/>
                      </a:cubicBezTo>
                      <a:cubicBezTo>
                        <a:pt x="0" y="612"/>
                        <a:pt x="0" y="356"/>
                        <a:pt x="0" y="91"/>
                      </a:cubicBezTo>
                      <a:cubicBezTo>
                        <a:pt x="30" y="91"/>
                        <a:pt x="60" y="91"/>
                        <a:pt x="91" y="91"/>
                      </a:cubicBezTo>
                      <a:cubicBezTo>
                        <a:pt x="91" y="61"/>
                        <a:pt x="91" y="31"/>
                        <a:pt x="91" y="0"/>
                      </a:cubicBezTo>
                      <a:close/>
                      <a:moveTo>
                        <a:pt x="548" y="91"/>
                      </a:moveTo>
                      <a:cubicBezTo>
                        <a:pt x="548" y="122"/>
                        <a:pt x="548" y="152"/>
                        <a:pt x="548" y="183"/>
                      </a:cubicBezTo>
                      <a:cubicBezTo>
                        <a:pt x="518" y="183"/>
                        <a:pt x="488" y="183"/>
                        <a:pt x="457" y="183"/>
                      </a:cubicBezTo>
                      <a:cubicBezTo>
                        <a:pt x="457" y="515"/>
                        <a:pt x="457" y="846"/>
                        <a:pt x="457" y="1188"/>
                      </a:cubicBezTo>
                      <a:cubicBezTo>
                        <a:pt x="427" y="1188"/>
                        <a:pt x="397" y="1188"/>
                        <a:pt x="366" y="1188"/>
                      </a:cubicBezTo>
                      <a:cubicBezTo>
                        <a:pt x="366" y="1610"/>
                        <a:pt x="366" y="2033"/>
                        <a:pt x="366" y="2468"/>
                      </a:cubicBezTo>
                      <a:cubicBezTo>
                        <a:pt x="396" y="2468"/>
                        <a:pt x="426" y="2468"/>
                        <a:pt x="457" y="2468"/>
                      </a:cubicBezTo>
                      <a:cubicBezTo>
                        <a:pt x="457" y="2498"/>
                        <a:pt x="457" y="2528"/>
                        <a:pt x="457" y="2559"/>
                      </a:cubicBezTo>
                      <a:cubicBezTo>
                        <a:pt x="487" y="2559"/>
                        <a:pt x="517" y="2559"/>
                        <a:pt x="548" y="2559"/>
                      </a:cubicBezTo>
                      <a:cubicBezTo>
                        <a:pt x="518" y="2665"/>
                        <a:pt x="488" y="2770"/>
                        <a:pt x="457" y="2879"/>
                      </a:cubicBezTo>
                      <a:cubicBezTo>
                        <a:pt x="547" y="2879"/>
                        <a:pt x="638" y="2879"/>
                        <a:pt x="731" y="2879"/>
                      </a:cubicBezTo>
                      <a:cubicBezTo>
                        <a:pt x="723" y="2857"/>
                        <a:pt x="714" y="2835"/>
                        <a:pt x="705" y="2813"/>
                      </a:cubicBezTo>
                      <a:cubicBezTo>
                        <a:pt x="691" y="2776"/>
                        <a:pt x="691" y="2776"/>
                        <a:pt x="685" y="2742"/>
                      </a:cubicBezTo>
                      <a:cubicBezTo>
                        <a:pt x="740" y="2687"/>
                        <a:pt x="760" y="2688"/>
                        <a:pt x="836" y="2682"/>
                      </a:cubicBezTo>
                      <a:cubicBezTo>
                        <a:pt x="856" y="2680"/>
                        <a:pt x="876" y="2678"/>
                        <a:pt x="898" y="2676"/>
                      </a:cubicBezTo>
                      <a:cubicBezTo>
                        <a:pt x="919" y="2674"/>
                        <a:pt x="940" y="2672"/>
                        <a:pt x="962" y="2670"/>
                      </a:cubicBezTo>
                      <a:cubicBezTo>
                        <a:pt x="984" y="2668"/>
                        <a:pt x="1006" y="2666"/>
                        <a:pt x="1028" y="2664"/>
                      </a:cubicBezTo>
                      <a:cubicBezTo>
                        <a:pt x="1081" y="2659"/>
                        <a:pt x="1135" y="2655"/>
                        <a:pt x="1188" y="2650"/>
                      </a:cubicBezTo>
                      <a:cubicBezTo>
                        <a:pt x="1188" y="2681"/>
                        <a:pt x="1188" y="2711"/>
                        <a:pt x="1188" y="2742"/>
                      </a:cubicBezTo>
                      <a:cubicBezTo>
                        <a:pt x="1490" y="2742"/>
                        <a:pt x="1791" y="2742"/>
                        <a:pt x="2102" y="2742"/>
                      </a:cubicBezTo>
                      <a:cubicBezTo>
                        <a:pt x="2102" y="2712"/>
                        <a:pt x="2102" y="2681"/>
                        <a:pt x="2102" y="2650"/>
                      </a:cubicBezTo>
                      <a:cubicBezTo>
                        <a:pt x="2253" y="2650"/>
                        <a:pt x="2404" y="2650"/>
                        <a:pt x="2559" y="2650"/>
                      </a:cubicBezTo>
                      <a:cubicBezTo>
                        <a:pt x="2559" y="2620"/>
                        <a:pt x="2559" y="2590"/>
                        <a:pt x="2559" y="2559"/>
                      </a:cubicBezTo>
                      <a:cubicBezTo>
                        <a:pt x="2589" y="2559"/>
                        <a:pt x="2619" y="2559"/>
                        <a:pt x="2650" y="2559"/>
                      </a:cubicBezTo>
                      <a:cubicBezTo>
                        <a:pt x="2650" y="1775"/>
                        <a:pt x="2650" y="991"/>
                        <a:pt x="2650" y="183"/>
                      </a:cubicBezTo>
                      <a:cubicBezTo>
                        <a:pt x="2620" y="183"/>
                        <a:pt x="2590" y="183"/>
                        <a:pt x="2559" y="183"/>
                      </a:cubicBezTo>
                      <a:cubicBezTo>
                        <a:pt x="2559" y="153"/>
                        <a:pt x="2559" y="122"/>
                        <a:pt x="2559" y="91"/>
                      </a:cubicBezTo>
                      <a:cubicBezTo>
                        <a:pt x="1895" y="91"/>
                        <a:pt x="1232" y="91"/>
                        <a:pt x="548" y="91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64" name="ICON_ACTION_SELECT_path_018"/>
                <p:cNvSpPr/>
                <p:nvPr/>
              </p:nvSpPr>
              <p:spPr>
                <a:xfrm>
                  <a:off x="1359241" y="5591856"/>
                  <a:ext cx="5803" cy="2066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57" h="16268" fill="norm" stroke="0">
                      <a:moveTo>
                        <a:pt x="91" y="0"/>
                      </a:moveTo>
                      <a:cubicBezTo>
                        <a:pt x="182" y="0"/>
                        <a:pt x="272" y="0"/>
                        <a:pt x="366" y="0"/>
                      </a:cubicBezTo>
                      <a:cubicBezTo>
                        <a:pt x="366" y="30"/>
                        <a:pt x="366" y="60"/>
                        <a:pt x="366" y="91"/>
                      </a:cubicBezTo>
                      <a:cubicBezTo>
                        <a:pt x="396" y="91"/>
                        <a:pt x="426" y="91"/>
                        <a:pt x="457" y="91"/>
                      </a:cubicBezTo>
                      <a:cubicBezTo>
                        <a:pt x="457" y="5430"/>
                        <a:pt x="457" y="10768"/>
                        <a:pt x="457" y="16268"/>
                      </a:cubicBezTo>
                      <a:cubicBezTo>
                        <a:pt x="427" y="16268"/>
                        <a:pt x="397" y="16268"/>
                        <a:pt x="366" y="16268"/>
                      </a:cubicBezTo>
                      <a:cubicBezTo>
                        <a:pt x="366" y="16177"/>
                        <a:pt x="366" y="16087"/>
                        <a:pt x="366" y="15994"/>
                      </a:cubicBezTo>
                      <a:cubicBezTo>
                        <a:pt x="305" y="15994"/>
                        <a:pt x="245" y="15994"/>
                        <a:pt x="183" y="15994"/>
                      </a:cubicBezTo>
                      <a:cubicBezTo>
                        <a:pt x="183" y="16054"/>
                        <a:pt x="183" y="16114"/>
                        <a:pt x="183" y="16176"/>
                      </a:cubicBezTo>
                      <a:cubicBezTo>
                        <a:pt x="122" y="16176"/>
                        <a:pt x="62" y="16176"/>
                        <a:pt x="0" y="16176"/>
                      </a:cubicBezTo>
                      <a:cubicBezTo>
                        <a:pt x="0" y="16056"/>
                        <a:pt x="0" y="15935"/>
                        <a:pt x="0" y="15811"/>
                      </a:cubicBezTo>
                      <a:cubicBezTo>
                        <a:pt x="30" y="15811"/>
                        <a:pt x="60" y="15811"/>
                        <a:pt x="91" y="15811"/>
                      </a:cubicBezTo>
                      <a:cubicBezTo>
                        <a:pt x="91" y="15660"/>
                        <a:pt x="91" y="15509"/>
                        <a:pt x="91" y="15354"/>
                      </a:cubicBezTo>
                      <a:cubicBezTo>
                        <a:pt x="61" y="15354"/>
                        <a:pt x="31" y="15354"/>
                        <a:pt x="0" y="15354"/>
                      </a:cubicBezTo>
                      <a:cubicBezTo>
                        <a:pt x="0" y="14901"/>
                        <a:pt x="0" y="14449"/>
                        <a:pt x="0" y="13983"/>
                      </a:cubicBezTo>
                      <a:cubicBezTo>
                        <a:pt x="60" y="13983"/>
                        <a:pt x="121" y="13983"/>
                        <a:pt x="183" y="13983"/>
                      </a:cubicBezTo>
                      <a:cubicBezTo>
                        <a:pt x="183" y="14345"/>
                        <a:pt x="183" y="14707"/>
                        <a:pt x="183" y="15080"/>
                      </a:cubicBezTo>
                      <a:cubicBezTo>
                        <a:pt x="243" y="15080"/>
                        <a:pt x="303" y="15080"/>
                        <a:pt x="366" y="15080"/>
                      </a:cubicBezTo>
                      <a:cubicBezTo>
                        <a:pt x="366" y="14476"/>
                        <a:pt x="366" y="13873"/>
                        <a:pt x="366" y="13252"/>
                      </a:cubicBezTo>
                      <a:cubicBezTo>
                        <a:pt x="275" y="13252"/>
                        <a:pt x="185" y="13252"/>
                        <a:pt x="91" y="13252"/>
                      </a:cubicBezTo>
                      <a:cubicBezTo>
                        <a:pt x="91" y="13191"/>
                        <a:pt x="91" y="13131"/>
                        <a:pt x="91" y="13069"/>
                      </a:cubicBezTo>
                      <a:cubicBezTo>
                        <a:pt x="182" y="13069"/>
                        <a:pt x="272" y="13069"/>
                        <a:pt x="366" y="13069"/>
                      </a:cubicBezTo>
                      <a:cubicBezTo>
                        <a:pt x="366" y="8817"/>
                        <a:pt x="366" y="4564"/>
                        <a:pt x="366" y="183"/>
                      </a:cubicBezTo>
                      <a:cubicBezTo>
                        <a:pt x="335" y="183"/>
                        <a:pt x="305" y="183"/>
                        <a:pt x="274" y="183"/>
                      </a:cubicBezTo>
                      <a:cubicBezTo>
                        <a:pt x="274" y="153"/>
                        <a:pt x="274" y="122"/>
                        <a:pt x="274" y="91"/>
                      </a:cubicBezTo>
                      <a:cubicBezTo>
                        <a:pt x="214" y="91"/>
                        <a:pt x="154" y="91"/>
                        <a:pt x="91" y="91"/>
                      </a:cubicBezTo>
                      <a:cubicBezTo>
                        <a:pt x="91" y="61"/>
                        <a:pt x="91" y="31"/>
                        <a:pt x="91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65" name="ICON_ACTION_SELECT_path_019"/>
                <p:cNvSpPr/>
                <p:nvPr/>
              </p:nvSpPr>
              <p:spPr>
                <a:xfrm>
                  <a:off x="1405668" y="5689353"/>
                  <a:ext cx="38302" cy="278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016" h="2193" fill="norm" stroke="0">
                      <a:moveTo>
                        <a:pt x="2925" y="0"/>
                      </a:moveTo>
                      <a:cubicBezTo>
                        <a:pt x="2955" y="0"/>
                        <a:pt x="2985" y="0"/>
                        <a:pt x="3016" y="0"/>
                      </a:cubicBezTo>
                      <a:cubicBezTo>
                        <a:pt x="3016" y="664"/>
                        <a:pt x="3016" y="1327"/>
                        <a:pt x="3016" y="2011"/>
                      </a:cubicBezTo>
                      <a:cubicBezTo>
                        <a:pt x="2986" y="2011"/>
                        <a:pt x="2956" y="2011"/>
                        <a:pt x="2925" y="2011"/>
                      </a:cubicBezTo>
                      <a:cubicBezTo>
                        <a:pt x="2925" y="2041"/>
                        <a:pt x="2925" y="2071"/>
                        <a:pt x="2925" y="2102"/>
                      </a:cubicBezTo>
                      <a:cubicBezTo>
                        <a:pt x="2894" y="2102"/>
                        <a:pt x="2864" y="2102"/>
                        <a:pt x="2833" y="2102"/>
                      </a:cubicBezTo>
                      <a:cubicBezTo>
                        <a:pt x="2833" y="2132"/>
                        <a:pt x="2833" y="2162"/>
                        <a:pt x="2833" y="2193"/>
                      </a:cubicBezTo>
                      <a:cubicBezTo>
                        <a:pt x="1959" y="2193"/>
                        <a:pt x="1084" y="2193"/>
                        <a:pt x="183" y="2193"/>
                      </a:cubicBezTo>
                      <a:cubicBezTo>
                        <a:pt x="183" y="2163"/>
                        <a:pt x="183" y="2133"/>
                        <a:pt x="183" y="2102"/>
                      </a:cubicBezTo>
                      <a:cubicBezTo>
                        <a:pt x="122" y="2102"/>
                        <a:pt x="62" y="2102"/>
                        <a:pt x="0" y="2102"/>
                      </a:cubicBezTo>
                      <a:cubicBezTo>
                        <a:pt x="0" y="1619"/>
                        <a:pt x="0" y="1137"/>
                        <a:pt x="0" y="640"/>
                      </a:cubicBezTo>
                      <a:cubicBezTo>
                        <a:pt x="15" y="640"/>
                        <a:pt x="30" y="640"/>
                        <a:pt x="46" y="640"/>
                      </a:cubicBezTo>
                      <a:cubicBezTo>
                        <a:pt x="46" y="730"/>
                        <a:pt x="46" y="821"/>
                        <a:pt x="46" y="914"/>
                      </a:cubicBezTo>
                      <a:cubicBezTo>
                        <a:pt x="91" y="914"/>
                        <a:pt x="136" y="914"/>
                        <a:pt x="183" y="914"/>
                      </a:cubicBezTo>
                      <a:cubicBezTo>
                        <a:pt x="183" y="823"/>
                        <a:pt x="183" y="733"/>
                        <a:pt x="183" y="640"/>
                      </a:cubicBezTo>
                      <a:cubicBezTo>
                        <a:pt x="213" y="640"/>
                        <a:pt x="243" y="640"/>
                        <a:pt x="274" y="640"/>
                      </a:cubicBezTo>
                      <a:cubicBezTo>
                        <a:pt x="274" y="670"/>
                        <a:pt x="274" y="700"/>
                        <a:pt x="274" y="731"/>
                      </a:cubicBezTo>
                      <a:cubicBezTo>
                        <a:pt x="304" y="731"/>
                        <a:pt x="334" y="731"/>
                        <a:pt x="366" y="731"/>
                      </a:cubicBezTo>
                      <a:cubicBezTo>
                        <a:pt x="366" y="761"/>
                        <a:pt x="366" y="791"/>
                        <a:pt x="366" y="823"/>
                      </a:cubicBezTo>
                      <a:cubicBezTo>
                        <a:pt x="396" y="823"/>
                        <a:pt x="426" y="823"/>
                        <a:pt x="457" y="823"/>
                      </a:cubicBezTo>
                      <a:cubicBezTo>
                        <a:pt x="457" y="853"/>
                        <a:pt x="457" y="883"/>
                        <a:pt x="457" y="914"/>
                      </a:cubicBezTo>
                      <a:cubicBezTo>
                        <a:pt x="487" y="914"/>
                        <a:pt x="517" y="914"/>
                        <a:pt x="548" y="914"/>
                      </a:cubicBezTo>
                      <a:cubicBezTo>
                        <a:pt x="548" y="944"/>
                        <a:pt x="548" y="974"/>
                        <a:pt x="548" y="1005"/>
                      </a:cubicBezTo>
                      <a:cubicBezTo>
                        <a:pt x="579" y="1005"/>
                        <a:pt x="609" y="1005"/>
                        <a:pt x="640" y="1005"/>
                      </a:cubicBezTo>
                      <a:cubicBezTo>
                        <a:pt x="640" y="1035"/>
                        <a:pt x="640" y="1066"/>
                        <a:pt x="640" y="1097"/>
                      </a:cubicBezTo>
                      <a:cubicBezTo>
                        <a:pt x="670" y="1097"/>
                        <a:pt x="700" y="1097"/>
                        <a:pt x="731" y="1097"/>
                      </a:cubicBezTo>
                      <a:cubicBezTo>
                        <a:pt x="731" y="1127"/>
                        <a:pt x="731" y="1157"/>
                        <a:pt x="731" y="1188"/>
                      </a:cubicBezTo>
                      <a:cubicBezTo>
                        <a:pt x="761" y="1188"/>
                        <a:pt x="791" y="1188"/>
                        <a:pt x="823" y="1188"/>
                      </a:cubicBezTo>
                      <a:cubicBezTo>
                        <a:pt x="823" y="1218"/>
                        <a:pt x="823" y="1248"/>
                        <a:pt x="823" y="1279"/>
                      </a:cubicBezTo>
                      <a:cubicBezTo>
                        <a:pt x="853" y="1279"/>
                        <a:pt x="883" y="1279"/>
                        <a:pt x="914" y="1279"/>
                      </a:cubicBezTo>
                      <a:cubicBezTo>
                        <a:pt x="914" y="1310"/>
                        <a:pt x="914" y="1340"/>
                        <a:pt x="914" y="1371"/>
                      </a:cubicBezTo>
                      <a:cubicBezTo>
                        <a:pt x="944" y="1371"/>
                        <a:pt x="974" y="1371"/>
                        <a:pt x="1005" y="1371"/>
                      </a:cubicBezTo>
                      <a:cubicBezTo>
                        <a:pt x="1005" y="1401"/>
                        <a:pt x="1005" y="1431"/>
                        <a:pt x="1005" y="1462"/>
                      </a:cubicBezTo>
                      <a:cubicBezTo>
                        <a:pt x="1035" y="1462"/>
                        <a:pt x="1066" y="1462"/>
                        <a:pt x="1097" y="1462"/>
                      </a:cubicBezTo>
                      <a:cubicBezTo>
                        <a:pt x="1097" y="1492"/>
                        <a:pt x="1097" y="1523"/>
                        <a:pt x="1097" y="1554"/>
                      </a:cubicBezTo>
                      <a:cubicBezTo>
                        <a:pt x="1036" y="1554"/>
                        <a:pt x="976" y="1554"/>
                        <a:pt x="914" y="1554"/>
                      </a:cubicBezTo>
                      <a:cubicBezTo>
                        <a:pt x="914" y="1523"/>
                        <a:pt x="914" y="1493"/>
                        <a:pt x="914" y="1462"/>
                      </a:cubicBezTo>
                      <a:cubicBezTo>
                        <a:pt x="884" y="1462"/>
                        <a:pt x="854" y="1462"/>
                        <a:pt x="823" y="1462"/>
                      </a:cubicBezTo>
                      <a:cubicBezTo>
                        <a:pt x="823" y="1432"/>
                        <a:pt x="823" y="1402"/>
                        <a:pt x="823" y="1371"/>
                      </a:cubicBezTo>
                      <a:cubicBezTo>
                        <a:pt x="672" y="1371"/>
                        <a:pt x="521" y="1371"/>
                        <a:pt x="366" y="1371"/>
                      </a:cubicBezTo>
                      <a:cubicBezTo>
                        <a:pt x="366" y="1401"/>
                        <a:pt x="366" y="1431"/>
                        <a:pt x="366" y="1462"/>
                      </a:cubicBezTo>
                      <a:cubicBezTo>
                        <a:pt x="396" y="1462"/>
                        <a:pt x="426" y="1462"/>
                        <a:pt x="457" y="1462"/>
                      </a:cubicBezTo>
                      <a:cubicBezTo>
                        <a:pt x="457" y="1492"/>
                        <a:pt x="457" y="1523"/>
                        <a:pt x="457" y="1554"/>
                      </a:cubicBezTo>
                      <a:cubicBezTo>
                        <a:pt x="517" y="1554"/>
                        <a:pt x="578" y="1554"/>
                        <a:pt x="640" y="1554"/>
                      </a:cubicBezTo>
                      <a:cubicBezTo>
                        <a:pt x="640" y="1584"/>
                        <a:pt x="640" y="1614"/>
                        <a:pt x="640" y="1645"/>
                      </a:cubicBezTo>
                      <a:cubicBezTo>
                        <a:pt x="670" y="1645"/>
                        <a:pt x="700" y="1645"/>
                        <a:pt x="731" y="1645"/>
                      </a:cubicBezTo>
                      <a:cubicBezTo>
                        <a:pt x="731" y="1675"/>
                        <a:pt x="731" y="1705"/>
                        <a:pt x="731" y="1736"/>
                      </a:cubicBezTo>
                      <a:cubicBezTo>
                        <a:pt x="701" y="1736"/>
                        <a:pt x="671" y="1736"/>
                        <a:pt x="640" y="1736"/>
                      </a:cubicBezTo>
                      <a:cubicBezTo>
                        <a:pt x="640" y="1827"/>
                        <a:pt x="640" y="1917"/>
                        <a:pt x="640" y="2011"/>
                      </a:cubicBezTo>
                      <a:cubicBezTo>
                        <a:pt x="670" y="2011"/>
                        <a:pt x="700" y="2011"/>
                        <a:pt x="731" y="2011"/>
                      </a:cubicBezTo>
                      <a:cubicBezTo>
                        <a:pt x="731" y="2041"/>
                        <a:pt x="731" y="2071"/>
                        <a:pt x="731" y="2102"/>
                      </a:cubicBezTo>
                      <a:cubicBezTo>
                        <a:pt x="1214" y="2102"/>
                        <a:pt x="1696" y="2102"/>
                        <a:pt x="2193" y="2102"/>
                      </a:cubicBezTo>
                      <a:cubicBezTo>
                        <a:pt x="2193" y="2072"/>
                        <a:pt x="2193" y="2042"/>
                        <a:pt x="2193" y="2011"/>
                      </a:cubicBezTo>
                      <a:cubicBezTo>
                        <a:pt x="2254" y="2011"/>
                        <a:pt x="2314" y="2011"/>
                        <a:pt x="2376" y="2011"/>
                      </a:cubicBezTo>
                      <a:cubicBezTo>
                        <a:pt x="2376" y="1980"/>
                        <a:pt x="2376" y="1950"/>
                        <a:pt x="2376" y="1919"/>
                      </a:cubicBezTo>
                      <a:cubicBezTo>
                        <a:pt x="2436" y="1919"/>
                        <a:pt x="2497" y="1919"/>
                        <a:pt x="2559" y="1919"/>
                      </a:cubicBezTo>
                      <a:cubicBezTo>
                        <a:pt x="2559" y="1889"/>
                        <a:pt x="2559" y="1859"/>
                        <a:pt x="2559" y="1828"/>
                      </a:cubicBezTo>
                      <a:cubicBezTo>
                        <a:pt x="2589" y="1828"/>
                        <a:pt x="2619" y="1828"/>
                        <a:pt x="2650" y="1828"/>
                      </a:cubicBezTo>
                      <a:cubicBezTo>
                        <a:pt x="2650" y="1677"/>
                        <a:pt x="2650" y="1526"/>
                        <a:pt x="2650" y="1371"/>
                      </a:cubicBezTo>
                      <a:cubicBezTo>
                        <a:pt x="2711" y="1371"/>
                        <a:pt x="2771" y="1371"/>
                        <a:pt x="2833" y="1371"/>
                      </a:cubicBezTo>
                      <a:cubicBezTo>
                        <a:pt x="2833" y="1311"/>
                        <a:pt x="2833" y="1250"/>
                        <a:pt x="2833" y="1188"/>
                      </a:cubicBezTo>
                      <a:cubicBezTo>
                        <a:pt x="2773" y="1188"/>
                        <a:pt x="2713" y="1188"/>
                        <a:pt x="2650" y="1188"/>
                      </a:cubicBezTo>
                      <a:cubicBezTo>
                        <a:pt x="2650" y="1158"/>
                        <a:pt x="2650" y="1128"/>
                        <a:pt x="2650" y="1097"/>
                      </a:cubicBezTo>
                      <a:cubicBezTo>
                        <a:pt x="2620" y="1097"/>
                        <a:pt x="2590" y="1097"/>
                        <a:pt x="2559" y="1097"/>
                      </a:cubicBezTo>
                      <a:cubicBezTo>
                        <a:pt x="2559" y="1067"/>
                        <a:pt x="2559" y="1036"/>
                        <a:pt x="2559" y="1005"/>
                      </a:cubicBezTo>
                      <a:cubicBezTo>
                        <a:pt x="2529" y="1005"/>
                        <a:pt x="2499" y="1005"/>
                        <a:pt x="2468" y="1005"/>
                      </a:cubicBezTo>
                      <a:cubicBezTo>
                        <a:pt x="2468" y="975"/>
                        <a:pt x="2468" y="945"/>
                        <a:pt x="2468" y="914"/>
                      </a:cubicBezTo>
                      <a:cubicBezTo>
                        <a:pt x="2498" y="914"/>
                        <a:pt x="2528" y="914"/>
                        <a:pt x="2559" y="914"/>
                      </a:cubicBezTo>
                      <a:cubicBezTo>
                        <a:pt x="2559" y="854"/>
                        <a:pt x="2559" y="793"/>
                        <a:pt x="2559" y="731"/>
                      </a:cubicBezTo>
                      <a:cubicBezTo>
                        <a:pt x="2589" y="731"/>
                        <a:pt x="2619" y="731"/>
                        <a:pt x="2650" y="731"/>
                      </a:cubicBezTo>
                      <a:cubicBezTo>
                        <a:pt x="2650" y="671"/>
                        <a:pt x="2650" y="610"/>
                        <a:pt x="2650" y="548"/>
                      </a:cubicBezTo>
                      <a:cubicBezTo>
                        <a:pt x="2620" y="548"/>
                        <a:pt x="2590" y="548"/>
                        <a:pt x="2559" y="548"/>
                      </a:cubicBezTo>
                      <a:cubicBezTo>
                        <a:pt x="2559" y="488"/>
                        <a:pt x="2559" y="428"/>
                        <a:pt x="2559" y="366"/>
                      </a:cubicBezTo>
                      <a:cubicBezTo>
                        <a:pt x="2589" y="366"/>
                        <a:pt x="2619" y="366"/>
                        <a:pt x="2650" y="366"/>
                      </a:cubicBezTo>
                      <a:cubicBezTo>
                        <a:pt x="2650" y="335"/>
                        <a:pt x="2650" y="305"/>
                        <a:pt x="2650" y="274"/>
                      </a:cubicBezTo>
                      <a:cubicBezTo>
                        <a:pt x="2681" y="274"/>
                        <a:pt x="2711" y="274"/>
                        <a:pt x="2742" y="274"/>
                      </a:cubicBezTo>
                      <a:cubicBezTo>
                        <a:pt x="2742" y="244"/>
                        <a:pt x="2742" y="214"/>
                        <a:pt x="2742" y="183"/>
                      </a:cubicBezTo>
                      <a:cubicBezTo>
                        <a:pt x="2756" y="185"/>
                        <a:pt x="2770" y="187"/>
                        <a:pt x="2785" y="188"/>
                      </a:cubicBezTo>
                      <a:cubicBezTo>
                        <a:pt x="2793" y="188"/>
                        <a:pt x="2793" y="188"/>
                        <a:pt x="2833" y="183"/>
                      </a:cubicBezTo>
                      <a:cubicBezTo>
                        <a:pt x="2859" y="143"/>
                        <a:pt x="2859" y="143"/>
                        <a:pt x="2879" y="91"/>
                      </a:cubicBezTo>
                      <a:cubicBezTo>
                        <a:pt x="2899" y="40"/>
                        <a:pt x="2899" y="40"/>
                        <a:pt x="2925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66" name="ICON_ACTION_SELECT_path_020"/>
                <p:cNvSpPr/>
                <p:nvPr/>
              </p:nvSpPr>
              <p:spPr>
                <a:xfrm>
                  <a:off x="1410310" y="5630159"/>
                  <a:ext cx="30177" cy="2089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376" h="1645" fill="norm" stroke="0">
                      <a:moveTo>
                        <a:pt x="2193" y="0"/>
                      </a:moveTo>
                      <a:cubicBezTo>
                        <a:pt x="2224" y="0"/>
                        <a:pt x="2254" y="0"/>
                        <a:pt x="2285" y="0"/>
                      </a:cubicBezTo>
                      <a:cubicBezTo>
                        <a:pt x="2285" y="90"/>
                        <a:pt x="2285" y="181"/>
                        <a:pt x="2285" y="274"/>
                      </a:cubicBezTo>
                      <a:cubicBezTo>
                        <a:pt x="2255" y="274"/>
                        <a:pt x="2224" y="274"/>
                        <a:pt x="2193" y="274"/>
                      </a:cubicBezTo>
                      <a:cubicBezTo>
                        <a:pt x="2193" y="334"/>
                        <a:pt x="2193" y="395"/>
                        <a:pt x="2193" y="457"/>
                      </a:cubicBezTo>
                      <a:cubicBezTo>
                        <a:pt x="2163" y="457"/>
                        <a:pt x="2133" y="457"/>
                        <a:pt x="2102" y="457"/>
                      </a:cubicBezTo>
                      <a:cubicBezTo>
                        <a:pt x="2102" y="487"/>
                        <a:pt x="2102" y="517"/>
                        <a:pt x="2102" y="548"/>
                      </a:cubicBezTo>
                      <a:cubicBezTo>
                        <a:pt x="2132" y="548"/>
                        <a:pt x="2162" y="548"/>
                        <a:pt x="2193" y="548"/>
                      </a:cubicBezTo>
                      <a:cubicBezTo>
                        <a:pt x="2193" y="579"/>
                        <a:pt x="2193" y="609"/>
                        <a:pt x="2193" y="640"/>
                      </a:cubicBezTo>
                      <a:cubicBezTo>
                        <a:pt x="2224" y="640"/>
                        <a:pt x="2254" y="640"/>
                        <a:pt x="2285" y="640"/>
                      </a:cubicBezTo>
                      <a:cubicBezTo>
                        <a:pt x="2285" y="911"/>
                        <a:pt x="2285" y="1183"/>
                        <a:pt x="2285" y="1462"/>
                      </a:cubicBezTo>
                      <a:cubicBezTo>
                        <a:pt x="2315" y="1462"/>
                        <a:pt x="2345" y="1462"/>
                        <a:pt x="2376" y="1462"/>
                      </a:cubicBezTo>
                      <a:cubicBezTo>
                        <a:pt x="2376" y="1492"/>
                        <a:pt x="2376" y="1523"/>
                        <a:pt x="2376" y="1554"/>
                      </a:cubicBezTo>
                      <a:cubicBezTo>
                        <a:pt x="2346" y="1554"/>
                        <a:pt x="2316" y="1554"/>
                        <a:pt x="2285" y="1554"/>
                      </a:cubicBezTo>
                      <a:cubicBezTo>
                        <a:pt x="2285" y="1584"/>
                        <a:pt x="2285" y="1614"/>
                        <a:pt x="2285" y="1645"/>
                      </a:cubicBezTo>
                      <a:cubicBezTo>
                        <a:pt x="1561" y="1645"/>
                        <a:pt x="837" y="1645"/>
                        <a:pt x="91" y="1645"/>
                      </a:cubicBezTo>
                      <a:cubicBezTo>
                        <a:pt x="91" y="1524"/>
                        <a:pt x="91" y="1404"/>
                        <a:pt x="91" y="1279"/>
                      </a:cubicBezTo>
                      <a:cubicBezTo>
                        <a:pt x="61" y="1279"/>
                        <a:pt x="31" y="1279"/>
                        <a:pt x="0" y="1279"/>
                      </a:cubicBezTo>
                      <a:cubicBezTo>
                        <a:pt x="0" y="1189"/>
                        <a:pt x="0" y="1099"/>
                        <a:pt x="0" y="1005"/>
                      </a:cubicBezTo>
                      <a:cubicBezTo>
                        <a:pt x="30" y="1005"/>
                        <a:pt x="60" y="1005"/>
                        <a:pt x="91" y="1005"/>
                      </a:cubicBezTo>
                      <a:cubicBezTo>
                        <a:pt x="91" y="975"/>
                        <a:pt x="91" y="945"/>
                        <a:pt x="91" y="914"/>
                      </a:cubicBezTo>
                      <a:cubicBezTo>
                        <a:pt x="272" y="914"/>
                        <a:pt x="453" y="914"/>
                        <a:pt x="640" y="914"/>
                      </a:cubicBezTo>
                      <a:cubicBezTo>
                        <a:pt x="640" y="944"/>
                        <a:pt x="640" y="974"/>
                        <a:pt x="640" y="1005"/>
                      </a:cubicBezTo>
                      <a:cubicBezTo>
                        <a:pt x="670" y="1005"/>
                        <a:pt x="700" y="1005"/>
                        <a:pt x="731" y="1005"/>
                      </a:cubicBezTo>
                      <a:cubicBezTo>
                        <a:pt x="731" y="1035"/>
                        <a:pt x="731" y="1066"/>
                        <a:pt x="731" y="1097"/>
                      </a:cubicBezTo>
                      <a:cubicBezTo>
                        <a:pt x="882" y="1127"/>
                        <a:pt x="1033" y="1157"/>
                        <a:pt x="1188" y="1188"/>
                      </a:cubicBezTo>
                      <a:cubicBezTo>
                        <a:pt x="1188" y="1158"/>
                        <a:pt x="1188" y="1128"/>
                        <a:pt x="1188" y="1097"/>
                      </a:cubicBezTo>
                      <a:cubicBezTo>
                        <a:pt x="1218" y="1097"/>
                        <a:pt x="1248" y="1097"/>
                        <a:pt x="1279" y="1097"/>
                      </a:cubicBezTo>
                      <a:cubicBezTo>
                        <a:pt x="1279" y="1067"/>
                        <a:pt x="1279" y="1036"/>
                        <a:pt x="1279" y="1005"/>
                      </a:cubicBezTo>
                      <a:cubicBezTo>
                        <a:pt x="1310" y="1005"/>
                        <a:pt x="1340" y="1005"/>
                        <a:pt x="1371" y="1005"/>
                      </a:cubicBezTo>
                      <a:cubicBezTo>
                        <a:pt x="1371" y="975"/>
                        <a:pt x="1371" y="945"/>
                        <a:pt x="1371" y="914"/>
                      </a:cubicBezTo>
                      <a:cubicBezTo>
                        <a:pt x="1385" y="916"/>
                        <a:pt x="1399" y="918"/>
                        <a:pt x="1414" y="920"/>
                      </a:cubicBezTo>
                      <a:cubicBezTo>
                        <a:pt x="1430" y="918"/>
                        <a:pt x="1446" y="916"/>
                        <a:pt x="1462" y="914"/>
                      </a:cubicBezTo>
                      <a:cubicBezTo>
                        <a:pt x="1488" y="874"/>
                        <a:pt x="1488" y="874"/>
                        <a:pt x="1508" y="823"/>
                      </a:cubicBezTo>
                      <a:cubicBezTo>
                        <a:pt x="1528" y="771"/>
                        <a:pt x="1528" y="771"/>
                        <a:pt x="1554" y="731"/>
                      </a:cubicBezTo>
                      <a:cubicBezTo>
                        <a:pt x="1601" y="729"/>
                        <a:pt x="1601" y="729"/>
                        <a:pt x="1645" y="731"/>
                      </a:cubicBezTo>
                      <a:cubicBezTo>
                        <a:pt x="1646" y="717"/>
                        <a:pt x="1647" y="703"/>
                        <a:pt x="1648" y="689"/>
                      </a:cubicBezTo>
                      <a:cubicBezTo>
                        <a:pt x="1670" y="513"/>
                        <a:pt x="1739" y="428"/>
                        <a:pt x="1865" y="310"/>
                      </a:cubicBezTo>
                      <a:cubicBezTo>
                        <a:pt x="1894" y="282"/>
                        <a:pt x="1922" y="255"/>
                        <a:pt x="1950" y="226"/>
                      </a:cubicBezTo>
                      <a:cubicBezTo>
                        <a:pt x="1968" y="209"/>
                        <a:pt x="1986" y="191"/>
                        <a:pt x="2005" y="173"/>
                      </a:cubicBezTo>
                      <a:cubicBezTo>
                        <a:pt x="2013" y="165"/>
                        <a:pt x="2021" y="157"/>
                        <a:pt x="2030" y="148"/>
                      </a:cubicBezTo>
                      <a:cubicBezTo>
                        <a:pt x="2072" y="109"/>
                        <a:pt x="2096" y="92"/>
                        <a:pt x="2154" y="86"/>
                      </a:cubicBezTo>
                      <a:cubicBezTo>
                        <a:pt x="2167" y="88"/>
                        <a:pt x="2180" y="90"/>
                        <a:pt x="2193" y="91"/>
                      </a:cubicBezTo>
                      <a:cubicBezTo>
                        <a:pt x="2193" y="61"/>
                        <a:pt x="2193" y="31"/>
                        <a:pt x="2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67" name="ICON_ACTION_SELECT_path_021"/>
                <p:cNvSpPr/>
                <p:nvPr/>
              </p:nvSpPr>
              <p:spPr>
                <a:xfrm>
                  <a:off x="1580929" y="5593017"/>
                  <a:ext cx="4643" cy="2066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66" h="16268" fill="norm" stroke="0">
                      <a:moveTo>
                        <a:pt x="91" y="0"/>
                      </a:moveTo>
                      <a:cubicBezTo>
                        <a:pt x="122" y="0"/>
                        <a:pt x="152" y="0"/>
                        <a:pt x="183" y="0"/>
                      </a:cubicBezTo>
                      <a:cubicBezTo>
                        <a:pt x="183" y="5157"/>
                        <a:pt x="183" y="10314"/>
                        <a:pt x="183" y="15628"/>
                      </a:cubicBezTo>
                      <a:cubicBezTo>
                        <a:pt x="213" y="15628"/>
                        <a:pt x="243" y="15628"/>
                        <a:pt x="274" y="15628"/>
                      </a:cubicBezTo>
                      <a:cubicBezTo>
                        <a:pt x="274" y="15688"/>
                        <a:pt x="274" y="15749"/>
                        <a:pt x="274" y="15811"/>
                      </a:cubicBezTo>
                      <a:cubicBezTo>
                        <a:pt x="304" y="15811"/>
                        <a:pt x="334" y="15811"/>
                        <a:pt x="366" y="15811"/>
                      </a:cubicBezTo>
                      <a:cubicBezTo>
                        <a:pt x="366" y="15931"/>
                        <a:pt x="366" y="16052"/>
                        <a:pt x="366" y="16176"/>
                      </a:cubicBezTo>
                      <a:cubicBezTo>
                        <a:pt x="335" y="16176"/>
                        <a:pt x="305" y="16176"/>
                        <a:pt x="274" y="16176"/>
                      </a:cubicBezTo>
                      <a:cubicBezTo>
                        <a:pt x="274" y="16206"/>
                        <a:pt x="274" y="16237"/>
                        <a:pt x="274" y="16268"/>
                      </a:cubicBezTo>
                      <a:cubicBezTo>
                        <a:pt x="214" y="16268"/>
                        <a:pt x="154" y="16268"/>
                        <a:pt x="91" y="16268"/>
                      </a:cubicBezTo>
                      <a:cubicBezTo>
                        <a:pt x="91" y="12196"/>
                        <a:pt x="91" y="8125"/>
                        <a:pt x="91" y="3930"/>
                      </a:cubicBezTo>
                      <a:cubicBezTo>
                        <a:pt x="61" y="3930"/>
                        <a:pt x="31" y="3930"/>
                        <a:pt x="0" y="3930"/>
                      </a:cubicBezTo>
                      <a:cubicBezTo>
                        <a:pt x="0" y="3477"/>
                        <a:pt x="0" y="3025"/>
                        <a:pt x="0" y="2559"/>
                      </a:cubicBezTo>
                      <a:cubicBezTo>
                        <a:pt x="30" y="2559"/>
                        <a:pt x="60" y="2559"/>
                        <a:pt x="91" y="2559"/>
                      </a:cubicBezTo>
                      <a:cubicBezTo>
                        <a:pt x="91" y="1715"/>
                        <a:pt x="91" y="870"/>
                        <a:pt x="91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68" name="ICON_ACTION_SELECT_path_022"/>
                <p:cNvSpPr/>
                <p:nvPr/>
              </p:nvSpPr>
              <p:spPr>
                <a:xfrm>
                  <a:off x="1372895" y="5586053"/>
                  <a:ext cx="6180" cy="21356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87" h="16816" fill="norm" stroke="0">
                      <a:moveTo>
                        <a:pt x="479" y="0"/>
                      </a:moveTo>
                      <a:cubicBezTo>
                        <a:pt x="487" y="93"/>
                        <a:pt x="487" y="93"/>
                        <a:pt x="479" y="137"/>
                      </a:cubicBezTo>
                      <a:cubicBezTo>
                        <a:pt x="463" y="144"/>
                        <a:pt x="448" y="150"/>
                        <a:pt x="433" y="157"/>
                      </a:cubicBezTo>
                      <a:cubicBezTo>
                        <a:pt x="425" y="161"/>
                        <a:pt x="425" y="161"/>
                        <a:pt x="387" y="183"/>
                      </a:cubicBezTo>
                      <a:cubicBezTo>
                        <a:pt x="378" y="244"/>
                        <a:pt x="382" y="304"/>
                        <a:pt x="387" y="366"/>
                      </a:cubicBezTo>
                      <a:cubicBezTo>
                        <a:pt x="417" y="366"/>
                        <a:pt x="447" y="366"/>
                        <a:pt x="479" y="366"/>
                      </a:cubicBezTo>
                      <a:cubicBezTo>
                        <a:pt x="479" y="426"/>
                        <a:pt x="479" y="486"/>
                        <a:pt x="479" y="548"/>
                      </a:cubicBezTo>
                      <a:cubicBezTo>
                        <a:pt x="448" y="548"/>
                        <a:pt x="418" y="548"/>
                        <a:pt x="387" y="548"/>
                      </a:cubicBezTo>
                      <a:cubicBezTo>
                        <a:pt x="387" y="579"/>
                        <a:pt x="387" y="609"/>
                        <a:pt x="387" y="640"/>
                      </a:cubicBezTo>
                      <a:cubicBezTo>
                        <a:pt x="357" y="640"/>
                        <a:pt x="327" y="640"/>
                        <a:pt x="296" y="640"/>
                      </a:cubicBezTo>
                      <a:cubicBezTo>
                        <a:pt x="296" y="610"/>
                        <a:pt x="296" y="579"/>
                        <a:pt x="296" y="548"/>
                      </a:cubicBezTo>
                      <a:cubicBezTo>
                        <a:pt x="266" y="548"/>
                        <a:pt x="235" y="548"/>
                        <a:pt x="204" y="548"/>
                      </a:cubicBezTo>
                      <a:cubicBezTo>
                        <a:pt x="204" y="579"/>
                        <a:pt x="204" y="609"/>
                        <a:pt x="204" y="640"/>
                      </a:cubicBezTo>
                      <a:cubicBezTo>
                        <a:pt x="174" y="640"/>
                        <a:pt x="144" y="640"/>
                        <a:pt x="113" y="640"/>
                      </a:cubicBezTo>
                      <a:cubicBezTo>
                        <a:pt x="113" y="5767"/>
                        <a:pt x="113" y="10894"/>
                        <a:pt x="113" y="16176"/>
                      </a:cubicBezTo>
                      <a:cubicBezTo>
                        <a:pt x="143" y="16176"/>
                        <a:pt x="173" y="16176"/>
                        <a:pt x="204" y="16176"/>
                      </a:cubicBezTo>
                      <a:cubicBezTo>
                        <a:pt x="207" y="16236"/>
                        <a:pt x="209" y="16296"/>
                        <a:pt x="210" y="16356"/>
                      </a:cubicBezTo>
                      <a:cubicBezTo>
                        <a:pt x="210" y="16365"/>
                        <a:pt x="210" y="16365"/>
                        <a:pt x="212" y="16408"/>
                      </a:cubicBezTo>
                      <a:cubicBezTo>
                        <a:pt x="213" y="16424"/>
                        <a:pt x="213" y="16441"/>
                        <a:pt x="213" y="16457"/>
                      </a:cubicBezTo>
                      <a:cubicBezTo>
                        <a:pt x="214" y="16472"/>
                        <a:pt x="214" y="16488"/>
                        <a:pt x="215" y="16503"/>
                      </a:cubicBezTo>
                      <a:cubicBezTo>
                        <a:pt x="211" y="16516"/>
                        <a:pt x="208" y="16529"/>
                        <a:pt x="204" y="16542"/>
                      </a:cubicBezTo>
                      <a:cubicBezTo>
                        <a:pt x="174" y="16557"/>
                        <a:pt x="144" y="16572"/>
                        <a:pt x="113" y="16588"/>
                      </a:cubicBezTo>
                      <a:cubicBezTo>
                        <a:pt x="128" y="16663"/>
                        <a:pt x="143" y="16738"/>
                        <a:pt x="159" y="16816"/>
                      </a:cubicBezTo>
                      <a:cubicBezTo>
                        <a:pt x="97" y="16789"/>
                        <a:pt x="65" y="16775"/>
                        <a:pt x="22" y="16725"/>
                      </a:cubicBezTo>
                      <a:cubicBezTo>
                        <a:pt x="0" y="16636"/>
                        <a:pt x="3" y="16548"/>
                        <a:pt x="5" y="16458"/>
                      </a:cubicBezTo>
                      <a:cubicBezTo>
                        <a:pt x="5" y="16430"/>
                        <a:pt x="4" y="16402"/>
                        <a:pt x="4" y="16374"/>
                      </a:cubicBezTo>
                      <a:cubicBezTo>
                        <a:pt x="4" y="16297"/>
                        <a:pt x="4" y="16219"/>
                        <a:pt x="5" y="16142"/>
                      </a:cubicBezTo>
                      <a:cubicBezTo>
                        <a:pt x="5" y="16058"/>
                        <a:pt x="5" y="15974"/>
                        <a:pt x="5" y="15890"/>
                      </a:cubicBezTo>
                      <a:cubicBezTo>
                        <a:pt x="4" y="15743"/>
                        <a:pt x="5" y="15595"/>
                        <a:pt x="5" y="15448"/>
                      </a:cubicBezTo>
                      <a:cubicBezTo>
                        <a:pt x="6" y="15229"/>
                        <a:pt x="6" y="15010"/>
                        <a:pt x="6" y="14791"/>
                      </a:cubicBezTo>
                      <a:cubicBezTo>
                        <a:pt x="6" y="14422"/>
                        <a:pt x="6" y="14054"/>
                        <a:pt x="7" y="13685"/>
                      </a:cubicBezTo>
                      <a:cubicBezTo>
                        <a:pt x="8" y="13320"/>
                        <a:pt x="8" y="12955"/>
                        <a:pt x="9" y="12591"/>
                      </a:cubicBezTo>
                      <a:cubicBezTo>
                        <a:pt x="9" y="12579"/>
                        <a:pt x="9" y="12568"/>
                        <a:pt x="9" y="12556"/>
                      </a:cubicBezTo>
                      <a:cubicBezTo>
                        <a:pt x="9" y="12453"/>
                        <a:pt x="9" y="12349"/>
                        <a:pt x="9" y="12246"/>
                      </a:cubicBezTo>
                      <a:cubicBezTo>
                        <a:pt x="9" y="11988"/>
                        <a:pt x="9" y="11731"/>
                        <a:pt x="9" y="11474"/>
                      </a:cubicBezTo>
                      <a:cubicBezTo>
                        <a:pt x="9" y="11462"/>
                        <a:pt x="9" y="11450"/>
                        <a:pt x="9" y="11438"/>
                      </a:cubicBezTo>
                      <a:cubicBezTo>
                        <a:pt x="9" y="10868"/>
                        <a:pt x="10" y="10298"/>
                        <a:pt x="11" y="9728"/>
                      </a:cubicBezTo>
                      <a:cubicBezTo>
                        <a:pt x="12" y="9531"/>
                        <a:pt x="12" y="9333"/>
                        <a:pt x="12" y="9135"/>
                      </a:cubicBezTo>
                      <a:cubicBezTo>
                        <a:pt x="12" y="9123"/>
                        <a:pt x="12" y="9110"/>
                        <a:pt x="12" y="9098"/>
                      </a:cubicBezTo>
                      <a:cubicBezTo>
                        <a:pt x="13" y="8527"/>
                        <a:pt x="14" y="7957"/>
                        <a:pt x="14" y="7387"/>
                      </a:cubicBezTo>
                      <a:cubicBezTo>
                        <a:pt x="14" y="7350"/>
                        <a:pt x="14" y="7313"/>
                        <a:pt x="14" y="7276"/>
                      </a:cubicBezTo>
                      <a:cubicBezTo>
                        <a:pt x="14" y="7031"/>
                        <a:pt x="14" y="6785"/>
                        <a:pt x="15" y="6540"/>
                      </a:cubicBezTo>
                      <a:cubicBezTo>
                        <a:pt x="15" y="6052"/>
                        <a:pt x="15" y="5564"/>
                        <a:pt x="16" y="5075"/>
                      </a:cubicBezTo>
                      <a:cubicBezTo>
                        <a:pt x="16" y="5052"/>
                        <a:pt x="16" y="5029"/>
                        <a:pt x="16" y="5006"/>
                      </a:cubicBezTo>
                      <a:cubicBezTo>
                        <a:pt x="17" y="3459"/>
                        <a:pt x="19" y="1912"/>
                        <a:pt x="22" y="366"/>
                      </a:cubicBezTo>
                      <a:cubicBezTo>
                        <a:pt x="52" y="366"/>
                        <a:pt x="82" y="366"/>
                        <a:pt x="113" y="366"/>
                      </a:cubicBezTo>
                      <a:cubicBezTo>
                        <a:pt x="113" y="335"/>
                        <a:pt x="113" y="305"/>
                        <a:pt x="113" y="274"/>
                      </a:cubicBezTo>
                      <a:cubicBezTo>
                        <a:pt x="143" y="274"/>
                        <a:pt x="173" y="274"/>
                        <a:pt x="204" y="274"/>
                      </a:cubicBezTo>
                      <a:cubicBezTo>
                        <a:pt x="204" y="244"/>
                        <a:pt x="204" y="214"/>
                        <a:pt x="204" y="183"/>
                      </a:cubicBezTo>
                      <a:cubicBezTo>
                        <a:pt x="235" y="183"/>
                        <a:pt x="265" y="183"/>
                        <a:pt x="296" y="183"/>
                      </a:cubicBezTo>
                      <a:cubicBezTo>
                        <a:pt x="295" y="176"/>
                        <a:pt x="295" y="176"/>
                        <a:pt x="290" y="140"/>
                      </a:cubicBezTo>
                      <a:cubicBezTo>
                        <a:pt x="292" y="124"/>
                        <a:pt x="294" y="108"/>
                        <a:pt x="296" y="91"/>
                      </a:cubicBezTo>
                      <a:cubicBezTo>
                        <a:pt x="336" y="62"/>
                        <a:pt x="336" y="62"/>
                        <a:pt x="387" y="40"/>
                      </a:cubicBezTo>
                      <a:cubicBezTo>
                        <a:pt x="404" y="32"/>
                        <a:pt x="421" y="25"/>
                        <a:pt x="439" y="17"/>
                      </a:cubicBezTo>
                      <a:cubicBezTo>
                        <a:pt x="452" y="11"/>
                        <a:pt x="465" y="6"/>
                        <a:pt x="479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69" name="ICON_ACTION_SELECT_path_023"/>
                <p:cNvSpPr/>
                <p:nvPr/>
              </p:nvSpPr>
              <p:spPr>
                <a:xfrm>
                  <a:off x="1410310" y="5696004"/>
                  <a:ext cx="31338" cy="2004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468" h="1578" fill="norm" stroke="0">
                      <a:moveTo>
                        <a:pt x="2285" y="25"/>
                      </a:moveTo>
                      <a:cubicBezTo>
                        <a:pt x="2285" y="85"/>
                        <a:pt x="2285" y="145"/>
                        <a:pt x="2285" y="207"/>
                      </a:cubicBezTo>
                      <a:cubicBezTo>
                        <a:pt x="2255" y="207"/>
                        <a:pt x="2224" y="207"/>
                        <a:pt x="2193" y="207"/>
                      </a:cubicBezTo>
                      <a:cubicBezTo>
                        <a:pt x="2193" y="268"/>
                        <a:pt x="2193" y="328"/>
                        <a:pt x="2193" y="390"/>
                      </a:cubicBezTo>
                      <a:cubicBezTo>
                        <a:pt x="2163" y="390"/>
                        <a:pt x="2133" y="390"/>
                        <a:pt x="2102" y="390"/>
                      </a:cubicBezTo>
                      <a:cubicBezTo>
                        <a:pt x="2102" y="420"/>
                        <a:pt x="2102" y="451"/>
                        <a:pt x="2102" y="482"/>
                      </a:cubicBezTo>
                      <a:cubicBezTo>
                        <a:pt x="2132" y="482"/>
                        <a:pt x="2162" y="482"/>
                        <a:pt x="2193" y="482"/>
                      </a:cubicBezTo>
                      <a:cubicBezTo>
                        <a:pt x="2193" y="512"/>
                        <a:pt x="2193" y="542"/>
                        <a:pt x="2193" y="573"/>
                      </a:cubicBezTo>
                      <a:cubicBezTo>
                        <a:pt x="2224" y="573"/>
                        <a:pt x="2254" y="573"/>
                        <a:pt x="2285" y="573"/>
                      </a:cubicBezTo>
                      <a:cubicBezTo>
                        <a:pt x="2285" y="603"/>
                        <a:pt x="2285" y="633"/>
                        <a:pt x="2285" y="664"/>
                      </a:cubicBezTo>
                      <a:cubicBezTo>
                        <a:pt x="2345" y="664"/>
                        <a:pt x="2405" y="664"/>
                        <a:pt x="2468" y="664"/>
                      </a:cubicBezTo>
                      <a:cubicBezTo>
                        <a:pt x="2468" y="725"/>
                        <a:pt x="2468" y="785"/>
                        <a:pt x="2468" y="847"/>
                      </a:cubicBezTo>
                      <a:cubicBezTo>
                        <a:pt x="2407" y="847"/>
                        <a:pt x="2347" y="847"/>
                        <a:pt x="2285" y="847"/>
                      </a:cubicBezTo>
                      <a:cubicBezTo>
                        <a:pt x="2285" y="998"/>
                        <a:pt x="2285" y="1149"/>
                        <a:pt x="2285" y="1304"/>
                      </a:cubicBezTo>
                      <a:cubicBezTo>
                        <a:pt x="2255" y="1304"/>
                        <a:pt x="2224" y="1304"/>
                        <a:pt x="2193" y="1304"/>
                      </a:cubicBezTo>
                      <a:cubicBezTo>
                        <a:pt x="2193" y="1334"/>
                        <a:pt x="2193" y="1364"/>
                        <a:pt x="2193" y="1396"/>
                      </a:cubicBezTo>
                      <a:cubicBezTo>
                        <a:pt x="2133" y="1396"/>
                        <a:pt x="2073" y="1396"/>
                        <a:pt x="2011" y="1396"/>
                      </a:cubicBezTo>
                      <a:cubicBezTo>
                        <a:pt x="2011" y="1426"/>
                        <a:pt x="2011" y="1456"/>
                        <a:pt x="2011" y="1487"/>
                      </a:cubicBezTo>
                      <a:cubicBezTo>
                        <a:pt x="1950" y="1487"/>
                        <a:pt x="1890" y="1487"/>
                        <a:pt x="1828" y="1487"/>
                      </a:cubicBezTo>
                      <a:cubicBezTo>
                        <a:pt x="1828" y="1517"/>
                        <a:pt x="1828" y="1547"/>
                        <a:pt x="1828" y="1578"/>
                      </a:cubicBezTo>
                      <a:cubicBezTo>
                        <a:pt x="1345" y="1578"/>
                        <a:pt x="863" y="1578"/>
                        <a:pt x="366" y="1578"/>
                      </a:cubicBezTo>
                      <a:cubicBezTo>
                        <a:pt x="366" y="1548"/>
                        <a:pt x="366" y="1518"/>
                        <a:pt x="366" y="1487"/>
                      </a:cubicBezTo>
                      <a:cubicBezTo>
                        <a:pt x="335" y="1487"/>
                        <a:pt x="305" y="1487"/>
                        <a:pt x="274" y="1487"/>
                      </a:cubicBezTo>
                      <a:cubicBezTo>
                        <a:pt x="274" y="1396"/>
                        <a:pt x="274" y="1306"/>
                        <a:pt x="274" y="1213"/>
                      </a:cubicBezTo>
                      <a:cubicBezTo>
                        <a:pt x="304" y="1213"/>
                        <a:pt x="334" y="1213"/>
                        <a:pt x="366" y="1213"/>
                      </a:cubicBezTo>
                      <a:cubicBezTo>
                        <a:pt x="366" y="1183"/>
                        <a:pt x="366" y="1152"/>
                        <a:pt x="366" y="1121"/>
                      </a:cubicBezTo>
                      <a:cubicBezTo>
                        <a:pt x="335" y="1121"/>
                        <a:pt x="305" y="1121"/>
                        <a:pt x="274" y="1121"/>
                      </a:cubicBezTo>
                      <a:cubicBezTo>
                        <a:pt x="274" y="1091"/>
                        <a:pt x="274" y="1061"/>
                        <a:pt x="274" y="1030"/>
                      </a:cubicBezTo>
                      <a:cubicBezTo>
                        <a:pt x="214" y="1030"/>
                        <a:pt x="154" y="1030"/>
                        <a:pt x="91" y="1030"/>
                      </a:cubicBezTo>
                      <a:cubicBezTo>
                        <a:pt x="91" y="1000"/>
                        <a:pt x="91" y="970"/>
                        <a:pt x="91" y="939"/>
                      </a:cubicBezTo>
                      <a:cubicBezTo>
                        <a:pt x="61" y="939"/>
                        <a:pt x="31" y="939"/>
                        <a:pt x="0" y="939"/>
                      </a:cubicBezTo>
                      <a:cubicBezTo>
                        <a:pt x="0" y="908"/>
                        <a:pt x="0" y="878"/>
                        <a:pt x="0" y="847"/>
                      </a:cubicBezTo>
                      <a:cubicBezTo>
                        <a:pt x="151" y="847"/>
                        <a:pt x="302" y="847"/>
                        <a:pt x="457" y="847"/>
                      </a:cubicBezTo>
                      <a:cubicBezTo>
                        <a:pt x="457" y="877"/>
                        <a:pt x="457" y="908"/>
                        <a:pt x="457" y="939"/>
                      </a:cubicBezTo>
                      <a:cubicBezTo>
                        <a:pt x="487" y="939"/>
                        <a:pt x="517" y="939"/>
                        <a:pt x="548" y="939"/>
                      </a:cubicBezTo>
                      <a:cubicBezTo>
                        <a:pt x="548" y="969"/>
                        <a:pt x="548" y="999"/>
                        <a:pt x="548" y="1030"/>
                      </a:cubicBezTo>
                      <a:cubicBezTo>
                        <a:pt x="568" y="1029"/>
                        <a:pt x="587" y="1029"/>
                        <a:pt x="607" y="1028"/>
                      </a:cubicBezTo>
                      <a:cubicBezTo>
                        <a:pt x="632" y="1028"/>
                        <a:pt x="657" y="1028"/>
                        <a:pt x="683" y="1027"/>
                      </a:cubicBezTo>
                      <a:cubicBezTo>
                        <a:pt x="695" y="1027"/>
                        <a:pt x="708" y="1026"/>
                        <a:pt x="721" y="1026"/>
                      </a:cubicBezTo>
                      <a:cubicBezTo>
                        <a:pt x="755" y="1026"/>
                        <a:pt x="789" y="1028"/>
                        <a:pt x="823" y="1030"/>
                      </a:cubicBezTo>
                      <a:cubicBezTo>
                        <a:pt x="838" y="1045"/>
                        <a:pt x="853" y="1060"/>
                        <a:pt x="868" y="1076"/>
                      </a:cubicBezTo>
                      <a:cubicBezTo>
                        <a:pt x="913" y="1080"/>
                        <a:pt x="955" y="1082"/>
                        <a:pt x="1000" y="1081"/>
                      </a:cubicBezTo>
                      <a:cubicBezTo>
                        <a:pt x="1012" y="1081"/>
                        <a:pt x="1024" y="1081"/>
                        <a:pt x="1037" y="1081"/>
                      </a:cubicBezTo>
                      <a:cubicBezTo>
                        <a:pt x="1126" y="1079"/>
                        <a:pt x="1198" y="1066"/>
                        <a:pt x="1279" y="1030"/>
                      </a:cubicBezTo>
                      <a:cubicBezTo>
                        <a:pt x="1279" y="1000"/>
                        <a:pt x="1279" y="970"/>
                        <a:pt x="1279" y="939"/>
                      </a:cubicBezTo>
                      <a:cubicBezTo>
                        <a:pt x="1310" y="939"/>
                        <a:pt x="1340" y="939"/>
                        <a:pt x="1371" y="939"/>
                      </a:cubicBezTo>
                      <a:cubicBezTo>
                        <a:pt x="1371" y="908"/>
                        <a:pt x="1371" y="878"/>
                        <a:pt x="1371" y="847"/>
                      </a:cubicBezTo>
                      <a:cubicBezTo>
                        <a:pt x="1385" y="849"/>
                        <a:pt x="1399" y="851"/>
                        <a:pt x="1414" y="853"/>
                      </a:cubicBezTo>
                      <a:cubicBezTo>
                        <a:pt x="1430" y="851"/>
                        <a:pt x="1446" y="849"/>
                        <a:pt x="1462" y="847"/>
                      </a:cubicBezTo>
                      <a:cubicBezTo>
                        <a:pt x="1488" y="807"/>
                        <a:pt x="1488" y="807"/>
                        <a:pt x="1508" y="756"/>
                      </a:cubicBezTo>
                      <a:cubicBezTo>
                        <a:pt x="1528" y="704"/>
                        <a:pt x="1528" y="704"/>
                        <a:pt x="1554" y="664"/>
                      </a:cubicBezTo>
                      <a:cubicBezTo>
                        <a:pt x="1601" y="662"/>
                        <a:pt x="1601" y="662"/>
                        <a:pt x="1645" y="664"/>
                      </a:cubicBezTo>
                      <a:cubicBezTo>
                        <a:pt x="1646" y="650"/>
                        <a:pt x="1647" y="637"/>
                        <a:pt x="1648" y="622"/>
                      </a:cubicBezTo>
                      <a:cubicBezTo>
                        <a:pt x="1670" y="449"/>
                        <a:pt x="1738" y="360"/>
                        <a:pt x="1860" y="243"/>
                      </a:cubicBezTo>
                      <a:cubicBezTo>
                        <a:pt x="1888" y="216"/>
                        <a:pt x="1915" y="188"/>
                        <a:pt x="1942" y="160"/>
                      </a:cubicBezTo>
                      <a:cubicBezTo>
                        <a:pt x="2051" y="50"/>
                        <a:pt x="2124" y="0"/>
                        <a:pt x="2285" y="2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70" name="ICON_ACTION_SELECT_path_024"/>
                <p:cNvSpPr/>
                <p:nvPr/>
              </p:nvSpPr>
              <p:spPr>
                <a:xfrm>
                  <a:off x="1405668" y="5624355"/>
                  <a:ext cx="38302" cy="278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016" h="2193" fill="norm" stroke="0">
                      <a:moveTo>
                        <a:pt x="2925" y="0"/>
                      </a:moveTo>
                      <a:cubicBezTo>
                        <a:pt x="2955" y="0"/>
                        <a:pt x="2985" y="0"/>
                        <a:pt x="3016" y="0"/>
                      </a:cubicBezTo>
                      <a:cubicBezTo>
                        <a:pt x="3016" y="694"/>
                        <a:pt x="3016" y="1387"/>
                        <a:pt x="3016" y="2102"/>
                      </a:cubicBezTo>
                      <a:cubicBezTo>
                        <a:pt x="2956" y="2102"/>
                        <a:pt x="2895" y="2102"/>
                        <a:pt x="2833" y="2102"/>
                      </a:cubicBezTo>
                      <a:cubicBezTo>
                        <a:pt x="2833" y="2132"/>
                        <a:pt x="2833" y="2162"/>
                        <a:pt x="2833" y="2193"/>
                      </a:cubicBezTo>
                      <a:cubicBezTo>
                        <a:pt x="1928" y="2193"/>
                        <a:pt x="1024" y="2193"/>
                        <a:pt x="91" y="2193"/>
                      </a:cubicBezTo>
                      <a:cubicBezTo>
                        <a:pt x="91" y="2163"/>
                        <a:pt x="91" y="2133"/>
                        <a:pt x="91" y="2102"/>
                      </a:cubicBezTo>
                      <a:cubicBezTo>
                        <a:pt x="61" y="2102"/>
                        <a:pt x="31" y="2102"/>
                        <a:pt x="0" y="2102"/>
                      </a:cubicBezTo>
                      <a:cubicBezTo>
                        <a:pt x="0" y="1846"/>
                        <a:pt x="0" y="1589"/>
                        <a:pt x="0" y="1325"/>
                      </a:cubicBezTo>
                      <a:cubicBezTo>
                        <a:pt x="45" y="1310"/>
                        <a:pt x="90" y="1295"/>
                        <a:pt x="137" y="1279"/>
                      </a:cubicBezTo>
                      <a:cubicBezTo>
                        <a:pt x="152" y="1068"/>
                        <a:pt x="167" y="857"/>
                        <a:pt x="183" y="640"/>
                      </a:cubicBezTo>
                      <a:cubicBezTo>
                        <a:pt x="213" y="640"/>
                        <a:pt x="243" y="640"/>
                        <a:pt x="274" y="640"/>
                      </a:cubicBezTo>
                      <a:cubicBezTo>
                        <a:pt x="274" y="670"/>
                        <a:pt x="274" y="700"/>
                        <a:pt x="274" y="731"/>
                      </a:cubicBezTo>
                      <a:cubicBezTo>
                        <a:pt x="304" y="731"/>
                        <a:pt x="334" y="731"/>
                        <a:pt x="366" y="731"/>
                      </a:cubicBezTo>
                      <a:cubicBezTo>
                        <a:pt x="366" y="761"/>
                        <a:pt x="366" y="791"/>
                        <a:pt x="366" y="823"/>
                      </a:cubicBezTo>
                      <a:cubicBezTo>
                        <a:pt x="396" y="823"/>
                        <a:pt x="426" y="823"/>
                        <a:pt x="457" y="823"/>
                      </a:cubicBezTo>
                      <a:cubicBezTo>
                        <a:pt x="457" y="853"/>
                        <a:pt x="457" y="883"/>
                        <a:pt x="457" y="914"/>
                      </a:cubicBezTo>
                      <a:cubicBezTo>
                        <a:pt x="487" y="914"/>
                        <a:pt x="517" y="914"/>
                        <a:pt x="548" y="914"/>
                      </a:cubicBezTo>
                      <a:cubicBezTo>
                        <a:pt x="548" y="944"/>
                        <a:pt x="548" y="974"/>
                        <a:pt x="548" y="1005"/>
                      </a:cubicBezTo>
                      <a:cubicBezTo>
                        <a:pt x="579" y="1005"/>
                        <a:pt x="609" y="1005"/>
                        <a:pt x="640" y="1005"/>
                      </a:cubicBezTo>
                      <a:cubicBezTo>
                        <a:pt x="640" y="1035"/>
                        <a:pt x="640" y="1066"/>
                        <a:pt x="640" y="1097"/>
                      </a:cubicBezTo>
                      <a:cubicBezTo>
                        <a:pt x="670" y="1097"/>
                        <a:pt x="700" y="1097"/>
                        <a:pt x="731" y="1097"/>
                      </a:cubicBezTo>
                      <a:cubicBezTo>
                        <a:pt x="731" y="1127"/>
                        <a:pt x="731" y="1157"/>
                        <a:pt x="731" y="1188"/>
                      </a:cubicBezTo>
                      <a:cubicBezTo>
                        <a:pt x="761" y="1188"/>
                        <a:pt x="791" y="1188"/>
                        <a:pt x="823" y="1188"/>
                      </a:cubicBezTo>
                      <a:cubicBezTo>
                        <a:pt x="823" y="1218"/>
                        <a:pt x="823" y="1248"/>
                        <a:pt x="823" y="1279"/>
                      </a:cubicBezTo>
                      <a:cubicBezTo>
                        <a:pt x="853" y="1279"/>
                        <a:pt x="883" y="1279"/>
                        <a:pt x="914" y="1279"/>
                      </a:cubicBezTo>
                      <a:cubicBezTo>
                        <a:pt x="914" y="1310"/>
                        <a:pt x="914" y="1340"/>
                        <a:pt x="914" y="1371"/>
                      </a:cubicBezTo>
                      <a:cubicBezTo>
                        <a:pt x="763" y="1371"/>
                        <a:pt x="612" y="1371"/>
                        <a:pt x="457" y="1371"/>
                      </a:cubicBezTo>
                      <a:cubicBezTo>
                        <a:pt x="457" y="1401"/>
                        <a:pt x="457" y="1431"/>
                        <a:pt x="457" y="1462"/>
                      </a:cubicBezTo>
                      <a:cubicBezTo>
                        <a:pt x="427" y="1462"/>
                        <a:pt x="397" y="1462"/>
                        <a:pt x="366" y="1462"/>
                      </a:cubicBezTo>
                      <a:cubicBezTo>
                        <a:pt x="366" y="1553"/>
                        <a:pt x="366" y="1643"/>
                        <a:pt x="366" y="1736"/>
                      </a:cubicBezTo>
                      <a:cubicBezTo>
                        <a:pt x="396" y="1736"/>
                        <a:pt x="426" y="1736"/>
                        <a:pt x="457" y="1736"/>
                      </a:cubicBezTo>
                      <a:cubicBezTo>
                        <a:pt x="457" y="1857"/>
                        <a:pt x="457" y="1978"/>
                        <a:pt x="457" y="2102"/>
                      </a:cubicBezTo>
                      <a:cubicBezTo>
                        <a:pt x="1181" y="2102"/>
                        <a:pt x="1905" y="2102"/>
                        <a:pt x="2650" y="2102"/>
                      </a:cubicBezTo>
                      <a:cubicBezTo>
                        <a:pt x="2650" y="2072"/>
                        <a:pt x="2650" y="2042"/>
                        <a:pt x="2650" y="2011"/>
                      </a:cubicBezTo>
                      <a:cubicBezTo>
                        <a:pt x="2681" y="2011"/>
                        <a:pt x="2711" y="2011"/>
                        <a:pt x="2742" y="2011"/>
                      </a:cubicBezTo>
                      <a:cubicBezTo>
                        <a:pt x="2742" y="1980"/>
                        <a:pt x="2742" y="1950"/>
                        <a:pt x="2742" y="1919"/>
                      </a:cubicBezTo>
                      <a:cubicBezTo>
                        <a:pt x="2712" y="1919"/>
                        <a:pt x="2681" y="1919"/>
                        <a:pt x="2650" y="1919"/>
                      </a:cubicBezTo>
                      <a:cubicBezTo>
                        <a:pt x="2650" y="1648"/>
                        <a:pt x="2650" y="1376"/>
                        <a:pt x="2650" y="1097"/>
                      </a:cubicBezTo>
                      <a:cubicBezTo>
                        <a:pt x="2620" y="1097"/>
                        <a:pt x="2590" y="1097"/>
                        <a:pt x="2559" y="1097"/>
                      </a:cubicBezTo>
                      <a:cubicBezTo>
                        <a:pt x="2559" y="1067"/>
                        <a:pt x="2559" y="1036"/>
                        <a:pt x="2559" y="1005"/>
                      </a:cubicBezTo>
                      <a:cubicBezTo>
                        <a:pt x="2529" y="1005"/>
                        <a:pt x="2499" y="1005"/>
                        <a:pt x="2468" y="1005"/>
                      </a:cubicBezTo>
                      <a:cubicBezTo>
                        <a:pt x="2468" y="975"/>
                        <a:pt x="2468" y="945"/>
                        <a:pt x="2468" y="914"/>
                      </a:cubicBezTo>
                      <a:cubicBezTo>
                        <a:pt x="2498" y="914"/>
                        <a:pt x="2528" y="914"/>
                        <a:pt x="2559" y="914"/>
                      </a:cubicBezTo>
                      <a:cubicBezTo>
                        <a:pt x="2559" y="854"/>
                        <a:pt x="2559" y="793"/>
                        <a:pt x="2559" y="731"/>
                      </a:cubicBezTo>
                      <a:cubicBezTo>
                        <a:pt x="2589" y="731"/>
                        <a:pt x="2619" y="731"/>
                        <a:pt x="2650" y="731"/>
                      </a:cubicBezTo>
                      <a:cubicBezTo>
                        <a:pt x="2650" y="641"/>
                        <a:pt x="2650" y="550"/>
                        <a:pt x="2650" y="457"/>
                      </a:cubicBezTo>
                      <a:cubicBezTo>
                        <a:pt x="2620" y="457"/>
                        <a:pt x="2590" y="457"/>
                        <a:pt x="2559" y="457"/>
                      </a:cubicBezTo>
                      <a:cubicBezTo>
                        <a:pt x="2559" y="427"/>
                        <a:pt x="2559" y="397"/>
                        <a:pt x="2559" y="366"/>
                      </a:cubicBezTo>
                      <a:cubicBezTo>
                        <a:pt x="2589" y="366"/>
                        <a:pt x="2619" y="366"/>
                        <a:pt x="2650" y="366"/>
                      </a:cubicBezTo>
                      <a:cubicBezTo>
                        <a:pt x="2650" y="335"/>
                        <a:pt x="2650" y="305"/>
                        <a:pt x="2650" y="274"/>
                      </a:cubicBezTo>
                      <a:cubicBezTo>
                        <a:pt x="2681" y="274"/>
                        <a:pt x="2711" y="274"/>
                        <a:pt x="2742" y="274"/>
                      </a:cubicBezTo>
                      <a:cubicBezTo>
                        <a:pt x="2742" y="244"/>
                        <a:pt x="2742" y="214"/>
                        <a:pt x="2742" y="183"/>
                      </a:cubicBezTo>
                      <a:cubicBezTo>
                        <a:pt x="2756" y="185"/>
                        <a:pt x="2770" y="187"/>
                        <a:pt x="2785" y="188"/>
                      </a:cubicBezTo>
                      <a:cubicBezTo>
                        <a:pt x="2793" y="188"/>
                        <a:pt x="2793" y="188"/>
                        <a:pt x="2833" y="183"/>
                      </a:cubicBezTo>
                      <a:cubicBezTo>
                        <a:pt x="2859" y="143"/>
                        <a:pt x="2859" y="143"/>
                        <a:pt x="2879" y="91"/>
                      </a:cubicBezTo>
                      <a:cubicBezTo>
                        <a:pt x="2899" y="40"/>
                        <a:pt x="2899" y="40"/>
                        <a:pt x="2925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71" name="ICON_ACTION_SELECT_path_025"/>
                <p:cNvSpPr/>
                <p:nvPr/>
              </p:nvSpPr>
              <p:spPr>
                <a:xfrm>
                  <a:off x="1377811" y="5801938"/>
                  <a:ext cx="191511" cy="373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080" h="294" fill="norm" stroke="0">
                      <a:moveTo>
                        <a:pt x="1005" y="0"/>
                      </a:moveTo>
                      <a:cubicBezTo>
                        <a:pt x="1156" y="0"/>
                        <a:pt x="1307" y="0"/>
                        <a:pt x="1462" y="0"/>
                      </a:cubicBezTo>
                      <a:cubicBezTo>
                        <a:pt x="1462" y="30"/>
                        <a:pt x="1462" y="60"/>
                        <a:pt x="1462" y="91"/>
                      </a:cubicBezTo>
                      <a:cubicBezTo>
                        <a:pt x="1523" y="91"/>
                        <a:pt x="1583" y="91"/>
                        <a:pt x="1645" y="91"/>
                      </a:cubicBezTo>
                      <a:cubicBezTo>
                        <a:pt x="1645" y="122"/>
                        <a:pt x="1645" y="152"/>
                        <a:pt x="1645" y="183"/>
                      </a:cubicBezTo>
                      <a:cubicBezTo>
                        <a:pt x="2882" y="183"/>
                        <a:pt x="4118" y="183"/>
                        <a:pt x="5392" y="183"/>
                      </a:cubicBezTo>
                      <a:cubicBezTo>
                        <a:pt x="5392" y="153"/>
                        <a:pt x="5392" y="122"/>
                        <a:pt x="5392" y="91"/>
                      </a:cubicBezTo>
                      <a:cubicBezTo>
                        <a:pt x="5513" y="91"/>
                        <a:pt x="5633" y="91"/>
                        <a:pt x="5758" y="91"/>
                      </a:cubicBezTo>
                      <a:cubicBezTo>
                        <a:pt x="5758" y="122"/>
                        <a:pt x="5758" y="152"/>
                        <a:pt x="5758" y="183"/>
                      </a:cubicBezTo>
                      <a:cubicBezTo>
                        <a:pt x="8502" y="183"/>
                        <a:pt x="11247" y="183"/>
                        <a:pt x="14074" y="183"/>
                      </a:cubicBezTo>
                      <a:cubicBezTo>
                        <a:pt x="14074" y="153"/>
                        <a:pt x="14074" y="122"/>
                        <a:pt x="14074" y="91"/>
                      </a:cubicBezTo>
                      <a:cubicBezTo>
                        <a:pt x="14135" y="91"/>
                        <a:pt x="14195" y="91"/>
                        <a:pt x="14257" y="91"/>
                      </a:cubicBezTo>
                      <a:cubicBezTo>
                        <a:pt x="14257" y="61"/>
                        <a:pt x="14257" y="31"/>
                        <a:pt x="14257" y="0"/>
                      </a:cubicBezTo>
                      <a:cubicBezTo>
                        <a:pt x="14438" y="0"/>
                        <a:pt x="14619" y="0"/>
                        <a:pt x="14805" y="0"/>
                      </a:cubicBezTo>
                      <a:cubicBezTo>
                        <a:pt x="14805" y="30"/>
                        <a:pt x="14805" y="60"/>
                        <a:pt x="14805" y="91"/>
                      </a:cubicBezTo>
                      <a:cubicBezTo>
                        <a:pt x="14896" y="106"/>
                        <a:pt x="14986" y="122"/>
                        <a:pt x="15080" y="137"/>
                      </a:cubicBezTo>
                      <a:cubicBezTo>
                        <a:pt x="15019" y="152"/>
                        <a:pt x="14959" y="167"/>
                        <a:pt x="14897" y="183"/>
                      </a:cubicBezTo>
                      <a:cubicBezTo>
                        <a:pt x="14897" y="213"/>
                        <a:pt x="14897" y="243"/>
                        <a:pt x="14897" y="274"/>
                      </a:cubicBezTo>
                      <a:cubicBezTo>
                        <a:pt x="13497" y="277"/>
                        <a:pt x="12096" y="279"/>
                        <a:pt x="10696" y="280"/>
                      </a:cubicBezTo>
                      <a:cubicBezTo>
                        <a:pt x="10675" y="280"/>
                        <a:pt x="10655" y="280"/>
                        <a:pt x="10633" y="280"/>
                      </a:cubicBezTo>
                      <a:cubicBezTo>
                        <a:pt x="10183" y="280"/>
                        <a:pt x="9733" y="281"/>
                        <a:pt x="9283" y="281"/>
                      </a:cubicBezTo>
                      <a:cubicBezTo>
                        <a:pt x="9062" y="281"/>
                        <a:pt x="8841" y="282"/>
                        <a:pt x="8620" y="282"/>
                      </a:cubicBezTo>
                      <a:cubicBezTo>
                        <a:pt x="8609" y="282"/>
                        <a:pt x="8609" y="282"/>
                        <a:pt x="8554" y="282"/>
                      </a:cubicBezTo>
                      <a:cubicBezTo>
                        <a:pt x="7841" y="282"/>
                        <a:pt x="7129" y="283"/>
                        <a:pt x="6417" y="285"/>
                      </a:cubicBezTo>
                      <a:cubicBezTo>
                        <a:pt x="5685" y="286"/>
                        <a:pt x="4953" y="287"/>
                        <a:pt x="4221" y="287"/>
                      </a:cubicBezTo>
                      <a:cubicBezTo>
                        <a:pt x="4117" y="287"/>
                        <a:pt x="4014" y="287"/>
                        <a:pt x="3911" y="287"/>
                      </a:cubicBezTo>
                      <a:cubicBezTo>
                        <a:pt x="3890" y="287"/>
                        <a:pt x="3870" y="287"/>
                        <a:pt x="3849" y="287"/>
                      </a:cubicBezTo>
                      <a:cubicBezTo>
                        <a:pt x="3521" y="287"/>
                        <a:pt x="3194" y="288"/>
                        <a:pt x="2866" y="289"/>
                      </a:cubicBezTo>
                      <a:cubicBezTo>
                        <a:pt x="2537" y="290"/>
                        <a:pt x="2208" y="290"/>
                        <a:pt x="1878" y="290"/>
                      </a:cubicBezTo>
                      <a:cubicBezTo>
                        <a:pt x="1683" y="290"/>
                        <a:pt x="1487" y="290"/>
                        <a:pt x="1291" y="291"/>
                      </a:cubicBezTo>
                      <a:cubicBezTo>
                        <a:pt x="1161" y="291"/>
                        <a:pt x="1030" y="291"/>
                        <a:pt x="899" y="291"/>
                      </a:cubicBezTo>
                      <a:cubicBezTo>
                        <a:pt x="825" y="291"/>
                        <a:pt x="750" y="291"/>
                        <a:pt x="676" y="291"/>
                      </a:cubicBezTo>
                      <a:cubicBezTo>
                        <a:pt x="608" y="292"/>
                        <a:pt x="540" y="292"/>
                        <a:pt x="472" y="291"/>
                      </a:cubicBezTo>
                      <a:cubicBezTo>
                        <a:pt x="448" y="291"/>
                        <a:pt x="424" y="291"/>
                        <a:pt x="399" y="292"/>
                      </a:cubicBezTo>
                      <a:cubicBezTo>
                        <a:pt x="225" y="294"/>
                        <a:pt x="127" y="257"/>
                        <a:pt x="0" y="137"/>
                      </a:cubicBezTo>
                      <a:cubicBezTo>
                        <a:pt x="8" y="139"/>
                        <a:pt x="8" y="139"/>
                        <a:pt x="49" y="147"/>
                      </a:cubicBezTo>
                      <a:cubicBezTo>
                        <a:pt x="335" y="199"/>
                        <a:pt x="625" y="187"/>
                        <a:pt x="914" y="183"/>
                      </a:cubicBezTo>
                      <a:cubicBezTo>
                        <a:pt x="914" y="153"/>
                        <a:pt x="914" y="122"/>
                        <a:pt x="914" y="91"/>
                      </a:cubicBezTo>
                      <a:cubicBezTo>
                        <a:pt x="944" y="91"/>
                        <a:pt x="974" y="91"/>
                        <a:pt x="1005" y="91"/>
                      </a:cubicBezTo>
                      <a:cubicBezTo>
                        <a:pt x="1005" y="61"/>
                        <a:pt x="1005" y="31"/>
                        <a:pt x="1005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72" name="ICON_ACTION_SELECT_path_026"/>
                <p:cNvSpPr/>
                <p:nvPr/>
              </p:nvSpPr>
              <p:spPr>
                <a:xfrm>
                  <a:off x="1376651" y="5810063"/>
                  <a:ext cx="198475" cy="580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628" h="457" fill="norm" stroke="0">
                      <a:moveTo>
                        <a:pt x="15628" y="0"/>
                      </a:moveTo>
                      <a:cubicBezTo>
                        <a:pt x="15628" y="90"/>
                        <a:pt x="15628" y="181"/>
                        <a:pt x="15628" y="274"/>
                      </a:cubicBezTo>
                      <a:cubicBezTo>
                        <a:pt x="15598" y="274"/>
                        <a:pt x="15568" y="274"/>
                        <a:pt x="15537" y="274"/>
                      </a:cubicBezTo>
                      <a:cubicBezTo>
                        <a:pt x="15537" y="304"/>
                        <a:pt x="15537" y="334"/>
                        <a:pt x="15537" y="366"/>
                      </a:cubicBezTo>
                      <a:cubicBezTo>
                        <a:pt x="15506" y="366"/>
                        <a:pt x="15476" y="366"/>
                        <a:pt x="15445" y="366"/>
                      </a:cubicBezTo>
                      <a:cubicBezTo>
                        <a:pt x="15445" y="396"/>
                        <a:pt x="15445" y="426"/>
                        <a:pt x="15445" y="457"/>
                      </a:cubicBezTo>
                      <a:cubicBezTo>
                        <a:pt x="15264" y="457"/>
                        <a:pt x="15083" y="457"/>
                        <a:pt x="14897" y="457"/>
                      </a:cubicBezTo>
                      <a:cubicBezTo>
                        <a:pt x="14897" y="427"/>
                        <a:pt x="14897" y="397"/>
                        <a:pt x="14897" y="366"/>
                      </a:cubicBezTo>
                      <a:cubicBezTo>
                        <a:pt x="14867" y="366"/>
                        <a:pt x="14836" y="366"/>
                        <a:pt x="14805" y="366"/>
                      </a:cubicBezTo>
                      <a:cubicBezTo>
                        <a:pt x="14805" y="335"/>
                        <a:pt x="14805" y="305"/>
                        <a:pt x="14805" y="274"/>
                      </a:cubicBezTo>
                      <a:cubicBezTo>
                        <a:pt x="9920" y="274"/>
                        <a:pt x="5034" y="274"/>
                        <a:pt x="0" y="274"/>
                      </a:cubicBezTo>
                      <a:cubicBezTo>
                        <a:pt x="0" y="244"/>
                        <a:pt x="0" y="214"/>
                        <a:pt x="0" y="183"/>
                      </a:cubicBezTo>
                      <a:cubicBezTo>
                        <a:pt x="5037" y="183"/>
                        <a:pt x="10073" y="183"/>
                        <a:pt x="15262" y="183"/>
                      </a:cubicBezTo>
                      <a:cubicBezTo>
                        <a:pt x="15262" y="153"/>
                        <a:pt x="15262" y="122"/>
                        <a:pt x="15262" y="91"/>
                      </a:cubicBezTo>
                      <a:cubicBezTo>
                        <a:pt x="15306" y="76"/>
                        <a:pt x="15350" y="61"/>
                        <a:pt x="15394" y="46"/>
                      </a:cubicBezTo>
                      <a:cubicBezTo>
                        <a:pt x="15400" y="44"/>
                        <a:pt x="15400" y="44"/>
                        <a:pt x="15431" y="32"/>
                      </a:cubicBezTo>
                      <a:cubicBezTo>
                        <a:pt x="15443" y="28"/>
                        <a:pt x="15455" y="24"/>
                        <a:pt x="15468" y="20"/>
                      </a:cubicBezTo>
                      <a:cubicBezTo>
                        <a:pt x="15479" y="16"/>
                        <a:pt x="15490" y="12"/>
                        <a:pt x="15501" y="8"/>
                      </a:cubicBezTo>
                      <a:cubicBezTo>
                        <a:pt x="15537" y="0"/>
                        <a:pt x="15537" y="0"/>
                        <a:pt x="1562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73" name="ICON_ACTION_SELECT_path_027"/>
                <p:cNvSpPr/>
                <p:nvPr/>
              </p:nvSpPr>
              <p:spPr>
                <a:xfrm>
                  <a:off x="1405668" y="5613909"/>
                  <a:ext cx="33659" cy="1857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650" h="1462" fill="norm" stroke="0">
                      <a:moveTo>
                        <a:pt x="183" y="0"/>
                      </a:moveTo>
                      <a:cubicBezTo>
                        <a:pt x="997" y="0"/>
                        <a:pt x="1811" y="0"/>
                        <a:pt x="2650" y="0"/>
                      </a:cubicBezTo>
                      <a:cubicBezTo>
                        <a:pt x="2620" y="60"/>
                        <a:pt x="2590" y="121"/>
                        <a:pt x="2559" y="183"/>
                      </a:cubicBezTo>
                      <a:cubicBezTo>
                        <a:pt x="2529" y="183"/>
                        <a:pt x="2499" y="183"/>
                        <a:pt x="2468" y="183"/>
                      </a:cubicBezTo>
                      <a:cubicBezTo>
                        <a:pt x="2468" y="213"/>
                        <a:pt x="2468" y="243"/>
                        <a:pt x="2468" y="274"/>
                      </a:cubicBezTo>
                      <a:cubicBezTo>
                        <a:pt x="2437" y="274"/>
                        <a:pt x="2407" y="274"/>
                        <a:pt x="2376" y="274"/>
                      </a:cubicBezTo>
                      <a:cubicBezTo>
                        <a:pt x="2376" y="304"/>
                        <a:pt x="2376" y="334"/>
                        <a:pt x="2376" y="366"/>
                      </a:cubicBezTo>
                      <a:cubicBezTo>
                        <a:pt x="2346" y="366"/>
                        <a:pt x="2316" y="366"/>
                        <a:pt x="2285" y="366"/>
                      </a:cubicBezTo>
                      <a:cubicBezTo>
                        <a:pt x="2285" y="396"/>
                        <a:pt x="2285" y="426"/>
                        <a:pt x="2285" y="457"/>
                      </a:cubicBezTo>
                      <a:cubicBezTo>
                        <a:pt x="2255" y="457"/>
                        <a:pt x="2224" y="457"/>
                        <a:pt x="2193" y="457"/>
                      </a:cubicBezTo>
                      <a:cubicBezTo>
                        <a:pt x="2193" y="487"/>
                        <a:pt x="2193" y="517"/>
                        <a:pt x="2193" y="548"/>
                      </a:cubicBezTo>
                      <a:cubicBezTo>
                        <a:pt x="2163" y="548"/>
                        <a:pt x="2133" y="548"/>
                        <a:pt x="2102" y="548"/>
                      </a:cubicBezTo>
                      <a:cubicBezTo>
                        <a:pt x="2102" y="609"/>
                        <a:pt x="2102" y="669"/>
                        <a:pt x="2102" y="731"/>
                      </a:cubicBezTo>
                      <a:cubicBezTo>
                        <a:pt x="2072" y="731"/>
                        <a:pt x="2042" y="731"/>
                        <a:pt x="2011" y="731"/>
                      </a:cubicBezTo>
                      <a:cubicBezTo>
                        <a:pt x="2011" y="761"/>
                        <a:pt x="2011" y="791"/>
                        <a:pt x="2011" y="823"/>
                      </a:cubicBezTo>
                      <a:cubicBezTo>
                        <a:pt x="1980" y="823"/>
                        <a:pt x="1950" y="823"/>
                        <a:pt x="1919" y="823"/>
                      </a:cubicBezTo>
                      <a:cubicBezTo>
                        <a:pt x="1919" y="853"/>
                        <a:pt x="1919" y="883"/>
                        <a:pt x="1919" y="914"/>
                      </a:cubicBezTo>
                      <a:cubicBezTo>
                        <a:pt x="1889" y="914"/>
                        <a:pt x="1859" y="914"/>
                        <a:pt x="1828" y="914"/>
                      </a:cubicBezTo>
                      <a:cubicBezTo>
                        <a:pt x="1828" y="944"/>
                        <a:pt x="1828" y="974"/>
                        <a:pt x="1828" y="1005"/>
                      </a:cubicBezTo>
                      <a:cubicBezTo>
                        <a:pt x="1798" y="1005"/>
                        <a:pt x="1768" y="1005"/>
                        <a:pt x="1736" y="1005"/>
                      </a:cubicBezTo>
                      <a:cubicBezTo>
                        <a:pt x="1736" y="1066"/>
                        <a:pt x="1736" y="1126"/>
                        <a:pt x="1736" y="1188"/>
                      </a:cubicBezTo>
                      <a:cubicBezTo>
                        <a:pt x="1706" y="1188"/>
                        <a:pt x="1676" y="1188"/>
                        <a:pt x="1645" y="1188"/>
                      </a:cubicBezTo>
                      <a:cubicBezTo>
                        <a:pt x="1645" y="1218"/>
                        <a:pt x="1645" y="1248"/>
                        <a:pt x="1645" y="1279"/>
                      </a:cubicBezTo>
                      <a:cubicBezTo>
                        <a:pt x="1615" y="1279"/>
                        <a:pt x="1585" y="1279"/>
                        <a:pt x="1554" y="1279"/>
                      </a:cubicBezTo>
                      <a:cubicBezTo>
                        <a:pt x="1554" y="1310"/>
                        <a:pt x="1554" y="1340"/>
                        <a:pt x="1554" y="1371"/>
                      </a:cubicBezTo>
                      <a:cubicBezTo>
                        <a:pt x="1523" y="1371"/>
                        <a:pt x="1493" y="1371"/>
                        <a:pt x="1462" y="1371"/>
                      </a:cubicBezTo>
                      <a:cubicBezTo>
                        <a:pt x="1462" y="1401"/>
                        <a:pt x="1462" y="1431"/>
                        <a:pt x="1462" y="1462"/>
                      </a:cubicBezTo>
                      <a:cubicBezTo>
                        <a:pt x="1402" y="1462"/>
                        <a:pt x="1342" y="1462"/>
                        <a:pt x="1279" y="1462"/>
                      </a:cubicBezTo>
                      <a:cubicBezTo>
                        <a:pt x="1279" y="1432"/>
                        <a:pt x="1279" y="1402"/>
                        <a:pt x="1279" y="1371"/>
                      </a:cubicBezTo>
                      <a:cubicBezTo>
                        <a:pt x="1249" y="1371"/>
                        <a:pt x="1219" y="1371"/>
                        <a:pt x="1188" y="1371"/>
                      </a:cubicBezTo>
                      <a:cubicBezTo>
                        <a:pt x="1188" y="1341"/>
                        <a:pt x="1188" y="1311"/>
                        <a:pt x="1188" y="1279"/>
                      </a:cubicBezTo>
                      <a:cubicBezTo>
                        <a:pt x="1128" y="1279"/>
                        <a:pt x="1067" y="1279"/>
                        <a:pt x="1005" y="1279"/>
                      </a:cubicBezTo>
                      <a:cubicBezTo>
                        <a:pt x="1005" y="1249"/>
                        <a:pt x="1005" y="1219"/>
                        <a:pt x="1005" y="1188"/>
                      </a:cubicBezTo>
                      <a:cubicBezTo>
                        <a:pt x="975" y="1188"/>
                        <a:pt x="945" y="1188"/>
                        <a:pt x="914" y="1188"/>
                      </a:cubicBezTo>
                      <a:cubicBezTo>
                        <a:pt x="914" y="1158"/>
                        <a:pt x="914" y="1128"/>
                        <a:pt x="914" y="1097"/>
                      </a:cubicBezTo>
                      <a:cubicBezTo>
                        <a:pt x="884" y="1097"/>
                        <a:pt x="854" y="1097"/>
                        <a:pt x="823" y="1097"/>
                      </a:cubicBezTo>
                      <a:cubicBezTo>
                        <a:pt x="823" y="1067"/>
                        <a:pt x="823" y="1036"/>
                        <a:pt x="823" y="1005"/>
                      </a:cubicBezTo>
                      <a:cubicBezTo>
                        <a:pt x="943" y="1005"/>
                        <a:pt x="1064" y="1005"/>
                        <a:pt x="1188" y="1005"/>
                      </a:cubicBezTo>
                      <a:cubicBezTo>
                        <a:pt x="1188" y="1035"/>
                        <a:pt x="1188" y="1066"/>
                        <a:pt x="1188" y="1097"/>
                      </a:cubicBezTo>
                      <a:cubicBezTo>
                        <a:pt x="1279" y="1097"/>
                        <a:pt x="1369" y="1097"/>
                        <a:pt x="1462" y="1097"/>
                      </a:cubicBezTo>
                      <a:cubicBezTo>
                        <a:pt x="1462" y="1067"/>
                        <a:pt x="1462" y="1036"/>
                        <a:pt x="1462" y="1005"/>
                      </a:cubicBezTo>
                      <a:cubicBezTo>
                        <a:pt x="1492" y="1005"/>
                        <a:pt x="1523" y="1005"/>
                        <a:pt x="1554" y="1005"/>
                      </a:cubicBezTo>
                      <a:cubicBezTo>
                        <a:pt x="1554" y="975"/>
                        <a:pt x="1554" y="945"/>
                        <a:pt x="1554" y="914"/>
                      </a:cubicBezTo>
                      <a:cubicBezTo>
                        <a:pt x="1584" y="914"/>
                        <a:pt x="1614" y="914"/>
                        <a:pt x="1645" y="914"/>
                      </a:cubicBezTo>
                      <a:cubicBezTo>
                        <a:pt x="1645" y="884"/>
                        <a:pt x="1645" y="854"/>
                        <a:pt x="1645" y="823"/>
                      </a:cubicBezTo>
                      <a:cubicBezTo>
                        <a:pt x="1675" y="823"/>
                        <a:pt x="1705" y="823"/>
                        <a:pt x="1736" y="823"/>
                      </a:cubicBezTo>
                      <a:cubicBezTo>
                        <a:pt x="1736" y="792"/>
                        <a:pt x="1736" y="762"/>
                        <a:pt x="1736" y="731"/>
                      </a:cubicBezTo>
                      <a:cubicBezTo>
                        <a:pt x="1767" y="731"/>
                        <a:pt x="1797" y="731"/>
                        <a:pt x="1828" y="731"/>
                      </a:cubicBezTo>
                      <a:cubicBezTo>
                        <a:pt x="1828" y="701"/>
                        <a:pt x="1828" y="671"/>
                        <a:pt x="1828" y="640"/>
                      </a:cubicBezTo>
                      <a:cubicBezTo>
                        <a:pt x="1798" y="640"/>
                        <a:pt x="1768" y="640"/>
                        <a:pt x="1736" y="640"/>
                      </a:cubicBezTo>
                      <a:cubicBezTo>
                        <a:pt x="1736" y="610"/>
                        <a:pt x="1736" y="579"/>
                        <a:pt x="1736" y="548"/>
                      </a:cubicBezTo>
                      <a:cubicBezTo>
                        <a:pt x="1706" y="548"/>
                        <a:pt x="1676" y="548"/>
                        <a:pt x="1645" y="548"/>
                      </a:cubicBezTo>
                      <a:cubicBezTo>
                        <a:pt x="1645" y="488"/>
                        <a:pt x="1645" y="428"/>
                        <a:pt x="1645" y="366"/>
                      </a:cubicBezTo>
                      <a:cubicBezTo>
                        <a:pt x="1615" y="366"/>
                        <a:pt x="1585" y="366"/>
                        <a:pt x="1554" y="366"/>
                      </a:cubicBezTo>
                      <a:cubicBezTo>
                        <a:pt x="1554" y="335"/>
                        <a:pt x="1554" y="305"/>
                        <a:pt x="1554" y="274"/>
                      </a:cubicBezTo>
                      <a:cubicBezTo>
                        <a:pt x="1584" y="274"/>
                        <a:pt x="1614" y="274"/>
                        <a:pt x="1645" y="274"/>
                      </a:cubicBezTo>
                      <a:cubicBezTo>
                        <a:pt x="1645" y="244"/>
                        <a:pt x="1645" y="214"/>
                        <a:pt x="1645" y="183"/>
                      </a:cubicBezTo>
                      <a:cubicBezTo>
                        <a:pt x="1555" y="183"/>
                        <a:pt x="1464" y="183"/>
                        <a:pt x="1371" y="183"/>
                      </a:cubicBezTo>
                      <a:cubicBezTo>
                        <a:pt x="1371" y="153"/>
                        <a:pt x="1371" y="122"/>
                        <a:pt x="1371" y="91"/>
                      </a:cubicBezTo>
                      <a:cubicBezTo>
                        <a:pt x="1099" y="91"/>
                        <a:pt x="828" y="91"/>
                        <a:pt x="548" y="91"/>
                      </a:cubicBezTo>
                      <a:cubicBezTo>
                        <a:pt x="548" y="122"/>
                        <a:pt x="548" y="152"/>
                        <a:pt x="548" y="183"/>
                      </a:cubicBezTo>
                      <a:cubicBezTo>
                        <a:pt x="518" y="183"/>
                        <a:pt x="488" y="183"/>
                        <a:pt x="457" y="183"/>
                      </a:cubicBezTo>
                      <a:cubicBezTo>
                        <a:pt x="457" y="213"/>
                        <a:pt x="457" y="243"/>
                        <a:pt x="457" y="274"/>
                      </a:cubicBezTo>
                      <a:cubicBezTo>
                        <a:pt x="487" y="274"/>
                        <a:pt x="517" y="274"/>
                        <a:pt x="548" y="274"/>
                      </a:cubicBezTo>
                      <a:cubicBezTo>
                        <a:pt x="548" y="304"/>
                        <a:pt x="548" y="334"/>
                        <a:pt x="548" y="366"/>
                      </a:cubicBezTo>
                      <a:cubicBezTo>
                        <a:pt x="518" y="366"/>
                        <a:pt x="488" y="366"/>
                        <a:pt x="457" y="366"/>
                      </a:cubicBezTo>
                      <a:cubicBezTo>
                        <a:pt x="457" y="547"/>
                        <a:pt x="457" y="727"/>
                        <a:pt x="457" y="914"/>
                      </a:cubicBezTo>
                      <a:cubicBezTo>
                        <a:pt x="427" y="914"/>
                        <a:pt x="397" y="914"/>
                        <a:pt x="366" y="914"/>
                      </a:cubicBezTo>
                      <a:cubicBezTo>
                        <a:pt x="366" y="944"/>
                        <a:pt x="366" y="974"/>
                        <a:pt x="366" y="1005"/>
                      </a:cubicBezTo>
                      <a:cubicBezTo>
                        <a:pt x="335" y="1005"/>
                        <a:pt x="305" y="1005"/>
                        <a:pt x="274" y="1005"/>
                      </a:cubicBezTo>
                      <a:cubicBezTo>
                        <a:pt x="274" y="1035"/>
                        <a:pt x="274" y="1066"/>
                        <a:pt x="274" y="1097"/>
                      </a:cubicBezTo>
                      <a:cubicBezTo>
                        <a:pt x="244" y="1097"/>
                        <a:pt x="214" y="1097"/>
                        <a:pt x="183" y="1097"/>
                      </a:cubicBezTo>
                      <a:cubicBezTo>
                        <a:pt x="153" y="991"/>
                        <a:pt x="122" y="886"/>
                        <a:pt x="91" y="777"/>
                      </a:cubicBezTo>
                      <a:cubicBezTo>
                        <a:pt x="61" y="777"/>
                        <a:pt x="31" y="777"/>
                        <a:pt x="0" y="777"/>
                      </a:cubicBezTo>
                      <a:cubicBezTo>
                        <a:pt x="0" y="551"/>
                        <a:pt x="0" y="324"/>
                        <a:pt x="0" y="91"/>
                      </a:cubicBezTo>
                      <a:cubicBezTo>
                        <a:pt x="60" y="91"/>
                        <a:pt x="121" y="91"/>
                        <a:pt x="183" y="91"/>
                      </a:cubicBezTo>
                      <a:cubicBezTo>
                        <a:pt x="183" y="61"/>
                        <a:pt x="183" y="31"/>
                        <a:pt x="183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74" name="ICON_ACTION_SELECT_path_028"/>
                <p:cNvSpPr/>
                <p:nvPr/>
              </p:nvSpPr>
              <p:spPr>
                <a:xfrm>
                  <a:off x="1411471" y="5680068"/>
                  <a:ext cx="17410" cy="1741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71" h="1371" fill="norm" stroke="0">
                      <a:moveTo>
                        <a:pt x="0" y="0"/>
                      </a:moveTo>
                      <a:cubicBezTo>
                        <a:pt x="211" y="0"/>
                        <a:pt x="422" y="0"/>
                        <a:pt x="640" y="0"/>
                      </a:cubicBezTo>
                      <a:cubicBezTo>
                        <a:pt x="640" y="30"/>
                        <a:pt x="640" y="60"/>
                        <a:pt x="640" y="91"/>
                      </a:cubicBezTo>
                      <a:cubicBezTo>
                        <a:pt x="700" y="91"/>
                        <a:pt x="760" y="91"/>
                        <a:pt x="823" y="91"/>
                      </a:cubicBezTo>
                      <a:cubicBezTo>
                        <a:pt x="823" y="122"/>
                        <a:pt x="823" y="152"/>
                        <a:pt x="823" y="183"/>
                      </a:cubicBezTo>
                      <a:cubicBezTo>
                        <a:pt x="883" y="183"/>
                        <a:pt x="943" y="183"/>
                        <a:pt x="1005" y="183"/>
                      </a:cubicBezTo>
                      <a:cubicBezTo>
                        <a:pt x="1005" y="213"/>
                        <a:pt x="1005" y="243"/>
                        <a:pt x="1005" y="274"/>
                      </a:cubicBezTo>
                      <a:cubicBezTo>
                        <a:pt x="1035" y="274"/>
                        <a:pt x="1066" y="274"/>
                        <a:pt x="1097" y="274"/>
                      </a:cubicBezTo>
                      <a:cubicBezTo>
                        <a:pt x="1097" y="304"/>
                        <a:pt x="1097" y="334"/>
                        <a:pt x="1097" y="366"/>
                      </a:cubicBezTo>
                      <a:cubicBezTo>
                        <a:pt x="1127" y="366"/>
                        <a:pt x="1157" y="366"/>
                        <a:pt x="1188" y="366"/>
                      </a:cubicBezTo>
                      <a:cubicBezTo>
                        <a:pt x="1188" y="396"/>
                        <a:pt x="1188" y="426"/>
                        <a:pt x="1188" y="457"/>
                      </a:cubicBezTo>
                      <a:cubicBezTo>
                        <a:pt x="1218" y="457"/>
                        <a:pt x="1248" y="457"/>
                        <a:pt x="1279" y="457"/>
                      </a:cubicBezTo>
                      <a:cubicBezTo>
                        <a:pt x="1279" y="487"/>
                        <a:pt x="1279" y="517"/>
                        <a:pt x="1279" y="548"/>
                      </a:cubicBezTo>
                      <a:cubicBezTo>
                        <a:pt x="1310" y="548"/>
                        <a:pt x="1340" y="548"/>
                        <a:pt x="1371" y="548"/>
                      </a:cubicBezTo>
                      <a:cubicBezTo>
                        <a:pt x="1371" y="579"/>
                        <a:pt x="1371" y="609"/>
                        <a:pt x="1371" y="640"/>
                      </a:cubicBezTo>
                      <a:cubicBezTo>
                        <a:pt x="1341" y="640"/>
                        <a:pt x="1311" y="640"/>
                        <a:pt x="1279" y="640"/>
                      </a:cubicBezTo>
                      <a:cubicBezTo>
                        <a:pt x="1279" y="700"/>
                        <a:pt x="1279" y="760"/>
                        <a:pt x="1279" y="823"/>
                      </a:cubicBezTo>
                      <a:cubicBezTo>
                        <a:pt x="1310" y="823"/>
                        <a:pt x="1340" y="823"/>
                        <a:pt x="1371" y="823"/>
                      </a:cubicBezTo>
                      <a:cubicBezTo>
                        <a:pt x="1371" y="853"/>
                        <a:pt x="1371" y="883"/>
                        <a:pt x="1371" y="914"/>
                      </a:cubicBezTo>
                      <a:cubicBezTo>
                        <a:pt x="1341" y="914"/>
                        <a:pt x="1311" y="914"/>
                        <a:pt x="1279" y="914"/>
                      </a:cubicBezTo>
                      <a:cubicBezTo>
                        <a:pt x="1278" y="929"/>
                        <a:pt x="1276" y="944"/>
                        <a:pt x="1274" y="959"/>
                      </a:cubicBezTo>
                      <a:cubicBezTo>
                        <a:pt x="1255" y="1088"/>
                        <a:pt x="1229" y="1167"/>
                        <a:pt x="1134" y="1258"/>
                      </a:cubicBezTo>
                      <a:cubicBezTo>
                        <a:pt x="1088" y="1284"/>
                        <a:pt x="1058" y="1284"/>
                        <a:pt x="1005" y="1279"/>
                      </a:cubicBezTo>
                      <a:cubicBezTo>
                        <a:pt x="1005" y="1310"/>
                        <a:pt x="1005" y="1340"/>
                        <a:pt x="1005" y="1371"/>
                      </a:cubicBezTo>
                      <a:cubicBezTo>
                        <a:pt x="945" y="1371"/>
                        <a:pt x="885" y="1371"/>
                        <a:pt x="823" y="1371"/>
                      </a:cubicBezTo>
                      <a:cubicBezTo>
                        <a:pt x="823" y="1341"/>
                        <a:pt x="823" y="1311"/>
                        <a:pt x="823" y="1279"/>
                      </a:cubicBezTo>
                      <a:cubicBezTo>
                        <a:pt x="762" y="1279"/>
                        <a:pt x="702" y="1279"/>
                        <a:pt x="640" y="1279"/>
                      </a:cubicBezTo>
                      <a:cubicBezTo>
                        <a:pt x="640" y="1249"/>
                        <a:pt x="640" y="1219"/>
                        <a:pt x="640" y="1188"/>
                      </a:cubicBezTo>
                      <a:cubicBezTo>
                        <a:pt x="610" y="1188"/>
                        <a:pt x="579" y="1188"/>
                        <a:pt x="548" y="1188"/>
                      </a:cubicBezTo>
                      <a:cubicBezTo>
                        <a:pt x="548" y="1158"/>
                        <a:pt x="548" y="1128"/>
                        <a:pt x="548" y="1097"/>
                      </a:cubicBezTo>
                      <a:cubicBezTo>
                        <a:pt x="518" y="1097"/>
                        <a:pt x="488" y="1097"/>
                        <a:pt x="457" y="1097"/>
                      </a:cubicBezTo>
                      <a:cubicBezTo>
                        <a:pt x="457" y="1067"/>
                        <a:pt x="457" y="1036"/>
                        <a:pt x="457" y="1005"/>
                      </a:cubicBezTo>
                      <a:cubicBezTo>
                        <a:pt x="427" y="1005"/>
                        <a:pt x="397" y="1005"/>
                        <a:pt x="366" y="1005"/>
                      </a:cubicBezTo>
                      <a:cubicBezTo>
                        <a:pt x="366" y="975"/>
                        <a:pt x="366" y="945"/>
                        <a:pt x="366" y="914"/>
                      </a:cubicBezTo>
                      <a:cubicBezTo>
                        <a:pt x="245" y="884"/>
                        <a:pt x="124" y="854"/>
                        <a:pt x="0" y="823"/>
                      </a:cubicBezTo>
                      <a:cubicBezTo>
                        <a:pt x="0" y="551"/>
                        <a:pt x="0" y="28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75" name="ICON_ACTION_SELECT_path_029"/>
                <p:cNvSpPr/>
                <p:nvPr/>
              </p:nvSpPr>
              <p:spPr>
                <a:xfrm>
                  <a:off x="1411471" y="5615070"/>
                  <a:ext cx="17410" cy="127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71" h="1005" fill="norm" stroke="0">
                      <a:moveTo>
                        <a:pt x="91" y="0"/>
                      </a:moveTo>
                      <a:cubicBezTo>
                        <a:pt x="363" y="0"/>
                        <a:pt x="634" y="0"/>
                        <a:pt x="914" y="0"/>
                      </a:cubicBezTo>
                      <a:cubicBezTo>
                        <a:pt x="914" y="30"/>
                        <a:pt x="914" y="60"/>
                        <a:pt x="914" y="91"/>
                      </a:cubicBezTo>
                      <a:cubicBezTo>
                        <a:pt x="1004" y="91"/>
                        <a:pt x="1095" y="91"/>
                        <a:pt x="1188" y="91"/>
                      </a:cubicBezTo>
                      <a:cubicBezTo>
                        <a:pt x="1188" y="122"/>
                        <a:pt x="1188" y="152"/>
                        <a:pt x="1188" y="183"/>
                      </a:cubicBezTo>
                      <a:cubicBezTo>
                        <a:pt x="1158" y="183"/>
                        <a:pt x="1128" y="183"/>
                        <a:pt x="1097" y="183"/>
                      </a:cubicBezTo>
                      <a:cubicBezTo>
                        <a:pt x="1097" y="213"/>
                        <a:pt x="1097" y="243"/>
                        <a:pt x="1097" y="274"/>
                      </a:cubicBezTo>
                      <a:cubicBezTo>
                        <a:pt x="1127" y="274"/>
                        <a:pt x="1157" y="274"/>
                        <a:pt x="1188" y="274"/>
                      </a:cubicBezTo>
                      <a:cubicBezTo>
                        <a:pt x="1188" y="334"/>
                        <a:pt x="1188" y="395"/>
                        <a:pt x="1188" y="457"/>
                      </a:cubicBezTo>
                      <a:cubicBezTo>
                        <a:pt x="1218" y="457"/>
                        <a:pt x="1248" y="457"/>
                        <a:pt x="1279" y="457"/>
                      </a:cubicBezTo>
                      <a:cubicBezTo>
                        <a:pt x="1279" y="487"/>
                        <a:pt x="1279" y="517"/>
                        <a:pt x="1279" y="548"/>
                      </a:cubicBezTo>
                      <a:cubicBezTo>
                        <a:pt x="1310" y="548"/>
                        <a:pt x="1340" y="548"/>
                        <a:pt x="1371" y="548"/>
                      </a:cubicBezTo>
                      <a:cubicBezTo>
                        <a:pt x="1371" y="579"/>
                        <a:pt x="1371" y="609"/>
                        <a:pt x="1371" y="640"/>
                      </a:cubicBezTo>
                      <a:cubicBezTo>
                        <a:pt x="1341" y="640"/>
                        <a:pt x="1311" y="640"/>
                        <a:pt x="1279" y="640"/>
                      </a:cubicBezTo>
                      <a:cubicBezTo>
                        <a:pt x="1279" y="670"/>
                        <a:pt x="1279" y="700"/>
                        <a:pt x="1279" y="731"/>
                      </a:cubicBezTo>
                      <a:cubicBezTo>
                        <a:pt x="1249" y="731"/>
                        <a:pt x="1219" y="731"/>
                        <a:pt x="1188" y="731"/>
                      </a:cubicBezTo>
                      <a:cubicBezTo>
                        <a:pt x="1188" y="761"/>
                        <a:pt x="1188" y="791"/>
                        <a:pt x="1188" y="823"/>
                      </a:cubicBezTo>
                      <a:cubicBezTo>
                        <a:pt x="1158" y="823"/>
                        <a:pt x="1128" y="823"/>
                        <a:pt x="1097" y="823"/>
                      </a:cubicBezTo>
                      <a:cubicBezTo>
                        <a:pt x="1097" y="853"/>
                        <a:pt x="1097" y="883"/>
                        <a:pt x="1097" y="914"/>
                      </a:cubicBezTo>
                      <a:cubicBezTo>
                        <a:pt x="1067" y="914"/>
                        <a:pt x="1036" y="914"/>
                        <a:pt x="1005" y="914"/>
                      </a:cubicBezTo>
                      <a:cubicBezTo>
                        <a:pt x="1005" y="944"/>
                        <a:pt x="1005" y="974"/>
                        <a:pt x="1005" y="1005"/>
                      </a:cubicBezTo>
                      <a:cubicBezTo>
                        <a:pt x="915" y="1005"/>
                        <a:pt x="824" y="1005"/>
                        <a:pt x="731" y="1005"/>
                      </a:cubicBezTo>
                      <a:cubicBezTo>
                        <a:pt x="731" y="975"/>
                        <a:pt x="731" y="945"/>
                        <a:pt x="731" y="914"/>
                      </a:cubicBezTo>
                      <a:cubicBezTo>
                        <a:pt x="719" y="914"/>
                        <a:pt x="706" y="915"/>
                        <a:pt x="694" y="915"/>
                      </a:cubicBezTo>
                      <a:cubicBezTo>
                        <a:pt x="441" y="924"/>
                        <a:pt x="234" y="921"/>
                        <a:pt x="0" y="823"/>
                      </a:cubicBezTo>
                      <a:cubicBezTo>
                        <a:pt x="0" y="642"/>
                        <a:pt x="0" y="461"/>
                        <a:pt x="0" y="274"/>
                      </a:cubicBezTo>
                      <a:cubicBezTo>
                        <a:pt x="30" y="274"/>
                        <a:pt x="60" y="274"/>
                        <a:pt x="91" y="274"/>
                      </a:cubicBezTo>
                      <a:cubicBezTo>
                        <a:pt x="91" y="244"/>
                        <a:pt x="91" y="214"/>
                        <a:pt x="91" y="183"/>
                      </a:cubicBezTo>
                      <a:cubicBezTo>
                        <a:pt x="61" y="183"/>
                        <a:pt x="31" y="183"/>
                        <a:pt x="0" y="183"/>
                      </a:cubicBezTo>
                      <a:cubicBezTo>
                        <a:pt x="0" y="153"/>
                        <a:pt x="0" y="122"/>
                        <a:pt x="0" y="91"/>
                      </a:cubicBezTo>
                      <a:cubicBezTo>
                        <a:pt x="30" y="91"/>
                        <a:pt x="60" y="91"/>
                        <a:pt x="91" y="91"/>
                      </a:cubicBezTo>
                      <a:cubicBezTo>
                        <a:pt x="91" y="61"/>
                        <a:pt x="91" y="31"/>
                        <a:pt x="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76" name="ICON_ACTION_SELECT_path_030"/>
                <p:cNvSpPr/>
                <p:nvPr/>
              </p:nvSpPr>
              <p:spPr>
                <a:xfrm>
                  <a:off x="1404366" y="5678547"/>
                  <a:ext cx="33800" cy="1893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661" h="1491" fill="norm" stroke="0">
                      <a:moveTo>
                        <a:pt x="524" y="8"/>
                      </a:moveTo>
                      <a:cubicBezTo>
                        <a:pt x="548" y="8"/>
                        <a:pt x="571" y="8"/>
                        <a:pt x="594" y="7"/>
                      </a:cubicBezTo>
                      <a:cubicBezTo>
                        <a:pt x="658" y="7"/>
                        <a:pt x="721" y="8"/>
                        <a:pt x="784" y="10"/>
                      </a:cubicBezTo>
                      <a:cubicBezTo>
                        <a:pt x="850" y="11"/>
                        <a:pt x="916" y="11"/>
                        <a:pt x="982" y="11"/>
                      </a:cubicBezTo>
                      <a:cubicBezTo>
                        <a:pt x="1107" y="12"/>
                        <a:pt x="1232" y="13"/>
                        <a:pt x="1357" y="15"/>
                      </a:cubicBezTo>
                      <a:cubicBezTo>
                        <a:pt x="1499" y="17"/>
                        <a:pt x="1641" y="18"/>
                        <a:pt x="1784" y="19"/>
                      </a:cubicBezTo>
                      <a:cubicBezTo>
                        <a:pt x="2076" y="21"/>
                        <a:pt x="2369" y="24"/>
                        <a:pt x="2661" y="28"/>
                      </a:cubicBezTo>
                      <a:cubicBezTo>
                        <a:pt x="2641" y="73"/>
                        <a:pt x="2641" y="73"/>
                        <a:pt x="2616" y="120"/>
                      </a:cubicBezTo>
                      <a:cubicBezTo>
                        <a:pt x="2577" y="131"/>
                        <a:pt x="2577" y="131"/>
                        <a:pt x="2531" y="130"/>
                      </a:cubicBezTo>
                      <a:cubicBezTo>
                        <a:pt x="2513" y="130"/>
                        <a:pt x="2496" y="130"/>
                        <a:pt x="2478" y="130"/>
                      </a:cubicBezTo>
                      <a:cubicBezTo>
                        <a:pt x="2459" y="130"/>
                        <a:pt x="2441" y="129"/>
                        <a:pt x="2421" y="129"/>
                      </a:cubicBezTo>
                      <a:cubicBezTo>
                        <a:pt x="2402" y="129"/>
                        <a:pt x="2383" y="128"/>
                        <a:pt x="2363" y="128"/>
                      </a:cubicBezTo>
                      <a:cubicBezTo>
                        <a:pt x="2302" y="128"/>
                        <a:pt x="2240" y="127"/>
                        <a:pt x="2179" y="125"/>
                      </a:cubicBezTo>
                      <a:cubicBezTo>
                        <a:pt x="2137" y="125"/>
                        <a:pt x="2096" y="125"/>
                        <a:pt x="2054" y="124"/>
                      </a:cubicBezTo>
                      <a:cubicBezTo>
                        <a:pt x="1952" y="123"/>
                        <a:pt x="1850" y="122"/>
                        <a:pt x="1747" y="120"/>
                      </a:cubicBezTo>
                      <a:cubicBezTo>
                        <a:pt x="1747" y="180"/>
                        <a:pt x="1747" y="240"/>
                        <a:pt x="1747" y="303"/>
                      </a:cubicBezTo>
                      <a:cubicBezTo>
                        <a:pt x="1989" y="303"/>
                        <a:pt x="2230" y="303"/>
                        <a:pt x="2479" y="303"/>
                      </a:cubicBezTo>
                      <a:cubicBezTo>
                        <a:pt x="2479" y="333"/>
                        <a:pt x="2479" y="363"/>
                        <a:pt x="2479" y="394"/>
                      </a:cubicBezTo>
                      <a:cubicBezTo>
                        <a:pt x="2448" y="394"/>
                        <a:pt x="2418" y="394"/>
                        <a:pt x="2387" y="394"/>
                      </a:cubicBezTo>
                      <a:cubicBezTo>
                        <a:pt x="2387" y="424"/>
                        <a:pt x="2387" y="454"/>
                        <a:pt x="2387" y="485"/>
                      </a:cubicBezTo>
                      <a:cubicBezTo>
                        <a:pt x="2357" y="485"/>
                        <a:pt x="2327" y="485"/>
                        <a:pt x="2296" y="485"/>
                      </a:cubicBezTo>
                      <a:cubicBezTo>
                        <a:pt x="2296" y="515"/>
                        <a:pt x="2296" y="546"/>
                        <a:pt x="2296" y="577"/>
                      </a:cubicBezTo>
                      <a:cubicBezTo>
                        <a:pt x="2266" y="577"/>
                        <a:pt x="2236" y="577"/>
                        <a:pt x="2204" y="577"/>
                      </a:cubicBezTo>
                      <a:cubicBezTo>
                        <a:pt x="2204" y="637"/>
                        <a:pt x="2204" y="697"/>
                        <a:pt x="2204" y="759"/>
                      </a:cubicBezTo>
                      <a:cubicBezTo>
                        <a:pt x="2174" y="759"/>
                        <a:pt x="2144" y="759"/>
                        <a:pt x="2113" y="759"/>
                      </a:cubicBezTo>
                      <a:cubicBezTo>
                        <a:pt x="2113" y="790"/>
                        <a:pt x="2113" y="820"/>
                        <a:pt x="2113" y="851"/>
                      </a:cubicBezTo>
                      <a:cubicBezTo>
                        <a:pt x="2083" y="851"/>
                        <a:pt x="2053" y="851"/>
                        <a:pt x="2022" y="851"/>
                      </a:cubicBezTo>
                      <a:cubicBezTo>
                        <a:pt x="2022" y="881"/>
                        <a:pt x="2022" y="911"/>
                        <a:pt x="2022" y="942"/>
                      </a:cubicBezTo>
                      <a:cubicBezTo>
                        <a:pt x="1961" y="942"/>
                        <a:pt x="1901" y="942"/>
                        <a:pt x="1839" y="942"/>
                      </a:cubicBezTo>
                      <a:cubicBezTo>
                        <a:pt x="1839" y="882"/>
                        <a:pt x="1839" y="822"/>
                        <a:pt x="1839" y="759"/>
                      </a:cubicBezTo>
                      <a:cubicBezTo>
                        <a:pt x="1869" y="759"/>
                        <a:pt x="1899" y="759"/>
                        <a:pt x="1930" y="759"/>
                      </a:cubicBezTo>
                      <a:cubicBezTo>
                        <a:pt x="1930" y="729"/>
                        <a:pt x="1930" y="699"/>
                        <a:pt x="1930" y="668"/>
                      </a:cubicBezTo>
                      <a:cubicBezTo>
                        <a:pt x="1900" y="668"/>
                        <a:pt x="1870" y="668"/>
                        <a:pt x="1839" y="668"/>
                      </a:cubicBezTo>
                      <a:cubicBezTo>
                        <a:pt x="1839" y="638"/>
                        <a:pt x="1839" y="608"/>
                        <a:pt x="1839" y="577"/>
                      </a:cubicBezTo>
                      <a:cubicBezTo>
                        <a:pt x="1809" y="577"/>
                        <a:pt x="1779" y="577"/>
                        <a:pt x="1747" y="577"/>
                      </a:cubicBezTo>
                      <a:cubicBezTo>
                        <a:pt x="1747" y="547"/>
                        <a:pt x="1747" y="516"/>
                        <a:pt x="1747" y="485"/>
                      </a:cubicBezTo>
                      <a:cubicBezTo>
                        <a:pt x="1717" y="485"/>
                        <a:pt x="1687" y="485"/>
                        <a:pt x="1656" y="485"/>
                      </a:cubicBezTo>
                      <a:cubicBezTo>
                        <a:pt x="1656" y="455"/>
                        <a:pt x="1656" y="425"/>
                        <a:pt x="1656" y="394"/>
                      </a:cubicBezTo>
                      <a:cubicBezTo>
                        <a:pt x="1626" y="394"/>
                        <a:pt x="1596" y="394"/>
                        <a:pt x="1565" y="394"/>
                      </a:cubicBezTo>
                      <a:cubicBezTo>
                        <a:pt x="1565" y="364"/>
                        <a:pt x="1565" y="334"/>
                        <a:pt x="1565" y="303"/>
                      </a:cubicBezTo>
                      <a:cubicBezTo>
                        <a:pt x="1504" y="303"/>
                        <a:pt x="1444" y="303"/>
                        <a:pt x="1382" y="303"/>
                      </a:cubicBezTo>
                      <a:cubicBezTo>
                        <a:pt x="1382" y="272"/>
                        <a:pt x="1382" y="242"/>
                        <a:pt x="1382" y="211"/>
                      </a:cubicBezTo>
                      <a:cubicBezTo>
                        <a:pt x="1322" y="211"/>
                        <a:pt x="1261" y="211"/>
                        <a:pt x="1199" y="211"/>
                      </a:cubicBezTo>
                      <a:cubicBezTo>
                        <a:pt x="1199" y="181"/>
                        <a:pt x="1199" y="151"/>
                        <a:pt x="1199" y="120"/>
                      </a:cubicBezTo>
                      <a:cubicBezTo>
                        <a:pt x="988" y="120"/>
                        <a:pt x="777" y="120"/>
                        <a:pt x="559" y="120"/>
                      </a:cubicBezTo>
                      <a:cubicBezTo>
                        <a:pt x="559" y="391"/>
                        <a:pt x="559" y="663"/>
                        <a:pt x="559" y="942"/>
                      </a:cubicBezTo>
                      <a:cubicBezTo>
                        <a:pt x="529" y="942"/>
                        <a:pt x="499" y="942"/>
                        <a:pt x="468" y="942"/>
                      </a:cubicBezTo>
                      <a:cubicBezTo>
                        <a:pt x="468" y="972"/>
                        <a:pt x="468" y="1003"/>
                        <a:pt x="468" y="1034"/>
                      </a:cubicBezTo>
                      <a:cubicBezTo>
                        <a:pt x="438" y="1034"/>
                        <a:pt x="408" y="1034"/>
                        <a:pt x="377" y="1034"/>
                      </a:cubicBezTo>
                      <a:cubicBezTo>
                        <a:pt x="377" y="1064"/>
                        <a:pt x="377" y="1094"/>
                        <a:pt x="377" y="1125"/>
                      </a:cubicBezTo>
                      <a:cubicBezTo>
                        <a:pt x="346" y="1125"/>
                        <a:pt x="316" y="1125"/>
                        <a:pt x="285" y="1125"/>
                      </a:cubicBezTo>
                      <a:cubicBezTo>
                        <a:pt x="277" y="1068"/>
                        <a:pt x="270" y="1011"/>
                        <a:pt x="262" y="954"/>
                      </a:cubicBezTo>
                      <a:cubicBezTo>
                        <a:pt x="260" y="938"/>
                        <a:pt x="258" y="922"/>
                        <a:pt x="256" y="905"/>
                      </a:cubicBezTo>
                      <a:cubicBezTo>
                        <a:pt x="235" y="743"/>
                        <a:pt x="232" y="589"/>
                        <a:pt x="262" y="428"/>
                      </a:cubicBezTo>
                      <a:cubicBezTo>
                        <a:pt x="265" y="416"/>
                        <a:pt x="267" y="404"/>
                        <a:pt x="269" y="391"/>
                      </a:cubicBezTo>
                      <a:cubicBezTo>
                        <a:pt x="274" y="361"/>
                        <a:pt x="280" y="332"/>
                        <a:pt x="285" y="303"/>
                      </a:cubicBezTo>
                      <a:cubicBezTo>
                        <a:pt x="315" y="303"/>
                        <a:pt x="346" y="303"/>
                        <a:pt x="377" y="303"/>
                      </a:cubicBezTo>
                      <a:cubicBezTo>
                        <a:pt x="362" y="242"/>
                        <a:pt x="346" y="182"/>
                        <a:pt x="331" y="120"/>
                      </a:cubicBezTo>
                      <a:cubicBezTo>
                        <a:pt x="249" y="181"/>
                        <a:pt x="202" y="220"/>
                        <a:pt x="179" y="322"/>
                      </a:cubicBezTo>
                      <a:cubicBezTo>
                        <a:pt x="170" y="399"/>
                        <a:pt x="168" y="476"/>
                        <a:pt x="165" y="554"/>
                      </a:cubicBezTo>
                      <a:cubicBezTo>
                        <a:pt x="164" y="594"/>
                        <a:pt x="162" y="634"/>
                        <a:pt x="160" y="674"/>
                      </a:cubicBezTo>
                      <a:cubicBezTo>
                        <a:pt x="158" y="699"/>
                        <a:pt x="158" y="724"/>
                        <a:pt x="157" y="748"/>
                      </a:cubicBezTo>
                      <a:cubicBezTo>
                        <a:pt x="154" y="824"/>
                        <a:pt x="138" y="886"/>
                        <a:pt x="113" y="957"/>
                      </a:cubicBezTo>
                      <a:cubicBezTo>
                        <a:pt x="99" y="997"/>
                        <a:pt x="97" y="1034"/>
                        <a:pt x="98" y="1077"/>
                      </a:cubicBezTo>
                      <a:cubicBezTo>
                        <a:pt x="98" y="1092"/>
                        <a:pt x="98" y="1107"/>
                        <a:pt x="98" y="1123"/>
                      </a:cubicBezTo>
                      <a:cubicBezTo>
                        <a:pt x="99" y="1139"/>
                        <a:pt x="99" y="1155"/>
                        <a:pt x="100" y="1171"/>
                      </a:cubicBezTo>
                      <a:cubicBezTo>
                        <a:pt x="100" y="1186"/>
                        <a:pt x="100" y="1202"/>
                        <a:pt x="100" y="1218"/>
                      </a:cubicBezTo>
                      <a:cubicBezTo>
                        <a:pt x="101" y="1249"/>
                        <a:pt x="101" y="1279"/>
                        <a:pt x="102" y="1310"/>
                      </a:cubicBezTo>
                      <a:cubicBezTo>
                        <a:pt x="103" y="1370"/>
                        <a:pt x="103" y="1430"/>
                        <a:pt x="102" y="1491"/>
                      </a:cubicBezTo>
                      <a:cubicBezTo>
                        <a:pt x="14" y="1417"/>
                        <a:pt x="14" y="1417"/>
                        <a:pt x="0" y="1339"/>
                      </a:cubicBezTo>
                      <a:cubicBezTo>
                        <a:pt x="0" y="1317"/>
                        <a:pt x="0" y="1295"/>
                        <a:pt x="1" y="1272"/>
                      </a:cubicBezTo>
                      <a:cubicBezTo>
                        <a:pt x="1" y="1260"/>
                        <a:pt x="1" y="1248"/>
                        <a:pt x="1" y="1236"/>
                      </a:cubicBezTo>
                      <a:cubicBezTo>
                        <a:pt x="1" y="1211"/>
                        <a:pt x="1" y="1186"/>
                        <a:pt x="2" y="1161"/>
                      </a:cubicBezTo>
                      <a:cubicBezTo>
                        <a:pt x="3" y="1122"/>
                        <a:pt x="3" y="1084"/>
                        <a:pt x="3" y="1045"/>
                      </a:cubicBezTo>
                      <a:cubicBezTo>
                        <a:pt x="4" y="858"/>
                        <a:pt x="4" y="858"/>
                        <a:pt x="57" y="805"/>
                      </a:cubicBezTo>
                      <a:cubicBezTo>
                        <a:pt x="62" y="762"/>
                        <a:pt x="64" y="721"/>
                        <a:pt x="65" y="677"/>
                      </a:cubicBezTo>
                      <a:cubicBezTo>
                        <a:pt x="66" y="651"/>
                        <a:pt x="67" y="625"/>
                        <a:pt x="68" y="599"/>
                      </a:cubicBezTo>
                      <a:cubicBezTo>
                        <a:pt x="70" y="558"/>
                        <a:pt x="71" y="517"/>
                        <a:pt x="72" y="476"/>
                      </a:cubicBezTo>
                      <a:cubicBezTo>
                        <a:pt x="72" y="436"/>
                        <a:pt x="74" y="397"/>
                        <a:pt x="76" y="357"/>
                      </a:cubicBezTo>
                      <a:cubicBezTo>
                        <a:pt x="76" y="345"/>
                        <a:pt x="76" y="333"/>
                        <a:pt x="76" y="321"/>
                      </a:cubicBezTo>
                      <a:cubicBezTo>
                        <a:pt x="83" y="210"/>
                        <a:pt x="152" y="140"/>
                        <a:pt x="231" y="68"/>
                      </a:cubicBezTo>
                      <a:cubicBezTo>
                        <a:pt x="324" y="0"/>
                        <a:pt x="412" y="4"/>
                        <a:pt x="524" y="8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77" name="ICON_ACTION_SELECT_path_031"/>
                <p:cNvSpPr/>
                <p:nvPr/>
              </p:nvSpPr>
              <p:spPr>
                <a:xfrm>
                  <a:off x="1403346" y="5646408"/>
                  <a:ext cx="55712" cy="1508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387" h="1188" fill="norm" stroke="0">
                      <a:moveTo>
                        <a:pt x="3838" y="0"/>
                      </a:moveTo>
                      <a:cubicBezTo>
                        <a:pt x="3899" y="0"/>
                        <a:pt x="3959" y="0"/>
                        <a:pt x="4021" y="0"/>
                      </a:cubicBezTo>
                      <a:cubicBezTo>
                        <a:pt x="4021" y="60"/>
                        <a:pt x="4021" y="121"/>
                        <a:pt x="4021" y="183"/>
                      </a:cubicBezTo>
                      <a:cubicBezTo>
                        <a:pt x="4142" y="183"/>
                        <a:pt x="4262" y="183"/>
                        <a:pt x="4387" y="183"/>
                      </a:cubicBezTo>
                      <a:cubicBezTo>
                        <a:pt x="4387" y="243"/>
                        <a:pt x="4387" y="303"/>
                        <a:pt x="4387" y="366"/>
                      </a:cubicBezTo>
                      <a:cubicBezTo>
                        <a:pt x="4357" y="366"/>
                        <a:pt x="4326" y="366"/>
                        <a:pt x="4295" y="366"/>
                      </a:cubicBezTo>
                      <a:cubicBezTo>
                        <a:pt x="4295" y="396"/>
                        <a:pt x="4295" y="426"/>
                        <a:pt x="4295" y="457"/>
                      </a:cubicBezTo>
                      <a:cubicBezTo>
                        <a:pt x="4265" y="457"/>
                        <a:pt x="4235" y="457"/>
                        <a:pt x="4204" y="457"/>
                      </a:cubicBezTo>
                      <a:cubicBezTo>
                        <a:pt x="4204" y="517"/>
                        <a:pt x="4204" y="578"/>
                        <a:pt x="4204" y="640"/>
                      </a:cubicBezTo>
                      <a:cubicBezTo>
                        <a:pt x="4174" y="640"/>
                        <a:pt x="4144" y="640"/>
                        <a:pt x="4113" y="640"/>
                      </a:cubicBezTo>
                      <a:cubicBezTo>
                        <a:pt x="4113" y="670"/>
                        <a:pt x="4113" y="700"/>
                        <a:pt x="4113" y="731"/>
                      </a:cubicBezTo>
                      <a:cubicBezTo>
                        <a:pt x="4082" y="731"/>
                        <a:pt x="4052" y="731"/>
                        <a:pt x="4021" y="731"/>
                      </a:cubicBezTo>
                      <a:cubicBezTo>
                        <a:pt x="4021" y="761"/>
                        <a:pt x="4021" y="791"/>
                        <a:pt x="4021" y="823"/>
                      </a:cubicBezTo>
                      <a:cubicBezTo>
                        <a:pt x="3991" y="823"/>
                        <a:pt x="3961" y="823"/>
                        <a:pt x="3930" y="823"/>
                      </a:cubicBezTo>
                      <a:cubicBezTo>
                        <a:pt x="3930" y="853"/>
                        <a:pt x="3930" y="883"/>
                        <a:pt x="3930" y="914"/>
                      </a:cubicBezTo>
                      <a:cubicBezTo>
                        <a:pt x="3900" y="914"/>
                        <a:pt x="3870" y="914"/>
                        <a:pt x="3838" y="914"/>
                      </a:cubicBezTo>
                      <a:cubicBezTo>
                        <a:pt x="3838" y="944"/>
                        <a:pt x="3838" y="974"/>
                        <a:pt x="3838" y="1005"/>
                      </a:cubicBezTo>
                      <a:cubicBezTo>
                        <a:pt x="3808" y="1005"/>
                        <a:pt x="3778" y="1005"/>
                        <a:pt x="3747" y="1005"/>
                      </a:cubicBezTo>
                      <a:cubicBezTo>
                        <a:pt x="3747" y="1035"/>
                        <a:pt x="3747" y="1066"/>
                        <a:pt x="3747" y="1097"/>
                      </a:cubicBezTo>
                      <a:cubicBezTo>
                        <a:pt x="3657" y="1097"/>
                        <a:pt x="3566" y="1097"/>
                        <a:pt x="3473" y="1097"/>
                      </a:cubicBezTo>
                      <a:cubicBezTo>
                        <a:pt x="3473" y="1127"/>
                        <a:pt x="3473" y="1157"/>
                        <a:pt x="3473" y="1188"/>
                      </a:cubicBezTo>
                      <a:cubicBezTo>
                        <a:pt x="2960" y="1188"/>
                        <a:pt x="2447" y="1188"/>
                        <a:pt x="1919" y="1188"/>
                      </a:cubicBezTo>
                      <a:cubicBezTo>
                        <a:pt x="1919" y="1158"/>
                        <a:pt x="1919" y="1128"/>
                        <a:pt x="1919" y="1097"/>
                      </a:cubicBezTo>
                      <a:cubicBezTo>
                        <a:pt x="1899" y="1097"/>
                        <a:pt x="1878" y="1097"/>
                        <a:pt x="1857" y="1097"/>
                      </a:cubicBezTo>
                      <a:cubicBezTo>
                        <a:pt x="1661" y="1098"/>
                        <a:pt x="1465" y="1099"/>
                        <a:pt x="1270" y="1099"/>
                      </a:cubicBezTo>
                      <a:cubicBezTo>
                        <a:pt x="1169" y="1099"/>
                        <a:pt x="1069" y="1100"/>
                        <a:pt x="968" y="1100"/>
                      </a:cubicBezTo>
                      <a:cubicBezTo>
                        <a:pt x="871" y="1101"/>
                        <a:pt x="774" y="1101"/>
                        <a:pt x="677" y="1101"/>
                      </a:cubicBezTo>
                      <a:cubicBezTo>
                        <a:pt x="640" y="1101"/>
                        <a:pt x="603" y="1101"/>
                        <a:pt x="566" y="1102"/>
                      </a:cubicBezTo>
                      <a:cubicBezTo>
                        <a:pt x="372" y="1103"/>
                        <a:pt x="189" y="1102"/>
                        <a:pt x="0" y="1051"/>
                      </a:cubicBezTo>
                      <a:cubicBezTo>
                        <a:pt x="15" y="1006"/>
                        <a:pt x="15" y="1006"/>
                        <a:pt x="46" y="960"/>
                      </a:cubicBezTo>
                      <a:cubicBezTo>
                        <a:pt x="93" y="951"/>
                        <a:pt x="127" y="949"/>
                        <a:pt x="174" y="950"/>
                      </a:cubicBezTo>
                      <a:cubicBezTo>
                        <a:pt x="188" y="950"/>
                        <a:pt x="201" y="951"/>
                        <a:pt x="215" y="951"/>
                      </a:cubicBezTo>
                      <a:cubicBezTo>
                        <a:pt x="259" y="951"/>
                        <a:pt x="304" y="952"/>
                        <a:pt x="349" y="953"/>
                      </a:cubicBezTo>
                      <a:cubicBezTo>
                        <a:pt x="381" y="954"/>
                        <a:pt x="413" y="954"/>
                        <a:pt x="445" y="955"/>
                      </a:cubicBezTo>
                      <a:cubicBezTo>
                        <a:pt x="532" y="956"/>
                        <a:pt x="619" y="958"/>
                        <a:pt x="705" y="960"/>
                      </a:cubicBezTo>
                      <a:cubicBezTo>
                        <a:pt x="796" y="961"/>
                        <a:pt x="887" y="963"/>
                        <a:pt x="978" y="964"/>
                      </a:cubicBezTo>
                      <a:cubicBezTo>
                        <a:pt x="1150" y="967"/>
                        <a:pt x="1322" y="970"/>
                        <a:pt x="1494" y="973"/>
                      </a:cubicBezTo>
                      <a:cubicBezTo>
                        <a:pt x="1690" y="977"/>
                        <a:pt x="1886" y="980"/>
                        <a:pt x="2081" y="984"/>
                      </a:cubicBezTo>
                      <a:cubicBezTo>
                        <a:pt x="2484" y="990"/>
                        <a:pt x="2887" y="998"/>
                        <a:pt x="3290" y="1005"/>
                      </a:cubicBezTo>
                      <a:cubicBezTo>
                        <a:pt x="3290" y="975"/>
                        <a:pt x="3290" y="945"/>
                        <a:pt x="3290" y="914"/>
                      </a:cubicBezTo>
                      <a:cubicBezTo>
                        <a:pt x="3350" y="914"/>
                        <a:pt x="3411" y="914"/>
                        <a:pt x="3473" y="914"/>
                      </a:cubicBezTo>
                      <a:cubicBezTo>
                        <a:pt x="3473" y="884"/>
                        <a:pt x="3473" y="854"/>
                        <a:pt x="3473" y="823"/>
                      </a:cubicBezTo>
                      <a:cubicBezTo>
                        <a:pt x="3503" y="823"/>
                        <a:pt x="3533" y="823"/>
                        <a:pt x="3564" y="823"/>
                      </a:cubicBezTo>
                      <a:cubicBezTo>
                        <a:pt x="3564" y="792"/>
                        <a:pt x="3564" y="762"/>
                        <a:pt x="3564" y="731"/>
                      </a:cubicBezTo>
                      <a:cubicBezTo>
                        <a:pt x="3594" y="731"/>
                        <a:pt x="3625" y="731"/>
                        <a:pt x="3656" y="731"/>
                      </a:cubicBezTo>
                      <a:cubicBezTo>
                        <a:pt x="3656" y="701"/>
                        <a:pt x="3656" y="671"/>
                        <a:pt x="3656" y="640"/>
                      </a:cubicBezTo>
                      <a:cubicBezTo>
                        <a:pt x="3686" y="640"/>
                        <a:pt x="3716" y="640"/>
                        <a:pt x="3747" y="640"/>
                      </a:cubicBezTo>
                      <a:cubicBezTo>
                        <a:pt x="3747" y="549"/>
                        <a:pt x="3747" y="459"/>
                        <a:pt x="3747" y="366"/>
                      </a:cubicBezTo>
                      <a:cubicBezTo>
                        <a:pt x="3777" y="366"/>
                        <a:pt x="3807" y="366"/>
                        <a:pt x="3838" y="366"/>
                      </a:cubicBezTo>
                      <a:cubicBezTo>
                        <a:pt x="3838" y="245"/>
                        <a:pt x="3838" y="124"/>
                        <a:pt x="383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78" name="ICON_ACTION_SELECT_path_032"/>
                <p:cNvSpPr/>
                <p:nvPr/>
              </p:nvSpPr>
              <p:spPr>
                <a:xfrm>
                  <a:off x="1444550" y="5605676"/>
                  <a:ext cx="15669" cy="4073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34" h="3207" fill="norm" stroke="0">
                      <a:moveTo>
                        <a:pt x="137" y="9"/>
                      </a:moveTo>
                      <a:cubicBezTo>
                        <a:pt x="199" y="0"/>
                        <a:pt x="258" y="3"/>
                        <a:pt x="320" y="9"/>
                      </a:cubicBezTo>
                      <a:cubicBezTo>
                        <a:pt x="320" y="39"/>
                        <a:pt x="320" y="69"/>
                        <a:pt x="320" y="100"/>
                      </a:cubicBezTo>
                      <a:cubicBezTo>
                        <a:pt x="380" y="100"/>
                        <a:pt x="441" y="100"/>
                        <a:pt x="503" y="100"/>
                      </a:cubicBezTo>
                      <a:cubicBezTo>
                        <a:pt x="503" y="160"/>
                        <a:pt x="503" y="221"/>
                        <a:pt x="503" y="283"/>
                      </a:cubicBezTo>
                      <a:cubicBezTo>
                        <a:pt x="533" y="283"/>
                        <a:pt x="563" y="283"/>
                        <a:pt x="594" y="283"/>
                      </a:cubicBezTo>
                      <a:cubicBezTo>
                        <a:pt x="594" y="313"/>
                        <a:pt x="594" y="343"/>
                        <a:pt x="594" y="374"/>
                      </a:cubicBezTo>
                      <a:cubicBezTo>
                        <a:pt x="685" y="374"/>
                        <a:pt x="775" y="374"/>
                        <a:pt x="868" y="374"/>
                      </a:cubicBezTo>
                      <a:cubicBezTo>
                        <a:pt x="868" y="404"/>
                        <a:pt x="868" y="434"/>
                        <a:pt x="868" y="466"/>
                      </a:cubicBezTo>
                      <a:cubicBezTo>
                        <a:pt x="898" y="466"/>
                        <a:pt x="929" y="466"/>
                        <a:pt x="960" y="466"/>
                      </a:cubicBezTo>
                      <a:cubicBezTo>
                        <a:pt x="960" y="496"/>
                        <a:pt x="960" y="526"/>
                        <a:pt x="960" y="557"/>
                      </a:cubicBezTo>
                      <a:cubicBezTo>
                        <a:pt x="990" y="557"/>
                        <a:pt x="1020" y="557"/>
                        <a:pt x="1051" y="557"/>
                      </a:cubicBezTo>
                      <a:cubicBezTo>
                        <a:pt x="1051" y="587"/>
                        <a:pt x="1051" y="617"/>
                        <a:pt x="1051" y="648"/>
                      </a:cubicBezTo>
                      <a:cubicBezTo>
                        <a:pt x="1081" y="648"/>
                        <a:pt x="1111" y="648"/>
                        <a:pt x="1142" y="648"/>
                      </a:cubicBezTo>
                      <a:cubicBezTo>
                        <a:pt x="1142" y="678"/>
                        <a:pt x="1142" y="709"/>
                        <a:pt x="1142" y="740"/>
                      </a:cubicBezTo>
                      <a:cubicBezTo>
                        <a:pt x="1173" y="740"/>
                        <a:pt x="1203" y="740"/>
                        <a:pt x="1234" y="740"/>
                      </a:cubicBezTo>
                      <a:cubicBezTo>
                        <a:pt x="1234" y="770"/>
                        <a:pt x="1234" y="800"/>
                        <a:pt x="1234" y="831"/>
                      </a:cubicBezTo>
                      <a:cubicBezTo>
                        <a:pt x="1113" y="831"/>
                        <a:pt x="993" y="831"/>
                        <a:pt x="868" y="831"/>
                      </a:cubicBezTo>
                      <a:cubicBezTo>
                        <a:pt x="868" y="861"/>
                        <a:pt x="868" y="891"/>
                        <a:pt x="868" y="922"/>
                      </a:cubicBezTo>
                      <a:cubicBezTo>
                        <a:pt x="838" y="922"/>
                        <a:pt x="808" y="922"/>
                        <a:pt x="777" y="922"/>
                      </a:cubicBezTo>
                      <a:cubicBezTo>
                        <a:pt x="777" y="1043"/>
                        <a:pt x="777" y="1164"/>
                        <a:pt x="777" y="1288"/>
                      </a:cubicBezTo>
                      <a:cubicBezTo>
                        <a:pt x="807" y="1288"/>
                        <a:pt x="837" y="1288"/>
                        <a:pt x="868" y="1288"/>
                      </a:cubicBezTo>
                      <a:cubicBezTo>
                        <a:pt x="868" y="1409"/>
                        <a:pt x="868" y="1529"/>
                        <a:pt x="868" y="1654"/>
                      </a:cubicBezTo>
                      <a:cubicBezTo>
                        <a:pt x="838" y="1654"/>
                        <a:pt x="808" y="1654"/>
                        <a:pt x="777" y="1654"/>
                      </a:cubicBezTo>
                      <a:cubicBezTo>
                        <a:pt x="777" y="1664"/>
                        <a:pt x="778" y="1675"/>
                        <a:pt x="778" y="1686"/>
                      </a:cubicBezTo>
                      <a:cubicBezTo>
                        <a:pt x="780" y="1735"/>
                        <a:pt x="781" y="1784"/>
                        <a:pt x="783" y="1834"/>
                      </a:cubicBezTo>
                      <a:cubicBezTo>
                        <a:pt x="783" y="1842"/>
                        <a:pt x="783" y="1842"/>
                        <a:pt x="785" y="1885"/>
                      </a:cubicBezTo>
                      <a:cubicBezTo>
                        <a:pt x="785" y="1902"/>
                        <a:pt x="785" y="1918"/>
                        <a:pt x="786" y="1935"/>
                      </a:cubicBezTo>
                      <a:cubicBezTo>
                        <a:pt x="786" y="1950"/>
                        <a:pt x="787" y="1965"/>
                        <a:pt x="787" y="1980"/>
                      </a:cubicBezTo>
                      <a:cubicBezTo>
                        <a:pt x="784" y="1993"/>
                        <a:pt x="780" y="2006"/>
                        <a:pt x="777" y="2019"/>
                      </a:cubicBezTo>
                      <a:cubicBezTo>
                        <a:pt x="762" y="2025"/>
                        <a:pt x="747" y="2031"/>
                        <a:pt x="731" y="2038"/>
                      </a:cubicBezTo>
                      <a:cubicBezTo>
                        <a:pt x="685" y="2065"/>
                        <a:pt x="685" y="2065"/>
                        <a:pt x="673" y="2114"/>
                      </a:cubicBezTo>
                      <a:cubicBezTo>
                        <a:pt x="672" y="2134"/>
                        <a:pt x="671" y="2154"/>
                        <a:pt x="671" y="2175"/>
                      </a:cubicBezTo>
                      <a:cubicBezTo>
                        <a:pt x="671" y="2180"/>
                        <a:pt x="671" y="2180"/>
                        <a:pt x="669" y="2209"/>
                      </a:cubicBezTo>
                      <a:cubicBezTo>
                        <a:pt x="668" y="2246"/>
                        <a:pt x="667" y="2282"/>
                        <a:pt x="667" y="2319"/>
                      </a:cubicBezTo>
                      <a:cubicBezTo>
                        <a:pt x="666" y="2345"/>
                        <a:pt x="665" y="2370"/>
                        <a:pt x="664" y="2396"/>
                      </a:cubicBezTo>
                      <a:cubicBezTo>
                        <a:pt x="661" y="2463"/>
                        <a:pt x="660" y="2530"/>
                        <a:pt x="658" y="2598"/>
                      </a:cubicBezTo>
                      <a:cubicBezTo>
                        <a:pt x="656" y="2666"/>
                        <a:pt x="654" y="2735"/>
                        <a:pt x="652" y="2803"/>
                      </a:cubicBezTo>
                      <a:cubicBezTo>
                        <a:pt x="647" y="2938"/>
                        <a:pt x="643" y="3073"/>
                        <a:pt x="640" y="3207"/>
                      </a:cubicBezTo>
                      <a:cubicBezTo>
                        <a:pt x="625" y="3207"/>
                        <a:pt x="610" y="3207"/>
                        <a:pt x="594" y="3207"/>
                      </a:cubicBezTo>
                      <a:cubicBezTo>
                        <a:pt x="594" y="2393"/>
                        <a:pt x="594" y="1579"/>
                        <a:pt x="594" y="740"/>
                      </a:cubicBezTo>
                      <a:cubicBezTo>
                        <a:pt x="564" y="740"/>
                        <a:pt x="534" y="740"/>
                        <a:pt x="503" y="740"/>
                      </a:cubicBezTo>
                      <a:cubicBezTo>
                        <a:pt x="503" y="649"/>
                        <a:pt x="503" y="559"/>
                        <a:pt x="503" y="466"/>
                      </a:cubicBezTo>
                      <a:cubicBezTo>
                        <a:pt x="472" y="466"/>
                        <a:pt x="442" y="466"/>
                        <a:pt x="411" y="466"/>
                      </a:cubicBezTo>
                      <a:cubicBezTo>
                        <a:pt x="411" y="435"/>
                        <a:pt x="411" y="405"/>
                        <a:pt x="411" y="374"/>
                      </a:cubicBezTo>
                      <a:cubicBezTo>
                        <a:pt x="381" y="374"/>
                        <a:pt x="351" y="374"/>
                        <a:pt x="320" y="374"/>
                      </a:cubicBezTo>
                      <a:cubicBezTo>
                        <a:pt x="320" y="344"/>
                        <a:pt x="320" y="314"/>
                        <a:pt x="320" y="283"/>
                      </a:cubicBezTo>
                      <a:cubicBezTo>
                        <a:pt x="290" y="283"/>
                        <a:pt x="260" y="283"/>
                        <a:pt x="228" y="283"/>
                      </a:cubicBezTo>
                      <a:cubicBezTo>
                        <a:pt x="228" y="253"/>
                        <a:pt x="228" y="222"/>
                        <a:pt x="228" y="191"/>
                      </a:cubicBezTo>
                      <a:cubicBezTo>
                        <a:pt x="153" y="176"/>
                        <a:pt x="78" y="161"/>
                        <a:pt x="0" y="146"/>
                      </a:cubicBezTo>
                      <a:cubicBezTo>
                        <a:pt x="15" y="115"/>
                        <a:pt x="30" y="85"/>
                        <a:pt x="46" y="54"/>
                      </a:cubicBezTo>
                      <a:cubicBezTo>
                        <a:pt x="61" y="69"/>
                        <a:pt x="76" y="84"/>
                        <a:pt x="91" y="100"/>
                      </a:cubicBezTo>
                      <a:cubicBezTo>
                        <a:pt x="95" y="85"/>
                        <a:pt x="99" y="70"/>
                        <a:pt x="103" y="54"/>
                      </a:cubicBezTo>
                      <a:cubicBezTo>
                        <a:pt x="114" y="39"/>
                        <a:pt x="125" y="24"/>
                        <a:pt x="137" y="9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79" name="ICON_ACTION_SELECT_path_033"/>
                <p:cNvSpPr/>
                <p:nvPr/>
              </p:nvSpPr>
              <p:spPr>
                <a:xfrm>
                  <a:off x="1404507" y="5720691"/>
                  <a:ext cx="45376" cy="81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573" h="640" fill="norm" stroke="0">
                      <a:moveTo>
                        <a:pt x="3473" y="0"/>
                      </a:moveTo>
                      <a:cubicBezTo>
                        <a:pt x="3519" y="14"/>
                        <a:pt x="3519" y="14"/>
                        <a:pt x="3564" y="46"/>
                      </a:cubicBezTo>
                      <a:cubicBezTo>
                        <a:pt x="3573" y="94"/>
                        <a:pt x="3569" y="133"/>
                        <a:pt x="3564" y="183"/>
                      </a:cubicBezTo>
                      <a:cubicBezTo>
                        <a:pt x="3534" y="183"/>
                        <a:pt x="3504" y="183"/>
                        <a:pt x="3473" y="183"/>
                      </a:cubicBezTo>
                      <a:cubicBezTo>
                        <a:pt x="3473" y="213"/>
                        <a:pt x="3473" y="243"/>
                        <a:pt x="3473" y="274"/>
                      </a:cubicBezTo>
                      <a:cubicBezTo>
                        <a:pt x="3413" y="274"/>
                        <a:pt x="3352" y="274"/>
                        <a:pt x="3290" y="274"/>
                      </a:cubicBezTo>
                      <a:cubicBezTo>
                        <a:pt x="3290" y="304"/>
                        <a:pt x="3290" y="334"/>
                        <a:pt x="3290" y="366"/>
                      </a:cubicBezTo>
                      <a:cubicBezTo>
                        <a:pt x="3260" y="366"/>
                        <a:pt x="3230" y="366"/>
                        <a:pt x="3199" y="366"/>
                      </a:cubicBezTo>
                      <a:cubicBezTo>
                        <a:pt x="3199" y="396"/>
                        <a:pt x="3199" y="426"/>
                        <a:pt x="3199" y="457"/>
                      </a:cubicBezTo>
                      <a:cubicBezTo>
                        <a:pt x="3138" y="457"/>
                        <a:pt x="3078" y="457"/>
                        <a:pt x="3016" y="457"/>
                      </a:cubicBezTo>
                      <a:cubicBezTo>
                        <a:pt x="3016" y="487"/>
                        <a:pt x="3016" y="517"/>
                        <a:pt x="3016" y="548"/>
                      </a:cubicBezTo>
                      <a:cubicBezTo>
                        <a:pt x="2654" y="548"/>
                        <a:pt x="2292" y="548"/>
                        <a:pt x="1919" y="548"/>
                      </a:cubicBezTo>
                      <a:cubicBezTo>
                        <a:pt x="1919" y="579"/>
                        <a:pt x="1919" y="609"/>
                        <a:pt x="1919" y="640"/>
                      </a:cubicBezTo>
                      <a:cubicBezTo>
                        <a:pt x="1738" y="640"/>
                        <a:pt x="1557" y="640"/>
                        <a:pt x="1371" y="640"/>
                      </a:cubicBezTo>
                      <a:cubicBezTo>
                        <a:pt x="1386" y="564"/>
                        <a:pt x="1401" y="489"/>
                        <a:pt x="1417" y="411"/>
                      </a:cubicBezTo>
                      <a:cubicBezTo>
                        <a:pt x="1447" y="396"/>
                        <a:pt x="1477" y="381"/>
                        <a:pt x="1508" y="366"/>
                      </a:cubicBezTo>
                      <a:cubicBezTo>
                        <a:pt x="1010" y="350"/>
                        <a:pt x="513" y="335"/>
                        <a:pt x="0" y="320"/>
                      </a:cubicBezTo>
                      <a:cubicBezTo>
                        <a:pt x="0" y="305"/>
                        <a:pt x="0" y="290"/>
                        <a:pt x="0" y="274"/>
                      </a:cubicBezTo>
                      <a:cubicBezTo>
                        <a:pt x="1025" y="274"/>
                        <a:pt x="2051" y="274"/>
                        <a:pt x="3107" y="274"/>
                      </a:cubicBezTo>
                      <a:cubicBezTo>
                        <a:pt x="3107" y="244"/>
                        <a:pt x="3107" y="214"/>
                        <a:pt x="3107" y="183"/>
                      </a:cubicBezTo>
                      <a:cubicBezTo>
                        <a:pt x="3198" y="183"/>
                        <a:pt x="3288" y="183"/>
                        <a:pt x="3381" y="183"/>
                      </a:cubicBezTo>
                      <a:cubicBezTo>
                        <a:pt x="3381" y="153"/>
                        <a:pt x="3381" y="122"/>
                        <a:pt x="3381" y="91"/>
                      </a:cubicBezTo>
                      <a:cubicBezTo>
                        <a:pt x="3412" y="91"/>
                        <a:pt x="3442" y="91"/>
                        <a:pt x="3473" y="91"/>
                      </a:cubicBezTo>
                      <a:cubicBezTo>
                        <a:pt x="3473" y="61"/>
                        <a:pt x="3473" y="31"/>
                        <a:pt x="3473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80" name="ICON_ACTION_SELECT_path_034"/>
                <p:cNvSpPr/>
                <p:nvPr/>
              </p:nvSpPr>
              <p:spPr>
                <a:xfrm>
                  <a:off x="1450934" y="5740422"/>
                  <a:ext cx="9285" cy="2263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31" h="1782" fill="norm" stroke="0">
                      <a:moveTo>
                        <a:pt x="0" y="0"/>
                      </a:moveTo>
                      <a:cubicBezTo>
                        <a:pt x="121" y="0"/>
                        <a:pt x="241" y="0"/>
                        <a:pt x="366" y="0"/>
                      </a:cubicBezTo>
                      <a:cubicBezTo>
                        <a:pt x="366" y="30"/>
                        <a:pt x="366" y="60"/>
                        <a:pt x="366" y="91"/>
                      </a:cubicBezTo>
                      <a:cubicBezTo>
                        <a:pt x="396" y="91"/>
                        <a:pt x="426" y="91"/>
                        <a:pt x="457" y="91"/>
                      </a:cubicBezTo>
                      <a:cubicBezTo>
                        <a:pt x="457" y="122"/>
                        <a:pt x="457" y="152"/>
                        <a:pt x="457" y="183"/>
                      </a:cubicBezTo>
                      <a:cubicBezTo>
                        <a:pt x="517" y="183"/>
                        <a:pt x="578" y="183"/>
                        <a:pt x="640" y="183"/>
                      </a:cubicBezTo>
                      <a:cubicBezTo>
                        <a:pt x="640" y="213"/>
                        <a:pt x="640" y="243"/>
                        <a:pt x="640" y="274"/>
                      </a:cubicBezTo>
                      <a:cubicBezTo>
                        <a:pt x="670" y="274"/>
                        <a:pt x="700" y="274"/>
                        <a:pt x="731" y="274"/>
                      </a:cubicBezTo>
                      <a:cubicBezTo>
                        <a:pt x="731" y="395"/>
                        <a:pt x="731" y="515"/>
                        <a:pt x="731" y="640"/>
                      </a:cubicBezTo>
                      <a:cubicBezTo>
                        <a:pt x="701" y="640"/>
                        <a:pt x="671" y="640"/>
                        <a:pt x="640" y="640"/>
                      </a:cubicBezTo>
                      <a:cubicBezTo>
                        <a:pt x="640" y="670"/>
                        <a:pt x="640" y="700"/>
                        <a:pt x="640" y="731"/>
                      </a:cubicBezTo>
                      <a:cubicBezTo>
                        <a:pt x="579" y="731"/>
                        <a:pt x="519" y="731"/>
                        <a:pt x="457" y="731"/>
                      </a:cubicBezTo>
                      <a:cubicBezTo>
                        <a:pt x="457" y="701"/>
                        <a:pt x="457" y="671"/>
                        <a:pt x="457" y="640"/>
                      </a:cubicBezTo>
                      <a:cubicBezTo>
                        <a:pt x="397" y="640"/>
                        <a:pt x="336" y="640"/>
                        <a:pt x="274" y="640"/>
                      </a:cubicBezTo>
                      <a:cubicBezTo>
                        <a:pt x="274" y="730"/>
                        <a:pt x="274" y="821"/>
                        <a:pt x="274" y="914"/>
                      </a:cubicBezTo>
                      <a:cubicBezTo>
                        <a:pt x="304" y="914"/>
                        <a:pt x="334" y="914"/>
                        <a:pt x="366" y="914"/>
                      </a:cubicBezTo>
                      <a:cubicBezTo>
                        <a:pt x="366" y="944"/>
                        <a:pt x="366" y="974"/>
                        <a:pt x="366" y="1005"/>
                      </a:cubicBezTo>
                      <a:cubicBezTo>
                        <a:pt x="335" y="1005"/>
                        <a:pt x="305" y="1005"/>
                        <a:pt x="274" y="1005"/>
                      </a:cubicBezTo>
                      <a:cubicBezTo>
                        <a:pt x="275" y="1012"/>
                        <a:pt x="275" y="1012"/>
                        <a:pt x="280" y="1048"/>
                      </a:cubicBezTo>
                      <a:cubicBezTo>
                        <a:pt x="278" y="1064"/>
                        <a:pt x="276" y="1080"/>
                        <a:pt x="274" y="1097"/>
                      </a:cubicBezTo>
                      <a:cubicBezTo>
                        <a:pt x="259" y="1102"/>
                        <a:pt x="245" y="1108"/>
                        <a:pt x="229" y="1114"/>
                      </a:cubicBezTo>
                      <a:cubicBezTo>
                        <a:pt x="214" y="1123"/>
                        <a:pt x="199" y="1133"/>
                        <a:pt x="183" y="1142"/>
                      </a:cubicBezTo>
                      <a:cubicBezTo>
                        <a:pt x="171" y="1194"/>
                        <a:pt x="166" y="1235"/>
                        <a:pt x="164" y="1287"/>
                      </a:cubicBezTo>
                      <a:cubicBezTo>
                        <a:pt x="163" y="1301"/>
                        <a:pt x="162" y="1315"/>
                        <a:pt x="161" y="1330"/>
                      </a:cubicBezTo>
                      <a:cubicBezTo>
                        <a:pt x="158" y="1375"/>
                        <a:pt x="156" y="1420"/>
                        <a:pt x="154" y="1465"/>
                      </a:cubicBezTo>
                      <a:cubicBezTo>
                        <a:pt x="152" y="1496"/>
                        <a:pt x="151" y="1526"/>
                        <a:pt x="149" y="1557"/>
                      </a:cubicBezTo>
                      <a:cubicBezTo>
                        <a:pt x="144" y="1632"/>
                        <a:pt x="141" y="1707"/>
                        <a:pt x="137" y="1782"/>
                      </a:cubicBezTo>
                      <a:cubicBezTo>
                        <a:pt x="122" y="1782"/>
                        <a:pt x="107" y="1782"/>
                        <a:pt x="91" y="1782"/>
                      </a:cubicBezTo>
                      <a:cubicBezTo>
                        <a:pt x="91" y="1285"/>
                        <a:pt x="91" y="787"/>
                        <a:pt x="91" y="274"/>
                      </a:cubicBezTo>
                      <a:cubicBezTo>
                        <a:pt x="61" y="274"/>
                        <a:pt x="31" y="274"/>
                        <a:pt x="0" y="274"/>
                      </a:cubicBezTo>
                      <a:cubicBezTo>
                        <a:pt x="0" y="184"/>
                        <a:pt x="0" y="93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81" name="ICON_ACTION_SELECT_path_035"/>
                <p:cNvSpPr/>
                <p:nvPr/>
              </p:nvSpPr>
              <p:spPr>
                <a:xfrm>
                  <a:off x="1402766" y="5786849"/>
                  <a:ext cx="44106" cy="23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473" h="183" fill="norm" stroke="0">
                      <a:moveTo>
                        <a:pt x="0" y="0"/>
                      </a:moveTo>
                      <a:cubicBezTo>
                        <a:pt x="1146" y="0"/>
                        <a:pt x="2292" y="0"/>
                        <a:pt x="3473" y="0"/>
                      </a:cubicBezTo>
                      <a:cubicBezTo>
                        <a:pt x="3428" y="15"/>
                        <a:pt x="3382" y="30"/>
                        <a:pt x="3336" y="46"/>
                      </a:cubicBezTo>
                      <a:cubicBezTo>
                        <a:pt x="3336" y="91"/>
                        <a:pt x="3336" y="136"/>
                        <a:pt x="3336" y="183"/>
                      </a:cubicBezTo>
                      <a:cubicBezTo>
                        <a:pt x="3306" y="183"/>
                        <a:pt x="3275" y="183"/>
                        <a:pt x="3244" y="183"/>
                      </a:cubicBezTo>
                      <a:cubicBezTo>
                        <a:pt x="3244" y="153"/>
                        <a:pt x="3244" y="122"/>
                        <a:pt x="3244" y="91"/>
                      </a:cubicBezTo>
                      <a:cubicBezTo>
                        <a:pt x="3033" y="91"/>
                        <a:pt x="2822" y="91"/>
                        <a:pt x="2605" y="91"/>
                      </a:cubicBezTo>
                      <a:cubicBezTo>
                        <a:pt x="2605" y="122"/>
                        <a:pt x="2605" y="152"/>
                        <a:pt x="2605" y="183"/>
                      </a:cubicBezTo>
                      <a:cubicBezTo>
                        <a:pt x="2062" y="183"/>
                        <a:pt x="1519" y="183"/>
                        <a:pt x="960" y="183"/>
                      </a:cubicBezTo>
                      <a:cubicBezTo>
                        <a:pt x="960" y="153"/>
                        <a:pt x="960" y="122"/>
                        <a:pt x="960" y="91"/>
                      </a:cubicBezTo>
                      <a:cubicBezTo>
                        <a:pt x="948" y="92"/>
                        <a:pt x="948" y="92"/>
                        <a:pt x="891" y="93"/>
                      </a:cubicBezTo>
                      <a:cubicBezTo>
                        <a:pt x="807" y="94"/>
                        <a:pt x="722" y="96"/>
                        <a:pt x="638" y="96"/>
                      </a:cubicBezTo>
                      <a:cubicBezTo>
                        <a:pt x="601" y="97"/>
                        <a:pt x="565" y="97"/>
                        <a:pt x="528" y="98"/>
                      </a:cubicBezTo>
                      <a:cubicBezTo>
                        <a:pt x="476" y="99"/>
                        <a:pt x="423" y="100"/>
                        <a:pt x="371" y="100"/>
                      </a:cubicBezTo>
                      <a:cubicBezTo>
                        <a:pt x="355" y="101"/>
                        <a:pt x="338" y="101"/>
                        <a:pt x="322" y="102"/>
                      </a:cubicBezTo>
                      <a:cubicBezTo>
                        <a:pt x="182" y="102"/>
                        <a:pt x="140" y="70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82" name="ICON_ACTION_SELECT_path_036"/>
                <p:cNvSpPr/>
                <p:nvPr/>
              </p:nvSpPr>
              <p:spPr>
                <a:xfrm>
                  <a:off x="1449773" y="5690447"/>
                  <a:ext cx="5803" cy="302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57" h="2381" fill="norm" stroke="0">
                      <a:moveTo>
                        <a:pt x="366" y="5"/>
                      </a:moveTo>
                      <a:cubicBezTo>
                        <a:pt x="368" y="80"/>
                        <a:pt x="370" y="156"/>
                        <a:pt x="371" y="231"/>
                      </a:cubicBezTo>
                      <a:cubicBezTo>
                        <a:pt x="372" y="242"/>
                        <a:pt x="372" y="242"/>
                        <a:pt x="374" y="296"/>
                      </a:cubicBezTo>
                      <a:cubicBezTo>
                        <a:pt x="374" y="316"/>
                        <a:pt x="374" y="337"/>
                        <a:pt x="374" y="358"/>
                      </a:cubicBezTo>
                      <a:cubicBezTo>
                        <a:pt x="375" y="377"/>
                        <a:pt x="375" y="396"/>
                        <a:pt x="376" y="415"/>
                      </a:cubicBezTo>
                      <a:cubicBezTo>
                        <a:pt x="374" y="423"/>
                        <a:pt x="374" y="423"/>
                        <a:pt x="366" y="462"/>
                      </a:cubicBezTo>
                      <a:cubicBezTo>
                        <a:pt x="321" y="488"/>
                        <a:pt x="321" y="488"/>
                        <a:pt x="274" y="508"/>
                      </a:cubicBezTo>
                      <a:cubicBezTo>
                        <a:pt x="245" y="553"/>
                        <a:pt x="235" y="604"/>
                        <a:pt x="223" y="656"/>
                      </a:cubicBezTo>
                      <a:cubicBezTo>
                        <a:pt x="219" y="672"/>
                        <a:pt x="215" y="687"/>
                        <a:pt x="211" y="703"/>
                      </a:cubicBezTo>
                      <a:cubicBezTo>
                        <a:pt x="157" y="952"/>
                        <a:pt x="175" y="1215"/>
                        <a:pt x="183" y="1468"/>
                      </a:cubicBezTo>
                      <a:cubicBezTo>
                        <a:pt x="213" y="1468"/>
                        <a:pt x="243" y="1468"/>
                        <a:pt x="274" y="1468"/>
                      </a:cubicBezTo>
                      <a:cubicBezTo>
                        <a:pt x="274" y="1498"/>
                        <a:pt x="274" y="1528"/>
                        <a:pt x="274" y="1559"/>
                      </a:cubicBezTo>
                      <a:cubicBezTo>
                        <a:pt x="304" y="1559"/>
                        <a:pt x="334" y="1559"/>
                        <a:pt x="366" y="1559"/>
                      </a:cubicBezTo>
                      <a:cubicBezTo>
                        <a:pt x="366" y="1619"/>
                        <a:pt x="366" y="1680"/>
                        <a:pt x="366" y="1742"/>
                      </a:cubicBezTo>
                      <a:cubicBezTo>
                        <a:pt x="396" y="1742"/>
                        <a:pt x="426" y="1742"/>
                        <a:pt x="457" y="1742"/>
                      </a:cubicBezTo>
                      <a:cubicBezTo>
                        <a:pt x="457" y="1772"/>
                        <a:pt x="457" y="1802"/>
                        <a:pt x="457" y="1833"/>
                      </a:cubicBezTo>
                      <a:cubicBezTo>
                        <a:pt x="427" y="1833"/>
                        <a:pt x="397" y="1833"/>
                        <a:pt x="366" y="1833"/>
                      </a:cubicBezTo>
                      <a:cubicBezTo>
                        <a:pt x="366" y="1863"/>
                        <a:pt x="366" y="1893"/>
                        <a:pt x="366" y="1924"/>
                      </a:cubicBezTo>
                      <a:cubicBezTo>
                        <a:pt x="396" y="1924"/>
                        <a:pt x="426" y="1924"/>
                        <a:pt x="457" y="1924"/>
                      </a:cubicBezTo>
                      <a:cubicBezTo>
                        <a:pt x="457" y="2045"/>
                        <a:pt x="457" y="2166"/>
                        <a:pt x="457" y="2290"/>
                      </a:cubicBezTo>
                      <a:cubicBezTo>
                        <a:pt x="427" y="2290"/>
                        <a:pt x="397" y="2290"/>
                        <a:pt x="366" y="2290"/>
                      </a:cubicBezTo>
                      <a:cubicBezTo>
                        <a:pt x="366" y="2320"/>
                        <a:pt x="366" y="2350"/>
                        <a:pt x="366" y="2381"/>
                      </a:cubicBezTo>
                      <a:cubicBezTo>
                        <a:pt x="245" y="2381"/>
                        <a:pt x="124" y="2381"/>
                        <a:pt x="0" y="2381"/>
                      </a:cubicBezTo>
                      <a:cubicBezTo>
                        <a:pt x="0" y="2321"/>
                        <a:pt x="0" y="2261"/>
                        <a:pt x="0" y="2199"/>
                      </a:cubicBezTo>
                      <a:cubicBezTo>
                        <a:pt x="30" y="2199"/>
                        <a:pt x="60" y="2199"/>
                        <a:pt x="91" y="2199"/>
                      </a:cubicBezTo>
                      <a:cubicBezTo>
                        <a:pt x="91" y="2180"/>
                        <a:pt x="91" y="2162"/>
                        <a:pt x="91" y="2143"/>
                      </a:cubicBezTo>
                      <a:cubicBezTo>
                        <a:pt x="90" y="1972"/>
                        <a:pt x="89" y="1801"/>
                        <a:pt x="89" y="1629"/>
                      </a:cubicBezTo>
                      <a:cubicBezTo>
                        <a:pt x="89" y="1541"/>
                        <a:pt x="88" y="1453"/>
                        <a:pt x="88" y="1365"/>
                      </a:cubicBezTo>
                      <a:cubicBezTo>
                        <a:pt x="87" y="1280"/>
                        <a:pt x="87" y="1195"/>
                        <a:pt x="87" y="1109"/>
                      </a:cubicBezTo>
                      <a:cubicBezTo>
                        <a:pt x="87" y="1077"/>
                        <a:pt x="87" y="1045"/>
                        <a:pt x="87" y="1012"/>
                      </a:cubicBezTo>
                      <a:cubicBezTo>
                        <a:pt x="86" y="967"/>
                        <a:pt x="86" y="921"/>
                        <a:pt x="86" y="876"/>
                      </a:cubicBezTo>
                      <a:cubicBezTo>
                        <a:pt x="86" y="862"/>
                        <a:pt x="86" y="849"/>
                        <a:pt x="86" y="835"/>
                      </a:cubicBezTo>
                      <a:cubicBezTo>
                        <a:pt x="86" y="742"/>
                        <a:pt x="86" y="742"/>
                        <a:pt x="137" y="691"/>
                      </a:cubicBezTo>
                      <a:cubicBezTo>
                        <a:pt x="143" y="642"/>
                        <a:pt x="147" y="596"/>
                        <a:pt x="148" y="548"/>
                      </a:cubicBezTo>
                      <a:cubicBezTo>
                        <a:pt x="150" y="519"/>
                        <a:pt x="151" y="490"/>
                        <a:pt x="153" y="461"/>
                      </a:cubicBezTo>
                      <a:cubicBezTo>
                        <a:pt x="155" y="416"/>
                        <a:pt x="157" y="371"/>
                        <a:pt x="159" y="325"/>
                      </a:cubicBezTo>
                      <a:cubicBezTo>
                        <a:pt x="161" y="281"/>
                        <a:pt x="163" y="238"/>
                        <a:pt x="165" y="194"/>
                      </a:cubicBezTo>
                      <a:cubicBezTo>
                        <a:pt x="166" y="180"/>
                        <a:pt x="166" y="167"/>
                        <a:pt x="167" y="152"/>
                      </a:cubicBezTo>
                      <a:cubicBezTo>
                        <a:pt x="169" y="114"/>
                        <a:pt x="169" y="114"/>
                        <a:pt x="183" y="51"/>
                      </a:cubicBezTo>
                      <a:cubicBezTo>
                        <a:pt x="242" y="5"/>
                        <a:pt x="292" y="0"/>
                        <a:pt x="366" y="5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83" name="ICON_ACTION_SELECT_path_037"/>
                <p:cNvSpPr/>
                <p:nvPr/>
              </p:nvSpPr>
              <p:spPr>
                <a:xfrm>
                  <a:off x="1570483" y="5592437"/>
                  <a:ext cx="4267" cy="203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36" h="1599" fill="norm" stroke="0">
                      <a:moveTo>
                        <a:pt x="228" y="0"/>
                      </a:moveTo>
                      <a:cubicBezTo>
                        <a:pt x="336" y="308"/>
                        <a:pt x="324" y="600"/>
                        <a:pt x="305" y="920"/>
                      </a:cubicBezTo>
                      <a:cubicBezTo>
                        <a:pt x="301" y="987"/>
                        <a:pt x="298" y="1053"/>
                        <a:pt x="295" y="1120"/>
                      </a:cubicBezTo>
                      <a:cubicBezTo>
                        <a:pt x="289" y="1249"/>
                        <a:pt x="282" y="1379"/>
                        <a:pt x="274" y="1508"/>
                      </a:cubicBezTo>
                      <a:cubicBezTo>
                        <a:pt x="244" y="1508"/>
                        <a:pt x="214" y="1508"/>
                        <a:pt x="183" y="1508"/>
                      </a:cubicBezTo>
                      <a:cubicBezTo>
                        <a:pt x="183" y="1538"/>
                        <a:pt x="183" y="1568"/>
                        <a:pt x="183" y="1599"/>
                      </a:cubicBezTo>
                      <a:cubicBezTo>
                        <a:pt x="122" y="1599"/>
                        <a:pt x="62" y="1599"/>
                        <a:pt x="0" y="1599"/>
                      </a:cubicBezTo>
                      <a:cubicBezTo>
                        <a:pt x="0" y="1539"/>
                        <a:pt x="0" y="1479"/>
                        <a:pt x="0" y="1417"/>
                      </a:cubicBezTo>
                      <a:cubicBezTo>
                        <a:pt x="30" y="1417"/>
                        <a:pt x="60" y="1417"/>
                        <a:pt x="91" y="1417"/>
                      </a:cubicBezTo>
                      <a:cubicBezTo>
                        <a:pt x="91" y="1326"/>
                        <a:pt x="91" y="1236"/>
                        <a:pt x="91" y="1142"/>
                      </a:cubicBezTo>
                      <a:cubicBezTo>
                        <a:pt x="61" y="1142"/>
                        <a:pt x="31" y="1142"/>
                        <a:pt x="0" y="1142"/>
                      </a:cubicBezTo>
                      <a:cubicBezTo>
                        <a:pt x="0" y="780"/>
                        <a:pt x="0" y="419"/>
                        <a:pt x="0" y="46"/>
                      </a:cubicBezTo>
                      <a:cubicBezTo>
                        <a:pt x="183" y="0"/>
                        <a:pt x="183" y="0"/>
                        <a:pt x="22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84" name="ICON_ACTION_SELECT_path_038"/>
                <p:cNvSpPr/>
                <p:nvPr/>
              </p:nvSpPr>
              <p:spPr>
                <a:xfrm>
                  <a:off x="1403927" y="5733458"/>
                  <a:ext cx="41204" cy="23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244" h="183" fill="norm" stroke="0">
                      <a:moveTo>
                        <a:pt x="228" y="0"/>
                      </a:moveTo>
                      <a:cubicBezTo>
                        <a:pt x="289" y="0"/>
                        <a:pt x="349" y="0"/>
                        <a:pt x="411" y="0"/>
                      </a:cubicBezTo>
                      <a:cubicBezTo>
                        <a:pt x="411" y="30"/>
                        <a:pt x="411" y="60"/>
                        <a:pt x="411" y="91"/>
                      </a:cubicBezTo>
                      <a:cubicBezTo>
                        <a:pt x="683" y="91"/>
                        <a:pt x="954" y="91"/>
                        <a:pt x="1234" y="91"/>
                      </a:cubicBezTo>
                      <a:cubicBezTo>
                        <a:pt x="1234" y="61"/>
                        <a:pt x="1234" y="31"/>
                        <a:pt x="1234" y="0"/>
                      </a:cubicBezTo>
                      <a:cubicBezTo>
                        <a:pt x="1324" y="0"/>
                        <a:pt x="1415" y="0"/>
                        <a:pt x="1508" y="0"/>
                      </a:cubicBezTo>
                      <a:cubicBezTo>
                        <a:pt x="1508" y="30"/>
                        <a:pt x="1508" y="60"/>
                        <a:pt x="1508" y="91"/>
                      </a:cubicBezTo>
                      <a:cubicBezTo>
                        <a:pt x="1659" y="91"/>
                        <a:pt x="1810" y="91"/>
                        <a:pt x="1965" y="91"/>
                      </a:cubicBezTo>
                      <a:cubicBezTo>
                        <a:pt x="1965" y="61"/>
                        <a:pt x="1965" y="31"/>
                        <a:pt x="1965" y="0"/>
                      </a:cubicBezTo>
                      <a:cubicBezTo>
                        <a:pt x="1995" y="0"/>
                        <a:pt x="2025" y="0"/>
                        <a:pt x="2056" y="0"/>
                      </a:cubicBezTo>
                      <a:cubicBezTo>
                        <a:pt x="2056" y="30"/>
                        <a:pt x="2056" y="60"/>
                        <a:pt x="2056" y="91"/>
                      </a:cubicBezTo>
                      <a:cubicBezTo>
                        <a:pt x="2298" y="91"/>
                        <a:pt x="2539" y="91"/>
                        <a:pt x="2787" y="91"/>
                      </a:cubicBezTo>
                      <a:cubicBezTo>
                        <a:pt x="2787" y="61"/>
                        <a:pt x="2787" y="31"/>
                        <a:pt x="2787" y="0"/>
                      </a:cubicBezTo>
                      <a:cubicBezTo>
                        <a:pt x="2908" y="0"/>
                        <a:pt x="3029" y="0"/>
                        <a:pt x="3153" y="0"/>
                      </a:cubicBezTo>
                      <a:cubicBezTo>
                        <a:pt x="3153" y="45"/>
                        <a:pt x="3153" y="90"/>
                        <a:pt x="3153" y="137"/>
                      </a:cubicBezTo>
                      <a:cubicBezTo>
                        <a:pt x="3168" y="145"/>
                        <a:pt x="3168" y="145"/>
                        <a:pt x="3244" y="183"/>
                      </a:cubicBezTo>
                      <a:cubicBezTo>
                        <a:pt x="2174" y="183"/>
                        <a:pt x="1103" y="183"/>
                        <a:pt x="0" y="183"/>
                      </a:cubicBezTo>
                      <a:cubicBezTo>
                        <a:pt x="0" y="168"/>
                        <a:pt x="0" y="153"/>
                        <a:pt x="0" y="137"/>
                      </a:cubicBezTo>
                      <a:cubicBezTo>
                        <a:pt x="75" y="137"/>
                        <a:pt x="151" y="137"/>
                        <a:pt x="228" y="137"/>
                      </a:cubicBezTo>
                      <a:cubicBezTo>
                        <a:pt x="228" y="92"/>
                        <a:pt x="228" y="47"/>
                        <a:pt x="22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85" name="ICON_ACTION_SELECT_path_039"/>
                <p:cNvSpPr/>
                <p:nvPr/>
              </p:nvSpPr>
              <p:spPr>
                <a:xfrm>
                  <a:off x="1403927" y="5668461"/>
                  <a:ext cx="41784" cy="348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290" h="274" fill="norm" stroke="0">
                      <a:moveTo>
                        <a:pt x="594" y="0"/>
                      </a:moveTo>
                      <a:cubicBezTo>
                        <a:pt x="624" y="0"/>
                        <a:pt x="654" y="0"/>
                        <a:pt x="685" y="0"/>
                      </a:cubicBezTo>
                      <a:cubicBezTo>
                        <a:pt x="685" y="30"/>
                        <a:pt x="685" y="60"/>
                        <a:pt x="685" y="91"/>
                      </a:cubicBezTo>
                      <a:cubicBezTo>
                        <a:pt x="866" y="91"/>
                        <a:pt x="1047" y="91"/>
                        <a:pt x="1234" y="91"/>
                      </a:cubicBezTo>
                      <a:cubicBezTo>
                        <a:pt x="1234" y="122"/>
                        <a:pt x="1234" y="152"/>
                        <a:pt x="1234" y="183"/>
                      </a:cubicBezTo>
                      <a:cubicBezTo>
                        <a:pt x="1243" y="183"/>
                        <a:pt x="1253" y="183"/>
                        <a:pt x="1263" y="183"/>
                      </a:cubicBezTo>
                      <a:cubicBezTo>
                        <a:pt x="1494" y="180"/>
                        <a:pt x="1726" y="179"/>
                        <a:pt x="1957" y="178"/>
                      </a:cubicBezTo>
                      <a:cubicBezTo>
                        <a:pt x="2069" y="178"/>
                        <a:pt x="2181" y="177"/>
                        <a:pt x="2293" y="176"/>
                      </a:cubicBezTo>
                      <a:cubicBezTo>
                        <a:pt x="2401" y="175"/>
                        <a:pt x="2509" y="174"/>
                        <a:pt x="2617" y="174"/>
                      </a:cubicBezTo>
                      <a:cubicBezTo>
                        <a:pt x="2659" y="174"/>
                        <a:pt x="2700" y="174"/>
                        <a:pt x="2741" y="173"/>
                      </a:cubicBezTo>
                      <a:cubicBezTo>
                        <a:pt x="2799" y="172"/>
                        <a:pt x="2857" y="172"/>
                        <a:pt x="2915" y="172"/>
                      </a:cubicBezTo>
                      <a:cubicBezTo>
                        <a:pt x="2931" y="172"/>
                        <a:pt x="2948" y="172"/>
                        <a:pt x="2966" y="171"/>
                      </a:cubicBezTo>
                      <a:cubicBezTo>
                        <a:pt x="3107" y="173"/>
                        <a:pt x="3150" y="204"/>
                        <a:pt x="3290" y="274"/>
                      </a:cubicBezTo>
                      <a:cubicBezTo>
                        <a:pt x="2204" y="274"/>
                        <a:pt x="1119" y="274"/>
                        <a:pt x="0" y="274"/>
                      </a:cubicBezTo>
                      <a:cubicBezTo>
                        <a:pt x="210" y="169"/>
                        <a:pt x="210" y="169"/>
                        <a:pt x="354" y="177"/>
                      </a:cubicBezTo>
                      <a:cubicBezTo>
                        <a:pt x="369" y="177"/>
                        <a:pt x="383" y="178"/>
                        <a:pt x="398" y="178"/>
                      </a:cubicBezTo>
                      <a:cubicBezTo>
                        <a:pt x="433" y="179"/>
                        <a:pt x="468" y="181"/>
                        <a:pt x="503" y="183"/>
                      </a:cubicBezTo>
                      <a:cubicBezTo>
                        <a:pt x="503" y="153"/>
                        <a:pt x="503" y="122"/>
                        <a:pt x="503" y="91"/>
                      </a:cubicBezTo>
                      <a:cubicBezTo>
                        <a:pt x="533" y="91"/>
                        <a:pt x="563" y="91"/>
                        <a:pt x="594" y="91"/>
                      </a:cubicBezTo>
                      <a:cubicBezTo>
                        <a:pt x="594" y="61"/>
                        <a:pt x="594" y="31"/>
                        <a:pt x="594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86" name="ICON_ACTION_SELECT_path_040"/>
                <p:cNvSpPr/>
                <p:nvPr/>
              </p:nvSpPr>
              <p:spPr>
                <a:xfrm>
                  <a:off x="1405596" y="5753190"/>
                  <a:ext cx="2647" cy="2505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08" h="1973" fill="norm" stroke="0">
                      <a:moveTo>
                        <a:pt x="51" y="0"/>
                      </a:moveTo>
                      <a:cubicBezTo>
                        <a:pt x="103" y="25"/>
                        <a:pt x="147" y="51"/>
                        <a:pt x="188" y="91"/>
                      </a:cubicBezTo>
                      <a:cubicBezTo>
                        <a:pt x="208" y="149"/>
                        <a:pt x="206" y="204"/>
                        <a:pt x="205" y="264"/>
                      </a:cubicBezTo>
                      <a:cubicBezTo>
                        <a:pt x="205" y="281"/>
                        <a:pt x="205" y="298"/>
                        <a:pt x="205" y="316"/>
                      </a:cubicBezTo>
                      <a:cubicBezTo>
                        <a:pt x="205" y="373"/>
                        <a:pt x="204" y="430"/>
                        <a:pt x="203" y="487"/>
                      </a:cubicBezTo>
                      <a:cubicBezTo>
                        <a:pt x="203" y="527"/>
                        <a:pt x="203" y="566"/>
                        <a:pt x="203" y="606"/>
                      </a:cubicBezTo>
                      <a:cubicBezTo>
                        <a:pt x="203" y="689"/>
                        <a:pt x="202" y="772"/>
                        <a:pt x="201" y="855"/>
                      </a:cubicBezTo>
                      <a:cubicBezTo>
                        <a:pt x="200" y="961"/>
                        <a:pt x="200" y="1067"/>
                        <a:pt x="199" y="1174"/>
                      </a:cubicBezTo>
                      <a:cubicBezTo>
                        <a:pt x="199" y="1255"/>
                        <a:pt x="199" y="1337"/>
                        <a:pt x="198" y="1419"/>
                      </a:cubicBezTo>
                      <a:cubicBezTo>
                        <a:pt x="198" y="1458"/>
                        <a:pt x="198" y="1497"/>
                        <a:pt x="197" y="1537"/>
                      </a:cubicBezTo>
                      <a:cubicBezTo>
                        <a:pt x="197" y="1591"/>
                        <a:pt x="197" y="1646"/>
                        <a:pt x="196" y="1701"/>
                      </a:cubicBezTo>
                      <a:cubicBezTo>
                        <a:pt x="196" y="1709"/>
                        <a:pt x="196" y="1709"/>
                        <a:pt x="196" y="1750"/>
                      </a:cubicBezTo>
                      <a:cubicBezTo>
                        <a:pt x="193" y="1908"/>
                        <a:pt x="193" y="1908"/>
                        <a:pt x="143" y="1965"/>
                      </a:cubicBezTo>
                      <a:cubicBezTo>
                        <a:pt x="95" y="1973"/>
                        <a:pt x="55" y="1969"/>
                        <a:pt x="6" y="1965"/>
                      </a:cubicBezTo>
                      <a:cubicBezTo>
                        <a:pt x="5" y="1715"/>
                        <a:pt x="4" y="1466"/>
                        <a:pt x="3" y="1217"/>
                      </a:cubicBezTo>
                      <a:cubicBezTo>
                        <a:pt x="3" y="1101"/>
                        <a:pt x="3" y="985"/>
                        <a:pt x="2" y="869"/>
                      </a:cubicBezTo>
                      <a:cubicBezTo>
                        <a:pt x="2" y="757"/>
                        <a:pt x="1" y="646"/>
                        <a:pt x="1" y="534"/>
                      </a:cubicBezTo>
                      <a:cubicBezTo>
                        <a:pt x="1" y="491"/>
                        <a:pt x="1" y="449"/>
                        <a:pt x="1" y="406"/>
                      </a:cubicBezTo>
                      <a:cubicBezTo>
                        <a:pt x="1" y="346"/>
                        <a:pt x="0" y="287"/>
                        <a:pt x="0" y="227"/>
                      </a:cubicBezTo>
                      <a:cubicBezTo>
                        <a:pt x="0" y="209"/>
                        <a:pt x="0" y="192"/>
                        <a:pt x="0" y="173"/>
                      </a:cubicBezTo>
                      <a:cubicBezTo>
                        <a:pt x="0" y="165"/>
                        <a:pt x="0" y="165"/>
                        <a:pt x="0" y="124"/>
                      </a:cubicBezTo>
                      <a:cubicBezTo>
                        <a:pt x="0" y="110"/>
                        <a:pt x="0" y="96"/>
                        <a:pt x="0" y="81"/>
                      </a:cubicBezTo>
                      <a:cubicBezTo>
                        <a:pt x="6" y="46"/>
                        <a:pt x="6" y="46"/>
                        <a:pt x="5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87" name="ICON_ACTION_SELECT_path_041"/>
                <p:cNvSpPr/>
                <p:nvPr/>
              </p:nvSpPr>
              <p:spPr>
                <a:xfrm>
                  <a:off x="1404507" y="5604624"/>
                  <a:ext cx="40043" cy="23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153" h="183" fill="norm" stroke="0">
                      <a:moveTo>
                        <a:pt x="548" y="0"/>
                      </a:moveTo>
                      <a:cubicBezTo>
                        <a:pt x="759" y="0"/>
                        <a:pt x="971" y="0"/>
                        <a:pt x="1188" y="0"/>
                      </a:cubicBezTo>
                      <a:cubicBezTo>
                        <a:pt x="1188" y="30"/>
                        <a:pt x="1188" y="60"/>
                        <a:pt x="1188" y="91"/>
                      </a:cubicBezTo>
                      <a:cubicBezTo>
                        <a:pt x="1193" y="91"/>
                        <a:pt x="1193" y="91"/>
                        <a:pt x="1217" y="91"/>
                      </a:cubicBezTo>
                      <a:cubicBezTo>
                        <a:pt x="1450" y="89"/>
                        <a:pt x="1683" y="88"/>
                        <a:pt x="1916" y="87"/>
                      </a:cubicBezTo>
                      <a:cubicBezTo>
                        <a:pt x="2029" y="86"/>
                        <a:pt x="2142" y="86"/>
                        <a:pt x="2254" y="84"/>
                      </a:cubicBezTo>
                      <a:cubicBezTo>
                        <a:pt x="2363" y="83"/>
                        <a:pt x="2472" y="83"/>
                        <a:pt x="2580" y="83"/>
                      </a:cubicBezTo>
                      <a:cubicBezTo>
                        <a:pt x="2622" y="83"/>
                        <a:pt x="2663" y="82"/>
                        <a:pt x="2705" y="82"/>
                      </a:cubicBezTo>
                      <a:cubicBezTo>
                        <a:pt x="2763" y="81"/>
                        <a:pt x="2821" y="81"/>
                        <a:pt x="2879" y="81"/>
                      </a:cubicBezTo>
                      <a:cubicBezTo>
                        <a:pt x="2896" y="81"/>
                        <a:pt x="2914" y="80"/>
                        <a:pt x="2931" y="80"/>
                      </a:cubicBezTo>
                      <a:cubicBezTo>
                        <a:pt x="2947" y="80"/>
                        <a:pt x="2963" y="80"/>
                        <a:pt x="2980" y="80"/>
                      </a:cubicBezTo>
                      <a:cubicBezTo>
                        <a:pt x="2986" y="80"/>
                        <a:pt x="2986" y="80"/>
                        <a:pt x="3021" y="80"/>
                      </a:cubicBezTo>
                      <a:cubicBezTo>
                        <a:pt x="3062" y="91"/>
                        <a:pt x="3062" y="91"/>
                        <a:pt x="3153" y="183"/>
                      </a:cubicBezTo>
                      <a:cubicBezTo>
                        <a:pt x="2113" y="183"/>
                        <a:pt x="1072" y="183"/>
                        <a:pt x="0" y="183"/>
                      </a:cubicBezTo>
                      <a:cubicBezTo>
                        <a:pt x="0" y="168"/>
                        <a:pt x="0" y="153"/>
                        <a:pt x="0" y="137"/>
                      </a:cubicBezTo>
                      <a:cubicBezTo>
                        <a:pt x="185" y="89"/>
                        <a:pt x="359" y="86"/>
                        <a:pt x="548" y="91"/>
                      </a:cubicBezTo>
                      <a:cubicBezTo>
                        <a:pt x="548" y="61"/>
                        <a:pt x="548" y="31"/>
                        <a:pt x="54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88" name="ICON_ACTION_SELECT_path_042"/>
                <p:cNvSpPr/>
                <p:nvPr/>
              </p:nvSpPr>
              <p:spPr>
                <a:xfrm>
                  <a:off x="1450934" y="5676585"/>
                  <a:ext cx="9285" cy="1392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31" h="1097" fill="norm" stroke="0">
                      <a:moveTo>
                        <a:pt x="0" y="0"/>
                      </a:moveTo>
                      <a:cubicBezTo>
                        <a:pt x="151" y="0"/>
                        <a:pt x="302" y="0"/>
                        <a:pt x="457" y="0"/>
                      </a:cubicBezTo>
                      <a:cubicBezTo>
                        <a:pt x="457" y="30"/>
                        <a:pt x="457" y="60"/>
                        <a:pt x="457" y="91"/>
                      </a:cubicBezTo>
                      <a:cubicBezTo>
                        <a:pt x="487" y="91"/>
                        <a:pt x="517" y="91"/>
                        <a:pt x="548" y="91"/>
                      </a:cubicBezTo>
                      <a:cubicBezTo>
                        <a:pt x="548" y="122"/>
                        <a:pt x="548" y="152"/>
                        <a:pt x="548" y="183"/>
                      </a:cubicBezTo>
                      <a:cubicBezTo>
                        <a:pt x="579" y="183"/>
                        <a:pt x="609" y="183"/>
                        <a:pt x="640" y="183"/>
                      </a:cubicBezTo>
                      <a:cubicBezTo>
                        <a:pt x="640" y="213"/>
                        <a:pt x="640" y="243"/>
                        <a:pt x="640" y="274"/>
                      </a:cubicBezTo>
                      <a:cubicBezTo>
                        <a:pt x="670" y="274"/>
                        <a:pt x="700" y="274"/>
                        <a:pt x="731" y="274"/>
                      </a:cubicBezTo>
                      <a:cubicBezTo>
                        <a:pt x="731" y="304"/>
                        <a:pt x="731" y="334"/>
                        <a:pt x="731" y="366"/>
                      </a:cubicBezTo>
                      <a:cubicBezTo>
                        <a:pt x="701" y="366"/>
                        <a:pt x="671" y="366"/>
                        <a:pt x="640" y="366"/>
                      </a:cubicBezTo>
                      <a:cubicBezTo>
                        <a:pt x="640" y="396"/>
                        <a:pt x="640" y="426"/>
                        <a:pt x="640" y="457"/>
                      </a:cubicBezTo>
                      <a:cubicBezTo>
                        <a:pt x="519" y="457"/>
                        <a:pt x="398" y="457"/>
                        <a:pt x="274" y="457"/>
                      </a:cubicBezTo>
                      <a:cubicBezTo>
                        <a:pt x="274" y="547"/>
                        <a:pt x="274" y="638"/>
                        <a:pt x="274" y="731"/>
                      </a:cubicBezTo>
                      <a:cubicBezTo>
                        <a:pt x="229" y="731"/>
                        <a:pt x="184" y="731"/>
                        <a:pt x="137" y="731"/>
                      </a:cubicBezTo>
                      <a:cubicBezTo>
                        <a:pt x="137" y="852"/>
                        <a:pt x="137" y="972"/>
                        <a:pt x="137" y="1097"/>
                      </a:cubicBezTo>
                      <a:cubicBezTo>
                        <a:pt x="122" y="1097"/>
                        <a:pt x="107" y="1097"/>
                        <a:pt x="91" y="1097"/>
                      </a:cubicBezTo>
                      <a:cubicBezTo>
                        <a:pt x="91" y="825"/>
                        <a:pt x="91" y="554"/>
                        <a:pt x="91" y="274"/>
                      </a:cubicBezTo>
                      <a:cubicBezTo>
                        <a:pt x="61" y="274"/>
                        <a:pt x="31" y="274"/>
                        <a:pt x="0" y="274"/>
                      </a:cubicBezTo>
                      <a:cubicBezTo>
                        <a:pt x="0" y="184"/>
                        <a:pt x="0" y="93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89" name="ICON_ACTION_SELECT_path_043"/>
                <p:cNvSpPr/>
                <p:nvPr/>
              </p:nvSpPr>
              <p:spPr>
                <a:xfrm>
                  <a:off x="1403867" y="5623195"/>
                  <a:ext cx="4400" cy="1857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46" h="1462" fill="norm" stroke="0">
                      <a:moveTo>
                        <a:pt x="187" y="0"/>
                      </a:moveTo>
                      <a:cubicBezTo>
                        <a:pt x="246" y="20"/>
                        <a:pt x="285" y="44"/>
                        <a:pt x="325" y="91"/>
                      </a:cubicBezTo>
                      <a:cubicBezTo>
                        <a:pt x="346" y="186"/>
                        <a:pt x="344" y="280"/>
                        <a:pt x="343" y="377"/>
                      </a:cubicBezTo>
                      <a:cubicBezTo>
                        <a:pt x="343" y="405"/>
                        <a:pt x="343" y="434"/>
                        <a:pt x="343" y="462"/>
                      </a:cubicBezTo>
                      <a:cubicBezTo>
                        <a:pt x="343" y="521"/>
                        <a:pt x="343" y="581"/>
                        <a:pt x="342" y="640"/>
                      </a:cubicBezTo>
                      <a:cubicBezTo>
                        <a:pt x="342" y="716"/>
                        <a:pt x="342" y="792"/>
                        <a:pt x="343" y="868"/>
                      </a:cubicBezTo>
                      <a:cubicBezTo>
                        <a:pt x="343" y="926"/>
                        <a:pt x="343" y="985"/>
                        <a:pt x="343" y="1043"/>
                      </a:cubicBezTo>
                      <a:cubicBezTo>
                        <a:pt x="343" y="1071"/>
                        <a:pt x="343" y="1099"/>
                        <a:pt x="343" y="1127"/>
                      </a:cubicBezTo>
                      <a:cubicBezTo>
                        <a:pt x="345" y="1346"/>
                        <a:pt x="345" y="1346"/>
                        <a:pt x="293" y="1409"/>
                      </a:cubicBezTo>
                      <a:cubicBezTo>
                        <a:pt x="258" y="1432"/>
                        <a:pt x="227" y="1449"/>
                        <a:pt x="187" y="1462"/>
                      </a:cubicBezTo>
                      <a:cubicBezTo>
                        <a:pt x="138" y="1413"/>
                        <a:pt x="136" y="1409"/>
                        <a:pt x="133" y="1345"/>
                      </a:cubicBezTo>
                      <a:cubicBezTo>
                        <a:pt x="132" y="1331"/>
                        <a:pt x="132" y="1316"/>
                        <a:pt x="131" y="1301"/>
                      </a:cubicBezTo>
                      <a:cubicBezTo>
                        <a:pt x="130" y="1285"/>
                        <a:pt x="130" y="1270"/>
                        <a:pt x="129" y="1254"/>
                      </a:cubicBezTo>
                      <a:cubicBezTo>
                        <a:pt x="128" y="1238"/>
                        <a:pt x="127" y="1222"/>
                        <a:pt x="126" y="1205"/>
                      </a:cubicBezTo>
                      <a:cubicBezTo>
                        <a:pt x="123" y="1136"/>
                        <a:pt x="120" y="1068"/>
                        <a:pt x="117" y="999"/>
                      </a:cubicBezTo>
                      <a:cubicBezTo>
                        <a:pt x="114" y="949"/>
                        <a:pt x="112" y="898"/>
                        <a:pt x="109" y="848"/>
                      </a:cubicBezTo>
                      <a:cubicBezTo>
                        <a:pt x="108" y="833"/>
                        <a:pt x="108" y="817"/>
                        <a:pt x="107" y="801"/>
                      </a:cubicBezTo>
                      <a:cubicBezTo>
                        <a:pt x="106" y="786"/>
                        <a:pt x="106" y="772"/>
                        <a:pt x="105" y="757"/>
                      </a:cubicBezTo>
                      <a:cubicBezTo>
                        <a:pt x="104" y="744"/>
                        <a:pt x="104" y="731"/>
                        <a:pt x="103" y="718"/>
                      </a:cubicBezTo>
                      <a:cubicBezTo>
                        <a:pt x="96" y="685"/>
                        <a:pt x="96" y="685"/>
                        <a:pt x="50" y="640"/>
                      </a:cubicBezTo>
                      <a:cubicBezTo>
                        <a:pt x="0" y="404"/>
                        <a:pt x="62" y="197"/>
                        <a:pt x="18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90" name="ICON_ACTION_SELECT_path_044"/>
                <p:cNvSpPr/>
                <p:nvPr/>
              </p:nvSpPr>
              <p:spPr>
                <a:xfrm>
                  <a:off x="1376651" y="5574446"/>
                  <a:ext cx="13928" cy="464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97" h="366" fill="norm" stroke="0">
                      <a:moveTo>
                        <a:pt x="183" y="0"/>
                      </a:moveTo>
                      <a:cubicBezTo>
                        <a:pt x="484" y="0"/>
                        <a:pt x="786" y="0"/>
                        <a:pt x="1097" y="0"/>
                      </a:cubicBezTo>
                      <a:cubicBezTo>
                        <a:pt x="1097" y="60"/>
                        <a:pt x="1097" y="121"/>
                        <a:pt x="1097" y="183"/>
                      </a:cubicBezTo>
                      <a:cubicBezTo>
                        <a:pt x="1067" y="183"/>
                        <a:pt x="1036" y="183"/>
                        <a:pt x="1005" y="183"/>
                      </a:cubicBezTo>
                      <a:cubicBezTo>
                        <a:pt x="1005" y="213"/>
                        <a:pt x="1005" y="243"/>
                        <a:pt x="1005" y="274"/>
                      </a:cubicBezTo>
                      <a:cubicBezTo>
                        <a:pt x="764" y="274"/>
                        <a:pt x="523" y="274"/>
                        <a:pt x="274" y="274"/>
                      </a:cubicBezTo>
                      <a:cubicBezTo>
                        <a:pt x="274" y="304"/>
                        <a:pt x="274" y="334"/>
                        <a:pt x="274" y="366"/>
                      </a:cubicBezTo>
                      <a:cubicBezTo>
                        <a:pt x="184" y="366"/>
                        <a:pt x="93" y="366"/>
                        <a:pt x="0" y="366"/>
                      </a:cubicBezTo>
                      <a:cubicBezTo>
                        <a:pt x="0" y="335"/>
                        <a:pt x="0" y="305"/>
                        <a:pt x="0" y="274"/>
                      </a:cubicBezTo>
                      <a:cubicBezTo>
                        <a:pt x="30" y="274"/>
                        <a:pt x="60" y="274"/>
                        <a:pt x="91" y="274"/>
                      </a:cubicBezTo>
                      <a:cubicBezTo>
                        <a:pt x="91" y="244"/>
                        <a:pt x="91" y="214"/>
                        <a:pt x="91" y="183"/>
                      </a:cubicBezTo>
                      <a:cubicBezTo>
                        <a:pt x="122" y="183"/>
                        <a:pt x="152" y="183"/>
                        <a:pt x="183" y="183"/>
                      </a:cubicBezTo>
                      <a:cubicBezTo>
                        <a:pt x="183" y="122"/>
                        <a:pt x="183" y="62"/>
                        <a:pt x="183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91" name="ICON_ACTION_SELECT_path_045"/>
                <p:cNvSpPr/>
                <p:nvPr/>
              </p:nvSpPr>
              <p:spPr>
                <a:xfrm>
                  <a:off x="1396382" y="5677166"/>
                  <a:ext cx="2321" cy="388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3" h="3062" fill="norm" stroke="0">
                      <a:moveTo>
                        <a:pt x="137" y="0"/>
                      </a:moveTo>
                      <a:cubicBezTo>
                        <a:pt x="152" y="0"/>
                        <a:pt x="167" y="0"/>
                        <a:pt x="183" y="0"/>
                      </a:cubicBezTo>
                      <a:cubicBezTo>
                        <a:pt x="183" y="739"/>
                        <a:pt x="183" y="1478"/>
                        <a:pt x="183" y="2239"/>
                      </a:cubicBezTo>
                      <a:cubicBezTo>
                        <a:pt x="153" y="2239"/>
                        <a:pt x="122" y="2239"/>
                        <a:pt x="91" y="2239"/>
                      </a:cubicBezTo>
                      <a:cubicBezTo>
                        <a:pt x="92" y="2249"/>
                        <a:pt x="92" y="2249"/>
                        <a:pt x="96" y="2300"/>
                      </a:cubicBezTo>
                      <a:cubicBezTo>
                        <a:pt x="101" y="2375"/>
                        <a:pt x="106" y="2450"/>
                        <a:pt x="111" y="2524"/>
                      </a:cubicBezTo>
                      <a:cubicBezTo>
                        <a:pt x="113" y="2557"/>
                        <a:pt x="115" y="2589"/>
                        <a:pt x="118" y="2621"/>
                      </a:cubicBezTo>
                      <a:cubicBezTo>
                        <a:pt x="121" y="2668"/>
                        <a:pt x="124" y="2715"/>
                        <a:pt x="127" y="2761"/>
                      </a:cubicBezTo>
                      <a:cubicBezTo>
                        <a:pt x="128" y="2775"/>
                        <a:pt x="129" y="2790"/>
                        <a:pt x="130" y="2804"/>
                      </a:cubicBezTo>
                      <a:cubicBezTo>
                        <a:pt x="136" y="2890"/>
                        <a:pt x="138" y="2975"/>
                        <a:pt x="137" y="3062"/>
                      </a:cubicBezTo>
                      <a:cubicBezTo>
                        <a:pt x="82" y="3021"/>
                        <a:pt x="51" y="2995"/>
                        <a:pt x="36" y="2927"/>
                      </a:cubicBezTo>
                      <a:cubicBezTo>
                        <a:pt x="31" y="2871"/>
                        <a:pt x="28" y="2817"/>
                        <a:pt x="27" y="2761"/>
                      </a:cubicBezTo>
                      <a:cubicBezTo>
                        <a:pt x="26" y="2741"/>
                        <a:pt x="25" y="2721"/>
                        <a:pt x="24" y="2700"/>
                      </a:cubicBezTo>
                      <a:cubicBezTo>
                        <a:pt x="21" y="2636"/>
                        <a:pt x="19" y="2572"/>
                        <a:pt x="17" y="2508"/>
                      </a:cubicBezTo>
                      <a:cubicBezTo>
                        <a:pt x="15" y="2464"/>
                        <a:pt x="14" y="2420"/>
                        <a:pt x="12" y="2377"/>
                      </a:cubicBezTo>
                      <a:cubicBezTo>
                        <a:pt x="7" y="2270"/>
                        <a:pt x="4" y="2163"/>
                        <a:pt x="0" y="2056"/>
                      </a:cubicBezTo>
                      <a:cubicBezTo>
                        <a:pt x="30" y="2056"/>
                        <a:pt x="60" y="2056"/>
                        <a:pt x="91" y="2056"/>
                      </a:cubicBezTo>
                      <a:cubicBezTo>
                        <a:pt x="91" y="2046"/>
                        <a:pt x="91" y="2036"/>
                        <a:pt x="91" y="2026"/>
                      </a:cubicBezTo>
                      <a:cubicBezTo>
                        <a:pt x="90" y="1781"/>
                        <a:pt x="90" y="1537"/>
                        <a:pt x="89" y="1292"/>
                      </a:cubicBezTo>
                      <a:cubicBezTo>
                        <a:pt x="89" y="1174"/>
                        <a:pt x="88" y="1056"/>
                        <a:pt x="88" y="938"/>
                      </a:cubicBezTo>
                      <a:cubicBezTo>
                        <a:pt x="87" y="824"/>
                        <a:pt x="87" y="710"/>
                        <a:pt x="87" y="596"/>
                      </a:cubicBezTo>
                      <a:cubicBezTo>
                        <a:pt x="87" y="552"/>
                        <a:pt x="87" y="509"/>
                        <a:pt x="87" y="465"/>
                      </a:cubicBezTo>
                      <a:cubicBezTo>
                        <a:pt x="86" y="404"/>
                        <a:pt x="86" y="343"/>
                        <a:pt x="86" y="282"/>
                      </a:cubicBezTo>
                      <a:cubicBezTo>
                        <a:pt x="86" y="273"/>
                        <a:pt x="86" y="273"/>
                        <a:pt x="86" y="227"/>
                      </a:cubicBezTo>
                      <a:cubicBezTo>
                        <a:pt x="86" y="68"/>
                        <a:pt x="86" y="68"/>
                        <a:pt x="13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92" name="ICON_ACTION_SELECT_path_046"/>
                <p:cNvSpPr/>
                <p:nvPr/>
              </p:nvSpPr>
              <p:spPr>
                <a:xfrm>
                  <a:off x="1404971" y="5679487"/>
                  <a:ext cx="4178" cy="2147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29" h="1691" fill="norm" stroke="0">
                      <a:moveTo>
                        <a:pt x="329" y="0"/>
                      </a:moveTo>
                      <a:cubicBezTo>
                        <a:pt x="329" y="75"/>
                        <a:pt x="329" y="151"/>
                        <a:pt x="329" y="228"/>
                      </a:cubicBezTo>
                      <a:cubicBezTo>
                        <a:pt x="299" y="228"/>
                        <a:pt x="269" y="228"/>
                        <a:pt x="238" y="228"/>
                      </a:cubicBezTo>
                      <a:cubicBezTo>
                        <a:pt x="238" y="246"/>
                        <a:pt x="238" y="264"/>
                        <a:pt x="238" y="282"/>
                      </a:cubicBezTo>
                      <a:cubicBezTo>
                        <a:pt x="238" y="752"/>
                        <a:pt x="238" y="1221"/>
                        <a:pt x="238" y="1691"/>
                      </a:cubicBezTo>
                      <a:cubicBezTo>
                        <a:pt x="192" y="1691"/>
                        <a:pt x="147" y="1691"/>
                        <a:pt x="101" y="1691"/>
                      </a:cubicBezTo>
                      <a:cubicBezTo>
                        <a:pt x="99" y="1680"/>
                        <a:pt x="98" y="1670"/>
                        <a:pt x="97" y="1659"/>
                      </a:cubicBezTo>
                      <a:cubicBezTo>
                        <a:pt x="92" y="1612"/>
                        <a:pt x="86" y="1564"/>
                        <a:pt x="81" y="1517"/>
                      </a:cubicBezTo>
                      <a:cubicBezTo>
                        <a:pt x="79" y="1500"/>
                        <a:pt x="77" y="1484"/>
                        <a:pt x="75" y="1467"/>
                      </a:cubicBezTo>
                      <a:cubicBezTo>
                        <a:pt x="66" y="1394"/>
                        <a:pt x="57" y="1326"/>
                        <a:pt x="31" y="1256"/>
                      </a:cubicBezTo>
                      <a:cubicBezTo>
                        <a:pt x="0" y="1172"/>
                        <a:pt x="2" y="1088"/>
                        <a:pt x="3" y="1000"/>
                      </a:cubicBezTo>
                      <a:cubicBezTo>
                        <a:pt x="3" y="983"/>
                        <a:pt x="3" y="967"/>
                        <a:pt x="3" y="950"/>
                      </a:cubicBezTo>
                      <a:cubicBezTo>
                        <a:pt x="3" y="934"/>
                        <a:pt x="3" y="918"/>
                        <a:pt x="3" y="902"/>
                      </a:cubicBezTo>
                      <a:cubicBezTo>
                        <a:pt x="3" y="888"/>
                        <a:pt x="3" y="874"/>
                        <a:pt x="3" y="859"/>
                      </a:cubicBezTo>
                      <a:cubicBezTo>
                        <a:pt x="9" y="823"/>
                        <a:pt x="9" y="823"/>
                        <a:pt x="55" y="777"/>
                      </a:cubicBezTo>
                      <a:cubicBezTo>
                        <a:pt x="60" y="733"/>
                        <a:pt x="62" y="692"/>
                        <a:pt x="63" y="649"/>
                      </a:cubicBezTo>
                      <a:cubicBezTo>
                        <a:pt x="64" y="623"/>
                        <a:pt x="65" y="597"/>
                        <a:pt x="66" y="571"/>
                      </a:cubicBezTo>
                      <a:cubicBezTo>
                        <a:pt x="68" y="530"/>
                        <a:pt x="69" y="489"/>
                        <a:pt x="70" y="448"/>
                      </a:cubicBezTo>
                      <a:cubicBezTo>
                        <a:pt x="74" y="196"/>
                        <a:pt x="74" y="196"/>
                        <a:pt x="166" y="97"/>
                      </a:cubicBezTo>
                      <a:cubicBezTo>
                        <a:pt x="266" y="0"/>
                        <a:pt x="266" y="0"/>
                        <a:pt x="32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93" name="ICON_ACTION_SELECT_path_047"/>
                <p:cNvSpPr/>
                <p:nvPr/>
              </p:nvSpPr>
              <p:spPr>
                <a:xfrm>
                  <a:off x="1396893" y="5612168"/>
                  <a:ext cx="1883" cy="4004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8" h="3153" fill="norm" stroke="0">
                      <a:moveTo>
                        <a:pt x="97" y="0"/>
                      </a:moveTo>
                      <a:cubicBezTo>
                        <a:pt x="112" y="0"/>
                        <a:pt x="127" y="0"/>
                        <a:pt x="143" y="0"/>
                      </a:cubicBezTo>
                      <a:cubicBezTo>
                        <a:pt x="144" y="315"/>
                        <a:pt x="144" y="630"/>
                        <a:pt x="145" y="945"/>
                      </a:cubicBezTo>
                      <a:cubicBezTo>
                        <a:pt x="145" y="1091"/>
                        <a:pt x="145" y="1237"/>
                        <a:pt x="146" y="1384"/>
                      </a:cubicBezTo>
                      <a:cubicBezTo>
                        <a:pt x="146" y="1511"/>
                        <a:pt x="147" y="1639"/>
                        <a:pt x="147" y="1766"/>
                      </a:cubicBezTo>
                      <a:cubicBezTo>
                        <a:pt x="147" y="1833"/>
                        <a:pt x="147" y="1901"/>
                        <a:pt x="147" y="1969"/>
                      </a:cubicBezTo>
                      <a:cubicBezTo>
                        <a:pt x="148" y="2032"/>
                        <a:pt x="148" y="2096"/>
                        <a:pt x="148" y="2159"/>
                      </a:cubicBezTo>
                      <a:cubicBezTo>
                        <a:pt x="148" y="2193"/>
                        <a:pt x="148" y="2228"/>
                        <a:pt x="148" y="2262"/>
                      </a:cubicBezTo>
                      <a:cubicBezTo>
                        <a:pt x="148" y="2283"/>
                        <a:pt x="148" y="2303"/>
                        <a:pt x="148" y="2324"/>
                      </a:cubicBezTo>
                      <a:cubicBezTo>
                        <a:pt x="148" y="2342"/>
                        <a:pt x="148" y="2360"/>
                        <a:pt x="148" y="2378"/>
                      </a:cubicBezTo>
                      <a:cubicBezTo>
                        <a:pt x="143" y="2422"/>
                        <a:pt x="143" y="2422"/>
                        <a:pt x="97" y="2468"/>
                      </a:cubicBezTo>
                      <a:cubicBezTo>
                        <a:pt x="90" y="2499"/>
                        <a:pt x="90" y="2499"/>
                        <a:pt x="88" y="2536"/>
                      </a:cubicBezTo>
                      <a:cubicBezTo>
                        <a:pt x="87" y="2549"/>
                        <a:pt x="86" y="2563"/>
                        <a:pt x="85" y="2577"/>
                      </a:cubicBezTo>
                      <a:cubicBezTo>
                        <a:pt x="84" y="2592"/>
                        <a:pt x="83" y="2607"/>
                        <a:pt x="82" y="2622"/>
                      </a:cubicBezTo>
                      <a:cubicBezTo>
                        <a:pt x="81" y="2637"/>
                        <a:pt x="81" y="2652"/>
                        <a:pt x="80" y="2668"/>
                      </a:cubicBezTo>
                      <a:cubicBezTo>
                        <a:pt x="77" y="2716"/>
                        <a:pt x="74" y="2765"/>
                        <a:pt x="71" y="2813"/>
                      </a:cubicBezTo>
                      <a:cubicBezTo>
                        <a:pt x="69" y="2846"/>
                        <a:pt x="67" y="2879"/>
                        <a:pt x="65" y="2912"/>
                      </a:cubicBezTo>
                      <a:cubicBezTo>
                        <a:pt x="60" y="2992"/>
                        <a:pt x="56" y="3073"/>
                        <a:pt x="51" y="3153"/>
                      </a:cubicBezTo>
                      <a:cubicBezTo>
                        <a:pt x="36" y="3153"/>
                        <a:pt x="21" y="3153"/>
                        <a:pt x="5" y="3153"/>
                      </a:cubicBezTo>
                      <a:cubicBezTo>
                        <a:pt x="4" y="3051"/>
                        <a:pt x="4" y="2950"/>
                        <a:pt x="3" y="2848"/>
                      </a:cubicBezTo>
                      <a:cubicBezTo>
                        <a:pt x="3" y="2814"/>
                        <a:pt x="2" y="2779"/>
                        <a:pt x="2" y="2745"/>
                      </a:cubicBezTo>
                      <a:cubicBezTo>
                        <a:pt x="1" y="2695"/>
                        <a:pt x="1" y="2645"/>
                        <a:pt x="1" y="2595"/>
                      </a:cubicBezTo>
                      <a:cubicBezTo>
                        <a:pt x="1" y="2580"/>
                        <a:pt x="1" y="2565"/>
                        <a:pt x="0" y="2549"/>
                      </a:cubicBezTo>
                      <a:cubicBezTo>
                        <a:pt x="0" y="2534"/>
                        <a:pt x="0" y="2520"/>
                        <a:pt x="0" y="2505"/>
                      </a:cubicBezTo>
                      <a:cubicBezTo>
                        <a:pt x="0" y="2492"/>
                        <a:pt x="0" y="2479"/>
                        <a:pt x="0" y="2466"/>
                      </a:cubicBezTo>
                      <a:cubicBezTo>
                        <a:pt x="5" y="2422"/>
                        <a:pt x="5" y="2422"/>
                        <a:pt x="28" y="2362"/>
                      </a:cubicBezTo>
                      <a:cubicBezTo>
                        <a:pt x="62" y="2266"/>
                        <a:pt x="57" y="2170"/>
                        <a:pt x="56" y="2069"/>
                      </a:cubicBezTo>
                      <a:cubicBezTo>
                        <a:pt x="56" y="2048"/>
                        <a:pt x="56" y="2027"/>
                        <a:pt x="55" y="2005"/>
                      </a:cubicBezTo>
                      <a:cubicBezTo>
                        <a:pt x="55" y="1959"/>
                        <a:pt x="55" y="1913"/>
                        <a:pt x="55" y="1867"/>
                      </a:cubicBezTo>
                      <a:cubicBezTo>
                        <a:pt x="54" y="1794"/>
                        <a:pt x="54" y="1721"/>
                        <a:pt x="54" y="1649"/>
                      </a:cubicBezTo>
                      <a:cubicBezTo>
                        <a:pt x="53" y="1494"/>
                        <a:pt x="52" y="1340"/>
                        <a:pt x="51" y="1185"/>
                      </a:cubicBezTo>
                      <a:cubicBezTo>
                        <a:pt x="50" y="1018"/>
                        <a:pt x="49" y="851"/>
                        <a:pt x="49" y="685"/>
                      </a:cubicBezTo>
                      <a:cubicBezTo>
                        <a:pt x="49" y="612"/>
                        <a:pt x="48" y="540"/>
                        <a:pt x="47" y="468"/>
                      </a:cubicBezTo>
                      <a:cubicBezTo>
                        <a:pt x="47" y="412"/>
                        <a:pt x="47" y="356"/>
                        <a:pt x="47" y="301"/>
                      </a:cubicBezTo>
                      <a:cubicBezTo>
                        <a:pt x="46" y="281"/>
                        <a:pt x="46" y="261"/>
                        <a:pt x="46" y="240"/>
                      </a:cubicBezTo>
                      <a:cubicBezTo>
                        <a:pt x="46" y="222"/>
                        <a:pt x="46" y="204"/>
                        <a:pt x="46" y="185"/>
                      </a:cubicBezTo>
                      <a:cubicBezTo>
                        <a:pt x="46" y="177"/>
                        <a:pt x="46" y="177"/>
                        <a:pt x="46" y="136"/>
                      </a:cubicBezTo>
                      <a:cubicBezTo>
                        <a:pt x="52" y="82"/>
                        <a:pt x="68" y="46"/>
                        <a:pt x="9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94" name="ICON_ACTION_SELECT_path_048"/>
                <p:cNvSpPr/>
                <p:nvPr/>
              </p:nvSpPr>
              <p:spPr>
                <a:xfrm>
                  <a:off x="1570483" y="5699799"/>
                  <a:ext cx="3482" cy="1160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74" h="914" fill="norm" stroke="0">
                      <a:moveTo>
                        <a:pt x="91" y="0"/>
                      </a:moveTo>
                      <a:cubicBezTo>
                        <a:pt x="122" y="0"/>
                        <a:pt x="152" y="0"/>
                        <a:pt x="183" y="0"/>
                      </a:cubicBezTo>
                      <a:cubicBezTo>
                        <a:pt x="183" y="30"/>
                        <a:pt x="183" y="60"/>
                        <a:pt x="183" y="91"/>
                      </a:cubicBezTo>
                      <a:cubicBezTo>
                        <a:pt x="213" y="91"/>
                        <a:pt x="243" y="91"/>
                        <a:pt x="274" y="91"/>
                      </a:cubicBezTo>
                      <a:cubicBezTo>
                        <a:pt x="274" y="363"/>
                        <a:pt x="274" y="634"/>
                        <a:pt x="274" y="914"/>
                      </a:cubicBezTo>
                      <a:cubicBezTo>
                        <a:pt x="214" y="914"/>
                        <a:pt x="154" y="914"/>
                        <a:pt x="91" y="914"/>
                      </a:cubicBezTo>
                      <a:cubicBezTo>
                        <a:pt x="91" y="823"/>
                        <a:pt x="91" y="733"/>
                        <a:pt x="91" y="640"/>
                      </a:cubicBezTo>
                      <a:cubicBezTo>
                        <a:pt x="61" y="640"/>
                        <a:pt x="31" y="640"/>
                        <a:pt x="0" y="640"/>
                      </a:cubicBezTo>
                      <a:cubicBezTo>
                        <a:pt x="0" y="459"/>
                        <a:pt x="0" y="278"/>
                        <a:pt x="0" y="91"/>
                      </a:cubicBezTo>
                      <a:cubicBezTo>
                        <a:pt x="30" y="91"/>
                        <a:pt x="60" y="91"/>
                        <a:pt x="91" y="91"/>
                      </a:cubicBezTo>
                      <a:cubicBezTo>
                        <a:pt x="91" y="61"/>
                        <a:pt x="91" y="31"/>
                        <a:pt x="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95" name="ICON_ACTION_SELECT_path_049"/>
                <p:cNvSpPr/>
                <p:nvPr/>
              </p:nvSpPr>
              <p:spPr>
                <a:xfrm>
                  <a:off x="1570483" y="5774082"/>
                  <a:ext cx="2321" cy="1160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3" h="914" fill="norm" stroke="0">
                      <a:moveTo>
                        <a:pt x="0" y="0"/>
                      </a:moveTo>
                      <a:cubicBezTo>
                        <a:pt x="60" y="0"/>
                        <a:pt x="121" y="0"/>
                        <a:pt x="183" y="0"/>
                      </a:cubicBezTo>
                      <a:cubicBezTo>
                        <a:pt x="183" y="302"/>
                        <a:pt x="183" y="603"/>
                        <a:pt x="183" y="914"/>
                      </a:cubicBezTo>
                      <a:cubicBezTo>
                        <a:pt x="122" y="914"/>
                        <a:pt x="62" y="914"/>
                        <a:pt x="0" y="914"/>
                      </a:cubicBezTo>
                      <a:cubicBezTo>
                        <a:pt x="0" y="612"/>
                        <a:pt x="0" y="3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96" name="ICON_ACTION_SELECT_path_050"/>
                <p:cNvSpPr/>
                <p:nvPr/>
              </p:nvSpPr>
              <p:spPr>
                <a:xfrm>
                  <a:off x="1394061" y="5716048"/>
                  <a:ext cx="10446" cy="81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23" h="640" fill="norm" stroke="0">
                      <a:moveTo>
                        <a:pt x="366" y="0"/>
                      </a:moveTo>
                      <a:cubicBezTo>
                        <a:pt x="366" y="90"/>
                        <a:pt x="366" y="181"/>
                        <a:pt x="366" y="274"/>
                      </a:cubicBezTo>
                      <a:cubicBezTo>
                        <a:pt x="396" y="274"/>
                        <a:pt x="426" y="274"/>
                        <a:pt x="457" y="274"/>
                      </a:cubicBezTo>
                      <a:cubicBezTo>
                        <a:pt x="457" y="304"/>
                        <a:pt x="457" y="334"/>
                        <a:pt x="457" y="366"/>
                      </a:cubicBezTo>
                      <a:cubicBezTo>
                        <a:pt x="487" y="366"/>
                        <a:pt x="517" y="366"/>
                        <a:pt x="548" y="366"/>
                      </a:cubicBezTo>
                      <a:cubicBezTo>
                        <a:pt x="548" y="396"/>
                        <a:pt x="548" y="426"/>
                        <a:pt x="548" y="457"/>
                      </a:cubicBezTo>
                      <a:cubicBezTo>
                        <a:pt x="639" y="487"/>
                        <a:pt x="729" y="517"/>
                        <a:pt x="823" y="548"/>
                      </a:cubicBezTo>
                      <a:cubicBezTo>
                        <a:pt x="807" y="579"/>
                        <a:pt x="792" y="609"/>
                        <a:pt x="777" y="640"/>
                      </a:cubicBezTo>
                      <a:cubicBezTo>
                        <a:pt x="762" y="633"/>
                        <a:pt x="748" y="627"/>
                        <a:pt x="733" y="620"/>
                      </a:cubicBezTo>
                      <a:cubicBezTo>
                        <a:pt x="606" y="565"/>
                        <a:pt x="504" y="534"/>
                        <a:pt x="366" y="548"/>
                      </a:cubicBezTo>
                      <a:cubicBezTo>
                        <a:pt x="366" y="518"/>
                        <a:pt x="366" y="488"/>
                        <a:pt x="366" y="457"/>
                      </a:cubicBezTo>
                      <a:cubicBezTo>
                        <a:pt x="305" y="457"/>
                        <a:pt x="245" y="457"/>
                        <a:pt x="183" y="457"/>
                      </a:cubicBezTo>
                      <a:cubicBezTo>
                        <a:pt x="183" y="427"/>
                        <a:pt x="183" y="397"/>
                        <a:pt x="183" y="366"/>
                      </a:cubicBezTo>
                      <a:cubicBezTo>
                        <a:pt x="122" y="366"/>
                        <a:pt x="62" y="366"/>
                        <a:pt x="0" y="366"/>
                      </a:cubicBezTo>
                      <a:cubicBezTo>
                        <a:pt x="0" y="305"/>
                        <a:pt x="0" y="245"/>
                        <a:pt x="0" y="183"/>
                      </a:cubicBezTo>
                      <a:cubicBezTo>
                        <a:pt x="60" y="183"/>
                        <a:pt x="121" y="183"/>
                        <a:pt x="183" y="183"/>
                      </a:cubicBezTo>
                      <a:cubicBezTo>
                        <a:pt x="183" y="153"/>
                        <a:pt x="183" y="122"/>
                        <a:pt x="183" y="91"/>
                      </a:cubicBezTo>
                      <a:cubicBezTo>
                        <a:pt x="211" y="62"/>
                        <a:pt x="211" y="62"/>
                        <a:pt x="248" y="40"/>
                      </a:cubicBezTo>
                      <a:cubicBezTo>
                        <a:pt x="261" y="32"/>
                        <a:pt x="273" y="25"/>
                        <a:pt x="285" y="17"/>
                      </a:cubicBezTo>
                      <a:cubicBezTo>
                        <a:pt x="320" y="0"/>
                        <a:pt x="320" y="0"/>
                        <a:pt x="366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  <p:sp>
              <p:nvSpPr>
                <p:cNvPr id="997" name="ICON_ACTION_SELECT_path_051"/>
                <p:cNvSpPr/>
                <p:nvPr/>
              </p:nvSpPr>
              <p:spPr>
                <a:xfrm>
                  <a:off x="1426560" y="5679440"/>
                  <a:ext cx="11607" cy="32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14" h="258" fill="norm" stroke="0">
                      <a:moveTo>
                        <a:pt x="914" y="49"/>
                      </a:moveTo>
                      <a:cubicBezTo>
                        <a:pt x="891" y="117"/>
                        <a:pt x="866" y="176"/>
                        <a:pt x="823" y="232"/>
                      </a:cubicBezTo>
                      <a:cubicBezTo>
                        <a:pt x="760" y="258"/>
                        <a:pt x="701" y="254"/>
                        <a:pt x="634" y="250"/>
                      </a:cubicBezTo>
                      <a:cubicBezTo>
                        <a:pt x="616" y="250"/>
                        <a:pt x="597" y="250"/>
                        <a:pt x="579" y="249"/>
                      </a:cubicBezTo>
                      <a:cubicBezTo>
                        <a:pt x="521" y="248"/>
                        <a:pt x="463" y="246"/>
                        <a:pt x="406" y="244"/>
                      </a:cubicBezTo>
                      <a:cubicBezTo>
                        <a:pt x="366" y="243"/>
                        <a:pt x="327" y="242"/>
                        <a:pt x="288" y="241"/>
                      </a:cubicBezTo>
                      <a:cubicBezTo>
                        <a:pt x="192" y="239"/>
                        <a:pt x="96" y="236"/>
                        <a:pt x="0" y="232"/>
                      </a:cubicBezTo>
                      <a:cubicBezTo>
                        <a:pt x="0" y="172"/>
                        <a:pt x="0" y="112"/>
                        <a:pt x="0" y="49"/>
                      </a:cubicBezTo>
                      <a:cubicBezTo>
                        <a:pt x="115" y="42"/>
                        <a:pt x="231" y="34"/>
                        <a:pt x="346" y="27"/>
                      </a:cubicBezTo>
                      <a:cubicBezTo>
                        <a:pt x="386" y="25"/>
                        <a:pt x="425" y="22"/>
                        <a:pt x="464" y="20"/>
                      </a:cubicBezTo>
                      <a:cubicBezTo>
                        <a:pt x="521" y="16"/>
                        <a:pt x="577" y="13"/>
                        <a:pt x="634" y="9"/>
                      </a:cubicBezTo>
                      <a:cubicBezTo>
                        <a:pt x="651" y="8"/>
                        <a:pt x="669" y="7"/>
                        <a:pt x="687" y="6"/>
                      </a:cubicBezTo>
                      <a:cubicBezTo>
                        <a:pt x="695" y="5"/>
                        <a:pt x="695" y="5"/>
                        <a:pt x="737" y="3"/>
                      </a:cubicBezTo>
                      <a:cubicBezTo>
                        <a:pt x="744" y="2"/>
                        <a:pt x="744" y="2"/>
                        <a:pt x="780" y="0"/>
                      </a:cubicBezTo>
                      <a:cubicBezTo>
                        <a:pt x="833" y="5"/>
                        <a:pt x="868" y="24"/>
                        <a:pt x="914" y="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98" name="ICON_ACTION_SELECT_path_052"/>
                <p:cNvSpPr/>
                <p:nvPr/>
              </p:nvSpPr>
              <p:spPr>
                <a:xfrm>
                  <a:off x="1570483" y="5616231"/>
                  <a:ext cx="3482" cy="1160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74" h="914" fill="norm" stroke="0">
                      <a:moveTo>
                        <a:pt x="0" y="0"/>
                      </a:moveTo>
                      <a:cubicBezTo>
                        <a:pt x="60" y="0"/>
                        <a:pt x="121" y="0"/>
                        <a:pt x="183" y="0"/>
                      </a:cubicBezTo>
                      <a:cubicBezTo>
                        <a:pt x="183" y="121"/>
                        <a:pt x="183" y="241"/>
                        <a:pt x="183" y="366"/>
                      </a:cubicBezTo>
                      <a:cubicBezTo>
                        <a:pt x="213" y="366"/>
                        <a:pt x="243" y="366"/>
                        <a:pt x="274" y="366"/>
                      </a:cubicBezTo>
                      <a:cubicBezTo>
                        <a:pt x="274" y="547"/>
                        <a:pt x="274" y="727"/>
                        <a:pt x="274" y="914"/>
                      </a:cubicBezTo>
                      <a:cubicBezTo>
                        <a:pt x="214" y="914"/>
                        <a:pt x="154" y="914"/>
                        <a:pt x="91" y="914"/>
                      </a:cubicBezTo>
                      <a:cubicBezTo>
                        <a:pt x="91" y="703"/>
                        <a:pt x="91" y="492"/>
                        <a:pt x="91" y="274"/>
                      </a:cubicBezTo>
                      <a:cubicBezTo>
                        <a:pt x="61" y="274"/>
                        <a:pt x="31" y="274"/>
                        <a:pt x="0" y="274"/>
                      </a:cubicBezTo>
                      <a:cubicBezTo>
                        <a:pt x="0" y="184"/>
                        <a:pt x="0" y="9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80" cap="flat">
                  <a:noFill/>
                </a:ln>
              </p:spPr>
            </p:sp>
            <p:sp>
              <p:nvSpPr>
                <p:cNvPr id="999" name="ICON_ACTION_SELECT_path_053"/>
                <p:cNvSpPr/>
                <p:nvPr/>
              </p:nvSpPr>
              <p:spPr>
                <a:xfrm>
                  <a:off x="1395222" y="5652211"/>
                  <a:ext cx="8125" cy="696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40" h="548" fill="norm" stroke="0">
                      <a:moveTo>
                        <a:pt x="137" y="0"/>
                      </a:moveTo>
                      <a:cubicBezTo>
                        <a:pt x="182" y="0"/>
                        <a:pt x="228" y="0"/>
                        <a:pt x="274" y="0"/>
                      </a:cubicBezTo>
                      <a:cubicBezTo>
                        <a:pt x="274" y="60"/>
                        <a:pt x="274" y="121"/>
                        <a:pt x="274" y="183"/>
                      </a:cubicBezTo>
                      <a:cubicBezTo>
                        <a:pt x="304" y="183"/>
                        <a:pt x="334" y="183"/>
                        <a:pt x="366" y="183"/>
                      </a:cubicBezTo>
                      <a:cubicBezTo>
                        <a:pt x="366" y="213"/>
                        <a:pt x="366" y="243"/>
                        <a:pt x="366" y="274"/>
                      </a:cubicBezTo>
                      <a:cubicBezTo>
                        <a:pt x="396" y="274"/>
                        <a:pt x="426" y="274"/>
                        <a:pt x="457" y="274"/>
                      </a:cubicBezTo>
                      <a:cubicBezTo>
                        <a:pt x="457" y="334"/>
                        <a:pt x="457" y="395"/>
                        <a:pt x="457" y="457"/>
                      </a:cubicBezTo>
                      <a:cubicBezTo>
                        <a:pt x="517" y="472"/>
                        <a:pt x="578" y="487"/>
                        <a:pt x="640" y="503"/>
                      </a:cubicBezTo>
                      <a:cubicBezTo>
                        <a:pt x="519" y="518"/>
                        <a:pt x="398" y="533"/>
                        <a:pt x="274" y="548"/>
                      </a:cubicBezTo>
                      <a:cubicBezTo>
                        <a:pt x="274" y="518"/>
                        <a:pt x="274" y="488"/>
                        <a:pt x="274" y="457"/>
                      </a:cubicBezTo>
                      <a:cubicBezTo>
                        <a:pt x="244" y="457"/>
                        <a:pt x="214" y="457"/>
                        <a:pt x="183" y="457"/>
                      </a:cubicBezTo>
                      <a:cubicBezTo>
                        <a:pt x="183" y="427"/>
                        <a:pt x="183" y="397"/>
                        <a:pt x="183" y="366"/>
                      </a:cubicBezTo>
                      <a:cubicBezTo>
                        <a:pt x="153" y="366"/>
                        <a:pt x="122" y="366"/>
                        <a:pt x="91" y="366"/>
                      </a:cubicBezTo>
                      <a:cubicBezTo>
                        <a:pt x="91" y="335"/>
                        <a:pt x="91" y="305"/>
                        <a:pt x="91" y="274"/>
                      </a:cubicBezTo>
                      <a:cubicBezTo>
                        <a:pt x="61" y="274"/>
                        <a:pt x="31" y="274"/>
                        <a:pt x="0" y="274"/>
                      </a:cubicBezTo>
                      <a:cubicBezTo>
                        <a:pt x="0" y="244"/>
                        <a:pt x="0" y="214"/>
                        <a:pt x="0" y="183"/>
                      </a:cubicBezTo>
                      <a:cubicBezTo>
                        <a:pt x="30" y="183"/>
                        <a:pt x="60" y="183"/>
                        <a:pt x="91" y="183"/>
                      </a:cubicBezTo>
                      <a:cubicBezTo>
                        <a:pt x="106" y="122"/>
                        <a:pt x="122" y="62"/>
                        <a:pt x="13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580" cap="flat">
                  <a:noFill/>
                </a:ln>
              </p:spPr>
            </p:sp>
          </p:grpSp>
          <p:sp>
            <p:nvSpPr>
              <p:cNvPr id="353" name="TXT_088"/>
              <p:cNvSpPr txBox="1"/>
              <p:nvPr/>
            </p:nvSpPr>
            <p:spPr>
              <a:xfrm>
                <a:off x="1611312" y="5603875"/>
                <a:ext cx="436562" cy="166688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906" b="1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906" b="1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Select</a:t>
                </a:r>
                <a:endParaRPr sz="906" b="1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4067" name="PORT_ACTION_EDGE_0_to"/>
              <p:cNvSpPr/>
              <p:nvPr/>
            </p:nvSpPr>
            <p:spPr>
              <a:xfrm>
                <a:off x="1269936" y="5691196"/>
                <a:ext cx="128" cy="12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</p:sp>
          <p:sp>
            <p:nvSpPr>
              <p:cNvPr id="4068" name="PORT_ACTION_EDGE_1_from"/>
              <p:cNvSpPr/>
              <p:nvPr/>
            </p:nvSpPr>
            <p:spPr>
              <a:xfrm>
                <a:off x="2031936" y="5691188"/>
                <a:ext cx="128" cy="12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</p:sp>
        </p:grpSp>
        <p:grpSp>
          <p:nvGrpSpPr>
            <p:cNvPr id="4036" name="MODULE_BTN_CALL"/>
            <p:cNvGrpSpPr/>
            <p:nvPr/>
          </p:nvGrpSpPr>
          <p:grpSpPr>
            <a:xfrm>
              <a:off x="2143125" y="5508625"/>
              <a:ext cx="619125" cy="349250"/>
              <a:chOff x="2143125" y="5508625"/>
              <a:chExt cx="619125" cy="349250"/>
            </a:xfrm>
          </p:grpSpPr>
          <p:sp>
            <p:nvSpPr>
              <p:cNvPr id="69" name="ACTION_CALL"/>
              <p:cNvSpPr/>
              <p:nvPr/>
            </p:nvSpPr>
            <p:spPr>
              <a:xfrm>
                <a:off x="2143125" y="5508625"/>
                <a:ext cx="619125" cy="349250"/>
              </a:xfrm>
              <a:prstGeom prst="roundRect">
                <a:avLst>
                  <a:gd name="adj" fmla="val 27273"/>
                </a:avLst>
              </a:prstGeom>
              <a:gradFill rotWithShape="1">
                <a:gsLst>
                  <a:gs pos="0">
                    <a:srgbClr val="FFD6E5"/>
                  </a:gs>
                  <a:gs pos="100000">
                    <a:srgbClr val="F9B9D4"/>
                  </a:gs>
                </a:gsLst>
                <a:lin ang="5400000" scaled="1"/>
              </a:gradFill>
              <a:ln w="7938" cap="rnd">
                <a:noFill/>
              </a:ln>
            </p:spPr>
          </p:sp>
          <p:grpSp>
            <p:nvGrpSpPr>
              <p:cNvPr id="1000" name="ICON_ACTION_GEAR"/>
              <p:cNvGrpSpPr/>
              <p:nvPr/>
            </p:nvGrpSpPr>
            <p:grpSpPr>
              <a:xfrm>
                <a:off x="2206625" y="5572125"/>
                <a:ext cx="214312" cy="246062"/>
                <a:chOff x="2206625" y="5572125"/>
                <a:chExt cx="214312" cy="246062"/>
              </a:xfrm>
            </p:grpSpPr>
            <p:sp>
              <p:nvSpPr>
                <p:cNvPr id="1001" name="ICON_ACTION_GEAR_path_001"/>
                <p:cNvSpPr/>
                <p:nvPr/>
              </p:nvSpPr>
              <p:spPr>
                <a:xfrm>
                  <a:off x="2217758" y="5599133"/>
                  <a:ext cx="192046" cy="18926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122" h="14903" fill="norm" stroke="0">
                      <a:moveTo>
                        <a:pt x="6721" y="0"/>
                      </a:moveTo>
                      <a:cubicBezTo>
                        <a:pt x="6793" y="0"/>
                        <a:pt x="6865" y="0"/>
                        <a:pt x="6940" y="0"/>
                      </a:cubicBezTo>
                      <a:cubicBezTo>
                        <a:pt x="6940" y="24"/>
                        <a:pt x="6940" y="48"/>
                        <a:pt x="6940" y="73"/>
                      </a:cubicBezTo>
                      <a:cubicBezTo>
                        <a:pt x="7229" y="73"/>
                        <a:pt x="7519" y="73"/>
                        <a:pt x="7817" y="73"/>
                      </a:cubicBezTo>
                      <a:cubicBezTo>
                        <a:pt x="7817" y="49"/>
                        <a:pt x="7817" y="25"/>
                        <a:pt x="7817" y="0"/>
                      </a:cubicBezTo>
                      <a:cubicBezTo>
                        <a:pt x="8034" y="0"/>
                        <a:pt x="8250" y="0"/>
                        <a:pt x="8474" y="0"/>
                      </a:cubicBezTo>
                      <a:cubicBezTo>
                        <a:pt x="8474" y="24"/>
                        <a:pt x="8474" y="48"/>
                        <a:pt x="8474" y="73"/>
                      </a:cubicBezTo>
                      <a:cubicBezTo>
                        <a:pt x="8522" y="73"/>
                        <a:pt x="8570" y="73"/>
                        <a:pt x="8620" y="73"/>
                      </a:cubicBezTo>
                      <a:cubicBezTo>
                        <a:pt x="8620" y="97"/>
                        <a:pt x="8620" y="121"/>
                        <a:pt x="8620" y="146"/>
                      </a:cubicBezTo>
                      <a:cubicBezTo>
                        <a:pt x="8644" y="146"/>
                        <a:pt x="8668" y="146"/>
                        <a:pt x="8693" y="146"/>
                      </a:cubicBezTo>
                      <a:cubicBezTo>
                        <a:pt x="8693" y="194"/>
                        <a:pt x="8693" y="243"/>
                        <a:pt x="8693" y="292"/>
                      </a:cubicBezTo>
                      <a:cubicBezTo>
                        <a:pt x="8717" y="292"/>
                        <a:pt x="8741" y="292"/>
                        <a:pt x="8766" y="292"/>
                      </a:cubicBezTo>
                      <a:cubicBezTo>
                        <a:pt x="8766" y="437"/>
                        <a:pt x="8766" y="581"/>
                        <a:pt x="8766" y="731"/>
                      </a:cubicBezTo>
                      <a:cubicBezTo>
                        <a:pt x="8790" y="731"/>
                        <a:pt x="8814" y="731"/>
                        <a:pt x="8839" y="731"/>
                      </a:cubicBezTo>
                      <a:cubicBezTo>
                        <a:pt x="8839" y="899"/>
                        <a:pt x="8839" y="1068"/>
                        <a:pt x="8839" y="1242"/>
                      </a:cubicBezTo>
                      <a:cubicBezTo>
                        <a:pt x="8863" y="1242"/>
                        <a:pt x="8887" y="1242"/>
                        <a:pt x="8912" y="1242"/>
                      </a:cubicBezTo>
                      <a:cubicBezTo>
                        <a:pt x="8912" y="1338"/>
                        <a:pt x="8912" y="1435"/>
                        <a:pt x="8912" y="1534"/>
                      </a:cubicBezTo>
                      <a:cubicBezTo>
                        <a:pt x="8936" y="1534"/>
                        <a:pt x="8961" y="1534"/>
                        <a:pt x="8985" y="1534"/>
                      </a:cubicBezTo>
                      <a:cubicBezTo>
                        <a:pt x="8985" y="1558"/>
                        <a:pt x="8985" y="1582"/>
                        <a:pt x="8985" y="1607"/>
                      </a:cubicBezTo>
                      <a:cubicBezTo>
                        <a:pt x="9009" y="1607"/>
                        <a:pt x="9034" y="1607"/>
                        <a:pt x="9058" y="1607"/>
                      </a:cubicBezTo>
                      <a:cubicBezTo>
                        <a:pt x="9058" y="1631"/>
                        <a:pt x="9058" y="1655"/>
                        <a:pt x="9058" y="1680"/>
                      </a:cubicBezTo>
                      <a:cubicBezTo>
                        <a:pt x="9131" y="1680"/>
                        <a:pt x="9203" y="1680"/>
                        <a:pt x="9278" y="1680"/>
                      </a:cubicBezTo>
                      <a:cubicBezTo>
                        <a:pt x="9278" y="1704"/>
                        <a:pt x="9278" y="1728"/>
                        <a:pt x="9278" y="1753"/>
                      </a:cubicBezTo>
                      <a:cubicBezTo>
                        <a:pt x="9350" y="1753"/>
                        <a:pt x="9422" y="1753"/>
                        <a:pt x="9497" y="1753"/>
                      </a:cubicBezTo>
                      <a:cubicBezTo>
                        <a:pt x="9497" y="1777"/>
                        <a:pt x="9497" y="1801"/>
                        <a:pt x="9497" y="1826"/>
                      </a:cubicBezTo>
                      <a:cubicBezTo>
                        <a:pt x="9569" y="1826"/>
                        <a:pt x="9641" y="1826"/>
                        <a:pt x="9716" y="1826"/>
                      </a:cubicBezTo>
                      <a:cubicBezTo>
                        <a:pt x="9716" y="1850"/>
                        <a:pt x="9716" y="1875"/>
                        <a:pt x="9716" y="1899"/>
                      </a:cubicBezTo>
                      <a:cubicBezTo>
                        <a:pt x="9788" y="1899"/>
                        <a:pt x="9861" y="1899"/>
                        <a:pt x="9935" y="1899"/>
                      </a:cubicBezTo>
                      <a:cubicBezTo>
                        <a:pt x="9935" y="1923"/>
                        <a:pt x="9935" y="1948"/>
                        <a:pt x="9935" y="1972"/>
                      </a:cubicBezTo>
                      <a:cubicBezTo>
                        <a:pt x="9983" y="1972"/>
                        <a:pt x="10031" y="1972"/>
                        <a:pt x="10081" y="1972"/>
                      </a:cubicBezTo>
                      <a:cubicBezTo>
                        <a:pt x="10081" y="1997"/>
                        <a:pt x="10081" y="2021"/>
                        <a:pt x="10081" y="2045"/>
                      </a:cubicBezTo>
                      <a:cubicBezTo>
                        <a:pt x="10129" y="2045"/>
                        <a:pt x="10178" y="2045"/>
                        <a:pt x="10227" y="2045"/>
                      </a:cubicBezTo>
                      <a:cubicBezTo>
                        <a:pt x="10227" y="2070"/>
                        <a:pt x="10227" y="2094"/>
                        <a:pt x="10227" y="2119"/>
                      </a:cubicBezTo>
                      <a:cubicBezTo>
                        <a:pt x="10275" y="2119"/>
                        <a:pt x="10324" y="2119"/>
                        <a:pt x="10373" y="2119"/>
                      </a:cubicBezTo>
                      <a:cubicBezTo>
                        <a:pt x="10373" y="2143"/>
                        <a:pt x="10373" y="2167"/>
                        <a:pt x="10373" y="2192"/>
                      </a:cubicBezTo>
                      <a:cubicBezTo>
                        <a:pt x="10422" y="2192"/>
                        <a:pt x="10470" y="2192"/>
                        <a:pt x="10519" y="2192"/>
                      </a:cubicBezTo>
                      <a:cubicBezTo>
                        <a:pt x="10519" y="2216"/>
                        <a:pt x="10519" y="2240"/>
                        <a:pt x="10519" y="2265"/>
                      </a:cubicBezTo>
                      <a:cubicBezTo>
                        <a:pt x="10592" y="2265"/>
                        <a:pt x="10664" y="2265"/>
                        <a:pt x="10739" y="2265"/>
                      </a:cubicBezTo>
                      <a:cubicBezTo>
                        <a:pt x="10739" y="2289"/>
                        <a:pt x="10739" y="2313"/>
                        <a:pt x="10739" y="2338"/>
                      </a:cubicBezTo>
                      <a:cubicBezTo>
                        <a:pt x="10835" y="2338"/>
                        <a:pt x="10931" y="2338"/>
                        <a:pt x="11031" y="2338"/>
                      </a:cubicBezTo>
                      <a:cubicBezTo>
                        <a:pt x="11031" y="2314"/>
                        <a:pt x="11031" y="2289"/>
                        <a:pt x="11031" y="2265"/>
                      </a:cubicBezTo>
                      <a:cubicBezTo>
                        <a:pt x="11079" y="2265"/>
                        <a:pt x="11127" y="2265"/>
                        <a:pt x="11177" y="2265"/>
                      </a:cubicBezTo>
                      <a:cubicBezTo>
                        <a:pt x="11177" y="2241"/>
                        <a:pt x="11177" y="2216"/>
                        <a:pt x="11177" y="2192"/>
                      </a:cubicBezTo>
                      <a:cubicBezTo>
                        <a:pt x="11201" y="2192"/>
                        <a:pt x="11225" y="2192"/>
                        <a:pt x="11250" y="2192"/>
                      </a:cubicBezTo>
                      <a:cubicBezTo>
                        <a:pt x="11250" y="2167"/>
                        <a:pt x="11250" y="2143"/>
                        <a:pt x="11250" y="2119"/>
                      </a:cubicBezTo>
                      <a:cubicBezTo>
                        <a:pt x="11274" y="2119"/>
                        <a:pt x="11298" y="2119"/>
                        <a:pt x="11323" y="2119"/>
                      </a:cubicBezTo>
                      <a:cubicBezTo>
                        <a:pt x="11323" y="2094"/>
                        <a:pt x="11323" y="2070"/>
                        <a:pt x="11323" y="2045"/>
                      </a:cubicBezTo>
                      <a:cubicBezTo>
                        <a:pt x="11371" y="2045"/>
                        <a:pt x="11419" y="2045"/>
                        <a:pt x="11469" y="2045"/>
                      </a:cubicBezTo>
                      <a:cubicBezTo>
                        <a:pt x="11469" y="2021"/>
                        <a:pt x="11469" y="1997"/>
                        <a:pt x="11469" y="1972"/>
                      </a:cubicBezTo>
                      <a:cubicBezTo>
                        <a:pt x="11493" y="1972"/>
                        <a:pt x="11517" y="1972"/>
                        <a:pt x="11542" y="1972"/>
                      </a:cubicBezTo>
                      <a:cubicBezTo>
                        <a:pt x="11542" y="1948"/>
                        <a:pt x="11542" y="1924"/>
                        <a:pt x="11542" y="1899"/>
                      </a:cubicBezTo>
                      <a:cubicBezTo>
                        <a:pt x="11590" y="1899"/>
                        <a:pt x="11639" y="1899"/>
                        <a:pt x="11688" y="1899"/>
                      </a:cubicBezTo>
                      <a:cubicBezTo>
                        <a:pt x="11688" y="1875"/>
                        <a:pt x="11688" y="1851"/>
                        <a:pt x="11688" y="1826"/>
                      </a:cubicBezTo>
                      <a:cubicBezTo>
                        <a:pt x="11712" y="1826"/>
                        <a:pt x="11737" y="1826"/>
                        <a:pt x="11761" y="1826"/>
                      </a:cubicBezTo>
                      <a:cubicBezTo>
                        <a:pt x="11761" y="1802"/>
                        <a:pt x="11761" y="1778"/>
                        <a:pt x="11761" y="1753"/>
                      </a:cubicBezTo>
                      <a:cubicBezTo>
                        <a:pt x="11810" y="1753"/>
                        <a:pt x="11858" y="1753"/>
                        <a:pt x="11907" y="1753"/>
                      </a:cubicBezTo>
                      <a:cubicBezTo>
                        <a:pt x="11907" y="1729"/>
                        <a:pt x="11907" y="1705"/>
                        <a:pt x="11907" y="1680"/>
                      </a:cubicBezTo>
                      <a:cubicBezTo>
                        <a:pt x="11932" y="1680"/>
                        <a:pt x="11956" y="1680"/>
                        <a:pt x="11981" y="1680"/>
                      </a:cubicBezTo>
                      <a:cubicBezTo>
                        <a:pt x="11981" y="1656"/>
                        <a:pt x="11981" y="1632"/>
                        <a:pt x="11981" y="1607"/>
                      </a:cubicBezTo>
                      <a:cubicBezTo>
                        <a:pt x="12101" y="1607"/>
                        <a:pt x="12222" y="1607"/>
                        <a:pt x="12346" y="1607"/>
                      </a:cubicBezTo>
                      <a:cubicBezTo>
                        <a:pt x="12346" y="1631"/>
                        <a:pt x="12346" y="1655"/>
                        <a:pt x="12346" y="1680"/>
                      </a:cubicBezTo>
                      <a:cubicBezTo>
                        <a:pt x="12370" y="1680"/>
                        <a:pt x="12394" y="1680"/>
                        <a:pt x="12419" y="1680"/>
                      </a:cubicBezTo>
                      <a:cubicBezTo>
                        <a:pt x="12419" y="1704"/>
                        <a:pt x="12419" y="1728"/>
                        <a:pt x="12419" y="1753"/>
                      </a:cubicBezTo>
                      <a:cubicBezTo>
                        <a:pt x="12443" y="1753"/>
                        <a:pt x="12467" y="1753"/>
                        <a:pt x="12492" y="1753"/>
                      </a:cubicBezTo>
                      <a:cubicBezTo>
                        <a:pt x="12492" y="1777"/>
                        <a:pt x="12492" y="1801"/>
                        <a:pt x="12492" y="1826"/>
                      </a:cubicBezTo>
                      <a:cubicBezTo>
                        <a:pt x="12516" y="1826"/>
                        <a:pt x="12540" y="1826"/>
                        <a:pt x="12565" y="1826"/>
                      </a:cubicBezTo>
                      <a:cubicBezTo>
                        <a:pt x="12565" y="1850"/>
                        <a:pt x="12565" y="1875"/>
                        <a:pt x="12565" y="1899"/>
                      </a:cubicBezTo>
                      <a:cubicBezTo>
                        <a:pt x="12613" y="1899"/>
                        <a:pt x="12661" y="1899"/>
                        <a:pt x="12711" y="1899"/>
                      </a:cubicBezTo>
                      <a:cubicBezTo>
                        <a:pt x="12711" y="1923"/>
                        <a:pt x="12711" y="1948"/>
                        <a:pt x="12711" y="1972"/>
                      </a:cubicBezTo>
                      <a:cubicBezTo>
                        <a:pt x="12735" y="1972"/>
                        <a:pt x="12759" y="1972"/>
                        <a:pt x="12784" y="1972"/>
                      </a:cubicBezTo>
                      <a:cubicBezTo>
                        <a:pt x="12784" y="1997"/>
                        <a:pt x="12784" y="2021"/>
                        <a:pt x="12784" y="2045"/>
                      </a:cubicBezTo>
                      <a:cubicBezTo>
                        <a:pt x="12808" y="2045"/>
                        <a:pt x="12832" y="2045"/>
                        <a:pt x="12857" y="2045"/>
                      </a:cubicBezTo>
                      <a:cubicBezTo>
                        <a:pt x="12857" y="2070"/>
                        <a:pt x="12857" y="2094"/>
                        <a:pt x="12857" y="2119"/>
                      </a:cubicBezTo>
                      <a:cubicBezTo>
                        <a:pt x="12881" y="2119"/>
                        <a:pt x="12905" y="2119"/>
                        <a:pt x="12930" y="2119"/>
                      </a:cubicBezTo>
                      <a:cubicBezTo>
                        <a:pt x="12930" y="2143"/>
                        <a:pt x="12930" y="2167"/>
                        <a:pt x="12930" y="2192"/>
                      </a:cubicBezTo>
                      <a:cubicBezTo>
                        <a:pt x="12954" y="2192"/>
                        <a:pt x="12978" y="2192"/>
                        <a:pt x="13003" y="2192"/>
                      </a:cubicBezTo>
                      <a:cubicBezTo>
                        <a:pt x="13003" y="2216"/>
                        <a:pt x="13003" y="2240"/>
                        <a:pt x="13003" y="2265"/>
                      </a:cubicBezTo>
                      <a:cubicBezTo>
                        <a:pt x="13027" y="2265"/>
                        <a:pt x="13051" y="2265"/>
                        <a:pt x="13076" y="2265"/>
                      </a:cubicBezTo>
                      <a:cubicBezTo>
                        <a:pt x="13076" y="2289"/>
                        <a:pt x="13076" y="2313"/>
                        <a:pt x="13076" y="2338"/>
                      </a:cubicBezTo>
                      <a:cubicBezTo>
                        <a:pt x="13100" y="2338"/>
                        <a:pt x="13125" y="2338"/>
                        <a:pt x="13149" y="2338"/>
                      </a:cubicBezTo>
                      <a:cubicBezTo>
                        <a:pt x="13149" y="2362"/>
                        <a:pt x="13149" y="2386"/>
                        <a:pt x="13149" y="2411"/>
                      </a:cubicBezTo>
                      <a:cubicBezTo>
                        <a:pt x="13173" y="2411"/>
                        <a:pt x="13198" y="2411"/>
                        <a:pt x="13222" y="2411"/>
                      </a:cubicBezTo>
                      <a:cubicBezTo>
                        <a:pt x="13222" y="2435"/>
                        <a:pt x="13222" y="2459"/>
                        <a:pt x="13222" y="2484"/>
                      </a:cubicBezTo>
                      <a:cubicBezTo>
                        <a:pt x="13247" y="2484"/>
                        <a:pt x="13271" y="2484"/>
                        <a:pt x="13295" y="2484"/>
                      </a:cubicBezTo>
                      <a:cubicBezTo>
                        <a:pt x="13295" y="2508"/>
                        <a:pt x="13295" y="2532"/>
                        <a:pt x="13295" y="2557"/>
                      </a:cubicBezTo>
                      <a:cubicBezTo>
                        <a:pt x="13320" y="2557"/>
                        <a:pt x="13344" y="2557"/>
                        <a:pt x="13369" y="2557"/>
                      </a:cubicBezTo>
                      <a:cubicBezTo>
                        <a:pt x="13369" y="2581"/>
                        <a:pt x="13369" y="2605"/>
                        <a:pt x="13369" y="2630"/>
                      </a:cubicBezTo>
                      <a:cubicBezTo>
                        <a:pt x="13393" y="2630"/>
                        <a:pt x="13417" y="2630"/>
                        <a:pt x="13442" y="2630"/>
                      </a:cubicBezTo>
                      <a:cubicBezTo>
                        <a:pt x="13442" y="2654"/>
                        <a:pt x="13442" y="2678"/>
                        <a:pt x="13442" y="2703"/>
                      </a:cubicBezTo>
                      <a:cubicBezTo>
                        <a:pt x="13466" y="2703"/>
                        <a:pt x="13490" y="2703"/>
                        <a:pt x="13515" y="2703"/>
                      </a:cubicBezTo>
                      <a:cubicBezTo>
                        <a:pt x="13515" y="2727"/>
                        <a:pt x="13515" y="2751"/>
                        <a:pt x="13515" y="2776"/>
                      </a:cubicBezTo>
                      <a:cubicBezTo>
                        <a:pt x="13539" y="2776"/>
                        <a:pt x="13563" y="2776"/>
                        <a:pt x="13588" y="2776"/>
                      </a:cubicBezTo>
                      <a:cubicBezTo>
                        <a:pt x="13588" y="2897"/>
                        <a:pt x="13588" y="3017"/>
                        <a:pt x="13588" y="3141"/>
                      </a:cubicBezTo>
                      <a:cubicBezTo>
                        <a:pt x="13564" y="3141"/>
                        <a:pt x="13539" y="3141"/>
                        <a:pt x="13515" y="3141"/>
                      </a:cubicBezTo>
                      <a:cubicBezTo>
                        <a:pt x="13515" y="3189"/>
                        <a:pt x="13515" y="3238"/>
                        <a:pt x="13515" y="3287"/>
                      </a:cubicBezTo>
                      <a:cubicBezTo>
                        <a:pt x="13491" y="3287"/>
                        <a:pt x="13466" y="3287"/>
                        <a:pt x="13442" y="3287"/>
                      </a:cubicBezTo>
                      <a:cubicBezTo>
                        <a:pt x="13442" y="3311"/>
                        <a:pt x="13442" y="3336"/>
                        <a:pt x="13442" y="3360"/>
                      </a:cubicBezTo>
                      <a:cubicBezTo>
                        <a:pt x="13417" y="3360"/>
                        <a:pt x="13393" y="3360"/>
                        <a:pt x="13369" y="3360"/>
                      </a:cubicBezTo>
                      <a:cubicBezTo>
                        <a:pt x="13369" y="3409"/>
                        <a:pt x="13369" y="3457"/>
                        <a:pt x="13369" y="3506"/>
                      </a:cubicBezTo>
                      <a:cubicBezTo>
                        <a:pt x="13344" y="3506"/>
                        <a:pt x="13320" y="3506"/>
                        <a:pt x="13295" y="3506"/>
                      </a:cubicBezTo>
                      <a:cubicBezTo>
                        <a:pt x="13295" y="3531"/>
                        <a:pt x="13295" y="3555"/>
                        <a:pt x="13295" y="3580"/>
                      </a:cubicBezTo>
                      <a:cubicBezTo>
                        <a:pt x="13271" y="3580"/>
                        <a:pt x="13247" y="3580"/>
                        <a:pt x="13222" y="3580"/>
                      </a:cubicBezTo>
                      <a:cubicBezTo>
                        <a:pt x="13222" y="3604"/>
                        <a:pt x="13222" y="3628"/>
                        <a:pt x="13222" y="3653"/>
                      </a:cubicBezTo>
                      <a:cubicBezTo>
                        <a:pt x="13198" y="3653"/>
                        <a:pt x="13174" y="3653"/>
                        <a:pt x="13149" y="3653"/>
                      </a:cubicBezTo>
                      <a:cubicBezTo>
                        <a:pt x="13149" y="3701"/>
                        <a:pt x="13149" y="3749"/>
                        <a:pt x="13149" y="3799"/>
                      </a:cubicBezTo>
                      <a:cubicBezTo>
                        <a:pt x="13125" y="3799"/>
                        <a:pt x="13101" y="3799"/>
                        <a:pt x="13076" y="3799"/>
                      </a:cubicBezTo>
                      <a:cubicBezTo>
                        <a:pt x="13076" y="3823"/>
                        <a:pt x="13076" y="3847"/>
                        <a:pt x="13076" y="3872"/>
                      </a:cubicBezTo>
                      <a:cubicBezTo>
                        <a:pt x="13052" y="3872"/>
                        <a:pt x="13028" y="3872"/>
                        <a:pt x="13003" y="3872"/>
                      </a:cubicBezTo>
                      <a:cubicBezTo>
                        <a:pt x="13003" y="3920"/>
                        <a:pt x="13003" y="3968"/>
                        <a:pt x="13003" y="4018"/>
                      </a:cubicBezTo>
                      <a:cubicBezTo>
                        <a:pt x="12979" y="4018"/>
                        <a:pt x="12955" y="4018"/>
                        <a:pt x="12930" y="4018"/>
                      </a:cubicBezTo>
                      <a:cubicBezTo>
                        <a:pt x="12930" y="4042"/>
                        <a:pt x="12930" y="4066"/>
                        <a:pt x="12930" y="4091"/>
                      </a:cubicBezTo>
                      <a:cubicBezTo>
                        <a:pt x="12906" y="4091"/>
                        <a:pt x="12882" y="4091"/>
                        <a:pt x="12857" y="4091"/>
                      </a:cubicBezTo>
                      <a:cubicBezTo>
                        <a:pt x="12857" y="4236"/>
                        <a:pt x="12857" y="4380"/>
                        <a:pt x="12857" y="4529"/>
                      </a:cubicBezTo>
                      <a:cubicBezTo>
                        <a:pt x="12881" y="4529"/>
                        <a:pt x="12905" y="4529"/>
                        <a:pt x="12930" y="4529"/>
                      </a:cubicBezTo>
                      <a:cubicBezTo>
                        <a:pt x="12930" y="4553"/>
                        <a:pt x="12930" y="4577"/>
                        <a:pt x="12930" y="4602"/>
                      </a:cubicBezTo>
                      <a:cubicBezTo>
                        <a:pt x="12954" y="4602"/>
                        <a:pt x="12978" y="4602"/>
                        <a:pt x="13003" y="4602"/>
                      </a:cubicBezTo>
                      <a:cubicBezTo>
                        <a:pt x="13003" y="4650"/>
                        <a:pt x="13003" y="4699"/>
                        <a:pt x="13003" y="4748"/>
                      </a:cubicBezTo>
                      <a:cubicBezTo>
                        <a:pt x="13027" y="4748"/>
                        <a:pt x="13051" y="4748"/>
                        <a:pt x="13076" y="4748"/>
                      </a:cubicBezTo>
                      <a:cubicBezTo>
                        <a:pt x="13076" y="4821"/>
                        <a:pt x="13076" y="4893"/>
                        <a:pt x="13076" y="4968"/>
                      </a:cubicBezTo>
                      <a:cubicBezTo>
                        <a:pt x="13100" y="4968"/>
                        <a:pt x="13125" y="4968"/>
                        <a:pt x="13149" y="4968"/>
                      </a:cubicBezTo>
                      <a:cubicBezTo>
                        <a:pt x="13149" y="5016"/>
                        <a:pt x="13149" y="5064"/>
                        <a:pt x="13149" y="5114"/>
                      </a:cubicBezTo>
                      <a:cubicBezTo>
                        <a:pt x="13173" y="5114"/>
                        <a:pt x="13198" y="5114"/>
                        <a:pt x="13222" y="5114"/>
                      </a:cubicBezTo>
                      <a:cubicBezTo>
                        <a:pt x="13222" y="5162"/>
                        <a:pt x="13222" y="5210"/>
                        <a:pt x="13222" y="5260"/>
                      </a:cubicBezTo>
                      <a:cubicBezTo>
                        <a:pt x="13247" y="5260"/>
                        <a:pt x="13271" y="5260"/>
                        <a:pt x="13295" y="5260"/>
                      </a:cubicBezTo>
                      <a:cubicBezTo>
                        <a:pt x="13295" y="5332"/>
                        <a:pt x="13295" y="5404"/>
                        <a:pt x="13295" y="5479"/>
                      </a:cubicBezTo>
                      <a:cubicBezTo>
                        <a:pt x="13320" y="5479"/>
                        <a:pt x="13344" y="5479"/>
                        <a:pt x="13369" y="5479"/>
                      </a:cubicBezTo>
                      <a:cubicBezTo>
                        <a:pt x="13369" y="5551"/>
                        <a:pt x="13369" y="5624"/>
                        <a:pt x="13369" y="5698"/>
                      </a:cubicBezTo>
                      <a:cubicBezTo>
                        <a:pt x="13393" y="5698"/>
                        <a:pt x="13417" y="5698"/>
                        <a:pt x="13442" y="5698"/>
                      </a:cubicBezTo>
                      <a:cubicBezTo>
                        <a:pt x="13442" y="5794"/>
                        <a:pt x="13442" y="5891"/>
                        <a:pt x="13442" y="5990"/>
                      </a:cubicBezTo>
                      <a:cubicBezTo>
                        <a:pt x="13466" y="5990"/>
                        <a:pt x="13490" y="5990"/>
                        <a:pt x="13515" y="5990"/>
                      </a:cubicBezTo>
                      <a:cubicBezTo>
                        <a:pt x="13515" y="6014"/>
                        <a:pt x="13515" y="6038"/>
                        <a:pt x="13515" y="6063"/>
                      </a:cubicBezTo>
                      <a:cubicBezTo>
                        <a:pt x="13539" y="6063"/>
                        <a:pt x="13563" y="6063"/>
                        <a:pt x="13588" y="6063"/>
                      </a:cubicBezTo>
                      <a:cubicBezTo>
                        <a:pt x="13588" y="6087"/>
                        <a:pt x="13588" y="6112"/>
                        <a:pt x="13588" y="6136"/>
                      </a:cubicBezTo>
                      <a:cubicBezTo>
                        <a:pt x="13636" y="6136"/>
                        <a:pt x="13684" y="6136"/>
                        <a:pt x="13734" y="6136"/>
                      </a:cubicBezTo>
                      <a:cubicBezTo>
                        <a:pt x="13734" y="6160"/>
                        <a:pt x="13734" y="6185"/>
                        <a:pt x="13734" y="6209"/>
                      </a:cubicBezTo>
                      <a:cubicBezTo>
                        <a:pt x="13878" y="6209"/>
                        <a:pt x="14023" y="6209"/>
                        <a:pt x="14172" y="6209"/>
                      </a:cubicBezTo>
                      <a:cubicBezTo>
                        <a:pt x="14172" y="6234"/>
                        <a:pt x="14172" y="6258"/>
                        <a:pt x="14172" y="6282"/>
                      </a:cubicBezTo>
                      <a:cubicBezTo>
                        <a:pt x="14293" y="6282"/>
                        <a:pt x="14413" y="6282"/>
                        <a:pt x="14537" y="6282"/>
                      </a:cubicBezTo>
                      <a:cubicBezTo>
                        <a:pt x="14537" y="6307"/>
                        <a:pt x="14537" y="6331"/>
                        <a:pt x="14537" y="6356"/>
                      </a:cubicBezTo>
                      <a:cubicBezTo>
                        <a:pt x="14658" y="6356"/>
                        <a:pt x="14778" y="6356"/>
                        <a:pt x="14903" y="6356"/>
                      </a:cubicBezTo>
                      <a:cubicBezTo>
                        <a:pt x="14903" y="6380"/>
                        <a:pt x="14903" y="6404"/>
                        <a:pt x="14903" y="6429"/>
                      </a:cubicBezTo>
                      <a:cubicBezTo>
                        <a:pt x="14927" y="6429"/>
                        <a:pt x="14951" y="6429"/>
                        <a:pt x="14976" y="6429"/>
                      </a:cubicBezTo>
                      <a:cubicBezTo>
                        <a:pt x="14976" y="6453"/>
                        <a:pt x="14976" y="6477"/>
                        <a:pt x="14976" y="6502"/>
                      </a:cubicBezTo>
                      <a:cubicBezTo>
                        <a:pt x="15000" y="6502"/>
                        <a:pt x="15024" y="6502"/>
                        <a:pt x="15049" y="6502"/>
                      </a:cubicBezTo>
                      <a:cubicBezTo>
                        <a:pt x="15049" y="6526"/>
                        <a:pt x="15049" y="6550"/>
                        <a:pt x="15049" y="6575"/>
                      </a:cubicBezTo>
                      <a:cubicBezTo>
                        <a:pt x="15073" y="6575"/>
                        <a:pt x="15097" y="6575"/>
                        <a:pt x="15122" y="6575"/>
                      </a:cubicBezTo>
                      <a:cubicBezTo>
                        <a:pt x="15122" y="7177"/>
                        <a:pt x="15122" y="7780"/>
                        <a:pt x="15122" y="8401"/>
                      </a:cubicBezTo>
                      <a:cubicBezTo>
                        <a:pt x="15098" y="8401"/>
                        <a:pt x="15074" y="8401"/>
                        <a:pt x="15049" y="8401"/>
                      </a:cubicBezTo>
                      <a:cubicBezTo>
                        <a:pt x="15049" y="8425"/>
                        <a:pt x="15049" y="8449"/>
                        <a:pt x="15049" y="8474"/>
                      </a:cubicBezTo>
                      <a:cubicBezTo>
                        <a:pt x="15025" y="8474"/>
                        <a:pt x="15000" y="8474"/>
                        <a:pt x="14976" y="8474"/>
                      </a:cubicBezTo>
                      <a:cubicBezTo>
                        <a:pt x="14976" y="8498"/>
                        <a:pt x="14976" y="8522"/>
                        <a:pt x="14976" y="8547"/>
                      </a:cubicBezTo>
                      <a:cubicBezTo>
                        <a:pt x="14952" y="8547"/>
                        <a:pt x="14927" y="8547"/>
                        <a:pt x="14903" y="8547"/>
                      </a:cubicBezTo>
                      <a:cubicBezTo>
                        <a:pt x="14903" y="8571"/>
                        <a:pt x="14903" y="8595"/>
                        <a:pt x="14903" y="8620"/>
                      </a:cubicBezTo>
                      <a:cubicBezTo>
                        <a:pt x="14806" y="8620"/>
                        <a:pt x="14710" y="8620"/>
                        <a:pt x="14610" y="8620"/>
                      </a:cubicBezTo>
                      <a:cubicBezTo>
                        <a:pt x="14610" y="8644"/>
                        <a:pt x="14610" y="8668"/>
                        <a:pt x="14610" y="8693"/>
                      </a:cubicBezTo>
                      <a:cubicBezTo>
                        <a:pt x="14490" y="8693"/>
                        <a:pt x="14369" y="8693"/>
                        <a:pt x="14245" y="8693"/>
                      </a:cubicBezTo>
                      <a:cubicBezTo>
                        <a:pt x="14245" y="8717"/>
                        <a:pt x="14245" y="8741"/>
                        <a:pt x="14245" y="8766"/>
                      </a:cubicBezTo>
                      <a:cubicBezTo>
                        <a:pt x="14125" y="8766"/>
                        <a:pt x="14004" y="8766"/>
                        <a:pt x="13880" y="8766"/>
                      </a:cubicBezTo>
                      <a:cubicBezTo>
                        <a:pt x="13880" y="8790"/>
                        <a:pt x="13880" y="8814"/>
                        <a:pt x="13880" y="8839"/>
                      </a:cubicBezTo>
                      <a:cubicBezTo>
                        <a:pt x="13808" y="8839"/>
                        <a:pt x="13735" y="8839"/>
                        <a:pt x="13661" y="8839"/>
                      </a:cubicBezTo>
                      <a:cubicBezTo>
                        <a:pt x="13661" y="8863"/>
                        <a:pt x="13661" y="8887"/>
                        <a:pt x="13661" y="8912"/>
                      </a:cubicBezTo>
                      <a:cubicBezTo>
                        <a:pt x="13637" y="8912"/>
                        <a:pt x="13612" y="8912"/>
                        <a:pt x="13588" y="8912"/>
                      </a:cubicBezTo>
                      <a:cubicBezTo>
                        <a:pt x="13588" y="8936"/>
                        <a:pt x="13588" y="8961"/>
                        <a:pt x="13588" y="8985"/>
                      </a:cubicBezTo>
                      <a:cubicBezTo>
                        <a:pt x="13564" y="8985"/>
                        <a:pt x="13539" y="8985"/>
                        <a:pt x="13515" y="8985"/>
                      </a:cubicBezTo>
                      <a:cubicBezTo>
                        <a:pt x="13515" y="9009"/>
                        <a:pt x="13515" y="9034"/>
                        <a:pt x="13515" y="9058"/>
                      </a:cubicBezTo>
                      <a:cubicBezTo>
                        <a:pt x="13491" y="9058"/>
                        <a:pt x="13466" y="9058"/>
                        <a:pt x="13442" y="9058"/>
                      </a:cubicBezTo>
                      <a:cubicBezTo>
                        <a:pt x="13442" y="9131"/>
                        <a:pt x="13442" y="9203"/>
                        <a:pt x="13442" y="9278"/>
                      </a:cubicBezTo>
                      <a:cubicBezTo>
                        <a:pt x="13417" y="9278"/>
                        <a:pt x="13393" y="9278"/>
                        <a:pt x="13369" y="9278"/>
                      </a:cubicBezTo>
                      <a:cubicBezTo>
                        <a:pt x="13369" y="9350"/>
                        <a:pt x="13369" y="9422"/>
                        <a:pt x="13369" y="9497"/>
                      </a:cubicBezTo>
                      <a:cubicBezTo>
                        <a:pt x="13344" y="9497"/>
                        <a:pt x="13320" y="9497"/>
                        <a:pt x="13295" y="9497"/>
                      </a:cubicBezTo>
                      <a:cubicBezTo>
                        <a:pt x="13295" y="9569"/>
                        <a:pt x="13295" y="9641"/>
                        <a:pt x="13295" y="9716"/>
                      </a:cubicBezTo>
                      <a:cubicBezTo>
                        <a:pt x="13271" y="9716"/>
                        <a:pt x="13247" y="9716"/>
                        <a:pt x="13222" y="9716"/>
                      </a:cubicBezTo>
                      <a:cubicBezTo>
                        <a:pt x="13222" y="9764"/>
                        <a:pt x="13222" y="9812"/>
                        <a:pt x="13222" y="9862"/>
                      </a:cubicBezTo>
                      <a:cubicBezTo>
                        <a:pt x="13198" y="9862"/>
                        <a:pt x="13174" y="9862"/>
                        <a:pt x="13149" y="9862"/>
                      </a:cubicBezTo>
                      <a:cubicBezTo>
                        <a:pt x="13149" y="9910"/>
                        <a:pt x="13149" y="9958"/>
                        <a:pt x="13149" y="10008"/>
                      </a:cubicBezTo>
                      <a:cubicBezTo>
                        <a:pt x="13125" y="10008"/>
                        <a:pt x="13101" y="10008"/>
                        <a:pt x="13076" y="10008"/>
                      </a:cubicBezTo>
                      <a:cubicBezTo>
                        <a:pt x="13076" y="10080"/>
                        <a:pt x="13076" y="10153"/>
                        <a:pt x="13076" y="10227"/>
                      </a:cubicBezTo>
                      <a:cubicBezTo>
                        <a:pt x="13052" y="10227"/>
                        <a:pt x="13028" y="10227"/>
                        <a:pt x="13003" y="10227"/>
                      </a:cubicBezTo>
                      <a:cubicBezTo>
                        <a:pt x="13003" y="10275"/>
                        <a:pt x="13003" y="10324"/>
                        <a:pt x="13003" y="10373"/>
                      </a:cubicBezTo>
                      <a:cubicBezTo>
                        <a:pt x="12979" y="10373"/>
                        <a:pt x="12955" y="10373"/>
                        <a:pt x="12930" y="10373"/>
                      </a:cubicBezTo>
                      <a:cubicBezTo>
                        <a:pt x="12930" y="10397"/>
                        <a:pt x="12930" y="10422"/>
                        <a:pt x="12930" y="10446"/>
                      </a:cubicBezTo>
                      <a:cubicBezTo>
                        <a:pt x="12906" y="10446"/>
                        <a:pt x="12882" y="10446"/>
                        <a:pt x="12857" y="10446"/>
                      </a:cubicBezTo>
                      <a:cubicBezTo>
                        <a:pt x="12857" y="10519"/>
                        <a:pt x="12857" y="10591"/>
                        <a:pt x="12857" y="10666"/>
                      </a:cubicBezTo>
                      <a:cubicBezTo>
                        <a:pt x="12833" y="10666"/>
                        <a:pt x="12809" y="10666"/>
                        <a:pt x="12784" y="10666"/>
                      </a:cubicBezTo>
                      <a:cubicBezTo>
                        <a:pt x="12784" y="10714"/>
                        <a:pt x="12784" y="10762"/>
                        <a:pt x="12784" y="10812"/>
                      </a:cubicBezTo>
                      <a:cubicBezTo>
                        <a:pt x="12808" y="10812"/>
                        <a:pt x="12832" y="10812"/>
                        <a:pt x="12857" y="10812"/>
                      </a:cubicBezTo>
                      <a:cubicBezTo>
                        <a:pt x="12857" y="10860"/>
                        <a:pt x="12857" y="10908"/>
                        <a:pt x="12857" y="10958"/>
                      </a:cubicBezTo>
                      <a:cubicBezTo>
                        <a:pt x="12881" y="10958"/>
                        <a:pt x="12905" y="10958"/>
                        <a:pt x="12930" y="10958"/>
                      </a:cubicBezTo>
                      <a:cubicBezTo>
                        <a:pt x="12930" y="10982"/>
                        <a:pt x="12930" y="11006"/>
                        <a:pt x="12930" y="11031"/>
                      </a:cubicBezTo>
                      <a:cubicBezTo>
                        <a:pt x="12954" y="11031"/>
                        <a:pt x="12978" y="11031"/>
                        <a:pt x="13003" y="11031"/>
                      </a:cubicBezTo>
                      <a:cubicBezTo>
                        <a:pt x="13003" y="11079"/>
                        <a:pt x="13003" y="11127"/>
                        <a:pt x="13003" y="11177"/>
                      </a:cubicBezTo>
                      <a:cubicBezTo>
                        <a:pt x="13027" y="11177"/>
                        <a:pt x="13051" y="11177"/>
                        <a:pt x="13076" y="11177"/>
                      </a:cubicBezTo>
                      <a:cubicBezTo>
                        <a:pt x="13076" y="11201"/>
                        <a:pt x="13076" y="11225"/>
                        <a:pt x="13076" y="11250"/>
                      </a:cubicBezTo>
                      <a:cubicBezTo>
                        <a:pt x="13100" y="11250"/>
                        <a:pt x="13125" y="11250"/>
                        <a:pt x="13149" y="11250"/>
                      </a:cubicBezTo>
                      <a:cubicBezTo>
                        <a:pt x="13149" y="11298"/>
                        <a:pt x="13149" y="11346"/>
                        <a:pt x="13149" y="11396"/>
                      </a:cubicBezTo>
                      <a:cubicBezTo>
                        <a:pt x="13173" y="11396"/>
                        <a:pt x="13198" y="11396"/>
                        <a:pt x="13222" y="11396"/>
                      </a:cubicBezTo>
                      <a:cubicBezTo>
                        <a:pt x="13222" y="11420"/>
                        <a:pt x="13222" y="11444"/>
                        <a:pt x="13222" y="11469"/>
                      </a:cubicBezTo>
                      <a:cubicBezTo>
                        <a:pt x="13247" y="11469"/>
                        <a:pt x="13271" y="11469"/>
                        <a:pt x="13295" y="11469"/>
                      </a:cubicBezTo>
                      <a:cubicBezTo>
                        <a:pt x="13295" y="11493"/>
                        <a:pt x="13295" y="11517"/>
                        <a:pt x="13295" y="11542"/>
                      </a:cubicBezTo>
                      <a:cubicBezTo>
                        <a:pt x="13320" y="11542"/>
                        <a:pt x="13344" y="11542"/>
                        <a:pt x="13369" y="11542"/>
                      </a:cubicBezTo>
                      <a:cubicBezTo>
                        <a:pt x="13369" y="11590"/>
                        <a:pt x="13369" y="11639"/>
                        <a:pt x="13369" y="11688"/>
                      </a:cubicBezTo>
                      <a:cubicBezTo>
                        <a:pt x="13393" y="11688"/>
                        <a:pt x="13417" y="11688"/>
                        <a:pt x="13442" y="11688"/>
                      </a:cubicBezTo>
                      <a:cubicBezTo>
                        <a:pt x="13442" y="11712"/>
                        <a:pt x="13442" y="11737"/>
                        <a:pt x="13442" y="11761"/>
                      </a:cubicBezTo>
                      <a:cubicBezTo>
                        <a:pt x="13466" y="11761"/>
                        <a:pt x="13490" y="11761"/>
                        <a:pt x="13515" y="11761"/>
                      </a:cubicBezTo>
                      <a:cubicBezTo>
                        <a:pt x="13515" y="11810"/>
                        <a:pt x="13515" y="11858"/>
                        <a:pt x="13515" y="11907"/>
                      </a:cubicBezTo>
                      <a:cubicBezTo>
                        <a:pt x="13539" y="11907"/>
                        <a:pt x="13563" y="11907"/>
                        <a:pt x="13588" y="11907"/>
                      </a:cubicBezTo>
                      <a:cubicBezTo>
                        <a:pt x="13588" y="11956"/>
                        <a:pt x="13588" y="12004"/>
                        <a:pt x="13588" y="12054"/>
                      </a:cubicBezTo>
                      <a:cubicBezTo>
                        <a:pt x="13564" y="12054"/>
                        <a:pt x="13539" y="12054"/>
                        <a:pt x="13515" y="12054"/>
                      </a:cubicBezTo>
                      <a:cubicBezTo>
                        <a:pt x="13515" y="12078"/>
                        <a:pt x="13515" y="12102"/>
                        <a:pt x="13515" y="12127"/>
                      </a:cubicBezTo>
                      <a:cubicBezTo>
                        <a:pt x="13491" y="12127"/>
                        <a:pt x="13466" y="12127"/>
                        <a:pt x="13442" y="12127"/>
                      </a:cubicBezTo>
                      <a:cubicBezTo>
                        <a:pt x="13442" y="12151"/>
                        <a:pt x="13442" y="12175"/>
                        <a:pt x="13442" y="12200"/>
                      </a:cubicBezTo>
                      <a:cubicBezTo>
                        <a:pt x="13417" y="12200"/>
                        <a:pt x="13393" y="12200"/>
                        <a:pt x="13369" y="12200"/>
                      </a:cubicBezTo>
                      <a:cubicBezTo>
                        <a:pt x="13369" y="12248"/>
                        <a:pt x="13369" y="12296"/>
                        <a:pt x="13369" y="12346"/>
                      </a:cubicBezTo>
                      <a:cubicBezTo>
                        <a:pt x="13344" y="12346"/>
                        <a:pt x="13320" y="12346"/>
                        <a:pt x="13295" y="12346"/>
                      </a:cubicBezTo>
                      <a:cubicBezTo>
                        <a:pt x="13295" y="12370"/>
                        <a:pt x="13295" y="12394"/>
                        <a:pt x="13295" y="12419"/>
                      </a:cubicBezTo>
                      <a:cubicBezTo>
                        <a:pt x="13271" y="12419"/>
                        <a:pt x="13247" y="12419"/>
                        <a:pt x="13222" y="12419"/>
                      </a:cubicBezTo>
                      <a:cubicBezTo>
                        <a:pt x="13222" y="12443"/>
                        <a:pt x="13222" y="12467"/>
                        <a:pt x="13222" y="12492"/>
                      </a:cubicBezTo>
                      <a:cubicBezTo>
                        <a:pt x="13198" y="12492"/>
                        <a:pt x="13174" y="12492"/>
                        <a:pt x="13149" y="12492"/>
                      </a:cubicBezTo>
                      <a:cubicBezTo>
                        <a:pt x="13149" y="12516"/>
                        <a:pt x="13149" y="12540"/>
                        <a:pt x="13149" y="12565"/>
                      </a:cubicBezTo>
                      <a:cubicBezTo>
                        <a:pt x="13125" y="12565"/>
                        <a:pt x="13101" y="12565"/>
                        <a:pt x="13076" y="12565"/>
                      </a:cubicBezTo>
                      <a:cubicBezTo>
                        <a:pt x="13076" y="12589"/>
                        <a:pt x="13076" y="12613"/>
                        <a:pt x="13076" y="12638"/>
                      </a:cubicBezTo>
                      <a:cubicBezTo>
                        <a:pt x="13052" y="12638"/>
                        <a:pt x="13028" y="12638"/>
                        <a:pt x="13003" y="12638"/>
                      </a:cubicBezTo>
                      <a:cubicBezTo>
                        <a:pt x="13003" y="12662"/>
                        <a:pt x="13003" y="12686"/>
                        <a:pt x="13003" y="12711"/>
                      </a:cubicBezTo>
                      <a:cubicBezTo>
                        <a:pt x="12979" y="12711"/>
                        <a:pt x="12955" y="12711"/>
                        <a:pt x="12930" y="12711"/>
                      </a:cubicBezTo>
                      <a:cubicBezTo>
                        <a:pt x="12930" y="12735"/>
                        <a:pt x="12930" y="12759"/>
                        <a:pt x="12930" y="12784"/>
                      </a:cubicBezTo>
                      <a:cubicBezTo>
                        <a:pt x="12906" y="12784"/>
                        <a:pt x="12882" y="12784"/>
                        <a:pt x="12857" y="12784"/>
                      </a:cubicBezTo>
                      <a:cubicBezTo>
                        <a:pt x="12857" y="12808"/>
                        <a:pt x="12857" y="12832"/>
                        <a:pt x="12857" y="12857"/>
                      </a:cubicBezTo>
                      <a:cubicBezTo>
                        <a:pt x="12833" y="12857"/>
                        <a:pt x="12809" y="12857"/>
                        <a:pt x="12784" y="12857"/>
                      </a:cubicBezTo>
                      <a:cubicBezTo>
                        <a:pt x="12784" y="12881"/>
                        <a:pt x="12784" y="12905"/>
                        <a:pt x="12784" y="12930"/>
                      </a:cubicBezTo>
                      <a:cubicBezTo>
                        <a:pt x="12760" y="12930"/>
                        <a:pt x="12736" y="12930"/>
                        <a:pt x="12711" y="12930"/>
                      </a:cubicBezTo>
                      <a:cubicBezTo>
                        <a:pt x="12711" y="12954"/>
                        <a:pt x="12711" y="12978"/>
                        <a:pt x="12711" y="13003"/>
                      </a:cubicBezTo>
                      <a:cubicBezTo>
                        <a:pt x="12687" y="13003"/>
                        <a:pt x="12663" y="13003"/>
                        <a:pt x="12638" y="13003"/>
                      </a:cubicBezTo>
                      <a:cubicBezTo>
                        <a:pt x="12638" y="13027"/>
                        <a:pt x="12638" y="13051"/>
                        <a:pt x="12638" y="13076"/>
                      </a:cubicBezTo>
                      <a:cubicBezTo>
                        <a:pt x="12614" y="13076"/>
                        <a:pt x="12590" y="13076"/>
                        <a:pt x="12565" y="13076"/>
                      </a:cubicBezTo>
                      <a:cubicBezTo>
                        <a:pt x="12565" y="13100"/>
                        <a:pt x="12565" y="13125"/>
                        <a:pt x="12565" y="13149"/>
                      </a:cubicBezTo>
                      <a:cubicBezTo>
                        <a:pt x="12541" y="13149"/>
                        <a:pt x="12517" y="13149"/>
                        <a:pt x="12492" y="13149"/>
                      </a:cubicBezTo>
                      <a:cubicBezTo>
                        <a:pt x="12492" y="13173"/>
                        <a:pt x="12492" y="13198"/>
                        <a:pt x="12492" y="13222"/>
                      </a:cubicBezTo>
                      <a:cubicBezTo>
                        <a:pt x="12468" y="13222"/>
                        <a:pt x="12444" y="13222"/>
                        <a:pt x="12419" y="13222"/>
                      </a:cubicBezTo>
                      <a:cubicBezTo>
                        <a:pt x="12419" y="13247"/>
                        <a:pt x="12419" y="13271"/>
                        <a:pt x="12419" y="13295"/>
                      </a:cubicBezTo>
                      <a:cubicBezTo>
                        <a:pt x="12395" y="13295"/>
                        <a:pt x="12371" y="13295"/>
                        <a:pt x="12346" y="13295"/>
                      </a:cubicBezTo>
                      <a:cubicBezTo>
                        <a:pt x="12346" y="13320"/>
                        <a:pt x="12346" y="13344"/>
                        <a:pt x="12346" y="13369"/>
                      </a:cubicBezTo>
                      <a:cubicBezTo>
                        <a:pt x="12225" y="13369"/>
                        <a:pt x="12105" y="13369"/>
                        <a:pt x="11981" y="13369"/>
                      </a:cubicBezTo>
                      <a:cubicBezTo>
                        <a:pt x="11981" y="13344"/>
                        <a:pt x="11981" y="13320"/>
                        <a:pt x="11981" y="13295"/>
                      </a:cubicBezTo>
                      <a:cubicBezTo>
                        <a:pt x="11932" y="13295"/>
                        <a:pt x="11884" y="13295"/>
                        <a:pt x="11834" y="13295"/>
                      </a:cubicBezTo>
                      <a:cubicBezTo>
                        <a:pt x="11834" y="13271"/>
                        <a:pt x="11834" y="13247"/>
                        <a:pt x="11834" y="13222"/>
                      </a:cubicBezTo>
                      <a:cubicBezTo>
                        <a:pt x="11810" y="13222"/>
                        <a:pt x="11786" y="13222"/>
                        <a:pt x="11761" y="13222"/>
                      </a:cubicBezTo>
                      <a:cubicBezTo>
                        <a:pt x="11761" y="13198"/>
                        <a:pt x="11761" y="13174"/>
                        <a:pt x="11761" y="13149"/>
                      </a:cubicBezTo>
                      <a:cubicBezTo>
                        <a:pt x="11713" y="13149"/>
                        <a:pt x="11665" y="13149"/>
                        <a:pt x="11615" y="13149"/>
                      </a:cubicBezTo>
                      <a:cubicBezTo>
                        <a:pt x="11615" y="13125"/>
                        <a:pt x="11615" y="13101"/>
                        <a:pt x="11615" y="13076"/>
                      </a:cubicBezTo>
                      <a:cubicBezTo>
                        <a:pt x="11591" y="13076"/>
                        <a:pt x="11567" y="13076"/>
                        <a:pt x="11542" y="13076"/>
                      </a:cubicBezTo>
                      <a:cubicBezTo>
                        <a:pt x="11542" y="13052"/>
                        <a:pt x="11542" y="13028"/>
                        <a:pt x="11542" y="13003"/>
                      </a:cubicBezTo>
                      <a:cubicBezTo>
                        <a:pt x="11494" y="13003"/>
                        <a:pt x="11446" y="13003"/>
                        <a:pt x="11396" y="13003"/>
                      </a:cubicBezTo>
                      <a:cubicBezTo>
                        <a:pt x="11396" y="12979"/>
                        <a:pt x="11396" y="12955"/>
                        <a:pt x="11396" y="12930"/>
                      </a:cubicBezTo>
                      <a:cubicBezTo>
                        <a:pt x="11372" y="12930"/>
                        <a:pt x="11348" y="12930"/>
                        <a:pt x="11323" y="12930"/>
                      </a:cubicBezTo>
                      <a:cubicBezTo>
                        <a:pt x="11323" y="12906"/>
                        <a:pt x="11323" y="12882"/>
                        <a:pt x="11323" y="12857"/>
                      </a:cubicBezTo>
                      <a:cubicBezTo>
                        <a:pt x="11275" y="12857"/>
                        <a:pt x="11227" y="12857"/>
                        <a:pt x="11177" y="12857"/>
                      </a:cubicBezTo>
                      <a:cubicBezTo>
                        <a:pt x="11177" y="12833"/>
                        <a:pt x="11177" y="12809"/>
                        <a:pt x="11177" y="12784"/>
                      </a:cubicBezTo>
                      <a:cubicBezTo>
                        <a:pt x="11153" y="12784"/>
                        <a:pt x="11129" y="12784"/>
                        <a:pt x="11104" y="12784"/>
                      </a:cubicBezTo>
                      <a:cubicBezTo>
                        <a:pt x="11104" y="12760"/>
                        <a:pt x="11104" y="12736"/>
                        <a:pt x="11104" y="12711"/>
                      </a:cubicBezTo>
                      <a:cubicBezTo>
                        <a:pt x="11056" y="12711"/>
                        <a:pt x="11007" y="12711"/>
                        <a:pt x="10958" y="12711"/>
                      </a:cubicBezTo>
                      <a:cubicBezTo>
                        <a:pt x="10958" y="12687"/>
                        <a:pt x="10958" y="12663"/>
                        <a:pt x="10958" y="12638"/>
                      </a:cubicBezTo>
                      <a:cubicBezTo>
                        <a:pt x="10861" y="12638"/>
                        <a:pt x="10765" y="12638"/>
                        <a:pt x="10666" y="12638"/>
                      </a:cubicBezTo>
                      <a:cubicBezTo>
                        <a:pt x="10666" y="12662"/>
                        <a:pt x="10666" y="12686"/>
                        <a:pt x="10666" y="12711"/>
                      </a:cubicBezTo>
                      <a:cubicBezTo>
                        <a:pt x="10617" y="12711"/>
                        <a:pt x="10569" y="12711"/>
                        <a:pt x="10519" y="12711"/>
                      </a:cubicBezTo>
                      <a:cubicBezTo>
                        <a:pt x="10519" y="12735"/>
                        <a:pt x="10519" y="12759"/>
                        <a:pt x="10519" y="12784"/>
                      </a:cubicBezTo>
                      <a:cubicBezTo>
                        <a:pt x="10471" y="12784"/>
                        <a:pt x="10423" y="12784"/>
                        <a:pt x="10373" y="12784"/>
                      </a:cubicBezTo>
                      <a:cubicBezTo>
                        <a:pt x="10373" y="12808"/>
                        <a:pt x="10373" y="12832"/>
                        <a:pt x="10373" y="12857"/>
                      </a:cubicBezTo>
                      <a:cubicBezTo>
                        <a:pt x="10325" y="12857"/>
                        <a:pt x="10277" y="12857"/>
                        <a:pt x="10227" y="12857"/>
                      </a:cubicBezTo>
                      <a:cubicBezTo>
                        <a:pt x="10227" y="12881"/>
                        <a:pt x="10227" y="12905"/>
                        <a:pt x="10227" y="12930"/>
                      </a:cubicBezTo>
                      <a:cubicBezTo>
                        <a:pt x="10179" y="12930"/>
                        <a:pt x="10131" y="12930"/>
                        <a:pt x="10081" y="12930"/>
                      </a:cubicBezTo>
                      <a:cubicBezTo>
                        <a:pt x="10081" y="12954"/>
                        <a:pt x="10081" y="12978"/>
                        <a:pt x="10081" y="13003"/>
                      </a:cubicBezTo>
                      <a:cubicBezTo>
                        <a:pt x="10009" y="13003"/>
                        <a:pt x="9937" y="13003"/>
                        <a:pt x="9862" y="13003"/>
                      </a:cubicBezTo>
                      <a:cubicBezTo>
                        <a:pt x="9862" y="13027"/>
                        <a:pt x="9862" y="13051"/>
                        <a:pt x="9862" y="13076"/>
                      </a:cubicBezTo>
                      <a:cubicBezTo>
                        <a:pt x="9814" y="13076"/>
                        <a:pt x="9766" y="13076"/>
                        <a:pt x="9716" y="13076"/>
                      </a:cubicBezTo>
                      <a:cubicBezTo>
                        <a:pt x="9716" y="13100"/>
                        <a:pt x="9716" y="13125"/>
                        <a:pt x="9716" y="13149"/>
                      </a:cubicBezTo>
                      <a:cubicBezTo>
                        <a:pt x="9644" y="13149"/>
                        <a:pt x="9571" y="13149"/>
                        <a:pt x="9497" y="13149"/>
                      </a:cubicBezTo>
                      <a:cubicBezTo>
                        <a:pt x="9497" y="13173"/>
                        <a:pt x="9497" y="13198"/>
                        <a:pt x="9497" y="13222"/>
                      </a:cubicBezTo>
                      <a:cubicBezTo>
                        <a:pt x="9424" y="13222"/>
                        <a:pt x="9352" y="13222"/>
                        <a:pt x="9278" y="13222"/>
                      </a:cubicBezTo>
                      <a:cubicBezTo>
                        <a:pt x="9278" y="13247"/>
                        <a:pt x="9278" y="13271"/>
                        <a:pt x="9278" y="13295"/>
                      </a:cubicBezTo>
                      <a:cubicBezTo>
                        <a:pt x="9205" y="13295"/>
                        <a:pt x="9133" y="13295"/>
                        <a:pt x="9058" y="13295"/>
                      </a:cubicBezTo>
                      <a:cubicBezTo>
                        <a:pt x="9058" y="13320"/>
                        <a:pt x="9058" y="13344"/>
                        <a:pt x="9058" y="13369"/>
                      </a:cubicBezTo>
                      <a:cubicBezTo>
                        <a:pt x="9034" y="13369"/>
                        <a:pt x="9010" y="13369"/>
                        <a:pt x="8985" y="13369"/>
                      </a:cubicBezTo>
                      <a:cubicBezTo>
                        <a:pt x="8985" y="13393"/>
                        <a:pt x="8985" y="13417"/>
                        <a:pt x="8985" y="13442"/>
                      </a:cubicBezTo>
                      <a:cubicBezTo>
                        <a:pt x="8961" y="13442"/>
                        <a:pt x="8937" y="13442"/>
                        <a:pt x="8912" y="13442"/>
                      </a:cubicBezTo>
                      <a:cubicBezTo>
                        <a:pt x="8912" y="13466"/>
                        <a:pt x="8912" y="13490"/>
                        <a:pt x="8912" y="13515"/>
                      </a:cubicBezTo>
                      <a:cubicBezTo>
                        <a:pt x="8888" y="13515"/>
                        <a:pt x="8864" y="13515"/>
                        <a:pt x="8839" y="13515"/>
                      </a:cubicBezTo>
                      <a:cubicBezTo>
                        <a:pt x="8839" y="13683"/>
                        <a:pt x="8839" y="13852"/>
                        <a:pt x="8839" y="14026"/>
                      </a:cubicBezTo>
                      <a:cubicBezTo>
                        <a:pt x="8815" y="14026"/>
                        <a:pt x="8791" y="14026"/>
                        <a:pt x="8766" y="14026"/>
                      </a:cubicBezTo>
                      <a:cubicBezTo>
                        <a:pt x="8766" y="14147"/>
                        <a:pt x="8766" y="14267"/>
                        <a:pt x="8766" y="14391"/>
                      </a:cubicBezTo>
                      <a:cubicBezTo>
                        <a:pt x="8742" y="14391"/>
                        <a:pt x="8718" y="14391"/>
                        <a:pt x="8693" y="14391"/>
                      </a:cubicBezTo>
                      <a:cubicBezTo>
                        <a:pt x="8693" y="14512"/>
                        <a:pt x="8693" y="14632"/>
                        <a:pt x="8693" y="14756"/>
                      </a:cubicBezTo>
                      <a:cubicBezTo>
                        <a:pt x="8669" y="14756"/>
                        <a:pt x="8645" y="14756"/>
                        <a:pt x="8620" y="14756"/>
                      </a:cubicBezTo>
                      <a:cubicBezTo>
                        <a:pt x="8620" y="14781"/>
                        <a:pt x="8620" y="14805"/>
                        <a:pt x="8620" y="14830"/>
                      </a:cubicBezTo>
                      <a:cubicBezTo>
                        <a:pt x="8596" y="14830"/>
                        <a:pt x="8572" y="14830"/>
                        <a:pt x="8547" y="14830"/>
                      </a:cubicBezTo>
                      <a:cubicBezTo>
                        <a:pt x="8547" y="14854"/>
                        <a:pt x="8547" y="14878"/>
                        <a:pt x="8547" y="14903"/>
                      </a:cubicBezTo>
                      <a:cubicBezTo>
                        <a:pt x="7896" y="14903"/>
                        <a:pt x="7245" y="14903"/>
                        <a:pt x="6575" y="14903"/>
                      </a:cubicBezTo>
                      <a:cubicBezTo>
                        <a:pt x="6575" y="14878"/>
                        <a:pt x="6575" y="14854"/>
                        <a:pt x="6575" y="14830"/>
                      </a:cubicBezTo>
                      <a:cubicBezTo>
                        <a:pt x="6551" y="14830"/>
                        <a:pt x="6526" y="14830"/>
                        <a:pt x="6502" y="14830"/>
                      </a:cubicBezTo>
                      <a:cubicBezTo>
                        <a:pt x="6502" y="14805"/>
                        <a:pt x="6502" y="14781"/>
                        <a:pt x="6502" y="14756"/>
                      </a:cubicBezTo>
                      <a:cubicBezTo>
                        <a:pt x="6478" y="14756"/>
                        <a:pt x="6453" y="14756"/>
                        <a:pt x="6429" y="14756"/>
                      </a:cubicBezTo>
                      <a:cubicBezTo>
                        <a:pt x="6429" y="14612"/>
                        <a:pt x="6429" y="14467"/>
                        <a:pt x="6429" y="14318"/>
                      </a:cubicBezTo>
                      <a:cubicBezTo>
                        <a:pt x="6404" y="14318"/>
                        <a:pt x="6380" y="14318"/>
                        <a:pt x="6356" y="14318"/>
                      </a:cubicBezTo>
                      <a:cubicBezTo>
                        <a:pt x="6356" y="14149"/>
                        <a:pt x="6356" y="13981"/>
                        <a:pt x="6356" y="13807"/>
                      </a:cubicBezTo>
                      <a:cubicBezTo>
                        <a:pt x="6331" y="13807"/>
                        <a:pt x="6307" y="13807"/>
                        <a:pt x="6282" y="13807"/>
                      </a:cubicBezTo>
                      <a:cubicBezTo>
                        <a:pt x="6282" y="13686"/>
                        <a:pt x="6282" y="13566"/>
                        <a:pt x="6282" y="13442"/>
                      </a:cubicBezTo>
                      <a:cubicBezTo>
                        <a:pt x="6258" y="13442"/>
                        <a:pt x="6234" y="13442"/>
                        <a:pt x="6209" y="13442"/>
                      </a:cubicBezTo>
                      <a:cubicBezTo>
                        <a:pt x="6209" y="13417"/>
                        <a:pt x="6209" y="13393"/>
                        <a:pt x="6209" y="13369"/>
                      </a:cubicBezTo>
                      <a:cubicBezTo>
                        <a:pt x="6185" y="13369"/>
                        <a:pt x="6161" y="13369"/>
                        <a:pt x="6136" y="13369"/>
                      </a:cubicBezTo>
                      <a:cubicBezTo>
                        <a:pt x="6136" y="13344"/>
                        <a:pt x="6136" y="13320"/>
                        <a:pt x="6136" y="13295"/>
                      </a:cubicBezTo>
                      <a:cubicBezTo>
                        <a:pt x="6064" y="13295"/>
                        <a:pt x="5992" y="13295"/>
                        <a:pt x="5917" y="13295"/>
                      </a:cubicBezTo>
                      <a:cubicBezTo>
                        <a:pt x="5917" y="13271"/>
                        <a:pt x="5917" y="13247"/>
                        <a:pt x="5917" y="13222"/>
                      </a:cubicBezTo>
                      <a:cubicBezTo>
                        <a:pt x="5845" y="13222"/>
                        <a:pt x="5773" y="13222"/>
                        <a:pt x="5698" y="13222"/>
                      </a:cubicBezTo>
                      <a:cubicBezTo>
                        <a:pt x="5698" y="13198"/>
                        <a:pt x="5698" y="13174"/>
                        <a:pt x="5698" y="13149"/>
                      </a:cubicBezTo>
                      <a:cubicBezTo>
                        <a:pt x="5626" y="13149"/>
                        <a:pt x="5553" y="13149"/>
                        <a:pt x="5479" y="13149"/>
                      </a:cubicBezTo>
                      <a:cubicBezTo>
                        <a:pt x="5479" y="13125"/>
                        <a:pt x="5479" y="13101"/>
                        <a:pt x="5479" y="13076"/>
                      </a:cubicBezTo>
                      <a:cubicBezTo>
                        <a:pt x="5407" y="13076"/>
                        <a:pt x="5334" y="13076"/>
                        <a:pt x="5260" y="13076"/>
                      </a:cubicBezTo>
                      <a:cubicBezTo>
                        <a:pt x="5260" y="13052"/>
                        <a:pt x="5260" y="13028"/>
                        <a:pt x="5260" y="13003"/>
                      </a:cubicBezTo>
                      <a:cubicBezTo>
                        <a:pt x="5212" y="13003"/>
                        <a:pt x="5163" y="13003"/>
                        <a:pt x="5114" y="13003"/>
                      </a:cubicBezTo>
                      <a:cubicBezTo>
                        <a:pt x="5114" y="12979"/>
                        <a:pt x="5114" y="12955"/>
                        <a:pt x="5114" y="12930"/>
                      </a:cubicBezTo>
                      <a:cubicBezTo>
                        <a:pt x="5065" y="12930"/>
                        <a:pt x="5017" y="12930"/>
                        <a:pt x="4968" y="12930"/>
                      </a:cubicBezTo>
                      <a:cubicBezTo>
                        <a:pt x="4968" y="12906"/>
                        <a:pt x="4968" y="12882"/>
                        <a:pt x="4968" y="12857"/>
                      </a:cubicBezTo>
                      <a:cubicBezTo>
                        <a:pt x="4895" y="12857"/>
                        <a:pt x="4823" y="12857"/>
                        <a:pt x="4748" y="12857"/>
                      </a:cubicBezTo>
                      <a:cubicBezTo>
                        <a:pt x="4748" y="12833"/>
                        <a:pt x="4748" y="12809"/>
                        <a:pt x="4748" y="12784"/>
                      </a:cubicBezTo>
                      <a:cubicBezTo>
                        <a:pt x="4724" y="12784"/>
                        <a:pt x="4700" y="12784"/>
                        <a:pt x="4675" y="12784"/>
                      </a:cubicBezTo>
                      <a:cubicBezTo>
                        <a:pt x="4675" y="12760"/>
                        <a:pt x="4675" y="12736"/>
                        <a:pt x="4675" y="12711"/>
                      </a:cubicBezTo>
                      <a:cubicBezTo>
                        <a:pt x="4627" y="12711"/>
                        <a:pt x="4579" y="12711"/>
                        <a:pt x="4529" y="12711"/>
                      </a:cubicBezTo>
                      <a:cubicBezTo>
                        <a:pt x="4529" y="12687"/>
                        <a:pt x="4529" y="12663"/>
                        <a:pt x="4529" y="12638"/>
                      </a:cubicBezTo>
                      <a:cubicBezTo>
                        <a:pt x="4433" y="12638"/>
                        <a:pt x="4336" y="12638"/>
                        <a:pt x="4237" y="12638"/>
                      </a:cubicBezTo>
                      <a:cubicBezTo>
                        <a:pt x="4237" y="12662"/>
                        <a:pt x="4237" y="12686"/>
                        <a:pt x="4237" y="12711"/>
                      </a:cubicBezTo>
                      <a:cubicBezTo>
                        <a:pt x="4189" y="12711"/>
                        <a:pt x="4141" y="12711"/>
                        <a:pt x="4091" y="12711"/>
                      </a:cubicBezTo>
                      <a:cubicBezTo>
                        <a:pt x="4091" y="12735"/>
                        <a:pt x="4091" y="12759"/>
                        <a:pt x="4091" y="12784"/>
                      </a:cubicBezTo>
                      <a:cubicBezTo>
                        <a:pt x="4067" y="12784"/>
                        <a:pt x="4043" y="12784"/>
                        <a:pt x="4018" y="12784"/>
                      </a:cubicBezTo>
                      <a:cubicBezTo>
                        <a:pt x="4018" y="12808"/>
                        <a:pt x="4018" y="12832"/>
                        <a:pt x="4018" y="12857"/>
                      </a:cubicBezTo>
                      <a:cubicBezTo>
                        <a:pt x="3970" y="12857"/>
                        <a:pt x="3921" y="12857"/>
                        <a:pt x="3872" y="12857"/>
                      </a:cubicBezTo>
                      <a:cubicBezTo>
                        <a:pt x="3872" y="12881"/>
                        <a:pt x="3872" y="12905"/>
                        <a:pt x="3872" y="12930"/>
                      </a:cubicBezTo>
                      <a:cubicBezTo>
                        <a:pt x="3848" y="12930"/>
                        <a:pt x="3824" y="12930"/>
                        <a:pt x="3799" y="12930"/>
                      </a:cubicBezTo>
                      <a:cubicBezTo>
                        <a:pt x="3799" y="12954"/>
                        <a:pt x="3799" y="12978"/>
                        <a:pt x="3799" y="13003"/>
                      </a:cubicBezTo>
                      <a:cubicBezTo>
                        <a:pt x="3750" y="13003"/>
                        <a:pt x="3702" y="13003"/>
                        <a:pt x="3653" y="13003"/>
                      </a:cubicBezTo>
                      <a:cubicBezTo>
                        <a:pt x="3653" y="13027"/>
                        <a:pt x="3653" y="13051"/>
                        <a:pt x="3653" y="13076"/>
                      </a:cubicBezTo>
                      <a:cubicBezTo>
                        <a:pt x="3628" y="13076"/>
                        <a:pt x="3604" y="13076"/>
                        <a:pt x="3580" y="13076"/>
                      </a:cubicBezTo>
                      <a:cubicBezTo>
                        <a:pt x="3580" y="13100"/>
                        <a:pt x="3580" y="13125"/>
                        <a:pt x="3580" y="13149"/>
                      </a:cubicBezTo>
                      <a:cubicBezTo>
                        <a:pt x="3555" y="13149"/>
                        <a:pt x="3531" y="13149"/>
                        <a:pt x="3506" y="13149"/>
                      </a:cubicBezTo>
                      <a:cubicBezTo>
                        <a:pt x="3506" y="13173"/>
                        <a:pt x="3506" y="13198"/>
                        <a:pt x="3506" y="13222"/>
                      </a:cubicBezTo>
                      <a:cubicBezTo>
                        <a:pt x="3458" y="13222"/>
                        <a:pt x="3410" y="13222"/>
                        <a:pt x="3360" y="13222"/>
                      </a:cubicBezTo>
                      <a:cubicBezTo>
                        <a:pt x="3360" y="13247"/>
                        <a:pt x="3360" y="13271"/>
                        <a:pt x="3360" y="13295"/>
                      </a:cubicBezTo>
                      <a:cubicBezTo>
                        <a:pt x="3336" y="13295"/>
                        <a:pt x="3312" y="13295"/>
                        <a:pt x="3287" y="13295"/>
                      </a:cubicBezTo>
                      <a:cubicBezTo>
                        <a:pt x="3287" y="13320"/>
                        <a:pt x="3287" y="13344"/>
                        <a:pt x="3287" y="13369"/>
                      </a:cubicBezTo>
                      <a:cubicBezTo>
                        <a:pt x="3263" y="13369"/>
                        <a:pt x="3239" y="13369"/>
                        <a:pt x="3214" y="13369"/>
                      </a:cubicBezTo>
                      <a:cubicBezTo>
                        <a:pt x="3214" y="13393"/>
                        <a:pt x="3214" y="13417"/>
                        <a:pt x="3214" y="13442"/>
                      </a:cubicBezTo>
                      <a:cubicBezTo>
                        <a:pt x="3118" y="13442"/>
                        <a:pt x="3021" y="13442"/>
                        <a:pt x="2922" y="13442"/>
                      </a:cubicBezTo>
                      <a:cubicBezTo>
                        <a:pt x="2922" y="13417"/>
                        <a:pt x="2922" y="13393"/>
                        <a:pt x="2922" y="13369"/>
                      </a:cubicBezTo>
                      <a:cubicBezTo>
                        <a:pt x="2898" y="13369"/>
                        <a:pt x="2874" y="13369"/>
                        <a:pt x="2849" y="13369"/>
                      </a:cubicBezTo>
                      <a:cubicBezTo>
                        <a:pt x="2849" y="13344"/>
                        <a:pt x="2849" y="13320"/>
                        <a:pt x="2849" y="13295"/>
                      </a:cubicBezTo>
                      <a:cubicBezTo>
                        <a:pt x="2825" y="13295"/>
                        <a:pt x="2801" y="13295"/>
                        <a:pt x="2776" y="13295"/>
                      </a:cubicBezTo>
                      <a:cubicBezTo>
                        <a:pt x="2776" y="13271"/>
                        <a:pt x="2776" y="13247"/>
                        <a:pt x="2776" y="13222"/>
                      </a:cubicBezTo>
                      <a:cubicBezTo>
                        <a:pt x="2728" y="13222"/>
                        <a:pt x="2680" y="13222"/>
                        <a:pt x="2630" y="13222"/>
                      </a:cubicBezTo>
                      <a:cubicBezTo>
                        <a:pt x="2630" y="13198"/>
                        <a:pt x="2630" y="13174"/>
                        <a:pt x="2630" y="13149"/>
                      </a:cubicBezTo>
                      <a:cubicBezTo>
                        <a:pt x="2606" y="13149"/>
                        <a:pt x="2582" y="13149"/>
                        <a:pt x="2557" y="13149"/>
                      </a:cubicBezTo>
                      <a:cubicBezTo>
                        <a:pt x="2557" y="13125"/>
                        <a:pt x="2557" y="13101"/>
                        <a:pt x="2557" y="13076"/>
                      </a:cubicBezTo>
                      <a:cubicBezTo>
                        <a:pt x="2533" y="13076"/>
                        <a:pt x="2509" y="13076"/>
                        <a:pt x="2484" y="13076"/>
                      </a:cubicBezTo>
                      <a:cubicBezTo>
                        <a:pt x="2484" y="13052"/>
                        <a:pt x="2484" y="13028"/>
                        <a:pt x="2484" y="13003"/>
                      </a:cubicBezTo>
                      <a:cubicBezTo>
                        <a:pt x="2460" y="13003"/>
                        <a:pt x="2436" y="13003"/>
                        <a:pt x="2411" y="13003"/>
                      </a:cubicBezTo>
                      <a:cubicBezTo>
                        <a:pt x="2411" y="12979"/>
                        <a:pt x="2411" y="12955"/>
                        <a:pt x="2411" y="12930"/>
                      </a:cubicBezTo>
                      <a:cubicBezTo>
                        <a:pt x="2387" y="12930"/>
                        <a:pt x="2362" y="12930"/>
                        <a:pt x="2338" y="12930"/>
                      </a:cubicBezTo>
                      <a:cubicBezTo>
                        <a:pt x="2338" y="12906"/>
                        <a:pt x="2338" y="12882"/>
                        <a:pt x="2338" y="12857"/>
                      </a:cubicBezTo>
                      <a:cubicBezTo>
                        <a:pt x="2314" y="12857"/>
                        <a:pt x="2289" y="12857"/>
                        <a:pt x="2265" y="12857"/>
                      </a:cubicBezTo>
                      <a:cubicBezTo>
                        <a:pt x="2265" y="12833"/>
                        <a:pt x="2265" y="12809"/>
                        <a:pt x="2265" y="12784"/>
                      </a:cubicBezTo>
                      <a:cubicBezTo>
                        <a:pt x="2241" y="12784"/>
                        <a:pt x="2216" y="12784"/>
                        <a:pt x="2192" y="12784"/>
                      </a:cubicBezTo>
                      <a:cubicBezTo>
                        <a:pt x="2192" y="12760"/>
                        <a:pt x="2192" y="12736"/>
                        <a:pt x="2192" y="12711"/>
                      </a:cubicBezTo>
                      <a:cubicBezTo>
                        <a:pt x="2167" y="12711"/>
                        <a:pt x="2143" y="12711"/>
                        <a:pt x="2119" y="12711"/>
                      </a:cubicBezTo>
                      <a:cubicBezTo>
                        <a:pt x="2119" y="12687"/>
                        <a:pt x="2119" y="12663"/>
                        <a:pt x="2119" y="12638"/>
                      </a:cubicBezTo>
                      <a:cubicBezTo>
                        <a:pt x="2094" y="12638"/>
                        <a:pt x="2070" y="12638"/>
                        <a:pt x="2045" y="12638"/>
                      </a:cubicBezTo>
                      <a:cubicBezTo>
                        <a:pt x="2045" y="12614"/>
                        <a:pt x="2045" y="12590"/>
                        <a:pt x="2045" y="12565"/>
                      </a:cubicBezTo>
                      <a:cubicBezTo>
                        <a:pt x="2021" y="12565"/>
                        <a:pt x="1997" y="12565"/>
                        <a:pt x="1972" y="12565"/>
                      </a:cubicBezTo>
                      <a:cubicBezTo>
                        <a:pt x="1972" y="12541"/>
                        <a:pt x="1972" y="12517"/>
                        <a:pt x="1972" y="12492"/>
                      </a:cubicBezTo>
                      <a:cubicBezTo>
                        <a:pt x="1948" y="12492"/>
                        <a:pt x="1924" y="12492"/>
                        <a:pt x="1899" y="12492"/>
                      </a:cubicBezTo>
                      <a:cubicBezTo>
                        <a:pt x="1899" y="12468"/>
                        <a:pt x="1899" y="12444"/>
                        <a:pt x="1899" y="12419"/>
                      </a:cubicBezTo>
                      <a:cubicBezTo>
                        <a:pt x="1875" y="12419"/>
                        <a:pt x="1851" y="12419"/>
                        <a:pt x="1826" y="12419"/>
                      </a:cubicBezTo>
                      <a:cubicBezTo>
                        <a:pt x="1826" y="12395"/>
                        <a:pt x="1826" y="12371"/>
                        <a:pt x="1826" y="12346"/>
                      </a:cubicBezTo>
                      <a:cubicBezTo>
                        <a:pt x="1802" y="12346"/>
                        <a:pt x="1778" y="12346"/>
                        <a:pt x="1753" y="12346"/>
                      </a:cubicBezTo>
                      <a:cubicBezTo>
                        <a:pt x="1753" y="12322"/>
                        <a:pt x="1753" y="12298"/>
                        <a:pt x="1753" y="12273"/>
                      </a:cubicBezTo>
                      <a:cubicBezTo>
                        <a:pt x="1729" y="12273"/>
                        <a:pt x="1705" y="12273"/>
                        <a:pt x="1680" y="12273"/>
                      </a:cubicBezTo>
                      <a:cubicBezTo>
                        <a:pt x="1680" y="12249"/>
                        <a:pt x="1680" y="12225"/>
                        <a:pt x="1680" y="12200"/>
                      </a:cubicBezTo>
                      <a:cubicBezTo>
                        <a:pt x="1656" y="12200"/>
                        <a:pt x="1632" y="12200"/>
                        <a:pt x="1607" y="12200"/>
                      </a:cubicBezTo>
                      <a:cubicBezTo>
                        <a:pt x="1607" y="12176"/>
                        <a:pt x="1607" y="12151"/>
                        <a:pt x="1607" y="12127"/>
                      </a:cubicBezTo>
                      <a:cubicBezTo>
                        <a:pt x="1583" y="12127"/>
                        <a:pt x="1559" y="12127"/>
                        <a:pt x="1534" y="12127"/>
                      </a:cubicBezTo>
                      <a:cubicBezTo>
                        <a:pt x="1534" y="12078"/>
                        <a:pt x="1534" y="12030"/>
                        <a:pt x="1534" y="11981"/>
                      </a:cubicBezTo>
                      <a:cubicBezTo>
                        <a:pt x="1558" y="11981"/>
                        <a:pt x="1582" y="11981"/>
                        <a:pt x="1607" y="11981"/>
                      </a:cubicBezTo>
                      <a:cubicBezTo>
                        <a:pt x="1607" y="11932"/>
                        <a:pt x="1607" y="11884"/>
                        <a:pt x="1607" y="11834"/>
                      </a:cubicBezTo>
                      <a:cubicBezTo>
                        <a:pt x="1631" y="11834"/>
                        <a:pt x="1655" y="11834"/>
                        <a:pt x="1680" y="11834"/>
                      </a:cubicBezTo>
                      <a:cubicBezTo>
                        <a:pt x="1680" y="11810"/>
                        <a:pt x="1680" y="11786"/>
                        <a:pt x="1680" y="11761"/>
                      </a:cubicBezTo>
                      <a:cubicBezTo>
                        <a:pt x="1704" y="11761"/>
                        <a:pt x="1728" y="11761"/>
                        <a:pt x="1753" y="11761"/>
                      </a:cubicBezTo>
                      <a:cubicBezTo>
                        <a:pt x="1753" y="11713"/>
                        <a:pt x="1753" y="11665"/>
                        <a:pt x="1753" y="11615"/>
                      </a:cubicBezTo>
                      <a:cubicBezTo>
                        <a:pt x="1777" y="11615"/>
                        <a:pt x="1801" y="11615"/>
                        <a:pt x="1826" y="11615"/>
                      </a:cubicBezTo>
                      <a:cubicBezTo>
                        <a:pt x="1826" y="11591"/>
                        <a:pt x="1826" y="11567"/>
                        <a:pt x="1826" y="11542"/>
                      </a:cubicBezTo>
                      <a:cubicBezTo>
                        <a:pt x="1850" y="11542"/>
                        <a:pt x="1875" y="11542"/>
                        <a:pt x="1899" y="11542"/>
                      </a:cubicBezTo>
                      <a:cubicBezTo>
                        <a:pt x="1899" y="11494"/>
                        <a:pt x="1899" y="11446"/>
                        <a:pt x="1899" y="11396"/>
                      </a:cubicBezTo>
                      <a:cubicBezTo>
                        <a:pt x="1923" y="11396"/>
                        <a:pt x="1948" y="11396"/>
                        <a:pt x="1972" y="11396"/>
                      </a:cubicBezTo>
                      <a:cubicBezTo>
                        <a:pt x="1972" y="11372"/>
                        <a:pt x="1972" y="11348"/>
                        <a:pt x="1972" y="11323"/>
                      </a:cubicBezTo>
                      <a:cubicBezTo>
                        <a:pt x="1997" y="11323"/>
                        <a:pt x="2021" y="11323"/>
                        <a:pt x="2045" y="11323"/>
                      </a:cubicBezTo>
                      <a:cubicBezTo>
                        <a:pt x="2045" y="11299"/>
                        <a:pt x="2045" y="11275"/>
                        <a:pt x="2045" y="11250"/>
                      </a:cubicBezTo>
                      <a:cubicBezTo>
                        <a:pt x="2070" y="11250"/>
                        <a:pt x="2094" y="11250"/>
                        <a:pt x="2119" y="11250"/>
                      </a:cubicBezTo>
                      <a:cubicBezTo>
                        <a:pt x="2119" y="11202"/>
                        <a:pt x="2119" y="11154"/>
                        <a:pt x="2119" y="11104"/>
                      </a:cubicBezTo>
                      <a:cubicBezTo>
                        <a:pt x="2143" y="11104"/>
                        <a:pt x="2167" y="11104"/>
                        <a:pt x="2192" y="11104"/>
                      </a:cubicBezTo>
                      <a:cubicBezTo>
                        <a:pt x="2192" y="11080"/>
                        <a:pt x="2192" y="11056"/>
                        <a:pt x="2192" y="11031"/>
                      </a:cubicBezTo>
                      <a:cubicBezTo>
                        <a:pt x="2216" y="11031"/>
                        <a:pt x="2240" y="11031"/>
                        <a:pt x="2265" y="11031"/>
                      </a:cubicBezTo>
                      <a:cubicBezTo>
                        <a:pt x="2265" y="10983"/>
                        <a:pt x="2265" y="10934"/>
                        <a:pt x="2265" y="10885"/>
                      </a:cubicBezTo>
                      <a:cubicBezTo>
                        <a:pt x="2289" y="10885"/>
                        <a:pt x="2313" y="10885"/>
                        <a:pt x="2338" y="10885"/>
                      </a:cubicBezTo>
                      <a:cubicBezTo>
                        <a:pt x="2338" y="10788"/>
                        <a:pt x="2338" y="10692"/>
                        <a:pt x="2338" y="10593"/>
                      </a:cubicBezTo>
                      <a:cubicBezTo>
                        <a:pt x="2314" y="10593"/>
                        <a:pt x="2289" y="10593"/>
                        <a:pt x="2265" y="10593"/>
                      </a:cubicBezTo>
                      <a:cubicBezTo>
                        <a:pt x="2265" y="10544"/>
                        <a:pt x="2265" y="10496"/>
                        <a:pt x="2265" y="10446"/>
                      </a:cubicBezTo>
                      <a:cubicBezTo>
                        <a:pt x="2241" y="10446"/>
                        <a:pt x="2216" y="10446"/>
                        <a:pt x="2192" y="10446"/>
                      </a:cubicBezTo>
                      <a:cubicBezTo>
                        <a:pt x="2192" y="10398"/>
                        <a:pt x="2192" y="10350"/>
                        <a:pt x="2192" y="10300"/>
                      </a:cubicBezTo>
                      <a:cubicBezTo>
                        <a:pt x="2167" y="10300"/>
                        <a:pt x="2143" y="10300"/>
                        <a:pt x="2119" y="10300"/>
                      </a:cubicBezTo>
                      <a:cubicBezTo>
                        <a:pt x="2119" y="10252"/>
                        <a:pt x="2119" y="10204"/>
                        <a:pt x="2119" y="10154"/>
                      </a:cubicBezTo>
                      <a:cubicBezTo>
                        <a:pt x="2094" y="10154"/>
                        <a:pt x="2070" y="10154"/>
                        <a:pt x="2045" y="10154"/>
                      </a:cubicBezTo>
                      <a:cubicBezTo>
                        <a:pt x="2045" y="10106"/>
                        <a:pt x="2045" y="10058"/>
                        <a:pt x="2045" y="10008"/>
                      </a:cubicBezTo>
                      <a:cubicBezTo>
                        <a:pt x="2021" y="10008"/>
                        <a:pt x="1997" y="10008"/>
                        <a:pt x="1972" y="10008"/>
                      </a:cubicBezTo>
                      <a:cubicBezTo>
                        <a:pt x="1972" y="9960"/>
                        <a:pt x="1972" y="9912"/>
                        <a:pt x="1972" y="9862"/>
                      </a:cubicBezTo>
                      <a:cubicBezTo>
                        <a:pt x="1948" y="9862"/>
                        <a:pt x="1924" y="9862"/>
                        <a:pt x="1899" y="9862"/>
                      </a:cubicBezTo>
                      <a:cubicBezTo>
                        <a:pt x="1899" y="9790"/>
                        <a:pt x="1899" y="9717"/>
                        <a:pt x="1899" y="9643"/>
                      </a:cubicBezTo>
                      <a:cubicBezTo>
                        <a:pt x="1875" y="9643"/>
                        <a:pt x="1851" y="9643"/>
                        <a:pt x="1826" y="9643"/>
                      </a:cubicBezTo>
                      <a:cubicBezTo>
                        <a:pt x="1826" y="9595"/>
                        <a:pt x="1826" y="9546"/>
                        <a:pt x="1826" y="9497"/>
                      </a:cubicBezTo>
                      <a:cubicBezTo>
                        <a:pt x="1802" y="9497"/>
                        <a:pt x="1778" y="9497"/>
                        <a:pt x="1753" y="9497"/>
                      </a:cubicBezTo>
                      <a:cubicBezTo>
                        <a:pt x="1753" y="9424"/>
                        <a:pt x="1753" y="9352"/>
                        <a:pt x="1753" y="9278"/>
                      </a:cubicBezTo>
                      <a:cubicBezTo>
                        <a:pt x="1729" y="9278"/>
                        <a:pt x="1705" y="9278"/>
                        <a:pt x="1680" y="9278"/>
                      </a:cubicBezTo>
                      <a:cubicBezTo>
                        <a:pt x="1680" y="9181"/>
                        <a:pt x="1680" y="9085"/>
                        <a:pt x="1680" y="8985"/>
                      </a:cubicBezTo>
                      <a:cubicBezTo>
                        <a:pt x="1656" y="8985"/>
                        <a:pt x="1632" y="8985"/>
                        <a:pt x="1607" y="8985"/>
                      </a:cubicBezTo>
                      <a:cubicBezTo>
                        <a:pt x="1607" y="8961"/>
                        <a:pt x="1607" y="8937"/>
                        <a:pt x="1607" y="8912"/>
                      </a:cubicBezTo>
                      <a:cubicBezTo>
                        <a:pt x="1583" y="8912"/>
                        <a:pt x="1559" y="8912"/>
                        <a:pt x="1534" y="8912"/>
                      </a:cubicBezTo>
                      <a:cubicBezTo>
                        <a:pt x="1534" y="8888"/>
                        <a:pt x="1534" y="8864"/>
                        <a:pt x="1534" y="8839"/>
                      </a:cubicBezTo>
                      <a:cubicBezTo>
                        <a:pt x="1438" y="8839"/>
                        <a:pt x="1341" y="8839"/>
                        <a:pt x="1242" y="8839"/>
                      </a:cubicBezTo>
                      <a:cubicBezTo>
                        <a:pt x="1242" y="8815"/>
                        <a:pt x="1242" y="8791"/>
                        <a:pt x="1242" y="8766"/>
                      </a:cubicBezTo>
                      <a:cubicBezTo>
                        <a:pt x="1121" y="8766"/>
                        <a:pt x="1001" y="8766"/>
                        <a:pt x="877" y="8766"/>
                      </a:cubicBezTo>
                      <a:cubicBezTo>
                        <a:pt x="877" y="8742"/>
                        <a:pt x="877" y="8718"/>
                        <a:pt x="877" y="8693"/>
                      </a:cubicBezTo>
                      <a:cubicBezTo>
                        <a:pt x="756" y="8693"/>
                        <a:pt x="636" y="8693"/>
                        <a:pt x="511" y="8693"/>
                      </a:cubicBezTo>
                      <a:cubicBezTo>
                        <a:pt x="511" y="8669"/>
                        <a:pt x="511" y="8645"/>
                        <a:pt x="511" y="8620"/>
                      </a:cubicBezTo>
                      <a:cubicBezTo>
                        <a:pt x="391" y="8620"/>
                        <a:pt x="270" y="8620"/>
                        <a:pt x="146" y="8620"/>
                      </a:cubicBezTo>
                      <a:cubicBezTo>
                        <a:pt x="146" y="8596"/>
                        <a:pt x="146" y="8572"/>
                        <a:pt x="146" y="8547"/>
                      </a:cubicBezTo>
                      <a:cubicBezTo>
                        <a:pt x="122" y="8547"/>
                        <a:pt x="98" y="8547"/>
                        <a:pt x="73" y="8547"/>
                      </a:cubicBezTo>
                      <a:cubicBezTo>
                        <a:pt x="73" y="8523"/>
                        <a:pt x="73" y="8499"/>
                        <a:pt x="73" y="8474"/>
                      </a:cubicBezTo>
                      <a:cubicBezTo>
                        <a:pt x="49" y="8474"/>
                        <a:pt x="25" y="8474"/>
                        <a:pt x="0" y="8474"/>
                      </a:cubicBezTo>
                      <a:cubicBezTo>
                        <a:pt x="0" y="7823"/>
                        <a:pt x="0" y="7172"/>
                        <a:pt x="0" y="6502"/>
                      </a:cubicBezTo>
                      <a:cubicBezTo>
                        <a:pt x="24" y="6502"/>
                        <a:pt x="48" y="6502"/>
                        <a:pt x="73" y="6502"/>
                      </a:cubicBezTo>
                      <a:cubicBezTo>
                        <a:pt x="73" y="6478"/>
                        <a:pt x="73" y="6453"/>
                        <a:pt x="73" y="6429"/>
                      </a:cubicBezTo>
                      <a:cubicBezTo>
                        <a:pt x="121" y="6429"/>
                        <a:pt x="169" y="6429"/>
                        <a:pt x="219" y="6429"/>
                      </a:cubicBezTo>
                      <a:cubicBezTo>
                        <a:pt x="219" y="6404"/>
                        <a:pt x="219" y="6380"/>
                        <a:pt x="219" y="6356"/>
                      </a:cubicBezTo>
                      <a:cubicBezTo>
                        <a:pt x="340" y="6356"/>
                        <a:pt x="460" y="6356"/>
                        <a:pt x="584" y="6356"/>
                      </a:cubicBezTo>
                      <a:cubicBezTo>
                        <a:pt x="584" y="6331"/>
                        <a:pt x="584" y="6307"/>
                        <a:pt x="584" y="6282"/>
                      </a:cubicBezTo>
                      <a:cubicBezTo>
                        <a:pt x="705" y="6282"/>
                        <a:pt x="825" y="6282"/>
                        <a:pt x="950" y="6282"/>
                      </a:cubicBezTo>
                      <a:cubicBezTo>
                        <a:pt x="950" y="6258"/>
                        <a:pt x="950" y="6234"/>
                        <a:pt x="950" y="6209"/>
                      </a:cubicBezTo>
                      <a:cubicBezTo>
                        <a:pt x="1070" y="6209"/>
                        <a:pt x="1191" y="6209"/>
                        <a:pt x="1315" y="6209"/>
                      </a:cubicBezTo>
                      <a:cubicBezTo>
                        <a:pt x="1315" y="6185"/>
                        <a:pt x="1315" y="6161"/>
                        <a:pt x="1315" y="6136"/>
                      </a:cubicBezTo>
                      <a:cubicBezTo>
                        <a:pt x="1387" y="6136"/>
                        <a:pt x="1460" y="6136"/>
                        <a:pt x="1534" y="6136"/>
                      </a:cubicBezTo>
                      <a:cubicBezTo>
                        <a:pt x="1534" y="6112"/>
                        <a:pt x="1534" y="6088"/>
                        <a:pt x="1534" y="6063"/>
                      </a:cubicBezTo>
                      <a:cubicBezTo>
                        <a:pt x="1558" y="6063"/>
                        <a:pt x="1582" y="6063"/>
                        <a:pt x="1607" y="6063"/>
                      </a:cubicBezTo>
                      <a:cubicBezTo>
                        <a:pt x="1607" y="6039"/>
                        <a:pt x="1607" y="6015"/>
                        <a:pt x="1607" y="5990"/>
                      </a:cubicBezTo>
                      <a:cubicBezTo>
                        <a:pt x="1631" y="5990"/>
                        <a:pt x="1655" y="5990"/>
                        <a:pt x="1680" y="5990"/>
                      </a:cubicBezTo>
                      <a:cubicBezTo>
                        <a:pt x="1680" y="5894"/>
                        <a:pt x="1680" y="5797"/>
                        <a:pt x="1680" y="5698"/>
                      </a:cubicBezTo>
                      <a:cubicBezTo>
                        <a:pt x="1704" y="5698"/>
                        <a:pt x="1728" y="5698"/>
                        <a:pt x="1753" y="5698"/>
                      </a:cubicBezTo>
                      <a:cubicBezTo>
                        <a:pt x="1753" y="5626"/>
                        <a:pt x="1753" y="5553"/>
                        <a:pt x="1753" y="5479"/>
                      </a:cubicBezTo>
                      <a:cubicBezTo>
                        <a:pt x="1777" y="5479"/>
                        <a:pt x="1801" y="5479"/>
                        <a:pt x="1826" y="5479"/>
                      </a:cubicBezTo>
                      <a:cubicBezTo>
                        <a:pt x="1826" y="5431"/>
                        <a:pt x="1826" y="5382"/>
                        <a:pt x="1826" y="5333"/>
                      </a:cubicBezTo>
                      <a:cubicBezTo>
                        <a:pt x="1850" y="5333"/>
                        <a:pt x="1875" y="5333"/>
                        <a:pt x="1899" y="5333"/>
                      </a:cubicBezTo>
                      <a:cubicBezTo>
                        <a:pt x="1899" y="5260"/>
                        <a:pt x="1899" y="5188"/>
                        <a:pt x="1899" y="5114"/>
                      </a:cubicBezTo>
                      <a:cubicBezTo>
                        <a:pt x="1923" y="5114"/>
                        <a:pt x="1948" y="5114"/>
                        <a:pt x="1972" y="5114"/>
                      </a:cubicBezTo>
                      <a:cubicBezTo>
                        <a:pt x="1972" y="5065"/>
                        <a:pt x="1972" y="5017"/>
                        <a:pt x="1972" y="4968"/>
                      </a:cubicBezTo>
                      <a:cubicBezTo>
                        <a:pt x="1997" y="4968"/>
                        <a:pt x="2021" y="4968"/>
                        <a:pt x="2045" y="4968"/>
                      </a:cubicBezTo>
                      <a:cubicBezTo>
                        <a:pt x="2045" y="4919"/>
                        <a:pt x="2045" y="4871"/>
                        <a:pt x="2045" y="4821"/>
                      </a:cubicBezTo>
                      <a:cubicBezTo>
                        <a:pt x="2070" y="4821"/>
                        <a:pt x="2094" y="4821"/>
                        <a:pt x="2119" y="4821"/>
                      </a:cubicBezTo>
                      <a:cubicBezTo>
                        <a:pt x="2119" y="4773"/>
                        <a:pt x="2119" y="4725"/>
                        <a:pt x="2119" y="4675"/>
                      </a:cubicBezTo>
                      <a:cubicBezTo>
                        <a:pt x="2143" y="4675"/>
                        <a:pt x="2167" y="4675"/>
                        <a:pt x="2192" y="4675"/>
                      </a:cubicBezTo>
                      <a:cubicBezTo>
                        <a:pt x="2192" y="4627"/>
                        <a:pt x="2192" y="4579"/>
                        <a:pt x="2192" y="4529"/>
                      </a:cubicBezTo>
                      <a:cubicBezTo>
                        <a:pt x="2216" y="4529"/>
                        <a:pt x="2240" y="4529"/>
                        <a:pt x="2265" y="4529"/>
                      </a:cubicBezTo>
                      <a:cubicBezTo>
                        <a:pt x="2265" y="4481"/>
                        <a:pt x="2265" y="4433"/>
                        <a:pt x="2265" y="4383"/>
                      </a:cubicBezTo>
                      <a:cubicBezTo>
                        <a:pt x="2289" y="4383"/>
                        <a:pt x="2313" y="4383"/>
                        <a:pt x="2338" y="4383"/>
                      </a:cubicBezTo>
                      <a:cubicBezTo>
                        <a:pt x="2338" y="4287"/>
                        <a:pt x="2338" y="4190"/>
                        <a:pt x="2338" y="4091"/>
                      </a:cubicBezTo>
                      <a:cubicBezTo>
                        <a:pt x="2314" y="4091"/>
                        <a:pt x="2289" y="4091"/>
                        <a:pt x="2265" y="4091"/>
                      </a:cubicBezTo>
                      <a:cubicBezTo>
                        <a:pt x="2265" y="4067"/>
                        <a:pt x="2265" y="4043"/>
                        <a:pt x="2265" y="4018"/>
                      </a:cubicBezTo>
                      <a:cubicBezTo>
                        <a:pt x="2241" y="4018"/>
                        <a:pt x="2216" y="4018"/>
                        <a:pt x="2192" y="4018"/>
                      </a:cubicBezTo>
                      <a:cubicBezTo>
                        <a:pt x="2192" y="3970"/>
                        <a:pt x="2192" y="3921"/>
                        <a:pt x="2192" y="3872"/>
                      </a:cubicBezTo>
                      <a:cubicBezTo>
                        <a:pt x="2167" y="3872"/>
                        <a:pt x="2143" y="3872"/>
                        <a:pt x="2119" y="3872"/>
                      </a:cubicBezTo>
                      <a:cubicBezTo>
                        <a:pt x="2119" y="3848"/>
                        <a:pt x="2119" y="3824"/>
                        <a:pt x="2119" y="3799"/>
                      </a:cubicBezTo>
                      <a:cubicBezTo>
                        <a:pt x="2094" y="3799"/>
                        <a:pt x="2070" y="3799"/>
                        <a:pt x="2045" y="3799"/>
                      </a:cubicBezTo>
                      <a:cubicBezTo>
                        <a:pt x="2045" y="3775"/>
                        <a:pt x="2045" y="3750"/>
                        <a:pt x="2045" y="3726"/>
                      </a:cubicBezTo>
                      <a:cubicBezTo>
                        <a:pt x="2021" y="3726"/>
                        <a:pt x="1997" y="3726"/>
                        <a:pt x="1972" y="3726"/>
                      </a:cubicBezTo>
                      <a:cubicBezTo>
                        <a:pt x="1972" y="3677"/>
                        <a:pt x="1972" y="3629"/>
                        <a:pt x="1972" y="3580"/>
                      </a:cubicBezTo>
                      <a:cubicBezTo>
                        <a:pt x="1948" y="3580"/>
                        <a:pt x="1924" y="3580"/>
                        <a:pt x="1899" y="3580"/>
                      </a:cubicBezTo>
                      <a:cubicBezTo>
                        <a:pt x="1899" y="3555"/>
                        <a:pt x="1899" y="3531"/>
                        <a:pt x="1899" y="3506"/>
                      </a:cubicBezTo>
                      <a:cubicBezTo>
                        <a:pt x="1875" y="3506"/>
                        <a:pt x="1851" y="3506"/>
                        <a:pt x="1826" y="3506"/>
                      </a:cubicBezTo>
                      <a:cubicBezTo>
                        <a:pt x="1826" y="3458"/>
                        <a:pt x="1826" y="3410"/>
                        <a:pt x="1826" y="3360"/>
                      </a:cubicBezTo>
                      <a:cubicBezTo>
                        <a:pt x="1802" y="3360"/>
                        <a:pt x="1778" y="3360"/>
                        <a:pt x="1753" y="3360"/>
                      </a:cubicBezTo>
                      <a:cubicBezTo>
                        <a:pt x="1753" y="3336"/>
                        <a:pt x="1753" y="3312"/>
                        <a:pt x="1753" y="3287"/>
                      </a:cubicBezTo>
                      <a:cubicBezTo>
                        <a:pt x="1729" y="3287"/>
                        <a:pt x="1705" y="3287"/>
                        <a:pt x="1680" y="3287"/>
                      </a:cubicBezTo>
                      <a:cubicBezTo>
                        <a:pt x="1680" y="3263"/>
                        <a:pt x="1680" y="3239"/>
                        <a:pt x="1680" y="3214"/>
                      </a:cubicBezTo>
                      <a:cubicBezTo>
                        <a:pt x="1656" y="3214"/>
                        <a:pt x="1632" y="3214"/>
                        <a:pt x="1607" y="3214"/>
                      </a:cubicBezTo>
                      <a:cubicBezTo>
                        <a:pt x="1607" y="3166"/>
                        <a:pt x="1607" y="3118"/>
                        <a:pt x="1607" y="3068"/>
                      </a:cubicBezTo>
                      <a:cubicBezTo>
                        <a:pt x="1583" y="3068"/>
                        <a:pt x="1559" y="3068"/>
                        <a:pt x="1534" y="3068"/>
                      </a:cubicBezTo>
                      <a:cubicBezTo>
                        <a:pt x="1534" y="3020"/>
                        <a:pt x="1534" y="2972"/>
                        <a:pt x="1534" y="2922"/>
                      </a:cubicBezTo>
                      <a:cubicBezTo>
                        <a:pt x="1558" y="2922"/>
                        <a:pt x="1582" y="2922"/>
                        <a:pt x="1607" y="2922"/>
                      </a:cubicBezTo>
                      <a:cubicBezTo>
                        <a:pt x="1607" y="2874"/>
                        <a:pt x="1607" y="2826"/>
                        <a:pt x="1607" y="2776"/>
                      </a:cubicBezTo>
                      <a:cubicBezTo>
                        <a:pt x="1631" y="2776"/>
                        <a:pt x="1655" y="2776"/>
                        <a:pt x="1680" y="2776"/>
                      </a:cubicBezTo>
                      <a:cubicBezTo>
                        <a:pt x="1680" y="2752"/>
                        <a:pt x="1680" y="2728"/>
                        <a:pt x="1680" y="2703"/>
                      </a:cubicBezTo>
                      <a:cubicBezTo>
                        <a:pt x="1704" y="2703"/>
                        <a:pt x="1728" y="2703"/>
                        <a:pt x="1753" y="2703"/>
                      </a:cubicBezTo>
                      <a:cubicBezTo>
                        <a:pt x="1753" y="2679"/>
                        <a:pt x="1753" y="2655"/>
                        <a:pt x="1753" y="2630"/>
                      </a:cubicBezTo>
                      <a:cubicBezTo>
                        <a:pt x="1777" y="2630"/>
                        <a:pt x="1801" y="2630"/>
                        <a:pt x="1826" y="2630"/>
                      </a:cubicBezTo>
                      <a:cubicBezTo>
                        <a:pt x="1826" y="2606"/>
                        <a:pt x="1826" y="2582"/>
                        <a:pt x="1826" y="2557"/>
                      </a:cubicBezTo>
                      <a:cubicBezTo>
                        <a:pt x="1875" y="2557"/>
                        <a:pt x="1923" y="2557"/>
                        <a:pt x="1972" y="2557"/>
                      </a:cubicBezTo>
                      <a:cubicBezTo>
                        <a:pt x="1972" y="2533"/>
                        <a:pt x="1972" y="2509"/>
                        <a:pt x="1972" y="2484"/>
                      </a:cubicBezTo>
                      <a:cubicBezTo>
                        <a:pt x="1997" y="2484"/>
                        <a:pt x="2021" y="2484"/>
                        <a:pt x="2045" y="2484"/>
                      </a:cubicBezTo>
                      <a:cubicBezTo>
                        <a:pt x="2045" y="2460"/>
                        <a:pt x="2045" y="2436"/>
                        <a:pt x="2045" y="2411"/>
                      </a:cubicBezTo>
                      <a:cubicBezTo>
                        <a:pt x="2070" y="2411"/>
                        <a:pt x="2094" y="2411"/>
                        <a:pt x="2119" y="2411"/>
                      </a:cubicBezTo>
                      <a:cubicBezTo>
                        <a:pt x="2119" y="2387"/>
                        <a:pt x="2119" y="2363"/>
                        <a:pt x="2119" y="2338"/>
                      </a:cubicBezTo>
                      <a:cubicBezTo>
                        <a:pt x="2143" y="2338"/>
                        <a:pt x="2167" y="2338"/>
                        <a:pt x="2192" y="2338"/>
                      </a:cubicBezTo>
                      <a:cubicBezTo>
                        <a:pt x="2192" y="2314"/>
                        <a:pt x="2192" y="2289"/>
                        <a:pt x="2192" y="2265"/>
                      </a:cubicBezTo>
                      <a:cubicBezTo>
                        <a:pt x="2216" y="2265"/>
                        <a:pt x="2240" y="2265"/>
                        <a:pt x="2265" y="2265"/>
                      </a:cubicBezTo>
                      <a:cubicBezTo>
                        <a:pt x="2265" y="2241"/>
                        <a:pt x="2265" y="2216"/>
                        <a:pt x="2265" y="2192"/>
                      </a:cubicBezTo>
                      <a:cubicBezTo>
                        <a:pt x="2289" y="2192"/>
                        <a:pt x="2313" y="2192"/>
                        <a:pt x="2338" y="2192"/>
                      </a:cubicBezTo>
                      <a:cubicBezTo>
                        <a:pt x="2338" y="2167"/>
                        <a:pt x="2338" y="2143"/>
                        <a:pt x="2338" y="2119"/>
                      </a:cubicBezTo>
                      <a:cubicBezTo>
                        <a:pt x="2362" y="2119"/>
                        <a:pt x="2386" y="2119"/>
                        <a:pt x="2411" y="2119"/>
                      </a:cubicBezTo>
                      <a:cubicBezTo>
                        <a:pt x="2411" y="2070"/>
                        <a:pt x="2411" y="2022"/>
                        <a:pt x="2411" y="1972"/>
                      </a:cubicBezTo>
                      <a:cubicBezTo>
                        <a:pt x="2459" y="1972"/>
                        <a:pt x="2507" y="1972"/>
                        <a:pt x="2557" y="1972"/>
                      </a:cubicBezTo>
                      <a:cubicBezTo>
                        <a:pt x="2557" y="1948"/>
                        <a:pt x="2557" y="1924"/>
                        <a:pt x="2557" y="1899"/>
                      </a:cubicBezTo>
                      <a:cubicBezTo>
                        <a:pt x="2581" y="1899"/>
                        <a:pt x="2605" y="1899"/>
                        <a:pt x="2630" y="1899"/>
                      </a:cubicBezTo>
                      <a:cubicBezTo>
                        <a:pt x="2630" y="1875"/>
                        <a:pt x="2630" y="1851"/>
                        <a:pt x="2630" y="1826"/>
                      </a:cubicBezTo>
                      <a:cubicBezTo>
                        <a:pt x="2654" y="1826"/>
                        <a:pt x="2678" y="1826"/>
                        <a:pt x="2703" y="1826"/>
                      </a:cubicBezTo>
                      <a:cubicBezTo>
                        <a:pt x="2703" y="1802"/>
                        <a:pt x="2703" y="1778"/>
                        <a:pt x="2703" y="1753"/>
                      </a:cubicBezTo>
                      <a:cubicBezTo>
                        <a:pt x="2727" y="1753"/>
                        <a:pt x="2751" y="1753"/>
                        <a:pt x="2776" y="1753"/>
                      </a:cubicBezTo>
                      <a:cubicBezTo>
                        <a:pt x="2776" y="1729"/>
                        <a:pt x="2776" y="1705"/>
                        <a:pt x="2776" y="1680"/>
                      </a:cubicBezTo>
                      <a:cubicBezTo>
                        <a:pt x="2800" y="1680"/>
                        <a:pt x="2824" y="1680"/>
                        <a:pt x="2849" y="1680"/>
                      </a:cubicBezTo>
                      <a:cubicBezTo>
                        <a:pt x="2849" y="1656"/>
                        <a:pt x="2849" y="1632"/>
                        <a:pt x="2849" y="1607"/>
                      </a:cubicBezTo>
                      <a:cubicBezTo>
                        <a:pt x="2873" y="1607"/>
                        <a:pt x="2897" y="1607"/>
                        <a:pt x="2922" y="1607"/>
                      </a:cubicBezTo>
                      <a:cubicBezTo>
                        <a:pt x="2922" y="1583"/>
                        <a:pt x="2922" y="1559"/>
                        <a:pt x="2922" y="1534"/>
                      </a:cubicBezTo>
                      <a:cubicBezTo>
                        <a:pt x="2994" y="1534"/>
                        <a:pt x="3067" y="1534"/>
                        <a:pt x="3141" y="1534"/>
                      </a:cubicBezTo>
                      <a:cubicBezTo>
                        <a:pt x="3141" y="1558"/>
                        <a:pt x="3141" y="1582"/>
                        <a:pt x="3141" y="1607"/>
                      </a:cubicBezTo>
                      <a:cubicBezTo>
                        <a:pt x="3189" y="1607"/>
                        <a:pt x="3238" y="1607"/>
                        <a:pt x="3287" y="1607"/>
                      </a:cubicBezTo>
                      <a:cubicBezTo>
                        <a:pt x="3287" y="1631"/>
                        <a:pt x="3287" y="1655"/>
                        <a:pt x="3287" y="1680"/>
                      </a:cubicBezTo>
                      <a:cubicBezTo>
                        <a:pt x="3311" y="1680"/>
                        <a:pt x="3336" y="1680"/>
                        <a:pt x="3360" y="1680"/>
                      </a:cubicBezTo>
                      <a:cubicBezTo>
                        <a:pt x="3360" y="1704"/>
                        <a:pt x="3360" y="1728"/>
                        <a:pt x="3360" y="1753"/>
                      </a:cubicBezTo>
                      <a:cubicBezTo>
                        <a:pt x="3409" y="1753"/>
                        <a:pt x="3457" y="1753"/>
                        <a:pt x="3506" y="1753"/>
                      </a:cubicBezTo>
                      <a:cubicBezTo>
                        <a:pt x="3506" y="1777"/>
                        <a:pt x="3506" y="1801"/>
                        <a:pt x="3506" y="1826"/>
                      </a:cubicBezTo>
                      <a:cubicBezTo>
                        <a:pt x="3531" y="1826"/>
                        <a:pt x="3555" y="1826"/>
                        <a:pt x="3580" y="1826"/>
                      </a:cubicBezTo>
                      <a:cubicBezTo>
                        <a:pt x="3580" y="1850"/>
                        <a:pt x="3580" y="1875"/>
                        <a:pt x="3580" y="1899"/>
                      </a:cubicBezTo>
                      <a:cubicBezTo>
                        <a:pt x="3628" y="1899"/>
                        <a:pt x="3676" y="1899"/>
                        <a:pt x="3726" y="1899"/>
                      </a:cubicBezTo>
                      <a:cubicBezTo>
                        <a:pt x="3726" y="1923"/>
                        <a:pt x="3726" y="1948"/>
                        <a:pt x="3726" y="1972"/>
                      </a:cubicBezTo>
                      <a:cubicBezTo>
                        <a:pt x="3750" y="1972"/>
                        <a:pt x="3774" y="1972"/>
                        <a:pt x="3799" y="1972"/>
                      </a:cubicBezTo>
                      <a:cubicBezTo>
                        <a:pt x="3799" y="1997"/>
                        <a:pt x="3799" y="2021"/>
                        <a:pt x="3799" y="2045"/>
                      </a:cubicBezTo>
                      <a:cubicBezTo>
                        <a:pt x="3823" y="2045"/>
                        <a:pt x="3847" y="2045"/>
                        <a:pt x="3872" y="2045"/>
                      </a:cubicBezTo>
                      <a:cubicBezTo>
                        <a:pt x="3872" y="2070"/>
                        <a:pt x="3872" y="2094"/>
                        <a:pt x="3872" y="2119"/>
                      </a:cubicBezTo>
                      <a:cubicBezTo>
                        <a:pt x="3920" y="2119"/>
                        <a:pt x="3968" y="2119"/>
                        <a:pt x="4018" y="2119"/>
                      </a:cubicBezTo>
                      <a:cubicBezTo>
                        <a:pt x="4018" y="2143"/>
                        <a:pt x="4018" y="2167"/>
                        <a:pt x="4018" y="2192"/>
                      </a:cubicBezTo>
                      <a:cubicBezTo>
                        <a:pt x="4042" y="2192"/>
                        <a:pt x="4066" y="2192"/>
                        <a:pt x="4091" y="2192"/>
                      </a:cubicBezTo>
                      <a:cubicBezTo>
                        <a:pt x="4091" y="2216"/>
                        <a:pt x="4091" y="2240"/>
                        <a:pt x="4091" y="2265"/>
                      </a:cubicBezTo>
                      <a:cubicBezTo>
                        <a:pt x="4139" y="2265"/>
                        <a:pt x="4187" y="2265"/>
                        <a:pt x="4237" y="2265"/>
                      </a:cubicBezTo>
                      <a:cubicBezTo>
                        <a:pt x="4237" y="2289"/>
                        <a:pt x="4237" y="2313"/>
                        <a:pt x="4237" y="2338"/>
                      </a:cubicBezTo>
                      <a:cubicBezTo>
                        <a:pt x="4333" y="2338"/>
                        <a:pt x="4430" y="2338"/>
                        <a:pt x="4529" y="2338"/>
                      </a:cubicBezTo>
                      <a:cubicBezTo>
                        <a:pt x="4529" y="2314"/>
                        <a:pt x="4529" y="2289"/>
                        <a:pt x="4529" y="2265"/>
                      </a:cubicBezTo>
                      <a:cubicBezTo>
                        <a:pt x="4577" y="2265"/>
                        <a:pt x="4626" y="2265"/>
                        <a:pt x="4675" y="2265"/>
                      </a:cubicBezTo>
                      <a:cubicBezTo>
                        <a:pt x="4675" y="2241"/>
                        <a:pt x="4675" y="2216"/>
                        <a:pt x="4675" y="2192"/>
                      </a:cubicBezTo>
                      <a:cubicBezTo>
                        <a:pt x="4724" y="2192"/>
                        <a:pt x="4772" y="2192"/>
                        <a:pt x="4821" y="2192"/>
                      </a:cubicBezTo>
                      <a:cubicBezTo>
                        <a:pt x="4821" y="2167"/>
                        <a:pt x="4821" y="2143"/>
                        <a:pt x="4821" y="2119"/>
                      </a:cubicBezTo>
                      <a:cubicBezTo>
                        <a:pt x="4870" y="2119"/>
                        <a:pt x="4918" y="2119"/>
                        <a:pt x="4968" y="2119"/>
                      </a:cubicBezTo>
                      <a:cubicBezTo>
                        <a:pt x="4968" y="2094"/>
                        <a:pt x="4968" y="2070"/>
                        <a:pt x="4968" y="2045"/>
                      </a:cubicBezTo>
                      <a:cubicBezTo>
                        <a:pt x="5016" y="2045"/>
                        <a:pt x="5064" y="2045"/>
                        <a:pt x="5114" y="2045"/>
                      </a:cubicBezTo>
                      <a:cubicBezTo>
                        <a:pt x="5114" y="2021"/>
                        <a:pt x="5114" y="1997"/>
                        <a:pt x="5114" y="1972"/>
                      </a:cubicBezTo>
                      <a:cubicBezTo>
                        <a:pt x="5162" y="1972"/>
                        <a:pt x="5210" y="1972"/>
                        <a:pt x="5260" y="1972"/>
                      </a:cubicBezTo>
                      <a:cubicBezTo>
                        <a:pt x="5260" y="1948"/>
                        <a:pt x="5260" y="1924"/>
                        <a:pt x="5260" y="1899"/>
                      </a:cubicBezTo>
                      <a:cubicBezTo>
                        <a:pt x="5332" y="1899"/>
                        <a:pt x="5404" y="1899"/>
                        <a:pt x="5479" y="1899"/>
                      </a:cubicBezTo>
                      <a:cubicBezTo>
                        <a:pt x="5479" y="1875"/>
                        <a:pt x="5479" y="1851"/>
                        <a:pt x="5479" y="1826"/>
                      </a:cubicBezTo>
                      <a:cubicBezTo>
                        <a:pt x="5551" y="1826"/>
                        <a:pt x="5624" y="1826"/>
                        <a:pt x="5698" y="1826"/>
                      </a:cubicBezTo>
                      <a:cubicBezTo>
                        <a:pt x="5698" y="1802"/>
                        <a:pt x="5698" y="1778"/>
                        <a:pt x="5698" y="1753"/>
                      </a:cubicBezTo>
                      <a:cubicBezTo>
                        <a:pt x="5770" y="1753"/>
                        <a:pt x="5843" y="1753"/>
                        <a:pt x="5917" y="1753"/>
                      </a:cubicBezTo>
                      <a:cubicBezTo>
                        <a:pt x="5917" y="1729"/>
                        <a:pt x="5917" y="1705"/>
                        <a:pt x="5917" y="1680"/>
                      </a:cubicBezTo>
                      <a:cubicBezTo>
                        <a:pt x="5990" y="1680"/>
                        <a:pt x="6062" y="1680"/>
                        <a:pt x="6136" y="1680"/>
                      </a:cubicBezTo>
                      <a:cubicBezTo>
                        <a:pt x="6136" y="1656"/>
                        <a:pt x="6136" y="1632"/>
                        <a:pt x="6136" y="1607"/>
                      </a:cubicBezTo>
                      <a:cubicBezTo>
                        <a:pt x="6160" y="1607"/>
                        <a:pt x="6185" y="1607"/>
                        <a:pt x="6209" y="1607"/>
                      </a:cubicBezTo>
                      <a:cubicBezTo>
                        <a:pt x="6209" y="1583"/>
                        <a:pt x="6209" y="1559"/>
                        <a:pt x="6209" y="1534"/>
                      </a:cubicBezTo>
                      <a:cubicBezTo>
                        <a:pt x="6234" y="1534"/>
                        <a:pt x="6258" y="1534"/>
                        <a:pt x="6282" y="1534"/>
                      </a:cubicBezTo>
                      <a:cubicBezTo>
                        <a:pt x="6282" y="1510"/>
                        <a:pt x="6282" y="1486"/>
                        <a:pt x="6282" y="1461"/>
                      </a:cubicBezTo>
                      <a:cubicBezTo>
                        <a:pt x="6307" y="1461"/>
                        <a:pt x="6331" y="1461"/>
                        <a:pt x="6356" y="1461"/>
                      </a:cubicBezTo>
                      <a:cubicBezTo>
                        <a:pt x="6356" y="1292"/>
                        <a:pt x="6356" y="1124"/>
                        <a:pt x="6356" y="950"/>
                      </a:cubicBezTo>
                      <a:cubicBezTo>
                        <a:pt x="6380" y="950"/>
                        <a:pt x="6404" y="950"/>
                        <a:pt x="6429" y="950"/>
                      </a:cubicBezTo>
                      <a:cubicBezTo>
                        <a:pt x="6429" y="805"/>
                        <a:pt x="6429" y="660"/>
                        <a:pt x="6429" y="511"/>
                      </a:cubicBezTo>
                      <a:cubicBezTo>
                        <a:pt x="6453" y="511"/>
                        <a:pt x="6477" y="511"/>
                        <a:pt x="6502" y="511"/>
                      </a:cubicBezTo>
                      <a:cubicBezTo>
                        <a:pt x="6502" y="391"/>
                        <a:pt x="6502" y="270"/>
                        <a:pt x="6502" y="146"/>
                      </a:cubicBezTo>
                      <a:cubicBezTo>
                        <a:pt x="6526" y="146"/>
                        <a:pt x="6550" y="146"/>
                        <a:pt x="6575" y="146"/>
                      </a:cubicBezTo>
                      <a:cubicBezTo>
                        <a:pt x="6575" y="122"/>
                        <a:pt x="6575" y="98"/>
                        <a:pt x="6575" y="73"/>
                      </a:cubicBezTo>
                      <a:cubicBezTo>
                        <a:pt x="6623" y="73"/>
                        <a:pt x="6671" y="73"/>
                        <a:pt x="6721" y="73"/>
                      </a:cubicBezTo>
                      <a:cubicBezTo>
                        <a:pt x="6721" y="49"/>
                        <a:pt x="6721" y="25"/>
                        <a:pt x="6721" y="0"/>
                      </a:cubicBezTo>
                      <a:close/>
                      <a:moveTo>
                        <a:pt x="7013" y="3214"/>
                      </a:moveTo>
                      <a:cubicBezTo>
                        <a:pt x="7013" y="3238"/>
                        <a:pt x="7013" y="3262"/>
                        <a:pt x="7013" y="3287"/>
                      </a:cubicBezTo>
                      <a:cubicBezTo>
                        <a:pt x="6868" y="3287"/>
                        <a:pt x="6724" y="3287"/>
                        <a:pt x="6575" y="3287"/>
                      </a:cubicBezTo>
                      <a:cubicBezTo>
                        <a:pt x="6575" y="3311"/>
                        <a:pt x="6575" y="3336"/>
                        <a:pt x="6575" y="3360"/>
                      </a:cubicBezTo>
                      <a:cubicBezTo>
                        <a:pt x="6478" y="3360"/>
                        <a:pt x="6382" y="3360"/>
                        <a:pt x="6282" y="3360"/>
                      </a:cubicBezTo>
                      <a:cubicBezTo>
                        <a:pt x="6282" y="3384"/>
                        <a:pt x="6282" y="3409"/>
                        <a:pt x="6282" y="3433"/>
                      </a:cubicBezTo>
                      <a:cubicBezTo>
                        <a:pt x="6210" y="3433"/>
                        <a:pt x="6138" y="3433"/>
                        <a:pt x="6063" y="3433"/>
                      </a:cubicBezTo>
                      <a:cubicBezTo>
                        <a:pt x="6063" y="3458"/>
                        <a:pt x="6063" y="3482"/>
                        <a:pt x="6063" y="3506"/>
                      </a:cubicBezTo>
                      <a:cubicBezTo>
                        <a:pt x="6015" y="3506"/>
                        <a:pt x="5967" y="3506"/>
                        <a:pt x="5917" y="3506"/>
                      </a:cubicBezTo>
                      <a:cubicBezTo>
                        <a:pt x="5917" y="3531"/>
                        <a:pt x="5917" y="3555"/>
                        <a:pt x="5917" y="3580"/>
                      </a:cubicBezTo>
                      <a:cubicBezTo>
                        <a:pt x="5845" y="3580"/>
                        <a:pt x="5773" y="3580"/>
                        <a:pt x="5698" y="3580"/>
                      </a:cubicBezTo>
                      <a:cubicBezTo>
                        <a:pt x="5698" y="3604"/>
                        <a:pt x="5698" y="3628"/>
                        <a:pt x="5698" y="3653"/>
                      </a:cubicBezTo>
                      <a:cubicBezTo>
                        <a:pt x="5650" y="3653"/>
                        <a:pt x="5602" y="3653"/>
                        <a:pt x="5552" y="3653"/>
                      </a:cubicBezTo>
                      <a:cubicBezTo>
                        <a:pt x="5552" y="3677"/>
                        <a:pt x="5552" y="3701"/>
                        <a:pt x="5552" y="3726"/>
                      </a:cubicBezTo>
                      <a:cubicBezTo>
                        <a:pt x="5504" y="3726"/>
                        <a:pt x="5456" y="3726"/>
                        <a:pt x="5406" y="3726"/>
                      </a:cubicBezTo>
                      <a:cubicBezTo>
                        <a:pt x="5406" y="3750"/>
                        <a:pt x="5406" y="3774"/>
                        <a:pt x="5406" y="3799"/>
                      </a:cubicBezTo>
                      <a:cubicBezTo>
                        <a:pt x="5382" y="3799"/>
                        <a:pt x="5358" y="3799"/>
                        <a:pt x="5333" y="3799"/>
                      </a:cubicBezTo>
                      <a:cubicBezTo>
                        <a:pt x="5333" y="3823"/>
                        <a:pt x="5333" y="3847"/>
                        <a:pt x="5333" y="3872"/>
                      </a:cubicBezTo>
                      <a:cubicBezTo>
                        <a:pt x="5285" y="3872"/>
                        <a:pt x="5236" y="3872"/>
                        <a:pt x="5187" y="3872"/>
                      </a:cubicBezTo>
                      <a:cubicBezTo>
                        <a:pt x="5187" y="3896"/>
                        <a:pt x="5187" y="3920"/>
                        <a:pt x="5187" y="3945"/>
                      </a:cubicBezTo>
                      <a:cubicBezTo>
                        <a:pt x="5163" y="3945"/>
                        <a:pt x="5138" y="3945"/>
                        <a:pt x="5114" y="3945"/>
                      </a:cubicBezTo>
                      <a:cubicBezTo>
                        <a:pt x="5114" y="3969"/>
                        <a:pt x="5114" y="3993"/>
                        <a:pt x="5114" y="4018"/>
                      </a:cubicBezTo>
                      <a:cubicBezTo>
                        <a:pt x="5065" y="4018"/>
                        <a:pt x="5017" y="4018"/>
                        <a:pt x="4968" y="4018"/>
                      </a:cubicBezTo>
                      <a:cubicBezTo>
                        <a:pt x="4968" y="4042"/>
                        <a:pt x="4968" y="4066"/>
                        <a:pt x="4968" y="4091"/>
                      </a:cubicBezTo>
                      <a:cubicBezTo>
                        <a:pt x="4943" y="4091"/>
                        <a:pt x="4919" y="4091"/>
                        <a:pt x="4894" y="4091"/>
                      </a:cubicBezTo>
                      <a:cubicBezTo>
                        <a:pt x="4894" y="4115"/>
                        <a:pt x="4894" y="4139"/>
                        <a:pt x="4894" y="4164"/>
                      </a:cubicBezTo>
                      <a:cubicBezTo>
                        <a:pt x="4846" y="4164"/>
                        <a:pt x="4798" y="4164"/>
                        <a:pt x="4748" y="4164"/>
                      </a:cubicBezTo>
                      <a:cubicBezTo>
                        <a:pt x="4748" y="4188"/>
                        <a:pt x="4748" y="4212"/>
                        <a:pt x="4748" y="4237"/>
                      </a:cubicBezTo>
                      <a:cubicBezTo>
                        <a:pt x="4724" y="4237"/>
                        <a:pt x="4700" y="4237"/>
                        <a:pt x="4675" y="4237"/>
                      </a:cubicBezTo>
                      <a:cubicBezTo>
                        <a:pt x="4675" y="4261"/>
                        <a:pt x="4675" y="4285"/>
                        <a:pt x="4675" y="4310"/>
                      </a:cubicBezTo>
                      <a:cubicBezTo>
                        <a:pt x="4651" y="4310"/>
                        <a:pt x="4627" y="4310"/>
                        <a:pt x="4602" y="4310"/>
                      </a:cubicBezTo>
                      <a:cubicBezTo>
                        <a:pt x="4602" y="4334"/>
                        <a:pt x="4602" y="4358"/>
                        <a:pt x="4602" y="4383"/>
                      </a:cubicBezTo>
                      <a:cubicBezTo>
                        <a:pt x="4578" y="4383"/>
                        <a:pt x="4554" y="4383"/>
                        <a:pt x="4529" y="4383"/>
                      </a:cubicBezTo>
                      <a:cubicBezTo>
                        <a:pt x="4529" y="4407"/>
                        <a:pt x="4529" y="4431"/>
                        <a:pt x="4529" y="4456"/>
                      </a:cubicBezTo>
                      <a:cubicBezTo>
                        <a:pt x="4505" y="4456"/>
                        <a:pt x="4481" y="4456"/>
                        <a:pt x="4456" y="4456"/>
                      </a:cubicBezTo>
                      <a:cubicBezTo>
                        <a:pt x="4456" y="4480"/>
                        <a:pt x="4456" y="4504"/>
                        <a:pt x="4456" y="4529"/>
                      </a:cubicBezTo>
                      <a:cubicBezTo>
                        <a:pt x="4432" y="4529"/>
                        <a:pt x="4408" y="4529"/>
                        <a:pt x="4383" y="4529"/>
                      </a:cubicBezTo>
                      <a:cubicBezTo>
                        <a:pt x="4383" y="4553"/>
                        <a:pt x="4383" y="4577"/>
                        <a:pt x="4383" y="4602"/>
                      </a:cubicBezTo>
                      <a:cubicBezTo>
                        <a:pt x="4359" y="4602"/>
                        <a:pt x="4335" y="4602"/>
                        <a:pt x="4310" y="4602"/>
                      </a:cubicBezTo>
                      <a:cubicBezTo>
                        <a:pt x="4310" y="4626"/>
                        <a:pt x="4310" y="4650"/>
                        <a:pt x="4310" y="4675"/>
                      </a:cubicBezTo>
                      <a:cubicBezTo>
                        <a:pt x="4286" y="4675"/>
                        <a:pt x="4262" y="4675"/>
                        <a:pt x="4237" y="4675"/>
                      </a:cubicBezTo>
                      <a:cubicBezTo>
                        <a:pt x="4237" y="4699"/>
                        <a:pt x="4237" y="4724"/>
                        <a:pt x="4237" y="4748"/>
                      </a:cubicBezTo>
                      <a:cubicBezTo>
                        <a:pt x="4213" y="4748"/>
                        <a:pt x="4189" y="4748"/>
                        <a:pt x="4164" y="4748"/>
                      </a:cubicBezTo>
                      <a:cubicBezTo>
                        <a:pt x="4164" y="4797"/>
                        <a:pt x="4164" y="4845"/>
                        <a:pt x="4164" y="4894"/>
                      </a:cubicBezTo>
                      <a:cubicBezTo>
                        <a:pt x="4140" y="4894"/>
                        <a:pt x="4116" y="4894"/>
                        <a:pt x="4091" y="4894"/>
                      </a:cubicBezTo>
                      <a:cubicBezTo>
                        <a:pt x="4091" y="4919"/>
                        <a:pt x="4091" y="4943"/>
                        <a:pt x="4091" y="4968"/>
                      </a:cubicBezTo>
                      <a:cubicBezTo>
                        <a:pt x="4067" y="4968"/>
                        <a:pt x="4043" y="4968"/>
                        <a:pt x="4018" y="4968"/>
                      </a:cubicBezTo>
                      <a:cubicBezTo>
                        <a:pt x="4018" y="4992"/>
                        <a:pt x="4018" y="5016"/>
                        <a:pt x="4018" y="5041"/>
                      </a:cubicBezTo>
                      <a:cubicBezTo>
                        <a:pt x="3994" y="5041"/>
                        <a:pt x="3970" y="5041"/>
                        <a:pt x="3945" y="5041"/>
                      </a:cubicBezTo>
                      <a:cubicBezTo>
                        <a:pt x="3945" y="5089"/>
                        <a:pt x="3945" y="5137"/>
                        <a:pt x="3945" y="5187"/>
                      </a:cubicBezTo>
                      <a:cubicBezTo>
                        <a:pt x="3921" y="5187"/>
                        <a:pt x="3897" y="5187"/>
                        <a:pt x="3872" y="5187"/>
                      </a:cubicBezTo>
                      <a:cubicBezTo>
                        <a:pt x="3872" y="5211"/>
                        <a:pt x="3872" y="5235"/>
                        <a:pt x="3872" y="5260"/>
                      </a:cubicBezTo>
                      <a:cubicBezTo>
                        <a:pt x="3848" y="5260"/>
                        <a:pt x="3824" y="5260"/>
                        <a:pt x="3799" y="5260"/>
                      </a:cubicBezTo>
                      <a:cubicBezTo>
                        <a:pt x="3799" y="5308"/>
                        <a:pt x="3799" y="5356"/>
                        <a:pt x="3799" y="5406"/>
                      </a:cubicBezTo>
                      <a:cubicBezTo>
                        <a:pt x="3775" y="5406"/>
                        <a:pt x="3750" y="5406"/>
                        <a:pt x="3726" y="5406"/>
                      </a:cubicBezTo>
                      <a:cubicBezTo>
                        <a:pt x="3726" y="5454"/>
                        <a:pt x="3726" y="5502"/>
                        <a:pt x="3726" y="5552"/>
                      </a:cubicBezTo>
                      <a:cubicBezTo>
                        <a:pt x="3702" y="5552"/>
                        <a:pt x="3677" y="5552"/>
                        <a:pt x="3653" y="5552"/>
                      </a:cubicBezTo>
                      <a:cubicBezTo>
                        <a:pt x="3653" y="5600"/>
                        <a:pt x="3653" y="5648"/>
                        <a:pt x="3653" y="5698"/>
                      </a:cubicBezTo>
                      <a:cubicBezTo>
                        <a:pt x="3628" y="5698"/>
                        <a:pt x="3604" y="5698"/>
                        <a:pt x="3580" y="5698"/>
                      </a:cubicBezTo>
                      <a:cubicBezTo>
                        <a:pt x="3580" y="5746"/>
                        <a:pt x="3580" y="5794"/>
                        <a:pt x="3580" y="5844"/>
                      </a:cubicBezTo>
                      <a:cubicBezTo>
                        <a:pt x="3555" y="5844"/>
                        <a:pt x="3531" y="5844"/>
                        <a:pt x="3506" y="5844"/>
                      </a:cubicBezTo>
                      <a:cubicBezTo>
                        <a:pt x="3506" y="5892"/>
                        <a:pt x="3506" y="5941"/>
                        <a:pt x="3506" y="5990"/>
                      </a:cubicBezTo>
                      <a:cubicBezTo>
                        <a:pt x="3482" y="5990"/>
                        <a:pt x="3458" y="5990"/>
                        <a:pt x="3433" y="5990"/>
                      </a:cubicBezTo>
                      <a:cubicBezTo>
                        <a:pt x="3433" y="6087"/>
                        <a:pt x="3433" y="6183"/>
                        <a:pt x="3433" y="6282"/>
                      </a:cubicBezTo>
                      <a:cubicBezTo>
                        <a:pt x="3409" y="6282"/>
                        <a:pt x="3385" y="6282"/>
                        <a:pt x="3360" y="6282"/>
                      </a:cubicBezTo>
                      <a:cubicBezTo>
                        <a:pt x="3360" y="6355"/>
                        <a:pt x="3360" y="6427"/>
                        <a:pt x="3360" y="6502"/>
                      </a:cubicBezTo>
                      <a:cubicBezTo>
                        <a:pt x="3336" y="6502"/>
                        <a:pt x="3312" y="6502"/>
                        <a:pt x="3287" y="6502"/>
                      </a:cubicBezTo>
                      <a:cubicBezTo>
                        <a:pt x="3287" y="6622"/>
                        <a:pt x="3287" y="6743"/>
                        <a:pt x="3287" y="6867"/>
                      </a:cubicBezTo>
                      <a:cubicBezTo>
                        <a:pt x="3263" y="6867"/>
                        <a:pt x="3239" y="6867"/>
                        <a:pt x="3214" y="6867"/>
                      </a:cubicBezTo>
                      <a:cubicBezTo>
                        <a:pt x="3214" y="7277"/>
                        <a:pt x="3214" y="7687"/>
                        <a:pt x="3214" y="8109"/>
                      </a:cubicBezTo>
                      <a:cubicBezTo>
                        <a:pt x="3238" y="8109"/>
                        <a:pt x="3262" y="8109"/>
                        <a:pt x="3287" y="8109"/>
                      </a:cubicBezTo>
                      <a:cubicBezTo>
                        <a:pt x="3287" y="8253"/>
                        <a:pt x="3287" y="8398"/>
                        <a:pt x="3287" y="8547"/>
                      </a:cubicBezTo>
                      <a:cubicBezTo>
                        <a:pt x="3311" y="8547"/>
                        <a:pt x="3336" y="8547"/>
                        <a:pt x="3360" y="8547"/>
                      </a:cubicBezTo>
                      <a:cubicBezTo>
                        <a:pt x="3360" y="8619"/>
                        <a:pt x="3360" y="8692"/>
                        <a:pt x="3360" y="8766"/>
                      </a:cubicBezTo>
                      <a:cubicBezTo>
                        <a:pt x="3384" y="8766"/>
                        <a:pt x="3409" y="8766"/>
                        <a:pt x="3433" y="8766"/>
                      </a:cubicBezTo>
                      <a:cubicBezTo>
                        <a:pt x="3433" y="8839"/>
                        <a:pt x="3433" y="8911"/>
                        <a:pt x="3433" y="8985"/>
                      </a:cubicBezTo>
                      <a:cubicBezTo>
                        <a:pt x="3458" y="8985"/>
                        <a:pt x="3482" y="8985"/>
                        <a:pt x="3506" y="8985"/>
                      </a:cubicBezTo>
                      <a:cubicBezTo>
                        <a:pt x="3506" y="9034"/>
                        <a:pt x="3506" y="9082"/>
                        <a:pt x="3506" y="9131"/>
                      </a:cubicBezTo>
                      <a:cubicBezTo>
                        <a:pt x="3531" y="9131"/>
                        <a:pt x="3555" y="9131"/>
                        <a:pt x="3580" y="9131"/>
                      </a:cubicBezTo>
                      <a:cubicBezTo>
                        <a:pt x="3580" y="9204"/>
                        <a:pt x="3580" y="9276"/>
                        <a:pt x="3580" y="9351"/>
                      </a:cubicBezTo>
                      <a:cubicBezTo>
                        <a:pt x="3604" y="9351"/>
                        <a:pt x="3628" y="9351"/>
                        <a:pt x="3653" y="9351"/>
                      </a:cubicBezTo>
                      <a:cubicBezTo>
                        <a:pt x="3653" y="9399"/>
                        <a:pt x="3653" y="9447"/>
                        <a:pt x="3653" y="9497"/>
                      </a:cubicBezTo>
                      <a:cubicBezTo>
                        <a:pt x="3677" y="9497"/>
                        <a:pt x="3701" y="9497"/>
                        <a:pt x="3726" y="9497"/>
                      </a:cubicBezTo>
                      <a:cubicBezTo>
                        <a:pt x="3726" y="9545"/>
                        <a:pt x="3726" y="9593"/>
                        <a:pt x="3726" y="9643"/>
                      </a:cubicBezTo>
                      <a:cubicBezTo>
                        <a:pt x="3750" y="9643"/>
                        <a:pt x="3774" y="9643"/>
                        <a:pt x="3799" y="9643"/>
                      </a:cubicBezTo>
                      <a:cubicBezTo>
                        <a:pt x="3799" y="9667"/>
                        <a:pt x="3799" y="9691"/>
                        <a:pt x="3799" y="9716"/>
                      </a:cubicBezTo>
                      <a:cubicBezTo>
                        <a:pt x="3823" y="9716"/>
                        <a:pt x="3847" y="9716"/>
                        <a:pt x="3872" y="9716"/>
                      </a:cubicBezTo>
                      <a:cubicBezTo>
                        <a:pt x="3872" y="9764"/>
                        <a:pt x="3872" y="9812"/>
                        <a:pt x="3872" y="9862"/>
                      </a:cubicBezTo>
                      <a:cubicBezTo>
                        <a:pt x="3896" y="9862"/>
                        <a:pt x="3920" y="9862"/>
                        <a:pt x="3945" y="9862"/>
                      </a:cubicBezTo>
                      <a:cubicBezTo>
                        <a:pt x="3945" y="9886"/>
                        <a:pt x="3945" y="9910"/>
                        <a:pt x="3945" y="9935"/>
                      </a:cubicBezTo>
                      <a:cubicBezTo>
                        <a:pt x="3969" y="9935"/>
                        <a:pt x="3993" y="9935"/>
                        <a:pt x="4018" y="9935"/>
                      </a:cubicBezTo>
                      <a:cubicBezTo>
                        <a:pt x="4018" y="9983"/>
                        <a:pt x="4018" y="10031"/>
                        <a:pt x="4018" y="10081"/>
                      </a:cubicBezTo>
                      <a:cubicBezTo>
                        <a:pt x="4042" y="10081"/>
                        <a:pt x="4066" y="10081"/>
                        <a:pt x="4091" y="10081"/>
                      </a:cubicBezTo>
                      <a:cubicBezTo>
                        <a:pt x="4091" y="10105"/>
                        <a:pt x="4091" y="10129"/>
                        <a:pt x="4091" y="10154"/>
                      </a:cubicBezTo>
                      <a:cubicBezTo>
                        <a:pt x="4115" y="10154"/>
                        <a:pt x="4139" y="10154"/>
                        <a:pt x="4164" y="10154"/>
                      </a:cubicBezTo>
                      <a:cubicBezTo>
                        <a:pt x="4164" y="10178"/>
                        <a:pt x="4164" y="10202"/>
                        <a:pt x="4164" y="10227"/>
                      </a:cubicBezTo>
                      <a:cubicBezTo>
                        <a:pt x="4188" y="10227"/>
                        <a:pt x="4212" y="10227"/>
                        <a:pt x="4237" y="10227"/>
                      </a:cubicBezTo>
                      <a:cubicBezTo>
                        <a:pt x="4237" y="10251"/>
                        <a:pt x="4237" y="10275"/>
                        <a:pt x="4237" y="10300"/>
                      </a:cubicBezTo>
                      <a:cubicBezTo>
                        <a:pt x="4261" y="10300"/>
                        <a:pt x="4285" y="10300"/>
                        <a:pt x="4310" y="10300"/>
                      </a:cubicBezTo>
                      <a:cubicBezTo>
                        <a:pt x="4310" y="10324"/>
                        <a:pt x="4310" y="10349"/>
                        <a:pt x="4310" y="10373"/>
                      </a:cubicBezTo>
                      <a:cubicBezTo>
                        <a:pt x="4334" y="10373"/>
                        <a:pt x="4358" y="10373"/>
                        <a:pt x="4383" y="10373"/>
                      </a:cubicBezTo>
                      <a:cubicBezTo>
                        <a:pt x="4383" y="10397"/>
                        <a:pt x="4383" y="10422"/>
                        <a:pt x="4383" y="10446"/>
                      </a:cubicBezTo>
                      <a:cubicBezTo>
                        <a:pt x="4407" y="10446"/>
                        <a:pt x="4431" y="10446"/>
                        <a:pt x="4456" y="10446"/>
                      </a:cubicBezTo>
                      <a:cubicBezTo>
                        <a:pt x="4456" y="10471"/>
                        <a:pt x="4456" y="10495"/>
                        <a:pt x="4456" y="10519"/>
                      </a:cubicBezTo>
                      <a:cubicBezTo>
                        <a:pt x="4480" y="10519"/>
                        <a:pt x="4504" y="10519"/>
                        <a:pt x="4529" y="10519"/>
                      </a:cubicBezTo>
                      <a:cubicBezTo>
                        <a:pt x="4529" y="10544"/>
                        <a:pt x="4529" y="10568"/>
                        <a:pt x="4529" y="10593"/>
                      </a:cubicBezTo>
                      <a:cubicBezTo>
                        <a:pt x="4553" y="10593"/>
                        <a:pt x="4577" y="10593"/>
                        <a:pt x="4602" y="10593"/>
                      </a:cubicBezTo>
                      <a:cubicBezTo>
                        <a:pt x="4602" y="10617"/>
                        <a:pt x="4602" y="10641"/>
                        <a:pt x="4602" y="10666"/>
                      </a:cubicBezTo>
                      <a:cubicBezTo>
                        <a:pt x="4626" y="10666"/>
                        <a:pt x="4650" y="10666"/>
                        <a:pt x="4675" y="10666"/>
                      </a:cubicBezTo>
                      <a:cubicBezTo>
                        <a:pt x="4675" y="10690"/>
                        <a:pt x="4675" y="10714"/>
                        <a:pt x="4675" y="10739"/>
                      </a:cubicBezTo>
                      <a:cubicBezTo>
                        <a:pt x="4699" y="10739"/>
                        <a:pt x="4724" y="10739"/>
                        <a:pt x="4748" y="10739"/>
                      </a:cubicBezTo>
                      <a:cubicBezTo>
                        <a:pt x="4748" y="10763"/>
                        <a:pt x="4748" y="10787"/>
                        <a:pt x="4748" y="10812"/>
                      </a:cubicBezTo>
                      <a:cubicBezTo>
                        <a:pt x="4772" y="10812"/>
                        <a:pt x="4797" y="10812"/>
                        <a:pt x="4821" y="10812"/>
                      </a:cubicBezTo>
                      <a:cubicBezTo>
                        <a:pt x="4821" y="10836"/>
                        <a:pt x="4821" y="10860"/>
                        <a:pt x="4821" y="10885"/>
                      </a:cubicBezTo>
                      <a:cubicBezTo>
                        <a:pt x="4846" y="10885"/>
                        <a:pt x="4870" y="10885"/>
                        <a:pt x="4894" y="10885"/>
                      </a:cubicBezTo>
                      <a:cubicBezTo>
                        <a:pt x="4894" y="10909"/>
                        <a:pt x="4894" y="10933"/>
                        <a:pt x="4894" y="10958"/>
                      </a:cubicBezTo>
                      <a:cubicBezTo>
                        <a:pt x="4943" y="10958"/>
                        <a:pt x="4991" y="10958"/>
                        <a:pt x="5041" y="10958"/>
                      </a:cubicBezTo>
                      <a:cubicBezTo>
                        <a:pt x="5041" y="10982"/>
                        <a:pt x="5041" y="11006"/>
                        <a:pt x="5041" y="11031"/>
                      </a:cubicBezTo>
                      <a:cubicBezTo>
                        <a:pt x="5065" y="11031"/>
                        <a:pt x="5089" y="11031"/>
                        <a:pt x="5114" y="11031"/>
                      </a:cubicBezTo>
                      <a:cubicBezTo>
                        <a:pt x="5114" y="11055"/>
                        <a:pt x="5114" y="11079"/>
                        <a:pt x="5114" y="11104"/>
                      </a:cubicBezTo>
                      <a:cubicBezTo>
                        <a:pt x="5162" y="11104"/>
                        <a:pt x="5210" y="11104"/>
                        <a:pt x="5260" y="11104"/>
                      </a:cubicBezTo>
                      <a:cubicBezTo>
                        <a:pt x="5260" y="11128"/>
                        <a:pt x="5260" y="11152"/>
                        <a:pt x="5260" y="11177"/>
                      </a:cubicBezTo>
                      <a:cubicBezTo>
                        <a:pt x="5284" y="11177"/>
                        <a:pt x="5308" y="11177"/>
                        <a:pt x="5333" y="11177"/>
                      </a:cubicBezTo>
                      <a:cubicBezTo>
                        <a:pt x="5333" y="11201"/>
                        <a:pt x="5333" y="11225"/>
                        <a:pt x="5333" y="11250"/>
                      </a:cubicBezTo>
                      <a:cubicBezTo>
                        <a:pt x="5381" y="11250"/>
                        <a:pt x="5429" y="11250"/>
                        <a:pt x="5479" y="11250"/>
                      </a:cubicBezTo>
                      <a:cubicBezTo>
                        <a:pt x="5479" y="11274"/>
                        <a:pt x="5479" y="11298"/>
                        <a:pt x="5479" y="11323"/>
                      </a:cubicBezTo>
                      <a:cubicBezTo>
                        <a:pt x="5527" y="11323"/>
                        <a:pt x="5575" y="11323"/>
                        <a:pt x="5625" y="11323"/>
                      </a:cubicBezTo>
                      <a:cubicBezTo>
                        <a:pt x="5625" y="11347"/>
                        <a:pt x="5625" y="11371"/>
                        <a:pt x="5625" y="11396"/>
                      </a:cubicBezTo>
                      <a:cubicBezTo>
                        <a:pt x="5673" y="11396"/>
                        <a:pt x="5721" y="11396"/>
                        <a:pt x="5771" y="11396"/>
                      </a:cubicBezTo>
                      <a:cubicBezTo>
                        <a:pt x="5771" y="11420"/>
                        <a:pt x="5771" y="11444"/>
                        <a:pt x="5771" y="11469"/>
                      </a:cubicBezTo>
                      <a:cubicBezTo>
                        <a:pt x="5843" y="11469"/>
                        <a:pt x="5916" y="11469"/>
                        <a:pt x="5990" y="11469"/>
                      </a:cubicBezTo>
                      <a:cubicBezTo>
                        <a:pt x="5990" y="11493"/>
                        <a:pt x="5990" y="11517"/>
                        <a:pt x="5990" y="11542"/>
                      </a:cubicBezTo>
                      <a:cubicBezTo>
                        <a:pt x="6063" y="11542"/>
                        <a:pt x="6135" y="11542"/>
                        <a:pt x="6209" y="11542"/>
                      </a:cubicBezTo>
                      <a:cubicBezTo>
                        <a:pt x="6209" y="11566"/>
                        <a:pt x="6209" y="11590"/>
                        <a:pt x="6209" y="11615"/>
                      </a:cubicBezTo>
                      <a:cubicBezTo>
                        <a:pt x="6282" y="11615"/>
                        <a:pt x="6354" y="11615"/>
                        <a:pt x="6429" y="11615"/>
                      </a:cubicBezTo>
                      <a:cubicBezTo>
                        <a:pt x="6429" y="11639"/>
                        <a:pt x="6429" y="11663"/>
                        <a:pt x="6429" y="11688"/>
                      </a:cubicBezTo>
                      <a:cubicBezTo>
                        <a:pt x="6549" y="11688"/>
                        <a:pt x="6670" y="11688"/>
                        <a:pt x="6794" y="11688"/>
                      </a:cubicBezTo>
                      <a:cubicBezTo>
                        <a:pt x="6794" y="11712"/>
                        <a:pt x="6794" y="11737"/>
                        <a:pt x="6794" y="11761"/>
                      </a:cubicBezTo>
                      <a:cubicBezTo>
                        <a:pt x="6963" y="11761"/>
                        <a:pt x="7131" y="11761"/>
                        <a:pt x="7305" y="11761"/>
                      </a:cubicBezTo>
                      <a:cubicBezTo>
                        <a:pt x="7305" y="11785"/>
                        <a:pt x="7305" y="11810"/>
                        <a:pt x="7305" y="11834"/>
                      </a:cubicBezTo>
                      <a:cubicBezTo>
                        <a:pt x="7450" y="11834"/>
                        <a:pt x="7594" y="11834"/>
                        <a:pt x="7744" y="11834"/>
                      </a:cubicBezTo>
                      <a:cubicBezTo>
                        <a:pt x="7744" y="11810"/>
                        <a:pt x="7744" y="11786"/>
                        <a:pt x="7744" y="11761"/>
                      </a:cubicBezTo>
                      <a:cubicBezTo>
                        <a:pt x="7960" y="11761"/>
                        <a:pt x="8177" y="11761"/>
                        <a:pt x="8401" y="11761"/>
                      </a:cubicBezTo>
                      <a:cubicBezTo>
                        <a:pt x="8401" y="11737"/>
                        <a:pt x="8401" y="11713"/>
                        <a:pt x="8401" y="11688"/>
                      </a:cubicBezTo>
                      <a:cubicBezTo>
                        <a:pt x="8497" y="11688"/>
                        <a:pt x="8594" y="11688"/>
                        <a:pt x="8693" y="11688"/>
                      </a:cubicBezTo>
                      <a:cubicBezTo>
                        <a:pt x="8693" y="11664"/>
                        <a:pt x="8693" y="11640"/>
                        <a:pt x="8693" y="11615"/>
                      </a:cubicBezTo>
                      <a:cubicBezTo>
                        <a:pt x="8790" y="11615"/>
                        <a:pt x="8886" y="11615"/>
                        <a:pt x="8985" y="11615"/>
                      </a:cubicBezTo>
                      <a:cubicBezTo>
                        <a:pt x="8985" y="11591"/>
                        <a:pt x="8985" y="11567"/>
                        <a:pt x="8985" y="11542"/>
                      </a:cubicBezTo>
                      <a:cubicBezTo>
                        <a:pt x="9034" y="11542"/>
                        <a:pt x="9082" y="11542"/>
                        <a:pt x="9131" y="11542"/>
                      </a:cubicBezTo>
                      <a:cubicBezTo>
                        <a:pt x="9131" y="11518"/>
                        <a:pt x="9131" y="11494"/>
                        <a:pt x="9131" y="11469"/>
                      </a:cubicBezTo>
                      <a:cubicBezTo>
                        <a:pt x="9204" y="11469"/>
                        <a:pt x="9276" y="11469"/>
                        <a:pt x="9351" y="11469"/>
                      </a:cubicBezTo>
                      <a:cubicBezTo>
                        <a:pt x="9351" y="11445"/>
                        <a:pt x="9351" y="11421"/>
                        <a:pt x="9351" y="11396"/>
                      </a:cubicBezTo>
                      <a:cubicBezTo>
                        <a:pt x="9399" y="11396"/>
                        <a:pt x="9447" y="11396"/>
                        <a:pt x="9497" y="11396"/>
                      </a:cubicBezTo>
                      <a:cubicBezTo>
                        <a:pt x="9497" y="11372"/>
                        <a:pt x="9497" y="11348"/>
                        <a:pt x="9497" y="11323"/>
                      </a:cubicBezTo>
                      <a:cubicBezTo>
                        <a:pt x="9545" y="11323"/>
                        <a:pt x="9593" y="11323"/>
                        <a:pt x="9643" y="11323"/>
                      </a:cubicBezTo>
                      <a:cubicBezTo>
                        <a:pt x="9643" y="11299"/>
                        <a:pt x="9643" y="11275"/>
                        <a:pt x="9643" y="11250"/>
                      </a:cubicBezTo>
                      <a:cubicBezTo>
                        <a:pt x="9667" y="11250"/>
                        <a:pt x="9691" y="11250"/>
                        <a:pt x="9716" y="11250"/>
                      </a:cubicBezTo>
                      <a:cubicBezTo>
                        <a:pt x="9716" y="11226"/>
                        <a:pt x="9716" y="11202"/>
                        <a:pt x="9716" y="11177"/>
                      </a:cubicBezTo>
                      <a:cubicBezTo>
                        <a:pt x="9764" y="11177"/>
                        <a:pt x="9812" y="11177"/>
                        <a:pt x="9862" y="11177"/>
                      </a:cubicBezTo>
                      <a:cubicBezTo>
                        <a:pt x="9862" y="11153"/>
                        <a:pt x="9862" y="11129"/>
                        <a:pt x="9862" y="11104"/>
                      </a:cubicBezTo>
                      <a:cubicBezTo>
                        <a:pt x="9910" y="11104"/>
                        <a:pt x="9958" y="11104"/>
                        <a:pt x="10008" y="11104"/>
                      </a:cubicBezTo>
                      <a:cubicBezTo>
                        <a:pt x="10008" y="11080"/>
                        <a:pt x="10008" y="11056"/>
                        <a:pt x="10008" y="11031"/>
                      </a:cubicBezTo>
                      <a:cubicBezTo>
                        <a:pt x="10032" y="11031"/>
                        <a:pt x="10056" y="11031"/>
                        <a:pt x="10081" y="11031"/>
                      </a:cubicBezTo>
                      <a:cubicBezTo>
                        <a:pt x="10081" y="11007"/>
                        <a:pt x="10081" y="10983"/>
                        <a:pt x="10081" y="10958"/>
                      </a:cubicBezTo>
                      <a:cubicBezTo>
                        <a:pt x="10129" y="10958"/>
                        <a:pt x="10178" y="10958"/>
                        <a:pt x="10227" y="10958"/>
                      </a:cubicBezTo>
                      <a:cubicBezTo>
                        <a:pt x="10227" y="10934"/>
                        <a:pt x="10227" y="10910"/>
                        <a:pt x="10227" y="10885"/>
                      </a:cubicBezTo>
                      <a:cubicBezTo>
                        <a:pt x="10251" y="10885"/>
                        <a:pt x="10275" y="10885"/>
                        <a:pt x="10300" y="10885"/>
                      </a:cubicBezTo>
                      <a:cubicBezTo>
                        <a:pt x="10300" y="10861"/>
                        <a:pt x="10300" y="10837"/>
                        <a:pt x="10300" y="10812"/>
                      </a:cubicBezTo>
                      <a:cubicBezTo>
                        <a:pt x="10324" y="10812"/>
                        <a:pt x="10349" y="10812"/>
                        <a:pt x="10373" y="10812"/>
                      </a:cubicBezTo>
                      <a:cubicBezTo>
                        <a:pt x="10373" y="10788"/>
                        <a:pt x="10373" y="10763"/>
                        <a:pt x="10373" y="10739"/>
                      </a:cubicBezTo>
                      <a:cubicBezTo>
                        <a:pt x="10397" y="10739"/>
                        <a:pt x="10422" y="10739"/>
                        <a:pt x="10446" y="10739"/>
                      </a:cubicBezTo>
                      <a:cubicBezTo>
                        <a:pt x="10446" y="10715"/>
                        <a:pt x="10446" y="10690"/>
                        <a:pt x="10446" y="10666"/>
                      </a:cubicBezTo>
                      <a:cubicBezTo>
                        <a:pt x="10471" y="10666"/>
                        <a:pt x="10495" y="10666"/>
                        <a:pt x="10519" y="10666"/>
                      </a:cubicBezTo>
                      <a:cubicBezTo>
                        <a:pt x="10519" y="10641"/>
                        <a:pt x="10519" y="10617"/>
                        <a:pt x="10519" y="10593"/>
                      </a:cubicBezTo>
                      <a:cubicBezTo>
                        <a:pt x="10544" y="10593"/>
                        <a:pt x="10568" y="10593"/>
                        <a:pt x="10593" y="10593"/>
                      </a:cubicBezTo>
                      <a:cubicBezTo>
                        <a:pt x="10593" y="10568"/>
                        <a:pt x="10593" y="10544"/>
                        <a:pt x="10593" y="10519"/>
                      </a:cubicBezTo>
                      <a:cubicBezTo>
                        <a:pt x="10617" y="10519"/>
                        <a:pt x="10641" y="10519"/>
                        <a:pt x="10666" y="10519"/>
                      </a:cubicBezTo>
                      <a:cubicBezTo>
                        <a:pt x="10666" y="10495"/>
                        <a:pt x="10666" y="10471"/>
                        <a:pt x="10666" y="10446"/>
                      </a:cubicBezTo>
                      <a:cubicBezTo>
                        <a:pt x="10690" y="10446"/>
                        <a:pt x="10714" y="10446"/>
                        <a:pt x="10739" y="10446"/>
                      </a:cubicBezTo>
                      <a:cubicBezTo>
                        <a:pt x="10739" y="10422"/>
                        <a:pt x="10739" y="10398"/>
                        <a:pt x="10739" y="10373"/>
                      </a:cubicBezTo>
                      <a:cubicBezTo>
                        <a:pt x="10763" y="10373"/>
                        <a:pt x="10787" y="10373"/>
                        <a:pt x="10812" y="10373"/>
                      </a:cubicBezTo>
                      <a:cubicBezTo>
                        <a:pt x="10812" y="10349"/>
                        <a:pt x="10812" y="10325"/>
                        <a:pt x="10812" y="10300"/>
                      </a:cubicBezTo>
                      <a:cubicBezTo>
                        <a:pt x="10836" y="10300"/>
                        <a:pt x="10860" y="10300"/>
                        <a:pt x="10885" y="10300"/>
                      </a:cubicBezTo>
                      <a:cubicBezTo>
                        <a:pt x="10885" y="10276"/>
                        <a:pt x="10885" y="10252"/>
                        <a:pt x="10885" y="10227"/>
                      </a:cubicBezTo>
                      <a:cubicBezTo>
                        <a:pt x="10909" y="10227"/>
                        <a:pt x="10933" y="10227"/>
                        <a:pt x="10958" y="10227"/>
                      </a:cubicBezTo>
                      <a:cubicBezTo>
                        <a:pt x="10958" y="10203"/>
                        <a:pt x="10958" y="10179"/>
                        <a:pt x="10958" y="10154"/>
                      </a:cubicBezTo>
                      <a:cubicBezTo>
                        <a:pt x="10982" y="10154"/>
                        <a:pt x="11006" y="10154"/>
                        <a:pt x="11031" y="10154"/>
                      </a:cubicBezTo>
                      <a:cubicBezTo>
                        <a:pt x="11031" y="10130"/>
                        <a:pt x="11031" y="10106"/>
                        <a:pt x="11031" y="10081"/>
                      </a:cubicBezTo>
                      <a:cubicBezTo>
                        <a:pt x="11055" y="10081"/>
                        <a:pt x="11079" y="10081"/>
                        <a:pt x="11104" y="10081"/>
                      </a:cubicBezTo>
                      <a:cubicBezTo>
                        <a:pt x="11104" y="10033"/>
                        <a:pt x="11104" y="9985"/>
                        <a:pt x="11104" y="9935"/>
                      </a:cubicBezTo>
                      <a:cubicBezTo>
                        <a:pt x="11128" y="9935"/>
                        <a:pt x="11152" y="9935"/>
                        <a:pt x="11177" y="9935"/>
                      </a:cubicBezTo>
                      <a:cubicBezTo>
                        <a:pt x="11177" y="9911"/>
                        <a:pt x="11177" y="9887"/>
                        <a:pt x="11177" y="9862"/>
                      </a:cubicBezTo>
                      <a:cubicBezTo>
                        <a:pt x="11201" y="9862"/>
                        <a:pt x="11225" y="9862"/>
                        <a:pt x="11250" y="9862"/>
                      </a:cubicBezTo>
                      <a:cubicBezTo>
                        <a:pt x="11250" y="9814"/>
                        <a:pt x="11250" y="9766"/>
                        <a:pt x="11250" y="9716"/>
                      </a:cubicBezTo>
                      <a:cubicBezTo>
                        <a:pt x="11274" y="9716"/>
                        <a:pt x="11298" y="9716"/>
                        <a:pt x="11323" y="9716"/>
                      </a:cubicBezTo>
                      <a:cubicBezTo>
                        <a:pt x="11323" y="9692"/>
                        <a:pt x="11323" y="9668"/>
                        <a:pt x="11323" y="9643"/>
                      </a:cubicBezTo>
                      <a:cubicBezTo>
                        <a:pt x="11347" y="9643"/>
                        <a:pt x="11371" y="9643"/>
                        <a:pt x="11396" y="9643"/>
                      </a:cubicBezTo>
                      <a:cubicBezTo>
                        <a:pt x="11396" y="9595"/>
                        <a:pt x="11396" y="9546"/>
                        <a:pt x="11396" y="9497"/>
                      </a:cubicBezTo>
                      <a:cubicBezTo>
                        <a:pt x="11420" y="9497"/>
                        <a:pt x="11444" y="9497"/>
                        <a:pt x="11469" y="9497"/>
                      </a:cubicBezTo>
                      <a:cubicBezTo>
                        <a:pt x="11469" y="9449"/>
                        <a:pt x="11469" y="9400"/>
                        <a:pt x="11469" y="9351"/>
                      </a:cubicBezTo>
                      <a:cubicBezTo>
                        <a:pt x="11493" y="9351"/>
                        <a:pt x="11517" y="9351"/>
                        <a:pt x="11542" y="9351"/>
                      </a:cubicBezTo>
                      <a:cubicBezTo>
                        <a:pt x="11542" y="9302"/>
                        <a:pt x="11542" y="9254"/>
                        <a:pt x="11542" y="9205"/>
                      </a:cubicBezTo>
                      <a:cubicBezTo>
                        <a:pt x="11566" y="9205"/>
                        <a:pt x="11590" y="9205"/>
                        <a:pt x="11615" y="9205"/>
                      </a:cubicBezTo>
                      <a:cubicBezTo>
                        <a:pt x="11615" y="9132"/>
                        <a:pt x="11615" y="9060"/>
                        <a:pt x="11615" y="8985"/>
                      </a:cubicBezTo>
                      <a:cubicBezTo>
                        <a:pt x="11639" y="8985"/>
                        <a:pt x="11663" y="8985"/>
                        <a:pt x="11688" y="8985"/>
                      </a:cubicBezTo>
                      <a:cubicBezTo>
                        <a:pt x="11688" y="8913"/>
                        <a:pt x="11688" y="8841"/>
                        <a:pt x="11688" y="8766"/>
                      </a:cubicBezTo>
                      <a:cubicBezTo>
                        <a:pt x="11712" y="8766"/>
                        <a:pt x="11737" y="8766"/>
                        <a:pt x="11761" y="8766"/>
                      </a:cubicBezTo>
                      <a:cubicBezTo>
                        <a:pt x="11761" y="8694"/>
                        <a:pt x="11761" y="8622"/>
                        <a:pt x="11761" y="8547"/>
                      </a:cubicBezTo>
                      <a:cubicBezTo>
                        <a:pt x="11785" y="8547"/>
                        <a:pt x="11810" y="8547"/>
                        <a:pt x="11834" y="8547"/>
                      </a:cubicBezTo>
                      <a:cubicBezTo>
                        <a:pt x="11834" y="8427"/>
                        <a:pt x="11834" y="8306"/>
                        <a:pt x="11834" y="8182"/>
                      </a:cubicBezTo>
                      <a:cubicBezTo>
                        <a:pt x="11859" y="8182"/>
                        <a:pt x="11883" y="8182"/>
                        <a:pt x="11907" y="8182"/>
                      </a:cubicBezTo>
                      <a:cubicBezTo>
                        <a:pt x="11907" y="7724"/>
                        <a:pt x="11907" y="7266"/>
                        <a:pt x="11907" y="6794"/>
                      </a:cubicBezTo>
                      <a:cubicBezTo>
                        <a:pt x="11883" y="6794"/>
                        <a:pt x="11859" y="6794"/>
                        <a:pt x="11834" y="6794"/>
                      </a:cubicBezTo>
                      <a:cubicBezTo>
                        <a:pt x="11834" y="6697"/>
                        <a:pt x="11834" y="6601"/>
                        <a:pt x="11834" y="6502"/>
                      </a:cubicBezTo>
                      <a:cubicBezTo>
                        <a:pt x="11810" y="6502"/>
                        <a:pt x="11786" y="6502"/>
                        <a:pt x="11761" y="6502"/>
                      </a:cubicBezTo>
                      <a:cubicBezTo>
                        <a:pt x="11761" y="6405"/>
                        <a:pt x="11761" y="6309"/>
                        <a:pt x="11761" y="6209"/>
                      </a:cubicBezTo>
                      <a:cubicBezTo>
                        <a:pt x="11737" y="6209"/>
                        <a:pt x="11713" y="6209"/>
                        <a:pt x="11688" y="6209"/>
                      </a:cubicBezTo>
                      <a:cubicBezTo>
                        <a:pt x="11688" y="6137"/>
                        <a:pt x="11688" y="6065"/>
                        <a:pt x="11688" y="5990"/>
                      </a:cubicBezTo>
                      <a:cubicBezTo>
                        <a:pt x="11664" y="5990"/>
                        <a:pt x="11640" y="5990"/>
                        <a:pt x="11615" y="5990"/>
                      </a:cubicBezTo>
                      <a:cubicBezTo>
                        <a:pt x="11615" y="5942"/>
                        <a:pt x="11615" y="5894"/>
                        <a:pt x="11615" y="5844"/>
                      </a:cubicBezTo>
                      <a:cubicBezTo>
                        <a:pt x="11591" y="5844"/>
                        <a:pt x="11567" y="5844"/>
                        <a:pt x="11542" y="5844"/>
                      </a:cubicBezTo>
                      <a:cubicBezTo>
                        <a:pt x="11542" y="5772"/>
                        <a:pt x="11542" y="5700"/>
                        <a:pt x="11542" y="5625"/>
                      </a:cubicBezTo>
                      <a:cubicBezTo>
                        <a:pt x="11518" y="5625"/>
                        <a:pt x="11494" y="5625"/>
                        <a:pt x="11469" y="5625"/>
                      </a:cubicBezTo>
                      <a:cubicBezTo>
                        <a:pt x="11469" y="5577"/>
                        <a:pt x="11469" y="5529"/>
                        <a:pt x="11469" y="5479"/>
                      </a:cubicBezTo>
                      <a:cubicBezTo>
                        <a:pt x="11445" y="5479"/>
                        <a:pt x="11421" y="5479"/>
                        <a:pt x="11396" y="5479"/>
                      </a:cubicBezTo>
                      <a:cubicBezTo>
                        <a:pt x="11396" y="5455"/>
                        <a:pt x="11396" y="5431"/>
                        <a:pt x="11396" y="5406"/>
                      </a:cubicBezTo>
                      <a:cubicBezTo>
                        <a:pt x="11372" y="5406"/>
                        <a:pt x="11348" y="5406"/>
                        <a:pt x="11323" y="5406"/>
                      </a:cubicBezTo>
                      <a:cubicBezTo>
                        <a:pt x="11323" y="5358"/>
                        <a:pt x="11323" y="5309"/>
                        <a:pt x="11323" y="5260"/>
                      </a:cubicBezTo>
                      <a:cubicBezTo>
                        <a:pt x="11299" y="5260"/>
                        <a:pt x="11275" y="5260"/>
                        <a:pt x="11250" y="5260"/>
                      </a:cubicBezTo>
                      <a:cubicBezTo>
                        <a:pt x="11250" y="5236"/>
                        <a:pt x="11250" y="5212"/>
                        <a:pt x="11250" y="5187"/>
                      </a:cubicBezTo>
                      <a:cubicBezTo>
                        <a:pt x="11226" y="5187"/>
                        <a:pt x="11202" y="5187"/>
                        <a:pt x="11177" y="5187"/>
                      </a:cubicBezTo>
                      <a:cubicBezTo>
                        <a:pt x="11177" y="5138"/>
                        <a:pt x="11177" y="5090"/>
                        <a:pt x="11177" y="5041"/>
                      </a:cubicBezTo>
                      <a:cubicBezTo>
                        <a:pt x="11153" y="5041"/>
                        <a:pt x="11129" y="5041"/>
                        <a:pt x="11104" y="5041"/>
                      </a:cubicBezTo>
                      <a:cubicBezTo>
                        <a:pt x="11104" y="5016"/>
                        <a:pt x="11104" y="4992"/>
                        <a:pt x="11104" y="4968"/>
                      </a:cubicBezTo>
                      <a:cubicBezTo>
                        <a:pt x="11080" y="4968"/>
                        <a:pt x="11056" y="4968"/>
                        <a:pt x="11031" y="4968"/>
                      </a:cubicBezTo>
                      <a:cubicBezTo>
                        <a:pt x="11031" y="4919"/>
                        <a:pt x="11031" y="4871"/>
                        <a:pt x="11031" y="4821"/>
                      </a:cubicBezTo>
                      <a:cubicBezTo>
                        <a:pt x="11007" y="4821"/>
                        <a:pt x="10983" y="4821"/>
                        <a:pt x="10958" y="4821"/>
                      </a:cubicBezTo>
                      <a:cubicBezTo>
                        <a:pt x="10958" y="4797"/>
                        <a:pt x="10958" y="4773"/>
                        <a:pt x="10958" y="4748"/>
                      </a:cubicBezTo>
                      <a:cubicBezTo>
                        <a:pt x="10934" y="4748"/>
                        <a:pt x="10910" y="4748"/>
                        <a:pt x="10885" y="4748"/>
                      </a:cubicBezTo>
                      <a:cubicBezTo>
                        <a:pt x="10885" y="4724"/>
                        <a:pt x="10885" y="4700"/>
                        <a:pt x="10885" y="4675"/>
                      </a:cubicBezTo>
                      <a:cubicBezTo>
                        <a:pt x="10861" y="4675"/>
                        <a:pt x="10837" y="4675"/>
                        <a:pt x="10812" y="4675"/>
                      </a:cubicBezTo>
                      <a:cubicBezTo>
                        <a:pt x="10812" y="4651"/>
                        <a:pt x="10812" y="4627"/>
                        <a:pt x="10812" y="4602"/>
                      </a:cubicBezTo>
                      <a:cubicBezTo>
                        <a:pt x="10788" y="4602"/>
                        <a:pt x="10763" y="4602"/>
                        <a:pt x="10739" y="4602"/>
                      </a:cubicBezTo>
                      <a:cubicBezTo>
                        <a:pt x="10739" y="4578"/>
                        <a:pt x="10739" y="4554"/>
                        <a:pt x="10739" y="4529"/>
                      </a:cubicBezTo>
                      <a:cubicBezTo>
                        <a:pt x="10715" y="4529"/>
                        <a:pt x="10690" y="4529"/>
                        <a:pt x="10666" y="4529"/>
                      </a:cubicBezTo>
                      <a:cubicBezTo>
                        <a:pt x="10666" y="4505"/>
                        <a:pt x="10666" y="4481"/>
                        <a:pt x="10666" y="4456"/>
                      </a:cubicBezTo>
                      <a:cubicBezTo>
                        <a:pt x="10641" y="4456"/>
                        <a:pt x="10617" y="4456"/>
                        <a:pt x="10593" y="4456"/>
                      </a:cubicBezTo>
                      <a:cubicBezTo>
                        <a:pt x="10593" y="4432"/>
                        <a:pt x="10593" y="4408"/>
                        <a:pt x="10593" y="4383"/>
                      </a:cubicBezTo>
                      <a:cubicBezTo>
                        <a:pt x="10568" y="4383"/>
                        <a:pt x="10544" y="4383"/>
                        <a:pt x="10519" y="4383"/>
                      </a:cubicBezTo>
                      <a:cubicBezTo>
                        <a:pt x="10519" y="4359"/>
                        <a:pt x="10519" y="4335"/>
                        <a:pt x="10519" y="4310"/>
                      </a:cubicBezTo>
                      <a:cubicBezTo>
                        <a:pt x="10495" y="4310"/>
                        <a:pt x="10471" y="4310"/>
                        <a:pt x="10446" y="4310"/>
                      </a:cubicBezTo>
                      <a:cubicBezTo>
                        <a:pt x="10446" y="4286"/>
                        <a:pt x="10446" y="4262"/>
                        <a:pt x="10446" y="4237"/>
                      </a:cubicBezTo>
                      <a:cubicBezTo>
                        <a:pt x="10422" y="4237"/>
                        <a:pt x="10398" y="4237"/>
                        <a:pt x="10373" y="4237"/>
                      </a:cubicBezTo>
                      <a:cubicBezTo>
                        <a:pt x="10373" y="4213"/>
                        <a:pt x="10373" y="4189"/>
                        <a:pt x="10373" y="4164"/>
                      </a:cubicBezTo>
                      <a:cubicBezTo>
                        <a:pt x="10349" y="4164"/>
                        <a:pt x="10325" y="4164"/>
                        <a:pt x="10300" y="4164"/>
                      </a:cubicBezTo>
                      <a:cubicBezTo>
                        <a:pt x="10300" y="4140"/>
                        <a:pt x="10300" y="4116"/>
                        <a:pt x="10300" y="4091"/>
                      </a:cubicBezTo>
                      <a:cubicBezTo>
                        <a:pt x="10252" y="4091"/>
                        <a:pt x="10204" y="4091"/>
                        <a:pt x="10154" y="4091"/>
                      </a:cubicBezTo>
                      <a:cubicBezTo>
                        <a:pt x="10154" y="4067"/>
                        <a:pt x="10154" y="4043"/>
                        <a:pt x="10154" y="4018"/>
                      </a:cubicBezTo>
                      <a:cubicBezTo>
                        <a:pt x="10130" y="4018"/>
                        <a:pt x="10106" y="4018"/>
                        <a:pt x="10081" y="4018"/>
                      </a:cubicBezTo>
                      <a:cubicBezTo>
                        <a:pt x="10081" y="3994"/>
                        <a:pt x="10081" y="3970"/>
                        <a:pt x="10081" y="3945"/>
                      </a:cubicBezTo>
                      <a:cubicBezTo>
                        <a:pt x="10033" y="3945"/>
                        <a:pt x="9985" y="3945"/>
                        <a:pt x="9935" y="3945"/>
                      </a:cubicBezTo>
                      <a:cubicBezTo>
                        <a:pt x="9935" y="3921"/>
                        <a:pt x="9935" y="3897"/>
                        <a:pt x="9935" y="3872"/>
                      </a:cubicBezTo>
                      <a:cubicBezTo>
                        <a:pt x="9911" y="3872"/>
                        <a:pt x="9887" y="3872"/>
                        <a:pt x="9862" y="3872"/>
                      </a:cubicBezTo>
                      <a:cubicBezTo>
                        <a:pt x="9862" y="3848"/>
                        <a:pt x="9862" y="3824"/>
                        <a:pt x="9862" y="3799"/>
                      </a:cubicBezTo>
                      <a:cubicBezTo>
                        <a:pt x="9814" y="3799"/>
                        <a:pt x="9766" y="3799"/>
                        <a:pt x="9716" y="3799"/>
                      </a:cubicBezTo>
                      <a:cubicBezTo>
                        <a:pt x="9716" y="3775"/>
                        <a:pt x="9716" y="3750"/>
                        <a:pt x="9716" y="3726"/>
                      </a:cubicBezTo>
                      <a:cubicBezTo>
                        <a:pt x="9668" y="3726"/>
                        <a:pt x="9619" y="3726"/>
                        <a:pt x="9570" y="3726"/>
                      </a:cubicBezTo>
                      <a:cubicBezTo>
                        <a:pt x="9570" y="3702"/>
                        <a:pt x="9570" y="3677"/>
                        <a:pt x="9570" y="3653"/>
                      </a:cubicBezTo>
                      <a:cubicBezTo>
                        <a:pt x="9522" y="3653"/>
                        <a:pt x="9473" y="3653"/>
                        <a:pt x="9424" y="3653"/>
                      </a:cubicBezTo>
                      <a:cubicBezTo>
                        <a:pt x="9424" y="3628"/>
                        <a:pt x="9424" y="3604"/>
                        <a:pt x="9424" y="3580"/>
                      </a:cubicBezTo>
                      <a:cubicBezTo>
                        <a:pt x="9375" y="3580"/>
                        <a:pt x="9327" y="3580"/>
                        <a:pt x="9278" y="3580"/>
                      </a:cubicBezTo>
                      <a:cubicBezTo>
                        <a:pt x="9278" y="3555"/>
                        <a:pt x="9278" y="3531"/>
                        <a:pt x="9278" y="3506"/>
                      </a:cubicBezTo>
                      <a:cubicBezTo>
                        <a:pt x="9205" y="3506"/>
                        <a:pt x="9133" y="3506"/>
                        <a:pt x="9058" y="3506"/>
                      </a:cubicBezTo>
                      <a:cubicBezTo>
                        <a:pt x="9058" y="3482"/>
                        <a:pt x="9058" y="3458"/>
                        <a:pt x="9058" y="3433"/>
                      </a:cubicBezTo>
                      <a:cubicBezTo>
                        <a:pt x="8986" y="3433"/>
                        <a:pt x="8914" y="3433"/>
                        <a:pt x="8839" y="3433"/>
                      </a:cubicBezTo>
                      <a:cubicBezTo>
                        <a:pt x="8839" y="3409"/>
                        <a:pt x="8839" y="3385"/>
                        <a:pt x="8839" y="3360"/>
                      </a:cubicBezTo>
                      <a:cubicBezTo>
                        <a:pt x="8743" y="3360"/>
                        <a:pt x="8646" y="3360"/>
                        <a:pt x="8547" y="3360"/>
                      </a:cubicBezTo>
                      <a:cubicBezTo>
                        <a:pt x="8547" y="3336"/>
                        <a:pt x="8547" y="3312"/>
                        <a:pt x="8547" y="3287"/>
                      </a:cubicBezTo>
                      <a:cubicBezTo>
                        <a:pt x="8427" y="3287"/>
                        <a:pt x="8306" y="3287"/>
                        <a:pt x="8182" y="3287"/>
                      </a:cubicBezTo>
                      <a:cubicBezTo>
                        <a:pt x="8182" y="3263"/>
                        <a:pt x="8182" y="3239"/>
                        <a:pt x="8182" y="3214"/>
                      </a:cubicBezTo>
                      <a:cubicBezTo>
                        <a:pt x="7796" y="3214"/>
                        <a:pt x="7410" y="3214"/>
                        <a:pt x="7013" y="3214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02" name="ICON_ACTION_GEAR_path_002"/>
                <p:cNvSpPr/>
                <p:nvPr/>
              </p:nvSpPr>
              <p:spPr>
                <a:xfrm>
                  <a:off x="2264146" y="5645521"/>
                  <a:ext cx="100198" cy="9834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890" h="7744" fill="norm" stroke="0">
                      <a:moveTo>
                        <a:pt x="3214" y="0"/>
                      </a:moveTo>
                      <a:cubicBezTo>
                        <a:pt x="3696" y="0"/>
                        <a:pt x="4179" y="0"/>
                        <a:pt x="4675" y="0"/>
                      </a:cubicBezTo>
                      <a:cubicBezTo>
                        <a:pt x="4675" y="24"/>
                        <a:pt x="4675" y="48"/>
                        <a:pt x="4675" y="73"/>
                      </a:cubicBezTo>
                      <a:cubicBezTo>
                        <a:pt x="4748" y="73"/>
                        <a:pt x="4820" y="73"/>
                        <a:pt x="4894" y="73"/>
                      </a:cubicBezTo>
                      <a:cubicBezTo>
                        <a:pt x="4894" y="97"/>
                        <a:pt x="4894" y="121"/>
                        <a:pt x="4894" y="146"/>
                      </a:cubicBezTo>
                      <a:cubicBezTo>
                        <a:pt x="4991" y="146"/>
                        <a:pt x="5087" y="146"/>
                        <a:pt x="5187" y="146"/>
                      </a:cubicBezTo>
                      <a:cubicBezTo>
                        <a:pt x="5187" y="170"/>
                        <a:pt x="5187" y="194"/>
                        <a:pt x="5187" y="219"/>
                      </a:cubicBezTo>
                      <a:cubicBezTo>
                        <a:pt x="5259" y="219"/>
                        <a:pt x="5331" y="219"/>
                        <a:pt x="5406" y="219"/>
                      </a:cubicBezTo>
                      <a:cubicBezTo>
                        <a:pt x="5406" y="243"/>
                        <a:pt x="5406" y="267"/>
                        <a:pt x="5406" y="292"/>
                      </a:cubicBezTo>
                      <a:cubicBezTo>
                        <a:pt x="5454" y="292"/>
                        <a:pt x="5502" y="292"/>
                        <a:pt x="5552" y="292"/>
                      </a:cubicBezTo>
                      <a:cubicBezTo>
                        <a:pt x="5552" y="316"/>
                        <a:pt x="5552" y="340"/>
                        <a:pt x="5552" y="365"/>
                      </a:cubicBezTo>
                      <a:cubicBezTo>
                        <a:pt x="5576" y="365"/>
                        <a:pt x="5600" y="365"/>
                        <a:pt x="5625" y="365"/>
                      </a:cubicBezTo>
                      <a:cubicBezTo>
                        <a:pt x="5625" y="389"/>
                        <a:pt x="5625" y="413"/>
                        <a:pt x="5625" y="438"/>
                      </a:cubicBezTo>
                      <a:cubicBezTo>
                        <a:pt x="5673" y="438"/>
                        <a:pt x="5721" y="438"/>
                        <a:pt x="5771" y="438"/>
                      </a:cubicBezTo>
                      <a:cubicBezTo>
                        <a:pt x="5771" y="462"/>
                        <a:pt x="5771" y="487"/>
                        <a:pt x="5771" y="511"/>
                      </a:cubicBezTo>
                      <a:cubicBezTo>
                        <a:pt x="5843" y="511"/>
                        <a:pt x="5916" y="511"/>
                        <a:pt x="5990" y="511"/>
                      </a:cubicBezTo>
                      <a:cubicBezTo>
                        <a:pt x="5990" y="535"/>
                        <a:pt x="5990" y="560"/>
                        <a:pt x="5990" y="584"/>
                      </a:cubicBezTo>
                      <a:cubicBezTo>
                        <a:pt x="6014" y="584"/>
                        <a:pt x="6038" y="584"/>
                        <a:pt x="6063" y="584"/>
                      </a:cubicBezTo>
                      <a:cubicBezTo>
                        <a:pt x="6063" y="609"/>
                        <a:pt x="6063" y="633"/>
                        <a:pt x="6063" y="657"/>
                      </a:cubicBezTo>
                      <a:cubicBezTo>
                        <a:pt x="6112" y="657"/>
                        <a:pt x="6160" y="657"/>
                        <a:pt x="6209" y="657"/>
                      </a:cubicBezTo>
                      <a:cubicBezTo>
                        <a:pt x="6209" y="682"/>
                        <a:pt x="6209" y="706"/>
                        <a:pt x="6209" y="731"/>
                      </a:cubicBezTo>
                      <a:cubicBezTo>
                        <a:pt x="6234" y="731"/>
                        <a:pt x="6258" y="731"/>
                        <a:pt x="6282" y="731"/>
                      </a:cubicBezTo>
                      <a:cubicBezTo>
                        <a:pt x="6282" y="755"/>
                        <a:pt x="6282" y="779"/>
                        <a:pt x="6282" y="804"/>
                      </a:cubicBezTo>
                      <a:cubicBezTo>
                        <a:pt x="6307" y="804"/>
                        <a:pt x="6331" y="804"/>
                        <a:pt x="6356" y="804"/>
                      </a:cubicBezTo>
                      <a:cubicBezTo>
                        <a:pt x="6356" y="828"/>
                        <a:pt x="6356" y="852"/>
                        <a:pt x="6356" y="877"/>
                      </a:cubicBezTo>
                      <a:cubicBezTo>
                        <a:pt x="6404" y="877"/>
                        <a:pt x="6452" y="877"/>
                        <a:pt x="6502" y="877"/>
                      </a:cubicBezTo>
                      <a:cubicBezTo>
                        <a:pt x="6502" y="901"/>
                        <a:pt x="6502" y="925"/>
                        <a:pt x="6502" y="950"/>
                      </a:cubicBezTo>
                      <a:cubicBezTo>
                        <a:pt x="6526" y="950"/>
                        <a:pt x="6550" y="950"/>
                        <a:pt x="6575" y="950"/>
                      </a:cubicBezTo>
                      <a:cubicBezTo>
                        <a:pt x="6575" y="974"/>
                        <a:pt x="6575" y="998"/>
                        <a:pt x="6575" y="1023"/>
                      </a:cubicBezTo>
                      <a:cubicBezTo>
                        <a:pt x="6599" y="1023"/>
                        <a:pt x="6623" y="1023"/>
                        <a:pt x="6648" y="1023"/>
                      </a:cubicBezTo>
                      <a:cubicBezTo>
                        <a:pt x="6648" y="1047"/>
                        <a:pt x="6648" y="1071"/>
                        <a:pt x="6648" y="1096"/>
                      </a:cubicBezTo>
                      <a:cubicBezTo>
                        <a:pt x="6672" y="1096"/>
                        <a:pt x="6696" y="1096"/>
                        <a:pt x="6721" y="1096"/>
                      </a:cubicBezTo>
                      <a:cubicBezTo>
                        <a:pt x="6721" y="1120"/>
                        <a:pt x="6721" y="1144"/>
                        <a:pt x="6721" y="1169"/>
                      </a:cubicBezTo>
                      <a:cubicBezTo>
                        <a:pt x="6745" y="1169"/>
                        <a:pt x="6769" y="1169"/>
                        <a:pt x="6794" y="1169"/>
                      </a:cubicBezTo>
                      <a:cubicBezTo>
                        <a:pt x="6794" y="1193"/>
                        <a:pt x="6794" y="1217"/>
                        <a:pt x="6794" y="1242"/>
                      </a:cubicBezTo>
                      <a:cubicBezTo>
                        <a:pt x="6818" y="1242"/>
                        <a:pt x="6842" y="1242"/>
                        <a:pt x="6867" y="1242"/>
                      </a:cubicBezTo>
                      <a:cubicBezTo>
                        <a:pt x="6867" y="1266"/>
                        <a:pt x="6867" y="1290"/>
                        <a:pt x="6867" y="1315"/>
                      </a:cubicBezTo>
                      <a:cubicBezTo>
                        <a:pt x="6891" y="1315"/>
                        <a:pt x="6915" y="1315"/>
                        <a:pt x="6940" y="1315"/>
                      </a:cubicBezTo>
                      <a:cubicBezTo>
                        <a:pt x="6940" y="1339"/>
                        <a:pt x="6940" y="1363"/>
                        <a:pt x="6940" y="1388"/>
                      </a:cubicBezTo>
                      <a:cubicBezTo>
                        <a:pt x="6964" y="1388"/>
                        <a:pt x="6988" y="1388"/>
                        <a:pt x="7013" y="1388"/>
                      </a:cubicBezTo>
                      <a:cubicBezTo>
                        <a:pt x="7013" y="1436"/>
                        <a:pt x="7013" y="1484"/>
                        <a:pt x="7013" y="1534"/>
                      </a:cubicBezTo>
                      <a:cubicBezTo>
                        <a:pt x="7037" y="1534"/>
                        <a:pt x="7061" y="1534"/>
                        <a:pt x="7086" y="1534"/>
                      </a:cubicBezTo>
                      <a:cubicBezTo>
                        <a:pt x="7086" y="1558"/>
                        <a:pt x="7086" y="1582"/>
                        <a:pt x="7086" y="1607"/>
                      </a:cubicBezTo>
                      <a:cubicBezTo>
                        <a:pt x="7110" y="1607"/>
                        <a:pt x="7134" y="1607"/>
                        <a:pt x="7159" y="1607"/>
                      </a:cubicBezTo>
                      <a:cubicBezTo>
                        <a:pt x="7159" y="1631"/>
                        <a:pt x="7159" y="1655"/>
                        <a:pt x="7159" y="1680"/>
                      </a:cubicBezTo>
                      <a:cubicBezTo>
                        <a:pt x="7183" y="1680"/>
                        <a:pt x="7207" y="1680"/>
                        <a:pt x="7232" y="1680"/>
                      </a:cubicBezTo>
                      <a:cubicBezTo>
                        <a:pt x="7244" y="1728"/>
                        <a:pt x="7244" y="1728"/>
                        <a:pt x="7305" y="1972"/>
                      </a:cubicBezTo>
                      <a:cubicBezTo>
                        <a:pt x="7329" y="1972"/>
                        <a:pt x="7353" y="1972"/>
                        <a:pt x="7378" y="1972"/>
                      </a:cubicBezTo>
                      <a:cubicBezTo>
                        <a:pt x="7378" y="2021"/>
                        <a:pt x="7378" y="2069"/>
                        <a:pt x="7378" y="2119"/>
                      </a:cubicBezTo>
                      <a:cubicBezTo>
                        <a:pt x="7402" y="2119"/>
                        <a:pt x="7426" y="2119"/>
                        <a:pt x="7451" y="2119"/>
                      </a:cubicBezTo>
                      <a:cubicBezTo>
                        <a:pt x="7451" y="2167"/>
                        <a:pt x="7451" y="2215"/>
                        <a:pt x="7451" y="2265"/>
                      </a:cubicBezTo>
                      <a:cubicBezTo>
                        <a:pt x="7475" y="2265"/>
                        <a:pt x="7500" y="2265"/>
                        <a:pt x="7524" y="2265"/>
                      </a:cubicBezTo>
                      <a:cubicBezTo>
                        <a:pt x="7524" y="2313"/>
                        <a:pt x="7524" y="2361"/>
                        <a:pt x="7524" y="2411"/>
                      </a:cubicBezTo>
                      <a:cubicBezTo>
                        <a:pt x="7548" y="2411"/>
                        <a:pt x="7573" y="2411"/>
                        <a:pt x="7597" y="2411"/>
                      </a:cubicBezTo>
                      <a:cubicBezTo>
                        <a:pt x="7597" y="2507"/>
                        <a:pt x="7597" y="2604"/>
                        <a:pt x="7597" y="2703"/>
                      </a:cubicBezTo>
                      <a:cubicBezTo>
                        <a:pt x="7622" y="2703"/>
                        <a:pt x="7646" y="2703"/>
                        <a:pt x="7670" y="2703"/>
                      </a:cubicBezTo>
                      <a:cubicBezTo>
                        <a:pt x="7670" y="2775"/>
                        <a:pt x="7670" y="2848"/>
                        <a:pt x="7670" y="2922"/>
                      </a:cubicBezTo>
                      <a:cubicBezTo>
                        <a:pt x="7695" y="2922"/>
                        <a:pt x="7719" y="2922"/>
                        <a:pt x="7744" y="2922"/>
                      </a:cubicBezTo>
                      <a:cubicBezTo>
                        <a:pt x="7744" y="2994"/>
                        <a:pt x="7744" y="3067"/>
                        <a:pt x="7744" y="3141"/>
                      </a:cubicBezTo>
                      <a:cubicBezTo>
                        <a:pt x="7768" y="3141"/>
                        <a:pt x="7792" y="3141"/>
                        <a:pt x="7817" y="3141"/>
                      </a:cubicBezTo>
                      <a:cubicBezTo>
                        <a:pt x="7817" y="3358"/>
                        <a:pt x="7817" y="3575"/>
                        <a:pt x="7817" y="3799"/>
                      </a:cubicBezTo>
                      <a:cubicBezTo>
                        <a:pt x="7841" y="3799"/>
                        <a:pt x="7865" y="3799"/>
                        <a:pt x="7890" y="3799"/>
                      </a:cubicBezTo>
                      <a:cubicBezTo>
                        <a:pt x="7890" y="3847"/>
                        <a:pt x="7890" y="3895"/>
                        <a:pt x="7890" y="3945"/>
                      </a:cubicBezTo>
                      <a:cubicBezTo>
                        <a:pt x="7866" y="3945"/>
                        <a:pt x="7841" y="3945"/>
                        <a:pt x="7817" y="3945"/>
                      </a:cubicBezTo>
                      <a:cubicBezTo>
                        <a:pt x="7817" y="4138"/>
                        <a:pt x="7817" y="4331"/>
                        <a:pt x="7817" y="4529"/>
                      </a:cubicBezTo>
                      <a:cubicBezTo>
                        <a:pt x="7792" y="4529"/>
                        <a:pt x="7768" y="4529"/>
                        <a:pt x="7744" y="4529"/>
                      </a:cubicBezTo>
                      <a:cubicBezTo>
                        <a:pt x="7744" y="4626"/>
                        <a:pt x="7744" y="4722"/>
                        <a:pt x="7744" y="4821"/>
                      </a:cubicBezTo>
                      <a:cubicBezTo>
                        <a:pt x="7719" y="4821"/>
                        <a:pt x="7695" y="4821"/>
                        <a:pt x="7670" y="4821"/>
                      </a:cubicBezTo>
                      <a:cubicBezTo>
                        <a:pt x="7670" y="4918"/>
                        <a:pt x="7670" y="5014"/>
                        <a:pt x="7670" y="5114"/>
                      </a:cubicBezTo>
                      <a:cubicBezTo>
                        <a:pt x="7646" y="5114"/>
                        <a:pt x="7622" y="5114"/>
                        <a:pt x="7597" y="5114"/>
                      </a:cubicBezTo>
                      <a:cubicBezTo>
                        <a:pt x="7597" y="5138"/>
                        <a:pt x="7597" y="5162"/>
                        <a:pt x="7597" y="5187"/>
                      </a:cubicBezTo>
                      <a:cubicBezTo>
                        <a:pt x="7573" y="5187"/>
                        <a:pt x="7549" y="5187"/>
                        <a:pt x="7524" y="5187"/>
                      </a:cubicBezTo>
                      <a:cubicBezTo>
                        <a:pt x="7524" y="5283"/>
                        <a:pt x="7524" y="5380"/>
                        <a:pt x="7524" y="5479"/>
                      </a:cubicBezTo>
                      <a:cubicBezTo>
                        <a:pt x="7500" y="5479"/>
                        <a:pt x="7476" y="5479"/>
                        <a:pt x="7451" y="5479"/>
                      </a:cubicBezTo>
                      <a:cubicBezTo>
                        <a:pt x="7451" y="5527"/>
                        <a:pt x="7451" y="5575"/>
                        <a:pt x="7451" y="5625"/>
                      </a:cubicBezTo>
                      <a:cubicBezTo>
                        <a:pt x="7427" y="5625"/>
                        <a:pt x="7403" y="5625"/>
                        <a:pt x="7378" y="5625"/>
                      </a:cubicBezTo>
                      <a:cubicBezTo>
                        <a:pt x="7378" y="5649"/>
                        <a:pt x="7378" y="5673"/>
                        <a:pt x="7378" y="5698"/>
                      </a:cubicBezTo>
                      <a:cubicBezTo>
                        <a:pt x="7354" y="5698"/>
                        <a:pt x="7330" y="5698"/>
                        <a:pt x="7305" y="5698"/>
                      </a:cubicBezTo>
                      <a:cubicBezTo>
                        <a:pt x="7305" y="5746"/>
                        <a:pt x="7305" y="5794"/>
                        <a:pt x="7305" y="5844"/>
                      </a:cubicBezTo>
                      <a:cubicBezTo>
                        <a:pt x="7281" y="5844"/>
                        <a:pt x="7257" y="5844"/>
                        <a:pt x="7232" y="5844"/>
                      </a:cubicBezTo>
                      <a:cubicBezTo>
                        <a:pt x="7232" y="5868"/>
                        <a:pt x="7232" y="5892"/>
                        <a:pt x="7232" y="5917"/>
                      </a:cubicBezTo>
                      <a:cubicBezTo>
                        <a:pt x="7208" y="5917"/>
                        <a:pt x="7184" y="5917"/>
                        <a:pt x="7159" y="5917"/>
                      </a:cubicBezTo>
                      <a:cubicBezTo>
                        <a:pt x="7159" y="5965"/>
                        <a:pt x="7159" y="6014"/>
                        <a:pt x="7159" y="6063"/>
                      </a:cubicBezTo>
                      <a:cubicBezTo>
                        <a:pt x="7135" y="6063"/>
                        <a:pt x="7111" y="6063"/>
                        <a:pt x="7086" y="6063"/>
                      </a:cubicBezTo>
                      <a:cubicBezTo>
                        <a:pt x="7086" y="6087"/>
                        <a:pt x="7086" y="6112"/>
                        <a:pt x="7086" y="6136"/>
                      </a:cubicBezTo>
                      <a:cubicBezTo>
                        <a:pt x="7062" y="6136"/>
                        <a:pt x="7038" y="6136"/>
                        <a:pt x="7013" y="6136"/>
                      </a:cubicBezTo>
                      <a:cubicBezTo>
                        <a:pt x="7013" y="6185"/>
                        <a:pt x="7013" y="6233"/>
                        <a:pt x="7013" y="6282"/>
                      </a:cubicBezTo>
                      <a:cubicBezTo>
                        <a:pt x="6989" y="6282"/>
                        <a:pt x="6965" y="6282"/>
                        <a:pt x="6940" y="6282"/>
                      </a:cubicBezTo>
                      <a:cubicBezTo>
                        <a:pt x="6940" y="6307"/>
                        <a:pt x="6940" y="6331"/>
                        <a:pt x="6940" y="6356"/>
                      </a:cubicBezTo>
                      <a:cubicBezTo>
                        <a:pt x="6916" y="6356"/>
                        <a:pt x="6892" y="6356"/>
                        <a:pt x="6867" y="6356"/>
                      </a:cubicBezTo>
                      <a:cubicBezTo>
                        <a:pt x="6867" y="6380"/>
                        <a:pt x="6867" y="6404"/>
                        <a:pt x="6867" y="6429"/>
                      </a:cubicBezTo>
                      <a:cubicBezTo>
                        <a:pt x="6843" y="6429"/>
                        <a:pt x="6819" y="6429"/>
                        <a:pt x="6794" y="6429"/>
                      </a:cubicBezTo>
                      <a:cubicBezTo>
                        <a:pt x="6794" y="6453"/>
                        <a:pt x="6794" y="6477"/>
                        <a:pt x="6794" y="6502"/>
                      </a:cubicBezTo>
                      <a:cubicBezTo>
                        <a:pt x="6770" y="6502"/>
                        <a:pt x="6746" y="6502"/>
                        <a:pt x="6721" y="6502"/>
                      </a:cubicBezTo>
                      <a:cubicBezTo>
                        <a:pt x="6721" y="6526"/>
                        <a:pt x="6721" y="6550"/>
                        <a:pt x="6721" y="6575"/>
                      </a:cubicBezTo>
                      <a:cubicBezTo>
                        <a:pt x="6697" y="6575"/>
                        <a:pt x="6673" y="6575"/>
                        <a:pt x="6648" y="6575"/>
                      </a:cubicBezTo>
                      <a:cubicBezTo>
                        <a:pt x="6648" y="6599"/>
                        <a:pt x="6648" y="6623"/>
                        <a:pt x="6648" y="6648"/>
                      </a:cubicBezTo>
                      <a:cubicBezTo>
                        <a:pt x="6624" y="6648"/>
                        <a:pt x="6600" y="6648"/>
                        <a:pt x="6575" y="6648"/>
                      </a:cubicBezTo>
                      <a:cubicBezTo>
                        <a:pt x="6575" y="6672"/>
                        <a:pt x="6575" y="6696"/>
                        <a:pt x="6575" y="6721"/>
                      </a:cubicBezTo>
                      <a:cubicBezTo>
                        <a:pt x="6551" y="6721"/>
                        <a:pt x="6526" y="6721"/>
                        <a:pt x="6502" y="6721"/>
                      </a:cubicBezTo>
                      <a:cubicBezTo>
                        <a:pt x="6502" y="6745"/>
                        <a:pt x="6502" y="6769"/>
                        <a:pt x="6502" y="6794"/>
                      </a:cubicBezTo>
                      <a:cubicBezTo>
                        <a:pt x="6478" y="6794"/>
                        <a:pt x="6453" y="6794"/>
                        <a:pt x="6429" y="6794"/>
                      </a:cubicBezTo>
                      <a:cubicBezTo>
                        <a:pt x="6429" y="6818"/>
                        <a:pt x="6429" y="6842"/>
                        <a:pt x="6429" y="6867"/>
                      </a:cubicBezTo>
                      <a:cubicBezTo>
                        <a:pt x="6404" y="6867"/>
                        <a:pt x="6380" y="6867"/>
                        <a:pt x="6356" y="6867"/>
                      </a:cubicBezTo>
                      <a:cubicBezTo>
                        <a:pt x="6356" y="6891"/>
                        <a:pt x="6356" y="6915"/>
                        <a:pt x="6356" y="6940"/>
                      </a:cubicBezTo>
                      <a:cubicBezTo>
                        <a:pt x="6307" y="6940"/>
                        <a:pt x="6259" y="6940"/>
                        <a:pt x="6209" y="6940"/>
                      </a:cubicBezTo>
                      <a:cubicBezTo>
                        <a:pt x="6209" y="6964"/>
                        <a:pt x="6209" y="6988"/>
                        <a:pt x="6209" y="7013"/>
                      </a:cubicBezTo>
                      <a:cubicBezTo>
                        <a:pt x="6185" y="7013"/>
                        <a:pt x="6161" y="7013"/>
                        <a:pt x="6136" y="7013"/>
                      </a:cubicBezTo>
                      <a:cubicBezTo>
                        <a:pt x="6136" y="7037"/>
                        <a:pt x="6136" y="7061"/>
                        <a:pt x="6136" y="7086"/>
                      </a:cubicBezTo>
                      <a:cubicBezTo>
                        <a:pt x="6088" y="7086"/>
                        <a:pt x="6040" y="7086"/>
                        <a:pt x="5990" y="7086"/>
                      </a:cubicBezTo>
                      <a:cubicBezTo>
                        <a:pt x="5990" y="7110"/>
                        <a:pt x="5990" y="7134"/>
                        <a:pt x="5990" y="7159"/>
                      </a:cubicBezTo>
                      <a:cubicBezTo>
                        <a:pt x="5942" y="7159"/>
                        <a:pt x="5894" y="7159"/>
                        <a:pt x="5844" y="7159"/>
                      </a:cubicBezTo>
                      <a:cubicBezTo>
                        <a:pt x="5844" y="7183"/>
                        <a:pt x="5844" y="7207"/>
                        <a:pt x="5844" y="7232"/>
                      </a:cubicBezTo>
                      <a:cubicBezTo>
                        <a:pt x="5820" y="7232"/>
                        <a:pt x="5796" y="7232"/>
                        <a:pt x="5771" y="7232"/>
                      </a:cubicBezTo>
                      <a:cubicBezTo>
                        <a:pt x="5771" y="7256"/>
                        <a:pt x="5771" y="7280"/>
                        <a:pt x="5771" y="7305"/>
                      </a:cubicBezTo>
                      <a:cubicBezTo>
                        <a:pt x="5723" y="7305"/>
                        <a:pt x="5675" y="7305"/>
                        <a:pt x="5625" y="7305"/>
                      </a:cubicBezTo>
                      <a:cubicBezTo>
                        <a:pt x="5625" y="7329"/>
                        <a:pt x="5625" y="7353"/>
                        <a:pt x="5625" y="7378"/>
                      </a:cubicBezTo>
                      <a:cubicBezTo>
                        <a:pt x="5529" y="7378"/>
                        <a:pt x="5432" y="7378"/>
                        <a:pt x="5333" y="7378"/>
                      </a:cubicBezTo>
                      <a:cubicBezTo>
                        <a:pt x="5333" y="7402"/>
                        <a:pt x="5333" y="7426"/>
                        <a:pt x="5333" y="7451"/>
                      </a:cubicBezTo>
                      <a:cubicBezTo>
                        <a:pt x="5309" y="7451"/>
                        <a:pt x="5285" y="7451"/>
                        <a:pt x="5260" y="7451"/>
                      </a:cubicBezTo>
                      <a:cubicBezTo>
                        <a:pt x="5260" y="7475"/>
                        <a:pt x="5260" y="7500"/>
                        <a:pt x="5260" y="7524"/>
                      </a:cubicBezTo>
                      <a:cubicBezTo>
                        <a:pt x="5187" y="7524"/>
                        <a:pt x="5115" y="7524"/>
                        <a:pt x="5041" y="7524"/>
                      </a:cubicBezTo>
                      <a:cubicBezTo>
                        <a:pt x="5041" y="7548"/>
                        <a:pt x="5041" y="7573"/>
                        <a:pt x="5041" y="7597"/>
                      </a:cubicBezTo>
                      <a:cubicBezTo>
                        <a:pt x="5031" y="7598"/>
                        <a:pt x="5021" y="7599"/>
                        <a:pt x="5011" y="7600"/>
                      </a:cubicBezTo>
                      <a:cubicBezTo>
                        <a:pt x="4967" y="7604"/>
                        <a:pt x="4923" y="7609"/>
                        <a:pt x="4878" y="7613"/>
                      </a:cubicBezTo>
                      <a:cubicBezTo>
                        <a:pt x="4863" y="7615"/>
                        <a:pt x="4848" y="7616"/>
                        <a:pt x="4832" y="7618"/>
                      </a:cubicBezTo>
                      <a:cubicBezTo>
                        <a:pt x="4825" y="7619"/>
                        <a:pt x="4825" y="7619"/>
                        <a:pt x="4787" y="7622"/>
                      </a:cubicBezTo>
                      <a:cubicBezTo>
                        <a:pt x="4774" y="7624"/>
                        <a:pt x="4760" y="7625"/>
                        <a:pt x="4746" y="7626"/>
                      </a:cubicBezTo>
                      <a:cubicBezTo>
                        <a:pt x="4712" y="7634"/>
                        <a:pt x="4712" y="7634"/>
                        <a:pt x="4675" y="7670"/>
                      </a:cubicBezTo>
                      <a:cubicBezTo>
                        <a:pt x="4641" y="7674"/>
                        <a:pt x="4610" y="7675"/>
                        <a:pt x="4576" y="7674"/>
                      </a:cubicBezTo>
                      <a:cubicBezTo>
                        <a:pt x="4571" y="7674"/>
                        <a:pt x="4571" y="7674"/>
                        <a:pt x="4547" y="7674"/>
                      </a:cubicBezTo>
                      <a:cubicBezTo>
                        <a:pt x="4516" y="7674"/>
                        <a:pt x="4485" y="7673"/>
                        <a:pt x="4454" y="7673"/>
                      </a:cubicBezTo>
                      <a:cubicBezTo>
                        <a:pt x="4433" y="7673"/>
                        <a:pt x="4412" y="7672"/>
                        <a:pt x="4391" y="7672"/>
                      </a:cubicBezTo>
                      <a:cubicBezTo>
                        <a:pt x="4340" y="7672"/>
                        <a:pt x="4288" y="7671"/>
                        <a:pt x="4237" y="7670"/>
                      </a:cubicBezTo>
                      <a:cubicBezTo>
                        <a:pt x="4237" y="7695"/>
                        <a:pt x="4237" y="7719"/>
                        <a:pt x="4237" y="7744"/>
                      </a:cubicBezTo>
                      <a:cubicBezTo>
                        <a:pt x="4020" y="7744"/>
                        <a:pt x="3803" y="7744"/>
                        <a:pt x="3580" y="7744"/>
                      </a:cubicBezTo>
                      <a:cubicBezTo>
                        <a:pt x="3580" y="7719"/>
                        <a:pt x="3580" y="7695"/>
                        <a:pt x="3580" y="7670"/>
                      </a:cubicBezTo>
                      <a:cubicBezTo>
                        <a:pt x="3411" y="7670"/>
                        <a:pt x="3242" y="7670"/>
                        <a:pt x="3068" y="7670"/>
                      </a:cubicBezTo>
                      <a:cubicBezTo>
                        <a:pt x="3068" y="7646"/>
                        <a:pt x="3068" y="7622"/>
                        <a:pt x="3068" y="7597"/>
                      </a:cubicBezTo>
                      <a:cubicBezTo>
                        <a:pt x="2972" y="7597"/>
                        <a:pt x="2875" y="7597"/>
                        <a:pt x="2776" y="7597"/>
                      </a:cubicBezTo>
                      <a:cubicBezTo>
                        <a:pt x="2776" y="7573"/>
                        <a:pt x="2776" y="7549"/>
                        <a:pt x="2776" y="7524"/>
                      </a:cubicBezTo>
                      <a:cubicBezTo>
                        <a:pt x="2704" y="7524"/>
                        <a:pt x="2631" y="7524"/>
                        <a:pt x="2557" y="7524"/>
                      </a:cubicBezTo>
                      <a:cubicBezTo>
                        <a:pt x="2557" y="7500"/>
                        <a:pt x="2557" y="7476"/>
                        <a:pt x="2557" y="7451"/>
                      </a:cubicBezTo>
                      <a:cubicBezTo>
                        <a:pt x="2509" y="7451"/>
                        <a:pt x="2460" y="7451"/>
                        <a:pt x="2411" y="7451"/>
                      </a:cubicBezTo>
                      <a:cubicBezTo>
                        <a:pt x="2411" y="7427"/>
                        <a:pt x="2411" y="7403"/>
                        <a:pt x="2411" y="7378"/>
                      </a:cubicBezTo>
                      <a:cubicBezTo>
                        <a:pt x="2338" y="7378"/>
                        <a:pt x="2266" y="7378"/>
                        <a:pt x="2192" y="7378"/>
                      </a:cubicBezTo>
                      <a:cubicBezTo>
                        <a:pt x="2192" y="7354"/>
                        <a:pt x="2192" y="7330"/>
                        <a:pt x="2192" y="7305"/>
                      </a:cubicBezTo>
                      <a:cubicBezTo>
                        <a:pt x="2143" y="7305"/>
                        <a:pt x="2095" y="7305"/>
                        <a:pt x="2045" y="7305"/>
                      </a:cubicBezTo>
                      <a:cubicBezTo>
                        <a:pt x="2045" y="7281"/>
                        <a:pt x="2045" y="7257"/>
                        <a:pt x="2045" y="7232"/>
                      </a:cubicBezTo>
                      <a:cubicBezTo>
                        <a:pt x="2021" y="7232"/>
                        <a:pt x="1997" y="7232"/>
                        <a:pt x="1972" y="7232"/>
                      </a:cubicBezTo>
                      <a:cubicBezTo>
                        <a:pt x="1972" y="7208"/>
                        <a:pt x="1972" y="7184"/>
                        <a:pt x="1972" y="7159"/>
                      </a:cubicBezTo>
                      <a:cubicBezTo>
                        <a:pt x="1924" y="7159"/>
                        <a:pt x="1876" y="7159"/>
                        <a:pt x="1826" y="7159"/>
                      </a:cubicBezTo>
                      <a:cubicBezTo>
                        <a:pt x="1826" y="7135"/>
                        <a:pt x="1826" y="7111"/>
                        <a:pt x="1826" y="7086"/>
                      </a:cubicBezTo>
                      <a:cubicBezTo>
                        <a:pt x="1778" y="7086"/>
                        <a:pt x="1730" y="7086"/>
                        <a:pt x="1680" y="7086"/>
                      </a:cubicBezTo>
                      <a:cubicBezTo>
                        <a:pt x="1680" y="7062"/>
                        <a:pt x="1680" y="7038"/>
                        <a:pt x="1680" y="7013"/>
                      </a:cubicBezTo>
                      <a:cubicBezTo>
                        <a:pt x="1656" y="7013"/>
                        <a:pt x="1632" y="7013"/>
                        <a:pt x="1607" y="7013"/>
                      </a:cubicBezTo>
                      <a:cubicBezTo>
                        <a:pt x="1607" y="6989"/>
                        <a:pt x="1607" y="6965"/>
                        <a:pt x="1607" y="6940"/>
                      </a:cubicBezTo>
                      <a:cubicBezTo>
                        <a:pt x="1583" y="6940"/>
                        <a:pt x="1559" y="6940"/>
                        <a:pt x="1534" y="6940"/>
                      </a:cubicBezTo>
                      <a:cubicBezTo>
                        <a:pt x="1534" y="6916"/>
                        <a:pt x="1534" y="6892"/>
                        <a:pt x="1534" y="6867"/>
                      </a:cubicBezTo>
                      <a:cubicBezTo>
                        <a:pt x="1486" y="6867"/>
                        <a:pt x="1438" y="6867"/>
                        <a:pt x="1388" y="6867"/>
                      </a:cubicBezTo>
                      <a:cubicBezTo>
                        <a:pt x="1388" y="6843"/>
                        <a:pt x="1388" y="6819"/>
                        <a:pt x="1388" y="6794"/>
                      </a:cubicBezTo>
                      <a:cubicBezTo>
                        <a:pt x="1364" y="6794"/>
                        <a:pt x="1340" y="6794"/>
                        <a:pt x="1315" y="6794"/>
                      </a:cubicBezTo>
                      <a:cubicBezTo>
                        <a:pt x="1315" y="6770"/>
                        <a:pt x="1315" y="6746"/>
                        <a:pt x="1315" y="6721"/>
                      </a:cubicBezTo>
                      <a:cubicBezTo>
                        <a:pt x="1291" y="6721"/>
                        <a:pt x="1267" y="6721"/>
                        <a:pt x="1242" y="6721"/>
                      </a:cubicBezTo>
                      <a:cubicBezTo>
                        <a:pt x="1242" y="6697"/>
                        <a:pt x="1242" y="6673"/>
                        <a:pt x="1242" y="6648"/>
                      </a:cubicBezTo>
                      <a:cubicBezTo>
                        <a:pt x="1218" y="6648"/>
                        <a:pt x="1194" y="6648"/>
                        <a:pt x="1169" y="6648"/>
                      </a:cubicBezTo>
                      <a:cubicBezTo>
                        <a:pt x="1169" y="6624"/>
                        <a:pt x="1169" y="6600"/>
                        <a:pt x="1169" y="6575"/>
                      </a:cubicBezTo>
                      <a:cubicBezTo>
                        <a:pt x="1145" y="6575"/>
                        <a:pt x="1121" y="6575"/>
                        <a:pt x="1096" y="6575"/>
                      </a:cubicBezTo>
                      <a:cubicBezTo>
                        <a:pt x="1096" y="6551"/>
                        <a:pt x="1096" y="6526"/>
                        <a:pt x="1096" y="6502"/>
                      </a:cubicBezTo>
                      <a:cubicBezTo>
                        <a:pt x="1072" y="6502"/>
                        <a:pt x="1048" y="6502"/>
                        <a:pt x="1023" y="6502"/>
                      </a:cubicBezTo>
                      <a:cubicBezTo>
                        <a:pt x="1023" y="6478"/>
                        <a:pt x="1023" y="6453"/>
                        <a:pt x="1023" y="6429"/>
                      </a:cubicBezTo>
                      <a:cubicBezTo>
                        <a:pt x="999" y="6429"/>
                        <a:pt x="975" y="6429"/>
                        <a:pt x="950" y="6429"/>
                      </a:cubicBezTo>
                      <a:cubicBezTo>
                        <a:pt x="950" y="6404"/>
                        <a:pt x="950" y="6380"/>
                        <a:pt x="950" y="6356"/>
                      </a:cubicBezTo>
                      <a:cubicBezTo>
                        <a:pt x="926" y="6356"/>
                        <a:pt x="901" y="6356"/>
                        <a:pt x="877" y="6356"/>
                      </a:cubicBezTo>
                      <a:cubicBezTo>
                        <a:pt x="877" y="6307"/>
                        <a:pt x="877" y="6259"/>
                        <a:pt x="877" y="6209"/>
                      </a:cubicBezTo>
                      <a:cubicBezTo>
                        <a:pt x="853" y="6209"/>
                        <a:pt x="828" y="6209"/>
                        <a:pt x="804" y="6209"/>
                      </a:cubicBezTo>
                      <a:cubicBezTo>
                        <a:pt x="804" y="6185"/>
                        <a:pt x="804" y="6161"/>
                        <a:pt x="804" y="6136"/>
                      </a:cubicBezTo>
                      <a:cubicBezTo>
                        <a:pt x="779" y="6136"/>
                        <a:pt x="755" y="6136"/>
                        <a:pt x="731" y="6136"/>
                      </a:cubicBezTo>
                      <a:cubicBezTo>
                        <a:pt x="731" y="6112"/>
                        <a:pt x="731" y="6088"/>
                        <a:pt x="731" y="6063"/>
                      </a:cubicBezTo>
                      <a:cubicBezTo>
                        <a:pt x="706" y="6063"/>
                        <a:pt x="682" y="6063"/>
                        <a:pt x="657" y="6063"/>
                      </a:cubicBezTo>
                      <a:cubicBezTo>
                        <a:pt x="657" y="6015"/>
                        <a:pt x="657" y="5967"/>
                        <a:pt x="657" y="5917"/>
                      </a:cubicBezTo>
                      <a:cubicBezTo>
                        <a:pt x="633" y="5917"/>
                        <a:pt x="609" y="5917"/>
                        <a:pt x="584" y="5917"/>
                      </a:cubicBezTo>
                      <a:cubicBezTo>
                        <a:pt x="584" y="5893"/>
                        <a:pt x="584" y="5869"/>
                        <a:pt x="584" y="5844"/>
                      </a:cubicBezTo>
                      <a:cubicBezTo>
                        <a:pt x="560" y="5844"/>
                        <a:pt x="536" y="5844"/>
                        <a:pt x="511" y="5844"/>
                      </a:cubicBezTo>
                      <a:cubicBezTo>
                        <a:pt x="511" y="5796"/>
                        <a:pt x="511" y="5748"/>
                        <a:pt x="511" y="5698"/>
                      </a:cubicBezTo>
                      <a:cubicBezTo>
                        <a:pt x="487" y="5698"/>
                        <a:pt x="463" y="5698"/>
                        <a:pt x="438" y="5698"/>
                      </a:cubicBezTo>
                      <a:cubicBezTo>
                        <a:pt x="438" y="5650"/>
                        <a:pt x="438" y="5602"/>
                        <a:pt x="438" y="5552"/>
                      </a:cubicBezTo>
                      <a:cubicBezTo>
                        <a:pt x="414" y="5552"/>
                        <a:pt x="390" y="5552"/>
                        <a:pt x="365" y="5552"/>
                      </a:cubicBezTo>
                      <a:cubicBezTo>
                        <a:pt x="365" y="5504"/>
                        <a:pt x="365" y="5456"/>
                        <a:pt x="365" y="5406"/>
                      </a:cubicBezTo>
                      <a:cubicBezTo>
                        <a:pt x="341" y="5406"/>
                        <a:pt x="317" y="5406"/>
                        <a:pt x="292" y="5406"/>
                      </a:cubicBezTo>
                      <a:cubicBezTo>
                        <a:pt x="292" y="5358"/>
                        <a:pt x="292" y="5309"/>
                        <a:pt x="292" y="5260"/>
                      </a:cubicBezTo>
                      <a:cubicBezTo>
                        <a:pt x="268" y="5260"/>
                        <a:pt x="244" y="5260"/>
                        <a:pt x="219" y="5260"/>
                      </a:cubicBezTo>
                      <a:cubicBezTo>
                        <a:pt x="219" y="5163"/>
                        <a:pt x="219" y="5067"/>
                        <a:pt x="219" y="4968"/>
                      </a:cubicBezTo>
                      <a:cubicBezTo>
                        <a:pt x="195" y="4968"/>
                        <a:pt x="171" y="4968"/>
                        <a:pt x="146" y="4968"/>
                      </a:cubicBezTo>
                      <a:cubicBezTo>
                        <a:pt x="146" y="4895"/>
                        <a:pt x="146" y="4823"/>
                        <a:pt x="146" y="4748"/>
                      </a:cubicBezTo>
                      <a:cubicBezTo>
                        <a:pt x="122" y="4748"/>
                        <a:pt x="98" y="4748"/>
                        <a:pt x="73" y="4748"/>
                      </a:cubicBezTo>
                      <a:cubicBezTo>
                        <a:pt x="73" y="4676"/>
                        <a:pt x="73" y="4604"/>
                        <a:pt x="73" y="4529"/>
                      </a:cubicBezTo>
                      <a:cubicBezTo>
                        <a:pt x="49" y="4529"/>
                        <a:pt x="25" y="4529"/>
                        <a:pt x="0" y="4529"/>
                      </a:cubicBezTo>
                      <a:cubicBezTo>
                        <a:pt x="0" y="4095"/>
                        <a:pt x="0" y="3661"/>
                        <a:pt x="0" y="3214"/>
                      </a:cubicBezTo>
                      <a:cubicBezTo>
                        <a:pt x="24" y="3214"/>
                        <a:pt x="48" y="3214"/>
                        <a:pt x="73" y="3214"/>
                      </a:cubicBezTo>
                      <a:cubicBezTo>
                        <a:pt x="73" y="3118"/>
                        <a:pt x="73" y="3021"/>
                        <a:pt x="73" y="2922"/>
                      </a:cubicBezTo>
                      <a:cubicBezTo>
                        <a:pt x="97" y="2922"/>
                        <a:pt x="121" y="2922"/>
                        <a:pt x="146" y="2922"/>
                      </a:cubicBezTo>
                      <a:cubicBezTo>
                        <a:pt x="146" y="2850"/>
                        <a:pt x="146" y="2777"/>
                        <a:pt x="146" y="2703"/>
                      </a:cubicBezTo>
                      <a:cubicBezTo>
                        <a:pt x="170" y="2703"/>
                        <a:pt x="194" y="2703"/>
                        <a:pt x="219" y="2703"/>
                      </a:cubicBezTo>
                      <a:cubicBezTo>
                        <a:pt x="219" y="2631"/>
                        <a:pt x="219" y="2558"/>
                        <a:pt x="219" y="2484"/>
                      </a:cubicBezTo>
                      <a:cubicBezTo>
                        <a:pt x="243" y="2484"/>
                        <a:pt x="267" y="2484"/>
                        <a:pt x="292" y="2484"/>
                      </a:cubicBezTo>
                      <a:cubicBezTo>
                        <a:pt x="292" y="2411"/>
                        <a:pt x="292" y="2339"/>
                        <a:pt x="292" y="2265"/>
                      </a:cubicBezTo>
                      <a:cubicBezTo>
                        <a:pt x="316" y="2265"/>
                        <a:pt x="340" y="2265"/>
                        <a:pt x="365" y="2265"/>
                      </a:cubicBezTo>
                      <a:cubicBezTo>
                        <a:pt x="365" y="2241"/>
                        <a:pt x="365" y="2216"/>
                        <a:pt x="365" y="2192"/>
                      </a:cubicBezTo>
                      <a:cubicBezTo>
                        <a:pt x="389" y="2192"/>
                        <a:pt x="413" y="2192"/>
                        <a:pt x="438" y="2192"/>
                      </a:cubicBezTo>
                      <a:cubicBezTo>
                        <a:pt x="438" y="2119"/>
                        <a:pt x="438" y="2047"/>
                        <a:pt x="438" y="1972"/>
                      </a:cubicBezTo>
                      <a:cubicBezTo>
                        <a:pt x="462" y="1972"/>
                        <a:pt x="487" y="1972"/>
                        <a:pt x="511" y="1972"/>
                      </a:cubicBezTo>
                      <a:cubicBezTo>
                        <a:pt x="511" y="1948"/>
                        <a:pt x="511" y="1924"/>
                        <a:pt x="511" y="1899"/>
                      </a:cubicBezTo>
                      <a:cubicBezTo>
                        <a:pt x="535" y="1899"/>
                        <a:pt x="560" y="1899"/>
                        <a:pt x="584" y="1899"/>
                      </a:cubicBezTo>
                      <a:cubicBezTo>
                        <a:pt x="584" y="1851"/>
                        <a:pt x="584" y="1803"/>
                        <a:pt x="584" y="1753"/>
                      </a:cubicBezTo>
                      <a:cubicBezTo>
                        <a:pt x="609" y="1753"/>
                        <a:pt x="633" y="1753"/>
                        <a:pt x="657" y="1753"/>
                      </a:cubicBezTo>
                      <a:cubicBezTo>
                        <a:pt x="657" y="1705"/>
                        <a:pt x="657" y="1657"/>
                        <a:pt x="657" y="1607"/>
                      </a:cubicBezTo>
                      <a:cubicBezTo>
                        <a:pt x="682" y="1607"/>
                        <a:pt x="706" y="1607"/>
                        <a:pt x="731" y="1607"/>
                      </a:cubicBezTo>
                      <a:cubicBezTo>
                        <a:pt x="731" y="1583"/>
                        <a:pt x="731" y="1559"/>
                        <a:pt x="731" y="1534"/>
                      </a:cubicBezTo>
                      <a:cubicBezTo>
                        <a:pt x="755" y="1534"/>
                        <a:pt x="779" y="1534"/>
                        <a:pt x="804" y="1534"/>
                      </a:cubicBezTo>
                      <a:cubicBezTo>
                        <a:pt x="804" y="1510"/>
                        <a:pt x="804" y="1486"/>
                        <a:pt x="804" y="1461"/>
                      </a:cubicBezTo>
                      <a:cubicBezTo>
                        <a:pt x="828" y="1461"/>
                        <a:pt x="852" y="1461"/>
                        <a:pt x="877" y="1461"/>
                      </a:cubicBezTo>
                      <a:cubicBezTo>
                        <a:pt x="877" y="1437"/>
                        <a:pt x="877" y="1413"/>
                        <a:pt x="877" y="1388"/>
                      </a:cubicBezTo>
                      <a:cubicBezTo>
                        <a:pt x="901" y="1388"/>
                        <a:pt x="925" y="1388"/>
                        <a:pt x="950" y="1388"/>
                      </a:cubicBezTo>
                      <a:cubicBezTo>
                        <a:pt x="950" y="1364"/>
                        <a:pt x="950" y="1340"/>
                        <a:pt x="950" y="1315"/>
                      </a:cubicBezTo>
                      <a:cubicBezTo>
                        <a:pt x="974" y="1315"/>
                        <a:pt x="998" y="1315"/>
                        <a:pt x="1023" y="1315"/>
                      </a:cubicBezTo>
                      <a:cubicBezTo>
                        <a:pt x="1023" y="1267"/>
                        <a:pt x="1023" y="1219"/>
                        <a:pt x="1023" y="1169"/>
                      </a:cubicBezTo>
                      <a:cubicBezTo>
                        <a:pt x="1047" y="1169"/>
                        <a:pt x="1071" y="1169"/>
                        <a:pt x="1096" y="1169"/>
                      </a:cubicBezTo>
                      <a:cubicBezTo>
                        <a:pt x="1096" y="1145"/>
                        <a:pt x="1096" y="1121"/>
                        <a:pt x="1096" y="1096"/>
                      </a:cubicBezTo>
                      <a:cubicBezTo>
                        <a:pt x="1120" y="1096"/>
                        <a:pt x="1144" y="1096"/>
                        <a:pt x="1169" y="1096"/>
                      </a:cubicBezTo>
                      <a:cubicBezTo>
                        <a:pt x="1169" y="1072"/>
                        <a:pt x="1169" y="1048"/>
                        <a:pt x="1169" y="1023"/>
                      </a:cubicBezTo>
                      <a:cubicBezTo>
                        <a:pt x="1217" y="1023"/>
                        <a:pt x="1265" y="1023"/>
                        <a:pt x="1315" y="1023"/>
                      </a:cubicBezTo>
                      <a:cubicBezTo>
                        <a:pt x="1315" y="999"/>
                        <a:pt x="1315" y="975"/>
                        <a:pt x="1315" y="950"/>
                      </a:cubicBezTo>
                      <a:cubicBezTo>
                        <a:pt x="1339" y="950"/>
                        <a:pt x="1363" y="950"/>
                        <a:pt x="1388" y="950"/>
                      </a:cubicBezTo>
                      <a:cubicBezTo>
                        <a:pt x="1388" y="926"/>
                        <a:pt x="1388" y="901"/>
                        <a:pt x="1388" y="877"/>
                      </a:cubicBezTo>
                      <a:cubicBezTo>
                        <a:pt x="1412" y="877"/>
                        <a:pt x="1436" y="877"/>
                        <a:pt x="1461" y="877"/>
                      </a:cubicBezTo>
                      <a:cubicBezTo>
                        <a:pt x="1461" y="853"/>
                        <a:pt x="1461" y="828"/>
                        <a:pt x="1461" y="804"/>
                      </a:cubicBezTo>
                      <a:cubicBezTo>
                        <a:pt x="1485" y="804"/>
                        <a:pt x="1509" y="804"/>
                        <a:pt x="1534" y="804"/>
                      </a:cubicBezTo>
                      <a:cubicBezTo>
                        <a:pt x="1534" y="779"/>
                        <a:pt x="1534" y="755"/>
                        <a:pt x="1534" y="731"/>
                      </a:cubicBezTo>
                      <a:cubicBezTo>
                        <a:pt x="1582" y="731"/>
                        <a:pt x="1631" y="731"/>
                        <a:pt x="1680" y="731"/>
                      </a:cubicBezTo>
                      <a:cubicBezTo>
                        <a:pt x="1680" y="706"/>
                        <a:pt x="1680" y="682"/>
                        <a:pt x="1680" y="657"/>
                      </a:cubicBezTo>
                      <a:cubicBezTo>
                        <a:pt x="1704" y="657"/>
                        <a:pt x="1728" y="657"/>
                        <a:pt x="1753" y="657"/>
                      </a:cubicBezTo>
                      <a:cubicBezTo>
                        <a:pt x="1753" y="633"/>
                        <a:pt x="1753" y="609"/>
                        <a:pt x="1753" y="584"/>
                      </a:cubicBezTo>
                      <a:cubicBezTo>
                        <a:pt x="1777" y="584"/>
                        <a:pt x="1801" y="584"/>
                        <a:pt x="1826" y="584"/>
                      </a:cubicBezTo>
                      <a:cubicBezTo>
                        <a:pt x="1826" y="560"/>
                        <a:pt x="1826" y="536"/>
                        <a:pt x="1826" y="511"/>
                      </a:cubicBezTo>
                      <a:cubicBezTo>
                        <a:pt x="1899" y="511"/>
                        <a:pt x="1971" y="511"/>
                        <a:pt x="2045" y="511"/>
                      </a:cubicBezTo>
                      <a:cubicBezTo>
                        <a:pt x="2045" y="487"/>
                        <a:pt x="2045" y="463"/>
                        <a:pt x="2045" y="438"/>
                      </a:cubicBezTo>
                      <a:cubicBezTo>
                        <a:pt x="2094" y="438"/>
                        <a:pt x="2142" y="438"/>
                        <a:pt x="2192" y="438"/>
                      </a:cubicBezTo>
                      <a:cubicBezTo>
                        <a:pt x="2192" y="414"/>
                        <a:pt x="2192" y="390"/>
                        <a:pt x="2192" y="365"/>
                      </a:cubicBezTo>
                      <a:cubicBezTo>
                        <a:pt x="2216" y="365"/>
                        <a:pt x="2240" y="365"/>
                        <a:pt x="2265" y="365"/>
                      </a:cubicBezTo>
                      <a:cubicBezTo>
                        <a:pt x="2265" y="341"/>
                        <a:pt x="2265" y="317"/>
                        <a:pt x="2265" y="292"/>
                      </a:cubicBezTo>
                      <a:cubicBezTo>
                        <a:pt x="2337" y="292"/>
                        <a:pt x="2409" y="292"/>
                        <a:pt x="2484" y="292"/>
                      </a:cubicBezTo>
                      <a:cubicBezTo>
                        <a:pt x="2484" y="268"/>
                        <a:pt x="2484" y="244"/>
                        <a:pt x="2484" y="219"/>
                      </a:cubicBezTo>
                      <a:cubicBezTo>
                        <a:pt x="2532" y="219"/>
                        <a:pt x="2580" y="219"/>
                        <a:pt x="2630" y="219"/>
                      </a:cubicBezTo>
                      <a:cubicBezTo>
                        <a:pt x="2630" y="195"/>
                        <a:pt x="2630" y="171"/>
                        <a:pt x="2630" y="146"/>
                      </a:cubicBezTo>
                      <a:cubicBezTo>
                        <a:pt x="2750" y="146"/>
                        <a:pt x="2871" y="146"/>
                        <a:pt x="2995" y="146"/>
                      </a:cubicBezTo>
                      <a:cubicBezTo>
                        <a:pt x="2995" y="122"/>
                        <a:pt x="2995" y="98"/>
                        <a:pt x="2995" y="73"/>
                      </a:cubicBezTo>
                      <a:cubicBezTo>
                        <a:pt x="3067" y="73"/>
                        <a:pt x="3140" y="73"/>
                        <a:pt x="3214" y="73"/>
                      </a:cubicBezTo>
                      <a:cubicBezTo>
                        <a:pt x="3214" y="49"/>
                        <a:pt x="3214" y="25"/>
                        <a:pt x="3214" y="0"/>
                      </a:cubicBezTo>
                      <a:close/>
                      <a:moveTo>
                        <a:pt x="5771" y="2265"/>
                      </a:moveTo>
                      <a:cubicBezTo>
                        <a:pt x="5771" y="2289"/>
                        <a:pt x="5771" y="2313"/>
                        <a:pt x="5771" y="2338"/>
                      </a:cubicBezTo>
                      <a:cubicBezTo>
                        <a:pt x="5723" y="2338"/>
                        <a:pt x="5675" y="2338"/>
                        <a:pt x="5625" y="2338"/>
                      </a:cubicBezTo>
                      <a:cubicBezTo>
                        <a:pt x="5625" y="2362"/>
                        <a:pt x="5625" y="2386"/>
                        <a:pt x="5625" y="2411"/>
                      </a:cubicBezTo>
                      <a:cubicBezTo>
                        <a:pt x="5601" y="2411"/>
                        <a:pt x="5577" y="2411"/>
                        <a:pt x="5552" y="2411"/>
                      </a:cubicBezTo>
                      <a:cubicBezTo>
                        <a:pt x="5552" y="2435"/>
                        <a:pt x="5552" y="2459"/>
                        <a:pt x="5552" y="2484"/>
                      </a:cubicBezTo>
                      <a:cubicBezTo>
                        <a:pt x="5528" y="2484"/>
                        <a:pt x="5504" y="2484"/>
                        <a:pt x="5479" y="2484"/>
                      </a:cubicBezTo>
                      <a:cubicBezTo>
                        <a:pt x="5479" y="2508"/>
                        <a:pt x="5479" y="2532"/>
                        <a:pt x="5479" y="2557"/>
                      </a:cubicBezTo>
                      <a:cubicBezTo>
                        <a:pt x="5455" y="2557"/>
                        <a:pt x="5431" y="2557"/>
                        <a:pt x="5406" y="2557"/>
                      </a:cubicBezTo>
                      <a:cubicBezTo>
                        <a:pt x="5406" y="2581"/>
                        <a:pt x="5406" y="2605"/>
                        <a:pt x="5406" y="2630"/>
                      </a:cubicBezTo>
                      <a:cubicBezTo>
                        <a:pt x="5382" y="2630"/>
                        <a:pt x="5358" y="2630"/>
                        <a:pt x="5333" y="2630"/>
                      </a:cubicBezTo>
                      <a:cubicBezTo>
                        <a:pt x="5333" y="2654"/>
                        <a:pt x="5333" y="2678"/>
                        <a:pt x="5333" y="2703"/>
                      </a:cubicBezTo>
                      <a:cubicBezTo>
                        <a:pt x="5309" y="2703"/>
                        <a:pt x="5285" y="2703"/>
                        <a:pt x="5260" y="2703"/>
                      </a:cubicBezTo>
                      <a:cubicBezTo>
                        <a:pt x="5260" y="2727"/>
                        <a:pt x="5260" y="2751"/>
                        <a:pt x="5260" y="2776"/>
                      </a:cubicBezTo>
                      <a:cubicBezTo>
                        <a:pt x="5236" y="2776"/>
                        <a:pt x="5212" y="2776"/>
                        <a:pt x="5187" y="2776"/>
                      </a:cubicBezTo>
                      <a:cubicBezTo>
                        <a:pt x="5187" y="2800"/>
                        <a:pt x="5187" y="2824"/>
                        <a:pt x="5187" y="2849"/>
                      </a:cubicBezTo>
                      <a:cubicBezTo>
                        <a:pt x="5163" y="2849"/>
                        <a:pt x="5138" y="2849"/>
                        <a:pt x="5114" y="2849"/>
                      </a:cubicBezTo>
                      <a:cubicBezTo>
                        <a:pt x="5114" y="2873"/>
                        <a:pt x="5114" y="2897"/>
                        <a:pt x="5114" y="2922"/>
                      </a:cubicBezTo>
                      <a:cubicBezTo>
                        <a:pt x="5090" y="2922"/>
                        <a:pt x="5065" y="2922"/>
                        <a:pt x="5041" y="2922"/>
                      </a:cubicBezTo>
                      <a:cubicBezTo>
                        <a:pt x="5041" y="2946"/>
                        <a:pt x="5041" y="2970"/>
                        <a:pt x="5041" y="2995"/>
                      </a:cubicBezTo>
                      <a:cubicBezTo>
                        <a:pt x="5016" y="2995"/>
                        <a:pt x="4992" y="2995"/>
                        <a:pt x="4968" y="2995"/>
                      </a:cubicBezTo>
                      <a:cubicBezTo>
                        <a:pt x="4968" y="3019"/>
                        <a:pt x="4968" y="3043"/>
                        <a:pt x="4968" y="3068"/>
                      </a:cubicBezTo>
                      <a:cubicBezTo>
                        <a:pt x="4943" y="3068"/>
                        <a:pt x="4919" y="3068"/>
                        <a:pt x="4894" y="3068"/>
                      </a:cubicBezTo>
                      <a:cubicBezTo>
                        <a:pt x="4894" y="3092"/>
                        <a:pt x="4894" y="3116"/>
                        <a:pt x="4894" y="3141"/>
                      </a:cubicBezTo>
                      <a:cubicBezTo>
                        <a:pt x="4870" y="3141"/>
                        <a:pt x="4846" y="3141"/>
                        <a:pt x="4821" y="3141"/>
                      </a:cubicBezTo>
                      <a:cubicBezTo>
                        <a:pt x="4821" y="3165"/>
                        <a:pt x="4821" y="3189"/>
                        <a:pt x="4821" y="3214"/>
                      </a:cubicBezTo>
                      <a:cubicBezTo>
                        <a:pt x="4797" y="3214"/>
                        <a:pt x="4773" y="3214"/>
                        <a:pt x="4748" y="3214"/>
                      </a:cubicBezTo>
                      <a:cubicBezTo>
                        <a:pt x="4748" y="3238"/>
                        <a:pt x="4748" y="3262"/>
                        <a:pt x="4748" y="3287"/>
                      </a:cubicBezTo>
                      <a:cubicBezTo>
                        <a:pt x="4738" y="3286"/>
                        <a:pt x="4727" y="3285"/>
                        <a:pt x="4717" y="3283"/>
                      </a:cubicBezTo>
                      <a:cubicBezTo>
                        <a:pt x="4661" y="3289"/>
                        <a:pt x="4635" y="3317"/>
                        <a:pt x="4598" y="3356"/>
                      </a:cubicBezTo>
                      <a:cubicBezTo>
                        <a:pt x="4591" y="3362"/>
                        <a:pt x="4584" y="3369"/>
                        <a:pt x="4578" y="3375"/>
                      </a:cubicBezTo>
                      <a:cubicBezTo>
                        <a:pt x="4545" y="3408"/>
                        <a:pt x="4530" y="3428"/>
                        <a:pt x="4525" y="3475"/>
                      </a:cubicBezTo>
                      <a:cubicBezTo>
                        <a:pt x="4526" y="3485"/>
                        <a:pt x="4528" y="3496"/>
                        <a:pt x="4529" y="3506"/>
                      </a:cubicBezTo>
                      <a:cubicBezTo>
                        <a:pt x="4505" y="3506"/>
                        <a:pt x="4481" y="3506"/>
                        <a:pt x="4456" y="3506"/>
                      </a:cubicBezTo>
                      <a:cubicBezTo>
                        <a:pt x="4456" y="3531"/>
                        <a:pt x="4456" y="3555"/>
                        <a:pt x="4456" y="3580"/>
                      </a:cubicBezTo>
                      <a:cubicBezTo>
                        <a:pt x="4432" y="3580"/>
                        <a:pt x="4408" y="3580"/>
                        <a:pt x="4383" y="3580"/>
                      </a:cubicBezTo>
                      <a:cubicBezTo>
                        <a:pt x="4383" y="3628"/>
                        <a:pt x="4383" y="3676"/>
                        <a:pt x="4383" y="3726"/>
                      </a:cubicBezTo>
                      <a:cubicBezTo>
                        <a:pt x="4359" y="3726"/>
                        <a:pt x="4335" y="3726"/>
                        <a:pt x="4310" y="3726"/>
                      </a:cubicBezTo>
                      <a:cubicBezTo>
                        <a:pt x="4310" y="3750"/>
                        <a:pt x="4310" y="3774"/>
                        <a:pt x="4310" y="3799"/>
                      </a:cubicBezTo>
                      <a:cubicBezTo>
                        <a:pt x="4286" y="3799"/>
                        <a:pt x="4262" y="3799"/>
                        <a:pt x="4237" y="3799"/>
                      </a:cubicBezTo>
                      <a:cubicBezTo>
                        <a:pt x="4237" y="3823"/>
                        <a:pt x="4237" y="3847"/>
                        <a:pt x="4237" y="3872"/>
                      </a:cubicBezTo>
                      <a:cubicBezTo>
                        <a:pt x="4213" y="3872"/>
                        <a:pt x="4189" y="3872"/>
                        <a:pt x="4164" y="3872"/>
                      </a:cubicBezTo>
                      <a:cubicBezTo>
                        <a:pt x="4164" y="3896"/>
                        <a:pt x="4164" y="3920"/>
                        <a:pt x="4164" y="3945"/>
                      </a:cubicBezTo>
                      <a:cubicBezTo>
                        <a:pt x="4140" y="3945"/>
                        <a:pt x="4116" y="3945"/>
                        <a:pt x="4091" y="3945"/>
                      </a:cubicBezTo>
                      <a:cubicBezTo>
                        <a:pt x="4091" y="3969"/>
                        <a:pt x="4091" y="3993"/>
                        <a:pt x="4091" y="4018"/>
                      </a:cubicBezTo>
                      <a:cubicBezTo>
                        <a:pt x="4067" y="4018"/>
                        <a:pt x="4043" y="4018"/>
                        <a:pt x="4018" y="4018"/>
                      </a:cubicBezTo>
                      <a:cubicBezTo>
                        <a:pt x="4018" y="4042"/>
                        <a:pt x="4018" y="4066"/>
                        <a:pt x="4018" y="4091"/>
                      </a:cubicBezTo>
                      <a:cubicBezTo>
                        <a:pt x="3994" y="4091"/>
                        <a:pt x="3970" y="4091"/>
                        <a:pt x="3945" y="4091"/>
                      </a:cubicBezTo>
                      <a:cubicBezTo>
                        <a:pt x="3945" y="4115"/>
                        <a:pt x="3945" y="4139"/>
                        <a:pt x="3945" y="4164"/>
                      </a:cubicBezTo>
                      <a:cubicBezTo>
                        <a:pt x="3921" y="4164"/>
                        <a:pt x="3897" y="4164"/>
                        <a:pt x="3872" y="4164"/>
                      </a:cubicBezTo>
                      <a:cubicBezTo>
                        <a:pt x="3872" y="4188"/>
                        <a:pt x="3872" y="4212"/>
                        <a:pt x="3872" y="4237"/>
                      </a:cubicBezTo>
                      <a:cubicBezTo>
                        <a:pt x="3848" y="4237"/>
                        <a:pt x="3824" y="4237"/>
                        <a:pt x="3799" y="4237"/>
                      </a:cubicBezTo>
                      <a:cubicBezTo>
                        <a:pt x="3799" y="4261"/>
                        <a:pt x="3799" y="4285"/>
                        <a:pt x="3799" y="4310"/>
                      </a:cubicBezTo>
                      <a:cubicBezTo>
                        <a:pt x="3775" y="4310"/>
                        <a:pt x="3750" y="4310"/>
                        <a:pt x="3726" y="4310"/>
                      </a:cubicBezTo>
                      <a:cubicBezTo>
                        <a:pt x="3726" y="4334"/>
                        <a:pt x="3726" y="4358"/>
                        <a:pt x="3726" y="4383"/>
                      </a:cubicBezTo>
                      <a:cubicBezTo>
                        <a:pt x="3702" y="4383"/>
                        <a:pt x="3677" y="4383"/>
                        <a:pt x="3653" y="4383"/>
                      </a:cubicBezTo>
                      <a:cubicBezTo>
                        <a:pt x="3653" y="4407"/>
                        <a:pt x="3653" y="4431"/>
                        <a:pt x="3653" y="4456"/>
                      </a:cubicBezTo>
                      <a:cubicBezTo>
                        <a:pt x="3628" y="4456"/>
                        <a:pt x="3604" y="4456"/>
                        <a:pt x="3580" y="4456"/>
                      </a:cubicBezTo>
                      <a:cubicBezTo>
                        <a:pt x="3580" y="4480"/>
                        <a:pt x="3580" y="4504"/>
                        <a:pt x="3580" y="4529"/>
                      </a:cubicBezTo>
                      <a:cubicBezTo>
                        <a:pt x="3555" y="4529"/>
                        <a:pt x="3531" y="4529"/>
                        <a:pt x="3506" y="4529"/>
                      </a:cubicBezTo>
                      <a:cubicBezTo>
                        <a:pt x="3506" y="4553"/>
                        <a:pt x="3506" y="4577"/>
                        <a:pt x="3506" y="4602"/>
                      </a:cubicBezTo>
                      <a:cubicBezTo>
                        <a:pt x="3434" y="4602"/>
                        <a:pt x="3362" y="4602"/>
                        <a:pt x="3287" y="4602"/>
                      </a:cubicBezTo>
                      <a:cubicBezTo>
                        <a:pt x="3287" y="4578"/>
                        <a:pt x="3287" y="4554"/>
                        <a:pt x="3287" y="4529"/>
                      </a:cubicBezTo>
                      <a:cubicBezTo>
                        <a:pt x="3263" y="4529"/>
                        <a:pt x="3239" y="4529"/>
                        <a:pt x="3214" y="4529"/>
                      </a:cubicBezTo>
                      <a:cubicBezTo>
                        <a:pt x="3214" y="4505"/>
                        <a:pt x="3214" y="4481"/>
                        <a:pt x="3214" y="4456"/>
                      </a:cubicBezTo>
                      <a:cubicBezTo>
                        <a:pt x="3166" y="4456"/>
                        <a:pt x="3118" y="4456"/>
                        <a:pt x="3068" y="4456"/>
                      </a:cubicBezTo>
                      <a:cubicBezTo>
                        <a:pt x="3068" y="4432"/>
                        <a:pt x="3068" y="4408"/>
                        <a:pt x="3068" y="4383"/>
                      </a:cubicBezTo>
                      <a:cubicBezTo>
                        <a:pt x="3044" y="4383"/>
                        <a:pt x="3020" y="4383"/>
                        <a:pt x="2995" y="4383"/>
                      </a:cubicBezTo>
                      <a:cubicBezTo>
                        <a:pt x="2995" y="4359"/>
                        <a:pt x="2995" y="4335"/>
                        <a:pt x="2995" y="4310"/>
                      </a:cubicBezTo>
                      <a:cubicBezTo>
                        <a:pt x="2971" y="4310"/>
                        <a:pt x="2947" y="4310"/>
                        <a:pt x="2922" y="4310"/>
                      </a:cubicBezTo>
                      <a:cubicBezTo>
                        <a:pt x="2922" y="4286"/>
                        <a:pt x="2922" y="4262"/>
                        <a:pt x="2922" y="4237"/>
                      </a:cubicBezTo>
                      <a:cubicBezTo>
                        <a:pt x="2898" y="4237"/>
                        <a:pt x="2874" y="4237"/>
                        <a:pt x="2849" y="4237"/>
                      </a:cubicBezTo>
                      <a:cubicBezTo>
                        <a:pt x="2849" y="4213"/>
                        <a:pt x="2849" y="4189"/>
                        <a:pt x="2849" y="4164"/>
                      </a:cubicBezTo>
                      <a:cubicBezTo>
                        <a:pt x="2825" y="4164"/>
                        <a:pt x="2801" y="4164"/>
                        <a:pt x="2776" y="4164"/>
                      </a:cubicBezTo>
                      <a:cubicBezTo>
                        <a:pt x="2776" y="4140"/>
                        <a:pt x="2776" y="4116"/>
                        <a:pt x="2776" y="4091"/>
                      </a:cubicBezTo>
                      <a:cubicBezTo>
                        <a:pt x="2752" y="4091"/>
                        <a:pt x="2728" y="4091"/>
                        <a:pt x="2703" y="4091"/>
                      </a:cubicBezTo>
                      <a:cubicBezTo>
                        <a:pt x="2703" y="4067"/>
                        <a:pt x="2703" y="4043"/>
                        <a:pt x="2703" y="4018"/>
                      </a:cubicBezTo>
                      <a:cubicBezTo>
                        <a:pt x="2679" y="4018"/>
                        <a:pt x="2655" y="4018"/>
                        <a:pt x="2630" y="4018"/>
                      </a:cubicBezTo>
                      <a:cubicBezTo>
                        <a:pt x="2630" y="3994"/>
                        <a:pt x="2630" y="3970"/>
                        <a:pt x="2630" y="3945"/>
                      </a:cubicBezTo>
                      <a:cubicBezTo>
                        <a:pt x="2606" y="3945"/>
                        <a:pt x="2582" y="3945"/>
                        <a:pt x="2557" y="3945"/>
                      </a:cubicBezTo>
                      <a:cubicBezTo>
                        <a:pt x="2557" y="3921"/>
                        <a:pt x="2557" y="3897"/>
                        <a:pt x="2557" y="3872"/>
                      </a:cubicBezTo>
                      <a:cubicBezTo>
                        <a:pt x="2533" y="3872"/>
                        <a:pt x="2509" y="3872"/>
                        <a:pt x="2484" y="3872"/>
                      </a:cubicBezTo>
                      <a:cubicBezTo>
                        <a:pt x="2484" y="3848"/>
                        <a:pt x="2484" y="3824"/>
                        <a:pt x="2484" y="3799"/>
                      </a:cubicBezTo>
                      <a:cubicBezTo>
                        <a:pt x="2460" y="3799"/>
                        <a:pt x="2436" y="3799"/>
                        <a:pt x="2411" y="3799"/>
                      </a:cubicBezTo>
                      <a:cubicBezTo>
                        <a:pt x="2411" y="3775"/>
                        <a:pt x="2411" y="3750"/>
                        <a:pt x="2411" y="3726"/>
                      </a:cubicBezTo>
                      <a:cubicBezTo>
                        <a:pt x="2387" y="3726"/>
                        <a:pt x="2363" y="3726"/>
                        <a:pt x="2338" y="3726"/>
                      </a:cubicBezTo>
                      <a:cubicBezTo>
                        <a:pt x="2338" y="3702"/>
                        <a:pt x="2338" y="3677"/>
                        <a:pt x="2338" y="3653"/>
                      </a:cubicBezTo>
                      <a:cubicBezTo>
                        <a:pt x="2314" y="3653"/>
                        <a:pt x="2289" y="3653"/>
                        <a:pt x="2265" y="3653"/>
                      </a:cubicBezTo>
                      <a:cubicBezTo>
                        <a:pt x="2265" y="3628"/>
                        <a:pt x="2265" y="3604"/>
                        <a:pt x="2265" y="3580"/>
                      </a:cubicBezTo>
                      <a:cubicBezTo>
                        <a:pt x="2241" y="3580"/>
                        <a:pt x="2216" y="3580"/>
                        <a:pt x="2192" y="3580"/>
                      </a:cubicBezTo>
                      <a:cubicBezTo>
                        <a:pt x="2192" y="3555"/>
                        <a:pt x="2192" y="3531"/>
                        <a:pt x="2192" y="3506"/>
                      </a:cubicBezTo>
                      <a:cubicBezTo>
                        <a:pt x="2071" y="3506"/>
                        <a:pt x="1950" y="3506"/>
                        <a:pt x="1826" y="3506"/>
                      </a:cubicBezTo>
                      <a:cubicBezTo>
                        <a:pt x="1826" y="3531"/>
                        <a:pt x="1826" y="3555"/>
                        <a:pt x="1826" y="3580"/>
                      </a:cubicBezTo>
                      <a:cubicBezTo>
                        <a:pt x="1802" y="3580"/>
                        <a:pt x="1778" y="3580"/>
                        <a:pt x="1753" y="3580"/>
                      </a:cubicBezTo>
                      <a:cubicBezTo>
                        <a:pt x="1753" y="3604"/>
                        <a:pt x="1753" y="3628"/>
                        <a:pt x="1753" y="3653"/>
                      </a:cubicBezTo>
                      <a:cubicBezTo>
                        <a:pt x="1729" y="3653"/>
                        <a:pt x="1705" y="3653"/>
                        <a:pt x="1680" y="3653"/>
                      </a:cubicBezTo>
                      <a:cubicBezTo>
                        <a:pt x="1680" y="3773"/>
                        <a:pt x="1680" y="3894"/>
                        <a:pt x="1680" y="4018"/>
                      </a:cubicBezTo>
                      <a:cubicBezTo>
                        <a:pt x="1704" y="4018"/>
                        <a:pt x="1728" y="4018"/>
                        <a:pt x="1753" y="4018"/>
                      </a:cubicBezTo>
                      <a:cubicBezTo>
                        <a:pt x="1753" y="4042"/>
                        <a:pt x="1753" y="4066"/>
                        <a:pt x="1753" y="4091"/>
                      </a:cubicBezTo>
                      <a:cubicBezTo>
                        <a:pt x="1777" y="4091"/>
                        <a:pt x="1801" y="4091"/>
                        <a:pt x="1826" y="4091"/>
                      </a:cubicBezTo>
                      <a:cubicBezTo>
                        <a:pt x="1826" y="4115"/>
                        <a:pt x="1826" y="4139"/>
                        <a:pt x="1826" y="4164"/>
                      </a:cubicBezTo>
                      <a:cubicBezTo>
                        <a:pt x="1850" y="4164"/>
                        <a:pt x="1875" y="4164"/>
                        <a:pt x="1899" y="4164"/>
                      </a:cubicBezTo>
                      <a:cubicBezTo>
                        <a:pt x="1899" y="4188"/>
                        <a:pt x="1899" y="4212"/>
                        <a:pt x="1899" y="4237"/>
                      </a:cubicBezTo>
                      <a:cubicBezTo>
                        <a:pt x="1923" y="4237"/>
                        <a:pt x="1948" y="4237"/>
                        <a:pt x="1972" y="4237"/>
                      </a:cubicBezTo>
                      <a:cubicBezTo>
                        <a:pt x="1972" y="4261"/>
                        <a:pt x="1972" y="4285"/>
                        <a:pt x="1972" y="4310"/>
                      </a:cubicBezTo>
                      <a:cubicBezTo>
                        <a:pt x="1997" y="4310"/>
                        <a:pt x="2021" y="4310"/>
                        <a:pt x="2045" y="4310"/>
                      </a:cubicBezTo>
                      <a:cubicBezTo>
                        <a:pt x="2045" y="4334"/>
                        <a:pt x="2045" y="4358"/>
                        <a:pt x="2045" y="4383"/>
                      </a:cubicBezTo>
                      <a:cubicBezTo>
                        <a:pt x="2070" y="4383"/>
                        <a:pt x="2094" y="4383"/>
                        <a:pt x="2119" y="4383"/>
                      </a:cubicBezTo>
                      <a:cubicBezTo>
                        <a:pt x="2119" y="4407"/>
                        <a:pt x="2119" y="4431"/>
                        <a:pt x="2119" y="4456"/>
                      </a:cubicBezTo>
                      <a:cubicBezTo>
                        <a:pt x="2143" y="4456"/>
                        <a:pt x="2167" y="4456"/>
                        <a:pt x="2192" y="4456"/>
                      </a:cubicBezTo>
                      <a:cubicBezTo>
                        <a:pt x="2192" y="4480"/>
                        <a:pt x="2192" y="4504"/>
                        <a:pt x="2192" y="4529"/>
                      </a:cubicBezTo>
                      <a:cubicBezTo>
                        <a:pt x="2216" y="4529"/>
                        <a:pt x="2240" y="4529"/>
                        <a:pt x="2265" y="4529"/>
                      </a:cubicBezTo>
                      <a:cubicBezTo>
                        <a:pt x="2265" y="4553"/>
                        <a:pt x="2265" y="4577"/>
                        <a:pt x="2265" y="4602"/>
                      </a:cubicBezTo>
                      <a:cubicBezTo>
                        <a:pt x="2289" y="4602"/>
                        <a:pt x="2313" y="4602"/>
                        <a:pt x="2338" y="4602"/>
                      </a:cubicBezTo>
                      <a:cubicBezTo>
                        <a:pt x="2338" y="4626"/>
                        <a:pt x="2338" y="4650"/>
                        <a:pt x="2338" y="4675"/>
                      </a:cubicBezTo>
                      <a:cubicBezTo>
                        <a:pt x="2362" y="4675"/>
                        <a:pt x="2386" y="4675"/>
                        <a:pt x="2411" y="4675"/>
                      </a:cubicBezTo>
                      <a:cubicBezTo>
                        <a:pt x="2411" y="4699"/>
                        <a:pt x="2411" y="4724"/>
                        <a:pt x="2411" y="4748"/>
                      </a:cubicBezTo>
                      <a:cubicBezTo>
                        <a:pt x="2435" y="4748"/>
                        <a:pt x="2459" y="4748"/>
                        <a:pt x="2484" y="4748"/>
                      </a:cubicBezTo>
                      <a:cubicBezTo>
                        <a:pt x="2484" y="4772"/>
                        <a:pt x="2484" y="4797"/>
                        <a:pt x="2484" y="4821"/>
                      </a:cubicBezTo>
                      <a:cubicBezTo>
                        <a:pt x="2508" y="4821"/>
                        <a:pt x="2532" y="4821"/>
                        <a:pt x="2557" y="4821"/>
                      </a:cubicBezTo>
                      <a:cubicBezTo>
                        <a:pt x="2557" y="4846"/>
                        <a:pt x="2557" y="4870"/>
                        <a:pt x="2557" y="4894"/>
                      </a:cubicBezTo>
                      <a:cubicBezTo>
                        <a:pt x="2581" y="4894"/>
                        <a:pt x="2605" y="4894"/>
                        <a:pt x="2630" y="4894"/>
                      </a:cubicBezTo>
                      <a:cubicBezTo>
                        <a:pt x="2630" y="4919"/>
                        <a:pt x="2630" y="4943"/>
                        <a:pt x="2630" y="4968"/>
                      </a:cubicBezTo>
                      <a:cubicBezTo>
                        <a:pt x="2654" y="4968"/>
                        <a:pt x="2678" y="4968"/>
                        <a:pt x="2703" y="4968"/>
                      </a:cubicBezTo>
                      <a:cubicBezTo>
                        <a:pt x="2703" y="4992"/>
                        <a:pt x="2703" y="5016"/>
                        <a:pt x="2703" y="5041"/>
                      </a:cubicBezTo>
                      <a:cubicBezTo>
                        <a:pt x="2727" y="5041"/>
                        <a:pt x="2751" y="5041"/>
                        <a:pt x="2776" y="5041"/>
                      </a:cubicBezTo>
                      <a:cubicBezTo>
                        <a:pt x="2776" y="5065"/>
                        <a:pt x="2776" y="5089"/>
                        <a:pt x="2776" y="5114"/>
                      </a:cubicBezTo>
                      <a:cubicBezTo>
                        <a:pt x="2800" y="5114"/>
                        <a:pt x="2824" y="5114"/>
                        <a:pt x="2849" y="5114"/>
                      </a:cubicBezTo>
                      <a:cubicBezTo>
                        <a:pt x="2849" y="5138"/>
                        <a:pt x="2849" y="5162"/>
                        <a:pt x="2849" y="5187"/>
                      </a:cubicBezTo>
                      <a:cubicBezTo>
                        <a:pt x="2873" y="5187"/>
                        <a:pt x="2897" y="5187"/>
                        <a:pt x="2922" y="5187"/>
                      </a:cubicBezTo>
                      <a:cubicBezTo>
                        <a:pt x="2922" y="5211"/>
                        <a:pt x="2922" y="5235"/>
                        <a:pt x="2922" y="5260"/>
                      </a:cubicBezTo>
                      <a:cubicBezTo>
                        <a:pt x="2946" y="5260"/>
                        <a:pt x="2970" y="5260"/>
                        <a:pt x="2995" y="5260"/>
                      </a:cubicBezTo>
                      <a:cubicBezTo>
                        <a:pt x="2995" y="5284"/>
                        <a:pt x="2995" y="5308"/>
                        <a:pt x="2995" y="5333"/>
                      </a:cubicBezTo>
                      <a:cubicBezTo>
                        <a:pt x="3019" y="5333"/>
                        <a:pt x="3043" y="5333"/>
                        <a:pt x="3068" y="5333"/>
                      </a:cubicBezTo>
                      <a:cubicBezTo>
                        <a:pt x="3068" y="5357"/>
                        <a:pt x="3068" y="5381"/>
                        <a:pt x="3068" y="5406"/>
                      </a:cubicBezTo>
                      <a:cubicBezTo>
                        <a:pt x="3092" y="5406"/>
                        <a:pt x="3116" y="5406"/>
                        <a:pt x="3141" y="5406"/>
                      </a:cubicBezTo>
                      <a:cubicBezTo>
                        <a:pt x="3141" y="5430"/>
                        <a:pt x="3141" y="5454"/>
                        <a:pt x="3141" y="5479"/>
                      </a:cubicBezTo>
                      <a:cubicBezTo>
                        <a:pt x="3165" y="5479"/>
                        <a:pt x="3189" y="5479"/>
                        <a:pt x="3214" y="5479"/>
                      </a:cubicBezTo>
                      <a:cubicBezTo>
                        <a:pt x="3214" y="5503"/>
                        <a:pt x="3214" y="5527"/>
                        <a:pt x="3214" y="5552"/>
                      </a:cubicBezTo>
                      <a:cubicBezTo>
                        <a:pt x="3311" y="5552"/>
                        <a:pt x="3407" y="5552"/>
                        <a:pt x="3506" y="5552"/>
                      </a:cubicBezTo>
                      <a:cubicBezTo>
                        <a:pt x="3506" y="5528"/>
                        <a:pt x="3506" y="5504"/>
                        <a:pt x="3506" y="5479"/>
                      </a:cubicBezTo>
                      <a:cubicBezTo>
                        <a:pt x="3555" y="5479"/>
                        <a:pt x="3603" y="5479"/>
                        <a:pt x="3653" y="5479"/>
                      </a:cubicBezTo>
                      <a:cubicBezTo>
                        <a:pt x="3653" y="5455"/>
                        <a:pt x="3653" y="5431"/>
                        <a:pt x="3653" y="5406"/>
                      </a:cubicBezTo>
                      <a:cubicBezTo>
                        <a:pt x="3677" y="5406"/>
                        <a:pt x="3701" y="5406"/>
                        <a:pt x="3726" y="5406"/>
                      </a:cubicBezTo>
                      <a:cubicBezTo>
                        <a:pt x="3726" y="5382"/>
                        <a:pt x="3726" y="5358"/>
                        <a:pt x="3726" y="5333"/>
                      </a:cubicBezTo>
                      <a:cubicBezTo>
                        <a:pt x="3750" y="5333"/>
                        <a:pt x="3774" y="5333"/>
                        <a:pt x="3799" y="5333"/>
                      </a:cubicBezTo>
                      <a:cubicBezTo>
                        <a:pt x="3799" y="5309"/>
                        <a:pt x="3799" y="5285"/>
                        <a:pt x="3799" y="5260"/>
                      </a:cubicBezTo>
                      <a:cubicBezTo>
                        <a:pt x="3823" y="5260"/>
                        <a:pt x="3847" y="5260"/>
                        <a:pt x="3872" y="5260"/>
                      </a:cubicBezTo>
                      <a:cubicBezTo>
                        <a:pt x="3872" y="5236"/>
                        <a:pt x="3872" y="5212"/>
                        <a:pt x="3872" y="5187"/>
                      </a:cubicBezTo>
                      <a:cubicBezTo>
                        <a:pt x="3882" y="5188"/>
                        <a:pt x="3893" y="5190"/>
                        <a:pt x="3903" y="5191"/>
                      </a:cubicBezTo>
                      <a:cubicBezTo>
                        <a:pt x="3959" y="5185"/>
                        <a:pt x="3985" y="5157"/>
                        <a:pt x="4022" y="5118"/>
                      </a:cubicBezTo>
                      <a:cubicBezTo>
                        <a:pt x="4029" y="5112"/>
                        <a:pt x="4036" y="5105"/>
                        <a:pt x="4043" y="5099"/>
                      </a:cubicBezTo>
                      <a:cubicBezTo>
                        <a:pt x="4075" y="5066"/>
                        <a:pt x="4090" y="5046"/>
                        <a:pt x="4095" y="4999"/>
                      </a:cubicBezTo>
                      <a:cubicBezTo>
                        <a:pt x="4094" y="4989"/>
                        <a:pt x="4092" y="4978"/>
                        <a:pt x="4091" y="4968"/>
                      </a:cubicBezTo>
                      <a:cubicBezTo>
                        <a:pt x="4115" y="4968"/>
                        <a:pt x="4139" y="4968"/>
                        <a:pt x="4164" y="4968"/>
                      </a:cubicBezTo>
                      <a:cubicBezTo>
                        <a:pt x="4164" y="4919"/>
                        <a:pt x="4164" y="4871"/>
                        <a:pt x="4164" y="4821"/>
                      </a:cubicBezTo>
                      <a:cubicBezTo>
                        <a:pt x="4188" y="4821"/>
                        <a:pt x="4212" y="4821"/>
                        <a:pt x="4237" y="4821"/>
                      </a:cubicBezTo>
                      <a:cubicBezTo>
                        <a:pt x="4237" y="4797"/>
                        <a:pt x="4237" y="4773"/>
                        <a:pt x="4237" y="4748"/>
                      </a:cubicBezTo>
                      <a:cubicBezTo>
                        <a:pt x="4261" y="4748"/>
                        <a:pt x="4285" y="4748"/>
                        <a:pt x="4310" y="4748"/>
                      </a:cubicBezTo>
                      <a:cubicBezTo>
                        <a:pt x="4310" y="4724"/>
                        <a:pt x="4310" y="4700"/>
                        <a:pt x="4310" y="4675"/>
                      </a:cubicBezTo>
                      <a:cubicBezTo>
                        <a:pt x="4334" y="4675"/>
                        <a:pt x="4358" y="4675"/>
                        <a:pt x="4383" y="4675"/>
                      </a:cubicBezTo>
                      <a:cubicBezTo>
                        <a:pt x="4383" y="4651"/>
                        <a:pt x="4383" y="4627"/>
                        <a:pt x="4383" y="4602"/>
                      </a:cubicBezTo>
                      <a:cubicBezTo>
                        <a:pt x="4407" y="4602"/>
                        <a:pt x="4431" y="4602"/>
                        <a:pt x="4456" y="4602"/>
                      </a:cubicBezTo>
                      <a:cubicBezTo>
                        <a:pt x="4456" y="4578"/>
                        <a:pt x="4456" y="4554"/>
                        <a:pt x="4456" y="4529"/>
                      </a:cubicBezTo>
                      <a:cubicBezTo>
                        <a:pt x="4480" y="4529"/>
                        <a:pt x="4504" y="4529"/>
                        <a:pt x="4529" y="4529"/>
                      </a:cubicBezTo>
                      <a:cubicBezTo>
                        <a:pt x="4529" y="4505"/>
                        <a:pt x="4529" y="4481"/>
                        <a:pt x="4529" y="4456"/>
                      </a:cubicBezTo>
                      <a:cubicBezTo>
                        <a:pt x="4553" y="4456"/>
                        <a:pt x="4577" y="4456"/>
                        <a:pt x="4602" y="4456"/>
                      </a:cubicBezTo>
                      <a:cubicBezTo>
                        <a:pt x="4602" y="4432"/>
                        <a:pt x="4602" y="4408"/>
                        <a:pt x="4602" y="4383"/>
                      </a:cubicBezTo>
                      <a:cubicBezTo>
                        <a:pt x="4626" y="4383"/>
                        <a:pt x="4650" y="4383"/>
                        <a:pt x="4675" y="4383"/>
                      </a:cubicBezTo>
                      <a:cubicBezTo>
                        <a:pt x="4675" y="4359"/>
                        <a:pt x="4675" y="4335"/>
                        <a:pt x="4675" y="4310"/>
                      </a:cubicBezTo>
                      <a:cubicBezTo>
                        <a:pt x="4699" y="4310"/>
                        <a:pt x="4724" y="4310"/>
                        <a:pt x="4748" y="4310"/>
                      </a:cubicBezTo>
                      <a:cubicBezTo>
                        <a:pt x="4748" y="4286"/>
                        <a:pt x="4748" y="4262"/>
                        <a:pt x="4748" y="4237"/>
                      </a:cubicBezTo>
                      <a:cubicBezTo>
                        <a:pt x="4772" y="4237"/>
                        <a:pt x="4797" y="4237"/>
                        <a:pt x="4821" y="4237"/>
                      </a:cubicBezTo>
                      <a:cubicBezTo>
                        <a:pt x="4821" y="4213"/>
                        <a:pt x="4821" y="4189"/>
                        <a:pt x="4821" y="4164"/>
                      </a:cubicBezTo>
                      <a:cubicBezTo>
                        <a:pt x="4832" y="4165"/>
                        <a:pt x="4843" y="4166"/>
                        <a:pt x="4855" y="4167"/>
                      </a:cubicBezTo>
                      <a:cubicBezTo>
                        <a:pt x="4894" y="4164"/>
                        <a:pt x="4894" y="4164"/>
                        <a:pt x="4922" y="4141"/>
                      </a:cubicBezTo>
                      <a:cubicBezTo>
                        <a:pt x="4930" y="4131"/>
                        <a:pt x="4938" y="4120"/>
                        <a:pt x="4947" y="4109"/>
                      </a:cubicBezTo>
                      <a:cubicBezTo>
                        <a:pt x="4952" y="4104"/>
                        <a:pt x="4952" y="4104"/>
                        <a:pt x="4975" y="4075"/>
                      </a:cubicBezTo>
                      <a:cubicBezTo>
                        <a:pt x="4985" y="4063"/>
                        <a:pt x="4994" y="4051"/>
                        <a:pt x="5004" y="4038"/>
                      </a:cubicBezTo>
                      <a:cubicBezTo>
                        <a:pt x="5023" y="4015"/>
                        <a:pt x="5042" y="3991"/>
                        <a:pt x="5061" y="3968"/>
                      </a:cubicBezTo>
                      <a:cubicBezTo>
                        <a:pt x="5069" y="3957"/>
                        <a:pt x="5078" y="3947"/>
                        <a:pt x="5086" y="3936"/>
                      </a:cubicBezTo>
                      <a:cubicBezTo>
                        <a:pt x="5114" y="3908"/>
                        <a:pt x="5114" y="3908"/>
                        <a:pt x="5153" y="3889"/>
                      </a:cubicBezTo>
                      <a:cubicBezTo>
                        <a:pt x="5164" y="3883"/>
                        <a:pt x="5175" y="3878"/>
                        <a:pt x="5187" y="3872"/>
                      </a:cubicBezTo>
                      <a:cubicBezTo>
                        <a:pt x="5191" y="3833"/>
                        <a:pt x="5191" y="3833"/>
                        <a:pt x="5187" y="3799"/>
                      </a:cubicBezTo>
                      <a:cubicBezTo>
                        <a:pt x="5211" y="3799"/>
                        <a:pt x="5235" y="3799"/>
                        <a:pt x="5260" y="3799"/>
                      </a:cubicBezTo>
                      <a:cubicBezTo>
                        <a:pt x="5260" y="3750"/>
                        <a:pt x="5260" y="3702"/>
                        <a:pt x="5260" y="3653"/>
                      </a:cubicBezTo>
                      <a:cubicBezTo>
                        <a:pt x="5284" y="3653"/>
                        <a:pt x="5308" y="3653"/>
                        <a:pt x="5333" y="3653"/>
                      </a:cubicBezTo>
                      <a:cubicBezTo>
                        <a:pt x="5333" y="3628"/>
                        <a:pt x="5333" y="3604"/>
                        <a:pt x="5333" y="3580"/>
                      </a:cubicBezTo>
                      <a:cubicBezTo>
                        <a:pt x="5357" y="3580"/>
                        <a:pt x="5381" y="3580"/>
                        <a:pt x="5406" y="3580"/>
                      </a:cubicBezTo>
                      <a:cubicBezTo>
                        <a:pt x="5406" y="3555"/>
                        <a:pt x="5406" y="3531"/>
                        <a:pt x="5406" y="3506"/>
                      </a:cubicBezTo>
                      <a:cubicBezTo>
                        <a:pt x="5430" y="3506"/>
                        <a:pt x="5454" y="3506"/>
                        <a:pt x="5479" y="3506"/>
                      </a:cubicBezTo>
                      <a:cubicBezTo>
                        <a:pt x="5479" y="3482"/>
                        <a:pt x="5479" y="3458"/>
                        <a:pt x="5479" y="3433"/>
                      </a:cubicBezTo>
                      <a:cubicBezTo>
                        <a:pt x="5503" y="3433"/>
                        <a:pt x="5527" y="3433"/>
                        <a:pt x="5552" y="3433"/>
                      </a:cubicBezTo>
                      <a:cubicBezTo>
                        <a:pt x="5552" y="3409"/>
                        <a:pt x="5552" y="3385"/>
                        <a:pt x="5552" y="3360"/>
                      </a:cubicBezTo>
                      <a:cubicBezTo>
                        <a:pt x="5576" y="3360"/>
                        <a:pt x="5600" y="3360"/>
                        <a:pt x="5625" y="3360"/>
                      </a:cubicBezTo>
                      <a:cubicBezTo>
                        <a:pt x="5625" y="3336"/>
                        <a:pt x="5625" y="3312"/>
                        <a:pt x="5625" y="3287"/>
                      </a:cubicBezTo>
                      <a:cubicBezTo>
                        <a:pt x="5649" y="3287"/>
                        <a:pt x="5673" y="3287"/>
                        <a:pt x="5698" y="3287"/>
                      </a:cubicBezTo>
                      <a:cubicBezTo>
                        <a:pt x="5698" y="3263"/>
                        <a:pt x="5698" y="3239"/>
                        <a:pt x="5698" y="3214"/>
                      </a:cubicBezTo>
                      <a:cubicBezTo>
                        <a:pt x="5722" y="3214"/>
                        <a:pt x="5746" y="3214"/>
                        <a:pt x="5771" y="3214"/>
                      </a:cubicBezTo>
                      <a:cubicBezTo>
                        <a:pt x="5771" y="3190"/>
                        <a:pt x="5771" y="3166"/>
                        <a:pt x="5771" y="3141"/>
                      </a:cubicBezTo>
                      <a:cubicBezTo>
                        <a:pt x="5795" y="3141"/>
                        <a:pt x="5819" y="3141"/>
                        <a:pt x="5844" y="3141"/>
                      </a:cubicBezTo>
                      <a:cubicBezTo>
                        <a:pt x="5844" y="3117"/>
                        <a:pt x="5844" y="3093"/>
                        <a:pt x="5844" y="3068"/>
                      </a:cubicBezTo>
                      <a:cubicBezTo>
                        <a:pt x="5868" y="3068"/>
                        <a:pt x="5892" y="3068"/>
                        <a:pt x="5917" y="3068"/>
                      </a:cubicBezTo>
                      <a:cubicBezTo>
                        <a:pt x="5917" y="3044"/>
                        <a:pt x="5917" y="3020"/>
                        <a:pt x="5917" y="2995"/>
                      </a:cubicBezTo>
                      <a:cubicBezTo>
                        <a:pt x="5941" y="2995"/>
                        <a:pt x="5965" y="2995"/>
                        <a:pt x="5990" y="2995"/>
                      </a:cubicBezTo>
                      <a:cubicBezTo>
                        <a:pt x="5990" y="2971"/>
                        <a:pt x="5990" y="2947"/>
                        <a:pt x="5990" y="2922"/>
                      </a:cubicBezTo>
                      <a:cubicBezTo>
                        <a:pt x="6014" y="2922"/>
                        <a:pt x="6038" y="2922"/>
                        <a:pt x="6063" y="2922"/>
                      </a:cubicBezTo>
                      <a:cubicBezTo>
                        <a:pt x="6063" y="2898"/>
                        <a:pt x="6063" y="2874"/>
                        <a:pt x="6063" y="2849"/>
                      </a:cubicBezTo>
                      <a:cubicBezTo>
                        <a:pt x="6087" y="2849"/>
                        <a:pt x="6112" y="2849"/>
                        <a:pt x="6136" y="2849"/>
                      </a:cubicBezTo>
                      <a:cubicBezTo>
                        <a:pt x="6136" y="2801"/>
                        <a:pt x="6136" y="2753"/>
                        <a:pt x="6136" y="2703"/>
                      </a:cubicBezTo>
                      <a:cubicBezTo>
                        <a:pt x="6160" y="2703"/>
                        <a:pt x="6185" y="2703"/>
                        <a:pt x="6209" y="2703"/>
                      </a:cubicBezTo>
                      <a:cubicBezTo>
                        <a:pt x="6209" y="2631"/>
                        <a:pt x="6209" y="2558"/>
                        <a:pt x="6209" y="2484"/>
                      </a:cubicBezTo>
                      <a:cubicBezTo>
                        <a:pt x="6185" y="2484"/>
                        <a:pt x="6161" y="2484"/>
                        <a:pt x="6136" y="2484"/>
                      </a:cubicBezTo>
                      <a:cubicBezTo>
                        <a:pt x="6136" y="2460"/>
                        <a:pt x="6136" y="2436"/>
                        <a:pt x="6136" y="2411"/>
                      </a:cubicBezTo>
                      <a:cubicBezTo>
                        <a:pt x="6112" y="2411"/>
                        <a:pt x="6088" y="2411"/>
                        <a:pt x="6063" y="2411"/>
                      </a:cubicBezTo>
                      <a:cubicBezTo>
                        <a:pt x="6063" y="2387"/>
                        <a:pt x="6063" y="2363"/>
                        <a:pt x="6063" y="2338"/>
                      </a:cubicBezTo>
                      <a:cubicBezTo>
                        <a:pt x="6015" y="2338"/>
                        <a:pt x="5967" y="2338"/>
                        <a:pt x="5917" y="2338"/>
                      </a:cubicBezTo>
                      <a:cubicBezTo>
                        <a:pt x="5917" y="2314"/>
                        <a:pt x="5917" y="2289"/>
                        <a:pt x="5917" y="2265"/>
                      </a:cubicBezTo>
                      <a:cubicBezTo>
                        <a:pt x="5869" y="2265"/>
                        <a:pt x="5821" y="2265"/>
                        <a:pt x="5771" y="2265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03" name="ICON_ACTION_GEAR_path_003"/>
                <p:cNvSpPr/>
                <p:nvPr/>
              </p:nvSpPr>
              <p:spPr>
                <a:xfrm>
                  <a:off x="2211833" y="5594155"/>
                  <a:ext cx="203739" cy="20017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6042" h="15762" fill="norm" stroke="0">
                      <a:moveTo>
                        <a:pt x="6895" y="27"/>
                      </a:moveTo>
                      <a:cubicBezTo>
                        <a:pt x="7207" y="22"/>
                        <a:pt x="7519" y="19"/>
                        <a:pt x="7830" y="17"/>
                      </a:cubicBezTo>
                      <a:cubicBezTo>
                        <a:pt x="7975" y="16"/>
                        <a:pt x="8120" y="15"/>
                        <a:pt x="8265" y="13"/>
                      </a:cubicBezTo>
                      <a:cubicBezTo>
                        <a:pt x="8391" y="11"/>
                        <a:pt x="8517" y="10"/>
                        <a:pt x="8643" y="10"/>
                      </a:cubicBezTo>
                      <a:cubicBezTo>
                        <a:pt x="8710" y="9"/>
                        <a:pt x="8777" y="9"/>
                        <a:pt x="8844" y="7"/>
                      </a:cubicBezTo>
                      <a:cubicBezTo>
                        <a:pt x="8907" y="6"/>
                        <a:pt x="8970" y="6"/>
                        <a:pt x="9033" y="6"/>
                      </a:cubicBezTo>
                      <a:cubicBezTo>
                        <a:pt x="9056" y="6"/>
                        <a:pt x="9079" y="6"/>
                        <a:pt x="9102" y="5"/>
                      </a:cubicBezTo>
                      <a:cubicBezTo>
                        <a:pt x="9272" y="0"/>
                        <a:pt x="9272" y="0"/>
                        <a:pt x="9329" y="45"/>
                      </a:cubicBezTo>
                      <a:cubicBezTo>
                        <a:pt x="9365" y="83"/>
                        <a:pt x="9393" y="123"/>
                        <a:pt x="9421" y="167"/>
                      </a:cubicBezTo>
                      <a:cubicBezTo>
                        <a:pt x="9454" y="212"/>
                        <a:pt x="9475" y="224"/>
                        <a:pt x="9525" y="246"/>
                      </a:cubicBezTo>
                      <a:cubicBezTo>
                        <a:pt x="9532" y="281"/>
                        <a:pt x="9532" y="281"/>
                        <a:pt x="9530" y="321"/>
                      </a:cubicBezTo>
                      <a:cubicBezTo>
                        <a:pt x="9529" y="334"/>
                        <a:pt x="9528" y="348"/>
                        <a:pt x="9528" y="361"/>
                      </a:cubicBezTo>
                      <a:cubicBezTo>
                        <a:pt x="9527" y="371"/>
                        <a:pt x="9526" y="382"/>
                        <a:pt x="9525" y="392"/>
                      </a:cubicBezTo>
                      <a:cubicBezTo>
                        <a:pt x="9549" y="392"/>
                        <a:pt x="9573" y="392"/>
                        <a:pt x="9598" y="392"/>
                      </a:cubicBezTo>
                      <a:cubicBezTo>
                        <a:pt x="9598" y="464"/>
                        <a:pt x="9598" y="537"/>
                        <a:pt x="9598" y="611"/>
                      </a:cubicBezTo>
                      <a:cubicBezTo>
                        <a:pt x="9622" y="611"/>
                        <a:pt x="9646" y="611"/>
                        <a:pt x="9671" y="611"/>
                      </a:cubicBezTo>
                      <a:cubicBezTo>
                        <a:pt x="9671" y="804"/>
                        <a:pt x="9671" y="997"/>
                        <a:pt x="9671" y="1196"/>
                      </a:cubicBezTo>
                      <a:cubicBezTo>
                        <a:pt x="9695" y="1196"/>
                        <a:pt x="9719" y="1196"/>
                        <a:pt x="9744" y="1196"/>
                      </a:cubicBezTo>
                      <a:cubicBezTo>
                        <a:pt x="9744" y="1292"/>
                        <a:pt x="9744" y="1388"/>
                        <a:pt x="9744" y="1488"/>
                      </a:cubicBezTo>
                      <a:cubicBezTo>
                        <a:pt x="9768" y="1488"/>
                        <a:pt x="9792" y="1488"/>
                        <a:pt x="9817" y="1488"/>
                      </a:cubicBezTo>
                      <a:cubicBezTo>
                        <a:pt x="9817" y="1536"/>
                        <a:pt x="9817" y="1584"/>
                        <a:pt x="9817" y="1634"/>
                      </a:cubicBezTo>
                      <a:cubicBezTo>
                        <a:pt x="9841" y="1634"/>
                        <a:pt x="9865" y="1634"/>
                        <a:pt x="9890" y="1634"/>
                      </a:cubicBezTo>
                      <a:cubicBezTo>
                        <a:pt x="9890" y="1658"/>
                        <a:pt x="9890" y="1682"/>
                        <a:pt x="9890" y="1707"/>
                      </a:cubicBezTo>
                      <a:cubicBezTo>
                        <a:pt x="9938" y="1707"/>
                        <a:pt x="9987" y="1707"/>
                        <a:pt x="10036" y="1707"/>
                      </a:cubicBezTo>
                      <a:cubicBezTo>
                        <a:pt x="10036" y="1731"/>
                        <a:pt x="10036" y="1755"/>
                        <a:pt x="10036" y="1780"/>
                      </a:cubicBezTo>
                      <a:cubicBezTo>
                        <a:pt x="10045" y="1779"/>
                        <a:pt x="10053" y="1779"/>
                        <a:pt x="10062" y="1778"/>
                      </a:cubicBezTo>
                      <a:cubicBezTo>
                        <a:pt x="10101" y="1776"/>
                        <a:pt x="10139" y="1775"/>
                        <a:pt x="10178" y="1773"/>
                      </a:cubicBezTo>
                      <a:cubicBezTo>
                        <a:pt x="10191" y="1772"/>
                        <a:pt x="10205" y="1771"/>
                        <a:pt x="10218" y="1770"/>
                      </a:cubicBezTo>
                      <a:cubicBezTo>
                        <a:pt x="10258" y="1769"/>
                        <a:pt x="10290" y="1770"/>
                        <a:pt x="10329" y="1780"/>
                      </a:cubicBezTo>
                      <a:cubicBezTo>
                        <a:pt x="10351" y="1805"/>
                        <a:pt x="10365" y="1832"/>
                        <a:pt x="10381" y="1862"/>
                      </a:cubicBezTo>
                      <a:cubicBezTo>
                        <a:pt x="10422" y="1917"/>
                        <a:pt x="10491" y="1928"/>
                        <a:pt x="10555" y="1947"/>
                      </a:cubicBezTo>
                      <a:cubicBezTo>
                        <a:pt x="10569" y="1951"/>
                        <a:pt x="10583" y="1956"/>
                        <a:pt x="10598" y="1960"/>
                      </a:cubicBezTo>
                      <a:cubicBezTo>
                        <a:pt x="10642" y="1974"/>
                        <a:pt x="10686" y="1986"/>
                        <a:pt x="10730" y="1999"/>
                      </a:cubicBezTo>
                      <a:cubicBezTo>
                        <a:pt x="10756" y="2007"/>
                        <a:pt x="10783" y="2015"/>
                        <a:pt x="10809" y="2022"/>
                      </a:cubicBezTo>
                      <a:cubicBezTo>
                        <a:pt x="10868" y="2039"/>
                        <a:pt x="10927" y="2056"/>
                        <a:pt x="10986" y="2072"/>
                      </a:cubicBezTo>
                      <a:cubicBezTo>
                        <a:pt x="10986" y="2096"/>
                        <a:pt x="10986" y="2120"/>
                        <a:pt x="10986" y="2145"/>
                      </a:cubicBezTo>
                      <a:cubicBezTo>
                        <a:pt x="10996" y="2144"/>
                        <a:pt x="11006" y="2144"/>
                        <a:pt x="11017" y="2143"/>
                      </a:cubicBezTo>
                      <a:cubicBezTo>
                        <a:pt x="11163" y="2136"/>
                        <a:pt x="11287" y="2174"/>
                        <a:pt x="11424" y="2218"/>
                      </a:cubicBezTo>
                      <a:cubicBezTo>
                        <a:pt x="11424" y="2194"/>
                        <a:pt x="11424" y="2170"/>
                        <a:pt x="11424" y="2145"/>
                      </a:cubicBezTo>
                      <a:cubicBezTo>
                        <a:pt x="11473" y="2145"/>
                        <a:pt x="11521" y="2145"/>
                        <a:pt x="11570" y="2145"/>
                      </a:cubicBezTo>
                      <a:cubicBezTo>
                        <a:pt x="11570" y="2121"/>
                        <a:pt x="11570" y="2097"/>
                        <a:pt x="11570" y="2072"/>
                      </a:cubicBezTo>
                      <a:cubicBezTo>
                        <a:pt x="11595" y="2072"/>
                        <a:pt x="11619" y="2072"/>
                        <a:pt x="11643" y="2072"/>
                      </a:cubicBezTo>
                      <a:cubicBezTo>
                        <a:pt x="11643" y="2048"/>
                        <a:pt x="11643" y="2024"/>
                        <a:pt x="11643" y="1999"/>
                      </a:cubicBezTo>
                      <a:cubicBezTo>
                        <a:pt x="11692" y="1999"/>
                        <a:pt x="11740" y="1999"/>
                        <a:pt x="11790" y="1999"/>
                      </a:cubicBezTo>
                      <a:cubicBezTo>
                        <a:pt x="11790" y="1975"/>
                        <a:pt x="11790" y="1951"/>
                        <a:pt x="11790" y="1926"/>
                      </a:cubicBezTo>
                      <a:cubicBezTo>
                        <a:pt x="11802" y="1922"/>
                        <a:pt x="11815" y="1917"/>
                        <a:pt x="11828" y="1913"/>
                      </a:cubicBezTo>
                      <a:cubicBezTo>
                        <a:pt x="11845" y="1907"/>
                        <a:pt x="11861" y="1900"/>
                        <a:pt x="11879" y="1894"/>
                      </a:cubicBezTo>
                      <a:cubicBezTo>
                        <a:pt x="11887" y="1891"/>
                        <a:pt x="11887" y="1891"/>
                        <a:pt x="11929" y="1876"/>
                      </a:cubicBezTo>
                      <a:cubicBezTo>
                        <a:pt x="11972" y="1853"/>
                        <a:pt x="11972" y="1853"/>
                        <a:pt x="11991" y="1816"/>
                      </a:cubicBezTo>
                      <a:cubicBezTo>
                        <a:pt x="12009" y="1780"/>
                        <a:pt x="12009" y="1780"/>
                        <a:pt x="12051" y="1759"/>
                      </a:cubicBezTo>
                      <a:cubicBezTo>
                        <a:pt x="12084" y="1749"/>
                        <a:pt x="12116" y="1738"/>
                        <a:pt x="12149" y="1727"/>
                      </a:cubicBezTo>
                      <a:cubicBezTo>
                        <a:pt x="12199" y="1703"/>
                        <a:pt x="12206" y="1684"/>
                        <a:pt x="12228" y="1634"/>
                      </a:cubicBezTo>
                      <a:cubicBezTo>
                        <a:pt x="12267" y="1629"/>
                        <a:pt x="12267" y="1629"/>
                        <a:pt x="12301" y="1634"/>
                      </a:cubicBezTo>
                      <a:cubicBezTo>
                        <a:pt x="12301" y="1610"/>
                        <a:pt x="12301" y="1586"/>
                        <a:pt x="12301" y="1561"/>
                      </a:cubicBezTo>
                      <a:cubicBezTo>
                        <a:pt x="12542" y="1561"/>
                        <a:pt x="12783" y="1561"/>
                        <a:pt x="13031" y="1561"/>
                      </a:cubicBezTo>
                      <a:cubicBezTo>
                        <a:pt x="13031" y="1585"/>
                        <a:pt x="13031" y="1609"/>
                        <a:pt x="13031" y="1634"/>
                      </a:cubicBezTo>
                      <a:cubicBezTo>
                        <a:pt x="13043" y="1633"/>
                        <a:pt x="13054" y="1632"/>
                        <a:pt x="13065" y="1631"/>
                      </a:cubicBezTo>
                      <a:cubicBezTo>
                        <a:pt x="13104" y="1634"/>
                        <a:pt x="13104" y="1634"/>
                        <a:pt x="13129" y="1653"/>
                      </a:cubicBezTo>
                      <a:cubicBezTo>
                        <a:pt x="13136" y="1662"/>
                        <a:pt x="13143" y="1672"/>
                        <a:pt x="13151" y="1681"/>
                      </a:cubicBezTo>
                      <a:cubicBezTo>
                        <a:pt x="13155" y="1686"/>
                        <a:pt x="13155" y="1686"/>
                        <a:pt x="13178" y="1714"/>
                      </a:cubicBezTo>
                      <a:cubicBezTo>
                        <a:pt x="13187" y="1726"/>
                        <a:pt x="13197" y="1738"/>
                        <a:pt x="13207" y="1750"/>
                      </a:cubicBezTo>
                      <a:cubicBezTo>
                        <a:pt x="13331" y="1898"/>
                        <a:pt x="13464" y="2034"/>
                        <a:pt x="13600" y="2170"/>
                      </a:cubicBezTo>
                      <a:cubicBezTo>
                        <a:pt x="13610" y="2180"/>
                        <a:pt x="13620" y="2190"/>
                        <a:pt x="13630" y="2201"/>
                      </a:cubicBezTo>
                      <a:cubicBezTo>
                        <a:pt x="13744" y="2316"/>
                        <a:pt x="13859" y="2426"/>
                        <a:pt x="13988" y="2524"/>
                      </a:cubicBezTo>
                      <a:cubicBezTo>
                        <a:pt x="14053" y="2575"/>
                        <a:pt x="14053" y="2575"/>
                        <a:pt x="14060" y="2625"/>
                      </a:cubicBezTo>
                      <a:cubicBezTo>
                        <a:pt x="14058" y="2635"/>
                        <a:pt x="14056" y="2646"/>
                        <a:pt x="14054" y="2657"/>
                      </a:cubicBezTo>
                      <a:cubicBezTo>
                        <a:pt x="14078" y="2657"/>
                        <a:pt x="14102" y="2657"/>
                        <a:pt x="14127" y="2657"/>
                      </a:cubicBezTo>
                      <a:cubicBezTo>
                        <a:pt x="14127" y="2681"/>
                        <a:pt x="14127" y="2705"/>
                        <a:pt x="14127" y="2730"/>
                      </a:cubicBezTo>
                      <a:cubicBezTo>
                        <a:pt x="14151" y="2730"/>
                        <a:pt x="14175" y="2730"/>
                        <a:pt x="14200" y="2730"/>
                      </a:cubicBezTo>
                      <a:cubicBezTo>
                        <a:pt x="14200" y="2754"/>
                        <a:pt x="14200" y="2778"/>
                        <a:pt x="14200" y="2803"/>
                      </a:cubicBezTo>
                      <a:cubicBezTo>
                        <a:pt x="14211" y="2801"/>
                        <a:pt x="14221" y="2800"/>
                        <a:pt x="14232" y="2798"/>
                      </a:cubicBezTo>
                      <a:cubicBezTo>
                        <a:pt x="14288" y="2804"/>
                        <a:pt x="14314" y="2832"/>
                        <a:pt x="14351" y="2871"/>
                      </a:cubicBezTo>
                      <a:cubicBezTo>
                        <a:pt x="14354" y="2874"/>
                        <a:pt x="14354" y="2874"/>
                        <a:pt x="14371" y="2890"/>
                      </a:cubicBezTo>
                      <a:cubicBezTo>
                        <a:pt x="14404" y="2924"/>
                        <a:pt x="14419" y="2943"/>
                        <a:pt x="14424" y="2990"/>
                      </a:cubicBezTo>
                      <a:cubicBezTo>
                        <a:pt x="14422" y="3001"/>
                        <a:pt x="14421" y="3011"/>
                        <a:pt x="14419" y="3022"/>
                      </a:cubicBezTo>
                      <a:cubicBezTo>
                        <a:pt x="14444" y="3022"/>
                        <a:pt x="14468" y="3022"/>
                        <a:pt x="14492" y="3022"/>
                      </a:cubicBezTo>
                      <a:cubicBezTo>
                        <a:pt x="14492" y="3094"/>
                        <a:pt x="14492" y="3166"/>
                        <a:pt x="14492" y="3241"/>
                      </a:cubicBezTo>
                      <a:cubicBezTo>
                        <a:pt x="14517" y="3241"/>
                        <a:pt x="14541" y="3241"/>
                        <a:pt x="14566" y="3241"/>
                      </a:cubicBezTo>
                      <a:cubicBezTo>
                        <a:pt x="14566" y="3313"/>
                        <a:pt x="14566" y="3386"/>
                        <a:pt x="14566" y="3460"/>
                      </a:cubicBezTo>
                      <a:cubicBezTo>
                        <a:pt x="14541" y="3460"/>
                        <a:pt x="14517" y="3460"/>
                        <a:pt x="14492" y="3460"/>
                      </a:cubicBezTo>
                      <a:cubicBezTo>
                        <a:pt x="14492" y="3532"/>
                        <a:pt x="14492" y="3605"/>
                        <a:pt x="14492" y="3679"/>
                      </a:cubicBezTo>
                      <a:cubicBezTo>
                        <a:pt x="14468" y="3679"/>
                        <a:pt x="14444" y="3679"/>
                        <a:pt x="14419" y="3679"/>
                      </a:cubicBezTo>
                      <a:cubicBezTo>
                        <a:pt x="14419" y="3703"/>
                        <a:pt x="14419" y="3728"/>
                        <a:pt x="14419" y="3752"/>
                      </a:cubicBezTo>
                      <a:cubicBezTo>
                        <a:pt x="14395" y="3752"/>
                        <a:pt x="14371" y="3752"/>
                        <a:pt x="14346" y="3752"/>
                      </a:cubicBezTo>
                      <a:cubicBezTo>
                        <a:pt x="14348" y="3762"/>
                        <a:pt x="14349" y="3772"/>
                        <a:pt x="14350" y="3782"/>
                      </a:cubicBezTo>
                      <a:cubicBezTo>
                        <a:pt x="14353" y="3823"/>
                        <a:pt x="14354" y="3858"/>
                        <a:pt x="14346" y="3898"/>
                      </a:cubicBezTo>
                      <a:cubicBezTo>
                        <a:pt x="14320" y="3922"/>
                        <a:pt x="14294" y="3935"/>
                        <a:pt x="14263" y="3951"/>
                      </a:cubicBezTo>
                      <a:cubicBezTo>
                        <a:pt x="14228" y="3978"/>
                        <a:pt x="14227" y="3997"/>
                        <a:pt x="14221" y="4040"/>
                      </a:cubicBezTo>
                      <a:cubicBezTo>
                        <a:pt x="14203" y="4139"/>
                        <a:pt x="14134" y="4207"/>
                        <a:pt x="14054" y="4264"/>
                      </a:cubicBezTo>
                      <a:cubicBezTo>
                        <a:pt x="14030" y="4264"/>
                        <a:pt x="14006" y="4264"/>
                        <a:pt x="13981" y="4264"/>
                      </a:cubicBezTo>
                      <a:cubicBezTo>
                        <a:pt x="13981" y="4312"/>
                        <a:pt x="13981" y="4360"/>
                        <a:pt x="13981" y="4410"/>
                      </a:cubicBezTo>
                      <a:cubicBezTo>
                        <a:pt x="13957" y="4410"/>
                        <a:pt x="13933" y="4410"/>
                        <a:pt x="13908" y="4410"/>
                      </a:cubicBezTo>
                      <a:cubicBezTo>
                        <a:pt x="13908" y="4434"/>
                        <a:pt x="13908" y="4458"/>
                        <a:pt x="13908" y="4483"/>
                      </a:cubicBezTo>
                      <a:cubicBezTo>
                        <a:pt x="13884" y="4483"/>
                        <a:pt x="13860" y="4483"/>
                        <a:pt x="13835" y="4483"/>
                      </a:cubicBezTo>
                      <a:cubicBezTo>
                        <a:pt x="13835" y="4531"/>
                        <a:pt x="13835" y="4579"/>
                        <a:pt x="13835" y="4629"/>
                      </a:cubicBezTo>
                      <a:cubicBezTo>
                        <a:pt x="13811" y="4629"/>
                        <a:pt x="13787" y="4629"/>
                        <a:pt x="13762" y="4629"/>
                      </a:cubicBezTo>
                      <a:cubicBezTo>
                        <a:pt x="13762" y="4677"/>
                        <a:pt x="13762" y="4725"/>
                        <a:pt x="13762" y="4775"/>
                      </a:cubicBezTo>
                      <a:cubicBezTo>
                        <a:pt x="13786" y="4775"/>
                        <a:pt x="13810" y="4775"/>
                        <a:pt x="13835" y="4775"/>
                      </a:cubicBezTo>
                      <a:cubicBezTo>
                        <a:pt x="13835" y="4823"/>
                        <a:pt x="13835" y="4872"/>
                        <a:pt x="13835" y="4921"/>
                      </a:cubicBezTo>
                      <a:cubicBezTo>
                        <a:pt x="13859" y="4921"/>
                        <a:pt x="13883" y="4921"/>
                        <a:pt x="13908" y="4921"/>
                      </a:cubicBezTo>
                      <a:cubicBezTo>
                        <a:pt x="13912" y="4934"/>
                        <a:pt x="13917" y="4947"/>
                        <a:pt x="13921" y="4960"/>
                      </a:cubicBezTo>
                      <a:cubicBezTo>
                        <a:pt x="13928" y="4976"/>
                        <a:pt x="13934" y="4993"/>
                        <a:pt x="13940" y="5010"/>
                      </a:cubicBezTo>
                      <a:cubicBezTo>
                        <a:pt x="13946" y="5027"/>
                        <a:pt x="13952" y="5043"/>
                        <a:pt x="13958" y="5060"/>
                      </a:cubicBezTo>
                      <a:cubicBezTo>
                        <a:pt x="13981" y="5104"/>
                        <a:pt x="13981" y="5104"/>
                        <a:pt x="14019" y="5119"/>
                      </a:cubicBezTo>
                      <a:cubicBezTo>
                        <a:pt x="14054" y="5140"/>
                        <a:pt x="14054" y="5140"/>
                        <a:pt x="14062" y="5169"/>
                      </a:cubicBezTo>
                      <a:cubicBezTo>
                        <a:pt x="14067" y="5221"/>
                        <a:pt x="14070" y="5272"/>
                        <a:pt x="14072" y="5324"/>
                      </a:cubicBezTo>
                      <a:cubicBezTo>
                        <a:pt x="14075" y="5363"/>
                        <a:pt x="14078" y="5396"/>
                        <a:pt x="14091" y="5433"/>
                      </a:cubicBezTo>
                      <a:cubicBezTo>
                        <a:pt x="14116" y="5453"/>
                        <a:pt x="14116" y="5453"/>
                        <a:pt x="14146" y="5469"/>
                      </a:cubicBezTo>
                      <a:cubicBezTo>
                        <a:pt x="14176" y="5485"/>
                        <a:pt x="14176" y="5485"/>
                        <a:pt x="14200" y="5506"/>
                      </a:cubicBezTo>
                      <a:cubicBezTo>
                        <a:pt x="14214" y="5556"/>
                        <a:pt x="14211" y="5604"/>
                        <a:pt x="14207" y="5656"/>
                      </a:cubicBezTo>
                      <a:cubicBezTo>
                        <a:pt x="14207" y="5670"/>
                        <a:pt x="14206" y="5683"/>
                        <a:pt x="14206" y="5698"/>
                      </a:cubicBezTo>
                      <a:cubicBezTo>
                        <a:pt x="14204" y="5731"/>
                        <a:pt x="14203" y="5764"/>
                        <a:pt x="14200" y="5798"/>
                      </a:cubicBezTo>
                      <a:cubicBezTo>
                        <a:pt x="14224" y="5798"/>
                        <a:pt x="14248" y="5798"/>
                        <a:pt x="14273" y="5798"/>
                      </a:cubicBezTo>
                      <a:cubicBezTo>
                        <a:pt x="14273" y="5870"/>
                        <a:pt x="14273" y="5942"/>
                        <a:pt x="14273" y="6017"/>
                      </a:cubicBezTo>
                      <a:cubicBezTo>
                        <a:pt x="14297" y="6017"/>
                        <a:pt x="14322" y="6017"/>
                        <a:pt x="14346" y="6017"/>
                      </a:cubicBezTo>
                      <a:cubicBezTo>
                        <a:pt x="14346" y="6041"/>
                        <a:pt x="14346" y="6065"/>
                        <a:pt x="14346" y="6090"/>
                      </a:cubicBezTo>
                      <a:cubicBezTo>
                        <a:pt x="14370" y="6090"/>
                        <a:pt x="14395" y="6090"/>
                        <a:pt x="14419" y="6090"/>
                      </a:cubicBezTo>
                      <a:cubicBezTo>
                        <a:pt x="14419" y="6114"/>
                        <a:pt x="14419" y="6138"/>
                        <a:pt x="14419" y="6163"/>
                      </a:cubicBezTo>
                      <a:cubicBezTo>
                        <a:pt x="14492" y="6163"/>
                        <a:pt x="14564" y="6163"/>
                        <a:pt x="14639" y="6163"/>
                      </a:cubicBezTo>
                      <a:cubicBezTo>
                        <a:pt x="14639" y="6187"/>
                        <a:pt x="14639" y="6211"/>
                        <a:pt x="14639" y="6236"/>
                      </a:cubicBezTo>
                      <a:cubicBezTo>
                        <a:pt x="14759" y="6236"/>
                        <a:pt x="14880" y="6236"/>
                        <a:pt x="15004" y="6236"/>
                      </a:cubicBezTo>
                      <a:cubicBezTo>
                        <a:pt x="15004" y="6260"/>
                        <a:pt x="15004" y="6284"/>
                        <a:pt x="15004" y="6309"/>
                      </a:cubicBezTo>
                      <a:cubicBezTo>
                        <a:pt x="15100" y="6309"/>
                        <a:pt x="15197" y="6309"/>
                        <a:pt x="15296" y="6309"/>
                      </a:cubicBezTo>
                      <a:cubicBezTo>
                        <a:pt x="15296" y="6333"/>
                        <a:pt x="15296" y="6357"/>
                        <a:pt x="15296" y="6382"/>
                      </a:cubicBezTo>
                      <a:cubicBezTo>
                        <a:pt x="15417" y="6382"/>
                        <a:pt x="15537" y="6382"/>
                        <a:pt x="15661" y="6382"/>
                      </a:cubicBezTo>
                      <a:cubicBezTo>
                        <a:pt x="15661" y="6406"/>
                        <a:pt x="15661" y="6430"/>
                        <a:pt x="15661" y="6455"/>
                      </a:cubicBezTo>
                      <a:cubicBezTo>
                        <a:pt x="15672" y="6453"/>
                        <a:pt x="15682" y="6452"/>
                        <a:pt x="15693" y="6450"/>
                      </a:cubicBezTo>
                      <a:cubicBezTo>
                        <a:pt x="15734" y="6455"/>
                        <a:pt x="15734" y="6455"/>
                        <a:pt x="15771" y="6494"/>
                      </a:cubicBezTo>
                      <a:cubicBezTo>
                        <a:pt x="15783" y="6511"/>
                        <a:pt x="15795" y="6527"/>
                        <a:pt x="15807" y="6544"/>
                      </a:cubicBezTo>
                      <a:cubicBezTo>
                        <a:pt x="15872" y="6634"/>
                        <a:pt x="15872" y="6634"/>
                        <a:pt x="15921" y="6655"/>
                      </a:cubicBezTo>
                      <a:cubicBezTo>
                        <a:pt x="15932" y="6661"/>
                        <a:pt x="15943" y="6668"/>
                        <a:pt x="15954" y="6674"/>
                      </a:cubicBezTo>
                      <a:cubicBezTo>
                        <a:pt x="15959" y="6715"/>
                        <a:pt x="15960" y="6746"/>
                        <a:pt x="15958" y="6786"/>
                      </a:cubicBezTo>
                      <a:cubicBezTo>
                        <a:pt x="15958" y="6797"/>
                        <a:pt x="15957" y="6807"/>
                        <a:pt x="15957" y="6817"/>
                      </a:cubicBezTo>
                      <a:cubicBezTo>
                        <a:pt x="15956" y="6843"/>
                        <a:pt x="15955" y="6868"/>
                        <a:pt x="15954" y="6894"/>
                      </a:cubicBezTo>
                      <a:cubicBezTo>
                        <a:pt x="15978" y="6894"/>
                        <a:pt x="16002" y="6894"/>
                        <a:pt x="16027" y="6894"/>
                      </a:cubicBezTo>
                      <a:cubicBezTo>
                        <a:pt x="16029" y="7152"/>
                        <a:pt x="16031" y="7411"/>
                        <a:pt x="16032" y="7670"/>
                      </a:cubicBezTo>
                      <a:cubicBezTo>
                        <a:pt x="16033" y="7790"/>
                        <a:pt x="16034" y="7910"/>
                        <a:pt x="16035" y="8030"/>
                      </a:cubicBezTo>
                      <a:cubicBezTo>
                        <a:pt x="16036" y="8135"/>
                        <a:pt x="16037" y="8240"/>
                        <a:pt x="16037" y="8345"/>
                      </a:cubicBezTo>
                      <a:cubicBezTo>
                        <a:pt x="16037" y="8400"/>
                        <a:pt x="16037" y="8456"/>
                        <a:pt x="16038" y="8511"/>
                      </a:cubicBezTo>
                      <a:cubicBezTo>
                        <a:pt x="16039" y="8563"/>
                        <a:pt x="16039" y="8616"/>
                        <a:pt x="16039" y="8668"/>
                      </a:cubicBezTo>
                      <a:cubicBezTo>
                        <a:pt x="16039" y="8687"/>
                        <a:pt x="16039" y="8706"/>
                        <a:pt x="16040" y="8725"/>
                      </a:cubicBezTo>
                      <a:cubicBezTo>
                        <a:pt x="16042" y="8858"/>
                        <a:pt x="16017" y="8938"/>
                        <a:pt x="15943" y="9044"/>
                      </a:cubicBezTo>
                      <a:cubicBezTo>
                        <a:pt x="15906" y="9103"/>
                        <a:pt x="15892" y="9163"/>
                        <a:pt x="15880" y="9231"/>
                      </a:cubicBezTo>
                      <a:cubicBezTo>
                        <a:pt x="15856" y="9231"/>
                        <a:pt x="15832" y="9231"/>
                        <a:pt x="15807" y="9231"/>
                      </a:cubicBezTo>
                      <a:cubicBezTo>
                        <a:pt x="15809" y="9237"/>
                        <a:pt x="15809" y="9237"/>
                        <a:pt x="15814" y="9263"/>
                      </a:cubicBezTo>
                      <a:cubicBezTo>
                        <a:pt x="15807" y="9309"/>
                        <a:pt x="15803" y="9315"/>
                        <a:pt x="15769" y="9343"/>
                      </a:cubicBezTo>
                      <a:cubicBezTo>
                        <a:pt x="15696" y="9388"/>
                        <a:pt x="15614" y="9393"/>
                        <a:pt x="15531" y="9401"/>
                      </a:cubicBezTo>
                      <a:cubicBezTo>
                        <a:pt x="15525" y="9402"/>
                        <a:pt x="15525" y="9402"/>
                        <a:pt x="15498" y="9405"/>
                      </a:cubicBezTo>
                      <a:cubicBezTo>
                        <a:pt x="15488" y="9406"/>
                        <a:pt x="15478" y="9407"/>
                        <a:pt x="15468" y="9408"/>
                      </a:cubicBezTo>
                      <a:cubicBezTo>
                        <a:pt x="15442" y="9414"/>
                        <a:pt x="15442" y="9414"/>
                        <a:pt x="15406" y="9450"/>
                      </a:cubicBezTo>
                      <a:cubicBezTo>
                        <a:pt x="15371" y="9455"/>
                        <a:pt x="15371" y="9455"/>
                        <a:pt x="15330" y="9454"/>
                      </a:cubicBezTo>
                      <a:cubicBezTo>
                        <a:pt x="15315" y="9454"/>
                        <a:pt x="15301" y="9454"/>
                        <a:pt x="15286" y="9454"/>
                      </a:cubicBezTo>
                      <a:cubicBezTo>
                        <a:pt x="15270" y="9453"/>
                        <a:pt x="15255" y="9453"/>
                        <a:pt x="15239" y="9453"/>
                      </a:cubicBezTo>
                      <a:cubicBezTo>
                        <a:pt x="15223" y="9453"/>
                        <a:pt x="15208" y="9452"/>
                        <a:pt x="15192" y="9452"/>
                      </a:cubicBezTo>
                      <a:cubicBezTo>
                        <a:pt x="15154" y="9452"/>
                        <a:pt x="15115" y="9451"/>
                        <a:pt x="15077" y="9450"/>
                      </a:cubicBezTo>
                      <a:cubicBezTo>
                        <a:pt x="15077" y="9475"/>
                        <a:pt x="15077" y="9499"/>
                        <a:pt x="15077" y="9523"/>
                      </a:cubicBezTo>
                      <a:cubicBezTo>
                        <a:pt x="14980" y="9523"/>
                        <a:pt x="14884" y="9523"/>
                        <a:pt x="14785" y="9523"/>
                      </a:cubicBezTo>
                      <a:cubicBezTo>
                        <a:pt x="14785" y="9548"/>
                        <a:pt x="14785" y="9572"/>
                        <a:pt x="14785" y="9597"/>
                      </a:cubicBezTo>
                      <a:cubicBezTo>
                        <a:pt x="14664" y="9597"/>
                        <a:pt x="14544" y="9597"/>
                        <a:pt x="14419" y="9597"/>
                      </a:cubicBezTo>
                      <a:cubicBezTo>
                        <a:pt x="14419" y="9621"/>
                        <a:pt x="14419" y="9645"/>
                        <a:pt x="14419" y="9670"/>
                      </a:cubicBezTo>
                      <a:cubicBezTo>
                        <a:pt x="14395" y="9670"/>
                        <a:pt x="14371" y="9670"/>
                        <a:pt x="14346" y="9670"/>
                      </a:cubicBezTo>
                      <a:cubicBezTo>
                        <a:pt x="14346" y="9718"/>
                        <a:pt x="14346" y="9766"/>
                        <a:pt x="14346" y="9816"/>
                      </a:cubicBezTo>
                      <a:cubicBezTo>
                        <a:pt x="14322" y="9816"/>
                        <a:pt x="14298" y="9816"/>
                        <a:pt x="14273" y="9816"/>
                      </a:cubicBezTo>
                      <a:cubicBezTo>
                        <a:pt x="14273" y="9888"/>
                        <a:pt x="14273" y="9960"/>
                        <a:pt x="14273" y="10035"/>
                      </a:cubicBezTo>
                      <a:cubicBezTo>
                        <a:pt x="14249" y="10035"/>
                        <a:pt x="14225" y="10035"/>
                        <a:pt x="14200" y="10035"/>
                      </a:cubicBezTo>
                      <a:cubicBezTo>
                        <a:pt x="14202" y="10050"/>
                        <a:pt x="14203" y="10065"/>
                        <a:pt x="14204" y="10080"/>
                      </a:cubicBezTo>
                      <a:cubicBezTo>
                        <a:pt x="14208" y="10140"/>
                        <a:pt x="14208" y="10195"/>
                        <a:pt x="14200" y="10254"/>
                      </a:cubicBezTo>
                      <a:cubicBezTo>
                        <a:pt x="14174" y="10280"/>
                        <a:pt x="14151" y="10289"/>
                        <a:pt x="14118" y="10304"/>
                      </a:cubicBezTo>
                      <a:cubicBezTo>
                        <a:pt x="14056" y="10357"/>
                        <a:pt x="14061" y="10469"/>
                        <a:pt x="14054" y="10546"/>
                      </a:cubicBezTo>
                      <a:cubicBezTo>
                        <a:pt x="14030" y="10546"/>
                        <a:pt x="14006" y="10546"/>
                        <a:pt x="13981" y="10546"/>
                      </a:cubicBezTo>
                      <a:cubicBezTo>
                        <a:pt x="13957" y="10667"/>
                        <a:pt x="13933" y="10787"/>
                        <a:pt x="13908" y="10911"/>
                      </a:cubicBezTo>
                      <a:cubicBezTo>
                        <a:pt x="13884" y="10911"/>
                        <a:pt x="13860" y="10911"/>
                        <a:pt x="13835" y="10911"/>
                      </a:cubicBezTo>
                      <a:cubicBezTo>
                        <a:pt x="13835" y="10960"/>
                        <a:pt x="13835" y="11008"/>
                        <a:pt x="13835" y="11058"/>
                      </a:cubicBezTo>
                      <a:cubicBezTo>
                        <a:pt x="13811" y="11058"/>
                        <a:pt x="13787" y="11058"/>
                        <a:pt x="13762" y="11058"/>
                      </a:cubicBezTo>
                      <a:cubicBezTo>
                        <a:pt x="13772" y="11087"/>
                        <a:pt x="13783" y="11117"/>
                        <a:pt x="13794" y="11147"/>
                      </a:cubicBezTo>
                      <a:cubicBezTo>
                        <a:pt x="13800" y="11163"/>
                        <a:pt x="13806" y="11180"/>
                        <a:pt x="13812" y="11197"/>
                      </a:cubicBezTo>
                      <a:cubicBezTo>
                        <a:pt x="13835" y="11240"/>
                        <a:pt x="13835" y="11240"/>
                        <a:pt x="13872" y="11259"/>
                      </a:cubicBezTo>
                      <a:cubicBezTo>
                        <a:pt x="13908" y="11277"/>
                        <a:pt x="13908" y="11277"/>
                        <a:pt x="13929" y="11319"/>
                      </a:cubicBezTo>
                      <a:cubicBezTo>
                        <a:pt x="13939" y="11352"/>
                        <a:pt x="13950" y="11384"/>
                        <a:pt x="13961" y="11417"/>
                      </a:cubicBezTo>
                      <a:cubicBezTo>
                        <a:pt x="13985" y="11468"/>
                        <a:pt x="14005" y="11471"/>
                        <a:pt x="14054" y="11496"/>
                      </a:cubicBezTo>
                      <a:cubicBezTo>
                        <a:pt x="14072" y="11536"/>
                        <a:pt x="14072" y="11536"/>
                        <a:pt x="14086" y="11583"/>
                      </a:cubicBezTo>
                      <a:cubicBezTo>
                        <a:pt x="14113" y="11659"/>
                        <a:pt x="14137" y="11692"/>
                        <a:pt x="14205" y="11736"/>
                      </a:cubicBezTo>
                      <a:cubicBezTo>
                        <a:pt x="14271" y="11778"/>
                        <a:pt x="14271" y="11778"/>
                        <a:pt x="14283" y="11827"/>
                      </a:cubicBezTo>
                      <a:cubicBezTo>
                        <a:pt x="14282" y="11864"/>
                        <a:pt x="14280" y="11898"/>
                        <a:pt x="14273" y="11934"/>
                      </a:cubicBezTo>
                      <a:cubicBezTo>
                        <a:pt x="14297" y="11934"/>
                        <a:pt x="14322" y="11934"/>
                        <a:pt x="14346" y="11934"/>
                      </a:cubicBezTo>
                      <a:cubicBezTo>
                        <a:pt x="14346" y="11958"/>
                        <a:pt x="14346" y="11982"/>
                        <a:pt x="14346" y="12007"/>
                      </a:cubicBezTo>
                      <a:cubicBezTo>
                        <a:pt x="14370" y="12007"/>
                        <a:pt x="14395" y="12007"/>
                        <a:pt x="14419" y="12007"/>
                      </a:cubicBezTo>
                      <a:cubicBezTo>
                        <a:pt x="14419" y="12055"/>
                        <a:pt x="14419" y="12104"/>
                        <a:pt x="14419" y="12153"/>
                      </a:cubicBezTo>
                      <a:cubicBezTo>
                        <a:pt x="14444" y="12153"/>
                        <a:pt x="14468" y="12153"/>
                        <a:pt x="14492" y="12153"/>
                      </a:cubicBezTo>
                      <a:cubicBezTo>
                        <a:pt x="14492" y="12322"/>
                        <a:pt x="14492" y="12491"/>
                        <a:pt x="14492" y="12665"/>
                      </a:cubicBezTo>
                      <a:cubicBezTo>
                        <a:pt x="14468" y="12665"/>
                        <a:pt x="14444" y="12665"/>
                        <a:pt x="14419" y="12665"/>
                      </a:cubicBezTo>
                      <a:cubicBezTo>
                        <a:pt x="14420" y="12670"/>
                        <a:pt x="14420" y="12670"/>
                        <a:pt x="14422" y="12698"/>
                      </a:cubicBezTo>
                      <a:cubicBezTo>
                        <a:pt x="14419" y="12738"/>
                        <a:pt x="14419" y="12738"/>
                        <a:pt x="14401" y="12761"/>
                      </a:cubicBezTo>
                      <a:cubicBezTo>
                        <a:pt x="14393" y="12768"/>
                        <a:pt x="14384" y="12774"/>
                        <a:pt x="14375" y="12782"/>
                      </a:cubicBezTo>
                      <a:cubicBezTo>
                        <a:pt x="14364" y="12790"/>
                        <a:pt x="14354" y="12799"/>
                        <a:pt x="14343" y="12807"/>
                      </a:cubicBezTo>
                      <a:cubicBezTo>
                        <a:pt x="14332" y="12817"/>
                        <a:pt x="14320" y="12826"/>
                        <a:pt x="14308" y="12836"/>
                      </a:cubicBezTo>
                      <a:cubicBezTo>
                        <a:pt x="14142" y="12974"/>
                        <a:pt x="13990" y="13126"/>
                        <a:pt x="13837" y="13279"/>
                      </a:cubicBezTo>
                      <a:cubicBezTo>
                        <a:pt x="13831" y="13285"/>
                        <a:pt x="13831" y="13285"/>
                        <a:pt x="13800" y="13316"/>
                      </a:cubicBezTo>
                      <a:cubicBezTo>
                        <a:pt x="13764" y="13352"/>
                        <a:pt x="13728" y="13388"/>
                        <a:pt x="13692" y="13423"/>
                      </a:cubicBezTo>
                      <a:cubicBezTo>
                        <a:pt x="13682" y="13434"/>
                        <a:pt x="13671" y="13445"/>
                        <a:pt x="13660" y="13456"/>
                      </a:cubicBezTo>
                      <a:cubicBezTo>
                        <a:pt x="13650" y="13466"/>
                        <a:pt x="13639" y="13476"/>
                        <a:pt x="13629" y="13487"/>
                      </a:cubicBezTo>
                      <a:cubicBezTo>
                        <a:pt x="13620" y="13496"/>
                        <a:pt x="13612" y="13504"/>
                        <a:pt x="13603" y="13513"/>
                      </a:cubicBezTo>
                      <a:cubicBezTo>
                        <a:pt x="13579" y="13541"/>
                        <a:pt x="13579" y="13541"/>
                        <a:pt x="13560" y="13581"/>
                      </a:cubicBezTo>
                      <a:cubicBezTo>
                        <a:pt x="13557" y="13586"/>
                        <a:pt x="13557" y="13586"/>
                        <a:pt x="13543" y="13614"/>
                      </a:cubicBezTo>
                      <a:cubicBezTo>
                        <a:pt x="13504" y="13619"/>
                        <a:pt x="13504" y="13619"/>
                        <a:pt x="13470" y="13614"/>
                      </a:cubicBezTo>
                      <a:cubicBezTo>
                        <a:pt x="13470" y="13638"/>
                        <a:pt x="13470" y="13663"/>
                        <a:pt x="13470" y="13687"/>
                      </a:cubicBezTo>
                      <a:cubicBezTo>
                        <a:pt x="13446" y="13687"/>
                        <a:pt x="13422" y="13687"/>
                        <a:pt x="13397" y="13687"/>
                      </a:cubicBezTo>
                      <a:cubicBezTo>
                        <a:pt x="13397" y="13712"/>
                        <a:pt x="13397" y="13736"/>
                        <a:pt x="13397" y="13760"/>
                      </a:cubicBezTo>
                      <a:cubicBezTo>
                        <a:pt x="13373" y="13760"/>
                        <a:pt x="13348" y="13760"/>
                        <a:pt x="13324" y="13760"/>
                      </a:cubicBezTo>
                      <a:cubicBezTo>
                        <a:pt x="13324" y="13785"/>
                        <a:pt x="13324" y="13809"/>
                        <a:pt x="13324" y="13834"/>
                      </a:cubicBezTo>
                      <a:cubicBezTo>
                        <a:pt x="13300" y="13834"/>
                        <a:pt x="13275" y="13834"/>
                        <a:pt x="13251" y="13834"/>
                      </a:cubicBezTo>
                      <a:cubicBezTo>
                        <a:pt x="13252" y="13844"/>
                        <a:pt x="13253" y="13854"/>
                        <a:pt x="13255" y="13865"/>
                      </a:cubicBezTo>
                      <a:cubicBezTo>
                        <a:pt x="13249" y="13921"/>
                        <a:pt x="13221" y="13947"/>
                        <a:pt x="13182" y="13984"/>
                      </a:cubicBezTo>
                      <a:cubicBezTo>
                        <a:pt x="13179" y="13988"/>
                        <a:pt x="13179" y="13988"/>
                        <a:pt x="13163" y="14004"/>
                      </a:cubicBezTo>
                      <a:cubicBezTo>
                        <a:pt x="13129" y="14037"/>
                        <a:pt x="13110" y="14052"/>
                        <a:pt x="13063" y="14057"/>
                      </a:cubicBezTo>
                      <a:cubicBezTo>
                        <a:pt x="13053" y="14056"/>
                        <a:pt x="13042" y="14054"/>
                        <a:pt x="13031" y="14053"/>
                      </a:cubicBezTo>
                      <a:cubicBezTo>
                        <a:pt x="13031" y="14077"/>
                        <a:pt x="13031" y="14101"/>
                        <a:pt x="13031" y="14126"/>
                      </a:cubicBezTo>
                      <a:cubicBezTo>
                        <a:pt x="12974" y="14144"/>
                        <a:pt x="12916" y="14162"/>
                        <a:pt x="12858" y="14181"/>
                      </a:cubicBezTo>
                      <a:cubicBezTo>
                        <a:pt x="12842" y="14186"/>
                        <a:pt x="12826" y="14191"/>
                        <a:pt x="12809" y="14196"/>
                      </a:cubicBezTo>
                      <a:cubicBezTo>
                        <a:pt x="12710" y="14227"/>
                        <a:pt x="12624" y="14243"/>
                        <a:pt x="12520" y="14235"/>
                      </a:cubicBezTo>
                      <a:cubicBezTo>
                        <a:pt x="12515" y="14235"/>
                        <a:pt x="12515" y="14235"/>
                        <a:pt x="12489" y="14233"/>
                      </a:cubicBezTo>
                      <a:cubicBezTo>
                        <a:pt x="12322" y="14220"/>
                        <a:pt x="12322" y="14220"/>
                        <a:pt x="12276" y="14173"/>
                      </a:cubicBezTo>
                      <a:cubicBezTo>
                        <a:pt x="12265" y="14154"/>
                        <a:pt x="12255" y="14134"/>
                        <a:pt x="12246" y="14114"/>
                      </a:cubicBezTo>
                      <a:cubicBezTo>
                        <a:pt x="12220" y="14079"/>
                        <a:pt x="12197" y="14078"/>
                        <a:pt x="12155" y="14071"/>
                      </a:cubicBezTo>
                      <a:cubicBezTo>
                        <a:pt x="12087" y="14059"/>
                        <a:pt x="12087" y="14059"/>
                        <a:pt x="12061" y="14028"/>
                      </a:cubicBezTo>
                      <a:cubicBezTo>
                        <a:pt x="12051" y="14008"/>
                        <a:pt x="12040" y="13988"/>
                        <a:pt x="12029" y="13968"/>
                      </a:cubicBezTo>
                      <a:cubicBezTo>
                        <a:pt x="12001" y="13934"/>
                        <a:pt x="11979" y="13932"/>
                        <a:pt x="11936" y="13925"/>
                      </a:cubicBezTo>
                      <a:cubicBezTo>
                        <a:pt x="11868" y="13913"/>
                        <a:pt x="11868" y="13913"/>
                        <a:pt x="11842" y="13881"/>
                      </a:cubicBezTo>
                      <a:cubicBezTo>
                        <a:pt x="11831" y="13862"/>
                        <a:pt x="11821" y="13842"/>
                        <a:pt x="11810" y="13822"/>
                      </a:cubicBezTo>
                      <a:cubicBezTo>
                        <a:pt x="11782" y="13788"/>
                        <a:pt x="11760" y="13786"/>
                        <a:pt x="11717" y="13779"/>
                      </a:cubicBezTo>
                      <a:cubicBezTo>
                        <a:pt x="11649" y="13767"/>
                        <a:pt x="11649" y="13767"/>
                        <a:pt x="11623" y="13735"/>
                      </a:cubicBezTo>
                      <a:cubicBezTo>
                        <a:pt x="11612" y="13716"/>
                        <a:pt x="11602" y="13696"/>
                        <a:pt x="11591" y="13676"/>
                      </a:cubicBezTo>
                      <a:cubicBezTo>
                        <a:pt x="11563" y="13642"/>
                        <a:pt x="11540" y="13640"/>
                        <a:pt x="11497" y="13633"/>
                      </a:cubicBezTo>
                      <a:cubicBezTo>
                        <a:pt x="11429" y="13621"/>
                        <a:pt x="11429" y="13621"/>
                        <a:pt x="11404" y="13589"/>
                      </a:cubicBezTo>
                      <a:cubicBezTo>
                        <a:pt x="11393" y="13570"/>
                        <a:pt x="11383" y="13550"/>
                        <a:pt x="11372" y="13530"/>
                      </a:cubicBezTo>
                      <a:cubicBezTo>
                        <a:pt x="11332" y="13481"/>
                        <a:pt x="11266" y="13477"/>
                        <a:pt x="11205" y="13468"/>
                      </a:cubicBezTo>
                      <a:cubicBezTo>
                        <a:pt x="11205" y="13492"/>
                        <a:pt x="11205" y="13516"/>
                        <a:pt x="11205" y="13541"/>
                      </a:cubicBezTo>
                      <a:cubicBezTo>
                        <a:pt x="11157" y="13541"/>
                        <a:pt x="11109" y="13541"/>
                        <a:pt x="11059" y="13541"/>
                      </a:cubicBezTo>
                      <a:cubicBezTo>
                        <a:pt x="11059" y="13565"/>
                        <a:pt x="11059" y="13590"/>
                        <a:pt x="11059" y="13614"/>
                      </a:cubicBezTo>
                      <a:cubicBezTo>
                        <a:pt x="11046" y="13619"/>
                        <a:pt x="11034" y="13623"/>
                        <a:pt x="11020" y="13628"/>
                      </a:cubicBezTo>
                      <a:cubicBezTo>
                        <a:pt x="11004" y="13634"/>
                        <a:pt x="10987" y="13640"/>
                        <a:pt x="10970" y="13646"/>
                      </a:cubicBezTo>
                      <a:cubicBezTo>
                        <a:pt x="10953" y="13652"/>
                        <a:pt x="10937" y="13658"/>
                        <a:pt x="10920" y="13664"/>
                      </a:cubicBezTo>
                      <a:cubicBezTo>
                        <a:pt x="10876" y="13687"/>
                        <a:pt x="10876" y="13687"/>
                        <a:pt x="10861" y="13726"/>
                      </a:cubicBezTo>
                      <a:cubicBezTo>
                        <a:pt x="10840" y="13760"/>
                        <a:pt x="10840" y="13760"/>
                        <a:pt x="10811" y="13768"/>
                      </a:cubicBezTo>
                      <a:cubicBezTo>
                        <a:pt x="10759" y="13773"/>
                        <a:pt x="10708" y="13776"/>
                        <a:pt x="10656" y="13778"/>
                      </a:cubicBezTo>
                      <a:cubicBezTo>
                        <a:pt x="10617" y="13781"/>
                        <a:pt x="10584" y="13784"/>
                        <a:pt x="10548" y="13797"/>
                      </a:cubicBezTo>
                      <a:cubicBezTo>
                        <a:pt x="10525" y="13824"/>
                        <a:pt x="10510" y="13851"/>
                        <a:pt x="10493" y="13882"/>
                      </a:cubicBezTo>
                      <a:cubicBezTo>
                        <a:pt x="10475" y="13907"/>
                        <a:pt x="10475" y="13907"/>
                        <a:pt x="10449" y="13916"/>
                      </a:cubicBezTo>
                      <a:cubicBezTo>
                        <a:pt x="10419" y="13917"/>
                        <a:pt x="10390" y="13916"/>
                        <a:pt x="10360" y="13913"/>
                      </a:cubicBezTo>
                      <a:cubicBezTo>
                        <a:pt x="10350" y="13913"/>
                        <a:pt x="10340" y="13912"/>
                        <a:pt x="10330" y="13912"/>
                      </a:cubicBezTo>
                      <a:cubicBezTo>
                        <a:pt x="10305" y="13911"/>
                        <a:pt x="10280" y="13909"/>
                        <a:pt x="10255" y="13907"/>
                      </a:cubicBezTo>
                      <a:cubicBezTo>
                        <a:pt x="10255" y="13931"/>
                        <a:pt x="10255" y="13955"/>
                        <a:pt x="10255" y="13980"/>
                      </a:cubicBezTo>
                      <a:cubicBezTo>
                        <a:pt x="10159" y="13980"/>
                        <a:pt x="10063" y="13980"/>
                        <a:pt x="9963" y="13980"/>
                      </a:cubicBezTo>
                      <a:cubicBezTo>
                        <a:pt x="9963" y="14004"/>
                        <a:pt x="9963" y="14028"/>
                        <a:pt x="9963" y="14053"/>
                      </a:cubicBezTo>
                      <a:cubicBezTo>
                        <a:pt x="9915" y="14053"/>
                        <a:pt x="9867" y="14053"/>
                        <a:pt x="9817" y="14053"/>
                      </a:cubicBezTo>
                      <a:cubicBezTo>
                        <a:pt x="9817" y="14077"/>
                        <a:pt x="9817" y="14101"/>
                        <a:pt x="9817" y="14126"/>
                      </a:cubicBezTo>
                      <a:cubicBezTo>
                        <a:pt x="9793" y="14126"/>
                        <a:pt x="9769" y="14126"/>
                        <a:pt x="9744" y="14126"/>
                      </a:cubicBezTo>
                      <a:cubicBezTo>
                        <a:pt x="9744" y="14198"/>
                        <a:pt x="9744" y="14270"/>
                        <a:pt x="9744" y="14345"/>
                      </a:cubicBezTo>
                      <a:cubicBezTo>
                        <a:pt x="9720" y="14345"/>
                        <a:pt x="9696" y="14345"/>
                        <a:pt x="9671" y="14345"/>
                      </a:cubicBezTo>
                      <a:cubicBezTo>
                        <a:pt x="9671" y="14490"/>
                        <a:pt x="9671" y="14634"/>
                        <a:pt x="9671" y="14783"/>
                      </a:cubicBezTo>
                      <a:cubicBezTo>
                        <a:pt x="9647" y="14783"/>
                        <a:pt x="9623" y="14783"/>
                        <a:pt x="9598" y="14783"/>
                      </a:cubicBezTo>
                      <a:cubicBezTo>
                        <a:pt x="9598" y="14797"/>
                        <a:pt x="9599" y="14810"/>
                        <a:pt x="9599" y="14824"/>
                      </a:cubicBezTo>
                      <a:cubicBezTo>
                        <a:pt x="9600" y="14875"/>
                        <a:pt x="9601" y="14925"/>
                        <a:pt x="9602" y="14976"/>
                      </a:cubicBezTo>
                      <a:cubicBezTo>
                        <a:pt x="9602" y="14998"/>
                        <a:pt x="9603" y="15020"/>
                        <a:pt x="9604" y="15041"/>
                      </a:cubicBezTo>
                      <a:cubicBezTo>
                        <a:pt x="9608" y="15192"/>
                        <a:pt x="9594" y="15304"/>
                        <a:pt x="9525" y="15441"/>
                      </a:cubicBezTo>
                      <a:cubicBezTo>
                        <a:pt x="9501" y="15441"/>
                        <a:pt x="9477" y="15441"/>
                        <a:pt x="9452" y="15441"/>
                      </a:cubicBezTo>
                      <a:cubicBezTo>
                        <a:pt x="9452" y="15465"/>
                        <a:pt x="9452" y="15489"/>
                        <a:pt x="9452" y="15514"/>
                      </a:cubicBezTo>
                      <a:cubicBezTo>
                        <a:pt x="9428" y="15514"/>
                        <a:pt x="9404" y="15514"/>
                        <a:pt x="9379" y="15514"/>
                      </a:cubicBezTo>
                      <a:cubicBezTo>
                        <a:pt x="9380" y="15524"/>
                        <a:pt x="9381" y="15535"/>
                        <a:pt x="9383" y="15545"/>
                      </a:cubicBezTo>
                      <a:cubicBezTo>
                        <a:pt x="9376" y="15616"/>
                        <a:pt x="9330" y="15657"/>
                        <a:pt x="9279" y="15702"/>
                      </a:cubicBezTo>
                      <a:cubicBezTo>
                        <a:pt x="9200" y="15762"/>
                        <a:pt x="9103" y="15752"/>
                        <a:pt x="9008" y="15749"/>
                      </a:cubicBezTo>
                      <a:cubicBezTo>
                        <a:pt x="8986" y="15749"/>
                        <a:pt x="8964" y="15749"/>
                        <a:pt x="8941" y="15750"/>
                      </a:cubicBezTo>
                      <a:cubicBezTo>
                        <a:pt x="8881" y="15750"/>
                        <a:pt x="8821" y="15749"/>
                        <a:pt x="8761" y="15748"/>
                      </a:cubicBezTo>
                      <a:cubicBezTo>
                        <a:pt x="8698" y="15747"/>
                        <a:pt x="8634" y="15747"/>
                        <a:pt x="8571" y="15746"/>
                      </a:cubicBezTo>
                      <a:cubicBezTo>
                        <a:pt x="8452" y="15746"/>
                        <a:pt x="8333" y="15745"/>
                        <a:pt x="8214" y="15743"/>
                      </a:cubicBezTo>
                      <a:cubicBezTo>
                        <a:pt x="8078" y="15742"/>
                        <a:pt x="7942" y="15741"/>
                        <a:pt x="7806" y="15740"/>
                      </a:cubicBezTo>
                      <a:cubicBezTo>
                        <a:pt x="7527" y="15739"/>
                        <a:pt x="7247" y="15736"/>
                        <a:pt x="6968" y="15733"/>
                      </a:cubicBezTo>
                      <a:cubicBezTo>
                        <a:pt x="6968" y="15709"/>
                        <a:pt x="6968" y="15685"/>
                        <a:pt x="6968" y="15660"/>
                      </a:cubicBezTo>
                      <a:cubicBezTo>
                        <a:pt x="6959" y="15658"/>
                        <a:pt x="6950" y="15655"/>
                        <a:pt x="6941" y="15653"/>
                      </a:cubicBezTo>
                      <a:cubicBezTo>
                        <a:pt x="6853" y="15631"/>
                        <a:pt x="6764" y="15609"/>
                        <a:pt x="6676" y="15587"/>
                      </a:cubicBezTo>
                      <a:cubicBezTo>
                        <a:pt x="6676" y="15563"/>
                        <a:pt x="6676" y="15539"/>
                        <a:pt x="6676" y="15514"/>
                      </a:cubicBezTo>
                      <a:cubicBezTo>
                        <a:pt x="6652" y="15514"/>
                        <a:pt x="6628" y="15514"/>
                        <a:pt x="6603" y="15514"/>
                      </a:cubicBezTo>
                      <a:cubicBezTo>
                        <a:pt x="6603" y="15490"/>
                        <a:pt x="6603" y="15465"/>
                        <a:pt x="6603" y="15441"/>
                      </a:cubicBezTo>
                      <a:cubicBezTo>
                        <a:pt x="6579" y="15441"/>
                        <a:pt x="6555" y="15441"/>
                        <a:pt x="6530" y="15441"/>
                      </a:cubicBezTo>
                      <a:cubicBezTo>
                        <a:pt x="6530" y="15344"/>
                        <a:pt x="6530" y="15248"/>
                        <a:pt x="6530" y="15148"/>
                      </a:cubicBezTo>
                      <a:cubicBezTo>
                        <a:pt x="6506" y="15148"/>
                        <a:pt x="6482" y="15148"/>
                        <a:pt x="6457" y="15148"/>
                      </a:cubicBezTo>
                      <a:cubicBezTo>
                        <a:pt x="6457" y="15004"/>
                        <a:pt x="6457" y="14859"/>
                        <a:pt x="6457" y="14710"/>
                      </a:cubicBezTo>
                      <a:cubicBezTo>
                        <a:pt x="6433" y="14710"/>
                        <a:pt x="6409" y="14710"/>
                        <a:pt x="6384" y="14710"/>
                      </a:cubicBezTo>
                      <a:cubicBezTo>
                        <a:pt x="6384" y="14541"/>
                        <a:pt x="6384" y="14373"/>
                        <a:pt x="6384" y="14199"/>
                      </a:cubicBezTo>
                      <a:cubicBezTo>
                        <a:pt x="6360" y="14199"/>
                        <a:pt x="6336" y="14199"/>
                        <a:pt x="6311" y="14199"/>
                      </a:cubicBezTo>
                      <a:cubicBezTo>
                        <a:pt x="6295" y="14176"/>
                        <a:pt x="6295" y="14176"/>
                        <a:pt x="6283" y="14146"/>
                      </a:cubicBezTo>
                      <a:cubicBezTo>
                        <a:pt x="6264" y="14113"/>
                        <a:pt x="6250" y="14093"/>
                        <a:pt x="6213" y="14080"/>
                      </a:cubicBezTo>
                      <a:cubicBezTo>
                        <a:pt x="6149" y="14066"/>
                        <a:pt x="6084" y="14059"/>
                        <a:pt x="6018" y="14053"/>
                      </a:cubicBezTo>
                      <a:cubicBezTo>
                        <a:pt x="6018" y="14029"/>
                        <a:pt x="6018" y="14004"/>
                        <a:pt x="6018" y="13980"/>
                      </a:cubicBezTo>
                      <a:cubicBezTo>
                        <a:pt x="6011" y="13980"/>
                        <a:pt x="6011" y="13980"/>
                        <a:pt x="5973" y="13983"/>
                      </a:cubicBezTo>
                      <a:cubicBezTo>
                        <a:pt x="5953" y="13985"/>
                        <a:pt x="5933" y="13986"/>
                        <a:pt x="5913" y="13986"/>
                      </a:cubicBezTo>
                      <a:cubicBezTo>
                        <a:pt x="5909" y="13987"/>
                        <a:pt x="5909" y="13987"/>
                        <a:pt x="5884" y="13989"/>
                      </a:cubicBezTo>
                      <a:cubicBezTo>
                        <a:pt x="5852" y="13990"/>
                        <a:pt x="5829" y="13990"/>
                        <a:pt x="5799" y="13980"/>
                      </a:cubicBezTo>
                      <a:cubicBezTo>
                        <a:pt x="5781" y="13955"/>
                        <a:pt x="5781" y="13955"/>
                        <a:pt x="5765" y="13926"/>
                      </a:cubicBezTo>
                      <a:cubicBezTo>
                        <a:pt x="5735" y="13873"/>
                        <a:pt x="5735" y="13873"/>
                        <a:pt x="5694" y="13859"/>
                      </a:cubicBezTo>
                      <a:cubicBezTo>
                        <a:pt x="5656" y="13855"/>
                        <a:pt x="5619" y="13853"/>
                        <a:pt x="5580" y="13852"/>
                      </a:cubicBezTo>
                      <a:cubicBezTo>
                        <a:pt x="5482" y="13849"/>
                        <a:pt x="5482" y="13849"/>
                        <a:pt x="5434" y="13834"/>
                      </a:cubicBezTo>
                      <a:cubicBezTo>
                        <a:pt x="5410" y="13807"/>
                        <a:pt x="5394" y="13781"/>
                        <a:pt x="5377" y="13749"/>
                      </a:cubicBezTo>
                      <a:cubicBezTo>
                        <a:pt x="5361" y="13724"/>
                        <a:pt x="5361" y="13724"/>
                        <a:pt x="5322" y="13705"/>
                      </a:cubicBezTo>
                      <a:cubicBezTo>
                        <a:pt x="5309" y="13703"/>
                        <a:pt x="5296" y="13701"/>
                        <a:pt x="5283" y="13699"/>
                      </a:cubicBezTo>
                      <a:cubicBezTo>
                        <a:pt x="5277" y="13698"/>
                        <a:pt x="5277" y="13698"/>
                        <a:pt x="5244" y="13692"/>
                      </a:cubicBezTo>
                      <a:cubicBezTo>
                        <a:pt x="5235" y="13690"/>
                        <a:pt x="5225" y="13689"/>
                        <a:pt x="5215" y="13687"/>
                      </a:cubicBezTo>
                      <a:cubicBezTo>
                        <a:pt x="5215" y="13663"/>
                        <a:pt x="5215" y="13639"/>
                        <a:pt x="5215" y="13614"/>
                      </a:cubicBezTo>
                      <a:cubicBezTo>
                        <a:pt x="5167" y="13614"/>
                        <a:pt x="5118" y="13614"/>
                        <a:pt x="5069" y="13614"/>
                      </a:cubicBezTo>
                      <a:cubicBezTo>
                        <a:pt x="5069" y="13590"/>
                        <a:pt x="5069" y="13566"/>
                        <a:pt x="5069" y="13541"/>
                      </a:cubicBezTo>
                      <a:cubicBezTo>
                        <a:pt x="5060" y="13539"/>
                        <a:pt x="5051" y="13537"/>
                        <a:pt x="5042" y="13535"/>
                      </a:cubicBezTo>
                      <a:cubicBezTo>
                        <a:pt x="4954" y="13512"/>
                        <a:pt x="4865" y="13490"/>
                        <a:pt x="4777" y="13468"/>
                      </a:cubicBezTo>
                      <a:cubicBezTo>
                        <a:pt x="4777" y="13492"/>
                        <a:pt x="4777" y="13516"/>
                        <a:pt x="4777" y="13541"/>
                      </a:cubicBezTo>
                      <a:cubicBezTo>
                        <a:pt x="4752" y="13541"/>
                        <a:pt x="4728" y="13541"/>
                        <a:pt x="4704" y="13541"/>
                      </a:cubicBezTo>
                      <a:cubicBezTo>
                        <a:pt x="4704" y="13565"/>
                        <a:pt x="4704" y="13590"/>
                        <a:pt x="4704" y="13614"/>
                      </a:cubicBezTo>
                      <a:cubicBezTo>
                        <a:pt x="4691" y="13619"/>
                        <a:pt x="4678" y="13623"/>
                        <a:pt x="4665" y="13628"/>
                      </a:cubicBezTo>
                      <a:cubicBezTo>
                        <a:pt x="4648" y="13634"/>
                        <a:pt x="4632" y="13640"/>
                        <a:pt x="4614" y="13646"/>
                      </a:cubicBezTo>
                      <a:cubicBezTo>
                        <a:pt x="4606" y="13649"/>
                        <a:pt x="4606" y="13649"/>
                        <a:pt x="4564" y="13664"/>
                      </a:cubicBezTo>
                      <a:cubicBezTo>
                        <a:pt x="4514" y="13691"/>
                        <a:pt x="4506" y="13710"/>
                        <a:pt x="4484" y="13760"/>
                      </a:cubicBezTo>
                      <a:cubicBezTo>
                        <a:pt x="4446" y="13765"/>
                        <a:pt x="4446" y="13765"/>
                        <a:pt x="4411" y="13760"/>
                      </a:cubicBezTo>
                      <a:cubicBezTo>
                        <a:pt x="4411" y="13785"/>
                        <a:pt x="4411" y="13809"/>
                        <a:pt x="4411" y="13834"/>
                      </a:cubicBezTo>
                      <a:cubicBezTo>
                        <a:pt x="4387" y="13834"/>
                        <a:pt x="4363" y="13834"/>
                        <a:pt x="4338" y="13834"/>
                      </a:cubicBezTo>
                      <a:cubicBezTo>
                        <a:pt x="4338" y="13858"/>
                        <a:pt x="4338" y="13882"/>
                        <a:pt x="4338" y="13907"/>
                      </a:cubicBezTo>
                      <a:cubicBezTo>
                        <a:pt x="4290" y="13907"/>
                        <a:pt x="4242" y="13907"/>
                        <a:pt x="4192" y="13907"/>
                      </a:cubicBezTo>
                      <a:cubicBezTo>
                        <a:pt x="4192" y="13931"/>
                        <a:pt x="4192" y="13955"/>
                        <a:pt x="4192" y="13980"/>
                      </a:cubicBezTo>
                      <a:cubicBezTo>
                        <a:pt x="4179" y="13984"/>
                        <a:pt x="4167" y="13988"/>
                        <a:pt x="4153" y="13993"/>
                      </a:cubicBezTo>
                      <a:cubicBezTo>
                        <a:pt x="4137" y="13999"/>
                        <a:pt x="4120" y="14005"/>
                        <a:pt x="4103" y="14012"/>
                      </a:cubicBezTo>
                      <a:cubicBezTo>
                        <a:pt x="4095" y="14015"/>
                        <a:pt x="4095" y="14015"/>
                        <a:pt x="4053" y="14030"/>
                      </a:cubicBezTo>
                      <a:cubicBezTo>
                        <a:pt x="4002" y="14057"/>
                        <a:pt x="3998" y="14075"/>
                        <a:pt x="3973" y="14126"/>
                      </a:cubicBezTo>
                      <a:cubicBezTo>
                        <a:pt x="3882" y="14179"/>
                        <a:pt x="3786" y="14210"/>
                        <a:pt x="3681" y="14199"/>
                      </a:cubicBezTo>
                      <a:cubicBezTo>
                        <a:pt x="3681" y="14223"/>
                        <a:pt x="3681" y="14247"/>
                        <a:pt x="3681" y="14272"/>
                      </a:cubicBezTo>
                      <a:cubicBezTo>
                        <a:pt x="3560" y="14272"/>
                        <a:pt x="3440" y="14272"/>
                        <a:pt x="3316" y="14272"/>
                      </a:cubicBezTo>
                      <a:cubicBezTo>
                        <a:pt x="3316" y="14248"/>
                        <a:pt x="3316" y="14224"/>
                        <a:pt x="3316" y="14199"/>
                      </a:cubicBezTo>
                      <a:cubicBezTo>
                        <a:pt x="3267" y="14199"/>
                        <a:pt x="3219" y="14199"/>
                        <a:pt x="3169" y="14199"/>
                      </a:cubicBezTo>
                      <a:cubicBezTo>
                        <a:pt x="3169" y="14175"/>
                        <a:pt x="3169" y="14151"/>
                        <a:pt x="3169" y="14126"/>
                      </a:cubicBezTo>
                      <a:cubicBezTo>
                        <a:pt x="3160" y="14127"/>
                        <a:pt x="3151" y="14129"/>
                        <a:pt x="3142" y="14130"/>
                      </a:cubicBezTo>
                      <a:cubicBezTo>
                        <a:pt x="3084" y="14135"/>
                        <a:pt x="3041" y="14138"/>
                        <a:pt x="2993" y="14104"/>
                      </a:cubicBezTo>
                      <a:cubicBezTo>
                        <a:pt x="2962" y="14070"/>
                        <a:pt x="2934" y="14036"/>
                        <a:pt x="2907" y="14000"/>
                      </a:cubicBezTo>
                      <a:cubicBezTo>
                        <a:pt x="2885" y="13973"/>
                        <a:pt x="2863" y="13946"/>
                        <a:pt x="2840" y="13920"/>
                      </a:cubicBezTo>
                      <a:cubicBezTo>
                        <a:pt x="2838" y="13916"/>
                        <a:pt x="2838" y="13916"/>
                        <a:pt x="2823" y="13898"/>
                      </a:cubicBezTo>
                      <a:cubicBezTo>
                        <a:pt x="2754" y="13815"/>
                        <a:pt x="2678" y="13739"/>
                        <a:pt x="2601" y="13662"/>
                      </a:cubicBezTo>
                      <a:cubicBezTo>
                        <a:pt x="2594" y="13655"/>
                        <a:pt x="2587" y="13648"/>
                        <a:pt x="2580" y="13641"/>
                      </a:cubicBezTo>
                      <a:cubicBezTo>
                        <a:pt x="2485" y="13547"/>
                        <a:pt x="2388" y="13457"/>
                        <a:pt x="2281" y="13377"/>
                      </a:cubicBezTo>
                      <a:cubicBezTo>
                        <a:pt x="2221" y="13331"/>
                        <a:pt x="2221" y="13331"/>
                        <a:pt x="2214" y="13281"/>
                      </a:cubicBezTo>
                      <a:cubicBezTo>
                        <a:pt x="2216" y="13270"/>
                        <a:pt x="2218" y="13260"/>
                        <a:pt x="2220" y="13249"/>
                      </a:cubicBezTo>
                      <a:cubicBezTo>
                        <a:pt x="2196" y="13249"/>
                        <a:pt x="2172" y="13249"/>
                        <a:pt x="2147" y="13249"/>
                      </a:cubicBezTo>
                      <a:cubicBezTo>
                        <a:pt x="2147" y="13225"/>
                        <a:pt x="2147" y="13201"/>
                        <a:pt x="2147" y="13176"/>
                      </a:cubicBezTo>
                      <a:cubicBezTo>
                        <a:pt x="2123" y="13176"/>
                        <a:pt x="2098" y="13176"/>
                        <a:pt x="2074" y="13176"/>
                      </a:cubicBezTo>
                      <a:cubicBezTo>
                        <a:pt x="2074" y="13152"/>
                        <a:pt x="2074" y="13128"/>
                        <a:pt x="2074" y="13103"/>
                      </a:cubicBezTo>
                      <a:cubicBezTo>
                        <a:pt x="2064" y="13101"/>
                        <a:pt x="2054" y="13099"/>
                        <a:pt x="2044" y="13096"/>
                      </a:cubicBezTo>
                      <a:cubicBezTo>
                        <a:pt x="1896" y="13061"/>
                        <a:pt x="1896" y="13061"/>
                        <a:pt x="1854" y="13030"/>
                      </a:cubicBezTo>
                      <a:cubicBezTo>
                        <a:pt x="1850" y="12991"/>
                        <a:pt x="1850" y="12991"/>
                        <a:pt x="1854" y="12957"/>
                      </a:cubicBezTo>
                      <a:cubicBezTo>
                        <a:pt x="1830" y="12957"/>
                        <a:pt x="1806" y="12957"/>
                        <a:pt x="1781" y="12957"/>
                      </a:cubicBezTo>
                      <a:cubicBezTo>
                        <a:pt x="1781" y="12933"/>
                        <a:pt x="1781" y="12909"/>
                        <a:pt x="1781" y="12884"/>
                      </a:cubicBezTo>
                      <a:cubicBezTo>
                        <a:pt x="1757" y="12884"/>
                        <a:pt x="1733" y="12884"/>
                        <a:pt x="1708" y="12884"/>
                      </a:cubicBezTo>
                      <a:cubicBezTo>
                        <a:pt x="1708" y="12860"/>
                        <a:pt x="1708" y="12836"/>
                        <a:pt x="1708" y="12811"/>
                      </a:cubicBezTo>
                      <a:cubicBezTo>
                        <a:pt x="1684" y="12811"/>
                        <a:pt x="1660" y="12811"/>
                        <a:pt x="1635" y="12811"/>
                      </a:cubicBezTo>
                      <a:cubicBezTo>
                        <a:pt x="1635" y="12763"/>
                        <a:pt x="1635" y="12714"/>
                        <a:pt x="1635" y="12665"/>
                      </a:cubicBezTo>
                      <a:cubicBezTo>
                        <a:pt x="1611" y="12665"/>
                        <a:pt x="1587" y="12665"/>
                        <a:pt x="1562" y="12665"/>
                      </a:cubicBezTo>
                      <a:cubicBezTo>
                        <a:pt x="1562" y="12520"/>
                        <a:pt x="1562" y="12375"/>
                        <a:pt x="1562" y="12226"/>
                      </a:cubicBezTo>
                      <a:cubicBezTo>
                        <a:pt x="1586" y="12226"/>
                        <a:pt x="1611" y="12226"/>
                        <a:pt x="1635" y="12226"/>
                      </a:cubicBezTo>
                      <a:cubicBezTo>
                        <a:pt x="1635" y="12178"/>
                        <a:pt x="1635" y="12130"/>
                        <a:pt x="1635" y="12080"/>
                      </a:cubicBezTo>
                      <a:cubicBezTo>
                        <a:pt x="1659" y="12080"/>
                        <a:pt x="1684" y="12080"/>
                        <a:pt x="1708" y="12080"/>
                      </a:cubicBezTo>
                      <a:cubicBezTo>
                        <a:pt x="1708" y="12032"/>
                        <a:pt x="1708" y="11984"/>
                        <a:pt x="1708" y="11934"/>
                      </a:cubicBezTo>
                      <a:cubicBezTo>
                        <a:pt x="1732" y="11934"/>
                        <a:pt x="1757" y="11934"/>
                        <a:pt x="1781" y="11934"/>
                      </a:cubicBezTo>
                      <a:cubicBezTo>
                        <a:pt x="1781" y="11910"/>
                        <a:pt x="1781" y="11886"/>
                        <a:pt x="1781" y="11861"/>
                      </a:cubicBezTo>
                      <a:cubicBezTo>
                        <a:pt x="1806" y="11861"/>
                        <a:pt x="1830" y="11861"/>
                        <a:pt x="1854" y="11861"/>
                      </a:cubicBezTo>
                      <a:cubicBezTo>
                        <a:pt x="1854" y="11813"/>
                        <a:pt x="1854" y="11765"/>
                        <a:pt x="1854" y="11715"/>
                      </a:cubicBezTo>
                      <a:cubicBezTo>
                        <a:pt x="1879" y="11715"/>
                        <a:pt x="1903" y="11715"/>
                        <a:pt x="1928" y="11715"/>
                      </a:cubicBezTo>
                      <a:cubicBezTo>
                        <a:pt x="1928" y="11691"/>
                        <a:pt x="1928" y="11667"/>
                        <a:pt x="1928" y="11642"/>
                      </a:cubicBezTo>
                      <a:cubicBezTo>
                        <a:pt x="1952" y="11642"/>
                        <a:pt x="1976" y="11642"/>
                        <a:pt x="2001" y="11642"/>
                      </a:cubicBezTo>
                      <a:cubicBezTo>
                        <a:pt x="2001" y="11618"/>
                        <a:pt x="2001" y="11594"/>
                        <a:pt x="2001" y="11569"/>
                      </a:cubicBezTo>
                      <a:cubicBezTo>
                        <a:pt x="2025" y="11569"/>
                        <a:pt x="2049" y="11569"/>
                        <a:pt x="2074" y="11569"/>
                      </a:cubicBezTo>
                      <a:cubicBezTo>
                        <a:pt x="2074" y="11521"/>
                        <a:pt x="2074" y="11472"/>
                        <a:pt x="2074" y="11423"/>
                      </a:cubicBezTo>
                      <a:cubicBezTo>
                        <a:pt x="2098" y="11423"/>
                        <a:pt x="2122" y="11423"/>
                        <a:pt x="2147" y="11423"/>
                      </a:cubicBezTo>
                      <a:cubicBezTo>
                        <a:pt x="2147" y="11399"/>
                        <a:pt x="2147" y="11375"/>
                        <a:pt x="2147" y="11350"/>
                      </a:cubicBezTo>
                      <a:cubicBezTo>
                        <a:pt x="2171" y="11350"/>
                        <a:pt x="2195" y="11350"/>
                        <a:pt x="2220" y="11350"/>
                      </a:cubicBezTo>
                      <a:cubicBezTo>
                        <a:pt x="2220" y="11302"/>
                        <a:pt x="2220" y="11253"/>
                        <a:pt x="2220" y="11204"/>
                      </a:cubicBezTo>
                      <a:cubicBezTo>
                        <a:pt x="2244" y="11204"/>
                        <a:pt x="2268" y="11204"/>
                        <a:pt x="2293" y="11204"/>
                      </a:cubicBezTo>
                      <a:cubicBezTo>
                        <a:pt x="2293" y="11155"/>
                        <a:pt x="2293" y="11107"/>
                        <a:pt x="2293" y="11058"/>
                      </a:cubicBezTo>
                      <a:cubicBezTo>
                        <a:pt x="2269" y="11058"/>
                        <a:pt x="2245" y="11058"/>
                        <a:pt x="2220" y="11058"/>
                      </a:cubicBezTo>
                      <a:cubicBezTo>
                        <a:pt x="2220" y="11009"/>
                        <a:pt x="2220" y="10961"/>
                        <a:pt x="2220" y="10911"/>
                      </a:cubicBezTo>
                      <a:cubicBezTo>
                        <a:pt x="2196" y="10911"/>
                        <a:pt x="2172" y="10911"/>
                        <a:pt x="2147" y="10911"/>
                      </a:cubicBezTo>
                      <a:cubicBezTo>
                        <a:pt x="2147" y="10863"/>
                        <a:pt x="2147" y="10815"/>
                        <a:pt x="2147" y="10765"/>
                      </a:cubicBezTo>
                      <a:cubicBezTo>
                        <a:pt x="2123" y="10765"/>
                        <a:pt x="2098" y="10765"/>
                        <a:pt x="2074" y="10765"/>
                      </a:cubicBezTo>
                      <a:cubicBezTo>
                        <a:pt x="2074" y="10717"/>
                        <a:pt x="2074" y="10669"/>
                        <a:pt x="2074" y="10619"/>
                      </a:cubicBezTo>
                      <a:cubicBezTo>
                        <a:pt x="2050" y="10619"/>
                        <a:pt x="2025" y="10619"/>
                        <a:pt x="2001" y="10619"/>
                      </a:cubicBezTo>
                      <a:cubicBezTo>
                        <a:pt x="2001" y="10547"/>
                        <a:pt x="2001" y="10475"/>
                        <a:pt x="2001" y="10400"/>
                      </a:cubicBezTo>
                      <a:cubicBezTo>
                        <a:pt x="1976" y="10400"/>
                        <a:pt x="1952" y="10400"/>
                        <a:pt x="1928" y="10400"/>
                      </a:cubicBezTo>
                      <a:cubicBezTo>
                        <a:pt x="1928" y="10328"/>
                        <a:pt x="1928" y="10255"/>
                        <a:pt x="1928" y="10181"/>
                      </a:cubicBezTo>
                      <a:cubicBezTo>
                        <a:pt x="1903" y="10181"/>
                        <a:pt x="1879" y="10181"/>
                        <a:pt x="1854" y="10181"/>
                      </a:cubicBezTo>
                      <a:cubicBezTo>
                        <a:pt x="1854" y="10133"/>
                        <a:pt x="1854" y="10084"/>
                        <a:pt x="1854" y="10035"/>
                      </a:cubicBezTo>
                      <a:cubicBezTo>
                        <a:pt x="1830" y="10035"/>
                        <a:pt x="1806" y="10035"/>
                        <a:pt x="1781" y="10035"/>
                      </a:cubicBezTo>
                      <a:cubicBezTo>
                        <a:pt x="1781" y="9962"/>
                        <a:pt x="1781" y="9890"/>
                        <a:pt x="1781" y="9816"/>
                      </a:cubicBezTo>
                      <a:cubicBezTo>
                        <a:pt x="1757" y="9816"/>
                        <a:pt x="1733" y="9816"/>
                        <a:pt x="1708" y="9816"/>
                      </a:cubicBezTo>
                      <a:cubicBezTo>
                        <a:pt x="1708" y="9767"/>
                        <a:pt x="1708" y="9719"/>
                        <a:pt x="1708" y="9670"/>
                      </a:cubicBezTo>
                      <a:cubicBezTo>
                        <a:pt x="1684" y="9670"/>
                        <a:pt x="1660" y="9670"/>
                        <a:pt x="1635" y="9670"/>
                      </a:cubicBezTo>
                      <a:cubicBezTo>
                        <a:pt x="1635" y="9645"/>
                        <a:pt x="1635" y="9621"/>
                        <a:pt x="1635" y="9597"/>
                      </a:cubicBezTo>
                      <a:cubicBezTo>
                        <a:pt x="1515" y="9597"/>
                        <a:pt x="1394" y="9597"/>
                        <a:pt x="1270" y="9597"/>
                      </a:cubicBezTo>
                      <a:cubicBezTo>
                        <a:pt x="1270" y="9572"/>
                        <a:pt x="1270" y="9548"/>
                        <a:pt x="1270" y="9523"/>
                      </a:cubicBezTo>
                      <a:cubicBezTo>
                        <a:pt x="1265" y="9524"/>
                        <a:pt x="1265" y="9524"/>
                        <a:pt x="1240" y="9524"/>
                      </a:cubicBezTo>
                      <a:cubicBezTo>
                        <a:pt x="1196" y="9525"/>
                        <a:pt x="1152" y="9525"/>
                        <a:pt x="1108" y="9526"/>
                      </a:cubicBezTo>
                      <a:cubicBezTo>
                        <a:pt x="1093" y="9526"/>
                        <a:pt x="1077" y="9526"/>
                        <a:pt x="1061" y="9527"/>
                      </a:cubicBezTo>
                      <a:cubicBezTo>
                        <a:pt x="1054" y="9527"/>
                        <a:pt x="1054" y="9527"/>
                        <a:pt x="1017" y="9527"/>
                      </a:cubicBezTo>
                      <a:cubicBezTo>
                        <a:pt x="1010" y="9527"/>
                        <a:pt x="1010" y="9527"/>
                        <a:pt x="976" y="9528"/>
                      </a:cubicBezTo>
                      <a:cubicBezTo>
                        <a:pt x="941" y="9523"/>
                        <a:pt x="941" y="9523"/>
                        <a:pt x="905" y="9487"/>
                      </a:cubicBezTo>
                      <a:cubicBezTo>
                        <a:pt x="867" y="9479"/>
                        <a:pt x="867" y="9479"/>
                        <a:pt x="821" y="9475"/>
                      </a:cubicBezTo>
                      <a:cubicBezTo>
                        <a:pt x="805" y="9474"/>
                        <a:pt x="789" y="9472"/>
                        <a:pt x="772" y="9471"/>
                      </a:cubicBezTo>
                      <a:cubicBezTo>
                        <a:pt x="763" y="9470"/>
                        <a:pt x="763" y="9470"/>
                        <a:pt x="720" y="9466"/>
                      </a:cubicBezTo>
                      <a:cubicBezTo>
                        <a:pt x="703" y="9465"/>
                        <a:pt x="685" y="9463"/>
                        <a:pt x="668" y="9462"/>
                      </a:cubicBezTo>
                      <a:cubicBezTo>
                        <a:pt x="625" y="9458"/>
                        <a:pt x="582" y="9454"/>
                        <a:pt x="540" y="9450"/>
                      </a:cubicBezTo>
                      <a:cubicBezTo>
                        <a:pt x="540" y="9426"/>
                        <a:pt x="540" y="9402"/>
                        <a:pt x="540" y="9377"/>
                      </a:cubicBezTo>
                      <a:cubicBezTo>
                        <a:pt x="525" y="9379"/>
                        <a:pt x="511" y="9382"/>
                        <a:pt x="497" y="9384"/>
                      </a:cubicBezTo>
                      <a:cubicBezTo>
                        <a:pt x="350" y="9399"/>
                        <a:pt x="350" y="9399"/>
                        <a:pt x="297" y="9360"/>
                      </a:cubicBezTo>
                      <a:cubicBezTo>
                        <a:pt x="261" y="9323"/>
                        <a:pt x="234" y="9282"/>
                        <a:pt x="206" y="9238"/>
                      </a:cubicBezTo>
                      <a:cubicBezTo>
                        <a:pt x="174" y="9195"/>
                        <a:pt x="174" y="9195"/>
                        <a:pt x="134" y="9175"/>
                      </a:cubicBezTo>
                      <a:cubicBezTo>
                        <a:pt x="123" y="9170"/>
                        <a:pt x="112" y="9164"/>
                        <a:pt x="101" y="9158"/>
                      </a:cubicBezTo>
                      <a:cubicBezTo>
                        <a:pt x="94" y="9123"/>
                        <a:pt x="94" y="9123"/>
                        <a:pt x="97" y="9083"/>
                      </a:cubicBezTo>
                      <a:cubicBezTo>
                        <a:pt x="97" y="9070"/>
                        <a:pt x="98" y="9056"/>
                        <a:pt x="99" y="9043"/>
                      </a:cubicBezTo>
                      <a:cubicBezTo>
                        <a:pt x="100" y="9033"/>
                        <a:pt x="100" y="9023"/>
                        <a:pt x="101" y="9012"/>
                      </a:cubicBezTo>
                      <a:cubicBezTo>
                        <a:pt x="77" y="9012"/>
                        <a:pt x="53" y="9012"/>
                        <a:pt x="28" y="9012"/>
                      </a:cubicBezTo>
                      <a:cubicBezTo>
                        <a:pt x="24" y="8725"/>
                        <a:pt x="21" y="8437"/>
                        <a:pt x="19" y="8150"/>
                      </a:cubicBezTo>
                      <a:cubicBezTo>
                        <a:pt x="18" y="8017"/>
                        <a:pt x="17" y="7883"/>
                        <a:pt x="14" y="7750"/>
                      </a:cubicBezTo>
                      <a:cubicBezTo>
                        <a:pt x="13" y="7633"/>
                        <a:pt x="11" y="7517"/>
                        <a:pt x="11" y="7401"/>
                      </a:cubicBezTo>
                      <a:cubicBezTo>
                        <a:pt x="11" y="7339"/>
                        <a:pt x="10" y="7278"/>
                        <a:pt x="9" y="7216"/>
                      </a:cubicBezTo>
                      <a:cubicBezTo>
                        <a:pt x="0" y="6791"/>
                        <a:pt x="0" y="6791"/>
                        <a:pt x="92" y="6688"/>
                      </a:cubicBezTo>
                      <a:cubicBezTo>
                        <a:pt x="130" y="6655"/>
                        <a:pt x="169" y="6629"/>
                        <a:pt x="211" y="6601"/>
                      </a:cubicBezTo>
                      <a:cubicBezTo>
                        <a:pt x="239" y="6566"/>
                        <a:pt x="239" y="6566"/>
                        <a:pt x="258" y="6536"/>
                      </a:cubicBezTo>
                      <a:cubicBezTo>
                        <a:pt x="353" y="6393"/>
                        <a:pt x="353" y="6393"/>
                        <a:pt x="430" y="6373"/>
                      </a:cubicBezTo>
                      <a:cubicBezTo>
                        <a:pt x="516" y="6363"/>
                        <a:pt x="600" y="6370"/>
                        <a:pt x="686" y="6382"/>
                      </a:cubicBezTo>
                      <a:cubicBezTo>
                        <a:pt x="686" y="6358"/>
                        <a:pt x="686" y="6334"/>
                        <a:pt x="686" y="6309"/>
                      </a:cubicBezTo>
                      <a:cubicBezTo>
                        <a:pt x="806" y="6309"/>
                        <a:pt x="927" y="6309"/>
                        <a:pt x="1051" y="6309"/>
                      </a:cubicBezTo>
                      <a:cubicBezTo>
                        <a:pt x="1051" y="6285"/>
                        <a:pt x="1051" y="6261"/>
                        <a:pt x="1051" y="6236"/>
                      </a:cubicBezTo>
                      <a:cubicBezTo>
                        <a:pt x="1063" y="6235"/>
                        <a:pt x="1076" y="6234"/>
                        <a:pt x="1089" y="6233"/>
                      </a:cubicBezTo>
                      <a:cubicBezTo>
                        <a:pt x="1136" y="6230"/>
                        <a:pt x="1183" y="6226"/>
                        <a:pt x="1230" y="6223"/>
                      </a:cubicBezTo>
                      <a:cubicBezTo>
                        <a:pt x="1250" y="6221"/>
                        <a:pt x="1271" y="6219"/>
                        <a:pt x="1291" y="6218"/>
                      </a:cubicBezTo>
                      <a:cubicBezTo>
                        <a:pt x="1409" y="6209"/>
                        <a:pt x="1522" y="6198"/>
                        <a:pt x="1635" y="6163"/>
                      </a:cubicBezTo>
                      <a:cubicBezTo>
                        <a:pt x="1635" y="6139"/>
                        <a:pt x="1635" y="6115"/>
                        <a:pt x="1635" y="6090"/>
                      </a:cubicBezTo>
                      <a:cubicBezTo>
                        <a:pt x="1659" y="6090"/>
                        <a:pt x="1684" y="6090"/>
                        <a:pt x="1708" y="6090"/>
                      </a:cubicBezTo>
                      <a:cubicBezTo>
                        <a:pt x="1708" y="6042"/>
                        <a:pt x="1708" y="5994"/>
                        <a:pt x="1708" y="5944"/>
                      </a:cubicBezTo>
                      <a:cubicBezTo>
                        <a:pt x="1732" y="5944"/>
                        <a:pt x="1757" y="5944"/>
                        <a:pt x="1781" y="5944"/>
                      </a:cubicBezTo>
                      <a:cubicBezTo>
                        <a:pt x="1781" y="5872"/>
                        <a:pt x="1781" y="5799"/>
                        <a:pt x="1781" y="5725"/>
                      </a:cubicBezTo>
                      <a:cubicBezTo>
                        <a:pt x="1806" y="5725"/>
                        <a:pt x="1830" y="5725"/>
                        <a:pt x="1854" y="5725"/>
                      </a:cubicBezTo>
                      <a:cubicBezTo>
                        <a:pt x="1854" y="5677"/>
                        <a:pt x="1854" y="5628"/>
                        <a:pt x="1854" y="5579"/>
                      </a:cubicBezTo>
                      <a:cubicBezTo>
                        <a:pt x="1879" y="5579"/>
                        <a:pt x="1903" y="5579"/>
                        <a:pt x="1928" y="5579"/>
                      </a:cubicBezTo>
                      <a:cubicBezTo>
                        <a:pt x="1927" y="5567"/>
                        <a:pt x="1925" y="5556"/>
                        <a:pt x="1924" y="5545"/>
                      </a:cubicBezTo>
                      <a:cubicBezTo>
                        <a:pt x="1918" y="5415"/>
                        <a:pt x="1948" y="5338"/>
                        <a:pt x="2017" y="5229"/>
                      </a:cubicBezTo>
                      <a:cubicBezTo>
                        <a:pt x="2079" y="5128"/>
                        <a:pt x="2126" y="5039"/>
                        <a:pt x="2147" y="4921"/>
                      </a:cubicBezTo>
                      <a:cubicBezTo>
                        <a:pt x="2171" y="4921"/>
                        <a:pt x="2195" y="4921"/>
                        <a:pt x="2220" y="4921"/>
                      </a:cubicBezTo>
                      <a:cubicBezTo>
                        <a:pt x="2220" y="4873"/>
                        <a:pt x="2220" y="4825"/>
                        <a:pt x="2220" y="4775"/>
                      </a:cubicBezTo>
                      <a:cubicBezTo>
                        <a:pt x="2244" y="4775"/>
                        <a:pt x="2268" y="4775"/>
                        <a:pt x="2293" y="4775"/>
                      </a:cubicBezTo>
                      <a:cubicBezTo>
                        <a:pt x="2283" y="4733"/>
                        <a:pt x="2272" y="4691"/>
                        <a:pt x="2261" y="4650"/>
                      </a:cubicBezTo>
                      <a:cubicBezTo>
                        <a:pt x="2258" y="4638"/>
                        <a:pt x="2255" y="4626"/>
                        <a:pt x="2252" y="4613"/>
                      </a:cubicBezTo>
                      <a:cubicBezTo>
                        <a:pt x="2243" y="4581"/>
                        <a:pt x="2235" y="4550"/>
                        <a:pt x="2220" y="4519"/>
                      </a:cubicBezTo>
                      <a:cubicBezTo>
                        <a:pt x="2181" y="4498"/>
                        <a:pt x="2181" y="4498"/>
                        <a:pt x="2147" y="4483"/>
                      </a:cubicBezTo>
                      <a:cubicBezTo>
                        <a:pt x="2140" y="4447"/>
                        <a:pt x="2140" y="4447"/>
                        <a:pt x="2142" y="4408"/>
                      </a:cubicBezTo>
                      <a:cubicBezTo>
                        <a:pt x="2143" y="4394"/>
                        <a:pt x="2143" y="4381"/>
                        <a:pt x="2144" y="4367"/>
                      </a:cubicBezTo>
                      <a:cubicBezTo>
                        <a:pt x="2145" y="4357"/>
                        <a:pt x="2146" y="4347"/>
                        <a:pt x="2147" y="4337"/>
                      </a:cubicBezTo>
                      <a:cubicBezTo>
                        <a:pt x="2136" y="4339"/>
                        <a:pt x="2126" y="4342"/>
                        <a:pt x="2115" y="4345"/>
                      </a:cubicBezTo>
                      <a:cubicBezTo>
                        <a:pt x="2074" y="4337"/>
                        <a:pt x="2074" y="4337"/>
                        <a:pt x="2055" y="4313"/>
                      </a:cubicBezTo>
                      <a:cubicBezTo>
                        <a:pt x="2036" y="4280"/>
                        <a:pt x="2018" y="4246"/>
                        <a:pt x="2001" y="4211"/>
                      </a:cubicBezTo>
                      <a:cubicBezTo>
                        <a:pt x="1931" y="4074"/>
                        <a:pt x="1931" y="4074"/>
                        <a:pt x="1854" y="4045"/>
                      </a:cubicBezTo>
                      <a:cubicBezTo>
                        <a:pt x="1850" y="4006"/>
                        <a:pt x="1850" y="4006"/>
                        <a:pt x="1854" y="3972"/>
                      </a:cubicBezTo>
                      <a:cubicBezTo>
                        <a:pt x="1830" y="3972"/>
                        <a:pt x="1806" y="3972"/>
                        <a:pt x="1781" y="3972"/>
                      </a:cubicBezTo>
                      <a:cubicBezTo>
                        <a:pt x="1781" y="3923"/>
                        <a:pt x="1781" y="3875"/>
                        <a:pt x="1781" y="3825"/>
                      </a:cubicBezTo>
                      <a:cubicBezTo>
                        <a:pt x="1757" y="3825"/>
                        <a:pt x="1733" y="3825"/>
                        <a:pt x="1708" y="3825"/>
                      </a:cubicBezTo>
                      <a:cubicBezTo>
                        <a:pt x="1666" y="3789"/>
                        <a:pt x="1639" y="3740"/>
                        <a:pt x="1631" y="3684"/>
                      </a:cubicBezTo>
                      <a:cubicBezTo>
                        <a:pt x="1631" y="3654"/>
                        <a:pt x="1631" y="3654"/>
                        <a:pt x="1635" y="3606"/>
                      </a:cubicBezTo>
                      <a:cubicBezTo>
                        <a:pt x="1611" y="3606"/>
                        <a:pt x="1587" y="3606"/>
                        <a:pt x="1562" y="3606"/>
                      </a:cubicBezTo>
                      <a:cubicBezTo>
                        <a:pt x="1562" y="3462"/>
                        <a:pt x="1562" y="3317"/>
                        <a:pt x="1562" y="3168"/>
                      </a:cubicBezTo>
                      <a:cubicBezTo>
                        <a:pt x="1586" y="3168"/>
                        <a:pt x="1611" y="3168"/>
                        <a:pt x="1635" y="3168"/>
                      </a:cubicBezTo>
                      <a:cubicBezTo>
                        <a:pt x="1635" y="3120"/>
                        <a:pt x="1635" y="3072"/>
                        <a:pt x="1635" y="3022"/>
                      </a:cubicBezTo>
                      <a:cubicBezTo>
                        <a:pt x="1659" y="3022"/>
                        <a:pt x="1684" y="3022"/>
                        <a:pt x="1708" y="3022"/>
                      </a:cubicBezTo>
                      <a:cubicBezTo>
                        <a:pt x="1707" y="3011"/>
                        <a:pt x="1706" y="3000"/>
                        <a:pt x="1705" y="2989"/>
                      </a:cubicBezTo>
                      <a:cubicBezTo>
                        <a:pt x="1708" y="2949"/>
                        <a:pt x="1708" y="2949"/>
                        <a:pt x="1731" y="2922"/>
                      </a:cubicBezTo>
                      <a:cubicBezTo>
                        <a:pt x="1737" y="2917"/>
                        <a:pt x="1737" y="2917"/>
                        <a:pt x="1763" y="2896"/>
                      </a:cubicBezTo>
                      <a:cubicBezTo>
                        <a:pt x="1774" y="2887"/>
                        <a:pt x="1786" y="2878"/>
                        <a:pt x="1797" y="2868"/>
                      </a:cubicBezTo>
                      <a:cubicBezTo>
                        <a:pt x="1810" y="2859"/>
                        <a:pt x="1822" y="2849"/>
                        <a:pt x="1834" y="2839"/>
                      </a:cubicBezTo>
                      <a:cubicBezTo>
                        <a:pt x="1858" y="2820"/>
                        <a:pt x="1881" y="2801"/>
                        <a:pt x="1905" y="2782"/>
                      </a:cubicBezTo>
                      <a:cubicBezTo>
                        <a:pt x="1910" y="2778"/>
                        <a:pt x="1910" y="2778"/>
                        <a:pt x="1936" y="2757"/>
                      </a:cubicBezTo>
                      <a:cubicBezTo>
                        <a:pt x="1964" y="2730"/>
                        <a:pt x="1964" y="2730"/>
                        <a:pt x="1984" y="2690"/>
                      </a:cubicBezTo>
                      <a:cubicBezTo>
                        <a:pt x="1989" y="2679"/>
                        <a:pt x="1995" y="2668"/>
                        <a:pt x="2001" y="2657"/>
                      </a:cubicBezTo>
                      <a:cubicBezTo>
                        <a:pt x="2039" y="2652"/>
                        <a:pt x="2039" y="2652"/>
                        <a:pt x="2074" y="2657"/>
                      </a:cubicBezTo>
                      <a:cubicBezTo>
                        <a:pt x="2073" y="2645"/>
                        <a:pt x="2072" y="2634"/>
                        <a:pt x="2071" y="2623"/>
                      </a:cubicBezTo>
                      <a:cubicBezTo>
                        <a:pt x="2074" y="2584"/>
                        <a:pt x="2074" y="2584"/>
                        <a:pt x="2092" y="2560"/>
                      </a:cubicBezTo>
                      <a:cubicBezTo>
                        <a:pt x="2096" y="2557"/>
                        <a:pt x="2096" y="2557"/>
                        <a:pt x="2118" y="2540"/>
                      </a:cubicBezTo>
                      <a:cubicBezTo>
                        <a:pt x="2124" y="2535"/>
                        <a:pt x="2124" y="2535"/>
                        <a:pt x="2150" y="2514"/>
                      </a:cubicBezTo>
                      <a:cubicBezTo>
                        <a:pt x="2162" y="2505"/>
                        <a:pt x="2173" y="2495"/>
                        <a:pt x="2185" y="2485"/>
                      </a:cubicBezTo>
                      <a:cubicBezTo>
                        <a:pt x="2351" y="2347"/>
                        <a:pt x="2503" y="2195"/>
                        <a:pt x="2656" y="2042"/>
                      </a:cubicBezTo>
                      <a:cubicBezTo>
                        <a:pt x="2668" y="2030"/>
                        <a:pt x="2681" y="2018"/>
                        <a:pt x="2693" y="2005"/>
                      </a:cubicBezTo>
                      <a:cubicBezTo>
                        <a:pt x="2729" y="1969"/>
                        <a:pt x="2765" y="1934"/>
                        <a:pt x="2801" y="1898"/>
                      </a:cubicBezTo>
                      <a:cubicBezTo>
                        <a:pt x="2806" y="1893"/>
                        <a:pt x="2806" y="1893"/>
                        <a:pt x="2834" y="1865"/>
                      </a:cubicBezTo>
                      <a:cubicBezTo>
                        <a:pt x="2844" y="1855"/>
                        <a:pt x="2854" y="1845"/>
                        <a:pt x="2864" y="1834"/>
                      </a:cubicBezTo>
                      <a:cubicBezTo>
                        <a:pt x="2873" y="1826"/>
                        <a:pt x="2881" y="1817"/>
                        <a:pt x="2891" y="1808"/>
                      </a:cubicBezTo>
                      <a:cubicBezTo>
                        <a:pt x="2914" y="1780"/>
                        <a:pt x="2914" y="1780"/>
                        <a:pt x="2932" y="1741"/>
                      </a:cubicBezTo>
                      <a:cubicBezTo>
                        <a:pt x="2964" y="1681"/>
                        <a:pt x="3029" y="1674"/>
                        <a:pt x="3091" y="1654"/>
                      </a:cubicBezTo>
                      <a:cubicBezTo>
                        <a:pt x="3133" y="1634"/>
                        <a:pt x="3133" y="1634"/>
                        <a:pt x="3150" y="1598"/>
                      </a:cubicBezTo>
                      <a:cubicBezTo>
                        <a:pt x="3174" y="1552"/>
                        <a:pt x="3199" y="1544"/>
                        <a:pt x="3247" y="1528"/>
                      </a:cubicBezTo>
                      <a:cubicBezTo>
                        <a:pt x="3252" y="1527"/>
                        <a:pt x="3252" y="1527"/>
                        <a:pt x="3279" y="1520"/>
                      </a:cubicBezTo>
                      <a:cubicBezTo>
                        <a:pt x="3290" y="1517"/>
                        <a:pt x="3301" y="1514"/>
                        <a:pt x="3313" y="1511"/>
                      </a:cubicBezTo>
                      <a:cubicBezTo>
                        <a:pt x="3408" y="1487"/>
                        <a:pt x="3503" y="1479"/>
                        <a:pt x="3601" y="1476"/>
                      </a:cubicBezTo>
                      <a:cubicBezTo>
                        <a:pt x="3615" y="1476"/>
                        <a:pt x="3629" y="1475"/>
                        <a:pt x="3644" y="1474"/>
                      </a:cubicBezTo>
                      <a:cubicBezTo>
                        <a:pt x="3683" y="1474"/>
                        <a:pt x="3716" y="1476"/>
                        <a:pt x="3754" y="1488"/>
                      </a:cubicBezTo>
                      <a:cubicBezTo>
                        <a:pt x="3779" y="1514"/>
                        <a:pt x="3794" y="1540"/>
                        <a:pt x="3811" y="1572"/>
                      </a:cubicBezTo>
                      <a:cubicBezTo>
                        <a:pt x="3827" y="1597"/>
                        <a:pt x="3827" y="1597"/>
                        <a:pt x="3866" y="1616"/>
                      </a:cubicBezTo>
                      <a:cubicBezTo>
                        <a:pt x="3879" y="1618"/>
                        <a:pt x="3891" y="1620"/>
                        <a:pt x="3905" y="1622"/>
                      </a:cubicBezTo>
                      <a:cubicBezTo>
                        <a:pt x="3917" y="1625"/>
                        <a:pt x="3930" y="1627"/>
                        <a:pt x="3944" y="1630"/>
                      </a:cubicBezTo>
                      <a:cubicBezTo>
                        <a:pt x="3953" y="1631"/>
                        <a:pt x="3963" y="1632"/>
                        <a:pt x="3973" y="1634"/>
                      </a:cubicBezTo>
                      <a:cubicBezTo>
                        <a:pt x="3973" y="1658"/>
                        <a:pt x="3973" y="1682"/>
                        <a:pt x="3973" y="1707"/>
                      </a:cubicBezTo>
                      <a:cubicBezTo>
                        <a:pt x="3997" y="1707"/>
                        <a:pt x="4021" y="1707"/>
                        <a:pt x="4046" y="1707"/>
                      </a:cubicBezTo>
                      <a:cubicBezTo>
                        <a:pt x="4046" y="1731"/>
                        <a:pt x="4046" y="1755"/>
                        <a:pt x="4046" y="1780"/>
                      </a:cubicBezTo>
                      <a:cubicBezTo>
                        <a:pt x="4094" y="1780"/>
                        <a:pt x="4142" y="1780"/>
                        <a:pt x="4192" y="1780"/>
                      </a:cubicBezTo>
                      <a:cubicBezTo>
                        <a:pt x="4192" y="1804"/>
                        <a:pt x="4192" y="1828"/>
                        <a:pt x="4192" y="1853"/>
                      </a:cubicBezTo>
                      <a:cubicBezTo>
                        <a:pt x="4216" y="1853"/>
                        <a:pt x="4240" y="1853"/>
                        <a:pt x="4265" y="1853"/>
                      </a:cubicBezTo>
                      <a:cubicBezTo>
                        <a:pt x="4265" y="1877"/>
                        <a:pt x="4265" y="1901"/>
                        <a:pt x="4265" y="1926"/>
                      </a:cubicBezTo>
                      <a:cubicBezTo>
                        <a:pt x="4270" y="1925"/>
                        <a:pt x="4270" y="1925"/>
                        <a:pt x="4295" y="1922"/>
                      </a:cubicBezTo>
                      <a:cubicBezTo>
                        <a:pt x="4336" y="1919"/>
                        <a:pt x="4371" y="1918"/>
                        <a:pt x="4411" y="1926"/>
                      </a:cubicBezTo>
                      <a:cubicBezTo>
                        <a:pt x="4435" y="1952"/>
                        <a:pt x="4448" y="1978"/>
                        <a:pt x="4464" y="2009"/>
                      </a:cubicBezTo>
                      <a:cubicBezTo>
                        <a:pt x="4503" y="2060"/>
                        <a:pt x="4569" y="2063"/>
                        <a:pt x="4630" y="2072"/>
                      </a:cubicBezTo>
                      <a:cubicBezTo>
                        <a:pt x="4630" y="2096"/>
                        <a:pt x="4630" y="2120"/>
                        <a:pt x="4630" y="2145"/>
                      </a:cubicBezTo>
                      <a:cubicBezTo>
                        <a:pt x="4679" y="2145"/>
                        <a:pt x="4727" y="2145"/>
                        <a:pt x="4777" y="2145"/>
                      </a:cubicBezTo>
                      <a:cubicBezTo>
                        <a:pt x="4777" y="2169"/>
                        <a:pt x="4777" y="2193"/>
                        <a:pt x="4777" y="2218"/>
                      </a:cubicBezTo>
                      <a:cubicBezTo>
                        <a:pt x="4873" y="2218"/>
                        <a:pt x="4969" y="2218"/>
                        <a:pt x="5069" y="2218"/>
                      </a:cubicBezTo>
                      <a:cubicBezTo>
                        <a:pt x="5069" y="2194"/>
                        <a:pt x="5069" y="2170"/>
                        <a:pt x="5069" y="2145"/>
                      </a:cubicBezTo>
                      <a:cubicBezTo>
                        <a:pt x="5117" y="2145"/>
                        <a:pt x="5165" y="2145"/>
                        <a:pt x="5215" y="2145"/>
                      </a:cubicBezTo>
                      <a:cubicBezTo>
                        <a:pt x="5215" y="2121"/>
                        <a:pt x="5215" y="2097"/>
                        <a:pt x="5215" y="2072"/>
                      </a:cubicBezTo>
                      <a:cubicBezTo>
                        <a:pt x="5228" y="2068"/>
                        <a:pt x="5240" y="2063"/>
                        <a:pt x="5254" y="2059"/>
                      </a:cubicBezTo>
                      <a:cubicBezTo>
                        <a:pt x="5270" y="2053"/>
                        <a:pt x="5287" y="2047"/>
                        <a:pt x="5304" y="2040"/>
                      </a:cubicBezTo>
                      <a:cubicBezTo>
                        <a:pt x="5312" y="2037"/>
                        <a:pt x="5312" y="2037"/>
                        <a:pt x="5354" y="2022"/>
                      </a:cubicBezTo>
                      <a:cubicBezTo>
                        <a:pt x="5398" y="1999"/>
                        <a:pt x="5398" y="1999"/>
                        <a:pt x="5412" y="1961"/>
                      </a:cubicBezTo>
                      <a:cubicBezTo>
                        <a:pt x="5434" y="1926"/>
                        <a:pt x="5434" y="1926"/>
                        <a:pt x="5463" y="1917"/>
                      </a:cubicBezTo>
                      <a:cubicBezTo>
                        <a:pt x="5502" y="1912"/>
                        <a:pt x="5541" y="1908"/>
                        <a:pt x="5580" y="1906"/>
                      </a:cubicBezTo>
                      <a:cubicBezTo>
                        <a:pt x="5607" y="1903"/>
                        <a:pt x="5633" y="1901"/>
                        <a:pt x="5660" y="1899"/>
                      </a:cubicBezTo>
                      <a:cubicBezTo>
                        <a:pt x="5672" y="1898"/>
                        <a:pt x="5684" y="1897"/>
                        <a:pt x="5696" y="1896"/>
                      </a:cubicBezTo>
                      <a:cubicBezTo>
                        <a:pt x="5726" y="1890"/>
                        <a:pt x="5726" y="1890"/>
                        <a:pt x="5763" y="1853"/>
                      </a:cubicBezTo>
                      <a:cubicBezTo>
                        <a:pt x="5806" y="1849"/>
                        <a:pt x="5806" y="1849"/>
                        <a:pt x="5856" y="1851"/>
                      </a:cubicBezTo>
                      <a:cubicBezTo>
                        <a:pt x="5873" y="1851"/>
                        <a:pt x="5890" y="1851"/>
                        <a:pt x="5907" y="1852"/>
                      </a:cubicBezTo>
                      <a:cubicBezTo>
                        <a:pt x="5920" y="1852"/>
                        <a:pt x="5932" y="1853"/>
                        <a:pt x="5945" y="1853"/>
                      </a:cubicBezTo>
                      <a:cubicBezTo>
                        <a:pt x="5945" y="1829"/>
                        <a:pt x="5945" y="1805"/>
                        <a:pt x="5945" y="1780"/>
                      </a:cubicBezTo>
                      <a:cubicBezTo>
                        <a:pt x="5994" y="1780"/>
                        <a:pt x="6042" y="1780"/>
                        <a:pt x="6092" y="1780"/>
                      </a:cubicBezTo>
                      <a:cubicBezTo>
                        <a:pt x="6092" y="1756"/>
                        <a:pt x="6092" y="1732"/>
                        <a:pt x="6092" y="1707"/>
                      </a:cubicBezTo>
                      <a:cubicBezTo>
                        <a:pt x="6176" y="1683"/>
                        <a:pt x="6260" y="1659"/>
                        <a:pt x="6347" y="1634"/>
                      </a:cubicBezTo>
                      <a:cubicBezTo>
                        <a:pt x="6359" y="1537"/>
                        <a:pt x="6371" y="1441"/>
                        <a:pt x="6384" y="1342"/>
                      </a:cubicBezTo>
                      <a:cubicBezTo>
                        <a:pt x="6408" y="1342"/>
                        <a:pt x="6432" y="1342"/>
                        <a:pt x="6457" y="1342"/>
                      </a:cubicBezTo>
                      <a:cubicBezTo>
                        <a:pt x="6457" y="1197"/>
                        <a:pt x="6457" y="1052"/>
                        <a:pt x="6457" y="903"/>
                      </a:cubicBezTo>
                      <a:cubicBezTo>
                        <a:pt x="6481" y="903"/>
                        <a:pt x="6505" y="903"/>
                        <a:pt x="6530" y="903"/>
                      </a:cubicBezTo>
                      <a:cubicBezTo>
                        <a:pt x="6530" y="759"/>
                        <a:pt x="6530" y="614"/>
                        <a:pt x="6530" y="465"/>
                      </a:cubicBezTo>
                      <a:cubicBezTo>
                        <a:pt x="6554" y="465"/>
                        <a:pt x="6578" y="465"/>
                        <a:pt x="6603" y="465"/>
                      </a:cubicBezTo>
                      <a:cubicBezTo>
                        <a:pt x="6602" y="461"/>
                        <a:pt x="6602" y="461"/>
                        <a:pt x="6596" y="438"/>
                      </a:cubicBezTo>
                      <a:cubicBezTo>
                        <a:pt x="6590" y="393"/>
                        <a:pt x="6590" y="363"/>
                        <a:pt x="6603" y="319"/>
                      </a:cubicBezTo>
                      <a:cubicBezTo>
                        <a:pt x="6636" y="281"/>
                        <a:pt x="6676" y="252"/>
                        <a:pt x="6717" y="224"/>
                      </a:cubicBezTo>
                      <a:cubicBezTo>
                        <a:pt x="6771" y="187"/>
                        <a:pt x="6795" y="160"/>
                        <a:pt x="6822" y="100"/>
                      </a:cubicBezTo>
                      <a:cubicBezTo>
                        <a:pt x="6861" y="95"/>
                        <a:pt x="6861" y="95"/>
                        <a:pt x="6895" y="100"/>
                      </a:cubicBezTo>
                      <a:cubicBezTo>
                        <a:pt x="6895" y="76"/>
                        <a:pt x="6895" y="52"/>
                        <a:pt x="6895" y="27"/>
                      </a:cubicBezTo>
                      <a:close/>
                      <a:moveTo>
                        <a:pt x="7187" y="392"/>
                      </a:moveTo>
                      <a:cubicBezTo>
                        <a:pt x="7187" y="416"/>
                        <a:pt x="7187" y="440"/>
                        <a:pt x="7187" y="465"/>
                      </a:cubicBezTo>
                      <a:cubicBezTo>
                        <a:pt x="7139" y="465"/>
                        <a:pt x="7091" y="465"/>
                        <a:pt x="7041" y="465"/>
                      </a:cubicBezTo>
                      <a:cubicBezTo>
                        <a:pt x="7041" y="489"/>
                        <a:pt x="7041" y="513"/>
                        <a:pt x="7041" y="538"/>
                      </a:cubicBezTo>
                      <a:cubicBezTo>
                        <a:pt x="7017" y="538"/>
                        <a:pt x="6993" y="538"/>
                        <a:pt x="6968" y="538"/>
                      </a:cubicBezTo>
                      <a:cubicBezTo>
                        <a:pt x="6968" y="659"/>
                        <a:pt x="6968" y="779"/>
                        <a:pt x="6968" y="903"/>
                      </a:cubicBezTo>
                      <a:cubicBezTo>
                        <a:pt x="6944" y="903"/>
                        <a:pt x="6920" y="903"/>
                        <a:pt x="6895" y="903"/>
                      </a:cubicBezTo>
                      <a:cubicBezTo>
                        <a:pt x="6895" y="1048"/>
                        <a:pt x="6895" y="1193"/>
                        <a:pt x="6895" y="1342"/>
                      </a:cubicBezTo>
                      <a:cubicBezTo>
                        <a:pt x="6871" y="1342"/>
                        <a:pt x="6847" y="1342"/>
                        <a:pt x="6822" y="1342"/>
                      </a:cubicBezTo>
                      <a:cubicBezTo>
                        <a:pt x="6822" y="1510"/>
                        <a:pt x="6822" y="1679"/>
                        <a:pt x="6822" y="1853"/>
                      </a:cubicBezTo>
                      <a:cubicBezTo>
                        <a:pt x="6798" y="1853"/>
                        <a:pt x="6774" y="1853"/>
                        <a:pt x="6749" y="1853"/>
                      </a:cubicBezTo>
                      <a:cubicBezTo>
                        <a:pt x="6749" y="1877"/>
                        <a:pt x="6749" y="1901"/>
                        <a:pt x="6749" y="1926"/>
                      </a:cubicBezTo>
                      <a:cubicBezTo>
                        <a:pt x="6725" y="1926"/>
                        <a:pt x="6701" y="1926"/>
                        <a:pt x="6676" y="1926"/>
                      </a:cubicBezTo>
                      <a:cubicBezTo>
                        <a:pt x="6676" y="1950"/>
                        <a:pt x="6676" y="1974"/>
                        <a:pt x="6676" y="1999"/>
                      </a:cubicBezTo>
                      <a:cubicBezTo>
                        <a:pt x="6652" y="1999"/>
                        <a:pt x="6628" y="1999"/>
                        <a:pt x="6603" y="1999"/>
                      </a:cubicBezTo>
                      <a:cubicBezTo>
                        <a:pt x="6603" y="2023"/>
                        <a:pt x="6603" y="2047"/>
                        <a:pt x="6603" y="2072"/>
                      </a:cubicBezTo>
                      <a:cubicBezTo>
                        <a:pt x="6531" y="2072"/>
                        <a:pt x="6458" y="2072"/>
                        <a:pt x="6384" y="2072"/>
                      </a:cubicBezTo>
                      <a:cubicBezTo>
                        <a:pt x="6384" y="2096"/>
                        <a:pt x="6384" y="2120"/>
                        <a:pt x="6384" y="2145"/>
                      </a:cubicBezTo>
                      <a:cubicBezTo>
                        <a:pt x="6311" y="2145"/>
                        <a:pt x="6239" y="2145"/>
                        <a:pt x="6165" y="2145"/>
                      </a:cubicBezTo>
                      <a:cubicBezTo>
                        <a:pt x="6165" y="2169"/>
                        <a:pt x="6165" y="2193"/>
                        <a:pt x="6165" y="2218"/>
                      </a:cubicBezTo>
                      <a:cubicBezTo>
                        <a:pt x="6092" y="2218"/>
                        <a:pt x="6020" y="2218"/>
                        <a:pt x="5945" y="2218"/>
                      </a:cubicBezTo>
                      <a:cubicBezTo>
                        <a:pt x="5945" y="2242"/>
                        <a:pt x="5945" y="2266"/>
                        <a:pt x="5945" y="2291"/>
                      </a:cubicBezTo>
                      <a:cubicBezTo>
                        <a:pt x="5873" y="2291"/>
                        <a:pt x="5801" y="2291"/>
                        <a:pt x="5726" y="2291"/>
                      </a:cubicBezTo>
                      <a:cubicBezTo>
                        <a:pt x="5726" y="2315"/>
                        <a:pt x="5726" y="2340"/>
                        <a:pt x="5726" y="2364"/>
                      </a:cubicBezTo>
                      <a:cubicBezTo>
                        <a:pt x="5678" y="2364"/>
                        <a:pt x="5630" y="2364"/>
                        <a:pt x="5580" y="2364"/>
                      </a:cubicBezTo>
                      <a:cubicBezTo>
                        <a:pt x="5580" y="2388"/>
                        <a:pt x="5580" y="2413"/>
                        <a:pt x="5580" y="2437"/>
                      </a:cubicBezTo>
                      <a:cubicBezTo>
                        <a:pt x="5532" y="2437"/>
                        <a:pt x="5484" y="2437"/>
                        <a:pt x="5434" y="2437"/>
                      </a:cubicBezTo>
                      <a:cubicBezTo>
                        <a:pt x="5434" y="2462"/>
                        <a:pt x="5434" y="2486"/>
                        <a:pt x="5434" y="2510"/>
                      </a:cubicBezTo>
                      <a:cubicBezTo>
                        <a:pt x="5386" y="2510"/>
                        <a:pt x="5338" y="2510"/>
                        <a:pt x="5288" y="2510"/>
                      </a:cubicBezTo>
                      <a:cubicBezTo>
                        <a:pt x="5288" y="2535"/>
                        <a:pt x="5288" y="2559"/>
                        <a:pt x="5288" y="2584"/>
                      </a:cubicBezTo>
                      <a:cubicBezTo>
                        <a:pt x="5240" y="2584"/>
                        <a:pt x="5192" y="2584"/>
                        <a:pt x="5142" y="2584"/>
                      </a:cubicBezTo>
                      <a:cubicBezTo>
                        <a:pt x="5142" y="2608"/>
                        <a:pt x="5142" y="2632"/>
                        <a:pt x="5142" y="2657"/>
                      </a:cubicBezTo>
                      <a:cubicBezTo>
                        <a:pt x="5094" y="2657"/>
                        <a:pt x="5045" y="2657"/>
                        <a:pt x="4996" y="2657"/>
                      </a:cubicBezTo>
                      <a:cubicBezTo>
                        <a:pt x="4996" y="2681"/>
                        <a:pt x="4996" y="2705"/>
                        <a:pt x="4996" y="2730"/>
                      </a:cubicBezTo>
                      <a:cubicBezTo>
                        <a:pt x="4899" y="2730"/>
                        <a:pt x="4803" y="2730"/>
                        <a:pt x="4704" y="2730"/>
                      </a:cubicBezTo>
                      <a:cubicBezTo>
                        <a:pt x="4704" y="2706"/>
                        <a:pt x="4704" y="2681"/>
                        <a:pt x="4704" y="2657"/>
                      </a:cubicBezTo>
                      <a:cubicBezTo>
                        <a:pt x="4655" y="2657"/>
                        <a:pt x="4607" y="2657"/>
                        <a:pt x="4557" y="2657"/>
                      </a:cubicBezTo>
                      <a:cubicBezTo>
                        <a:pt x="4557" y="2632"/>
                        <a:pt x="4557" y="2608"/>
                        <a:pt x="4557" y="2584"/>
                      </a:cubicBezTo>
                      <a:cubicBezTo>
                        <a:pt x="4533" y="2584"/>
                        <a:pt x="4509" y="2584"/>
                        <a:pt x="4484" y="2584"/>
                      </a:cubicBezTo>
                      <a:cubicBezTo>
                        <a:pt x="4484" y="2559"/>
                        <a:pt x="4484" y="2535"/>
                        <a:pt x="4484" y="2510"/>
                      </a:cubicBezTo>
                      <a:cubicBezTo>
                        <a:pt x="4436" y="2510"/>
                        <a:pt x="4388" y="2510"/>
                        <a:pt x="4338" y="2510"/>
                      </a:cubicBezTo>
                      <a:cubicBezTo>
                        <a:pt x="4338" y="2486"/>
                        <a:pt x="4338" y="2462"/>
                        <a:pt x="4338" y="2437"/>
                      </a:cubicBezTo>
                      <a:cubicBezTo>
                        <a:pt x="4314" y="2437"/>
                        <a:pt x="4290" y="2437"/>
                        <a:pt x="4265" y="2437"/>
                      </a:cubicBezTo>
                      <a:cubicBezTo>
                        <a:pt x="4265" y="2413"/>
                        <a:pt x="4265" y="2389"/>
                        <a:pt x="4265" y="2364"/>
                      </a:cubicBezTo>
                      <a:cubicBezTo>
                        <a:pt x="4241" y="2364"/>
                        <a:pt x="4217" y="2364"/>
                        <a:pt x="4192" y="2364"/>
                      </a:cubicBezTo>
                      <a:cubicBezTo>
                        <a:pt x="4192" y="2340"/>
                        <a:pt x="4192" y="2316"/>
                        <a:pt x="4192" y="2291"/>
                      </a:cubicBezTo>
                      <a:cubicBezTo>
                        <a:pt x="4144" y="2291"/>
                        <a:pt x="4096" y="2291"/>
                        <a:pt x="4046" y="2291"/>
                      </a:cubicBezTo>
                      <a:cubicBezTo>
                        <a:pt x="4046" y="2267"/>
                        <a:pt x="4046" y="2243"/>
                        <a:pt x="4046" y="2218"/>
                      </a:cubicBezTo>
                      <a:cubicBezTo>
                        <a:pt x="4022" y="2218"/>
                        <a:pt x="3998" y="2218"/>
                        <a:pt x="3973" y="2218"/>
                      </a:cubicBezTo>
                      <a:cubicBezTo>
                        <a:pt x="3973" y="2194"/>
                        <a:pt x="3973" y="2170"/>
                        <a:pt x="3973" y="2145"/>
                      </a:cubicBezTo>
                      <a:cubicBezTo>
                        <a:pt x="3925" y="2145"/>
                        <a:pt x="3877" y="2145"/>
                        <a:pt x="3827" y="2145"/>
                      </a:cubicBezTo>
                      <a:cubicBezTo>
                        <a:pt x="3827" y="2121"/>
                        <a:pt x="3827" y="2097"/>
                        <a:pt x="3827" y="2072"/>
                      </a:cubicBezTo>
                      <a:cubicBezTo>
                        <a:pt x="3803" y="2072"/>
                        <a:pt x="3779" y="2072"/>
                        <a:pt x="3754" y="2072"/>
                      </a:cubicBezTo>
                      <a:cubicBezTo>
                        <a:pt x="3754" y="2048"/>
                        <a:pt x="3754" y="2024"/>
                        <a:pt x="3754" y="1999"/>
                      </a:cubicBezTo>
                      <a:cubicBezTo>
                        <a:pt x="3706" y="1999"/>
                        <a:pt x="3657" y="1999"/>
                        <a:pt x="3608" y="1999"/>
                      </a:cubicBezTo>
                      <a:cubicBezTo>
                        <a:pt x="3608" y="1975"/>
                        <a:pt x="3608" y="1951"/>
                        <a:pt x="3608" y="1926"/>
                      </a:cubicBezTo>
                      <a:cubicBezTo>
                        <a:pt x="3535" y="1926"/>
                        <a:pt x="3463" y="1926"/>
                        <a:pt x="3389" y="1926"/>
                      </a:cubicBezTo>
                      <a:cubicBezTo>
                        <a:pt x="3389" y="1950"/>
                        <a:pt x="3389" y="1974"/>
                        <a:pt x="3389" y="1999"/>
                      </a:cubicBezTo>
                      <a:cubicBezTo>
                        <a:pt x="3364" y="1999"/>
                        <a:pt x="3340" y="1999"/>
                        <a:pt x="3316" y="1999"/>
                      </a:cubicBezTo>
                      <a:cubicBezTo>
                        <a:pt x="3316" y="2023"/>
                        <a:pt x="3316" y="2047"/>
                        <a:pt x="3316" y="2072"/>
                      </a:cubicBezTo>
                      <a:cubicBezTo>
                        <a:pt x="3291" y="2072"/>
                        <a:pt x="3267" y="2072"/>
                        <a:pt x="3242" y="2072"/>
                      </a:cubicBezTo>
                      <a:cubicBezTo>
                        <a:pt x="3242" y="2096"/>
                        <a:pt x="3242" y="2120"/>
                        <a:pt x="3242" y="2145"/>
                      </a:cubicBezTo>
                      <a:cubicBezTo>
                        <a:pt x="3218" y="2145"/>
                        <a:pt x="3194" y="2145"/>
                        <a:pt x="3169" y="2145"/>
                      </a:cubicBezTo>
                      <a:cubicBezTo>
                        <a:pt x="3169" y="2169"/>
                        <a:pt x="3169" y="2193"/>
                        <a:pt x="3169" y="2218"/>
                      </a:cubicBezTo>
                      <a:cubicBezTo>
                        <a:pt x="3145" y="2218"/>
                        <a:pt x="3121" y="2218"/>
                        <a:pt x="3096" y="2218"/>
                      </a:cubicBezTo>
                      <a:cubicBezTo>
                        <a:pt x="3096" y="2242"/>
                        <a:pt x="3096" y="2266"/>
                        <a:pt x="3096" y="2291"/>
                      </a:cubicBezTo>
                      <a:cubicBezTo>
                        <a:pt x="3072" y="2291"/>
                        <a:pt x="3048" y="2291"/>
                        <a:pt x="3023" y="2291"/>
                      </a:cubicBezTo>
                      <a:cubicBezTo>
                        <a:pt x="3023" y="2315"/>
                        <a:pt x="3023" y="2340"/>
                        <a:pt x="3023" y="2364"/>
                      </a:cubicBezTo>
                      <a:cubicBezTo>
                        <a:pt x="2975" y="2364"/>
                        <a:pt x="2927" y="2364"/>
                        <a:pt x="2877" y="2364"/>
                      </a:cubicBezTo>
                      <a:cubicBezTo>
                        <a:pt x="2877" y="2413"/>
                        <a:pt x="2877" y="2461"/>
                        <a:pt x="2877" y="2510"/>
                      </a:cubicBezTo>
                      <a:cubicBezTo>
                        <a:pt x="2853" y="2510"/>
                        <a:pt x="2829" y="2510"/>
                        <a:pt x="2804" y="2510"/>
                      </a:cubicBezTo>
                      <a:cubicBezTo>
                        <a:pt x="2804" y="2535"/>
                        <a:pt x="2804" y="2559"/>
                        <a:pt x="2804" y="2584"/>
                      </a:cubicBezTo>
                      <a:cubicBezTo>
                        <a:pt x="2780" y="2584"/>
                        <a:pt x="2756" y="2584"/>
                        <a:pt x="2731" y="2584"/>
                      </a:cubicBezTo>
                      <a:cubicBezTo>
                        <a:pt x="2731" y="2608"/>
                        <a:pt x="2731" y="2632"/>
                        <a:pt x="2731" y="2657"/>
                      </a:cubicBezTo>
                      <a:cubicBezTo>
                        <a:pt x="2707" y="2657"/>
                        <a:pt x="2683" y="2657"/>
                        <a:pt x="2658" y="2657"/>
                      </a:cubicBezTo>
                      <a:cubicBezTo>
                        <a:pt x="2658" y="2681"/>
                        <a:pt x="2658" y="2705"/>
                        <a:pt x="2658" y="2730"/>
                      </a:cubicBezTo>
                      <a:cubicBezTo>
                        <a:pt x="2634" y="2730"/>
                        <a:pt x="2610" y="2730"/>
                        <a:pt x="2585" y="2730"/>
                      </a:cubicBezTo>
                      <a:cubicBezTo>
                        <a:pt x="2585" y="2754"/>
                        <a:pt x="2585" y="2778"/>
                        <a:pt x="2585" y="2803"/>
                      </a:cubicBezTo>
                      <a:cubicBezTo>
                        <a:pt x="2561" y="2803"/>
                        <a:pt x="2537" y="2803"/>
                        <a:pt x="2512" y="2803"/>
                      </a:cubicBezTo>
                      <a:cubicBezTo>
                        <a:pt x="2512" y="2827"/>
                        <a:pt x="2512" y="2851"/>
                        <a:pt x="2512" y="2876"/>
                      </a:cubicBezTo>
                      <a:cubicBezTo>
                        <a:pt x="2488" y="2876"/>
                        <a:pt x="2464" y="2876"/>
                        <a:pt x="2439" y="2876"/>
                      </a:cubicBezTo>
                      <a:cubicBezTo>
                        <a:pt x="2439" y="2900"/>
                        <a:pt x="2439" y="2924"/>
                        <a:pt x="2439" y="2949"/>
                      </a:cubicBezTo>
                      <a:cubicBezTo>
                        <a:pt x="2391" y="2949"/>
                        <a:pt x="2342" y="2949"/>
                        <a:pt x="2293" y="2949"/>
                      </a:cubicBezTo>
                      <a:cubicBezTo>
                        <a:pt x="2293" y="2973"/>
                        <a:pt x="2293" y="2997"/>
                        <a:pt x="2293" y="3022"/>
                      </a:cubicBezTo>
                      <a:cubicBezTo>
                        <a:pt x="2269" y="3022"/>
                        <a:pt x="2245" y="3022"/>
                        <a:pt x="2220" y="3022"/>
                      </a:cubicBezTo>
                      <a:cubicBezTo>
                        <a:pt x="2220" y="3046"/>
                        <a:pt x="2220" y="3070"/>
                        <a:pt x="2220" y="3095"/>
                      </a:cubicBezTo>
                      <a:cubicBezTo>
                        <a:pt x="2196" y="3095"/>
                        <a:pt x="2172" y="3095"/>
                        <a:pt x="2147" y="3095"/>
                      </a:cubicBezTo>
                      <a:cubicBezTo>
                        <a:pt x="2147" y="3119"/>
                        <a:pt x="2147" y="3143"/>
                        <a:pt x="2147" y="3168"/>
                      </a:cubicBezTo>
                      <a:cubicBezTo>
                        <a:pt x="2123" y="3168"/>
                        <a:pt x="2098" y="3168"/>
                        <a:pt x="2074" y="3168"/>
                      </a:cubicBezTo>
                      <a:cubicBezTo>
                        <a:pt x="2074" y="3216"/>
                        <a:pt x="2074" y="3264"/>
                        <a:pt x="2074" y="3314"/>
                      </a:cubicBezTo>
                      <a:cubicBezTo>
                        <a:pt x="2050" y="3314"/>
                        <a:pt x="2025" y="3314"/>
                        <a:pt x="2001" y="3314"/>
                      </a:cubicBezTo>
                      <a:cubicBezTo>
                        <a:pt x="2001" y="3362"/>
                        <a:pt x="2001" y="3410"/>
                        <a:pt x="2001" y="3460"/>
                      </a:cubicBezTo>
                      <a:cubicBezTo>
                        <a:pt x="2025" y="3460"/>
                        <a:pt x="2049" y="3460"/>
                        <a:pt x="2074" y="3460"/>
                      </a:cubicBezTo>
                      <a:cubicBezTo>
                        <a:pt x="2074" y="3508"/>
                        <a:pt x="2074" y="3557"/>
                        <a:pt x="2074" y="3606"/>
                      </a:cubicBezTo>
                      <a:cubicBezTo>
                        <a:pt x="2098" y="3606"/>
                        <a:pt x="2122" y="3606"/>
                        <a:pt x="2147" y="3606"/>
                      </a:cubicBezTo>
                      <a:cubicBezTo>
                        <a:pt x="2147" y="3630"/>
                        <a:pt x="2147" y="3654"/>
                        <a:pt x="2147" y="3679"/>
                      </a:cubicBezTo>
                      <a:cubicBezTo>
                        <a:pt x="2171" y="3679"/>
                        <a:pt x="2195" y="3679"/>
                        <a:pt x="2220" y="3679"/>
                      </a:cubicBezTo>
                      <a:cubicBezTo>
                        <a:pt x="2220" y="3703"/>
                        <a:pt x="2220" y="3728"/>
                        <a:pt x="2220" y="3752"/>
                      </a:cubicBezTo>
                      <a:cubicBezTo>
                        <a:pt x="2244" y="3752"/>
                        <a:pt x="2268" y="3752"/>
                        <a:pt x="2293" y="3752"/>
                      </a:cubicBezTo>
                      <a:cubicBezTo>
                        <a:pt x="2293" y="3801"/>
                        <a:pt x="2293" y="3849"/>
                        <a:pt x="2293" y="3898"/>
                      </a:cubicBezTo>
                      <a:cubicBezTo>
                        <a:pt x="2317" y="3898"/>
                        <a:pt x="2341" y="3898"/>
                        <a:pt x="2366" y="3898"/>
                      </a:cubicBezTo>
                      <a:cubicBezTo>
                        <a:pt x="2366" y="3923"/>
                        <a:pt x="2366" y="3947"/>
                        <a:pt x="2366" y="3972"/>
                      </a:cubicBezTo>
                      <a:cubicBezTo>
                        <a:pt x="2390" y="3972"/>
                        <a:pt x="2414" y="3972"/>
                        <a:pt x="2439" y="3972"/>
                      </a:cubicBezTo>
                      <a:cubicBezTo>
                        <a:pt x="2439" y="4020"/>
                        <a:pt x="2439" y="4068"/>
                        <a:pt x="2439" y="4118"/>
                      </a:cubicBezTo>
                      <a:cubicBezTo>
                        <a:pt x="2463" y="4118"/>
                        <a:pt x="2487" y="4118"/>
                        <a:pt x="2512" y="4118"/>
                      </a:cubicBezTo>
                      <a:cubicBezTo>
                        <a:pt x="2512" y="4142"/>
                        <a:pt x="2512" y="4166"/>
                        <a:pt x="2512" y="4191"/>
                      </a:cubicBezTo>
                      <a:cubicBezTo>
                        <a:pt x="2536" y="4191"/>
                        <a:pt x="2560" y="4191"/>
                        <a:pt x="2585" y="4191"/>
                      </a:cubicBezTo>
                      <a:cubicBezTo>
                        <a:pt x="2585" y="4215"/>
                        <a:pt x="2585" y="4239"/>
                        <a:pt x="2585" y="4264"/>
                      </a:cubicBezTo>
                      <a:cubicBezTo>
                        <a:pt x="2609" y="4264"/>
                        <a:pt x="2633" y="4264"/>
                        <a:pt x="2658" y="4264"/>
                      </a:cubicBezTo>
                      <a:cubicBezTo>
                        <a:pt x="2658" y="4312"/>
                        <a:pt x="2658" y="4360"/>
                        <a:pt x="2658" y="4410"/>
                      </a:cubicBezTo>
                      <a:cubicBezTo>
                        <a:pt x="2682" y="4410"/>
                        <a:pt x="2706" y="4410"/>
                        <a:pt x="2731" y="4410"/>
                      </a:cubicBezTo>
                      <a:cubicBezTo>
                        <a:pt x="2731" y="4434"/>
                        <a:pt x="2731" y="4458"/>
                        <a:pt x="2731" y="4483"/>
                      </a:cubicBezTo>
                      <a:cubicBezTo>
                        <a:pt x="2755" y="4483"/>
                        <a:pt x="2779" y="4483"/>
                        <a:pt x="2804" y="4483"/>
                      </a:cubicBezTo>
                      <a:cubicBezTo>
                        <a:pt x="2804" y="4579"/>
                        <a:pt x="2804" y="4676"/>
                        <a:pt x="2804" y="4775"/>
                      </a:cubicBezTo>
                      <a:cubicBezTo>
                        <a:pt x="2780" y="4775"/>
                        <a:pt x="2756" y="4775"/>
                        <a:pt x="2731" y="4775"/>
                      </a:cubicBezTo>
                      <a:cubicBezTo>
                        <a:pt x="2731" y="4823"/>
                        <a:pt x="2731" y="4872"/>
                        <a:pt x="2731" y="4921"/>
                      </a:cubicBezTo>
                      <a:cubicBezTo>
                        <a:pt x="2707" y="4921"/>
                        <a:pt x="2683" y="4921"/>
                        <a:pt x="2658" y="4921"/>
                      </a:cubicBezTo>
                      <a:cubicBezTo>
                        <a:pt x="2658" y="4969"/>
                        <a:pt x="2658" y="5018"/>
                        <a:pt x="2658" y="5067"/>
                      </a:cubicBezTo>
                      <a:cubicBezTo>
                        <a:pt x="2634" y="5067"/>
                        <a:pt x="2610" y="5067"/>
                        <a:pt x="2585" y="5067"/>
                      </a:cubicBezTo>
                      <a:cubicBezTo>
                        <a:pt x="2585" y="5115"/>
                        <a:pt x="2585" y="5164"/>
                        <a:pt x="2585" y="5213"/>
                      </a:cubicBezTo>
                      <a:cubicBezTo>
                        <a:pt x="2561" y="5213"/>
                        <a:pt x="2537" y="5213"/>
                        <a:pt x="2512" y="5213"/>
                      </a:cubicBezTo>
                      <a:cubicBezTo>
                        <a:pt x="2512" y="5262"/>
                        <a:pt x="2512" y="5310"/>
                        <a:pt x="2512" y="5359"/>
                      </a:cubicBezTo>
                      <a:cubicBezTo>
                        <a:pt x="2488" y="5359"/>
                        <a:pt x="2464" y="5359"/>
                        <a:pt x="2439" y="5359"/>
                      </a:cubicBezTo>
                      <a:cubicBezTo>
                        <a:pt x="2439" y="5408"/>
                        <a:pt x="2439" y="5456"/>
                        <a:pt x="2439" y="5506"/>
                      </a:cubicBezTo>
                      <a:cubicBezTo>
                        <a:pt x="2415" y="5506"/>
                        <a:pt x="2391" y="5506"/>
                        <a:pt x="2366" y="5506"/>
                      </a:cubicBezTo>
                      <a:cubicBezTo>
                        <a:pt x="2366" y="5578"/>
                        <a:pt x="2366" y="5650"/>
                        <a:pt x="2366" y="5725"/>
                      </a:cubicBezTo>
                      <a:cubicBezTo>
                        <a:pt x="2342" y="5725"/>
                        <a:pt x="2318" y="5725"/>
                        <a:pt x="2293" y="5725"/>
                      </a:cubicBezTo>
                      <a:cubicBezTo>
                        <a:pt x="2293" y="5773"/>
                        <a:pt x="2293" y="5821"/>
                        <a:pt x="2293" y="5871"/>
                      </a:cubicBezTo>
                      <a:cubicBezTo>
                        <a:pt x="2269" y="5871"/>
                        <a:pt x="2245" y="5871"/>
                        <a:pt x="2220" y="5871"/>
                      </a:cubicBezTo>
                      <a:cubicBezTo>
                        <a:pt x="2220" y="5943"/>
                        <a:pt x="2220" y="6015"/>
                        <a:pt x="2220" y="6090"/>
                      </a:cubicBezTo>
                      <a:cubicBezTo>
                        <a:pt x="2196" y="6090"/>
                        <a:pt x="2172" y="6090"/>
                        <a:pt x="2147" y="6090"/>
                      </a:cubicBezTo>
                      <a:cubicBezTo>
                        <a:pt x="2147" y="6186"/>
                        <a:pt x="2147" y="6283"/>
                        <a:pt x="2147" y="6382"/>
                      </a:cubicBezTo>
                      <a:cubicBezTo>
                        <a:pt x="2123" y="6382"/>
                        <a:pt x="2098" y="6382"/>
                        <a:pt x="2074" y="6382"/>
                      </a:cubicBezTo>
                      <a:cubicBezTo>
                        <a:pt x="2074" y="6406"/>
                        <a:pt x="2074" y="6430"/>
                        <a:pt x="2074" y="6455"/>
                      </a:cubicBezTo>
                      <a:cubicBezTo>
                        <a:pt x="2050" y="6455"/>
                        <a:pt x="2025" y="6455"/>
                        <a:pt x="2001" y="6455"/>
                      </a:cubicBezTo>
                      <a:cubicBezTo>
                        <a:pt x="2001" y="6479"/>
                        <a:pt x="2001" y="6503"/>
                        <a:pt x="2001" y="6528"/>
                      </a:cubicBezTo>
                      <a:cubicBezTo>
                        <a:pt x="1928" y="6528"/>
                        <a:pt x="1856" y="6528"/>
                        <a:pt x="1781" y="6528"/>
                      </a:cubicBezTo>
                      <a:cubicBezTo>
                        <a:pt x="1781" y="6552"/>
                        <a:pt x="1781" y="6577"/>
                        <a:pt x="1781" y="6601"/>
                      </a:cubicBezTo>
                      <a:cubicBezTo>
                        <a:pt x="1661" y="6601"/>
                        <a:pt x="1540" y="6601"/>
                        <a:pt x="1416" y="6601"/>
                      </a:cubicBezTo>
                      <a:cubicBezTo>
                        <a:pt x="1416" y="6625"/>
                        <a:pt x="1416" y="6650"/>
                        <a:pt x="1416" y="6674"/>
                      </a:cubicBezTo>
                      <a:cubicBezTo>
                        <a:pt x="1296" y="6674"/>
                        <a:pt x="1175" y="6674"/>
                        <a:pt x="1051" y="6674"/>
                      </a:cubicBezTo>
                      <a:cubicBezTo>
                        <a:pt x="1051" y="6699"/>
                        <a:pt x="1051" y="6723"/>
                        <a:pt x="1051" y="6747"/>
                      </a:cubicBezTo>
                      <a:cubicBezTo>
                        <a:pt x="930" y="6747"/>
                        <a:pt x="810" y="6747"/>
                        <a:pt x="686" y="6747"/>
                      </a:cubicBezTo>
                      <a:cubicBezTo>
                        <a:pt x="686" y="6772"/>
                        <a:pt x="686" y="6796"/>
                        <a:pt x="686" y="6821"/>
                      </a:cubicBezTo>
                      <a:cubicBezTo>
                        <a:pt x="637" y="6821"/>
                        <a:pt x="589" y="6821"/>
                        <a:pt x="540" y="6821"/>
                      </a:cubicBezTo>
                      <a:cubicBezTo>
                        <a:pt x="540" y="6845"/>
                        <a:pt x="540" y="6869"/>
                        <a:pt x="540" y="6894"/>
                      </a:cubicBezTo>
                      <a:cubicBezTo>
                        <a:pt x="515" y="6894"/>
                        <a:pt x="491" y="6894"/>
                        <a:pt x="467" y="6894"/>
                      </a:cubicBezTo>
                      <a:cubicBezTo>
                        <a:pt x="467" y="7544"/>
                        <a:pt x="467" y="8195"/>
                        <a:pt x="467" y="8866"/>
                      </a:cubicBezTo>
                      <a:cubicBezTo>
                        <a:pt x="491" y="8866"/>
                        <a:pt x="515" y="8866"/>
                        <a:pt x="540" y="8866"/>
                      </a:cubicBezTo>
                      <a:cubicBezTo>
                        <a:pt x="540" y="8890"/>
                        <a:pt x="540" y="8914"/>
                        <a:pt x="540" y="8939"/>
                      </a:cubicBezTo>
                      <a:cubicBezTo>
                        <a:pt x="564" y="8939"/>
                        <a:pt x="588" y="8939"/>
                        <a:pt x="613" y="8939"/>
                      </a:cubicBezTo>
                      <a:cubicBezTo>
                        <a:pt x="613" y="8963"/>
                        <a:pt x="613" y="8987"/>
                        <a:pt x="613" y="9012"/>
                      </a:cubicBezTo>
                      <a:cubicBezTo>
                        <a:pt x="733" y="9012"/>
                        <a:pt x="854" y="9012"/>
                        <a:pt x="978" y="9012"/>
                      </a:cubicBezTo>
                      <a:cubicBezTo>
                        <a:pt x="978" y="9036"/>
                        <a:pt x="978" y="9060"/>
                        <a:pt x="978" y="9085"/>
                      </a:cubicBezTo>
                      <a:cubicBezTo>
                        <a:pt x="1098" y="9085"/>
                        <a:pt x="1219" y="9085"/>
                        <a:pt x="1343" y="9085"/>
                      </a:cubicBezTo>
                      <a:cubicBezTo>
                        <a:pt x="1343" y="9109"/>
                        <a:pt x="1343" y="9133"/>
                        <a:pt x="1343" y="9158"/>
                      </a:cubicBezTo>
                      <a:cubicBezTo>
                        <a:pt x="1464" y="9158"/>
                        <a:pt x="1584" y="9158"/>
                        <a:pt x="1708" y="9158"/>
                      </a:cubicBezTo>
                      <a:cubicBezTo>
                        <a:pt x="1708" y="9182"/>
                        <a:pt x="1708" y="9206"/>
                        <a:pt x="1708" y="9231"/>
                      </a:cubicBezTo>
                      <a:cubicBezTo>
                        <a:pt x="1805" y="9231"/>
                        <a:pt x="1901" y="9231"/>
                        <a:pt x="2001" y="9231"/>
                      </a:cubicBezTo>
                      <a:cubicBezTo>
                        <a:pt x="2001" y="9255"/>
                        <a:pt x="2001" y="9279"/>
                        <a:pt x="2001" y="9304"/>
                      </a:cubicBezTo>
                      <a:cubicBezTo>
                        <a:pt x="2025" y="9304"/>
                        <a:pt x="2049" y="9304"/>
                        <a:pt x="2074" y="9304"/>
                      </a:cubicBezTo>
                      <a:cubicBezTo>
                        <a:pt x="2074" y="9328"/>
                        <a:pt x="2074" y="9353"/>
                        <a:pt x="2074" y="9377"/>
                      </a:cubicBezTo>
                      <a:cubicBezTo>
                        <a:pt x="2098" y="9377"/>
                        <a:pt x="2122" y="9377"/>
                        <a:pt x="2147" y="9377"/>
                      </a:cubicBezTo>
                      <a:cubicBezTo>
                        <a:pt x="2147" y="9474"/>
                        <a:pt x="2147" y="9570"/>
                        <a:pt x="2147" y="9670"/>
                      </a:cubicBezTo>
                      <a:cubicBezTo>
                        <a:pt x="2171" y="9670"/>
                        <a:pt x="2195" y="9670"/>
                        <a:pt x="2220" y="9670"/>
                      </a:cubicBezTo>
                      <a:cubicBezTo>
                        <a:pt x="2220" y="9742"/>
                        <a:pt x="2220" y="9814"/>
                        <a:pt x="2220" y="9889"/>
                      </a:cubicBezTo>
                      <a:cubicBezTo>
                        <a:pt x="2244" y="9889"/>
                        <a:pt x="2268" y="9889"/>
                        <a:pt x="2293" y="9889"/>
                      </a:cubicBezTo>
                      <a:cubicBezTo>
                        <a:pt x="2293" y="9937"/>
                        <a:pt x="2293" y="9985"/>
                        <a:pt x="2293" y="10035"/>
                      </a:cubicBezTo>
                      <a:cubicBezTo>
                        <a:pt x="2317" y="10035"/>
                        <a:pt x="2341" y="10035"/>
                        <a:pt x="2366" y="10035"/>
                      </a:cubicBezTo>
                      <a:cubicBezTo>
                        <a:pt x="2366" y="10107"/>
                        <a:pt x="2366" y="10179"/>
                        <a:pt x="2366" y="10254"/>
                      </a:cubicBezTo>
                      <a:cubicBezTo>
                        <a:pt x="2390" y="10254"/>
                        <a:pt x="2414" y="10254"/>
                        <a:pt x="2439" y="10254"/>
                      </a:cubicBezTo>
                      <a:cubicBezTo>
                        <a:pt x="2439" y="10302"/>
                        <a:pt x="2439" y="10350"/>
                        <a:pt x="2439" y="10400"/>
                      </a:cubicBezTo>
                      <a:cubicBezTo>
                        <a:pt x="2463" y="10400"/>
                        <a:pt x="2487" y="10400"/>
                        <a:pt x="2512" y="10400"/>
                      </a:cubicBezTo>
                      <a:cubicBezTo>
                        <a:pt x="2512" y="10448"/>
                        <a:pt x="2512" y="10497"/>
                        <a:pt x="2512" y="10546"/>
                      </a:cubicBezTo>
                      <a:cubicBezTo>
                        <a:pt x="2536" y="10546"/>
                        <a:pt x="2560" y="10546"/>
                        <a:pt x="2585" y="10546"/>
                      </a:cubicBezTo>
                      <a:cubicBezTo>
                        <a:pt x="2585" y="10594"/>
                        <a:pt x="2585" y="10643"/>
                        <a:pt x="2585" y="10692"/>
                      </a:cubicBezTo>
                      <a:cubicBezTo>
                        <a:pt x="2609" y="10692"/>
                        <a:pt x="2633" y="10692"/>
                        <a:pt x="2658" y="10692"/>
                      </a:cubicBezTo>
                      <a:cubicBezTo>
                        <a:pt x="2658" y="10740"/>
                        <a:pt x="2658" y="10789"/>
                        <a:pt x="2658" y="10838"/>
                      </a:cubicBezTo>
                      <a:cubicBezTo>
                        <a:pt x="2682" y="10838"/>
                        <a:pt x="2706" y="10838"/>
                        <a:pt x="2731" y="10838"/>
                      </a:cubicBezTo>
                      <a:cubicBezTo>
                        <a:pt x="2731" y="10887"/>
                        <a:pt x="2731" y="10935"/>
                        <a:pt x="2731" y="10984"/>
                      </a:cubicBezTo>
                      <a:cubicBezTo>
                        <a:pt x="2755" y="10984"/>
                        <a:pt x="2779" y="10984"/>
                        <a:pt x="2804" y="10984"/>
                      </a:cubicBezTo>
                      <a:cubicBezTo>
                        <a:pt x="2804" y="11081"/>
                        <a:pt x="2804" y="11177"/>
                        <a:pt x="2804" y="11277"/>
                      </a:cubicBezTo>
                      <a:cubicBezTo>
                        <a:pt x="2780" y="11277"/>
                        <a:pt x="2756" y="11277"/>
                        <a:pt x="2731" y="11277"/>
                      </a:cubicBezTo>
                      <a:cubicBezTo>
                        <a:pt x="2731" y="11325"/>
                        <a:pt x="2731" y="11373"/>
                        <a:pt x="2731" y="11423"/>
                      </a:cubicBezTo>
                      <a:cubicBezTo>
                        <a:pt x="2707" y="11423"/>
                        <a:pt x="2683" y="11423"/>
                        <a:pt x="2658" y="11423"/>
                      </a:cubicBezTo>
                      <a:cubicBezTo>
                        <a:pt x="2658" y="11447"/>
                        <a:pt x="2658" y="11471"/>
                        <a:pt x="2658" y="11496"/>
                      </a:cubicBezTo>
                      <a:cubicBezTo>
                        <a:pt x="2634" y="11496"/>
                        <a:pt x="2610" y="11496"/>
                        <a:pt x="2585" y="11496"/>
                      </a:cubicBezTo>
                      <a:cubicBezTo>
                        <a:pt x="2585" y="11544"/>
                        <a:pt x="2585" y="11592"/>
                        <a:pt x="2585" y="11642"/>
                      </a:cubicBezTo>
                      <a:cubicBezTo>
                        <a:pt x="2561" y="11642"/>
                        <a:pt x="2537" y="11642"/>
                        <a:pt x="2512" y="11642"/>
                      </a:cubicBezTo>
                      <a:cubicBezTo>
                        <a:pt x="2512" y="11666"/>
                        <a:pt x="2512" y="11690"/>
                        <a:pt x="2512" y="11715"/>
                      </a:cubicBezTo>
                      <a:cubicBezTo>
                        <a:pt x="2488" y="11715"/>
                        <a:pt x="2464" y="11715"/>
                        <a:pt x="2439" y="11715"/>
                      </a:cubicBezTo>
                      <a:cubicBezTo>
                        <a:pt x="2439" y="11739"/>
                        <a:pt x="2439" y="11763"/>
                        <a:pt x="2439" y="11788"/>
                      </a:cubicBezTo>
                      <a:cubicBezTo>
                        <a:pt x="2415" y="11788"/>
                        <a:pt x="2391" y="11788"/>
                        <a:pt x="2366" y="11788"/>
                      </a:cubicBezTo>
                      <a:cubicBezTo>
                        <a:pt x="2366" y="11836"/>
                        <a:pt x="2366" y="11884"/>
                        <a:pt x="2366" y="11934"/>
                      </a:cubicBezTo>
                      <a:cubicBezTo>
                        <a:pt x="2342" y="11934"/>
                        <a:pt x="2318" y="11934"/>
                        <a:pt x="2293" y="11934"/>
                      </a:cubicBezTo>
                      <a:cubicBezTo>
                        <a:pt x="2293" y="11958"/>
                        <a:pt x="2293" y="11982"/>
                        <a:pt x="2293" y="12007"/>
                      </a:cubicBezTo>
                      <a:cubicBezTo>
                        <a:pt x="2269" y="12007"/>
                        <a:pt x="2245" y="12007"/>
                        <a:pt x="2220" y="12007"/>
                      </a:cubicBezTo>
                      <a:cubicBezTo>
                        <a:pt x="2220" y="12055"/>
                        <a:pt x="2220" y="12104"/>
                        <a:pt x="2220" y="12153"/>
                      </a:cubicBezTo>
                      <a:cubicBezTo>
                        <a:pt x="2196" y="12153"/>
                        <a:pt x="2172" y="12153"/>
                        <a:pt x="2147" y="12153"/>
                      </a:cubicBezTo>
                      <a:cubicBezTo>
                        <a:pt x="2147" y="12177"/>
                        <a:pt x="2147" y="12202"/>
                        <a:pt x="2147" y="12226"/>
                      </a:cubicBezTo>
                      <a:cubicBezTo>
                        <a:pt x="2123" y="12226"/>
                        <a:pt x="2098" y="12226"/>
                        <a:pt x="2074" y="12226"/>
                      </a:cubicBezTo>
                      <a:cubicBezTo>
                        <a:pt x="2074" y="12275"/>
                        <a:pt x="2074" y="12323"/>
                        <a:pt x="2074" y="12372"/>
                      </a:cubicBezTo>
                      <a:cubicBezTo>
                        <a:pt x="2050" y="12372"/>
                        <a:pt x="2025" y="12372"/>
                        <a:pt x="2001" y="12372"/>
                      </a:cubicBezTo>
                      <a:cubicBezTo>
                        <a:pt x="2001" y="12421"/>
                        <a:pt x="2001" y="12469"/>
                        <a:pt x="2001" y="12519"/>
                      </a:cubicBezTo>
                      <a:cubicBezTo>
                        <a:pt x="2025" y="12519"/>
                        <a:pt x="2049" y="12519"/>
                        <a:pt x="2074" y="12519"/>
                      </a:cubicBezTo>
                      <a:cubicBezTo>
                        <a:pt x="2074" y="12543"/>
                        <a:pt x="2074" y="12567"/>
                        <a:pt x="2074" y="12592"/>
                      </a:cubicBezTo>
                      <a:cubicBezTo>
                        <a:pt x="2098" y="12592"/>
                        <a:pt x="2122" y="12592"/>
                        <a:pt x="2147" y="12592"/>
                      </a:cubicBezTo>
                      <a:cubicBezTo>
                        <a:pt x="2147" y="12616"/>
                        <a:pt x="2147" y="12640"/>
                        <a:pt x="2147" y="12665"/>
                      </a:cubicBezTo>
                      <a:cubicBezTo>
                        <a:pt x="2171" y="12665"/>
                        <a:pt x="2195" y="12665"/>
                        <a:pt x="2220" y="12665"/>
                      </a:cubicBezTo>
                      <a:cubicBezTo>
                        <a:pt x="2220" y="12689"/>
                        <a:pt x="2220" y="12713"/>
                        <a:pt x="2220" y="12738"/>
                      </a:cubicBezTo>
                      <a:cubicBezTo>
                        <a:pt x="2244" y="12738"/>
                        <a:pt x="2268" y="12738"/>
                        <a:pt x="2293" y="12738"/>
                      </a:cubicBezTo>
                      <a:cubicBezTo>
                        <a:pt x="2293" y="12762"/>
                        <a:pt x="2293" y="12786"/>
                        <a:pt x="2293" y="12811"/>
                      </a:cubicBezTo>
                      <a:cubicBezTo>
                        <a:pt x="2317" y="12811"/>
                        <a:pt x="2341" y="12811"/>
                        <a:pt x="2366" y="12811"/>
                      </a:cubicBezTo>
                      <a:cubicBezTo>
                        <a:pt x="2366" y="12835"/>
                        <a:pt x="2366" y="12859"/>
                        <a:pt x="2366" y="12884"/>
                      </a:cubicBezTo>
                      <a:cubicBezTo>
                        <a:pt x="2390" y="12884"/>
                        <a:pt x="2414" y="12884"/>
                        <a:pt x="2439" y="12884"/>
                      </a:cubicBezTo>
                      <a:cubicBezTo>
                        <a:pt x="2439" y="12908"/>
                        <a:pt x="2439" y="12932"/>
                        <a:pt x="2439" y="12957"/>
                      </a:cubicBezTo>
                      <a:cubicBezTo>
                        <a:pt x="2463" y="12957"/>
                        <a:pt x="2487" y="12957"/>
                        <a:pt x="2512" y="12957"/>
                      </a:cubicBezTo>
                      <a:cubicBezTo>
                        <a:pt x="2512" y="12981"/>
                        <a:pt x="2512" y="13005"/>
                        <a:pt x="2512" y="13030"/>
                      </a:cubicBezTo>
                      <a:cubicBezTo>
                        <a:pt x="2536" y="13030"/>
                        <a:pt x="2560" y="13030"/>
                        <a:pt x="2585" y="13030"/>
                      </a:cubicBezTo>
                      <a:cubicBezTo>
                        <a:pt x="2585" y="13054"/>
                        <a:pt x="2585" y="13078"/>
                        <a:pt x="2585" y="13103"/>
                      </a:cubicBezTo>
                      <a:cubicBezTo>
                        <a:pt x="2609" y="13103"/>
                        <a:pt x="2633" y="13103"/>
                        <a:pt x="2658" y="13103"/>
                      </a:cubicBezTo>
                      <a:cubicBezTo>
                        <a:pt x="2658" y="13127"/>
                        <a:pt x="2658" y="13151"/>
                        <a:pt x="2658" y="13176"/>
                      </a:cubicBezTo>
                      <a:cubicBezTo>
                        <a:pt x="2682" y="13176"/>
                        <a:pt x="2706" y="13176"/>
                        <a:pt x="2731" y="13176"/>
                      </a:cubicBezTo>
                      <a:cubicBezTo>
                        <a:pt x="2731" y="13200"/>
                        <a:pt x="2731" y="13224"/>
                        <a:pt x="2731" y="13249"/>
                      </a:cubicBezTo>
                      <a:cubicBezTo>
                        <a:pt x="2755" y="13249"/>
                        <a:pt x="2779" y="13249"/>
                        <a:pt x="2804" y="13249"/>
                      </a:cubicBezTo>
                      <a:cubicBezTo>
                        <a:pt x="2804" y="13273"/>
                        <a:pt x="2804" y="13297"/>
                        <a:pt x="2804" y="13322"/>
                      </a:cubicBezTo>
                      <a:cubicBezTo>
                        <a:pt x="2828" y="13322"/>
                        <a:pt x="2852" y="13322"/>
                        <a:pt x="2877" y="13322"/>
                      </a:cubicBezTo>
                      <a:cubicBezTo>
                        <a:pt x="2877" y="13346"/>
                        <a:pt x="2877" y="13370"/>
                        <a:pt x="2877" y="13395"/>
                      </a:cubicBezTo>
                      <a:cubicBezTo>
                        <a:pt x="2901" y="13395"/>
                        <a:pt x="2925" y="13395"/>
                        <a:pt x="2950" y="13395"/>
                      </a:cubicBezTo>
                      <a:cubicBezTo>
                        <a:pt x="2950" y="13419"/>
                        <a:pt x="2950" y="13443"/>
                        <a:pt x="2950" y="13468"/>
                      </a:cubicBezTo>
                      <a:cubicBezTo>
                        <a:pt x="2974" y="13468"/>
                        <a:pt x="2998" y="13468"/>
                        <a:pt x="3023" y="13468"/>
                      </a:cubicBezTo>
                      <a:cubicBezTo>
                        <a:pt x="3023" y="13492"/>
                        <a:pt x="3023" y="13516"/>
                        <a:pt x="3023" y="13541"/>
                      </a:cubicBezTo>
                      <a:cubicBezTo>
                        <a:pt x="3047" y="13541"/>
                        <a:pt x="3072" y="13541"/>
                        <a:pt x="3096" y="13541"/>
                      </a:cubicBezTo>
                      <a:cubicBezTo>
                        <a:pt x="3096" y="13565"/>
                        <a:pt x="3096" y="13590"/>
                        <a:pt x="3096" y="13614"/>
                      </a:cubicBezTo>
                      <a:cubicBezTo>
                        <a:pt x="3145" y="13614"/>
                        <a:pt x="3193" y="13614"/>
                        <a:pt x="3242" y="13614"/>
                      </a:cubicBezTo>
                      <a:cubicBezTo>
                        <a:pt x="3242" y="13638"/>
                        <a:pt x="3242" y="13663"/>
                        <a:pt x="3242" y="13687"/>
                      </a:cubicBezTo>
                      <a:cubicBezTo>
                        <a:pt x="3267" y="13687"/>
                        <a:pt x="3291" y="13687"/>
                        <a:pt x="3316" y="13687"/>
                      </a:cubicBezTo>
                      <a:cubicBezTo>
                        <a:pt x="3316" y="13712"/>
                        <a:pt x="3316" y="13736"/>
                        <a:pt x="3316" y="13760"/>
                      </a:cubicBezTo>
                      <a:cubicBezTo>
                        <a:pt x="3340" y="13760"/>
                        <a:pt x="3364" y="13760"/>
                        <a:pt x="3389" y="13760"/>
                      </a:cubicBezTo>
                      <a:cubicBezTo>
                        <a:pt x="3389" y="13785"/>
                        <a:pt x="3389" y="13809"/>
                        <a:pt x="3389" y="13834"/>
                      </a:cubicBezTo>
                      <a:cubicBezTo>
                        <a:pt x="3485" y="13834"/>
                        <a:pt x="3581" y="13834"/>
                        <a:pt x="3681" y="13834"/>
                      </a:cubicBezTo>
                      <a:cubicBezTo>
                        <a:pt x="3681" y="13809"/>
                        <a:pt x="3681" y="13785"/>
                        <a:pt x="3681" y="13760"/>
                      </a:cubicBezTo>
                      <a:cubicBezTo>
                        <a:pt x="3705" y="13760"/>
                        <a:pt x="3729" y="13760"/>
                        <a:pt x="3754" y="13760"/>
                      </a:cubicBezTo>
                      <a:cubicBezTo>
                        <a:pt x="3754" y="13736"/>
                        <a:pt x="3754" y="13712"/>
                        <a:pt x="3754" y="13687"/>
                      </a:cubicBezTo>
                      <a:cubicBezTo>
                        <a:pt x="3778" y="13687"/>
                        <a:pt x="3802" y="13687"/>
                        <a:pt x="3827" y="13687"/>
                      </a:cubicBezTo>
                      <a:cubicBezTo>
                        <a:pt x="3827" y="13663"/>
                        <a:pt x="3827" y="13639"/>
                        <a:pt x="3827" y="13614"/>
                      </a:cubicBezTo>
                      <a:cubicBezTo>
                        <a:pt x="3875" y="13614"/>
                        <a:pt x="3923" y="13614"/>
                        <a:pt x="3973" y="13614"/>
                      </a:cubicBezTo>
                      <a:cubicBezTo>
                        <a:pt x="3973" y="13590"/>
                        <a:pt x="3973" y="13566"/>
                        <a:pt x="3973" y="13541"/>
                      </a:cubicBezTo>
                      <a:cubicBezTo>
                        <a:pt x="3997" y="13541"/>
                        <a:pt x="4021" y="13541"/>
                        <a:pt x="4046" y="13541"/>
                      </a:cubicBezTo>
                      <a:cubicBezTo>
                        <a:pt x="4046" y="13517"/>
                        <a:pt x="4046" y="13493"/>
                        <a:pt x="4046" y="13468"/>
                      </a:cubicBezTo>
                      <a:cubicBezTo>
                        <a:pt x="4070" y="13468"/>
                        <a:pt x="4094" y="13468"/>
                        <a:pt x="4119" y="13468"/>
                      </a:cubicBezTo>
                      <a:cubicBezTo>
                        <a:pt x="4119" y="13444"/>
                        <a:pt x="4119" y="13420"/>
                        <a:pt x="4119" y="13395"/>
                      </a:cubicBezTo>
                      <a:cubicBezTo>
                        <a:pt x="4167" y="13395"/>
                        <a:pt x="4216" y="13395"/>
                        <a:pt x="4265" y="13395"/>
                      </a:cubicBezTo>
                      <a:cubicBezTo>
                        <a:pt x="4265" y="13371"/>
                        <a:pt x="4265" y="13347"/>
                        <a:pt x="4265" y="13322"/>
                      </a:cubicBezTo>
                      <a:cubicBezTo>
                        <a:pt x="4289" y="13322"/>
                        <a:pt x="4313" y="13322"/>
                        <a:pt x="4338" y="13322"/>
                      </a:cubicBezTo>
                      <a:cubicBezTo>
                        <a:pt x="4338" y="13298"/>
                        <a:pt x="4338" y="13274"/>
                        <a:pt x="4338" y="13249"/>
                      </a:cubicBezTo>
                      <a:cubicBezTo>
                        <a:pt x="4386" y="13249"/>
                        <a:pt x="4435" y="13249"/>
                        <a:pt x="4484" y="13249"/>
                      </a:cubicBezTo>
                      <a:cubicBezTo>
                        <a:pt x="4484" y="13225"/>
                        <a:pt x="4484" y="13201"/>
                        <a:pt x="4484" y="13176"/>
                      </a:cubicBezTo>
                      <a:cubicBezTo>
                        <a:pt x="4508" y="13176"/>
                        <a:pt x="4533" y="13176"/>
                        <a:pt x="4557" y="13176"/>
                      </a:cubicBezTo>
                      <a:cubicBezTo>
                        <a:pt x="4557" y="13152"/>
                        <a:pt x="4557" y="13128"/>
                        <a:pt x="4557" y="13103"/>
                      </a:cubicBezTo>
                      <a:cubicBezTo>
                        <a:pt x="4606" y="13103"/>
                        <a:pt x="4654" y="13103"/>
                        <a:pt x="4704" y="13103"/>
                      </a:cubicBezTo>
                      <a:cubicBezTo>
                        <a:pt x="4704" y="13079"/>
                        <a:pt x="4704" y="13055"/>
                        <a:pt x="4704" y="13030"/>
                      </a:cubicBezTo>
                      <a:cubicBezTo>
                        <a:pt x="4800" y="13030"/>
                        <a:pt x="4896" y="13030"/>
                        <a:pt x="4996" y="13030"/>
                      </a:cubicBezTo>
                      <a:cubicBezTo>
                        <a:pt x="4996" y="13054"/>
                        <a:pt x="4996" y="13078"/>
                        <a:pt x="4996" y="13103"/>
                      </a:cubicBezTo>
                      <a:cubicBezTo>
                        <a:pt x="5044" y="13103"/>
                        <a:pt x="5092" y="13103"/>
                        <a:pt x="5142" y="13103"/>
                      </a:cubicBezTo>
                      <a:cubicBezTo>
                        <a:pt x="5142" y="13127"/>
                        <a:pt x="5142" y="13151"/>
                        <a:pt x="5142" y="13176"/>
                      </a:cubicBezTo>
                      <a:cubicBezTo>
                        <a:pt x="5166" y="13176"/>
                        <a:pt x="5190" y="13176"/>
                        <a:pt x="5215" y="13176"/>
                      </a:cubicBezTo>
                      <a:cubicBezTo>
                        <a:pt x="5215" y="13200"/>
                        <a:pt x="5215" y="13224"/>
                        <a:pt x="5215" y="13249"/>
                      </a:cubicBezTo>
                      <a:cubicBezTo>
                        <a:pt x="5287" y="13249"/>
                        <a:pt x="5360" y="13249"/>
                        <a:pt x="5434" y="13249"/>
                      </a:cubicBezTo>
                      <a:cubicBezTo>
                        <a:pt x="5434" y="13273"/>
                        <a:pt x="5434" y="13297"/>
                        <a:pt x="5434" y="13322"/>
                      </a:cubicBezTo>
                      <a:cubicBezTo>
                        <a:pt x="5482" y="13322"/>
                        <a:pt x="5530" y="13322"/>
                        <a:pt x="5580" y="13322"/>
                      </a:cubicBezTo>
                      <a:cubicBezTo>
                        <a:pt x="5580" y="13346"/>
                        <a:pt x="5580" y="13370"/>
                        <a:pt x="5580" y="13395"/>
                      </a:cubicBezTo>
                      <a:cubicBezTo>
                        <a:pt x="5628" y="13395"/>
                        <a:pt x="5677" y="13395"/>
                        <a:pt x="5726" y="13395"/>
                      </a:cubicBezTo>
                      <a:cubicBezTo>
                        <a:pt x="5726" y="13419"/>
                        <a:pt x="5726" y="13443"/>
                        <a:pt x="5726" y="13468"/>
                      </a:cubicBezTo>
                      <a:cubicBezTo>
                        <a:pt x="5799" y="13468"/>
                        <a:pt x="5871" y="13468"/>
                        <a:pt x="5945" y="13468"/>
                      </a:cubicBezTo>
                      <a:cubicBezTo>
                        <a:pt x="5945" y="13492"/>
                        <a:pt x="5945" y="13516"/>
                        <a:pt x="5945" y="13541"/>
                      </a:cubicBezTo>
                      <a:cubicBezTo>
                        <a:pt x="6018" y="13541"/>
                        <a:pt x="6090" y="13541"/>
                        <a:pt x="6165" y="13541"/>
                      </a:cubicBezTo>
                      <a:cubicBezTo>
                        <a:pt x="6165" y="13565"/>
                        <a:pt x="6165" y="13590"/>
                        <a:pt x="6165" y="13614"/>
                      </a:cubicBezTo>
                      <a:cubicBezTo>
                        <a:pt x="6237" y="13614"/>
                        <a:pt x="6309" y="13614"/>
                        <a:pt x="6384" y="13614"/>
                      </a:cubicBezTo>
                      <a:cubicBezTo>
                        <a:pt x="6384" y="13638"/>
                        <a:pt x="6384" y="13663"/>
                        <a:pt x="6384" y="13687"/>
                      </a:cubicBezTo>
                      <a:cubicBezTo>
                        <a:pt x="6456" y="13687"/>
                        <a:pt x="6528" y="13687"/>
                        <a:pt x="6603" y="13687"/>
                      </a:cubicBezTo>
                      <a:cubicBezTo>
                        <a:pt x="6603" y="13712"/>
                        <a:pt x="6603" y="13736"/>
                        <a:pt x="6603" y="13760"/>
                      </a:cubicBezTo>
                      <a:cubicBezTo>
                        <a:pt x="6627" y="13760"/>
                        <a:pt x="6651" y="13760"/>
                        <a:pt x="6676" y="13760"/>
                      </a:cubicBezTo>
                      <a:cubicBezTo>
                        <a:pt x="6676" y="13785"/>
                        <a:pt x="6676" y="13809"/>
                        <a:pt x="6676" y="13834"/>
                      </a:cubicBezTo>
                      <a:cubicBezTo>
                        <a:pt x="6700" y="13834"/>
                        <a:pt x="6724" y="13834"/>
                        <a:pt x="6749" y="13834"/>
                      </a:cubicBezTo>
                      <a:cubicBezTo>
                        <a:pt x="6749" y="13954"/>
                        <a:pt x="6749" y="14075"/>
                        <a:pt x="6749" y="14199"/>
                      </a:cubicBezTo>
                      <a:cubicBezTo>
                        <a:pt x="6773" y="14199"/>
                        <a:pt x="6797" y="14199"/>
                        <a:pt x="6822" y="14199"/>
                      </a:cubicBezTo>
                      <a:cubicBezTo>
                        <a:pt x="6822" y="14368"/>
                        <a:pt x="6822" y="14536"/>
                        <a:pt x="6822" y="14710"/>
                      </a:cubicBezTo>
                      <a:cubicBezTo>
                        <a:pt x="6846" y="14710"/>
                        <a:pt x="6870" y="14710"/>
                        <a:pt x="6895" y="14710"/>
                      </a:cubicBezTo>
                      <a:cubicBezTo>
                        <a:pt x="6895" y="14855"/>
                        <a:pt x="6895" y="14999"/>
                        <a:pt x="6895" y="15148"/>
                      </a:cubicBezTo>
                      <a:cubicBezTo>
                        <a:pt x="6919" y="15148"/>
                        <a:pt x="6943" y="15148"/>
                        <a:pt x="6968" y="15148"/>
                      </a:cubicBezTo>
                      <a:cubicBezTo>
                        <a:pt x="6968" y="15173"/>
                        <a:pt x="6968" y="15197"/>
                        <a:pt x="6968" y="15222"/>
                      </a:cubicBezTo>
                      <a:cubicBezTo>
                        <a:pt x="6992" y="15222"/>
                        <a:pt x="7016" y="15222"/>
                        <a:pt x="7041" y="15222"/>
                      </a:cubicBezTo>
                      <a:cubicBezTo>
                        <a:pt x="7041" y="15246"/>
                        <a:pt x="7041" y="15270"/>
                        <a:pt x="7041" y="15295"/>
                      </a:cubicBezTo>
                      <a:cubicBezTo>
                        <a:pt x="7692" y="15295"/>
                        <a:pt x="8343" y="15295"/>
                        <a:pt x="9014" y="15295"/>
                      </a:cubicBezTo>
                      <a:cubicBezTo>
                        <a:pt x="9014" y="15270"/>
                        <a:pt x="9014" y="15246"/>
                        <a:pt x="9014" y="15222"/>
                      </a:cubicBezTo>
                      <a:cubicBezTo>
                        <a:pt x="9038" y="15222"/>
                        <a:pt x="9062" y="15222"/>
                        <a:pt x="9087" y="15222"/>
                      </a:cubicBezTo>
                      <a:cubicBezTo>
                        <a:pt x="9087" y="15197"/>
                        <a:pt x="9087" y="15173"/>
                        <a:pt x="9087" y="15148"/>
                      </a:cubicBezTo>
                      <a:cubicBezTo>
                        <a:pt x="9111" y="15148"/>
                        <a:pt x="9135" y="15148"/>
                        <a:pt x="9160" y="15148"/>
                      </a:cubicBezTo>
                      <a:cubicBezTo>
                        <a:pt x="9160" y="15028"/>
                        <a:pt x="9160" y="14907"/>
                        <a:pt x="9160" y="14783"/>
                      </a:cubicBezTo>
                      <a:cubicBezTo>
                        <a:pt x="9184" y="14783"/>
                        <a:pt x="9208" y="14783"/>
                        <a:pt x="9233" y="14783"/>
                      </a:cubicBezTo>
                      <a:cubicBezTo>
                        <a:pt x="9233" y="14663"/>
                        <a:pt x="9233" y="14542"/>
                        <a:pt x="9233" y="14418"/>
                      </a:cubicBezTo>
                      <a:cubicBezTo>
                        <a:pt x="9257" y="14418"/>
                        <a:pt x="9281" y="14418"/>
                        <a:pt x="9306" y="14418"/>
                      </a:cubicBezTo>
                      <a:cubicBezTo>
                        <a:pt x="9306" y="14249"/>
                        <a:pt x="9306" y="14080"/>
                        <a:pt x="9306" y="13907"/>
                      </a:cubicBezTo>
                      <a:cubicBezTo>
                        <a:pt x="9330" y="13907"/>
                        <a:pt x="9354" y="13907"/>
                        <a:pt x="9379" y="13907"/>
                      </a:cubicBezTo>
                      <a:cubicBezTo>
                        <a:pt x="9379" y="13882"/>
                        <a:pt x="9379" y="13858"/>
                        <a:pt x="9379" y="13834"/>
                      </a:cubicBezTo>
                      <a:cubicBezTo>
                        <a:pt x="9403" y="13834"/>
                        <a:pt x="9427" y="13834"/>
                        <a:pt x="9452" y="13834"/>
                      </a:cubicBezTo>
                      <a:cubicBezTo>
                        <a:pt x="9452" y="13809"/>
                        <a:pt x="9452" y="13785"/>
                        <a:pt x="9452" y="13760"/>
                      </a:cubicBezTo>
                      <a:cubicBezTo>
                        <a:pt x="9476" y="13760"/>
                        <a:pt x="9500" y="13760"/>
                        <a:pt x="9525" y="13760"/>
                      </a:cubicBezTo>
                      <a:cubicBezTo>
                        <a:pt x="9525" y="13736"/>
                        <a:pt x="9525" y="13712"/>
                        <a:pt x="9525" y="13687"/>
                      </a:cubicBezTo>
                      <a:cubicBezTo>
                        <a:pt x="9597" y="13687"/>
                        <a:pt x="9670" y="13687"/>
                        <a:pt x="9744" y="13687"/>
                      </a:cubicBezTo>
                      <a:cubicBezTo>
                        <a:pt x="9744" y="13663"/>
                        <a:pt x="9744" y="13639"/>
                        <a:pt x="9744" y="13614"/>
                      </a:cubicBezTo>
                      <a:cubicBezTo>
                        <a:pt x="9816" y="13614"/>
                        <a:pt x="9889" y="13614"/>
                        <a:pt x="9963" y="13614"/>
                      </a:cubicBezTo>
                      <a:cubicBezTo>
                        <a:pt x="9963" y="13590"/>
                        <a:pt x="9963" y="13566"/>
                        <a:pt x="9963" y="13541"/>
                      </a:cubicBezTo>
                      <a:cubicBezTo>
                        <a:pt x="10036" y="13541"/>
                        <a:pt x="10108" y="13541"/>
                        <a:pt x="10182" y="13541"/>
                      </a:cubicBezTo>
                      <a:cubicBezTo>
                        <a:pt x="10182" y="13517"/>
                        <a:pt x="10182" y="13493"/>
                        <a:pt x="10182" y="13468"/>
                      </a:cubicBezTo>
                      <a:cubicBezTo>
                        <a:pt x="10231" y="13468"/>
                        <a:pt x="10279" y="13468"/>
                        <a:pt x="10329" y="13468"/>
                      </a:cubicBezTo>
                      <a:cubicBezTo>
                        <a:pt x="10329" y="13444"/>
                        <a:pt x="10329" y="13420"/>
                        <a:pt x="10329" y="13395"/>
                      </a:cubicBezTo>
                      <a:cubicBezTo>
                        <a:pt x="10401" y="13395"/>
                        <a:pt x="10473" y="13395"/>
                        <a:pt x="10548" y="13395"/>
                      </a:cubicBezTo>
                      <a:cubicBezTo>
                        <a:pt x="10548" y="13371"/>
                        <a:pt x="10548" y="13347"/>
                        <a:pt x="10548" y="13322"/>
                      </a:cubicBezTo>
                      <a:cubicBezTo>
                        <a:pt x="10596" y="13322"/>
                        <a:pt x="10644" y="13322"/>
                        <a:pt x="10694" y="13322"/>
                      </a:cubicBezTo>
                      <a:cubicBezTo>
                        <a:pt x="10694" y="13298"/>
                        <a:pt x="10694" y="13274"/>
                        <a:pt x="10694" y="13249"/>
                      </a:cubicBezTo>
                      <a:cubicBezTo>
                        <a:pt x="10742" y="13249"/>
                        <a:pt x="10790" y="13249"/>
                        <a:pt x="10840" y="13249"/>
                      </a:cubicBezTo>
                      <a:cubicBezTo>
                        <a:pt x="10840" y="13225"/>
                        <a:pt x="10840" y="13201"/>
                        <a:pt x="10840" y="13176"/>
                      </a:cubicBezTo>
                      <a:cubicBezTo>
                        <a:pt x="10888" y="13176"/>
                        <a:pt x="10936" y="13176"/>
                        <a:pt x="10986" y="13176"/>
                      </a:cubicBezTo>
                      <a:cubicBezTo>
                        <a:pt x="10986" y="13152"/>
                        <a:pt x="10986" y="13128"/>
                        <a:pt x="10986" y="13103"/>
                      </a:cubicBezTo>
                      <a:cubicBezTo>
                        <a:pt x="11034" y="13103"/>
                        <a:pt x="11082" y="13103"/>
                        <a:pt x="11132" y="13103"/>
                      </a:cubicBezTo>
                      <a:cubicBezTo>
                        <a:pt x="11132" y="13079"/>
                        <a:pt x="11132" y="13055"/>
                        <a:pt x="11132" y="13030"/>
                      </a:cubicBezTo>
                      <a:cubicBezTo>
                        <a:pt x="11229" y="13030"/>
                        <a:pt x="11325" y="13030"/>
                        <a:pt x="11424" y="13030"/>
                      </a:cubicBezTo>
                      <a:cubicBezTo>
                        <a:pt x="11424" y="13054"/>
                        <a:pt x="11424" y="13078"/>
                        <a:pt x="11424" y="13103"/>
                      </a:cubicBezTo>
                      <a:cubicBezTo>
                        <a:pt x="11473" y="13103"/>
                        <a:pt x="11521" y="13103"/>
                        <a:pt x="11570" y="13103"/>
                      </a:cubicBezTo>
                      <a:cubicBezTo>
                        <a:pt x="11570" y="13127"/>
                        <a:pt x="11570" y="13151"/>
                        <a:pt x="11570" y="13176"/>
                      </a:cubicBezTo>
                      <a:cubicBezTo>
                        <a:pt x="11595" y="13176"/>
                        <a:pt x="11619" y="13176"/>
                        <a:pt x="11643" y="13176"/>
                      </a:cubicBezTo>
                      <a:cubicBezTo>
                        <a:pt x="11643" y="13200"/>
                        <a:pt x="11643" y="13224"/>
                        <a:pt x="11643" y="13249"/>
                      </a:cubicBezTo>
                      <a:cubicBezTo>
                        <a:pt x="11692" y="13249"/>
                        <a:pt x="11740" y="13249"/>
                        <a:pt x="11790" y="13249"/>
                      </a:cubicBezTo>
                      <a:cubicBezTo>
                        <a:pt x="11790" y="13273"/>
                        <a:pt x="11790" y="13297"/>
                        <a:pt x="11790" y="13322"/>
                      </a:cubicBezTo>
                      <a:cubicBezTo>
                        <a:pt x="11814" y="13322"/>
                        <a:pt x="11838" y="13322"/>
                        <a:pt x="11863" y="13322"/>
                      </a:cubicBezTo>
                      <a:cubicBezTo>
                        <a:pt x="11863" y="13346"/>
                        <a:pt x="11863" y="13370"/>
                        <a:pt x="11863" y="13395"/>
                      </a:cubicBezTo>
                      <a:cubicBezTo>
                        <a:pt x="11911" y="13395"/>
                        <a:pt x="11959" y="13395"/>
                        <a:pt x="12009" y="13395"/>
                      </a:cubicBezTo>
                      <a:cubicBezTo>
                        <a:pt x="12009" y="13419"/>
                        <a:pt x="12009" y="13443"/>
                        <a:pt x="12009" y="13468"/>
                      </a:cubicBezTo>
                      <a:cubicBezTo>
                        <a:pt x="12033" y="13468"/>
                        <a:pt x="12057" y="13468"/>
                        <a:pt x="12082" y="13468"/>
                      </a:cubicBezTo>
                      <a:cubicBezTo>
                        <a:pt x="12082" y="13492"/>
                        <a:pt x="12082" y="13516"/>
                        <a:pt x="12082" y="13541"/>
                      </a:cubicBezTo>
                      <a:cubicBezTo>
                        <a:pt x="12130" y="13541"/>
                        <a:pt x="12178" y="13541"/>
                        <a:pt x="12228" y="13541"/>
                      </a:cubicBezTo>
                      <a:cubicBezTo>
                        <a:pt x="12228" y="13565"/>
                        <a:pt x="12228" y="13590"/>
                        <a:pt x="12228" y="13614"/>
                      </a:cubicBezTo>
                      <a:cubicBezTo>
                        <a:pt x="12252" y="13614"/>
                        <a:pt x="12276" y="13614"/>
                        <a:pt x="12301" y="13614"/>
                      </a:cubicBezTo>
                      <a:cubicBezTo>
                        <a:pt x="12301" y="13638"/>
                        <a:pt x="12301" y="13663"/>
                        <a:pt x="12301" y="13687"/>
                      </a:cubicBezTo>
                      <a:cubicBezTo>
                        <a:pt x="12349" y="13687"/>
                        <a:pt x="12397" y="13687"/>
                        <a:pt x="12447" y="13687"/>
                      </a:cubicBezTo>
                      <a:cubicBezTo>
                        <a:pt x="12447" y="13712"/>
                        <a:pt x="12447" y="13736"/>
                        <a:pt x="12447" y="13760"/>
                      </a:cubicBezTo>
                      <a:cubicBezTo>
                        <a:pt x="12568" y="13760"/>
                        <a:pt x="12688" y="13760"/>
                        <a:pt x="12812" y="13760"/>
                      </a:cubicBezTo>
                      <a:cubicBezTo>
                        <a:pt x="12812" y="13736"/>
                        <a:pt x="12812" y="13712"/>
                        <a:pt x="12812" y="13687"/>
                      </a:cubicBezTo>
                      <a:cubicBezTo>
                        <a:pt x="12836" y="13687"/>
                        <a:pt x="12861" y="13687"/>
                        <a:pt x="12885" y="13687"/>
                      </a:cubicBezTo>
                      <a:cubicBezTo>
                        <a:pt x="12885" y="13663"/>
                        <a:pt x="12885" y="13639"/>
                        <a:pt x="12885" y="13614"/>
                      </a:cubicBezTo>
                      <a:cubicBezTo>
                        <a:pt x="12909" y="13614"/>
                        <a:pt x="12934" y="13614"/>
                        <a:pt x="12958" y="13614"/>
                      </a:cubicBezTo>
                      <a:cubicBezTo>
                        <a:pt x="12958" y="13590"/>
                        <a:pt x="12958" y="13566"/>
                        <a:pt x="12958" y="13541"/>
                      </a:cubicBezTo>
                      <a:cubicBezTo>
                        <a:pt x="12982" y="13541"/>
                        <a:pt x="13007" y="13541"/>
                        <a:pt x="13031" y="13541"/>
                      </a:cubicBezTo>
                      <a:cubicBezTo>
                        <a:pt x="13031" y="13517"/>
                        <a:pt x="13031" y="13493"/>
                        <a:pt x="13031" y="13468"/>
                      </a:cubicBezTo>
                      <a:cubicBezTo>
                        <a:pt x="13056" y="13468"/>
                        <a:pt x="13080" y="13468"/>
                        <a:pt x="13104" y="13468"/>
                      </a:cubicBezTo>
                      <a:cubicBezTo>
                        <a:pt x="13104" y="13444"/>
                        <a:pt x="13104" y="13420"/>
                        <a:pt x="13104" y="13395"/>
                      </a:cubicBezTo>
                      <a:cubicBezTo>
                        <a:pt x="13129" y="13395"/>
                        <a:pt x="13153" y="13395"/>
                        <a:pt x="13178" y="13395"/>
                      </a:cubicBezTo>
                      <a:cubicBezTo>
                        <a:pt x="13178" y="13371"/>
                        <a:pt x="13178" y="13347"/>
                        <a:pt x="13178" y="13322"/>
                      </a:cubicBezTo>
                      <a:cubicBezTo>
                        <a:pt x="13202" y="13322"/>
                        <a:pt x="13226" y="13322"/>
                        <a:pt x="13251" y="13322"/>
                      </a:cubicBezTo>
                      <a:cubicBezTo>
                        <a:pt x="13251" y="13298"/>
                        <a:pt x="13251" y="13274"/>
                        <a:pt x="13251" y="13249"/>
                      </a:cubicBezTo>
                      <a:cubicBezTo>
                        <a:pt x="13275" y="13249"/>
                        <a:pt x="13299" y="13249"/>
                        <a:pt x="13324" y="13249"/>
                      </a:cubicBezTo>
                      <a:cubicBezTo>
                        <a:pt x="13324" y="13225"/>
                        <a:pt x="13324" y="13201"/>
                        <a:pt x="13324" y="13176"/>
                      </a:cubicBezTo>
                      <a:cubicBezTo>
                        <a:pt x="13348" y="13176"/>
                        <a:pt x="13372" y="13176"/>
                        <a:pt x="13397" y="13176"/>
                      </a:cubicBezTo>
                      <a:cubicBezTo>
                        <a:pt x="13397" y="13152"/>
                        <a:pt x="13397" y="13128"/>
                        <a:pt x="13397" y="13103"/>
                      </a:cubicBezTo>
                      <a:cubicBezTo>
                        <a:pt x="13421" y="13103"/>
                        <a:pt x="13445" y="13103"/>
                        <a:pt x="13470" y="13103"/>
                      </a:cubicBezTo>
                      <a:cubicBezTo>
                        <a:pt x="13470" y="13079"/>
                        <a:pt x="13470" y="13055"/>
                        <a:pt x="13470" y="13030"/>
                      </a:cubicBezTo>
                      <a:cubicBezTo>
                        <a:pt x="13494" y="13030"/>
                        <a:pt x="13518" y="13030"/>
                        <a:pt x="13543" y="13030"/>
                      </a:cubicBezTo>
                      <a:cubicBezTo>
                        <a:pt x="13543" y="13006"/>
                        <a:pt x="13543" y="12982"/>
                        <a:pt x="13543" y="12957"/>
                      </a:cubicBezTo>
                      <a:cubicBezTo>
                        <a:pt x="13567" y="12957"/>
                        <a:pt x="13591" y="12957"/>
                        <a:pt x="13616" y="12957"/>
                      </a:cubicBezTo>
                      <a:cubicBezTo>
                        <a:pt x="13616" y="12933"/>
                        <a:pt x="13616" y="12909"/>
                        <a:pt x="13616" y="12884"/>
                      </a:cubicBezTo>
                      <a:cubicBezTo>
                        <a:pt x="13640" y="12884"/>
                        <a:pt x="13664" y="12884"/>
                        <a:pt x="13689" y="12884"/>
                      </a:cubicBezTo>
                      <a:cubicBezTo>
                        <a:pt x="13689" y="12860"/>
                        <a:pt x="13689" y="12836"/>
                        <a:pt x="13689" y="12811"/>
                      </a:cubicBezTo>
                      <a:cubicBezTo>
                        <a:pt x="13713" y="12811"/>
                        <a:pt x="13737" y="12811"/>
                        <a:pt x="13762" y="12811"/>
                      </a:cubicBezTo>
                      <a:cubicBezTo>
                        <a:pt x="13762" y="12787"/>
                        <a:pt x="13762" y="12763"/>
                        <a:pt x="13762" y="12738"/>
                      </a:cubicBezTo>
                      <a:cubicBezTo>
                        <a:pt x="13786" y="12738"/>
                        <a:pt x="13810" y="12738"/>
                        <a:pt x="13835" y="12738"/>
                      </a:cubicBezTo>
                      <a:cubicBezTo>
                        <a:pt x="13835" y="12690"/>
                        <a:pt x="13835" y="12641"/>
                        <a:pt x="13835" y="12592"/>
                      </a:cubicBezTo>
                      <a:cubicBezTo>
                        <a:pt x="13859" y="12592"/>
                        <a:pt x="13883" y="12592"/>
                        <a:pt x="13908" y="12592"/>
                      </a:cubicBezTo>
                      <a:cubicBezTo>
                        <a:pt x="13908" y="12568"/>
                        <a:pt x="13908" y="12543"/>
                        <a:pt x="13908" y="12519"/>
                      </a:cubicBezTo>
                      <a:cubicBezTo>
                        <a:pt x="13932" y="12519"/>
                        <a:pt x="13956" y="12519"/>
                        <a:pt x="13981" y="12519"/>
                      </a:cubicBezTo>
                      <a:cubicBezTo>
                        <a:pt x="13981" y="12494"/>
                        <a:pt x="13981" y="12470"/>
                        <a:pt x="13981" y="12446"/>
                      </a:cubicBezTo>
                      <a:cubicBezTo>
                        <a:pt x="14005" y="12446"/>
                        <a:pt x="14029" y="12446"/>
                        <a:pt x="14054" y="12446"/>
                      </a:cubicBezTo>
                      <a:cubicBezTo>
                        <a:pt x="14054" y="12397"/>
                        <a:pt x="14054" y="12349"/>
                        <a:pt x="14054" y="12299"/>
                      </a:cubicBezTo>
                      <a:cubicBezTo>
                        <a:pt x="14030" y="12299"/>
                        <a:pt x="14006" y="12299"/>
                        <a:pt x="13981" y="12299"/>
                      </a:cubicBezTo>
                      <a:cubicBezTo>
                        <a:pt x="13981" y="12251"/>
                        <a:pt x="13981" y="12203"/>
                        <a:pt x="13981" y="12153"/>
                      </a:cubicBezTo>
                      <a:cubicBezTo>
                        <a:pt x="13957" y="12153"/>
                        <a:pt x="13933" y="12153"/>
                        <a:pt x="13908" y="12153"/>
                      </a:cubicBezTo>
                      <a:cubicBezTo>
                        <a:pt x="13908" y="12129"/>
                        <a:pt x="13908" y="12105"/>
                        <a:pt x="13908" y="12080"/>
                      </a:cubicBezTo>
                      <a:cubicBezTo>
                        <a:pt x="13884" y="12080"/>
                        <a:pt x="13860" y="12080"/>
                        <a:pt x="13835" y="12080"/>
                      </a:cubicBezTo>
                      <a:cubicBezTo>
                        <a:pt x="13835" y="12032"/>
                        <a:pt x="13835" y="11984"/>
                        <a:pt x="13835" y="11934"/>
                      </a:cubicBezTo>
                      <a:cubicBezTo>
                        <a:pt x="13811" y="11934"/>
                        <a:pt x="13787" y="11934"/>
                        <a:pt x="13762" y="11934"/>
                      </a:cubicBezTo>
                      <a:cubicBezTo>
                        <a:pt x="13762" y="11910"/>
                        <a:pt x="13762" y="11886"/>
                        <a:pt x="13762" y="11861"/>
                      </a:cubicBezTo>
                      <a:cubicBezTo>
                        <a:pt x="13738" y="11861"/>
                        <a:pt x="13714" y="11861"/>
                        <a:pt x="13689" y="11861"/>
                      </a:cubicBezTo>
                      <a:cubicBezTo>
                        <a:pt x="13689" y="11837"/>
                        <a:pt x="13689" y="11813"/>
                        <a:pt x="13689" y="11788"/>
                      </a:cubicBezTo>
                      <a:cubicBezTo>
                        <a:pt x="13665" y="11788"/>
                        <a:pt x="13641" y="11788"/>
                        <a:pt x="13616" y="11788"/>
                      </a:cubicBezTo>
                      <a:cubicBezTo>
                        <a:pt x="13616" y="11740"/>
                        <a:pt x="13616" y="11692"/>
                        <a:pt x="13616" y="11642"/>
                      </a:cubicBezTo>
                      <a:cubicBezTo>
                        <a:pt x="13592" y="11642"/>
                        <a:pt x="13568" y="11642"/>
                        <a:pt x="13543" y="11642"/>
                      </a:cubicBezTo>
                      <a:cubicBezTo>
                        <a:pt x="13543" y="11618"/>
                        <a:pt x="13543" y="11594"/>
                        <a:pt x="13543" y="11569"/>
                      </a:cubicBezTo>
                      <a:cubicBezTo>
                        <a:pt x="13519" y="11569"/>
                        <a:pt x="13495" y="11569"/>
                        <a:pt x="13470" y="11569"/>
                      </a:cubicBezTo>
                      <a:cubicBezTo>
                        <a:pt x="13470" y="11521"/>
                        <a:pt x="13470" y="11472"/>
                        <a:pt x="13470" y="11423"/>
                      </a:cubicBezTo>
                      <a:cubicBezTo>
                        <a:pt x="13446" y="11423"/>
                        <a:pt x="13422" y="11423"/>
                        <a:pt x="13397" y="11423"/>
                      </a:cubicBezTo>
                      <a:cubicBezTo>
                        <a:pt x="13397" y="11399"/>
                        <a:pt x="13397" y="11375"/>
                        <a:pt x="13397" y="11350"/>
                      </a:cubicBezTo>
                      <a:cubicBezTo>
                        <a:pt x="13373" y="11350"/>
                        <a:pt x="13348" y="11350"/>
                        <a:pt x="13324" y="11350"/>
                      </a:cubicBezTo>
                      <a:cubicBezTo>
                        <a:pt x="13324" y="11302"/>
                        <a:pt x="13324" y="11253"/>
                        <a:pt x="13324" y="11204"/>
                      </a:cubicBezTo>
                      <a:cubicBezTo>
                        <a:pt x="13300" y="11204"/>
                        <a:pt x="13275" y="11204"/>
                        <a:pt x="13251" y="11204"/>
                      </a:cubicBezTo>
                      <a:cubicBezTo>
                        <a:pt x="13251" y="11155"/>
                        <a:pt x="13251" y="11107"/>
                        <a:pt x="13251" y="11058"/>
                      </a:cubicBezTo>
                      <a:cubicBezTo>
                        <a:pt x="13275" y="11058"/>
                        <a:pt x="13299" y="11058"/>
                        <a:pt x="13324" y="11058"/>
                      </a:cubicBezTo>
                      <a:cubicBezTo>
                        <a:pt x="13324" y="10985"/>
                        <a:pt x="13324" y="10913"/>
                        <a:pt x="13324" y="10838"/>
                      </a:cubicBezTo>
                      <a:cubicBezTo>
                        <a:pt x="13348" y="10838"/>
                        <a:pt x="13372" y="10838"/>
                        <a:pt x="13397" y="10838"/>
                      </a:cubicBezTo>
                      <a:cubicBezTo>
                        <a:pt x="13397" y="10814"/>
                        <a:pt x="13397" y="10790"/>
                        <a:pt x="13397" y="10765"/>
                      </a:cubicBezTo>
                      <a:cubicBezTo>
                        <a:pt x="13421" y="10765"/>
                        <a:pt x="13445" y="10765"/>
                        <a:pt x="13470" y="10765"/>
                      </a:cubicBezTo>
                      <a:cubicBezTo>
                        <a:pt x="13470" y="10717"/>
                        <a:pt x="13470" y="10669"/>
                        <a:pt x="13470" y="10619"/>
                      </a:cubicBezTo>
                      <a:cubicBezTo>
                        <a:pt x="13494" y="10619"/>
                        <a:pt x="13518" y="10619"/>
                        <a:pt x="13543" y="10619"/>
                      </a:cubicBezTo>
                      <a:cubicBezTo>
                        <a:pt x="13543" y="10547"/>
                        <a:pt x="13543" y="10475"/>
                        <a:pt x="13543" y="10400"/>
                      </a:cubicBezTo>
                      <a:cubicBezTo>
                        <a:pt x="13567" y="10400"/>
                        <a:pt x="13591" y="10400"/>
                        <a:pt x="13616" y="10400"/>
                      </a:cubicBezTo>
                      <a:cubicBezTo>
                        <a:pt x="13616" y="10352"/>
                        <a:pt x="13616" y="10304"/>
                        <a:pt x="13616" y="10254"/>
                      </a:cubicBezTo>
                      <a:cubicBezTo>
                        <a:pt x="13640" y="10254"/>
                        <a:pt x="13664" y="10254"/>
                        <a:pt x="13689" y="10254"/>
                      </a:cubicBezTo>
                      <a:cubicBezTo>
                        <a:pt x="13689" y="10206"/>
                        <a:pt x="13689" y="10158"/>
                        <a:pt x="13689" y="10108"/>
                      </a:cubicBezTo>
                      <a:cubicBezTo>
                        <a:pt x="13713" y="10108"/>
                        <a:pt x="13737" y="10108"/>
                        <a:pt x="13762" y="10108"/>
                      </a:cubicBezTo>
                      <a:cubicBezTo>
                        <a:pt x="13762" y="10036"/>
                        <a:pt x="13762" y="9963"/>
                        <a:pt x="13762" y="9889"/>
                      </a:cubicBezTo>
                      <a:cubicBezTo>
                        <a:pt x="13786" y="9889"/>
                        <a:pt x="13810" y="9889"/>
                        <a:pt x="13835" y="9889"/>
                      </a:cubicBezTo>
                      <a:cubicBezTo>
                        <a:pt x="13835" y="9816"/>
                        <a:pt x="13835" y="9744"/>
                        <a:pt x="13835" y="9670"/>
                      </a:cubicBezTo>
                      <a:cubicBezTo>
                        <a:pt x="13859" y="9670"/>
                        <a:pt x="13883" y="9670"/>
                        <a:pt x="13908" y="9670"/>
                      </a:cubicBezTo>
                      <a:cubicBezTo>
                        <a:pt x="13908" y="9597"/>
                        <a:pt x="13908" y="9525"/>
                        <a:pt x="13908" y="9450"/>
                      </a:cubicBezTo>
                      <a:cubicBezTo>
                        <a:pt x="13932" y="9450"/>
                        <a:pt x="13956" y="9450"/>
                        <a:pt x="13981" y="9450"/>
                      </a:cubicBezTo>
                      <a:cubicBezTo>
                        <a:pt x="13981" y="9426"/>
                        <a:pt x="13981" y="9402"/>
                        <a:pt x="13981" y="9377"/>
                      </a:cubicBezTo>
                      <a:cubicBezTo>
                        <a:pt x="14005" y="9377"/>
                        <a:pt x="14029" y="9377"/>
                        <a:pt x="14054" y="9377"/>
                      </a:cubicBezTo>
                      <a:cubicBezTo>
                        <a:pt x="14054" y="9353"/>
                        <a:pt x="14054" y="9329"/>
                        <a:pt x="14054" y="9304"/>
                      </a:cubicBezTo>
                      <a:cubicBezTo>
                        <a:pt x="14078" y="9304"/>
                        <a:pt x="14102" y="9304"/>
                        <a:pt x="14127" y="9304"/>
                      </a:cubicBezTo>
                      <a:cubicBezTo>
                        <a:pt x="14127" y="9280"/>
                        <a:pt x="14127" y="9256"/>
                        <a:pt x="14127" y="9231"/>
                      </a:cubicBezTo>
                      <a:cubicBezTo>
                        <a:pt x="14200" y="9231"/>
                        <a:pt x="14272" y="9231"/>
                        <a:pt x="14346" y="9231"/>
                      </a:cubicBezTo>
                      <a:cubicBezTo>
                        <a:pt x="14346" y="9207"/>
                        <a:pt x="14346" y="9183"/>
                        <a:pt x="14346" y="9158"/>
                      </a:cubicBezTo>
                      <a:cubicBezTo>
                        <a:pt x="14467" y="9158"/>
                        <a:pt x="14587" y="9158"/>
                        <a:pt x="14712" y="9158"/>
                      </a:cubicBezTo>
                      <a:cubicBezTo>
                        <a:pt x="14712" y="9134"/>
                        <a:pt x="14712" y="9110"/>
                        <a:pt x="14712" y="9085"/>
                      </a:cubicBezTo>
                      <a:cubicBezTo>
                        <a:pt x="14832" y="9085"/>
                        <a:pt x="14953" y="9085"/>
                        <a:pt x="15077" y="9085"/>
                      </a:cubicBezTo>
                      <a:cubicBezTo>
                        <a:pt x="15077" y="9061"/>
                        <a:pt x="15077" y="9037"/>
                        <a:pt x="15077" y="9012"/>
                      </a:cubicBezTo>
                      <a:cubicBezTo>
                        <a:pt x="15173" y="9012"/>
                        <a:pt x="15270" y="9012"/>
                        <a:pt x="15369" y="9012"/>
                      </a:cubicBezTo>
                      <a:cubicBezTo>
                        <a:pt x="15369" y="8988"/>
                        <a:pt x="15369" y="8964"/>
                        <a:pt x="15369" y="8939"/>
                      </a:cubicBezTo>
                      <a:cubicBezTo>
                        <a:pt x="15393" y="8939"/>
                        <a:pt x="15417" y="8939"/>
                        <a:pt x="15442" y="8939"/>
                      </a:cubicBezTo>
                      <a:cubicBezTo>
                        <a:pt x="15442" y="8915"/>
                        <a:pt x="15442" y="8891"/>
                        <a:pt x="15442" y="8866"/>
                      </a:cubicBezTo>
                      <a:cubicBezTo>
                        <a:pt x="15466" y="8866"/>
                        <a:pt x="15490" y="8866"/>
                        <a:pt x="15515" y="8866"/>
                      </a:cubicBezTo>
                      <a:cubicBezTo>
                        <a:pt x="15515" y="8842"/>
                        <a:pt x="15515" y="8818"/>
                        <a:pt x="15515" y="8793"/>
                      </a:cubicBezTo>
                      <a:cubicBezTo>
                        <a:pt x="15539" y="8793"/>
                        <a:pt x="15563" y="8793"/>
                        <a:pt x="15588" y="8793"/>
                      </a:cubicBezTo>
                      <a:cubicBezTo>
                        <a:pt x="15588" y="8190"/>
                        <a:pt x="15588" y="7588"/>
                        <a:pt x="15588" y="6967"/>
                      </a:cubicBezTo>
                      <a:cubicBezTo>
                        <a:pt x="15564" y="6967"/>
                        <a:pt x="15540" y="6967"/>
                        <a:pt x="15515" y="6967"/>
                      </a:cubicBezTo>
                      <a:cubicBezTo>
                        <a:pt x="15515" y="6943"/>
                        <a:pt x="15515" y="6918"/>
                        <a:pt x="15515" y="6894"/>
                      </a:cubicBezTo>
                      <a:cubicBezTo>
                        <a:pt x="15491" y="6894"/>
                        <a:pt x="15467" y="6894"/>
                        <a:pt x="15442" y="6894"/>
                      </a:cubicBezTo>
                      <a:cubicBezTo>
                        <a:pt x="15442" y="6869"/>
                        <a:pt x="15442" y="6845"/>
                        <a:pt x="15442" y="6821"/>
                      </a:cubicBezTo>
                      <a:cubicBezTo>
                        <a:pt x="15418" y="6821"/>
                        <a:pt x="15394" y="6821"/>
                        <a:pt x="15369" y="6821"/>
                      </a:cubicBezTo>
                      <a:cubicBezTo>
                        <a:pt x="15369" y="6796"/>
                        <a:pt x="15369" y="6772"/>
                        <a:pt x="15369" y="6747"/>
                      </a:cubicBezTo>
                      <a:cubicBezTo>
                        <a:pt x="15249" y="6747"/>
                        <a:pt x="15128" y="6747"/>
                        <a:pt x="15004" y="6747"/>
                      </a:cubicBezTo>
                      <a:cubicBezTo>
                        <a:pt x="15004" y="6723"/>
                        <a:pt x="15004" y="6699"/>
                        <a:pt x="15004" y="6674"/>
                      </a:cubicBezTo>
                      <a:cubicBezTo>
                        <a:pt x="14883" y="6674"/>
                        <a:pt x="14763" y="6674"/>
                        <a:pt x="14639" y="6674"/>
                      </a:cubicBezTo>
                      <a:cubicBezTo>
                        <a:pt x="14639" y="6650"/>
                        <a:pt x="14639" y="6626"/>
                        <a:pt x="14639" y="6601"/>
                      </a:cubicBezTo>
                      <a:cubicBezTo>
                        <a:pt x="14494" y="6601"/>
                        <a:pt x="14349" y="6601"/>
                        <a:pt x="14200" y="6601"/>
                      </a:cubicBezTo>
                      <a:cubicBezTo>
                        <a:pt x="14200" y="6577"/>
                        <a:pt x="14200" y="6553"/>
                        <a:pt x="14200" y="6528"/>
                      </a:cubicBezTo>
                      <a:cubicBezTo>
                        <a:pt x="14152" y="6528"/>
                        <a:pt x="14104" y="6528"/>
                        <a:pt x="14054" y="6528"/>
                      </a:cubicBezTo>
                      <a:cubicBezTo>
                        <a:pt x="14054" y="6504"/>
                        <a:pt x="14054" y="6480"/>
                        <a:pt x="14054" y="6455"/>
                      </a:cubicBezTo>
                      <a:cubicBezTo>
                        <a:pt x="14030" y="6455"/>
                        <a:pt x="14006" y="6455"/>
                        <a:pt x="13981" y="6455"/>
                      </a:cubicBezTo>
                      <a:cubicBezTo>
                        <a:pt x="13981" y="6431"/>
                        <a:pt x="13981" y="6407"/>
                        <a:pt x="13981" y="6382"/>
                      </a:cubicBezTo>
                      <a:cubicBezTo>
                        <a:pt x="13957" y="6382"/>
                        <a:pt x="13933" y="6382"/>
                        <a:pt x="13908" y="6382"/>
                      </a:cubicBezTo>
                      <a:cubicBezTo>
                        <a:pt x="13908" y="6286"/>
                        <a:pt x="13908" y="6189"/>
                        <a:pt x="13908" y="6090"/>
                      </a:cubicBezTo>
                      <a:cubicBezTo>
                        <a:pt x="13884" y="6090"/>
                        <a:pt x="13860" y="6090"/>
                        <a:pt x="13835" y="6090"/>
                      </a:cubicBezTo>
                      <a:cubicBezTo>
                        <a:pt x="13835" y="6018"/>
                        <a:pt x="13835" y="5945"/>
                        <a:pt x="13835" y="5871"/>
                      </a:cubicBezTo>
                      <a:cubicBezTo>
                        <a:pt x="13811" y="5871"/>
                        <a:pt x="13787" y="5871"/>
                        <a:pt x="13762" y="5871"/>
                      </a:cubicBezTo>
                      <a:cubicBezTo>
                        <a:pt x="13762" y="5799"/>
                        <a:pt x="13762" y="5726"/>
                        <a:pt x="13762" y="5652"/>
                      </a:cubicBezTo>
                      <a:cubicBezTo>
                        <a:pt x="13738" y="5652"/>
                        <a:pt x="13714" y="5652"/>
                        <a:pt x="13689" y="5652"/>
                      </a:cubicBezTo>
                      <a:cubicBezTo>
                        <a:pt x="13689" y="5603"/>
                        <a:pt x="13689" y="5555"/>
                        <a:pt x="13689" y="5506"/>
                      </a:cubicBezTo>
                      <a:cubicBezTo>
                        <a:pt x="13665" y="5506"/>
                        <a:pt x="13641" y="5506"/>
                        <a:pt x="13616" y="5506"/>
                      </a:cubicBezTo>
                      <a:cubicBezTo>
                        <a:pt x="13616" y="5457"/>
                        <a:pt x="13616" y="5409"/>
                        <a:pt x="13616" y="5359"/>
                      </a:cubicBezTo>
                      <a:cubicBezTo>
                        <a:pt x="13592" y="5359"/>
                        <a:pt x="13568" y="5359"/>
                        <a:pt x="13543" y="5359"/>
                      </a:cubicBezTo>
                      <a:cubicBezTo>
                        <a:pt x="13543" y="5287"/>
                        <a:pt x="13543" y="5215"/>
                        <a:pt x="13543" y="5140"/>
                      </a:cubicBezTo>
                      <a:cubicBezTo>
                        <a:pt x="13519" y="5140"/>
                        <a:pt x="13495" y="5140"/>
                        <a:pt x="13470" y="5140"/>
                      </a:cubicBezTo>
                      <a:cubicBezTo>
                        <a:pt x="13470" y="5092"/>
                        <a:pt x="13470" y="5044"/>
                        <a:pt x="13470" y="4994"/>
                      </a:cubicBezTo>
                      <a:cubicBezTo>
                        <a:pt x="13446" y="4994"/>
                        <a:pt x="13422" y="4994"/>
                        <a:pt x="13397" y="4994"/>
                      </a:cubicBezTo>
                      <a:cubicBezTo>
                        <a:pt x="13397" y="4970"/>
                        <a:pt x="13397" y="4946"/>
                        <a:pt x="13397" y="4921"/>
                      </a:cubicBezTo>
                      <a:cubicBezTo>
                        <a:pt x="13373" y="4921"/>
                        <a:pt x="13348" y="4921"/>
                        <a:pt x="13324" y="4921"/>
                      </a:cubicBezTo>
                      <a:cubicBezTo>
                        <a:pt x="13324" y="4777"/>
                        <a:pt x="13324" y="4632"/>
                        <a:pt x="13324" y="4483"/>
                      </a:cubicBezTo>
                      <a:cubicBezTo>
                        <a:pt x="13348" y="4483"/>
                        <a:pt x="13372" y="4483"/>
                        <a:pt x="13397" y="4483"/>
                      </a:cubicBezTo>
                      <a:cubicBezTo>
                        <a:pt x="13397" y="4459"/>
                        <a:pt x="13397" y="4435"/>
                        <a:pt x="13397" y="4410"/>
                      </a:cubicBezTo>
                      <a:cubicBezTo>
                        <a:pt x="13421" y="4410"/>
                        <a:pt x="13445" y="4410"/>
                        <a:pt x="13470" y="4410"/>
                      </a:cubicBezTo>
                      <a:cubicBezTo>
                        <a:pt x="13470" y="4362"/>
                        <a:pt x="13470" y="4313"/>
                        <a:pt x="13470" y="4264"/>
                      </a:cubicBezTo>
                      <a:cubicBezTo>
                        <a:pt x="13494" y="4264"/>
                        <a:pt x="13518" y="4264"/>
                        <a:pt x="13543" y="4264"/>
                      </a:cubicBezTo>
                      <a:cubicBezTo>
                        <a:pt x="13543" y="4240"/>
                        <a:pt x="13543" y="4215"/>
                        <a:pt x="13543" y="4191"/>
                      </a:cubicBezTo>
                      <a:cubicBezTo>
                        <a:pt x="13567" y="4191"/>
                        <a:pt x="13591" y="4191"/>
                        <a:pt x="13616" y="4191"/>
                      </a:cubicBezTo>
                      <a:cubicBezTo>
                        <a:pt x="13616" y="4142"/>
                        <a:pt x="13616" y="4094"/>
                        <a:pt x="13616" y="4045"/>
                      </a:cubicBezTo>
                      <a:cubicBezTo>
                        <a:pt x="13640" y="4045"/>
                        <a:pt x="13664" y="4045"/>
                        <a:pt x="13689" y="4045"/>
                      </a:cubicBezTo>
                      <a:cubicBezTo>
                        <a:pt x="13689" y="4020"/>
                        <a:pt x="13689" y="3996"/>
                        <a:pt x="13689" y="3972"/>
                      </a:cubicBezTo>
                      <a:cubicBezTo>
                        <a:pt x="13713" y="3972"/>
                        <a:pt x="13737" y="3972"/>
                        <a:pt x="13762" y="3972"/>
                      </a:cubicBezTo>
                      <a:cubicBezTo>
                        <a:pt x="13762" y="3947"/>
                        <a:pt x="13762" y="3923"/>
                        <a:pt x="13762" y="3898"/>
                      </a:cubicBezTo>
                      <a:cubicBezTo>
                        <a:pt x="13786" y="3898"/>
                        <a:pt x="13810" y="3898"/>
                        <a:pt x="13835" y="3898"/>
                      </a:cubicBezTo>
                      <a:cubicBezTo>
                        <a:pt x="13835" y="3850"/>
                        <a:pt x="13835" y="3802"/>
                        <a:pt x="13835" y="3752"/>
                      </a:cubicBezTo>
                      <a:cubicBezTo>
                        <a:pt x="13859" y="3752"/>
                        <a:pt x="13883" y="3752"/>
                        <a:pt x="13908" y="3752"/>
                      </a:cubicBezTo>
                      <a:cubicBezTo>
                        <a:pt x="13908" y="3728"/>
                        <a:pt x="13908" y="3704"/>
                        <a:pt x="13908" y="3679"/>
                      </a:cubicBezTo>
                      <a:cubicBezTo>
                        <a:pt x="13932" y="3679"/>
                        <a:pt x="13956" y="3679"/>
                        <a:pt x="13981" y="3679"/>
                      </a:cubicBezTo>
                      <a:cubicBezTo>
                        <a:pt x="13981" y="3631"/>
                        <a:pt x="13981" y="3583"/>
                        <a:pt x="13981" y="3533"/>
                      </a:cubicBezTo>
                      <a:cubicBezTo>
                        <a:pt x="14005" y="3533"/>
                        <a:pt x="14029" y="3533"/>
                        <a:pt x="14054" y="3533"/>
                      </a:cubicBezTo>
                      <a:cubicBezTo>
                        <a:pt x="14054" y="3413"/>
                        <a:pt x="14054" y="3292"/>
                        <a:pt x="14054" y="3168"/>
                      </a:cubicBezTo>
                      <a:cubicBezTo>
                        <a:pt x="14030" y="3168"/>
                        <a:pt x="14006" y="3168"/>
                        <a:pt x="13981" y="3168"/>
                      </a:cubicBezTo>
                      <a:cubicBezTo>
                        <a:pt x="13981" y="3144"/>
                        <a:pt x="13981" y="3120"/>
                        <a:pt x="13981" y="3095"/>
                      </a:cubicBezTo>
                      <a:cubicBezTo>
                        <a:pt x="13957" y="3095"/>
                        <a:pt x="13933" y="3095"/>
                        <a:pt x="13908" y="3095"/>
                      </a:cubicBezTo>
                      <a:cubicBezTo>
                        <a:pt x="13908" y="3071"/>
                        <a:pt x="13908" y="3047"/>
                        <a:pt x="13908" y="3022"/>
                      </a:cubicBezTo>
                      <a:cubicBezTo>
                        <a:pt x="13884" y="3022"/>
                        <a:pt x="13860" y="3022"/>
                        <a:pt x="13835" y="3022"/>
                      </a:cubicBezTo>
                      <a:cubicBezTo>
                        <a:pt x="13835" y="2998"/>
                        <a:pt x="13835" y="2974"/>
                        <a:pt x="13835" y="2949"/>
                      </a:cubicBezTo>
                      <a:cubicBezTo>
                        <a:pt x="13811" y="2949"/>
                        <a:pt x="13787" y="2949"/>
                        <a:pt x="13762" y="2949"/>
                      </a:cubicBezTo>
                      <a:cubicBezTo>
                        <a:pt x="13762" y="2925"/>
                        <a:pt x="13762" y="2901"/>
                        <a:pt x="13762" y="2876"/>
                      </a:cubicBezTo>
                      <a:cubicBezTo>
                        <a:pt x="13738" y="2876"/>
                        <a:pt x="13714" y="2876"/>
                        <a:pt x="13689" y="2876"/>
                      </a:cubicBezTo>
                      <a:cubicBezTo>
                        <a:pt x="13689" y="2852"/>
                        <a:pt x="13689" y="2828"/>
                        <a:pt x="13689" y="2803"/>
                      </a:cubicBezTo>
                      <a:cubicBezTo>
                        <a:pt x="13665" y="2803"/>
                        <a:pt x="13641" y="2803"/>
                        <a:pt x="13616" y="2803"/>
                      </a:cubicBezTo>
                      <a:cubicBezTo>
                        <a:pt x="13616" y="2779"/>
                        <a:pt x="13616" y="2754"/>
                        <a:pt x="13616" y="2730"/>
                      </a:cubicBezTo>
                      <a:cubicBezTo>
                        <a:pt x="13592" y="2730"/>
                        <a:pt x="13568" y="2730"/>
                        <a:pt x="13543" y="2730"/>
                      </a:cubicBezTo>
                      <a:cubicBezTo>
                        <a:pt x="13543" y="2706"/>
                        <a:pt x="13543" y="2681"/>
                        <a:pt x="13543" y="2657"/>
                      </a:cubicBezTo>
                      <a:cubicBezTo>
                        <a:pt x="13519" y="2657"/>
                        <a:pt x="13495" y="2657"/>
                        <a:pt x="13470" y="2657"/>
                      </a:cubicBezTo>
                      <a:cubicBezTo>
                        <a:pt x="13470" y="2632"/>
                        <a:pt x="13470" y="2608"/>
                        <a:pt x="13470" y="2584"/>
                      </a:cubicBezTo>
                      <a:cubicBezTo>
                        <a:pt x="13446" y="2584"/>
                        <a:pt x="13422" y="2584"/>
                        <a:pt x="13397" y="2584"/>
                      </a:cubicBezTo>
                      <a:cubicBezTo>
                        <a:pt x="13397" y="2559"/>
                        <a:pt x="13397" y="2535"/>
                        <a:pt x="13397" y="2510"/>
                      </a:cubicBezTo>
                      <a:cubicBezTo>
                        <a:pt x="13373" y="2510"/>
                        <a:pt x="13348" y="2510"/>
                        <a:pt x="13324" y="2510"/>
                      </a:cubicBezTo>
                      <a:cubicBezTo>
                        <a:pt x="13324" y="2486"/>
                        <a:pt x="13324" y="2462"/>
                        <a:pt x="13324" y="2437"/>
                      </a:cubicBezTo>
                      <a:cubicBezTo>
                        <a:pt x="13300" y="2437"/>
                        <a:pt x="13275" y="2437"/>
                        <a:pt x="13251" y="2437"/>
                      </a:cubicBezTo>
                      <a:cubicBezTo>
                        <a:pt x="13251" y="2413"/>
                        <a:pt x="13251" y="2389"/>
                        <a:pt x="13251" y="2364"/>
                      </a:cubicBezTo>
                      <a:cubicBezTo>
                        <a:pt x="13226" y="2364"/>
                        <a:pt x="13202" y="2364"/>
                        <a:pt x="13178" y="2364"/>
                      </a:cubicBezTo>
                      <a:cubicBezTo>
                        <a:pt x="13178" y="2340"/>
                        <a:pt x="13178" y="2316"/>
                        <a:pt x="13178" y="2291"/>
                      </a:cubicBezTo>
                      <a:cubicBezTo>
                        <a:pt x="13129" y="2291"/>
                        <a:pt x="13081" y="2291"/>
                        <a:pt x="13031" y="2291"/>
                      </a:cubicBezTo>
                      <a:cubicBezTo>
                        <a:pt x="13031" y="2267"/>
                        <a:pt x="13031" y="2243"/>
                        <a:pt x="13031" y="2218"/>
                      </a:cubicBezTo>
                      <a:cubicBezTo>
                        <a:pt x="13007" y="2218"/>
                        <a:pt x="12983" y="2218"/>
                        <a:pt x="12958" y="2218"/>
                      </a:cubicBezTo>
                      <a:cubicBezTo>
                        <a:pt x="12958" y="2194"/>
                        <a:pt x="12958" y="2170"/>
                        <a:pt x="12958" y="2145"/>
                      </a:cubicBezTo>
                      <a:cubicBezTo>
                        <a:pt x="12934" y="2145"/>
                        <a:pt x="12910" y="2145"/>
                        <a:pt x="12885" y="2145"/>
                      </a:cubicBezTo>
                      <a:cubicBezTo>
                        <a:pt x="12885" y="2121"/>
                        <a:pt x="12885" y="2097"/>
                        <a:pt x="12885" y="2072"/>
                      </a:cubicBezTo>
                      <a:cubicBezTo>
                        <a:pt x="12861" y="2072"/>
                        <a:pt x="12837" y="2072"/>
                        <a:pt x="12812" y="2072"/>
                      </a:cubicBezTo>
                      <a:cubicBezTo>
                        <a:pt x="12812" y="2048"/>
                        <a:pt x="12812" y="2024"/>
                        <a:pt x="12812" y="1999"/>
                      </a:cubicBezTo>
                      <a:cubicBezTo>
                        <a:pt x="12692" y="1999"/>
                        <a:pt x="12571" y="1999"/>
                        <a:pt x="12447" y="1999"/>
                      </a:cubicBezTo>
                      <a:cubicBezTo>
                        <a:pt x="12447" y="2023"/>
                        <a:pt x="12447" y="2047"/>
                        <a:pt x="12447" y="2072"/>
                      </a:cubicBezTo>
                      <a:cubicBezTo>
                        <a:pt x="12423" y="2072"/>
                        <a:pt x="12399" y="2072"/>
                        <a:pt x="12374" y="2072"/>
                      </a:cubicBezTo>
                      <a:cubicBezTo>
                        <a:pt x="12374" y="2096"/>
                        <a:pt x="12374" y="2120"/>
                        <a:pt x="12374" y="2145"/>
                      </a:cubicBezTo>
                      <a:cubicBezTo>
                        <a:pt x="12326" y="2145"/>
                        <a:pt x="12278" y="2145"/>
                        <a:pt x="12228" y="2145"/>
                      </a:cubicBezTo>
                      <a:cubicBezTo>
                        <a:pt x="12228" y="2169"/>
                        <a:pt x="12228" y="2193"/>
                        <a:pt x="12228" y="2218"/>
                      </a:cubicBezTo>
                      <a:cubicBezTo>
                        <a:pt x="12204" y="2218"/>
                        <a:pt x="12180" y="2218"/>
                        <a:pt x="12155" y="2218"/>
                      </a:cubicBezTo>
                      <a:cubicBezTo>
                        <a:pt x="12155" y="2242"/>
                        <a:pt x="12155" y="2266"/>
                        <a:pt x="12155" y="2291"/>
                      </a:cubicBezTo>
                      <a:cubicBezTo>
                        <a:pt x="12107" y="2291"/>
                        <a:pt x="12058" y="2291"/>
                        <a:pt x="12009" y="2291"/>
                      </a:cubicBezTo>
                      <a:cubicBezTo>
                        <a:pt x="12009" y="2315"/>
                        <a:pt x="12009" y="2340"/>
                        <a:pt x="12009" y="2364"/>
                      </a:cubicBezTo>
                      <a:cubicBezTo>
                        <a:pt x="11985" y="2364"/>
                        <a:pt x="11961" y="2364"/>
                        <a:pt x="11936" y="2364"/>
                      </a:cubicBezTo>
                      <a:cubicBezTo>
                        <a:pt x="11936" y="2388"/>
                        <a:pt x="11936" y="2413"/>
                        <a:pt x="11936" y="2437"/>
                      </a:cubicBezTo>
                      <a:cubicBezTo>
                        <a:pt x="11887" y="2437"/>
                        <a:pt x="11839" y="2437"/>
                        <a:pt x="11790" y="2437"/>
                      </a:cubicBezTo>
                      <a:cubicBezTo>
                        <a:pt x="11790" y="2462"/>
                        <a:pt x="11790" y="2486"/>
                        <a:pt x="11790" y="2510"/>
                      </a:cubicBezTo>
                      <a:cubicBezTo>
                        <a:pt x="11765" y="2510"/>
                        <a:pt x="11741" y="2510"/>
                        <a:pt x="11717" y="2510"/>
                      </a:cubicBezTo>
                      <a:cubicBezTo>
                        <a:pt x="11717" y="2535"/>
                        <a:pt x="11717" y="2559"/>
                        <a:pt x="11717" y="2584"/>
                      </a:cubicBezTo>
                      <a:cubicBezTo>
                        <a:pt x="11692" y="2584"/>
                        <a:pt x="11668" y="2584"/>
                        <a:pt x="11643" y="2584"/>
                      </a:cubicBezTo>
                      <a:cubicBezTo>
                        <a:pt x="11643" y="2608"/>
                        <a:pt x="11643" y="2632"/>
                        <a:pt x="11643" y="2657"/>
                      </a:cubicBezTo>
                      <a:cubicBezTo>
                        <a:pt x="11595" y="2657"/>
                        <a:pt x="11547" y="2657"/>
                        <a:pt x="11497" y="2657"/>
                      </a:cubicBezTo>
                      <a:cubicBezTo>
                        <a:pt x="11497" y="2681"/>
                        <a:pt x="11497" y="2705"/>
                        <a:pt x="11497" y="2730"/>
                      </a:cubicBezTo>
                      <a:cubicBezTo>
                        <a:pt x="11401" y="2730"/>
                        <a:pt x="11304" y="2730"/>
                        <a:pt x="11205" y="2730"/>
                      </a:cubicBezTo>
                      <a:cubicBezTo>
                        <a:pt x="11205" y="2706"/>
                        <a:pt x="11205" y="2681"/>
                        <a:pt x="11205" y="2657"/>
                      </a:cubicBezTo>
                      <a:cubicBezTo>
                        <a:pt x="11133" y="2657"/>
                        <a:pt x="11061" y="2657"/>
                        <a:pt x="10986" y="2657"/>
                      </a:cubicBezTo>
                      <a:cubicBezTo>
                        <a:pt x="10986" y="2632"/>
                        <a:pt x="10986" y="2608"/>
                        <a:pt x="10986" y="2584"/>
                      </a:cubicBezTo>
                      <a:cubicBezTo>
                        <a:pt x="10938" y="2584"/>
                        <a:pt x="10890" y="2584"/>
                        <a:pt x="10840" y="2584"/>
                      </a:cubicBezTo>
                      <a:cubicBezTo>
                        <a:pt x="10840" y="2559"/>
                        <a:pt x="10840" y="2535"/>
                        <a:pt x="10840" y="2510"/>
                      </a:cubicBezTo>
                      <a:cubicBezTo>
                        <a:pt x="10792" y="2510"/>
                        <a:pt x="10743" y="2510"/>
                        <a:pt x="10694" y="2510"/>
                      </a:cubicBezTo>
                      <a:cubicBezTo>
                        <a:pt x="10694" y="2486"/>
                        <a:pt x="10694" y="2462"/>
                        <a:pt x="10694" y="2437"/>
                      </a:cubicBezTo>
                      <a:cubicBezTo>
                        <a:pt x="10646" y="2437"/>
                        <a:pt x="10597" y="2437"/>
                        <a:pt x="10548" y="2437"/>
                      </a:cubicBezTo>
                      <a:cubicBezTo>
                        <a:pt x="10548" y="2413"/>
                        <a:pt x="10548" y="2389"/>
                        <a:pt x="10548" y="2364"/>
                      </a:cubicBezTo>
                      <a:cubicBezTo>
                        <a:pt x="10499" y="2364"/>
                        <a:pt x="10451" y="2364"/>
                        <a:pt x="10402" y="2364"/>
                      </a:cubicBezTo>
                      <a:cubicBezTo>
                        <a:pt x="10402" y="2340"/>
                        <a:pt x="10402" y="2316"/>
                        <a:pt x="10402" y="2291"/>
                      </a:cubicBezTo>
                      <a:cubicBezTo>
                        <a:pt x="10329" y="2291"/>
                        <a:pt x="10257" y="2291"/>
                        <a:pt x="10182" y="2291"/>
                      </a:cubicBezTo>
                      <a:cubicBezTo>
                        <a:pt x="10182" y="2267"/>
                        <a:pt x="10182" y="2243"/>
                        <a:pt x="10182" y="2218"/>
                      </a:cubicBezTo>
                      <a:cubicBezTo>
                        <a:pt x="10110" y="2218"/>
                        <a:pt x="10038" y="2218"/>
                        <a:pt x="9963" y="2218"/>
                      </a:cubicBezTo>
                      <a:cubicBezTo>
                        <a:pt x="9963" y="2194"/>
                        <a:pt x="9963" y="2170"/>
                        <a:pt x="9963" y="2145"/>
                      </a:cubicBezTo>
                      <a:cubicBezTo>
                        <a:pt x="9891" y="2145"/>
                        <a:pt x="9819" y="2145"/>
                        <a:pt x="9744" y="2145"/>
                      </a:cubicBezTo>
                      <a:cubicBezTo>
                        <a:pt x="9744" y="2121"/>
                        <a:pt x="9744" y="2097"/>
                        <a:pt x="9744" y="2072"/>
                      </a:cubicBezTo>
                      <a:cubicBezTo>
                        <a:pt x="9672" y="2072"/>
                        <a:pt x="9599" y="2072"/>
                        <a:pt x="9525" y="2072"/>
                      </a:cubicBezTo>
                      <a:cubicBezTo>
                        <a:pt x="9525" y="2048"/>
                        <a:pt x="9525" y="2024"/>
                        <a:pt x="9525" y="1999"/>
                      </a:cubicBezTo>
                      <a:cubicBezTo>
                        <a:pt x="9501" y="1999"/>
                        <a:pt x="9477" y="1999"/>
                        <a:pt x="9452" y="1999"/>
                      </a:cubicBezTo>
                      <a:cubicBezTo>
                        <a:pt x="9452" y="1975"/>
                        <a:pt x="9452" y="1951"/>
                        <a:pt x="9452" y="1926"/>
                      </a:cubicBezTo>
                      <a:cubicBezTo>
                        <a:pt x="9428" y="1926"/>
                        <a:pt x="9404" y="1926"/>
                        <a:pt x="9379" y="1926"/>
                      </a:cubicBezTo>
                      <a:cubicBezTo>
                        <a:pt x="9379" y="1830"/>
                        <a:pt x="9379" y="1733"/>
                        <a:pt x="9379" y="1634"/>
                      </a:cubicBezTo>
                      <a:cubicBezTo>
                        <a:pt x="9355" y="1634"/>
                        <a:pt x="9331" y="1634"/>
                        <a:pt x="9306" y="1634"/>
                      </a:cubicBezTo>
                      <a:cubicBezTo>
                        <a:pt x="9306" y="1465"/>
                        <a:pt x="9306" y="1296"/>
                        <a:pt x="9306" y="1122"/>
                      </a:cubicBezTo>
                      <a:cubicBezTo>
                        <a:pt x="9282" y="1122"/>
                        <a:pt x="9258" y="1122"/>
                        <a:pt x="9233" y="1122"/>
                      </a:cubicBezTo>
                      <a:cubicBezTo>
                        <a:pt x="9233" y="978"/>
                        <a:pt x="9233" y="833"/>
                        <a:pt x="9233" y="684"/>
                      </a:cubicBezTo>
                      <a:cubicBezTo>
                        <a:pt x="9209" y="684"/>
                        <a:pt x="9185" y="684"/>
                        <a:pt x="9160" y="684"/>
                      </a:cubicBezTo>
                      <a:cubicBezTo>
                        <a:pt x="9160" y="636"/>
                        <a:pt x="9160" y="588"/>
                        <a:pt x="9160" y="538"/>
                      </a:cubicBezTo>
                      <a:cubicBezTo>
                        <a:pt x="9136" y="538"/>
                        <a:pt x="9111" y="538"/>
                        <a:pt x="9087" y="538"/>
                      </a:cubicBezTo>
                      <a:cubicBezTo>
                        <a:pt x="9087" y="514"/>
                        <a:pt x="9087" y="490"/>
                        <a:pt x="9087" y="465"/>
                      </a:cubicBezTo>
                      <a:cubicBezTo>
                        <a:pt x="9038" y="465"/>
                        <a:pt x="8990" y="465"/>
                        <a:pt x="8941" y="465"/>
                      </a:cubicBezTo>
                      <a:cubicBezTo>
                        <a:pt x="8941" y="441"/>
                        <a:pt x="8941" y="417"/>
                        <a:pt x="8941" y="392"/>
                      </a:cubicBezTo>
                      <a:cubicBezTo>
                        <a:pt x="8724" y="392"/>
                        <a:pt x="8507" y="392"/>
                        <a:pt x="8283" y="392"/>
                      </a:cubicBezTo>
                      <a:cubicBezTo>
                        <a:pt x="8283" y="416"/>
                        <a:pt x="8283" y="440"/>
                        <a:pt x="8283" y="465"/>
                      </a:cubicBezTo>
                      <a:cubicBezTo>
                        <a:pt x="7994" y="465"/>
                        <a:pt x="7704" y="465"/>
                        <a:pt x="7406" y="465"/>
                      </a:cubicBezTo>
                      <a:cubicBezTo>
                        <a:pt x="7406" y="441"/>
                        <a:pt x="7406" y="417"/>
                        <a:pt x="7406" y="392"/>
                      </a:cubicBezTo>
                      <a:cubicBezTo>
                        <a:pt x="7334" y="392"/>
                        <a:pt x="7262" y="392"/>
                        <a:pt x="7187" y="392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464" cap="flat">
                  <a:noFill/>
                </a:ln>
              </p:spPr>
            </p:sp>
            <p:sp>
              <p:nvSpPr>
                <p:cNvPr id="1004" name="ICON_ACTION_GEAR_path_004"/>
                <p:cNvSpPr/>
                <p:nvPr/>
              </p:nvSpPr>
              <p:spPr>
                <a:xfrm>
                  <a:off x="2258580" y="5639955"/>
                  <a:ext cx="110403" cy="10947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693" h="8620" fill="norm" stroke="0">
                      <a:moveTo>
                        <a:pt x="3799" y="0"/>
                      </a:moveTo>
                      <a:cubicBezTo>
                        <a:pt x="4184" y="0"/>
                        <a:pt x="4570" y="0"/>
                        <a:pt x="4968" y="0"/>
                      </a:cubicBezTo>
                      <a:cubicBezTo>
                        <a:pt x="4968" y="24"/>
                        <a:pt x="4968" y="48"/>
                        <a:pt x="4968" y="73"/>
                      </a:cubicBezTo>
                      <a:cubicBezTo>
                        <a:pt x="5088" y="73"/>
                        <a:pt x="5209" y="73"/>
                        <a:pt x="5333" y="73"/>
                      </a:cubicBezTo>
                      <a:cubicBezTo>
                        <a:pt x="5333" y="97"/>
                        <a:pt x="5333" y="121"/>
                        <a:pt x="5333" y="146"/>
                      </a:cubicBezTo>
                      <a:cubicBezTo>
                        <a:pt x="5429" y="146"/>
                        <a:pt x="5526" y="146"/>
                        <a:pt x="5625" y="146"/>
                      </a:cubicBezTo>
                      <a:cubicBezTo>
                        <a:pt x="5625" y="170"/>
                        <a:pt x="5625" y="194"/>
                        <a:pt x="5625" y="219"/>
                      </a:cubicBezTo>
                      <a:cubicBezTo>
                        <a:pt x="5697" y="219"/>
                        <a:pt x="5770" y="219"/>
                        <a:pt x="5844" y="219"/>
                      </a:cubicBezTo>
                      <a:cubicBezTo>
                        <a:pt x="5844" y="243"/>
                        <a:pt x="5844" y="267"/>
                        <a:pt x="5844" y="292"/>
                      </a:cubicBezTo>
                      <a:cubicBezTo>
                        <a:pt x="5916" y="292"/>
                        <a:pt x="5989" y="292"/>
                        <a:pt x="6063" y="292"/>
                      </a:cubicBezTo>
                      <a:cubicBezTo>
                        <a:pt x="6063" y="316"/>
                        <a:pt x="6063" y="340"/>
                        <a:pt x="6063" y="365"/>
                      </a:cubicBezTo>
                      <a:cubicBezTo>
                        <a:pt x="6112" y="365"/>
                        <a:pt x="6160" y="365"/>
                        <a:pt x="6209" y="365"/>
                      </a:cubicBezTo>
                      <a:cubicBezTo>
                        <a:pt x="6209" y="389"/>
                        <a:pt x="6209" y="413"/>
                        <a:pt x="6209" y="438"/>
                      </a:cubicBezTo>
                      <a:cubicBezTo>
                        <a:pt x="6258" y="438"/>
                        <a:pt x="6306" y="438"/>
                        <a:pt x="6356" y="438"/>
                      </a:cubicBezTo>
                      <a:cubicBezTo>
                        <a:pt x="6356" y="462"/>
                        <a:pt x="6356" y="487"/>
                        <a:pt x="6356" y="511"/>
                      </a:cubicBezTo>
                      <a:cubicBezTo>
                        <a:pt x="6404" y="511"/>
                        <a:pt x="6452" y="511"/>
                        <a:pt x="6502" y="511"/>
                      </a:cubicBezTo>
                      <a:cubicBezTo>
                        <a:pt x="6502" y="535"/>
                        <a:pt x="6502" y="560"/>
                        <a:pt x="6502" y="584"/>
                      </a:cubicBezTo>
                      <a:cubicBezTo>
                        <a:pt x="6550" y="584"/>
                        <a:pt x="6598" y="584"/>
                        <a:pt x="6648" y="584"/>
                      </a:cubicBezTo>
                      <a:cubicBezTo>
                        <a:pt x="6648" y="609"/>
                        <a:pt x="6648" y="633"/>
                        <a:pt x="6648" y="657"/>
                      </a:cubicBezTo>
                      <a:cubicBezTo>
                        <a:pt x="6672" y="657"/>
                        <a:pt x="6696" y="657"/>
                        <a:pt x="6721" y="657"/>
                      </a:cubicBezTo>
                      <a:cubicBezTo>
                        <a:pt x="6721" y="682"/>
                        <a:pt x="6721" y="706"/>
                        <a:pt x="6721" y="731"/>
                      </a:cubicBezTo>
                      <a:cubicBezTo>
                        <a:pt x="6769" y="731"/>
                        <a:pt x="6817" y="731"/>
                        <a:pt x="6867" y="731"/>
                      </a:cubicBezTo>
                      <a:cubicBezTo>
                        <a:pt x="6867" y="755"/>
                        <a:pt x="6867" y="779"/>
                        <a:pt x="6867" y="804"/>
                      </a:cubicBezTo>
                      <a:cubicBezTo>
                        <a:pt x="6891" y="804"/>
                        <a:pt x="6915" y="804"/>
                        <a:pt x="6940" y="804"/>
                      </a:cubicBezTo>
                      <a:cubicBezTo>
                        <a:pt x="6940" y="828"/>
                        <a:pt x="6940" y="852"/>
                        <a:pt x="6940" y="877"/>
                      </a:cubicBezTo>
                      <a:cubicBezTo>
                        <a:pt x="6988" y="877"/>
                        <a:pt x="7036" y="877"/>
                        <a:pt x="7086" y="877"/>
                      </a:cubicBezTo>
                      <a:cubicBezTo>
                        <a:pt x="7086" y="901"/>
                        <a:pt x="7086" y="925"/>
                        <a:pt x="7086" y="950"/>
                      </a:cubicBezTo>
                      <a:cubicBezTo>
                        <a:pt x="7110" y="950"/>
                        <a:pt x="7134" y="950"/>
                        <a:pt x="7159" y="950"/>
                      </a:cubicBezTo>
                      <a:cubicBezTo>
                        <a:pt x="7159" y="974"/>
                        <a:pt x="7159" y="998"/>
                        <a:pt x="7159" y="1023"/>
                      </a:cubicBezTo>
                      <a:cubicBezTo>
                        <a:pt x="7183" y="1023"/>
                        <a:pt x="7207" y="1023"/>
                        <a:pt x="7232" y="1023"/>
                      </a:cubicBezTo>
                      <a:cubicBezTo>
                        <a:pt x="7232" y="1047"/>
                        <a:pt x="7232" y="1071"/>
                        <a:pt x="7232" y="1096"/>
                      </a:cubicBezTo>
                      <a:cubicBezTo>
                        <a:pt x="7256" y="1096"/>
                        <a:pt x="7280" y="1096"/>
                        <a:pt x="7305" y="1096"/>
                      </a:cubicBezTo>
                      <a:cubicBezTo>
                        <a:pt x="7305" y="1120"/>
                        <a:pt x="7305" y="1144"/>
                        <a:pt x="7305" y="1169"/>
                      </a:cubicBezTo>
                      <a:cubicBezTo>
                        <a:pt x="7329" y="1169"/>
                        <a:pt x="7353" y="1169"/>
                        <a:pt x="7378" y="1169"/>
                      </a:cubicBezTo>
                      <a:cubicBezTo>
                        <a:pt x="7378" y="1193"/>
                        <a:pt x="7378" y="1217"/>
                        <a:pt x="7378" y="1242"/>
                      </a:cubicBezTo>
                      <a:cubicBezTo>
                        <a:pt x="7402" y="1242"/>
                        <a:pt x="7426" y="1242"/>
                        <a:pt x="7451" y="1242"/>
                      </a:cubicBezTo>
                      <a:cubicBezTo>
                        <a:pt x="7451" y="1266"/>
                        <a:pt x="7451" y="1290"/>
                        <a:pt x="7451" y="1315"/>
                      </a:cubicBezTo>
                      <a:cubicBezTo>
                        <a:pt x="7475" y="1315"/>
                        <a:pt x="7500" y="1315"/>
                        <a:pt x="7524" y="1315"/>
                      </a:cubicBezTo>
                      <a:cubicBezTo>
                        <a:pt x="7524" y="1339"/>
                        <a:pt x="7524" y="1363"/>
                        <a:pt x="7524" y="1388"/>
                      </a:cubicBezTo>
                      <a:cubicBezTo>
                        <a:pt x="7548" y="1388"/>
                        <a:pt x="7573" y="1388"/>
                        <a:pt x="7597" y="1388"/>
                      </a:cubicBezTo>
                      <a:cubicBezTo>
                        <a:pt x="7597" y="1412"/>
                        <a:pt x="7597" y="1436"/>
                        <a:pt x="7597" y="1461"/>
                      </a:cubicBezTo>
                      <a:cubicBezTo>
                        <a:pt x="7622" y="1461"/>
                        <a:pt x="7646" y="1461"/>
                        <a:pt x="7670" y="1461"/>
                      </a:cubicBezTo>
                      <a:cubicBezTo>
                        <a:pt x="7670" y="1485"/>
                        <a:pt x="7670" y="1509"/>
                        <a:pt x="7670" y="1534"/>
                      </a:cubicBezTo>
                      <a:cubicBezTo>
                        <a:pt x="7695" y="1534"/>
                        <a:pt x="7719" y="1534"/>
                        <a:pt x="7744" y="1534"/>
                      </a:cubicBezTo>
                      <a:cubicBezTo>
                        <a:pt x="7744" y="1558"/>
                        <a:pt x="7744" y="1582"/>
                        <a:pt x="7744" y="1607"/>
                      </a:cubicBezTo>
                      <a:cubicBezTo>
                        <a:pt x="7768" y="1607"/>
                        <a:pt x="7792" y="1607"/>
                        <a:pt x="7817" y="1607"/>
                      </a:cubicBezTo>
                      <a:cubicBezTo>
                        <a:pt x="7817" y="1655"/>
                        <a:pt x="7817" y="1704"/>
                        <a:pt x="7817" y="1753"/>
                      </a:cubicBezTo>
                      <a:cubicBezTo>
                        <a:pt x="7841" y="1753"/>
                        <a:pt x="7865" y="1753"/>
                        <a:pt x="7890" y="1753"/>
                      </a:cubicBezTo>
                      <a:cubicBezTo>
                        <a:pt x="7890" y="1777"/>
                        <a:pt x="7890" y="1801"/>
                        <a:pt x="7890" y="1826"/>
                      </a:cubicBezTo>
                      <a:cubicBezTo>
                        <a:pt x="7914" y="1826"/>
                        <a:pt x="7938" y="1826"/>
                        <a:pt x="7963" y="1826"/>
                      </a:cubicBezTo>
                      <a:cubicBezTo>
                        <a:pt x="7963" y="1875"/>
                        <a:pt x="7963" y="1923"/>
                        <a:pt x="7963" y="1972"/>
                      </a:cubicBezTo>
                      <a:cubicBezTo>
                        <a:pt x="7987" y="1972"/>
                        <a:pt x="8011" y="1972"/>
                        <a:pt x="8036" y="1972"/>
                      </a:cubicBezTo>
                      <a:cubicBezTo>
                        <a:pt x="8036" y="1997"/>
                        <a:pt x="8036" y="2021"/>
                        <a:pt x="8036" y="2045"/>
                      </a:cubicBezTo>
                      <a:cubicBezTo>
                        <a:pt x="8060" y="2045"/>
                        <a:pt x="8084" y="2045"/>
                        <a:pt x="8109" y="2045"/>
                      </a:cubicBezTo>
                      <a:cubicBezTo>
                        <a:pt x="8109" y="2094"/>
                        <a:pt x="8109" y="2142"/>
                        <a:pt x="8109" y="2192"/>
                      </a:cubicBezTo>
                      <a:cubicBezTo>
                        <a:pt x="8133" y="2192"/>
                        <a:pt x="8157" y="2192"/>
                        <a:pt x="8182" y="2192"/>
                      </a:cubicBezTo>
                      <a:cubicBezTo>
                        <a:pt x="8182" y="2216"/>
                        <a:pt x="8182" y="2240"/>
                        <a:pt x="8182" y="2265"/>
                      </a:cubicBezTo>
                      <a:cubicBezTo>
                        <a:pt x="8206" y="2265"/>
                        <a:pt x="8230" y="2265"/>
                        <a:pt x="8255" y="2265"/>
                      </a:cubicBezTo>
                      <a:cubicBezTo>
                        <a:pt x="8255" y="2313"/>
                        <a:pt x="8255" y="2361"/>
                        <a:pt x="8255" y="2411"/>
                      </a:cubicBezTo>
                      <a:cubicBezTo>
                        <a:pt x="8279" y="2411"/>
                        <a:pt x="8303" y="2411"/>
                        <a:pt x="8328" y="2411"/>
                      </a:cubicBezTo>
                      <a:cubicBezTo>
                        <a:pt x="8328" y="2483"/>
                        <a:pt x="8328" y="2555"/>
                        <a:pt x="8328" y="2630"/>
                      </a:cubicBezTo>
                      <a:cubicBezTo>
                        <a:pt x="8352" y="2630"/>
                        <a:pt x="8376" y="2630"/>
                        <a:pt x="8401" y="2630"/>
                      </a:cubicBezTo>
                      <a:cubicBezTo>
                        <a:pt x="8401" y="2678"/>
                        <a:pt x="8401" y="2726"/>
                        <a:pt x="8401" y="2776"/>
                      </a:cubicBezTo>
                      <a:cubicBezTo>
                        <a:pt x="8425" y="2776"/>
                        <a:pt x="8449" y="2776"/>
                        <a:pt x="8474" y="2776"/>
                      </a:cubicBezTo>
                      <a:cubicBezTo>
                        <a:pt x="8474" y="2848"/>
                        <a:pt x="8474" y="2921"/>
                        <a:pt x="8474" y="2995"/>
                      </a:cubicBezTo>
                      <a:cubicBezTo>
                        <a:pt x="8498" y="2995"/>
                        <a:pt x="8522" y="2995"/>
                        <a:pt x="8547" y="2995"/>
                      </a:cubicBezTo>
                      <a:cubicBezTo>
                        <a:pt x="8547" y="3092"/>
                        <a:pt x="8547" y="3188"/>
                        <a:pt x="8547" y="3287"/>
                      </a:cubicBezTo>
                      <a:cubicBezTo>
                        <a:pt x="8571" y="3287"/>
                        <a:pt x="8595" y="3287"/>
                        <a:pt x="8620" y="3287"/>
                      </a:cubicBezTo>
                      <a:cubicBezTo>
                        <a:pt x="8620" y="3384"/>
                        <a:pt x="8620" y="3480"/>
                        <a:pt x="8620" y="3580"/>
                      </a:cubicBezTo>
                      <a:cubicBezTo>
                        <a:pt x="8644" y="3580"/>
                        <a:pt x="8668" y="3580"/>
                        <a:pt x="8693" y="3580"/>
                      </a:cubicBezTo>
                      <a:cubicBezTo>
                        <a:pt x="8693" y="4038"/>
                        <a:pt x="8693" y="4496"/>
                        <a:pt x="8693" y="4968"/>
                      </a:cubicBezTo>
                      <a:cubicBezTo>
                        <a:pt x="8669" y="4968"/>
                        <a:pt x="8645" y="4968"/>
                        <a:pt x="8620" y="4968"/>
                      </a:cubicBezTo>
                      <a:cubicBezTo>
                        <a:pt x="8620" y="5088"/>
                        <a:pt x="8620" y="5209"/>
                        <a:pt x="8620" y="5333"/>
                      </a:cubicBezTo>
                      <a:cubicBezTo>
                        <a:pt x="8596" y="5333"/>
                        <a:pt x="8572" y="5333"/>
                        <a:pt x="8547" y="5333"/>
                      </a:cubicBezTo>
                      <a:cubicBezTo>
                        <a:pt x="8547" y="5405"/>
                        <a:pt x="8547" y="5477"/>
                        <a:pt x="8547" y="5552"/>
                      </a:cubicBezTo>
                      <a:cubicBezTo>
                        <a:pt x="8523" y="5552"/>
                        <a:pt x="8499" y="5552"/>
                        <a:pt x="8474" y="5552"/>
                      </a:cubicBezTo>
                      <a:cubicBezTo>
                        <a:pt x="8474" y="5624"/>
                        <a:pt x="8474" y="5697"/>
                        <a:pt x="8474" y="5771"/>
                      </a:cubicBezTo>
                      <a:cubicBezTo>
                        <a:pt x="8450" y="5771"/>
                        <a:pt x="8426" y="5771"/>
                        <a:pt x="8401" y="5771"/>
                      </a:cubicBezTo>
                      <a:cubicBezTo>
                        <a:pt x="8401" y="5843"/>
                        <a:pt x="8401" y="5916"/>
                        <a:pt x="8401" y="5990"/>
                      </a:cubicBezTo>
                      <a:cubicBezTo>
                        <a:pt x="8377" y="5990"/>
                        <a:pt x="8353" y="5990"/>
                        <a:pt x="8328" y="5990"/>
                      </a:cubicBezTo>
                      <a:cubicBezTo>
                        <a:pt x="8328" y="6038"/>
                        <a:pt x="8328" y="6087"/>
                        <a:pt x="8328" y="6136"/>
                      </a:cubicBezTo>
                      <a:cubicBezTo>
                        <a:pt x="8304" y="6136"/>
                        <a:pt x="8280" y="6136"/>
                        <a:pt x="8255" y="6136"/>
                      </a:cubicBezTo>
                      <a:cubicBezTo>
                        <a:pt x="8255" y="6185"/>
                        <a:pt x="8255" y="6233"/>
                        <a:pt x="8255" y="6282"/>
                      </a:cubicBezTo>
                      <a:cubicBezTo>
                        <a:pt x="8231" y="6282"/>
                        <a:pt x="8207" y="6282"/>
                        <a:pt x="8182" y="6282"/>
                      </a:cubicBezTo>
                      <a:cubicBezTo>
                        <a:pt x="8182" y="6331"/>
                        <a:pt x="8182" y="6379"/>
                        <a:pt x="8182" y="6429"/>
                      </a:cubicBezTo>
                      <a:cubicBezTo>
                        <a:pt x="8158" y="6429"/>
                        <a:pt x="8134" y="6429"/>
                        <a:pt x="8109" y="6429"/>
                      </a:cubicBezTo>
                      <a:cubicBezTo>
                        <a:pt x="8109" y="6453"/>
                        <a:pt x="8109" y="6477"/>
                        <a:pt x="8109" y="6502"/>
                      </a:cubicBezTo>
                      <a:cubicBezTo>
                        <a:pt x="8085" y="6502"/>
                        <a:pt x="8061" y="6502"/>
                        <a:pt x="8036" y="6502"/>
                      </a:cubicBezTo>
                      <a:cubicBezTo>
                        <a:pt x="8036" y="6550"/>
                        <a:pt x="8036" y="6598"/>
                        <a:pt x="8036" y="6648"/>
                      </a:cubicBezTo>
                      <a:cubicBezTo>
                        <a:pt x="8012" y="6648"/>
                        <a:pt x="7988" y="6648"/>
                        <a:pt x="7963" y="6648"/>
                      </a:cubicBezTo>
                      <a:cubicBezTo>
                        <a:pt x="7963" y="6672"/>
                        <a:pt x="7963" y="6696"/>
                        <a:pt x="7963" y="6721"/>
                      </a:cubicBezTo>
                      <a:cubicBezTo>
                        <a:pt x="7939" y="6721"/>
                        <a:pt x="7914" y="6721"/>
                        <a:pt x="7890" y="6721"/>
                      </a:cubicBezTo>
                      <a:cubicBezTo>
                        <a:pt x="7890" y="6769"/>
                        <a:pt x="7890" y="6817"/>
                        <a:pt x="7890" y="6867"/>
                      </a:cubicBezTo>
                      <a:cubicBezTo>
                        <a:pt x="7866" y="6867"/>
                        <a:pt x="7841" y="6867"/>
                        <a:pt x="7817" y="6867"/>
                      </a:cubicBezTo>
                      <a:cubicBezTo>
                        <a:pt x="7817" y="6891"/>
                        <a:pt x="7817" y="6915"/>
                        <a:pt x="7817" y="6940"/>
                      </a:cubicBezTo>
                      <a:cubicBezTo>
                        <a:pt x="7792" y="6940"/>
                        <a:pt x="7768" y="6940"/>
                        <a:pt x="7744" y="6940"/>
                      </a:cubicBezTo>
                      <a:cubicBezTo>
                        <a:pt x="7744" y="6964"/>
                        <a:pt x="7744" y="6988"/>
                        <a:pt x="7744" y="7013"/>
                      </a:cubicBezTo>
                      <a:cubicBezTo>
                        <a:pt x="7719" y="7013"/>
                        <a:pt x="7695" y="7013"/>
                        <a:pt x="7670" y="7013"/>
                      </a:cubicBezTo>
                      <a:cubicBezTo>
                        <a:pt x="7670" y="7037"/>
                        <a:pt x="7670" y="7061"/>
                        <a:pt x="7670" y="7086"/>
                      </a:cubicBezTo>
                      <a:cubicBezTo>
                        <a:pt x="7646" y="7086"/>
                        <a:pt x="7622" y="7086"/>
                        <a:pt x="7597" y="7086"/>
                      </a:cubicBezTo>
                      <a:cubicBezTo>
                        <a:pt x="7597" y="7110"/>
                        <a:pt x="7597" y="7134"/>
                        <a:pt x="7597" y="7159"/>
                      </a:cubicBezTo>
                      <a:cubicBezTo>
                        <a:pt x="7573" y="7159"/>
                        <a:pt x="7549" y="7159"/>
                        <a:pt x="7524" y="7159"/>
                      </a:cubicBezTo>
                      <a:cubicBezTo>
                        <a:pt x="7524" y="7183"/>
                        <a:pt x="7524" y="7207"/>
                        <a:pt x="7524" y="7232"/>
                      </a:cubicBezTo>
                      <a:cubicBezTo>
                        <a:pt x="7500" y="7232"/>
                        <a:pt x="7476" y="7232"/>
                        <a:pt x="7451" y="7232"/>
                      </a:cubicBezTo>
                      <a:cubicBezTo>
                        <a:pt x="7451" y="7256"/>
                        <a:pt x="7451" y="7280"/>
                        <a:pt x="7451" y="7305"/>
                      </a:cubicBezTo>
                      <a:cubicBezTo>
                        <a:pt x="7427" y="7305"/>
                        <a:pt x="7403" y="7305"/>
                        <a:pt x="7378" y="7305"/>
                      </a:cubicBezTo>
                      <a:cubicBezTo>
                        <a:pt x="7378" y="7329"/>
                        <a:pt x="7378" y="7353"/>
                        <a:pt x="7378" y="7378"/>
                      </a:cubicBezTo>
                      <a:cubicBezTo>
                        <a:pt x="7354" y="7378"/>
                        <a:pt x="7330" y="7378"/>
                        <a:pt x="7305" y="7378"/>
                      </a:cubicBezTo>
                      <a:cubicBezTo>
                        <a:pt x="7305" y="7402"/>
                        <a:pt x="7305" y="7426"/>
                        <a:pt x="7305" y="7451"/>
                      </a:cubicBezTo>
                      <a:cubicBezTo>
                        <a:pt x="7281" y="7451"/>
                        <a:pt x="7257" y="7451"/>
                        <a:pt x="7232" y="7451"/>
                      </a:cubicBezTo>
                      <a:cubicBezTo>
                        <a:pt x="7232" y="7475"/>
                        <a:pt x="7232" y="7500"/>
                        <a:pt x="7232" y="7524"/>
                      </a:cubicBezTo>
                      <a:cubicBezTo>
                        <a:pt x="7208" y="7524"/>
                        <a:pt x="7184" y="7524"/>
                        <a:pt x="7159" y="7524"/>
                      </a:cubicBezTo>
                      <a:cubicBezTo>
                        <a:pt x="7159" y="7548"/>
                        <a:pt x="7159" y="7573"/>
                        <a:pt x="7159" y="7597"/>
                      </a:cubicBezTo>
                      <a:cubicBezTo>
                        <a:pt x="7135" y="7597"/>
                        <a:pt x="7111" y="7597"/>
                        <a:pt x="7086" y="7597"/>
                      </a:cubicBezTo>
                      <a:cubicBezTo>
                        <a:pt x="7086" y="7622"/>
                        <a:pt x="7086" y="7646"/>
                        <a:pt x="7086" y="7670"/>
                      </a:cubicBezTo>
                      <a:cubicBezTo>
                        <a:pt x="7062" y="7670"/>
                        <a:pt x="7038" y="7670"/>
                        <a:pt x="7013" y="7670"/>
                      </a:cubicBezTo>
                      <a:cubicBezTo>
                        <a:pt x="7013" y="7695"/>
                        <a:pt x="7013" y="7719"/>
                        <a:pt x="7013" y="7744"/>
                      </a:cubicBezTo>
                      <a:cubicBezTo>
                        <a:pt x="6965" y="7744"/>
                        <a:pt x="6917" y="7744"/>
                        <a:pt x="6867" y="7744"/>
                      </a:cubicBezTo>
                      <a:cubicBezTo>
                        <a:pt x="6867" y="7768"/>
                        <a:pt x="6867" y="7792"/>
                        <a:pt x="6867" y="7817"/>
                      </a:cubicBezTo>
                      <a:cubicBezTo>
                        <a:pt x="6843" y="7817"/>
                        <a:pt x="6819" y="7817"/>
                        <a:pt x="6794" y="7817"/>
                      </a:cubicBezTo>
                      <a:cubicBezTo>
                        <a:pt x="6794" y="7841"/>
                        <a:pt x="6794" y="7865"/>
                        <a:pt x="6794" y="7890"/>
                      </a:cubicBezTo>
                      <a:cubicBezTo>
                        <a:pt x="6746" y="7890"/>
                        <a:pt x="6697" y="7890"/>
                        <a:pt x="6648" y="7890"/>
                      </a:cubicBezTo>
                      <a:cubicBezTo>
                        <a:pt x="6648" y="7914"/>
                        <a:pt x="6648" y="7938"/>
                        <a:pt x="6648" y="7963"/>
                      </a:cubicBezTo>
                      <a:cubicBezTo>
                        <a:pt x="6600" y="7963"/>
                        <a:pt x="6551" y="7963"/>
                        <a:pt x="6502" y="7963"/>
                      </a:cubicBezTo>
                      <a:cubicBezTo>
                        <a:pt x="6502" y="7987"/>
                        <a:pt x="6502" y="8011"/>
                        <a:pt x="6502" y="8036"/>
                      </a:cubicBezTo>
                      <a:cubicBezTo>
                        <a:pt x="6478" y="8036"/>
                        <a:pt x="6453" y="8036"/>
                        <a:pt x="6429" y="8036"/>
                      </a:cubicBezTo>
                      <a:cubicBezTo>
                        <a:pt x="6429" y="8060"/>
                        <a:pt x="6429" y="8084"/>
                        <a:pt x="6429" y="8109"/>
                      </a:cubicBezTo>
                      <a:cubicBezTo>
                        <a:pt x="6380" y="8109"/>
                        <a:pt x="6332" y="8109"/>
                        <a:pt x="6282" y="8109"/>
                      </a:cubicBezTo>
                      <a:cubicBezTo>
                        <a:pt x="6282" y="8133"/>
                        <a:pt x="6282" y="8157"/>
                        <a:pt x="6282" y="8182"/>
                      </a:cubicBezTo>
                      <a:cubicBezTo>
                        <a:pt x="6234" y="8182"/>
                        <a:pt x="6186" y="8182"/>
                        <a:pt x="6136" y="8182"/>
                      </a:cubicBezTo>
                      <a:cubicBezTo>
                        <a:pt x="6136" y="8206"/>
                        <a:pt x="6136" y="8230"/>
                        <a:pt x="6136" y="8255"/>
                      </a:cubicBezTo>
                      <a:cubicBezTo>
                        <a:pt x="6064" y="8255"/>
                        <a:pt x="5992" y="8255"/>
                        <a:pt x="5917" y="8255"/>
                      </a:cubicBezTo>
                      <a:cubicBezTo>
                        <a:pt x="5917" y="8279"/>
                        <a:pt x="5917" y="8303"/>
                        <a:pt x="5917" y="8328"/>
                      </a:cubicBezTo>
                      <a:cubicBezTo>
                        <a:pt x="5869" y="8328"/>
                        <a:pt x="5821" y="8328"/>
                        <a:pt x="5771" y="8328"/>
                      </a:cubicBezTo>
                      <a:cubicBezTo>
                        <a:pt x="5771" y="8352"/>
                        <a:pt x="5771" y="8376"/>
                        <a:pt x="5771" y="8401"/>
                      </a:cubicBezTo>
                      <a:cubicBezTo>
                        <a:pt x="5675" y="8401"/>
                        <a:pt x="5578" y="8401"/>
                        <a:pt x="5479" y="8401"/>
                      </a:cubicBezTo>
                      <a:cubicBezTo>
                        <a:pt x="5479" y="8425"/>
                        <a:pt x="5479" y="8449"/>
                        <a:pt x="5479" y="8474"/>
                      </a:cubicBezTo>
                      <a:cubicBezTo>
                        <a:pt x="5382" y="8474"/>
                        <a:pt x="5286" y="8474"/>
                        <a:pt x="5187" y="8474"/>
                      </a:cubicBezTo>
                      <a:cubicBezTo>
                        <a:pt x="5187" y="8498"/>
                        <a:pt x="5187" y="8522"/>
                        <a:pt x="5187" y="8547"/>
                      </a:cubicBezTo>
                      <a:cubicBezTo>
                        <a:pt x="4970" y="8547"/>
                        <a:pt x="4753" y="8547"/>
                        <a:pt x="4529" y="8547"/>
                      </a:cubicBezTo>
                      <a:cubicBezTo>
                        <a:pt x="4529" y="8571"/>
                        <a:pt x="4529" y="8595"/>
                        <a:pt x="4529" y="8620"/>
                      </a:cubicBezTo>
                      <a:cubicBezTo>
                        <a:pt x="4385" y="8620"/>
                        <a:pt x="4240" y="8620"/>
                        <a:pt x="4091" y="8620"/>
                      </a:cubicBezTo>
                      <a:cubicBezTo>
                        <a:pt x="4091" y="8596"/>
                        <a:pt x="4091" y="8572"/>
                        <a:pt x="4091" y="8547"/>
                      </a:cubicBezTo>
                      <a:cubicBezTo>
                        <a:pt x="3922" y="8547"/>
                        <a:pt x="3753" y="8547"/>
                        <a:pt x="3580" y="8547"/>
                      </a:cubicBezTo>
                      <a:cubicBezTo>
                        <a:pt x="3580" y="8523"/>
                        <a:pt x="3580" y="8499"/>
                        <a:pt x="3580" y="8474"/>
                      </a:cubicBezTo>
                      <a:cubicBezTo>
                        <a:pt x="3459" y="8474"/>
                        <a:pt x="3338" y="8474"/>
                        <a:pt x="3214" y="8474"/>
                      </a:cubicBezTo>
                      <a:cubicBezTo>
                        <a:pt x="3214" y="8450"/>
                        <a:pt x="3214" y="8426"/>
                        <a:pt x="3214" y="8401"/>
                      </a:cubicBezTo>
                      <a:cubicBezTo>
                        <a:pt x="3142" y="8401"/>
                        <a:pt x="3070" y="8401"/>
                        <a:pt x="2995" y="8401"/>
                      </a:cubicBezTo>
                      <a:cubicBezTo>
                        <a:pt x="2995" y="8377"/>
                        <a:pt x="2995" y="8353"/>
                        <a:pt x="2995" y="8328"/>
                      </a:cubicBezTo>
                      <a:cubicBezTo>
                        <a:pt x="2923" y="8328"/>
                        <a:pt x="2850" y="8328"/>
                        <a:pt x="2776" y="8328"/>
                      </a:cubicBezTo>
                      <a:cubicBezTo>
                        <a:pt x="2776" y="8304"/>
                        <a:pt x="2776" y="8280"/>
                        <a:pt x="2776" y="8255"/>
                      </a:cubicBezTo>
                      <a:cubicBezTo>
                        <a:pt x="2704" y="8255"/>
                        <a:pt x="2631" y="8255"/>
                        <a:pt x="2557" y="8255"/>
                      </a:cubicBezTo>
                      <a:cubicBezTo>
                        <a:pt x="2557" y="8231"/>
                        <a:pt x="2557" y="8207"/>
                        <a:pt x="2557" y="8182"/>
                      </a:cubicBezTo>
                      <a:cubicBezTo>
                        <a:pt x="2509" y="8182"/>
                        <a:pt x="2460" y="8182"/>
                        <a:pt x="2411" y="8182"/>
                      </a:cubicBezTo>
                      <a:cubicBezTo>
                        <a:pt x="2411" y="8158"/>
                        <a:pt x="2411" y="8134"/>
                        <a:pt x="2411" y="8109"/>
                      </a:cubicBezTo>
                      <a:cubicBezTo>
                        <a:pt x="2363" y="8109"/>
                        <a:pt x="2314" y="8109"/>
                        <a:pt x="2265" y="8109"/>
                      </a:cubicBezTo>
                      <a:cubicBezTo>
                        <a:pt x="2265" y="8085"/>
                        <a:pt x="2265" y="8061"/>
                        <a:pt x="2265" y="8036"/>
                      </a:cubicBezTo>
                      <a:cubicBezTo>
                        <a:pt x="2216" y="8036"/>
                        <a:pt x="2168" y="8036"/>
                        <a:pt x="2119" y="8036"/>
                      </a:cubicBezTo>
                      <a:cubicBezTo>
                        <a:pt x="2119" y="8012"/>
                        <a:pt x="2119" y="7988"/>
                        <a:pt x="2119" y="7963"/>
                      </a:cubicBezTo>
                      <a:cubicBezTo>
                        <a:pt x="2094" y="7963"/>
                        <a:pt x="2070" y="7963"/>
                        <a:pt x="2045" y="7963"/>
                      </a:cubicBezTo>
                      <a:cubicBezTo>
                        <a:pt x="2045" y="7939"/>
                        <a:pt x="2045" y="7914"/>
                        <a:pt x="2045" y="7890"/>
                      </a:cubicBezTo>
                      <a:cubicBezTo>
                        <a:pt x="1997" y="7890"/>
                        <a:pt x="1949" y="7890"/>
                        <a:pt x="1899" y="7890"/>
                      </a:cubicBezTo>
                      <a:cubicBezTo>
                        <a:pt x="1899" y="7866"/>
                        <a:pt x="1899" y="7841"/>
                        <a:pt x="1899" y="7817"/>
                      </a:cubicBezTo>
                      <a:cubicBezTo>
                        <a:pt x="1875" y="7817"/>
                        <a:pt x="1851" y="7817"/>
                        <a:pt x="1826" y="7817"/>
                      </a:cubicBezTo>
                      <a:cubicBezTo>
                        <a:pt x="1826" y="7792"/>
                        <a:pt x="1826" y="7768"/>
                        <a:pt x="1826" y="7744"/>
                      </a:cubicBezTo>
                      <a:cubicBezTo>
                        <a:pt x="1778" y="7744"/>
                        <a:pt x="1730" y="7744"/>
                        <a:pt x="1680" y="7744"/>
                      </a:cubicBezTo>
                      <a:cubicBezTo>
                        <a:pt x="1680" y="7719"/>
                        <a:pt x="1680" y="7695"/>
                        <a:pt x="1680" y="7670"/>
                      </a:cubicBezTo>
                      <a:cubicBezTo>
                        <a:pt x="1656" y="7670"/>
                        <a:pt x="1632" y="7670"/>
                        <a:pt x="1607" y="7670"/>
                      </a:cubicBezTo>
                      <a:cubicBezTo>
                        <a:pt x="1607" y="7646"/>
                        <a:pt x="1607" y="7622"/>
                        <a:pt x="1607" y="7597"/>
                      </a:cubicBezTo>
                      <a:cubicBezTo>
                        <a:pt x="1583" y="7597"/>
                        <a:pt x="1559" y="7597"/>
                        <a:pt x="1534" y="7597"/>
                      </a:cubicBezTo>
                      <a:cubicBezTo>
                        <a:pt x="1534" y="7573"/>
                        <a:pt x="1534" y="7549"/>
                        <a:pt x="1534" y="7524"/>
                      </a:cubicBezTo>
                      <a:cubicBezTo>
                        <a:pt x="1510" y="7524"/>
                        <a:pt x="1486" y="7524"/>
                        <a:pt x="1461" y="7524"/>
                      </a:cubicBezTo>
                      <a:cubicBezTo>
                        <a:pt x="1461" y="7500"/>
                        <a:pt x="1461" y="7476"/>
                        <a:pt x="1461" y="7451"/>
                      </a:cubicBezTo>
                      <a:cubicBezTo>
                        <a:pt x="1437" y="7451"/>
                        <a:pt x="1413" y="7451"/>
                        <a:pt x="1388" y="7451"/>
                      </a:cubicBezTo>
                      <a:cubicBezTo>
                        <a:pt x="1388" y="7427"/>
                        <a:pt x="1388" y="7403"/>
                        <a:pt x="1388" y="7378"/>
                      </a:cubicBezTo>
                      <a:cubicBezTo>
                        <a:pt x="1364" y="7378"/>
                        <a:pt x="1340" y="7378"/>
                        <a:pt x="1315" y="7378"/>
                      </a:cubicBezTo>
                      <a:cubicBezTo>
                        <a:pt x="1315" y="7354"/>
                        <a:pt x="1315" y="7330"/>
                        <a:pt x="1315" y="7305"/>
                      </a:cubicBezTo>
                      <a:cubicBezTo>
                        <a:pt x="1291" y="7305"/>
                        <a:pt x="1267" y="7305"/>
                        <a:pt x="1242" y="7305"/>
                      </a:cubicBezTo>
                      <a:cubicBezTo>
                        <a:pt x="1242" y="7281"/>
                        <a:pt x="1242" y="7257"/>
                        <a:pt x="1242" y="7232"/>
                      </a:cubicBezTo>
                      <a:cubicBezTo>
                        <a:pt x="1218" y="7232"/>
                        <a:pt x="1194" y="7232"/>
                        <a:pt x="1169" y="7232"/>
                      </a:cubicBezTo>
                      <a:cubicBezTo>
                        <a:pt x="1169" y="7208"/>
                        <a:pt x="1169" y="7184"/>
                        <a:pt x="1169" y="7159"/>
                      </a:cubicBezTo>
                      <a:cubicBezTo>
                        <a:pt x="1145" y="7159"/>
                        <a:pt x="1121" y="7159"/>
                        <a:pt x="1096" y="7159"/>
                      </a:cubicBezTo>
                      <a:cubicBezTo>
                        <a:pt x="1096" y="7135"/>
                        <a:pt x="1096" y="7111"/>
                        <a:pt x="1096" y="7086"/>
                      </a:cubicBezTo>
                      <a:cubicBezTo>
                        <a:pt x="1072" y="7086"/>
                        <a:pt x="1048" y="7086"/>
                        <a:pt x="1023" y="7086"/>
                      </a:cubicBezTo>
                      <a:cubicBezTo>
                        <a:pt x="1023" y="7062"/>
                        <a:pt x="1023" y="7038"/>
                        <a:pt x="1023" y="7013"/>
                      </a:cubicBezTo>
                      <a:cubicBezTo>
                        <a:pt x="999" y="7013"/>
                        <a:pt x="975" y="7013"/>
                        <a:pt x="950" y="7013"/>
                      </a:cubicBezTo>
                      <a:cubicBezTo>
                        <a:pt x="950" y="6989"/>
                        <a:pt x="950" y="6965"/>
                        <a:pt x="950" y="6940"/>
                      </a:cubicBezTo>
                      <a:cubicBezTo>
                        <a:pt x="926" y="6940"/>
                        <a:pt x="901" y="6940"/>
                        <a:pt x="877" y="6940"/>
                      </a:cubicBezTo>
                      <a:cubicBezTo>
                        <a:pt x="877" y="6916"/>
                        <a:pt x="877" y="6892"/>
                        <a:pt x="877" y="6867"/>
                      </a:cubicBezTo>
                      <a:cubicBezTo>
                        <a:pt x="853" y="6867"/>
                        <a:pt x="828" y="6867"/>
                        <a:pt x="804" y="6867"/>
                      </a:cubicBezTo>
                      <a:cubicBezTo>
                        <a:pt x="804" y="6819"/>
                        <a:pt x="804" y="6770"/>
                        <a:pt x="804" y="6721"/>
                      </a:cubicBezTo>
                      <a:cubicBezTo>
                        <a:pt x="779" y="6721"/>
                        <a:pt x="755" y="6721"/>
                        <a:pt x="731" y="6721"/>
                      </a:cubicBezTo>
                      <a:cubicBezTo>
                        <a:pt x="731" y="6697"/>
                        <a:pt x="731" y="6673"/>
                        <a:pt x="731" y="6648"/>
                      </a:cubicBezTo>
                      <a:cubicBezTo>
                        <a:pt x="706" y="6648"/>
                        <a:pt x="682" y="6648"/>
                        <a:pt x="657" y="6648"/>
                      </a:cubicBezTo>
                      <a:cubicBezTo>
                        <a:pt x="657" y="6600"/>
                        <a:pt x="657" y="6551"/>
                        <a:pt x="657" y="6502"/>
                      </a:cubicBezTo>
                      <a:cubicBezTo>
                        <a:pt x="633" y="6502"/>
                        <a:pt x="609" y="6502"/>
                        <a:pt x="584" y="6502"/>
                      </a:cubicBezTo>
                      <a:cubicBezTo>
                        <a:pt x="584" y="6478"/>
                        <a:pt x="584" y="6453"/>
                        <a:pt x="584" y="6429"/>
                      </a:cubicBezTo>
                      <a:cubicBezTo>
                        <a:pt x="560" y="6429"/>
                        <a:pt x="536" y="6429"/>
                        <a:pt x="511" y="6429"/>
                      </a:cubicBezTo>
                      <a:cubicBezTo>
                        <a:pt x="511" y="6380"/>
                        <a:pt x="511" y="6332"/>
                        <a:pt x="511" y="6282"/>
                      </a:cubicBezTo>
                      <a:cubicBezTo>
                        <a:pt x="487" y="6282"/>
                        <a:pt x="463" y="6282"/>
                        <a:pt x="438" y="6282"/>
                      </a:cubicBezTo>
                      <a:cubicBezTo>
                        <a:pt x="438" y="6234"/>
                        <a:pt x="438" y="6186"/>
                        <a:pt x="438" y="6136"/>
                      </a:cubicBezTo>
                      <a:cubicBezTo>
                        <a:pt x="414" y="6136"/>
                        <a:pt x="390" y="6136"/>
                        <a:pt x="365" y="6136"/>
                      </a:cubicBezTo>
                      <a:cubicBezTo>
                        <a:pt x="365" y="6064"/>
                        <a:pt x="365" y="5992"/>
                        <a:pt x="365" y="5917"/>
                      </a:cubicBezTo>
                      <a:cubicBezTo>
                        <a:pt x="341" y="5917"/>
                        <a:pt x="317" y="5917"/>
                        <a:pt x="292" y="5917"/>
                      </a:cubicBezTo>
                      <a:cubicBezTo>
                        <a:pt x="292" y="5869"/>
                        <a:pt x="292" y="5821"/>
                        <a:pt x="292" y="5771"/>
                      </a:cubicBezTo>
                      <a:cubicBezTo>
                        <a:pt x="268" y="5771"/>
                        <a:pt x="244" y="5771"/>
                        <a:pt x="219" y="5771"/>
                      </a:cubicBezTo>
                      <a:cubicBezTo>
                        <a:pt x="219" y="5699"/>
                        <a:pt x="219" y="5626"/>
                        <a:pt x="219" y="5552"/>
                      </a:cubicBezTo>
                      <a:cubicBezTo>
                        <a:pt x="195" y="5552"/>
                        <a:pt x="171" y="5552"/>
                        <a:pt x="146" y="5552"/>
                      </a:cubicBezTo>
                      <a:cubicBezTo>
                        <a:pt x="146" y="5480"/>
                        <a:pt x="146" y="5407"/>
                        <a:pt x="146" y="5333"/>
                      </a:cubicBezTo>
                      <a:cubicBezTo>
                        <a:pt x="122" y="5333"/>
                        <a:pt x="98" y="5333"/>
                        <a:pt x="73" y="5333"/>
                      </a:cubicBezTo>
                      <a:cubicBezTo>
                        <a:pt x="73" y="5188"/>
                        <a:pt x="73" y="5044"/>
                        <a:pt x="73" y="4894"/>
                      </a:cubicBezTo>
                      <a:cubicBezTo>
                        <a:pt x="49" y="4894"/>
                        <a:pt x="25" y="4894"/>
                        <a:pt x="0" y="4894"/>
                      </a:cubicBezTo>
                      <a:cubicBezTo>
                        <a:pt x="0" y="4485"/>
                        <a:pt x="0" y="4075"/>
                        <a:pt x="0" y="3653"/>
                      </a:cubicBezTo>
                      <a:cubicBezTo>
                        <a:pt x="24" y="3653"/>
                        <a:pt x="48" y="3653"/>
                        <a:pt x="73" y="3653"/>
                      </a:cubicBezTo>
                      <a:cubicBezTo>
                        <a:pt x="73" y="3532"/>
                        <a:pt x="73" y="3412"/>
                        <a:pt x="73" y="3287"/>
                      </a:cubicBezTo>
                      <a:cubicBezTo>
                        <a:pt x="97" y="3287"/>
                        <a:pt x="121" y="3287"/>
                        <a:pt x="146" y="3287"/>
                      </a:cubicBezTo>
                      <a:cubicBezTo>
                        <a:pt x="146" y="3215"/>
                        <a:pt x="146" y="3143"/>
                        <a:pt x="146" y="3068"/>
                      </a:cubicBezTo>
                      <a:cubicBezTo>
                        <a:pt x="170" y="3068"/>
                        <a:pt x="194" y="3068"/>
                        <a:pt x="219" y="3068"/>
                      </a:cubicBezTo>
                      <a:cubicBezTo>
                        <a:pt x="219" y="2972"/>
                        <a:pt x="219" y="2875"/>
                        <a:pt x="219" y="2776"/>
                      </a:cubicBezTo>
                      <a:cubicBezTo>
                        <a:pt x="243" y="2776"/>
                        <a:pt x="267" y="2776"/>
                        <a:pt x="292" y="2776"/>
                      </a:cubicBezTo>
                      <a:cubicBezTo>
                        <a:pt x="292" y="2728"/>
                        <a:pt x="292" y="2680"/>
                        <a:pt x="292" y="2630"/>
                      </a:cubicBezTo>
                      <a:cubicBezTo>
                        <a:pt x="316" y="2630"/>
                        <a:pt x="340" y="2630"/>
                        <a:pt x="365" y="2630"/>
                      </a:cubicBezTo>
                      <a:cubicBezTo>
                        <a:pt x="365" y="2582"/>
                        <a:pt x="365" y="2533"/>
                        <a:pt x="365" y="2484"/>
                      </a:cubicBezTo>
                      <a:cubicBezTo>
                        <a:pt x="389" y="2484"/>
                        <a:pt x="413" y="2484"/>
                        <a:pt x="438" y="2484"/>
                      </a:cubicBezTo>
                      <a:cubicBezTo>
                        <a:pt x="438" y="2436"/>
                        <a:pt x="438" y="2387"/>
                        <a:pt x="438" y="2338"/>
                      </a:cubicBezTo>
                      <a:cubicBezTo>
                        <a:pt x="462" y="2338"/>
                        <a:pt x="487" y="2338"/>
                        <a:pt x="511" y="2338"/>
                      </a:cubicBezTo>
                      <a:cubicBezTo>
                        <a:pt x="511" y="2289"/>
                        <a:pt x="511" y="2241"/>
                        <a:pt x="511" y="2192"/>
                      </a:cubicBezTo>
                      <a:cubicBezTo>
                        <a:pt x="535" y="2192"/>
                        <a:pt x="560" y="2192"/>
                        <a:pt x="584" y="2192"/>
                      </a:cubicBezTo>
                      <a:cubicBezTo>
                        <a:pt x="584" y="2143"/>
                        <a:pt x="584" y="2095"/>
                        <a:pt x="584" y="2045"/>
                      </a:cubicBezTo>
                      <a:cubicBezTo>
                        <a:pt x="609" y="2045"/>
                        <a:pt x="633" y="2045"/>
                        <a:pt x="657" y="2045"/>
                      </a:cubicBezTo>
                      <a:cubicBezTo>
                        <a:pt x="657" y="2021"/>
                        <a:pt x="657" y="1997"/>
                        <a:pt x="657" y="1972"/>
                      </a:cubicBezTo>
                      <a:cubicBezTo>
                        <a:pt x="682" y="1972"/>
                        <a:pt x="706" y="1972"/>
                        <a:pt x="731" y="1972"/>
                      </a:cubicBezTo>
                      <a:cubicBezTo>
                        <a:pt x="731" y="1924"/>
                        <a:pt x="731" y="1876"/>
                        <a:pt x="731" y="1826"/>
                      </a:cubicBezTo>
                      <a:cubicBezTo>
                        <a:pt x="755" y="1826"/>
                        <a:pt x="779" y="1826"/>
                        <a:pt x="804" y="1826"/>
                      </a:cubicBezTo>
                      <a:cubicBezTo>
                        <a:pt x="804" y="1802"/>
                        <a:pt x="804" y="1778"/>
                        <a:pt x="804" y="1753"/>
                      </a:cubicBezTo>
                      <a:cubicBezTo>
                        <a:pt x="828" y="1753"/>
                        <a:pt x="852" y="1753"/>
                        <a:pt x="877" y="1753"/>
                      </a:cubicBezTo>
                      <a:cubicBezTo>
                        <a:pt x="877" y="1729"/>
                        <a:pt x="877" y="1705"/>
                        <a:pt x="877" y="1680"/>
                      </a:cubicBezTo>
                      <a:cubicBezTo>
                        <a:pt x="901" y="1680"/>
                        <a:pt x="925" y="1680"/>
                        <a:pt x="950" y="1680"/>
                      </a:cubicBezTo>
                      <a:cubicBezTo>
                        <a:pt x="950" y="1632"/>
                        <a:pt x="950" y="1584"/>
                        <a:pt x="950" y="1534"/>
                      </a:cubicBezTo>
                      <a:cubicBezTo>
                        <a:pt x="974" y="1534"/>
                        <a:pt x="998" y="1534"/>
                        <a:pt x="1023" y="1534"/>
                      </a:cubicBezTo>
                      <a:cubicBezTo>
                        <a:pt x="1023" y="1510"/>
                        <a:pt x="1023" y="1486"/>
                        <a:pt x="1023" y="1461"/>
                      </a:cubicBezTo>
                      <a:cubicBezTo>
                        <a:pt x="1047" y="1461"/>
                        <a:pt x="1071" y="1461"/>
                        <a:pt x="1096" y="1461"/>
                      </a:cubicBezTo>
                      <a:cubicBezTo>
                        <a:pt x="1096" y="1437"/>
                        <a:pt x="1096" y="1413"/>
                        <a:pt x="1096" y="1388"/>
                      </a:cubicBezTo>
                      <a:cubicBezTo>
                        <a:pt x="1120" y="1388"/>
                        <a:pt x="1144" y="1388"/>
                        <a:pt x="1169" y="1388"/>
                      </a:cubicBezTo>
                      <a:cubicBezTo>
                        <a:pt x="1169" y="1364"/>
                        <a:pt x="1169" y="1340"/>
                        <a:pt x="1169" y="1315"/>
                      </a:cubicBezTo>
                      <a:cubicBezTo>
                        <a:pt x="1193" y="1315"/>
                        <a:pt x="1217" y="1315"/>
                        <a:pt x="1242" y="1315"/>
                      </a:cubicBezTo>
                      <a:cubicBezTo>
                        <a:pt x="1242" y="1291"/>
                        <a:pt x="1242" y="1267"/>
                        <a:pt x="1242" y="1242"/>
                      </a:cubicBezTo>
                      <a:cubicBezTo>
                        <a:pt x="1266" y="1242"/>
                        <a:pt x="1290" y="1242"/>
                        <a:pt x="1315" y="1242"/>
                      </a:cubicBezTo>
                      <a:cubicBezTo>
                        <a:pt x="1315" y="1218"/>
                        <a:pt x="1315" y="1194"/>
                        <a:pt x="1315" y="1169"/>
                      </a:cubicBezTo>
                      <a:cubicBezTo>
                        <a:pt x="1339" y="1169"/>
                        <a:pt x="1363" y="1169"/>
                        <a:pt x="1388" y="1169"/>
                      </a:cubicBezTo>
                      <a:cubicBezTo>
                        <a:pt x="1388" y="1145"/>
                        <a:pt x="1388" y="1121"/>
                        <a:pt x="1388" y="1096"/>
                      </a:cubicBezTo>
                      <a:cubicBezTo>
                        <a:pt x="1412" y="1096"/>
                        <a:pt x="1436" y="1096"/>
                        <a:pt x="1461" y="1096"/>
                      </a:cubicBezTo>
                      <a:cubicBezTo>
                        <a:pt x="1461" y="1072"/>
                        <a:pt x="1461" y="1048"/>
                        <a:pt x="1461" y="1023"/>
                      </a:cubicBezTo>
                      <a:cubicBezTo>
                        <a:pt x="1485" y="1023"/>
                        <a:pt x="1509" y="1023"/>
                        <a:pt x="1534" y="1023"/>
                      </a:cubicBezTo>
                      <a:cubicBezTo>
                        <a:pt x="1534" y="999"/>
                        <a:pt x="1534" y="975"/>
                        <a:pt x="1534" y="950"/>
                      </a:cubicBezTo>
                      <a:cubicBezTo>
                        <a:pt x="1582" y="950"/>
                        <a:pt x="1631" y="950"/>
                        <a:pt x="1680" y="950"/>
                      </a:cubicBezTo>
                      <a:cubicBezTo>
                        <a:pt x="1680" y="926"/>
                        <a:pt x="1680" y="901"/>
                        <a:pt x="1680" y="877"/>
                      </a:cubicBezTo>
                      <a:cubicBezTo>
                        <a:pt x="1704" y="877"/>
                        <a:pt x="1728" y="877"/>
                        <a:pt x="1753" y="877"/>
                      </a:cubicBezTo>
                      <a:cubicBezTo>
                        <a:pt x="1753" y="853"/>
                        <a:pt x="1753" y="828"/>
                        <a:pt x="1753" y="804"/>
                      </a:cubicBezTo>
                      <a:cubicBezTo>
                        <a:pt x="1801" y="804"/>
                        <a:pt x="1850" y="804"/>
                        <a:pt x="1899" y="804"/>
                      </a:cubicBezTo>
                      <a:cubicBezTo>
                        <a:pt x="1899" y="779"/>
                        <a:pt x="1899" y="755"/>
                        <a:pt x="1899" y="731"/>
                      </a:cubicBezTo>
                      <a:cubicBezTo>
                        <a:pt x="1923" y="731"/>
                        <a:pt x="1948" y="731"/>
                        <a:pt x="1972" y="731"/>
                      </a:cubicBezTo>
                      <a:cubicBezTo>
                        <a:pt x="1972" y="706"/>
                        <a:pt x="1972" y="682"/>
                        <a:pt x="1972" y="657"/>
                      </a:cubicBezTo>
                      <a:cubicBezTo>
                        <a:pt x="2021" y="657"/>
                        <a:pt x="2069" y="657"/>
                        <a:pt x="2119" y="657"/>
                      </a:cubicBezTo>
                      <a:cubicBezTo>
                        <a:pt x="2119" y="633"/>
                        <a:pt x="2119" y="609"/>
                        <a:pt x="2119" y="584"/>
                      </a:cubicBezTo>
                      <a:cubicBezTo>
                        <a:pt x="2143" y="584"/>
                        <a:pt x="2167" y="584"/>
                        <a:pt x="2192" y="584"/>
                      </a:cubicBezTo>
                      <a:cubicBezTo>
                        <a:pt x="2192" y="560"/>
                        <a:pt x="2192" y="536"/>
                        <a:pt x="2192" y="511"/>
                      </a:cubicBezTo>
                      <a:cubicBezTo>
                        <a:pt x="2240" y="511"/>
                        <a:pt x="2288" y="511"/>
                        <a:pt x="2338" y="511"/>
                      </a:cubicBezTo>
                      <a:cubicBezTo>
                        <a:pt x="2338" y="487"/>
                        <a:pt x="2338" y="463"/>
                        <a:pt x="2338" y="438"/>
                      </a:cubicBezTo>
                      <a:cubicBezTo>
                        <a:pt x="2386" y="438"/>
                        <a:pt x="2434" y="438"/>
                        <a:pt x="2484" y="438"/>
                      </a:cubicBezTo>
                      <a:cubicBezTo>
                        <a:pt x="2484" y="414"/>
                        <a:pt x="2484" y="390"/>
                        <a:pt x="2484" y="365"/>
                      </a:cubicBezTo>
                      <a:cubicBezTo>
                        <a:pt x="2556" y="365"/>
                        <a:pt x="2628" y="365"/>
                        <a:pt x="2703" y="365"/>
                      </a:cubicBezTo>
                      <a:cubicBezTo>
                        <a:pt x="2703" y="341"/>
                        <a:pt x="2703" y="317"/>
                        <a:pt x="2703" y="292"/>
                      </a:cubicBezTo>
                      <a:cubicBezTo>
                        <a:pt x="2751" y="292"/>
                        <a:pt x="2799" y="292"/>
                        <a:pt x="2849" y="292"/>
                      </a:cubicBezTo>
                      <a:cubicBezTo>
                        <a:pt x="2849" y="268"/>
                        <a:pt x="2849" y="244"/>
                        <a:pt x="2849" y="219"/>
                      </a:cubicBezTo>
                      <a:cubicBezTo>
                        <a:pt x="2921" y="219"/>
                        <a:pt x="2994" y="219"/>
                        <a:pt x="3068" y="219"/>
                      </a:cubicBezTo>
                      <a:cubicBezTo>
                        <a:pt x="3068" y="195"/>
                        <a:pt x="3068" y="171"/>
                        <a:pt x="3068" y="146"/>
                      </a:cubicBezTo>
                      <a:cubicBezTo>
                        <a:pt x="3165" y="146"/>
                        <a:pt x="3261" y="146"/>
                        <a:pt x="3360" y="146"/>
                      </a:cubicBezTo>
                      <a:cubicBezTo>
                        <a:pt x="3360" y="122"/>
                        <a:pt x="3360" y="98"/>
                        <a:pt x="3360" y="73"/>
                      </a:cubicBezTo>
                      <a:cubicBezTo>
                        <a:pt x="3505" y="73"/>
                        <a:pt x="3650" y="73"/>
                        <a:pt x="3799" y="73"/>
                      </a:cubicBezTo>
                      <a:cubicBezTo>
                        <a:pt x="3799" y="49"/>
                        <a:pt x="3799" y="25"/>
                        <a:pt x="3799" y="0"/>
                      </a:cubicBezTo>
                      <a:close/>
                      <a:moveTo>
                        <a:pt x="3653" y="438"/>
                      </a:moveTo>
                      <a:cubicBezTo>
                        <a:pt x="3653" y="462"/>
                        <a:pt x="3653" y="487"/>
                        <a:pt x="3653" y="511"/>
                      </a:cubicBezTo>
                      <a:cubicBezTo>
                        <a:pt x="3580" y="511"/>
                        <a:pt x="3508" y="511"/>
                        <a:pt x="3433" y="511"/>
                      </a:cubicBezTo>
                      <a:cubicBezTo>
                        <a:pt x="3433" y="535"/>
                        <a:pt x="3433" y="560"/>
                        <a:pt x="3433" y="584"/>
                      </a:cubicBezTo>
                      <a:cubicBezTo>
                        <a:pt x="3313" y="584"/>
                        <a:pt x="3192" y="584"/>
                        <a:pt x="3068" y="584"/>
                      </a:cubicBezTo>
                      <a:cubicBezTo>
                        <a:pt x="3068" y="609"/>
                        <a:pt x="3068" y="633"/>
                        <a:pt x="3068" y="657"/>
                      </a:cubicBezTo>
                      <a:cubicBezTo>
                        <a:pt x="3020" y="657"/>
                        <a:pt x="2972" y="657"/>
                        <a:pt x="2922" y="657"/>
                      </a:cubicBezTo>
                      <a:cubicBezTo>
                        <a:pt x="2922" y="682"/>
                        <a:pt x="2922" y="706"/>
                        <a:pt x="2922" y="731"/>
                      </a:cubicBezTo>
                      <a:cubicBezTo>
                        <a:pt x="2850" y="731"/>
                        <a:pt x="2777" y="731"/>
                        <a:pt x="2703" y="731"/>
                      </a:cubicBezTo>
                      <a:cubicBezTo>
                        <a:pt x="2703" y="755"/>
                        <a:pt x="2703" y="779"/>
                        <a:pt x="2703" y="804"/>
                      </a:cubicBezTo>
                      <a:cubicBezTo>
                        <a:pt x="2679" y="804"/>
                        <a:pt x="2655" y="804"/>
                        <a:pt x="2630" y="804"/>
                      </a:cubicBezTo>
                      <a:cubicBezTo>
                        <a:pt x="2630" y="828"/>
                        <a:pt x="2630" y="852"/>
                        <a:pt x="2630" y="877"/>
                      </a:cubicBezTo>
                      <a:cubicBezTo>
                        <a:pt x="2582" y="877"/>
                        <a:pt x="2533" y="877"/>
                        <a:pt x="2484" y="877"/>
                      </a:cubicBezTo>
                      <a:cubicBezTo>
                        <a:pt x="2484" y="901"/>
                        <a:pt x="2484" y="925"/>
                        <a:pt x="2484" y="950"/>
                      </a:cubicBezTo>
                      <a:cubicBezTo>
                        <a:pt x="2411" y="950"/>
                        <a:pt x="2339" y="950"/>
                        <a:pt x="2265" y="950"/>
                      </a:cubicBezTo>
                      <a:cubicBezTo>
                        <a:pt x="2265" y="974"/>
                        <a:pt x="2265" y="998"/>
                        <a:pt x="2265" y="1023"/>
                      </a:cubicBezTo>
                      <a:cubicBezTo>
                        <a:pt x="2241" y="1023"/>
                        <a:pt x="2216" y="1023"/>
                        <a:pt x="2192" y="1023"/>
                      </a:cubicBezTo>
                      <a:cubicBezTo>
                        <a:pt x="2192" y="1047"/>
                        <a:pt x="2192" y="1071"/>
                        <a:pt x="2192" y="1096"/>
                      </a:cubicBezTo>
                      <a:cubicBezTo>
                        <a:pt x="2167" y="1096"/>
                        <a:pt x="2143" y="1096"/>
                        <a:pt x="2119" y="1096"/>
                      </a:cubicBezTo>
                      <a:cubicBezTo>
                        <a:pt x="2119" y="1120"/>
                        <a:pt x="2119" y="1144"/>
                        <a:pt x="2119" y="1169"/>
                      </a:cubicBezTo>
                      <a:cubicBezTo>
                        <a:pt x="2070" y="1169"/>
                        <a:pt x="2022" y="1169"/>
                        <a:pt x="1972" y="1169"/>
                      </a:cubicBezTo>
                      <a:cubicBezTo>
                        <a:pt x="1972" y="1193"/>
                        <a:pt x="1972" y="1217"/>
                        <a:pt x="1972" y="1242"/>
                      </a:cubicBezTo>
                      <a:cubicBezTo>
                        <a:pt x="1948" y="1242"/>
                        <a:pt x="1924" y="1242"/>
                        <a:pt x="1899" y="1242"/>
                      </a:cubicBezTo>
                      <a:cubicBezTo>
                        <a:pt x="1899" y="1266"/>
                        <a:pt x="1899" y="1290"/>
                        <a:pt x="1899" y="1315"/>
                      </a:cubicBezTo>
                      <a:cubicBezTo>
                        <a:pt x="1875" y="1315"/>
                        <a:pt x="1851" y="1315"/>
                        <a:pt x="1826" y="1315"/>
                      </a:cubicBezTo>
                      <a:cubicBezTo>
                        <a:pt x="1826" y="1339"/>
                        <a:pt x="1826" y="1363"/>
                        <a:pt x="1826" y="1388"/>
                      </a:cubicBezTo>
                      <a:cubicBezTo>
                        <a:pt x="1802" y="1388"/>
                        <a:pt x="1778" y="1388"/>
                        <a:pt x="1753" y="1388"/>
                      </a:cubicBezTo>
                      <a:cubicBezTo>
                        <a:pt x="1753" y="1412"/>
                        <a:pt x="1753" y="1436"/>
                        <a:pt x="1753" y="1461"/>
                      </a:cubicBezTo>
                      <a:cubicBezTo>
                        <a:pt x="1705" y="1461"/>
                        <a:pt x="1657" y="1461"/>
                        <a:pt x="1607" y="1461"/>
                      </a:cubicBezTo>
                      <a:cubicBezTo>
                        <a:pt x="1607" y="1485"/>
                        <a:pt x="1607" y="1509"/>
                        <a:pt x="1607" y="1534"/>
                      </a:cubicBezTo>
                      <a:cubicBezTo>
                        <a:pt x="1583" y="1534"/>
                        <a:pt x="1559" y="1534"/>
                        <a:pt x="1534" y="1534"/>
                      </a:cubicBezTo>
                      <a:cubicBezTo>
                        <a:pt x="1534" y="1558"/>
                        <a:pt x="1534" y="1582"/>
                        <a:pt x="1534" y="1607"/>
                      </a:cubicBezTo>
                      <a:cubicBezTo>
                        <a:pt x="1510" y="1607"/>
                        <a:pt x="1486" y="1607"/>
                        <a:pt x="1461" y="1607"/>
                      </a:cubicBezTo>
                      <a:cubicBezTo>
                        <a:pt x="1461" y="1655"/>
                        <a:pt x="1461" y="1704"/>
                        <a:pt x="1461" y="1753"/>
                      </a:cubicBezTo>
                      <a:cubicBezTo>
                        <a:pt x="1437" y="1753"/>
                        <a:pt x="1413" y="1753"/>
                        <a:pt x="1388" y="1753"/>
                      </a:cubicBezTo>
                      <a:cubicBezTo>
                        <a:pt x="1388" y="1777"/>
                        <a:pt x="1388" y="1801"/>
                        <a:pt x="1388" y="1826"/>
                      </a:cubicBezTo>
                      <a:cubicBezTo>
                        <a:pt x="1364" y="1826"/>
                        <a:pt x="1340" y="1826"/>
                        <a:pt x="1315" y="1826"/>
                      </a:cubicBezTo>
                      <a:cubicBezTo>
                        <a:pt x="1315" y="1850"/>
                        <a:pt x="1315" y="1875"/>
                        <a:pt x="1315" y="1899"/>
                      </a:cubicBezTo>
                      <a:cubicBezTo>
                        <a:pt x="1291" y="1899"/>
                        <a:pt x="1267" y="1899"/>
                        <a:pt x="1242" y="1899"/>
                      </a:cubicBezTo>
                      <a:cubicBezTo>
                        <a:pt x="1242" y="1923"/>
                        <a:pt x="1242" y="1948"/>
                        <a:pt x="1242" y="1972"/>
                      </a:cubicBezTo>
                      <a:cubicBezTo>
                        <a:pt x="1218" y="1972"/>
                        <a:pt x="1194" y="1972"/>
                        <a:pt x="1169" y="1972"/>
                      </a:cubicBezTo>
                      <a:cubicBezTo>
                        <a:pt x="1169" y="1997"/>
                        <a:pt x="1169" y="2021"/>
                        <a:pt x="1169" y="2045"/>
                      </a:cubicBezTo>
                      <a:cubicBezTo>
                        <a:pt x="1145" y="2045"/>
                        <a:pt x="1121" y="2045"/>
                        <a:pt x="1096" y="2045"/>
                      </a:cubicBezTo>
                      <a:cubicBezTo>
                        <a:pt x="1096" y="2094"/>
                        <a:pt x="1096" y="2142"/>
                        <a:pt x="1096" y="2192"/>
                      </a:cubicBezTo>
                      <a:cubicBezTo>
                        <a:pt x="1072" y="2192"/>
                        <a:pt x="1048" y="2192"/>
                        <a:pt x="1023" y="2192"/>
                      </a:cubicBezTo>
                      <a:cubicBezTo>
                        <a:pt x="1023" y="2240"/>
                        <a:pt x="1023" y="2288"/>
                        <a:pt x="1023" y="2338"/>
                      </a:cubicBezTo>
                      <a:cubicBezTo>
                        <a:pt x="999" y="2338"/>
                        <a:pt x="975" y="2338"/>
                        <a:pt x="950" y="2338"/>
                      </a:cubicBezTo>
                      <a:cubicBezTo>
                        <a:pt x="950" y="2362"/>
                        <a:pt x="950" y="2386"/>
                        <a:pt x="950" y="2411"/>
                      </a:cubicBezTo>
                      <a:cubicBezTo>
                        <a:pt x="926" y="2411"/>
                        <a:pt x="901" y="2411"/>
                        <a:pt x="877" y="2411"/>
                      </a:cubicBezTo>
                      <a:cubicBezTo>
                        <a:pt x="877" y="2483"/>
                        <a:pt x="877" y="2555"/>
                        <a:pt x="877" y="2630"/>
                      </a:cubicBezTo>
                      <a:cubicBezTo>
                        <a:pt x="853" y="2630"/>
                        <a:pt x="828" y="2630"/>
                        <a:pt x="804" y="2630"/>
                      </a:cubicBezTo>
                      <a:cubicBezTo>
                        <a:pt x="804" y="2654"/>
                        <a:pt x="804" y="2678"/>
                        <a:pt x="804" y="2703"/>
                      </a:cubicBezTo>
                      <a:cubicBezTo>
                        <a:pt x="779" y="2703"/>
                        <a:pt x="755" y="2703"/>
                        <a:pt x="731" y="2703"/>
                      </a:cubicBezTo>
                      <a:cubicBezTo>
                        <a:pt x="731" y="2775"/>
                        <a:pt x="731" y="2848"/>
                        <a:pt x="731" y="2922"/>
                      </a:cubicBezTo>
                      <a:cubicBezTo>
                        <a:pt x="706" y="2922"/>
                        <a:pt x="682" y="2922"/>
                        <a:pt x="657" y="2922"/>
                      </a:cubicBezTo>
                      <a:cubicBezTo>
                        <a:pt x="657" y="2994"/>
                        <a:pt x="657" y="3067"/>
                        <a:pt x="657" y="3141"/>
                      </a:cubicBezTo>
                      <a:cubicBezTo>
                        <a:pt x="633" y="3141"/>
                        <a:pt x="609" y="3141"/>
                        <a:pt x="584" y="3141"/>
                      </a:cubicBezTo>
                      <a:cubicBezTo>
                        <a:pt x="584" y="3214"/>
                        <a:pt x="584" y="3286"/>
                        <a:pt x="584" y="3360"/>
                      </a:cubicBezTo>
                      <a:cubicBezTo>
                        <a:pt x="560" y="3360"/>
                        <a:pt x="536" y="3360"/>
                        <a:pt x="511" y="3360"/>
                      </a:cubicBezTo>
                      <a:cubicBezTo>
                        <a:pt x="511" y="3457"/>
                        <a:pt x="511" y="3553"/>
                        <a:pt x="511" y="3653"/>
                      </a:cubicBezTo>
                      <a:cubicBezTo>
                        <a:pt x="487" y="3653"/>
                        <a:pt x="463" y="3653"/>
                        <a:pt x="438" y="3653"/>
                      </a:cubicBezTo>
                      <a:cubicBezTo>
                        <a:pt x="438" y="4087"/>
                        <a:pt x="438" y="4520"/>
                        <a:pt x="438" y="4968"/>
                      </a:cubicBezTo>
                      <a:cubicBezTo>
                        <a:pt x="462" y="4968"/>
                        <a:pt x="487" y="4968"/>
                        <a:pt x="511" y="4968"/>
                      </a:cubicBezTo>
                      <a:cubicBezTo>
                        <a:pt x="511" y="5040"/>
                        <a:pt x="511" y="5112"/>
                        <a:pt x="511" y="5187"/>
                      </a:cubicBezTo>
                      <a:cubicBezTo>
                        <a:pt x="535" y="5187"/>
                        <a:pt x="560" y="5187"/>
                        <a:pt x="584" y="5187"/>
                      </a:cubicBezTo>
                      <a:cubicBezTo>
                        <a:pt x="584" y="5259"/>
                        <a:pt x="584" y="5331"/>
                        <a:pt x="584" y="5406"/>
                      </a:cubicBezTo>
                      <a:cubicBezTo>
                        <a:pt x="609" y="5406"/>
                        <a:pt x="633" y="5406"/>
                        <a:pt x="657" y="5406"/>
                      </a:cubicBezTo>
                      <a:cubicBezTo>
                        <a:pt x="657" y="5502"/>
                        <a:pt x="657" y="5599"/>
                        <a:pt x="657" y="5698"/>
                      </a:cubicBezTo>
                      <a:cubicBezTo>
                        <a:pt x="682" y="5698"/>
                        <a:pt x="706" y="5698"/>
                        <a:pt x="731" y="5698"/>
                      </a:cubicBezTo>
                      <a:cubicBezTo>
                        <a:pt x="731" y="5746"/>
                        <a:pt x="731" y="5794"/>
                        <a:pt x="731" y="5844"/>
                      </a:cubicBezTo>
                      <a:cubicBezTo>
                        <a:pt x="755" y="5844"/>
                        <a:pt x="779" y="5844"/>
                        <a:pt x="804" y="5844"/>
                      </a:cubicBezTo>
                      <a:cubicBezTo>
                        <a:pt x="804" y="5892"/>
                        <a:pt x="804" y="5941"/>
                        <a:pt x="804" y="5990"/>
                      </a:cubicBezTo>
                      <a:cubicBezTo>
                        <a:pt x="828" y="5990"/>
                        <a:pt x="852" y="5990"/>
                        <a:pt x="877" y="5990"/>
                      </a:cubicBezTo>
                      <a:cubicBezTo>
                        <a:pt x="877" y="6038"/>
                        <a:pt x="877" y="6087"/>
                        <a:pt x="877" y="6136"/>
                      </a:cubicBezTo>
                      <a:cubicBezTo>
                        <a:pt x="901" y="6136"/>
                        <a:pt x="925" y="6136"/>
                        <a:pt x="950" y="6136"/>
                      </a:cubicBezTo>
                      <a:cubicBezTo>
                        <a:pt x="950" y="6185"/>
                        <a:pt x="950" y="6233"/>
                        <a:pt x="950" y="6282"/>
                      </a:cubicBezTo>
                      <a:cubicBezTo>
                        <a:pt x="974" y="6282"/>
                        <a:pt x="998" y="6282"/>
                        <a:pt x="1023" y="6282"/>
                      </a:cubicBezTo>
                      <a:cubicBezTo>
                        <a:pt x="1023" y="6307"/>
                        <a:pt x="1023" y="6331"/>
                        <a:pt x="1023" y="6356"/>
                      </a:cubicBezTo>
                      <a:cubicBezTo>
                        <a:pt x="1047" y="6356"/>
                        <a:pt x="1071" y="6356"/>
                        <a:pt x="1096" y="6356"/>
                      </a:cubicBezTo>
                      <a:cubicBezTo>
                        <a:pt x="1096" y="6404"/>
                        <a:pt x="1096" y="6452"/>
                        <a:pt x="1096" y="6502"/>
                      </a:cubicBezTo>
                      <a:cubicBezTo>
                        <a:pt x="1120" y="6502"/>
                        <a:pt x="1144" y="6502"/>
                        <a:pt x="1169" y="6502"/>
                      </a:cubicBezTo>
                      <a:cubicBezTo>
                        <a:pt x="1169" y="6526"/>
                        <a:pt x="1169" y="6550"/>
                        <a:pt x="1169" y="6575"/>
                      </a:cubicBezTo>
                      <a:cubicBezTo>
                        <a:pt x="1193" y="6575"/>
                        <a:pt x="1217" y="6575"/>
                        <a:pt x="1242" y="6575"/>
                      </a:cubicBezTo>
                      <a:cubicBezTo>
                        <a:pt x="1242" y="6599"/>
                        <a:pt x="1242" y="6623"/>
                        <a:pt x="1242" y="6648"/>
                      </a:cubicBezTo>
                      <a:cubicBezTo>
                        <a:pt x="1266" y="6648"/>
                        <a:pt x="1290" y="6648"/>
                        <a:pt x="1315" y="6648"/>
                      </a:cubicBezTo>
                      <a:cubicBezTo>
                        <a:pt x="1315" y="6696"/>
                        <a:pt x="1315" y="6744"/>
                        <a:pt x="1315" y="6794"/>
                      </a:cubicBezTo>
                      <a:cubicBezTo>
                        <a:pt x="1339" y="6794"/>
                        <a:pt x="1363" y="6794"/>
                        <a:pt x="1388" y="6794"/>
                      </a:cubicBezTo>
                      <a:cubicBezTo>
                        <a:pt x="1388" y="6818"/>
                        <a:pt x="1388" y="6842"/>
                        <a:pt x="1388" y="6867"/>
                      </a:cubicBezTo>
                      <a:cubicBezTo>
                        <a:pt x="1412" y="6867"/>
                        <a:pt x="1436" y="6867"/>
                        <a:pt x="1461" y="6867"/>
                      </a:cubicBezTo>
                      <a:cubicBezTo>
                        <a:pt x="1461" y="6891"/>
                        <a:pt x="1461" y="6915"/>
                        <a:pt x="1461" y="6940"/>
                      </a:cubicBezTo>
                      <a:cubicBezTo>
                        <a:pt x="1485" y="6940"/>
                        <a:pt x="1509" y="6940"/>
                        <a:pt x="1534" y="6940"/>
                      </a:cubicBezTo>
                      <a:cubicBezTo>
                        <a:pt x="1534" y="6964"/>
                        <a:pt x="1534" y="6988"/>
                        <a:pt x="1534" y="7013"/>
                      </a:cubicBezTo>
                      <a:cubicBezTo>
                        <a:pt x="1558" y="7013"/>
                        <a:pt x="1582" y="7013"/>
                        <a:pt x="1607" y="7013"/>
                      </a:cubicBezTo>
                      <a:cubicBezTo>
                        <a:pt x="1607" y="7037"/>
                        <a:pt x="1607" y="7061"/>
                        <a:pt x="1607" y="7086"/>
                      </a:cubicBezTo>
                      <a:cubicBezTo>
                        <a:pt x="1631" y="7086"/>
                        <a:pt x="1655" y="7086"/>
                        <a:pt x="1680" y="7086"/>
                      </a:cubicBezTo>
                      <a:cubicBezTo>
                        <a:pt x="1680" y="7110"/>
                        <a:pt x="1680" y="7134"/>
                        <a:pt x="1680" y="7159"/>
                      </a:cubicBezTo>
                      <a:cubicBezTo>
                        <a:pt x="1704" y="7159"/>
                        <a:pt x="1728" y="7159"/>
                        <a:pt x="1753" y="7159"/>
                      </a:cubicBezTo>
                      <a:cubicBezTo>
                        <a:pt x="1753" y="7183"/>
                        <a:pt x="1753" y="7207"/>
                        <a:pt x="1753" y="7232"/>
                      </a:cubicBezTo>
                      <a:cubicBezTo>
                        <a:pt x="1777" y="7232"/>
                        <a:pt x="1801" y="7232"/>
                        <a:pt x="1826" y="7232"/>
                      </a:cubicBezTo>
                      <a:cubicBezTo>
                        <a:pt x="1826" y="7256"/>
                        <a:pt x="1826" y="7280"/>
                        <a:pt x="1826" y="7305"/>
                      </a:cubicBezTo>
                      <a:cubicBezTo>
                        <a:pt x="1875" y="7305"/>
                        <a:pt x="1923" y="7305"/>
                        <a:pt x="1972" y="7305"/>
                      </a:cubicBezTo>
                      <a:cubicBezTo>
                        <a:pt x="1972" y="7329"/>
                        <a:pt x="1972" y="7353"/>
                        <a:pt x="1972" y="7378"/>
                      </a:cubicBezTo>
                      <a:cubicBezTo>
                        <a:pt x="1997" y="7378"/>
                        <a:pt x="2021" y="7378"/>
                        <a:pt x="2045" y="7378"/>
                      </a:cubicBezTo>
                      <a:cubicBezTo>
                        <a:pt x="2045" y="7402"/>
                        <a:pt x="2045" y="7426"/>
                        <a:pt x="2045" y="7451"/>
                      </a:cubicBezTo>
                      <a:cubicBezTo>
                        <a:pt x="2070" y="7451"/>
                        <a:pt x="2094" y="7451"/>
                        <a:pt x="2119" y="7451"/>
                      </a:cubicBezTo>
                      <a:cubicBezTo>
                        <a:pt x="2119" y="7475"/>
                        <a:pt x="2119" y="7500"/>
                        <a:pt x="2119" y="7524"/>
                      </a:cubicBezTo>
                      <a:cubicBezTo>
                        <a:pt x="2167" y="7524"/>
                        <a:pt x="2215" y="7524"/>
                        <a:pt x="2265" y="7524"/>
                      </a:cubicBezTo>
                      <a:cubicBezTo>
                        <a:pt x="2265" y="7548"/>
                        <a:pt x="2265" y="7573"/>
                        <a:pt x="2265" y="7597"/>
                      </a:cubicBezTo>
                      <a:cubicBezTo>
                        <a:pt x="2313" y="7597"/>
                        <a:pt x="2361" y="7597"/>
                        <a:pt x="2411" y="7597"/>
                      </a:cubicBezTo>
                      <a:cubicBezTo>
                        <a:pt x="2411" y="7622"/>
                        <a:pt x="2411" y="7646"/>
                        <a:pt x="2411" y="7670"/>
                      </a:cubicBezTo>
                      <a:cubicBezTo>
                        <a:pt x="2435" y="7670"/>
                        <a:pt x="2459" y="7670"/>
                        <a:pt x="2484" y="7670"/>
                      </a:cubicBezTo>
                      <a:cubicBezTo>
                        <a:pt x="2484" y="7695"/>
                        <a:pt x="2484" y="7719"/>
                        <a:pt x="2484" y="7744"/>
                      </a:cubicBezTo>
                      <a:cubicBezTo>
                        <a:pt x="2532" y="7744"/>
                        <a:pt x="2580" y="7744"/>
                        <a:pt x="2630" y="7744"/>
                      </a:cubicBezTo>
                      <a:cubicBezTo>
                        <a:pt x="2630" y="7768"/>
                        <a:pt x="2630" y="7792"/>
                        <a:pt x="2630" y="7817"/>
                      </a:cubicBezTo>
                      <a:cubicBezTo>
                        <a:pt x="2702" y="7817"/>
                        <a:pt x="2775" y="7817"/>
                        <a:pt x="2849" y="7817"/>
                      </a:cubicBezTo>
                      <a:cubicBezTo>
                        <a:pt x="2849" y="7841"/>
                        <a:pt x="2849" y="7865"/>
                        <a:pt x="2849" y="7890"/>
                      </a:cubicBezTo>
                      <a:cubicBezTo>
                        <a:pt x="2897" y="7890"/>
                        <a:pt x="2945" y="7890"/>
                        <a:pt x="2995" y="7890"/>
                      </a:cubicBezTo>
                      <a:cubicBezTo>
                        <a:pt x="2995" y="7914"/>
                        <a:pt x="2995" y="7938"/>
                        <a:pt x="2995" y="7963"/>
                      </a:cubicBezTo>
                      <a:cubicBezTo>
                        <a:pt x="3067" y="7963"/>
                        <a:pt x="3140" y="7963"/>
                        <a:pt x="3214" y="7963"/>
                      </a:cubicBezTo>
                      <a:cubicBezTo>
                        <a:pt x="3214" y="7987"/>
                        <a:pt x="3214" y="8011"/>
                        <a:pt x="3214" y="8036"/>
                      </a:cubicBezTo>
                      <a:cubicBezTo>
                        <a:pt x="3311" y="8036"/>
                        <a:pt x="3407" y="8036"/>
                        <a:pt x="3506" y="8036"/>
                      </a:cubicBezTo>
                      <a:cubicBezTo>
                        <a:pt x="3506" y="8060"/>
                        <a:pt x="3506" y="8084"/>
                        <a:pt x="3506" y="8109"/>
                      </a:cubicBezTo>
                      <a:cubicBezTo>
                        <a:pt x="3675" y="8109"/>
                        <a:pt x="3844" y="8109"/>
                        <a:pt x="4018" y="8109"/>
                      </a:cubicBezTo>
                      <a:cubicBezTo>
                        <a:pt x="4018" y="8133"/>
                        <a:pt x="4018" y="8157"/>
                        <a:pt x="4018" y="8182"/>
                      </a:cubicBezTo>
                      <a:cubicBezTo>
                        <a:pt x="4235" y="8182"/>
                        <a:pt x="4452" y="8182"/>
                        <a:pt x="4675" y="8182"/>
                      </a:cubicBezTo>
                      <a:cubicBezTo>
                        <a:pt x="4675" y="8158"/>
                        <a:pt x="4675" y="8134"/>
                        <a:pt x="4675" y="8109"/>
                      </a:cubicBezTo>
                      <a:cubicBezTo>
                        <a:pt x="4688" y="8109"/>
                        <a:pt x="4702" y="8109"/>
                        <a:pt x="4715" y="8109"/>
                      </a:cubicBezTo>
                      <a:cubicBezTo>
                        <a:pt x="4763" y="8110"/>
                        <a:pt x="4812" y="8110"/>
                        <a:pt x="4861" y="8111"/>
                      </a:cubicBezTo>
                      <a:cubicBezTo>
                        <a:pt x="4882" y="8111"/>
                        <a:pt x="4903" y="8111"/>
                        <a:pt x="4924" y="8112"/>
                      </a:cubicBezTo>
                      <a:cubicBezTo>
                        <a:pt x="4954" y="8112"/>
                        <a:pt x="4984" y="8112"/>
                        <a:pt x="5014" y="8112"/>
                      </a:cubicBezTo>
                      <a:cubicBezTo>
                        <a:pt x="5019" y="8112"/>
                        <a:pt x="5019" y="8112"/>
                        <a:pt x="5043" y="8113"/>
                      </a:cubicBezTo>
                      <a:cubicBezTo>
                        <a:pt x="5069" y="8113"/>
                        <a:pt x="5069" y="8113"/>
                        <a:pt x="5114" y="8109"/>
                      </a:cubicBezTo>
                      <a:cubicBezTo>
                        <a:pt x="5126" y="8097"/>
                        <a:pt x="5138" y="8085"/>
                        <a:pt x="5150" y="8072"/>
                      </a:cubicBezTo>
                      <a:cubicBezTo>
                        <a:pt x="5184" y="8065"/>
                        <a:pt x="5184" y="8065"/>
                        <a:pt x="5226" y="8061"/>
                      </a:cubicBezTo>
                      <a:cubicBezTo>
                        <a:pt x="5233" y="8060"/>
                        <a:pt x="5233" y="8060"/>
                        <a:pt x="5270" y="8056"/>
                      </a:cubicBezTo>
                      <a:cubicBezTo>
                        <a:pt x="5286" y="8055"/>
                        <a:pt x="5301" y="8053"/>
                        <a:pt x="5317" y="8052"/>
                      </a:cubicBezTo>
                      <a:cubicBezTo>
                        <a:pt x="5332" y="8050"/>
                        <a:pt x="5348" y="8049"/>
                        <a:pt x="5364" y="8047"/>
                      </a:cubicBezTo>
                      <a:cubicBezTo>
                        <a:pt x="5402" y="8043"/>
                        <a:pt x="5441" y="8039"/>
                        <a:pt x="5479" y="8036"/>
                      </a:cubicBezTo>
                      <a:cubicBezTo>
                        <a:pt x="5479" y="8012"/>
                        <a:pt x="5479" y="7988"/>
                        <a:pt x="5479" y="7963"/>
                      </a:cubicBezTo>
                      <a:cubicBezTo>
                        <a:pt x="5551" y="7963"/>
                        <a:pt x="5624" y="7963"/>
                        <a:pt x="5698" y="7963"/>
                      </a:cubicBezTo>
                      <a:cubicBezTo>
                        <a:pt x="5698" y="7939"/>
                        <a:pt x="5698" y="7914"/>
                        <a:pt x="5698" y="7890"/>
                      </a:cubicBezTo>
                      <a:cubicBezTo>
                        <a:pt x="5722" y="7890"/>
                        <a:pt x="5746" y="7890"/>
                        <a:pt x="5771" y="7890"/>
                      </a:cubicBezTo>
                      <a:cubicBezTo>
                        <a:pt x="5771" y="7866"/>
                        <a:pt x="5771" y="7841"/>
                        <a:pt x="5771" y="7817"/>
                      </a:cubicBezTo>
                      <a:cubicBezTo>
                        <a:pt x="5868" y="7817"/>
                        <a:pt x="5964" y="7817"/>
                        <a:pt x="6063" y="7817"/>
                      </a:cubicBezTo>
                      <a:cubicBezTo>
                        <a:pt x="6063" y="7792"/>
                        <a:pt x="6063" y="7768"/>
                        <a:pt x="6063" y="7744"/>
                      </a:cubicBezTo>
                      <a:cubicBezTo>
                        <a:pt x="6112" y="7744"/>
                        <a:pt x="6160" y="7744"/>
                        <a:pt x="6209" y="7744"/>
                      </a:cubicBezTo>
                      <a:cubicBezTo>
                        <a:pt x="6209" y="7719"/>
                        <a:pt x="6209" y="7695"/>
                        <a:pt x="6209" y="7670"/>
                      </a:cubicBezTo>
                      <a:cubicBezTo>
                        <a:pt x="6234" y="7670"/>
                        <a:pt x="6258" y="7670"/>
                        <a:pt x="6282" y="7670"/>
                      </a:cubicBezTo>
                      <a:cubicBezTo>
                        <a:pt x="6282" y="7646"/>
                        <a:pt x="6282" y="7622"/>
                        <a:pt x="6282" y="7597"/>
                      </a:cubicBezTo>
                      <a:cubicBezTo>
                        <a:pt x="6331" y="7597"/>
                        <a:pt x="6379" y="7597"/>
                        <a:pt x="6429" y="7597"/>
                      </a:cubicBezTo>
                      <a:cubicBezTo>
                        <a:pt x="6429" y="7573"/>
                        <a:pt x="6429" y="7549"/>
                        <a:pt x="6429" y="7524"/>
                      </a:cubicBezTo>
                      <a:cubicBezTo>
                        <a:pt x="6477" y="7524"/>
                        <a:pt x="6525" y="7524"/>
                        <a:pt x="6575" y="7524"/>
                      </a:cubicBezTo>
                      <a:cubicBezTo>
                        <a:pt x="6575" y="7500"/>
                        <a:pt x="6575" y="7476"/>
                        <a:pt x="6575" y="7451"/>
                      </a:cubicBezTo>
                      <a:cubicBezTo>
                        <a:pt x="6599" y="7451"/>
                        <a:pt x="6623" y="7451"/>
                        <a:pt x="6648" y="7451"/>
                      </a:cubicBezTo>
                      <a:cubicBezTo>
                        <a:pt x="6648" y="7427"/>
                        <a:pt x="6648" y="7403"/>
                        <a:pt x="6648" y="7378"/>
                      </a:cubicBezTo>
                      <a:cubicBezTo>
                        <a:pt x="6696" y="7378"/>
                        <a:pt x="6744" y="7378"/>
                        <a:pt x="6794" y="7378"/>
                      </a:cubicBezTo>
                      <a:cubicBezTo>
                        <a:pt x="6794" y="7354"/>
                        <a:pt x="6794" y="7330"/>
                        <a:pt x="6794" y="7305"/>
                      </a:cubicBezTo>
                      <a:cubicBezTo>
                        <a:pt x="6818" y="7305"/>
                        <a:pt x="6842" y="7305"/>
                        <a:pt x="6867" y="7305"/>
                      </a:cubicBezTo>
                      <a:cubicBezTo>
                        <a:pt x="6867" y="7281"/>
                        <a:pt x="6867" y="7257"/>
                        <a:pt x="6867" y="7232"/>
                      </a:cubicBezTo>
                      <a:cubicBezTo>
                        <a:pt x="6891" y="7232"/>
                        <a:pt x="6915" y="7232"/>
                        <a:pt x="6940" y="7232"/>
                      </a:cubicBezTo>
                      <a:cubicBezTo>
                        <a:pt x="6940" y="7208"/>
                        <a:pt x="6940" y="7184"/>
                        <a:pt x="6940" y="7159"/>
                      </a:cubicBezTo>
                      <a:cubicBezTo>
                        <a:pt x="6964" y="7159"/>
                        <a:pt x="6988" y="7159"/>
                        <a:pt x="7013" y="7159"/>
                      </a:cubicBezTo>
                      <a:cubicBezTo>
                        <a:pt x="7013" y="7135"/>
                        <a:pt x="7013" y="7111"/>
                        <a:pt x="7013" y="7086"/>
                      </a:cubicBezTo>
                      <a:cubicBezTo>
                        <a:pt x="7037" y="7086"/>
                        <a:pt x="7061" y="7086"/>
                        <a:pt x="7086" y="7086"/>
                      </a:cubicBezTo>
                      <a:cubicBezTo>
                        <a:pt x="7086" y="7062"/>
                        <a:pt x="7086" y="7038"/>
                        <a:pt x="7086" y="7013"/>
                      </a:cubicBezTo>
                      <a:cubicBezTo>
                        <a:pt x="7110" y="7013"/>
                        <a:pt x="7134" y="7013"/>
                        <a:pt x="7159" y="7013"/>
                      </a:cubicBezTo>
                      <a:cubicBezTo>
                        <a:pt x="7159" y="6989"/>
                        <a:pt x="7159" y="6965"/>
                        <a:pt x="7159" y="6940"/>
                      </a:cubicBezTo>
                      <a:cubicBezTo>
                        <a:pt x="7183" y="6940"/>
                        <a:pt x="7207" y="6940"/>
                        <a:pt x="7232" y="6940"/>
                      </a:cubicBezTo>
                      <a:cubicBezTo>
                        <a:pt x="7232" y="6916"/>
                        <a:pt x="7232" y="6892"/>
                        <a:pt x="7232" y="6867"/>
                      </a:cubicBezTo>
                      <a:cubicBezTo>
                        <a:pt x="7256" y="6867"/>
                        <a:pt x="7280" y="6867"/>
                        <a:pt x="7305" y="6867"/>
                      </a:cubicBezTo>
                      <a:cubicBezTo>
                        <a:pt x="7305" y="6843"/>
                        <a:pt x="7305" y="6819"/>
                        <a:pt x="7305" y="6794"/>
                      </a:cubicBezTo>
                      <a:cubicBezTo>
                        <a:pt x="7329" y="6794"/>
                        <a:pt x="7353" y="6794"/>
                        <a:pt x="7378" y="6794"/>
                      </a:cubicBezTo>
                      <a:cubicBezTo>
                        <a:pt x="7378" y="6770"/>
                        <a:pt x="7378" y="6746"/>
                        <a:pt x="7378" y="6721"/>
                      </a:cubicBezTo>
                      <a:cubicBezTo>
                        <a:pt x="7402" y="6721"/>
                        <a:pt x="7426" y="6721"/>
                        <a:pt x="7451" y="6721"/>
                      </a:cubicBezTo>
                      <a:cubicBezTo>
                        <a:pt x="7451" y="6673"/>
                        <a:pt x="7451" y="6624"/>
                        <a:pt x="7451" y="6575"/>
                      </a:cubicBezTo>
                      <a:cubicBezTo>
                        <a:pt x="7475" y="6575"/>
                        <a:pt x="7500" y="6575"/>
                        <a:pt x="7524" y="6575"/>
                      </a:cubicBezTo>
                      <a:cubicBezTo>
                        <a:pt x="7524" y="6551"/>
                        <a:pt x="7524" y="6526"/>
                        <a:pt x="7524" y="6502"/>
                      </a:cubicBezTo>
                      <a:cubicBezTo>
                        <a:pt x="7548" y="6502"/>
                        <a:pt x="7573" y="6502"/>
                        <a:pt x="7597" y="6502"/>
                      </a:cubicBezTo>
                      <a:cubicBezTo>
                        <a:pt x="7597" y="6453"/>
                        <a:pt x="7597" y="6405"/>
                        <a:pt x="7597" y="6356"/>
                      </a:cubicBezTo>
                      <a:cubicBezTo>
                        <a:pt x="7622" y="6356"/>
                        <a:pt x="7646" y="6356"/>
                        <a:pt x="7670" y="6356"/>
                      </a:cubicBezTo>
                      <a:cubicBezTo>
                        <a:pt x="7670" y="6331"/>
                        <a:pt x="7670" y="6307"/>
                        <a:pt x="7670" y="6282"/>
                      </a:cubicBezTo>
                      <a:cubicBezTo>
                        <a:pt x="7695" y="6282"/>
                        <a:pt x="7719" y="6282"/>
                        <a:pt x="7744" y="6282"/>
                      </a:cubicBezTo>
                      <a:cubicBezTo>
                        <a:pt x="7744" y="6234"/>
                        <a:pt x="7744" y="6186"/>
                        <a:pt x="7744" y="6136"/>
                      </a:cubicBezTo>
                      <a:cubicBezTo>
                        <a:pt x="7768" y="6136"/>
                        <a:pt x="7792" y="6136"/>
                        <a:pt x="7817" y="6136"/>
                      </a:cubicBezTo>
                      <a:cubicBezTo>
                        <a:pt x="7817" y="6112"/>
                        <a:pt x="7817" y="6088"/>
                        <a:pt x="7817" y="6063"/>
                      </a:cubicBezTo>
                      <a:cubicBezTo>
                        <a:pt x="7841" y="6063"/>
                        <a:pt x="7865" y="6063"/>
                        <a:pt x="7890" y="6063"/>
                      </a:cubicBezTo>
                      <a:cubicBezTo>
                        <a:pt x="7890" y="6015"/>
                        <a:pt x="7890" y="5967"/>
                        <a:pt x="7890" y="5917"/>
                      </a:cubicBezTo>
                      <a:cubicBezTo>
                        <a:pt x="7914" y="5917"/>
                        <a:pt x="7938" y="5917"/>
                        <a:pt x="7963" y="5917"/>
                      </a:cubicBezTo>
                      <a:cubicBezTo>
                        <a:pt x="7963" y="5821"/>
                        <a:pt x="7963" y="5724"/>
                        <a:pt x="7963" y="5625"/>
                      </a:cubicBezTo>
                      <a:cubicBezTo>
                        <a:pt x="7987" y="5625"/>
                        <a:pt x="8011" y="5625"/>
                        <a:pt x="8036" y="5625"/>
                      </a:cubicBezTo>
                      <a:cubicBezTo>
                        <a:pt x="8036" y="5601"/>
                        <a:pt x="8036" y="5577"/>
                        <a:pt x="8036" y="5552"/>
                      </a:cubicBezTo>
                      <a:cubicBezTo>
                        <a:pt x="8060" y="5552"/>
                        <a:pt x="8084" y="5552"/>
                        <a:pt x="8109" y="5552"/>
                      </a:cubicBezTo>
                      <a:cubicBezTo>
                        <a:pt x="8109" y="5456"/>
                        <a:pt x="8109" y="5359"/>
                        <a:pt x="8109" y="5260"/>
                      </a:cubicBezTo>
                      <a:cubicBezTo>
                        <a:pt x="8133" y="5260"/>
                        <a:pt x="8157" y="5260"/>
                        <a:pt x="8182" y="5260"/>
                      </a:cubicBezTo>
                      <a:cubicBezTo>
                        <a:pt x="8182" y="5163"/>
                        <a:pt x="8182" y="5067"/>
                        <a:pt x="8182" y="4968"/>
                      </a:cubicBezTo>
                      <a:cubicBezTo>
                        <a:pt x="8206" y="4968"/>
                        <a:pt x="8230" y="4968"/>
                        <a:pt x="8255" y="4968"/>
                      </a:cubicBezTo>
                      <a:cubicBezTo>
                        <a:pt x="8255" y="4775"/>
                        <a:pt x="8255" y="4582"/>
                        <a:pt x="8255" y="4383"/>
                      </a:cubicBezTo>
                      <a:cubicBezTo>
                        <a:pt x="8279" y="4383"/>
                        <a:pt x="8303" y="4383"/>
                        <a:pt x="8328" y="4383"/>
                      </a:cubicBezTo>
                      <a:cubicBezTo>
                        <a:pt x="8328" y="4335"/>
                        <a:pt x="8328" y="4287"/>
                        <a:pt x="8328" y="4237"/>
                      </a:cubicBezTo>
                      <a:cubicBezTo>
                        <a:pt x="8304" y="4237"/>
                        <a:pt x="8280" y="4237"/>
                        <a:pt x="8255" y="4237"/>
                      </a:cubicBezTo>
                      <a:cubicBezTo>
                        <a:pt x="8255" y="4020"/>
                        <a:pt x="8255" y="3803"/>
                        <a:pt x="8255" y="3580"/>
                      </a:cubicBezTo>
                      <a:cubicBezTo>
                        <a:pt x="8231" y="3580"/>
                        <a:pt x="8207" y="3580"/>
                        <a:pt x="8182" y="3580"/>
                      </a:cubicBezTo>
                      <a:cubicBezTo>
                        <a:pt x="8182" y="3507"/>
                        <a:pt x="8182" y="3435"/>
                        <a:pt x="8182" y="3360"/>
                      </a:cubicBezTo>
                      <a:cubicBezTo>
                        <a:pt x="8158" y="3360"/>
                        <a:pt x="8134" y="3360"/>
                        <a:pt x="8109" y="3360"/>
                      </a:cubicBezTo>
                      <a:cubicBezTo>
                        <a:pt x="8109" y="3288"/>
                        <a:pt x="8109" y="3216"/>
                        <a:pt x="8109" y="3141"/>
                      </a:cubicBezTo>
                      <a:cubicBezTo>
                        <a:pt x="8085" y="3141"/>
                        <a:pt x="8061" y="3141"/>
                        <a:pt x="8036" y="3141"/>
                      </a:cubicBezTo>
                      <a:cubicBezTo>
                        <a:pt x="8036" y="3045"/>
                        <a:pt x="8036" y="2948"/>
                        <a:pt x="8036" y="2849"/>
                      </a:cubicBezTo>
                      <a:cubicBezTo>
                        <a:pt x="8012" y="2849"/>
                        <a:pt x="7988" y="2849"/>
                        <a:pt x="7963" y="2849"/>
                      </a:cubicBezTo>
                      <a:cubicBezTo>
                        <a:pt x="7963" y="2801"/>
                        <a:pt x="7963" y="2753"/>
                        <a:pt x="7963" y="2703"/>
                      </a:cubicBezTo>
                      <a:cubicBezTo>
                        <a:pt x="7939" y="2703"/>
                        <a:pt x="7914" y="2703"/>
                        <a:pt x="7890" y="2703"/>
                      </a:cubicBezTo>
                      <a:cubicBezTo>
                        <a:pt x="7890" y="2655"/>
                        <a:pt x="7890" y="2606"/>
                        <a:pt x="7890" y="2557"/>
                      </a:cubicBezTo>
                      <a:cubicBezTo>
                        <a:pt x="7866" y="2557"/>
                        <a:pt x="7841" y="2557"/>
                        <a:pt x="7817" y="2557"/>
                      </a:cubicBezTo>
                      <a:cubicBezTo>
                        <a:pt x="7817" y="2509"/>
                        <a:pt x="7817" y="2460"/>
                        <a:pt x="7817" y="2411"/>
                      </a:cubicBezTo>
                      <a:cubicBezTo>
                        <a:pt x="7792" y="2411"/>
                        <a:pt x="7768" y="2411"/>
                        <a:pt x="7744" y="2411"/>
                      </a:cubicBezTo>
                      <a:cubicBezTo>
                        <a:pt x="7731" y="2363"/>
                        <a:pt x="7731" y="2363"/>
                        <a:pt x="7670" y="2119"/>
                      </a:cubicBezTo>
                      <a:cubicBezTo>
                        <a:pt x="7646" y="2119"/>
                        <a:pt x="7622" y="2119"/>
                        <a:pt x="7597" y="2119"/>
                      </a:cubicBezTo>
                      <a:cubicBezTo>
                        <a:pt x="7597" y="2094"/>
                        <a:pt x="7597" y="2070"/>
                        <a:pt x="7597" y="2045"/>
                      </a:cubicBezTo>
                      <a:cubicBezTo>
                        <a:pt x="7573" y="2045"/>
                        <a:pt x="7549" y="2045"/>
                        <a:pt x="7524" y="2045"/>
                      </a:cubicBezTo>
                      <a:cubicBezTo>
                        <a:pt x="7524" y="2021"/>
                        <a:pt x="7524" y="1997"/>
                        <a:pt x="7524" y="1972"/>
                      </a:cubicBezTo>
                      <a:cubicBezTo>
                        <a:pt x="7500" y="1972"/>
                        <a:pt x="7476" y="1972"/>
                        <a:pt x="7451" y="1972"/>
                      </a:cubicBezTo>
                      <a:cubicBezTo>
                        <a:pt x="7451" y="1924"/>
                        <a:pt x="7451" y="1876"/>
                        <a:pt x="7451" y="1826"/>
                      </a:cubicBezTo>
                      <a:cubicBezTo>
                        <a:pt x="7427" y="1826"/>
                        <a:pt x="7403" y="1826"/>
                        <a:pt x="7378" y="1826"/>
                      </a:cubicBezTo>
                      <a:cubicBezTo>
                        <a:pt x="7378" y="1802"/>
                        <a:pt x="7378" y="1778"/>
                        <a:pt x="7378" y="1753"/>
                      </a:cubicBezTo>
                      <a:cubicBezTo>
                        <a:pt x="7354" y="1753"/>
                        <a:pt x="7330" y="1753"/>
                        <a:pt x="7305" y="1753"/>
                      </a:cubicBezTo>
                      <a:cubicBezTo>
                        <a:pt x="7305" y="1729"/>
                        <a:pt x="7305" y="1705"/>
                        <a:pt x="7305" y="1680"/>
                      </a:cubicBezTo>
                      <a:cubicBezTo>
                        <a:pt x="7281" y="1680"/>
                        <a:pt x="7257" y="1680"/>
                        <a:pt x="7232" y="1680"/>
                      </a:cubicBezTo>
                      <a:cubicBezTo>
                        <a:pt x="7232" y="1656"/>
                        <a:pt x="7232" y="1632"/>
                        <a:pt x="7232" y="1607"/>
                      </a:cubicBezTo>
                      <a:cubicBezTo>
                        <a:pt x="7208" y="1607"/>
                        <a:pt x="7184" y="1607"/>
                        <a:pt x="7159" y="1607"/>
                      </a:cubicBezTo>
                      <a:cubicBezTo>
                        <a:pt x="7159" y="1583"/>
                        <a:pt x="7159" y="1559"/>
                        <a:pt x="7159" y="1534"/>
                      </a:cubicBezTo>
                      <a:cubicBezTo>
                        <a:pt x="7135" y="1534"/>
                        <a:pt x="7111" y="1534"/>
                        <a:pt x="7086" y="1534"/>
                      </a:cubicBezTo>
                      <a:cubicBezTo>
                        <a:pt x="7086" y="1510"/>
                        <a:pt x="7086" y="1486"/>
                        <a:pt x="7086" y="1461"/>
                      </a:cubicBezTo>
                      <a:cubicBezTo>
                        <a:pt x="7062" y="1461"/>
                        <a:pt x="7038" y="1461"/>
                        <a:pt x="7013" y="1461"/>
                      </a:cubicBezTo>
                      <a:cubicBezTo>
                        <a:pt x="7013" y="1437"/>
                        <a:pt x="7013" y="1413"/>
                        <a:pt x="7013" y="1388"/>
                      </a:cubicBezTo>
                      <a:cubicBezTo>
                        <a:pt x="6989" y="1388"/>
                        <a:pt x="6965" y="1388"/>
                        <a:pt x="6940" y="1388"/>
                      </a:cubicBezTo>
                      <a:cubicBezTo>
                        <a:pt x="6940" y="1364"/>
                        <a:pt x="6940" y="1340"/>
                        <a:pt x="6940" y="1315"/>
                      </a:cubicBezTo>
                      <a:cubicBezTo>
                        <a:pt x="6892" y="1315"/>
                        <a:pt x="6844" y="1315"/>
                        <a:pt x="6794" y="1315"/>
                      </a:cubicBezTo>
                      <a:cubicBezTo>
                        <a:pt x="6794" y="1291"/>
                        <a:pt x="6794" y="1267"/>
                        <a:pt x="6794" y="1242"/>
                      </a:cubicBezTo>
                      <a:cubicBezTo>
                        <a:pt x="6770" y="1242"/>
                        <a:pt x="6746" y="1242"/>
                        <a:pt x="6721" y="1242"/>
                      </a:cubicBezTo>
                      <a:cubicBezTo>
                        <a:pt x="6721" y="1218"/>
                        <a:pt x="6721" y="1194"/>
                        <a:pt x="6721" y="1169"/>
                      </a:cubicBezTo>
                      <a:cubicBezTo>
                        <a:pt x="6697" y="1169"/>
                        <a:pt x="6673" y="1169"/>
                        <a:pt x="6648" y="1169"/>
                      </a:cubicBezTo>
                      <a:cubicBezTo>
                        <a:pt x="6648" y="1145"/>
                        <a:pt x="6648" y="1121"/>
                        <a:pt x="6648" y="1096"/>
                      </a:cubicBezTo>
                      <a:cubicBezTo>
                        <a:pt x="6600" y="1096"/>
                        <a:pt x="6551" y="1096"/>
                        <a:pt x="6502" y="1096"/>
                      </a:cubicBezTo>
                      <a:cubicBezTo>
                        <a:pt x="6502" y="1072"/>
                        <a:pt x="6502" y="1048"/>
                        <a:pt x="6502" y="1023"/>
                      </a:cubicBezTo>
                      <a:cubicBezTo>
                        <a:pt x="6478" y="1023"/>
                        <a:pt x="6453" y="1023"/>
                        <a:pt x="6429" y="1023"/>
                      </a:cubicBezTo>
                      <a:cubicBezTo>
                        <a:pt x="6429" y="999"/>
                        <a:pt x="6429" y="975"/>
                        <a:pt x="6429" y="950"/>
                      </a:cubicBezTo>
                      <a:cubicBezTo>
                        <a:pt x="6356" y="950"/>
                        <a:pt x="6284" y="950"/>
                        <a:pt x="6209" y="950"/>
                      </a:cubicBezTo>
                      <a:cubicBezTo>
                        <a:pt x="6209" y="926"/>
                        <a:pt x="6209" y="901"/>
                        <a:pt x="6209" y="877"/>
                      </a:cubicBezTo>
                      <a:cubicBezTo>
                        <a:pt x="6161" y="877"/>
                        <a:pt x="6113" y="877"/>
                        <a:pt x="6063" y="877"/>
                      </a:cubicBezTo>
                      <a:cubicBezTo>
                        <a:pt x="6063" y="853"/>
                        <a:pt x="6063" y="828"/>
                        <a:pt x="6063" y="804"/>
                      </a:cubicBezTo>
                      <a:cubicBezTo>
                        <a:pt x="6039" y="804"/>
                        <a:pt x="6015" y="804"/>
                        <a:pt x="5990" y="804"/>
                      </a:cubicBezTo>
                      <a:cubicBezTo>
                        <a:pt x="5990" y="779"/>
                        <a:pt x="5990" y="755"/>
                        <a:pt x="5990" y="731"/>
                      </a:cubicBezTo>
                      <a:cubicBezTo>
                        <a:pt x="5942" y="731"/>
                        <a:pt x="5894" y="731"/>
                        <a:pt x="5844" y="731"/>
                      </a:cubicBezTo>
                      <a:cubicBezTo>
                        <a:pt x="5844" y="706"/>
                        <a:pt x="5844" y="682"/>
                        <a:pt x="5844" y="657"/>
                      </a:cubicBezTo>
                      <a:cubicBezTo>
                        <a:pt x="5772" y="657"/>
                        <a:pt x="5700" y="657"/>
                        <a:pt x="5625" y="657"/>
                      </a:cubicBezTo>
                      <a:cubicBezTo>
                        <a:pt x="5625" y="633"/>
                        <a:pt x="5625" y="609"/>
                        <a:pt x="5625" y="584"/>
                      </a:cubicBezTo>
                      <a:cubicBezTo>
                        <a:pt x="5529" y="584"/>
                        <a:pt x="5432" y="584"/>
                        <a:pt x="5333" y="584"/>
                      </a:cubicBezTo>
                      <a:cubicBezTo>
                        <a:pt x="5333" y="560"/>
                        <a:pt x="5333" y="536"/>
                        <a:pt x="5333" y="511"/>
                      </a:cubicBezTo>
                      <a:cubicBezTo>
                        <a:pt x="5260" y="511"/>
                        <a:pt x="5188" y="511"/>
                        <a:pt x="5114" y="511"/>
                      </a:cubicBezTo>
                      <a:cubicBezTo>
                        <a:pt x="5114" y="487"/>
                        <a:pt x="5114" y="463"/>
                        <a:pt x="5114" y="438"/>
                      </a:cubicBezTo>
                      <a:cubicBezTo>
                        <a:pt x="4631" y="438"/>
                        <a:pt x="4149" y="438"/>
                        <a:pt x="3653" y="438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464" cap="flat">
                  <a:noFill/>
                </a:ln>
              </p:spPr>
            </p:sp>
            <p:sp>
              <p:nvSpPr>
                <p:cNvPr id="1005" name="ICON_ACTION_GEAR_path_005"/>
                <p:cNvSpPr/>
                <p:nvPr/>
              </p:nvSpPr>
              <p:spPr>
                <a:xfrm>
                  <a:off x="2285485" y="5674282"/>
                  <a:ext cx="57521" cy="4174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529" h="3287" fill="norm" stroke="0">
                      <a:moveTo>
                        <a:pt x="4091" y="0"/>
                      </a:moveTo>
                      <a:cubicBezTo>
                        <a:pt x="4139" y="0"/>
                        <a:pt x="4187" y="0"/>
                        <a:pt x="4237" y="0"/>
                      </a:cubicBezTo>
                      <a:cubicBezTo>
                        <a:pt x="4237" y="24"/>
                        <a:pt x="4237" y="48"/>
                        <a:pt x="4237" y="73"/>
                      </a:cubicBezTo>
                      <a:cubicBezTo>
                        <a:pt x="4285" y="73"/>
                        <a:pt x="4333" y="73"/>
                        <a:pt x="4383" y="73"/>
                      </a:cubicBezTo>
                      <a:cubicBezTo>
                        <a:pt x="4383" y="97"/>
                        <a:pt x="4383" y="121"/>
                        <a:pt x="4383" y="146"/>
                      </a:cubicBezTo>
                      <a:cubicBezTo>
                        <a:pt x="4407" y="146"/>
                        <a:pt x="4431" y="146"/>
                        <a:pt x="4456" y="146"/>
                      </a:cubicBezTo>
                      <a:cubicBezTo>
                        <a:pt x="4456" y="170"/>
                        <a:pt x="4456" y="194"/>
                        <a:pt x="4456" y="219"/>
                      </a:cubicBezTo>
                      <a:cubicBezTo>
                        <a:pt x="4480" y="219"/>
                        <a:pt x="4504" y="219"/>
                        <a:pt x="4529" y="219"/>
                      </a:cubicBezTo>
                      <a:cubicBezTo>
                        <a:pt x="4529" y="291"/>
                        <a:pt x="4529" y="364"/>
                        <a:pt x="4529" y="438"/>
                      </a:cubicBezTo>
                      <a:cubicBezTo>
                        <a:pt x="4505" y="438"/>
                        <a:pt x="4481" y="438"/>
                        <a:pt x="4456" y="438"/>
                      </a:cubicBezTo>
                      <a:cubicBezTo>
                        <a:pt x="4456" y="487"/>
                        <a:pt x="4456" y="535"/>
                        <a:pt x="4456" y="584"/>
                      </a:cubicBezTo>
                      <a:cubicBezTo>
                        <a:pt x="4432" y="584"/>
                        <a:pt x="4408" y="584"/>
                        <a:pt x="4383" y="584"/>
                      </a:cubicBezTo>
                      <a:cubicBezTo>
                        <a:pt x="4383" y="609"/>
                        <a:pt x="4383" y="633"/>
                        <a:pt x="4383" y="657"/>
                      </a:cubicBezTo>
                      <a:cubicBezTo>
                        <a:pt x="4359" y="657"/>
                        <a:pt x="4335" y="657"/>
                        <a:pt x="4310" y="657"/>
                      </a:cubicBezTo>
                      <a:cubicBezTo>
                        <a:pt x="4310" y="682"/>
                        <a:pt x="4310" y="706"/>
                        <a:pt x="4310" y="731"/>
                      </a:cubicBezTo>
                      <a:cubicBezTo>
                        <a:pt x="4286" y="731"/>
                        <a:pt x="4262" y="731"/>
                        <a:pt x="4237" y="731"/>
                      </a:cubicBezTo>
                      <a:cubicBezTo>
                        <a:pt x="4237" y="755"/>
                        <a:pt x="4237" y="779"/>
                        <a:pt x="4237" y="804"/>
                      </a:cubicBezTo>
                      <a:cubicBezTo>
                        <a:pt x="4213" y="804"/>
                        <a:pt x="4189" y="804"/>
                        <a:pt x="4164" y="804"/>
                      </a:cubicBezTo>
                      <a:cubicBezTo>
                        <a:pt x="4164" y="828"/>
                        <a:pt x="4164" y="852"/>
                        <a:pt x="4164" y="877"/>
                      </a:cubicBezTo>
                      <a:cubicBezTo>
                        <a:pt x="4140" y="877"/>
                        <a:pt x="4116" y="877"/>
                        <a:pt x="4091" y="877"/>
                      </a:cubicBezTo>
                      <a:cubicBezTo>
                        <a:pt x="4091" y="901"/>
                        <a:pt x="4091" y="925"/>
                        <a:pt x="4091" y="950"/>
                      </a:cubicBezTo>
                      <a:cubicBezTo>
                        <a:pt x="4067" y="950"/>
                        <a:pt x="4043" y="950"/>
                        <a:pt x="4018" y="950"/>
                      </a:cubicBezTo>
                      <a:cubicBezTo>
                        <a:pt x="4018" y="974"/>
                        <a:pt x="4018" y="998"/>
                        <a:pt x="4018" y="1023"/>
                      </a:cubicBezTo>
                      <a:cubicBezTo>
                        <a:pt x="3994" y="1023"/>
                        <a:pt x="3970" y="1023"/>
                        <a:pt x="3945" y="1023"/>
                      </a:cubicBezTo>
                      <a:cubicBezTo>
                        <a:pt x="3945" y="1047"/>
                        <a:pt x="3945" y="1071"/>
                        <a:pt x="3945" y="1096"/>
                      </a:cubicBezTo>
                      <a:cubicBezTo>
                        <a:pt x="3921" y="1096"/>
                        <a:pt x="3897" y="1096"/>
                        <a:pt x="3872" y="1096"/>
                      </a:cubicBezTo>
                      <a:cubicBezTo>
                        <a:pt x="3872" y="1120"/>
                        <a:pt x="3872" y="1144"/>
                        <a:pt x="3872" y="1169"/>
                      </a:cubicBezTo>
                      <a:cubicBezTo>
                        <a:pt x="3848" y="1169"/>
                        <a:pt x="3824" y="1169"/>
                        <a:pt x="3799" y="1169"/>
                      </a:cubicBezTo>
                      <a:cubicBezTo>
                        <a:pt x="3799" y="1193"/>
                        <a:pt x="3799" y="1217"/>
                        <a:pt x="3799" y="1242"/>
                      </a:cubicBezTo>
                      <a:cubicBezTo>
                        <a:pt x="3775" y="1242"/>
                        <a:pt x="3750" y="1242"/>
                        <a:pt x="3726" y="1242"/>
                      </a:cubicBezTo>
                      <a:cubicBezTo>
                        <a:pt x="3726" y="1266"/>
                        <a:pt x="3726" y="1290"/>
                        <a:pt x="3726" y="1315"/>
                      </a:cubicBezTo>
                      <a:cubicBezTo>
                        <a:pt x="3702" y="1315"/>
                        <a:pt x="3677" y="1315"/>
                        <a:pt x="3653" y="1315"/>
                      </a:cubicBezTo>
                      <a:cubicBezTo>
                        <a:pt x="3653" y="1339"/>
                        <a:pt x="3653" y="1363"/>
                        <a:pt x="3653" y="1388"/>
                      </a:cubicBezTo>
                      <a:cubicBezTo>
                        <a:pt x="3628" y="1388"/>
                        <a:pt x="3604" y="1388"/>
                        <a:pt x="3580" y="1388"/>
                      </a:cubicBezTo>
                      <a:cubicBezTo>
                        <a:pt x="3580" y="1436"/>
                        <a:pt x="3580" y="1484"/>
                        <a:pt x="3580" y="1534"/>
                      </a:cubicBezTo>
                      <a:cubicBezTo>
                        <a:pt x="3555" y="1534"/>
                        <a:pt x="3531" y="1534"/>
                        <a:pt x="3506" y="1534"/>
                      </a:cubicBezTo>
                      <a:cubicBezTo>
                        <a:pt x="3508" y="1545"/>
                        <a:pt x="3509" y="1556"/>
                        <a:pt x="3510" y="1567"/>
                      </a:cubicBezTo>
                      <a:cubicBezTo>
                        <a:pt x="3506" y="1607"/>
                        <a:pt x="3506" y="1607"/>
                        <a:pt x="3484" y="1634"/>
                      </a:cubicBezTo>
                      <a:cubicBezTo>
                        <a:pt x="3478" y="1639"/>
                        <a:pt x="3478" y="1639"/>
                        <a:pt x="3452" y="1660"/>
                      </a:cubicBezTo>
                      <a:cubicBezTo>
                        <a:pt x="3440" y="1669"/>
                        <a:pt x="3429" y="1678"/>
                        <a:pt x="3417" y="1688"/>
                      </a:cubicBezTo>
                      <a:cubicBezTo>
                        <a:pt x="3405" y="1697"/>
                        <a:pt x="3393" y="1707"/>
                        <a:pt x="3381" y="1717"/>
                      </a:cubicBezTo>
                      <a:cubicBezTo>
                        <a:pt x="3357" y="1736"/>
                        <a:pt x="3334" y="1755"/>
                        <a:pt x="3310" y="1774"/>
                      </a:cubicBezTo>
                      <a:cubicBezTo>
                        <a:pt x="3305" y="1778"/>
                        <a:pt x="3305" y="1778"/>
                        <a:pt x="3278" y="1799"/>
                      </a:cubicBezTo>
                      <a:cubicBezTo>
                        <a:pt x="3251" y="1826"/>
                        <a:pt x="3251" y="1826"/>
                        <a:pt x="3231" y="1866"/>
                      </a:cubicBezTo>
                      <a:cubicBezTo>
                        <a:pt x="3228" y="1871"/>
                        <a:pt x="3228" y="1871"/>
                        <a:pt x="3214" y="1899"/>
                      </a:cubicBezTo>
                      <a:cubicBezTo>
                        <a:pt x="3175" y="1904"/>
                        <a:pt x="3175" y="1904"/>
                        <a:pt x="3141" y="1899"/>
                      </a:cubicBezTo>
                      <a:cubicBezTo>
                        <a:pt x="3141" y="1923"/>
                        <a:pt x="3141" y="1948"/>
                        <a:pt x="3141" y="1972"/>
                      </a:cubicBezTo>
                      <a:cubicBezTo>
                        <a:pt x="3117" y="1972"/>
                        <a:pt x="3093" y="1972"/>
                        <a:pt x="3068" y="1972"/>
                      </a:cubicBezTo>
                      <a:cubicBezTo>
                        <a:pt x="3068" y="1997"/>
                        <a:pt x="3068" y="2021"/>
                        <a:pt x="3068" y="2045"/>
                      </a:cubicBezTo>
                      <a:cubicBezTo>
                        <a:pt x="3044" y="2045"/>
                        <a:pt x="3020" y="2045"/>
                        <a:pt x="2995" y="2045"/>
                      </a:cubicBezTo>
                      <a:cubicBezTo>
                        <a:pt x="2995" y="2070"/>
                        <a:pt x="2995" y="2094"/>
                        <a:pt x="2995" y="2119"/>
                      </a:cubicBezTo>
                      <a:cubicBezTo>
                        <a:pt x="2971" y="2119"/>
                        <a:pt x="2947" y="2119"/>
                        <a:pt x="2922" y="2119"/>
                      </a:cubicBezTo>
                      <a:cubicBezTo>
                        <a:pt x="2922" y="2143"/>
                        <a:pt x="2922" y="2167"/>
                        <a:pt x="2922" y="2192"/>
                      </a:cubicBezTo>
                      <a:cubicBezTo>
                        <a:pt x="2898" y="2192"/>
                        <a:pt x="2874" y="2192"/>
                        <a:pt x="2849" y="2192"/>
                      </a:cubicBezTo>
                      <a:cubicBezTo>
                        <a:pt x="2849" y="2216"/>
                        <a:pt x="2849" y="2240"/>
                        <a:pt x="2849" y="2265"/>
                      </a:cubicBezTo>
                      <a:cubicBezTo>
                        <a:pt x="2825" y="2265"/>
                        <a:pt x="2801" y="2265"/>
                        <a:pt x="2776" y="2265"/>
                      </a:cubicBezTo>
                      <a:cubicBezTo>
                        <a:pt x="2776" y="2289"/>
                        <a:pt x="2776" y="2313"/>
                        <a:pt x="2776" y="2338"/>
                      </a:cubicBezTo>
                      <a:cubicBezTo>
                        <a:pt x="2752" y="2338"/>
                        <a:pt x="2728" y="2338"/>
                        <a:pt x="2703" y="2338"/>
                      </a:cubicBezTo>
                      <a:cubicBezTo>
                        <a:pt x="2703" y="2362"/>
                        <a:pt x="2703" y="2386"/>
                        <a:pt x="2703" y="2411"/>
                      </a:cubicBezTo>
                      <a:cubicBezTo>
                        <a:pt x="2679" y="2411"/>
                        <a:pt x="2655" y="2411"/>
                        <a:pt x="2630" y="2411"/>
                      </a:cubicBezTo>
                      <a:cubicBezTo>
                        <a:pt x="2630" y="2435"/>
                        <a:pt x="2630" y="2459"/>
                        <a:pt x="2630" y="2484"/>
                      </a:cubicBezTo>
                      <a:cubicBezTo>
                        <a:pt x="2606" y="2484"/>
                        <a:pt x="2582" y="2484"/>
                        <a:pt x="2557" y="2484"/>
                      </a:cubicBezTo>
                      <a:cubicBezTo>
                        <a:pt x="2557" y="2508"/>
                        <a:pt x="2557" y="2532"/>
                        <a:pt x="2557" y="2557"/>
                      </a:cubicBezTo>
                      <a:cubicBezTo>
                        <a:pt x="2533" y="2557"/>
                        <a:pt x="2509" y="2557"/>
                        <a:pt x="2484" y="2557"/>
                      </a:cubicBezTo>
                      <a:cubicBezTo>
                        <a:pt x="2484" y="2605"/>
                        <a:pt x="2484" y="2653"/>
                        <a:pt x="2484" y="2703"/>
                      </a:cubicBezTo>
                      <a:cubicBezTo>
                        <a:pt x="2460" y="2703"/>
                        <a:pt x="2436" y="2703"/>
                        <a:pt x="2411" y="2703"/>
                      </a:cubicBezTo>
                      <a:cubicBezTo>
                        <a:pt x="2412" y="2713"/>
                        <a:pt x="2414" y="2724"/>
                        <a:pt x="2415" y="2735"/>
                      </a:cubicBezTo>
                      <a:cubicBezTo>
                        <a:pt x="2409" y="2791"/>
                        <a:pt x="2381" y="2816"/>
                        <a:pt x="2342" y="2854"/>
                      </a:cubicBezTo>
                      <a:cubicBezTo>
                        <a:pt x="2336" y="2860"/>
                        <a:pt x="2330" y="2867"/>
                        <a:pt x="2323" y="2874"/>
                      </a:cubicBezTo>
                      <a:cubicBezTo>
                        <a:pt x="2290" y="2907"/>
                        <a:pt x="2270" y="2921"/>
                        <a:pt x="2223" y="2926"/>
                      </a:cubicBezTo>
                      <a:cubicBezTo>
                        <a:pt x="2213" y="2925"/>
                        <a:pt x="2202" y="2924"/>
                        <a:pt x="2192" y="2922"/>
                      </a:cubicBezTo>
                      <a:cubicBezTo>
                        <a:pt x="2192" y="2946"/>
                        <a:pt x="2192" y="2970"/>
                        <a:pt x="2192" y="2995"/>
                      </a:cubicBezTo>
                      <a:cubicBezTo>
                        <a:pt x="2167" y="2995"/>
                        <a:pt x="2143" y="2995"/>
                        <a:pt x="2119" y="2995"/>
                      </a:cubicBezTo>
                      <a:cubicBezTo>
                        <a:pt x="2119" y="3019"/>
                        <a:pt x="2119" y="3043"/>
                        <a:pt x="2119" y="3068"/>
                      </a:cubicBezTo>
                      <a:cubicBezTo>
                        <a:pt x="2094" y="3068"/>
                        <a:pt x="2070" y="3068"/>
                        <a:pt x="2045" y="3068"/>
                      </a:cubicBezTo>
                      <a:cubicBezTo>
                        <a:pt x="2045" y="3092"/>
                        <a:pt x="2045" y="3116"/>
                        <a:pt x="2045" y="3141"/>
                      </a:cubicBezTo>
                      <a:cubicBezTo>
                        <a:pt x="2021" y="3141"/>
                        <a:pt x="1997" y="3141"/>
                        <a:pt x="1972" y="3141"/>
                      </a:cubicBezTo>
                      <a:cubicBezTo>
                        <a:pt x="1972" y="3165"/>
                        <a:pt x="1972" y="3189"/>
                        <a:pt x="1972" y="3214"/>
                      </a:cubicBezTo>
                      <a:cubicBezTo>
                        <a:pt x="1924" y="3214"/>
                        <a:pt x="1876" y="3214"/>
                        <a:pt x="1826" y="3214"/>
                      </a:cubicBezTo>
                      <a:cubicBezTo>
                        <a:pt x="1826" y="3238"/>
                        <a:pt x="1826" y="3262"/>
                        <a:pt x="1826" y="3287"/>
                      </a:cubicBezTo>
                      <a:cubicBezTo>
                        <a:pt x="1730" y="3287"/>
                        <a:pt x="1633" y="3287"/>
                        <a:pt x="1534" y="3287"/>
                      </a:cubicBezTo>
                      <a:cubicBezTo>
                        <a:pt x="1534" y="3263"/>
                        <a:pt x="1534" y="3239"/>
                        <a:pt x="1534" y="3214"/>
                      </a:cubicBezTo>
                      <a:cubicBezTo>
                        <a:pt x="1510" y="3214"/>
                        <a:pt x="1486" y="3214"/>
                        <a:pt x="1461" y="3214"/>
                      </a:cubicBezTo>
                      <a:cubicBezTo>
                        <a:pt x="1461" y="3190"/>
                        <a:pt x="1461" y="3166"/>
                        <a:pt x="1461" y="3141"/>
                      </a:cubicBezTo>
                      <a:cubicBezTo>
                        <a:pt x="1437" y="3141"/>
                        <a:pt x="1413" y="3141"/>
                        <a:pt x="1388" y="3141"/>
                      </a:cubicBezTo>
                      <a:cubicBezTo>
                        <a:pt x="1388" y="3117"/>
                        <a:pt x="1388" y="3093"/>
                        <a:pt x="1388" y="3068"/>
                      </a:cubicBezTo>
                      <a:cubicBezTo>
                        <a:pt x="1364" y="3068"/>
                        <a:pt x="1340" y="3068"/>
                        <a:pt x="1315" y="3068"/>
                      </a:cubicBezTo>
                      <a:cubicBezTo>
                        <a:pt x="1315" y="3044"/>
                        <a:pt x="1315" y="3020"/>
                        <a:pt x="1315" y="2995"/>
                      </a:cubicBezTo>
                      <a:cubicBezTo>
                        <a:pt x="1291" y="2995"/>
                        <a:pt x="1267" y="2995"/>
                        <a:pt x="1242" y="2995"/>
                      </a:cubicBezTo>
                      <a:cubicBezTo>
                        <a:pt x="1242" y="2971"/>
                        <a:pt x="1242" y="2947"/>
                        <a:pt x="1242" y="2922"/>
                      </a:cubicBezTo>
                      <a:cubicBezTo>
                        <a:pt x="1218" y="2922"/>
                        <a:pt x="1194" y="2922"/>
                        <a:pt x="1169" y="2922"/>
                      </a:cubicBezTo>
                      <a:cubicBezTo>
                        <a:pt x="1169" y="2898"/>
                        <a:pt x="1169" y="2874"/>
                        <a:pt x="1169" y="2849"/>
                      </a:cubicBezTo>
                      <a:cubicBezTo>
                        <a:pt x="1145" y="2849"/>
                        <a:pt x="1121" y="2849"/>
                        <a:pt x="1096" y="2849"/>
                      </a:cubicBezTo>
                      <a:cubicBezTo>
                        <a:pt x="1096" y="2825"/>
                        <a:pt x="1096" y="2801"/>
                        <a:pt x="1096" y="2776"/>
                      </a:cubicBezTo>
                      <a:cubicBezTo>
                        <a:pt x="1072" y="2776"/>
                        <a:pt x="1048" y="2776"/>
                        <a:pt x="1023" y="2776"/>
                      </a:cubicBezTo>
                      <a:cubicBezTo>
                        <a:pt x="1023" y="2752"/>
                        <a:pt x="1023" y="2728"/>
                        <a:pt x="1023" y="2703"/>
                      </a:cubicBezTo>
                      <a:cubicBezTo>
                        <a:pt x="999" y="2703"/>
                        <a:pt x="975" y="2703"/>
                        <a:pt x="950" y="2703"/>
                      </a:cubicBezTo>
                      <a:cubicBezTo>
                        <a:pt x="950" y="2679"/>
                        <a:pt x="950" y="2655"/>
                        <a:pt x="950" y="2630"/>
                      </a:cubicBezTo>
                      <a:cubicBezTo>
                        <a:pt x="926" y="2630"/>
                        <a:pt x="901" y="2630"/>
                        <a:pt x="877" y="2630"/>
                      </a:cubicBezTo>
                      <a:cubicBezTo>
                        <a:pt x="877" y="2606"/>
                        <a:pt x="877" y="2582"/>
                        <a:pt x="877" y="2557"/>
                      </a:cubicBezTo>
                      <a:cubicBezTo>
                        <a:pt x="853" y="2557"/>
                        <a:pt x="828" y="2557"/>
                        <a:pt x="804" y="2557"/>
                      </a:cubicBezTo>
                      <a:cubicBezTo>
                        <a:pt x="804" y="2533"/>
                        <a:pt x="804" y="2509"/>
                        <a:pt x="804" y="2484"/>
                      </a:cubicBezTo>
                      <a:cubicBezTo>
                        <a:pt x="779" y="2484"/>
                        <a:pt x="755" y="2484"/>
                        <a:pt x="731" y="2484"/>
                      </a:cubicBezTo>
                      <a:cubicBezTo>
                        <a:pt x="731" y="2460"/>
                        <a:pt x="731" y="2436"/>
                        <a:pt x="731" y="2411"/>
                      </a:cubicBezTo>
                      <a:cubicBezTo>
                        <a:pt x="706" y="2411"/>
                        <a:pt x="682" y="2411"/>
                        <a:pt x="657" y="2411"/>
                      </a:cubicBezTo>
                      <a:cubicBezTo>
                        <a:pt x="657" y="2387"/>
                        <a:pt x="657" y="2363"/>
                        <a:pt x="657" y="2338"/>
                      </a:cubicBezTo>
                      <a:cubicBezTo>
                        <a:pt x="633" y="2338"/>
                        <a:pt x="609" y="2338"/>
                        <a:pt x="584" y="2338"/>
                      </a:cubicBezTo>
                      <a:cubicBezTo>
                        <a:pt x="584" y="2314"/>
                        <a:pt x="584" y="2289"/>
                        <a:pt x="584" y="2265"/>
                      </a:cubicBezTo>
                      <a:cubicBezTo>
                        <a:pt x="560" y="2265"/>
                        <a:pt x="536" y="2265"/>
                        <a:pt x="511" y="2265"/>
                      </a:cubicBezTo>
                      <a:cubicBezTo>
                        <a:pt x="511" y="2241"/>
                        <a:pt x="511" y="2216"/>
                        <a:pt x="511" y="2192"/>
                      </a:cubicBezTo>
                      <a:cubicBezTo>
                        <a:pt x="487" y="2192"/>
                        <a:pt x="463" y="2192"/>
                        <a:pt x="438" y="2192"/>
                      </a:cubicBezTo>
                      <a:cubicBezTo>
                        <a:pt x="438" y="2167"/>
                        <a:pt x="438" y="2143"/>
                        <a:pt x="438" y="2119"/>
                      </a:cubicBezTo>
                      <a:cubicBezTo>
                        <a:pt x="414" y="2119"/>
                        <a:pt x="390" y="2119"/>
                        <a:pt x="365" y="2119"/>
                      </a:cubicBezTo>
                      <a:cubicBezTo>
                        <a:pt x="365" y="2094"/>
                        <a:pt x="365" y="2070"/>
                        <a:pt x="365" y="2045"/>
                      </a:cubicBezTo>
                      <a:cubicBezTo>
                        <a:pt x="341" y="2045"/>
                        <a:pt x="317" y="2045"/>
                        <a:pt x="292" y="2045"/>
                      </a:cubicBezTo>
                      <a:cubicBezTo>
                        <a:pt x="292" y="2021"/>
                        <a:pt x="292" y="1997"/>
                        <a:pt x="292" y="1972"/>
                      </a:cubicBezTo>
                      <a:cubicBezTo>
                        <a:pt x="268" y="1972"/>
                        <a:pt x="244" y="1972"/>
                        <a:pt x="219" y="1972"/>
                      </a:cubicBezTo>
                      <a:cubicBezTo>
                        <a:pt x="219" y="1948"/>
                        <a:pt x="219" y="1924"/>
                        <a:pt x="219" y="1899"/>
                      </a:cubicBezTo>
                      <a:cubicBezTo>
                        <a:pt x="195" y="1899"/>
                        <a:pt x="171" y="1899"/>
                        <a:pt x="146" y="1899"/>
                      </a:cubicBezTo>
                      <a:cubicBezTo>
                        <a:pt x="146" y="1875"/>
                        <a:pt x="146" y="1851"/>
                        <a:pt x="146" y="1826"/>
                      </a:cubicBezTo>
                      <a:cubicBezTo>
                        <a:pt x="122" y="1826"/>
                        <a:pt x="98" y="1826"/>
                        <a:pt x="73" y="1826"/>
                      </a:cubicBezTo>
                      <a:cubicBezTo>
                        <a:pt x="73" y="1802"/>
                        <a:pt x="73" y="1778"/>
                        <a:pt x="73" y="1753"/>
                      </a:cubicBezTo>
                      <a:cubicBezTo>
                        <a:pt x="49" y="1753"/>
                        <a:pt x="25" y="1753"/>
                        <a:pt x="0" y="1753"/>
                      </a:cubicBezTo>
                      <a:cubicBezTo>
                        <a:pt x="0" y="1633"/>
                        <a:pt x="0" y="1512"/>
                        <a:pt x="0" y="1388"/>
                      </a:cubicBezTo>
                      <a:cubicBezTo>
                        <a:pt x="24" y="1388"/>
                        <a:pt x="48" y="1388"/>
                        <a:pt x="73" y="1388"/>
                      </a:cubicBezTo>
                      <a:cubicBezTo>
                        <a:pt x="73" y="1364"/>
                        <a:pt x="73" y="1340"/>
                        <a:pt x="73" y="1315"/>
                      </a:cubicBezTo>
                      <a:cubicBezTo>
                        <a:pt x="97" y="1315"/>
                        <a:pt x="121" y="1315"/>
                        <a:pt x="146" y="1315"/>
                      </a:cubicBezTo>
                      <a:cubicBezTo>
                        <a:pt x="146" y="1291"/>
                        <a:pt x="146" y="1267"/>
                        <a:pt x="146" y="1242"/>
                      </a:cubicBezTo>
                      <a:cubicBezTo>
                        <a:pt x="267" y="1242"/>
                        <a:pt x="387" y="1242"/>
                        <a:pt x="511" y="1242"/>
                      </a:cubicBezTo>
                      <a:cubicBezTo>
                        <a:pt x="511" y="1266"/>
                        <a:pt x="511" y="1290"/>
                        <a:pt x="511" y="1315"/>
                      </a:cubicBezTo>
                      <a:cubicBezTo>
                        <a:pt x="535" y="1315"/>
                        <a:pt x="560" y="1315"/>
                        <a:pt x="584" y="1315"/>
                      </a:cubicBezTo>
                      <a:cubicBezTo>
                        <a:pt x="584" y="1339"/>
                        <a:pt x="584" y="1363"/>
                        <a:pt x="584" y="1388"/>
                      </a:cubicBezTo>
                      <a:cubicBezTo>
                        <a:pt x="609" y="1388"/>
                        <a:pt x="633" y="1388"/>
                        <a:pt x="657" y="1388"/>
                      </a:cubicBezTo>
                      <a:cubicBezTo>
                        <a:pt x="657" y="1412"/>
                        <a:pt x="657" y="1436"/>
                        <a:pt x="657" y="1461"/>
                      </a:cubicBezTo>
                      <a:cubicBezTo>
                        <a:pt x="682" y="1461"/>
                        <a:pt x="706" y="1461"/>
                        <a:pt x="731" y="1461"/>
                      </a:cubicBezTo>
                      <a:cubicBezTo>
                        <a:pt x="731" y="1485"/>
                        <a:pt x="731" y="1509"/>
                        <a:pt x="731" y="1534"/>
                      </a:cubicBezTo>
                      <a:cubicBezTo>
                        <a:pt x="755" y="1534"/>
                        <a:pt x="779" y="1534"/>
                        <a:pt x="804" y="1534"/>
                      </a:cubicBezTo>
                      <a:cubicBezTo>
                        <a:pt x="804" y="1558"/>
                        <a:pt x="804" y="1582"/>
                        <a:pt x="804" y="1607"/>
                      </a:cubicBezTo>
                      <a:cubicBezTo>
                        <a:pt x="828" y="1607"/>
                        <a:pt x="852" y="1607"/>
                        <a:pt x="877" y="1607"/>
                      </a:cubicBezTo>
                      <a:cubicBezTo>
                        <a:pt x="877" y="1631"/>
                        <a:pt x="877" y="1655"/>
                        <a:pt x="877" y="1680"/>
                      </a:cubicBezTo>
                      <a:cubicBezTo>
                        <a:pt x="901" y="1680"/>
                        <a:pt x="925" y="1680"/>
                        <a:pt x="950" y="1680"/>
                      </a:cubicBezTo>
                      <a:cubicBezTo>
                        <a:pt x="950" y="1704"/>
                        <a:pt x="950" y="1728"/>
                        <a:pt x="950" y="1753"/>
                      </a:cubicBezTo>
                      <a:cubicBezTo>
                        <a:pt x="974" y="1753"/>
                        <a:pt x="998" y="1753"/>
                        <a:pt x="1023" y="1753"/>
                      </a:cubicBezTo>
                      <a:cubicBezTo>
                        <a:pt x="1023" y="1777"/>
                        <a:pt x="1023" y="1801"/>
                        <a:pt x="1023" y="1826"/>
                      </a:cubicBezTo>
                      <a:cubicBezTo>
                        <a:pt x="1047" y="1826"/>
                        <a:pt x="1071" y="1826"/>
                        <a:pt x="1096" y="1826"/>
                      </a:cubicBezTo>
                      <a:cubicBezTo>
                        <a:pt x="1096" y="1850"/>
                        <a:pt x="1096" y="1875"/>
                        <a:pt x="1096" y="1899"/>
                      </a:cubicBezTo>
                      <a:cubicBezTo>
                        <a:pt x="1120" y="1899"/>
                        <a:pt x="1144" y="1899"/>
                        <a:pt x="1169" y="1899"/>
                      </a:cubicBezTo>
                      <a:cubicBezTo>
                        <a:pt x="1169" y="1923"/>
                        <a:pt x="1169" y="1948"/>
                        <a:pt x="1169" y="1972"/>
                      </a:cubicBezTo>
                      <a:cubicBezTo>
                        <a:pt x="1193" y="1972"/>
                        <a:pt x="1217" y="1972"/>
                        <a:pt x="1242" y="1972"/>
                      </a:cubicBezTo>
                      <a:cubicBezTo>
                        <a:pt x="1242" y="1997"/>
                        <a:pt x="1242" y="2021"/>
                        <a:pt x="1242" y="2045"/>
                      </a:cubicBezTo>
                      <a:cubicBezTo>
                        <a:pt x="1266" y="2045"/>
                        <a:pt x="1290" y="2045"/>
                        <a:pt x="1315" y="2045"/>
                      </a:cubicBezTo>
                      <a:cubicBezTo>
                        <a:pt x="1315" y="2070"/>
                        <a:pt x="1315" y="2094"/>
                        <a:pt x="1315" y="2119"/>
                      </a:cubicBezTo>
                      <a:cubicBezTo>
                        <a:pt x="1339" y="2119"/>
                        <a:pt x="1363" y="2119"/>
                        <a:pt x="1388" y="2119"/>
                      </a:cubicBezTo>
                      <a:cubicBezTo>
                        <a:pt x="1388" y="2143"/>
                        <a:pt x="1388" y="2167"/>
                        <a:pt x="1388" y="2192"/>
                      </a:cubicBezTo>
                      <a:cubicBezTo>
                        <a:pt x="1436" y="2192"/>
                        <a:pt x="1484" y="2192"/>
                        <a:pt x="1534" y="2192"/>
                      </a:cubicBezTo>
                      <a:cubicBezTo>
                        <a:pt x="1534" y="2216"/>
                        <a:pt x="1534" y="2240"/>
                        <a:pt x="1534" y="2265"/>
                      </a:cubicBezTo>
                      <a:cubicBezTo>
                        <a:pt x="1558" y="2265"/>
                        <a:pt x="1582" y="2265"/>
                        <a:pt x="1607" y="2265"/>
                      </a:cubicBezTo>
                      <a:cubicBezTo>
                        <a:pt x="1607" y="2289"/>
                        <a:pt x="1607" y="2313"/>
                        <a:pt x="1607" y="2338"/>
                      </a:cubicBezTo>
                      <a:cubicBezTo>
                        <a:pt x="1679" y="2338"/>
                        <a:pt x="1752" y="2338"/>
                        <a:pt x="1826" y="2338"/>
                      </a:cubicBezTo>
                      <a:cubicBezTo>
                        <a:pt x="1826" y="2314"/>
                        <a:pt x="1826" y="2289"/>
                        <a:pt x="1826" y="2265"/>
                      </a:cubicBezTo>
                      <a:cubicBezTo>
                        <a:pt x="1850" y="2265"/>
                        <a:pt x="1875" y="2265"/>
                        <a:pt x="1899" y="2265"/>
                      </a:cubicBezTo>
                      <a:cubicBezTo>
                        <a:pt x="1899" y="2241"/>
                        <a:pt x="1899" y="2216"/>
                        <a:pt x="1899" y="2192"/>
                      </a:cubicBezTo>
                      <a:cubicBezTo>
                        <a:pt x="1923" y="2192"/>
                        <a:pt x="1948" y="2192"/>
                        <a:pt x="1972" y="2192"/>
                      </a:cubicBezTo>
                      <a:cubicBezTo>
                        <a:pt x="1972" y="2167"/>
                        <a:pt x="1972" y="2143"/>
                        <a:pt x="1972" y="2119"/>
                      </a:cubicBezTo>
                      <a:cubicBezTo>
                        <a:pt x="1997" y="2119"/>
                        <a:pt x="2021" y="2119"/>
                        <a:pt x="2045" y="2119"/>
                      </a:cubicBezTo>
                      <a:cubicBezTo>
                        <a:pt x="2045" y="2094"/>
                        <a:pt x="2045" y="2070"/>
                        <a:pt x="2045" y="2045"/>
                      </a:cubicBezTo>
                      <a:cubicBezTo>
                        <a:pt x="2070" y="2045"/>
                        <a:pt x="2094" y="2045"/>
                        <a:pt x="2119" y="2045"/>
                      </a:cubicBezTo>
                      <a:cubicBezTo>
                        <a:pt x="2119" y="2021"/>
                        <a:pt x="2119" y="1997"/>
                        <a:pt x="2119" y="1972"/>
                      </a:cubicBezTo>
                      <a:cubicBezTo>
                        <a:pt x="2143" y="1972"/>
                        <a:pt x="2167" y="1972"/>
                        <a:pt x="2192" y="1972"/>
                      </a:cubicBezTo>
                      <a:cubicBezTo>
                        <a:pt x="2192" y="1948"/>
                        <a:pt x="2192" y="1924"/>
                        <a:pt x="2192" y="1899"/>
                      </a:cubicBezTo>
                      <a:cubicBezTo>
                        <a:pt x="2216" y="1899"/>
                        <a:pt x="2240" y="1899"/>
                        <a:pt x="2265" y="1899"/>
                      </a:cubicBezTo>
                      <a:cubicBezTo>
                        <a:pt x="2265" y="1875"/>
                        <a:pt x="2265" y="1851"/>
                        <a:pt x="2265" y="1826"/>
                      </a:cubicBezTo>
                      <a:cubicBezTo>
                        <a:pt x="2289" y="1826"/>
                        <a:pt x="2313" y="1826"/>
                        <a:pt x="2338" y="1826"/>
                      </a:cubicBezTo>
                      <a:cubicBezTo>
                        <a:pt x="2338" y="1802"/>
                        <a:pt x="2338" y="1778"/>
                        <a:pt x="2338" y="1753"/>
                      </a:cubicBezTo>
                      <a:cubicBezTo>
                        <a:pt x="2362" y="1753"/>
                        <a:pt x="2386" y="1753"/>
                        <a:pt x="2411" y="1753"/>
                      </a:cubicBezTo>
                      <a:cubicBezTo>
                        <a:pt x="2411" y="1729"/>
                        <a:pt x="2411" y="1705"/>
                        <a:pt x="2411" y="1680"/>
                      </a:cubicBezTo>
                      <a:cubicBezTo>
                        <a:pt x="2435" y="1680"/>
                        <a:pt x="2459" y="1680"/>
                        <a:pt x="2484" y="1680"/>
                      </a:cubicBezTo>
                      <a:cubicBezTo>
                        <a:pt x="2484" y="1656"/>
                        <a:pt x="2484" y="1632"/>
                        <a:pt x="2484" y="1607"/>
                      </a:cubicBezTo>
                      <a:cubicBezTo>
                        <a:pt x="2508" y="1607"/>
                        <a:pt x="2532" y="1607"/>
                        <a:pt x="2557" y="1607"/>
                      </a:cubicBezTo>
                      <a:cubicBezTo>
                        <a:pt x="2557" y="1583"/>
                        <a:pt x="2557" y="1559"/>
                        <a:pt x="2557" y="1534"/>
                      </a:cubicBezTo>
                      <a:cubicBezTo>
                        <a:pt x="2581" y="1534"/>
                        <a:pt x="2605" y="1534"/>
                        <a:pt x="2630" y="1534"/>
                      </a:cubicBezTo>
                      <a:cubicBezTo>
                        <a:pt x="2630" y="1510"/>
                        <a:pt x="2630" y="1486"/>
                        <a:pt x="2630" y="1461"/>
                      </a:cubicBezTo>
                      <a:cubicBezTo>
                        <a:pt x="2654" y="1461"/>
                        <a:pt x="2678" y="1461"/>
                        <a:pt x="2703" y="1461"/>
                      </a:cubicBezTo>
                      <a:cubicBezTo>
                        <a:pt x="2703" y="1413"/>
                        <a:pt x="2703" y="1365"/>
                        <a:pt x="2703" y="1315"/>
                      </a:cubicBezTo>
                      <a:cubicBezTo>
                        <a:pt x="2727" y="1315"/>
                        <a:pt x="2751" y="1315"/>
                        <a:pt x="2776" y="1315"/>
                      </a:cubicBezTo>
                      <a:cubicBezTo>
                        <a:pt x="2776" y="1291"/>
                        <a:pt x="2776" y="1267"/>
                        <a:pt x="2776" y="1242"/>
                      </a:cubicBezTo>
                      <a:cubicBezTo>
                        <a:pt x="2800" y="1242"/>
                        <a:pt x="2824" y="1242"/>
                        <a:pt x="2849" y="1242"/>
                      </a:cubicBezTo>
                      <a:cubicBezTo>
                        <a:pt x="2848" y="1231"/>
                        <a:pt x="2846" y="1221"/>
                        <a:pt x="2845" y="1210"/>
                      </a:cubicBezTo>
                      <a:cubicBezTo>
                        <a:pt x="2851" y="1154"/>
                        <a:pt x="2879" y="1128"/>
                        <a:pt x="2918" y="1091"/>
                      </a:cubicBezTo>
                      <a:cubicBezTo>
                        <a:pt x="2921" y="1088"/>
                        <a:pt x="2921" y="1088"/>
                        <a:pt x="2937" y="1071"/>
                      </a:cubicBezTo>
                      <a:cubicBezTo>
                        <a:pt x="2970" y="1038"/>
                        <a:pt x="2989" y="1023"/>
                        <a:pt x="3037" y="1018"/>
                      </a:cubicBezTo>
                      <a:cubicBezTo>
                        <a:pt x="3047" y="1020"/>
                        <a:pt x="3057" y="1021"/>
                        <a:pt x="3068" y="1023"/>
                      </a:cubicBezTo>
                      <a:cubicBezTo>
                        <a:pt x="3068" y="999"/>
                        <a:pt x="3068" y="975"/>
                        <a:pt x="3068" y="950"/>
                      </a:cubicBezTo>
                      <a:cubicBezTo>
                        <a:pt x="3092" y="950"/>
                        <a:pt x="3116" y="950"/>
                        <a:pt x="3141" y="950"/>
                      </a:cubicBezTo>
                      <a:cubicBezTo>
                        <a:pt x="3141" y="926"/>
                        <a:pt x="3141" y="901"/>
                        <a:pt x="3141" y="877"/>
                      </a:cubicBezTo>
                      <a:cubicBezTo>
                        <a:pt x="3165" y="877"/>
                        <a:pt x="3189" y="877"/>
                        <a:pt x="3214" y="877"/>
                      </a:cubicBezTo>
                      <a:cubicBezTo>
                        <a:pt x="3214" y="853"/>
                        <a:pt x="3214" y="828"/>
                        <a:pt x="3214" y="804"/>
                      </a:cubicBezTo>
                      <a:cubicBezTo>
                        <a:pt x="3238" y="804"/>
                        <a:pt x="3262" y="804"/>
                        <a:pt x="3287" y="804"/>
                      </a:cubicBezTo>
                      <a:cubicBezTo>
                        <a:pt x="3287" y="779"/>
                        <a:pt x="3287" y="755"/>
                        <a:pt x="3287" y="731"/>
                      </a:cubicBezTo>
                      <a:cubicBezTo>
                        <a:pt x="3311" y="731"/>
                        <a:pt x="3336" y="731"/>
                        <a:pt x="3360" y="731"/>
                      </a:cubicBezTo>
                      <a:cubicBezTo>
                        <a:pt x="3360" y="706"/>
                        <a:pt x="3360" y="682"/>
                        <a:pt x="3360" y="657"/>
                      </a:cubicBezTo>
                      <a:cubicBezTo>
                        <a:pt x="3384" y="657"/>
                        <a:pt x="3409" y="657"/>
                        <a:pt x="3433" y="657"/>
                      </a:cubicBezTo>
                      <a:cubicBezTo>
                        <a:pt x="3433" y="633"/>
                        <a:pt x="3433" y="609"/>
                        <a:pt x="3433" y="584"/>
                      </a:cubicBezTo>
                      <a:cubicBezTo>
                        <a:pt x="3458" y="584"/>
                        <a:pt x="3482" y="584"/>
                        <a:pt x="3506" y="584"/>
                      </a:cubicBezTo>
                      <a:cubicBezTo>
                        <a:pt x="3506" y="560"/>
                        <a:pt x="3506" y="536"/>
                        <a:pt x="3506" y="511"/>
                      </a:cubicBezTo>
                      <a:cubicBezTo>
                        <a:pt x="3531" y="511"/>
                        <a:pt x="3555" y="511"/>
                        <a:pt x="3580" y="511"/>
                      </a:cubicBezTo>
                      <a:cubicBezTo>
                        <a:pt x="3580" y="487"/>
                        <a:pt x="3580" y="463"/>
                        <a:pt x="3580" y="438"/>
                      </a:cubicBezTo>
                      <a:cubicBezTo>
                        <a:pt x="3604" y="438"/>
                        <a:pt x="3628" y="438"/>
                        <a:pt x="3653" y="438"/>
                      </a:cubicBezTo>
                      <a:cubicBezTo>
                        <a:pt x="3653" y="414"/>
                        <a:pt x="3653" y="390"/>
                        <a:pt x="3653" y="365"/>
                      </a:cubicBezTo>
                      <a:cubicBezTo>
                        <a:pt x="3677" y="365"/>
                        <a:pt x="3701" y="365"/>
                        <a:pt x="3726" y="365"/>
                      </a:cubicBezTo>
                      <a:cubicBezTo>
                        <a:pt x="3726" y="341"/>
                        <a:pt x="3726" y="317"/>
                        <a:pt x="3726" y="292"/>
                      </a:cubicBezTo>
                      <a:cubicBezTo>
                        <a:pt x="3750" y="292"/>
                        <a:pt x="3774" y="292"/>
                        <a:pt x="3799" y="292"/>
                      </a:cubicBezTo>
                      <a:cubicBezTo>
                        <a:pt x="3799" y="268"/>
                        <a:pt x="3799" y="244"/>
                        <a:pt x="3799" y="219"/>
                      </a:cubicBezTo>
                      <a:cubicBezTo>
                        <a:pt x="3823" y="219"/>
                        <a:pt x="3847" y="219"/>
                        <a:pt x="3872" y="219"/>
                      </a:cubicBezTo>
                      <a:cubicBezTo>
                        <a:pt x="3872" y="195"/>
                        <a:pt x="3872" y="171"/>
                        <a:pt x="3872" y="146"/>
                      </a:cubicBezTo>
                      <a:cubicBezTo>
                        <a:pt x="3896" y="146"/>
                        <a:pt x="3920" y="146"/>
                        <a:pt x="3945" y="146"/>
                      </a:cubicBezTo>
                      <a:cubicBezTo>
                        <a:pt x="3945" y="122"/>
                        <a:pt x="3945" y="98"/>
                        <a:pt x="3945" y="73"/>
                      </a:cubicBezTo>
                      <a:cubicBezTo>
                        <a:pt x="3993" y="73"/>
                        <a:pt x="4041" y="73"/>
                        <a:pt x="4091" y="73"/>
                      </a:cubicBezTo>
                      <a:cubicBezTo>
                        <a:pt x="4091" y="49"/>
                        <a:pt x="4091" y="25"/>
                        <a:pt x="4091" y="0"/>
                      </a:cubicBezTo>
                      <a:close/>
                    </a:path>
                  </a:pathLst>
                </a:custGeom>
                <a:solidFill>
                  <a:srgbClr val="E24798"/>
                </a:solidFill>
                <a:ln w="464" cap="flat">
                  <a:noFill/>
                </a:ln>
              </p:spPr>
            </p:sp>
            <p:sp>
              <p:nvSpPr>
                <p:cNvPr id="1006" name="ICON_ACTION_GEAR_path_006"/>
                <p:cNvSpPr/>
                <p:nvPr/>
              </p:nvSpPr>
              <p:spPr>
                <a:xfrm>
                  <a:off x="2413979" y="5679848"/>
                  <a:ext cx="5103" cy="3061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02" h="2411" fill="norm" stroke="0">
                      <a:moveTo>
                        <a:pt x="37" y="0"/>
                      </a:moveTo>
                      <a:cubicBezTo>
                        <a:pt x="61" y="0"/>
                        <a:pt x="85" y="0"/>
                        <a:pt x="110" y="0"/>
                      </a:cubicBezTo>
                      <a:cubicBezTo>
                        <a:pt x="110" y="24"/>
                        <a:pt x="110" y="48"/>
                        <a:pt x="110" y="73"/>
                      </a:cubicBezTo>
                      <a:cubicBezTo>
                        <a:pt x="134" y="73"/>
                        <a:pt x="158" y="73"/>
                        <a:pt x="183" y="73"/>
                      </a:cubicBezTo>
                      <a:cubicBezTo>
                        <a:pt x="183" y="97"/>
                        <a:pt x="183" y="121"/>
                        <a:pt x="183" y="146"/>
                      </a:cubicBezTo>
                      <a:cubicBezTo>
                        <a:pt x="207" y="146"/>
                        <a:pt x="231" y="146"/>
                        <a:pt x="256" y="146"/>
                      </a:cubicBezTo>
                      <a:cubicBezTo>
                        <a:pt x="256" y="170"/>
                        <a:pt x="256" y="194"/>
                        <a:pt x="256" y="219"/>
                      </a:cubicBezTo>
                      <a:cubicBezTo>
                        <a:pt x="304" y="219"/>
                        <a:pt x="352" y="219"/>
                        <a:pt x="402" y="219"/>
                      </a:cubicBezTo>
                      <a:cubicBezTo>
                        <a:pt x="402" y="557"/>
                        <a:pt x="402" y="894"/>
                        <a:pt x="402" y="1242"/>
                      </a:cubicBezTo>
                      <a:cubicBezTo>
                        <a:pt x="354" y="1242"/>
                        <a:pt x="305" y="1242"/>
                        <a:pt x="256" y="1242"/>
                      </a:cubicBezTo>
                      <a:cubicBezTo>
                        <a:pt x="256" y="1266"/>
                        <a:pt x="256" y="1290"/>
                        <a:pt x="256" y="1315"/>
                      </a:cubicBezTo>
                      <a:cubicBezTo>
                        <a:pt x="304" y="1315"/>
                        <a:pt x="352" y="1315"/>
                        <a:pt x="402" y="1315"/>
                      </a:cubicBezTo>
                      <a:cubicBezTo>
                        <a:pt x="402" y="1580"/>
                        <a:pt x="402" y="1845"/>
                        <a:pt x="402" y="2119"/>
                      </a:cubicBezTo>
                      <a:cubicBezTo>
                        <a:pt x="378" y="2119"/>
                        <a:pt x="354" y="2119"/>
                        <a:pt x="329" y="2119"/>
                      </a:cubicBezTo>
                      <a:cubicBezTo>
                        <a:pt x="329" y="2094"/>
                        <a:pt x="329" y="2070"/>
                        <a:pt x="329" y="2045"/>
                      </a:cubicBezTo>
                      <a:cubicBezTo>
                        <a:pt x="281" y="2045"/>
                        <a:pt x="232" y="2045"/>
                        <a:pt x="183" y="2045"/>
                      </a:cubicBezTo>
                      <a:cubicBezTo>
                        <a:pt x="183" y="2118"/>
                        <a:pt x="183" y="2190"/>
                        <a:pt x="183" y="2265"/>
                      </a:cubicBezTo>
                      <a:cubicBezTo>
                        <a:pt x="159" y="2265"/>
                        <a:pt x="134" y="2265"/>
                        <a:pt x="110" y="2265"/>
                      </a:cubicBezTo>
                      <a:cubicBezTo>
                        <a:pt x="110" y="2313"/>
                        <a:pt x="110" y="2361"/>
                        <a:pt x="110" y="2411"/>
                      </a:cubicBezTo>
                      <a:cubicBezTo>
                        <a:pt x="73" y="2399"/>
                        <a:pt x="37" y="2387"/>
                        <a:pt x="0" y="2374"/>
                      </a:cubicBezTo>
                      <a:cubicBezTo>
                        <a:pt x="5" y="2364"/>
                        <a:pt x="10" y="2353"/>
                        <a:pt x="15" y="2342"/>
                      </a:cubicBezTo>
                      <a:cubicBezTo>
                        <a:pt x="96" y="2146"/>
                        <a:pt x="86" y="1936"/>
                        <a:pt x="88" y="1727"/>
                      </a:cubicBezTo>
                      <a:cubicBezTo>
                        <a:pt x="88" y="1671"/>
                        <a:pt x="89" y="1616"/>
                        <a:pt x="90" y="1560"/>
                      </a:cubicBezTo>
                      <a:cubicBezTo>
                        <a:pt x="92" y="1455"/>
                        <a:pt x="93" y="1350"/>
                        <a:pt x="95" y="1245"/>
                      </a:cubicBezTo>
                      <a:cubicBezTo>
                        <a:pt x="96" y="1125"/>
                        <a:pt x="98" y="1005"/>
                        <a:pt x="100" y="885"/>
                      </a:cubicBezTo>
                      <a:cubicBezTo>
                        <a:pt x="103" y="639"/>
                        <a:pt x="107" y="392"/>
                        <a:pt x="110" y="146"/>
                      </a:cubicBezTo>
                      <a:cubicBezTo>
                        <a:pt x="85" y="146"/>
                        <a:pt x="61" y="146"/>
                        <a:pt x="37" y="146"/>
                      </a:cubicBezTo>
                      <a:cubicBezTo>
                        <a:pt x="37" y="98"/>
                        <a:pt x="37" y="50"/>
                        <a:pt x="3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07" name="ICON_ACTION_GEAR_path_007"/>
                <p:cNvSpPr/>
                <p:nvPr/>
              </p:nvSpPr>
              <p:spPr>
                <a:xfrm>
                  <a:off x="2296618" y="5792107"/>
                  <a:ext cx="30616" cy="55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411" h="438" fill="norm" stroke="0">
                      <a:moveTo>
                        <a:pt x="0" y="0"/>
                      </a:moveTo>
                      <a:cubicBezTo>
                        <a:pt x="100" y="19"/>
                        <a:pt x="197" y="38"/>
                        <a:pt x="292" y="73"/>
                      </a:cubicBezTo>
                      <a:cubicBezTo>
                        <a:pt x="292" y="97"/>
                        <a:pt x="292" y="121"/>
                        <a:pt x="292" y="146"/>
                      </a:cubicBezTo>
                      <a:cubicBezTo>
                        <a:pt x="991" y="146"/>
                        <a:pt x="1690" y="146"/>
                        <a:pt x="2411" y="146"/>
                      </a:cubicBezTo>
                      <a:cubicBezTo>
                        <a:pt x="2411" y="194"/>
                        <a:pt x="2411" y="243"/>
                        <a:pt x="2411" y="292"/>
                      </a:cubicBezTo>
                      <a:cubicBezTo>
                        <a:pt x="2363" y="292"/>
                        <a:pt x="2314" y="292"/>
                        <a:pt x="2265" y="292"/>
                      </a:cubicBezTo>
                      <a:cubicBezTo>
                        <a:pt x="2265" y="340"/>
                        <a:pt x="2265" y="389"/>
                        <a:pt x="2265" y="438"/>
                      </a:cubicBezTo>
                      <a:cubicBezTo>
                        <a:pt x="2096" y="438"/>
                        <a:pt x="1927" y="438"/>
                        <a:pt x="1753" y="438"/>
                      </a:cubicBezTo>
                      <a:cubicBezTo>
                        <a:pt x="1753" y="390"/>
                        <a:pt x="1753" y="342"/>
                        <a:pt x="1753" y="292"/>
                      </a:cubicBezTo>
                      <a:cubicBezTo>
                        <a:pt x="1440" y="292"/>
                        <a:pt x="1126" y="292"/>
                        <a:pt x="804" y="292"/>
                      </a:cubicBezTo>
                      <a:cubicBezTo>
                        <a:pt x="804" y="340"/>
                        <a:pt x="804" y="389"/>
                        <a:pt x="804" y="438"/>
                      </a:cubicBezTo>
                      <a:cubicBezTo>
                        <a:pt x="683" y="438"/>
                        <a:pt x="562" y="438"/>
                        <a:pt x="438" y="438"/>
                      </a:cubicBezTo>
                      <a:cubicBezTo>
                        <a:pt x="438" y="390"/>
                        <a:pt x="438" y="342"/>
                        <a:pt x="438" y="292"/>
                      </a:cubicBezTo>
                      <a:cubicBezTo>
                        <a:pt x="390" y="292"/>
                        <a:pt x="342" y="292"/>
                        <a:pt x="292" y="292"/>
                      </a:cubicBezTo>
                      <a:cubicBezTo>
                        <a:pt x="292" y="268"/>
                        <a:pt x="292" y="244"/>
                        <a:pt x="292" y="219"/>
                      </a:cubicBezTo>
                      <a:cubicBezTo>
                        <a:pt x="268" y="219"/>
                        <a:pt x="244" y="219"/>
                        <a:pt x="219" y="219"/>
                      </a:cubicBezTo>
                      <a:cubicBezTo>
                        <a:pt x="219" y="195"/>
                        <a:pt x="219" y="171"/>
                        <a:pt x="219" y="146"/>
                      </a:cubicBezTo>
                      <a:cubicBezTo>
                        <a:pt x="209" y="147"/>
                        <a:pt x="199" y="148"/>
                        <a:pt x="188" y="149"/>
                      </a:cubicBezTo>
                      <a:cubicBezTo>
                        <a:pt x="149" y="151"/>
                        <a:pt x="112" y="151"/>
                        <a:pt x="73" y="146"/>
                      </a:cubicBezTo>
                      <a:cubicBezTo>
                        <a:pt x="48" y="114"/>
                        <a:pt x="48" y="114"/>
                        <a:pt x="37" y="73"/>
                      </a:cubicBezTo>
                      <a:cubicBezTo>
                        <a:pt x="25" y="49"/>
                        <a:pt x="12" y="24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08" name="ICON_ACTION_GEAR_path_008"/>
                <p:cNvSpPr/>
                <p:nvPr/>
              </p:nvSpPr>
              <p:spPr>
                <a:xfrm>
                  <a:off x="2329089" y="5771696"/>
                  <a:ext cx="11133" cy="2226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7" h="1753" fill="norm" stroke="0">
                      <a:moveTo>
                        <a:pt x="731" y="0"/>
                      </a:moveTo>
                      <a:cubicBezTo>
                        <a:pt x="779" y="0"/>
                        <a:pt x="827" y="0"/>
                        <a:pt x="877" y="0"/>
                      </a:cubicBezTo>
                      <a:cubicBezTo>
                        <a:pt x="877" y="48"/>
                        <a:pt x="877" y="96"/>
                        <a:pt x="877" y="146"/>
                      </a:cubicBezTo>
                      <a:cubicBezTo>
                        <a:pt x="804" y="146"/>
                        <a:pt x="732" y="146"/>
                        <a:pt x="657" y="146"/>
                      </a:cubicBezTo>
                      <a:cubicBezTo>
                        <a:pt x="657" y="194"/>
                        <a:pt x="657" y="243"/>
                        <a:pt x="657" y="292"/>
                      </a:cubicBezTo>
                      <a:cubicBezTo>
                        <a:pt x="682" y="292"/>
                        <a:pt x="706" y="292"/>
                        <a:pt x="731" y="292"/>
                      </a:cubicBezTo>
                      <a:cubicBezTo>
                        <a:pt x="731" y="340"/>
                        <a:pt x="731" y="389"/>
                        <a:pt x="731" y="438"/>
                      </a:cubicBezTo>
                      <a:cubicBezTo>
                        <a:pt x="682" y="438"/>
                        <a:pt x="634" y="438"/>
                        <a:pt x="584" y="438"/>
                      </a:cubicBezTo>
                      <a:cubicBezTo>
                        <a:pt x="584" y="462"/>
                        <a:pt x="584" y="487"/>
                        <a:pt x="584" y="511"/>
                      </a:cubicBezTo>
                      <a:cubicBezTo>
                        <a:pt x="560" y="511"/>
                        <a:pt x="536" y="511"/>
                        <a:pt x="511" y="511"/>
                      </a:cubicBezTo>
                      <a:cubicBezTo>
                        <a:pt x="511" y="680"/>
                        <a:pt x="511" y="849"/>
                        <a:pt x="511" y="1023"/>
                      </a:cubicBezTo>
                      <a:cubicBezTo>
                        <a:pt x="560" y="1023"/>
                        <a:pt x="608" y="1023"/>
                        <a:pt x="657" y="1023"/>
                      </a:cubicBezTo>
                      <a:cubicBezTo>
                        <a:pt x="657" y="1119"/>
                        <a:pt x="657" y="1216"/>
                        <a:pt x="657" y="1315"/>
                      </a:cubicBezTo>
                      <a:cubicBezTo>
                        <a:pt x="633" y="1315"/>
                        <a:pt x="609" y="1315"/>
                        <a:pt x="584" y="1315"/>
                      </a:cubicBezTo>
                      <a:cubicBezTo>
                        <a:pt x="584" y="1339"/>
                        <a:pt x="584" y="1363"/>
                        <a:pt x="584" y="1388"/>
                      </a:cubicBezTo>
                      <a:cubicBezTo>
                        <a:pt x="560" y="1388"/>
                        <a:pt x="536" y="1388"/>
                        <a:pt x="511" y="1388"/>
                      </a:cubicBezTo>
                      <a:cubicBezTo>
                        <a:pt x="511" y="1364"/>
                        <a:pt x="511" y="1340"/>
                        <a:pt x="511" y="1315"/>
                      </a:cubicBezTo>
                      <a:cubicBezTo>
                        <a:pt x="487" y="1315"/>
                        <a:pt x="463" y="1315"/>
                        <a:pt x="438" y="1315"/>
                      </a:cubicBezTo>
                      <a:cubicBezTo>
                        <a:pt x="438" y="1363"/>
                        <a:pt x="438" y="1411"/>
                        <a:pt x="438" y="1461"/>
                      </a:cubicBezTo>
                      <a:cubicBezTo>
                        <a:pt x="414" y="1461"/>
                        <a:pt x="390" y="1461"/>
                        <a:pt x="365" y="1461"/>
                      </a:cubicBezTo>
                      <a:cubicBezTo>
                        <a:pt x="365" y="1509"/>
                        <a:pt x="365" y="1557"/>
                        <a:pt x="365" y="1607"/>
                      </a:cubicBezTo>
                      <a:cubicBezTo>
                        <a:pt x="317" y="1607"/>
                        <a:pt x="269" y="1607"/>
                        <a:pt x="219" y="1607"/>
                      </a:cubicBezTo>
                      <a:cubicBezTo>
                        <a:pt x="219" y="1631"/>
                        <a:pt x="219" y="1655"/>
                        <a:pt x="219" y="1680"/>
                      </a:cubicBezTo>
                      <a:cubicBezTo>
                        <a:pt x="195" y="1680"/>
                        <a:pt x="171" y="1680"/>
                        <a:pt x="146" y="1680"/>
                      </a:cubicBezTo>
                      <a:cubicBezTo>
                        <a:pt x="146" y="1704"/>
                        <a:pt x="146" y="1728"/>
                        <a:pt x="146" y="1753"/>
                      </a:cubicBezTo>
                      <a:cubicBezTo>
                        <a:pt x="98" y="1753"/>
                        <a:pt x="50" y="1753"/>
                        <a:pt x="0" y="1753"/>
                      </a:cubicBezTo>
                      <a:cubicBezTo>
                        <a:pt x="10" y="1729"/>
                        <a:pt x="21" y="1704"/>
                        <a:pt x="32" y="1680"/>
                      </a:cubicBezTo>
                      <a:cubicBezTo>
                        <a:pt x="38" y="1667"/>
                        <a:pt x="44" y="1653"/>
                        <a:pt x="50" y="1639"/>
                      </a:cubicBezTo>
                      <a:cubicBezTo>
                        <a:pt x="58" y="1629"/>
                        <a:pt x="65" y="1618"/>
                        <a:pt x="73" y="1607"/>
                      </a:cubicBezTo>
                      <a:cubicBezTo>
                        <a:pt x="112" y="1603"/>
                        <a:pt x="112" y="1603"/>
                        <a:pt x="146" y="1607"/>
                      </a:cubicBezTo>
                      <a:cubicBezTo>
                        <a:pt x="146" y="1583"/>
                        <a:pt x="146" y="1559"/>
                        <a:pt x="146" y="1534"/>
                      </a:cubicBezTo>
                      <a:cubicBezTo>
                        <a:pt x="170" y="1534"/>
                        <a:pt x="194" y="1534"/>
                        <a:pt x="219" y="1534"/>
                      </a:cubicBezTo>
                      <a:cubicBezTo>
                        <a:pt x="219" y="1510"/>
                        <a:pt x="219" y="1486"/>
                        <a:pt x="219" y="1461"/>
                      </a:cubicBezTo>
                      <a:cubicBezTo>
                        <a:pt x="243" y="1461"/>
                        <a:pt x="267" y="1461"/>
                        <a:pt x="292" y="1461"/>
                      </a:cubicBezTo>
                      <a:cubicBezTo>
                        <a:pt x="304" y="1353"/>
                        <a:pt x="304" y="1353"/>
                        <a:pt x="365" y="804"/>
                      </a:cubicBezTo>
                      <a:cubicBezTo>
                        <a:pt x="389" y="804"/>
                        <a:pt x="413" y="804"/>
                        <a:pt x="438" y="804"/>
                      </a:cubicBezTo>
                      <a:cubicBezTo>
                        <a:pt x="438" y="659"/>
                        <a:pt x="438" y="514"/>
                        <a:pt x="438" y="365"/>
                      </a:cubicBezTo>
                      <a:cubicBezTo>
                        <a:pt x="462" y="365"/>
                        <a:pt x="487" y="365"/>
                        <a:pt x="511" y="365"/>
                      </a:cubicBezTo>
                      <a:cubicBezTo>
                        <a:pt x="511" y="293"/>
                        <a:pt x="511" y="221"/>
                        <a:pt x="511" y="146"/>
                      </a:cubicBezTo>
                      <a:cubicBezTo>
                        <a:pt x="535" y="146"/>
                        <a:pt x="560" y="146"/>
                        <a:pt x="584" y="146"/>
                      </a:cubicBezTo>
                      <a:cubicBezTo>
                        <a:pt x="584" y="122"/>
                        <a:pt x="584" y="98"/>
                        <a:pt x="584" y="73"/>
                      </a:cubicBezTo>
                      <a:cubicBezTo>
                        <a:pt x="633" y="73"/>
                        <a:pt x="681" y="73"/>
                        <a:pt x="731" y="73"/>
                      </a:cubicBezTo>
                      <a:cubicBezTo>
                        <a:pt x="731" y="49"/>
                        <a:pt x="731" y="25"/>
                        <a:pt x="731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09" name="ICON_ACTION_GEAR_path_009"/>
                <p:cNvSpPr/>
                <p:nvPr/>
              </p:nvSpPr>
              <p:spPr>
                <a:xfrm>
                  <a:off x="2208481" y="5678920"/>
                  <a:ext cx="4639" cy="2690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65" h="2119" fill="norm" stroke="0">
                      <a:moveTo>
                        <a:pt x="219" y="0"/>
                      </a:moveTo>
                      <a:cubicBezTo>
                        <a:pt x="267" y="0"/>
                        <a:pt x="316" y="0"/>
                        <a:pt x="365" y="0"/>
                      </a:cubicBezTo>
                      <a:cubicBezTo>
                        <a:pt x="359" y="14"/>
                        <a:pt x="353" y="28"/>
                        <a:pt x="347" y="42"/>
                      </a:cubicBezTo>
                      <a:cubicBezTo>
                        <a:pt x="319" y="128"/>
                        <a:pt x="322" y="217"/>
                        <a:pt x="321" y="306"/>
                      </a:cubicBezTo>
                      <a:cubicBezTo>
                        <a:pt x="321" y="326"/>
                        <a:pt x="321" y="346"/>
                        <a:pt x="320" y="366"/>
                      </a:cubicBezTo>
                      <a:cubicBezTo>
                        <a:pt x="319" y="419"/>
                        <a:pt x="318" y="473"/>
                        <a:pt x="318" y="526"/>
                      </a:cubicBezTo>
                      <a:cubicBezTo>
                        <a:pt x="317" y="582"/>
                        <a:pt x="316" y="638"/>
                        <a:pt x="315" y="694"/>
                      </a:cubicBezTo>
                      <a:cubicBezTo>
                        <a:pt x="313" y="800"/>
                        <a:pt x="311" y="906"/>
                        <a:pt x="310" y="1012"/>
                      </a:cubicBezTo>
                      <a:cubicBezTo>
                        <a:pt x="308" y="1133"/>
                        <a:pt x="306" y="1254"/>
                        <a:pt x="304" y="1374"/>
                      </a:cubicBezTo>
                      <a:cubicBezTo>
                        <a:pt x="300" y="1622"/>
                        <a:pt x="296" y="1870"/>
                        <a:pt x="292" y="2119"/>
                      </a:cubicBezTo>
                      <a:cubicBezTo>
                        <a:pt x="268" y="2119"/>
                        <a:pt x="244" y="2119"/>
                        <a:pt x="219" y="2119"/>
                      </a:cubicBezTo>
                      <a:cubicBezTo>
                        <a:pt x="219" y="2022"/>
                        <a:pt x="219" y="1926"/>
                        <a:pt x="219" y="1826"/>
                      </a:cubicBezTo>
                      <a:cubicBezTo>
                        <a:pt x="171" y="1826"/>
                        <a:pt x="123" y="1826"/>
                        <a:pt x="73" y="1826"/>
                      </a:cubicBezTo>
                      <a:cubicBezTo>
                        <a:pt x="73" y="1802"/>
                        <a:pt x="73" y="1778"/>
                        <a:pt x="73" y="1753"/>
                      </a:cubicBezTo>
                      <a:cubicBezTo>
                        <a:pt x="49" y="1753"/>
                        <a:pt x="25" y="1753"/>
                        <a:pt x="0" y="1753"/>
                      </a:cubicBezTo>
                      <a:cubicBezTo>
                        <a:pt x="0" y="1681"/>
                        <a:pt x="0" y="1609"/>
                        <a:pt x="0" y="1534"/>
                      </a:cubicBezTo>
                      <a:cubicBezTo>
                        <a:pt x="24" y="1534"/>
                        <a:pt x="48" y="1534"/>
                        <a:pt x="73" y="1534"/>
                      </a:cubicBezTo>
                      <a:cubicBezTo>
                        <a:pt x="73" y="1510"/>
                        <a:pt x="73" y="1486"/>
                        <a:pt x="73" y="1461"/>
                      </a:cubicBezTo>
                      <a:cubicBezTo>
                        <a:pt x="97" y="1461"/>
                        <a:pt x="121" y="1461"/>
                        <a:pt x="146" y="1461"/>
                      </a:cubicBezTo>
                      <a:cubicBezTo>
                        <a:pt x="146" y="1437"/>
                        <a:pt x="146" y="1413"/>
                        <a:pt x="146" y="1388"/>
                      </a:cubicBezTo>
                      <a:cubicBezTo>
                        <a:pt x="170" y="1388"/>
                        <a:pt x="194" y="1388"/>
                        <a:pt x="219" y="1388"/>
                      </a:cubicBezTo>
                      <a:cubicBezTo>
                        <a:pt x="219" y="1123"/>
                        <a:pt x="219" y="858"/>
                        <a:pt x="219" y="584"/>
                      </a:cubicBezTo>
                      <a:cubicBezTo>
                        <a:pt x="171" y="584"/>
                        <a:pt x="123" y="584"/>
                        <a:pt x="73" y="584"/>
                      </a:cubicBezTo>
                      <a:cubicBezTo>
                        <a:pt x="73" y="560"/>
                        <a:pt x="73" y="536"/>
                        <a:pt x="73" y="511"/>
                      </a:cubicBezTo>
                      <a:cubicBezTo>
                        <a:pt x="49" y="511"/>
                        <a:pt x="25" y="511"/>
                        <a:pt x="0" y="511"/>
                      </a:cubicBezTo>
                      <a:cubicBezTo>
                        <a:pt x="0" y="439"/>
                        <a:pt x="0" y="367"/>
                        <a:pt x="0" y="292"/>
                      </a:cubicBezTo>
                      <a:cubicBezTo>
                        <a:pt x="24" y="292"/>
                        <a:pt x="48" y="292"/>
                        <a:pt x="73" y="292"/>
                      </a:cubicBezTo>
                      <a:cubicBezTo>
                        <a:pt x="73" y="268"/>
                        <a:pt x="73" y="244"/>
                        <a:pt x="73" y="219"/>
                      </a:cubicBezTo>
                      <a:cubicBezTo>
                        <a:pt x="97" y="219"/>
                        <a:pt x="121" y="219"/>
                        <a:pt x="146" y="219"/>
                      </a:cubicBezTo>
                      <a:cubicBezTo>
                        <a:pt x="146" y="195"/>
                        <a:pt x="146" y="171"/>
                        <a:pt x="146" y="146"/>
                      </a:cubicBezTo>
                      <a:cubicBezTo>
                        <a:pt x="170" y="146"/>
                        <a:pt x="194" y="146"/>
                        <a:pt x="219" y="146"/>
                      </a:cubicBezTo>
                      <a:cubicBezTo>
                        <a:pt x="219" y="98"/>
                        <a:pt x="219" y="50"/>
                        <a:pt x="219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10" name="ICON_ACTION_GEAR_path_010"/>
                <p:cNvSpPr/>
                <p:nvPr/>
              </p:nvSpPr>
              <p:spPr>
                <a:xfrm>
                  <a:off x="2334656" y="5603772"/>
                  <a:ext cx="6494" cy="1298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11" h="1023" fill="norm" stroke="0">
                      <a:moveTo>
                        <a:pt x="0" y="0"/>
                      </a:moveTo>
                      <a:cubicBezTo>
                        <a:pt x="24" y="0"/>
                        <a:pt x="48" y="0"/>
                        <a:pt x="73" y="0"/>
                      </a:cubicBezTo>
                      <a:cubicBezTo>
                        <a:pt x="73" y="121"/>
                        <a:pt x="73" y="241"/>
                        <a:pt x="73" y="365"/>
                      </a:cubicBezTo>
                      <a:cubicBezTo>
                        <a:pt x="121" y="365"/>
                        <a:pt x="169" y="365"/>
                        <a:pt x="219" y="365"/>
                      </a:cubicBezTo>
                      <a:cubicBezTo>
                        <a:pt x="219" y="438"/>
                        <a:pt x="219" y="510"/>
                        <a:pt x="219" y="584"/>
                      </a:cubicBezTo>
                      <a:cubicBezTo>
                        <a:pt x="243" y="584"/>
                        <a:pt x="267" y="584"/>
                        <a:pt x="292" y="584"/>
                      </a:cubicBezTo>
                      <a:cubicBezTo>
                        <a:pt x="292" y="536"/>
                        <a:pt x="292" y="488"/>
                        <a:pt x="292" y="438"/>
                      </a:cubicBezTo>
                      <a:cubicBezTo>
                        <a:pt x="316" y="438"/>
                        <a:pt x="340" y="438"/>
                        <a:pt x="365" y="438"/>
                      </a:cubicBezTo>
                      <a:cubicBezTo>
                        <a:pt x="365" y="487"/>
                        <a:pt x="365" y="535"/>
                        <a:pt x="365" y="584"/>
                      </a:cubicBezTo>
                      <a:cubicBezTo>
                        <a:pt x="413" y="584"/>
                        <a:pt x="462" y="584"/>
                        <a:pt x="511" y="584"/>
                      </a:cubicBezTo>
                      <a:cubicBezTo>
                        <a:pt x="511" y="609"/>
                        <a:pt x="511" y="633"/>
                        <a:pt x="511" y="657"/>
                      </a:cubicBezTo>
                      <a:cubicBezTo>
                        <a:pt x="487" y="657"/>
                        <a:pt x="463" y="657"/>
                        <a:pt x="438" y="657"/>
                      </a:cubicBezTo>
                      <a:cubicBezTo>
                        <a:pt x="438" y="682"/>
                        <a:pt x="438" y="706"/>
                        <a:pt x="438" y="731"/>
                      </a:cubicBezTo>
                      <a:cubicBezTo>
                        <a:pt x="462" y="731"/>
                        <a:pt x="487" y="731"/>
                        <a:pt x="511" y="731"/>
                      </a:cubicBezTo>
                      <a:cubicBezTo>
                        <a:pt x="511" y="755"/>
                        <a:pt x="511" y="779"/>
                        <a:pt x="511" y="804"/>
                      </a:cubicBezTo>
                      <a:cubicBezTo>
                        <a:pt x="487" y="804"/>
                        <a:pt x="463" y="804"/>
                        <a:pt x="438" y="804"/>
                      </a:cubicBezTo>
                      <a:cubicBezTo>
                        <a:pt x="438" y="828"/>
                        <a:pt x="438" y="852"/>
                        <a:pt x="438" y="877"/>
                      </a:cubicBezTo>
                      <a:cubicBezTo>
                        <a:pt x="462" y="877"/>
                        <a:pt x="487" y="877"/>
                        <a:pt x="511" y="877"/>
                      </a:cubicBezTo>
                      <a:cubicBezTo>
                        <a:pt x="511" y="925"/>
                        <a:pt x="511" y="973"/>
                        <a:pt x="511" y="1023"/>
                      </a:cubicBezTo>
                      <a:cubicBezTo>
                        <a:pt x="463" y="1023"/>
                        <a:pt x="415" y="1023"/>
                        <a:pt x="365" y="1023"/>
                      </a:cubicBezTo>
                      <a:cubicBezTo>
                        <a:pt x="365" y="999"/>
                        <a:pt x="365" y="975"/>
                        <a:pt x="365" y="950"/>
                      </a:cubicBezTo>
                      <a:cubicBezTo>
                        <a:pt x="317" y="950"/>
                        <a:pt x="269" y="950"/>
                        <a:pt x="219" y="950"/>
                      </a:cubicBezTo>
                      <a:cubicBezTo>
                        <a:pt x="219" y="926"/>
                        <a:pt x="219" y="901"/>
                        <a:pt x="219" y="877"/>
                      </a:cubicBezTo>
                      <a:cubicBezTo>
                        <a:pt x="195" y="877"/>
                        <a:pt x="171" y="877"/>
                        <a:pt x="146" y="877"/>
                      </a:cubicBezTo>
                      <a:cubicBezTo>
                        <a:pt x="146" y="828"/>
                        <a:pt x="146" y="780"/>
                        <a:pt x="146" y="731"/>
                      </a:cubicBezTo>
                      <a:cubicBezTo>
                        <a:pt x="122" y="731"/>
                        <a:pt x="98" y="731"/>
                        <a:pt x="73" y="731"/>
                      </a:cubicBezTo>
                      <a:cubicBezTo>
                        <a:pt x="73" y="634"/>
                        <a:pt x="73" y="538"/>
                        <a:pt x="73" y="438"/>
                      </a:cubicBezTo>
                      <a:cubicBezTo>
                        <a:pt x="49" y="438"/>
                        <a:pt x="25" y="438"/>
                        <a:pt x="0" y="438"/>
                      </a:cubicBezTo>
                      <a:cubicBezTo>
                        <a:pt x="0" y="294"/>
                        <a:pt x="0" y="149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11" name="ICON_ACTION_GEAR_path_011"/>
                <p:cNvSpPr/>
                <p:nvPr/>
              </p:nvSpPr>
              <p:spPr>
                <a:xfrm>
                  <a:off x="2386610" y="5646449"/>
                  <a:ext cx="5567" cy="1298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38" h="1023" fill="norm" stroke="0">
                      <a:moveTo>
                        <a:pt x="365" y="0"/>
                      </a:moveTo>
                      <a:cubicBezTo>
                        <a:pt x="389" y="0"/>
                        <a:pt x="413" y="0"/>
                        <a:pt x="438" y="0"/>
                      </a:cubicBezTo>
                      <a:cubicBezTo>
                        <a:pt x="438" y="72"/>
                        <a:pt x="438" y="145"/>
                        <a:pt x="438" y="219"/>
                      </a:cubicBezTo>
                      <a:cubicBezTo>
                        <a:pt x="414" y="219"/>
                        <a:pt x="390" y="219"/>
                        <a:pt x="365" y="219"/>
                      </a:cubicBezTo>
                      <a:cubicBezTo>
                        <a:pt x="365" y="243"/>
                        <a:pt x="365" y="267"/>
                        <a:pt x="365" y="292"/>
                      </a:cubicBezTo>
                      <a:cubicBezTo>
                        <a:pt x="341" y="292"/>
                        <a:pt x="317" y="292"/>
                        <a:pt x="292" y="292"/>
                      </a:cubicBezTo>
                      <a:cubicBezTo>
                        <a:pt x="292" y="533"/>
                        <a:pt x="292" y="774"/>
                        <a:pt x="292" y="1023"/>
                      </a:cubicBezTo>
                      <a:cubicBezTo>
                        <a:pt x="244" y="999"/>
                        <a:pt x="196" y="975"/>
                        <a:pt x="146" y="950"/>
                      </a:cubicBezTo>
                      <a:cubicBezTo>
                        <a:pt x="139" y="892"/>
                        <a:pt x="137" y="858"/>
                        <a:pt x="146" y="804"/>
                      </a:cubicBezTo>
                      <a:cubicBezTo>
                        <a:pt x="122" y="804"/>
                        <a:pt x="98" y="804"/>
                        <a:pt x="73" y="804"/>
                      </a:cubicBezTo>
                      <a:cubicBezTo>
                        <a:pt x="73" y="755"/>
                        <a:pt x="73" y="707"/>
                        <a:pt x="73" y="657"/>
                      </a:cubicBezTo>
                      <a:cubicBezTo>
                        <a:pt x="49" y="657"/>
                        <a:pt x="25" y="657"/>
                        <a:pt x="0" y="657"/>
                      </a:cubicBezTo>
                      <a:cubicBezTo>
                        <a:pt x="0" y="609"/>
                        <a:pt x="0" y="561"/>
                        <a:pt x="0" y="511"/>
                      </a:cubicBezTo>
                      <a:cubicBezTo>
                        <a:pt x="24" y="511"/>
                        <a:pt x="48" y="511"/>
                        <a:pt x="73" y="511"/>
                      </a:cubicBezTo>
                      <a:cubicBezTo>
                        <a:pt x="73" y="463"/>
                        <a:pt x="73" y="415"/>
                        <a:pt x="73" y="365"/>
                      </a:cubicBezTo>
                      <a:cubicBezTo>
                        <a:pt x="97" y="365"/>
                        <a:pt x="121" y="365"/>
                        <a:pt x="146" y="365"/>
                      </a:cubicBezTo>
                      <a:cubicBezTo>
                        <a:pt x="146" y="341"/>
                        <a:pt x="146" y="317"/>
                        <a:pt x="146" y="292"/>
                      </a:cubicBezTo>
                      <a:cubicBezTo>
                        <a:pt x="170" y="292"/>
                        <a:pt x="194" y="292"/>
                        <a:pt x="219" y="292"/>
                      </a:cubicBezTo>
                      <a:cubicBezTo>
                        <a:pt x="219" y="244"/>
                        <a:pt x="219" y="196"/>
                        <a:pt x="219" y="146"/>
                      </a:cubicBezTo>
                      <a:cubicBezTo>
                        <a:pt x="243" y="146"/>
                        <a:pt x="267" y="146"/>
                        <a:pt x="292" y="146"/>
                      </a:cubicBezTo>
                      <a:cubicBezTo>
                        <a:pt x="313" y="114"/>
                        <a:pt x="313" y="114"/>
                        <a:pt x="329" y="73"/>
                      </a:cubicBezTo>
                      <a:cubicBezTo>
                        <a:pt x="345" y="32"/>
                        <a:pt x="345" y="32"/>
                        <a:pt x="365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12" name="ICON_ACTION_GEAR_path_012"/>
                <p:cNvSpPr/>
                <p:nvPr/>
              </p:nvSpPr>
              <p:spPr>
                <a:xfrm>
                  <a:off x="2378261" y="5755925"/>
                  <a:ext cx="16700" cy="167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15" h="1315" fill="norm" stroke="0">
                      <a:moveTo>
                        <a:pt x="1242" y="0"/>
                      </a:moveTo>
                      <a:cubicBezTo>
                        <a:pt x="1266" y="12"/>
                        <a:pt x="1290" y="24"/>
                        <a:pt x="1315" y="37"/>
                      </a:cubicBezTo>
                      <a:cubicBezTo>
                        <a:pt x="1292" y="67"/>
                        <a:pt x="1270" y="98"/>
                        <a:pt x="1246" y="128"/>
                      </a:cubicBezTo>
                      <a:cubicBezTo>
                        <a:pt x="1240" y="137"/>
                        <a:pt x="1234" y="145"/>
                        <a:pt x="1227" y="154"/>
                      </a:cubicBezTo>
                      <a:cubicBezTo>
                        <a:pt x="1178" y="218"/>
                        <a:pt x="1178" y="218"/>
                        <a:pt x="1127" y="225"/>
                      </a:cubicBezTo>
                      <a:cubicBezTo>
                        <a:pt x="1122" y="224"/>
                        <a:pt x="1122" y="224"/>
                        <a:pt x="1096" y="219"/>
                      </a:cubicBezTo>
                      <a:cubicBezTo>
                        <a:pt x="1096" y="243"/>
                        <a:pt x="1096" y="267"/>
                        <a:pt x="1096" y="292"/>
                      </a:cubicBezTo>
                      <a:cubicBezTo>
                        <a:pt x="1072" y="292"/>
                        <a:pt x="1048" y="292"/>
                        <a:pt x="1023" y="292"/>
                      </a:cubicBezTo>
                      <a:cubicBezTo>
                        <a:pt x="1023" y="316"/>
                        <a:pt x="1023" y="340"/>
                        <a:pt x="1023" y="365"/>
                      </a:cubicBezTo>
                      <a:cubicBezTo>
                        <a:pt x="999" y="365"/>
                        <a:pt x="975" y="365"/>
                        <a:pt x="950" y="365"/>
                      </a:cubicBezTo>
                      <a:cubicBezTo>
                        <a:pt x="950" y="389"/>
                        <a:pt x="950" y="413"/>
                        <a:pt x="950" y="438"/>
                      </a:cubicBezTo>
                      <a:cubicBezTo>
                        <a:pt x="926" y="438"/>
                        <a:pt x="901" y="438"/>
                        <a:pt x="877" y="438"/>
                      </a:cubicBezTo>
                      <a:cubicBezTo>
                        <a:pt x="877" y="462"/>
                        <a:pt x="877" y="487"/>
                        <a:pt x="877" y="511"/>
                      </a:cubicBezTo>
                      <a:cubicBezTo>
                        <a:pt x="853" y="511"/>
                        <a:pt x="828" y="511"/>
                        <a:pt x="804" y="511"/>
                      </a:cubicBezTo>
                      <a:cubicBezTo>
                        <a:pt x="804" y="535"/>
                        <a:pt x="804" y="560"/>
                        <a:pt x="804" y="584"/>
                      </a:cubicBezTo>
                      <a:cubicBezTo>
                        <a:pt x="779" y="584"/>
                        <a:pt x="755" y="584"/>
                        <a:pt x="731" y="584"/>
                      </a:cubicBezTo>
                      <a:cubicBezTo>
                        <a:pt x="733" y="595"/>
                        <a:pt x="735" y="605"/>
                        <a:pt x="737" y="616"/>
                      </a:cubicBezTo>
                      <a:cubicBezTo>
                        <a:pt x="736" y="623"/>
                        <a:pt x="736" y="623"/>
                        <a:pt x="731" y="657"/>
                      </a:cubicBezTo>
                      <a:cubicBezTo>
                        <a:pt x="707" y="672"/>
                        <a:pt x="707" y="672"/>
                        <a:pt x="677" y="687"/>
                      </a:cubicBezTo>
                      <a:cubicBezTo>
                        <a:pt x="640" y="710"/>
                        <a:pt x="624" y="723"/>
                        <a:pt x="608" y="764"/>
                      </a:cubicBezTo>
                      <a:cubicBezTo>
                        <a:pt x="602" y="803"/>
                        <a:pt x="598" y="841"/>
                        <a:pt x="596" y="881"/>
                      </a:cubicBezTo>
                      <a:cubicBezTo>
                        <a:pt x="595" y="895"/>
                        <a:pt x="593" y="908"/>
                        <a:pt x="592" y="922"/>
                      </a:cubicBezTo>
                      <a:cubicBezTo>
                        <a:pt x="589" y="956"/>
                        <a:pt x="587" y="989"/>
                        <a:pt x="584" y="1023"/>
                      </a:cubicBezTo>
                      <a:cubicBezTo>
                        <a:pt x="512" y="1023"/>
                        <a:pt x="440" y="1023"/>
                        <a:pt x="365" y="1023"/>
                      </a:cubicBezTo>
                      <a:cubicBezTo>
                        <a:pt x="365" y="1095"/>
                        <a:pt x="365" y="1167"/>
                        <a:pt x="365" y="1242"/>
                      </a:cubicBezTo>
                      <a:cubicBezTo>
                        <a:pt x="341" y="1242"/>
                        <a:pt x="317" y="1242"/>
                        <a:pt x="292" y="1242"/>
                      </a:cubicBezTo>
                      <a:cubicBezTo>
                        <a:pt x="292" y="1266"/>
                        <a:pt x="292" y="1290"/>
                        <a:pt x="292" y="1315"/>
                      </a:cubicBezTo>
                      <a:cubicBezTo>
                        <a:pt x="196" y="1315"/>
                        <a:pt x="99" y="1315"/>
                        <a:pt x="0" y="1315"/>
                      </a:cubicBezTo>
                      <a:cubicBezTo>
                        <a:pt x="50" y="1201"/>
                        <a:pt x="50" y="1201"/>
                        <a:pt x="73" y="1169"/>
                      </a:cubicBezTo>
                      <a:cubicBezTo>
                        <a:pt x="112" y="1164"/>
                        <a:pt x="112" y="1164"/>
                        <a:pt x="146" y="1169"/>
                      </a:cubicBezTo>
                      <a:cubicBezTo>
                        <a:pt x="146" y="1145"/>
                        <a:pt x="146" y="1121"/>
                        <a:pt x="146" y="1096"/>
                      </a:cubicBezTo>
                      <a:cubicBezTo>
                        <a:pt x="170" y="1096"/>
                        <a:pt x="194" y="1096"/>
                        <a:pt x="219" y="1096"/>
                      </a:cubicBezTo>
                      <a:cubicBezTo>
                        <a:pt x="219" y="1072"/>
                        <a:pt x="219" y="1048"/>
                        <a:pt x="219" y="1023"/>
                      </a:cubicBezTo>
                      <a:cubicBezTo>
                        <a:pt x="243" y="1023"/>
                        <a:pt x="267" y="1023"/>
                        <a:pt x="292" y="1023"/>
                      </a:cubicBezTo>
                      <a:cubicBezTo>
                        <a:pt x="292" y="999"/>
                        <a:pt x="292" y="975"/>
                        <a:pt x="292" y="950"/>
                      </a:cubicBezTo>
                      <a:cubicBezTo>
                        <a:pt x="316" y="950"/>
                        <a:pt x="340" y="950"/>
                        <a:pt x="365" y="950"/>
                      </a:cubicBezTo>
                      <a:cubicBezTo>
                        <a:pt x="365" y="926"/>
                        <a:pt x="365" y="901"/>
                        <a:pt x="365" y="877"/>
                      </a:cubicBezTo>
                      <a:cubicBezTo>
                        <a:pt x="377" y="878"/>
                        <a:pt x="388" y="879"/>
                        <a:pt x="400" y="880"/>
                      </a:cubicBezTo>
                      <a:cubicBezTo>
                        <a:pt x="413" y="879"/>
                        <a:pt x="425" y="878"/>
                        <a:pt x="438" y="877"/>
                      </a:cubicBezTo>
                      <a:cubicBezTo>
                        <a:pt x="456" y="851"/>
                        <a:pt x="456" y="851"/>
                        <a:pt x="469" y="814"/>
                      </a:cubicBezTo>
                      <a:cubicBezTo>
                        <a:pt x="517" y="708"/>
                        <a:pt x="596" y="636"/>
                        <a:pt x="678" y="556"/>
                      </a:cubicBezTo>
                      <a:cubicBezTo>
                        <a:pt x="695" y="540"/>
                        <a:pt x="711" y="524"/>
                        <a:pt x="727" y="508"/>
                      </a:cubicBezTo>
                      <a:cubicBezTo>
                        <a:pt x="770" y="466"/>
                        <a:pt x="812" y="424"/>
                        <a:pt x="855" y="382"/>
                      </a:cubicBezTo>
                      <a:cubicBezTo>
                        <a:pt x="899" y="339"/>
                        <a:pt x="942" y="296"/>
                        <a:pt x="986" y="253"/>
                      </a:cubicBezTo>
                      <a:cubicBezTo>
                        <a:pt x="1071" y="168"/>
                        <a:pt x="1156" y="84"/>
                        <a:pt x="1242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13" name="ICON_ACTION_GEAR_path_013"/>
                <p:cNvSpPr/>
                <p:nvPr/>
              </p:nvSpPr>
              <p:spPr>
                <a:xfrm>
                  <a:off x="2343006" y="5616761"/>
                  <a:ext cx="13916" cy="569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96" h="449" fill="norm" stroke="0">
                      <a:moveTo>
                        <a:pt x="0" y="0"/>
                      </a:moveTo>
                      <a:cubicBezTo>
                        <a:pt x="48" y="0"/>
                        <a:pt x="96" y="0"/>
                        <a:pt x="146" y="0"/>
                      </a:cubicBezTo>
                      <a:cubicBezTo>
                        <a:pt x="146" y="24"/>
                        <a:pt x="146" y="48"/>
                        <a:pt x="146" y="73"/>
                      </a:cubicBezTo>
                      <a:cubicBezTo>
                        <a:pt x="218" y="73"/>
                        <a:pt x="291" y="73"/>
                        <a:pt x="365" y="73"/>
                      </a:cubicBezTo>
                      <a:cubicBezTo>
                        <a:pt x="365" y="97"/>
                        <a:pt x="365" y="121"/>
                        <a:pt x="365" y="146"/>
                      </a:cubicBezTo>
                      <a:cubicBezTo>
                        <a:pt x="413" y="146"/>
                        <a:pt x="462" y="146"/>
                        <a:pt x="511" y="146"/>
                      </a:cubicBezTo>
                      <a:cubicBezTo>
                        <a:pt x="511" y="170"/>
                        <a:pt x="511" y="194"/>
                        <a:pt x="511" y="219"/>
                      </a:cubicBezTo>
                      <a:cubicBezTo>
                        <a:pt x="535" y="219"/>
                        <a:pt x="560" y="219"/>
                        <a:pt x="584" y="219"/>
                      </a:cubicBezTo>
                      <a:cubicBezTo>
                        <a:pt x="584" y="195"/>
                        <a:pt x="584" y="171"/>
                        <a:pt x="584" y="146"/>
                      </a:cubicBezTo>
                      <a:cubicBezTo>
                        <a:pt x="657" y="146"/>
                        <a:pt x="729" y="146"/>
                        <a:pt x="804" y="146"/>
                      </a:cubicBezTo>
                      <a:cubicBezTo>
                        <a:pt x="804" y="170"/>
                        <a:pt x="804" y="194"/>
                        <a:pt x="804" y="219"/>
                      </a:cubicBezTo>
                      <a:cubicBezTo>
                        <a:pt x="828" y="219"/>
                        <a:pt x="852" y="219"/>
                        <a:pt x="877" y="219"/>
                      </a:cubicBezTo>
                      <a:cubicBezTo>
                        <a:pt x="877" y="195"/>
                        <a:pt x="877" y="171"/>
                        <a:pt x="877" y="146"/>
                      </a:cubicBezTo>
                      <a:cubicBezTo>
                        <a:pt x="925" y="146"/>
                        <a:pt x="973" y="146"/>
                        <a:pt x="1023" y="146"/>
                      </a:cubicBezTo>
                      <a:cubicBezTo>
                        <a:pt x="1023" y="194"/>
                        <a:pt x="1023" y="243"/>
                        <a:pt x="1023" y="292"/>
                      </a:cubicBezTo>
                      <a:cubicBezTo>
                        <a:pt x="1047" y="292"/>
                        <a:pt x="1071" y="292"/>
                        <a:pt x="1096" y="292"/>
                      </a:cubicBezTo>
                      <a:cubicBezTo>
                        <a:pt x="1096" y="340"/>
                        <a:pt x="1096" y="389"/>
                        <a:pt x="1096" y="438"/>
                      </a:cubicBezTo>
                      <a:cubicBezTo>
                        <a:pt x="934" y="449"/>
                        <a:pt x="808" y="425"/>
                        <a:pt x="657" y="365"/>
                      </a:cubicBezTo>
                      <a:cubicBezTo>
                        <a:pt x="657" y="341"/>
                        <a:pt x="657" y="317"/>
                        <a:pt x="657" y="292"/>
                      </a:cubicBezTo>
                      <a:cubicBezTo>
                        <a:pt x="651" y="293"/>
                        <a:pt x="651" y="293"/>
                        <a:pt x="616" y="296"/>
                      </a:cubicBezTo>
                      <a:cubicBezTo>
                        <a:pt x="486" y="304"/>
                        <a:pt x="412" y="287"/>
                        <a:pt x="303" y="211"/>
                      </a:cubicBezTo>
                      <a:cubicBezTo>
                        <a:pt x="244" y="172"/>
                        <a:pt x="177" y="155"/>
                        <a:pt x="108" y="140"/>
                      </a:cubicBezTo>
                      <a:cubicBezTo>
                        <a:pt x="82" y="132"/>
                        <a:pt x="82" y="132"/>
                        <a:pt x="37" y="110"/>
                      </a:cubicBezTo>
                      <a:cubicBezTo>
                        <a:pt x="17" y="73"/>
                        <a:pt x="9" y="41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14" name="ICON_ACTION_GEAR_path_014"/>
                <p:cNvSpPr/>
                <p:nvPr/>
              </p:nvSpPr>
              <p:spPr>
                <a:xfrm>
                  <a:off x="2392177" y="5665932"/>
                  <a:ext cx="7422" cy="742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84" h="584" fill="norm" stroke="0">
                      <a:moveTo>
                        <a:pt x="0" y="0"/>
                      </a:moveTo>
                      <a:cubicBezTo>
                        <a:pt x="24" y="0"/>
                        <a:pt x="48" y="0"/>
                        <a:pt x="73" y="0"/>
                      </a:cubicBezTo>
                      <a:cubicBezTo>
                        <a:pt x="73" y="24"/>
                        <a:pt x="73" y="48"/>
                        <a:pt x="73" y="73"/>
                      </a:cubicBezTo>
                      <a:cubicBezTo>
                        <a:pt x="97" y="73"/>
                        <a:pt x="121" y="73"/>
                        <a:pt x="146" y="73"/>
                      </a:cubicBezTo>
                      <a:cubicBezTo>
                        <a:pt x="146" y="97"/>
                        <a:pt x="146" y="121"/>
                        <a:pt x="146" y="146"/>
                      </a:cubicBezTo>
                      <a:cubicBezTo>
                        <a:pt x="194" y="146"/>
                        <a:pt x="243" y="146"/>
                        <a:pt x="292" y="146"/>
                      </a:cubicBezTo>
                      <a:cubicBezTo>
                        <a:pt x="292" y="122"/>
                        <a:pt x="292" y="98"/>
                        <a:pt x="292" y="73"/>
                      </a:cubicBezTo>
                      <a:cubicBezTo>
                        <a:pt x="316" y="73"/>
                        <a:pt x="340" y="73"/>
                        <a:pt x="365" y="73"/>
                      </a:cubicBezTo>
                      <a:cubicBezTo>
                        <a:pt x="365" y="97"/>
                        <a:pt x="365" y="121"/>
                        <a:pt x="365" y="146"/>
                      </a:cubicBezTo>
                      <a:cubicBezTo>
                        <a:pt x="389" y="146"/>
                        <a:pt x="413" y="146"/>
                        <a:pt x="438" y="146"/>
                      </a:cubicBezTo>
                      <a:cubicBezTo>
                        <a:pt x="438" y="194"/>
                        <a:pt x="438" y="243"/>
                        <a:pt x="438" y="292"/>
                      </a:cubicBezTo>
                      <a:cubicBezTo>
                        <a:pt x="462" y="292"/>
                        <a:pt x="487" y="292"/>
                        <a:pt x="511" y="292"/>
                      </a:cubicBezTo>
                      <a:cubicBezTo>
                        <a:pt x="511" y="316"/>
                        <a:pt x="511" y="340"/>
                        <a:pt x="511" y="365"/>
                      </a:cubicBezTo>
                      <a:cubicBezTo>
                        <a:pt x="487" y="365"/>
                        <a:pt x="463" y="365"/>
                        <a:pt x="438" y="365"/>
                      </a:cubicBezTo>
                      <a:cubicBezTo>
                        <a:pt x="438" y="389"/>
                        <a:pt x="438" y="413"/>
                        <a:pt x="438" y="438"/>
                      </a:cubicBezTo>
                      <a:cubicBezTo>
                        <a:pt x="487" y="438"/>
                        <a:pt x="535" y="438"/>
                        <a:pt x="584" y="438"/>
                      </a:cubicBezTo>
                      <a:cubicBezTo>
                        <a:pt x="584" y="487"/>
                        <a:pt x="584" y="535"/>
                        <a:pt x="584" y="584"/>
                      </a:cubicBezTo>
                      <a:cubicBezTo>
                        <a:pt x="536" y="584"/>
                        <a:pt x="488" y="584"/>
                        <a:pt x="438" y="584"/>
                      </a:cubicBezTo>
                      <a:cubicBezTo>
                        <a:pt x="438" y="560"/>
                        <a:pt x="438" y="536"/>
                        <a:pt x="438" y="511"/>
                      </a:cubicBezTo>
                      <a:cubicBezTo>
                        <a:pt x="366" y="511"/>
                        <a:pt x="294" y="511"/>
                        <a:pt x="219" y="511"/>
                      </a:cubicBezTo>
                      <a:cubicBezTo>
                        <a:pt x="219" y="487"/>
                        <a:pt x="219" y="463"/>
                        <a:pt x="219" y="438"/>
                      </a:cubicBezTo>
                      <a:cubicBezTo>
                        <a:pt x="195" y="438"/>
                        <a:pt x="171" y="438"/>
                        <a:pt x="146" y="438"/>
                      </a:cubicBezTo>
                      <a:cubicBezTo>
                        <a:pt x="146" y="414"/>
                        <a:pt x="146" y="390"/>
                        <a:pt x="146" y="365"/>
                      </a:cubicBezTo>
                      <a:cubicBezTo>
                        <a:pt x="122" y="365"/>
                        <a:pt x="98" y="365"/>
                        <a:pt x="73" y="365"/>
                      </a:cubicBezTo>
                      <a:cubicBezTo>
                        <a:pt x="73" y="293"/>
                        <a:pt x="73" y="221"/>
                        <a:pt x="73" y="146"/>
                      </a:cubicBezTo>
                      <a:cubicBezTo>
                        <a:pt x="49" y="146"/>
                        <a:pt x="25" y="146"/>
                        <a:pt x="0" y="146"/>
                      </a:cubicBezTo>
                      <a:cubicBezTo>
                        <a:pt x="0" y="98"/>
                        <a:pt x="0" y="50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15" name="ICON_ACTION_GEAR_path_015"/>
                <p:cNvSpPr/>
                <p:nvPr/>
              </p:nvSpPr>
              <p:spPr>
                <a:xfrm>
                  <a:off x="2301256" y="5592639"/>
                  <a:ext cx="26905" cy="18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19" h="146" fill="norm" stroke="0">
                      <a:moveTo>
                        <a:pt x="438" y="0"/>
                      </a:moveTo>
                      <a:cubicBezTo>
                        <a:pt x="462" y="0"/>
                        <a:pt x="487" y="0"/>
                        <a:pt x="511" y="0"/>
                      </a:cubicBezTo>
                      <a:cubicBezTo>
                        <a:pt x="511" y="24"/>
                        <a:pt x="511" y="48"/>
                        <a:pt x="511" y="73"/>
                      </a:cubicBezTo>
                      <a:cubicBezTo>
                        <a:pt x="1042" y="73"/>
                        <a:pt x="1572" y="73"/>
                        <a:pt x="2119" y="73"/>
                      </a:cubicBezTo>
                      <a:cubicBezTo>
                        <a:pt x="2119" y="97"/>
                        <a:pt x="2119" y="121"/>
                        <a:pt x="2119" y="146"/>
                      </a:cubicBezTo>
                      <a:cubicBezTo>
                        <a:pt x="1419" y="146"/>
                        <a:pt x="720" y="146"/>
                        <a:pt x="0" y="146"/>
                      </a:cubicBezTo>
                      <a:cubicBezTo>
                        <a:pt x="12" y="122"/>
                        <a:pt x="24" y="98"/>
                        <a:pt x="37" y="73"/>
                      </a:cubicBezTo>
                      <a:cubicBezTo>
                        <a:pt x="78" y="65"/>
                        <a:pt x="78" y="65"/>
                        <a:pt x="128" y="66"/>
                      </a:cubicBezTo>
                      <a:cubicBezTo>
                        <a:pt x="137" y="66"/>
                        <a:pt x="137" y="66"/>
                        <a:pt x="183" y="67"/>
                      </a:cubicBezTo>
                      <a:cubicBezTo>
                        <a:pt x="202" y="67"/>
                        <a:pt x="221" y="68"/>
                        <a:pt x="240" y="68"/>
                      </a:cubicBezTo>
                      <a:cubicBezTo>
                        <a:pt x="259" y="69"/>
                        <a:pt x="278" y="69"/>
                        <a:pt x="297" y="69"/>
                      </a:cubicBezTo>
                      <a:cubicBezTo>
                        <a:pt x="344" y="70"/>
                        <a:pt x="391" y="72"/>
                        <a:pt x="438" y="73"/>
                      </a:cubicBezTo>
                      <a:cubicBezTo>
                        <a:pt x="438" y="49"/>
                        <a:pt x="438" y="25"/>
                        <a:pt x="43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16" name="ICON_ACTION_GEAR_path_016"/>
                <p:cNvSpPr/>
                <p:nvPr/>
              </p:nvSpPr>
              <p:spPr>
                <a:xfrm>
                  <a:off x="2393105" y="5743864"/>
                  <a:ext cx="5567" cy="1020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38" h="804" fill="norm" stroke="0">
                      <a:moveTo>
                        <a:pt x="0" y="0"/>
                      </a:moveTo>
                      <a:cubicBezTo>
                        <a:pt x="24" y="0"/>
                        <a:pt x="48" y="0"/>
                        <a:pt x="73" y="0"/>
                      </a:cubicBezTo>
                      <a:cubicBezTo>
                        <a:pt x="73" y="24"/>
                        <a:pt x="73" y="48"/>
                        <a:pt x="73" y="73"/>
                      </a:cubicBezTo>
                      <a:cubicBezTo>
                        <a:pt x="145" y="73"/>
                        <a:pt x="218" y="73"/>
                        <a:pt x="292" y="73"/>
                      </a:cubicBezTo>
                      <a:cubicBezTo>
                        <a:pt x="292" y="121"/>
                        <a:pt x="292" y="169"/>
                        <a:pt x="292" y="219"/>
                      </a:cubicBezTo>
                      <a:cubicBezTo>
                        <a:pt x="316" y="219"/>
                        <a:pt x="340" y="219"/>
                        <a:pt x="365" y="219"/>
                      </a:cubicBezTo>
                      <a:cubicBezTo>
                        <a:pt x="365" y="243"/>
                        <a:pt x="365" y="267"/>
                        <a:pt x="365" y="292"/>
                      </a:cubicBezTo>
                      <a:cubicBezTo>
                        <a:pt x="389" y="292"/>
                        <a:pt x="413" y="292"/>
                        <a:pt x="438" y="292"/>
                      </a:cubicBezTo>
                      <a:cubicBezTo>
                        <a:pt x="438" y="340"/>
                        <a:pt x="438" y="389"/>
                        <a:pt x="438" y="438"/>
                      </a:cubicBezTo>
                      <a:cubicBezTo>
                        <a:pt x="414" y="438"/>
                        <a:pt x="390" y="438"/>
                        <a:pt x="365" y="438"/>
                      </a:cubicBezTo>
                      <a:cubicBezTo>
                        <a:pt x="365" y="559"/>
                        <a:pt x="365" y="679"/>
                        <a:pt x="365" y="804"/>
                      </a:cubicBezTo>
                      <a:cubicBezTo>
                        <a:pt x="341" y="804"/>
                        <a:pt x="317" y="804"/>
                        <a:pt x="292" y="804"/>
                      </a:cubicBezTo>
                      <a:cubicBezTo>
                        <a:pt x="292" y="779"/>
                        <a:pt x="292" y="755"/>
                        <a:pt x="292" y="731"/>
                      </a:cubicBezTo>
                      <a:cubicBezTo>
                        <a:pt x="268" y="731"/>
                        <a:pt x="244" y="731"/>
                        <a:pt x="219" y="731"/>
                      </a:cubicBezTo>
                      <a:cubicBezTo>
                        <a:pt x="219" y="610"/>
                        <a:pt x="219" y="489"/>
                        <a:pt x="219" y="365"/>
                      </a:cubicBezTo>
                      <a:cubicBezTo>
                        <a:pt x="195" y="365"/>
                        <a:pt x="171" y="365"/>
                        <a:pt x="146" y="365"/>
                      </a:cubicBezTo>
                      <a:cubicBezTo>
                        <a:pt x="146" y="317"/>
                        <a:pt x="146" y="269"/>
                        <a:pt x="146" y="219"/>
                      </a:cubicBezTo>
                      <a:cubicBezTo>
                        <a:pt x="122" y="219"/>
                        <a:pt x="98" y="219"/>
                        <a:pt x="73" y="219"/>
                      </a:cubicBezTo>
                      <a:cubicBezTo>
                        <a:pt x="73" y="195"/>
                        <a:pt x="73" y="171"/>
                        <a:pt x="73" y="146"/>
                      </a:cubicBezTo>
                      <a:cubicBezTo>
                        <a:pt x="49" y="146"/>
                        <a:pt x="25" y="146"/>
                        <a:pt x="0" y="146"/>
                      </a:cubicBezTo>
                      <a:cubicBezTo>
                        <a:pt x="0" y="98"/>
                        <a:pt x="0" y="50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17" name="ICON_ACTION_GEAR_path_017"/>
                <p:cNvSpPr/>
                <p:nvPr/>
              </p:nvSpPr>
              <p:spPr>
                <a:xfrm>
                  <a:off x="2216830" y="5713248"/>
                  <a:ext cx="11133" cy="37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7" h="292" fill="norm" stroke="0">
                      <a:moveTo>
                        <a:pt x="0" y="0"/>
                      </a:moveTo>
                      <a:cubicBezTo>
                        <a:pt x="48" y="0"/>
                        <a:pt x="96" y="0"/>
                        <a:pt x="146" y="0"/>
                      </a:cubicBezTo>
                      <a:cubicBezTo>
                        <a:pt x="146" y="24"/>
                        <a:pt x="146" y="48"/>
                        <a:pt x="146" y="73"/>
                      </a:cubicBezTo>
                      <a:cubicBezTo>
                        <a:pt x="157" y="73"/>
                        <a:pt x="168" y="73"/>
                        <a:pt x="179" y="72"/>
                      </a:cubicBezTo>
                      <a:cubicBezTo>
                        <a:pt x="228" y="72"/>
                        <a:pt x="277" y="71"/>
                        <a:pt x="326" y="71"/>
                      </a:cubicBezTo>
                      <a:cubicBezTo>
                        <a:pt x="344" y="70"/>
                        <a:pt x="361" y="70"/>
                        <a:pt x="378" y="70"/>
                      </a:cubicBezTo>
                      <a:cubicBezTo>
                        <a:pt x="395" y="70"/>
                        <a:pt x="411" y="70"/>
                        <a:pt x="428" y="69"/>
                      </a:cubicBezTo>
                      <a:cubicBezTo>
                        <a:pt x="443" y="69"/>
                        <a:pt x="458" y="69"/>
                        <a:pt x="474" y="69"/>
                      </a:cubicBezTo>
                      <a:cubicBezTo>
                        <a:pt x="511" y="73"/>
                        <a:pt x="511" y="73"/>
                        <a:pt x="548" y="110"/>
                      </a:cubicBezTo>
                      <a:cubicBezTo>
                        <a:pt x="582" y="117"/>
                        <a:pt x="582" y="117"/>
                        <a:pt x="623" y="121"/>
                      </a:cubicBezTo>
                      <a:cubicBezTo>
                        <a:pt x="638" y="123"/>
                        <a:pt x="653" y="124"/>
                        <a:pt x="668" y="126"/>
                      </a:cubicBezTo>
                      <a:cubicBezTo>
                        <a:pt x="683" y="127"/>
                        <a:pt x="699" y="129"/>
                        <a:pt x="715" y="130"/>
                      </a:cubicBezTo>
                      <a:cubicBezTo>
                        <a:pt x="730" y="132"/>
                        <a:pt x="746" y="133"/>
                        <a:pt x="762" y="135"/>
                      </a:cubicBezTo>
                      <a:cubicBezTo>
                        <a:pt x="800" y="139"/>
                        <a:pt x="838" y="142"/>
                        <a:pt x="877" y="146"/>
                      </a:cubicBezTo>
                      <a:cubicBezTo>
                        <a:pt x="877" y="194"/>
                        <a:pt x="877" y="243"/>
                        <a:pt x="877" y="292"/>
                      </a:cubicBezTo>
                      <a:cubicBezTo>
                        <a:pt x="780" y="292"/>
                        <a:pt x="684" y="292"/>
                        <a:pt x="584" y="292"/>
                      </a:cubicBezTo>
                      <a:cubicBezTo>
                        <a:pt x="584" y="268"/>
                        <a:pt x="584" y="244"/>
                        <a:pt x="584" y="219"/>
                      </a:cubicBezTo>
                      <a:cubicBezTo>
                        <a:pt x="488" y="219"/>
                        <a:pt x="392" y="219"/>
                        <a:pt x="292" y="219"/>
                      </a:cubicBezTo>
                      <a:cubicBezTo>
                        <a:pt x="292" y="243"/>
                        <a:pt x="292" y="267"/>
                        <a:pt x="292" y="292"/>
                      </a:cubicBezTo>
                      <a:cubicBezTo>
                        <a:pt x="244" y="292"/>
                        <a:pt x="196" y="292"/>
                        <a:pt x="146" y="292"/>
                      </a:cubicBezTo>
                      <a:cubicBezTo>
                        <a:pt x="146" y="244"/>
                        <a:pt x="146" y="196"/>
                        <a:pt x="146" y="146"/>
                      </a:cubicBezTo>
                      <a:cubicBezTo>
                        <a:pt x="98" y="146"/>
                        <a:pt x="50" y="146"/>
                        <a:pt x="0" y="146"/>
                      </a:cubicBezTo>
                      <a:cubicBezTo>
                        <a:pt x="0" y="98"/>
                        <a:pt x="0" y="50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18" name="ICON_ACTION_GEAR_path_018"/>
                <p:cNvSpPr/>
                <p:nvPr/>
              </p:nvSpPr>
              <p:spPr>
                <a:xfrm>
                  <a:off x="2394032" y="5715103"/>
                  <a:ext cx="8350" cy="55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57" h="438" fill="norm" stroke="0">
                      <a:moveTo>
                        <a:pt x="438" y="0"/>
                      </a:moveTo>
                      <a:cubicBezTo>
                        <a:pt x="487" y="0"/>
                        <a:pt x="535" y="0"/>
                        <a:pt x="584" y="0"/>
                      </a:cubicBezTo>
                      <a:cubicBezTo>
                        <a:pt x="584" y="24"/>
                        <a:pt x="584" y="48"/>
                        <a:pt x="584" y="73"/>
                      </a:cubicBezTo>
                      <a:cubicBezTo>
                        <a:pt x="609" y="73"/>
                        <a:pt x="633" y="73"/>
                        <a:pt x="657" y="73"/>
                      </a:cubicBezTo>
                      <a:cubicBezTo>
                        <a:pt x="657" y="97"/>
                        <a:pt x="657" y="121"/>
                        <a:pt x="657" y="146"/>
                      </a:cubicBezTo>
                      <a:cubicBezTo>
                        <a:pt x="609" y="146"/>
                        <a:pt x="561" y="146"/>
                        <a:pt x="511" y="146"/>
                      </a:cubicBezTo>
                      <a:cubicBezTo>
                        <a:pt x="511" y="194"/>
                        <a:pt x="511" y="243"/>
                        <a:pt x="511" y="292"/>
                      </a:cubicBezTo>
                      <a:cubicBezTo>
                        <a:pt x="463" y="292"/>
                        <a:pt x="415" y="292"/>
                        <a:pt x="365" y="292"/>
                      </a:cubicBezTo>
                      <a:cubicBezTo>
                        <a:pt x="365" y="316"/>
                        <a:pt x="365" y="340"/>
                        <a:pt x="365" y="365"/>
                      </a:cubicBezTo>
                      <a:cubicBezTo>
                        <a:pt x="341" y="365"/>
                        <a:pt x="317" y="365"/>
                        <a:pt x="292" y="365"/>
                      </a:cubicBezTo>
                      <a:cubicBezTo>
                        <a:pt x="292" y="389"/>
                        <a:pt x="292" y="413"/>
                        <a:pt x="292" y="438"/>
                      </a:cubicBezTo>
                      <a:cubicBezTo>
                        <a:pt x="244" y="438"/>
                        <a:pt x="196" y="438"/>
                        <a:pt x="146" y="438"/>
                      </a:cubicBezTo>
                      <a:cubicBezTo>
                        <a:pt x="146" y="390"/>
                        <a:pt x="146" y="342"/>
                        <a:pt x="146" y="292"/>
                      </a:cubicBezTo>
                      <a:cubicBezTo>
                        <a:pt x="170" y="292"/>
                        <a:pt x="194" y="292"/>
                        <a:pt x="219" y="292"/>
                      </a:cubicBezTo>
                      <a:cubicBezTo>
                        <a:pt x="219" y="244"/>
                        <a:pt x="219" y="196"/>
                        <a:pt x="219" y="146"/>
                      </a:cubicBezTo>
                      <a:cubicBezTo>
                        <a:pt x="147" y="182"/>
                        <a:pt x="75" y="218"/>
                        <a:pt x="0" y="256"/>
                      </a:cubicBezTo>
                      <a:cubicBezTo>
                        <a:pt x="0" y="220"/>
                        <a:pt x="0" y="183"/>
                        <a:pt x="0" y="146"/>
                      </a:cubicBezTo>
                      <a:cubicBezTo>
                        <a:pt x="24" y="146"/>
                        <a:pt x="48" y="146"/>
                        <a:pt x="73" y="146"/>
                      </a:cubicBezTo>
                      <a:cubicBezTo>
                        <a:pt x="73" y="122"/>
                        <a:pt x="73" y="98"/>
                        <a:pt x="73" y="73"/>
                      </a:cubicBezTo>
                      <a:cubicBezTo>
                        <a:pt x="194" y="73"/>
                        <a:pt x="314" y="73"/>
                        <a:pt x="438" y="73"/>
                      </a:cubicBezTo>
                      <a:cubicBezTo>
                        <a:pt x="438" y="49"/>
                        <a:pt x="438" y="25"/>
                        <a:pt x="43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19" name="ICON_ACTION_GEAR_path_019"/>
                <p:cNvSpPr/>
                <p:nvPr/>
              </p:nvSpPr>
              <p:spPr>
                <a:xfrm>
                  <a:off x="2250230" y="5773452"/>
                  <a:ext cx="12061" cy="38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50" h="300" fill="norm" stroke="0">
                      <a:moveTo>
                        <a:pt x="0" y="8"/>
                      </a:moveTo>
                      <a:cubicBezTo>
                        <a:pt x="48" y="8"/>
                        <a:pt x="96" y="8"/>
                        <a:pt x="146" y="8"/>
                      </a:cubicBezTo>
                      <a:cubicBezTo>
                        <a:pt x="146" y="32"/>
                        <a:pt x="146" y="56"/>
                        <a:pt x="146" y="81"/>
                      </a:cubicBezTo>
                      <a:cubicBezTo>
                        <a:pt x="194" y="81"/>
                        <a:pt x="243" y="81"/>
                        <a:pt x="292" y="81"/>
                      </a:cubicBezTo>
                      <a:cubicBezTo>
                        <a:pt x="292" y="105"/>
                        <a:pt x="292" y="129"/>
                        <a:pt x="292" y="154"/>
                      </a:cubicBezTo>
                      <a:cubicBezTo>
                        <a:pt x="413" y="154"/>
                        <a:pt x="533" y="154"/>
                        <a:pt x="657" y="154"/>
                      </a:cubicBezTo>
                      <a:cubicBezTo>
                        <a:pt x="657" y="130"/>
                        <a:pt x="657" y="106"/>
                        <a:pt x="657" y="81"/>
                      </a:cubicBezTo>
                      <a:cubicBezTo>
                        <a:pt x="734" y="15"/>
                        <a:pt x="825" y="0"/>
                        <a:pt x="923" y="5"/>
                      </a:cubicBezTo>
                      <a:cubicBezTo>
                        <a:pt x="927" y="6"/>
                        <a:pt x="927" y="6"/>
                        <a:pt x="950" y="8"/>
                      </a:cubicBezTo>
                      <a:cubicBezTo>
                        <a:pt x="938" y="32"/>
                        <a:pt x="925" y="57"/>
                        <a:pt x="913" y="81"/>
                      </a:cubicBezTo>
                      <a:cubicBezTo>
                        <a:pt x="909" y="94"/>
                        <a:pt x="906" y="108"/>
                        <a:pt x="902" y="122"/>
                      </a:cubicBezTo>
                      <a:cubicBezTo>
                        <a:pt x="877" y="154"/>
                        <a:pt x="877" y="154"/>
                        <a:pt x="842" y="159"/>
                      </a:cubicBezTo>
                      <a:cubicBezTo>
                        <a:pt x="804" y="159"/>
                        <a:pt x="768" y="157"/>
                        <a:pt x="731" y="154"/>
                      </a:cubicBezTo>
                      <a:cubicBezTo>
                        <a:pt x="731" y="178"/>
                        <a:pt x="731" y="202"/>
                        <a:pt x="731" y="227"/>
                      </a:cubicBezTo>
                      <a:cubicBezTo>
                        <a:pt x="706" y="227"/>
                        <a:pt x="682" y="227"/>
                        <a:pt x="657" y="227"/>
                      </a:cubicBezTo>
                      <a:cubicBezTo>
                        <a:pt x="657" y="251"/>
                        <a:pt x="657" y="275"/>
                        <a:pt x="657" y="300"/>
                      </a:cubicBezTo>
                      <a:cubicBezTo>
                        <a:pt x="537" y="300"/>
                        <a:pt x="416" y="300"/>
                        <a:pt x="292" y="300"/>
                      </a:cubicBezTo>
                      <a:cubicBezTo>
                        <a:pt x="292" y="276"/>
                        <a:pt x="292" y="252"/>
                        <a:pt x="292" y="227"/>
                      </a:cubicBezTo>
                      <a:cubicBezTo>
                        <a:pt x="244" y="227"/>
                        <a:pt x="196" y="227"/>
                        <a:pt x="146" y="227"/>
                      </a:cubicBezTo>
                      <a:cubicBezTo>
                        <a:pt x="146" y="203"/>
                        <a:pt x="146" y="179"/>
                        <a:pt x="146" y="154"/>
                      </a:cubicBezTo>
                      <a:cubicBezTo>
                        <a:pt x="140" y="155"/>
                        <a:pt x="140" y="155"/>
                        <a:pt x="112" y="159"/>
                      </a:cubicBezTo>
                      <a:cubicBezTo>
                        <a:pt x="99" y="157"/>
                        <a:pt x="86" y="156"/>
                        <a:pt x="73" y="154"/>
                      </a:cubicBezTo>
                      <a:cubicBezTo>
                        <a:pt x="53" y="122"/>
                        <a:pt x="53" y="122"/>
                        <a:pt x="37" y="81"/>
                      </a:cubicBezTo>
                      <a:cubicBezTo>
                        <a:pt x="30" y="67"/>
                        <a:pt x="23" y="54"/>
                        <a:pt x="16" y="40"/>
                      </a:cubicBezTo>
                      <a:cubicBezTo>
                        <a:pt x="11" y="29"/>
                        <a:pt x="5" y="19"/>
                        <a:pt x="0" y="8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20" name="ICON_ACTION_GEAR_path_020"/>
                <p:cNvSpPr/>
                <p:nvPr/>
              </p:nvSpPr>
              <p:spPr>
                <a:xfrm>
                  <a:off x="2394032" y="5633460"/>
                  <a:ext cx="3711" cy="1020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2" h="804" fill="norm" stroke="0">
                      <a:moveTo>
                        <a:pt x="146" y="0"/>
                      </a:moveTo>
                      <a:cubicBezTo>
                        <a:pt x="194" y="0"/>
                        <a:pt x="243" y="0"/>
                        <a:pt x="292" y="0"/>
                      </a:cubicBezTo>
                      <a:cubicBezTo>
                        <a:pt x="292" y="217"/>
                        <a:pt x="292" y="434"/>
                        <a:pt x="292" y="657"/>
                      </a:cubicBezTo>
                      <a:cubicBezTo>
                        <a:pt x="268" y="657"/>
                        <a:pt x="244" y="657"/>
                        <a:pt x="219" y="657"/>
                      </a:cubicBezTo>
                      <a:cubicBezTo>
                        <a:pt x="219" y="682"/>
                        <a:pt x="219" y="706"/>
                        <a:pt x="219" y="731"/>
                      </a:cubicBezTo>
                      <a:cubicBezTo>
                        <a:pt x="195" y="731"/>
                        <a:pt x="171" y="731"/>
                        <a:pt x="146" y="731"/>
                      </a:cubicBezTo>
                      <a:cubicBezTo>
                        <a:pt x="146" y="755"/>
                        <a:pt x="146" y="779"/>
                        <a:pt x="146" y="804"/>
                      </a:cubicBezTo>
                      <a:cubicBezTo>
                        <a:pt x="98" y="804"/>
                        <a:pt x="50" y="804"/>
                        <a:pt x="0" y="804"/>
                      </a:cubicBezTo>
                      <a:cubicBezTo>
                        <a:pt x="0" y="755"/>
                        <a:pt x="0" y="707"/>
                        <a:pt x="0" y="657"/>
                      </a:cubicBezTo>
                      <a:cubicBezTo>
                        <a:pt x="24" y="657"/>
                        <a:pt x="48" y="657"/>
                        <a:pt x="73" y="657"/>
                      </a:cubicBezTo>
                      <a:cubicBezTo>
                        <a:pt x="73" y="633"/>
                        <a:pt x="73" y="609"/>
                        <a:pt x="73" y="584"/>
                      </a:cubicBezTo>
                      <a:cubicBezTo>
                        <a:pt x="97" y="584"/>
                        <a:pt x="121" y="584"/>
                        <a:pt x="146" y="584"/>
                      </a:cubicBezTo>
                      <a:cubicBezTo>
                        <a:pt x="146" y="512"/>
                        <a:pt x="146" y="440"/>
                        <a:pt x="146" y="365"/>
                      </a:cubicBezTo>
                      <a:cubicBezTo>
                        <a:pt x="170" y="365"/>
                        <a:pt x="194" y="365"/>
                        <a:pt x="219" y="365"/>
                      </a:cubicBezTo>
                      <a:cubicBezTo>
                        <a:pt x="219" y="293"/>
                        <a:pt x="219" y="221"/>
                        <a:pt x="219" y="146"/>
                      </a:cubicBezTo>
                      <a:cubicBezTo>
                        <a:pt x="195" y="146"/>
                        <a:pt x="171" y="146"/>
                        <a:pt x="146" y="146"/>
                      </a:cubicBezTo>
                      <a:cubicBezTo>
                        <a:pt x="146" y="98"/>
                        <a:pt x="146" y="50"/>
                        <a:pt x="146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21" name="ICON_ACTION_GEAR_path_021"/>
                <p:cNvSpPr/>
                <p:nvPr/>
              </p:nvSpPr>
              <p:spPr>
                <a:xfrm>
                  <a:off x="2235386" y="5759636"/>
                  <a:ext cx="6552" cy="649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16" h="511" fill="norm" stroke="0">
                      <a:moveTo>
                        <a:pt x="0" y="0"/>
                      </a:moveTo>
                      <a:cubicBezTo>
                        <a:pt x="72" y="24"/>
                        <a:pt x="145" y="48"/>
                        <a:pt x="219" y="73"/>
                      </a:cubicBezTo>
                      <a:cubicBezTo>
                        <a:pt x="219" y="97"/>
                        <a:pt x="219" y="121"/>
                        <a:pt x="219" y="146"/>
                      </a:cubicBezTo>
                      <a:cubicBezTo>
                        <a:pt x="243" y="146"/>
                        <a:pt x="267" y="146"/>
                        <a:pt x="292" y="146"/>
                      </a:cubicBezTo>
                      <a:cubicBezTo>
                        <a:pt x="292" y="170"/>
                        <a:pt x="292" y="194"/>
                        <a:pt x="292" y="219"/>
                      </a:cubicBezTo>
                      <a:cubicBezTo>
                        <a:pt x="316" y="219"/>
                        <a:pt x="340" y="219"/>
                        <a:pt x="365" y="219"/>
                      </a:cubicBezTo>
                      <a:cubicBezTo>
                        <a:pt x="364" y="230"/>
                        <a:pt x="362" y="242"/>
                        <a:pt x="361" y="253"/>
                      </a:cubicBezTo>
                      <a:cubicBezTo>
                        <a:pt x="361" y="260"/>
                        <a:pt x="361" y="260"/>
                        <a:pt x="365" y="292"/>
                      </a:cubicBezTo>
                      <a:cubicBezTo>
                        <a:pt x="397" y="313"/>
                        <a:pt x="397" y="313"/>
                        <a:pt x="438" y="329"/>
                      </a:cubicBezTo>
                      <a:cubicBezTo>
                        <a:pt x="479" y="345"/>
                        <a:pt x="479" y="345"/>
                        <a:pt x="511" y="365"/>
                      </a:cubicBezTo>
                      <a:cubicBezTo>
                        <a:pt x="516" y="404"/>
                        <a:pt x="516" y="404"/>
                        <a:pt x="511" y="438"/>
                      </a:cubicBezTo>
                      <a:cubicBezTo>
                        <a:pt x="487" y="438"/>
                        <a:pt x="463" y="438"/>
                        <a:pt x="438" y="438"/>
                      </a:cubicBezTo>
                      <a:cubicBezTo>
                        <a:pt x="438" y="462"/>
                        <a:pt x="438" y="487"/>
                        <a:pt x="438" y="511"/>
                      </a:cubicBezTo>
                      <a:cubicBezTo>
                        <a:pt x="414" y="511"/>
                        <a:pt x="390" y="511"/>
                        <a:pt x="365" y="511"/>
                      </a:cubicBezTo>
                      <a:cubicBezTo>
                        <a:pt x="365" y="487"/>
                        <a:pt x="365" y="463"/>
                        <a:pt x="365" y="438"/>
                      </a:cubicBezTo>
                      <a:cubicBezTo>
                        <a:pt x="317" y="438"/>
                        <a:pt x="269" y="438"/>
                        <a:pt x="219" y="438"/>
                      </a:cubicBezTo>
                      <a:cubicBezTo>
                        <a:pt x="219" y="390"/>
                        <a:pt x="219" y="342"/>
                        <a:pt x="219" y="292"/>
                      </a:cubicBezTo>
                      <a:cubicBezTo>
                        <a:pt x="171" y="292"/>
                        <a:pt x="123" y="292"/>
                        <a:pt x="73" y="292"/>
                      </a:cubicBezTo>
                      <a:cubicBezTo>
                        <a:pt x="73" y="268"/>
                        <a:pt x="73" y="244"/>
                        <a:pt x="73" y="219"/>
                      </a:cubicBezTo>
                      <a:cubicBezTo>
                        <a:pt x="49" y="219"/>
                        <a:pt x="25" y="219"/>
                        <a:pt x="0" y="219"/>
                      </a:cubicBezTo>
                      <a:cubicBezTo>
                        <a:pt x="0" y="147"/>
                        <a:pt x="0" y="75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22" name="ICON_ACTION_GEAR_path_022"/>
                <p:cNvSpPr/>
                <p:nvPr/>
              </p:nvSpPr>
              <p:spPr>
                <a:xfrm>
                  <a:off x="2234458" y="5723453"/>
                  <a:ext cx="4639" cy="83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65" h="657" fill="norm" stroke="0">
                      <a:moveTo>
                        <a:pt x="0" y="0"/>
                      </a:moveTo>
                      <a:cubicBezTo>
                        <a:pt x="48" y="0"/>
                        <a:pt x="96" y="0"/>
                        <a:pt x="146" y="0"/>
                      </a:cubicBezTo>
                      <a:cubicBezTo>
                        <a:pt x="146" y="72"/>
                        <a:pt x="146" y="145"/>
                        <a:pt x="146" y="219"/>
                      </a:cubicBezTo>
                      <a:cubicBezTo>
                        <a:pt x="170" y="219"/>
                        <a:pt x="194" y="219"/>
                        <a:pt x="219" y="219"/>
                      </a:cubicBezTo>
                      <a:cubicBezTo>
                        <a:pt x="219" y="291"/>
                        <a:pt x="219" y="364"/>
                        <a:pt x="219" y="438"/>
                      </a:cubicBezTo>
                      <a:cubicBezTo>
                        <a:pt x="243" y="438"/>
                        <a:pt x="267" y="438"/>
                        <a:pt x="292" y="438"/>
                      </a:cubicBezTo>
                      <a:cubicBezTo>
                        <a:pt x="292" y="487"/>
                        <a:pt x="292" y="535"/>
                        <a:pt x="292" y="584"/>
                      </a:cubicBezTo>
                      <a:cubicBezTo>
                        <a:pt x="316" y="584"/>
                        <a:pt x="340" y="584"/>
                        <a:pt x="365" y="584"/>
                      </a:cubicBezTo>
                      <a:cubicBezTo>
                        <a:pt x="365" y="609"/>
                        <a:pt x="365" y="633"/>
                        <a:pt x="365" y="657"/>
                      </a:cubicBezTo>
                      <a:cubicBezTo>
                        <a:pt x="269" y="657"/>
                        <a:pt x="172" y="657"/>
                        <a:pt x="73" y="657"/>
                      </a:cubicBezTo>
                      <a:cubicBezTo>
                        <a:pt x="73" y="585"/>
                        <a:pt x="73" y="513"/>
                        <a:pt x="73" y="438"/>
                      </a:cubicBezTo>
                      <a:cubicBezTo>
                        <a:pt x="97" y="438"/>
                        <a:pt x="121" y="438"/>
                        <a:pt x="146" y="438"/>
                      </a:cubicBezTo>
                      <a:cubicBezTo>
                        <a:pt x="146" y="390"/>
                        <a:pt x="146" y="342"/>
                        <a:pt x="146" y="292"/>
                      </a:cubicBezTo>
                      <a:cubicBezTo>
                        <a:pt x="122" y="292"/>
                        <a:pt x="98" y="292"/>
                        <a:pt x="73" y="292"/>
                      </a:cubicBezTo>
                      <a:cubicBezTo>
                        <a:pt x="73" y="268"/>
                        <a:pt x="73" y="244"/>
                        <a:pt x="73" y="219"/>
                      </a:cubicBezTo>
                      <a:cubicBezTo>
                        <a:pt x="49" y="219"/>
                        <a:pt x="25" y="219"/>
                        <a:pt x="0" y="219"/>
                      </a:cubicBezTo>
                      <a:cubicBezTo>
                        <a:pt x="0" y="147"/>
                        <a:pt x="0" y="75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23" name="ICON_ACTION_GEAR_path_023"/>
                <p:cNvSpPr/>
                <p:nvPr/>
              </p:nvSpPr>
              <p:spPr>
                <a:xfrm>
                  <a:off x="2282701" y="5613977"/>
                  <a:ext cx="10205" cy="481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04" h="379" fill="norm" stroke="0">
                      <a:moveTo>
                        <a:pt x="365" y="0"/>
                      </a:moveTo>
                      <a:cubicBezTo>
                        <a:pt x="438" y="0"/>
                        <a:pt x="510" y="0"/>
                        <a:pt x="584" y="0"/>
                      </a:cubicBezTo>
                      <a:cubicBezTo>
                        <a:pt x="584" y="24"/>
                        <a:pt x="584" y="48"/>
                        <a:pt x="584" y="73"/>
                      </a:cubicBezTo>
                      <a:cubicBezTo>
                        <a:pt x="609" y="73"/>
                        <a:pt x="633" y="73"/>
                        <a:pt x="657" y="73"/>
                      </a:cubicBezTo>
                      <a:cubicBezTo>
                        <a:pt x="657" y="49"/>
                        <a:pt x="657" y="25"/>
                        <a:pt x="657" y="0"/>
                      </a:cubicBezTo>
                      <a:cubicBezTo>
                        <a:pt x="706" y="0"/>
                        <a:pt x="754" y="0"/>
                        <a:pt x="804" y="0"/>
                      </a:cubicBezTo>
                      <a:cubicBezTo>
                        <a:pt x="789" y="58"/>
                        <a:pt x="772" y="103"/>
                        <a:pt x="731" y="146"/>
                      </a:cubicBezTo>
                      <a:cubicBezTo>
                        <a:pt x="656" y="160"/>
                        <a:pt x="587" y="155"/>
                        <a:pt x="511" y="146"/>
                      </a:cubicBezTo>
                      <a:cubicBezTo>
                        <a:pt x="511" y="170"/>
                        <a:pt x="511" y="194"/>
                        <a:pt x="511" y="219"/>
                      </a:cubicBezTo>
                      <a:cubicBezTo>
                        <a:pt x="463" y="219"/>
                        <a:pt x="415" y="219"/>
                        <a:pt x="365" y="219"/>
                      </a:cubicBezTo>
                      <a:cubicBezTo>
                        <a:pt x="365" y="243"/>
                        <a:pt x="365" y="267"/>
                        <a:pt x="365" y="292"/>
                      </a:cubicBezTo>
                      <a:cubicBezTo>
                        <a:pt x="132" y="379"/>
                        <a:pt x="132" y="379"/>
                        <a:pt x="0" y="365"/>
                      </a:cubicBezTo>
                      <a:cubicBezTo>
                        <a:pt x="6" y="353"/>
                        <a:pt x="6" y="353"/>
                        <a:pt x="37" y="292"/>
                      </a:cubicBezTo>
                      <a:cubicBezTo>
                        <a:pt x="41" y="279"/>
                        <a:pt x="45" y="267"/>
                        <a:pt x="49" y="253"/>
                      </a:cubicBezTo>
                      <a:cubicBezTo>
                        <a:pt x="57" y="242"/>
                        <a:pt x="65" y="231"/>
                        <a:pt x="73" y="219"/>
                      </a:cubicBezTo>
                      <a:cubicBezTo>
                        <a:pt x="114" y="214"/>
                        <a:pt x="145" y="212"/>
                        <a:pt x="185" y="215"/>
                      </a:cubicBezTo>
                      <a:cubicBezTo>
                        <a:pt x="195" y="215"/>
                        <a:pt x="205" y="215"/>
                        <a:pt x="216" y="216"/>
                      </a:cubicBezTo>
                      <a:cubicBezTo>
                        <a:pt x="241" y="216"/>
                        <a:pt x="267" y="218"/>
                        <a:pt x="292" y="219"/>
                      </a:cubicBezTo>
                      <a:cubicBezTo>
                        <a:pt x="292" y="195"/>
                        <a:pt x="292" y="171"/>
                        <a:pt x="292" y="146"/>
                      </a:cubicBezTo>
                      <a:cubicBezTo>
                        <a:pt x="316" y="146"/>
                        <a:pt x="340" y="146"/>
                        <a:pt x="365" y="146"/>
                      </a:cubicBezTo>
                      <a:cubicBezTo>
                        <a:pt x="365" y="98"/>
                        <a:pt x="365" y="50"/>
                        <a:pt x="365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24" name="ICON_ACTION_GEAR_path_024"/>
                <p:cNvSpPr/>
                <p:nvPr/>
              </p:nvSpPr>
              <p:spPr>
                <a:xfrm>
                  <a:off x="2259507" y="5613050"/>
                  <a:ext cx="8350" cy="55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57" h="438" fill="norm" stroke="0">
                      <a:moveTo>
                        <a:pt x="0" y="0"/>
                      </a:moveTo>
                      <a:cubicBezTo>
                        <a:pt x="121" y="0"/>
                        <a:pt x="241" y="0"/>
                        <a:pt x="365" y="0"/>
                      </a:cubicBezTo>
                      <a:cubicBezTo>
                        <a:pt x="365" y="48"/>
                        <a:pt x="365" y="96"/>
                        <a:pt x="365" y="146"/>
                      </a:cubicBezTo>
                      <a:cubicBezTo>
                        <a:pt x="389" y="146"/>
                        <a:pt x="413" y="146"/>
                        <a:pt x="438" y="146"/>
                      </a:cubicBezTo>
                      <a:cubicBezTo>
                        <a:pt x="438" y="170"/>
                        <a:pt x="438" y="194"/>
                        <a:pt x="438" y="219"/>
                      </a:cubicBezTo>
                      <a:cubicBezTo>
                        <a:pt x="462" y="219"/>
                        <a:pt x="487" y="219"/>
                        <a:pt x="511" y="219"/>
                      </a:cubicBezTo>
                      <a:cubicBezTo>
                        <a:pt x="511" y="243"/>
                        <a:pt x="511" y="267"/>
                        <a:pt x="511" y="292"/>
                      </a:cubicBezTo>
                      <a:cubicBezTo>
                        <a:pt x="517" y="291"/>
                        <a:pt x="517" y="291"/>
                        <a:pt x="546" y="288"/>
                      </a:cubicBezTo>
                      <a:cubicBezTo>
                        <a:pt x="558" y="289"/>
                        <a:pt x="571" y="291"/>
                        <a:pt x="584" y="292"/>
                      </a:cubicBezTo>
                      <a:cubicBezTo>
                        <a:pt x="605" y="324"/>
                        <a:pt x="605" y="324"/>
                        <a:pt x="621" y="365"/>
                      </a:cubicBezTo>
                      <a:cubicBezTo>
                        <a:pt x="628" y="379"/>
                        <a:pt x="634" y="392"/>
                        <a:pt x="641" y="406"/>
                      </a:cubicBezTo>
                      <a:cubicBezTo>
                        <a:pt x="647" y="417"/>
                        <a:pt x="652" y="427"/>
                        <a:pt x="657" y="438"/>
                      </a:cubicBezTo>
                      <a:cubicBezTo>
                        <a:pt x="609" y="438"/>
                        <a:pt x="561" y="438"/>
                        <a:pt x="511" y="438"/>
                      </a:cubicBezTo>
                      <a:cubicBezTo>
                        <a:pt x="511" y="414"/>
                        <a:pt x="511" y="390"/>
                        <a:pt x="511" y="365"/>
                      </a:cubicBezTo>
                      <a:cubicBezTo>
                        <a:pt x="487" y="365"/>
                        <a:pt x="463" y="365"/>
                        <a:pt x="438" y="365"/>
                      </a:cubicBezTo>
                      <a:cubicBezTo>
                        <a:pt x="438" y="341"/>
                        <a:pt x="438" y="317"/>
                        <a:pt x="438" y="292"/>
                      </a:cubicBezTo>
                      <a:cubicBezTo>
                        <a:pt x="390" y="292"/>
                        <a:pt x="342" y="292"/>
                        <a:pt x="292" y="292"/>
                      </a:cubicBezTo>
                      <a:cubicBezTo>
                        <a:pt x="292" y="268"/>
                        <a:pt x="292" y="244"/>
                        <a:pt x="292" y="219"/>
                      </a:cubicBezTo>
                      <a:cubicBezTo>
                        <a:pt x="268" y="219"/>
                        <a:pt x="244" y="219"/>
                        <a:pt x="219" y="219"/>
                      </a:cubicBezTo>
                      <a:cubicBezTo>
                        <a:pt x="219" y="195"/>
                        <a:pt x="219" y="171"/>
                        <a:pt x="219" y="146"/>
                      </a:cubicBezTo>
                      <a:cubicBezTo>
                        <a:pt x="213" y="145"/>
                        <a:pt x="213" y="145"/>
                        <a:pt x="180" y="142"/>
                      </a:cubicBezTo>
                      <a:cubicBezTo>
                        <a:pt x="164" y="140"/>
                        <a:pt x="147" y="137"/>
                        <a:pt x="130" y="135"/>
                      </a:cubicBezTo>
                      <a:cubicBezTo>
                        <a:pt x="114" y="133"/>
                        <a:pt x="97" y="130"/>
                        <a:pt x="80" y="128"/>
                      </a:cubicBezTo>
                      <a:cubicBezTo>
                        <a:pt x="66" y="122"/>
                        <a:pt x="51" y="116"/>
                        <a:pt x="37" y="110"/>
                      </a:cubicBezTo>
                      <a:cubicBezTo>
                        <a:pt x="24" y="73"/>
                        <a:pt x="12" y="37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25" name="ICON_ACTION_GEAR_path_025"/>
                <p:cNvSpPr/>
                <p:nvPr/>
              </p:nvSpPr>
              <p:spPr>
                <a:xfrm>
                  <a:off x="2290123" y="5780974"/>
                  <a:ext cx="3711" cy="649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2" h="511" fill="norm" stroke="0">
                      <a:moveTo>
                        <a:pt x="146" y="0"/>
                      </a:moveTo>
                      <a:cubicBezTo>
                        <a:pt x="194" y="0"/>
                        <a:pt x="243" y="0"/>
                        <a:pt x="292" y="0"/>
                      </a:cubicBezTo>
                      <a:cubicBezTo>
                        <a:pt x="292" y="145"/>
                        <a:pt x="292" y="289"/>
                        <a:pt x="292" y="438"/>
                      </a:cubicBezTo>
                      <a:cubicBezTo>
                        <a:pt x="244" y="438"/>
                        <a:pt x="196" y="438"/>
                        <a:pt x="146" y="438"/>
                      </a:cubicBezTo>
                      <a:cubicBezTo>
                        <a:pt x="146" y="462"/>
                        <a:pt x="146" y="487"/>
                        <a:pt x="146" y="511"/>
                      </a:cubicBezTo>
                      <a:cubicBezTo>
                        <a:pt x="122" y="511"/>
                        <a:pt x="98" y="511"/>
                        <a:pt x="73" y="511"/>
                      </a:cubicBezTo>
                      <a:cubicBezTo>
                        <a:pt x="73" y="487"/>
                        <a:pt x="73" y="463"/>
                        <a:pt x="73" y="438"/>
                      </a:cubicBezTo>
                      <a:cubicBezTo>
                        <a:pt x="49" y="438"/>
                        <a:pt x="25" y="438"/>
                        <a:pt x="0" y="438"/>
                      </a:cubicBezTo>
                      <a:cubicBezTo>
                        <a:pt x="0" y="414"/>
                        <a:pt x="0" y="390"/>
                        <a:pt x="0" y="365"/>
                      </a:cubicBezTo>
                      <a:cubicBezTo>
                        <a:pt x="24" y="365"/>
                        <a:pt x="48" y="365"/>
                        <a:pt x="73" y="365"/>
                      </a:cubicBezTo>
                      <a:cubicBezTo>
                        <a:pt x="73" y="293"/>
                        <a:pt x="73" y="221"/>
                        <a:pt x="73" y="146"/>
                      </a:cubicBezTo>
                      <a:cubicBezTo>
                        <a:pt x="97" y="146"/>
                        <a:pt x="121" y="146"/>
                        <a:pt x="146" y="146"/>
                      </a:cubicBezTo>
                      <a:cubicBezTo>
                        <a:pt x="146" y="98"/>
                        <a:pt x="146" y="50"/>
                        <a:pt x="146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26" name="ICON_ACTION_GEAR_path_026"/>
                <p:cNvSpPr/>
                <p:nvPr/>
              </p:nvSpPr>
              <p:spPr>
                <a:xfrm>
                  <a:off x="2403310" y="5709537"/>
                  <a:ext cx="11133" cy="55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7" h="438" fill="norm" stroke="0">
                      <a:moveTo>
                        <a:pt x="804" y="0"/>
                      </a:moveTo>
                      <a:cubicBezTo>
                        <a:pt x="828" y="12"/>
                        <a:pt x="852" y="24"/>
                        <a:pt x="877" y="37"/>
                      </a:cubicBezTo>
                      <a:cubicBezTo>
                        <a:pt x="857" y="157"/>
                        <a:pt x="814" y="274"/>
                        <a:pt x="731" y="365"/>
                      </a:cubicBezTo>
                      <a:cubicBezTo>
                        <a:pt x="679" y="380"/>
                        <a:pt x="637" y="377"/>
                        <a:pt x="584" y="365"/>
                      </a:cubicBezTo>
                      <a:cubicBezTo>
                        <a:pt x="584" y="389"/>
                        <a:pt x="584" y="413"/>
                        <a:pt x="584" y="438"/>
                      </a:cubicBezTo>
                      <a:cubicBezTo>
                        <a:pt x="392" y="438"/>
                        <a:pt x="199" y="438"/>
                        <a:pt x="0" y="438"/>
                      </a:cubicBezTo>
                      <a:cubicBezTo>
                        <a:pt x="0" y="414"/>
                        <a:pt x="0" y="390"/>
                        <a:pt x="0" y="365"/>
                      </a:cubicBezTo>
                      <a:cubicBezTo>
                        <a:pt x="10" y="364"/>
                        <a:pt x="20" y="363"/>
                        <a:pt x="30" y="362"/>
                      </a:cubicBezTo>
                      <a:cubicBezTo>
                        <a:pt x="74" y="358"/>
                        <a:pt x="118" y="354"/>
                        <a:pt x="162" y="349"/>
                      </a:cubicBezTo>
                      <a:cubicBezTo>
                        <a:pt x="177" y="348"/>
                        <a:pt x="193" y="346"/>
                        <a:pt x="209" y="345"/>
                      </a:cubicBezTo>
                      <a:cubicBezTo>
                        <a:pt x="216" y="344"/>
                        <a:pt x="216" y="344"/>
                        <a:pt x="253" y="340"/>
                      </a:cubicBezTo>
                      <a:cubicBezTo>
                        <a:pt x="267" y="339"/>
                        <a:pt x="280" y="338"/>
                        <a:pt x="294" y="336"/>
                      </a:cubicBezTo>
                      <a:cubicBezTo>
                        <a:pt x="329" y="329"/>
                        <a:pt x="329" y="329"/>
                        <a:pt x="365" y="292"/>
                      </a:cubicBezTo>
                      <a:cubicBezTo>
                        <a:pt x="391" y="285"/>
                        <a:pt x="391" y="285"/>
                        <a:pt x="421" y="282"/>
                      </a:cubicBezTo>
                      <a:cubicBezTo>
                        <a:pt x="426" y="281"/>
                        <a:pt x="426" y="281"/>
                        <a:pt x="454" y="278"/>
                      </a:cubicBezTo>
                      <a:cubicBezTo>
                        <a:pt x="465" y="277"/>
                        <a:pt x="477" y="275"/>
                        <a:pt x="489" y="274"/>
                      </a:cubicBezTo>
                      <a:cubicBezTo>
                        <a:pt x="574" y="264"/>
                        <a:pt x="650" y="249"/>
                        <a:pt x="731" y="219"/>
                      </a:cubicBezTo>
                      <a:cubicBezTo>
                        <a:pt x="731" y="195"/>
                        <a:pt x="731" y="171"/>
                        <a:pt x="731" y="146"/>
                      </a:cubicBezTo>
                      <a:cubicBezTo>
                        <a:pt x="755" y="146"/>
                        <a:pt x="779" y="146"/>
                        <a:pt x="804" y="146"/>
                      </a:cubicBezTo>
                      <a:cubicBezTo>
                        <a:pt x="804" y="98"/>
                        <a:pt x="804" y="50"/>
                        <a:pt x="804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27" name="ICON_ACTION_GEAR_path_027"/>
                <p:cNvSpPr/>
                <p:nvPr/>
              </p:nvSpPr>
              <p:spPr>
                <a:xfrm>
                  <a:off x="2290123" y="5604700"/>
                  <a:ext cx="3711" cy="649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2" h="511" fill="norm" stroke="0">
                      <a:moveTo>
                        <a:pt x="0" y="0"/>
                      </a:moveTo>
                      <a:cubicBezTo>
                        <a:pt x="48" y="0"/>
                        <a:pt x="96" y="0"/>
                        <a:pt x="146" y="0"/>
                      </a:cubicBezTo>
                      <a:cubicBezTo>
                        <a:pt x="146" y="24"/>
                        <a:pt x="146" y="48"/>
                        <a:pt x="146" y="73"/>
                      </a:cubicBezTo>
                      <a:cubicBezTo>
                        <a:pt x="194" y="73"/>
                        <a:pt x="243" y="73"/>
                        <a:pt x="292" y="73"/>
                      </a:cubicBezTo>
                      <a:cubicBezTo>
                        <a:pt x="292" y="218"/>
                        <a:pt x="292" y="362"/>
                        <a:pt x="292" y="511"/>
                      </a:cubicBezTo>
                      <a:cubicBezTo>
                        <a:pt x="244" y="487"/>
                        <a:pt x="196" y="463"/>
                        <a:pt x="146" y="438"/>
                      </a:cubicBezTo>
                      <a:cubicBezTo>
                        <a:pt x="146" y="414"/>
                        <a:pt x="146" y="390"/>
                        <a:pt x="146" y="365"/>
                      </a:cubicBezTo>
                      <a:cubicBezTo>
                        <a:pt x="122" y="365"/>
                        <a:pt x="98" y="365"/>
                        <a:pt x="73" y="365"/>
                      </a:cubicBezTo>
                      <a:cubicBezTo>
                        <a:pt x="73" y="317"/>
                        <a:pt x="73" y="269"/>
                        <a:pt x="73" y="219"/>
                      </a:cubicBezTo>
                      <a:cubicBezTo>
                        <a:pt x="49" y="219"/>
                        <a:pt x="25" y="219"/>
                        <a:pt x="0" y="219"/>
                      </a:cubicBezTo>
                      <a:cubicBezTo>
                        <a:pt x="0" y="195"/>
                        <a:pt x="0" y="171"/>
                        <a:pt x="0" y="146"/>
                      </a:cubicBezTo>
                      <a:cubicBezTo>
                        <a:pt x="24" y="146"/>
                        <a:pt x="48" y="146"/>
                        <a:pt x="73" y="146"/>
                      </a:cubicBezTo>
                      <a:cubicBezTo>
                        <a:pt x="73" y="122"/>
                        <a:pt x="73" y="98"/>
                        <a:pt x="73" y="73"/>
                      </a:cubicBezTo>
                      <a:cubicBezTo>
                        <a:pt x="49" y="73"/>
                        <a:pt x="25" y="73"/>
                        <a:pt x="0" y="73"/>
                      </a:cubicBezTo>
                      <a:cubicBezTo>
                        <a:pt x="0" y="49"/>
                        <a:pt x="0" y="25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28" name="ICON_ACTION_GEAR_path_028"/>
                <p:cNvSpPr/>
                <p:nvPr/>
              </p:nvSpPr>
              <p:spPr>
                <a:xfrm>
                  <a:off x="2233530" y="5656654"/>
                  <a:ext cx="5567" cy="83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38" h="657" fill="norm" stroke="0">
                      <a:moveTo>
                        <a:pt x="365" y="0"/>
                      </a:moveTo>
                      <a:cubicBezTo>
                        <a:pt x="389" y="0"/>
                        <a:pt x="413" y="0"/>
                        <a:pt x="438" y="0"/>
                      </a:cubicBezTo>
                      <a:cubicBezTo>
                        <a:pt x="425" y="139"/>
                        <a:pt x="373" y="244"/>
                        <a:pt x="309" y="367"/>
                      </a:cubicBezTo>
                      <a:cubicBezTo>
                        <a:pt x="259" y="463"/>
                        <a:pt x="230" y="549"/>
                        <a:pt x="219" y="657"/>
                      </a:cubicBezTo>
                      <a:cubicBezTo>
                        <a:pt x="171" y="657"/>
                        <a:pt x="123" y="657"/>
                        <a:pt x="73" y="657"/>
                      </a:cubicBezTo>
                      <a:cubicBezTo>
                        <a:pt x="73" y="633"/>
                        <a:pt x="73" y="609"/>
                        <a:pt x="73" y="584"/>
                      </a:cubicBezTo>
                      <a:cubicBezTo>
                        <a:pt x="49" y="584"/>
                        <a:pt x="25" y="584"/>
                        <a:pt x="0" y="584"/>
                      </a:cubicBezTo>
                      <a:cubicBezTo>
                        <a:pt x="0" y="536"/>
                        <a:pt x="0" y="488"/>
                        <a:pt x="0" y="438"/>
                      </a:cubicBezTo>
                      <a:cubicBezTo>
                        <a:pt x="24" y="438"/>
                        <a:pt x="48" y="438"/>
                        <a:pt x="73" y="438"/>
                      </a:cubicBezTo>
                      <a:cubicBezTo>
                        <a:pt x="73" y="462"/>
                        <a:pt x="73" y="487"/>
                        <a:pt x="73" y="511"/>
                      </a:cubicBezTo>
                      <a:cubicBezTo>
                        <a:pt x="97" y="511"/>
                        <a:pt x="121" y="511"/>
                        <a:pt x="146" y="511"/>
                      </a:cubicBezTo>
                      <a:cubicBezTo>
                        <a:pt x="146" y="463"/>
                        <a:pt x="146" y="415"/>
                        <a:pt x="146" y="365"/>
                      </a:cubicBezTo>
                      <a:cubicBezTo>
                        <a:pt x="170" y="365"/>
                        <a:pt x="194" y="365"/>
                        <a:pt x="219" y="365"/>
                      </a:cubicBezTo>
                      <a:cubicBezTo>
                        <a:pt x="219" y="317"/>
                        <a:pt x="219" y="269"/>
                        <a:pt x="219" y="219"/>
                      </a:cubicBezTo>
                      <a:cubicBezTo>
                        <a:pt x="243" y="219"/>
                        <a:pt x="267" y="219"/>
                        <a:pt x="292" y="219"/>
                      </a:cubicBezTo>
                      <a:cubicBezTo>
                        <a:pt x="292" y="171"/>
                        <a:pt x="292" y="123"/>
                        <a:pt x="292" y="73"/>
                      </a:cubicBezTo>
                      <a:cubicBezTo>
                        <a:pt x="316" y="73"/>
                        <a:pt x="340" y="73"/>
                        <a:pt x="365" y="73"/>
                      </a:cubicBezTo>
                      <a:cubicBezTo>
                        <a:pt x="365" y="49"/>
                        <a:pt x="365" y="25"/>
                        <a:pt x="365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29" name="ICON_ACTION_GEAR_path_029"/>
                <p:cNvSpPr/>
                <p:nvPr/>
              </p:nvSpPr>
              <p:spPr>
                <a:xfrm>
                  <a:off x="2388466" y="5724323"/>
                  <a:ext cx="5567" cy="748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38" h="589" fill="norm" stroke="0">
                      <a:moveTo>
                        <a:pt x="260" y="0"/>
                      </a:moveTo>
                      <a:cubicBezTo>
                        <a:pt x="271" y="1"/>
                        <a:pt x="281" y="3"/>
                        <a:pt x="292" y="5"/>
                      </a:cubicBezTo>
                      <a:cubicBezTo>
                        <a:pt x="292" y="29"/>
                        <a:pt x="292" y="53"/>
                        <a:pt x="292" y="78"/>
                      </a:cubicBezTo>
                      <a:cubicBezTo>
                        <a:pt x="316" y="78"/>
                        <a:pt x="340" y="78"/>
                        <a:pt x="365" y="78"/>
                      </a:cubicBezTo>
                      <a:cubicBezTo>
                        <a:pt x="365" y="102"/>
                        <a:pt x="365" y="126"/>
                        <a:pt x="365" y="151"/>
                      </a:cubicBezTo>
                      <a:cubicBezTo>
                        <a:pt x="389" y="151"/>
                        <a:pt x="413" y="151"/>
                        <a:pt x="438" y="151"/>
                      </a:cubicBezTo>
                      <a:cubicBezTo>
                        <a:pt x="438" y="175"/>
                        <a:pt x="438" y="199"/>
                        <a:pt x="438" y="224"/>
                      </a:cubicBezTo>
                      <a:cubicBezTo>
                        <a:pt x="390" y="224"/>
                        <a:pt x="342" y="224"/>
                        <a:pt x="292" y="224"/>
                      </a:cubicBezTo>
                      <a:cubicBezTo>
                        <a:pt x="292" y="248"/>
                        <a:pt x="292" y="272"/>
                        <a:pt x="292" y="297"/>
                      </a:cubicBezTo>
                      <a:cubicBezTo>
                        <a:pt x="268" y="297"/>
                        <a:pt x="244" y="297"/>
                        <a:pt x="219" y="297"/>
                      </a:cubicBezTo>
                      <a:cubicBezTo>
                        <a:pt x="219" y="321"/>
                        <a:pt x="219" y="345"/>
                        <a:pt x="219" y="370"/>
                      </a:cubicBezTo>
                      <a:cubicBezTo>
                        <a:pt x="195" y="370"/>
                        <a:pt x="171" y="370"/>
                        <a:pt x="146" y="370"/>
                      </a:cubicBezTo>
                      <a:cubicBezTo>
                        <a:pt x="146" y="418"/>
                        <a:pt x="146" y="466"/>
                        <a:pt x="146" y="516"/>
                      </a:cubicBezTo>
                      <a:cubicBezTo>
                        <a:pt x="122" y="516"/>
                        <a:pt x="98" y="516"/>
                        <a:pt x="73" y="516"/>
                      </a:cubicBezTo>
                      <a:cubicBezTo>
                        <a:pt x="73" y="540"/>
                        <a:pt x="73" y="564"/>
                        <a:pt x="73" y="589"/>
                      </a:cubicBezTo>
                      <a:cubicBezTo>
                        <a:pt x="49" y="589"/>
                        <a:pt x="25" y="589"/>
                        <a:pt x="0" y="589"/>
                      </a:cubicBezTo>
                      <a:cubicBezTo>
                        <a:pt x="19" y="489"/>
                        <a:pt x="38" y="392"/>
                        <a:pt x="73" y="297"/>
                      </a:cubicBezTo>
                      <a:cubicBezTo>
                        <a:pt x="97" y="297"/>
                        <a:pt x="121" y="297"/>
                        <a:pt x="146" y="297"/>
                      </a:cubicBezTo>
                      <a:cubicBezTo>
                        <a:pt x="145" y="282"/>
                        <a:pt x="144" y="267"/>
                        <a:pt x="144" y="251"/>
                      </a:cubicBezTo>
                      <a:cubicBezTo>
                        <a:pt x="143" y="232"/>
                        <a:pt x="142" y="212"/>
                        <a:pt x="142" y="192"/>
                      </a:cubicBezTo>
                      <a:cubicBezTo>
                        <a:pt x="141" y="187"/>
                        <a:pt x="141" y="187"/>
                        <a:pt x="140" y="162"/>
                      </a:cubicBezTo>
                      <a:cubicBezTo>
                        <a:pt x="138" y="107"/>
                        <a:pt x="142" y="75"/>
                        <a:pt x="180" y="34"/>
                      </a:cubicBezTo>
                      <a:cubicBezTo>
                        <a:pt x="219" y="5"/>
                        <a:pt x="219" y="5"/>
                        <a:pt x="26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  <p:sp>
              <p:nvSpPr>
                <p:cNvPr id="1030" name="ICON_ACTION_GEAR_path_030"/>
                <p:cNvSpPr/>
                <p:nvPr/>
              </p:nvSpPr>
              <p:spPr>
                <a:xfrm>
                  <a:off x="2272496" y="5618616"/>
                  <a:ext cx="8350" cy="37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57" h="292" fill="norm" stroke="0">
                      <a:moveTo>
                        <a:pt x="438" y="0"/>
                      </a:moveTo>
                      <a:cubicBezTo>
                        <a:pt x="511" y="0"/>
                        <a:pt x="583" y="0"/>
                        <a:pt x="657" y="0"/>
                      </a:cubicBezTo>
                      <a:cubicBezTo>
                        <a:pt x="619" y="103"/>
                        <a:pt x="619" y="103"/>
                        <a:pt x="584" y="146"/>
                      </a:cubicBezTo>
                      <a:cubicBezTo>
                        <a:pt x="534" y="159"/>
                        <a:pt x="489" y="155"/>
                        <a:pt x="438" y="146"/>
                      </a:cubicBezTo>
                      <a:cubicBezTo>
                        <a:pt x="438" y="170"/>
                        <a:pt x="438" y="194"/>
                        <a:pt x="438" y="219"/>
                      </a:cubicBezTo>
                      <a:cubicBezTo>
                        <a:pt x="390" y="219"/>
                        <a:pt x="342" y="219"/>
                        <a:pt x="292" y="219"/>
                      </a:cubicBezTo>
                      <a:cubicBezTo>
                        <a:pt x="292" y="243"/>
                        <a:pt x="292" y="267"/>
                        <a:pt x="292" y="292"/>
                      </a:cubicBezTo>
                      <a:cubicBezTo>
                        <a:pt x="196" y="292"/>
                        <a:pt x="99" y="292"/>
                        <a:pt x="0" y="292"/>
                      </a:cubicBezTo>
                      <a:cubicBezTo>
                        <a:pt x="0" y="244"/>
                        <a:pt x="0" y="196"/>
                        <a:pt x="0" y="146"/>
                      </a:cubicBezTo>
                      <a:cubicBezTo>
                        <a:pt x="121" y="146"/>
                        <a:pt x="241" y="146"/>
                        <a:pt x="365" y="146"/>
                      </a:cubicBezTo>
                      <a:cubicBezTo>
                        <a:pt x="365" y="122"/>
                        <a:pt x="365" y="98"/>
                        <a:pt x="365" y="73"/>
                      </a:cubicBezTo>
                      <a:cubicBezTo>
                        <a:pt x="389" y="73"/>
                        <a:pt x="413" y="73"/>
                        <a:pt x="438" y="73"/>
                      </a:cubicBezTo>
                      <a:cubicBezTo>
                        <a:pt x="438" y="49"/>
                        <a:pt x="438" y="25"/>
                        <a:pt x="43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4" cap="flat">
                  <a:noFill/>
                </a:ln>
              </p:spPr>
            </p:sp>
          </p:grpSp>
          <p:sp>
            <p:nvSpPr>
              <p:cNvPr id="354" name="TXT_089"/>
              <p:cNvSpPr txBox="1"/>
              <p:nvPr/>
            </p:nvSpPr>
            <p:spPr>
              <a:xfrm>
                <a:off x="2468562" y="5603875"/>
                <a:ext cx="317500" cy="17462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906" b="1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906" b="1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Call</a:t>
                </a:r>
                <a:endParaRPr sz="906" b="1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4069" name="PORT_ACTION_EDGE_1_to"/>
              <p:cNvSpPr/>
              <p:nvPr/>
            </p:nvSpPr>
            <p:spPr>
              <a:xfrm>
                <a:off x="2135124" y="5691196"/>
                <a:ext cx="128" cy="12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</p:sp>
          <p:sp>
            <p:nvSpPr>
              <p:cNvPr id="4070" name="PORT_ACTION_EDGE_2_from"/>
              <p:cNvSpPr/>
              <p:nvPr/>
            </p:nvSpPr>
            <p:spPr>
              <a:xfrm>
                <a:off x="2762186" y="5691188"/>
                <a:ext cx="128" cy="12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</p:sp>
        </p:grpSp>
        <p:grpSp>
          <p:nvGrpSpPr>
            <p:cNvPr id="4037" name="MODULE_BTN_INSPECT"/>
            <p:cNvGrpSpPr/>
            <p:nvPr/>
          </p:nvGrpSpPr>
          <p:grpSpPr>
            <a:xfrm>
              <a:off x="2873375" y="5508625"/>
              <a:ext cx="769938" cy="349250"/>
              <a:chOff x="2873375" y="5508625"/>
              <a:chExt cx="769938" cy="349250"/>
            </a:xfrm>
          </p:grpSpPr>
          <p:sp>
            <p:nvSpPr>
              <p:cNvPr id="70" name="ACTION_INSPECT"/>
              <p:cNvSpPr/>
              <p:nvPr/>
            </p:nvSpPr>
            <p:spPr>
              <a:xfrm>
                <a:off x="2873375" y="5508625"/>
                <a:ext cx="769938" cy="349250"/>
              </a:xfrm>
              <a:prstGeom prst="roundRect">
                <a:avLst>
                  <a:gd name="adj" fmla="val 27273"/>
                </a:avLst>
              </a:prstGeom>
              <a:gradFill rotWithShape="1">
                <a:gsLst>
                  <a:gs pos="0">
                    <a:srgbClr val="CFEFEF"/>
                  </a:gs>
                  <a:gs pos="100000">
                    <a:srgbClr val="BFE3E5"/>
                  </a:gs>
                </a:gsLst>
                <a:lin ang="5400000" scaled="1"/>
              </a:gradFill>
              <a:ln w="7938" cap="rnd">
                <a:noFill/>
              </a:ln>
            </p:spPr>
          </p:sp>
          <p:grpSp>
            <p:nvGrpSpPr>
              <p:cNvPr id="1031" name="ICON_ACTION_INSPECT"/>
              <p:cNvGrpSpPr/>
              <p:nvPr/>
            </p:nvGrpSpPr>
            <p:grpSpPr>
              <a:xfrm>
                <a:off x="2960688" y="5580062"/>
                <a:ext cx="158750" cy="222250"/>
                <a:chOff x="2960688" y="5580062"/>
                <a:chExt cx="158750" cy="222250"/>
              </a:xfrm>
            </p:grpSpPr>
            <p:sp>
              <p:nvSpPr>
                <p:cNvPr id="1032" name="ICON_ACTION_INSPECT_path_001"/>
                <p:cNvSpPr/>
                <p:nvPr/>
              </p:nvSpPr>
              <p:spPr>
                <a:xfrm>
                  <a:off x="2963248" y="5636919"/>
                  <a:ext cx="155069" cy="1086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210" h="8557" fill="norm" stroke="0">
                      <a:moveTo>
                        <a:pt x="6099" y="14"/>
                      </a:moveTo>
                      <a:cubicBezTo>
                        <a:pt x="6281" y="12"/>
                        <a:pt x="6463" y="10"/>
                        <a:pt x="6646" y="9"/>
                      </a:cubicBezTo>
                      <a:cubicBezTo>
                        <a:pt x="6730" y="8"/>
                        <a:pt x="6815" y="8"/>
                        <a:pt x="6899" y="6"/>
                      </a:cubicBezTo>
                      <a:cubicBezTo>
                        <a:pt x="6973" y="5"/>
                        <a:pt x="7047" y="5"/>
                        <a:pt x="7121" y="5"/>
                      </a:cubicBezTo>
                      <a:cubicBezTo>
                        <a:pt x="7160" y="4"/>
                        <a:pt x="7199" y="4"/>
                        <a:pt x="7238" y="3"/>
                      </a:cubicBezTo>
                      <a:cubicBezTo>
                        <a:pt x="7275" y="3"/>
                        <a:pt x="7312" y="2"/>
                        <a:pt x="7349" y="3"/>
                      </a:cubicBezTo>
                      <a:cubicBezTo>
                        <a:pt x="7362" y="3"/>
                        <a:pt x="7375" y="2"/>
                        <a:pt x="7389" y="2"/>
                      </a:cubicBezTo>
                      <a:cubicBezTo>
                        <a:pt x="7461" y="0"/>
                        <a:pt x="7510" y="6"/>
                        <a:pt x="7564" y="57"/>
                      </a:cubicBezTo>
                      <a:cubicBezTo>
                        <a:pt x="7612" y="105"/>
                        <a:pt x="7623" y="147"/>
                        <a:pt x="7624" y="215"/>
                      </a:cubicBezTo>
                      <a:cubicBezTo>
                        <a:pt x="7624" y="228"/>
                        <a:pt x="7624" y="240"/>
                        <a:pt x="7623" y="253"/>
                      </a:cubicBezTo>
                      <a:cubicBezTo>
                        <a:pt x="7623" y="267"/>
                        <a:pt x="7623" y="281"/>
                        <a:pt x="7624" y="295"/>
                      </a:cubicBezTo>
                      <a:cubicBezTo>
                        <a:pt x="7624" y="333"/>
                        <a:pt x="7624" y="371"/>
                        <a:pt x="7623" y="409"/>
                      </a:cubicBezTo>
                      <a:cubicBezTo>
                        <a:pt x="7623" y="450"/>
                        <a:pt x="7623" y="492"/>
                        <a:pt x="7623" y="533"/>
                      </a:cubicBezTo>
                      <a:cubicBezTo>
                        <a:pt x="7623" y="606"/>
                        <a:pt x="7623" y="678"/>
                        <a:pt x="7623" y="751"/>
                      </a:cubicBezTo>
                      <a:cubicBezTo>
                        <a:pt x="7622" y="859"/>
                        <a:pt x="7622" y="967"/>
                        <a:pt x="7622" y="1074"/>
                      </a:cubicBezTo>
                      <a:cubicBezTo>
                        <a:pt x="7622" y="1256"/>
                        <a:pt x="7622" y="1438"/>
                        <a:pt x="7622" y="1619"/>
                      </a:cubicBezTo>
                      <a:cubicBezTo>
                        <a:pt x="7621" y="1799"/>
                        <a:pt x="7621" y="1978"/>
                        <a:pt x="7620" y="2158"/>
                      </a:cubicBezTo>
                      <a:cubicBezTo>
                        <a:pt x="7620" y="2169"/>
                        <a:pt x="7620" y="2180"/>
                        <a:pt x="7620" y="2192"/>
                      </a:cubicBezTo>
                      <a:cubicBezTo>
                        <a:pt x="7620" y="2249"/>
                        <a:pt x="7620" y="2305"/>
                        <a:pt x="7620" y="2362"/>
                      </a:cubicBezTo>
                      <a:cubicBezTo>
                        <a:pt x="7620" y="2764"/>
                        <a:pt x="7619" y="3166"/>
                        <a:pt x="7618" y="3568"/>
                      </a:cubicBezTo>
                      <a:cubicBezTo>
                        <a:pt x="7618" y="3958"/>
                        <a:pt x="7617" y="4349"/>
                        <a:pt x="7616" y="4739"/>
                      </a:cubicBezTo>
                      <a:cubicBezTo>
                        <a:pt x="7616" y="4751"/>
                        <a:pt x="7616" y="4763"/>
                        <a:pt x="7616" y="4776"/>
                      </a:cubicBezTo>
                      <a:cubicBezTo>
                        <a:pt x="7616" y="4897"/>
                        <a:pt x="7616" y="5018"/>
                        <a:pt x="7616" y="5138"/>
                      </a:cubicBezTo>
                      <a:cubicBezTo>
                        <a:pt x="7616" y="5385"/>
                        <a:pt x="7615" y="5631"/>
                        <a:pt x="7615" y="5877"/>
                      </a:cubicBezTo>
                      <a:cubicBezTo>
                        <a:pt x="7615" y="5883"/>
                        <a:pt x="7615" y="5883"/>
                        <a:pt x="7615" y="5911"/>
                      </a:cubicBezTo>
                      <a:cubicBezTo>
                        <a:pt x="7614" y="6667"/>
                        <a:pt x="7613" y="7423"/>
                        <a:pt x="7611" y="8179"/>
                      </a:cubicBezTo>
                      <a:cubicBezTo>
                        <a:pt x="7644" y="8179"/>
                        <a:pt x="7677" y="8179"/>
                        <a:pt x="7712" y="8179"/>
                      </a:cubicBezTo>
                      <a:cubicBezTo>
                        <a:pt x="7712" y="8196"/>
                        <a:pt x="7712" y="8213"/>
                        <a:pt x="7712" y="8230"/>
                      </a:cubicBezTo>
                      <a:cubicBezTo>
                        <a:pt x="7811" y="8230"/>
                        <a:pt x="7911" y="8230"/>
                        <a:pt x="8014" y="8230"/>
                      </a:cubicBezTo>
                      <a:cubicBezTo>
                        <a:pt x="8014" y="8213"/>
                        <a:pt x="8014" y="8196"/>
                        <a:pt x="8014" y="8179"/>
                      </a:cubicBezTo>
                      <a:cubicBezTo>
                        <a:pt x="8031" y="8179"/>
                        <a:pt x="8047" y="8179"/>
                        <a:pt x="8065" y="8179"/>
                      </a:cubicBezTo>
                      <a:cubicBezTo>
                        <a:pt x="8065" y="6316"/>
                        <a:pt x="8065" y="4454"/>
                        <a:pt x="8065" y="2534"/>
                      </a:cubicBezTo>
                      <a:cubicBezTo>
                        <a:pt x="8081" y="2534"/>
                        <a:pt x="8098" y="2534"/>
                        <a:pt x="8115" y="2534"/>
                      </a:cubicBezTo>
                      <a:cubicBezTo>
                        <a:pt x="8114" y="2527"/>
                        <a:pt x="8113" y="2520"/>
                        <a:pt x="8112" y="2512"/>
                      </a:cubicBezTo>
                      <a:cubicBezTo>
                        <a:pt x="8117" y="2466"/>
                        <a:pt x="8143" y="2445"/>
                        <a:pt x="8177" y="2417"/>
                      </a:cubicBezTo>
                      <a:cubicBezTo>
                        <a:pt x="8269" y="2353"/>
                        <a:pt x="8392" y="2368"/>
                        <a:pt x="8500" y="2369"/>
                      </a:cubicBezTo>
                      <a:cubicBezTo>
                        <a:pt x="8534" y="2370"/>
                        <a:pt x="8568" y="2369"/>
                        <a:pt x="8602" y="2369"/>
                      </a:cubicBezTo>
                      <a:cubicBezTo>
                        <a:pt x="8659" y="2369"/>
                        <a:pt x="8716" y="2369"/>
                        <a:pt x="8773" y="2370"/>
                      </a:cubicBezTo>
                      <a:cubicBezTo>
                        <a:pt x="8838" y="2370"/>
                        <a:pt x="8904" y="2370"/>
                        <a:pt x="8969" y="2370"/>
                      </a:cubicBezTo>
                      <a:cubicBezTo>
                        <a:pt x="9026" y="2369"/>
                        <a:pt x="9083" y="2369"/>
                        <a:pt x="9139" y="2369"/>
                      </a:cubicBezTo>
                      <a:cubicBezTo>
                        <a:pt x="9173" y="2370"/>
                        <a:pt x="9207" y="2370"/>
                        <a:pt x="9240" y="2369"/>
                      </a:cubicBezTo>
                      <a:cubicBezTo>
                        <a:pt x="9278" y="2369"/>
                        <a:pt x="9315" y="2369"/>
                        <a:pt x="9353" y="2370"/>
                      </a:cubicBezTo>
                      <a:cubicBezTo>
                        <a:pt x="9364" y="2370"/>
                        <a:pt x="9375" y="2370"/>
                        <a:pt x="9386" y="2369"/>
                      </a:cubicBezTo>
                      <a:cubicBezTo>
                        <a:pt x="9452" y="2371"/>
                        <a:pt x="9495" y="2387"/>
                        <a:pt x="9543" y="2433"/>
                      </a:cubicBezTo>
                      <a:cubicBezTo>
                        <a:pt x="9608" y="2508"/>
                        <a:pt x="9590" y="2619"/>
                        <a:pt x="9589" y="2712"/>
                      </a:cubicBezTo>
                      <a:cubicBezTo>
                        <a:pt x="9589" y="2736"/>
                        <a:pt x="9589" y="2759"/>
                        <a:pt x="9589" y="2783"/>
                      </a:cubicBezTo>
                      <a:cubicBezTo>
                        <a:pt x="9589" y="2834"/>
                        <a:pt x="9589" y="2885"/>
                        <a:pt x="9589" y="2936"/>
                      </a:cubicBezTo>
                      <a:cubicBezTo>
                        <a:pt x="9588" y="3013"/>
                        <a:pt x="9588" y="3089"/>
                        <a:pt x="9588" y="3165"/>
                      </a:cubicBezTo>
                      <a:cubicBezTo>
                        <a:pt x="9588" y="3293"/>
                        <a:pt x="9588" y="3421"/>
                        <a:pt x="9587" y="3549"/>
                      </a:cubicBezTo>
                      <a:cubicBezTo>
                        <a:pt x="9587" y="3676"/>
                        <a:pt x="9586" y="3803"/>
                        <a:pt x="9586" y="3930"/>
                      </a:cubicBezTo>
                      <a:cubicBezTo>
                        <a:pt x="9586" y="3938"/>
                        <a:pt x="9586" y="3945"/>
                        <a:pt x="9586" y="3954"/>
                      </a:cubicBezTo>
                      <a:cubicBezTo>
                        <a:pt x="9586" y="3994"/>
                        <a:pt x="9586" y="4034"/>
                        <a:pt x="9586" y="4074"/>
                      </a:cubicBezTo>
                      <a:cubicBezTo>
                        <a:pt x="9586" y="4357"/>
                        <a:pt x="9585" y="4641"/>
                        <a:pt x="9584" y="4925"/>
                      </a:cubicBezTo>
                      <a:cubicBezTo>
                        <a:pt x="9583" y="5200"/>
                        <a:pt x="9583" y="5476"/>
                        <a:pt x="9582" y="5751"/>
                      </a:cubicBezTo>
                      <a:cubicBezTo>
                        <a:pt x="9582" y="5760"/>
                        <a:pt x="9582" y="5768"/>
                        <a:pt x="9582" y="5777"/>
                      </a:cubicBezTo>
                      <a:cubicBezTo>
                        <a:pt x="9582" y="5863"/>
                        <a:pt x="9582" y="5948"/>
                        <a:pt x="9582" y="6033"/>
                      </a:cubicBezTo>
                      <a:cubicBezTo>
                        <a:pt x="9581" y="6207"/>
                        <a:pt x="9581" y="6381"/>
                        <a:pt x="9581" y="6555"/>
                      </a:cubicBezTo>
                      <a:cubicBezTo>
                        <a:pt x="9581" y="6559"/>
                        <a:pt x="9581" y="6559"/>
                        <a:pt x="9581" y="6579"/>
                      </a:cubicBezTo>
                      <a:cubicBezTo>
                        <a:pt x="9580" y="7112"/>
                        <a:pt x="9578" y="7646"/>
                        <a:pt x="9577" y="8179"/>
                      </a:cubicBezTo>
                      <a:cubicBezTo>
                        <a:pt x="9593" y="8179"/>
                        <a:pt x="9610" y="8179"/>
                        <a:pt x="9627" y="8179"/>
                      </a:cubicBezTo>
                      <a:cubicBezTo>
                        <a:pt x="9627" y="8196"/>
                        <a:pt x="9627" y="8213"/>
                        <a:pt x="9627" y="8230"/>
                      </a:cubicBezTo>
                      <a:cubicBezTo>
                        <a:pt x="9743" y="8230"/>
                        <a:pt x="9860" y="8230"/>
                        <a:pt x="9980" y="8230"/>
                      </a:cubicBezTo>
                      <a:cubicBezTo>
                        <a:pt x="9980" y="8213"/>
                        <a:pt x="9980" y="8196"/>
                        <a:pt x="9980" y="8179"/>
                      </a:cubicBezTo>
                      <a:cubicBezTo>
                        <a:pt x="9996" y="8179"/>
                        <a:pt x="10013" y="8179"/>
                        <a:pt x="10030" y="8179"/>
                      </a:cubicBezTo>
                      <a:cubicBezTo>
                        <a:pt x="10030" y="6982"/>
                        <a:pt x="10030" y="5784"/>
                        <a:pt x="10030" y="4550"/>
                      </a:cubicBezTo>
                      <a:cubicBezTo>
                        <a:pt x="10047" y="4550"/>
                        <a:pt x="10064" y="4550"/>
                        <a:pt x="10081" y="4550"/>
                      </a:cubicBezTo>
                      <a:cubicBezTo>
                        <a:pt x="10081" y="4517"/>
                        <a:pt x="10081" y="4484"/>
                        <a:pt x="10081" y="4449"/>
                      </a:cubicBezTo>
                      <a:cubicBezTo>
                        <a:pt x="10097" y="4449"/>
                        <a:pt x="10114" y="4449"/>
                        <a:pt x="10131" y="4449"/>
                      </a:cubicBezTo>
                      <a:cubicBezTo>
                        <a:pt x="10131" y="4433"/>
                        <a:pt x="10131" y="4416"/>
                        <a:pt x="10131" y="4399"/>
                      </a:cubicBezTo>
                      <a:cubicBezTo>
                        <a:pt x="10245" y="4336"/>
                        <a:pt x="10358" y="4341"/>
                        <a:pt x="10485" y="4342"/>
                      </a:cubicBezTo>
                      <a:cubicBezTo>
                        <a:pt x="10508" y="4342"/>
                        <a:pt x="10530" y="4342"/>
                        <a:pt x="10552" y="4342"/>
                      </a:cubicBezTo>
                      <a:cubicBezTo>
                        <a:pt x="10598" y="4342"/>
                        <a:pt x="10644" y="4342"/>
                        <a:pt x="10690" y="4342"/>
                      </a:cubicBezTo>
                      <a:cubicBezTo>
                        <a:pt x="10749" y="4342"/>
                        <a:pt x="10808" y="4342"/>
                        <a:pt x="10867" y="4342"/>
                      </a:cubicBezTo>
                      <a:cubicBezTo>
                        <a:pt x="10913" y="4342"/>
                        <a:pt x="10958" y="4342"/>
                        <a:pt x="11004" y="4342"/>
                      </a:cubicBezTo>
                      <a:cubicBezTo>
                        <a:pt x="11026" y="4342"/>
                        <a:pt x="11047" y="4342"/>
                        <a:pt x="11069" y="4342"/>
                      </a:cubicBezTo>
                      <a:cubicBezTo>
                        <a:pt x="11186" y="4341"/>
                        <a:pt x="11286" y="4341"/>
                        <a:pt x="11391" y="4399"/>
                      </a:cubicBezTo>
                      <a:cubicBezTo>
                        <a:pt x="11391" y="4416"/>
                        <a:pt x="11391" y="4432"/>
                        <a:pt x="11391" y="4449"/>
                      </a:cubicBezTo>
                      <a:cubicBezTo>
                        <a:pt x="11408" y="4449"/>
                        <a:pt x="11424" y="4449"/>
                        <a:pt x="11442" y="4449"/>
                      </a:cubicBezTo>
                      <a:cubicBezTo>
                        <a:pt x="11442" y="5680"/>
                        <a:pt x="11442" y="6911"/>
                        <a:pt x="11442" y="8179"/>
                      </a:cubicBezTo>
                      <a:cubicBezTo>
                        <a:pt x="11458" y="8179"/>
                        <a:pt x="11475" y="8179"/>
                        <a:pt x="11492" y="8179"/>
                      </a:cubicBezTo>
                      <a:cubicBezTo>
                        <a:pt x="11492" y="8196"/>
                        <a:pt x="11492" y="8213"/>
                        <a:pt x="11492" y="8230"/>
                      </a:cubicBezTo>
                      <a:cubicBezTo>
                        <a:pt x="11499" y="8230"/>
                        <a:pt x="11507" y="8229"/>
                        <a:pt x="11514" y="8229"/>
                      </a:cubicBezTo>
                      <a:cubicBezTo>
                        <a:pt x="11584" y="8227"/>
                        <a:pt x="11654" y="8226"/>
                        <a:pt x="11723" y="8225"/>
                      </a:cubicBezTo>
                      <a:cubicBezTo>
                        <a:pt x="11759" y="8224"/>
                        <a:pt x="11795" y="8223"/>
                        <a:pt x="11831" y="8222"/>
                      </a:cubicBezTo>
                      <a:cubicBezTo>
                        <a:pt x="11865" y="8221"/>
                        <a:pt x="11900" y="8220"/>
                        <a:pt x="11935" y="8220"/>
                      </a:cubicBezTo>
                      <a:cubicBezTo>
                        <a:pt x="11948" y="8220"/>
                        <a:pt x="11961" y="8220"/>
                        <a:pt x="11974" y="8219"/>
                      </a:cubicBezTo>
                      <a:cubicBezTo>
                        <a:pt x="12040" y="8216"/>
                        <a:pt x="12091" y="8218"/>
                        <a:pt x="12142" y="8264"/>
                      </a:cubicBezTo>
                      <a:cubicBezTo>
                        <a:pt x="12177" y="8300"/>
                        <a:pt x="12204" y="8330"/>
                        <a:pt x="12210" y="8381"/>
                      </a:cubicBezTo>
                      <a:cubicBezTo>
                        <a:pt x="12200" y="8443"/>
                        <a:pt x="12164" y="8486"/>
                        <a:pt x="12115" y="8522"/>
                      </a:cubicBezTo>
                      <a:cubicBezTo>
                        <a:pt x="12051" y="8557"/>
                        <a:pt x="11967" y="8546"/>
                        <a:pt x="11898" y="8545"/>
                      </a:cubicBezTo>
                      <a:cubicBezTo>
                        <a:pt x="11877" y="8545"/>
                        <a:pt x="11857" y="8545"/>
                        <a:pt x="11836" y="8545"/>
                      </a:cubicBezTo>
                      <a:cubicBezTo>
                        <a:pt x="11780" y="8545"/>
                        <a:pt x="11723" y="8545"/>
                        <a:pt x="11667" y="8545"/>
                      </a:cubicBezTo>
                      <a:cubicBezTo>
                        <a:pt x="11612" y="8545"/>
                        <a:pt x="11557" y="8545"/>
                        <a:pt x="11502" y="8545"/>
                      </a:cubicBezTo>
                      <a:cubicBezTo>
                        <a:pt x="11388" y="8545"/>
                        <a:pt x="11274" y="8545"/>
                        <a:pt x="11160" y="8545"/>
                      </a:cubicBezTo>
                      <a:cubicBezTo>
                        <a:pt x="11045" y="8544"/>
                        <a:pt x="10929" y="8544"/>
                        <a:pt x="10814" y="8544"/>
                      </a:cubicBezTo>
                      <a:cubicBezTo>
                        <a:pt x="10807" y="8544"/>
                        <a:pt x="10799" y="8545"/>
                        <a:pt x="10792" y="8545"/>
                      </a:cubicBezTo>
                      <a:cubicBezTo>
                        <a:pt x="10755" y="8545"/>
                        <a:pt x="10718" y="8545"/>
                        <a:pt x="10680" y="8545"/>
                      </a:cubicBezTo>
                      <a:cubicBezTo>
                        <a:pt x="10411" y="8545"/>
                        <a:pt x="10142" y="8545"/>
                        <a:pt x="9873" y="8544"/>
                      </a:cubicBezTo>
                      <a:cubicBezTo>
                        <a:pt x="9606" y="8544"/>
                        <a:pt x="9340" y="8544"/>
                        <a:pt x="9073" y="8544"/>
                      </a:cubicBezTo>
                      <a:cubicBezTo>
                        <a:pt x="9057" y="8544"/>
                        <a:pt x="9040" y="8544"/>
                        <a:pt x="9023" y="8544"/>
                      </a:cubicBezTo>
                      <a:cubicBezTo>
                        <a:pt x="8956" y="8544"/>
                        <a:pt x="8889" y="8544"/>
                        <a:pt x="8821" y="8544"/>
                      </a:cubicBezTo>
                      <a:cubicBezTo>
                        <a:pt x="8633" y="8544"/>
                        <a:pt x="8445" y="8544"/>
                        <a:pt x="8257" y="8544"/>
                      </a:cubicBezTo>
                      <a:cubicBezTo>
                        <a:pt x="8249" y="8544"/>
                        <a:pt x="8240" y="8544"/>
                        <a:pt x="8231" y="8544"/>
                      </a:cubicBezTo>
                      <a:cubicBezTo>
                        <a:pt x="7958" y="8544"/>
                        <a:pt x="7686" y="8543"/>
                        <a:pt x="7413" y="8543"/>
                      </a:cubicBezTo>
                      <a:cubicBezTo>
                        <a:pt x="7404" y="8543"/>
                        <a:pt x="7395" y="8543"/>
                        <a:pt x="7386" y="8543"/>
                      </a:cubicBezTo>
                      <a:cubicBezTo>
                        <a:pt x="7242" y="8543"/>
                        <a:pt x="7098" y="8543"/>
                        <a:pt x="6955" y="8542"/>
                      </a:cubicBezTo>
                      <a:cubicBezTo>
                        <a:pt x="6385" y="8542"/>
                        <a:pt x="5814" y="8541"/>
                        <a:pt x="5244" y="8542"/>
                      </a:cubicBezTo>
                      <a:cubicBezTo>
                        <a:pt x="5226" y="8542"/>
                        <a:pt x="5208" y="8542"/>
                        <a:pt x="5190" y="8542"/>
                      </a:cubicBezTo>
                      <a:cubicBezTo>
                        <a:pt x="5154" y="8542"/>
                        <a:pt x="5118" y="8542"/>
                        <a:pt x="5082" y="8542"/>
                      </a:cubicBezTo>
                      <a:cubicBezTo>
                        <a:pt x="5002" y="8542"/>
                        <a:pt x="4921" y="8542"/>
                        <a:pt x="4840" y="8542"/>
                      </a:cubicBezTo>
                      <a:cubicBezTo>
                        <a:pt x="4822" y="8542"/>
                        <a:pt x="4805" y="8542"/>
                        <a:pt x="4787" y="8542"/>
                      </a:cubicBezTo>
                      <a:cubicBezTo>
                        <a:pt x="4309" y="8542"/>
                        <a:pt x="3832" y="8541"/>
                        <a:pt x="3354" y="8541"/>
                      </a:cubicBezTo>
                      <a:cubicBezTo>
                        <a:pt x="3346" y="8541"/>
                        <a:pt x="3338" y="8541"/>
                        <a:pt x="3329" y="8541"/>
                      </a:cubicBezTo>
                      <a:cubicBezTo>
                        <a:pt x="3177" y="8541"/>
                        <a:pt x="3177" y="8541"/>
                        <a:pt x="3103" y="8541"/>
                      </a:cubicBezTo>
                      <a:cubicBezTo>
                        <a:pt x="2919" y="8541"/>
                        <a:pt x="2736" y="8541"/>
                        <a:pt x="2553" y="8541"/>
                      </a:cubicBezTo>
                      <a:cubicBezTo>
                        <a:pt x="2544" y="8541"/>
                        <a:pt x="2536" y="8541"/>
                        <a:pt x="2528" y="8541"/>
                      </a:cubicBezTo>
                      <a:cubicBezTo>
                        <a:pt x="2494" y="8541"/>
                        <a:pt x="2461" y="8541"/>
                        <a:pt x="2428" y="8541"/>
                      </a:cubicBezTo>
                      <a:cubicBezTo>
                        <a:pt x="2119" y="8541"/>
                        <a:pt x="1810" y="8540"/>
                        <a:pt x="1501" y="8540"/>
                      </a:cubicBezTo>
                      <a:cubicBezTo>
                        <a:pt x="1471" y="8540"/>
                        <a:pt x="1442" y="8540"/>
                        <a:pt x="1412" y="8540"/>
                      </a:cubicBezTo>
                      <a:cubicBezTo>
                        <a:pt x="1405" y="8540"/>
                        <a:pt x="1398" y="8540"/>
                        <a:pt x="1390" y="8540"/>
                      </a:cubicBezTo>
                      <a:cubicBezTo>
                        <a:pt x="1275" y="8539"/>
                        <a:pt x="1160" y="8539"/>
                        <a:pt x="1045" y="8540"/>
                      </a:cubicBezTo>
                      <a:cubicBezTo>
                        <a:pt x="932" y="8540"/>
                        <a:pt x="818" y="8539"/>
                        <a:pt x="705" y="8539"/>
                      </a:cubicBezTo>
                      <a:cubicBezTo>
                        <a:pt x="645" y="8539"/>
                        <a:pt x="584" y="8539"/>
                        <a:pt x="524" y="8539"/>
                      </a:cubicBezTo>
                      <a:cubicBezTo>
                        <a:pt x="469" y="8539"/>
                        <a:pt x="414" y="8539"/>
                        <a:pt x="358" y="8539"/>
                      </a:cubicBezTo>
                      <a:cubicBezTo>
                        <a:pt x="339" y="8539"/>
                        <a:pt x="319" y="8539"/>
                        <a:pt x="299" y="8539"/>
                      </a:cubicBezTo>
                      <a:cubicBezTo>
                        <a:pt x="186" y="8539"/>
                        <a:pt x="102" y="8532"/>
                        <a:pt x="0" y="8482"/>
                      </a:cubicBezTo>
                      <a:cubicBezTo>
                        <a:pt x="0" y="8415"/>
                        <a:pt x="0" y="8349"/>
                        <a:pt x="0" y="8280"/>
                      </a:cubicBezTo>
                      <a:cubicBezTo>
                        <a:pt x="17" y="8280"/>
                        <a:pt x="33" y="8280"/>
                        <a:pt x="50" y="8280"/>
                      </a:cubicBezTo>
                      <a:cubicBezTo>
                        <a:pt x="50" y="8264"/>
                        <a:pt x="50" y="8247"/>
                        <a:pt x="50" y="8230"/>
                      </a:cubicBezTo>
                      <a:cubicBezTo>
                        <a:pt x="267" y="8230"/>
                        <a:pt x="483" y="8230"/>
                        <a:pt x="706" y="8230"/>
                      </a:cubicBezTo>
                      <a:cubicBezTo>
                        <a:pt x="706" y="8213"/>
                        <a:pt x="706" y="8196"/>
                        <a:pt x="706" y="8179"/>
                      </a:cubicBezTo>
                      <a:cubicBezTo>
                        <a:pt x="722" y="8179"/>
                        <a:pt x="739" y="8179"/>
                        <a:pt x="756" y="8179"/>
                      </a:cubicBezTo>
                      <a:cubicBezTo>
                        <a:pt x="756" y="8173"/>
                        <a:pt x="756" y="8166"/>
                        <a:pt x="756" y="8159"/>
                      </a:cubicBezTo>
                      <a:cubicBezTo>
                        <a:pt x="753" y="7770"/>
                        <a:pt x="751" y="7380"/>
                        <a:pt x="750" y="6990"/>
                      </a:cubicBezTo>
                      <a:cubicBezTo>
                        <a:pt x="749" y="6943"/>
                        <a:pt x="749" y="6897"/>
                        <a:pt x="749" y="6850"/>
                      </a:cubicBezTo>
                      <a:cubicBezTo>
                        <a:pt x="749" y="6840"/>
                        <a:pt x="749" y="6831"/>
                        <a:pt x="749" y="6821"/>
                      </a:cubicBezTo>
                      <a:cubicBezTo>
                        <a:pt x="748" y="6671"/>
                        <a:pt x="747" y="6520"/>
                        <a:pt x="746" y="6369"/>
                      </a:cubicBezTo>
                      <a:cubicBezTo>
                        <a:pt x="745" y="6214"/>
                        <a:pt x="744" y="6059"/>
                        <a:pt x="744" y="5905"/>
                      </a:cubicBezTo>
                      <a:cubicBezTo>
                        <a:pt x="744" y="5809"/>
                        <a:pt x="743" y="5714"/>
                        <a:pt x="742" y="5618"/>
                      </a:cubicBezTo>
                      <a:cubicBezTo>
                        <a:pt x="742" y="5553"/>
                        <a:pt x="742" y="5487"/>
                        <a:pt x="742" y="5421"/>
                      </a:cubicBezTo>
                      <a:cubicBezTo>
                        <a:pt x="742" y="5384"/>
                        <a:pt x="742" y="5346"/>
                        <a:pt x="741" y="5308"/>
                      </a:cubicBezTo>
                      <a:cubicBezTo>
                        <a:pt x="737" y="5069"/>
                        <a:pt x="737" y="5069"/>
                        <a:pt x="784" y="5015"/>
                      </a:cubicBezTo>
                      <a:cubicBezTo>
                        <a:pt x="806" y="4997"/>
                        <a:pt x="827" y="4983"/>
                        <a:pt x="853" y="4970"/>
                      </a:cubicBezTo>
                      <a:cubicBezTo>
                        <a:pt x="887" y="4951"/>
                        <a:pt x="891" y="4937"/>
                        <a:pt x="907" y="4903"/>
                      </a:cubicBezTo>
                      <a:cubicBezTo>
                        <a:pt x="927" y="4897"/>
                        <a:pt x="927" y="4897"/>
                        <a:pt x="950" y="4897"/>
                      </a:cubicBezTo>
                      <a:cubicBezTo>
                        <a:pt x="955" y="4897"/>
                        <a:pt x="955" y="4897"/>
                        <a:pt x="978" y="4897"/>
                      </a:cubicBezTo>
                      <a:cubicBezTo>
                        <a:pt x="982" y="4897"/>
                        <a:pt x="982" y="4897"/>
                        <a:pt x="1007" y="4897"/>
                      </a:cubicBezTo>
                      <a:cubicBezTo>
                        <a:pt x="1018" y="4897"/>
                        <a:pt x="1028" y="4897"/>
                        <a:pt x="1039" y="4897"/>
                      </a:cubicBezTo>
                      <a:cubicBezTo>
                        <a:pt x="1073" y="4897"/>
                        <a:pt x="1107" y="4898"/>
                        <a:pt x="1141" y="4898"/>
                      </a:cubicBezTo>
                      <a:cubicBezTo>
                        <a:pt x="1165" y="4898"/>
                        <a:pt x="1189" y="4898"/>
                        <a:pt x="1212" y="4898"/>
                      </a:cubicBezTo>
                      <a:cubicBezTo>
                        <a:pt x="1268" y="4899"/>
                        <a:pt x="1324" y="4899"/>
                        <a:pt x="1380" y="4899"/>
                      </a:cubicBezTo>
                      <a:cubicBezTo>
                        <a:pt x="1451" y="4900"/>
                        <a:pt x="1521" y="4900"/>
                        <a:pt x="1591" y="4901"/>
                      </a:cubicBezTo>
                      <a:cubicBezTo>
                        <a:pt x="1716" y="4901"/>
                        <a:pt x="1841" y="4902"/>
                        <a:pt x="1966" y="4903"/>
                      </a:cubicBezTo>
                      <a:cubicBezTo>
                        <a:pt x="1966" y="4920"/>
                        <a:pt x="1966" y="4936"/>
                        <a:pt x="1966" y="4954"/>
                      </a:cubicBezTo>
                      <a:cubicBezTo>
                        <a:pt x="1999" y="4954"/>
                        <a:pt x="2032" y="4954"/>
                        <a:pt x="2067" y="4954"/>
                      </a:cubicBezTo>
                      <a:cubicBezTo>
                        <a:pt x="2067" y="4970"/>
                        <a:pt x="2067" y="4987"/>
                        <a:pt x="2067" y="5004"/>
                      </a:cubicBezTo>
                      <a:cubicBezTo>
                        <a:pt x="2083" y="5004"/>
                        <a:pt x="2100" y="5004"/>
                        <a:pt x="2117" y="5004"/>
                      </a:cubicBezTo>
                      <a:cubicBezTo>
                        <a:pt x="2117" y="6052"/>
                        <a:pt x="2117" y="7100"/>
                        <a:pt x="2117" y="8179"/>
                      </a:cubicBezTo>
                      <a:cubicBezTo>
                        <a:pt x="2134" y="8179"/>
                        <a:pt x="2150" y="8179"/>
                        <a:pt x="2167" y="8179"/>
                      </a:cubicBezTo>
                      <a:cubicBezTo>
                        <a:pt x="2167" y="8196"/>
                        <a:pt x="2167" y="8213"/>
                        <a:pt x="2167" y="8230"/>
                      </a:cubicBezTo>
                      <a:cubicBezTo>
                        <a:pt x="2251" y="8230"/>
                        <a:pt x="2334" y="8230"/>
                        <a:pt x="2419" y="8230"/>
                      </a:cubicBezTo>
                      <a:cubicBezTo>
                        <a:pt x="2419" y="8213"/>
                        <a:pt x="2419" y="8196"/>
                        <a:pt x="2419" y="8179"/>
                      </a:cubicBezTo>
                      <a:cubicBezTo>
                        <a:pt x="2436" y="8179"/>
                        <a:pt x="2453" y="8179"/>
                        <a:pt x="2470" y="8179"/>
                      </a:cubicBezTo>
                      <a:cubicBezTo>
                        <a:pt x="2470" y="6649"/>
                        <a:pt x="2470" y="5119"/>
                        <a:pt x="2470" y="3542"/>
                      </a:cubicBezTo>
                      <a:cubicBezTo>
                        <a:pt x="2486" y="3542"/>
                        <a:pt x="2503" y="3542"/>
                        <a:pt x="2520" y="3542"/>
                      </a:cubicBezTo>
                      <a:cubicBezTo>
                        <a:pt x="2520" y="3526"/>
                        <a:pt x="2520" y="3509"/>
                        <a:pt x="2520" y="3492"/>
                      </a:cubicBezTo>
                      <a:cubicBezTo>
                        <a:pt x="2537" y="3492"/>
                        <a:pt x="2553" y="3492"/>
                        <a:pt x="2571" y="3492"/>
                      </a:cubicBezTo>
                      <a:cubicBezTo>
                        <a:pt x="2571" y="3475"/>
                        <a:pt x="2571" y="3459"/>
                        <a:pt x="2571" y="3441"/>
                      </a:cubicBezTo>
                      <a:cubicBezTo>
                        <a:pt x="2713" y="3439"/>
                        <a:pt x="2856" y="3437"/>
                        <a:pt x="2999" y="3436"/>
                      </a:cubicBezTo>
                      <a:cubicBezTo>
                        <a:pt x="3065" y="3436"/>
                        <a:pt x="3132" y="3435"/>
                        <a:pt x="3198" y="3434"/>
                      </a:cubicBezTo>
                      <a:cubicBezTo>
                        <a:pt x="3262" y="3433"/>
                        <a:pt x="3326" y="3432"/>
                        <a:pt x="3390" y="3432"/>
                      </a:cubicBezTo>
                      <a:cubicBezTo>
                        <a:pt x="3415" y="3432"/>
                        <a:pt x="3439" y="3431"/>
                        <a:pt x="3463" y="3431"/>
                      </a:cubicBezTo>
                      <a:cubicBezTo>
                        <a:pt x="3675" y="3426"/>
                        <a:pt x="3675" y="3426"/>
                        <a:pt x="3733" y="3476"/>
                      </a:cubicBezTo>
                      <a:cubicBezTo>
                        <a:pt x="3761" y="3506"/>
                        <a:pt x="3779" y="3529"/>
                        <a:pt x="3782" y="3571"/>
                      </a:cubicBezTo>
                      <a:cubicBezTo>
                        <a:pt x="3782" y="3574"/>
                        <a:pt x="3782" y="3574"/>
                        <a:pt x="3780" y="3593"/>
                      </a:cubicBezTo>
                      <a:cubicBezTo>
                        <a:pt x="3797" y="3593"/>
                        <a:pt x="3814" y="3593"/>
                        <a:pt x="3831" y="3593"/>
                      </a:cubicBezTo>
                      <a:cubicBezTo>
                        <a:pt x="3831" y="5106"/>
                        <a:pt x="3831" y="6620"/>
                        <a:pt x="3831" y="8179"/>
                      </a:cubicBezTo>
                      <a:cubicBezTo>
                        <a:pt x="3847" y="8179"/>
                        <a:pt x="3864" y="8179"/>
                        <a:pt x="3881" y="8179"/>
                      </a:cubicBezTo>
                      <a:cubicBezTo>
                        <a:pt x="3881" y="8196"/>
                        <a:pt x="3881" y="8213"/>
                        <a:pt x="3881" y="8230"/>
                      </a:cubicBezTo>
                      <a:cubicBezTo>
                        <a:pt x="3964" y="8230"/>
                        <a:pt x="4047" y="8230"/>
                        <a:pt x="4133" y="8230"/>
                      </a:cubicBezTo>
                      <a:cubicBezTo>
                        <a:pt x="4133" y="8213"/>
                        <a:pt x="4133" y="8196"/>
                        <a:pt x="4133" y="8179"/>
                      </a:cubicBezTo>
                      <a:cubicBezTo>
                        <a:pt x="4150" y="8179"/>
                        <a:pt x="4166" y="8179"/>
                        <a:pt x="4183" y="8179"/>
                      </a:cubicBezTo>
                      <a:cubicBezTo>
                        <a:pt x="4183" y="6167"/>
                        <a:pt x="4183" y="4154"/>
                        <a:pt x="4183" y="2081"/>
                      </a:cubicBezTo>
                      <a:cubicBezTo>
                        <a:pt x="4200" y="2081"/>
                        <a:pt x="4217" y="2081"/>
                        <a:pt x="4234" y="2081"/>
                      </a:cubicBezTo>
                      <a:cubicBezTo>
                        <a:pt x="4234" y="2064"/>
                        <a:pt x="4234" y="2047"/>
                        <a:pt x="4234" y="2030"/>
                      </a:cubicBezTo>
                      <a:cubicBezTo>
                        <a:pt x="4251" y="2030"/>
                        <a:pt x="4267" y="2030"/>
                        <a:pt x="4284" y="2030"/>
                      </a:cubicBezTo>
                      <a:cubicBezTo>
                        <a:pt x="4284" y="2014"/>
                        <a:pt x="4284" y="1997"/>
                        <a:pt x="4284" y="1980"/>
                      </a:cubicBezTo>
                      <a:cubicBezTo>
                        <a:pt x="4434" y="1977"/>
                        <a:pt x="4583" y="1976"/>
                        <a:pt x="4733" y="1975"/>
                      </a:cubicBezTo>
                      <a:cubicBezTo>
                        <a:pt x="4802" y="1974"/>
                        <a:pt x="4871" y="1973"/>
                        <a:pt x="4941" y="1972"/>
                      </a:cubicBezTo>
                      <a:cubicBezTo>
                        <a:pt x="5001" y="1971"/>
                        <a:pt x="5062" y="1970"/>
                        <a:pt x="5122" y="1970"/>
                      </a:cubicBezTo>
                      <a:cubicBezTo>
                        <a:pt x="5154" y="1970"/>
                        <a:pt x="5186" y="1970"/>
                        <a:pt x="5218" y="1969"/>
                      </a:cubicBezTo>
                      <a:cubicBezTo>
                        <a:pt x="5254" y="1968"/>
                        <a:pt x="5290" y="1968"/>
                        <a:pt x="5326" y="1968"/>
                      </a:cubicBezTo>
                      <a:cubicBezTo>
                        <a:pt x="5336" y="1968"/>
                        <a:pt x="5347" y="1968"/>
                        <a:pt x="5357" y="1967"/>
                      </a:cubicBezTo>
                      <a:cubicBezTo>
                        <a:pt x="5421" y="1968"/>
                        <a:pt x="5464" y="1984"/>
                        <a:pt x="5510" y="2029"/>
                      </a:cubicBezTo>
                      <a:cubicBezTo>
                        <a:pt x="5578" y="2107"/>
                        <a:pt x="5558" y="2228"/>
                        <a:pt x="5556" y="2324"/>
                      </a:cubicBezTo>
                      <a:cubicBezTo>
                        <a:pt x="5557" y="2349"/>
                        <a:pt x="5557" y="2375"/>
                        <a:pt x="5557" y="2400"/>
                      </a:cubicBezTo>
                      <a:cubicBezTo>
                        <a:pt x="5557" y="2455"/>
                        <a:pt x="5557" y="2510"/>
                        <a:pt x="5556" y="2564"/>
                      </a:cubicBezTo>
                      <a:cubicBezTo>
                        <a:pt x="5556" y="2646"/>
                        <a:pt x="5556" y="2728"/>
                        <a:pt x="5556" y="2809"/>
                      </a:cubicBezTo>
                      <a:cubicBezTo>
                        <a:pt x="5556" y="2946"/>
                        <a:pt x="5556" y="3083"/>
                        <a:pt x="5555" y="3221"/>
                      </a:cubicBezTo>
                      <a:cubicBezTo>
                        <a:pt x="5554" y="3356"/>
                        <a:pt x="5554" y="3492"/>
                        <a:pt x="5554" y="3628"/>
                      </a:cubicBezTo>
                      <a:cubicBezTo>
                        <a:pt x="5554" y="3637"/>
                        <a:pt x="5554" y="3645"/>
                        <a:pt x="5554" y="3654"/>
                      </a:cubicBezTo>
                      <a:cubicBezTo>
                        <a:pt x="5554" y="3697"/>
                        <a:pt x="5554" y="3740"/>
                        <a:pt x="5554" y="3782"/>
                      </a:cubicBezTo>
                      <a:cubicBezTo>
                        <a:pt x="5554" y="4086"/>
                        <a:pt x="5553" y="4390"/>
                        <a:pt x="5552" y="4694"/>
                      </a:cubicBezTo>
                      <a:cubicBezTo>
                        <a:pt x="5551" y="4989"/>
                        <a:pt x="5550" y="5284"/>
                        <a:pt x="5550" y="5579"/>
                      </a:cubicBezTo>
                      <a:cubicBezTo>
                        <a:pt x="5550" y="5584"/>
                        <a:pt x="5550" y="5584"/>
                        <a:pt x="5550" y="5607"/>
                      </a:cubicBezTo>
                      <a:cubicBezTo>
                        <a:pt x="5550" y="5698"/>
                        <a:pt x="5550" y="5790"/>
                        <a:pt x="5549" y="5881"/>
                      </a:cubicBezTo>
                      <a:cubicBezTo>
                        <a:pt x="5549" y="6067"/>
                        <a:pt x="5549" y="6253"/>
                        <a:pt x="5549" y="6439"/>
                      </a:cubicBezTo>
                      <a:cubicBezTo>
                        <a:pt x="5549" y="6444"/>
                        <a:pt x="5549" y="6444"/>
                        <a:pt x="5549" y="6465"/>
                      </a:cubicBezTo>
                      <a:cubicBezTo>
                        <a:pt x="5548" y="7037"/>
                        <a:pt x="5546" y="7608"/>
                        <a:pt x="5544" y="8179"/>
                      </a:cubicBezTo>
                      <a:cubicBezTo>
                        <a:pt x="5561" y="8179"/>
                        <a:pt x="5578" y="8179"/>
                        <a:pt x="5595" y="8179"/>
                      </a:cubicBezTo>
                      <a:cubicBezTo>
                        <a:pt x="5595" y="8196"/>
                        <a:pt x="5595" y="8213"/>
                        <a:pt x="5595" y="8230"/>
                      </a:cubicBezTo>
                      <a:cubicBezTo>
                        <a:pt x="5711" y="8230"/>
                        <a:pt x="5828" y="8230"/>
                        <a:pt x="5948" y="8230"/>
                      </a:cubicBezTo>
                      <a:cubicBezTo>
                        <a:pt x="5948" y="8213"/>
                        <a:pt x="5948" y="8196"/>
                        <a:pt x="5948" y="8179"/>
                      </a:cubicBezTo>
                      <a:cubicBezTo>
                        <a:pt x="5964" y="8179"/>
                        <a:pt x="5981" y="8179"/>
                        <a:pt x="5998" y="8179"/>
                      </a:cubicBezTo>
                      <a:cubicBezTo>
                        <a:pt x="5998" y="5535"/>
                        <a:pt x="5998" y="2890"/>
                        <a:pt x="5998" y="165"/>
                      </a:cubicBezTo>
                      <a:cubicBezTo>
                        <a:pt x="6015" y="165"/>
                        <a:pt x="6031" y="165"/>
                        <a:pt x="6048" y="165"/>
                      </a:cubicBezTo>
                      <a:cubicBezTo>
                        <a:pt x="6048" y="132"/>
                        <a:pt x="6048" y="99"/>
                        <a:pt x="6048" y="64"/>
                      </a:cubicBezTo>
                      <a:cubicBezTo>
                        <a:pt x="6065" y="64"/>
                        <a:pt x="6082" y="64"/>
                        <a:pt x="6099" y="64"/>
                      </a:cubicBezTo>
                      <a:cubicBezTo>
                        <a:pt x="6099" y="48"/>
                        <a:pt x="6099" y="31"/>
                        <a:pt x="6099" y="14"/>
                      </a:cubicBezTo>
                      <a:close/>
                      <a:moveTo>
                        <a:pt x="6351" y="316"/>
                      </a:moveTo>
                      <a:cubicBezTo>
                        <a:pt x="6351" y="333"/>
                        <a:pt x="6351" y="350"/>
                        <a:pt x="6351" y="367"/>
                      </a:cubicBezTo>
                      <a:cubicBezTo>
                        <a:pt x="6334" y="367"/>
                        <a:pt x="6318" y="367"/>
                        <a:pt x="6300" y="367"/>
                      </a:cubicBezTo>
                      <a:cubicBezTo>
                        <a:pt x="6300" y="2945"/>
                        <a:pt x="6300" y="5523"/>
                        <a:pt x="6300" y="8179"/>
                      </a:cubicBezTo>
                      <a:cubicBezTo>
                        <a:pt x="6317" y="8179"/>
                        <a:pt x="6334" y="8179"/>
                        <a:pt x="6351" y="8179"/>
                      </a:cubicBezTo>
                      <a:cubicBezTo>
                        <a:pt x="6351" y="8196"/>
                        <a:pt x="6351" y="8213"/>
                        <a:pt x="6351" y="8230"/>
                      </a:cubicBezTo>
                      <a:cubicBezTo>
                        <a:pt x="6650" y="8230"/>
                        <a:pt x="6950" y="8230"/>
                        <a:pt x="7258" y="8230"/>
                      </a:cubicBezTo>
                      <a:cubicBezTo>
                        <a:pt x="7258" y="8213"/>
                        <a:pt x="7258" y="8196"/>
                        <a:pt x="7258" y="8179"/>
                      </a:cubicBezTo>
                      <a:cubicBezTo>
                        <a:pt x="7275" y="8179"/>
                        <a:pt x="7291" y="8179"/>
                        <a:pt x="7308" y="8179"/>
                      </a:cubicBezTo>
                      <a:cubicBezTo>
                        <a:pt x="7308" y="5601"/>
                        <a:pt x="7308" y="3023"/>
                        <a:pt x="7308" y="367"/>
                      </a:cubicBezTo>
                      <a:cubicBezTo>
                        <a:pt x="7292" y="367"/>
                        <a:pt x="7275" y="367"/>
                        <a:pt x="7258" y="367"/>
                      </a:cubicBezTo>
                      <a:cubicBezTo>
                        <a:pt x="7258" y="350"/>
                        <a:pt x="7258" y="334"/>
                        <a:pt x="7258" y="316"/>
                      </a:cubicBezTo>
                      <a:cubicBezTo>
                        <a:pt x="6959" y="316"/>
                        <a:pt x="6659" y="316"/>
                        <a:pt x="6351" y="316"/>
                      </a:cubicBezTo>
                      <a:close/>
                      <a:moveTo>
                        <a:pt x="4587" y="2232"/>
                      </a:moveTo>
                      <a:cubicBezTo>
                        <a:pt x="4587" y="2248"/>
                        <a:pt x="4587" y="2265"/>
                        <a:pt x="4587" y="2282"/>
                      </a:cubicBezTo>
                      <a:cubicBezTo>
                        <a:pt x="4553" y="2282"/>
                        <a:pt x="4520" y="2282"/>
                        <a:pt x="4486" y="2282"/>
                      </a:cubicBezTo>
                      <a:cubicBezTo>
                        <a:pt x="4486" y="4228"/>
                        <a:pt x="4486" y="6174"/>
                        <a:pt x="4486" y="8179"/>
                      </a:cubicBezTo>
                      <a:cubicBezTo>
                        <a:pt x="4503" y="8179"/>
                        <a:pt x="4519" y="8179"/>
                        <a:pt x="4536" y="8179"/>
                      </a:cubicBezTo>
                      <a:cubicBezTo>
                        <a:pt x="4536" y="8196"/>
                        <a:pt x="4536" y="8213"/>
                        <a:pt x="4536" y="8230"/>
                      </a:cubicBezTo>
                      <a:cubicBezTo>
                        <a:pt x="4753" y="8230"/>
                        <a:pt x="4969" y="8230"/>
                        <a:pt x="5192" y="8230"/>
                      </a:cubicBezTo>
                      <a:cubicBezTo>
                        <a:pt x="5192" y="8213"/>
                        <a:pt x="5192" y="8196"/>
                        <a:pt x="5192" y="8179"/>
                      </a:cubicBezTo>
                      <a:cubicBezTo>
                        <a:pt x="5208" y="8179"/>
                        <a:pt x="5225" y="8179"/>
                        <a:pt x="5242" y="8179"/>
                      </a:cubicBezTo>
                      <a:cubicBezTo>
                        <a:pt x="5242" y="6233"/>
                        <a:pt x="5242" y="4287"/>
                        <a:pt x="5242" y="2282"/>
                      </a:cubicBezTo>
                      <a:cubicBezTo>
                        <a:pt x="5225" y="2282"/>
                        <a:pt x="5209" y="2282"/>
                        <a:pt x="5192" y="2282"/>
                      </a:cubicBezTo>
                      <a:cubicBezTo>
                        <a:pt x="5192" y="2266"/>
                        <a:pt x="5192" y="2249"/>
                        <a:pt x="5192" y="2232"/>
                      </a:cubicBezTo>
                      <a:cubicBezTo>
                        <a:pt x="4992" y="2232"/>
                        <a:pt x="4792" y="2232"/>
                        <a:pt x="4587" y="2232"/>
                      </a:cubicBezTo>
                      <a:close/>
                      <a:moveTo>
                        <a:pt x="8417" y="2635"/>
                      </a:moveTo>
                      <a:cubicBezTo>
                        <a:pt x="8417" y="2652"/>
                        <a:pt x="8417" y="2668"/>
                        <a:pt x="8417" y="2685"/>
                      </a:cubicBezTo>
                      <a:cubicBezTo>
                        <a:pt x="8401" y="2685"/>
                        <a:pt x="8384" y="2685"/>
                        <a:pt x="8367" y="2685"/>
                      </a:cubicBezTo>
                      <a:cubicBezTo>
                        <a:pt x="8367" y="4498"/>
                        <a:pt x="8367" y="6311"/>
                        <a:pt x="8367" y="8179"/>
                      </a:cubicBezTo>
                      <a:cubicBezTo>
                        <a:pt x="8384" y="8179"/>
                        <a:pt x="8400" y="8179"/>
                        <a:pt x="8417" y="8179"/>
                      </a:cubicBezTo>
                      <a:cubicBezTo>
                        <a:pt x="8417" y="8196"/>
                        <a:pt x="8417" y="8213"/>
                        <a:pt x="8417" y="8230"/>
                      </a:cubicBezTo>
                      <a:cubicBezTo>
                        <a:pt x="8683" y="8230"/>
                        <a:pt x="8950" y="8230"/>
                        <a:pt x="9224" y="8230"/>
                      </a:cubicBezTo>
                      <a:cubicBezTo>
                        <a:pt x="9224" y="8213"/>
                        <a:pt x="9224" y="8196"/>
                        <a:pt x="9224" y="8179"/>
                      </a:cubicBezTo>
                      <a:cubicBezTo>
                        <a:pt x="9240" y="8179"/>
                        <a:pt x="9257" y="8179"/>
                        <a:pt x="9274" y="8179"/>
                      </a:cubicBezTo>
                      <a:cubicBezTo>
                        <a:pt x="9274" y="6433"/>
                        <a:pt x="9274" y="4686"/>
                        <a:pt x="9274" y="2887"/>
                      </a:cubicBezTo>
                      <a:cubicBezTo>
                        <a:pt x="9291" y="2887"/>
                        <a:pt x="9307" y="2887"/>
                        <a:pt x="9325" y="2887"/>
                      </a:cubicBezTo>
                      <a:cubicBezTo>
                        <a:pt x="9325" y="2837"/>
                        <a:pt x="9325" y="2787"/>
                        <a:pt x="9325" y="2736"/>
                      </a:cubicBezTo>
                      <a:cubicBezTo>
                        <a:pt x="9308" y="2736"/>
                        <a:pt x="9291" y="2736"/>
                        <a:pt x="9274" y="2736"/>
                      </a:cubicBezTo>
                      <a:cubicBezTo>
                        <a:pt x="9274" y="2719"/>
                        <a:pt x="9274" y="2703"/>
                        <a:pt x="9274" y="2685"/>
                      </a:cubicBezTo>
                      <a:cubicBezTo>
                        <a:pt x="9258" y="2685"/>
                        <a:pt x="9241" y="2685"/>
                        <a:pt x="9224" y="2685"/>
                      </a:cubicBezTo>
                      <a:cubicBezTo>
                        <a:pt x="9224" y="2669"/>
                        <a:pt x="9224" y="2652"/>
                        <a:pt x="9224" y="2635"/>
                      </a:cubicBezTo>
                      <a:cubicBezTo>
                        <a:pt x="8958" y="2635"/>
                        <a:pt x="8692" y="2635"/>
                        <a:pt x="8417" y="2635"/>
                      </a:cubicBezTo>
                      <a:close/>
                      <a:moveTo>
                        <a:pt x="2823" y="3744"/>
                      </a:moveTo>
                      <a:cubicBezTo>
                        <a:pt x="2823" y="3760"/>
                        <a:pt x="2823" y="3777"/>
                        <a:pt x="2823" y="3794"/>
                      </a:cubicBezTo>
                      <a:cubicBezTo>
                        <a:pt x="2806" y="3794"/>
                        <a:pt x="2789" y="3794"/>
                        <a:pt x="2772" y="3794"/>
                      </a:cubicBezTo>
                      <a:cubicBezTo>
                        <a:pt x="2772" y="5241"/>
                        <a:pt x="2772" y="6688"/>
                        <a:pt x="2772" y="8179"/>
                      </a:cubicBezTo>
                      <a:cubicBezTo>
                        <a:pt x="2789" y="8179"/>
                        <a:pt x="2805" y="8179"/>
                        <a:pt x="2823" y="8179"/>
                      </a:cubicBezTo>
                      <a:cubicBezTo>
                        <a:pt x="2823" y="8196"/>
                        <a:pt x="2823" y="8213"/>
                        <a:pt x="2823" y="8230"/>
                      </a:cubicBezTo>
                      <a:cubicBezTo>
                        <a:pt x="3039" y="8230"/>
                        <a:pt x="3255" y="8230"/>
                        <a:pt x="3478" y="8230"/>
                      </a:cubicBezTo>
                      <a:cubicBezTo>
                        <a:pt x="3478" y="8213"/>
                        <a:pt x="3478" y="8196"/>
                        <a:pt x="3478" y="8179"/>
                      </a:cubicBezTo>
                      <a:cubicBezTo>
                        <a:pt x="3494" y="8179"/>
                        <a:pt x="3511" y="8179"/>
                        <a:pt x="3528" y="8179"/>
                      </a:cubicBezTo>
                      <a:cubicBezTo>
                        <a:pt x="3528" y="6732"/>
                        <a:pt x="3528" y="5285"/>
                        <a:pt x="3528" y="3794"/>
                      </a:cubicBezTo>
                      <a:cubicBezTo>
                        <a:pt x="3512" y="3794"/>
                        <a:pt x="3495" y="3794"/>
                        <a:pt x="3478" y="3794"/>
                      </a:cubicBezTo>
                      <a:cubicBezTo>
                        <a:pt x="3478" y="3778"/>
                        <a:pt x="3478" y="3761"/>
                        <a:pt x="3478" y="3744"/>
                      </a:cubicBezTo>
                      <a:cubicBezTo>
                        <a:pt x="3262" y="3744"/>
                        <a:pt x="3045" y="3744"/>
                        <a:pt x="2823" y="3744"/>
                      </a:cubicBezTo>
                      <a:close/>
                      <a:moveTo>
                        <a:pt x="10383" y="4651"/>
                      </a:moveTo>
                      <a:cubicBezTo>
                        <a:pt x="10383" y="4668"/>
                        <a:pt x="10383" y="4684"/>
                        <a:pt x="10383" y="4702"/>
                      </a:cubicBezTo>
                      <a:cubicBezTo>
                        <a:pt x="10366" y="4702"/>
                        <a:pt x="10350" y="4702"/>
                        <a:pt x="10333" y="4702"/>
                      </a:cubicBezTo>
                      <a:cubicBezTo>
                        <a:pt x="10333" y="5849"/>
                        <a:pt x="10333" y="6997"/>
                        <a:pt x="10333" y="8179"/>
                      </a:cubicBezTo>
                      <a:cubicBezTo>
                        <a:pt x="10349" y="8179"/>
                        <a:pt x="10366" y="8179"/>
                        <a:pt x="10383" y="8179"/>
                      </a:cubicBezTo>
                      <a:cubicBezTo>
                        <a:pt x="10383" y="8196"/>
                        <a:pt x="10383" y="8213"/>
                        <a:pt x="10383" y="8230"/>
                      </a:cubicBezTo>
                      <a:cubicBezTo>
                        <a:pt x="10616" y="8230"/>
                        <a:pt x="10849" y="8230"/>
                        <a:pt x="11089" y="8230"/>
                      </a:cubicBezTo>
                      <a:cubicBezTo>
                        <a:pt x="11089" y="8213"/>
                        <a:pt x="11089" y="8196"/>
                        <a:pt x="11089" y="8179"/>
                      </a:cubicBezTo>
                      <a:cubicBezTo>
                        <a:pt x="11105" y="8179"/>
                        <a:pt x="11122" y="8179"/>
                        <a:pt x="11139" y="8179"/>
                      </a:cubicBezTo>
                      <a:cubicBezTo>
                        <a:pt x="11139" y="7032"/>
                        <a:pt x="11139" y="5884"/>
                        <a:pt x="11139" y="4702"/>
                      </a:cubicBezTo>
                      <a:cubicBezTo>
                        <a:pt x="11122" y="4702"/>
                        <a:pt x="11106" y="4702"/>
                        <a:pt x="11089" y="4702"/>
                      </a:cubicBezTo>
                      <a:cubicBezTo>
                        <a:pt x="11089" y="4685"/>
                        <a:pt x="11089" y="4668"/>
                        <a:pt x="11089" y="4651"/>
                      </a:cubicBezTo>
                      <a:cubicBezTo>
                        <a:pt x="10856" y="4651"/>
                        <a:pt x="10623" y="4651"/>
                        <a:pt x="10383" y="4651"/>
                      </a:cubicBezTo>
                      <a:close/>
                      <a:moveTo>
                        <a:pt x="1109" y="5206"/>
                      </a:moveTo>
                      <a:cubicBezTo>
                        <a:pt x="1109" y="5222"/>
                        <a:pt x="1109" y="5239"/>
                        <a:pt x="1109" y="5256"/>
                      </a:cubicBezTo>
                      <a:cubicBezTo>
                        <a:pt x="1092" y="5256"/>
                        <a:pt x="1076" y="5256"/>
                        <a:pt x="1058" y="5256"/>
                      </a:cubicBezTo>
                      <a:cubicBezTo>
                        <a:pt x="1058" y="6221"/>
                        <a:pt x="1058" y="7185"/>
                        <a:pt x="1058" y="8179"/>
                      </a:cubicBezTo>
                      <a:cubicBezTo>
                        <a:pt x="1075" y="8179"/>
                        <a:pt x="1092" y="8179"/>
                        <a:pt x="1109" y="8179"/>
                      </a:cubicBezTo>
                      <a:cubicBezTo>
                        <a:pt x="1109" y="8196"/>
                        <a:pt x="1109" y="8213"/>
                        <a:pt x="1109" y="8230"/>
                      </a:cubicBezTo>
                      <a:cubicBezTo>
                        <a:pt x="1325" y="8230"/>
                        <a:pt x="1541" y="8230"/>
                        <a:pt x="1764" y="8230"/>
                      </a:cubicBezTo>
                      <a:cubicBezTo>
                        <a:pt x="1764" y="8213"/>
                        <a:pt x="1764" y="8196"/>
                        <a:pt x="1764" y="8179"/>
                      </a:cubicBezTo>
                      <a:cubicBezTo>
                        <a:pt x="1781" y="8179"/>
                        <a:pt x="1797" y="8179"/>
                        <a:pt x="1815" y="8179"/>
                      </a:cubicBezTo>
                      <a:cubicBezTo>
                        <a:pt x="1815" y="7215"/>
                        <a:pt x="1815" y="6250"/>
                        <a:pt x="1815" y="5256"/>
                      </a:cubicBezTo>
                      <a:cubicBezTo>
                        <a:pt x="1798" y="5256"/>
                        <a:pt x="1781" y="5256"/>
                        <a:pt x="1764" y="5256"/>
                      </a:cubicBezTo>
                      <a:cubicBezTo>
                        <a:pt x="1764" y="5239"/>
                        <a:pt x="1764" y="5223"/>
                        <a:pt x="1764" y="5206"/>
                      </a:cubicBezTo>
                      <a:cubicBezTo>
                        <a:pt x="1548" y="5206"/>
                        <a:pt x="1332" y="5206"/>
                        <a:pt x="1109" y="5206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320" cap="flat">
                  <a:noFill/>
                </a:ln>
              </p:spPr>
            </p:sp>
            <p:sp>
              <p:nvSpPr>
                <p:cNvPr id="1033" name="ICON_ACTION_INSPECT_path_002"/>
                <p:cNvSpPr/>
                <p:nvPr/>
              </p:nvSpPr>
              <p:spPr>
                <a:xfrm>
                  <a:off x="3043263" y="5640938"/>
                  <a:ext cx="12802" cy="10049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08" h="7913" fill="norm" stroke="0">
                      <a:moveTo>
                        <a:pt x="50" y="0"/>
                      </a:moveTo>
                      <a:cubicBezTo>
                        <a:pt x="350" y="0"/>
                        <a:pt x="649" y="0"/>
                        <a:pt x="958" y="0"/>
                      </a:cubicBezTo>
                      <a:cubicBezTo>
                        <a:pt x="958" y="17"/>
                        <a:pt x="958" y="33"/>
                        <a:pt x="958" y="50"/>
                      </a:cubicBezTo>
                      <a:cubicBezTo>
                        <a:pt x="974" y="50"/>
                        <a:pt x="991" y="50"/>
                        <a:pt x="1008" y="50"/>
                      </a:cubicBezTo>
                      <a:cubicBezTo>
                        <a:pt x="1008" y="2629"/>
                        <a:pt x="1008" y="5207"/>
                        <a:pt x="1008" y="7863"/>
                      </a:cubicBezTo>
                      <a:cubicBezTo>
                        <a:pt x="991" y="7863"/>
                        <a:pt x="975" y="7863"/>
                        <a:pt x="958" y="7863"/>
                      </a:cubicBezTo>
                      <a:cubicBezTo>
                        <a:pt x="958" y="7880"/>
                        <a:pt x="958" y="7896"/>
                        <a:pt x="958" y="7913"/>
                      </a:cubicBezTo>
                      <a:cubicBezTo>
                        <a:pt x="658" y="7913"/>
                        <a:pt x="359" y="7913"/>
                        <a:pt x="50" y="7913"/>
                      </a:cubicBezTo>
                      <a:cubicBezTo>
                        <a:pt x="50" y="7897"/>
                        <a:pt x="50" y="7880"/>
                        <a:pt x="50" y="7863"/>
                      </a:cubicBezTo>
                      <a:cubicBezTo>
                        <a:pt x="34" y="7863"/>
                        <a:pt x="17" y="7863"/>
                        <a:pt x="0" y="7863"/>
                      </a:cubicBezTo>
                      <a:cubicBezTo>
                        <a:pt x="0" y="5285"/>
                        <a:pt x="0" y="2707"/>
                        <a:pt x="0" y="50"/>
                      </a:cubicBezTo>
                      <a:cubicBezTo>
                        <a:pt x="17" y="50"/>
                        <a:pt x="33" y="50"/>
                        <a:pt x="50" y="50"/>
                      </a:cubicBezTo>
                      <a:cubicBezTo>
                        <a:pt x="50" y="34"/>
                        <a:pt x="50" y="17"/>
                        <a:pt x="50" y="0"/>
                      </a:cubicBezTo>
                      <a:close/>
                    </a:path>
                  </a:pathLst>
                </a:custGeom>
                <a:solidFill>
                  <a:srgbClr val="E24798"/>
                </a:solidFill>
                <a:ln w="320" cap="flat">
                  <a:noFill/>
                </a:ln>
              </p:spPr>
            </p:sp>
            <p:sp>
              <p:nvSpPr>
                <p:cNvPr id="1034" name="ICON_ACTION_INSPECT_path_003"/>
                <p:cNvSpPr/>
                <p:nvPr/>
              </p:nvSpPr>
              <p:spPr>
                <a:xfrm>
                  <a:off x="3069508" y="5670384"/>
                  <a:ext cx="12162" cy="7105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58" h="5595" fill="norm" stroke="0">
                      <a:moveTo>
                        <a:pt x="50" y="0"/>
                      </a:moveTo>
                      <a:cubicBezTo>
                        <a:pt x="317" y="0"/>
                        <a:pt x="583" y="0"/>
                        <a:pt x="857" y="0"/>
                      </a:cubicBezTo>
                      <a:cubicBezTo>
                        <a:pt x="857" y="17"/>
                        <a:pt x="857" y="33"/>
                        <a:pt x="857" y="50"/>
                      </a:cubicBezTo>
                      <a:cubicBezTo>
                        <a:pt x="873" y="50"/>
                        <a:pt x="890" y="50"/>
                        <a:pt x="907" y="50"/>
                      </a:cubicBezTo>
                      <a:cubicBezTo>
                        <a:pt x="907" y="67"/>
                        <a:pt x="907" y="84"/>
                        <a:pt x="907" y="101"/>
                      </a:cubicBezTo>
                      <a:cubicBezTo>
                        <a:pt x="924" y="101"/>
                        <a:pt x="941" y="101"/>
                        <a:pt x="958" y="101"/>
                      </a:cubicBezTo>
                      <a:cubicBezTo>
                        <a:pt x="958" y="151"/>
                        <a:pt x="958" y="201"/>
                        <a:pt x="958" y="252"/>
                      </a:cubicBezTo>
                      <a:cubicBezTo>
                        <a:pt x="941" y="252"/>
                        <a:pt x="924" y="252"/>
                        <a:pt x="907" y="252"/>
                      </a:cubicBezTo>
                      <a:cubicBezTo>
                        <a:pt x="907" y="1998"/>
                        <a:pt x="907" y="3745"/>
                        <a:pt x="907" y="5544"/>
                      </a:cubicBezTo>
                      <a:cubicBezTo>
                        <a:pt x="891" y="5544"/>
                        <a:pt x="874" y="5544"/>
                        <a:pt x="857" y="5544"/>
                      </a:cubicBezTo>
                      <a:cubicBezTo>
                        <a:pt x="857" y="5561"/>
                        <a:pt x="857" y="5578"/>
                        <a:pt x="857" y="5595"/>
                      </a:cubicBezTo>
                      <a:cubicBezTo>
                        <a:pt x="591" y="5595"/>
                        <a:pt x="325" y="5595"/>
                        <a:pt x="50" y="5595"/>
                      </a:cubicBezTo>
                      <a:cubicBezTo>
                        <a:pt x="50" y="5578"/>
                        <a:pt x="50" y="5561"/>
                        <a:pt x="50" y="5544"/>
                      </a:cubicBezTo>
                      <a:cubicBezTo>
                        <a:pt x="34" y="5544"/>
                        <a:pt x="17" y="5544"/>
                        <a:pt x="0" y="5544"/>
                      </a:cubicBezTo>
                      <a:cubicBezTo>
                        <a:pt x="0" y="3731"/>
                        <a:pt x="0" y="1918"/>
                        <a:pt x="0" y="50"/>
                      </a:cubicBezTo>
                      <a:cubicBezTo>
                        <a:pt x="17" y="50"/>
                        <a:pt x="33" y="50"/>
                        <a:pt x="50" y="50"/>
                      </a:cubicBezTo>
                      <a:cubicBezTo>
                        <a:pt x="50" y="34"/>
                        <a:pt x="50" y="17"/>
                        <a:pt x="5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35" name="ICON_ACTION_INSPECT_path_004"/>
                <p:cNvSpPr/>
                <p:nvPr/>
              </p:nvSpPr>
              <p:spPr>
                <a:xfrm>
                  <a:off x="3020219" y="5665263"/>
                  <a:ext cx="9602" cy="7617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56" h="5998" fill="norm" stroke="0">
                      <a:moveTo>
                        <a:pt x="101" y="0"/>
                      </a:moveTo>
                      <a:cubicBezTo>
                        <a:pt x="300" y="0"/>
                        <a:pt x="500" y="0"/>
                        <a:pt x="706" y="0"/>
                      </a:cubicBezTo>
                      <a:cubicBezTo>
                        <a:pt x="706" y="17"/>
                        <a:pt x="706" y="33"/>
                        <a:pt x="706" y="50"/>
                      </a:cubicBezTo>
                      <a:cubicBezTo>
                        <a:pt x="722" y="50"/>
                        <a:pt x="739" y="50"/>
                        <a:pt x="756" y="50"/>
                      </a:cubicBezTo>
                      <a:cubicBezTo>
                        <a:pt x="756" y="1996"/>
                        <a:pt x="756" y="3943"/>
                        <a:pt x="756" y="5948"/>
                      </a:cubicBezTo>
                      <a:cubicBezTo>
                        <a:pt x="739" y="5948"/>
                        <a:pt x="723" y="5948"/>
                        <a:pt x="706" y="5948"/>
                      </a:cubicBezTo>
                      <a:cubicBezTo>
                        <a:pt x="706" y="5964"/>
                        <a:pt x="706" y="5981"/>
                        <a:pt x="706" y="5998"/>
                      </a:cubicBezTo>
                      <a:cubicBezTo>
                        <a:pt x="489" y="5998"/>
                        <a:pt x="273" y="5998"/>
                        <a:pt x="50" y="5998"/>
                      </a:cubicBezTo>
                      <a:cubicBezTo>
                        <a:pt x="50" y="5981"/>
                        <a:pt x="50" y="5965"/>
                        <a:pt x="50" y="5948"/>
                      </a:cubicBezTo>
                      <a:cubicBezTo>
                        <a:pt x="34" y="5948"/>
                        <a:pt x="17" y="5948"/>
                        <a:pt x="0" y="5948"/>
                      </a:cubicBezTo>
                      <a:cubicBezTo>
                        <a:pt x="0" y="4002"/>
                        <a:pt x="0" y="2055"/>
                        <a:pt x="0" y="50"/>
                      </a:cubicBezTo>
                      <a:cubicBezTo>
                        <a:pt x="33" y="50"/>
                        <a:pt x="67" y="50"/>
                        <a:pt x="101" y="50"/>
                      </a:cubicBezTo>
                      <a:cubicBezTo>
                        <a:pt x="101" y="34"/>
                        <a:pt x="101" y="17"/>
                        <a:pt x="101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36" name="ICON_ACTION_INSPECT_path_005"/>
                <p:cNvSpPr/>
                <p:nvPr/>
              </p:nvSpPr>
              <p:spPr>
                <a:xfrm>
                  <a:off x="2998455" y="5684466"/>
                  <a:ext cx="9602" cy="5697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56" h="4486" fill="norm" stroke="0">
                      <a:moveTo>
                        <a:pt x="50" y="0"/>
                      </a:moveTo>
                      <a:cubicBezTo>
                        <a:pt x="267" y="0"/>
                        <a:pt x="483" y="0"/>
                        <a:pt x="706" y="0"/>
                      </a:cubicBezTo>
                      <a:cubicBezTo>
                        <a:pt x="706" y="17"/>
                        <a:pt x="706" y="33"/>
                        <a:pt x="706" y="50"/>
                      </a:cubicBezTo>
                      <a:cubicBezTo>
                        <a:pt x="722" y="50"/>
                        <a:pt x="739" y="50"/>
                        <a:pt x="756" y="50"/>
                      </a:cubicBezTo>
                      <a:cubicBezTo>
                        <a:pt x="756" y="1497"/>
                        <a:pt x="756" y="2945"/>
                        <a:pt x="756" y="4435"/>
                      </a:cubicBezTo>
                      <a:cubicBezTo>
                        <a:pt x="739" y="4435"/>
                        <a:pt x="723" y="4435"/>
                        <a:pt x="706" y="4435"/>
                      </a:cubicBezTo>
                      <a:cubicBezTo>
                        <a:pt x="706" y="4452"/>
                        <a:pt x="706" y="4469"/>
                        <a:pt x="706" y="4486"/>
                      </a:cubicBezTo>
                      <a:cubicBezTo>
                        <a:pt x="489" y="4486"/>
                        <a:pt x="273" y="4486"/>
                        <a:pt x="50" y="4486"/>
                      </a:cubicBezTo>
                      <a:cubicBezTo>
                        <a:pt x="50" y="4469"/>
                        <a:pt x="50" y="4453"/>
                        <a:pt x="50" y="4435"/>
                      </a:cubicBezTo>
                      <a:cubicBezTo>
                        <a:pt x="34" y="4435"/>
                        <a:pt x="17" y="4435"/>
                        <a:pt x="0" y="4435"/>
                      </a:cubicBezTo>
                      <a:cubicBezTo>
                        <a:pt x="0" y="2988"/>
                        <a:pt x="0" y="1541"/>
                        <a:pt x="0" y="50"/>
                      </a:cubicBezTo>
                      <a:cubicBezTo>
                        <a:pt x="17" y="50"/>
                        <a:pt x="33" y="50"/>
                        <a:pt x="50" y="50"/>
                      </a:cubicBezTo>
                      <a:cubicBezTo>
                        <a:pt x="50" y="34"/>
                        <a:pt x="50" y="17"/>
                        <a:pt x="5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37" name="ICON_ACTION_INSPECT_path_006"/>
                <p:cNvSpPr/>
                <p:nvPr/>
              </p:nvSpPr>
              <p:spPr>
                <a:xfrm>
                  <a:off x="3094473" y="5695988"/>
                  <a:ext cx="10242" cy="4544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06" h="3579" fill="norm" stroke="0">
                      <a:moveTo>
                        <a:pt x="50" y="0"/>
                      </a:moveTo>
                      <a:cubicBezTo>
                        <a:pt x="283" y="0"/>
                        <a:pt x="516" y="0"/>
                        <a:pt x="756" y="0"/>
                      </a:cubicBezTo>
                      <a:cubicBezTo>
                        <a:pt x="756" y="17"/>
                        <a:pt x="756" y="33"/>
                        <a:pt x="756" y="50"/>
                      </a:cubicBezTo>
                      <a:cubicBezTo>
                        <a:pt x="773" y="50"/>
                        <a:pt x="789" y="50"/>
                        <a:pt x="806" y="50"/>
                      </a:cubicBezTo>
                      <a:cubicBezTo>
                        <a:pt x="806" y="1198"/>
                        <a:pt x="806" y="2346"/>
                        <a:pt x="806" y="3528"/>
                      </a:cubicBezTo>
                      <a:cubicBezTo>
                        <a:pt x="790" y="3528"/>
                        <a:pt x="773" y="3528"/>
                        <a:pt x="756" y="3528"/>
                      </a:cubicBezTo>
                      <a:cubicBezTo>
                        <a:pt x="756" y="3545"/>
                        <a:pt x="756" y="3561"/>
                        <a:pt x="756" y="3579"/>
                      </a:cubicBezTo>
                      <a:cubicBezTo>
                        <a:pt x="523" y="3579"/>
                        <a:pt x="290" y="3579"/>
                        <a:pt x="50" y="3579"/>
                      </a:cubicBezTo>
                      <a:cubicBezTo>
                        <a:pt x="50" y="3562"/>
                        <a:pt x="50" y="3545"/>
                        <a:pt x="50" y="3528"/>
                      </a:cubicBezTo>
                      <a:cubicBezTo>
                        <a:pt x="34" y="3528"/>
                        <a:pt x="17" y="3528"/>
                        <a:pt x="0" y="3528"/>
                      </a:cubicBezTo>
                      <a:cubicBezTo>
                        <a:pt x="0" y="2381"/>
                        <a:pt x="0" y="1233"/>
                        <a:pt x="0" y="50"/>
                      </a:cubicBezTo>
                      <a:cubicBezTo>
                        <a:pt x="17" y="50"/>
                        <a:pt x="33" y="50"/>
                        <a:pt x="50" y="50"/>
                      </a:cubicBezTo>
                      <a:cubicBezTo>
                        <a:pt x="50" y="34"/>
                        <a:pt x="50" y="17"/>
                        <a:pt x="5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38" name="ICON_ACTION_INSPECT_path_007"/>
                <p:cNvSpPr/>
                <p:nvPr/>
              </p:nvSpPr>
              <p:spPr>
                <a:xfrm>
                  <a:off x="3033661" y="5637737"/>
                  <a:ext cx="6401" cy="1037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04" h="8165" fill="norm" stroke="0">
                      <a:moveTo>
                        <a:pt x="454" y="0"/>
                      </a:moveTo>
                      <a:cubicBezTo>
                        <a:pt x="470" y="0"/>
                        <a:pt x="487" y="0"/>
                        <a:pt x="504" y="0"/>
                      </a:cubicBezTo>
                      <a:cubicBezTo>
                        <a:pt x="504" y="33"/>
                        <a:pt x="504" y="67"/>
                        <a:pt x="504" y="101"/>
                      </a:cubicBezTo>
                      <a:cubicBezTo>
                        <a:pt x="487" y="101"/>
                        <a:pt x="471" y="101"/>
                        <a:pt x="454" y="101"/>
                      </a:cubicBezTo>
                      <a:cubicBezTo>
                        <a:pt x="454" y="2745"/>
                        <a:pt x="454" y="5390"/>
                        <a:pt x="454" y="8115"/>
                      </a:cubicBezTo>
                      <a:cubicBezTo>
                        <a:pt x="437" y="8115"/>
                        <a:pt x="420" y="8115"/>
                        <a:pt x="403" y="8115"/>
                      </a:cubicBezTo>
                      <a:cubicBezTo>
                        <a:pt x="403" y="8132"/>
                        <a:pt x="403" y="8148"/>
                        <a:pt x="403" y="8165"/>
                      </a:cubicBezTo>
                      <a:cubicBezTo>
                        <a:pt x="287" y="8165"/>
                        <a:pt x="170" y="8165"/>
                        <a:pt x="50" y="8165"/>
                      </a:cubicBezTo>
                      <a:cubicBezTo>
                        <a:pt x="50" y="8149"/>
                        <a:pt x="50" y="8132"/>
                        <a:pt x="50" y="8115"/>
                      </a:cubicBezTo>
                      <a:cubicBezTo>
                        <a:pt x="34" y="8115"/>
                        <a:pt x="17" y="8115"/>
                        <a:pt x="0" y="8115"/>
                      </a:cubicBezTo>
                      <a:cubicBezTo>
                        <a:pt x="0" y="6119"/>
                        <a:pt x="0" y="4123"/>
                        <a:pt x="0" y="2067"/>
                      </a:cubicBezTo>
                      <a:cubicBezTo>
                        <a:pt x="50" y="2067"/>
                        <a:pt x="100" y="2067"/>
                        <a:pt x="151" y="2067"/>
                      </a:cubicBezTo>
                      <a:cubicBezTo>
                        <a:pt x="151" y="2050"/>
                        <a:pt x="151" y="2033"/>
                        <a:pt x="151" y="2016"/>
                      </a:cubicBezTo>
                      <a:cubicBezTo>
                        <a:pt x="184" y="2016"/>
                        <a:pt x="218" y="2016"/>
                        <a:pt x="252" y="2016"/>
                      </a:cubicBezTo>
                      <a:cubicBezTo>
                        <a:pt x="252" y="1916"/>
                        <a:pt x="252" y="1817"/>
                        <a:pt x="252" y="1714"/>
                      </a:cubicBezTo>
                      <a:cubicBezTo>
                        <a:pt x="302" y="1714"/>
                        <a:pt x="352" y="1714"/>
                        <a:pt x="403" y="1714"/>
                      </a:cubicBezTo>
                      <a:cubicBezTo>
                        <a:pt x="403" y="1398"/>
                        <a:pt x="403" y="1082"/>
                        <a:pt x="403" y="756"/>
                      </a:cubicBezTo>
                      <a:cubicBezTo>
                        <a:pt x="370" y="756"/>
                        <a:pt x="337" y="756"/>
                        <a:pt x="302" y="756"/>
                      </a:cubicBezTo>
                      <a:cubicBezTo>
                        <a:pt x="302" y="739"/>
                        <a:pt x="302" y="723"/>
                        <a:pt x="302" y="706"/>
                      </a:cubicBezTo>
                      <a:cubicBezTo>
                        <a:pt x="286" y="706"/>
                        <a:pt x="269" y="706"/>
                        <a:pt x="252" y="706"/>
                      </a:cubicBezTo>
                      <a:cubicBezTo>
                        <a:pt x="252" y="523"/>
                        <a:pt x="252" y="340"/>
                        <a:pt x="252" y="151"/>
                      </a:cubicBezTo>
                      <a:cubicBezTo>
                        <a:pt x="285" y="151"/>
                        <a:pt x="319" y="151"/>
                        <a:pt x="353" y="151"/>
                      </a:cubicBezTo>
                      <a:cubicBezTo>
                        <a:pt x="353" y="135"/>
                        <a:pt x="353" y="118"/>
                        <a:pt x="353" y="101"/>
                      </a:cubicBezTo>
                      <a:cubicBezTo>
                        <a:pt x="369" y="101"/>
                        <a:pt x="386" y="101"/>
                        <a:pt x="403" y="101"/>
                      </a:cubicBezTo>
                      <a:cubicBezTo>
                        <a:pt x="403" y="84"/>
                        <a:pt x="403" y="68"/>
                        <a:pt x="403" y="50"/>
                      </a:cubicBezTo>
                      <a:cubicBezTo>
                        <a:pt x="420" y="50"/>
                        <a:pt x="436" y="50"/>
                        <a:pt x="454" y="50"/>
                      </a:cubicBezTo>
                      <a:cubicBezTo>
                        <a:pt x="454" y="34"/>
                        <a:pt x="454" y="17"/>
                        <a:pt x="454" y="0"/>
                      </a:cubicBezTo>
                      <a:close/>
                      <a:moveTo>
                        <a:pt x="302" y="3175"/>
                      </a:moveTo>
                      <a:cubicBezTo>
                        <a:pt x="302" y="3425"/>
                        <a:pt x="302" y="3674"/>
                        <a:pt x="302" y="3931"/>
                      </a:cubicBezTo>
                      <a:cubicBezTo>
                        <a:pt x="336" y="3931"/>
                        <a:pt x="369" y="3931"/>
                        <a:pt x="403" y="3931"/>
                      </a:cubicBezTo>
                      <a:cubicBezTo>
                        <a:pt x="403" y="3682"/>
                        <a:pt x="403" y="3432"/>
                        <a:pt x="403" y="3175"/>
                      </a:cubicBezTo>
                      <a:cubicBezTo>
                        <a:pt x="370" y="3175"/>
                        <a:pt x="337" y="3175"/>
                        <a:pt x="302" y="3175"/>
                      </a:cubicBezTo>
                      <a:close/>
                      <a:moveTo>
                        <a:pt x="302" y="4435"/>
                      </a:moveTo>
                      <a:cubicBezTo>
                        <a:pt x="302" y="4668"/>
                        <a:pt x="302" y="4901"/>
                        <a:pt x="302" y="5141"/>
                      </a:cubicBezTo>
                      <a:cubicBezTo>
                        <a:pt x="336" y="5141"/>
                        <a:pt x="369" y="5141"/>
                        <a:pt x="403" y="5141"/>
                      </a:cubicBezTo>
                      <a:cubicBezTo>
                        <a:pt x="403" y="4908"/>
                        <a:pt x="403" y="4675"/>
                        <a:pt x="403" y="4435"/>
                      </a:cubicBezTo>
                      <a:cubicBezTo>
                        <a:pt x="370" y="4435"/>
                        <a:pt x="337" y="4435"/>
                        <a:pt x="302" y="4435"/>
                      </a:cubicBezTo>
                      <a:close/>
                      <a:moveTo>
                        <a:pt x="302" y="5746"/>
                      </a:moveTo>
                      <a:cubicBezTo>
                        <a:pt x="302" y="5929"/>
                        <a:pt x="302" y="6112"/>
                        <a:pt x="302" y="6300"/>
                      </a:cubicBezTo>
                      <a:cubicBezTo>
                        <a:pt x="336" y="6300"/>
                        <a:pt x="369" y="6300"/>
                        <a:pt x="403" y="6300"/>
                      </a:cubicBezTo>
                      <a:cubicBezTo>
                        <a:pt x="403" y="6117"/>
                        <a:pt x="403" y="5934"/>
                        <a:pt x="403" y="5746"/>
                      </a:cubicBezTo>
                      <a:cubicBezTo>
                        <a:pt x="370" y="5746"/>
                        <a:pt x="337" y="5746"/>
                        <a:pt x="302" y="5746"/>
                      </a:cubicBezTo>
                      <a:close/>
                      <a:moveTo>
                        <a:pt x="302" y="7006"/>
                      </a:moveTo>
                      <a:cubicBezTo>
                        <a:pt x="302" y="7172"/>
                        <a:pt x="302" y="7339"/>
                        <a:pt x="302" y="7510"/>
                      </a:cubicBezTo>
                      <a:cubicBezTo>
                        <a:pt x="336" y="7510"/>
                        <a:pt x="369" y="7510"/>
                        <a:pt x="403" y="7510"/>
                      </a:cubicBezTo>
                      <a:cubicBezTo>
                        <a:pt x="403" y="7344"/>
                        <a:pt x="403" y="7177"/>
                        <a:pt x="403" y="7006"/>
                      </a:cubicBezTo>
                      <a:cubicBezTo>
                        <a:pt x="370" y="7006"/>
                        <a:pt x="337" y="7006"/>
                        <a:pt x="302" y="7006"/>
                      </a:cubicBezTo>
                      <a:close/>
                      <a:moveTo>
                        <a:pt x="302" y="7611"/>
                      </a:moveTo>
                      <a:cubicBezTo>
                        <a:pt x="302" y="7744"/>
                        <a:pt x="302" y="7877"/>
                        <a:pt x="302" y="8014"/>
                      </a:cubicBezTo>
                      <a:cubicBezTo>
                        <a:pt x="286" y="8014"/>
                        <a:pt x="269" y="8014"/>
                        <a:pt x="252" y="8014"/>
                      </a:cubicBezTo>
                      <a:cubicBezTo>
                        <a:pt x="252" y="8031"/>
                        <a:pt x="252" y="8047"/>
                        <a:pt x="252" y="8065"/>
                      </a:cubicBezTo>
                      <a:cubicBezTo>
                        <a:pt x="269" y="8065"/>
                        <a:pt x="285" y="8065"/>
                        <a:pt x="302" y="8065"/>
                      </a:cubicBezTo>
                      <a:cubicBezTo>
                        <a:pt x="302" y="8081"/>
                        <a:pt x="302" y="8098"/>
                        <a:pt x="302" y="8115"/>
                      </a:cubicBezTo>
                      <a:cubicBezTo>
                        <a:pt x="319" y="8115"/>
                        <a:pt x="336" y="8115"/>
                        <a:pt x="353" y="8115"/>
                      </a:cubicBezTo>
                      <a:cubicBezTo>
                        <a:pt x="353" y="8098"/>
                        <a:pt x="353" y="8082"/>
                        <a:pt x="353" y="8065"/>
                      </a:cubicBezTo>
                      <a:cubicBezTo>
                        <a:pt x="369" y="8065"/>
                        <a:pt x="386" y="8065"/>
                        <a:pt x="403" y="8065"/>
                      </a:cubicBezTo>
                      <a:cubicBezTo>
                        <a:pt x="403" y="7915"/>
                        <a:pt x="403" y="7765"/>
                        <a:pt x="403" y="7611"/>
                      </a:cubicBezTo>
                      <a:cubicBezTo>
                        <a:pt x="370" y="7611"/>
                        <a:pt x="337" y="7611"/>
                        <a:pt x="302" y="7611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39" name="ICON_ACTION_INSPECT_path_008"/>
                <p:cNvSpPr/>
                <p:nvPr/>
              </p:nvSpPr>
              <p:spPr>
                <a:xfrm>
                  <a:off x="2976691" y="5703030"/>
                  <a:ext cx="9602" cy="3840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56" h="3024" fill="norm" stroke="0">
                      <a:moveTo>
                        <a:pt x="50" y="0"/>
                      </a:moveTo>
                      <a:cubicBezTo>
                        <a:pt x="267" y="0"/>
                        <a:pt x="483" y="0"/>
                        <a:pt x="706" y="0"/>
                      </a:cubicBezTo>
                      <a:cubicBezTo>
                        <a:pt x="706" y="17"/>
                        <a:pt x="706" y="33"/>
                        <a:pt x="706" y="50"/>
                      </a:cubicBezTo>
                      <a:cubicBezTo>
                        <a:pt x="722" y="50"/>
                        <a:pt x="739" y="50"/>
                        <a:pt x="756" y="50"/>
                      </a:cubicBezTo>
                      <a:cubicBezTo>
                        <a:pt x="756" y="1015"/>
                        <a:pt x="756" y="1980"/>
                        <a:pt x="756" y="2974"/>
                      </a:cubicBezTo>
                      <a:cubicBezTo>
                        <a:pt x="739" y="2974"/>
                        <a:pt x="723" y="2974"/>
                        <a:pt x="706" y="2974"/>
                      </a:cubicBezTo>
                      <a:cubicBezTo>
                        <a:pt x="706" y="2990"/>
                        <a:pt x="706" y="3007"/>
                        <a:pt x="706" y="3024"/>
                      </a:cubicBezTo>
                      <a:cubicBezTo>
                        <a:pt x="489" y="3024"/>
                        <a:pt x="273" y="3024"/>
                        <a:pt x="50" y="3024"/>
                      </a:cubicBezTo>
                      <a:cubicBezTo>
                        <a:pt x="50" y="3008"/>
                        <a:pt x="50" y="2991"/>
                        <a:pt x="50" y="2974"/>
                      </a:cubicBezTo>
                      <a:cubicBezTo>
                        <a:pt x="34" y="2974"/>
                        <a:pt x="17" y="2974"/>
                        <a:pt x="0" y="2974"/>
                      </a:cubicBezTo>
                      <a:cubicBezTo>
                        <a:pt x="0" y="2009"/>
                        <a:pt x="0" y="1044"/>
                        <a:pt x="0" y="50"/>
                      </a:cubicBezTo>
                      <a:cubicBezTo>
                        <a:pt x="17" y="50"/>
                        <a:pt x="33" y="50"/>
                        <a:pt x="50" y="50"/>
                      </a:cubicBezTo>
                      <a:cubicBezTo>
                        <a:pt x="50" y="34"/>
                        <a:pt x="50" y="17"/>
                        <a:pt x="5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40" name="ICON_ACTION_INSPECT_path_009"/>
                <p:cNvSpPr/>
                <p:nvPr/>
              </p:nvSpPr>
              <p:spPr>
                <a:xfrm>
                  <a:off x="3009977" y="5663342"/>
                  <a:ext cx="6401" cy="7809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04" h="6149" fill="norm" stroke="0">
                      <a:moveTo>
                        <a:pt x="454" y="0"/>
                      </a:moveTo>
                      <a:cubicBezTo>
                        <a:pt x="470" y="0"/>
                        <a:pt x="487" y="0"/>
                        <a:pt x="504" y="0"/>
                      </a:cubicBezTo>
                      <a:cubicBezTo>
                        <a:pt x="504" y="2013"/>
                        <a:pt x="504" y="4025"/>
                        <a:pt x="504" y="6099"/>
                      </a:cubicBezTo>
                      <a:cubicBezTo>
                        <a:pt x="487" y="6099"/>
                        <a:pt x="471" y="6099"/>
                        <a:pt x="454" y="6099"/>
                      </a:cubicBezTo>
                      <a:cubicBezTo>
                        <a:pt x="454" y="6115"/>
                        <a:pt x="454" y="6132"/>
                        <a:pt x="454" y="6149"/>
                      </a:cubicBezTo>
                      <a:cubicBezTo>
                        <a:pt x="370" y="6149"/>
                        <a:pt x="287" y="6149"/>
                        <a:pt x="202" y="6149"/>
                      </a:cubicBezTo>
                      <a:cubicBezTo>
                        <a:pt x="202" y="6133"/>
                        <a:pt x="202" y="6116"/>
                        <a:pt x="202" y="6099"/>
                      </a:cubicBezTo>
                      <a:cubicBezTo>
                        <a:pt x="185" y="6099"/>
                        <a:pt x="168" y="6099"/>
                        <a:pt x="151" y="6099"/>
                      </a:cubicBezTo>
                      <a:cubicBezTo>
                        <a:pt x="151" y="4585"/>
                        <a:pt x="151" y="3072"/>
                        <a:pt x="151" y="1512"/>
                      </a:cubicBezTo>
                      <a:cubicBezTo>
                        <a:pt x="135" y="1512"/>
                        <a:pt x="118" y="1512"/>
                        <a:pt x="101" y="1512"/>
                      </a:cubicBezTo>
                      <a:cubicBezTo>
                        <a:pt x="102" y="1504"/>
                        <a:pt x="103" y="1496"/>
                        <a:pt x="104" y="1488"/>
                      </a:cubicBezTo>
                      <a:cubicBezTo>
                        <a:pt x="103" y="1484"/>
                        <a:pt x="103" y="1484"/>
                        <a:pt x="101" y="1462"/>
                      </a:cubicBezTo>
                      <a:cubicBezTo>
                        <a:pt x="79" y="1448"/>
                        <a:pt x="79" y="1448"/>
                        <a:pt x="50" y="1436"/>
                      </a:cubicBezTo>
                      <a:cubicBezTo>
                        <a:pt x="22" y="1425"/>
                        <a:pt x="22" y="1425"/>
                        <a:pt x="0" y="1411"/>
                      </a:cubicBezTo>
                      <a:cubicBezTo>
                        <a:pt x="0" y="1395"/>
                        <a:pt x="0" y="1378"/>
                        <a:pt x="0" y="1361"/>
                      </a:cubicBezTo>
                      <a:cubicBezTo>
                        <a:pt x="50" y="1361"/>
                        <a:pt x="100" y="1361"/>
                        <a:pt x="151" y="1361"/>
                      </a:cubicBezTo>
                      <a:cubicBezTo>
                        <a:pt x="151" y="1378"/>
                        <a:pt x="151" y="1394"/>
                        <a:pt x="151" y="1411"/>
                      </a:cubicBezTo>
                      <a:cubicBezTo>
                        <a:pt x="168" y="1411"/>
                        <a:pt x="184" y="1411"/>
                        <a:pt x="202" y="1411"/>
                      </a:cubicBezTo>
                      <a:cubicBezTo>
                        <a:pt x="202" y="1428"/>
                        <a:pt x="202" y="1445"/>
                        <a:pt x="202" y="1462"/>
                      </a:cubicBezTo>
                      <a:cubicBezTo>
                        <a:pt x="235" y="1462"/>
                        <a:pt x="268" y="1462"/>
                        <a:pt x="302" y="1462"/>
                      </a:cubicBezTo>
                      <a:cubicBezTo>
                        <a:pt x="302" y="1445"/>
                        <a:pt x="302" y="1428"/>
                        <a:pt x="302" y="1411"/>
                      </a:cubicBezTo>
                      <a:cubicBezTo>
                        <a:pt x="319" y="1411"/>
                        <a:pt x="336" y="1411"/>
                        <a:pt x="353" y="1411"/>
                      </a:cubicBezTo>
                      <a:cubicBezTo>
                        <a:pt x="353" y="1428"/>
                        <a:pt x="353" y="1445"/>
                        <a:pt x="353" y="1462"/>
                      </a:cubicBezTo>
                      <a:cubicBezTo>
                        <a:pt x="369" y="1462"/>
                        <a:pt x="386" y="1462"/>
                        <a:pt x="403" y="1462"/>
                      </a:cubicBezTo>
                      <a:cubicBezTo>
                        <a:pt x="403" y="1229"/>
                        <a:pt x="403" y="996"/>
                        <a:pt x="403" y="756"/>
                      </a:cubicBezTo>
                      <a:cubicBezTo>
                        <a:pt x="420" y="756"/>
                        <a:pt x="436" y="756"/>
                        <a:pt x="454" y="756"/>
                      </a:cubicBezTo>
                      <a:cubicBezTo>
                        <a:pt x="454" y="606"/>
                        <a:pt x="454" y="457"/>
                        <a:pt x="454" y="302"/>
                      </a:cubicBezTo>
                      <a:cubicBezTo>
                        <a:pt x="437" y="302"/>
                        <a:pt x="420" y="302"/>
                        <a:pt x="403" y="302"/>
                      </a:cubicBezTo>
                      <a:cubicBezTo>
                        <a:pt x="403" y="236"/>
                        <a:pt x="403" y="169"/>
                        <a:pt x="403" y="101"/>
                      </a:cubicBezTo>
                      <a:cubicBezTo>
                        <a:pt x="420" y="101"/>
                        <a:pt x="436" y="101"/>
                        <a:pt x="454" y="101"/>
                      </a:cubicBezTo>
                      <a:cubicBezTo>
                        <a:pt x="454" y="68"/>
                        <a:pt x="454" y="34"/>
                        <a:pt x="454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41" name="ICON_ACTION_INSPECT_path_010"/>
                <p:cNvSpPr/>
                <p:nvPr/>
              </p:nvSpPr>
              <p:spPr>
                <a:xfrm>
                  <a:off x="3084871" y="5669103"/>
                  <a:ext cx="6401" cy="7233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04" h="5696" fill="norm" stroke="0">
                      <a:moveTo>
                        <a:pt x="0" y="0"/>
                      </a:moveTo>
                      <a:cubicBezTo>
                        <a:pt x="67" y="0"/>
                        <a:pt x="133" y="0"/>
                        <a:pt x="202" y="0"/>
                      </a:cubicBezTo>
                      <a:cubicBezTo>
                        <a:pt x="202" y="50"/>
                        <a:pt x="202" y="100"/>
                        <a:pt x="202" y="151"/>
                      </a:cubicBezTo>
                      <a:cubicBezTo>
                        <a:pt x="185" y="151"/>
                        <a:pt x="168" y="151"/>
                        <a:pt x="151" y="151"/>
                      </a:cubicBezTo>
                      <a:cubicBezTo>
                        <a:pt x="151" y="135"/>
                        <a:pt x="151" y="118"/>
                        <a:pt x="151" y="101"/>
                      </a:cubicBezTo>
                      <a:cubicBezTo>
                        <a:pt x="118" y="101"/>
                        <a:pt x="85" y="101"/>
                        <a:pt x="50" y="101"/>
                      </a:cubicBezTo>
                      <a:cubicBezTo>
                        <a:pt x="50" y="234"/>
                        <a:pt x="50" y="367"/>
                        <a:pt x="50" y="504"/>
                      </a:cubicBezTo>
                      <a:cubicBezTo>
                        <a:pt x="67" y="504"/>
                        <a:pt x="84" y="504"/>
                        <a:pt x="101" y="504"/>
                      </a:cubicBezTo>
                      <a:cubicBezTo>
                        <a:pt x="101" y="587"/>
                        <a:pt x="101" y="670"/>
                        <a:pt x="101" y="756"/>
                      </a:cubicBezTo>
                      <a:cubicBezTo>
                        <a:pt x="117" y="756"/>
                        <a:pt x="134" y="756"/>
                        <a:pt x="151" y="756"/>
                      </a:cubicBezTo>
                      <a:cubicBezTo>
                        <a:pt x="151" y="739"/>
                        <a:pt x="151" y="723"/>
                        <a:pt x="151" y="706"/>
                      </a:cubicBezTo>
                      <a:cubicBezTo>
                        <a:pt x="168" y="706"/>
                        <a:pt x="184" y="706"/>
                        <a:pt x="202" y="706"/>
                      </a:cubicBezTo>
                      <a:cubicBezTo>
                        <a:pt x="202" y="739"/>
                        <a:pt x="202" y="772"/>
                        <a:pt x="202" y="806"/>
                      </a:cubicBezTo>
                      <a:cubicBezTo>
                        <a:pt x="218" y="806"/>
                        <a:pt x="235" y="806"/>
                        <a:pt x="252" y="806"/>
                      </a:cubicBezTo>
                      <a:cubicBezTo>
                        <a:pt x="252" y="856"/>
                        <a:pt x="252" y="906"/>
                        <a:pt x="252" y="958"/>
                      </a:cubicBezTo>
                      <a:cubicBezTo>
                        <a:pt x="219" y="958"/>
                        <a:pt x="185" y="958"/>
                        <a:pt x="151" y="958"/>
                      </a:cubicBezTo>
                      <a:cubicBezTo>
                        <a:pt x="151" y="924"/>
                        <a:pt x="151" y="891"/>
                        <a:pt x="151" y="857"/>
                      </a:cubicBezTo>
                      <a:cubicBezTo>
                        <a:pt x="118" y="857"/>
                        <a:pt x="85" y="857"/>
                        <a:pt x="50" y="857"/>
                      </a:cubicBezTo>
                      <a:cubicBezTo>
                        <a:pt x="50" y="1073"/>
                        <a:pt x="50" y="1289"/>
                        <a:pt x="50" y="1512"/>
                      </a:cubicBezTo>
                      <a:cubicBezTo>
                        <a:pt x="100" y="1512"/>
                        <a:pt x="150" y="1512"/>
                        <a:pt x="202" y="1512"/>
                      </a:cubicBezTo>
                      <a:cubicBezTo>
                        <a:pt x="202" y="1579"/>
                        <a:pt x="202" y="1645"/>
                        <a:pt x="202" y="1714"/>
                      </a:cubicBezTo>
                      <a:cubicBezTo>
                        <a:pt x="218" y="1714"/>
                        <a:pt x="235" y="1714"/>
                        <a:pt x="252" y="1714"/>
                      </a:cubicBezTo>
                      <a:cubicBezTo>
                        <a:pt x="252" y="1747"/>
                        <a:pt x="252" y="1780"/>
                        <a:pt x="252" y="1815"/>
                      </a:cubicBezTo>
                      <a:cubicBezTo>
                        <a:pt x="219" y="1815"/>
                        <a:pt x="185" y="1815"/>
                        <a:pt x="151" y="1815"/>
                      </a:cubicBezTo>
                      <a:cubicBezTo>
                        <a:pt x="151" y="1781"/>
                        <a:pt x="151" y="1748"/>
                        <a:pt x="151" y="1714"/>
                      </a:cubicBezTo>
                      <a:cubicBezTo>
                        <a:pt x="118" y="1714"/>
                        <a:pt x="85" y="1714"/>
                        <a:pt x="50" y="1714"/>
                      </a:cubicBezTo>
                      <a:cubicBezTo>
                        <a:pt x="50" y="1863"/>
                        <a:pt x="50" y="2013"/>
                        <a:pt x="50" y="2167"/>
                      </a:cubicBezTo>
                      <a:cubicBezTo>
                        <a:pt x="84" y="2167"/>
                        <a:pt x="117" y="2167"/>
                        <a:pt x="151" y="2167"/>
                      </a:cubicBezTo>
                      <a:cubicBezTo>
                        <a:pt x="151" y="2101"/>
                        <a:pt x="151" y="2034"/>
                        <a:pt x="151" y="1966"/>
                      </a:cubicBezTo>
                      <a:cubicBezTo>
                        <a:pt x="168" y="1966"/>
                        <a:pt x="184" y="1966"/>
                        <a:pt x="202" y="1966"/>
                      </a:cubicBezTo>
                      <a:cubicBezTo>
                        <a:pt x="202" y="1949"/>
                        <a:pt x="202" y="1932"/>
                        <a:pt x="202" y="1915"/>
                      </a:cubicBezTo>
                      <a:cubicBezTo>
                        <a:pt x="235" y="1915"/>
                        <a:pt x="268" y="1915"/>
                        <a:pt x="302" y="1915"/>
                      </a:cubicBezTo>
                      <a:cubicBezTo>
                        <a:pt x="302" y="1932"/>
                        <a:pt x="302" y="1949"/>
                        <a:pt x="302" y="1966"/>
                      </a:cubicBezTo>
                      <a:cubicBezTo>
                        <a:pt x="319" y="1966"/>
                        <a:pt x="336" y="1966"/>
                        <a:pt x="353" y="1966"/>
                      </a:cubicBezTo>
                      <a:cubicBezTo>
                        <a:pt x="353" y="1982"/>
                        <a:pt x="353" y="1999"/>
                        <a:pt x="353" y="2016"/>
                      </a:cubicBezTo>
                      <a:cubicBezTo>
                        <a:pt x="376" y="2019"/>
                        <a:pt x="376" y="2019"/>
                        <a:pt x="403" y="2016"/>
                      </a:cubicBezTo>
                      <a:cubicBezTo>
                        <a:pt x="417" y="1994"/>
                        <a:pt x="417" y="1994"/>
                        <a:pt x="428" y="1966"/>
                      </a:cubicBezTo>
                      <a:cubicBezTo>
                        <a:pt x="439" y="1937"/>
                        <a:pt x="439" y="1937"/>
                        <a:pt x="454" y="1915"/>
                      </a:cubicBezTo>
                      <a:cubicBezTo>
                        <a:pt x="470" y="1915"/>
                        <a:pt x="487" y="1915"/>
                        <a:pt x="504" y="1915"/>
                      </a:cubicBezTo>
                      <a:cubicBezTo>
                        <a:pt x="504" y="1949"/>
                        <a:pt x="504" y="1982"/>
                        <a:pt x="504" y="2016"/>
                      </a:cubicBezTo>
                      <a:cubicBezTo>
                        <a:pt x="487" y="2016"/>
                        <a:pt x="471" y="2016"/>
                        <a:pt x="454" y="2016"/>
                      </a:cubicBezTo>
                      <a:cubicBezTo>
                        <a:pt x="454" y="3214"/>
                        <a:pt x="454" y="4411"/>
                        <a:pt x="454" y="5645"/>
                      </a:cubicBezTo>
                      <a:cubicBezTo>
                        <a:pt x="437" y="5645"/>
                        <a:pt x="420" y="5645"/>
                        <a:pt x="403" y="5645"/>
                      </a:cubicBezTo>
                      <a:cubicBezTo>
                        <a:pt x="403" y="5662"/>
                        <a:pt x="403" y="5678"/>
                        <a:pt x="403" y="5696"/>
                      </a:cubicBezTo>
                      <a:cubicBezTo>
                        <a:pt x="287" y="5696"/>
                        <a:pt x="170" y="5696"/>
                        <a:pt x="50" y="5696"/>
                      </a:cubicBezTo>
                      <a:cubicBezTo>
                        <a:pt x="50" y="5679"/>
                        <a:pt x="50" y="5662"/>
                        <a:pt x="50" y="5645"/>
                      </a:cubicBezTo>
                      <a:cubicBezTo>
                        <a:pt x="34" y="5645"/>
                        <a:pt x="17" y="5645"/>
                        <a:pt x="0" y="5645"/>
                      </a:cubicBezTo>
                      <a:cubicBezTo>
                        <a:pt x="0" y="3782"/>
                        <a:pt x="0" y="1919"/>
                        <a:pt x="0" y="0"/>
                      </a:cubicBezTo>
                      <a:close/>
                      <a:moveTo>
                        <a:pt x="50" y="2319"/>
                      </a:moveTo>
                      <a:cubicBezTo>
                        <a:pt x="50" y="3283"/>
                        <a:pt x="50" y="4248"/>
                        <a:pt x="50" y="5242"/>
                      </a:cubicBezTo>
                      <a:cubicBezTo>
                        <a:pt x="84" y="5242"/>
                        <a:pt x="117" y="5242"/>
                        <a:pt x="151" y="5242"/>
                      </a:cubicBezTo>
                      <a:cubicBezTo>
                        <a:pt x="151" y="5225"/>
                        <a:pt x="151" y="5209"/>
                        <a:pt x="151" y="5192"/>
                      </a:cubicBezTo>
                      <a:cubicBezTo>
                        <a:pt x="168" y="5192"/>
                        <a:pt x="184" y="5192"/>
                        <a:pt x="202" y="5192"/>
                      </a:cubicBezTo>
                      <a:cubicBezTo>
                        <a:pt x="202" y="5108"/>
                        <a:pt x="202" y="5025"/>
                        <a:pt x="202" y="4940"/>
                      </a:cubicBezTo>
                      <a:cubicBezTo>
                        <a:pt x="185" y="4940"/>
                        <a:pt x="168" y="4940"/>
                        <a:pt x="151" y="4940"/>
                      </a:cubicBezTo>
                      <a:cubicBezTo>
                        <a:pt x="151" y="4690"/>
                        <a:pt x="151" y="4441"/>
                        <a:pt x="151" y="4183"/>
                      </a:cubicBezTo>
                      <a:cubicBezTo>
                        <a:pt x="168" y="4183"/>
                        <a:pt x="184" y="4183"/>
                        <a:pt x="202" y="4183"/>
                      </a:cubicBezTo>
                      <a:cubicBezTo>
                        <a:pt x="202" y="4134"/>
                        <a:pt x="202" y="4084"/>
                        <a:pt x="202" y="4032"/>
                      </a:cubicBezTo>
                      <a:cubicBezTo>
                        <a:pt x="185" y="4032"/>
                        <a:pt x="168" y="4032"/>
                        <a:pt x="151" y="4032"/>
                      </a:cubicBezTo>
                      <a:cubicBezTo>
                        <a:pt x="151" y="3932"/>
                        <a:pt x="151" y="3833"/>
                        <a:pt x="151" y="3730"/>
                      </a:cubicBezTo>
                      <a:cubicBezTo>
                        <a:pt x="168" y="3730"/>
                        <a:pt x="184" y="3730"/>
                        <a:pt x="202" y="3730"/>
                      </a:cubicBezTo>
                      <a:cubicBezTo>
                        <a:pt x="202" y="3680"/>
                        <a:pt x="202" y="3630"/>
                        <a:pt x="202" y="3579"/>
                      </a:cubicBezTo>
                      <a:cubicBezTo>
                        <a:pt x="185" y="3579"/>
                        <a:pt x="168" y="3579"/>
                        <a:pt x="151" y="3579"/>
                      </a:cubicBezTo>
                      <a:cubicBezTo>
                        <a:pt x="151" y="3495"/>
                        <a:pt x="151" y="3412"/>
                        <a:pt x="151" y="3327"/>
                      </a:cubicBezTo>
                      <a:cubicBezTo>
                        <a:pt x="168" y="3327"/>
                        <a:pt x="184" y="3327"/>
                        <a:pt x="202" y="3327"/>
                      </a:cubicBezTo>
                      <a:cubicBezTo>
                        <a:pt x="202" y="3293"/>
                        <a:pt x="202" y="3260"/>
                        <a:pt x="202" y="3226"/>
                      </a:cubicBezTo>
                      <a:cubicBezTo>
                        <a:pt x="185" y="3226"/>
                        <a:pt x="168" y="3226"/>
                        <a:pt x="151" y="3226"/>
                      </a:cubicBezTo>
                      <a:cubicBezTo>
                        <a:pt x="151" y="2926"/>
                        <a:pt x="151" y="2627"/>
                        <a:pt x="151" y="2319"/>
                      </a:cubicBezTo>
                      <a:cubicBezTo>
                        <a:pt x="118" y="2319"/>
                        <a:pt x="85" y="2319"/>
                        <a:pt x="50" y="2319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42" name="ICON_ACTION_INSPECT_path_011"/>
                <p:cNvSpPr/>
                <p:nvPr/>
              </p:nvSpPr>
              <p:spPr>
                <a:xfrm>
                  <a:off x="2990133" y="5682546"/>
                  <a:ext cx="4481" cy="5889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53" h="4637" fill="norm" stroke="0">
                      <a:moveTo>
                        <a:pt x="202" y="0"/>
                      </a:moveTo>
                      <a:cubicBezTo>
                        <a:pt x="252" y="0"/>
                        <a:pt x="301" y="0"/>
                        <a:pt x="353" y="0"/>
                      </a:cubicBezTo>
                      <a:cubicBezTo>
                        <a:pt x="353" y="1514"/>
                        <a:pt x="353" y="3027"/>
                        <a:pt x="353" y="4587"/>
                      </a:cubicBezTo>
                      <a:cubicBezTo>
                        <a:pt x="336" y="4587"/>
                        <a:pt x="320" y="4587"/>
                        <a:pt x="302" y="4587"/>
                      </a:cubicBezTo>
                      <a:cubicBezTo>
                        <a:pt x="302" y="4603"/>
                        <a:pt x="302" y="4620"/>
                        <a:pt x="302" y="4637"/>
                      </a:cubicBezTo>
                      <a:cubicBezTo>
                        <a:pt x="219" y="4637"/>
                        <a:pt x="136" y="4637"/>
                        <a:pt x="50" y="4637"/>
                      </a:cubicBezTo>
                      <a:cubicBezTo>
                        <a:pt x="50" y="4620"/>
                        <a:pt x="50" y="4604"/>
                        <a:pt x="50" y="4587"/>
                      </a:cubicBezTo>
                      <a:cubicBezTo>
                        <a:pt x="34" y="4587"/>
                        <a:pt x="17" y="4587"/>
                        <a:pt x="0" y="4587"/>
                      </a:cubicBezTo>
                      <a:cubicBezTo>
                        <a:pt x="0" y="3572"/>
                        <a:pt x="0" y="2557"/>
                        <a:pt x="0" y="1512"/>
                      </a:cubicBezTo>
                      <a:cubicBezTo>
                        <a:pt x="17" y="1512"/>
                        <a:pt x="33" y="1512"/>
                        <a:pt x="50" y="1512"/>
                      </a:cubicBezTo>
                      <a:cubicBezTo>
                        <a:pt x="50" y="1712"/>
                        <a:pt x="50" y="1911"/>
                        <a:pt x="50" y="2117"/>
                      </a:cubicBezTo>
                      <a:cubicBezTo>
                        <a:pt x="84" y="2117"/>
                        <a:pt x="117" y="2117"/>
                        <a:pt x="151" y="2117"/>
                      </a:cubicBezTo>
                      <a:cubicBezTo>
                        <a:pt x="151" y="1801"/>
                        <a:pt x="151" y="1485"/>
                        <a:pt x="151" y="1159"/>
                      </a:cubicBezTo>
                      <a:cubicBezTo>
                        <a:pt x="135" y="1159"/>
                        <a:pt x="118" y="1159"/>
                        <a:pt x="101" y="1159"/>
                      </a:cubicBezTo>
                      <a:cubicBezTo>
                        <a:pt x="101" y="1126"/>
                        <a:pt x="101" y="1093"/>
                        <a:pt x="101" y="1058"/>
                      </a:cubicBezTo>
                      <a:cubicBezTo>
                        <a:pt x="117" y="1058"/>
                        <a:pt x="134" y="1058"/>
                        <a:pt x="151" y="1058"/>
                      </a:cubicBezTo>
                      <a:cubicBezTo>
                        <a:pt x="151" y="842"/>
                        <a:pt x="151" y="626"/>
                        <a:pt x="151" y="403"/>
                      </a:cubicBezTo>
                      <a:cubicBezTo>
                        <a:pt x="168" y="403"/>
                        <a:pt x="184" y="403"/>
                        <a:pt x="202" y="403"/>
                      </a:cubicBezTo>
                      <a:cubicBezTo>
                        <a:pt x="202" y="370"/>
                        <a:pt x="202" y="337"/>
                        <a:pt x="202" y="302"/>
                      </a:cubicBezTo>
                      <a:cubicBezTo>
                        <a:pt x="185" y="302"/>
                        <a:pt x="168" y="302"/>
                        <a:pt x="151" y="302"/>
                      </a:cubicBezTo>
                      <a:cubicBezTo>
                        <a:pt x="151" y="253"/>
                        <a:pt x="151" y="203"/>
                        <a:pt x="151" y="151"/>
                      </a:cubicBezTo>
                      <a:cubicBezTo>
                        <a:pt x="201" y="151"/>
                        <a:pt x="251" y="151"/>
                        <a:pt x="302" y="151"/>
                      </a:cubicBezTo>
                      <a:cubicBezTo>
                        <a:pt x="302" y="135"/>
                        <a:pt x="302" y="118"/>
                        <a:pt x="302" y="101"/>
                      </a:cubicBezTo>
                      <a:cubicBezTo>
                        <a:pt x="269" y="101"/>
                        <a:pt x="236" y="101"/>
                        <a:pt x="202" y="101"/>
                      </a:cubicBezTo>
                      <a:cubicBezTo>
                        <a:pt x="202" y="68"/>
                        <a:pt x="202" y="34"/>
                        <a:pt x="202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43" name="ICON_ACTION_INSPECT_path_012"/>
                <p:cNvSpPr/>
                <p:nvPr/>
              </p:nvSpPr>
              <p:spPr>
                <a:xfrm>
                  <a:off x="2963248" y="5744638"/>
                  <a:ext cx="152989" cy="192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046" h="151" fill="norm" stroke="0">
                      <a:moveTo>
                        <a:pt x="0" y="0"/>
                      </a:moveTo>
                      <a:cubicBezTo>
                        <a:pt x="3" y="1"/>
                        <a:pt x="3" y="1"/>
                        <a:pt x="20" y="5"/>
                      </a:cubicBezTo>
                      <a:cubicBezTo>
                        <a:pt x="123" y="29"/>
                        <a:pt x="223" y="29"/>
                        <a:pt x="328" y="29"/>
                      </a:cubicBezTo>
                      <a:cubicBezTo>
                        <a:pt x="348" y="29"/>
                        <a:pt x="369" y="29"/>
                        <a:pt x="389" y="29"/>
                      </a:cubicBezTo>
                      <a:cubicBezTo>
                        <a:pt x="445" y="29"/>
                        <a:pt x="502" y="29"/>
                        <a:pt x="558" y="29"/>
                      </a:cubicBezTo>
                      <a:cubicBezTo>
                        <a:pt x="619" y="29"/>
                        <a:pt x="680" y="29"/>
                        <a:pt x="742" y="30"/>
                      </a:cubicBezTo>
                      <a:cubicBezTo>
                        <a:pt x="849" y="30"/>
                        <a:pt x="956" y="30"/>
                        <a:pt x="1063" y="30"/>
                      </a:cubicBezTo>
                      <a:cubicBezTo>
                        <a:pt x="1178" y="30"/>
                        <a:pt x="1294" y="30"/>
                        <a:pt x="1409" y="31"/>
                      </a:cubicBezTo>
                      <a:cubicBezTo>
                        <a:pt x="1416" y="31"/>
                        <a:pt x="1423" y="31"/>
                        <a:pt x="1431" y="31"/>
                      </a:cubicBezTo>
                      <a:cubicBezTo>
                        <a:pt x="1468" y="31"/>
                        <a:pt x="1505" y="31"/>
                        <a:pt x="1542" y="31"/>
                      </a:cubicBezTo>
                      <a:cubicBezTo>
                        <a:pt x="1810" y="32"/>
                        <a:pt x="2079" y="32"/>
                        <a:pt x="2347" y="33"/>
                      </a:cubicBezTo>
                      <a:cubicBezTo>
                        <a:pt x="2613" y="33"/>
                        <a:pt x="2878" y="33"/>
                        <a:pt x="3144" y="34"/>
                      </a:cubicBezTo>
                      <a:cubicBezTo>
                        <a:pt x="3152" y="34"/>
                        <a:pt x="3161" y="34"/>
                        <a:pt x="3169" y="34"/>
                      </a:cubicBezTo>
                      <a:cubicBezTo>
                        <a:pt x="3244" y="34"/>
                        <a:pt x="3320" y="34"/>
                        <a:pt x="3395" y="34"/>
                      </a:cubicBezTo>
                      <a:cubicBezTo>
                        <a:pt x="3583" y="35"/>
                        <a:pt x="3770" y="35"/>
                        <a:pt x="3957" y="36"/>
                      </a:cubicBezTo>
                      <a:cubicBezTo>
                        <a:pt x="3966" y="36"/>
                        <a:pt x="3975" y="36"/>
                        <a:pt x="3983" y="36"/>
                      </a:cubicBezTo>
                      <a:cubicBezTo>
                        <a:pt x="4398" y="36"/>
                        <a:pt x="4813" y="37"/>
                        <a:pt x="5228" y="38"/>
                      </a:cubicBezTo>
                      <a:cubicBezTo>
                        <a:pt x="5372" y="38"/>
                        <a:pt x="5516" y="38"/>
                        <a:pt x="5660" y="39"/>
                      </a:cubicBezTo>
                      <a:cubicBezTo>
                        <a:pt x="5665" y="39"/>
                        <a:pt x="5665" y="39"/>
                        <a:pt x="5688" y="39"/>
                      </a:cubicBezTo>
                      <a:cubicBezTo>
                        <a:pt x="6103" y="39"/>
                        <a:pt x="6518" y="40"/>
                        <a:pt x="6933" y="41"/>
                      </a:cubicBezTo>
                      <a:cubicBezTo>
                        <a:pt x="6960" y="41"/>
                        <a:pt x="6987" y="41"/>
                        <a:pt x="7014" y="41"/>
                      </a:cubicBezTo>
                      <a:cubicBezTo>
                        <a:pt x="7193" y="41"/>
                        <a:pt x="7372" y="42"/>
                        <a:pt x="7550" y="42"/>
                      </a:cubicBezTo>
                      <a:cubicBezTo>
                        <a:pt x="7906" y="43"/>
                        <a:pt x="8261" y="44"/>
                        <a:pt x="8617" y="44"/>
                      </a:cubicBezTo>
                      <a:cubicBezTo>
                        <a:pt x="8634" y="44"/>
                        <a:pt x="8651" y="44"/>
                        <a:pt x="8668" y="44"/>
                      </a:cubicBezTo>
                      <a:cubicBezTo>
                        <a:pt x="9430" y="46"/>
                        <a:pt x="10192" y="47"/>
                        <a:pt x="10954" y="48"/>
                      </a:cubicBezTo>
                      <a:cubicBezTo>
                        <a:pt x="10961" y="49"/>
                        <a:pt x="10968" y="49"/>
                        <a:pt x="10976" y="49"/>
                      </a:cubicBezTo>
                      <a:cubicBezTo>
                        <a:pt x="11333" y="49"/>
                        <a:pt x="11689" y="50"/>
                        <a:pt x="12046" y="50"/>
                      </a:cubicBezTo>
                      <a:cubicBezTo>
                        <a:pt x="12036" y="75"/>
                        <a:pt x="12036" y="75"/>
                        <a:pt x="12021" y="101"/>
                      </a:cubicBezTo>
                      <a:cubicBezTo>
                        <a:pt x="11996" y="106"/>
                        <a:pt x="11977" y="107"/>
                        <a:pt x="11951" y="107"/>
                      </a:cubicBezTo>
                      <a:cubicBezTo>
                        <a:pt x="11944" y="107"/>
                        <a:pt x="11937" y="107"/>
                        <a:pt x="11930" y="107"/>
                      </a:cubicBezTo>
                      <a:cubicBezTo>
                        <a:pt x="11906" y="107"/>
                        <a:pt x="11882" y="106"/>
                        <a:pt x="11859" y="106"/>
                      </a:cubicBezTo>
                      <a:cubicBezTo>
                        <a:pt x="11842" y="106"/>
                        <a:pt x="11826" y="106"/>
                        <a:pt x="11810" y="106"/>
                      </a:cubicBezTo>
                      <a:cubicBezTo>
                        <a:pt x="11767" y="105"/>
                        <a:pt x="11724" y="105"/>
                        <a:pt x="11681" y="104"/>
                      </a:cubicBezTo>
                      <a:cubicBezTo>
                        <a:pt x="11637" y="104"/>
                        <a:pt x="11593" y="104"/>
                        <a:pt x="11549" y="103"/>
                      </a:cubicBezTo>
                      <a:cubicBezTo>
                        <a:pt x="11463" y="103"/>
                        <a:pt x="11377" y="102"/>
                        <a:pt x="11290" y="101"/>
                      </a:cubicBezTo>
                      <a:cubicBezTo>
                        <a:pt x="11290" y="117"/>
                        <a:pt x="11290" y="134"/>
                        <a:pt x="11290" y="151"/>
                      </a:cubicBezTo>
                      <a:cubicBezTo>
                        <a:pt x="11207" y="151"/>
                        <a:pt x="11124" y="151"/>
                        <a:pt x="11038" y="151"/>
                      </a:cubicBezTo>
                      <a:cubicBezTo>
                        <a:pt x="11038" y="135"/>
                        <a:pt x="11038" y="118"/>
                        <a:pt x="11038" y="101"/>
                      </a:cubicBezTo>
                      <a:cubicBezTo>
                        <a:pt x="7745" y="101"/>
                        <a:pt x="4452" y="101"/>
                        <a:pt x="1058" y="101"/>
                      </a:cubicBezTo>
                      <a:cubicBezTo>
                        <a:pt x="1058" y="117"/>
                        <a:pt x="1058" y="134"/>
                        <a:pt x="1058" y="151"/>
                      </a:cubicBezTo>
                      <a:cubicBezTo>
                        <a:pt x="942" y="151"/>
                        <a:pt x="826" y="151"/>
                        <a:pt x="706" y="151"/>
                      </a:cubicBezTo>
                      <a:cubicBezTo>
                        <a:pt x="706" y="135"/>
                        <a:pt x="706" y="118"/>
                        <a:pt x="706" y="101"/>
                      </a:cubicBezTo>
                      <a:cubicBezTo>
                        <a:pt x="702" y="101"/>
                        <a:pt x="702" y="101"/>
                        <a:pt x="681" y="101"/>
                      </a:cubicBezTo>
                      <a:cubicBezTo>
                        <a:pt x="604" y="102"/>
                        <a:pt x="527" y="103"/>
                        <a:pt x="451" y="103"/>
                      </a:cubicBezTo>
                      <a:cubicBezTo>
                        <a:pt x="411" y="104"/>
                        <a:pt x="372" y="104"/>
                        <a:pt x="332" y="105"/>
                      </a:cubicBezTo>
                      <a:cubicBezTo>
                        <a:pt x="294" y="105"/>
                        <a:pt x="256" y="105"/>
                        <a:pt x="218" y="106"/>
                      </a:cubicBezTo>
                      <a:cubicBezTo>
                        <a:pt x="204" y="106"/>
                        <a:pt x="189" y="106"/>
                        <a:pt x="174" y="106"/>
                      </a:cubicBezTo>
                      <a:cubicBezTo>
                        <a:pt x="154" y="107"/>
                        <a:pt x="134" y="107"/>
                        <a:pt x="113" y="107"/>
                      </a:cubicBezTo>
                      <a:cubicBezTo>
                        <a:pt x="102" y="107"/>
                        <a:pt x="90" y="107"/>
                        <a:pt x="78" y="107"/>
                      </a:cubicBezTo>
                      <a:cubicBezTo>
                        <a:pt x="50" y="101"/>
                        <a:pt x="50" y="101"/>
                        <a:pt x="35" y="78"/>
                      </a:cubicBezTo>
                      <a:cubicBezTo>
                        <a:pt x="32" y="69"/>
                        <a:pt x="29" y="60"/>
                        <a:pt x="25" y="50"/>
                      </a:cubicBezTo>
                      <a:cubicBezTo>
                        <a:pt x="17" y="34"/>
                        <a:pt x="9" y="17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44" name="ICON_ACTION_INSPECT_path_013"/>
                <p:cNvSpPr/>
                <p:nvPr/>
              </p:nvSpPr>
              <p:spPr>
                <a:xfrm>
                  <a:off x="3059906" y="5639018"/>
                  <a:ext cx="5121" cy="10241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03" h="8065" fill="norm" stroke="0">
                      <a:moveTo>
                        <a:pt x="0" y="0"/>
                      </a:moveTo>
                      <a:cubicBezTo>
                        <a:pt x="17" y="0"/>
                        <a:pt x="33" y="0"/>
                        <a:pt x="50" y="0"/>
                      </a:cubicBezTo>
                      <a:cubicBezTo>
                        <a:pt x="50" y="33"/>
                        <a:pt x="50" y="67"/>
                        <a:pt x="50" y="101"/>
                      </a:cubicBezTo>
                      <a:cubicBezTo>
                        <a:pt x="67" y="101"/>
                        <a:pt x="84" y="101"/>
                        <a:pt x="101" y="101"/>
                      </a:cubicBezTo>
                      <a:cubicBezTo>
                        <a:pt x="101" y="234"/>
                        <a:pt x="101" y="367"/>
                        <a:pt x="101" y="504"/>
                      </a:cubicBezTo>
                      <a:cubicBezTo>
                        <a:pt x="84" y="504"/>
                        <a:pt x="68" y="504"/>
                        <a:pt x="50" y="504"/>
                      </a:cubicBezTo>
                      <a:cubicBezTo>
                        <a:pt x="50" y="754"/>
                        <a:pt x="50" y="1003"/>
                        <a:pt x="50" y="1260"/>
                      </a:cubicBezTo>
                      <a:cubicBezTo>
                        <a:pt x="67" y="1260"/>
                        <a:pt x="84" y="1260"/>
                        <a:pt x="101" y="1260"/>
                      </a:cubicBezTo>
                      <a:cubicBezTo>
                        <a:pt x="101" y="1493"/>
                        <a:pt x="101" y="1726"/>
                        <a:pt x="101" y="1966"/>
                      </a:cubicBezTo>
                      <a:cubicBezTo>
                        <a:pt x="84" y="1966"/>
                        <a:pt x="68" y="1966"/>
                        <a:pt x="50" y="1966"/>
                      </a:cubicBezTo>
                      <a:cubicBezTo>
                        <a:pt x="50" y="2298"/>
                        <a:pt x="50" y="2631"/>
                        <a:pt x="50" y="2974"/>
                      </a:cubicBezTo>
                      <a:cubicBezTo>
                        <a:pt x="67" y="2974"/>
                        <a:pt x="84" y="2974"/>
                        <a:pt x="101" y="2974"/>
                      </a:cubicBezTo>
                      <a:cubicBezTo>
                        <a:pt x="101" y="3007"/>
                        <a:pt x="101" y="3040"/>
                        <a:pt x="101" y="3075"/>
                      </a:cubicBezTo>
                      <a:cubicBezTo>
                        <a:pt x="84" y="3075"/>
                        <a:pt x="68" y="3075"/>
                        <a:pt x="50" y="3075"/>
                      </a:cubicBezTo>
                      <a:cubicBezTo>
                        <a:pt x="50" y="3108"/>
                        <a:pt x="50" y="3141"/>
                        <a:pt x="50" y="3175"/>
                      </a:cubicBezTo>
                      <a:cubicBezTo>
                        <a:pt x="67" y="3175"/>
                        <a:pt x="84" y="3175"/>
                        <a:pt x="101" y="3175"/>
                      </a:cubicBezTo>
                      <a:cubicBezTo>
                        <a:pt x="101" y="3209"/>
                        <a:pt x="101" y="3242"/>
                        <a:pt x="101" y="3276"/>
                      </a:cubicBezTo>
                      <a:cubicBezTo>
                        <a:pt x="84" y="3276"/>
                        <a:pt x="68" y="3276"/>
                        <a:pt x="50" y="3276"/>
                      </a:cubicBezTo>
                      <a:cubicBezTo>
                        <a:pt x="50" y="3309"/>
                        <a:pt x="50" y="3343"/>
                        <a:pt x="50" y="3377"/>
                      </a:cubicBezTo>
                      <a:cubicBezTo>
                        <a:pt x="67" y="3377"/>
                        <a:pt x="84" y="3377"/>
                        <a:pt x="101" y="3377"/>
                      </a:cubicBezTo>
                      <a:cubicBezTo>
                        <a:pt x="101" y="3427"/>
                        <a:pt x="101" y="3477"/>
                        <a:pt x="101" y="3528"/>
                      </a:cubicBezTo>
                      <a:cubicBezTo>
                        <a:pt x="84" y="3528"/>
                        <a:pt x="68" y="3528"/>
                        <a:pt x="50" y="3528"/>
                      </a:cubicBezTo>
                      <a:cubicBezTo>
                        <a:pt x="50" y="3611"/>
                        <a:pt x="50" y="3695"/>
                        <a:pt x="50" y="3780"/>
                      </a:cubicBezTo>
                      <a:cubicBezTo>
                        <a:pt x="67" y="3780"/>
                        <a:pt x="84" y="3780"/>
                        <a:pt x="101" y="3780"/>
                      </a:cubicBezTo>
                      <a:cubicBezTo>
                        <a:pt x="101" y="3814"/>
                        <a:pt x="101" y="3847"/>
                        <a:pt x="101" y="3881"/>
                      </a:cubicBezTo>
                      <a:cubicBezTo>
                        <a:pt x="84" y="3881"/>
                        <a:pt x="68" y="3881"/>
                        <a:pt x="50" y="3881"/>
                      </a:cubicBezTo>
                      <a:cubicBezTo>
                        <a:pt x="50" y="3964"/>
                        <a:pt x="50" y="4047"/>
                        <a:pt x="50" y="4133"/>
                      </a:cubicBezTo>
                      <a:cubicBezTo>
                        <a:pt x="67" y="4133"/>
                        <a:pt x="84" y="4133"/>
                        <a:pt x="101" y="4133"/>
                      </a:cubicBezTo>
                      <a:cubicBezTo>
                        <a:pt x="101" y="4233"/>
                        <a:pt x="101" y="4333"/>
                        <a:pt x="101" y="4435"/>
                      </a:cubicBezTo>
                      <a:cubicBezTo>
                        <a:pt x="84" y="4435"/>
                        <a:pt x="68" y="4435"/>
                        <a:pt x="50" y="4435"/>
                      </a:cubicBezTo>
                      <a:cubicBezTo>
                        <a:pt x="50" y="4618"/>
                        <a:pt x="50" y="4801"/>
                        <a:pt x="50" y="4990"/>
                      </a:cubicBezTo>
                      <a:cubicBezTo>
                        <a:pt x="67" y="4990"/>
                        <a:pt x="84" y="4990"/>
                        <a:pt x="101" y="4990"/>
                      </a:cubicBezTo>
                      <a:cubicBezTo>
                        <a:pt x="101" y="5256"/>
                        <a:pt x="101" y="5522"/>
                        <a:pt x="101" y="5796"/>
                      </a:cubicBezTo>
                      <a:cubicBezTo>
                        <a:pt x="84" y="5796"/>
                        <a:pt x="68" y="5796"/>
                        <a:pt x="50" y="5796"/>
                      </a:cubicBezTo>
                      <a:cubicBezTo>
                        <a:pt x="50" y="5880"/>
                        <a:pt x="50" y="5963"/>
                        <a:pt x="50" y="6048"/>
                      </a:cubicBezTo>
                      <a:cubicBezTo>
                        <a:pt x="67" y="6048"/>
                        <a:pt x="84" y="6048"/>
                        <a:pt x="101" y="6048"/>
                      </a:cubicBezTo>
                      <a:cubicBezTo>
                        <a:pt x="101" y="6231"/>
                        <a:pt x="101" y="6414"/>
                        <a:pt x="101" y="6603"/>
                      </a:cubicBezTo>
                      <a:cubicBezTo>
                        <a:pt x="84" y="6603"/>
                        <a:pt x="68" y="6603"/>
                        <a:pt x="50" y="6603"/>
                      </a:cubicBezTo>
                      <a:cubicBezTo>
                        <a:pt x="50" y="6703"/>
                        <a:pt x="50" y="6802"/>
                        <a:pt x="50" y="6905"/>
                      </a:cubicBezTo>
                      <a:cubicBezTo>
                        <a:pt x="67" y="6905"/>
                        <a:pt x="84" y="6905"/>
                        <a:pt x="101" y="6905"/>
                      </a:cubicBezTo>
                      <a:cubicBezTo>
                        <a:pt x="101" y="6988"/>
                        <a:pt x="101" y="7072"/>
                        <a:pt x="101" y="7157"/>
                      </a:cubicBezTo>
                      <a:cubicBezTo>
                        <a:pt x="84" y="7157"/>
                        <a:pt x="68" y="7157"/>
                        <a:pt x="50" y="7157"/>
                      </a:cubicBezTo>
                      <a:cubicBezTo>
                        <a:pt x="50" y="7290"/>
                        <a:pt x="50" y="7423"/>
                        <a:pt x="50" y="7560"/>
                      </a:cubicBezTo>
                      <a:cubicBezTo>
                        <a:pt x="67" y="7560"/>
                        <a:pt x="84" y="7560"/>
                        <a:pt x="101" y="7560"/>
                      </a:cubicBezTo>
                      <a:cubicBezTo>
                        <a:pt x="101" y="7610"/>
                        <a:pt x="101" y="7660"/>
                        <a:pt x="101" y="7712"/>
                      </a:cubicBezTo>
                      <a:cubicBezTo>
                        <a:pt x="84" y="7712"/>
                        <a:pt x="68" y="7712"/>
                        <a:pt x="50" y="7712"/>
                      </a:cubicBezTo>
                      <a:cubicBezTo>
                        <a:pt x="50" y="7795"/>
                        <a:pt x="50" y="7878"/>
                        <a:pt x="50" y="7964"/>
                      </a:cubicBezTo>
                      <a:cubicBezTo>
                        <a:pt x="134" y="7964"/>
                        <a:pt x="217" y="7964"/>
                        <a:pt x="302" y="7964"/>
                      </a:cubicBezTo>
                      <a:cubicBezTo>
                        <a:pt x="302" y="7980"/>
                        <a:pt x="302" y="7997"/>
                        <a:pt x="302" y="8014"/>
                      </a:cubicBezTo>
                      <a:cubicBezTo>
                        <a:pt x="336" y="8014"/>
                        <a:pt x="369" y="8014"/>
                        <a:pt x="403" y="8014"/>
                      </a:cubicBezTo>
                      <a:cubicBezTo>
                        <a:pt x="403" y="8031"/>
                        <a:pt x="403" y="8047"/>
                        <a:pt x="403" y="8065"/>
                      </a:cubicBezTo>
                      <a:cubicBezTo>
                        <a:pt x="303" y="8065"/>
                        <a:pt x="204" y="8065"/>
                        <a:pt x="101" y="8065"/>
                      </a:cubicBezTo>
                      <a:cubicBezTo>
                        <a:pt x="101" y="8048"/>
                        <a:pt x="101" y="8031"/>
                        <a:pt x="101" y="8014"/>
                      </a:cubicBezTo>
                      <a:cubicBezTo>
                        <a:pt x="68" y="8014"/>
                        <a:pt x="34" y="8014"/>
                        <a:pt x="0" y="8014"/>
                      </a:cubicBezTo>
                      <a:cubicBezTo>
                        <a:pt x="0" y="5369"/>
                        <a:pt x="0" y="2725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45" name="ICON_ACTION_INSPECT_path_014"/>
                <p:cNvSpPr/>
                <p:nvPr/>
              </p:nvSpPr>
              <p:spPr>
                <a:xfrm>
                  <a:off x="3085511" y="5698549"/>
                  <a:ext cx="1920" cy="3712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1" h="2923" fill="norm" stroke="0">
                      <a:moveTo>
                        <a:pt x="0" y="0"/>
                      </a:moveTo>
                      <a:cubicBezTo>
                        <a:pt x="33" y="0"/>
                        <a:pt x="67" y="0"/>
                        <a:pt x="101" y="0"/>
                      </a:cubicBezTo>
                      <a:cubicBezTo>
                        <a:pt x="101" y="299"/>
                        <a:pt x="101" y="599"/>
                        <a:pt x="101" y="907"/>
                      </a:cubicBezTo>
                      <a:cubicBezTo>
                        <a:pt x="117" y="907"/>
                        <a:pt x="134" y="907"/>
                        <a:pt x="151" y="907"/>
                      </a:cubicBezTo>
                      <a:cubicBezTo>
                        <a:pt x="151" y="941"/>
                        <a:pt x="151" y="974"/>
                        <a:pt x="151" y="1008"/>
                      </a:cubicBezTo>
                      <a:cubicBezTo>
                        <a:pt x="135" y="1008"/>
                        <a:pt x="118" y="1008"/>
                        <a:pt x="101" y="1008"/>
                      </a:cubicBezTo>
                      <a:cubicBezTo>
                        <a:pt x="101" y="1091"/>
                        <a:pt x="101" y="1174"/>
                        <a:pt x="101" y="1260"/>
                      </a:cubicBezTo>
                      <a:cubicBezTo>
                        <a:pt x="117" y="1260"/>
                        <a:pt x="134" y="1260"/>
                        <a:pt x="151" y="1260"/>
                      </a:cubicBezTo>
                      <a:cubicBezTo>
                        <a:pt x="151" y="1310"/>
                        <a:pt x="151" y="1360"/>
                        <a:pt x="151" y="1411"/>
                      </a:cubicBezTo>
                      <a:cubicBezTo>
                        <a:pt x="135" y="1411"/>
                        <a:pt x="118" y="1411"/>
                        <a:pt x="101" y="1411"/>
                      </a:cubicBezTo>
                      <a:cubicBezTo>
                        <a:pt x="101" y="1511"/>
                        <a:pt x="101" y="1611"/>
                        <a:pt x="101" y="1714"/>
                      </a:cubicBezTo>
                      <a:cubicBezTo>
                        <a:pt x="117" y="1714"/>
                        <a:pt x="134" y="1714"/>
                        <a:pt x="151" y="1714"/>
                      </a:cubicBezTo>
                      <a:cubicBezTo>
                        <a:pt x="151" y="1764"/>
                        <a:pt x="151" y="1814"/>
                        <a:pt x="151" y="1865"/>
                      </a:cubicBezTo>
                      <a:cubicBezTo>
                        <a:pt x="135" y="1865"/>
                        <a:pt x="118" y="1865"/>
                        <a:pt x="101" y="1865"/>
                      </a:cubicBezTo>
                      <a:cubicBezTo>
                        <a:pt x="101" y="2114"/>
                        <a:pt x="101" y="2364"/>
                        <a:pt x="101" y="2621"/>
                      </a:cubicBezTo>
                      <a:cubicBezTo>
                        <a:pt x="117" y="2621"/>
                        <a:pt x="134" y="2621"/>
                        <a:pt x="151" y="2621"/>
                      </a:cubicBezTo>
                      <a:cubicBezTo>
                        <a:pt x="151" y="2704"/>
                        <a:pt x="151" y="2787"/>
                        <a:pt x="151" y="2873"/>
                      </a:cubicBezTo>
                      <a:cubicBezTo>
                        <a:pt x="135" y="2873"/>
                        <a:pt x="118" y="2873"/>
                        <a:pt x="101" y="2873"/>
                      </a:cubicBezTo>
                      <a:cubicBezTo>
                        <a:pt x="101" y="2890"/>
                        <a:pt x="101" y="2906"/>
                        <a:pt x="101" y="2923"/>
                      </a:cubicBezTo>
                      <a:cubicBezTo>
                        <a:pt x="68" y="2923"/>
                        <a:pt x="34" y="2923"/>
                        <a:pt x="0" y="2923"/>
                      </a:cubicBezTo>
                      <a:cubicBezTo>
                        <a:pt x="0" y="1959"/>
                        <a:pt x="0" y="99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20" cap="flat">
                  <a:noFill/>
                </a:ln>
              </p:spPr>
            </p:sp>
            <p:sp>
              <p:nvSpPr>
                <p:cNvPr id="1046" name="ICON_ACTION_INSPECT_path_015"/>
                <p:cNvSpPr/>
                <p:nvPr/>
              </p:nvSpPr>
              <p:spPr>
                <a:xfrm>
                  <a:off x="3108555" y="5694708"/>
                  <a:ext cx="7681" cy="467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05" h="3679" fill="norm" stroke="0">
                      <a:moveTo>
                        <a:pt x="0" y="0"/>
                      </a:moveTo>
                      <a:cubicBezTo>
                        <a:pt x="17" y="0"/>
                        <a:pt x="33" y="0"/>
                        <a:pt x="50" y="0"/>
                      </a:cubicBezTo>
                      <a:cubicBezTo>
                        <a:pt x="50" y="1181"/>
                        <a:pt x="50" y="2362"/>
                        <a:pt x="50" y="3579"/>
                      </a:cubicBezTo>
                      <a:cubicBezTo>
                        <a:pt x="67" y="3579"/>
                        <a:pt x="84" y="3579"/>
                        <a:pt x="101" y="3579"/>
                      </a:cubicBezTo>
                      <a:cubicBezTo>
                        <a:pt x="101" y="3595"/>
                        <a:pt x="101" y="3612"/>
                        <a:pt x="101" y="3629"/>
                      </a:cubicBezTo>
                      <a:cubicBezTo>
                        <a:pt x="151" y="3629"/>
                        <a:pt x="201" y="3629"/>
                        <a:pt x="252" y="3629"/>
                      </a:cubicBezTo>
                      <a:cubicBezTo>
                        <a:pt x="252" y="3612"/>
                        <a:pt x="252" y="3596"/>
                        <a:pt x="252" y="3579"/>
                      </a:cubicBezTo>
                      <a:cubicBezTo>
                        <a:pt x="335" y="3579"/>
                        <a:pt x="418" y="3579"/>
                        <a:pt x="504" y="3579"/>
                      </a:cubicBezTo>
                      <a:cubicBezTo>
                        <a:pt x="504" y="3595"/>
                        <a:pt x="504" y="3612"/>
                        <a:pt x="504" y="3629"/>
                      </a:cubicBezTo>
                      <a:cubicBezTo>
                        <a:pt x="537" y="3629"/>
                        <a:pt x="571" y="3629"/>
                        <a:pt x="605" y="3629"/>
                      </a:cubicBezTo>
                      <a:cubicBezTo>
                        <a:pt x="605" y="3646"/>
                        <a:pt x="605" y="3662"/>
                        <a:pt x="605" y="3679"/>
                      </a:cubicBezTo>
                      <a:cubicBezTo>
                        <a:pt x="422" y="3679"/>
                        <a:pt x="239" y="3679"/>
                        <a:pt x="50" y="3679"/>
                      </a:cubicBezTo>
                      <a:cubicBezTo>
                        <a:pt x="50" y="3663"/>
                        <a:pt x="50" y="3646"/>
                        <a:pt x="50" y="3629"/>
                      </a:cubicBezTo>
                      <a:cubicBezTo>
                        <a:pt x="34" y="3629"/>
                        <a:pt x="17" y="3629"/>
                        <a:pt x="0" y="3629"/>
                      </a:cubicBezTo>
                      <a:cubicBezTo>
                        <a:pt x="0" y="2431"/>
                        <a:pt x="0" y="1234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47" name="ICON_ACTION_INSPECT_path_016"/>
                <p:cNvSpPr/>
                <p:nvPr/>
              </p:nvSpPr>
              <p:spPr>
                <a:xfrm>
                  <a:off x="2964528" y="5701749"/>
                  <a:ext cx="8322" cy="396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55" h="3125" fill="norm" stroke="0">
                      <a:moveTo>
                        <a:pt x="605" y="0"/>
                      </a:moveTo>
                      <a:cubicBezTo>
                        <a:pt x="621" y="0"/>
                        <a:pt x="638" y="0"/>
                        <a:pt x="655" y="0"/>
                      </a:cubicBezTo>
                      <a:cubicBezTo>
                        <a:pt x="655" y="1015"/>
                        <a:pt x="655" y="2029"/>
                        <a:pt x="655" y="3075"/>
                      </a:cubicBezTo>
                      <a:cubicBezTo>
                        <a:pt x="639" y="3075"/>
                        <a:pt x="622" y="3075"/>
                        <a:pt x="605" y="3075"/>
                      </a:cubicBezTo>
                      <a:cubicBezTo>
                        <a:pt x="605" y="3091"/>
                        <a:pt x="605" y="3108"/>
                        <a:pt x="605" y="3125"/>
                      </a:cubicBezTo>
                      <a:cubicBezTo>
                        <a:pt x="405" y="3125"/>
                        <a:pt x="206" y="3125"/>
                        <a:pt x="0" y="3125"/>
                      </a:cubicBezTo>
                      <a:cubicBezTo>
                        <a:pt x="4" y="3117"/>
                        <a:pt x="4" y="3117"/>
                        <a:pt x="25" y="3075"/>
                      </a:cubicBezTo>
                      <a:cubicBezTo>
                        <a:pt x="48" y="3069"/>
                        <a:pt x="48" y="3069"/>
                        <a:pt x="77" y="3069"/>
                      </a:cubicBezTo>
                      <a:cubicBezTo>
                        <a:pt x="82" y="3069"/>
                        <a:pt x="82" y="3069"/>
                        <a:pt x="109" y="3069"/>
                      </a:cubicBezTo>
                      <a:cubicBezTo>
                        <a:pt x="120" y="3069"/>
                        <a:pt x="132" y="3069"/>
                        <a:pt x="143" y="3070"/>
                      </a:cubicBezTo>
                      <a:cubicBezTo>
                        <a:pt x="155" y="3070"/>
                        <a:pt x="167" y="3070"/>
                        <a:pt x="179" y="3070"/>
                      </a:cubicBezTo>
                      <a:cubicBezTo>
                        <a:pt x="210" y="3070"/>
                        <a:pt x="241" y="3071"/>
                        <a:pt x="272" y="3071"/>
                      </a:cubicBezTo>
                      <a:cubicBezTo>
                        <a:pt x="304" y="3072"/>
                        <a:pt x="336" y="3072"/>
                        <a:pt x="368" y="3072"/>
                      </a:cubicBezTo>
                      <a:cubicBezTo>
                        <a:pt x="430" y="3073"/>
                        <a:pt x="492" y="3074"/>
                        <a:pt x="554" y="3075"/>
                      </a:cubicBezTo>
                      <a:cubicBezTo>
                        <a:pt x="554" y="3058"/>
                        <a:pt x="554" y="3041"/>
                        <a:pt x="554" y="3024"/>
                      </a:cubicBezTo>
                      <a:cubicBezTo>
                        <a:pt x="571" y="3024"/>
                        <a:pt x="588" y="3024"/>
                        <a:pt x="605" y="3024"/>
                      </a:cubicBezTo>
                      <a:cubicBezTo>
                        <a:pt x="605" y="2758"/>
                        <a:pt x="605" y="2492"/>
                        <a:pt x="605" y="2218"/>
                      </a:cubicBezTo>
                      <a:cubicBezTo>
                        <a:pt x="588" y="2218"/>
                        <a:pt x="572" y="2218"/>
                        <a:pt x="554" y="2218"/>
                      </a:cubicBezTo>
                      <a:cubicBezTo>
                        <a:pt x="554" y="2201"/>
                        <a:pt x="554" y="2184"/>
                        <a:pt x="554" y="2167"/>
                      </a:cubicBezTo>
                      <a:cubicBezTo>
                        <a:pt x="571" y="2167"/>
                        <a:pt x="588" y="2167"/>
                        <a:pt x="605" y="2167"/>
                      </a:cubicBezTo>
                      <a:cubicBezTo>
                        <a:pt x="605" y="1801"/>
                        <a:pt x="605" y="1435"/>
                        <a:pt x="605" y="1058"/>
                      </a:cubicBezTo>
                      <a:cubicBezTo>
                        <a:pt x="588" y="1058"/>
                        <a:pt x="572" y="1058"/>
                        <a:pt x="554" y="1058"/>
                      </a:cubicBezTo>
                      <a:cubicBezTo>
                        <a:pt x="554" y="975"/>
                        <a:pt x="554" y="892"/>
                        <a:pt x="554" y="806"/>
                      </a:cubicBezTo>
                      <a:cubicBezTo>
                        <a:pt x="571" y="806"/>
                        <a:pt x="588" y="806"/>
                        <a:pt x="605" y="806"/>
                      </a:cubicBezTo>
                      <a:cubicBezTo>
                        <a:pt x="605" y="757"/>
                        <a:pt x="605" y="707"/>
                        <a:pt x="605" y="655"/>
                      </a:cubicBezTo>
                      <a:cubicBezTo>
                        <a:pt x="588" y="655"/>
                        <a:pt x="572" y="655"/>
                        <a:pt x="554" y="655"/>
                      </a:cubicBezTo>
                      <a:cubicBezTo>
                        <a:pt x="554" y="622"/>
                        <a:pt x="554" y="589"/>
                        <a:pt x="554" y="554"/>
                      </a:cubicBezTo>
                      <a:cubicBezTo>
                        <a:pt x="571" y="554"/>
                        <a:pt x="588" y="554"/>
                        <a:pt x="605" y="554"/>
                      </a:cubicBezTo>
                      <a:cubicBezTo>
                        <a:pt x="605" y="371"/>
                        <a:pt x="605" y="189"/>
                        <a:pt x="605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48" name="ICON_ACTION_INSPECT_path_017"/>
                <p:cNvSpPr/>
                <p:nvPr/>
              </p:nvSpPr>
              <p:spPr>
                <a:xfrm>
                  <a:off x="3018939" y="5659502"/>
                  <a:ext cx="12802" cy="256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08" h="202" fill="norm" stroke="0">
                      <a:moveTo>
                        <a:pt x="50" y="0"/>
                      </a:moveTo>
                      <a:cubicBezTo>
                        <a:pt x="317" y="0"/>
                        <a:pt x="583" y="0"/>
                        <a:pt x="857" y="0"/>
                      </a:cubicBezTo>
                      <a:cubicBezTo>
                        <a:pt x="857" y="33"/>
                        <a:pt x="857" y="67"/>
                        <a:pt x="857" y="101"/>
                      </a:cubicBezTo>
                      <a:cubicBezTo>
                        <a:pt x="873" y="101"/>
                        <a:pt x="890" y="101"/>
                        <a:pt x="907" y="101"/>
                      </a:cubicBezTo>
                      <a:cubicBezTo>
                        <a:pt x="907" y="117"/>
                        <a:pt x="907" y="134"/>
                        <a:pt x="907" y="151"/>
                      </a:cubicBezTo>
                      <a:cubicBezTo>
                        <a:pt x="941" y="151"/>
                        <a:pt x="974" y="151"/>
                        <a:pt x="1008" y="151"/>
                      </a:cubicBezTo>
                      <a:cubicBezTo>
                        <a:pt x="1008" y="168"/>
                        <a:pt x="1008" y="184"/>
                        <a:pt x="1008" y="202"/>
                      </a:cubicBezTo>
                      <a:cubicBezTo>
                        <a:pt x="675" y="202"/>
                        <a:pt x="343" y="202"/>
                        <a:pt x="0" y="202"/>
                      </a:cubicBezTo>
                      <a:cubicBezTo>
                        <a:pt x="0" y="185"/>
                        <a:pt x="0" y="168"/>
                        <a:pt x="0" y="151"/>
                      </a:cubicBezTo>
                      <a:cubicBezTo>
                        <a:pt x="17" y="151"/>
                        <a:pt x="33" y="151"/>
                        <a:pt x="50" y="151"/>
                      </a:cubicBezTo>
                      <a:cubicBezTo>
                        <a:pt x="50" y="101"/>
                        <a:pt x="50" y="51"/>
                        <a:pt x="5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49" name="ICON_ACTION_INSPECT_path_018"/>
                <p:cNvSpPr/>
                <p:nvPr/>
              </p:nvSpPr>
              <p:spPr>
                <a:xfrm>
                  <a:off x="3066307" y="5665577"/>
                  <a:ext cx="18564" cy="288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62" h="227" fill="norm" stroke="0">
                      <a:moveTo>
                        <a:pt x="411" y="8"/>
                      </a:moveTo>
                      <a:cubicBezTo>
                        <a:pt x="444" y="9"/>
                        <a:pt x="478" y="9"/>
                        <a:pt x="511" y="9"/>
                      </a:cubicBezTo>
                      <a:cubicBezTo>
                        <a:pt x="575" y="10"/>
                        <a:pt x="638" y="11"/>
                        <a:pt x="701" y="13"/>
                      </a:cubicBezTo>
                      <a:cubicBezTo>
                        <a:pt x="773" y="15"/>
                        <a:pt x="845" y="16"/>
                        <a:pt x="917" y="17"/>
                      </a:cubicBezTo>
                      <a:cubicBezTo>
                        <a:pt x="1065" y="19"/>
                        <a:pt x="1213" y="22"/>
                        <a:pt x="1361" y="26"/>
                      </a:cubicBezTo>
                      <a:cubicBezTo>
                        <a:pt x="1361" y="42"/>
                        <a:pt x="1361" y="59"/>
                        <a:pt x="1361" y="76"/>
                      </a:cubicBezTo>
                      <a:cubicBezTo>
                        <a:pt x="1394" y="76"/>
                        <a:pt x="1427" y="76"/>
                        <a:pt x="1462" y="76"/>
                      </a:cubicBezTo>
                      <a:cubicBezTo>
                        <a:pt x="1462" y="126"/>
                        <a:pt x="1462" y="176"/>
                        <a:pt x="1462" y="227"/>
                      </a:cubicBezTo>
                      <a:cubicBezTo>
                        <a:pt x="1383" y="193"/>
                        <a:pt x="1383" y="193"/>
                        <a:pt x="1361" y="177"/>
                      </a:cubicBezTo>
                      <a:cubicBezTo>
                        <a:pt x="1360" y="151"/>
                        <a:pt x="1360" y="151"/>
                        <a:pt x="1361" y="126"/>
                      </a:cubicBezTo>
                      <a:cubicBezTo>
                        <a:pt x="1201" y="128"/>
                        <a:pt x="1041" y="130"/>
                        <a:pt x="882" y="132"/>
                      </a:cubicBezTo>
                      <a:cubicBezTo>
                        <a:pt x="808" y="134"/>
                        <a:pt x="733" y="135"/>
                        <a:pt x="659" y="135"/>
                      </a:cubicBezTo>
                      <a:cubicBezTo>
                        <a:pt x="595" y="136"/>
                        <a:pt x="530" y="137"/>
                        <a:pt x="465" y="138"/>
                      </a:cubicBezTo>
                      <a:cubicBezTo>
                        <a:pt x="431" y="138"/>
                        <a:pt x="397" y="139"/>
                        <a:pt x="363" y="139"/>
                      </a:cubicBezTo>
                      <a:cubicBezTo>
                        <a:pt x="324" y="139"/>
                        <a:pt x="286" y="140"/>
                        <a:pt x="248" y="141"/>
                      </a:cubicBezTo>
                      <a:cubicBezTo>
                        <a:pt x="237" y="141"/>
                        <a:pt x="225" y="141"/>
                        <a:pt x="214" y="141"/>
                      </a:cubicBezTo>
                      <a:cubicBezTo>
                        <a:pt x="155" y="142"/>
                        <a:pt x="123" y="148"/>
                        <a:pt x="81" y="190"/>
                      </a:cubicBezTo>
                      <a:cubicBezTo>
                        <a:pt x="70" y="202"/>
                        <a:pt x="60" y="215"/>
                        <a:pt x="50" y="227"/>
                      </a:cubicBezTo>
                      <a:cubicBezTo>
                        <a:pt x="34" y="219"/>
                        <a:pt x="17" y="211"/>
                        <a:pt x="0" y="202"/>
                      </a:cubicBezTo>
                      <a:cubicBezTo>
                        <a:pt x="106" y="23"/>
                        <a:pt x="211" y="0"/>
                        <a:pt x="411" y="8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50" name="ICON_ACTION_INSPECT_path_019"/>
                <p:cNvSpPr/>
                <p:nvPr/>
              </p:nvSpPr>
              <p:spPr>
                <a:xfrm>
                  <a:off x="2975410" y="5696629"/>
                  <a:ext cx="14083" cy="320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09" h="252" fill="norm" stroke="0">
                      <a:moveTo>
                        <a:pt x="756" y="0"/>
                      </a:moveTo>
                      <a:cubicBezTo>
                        <a:pt x="789" y="0"/>
                        <a:pt x="823" y="0"/>
                        <a:pt x="857" y="0"/>
                      </a:cubicBezTo>
                      <a:cubicBezTo>
                        <a:pt x="857" y="33"/>
                        <a:pt x="857" y="67"/>
                        <a:pt x="857" y="101"/>
                      </a:cubicBezTo>
                      <a:cubicBezTo>
                        <a:pt x="907" y="101"/>
                        <a:pt x="957" y="101"/>
                        <a:pt x="1008" y="101"/>
                      </a:cubicBezTo>
                      <a:cubicBezTo>
                        <a:pt x="1008" y="117"/>
                        <a:pt x="1008" y="134"/>
                        <a:pt x="1008" y="151"/>
                      </a:cubicBezTo>
                      <a:cubicBezTo>
                        <a:pt x="1016" y="150"/>
                        <a:pt x="1024" y="149"/>
                        <a:pt x="1032" y="148"/>
                      </a:cubicBezTo>
                      <a:cubicBezTo>
                        <a:pt x="1041" y="149"/>
                        <a:pt x="1049" y="150"/>
                        <a:pt x="1058" y="151"/>
                      </a:cubicBezTo>
                      <a:cubicBezTo>
                        <a:pt x="1073" y="173"/>
                        <a:pt x="1073" y="173"/>
                        <a:pt x="1084" y="202"/>
                      </a:cubicBezTo>
                      <a:cubicBezTo>
                        <a:pt x="1088" y="211"/>
                        <a:pt x="1093" y="220"/>
                        <a:pt x="1098" y="230"/>
                      </a:cubicBezTo>
                      <a:cubicBezTo>
                        <a:pt x="1101" y="237"/>
                        <a:pt x="1105" y="245"/>
                        <a:pt x="1109" y="252"/>
                      </a:cubicBezTo>
                      <a:cubicBezTo>
                        <a:pt x="1076" y="252"/>
                        <a:pt x="1042" y="252"/>
                        <a:pt x="1008" y="252"/>
                      </a:cubicBezTo>
                      <a:cubicBezTo>
                        <a:pt x="1008" y="235"/>
                        <a:pt x="1008" y="219"/>
                        <a:pt x="1008" y="202"/>
                      </a:cubicBezTo>
                      <a:cubicBezTo>
                        <a:pt x="675" y="202"/>
                        <a:pt x="343" y="202"/>
                        <a:pt x="0" y="202"/>
                      </a:cubicBezTo>
                      <a:cubicBezTo>
                        <a:pt x="0" y="168"/>
                        <a:pt x="0" y="135"/>
                        <a:pt x="0" y="101"/>
                      </a:cubicBezTo>
                      <a:cubicBezTo>
                        <a:pt x="249" y="101"/>
                        <a:pt x="499" y="101"/>
                        <a:pt x="756" y="101"/>
                      </a:cubicBezTo>
                      <a:cubicBezTo>
                        <a:pt x="756" y="68"/>
                        <a:pt x="756" y="34"/>
                        <a:pt x="756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51" name="ICON_ACTION_INSPECT_path_020"/>
                <p:cNvSpPr/>
                <p:nvPr/>
              </p:nvSpPr>
              <p:spPr>
                <a:xfrm>
                  <a:off x="3091912" y="5689587"/>
                  <a:ext cx="16003" cy="320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60" h="252" fill="norm" stroke="0">
                      <a:moveTo>
                        <a:pt x="353" y="0"/>
                      </a:moveTo>
                      <a:cubicBezTo>
                        <a:pt x="403" y="0"/>
                        <a:pt x="453" y="0"/>
                        <a:pt x="504" y="0"/>
                      </a:cubicBezTo>
                      <a:cubicBezTo>
                        <a:pt x="504" y="33"/>
                        <a:pt x="504" y="67"/>
                        <a:pt x="504" y="101"/>
                      </a:cubicBezTo>
                      <a:cubicBezTo>
                        <a:pt x="521" y="101"/>
                        <a:pt x="537" y="101"/>
                        <a:pt x="554" y="101"/>
                      </a:cubicBezTo>
                      <a:cubicBezTo>
                        <a:pt x="554" y="117"/>
                        <a:pt x="554" y="134"/>
                        <a:pt x="554" y="151"/>
                      </a:cubicBezTo>
                      <a:cubicBezTo>
                        <a:pt x="563" y="151"/>
                        <a:pt x="571" y="151"/>
                        <a:pt x="579" y="151"/>
                      </a:cubicBezTo>
                      <a:cubicBezTo>
                        <a:pt x="656" y="150"/>
                        <a:pt x="733" y="149"/>
                        <a:pt x="809" y="149"/>
                      </a:cubicBezTo>
                      <a:cubicBezTo>
                        <a:pt x="849" y="148"/>
                        <a:pt x="888" y="148"/>
                        <a:pt x="928" y="147"/>
                      </a:cubicBezTo>
                      <a:cubicBezTo>
                        <a:pt x="966" y="147"/>
                        <a:pt x="1004" y="147"/>
                        <a:pt x="1042" y="146"/>
                      </a:cubicBezTo>
                      <a:cubicBezTo>
                        <a:pt x="1057" y="146"/>
                        <a:pt x="1071" y="146"/>
                        <a:pt x="1086" y="146"/>
                      </a:cubicBezTo>
                      <a:cubicBezTo>
                        <a:pt x="1106" y="146"/>
                        <a:pt x="1126" y="145"/>
                        <a:pt x="1147" y="145"/>
                      </a:cubicBezTo>
                      <a:cubicBezTo>
                        <a:pt x="1158" y="145"/>
                        <a:pt x="1170" y="145"/>
                        <a:pt x="1182" y="145"/>
                      </a:cubicBezTo>
                      <a:cubicBezTo>
                        <a:pt x="1210" y="151"/>
                        <a:pt x="1210" y="151"/>
                        <a:pt x="1225" y="174"/>
                      </a:cubicBezTo>
                      <a:cubicBezTo>
                        <a:pt x="1228" y="183"/>
                        <a:pt x="1231" y="192"/>
                        <a:pt x="1235" y="202"/>
                      </a:cubicBezTo>
                      <a:cubicBezTo>
                        <a:pt x="1240" y="211"/>
                        <a:pt x="1244" y="220"/>
                        <a:pt x="1249" y="230"/>
                      </a:cubicBezTo>
                      <a:cubicBezTo>
                        <a:pt x="1253" y="237"/>
                        <a:pt x="1256" y="245"/>
                        <a:pt x="1260" y="252"/>
                      </a:cubicBezTo>
                      <a:cubicBezTo>
                        <a:pt x="1257" y="251"/>
                        <a:pt x="1257" y="251"/>
                        <a:pt x="1241" y="247"/>
                      </a:cubicBezTo>
                      <a:cubicBezTo>
                        <a:pt x="1130" y="220"/>
                        <a:pt x="1019" y="223"/>
                        <a:pt x="906" y="223"/>
                      </a:cubicBezTo>
                      <a:cubicBezTo>
                        <a:pt x="884" y="223"/>
                        <a:pt x="861" y="223"/>
                        <a:pt x="839" y="223"/>
                      </a:cubicBezTo>
                      <a:cubicBezTo>
                        <a:pt x="793" y="223"/>
                        <a:pt x="747" y="223"/>
                        <a:pt x="701" y="224"/>
                      </a:cubicBezTo>
                      <a:cubicBezTo>
                        <a:pt x="642" y="224"/>
                        <a:pt x="583" y="224"/>
                        <a:pt x="524" y="223"/>
                      </a:cubicBezTo>
                      <a:cubicBezTo>
                        <a:pt x="479" y="223"/>
                        <a:pt x="433" y="223"/>
                        <a:pt x="387" y="223"/>
                      </a:cubicBezTo>
                      <a:cubicBezTo>
                        <a:pt x="366" y="223"/>
                        <a:pt x="344" y="223"/>
                        <a:pt x="322" y="223"/>
                      </a:cubicBezTo>
                      <a:cubicBezTo>
                        <a:pt x="105" y="223"/>
                        <a:pt x="105" y="223"/>
                        <a:pt x="0" y="252"/>
                      </a:cubicBezTo>
                      <a:cubicBezTo>
                        <a:pt x="4" y="244"/>
                        <a:pt x="8" y="237"/>
                        <a:pt x="12" y="229"/>
                      </a:cubicBezTo>
                      <a:cubicBezTo>
                        <a:pt x="25" y="202"/>
                        <a:pt x="25" y="202"/>
                        <a:pt x="36" y="174"/>
                      </a:cubicBezTo>
                      <a:cubicBezTo>
                        <a:pt x="50" y="151"/>
                        <a:pt x="50" y="151"/>
                        <a:pt x="76" y="145"/>
                      </a:cubicBezTo>
                      <a:cubicBezTo>
                        <a:pt x="82" y="146"/>
                        <a:pt x="82" y="146"/>
                        <a:pt x="108" y="146"/>
                      </a:cubicBezTo>
                      <a:cubicBezTo>
                        <a:pt x="119" y="146"/>
                        <a:pt x="131" y="147"/>
                        <a:pt x="142" y="147"/>
                      </a:cubicBezTo>
                      <a:cubicBezTo>
                        <a:pt x="154" y="147"/>
                        <a:pt x="166" y="148"/>
                        <a:pt x="178" y="148"/>
                      </a:cubicBezTo>
                      <a:cubicBezTo>
                        <a:pt x="190" y="148"/>
                        <a:pt x="202" y="149"/>
                        <a:pt x="214" y="149"/>
                      </a:cubicBezTo>
                      <a:cubicBezTo>
                        <a:pt x="244" y="149"/>
                        <a:pt x="273" y="150"/>
                        <a:pt x="302" y="151"/>
                      </a:cubicBezTo>
                      <a:cubicBezTo>
                        <a:pt x="302" y="135"/>
                        <a:pt x="302" y="118"/>
                        <a:pt x="302" y="101"/>
                      </a:cubicBezTo>
                      <a:cubicBezTo>
                        <a:pt x="319" y="101"/>
                        <a:pt x="336" y="101"/>
                        <a:pt x="353" y="101"/>
                      </a:cubicBezTo>
                      <a:cubicBezTo>
                        <a:pt x="353" y="68"/>
                        <a:pt x="353" y="34"/>
                        <a:pt x="353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52" name="ICON_ACTION_INSPECT_path_021"/>
                <p:cNvSpPr/>
                <p:nvPr/>
              </p:nvSpPr>
              <p:spPr>
                <a:xfrm>
                  <a:off x="3037502" y="5678065"/>
                  <a:ext cx="1280" cy="960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1" h="756" fill="norm" stroke="0">
                      <a:moveTo>
                        <a:pt x="0" y="0"/>
                      </a:moveTo>
                      <a:cubicBezTo>
                        <a:pt x="33" y="0"/>
                        <a:pt x="67" y="0"/>
                        <a:pt x="101" y="0"/>
                      </a:cubicBezTo>
                      <a:cubicBezTo>
                        <a:pt x="101" y="249"/>
                        <a:pt x="101" y="499"/>
                        <a:pt x="101" y="756"/>
                      </a:cubicBezTo>
                      <a:cubicBezTo>
                        <a:pt x="68" y="756"/>
                        <a:pt x="34" y="756"/>
                        <a:pt x="0" y="756"/>
                      </a:cubicBezTo>
                      <a:cubicBezTo>
                        <a:pt x="0" y="507"/>
                        <a:pt x="0" y="25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20" cap="flat">
                  <a:noFill/>
                </a:ln>
              </p:spPr>
            </p:sp>
            <p:sp>
              <p:nvSpPr>
                <p:cNvPr id="1053" name="ICON_ACTION_INSPECT_path_022"/>
                <p:cNvSpPr/>
                <p:nvPr/>
              </p:nvSpPr>
              <p:spPr>
                <a:xfrm>
                  <a:off x="3041983" y="5635817"/>
                  <a:ext cx="16003" cy="128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60" h="101" fill="norm" stroke="0">
                      <a:moveTo>
                        <a:pt x="655" y="0"/>
                      </a:moveTo>
                      <a:cubicBezTo>
                        <a:pt x="722" y="0"/>
                        <a:pt x="788" y="0"/>
                        <a:pt x="857" y="0"/>
                      </a:cubicBezTo>
                      <a:cubicBezTo>
                        <a:pt x="857" y="17"/>
                        <a:pt x="857" y="33"/>
                        <a:pt x="857" y="50"/>
                      </a:cubicBezTo>
                      <a:cubicBezTo>
                        <a:pt x="990" y="50"/>
                        <a:pt x="1123" y="50"/>
                        <a:pt x="1260" y="50"/>
                      </a:cubicBezTo>
                      <a:cubicBezTo>
                        <a:pt x="1260" y="67"/>
                        <a:pt x="1260" y="84"/>
                        <a:pt x="1260" y="101"/>
                      </a:cubicBezTo>
                      <a:cubicBezTo>
                        <a:pt x="844" y="101"/>
                        <a:pt x="428" y="101"/>
                        <a:pt x="0" y="101"/>
                      </a:cubicBezTo>
                      <a:cubicBezTo>
                        <a:pt x="8" y="84"/>
                        <a:pt x="17" y="68"/>
                        <a:pt x="25" y="50"/>
                      </a:cubicBezTo>
                      <a:cubicBezTo>
                        <a:pt x="52" y="44"/>
                        <a:pt x="52" y="44"/>
                        <a:pt x="86" y="45"/>
                      </a:cubicBezTo>
                      <a:cubicBezTo>
                        <a:pt x="89" y="45"/>
                        <a:pt x="89" y="45"/>
                        <a:pt x="105" y="45"/>
                      </a:cubicBezTo>
                      <a:cubicBezTo>
                        <a:pt x="125" y="45"/>
                        <a:pt x="145" y="45"/>
                        <a:pt x="165" y="45"/>
                      </a:cubicBezTo>
                      <a:cubicBezTo>
                        <a:pt x="180" y="46"/>
                        <a:pt x="194" y="46"/>
                        <a:pt x="208" y="46"/>
                      </a:cubicBezTo>
                      <a:cubicBezTo>
                        <a:pt x="245" y="46"/>
                        <a:pt x="282" y="46"/>
                        <a:pt x="319" y="47"/>
                      </a:cubicBezTo>
                      <a:cubicBezTo>
                        <a:pt x="357" y="47"/>
                        <a:pt x="395" y="48"/>
                        <a:pt x="433" y="48"/>
                      </a:cubicBezTo>
                      <a:cubicBezTo>
                        <a:pt x="507" y="48"/>
                        <a:pt x="581" y="49"/>
                        <a:pt x="655" y="50"/>
                      </a:cubicBezTo>
                      <a:cubicBezTo>
                        <a:pt x="655" y="34"/>
                        <a:pt x="655" y="17"/>
                        <a:pt x="655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54" name="ICON_ACTION_INSPECT_path_023"/>
                <p:cNvSpPr/>
                <p:nvPr/>
              </p:nvSpPr>
              <p:spPr>
                <a:xfrm>
                  <a:off x="3037502" y="5694068"/>
                  <a:ext cx="1280" cy="89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1" h="706" fill="norm" stroke="0">
                      <a:moveTo>
                        <a:pt x="0" y="0"/>
                      </a:moveTo>
                      <a:cubicBezTo>
                        <a:pt x="33" y="0"/>
                        <a:pt x="67" y="0"/>
                        <a:pt x="101" y="0"/>
                      </a:cubicBezTo>
                      <a:cubicBezTo>
                        <a:pt x="101" y="233"/>
                        <a:pt x="101" y="466"/>
                        <a:pt x="101" y="706"/>
                      </a:cubicBezTo>
                      <a:cubicBezTo>
                        <a:pt x="68" y="706"/>
                        <a:pt x="34" y="706"/>
                        <a:pt x="0" y="706"/>
                      </a:cubicBezTo>
                      <a:cubicBezTo>
                        <a:pt x="0" y="473"/>
                        <a:pt x="0" y="24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20" cap="flat">
                  <a:noFill/>
                </a:ln>
              </p:spPr>
            </p:sp>
            <p:sp>
              <p:nvSpPr>
                <p:cNvPr id="1055" name="ICON_ACTION_INSPECT_path_024"/>
                <p:cNvSpPr/>
                <p:nvPr/>
              </p:nvSpPr>
              <p:spPr>
                <a:xfrm>
                  <a:off x="3037502" y="5710711"/>
                  <a:ext cx="1280" cy="704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1" h="554" fill="norm" stroke="0">
                      <a:moveTo>
                        <a:pt x="0" y="0"/>
                      </a:moveTo>
                      <a:cubicBezTo>
                        <a:pt x="33" y="0"/>
                        <a:pt x="67" y="0"/>
                        <a:pt x="101" y="0"/>
                      </a:cubicBezTo>
                      <a:cubicBezTo>
                        <a:pt x="101" y="183"/>
                        <a:pt x="101" y="366"/>
                        <a:pt x="101" y="554"/>
                      </a:cubicBezTo>
                      <a:cubicBezTo>
                        <a:pt x="68" y="554"/>
                        <a:pt x="34" y="554"/>
                        <a:pt x="0" y="554"/>
                      </a:cubicBezTo>
                      <a:cubicBezTo>
                        <a:pt x="0" y="371"/>
                        <a:pt x="0" y="18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20" cap="flat">
                  <a:noFill/>
                </a:ln>
              </p:spPr>
            </p:sp>
            <p:sp>
              <p:nvSpPr>
                <p:cNvPr id="1056" name="ICON_ACTION_INSPECT_path_025"/>
                <p:cNvSpPr/>
                <p:nvPr/>
              </p:nvSpPr>
              <p:spPr>
                <a:xfrm>
                  <a:off x="2997174" y="5679345"/>
                  <a:ext cx="12802" cy="128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08" h="101" fill="norm" stroke="0">
                      <a:moveTo>
                        <a:pt x="101" y="0"/>
                      </a:moveTo>
                      <a:cubicBezTo>
                        <a:pt x="117" y="0"/>
                        <a:pt x="134" y="0"/>
                        <a:pt x="151" y="0"/>
                      </a:cubicBezTo>
                      <a:cubicBezTo>
                        <a:pt x="151" y="17"/>
                        <a:pt x="151" y="33"/>
                        <a:pt x="151" y="50"/>
                      </a:cubicBezTo>
                      <a:cubicBezTo>
                        <a:pt x="434" y="50"/>
                        <a:pt x="717" y="50"/>
                        <a:pt x="1008" y="50"/>
                      </a:cubicBezTo>
                      <a:cubicBezTo>
                        <a:pt x="1008" y="67"/>
                        <a:pt x="1008" y="84"/>
                        <a:pt x="1008" y="101"/>
                      </a:cubicBezTo>
                      <a:cubicBezTo>
                        <a:pt x="675" y="101"/>
                        <a:pt x="343" y="101"/>
                        <a:pt x="0" y="101"/>
                      </a:cubicBezTo>
                      <a:cubicBezTo>
                        <a:pt x="8" y="84"/>
                        <a:pt x="17" y="68"/>
                        <a:pt x="25" y="50"/>
                      </a:cubicBezTo>
                      <a:cubicBezTo>
                        <a:pt x="52" y="44"/>
                        <a:pt x="73" y="48"/>
                        <a:pt x="101" y="50"/>
                      </a:cubicBezTo>
                      <a:cubicBezTo>
                        <a:pt x="101" y="34"/>
                        <a:pt x="101" y="17"/>
                        <a:pt x="101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320" cap="flat">
                  <a:noFill/>
                </a:ln>
              </p:spPr>
            </p:sp>
            <p:sp>
              <p:nvSpPr>
                <p:cNvPr id="1057" name="ICON_ACTION_INSPECT_path_026"/>
                <p:cNvSpPr/>
                <p:nvPr/>
              </p:nvSpPr>
              <p:spPr>
                <a:xfrm>
                  <a:off x="3036862" y="5734396"/>
                  <a:ext cx="1920" cy="640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1" h="504" fill="norm" stroke="0">
                      <a:moveTo>
                        <a:pt x="50" y="0"/>
                      </a:moveTo>
                      <a:cubicBezTo>
                        <a:pt x="84" y="0"/>
                        <a:pt x="117" y="0"/>
                        <a:pt x="151" y="0"/>
                      </a:cubicBezTo>
                      <a:cubicBezTo>
                        <a:pt x="151" y="150"/>
                        <a:pt x="151" y="299"/>
                        <a:pt x="151" y="454"/>
                      </a:cubicBezTo>
                      <a:cubicBezTo>
                        <a:pt x="135" y="454"/>
                        <a:pt x="118" y="454"/>
                        <a:pt x="101" y="454"/>
                      </a:cubicBezTo>
                      <a:cubicBezTo>
                        <a:pt x="101" y="470"/>
                        <a:pt x="101" y="487"/>
                        <a:pt x="101" y="504"/>
                      </a:cubicBezTo>
                      <a:cubicBezTo>
                        <a:pt x="84" y="504"/>
                        <a:pt x="68" y="504"/>
                        <a:pt x="50" y="504"/>
                      </a:cubicBezTo>
                      <a:cubicBezTo>
                        <a:pt x="50" y="487"/>
                        <a:pt x="50" y="471"/>
                        <a:pt x="50" y="454"/>
                      </a:cubicBezTo>
                      <a:cubicBezTo>
                        <a:pt x="34" y="454"/>
                        <a:pt x="17" y="454"/>
                        <a:pt x="0" y="454"/>
                      </a:cubicBezTo>
                      <a:cubicBezTo>
                        <a:pt x="0" y="437"/>
                        <a:pt x="0" y="420"/>
                        <a:pt x="0" y="403"/>
                      </a:cubicBezTo>
                      <a:cubicBezTo>
                        <a:pt x="17" y="403"/>
                        <a:pt x="33" y="403"/>
                        <a:pt x="50" y="403"/>
                      </a:cubicBezTo>
                      <a:cubicBezTo>
                        <a:pt x="50" y="270"/>
                        <a:pt x="50" y="137"/>
                        <a:pt x="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20" cap="flat">
                  <a:noFill/>
                </a:ln>
              </p:spPr>
            </p:sp>
            <p:sp>
              <p:nvSpPr>
                <p:cNvPr id="1058" name="ICON_ACTION_INSPECT_path_027"/>
                <p:cNvSpPr/>
                <p:nvPr/>
              </p:nvSpPr>
              <p:spPr>
                <a:xfrm>
                  <a:off x="3037502" y="5726714"/>
                  <a:ext cx="1280" cy="640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1" h="504" fill="norm" stroke="0">
                      <a:moveTo>
                        <a:pt x="0" y="0"/>
                      </a:moveTo>
                      <a:cubicBezTo>
                        <a:pt x="33" y="0"/>
                        <a:pt x="67" y="0"/>
                        <a:pt x="101" y="0"/>
                      </a:cubicBezTo>
                      <a:cubicBezTo>
                        <a:pt x="101" y="166"/>
                        <a:pt x="101" y="333"/>
                        <a:pt x="101" y="504"/>
                      </a:cubicBezTo>
                      <a:cubicBezTo>
                        <a:pt x="68" y="504"/>
                        <a:pt x="34" y="504"/>
                        <a:pt x="0" y="504"/>
                      </a:cubicBezTo>
                      <a:cubicBezTo>
                        <a:pt x="0" y="338"/>
                        <a:pt x="0" y="17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20" cap="flat">
                  <a:noFill/>
                </a:ln>
              </p:spPr>
            </p:sp>
          </p:grpSp>
          <p:sp>
            <p:nvSpPr>
              <p:cNvPr id="355" name="TXT_090"/>
              <p:cNvSpPr txBox="1"/>
              <p:nvPr/>
            </p:nvSpPr>
            <p:spPr>
              <a:xfrm>
                <a:off x="3151188" y="5619750"/>
                <a:ext cx="515938" cy="14287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906" b="1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906" b="1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Inspect</a:t>
                </a:r>
                <a:endParaRPr sz="906" b="1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4071" name="PORT_ACTION_EDGE_2_to"/>
              <p:cNvSpPr/>
              <p:nvPr/>
            </p:nvSpPr>
            <p:spPr>
              <a:xfrm>
                <a:off x="2865374" y="5691196"/>
                <a:ext cx="128" cy="12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</p:sp>
        </p:grpSp>
        <p:cxnSp>
          <p:nvCxnSpPr>
            <p:cNvPr id="71" name="ACTION_EDGE_0"/>
            <p:cNvCxnSpPr>
              <a:stCxn id="4066" idx="0"/>
              <a:endCxn id="4067" idx="0"/>
            </p:cNvCxnSpPr>
            <p:nvPr/>
          </p:nvCxnSpPr>
          <p:spPr>
            <a:xfrm>
              <a:off x="1166812" y="5691188"/>
              <a:ext cx="103188" cy="8"/>
            </a:xfrm>
            <a:prstGeom prst="line">
              <a:avLst/>
            </a:prstGeom>
            <a:noFill/>
            <a:ln w="11112" cap="rnd">
              <a:solidFill>
                <a:srgbClr val="59217D"/>
              </a:solidFill>
              <a:round/>
              <a:tailEnd type="triangle" w="med" len="med"/>
            </a:ln>
          </p:spPr>
        </p:cxnSp>
        <p:cxnSp>
          <p:nvCxnSpPr>
            <p:cNvPr id="72" name="ACTION_EDGE_1"/>
            <p:cNvCxnSpPr>
              <a:stCxn id="4068" idx="0"/>
              <a:endCxn id="4069" idx="0"/>
            </p:cNvCxnSpPr>
            <p:nvPr/>
          </p:nvCxnSpPr>
          <p:spPr>
            <a:xfrm>
              <a:off x="2032000" y="5691188"/>
              <a:ext cx="103188" cy="8"/>
            </a:xfrm>
            <a:prstGeom prst="line">
              <a:avLst/>
            </a:prstGeom>
            <a:noFill/>
            <a:ln w="11112" cap="rnd">
              <a:solidFill>
                <a:srgbClr val="59217D"/>
              </a:solidFill>
              <a:round/>
              <a:tailEnd type="triangle" w="med" len="med"/>
            </a:ln>
          </p:spPr>
        </p:cxnSp>
        <p:cxnSp>
          <p:nvCxnSpPr>
            <p:cNvPr id="73" name="ACTION_EDGE_2"/>
            <p:cNvCxnSpPr>
              <a:stCxn id="4070" idx="0"/>
              <a:endCxn id="4071" idx="0"/>
            </p:cNvCxnSpPr>
            <p:nvPr/>
          </p:nvCxnSpPr>
          <p:spPr>
            <a:xfrm>
              <a:off x="2762250" y="5691188"/>
              <a:ext cx="103188" cy="8"/>
            </a:xfrm>
            <a:prstGeom prst="line">
              <a:avLst/>
            </a:prstGeom>
            <a:noFill/>
            <a:ln w="11112" cap="rnd">
              <a:solidFill>
                <a:srgbClr val="59217D"/>
              </a:solidFill>
              <a:round/>
              <a:tailEnd type="triangle" w="med" len="med"/>
            </a:ln>
          </p:spPr>
        </p:cxnSp>
        <p:sp>
          <p:nvSpPr>
            <p:cNvPr id="74" name="ACTION_FEEDBACK"/>
            <p:cNvSpPr/>
            <p:nvPr/>
          </p:nvSpPr>
          <p:spPr>
            <a:xfrm>
              <a:off x="674688" y="5865812"/>
              <a:ext cx="2698750" cy="182562"/>
            </a:xfrm>
            <a:custGeom>
              <a:avLst/>
              <a:gdLst/>
              <a:ahLst/>
              <a:cxnLst/>
              <a:rect l="0" t="0" r="r" b="b"/>
              <a:pathLst>
                <a:path w="340000" h="23000" fill="none" stroke="1">
                  <a:moveTo>
                    <a:pt x="340000" y="0"/>
                  </a:moveTo>
                  <a:lnTo>
                    <a:pt x="340000" y="12000"/>
                  </a:lnTo>
                  <a:cubicBezTo>
                    <a:pt x="340000" y="20000"/>
                    <a:pt x="337000" y="23000"/>
                    <a:pt x="329000" y="23000"/>
                  </a:cubicBezTo>
                  <a:lnTo>
                    <a:pt x="12000" y="23000"/>
                  </a:lnTo>
                  <a:cubicBezTo>
                    <a:pt x="3000" y="23000"/>
                    <a:pt x="0" y="20000"/>
                    <a:pt x="0" y="13000"/>
                  </a:cubicBezTo>
                  <a:lnTo>
                    <a:pt x="0" y="1000"/>
                  </a:lnTo>
                </a:path>
              </a:pathLst>
            </a:custGeom>
            <a:noFill/>
            <a:ln w="15875" cap="rnd">
              <a:solidFill>
                <a:srgbClr val="592181"/>
              </a:solidFill>
              <a:round/>
              <a:tailEnd type="triangle" w="med" len="med"/>
            </a:ln>
          </p:spPr>
        </p:sp>
        <p:grpSp>
          <p:nvGrpSpPr>
            <p:cNvPr id="867" name="ICON_AGENT_ROBOT"/>
            <p:cNvGrpSpPr/>
            <p:nvPr/>
          </p:nvGrpSpPr>
          <p:grpSpPr>
            <a:xfrm>
              <a:off x="754062" y="3436938"/>
              <a:ext cx="1651000" cy="1738312"/>
              <a:chOff x="754062" y="3436938"/>
              <a:chExt cx="1651000" cy="1738312"/>
            </a:xfrm>
          </p:grpSpPr>
          <p:sp>
            <p:nvSpPr>
              <p:cNvPr id="868" name="ICON_AGENT_ROBOT_path_001"/>
              <p:cNvSpPr/>
              <p:nvPr/>
            </p:nvSpPr>
            <p:spPr>
              <a:xfrm>
                <a:off x="1128341" y="4635264"/>
                <a:ext cx="1109561" cy="525192"/>
              </a:xfrm>
              <a:custGeom>
                <a:avLst/>
                <a:gdLst/>
                <a:ahLst/>
                <a:cxnLst/>
                <a:rect l="0" t="0" r="r" b="b"/>
                <a:pathLst>
                  <a:path w="87367" h="41354" fill="norm" stroke="0">
                    <a:moveTo>
                      <a:pt x="21551" y="0"/>
                    </a:moveTo>
                    <a:cubicBezTo>
                      <a:pt x="30776" y="0"/>
                      <a:pt x="40002" y="0"/>
                      <a:pt x="49508" y="0"/>
                    </a:cubicBezTo>
                    <a:cubicBezTo>
                      <a:pt x="49508" y="192"/>
                      <a:pt x="49508" y="384"/>
                      <a:pt x="49508" y="582"/>
                    </a:cubicBezTo>
                    <a:cubicBezTo>
                      <a:pt x="50277" y="582"/>
                      <a:pt x="51046" y="582"/>
                      <a:pt x="51838" y="582"/>
                    </a:cubicBezTo>
                    <a:cubicBezTo>
                      <a:pt x="51838" y="775"/>
                      <a:pt x="51838" y="967"/>
                      <a:pt x="51838" y="1165"/>
                    </a:cubicBezTo>
                    <a:cubicBezTo>
                      <a:pt x="52414" y="1165"/>
                      <a:pt x="52991" y="1165"/>
                      <a:pt x="53585" y="1165"/>
                    </a:cubicBezTo>
                    <a:cubicBezTo>
                      <a:pt x="53585" y="1357"/>
                      <a:pt x="53585" y="1549"/>
                      <a:pt x="53585" y="1747"/>
                    </a:cubicBezTo>
                    <a:cubicBezTo>
                      <a:pt x="54162" y="1747"/>
                      <a:pt x="54738" y="1747"/>
                      <a:pt x="55332" y="1747"/>
                    </a:cubicBezTo>
                    <a:cubicBezTo>
                      <a:pt x="55332" y="1940"/>
                      <a:pt x="55332" y="2132"/>
                      <a:pt x="55332" y="2330"/>
                    </a:cubicBezTo>
                    <a:cubicBezTo>
                      <a:pt x="55717" y="2330"/>
                      <a:pt x="56101" y="2330"/>
                      <a:pt x="56497" y="2330"/>
                    </a:cubicBezTo>
                    <a:cubicBezTo>
                      <a:pt x="56497" y="2522"/>
                      <a:pt x="56497" y="2714"/>
                      <a:pt x="56497" y="2912"/>
                    </a:cubicBezTo>
                    <a:cubicBezTo>
                      <a:pt x="56690" y="2912"/>
                      <a:pt x="56882" y="2912"/>
                      <a:pt x="57080" y="2912"/>
                    </a:cubicBezTo>
                    <a:cubicBezTo>
                      <a:pt x="57080" y="3104"/>
                      <a:pt x="57080" y="3297"/>
                      <a:pt x="57080" y="3495"/>
                    </a:cubicBezTo>
                    <a:cubicBezTo>
                      <a:pt x="57464" y="3495"/>
                      <a:pt x="57849" y="3495"/>
                      <a:pt x="58245" y="3495"/>
                    </a:cubicBezTo>
                    <a:cubicBezTo>
                      <a:pt x="58245" y="3687"/>
                      <a:pt x="58245" y="3879"/>
                      <a:pt x="58245" y="4077"/>
                    </a:cubicBezTo>
                    <a:cubicBezTo>
                      <a:pt x="58629" y="4077"/>
                      <a:pt x="59014" y="4077"/>
                      <a:pt x="59410" y="4077"/>
                    </a:cubicBezTo>
                    <a:cubicBezTo>
                      <a:pt x="59410" y="4269"/>
                      <a:pt x="59410" y="4462"/>
                      <a:pt x="59410" y="4660"/>
                    </a:cubicBezTo>
                    <a:cubicBezTo>
                      <a:pt x="59602" y="4660"/>
                      <a:pt x="59794" y="4660"/>
                      <a:pt x="59992" y="4660"/>
                    </a:cubicBezTo>
                    <a:cubicBezTo>
                      <a:pt x="59992" y="4852"/>
                      <a:pt x="59992" y="5044"/>
                      <a:pt x="59992" y="5242"/>
                    </a:cubicBezTo>
                    <a:cubicBezTo>
                      <a:pt x="60184" y="5242"/>
                      <a:pt x="60376" y="5242"/>
                      <a:pt x="60574" y="5242"/>
                    </a:cubicBezTo>
                    <a:cubicBezTo>
                      <a:pt x="60574" y="5434"/>
                      <a:pt x="60574" y="5626"/>
                      <a:pt x="60574" y="5824"/>
                    </a:cubicBezTo>
                    <a:cubicBezTo>
                      <a:pt x="60767" y="5824"/>
                      <a:pt x="60959" y="5824"/>
                      <a:pt x="61157" y="5824"/>
                    </a:cubicBezTo>
                    <a:cubicBezTo>
                      <a:pt x="61157" y="6017"/>
                      <a:pt x="61157" y="6209"/>
                      <a:pt x="61157" y="6407"/>
                    </a:cubicBezTo>
                    <a:cubicBezTo>
                      <a:pt x="61349" y="6407"/>
                      <a:pt x="61541" y="6407"/>
                      <a:pt x="61739" y="6407"/>
                    </a:cubicBezTo>
                    <a:cubicBezTo>
                      <a:pt x="61739" y="6599"/>
                      <a:pt x="61739" y="6791"/>
                      <a:pt x="61739" y="6989"/>
                    </a:cubicBezTo>
                    <a:cubicBezTo>
                      <a:pt x="61932" y="6989"/>
                      <a:pt x="62124" y="6989"/>
                      <a:pt x="62322" y="6989"/>
                    </a:cubicBezTo>
                    <a:cubicBezTo>
                      <a:pt x="62322" y="7182"/>
                      <a:pt x="62322" y="7374"/>
                      <a:pt x="62322" y="7572"/>
                    </a:cubicBezTo>
                    <a:cubicBezTo>
                      <a:pt x="62514" y="7572"/>
                      <a:pt x="62706" y="7572"/>
                      <a:pt x="62904" y="7572"/>
                    </a:cubicBezTo>
                    <a:cubicBezTo>
                      <a:pt x="62904" y="7764"/>
                      <a:pt x="62904" y="7956"/>
                      <a:pt x="62904" y="8154"/>
                    </a:cubicBezTo>
                    <a:cubicBezTo>
                      <a:pt x="63096" y="8154"/>
                      <a:pt x="63289" y="8154"/>
                      <a:pt x="63487" y="8154"/>
                    </a:cubicBezTo>
                    <a:cubicBezTo>
                      <a:pt x="63487" y="8346"/>
                      <a:pt x="63487" y="8539"/>
                      <a:pt x="63487" y="8737"/>
                    </a:cubicBezTo>
                    <a:cubicBezTo>
                      <a:pt x="63679" y="8737"/>
                      <a:pt x="63871" y="8737"/>
                      <a:pt x="64069" y="8737"/>
                    </a:cubicBezTo>
                    <a:cubicBezTo>
                      <a:pt x="64069" y="9121"/>
                      <a:pt x="64069" y="9506"/>
                      <a:pt x="64069" y="9902"/>
                    </a:cubicBezTo>
                    <a:cubicBezTo>
                      <a:pt x="64261" y="9902"/>
                      <a:pt x="64454" y="9902"/>
                      <a:pt x="64652" y="9902"/>
                    </a:cubicBezTo>
                    <a:cubicBezTo>
                      <a:pt x="64652" y="10094"/>
                      <a:pt x="64652" y="10286"/>
                      <a:pt x="64652" y="10484"/>
                    </a:cubicBezTo>
                    <a:cubicBezTo>
                      <a:pt x="64844" y="10484"/>
                      <a:pt x="65036" y="10484"/>
                      <a:pt x="65234" y="10484"/>
                    </a:cubicBezTo>
                    <a:cubicBezTo>
                      <a:pt x="65234" y="10868"/>
                      <a:pt x="65234" y="11253"/>
                      <a:pt x="65234" y="11649"/>
                    </a:cubicBezTo>
                    <a:cubicBezTo>
                      <a:pt x="65426" y="11649"/>
                      <a:pt x="65618" y="11649"/>
                      <a:pt x="65816" y="11649"/>
                    </a:cubicBezTo>
                    <a:cubicBezTo>
                      <a:pt x="65816" y="12033"/>
                      <a:pt x="65816" y="12418"/>
                      <a:pt x="65816" y="12814"/>
                    </a:cubicBezTo>
                    <a:cubicBezTo>
                      <a:pt x="66009" y="12814"/>
                      <a:pt x="66201" y="12814"/>
                      <a:pt x="66399" y="12814"/>
                    </a:cubicBezTo>
                    <a:cubicBezTo>
                      <a:pt x="66399" y="13198"/>
                      <a:pt x="66399" y="13583"/>
                      <a:pt x="66399" y="13979"/>
                    </a:cubicBezTo>
                    <a:cubicBezTo>
                      <a:pt x="66591" y="13979"/>
                      <a:pt x="66783" y="13979"/>
                      <a:pt x="66981" y="13979"/>
                    </a:cubicBezTo>
                    <a:cubicBezTo>
                      <a:pt x="66981" y="14363"/>
                      <a:pt x="66981" y="14748"/>
                      <a:pt x="66981" y="15144"/>
                    </a:cubicBezTo>
                    <a:cubicBezTo>
                      <a:pt x="67174" y="15144"/>
                      <a:pt x="67366" y="15144"/>
                      <a:pt x="67564" y="15144"/>
                    </a:cubicBezTo>
                    <a:cubicBezTo>
                      <a:pt x="67564" y="15720"/>
                      <a:pt x="67564" y="16297"/>
                      <a:pt x="67564" y="16891"/>
                    </a:cubicBezTo>
                    <a:cubicBezTo>
                      <a:pt x="67756" y="16891"/>
                      <a:pt x="67948" y="16891"/>
                      <a:pt x="68146" y="16891"/>
                    </a:cubicBezTo>
                    <a:cubicBezTo>
                      <a:pt x="68146" y="17660"/>
                      <a:pt x="68146" y="18429"/>
                      <a:pt x="68146" y="19221"/>
                    </a:cubicBezTo>
                    <a:cubicBezTo>
                      <a:pt x="68338" y="19221"/>
                      <a:pt x="68531" y="19221"/>
                      <a:pt x="68729" y="19221"/>
                    </a:cubicBezTo>
                    <a:cubicBezTo>
                      <a:pt x="68729" y="20182"/>
                      <a:pt x="68729" y="21143"/>
                      <a:pt x="68729" y="22133"/>
                    </a:cubicBezTo>
                    <a:cubicBezTo>
                      <a:pt x="68921" y="22133"/>
                      <a:pt x="69113" y="22133"/>
                      <a:pt x="69311" y="22133"/>
                    </a:cubicBezTo>
                    <a:cubicBezTo>
                      <a:pt x="69311" y="24055"/>
                      <a:pt x="69311" y="25977"/>
                      <a:pt x="69311" y="27957"/>
                    </a:cubicBezTo>
                    <a:cubicBezTo>
                      <a:pt x="69503" y="27957"/>
                      <a:pt x="69696" y="27957"/>
                      <a:pt x="69894" y="27957"/>
                    </a:cubicBezTo>
                    <a:cubicBezTo>
                      <a:pt x="69894" y="29303"/>
                      <a:pt x="69894" y="30648"/>
                      <a:pt x="69894" y="32035"/>
                    </a:cubicBezTo>
                    <a:cubicBezTo>
                      <a:pt x="69701" y="32035"/>
                      <a:pt x="69509" y="32035"/>
                      <a:pt x="69311" y="32035"/>
                    </a:cubicBezTo>
                    <a:cubicBezTo>
                      <a:pt x="69311" y="34533"/>
                      <a:pt x="69311" y="37032"/>
                      <a:pt x="69311" y="39606"/>
                    </a:cubicBezTo>
                    <a:cubicBezTo>
                      <a:pt x="69503" y="39606"/>
                      <a:pt x="69696" y="39606"/>
                      <a:pt x="69894" y="39606"/>
                    </a:cubicBezTo>
                    <a:cubicBezTo>
                      <a:pt x="69894" y="39799"/>
                      <a:pt x="69894" y="39991"/>
                      <a:pt x="69894" y="40189"/>
                    </a:cubicBezTo>
                    <a:cubicBezTo>
                      <a:pt x="71404" y="40577"/>
                      <a:pt x="71404" y="40577"/>
                      <a:pt x="72223" y="40189"/>
                    </a:cubicBezTo>
                    <a:cubicBezTo>
                      <a:pt x="72223" y="39997"/>
                      <a:pt x="72223" y="39804"/>
                      <a:pt x="72223" y="39606"/>
                    </a:cubicBezTo>
                    <a:cubicBezTo>
                      <a:pt x="72416" y="39606"/>
                      <a:pt x="72608" y="39606"/>
                      <a:pt x="72806" y="39606"/>
                    </a:cubicBezTo>
                    <a:cubicBezTo>
                      <a:pt x="72806" y="34225"/>
                      <a:pt x="72806" y="28843"/>
                      <a:pt x="72806" y="23298"/>
                    </a:cubicBezTo>
                    <a:cubicBezTo>
                      <a:pt x="72614" y="23298"/>
                      <a:pt x="72421" y="23298"/>
                      <a:pt x="72223" y="23298"/>
                    </a:cubicBezTo>
                    <a:cubicBezTo>
                      <a:pt x="72223" y="22145"/>
                      <a:pt x="72223" y="20991"/>
                      <a:pt x="72223" y="19803"/>
                    </a:cubicBezTo>
                    <a:cubicBezTo>
                      <a:pt x="72031" y="19803"/>
                      <a:pt x="71839" y="19803"/>
                      <a:pt x="71641" y="19803"/>
                    </a:cubicBezTo>
                    <a:cubicBezTo>
                      <a:pt x="71641" y="19034"/>
                      <a:pt x="71641" y="18266"/>
                      <a:pt x="71641" y="17473"/>
                    </a:cubicBezTo>
                    <a:cubicBezTo>
                      <a:pt x="71449" y="17473"/>
                      <a:pt x="71257" y="17473"/>
                      <a:pt x="71059" y="17473"/>
                    </a:cubicBezTo>
                    <a:cubicBezTo>
                      <a:pt x="71059" y="16897"/>
                      <a:pt x="71059" y="16320"/>
                      <a:pt x="71059" y="15726"/>
                    </a:cubicBezTo>
                    <a:cubicBezTo>
                      <a:pt x="70866" y="15726"/>
                      <a:pt x="70674" y="15726"/>
                      <a:pt x="70476" y="15726"/>
                    </a:cubicBezTo>
                    <a:cubicBezTo>
                      <a:pt x="70476" y="15149"/>
                      <a:pt x="70476" y="14573"/>
                      <a:pt x="70476" y="13979"/>
                    </a:cubicBezTo>
                    <a:cubicBezTo>
                      <a:pt x="70284" y="13979"/>
                      <a:pt x="70092" y="13979"/>
                      <a:pt x="69894" y="13979"/>
                    </a:cubicBezTo>
                    <a:cubicBezTo>
                      <a:pt x="69894" y="13594"/>
                      <a:pt x="69894" y="13210"/>
                      <a:pt x="69894" y="12814"/>
                    </a:cubicBezTo>
                    <a:cubicBezTo>
                      <a:pt x="69701" y="12814"/>
                      <a:pt x="69509" y="12814"/>
                      <a:pt x="69311" y="12814"/>
                    </a:cubicBezTo>
                    <a:cubicBezTo>
                      <a:pt x="69311" y="12429"/>
                      <a:pt x="69311" y="12045"/>
                      <a:pt x="69311" y="11649"/>
                    </a:cubicBezTo>
                    <a:cubicBezTo>
                      <a:pt x="69119" y="11649"/>
                      <a:pt x="68927" y="11649"/>
                      <a:pt x="68729" y="11649"/>
                    </a:cubicBezTo>
                    <a:cubicBezTo>
                      <a:pt x="68729" y="11265"/>
                      <a:pt x="68729" y="10880"/>
                      <a:pt x="68729" y="10484"/>
                    </a:cubicBezTo>
                    <a:cubicBezTo>
                      <a:pt x="68537" y="10484"/>
                      <a:pt x="68344" y="10484"/>
                      <a:pt x="68146" y="10484"/>
                    </a:cubicBezTo>
                    <a:cubicBezTo>
                      <a:pt x="68146" y="10100"/>
                      <a:pt x="68146" y="9715"/>
                      <a:pt x="68146" y="9319"/>
                    </a:cubicBezTo>
                    <a:cubicBezTo>
                      <a:pt x="67954" y="9319"/>
                      <a:pt x="67762" y="9319"/>
                      <a:pt x="67564" y="9319"/>
                    </a:cubicBezTo>
                    <a:cubicBezTo>
                      <a:pt x="67564" y="8935"/>
                      <a:pt x="67564" y="8550"/>
                      <a:pt x="67564" y="8154"/>
                    </a:cubicBezTo>
                    <a:cubicBezTo>
                      <a:pt x="68140" y="8154"/>
                      <a:pt x="68717" y="8154"/>
                      <a:pt x="69311" y="8154"/>
                    </a:cubicBezTo>
                    <a:cubicBezTo>
                      <a:pt x="69311" y="8346"/>
                      <a:pt x="69311" y="8539"/>
                      <a:pt x="69311" y="8737"/>
                    </a:cubicBezTo>
                    <a:cubicBezTo>
                      <a:pt x="69696" y="8737"/>
                      <a:pt x="70080" y="8737"/>
                      <a:pt x="70476" y="8737"/>
                    </a:cubicBezTo>
                    <a:cubicBezTo>
                      <a:pt x="70476" y="8929"/>
                      <a:pt x="70476" y="9121"/>
                      <a:pt x="70476" y="9319"/>
                    </a:cubicBezTo>
                    <a:cubicBezTo>
                      <a:pt x="70668" y="9319"/>
                      <a:pt x="70860" y="9319"/>
                      <a:pt x="71059" y="9319"/>
                    </a:cubicBezTo>
                    <a:cubicBezTo>
                      <a:pt x="71059" y="9511"/>
                      <a:pt x="71059" y="9704"/>
                      <a:pt x="71059" y="9902"/>
                    </a:cubicBezTo>
                    <a:cubicBezTo>
                      <a:pt x="71443" y="9902"/>
                      <a:pt x="71827" y="9902"/>
                      <a:pt x="72223" y="9902"/>
                    </a:cubicBezTo>
                    <a:cubicBezTo>
                      <a:pt x="72223" y="10094"/>
                      <a:pt x="72223" y="10286"/>
                      <a:pt x="72223" y="10484"/>
                    </a:cubicBezTo>
                    <a:cubicBezTo>
                      <a:pt x="72416" y="10484"/>
                      <a:pt x="72608" y="10484"/>
                      <a:pt x="72806" y="10484"/>
                    </a:cubicBezTo>
                    <a:cubicBezTo>
                      <a:pt x="72806" y="10676"/>
                      <a:pt x="72806" y="10868"/>
                      <a:pt x="72806" y="11066"/>
                    </a:cubicBezTo>
                    <a:cubicBezTo>
                      <a:pt x="72998" y="11066"/>
                      <a:pt x="73190" y="11066"/>
                      <a:pt x="73388" y="11066"/>
                    </a:cubicBezTo>
                    <a:cubicBezTo>
                      <a:pt x="73388" y="11259"/>
                      <a:pt x="73388" y="11451"/>
                      <a:pt x="73388" y="11649"/>
                    </a:cubicBezTo>
                    <a:cubicBezTo>
                      <a:pt x="73581" y="11649"/>
                      <a:pt x="73773" y="11649"/>
                      <a:pt x="73971" y="11649"/>
                    </a:cubicBezTo>
                    <a:cubicBezTo>
                      <a:pt x="73971" y="11841"/>
                      <a:pt x="73971" y="12033"/>
                      <a:pt x="73971" y="12231"/>
                    </a:cubicBezTo>
                    <a:cubicBezTo>
                      <a:pt x="74163" y="12231"/>
                      <a:pt x="74355" y="12231"/>
                      <a:pt x="74553" y="12231"/>
                    </a:cubicBezTo>
                    <a:cubicBezTo>
                      <a:pt x="74553" y="12424"/>
                      <a:pt x="74553" y="12616"/>
                      <a:pt x="74553" y="12814"/>
                    </a:cubicBezTo>
                    <a:cubicBezTo>
                      <a:pt x="74745" y="12814"/>
                      <a:pt x="74938" y="12814"/>
                      <a:pt x="75136" y="12814"/>
                    </a:cubicBezTo>
                    <a:cubicBezTo>
                      <a:pt x="75136" y="13006"/>
                      <a:pt x="75136" y="13198"/>
                      <a:pt x="75136" y="13396"/>
                    </a:cubicBezTo>
                    <a:cubicBezTo>
                      <a:pt x="75328" y="13396"/>
                      <a:pt x="75520" y="13396"/>
                      <a:pt x="75718" y="13396"/>
                    </a:cubicBezTo>
                    <a:cubicBezTo>
                      <a:pt x="75718" y="13588"/>
                      <a:pt x="75718" y="13781"/>
                      <a:pt x="75718" y="13979"/>
                    </a:cubicBezTo>
                    <a:cubicBezTo>
                      <a:pt x="75910" y="13979"/>
                      <a:pt x="76103" y="13979"/>
                      <a:pt x="76301" y="13979"/>
                    </a:cubicBezTo>
                    <a:cubicBezTo>
                      <a:pt x="76301" y="14171"/>
                      <a:pt x="76301" y="14363"/>
                      <a:pt x="76301" y="14561"/>
                    </a:cubicBezTo>
                    <a:cubicBezTo>
                      <a:pt x="76493" y="14561"/>
                      <a:pt x="76685" y="14561"/>
                      <a:pt x="76883" y="14561"/>
                    </a:cubicBezTo>
                    <a:cubicBezTo>
                      <a:pt x="76883" y="14753"/>
                      <a:pt x="76883" y="14946"/>
                      <a:pt x="76883" y="15144"/>
                    </a:cubicBezTo>
                    <a:cubicBezTo>
                      <a:pt x="77075" y="15144"/>
                      <a:pt x="77267" y="15144"/>
                      <a:pt x="77465" y="15144"/>
                    </a:cubicBezTo>
                    <a:cubicBezTo>
                      <a:pt x="77465" y="15336"/>
                      <a:pt x="77465" y="15528"/>
                      <a:pt x="77465" y="15726"/>
                    </a:cubicBezTo>
                    <a:cubicBezTo>
                      <a:pt x="77658" y="15726"/>
                      <a:pt x="77850" y="15726"/>
                      <a:pt x="78048" y="15726"/>
                    </a:cubicBezTo>
                    <a:cubicBezTo>
                      <a:pt x="78048" y="16110"/>
                      <a:pt x="78048" y="16495"/>
                      <a:pt x="78048" y="16891"/>
                    </a:cubicBezTo>
                    <a:cubicBezTo>
                      <a:pt x="78240" y="16891"/>
                      <a:pt x="78432" y="16891"/>
                      <a:pt x="78630" y="16891"/>
                    </a:cubicBezTo>
                    <a:cubicBezTo>
                      <a:pt x="78630" y="17083"/>
                      <a:pt x="78630" y="17275"/>
                      <a:pt x="78630" y="17473"/>
                    </a:cubicBezTo>
                    <a:cubicBezTo>
                      <a:pt x="78823" y="17473"/>
                      <a:pt x="79015" y="17473"/>
                      <a:pt x="79213" y="17473"/>
                    </a:cubicBezTo>
                    <a:cubicBezTo>
                      <a:pt x="79213" y="17858"/>
                      <a:pt x="79213" y="18242"/>
                      <a:pt x="79213" y="18638"/>
                    </a:cubicBezTo>
                    <a:cubicBezTo>
                      <a:pt x="79405" y="18638"/>
                      <a:pt x="79597" y="18638"/>
                      <a:pt x="79795" y="18638"/>
                    </a:cubicBezTo>
                    <a:cubicBezTo>
                      <a:pt x="79795" y="18831"/>
                      <a:pt x="79795" y="19023"/>
                      <a:pt x="79795" y="19221"/>
                    </a:cubicBezTo>
                    <a:cubicBezTo>
                      <a:pt x="79987" y="19221"/>
                      <a:pt x="80180" y="19221"/>
                      <a:pt x="80378" y="19221"/>
                    </a:cubicBezTo>
                    <a:cubicBezTo>
                      <a:pt x="80378" y="19605"/>
                      <a:pt x="80378" y="19990"/>
                      <a:pt x="80378" y="20386"/>
                    </a:cubicBezTo>
                    <a:cubicBezTo>
                      <a:pt x="80570" y="20386"/>
                      <a:pt x="80762" y="20386"/>
                      <a:pt x="80960" y="20386"/>
                    </a:cubicBezTo>
                    <a:cubicBezTo>
                      <a:pt x="80960" y="20770"/>
                      <a:pt x="80960" y="21154"/>
                      <a:pt x="80960" y="21551"/>
                    </a:cubicBezTo>
                    <a:cubicBezTo>
                      <a:pt x="81152" y="21551"/>
                      <a:pt x="81345" y="21551"/>
                      <a:pt x="81543" y="21551"/>
                    </a:cubicBezTo>
                    <a:cubicBezTo>
                      <a:pt x="81543" y="21935"/>
                      <a:pt x="81543" y="22319"/>
                      <a:pt x="81543" y="22715"/>
                    </a:cubicBezTo>
                    <a:cubicBezTo>
                      <a:pt x="81735" y="22715"/>
                      <a:pt x="81927" y="22715"/>
                      <a:pt x="82125" y="22715"/>
                    </a:cubicBezTo>
                    <a:cubicBezTo>
                      <a:pt x="82125" y="23100"/>
                      <a:pt x="82125" y="23484"/>
                      <a:pt x="82125" y="23880"/>
                    </a:cubicBezTo>
                    <a:cubicBezTo>
                      <a:pt x="82317" y="23880"/>
                      <a:pt x="82509" y="23880"/>
                      <a:pt x="82707" y="23880"/>
                    </a:cubicBezTo>
                    <a:cubicBezTo>
                      <a:pt x="82707" y="24457"/>
                      <a:pt x="82707" y="25034"/>
                      <a:pt x="82707" y="25628"/>
                    </a:cubicBezTo>
                    <a:cubicBezTo>
                      <a:pt x="82900" y="25628"/>
                      <a:pt x="83092" y="25628"/>
                      <a:pt x="83290" y="25628"/>
                    </a:cubicBezTo>
                    <a:cubicBezTo>
                      <a:pt x="83290" y="26396"/>
                      <a:pt x="83290" y="27165"/>
                      <a:pt x="83290" y="27957"/>
                    </a:cubicBezTo>
                    <a:cubicBezTo>
                      <a:pt x="83482" y="27957"/>
                      <a:pt x="83674" y="27957"/>
                      <a:pt x="83872" y="27957"/>
                    </a:cubicBezTo>
                    <a:cubicBezTo>
                      <a:pt x="83872" y="28918"/>
                      <a:pt x="83872" y="29880"/>
                      <a:pt x="83872" y="30870"/>
                    </a:cubicBezTo>
                    <a:cubicBezTo>
                      <a:pt x="84065" y="30870"/>
                      <a:pt x="84257" y="30870"/>
                      <a:pt x="84455" y="30870"/>
                    </a:cubicBezTo>
                    <a:cubicBezTo>
                      <a:pt x="84455" y="33753"/>
                      <a:pt x="84455" y="36636"/>
                      <a:pt x="84455" y="39606"/>
                    </a:cubicBezTo>
                    <a:cubicBezTo>
                      <a:pt x="85416" y="39799"/>
                      <a:pt x="86377" y="39991"/>
                      <a:pt x="87367" y="40189"/>
                    </a:cubicBezTo>
                    <a:cubicBezTo>
                      <a:pt x="87175" y="40573"/>
                      <a:pt x="86983" y="40958"/>
                      <a:pt x="86785" y="41354"/>
                    </a:cubicBezTo>
                    <a:cubicBezTo>
                      <a:pt x="86616" y="41308"/>
                      <a:pt x="86447" y="41261"/>
                      <a:pt x="86273" y="41214"/>
                    </a:cubicBezTo>
                    <a:cubicBezTo>
                      <a:pt x="85675" y="41065"/>
                      <a:pt x="85100" y="41002"/>
                      <a:pt x="84487" y="40970"/>
                    </a:cubicBezTo>
                    <a:cubicBezTo>
                      <a:pt x="84436" y="40967"/>
                      <a:pt x="84436" y="40967"/>
                      <a:pt x="84178" y="40952"/>
                    </a:cubicBezTo>
                    <a:cubicBezTo>
                      <a:pt x="83858" y="40933"/>
                      <a:pt x="83537" y="40916"/>
                      <a:pt x="83217" y="40899"/>
                    </a:cubicBezTo>
                    <a:cubicBezTo>
                      <a:pt x="82998" y="40886"/>
                      <a:pt x="82779" y="40873"/>
                      <a:pt x="82560" y="40861"/>
                    </a:cubicBezTo>
                    <a:cubicBezTo>
                      <a:pt x="82027" y="40830"/>
                      <a:pt x="81493" y="40800"/>
                      <a:pt x="80960" y="40771"/>
                    </a:cubicBezTo>
                    <a:cubicBezTo>
                      <a:pt x="80960" y="40963"/>
                      <a:pt x="80960" y="41156"/>
                      <a:pt x="80960" y="41354"/>
                    </a:cubicBezTo>
                    <a:cubicBezTo>
                      <a:pt x="79230" y="41354"/>
                      <a:pt x="77500" y="41354"/>
                      <a:pt x="75718" y="41354"/>
                    </a:cubicBezTo>
                    <a:cubicBezTo>
                      <a:pt x="75718" y="41162"/>
                      <a:pt x="75718" y="40969"/>
                      <a:pt x="75718" y="40771"/>
                    </a:cubicBezTo>
                    <a:cubicBezTo>
                      <a:pt x="74565" y="40771"/>
                      <a:pt x="73412" y="40771"/>
                      <a:pt x="72223" y="40771"/>
                    </a:cubicBezTo>
                    <a:cubicBezTo>
                      <a:pt x="72223" y="40963"/>
                      <a:pt x="72223" y="41156"/>
                      <a:pt x="72223" y="41354"/>
                    </a:cubicBezTo>
                    <a:cubicBezTo>
                      <a:pt x="71455" y="41354"/>
                      <a:pt x="70686" y="41354"/>
                      <a:pt x="69894" y="41354"/>
                    </a:cubicBezTo>
                    <a:cubicBezTo>
                      <a:pt x="69894" y="41162"/>
                      <a:pt x="69894" y="40969"/>
                      <a:pt x="69894" y="40771"/>
                    </a:cubicBezTo>
                    <a:cubicBezTo>
                      <a:pt x="46829" y="40771"/>
                      <a:pt x="23764" y="40771"/>
                      <a:pt x="0" y="40771"/>
                    </a:cubicBezTo>
                    <a:cubicBezTo>
                      <a:pt x="96" y="40579"/>
                      <a:pt x="96" y="40579"/>
                      <a:pt x="582" y="39606"/>
                    </a:cubicBezTo>
                    <a:cubicBezTo>
                      <a:pt x="775" y="39606"/>
                      <a:pt x="967" y="39606"/>
                      <a:pt x="1165" y="39606"/>
                    </a:cubicBezTo>
                    <a:cubicBezTo>
                      <a:pt x="1165" y="39030"/>
                      <a:pt x="1165" y="38453"/>
                      <a:pt x="1165" y="37859"/>
                    </a:cubicBezTo>
                    <a:cubicBezTo>
                      <a:pt x="973" y="37859"/>
                      <a:pt x="780" y="37859"/>
                      <a:pt x="582" y="37859"/>
                    </a:cubicBezTo>
                    <a:cubicBezTo>
                      <a:pt x="582" y="33630"/>
                      <a:pt x="582" y="29402"/>
                      <a:pt x="582" y="25045"/>
                    </a:cubicBezTo>
                    <a:cubicBezTo>
                      <a:pt x="775" y="25045"/>
                      <a:pt x="967" y="25045"/>
                      <a:pt x="1165" y="25045"/>
                    </a:cubicBezTo>
                    <a:cubicBezTo>
                      <a:pt x="1165" y="23700"/>
                      <a:pt x="1165" y="22354"/>
                      <a:pt x="1165" y="20968"/>
                    </a:cubicBezTo>
                    <a:cubicBezTo>
                      <a:pt x="1357" y="20968"/>
                      <a:pt x="1549" y="20968"/>
                      <a:pt x="1747" y="20968"/>
                    </a:cubicBezTo>
                    <a:cubicBezTo>
                      <a:pt x="1747" y="20199"/>
                      <a:pt x="1747" y="19430"/>
                      <a:pt x="1747" y="18638"/>
                    </a:cubicBezTo>
                    <a:cubicBezTo>
                      <a:pt x="1940" y="18638"/>
                      <a:pt x="2132" y="18638"/>
                      <a:pt x="2330" y="18638"/>
                    </a:cubicBezTo>
                    <a:cubicBezTo>
                      <a:pt x="2330" y="17869"/>
                      <a:pt x="2330" y="17101"/>
                      <a:pt x="2330" y="16309"/>
                    </a:cubicBezTo>
                    <a:cubicBezTo>
                      <a:pt x="2522" y="16309"/>
                      <a:pt x="2714" y="16309"/>
                      <a:pt x="2912" y="16309"/>
                    </a:cubicBezTo>
                    <a:cubicBezTo>
                      <a:pt x="2912" y="15924"/>
                      <a:pt x="2912" y="15540"/>
                      <a:pt x="2912" y="15144"/>
                    </a:cubicBezTo>
                    <a:cubicBezTo>
                      <a:pt x="3104" y="15144"/>
                      <a:pt x="3297" y="15144"/>
                      <a:pt x="3495" y="15144"/>
                    </a:cubicBezTo>
                    <a:cubicBezTo>
                      <a:pt x="3495" y="14567"/>
                      <a:pt x="3495" y="13990"/>
                      <a:pt x="3495" y="13396"/>
                    </a:cubicBezTo>
                    <a:cubicBezTo>
                      <a:pt x="3687" y="13396"/>
                      <a:pt x="3879" y="13396"/>
                      <a:pt x="4077" y="13396"/>
                    </a:cubicBezTo>
                    <a:cubicBezTo>
                      <a:pt x="4077" y="13012"/>
                      <a:pt x="4077" y="12627"/>
                      <a:pt x="4077" y="12231"/>
                    </a:cubicBezTo>
                    <a:cubicBezTo>
                      <a:pt x="4269" y="12231"/>
                      <a:pt x="4462" y="12231"/>
                      <a:pt x="4660" y="12231"/>
                    </a:cubicBezTo>
                    <a:cubicBezTo>
                      <a:pt x="4660" y="12039"/>
                      <a:pt x="4660" y="11847"/>
                      <a:pt x="4660" y="11649"/>
                    </a:cubicBezTo>
                    <a:cubicBezTo>
                      <a:pt x="4852" y="11649"/>
                      <a:pt x="5044" y="11649"/>
                      <a:pt x="5242" y="11649"/>
                    </a:cubicBezTo>
                    <a:cubicBezTo>
                      <a:pt x="5242" y="11265"/>
                      <a:pt x="5242" y="10880"/>
                      <a:pt x="5242" y="10484"/>
                    </a:cubicBezTo>
                    <a:cubicBezTo>
                      <a:pt x="5434" y="10484"/>
                      <a:pt x="5626" y="10484"/>
                      <a:pt x="5824" y="10484"/>
                    </a:cubicBezTo>
                    <a:cubicBezTo>
                      <a:pt x="5824" y="10292"/>
                      <a:pt x="5824" y="10100"/>
                      <a:pt x="5824" y="9902"/>
                    </a:cubicBezTo>
                    <a:cubicBezTo>
                      <a:pt x="6017" y="9902"/>
                      <a:pt x="6209" y="9902"/>
                      <a:pt x="6407" y="9902"/>
                    </a:cubicBezTo>
                    <a:cubicBezTo>
                      <a:pt x="6407" y="9517"/>
                      <a:pt x="6407" y="9133"/>
                      <a:pt x="6407" y="8737"/>
                    </a:cubicBezTo>
                    <a:cubicBezTo>
                      <a:pt x="6599" y="8737"/>
                      <a:pt x="6791" y="8737"/>
                      <a:pt x="6989" y="8737"/>
                    </a:cubicBezTo>
                    <a:cubicBezTo>
                      <a:pt x="6989" y="8544"/>
                      <a:pt x="6989" y="8352"/>
                      <a:pt x="6989" y="8154"/>
                    </a:cubicBezTo>
                    <a:cubicBezTo>
                      <a:pt x="7182" y="8154"/>
                      <a:pt x="7374" y="8154"/>
                      <a:pt x="7572" y="8154"/>
                    </a:cubicBezTo>
                    <a:cubicBezTo>
                      <a:pt x="7572" y="7962"/>
                      <a:pt x="7572" y="7770"/>
                      <a:pt x="7572" y="7572"/>
                    </a:cubicBezTo>
                    <a:cubicBezTo>
                      <a:pt x="7764" y="7572"/>
                      <a:pt x="7956" y="7572"/>
                      <a:pt x="8154" y="7572"/>
                    </a:cubicBezTo>
                    <a:cubicBezTo>
                      <a:pt x="8154" y="7380"/>
                      <a:pt x="8154" y="7187"/>
                      <a:pt x="8154" y="6989"/>
                    </a:cubicBezTo>
                    <a:cubicBezTo>
                      <a:pt x="8346" y="6989"/>
                      <a:pt x="8539" y="6989"/>
                      <a:pt x="8737" y="6989"/>
                    </a:cubicBezTo>
                    <a:cubicBezTo>
                      <a:pt x="8737" y="6797"/>
                      <a:pt x="8737" y="6605"/>
                      <a:pt x="8737" y="6407"/>
                    </a:cubicBezTo>
                    <a:cubicBezTo>
                      <a:pt x="8929" y="6407"/>
                      <a:pt x="9121" y="6407"/>
                      <a:pt x="9319" y="6407"/>
                    </a:cubicBezTo>
                    <a:cubicBezTo>
                      <a:pt x="9319" y="6215"/>
                      <a:pt x="9319" y="6022"/>
                      <a:pt x="9319" y="5824"/>
                    </a:cubicBezTo>
                    <a:cubicBezTo>
                      <a:pt x="9511" y="5824"/>
                      <a:pt x="9704" y="5824"/>
                      <a:pt x="9902" y="5824"/>
                    </a:cubicBezTo>
                    <a:cubicBezTo>
                      <a:pt x="9902" y="5632"/>
                      <a:pt x="9902" y="5440"/>
                      <a:pt x="9902" y="5242"/>
                    </a:cubicBezTo>
                    <a:cubicBezTo>
                      <a:pt x="10094" y="5242"/>
                      <a:pt x="10286" y="5242"/>
                      <a:pt x="10484" y="5242"/>
                    </a:cubicBezTo>
                    <a:cubicBezTo>
                      <a:pt x="10484" y="5050"/>
                      <a:pt x="10484" y="4858"/>
                      <a:pt x="10484" y="4660"/>
                    </a:cubicBezTo>
                    <a:cubicBezTo>
                      <a:pt x="10676" y="4660"/>
                      <a:pt x="10868" y="4660"/>
                      <a:pt x="11066" y="4660"/>
                    </a:cubicBezTo>
                    <a:cubicBezTo>
                      <a:pt x="11066" y="4467"/>
                      <a:pt x="11066" y="4275"/>
                      <a:pt x="11066" y="4077"/>
                    </a:cubicBezTo>
                    <a:cubicBezTo>
                      <a:pt x="11451" y="4077"/>
                      <a:pt x="11835" y="4077"/>
                      <a:pt x="12231" y="4077"/>
                    </a:cubicBezTo>
                    <a:cubicBezTo>
                      <a:pt x="12231" y="3885"/>
                      <a:pt x="12231" y="3693"/>
                      <a:pt x="12231" y="3495"/>
                    </a:cubicBezTo>
                    <a:cubicBezTo>
                      <a:pt x="12424" y="3495"/>
                      <a:pt x="12616" y="3495"/>
                      <a:pt x="12814" y="3495"/>
                    </a:cubicBezTo>
                    <a:cubicBezTo>
                      <a:pt x="12814" y="3302"/>
                      <a:pt x="12814" y="3110"/>
                      <a:pt x="12814" y="2912"/>
                    </a:cubicBezTo>
                    <a:cubicBezTo>
                      <a:pt x="13198" y="2912"/>
                      <a:pt x="13583" y="2912"/>
                      <a:pt x="13979" y="2912"/>
                    </a:cubicBezTo>
                    <a:cubicBezTo>
                      <a:pt x="13979" y="2720"/>
                      <a:pt x="13979" y="2528"/>
                      <a:pt x="13979" y="2330"/>
                    </a:cubicBezTo>
                    <a:cubicBezTo>
                      <a:pt x="14363" y="2330"/>
                      <a:pt x="14748" y="2330"/>
                      <a:pt x="15144" y="2330"/>
                    </a:cubicBezTo>
                    <a:cubicBezTo>
                      <a:pt x="15144" y="2138"/>
                      <a:pt x="15144" y="1945"/>
                      <a:pt x="15144" y="1747"/>
                    </a:cubicBezTo>
                    <a:cubicBezTo>
                      <a:pt x="15720" y="1747"/>
                      <a:pt x="16297" y="1747"/>
                      <a:pt x="16891" y="1747"/>
                    </a:cubicBezTo>
                    <a:cubicBezTo>
                      <a:pt x="16891" y="1555"/>
                      <a:pt x="16891" y="1363"/>
                      <a:pt x="16891" y="1165"/>
                    </a:cubicBezTo>
                    <a:cubicBezTo>
                      <a:pt x="17468" y="1165"/>
                      <a:pt x="18044" y="1165"/>
                      <a:pt x="18638" y="1165"/>
                    </a:cubicBezTo>
                    <a:cubicBezTo>
                      <a:pt x="18638" y="973"/>
                      <a:pt x="18638" y="780"/>
                      <a:pt x="18638" y="582"/>
                    </a:cubicBezTo>
                    <a:cubicBezTo>
                      <a:pt x="19599" y="582"/>
                      <a:pt x="20560" y="582"/>
                      <a:pt x="21551" y="582"/>
                    </a:cubicBezTo>
                    <a:cubicBezTo>
                      <a:pt x="21551" y="390"/>
                      <a:pt x="21551" y="198"/>
                      <a:pt x="21551" y="0"/>
                    </a:cubicBezTo>
                    <a:close/>
                    <a:moveTo>
                      <a:pt x="33199" y="13396"/>
                    </a:moveTo>
                    <a:cubicBezTo>
                      <a:pt x="33199" y="13588"/>
                      <a:pt x="33199" y="13781"/>
                      <a:pt x="33199" y="13979"/>
                    </a:cubicBezTo>
                    <a:cubicBezTo>
                      <a:pt x="32431" y="13979"/>
                      <a:pt x="31662" y="13979"/>
                      <a:pt x="30870" y="13979"/>
                    </a:cubicBezTo>
                    <a:cubicBezTo>
                      <a:pt x="30870" y="14171"/>
                      <a:pt x="30870" y="14363"/>
                      <a:pt x="30870" y="14561"/>
                    </a:cubicBezTo>
                    <a:cubicBezTo>
                      <a:pt x="30485" y="14561"/>
                      <a:pt x="30101" y="14561"/>
                      <a:pt x="29705" y="14561"/>
                    </a:cubicBezTo>
                    <a:cubicBezTo>
                      <a:pt x="29705" y="14753"/>
                      <a:pt x="29705" y="14946"/>
                      <a:pt x="29705" y="15144"/>
                    </a:cubicBezTo>
                    <a:cubicBezTo>
                      <a:pt x="29513" y="15144"/>
                      <a:pt x="29320" y="15144"/>
                      <a:pt x="29122" y="15144"/>
                    </a:cubicBezTo>
                    <a:cubicBezTo>
                      <a:pt x="29122" y="15336"/>
                      <a:pt x="29122" y="15528"/>
                      <a:pt x="29122" y="15726"/>
                    </a:cubicBezTo>
                    <a:cubicBezTo>
                      <a:pt x="28738" y="15726"/>
                      <a:pt x="28354" y="15726"/>
                      <a:pt x="27957" y="15726"/>
                    </a:cubicBezTo>
                    <a:cubicBezTo>
                      <a:pt x="27957" y="15918"/>
                      <a:pt x="27957" y="16110"/>
                      <a:pt x="27957" y="16309"/>
                    </a:cubicBezTo>
                    <a:cubicBezTo>
                      <a:pt x="27765" y="16309"/>
                      <a:pt x="27573" y="16309"/>
                      <a:pt x="27375" y="16309"/>
                    </a:cubicBezTo>
                    <a:cubicBezTo>
                      <a:pt x="27375" y="16501"/>
                      <a:pt x="27375" y="16693"/>
                      <a:pt x="27375" y="16891"/>
                    </a:cubicBezTo>
                    <a:cubicBezTo>
                      <a:pt x="27183" y="16891"/>
                      <a:pt x="26991" y="16891"/>
                      <a:pt x="26793" y="16891"/>
                    </a:cubicBezTo>
                    <a:cubicBezTo>
                      <a:pt x="26793" y="17083"/>
                      <a:pt x="26793" y="17275"/>
                      <a:pt x="26793" y="17473"/>
                    </a:cubicBezTo>
                    <a:cubicBezTo>
                      <a:pt x="26600" y="17473"/>
                      <a:pt x="26408" y="17473"/>
                      <a:pt x="26210" y="17473"/>
                    </a:cubicBezTo>
                    <a:cubicBezTo>
                      <a:pt x="26210" y="17858"/>
                      <a:pt x="26210" y="18242"/>
                      <a:pt x="26210" y="18638"/>
                    </a:cubicBezTo>
                    <a:cubicBezTo>
                      <a:pt x="26018" y="18638"/>
                      <a:pt x="25826" y="18638"/>
                      <a:pt x="25628" y="18638"/>
                    </a:cubicBezTo>
                    <a:cubicBezTo>
                      <a:pt x="25628" y="18831"/>
                      <a:pt x="25628" y="19023"/>
                      <a:pt x="25628" y="19221"/>
                    </a:cubicBezTo>
                    <a:cubicBezTo>
                      <a:pt x="25435" y="19221"/>
                      <a:pt x="25243" y="19221"/>
                      <a:pt x="25045" y="19221"/>
                    </a:cubicBezTo>
                    <a:cubicBezTo>
                      <a:pt x="25045" y="19797"/>
                      <a:pt x="25045" y="20374"/>
                      <a:pt x="25045" y="20968"/>
                    </a:cubicBezTo>
                    <a:cubicBezTo>
                      <a:pt x="24853" y="20968"/>
                      <a:pt x="24661" y="20968"/>
                      <a:pt x="24463" y="20968"/>
                    </a:cubicBezTo>
                    <a:cubicBezTo>
                      <a:pt x="24463" y="21929"/>
                      <a:pt x="24463" y="22890"/>
                      <a:pt x="24463" y="23880"/>
                    </a:cubicBezTo>
                    <a:cubicBezTo>
                      <a:pt x="24271" y="23880"/>
                      <a:pt x="24078" y="23880"/>
                      <a:pt x="23880" y="23880"/>
                    </a:cubicBezTo>
                    <a:cubicBezTo>
                      <a:pt x="23880" y="24265"/>
                      <a:pt x="23880" y="24649"/>
                      <a:pt x="23880" y="25045"/>
                    </a:cubicBezTo>
                    <a:cubicBezTo>
                      <a:pt x="24073" y="25045"/>
                      <a:pt x="24265" y="25045"/>
                      <a:pt x="24463" y="25045"/>
                    </a:cubicBezTo>
                    <a:cubicBezTo>
                      <a:pt x="24463" y="26006"/>
                      <a:pt x="24463" y="26967"/>
                      <a:pt x="24463" y="27957"/>
                    </a:cubicBezTo>
                    <a:cubicBezTo>
                      <a:pt x="24655" y="27957"/>
                      <a:pt x="24847" y="27957"/>
                      <a:pt x="25045" y="27957"/>
                    </a:cubicBezTo>
                    <a:cubicBezTo>
                      <a:pt x="25045" y="28342"/>
                      <a:pt x="25045" y="28726"/>
                      <a:pt x="25045" y="29122"/>
                    </a:cubicBezTo>
                    <a:cubicBezTo>
                      <a:pt x="25237" y="29122"/>
                      <a:pt x="25430" y="29122"/>
                      <a:pt x="25628" y="29122"/>
                    </a:cubicBezTo>
                    <a:cubicBezTo>
                      <a:pt x="25628" y="29315"/>
                      <a:pt x="25628" y="29507"/>
                      <a:pt x="25628" y="29705"/>
                    </a:cubicBezTo>
                    <a:cubicBezTo>
                      <a:pt x="25820" y="29705"/>
                      <a:pt x="26012" y="29705"/>
                      <a:pt x="26210" y="29705"/>
                    </a:cubicBezTo>
                    <a:cubicBezTo>
                      <a:pt x="26210" y="30089"/>
                      <a:pt x="26210" y="30474"/>
                      <a:pt x="26210" y="30870"/>
                    </a:cubicBezTo>
                    <a:cubicBezTo>
                      <a:pt x="26402" y="30870"/>
                      <a:pt x="26595" y="30870"/>
                      <a:pt x="26793" y="30870"/>
                    </a:cubicBezTo>
                    <a:cubicBezTo>
                      <a:pt x="26793" y="31062"/>
                      <a:pt x="26793" y="31254"/>
                      <a:pt x="26793" y="31452"/>
                    </a:cubicBezTo>
                    <a:cubicBezTo>
                      <a:pt x="26985" y="31452"/>
                      <a:pt x="27177" y="31452"/>
                      <a:pt x="27375" y="31452"/>
                    </a:cubicBezTo>
                    <a:cubicBezTo>
                      <a:pt x="27375" y="31644"/>
                      <a:pt x="27375" y="31837"/>
                      <a:pt x="27375" y="32035"/>
                    </a:cubicBezTo>
                    <a:cubicBezTo>
                      <a:pt x="27567" y="32035"/>
                      <a:pt x="27759" y="32035"/>
                      <a:pt x="27957" y="32035"/>
                    </a:cubicBezTo>
                    <a:cubicBezTo>
                      <a:pt x="27957" y="32227"/>
                      <a:pt x="27957" y="32419"/>
                      <a:pt x="27957" y="32617"/>
                    </a:cubicBezTo>
                    <a:cubicBezTo>
                      <a:pt x="28150" y="32617"/>
                      <a:pt x="28342" y="32617"/>
                      <a:pt x="28540" y="32617"/>
                    </a:cubicBezTo>
                    <a:cubicBezTo>
                      <a:pt x="28540" y="32809"/>
                      <a:pt x="28540" y="33001"/>
                      <a:pt x="28540" y="33199"/>
                    </a:cubicBezTo>
                    <a:cubicBezTo>
                      <a:pt x="28924" y="33199"/>
                      <a:pt x="29309" y="33199"/>
                      <a:pt x="29705" y="33199"/>
                    </a:cubicBezTo>
                    <a:cubicBezTo>
                      <a:pt x="29705" y="33392"/>
                      <a:pt x="29705" y="33584"/>
                      <a:pt x="29705" y="33782"/>
                    </a:cubicBezTo>
                    <a:cubicBezTo>
                      <a:pt x="30089" y="33782"/>
                      <a:pt x="30474" y="33782"/>
                      <a:pt x="30870" y="33782"/>
                    </a:cubicBezTo>
                    <a:cubicBezTo>
                      <a:pt x="30870" y="33974"/>
                      <a:pt x="30870" y="34166"/>
                      <a:pt x="30870" y="34364"/>
                    </a:cubicBezTo>
                    <a:cubicBezTo>
                      <a:pt x="31639" y="34364"/>
                      <a:pt x="32407" y="34364"/>
                      <a:pt x="33199" y="34364"/>
                    </a:cubicBezTo>
                    <a:cubicBezTo>
                      <a:pt x="33199" y="34557"/>
                      <a:pt x="33199" y="34749"/>
                      <a:pt x="33199" y="34947"/>
                    </a:cubicBezTo>
                    <a:cubicBezTo>
                      <a:pt x="34545" y="34947"/>
                      <a:pt x="35890" y="34947"/>
                      <a:pt x="37277" y="34947"/>
                    </a:cubicBezTo>
                    <a:cubicBezTo>
                      <a:pt x="37277" y="34755"/>
                      <a:pt x="37277" y="34562"/>
                      <a:pt x="37277" y="34364"/>
                    </a:cubicBezTo>
                    <a:cubicBezTo>
                      <a:pt x="37853" y="34364"/>
                      <a:pt x="38430" y="34364"/>
                      <a:pt x="39024" y="34364"/>
                    </a:cubicBezTo>
                    <a:cubicBezTo>
                      <a:pt x="39024" y="34172"/>
                      <a:pt x="39024" y="33980"/>
                      <a:pt x="39024" y="33782"/>
                    </a:cubicBezTo>
                    <a:cubicBezTo>
                      <a:pt x="39408" y="33782"/>
                      <a:pt x="39793" y="33782"/>
                      <a:pt x="40189" y="33782"/>
                    </a:cubicBezTo>
                    <a:cubicBezTo>
                      <a:pt x="40189" y="33590"/>
                      <a:pt x="40189" y="33398"/>
                      <a:pt x="40189" y="33199"/>
                    </a:cubicBezTo>
                    <a:cubicBezTo>
                      <a:pt x="40573" y="33199"/>
                      <a:pt x="40958" y="33199"/>
                      <a:pt x="41354" y="33199"/>
                    </a:cubicBezTo>
                    <a:cubicBezTo>
                      <a:pt x="41354" y="33007"/>
                      <a:pt x="41354" y="32815"/>
                      <a:pt x="41354" y="32617"/>
                    </a:cubicBezTo>
                    <a:cubicBezTo>
                      <a:pt x="41546" y="32617"/>
                      <a:pt x="41738" y="32617"/>
                      <a:pt x="41936" y="32617"/>
                    </a:cubicBezTo>
                    <a:cubicBezTo>
                      <a:pt x="41936" y="32425"/>
                      <a:pt x="41936" y="32233"/>
                      <a:pt x="41936" y="32035"/>
                    </a:cubicBezTo>
                    <a:cubicBezTo>
                      <a:pt x="42128" y="32035"/>
                      <a:pt x="42321" y="32035"/>
                      <a:pt x="42519" y="32035"/>
                    </a:cubicBezTo>
                    <a:cubicBezTo>
                      <a:pt x="42519" y="31842"/>
                      <a:pt x="42519" y="31650"/>
                      <a:pt x="42519" y="31452"/>
                    </a:cubicBezTo>
                    <a:cubicBezTo>
                      <a:pt x="42711" y="31452"/>
                      <a:pt x="42903" y="31452"/>
                      <a:pt x="43101" y="31452"/>
                    </a:cubicBezTo>
                    <a:cubicBezTo>
                      <a:pt x="43101" y="31260"/>
                      <a:pt x="43101" y="31068"/>
                      <a:pt x="43101" y="30870"/>
                    </a:cubicBezTo>
                    <a:cubicBezTo>
                      <a:pt x="43293" y="30870"/>
                      <a:pt x="43485" y="30870"/>
                      <a:pt x="43684" y="30870"/>
                    </a:cubicBezTo>
                    <a:cubicBezTo>
                      <a:pt x="43684" y="30677"/>
                      <a:pt x="43684" y="30485"/>
                      <a:pt x="43684" y="30287"/>
                    </a:cubicBezTo>
                    <a:cubicBezTo>
                      <a:pt x="43876" y="30287"/>
                      <a:pt x="44068" y="30287"/>
                      <a:pt x="44266" y="30287"/>
                    </a:cubicBezTo>
                    <a:cubicBezTo>
                      <a:pt x="44266" y="29903"/>
                      <a:pt x="44266" y="29518"/>
                      <a:pt x="44266" y="29122"/>
                    </a:cubicBezTo>
                    <a:cubicBezTo>
                      <a:pt x="44458" y="29122"/>
                      <a:pt x="44650" y="29122"/>
                      <a:pt x="44848" y="29122"/>
                    </a:cubicBezTo>
                    <a:cubicBezTo>
                      <a:pt x="44848" y="28546"/>
                      <a:pt x="44848" y="27969"/>
                      <a:pt x="44848" y="27375"/>
                    </a:cubicBezTo>
                    <a:cubicBezTo>
                      <a:pt x="45041" y="27375"/>
                      <a:pt x="45233" y="27375"/>
                      <a:pt x="45431" y="27375"/>
                    </a:cubicBezTo>
                    <a:cubicBezTo>
                      <a:pt x="45431" y="25069"/>
                      <a:pt x="45431" y="22762"/>
                      <a:pt x="45431" y="20386"/>
                    </a:cubicBezTo>
                    <a:cubicBezTo>
                      <a:pt x="45239" y="20386"/>
                      <a:pt x="45046" y="20386"/>
                      <a:pt x="44848" y="20386"/>
                    </a:cubicBezTo>
                    <a:cubicBezTo>
                      <a:pt x="44848" y="20001"/>
                      <a:pt x="44848" y="19617"/>
                      <a:pt x="44848" y="19221"/>
                    </a:cubicBezTo>
                    <a:cubicBezTo>
                      <a:pt x="44656" y="19221"/>
                      <a:pt x="44464" y="19221"/>
                      <a:pt x="44266" y="19221"/>
                    </a:cubicBezTo>
                    <a:cubicBezTo>
                      <a:pt x="44266" y="18836"/>
                      <a:pt x="44266" y="18452"/>
                      <a:pt x="44266" y="18056"/>
                    </a:cubicBezTo>
                    <a:cubicBezTo>
                      <a:pt x="44074" y="18056"/>
                      <a:pt x="43882" y="18056"/>
                      <a:pt x="43684" y="18056"/>
                    </a:cubicBezTo>
                    <a:cubicBezTo>
                      <a:pt x="43684" y="17864"/>
                      <a:pt x="43684" y="17671"/>
                      <a:pt x="43684" y="17473"/>
                    </a:cubicBezTo>
                    <a:cubicBezTo>
                      <a:pt x="43491" y="17473"/>
                      <a:pt x="43299" y="17473"/>
                      <a:pt x="43101" y="17473"/>
                    </a:cubicBezTo>
                    <a:cubicBezTo>
                      <a:pt x="43101" y="17281"/>
                      <a:pt x="43101" y="17089"/>
                      <a:pt x="43101" y="16891"/>
                    </a:cubicBezTo>
                    <a:cubicBezTo>
                      <a:pt x="42909" y="16891"/>
                      <a:pt x="42717" y="16891"/>
                      <a:pt x="42519" y="16891"/>
                    </a:cubicBezTo>
                    <a:cubicBezTo>
                      <a:pt x="42519" y="16699"/>
                      <a:pt x="42519" y="16507"/>
                      <a:pt x="42519" y="16309"/>
                    </a:cubicBezTo>
                    <a:cubicBezTo>
                      <a:pt x="42326" y="16309"/>
                      <a:pt x="42134" y="16309"/>
                      <a:pt x="41936" y="16309"/>
                    </a:cubicBezTo>
                    <a:cubicBezTo>
                      <a:pt x="41936" y="16116"/>
                      <a:pt x="41936" y="15924"/>
                      <a:pt x="41936" y="15726"/>
                    </a:cubicBezTo>
                    <a:cubicBezTo>
                      <a:pt x="41552" y="15726"/>
                      <a:pt x="41167" y="15726"/>
                      <a:pt x="40771" y="15726"/>
                    </a:cubicBezTo>
                    <a:cubicBezTo>
                      <a:pt x="40771" y="15534"/>
                      <a:pt x="40771" y="15342"/>
                      <a:pt x="40771" y="15144"/>
                    </a:cubicBezTo>
                    <a:cubicBezTo>
                      <a:pt x="40579" y="15144"/>
                      <a:pt x="40387" y="15144"/>
                      <a:pt x="40189" y="15144"/>
                    </a:cubicBezTo>
                    <a:cubicBezTo>
                      <a:pt x="40189" y="14951"/>
                      <a:pt x="40189" y="14759"/>
                      <a:pt x="40189" y="14561"/>
                    </a:cubicBezTo>
                    <a:cubicBezTo>
                      <a:pt x="39804" y="14561"/>
                      <a:pt x="39420" y="14561"/>
                      <a:pt x="39024" y="14561"/>
                    </a:cubicBezTo>
                    <a:cubicBezTo>
                      <a:pt x="39024" y="14369"/>
                      <a:pt x="39024" y="14177"/>
                      <a:pt x="39024" y="13979"/>
                    </a:cubicBezTo>
                    <a:cubicBezTo>
                      <a:pt x="38255" y="13979"/>
                      <a:pt x="37486" y="13979"/>
                      <a:pt x="36694" y="13979"/>
                    </a:cubicBezTo>
                    <a:cubicBezTo>
                      <a:pt x="36694" y="13787"/>
                      <a:pt x="36694" y="13594"/>
                      <a:pt x="36694" y="13396"/>
                    </a:cubicBezTo>
                    <a:cubicBezTo>
                      <a:pt x="35541" y="13396"/>
                      <a:pt x="34388" y="13396"/>
                      <a:pt x="33199" y="13396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69" name="ICON_AGENT_ROBOT_path_002"/>
              <p:cNvSpPr/>
              <p:nvPr/>
            </p:nvSpPr>
            <p:spPr>
              <a:xfrm>
                <a:off x="1069164" y="3843777"/>
                <a:ext cx="1006002" cy="754502"/>
              </a:xfrm>
              <a:custGeom>
                <a:avLst/>
                <a:gdLst/>
                <a:ahLst/>
                <a:cxnLst/>
                <a:rect l="0" t="0" r="r" b="b"/>
                <a:pathLst>
                  <a:path w="79213" h="59410" fill="norm" stroke="0">
                    <a:moveTo>
                      <a:pt x="22715" y="0"/>
                    </a:moveTo>
                    <a:cubicBezTo>
                      <a:pt x="34056" y="0"/>
                      <a:pt x="45396" y="0"/>
                      <a:pt x="57080" y="0"/>
                    </a:cubicBezTo>
                    <a:cubicBezTo>
                      <a:pt x="57080" y="192"/>
                      <a:pt x="57080" y="384"/>
                      <a:pt x="57080" y="582"/>
                    </a:cubicBezTo>
                    <a:cubicBezTo>
                      <a:pt x="58041" y="582"/>
                      <a:pt x="59002" y="582"/>
                      <a:pt x="59992" y="582"/>
                    </a:cubicBezTo>
                    <a:cubicBezTo>
                      <a:pt x="59992" y="775"/>
                      <a:pt x="59992" y="967"/>
                      <a:pt x="59992" y="1165"/>
                    </a:cubicBezTo>
                    <a:cubicBezTo>
                      <a:pt x="60569" y="1165"/>
                      <a:pt x="61145" y="1165"/>
                      <a:pt x="61739" y="1165"/>
                    </a:cubicBezTo>
                    <a:cubicBezTo>
                      <a:pt x="61739" y="1357"/>
                      <a:pt x="61739" y="1549"/>
                      <a:pt x="61739" y="1747"/>
                    </a:cubicBezTo>
                    <a:cubicBezTo>
                      <a:pt x="62316" y="1747"/>
                      <a:pt x="62893" y="1747"/>
                      <a:pt x="63487" y="1747"/>
                    </a:cubicBezTo>
                    <a:cubicBezTo>
                      <a:pt x="63487" y="1940"/>
                      <a:pt x="63487" y="2132"/>
                      <a:pt x="63487" y="2330"/>
                    </a:cubicBezTo>
                    <a:cubicBezTo>
                      <a:pt x="63871" y="2330"/>
                      <a:pt x="64256" y="2330"/>
                      <a:pt x="64652" y="2330"/>
                    </a:cubicBezTo>
                    <a:cubicBezTo>
                      <a:pt x="64652" y="2522"/>
                      <a:pt x="64652" y="2714"/>
                      <a:pt x="64652" y="2912"/>
                    </a:cubicBezTo>
                    <a:cubicBezTo>
                      <a:pt x="65036" y="2912"/>
                      <a:pt x="65420" y="2912"/>
                      <a:pt x="65816" y="2912"/>
                    </a:cubicBezTo>
                    <a:cubicBezTo>
                      <a:pt x="65816" y="3104"/>
                      <a:pt x="65816" y="3297"/>
                      <a:pt x="65816" y="3495"/>
                    </a:cubicBezTo>
                    <a:cubicBezTo>
                      <a:pt x="66201" y="3495"/>
                      <a:pt x="66585" y="3495"/>
                      <a:pt x="66981" y="3495"/>
                    </a:cubicBezTo>
                    <a:cubicBezTo>
                      <a:pt x="66981" y="3687"/>
                      <a:pt x="66981" y="3879"/>
                      <a:pt x="66981" y="4077"/>
                    </a:cubicBezTo>
                    <a:cubicBezTo>
                      <a:pt x="67366" y="4077"/>
                      <a:pt x="67750" y="4077"/>
                      <a:pt x="68146" y="4077"/>
                    </a:cubicBezTo>
                    <a:cubicBezTo>
                      <a:pt x="68146" y="4269"/>
                      <a:pt x="68146" y="4462"/>
                      <a:pt x="68146" y="4660"/>
                    </a:cubicBezTo>
                    <a:cubicBezTo>
                      <a:pt x="68531" y="4660"/>
                      <a:pt x="68915" y="4660"/>
                      <a:pt x="69311" y="4660"/>
                    </a:cubicBezTo>
                    <a:cubicBezTo>
                      <a:pt x="69311" y="4852"/>
                      <a:pt x="69311" y="5044"/>
                      <a:pt x="69311" y="5242"/>
                    </a:cubicBezTo>
                    <a:cubicBezTo>
                      <a:pt x="69503" y="5242"/>
                      <a:pt x="69696" y="5242"/>
                      <a:pt x="69894" y="5242"/>
                    </a:cubicBezTo>
                    <a:cubicBezTo>
                      <a:pt x="69894" y="5434"/>
                      <a:pt x="69894" y="5626"/>
                      <a:pt x="69894" y="5824"/>
                    </a:cubicBezTo>
                    <a:cubicBezTo>
                      <a:pt x="70086" y="5824"/>
                      <a:pt x="70278" y="5824"/>
                      <a:pt x="70476" y="5824"/>
                    </a:cubicBezTo>
                    <a:cubicBezTo>
                      <a:pt x="70476" y="6017"/>
                      <a:pt x="70476" y="6209"/>
                      <a:pt x="70476" y="6407"/>
                    </a:cubicBezTo>
                    <a:cubicBezTo>
                      <a:pt x="70668" y="6407"/>
                      <a:pt x="70860" y="6407"/>
                      <a:pt x="71059" y="6407"/>
                    </a:cubicBezTo>
                    <a:cubicBezTo>
                      <a:pt x="71059" y="6599"/>
                      <a:pt x="71059" y="6791"/>
                      <a:pt x="71059" y="6989"/>
                    </a:cubicBezTo>
                    <a:cubicBezTo>
                      <a:pt x="71443" y="6989"/>
                      <a:pt x="71827" y="6989"/>
                      <a:pt x="72223" y="6989"/>
                    </a:cubicBezTo>
                    <a:cubicBezTo>
                      <a:pt x="72223" y="7182"/>
                      <a:pt x="72223" y="7374"/>
                      <a:pt x="72223" y="7572"/>
                    </a:cubicBezTo>
                    <a:cubicBezTo>
                      <a:pt x="72416" y="7572"/>
                      <a:pt x="72608" y="7572"/>
                      <a:pt x="72806" y="7572"/>
                    </a:cubicBezTo>
                    <a:cubicBezTo>
                      <a:pt x="72806" y="7764"/>
                      <a:pt x="72806" y="7956"/>
                      <a:pt x="72806" y="8154"/>
                    </a:cubicBezTo>
                    <a:cubicBezTo>
                      <a:pt x="72998" y="8154"/>
                      <a:pt x="73190" y="8154"/>
                      <a:pt x="73388" y="8154"/>
                    </a:cubicBezTo>
                    <a:cubicBezTo>
                      <a:pt x="73388" y="8346"/>
                      <a:pt x="73388" y="8539"/>
                      <a:pt x="73388" y="8737"/>
                    </a:cubicBezTo>
                    <a:cubicBezTo>
                      <a:pt x="73581" y="8737"/>
                      <a:pt x="73773" y="8737"/>
                      <a:pt x="73971" y="8737"/>
                    </a:cubicBezTo>
                    <a:cubicBezTo>
                      <a:pt x="73971" y="9121"/>
                      <a:pt x="73971" y="9506"/>
                      <a:pt x="73971" y="9902"/>
                    </a:cubicBezTo>
                    <a:cubicBezTo>
                      <a:pt x="74163" y="9902"/>
                      <a:pt x="74355" y="9902"/>
                      <a:pt x="74553" y="9902"/>
                    </a:cubicBezTo>
                    <a:cubicBezTo>
                      <a:pt x="74553" y="10094"/>
                      <a:pt x="74553" y="10286"/>
                      <a:pt x="74553" y="10484"/>
                    </a:cubicBezTo>
                    <a:cubicBezTo>
                      <a:pt x="74745" y="10484"/>
                      <a:pt x="74938" y="10484"/>
                      <a:pt x="75136" y="10484"/>
                    </a:cubicBezTo>
                    <a:cubicBezTo>
                      <a:pt x="75136" y="10676"/>
                      <a:pt x="75136" y="10868"/>
                      <a:pt x="75136" y="11066"/>
                    </a:cubicBezTo>
                    <a:cubicBezTo>
                      <a:pt x="75328" y="11066"/>
                      <a:pt x="75520" y="11066"/>
                      <a:pt x="75718" y="11066"/>
                    </a:cubicBezTo>
                    <a:cubicBezTo>
                      <a:pt x="75718" y="11451"/>
                      <a:pt x="75718" y="11835"/>
                      <a:pt x="75718" y="12231"/>
                    </a:cubicBezTo>
                    <a:cubicBezTo>
                      <a:pt x="75910" y="12231"/>
                      <a:pt x="76102" y="12231"/>
                      <a:pt x="76301" y="12231"/>
                    </a:cubicBezTo>
                    <a:cubicBezTo>
                      <a:pt x="76301" y="12424"/>
                      <a:pt x="76301" y="12616"/>
                      <a:pt x="76301" y="12814"/>
                    </a:cubicBezTo>
                    <a:cubicBezTo>
                      <a:pt x="76493" y="12814"/>
                      <a:pt x="76685" y="12814"/>
                      <a:pt x="76883" y="12814"/>
                    </a:cubicBezTo>
                    <a:cubicBezTo>
                      <a:pt x="76883" y="13198"/>
                      <a:pt x="76883" y="13583"/>
                      <a:pt x="76883" y="13979"/>
                    </a:cubicBezTo>
                    <a:cubicBezTo>
                      <a:pt x="77075" y="13979"/>
                      <a:pt x="77267" y="13979"/>
                      <a:pt x="77465" y="13979"/>
                    </a:cubicBezTo>
                    <a:cubicBezTo>
                      <a:pt x="77465" y="14363"/>
                      <a:pt x="77465" y="14748"/>
                      <a:pt x="77465" y="15144"/>
                    </a:cubicBezTo>
                    <a:cubicBezTo>
                      <a:pt x="77658" y="15144"/>
                      <a:pt x="77850" y="15144"/>
                      <a:pt x="78048" y="15144"/>
                    </a:cubicBezTo>
                    <a:cubicBezTo>
                      <a:pt x="78048" y="15720"/>
                      <a:pt x="78048" y="16297"/>
                      <a:pt x="78048" y="16891"/>
                    </a:cubicBezTo>
                    <a:cubicBezTo>
                      <a:pt x="78240" y="16891"/>
                      <a:pt x="78432" y="16891"/>
                      <a:pt x="78630" y="16891"/>
                    </a:cubicBezTo>
                    <a:cubicBezTo>
                      <a:pt x="78630" y="17468"/>
                      <a:pt x="78630" y="18044"/>
                      <a:pt x="78630" y="18638"/>
                    </a:cubicBezTo>
                    <a:cubicBezTo>
                      <a:pt x="78823" y="18638"/>
                      <a:pt x="79015" y="18638"/>
                      <a:pt x="79213" y="18638"/>
                    </a:cubicBezTo>
                    <a:cubicBezTo>
                      <a:pt x="79213" y="25558"/>
                      <a:pt x="79213" y="32477"/>
                      <a:pt x="79213" y="39606"/>
                    </a:cubicBezTo>
                    <a:cubicBezTo>
                      <a:pt x="79021" y="39606"/>
                      <a:pt x="78828" y="39606"/>
                      <a:pt x="78630" y="39606"/>
                    </a:cubicBezTo>
                    <a:cubicBezTo>
                      <a:pt x="78630" y="40375"/>
                      <a:pt x="78630" y="41144"/>
                      <a:pt x="78630" y="41936"/>
                    </a:cubicBezTo>
                    <a:cubicBezTo>
                      <a:pt x="78438" y="41936"/>
                      <a:pt x="78246" y="41936"/>
                      <a:pt x="78048" y="41936"/>
                    </a:cubicBezTo>
                    <a:cubicBezTo>
                      <a:pt x="78048" y="42321"/>
                      <a:pt x="78048" y="42705"/>
                      <a:pt x="78048" y="43101"/>
                    </a:cubicBezTo>
                    <a:cubicBezTo>
                      <a:pt x="77856" y="43101"/>
                      <a:pt x="77663" y="43101"/>
                      <a:pt x="77465" y="43101"/>
                    </a:cubicBezTo>
                    <a:cubicBezTo>
                      <a:pt x="77465" y="43678"/>
                      <a:pt x="77465" y="44254"/>
                      <a:pt x="77465" y="44848"/>
                    </a:cubicBezTo>
                    <a:cubicBezTo>
                      <a:pt x="77273" y="44848"/>
                      <a:pt x="77081" y="44848"/>
                      <a:pt x="76883" y="44848"/>
                    </a:cubicBezTo>
                    <a:cubicBezTo>
                      <a:pt x="76883" y="45041"/>
                      <a:pt x="76883" y="45233"/>
                      <a:pt x="76883" y="45431"/>
                    </a:cubicBezTo>
                    <a:cubicBezTo>
                      <a:pt x="76691" y="45431"/>
                      <a:pt x="76499" y="45431"/>
                      <a:pt x="76301" y="45431"/>
                    </a:cubicBezTo>
                    <a:cubicBezTo>
                      <a:pt x="76301" y="45815"/>
                      <a:pt x="76301" y="46200"/>
                      <a:pt x="76301" y="46596"/>
                    </a:cubicBezTo>
                    <a:cubicBezTo>
                      <a:pt x="76108" y="46596"/>
                      <a:pt x="75916" y="46596"/>
                      <a:pt x="75718" y="46596"/>
                    </a:cubicBezTo>
                    <a:cubicBezTo>
                      <a:pt x="75718" y="46980"/>
                      <a:pt x="75718" y="47365"/>
                      <a:pt x="75718" y="47761"/>
                    </a:cubicBezTo>
                    <a:cubicBezTo>
                      <a:pt x="75526" y="47761"/>
                      <a:pt x="75334" y="47761"/>
                      <a:pt x="75136" y="47761"/>
                    </a:cubicBezTo>
                    <a:cubicBezTo>
                      <a:pt x="75136" y="47953"/>
                      <a:pt x="75136" y="48145"/>
                      <a:pt x="75136" y="48343"/>
                    </a:cubicBezTo>
                    <a:cubicBezTo>
                      <a:pt x="74943" y="48343"/>
                      <a:pt x="74751" y="48343"/>
                      <a:pt x="74553" y="48343"/>
                    </a:cubicBezTo>
                    <a:cubicBezTo>
                      <a:pt x="74553" y="48535"/>
                      <a:pt x="74553" y="48728"/>
                      <a:pt x="74553" y="48926"/>
                    </a:cubicBezTo>
                    <a:cubicBezTo>
                      <a:pt x="74361" y="48926"/>
                      <a:pt x="74169" y="48926"/>
                      <a:pt x="73971" y="48926"/>
                    </a:cubicBezTo>
                    <a:cubicBezTo>
                      <a:pt x="73971" y="49118"/>
                      <a:pt x="73971" y="49310"/>
                      <a:pt x="73971" y="49508"/>
                    </a:cubicBezTo>
                    <a:cubicBezTo>
                      <a:pt x="73779" y="49508"/>
                      <a:pt x="73586" y="49508"/>
                      <a:pt x="73388" y="49508"/>
                    </a:cubicBezTo>
                    <a:cubicBezTo>
                      <a:pt x="73388" y="49892"/>
                      <a:pt x="73388" y="50277"/>
                      <a:pt x="73388" y="50673"/>
                    </a:cubicBezTo>
                    <a:cubicBezTo>
                      <a:pt x="73196" y="50673"/>
                      <a:pt x="73004" y="50673"/>
                      <a:pt x="72806" y="50673"/>
                    </a:cubicBezTo>
                    <a:cubicBezTo>
                      <a:pt x="72806" y="50865"/>
                      <a:pt x="72806" y="51057"/>
                      <a:pt x="72806" y="51255"/>
                    </a:cubicBezTo>
                    <a:cubicBezTo>
                      <a:pt x="72614" y="51255"/>
                      <a:pt x="72421" y="51255"/>
                      <a:pt x="72223" y="51255"/>
                    </a:cubicBezTo>
                    <a:cubicBezTo>
                      <a:pt x="72223" y="51448"/>
                      <a:pt x="72223" y="51640"/>
                      <a:pt x="72223" y="51838"/>
                    </a:cubicBezTo>
                    <a:cubicBezTo>
                      <a:pt x="72031" y="51838"/>
                      <a:pt x="71839" y="51838"/>
                      <a:pt x="71641" y="51838"/>
                    </a:cubicBezTo>
                    <a:cubicBezTo>
                      <a:pt x="71641" y="52030"/>
                      <a:pt x="71641" y="52222"/>
                      <a:pt x="71641" y="52420"/>
                    </a:cubicBezTo>
                    <a:cubicBezTo>
                      <a:pt x="71257" y="52420"/>
                      <a:pt x="70872" y="52420"/>
                      <a:pt x="70476" y="52420"/>
                    </a:cubicBezTo>
                    <a:cubicBezTo>
                      <a:pt x="70476" y="52612"/>
                      <a:pt x="70476" y="52805"/>
                      <a:pt x="70476" y="53003"/>
                    </a:cubicBezTo>
                    <a:cubicBezTo>
                      <a:pt x="70284" y="53003"/>
                      <a:pt x="70092" y="53003"/>
                      <a:pt x="69894" y="53003"/>
                    </a:cubicBezTo>
                    <a:cubicBezTo>
                      <a:pt x="69894" y="53195"/>
                      <a:pt x="69894" y="53387"/>
                      <a:pt x="69894" y="53585"/>
                    </a:cubicBezTo>
                    <a:cubicBezTo>
                      <a:pt x="69701" y="53585"/>
                      <a:pt x="69509" y="53585"/>
                      <a:pt x="69311" y="53585"/>
                    </a:cubicBezTo>
                    <a:cubicBezTo>
                      <a:pt x="69311" y="53777"/>
                      <a:pt x="69311" y="53970"/>
                      <a:pt x="69311" y="54168"/>
                    </a:cubicBezTo>
                    <a:cubicBezTo>
                      <a:pt x="69119" y="54168"/>
                      <a:pt x="68927" y="54168"/>
                      <a:pt x="68729" y="54168"/>
                    </a:cubicBezTo>
                    <a:cubicBezTo>
                      <a:pt x="68729" y="54360"/>
                      <a:pt x="68729" y="54552"/>
                      <a:pt x="68729" y="54750"/>
                    </a:cubicBezTo>
                    <a:cubicBezTo>
                      <a:pt x="68344" y="54750"/>
                      <a:pt x="67960" y="54750"/>
                      <a:pt x="67564" y="54750"/>
                    </a:cubicBezTo>
                    <a:cubicBezTo>
                      <a:pt x="67564" y="54942"/>
                      <a:pt x="67564" y="55134"/>
                      <a:pt x="67564" y="55332"/>
                    </a:cubicBezTo>
                    <a:cubicBezTo>
                      <a:pt x="67179" y="55332"/>
                      <a:pt x="66795" y="55332"/>
                      <a:pt x="66399" y="55332"/>
                    </a:cubicBezTo>
                    <a:cubicBezTo>
                      <a:pt x="66399" y="55525"/>
                      <a:pt x="66399" y="55717"/>
                      <a:pt x="66399" y="55915"/>
                    </a:cubicBezTo>
                    <a:cubicBezTo>
                      <a:pt x="66015" y="55915"/>
                      <a:pt x="65630" y="55915"/>
                      <a:pt x="65234" y="55915"/>
                    </a:cubicBezTo>
                    <a:cubicBezTo>
                      <a:pt x="65234" y="56107"/>
                      <a:pt x="65234" y="56299"/>
                      <a:pt x="65234" y="56497"/>
                    </a:cubicBezTo>
                    <a:cubicBezTo>
                      <a:pt x="64850" y="56497"/>
                      <a:pt x="64465" y="56497"/>
                      <a:pt x="64069" y="56497"/>
                    </a:cubicBezTo>
                    <a:cubicBezTo>
                      <a:pt x="64069" y="56690"/>
                      <a:pt x="64069" y="56882"/>
                      <a:pt x="64069" y="57080"/>
                    </a:cubicBezTo>
                    <a:cubicBezTo>
                      <a:pt x="63685" y="57080"/>
                      <a:pt x="63300" y="57080"/>
                      <a:pt x="62904" y="57080"/>
                    </a:cubicBezTo>
                    <a:cubicBezTo>
                      <a:pt x="62904" y="57272"/>
                      <a:pt x="62904" y="57464"/>
                      <a:pt x="62904" y="57662"/>
                    </a:cubicBezTo>
                    <a:cubicBezTo>
                      <a:pt x="62328" y="57662"/>
                      <a:pt x="61751" y="57662"/>
                      <a:pt x="61157" y="57662"/>
                    </a:cubicBezTo>
                    <a:cubicBezTo>
                      <a:pt x="61157" y="57854"/>
                      <a:pt x="61157" y="58047"/>
                      <a:pt x="61157" y="58245"/>
                    </a:cubicBezTo>
                    <a:cubicBezTo>
                      <a:pt x="60388" y="58245"/>
                      <a:pt x="59619" y="58245"/>
                      <a:pt x="58827" y="58245"/>
                    </a:cubicBezTo>
                    <a:cubicBezTo>
                      <a:pt x="58827" y="58437"/>
                      <a:pt x="58827" y="58629"/>
                      <a:pt x="58827" y="58827"/>
                    </a:cubicBezTo>
                    <a:cubicBezTo>
                      <a:pt x="57482" y="58827"/>
                      <a:pt x="56136" y="58827"/>
                      <a:pt x="54750" y="58827"/>
                    </a:cubicBezTo>
                    <a:cubicBezTo>
                      <a:pt x="54750" y="59019"/>
                      <a:pt x="54750" y="59212"/>
                      <a:pt x="54750" y="59410"/>
                    </a:cubicBezTo>
                    <a:cubicBezTo>
                      <a:pt x="44755" y="59410"/>
                      <a:pt x="34760" y="59410"/>
                      <a:pt x="24463" y="59410"/>
                    </a:cubicBezTo>
                    <a:cubicBezTo>
                      <a:pt x="24463" y="59217"/>
                      <a:pt x="24463" y="59025"/>
                      <a:pt x="24463" y="58827"/>
                    </a:cubicBezTo>
                    <a:cubicBezTo>
                      <a:pt x="23117" y="58827"/>
                      <a:pt x="21772" y="58827"/>
                      <a:pt x="20386" y="58827"/>
                    </a:cubicBezTo>
                    <a:cubicBezTo>
                      <a:pt x="20386" y="58635"/>
                      <a:pt x="20386" y="58443"/>
                      <a:pt x="20386" y="58245"/>
                    </a:cubicBezTo>
                    <a:cubicBezTo>
                      <a:pt x="19617" y="58245"/>
                      <a:pt x="18848" y="58245"/>
                      <a:pt x="18056" y="58245"/>
                    </a:cubicBezTo>
                    <a:cubicBezTo>
                      <a:pt x="18056" y="58052"/>
                      <a:pt x="18056" y="57860"/>
                      <a:pt x="18056" y="57662"/>
                    </a:cubicBezTo>
                    <a:cubicBezTo>
                      <a:pt x="17479" y="57662"/>
                      <a:pt x="16903" y="57662"/>
                      <a:pt x="16309" y="57662"/>
                    </a:cubicBezTo>
                    <a:cubicBezTo>
                      <a:pt x="16309" y="57470"/>
                      <a:pt x="16309" y="57278"/>
                      <a:pt x="16309" y="57080"/>
                    </a:cubicBezTo>
                    <a:cubicBezTo>
                      <a:pt x="15924" y="57080"/>
                      <a:pt x="15540" y="57080"/>
                      <a:pt x="15144" y="57080"/>
                    </a:cubicBezTo>
                    <a:cubicBezTo>
                      <a:pt x="15144" y="56888"/>
                      <a:pt x="15144" y="56695"/>
                      <a:pt x="15144" y="56497"/>
                    </a:cubicBezTo>
                    <a:cubicBezTo>
                      <a:pt x="14759" y="56497"/>
                      <a:pt x="14375" y="56497"/>
                      <a:pt x="13979" y="56497"/>
                    </a:cubicBezTo>
                    <a:cubicBezTo>
                      <a:pt x="13979" y="56305"/>
                      <a:pt x="13979" y="56113"/>
                      <a:pt x="13979" y="55915"/>
                    </a:cubicBezTo>
                    <a:cubicBezTo>
                      <a:pt x="13594" y="55915"/>
                      <a:pt x="13210" y="55915"/>
                      <a:pt x="12814" y="55915"/>
                    </a:cubicBezTo>
                    <a:cubicBezTo>
                      <a:pt x="12814" y="55723"/>
                      <a:pt x="12814" y="55530"/>
                      <a:pt x="12814" y="55332"/>
                    </a:cubicBezTo>
                    <a:cubicBezTo>
                      <a:pt x="12622" y="55332"/>
                      <a:pt x="12429" y="55332"/>
                      <a:pt x="12231" y="55332"/>
                    </a:cubicBezTo>
                    <a:cubicBezTo>
                      <a:pt x="12231" y="55140"/>
                      <a:pt x="12231" y="54948"/>
                      <a:pt x="12231" y="54750"/>
                    </a:cubicBezTo>
                    <a:cubicBezTo>
                      <a:pt x="11847" y="54750"/>
                      <a:pt x="11463" y="54750"/>
                      <a:pt x="11066" y="54750"/>
                    </a:cubicBezTo>
                    <a:cubicBezTo>
                      <a:pt x="11066" y="54558"/>
                      <a:pt x="11066" y="54366"/>
                      <a:pt x="11066" y="54168"/>
                    </a:cubicBezTo>
                    <a:cubicBezTo>
                      <a:pt x="10874" y="54168"/>
                      <a:pt x="10682" y="54168"/>
                      <a:pt x="10484" y="54168"/>
                    </a:cubicBezTo>
                    <a:cubicBezTo>
                      <a:pt x="10484" y="53975"/>
                      <a:pt x="10484" y="53783"/>
                      <a:pt x="10484" y="53585"/>
                    </a:cubicBezTo>
                    <a:cubicBezTo>
                      <a:pt x="10100" y="53585"/>
                      <a:pt x="9715" y="53585"/>
                      <a:pt x="9319" y="53585"/>
                    </a:cubicBezTo>
                    <a:cubicBezTo>
                      <a:pt x="9319" y="53393"/>
                      <a:pt x="9319" y="53201"/>
                      <a:pt x="9319" y="53003"/>
                    </a:cubicBezTo>
                    <a:cubicBezTo>
                      <a:pt x="9127" y="53003"/>
                      <a:pt x="8935" y="53003"/>
                      <a:pt x="8737" y="53003"/>
                    </a:cubicBezTo>
                    <a:cubicBezTo>
                      <a:pt x="8737" y="52810"/>
                      <a:pt x="8737" y="52618"/>
                      <a:pt x="8737" y="52420"/>
                    </a:cubicBezTo>
                    <a:cubicBezTo>
                      <a:pt x="8544" y="52420"/>
                      <a:pt x="8352" y="52420"/>
                      <a:pt x="8154" y="52420"/>
                    </a:cubicBezTo>
                    <a:cubicBezTo>
                      <a:pt x="8154" y="52228"/>
                      <a:pt x="8154" y="52036"/>
                      <a:pt x="8154" y="51838"/>
                    </a:cubicBezTo>
                    <a:cubicBezTo>
                      <a:pt x="7962" y="51838"/>
                      <a:pt x="7770" y="51838"/>
                      <a:pt x="7572" y="51838"/>
                    </a:cubicBezTo>
                    <a:cubicBezTo>
                      <a:pt x="7572" y="51646"/>
                      <a:pt x="7572" y="51453"/>
                      <a:pt x="7572" y="51255"/>
                    </a:cubicBezTo>
                    <a:cubicBezTo>
                      <a:pt x="7380" y="51255"/>
                      <a:pt x="7187" y="51255"/>
                      <a:pt x="6989" y="51255"/>
                    </a:cubicBezTo>
                    <a:cubicBezTo>
                      <a:pt x="6989" y="51063"/>
                      <a:pt x="6989" y="50871"/>
                      <a:pt x="6989" y="50673"/>
                    </a:cubicBezTo>
                    <a:cubicBezTo>
                      <a:pt x="6797" y="50673"/>
                      <a:pt x="6605" y="50673"/>
                      <a:pt x="6407" y="50673"/>
                    </a:cubicBezTo>
                    <a:cubicBezTo>
                      <a:pt x="6407" y="50481"/>
                      <a:pt x="6407" y="50288"/>
                      <a:pt x="6407" y="50090"/>
                    </a:cubicBezTo>
                    <a:cubicBezTo>
                      <a:pt x="6215" y="50090"/>
                      <a:pt x="6022" y="50090"/>
                      <a:pt x="5824" y="50090"/>
                    </a:cubicBezTo>
                    <a:cubicBezTo>
                      <a:pt x="5824" y="49898"/>
                      <a:pt x="5824" y="49706"/>
                      <a:pt x="5824" y="49508"/>
                    </a:cubicBezTo>
                    <a:cubicBezTo>
                      <a:pt x="5632" y="49508"/>
                      <a:pt x="5440" y="49508"/>
                      <a:pt x="5242" y="49508"/>
                    </a:cubicBezTo>
                    <a:cubicBezTo>
                      <a:pt x="5242" y="49316"/>
                      <a:pt x="5242" y="49124"/>
                      <a:pt x="5242" y="48926"/>
                    </a:cubicBezTo>
                    <a:cubicBezTo>
                      <a:pt x="5050" y="48926"/>
                      <a:pt x="4858" y="48926"/>
                      <a:pt x="4660" y="48926"/>
                    </a:cubicBezTo>
                    <a:cubicBezTo>
                      <a:pt x="4660" y="48541"/>
                      <a:pt x="4660" y="48157"/>
                      <a:pt x="4660" y="47761"/>
                    </a:cubicBezTo>
                    <a:cubicBezTo>
                      <a:pt x="4467" y="47761"/>
                      <a:pt x="4275" y="47761"/>
                      <a:pt x="4077" y="47761"/>
                    </a:cubicBezTo>
                    <a:cubicBezTo>
                      <a:pt x="4077" y="47568"/>
                      <a:pt x="4077" y="47376"/>
                      <a:pt x="4077" y="47178"/>
                    </a:cubicBezTo>
                    <a:cubicBezTo>
                      <a:pt x="3885" y="47178"/>
                      <a:pt x="3693" y="47178"/>
                      <a:pt x="3495" y="47178"/>
                    </a:cubicBezTo>
                    <a:cubicBezTo>
                      <a:pt x="3495" y="46794"/>
                      <a:pt x="3495" y="46409"/>
                      <a:pt x="3495" y="46013"/>
                    </a:cubicBezTo>
                    <a:cubicBezTo>
                      <a:pt x="3302" y="46013"/>
                      <a:pt x="3110" y="46013"/>
                      <a:pt x="2912" y="46013"/>
                    </a:cubicBezTo>
                    <a:cubicBezTo>
                      <a:pt x="2912" y="45629"/>
                      <a:pt x="2912" y="45244"/>
                      <a:pt x="2912" y="44848"/>
                    </a:cubicBezTo>
                    <a:cubicBezTo>
                      <a:pt x="2720" y="44848"/>
                      <a:pt x="2528" y="44848"/>
                      <a:pt x="2330" y="44848"/>
                    </a:cubicBezTo>
                    <a:cubicBezTo>
                      <a:pt x="2330" y="44464"/>
                      <a:pt x="2330" y="44080"/>
                      <a:pt x="2330" y="43684"/>
                    </a:cubicBezTo>
                    <a:cubicBezTo>
                      <a:pt x="2138" y="43684"/>
                      <a:pt x="1945" y="43684"/>
                      <a:pt x="1747" y="43684"/>
                    </a:cubicBezTo>
                    <a:cubicBezTo>
                      <a:pt x="1747" y="43299"/>
                      <a:pt x="1747" y="42915"/>
                      <a:pt x="1747" y="42519"/>
                    </a:cubicBezTo>
                    <a:cubicBezTo>
                      <a:pt x="1555" y="42519"/>
                      <a:pt x="1363" y="42519"/>
                      <a:pt x="1165" y="42519"/>
                    </a:cubicBezTo>
                    <a:cubicBezTo>
                      <a:pt x="1165" y="41942"/>
                      <a:pt x="1165" y="41365"/>
                      <a:pt x="1165" y="40771"/>
                    </a:cubicBezTo>
                    <a:cubicBezTo>
                      <a:pt x="973" y="40771"/>
                      <a:pt x="780" y="40771"/>
                      <a:pt x="582" y="40771"/>
                    </a:cubicBezTo>
                    <a:cubicBezTo>
                      <a:pt x="582" y="40002"/>
                      <a:pt x="582" y="39234"/>
                      <a:pt x="582" y="38441"/>
                    </a:cubicBezTo>
                    <a:cubicBezTo>
                      <a:pt x="390" y="38441"/>
                      <a:pt x="198" y="38441"/>
                      <a:pt x="0" y="38441"/>
                    </a:cubicBezTo>
                    <a:cubicBezTo>
                      <a:pt x="0" y="32483"/>
                      <a:pt x="0" y="26525"/>
                      <a:pt x="0" y="20386"/>
                    </a:cubicBezTo>
                    <a:cubicBezTo>
                      <a:pt x="192" y="20386"/>
                      <a:pt x="384" y="20386"/>
                      <a:pt x="582" y="20386"/>
                    </a:cubicBezTo>
                    <a:cubicBezTo>
                      <a:pt x="582" y="19617"/>
                      <a:pt x="582" y="18848"/>
                      <a:pt x="582" y="18056"/>
                    </a:cubicBezTo>
                    <a:cubicBezTo>
                      <a:pt x="775" y="18056"/>
                      <a:pt x="967" y="18056"/>
                      <a:pt x="1165" y="18056"/>
                    </a:cubicBezTo>
                    <a:cubicBezTo>
                      <a:pt x="1165" y="17479"/>
                      <a:pt x="1165" y="16903"/>
                      <a:pt x="1165" y="16309"/>
                    </a:cubicBezTo>
                    <a:cubicBezTo>
                      <a:pt x="1357" y="16309"/>
                      <a:pt x="1549" y="16309"/>
                      <a:pt x="1747" y="16309"/>
                    </a:cubicBezTo>
                    <a:cubicBezTo>
                      <a:pt x="1747" y="15924"/>
                      <a:pt x="1747" y="15540"/>
                      <a:pt x="1747" y="15144"/>
                    </a:cubicBezTo>
                    <a:cubicBezTo>
                      <a:pt x="1940" y="15144"/>
                      <a:pt x="2132" y="15144"/>
                      <a:pt x="2330" y="15144"/>
                    </a:cubicBezTo>
                    <a:cubicBezTo>
                      <a:pt x="2330" y="14759"/>
                      <a:pt x="2330" y="14375"/>
                      <a:pt x="2330" y="13979"/>
                    </a:cubicBezTo>
                    <a:cubicBezTo>
                      <a:pt x="2522" y="13979"/>
                      <a:pt x="2714" y="13979"/>
                      <a:pt x="2912" y="13979"/>
                    </a:cubicBezTo>
                    <a:cubicBezTo>
                      <a:pt x="2912" y="13594"/>
                      <a:pt x="2912" y="13210"/>
                      <a:pt x="2912" y="12814"/>
                    </a:cubicBezTo>
                    <a:cubicBezTo>
                      <a:pt x="3104" y="12814"/>
                      <a:pt x="3297" y="12814"/>
                      <a:pt x="3495" y="12814"/>
                    </a:cubicBezTo>
                    <a:cubicBezTo>
                      <a:pt x="3495" y="12429"/>
                      <a:pt x="3495" y="12045"/>
                      <a:pt x="3495" y="11649"/>
                    </a:cubicBezTo>
                    <a:cubicBezTo>
                      <a:pt x="3687" y="11649"/>
                      <a:pt x="3879" y="11649"/>
                      <a:pt x="4077" y="11649"/>
                    </a:cubicBezTo>
                    <a:cubicBezTo>
                      <a:pt x="4077" y="11457"/>
                      <a:pt x="4077" y="11265"/>
                      <a:pt x="4077" y="11066"/>
                    </a:cubicBezTo>
                    <a:cubicBezTo>
                      <a:pt x="4269" y="11066"/>
                      <a:pt x="4462" y="11066"/>
                      <a:pt x="4660" y="11066"/>
                    </a:cubicBezTo>
                    <a:cubicBezTo>
                      <a:pt x="4660" y="10874"/>
                      <a:pt x="4660" y="10682"/>
                      <a:pt x="4660" y="10484"/>
                    </a:cubicBezTo>
                    <a:cubicBezTo>
                      <a:pt x="4852" y="10484"/>
                      <a:pt x="5044" y="10484"/>
                      <a:pt x="5242" y="10484"/>
                    </a:cubicBezTo>
                    <a:cubicBezTo>
                      <a:pt x="5242" y="10100"/>
                      <a:pt x="5242" y="9715"/>
                      <a:pt x="5242" y="9319"/>
                    </a:cubicBezTo>
                    <a:cubicBezTo>
                      <a:pt x="5434" y="9319"/>
                      <a:pt x="5626" y="9319"/>
                      <a:pt x="5824" y="9319"/>
                    </a:cubicBezTo>
                    <a:cubicBezTo>
                      <a:pt x="5824" y="9127"/>
                      <a:pt x="5824" y="8935"/>
                      <a:pt x="5824" y="8737"/>
                    </a:cubicBezTo>
                    <a:cubicBezTo>
                      <a:pt x="6017" y="8737"/>
                      <a:pt x="6209" y="8737"/>
                      <a:pt x="6407" y="8737"/>
                    </a:cubicBezTo>
                    <a:cubicBezTo>
                      <a:pt x="6407" y="8544"/>
                      <a:pt x="6407" y="8352"/>
                      <a:pt x="6407" y="8154"/>
                    </a:cubicBezTo>
                    <a:cubicBezTo>
                      <a:pt x="6599" y="8154"/>
                      <a:pt x="6791" y="8154"/>
                      <a:pt x="6989" y="8154"/>
                    </a:cubicBezTo>
                    <a:cubicBezTo>
                      <a:pt x="6989" y="7962"/>
                      <a:pt x="6989" y="7770"/>
                      <a:pt x="6989" y="7572"/>
                    </a:cubicBezTo>
                    <a:cubicBezTo>
                      <a:pt x="7182" y="7572"/>
                      <a:pt x="7374" y="7572"/>
                      <a:pt x="7572" y="7572"/>
                    </a:cubicBezTo>
                    <a:cubicBezTo>
                      <a:pt x="7572" y="7380"/>
                      <a:pt x="7572" y="7187"/>
                      <a:pt x="7572" y="6989"/>
                    </a:cubicBezTo>
                    <a:cubicBezTo>
                      <a:pt x="7764" y="6989"/>
                      <a:pt x="7956" y="6989"/>
                      <a:pt x="8154" y="6989"/>
                    </a:cubicBezTo>
                    <a:cubicBezTo>
                      <a:pt x="8154" y="6797"/>
                      <a:pt x="8154" y="6605"/>
                      <a:pt x="8154" y="6407"/>
                    </a:cubicBezTo>
                    <a:cubicBezTo>
                      <a:pt x="8346" y="6407"/>
                      <a:pt x="8539" y="6407"/>
                      <a:pt x="8737" y="6407"/>
                    </a:cubicBezTo>
                    <a:cubicBezTo>
                      <a:pt x="8737" y="6215"/>
                      <a:pt x="8737" y="6022"/>
                      <a:pt x="8737" y="5824"/>
                    </a:cubicBezTo>
                    <a:cubicBezTo>
                      <a:pt x="9121" y="5824"/>
                      <a:pt x="9506" y="5824"/>
                      <a:pt x="9902" y="5824"/>
                    </a:cubicBezTo>
                    <a:cubicBezTo>
                      <a:pt x="9902" y="5632"/>
                      <a:pt x="9902" y="5440"/>
                      <a:pt x="9902" y="5242"/>
                    </a:cubicBezTo>
                    <a:cubicBezTo>
                      <a:pt x="10094" y="5242"/>
                      <a:pt x="10286" y="5242"/>
                      <a:pt x="10484" y="5242"/>
                    </a:cubicBezTo>
                    <a:cubicBezTo>
                      <a:pt x="10484" y="5050"/>
                      <a:pt x="10484" y="4858"/>
                      <a:pt x="10484" y="4660"/>
                    </a:cubicBezTo>
                    <a:cubicBezTo>
                      <a:pt x="10868" y="4660"/>
                      <a:pt x="11253" y="4660"/>
                      <a:pt x="11649" y="4660"/>
                    </a:cubicBezTo>
                    <a:cubicBezTo>
                      <a:pt x="11649" y="4467"/>
                      <a:pt x="11649" y="4275"/>
                      <a:pt x="11649" y="4077"/>
                    </a:cubicBezTo>
                    <a:cubicBezTo>
                      <a:pt x="11841" y="4077"/>
                      <a:pt x="12033" y="4077"/>
                      <a:pt x="12231" y="4077"/>
                    </a:cubicBezTo>
                    <a:cubicBezTo>
                      <a:pt x="12231" y="3885"/>
                      <a:pt x="12231" y="3693"/>
                      <a:pt x="12231" y="3495"/>
                    </a:cubicBezTo>
                    <a:cubicBezTo>
                      <a:pt x="12616" y="3495"/>
                      <a:pt x="13000" y="3495"/>
                      <a:pt x="13396" y="3495"/>
                    </a:cubicBezTo>
                    <a:cubicBezTo>
                      <a:pt x="13396" y="3302"/>
                      <a:pt x="13396" y="3110"/>
                      <a:pt x="13396" y="2912"/>
                    </a:cubicBezTo>
                    <a:cubicBezTo>
                      <a:pt x="13973" y="2912"/>
                      <a:pt x="14550" y="2912"/>
                      <a:pt x="15144" y="2912"/>
                    </a:cubicBezTo>
                    <a:cubicBezTo>
                      <a:pt x="15144" y="2720"/>
                      <a:pt x="15144" y="2528"/>
                      <a:pt x="15144" y="2330"/>
                    </a:cubicBezTo>
                    <a:cubicBezTo>
                      <a:pt x="15528" y="2330"/>
                      <a:pt x="15912" y="2330"/>
                      <a:pt x="16309" y="2330"/>
                    </a:cubicBezTo>
                    <a:cubicBezTo>
                      <a:pt x="16309" y="2138"/>
                      <a:pt x="16309" y="1945"/>
                      <a:pt x="16309" y="1747"/>
                    </a:cubicBezTo>
                    <a:cubicBezTo>
                      <a:pt x="16693" y="1747"/>
                      <a:pt x="17077" y="1747"/>
                      <a:pt x="17473" y="1747"/>
                    </a:cubicBezTo>
                    <a:cubicBezTo>
                      <a:pt x="17473" y="1555"/>
                      <a:pt x="17473" y="1363"/>
                      <a:pt x="17473" y="1165"/>
                    </a:cubicBezTo>
                    <a:cubicBezTo>
                      <a:pt x="18242" y="1165"/>
                      <a:pt x="19011" y="1165"/>
                      <a:pt x="19803" y="1165"/>
                    </a:cubicBezTo>
                    <a:cubicBezTo>
                      <a:pt x="19803" y="973"/>
                      <a:pt x="19803" y="780"/>
                      <a:pt x="19803" y="582"/>
                    </a:cubicBezTo>
                    <a:cubicBezTo>
                      <a:pt x="20764" y="582"/>
                      <a:pt x="21725" y="582"/>
                      <a:pt x="22715" y="582"/>
                    </a:cubicBezTo>
                    <a:cubicBezTo>
                      <a:pt x="22715" y="390"/>
                      <a:pt x="22715" y="198"/>
                      <a:pt x="22715" y="0"/>
                    </a:cubicBezTo>
                    <a:close/>
                    <a:moveTo>
                      <a:pt x="22133" y="13396"/>
                    </a:moveTo>
                    <a:cubicBezTo>
                      <a:pt x="22133" y="13588"/>
                      <a:pt x="22133" y="13781"/>
                      <a:pt x="22133" y="13979"/>
                    </a:cubicBezTo>
                    <a:cubicBezTo>
                      <a:pt x="21364" y="13979"/>
                      <a:pt x="20595" y="13979"/>
                      <a:pt x="19803" y="13979"/>
                    </a:cubicBezTo>
                    <a:cubicBezTo>
                      <a:pt x="19803" y="14171"/>
                      <a:pt x="19803" y="14363"/>
                      <a:pt x="19803" y="14561"/>
                    </a:cubicBezTo>
                    <a:cubicBezTo>
                      <a:pt x="19419" y="14561"/>
                      <a:pt x="19034" y="14561"/>
                      <a:pt x="18638" y="14561"/>
                    </a:cubicBezTo>
                    <a:cubicBezTo>
                      <a:pt x="18638" y="14753"/>
                      <a:pt x="18638" y="14946"/>
                      <a:pt x="18638" y="15144"/>
                    </a:cubicBezTo>
                    <a:cubicBezTo>
                      <a:pt x="18254" y="15144"/>
                      <a:pt x="17869" y="15144"/>
                      <a:pt x="17473" y="15144"/>
                    </a:cubicBezTo>
                    <a:cubicBezTo>
                      <a:pt x="17473" y="15336"/>
                      <a:pt x="17473" y="15528"/>
                      <a:pt x="17473" y="15726"/>
                    </a:cubicBezTo>
                    <a:cubicBezTo>
                      <a:pt x="17089" y="15726"/>
                      <a:pt x="16705" y="15726"/>
                      <a:pt x="16309" y="15726"/>
                    </a:cubicBezTo>
                    <a:cubicBezTo>
                      <a:pt x="16309" y="15918"/>
                      <a:pt x="16309" y="16110"/>
                      <a:pt x="16309" y="16309"/>
                    </a:cubicBezTo>
                    <a:cubicBezTo>
                      <a:pt x="16116" y="16309"/>
                      <a:pt x="15924" y="16309"/>
                      <a:pt x="15726" y="16309"/>
                    </a:cubicBezTo>
                    <a:cubicBezTo>
                      <a:pt x="15726" y="16501"/>
                      <a:pt x="15726" y="16693"/>
                      <a:pt x="15726" y="16891"/>
                    </a:cubicBezTo>
                    <a:cubicBezTo>
                      <a:pt x="15534" y="16891"/>
                      <a:pt x="15342" y="16891"/>
                      <a:pt x="15144" y="16891"/>
                    </a:cubicBezTo>
                    <a:cubicBezTo>
                      <a:pt x="15144" y="17083"/>
                      <a:pt x="15144" y="17275"/>
                      <a:pt x="15144" y="17473"/>
                    </a:cubicBezTo>
                    <a:cubicBezTo>
                      <a:pt x="14759" y="17473"/>
                      <a:pt x="14375" y="17473"/>
                      <a:pt x="13979" y="17473"/>
                    </a:cubicBezTo>
                    <a:cubicBezTo>
                      <a:pt x="13979" y="17666"/>
                      <a:pt x="13979" y="17858"/>
                      <a:pt x="13979" y="18056"/>
                    </a:cubicBezTo>
                    <a:cubicBezTo>
                      <a:pt x="13787" y="18056"/>
                      <a:pt x="13594" y="18056"/>
                      <a:pt x="13396" y="18056"/>
                    </a:cubicBezTo>
                    <a:cubicBezTo>
                      <a:pt x="13396" y="18248"/>
                      <a:pt x="13396" y="18440"/>
                      <a:pt x="13396" y="18638"/>
                    </a:cubicBezTo>
                    <a:cubicBezTo>
                      <a:pt x="13204" y="18638"/>
                      <a:pt x="13012" y="18638"/>
                      <a:pt x="12814" y="18638"/>
                    </a:cubicBezTo>
                    <a:cubicBezTo>
                      <a:pt x="12814" y="19023"/>
                      <a:pt x="12814" y="19407"/>
                      <a:pt x="12814" y="19803"/>
                    </a:cubicBezTo>
                    <a:cubicBezTo>
                      <a:pt x="12622" y="19803"/>
                      <a:pt x="12429" y="19803"/>
                      <a:pt x="12231" y="19803"/>
                    </a:cubicBezTo>
                    <a:cubicBezTo>
                      <a:pt x="12231" y="19995"/>
                      <a:pt x="12231" y="20188"/>
                      <a:pt x="12231" y="20386"/>
                    </a:cubicBezTo>
                    <a:cubicBezTo>
                      <a:pt x="12039" y="20386"/>
                      <a:pt x="11847" y="20386"/>
                      <a:pt x="11649" y="20386"/>
                    </a:cubicBezTo>
                    <a:cubicBezTo>
                      <a:pt x="11649" y="20578"/>
                      <a:pt x="11649" y="20770"/>
                      <a:pt x="11649" y="20968"/>
                    </a:cubicBezTo>
                    <a:cubicBezTo>
                      <a:pt x="11457" y="20968"/>
                      <a:pt x="11265" y="20968"/>
                      <a:pt x="11066" y="20968"/>
                    </a:cubicBezTo>
                    <a:cubicBezTo>
                      <a:pt x="11066" y="21353"/>
                      <a:pt x="11066" y="21737"/>
                      <a:pt x="11066" y="22133"/>
                    </a:cubicBezTo>
                    <a:cubicBezTo>
                      <a:pt x="10874" y="22133"/>
                      <a:pt x="10682" y="22133"/>
                      <a:pt x="10484" y="22133"/>
                    </a:cubicBezTo>
                    <a:cubicBezTo>
                      <a:pt x="10484" y="22517"/>
                      <a:pt x="10484" y="22902"/>
                      <a:pt x="10484" y="23298"/>
                    </a:cubicBezTo>
                    <a:cubicBezTo>
                      <a:pt x="10292" y="23298"/>
                      <a:pt x="10100" y="23298"/>
                      <a:pt x="9902" y="23298"/>
                    </a:cubicBezTo>
                    <a:cubicBezTo>
                      <a:pt x="9902" y="23874"/>
                      <a:pt x="9902" y="24451"/>
                      <a:pt x="9902" y="25045"/>
                    </a:cubicBezTo>
                    <a:cubicBezTo>
                      <a:pt x="9709" y="25045"/>
                      <a:pt x="9517" y="25045"/>
                      <a:pt x="9319" y="25045"/>
                    </a:cubicBezTo>
                    <a:cubicBezTo>
                      <a:pt x="9319" y="26006"/>
                      <a:pt x="9319" y="26967"/>
                      <a:pt x="9319" y="27957"/>
                    </a:cubicBezTo>
                    <a:cubicBezTo>
                      <a:pt x="9127" y="27957"/>
                      <a:pt x="8935" y="27957"/>
                      <a:pt x="8737" y="27957"/>
                    </a:cubicBezTo>
                    <a:cubicBezTo>
                      <a:pt x="8737" y="28918"/>
                      <a:pt x="8737" y="29880"/>
                      <a:pt x="8737" y="30870"/>
                    </a:cubicBezTo>
                    <a:cubicBezTo>
                      <a:pt x="8929" y="30870"/>
                      <a:pt x="9121" y="30870"/>
                      <a:pt x="9319" y="30870"/>
                    </a:cubicBezTo>
                    <a:cubicBezTo>
                      <a:pt x="9319" y="32023"/>
                      <a:pt x="9319" y="33176"/>
                      <a:pt x="9319" y="34364"/>
                    </a:cubicBezTo>
                    <a:cubicBezTo>
                      <a:pt x="9511" y="34364"/>
                      <a:pt x="9704" y="34364"/>
                      <a:pt x="9902" y="34364"/>
                    </a:cubicBezTo>
                    <a:cubicBezTo>
                      <a:pt x="9902" y="34941"/>
                      <a:pt x="9902" y="35518"/>
                      <a:pt x="9902" y="36112"/>
                    </a:cubicBezTo>
                    <a:cubicBezTo>
                      <a:pt x="10094" y="36112"/>
                      <a:pt x="10286" y="36112"/>
                      <a:pt x="10484" y="36112"/>
                    </a:cubicBezTo>
                    <a:cubicBezTo>
                      <a:pt x="10484" y="36496"/>
                      <a:pt x="10484" y="36881"/>
                      <a:pt x="10484" y="37277"/>
                    </a:cubicBezTo>
                    <a:cubicBezTo>
                      <a:pt x="10676" y="37277"/>
                      <a:pt x="10868" y="37277"/>
                      <a:pt x="11066" y="37277"/>
                    </a:cubicBezTo>
                    <a:cubicBezTo>
                      <a:pt x="11066" y="37661"/>
                      <a:pt x="11066" y="38045"/>
                      <a:pt x="11066" y="38441"/>
                    </a:cubicBezTo>
                    <a:cubicBezTo>
                      <a:pt x="11259" y="38441"/>
                      <a:pt x="11451" y="38441"/>
                      <a:pt x="11649" y="38441"/>
                    </a:cubicBezTo>
                    <a:cubicBezTo>
                      <a:pt x="11649" y="38634"/>
                      <a:pt x="11649" y="38826"/>
                      <a:pt x="11649" y="39024"/>
                    </a:cubicBezTo>
                    <a:cubicBezTo>
                      <a:pt x="11841" y="39024"/>
                      <a:pt x="12033" y="39024"/>
                      <a:pt x="12231" y="39024"/>
                    </a:cubicBezTo>
                    <a:cubicBezTo>
                      <a:pt x="12231" y="39408"/>
                      <a:pt x="12231" y="39793"/>
                      <a:pt x="12231" y="40189"/>
                    </a:cubicBezTo>
                    <a:cubicBezTo>
                      <a:pt x="12424" y="40189"/>
                      <a:pt x="12616" y="40189"/>
                      <a:pt x="12814" y="40189"/>
                    </a:cubicBezTo>
                    <a:cubicBezTo>
                      <a:pt x="12814" y="40381"/>
                      <a:pt x="12814" y="40573"/>
                      <a:pt x="12814" y="40771"/>
                    </a:cubicBezTo>
                    <a:cubicBezTo>
                      <a:pt x="13006" y="40771"/>
                      <a:pt x="13198" y="40771"/>
                      <a:pt x="13396" y="40771"/>
                    </a:cubicBezTo>
                    <a:cubicBezTo>
                      <a:pt x="13396" y="40963"/>
                      <a:pt x="13396" y="41156"/>
                      <a:pt x="13396" y="41354"/>
                    </a:cubicBezTo>
                    <a:cubicBezTo>
                      <a:pt x="13588" y="41354"/>
                      <a:pt x="13781" y="41354"/>
                      <a:pt x="13979" y="41354"/>
                    </a:cubicBezTo>
                    <a:cubicBezTo>
                      <a:pt x="13979" y="41546"/>
                      <a:pt x="13979" y="41738"/>
                      <a:pt x="13979" y="41936"/>
                    </a:cubicBezTo>
                    <a:cubicBezTo>
                      <a:pt x="14171" y="41936"/>
                      <a:pt x="14363" y="41936"/>
                      <a:pt x="14561" y="41936"/>
                    </a:cubicBezTo>
                    <a:cubicBezTo>
                      <a:pt x="14561" y="42128"/>
                      <a:pt x="14561" y="42321"/>
                      <a:pt x="14561" y="42519"/>
                    </a:cubicBezTo>
                    <a:cubicBezTo>
                      <a:pt x="14946" y="42519"/>
                      <a:pt x="15330" y="42519"/>
                      <a:pt x="15726" y="42519"/>
                    </a:cubicBezTo>
                    <a:cubicBezTo>
                      <a:pt x="15726" y="42711"/>
                      <a:pt x="15726" y="42903"/>
                      <a:pt x="15726" y="43101"/>
                    </a:cubicBezTo>
                    <a:cubicBezTo>
                      <a:pt x="15918" y="43101"/>
                      <a:pt x="16110" y="43101"/>
                      <a:pt x="16309" y="43101"/>
                    </a:cubicBezTo>
                    <a:cubicBezTo>
                      <a:pt x="16309" y="43293"/>
                      <a:pt x="16309" y="43485"/>
                      <a:pt x="16309" y="43684"/>
                    </a:cubicBezTo>
                    <a:cubicBezTo>
                      <a:pt x="16693" y="43684"/>
                      <a:pt x="17077" y="43684"/>
                      <a:pt x="17473" y="43684"/>
                    </a:cubicBezTo>
                    <a:cubicBezTo>
                      <a:pt x="17473" y="43876"/>
                      <a:pt x="17473" y="44068"/>
                      <a:pt x="17473" y="44266"/>
                    </a:cubicBezTo>
                    <a:cubicBezTo>
                      <a:pt x="17858" y="44266"/>
                      <a:pt x="18242" y="44266"/>
                      <a:pt x="18638" y="44266"/>
                    </a:cubicBezTo>
                    <a:cubicBezTo>
                      <a:pt x="18638" y="44458"/>
                      <a:pt x="18638" y="44650"/>
                      <a:pt x="18638" y="44848"/>
                    </a:cubicBezTo>
                    <a:cubicBezTo>
                      <a:pt x="19023" y="44848"/>
                      <a:pt x="19407" y="44848"/>
                      <a:pt x="19803" y="44848"/>
                    </a:cubicBezTo>
                    <a:cubicBezTo>
                      <a:pt x="19803" y="45041"/>
                      <a:pt x="19803" y="45233"/>
                      <a:pt x="19803" y="45431"/>
                    </a:cubicBezTo>
                    <a:cubicBezTo>
                      <a:pt x="20380" y="45431"/>
                      <a:pt x="20956" y="45431"/>
                      <a:pt x="21551" y="45431"/>
                    </a:cubicBezTo>
                    <a:cubicBezTo>
                      <a:pt x="21551" y="45623"/>
                      <a:pt x="21551" y="45815"/>
                      <a:pt x="21551" y="46013"/>
                    </a:cubicBezTo>
                    <a:cubicBezTo>
                      <a:pt x="33467" y="46013"/>
                      <a:pt x="45384" y="46013"/>
                      <a:pt x="57662" y="46013"/>
                    </a:cubicBezTo>
                    <a:cubicBezTo>
                      <a:pt x="57662" y="45821"/>
                      <a:pt x="57662" y="45629"/>
                      <a:pt x="57662" y="45431"/>
                    </a:cubicBezTo>
                    <a:cubicBezTo>
                      <a:pt x="58431" y="45431"/>
                      <a:pt x="59200" y="45431"/>
                      <a:pt x="59992" y="45431"/>
                    </a:cubicBezTo>
                    <a:cubicBezTo>
                      <a:pt x="59992" y="45239"/>
                      <a:pt x="59992" y="45046"/>
                      <a:pt x="59992" y="44848"/>
                    </a:cubicBezTo>
                    <a:cubicBezTo>
                      <a:pt x="60376" y="44848"/>
                      <a:pt x="60761" y="44848"/>
                      <a:pt x="61157" y="44848"/>
                    </a:cubicBezTo>
                    <a:cubicBezTo>
                      <a:pt x="61157" y="44656"/>
                      <a:pt x="61157" y="44464"/>
                      <a:pt x="61157" y="44266"/>
                    </a:cubicBezTo>
                    <a:cubicBezTo>
                      <a:pt x="61541" y="44266"/>
                      <a:pt x="61926" y="44266"/>
                      <a:pt x="62322" y="44266"/>
                    </a:cubicBezTo>
                    <a:cubicBezTo>
                      <a:pt x="62322" y="44074"/>
                      <a:pt x="62322" y="43882"/>
                      <a:pt x="62322" y="43684"/>
                    </a:cubicBezTo>
                    <a:cubicBezTo>
                      <a:pt x="62706" y="43684"/>
                      <a:pt x="63091" y="43684"/>
                      <a:pt x="63487" y="43684"/>
                    </a:cubicBezTo>
                    <a:cubicBezTo>
                      <a:pt x="63487" y="43491"/>
                      <a:pt x="63487" y="43299"/>
                      <a:pt x="63487" y="43101"/>
                    </a:cubicBezTo>
                    <a:cubicBezTo>
                      <a:pt x="63679" y="43101"/>
                      <a:pt x="63871" y="43101"/>
                      <a:pt x="64069" y="43101"/>
                    </a:cubicBezTo>
                    <a:cubicBezTo>
                      <a:pt x="64069" y="42909"/>
                      <a:pt x="64069" y="42717"/>
                      <a:pt x="64069" y="42519"/>
                    </a:cubicBezTo>
                    <a:cubicBezTo>
                      <a:pt x="64261" y="42519"/>
                      <a:pt x="64454" y="42519"/>
                      <a:pt x="64652" y="42519"/>
                    </a:cubicBezTo>
                    <a:cubicBezTo>
                      <a:pt x="64652" y="42326"/>
                      <a:pt x="64652" y="42134"/>
                      <a:pt x="64652" y="41936"/>
                    </a:cubicBezTo>
                    <a:cubicBezTo>
                      <a:pt x="65036" y="41936"/>
                      <a:pt x="65420" y="41936"/>
                      <a:pt x="65816" y="41936"/>
                    </a:cubicBezTo>
                    <a:cubicBezTo>
                      <a:pt x="65816" y="41744"/>
                      <a:pt x="65816" y="41552"/>
                      <a:pt x="65816" y="41354"/>
                    </a:cubicBezTo>
                    <a:cubicBezTo>
                      <a:pt x="66009" y="41354"/>
                      <a:pt x="66201" y="41354"/>
                      <a:pt x="66399" y="41354"/>
                    </a:cubicBezTo>
                    <a:cubicBezTo>
                      <a:pt x="66399" y="41162"/>
                      <a:pt x="66399" y="40969"/>
                      <a:pt x="66399" y="40771"/>
                    </a:cubicBezTo>
                    <a:cubicBezTo>
                      <a:pt x="66591" y="40771"/>
                      <a:pt x="66783" y="40771"/>
                      <a:pt x="66981" y="40771"/>
                    </a:cubicBezTo>
                    <a:cubicBezTo>
                      <a:pt x="66981" y="40387"/>
                      <a:pt x="66981" y="40002"/>
                      <a:pt x="66981" y="39606"/>
                    </a:cubicBezTo>
                    <a:cubicBezTo>
                      <a:pt x="67174" y="39606"/>
                      <a:pt x="67366" y="39606"/>
                      <a:pt x="67564" y="39606"/>
                    </a:cubicBezTo>
                    <a:cubicBezTo>
                      <a:pt x="67564" y="39414"/>
                      <a:pt x="67564" y="39222"/>
                      <a:pt x="67564" y="39024"/>
                    </a:cubicBezTo>
                    <a:cubicBezTo>
                      <a:pt x="67756" y="39024"/>
                      <a:pt x="67948" y="39024"/>
                      <a:pt x="68146" y="39024"/>
                    </a:cubicBezTo>
                    <a:cubicBezTo>
                      <a:pt x="68146" y="38640"/>
                      <a:pt x="68146" y="38255"/>
                      <a:pt x="68146" y="37859"/>
                    </a:cubicBezTo>
                    <a:cubicBezTo>
                      <a:pt x="68338" y="37859"/>
                      <a:pt x="68531" y="37859"/>
                      <a:pt x="68729" y="37859"/>
                    </a:cubicBezTo>
                    <a:cubicBezTo>
                      <a:pt x="68729" y="37475"/>
                      <a:pt x="68729" y="37090"/>
                      <a:pt x="68729" y="36694"/>
                    </a:cubicBezTo>
                    <a:cubicBezTo>
                      <a:pt x="68921" y="36694"/>
                      <a:pt x="69113" y="36694"/>
                      <a:pt x="69311" y="36694"/>
                    </a:cubicBezTo>
                    <a:cubicBezTo>
                      <a:pt x="69311" y="36310"/>
                      <a:pt x="69311" y="35925"/>
                      <a:pt x="69311" y="35529"/>
                    </a:cubicBezTo>
                    <a:cubicBezTo>
                      <a:pt x="69503" y="35529"/>
                      <a:pt x="69696" y="35529"/>
                      <a:pt x="69894" y="35529"/>
                    </a:cubicBezTo>
                    <a:cubicBezTo>
                      <a:pt x="69894" y="34953"/>
                      <a:pt x="69894" y="34376"/>
                      <a:pt x="69894" y="33782"/>
                    </a:cubicBezTo>
                    <a:cubicBezTo>
                      <a:pt x="70086" y="33782"/>
                      <a:pt x="70278" y="33782"/>
                      <a:pt x="70476" y="33782"/>
                    </a:cubicBezTo>
                    <a:cubicBezTo>
                      <a:pt x="70476" y="31091"/>
                      <a:pt x="70476" y="28400"/>
                      <a:pt x="70476" y="25628"/>
                    </a:cubicBezTo>
                    <a:cubicBezTo>
                      <a:pt x="70284" y="25628"/>
                      <a:pt x="70092" y="25628"/>
                      <a:pt x="69894" y="25628"/>
                    </a:cubicBezTo>
                    <a:cubicBezTo>
                      <a:pt x="69894" y="25051"/>
                      <a:pt x="69894" y="24474"/>
                      <a:pt x="69894" y="23880"/>
                    </a:cubicBezTo>
                    <a:cubicBezTo>
                      <a:pt x="69701" y="23880"/>
                      <a:pt x="69509" y="23880"/>
                      <a:pt x="69311" y="23880"/>
                    </a:cubicBezTo>
                    <a:cubicBezTo>
                      <a:pt x="69311" y="23304"/>
                      <a:pt x="69311" y="22727"/>
                      <a:pt x="69311" y="22133"/>
                    </a:cubicBezTo>
                    <a:cubicBezTo>
                      <a:pt x="69119" y="22133"/>
                      <a:pt x="68927" y="22133"/>
                      <a:pt x="68729" y="22133"/>
                    </a:cubicBezTo>
                    <a:cubicBezTo>
                      <a:pt x="68729" y="21941"/>
                      <a:pt x="68729" y="21749"/>
                      <a:pt x="68729" y="21551"/>
                    </a:cubicBezTo>
                    <a:cubicBezTo>
                      <a:pt x="68537" y="21551"/>
                      <a:pt x="68344" y="21551"/>
                      <a:pt x="68146" y="21551"/>
                    </a:cubicBezTo>
                    <a:cubicBezTo>
                      <a:pt x="68146" y="21166"/>
                      <a:pt x="68146" y="20782"/>
                      <a:pt x="68146" y="20386"/>
                    </a:cubicBezTo>
                    <a:cubicBezTo>
                      <a:pt x="67954" y="20386"/>
                      <a:pt x="67762" y="20386"/>
                      <a:pt x="67564" y="20386"/>
                    </a:cubicBezTo>
                    <a:cubicBezTo>
                      <a:pt x="67564" y="20193"/>
                      <a:pt x="67564" y="20001"/>
                      <a:pt x="67564" y="19803"/>
                    </a:cubicBezTo>
                    <a:cubicBezTo>
                      <a:pt x="67372" y="19803"/>
                      <a:pt x="67179" y="19803"/>
                      <a:pt x="66981" y="19803"/>
                    </a:cubicBezTo>
                    <a:cubicBezTo>
                      <a:pt x="66981" y="19419"/>
                      <a:pt x="66981" y="19034"/>
                      <a:pt x="66981" y="18638"/>
                    </a:cubicBezTo>
                    <a:cubicBezTo>
                      <a:pt x="66789" y="18638"/>
                      <a:pt x="66597" y="18638"/>
                      <a:pt x="66399" y="18638"/>
                    </a:cubicBezTo>
                    <a:cubicBezTo>
                      <a:pt x="66399" y="18446"/>
                      <a:pt x="66399" y="18254"/>
                      <a:pt x="66399" y="18056"/>
                    </a:cubicBezTo>
                    <a:cubicBezTo>
                      <a:pt x="66015" y="18056"/>
                      <a:pt x="65630" y="18056"/>
                      <a:pt x="65234" y="18056"/>
                    </a:cubicBezTo>
                    <a:cubicBezTo>
                      <a:pt x="65234" y="17864"/>
                      <a:pt x="65234" y="17671"/>
                      <a:pt x="65234" y="17473"/>
                    </a:cubicBezTo>
                    <a:cubicBezTo>
                      <a:pt x="65042" y="17473"/>
                      <a:pt x="64850" y="17473"/>
                      <a:pt x="64652" y="17473"/>
                    </a:cubicBezTo>
                    <a:cubicBezTo>
                      <a:pt x="64652" y="17281"/>
                      <a:pt x="64652" y="17089"/>
                      <a:pt x="64652" y="16891"/>
                    </a:cubicBezTo>
                    <a:cubicBezTo>
                      <a:pt x="64459" y="16891"/>
                      <a:pt x="64267" y="16891"/>
                      <a:pt x="64069" y="16891"/>
                    </a:cubicBezTo>
                    <a:cubicBezTo>
                      <a:pt x="64069" y="16699"/>
                      <a:pt x="64069" y="16507"/>
                      <a:pt x="64069" y="16309"/>
                    </a:cubicBezTo>
                    <a:cubicBezTo>
                      <a:pt x="63877" y="16309"/>
                      <a:pt x="63685" y="16309"/>
                      <a:pt x="63487" y="16309"/>
                    </a:cubicBezTo>
                    <a:cubicBezTo>
                      <a:pt x="63487" y="16116"/>
                      <a:pt x="63487" y="15924"/>
                      <a:pt x="63487" y="15726"/>
                    </a:cubicBezTo>
                    <a:cubicBezTo>
                      <a:pt x="63102" y="15726"/>
                      <a:pt x="62718" y="15726"/>
                      <a:pt x="62322" y="15726"/>
                    </a:cubicBezTo>
                    <a:cubicBezTo>
                      <a:pt x="62322" y="15534"/>
                      <a:pt x="62322" y="15342"/>
                      <a:pt x="62322" y="15144"/>
                    </a:cubicBezTo>
                    <a:cubicBezTo>
                      <a:pt x="61937" y="15144"/>
                      <a:pt x="61553" y="15144"/>
                      <a:pt x="61157" y="15144"/>
                    </a:cubicBezTo>
                    <a:cubicBezTo>
                      <a:pt x="61157" y="14951"/>
                      <a:pt x="61157" y="14759"/>
                      <a:pt x="61157" y="14561"/>
                    </a:cubicBezTo>
                    <a:cubicBezTo>
                      <a:pt x="60773" y="14561"/>
                      <a:pt x="60388" y="14561"/>
                      <a:pt x="59992" y="14561"/>
                    </a:cubicBezTo>
                    <a:cubicBezTo>
                      <a:pt x="59992" y="14369"/>
                      <a:pt x="59992" y="14177"/>
                      <a:pt x="59992" y="13979"/>
                    </a:cubicBezTo>
                    <a:cubicBezTo>
                      <a:pt x="59415" y="13979"/>
                      <a:pt x="58839" y="13979"/>
                      <a:pt x="58245" y="13979"/>
                    </a:cubicBezTo>
                    <a:cubicBezTo>
                      <a:pt x="58245" y="13787"/>
                      <a:pt x="58245" y="13594"/>
                      <a:pt x="58245" y="13396"/>
                    </a:cubicBezTo>
                    <a:cubicBezTo>
                      <a:pt x="46328" y="13396"/>
                      <a:pt x="34411" y="13396"/>
                      <a:pt x="22133" y="13396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70" name="ICON_AGENT_ROBOT_path_003"/>
              <p:cNvSpPr/>
              <p:nvPr/>
            </p:nvSpPr>
            <p:spPr>
              <a:xfrm>
                <a:off x="906429" y="3481320"/>
                <a:ext cx="1338870" cy="1672808"/>
              </a:xfrm>
              <a:custGeom>
                <a:avLst/>
                <a:gdLst/>
                <a:ahLst/>
                <a:cxnLst/>
                <a:rect l="0" t="0" r="r" b="b"/>
                <a:pathLst>
                  <a:path w="105423" h="131717" fill="norm" stroke="0">
                    <a:moveTo>
                      <a:pt x="48926" y="0"/>
                    </a:moveTo>
                    <a:cubicBezTo>
                      <a:pt x="51232" y="0"/>
                      <a:pt x="53539" y="0"/>
                      <a:pt x="55915" y="0"/>
                    </a:cubicBezTo>
                    <a:cubicBezTo>
                      <a:pt x="55915" y="192"/>
                      <a:pt x="55915" y="384"/>
                      <a:pt x="55915" y="582"/>
                    </a:cubicBezTo>
                    <a:cubicBezTo>
                      <a:pt x="55948" y="584"/>
                      <a:pt x="55948" y="584"/>
                      <a:pt x="56118" y="595"/>
                    </a:cubicBezTo>
                    <a:cubicBezTo>
                      <a:pt x="57000" y="724"/>
                      <a:pt x="57432" y="1157"/>
                      <a:pt x="58013" y="1785"/>
                    </a:cubicBezTo>
                    <a:cubicBezTo>
                      <a:pt x="58343" y="2141"/>
                      <a:pt x="58627" y="2413"/>
                      <a:pt x="59064" y="2639"/>
                    </a:cubicBezTo>
                    <a:cubicBezTo>
                      <a:pt x="59266" y="2756"/>
                      <a:pt x="59266" y="2756"/>
                      <a:pt x="59410" y="2912"/>
                    </a:cubicBezTo>
                    <a:cubicBezTo>
                      <a:pt x="59481" y="3311"/>
                      <a:pt x="59462" y="3677"/>
                      <a:pt x="59410" y="4077"/>
                    </a:cubicBezTo>
                    <a:cubicBezTo>
                      <a:pt x="59602" y="4077"/>
                      <a:pt x="59794" y="4077"/>
                      <a:pt x="59992" y="4077"/>
                    </a:cubicBezTo>
                    <a:cubicBezTo>
                      <a:pt x="59992" y="4462"/>
                      <a:pt x="59992" y="4846"/>
                      <a:pt x="59992" y="5242"/>
                    </a:cubicBezTo>
                    <a:cubicBezTo>
                      <a:pt x="60184" y="5242"/>
                      <a:pt x="60376" y="5242"/>
                      <a:pt x="60574" y="5242"/>
                    </a:cubicBezTo>
                    <a:cubicBezTo>
                      <a:pt x="60574" y="6011"/>
                      <a:pt x="60574" y="6780"/>
                      <a:pt x="60574" y="7572"/>
                    </a:cubicBezTo>
                    <a:cubicBezTo>
                      <a:pt x="60767" y="7572"/>
                      <a:pt x="60959" y="7572"/>
                      <a:pt x="61157" y="7572"/>
                    </a:cubicBezTo>
                    <a:cubicBezTo>
                      <a:pt x="61157" y="8148"/>
                      <a:pt x="61157" y="8725"/>
                      <a:pt x="61157" y="9319"/>
                    </a:cubicBezTo>
                    <a:cubicBezTo>
                      <a:pt x="60965" y="9319"/>
                      <a:pt x="60773" y="9319"/>
                      <a:pt x="60574" y="9319"/>
                    </a:cubicBezTo>
                    <a:cubicBezTo>
                      <a:pt x="60574" y="10088"/>
                      <a:pt x="60574" y="10857"/>
                      <a:pt x="60574" y="11649"/>
                    </a:cubicBezTo>
                    <a:cubicBezTo>
                      <a:pt x="60382" y="11649"/>
                      <a:pt x="60190" y="11649"/>
                      <a:pt x="59992" y="11649"/>
                    </a:cubicBezTo>
                    <a:cubicBezTo>
                      <a:pt x="60000" y="11737"/>
                      <a:pt x="60008" y="11825"/>
                      <a:pt x="60017" y="11916"/>
                    </a:cubicBezTo>
                    <a:cubicBezTo>
                      <a:pt x="59992" y="12231"/>
                      <a:pt x="59992" y="12231"/>
                      <a:pt x="59828" y="12435"/>
                    </a:cubicBezTo>
                    <a:cubicBezTo>
                      <a:pt x="59752" y="12496"/>
                      <a:pt x="59676" y="12557"/>
                      <a:pt x="59597" y="12619"/>
                    </a:cubicBezTo>
                    <a:cubicBezTo>
                      <a:pt x="59513" y="12689"/>
                      <a:pt x="59428" y="12758"/>
                      <a:pt x="59341" y="12830"/>
                    </a:cubicBezTo>
                    <a:cubicBezTo>
                      <a:pt x="59249" y="12903"/>
                      <a:pt x="59158" y="12975"/>
                      <a:pt x="59064" y="13050"/>
                    </a:cubicBezTo>
                    <a:cubicBezTo>
                      <a:pt x="58876" y="13205"/>
                      <a:pt x="58689" y="13359"/>
                      <a:pt x="58503" y="13515"/>
                    </a:cubicBezTo>
                    <a:cubicBezTo>
                      <a:pt x="58410" y="13592"/>
                      <a:pt x="58317" y="13669"/>
                      <a:pt x="58221" y="13749"/>
                    </a:cubicBezTo>
                    <a:cubicBezTo>
                      <a:pt x="57610" y="14273"/>
                      <a:pt x="57056" y="14856"/>
                      <a:pt x="56497" y="15435"/>
                    </a:cubicBezTo>
                    <a:cubicBezTo>
                      <a:pt x="56206" y="15726"/>
                      <a:pt x="56206" y="15726"/>
                      <a:pt x="55859" y="15755"/>
                    </a:cubicBezTo>
                    <a:cubicBezTo>
                      <a:pt x="55727" y="15751"/>
                      <a:pt x="55596" y="15748"/>
                      <a:pt x="55460" y="15744"/>
                    </a:cubicBezTo>
                    <a:cubicBezTo>
                      <a:pt x="55327" y="15741"/>
                      <a:pt x="55195" y="15739"/>
                      <a:pt x="55058" y="15736"/>
                    </a:cubicBezTo>
                    <a:cubicBezTo>
                      <a:pt x="54956" y="15733"/>
                      <a:pt x="54855" y="15730"/>
                      <a:pt x="54750" y="15726"/>
                    </a:cubicBezTo>
                    <a:cubicBezTo>
                      <a:pt x="54750" y="15918"/>
                      <a:pt x="54750" y="16110"/>
                      <a:pt x="54750" y="16309"/>
                    </a:cubicBezTo>
                    <a:cubicBezTo>
                      <a:pt x="54558" y="16309"/>
                      <a:pt x="54366" y="16309"/>
                      <a:pt x="54168" y="16309"/>
                    </a:cubicBezTo>
                    <a:cubicBezTo>
                      <a:pt x="54168" y="18999"/>
                      <a:pt x="54168" y="21690"/>
                      <a:pt x="54168" y="24463"/>
                    </a:cubicBezTo>
                    <a:cubicBezTo>
                      <a:pt x="54360" y="24463"/>
                      <a:pt x="54552" y="24463"/>
                      <a:pt x="54750" y="24463"/>
                    </a:cubicBezTo>
                    <a:cubicBezTo>
                      <a:pt x="54750" y="24655"/>
                      <a:pt x="54750" y="24847"/>
                      <a:pt x="54750" y="25045"/>
                    </a:cubicBezTo>
                    <a:cubicBezTo>
                      <a:pt x="59363" y="25045"/>
                      <a:pt x="63976" y="25045"/>
                      <a:pt x="68729" y="25045"/>
                    </a:cubicBezTo>
                    <a:cubicBezTo>
                      <a:pt x="68729" y="25237"/>
                      <a:pt x="68729" y="25430"/>
                      <a:pt x="68729" y="25628"/>
                    </a:cubicBezTo>
                    <a:cubicBezTo>
                      <a:pt x="70074" y="25628"/>
                      <a:pt x="71420" y="25628"/>
                      <a:pt x="72806" y="25628"/>
                    </a:cubicBezTo>
                    <a:cubicBezTo>
                      <a:pt x="72806" y="25820"/>
                      <a:pt x="72806" y="26012"/>
                      <a:pt x="72806" y="26210"/>
                    </a:cubicBezTo>
                    <a:cubicBezTo>
                      <a:pt x="72929" y="26203"/>
                      <a:pt x="73053" y="26197"/>
                      <a:pt x="73180" y="26190"/>
                    </a:cubicBezTo>
                    <a:cubicBezTo>
                      <a:pt x="74513" y="26141"/>
                      <a:pt x="75624" y="26364"/>
                      <a:pt x="76883" y="26793"/>
                    </a:cubicBezTo>
                    <a:cubicBezTo>
                      <a:pt x="76883" y="26985"/>
                      <a:pt x="76883" y="27177"/>
                      <a:pt x="76883" y="27375"/>
                    </a:cubicBezTo>
                    <a:cubicBezTo>
                      <a:pt x="77267" y="27375"/>
                      <a:pt x="77652" y="27375"/>
                      <a:pt x="78048" y="27375"/>
                    </a:cubicBezTo>
                    <a:cubicBezTo>
                      <a:pt x="78048" y="27567"/>
                      <a:pt x="78048" y="27759"/>
                      <a:pt x="78048" y="27957"/>
                    </a:cubicBezTo>
                    <a:cubicBezTo>
                      <a:pt x="78817" y="27957"/>
                      <a:pt x="79586" y="27957"/>
                      <a:pt x="80378" y="27957"/>
                    </a:cubicBezTo>
                    <a:cubicBezTo>
                      <a:pt x="80378" y="28150"/>
                      <a:pt x="80378" y="28342"/>
                      <a:pt x="80378" y="28540"/>
                    </a:cubicBezTo>
                    <a:cubicBezTo>
                      <a:pt x="80462" y="28522"/>
                      <a:pt x="80546" y="28504"/>
                      <a:pt x="80632" y="28485"/>
                    </a:cubicBezTo>
                    <a:cubicBezTo>
                      <a:pt x="80741" y="28503"/>
                      <a:pt x="80849" y="28521"/>
                      <a:pt x="80960" y="28540"/>
                    </a:cubicBezTo>
                    <a:cubicBezTo>
                      <a:pt x="81087" y="28724"/>
                      <a:pt x="81087" y="28724"/>
                      <a:pt x="81215" y="28959"/>
                    </a:cubicBezTo>
                    <a:cubicBezTo>
                      <a:pt x="81395" y="29266"/>
                      <a:pt x="81475" y="29391"/>
                      <a:pt x="81818" y="29506"/>
                    </a:cubicBezTo>
                    <a:cubicBezTo>
                      <a:pt x="81919" y="29523"/>
                      <a:pt x="82020" y="29541"/>
                      <a:pt x="82125" y="29559"/>
                    </a:cubicBezTo>
                    <a:cubicBezTo>
                      <a:pt x="82666" y="29655"/>
                      <a:pt x="82666" y="29655"/>
                      <a:pt x="82871" y="29905"/>
                    </a:cubicBezTo>
                    <a:cubicBezTo>
                      <a:pt x="82913" y="29983"/>
                      <a:pt x="82955" y="30061"/>
                      <a:pt x="82999" y="30142"/>
                    </a:cubicBezTo>
                    <a:cubicBezTo>
                      <a:pt x="83226" y="30558"/>
                      <a:pt x="83226" y="30558"/>
                      <a:pt x="83542" y="30659"/>
                    </a:cubicBezTo>
                    <a:cubicBezTo>
                      <a:pt x="83639" y="30675"/>
                      <a:pt x="83736" y="30690"/>
                      <a:pt x="83836" y="30706"/>
                    </a:cubicBezTo>
                    <a:cubicBezTo>
                      <a:pt x="84626" y="30848"/>
                      <a:pt x="85166" y="31395"/>
                      <a:pt x="85620" y="32035"/>
                    </a:cubicBezTo>
                    <a:cubicBezTo>
                      <a:pt x="85633" y="32345"/>
                      <a:pt x="85633" y="32345"/>
                      <a:pt x="85620" y="32617"/>
                    </a:cubicBezTo>
                    <a:cubicBezTo>
                      <a:pt x="85692" y="32604"/>
                      <a:pt x="85764" y="32591"/>
                      <a:pt x="85838" y="32577"/>
                    </a:cubicBezTo>
                    <a:cubicBezTo>
                      <a:pt x="86330" y="32527"/>
                      <a:pt x="86654" y="32517"/>
                      <a:pt x="87058" y="32826"/>
                    </a:cubicBezTo>
                    <a:cubicBezTo>
                      <a:pt x="87328" y="33123"/>
                      <a:pt x="87577" y="33427"/>
                      <a:pt x="87822" y="33746"/>
                    </a:cubicBezTo>
                    <a:cubicBezTo>
                      <a:pt x="88348" y="34405"/>
                      <a:pt x="88794" y="34963"/>
                      <a:pt x="89521" y="35398"/>
                    </a:cubicBezTo>
                    <a:cubicBezTo>
                      <a:pt x="89815" y="35618"/>
                      <a:pt x="89874" y="35894"/>
                      <a:pt x="89970" y="36239"/>
                    </a:cubicBezTo>
                    <a:cubicBezTo>
                      <a:pt x="90176" y="36842"/>
                      <a:pt x="90361" y="37097"/>
                      <a:pt x="90898" y="37440"/>
                    </a:cubicBezTo>
                    <a:cubicBezTo>
                      <a:pt x="91425" y="37780"/>
                      <a:pt x="91425" y="37780"/>
                      <a:pt x="91519" y="38171"/>
                    </a:cubicBezTo>
                    <a:cubicBezTo>
                      <a:pt x="91517" y="38464"/>
                      <a:pt x="91497" y="38736"/>
                      <a:pt x="91444" y="39024"/>
                    </a:cubicBezTo>
                    <a:cubicBezTo>
                      <a:pt x="91636" y="39024"/>
                      <a:pt x="91829" y="39024"/>
                      <a:pt x="92027" y="39024"/>
                    </a:cubicBezTo>
                    <a:cubicBezTo>
                      <a:pt x="92027" y="39216"/>
                      <a:pt x="92027" y="39408"/>
                      <a:pt x="92027" y="39606"/>
                    </a:cubicBezTo>
                    <a:cubicBezTo>
                      <a:pt x="92219" y="39606"/>
                      <a:pt x="92411" y="39606"/>
                      <a:pt x="92609" y="39606"/>
                    </a:cubicBezTo>
                    <a:cubicBezTo>
                      <a:pt x="92609" y="39991"/>
                      <a:pt x="92609" y="40375"/>
                      <a:pt x="92609" y="40771"/>
                    </a:cubicBezTo>
                    <a:cubicBezTo>
                      <a:pt x="92801" y="40771"/>
                      <a:pt x="92993" y="40771"/>
                      <a:pt x="93191" y="40771"/>
                    </a:cubicBezTo>
                    <a:cubicBezTo>
                      <a:pt x="93191" y="41156"/>
                      <a:pt x="93191" y="41540"/>
                      <a:pt x="93191" y="41936"/>
                    </a:cubicBezTo>
                    <a:cubicBezTo>
                      <a:pt x="93384" y="41936"/>
                      <a:pt x="93576" y="41936"/>
                      <a:pt x="93774" y="41936"/>
                    </a:cubicBezTo>
                    <a:cubicBezTo>
                      <a:pt x="93774" y="42128"/>
                      <a:pt x="93774" y="42321"/>
                      <a:pt x="93774" y="42519"/>
                    </a:cubicBezTo>
                    <a:cubicBezTo>
                      <a:pt x="94158" y="42519"/>
                      <a:pt x="94543" y="42519"/>
                      <a:pt x="94939" y="42519"/>
                    </a:cubicBezTo>
                    <a:cubicBezTo>
                      <a:pt x="94939" y="42711"/>
                      <a:pt x="94939" y="42903"/>
                      <a:pt x="94939" y="43101"/>
                    </a:cubicBezTo>
                    <a:cubicBezTo>
                      <a:pt x="96092" y="43101"/>
                      <a:pt x="97245" y="43101"/>
                      <a:pt x="98434" y="43101"/>
                    </a:cubicBezTo>
                    <a:cubicBezTo>
                      <a:pt x="98434" y="43293"/>
                      <a:pt x="98434" y="43485"/>
                      <a:pt x="98434" y="43684"/>
                    </a:cubicBezTo>
                    <a:cubicBezTo>
                      <a:pt x="98818" y="43684"/>
                      <a:pt x="99202" y="43684"/>
                      <a:pt x="99598" y="43684"/>
                    </a:cubicBezTo>
                    <a:cubicBezTo>
                      <a:pt x="99598" y="43876"/>
                      <a:pt x="99598" y="44068"/>
                      <a:pt x="99598" y="44266"/>
                    </a:cubicBezTo>
                    <a:cubicBezTo>
                      <a:pt x="99791" y="44266"/>
                      <a:pt x="99983" y="44266"/>
                      <a:pt x="100181" y="44266"/>
                    </a:cubicBezTo>
                    <a:cubicBezTo>
                      <a:pt x="100181" y="44458"/>
                      <a:pt x="100181" y="44650"/>
                      <a:pt x="100181" y="44848"/>
                    </a:cubicBezTo>
                    <a:cubicBezTo>
                      <a:pt x="100264" y="44837"/>
                      <a:pt x="100347" y="44826"/>
                      <a:pt x="100433" y="44814"/>
                    </a:cubicBezTo>
                    <a:cubicBezTo>
                      <a:pt x="100880" y="44860"/>
                      <a:pt x="101085" y="45084"/>
                      <a:pt x="101382" y="45394"/>
                    </a:cubicBezTo>
                    <a:cubicBezTo>
                      <a:pt x="101435" y="45445"/>
                      <a:pt x="101488" y="45496"/>
                      <a:pt x="101543" y="45548"/>
                    </a:cubicBezTo>
                    <a:cubicBezTo>
                      <a:pt x="101805" y="45814"/>
                      <a:pt x="101924" y="45967"/>
                      <a:pt x="101962" y="46343"/>
                    </a:cubicBezTo>
                    <a:cubicBezTo>
                      <a:pt x="101951" y="46427"/>
                      <a:pt x="101940" y="46510"/>
                      <a:pt x="101928" y="46596"/>
                    </a:cubicBezTo>
                    <a:cubicBezTo>
                      <a:pt x="102120" y="46596"/>
                      <a:pt x="102313" y="46596"/>
                      <a:pt x="102511" y="46596"/>
                    </a:cubicBezTo>
                    <a:cubicBezTo>
                      <a:pt x="102511" y="46788"/>
                      <a:pt x="102511" y="46980"/>
                      <a:pt x="102511" y="47178"/>
                    </a:cubicBezTo>
                    <a:cubicBezTo>
                      <a:pt x="102703" y="47178"/>
                      <a:pt x="102895" y="47178"/>
                      <a:pt x="103093" y="47178"/>
                    </a:cubicBezTo>
                    <a:cubicBezTo>
                      <a:pt x="103093" y="47370"/>
                      <a:pt x="103093" y="47563"/>
                      <a:pt x="103093" y="47761"/>
                    </a:cubicBezTo>
                    <a:cubicBezTo>
                      <a:pt x="103285" y="47761"/>
                      <a:pt x="103477" y="47761"/>
                      <a:pt x="103676" y="47761"/>
                    </a:cubicBezTo>
                    <a:cubicBezTo>
                      <a:pt x="103676" y="48145"/>
                      <a:pt x="103676" y="48529"/>
                      <a:pt x="103676" y="48926"/>
                    </a:cubicBezTo>
                    <a:cubicBezTo>
                      <a:pt x="103868" y="48926"/>
                      <a:pt x="104060" y="48926"/>
                      <a:pt x="104258" y="48926"/>
                    </a:cubicBezTo>
                    <a:cubicBezTo>
                      <a:pt x="104258" y="49310"/>
                      <a:pt x="104258" y="49694"/>
                      <a:pt x="104258" y="50090"/>
                    </a:cubicBezTo>
                    <a:cubicBezTo>
                      <a:pt x="104450" y="50090"/>
                      <a:pt x="104642" y="50090"/>
                      <a:pt x="104840" y="50090"/>
                    </a:cubicBezTo>
                    <a:cubicBezTo>
                      <a:pt x="104840" y="51051"/>
                      <a:pt x="104840" y="52012"/>
                      <a:pt x="104840" y="53003"/>
                    </a:cubicBezTo>
                    <a:cubicBezTo>
                      <a:pt x="105033" y="53003"/>
                      <a:pt x="105225" y="53003"/>
                      <a:pt x="105423" y="53003"/>
                    </a:cubicBezTo>
                    <a:cubicBezTo>
                      <a:pt x="105423" y="56270"/>
                      <a:pt x="105423" y="59538"/>
                      <a:pt x="105423" y="62904"/>
                    </a:cubicBezTo>
                    <a:cubicBezTo>
                      <a:pt x="105231" y="62904"/>
                      <a:pt x="105038" y="62904"/>
                      <a:pt x="104840" y="62904"/>
                    </a:cubicBezTo>
                    <a:cubicBezTo>
                      <a:pt x="104847" y="63028"/>
                      <a:pt x="104854" y="63151"/>
                      <a:pt x="104861" y="63278"/>
                    </a:cubicBezTo>
                    <a:cubicBezTo>
                      <a:pt x="104897" y="64235"/>
                      <a:pt x="104851" y="65125"/>
                      <a:pt x="104604" y="66053"/>
                    </a:cubicBezTo>
                    <a:cubicBezTo>
                      <a:pt x="104583" y="66137"/>
                      <a:pt x="104563" y="66222"/>
                      <a:pt x="104542" y="66309"/>
                    </a:cubicBezTo>
                    <a:cubicBezTo>
                      <a:pt x="104364" y="66912"/>
                      <a:pt x="104108" y="67120"/>
                      <a:pt x="103573" y="67433"/>
                    </a:cubicBezTo>
                    <a:cubicBezTo>
                      <a:pt x="103384" y="67564"/>
                      <a:pt x="103384" y="67564"/>
                      <a:pt x="103286" y="67835"/>
                    </a:cubicBezTo>
                    <a:cubicBezTo>
                      <a:pt x="103285" y="67880"/>
                      <a:pt x="103285" y="67880"/>
                      <a:pt x="103275" y="68110"/>
                    </a:cubicBezTo>
                    <a:cubicBezTo>
                      <a:pt x="103167" y="68742"/>
                      <a:pt x="102857" y="68984"/>
                      <a:pt x="102365" y="69348"/>
                    </a:cubicBezTo>
                    <a:cubicBezTo>
                      <a:pt x="102299" y="69394"/>
                      <a:pt x="102233" y="69440"/>
                      <a:pt x="102166" y="69487"/>
                    </a:cubicBezTo>
                    <a:cubicBezTo>
                      <a:pt x="101856" y="69706"/>
                      <a:pt x="101656" y="69853"/>
                      <a:pt x="101491" y="70201"/>
                    </a:cubicBezTo>
                    <a:cubicBezTo>
                      <a:pt x="101236" y="70684"/>
                      <a:pt x="100721" y="70734"/>
                      <a:pt x="100226" y="70895"/>
                    </a:cubicBezTo>
                    <a:cubicBezTo>
                      <a:pt x="99826" y="71090"/>
                      <a:pt x="99771" y="71244"/>
                      <a:pt x="99598" y="71641"/>
                    </a:cubicBezTo>
                    <a:cubicBezTo>
                      <a:pt x="99289" y="71677"/>
                      <a:pt x="99289" y="71677"/>
                      <a:pt x="99016" y="71641"/>
                    </a:cubicBezTo>
                    <a:cubicBezTo>
                      <a:pt x="99016" y="71833"/>
                      <a:pt x="99016" y="72025"/>
                      <a:pt x="99016" y="72223"/>
                    </a:cubicBezTo>
                    <a:cubicBezTo>
                      <a:pt x="98947" y="72231"/>
                      <a:pt x="98878" y="72238"/>
                      <a:pt x="98807" y="72246"/>
                    </a:cubicBezTo>
                    <a:cubicBezTo>
                      <a:pt x="98494" y="72279"/>
                      <a:pt x="98182" y="72315"/>
                      <a:pt x="97869" y="72351"/>
                    </a:cubicBezTo>
                    <a:cubicBezTo>
                      <a:pt x="97760" y="72362"/>
                      <a:pt x="97652" y="72374"/>
                      <a:pt x="97540" y="72386"/>
                    </a:cubicBezTo>
                    <a:cubicBezTo>
                      <a:pt x="97488" y="72392"/>
                      <a:pt x="97488" y="72392"/>
                      <a:pt x="97224" y="72423"/>
                    </a:cubicBezTo>
                    <a:cubicBezTo>
                      <a:pt x="97176" y="72428"/>
                      <a:pt x="97176" y="72428"/>
                      <a:pt x="96933" y="72455"/>
                    </a:cubicBezTo>
                    <a:cubicBezTo>
                      <a:pt x="96686" y="72515"/>
                      <a:pt x="96686" y="72515"/>
                      <a:pt x="96395" y="72806"/>
                    </a:cubicBezTo>
                    <a:cubicBezTo>
                      <a:pt x="96175" y="72839"/>
                      <a:pt x="96175" y="72839"/>
                      <a:pt x="95921" y="72834"/>
                    </a:cubicBezTo>
                    <a:cubicBezTo>
                      <a:pt x="95829" y="72833"/>
                      <a:pt x="95739" y="72832"/>
                      <a:pt x="95645" y="72831"/>
                    </a:cubicBezTo>
                    <a:cubicBezTo>
                      <a:pt x="95550" y="72829"/>
                      <a:pt x="95455" y="72827"/>
                      <a:pt x="95358" y="72824"/>
                    </a:cubicBezTo>
                    <a:cubicBezTo>
                      <a:pt x="95262" y="72823"/>
                      <a:pt x="95166" y="72821"/>
                      <a:pt x="95067" y="72820"/>
                    </a:cubicBezTo>
                    <a:cubicBezTo>
                      <a:pt x="94830" y="72817"/>
                      <a:pt x="94593" y="72811"/>
                      <a:pt x="94356" y="72806"/>
                    </a:cubicBezTo>
                    <a:cubicBezTo>
                      <a:pt x="94356" y="72998"/>
                      <a:pt x="94356" y="73190"/>
                      <a:pt x="94356" y="73388"/>
                    </a:cubicBezTo>
                    <a:cubicBezTo>
                      <a:pt x="94164" y="73388"/>
                      <a:pt x="93972" y="73388"/>
                      <a:pt x="93774" y="73388"/>
                    </a:cubicBezTo>
                    <a:cubicBezTo>
                      <a:pt x="93774" y="73581"/>
                      <a:pt x="93774" y="73773"/>
                      <a:pt x="93774" y="73971"/>
                    </a:cubicBezTo>
                    <a:cubicBezTo>
                      <a:pt x="93582" y="73971"/>
                      <a:pt x="93390" y="73971"/>
                      <a:pt x="93191" y="73971"/>
                    </a:cubicBezTo>
                    <a:cubicBezTo>
                      <a:pt x="93191" y="74355"/>
                      <a:pt x="93191" y="74740"/>
                      <a:pt x="93191" y="75136"/>
                    </a:cubicBezTo>
                    <a:cubicBezTo>
                      <a:pt x="92999" y="75136"/>
                      <a:pt x="92807" y="75136"/>
                      <a:pt x="92609" y="75136"/>
                    </a:cubicBezTo>
                    <a:cubicBezTo>
                      <a:pt x="92609" y="75328"/>
                      <a:pt x="92609" y="75520"/>
                      <a:pt x="92609" y="75718"/>
                    </a:cubicBezTo>
                    <a:cubicBezTo>
                      <a:pt x="92417" y="75718"/>
                      <a:pt x="92225" y="75718"/>
                      <a:pt x="92027" y="75718"/>
                    </a:cubicBezTo>
                    <a:cubicBezTo>
                      <a:pt x="92027" y="76103"/>
                      <a:pt x="92027" y="76487"/>
                      <a:pt x="92027" y="76883"/>
                    </a:cubicBezTo>
                    <a:cubicBezTo>
                      <a:pt x="91834" y="76883"/>
                      <a:pt x="91642" y="76883"/>
                      <a:pt x="91444" y="76883"/>
                    </a:cubicBezTo>
                    <a:cubicBezTo>
                      <a:pt x="91444" y="77267"/>
                      <a:pt x="91444" y="77652"/>
                      <a:pt x="91444" y="78048"/>
                    </a:cubicBezTo>
                    <a:cubicBezTo>
                      <a:pt x="91252" y="78048"/>
                      <a:pt x="91060" y="78048"/>
                      <a:pt x="90862" y="78048"/>
                    </a:cubicBezTo>
                    <a:cubicBezTo>
                      <a:pt x="90862" y="78240"/>
                      <a:pt x="90862" y="78432"/>
                      <a:pt x="90862" y="78630"/>
                    </a:cubicBezTo>
                    <a:cubicBezTo>
                      <a:pt x="90669" y="78630"/>
                      <a:pt x="90477" y="78630"/>
                      <a:pt x="90279" y="78630"/>
                    </a:cubicBezTo>
                    <a:cubicBezTo>
                      <a:pt x="90275" y="78698"/>
                      <a:pt x="90271" y="78765"/>
                      <a:pt x="90267" y="78834"/>
                    </a:cubicBezTo>
                    <a:cubicBezTo>
                      <a:pt x="90119" y="79848"/>
                      <a:pt x="89480" y="80374"/>
                      <a:pt x="88765" y="81033"/>
                    </a:cubicBezTo>
                    <a:cubicBezTo>
                      <a:pt x="88314" y="81455"/>
                      <a:pt x="87878" y="81891"/>
                      <a:pt x="87440" y="82325"/>
                    </a:cubicBezTo>
                    <a:cubicBezTo>
                      <a:pt x="87395" y="82368"/>
                      <a:pt x="87395" y="82368"/>
                      <a:pt x="87170" y="82588"/>
                    </a:cubicBezTo>
                    <a:cubicBezTo>
                      <a:pt x="87086" y="82670"/>
                      <a:pt x="87003" y="82753"/>
                      <a:pt x="86916" y="82838"/>
                    </a:cubicBezTo>
                    <a:cubicBezTo>
                      <a:pt x="86842" y="82911"/>
                      <a:pt x="86767" y="82984"/>
                      <a:pt x="86691" y="83060"/>
                    </a:cubicBezTo>
                    <a:cubicBezTo>
                      <a:pt x="86493" y="83290"/>
                      <a:pt x="86493" y="83290"/>
                      <a:pt x="86339" y="83606"/>
                    </a:cubicBezTo>
                    <a:cubicBezTo>
                      <a:pt x="86294" y="83694"/>
                      <a:pt x="86249" y="83782"/>
                      <a:pt x="86202" y="83872"/>
                    </a:cubicBezTo>
                    <a:cubicBezTo>
                      <a:pt x="85919" y="83929"/>
                      <a:pt x="85919" y="83929"/>
                      <a:pt x="85602" y="83909"/>
                    </a:cubicBezTo>
                    <a:cubicBezTo>
                      <a:pt x="85496" y="83904"/>
                      <a:pt x="85390" y="83898"/>
                      <a:pt x="85282" y="83893"/>
                    </a:cubicBezTo>
                    <a:cubicBezTo>
                      <a:pt x="85241" y="83890"/>
                      <a:pt x="85241" y="83890"/>
                      <a:pt x="85037" y="83872"/>
                    </a:cubicBezTo>
                    <a:cubicBezTo>
                      <a:pt x="85047" y="83957"/>
                      <a:pt x="85058" y="84040"/>
                      <a:pt x="85068" y="84127"/>
                    </a:cubicBezTo>
                    <a:cubicBezTo>
                      <a:pt x="85011" y="84733"/>
                      <a:pt x="84497" y="85117"/>
                      <a:pt x="84051" y="85492"/>
                    </a:cubicBezTo>
                    <a:cubicBezTo>
                      <a:pt x="83667" y="85766"/>
                      <a:pt x="83216" y="85887"/>
                      <a:pt x="82774" y="86036"/>
                    </a:cubicBezTo>
                    <a:cubicBezTo>
                      <a:pt x="82360" y="86228"/>
                      <a:pt x="82096" y="86487"/>
                      <a:pt x="81797" y="86821"/>
                    </a:cubicBezTo>
                    <a:cubicBezTo>
                      <a:pt x="81317" y="87349"/>
                      <a:pt x="81317" y="87349"/>
                      <a:pt x="80985" y="87442"/>
                    </a:cubicBezTo>
                    <a:cubicBezTo>
                      <a:pt x="80742" y="87440"/>
                      <a:pt x="80742" y="87440"/>
                      <a:pt x="80378" y="87367"/>
                    </a:cubicBezTo>
                    <a:cubicBezTo>
                      <a:pt x="80378" y="87559"/>
                      <a:pt x="80378" y="87751"/>
                      <a:pt x="80378" y="87949"/>
                    </a:cubicBezTo>
                    <a:cubicBezTo>
                      <a:pt x="79993" y="87949"/>
                      <a:pt x="79609" y="87949"/>
                      <a:pt x="79213" y="87949"/>
                    </a:cubicBezTo>
                    <a:cubicBezTo>
                      <a:pt x="79213" y="88142"/>
                      <a:pt x="79213" y="88334"/>
                      <a:pt x="79213" y="88532"/>
                    </a:cubicBezTo>
                    <a:cubicBezTo>
                      <a:pt x="78828" y="88532"/>
                      <a:pt x="78444" y="88532"/>
                      <a:pt x="78048" y="88532"/>
                    </a:cubicBezTo>
                    <a:cubicBezTo>
                      <a:pt x="78048" y="88724"/>
                      <a:pt x="78048" y="88916"/>
                      <a:pt x="78048" y="89114"/>
                    </a:cubicBezTo>
                    <a:cubicBezTo>
                      <a:pt x="77471" y="89114"/>
                      <a:pt x="76895" y="89114"/>
                      <a:pt x="76301" y="89114"/>
                    </a:cubicBezTo>
                    <a:cubicBezTo>
                      <a:pt x="76301" y="89307"/>
                      <a:pt x="76301" y="89499"/>
                      <a:pt x="76301" y="89697"/>
                    </a:cubicBezTo>
                    <a:cubicBezTo>
                      <a:pt x="75916" y="89697"/>
                      <a:pt x="75532" y="89697"/>
                      <a:pt x="75136" y="89697"/>
                    </a:cubicBezTo>
                    <a:cubicBezTo>
                      <a:pt x="75136" y="89889"/>
                      <a:pt x="75136" y="90081"/>
                      <a:pt x="75136" y="90279"/>
                    </a:cubicBezTo>
                    <a:cubicBezTo>
                      <a:pt x="75328" y="90279"/>
                      <a:pt x="75520" y="90279"/>
                      <a:pt x="75718" y="90279"/>
                    </a:cubicBezTo>
                    <a:cubicBezTo>
                      <a:pt x="75718" y="90471"/>
                      <a:pt x="75718" y="90664"/>
                      <a:pt x="75718" y="90862"/>
                    </a:cubicBezTo>
                    <a:cubicBezTo>
                      <a:pt x="75789" y="90848"/>
                      <a:pt x="75859" y="90835"/>
                      <a:pt x="75932" y="90821"/>
                    </a:cubicBezTo>
                    <a:cubicBezTo>
                      <a:pt x="76467" y="90763"/>
                      <a:pt x="76771" y="90782"/>
                      <a:pt x="77220" y="91101"/>
                    </a:cubicBezTo>
                    <a:cubicBezTo>
                      <a:pt x="77530" y="91387"/>
                      <a:pt x="77808" y="91677"/>
                      <a:pt x="78048" y="92027"/>
                    </a:cubicBezTo>
                    <a:cubicBezTo>
                      <a:pt x="78048" y="92219"/>
                      <a:pt x="78048" y="92411"/>
                      <a:pt x="78048" y="92609"/>
                    </a:cubicBezTo>
                    <a:cubicBezTo>
                      <a:pt x="78432" y="92609"/>
                      <a:pt x="78817" y="92609"/>
                      <a:pt x="79213" y="92609"/>
                    </a:cubicBezTo>
                    <a:cubicBezTo>
                      <a:pt x="79213" y="92801"/>
                      <a:pt x="79213" y="92993"/>
                      <a:pt x="79213" y="93191"/>
                    </a:cubicBezTo>
                    <a:cubicBezTo>
                      <a:pt x="79405" y="93191"/>
                      <a:pt x="79597" y="93191"/>
                      <a:pt x="79795" y="93191"/>
                    </a:cubicBezTo>
                    <a:cubicBezTo>
                      <a:pt x="79795" y="93384"/>
                      <a:pt x="79795" y="93576"/>
                      <a:pt x="79795" y="93774"/>
                    </a:cubicBezTo>
                    <a:cubicBezTo>
                      <a:pt x="80756" y="93774"/>
                      <a:pt x="81717" y="93774"/>
                      <a:pt x="82707" y="93774"/>
                    </a:cubicBezTo>
                    <a:cubicBezTo>
                      <a:pt x="82707" y="93966"/>
                      <a:pt x="82707" y="94158"/>
                      <a:pt x="82707" y="94356"/>
                    </a:cubicBezTo>
                    <a:cubicBezTo>
                      <a:pt x="83284" y="94356"/>
                      <a:pt x="83861" y="94356"/>
                      <a:pt x="84455" y="94356"/>
                    </a:cubicBezTo>
                    <a:cubicBezTo>
                      <a:pt x="84455" y="94549"/>
                      <a:pt x="84455" y="94741"/>
                      <a:pt x="84455" y="94939"/>
                    </a:cubicBezTo>
                    <a:cubicBezTo>
                      <a:pt x="85224" y="94939"/>
                      <a:pt x="85992" y="94939"/>
                      <a:pt x="86785" y="94939"/>
                    </a:cubicBezTo>
                    <a:cubicBezTo>
                      <a:pt x="86785" y="95131"/>
                      <a:pt x="86785" y="95323"/>
                      <a:pt x="86785" y="95521"/>
                    </a:cubicBezTo>
                    <a:cubicBezTo>
                      <a:pt x="86855" y="95529"/>
                      <a:pt x="86926" y="95536"/>
                      <a:pt x="86998" y="95544"/>
                    </a:cubicBezTo>
                    <a:cubicBezTo>
                      <a:pt x="87699" y="95663"/>
                      <a:pt x="88051" y="95868"/>
                      <a:pt x="88532" y="96395"/>
                    </a:cubicBezTo>
                    <a:cubicBezTo>
                      <a:pt x="88912" y="96811"/>
                      <a:pt x="89136" y="97035"/>
                      <a:pt x="89697" y="97123"/>
                    </a:cubicBezTo>
                    <a:cubicBezTo>
                      <a:pt x="90388" y="97235"/>
                      <a:pt x="90758" y="97654"/>
                      <a:pt x="91230" y="98132"/>
                    </a:cubicBezTo>
                    <a:cubicBezTo>
                      <a:pt x="91474" y="98475"/>
                      <a:pt x="91464" y="98609"/>
                      <a:pt x="91444" y="99016"/>
                    </a:cubicBezTo>
                    <a:cubicBezTo>
                      <a:pt x="91518" y="99004"/>
                      <a:pt x="91591" y="98993"/>
                      <a:pt x="91667" y="98981"/>
                    </a:cubicBezTo>
                    <a:cubicBezTo>
                      <a:pt x="92135" y="98938"/>
                      <a:pt x="92472" y="98914"/>
                      <a:pt x="92859" y="99202"/>
                    </a:cubicBezTo>
                    <a:cubicBezTo>
                      <a:pt x="93096" y="99464"/>
                      <a:pt x="93309" y="99734"/>
                      <a:pt x="93519" y="100017"/>
                    </a:cubicBezTo>
                    <a:cubicBezTo>
                      <a:pt x="93665" y="100205"/>
                      <a:pt x="93811" y="100393"/>
                      <a:pt x="93958" y="100580"/>
                    </a:cubicBezTo>
                    <a:cubicBezTo>
                      <a:pt x="94021" y="100664"/>
                      <a:pt x="94084" y="100748"/>
                      <a:pt x="94148" y="100834"/>
                    </a:cubicBezTo>
                    <a:cubicBezTo>
                      <a:pt x="94356" y="101055"/>
                      <a:pt x="94356" y="101055"/>
                      <a:pt x="94670" y="101210"/>
                    </a:cubicBezTo>
                    <a:cubicBezTo>
                      <a:pt x="94759" y="101255"/>
                      <a:pt x="94847" y="101300"/>
                      <a:pt x="94939" y="101346"/>
                    </a:cubicBezTo>
                    <a:cubicBezTo>
                      <a:pt x="94975" y="101655"/>
                      <a:pt x="94975" y="101655"/>
                      <a:pt x="94939" y="101928"/>
                    </a:cubicBezTo>
                    <a:cubicBezTo>
                      <a:pt x="94982" y="101921"/>
                      <a:pt x="94982" y="101921"/>
                      <a:pt x="95198" y="101888"/>
                    </a:cubicBezTo>
                    <a:cubicBezTo>
                      <a:pt x="95521" y="101928"/>
                      <a:pt x="95521" y="101928"/>
                      <a:pt x="95771" y="102196"/>
                    </a:cubicBezTo>
                    <a:cubicBezTo>
                      <a:pt x="95859" y="102318"/>
                      <a:pt x="95946" y="102441"/>
                      <a:pt x="96031" y="102565"/>
                    </a:cubicBezTo>
                    <a:cubicBezTo>
                      <a:pt x="96487" y="103189"/>
                      <a:pt x="96984" y="103644"/>
                      <a:pt x="97596" y="104112"/>
                    </a:cubicBezTo>
                    <a:cubicBezTo>
                      <a:pt x="98319" y="104672"/>
                      <a:pt x="98654" y="105102"/>
                      <a:pt x="98893" y="106001"/>
                    </a:cubicBezTo>
                    <a:cubicBezTo>
                      <a:pt x="99016" y="106297"/>
                      <a:pt x="99016" y="106297"/>
                      <a:pt x="99303" y="106437"/>
                    </a:cubicBezTo>
                    <a:cubicBezTo>
                      <a:pt x="99598" y="106588"/>
                      <a:pt x="99598" y="106588"/>
                      <a:pt x="99762" y="106924"/>
                    </a:cubicBezTo>
                    <a:cubicBezTo>
                      <a:pt x="99847" y="107185"/>
                      <a:pt x="99932" y="107446"/>
                      <a:pt x="100017" y="107707"/>
                    </a:cubicBezTo>
                    <a:cubicBezTo>
                      <a:pt x="100212" y="108108"/>
                      <a:pt x="100366" y="108163"/>
                      <a:pt x="100763" y="108335"/>
                    </a:cubicBezTo>
                    <a:cubicBezTo>
                      <a:pt x="100800" y="108645"/>
                      <a:pt x="100800" y="108645"/>
                      <a:pt x="100763" y="108918"/>
                    </a:cubicBezTo>
                    <a:cubicBezTo>
                      <a:pt x="100956" y="108918"/>
                      <a:pt x="101148" y="108918"/>
                      <a:pt x="101346" y="108918"/>
                    </a:cubicBezTo>
                    <a:cubicBezTo>
                      <a:pt x="101346" y="109302"/>
                      <a:pt x="101346" y="109686"/>
                      <a:pt x="101346" y="110082"/>
                    </a:cubicBezTo>
                    <a:cubicBezTo>
                      <a:pt x="101538" y="110082"/>
                      <a:pt x="101730" y="110082"/>
                      <a:pt x="101928" y="110082"/>
                    </a:cubicBezTo>
                    <a:cubicBezTo>
                      <a:pt x="101928" y="110467"/>
                      <a:pt x="101928" y="110851"/>
                      <a:pt x="101928" y="111247"/>
                    </a:cubicBezTo>
                    <a:cubicBezTo>
                      <a:pt x="102120" y="111247"/>
                      <a:pt x="102313" y="111247"/>
                      <a:pt x="102511" y="111247"/>
                    </a:cubicBezTo>
                    <a:cubicBezTo>
                      <a:pt x="102513" y="111281"/>
                      <a:pt x="102513" y="111281"/>
                      <a:pt x="102523" y="111452"/>
                    </a:cubicBezTo>
                    <a:cubicBezTo>
                      <a:pt x="102545" y="111760"/>
                      <a:pt x="102574" y="112068"/>
                      <a:pt x="102602" y="112376"/>
                    </a:cubicBezTo>
                    <a:cubicBezTo>
                      <a:pt x="102608" y="112482"/>
                      <a:pt x="102615" y="112588"/>
                      <a:pt x="102622" y="112698"/>
                    </a:cubicBezTo>
                    <a:cubicBezTo>
                      <a:pt x="102701" y="113492"/>
                      <a:pt x="102701" y="113492"/>
                      <a:pt x="103007" y="113750"/>
                    </a:cubicBezTo>
                    <a:cubicBezTo>
                      <a:pt x="103166" y="113840"/>
                      <a:pt x="103324" y="113928"/>
                      <a:pt x="103484" y="114015"/>
                    </a:cubicBezTo>
                    <a:cubicBezTo>
                      <a:pt x="103676" y="114160"/>
                      <a:pt x="103676" y="114160"/>
                      <a:pt x="103747" y="114367"/>
                    </a:cubicBezTo>
                    <a:cubicBezTo>
                      <a:pt x="103761" y="114606"/>
                      <a:pt x="103752" y="114831"/>
                      <a:pt x="103730" y="115070"/>
                    </a:cubicBezTo>
                    <a:cubicBezTo>
                      <a:pt x="103726" y="115150"/>
                      <a:pt x="103722" y="115231"/>
                      <a:pt x="103718" y="115314"/>
                    </a:cubicBezTo>
                    <a:cubicBezTo>
                      <a:pt x="103708" y="115512"/>
                      <a:pt x="103692" y="115709"/>
                      <a:pt x="103676" y="115907"/>
                    </a:cubicBezTo>
                    <a:cubicBezTo>
                      <a:pt x="103868" y="115907"/>
                      <a:pt x="104060" y="115907"/>
                      <a:pt x="104258" y="115907"/>
                    </a:cubicBezTo>
                    <a:cubicBezTo>
                      <a:pt x="104265" y="115994"/>
                      <a:pt x="104273" y="116080"/>
                      <a:pt x="104280" y="116170"/>
                    </a:cubicBezTo>
                    <a:cubicBezTo>
                      <a:pt x="104314" y="116562"/>
                      <a:pt x="104350" y="116953"/>
                      <a:pt x="104386" y="117345"/>
                    </a:cubicBezTo>
                    <a:cubicBezTo>
                      <a:pt x="104397" y="117481"/>
                      <a:pt x="104408" y="117618"/>
                      <a:pt x="104420" y="117758"/>
                    </a:cubicBezTo>
                    <a:cubicBezTo>
                      <a:pt x="104432" y="117889"/>
                      <a:pt x="104444" y="118019"/>
                      <a:pt x="104457" y="118154"/>
                    </a:cubicBezTo>
                    <a:cubicBezTo>
                      <a:pt x="104468" y="118274"/>
                      <a:pt x="104478" y="118395"/>
                      <a:pt x="104490" y="118519"/>
                    </a:cubicBezTo>
                    <a:cubicBezTo>
                      <a:pt x="104549" y="118819"/>
                      <a:pt x="104549" y="118819"/>
                      <a:pt x="104840" y="119110"/>
                    </a:cubicBezTo>
                    <a:cubicBezTo>
                      <a:pt x="104866" y="119444"/>
                      <a:pt x="104874" y="119761"/>
                      <a:pt x="104869" y="120094"/>
                    </a:cubicBezTo>
                    <a:cubicBezTo>
                      <a:pt x="104869" y="120143"/>
                      <a:pt x="104869" y="120143"/>
                      <a:pt x="104868" y="120387"/>
                    </a:cubicBezTo>
                    <a:cubicBezTo>
                      <a:pt x="104866" y="120696"/>
                      <a:pt x="104862" y="121004"/>
                      <a:pt x="104858" y="121313"/>
                    </a:cubicBezTo>
                    <a:cubicBezTo>
                      <a:pt x="104857" y="121522"/>
                      <a:pt x="104856" y="121731"/>
                      <a:pt x="104855" y="121940"/>
                    </a:cubicBezTo>
                    <a:cubicBezTo>
                      <a:pt x="104851" y="122453"/>
                      <a:pt x="104847" y="122966"/>
                      <a:pt x="104840" y="123479"/>
                    </a:cubicBezTo>
                    <a:cubicBezTo>
                      <a:pt x="105033" y="123479"/>
                      <a:pt x="105225" y="123479"/>
                      <a:pt x="105423" y="123479"/>
                    </a:cubicBezTo>
                    <a:cubicBezTo>
                      <a:pt x="105423" y="125785"/>
                      <a:pt x="105423" y="128092"/>
                      <a:pt x="105423" y="130468"/>
                    </a:cubicBezTo>
                    <a:cubicBezTo>
                      <a:pt x="105231" y="130468"/>
                      <a:pt x="105038" y="130468"/>
                      <a:pt x="104840" y="130468"/>
                    </a:cubicBezTo>
                    <a:cubicBezTo>
                      <a:pt x="104840" y="130660"/>
                      <a:pt x="104840" y="130853"/>
                      <a:pt x="104840" y="131051"/>
                    </a:cubicBezTo>
                    <a:cubicBezTo>
                      <a:pt x="104519" y="131066"/>
                      <a:pt x="104198" y="131078"/>
                      <a:pt x="103876" y="131087"/>
                    </a:cubicBezTo>
                    <a:cubicBezTo>
                      <a:pt x="103786" y="131092"/>
                      <a:pt x="103696" y="131097"/>
                      <a:pt x="103603" y="131102"/>
                    </a:cubicBezTo>
                    <a:cubicBezTo>
                      <a:pt x="103514" y="131104"/>
                      <a:pt x="103425" y="131106"/>
                      <a:pt x="103333" y="131107"/>
                    </a:cubicBezTo>
                    <a:cubicBezTo>
                      <a:pt x="103252" y="131111"/>
                      <a:pt x="103171" y="131113"/>
                      <a:pt x="103088" y="131117"/>
                    </a:cubicBezTo>
                    <a:cubicBezTo>
                      <a:pt x="102591" y="131002"/>
                      <a:pt x="102239" y="130894"/>
                      <a:pt x="101928" y="130468"/>
                    </a:cubicBezTo>
                    <a:cubicBezTo>
                      <a:pt x="101801" y="129813"/>
                      <a:pt x="101827" y="129165"/>
                      <a:pt x="101843" y="128500"/>
                    </a:cubicBezTo>
                    <a:cubicBezTo>
                      <a:pt x="101845" y="128305"/>
                      <a:pt x="101846" y="128110"/>
                      <a:pt x="101847" y="127915"/>
                    </a:cubicBezTo>
                    <a:cubicBezTo>
                      <a:pt x="101850" y="127403"/>
                      <a:pt x="101859" y="126890"/>
                      <a:pt x="101868" y="126378"/>
                    </a:cubicBezTo>
                    <a:cubicBezTo>
                      <a:pt x="101877" y="125855"/>
                      <a:pt x="101881" y="125332"/>
                      <a:pt x="101886" y="124808"/>
                    </a:cubicBezTo>
                    <a:cubicBezTo>
                      <a:pt x="101895" y="123783"/>
                      <a:pt x="101910" y="122757"/>
                      <a:pt x="101928" y="121731"/>
                    </a:cubicBezTo>
                    <a:cubicBezTo>
                      <a:pt x="101736" y="121731"/>
                      <a:pt x="101544" y="121731"/>
                      <a:pt x="101346" y="121731"/>
                    </a:cubicBezTo>
                    <a:cubicBezTo>
                      <a:pt x="101346" y="120770"/>
                      <a:pt x="101346" y="119809"/>
                      <a:pt x="101346" y="118819"/>
                    </a:cubicBezTo>
                    <a:cubicBezTo>
                      <a:pt x="101154" y="118819"/>
                      <a:pt x="100961" y="118819"/>
                      <a:pt x="100763" y="118819"/>
                    </a:cubicBezTo>
                    <a:cubicBezTo>
                      <a:pt x="100763" y="118050"/>
                      <a:pt x="100763" y="117281"/>
                      <a:pt x="100763" y="116489"/>
                    </a:cubicBezTo>
                    <a:cubicBezTo>
                      <a:pt x="100571" y="116489"/>
                      <a:pt x="100379" y="116489"/>
                      <a:pt x="100181" y="116489"/>
                    </a:cubicBezTo>
                    <a:cubicBezTo>
                      <a:pt x="100181" y="115913"/>
                      <a:pt x="100181" y="115336"/>
                      <a:pt x="100181" y="114742"/>
                    </a:cubicBezTo>
                    <a:cubicBezTo>
                      <a:pt x="99989" y="114742"/>
                      <a:pt x="99796" y="114742"/>
                      <a:pt x="99598" y="114742"/>
                    </a:cubicBezTo>
                    <a:cubicBezTo>
                      <a:pt x="99598" y="114358"/>
                      <a:pt x="99598" y="113973"/>
                      <a:pt x="99598" y="113577"/>
                    </a:cubicBezTo>
                    <a:cubicBezTo>
                      <a:pt x="99406" y="113577"/>
                      <a:pt x="99214" y="113577"/>
                      <a:pt x="99016" y="113577"/>
                    </a:cubicBezTo>
                    <a:cubicBezTo>
                      <a:pt x="99016" y="113193"/>
                      <a:pt x="99016" y="112808"/>
                      <a:pt x="99016" y="112412"/>
                    </a:cubicBezTo>
                    <a:cubicBezTo>
                      <a:pt x="98824" y="112412"/>
                      <a:pt x="98632" y="112412"/>
                      <a:pt x="98434" y="112412"/>
                    </a:cubicBezTo>
                    <a:cubicBezTo>
                      <a:pt x="98434" y="112028"/>
                      <a:pt x="98434" y="111643"/>
                      <a:pt x="98434" y="111247"/>
                    </a:cubicBezTo>
                    <a:cubicBezTo>
                      <a:pt x="98241" y="111247"/>
                      <a:pt x="98049" y="111247"/>
                      <a:pt x="97851" y="111247"/>
                    </a:cubicBezTo>
                    <a:cubicBezTo>
                      <a:pt x="97851" y="110863"/>
                      <a:pt x="97851" y="110479"/>
                      <a:pt x="97851" y="110082"/>
                    </a:cubicBezTo>
                    <a:cubicBezTo>
                      <a:pt x="97659" y="110082"/>
                      <a:pt x="97467" y="110082"/>
                      <a:pt x="97269" y="110082"/>
                    </a:cubicBezTo>
                    <a:cubicBezTo>
                      <a:pt x="97269" y="109890"/>
                      <a:pt x="97269" y="109698"/>
                      <a:pt x="97269" y="109500"/>
                    </a:cubicBezTo>
                    <a:cubicBezTo>
                      <a:pt x="97076" y="109500"/>
                      <a:pt x="96884" y="109500"/>
                      <a:pt x="96686" y="109500"/>
                    </a:cubicBezTo>
                    <a:cubicBezTo>
                      <a:pt x="96686" y="109116"/>
                      <a:pt x="96686" y="108731"/>
                      <a:pt x="96686" y="108335"/>
                    </a:cubicBezTo>
                    <a:cubicBezTo>
                      <a:pt x="96494" y="108335"/>
                      <a:pt x="96302" y="108335"/>
                      <a:pt x="96104" y="108335"/>
                    </a:cubicBezTo>
                    <a:cubicBezTo>
                      <a:pt x="96104" y="108143"/>
                      <a:pt x="96104" y="107951"/>
                      <a:pt x="96104" y="107753"/>
                    </a:cubicBezTo>
                    <a:cubicBezTo>
                      <a:pt x="95912" y="107753"/>
                      <a:pt x="95719" y="107753"/>
                      <a:pt x="95521" y="107753"/>
                    </a:cubicBezTo>
                    <a:cubicBezTo>
                      <a:pt x="95521" y="107368"/>
                      <a:pt x="95521" y="106984"/>
                      <a:pt x="95521" y="106588"/>
                    </a:cubicBezTo>
                    <a:cubicBezTo>
                      <a:pt x="95329" y="106588"/>
                      <a:pt x="95137" y="106588"/>
                      <a:pt x="94939" y="106588"/>
                    </a:cubicBezTo>
                    <a:cubicBezTo>
                      <a:pt x="94939" y="106396"/>
                      <a:pt x="94939" y="106203"/>
                      <a:pt x="94939" y="106005"/>
                    </a:cubicBezTo>
                    <a:cubicBezTo>
                      <a:pt x="94747" y="106005"/>
                      <a:pt x="94554" y="106005"/>
                      <a:pt x="94356" y="106005"/>
                    </a:cubicBezTo>
                    <a:cubicBezTo>
                      <a:pt x="94356" y="105813"/>
                      <a:pt x="94356" y="105621"/>
                      <a:pt x="94356" y="105423"/>
                    </a:cubicBezTo>
                    <a:cubicBezTo>
                      <a:pt x="94164" y="105423"/>
                      <a:pt x="93972" y="105423"/>
                      <a:pt x="93774" y="105423"/>
                    </a:cubicBezTo>
                    <a:cubicBezTo>
                      <a:pt x="93774" y="105231"/>
                      <a:pt x="93774" y="105038"/>
                      <a:pt x="93774" y="104840"/>
                    </a:cubicBezTo>
                    <a:cubicBezTo>
                      <a:pt x="93582" y="104840"/>
                      <a:pt x="93390" y="104840"/>
                      <a:pt x="93191" y="104840"/>
                    </a:cubicBezTo>
                    <a:cubicBezTo>
                      <a:pt x="93191" y="104648"/>
                      <a:pt x="93191" y="104456"/>
                      <a:pt x="93191" y="104258"/>
                    </a:cubicBezTo>
                    <a:cubicBezTo>
                      <a:pt x="92999" y="104258"/>
                      <a:pt x="92807" y="104258"/>
                      <a:pt x="92609" y="104258"/>
                    </a:cubicBezTo>
                    <a:cubicBezTo>
                      <a:pt x="92609" y="104066"/>
                      <a:pt x="92609" y="103874"/>
                      <a:pt x="92609" y="103676"/>
                    </a:cubicBezTo>
                    <a:cubicBezTo>
                      <a:pt x="92417" y="103676"/>
                      <a:pt x="92225" y="103676"/>
                      <a:pt x="92027" y="103676"/>
                    </a:cubicBezTo>
                    <a:cubicBezTo>
                      <a:pt x="92027" y="103483"/>
                      <a:pt x="92027" y="103291"/>
                      <a:pt x="92027" y="103093"/>
                    </a:cubicBezTo>
                    <a:cubicBezTo>
                      <a:pt x="91834" y="103093"/>
                      <a:pt x="91642" y="103093"/>
                      <a:pt x="91444" y="103093"/>
                    </a:cubicBezTo>
                    <a:cubicBezTo>
                      <a:pt x="91444" y="102901"/>
                      <a:pt x="91444" y="102709"/>
                      <a:pt x="91444" y="102511"/>
                    </a:cubicBezTo>
                    <a:cubicBezTo>
                      <a:pt x="91252" y="102511"/>
                      <a:pt x="91060" y="102511"/>
                      <a:pt x="90862" y="102511"/>
                    </a:cubicBezTo>
                    <a:cubicBezTo>
                      <a:pt x="90862" y="102318"/>
                      <a:pt x="90862" y="102126"/>
                      <a:pt x="90862" y="101928"/>
                    </a:cubicBezTo>
                    <a:cubicBezTo>
                      <a:pt x="90669" y="101928"/>
                      <a:pt x="90477" y="101928"/>
                      <a:pt x="90279" y="101928"/>
                    </a:cubicBezTo>
                    <a:cubicBezTo>
                      <a:pt x="90279" y="101736"/>
                      <a:pt x="90279" y="101544"/>
                      <a:pt x="90279" y="101346"/>
                    </a:cubicBezTo>
                    <a:cubicBezTo>
                      <a:pt x="90087" y="101346"/>
                      <a:pt x="89895" y="101346"/>
                      <a:pt x="89697" y="101346"/>
                    </a:cubicBezTo>
                    <a:cubicBezTo>
                      <a:pt x="89697" y="101154"/>
                      <a:pt x="89697" y="100961"/>
                      <a:pt x="89697" y="100763"/>
                    </a:cubicBezTo>
                    <a:cubicBezTo>
                      <a:pt x="89312" y="100763"/>
                      <a:pt x="88928" y="100763"/>
                      <a:pt x="88532" y="100763"/>
                    </a:cubicBezTo>
                    <a:cubicBezTo>
                      <a:pt x="88532" y="100571"/>
                      <a:pt x="88532" y="100379"/>
                      <a:pt x="88532" y="100181"/>
                    </a:cubicBezTo>
                    <a:cubicBezTo>
                      <a:pt x="88340" y="100181"/>
                      <a:pt x="88148" y="100181"/>
                      <a:pt x="87949" y="100181"/>
                    </a:cubicBezTo>
                    <a:cubicBezTo>
                      <a:pt x="87949" y="99989"/>
                      <a:pt x="87949" y="99796"/>
                      <a:pt x="87949" y="99598"/>
                    </a:cubicBezTo>
                    <a:cubicBezTo>
                      <a:pt x="87565" y="99598"/>
                      <a:pt x="87181" y="99598"/>
                      <a:pt x="86785" y="99598"/>
                    </a:cubicBezTo>
                    <a:cubicBezTo>
                      <a:pt x="86785" y="99406"/>
                      <a:pt x="86785" y="99214"/>
                      <a:pt x="86785" y="99016"/>
                    </a:cubicBezTo>
                    <a:cubicBezTo>
                      <a:pt x="86208" y="99016"/>
                      <a:pt x="85631" y="99016"/>
                      <a:pt x="85037" y="99016"/>
                    </a:cubicBezTo>
                    <a:cubicBezTo>
                      <a:pt x="85037" y="99400"/>
                      <a:pt x="85037" y="99785"/>
                      <a:pt x="85037" y="100181"/>
                    </a:cubicBezTo>
                    <a:cubicBezTo>
                      <a:pt x="85229" y="100181"/>
                      <a:pt x="85422" y="100181"/>
                      <a:pt x="85620" y="100181"/>
                    </a:cubicBezTo>
                    <a:cubicBezTo>
                      <a:pt x="85620" y="100565"/>
                      <a:pt x="85620" y="100950"/>
                      <a:pt x="85620" y="101346"/>
                    </a:cubicBezTo>
                    <a:cubicBezTo>
                      <a:pt x="85812" y="101346"/>
                      <a:pt x="86004" y="101346"/>
                      <a:pt x="86202" y="101346"/>
                    </a:cubicBezTo>
                    <a:cubicBezTo>
                      <a:pt x="86202" y="101730"/>
                      <a:pt x="86202" y="102115"/>
                      <a:pt x="86202" y="102511"/>
                    </a:cubicBezTo>
                    <a:cubicBezTo>
                      <a:pt x="86394" y="102511"/>
                      <a:pt x="86587" y="102511"/>
                      <a:pt x="86785" y="102511"/>
                    </a:cubicBezTo>
                    <a:cubicBezTo>
                      <a:pt x="86785" y="102895"/>
                      <a:pt x="86785" y="103279"/>
                      <a:pt x="86785" y="103676"/>
                    </a:cubicBezTo>
                    <a:cubicBezTo>
                      <a:pt x="86977" y="103676"/>
                      <a:pt x="87169" y="103676"/>
                      <a:pt x="87367" y="103676"/>
                    </a:cubicBezTo>
                    <a:cubicBezTo>
                      <a:pt x="87367" y="104060"/>
                      <a:pt x="87367" y="104444"/>
                      <a:pt x="87367" y="104840"/>
                    </a:cubicBezTo>
                    <a:cubicBezTo>
                      <a:pt x="87559" y="104840"/>
                      <a:pt x="87751" y="104840"/>
                      <a:pt x="87949" y="104840"/>
                    </a:cubicBezTo>
                    <a:cubicBezTo>
                      <a:pt x="87949" y="105417"/>
                      <a:pt x="87949" y="105994"/>
                      <a:pt x="87949" y="106588"/>
                    </a:cubicBezTo>
                    <a:cubicBezTo>
                      <a:pt x="88142" y="106588"/>
                      <a:pt x="88334" y="106588"/>
                      <a:pt x="88532" y="106588"/>
                    </a:cubicBezTo>
                    <a:cubicBezTo>
                      <a:pt x="88532" y="107164"/>
                      <a:pt x="88532" y="107741"/>
                      <a:pt x="88532" y="108335"/>
                    </a:cubicBezTo>
                    <a:cubicBezTo>
                      <a:pt x="88724" y="108335"/>
                      <a:pt x="88916" y="108335"/>
                      <a:pt x="89114" y="108335"/>
                    </a:cubicBezTo>
                    <a:cubicBezTo>
                      <a:pt x="89114" y="109104"/>
                      <a:pt x="89114" y="109873"/>
                      <a:pt x="89114" y="110665"/>
                    </a:cubicBezTo>
                    <a:cubicBezTo>
                      <a:pt x="89307" y="110665"/>
                      <a:pt x="89499" y="110665"/>
                      <a:pt x="89697" y="110665"/>
                    </a:cubicBezTo>
                    <a:cubicBezTo>
                      <a:pt x="89697" y="111818"/>
                      <a:pt x="89697" y="112971"/>
                      <a:pt x="89697" y="114160"/>
                    </a:cubicBezTo>
                    <a:cubicBezTo>
                      <a:pt x="89889" y="114160"/>
                      <a:pt x="90081" y="114160"/>
                      <a:pt x="90279" y="114160"/>
                    </a:cubicBezTo>
                    <a:cubicBezTo>
                      <a:pt x="90279" y="119541"/>
                      <a:pt x="90279" y="124923"/>
                      <a:pt x="90279" y="130468"/>
                    </a:cubicBezTo>
                    <a:cubicBezTo>
                      <a:pt x="90087" y="130468"/>
                      <a:pt x="89895" y="130468"/>
                      <a:pt x="89697" y="130468"/>
                    </a:cubicBezTo>
                    <a:cubicBezTo>
                      <a:pt x="89697" y="130660"/>
                      <a:pt x="89697" y="130853"/>
                      <a:pt x="89697" y="131051"/>
                    </a:cubicBezTo>
                    <a:cubicBezTo>
                      <a:pt x="88460" y="131686"/>
                      <a:pt x="88460" y="131686"/>
                      <a:pt x="87949" y="131563"/>
                    </a:cubicBezTo>
                    <a:cubicBezTo>
                      <a:pt x="87707" y="131411"/>
                      <a:pt x="87540" y="131278"/>
                      <a:pt x="87367" y="131051"/>
                    </a:cubicBezTo>
                    <a:cubicBezTo>
                      <a:pt x="87312" y="130723"/>
                      <a:pt x="87312" y="130723"/>
                      <a:pt x="87367" y="130468"/>
                    </a:cubicBezTo>
                    <a:cubicBezTo>
                      <a:pt x="87175" y="130468"/>
                      <a:pt x="86983" y="130468"/>
                      <a:pt x="86785" y="130468"/>
                    </a:cubicBezTo>
                    <a:cubicBezTo>
                      <a:pt x="86785" y="127969"/>
                      <a:pt x="86785" y="125471"/>
                      <a:pt x="86785" y="122896"/>
                    </a:cubicBezTo>
                    <a:cubicBezTo>
                      <a:pt x="86977" y="122896"/>
                      <a:pt x="87169" y="122896"/>
                      <a:pt x="87367" y="122896"/>
                    </a:cubicBezTo>
                    <a:cubicBezTo>
                      <a:pt x="87367" y="121551"/>
                      <a:pt x="87367" y="120205"/>
                      <a:pt x="87367" y="118819"/>
                    </a:cubicBezTo>
                    <a:cubicBezTo>
                      <a:pt x="87175" y="118819"/>
                      <a:pt x="86983" y="118819"/>
                      <a:pt x="86785" y="118819"/>
                    </a:cubicBezTo>
                    <a:cubicBezTo>
                      <a:pt x="86785" y="116897"/>
                      <a:pt x="86785" y="114975"/>
                      <a:pt x="86785" y="112995"/>
                    </a:cubicBezTo>
                    <a:cubicBezTo>
                      <a:pt x="86592" y="112995"/>
                      <a:pt x="86400" y="112995"/>
                      <a:pt x="86202" y="112995"/>
                    </a:cubicBezTo>
                    <a:cubicBezTo>
                      <a:pt x="86202" y="112034"/>
                      <a:pt x="86202" y="111073"/>
                      <a:pt x="86202" y="110082"/>
                    </a:cubicBezTo>
                    <a:cubicBezTo>
                      <a:pt x="86010" y="110082"/>
                      <a:pt x="85818" y="110082"/>
                      <a:pt x="85620" y="110082"/>
                    </a:cubicBezTo>
                    <a:cubicBezTo>
                      <a:pt x="85620" y="109314"/>
                      <a:pt x="85620" y="108545"/>
                      <a:pt x="85620" y="107753"/>
                    </a:cubicBezTo>
                    <a:cubicBezTo>
                      <a:pt x="85427" y="107753"/>
                      <a:pt x="85235" y="107753"/>
                      <a:pt x="85037" y="107753"/>
                    </a:cubicBezTo>
                    <a:cubicBezTo>
                      <a:pt x="85037" y="107176"/>
                      <a:pt x="85037" y="106599"/>
                      <a:pt x="85037" y="106005"/>
                    </a:cubicBezTo>
                    <a:cubicBezTo>
                      <a:pt x="84845" y="106005"/>
                      <a:pt x="84653" y="106005"/>
                      <a:pt x="84455" y="106005"/>
                    </a:cubicBezTo>
                    <a:cubicBezTo>
                      <a:pt x="84455" y="105621"/>
                      <a:pt x="84455" y="105236"/>
                      <a:pt x="84455" y="104840"/>
                    </a:cubicBezTo>
                    <a:cubicBezTo>
                      <a:pt x="84263" y="104840"/>
                      <a:pt x="84070" y="104840"/>
                      <a:pt x="83872" y="104840"/>
                    </a:cubicBezTo>
                    <a:cubicBezTo>
                      <a:pt x="83872" y="104456"/>
                      <a:pt x="83872" y="104072"/>
                      <a:pt x="83872" y="103676"/>
                    </a:cubicBezTo>
                    <a:cubicBezTo>
                      <a:pt x="83680" y="103676"/>
                      <a:pt x="83488" y="103676"/>
                      <a:pt x="83290" y="103676"/>
                    </a:cubicBezTo>
                    <a:cubicBezTo>
                      <a:pt x="83290" y="103291"/>
                      <a:pt x="83290" y="102907"/>
                      <a:pt x="83290" y="102511"/>
                    </a:cubicBezTo>
                    <a:cubicBezTo>
                      <a:pt x="83098" y="102511"/>
                      <a:pt x="82905" y="102511"/>
                      <a:pt x="82707" y="102511"/>
                    </a:cubicBezTo>
                    <a:cubicBezTo>
                      <a:pt x="82707" y="102126"/>
                      <a:pt x="82707" y="101742"/>
                      <a:pt x="82707" y="101346"/>
                    </a:cubicBezTo>
                    <a:cubicBezTo>
                      <a:pt x="82515" y="101346"/>
                      <a:pt x="82323" y="101346"/>
                      <a:pt x="82125" y="101346"/>
                    </a:cubicBezTo>
                    <a:cubicBezTo>
                      <a:pt x="82125" y="101154"/>
                      <a:pt x="82125" y="100961"/>
                      <a:pt x="82125" y="100763"/>
                    </a:cubicBezTo>
                    <a:cubicBezTo>
                      <a:pt x="81933" y="100763"/>
                      <a:pt x="81741" y="100763"/>
                      <a:pt x="81543" y="100763"/>
                    </a:cubicBezTo>
                    <a:cubicBezTo>
                      <a:pt x="81543" y="100379"/>
                      <a:pt x="81543" y="99994"/>
                      <a:pt x="81543" y="99598"/>
                    </a:cubicBezTo>
                    <a:cubicBezTo>
                      <a:pt x="81350" y="99598"/>
                      <a:pt x="81158" y="99598"/>
                      <a:pt x="80960" y="99598"/>
                    </a:cubicBezTo>
                    <a:cubicBezTo>
                      <a:pt x="80960" y="99406"/>
                      <a:pt x="80960" y="99214"/>
                      <a:pt x="80960" y="99016"/>
                    </a:cubicBezTo>
                    <a:cubicBezTo>
                      <a:pt x="80768" y="99016"/>
                      <a:pt x="80576" y="99016"/>
                      <a:pt x="80378" y="99016"/>
                    </a:cubicBezTo>
                    <a:cubicBezTo>
                      <a:pt x="80378" y="98824"/>
                      <a:pt x="80378" y="98632"/>
                      <a:pt x="80378" y="98434"/>
                    </a:cubicBezTo>
                    <a:cubicBezTo>
                      <a:pt x="80185" y="98434"/>
                      <a:pt x="79993" y="98434"/>
                      <a:pt x="79795" y="98434"/>
                    </a:cubicBezTo>
                    <a:cubicBezTo>
                      <a:pt x="79795" y="98241"/>
                      <a:pt x="79795" y="98049"/>
                      <a:pt x="79795" y="97851"/>
                    </a:cubicBezTo>
                    <a:cubicBezTo>
                      <a:pt x="79603" y="97851"/>
                      <a:pt x="79411" y="97851"/>
                      <a:pt x="79213" y="97851"/>
                    </a:cubicBezTo>
                    <a:cubicBezTo>
                      <a:pt x="79213" y="97659"/>
                      <a:pt x="79213" y="97467"/>
                      <a:pt x="79213" y="97269"/>
                    </a:cubicBezTo>
                    <a:cubicBezTo>
                      <a:pt x="79021" y="97269"/>
                      <a:pt x="78828" y="97269"/>
                      <a:pt x="78630" y="97269"/>
                    </a:cubicBezTo>
                    <a:cubicBezTo>
                      <a:pt x="78630" y="97076"/>
                      <a:pt x="78630" y="96884"/>
                      <a:pt x="78630" y="96686"/>
                    </a:cubicBezTo>
                    <a:cubicBezTo>
                      <a:pt x="78438" y="96686"/>
                      <a:pt x="78246" y="96686"/>
                      <a:pt x="78048" y="96686"/>
                    </a:cubicBezTo>
                    <a:cubicBezTo>
                      <a:pt x="78048" y="96494"/>
                      <a:pt x="78048" y="96302"/>
                      <a:pt x="78048" y="96104"/>
                    </a:cubicBezTo>
                    <a:cubicBezTo>
                      <a:pt x="77856" y="96104"/>
                      <a:pt x="77663" y="96104"/>
                      <a:pt x="77465" y="96104"/>
                    </a:cubicBezTo>
                    <a:cubicBezTo>
                      <a:pt x="77465" y="95912"/>
                      <a:pt x="77465" y="95719"/>
                      <a:pt x="77465" y="95521"/>
                    </a:cubicBezTo>
                    <a:cubicBezTo>
                      <a:pt x="77273" y="95521"/>
                      <a:pt x="77081" y="95521"/>
                      <a:pt x="76883" y="95521"/>
                    </a:cubicBezTo>
                    <a:cubicBezTo>
                      <a:pt x="76883" y="95329"/>
                      <a:pt x="76883" y="95137"/>
                      <a:pt x="76883" y="94939"/>
                    </a:cubicBezTo>
                    <a:cubicBezTo>
                      <a:pt x="76499" y="94939"/>
                      <a:pt x="76114" y="94939"/>
                      <a:pt x="75718" y="94939"/>
                    </a:cubicBezTo>
                    <a:cubicBezTo>
                      <a:pt x="75718" y="94747"/>
                      <a:pt x="75718" y="94554"/>
                      <a:pt x="75718" y="94356"/>
                    </a:cubicBezTo>
                    <a:cubicBezTo>
                      <a:pt x="75334" y="94356"/>
                      <a:pt x="74949" y="94356"/>
                      <a:pt x="74553" y="94356"/>
                    </a:cubicBezTo>
                    <a:cubicBezTo>
                      <a:pt x="74553" y="94164"/>
                      <a:pt x="74553" y="93972"/>
                      <a:pt x="74553" y="93774"/>
                    </a:cubicBezTo>
                    <a:cubicBezTo>
                      <a:pt x="74361" y="93774"/>
                      <a:pt x="74169" y="93774"/>
                      <a:pt x="73971" y="93774"/>
                    </a:cubicBezTo>
                    <a:cubicBezTo>
                      <a:pt x="73971" y="93582"/>
                      <a:pt x="73971" y="93390"/>
                      <a:pt x="73971" y="93191"/>
                    </a:cubicBezTo>
                    <a:cubicBezTo>
                      <a:pt x="73586" y="93191"/>
                      <a:pt x="73202" y="93191"/>
                      <a:pt x="72806" y="93191"/>
                    </a:cubicBezTo>
                    <a:cubicBezTo>
                      <a:pt x="72806" y="92999"/>
                      <a:pt x="72806" y="92807"/>
                      <a:pt x="72806" y="92609"/>
                    </a:cubicBezTo>
                    <a:cubicBezTo>
                      <a:pt x="72229" y="92609"/>
                      <a:pt x="71653" y="92609"/>
                      <a:pt x="71059" y="92609"/>
                    </a:cubicBezTo>
                    <a:cubicBezTo>
                      <a:pt x="71059" y="92417"/>
                      <a:pt x="71059" y="92225"/>
                      <a:pt x="71059" y="92027"/>
                    </a:cubicBezTo>
                    <a:cubicBezTo>
                      <a:pt x="70482" y="92027"/>
                      <a:pt x="69905" y="92027"/>
                      <a:pt x="69311" y="92027"/>
                    </a:cubicBezTo>
                    <a:cubicBezTo>
                      <a:pt x="69311" y="91834"/>
                      <a:pt x="69311" y="91642"/>
                      <a:pt x="69311" y="91444"/>
                    </a:cubicBezTo>
                    <a:cubicBezTo>
                      <a:pt x="68542" y="91444"/>
                      <a:pt x="67774" y="91444"/>
                      <a:pt x="66981" y="91444"/>
                    </a:cubicBezTo>
                    <a:cubicBezTo>
                      <a:pt x="66981" y="91252"/>
                      <a:pt x="66981" y="91060"/>
                      <a:pt x="66981" y="90862"/>
                    </a:cubicBezTo>
                    <a:cubicBezTo>
                      <a:pt x="57755" y="90862"/>
                      <a:pt x="48529" y="90862"/>
                      <a:pt x="39024" y="90862"/>
                    </a:cubicBezTo>
                    <a:cubicBezTo>
                      <a:pt x="39024" y="91054"/>
                      <a:pt x="39024" y="91246"/>
                      <a:pt x="39024" y="91444"/>
                    </a:cubicBezTo>
                    <a:cubicBezTo>
                      <a:pt x="38063" y="91444"/>
                      <a:pt x="37102" y="91444"/>
                      <a:pt x="36112" y="91444"/>
                    </a:cubicBezTo>
                    <a:cubicBezTo>
                      <a:pt x="36112" y="91636"/>
                      <a:pt x="36112" y="91829"/>
                      <a:pt x="36112" y="92027"/>
                    </a:cubicBezTo>
                    <a:cubicBezTo>
                      <a:pt x="35535" y="92027"/>
                      <a:pt x="34958" y="92027"/>
                      <a:pt x="34364" y="92027"/>
                    </a:cubicBezTo>
                    <a:cubicBezTo>
                      <a:pt x="34364" y="92219"/>
                      <a:pt x="34364" y="92411"/>
                      <a:pt x="34364" y="92609"/>
                    </a:cubicBezTo>
                    <a:cubicBezTo>
                      <a:pt x="33788" y="92609"/>
                      <a:pt x="33211" y="92609"/>
                      <a:pt x="32617" y="92609"/>
                    </a:cubicBezTo>
                    <a:cubicBezTo>
                      <a:pt x="32617" y="92801"/>
                      <a:pt x="32617" y="92993"/>
                      <a:pt x="32617" y="93191"/>
                    </a:cubicBezTo>
                    <a:cubicBezTo>
                      <a:pt x="32233" y="93191"/>
                      <a:pt x="31848" y="93191"/>
                      <a:pt x="31452" y="93191"/>
                    </a:cubicBezTo>
                    <a:cubicBezTo>
                      <a:pt x="31452" y="93384"/>
                      <a:pt x="31452" y="93576"/>
                      <a:pt x="31452" y="93774"/>
                    </a:cubicBezTo>
                    <a:cubicBezTo>
                      <a:pt x="31068" y="93774"/>
                      <a:pt x="30683" y="93774"/>
                      <a:pt x="30287" y="93774"/>
                    </a:cubicBezTo>
                    <a:cubicBezTo>
                      <a:pt x="30287" y="93966"/>
                      <a:pt x="30287" y="94158"/>
                      <a:pt x="30287" y="94356"/>
                    </a:cubicBezTo>
                    <a:cubicBezTo>
                      <a:pt x="30095" y="94356"/>
                      <a:pt x="29903" y="94356"/>
                      <a:pt x="29705" y="94356"/>
                    </a:cubicBezTo>
                    <a:cubicBezTo>
                      <a:pt x="29705" y="94549"/>
                      <a:pt x="29705" y="94741"/>
                      <a:pt x="29705" y="94939"/>
                    </a:cubicBezTo>
                    <a:cubicBezTo>
                      <a:pt x="29320" y="94939"/>
                      <a:pt x="28936" y="94939"/>
                      <a:pt x="28540" y="94939"/>
                    </a:cubicBezTo>
                    <a:cubicBezTo>
                      <a:pt x="28540" y="95131"/>
                      <a:pt x="28540" y="95323"/>
                      <a:pt x="28540" y="95521"/>
                    </a:cubicBezTo>
                    <a:cubicBezTo>
                      <a:pt x="28348" y="95521"/>
                      <a:pt x="28155" y="95521"/>
                      <a:pt x="27957" y="95521"/>
                    </a:cubicBezTo>
                    <a:cubicBezTo>
                      <a:pt x="27957" y="95713"/>
                      <a:pt x="27957" y="95906"/>
                      <a:pt x="27957" y="96104"/>
                    </a:cubicBezTo>
                    <a:cubicBezTo>
                      <a:pt x="27765" y="96104"/>
                      <a:pt x="27573" y="96104"/>
                      <a:pt x="27375" y="96104"/>
                    </a:cubicBezTo>
                    <a:cubicBezTo>
                      <a:pt x="27375" y="96296"/>
                      <a:pt x="27375" y="96488"/>
                      <a:pt x="27375" y="96686"/>
                    </a:cubicBezTo>
                    <a:cubicBezTo>
                      <a:pt x="27183" y="96686"/>
                      <a:pt x="26991" y="96686"/>
                      <a:pt x="26793" y="96686"/>
                    </a:cubicBezTo>
                    <a:cubicBezTo>
                      <a:pt x="26793" y="96878"/>
                      <a:pt x="26793" y="97071"/>
                      <a:pt x="26793" y="97269"/>
                    </a:cubicBezTo>
                    <a:cubicBezTo>
                      <a:pt x="26600" y="97269"/>
                      <a:pt x="26408" y="97269"/>
                      <a:pt x="26210" y="97269"/>
                    </a:cubicBezTo>
                    <a:cubicBezTo>
                      <a:pt x="26210" y="97461"/>
                      <a:pt x="26210" y="97653"/>
                      <a:pt x="26210" y="97851"/>
                    </a:cubicBezTo>
                    <a:cubicBezTo>
                      <a:pt x="26018" y="97851"/>
                      <a:pt x="25826" y="97851"/>
                      <a:pt x="25628" y="97851"/>
                    </a:cubicBezTo>
                    <a:cubicBezTo>
                      <a:pt x="25628" y="98043"/>
                      <a:pt x="25628" y="98235"/>
                      <a:pt x="25628" y="98434"/>
                    </a:cubicBezTo>
                    <a:cubicBezTo>
                      <a:pt x="25435" y="98434"/>
                      <a:pt x="25243" y="98434"/>
                      <a:pt x="25045" y="98434"/>
                    </a:cubicBezTo>
                    <a:cubicBezTo>
                      <a:pt x="25045" y="98626"/>
                      <a:pt x="25045" y="98818"/>
                      <a:pt x="25045" y="99016"/>
                    </a:cubicBezTo>
                    <a:cubicBezTo>
                      <a:pt x="24853" y="99016"/>
                      <a:pt x="24661" y="99016"/>
                      <a:pt x="24463" y="99016"/>
                    </a:cubicBezTo>
                    <a:cubicBezTo>
                      <a:pt x="24463" y="99208"/>
                      <a:pt x="24463" y="99400"/>
                      <a:pt x="24463" y="99598"/>
                    </a:cubicBezTo>
                    <a:cubicBezTo>
                      <a:pt x="24271" y="99598"/>
                      <a:pt x="24078" y="99598"/>
                      <a:pt x="23880" y="99598"/>
                    </a:cubicBezTo>
                    <a:cubicBezTo>
                      <a:pt x="23880" y="99983"/>
                      <a:pt x="23880" y="100367"/>
                      <a:pt x="23880" y="100763"/>
                    </a:cubicBezTo>
                    <a:cubicBezTo>
                      <a:pt x="23688" y="100763"/>
                      <a:pt x="23496" y="100763"/>
                      <a:pt x="23298" y="100763"/>
                    </a:cubicBezTo>
                    <a:cubicBezTo>
                      <a:pt x="23298" y="100956"/>
                      <a:pt x="23298" y="101148"/>
                      <a:pt x="23298" y="101346"/>
                    </a:cubicBezTo>
                    <a:cubicBezTo>
                      <a:pt x="23106" y="101346"/>
                      <a:pt x="22913" y="101346"/>
                      <a:pt x="22715" y="101346"/>
                    </a:cubicBezTo>
                    <a:cubicBezTo>
                      <a:pt x="22715" y="101730"/>
                      <a:pt x="22715" y="102115"/>
                      <a:pt x="22715" y="102511"/>
                    </a:cubicBezTo>
                    <a:cubicBezTo>
                      <a:pt x="22523" y="102511"/>
                      <a:pt x="22331" y="102511"/>
                      <a:pt x="22133" y="102511"/>
                    </a:cubicBezTo>
                    <a:cubicBezTo>
                      <a:pt x="22133" y="102703"/>
                      <a:pt x="22133" y="102895"/>
                      <a:pt x="22133" y="103093"/>
                    </a:cubicBezTo>
                    <a:cubicBezTo>
                      <a:pt x="21941" y="103093"/>
                      <a:pt x="21749" y="103093"/>
                      <a:pt x="21551" y="103093"/>
                    </a:cubicBezTo>
                    <a:cubicBezTo>
                      <a:pt x="21551" y="103478"/>
                      <a:pt x="21551" y="103862"/>
                      <a:pt x="21551" y="104258"/>
                    </a:cubicBezTo>
                    <a:cubicBezTo>
                      <a:pt x="21358" y="104258"/>
                      <a:pt x="21166" y="104258"/>
                      <a:pt x="20968" y="104258"/>
                    </a:cubicBezTo>
                    <a:cubicBezTo>
                      <a:pt x="20968" y="104835"/>
                      <a:pt x="20968" y="105411"/>
                      <a:pt x="20968" y="106005"/>
                    </a:cubicBezTo>
                    <a:cubicBezTo>
                      <a:pt x="20776" y="106005"/>
                      <a:pt x="20584" y="106005"/>
                      <a:pt x="20386" y="106005"/>
                    </a:cubicBezTo>
                    <a:cubicBezTo>
                      <a:pt x="20386" y="106390"/>
                      <a:pt x="20386" y="106774"/>
                      <a:pt x="20386" y="107170"/>
                    </a:cubicBezTo>
                    <a:cubicBezTo>
                      <a:pt x="20193" y="107170"/>
                      <a:pt x="20001" y="107170"/>
                      <a:pt x="19803" y="107170"/>
                    </a:cubicBezTo>
                    <a:cubicBezTo>
                      <a:pt x="19803" y="107939"/>
                      <a:pt x="19803" y="108708"/>
                      <a:pt x="19803" y="109500"/>
                    </a:cubicBezTo>
                    <a:cubicBezTo>
                      <a:pt x="19611" y="109500"/>
                      <a:pt x="19419" y="109500"/>
                      <a:pt x="19221" y="109500"/>
                    </a:cubicBezTo>
                    <a:cubicBezTo>
                      <a:pt x="19221" y="110269"/>
                      <a:pt x="19221" y="111038"/>
                      <a:pt x="19221" y="111830"/>
                    </a:cubicBezTo>
                    <a:cubicBezTo>
                      <a:pt x="19029" y="111830"/>
                      <a:pt x="18836" y="111830"/>
                      <a:pt x="18638" y="111830"/>
                    </a:cubicBezTo>
                    <a:cubicBezTo>
                      <a:pt x="18638" y="113175"/>
                      <a:pt x="18638" y="114521"/>
                      <a:pt x="18638" y="115907"/>
                    </a:cubicBezTo>
                    <a:cubicBezTo>
                      <a:pt x="18446" y="115907"/>
                      <a:pt x="18254" y="115907"/>
                      <a:pt x="18056" y="115907"/>
                    </a:cubicBezTo>
                    <a:cubicBezTo>
                      <a:pt x="18056" y="120135"/>
                      <a:pt x="18056" y="124364"/>
                      <a:pt x="18056" y="128721"/>
                    </a:cubicBezTo>
                    <a:cubicBezTo>
                      <a:pt x="18248" y="128721"/>
                      <a:pt x="18440" y="128721"/>
                      <a:pt x="18638" y="128721"/>
                    </a:cubicBezTo>
                    <a:cubicBezTo>
                      <a:pt x="18728" y="129471"/>
                      <a:pt x="18802" y="130159"/>
                      <a:pt x="18440" y="130843"/>
                    </a:cubicBezTo>
                    <a:cubicBezTo>
                      <a:pt x="18022" y="131324"/>
                      <a:pt x="17653" y="131641"/>
                      <a:pt x="17007" y="131703"/>
                    </a:cubicBezTo>
                    <a:cubicBezTo>
                      <a:pt x="16575" y="131717"/>
                      <a:pt x="16155" y="131685"/>
                      <a:pt x="15726" y="131633"/>
                    </a:cubicBezTo>
                    <a:cubicBezTo>
                      <a:pt x="15726" y="131441"/>
                      <a:pt x="15726" y="131249"/>
                      <a:pt x="15726" y="131051"/>
                    </a:cubicBezTo>
                    <a:cubicBezTo>
                      <a:pt x="15534" y="131051"/>
                      <a:pt x="15342" y="131051"/>
                      <a:pt x="15144" y="131051"/>
                    </a:cubicBezTo>
                    <a:cubicBezTo>
                      <a:pt x="15144" y="127399"/>
                      <a:pt x="15144" y="123747"/>
                      <a:pt x="15144" y="119984"/>
                    </a:cubicBezTo>
                    <a:cubicBezTo>
                      <a:pt x="14951" y="119984"/>
                      <a:pt x="14759" y="119984"/>
                      <a:pt x="14561" y="119984"/>
                    </a:cubicBezTo>
                    <a:cubicBezTo>
                      <a:pt x="14561" y="119600"/>
                      <a:pt x="14561" y="119215"/>
                      <a:pt x="14561" y="118819"/>
                    </a:cubicBezTo>
                    <a:cubicBezTo>
                      <a:pt x="14753" y="118819"/>
                      <a:pt x="14946" y="118819"/>
                      <a:pt x="15144" y="118819"/>
                    </a:cubicBezTo>
                    <a:cubicBezTo>
                      <a:pt x="15144" y="116705"/>
                      <a:pt x="15144" y="114591"/>
                      <a:pt x="15144" y="112412"/>
                    </a:cubicBezTo>
                    <a:cubicBezTo>
                      <a:pt x="15336" y="112412"/>
                      <a:pt x="15528" y="112412"/>
                      <a:pt x="15726" y="112412"/>
                    </a:cubicBezTo>
                    <a:cubicBezTo>
                      <a:pt x="15726" y="111451"/>
                      <a:pt x="15726" y="110490"/>
                      <a:pt x="15726" y="109500"/>
                    </a:cubicBezTo>
                    <a:cubicBezTo>
                      <a:pt x="15918" y="109500"/>
                      <a:pt x="16110" y="109500"/>
                      <a:pt x="16309" y="109500"/>
                    </a:cubicBezTo>
                    <a:cubicBezTo>
                      <a:pt x="16309" y="108923"/>
                      <a:pt x="16309" y="108347"/>
                      <a:pt x="16309" y="107753"/>
                    </a:cubicBezTo>
                    <a:cubicBezTo>
                      <a:pt x="16501" y="107753"/>
                      <a:pt x="16693" y="107753"/>
                      <a:pt x="16891" y="107753"/>
                    </a:cubicBezTo>
                    <a:cubicBezTo>
                      <a:pt x="16891" y="107176"/>
                      <a:pt x="16891" y="106599"/>
                      <a:pt x="16891" y="106005"/>
                    </a:cubicBezTo>
                    <a:cubicBezTo>
                      <a:pt x="17083" y="106005"/>
                      <a:pt x="17275" y="106005"/>
                      <a:pt x="17473" y="106005"/>
                    </a:cubicBezTo>
                    <a:cubicBezTo>
                      <a:pt x="17473" y="105429"/>
                      <a:pt x="17473" y="104852"/>
                      <a:pt x="17473" y="104258"/>
                    </a:cubicBezTo>
                    <a:cubicBezTo>
                      <a:pt x="17666" y="104258"/>
                      <a:pt x="17858" y="104258"/>
                      <a:pt x="18056" y="104258"/>
                    </a:cubicBezTo>
                    <a:cubicBezTo>
                      <a:pt x="18056" y="103874"/>
                      <a:pt x="18056" y="103489"/>
                      <a:pt x="18056" y="103093"/>
                    </a:cubicBezTo>
                    <a:cubicBezTo>
                      <a:pt x="18248" y="103093"/>
                      <a:pt x="18440" y="103093"/>
                      <a:pt x="18638" y="103093"/>
                    </a:cubicBezTo>
                    <a:cubicBezTo>
                      <a:pt x="18638" y="102709"/>
                      <a:pt x="18638" y="102324"/>
                      <a:pt x="18638" y="101928"/>
                    </a:cubicBezTo>
                    <a:cubicBezTo>
                      <a:pt x="18831" y="101928"/>
                      <a:pt x="19023" y="101928"/>
                      <a:pt x="19221" y="101928"/>
                    </a:cubicBezTo>
                    <a:cubicBezTo>
                      <a:pt x="19221" y="101544"/>
                      <a:pt x="19221" y="101159"/>
                      <a:pt x="19221" y="100763"/>
                    </a:cubicBezTo>
                    <a:cubicBezTo>
                      <a:pt x="19413" y="100763"/>
                      <a:pt x="19605" y="100763"/>
                      <a:pt x="19803" y="100763"/>
                    </a:cubicBezTo>
                    <a:cubicBezTo>
                      <a:pt x="19803" y="100379"/>
                      <a:pt x="19803" y="99994"/>
                      <a:pt x="19803" y="99598"/>
                    </a:cubicBezTo>
                    <a:cubicBezTo>
                      <a:pt x="19995" y="99598"/>
                      <a:pt x="20188" y="99598"/>
                      <a:pt x="20386" y="99598"/>
                    </a:cubicBezTo>
                    <a:cubicBezTo>
                      <a:pt x="20386" y="99406"/>
                      <a:pt x="20386" y="99214"/>
                      <a:pt x="20386" y="99016"/>
                    </a:cubicBezTo>
                    <a:cubicBezTo>
                      <a:pt x="19809" y="99016"/>
                      <a:pt x="19232" y="99016"/>
                      <a:pt x="18638" y="99016"/>
                    </a:cubicBezTo>
                    <a:cubicBezTo>
                      <a:pt x="18638" y="99208"/>
                      <a:pt x="18638" y="99400"/>
                      <a:pt x="18638" y="99598"/>
                    </a:cubicBezTo>
                    <a:cubicBezTo>
                      <a:pt x="18254" y="99598"/>
                      <a:pt x="17869" y="99598"/>
                      <a:pt x="17473" y="99598"/>
                    </a:cubicBezTo>
                    <a:cubicBezTo>
                      <a:pt x="17473" y="99791"/>
                      <a:pt x="17473" y="99983"/>
                      <a:pt x="17473" y="100181"/>
                    </a:cubicBezTo>
                    <a:cubicBezTo>
                      <a:pt x="17281" y="100181"/>
                      <a:pt x="17089" y="100181"/>
                      <a:pt x="16891" y="100181"/>
                    </a:cubicBezTo>
                    <a:cubicBezTo>
                      <a:pt x="16891" y="100373"/>
                      <a:pt x="16891" y="100565"/>
                      <a:pt x="16891" y="100763"/>
                    </a:cubicBezTo>
                    <a:cubicBezTo>
                      <a:pt x="16507" y="100763"/>
                      <a:pt x="16122" y="100763"/>
                      <a:pt x="15726" y="100763"/>
                    </a:cubicBezTo>
                    <a:cubicBezTo>
                      <a:pt x="15726" y="100956"/>
                      <a:pt x="15726" y="101148"/>
                      <a:pt x="15726" y="101346"/>
                    </a:cubicBezTo>
                    <a:cubicBezTo>
                      <a:pt x="15534" y="101346"/>
                      <a:pt x="15342" y="101346"/>
                      <a:pt x="15144" y="101346"/>
                    </a:cubicBezTo>
                    <a:cubicBezTo>
                      <a:pt x="15144" y="101538"/>
                      <a:pt x="15144" y="101730"/>
                      <a:pt x="15144" y="101928"/>
                    </a:cubicBezTo>
                    <a:cubicBezTo>
                      <a:pt x="14951" y="101928"/>
                      <a:pt x="14759" y="101928"/>
                      <a:pt x="14561" y="101928"/>
                    </a:cubicBezTo>
                    <a:cubicBezTo>
                      <a:pt x="14561" y="102120"/>
                      <a:pt x="14561" y="102313"/>
                      <a:pt x="14561" y="102511"/>
                    </a:cubicBezTo>
                    <a:cubicBezTo>
                      <a:pt x="14369" y="102511"/>
                      <a:pt x="14177" y="102511"/>
                      <a:pt x="13979" y="102511"/>
                    </a:cubicBezTo>
                    <a:cubicBezTo>
                      <a:pt x="13979" y="102703"/>
                      <a:pt x="13979" y="102895"/>
                      <a:pt x="13979" y="103093"/>
                    </a:cubicBezTo>
                    <a:cubicBezTo>
                      <a:pt x="13787" y="103093"/>
                      <a:pt x="13594" y="103093"/>
                      <a:pt x="13396" y="103093"/>
                    </a:cubicBezTo>
                    <a:cubicBezTo>
                      <a:pt x="13396" y="103285"/>
                      <a:pt x="13396" y="103478"/>
                      <a:pt x="13396" y="103676"/>
                    </a:cubicBezTo>
                    <a:cubicBezTo>
                      <a:pt x="13204" y="103676"/>
                      <a:pt x="13012" y="103676"/>
                      <a:pt x="12814" y="103676"/>
                    </a:cubicBezTo>
                    <a:cubicBezTo>
                      <a:pt x="12814" y="103868"/>
                      <a:pt x="12814" y="104060"/>
                      <a:pt x="12814" y="104258"/>
                    </a:cubicBezTo>
                    <a:cubicBezTo>
                      <a:pt x="12622" y="104258"/>
                      <a:pt x="12429" y="104258"/>
                      <a:pt x="12231" y="104258"/>
                    </a:cubicBezTo>
                    <a:cubicBezTo>
                      <a:pt x="12231" y="104450"/>
                      <a:pt x="12231" y="104642"/>
                      <a:pt x="12231" y="104840"/>
                    </a:cubicBezTo>
                    <a:cubicBezTo>
                      <a:pt x="12039" y="104840"/>
                      <a:pt x="11847" y="104840"/>
                      <a:pt x="11649" y="104840"/>
                    </a:cubicBezTo>
                    <a:cubicBezTo>
                      <a:pt x="11649" y="105033"/>
                      <a:pt x="11649" y="105225"/>
                      <a:pt x="11649" y="105423"/>
                    </a:cubicBezTo>
                    <a:cubicBezTo>
                      <a:pt x="11457" y="105423"/>
                      <a:pt x="11265" y="105423"/>
                      <a:pt x="11066" y="105423"/>
                    </a:cubicBezTo>
                    <a:cubicBezTo>
                      <a:pt x="11066" y="105615"/>
                      <a:pt x="11066" y="105807"/>
                      <a:pt x="11066" y="106005"/>
                    </a:cubicBezTo>
                    <a:cubicBezTo>
                      <a:pt x="10874" y="106005"/>
                      <a:pt x="10682" y="106005"/>
                      <a:pt x="10484" y="106005"/>
                    </a:cubicBezTo>
                    <a:cubicBezTo>
                      <a:pt x="10484" y="106198"/>
                      <a:pt x="10484" y="106390"/>
                      <a:pt x="10484" y="106588"/>
                    </a:cubicBezTo>
                    <a:cubicBezTo>
                      <a:pt x="10292" y="106588"/>
                      <a:pt x="10100" y="106588"/>
                      <a:pt x="9902" y="106588"/>
                    </a:cubicBezTo>
                    <a:cubicBezTo>
                      <a:pt x="9902" y="106780"/>
                      <a:pt x="9902" y="106972"/>
                      <a:pt x="9902" y="107170"/>
                    </a:cubicBezTo>
                    <a:cubicBezTo>
                      <a:pt x="9709" y="107170"/>
                      <a:pt x="9517" y="107170"/>
                      <a:pt x="9319" y="107170"/>
                    </a:cubicBezTo>
                    <a:cubicBezTo>
                      <a:pt x="9319" y="107362"/>
                      <a:pt x="9319" y="107555"/>
                      <a:pt x="9319" y="107753"/>
                    </a:cubicBezTo>
                    <a:cubicBezTo>
                      <a:pt x="9127" y="107753"/>
                      <a:pt x="8935" y="107753"/>
                      <a:pt x="8737" y="107753"/>
                    </a:cubicBezTo>
                    <a:cubicBezTo>
                      <a:pt x="8737" y="108137"/>
                      <a:pt x="8737" y="108521"/>
                      <a:pt x="8737" y="108918"/>
                    </a:cubicBezTo>
                    <a:cubicBezTo>
                      <a:pt x="8544" y="108918"/>
                      <a:pt x="8352" y="108918"/>
                      <a:pt x="8154" y="108918"/>
                    </a:cubicBezTo>
                    <a:cubicBezTo>
                      <a:pt x="8154" y="109110"/>
                      <a:pt x="8154" y="109302"/>
                      <a:pt x="8154" y="109500"/>
                    </a:cubicBezTo>
                    <a:cubicBezTo>
                      <a:pt x="7962" y="109500"/>
                      <a:pt x="7770" y="109500"/>
                      <a:pt x="7572" y="109500"/>
                    </a:cubicBezTo>
                    <a:cubicBezTo>
                      <a:pt x="7572" y="109884"/>
                      <a:pt x="7572" y="110269"/>
                      <a:pt x="7572" y="110665"/>
                    </a:cubicBezTo>
                    <a:cubicBezTo>
                      <a:pt x="7380" y="110665"/>
                      <a:pt x="7187" y="110665"/>
                      <a:pt x="6989" y="110665"/>
                    </a:cubicBezTo>
                    <a:cubicBezTo>
                      <a:pt x="6989" y="111049"/>
                      <a:pt x="6989" y="111434"/>
                      <a:pt x="6989" y="111830"/>
                    </a:cubicBezTo>
                    <a:cubicBezTo>
                      <a:pt x="6797" y="111830"/>
                      <a:pt x="6605" y="111830"/>
                      <a:pt x="6407" y="111830"/>
                    </a:cubicBezTo>
                    <a:cubicBezTo>
                      <a:pt x="6407" y="112214"/>
                      <a:pt x="6407" y="112599"/>
                      <a:pt x="6407" y="112995"/>
                    </a:cubicBezTo>
                    <a:cubicBezTo>
                      <a:pt x="6215" y="112995"/>
                      <a:pt x="6022" y="112995"/>
                      <a:pt x="5824" y="112995"/>
                    </a:cubicBezTo>
                    <a:cubicBezTo>
                      <a:pt x="5824" y="113379"/>
                      <a:pt x="5824" y="113764"/>
                      <a:pt x="5824" y="114160"/>
                    </a:cubicBezTo>
                    <a:cubicBezTo>
                      <a:pt x="5632" y="114160"/>
                      <a:pt x="5440" y="114160"/>
                      <a:pt x="5242" y="114160"/>
                    </a:cubicBezTo>
                    <a:cubicBezTo>
                      <a:pt x="5242" y="114736"/>
                      <a:pt x="5242" y="115313"/>
                      <a:pt x="5242" y="115907"/>
                    </a:cubicBezTo>
                    <a:cubicBezTo>
                      <a:pt x="5050" y="115907"/>
                      <a:pt x="4858" y="115907"/>
                      <a:pt x="4660" y="115907"/>
                    </a:cubicBezTo>
                    <a:cubicBezTo>
                      <a:pt x="4660" y="116484"/>
                      <a:pt x="4660" y="117060"/>
                      <a:pt x="4660" y="117654"/>
                    </a:cubicBezTo>
                    <a:cubicBezTo>
                      <a:pt x="4467" y="117654"/>
                      <a:pt x="4275" y="117654"/>
                      <a:pt x="4077" y="117654"/>
                    </a:cubicBezTo>
                    <a:cubicBezTo>
                      <a:pt x="4077" y="118423"/>
                      <a:pt x="4077" y="119192"/>
                      <a:pt x="4077" y="119984"/>
                    </a:cubicBezTo>
                    <a:cubicBezTo>
                      <a:pt x="3885" y="119984"/>
                      <a:pt x="3693" y="119984"/>
                      <a:pt x="3495" y="119984"/>
                    </a:cubicBezTo>
                    <a:cubicBezTo>
                      <a:pt x="3495" y="122483"/>
                      <a:pt x="3495" y="124981"/>
                      <a:pt x="3495" y="127556"/>
                    </a:cubicBezTo>
                    <a:cubicBezTo>
                      <a:pt x="3302" y="127556"/>
                      <a:pt x="3110" y="127556"/>
                      <a:pt x="2912" y="127556"/>
                    </a:cubicBezTo>
                    <a:cubicBezTo>
                      <a:pt x="2912" y="127940"/>
                      <a:pt x="2912" y="128325"/>
                      <a:pt x="2912" y="128721"/>
                    </a:cubicBezTo>
                    <a:cubicBezTo>
                      <a:pt x="3104" y="128721"/>
                      <a:pt x="3297" y="128721"/>
                      <a:pt x="3495" y="128721"/>
                    </a:cubicBezTo>
                    <a:cubicBezTo>
                      <a:pt x="3495" y="129105"/>
                      <a:pt x="3495" y="129490"/>
                      <a:pt x="3495" y="129886"/>
                    </a:cubicBezTo>
                    <a:cubicBezTo>
                      <a:pt x="3302" y="129886"/>
                      <a:pt x="3110" y="129886"/>
                      <a:pt x="2912" y="129886"/>
                    </a:cubicBezTo>
                    <a:cubicBezTo>
                      <a:pt x="2930" y="129970"/>
                      <a:pt x="2948" y="130054"/>
                      <a:pt x="2967" y="130140"/>
                    </a:cubicBezTo>
                    <a:cubicBezTo>
                      <a:pt x="2904" y="130516"/>
                      <a:pt x="2855" y="130568"/>
                      <a:pt x="2566" y="130796"/>
                    </a:cubicBezTo>
                    <a:cubicBezTo>
                      <a:pt x="1949" y="131176"/>
                      <a:pt x="1282" y="131100"/>
                      <a:pt x="582" y="131051"/>
                    </a:cubicBezTo>
                    <a:cubicBezTo>
                      <a:pt x="582" y="130858"/>
                      <a:pt x="582" y="130666"/>
                      <a:pt x="582" y="130468"/>
                    </a:cubicBezTo>
                    <a:cubicBezTo>
                      <a:pt x="390" y="130468"/>
                      <a:pt x="198" y="130468"/>
                      <a:pt x="0" y="130468"/>
                    </a:cubicBezTo>
                    <a:cubicBezTo>
                      <a:pt x="0" y="127201"/>
                      <a:pt x="0" y="123933"/>
                      <a:pt x="0" y="120566"/>
                    </a:cubicBezTo>
                    <a:cubicBezTo>
                      <a:pt x="192" y="120566"/>
                      <a:pt x="384" y="120566"/>
                      <a:pt x="582" y="120566"/>
                    </a:cubicBezTo>
                    <a:cubicBezTo>
                      <a:pt x="582" y="119605"/>
                      <a:pt x="582" y="118644"/>
                      <a:pt x="582" y="117654"/>
                    </a:cubicBezTo>
                    <a:cubicBezTo>
                      <a:pt x="775" y="117654"/>
                      <a:pt x="967" y="117654"/>
                      <a:pt x="1165" y="117654"/>
                    </a:cubicBezTo>
                    <a:cubicBezTo>
                      <a:pt x="1165" y="116885"/>
                      <a:pt x="1165" y="116117"/>
                      <a:pt x="1165" y="115324"/>
                    </a:cubicBezTo>
                    <a:cubicBezTo>
                      <a:pt x="1357" y="115324"/>
                      <a:pt x="1549" y="115324"/>
                      <a:pt x="1747" y="115324"/>
                    </a:cubicBezTo>
                    <a:cubicBezTo>
                      <a:pt x="1747" y="114748"/>
                      <a:pt x="1747" y="114171"/>
                      <a:pt x="1747" y="113577"/>
                    </a:cubicBezTo>
                    <a:cubicBezTo>
                      <a:pt x="1940" y="113577"/>
                      <a:pt x="2132" y="113577"/>
                      <a:pt x="2330" y="113577"/>
                    </a:cubicBezTo>
                    <a:cubicBezTo>
                      <a:pt x="2325" y="113517"/>
                      <a:pt x="2325" y="113517"/>
                      <a:pt x="2299" y="113215"/>
                    </a:cubicBezTo>
                    <a:cubicBezTo>
                      <a:pt x="2271" y="112742"/>
                      <a:pt x="2267" y="112301"/>
                      <a:pt x="2330" y="111830"/>
                    </a:cubicBezTo>
                    <a:cubicBezTo>
                      <a:pt x="2529" y="111619"/>
                      <a:pt x="2709" y="111548"/>
                      <a:pt x="2971" y="111429"/>
                    </a:cubicBezTo>
                    <a:cubicBezTo>
                      <a:pt x="3426" y="111073"/>
                      <a:pt x="3509" y="110456"/>
                      <a:pt x="3661" y="109919"/>
                    </a:cubicBezTo>
                    <a:cubicBezTo>
                      <a:pt x="3863" y="109222"/>
                      <a:pt x="3863" y="109222"/>
                      <a:pt x="4077" y="108918"/>
                    </a:cubicBezTo>
                    <a:cubicBezTo>
                      <a:pt x="4269" y="108918"/>
                      <a:pt x="4462" y="108918"/>
                      <a:pt x="4660" y="108918"/>
                    </a:cubicBezTo>
                    <a:cubicBezTo>
                      <a:pt x="4660" y="108533"/>
                      <a:pt x="4660" y="108149"/>
                      <a:pt x="4660" y="107753"/>
                    </a:cubicBezTo>
                    <a:cubicBezTo>
                      <a:pt x="4852" y="107753"/>
                      <a:pt x="5044" y="107753"/>
                      <a:pt x="5242" y="107753"/>
                    </a:cubicBezTo>
                    <a:cubicBezTo>
                      <a:pt x="5242" y="107560"/>
                      <a:pt x="5242" y="107368"/>
                      <a:pt x="5242" y="107170"/>
                    </a:cubicBezTo>
                    <a:cubicBezTo>
                      <a:pt x="5434" y="107170"/>
                      <a:pt x="5626" y="107170"/>
                      <a:pt x="5824" y="107170"/>
                    </a:cubicBezTo>
                    <a:cubicBezTo>
                      <a:pt x="5824" y="106786"/>
                      <a:pt x="5824" y="106401"/>
                      <a:pt x="5824" y="106005"/>
                    </a:cubicBezTo>
                    <a:cubicBezTo>
                      <a:pt x="6017" y="106005"/>
                      <a:pt x="6209" y="106005"/>
                      <a:pt x="6407" y="106005"/>
                    </a:cubicBezTo>
                    <a:cubicBezTo>
                      <a:pt x="6392" y="105921"/>
                      <a:pt x="6378" y="105837"/>
                      <a:pt x="6363" y="105750"/>
                    </a:cubicBezTo>
                    <a:cubicBezTo>
                      <a:pt x="6407" y="105423"/>
                      <a:pt x="6407" y="105423"/>
                      <a:pt x="6715" y="105132"/>
                    </a:cubicBezTo>
                    <a:cubicBezTo>
                      <a:pt x="6848" y="105033"/>
                      <a:pt x="6981" y="104936"/>
                      <a:pt x="7117" y="104840"/>
                    </a:cubicBezTo>
                    <a:cubicBezTo>
                      <a:pt x="7829" y="104330"/>
                      <a:pt x="7829" y="104330"/>
                      <a:pt x="8019" y="103930"/>
                    </a:cubicBezTo>
                    <a:cubicBezTo>
                      <a:pt x="8064" y="103846"/>
                      <a:pt x="8108" y="103762"/>
                      <a:pt x="8154" y="103676"/>
                    </a:cubicBezTo>
                    <a:cubicBezTo>
                      <a:pt x="8346" y="103676"/>
                      <a:pt x="8539" y="103676"/>
                      <a:pt x="8737" y="103676"/>
                    </a:cubicBezTo>
                    <a:cubicBezTo>
                      <a:pt x="8737" y="103291"/>
                      <a:pt x="8737" y="102907"/>
                      <a:pt x="8737" y="102511"/>
                    </a:cubicBezTo>
                    <a:cubicBezTo>
                      <a:pt x="8929" y="102511"/>
                      <a:pt x="9121" y="102511"/>
                      <a:pt x="9319" y="102511"/>
                    </a:cubicBezTo>
                    <a:cubicBezTo>
                      <a:pt x="9319" y="102318"/>
                      <a:pt x="9319" y="102126"/>
                      <a:pt x="9319" y="101928"/>
                    </a:cubicBezTo>
                    <a:cubicBezTo>
                      <a:pt x="9511" y="101928"/>
                      <a:pt x="9704" y="101928"/>
                      <a:pt x="9902" y="101928"/>
                    </a:cubicBezTo>
                    <a:cubicBezTo>
                      <a:pt x="9902" y="101736"/>
                      <a:pt x="9902" y="101544"/>
                      <a:pt x="9902" y="101346"/>
                    </a:cubicBezTo>
                    <a:cubicBezTo>
                      <a:pt x="10094" y="101346"/>
                      <a:pt x="10286" y="101346"/>
                      <a:pt x="10484" y="101346"/>
                    </a:cubicBezTo>
                    <a:cubicBezTo>
                      <a:pt x="10484" y="101154"/>
                      <a:pt x="10484" y="100961"/>
                      <a:pt x="10484" y="100763"/>
                    </a:cubicBezTo>
                    <a:cubicBezTo>
                      <a:pt x="10868" y="100763"/>
                      <a:pt x="11253" y="100763"/>
                      <a:pt x="11649" y="100763"/>
                    </a:cubicBezTo>
                    <a:cubicBezTo>
                      <a:pt x="11649" y="100571"/>
                      <a:pt x="11649" y="100379"/>
                      <a:pt x="11649" y="100181"/>
                    </a:cubicBezTo>
                    <a:cubicBezTo>
                      <a:pt x="11841" y="100181"/>
                      <a:pt x="12033" y="100181"/>
                      <a:pt x="12231" y="100181"/>
                    </a:cubicBezTo>
                    <a:cubicBezTo>
                      <a:pt x="12231" y="99989"/>
                      <a:pt x="12231" y="99796"/>
                      <a:pt x="12231" y="99598"/>
                    </a:cubicBezTo>
                    <a:cubicBezTo>
                      <a:pt x="12424" y="99598"/>
                      <a:pt x="12616" y="99598"/>
                      <a:pt x="12814" y="99598"/>
                    </a:cubicBezTo>
                    <a:cubicBezTo>
                      <a:pt x="12814" y="99406"/>
                      <a:pt x="12814" y="99214"/>
                      <a:pt x="12814" y="99016"/>
                    </a:cubicBezTo>
                    <a:cubicBezTo>
                      <a:pt x="13006" y="99016"/>
                      <a:pt x="13198" y="99016"/>
                      <a:pt x="13396" y="99016"/>
                    </a:cubicBezTo>
                    <a:cubicBezTo>
                      <a:pt x="13396" y="98824"/>
                      <a:pt x="13396" y="98632"/>
                      <a:pt x="13396" y="98434"/>
                    </a:cubicBezTo>
                    <a:cubicBezTo>
                      <a:pt x="13498" y="98398"/>
                      <a:pt x="13600" y="98363"/>
                      <a:pt x="13705" y="98327"/>
                    </a:cubicBezTo>
                    <a:cubicBezTo>
                      <a:pt x="13837" y="98278"/>
                      <a:pt x="13970" y="98229"/>
                      <a:pt x="14106" y="98179"/>
                    </a:cubicBezTo>
                    <a:cubicBezTo>
                      <a:pt x="14238" y="98132"/>
                      <a:pt x="14370" y="98084"/>
                      <a:pt x="14506" y="98035"/>
                    </a:cubicBezTo>
                    <a:cubicBezTo>
                      <a:pt x="14905" y="97823"/>
                      <a:pt x="14969" y="97672"/>
                      <a:pt x="15144" y="97269"/>
                    </a:cubicBezTo>
                    <a:cubicBezTo>
                      <a:pt x="15453" y="97232"/>
                      <a:pt x="15453" y="97232"/>
                      <a:pt x="15726" y="97269"/>
                    </a:cubicBezTo>
                    <a:cubicBezTo>
                      <a:pt x="15726" y="97076"/>
                      <a:pt x="15726" y="96884"/>
                      <a:pt x="15726" y="96686"/>
                    </a:cubicBezTo>
                    <a:cubicBezTo>
                      <a:pt x="16110" y="96686"/>
                      <a:pt x="16495" y="96686"/>
                      <a:pt x="16891" y="96686"/>
                    </a:cubicBezTo>
                    <a:cubicBezTo>
                      <a:pt x="16891" y="96494"/>
                      <a:pt x="16891" y="96302"/>
                      <a:pt x="16891" y="96104"/>
                    </a:cubicBezTo>
                    <a:cubicBezTo>
                      <a:pt x="17083" y="96104"/>
                      <a:pt x="17275" y="96104"/>
                      <a:pt x="17473" y="96104"/>
                    </a:cubicBezTo>
                    <a:cubicBezTo>
                      <a:pt x="17473" y="95912"/>
                      <a:pt x="17473" y="95719"/>
                      <a:pt x="17473" y="95521"/>
                    </a:cubicBezTo>
                    <a:cubicBezTo>
                      <a:pt x="17858" y="95521"/>
                      <a:pt x="18242" y="95521"/>
                      <a:pt x="18638" y="95521"/>
                    </a:cubicBezTo>
                    <a:cubicBezTo>
                      <a:pt x="18638" y="95329"/>
                      <a:pt x="18638" y="95137"/>
                      <a:pt x="18638" y="94939"/>
                    </a:cubicBezTo>
                    <a:cubicBezTo>
                      <a:pt x="19215" y="94939"/>
                      <a:pt x="19792" y="94939"/>
                      <a:pt x="20386" y="94939"/>
                    </a:cubicBezTo>
                    <a:cubicBezTo>
                      <a:pt x="20386" y="94747"/>
                      <a:pt x="20386" y="94554"/>
                      <a:pt x="20386" y="94356"/>
                    </a:cubicBezTo>
                    <a:cubicBezTo>
                      <a:pt x="21154" y="94356"/>
                      <a:pt x="21923" y="94356"/>
                      <a:pt x="22715" y="94356"/>
                    </a:cubicBezTo>
                    <a:cubicBezTo>
                      <a:pt x="22715" y="94164"/>
                      <a:pt x="22715" y="93972"/>
                      <a:pt x="22715" y="93774"/>
                    </a:cubicBezTo>
                    <a:cubicBezTo>
                      <a:pt x="23484" y="93774"/>
                      <a:pt x="24253" y="93774"/>
                      <a:pt x="25045" y="93774"/>
                    </a:cubicBezTo>
                    <a:cubicBezTo>
                      <a:pt x="25045" y="93582"/>
                      <a:pt x="25045" y="93390"/>
                      <a:pt x="25045" y="93191"/>
                    </a:cubicBezTo>
                    <a:cubicBezTo>
                      <a:pt x="25237" y="93191"/>
                      <a:pt x="25430" y="93191"/>
                      <a:pt x="25628" y="93191"/>
                    </a:cubicBezTo>
                    <a:cubicBezTo>
                      <a:pt x="25628" y="92999"/>
                      <a:pt x="25628" y="92807"/>
                      <a:pt x="25628" y="92609"/>
                    </a:cubicBezTo>
                    <a:cubicBezTo>
                      <a:pt x="25729" y="92574"/>
                      <a:pt x="25831" y="92539"/>
                      <a:pt x="25936" y="92502"/>
                    </a:cubicBezTo>
                    <a:cubicBezTo>
                      <a:pt x="26069" y="92453"/>
                      <a:pt x="26201" y="92405"/>
                      <a:pt x="26338" y="92354"/>
                    </a:cubicBezTo>
                    <a:cubicBezTo>
                      <a:pt x="26403" y="92331"/>
                      <a:pt x="26403" y="92331"/>
                      <a:pt x="26737" y="92211"/>
                    </a:cubicBezTo>
                    <a:cubicBezTo>
                      <a:pt x="27084" y="92027"/>
                      <a:pt x="27084" y="92027"/>
                      <a:pt x="27220" y="91717"/>
                    </a:cubicBezTo>
                    <a:cubicBezTo>
                      <a:pt x="27271" y="91627"/>
                      <a:pt x="27322" y="91537"/>
                      <a:pt x="27375" y="91444"/>
                    </a:cubicBezTo>
                    <a:cubicBezTo>
                      <a:pt x="27698" y="91399"/>
                      <a:pt x="27947" y="91389"/>
                      <a:pt x="28267" y="91408"/>
                    </a:cubicBezTo>
                    <a:cubicBezTo>
                      <a:pt x="28349" y="91410"/>
                      <a:pt x="28431" y="91413"/>
                      <a:pt x="28515" y="91416"/>
                    </a:cubicBezTo>
                    <a:cubicBezTo>
                      <a:pt x="28718" y="91423"/>
                      <a:pt x="28920" y="91433"/>
                      <a:pt x="29122" y="91444"/>
                    </a:cubicBezTo>
                    <a:cubicBezTo>
                      <a:pt x="29122" y="91252"/>
                      <a:pt x="29122" y="91060"/>
                      <a:pt x="29122" y="90862"/>
                    </a:cubicBezTo>
                    <a:cubicBezTo>
                      <a:pt x="29507" y="90862"/>
                      <a:pt x="29891" y="90862"/>
                      <a:pt x="30287" y="90862"/>
                    </a:cubicBezTo>
                    <a:cubicBezTo>
                      <a:pt x="30287" y="90477"/>
                      <a:pt x="30287" y="90093"/>
                      <a:pt x="30287" y="89697"/>
                    </a:cubicBezTo>
                    <a:cubicBezTo>
                      <a:pt x="29903" y="89697"/>
                      <a:pt x="29518" y="89697"/>
                      <a:pt x="29122" y="89697"/>
                    </a:cubicBezTo>
                    <a:cubicBezTo>
                      <a:pt x="29122" y="89505"/>
                      <a:pt x="29122" y="89312"/>
                      <a:pt x="29122" y="89114"/>
                    </a:cubicBezTo>
                    <a:cubicBezTo>
                      <a:pt x="28546" y="89114"/>
                      <a:pt x="27969" y="89114"/>
                      <a:pt x="27375" y="89114"/>
                    </a:cubicBezTo>
                    <a:cubicBezTo>
                      <a:pt x="27375" y="88922"/>
                      <a:pt x="27375" y="88730"/>
                      <a:pt x="27375" y="88532"/>
                    </a:cubicBezTo>
                    <a:cubicBezTo>
                      <a:pt x="26991" y="88532"/>
                      <a:pt x="26606" y="88532"/>
                      <a:pt x="26210" y="88532"/>
                    </a:cubicBezTo>
                    <a:cubicBezTo>
                      <a:pt x="26210" y="88340"/>
                      <a:pt x="26210" y="88147"/>
                      <a:pt x="26210" y="87949"/>
                    </a:cubicBezTo>
                    <a:cubicBezTo>
                      <a:pt x="26018" y="87949"/>
                      <a:pt x="25826" y="87949"/>
                      <a:pt x="25628" y="87949"/>
                    </a:cubicBezTo>
                    <a:cubicBezTo>
                      <a:pt x="25628" y="87757"/>
                      <a:pt x="25628" y="87565"/>
                      <a:pt x="25628" y="87367"/>
                    </a:cubicBezTo>
                    <a:cubicBezTo>
                      <a:pt x="24667" y="87175"/>
                      <a:pt x="23706" y="86983"/>
                      <a:pt x="22715" y="86785"/>
                    </a:cubicBezTo>
                    <a:cubicBezTo>
                      <a:pt x="22715" y="86592"/>
                      <a:pt x="22715" y="86400"/>
                      <a:pt x="22715" y="86202"/>
                    </a:cubicBezTo>
                    <a:cubicBezTo>
                      <a:pt x="22523" y="86202"/>
                      <a:pt x="22331" y="86202"/>
                      <a:pt x="22133" y="86202"/>
                    </a:cubicBezTo>
                    <a:cubicBezTo>
                      <a:pt x="22133" y="86010"/>
                      <a:pt x="22133" y="85818"/>
                      <a:pt x="22133" y="85620"/>
                    </a:cubicBezTo>
                    <a:cubicBezTo>
                      <a:pt x="22060" y="85632"/>
                      <a:pt x="21987" y="85644"/>
                      <a:pt x="21912" y="85657"/>
                    </a:cubicBezTo>
                    <a:cubicBezTo>
                      <a:pt x="21440" y="85702"/>
                      <a:pt x="21104" y="85722"/>
                      <a:pt x="20714" y="85430"/>
                    </a:cubicBezTo>
                    <a:cubicBezTo>
                      <a:pt x="20461" y="85151"/>
                      <a:pt x="20231" y="84863"/>
                      <a:pt x="20004" y="84564"/>
                    </a:cubicBezTo>
                    <a:cubicBezTo>
                      <a:pt x="19340" y="83747"/>
                      <a:pt x="18674" y="83025"/>
                      <a:pt x="17855" y="82361"/>
                    </a:cubicBezTo>
                    <a:cubicBezTo>
                      <a:pt x="17115" y="81758"/>
                      <a:pt x="16522" y="81149"/>
                      <a:pt x="15966" y="80372"/>
                    </a:cubicBezTo>
                    <a:cubicBezTo>
                      <a:pt x="15726" y="80086"/>
                      <a:pt x="15726" y="80086"/>
                      <a:pt x="15406" y="79938"/>
                    </a:cubicBezTo>
                    <a:cubicBezTo>
                      <a:pt x="15363" y="79915"/>
                      <a:pt x="15363" y="79915"/>
                      <a:pt x="15144" y="79795"/>
                    </a:cubicBezTo>
                    <a:cubicBezTo>
                      <a:pt x="15087" y="79512"/>
                      <a:pt x="15087" y="79512"/>
                      <a:pt x="15107" y="79195"/>
                    </a:cubicBezTo>
                    <a:cubicBezTo>
                      <a:pt x="15112" y="79089"/>
                      <a:pt x="15118" y="78984"/>
                      <a:pt x="15123" y="78875"/>
                    </a:cubicBezTo>
                    <a:cubicBezTo>
                      <a:pt x="15130" y="78794"/>
                      <a:pt x="15137" y="78714"/>
                      <a:pt x="15144" y="78630"/>
                    </a:cubicBezTo>
                    <a:cubicBezTo>
                      <a:pt x="14951" y="78630"/>
                      <a:pt x="14759" y="78630"/>
                      <a:pt x="14561" y="78630"/>
                    </a:cubicBezTo>
                    <a:cubicBezTo>
                      <a:pt x="14561" y="78438"/>
                      <a:pt x="14561" y="78246"/>
                      <a:pt x="14561" y="78048"/>
                    </a:cubicBezTo>
                    <a:cubicBezTo>
                      <a:pt x="14369" y="78048"/>
                      <a:pt x="14177" y="78048"/>
                      <a:pt x="13979" y="78048"/>
                    </a:cubicBezTo>
                    <a:cubicBezTo>
                      <a:pt x="13979" y="77856"/>
                      <a:pt x="13979" y="77663"/>
                      <a:pt x="13979" y="77465"/>
                    </a:cubicBezTo>
                    <a:cubicBezTo>
                      <a:pt x="13937" y="77474"/>
                      <a:pt x="13937" y="77474"/>
                      <a:pt x="13724" y="77520"/>
                    </a:cubicBezTo>
                    <a:cubicBezTo>
                      <a:pt x="13353" y="77458"/>
                      <a:pt x="13319" y="77427"/>
                      <a:pt x="13105" y="77138"/>
                    </a:cubicBezTo>
                    <a:cubicBezTo>
                      <a:pt x="12784" y="76615"/>
                      <a:pt x="12617" y="76037"/>
                      <a:pt x="12460" y="75447"/>
                    </a:cubicBezTo>
                    <a:cubicBezTo>
                      <a:pt x="12395" y="75224"/>
                      <a:pt x="12395" y="75224"/>
                      <a:pt x="12231" y="74844"/>
                    </a:cubicBezTo>
                    <a:cubicBezTo>
                      <a:pt x="12039" y="74744"/>
                      <a:pt x="11845" y="74646"/>
                      <a:pt x="11649" y="74553"/>
                    </a:cubicBezTo>
                    <a:cubicBezTo>
                      <a:pt x="11592" y="74270"/>
                      <a:pt x="11592" y="74270"/>
                      <a:pt x="11613" y="73953"/>
                    </a:cubicBezTo>
                    <a:cubicBezTo>
                      <a:pt x="11618" y="73847"/>
                      <a:pt x="11623" y="73742"/>
                      <a:pt x="11629" y="73633"/>
                    </a:cubicBezTo>
                    <a:cubicBezTo>
                      <a:pt x="11635" y="73552"/>
                      <a:pt x="11642" y="73472"/>
                      <a:pt x="11649" y="73388"/>
                    </a:cubicBezTo>
                    <a:cubicBezTo>
                      <a:pt x="11457" y="73388"/>
                      <a:pt x="11265" y="73388"/>
                      <a:pt x="11066" y="73388"/>
                    </a:cubicBezTo>
                    <a:cubicBezTo>
                      <a:pt x="11066" y="73196"/>
                      <a:pt x="11066" y="73004"/>
                      <a:pt x="11066" y="72806"/>
                    </a:cubicBezTo>
                    <a:cubicBezTo>
                      <a:pt x="10943" y="72813"/>
                      <a:pt x="10820" y="72819"/>
                      <a:pt x="10692" y="72826"/>
                    </a:cubicBezTo>
                    <a:cubicBezTo>
                      <a:pt x="9359" y="72875"/>
                      <a:pt x="8248" y="72652"/>
                      <a:pt x="6989" y="72223"/>
                    </a:cubicBezTo>
                    <a:cubicBezTo>
                      <a:pt x="6989" y="72031"/>
                      <a:pt x="6989" y="71839"/>
                      <a:pt x="6989" y="71641"/>
                    </a:cubicBezTo>
                    <a:cubicBezTo>
                      <a:pt x="6919" y="71623"/>
                      <a:pt x="6848" y="71606"/>
                      <a:pt x="6776" y="71587"/>
                    </a:cubicBezTo>
                    <a:cubicBezTo>
                      <a:pt x="6569" y="71536"/>
                      <a:pt x="6363" y="71483"/>
                      <a:pt x="6157" y="71429"/>
                    </a:cubicBezTo>
                    <a:cubicBezTo>
                      <a:pt x="5824" y="71350"/>
                      <a:pt x="5824" y="71350"/>
                      <a:pt x="5529" y="71307"/>
                    </a:cubicBezTo>
                    <a:cubicBezTo>
                      <a:pt x="4715" y="71171"/>
                      <a:pt x="4270" y="70763"/>
                      <a:pt x="3708" y="70195"/>
                    </a:cubicBezTo>
                    <a:cubicBezTo>
                      <a:pt x="3472" y="69861"/>
                      <a:pt x="3445" y="69710"/>
                      <a:pt x="3495" y="69311"/>
                    </a:cubicBezTo>
                    <a:cubicBezTo>
                      <a:pt x="3302" y="69311"/>
                      <a:pt x="3110" y="69311"/>
                      <a:pt x="2912" y="69311"/>
                    </a:cubicBezTo>
                    <a:cubicBezTo>
                      <a:pt x="2912" y="69119"/>
                      <a:pt x="2912" y="68927"/>
                      <a:pt x="2912" y="68729"/>
                    </a:cubicBezTo>
                    <a:cubicBezTo>
                      <a:pt x="2829" y="68739"/>
                      <a:pt x="2746" y="68750"/>
                      <a:pt x="2660" y="68760"/>
                    </a:cubicBezTo>
                    <a:cubicBezTo>
                      <a:pt x="2096" y="68706"/>
                      <a:pt x="1773" y="68300"/>
                      <a:pt x="1404" y="67900"/>
                    </a:cubicBezTo>
                    <a:cubicBezTo>
                      <a:pt x="1086" y="67452"/>
                      <a:pt x="1066" y="67148"/>
                      <a:pt x="1124" y="66613"/>
                    </a:cubicBezTo>
                    <a:cubicBezTo>
                      <a:pt x="1138" y="66542"/>
                      <a:pt x="1151" y="66472"/>
                      <a:pt x="1165" y="66399"/>
                    </a:cubicBezTo>
                    <a:cubicBezTo>
                      <a:pt x="973" y="66399"/>
                      <a:pt x="780" y="66399"/>
                      <a:pt x="582" y="66399"/>
                    </a:cubicBezTo>
                    <a:cubicBezTo>
                      <a:pt x="582" y="66015"/>
                      <a:pt x="582" y="65630"/>
                      <a:pt x="582" y="65234"/>
                    </a:cubicBezTo>
                    <a:cubicBezTo>
                      <a:pt x="390" y="65234"/>
                      <a:pt x="198" y="65234"/>
                      <a:pt x="0" y="65234"/>
                    </a:cubicBezTo>
                    <a:cubicBezTo>
                      <a:pt x="0" y="60429"/>
                      <a:pt x="0" y="55624"/>
                      <a:pt x="0" y="50673"/>
                    </a:cubicBezTo>
                    <a:cubicBezTo>
                      <a:pt x="192" y="50673"/>
                      <a:pt x="384" y="50673"/>
                      <a:pt x="582" y="50673"/>
                    </a:cubicBezTo>
                    <a:cubicBezTo>
                      <a:pt x="582" y="50096"/>
                      <a:pt x="582" y="49520"/>
                      <a:pt x="582" y="48926"/>
                    </a:cubicBezTo>
                    <a:cubicBezTo>
                      <a:pt x="775" y="48926"/>
                      <a:pt x="967" y="48926"/>
                      <a:pt x="1165" y="48926"/>
                    </a:cubicBezTo>
                    <a:cubicBezTo>
                      <a:pt x="1165" y="48541"/>
                      <a:pt x="1165" y="48157"/>
                      <a:pt x="1165" y="47761"/>
                    </a:cubicBezTo>
                    <a:cubicBezTo>
                      <a:pt x="1357" y="47761"/>
                      <a:pt x="1549" y="47761"/>
                      <a:pt x="1747" y="47761"/>
                    </a:cubicBezTo>
                    <a:cubicBezTo>
                      <a:pt x="1738" y="47673"/>
                      <a:pt x="1729" y="47586"/>
                      <a:pt x="1720" y="47496"/>
                    </a:cubicBezTo>
                    <a:cubicBezTo>
                      <a:pt x="1747" y="47178"/>
                      <a:pt x="1747" y="47178"/>
                      <a:pt x="1930" y="46961"/>
                    </a:cubicBezTo>
                    <a:cubicBezTo>
                      <a:pt x="2014" y="46895"/>
                      <a:pt x="2097" y="46828"/>
                      <a:pt x="2183" y="46759"/>
                    </a:cubicBezTo>
                    <a:cubicBezTo>
                      <a:pt x="2274" y="46685"/>
                      <a:pt x="2364" y="46611"/>
                      <a:pt x="2458" y="46534"/>
                    </a:cubicBezTo>
                    <a:cubicBezTo>
                      <a:pt x="2554" y="46459"/>
                      <a:pt x="2650" y="46383"/>
                      <a:pt x="2749" y="46305"/>
                    </a:cubicBezTo>
                    <a:cubicBezTo>
                      <a:pt x="2937" y="46154"/>
                      <a:pt x="3125" y="46002"/>
                      <a:pt x="3312" y="45850"/>
                    </a:cubicBezTo>
                    <a:cubicBezTo>
                      <a:pt x="3395" y="45783"/>
                      <a:pt x="3479" y="45717"/>
                      <a:pt x="3566" y="45648"/>
                    </a:cubicBezTo>
                    <a:cubicBezTo>
                      <a:pt x="3786" y="45431"/>
                      <a:pt x="3786" y="45431"/>
                      <a:pt x="3942" y="45116"/>
                    </a:cubicBezTo>
                    <a:cubicBezTo>
                      <a:pt x="3987" y="45028"/>
                      <a:pt x="4031" y="44939"/>
                      <a:pt x="4077" y="44848"/>
                    </a:cubicBezTo>
                    <a:cubicBezTo>
                      <a:pt x="4386" y="44812"/>
                      <a:pt x="4386" y="44812"/>
                      <a:pt x="4660" y="44848"/>
                    </a:cubicBezTo>
                    <a:cubicBezTo>
                      <a:pt x="4660" y="44656"/>
                      <a:pt x="4660" y="44464"/>
                      <a:pt x="4660" y="44266"/>
                    </a:cubicBezTo>
                    <a:cubicBezTo>
                      <a:pt x="5044" y="44266"/>
                      <a:pt x="5428" y="44266"/>
                      <a:pt x="5824" y="44266"/>
                    </a:cubicBezTo>
                    <a:cubicBezTo>
                      <a:pt x="5824" y="44074"/>
                      <a:pt x="5824" y="43882"/>
                      <a:pt x="5824" y="43684"/>
                    </a:cubicBezTo>
                    <a:cubicBezTo>
                      <a:pt x="6209" y="43684"/>
                      <a:pt x="6593" y="43684"/>
                      <a:pt x="6989" y="43684"/>
                    </a:cubicBezTo>
                    <a:cubicBezTo>
                      <a:pt x="6989" y="43491"/>
                      <a:pt x="6989" y="43299"/>
                      <a:pt x="6989" y="43101"/>
                    </a:cubicBezTo>
                    <a:cubicBezTo>
                      <a:pt x="8335" y="43101"/>
                      <a:pt x="9680" y="43101"/>
                      <a:pt x="11066" y="43101"/>
                    </a:cubicBezTo>
                    <a:cubicBezTo>
                      <a:pt x="11066" y="42909"/>
                      <a:pt x="11066" y="42717"/>
                      <a:pt x="11066" y="42519"/>
                    </a:cubicBezTo>
                    <a:cubicBezTo>
                      <a:pt x="11259" y="42519"/>
                      <a:pt x="11451" y="42519"/>
                      <a:pt x="11649" y="42519"/>
                    </a:cubicBezTo>
                    <a:cubicBezTo>
                      <a:pt x="11649" y="42134"/>
                      <a:pt x="11649" y="41750"/>
                      <a:pt x="11649" y="41354"/>
                    </a:cubicBezTo>
                    <a:cubicBezTo>
                      <a:pt x="11841" y="41354"/>
                      <a:pt x="12033" y="41354"/>
                      <a:pt x="12231" y="41354"/>
                    </a:cubicBezTo>
                    <a:cubicBezTo>
                      <a:pt x="12231" y="40969"/>
                      <a:pt x="12231" y="40585"/>
                      <a:pt x="12231" y="40189"/>
                    </a:cubicBezTo>
                    <a:cubicBezTo>
                      <a:pt x="12424" y="40189"/>
                      <a:pt x="12616" y="40189"/>
                      <a:pt x="12814" y="40189"/>
                    </a:cubicBezTo>
                    <a:cubicBezTo>
                      <a:pt x="12814" y="39804"/>
                      <a:pt x="12814" y="39420"/>
                      <a:pt x="12814" y="39024"/>
                    </a:cubicBezTo>
                    <a:cubicBezTo>
                      <a:pt x="13006" y="39024"/>
                      <a:pt x="13198" y="39024"/>
                      <a:pt x="13396" y="39024"/>
                    </a:cubicBezTo>
                    <a:cubicBezTo>
                      <a:pt x="13396" y="38832"/>
                      <a:pt x="13396" y="38640"/>
                      <a:pt x="13396" y="38441"/>
                    </a:cubicBezTo>
                    <a:cubicBezTo>
                      <a:pt x="13588" y="38441"/>
                      <a:pt x="13781" y="38441"/>
                      <a:pt x="13979" y="38441"/>
                    </a:cubicBezTo>
                    <a:cubicBezTo>
                      <a:pt x="13961" y="38357"/>
                      <a:pt x="13943" y="38273"/>
                      <a:pt x="13924" y="38187"/>
                    </a:cubicBezTo>
                    <a:cubicBezTo>
                      <a:pt x="13942" y="38079"/>
                      <a:pt x="13960" y="37970"/>
                      <a:pt x="13979" y="37859"/>
                    </a:cubicBezTo>
                    <a:cubicBezTo>
                      <a:pt x="14163" y="37731"/>
                      <a:pt x="14163" y="37731"/>
                      <a:pt x="14398" y="37604"/>
                    </a:cubicBezTo>
                    <a:cubicBezTo>
                      <a:pt x="14832" y="37350"/>
                      <a:pt x="14832" y="37350"/>
                      <a:pt x="14923" y="37024"/>
                    </a:cubicBezTo>
                    <a:cubicBezTo>
                      <a:pt x="14935" y="36928"/>
                      <a:pt x="14947" y="36832"/>
                      <a:pt x="14959" y="36734"/>
                    </a:cubicBezTo>
                    <a:cubicBezTo>
                      <a:pt x="15130" y="35955"/>
                      <a:pt x="15610" y="35621"/>
                      <a:pt x="16218" y="35147"/>
                    </a:cubicBezTo>
                    <a:cubicBezTo>
                      <a:pt x="17039" y="34475"/>
                      <a:pt x="17742" y="33794"/>
                      <a:pt x="18402" y="32963"/>
                    </a:cubicBezTo>
                    <a:cubicBezTo>
                      <a:pt x="18999" y="32216"/>
                      <a:pt x="19443" y="31801"/>
                      <a:pt x="20391" y="31565"/>
                    </a:cubicBezTo>
                    <a:cubicBezTo>
                      <a:pt x="20769" y="31416"/>
                      <a:pt x="20808" y="31229"/>
                      <a:pt x="20968" y="30870"/>
                    </a:cubicBezTo>
                    <a:cubicBezTo>
                      <a:pt x="21278" y="30833"/>
                      <a:pt x="21278" y="30833"/>
                      <a:pt x="21551" y="30870"/>
                    </a:cubicBezTo>
                    <a:cubicBezTo>
                      <a:pt x="21551" y="30677"/>
                      <a:pt x="21551" y="30485"/>
                      <a:pt x="21551" y="30287"/>
                    </a:cubicBezTo>
                    <a:cubicBezTo>
                      <a:pt x="21652" y="30252"/>
                      <a:pt x="21754" y="30217"/>
                      <a:pt x="21859" y="30180"/>
                    </a:cubicBezTo>
                    <a:cubicBezTo>
                      <a:pt x="21991" y="30131"/>
                      <a:pt x="22124" y="30083"/>
                      <a:pt x="22261" y="30032"/>
                    </a:cubicBezTo>
                    <a:cubicBezTo>
                      <a:pt x="22392" y="29985"/>
                      <a:pt x="22524" y="29938"/>
                      <a:pt x="22660" y="29889"/>
                    </a:cubicBezTo>
                    <a:cubicBezTo>
                      <a:pt x="23059" y="29677"/>
                      <a:pt x="23123" y="29526"/>
                      <a:pt x="23298" y="29122"/>
                    </a:cubicBezTo>
                    <a:cubicBezTo>
                      <a:pt x="23607" y="29086"/>
                      <a:pt x="23607" y="29086"/>
                      <a:pt x="23880" y="29122"/>
                    </a:cubicBezTo>
                    <a:cubicBezTo>
                      <a:pt x="23880" y="28930"/>
                      <a:pt x="23880" y="28738"/>
                      <a:pt x="23880" y="28540"/>
                    </a:cubicBezTo>
                    <a:cubicBezTo>
                      <a:pt x="24817" y="28095"/>
                      <a:pt x="25640" y="27868"/>
                      <a:pt x="26673" y="27817"/>
                    </a:cubicBezTo>
                    <a:cubicBezTo>
                      <a:pt x="26931" y="27794"/>
                      <a:pt x="27136" y="27768"/>
                      <a:pt x="27375" y="27666"/>
                    </a:cubicBezTo>
                    <a:cubicBezTo>
                      <a:pt x="27513" y="27468"/>
                      <a:pt x="27513" y="27468"/>
                      <a:pt x="27634" y="27231"/>
                    </a:cubicBezTo>
                    <a:cubicBezTo>
                      <a:pt x="27821" y="26902"/>
                      <a:pt x="27902" y="26809"/>
                      <a:pt x="28270" y="26698"/>
                    </a:cubicBezTo>
                    <a:cubicBezTo>
                      <a:pt x="28658" y="26652"/>
                      <a:pt x="29041" y="26626"/>
                      <a:pt x="29432" y="26611"/>
                    </a:cubicBezTo>
                    <a:cubicBezTo>
                      <a:pt x="29696" y="26596"/>
                      <a:pt x="29960" y="26580"/>
                      <a:pt x="30225" y="26563"/>
                    </a:cubicBezTo>
                    <a:cubicBezTo>
                      <a:pt x="30341" y="26558"/>
                      <a:pt x="30458" y="26553"/>
                      <a:pt x="30578" y="26547"/>
                    </a:cubicBezTo>
                    <a:cubicBezTo>
                      <a:pt x="30870" y="26501"/>
                      <a:pt x="30870" y="26501"/>
                      <a:pt x="31161" y="26210"/>
                    </a:cubicBezTo>
                    <a:cubicBezTo>
                      <a:pt x="31508" y="26182"/>
                      <a:pt x="31508" y="26182"/>
                      <a:pt x="31907" y="26192"/>
                    </a:cubicBezTo>
                    <a:cubicBezTo>
                      <a:pt x="32040" y="26195"/>
                      <a:pt x="32172" y="26197"/>
                      <a:pt x="32309" y="26200"/>
                    </a:cubicBezTo>
                    <a:cubicBezTo>
                      <a:pt x="32411" y="26203"/>
                      <a:pt x="32512" y="26207"/>
                      <a:pt x="32617" y="26210"/>
                    </a:cubicBezTo>
                    <a:cubicBezTo>
                      <a:pt x="32617" y="26018"/>
                      <a:pt x="32617" y="25826"/>
                      <a:pt x="32617" y="25628"/>
                    </a:cubicBezTo>
                    <a:cubicBezTo>
                      <a:pt x="32739" y="25620"/>
                      <a:pt x="32861" y="25613"/>
                      <a:pt x="32987" y="25606"/>
                    </a:cubicBezTo>
                    <a:cubicBezTo>
                      <a:pt x="33439" y="25578"/>
                      <a:pt x="33891" y="25549"/>
                      <a:pt x="34343" y="25519"/>
                    </a:cubicBezTo>
                    <a:cubicBezTo>
                      <a:pt x="34539" y="25507"/>
                      <a:pt x="34735" y="25495"/>
                      <a:pt x="34930" y="25483"/>
                    </a:cubicBezTo>
                    <a:cubicBezTo>
                      <a:pt x="35212" y="25466"/>
                      <a:pt x="35493" y="25447"/>
                      <a:pt x="35774" y="25428"/>
                    </a:cubicBezTo>
                    <a:cubicBezTo>
                      <a:pt x="35862" y="25424"/>
                      <a:pt x="35949" y="25419"/>
                      <a:pt x="36039" y="25414"/>
                    </a:cubicBezTo>
                    <a:cubicBezTo>
                      <a:pt x="36661" y="25370"/>
                      <a:pt x="36661" y="25370"/>
                      <a:pt x="36985" y="25045"/>
                    </a:cubicBezTo>
                    <a:cubicBezTo>
                      <a:pt x="37226" y="25009"/>
                      <a:pt x="37226" y="25009"/>
                      <a:pt x="37518" y="25010"/>
                    </a:cubicBezTo>
                    <a:cubicBezTo>
                      <a:pt x="37573" y="25010"/>
                      <a:pt x="37573" y="25010"/>
                      <a:pt x="37853" y="25009"/>
                    </a:cubicBezTo>
                    <a:cubicBezTo>
                      <a:pt x="37975" y="25010"/>
                      <a:pt x="38096" y="25011"/>
                      <a:pt x="38221" y="25012"/>
                    </a:cubicBezTo>
                    <a:cubicBezTo>
                      <a:pt x="38349" y="25012"/>
                      <a:pt x="38477" y="25012"/>
                      <a:pt x="38609" y="25012"/>
                    </a:cubicBezTo>
                    <a:cubicBezTo>
                      <a:pt x="38960" y="25012"/>
                      <a:pt x="39310" y="25014"/>
                      <a:pt x="39661" y="25016"/>
                    </a:cubicBezTo>
                    <a:cubicBezTo>
                      <a:pt x="40028" y="25018"/>
                      <a:pt x="40394" y="25018"/>
                      <a:pt x="40761" y="25018"/>
                    </a:cubicBezTo>
                    <a:cubicBezTo>
                      <a:pt x="41455" y="25019"/>
                      <a:pt x="42149" y="25021"/>
                      <a:pt x="42843" y="25024"/>
                    </a:cubicBezTo>
                    <a:cubicBezTo>
                      <a:pt x="43633" y="25027"/>
                      <a:pt x="44424" y="25029"/>
                      <a:pt x="45214" y="25031"/>
                    </a:cubicBezTo>
                    <a:cubicBezTo>
                      <a:pt x="46839" y="25034"/>
                      <a:pt x="48465" y="25039"/>
                      <a:pt x="50090" y="25045"/>
                    </a:cubicBezTo>
                    <a:cubicBezTo>
                      <a:pt x="50090" y="24853"/>
                      <a:pt x="50090" y="24661"/>
                      <a:pt x="50090" y="24463"/>
                    </a:cubicBezTo>
                    <a:cubicBezTo>
                      <a:pt x="50283" y="24463"/>
                      <a:pt x="50475" y="24463"/>
                      <a:pt x="50673" y="24463"/>
                    </a:cubicBezTo>
                    <a:cubicBezTo>
                      <a:pt x="50673" y="21772"/>
                      <a:pt x="50673" y="19081"/>
                      <a:pt x="50673" y="16309"/>
                    </a:cubicBezTo>
                    <a:cubicBezTo>
                      <a:pt x="50481" y="16309"/>
                      <a:pt x="50288" y="16309"/>
                      <a:pt x="50090" y="16309"/>
                    </a:cubicBezTo>
                    <a:cubicBezTo>
                      <a:pt x="50090" y="16116"/>
                      <a:pt x="50090" y="15924"/>
                      <a:pt x="50090" y="15726"/>
                    </a:cubicBezTo>
                    <a:cubicBezTo>
                      <a:pt x="49706" y="15726"/>
                      <a:pt x="49322" y="15726"/>
                      <a:pt x="48926" y="15726"/>
                    </a:cubicBezTo>
                    <a:cubicBezTo>
                      <a:pt x="48926" y="15534"/>
                      <a:pt x="48926" y="15342"/>
                      <a:pt x="48926" y="15144"/>
                    </a:cubicBezTo>
                    <a:cubicBezTo>
                      <a:pt x="48541" y="15144"/>
                      <a:pt x="48157" y="15144"/>
                      <a:pt x="47761" y="15144"/>
                    </a:cubicBezTo>
                    <a:cubicBezTo>
                      <a:pt x="47761" y="14951"/>
                      <a:pt x="47761" y="14759"/>
                      <a:pt x="47761" y="14561"/>
                    </a:cubicBezTo>
                    <a:cubicBezTo>
                      <a:pt x="47676" y="14576"/>
                      <a:pt x="47593" y="14591"/>
                      <a:pt x="47506" y="14605"/>
                    </a:cubicBezTo>
                    <a:cubicBezTo>
                      <a:pt x="47178" y="14561"/>
                      <a:pt x="47178" y="14561"/>
                      <a:pt x="46887" y="14253"/>
                    </a:cubicBezTo>
                    <a:cubicBezTo>
                      <a:pt x="46788" y="14120"/>
                      <a:pt x="46691" y="13987"/>
                      <a:pt x="46596" y="13851"/>
                    </a:cubicBezTo>
                    <a:cubicBezTo>
                      <a:pt x="46242" y="13358"/>
                      <a:pt x="45995" y="13074"/>
                      <a:pt x="45431" y="12814"/>
                    </a:cubicBezTo>
                    <a:cubicBezTo>
                      <a:pt x="45394" y="12505"/>
                      <a:pt x="45394" y="12505"/>
                      <a:pt x="45431" y="12231"/>
                    </a:cubicBezTo>
                    <a:cubicBezTo>
                      <a:pt x="45239" y="12231"/>
                      <a:pt x="45046" y="12231"/>
                      <a:pt x="44848" y="12231"/>
                    </a:cubicBezTo>
                    <a:cubicBezTo>
                      <a:pt x="44290" y="10661"/>
                      <a:pt x="44192" y="9247"/>
                      <a:pt x="44230" y="7590"/>
                    </a:cubicBezTo>
                    <a:cubicBezTo>
                      <a:pt x="44232" y="7361"/>
                      <a:pt x="44235" y="7131"/>
                      <a:pt x="44237" y="6902"/>
                    </a:cubicBezTo>
                    <a:cubicBezTo>
                      <a:pt x="44244" y="6349"/>
                      <a:pt x="44254" y="5795"/>
                      <a:pt x="44266" y="5242"/>
                    </a:cubicBezTo>
                    <a:cubicBezTo>
                      <a:pt x="44458" y="5242"/>
                      <a:pt x="44650" y="5242"/>
                      <a:pt x="44848" y="5242"/>
                    </a:cubicBezTo>
                    <a:cubicBezTo>
                      <a:pt x="44848" y="4858"/>
                      <a:pt x="44848" y="4473"/>
                      <a:pt x="44848" y="4077"/>
                    </a:cubicBezTo>
                    <a:cubicBezTo>
                      <a:pt x="45041" y="4077"/>
                      <a:pt x="45233" y="4077"/>
                      <a:pt x="45431" y="4077"/>
                    </a:cubicBezTo>
                    <a:cubicBezTo>
                      <a:pt x="45431" y="3885"/>
                      <a:pt x="45431" y="3693"/>
                      <a:pt x="45431" y="3495"/>
                    </a:cubicBezTo>
                    <a:cubicBezTo>
                      <a:pt x="45623" y="3495"/>
                      <a:pt x="45815" y="3495"/>
                      <a:pt x="46013" y="3495"/>
                    </a:cubicBezTo>
                    <a:cubicBezTo>
                      <a:pt x="46002" y="3422"/>
                      <a:pt x="45991" y="3348"/>
                      <a:pt x="45980" y="3273"/>
                    </a:cubicBezTo>
                    <a:cubicBezTo>
                      <a:pt x="45938" y="2807"/>
                      <a:pt x="45920" y="2467"/>
                      <a:pt x="46190" y="2070"/>
                    </a:cubicBezTo>
                    <a:cubicBezTo>
                      <a:pt x="46441" y="1822"/>
                      <a:pt x="46701" y="1602"/>
                      <a:pt x="46978" y="1383"/>
                    </a:cubicBezTo>
                    <a:cubicBezTo>
                      <a:pt x="47068" y="1305"/>
                      <a:pt x="47158" y="1227"/>
                      <a:pt x="47250" y="1147"/>
                    </a:cubicBezTo>
                    <a:cubicBezTo>
                      <a:pt x="47993" y="534"/>
                      <a:pt x="47993" y="534"/>
                      <a:pt x="48556" y="532"/>
                    </a:cubicBezTo>
                    <a:cubicBezTo>
                      <a:pt x="48678" y="549"/>
                      <a:pt x="48800" y="566"/>
                      <a:pt x="48926" y="582"/>
                    </a:cubicBezTo>
                    <a:cubicBezTo>
                      <a:pt x="48926" y="390"/>
                      <a:pt x="48926" y="198"/>
                      <a:pt x="48926" y="0"/>
                    </a:cubicBezTo>
                    <a:close/>
                    <a:moveTo>
                      <a:pt x="50673" y="3495"/>
                    </a:moveTo>
                    <a:cubicBezTo>
                      <a:pt x="50673" y="3687"/>
                      <a:pt x="50673" y="3879"/>
                      <a:pt x="50673" y="4077"/>
                    </a:cubicBezTo>
                    <a:cubicBezTo>
                      <a:pt x="50288" y="4077"/>
                      <a:pt x="49904" y="4077"/>
                      <a:pt x="49508" y="4077"/>
                    </a:cubicBezTo>
                    <a:cubicBezTo>
                      <a:pt x="49508" y="4269"/>
                      <a:pt x="49508" y="4462"/>
                      <a:pt x="49508" y="4660"/>
                    </a:cubicBezTo>
                    <a:cubicBezTo>
                      <a:pt x="49316" y="4660"/>
                      <a:pt x="49124" y="4660"/>
                      <a:pt x="48926" y="4660"/>
                    </a:cubicBezTo>
                    <a:cubicBezTo>
                      <a:pt x="48926" y="4852"/>
                      <a:pt x="48926" y="5044"/>
                      <a:pt x="48926" y="5242"/>
                    </a:cubicBezTo>
                    <a:cubicBezTo>
                      <a:pt x="48733" y="5242"/>
                      <a:pt x="48541" y="5242"/>
                      <a:pt x="48343" y="5242"/>
                    </a:cubicBezTo>
                    <a:cubicBezTo>
                      <a:pt x="48343" y="5626"/>
                      <a:pt x="48343" y="6011"/>
                      <a:pt x="48343" y="6407"/>
                    </a:cubicBezTo>
                    <a:cubicBezTo>
                      <a:pt x="48151" y="6407"/>
                      <a:pt x="47959" y="6407"/>
                      <a:pt x="47761" y="6407"/>
                    </a:cubicBezTo>
                    <a:cubicBezTo>
                      <a:pt x="47761" y="7560"/>
                      <a:pt x="47761" y="8713"/>
                      <a:pt x="47761" y="9902"/>
                    </a:cubicBezTo>
                    <a:cubicBezTo>
                      <a:pt x="47953" y="9902"/>
                      <a:pt x="48145" y="9902"/>
                      <a:pt x="48343" y="9902"/>
                    </a:cubicBezTo>
                    <a:cubicBezTo>
                      <a:pt x="48343" y="10094"/>
                      <a:pt x="48343" y="10286"/>
                      <a:pt x="48343" y="10484"/>
                    </a:cubicBezTo>
                    <a:cubicBezTo>
                      <a:pt x="48535" y="10484"/>
                      <a:pt x="48727" y="10484"/>
                      <a:pt x="48926" y="10484"/>
                    </a:cubicBezTo>
                    <a:cubicBezTo>
                      <a:pt x="48926" y="10676"/>
                      <a:pt x="48926" y="10868"/>
                      <a:pt x="48926" y="11066"/>
                    </a:cubicBezTo>
                    <a:cubicBezTo>
                      <a:pt x="49118" y="11066"/>
                      <a:pt x="49310" y="11066"/>
                      <a:pt x="49508" y="11066"/>
                    </a:cubicBezTo>
                    <a:cubicBezTo>
                      <a:pt x="49508" y="11259"/>
                      <a:pt x="49508" y="11451"/>
                      <a:pt x="49508" y="11649"/>
                    </a:cubicBezTo>
                    <a:cubicBezTo>
                      <a:pt x="49700" y="11649"/>
                      <a:pt x="49892" y="11649"/>
                      <a:pt x="50090" y="11649"/>
                    </a:cubicBezTo>
                    <a:cubicBezTo>
                      <a:pt x="50090" y="11841"/>
                      <a:pt x="50090" y="12033"/>
                      <a:pt x="50090" y="12231"/>
                    </a:cubicBezTo>
                    <a:cubicBezTo>
                      <a:pt x="50475" y="12231"/>
                      <a:pt x="50859" y="12231"/>
                      <a:pt x="51255" y="12231"/>
                    </a:cubicBezTo>
                    <a:cubicBezTo>
                      <a:pt x="51255" y="12424"/>
                      <a:pt x="51255" y="12616"/>
                      <a:pt x="51255" y="12814"/>
                    </a:cubicBezTo>
                    <a:cubicBezTo>
                      <a:pt x="52216" y="12814"/>
                      <a:pt x="53177" y="12814"/>
                      <a:pt x="54168" y="12814"/>
                    </a:cubicBezTo>
                    <a:cubicBezTo>
                      <a:pt x="54168" y="12622"/>
                      <a:pt x="54168" y="12429"/>
                      <a:pt x="54168" y="12231"/>
                    </a:cubicBezTo>
                    <a:cubicBezTo>
                      <a:pt x="54552" y="12231"/>
                      <a:pt x="54936" y="12231"/>
                      <a:pt x="55332" y="12231"/>
                    </a:cubicBezTo>
                    <a:cubicBezTo>
                      <a:pt x="55332" y="12039"/>
                      <a:pt x="55332" y="11847"/>
                      <a:pt x="55332" y="11649"/>
                    </a:cubicBezTo>
                    <a:cubicBezTo>
                      <a:pt x="55525" y="11649"/>
                      <a:pt x="55717" y="11649"/>
                      <a:pt x="55915" y="11649"/>
                    </a:cubicBezTo>
                    <a:cubicBezTo>
                      <a:pt x="55915" y="11457"/>
                      <a:pt x="55915" y="11265"/>
                      <a:pt x="55915" y="11066"/>
                    </a:cubicBezTo>
                    <a:cubicBezTo>
                      <a:pt x="56107" y="11066"/>
                      <a:pt x="56299" y="11066"/>
                      <a:pt x="56497" y="11066"/>
                    </a:cubicBezTo>
                    <a:cubicBezTo>
                      <a:pt x="56497" y="10682"/>
                      <a:pt x="56497" y="10298"/>
                      <a:pt x="56497" y="9902"/>
                    </a:cubicBezTo>
                    <a:cubicBezTo>
                      <a:pt x="56690" y="9902"/>
                      <a:pt x="56882" y="9902"/>
                      <a:pt x="57080" y="9902"/>
                    </a:cubicBezTo>
                    <a:cubicBezTo>
                      <a:pt x="57080" y="8556"/>
                      <a:pt x="57080" y="7211"/>
                      <a:pt x="57080" y="5824"/>
                    </a:cubicBezTo>
                    <a:cubicBezTo>
                      <a:pt x="56888" y="5824"/>
                      <a:pt x="56695" y="5824"/>
                      <a:pt x="56497" y="5824"/>
                    </a:cubicBezTo>
                    <a:cubicBezTo>
                      <a:pt x="56497" y="5632"/>
                      <a:pt x="56497" y="5440"/>
                      <a:pt x="56497" y="5242"/>
                    </a:cubicBezTo>
                    <a:cubicBezTo>
                      <a:pt x="56305" y="5242"/>
                      <a:pt x="56113" y="5242"/>
                      <a:pt x="55915" y="5242"/>
                    </a:cubicBezTo>
                    <a:cubicBezTo>
                      <a:pt x="55915" y="5050"/>
                      <a:pt x="55915" y="4858"/>
                      <a:pt x="55915" y="4660"/>
                    </a:cubicBezTo>
                    <a:cubicBezTo>
                      <a:pt x="55723" y="4660"/>
                      <a:pt x="55530" y="4660"/>
                      <a:pt x="55332" y="4660"/>
                    </a:cubicBezTo>
                    <a:cubicBezTo>
                      <a:pt x="55332" y="4467"/>
                      <a:pt x="55332" y="4275"/>
                      <a:pt x="55332" y="4077"/>
                    </a:cubicBezTo>
                    <a:cubicBezTo>
                      <a:pt x="54948" y="4077"/>
                      <a:pt x="54564" y="4077"/>
                      <a:pt x="54168" y="4077"/>
                    </a:cubicBezTo>
                    <a:cubicBezTo>
                      <a:pt x="54168" y="3885"/>
                      <a:pt x="54168" y="3693"/>
                      <a:pt x="54168" y="3495"/>
                    </a:cubicBezTo>
                    <a:cubicBezTo>
                      <a:pt x="53014" y="3495"/>
                      <a:pt x="51861" y="3495"/>
                      <a:pt x="50673" y="3495"/>
                    </a:cubicBezTo>
                    <a:close/>
                    <a:moveTo>
                      <a:pt x="35529" y="28540"/>
                    </a:moveTo>
                    <a:cubicBezTo>
                      <a:pt x="35529" y="28732"/>
                      <a:pt x="35529" y="28924"/>
                      <a:pt x="35529" y="29122"/>
                    </a:cubicBezTo>
                    <a:cubicBezTo>
                      <a:pt x="34568" y="29122"/>
                      <a:pt x="33607" y="29122"/>
                      <a:pt x="32617" y="29122"/>
                    </a:cubicBezTo>
                    <a:cubicBezTo>
                      <a:pt x="32617" y="29315"/>
                      <a:pt x="32617" y="29507"/>
                      <a:pt x="32617" y="29705"/>
                    </a:cubicBezTo>
                    <a:cubicBezTo>
                      <a:pt x="31848" y="29705"/>
                      <a:pt x="31079" y="29705"/>
                      <a:pt x="30287" y="29705"/>
                    </a:cubicBezTo>
                    <a:cubicBezTo>
                      <a:pt x="30287" y="29897"/>
                      <a:pt x="30287" y="30089"/>
                      <a:pt x="30287" y="30287"/>
                    </a:cubicBezTo>
                    <a:cubicBezTo>
                      <a:pt x="29903" y="30287"/>
                      <a:pt x="29518" y="30287"/>
                      <a:pt x="29122" y="30287"/>
                    </a:cubicBezTo>
                    <a:cubicBezTo>
                      <a:pt x="29122" y="30479"/>
                      <a:pt x="29122" y="30672"/>
                      <a:pt x="29122" y="30870"/>
                    </a:cubicBezTo>
                    <a:cubicBezTo>
                      <a:pt x="28738" y="30870"/>
                      <a:pt x="28354" y="30870"/>
                      <a:pt x="27957" y="30870"/>
                    </a:cubicBezTo>
                    <a:cubicBezTo>
                      <a:pt x="27957" y="31062"/>
                      <a:pt x="27957" y="31254"/>
                      <a:pt x="27957" y="31452"/>
                    </a:cubicBezTo>
                    <a:cubicBezTo>
                      <a:pt x="27381" y="31452"/>
                      <a:pt x="26804" y="31452"/>
                      <a:pt x="26210" y="31452"/>
                    </a:cubicBezTo>
                    <a:cubicBezTo>
                      <a:pt x="26210" y="31644"/>
                      <a:pt x="26210" y="31837"/>
                      <a:pt x="26210" y="32035"/>
                    </a:cubicBezTo>
                    <a:cubicBezTo>
                      <a:pt x="25826" y="32035"/>
                      <a:pt x="25441" y="32035"/>
                      <a:pt x="25045" y="32035"/>
                    </a:cubicBezTo>
                    <a:cubicBezTo>
                      <a:pt x="25045" y="32227"/>
                      <a:pt x="25045" y="32419"/>
                      <a:pt x="25045" y="32617"/>
                    </a:cubicBezTo>
                    <a:cubicBezTo>
                      <a:pt x="24853" y="32617"/>
                      <a:pt x="24661" y="32617"/>
                      <a:pt x="24463" y="32617"/>
                    </a:cubicBezTo>
                    <a:cubicBezTo>
                      <a:pt x="24463" y="32809"/>
                      <a:pt x="24463" y="33001"/>
                      <a:pt x="24463" y="33199"/>
                    </a:cubicBezTo>
                    <a:cubicBezTo>
                      <a:pt x="24078" y="33199"/>
                      <a:pt x="23694" y="33199"/>
                      <a:pt x="23298" y="33199"/>
                    </a:cubicBezTo>
                    <a:cubicBezTo>
                      <a:pt x="23298" y="33392"/>
                      <a:pt x="23298" y="33584"/>
                      <a:pt x="23298" y="33782"/>
                    </a:cubicBezTo>
                    <a:cubicBezTo>
                      <a:pt x="23106" y="33782"/>
                      <a:pt x="22913" y="33782"/>
                      <a:pt x="22715" y="33782"/>
                    </a:cubicBezTo>
                    <a:cubicBezTo>
                      <a:pt x="22715" y="33974"/>
                      <a:pt x="22715" y="34166"/>
                      <a:pt x="22715" y="34364"/>
                    </a:cubicBezTo>
                    <a:cubicBezTo>
                      <a:pt x="22331" y="34364"/>
                      <a:pt x="21947" y="34364"/>
                      <a:pt x="21551" y="34364"/>
                    </a:cubicBezTo>
                    <a:cubicBezTo>
                      <a:pt x="21551" y="34557"/>
                      <a:pt x="21551" y="34749"/>
                      <a:pt x="21551" y="34947"/>
                    </a:cubicBezTo>
                    <a:cubicBezTo>
                      <a:pt x="21358" y="34947"/>
                      <a:pt x="21166" y="34947"/>
                      <a:pt x="20968" y="34947"/>
                    </a:cubicBezTo>
                    <a:cubicBezTo>
                      <a:pt x="20968" y="35139"/>
                      <a:pt x="20968" y="35331"/>
                      <a:pt x="20968" y="35529"/>
                    </a:cubicBezTo>
                    <a:cubicBezTo>
                      <a:pt x="20776" y="35529"/>
                      <a:pt x="20584" y="35529"/>
                      <a:pt x="20386" y="35529"/>
                    </a:cubicBezTo>
                    <a:cubicBezTo>
                      <a:pt x="20386" y="35721"/>
                      <a:pt x="20386" y="35914"/>
                      <a:pt x="20386" y="36112"/>
                    </a:cubicBezTo>
                    <a:cubicBezTo>
                      <a:pt x="20193" y="36112"/>
                      <a:pt x="20001" y="36112"/>
                      <a:pt x="19803" y="36112"/>
                    </a:cubicBezTo>
                    <a:cubicBezTo>
                      <a:pt x="19803" y="36304"/>
                      <a:pt x="19803" y="36496"/>
                      <a:pt x="19803" y="36694"/>
                    </a:cubicBezTo>
                    <a:cubicBezTo>
                      <a:pt x="19611" y="36694"/>
                      <a:pt x="19419" y="36694"/>
                      <a:pt x="19221" y="36694"/>
                    </a:cubicBezTo>
                    <a:cubicBezTo>
                      <a:pt x="19221" y="36886"/>
                      <a:pt x="19221" y="37079"/>
                      <a:pt x="19221" y="37277"/>
                    </a:cubicBezTo>
                    <a:cubicBezTo>
                      <a:pt x="19029" y="37277"/>
                      <a:pt x="18836" y="37277"/>
                      <a:pt x="18638" y="37277"/>
                    </a:cubicBezTo>
                    <a:cubicBezTo>
                      <a:pt x="18638" y="37469"/>
                      <a:pt x="18638" y="37661"/>
                      <a:pt x="18638" y="37859"/>
                    </a:cubicBezTo>
                    <a:cubicBezTo>
                      <a:pt x="18446" y="37859"/>
                      <a:pt x="18254" y="37859"/>
                      <a:pt x="18056" y="37859"/>
                    </a:cubicBezTo>
                    <a:cubicBezTo>
                      <a:pt x="18056" y="38243"/>
                      <a:pt x="18056" y="38628"/>
                      <a:pt x="18056" y="39024"/>
                    </a:cubicBezTo>
                    <a:cubicBezTo>
                      <a:pt x="17864" y="39024"/>
                      <a:pt x="17671" y="39024"/>
                      <a:pt x="17473" y="39024"/>
                    </a:cubicBezTo>
                    <a:cubicBezTo>
                      <a:pt x="17473" y="39216"/>
                      <a:pt x="17473" y="39408"/>
                      <a:pt x="17473" y="39606"/>
                    </a:cubicBezTo>
                    <a:cubicBezTo>
                      <a:pt x="17281" y="39606"/>
                      <a:pt x="17089" y="39606"/>
                      <a:pt x="16891" y="39606"/>
                    </a:cubicBezTo>
                    <a:cubicBezTo>
                      <a:pt x="16891" y="39799"/>
                      <a:pt x="16891" y="39991"/>
                      <a:pt x="16891" y="40189"/>
                    </a:cubicBezTo>
                    <a:cubicBezTo>
                      <a:pt x="16699" y="40189"/>
                      <a:pt x="16507" y="40189"/>
                      <a:pt x="16309" y="40189"/>
                    </a:cubicBezTo>
                    <a:cubicBezTo>
                      <a:pt x="16309" y="40573"/>
                      <a:pt x="16309" y="40958"/>
                      <a:pt x="16309" y="41354"/>
                    </a:cubicBezTo>
                    <a:cubicBezTo>
                      <a:pt x="16116" y="41354"/>
                      <a:pt x="15924" y="41354"/>
                      <a:pt x="15726" y="41354"/>
                    </a:cubicBezTo>
                    <a:cubicBezTo>
                      <a:pt x="15726" y="41738"/>
                      <a:pt x="15726" y="42123"/>
                      <a:pt x="15726" y="42519"/>
                    </a:cubicBezTo>
                    <a:cubicBezTo>
                      <a:pt x="15534" y="42519"/>
                      <a:pt x="15342" y="42519"/>
                      <a:pt x="15144" y="42519"/>
                    </a:cubicBezTo>
                    <a:cubicBezTo>
                      <a:pt x="15144" y="42903"/>
                      <a:pt x="15144" y="43287"/>
                      <a:pt x="15144" y="43684"/>
                    </a:cubicBezTo>
                    <a:cubicBezTo>
                      <a:pt x="14951" y="43684"/>
                      <a:pt x="14759" y="43684"/>
                      <a:pt x="14561" y="43684"/>
                    </a:cubicBezTo>
                    <a:cubicBezTo>
                      <a:pt x="14561" y="44068"/>
                      <a:pt x="14561" y="44452"/>
                      <a:pt x="14561" y="44848"/>
                    </a:cubicBezTo>
                    <a:cubicBezTo>
                      <a:pt x="14369" y="44848"/>
                      <a:pt x="14177" y="44848"/>
                      <a:pt x="13979" y="44848"/>
                    </a:cubicBezTo>
                    <a:cubicBezTo>
                      <a:pt x="13979" y="45425"/>
                      <a:pt x="13979" y="46002"/>
                      <a:pt x="13979" y="46596"/>
                    </a:cubicBezTo>
                    <a:cubicBezTo>
                      <a:pt x="13787" y="46596"/>
                      <a:pt x="13594" y="46596"/>
                      <a:pt x="13396" y="46596"/>
                    </a:cubicBezTo>
                    <a:cubicBezTo>
                      <a:pt x="13396" y="47365"/>
                      <a:pt x="13396" y="48133"/>
                      <a:pt x="13396" y="48926"/>
                    </a:cubicBezTo>
                    <a:cubicBezTo>
                      <a:pt x="13204" y="48926"/>
                      <a:pt x="13012" y="48926"/>
                      <a:pt x="12814" y="48926"/>
                    </a:cubicBezTo>
                    <a:cubicBezTo>
                      <a:pt x="12814" y="54884"/>
                      <a:pt x="12814" y="60842"/>
                      <a:pt x="12814" y="66981"/>
                    </a:cubicBezTo>
                    <a:cubicBezTo>
                      <a:pt x="13006" y="66981"/>
                      <a:pt x="13198" y="66981"/>
                      <a:pt x="13396" y="66981"/>
                    </a:cubicBezTo>
                    <a:cubicBezTo>
                      <a:pt x="13396" y="67750"/>
                      <a:pt x="13396" y="68519"/>
                      <a:pt x="13396" y="69311"/>
                    </a:cubicBezTo>
                    <a:cubicBezTo>
                      <a:pt x="13588" y="69311"/>
                      <a:pt x="13781" y="69311"/>
                      <a:pt x="13979" y="69311"/>
                    </a:cubicBezTo>
                    <a:cubicBezTo>
                      <a:pt x="13979" y="69888"/>
                      <a:pt x="13979" y="70464"/>
                      <a:pt x="13979" y="71059"/>
                    </a:cubicBezTo>
                    <a:cubicBezTo>
                      <a:pt x="14171" y="71059"/>
                      <a:pt x="14363" y="71059"/>
                      <a:pt x="14561" y="71059"/>
                    </a:cubicBezTo>
                    <a:cubicBezTo>
                      <a:pt x="14561" y="71443"/>
                      <a:pt x="14561" y="71827"/>
                      <a:pt x="14561" y="72223"/>
                    </a:cubicBezTo>
                    <a:cubicBezTo>
                      <a:pt x="14753" y="72223"/>
                      <a:pt x="14946" y="72223"/>
                      <a:pt x="15144" y="72223"/>
                    </a:cubicBezTo>
                    <a:cubicBezTo>
                      <a:pt x="15144" y="72608"/>
                      <a:pt x="15144" y="72992"/>
                      <a:pt x="15144" y="73388"/>
                    </a:cubicBezTo>
                    <a:cubicBezTo>
                      <a:pt x="15336" y="73388"/>
                      <a:pt x="15528" y="73388"/>
                      <a:pt x="15726" y="73388"/>
                    </a:cubicBezTo>
                    <a:cubicBezTo>
                      <a:pt x="15726" y="73773"/>
                      <a:pt x="15726" y="74157"/>
                      <a:pt x="15726" y="74553"/>
                    </a:cubicBezTo>
                    <a:cubicBezTo>
                      <a:pt x="15918" y="74553"/>
                      <a:pt x="16110" y="74553"/>
                      <a:pt x="16309" y="74553"/>
                    </a:cubicBezTo>
                    <a:cubicBezTo>
                      <a:pt x="16309" y="74938"/>
                      <a:pt x="16309" y="75322"/>
                      <a:pt x="16309" y="75718"/>
                    </a:cubicBezTo>
                    <a:cubicBezTo>
                      <a:pt x="16501" y="75718"/>
                      <a:pt x="16693" y="75718"/>
                      <a:pt x="16891" y="75718"/>
                    </a:cubicBezTo>
                    <a:cubicBezTo>
                      <a:pt x="16891" y="75910"/>
                      <a:pt x="16891" y="76103"/>
                      <a:pt x="16891" y="76301"/>
                    </a:cubicBezTo>
                    <a:cubicBezTo>
                      <a:pt x="17083" y="76301"/>
                      <a:pt x="17275" y="76301"/>
                      <a:pt x="17473" y="76301"/>
                    </a:cubicBezTo>
                    <a:cubicBezTo>
                      <a:pt x="17473" y="76685"/>
                      <a:pt x="17473" y="77069"/>
                      <a:pt x="17473" y="77465"/>
                    </a:cubicBezTo>
                    <a:cubicBezTo>
                      <a:pt x="17666" y="77465"/>
                      <a:pt x="17858" y="77465"/>
                      <a:pt x="18056" y="77465"/>
                    </a:cubicBezTo>
                    <a:cubicBezTo>
                      <a:pt x="18056" y="77658"/>
                      <a:pt x="18056" y="77850"/>
                      <a:pt x="18056" y="78048"/>
                    </a:cubicBezTo>
                    <a:cubicBezTo>
                      <a:pt x="18248" y="78048"/>
                      <a:pt x="18440" y="78048"/>
                      <a:pt x="18638" y="78048"/>
                    </a:cubicBezTo>
                    <a:cubicBezTo>
                      <a:pt x="18638" y="78240"/>
                      <a:pt x="18638" y="78432"/>
                      <a:pt x="18638" y="78630"/>
                    </a:cubicBezTo>
                    <a:cubicBezTo>
                      <a:pt x="18831" y="78630"/>
                      <a:pt x="19023" y="78630"/>
                      <a:pt x="19221" y="78630"/>
                    </a:cubicBezTo>
                    <a:cubicBezTo>
                      <a:pt x="19221" y="78823"/>
                      <a:pt x="19221" y="79015"/>
                      <a:pt x="19221" y="79213"/>
                    </a:cubicBezTo>
                    <a:cubicBezTo>
                      <a:pt x="19413" y="79213"/>
                      <a:pt x="19605" y="79213"/>
                      <a:pt x="19803" y="79213"/>
                    </a:cubicBezTo>
                    <a:cubicBezTo>
                      <a:pt x="19803" y="79405"/>
                      <a:pt x="19803" y="79597"/>
                      <a:pt x="19803" y="79795"/>
                    </a:cubicBezTo>
                    <a:cubicBezTo>
                      <a:pt x="19995" y="79795"/>
                      <a:pt x="20188" y="79795"/>
                      <a:pt x="20386" y="79795"/>
                    </a:cubicBezTo>
                    <a:cubicBezTo>
                      <a:pt x="20386" y="79987"/>
                      <a:pt x="20386" y="80180"/>
                      <a:pt x="20386" y="80378"/>
                    </a:cubicBezTo>
                    <a:cubicBezTo>
                      <a:pt x="20578" y="80378"/>
                      <a:pt x="20770" y="80378"/>
                      <a:pt x="20968" y="80378"/>
                    </a:cubicBezTo>
                    <a:cubicBezTo>
                      <a:pt x="20968" y="80570"/>
                      <a:pt x="20968" y="80762"/>
                      <a:pt x="20968" y="80960"/>
                    </a:cubicBezTo>
                    <a:cubicBezTo>
                      <a:pt x="21160" y="80960"/>
                      <a:pt x="21352" y="80960"/>
                      <a:pt x="21551" y="80960"/>
                    </a:cubicBezTo>
                    <a:cubicBezTo>
                      <a:pt x="21551" y="81152"/>
                      <a:pt x="21551" y="81345"/>
                      <a:pt x="21551" y="81543"/>
                    </a:cubicBezTo>
                    <a:cubicBezTo>
                      <a:pt x="21743" y="81543"/>
                      <a:pt x="21935" y="81543"/>
                      <a:pt x="22133" y="81543"/>
                    </a:cubicBezTo>
                    <a:cubicBezTo>
                      <a:pt x="22133" y="81735"/>
                      <a:pt x="22133" y="81927"/>
                      <a:pt x="22133" y="82125"/>
                    </a:cubicBezTo>
                    <a:cubicBezTo>
                      <a:pt x="22517" y="82125"/>
                      <a:pt x="22902" y="82125"/>
                      <a:pt x="23298" y="82125"/>
                    </a:cubicBezTo>
                    <a:cubicBezTo>
                      <a:pt x="23298" y="82317"/>
                      <a:pt x="23298" y="82509"/>
                      <a:pt x="23298" y="82707"/>
                    </a:cubicBezTo>
                    <a:cubicBezTo>
                      <a:pt x="23490" y="82707"/>
                      <a:pt x="23682" y="82707"/>
                      <a:pt x="23880" y="82707"/>
                    </a:cubicBezTo>
                    <a:cubicBezTo>
                      <a:pt x="23880" y="82900"/>
                      <a:pt x="23880" y="83092"/>
                      <a:pt x="23880" y="83290"/>
                    </a:cubicBezTo>
                    <a:cubicBezTo>
                      <a:pt x="24265" y="83290"/>
                      <a:pt x="24649" y="83290"/>
                      <a:pt x="25045" y="83290"/>
                    </a:cubicBezTo>
                    <a:cubicBezTo>
                      <a:pt x="25045" y="83482"/>
                      <a:pt x="25045" y="83674"/>
                      <a:pt x="25045" y="83872"/>
                    </a:cubicBezTo>
                    <a:cubicBezTo>
                      <a:pt x="25237" y="83872"/>
                      <a:pt x="25430" y="83872"/>
                      <a:pt x="25628" y="83872"/>
                    </a:cubicBezTo>
                    <a:cubicBezTo>
                      <a:pt x="25628" y="84065"/>
                      <a:pt x="25628" y="84257"/>
                      <a:pt x="25628" y="84455"/>
                    </a:cubicBezTo>
                    <a:cubicBezTo>
                      <a:pt x="26012" y="84455"/>
                      <a:pt x="26396" y="84455"/>
                      <a:pt x="26793" y="84455"/>
                    </a:cubicBezTo>
                    <a:cubicBezTo>
                      <a:pt x="26793" y="84647"/>
                      <a:pt x="26793" y="84839"/>
                      <a:pt x="26793" y="85037"/>
                    </a:cubicBezTo>
                    <a:cubicBezTo>
                      <a:pt x="27177" y="85037"/>
                      <a:pt x="27561" y="85037"/>
                      <a:pt x="27957" y="85037"/>
                    </a:cubicBezTo>
                    <a:cubicBezTo>
                      <a:pt x="27957" y="85229"/>
                      <a:pt x="27957" y="85422"/>
                      <a:pt x="27957" y="85620"/>
                    </a:cubicBezTo>
                    <a:cubicBezTo>
                      <a:pt x="28342" y="85620"/>
                      <a:pt x="28726" y="85620"/>
                      <a:pt x="29122" y="85620"/>
                    </a:cubicBezTo>
                    <a:cubicBezTo>
                      <a:pt x="29122" y="85812"/>
                      <a:pt x="29122" y="86004"/>
                      <a:pt x="29122" y="86202"/>
                    </a:cubicBezTo>
                    <a:cubicBezTo>
                      <a:pt x="29699" y="86202"/>
                      <a:pt x="30276" y="86202"/>
                      <a:pt x="30870" y="86202"/>
                    </a:cubicBezTo>
                    <a:cubicBezTo>
                      <a:pt x="30870" y="86394"/>
                      <a:pt x="30870" y="86587"/>
                      <a:pt x="30870" y="86785"/>
                    </a:cubicBezTo>
                    <a:cubicBezTo>
                      <a:pt x="31639" y="86785"/>
                      <a:pt x="32407" y="86785"/>
                      <a:pt x="33199" y="86785"/>
                    </a:cubicBezTo>
                    <a:cubicBezTo>
                      <a:pt x="33199" y="86977"/>
                      <a:pt x="33199" y="87169"/>
                      <a:pt x="33199" y="87367"/>
                    </a:cubicBezTo>
                    <a:cubicBezTo>
                      <a:pt x="34545" y="87367"/>
                      <a:pt x="35890" y="87367"/>
                      <a:pt x="37277" y="87367"/>
                    </a:cubicBezTo>
                    <a:cubicBezTo>
                      <a:pt x="37277" y="87559"/>
                      <a:pt x="37277" y="87751"/>
                      <a:pt x="37277" y="87949"/>
                    </a:cubicBezTo>
                    <a:cubicBezTo>
                      <a:pt x="47271" y="87949"/>
                      <a:pt x="57266" y="87949"/>
                      <a:pt x="67564" y="87949"/>
                    </a:cubicBezTo>
                    <a:cubicBezTo>
                      <a:pt x="67564" y="87757"/>
                      <a:pt x="67564" y="87565"/>
                      <a:pt x="67564" y="87367"/>
                    </a:cubicBezTo>
                    <a:cubicBezTo>
                      <a:pt x="68909" y="87367"/>
                      <a:pt x="70255" y="87367"/>
                      <a:pt x="71641" y="87367"/>
                    </a:cubicBezTo>
                    <a:cubicBezTo>
                      <a:pt x="71641" y="87175"/>
                      <a:pt x="71641" y="86983"/>
                      <a:pt x="71641" y="86785"/>
                    </a:cubicBezTo>
                    <a:cubicBezTo>
                      <a:pt x="72410" y="86785"/>
                      <a:pt x="73179" y="86785"/>
                      <a:pt x="73971" y="86785"/>
                    </a:cubicBezTo>
                    <a:cubicBezTo>
                      <a:pt x="73971" y="86592"/>
                      <a:pt x="73971" y="86400"/>
                      <a:pt x="73971" y="86202"/>
                    </a:cubicBezTo>
                    <a:cubicBezTo>
                      <a:pt x="74547" y="86202"/>
                      <a:pt x="75124" y="86202"/>
                      <a:pt x="75718" y="86202"/>
                    </a:cubicBezTo>
                    <a:cubicBezTo>
                      <a:pt x="75718" y="86010"/>
                      <a:pt x="75718" y="85818"/>
                      <a:pt x="75718" y="85620"/>
                    </a:cubicBezTo>
                    <a:cubicBezTo>
                      <a:pt x="76102" y="85620"/>
                      <a:pt x="76487" y="85620"/>
                      <a:pt x="76883" y="85620"/>
                    </a:cubicBezTo>
                    <a:cubicBezTo>
                      <a:pt x="76883" y="85427"/>
                      <a:pt x="76883" y="85235"/>
                      <a:pt x="76883" y="85037"/>
                    </a:cubicBezTo>
                    <a:cubicBezTo>
                      <a:pt x="77267" y="85037"/>
                      <a:pt x="77652" y="85037"/>
                      <a:pt x="78048" y="85037"/>
                    </a:cubicBezTo>
                    <a:cubicBezTo>
                      <a:pt x="78048" y="84845"/>
                      <a:pt x="78048" y="84653"/>
                      <a:pt x="78048" y="84455"/>
                    </a:cubicBezTo>
                    <a:cubicBezTo>
                      <a:pt x="78432" y="84455"/>
                      <a:pt x="78817" y="84455"/>
                      <a:pt x="79213" y="84455"/>
                    </a:cubicBezTo>
                    <a:cubicBezTo>
                      <a:pt x="79213" y="84263"/>
                      <a:pt x="79213" y="84070"/>
                      <a:pt x="79213" y="83872"/>
                    </a:cubicBezTo>
                    <a:cubicBezTo>
                      <a:pt x="79597" y="83872"/>
                      <a:pt x="79982" y="83872"/>
                      <a:pt x="80378" y="83872"/>
                    </a:cubicBezTo>
                    <a:cubicBezTo>
                      <a:pt x="80378" y="83680"/>
                      <a:pt x="80378" y="83488"/>
                      <a:pt x="80378" y="83290"/>
                    </a:cubicBezTo>
                    <a:cubicBezTo>
                      <a:pt x="80762" y="83290"/>
                      <a:pt x="81146" y="83290"/>
                      <a:pt x="81543" y="83290"/>
                    </a:cubicBezTo>
                    <a:cubicBezTo>
                      <a:pt x="81543" y="83098"/>
                      <a:pt x="81543" y="82905"/>
                      <a:pt x="81543" y="82707"/>
                    </a:cubicBezTo>
                    <a:cubicBezTo>
                      <a:pt x="81735" y="82707"/>
                      <a:pt x="81927" y="82707"/>
                      <a:pt x="82125" y="82707"/>
                    </a:cubicBezTo>
                    <a:cubicBezTo>
                      <a:pt x="82125" y="82515"/>
                      <a:pt x="82125" y="82323"/>
                      <a:pt x="82125" y="82125"/>
                    </a:cubicBezTo>
                    <a:cubicBezTo>
                      <a:pt x="82317" y="82125"/>
                      <a:pt x="82509" y="82125"/>
                      <a:pt x="82707" y="82125"/>
                    </a:cubicBezTo>
                    <a:cubicBezTo>
                      <a:pt x="82707" y="81933"/>
                      <a:pt x="82707" y="81741"/>
                      <a:pt x="82707" y="81543"/>
                    </a:cubicBezTo>
                    <a:cubicBezTo>
                      <a:pt x="82900" y="81543"/>
                      <a:pt x="83092" y="81543"/>
                      <a:pt x="83290" y="81543"/>
                    </a:cubicBezTo>
                    <a:cubicBezTo>
                      <a:pt x="83290" y="81350"/>
                      <a:pt x="83290" y="81158"/>
                      <a:pt x="83290" y="80960"/>
                    </a:cubicBezTo>
                    <a:cubicBezTo>
                      <a:pt x="83674" y="80960"/>
                      <a:pt x="84059" y="80960"/>
                      <a:pt x="84455" y="80960"/>
                    </a:cubicBezTo>
                    <a:cubicBezTo>
                      <a:pt x="84455" y="80768"/>
                      <a:pt x="84455" y="80576"/>
                      <a:pt x="84455" y="80378"/>
                    </a:cubicBezTo>
                    <a:cubicBezTo>
                      <a:pt x="84647" y="80378"/>
                      <a:pt x="84839" y="80378"/>
                      <a:pt x="85037" y="80378"/>
                    </a:cubicBezTo>
                    <a:cubicBezTo>
                      <a:pt x="85037" y="80185"/>
                      <a:pt x="85037" y="79993"/>
                      <a:pt x="85037" y="79795"/>
                    </a:cubicBezTo>
                    <a:cubicBezTo>
                      <a:pt x="85229" y="79795"/>
                      <a:pt x="85422" y="79795"/>
                      <a:pt x="85620" y="79795"/>
                    </a:cubicBezTo>
                    <a:cubicBezTo>
                      <a:pt x="85620" y="79603"/>
                      <a:pt x="85620" y="79411"/>
                      <a:pt x="85620" y="79213"/>
                    </a:cubicBezTo>
                    <a:cubicBezTo>
                      <a:pt x="85812" y="79213"/>
                      <a:pt x="86004" y="79213"/>
                      <a:pt x="86202" y="79213"/>
                    </a:cubicBezTo>
                    <a:cubicBezTo>
                      <a:pt x="86202" y="78828"/>
                      <a:pt x="86202" y="78444"/>
                      <a:pt x="86202" y="78048"/>
                    </a:cubicBezTo>
                    <a:cubicBezTo>
                      <a:pt x="86394" y="78048"/>
                      <a:pt x="86587" y="78048"/>
                      <a:pt x="86785" y="78048"/>
                    </a:cubicBezTo>
                    <a:cubicBezTo>
                      <a:pt x="86785" y="77856"/>
                      <a:pt x="86785" y="77663"/>
                      <a:pt x="86785" y="77465"/>
                    </a:cubicBezTo>
                    <a:cubicBezTo>
                      <a:pt x="86977" y="77465"/>
                      <a:pt x="87169" y="77465"/>
                      <a:pt x="87367" y="77465"/>
                    </a:cubicBezTo>
                    <a:cubicBezTo>
                      <a:pt x="87367" y="77273"/>
                      <a:pt x="87367" y="77081"/>
                      <a:pt x="87367" y="76883"/>
                    </a:cubicBezTo>
                    <a:cubicBezTo>
                      <a:pt x="87559" y="76883"/>
                      <a:pt x="87751" y="76883"/>
                      <a:pt x="87949" y="76883"/>
                    </a:cubicBezTo>
                    <a:cubicBezTo>
                      <a:pt x="87949" y="76691"/>
                      <a:pt x="87949" y="76499"/>
                      <a:pt x="87949" y="76301"/>
                    </a:cubicBezTo>
                    <a:cubicBezTo>
                      <a:pt x="88142" y="76301"/>
                      <a:pt x="88334" y="76301"/>
                      <a:pt x="88532" y="76301"/>
                    </a:cubicBezTo>
                    <a:cubicBezTo>
                      <a:pt x="88532" y="75916"/>
                      <a:pt x="88532" y="75532"/>
                      <a:pt x="88532" y="75136"/>
                    </a:cubicBezTo>
                    <a:cubicBezTo>
                      <a:pt x="88724" y="75136"/>
                      <a:pt x="88916" y="75136"/>
                      <a:pt x="89114" y="75136"/>
                    </a:cubicBezTo>
                    <a:cubicBezTo>
                      <a:pt x="89114" y="74751"/>
                      <a:pt x="89114" y="74367"/>
                      <a:pt x="89114" y="73971"/>
                    </a:cubicBezTo>
                    <a:cubicBezTo>
                      <a:pt x="89307" y="73971"/>
                      <a:pt x="89499" y="73971"/>
                      <a:pt x="89697" y="73971"/>
                    </a:cubicBezTo>
                    <a:cubicBezTo>
                      <a:pt x="89697" y="73779"/>
                      <a:pt x="89697" y="73586"/>
                      <a:pt x="89697" y="73388"/>
                    </a:cubicBezTo>
                    <a:cubicBezTo>
                      <a:pt x="89889" y="73388"/>
                      <a:pt x="90081" y="73388"/>
                      <a:pt x="90279" y="73388"/>
                    </a:cubicBezTo>
                    <a:cubicBezTo>
                      <a:pt x="90279" y="72812"/>
                      <a:pt x="90279" y="72235"/>
                      <a:pt x="90279" y="71641"/>
                    </a:cubicBezTo>
                    <a:cubicBezTo>
                      <a:pt x="90471" y="71641"/>
                      <a:pt x="90664" y="71641"/>
                      <a:pt x="90862" y="71641"/>
                    </a:cubicBezTo>
                    <a:cubicBezTo>
                      <a:pt x="90862" y="71257"/>
                      <a:pt x="90862" y="70872"/>
                      <a:pt x="90862" y="70476"/>
                    </a:cubicBezTo>
                    <a:cubicBezTo>
                      <a:pt x="91054" y="70476"/>
                      <a:pt x="91246" y="70476"/>
                      <a:pt x="91444" y="70476"/>
                    </a:cubicBezTo>
                    <a:cubicBezTo>
                      <a:pt x="91444" y="69707"/>
                      <a:pt x="91444" y="68938"/>
                      <a:pt x="91444" y="68146"/>
                    </a:cubicBezTo>
                    <a:cubicBezTo>
                      <a:pt x="91636" y="68146"/>
                      <a:pt x="91829" y="68146"/>
                      <a:pt x="92027" y="68146"/>
                    </a:cubicBezTo>
                    <a:cubicBezTo>
                      <a:pt x="92027" y="61227"/>
                      <a:pt x="92027" y="54307"/>
                      <a:pt x="92027" y="47178"/>
                    </a:cubicBezTo>
                    <a:cubicBezTo>
                      <a:pt x="91834" y="47178"/>
                      <a:pt x="91642" y="47178"/>
                      <a:pt x="91444" y="47178"/>
                    </a:cubicBezTo>
                    <a:cubicBezTo>
                      <a:pt x="91444" y="46602"/>
                      <a:pt x="91444" y="46025"/>
                      <a:pt x="91444" y="45431"/>
                    </a:cubicBezTo>
                    <a:cubicBezTo>
                      <a:pt x="91252" y="45431"/>
                      <a:pt x="91060" y="45431"/>
                      <a:pt x="90862" y="45431"/>
                    </a:cubicBezTo>
                    <a:cubicBezTo>
                      <a:pt x="90862" y="44854"/>
                      <a:pt x="90862" y="44278"/>
                      <a:pt x="90862" y="43684"/>
                    </a:cubicBezTo>
                    <a:cubicBezTo>
                      <a:pt x="90669" y="43684"/>
                      <a:pt x="90477" y="43684"/>
                      <a:pt x="90279" y="43684"/>
                    </a:cubicBezTo>
                    <a:cubicBezTo>
                      <a:pt x="90279" y="43299"/>
                      <a:pt x="90279" y="42915"/>
                      <a:pt x="90279" y="42519"/>
                    </a:cubicBezTo>
                    <a:cubicBezTo>
                      <a:pt x="90087" y="42519"/>
                      <a:pt x="89895" y="42519"/>
                      <a:pt x="89697" y="42519"/>
                    </a:cubicBezTo>
                    <a:cubicBezTo>
                      <a:pt x="89697" y="42134"/>
                      <a:pt x="89697" y="41750"/>
                      <a:pt x="89697" y="41354"/>
                    </a:cubicBezTo>
                    <a:cubicBezTo>
                      <a:pt x="89505" y="41354"/>
                      <a:pt x="89312" y="41354"/>
                      <a:pt x="89114" y="41354"/>
                    </a:cubicBezTo>
                    <a:cubicBezTo>
                      <a:pt x="89114" y="41162"/>
                      <a:pt x="89114" y="40969"/>
                      <a:pt x="89114" y="40771"/>
                    </a:cubicBezTo>
                    <a:cubicBezTo>
                      <a:pt x="88922" y="40771"/>
                      <a:pt x="88730" y="40771"/>
                      <a:pt x="88532" y="40771"/>
                    </a:cubicBezTo>
                    <a:cubicBezTo>
                      <a:pt x="88532" y="40387"/>
                      <a:pt x="88532" y="40002"/>
                      <a:pt x="88532" y="39606"/>
                    </a:cubicBezTo>
                    <a:cubicBezTo>
                      <a:pt x="88340" y="39606"/>
                      <a:pt x="88148" y="39606"/>
                      <a:pt x="87949" y="39606"/>
                    </a:cubicBezTo>
                    <a:cubicBezTo>
                      <a:pt x="87949" y="39414"/>
                      <a:pt x="87949" y="39222"/>
                      <a:pt x="87949" y="39024"/>
                    </a:cubicBezTo>
                    <a:cubicBezTo>
                      <a:pt x="87757" y="39024"/>
                      <a:pt x="87565" y="39024"/>
                      <a:pt x="87367" y="39024"/>
                    </a:cubicBezTo>
                    <a:cubicBezTo>
                      <a:pt x="87367" y="38832"/>
                      <a:pt x="87367" y="38640"/>
                      <a:pt x="87367" y="38441"/>
                    </a:cubicBezTo>
                    <a:cubicBezTo>
                      <a:pt x="87175" y="38441"/>
                      <a:pt x="86983" y="38441"/>
                      <a:pt x="86785" y="38441"/>
                    </a:cubicBezTo>
                    <a:cubicBezTo>
                      <a:pt x="86785" y="38057"/>
                      <a:pt x="86785" y="37673"/>
                      <a:pt x="86785" y="37277"/>
                    </a:cubicBezTo>
                    <a:cubicBezTo>
                      <a:pt x="86592" y="37277"/>
                      <a:pt x="86400" y="37277"/>
                      <a:pt x="86202" y="37277"/>
                    </a:cubicBezTo>
                    <a:cubicBezTo>
                      <a:pt x="86202" y="37084"/>
                      <a:pt x="86202" y="36892"/>
                      <a:pt x="86202" y="36694"/>
                    </a:cubicBezTo>
                    <a:cubicBezTo>
                      <a:pt x="86010" y="36694"/>
                      <a:pt x="85818" y="36694"/>
                      <a:pt x="85620" y="36694"/>
                    </a:cubicBezTo>
                    <a:cubicBezTo>
                      <a:pt x="85620" y="36502"/>
                      <a:pt x="85620" y="36310"/>
                      <a:pt x="85620" y="36112"/>
                    </a:cubicBezTo>
                    <a:cubicBezTo>
                      <a:pt x="85427" y="36112"/>
                      <a:pt x="85235" y="36112"/>
                      <a:pt x="85037" y="36112"/>
                    </a:cubicBezTo>
                    <a:cubicBezTo>
                      <a:pt x="85037" y="35919"/>
                      <a:pt x="85037" y="35727"/>
                      <a:pt x="85037" y="35529"/>
                    </a:cubicBezTo>
                    <a:cubicBezTo>
                      <a:pt x="84653" y="35529"/>
                      <a:pt x="84268" y="35529"/>
                      <a:pt x="83872" y="35529"/>
                    </a:cubicBezTo>
                    <a:cubicBezTo>
                      <a:pt x="83872" y="35337"/>
                      <a:pt x="83872" y="35145"/>
                      <a:pt x="83872" y="34947"/>
                    </a:cubicBezTo>
                    <a:cubicBezTo>
                      <a:pt x="83680" y="34947"/>
                      <a:pt x="83488" y="34947"/>
                      <a:pt x="83290" y="34947"/>
                    </a:cubicBezTo>
                    <a:cubicBezTo>
                      <a:pt x="83290" y="34755"/>
                      <a:pt x="83290" y="34562"/>
                      <a:pt x="83290" y="34364"/>
                    </a:cubicBezTo>
                    <a:cubicBezTo>
                      <a:pt x="83098" y="34364"/>
                      <a:pt x="82905" y="34364"/>
                      <a:pt x="82707" y="34364"/>
                    </a:cubicBezTo>
                    <a:cubicBezTo>
                      <a:pt x="82707" y="34172"/>
                      <a:pt x="82707" y="33980"/>
                      <a:pt x="82707" y="33782"/>
                    </a:cubicBezTo>
                    <a:cubicBezTo>
                      <a:pt x="82515" y="33782"/>
                      <a:pt x="82323" y="33782"/>
                      <a:pt x="82125" y="33782"/>
                    </a:cubicBezTo>
                    <a:cubicBezTo>
                      <a:pt x="82125" y="33590"/>
                      <a:pt x="82125" y="33397"/>
                      <a:pt x="82125" y="33199"/>
                    </a:cubicBezTo>
                    <a:cubicBezTo>
                      <a:pt x="81741" y="33199"/>
                      <a:pt x="81356" y="33199"/>
                      <a:pt x="80960" y="33199"/>
                    </a:cubicBezTo>
                    <a:cubicBezTo>
                      <a:pt x="80960" y="33007"/>
                      <a:pt x="80960" y="32815"/>
                      <a:pt x="80960" y="32617"/>
                    </a:cubicBezTo>
                    <a:cubicBezTo>
                      <a:pt x="80576" y="32617"/>
                      <a:pt x="80191" y="32617"/>
                      <a:pt x="79795" y="32617"/>
                    </a:cubicBezTo>
                    <a:cubicBezTo>
                      <a:pt x="79795" y="32425"/>
                      <a:pt x="79795" y="32233"/>
                      <a:pt x="79795" y="32035"/>
                    </a:cubicBezTo>
                    <a:cubicBezTo>
                      <a:pt x="79411" y="32035"/>
                      <a:pt x="79026" y="32035"/>
                      <a:pt x="78630" y="32035"/>
                    </a:cubicBezTo>
                    <a:cubicBezTo>
                      <a:pt x="78630" y="31842"/>
                      <a:pt x="78630" y="31650"/>
                      <a:pt x="78630" y="31452"/>
                    </a:cubicBezTo>
                    <a:cubicBezTo>
                      <a:pt x="78246" y="31452"/>
                      <a:pt x="77861" y="31452"/>
                      <a:pt x="77465" y="31452"/>
                    </a:cubicBezTo>
                    <a:cubicBezTo>
                      <a:pt x="77465" y="31260"/>
                      <a:pt x="77465" y="31068"/>
                      <a:pt x="77465" y="30870"/>
                    </a:cubicBezTo>
                    <a:cubicBezTo>
                      <a:pt x="77081" y="30870"/>
                      <a:pt x="76697" y="30870"/>
                      <a:pt x="76301" y="30870"/>
                    </a:cubicBezTo>
                    <a:cubicBezTo>
                      <a:pt x="76301" y="30677"/>
                      <a:pt x="76301" y="30485"/>
                      <a:pt x="76301" y="30287"/>
                    </a:cubicBezTo>
                    <a:cubicBezTo>
                      <a:pt x="75724" y="30287"/>
                      <a:pt x="75147" y="30287"/>
                      <a:pt x="74553" y="30287"/>
                    </a:cubicBezTo>
                    <a:cubicBezTo>
                      <a:pt x="74553" y="30095"/>
                      <a:pt x="74553" y="29903"/>
                      <a:pt x="74553" y="29705"/>
                    </a:cubicBezTo>
                    <a:cubicBezTo>
                      <a:pt x="73977" y="29705"/>
                      <a:pt x="73400" y="29705"/>
                      <a:pt x="72806" y="29705"/>
                    </a:cubicBezTo>
                    <a:cubicBezTo>
                      <a:pt x="72806" y="29513"/>
                      <a:pt x="72806" y="29320"/>
                      <a:pt x="72806" y="29122"/>
                    </a:cubicBezTo>
                    <a:cubicBezTo>
                      <a:pt x="71845" y="29122"/>
                      <a:pt x="70884" y="29122"/>
                      <a:pt x="69894" y="29122"/>
                    </a:cubicBezTo>
                    <a:cubicBezTo>
                      <a:pt x="69894" y="28930"/>
                      <a:pt x="69894" y="28738"/>
                      <a:pt x="69894" y="28540"/>
                    </a:cubicBezTo>
                    <a:cubicBezTo>
                      <a:pt x="58553" y="28540"/>
                      <a:pt x="47213" y="28540"/>
                      <a:pt x="35529" y="28540"/>
                    </a:cubicBezTo>
                    <a:close/>
                    <a:moveTo>
                      <a:pt x="8737" y="46013"/>
                    </a:moveTo>
                    <a:cubicBezTo>
                      <a:pt x="8737" y="46206"/>
                      <a:pt x="8737" y="46398"/>
                      <a:pt x="8737" y="46596"/>
                    </a:cubicBezTo>
                    <a:cubicBezTo>
                      <a:pt x="8352" y="46596"/>
                      <a:pt x="7968" y="46596"/>
                      <a:pt x="7572" y="46596"/>
                    </a:cubicBezTo>
                    <a:cubicBezTo>
                      <a:pt x="7572" y="46788"/>
                      <a:pt x="7572" y="46980"/>
                      <a:pt x="7572" y="47178"/>
                    </a:cubicBezTo>
                    <a:cubicBezTo>
                      <a:pt x="7187" y="47178"/>
                      <a:pt x="6803" y="47178"/>
                      <a:pt x="6407" y="47178"/>
                    </a:cubicBezTo>
                    <a:cubicBezTo>
                      <a:pt x="6407" y="47370"/>
                      <a:pt x="6407" y="47563"/>
                      <a:pt x="6407" y="47761"/>
                    </a:cubicBezTo>
                    <a:cubicBezTo>
                      <a:pt x="6215" y="47761"/>
                      <a:pt x="6022" y="47761"/>
                      <a:pt x="5824" y="47761"/>
                    </a:cubicBezTo>
                    <a:cubicBezTo>
                      <a:pt x="5824" y="47953"/>
                      <a:pt x="5824" y="48145"/>
                      <a:pt x="5824" y="48343"/>
                    </a:cubicBezTo>
                    <a:cubicBezTo>
                      <a:pt x="5632" y="48343"/>
                      <a:pt x="5440" y="48343"/>
                      <a:pt x="5242" y="48343"/>
                    </a:cubicBezTo>
                    <a:cubicBezTo>
                      <a:pt x="5242" y="48535"/>
                      <a:pt x="5242" y="48728"/>
                      <a:pt x="5242" y="48926"/>
                    </a:cubicBezTo>
                    <a:cubicBezTo>
                      <a:pt x="5050" y="48926"/>
                      <a:pt x="4858" y="48926"/>
                      <a:pt x="4660" y="48926"/>
                    </a:cubicBezTo>
                    <a:cubicBezTo>
                      <a:pt x="4660" y="49310"/>
                      <a:pt x="4660" y="49694"/>
                      <a:pt x="4660" y="50090"/>
                    </a:cubicBezTo>
                    <a:cubicBezTo>
                      <a:pt x="4467" y="50090"/>
                      <a:pt x="4275" y="50090"/>
                      <a:pt x="4077" y="50090"/>
                    </a:cubicBezTo>
                    <a:cubicBezTo>
                      <a:pt x="4077" y="50475"/>
                      <a:pt x="4077" y="50859"/>
                      <a:pt x="4077" y="51255"/>
                    </a:cubicBezTo>
                    <a:cubicBezTo>
                      <a:pt x="3885" y="51255"/>
                      <a:pt x="3693" y="51255"/>
                      <a:pt x="3495" y="51255"/>
                    </a:cubicBezTo>
                    <a:cubicBezTo>
                      <a:pt x="3495" y="53370"/>
                      <a:pt x="3495" y="55484"/>
                      <a:pt x="3495" y="57662"/>
                    </a:cubicBezTo>
                    <a:cubicBezTo>
                      <a:pt x="3302" y="57662"/>
                      <a:pt x="3110" y="57662"/>
                      <a:pt x="2912" y="57662"/>
                    </a:cubicBezTo>
                    <a:cubicBezTo>
                      <a:pt x="2912" y="59200"/>
                      <a:pt x="2912" y="60738"/>
                      <a:pt x="2912" y="62322"/>
                    </a:cubicBezTo>
                    <a:cubicBezTo>
                      <a:pt x="3104" y="62322"/>
                      <a:pt x="3297" y="62322"/>
                      <a:pt x="3495" y="62322"/>
                    </a:cubicBezTo>
                    <a:cubicBezTo>
                      <a:pt x="3495" y="63091"/>
                      <a:pt x="3495" y="63859"/>
                      <a:pt x="3495" y="64652"/>
                    </a:cubicBezTo>
                    <a:cubicBezTo>
                      <a:pt x="3687" y="64652"/>
                      <a:pt x="3879" y="64652"/>
                      <a:pt x="4077" y="64652"/>
                    </a:cubicBezTo>
                    <a:cubicBezTo>
                      <a:pt x="4077" y="65036"/>
                      <a:pt x="4077" y="65420"/>
                      <a:pt x="4077" y="65816"/>
                    </a:cubicBezTo>
                    <a:cubicBezTo>
                      <a:pt x="4269" y="65816"/>
                      <a:pt x="4462" y="65816"/>
                      <a:pt x="4660" y="65816"/>
                    </a:cubicBezTo>
                    <a:cubicBezTo>
                      <a:pt x="4660" y="66009"/>
                      <a:pt x="4660" y="66201"/>
                      <a:pt x="4660" y="66399"/>
                    </a:cubicBezTo>
                    <a:cubicBezTo>
                      <a:pt x="4852" y="66399"/>
                      <a:pt x="5044" y="66399"/>
                      <a:pt x="5242" y="66399"/>
                    </a:cubicBezTo>
                    <a:cubicBezTo>
                      <a:pt x="5242" y="66591"/>
                      <a:pt x="5242" y="66783"/>
                      <a:pt x="5242" y="66981"/>
                    </a:cubicBezTo>
                    <a:cubicBezTo>
                      <a:pt x="5434" y="66981"/>
                      <a:pt x="5626" y="66981"/>
                      <a:pt x="5824" y="66981"/>
                    </a:cubicBezTo>
                    <a:cubicBezTo>
                      <a:pt x="5824" y="67174"/>
                      <a:pt x="5824" y="67366"/>
                      <a:pt x="5824" y="67564"/>
                    </a:cubicBezTo>
                    <a:cubicBezTo>
                      <a:pt x="6017" y="67564"/>
                      <a:pt x="6209" y="67564"/>
                      <a:pt x="6407" y="67564"/>
                    </a:cubicBezTo>
                    <a:cubicBezTo>
                      <a:pt x="6407" y="67756"/>
                      <a:pt x="6407" y="67948"/>
                      <a:pt x="6407" y="68146"/>
                    </a:cubicBezTo>
                    <a:cubicBezTo>
                      <a:pt x="6599" y="68146"/>
                      <a:pt x="6791" y="68146"/>
                      <a:pt x="6989" y="68146"/>
                    </a:cubicBezTo>
                    <a:cubicBezTo>
                      <a:pt x="6989" y="68338"/>
                      <a:pt x="6989" y="68531"/>
                      <a:pt x="6989" y="68729"/>
                    </a:cubicBezTo>
                    <a:cubicBezTo>
                      <a:pt x="7374" y="68729"/>
                      <a:pt x="7758" y="68729"/>
                      <a:pt x="8154" y="68729"/>
                    </a:cubicBezTo>
                    <a:cubicBezTo>
                      <a:pt x="8154" y="68921"/>
                      <a:pt x="8154" y="69113"/>
                      <a:pt x="8154" y="69311"/>
                    </a:cubicBezTo>
                    <a:cubicBezTo>
                      <a:pt x="8539" y="69311"/>
                      <a:pt x="8923" y="69311"/>
                      <a:pt x="9319" y="69311"/>
                    </a:cubicBezTo>
                    <a:cubicBezTo>
                      <a:pt x="9319" y="69119"/>
                      <a:pt x="9319" y="68927"/>
                      <a:pt x="9319" y="68729"/>
                    </a:cubicBezTo>
                    <a:cubicBezTo>
                      <a:pt x="9511" y="68729"/>
                      <a:pt x="9704" y="68729"/>
                      <a:pt x="9902" y="68729"/>
                    </a:cubicBezTo>
                    <a:cubicBezTo>
                      <a:pt x="9902" y="61233"/>
                      <a:pt x="9902" y="53737"/>
                      <a:pt x="9902" y="46013"/>
                    </a:cubicBezTo>
                    <a:cubicBezTo>
                      <a:pt x="9517" y="46013"/>
                      <a:pt x="9133" y="46013"/>
                      <a:pt x="8737" y="46013"/>
                    </a:cubicBezTo>
                    <a:close/>
                    <a:moveTo>
                      <a:pt x="95521" y="46013"/>
                    </a:moveTo>
                    <a:cubicBezTo>
                      <a:pt x="95521" y="46206"/>
                      <a:pt x="95521" y="46398"/>
                      <a:pt x="95521" y="46596"/>
                    </a:cubicBezTo>
                    <a:cubicBezTo>
                      <a:pt x="95329" y="46596"/>
                      <a:pt x="95137" y="46596"/>
                      <a:pt x="94939" y="46596"/>
                    </a:cubicBezTo>
                    <a:cubicBezTo>
                      <a:pt x="94939" y="46980"/>
                      <a:pt x="94939" y="47365"/>
                      <a:pt x="94939" y="47761"/>
                    </a:cubicBezTo>
                    <a:cubicBezTo>
                      <a:pt x="95131" y="47761"/>
                      <a:pt x="95323" y="47761"/>
                      <a:pt x="95521" y="47761"/>
                    </a:cubicBezTo>
                    <a:cubicBezTo>
                      <a:pt x="95521" y="54872"/>
                      <a:pt x="95521" y="61984"/>
                      <a:pt x="95521" y="69311"/>
                    </a:cubicBezTo>
                    <a:cubicBezTo>
                      <a:pt x="96098" y="69311"/>
                      <a:pt x="96675" y="69311"/>
                      <a:pt x="97269" y="69311"/>
                    </a:cubicBezTo>
                    <a:cubicBezTo>
                      <a:pt x="97269" y="69119"/>
                      <a:pt x="97269" y="68927"/>
                      <a:pt x="97269" y="68729"/>
                    </a:cubicBezTo>
                    <a:cubicBezTo>
                      <a:pt x="97653" y="68729"/>
                      <a:pt x="98037" y="68729"/>
                      <a:pt x="98434" y="68729"/>
                    </a:cubicBezTo>
                    <a:cubicBezTo>
                      <a:pt x="98434" y="68537"/>
                      <a:pt x="98434" y="68344"/>
                      <a:pt x="98434" y="68146"/>
                    </a:cubicBezTo>
                    <a:cubicBezTo>
                      <a:pt x="98626" y="68146"/>
                      <a:pt x="98818" y="68146"/>
                      <a:pt x="99016" y="68146"/>
                    </a:cubicBezTo>
                    <a:cubicBezTo>
                      <a:pt x="99016" y="67954"/>
                      <a:pt x="99016" y="67762"/>
                      <a:pt x="99016" y="67564"/>
                    </a:cubicBezTo>
                    <a:cubicBezTo>
                      <a:pt x="99208" y="67564"/>
                      <a:pt x="99400" y="67564"/>
                      <a:pt x="99598" y="67564"/>
                    </a:cubicBezTo>
                    <a:cubicBezTo>
                      <a:pt x="99598" y="67372"/>
                      <a:pt x="99598" y="67179"/>
                      <a:pt x="99598" y="66981"/>
                    </a:cubicBezTo>
                    <a:cubicBezTo>
                      <a:pt x="99791" y="66981"/>
                      <a:pt x="99983" y="66981"/>
                      <a:pt x="100181" y="66981"/>
                    </a:cubicBezTo>
                    <a:cubicBezTo>
                      <a:pt x="100181" y="66789"/>
                      <a:pt x="100181" y="66597"/>
                      <a:pt x="100181" y="66399"/>
                    </a:cubicBezTo>
                    <a:cubicBezTo>
                      <a:pt x="100373" y="66399"/>
                      <a:pt x="100565" y="66399"/>
                      <a:pt x="100763" y="66399"/>
                    </a:cubicBezTo>
                    <a:cubicBezTo>
                      <a:pt x="100763" y="66015"/>
                      <a:pt x="100763" y="65630"/>
                      <a:pt x="100763" y="65234"/>
                    </a:cubicBezTo>
                    <a:cubicBezTo>
                      <a:pt x="100956" y="65234"/>
                      <a:pt x="101148" y="65234"/>
                      <a:pt x="101346" y="65234"/>
                    </a:cubicBezTo>
                    <a:cubicBezTo>
                      <a:pt x="101346" y="64657"/>
                      <a:pt x="101346" y="64081"/>
                      <a:pt x="101346" y="63487"/>
                    </a:cubicBezTo>
                    <a:cubicBezTo>
                      <a:pt x="101538" y="63487"/>
                      <a:pt x="101730" y="63487"/>
                      <a:pt x="101928" y="63487"/>
                    </a:cubicBezTo>
                    <a:cubicBezTo>
                      <a:pt x="101928" y="59643"/>
                      <a:pt x="101928" y="55798"/>
                      <a:pt x="101928" y="51838"/>
                    </a:cubicBezTo>
                    <a:cubicBezTo>
                      <a:pt x="101736" y="51838"/>
                      <a:pt x="101544" y="51838"/>
                      <a:pt x="101346" y="51838"/>
                    </a:cubicBezTo>
                    <a:cubicBezTo>
                      <a:pt x="101346" y="51453"/>
                      <a:pt x="101346" y="51069"/>
                      <a:pt x="101346" y="50673"/>
                    </a:cubicBezTo>
                    <a:cubicBezTo>
                      <a:pt x="101154" y="50673"/>
                      <a:pt x="100961" y="50673"/>
                      <a:pt x="100763" y="50673"/>
                    </a:cubicBezTo>
                    <a:cubicBezTo>
                      <a:pt x="100763" y="50288"/>
                      <a:pt x="100763" y="49904"/>
                      <a:pt x="100763" y="49508"/>
                    </a:cubicBezTo>
                    <a:cubicBezTo>
                      <a:pt x="100571" y="49508"/>
                      <a:pt x="100379" y="49508"/>
                      <a:pt x="100181" y="49508"/>
                    </a:cubicBezTo>
                    <a:cubicBezTo>
                      <a:pt x="100181" y="49316"/>
                      <a:pt x="100181" y="49124"/>
                      <a:pt x="100181" y="48926"/>
                    </a:cubicBezTo>
                    <a:cubicBezTo>
                      <a:pt x="99989" y="48926"/>
                      <a:pt x="99796" y="48926"/>
                      <a:pt x="99598" y="48926"/>
                    </a:cubicBezTo>
                    <a:cubicBezTo>
                      <a:pt x="99598" y="48733"/>
                      <a:pt x="99598" y="48541"/>
                      <a:pt x="99598" y="48343"/>
                    </a:cubicBezTo>
                    <a:cubicBezTo>
                      <a:pt x="99406" y="48343"/>
                      <a:pt x="99214" y="48343"/>
                      <a:pt x="99016" y="48343"/>
                    </a:cubicBezTo>
                    <a:cubicBezTo>
                      <a:pt x="99016" y="48151"/>
                      <a:pt x="99016" y="47959"/>
                      <a:pt x="99016" y="47761"/>
                    </a:cubicBezTo>
                    <a:cubicBezTo>
                      <a:pt x="98824" y="47761"/>
                      <a:pt x="98632" y="47761"/>
                      <a:pt x="98434" y="47761"/>
                    </a:cubicBezTo>
                    <a:cubicBezTo>
                      <a:pt x="98434" y="47568"/>
                      <a:pt x="98434" y="47376"/>
                      <a:pt x="98434" y="47178"/>
                    </a:cubicBezTo>
                    <a:cubicBezTo>
                      <a:pt x="98241" y="47178"/>
                      <a:pt x="98049" y="47178"/>
                      <a:pt x="97851" y="47178"/>
                    </a:cubicBezTo>
                    <a:cubicBezTo>
                      <a:pt x="97851" y="46986"/>
                      <a:pt x="97851" y="46794"/>
                      <a:pt x="97851" y="46596"/>
                    </a:cubicBezTo>
                    <a:cubicBezTo>
                      <a:pt x="97274" y="46596"/>
                      <a:pt x="96698" y="46596"/>
                      <a:pt x="96104" y="46596"/>
                    </a:cubicBezTo>
                    <a:cubicBezTo>
                      <a:pt x="96104" y="46404"/>
                      <a:pt x="96104" y="46211"/>
                      <a:pt x="96104" y="46013"/>
                    </a:cubicBezTo>
                    <a:cubicBezTo>
                      <a:pt x="95912" y="46013"/>
                      <a:pt x="95719" y="46013"/>
                      <a:pt x="95521" y="46013"/>
                    </a:cubicBezTo>
                    <a:close/>
                  </a:path>
                </a:pathLst>
              </a:custGeom>
              <a:solidFill>
                <a:srgbClr val="251047"/>
              </a:solidFill>
              <a:ln w="3699" cap="flat">
                <a:noFill/>
              </a:ln>
            </p:spPr>
          </p:sp>
          <p:sp>
            <p:nvSpPr>
              <p:cNvPr id="871" name="ICON_AGENT_ROBOT_path_004"/>
              <p:cNvSpPr/>
              <p:nvPr/>
            </p:nvSpPr>
            <p:spPr>
              <a:xfrm>
                <a:off x="1180120" y="4013909"/>
                <a:ext cx="784090" cy="414236"/>
              </a:xfrm>
              <a:custGeom>
                <a:avLst/>
                <a:gdLst/>
                <a:ahLst/>
                <a:cxnLst/>
                <a:rect l="0" t="0" r="r" b="b"/>
                <a:pathLst>
                  <a:path w="61739" h="32617" fill="norm" stroke="0">
                    <a:moveTo>
                      <a:pt x="13396" y="0"/>
                    </a:moveTo>
                    <a:cubicBezTo>
                      <a:pt x="25313" y="0"/>
                      <a:pt x="37230" y="0"/>
                      <a:pt x="49508" y="0"/>
                    </a:cubicBezTo>
                    <a:cubicBezTo>
                      <a:pt x="49508" y="192"/>
                      <a:pt x="49508" y="384"/>
                      <a:pt x="49508" y="582"/>
                    </a:cubicBezTo>
                    <a:cubicBezTo>
                      <a:pt x="50085" y="582"/>
                      <a:pt x="50661" y="582"/>
                      <a:pt x="51255" y="582"/>
                    </a:cubicBezTo>
                    <a:cubicBezTo>
                      <a:pt x="51255" y="775"/>
                      <a:pt x="51255" y="967"/>
                      <a:pt x="51255" y="1165"/>
                    </a:cubicBezTo>
                    <a:cubicBezTo>
                      <a:pt x="51640" y="1165"/>
                      <a:pt x="52024" y="1165"/>
                      <a:pt x="52420" y="1165"/>
                    </a:cubicBezTo>
                    <a:cubicBezTo>
                      <a:pt x="52420" y="1357"/>
                      <a:pt x="52420" y="1549"/>
                      <a:pt x="52420" y="1747"/>
                    </a:cubicBezTo>
                    <a:cubicBezTo>
                      <a:pt x="52805" y="1747"/>
                      <a:pt x="53189" y="1747"/>
                      <a:pt x="53585" y="1747"/>
                    </a:cubicBezTo>
                    <a:cubicBezTo>
                      <a:pt x="53585" y="1940"/>
                      <a:pt x="53585" y="2132"/>
                      <a:pt x="53585" y="2330"/>
                    </a:cubicBezTo>
                    <a:cubicBezTo>
                      <a:pt x="53970" y="2330"/>
                      <a:pt x="54354" y="2330"/>
                      <a:pt x="54750" y="2330"/>
                    </a:cubicBezTo>
                    <a:cubicBezTo>
                      <a:pt x="54750" y="2522"/>
                      <a:pt x="54750" y="2714"/>
                      <a:pt x="54750" y="2912"/>
                    </a:cubicBezTo>
                    <a:cubicBezTo>
                      <a:pt x="54942" y="2912"/>
                      <a:pt x="55134" y="2912"/>
                      <a:pt x="55332" y="2912"/>
                    </a:cubicBezTo>
                    <a:cubicBezTo>
                      <a:pt x="55332" y="3104"/>
                      <a:pt x="55332" y="3297"/>
                      <a:pt x="55332" y="3495"/>
                    </a:cubicBezTo>
                    <a:cubicBezTo>
                      <a:pt x="55525" y="3495"/>
                      <a:pt x="55717" y="3495"/>
                      <a:pt x="55915" y="3495"/>
                    </a:cubicBezTo>
                    <a:cubicBezTo>
                      <a:pt x="55915" y="3687"/>
                      <a:pt x="55915" y="3879"/>
                      <a:pt x="55915" y="4077"/>
                    </a:cubicBezTo>
                    <a:cubicBezTo>
                      <a:pt x="56107" y="4077"/>
                      <a:pt x="56299" y="4077"/>
                      <a:pt x="56497" y="4077"/>
                    </a:cubicBezTo>
                    <a:cubicBezTo>
                      <a:pt x="56497" y="4269"/>
                      <a:pt x="56497" y="4462"/>
                      <a:pt x="56497" y="4660"/>
                    </a:cubicBezTo>
                    <a:cubicBezTo>
                      <a:pt x="56882" y="4660"/>
                      <a:pt x="57266" y="4660"/>
                      <a:pt x="57662" y="4660"/>
                    </a:cubicBezTo>
                    <a:cubicBezTo>
                      <a:pt x="57662" y="4852"/>
                      <a:pt x="57662" y="5044"/>
                      <a:pt x="57662" y="5242"/>
                    </a:cubicBezTo>
                    <a:cubicBezTo>
                      <a:pt x="57854" y="5242"/>
                      <a:pt x="58047" y="5242"/>
                      <a:pt x="58245" y="5242"/>
                    </a:cubicBezTo>
                    <a:cubicBezTo>
                      <a:pt x="58245" y="5626"/>
                      <a:pt x="58245" y="6011"/>
                      <a:pt x="58245" y="6407"/>
                    </a:cubicBezTo>
                    <a:cubicBezTo>
                      <a:pt x="58437" y="6407"/>
                      <a:pt x="58629" y="6407"/>
                      <a:pt x="58827" y="6407"/>
                    </a:cubicBezTo>
                    <a:cubicBezTo>
                      <a:pt x="58827" y="6599"/>
                      <a:pt x="58827" y="6791"/>
                      <a:pt x="58827" y="6989"/>
                    </a:cubicBezTo>
                    <a:cubicBezTo>
                      <a:pt x="59019" y="6989"/>
                      <a:pt x="59212" y="6989"/>
                      <a:pt x="59410" y="6989"/>
                    </a:cubicBezTo>
                    <a:cubicBezTo>
                      <a:pt x="59410" y="7374"/>
                      <a:pt x="59410" y="7758"/>
                      <a:pt x="59410" y="8154"/>
                    </a:cubicBezTo>
                    <a:cubicBezTo>
                      <a:pt x="59602" y="8154"/>
                      <a:pt x="59794" y="8154"/>
                      <a:pt x="59992" y="8154"/>
                    </a:cubicBezTo>
                    <a:cubicBezTo>
                      <a:pt x="59992" y="8346"/>
                      <a:pt x="59992" y="8539"/>
                      <a:pt x="59992" y="8737"/>
                    </a:cubicBezTo>
                    <a:cubicBezTo>
                      <a:pt x="60184" y="8737"/>
                      <a:pt x="60376" y="8737"/>
                      <a:pt x="60574" y="8737"/>
                    </a:cubicBezTo>
                    <a:cubicBezTo>
                      <a:pt x="60574" y="9313"/>
                      <a:pt x="60574" y="9890"/>
                      <a:pt x="60574" y="10484"/>
                    </a:cubicBezTo>
                    <a:cubicBezTo>
                      <a:pt x="60767" y="10484"/>
                      <a:pt x="60959" y="10484"/>
                      <a:pt x="61157" y="10484"/>
                    </a:cubicBezTo>
                    <a:cubicBezTo>
                      <a:pt x="61157" y="11061"/>
                      <a:pt x="61157" y="11637"/>
                      <a:pt x="61157" y="12231"/>
                    </a:cubicBezTo>
                    <a:cubicBezTo>
                      <a:pt x="61349" y="12231"/>
                      <a:pt x="61541" y="12231"/>
                      <a:pt x="61739" y="12231"/>
                    </a:cubicBezTo>
                    <a:cubicBezTo>
                      <a:pt x="61739" y="14922"/>
                      <a:pt x="61739" y="17613"/>
                      <a:pt x="61739" y="20386"/>
                    </a:cubicBezTo>
                    <a:cubicBezTo>
                      <a:pt x="61547" y="20386"/>
                      <a:pt x="61355" y="20386"/>
                      <a:pt x="61157" y="20386"/>
                    </a:cubicBezTo>
                    <a:cubicBezTo>
                      <a:pt x="61157" y="20962"/>
                      <a:pt x="61157" y="21539"/>
                      <a:pt x="61157" y="22133"/>
                    </a:cubicBezTo>
                    <a:cubicBezTo>
                      <a:pt x="60965" y="22133"/>
                      <a:pt x="60772" y="22133"/>
                      <a:pt x="60574" y="22133"/>
                    </a:cubicBezTo>
                    <a:cubicBezTo>
                      <a:pt x="60574" y="22517"/>
                      <a:pt x="60574" y="22902"/>
                      <a:pt x="60574" y="23298"/>
                    </a:cubicBezTo>
                    <a:cubicBezTo>
                      <a:pt x="60382" y="23298"/>
                      <a:pt x="60190" y="23298"/>
                      <a:pt x="59992" y="23298"/>
                    </a:cubicBezTo>
                    <a:cubicBezTo>
                      <a:pt x="59992" y="23682"/>
                      <a:pt x="59992" y="24067"/>
                      <a:pt x="59992" y="24463"/>
                    </a:cubicBezTo>
                    <a:cubicBezTo>
                      <a:pt x="59800" y="24463"/>
                      <a:pt x="59608" y="24463"/>
                      <a:pt x="59410" y="24463"/>
                    </a:cubicBezTo>
                    <a:cubicBezTo>
                      <a:pt x="59410" y="24847"/>
                      <a:pt x="59410" y="25232"/>
                      <a:pt x="59410" y="25628"/>
                    </a:cubicBezTo>
                    <a:cubicBezTo>
                      <a:pt x="59217" y="25628"/>
                      <a:pt x="59025" y="25628"/>
                      <a:pt x="58827" y="25628"/>
                    </a:cubicBezTo>
                    <a:cubicBezTo>
                      <a:pt x="58827" y="25820"/>
                      <a:pt x="58827" y="26012"/>
                      <a:pt x="58827" y="26210"/>
                    </a:cubicBezTo>
                    <a:cubicBezTo>
                      <a:pt x="58635" y="26210"/>
                      <a:pt x="58443" y="26210"/>
                      <a:pt x="58245" y="26210"/>
                    </a:cubicBezTo>
                    <a:cubicBezTo>
                      <a:pt x="58245" y="26595"/>
                      <a:pt x="58245" y="26979"/>
                      <a:pt x="58245" y="27375"/>
                    </a:cubicBezTo>
                    <a:cubicBezTo>
                      <a:pt x="58052" y="27375"/>
                      <a:pt x="57860" y="27375"/>
                      <a:pt x="57662" y="27375"/>
                    </a:cubicBezTo>
                    <a:cubicBezTo>
                      <a:pt x="57662" y="27567"/>
                      <a:pt x="57662" y="27759"/>
                      <a:pt x="57662" y="27957"/>
                    </a:cubicBezTo>
                    <a:cubicBezTo>
                      <a:pt x="57470" y="27957"/>
                      <a:pt x="57278" y="27957"/>
                      <a:pt x="57080" y="27957"/>
                    </a:cubicBezTo>
                    <a:cubicBezTo>
                      <a:pt x="57080" y="28150"/>
                      <a:pt x="57080" y="28342"/>
                      <a:pt x="57080" y="28540"/>
                    </a:cubicBezTo>
                    <a:cubicBezTo>
                      <a:pt x="56695" y="28540"/>
                      <a:pt x="56311" y="28540"/>
                      <a:pt x="55915" y="28540"/>
                    </a:cubicBezTo>
                    <a:cubicBezTo>
                      <a:pt x="55915" y="28732"/>
                      <a:pt x="55915" y="28924"/>
                      <a:pt x="55915" y="29122"/>
                    </a:cubicBezTo>
                    <a:cubicBezTo>
                      <a:pt x="55723" y="29122"/>
                      <a:pt x="55530" y="29122"/>
                      <a:pt x="55332" y="29122"/>
                    </a:cubicBezTo>
                    <a:cubicBezTo>
                      <a:pt x="55332" y="29315"/>
                      <a:pt x="55332" y="29507"/>
                      <a:pt x="55332" y="29705"/>
                    </a:cubicBezTo>
                    <a:cubicBezTo>
                      <a:pt x="55140" y="29705"/>
                      <a:pt x="54948" y="29705"/>
                      <a:pt x="54750" y="29705"/>
                    </a:cubicBezTo>
                    <a:cubicBezTo>
                      <a:pt x="54750" y="29897"/>
                      <a:pt x="54750" y="30089"/>
                      <a:pt x="54750" y="30287"/>
                    </a:cubicBezTo>
                    <a:cubicBezTo>
                      <a:pt x="54366" y="30287"/>
                      <a:pt x="53981" y="30287"/>
                      <a:pt x="53585" y="30287"/>
                    </a:cubicBezTo>
                    <a:cubicBezTo>
                      <a:pt x="53585" y="30479"/>
                      <a:pt x="53585" y="30672"/>
                      <a:pt x="53585" y="30870"/>
                    </a:cubicBezTo>
                    <a:cubicBezTo>
                      <a:pt x="53201" y="30870"/>
                      <a:pt x="52816" y="30870"/>
                      <a:pt x="52420" y="30870"/>
                    </a:cubicBezTo>
                    <a:cubicBezTo>
                      <a:pt x="52420" y="31062"/>
                      <a:pt x="52420" y="31254"/>
                      <a:pt x="52420" y="31452"/>
                    </a:cubicBezTo>
                    <a:cubicBezTo>
                      <a:pt x="52036" y="31452"/>
                      <a:pt x="51651" y="31452"/>
                      <a:pt x="51255" y="31452"/>
                    </a:cubicBezTo>
                    <a:cubicBezTo>
                      <a:pt x="51255" y="31644"/>
                      <a:pt x="51255" y="31837"/>
                      <a:pt x="51255" y="32035"/>
                    </a:cubicBezTo>
                    <a:cubicBezTo>
                      <a:pt x="50486" y="32035"/>
                      <a:pt x="49718" y="32035"/>
                      <a:pt x="48926" y="32035"/>
                    </a:cubicBezTo>
                    <a:cubicBezTo>
                      <a:pt x="48926" y="32227"/>
                      <a:pt x="48926" y="32419"/>
                      <a:pt x="48926" y="32617"/>
                    </a:cubicBezTo>
                    <a:cubicBezTo>
                      <a:pt x="37009" y="32617"/>
                      <a:pt x="25092" y="32617"/>
                      <a:pt x="12814" y="32617"/>
                    </a:cubicBezTo>
                    <a:cubicBezTo>
                      <a:pt x="12814" y="32425"/>
                      <a:pt x="12814" y="32233"/>
                      <a:pt x="12814" y="32035"/>
                    </a:cubicBezTo>
                    <a:cubicBezTo>
                      <a:pt x="12237" y="32035"/>
                      <a:pt x="11661" y="32035"/>
                      <a:pt x="11066" y="32035"/>
                    </a:cubicBezTo>
                    <a:cubicBezTo>
                      <a:pt x="11066" y="31842"/>
                      <a:pt x="11066" y="31650"/>
                      <a:pt x="11066" y="31452"/>
                    </a:cubicBezTo>
                    <a:cubicBezTo>
                      <a:pt x="10682" y="31452"/>
                      <a:pt x="10298" y="31452"/>
                      <a:pt x="9902" y="31452"/>
                    </a:cubicBezTo>
                    <a:cubicBezTo>
                      <a:pt x="9902" y="31260"/>
                      <a:pt x="9902" y="31068"/>
                      <a:pt x="9902" y="30870"/>
                    </a:cubicBezTo>
                    <a:cubicBezTo>
                      <a:pt x="9517" y="30870"/>
                      <a:pt x="9133" y="30870"/>
                      <a:pt x="8737" y="30870"/>
                    </a:cubicBezTo>
                    <a:cubicBezTo>
                      <a:pt x="8737" y="30677"/>
                      <a:pt x="8737" y="30485"/>
                      <a:pt x="8737" y="30287"/>
                    </a:cubicBezTo>
                    <a:cubicBezTo>
                      <a:pt x="8352" y="30287"/>
                      <a:pt x="7968" y="30287"/>
                      <a:pt x="7572" y="30287"/>
                    </a:cubicBezTo>
                    <a:cubicBezTo>
                      <a:pt x="7572" y="30095"/>
                      <a:pt x="7572" y="29903"/>
                      <a:pt x="7572" y="29705"/>
                    </a:cubicBezTo>
                    <a:cubicBezTo>
                      <a:pt x="7380" y="29705"/>
                      <a:pt x="7187" y="29705"/>
                      <a:pt x="6989" y="29705"/>
                    </a:cubicBezTo>
                    <a:cubicBezTo>
                      <a:pt x="6989" y="29513"/>
                      <a:pt x="6989" y="29320"/>
                      <a:pt x="6989" y="29122"/>
                    </a:cubicBezTo>
                    <a:cubicBezTo>
                      <a:pt x="6605" y="29122"/>
                      <a:pt x="6221" y="29122"/>
                      <a:pt x="5824" y="29122"/>
                    </a:cubicBezTo>
                    <a:cubicBezTo>
                      <a:pt x="5824" y="28930"/>
                      <a:pt x="5824" y="28738"/>
                      <a:pt x="5824" y="28540"/>
                    </a:cubicBezTo>
                    <a:cubicBezTo>
                      <a:pt x="5632" y="28540"/>
                      <a:pt x="5440" y="28540"/>
                      <a:pt x="5242" y="28540"/>
                    </a:cubicBezTo>
                    <a:cubicBezTo>
                      <a:pt x="5242" y="28348"/>
                      <a:pt x="5242" y="28155"/>
                      <a:pt x="5242" y="27957"/>
                    </a:cubicBezTo>
                    <a:cubicBezTo>
                      <a:pt x="5050" y="27957"/>
                      <a:pt x="4858" y="27957"/>
                      <a:pt x="4660" y="27957"/>
                    </a:cubicBezTo>
                    <a:cubicBezTo>
                      <a:pt x="4660" y="27765"/>
                      <a:pt x="4660" y="27573"/>
                      <a:pt x="4660" y="27375"/>
                    </a:cubicBezTo>
                    <a:cubicBezTo>
                      <a:pt x="4467" y="27375"/>
                      <a:pt x="4275" y="27375"/>
                      <a:pt x="4077" y="27375"/>
                    </a:cubicBezTo>
                    <a:cubicBezTo>
                      <a:pt x="4077" y="27183"/>
                      <a:pt x="4077" y="26991"/>
                      <a:pt x="4077" y="26793"/>
                    </a:cubicBezTo>
                    <a:cubicBezTo>
                      <a:pt x="3885" y="26793"/>
                      <a:pt x="3693" y="26793"/>
                      <a:pt x="3495" y="26793"/>
                    </a:cubicBezTo>
                    <a:cubicBezTo>
                      <a:pt x="3495" y="26408"/>
                      <a:pt x="3495" y="26024"/>
                      <a:pt x="3495" y="25628"/>
                    </a:cubicBezTo>
                    <a:cubicBezTo>
                      <a:pt x="3302" y="25628"/>
                      <a:pt x="3110" y="25628"/>
                      <a:pt x="2912" y="25628"/>
                    </a:cubicBezTo>
                    <a:cubicBezTo>
                      <a:pt x="2912" y="25435"/>
                      <a:pt x="2912" y="25243"/>
                      <a:pt x="2912" y="25045"/>
                    </a:cubicBezTo>
                    <a:cubicBezTo>
                      <a:pt x="2720" y="25045"/>
                      <a:pt x="2528" y="25045"/>
                      <a:pt x="2330" y="25045"/>
                    </a:cubicBezTo>
                    <a:cubicBezTo>
                      <a:pt x="2330" y="24661"/>
                      <a:pt x="2330" y="24276"/>
                      <a:pt x="2330" y="23880"/>
                    </a:cubicBezTo>
                    <a:cubicBezTo>
                      <a:pt x="2138" y="23880"/>
                      <a:pt x="1945" y="23880"/>
                      <a:pt x="1747" y="23880"/>
                    </a:cubicBezTo>
                    <a:cubicBezTo>
                      <a:pt x="1747" y="23496"/>
                      <a:pt x="1747" y="23111"/>
                      <a:pt x="1747" y="22715"/>
                    </a:cubicBezTo>
                    <a:cubicBezTo>
                      <a:pt x="1555" y="22715"/>
                      <a:pt x="1363" y="22715"/>
                      <a:pt x="1165" y="22715"/>
                    </a:cubicBezTo>
                    <a:cubicBezTo>
                      <a:pt x="1165" y="22139"/>
                      <a:pt x="1165" y="21562"/>
                      <a:pt x="1165" y="20968"/>
                    </a:cubicBezTo>
                    <a:cubicBezTo>
                      <a:pt x="973" y="20968"/>
                      <a:pt x="780" y="20968"/>
                      <a:pt x="582" y="20968"/>
                    </a:cubicBezTo>
                    <a:cubicBezTo>
                      <a:pt x="582" y="19815"/>
                      <a:pt x="582" y="18662"/>
                      <a:pt x="582" y="17473"/>
                    </a:cubicBezTo>
                    <a:cubicBezTo>
                      <a:pt x="390" y="17473"/>
                      <a:pt x="198" y="17473"/>
                      <a:pt x="0" y="17473"/>
                    </a:cubicBezTo>
                    <a:cubicBezTo>
                      <a:pt x="0" y="16512"/>
                      <a:pt x="0" y="15551"/>
                      <a:pt x="0" y="14561"/>
                    </a:cubicBezTo>
                    <a:cubicBezTo>
                      <a:pt x="192" y="14561"/>
                      <a:pt x="384" y="14561"/>
                      <a:pt x="582" y="14561"/>
                    </a:cubicBezTo>
                    <a:cubicBezTo>
                      <a:pt x="582" y="13600"/>
                      <a:pt x="582" y="12639"/>
                      <a:pt x="582" y="11649"/>
                    </a:cubicBezTo>
                    <a:cubicBezTo>
                      <a:pt x="775" y="11649"/>
                      <a:pt x="967" y="11649"/>
                      <a:pt x="1165" y="11649"/>
                    </a:cubicBezTo>
                    <a:cubicBezTo>
                      <a:pt x="1165" y="11072"/>
                      <a:pt x="1165" y="10496"/>
                      <a:pt x="1165" y="9902"/>
                    </a:cubicBezTo>
                    <a:cubicBezTo>
                      <a:pt x="1357" y="9902"/>
                      <a:pt x="1549" y="9902"/>
                      <a:pt x="1747" y="9902"/>
                    </a:cubicBezTo>
                    <a:cubicBezTo>
                      <a:pt x="1747" y="9517"/>
                      <a:pt x="1747" y="9133"/>
                      <a:pt x="1747" y="8737"/>
                    </a:cubicBezTo>
                    <a:cubicBezTo>
                      <a:pt x="1940" y="8737"/>
                      <a:pt x="2132" y="8737"/>
                      <a:pt x="2330" y="8737"/>
                    </a:cubicBezTo>
                    <a:cubicBezTo>
                      <a:pt x="2330" y="8352"/>
                      <a:pt x="2330" y="7968"/>
                      <a:pt x="2330" y="7572"/>
                    </a:cubicBezTo>
                    <a:cubicBezTo>
                      <a:pt x="2522" y="7572"/>
                      <a:pt x="2714" y="7572"/>
                      <a:pt x="2912" y="7572"/>
                    </a:cubicBezTo>
                    <a:cubicBezTo>
                      <a:pt x="2912" y="7380"/>
                      <a:pt x="2912" y="7187"/>
                      <a:pt x="2912" y="6989"/>
                    </a:cubicBezTo>
                    <a:cubicBezTo>
                      <a:pt x="3104" y="6989"/>
                      <a:pt x="3297" y="6989"/>
                      <a:pt x="3495" y="6989"/>
                    </a:cubicBezTo>
                    <a:cubicBezTo>
                      <a:pt x="3495" y="6797"/>
                      <a:pt x="3495" y="6605"/>
                      <a:pt x="3495" y="6407"/>
                    </a:cubicBezTo>
                    <a:cubicBezTo>
                      <a:pt x="3687" y="6407"/>
                      <a:pt x="3879" y="6407"/>
                      <a:pt x="4077" y="6407"/>
                    </a:cubicBezTo>
                    <a:cubicBezTo>
                      <a:pt x="4077" y="6022"/>
                      <a:pt x="4077" y="5638"/>
                      <a:pt x="4077" y="5242"/>
                    </a:cubicBezTo>
                    <a:cubicBezTo>
                      <a:pt x="4269" y="5242"/>
                      <a:pt x="4462" y="5242"/>
                      <a:pt x="4660" y="5242"/>
                    </a:cubicBezTo>
                    <a:cubicBezTo>
                      <a:pt x="4660" y="5050"/>
                      <a:pt x="4660" y="4858"/>
                      <a:pt x="4660" y="4660"/>
                    </a:cubicBezTo>
                    <a:cubicBezTo>
                      <a:pt x="4852" y="4660"/>
                      <a:pt x="5044" y="4660"/>
                      <a:pt x="5242" y="4660"/>
                    </a:cubicBezTo>
                    <a:cubicBezTo>
                      <a:pt x="5242" y="4467"/>
                      <a:pt x="5242" y="4275"/>
                      <a:pt x="5242" y="4077"/>
                    </a:cubicBezTo>
                    <a:cubicBezTo>
                      <a:pt x="5626" y="4077"/>
                      <a:pt x="6011" y="4077"/>
                      <a:pt x="6407" y="4077"/>
                    </a:cubicBezTo>
                    <a:cubicBezTo>
                      <a:pt x="6407" y="3885"/>
                      <a:pt x="6407" y="3693"/>
                      <a:pt x="6407" y="3495"/>
                    </a:cubicBezTo>
                    <a:cubicBezTo>
                      <a:pt x="6599" y="3495"/>
                      <a:pt x="6791" y="3495"/>
                      <a:pt x="6989" y="3495"/>
                    </a:cubicBezTo>
                    <a:cubicBezTo>
                      <a:pt x="6989" y="3302"/>
                      <a:pt x="6989" y="3110"/>
                      <a:pt x="6989" y="2912"/>
                    </a:cubicBezTo>
                    <a:cubicBezTo>
                      <a:pt x="7182" y="2912"/>
                      <a:pt x="7374" y="2912"/>
                      <a:pt x="7572" y="2912"/>
                    </a:cubicBezTo>
                    <a:cubicBezTo>
                      <a:pt x="7572" y="2720"/>
                      <a:pt x="7572" y="2528"/>
                      <a:pt x="7572" y="2330"/>
                    </a:cubicBezTo>
                    <a:cubicBezTo>
                      <a:pt x="7956" y="2330"/>
                      <a:pt x="8341" y="2330"/>
                      <a:pt x="8737" y="2330"/>
                    </a:cubicBezTo>
                    <a:cubicBezTo>
                      <a:pt x="8737" y="2138"/>
                      <a:pt x="8737" y="1945"/>
                      <a:pt x="8737" y="1747"/>
                    </a:cubicBezTo>
                    <a:cubicBezTo>
                      <a:pt x="9121" y="1747"/>
                      <a:pt x="9506" y="1747"/>
                      <a:pt x="9902" y="1747"/>
                    </a:cubicBezTo>
                    <a:cubicBezTo>
                      <a:pt x="9902" y="1555"/>
                      <a:pt x="9902" y="1363"/>
                      <a:pt x="9902" y="1165"/>
                    </a:cubicBezTo>
                    <a:cubicBezTo>
                      <a:pt x="10286" y="1165"/>
                      <a:pt x="10670" y="1165"/>
                      <a:pt x="11066" y="1165"/>
                    </a:cubicBezTo>
                    <a:cubicBezTo>
                      <a:pt x="11066" y="973"/>
                      <a:pt x="11066" y="780"/>
                      <a:pt x="11066" y="582"/>
                    </a:cubicBezTo>
                    <a:cubicBezTo>
                      <a:pt x="11835" y="582"/>
                      <a:pt x="12604" y="582"/>
                      <a:pt x="13396" y="582"/>
                    </a:cubicBezTo>
                    <a:cubicBezTo>
                      <a:pt x="13396" y="390"/>
                      <a:pt x="13396" y="198"/>
                      <a:pt x="13396" y="0"/>
                    </a:cubicBezTo>
                    <a:close/>
                    <a:moveTo>
                      <a:pt x="13396" y="12814"/>
                    </a:moveTo>
                    <a:cubicBezTo>
                      <a:pt x="13396" y="13006"/>
                      <a:pt x="13396" y="13198"/>
                      <a:pt x="13396" y="13396"/>
                    </a:cubicBezTo>
                    <a:cubicBezTo>
                      <a:pt x="12820" y="13396"/>
                      <a:pt x="12243" y="13396"/>
                      <a:pt x="11649" y="13396"/>
                    </a:cubicBezTo>
                    <a:cubicBezTo>
                      <a:pt x="11649" y="13588"/>
                      <a:pt x="11649" y="13781"/>
                      <a:pt x="11649" y="13979"/>
                    </a:cubicBezTo>
                    <a:cubicBezTo>
                      <a:pt x="11457" y="13979"/>
                      <a:pt x="11265" y="13979"/>
                      <a:pt x="11066" y="13979"/>
                    </a:cubicBezTo>
                    <a:cubicBezTo>
                      <a:pt x="11066" y="14171"/>
                      <a:pt x="11066" y="14363"/>
                      <a:pt x="11066" y="14561"/>
                    </a:cubicBezTo>
                    <a:cubicBezTo>
                      <a:pt x="10874" y="14561"/>
                      <a:pt x="10682" y="14561"/>
                      <a:pt x="10484" y="14561"/>
                    </a:cubicBezTo>
                    <a:cubicBezTo>
                      <a:pt x="10484" y="14946"/>
                      <a:pt x="10484" y="15330"/>
                      <a:pt x="10484" y="15726"/>
                    </a:cubicBezTo>
                    <a:cubicBezTo>
                      <a:pt x="10292" y="15726"/>
                      <a:pt x="10100" y="15726"/>
                      <a:pt x="9902" y="15726"/>
                    </a:cubicBezTo>
                    <a:cubicBezTo>
                      <a:pt x="9902" y="16110"/>
                      <a:pt x="9902" y="16495"/>
                      <a:pt x="9902" y="16891"/>
                    </a:cubicBezTo>
                    <a:cubicBezTo>
                      <a:pt x="10094" y="16891"/>
                      <a:pt x="10286" y="16891"/>
                      <a:pt x="10484" y="16891"/>
                    </a:cubicBezTo>
                    <a:cubicBezTo>
                      <a:pt x="10484" y="17275"/>
                      <a:pt x="10484" y="17660"/>
                      <a:pt x="10484" y="18056"/>
                    </a:cubicBezTo>
                    <a:cubicBezTo>
                      <a:pt x="10676" y="18056"/>
                      <a:pt x="10868" y="18056"/>
                      <a:pt x="11066" y="18056"/>
                    </a:cubicBezTo>
                    <a:cubicBezTo>
                      <a:pt x="11066" y="18248"/>
                      <a:pt x="11066" y="18440"/>
                      <a:pt x="11066" y="18638"/>
                    </a:cubicBezTo>
                    <a:cubicBezTo>
                      <a:pt x="11259" y="18638"/>
                      <a:pt x="11451" y="18638"/>
                      <a:pt x="11649" y="18638"/>
                    </a:cubicBezTo>
                    <a:cubicBezTo>
                      <a:pt x="11649" y="18831"/>
                      <a:pt x="11649" y="19023"/>
                      <a:pt x="11649" y="19221"/>
                    </a:cubicBezTo>
                    <a:cubicBezTo>
                      <a:pt x="12033" y="19221"/>
                      <a:pt x="12418" y="19221"/>
                      <a:pt x="12814" y="19221"/>
                    </a:cubicBezTo>
                    <a:cubicBezTo>
                      <a:pt x="12814" y="19413"/>
                      <a:pt x="12814" y="19605"/>
                      <a:pt x="12814" y="19803"/>
                    </a:cubicBezTo>
                    <a:cubicBezTo>
                      <a:pt x="15313" y="19803"/>
                      <a:pt x="17811" y="19803"/>
                      <a:pt x="20386" y="19803"/>
                    </a:cubicBezTo>
                    <a:cubicBezTo>
                      <a:pt x="20386" y="19611"/>
                      <a:pt x="20386" y="19419"/>
                      <a:pt x="20386" y="19221"/>
                    </a:cubicBezTo>
                    <a:cubicBezTo>
                      <a:pt x="20770" y="19221"/>
                      <a:pt x="21154" y="19221"/>
                      <a:pt x="21551" y="19221"/>
                    </a:cubicBezTo>
                    <a:cubicBezTo>
                      <a:pt x="21551" y="19029"/>
                      <a:pt x="21551" y="18836"/>
                      <a:pt x="21551" y="18638"/>
                    </a:cubicBezTo>
                    <a:cubicBezTo>
                      <a:pt x="21743" y="18638"/>
                      <a:pt x="21935" y="18638"/>
                      <a:pt x="22133" y="18638"/>
                    </a:cubicBezTo>
                    <a:cubicBezTo>
                      <a:pt x="22133" y="18446"/>
                      <a:pt x="22133" y="18254"/>
                      <a:pt x="22133" y="18056"/>
                    </a:cubicBezTo>
                    <a:cubicBezTo>
                      <a:pt x="22325" y="18056"/>
                      <a:pt x="22517" y="18056"/>
                      <a:pt x="22715" y="18056"/>
                    </a:cubicBezTo>
                    <a:cubicBezTo>
                      <a:pt x="22715" y="17864"/>
                      <a:pt x="22715" y="17671"/>
                      <a:pt x="22715" y="17473"/>
                    </a:cubicBezTo>
                    <a:cubicBezTo>
                      <a:pt x="22908" y="17473"/>
                      <a:pt x="23100" y="17473"/>
                      <a:pt x="23298" y="17473"/>
                    </a:cubicBezTo>
                    <a:cubicBezTo>
                      <a:pt x="23298" y="16705"/>
                      <a:pt x="23298" y="15936"/>
                      <a:pt x="23298" y="15144"/>
                    </a:cubicBezTo>
                    <a:cubicBezTo>
                      <a:pt x="23106" y="15144"/>
                      <a:pt x="22913" y="15144"/>
                      <a:pt x="22715" y="15144"/>
                    </a:cubicBezTo>
                    <a:cubicBezTo>
                      <a:pt x="22715" y="14951"/>
                      <a:pt x="22715" y="14759"/>
                      <a:pt x="22715" y="14561"/>
                    </a:cubicBezTo>
                    <a:cubicBezTo>
                      <a:pt x="22523" y="14561"/>
                      <a:pt x="22331" y="14561"/>
                      <a:pt x="22133" y="14561"/>
                    </a:cubicBezTo>
                    <a:cubicBezTo>
                      <a:pt x="22133" y="14369"/>
                      <a:pt x="22133" y="14177"/>
                      <a:pt x="22133" y="13979"/>
                    </a:cubicBezTo>
                    <a:cubicBezTo>
                      <a:pt x="21941" y="13979"/>
                      <a:pt x="21749" y="13979"/>
                      <a:pt x="21551" y="13979"/>
                    </a:cubicBezTo>
                    <a:cubicBezTo>
                      <a:pt x="21551" y="13787"/>
                      <a:pt x="21551" y="13594"/>
                      <a:pt x="21551" y="13396"/>
                    </a:cubicBezTo>
                    <a:cubicBezTo>
                      <a:pt x="20974" y="13396"/>
                      <a:pt x="20397" y="13396"/>
                      <a:pt x="19803" y="13396"/>
                    </a:cubicBezTo>
                    <a:cubicBezTo>
                      <a:pt x="19803" y="13204"/>
                      <a:pt x="19803" y="13012"/>
                      <a:pt x="19803" y="12814"/>
                    </a:cubicBezTo>
                    <a:cubicBezTo>
                      <a:pt x="17689" y="12814"/>
                      <a:pt x="15575" y="12814"/>
                      <a:pt x="13396" y="12814"/>
                    </a:cubicBezTo>
                    <a:close/>
                    <a:moveTo>
                      <a:pt x="42519" y="12814"/>
                    </a:moveTo>
                    <a:cubicBezTo>
                      <a:pt x="42519" y="13006"/>
                      <a:pt x="42519" y="13198"/>
                      <a:pt x="42519" y="13396"/>
                    </a:cubicBezTo>
                    <a:cubicBezTo>
                      <a:pt x="41942" y="13396"/>
                      <a:pt x="41365" y="13396"/>
                      <a:pt x="40771" y="13396"/>
                    </a:cubicBezTo>
                    <a:cubicBezTo>
                      <a:pt x="40771" y="13588"/>
                      <a:pt x="40771" y="13781"/>
                      <a:pt x="40771" y="13979"/>
                    </a:cubicBezTo>
                    <a:cubicBezTo>
                      <a:pt x="40579" y="13979"/>
                      <a:pt x="40387" y="13979"/>
                      <a:pt x="40189" y="13979"/>
                    </a:cubicBezTo>
                    <a:cubicBezTo>
                      <a:pt x="40189" y="14171"/>
                      <a:pt x="40189" y="14363"/>
                      <a:pt x="40189" y="14561"/>
                    </a:cubicBezTo>
                    <a:cubicBezTo>
                      <a:pt x="39997" y="14561"/>
                      <a:pt x="39804" y="14561"/>
                      <a:pt x="39606" y="14561"/>
                    </a:cubicBezTo>
                    <a:cubicBezTo>
                      <a:pt x="39606" y="14753"/>
                      <a:pt x="39606" y="14946"/>
                      <a:pt x="39606" y="15144"/>
                    </a:cubicBezTo>
                    <a:cubicBezTo>
                      <a:pt x="39414" y="15144"/>
                      <a:pt x="39222" y="15144"/>
                      <a:pt x="39024" y="15144"/>
                    </a:cubicBezTo>
                    <a:cubicBezTo>
                      <a:pt x="39024" y="16105"/>
                      <a:pt x="39024" y="17066"/>
                      <a:pt x="39024" y="18056"/>
                    </a:cubicBezTo>
                    <a:cubicBezTo>
                      <a:pt x="39216" y="18056"/>
                      <a:pt x="39408" y="18056"/>
                      <a:pt x="39606" y="18056"/>
                    </a:cubicBezTo>
                    <a:cubicBezTo>
                      <a:pt x="39606" y="18248"/>
                      <a:pt x="39606" y="18440"/>
                      <a:pt x="39606" y="18638"/>
                    </a:cubicBezTo>
                    <a:cubicBezTo>
                      <a:pt x="39799" y="18638"/>
                      <a:pt x="39991" y="18638"/>
                      <a:pt x="40189" y="18638"/>
                    </a:cubicBezTo>
                    <a:cubicBezTo>
                      <a:pt x="40189" y="18831"/>
                      <a:pt x="40189" y="19023"/>
                      <a:pt x="40189" y="19221"/>
                    </a:cubicBezTo>
                    <a:cubicBezTo>
                      <a:pt x="40765" y="19221"/>
                      <a:pt x="41342" y="19221"/>
                      <a:pt x="41936" y="19221"/>
                    </a:cubicBezTo>
                    <a:cubicBezTo>
                      <a:pt x="41936" y="19413"/>
                      <a:pt x="41936" y="19605"/>
                      <a:pt x="41936" y="19803"/>
                    </a:cubicBezTo>
                    <a:cubicBezTo>
                      <a:pt x="44243" y="19803"/>
                      <a:pt x="46549" y="19803"/>
                      <a:pt x="48926" y="19803"/>
                    </a:cubicBezTo>
                    <a:cubicBezTo>
                      <a:pt x="48926" y="19611"/>
                      <a:pt x="48926" y="19419"/>
                      <a:pt x="48926" y="19221"/>
                    </a:cubicBezTo>
                    <a:cubicBezTo>
                      <a:pt x="49310" y="19221"/>
                      <a:pt x="49694" y="19221"/>
                      <a:pt x="50090" y="19221"/>
                    </a:cubicBezTo>
                    <a:cubicBezTo>
                      <a:pt x="50090" y="19029"/>
                      <a:pt x="50090" y="18836"/>
                      <a:pt x="50090" y="18638"/>
                    </a:cubicBezTo>
                    <a:cubicBezTo>
                      <a:pt x="50475" y="18638"/>
                      <a:pt x="50859" y="18638"/>
                      <a:pt x="51255" y="18638"/>
                    </a:cubicBezTo>
                    <a:cubicBezTo>
                      <a:pt x="51255" y="18446"/>
                      <a:pt x="51255" y="18254"/>
                      <a:pt x="51255" y="18056"/>
                    </a:cubicBezTo>
                    <a:cubicBezTo>
                      <a:pt x="51448" y="18056"/>
                      <a:pt x="51640" y="18056"/>
                      <a:pt x="51838" y="18056"/>
                    </a:cubicBezTo>
                    <a:cubicBezTo>
                      <a:pt x="51838" y="17095"/>
                      <a:pt x="51838" y="16134"/>
                      <a:pt x="51838" y="15144"/>
                    </a:cubicBezTo>
                    <a:cubicBezTo>
                      <a:pt x="51646" y="15144"/>
                      <a:pt x="51453" y="15144"/>
                      <a:pt x="51255" y="15144"/>
                    </a:cubicBezTo>
                    <a:cubicBezTo>
                      <a:pt x="51255" y="14951"/>
                      <a:pt x="51255" y="14759"/>
                      <a:pt x="51255" y="14561"/>
                    </a:cubicBezTo>
                    <a:cubicBezTo>
                      <a:pt x="51063" y="14561"/>
                      <a:pt x="50871" y="14561"/>
                      <a:pt x="50673" y="14561"/>
                    </a:cubicBezTo>
                    <a:cubicBezTo>
                      <a:pt x="50673" y="14369"/>
                      <a:pt x="50673" y="14177"/>
                      <a:pt x="50673" y="13979"/>
                    </a:cubicBezTo>
                    <a:cubicBezTo>
                      <a:pt x="50481" y="13979"/>
                      <a:pt x="50288" y="13979"/>
                      <a:pt x="50090" y="13979"/>
                    </a:cubicBezTo>
                    <a:cubicBezTo>
                      <a:pt x="50090" y="13787"/>
                      <a:pt x="50090" y="13594"/>
                      <a:pt x="50090" y="13396"/>
                    </a:cubicBezTo>
                    <a:cubicBezTo>
                      <a:pt x="49514" y="13396"/>
                      <a:pt x="48937" y="13396"/>
                      <a:pt x="48343" y="13396"/>
                    </a:cubicBezTo>
                    <a:cubicBezTo>
                      <a:pt x="48343" y="13204"/>
                      <a:pt x="48343" y="13012"/>
                      <a:pt x="48343" y="12814"/>
                    </a:cubicBezTo>
                    <a:cubicBezTo>
                      <a:pt x="46421" y="12814"/>
                      <a:pt x="44499" y="12814"/>
                      <a:pt x="42519" y="12814"/>
                    </a:cubicBezTo>
                    <a:close/>
                  </a:path>
                </a:pathLst>
              </a:custGeom>
              <a:solidFill>
                <a:srgbClr val="251047"/>
              </a:solidFill>
              <a:ln w="3699" cap="flat">
                <a:noFill/>
              </a:ln>
            </p:spPr>
          </p:sp>
          <p:sp>
            <p:nvSpPr>
              <p:cNvPr id="872" name="ICON_AGENT_ROBOT_path_005"/>
              <p:cNvSpPr/>
              <p:nvPr/>
            </p:nvSpPr>
            <p:spPr>
              <a:xfrm>
                <a:off x="913826" y="4738823"/>
                <a:ext cx="251501" cy="422525"/>
              </a:xfrm>
              <a:custGeom>
                <a:avLst/>
                <a:gdLst/>
                <a:ahLst/>
                <a:cxnLst/>
                <a:rect l="0" t="0" r="r" b="b"/>
                <a:pathLst>
                  <a:path w="19803" h="33270" fill="norm" stroke="0">
                    <a:moveTo>
                      <a:pt x="18056" y="0"/>
                    </a:moveTo>
                    <a:cubicBezTo>
                      <a:pt x="18632" y="0"/>
                      <a:pt x="19209" y="0"/>
                      <a:pt x="19803" y="0"/>
                    </a:cubicBezTo>
                    <a:cubicBezTo>
                      <a:pt x="19803" y="192"/>
                      <a:pt x="19803" y="384"/>
                      <a:pt x="19803" y="582"/>
                    </a:cubicBezTo>
                    <a:cubicBezTo>
                      <a:pt x="19611" y="582"/>
                      <a:pt x="19419" y="582"/>
                      <a:pt x="19221" y="582"/>
                    </a:cubicBezTo>
                    <a:cubicBezTo>
                      <a:pt x="19221" y="967"/>
                      <a:pt x="19221" y="1351"/>
                      <a:pt x="19221" y="1747"/>
                    </a:cubicBezTo>
                    <a:cubicBezTo>
                      <a:pt x="19029" y="1747"/>
                      <a:pt x="18836" y="1747"/>
                      <a:pt x="18638" y="1747"/>
                    </a:cubicBezTo>
                    <a:cubicBezTo>
                      <a:pt x="18638" y="2132"/>
                      <a:pt x="18638" y="2516"/>
                      <a:pt x="18638" y="2912"/>
                    </a:cubicBezTo>
                    <a:cubicBezTo>
                      <a:pt x="18446" y="2912"/>
                      <a:pt x="18254" y="2912"/>
                      <a:pt x="18056" y="2912"/>
                    </a:cubicBezTo>
                    <a:cubicBezTo>
                      <a:pt x="18056" y="3297"/>
                      <a:pt x="18056" y="3681"/>
                      <a:pt x="18056" y="4077"/>
                    </a:cubicBezTo>
                    <a:cubicBezTo>
                      <a:pt x="17864" y="4077"/>
                      <a:pt x="17671" y="4077"/>
                      <a:pt x="17473" y="4077"/>
                    </a:cubicBezTo>
                    <a:cubicBezTo>
                      <a:pt x="17473" y="4462"/>
                      <a:pt x="17473" y="4846"/>
                      <a:pt x="17473" y="5242"/>
                    </a:cubicBezTo>
                    <a:cubicBezTo>
                      <a:pt x="17281" y="5242"/>
                      <a:pt x="17089" y="5242"/>
                      <a:pt x="16891" y="5242"/>
                    </a:cubicBezTo>
                    <a:cubicBezTo>
                      <a:pt x="16891" y="5819"/>
                      <a:pt x="16891" y="6395"/>
                      <a:pt x="16891" y="6989"/>
                    </a:cubicBezTo>
                    <a:cubicBezTo>
                      <a:pt x="16699" y="6989"/>
                      <a:pt x="16507" y="6989"/>
                      <a:pt x="16309" y="6989"/>
                    </a:cubicBezTo>
                    <a:cubicBezTo>
                      <a:pt x="16309" y="7566"/>
                      <a:pt x="16309" y="8143"/>
                      <a:pt x="16309" y="8737"/>
                    </a:cubicBezTo>
                    <a:cubicBezTo>
                      <a:pt x="16116" y="8737"/>
                      <a:pt x="15924" y="8737"/>
                      <a:pt x="15726" y="8737"/>
                    </a:cubicBezTo>
                    <a:cubicBezTo>
                      <a:pt x="15726" y="9313"/>
                      <a:pt x="15726" y="9890"/>
                      <a:pt x="15726" y="10484"/>
                    </a:cubicBezTo>
                    <a:cubicBezTo>
                      <a:pt x="15534" y="10484"/>
                      <a:pt x="15342" y="10484"/>
                      <a:pt x="15144" y="10484"/>
                    </a:cubicBezTo>
                    <a:cubicBezTo>
                      <a:pt x="15144" y="11445"/>
                      <a:pt x="15144" y="12406"/>
                      <a:pt x="15144" y="13396"/>
                    </a:cubicBezTo>
                    <a:cubicBezTo>
                      <a:pt x="14951" y="13396"/>
                      <a:pt x="14759" y="13396"/>
                      <a:pt x="14561" y="13396"/>
                    </a:cubicBezTo>
                    <a:cubicBezTo>
                      <a:pt x="14561" y="15511"/>
                      <a:pt x="14561" y="17625"/>
                      <a:pt x="14561" y="19803"/>
                    </a:cubicBezTo>
                    <a:cubicBezTo>
                      <a:pt x="14369" y="19803"/>
                      <a:pt x="14177" y="19803"/>
                      <a:pt x="13979" y="19803"/>
                    </a:cubicBezTo>
                    <a:cubicBezTo>
                      <a:pt x="13979" y="20188"/>
                      <a:pt x="13979" y="20572"/>
                      <a:pt x="13979" y="20968"/>
                    </a:cubicBezTo>
                    <a:cubicBezTo>
                      <a:pt x="14171" y="20968"/>
                      <a:pt x="14363" y="20968"/>
                      <a:pt x="14561" y="20968"/>
                    </a:cubicBezTo>
                    <a:cubicBezTo>
                      <a:pt x="14561" y="24620"/>
                      <a:pt x="14561" y="28272"/>
                      <a:pt x="14561" y="32035"/>
                    </a:cubicBezTo>
                    <a:cubicBezTo>
                      <a:pt x="14753" y="32035"/>
                      <a:pt x="14946" y="32035"/>
                      <a:pt x="15144" y="32035"/>
                    </a:cubicBezTo>
                    <a:cubicBezTo>
                      <a:pt x="15144" y="32227"/>
                      <a:pt x="15144" y="32419"/>
                      <a:pt x="15144" y="32617"/>
                    </a:cubicBezTo>
                    <a:cubicBezTo>
                      <a:pt x="15528" y="32617"/>
                      <a:pt x="15912" y="32617"/>
                      <a:pt x="16309" y="32617"/>
                    </a:cubicBezTo>
                    <a:cubicBezTo>
                      <a:pt x="16207" y="32904"/>
                      <a:pt x="16207" y="32904"/>
                      <a:pt x="16017" y="33199"/>
                    </a:cubicBezTo>
                    <a:cubicBezTo>
                      <a:pt x="15706" y="33270"/>
                      <a:pt x="15706" y="33270"/>
                      <a:pt x="15316" y="33266"/>
                    </a:cubicBezTo>
                    <a:cubicBezTo>
                      <a:pt x="15245" y="33266"/>
                      <a:pt x="15174" y="33266"/>
                      <a:pt x="15101" y="33266"/>
                    </a:cubicBezTo>
                    <a:cubicBezTo>
                      <a:pt x="14866" y="33266"/>
                      <a:pt x="14631" y="33261"/>
                      <a:pt x="14396" y="33256"/>
                    </a:cubicBezTo>
                    <a:cubicBezTo>
                      <a:pt x="14234" y="33255"/>
                      <a:pt x="14070" y="33255"/>
                      <a:pt x="13908" y="33254"/>
                    </a:cubicBezTo>
                    <a:cubicBezTo>
                      <a:pt x="13479" y="33252"/>
                      <a:pt x="13051" y="33246"/>
                      <a:pt x="12622" y="33239"/>
                    </a:cubicBezTo>
                    <a:cubicBezTo>
                      <a:pt x="12185" y="33234"/>
                      <a:pt x="11748" y="33231"/>
                      <a:pt x="11311" y="33228"/>
                    </a:cubicBezTo>
                    <a:cubicBezTo>
                      <a:pt x="10453" y="33222"/>
                      <a:pt x="9595" y="33212"/>
                      <a:pt x="8737" y="33199"/>
                    </a:cubicBezTo>
                    <a:cubicBezTo>
                      <a:pt x="8737" y="33007"/>
                      <a:pt x="8737" y="32815"/>
                      <a:pt x="8737" y="32617"/>
                    </a:cubicBezTo>
                    <a:cubicBezTo>
                      <a:pt x="5854" y="32617"/>
                      <a:pt x="2970" y="32617"/>
                      <a:pt x="0" y="32617"/>
                    </a:cubicBezTo>
                    <a:cubicBezTo>
                      <a:pt x="0" y="32425"/>
                      <a:pt x="0" y="32233"/>
                      <a:pt x="0" y="32035"/>
                    </a:cubicBezTo>
                    <a:cubicBezTo>
                      <a:pt x="384" y="31938"/>
                      <a:pt x="384" y="31938"/>
                      <a:pt x="2330" y="31452"/>
                    </a:cubicBezTo>
                    <a:cubicBezTo>
                      <a:pt x="2330" y="31260"/>
                      <a:pt x="2330" y="31068"/>
                      <a:pt x="2330" y="30870"/>
                    </a:cubicBezTo>
                    <a:cubicBezTo>
                      <a:pt x="2522" y="30870"/>
                      <a:pt x="2714" y="30870"/>
                      <a:pt x="2912" y="30870"/>
                    </a:cubicBezTo>
                    <a:cubicBezTo>
                      <a:pt x="2912" y="30485"/>
                      <a:pt x="2912" y="30101"/>
                      <a:pt x="2912" y="29705"/>
                    </a:cubicBezTo>
                    <a:cubicBezTo>
                      <a:pt x="2720" y="29705"/>
                      <a:pt x="2528" y="29705"/>
                      <a:pt x="2330" y="29705"/>
                    </a:cubicBezTo>
                    <a:cubicBezTo>
                      <a:pt x="2330" y="29320"/>
                      <a:pt x="2330" y="28936"/>
                      <a:pt x="2330" y="28540"/>
                    </a:cubicBezTo>
                    <a:cubicBezTo>
                      <a:pt x="2522" y="28540"/>
                      <a:pt x="2714" y="28540"/>
                      <a:pt x="2912" y="28540"/>
                    </a:cubicBezTo>
                    <a:cubicBezTo>
                      <a:pt x="2912" y="26041"/>
                      <a:pt x="2912" y="23543"/>
                      <a:pt x="2912" y="20968"/>
                    </a:cubicBezTo>
                    <a:cubicBezTo>
                      <a:pt x="3104" y="20968"/>
                      <a:pt x="3297" y="20968"/>
                      <a:pt x="3495" y="20968"/>
                    </a:cubicBezTo>
                    <a:cubicBezTo>
                      <a:pt x="3495" y="20199"/>
                      <a:pt x="3495" y="19430"/>
                      <a:pt x="3495" y="18638"/>
                    </a:cubicBezTo>
                    <a:cubicBezTo>
                      <a:pt x="3687" y="18638"/>
                      <a:pt x="3879" y="18638"/>
                      <a:pt x="4077" y="18638"/>
                    </a:cubicBezTo>
                    <a:cubicBezTo>
                      <a:pt x="4077" y="18062"/>
                      <a:pt x="4077" y="17485"/>
                      <a:pt x="4077" y="16891"/>
                    </a:cubicBezTo>
                    <a:cubicBezTo>
                      <a:pt x="4269" y="16891"/>
                      <a:pt x="4462" y="16891"/>
                      <a:pt x="4660" y="16891"/>
                    </a:cubicBezTo>
                    <a:cubicBezTo>
                      <a:pt x="4660" y="16314"/>
                      <a:pt x="4660" y="15738"/>
                      <a:pt x="4660" y="15144"/>
                    </a:cubicBezTo>
                    <a:cubicBezTo>
                      <a:pt x="4852" y="15144"/>
                      <a:pt x="5044" y="15144"/>
                      <a:pt x="5242" y="15144"/>
                    </a:cubicBezTo>
                    <a:cubicBezTo>
                      <a:pt x="5242" y="14759"/>
                      <a:pt x="5242" y="14375"/>
                      <a:pt x="5242" y="13979"/>
                    </a:cubicBezTo>
                    <a:cubicBezTo>
                      <a:pt x="5434" y="13979"/>
                      <a:pt x="5626" y="13979"/>
                      <a:pt x="5824" y="13979"/>
                    </a:cubicBezTo>
                    <a:cubicBezTo>
                      <a:pt x="5824" y="13594"/>
                      <a:pt x="5824" y="13210"/>
                      <a:pt x="5824" y="12814"/>
                    </a:cubicBezTo>
                    <a:cubicBezTo>
                      <a:pt x="6017" y="12814"/>
                      <a:pt x="6209" y="12814"/>
                      <a:pt x="6407" y="12814"/>
                    </a:cubicBezTo>
                    <a:cubicBezTo>
                      <a:pt x="6407" y="12429"/>
                      <a:pt x="6407" y="12045"/>
                      <a:pt x="6407" y="11649"/>
                    </a:cubicBezTo>
                    <a:cubicBezTo>
                      <a:pt x="6599" y="11649"/>
                      <a:pt x="6791" y="11649"/>
                      <a:pt x="6989" y="11649"/>
                    </a:cubicBezTo>
                    <a:cubicBezTo>
                      <a:pt x="6989" y="11265"/>
                      <a:pt x="6989" y="10880"/>
                      <a:pt x="6989" y="10484"/>
                    </a:cubicBezTo>
                    <a:cubicBezTo>
                      <a:pt x="7182" y="10484"/>
                      <a:pt x="7374" y="10484"/>
                      <a:pt x="7572" y="10484"/>
                    </a:cubicBezTo>
                    <a:cubicBezTo>
                      <a:pt x="7572" y="10292"/>
                      <a:pt x="7572" y="10100"/>
                      <a:pt x="7572" y="9902"/>
                    </a:cubicBezTo>
                    <a:cubicBezTo>
                      <a:pt x="7764" y="9902"/>
                      <a:pt x="7956" y="9902"/>
                      <a:pt x="8154" y="9902"/>
                    </a:cubicBezTo>
                    <a:cubicBezTo>
                      <a:pt x="8154" y="9517"/>
                      <a:pt x="8154" y="9133"/>
                      <a:pt x="8154" y="8737"/>
                    </a:cubicBezTo>
                    <a:cubicBezTo>
                      <a:pt x="8346" y="8737"/>
                      <a:pt x="8539" y="8737"/>
                      <a:pt x="8737" y="8737"/>
                    </a:cubicBezTo>
                    <a:cubicBezTo>
                      <a:pt x="8737" y="8544"/>
                      <a:pt x="8737" y="8352"/>
                      <a:pt x="8737" y="8154"/>
                    </a:cubicBezTo>
                    <a:cubicBezTo>
                      <a:pt x="8929" y="8154"/>
                      <a:pt x="9121" y="8154"/>
                      <a:pt x="9319" y="8154"/>
                    </a:cubicBezTo>
                    <a:cubicBezTo>
                      <a:pt x="9319" y="7962"/>
                      <a:pt x="9319" y="7770"/>
                      <a:pt x="9319" y="7572"/>
                    </a:cubicBezTo>
                    <a:cubicBezTo>
                      <a:pt x="9511" y="7572"/>
                      <a:pt x="9704" y="7572"/>
                      <a:pt x="9902" y="7572"/>
                    </a:cubicBezTo>
                    <a:cubicBezTo>
                      <a:pt x="9902" y="7380"/>
                      <a:pt x="9902" y="7187"/>
                      <a:pt x="9902" y="6989"/>
                    </a:cubicBezTo>
                    <a:cubicBezTo>
                      <a:pt x="10094" y="6989"/>
                      <a:pt x="10286" y="6989"/>
                      <a:pt x="10484" y="6989"/>
                    </a:cubicBezTo>
                    <a:cubicBezTo>
                      <a:pt x="10484" y="6797"/>
                      <a:pt x="10484" y="6605"/>
                      <a:pt x="10484" y="6407"/>
                    </a:cubicBezTo>
                    <a:cubicBezTo>
                      <a:pt x="10676" y="6407"/>
                      <a:pt x="10868" y="6407"/>
                      <a:pt x="11066" y="6407"/>
                    </a:cubicBezTo>
                    <a:cubicBezTo>
                      <a:pt x="11066" y="6215"/>
                      <a:pt x="11066" y="6022"/>
                      <a:pt x="11066" y="5824"/>
                    </a:cubicBezTo>
                    <a:cubicBezTo>
                      <a:pt x="11259" y="5824"/>
                      <a:pt x="11451" y="5824"/>
                      <a:pt x="11649" y="5824"/>
                    </a:cubicBezTo>
                    <a:cubicBezTo>
                      <a:pt x="11649" y="5632"/>
                      <a:pt x="11649" y="5440"/>
                      <a:pt x="11649" y="5242"/>
                    </a:cubicBezTo>
                    <a:cubicBezTo>
                      <a:pt x="11841" y="5242"/>
                      <a:pt x="12033" y="5242"/>
                      <a:pt x="12231" y="5242"/>
                    </a:cubicBezTo>
                    <a:cubicBezTo>
                      <a:pt x="12231" y="5050"/>
                      <a:pt x="12231" y="4858"/>
                      <a:pt x="12231" y="4660"/>
                    </a:cubicBezTo>
                    <a:cubicBezTo>
                      <a:pt x="12424" y="4660"/>
                      <a:pt x="12616" y="4660"/>
                      <a:pt x="12814" y="4660"/>
                    </a:cubicBezTo>
                    <a:cubicBezTo>
                      <a:pt x="12814" y="4467"/>
                      <a:pt x="12814" y="4275"/>
                      <a:pt x="12814" y="4077"/>
                    </a:cubicBezTo>
                    <a:cubicBezTo>
                      <a:pt x="13006" y="4077"/>
                      <a:pt x="13198" y="4077"/>
                      <a:pt x="13396" y="4077"/>
                    </a:cubicBezTo>
                    <a:cubicBezTo>
                      <a:pt x="13396" y="3885"/>
                      <a:pt x="13396" y="3693"/>
                      <a:pt x="13396" y="3495"/>
                    </a:cubicBezTo>
                    <a:cubicBezTo>
                      <a:pt x="13588" y="3495"/>
                      <a:pt x="13781" y="3495"/>
                      <a:pt x="13979" y="3495"/>
                    </a:cubicBezTo>
                    <a:cubicBezTo>
                      <a:pt x="13979" y="3302"/>
                      <a:pt x="13979" y="3110"/>
                      <a:pt x="13979" y="2912"/>
                    </a:cubicBezTo>
                    <a:cubicBezTo>
                      <a:pt x="14171" y="2912"/>
                      <a:pt x="14363" y="2912"/>
                      <a:pt x="14561" y="2912"/>
                    </a:cubicBezTo>
                    <a:cubicBezTo>
                      <a:pt x="14561" y="2720"/>
                      <a:pt x="14561" y="2528"/>
                      <a:pt x="14561" y="2330"/>
                    </a:cubicBezTo>
                    <a:cubicBezTo>
                      <a:pt x="14753" y="2330"/>
                      <a:pt x="14946" y="2330"/>
                      <a:pt x="15144" y="2330"/>
                    </a:cubicBezTo>
                    <a:cubicBezTo>
                      <a:pt x="15144" y="2138"/>
                      <a:pt x="15144" y="1945"/>
                      <a:pt x="15144" y="1747"/>
                    </a:cubicBezTo>
                    <a:cubicBezTo>
                      <a:pt x="15528" y="1747"/>
                      <a:pt x="15912" y="1747"/>
                      <a:pt x="16309" y="1747"/>
                    </a:cubicBezTo>
                    <a:cubicBezTo>
                      <a:pt x="16309" y="1555"/>
                      <a:pt x="16309" y="1363"/>
                      <a:pt x="16309" y="1165"/>
                    </a:cubicBezTo>
                    <a:cubicBezTo>
                      <a:pt x="16501" y="1165"/>
                      <a:pt x="16693" y="1165"/>
                      <a:pt x="16891" y="1165"/>
                    </a:cubicBezTo>
                    <a:cubicBezTo>
                      <a:pt x="16891" y="973"/>
                      <a:pt x="16891" y="780"/>
                      <a:pt x="16891" y="582"/>
                    </a:cubicBezTo>
                    <a:cubicBezTo>
                      <a:pt x="17275" y="582"/>
                      <a:pt x="17660" y="582"/>
                      <a:pt x="18056" y="582"/>
                    </a:cubicBezTo>
                    <a:cubicBezTo>
                      <a:pt x="18056" y="390"/>
                      <a:pt x="18056" y="198"/>
                      <a:pt x="1805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73" name="ICON_AGENT_ROBOT_path_006"/>
              <p:cNvSpPr/>
              <p:nvPr/>
            </p:nvSpPr>
            <p:spPr>
              <a:xfrm>
                <a:off x="1431621" y="4805396"/>
                <a:ext cx="273692" cy="273692"/>
              </a:xfrm>
              <a:custGeom>
                <a:avLst/>
                <a:gdLst/>
                <a:ahLst/>
                <a:cxnLst/>
                <a:rect l="0" t="0" r="r" b="b"/>
                <a:pathLst>
                  <a:path w="21551" h="21551" fill="norm" stroke="0">
                    <a:moveTo>
                      <a:pt x="9319" y="0"/>
                    </a:moveTo>
                    <a:cubicBezTo>
                      <a:pt x="10472" y="0"/>
                      <a:pt x="11626" y="0"/>
                      <a:pt x="12814" y="0"/>
                    </a:cubicBezTo>
                    <a:cubicBezTo>
                      <a:pt x="12814" y="192"/>
                      <a:pt x="12814" y="384"/>
                      <a:pt x="12814" y="582"/>
                    </a:cubicBezTo>
                    <a:cubicBezTo>
                      <a:pt x="13583" y="582"/>
                      <a:pt x="14351" y="582"/>
                      <a:pt x="15144" y="582"/>
                    </a:cubicBezTo>
                    <a:cubicBezTo>
                      <a:pt x="15144" y="775"/>
                      <a:pt x="15144" y="967"/>
                      <a:pt x="15144" y="1165"/>
                    </a:cubicBezTo>
                    <a:cubicBezTo>
                      <a:pt x="15528" y="1165"/>
                      <a:pt x="15912" y="1165"/>
                      <a:pt x="16309" y="1165"/>
                    </a:cubicBezTo>
                    <a:cubicBezTo>
                      <a:pt x="16309" y="1357"/>
                      <a:pt x="16309" y="1549"/>
                      <a:pt x="16309" y="1747"/>
                    </a:cubicBezTo>
                    <a:cubicBezTo>
                      <a:pt x="16501" y="1747"/>
                      <a:pt x="16693" y="1747"/>
                      <a:pt x="16891" y="1747"/>
                    </a:cubicBezTo>
                    <a:cubicBezTo>
                      <a:pt x="16891" y="1940"/>
                      <a:pt x="16891" y="2132"/>
                      <a:pt x="16891" y="2330"/>
                    </a:cubicBezTo>
                    <a:cubicBezTo>
                      <a:pt x="17275" y="2330"/>
                      <a:pt x="17660" y="2330"/>
                      <a:pt x="18056" y="2330"/>
                    </a:cubicBezTo>
                    <a:cubicBezTo>
                      <a:pt x="18056" y="2522"/>
                      <a:pt x="18056" y="2714"/>
                      <a:pt x="18056" y="2912"/>
                    </a:cubicBezTo>
                    <a:cubicBezTo>
                      <a:pt x="18248" y="2912"/>
                      <a:pt x="18440" y="2912"/>
                      <a:pt x="18638" y="2912"/>
                    </a:cubicBezTo>
                    <a:cubicBezTo>
                      <a:pt x="18638" y="3104"/>
                      <a:pt x="18638" y="3297"/>
                      <a:pt x="18638" y="3495"/>
                    </a:cubicBezTo>
                    <a:cubicBezTo>
                      <a:pt x="18831" y="3495"/>
                      <a:pt x="19023" y="3495"/>
                      <a:pt x="19221" y="3495"/>
                    </a:cubicBezTo>
                    <a:cubicBezTo>
                      <a:pt x="19221" y="3687"/>
                      <a:pt x="19221" y="3879"/>
                      <a:pt x="19221" y="4077"/>
                    </a:cubicBezTo>
                    <a:cubicBezTo>
                      <a:pt x="19413" y="4077"/>
                      <a:pt x="19605" y="4077"/>
                      <a:pt x="19803" y="4077"/>
                    </a:cubicBezTo>
                    <a:cubicBezTo>
                      <a:pt x="19803" y="4269"/>
                      <a:pt x="19803" y="4462"/>
                      <a:pt x="19803" y="4660"/>
                    </a:cubicBezTo>
                    <a:cubicBezTo>
                      <a:pt x="19995" y="4660"/>
                      <a:pt x="20188" y="4660"/>
                      <a:pt x="20386" y="4660"/>
                    </a:cubicBezTo>
                    <a:cubicBezTo>
                      <a:pt x="20386" y="5044"/>
                      <a:pt x="20386" y="5428"/>
                      <a:pt x="20386" y="5824"/>
                    </a:cubicBezTo>
                    <a:cubicBezTo>
                      <a:pt x="20578" y="5824"/>
                      <a:pt x="20770" y="5824"/>
                      <a:pt x="20968" y="5824"/>
                    </a:cubicBezTo>
                    <a:cubicBezTo>
                      <a:pt x="20968" y="6209"/>
                      <a:pt x="20968" y="6593"/>
                      <a:pt x="20968" y="6989"/>
                    </a:cubicBezTo>
                    <a:cubicBezTo>
                      <a:pt x="21160" y="6989"/>
                      <a:pt x="21353" y="6989"/>
                      <a:pt x="21551" y="6989"/>
                    </a:cubicBezTo>
                    <a:cubicBezTo>
                      <a:pt x="21551" y="9296"/>
                      <a:pt x="21551" y="11602"/>
                      <a:pt x="21551" y="13979"/>
                    </a:cubicBezTo>
                    <a:cubicBezTo>
                      <a:pt x="21358" y="13979"/>
                      <a:pt x="21166" y="13979"/>
                      <a:pt x="20968" y="13979"/>
                    </a:cubicBezTo>
                    <a:cubicBezTo>
                      <a:pt x="20968" y="14555"/>
                      <a:pt x="20968" y="15132"/>
                      <a:pt x="20968" y="15726"/>
                    </a:cubicBezTo>
                    <a:cubicBezTo>
                      <a:pt x="20776" y="15726"/>
                      <a:pt x="20584" y="15726"/>
                      <a:pt x="20386" y="15726"/>
                    </a:cubicBezTo>
                    <a:cubicBezTo>
                      <a:pt x="20386" y="16110"/>
                      <a:pt x="20386" y="16495"/>
                      <a:pt x="20386" y="16891"/>
                    </a:cubicBezTo>
                    <a:cubicBezTo>
                      <a:pt x="20193" y="16891"/>
                      <a:pt x="20001" y="16891"/>
                      <a:pt x="19803" y="16891"/>
                    </a:cubicBezTo>
                    <a:cubicBezTo>
                      <a:pt x="19803" y="17083"/>
                      <a:pt x="19803" y="17275"/>
                      <a:pt x="19803" y="17473"/>
                    </a:cubicBezTo>
                    <a:cubicBezTo>
                      <a:pt x="19611" y="17473"/>
                      <a:pt x="19419" y="17473"/>
                      <a:pt x="19221" y="17473"/>
                    </a:cubicBezTo>
                    <a:cubicBezTo>
                      <a:pt x="19221" y="17666"/>
                      <a:pt x="19221" y="17858"/>
                      <a:pt x="19221" y="18056"/>
                    </a:cubicBezTo>
                    <a:cubicBezTo>
                      <a:pt x="19029" y="18056"/>
                      <a:pt x="18836" y="18056"/>
                      <a:pt x="18638" y="18056"/>
                    </a:cubicBezTo>
                    <a:cubicBezTo>
                      <a:pt x="18638" y="18248"/>
                      <a:pt x="18638" y="18440"/>
                      <a:pt x="18638" y="18638"/>
                    </a:cubicBezTo>
                    <a:cubicBezTo>
                      <a:pt x="18446" y="18638"/>
                      <a:pt x="18254" y="18638"/>
                      <a:pt x="18056" y="18638"/>
                    </a:cubicBezTo>
                    <a:cubicBezTo>
                      <a:pt x="18056" y="18831"/>
                      <a:pt x="18056" y="19023"/>
                      <a:pt x="18056" y="19221"/>
                    </a:cubicBezTo>
                    <a:cubicBezTo>
                      <a:pt x="17864" y="19221"/>
                      <a:pt x="17671" y="19221"/>
                      <a:pt x="17473" y="19221"/>
                    </a:cubicBezTo>
                    <a:cubicBezTo>
                      <a:pt x="17473" y="19413"/>
                      <a:pt x="17473" y="19605"/>
                      <a:pt x="17473" y="19803"/>
                    </a:cubicBezTo>
                    <a:cubicBezTo>
                      <a:pt x="17089" y="19803"/>
                      <a:pt x="16705" y="19803"/>
                      <a:pt x="16309" y="19803"/>
                    </a:cubicBezTo>
                    <a:cubicBezTo>
                      <a:pt x="16309" y="19995"/>
                      <a:pt x="16309" y="20188"/>
                      <a:pt x="16309" y="20386"/>
                    </a:cubicBezTo>
                    <a:cubicBezTo>
                      <a:pt x="15924" y="20386"/>
                      <a:pt x="15540" y="20386"/>
                      <a:pt x="15144" y="20386"/>
                    </a:cubicBezTo>
                    <a:cubicBezTo>
                      <a:pt x="15144" y="20578"/>
                      <a:pt x="15144" y="20770"/>
                      <a:pt x="15144" y="20968"/>
                    </a:cubicBezTo>
                    <a:cubicBezTo>
                      <a:pt x="14567" y="20968"/>
                      <a:pt x="13990" y="20968"/>
                      <a:pt x="13396" y="20968"/>
                    </a:cubicBezTo>
                    <a:cubicBezTo>
                      <a:pt x="13396" y="21160"/>
                      <a:pt x="13396" y="21353"/>
                      <a:pt x="13396" y="21551"/>
                    </a:cubicBezTo>
                    <a:cubicBezTo>
                      <a:pt x="12051" y="21551"/>
                      <a:pt x="10705" y="21551"/>
                      <a:pt x="9319" y="21551"/>
                    </a:cubicBezTo>
                    <a:cubicBezTo>
                      <a:pt x="9319" y="21358"/>
                      <a:pt x="9319" y="21166"/>
                      <a:pt x="9319" y="20968"/>
                    </a:cubicBezTo>
                    <a:cubicBezTo>
                      <a:pt x="8550" y="20968"/>
                      <a:pt x="7781" y="20968"/>
                      <a:pt x="6989" y="20968"/>
                    </a:cubicBezTo>
                    <a:cubicBezTo>
                      <a:pt x="6989" y="20776"/>
                      <a:pt x="6989" y="20584"/>
                      <a:pt x="6989" y="20386"/>
                    </a:cubicBezTo>
                    <a:cubicBezTo>
                      <a:pt x="6605" y="20386"/>
                      <a:pt x="6221" y="20386"/>
                      <a:pt x="5824" y="20386"/>
                    </a:cubicBezTo>
                    <a:cubicBezTo>
                      <a:pt x="5824" y="20193"/>
                      <a:pt x="5824" y="20001"/>
                      <a:pt x="5824" y="19803"/>
                    </a:cubicBezTo>
                    <a:cubicBezTo>
                      <a:pt x="5440" y="19803"/>
                      <a:pt x="5056" y="19803"/>
                      <a:pt x="4660" y="19803"/>
                    </a:cubicBezTo>
                    <a:cubicBezTo>
                      <a:pt x="4660" y="19611"/>
                      <a:pt x="4660" y="19419"/>
                      <a:pt x="4660" y="19221"/>
                    </a:cubicBezTo>
                    <a:cubicBezTo>
                      <a:pt x="4467" y="19221"/>
                      <a:pt x="4275" y="19221"/>
                      <a:pt x="4077" y="19221"/>
                    </a:cubicBezTo>
                    <a:cubicBezTo>
                      <a:pt x="4077" y="19029"/>
                      <a:pt x="4077" y="18836"/>
                      <a:pt x="4077" y="18638"/>
                    </a:cubicBezTo>
                    <a:cubicBezTo>
                      <a:pt x="3885" y="18638"/>
                      <a:pt x="3693" y="18638"/>
                      <a:pt x="3495" y="18638"/>
                    </a:cubicBezTo>
                    <a:cubicBezTo>
                      <a:pt x="3495" y="18446"/>
                      <a:pt x="3495" y="18254"/>
                      <a:pt x="3495" y="18056"/>
                    </a:cubicBezTo>
                    <a:cubicBezTo>
                      <a:pt x="3302" y="18056"/>
                      <a:pt x="3110" y="18056"/>
                      <a:pt x="2912" y="18056"/>
                    </a:cubicBezTo>
                    <a:cubicBezTo>
                      <a:pt x="2912" y="17864"/>
                      <a:pt x="2912" y="17671"/>
                      <a:pt x="2912" y="17473"/>
                    </a:cubicBezTo>
                    <a:cubicBezTo>
                      <a:pt x="2720" y="17473"/>
                      <a:pt x="2528" y="17473"/>
                      <a:pt x="2330" y="17473"/>
                    </a:cubicBezTo>
                    <a:cubicBezTo>
                      <a:pt x="2330" y="17089"/>
                      <a:pt x="2330" y="16705"/>
                      <a:pt x="2330" y="16309"/>
                    </a:cubicBezTo>
                    <a:cubicBezTo>
                      <a:pt x="2138" y="16309"/>
                      <a:pt x="1945" y="16309"/>
                      <a:pt x="1747" y="16309"/>
                    </a:cubicBezTo>
                    <a:cubicBezTo>
                      <a:pt x="1747" y="16116"/>
                      <a:pt x="1747" y="15924"/>
                      <a:pt x="1747" y="15726"/>
                    </a:cubicBezTo>
                    <a:cubicBezTo>
                      <a:pt x="1555" y="15726"/>
                      <a:pt x="1363" y="15726"/>
                      <a:pt x="1165" y="15726"/>
                    </a:cubicBezTo>
                    <a:cubicBezTo>
                      <a:pt x="1165" y="15342"/>
                      <a:pt x="1165" y="14957"/>
                      <a:pt x="1165" y="14561"/>
                    </a:cubicBezTo>
                    <a:cubicBezTo>
                      <a:pt x="973" y="14561"/>
                      <a:pt x="780" y="14561"/>
                      <a:pt x="582" y="14561"/>
                    </a:cubicBezTo>
                    <a:cubicBezTo>
                      <a:pt x="582" y="13600"/>
                      <a:pt x="582" y="12639"/>
                      <a:pt x="582" y="11649"/>
                    </a:cubicBezTo>
                    <a:cubicBezTo>
                      <a:pt x="390" y="11649"/>
                      <a:pt x="198" y="11649"/>
                      <a:pt x="0" y="11649"/>
                    </a:cubicBezTo>
                    <a:cubicBezTo>
                      <a:pt x="0" y="11265"/>
                      <a:pt x="0" y="10880"/>
                      <a:pt x="0" y="10484"/>
                    </a:cubicBezTo>
                    <a:cubicBezTo>
                      <a:pt x="192" y="10484"/>
                      <a:pt x="384" y="10484"/>
                      <a:pt x="582" y="10484"/>
                    </a:cubicBezTo>
                    <a:cubicBezTo>
                      <a:pt x="582" y="9523"/>
                      <a:pt x="582" y="8562"/>
                      <a:pt x="582" y="7572"/>
                    </a:cubicBezTo>
                    <a:cubicBezTo>
                      <a:pt x="775" y="7572"/>
                      <a:pt x="967" y="7572"/>
                      <a:pt x="1165" y="7572"/>
                    </a:cubicBezTo>
                    <a:cubicBezTo>
                      <a:pt x="1165" y="6995"/>
                      <a:pt x="1165" y="6419"/>
                      <a:pt x="1165" y="5824"/>
                    </a:cubicBezTo>
                    <a:cubicBezTo>
                      <a:pt x="1357" y="5824"/>
                      <a:pt x="1549" y="5824"/>
                      <a:pt x="1747" y="5824"/>
                    </a:cubicBezTo>
                    <a:cubicBezTo>
                      <a:pt x="1747" y="5632"/>
                      <a:pt x="1747" y="5440"/>
                      <a:pt x="1747" y="5242"/>
                    </a:cubicBezTo>
                    <a:cubicBezTo>
                      <a:pt x="1940" y="5242"/>
                      <a:pt x="2132" y="5242"/>
                      <a:pt x="2330" y="5242"/>
                    </a:cubicBezTo>
                    <a:cubicBezTo>
                      <a:pt x="2330" y="4858"/>
                      <a:pt x="2330" y="4473"/>
                      <a:pt x="2330" y="4077"/>
                    </a:cubicBezTo>
                    <a:cubicBezTo>
                      <a:pt x="2522" y="4077"/>
                      <a:pt x="2714" y="4077"/>
                      <a:pt x="2912" y="4077"/>
                    </a:cubicBezTo>
                    <a:cubicBezTo>
                      <a:pt x="2912" y="3885"/>
                      <a:pt x="2912" y="3693"/>
                      <a:pt x="2912" y="3495"/>
                    </a:cubicBezTo>
                    <a:cubicBezTo>
                      <a:pt x="3104" y="3495"/>
                      <a:pt x="3297" y="3495"/>
                      <a:pt x="3495" y="3495"/>
                    </a:cubicBezTo>
                    <a:cubicBezTo>
                      <a:pt x="3495" y="3302"/>
                      <a:pt x="3495" y="3110"/>
                      <a:pt x="3495" y="2912"/>
                    </a:cubicBezTo>
                    <a:cubicBezTo>
                      <a:pt x="3687" y="2912"/>
                      <a:pt x="3879" y="2912"/>
                      <a:pt x="4077" y="2912"/>
                    </a:cubicBezTo>
                    <a:cubicBezTo>
                      <a:pt x="4077" y="2720"/>
                      <a:pt x="4077" y="2528"/>
                      <a:pt x="4077" y="2330"/>
                    </a:cubicBezTo>
                    <a:cubicBezTo>
                      <a:pt x="4462" y="2330"/>
                      <a:pt x="4846" y="2330"/>
                      <a:pt x="5242" y="2330"/>
                    </a:cubicBezTo>
                    <a:cubicBezTo>
                      <a:pt x="5242" y="2138"/>
                      <a:pt x="5242" y="1945"/>
                      <a:pt x="5242" y="1747"/>
                    </a:cubicBezTo>
                    <a:cubicBezTo>
                      <a:pt x="5434" y="1747"/>
                      <a:pt x="5626" y="1747"/>
                      <a:pt x="5824" y="1747"/>
                    </a:cubicBezTo>
                    <a:cubicBezTo>
                      <a:pt x="5824" y="1555"/>
                      <a:pt x="5824" y="1363"/>
                      <a:pt x="5824" y="1165"/>
                    </a:cubicBezTo>
                    <a:cubicBezTo>
                      <a:pt x="6209" y="1165"/>
                      <a:pt x="6593" y="1165"/>
                      <a:pt x="6989" y="1165"/>
                    </a:cubicBezTo>
                    <a:cubicBezTo>
                      <a:pt x="6989" y="973"/>
                      <a:pt x="6989" y="780"/>
                      <a:pt x="6989" y="582"/>
                    </a:cubicBezTo>
                    <a:cubicBezTo>
                      <a:pt x="7758" y="582"/>
                      <a:pt x="8527" y="582"/>
                      <a:pt x="9319" y="582"/>
                    </a:cubicBezTo>
                    <a:cubicBezTo>
                      <a:pt x="9319" y="390"/>
                      <a:pt x="9319" y="198"/>
                      <a:pt x="9319" y="0"/>
                    </a:cubicBezTo>
                    <a:close/>
                    <a:moveTo>
                      <a:pt x="9319" y="3495"/>
                    </a:moveTo>
                    <a:cubicBezTo>
                      <a:pt x="9319" y="3687"/>
                      <a:pt x="9319" y="3879"/>
                      <a:pt x="9319" y="4077"/>
                    </a:cubicBezTo>
                    <a:cubicBezTo>
                      <a:pt x="8743" y="4077"/>
                      <a:pt x="8166" y="4077"/>
                      <a:pt x="7572" y="4077"/>
                    </a:cubicBezTo>
                    <a:cubicBezTo>
                      <a:pt x="7572" y="4269"/>
                      <a:pt x="7572" y="4462"/>
                      <a:pt x="7572" y="4660"/>
                    </a:cubicBezTo>
                    <a:cubicBezTo>
                      <a:pt x="7380" y="4660"/>
                      <a:pt x="7187" y="4660"/>
                      <a:pt x="6989" y="4660"/>
                    </a:cubicBezTo>
                    <a:cubicBezTo>
                      <a:pt x="6989" y="4852"/>
                      <a:pt x="6989" y="5044"/>
                      <a:pt x="6989" y="5242"/>
                    </a:cubicBezTo>
                    <a:cubicBezTo>
                      <a:pt x="6797" y="5242"/>
                      <a:pt x="6605" y="5242"/>
                      <a:pt x="6407" y="5242"/>
                    </a:cubicBezTo>
                    <a:cubicBezTo>
                      <a:pt x="6407" y="5434"/>
                      <a:pt x="6407" y="5626"/>
                      <a:pt x="6407" y="5824"/>
                    </a:cubicBezTo>
                    <a:cubicBezTo>
                      <a:pt x="6215" y="5824"/>
                      <a:pt x="6022" y="5824"/>
                      <a:pt x="5824" y="5824"/>
                    </a:cubicBezTo>
                    <a:cubicBezTo>
                      <a:pt x="5824" y="6017"/>
                      <a:pt x="5824" y="6209"/>
                      <a:pt x="5824" y="6407"/>
                    </a:cubicBezTo>
                    <a:cubicBezTo>
                      <a:pt x="5632" y="6407"/>
                      <a:pt x="5440" y="6407"/>
                      <a:pt x="5242" y="6407"/>
                    </a:cubicBezTo>
                    <a:cubicBezTo>
                      <a:pt x="5242" y="6599"/>
                      <a:pt x="5242" y="6791"/>
                      <a:pt x="5242" y="6989"/>
                    </a:cubicBezTo>
                    <a:cubicBezTo>
                      <a:pt x="5050" y="6989"/>
                      <a:pt x="4858" y="6989"/>
                      <a:pt x="4660" y="6989"/>
                    </a:cubicBezTo>
                    <a:cubicBezTo>
                      <a:pt x="4660" y="7374"/>
                      <a:pt x="4660" y="7758"/>
                      <a:pt x="4660" y="8154"/>
                    </a:cubicBezTo>
                    <a:cubicBezTo>
                      <a:pt x="4467" y="8154"/>
                      <a:pt x="4275" y="8154"/>
                      <a:pt x="4077" y="8154"/>
                    </a:cubicBezTo>
                    <a:cubicBezTo>
                      <a:pt x="4077" y="9884"/>
                      <a:pt x="4077" y="11614"/>
                      <a:pt x="4077" y="13396"/>
                    </a:cubicBezTo>
                    <a:cubicBezTo>
                      <a:pt x="4269" y="13396"/>
                      <a:pt x="4462" y="13396"/>
                      <a:pt x="4660" y="13396"/>
                    </a:cubicBezTo>
                    <a:cubicBezTo>
                      <a:pt x="4660" y="13781"/>
                      <a:pt x="4660" y="14165"/>
                      <a:pt x="4660" y="14561"/>
                    </a:cubicBezTo>
                    <a:cubicBezTo>
                      <a:pt x="4852" y="14561"/>
                      <a:pt x="5044" y="14561"/>
                      <a:pt x="5242" y="14561"/>
                    </a:cubicBezTo>
                    <a:cubicBezTo>
                      <a:pt x="5242" y="14946"/>
                      <a:pt x="5242" y="15330"/>
                      <a:pt x="5242" y="15726"/>
                    </a:cubicBezTo>
                    <a:cubicBezTo>
                      <a:pt x="5434" y="15726"/>
                      <a:pt x="5626" y="15726"/>
                      <a:pt x="5824" y="15726"/>
                    </a:cubicBezTo>
                    <a:cubicBezTo>
                      <a:pt x="5824" y="15918"/>
                      <a:pt x="5824" y="16110"/>
                      <a:pt x="5824" y="16309"/>
                    </a:cubicBezTo>
                    <a:cubicBezTo>
                      <a:pt x="6209" y="16309"/>
                      <a:pt x="6593" y="16309"/>
                      <a:pt x="6989" y="16309"/>
                    </a:cubicBezTo>
                    <a:cubicBezTo>
                      <a:pt x="6989" y="16501"/>
                      <a:pt x="6989" y="16693"/>
                      <a:pt x="6989" y="16891"/>
                    </a:cubicBezTo>
                    <a:cubicBezTo>
                      <a:pt x="7182" y="16891"/>
                      <a:pt x="7374" y="16891"/>
                      <a:pt x="7572" y="16891"/>
                    </a:cubicBezTo>
                    <a:cubicBezTo>
                      <a:pt x="7572" y="17083"/>
                      <a:pt x="7572" y="17275"/>
                      <a:pt x="7572" y="17473"/>
                    </a:cubicBezTo>
                    <a:cubicBezTo>
                      <a:pt x="8148" y="17473"/>
                      <a:pt x="8725" y="17473"/>
                      <a:pt x="9319" y="17473"/>
                    </a:cubicBezTo>
                    <a:cubicBezTo>
                      <a:pt x="9319" y="17666"/>
                      <a:pt x="9319" y="17858"/>
                      <a:pt x="9319" y="18056"/>
                    </a:cubicBezTo>
                    <a:cubicBezTo>
                      <a:pt x="10472" y="18056"/>
                      <a:pt x="11626" y="18056"/>
                      <a:pt x="12814" y="18056"/>
                    </a:cubicBezTo>
                    <a:cubicBezTo>
                      <a:pt x="12814" y="17864"/>
                      <a:pt x="12814" y="17671"/>
                      <a:pt x="12814" y="17473"/>
                    </a:cubicBezTo>
                    <a:cubicBezTo>
                      <a:pt x="13390" y="17473"/>
                      <a:pt x="13967" y="17473"/>
                      <a:pt x="14561" y="17473"/>
                    </a:cubicBezTo>
                    <a:cubicBezTo>
                      <a:pt x="14561" y="17281"/>
                      <a:pt x="14561" y="17089"/>
                      <a:pt x="14561" y="16891"/>
                    </a:cubicBezTo>
                    <a:cubicBezTo>
                      <a:pt x="14753" y="16891"/>
                      <a:pt x="14946" y="16891"/>
                      <a:pt x="15144" y="16891"/>
                    </a:cubicBezTo>
                    <a:cubicBezTo>
                      <a:pt x="15144" y="16699"/>
                      <a:pt x="15144" y="16507"/>
                      <a:pt x="15144" y="16309"/>
                    </a:cubicBezTo>
                    <a:cubicBezTo>
                      <a:pt x="15528" y="16309"/>
                      <a:pt x="15912" y="16309"/>
                      <a:pt x="16309" y="16309"/>
                    </a:cubicBezTo>
                    <a:cubicBezTo>
                      <a:pt x="16309" y="16116"/>
                      <a:pt x="16309" y="15924"/>
                      <a:pt x="16309" y="15726"/>
                    </a:cubicBezTo>
                    <a:cubicBezTo>
                      <a:pt x="16501" y="15726"/>
                      <a:pt x="16693" y="15726"/>
                      <a:pt x="16891" y="15726"/>
                    </a:cubicBezTo>
                    <a:cubicBezTo>
                      <a:pt x="16891" y="15342"/>
                      <a:pt x="16891" y="14957"/>
                      <a:pt x="16891" y="14561"/>
                    </a:cubicBezTo>
                    <a:cubicBezTo>
                      <a:pt x="17083" y="14561"/>
                      <a:pt x="17275" y="14561"/>
                      <a:pt x="17473" y="14561"/>
                    </a:cubicBezTo>
                    <a:cubicBezTo>
                      <a:pt x="17473" y="14177"/>
                      <a:pt x="17473" y="13792"/>
                      <a:pt x="17473" y="13396"/>
                    </a:cubicBezTo>
                    <a:cubicBezTo>
                      <a:pt x="17666" y="13396"/>
                      <a:pt x="17858" y="13396"/>
                      <a:pt x="18056" y="13396"/>
                    </a:cubicBezTo>
                    <a:cubicBezTo>
                      <a:pt x="18056" y="12820"/>
                      <a:pt x="18056" y="12243"/>
                      <a:pt x="18056" y="11649"/>
                    </a:cubicBezTo>
                    <a:cubicBezTo>
                      <a:pt x="18248" y="11649"/>
                      <a:pt x="18440" y="11649"/>
                      <a:pt x="18638" y="11649"/>
                    </a:cubicBezTo>
                    <a:cubicBezTo>
                      <a:pt x="18638" y="11072"/>
                      <a:pt x="18638" y="10496"/>
                      <a:pt x="18638" y="9902"/>
                    </a:cubicBezTo>
                    <a:cubicBezTo>
                      <a:pt x="18446" y="9902"/>
                      <a:pt x="18254" y="9902"/>
                      <a:pt x="18056" y="9902"/>
                    </a:cubicBezTo>
                    <a:cubicBezTo>
                      <a:pt x="18056" y="9325"/>
                      <a:pt x="18056" y="8748"/>
                      <a:pt x="18056" y="8154"/>
                    </a:cubicBezTo>
                    <a:cubicBezTo>
                      <a:pt x="17864" y="8154"/>
                      <a:pt x="17671" y="8154"/>
                      <a:pt x="17473" y="8154"/>
                    </a:cubicBezTo>
                    <a:cubicBezTo>
                      <a:pt x="17473" y="7770"/>
                      <a:pt x="17473" y="7385"/>
                      <a:pt x="17473" y="6989"/>
                    </a:cubicBezTo>
                    <a:cubicBezTo>
                      <a:pt x="17281" y="6989"/>
                      <a:pt x="17089" y="6989"/>
                      <a:pt x="16891" y="6989"/>
                    </a:cubicBezTo>
                    <a:cubicBezTo>
                      <a:pt x="16891" y="6797"/>
                      <a:pt x="16891" y="6605"/>
                      <a:pt x="16891" y="6407"/>
                    </a:cubicBezTo>
                    <a:cubicBezTo>
                      <a:pt x="16699" y="6407"/>
                      <a:pt x="16507" y="6407"/>
                      <a:pt x="16309" y="6407"/>
                    </a:cubicBezTo>
                    <a:cubicBezTo>
                      <a:pt x="16309" y="6215"/>
                      <a:pt x="16309" y="6022"/>
                      <a:pt x="16309" y="5824"/>
                    </a:cubicBezTo>
                    <a:cubicBezTo>
                      <a:pt x="16116" y="5824"/>
                      <a:pt x="15924" y="5824"/>
                      <a:pt x="15726" y="5824"/>
                    </a:cubicBezTo>
                    <a:cubicBezTo>
                      <a:pt x="15726" y="5632"/>
                      <a:pt x="15726" y="5440"/>
                      <a:pt x="15726" y="5242"/>
                    </a:cubicBezTo>
                    <a:cubicBezTo>
                      <a:pt x="15534" y="5242"/>
                      <a:pt x="15342" y="5242"/>
                      <a:pt x="15144" y="5242"/>
                    </a:cubicBezTo>
                    <a:cubicBezTo>
                      <a:pt x="15144" y="5050"/>
                      <a:pt x="15144" y="4858"/>
                      <a:pt x="15144" y="4660"/>
                    </a:cubicBezTo>
                    <a:cubicBezTo>
                      <a:pt x="14951" y="4660"/>
                      <a:pt x="14759" y="4660"/>
                      <a:pt x="14561" y="4660"/>
                    </a:cubicBezTo>
                    <a:cubicBezTo>
                      <a:pt x="14561" y="4467"/>
                      <a:pt x="14561" y="4275"/>
                      <a:pt x="14561" y="4077"/>
                    </a:cubicBezTo>
                    <a:cubicBezTo>
                      <a:pt x="13985" y="4077"/>
                      <a:pt x="13408" y="4077"/>
                      <a:pt x="12814" y="4077"/>
                    </a:cubicBezTo>
                    <a:cubicBezTo>
                      <a:pt x="12814" y="3885"/>
                      <a:pt x="12814" y="3693"/>
                      <a:pt x="12814" y="3495"/>
                    </a:cubicBezTo>
                    <a:cubicBezTo>
                      <a:pt x="11661" y="3495"/>
                      <a:pt x="10507" y="3495"/>
                      <a:pt x="9319" y="3495"/>
                    </a:cubicBezTo>
                    <a:close/>
                  </a:path>
                </a:pathLst>
              </a:custGeom>
              <a:solidFill>
                <a:srgbClr val="251047"/>
              </a:solidFill>
              <a:ln w="3699" cap="flat">
                <a:noFill/>
              </a:ln>
            </p:spPr>
          </p:sp>
          <p:sp>
            <p:nvSpPr>
              <p:cNvPr id="874" name="ICON_AGENT_ROBOT_path_007"/>
              <p:cNvSpPr/>
              <p:nvPr/>
            </p:nvSpPr>
            <p:spPr>
              <a:xfrm>
                <a:off x="1483401" y="4849779"/>
                <a:ext cx="184927" cy="184927"/>
              </a:xfrm>
              <a:custGeom>
                <a:avLst/>
                <a:gdLst/>
                <a:ahLst/>
                <a:cxnLst/>
                <a:rect l="0" t="0" r="r" b="b"/>
                <a:pathLst>
                  <a:path w="14561" h="14561" fill="norm" stroke="0">
                    <a:moveTo>
                      <a:pt x="5242" y="0"/>
                    </a:moveTo>
                    <a:cubicBezTo>
                      <a:pt x="6395" y="0"/>
                      <a:pt x="7549" y="0"/>
                      <a:pt x="8737" y="0"/>
                    </a:cubicBezTo>
                    <a:cubicBezTo>
                      <a:pt x="8737" y="192"/>
                      <a:pt x="8737" y="384"/>
                      <a:pt x="8737" y="582"/>
                    </a:cubicBezTo>
                    <a:cubicBezTo>
                      <a:pt x="9313" y="582"/>
                      <a:pt x="9890" y="582"/>
                      <a:pt x="10484" y="582"/>
                    </a:cubicBezTo>
                    <a:cubicBezTo>
                      <a:pt x="10484" y="775"/>
                      <a:pt x="10484" y="967"/>
                      <a:pt x="10484" y="1165"/>
                    </a:cubicBezTo>
                    <a:cubicBezTo>
                      <a:pt x="10676" y="1165"/>
                      <a:pt x="10868" y="1165"/>
                      <a:pt x="11066" y="1165"/>
                    </a:cubicBezTo>
                    <a:cubicBezTo>
                      <a:pt x="11066" y="1357"/>
                      <a:pt x="11066" y="1549"/>
                      <a:pt x="11066" y="1747"/>
                    </a:cubicBezTo>
                    <a:cubicBezTo>
                      <a:pt x="11259" y="1747"/>
                      <a:pt x="11451" y="1747"/>
                      <a:pt x="11649" y="1747"/>
                    </a:cubicBezTo>
                    <a:cubicBezTo>
                      <a:pt x="11649" y="1940"/>
                      <a:pt x="11649" y="2132"/>
                      <a:pt x="11649" y="2330"/>
                    </a:cubicBezTo>
                    <a:cubicBezTo>
                      <a:pt x="11841" y="2330"/>
                      <a:pt x="12033" y="2330"/>
                      <a:pt x="12231" y="2330"/>
                    </a:cubicBezTo>
                    <a:cubicBezTo>
                      <a:pt x="12231" y="2522"/>
                      <a:pt x="12231" y="2714"/>
                      <a:pt x="12231" y="2912"/>
                    </a:cubicBezTo>
                    <a:cubicBezTo>
                      <a:pt x="12424" y="2912"/>
                      <a:pt x="12616" y="2912"/>
                      <a:pt x="12814" y="2912"/>
                    </a:cubicBezTo>
                    <a:cubicBezTo>
                      <a:pt x="12814" y="3104"/>
                      <a:pt x="12814" y="3297"/>
                      <a:pt x="12814" y="3495"/>
                    </a:cubicBezTo>
                    <a:cubicBezTo>
                      <a:pt x="13006" y="3495"/>
                      <a:pt x="13198" y="3495"/>
                      <a:pt x="13396" y="3495"/>
                    </a:cubicBezTo>
                    <a:cubicBezTo>
                      <a:pt x="13396" y="3879"/>
                      <a:pt x="13396" y="4264"/>
                      <a:pt x="13396" y="4660"/>
                    </a:cubicBezTo>
                    <a:cubicBezTo>
                      <a:pt x="13588" y="4660"/>
                      <a:pt x="13781" y="4660"/>
                      <a:pt x="13979" y="4660"/>
                    </a:cubicBezTo>
                    <a:cubicBezTo>
                      <a:pt x="13979" y="5236"/>
                      <a:pt x="13979" y="5813"/>
                      <a:pt x="13979" y="6407"/>
                    </a:cubicBezTo>
                    <a:cubicBezTo>
                      <a:pt x="14171" y="6407"/>
                      <a:pt x="14363" y="6407"/>
                      <a:pt x="14561" y="6407"/>
                    </a:cubicBezTo>
                    <a:cubicBezTo>
                      <a:pt x="14561" y="6984"/>
                      <a:pt x="14561" y="7560"/>
                      <a:pt x="14561" y="8154"/>
                    </a:cubicBezTo>
                    <a:cubicBezTo>
                      <a:pt x="14369" y="8154"/>
                      <a:pt x="14177" y="8154"/>
                      <a:pt x="13979" y="8154"/>
                    </a:cubicBezTo>
                    <a:cubicBezTo>
                      <a:pt x="13979" y="8731"/>
                      <a:pt x="13979" y="9308"/>
                      <a:pt x="13979" y="9902"/>
                    </a:cubicBezTo>
                    <a:cubicBezTo>
                      <a:pt x="13787" y="9902"/>
                      <a:pt x="13594" y="9902"/>
                      <a:pt x="13396" y="9902"/>
                    </a:cubicBezTo>
                    <a:cubicBezTo>
                      <a:pt x="13396" y="10286"/>
                      <a:pt x="13396" y="10670"/>
                      <a:pt x="13396" y="11066"/>
                    </a:cubicBezTo>
                    <a:cubicBezTo>
                      <a:pt x="13204" y="11066"/>
                      <a:pt x="13012" y="11066"/>
                      <a:pt x="12814" y="11066"/>
                    </a:cubicBezTo>
                    <a:cubicBezTo>
                      <a:pt x="12814" y="11451"/>
                      <a:pt x="12814" y="11835"/>
                      <a:pt x="12814" y="12231"/>
                    </a:cubicBezTo>
                    <a:cubicBezTo>
                      <a:pt x="12622" y="12231"/>
                      <a:pt x="12429" y="12231"/>
                      <a:pt x="12231" y="12231"/>
                    </a:cubicBezTo>
                    <a:cubicBezTo>
                      <a:pt x="12231" y="12424"/>
                      <a:pt x="12231" y="12616"/>
                      <a:pt x="12231" y="12814"/>
                    </a:cubicBezTo>
                    <a:cubicBezTo>
                      <a:pt x="11847" y="12814"/>
                      <a:pt x="11463" y="12814"/>
                      <a:pt x="11066" y="12814"/>
                    </a:cubicBezTo>
                    <a:cubicBezTo>
                      <a:pt x="11066" y="13006"/>
                      <a:pt x="11066" y="13198"/>
                      <a:pt x="11066" y="13396"/>
                    </a:cubicBezTo>
                    <a:cubicBezTo>
                      <a:pt x="10874" y="13396"/>
                      <a:pt x="10682" y="13396"/>
                      <a:pt x="10484" y="13396"/>
                    </a:cubicBezTo>
                    <a:cubicBezTo>
                      <a:pt x="10484" y="13588"/>
                      <a:pt x="10484" y="13781"/>
                      <a:pt x="10484" y="13979"/>
                    </a:cubicBezTo>
                    <a:cubicBezTo>
                      <a:pt x="9907" y="13979"/>
                      <a:pt x="9331" y="13979"/>
                      <a:pt x="8737" y="13979"/>
                    </a:cubicBezTo>
                    <a:cubicBezTo>
                      <a:pt x="8737" y="14171"/>
                      <a:pt x="8737" y="14363"/>
                      <a:pt x="8737" y="14561"/>
                    </a:cubicBezTo>
                    <a:cubicBezTo>
                      <a:pt x="7583" y="14561"/>
                      <a:pt x="6430" y="14561"/>
                      <a:pt x="5242" y="14561"/>
                    </a:cubicBezTo>
                    <a:cubicBezTo>
                      <a:pt x="5242" y="14369"/>
                      <a:pt x="5242" y="14177"/>
                      <a:pt x="5242" y="13979"/>
                    </a:cubicBezTo>
                    <a:cubicBezTo>
                      <a:pt x="4665" y="13979"/>
                      <a:pt x="4089" y="13979"/>
                      <a:pt x="3495" y="13979"/>
                    </a:cubicBezTo>
                    <a:cubicBezTo>
                      <a:pt x="3495" y="13787"/>
                      <a:pt x="3495" y="13594"/>
                      <a:pt x="3495" y="13396"/>
                    </a:cubicBezTo>
                    <a:cubicBezTo>
                      <a:pt x="3302" y="13396"/>
                      <a:pt x="3110" y="13396"/>
                      <a:pt x="2912" y="13396"/>
                    </a:cubicBezTo>
                    <a:cubicBezTo>
                      <a:pt x="2912" y="13204"/>
                      <a:pt x="2912" y="13012"/>
                      <a:pt x="2912" y="12814"/>
                    </a:cubicBezTo>
                    <a:cubicBezTo>
                      <a:pt x="2528" y="12814"/>
                      <a:pt x="2143" y="12814"/>
                      <a:pt x="1747" y="12814"/>
                    </a:cubicBezTo>
                    <a:cubicBezTo>
                      <a:pt x="1747" y="12622"/>
                      <a:pt x="1747" y="12429"/>
                      <a:pt x="1747" y="12231"/>
                    </a:cubicBezTo>
                    <a:cubicBezTo>
                      <a:pt x="1555" y="12231"/>
                      <a:pt x="1363" y="12231"/>
                      <a:pt x="1165" y="12231"/>
                    </a:cubicBezTo>
                    <a:cubicBezTo>
                      <a:pt x="1165" y="11847"/>
                      <a:pt x="1165" y="11463"/>
                      <a:pt x="1165" y="11066"/>
                    </a:cubicBezTo>
                    <a:cubicBezTo>
                      <a:pt x="973" y="11066"/>
                      <a:pt x="780" y="11066"/>
                      <a:pt x="582" y="11066"/>
                    </a:cubicBezTo>
                    <a:cubicBezTo>
                      <a:pt x="582" y="10682"/>
                      <a:pt x="582" y="10298"/>
                      <a:pt x="582" y="9902"/>
                    </a:cubicBezTo>
                    <a:cubicBezTo>
                      <a:pt x="390" y="9902"/>
                      <a:pt x="198" y="9902"/>
                      <a:pt x="0" y="9902"/>
                    </a:cubicBezTo>
                    <a:cubicBezTo>
                      <a:pt x="0" y="8172"/>
                      <a:pt x="0" y="6442"/>
                      <a:pt x="0" y="4660"/>
                    </a:cubicBezTo>
                    <a:cubicBezTo>
                      <a:pt x="192" y="4660"/>
                      <a:pt x="384" y="4660"/>
                      <a:pt x="582" y="4660"/>
                    </a:cubicBezTo>
                    <a:cubicBezTo>
                      <a:pt x="582" y="4275"/>
                      <a:pt x="582" y="3891"/>
                      <a:pt x="582" y="3495"/>
                    </a:cubicBezTo>
                    <a:cubicBezTo>
                      <a:pt x="775" y="3495"/>
                      <a:pt x="967" y="3495"/>
                      <a:pt x="1165" y="3495"/>
                    </a:cubicBezTo>
                    <a:cubicBezTo>
                      <a:pt x="1165" y="3302"/>
                      <a:pt x="1165" y="3110"/>
                      <a:pt x="1165" y="2912"/>
                    </a:cubicBezTo>
                    <a:cubicBezTo>
                      <a:pt x="1357" y="2912"/>
                      <a:pt x="1549" y="2912"/>
                      <a:pt x="1747" y="2912"/>
                    </a:cubicBezTo>
                    <a:cubicBezTo>
                      <a:pt x="1747" y="2720"/>
                      <a:pt x="1747" y="2528"/>
                      <a:pt x="1747" y="2330"/>
                    </a:cubicBezTo>
                    <a:cubicBezTo>
                      <a:pt x="1940" y="2330"/>
                      <a:pt x="2132" y="2330"/>
                      <a:pt x="2330" y="2330"/>
                    </a:cubicBezTo>
                    <a:cubicBezTo>
                      <a:pt x="2330" y="2138"/>
                      <a:pt x="2330" y="1945"/>
                      <a:pt x="2330" y="1747"/>
                    </a:cubicBezTo>
                    <a:cubicBezTo>
                      <a:pt x="2522" y="1747"/>
                      <a:pt x="2714" y="1747"/>
                      <a:pt x="2912" y="1747"/>
                    </a:cubicBezTo>
                    <a:cubicBezTo>
                      <a:pt x="2912" y="1555"/>
                      <a:pt x="2912" y="1363"/>
                      <a:pt x="2912" y="1165"/>
                    </a:cubicBezTo>
                    <a:cubicBezTo>
                      <a:pt x="3104" y="1165"/>
                      <a:pt x="3297" y="1165"/>
                      <a:pt x="3495" y="1165"/>
                    </a:cubicBezTo>
                    <a:cubicBezTo>
                      <a:pt x="3495" y="973"/>
                      <a:pt x="3495" y="780"/>
                      <a:pt x="3495" y="582"/>
                    </a:cubicBezTo>
                    <a:cubicBezTo>
                      <a:pt x="4071" y="582"/>
                      <a:pt x="4648" y="582"/>
                      <a:pt x="5242" y="582"/>
                    </a:cubicBezTo>
                    <a:cubicBezTo>
                      <a:pt x="5242" y="390"/>
                      <a:pt x="5242" y="198"/>
                      <a:pt x="5242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699" cap="flat">
                <a:noFill/>
              </a:ln>
            </p:spPr>
          </p:sp>
          <p:sp>
            <p:nvSpPr>
              <p:cNvPr id="875" name="ICON_AGENT_ROBOT_path_008"/>
              <p:cNvSpPr/>
              <p:nvPr/>
            </p:nvSpPr>
            <p:spPr>
              <a:xfrm>
                <a:off x="943414" y="4065689"/>
                <a:ext cx="88765" cy="295883"/>
              </a:xfrm>
              <a:custGeom>
                <a:avLst/>
                <a:gdLst/>
                <a:ahLst/>
                <a:cxnLst/>
                <a:rect l="0" t="0" r="r" b="b"/>
                <a:pathLst>
                  <a:path w="6989" h="23298" fill="norm" stroke="0">
                    <a:moveTo>
                      <a:pt x="5824" y="0"/>
                    </a:moveTo>
                    <a:cubicBezTo>
                      <a:pt x="6209" y="0"/>
                      <a:pt x="6593" y="0"/>
                      <a:pt x="6989" y="0"/>
                    </a:cubicBezTo>
                    <a:cubicBezTo>
                      <a:pt x="6989" y="7496"/>
                      <a:pt x="6989" y="14992"/>
                      <a:pt x="6989" y="22715"/>
                    </a:cubicBezTo>
                    <a:cubicBezTo>
                      <a:pt x="6797" y="22715"/>
                      <a:pt x="6605" y="22715"/>
                      <a:pt x="6407" y="22715"/>
                    </a:cubicBezTo>
                    <a:cubicBezTo>
                      <a:pt x="6407" y="22908"/>
                      <a:pt x="6407" y="23100"/>
                      <a:pt x="6407" y="23298"/>
                    </a:cubicBezTo>
                    <a:cubicBezTo>
                      <a:pt x="6023" y="23298"/>
                      <a:pt x="5638" y="23298"/>
                      <a:pt x="5242" y="23298"/>
                    </a:cubicBezTo>
                    <a:cubicBezTo>
                      <a:pt x="5242" y="23106"/>
                      <a:pt x="5242" y="22913"/>
                      <a:pt x="5242" y="22715"/>
                    </a:cubicBezTo>
                    <a:cubicBezTo>
                      <a:pt x="4858" y="22715"/>
                      <a:pt x="4473" y="22715"/>
                      <a:pt x="4077" y="22715"/>
                    </a:cubicBezTo>
                    <a:cubicBezTo>
                      <a:pt x="4077" y="22523"/>
                      <a:pt x="4077" y="22331"/>
                      <a:pt x="4077" y="22133"/>
                    </a:cubicBezTo>
                    <a:cubicBezTo>
                      <a:pt x="3885" y="22133"/>
                      <a:pt x="3693" y="22133"/>
                      <a:pt x="3495" y="22133"/>
                    </a:cubicBezTo>
                    <a:cubicBezTo>
                      <a:pt x="3495" y="21941"/>
                      <a:pt x="3495" y="21749"/>
                      <a:pt x="3495" y="21551"/>
                    </a:cubicBezTo>
                    <a:cubicBezTo>
                      <a:pt x="3302" y="21551"/>
                      <a:pt x="3110" y="21551"/>
                      <a:pt x="2912" y="21551"/>
                    </a:cubicBezTo>
                    <a:cubicBezTo>
                      <a:pt x="2912" y="21358"/>
                      <a:pt x="2912" y="21166"/>
                      <a:pt x="2912" y="20968"/>
                    </a:cubicBezTo>
                    <a:cubicBezTo>
                      <a:pt x="2720" y="20968"/>
                      <a:pt x="2528" y="20968"/>
                      <a:pt x="2330" y="20968"/>
                    </a:cubicBezTo>
                    <a:cubicBezTo>
                      <a:pt x="2330" y="20776"/>
                      <a:pt x="2330" y="20584"/>
                      <a:pt x="2330" y="20386"/>
                    </a:cubicBezTo>
                    <a:cubicBezTo>
                      <a:pt x="2138" y="20386"/>
                      <a:pt x="1945" y="20386"/>
                      <a:pt x="1747" y="20386"/>
                    </a:cubicBezTo>
                    <a:cubicBezTo>
                      <a:pt x="1747" y="20193"/>
                      <a:pt x="1747" y="20001"/>
                      <a:pt x="1747" y="19803"/>
                    </a:cubicBezTo>
                    <a:cubicBezTo>
                      <a:pt x="1555" y="19803"/>
                      <a:pt x="1363" y="19803"/>
                      <a:pt x="1165" y="19803"/>
                    </a:cubicBezTo>
                    <a:cubicBezTo>
                      <a:pt x="1165" y="19419"/>
                      <a:pt x="1165" y="19034"/>
                      <a:pt x="1165" y="18638"/>
                    </a:cubicBezTo>
                    <a:cubicBezTo>
                      <a:pt x="973" y="18638"/>
                      <a:pt x="780" y="18638"/>
                      <a:pt x="582" y="18638"/>
                    </a:cubicBezTo>
                    <a:cubicBezTo>
                      <a:pt x="582" y="17869"/>
                      <a:pt x="582" y="17101"/>
                      <a:pt x="582" y="16309"/>
                    </a:cubicBezTo>
                    <a:cubicBezTo>
                      <a:pt x="390" y="16309"/>
                      <a:pt x="198" y="16309"/>
                      <a:pt x="0" y="16309"/>
                    </a:cubicBezTo>
                    <a:cubicBezTo>
                      <a:pt x="0" y="14771"/>
                      <a:pt x="0" y="13233"/>
                      <a:pt x="0" y="11649"/>
                    </a:cubicBezTo>
                    <a:cubicBezTo>
                      <a:pt x="192" y="11649"/>
                      <a:pt x="384" y="11649"/>
                      <a:pt x="582" y="11649"/>
                    </a:cubicBezTo>
                    <a:cubicBezTo>
                      <a:pt x="582" y="9535"/>
                      <a:pt x="582" y="7420"/>
                      <a:pt x="582" y="5242"/>
                    </a:cubicBezTo>
                    <a:cubicBezTo>
                      <a:pt x="775" y="5242"/>
                      <a:pt x="967" y="5242"/>
                      <a:pt x="1165" y="5242"/>
                    </a:cubicBezTo>
                    <a:cubicBezTo>
                      <a:pt x="1165" y="4858"/>
                      <a:pt x="1165" y="4473"/>
                      <a:pt x="1165" y="4077"/>
                    </a:cubicBezTo>
                    <a:cubicBezTo>
                      <a:pt x="1357" y="4077"/>
                      <a:pt x="1549" y="4077"/>
                      <a:pt x="1747" y="4077"/>
                    </a:cubicBezTo>
                    <a:cubicBezTo>
                      <a:pt x="1747" y="3693"/>
                      <a:pt x="1747" y="3308"/>
                      <a:pt x="1747" y="2912"/>
                    </a:cubicBezTo>
                    <a:cubicBezTo>
                      <a:pt x="1940" y="2912"/>
                      <a:pt x="2132" y="2912"/>
                      <a:pt x="2330" y="2912"/>
                    </a:cubicBezTo>
                    <a:cubicBezTo>
                      <a:pt x="2330" y="2720"/>
                      <a:pt x="2330" y="2528"/>
                      <a:pt x="2330" y="2330"/>
                    </a:cubicBezTo>
                    <a:cubicBezTo>
                      <a:pt x="2522" y="2330"/>
                      <a:pt x="2714" y="2330"/>
                      <a:pt x="2912" y="2330"/>
                    </a:cubicBezTo>
                    <a:cubicBezTo>
                      <a:pt x="2912" y="2138"/>
                      <a:pt x="2912" y="1945"/>
                      <a:pt x="2912" y="1747"/>
                    </a:cubicBezTo>
                    <a:cubicBezTo>
                      <a:pt x="3104" y="1747"/>
                      <a:pt x="3297" y="1747"/>
                      <a:pt x="3495" y="1747"/>
                    </a:cubicBezTo>
                    <a:cubicBezTo>
                      <a:pt x="3495" y="1555"/>
                      <a:pt x="3495" y="1363"/>
                      <a:pt x="3495" y="1165"/>
                    </a:cubicBezTo>
                    <a:cubicBezTo>
                      <a:pt x="3879" y="1165"/>
                      <a:pt x="4264" y="1165"/>
                      <a:pt x="4660" y="1165"/>
                    </a:cubicBezTo>
                    <a:cubicBezTo>
                      <a:pt x="4660" y="973"/>
                      <a:pt x="4660" y="780"/>
                      <a:pt x="4660" y="582"/>
                    </a:cubicBezTo>
                    <a:cubicBezTo>
                      <a:pt x="5044" y="582"/>
                      <a:pt x="5428" y="582"/>
                      <a:pt x="5824" y="582"/>
                    </a:cubicBezTo>
                    <a:cubicBezTo>
                      <a:pt x="5824" y="390"/>
                      <a:pt x="5824" y="198"/>
                      <a:pt x="582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76" name="ICON_AGENT_ROBOT_path_009"/>
              <p:cNvSpPr/>
              <p:nvPr/>
            </p:nvSpPr>
            <p:spPr>
              <a:xfrm>
                <a:off x="2112152" y="4065689"/>
                <a:ext cx="88765" cy="295883"/>
              </a:xfrm>
              <a:custGeom>
                <a:avLst/>
                <a:gdLst/>
                <a:ahLst/>
                <a:cxnLst/>
                <a:rect l="0" t="0" r="r" b="b"/>
                <a:pathLst>
                  <a:path w="6989" h="23298" fill="norm" stroke="0">
                    <a:moveTo>
                      <a:pt x="582" y="0"/>
                    </a:moveTo>
                    <a:cubicBezTo>
                      <a:pt x="775" y="0"/>
                      <a:pt x="967" y="0"/>
                      <a:pt x="1165" y="0"/>
                    </a:cubicBezTo>
                    <a:cubicBezTo>
                      <a:pt x="1165" y="192"/>
                      <a:pt x="1165" y="384"/>
                      <a:pt x="1165" y="582"/>
                    </a:cubicBezTo>
                    <a:cubicBezTo>
                      <a:pt x="1742" y="582"/>
                      <a:pt x="2318" y="582"/>
                      <a:pt x="2912" y="582"/>
                    </a:cubicBezTo>
                    <a:cubicBezTo>
                      <a:pt x="2912" y="775"/>
                      <a:pt x="2912" y="967"/>
                      <a:pt x="2912" y="1165"/>
                    </a:cubicBezTo>
                    <a:cubicBezTo>
                      <a:pt x="3104" y="1165"/>
                      <a:pt x="3297" y="1165"/>
                      <a:pt x="3495" y="1165"/>
                    </a:cubicBezTo>
                    <a:cubicBezTo>
                      <a:pt x="3495" y="1357"/>
                      <a:pt x="3495" y="1549"/>
                      <a:pt x="3495" y="1747"/>
                    </a:cubicBezTo>
                    <a:cubicBezTo>
                      <a:pt x="3687" y="1747"/>
                      <a:pt x="3879" y="1747"/>
                      <a:pt x="4077" y="1747"/>
                    </a:cubicBezTo>
                    <a:cubicBezTo>
                      <a:pt x="4077" y="1940"/>
                      <a:pt x="4077" y="2132"/>
                      <a:pt x="4077" y="2330"/>
                    </a:cubicBezTo>
                    <a:cubicBezTo>
                      <a:pt x="4269" y="2330"/>
                      <a:pt x="4462" y="2330"/>
                      <a:pt x="4660" y="2330"/>
                    </a:cubicBezTo>
                    <a:cubicBezTo>
                      <a:pt x="4660" y="2522"/>
                      <a:pt x="4660" y="2714"/>
                      <a:pt x="4660" y="2912"/>
                    </a:cubicBezTo>
                    <a:cubicBezTo>
                      <a:pt x="4852" y="2912"/>
                      <a:pt x="5044" y="2912"/>
                      <a:pt x="5242" y="2912"/>
                    </a:cubicBezTo>
                    <a:cubicBezTo>
                      <a:pt x="5242" y="3104"/>
                      <a:pt x="5242" y="3297"/>
                      <a:pt x="5242" y="3495"/>
                    </a:cubicBezTo>
                    <a:cubicBezTo>
                      <a:pt x="5434" y="3495"/>
                      <a:pt x="5626" y="3495"/>
                      <a:pt x="5824" y="3495"/>
                    </a:cubicBezTo>
                    <a:cubicBezTo>
                      <a:pt x="5824" y="3879"/>
                      <a:pt x="5824" y="4264"/>
                      <a:pt x="5824" y="4660"/>
                    </a:cubicBezTo>
                    <a:cubicBezTo>
                      <a:pt x="6017" y="4660"/>
                      <a:pt x="6209" y="4660"/>
                      <a:pt x="6407" y="4660"/>
                    </a:cubicBezTo>
                    <a:cubicBezTo>
                      <a:pt x="6407" y="5044"/>
                      <a:pt x="6407" y="5428"/>
                      <a:pt x="6407" y="5824"/>
                    </a:cubicBezTo>
                    <a:cubicBezTo>
                      <a:pt x="6599" y="5824"/>
                      <a:pt x="6791" y="5824"/>
                      <a:pt x="6989" y="5824"/>
                    </a:cubicBezTo>
                    <a:cubicBezTo>
                      <a:pt x="6989" y="9669"/>
                      <a:pt x="6989" y="13513"/>
                      <a:pt x="6989" y="17473"/>
                    </a:cubicBezTo>
                    <a:cubicBezTo>
                      <a:pt x="6797" y="17473"/>
                      <a:pt x="6605" y="17473"/>
                      <a:pt x="6407" y="17473"/>
                    </a:cubicBezTo>
                    <a:cubicBezTo>
                      <a:pt x="6407" y="18050"/>
                      <a:pt x="6407" y="18627"/>
                      <a:pt x="6407" y="19221"/>
                    </a:cubicBezTo>
                    <a:cubicBezTo>
                      <a:pt x="6215" y="19221"/>
                      <a:pt x="6023" y="19221"/>
                      <a:pt x="5824" y="19221"/>
                    </a:cubicBezTo>
                    <a:cubicBezTo>
                      <a:pt x="5824" y="19605"/>
                      <a:pt x="5824" y="19990"/>
                      <a:pt x="5824" y="20386"/>
                    </a:cubicBezTo>
                    <a:cubicBezTo>
                      <a:pt x="5632" y="20386"/>
                      <a:pt x="5440" y="20386"/>
                      <a:pt x="5242" y="20386"/>
                    </a:cubicBezTo>
                    <a:cubicBezTo>
                      <a:pt x="5242" y="20578"/>
                      <a:pt x="5242" y="20770"/>
                      <a:pt x="5242" y="20968"/>
                    </a:cubicBezTo>
                    <a:cubicBezTo>
                      <a:pt x="5050" y="20968"/>
                      <a:pt x="4858" y="20968"/>
                      <a:pt x="4660" y="20968"/>
                    </a:cubicBezTo>
                    <a:cubicBezTo>
                      <a:pt x="4660" y="21160"/>
                      <a:pt x="4660" y="21353"/>
                      <a:pt x="4660" y="21551"/>
                    </a:cubicBezTo>
                    <a:cubicBezTo>
                      <a:pt x="4467" y="21551"/>
                      <a:pt x="4275" y="21551"/>
                      <a:pt x="4077" y="21551"/>
                    </a:cubicBezTo>
                    <a:cubicBezTo>
                      <a:pt x="4077" y="21743"/>
                      <a:pt x="4077" y="21935"/>
                      <a:pt x="4077" y="22133"/>
                    </a:cubicBezTo>
                    <a:cubicBezTo>
                      <a:pt x="3885" y="22133"/>
                      <a:pt x="3693" y="22133"/>
                      <a:pt x="3495" y="22133"/>
                    </a:cubicBezTo>
                    <a:cubicBezTo>
                      <a:pt x="3495" y="22325"/>
                      <a:pt x="3495" y="22517"/>
                      <a:pt x="3495" y="22715"/>
                    </a:cubicBezTo>
                    <a:cubicBezTo>
                      <a:pt x="3110" y="22715"/>
                      <a:pt x="2726" y="22715"/>
                      <a:pt x="2330" y="22715"/>
                    </a:cubicBezTo>
                    <a:cubicBezTo>
                      <a:pt x="2330" y="22908"/>
                      <a:pt x="2330" y="23100"/>
                      <a:pt x="2330" y="23298"/>
                    </a:cubicBezTo>
                    <a:cubicBezTo>
                      <a:pt x="1753" y="23298"/>
                      <a:pt x="1177" y="23298"/>
                      <a:pt x="582" y="23298"/>
                    </a:cubicBezTo>
                    <a:cubicBezTo>
                      <a:pt x="582" y="16186"/>
                      <a:pt x="582" y="9075"/>
                      <a:pt x="582" y="1747"/>
                    </a:cubicBezTo>
                    <a:cubicBezTo>
                      <a:pt x="390" y="1747"/>
                      <a:pt x="198" y="1747"/>
                      <a:pt x="0" y="1747"/>
                    </a:cubicBezTo>
                    <a:cubicBezTo>
                      <a:pt x="0" y="1363"/>
                      <a:pt x="0" y="979"/>
                      <a:pt x="0" y="582"/>
                    </a:cubicBezTo>
                    <a:cubicBezTo>
                      <a:pt x="192" y="582"/>
                      <a:pt x="384" y="582"/>
                      <a:pt x="582" y="582"/>
                    </a:cubicBezTo>
                    <a:cubicBezTo>
                      <a:pt x="582" y="390"/>
                      <a:pt x="582" y="198"/>
                      <a:pt x="58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77" name="ICON_AGENT_ROBOT_path_010"/>
              <p:cNvSpPr/>
              <p:nvPr/>
            </p:nvSpPr>
            <p:spPr>
              <a:xfrm>
                <a:off x="1305871" y="4176645"/>
                <a:ext cx="170133" cy="88765"/>
              </a:xfrm>
              <a:custGeom>
                <a:avLst/>
                <a:gdLst/>
                <a:ahLst/>
                <a:cxnLst/>
                <a:rect l="0" t="0" r="r" b="b"/>
                <a:pathLst>
                  <a:path w="13396" h="6989" fill="norm" stroke="0">
                    <a:moveTo>
                      <a:pt x="3495" y="0"/>
                    </a:moveTo>
                    <a:cubicBezTo>
                      <a:pt x="5609" y="0"/>
                      <a:pt x="7723" y="0"/>
                      <a:pt x="9902" y="0"/>
                    </a:cubicBezTo>
                    <a:cubicBezTo>
                      <a:pt x="9902" y="192"/>
                      <a:pt x="9902" y="384"/>
                      <a:pt x="9902" y="582"/>
                    </a:cubicBezTo>
                    <a:cubicBezTo>
                      <a:pt x="10478" y="582"/>
                      <a:pt x="11055" y="582"/>
                      <a:pt x="11649" y="582"/>
                    </a:cubicBezTo>
                    <a:cubicBezTo>
                      <a:pt x="11649" y="775"/>
                      <a:pt x="11649" y="967"/>
                      <a:pt x="11649" y="1165"/>
                    </a:cubicBezTo>
                    <a:cubicBezTo>
                      <a:pt x="11841" y="1165"/>
                      <a:pt x="12033" y="1165"/>
                      <a:pt x="12231" y="1165"/>
                    </a:cubicBezTo>
                    <a:cubicBezTo>
                      <a:pt x="12231" y="1357"/>
                      <a:pt x="12231" y="1549"/>
                      <a:pt x="12231" y="1747"/>
                    </a:cubicBezTo>
                    <a:cubicBezTo>
                      <a:pt x="12424" y="1747"/>
                      <a:pt x="12616" y="1747"/>
                      <a:pt x="12814" y="1747"/>
                    </a:cubicBezTo>
                    <a:cubicBezTo>
                      <a:pt x="12814" y="1940"/>
                      <a:pt x="12814" y="2132"/>
                      <a:pt x="12814" y="2330"/>
                    </a:cubicBezTo>
                    <a:cubicBezTo>
                      <a:pt x="13006" y="2330"/>
                      <a:pt x="13198" y="2330"/>
                      <a:pt x="13396" y="2330"/>
                    </a:cubicBezTo>
                    <a:cubicBezTo>
                      <a:pt x="13396" y="3099"/>
                      <a:pt x="13396" y="3867"/>
                      <a:pt x="13396" y="4660"/>
                    </a:cubicBezTo>
                    <a:cubicBezTo>
                      <a:pt x="13204" y="4660"/>
                      <a:pt x="13012" y="4660"/>
                      <a:pt x="12814" y="4660"/>
                    </a:cubicBezTo>
                    <a:cubicBezTo>
                      <a:pt x="12814" y="4852"/>
                      <a:pt x="12814" y="5044"/>
                      <a:pt x="12814" y="5242"/>
                    </a:cubicBezTo>
                    <a:cubicBezTo>
                      <a:pt x="12622" y="5242"/>
                      <a:pt x="12429" y="5242"/>
                      <a:pt x="12231" y="5242"/>
                    </a:cubicBezTo>
                    <a:cubicBezTo>
                      <a:pt x="12231" y="5434"/>
                      <a:pt x="12231" y="5626"/>
                      <a:pt x="12231" y="5824"/>
                    </a:cubicBezTo>
                    <a:cubicBezTo>
                      <a:pt x="12039" y="5824"/>
                      <a:pt x="11847" y="5824"/>
                      <a:pt x="11649" y="5824"/>
                    </a:cubicBezTo>
                    <a:cubicBezTo>
                      <a:pt x="11649" y="6017"/>
                      <a:pt x="11649" y="6209"/>
                      <a:pt x="11649" y="6407"/>
                    </a:cubicBezTo>
                    <a:cubicBezTo>
                      <a:pt x="11265" y="6407"/>
                      <a:pt x="10880" y="6407"/>
                      <a:pt x="10484" y="6407"/>
                    </a:cubicBezTo>
                    <a:cubicBezTo>
                      <a:pt x="10484" y="6599"/>
                      <a:pt x="10484" y="6791"/>
                      <a:pt x="10484" y="6989"/>
                    </a:cubicBezTo>
                    <a:cubicBezTo>
                      <a:pt x="7985" y="6989"/>
                      <a:pt x="5487" y="6989"/>
                      <a:pt x="2912" y="6989"/>
                    </a:cubicBezTo>
                    <a:cubicBezTo>
                      <a:pt x="2912" y="6797"/>
                      <a:pt x="2912" y="6605"/>
                      <a:pt x="2912" y="6407"/>
                    </a:cubicBezTo>
                    <a:cubicBezTo>
                      <a:pt x="2528" y="6407"/>
                      <a:pt x="2143" y="6407"/>
                      <a:pt x="1747" y="6407"/>
                    </a:cubicBezTo>
                    <a:cubicBezTo>
                      <a:pt x="1747" y="6215"/>
                      <a:pt x="1747" y="6022"/>
                      <a:pt x="1747" y="5824"/>
                    </a:cubicBezTo>
                    <a:cubicBezTo>
                      <a:pt x="1555" y="5824"/>
                      <a:pt x="1363" y="5824"/>
                      <a:pt x="1165" y="5824"/>
                    </a:cubicBezTo>
                    <a:cubicBezTo>
                      <a:pt x="1165" y="5632"/>
                      <a:pt x="1165" y="5440"/>
                      <a:pt x="1165" y="5242"/>
                    </a:cubicBezTo>
                    <a:cubicBezTo>
                      <a:pt x="973" y="5242"/>
                      <a:pt x="780" y="5242"/>
                      <a:pt x="582" y="5242"/>
                    </a:cubicBezTo>
                    <a:cubicBezTo>
                      <a:pt x="582" y="4858"/>
                      <a:pt x="582" y="4473"/>
                      <a:pt x="582" y="4077"/>
                    </a:cubicBezTo>
                    <a:cubicBezTo>
                      <a:pt x="390" y="4077"/>
                      <a:pt x="198" y="4077"/>
                      <a:pt x="0" y="4077"/>
                    </a:cubicBezTo>
                    <a:cubicBezTo>
                      <a:pt x="0" y="3693"/>
                      <a:pt x="0" y="3308"/>
                      <a:pt x="0" y="2912"/>
                    </a:cubicBezTo>
                    <a:cubicBezTo>
                      <a:pt x="192" y="2912"/>
                      <a:pt x="384" y="2912"/>
                      <a:pt x="582" y="2912"/>
                    </a:cubicBezTo>
                    <a:cubicBezTo>
                      <a:pt x="582" y="2528"/>
                      <a:pt x="582" y="2143"/>
                      <a:pt x="582" y="1747"/>
                    </a:cubicBezTo>
                    <a:cubicBezTo>
                      <a:pt x="775" y="1747"/>
                      <a:pt x="967" y="1747"/>
                      <a:pt x="1165" y="1747"/>
                    </a:cubicBezTo>
                    <a:cubicBezTo>
                      <a:pt x="1165" y="1555"/>
                      <a:pt x="1165" y="1363"/>
                      <a:pt x="1165" y="1165"/>
                    </a:cubicBezTo>
                    <a:cubicBezTo>
                      <a:pt x="1357" y="1165"/>
                      <a:pt x="1549" y="1165"/>
                      <a:pt x="1747" y="1165"/>
                    </a:cubicBezTo>
                    <a:cubicBezTo>
                      <a:pt x="1747" y="973"/>
                      <a:pt x="1747" y="780"/>
                      <a:pt x="1747" y="582"/>
                    </a:cubicBezTo>
                    <a:cubicBezTo>
                      <a:pt x="2324" y="582"/>
                      <a:pt x="2901" y="582"/>
                      <a:pt x="3495" y="582"/>
                    </a:cubicBezTo>
                    <a:cubicBezTo>
                      <a:pt x="3495" y="390"/>
                      <a:pt x="3495" y="198"/>
                      <a:pt x="3495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699" cap="flat">
                <a:noFill/>
              </a:ln>
            </p:spPr>
          </p:sp>
          <p:sp>
            <p:nvSpPr>
              <p:cNvPr id="878" name="ICON_AGENT_ROBOT_path_011"/>
              <p:cNvSpPr/>
              <p:nvPr/>
            </p:nvSpPr>
            <p:spPr>
              <a:xfrm>
                <a:off x="1675724" y="4176645"/>
                <a:ext cx="162736" cy="88765"/>
              </a:xfrm>
              <a:custGeom>
                <a:avLst/>
                <a:gdLst/>
                <a:ahLst/>
                <a:cxnLst/>
                <a:rect l="0" t="0" r="r" b="b"/>
                <a:pathLst>
                  <a:path w="12814" h="6989" fill="norm" stroke="0">
                    <a:moveTo>
                      <a:pt x="3495" y="0"/>
                    </a:moveTo>
                    <a:cubicBezTo>
                      <a:pt x="5417" y="0"/>
                      <a:pt x="7339" y="0"/>
                      <a:pt x="9319" y="0"/>
                    </a:cubicBezTo>
                    <a:cubicBezTo>
                      <a:pt x="9319" y="192"/>
                      <a:pt x="9319" y="384"/>
                      <a:pt x="9319" y="582"/>
                    </a:cubicBezTo>
                    <a:cubicBezTo>
                      <a:pt x="9896" y="582"/>
                      <a:pt x="10472" y="582"/>
                      <a:pt x="11066" y="582"/>
                    </a:cubicBezTo>
                    <a:cubicBezTo>
                      <a:pt x="11066" y="775"/>
                      <a:pt x="11066" y="967"/>
                      <a:pt x="11066" y="1165"/>
                    </a:cubicBezTo>
                    <a:cubicBezTo>
                      <a:pt x="11259" y="1165"/>
                      <a:pt x="11451" y="1165"/>
                      <a:pt x="11649" y="1165"/>
                    </a:cubicBezTo>
                    <a:cubicBezTo>
                      <a:pt x="11649" y="1357"/>
                      <a:pt x="11649" y="1549"/>
                      <a:pt x="11649" y="1747"/>
                    </a:cubicBezTo>
                    <a:cubicBezTo>
                      <a:pt x="11841" y="1747"/>
                      <a:pt x="12033" y="1747"/>
                      <a:pt x="12231" y="1747"/>
                    </a:cubicBezTo>
                    <a:cubicBezTo>
                      <a:pt x="12231" y="1940"/>
                      <a:pt x="12231" y="2132"/>
                      <a:pt x="12231" y="2330"/>
                    </a:cubicBezTo>
                    <a:cubicBezTo>
                      <a:pt x="12424" y="2330"/>
                      <a:pt x="12616" y="2330"/>
                      <a:pt x="12814" y="2330"/>
                    </a:cubicBezTo>
                    <a:cubicBezTo>
                      <a:pt x="12814" y="3291"/>
                      <a:pt x="12814" y="4252"/>
                      <a:pt x="12814" y="5242"/>
                    </a:cubicBezTo>
                    <a:cubicBezTo>
                      <a:pt x="12622" y="5242"/>
                      <a:pt x="12429" y="5242"/>
                      <a:pt x="12231" y="5242"/>
                    </a:cubicBezTo>
                    <a:cubicBezTo>
                      <a:pt x="12231" y="5434"/>
                      <a:pt x="12231" y="5626"/>
                      <a:pt x="12231" y="5824"/>
                    </a:cubicBezTo>
                    <a:cubicBezTo>
                      <a:pt x="11847" y="5824"/>
                      <a:pt x="11463" y="5824"/>
                      <a:pt x="11066" y="5824"/>
                    </a:cubicBezTo>
                    <a:cubicBezTo>
                      <a:pt x="11066" y="6017"/>
                      <a:pt x="11066" y="6209"/>
                      <a:pt x="11066" y="6407"/>
                    </a:cubicBezTo>
                    <a:cubicBezTo>
                      <a:pt x="10682" y="6407"/>
                      <a:pt x="10298" y="6407"/>
                      <a:pt x="9902" y="6407"/>
                    </a:cubicBezTo>
                    <a:cubicBezTo>
                      <a:pt x="9902" y="6599"/>
                      <a:pt x="9902" y="6791"/>
                      <a:pt x="9902" y="6989"/>
                    </a:cubicBezTo>
                    <a:cubicBezTo>
                      <a:pt x="7595" y="6989"/>
                      <a:pt x="5289" y="6989"/>
                      <a:pt x="2912" y="6989"/>
                    </a:cubicBezTo>
                    <a:cubicBezTo>
                      <a:pt x="2912" y="6797"/>
                      <a:pt x="2912" y="6605"/>
                      <a:pt x="2912" y="6407"/>
                    </a:cubicBezTo>
                    <a:cubicBezTo>
                      <a:pt x="2336" y="6407"/>
                      <a:pt x="1759" y="6407"/>
                      <a:pt x="1165" y="6407"/>
                    </a:cubicBezTo>
                    <a:cubicBezTo>
                      <a:pt x="1165" y="6215"/>
                      <a:pt x="1165" y="6022"/>
                      <a:pt x="1165" y="5824"/>
                    </a:cubicBezTo>
                    <a:cubicBezTo>
                      <a:pt x="973" y="5824"/>
                      <a:pt x="780" y="5824"/>
                      <a:pt x="582" y="5824"/>
                    </a:cubicBezTo>
                    <a:cubicBezTo>
                      <a:pt x="582" y="5632"/>
                      <a:pt x="582" y="5440"/>
                      <a:pt x="582" y="5242"/>
                    </a:cubicBezTo>
                    <a:cubicBezTo>
                      <a:pt x="390" y="5242"/>
                      <a:pt x="198" y="5242"/>
                      <a:pt x="0" y="5242"/>
                    </a:cubicBezTo>
                    <a:cubicBezTo>
                      <a:pt x="0" y="4281"/>
                      <a:pt x="0" y="3320"/>
                      <a:pt x="0" y="2330"/>
                    </a:cubicBezTo>
                    <a:cubicBezTo>
                      <a:pt x="192" y="2330"/>
                      <a:pt x="384" y="2330"/>
                      <a:pt x="582" y="2330"/>
                    </a:cubicBezTo>
                    <a:cubicBezTo>
                      <a:pt x="582" y="2138"/>
                      <a:pt x="582" y="1945"/>
                      <a:pt x="582" y="1747"/>
                    </a:cubicBezTo>
                    <a:cubicBezTo>
                      <a:pt x="775" y="1747"/>
                      <a:pt x="967" y="1747"/>
                      <a:pt x="1165" y="1747"/>
                    </a:cubicBezTo>
                    <a:cubicBezTo>
                      <a:pt x="1165" y="1555"/>
                      <a:pt x="1165" y="1363"/>
                      <a:pt x="1165" y="1165"/>
                    </a:cubicBezTo>
                    <a:cubicBezTo>
                      <a:pt x="1357" y="1165"/>
                      <a:pt x="1549" y="1165"/>
                      <a:pt x="1747" y="1165"/>
                    </a:cubicBezTo>
                    <a:cubicBezTo>
                      <a:pt x="1747" y="973"/>
                      <a:pt x="1747" y="780"/>
                      <a:pt x="1747" y="582"/>
                    </a:cubicBezTo>
                    <a:cubicBezTo>
                      <a:pt x="2324" y="582"/>
                      <a:pt x="2901" y="582"/>
                      <a:pt x="3495" y="582"/>
                    </a:cubicBezTo>
                    <a:cubicBezTo>
                      <a:pt x="3495" y="390"/>
                      <a:pt x="3495" y="198"/>
                      <a:pt x="3495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699" cap="flat">
                <a:noFill/>
              </a:ln>
            </p:spPr>
          </p:sp>
          <p:sp>
            <p:nvSpPr>
              <p:cNvPr id="879" name="ICON_AGENT_ROBOT_path_012"/>
              <p:cNvSpPr/>
              <p:nvPr/>
            </p:nvSpPr>
            <p:spPr>
              <a:xfrm>
                <a:off x="1512989" y="3525702"/>
                <a:ext cx="118353" cy="118353"/>
              </a:xfrm>
              <a:custGeom>
                <a:avLst/>
                <a:gdLst/>
                <a:ahLst/>
                <a:cxnLst/>
                <a:rect l="0" t="0" r="r" b="b"/>
                <a:pathLst>
                  <a:path w="9319" h="9319" fill="norm" stroke="0">
                    <a:moveTo>
                      <a:pt x="2912" y="0"/>
                    </a:moveTo>
                    <a:cubicBezTo>
                      <a:pt x="4065" y="0"/>
                      <a:pt x="5219" y="0"/>
                      <a:pt x="6407" y="0"/>
                    </a:cubicBezTo>
                    <a:cubicBezTo>
                      <a:pt x="6407" y="192"/>
                      <a:pt x="6407" y="384"/>
                      <a:pt x="6407" y="582"/>
                    </a:cubicBezTo>
                    <a:cubicBezTo>
                      <a:pt x="6791" y="582"/>
                      <a:pt x="7176" y="582"/>
                      <a:pt x="7572" y="582"/>
                    </a:cubicBezTo>
                    <a:cubicBezTo>
                      <a:pt x="7572" y="775"/>
                      <a:pt x="7572" y="967"/>
                      <a:pt x="7572" y="1165"/>
                    </a:cubicBezTo>
                    <a:cubicBezTo>
                      <a:pt x="7764" y="1165"/>
                      <a:pt x="7956" y="1165"/>
                      <a:pt x="8154" y="1165"/>
                    </a:cubicBezTo>
                    <a:cubicBezTo>
                      <a:pt x="8154" y="1357"/>
                      <a:pt x="8154" y="1549"/>
                      <a:pt x="8154" y="1747"/>
                    </a:cubicBezTo>
                    <a:cubicBezTo>
                      <a:pt x="8346" y="1747"/>
                      <a:pt x="8539" y="1747"/>
                      <a:pt x="8737" y="1747"/>
                    </a:cubicBezTo>
                    <a:cubicBezTo>
                      <a:pt x="8737" y="1940"/>
                      <a:pt x="8737" y="2132"/>
                      <a:pt x="8737" y="2330"/>
                    </a:cubicBezTo>
                    <a:cubicBezTo>
                      <a:pt x="8929" y="2330"/>
                      <a:pt x="9121" y="2330"/>
                      <a:pt x="9319" y="2330"/>
                    </a:cubicBezTo>
                    <a:cubicBezTo>
                      <a:pt x="9319" y="3675"/>
                      <a:pt x="9319" y="5021"/>
                      <a:pt x="9319" y="6407"/>
                    </a:cubicBezTo>
                    <a:cubicBezTo>
                      <a:pt x="9127" y="6407"/>
                      <a:pt x="8935" y="6407"/>
                      <a:pt x="8737" y="6407"/>
                    </a:cubicBezTo>
                    <a:cubicBezTo>
                      <a:pt x="8737" y="6791"/>
                      <a:pt x="8737" y="7176"/>
                      <a:pt x="8737" y="7572"/>
                    </a:cubicBezTo>
                    <a:cubicBezTo>
                      <a:pt x="8544" y="7572"/>
                      <a:pt x="8352" y="7572"/>
                      <a:pt x="8154" y="7572"/>
                    </a:cubicBezTo>
                    <a:cubicBezTo>
                      <a:pt x="8154" y="7764"/>
                      <a:pt x="8154" y="7956"/>
                      <a:pt x="8154" y="8154"/>
                    </a:cubicBezTo>
                    <a:cubicBezTo>
                      <a:pt x="7962" y="8154"/>
                      <a:pt x="7770" y="8154"/>
                      <a:pt x="7572" y="8154"/>
                    </a:cubicBezTo>
                    <a:cubicBezTo>
                      <a:pt x="7572" y="8346"/>
                      <a:pt x="7572" y="8539"/>
                      <a:pt x="7572" y="8737"/>
                    </a:cubicBezTo>
                    <a:cubicBezTo>
                      <a:pt x="7187" y="8737"/>
                      <a:pt x="6803" y="8737"/>
                      <a:pt x="6407" y="8737"/>
                    </a:cubicBezTo>
                    <a:cubicBezTo>
                      <a:pt x="6407" y="8929"/>
                      <a:pt x="6407" y="9121"/>
                      <a:pt x="6407" y="9319"/>
                    </a:cubicBezTo>
                    <a:cubicBezTo>
                      <a:pt x="5446" y="9319"/>
                      <a:pt x="4485" y="9319"/>
                      <a:pt x="3495" y="9319"/>
                    </a:cubicBezTo>
                    <a:cubicBezTo>
                      <a:pt x="3495" y="9127"/>
                      <a:pt x="3495" y="8935"/>
                      <a:pt x="3495" y="8737"/>
                    </a:cubicBezTo>
                    <a:cubicBezTo>
                      <a:pt x="3110" y="8737"/>
                      <a:pt x="2726" y="8737"/>
                      <a:pt x="2330" y="8737"/>
                    </a:cubicBezTo>
                    <a:cubicBezTo>
                      <a:pt x="2330" y="8544"/>
                      <a:pt x="2330" y="8352"/>
                      <a:pt x="2330" y="8154"/>
                    </a:cubicBezTo>
                    <a:cubicBezTo>
                      <a:pt x="2138" y="8154"/>
                      <a:pt x="1945" y="8154"/>
                      <a:pt x="1747" y="8154"/>
                    </a:cubicBezTo>
                    <a:cubicBezTo>
                      <a:pt x="1747" y="7962"/>
                      <a:pt x="1747" y="7770"/>
                      <a:pt x="1747" y="7572"/>
                    </a:cubicBezTo>
                    <a:cubicBezTo>
                      <a:pt x="1555" y="7572"/>
                      <a:pt x="1363" y="7572"/>
                      <a:pt x="1165" y="7572"/>
                    </a:cubicBezTo>
                    <a:cubicBezTo>
                      <a:pt x="1165" y="7380"/>
                      <a:pt x="1165" y="7187"/>
                      <a:pt x="1165" y="6989"/>
                    </a:cubicBezTo>
                    <a:cubicBezTo>
                      <a:pt x="973" y="6989"/>
                      <a:pt x="780" y="6989"/>
                      <a:pt x="582" y="6989"/>
                    </a:cubicBezTo>
                    <a:cubicBezTo>
                      <a:pt x="582" y="6797"/>
                      <a:pt x="582" y="6605"/>
                      <a:pt x="582" y="6407"/>
                    </a:cubicBezTo>
                    <a:cubicBezTo>
                      <a:pt x="390" y="6407"/>
                      <a:pt x="198" y="6407"/>
                      <a:pt x="0" y="6407"/>
                    </a:cubicBezTo>
                    <a:cubicBezTo>
                      <a:pt x="0" y="5254"/>
                      <a:pt x="0" y="4100"/>
                      <a:pt x="0" y="2912"/>
                    </a:cubicBezTo>
                    <a:cubicBezTo>
                      <a:pt x="192" y="2912"/>
                      <a:pt x="384" y="2912"/>
                      <a:pt x="582" y="2912"/>
                    </a:cubicBezTo>
                    <a:cubicBezTo>
                      <a:pt x="582" y="2528"/>
                      <a:pt x="582" y="2143"/>
                      <a:pt x="582" y="1747"/>
                    </a:cubicBezTo>
                    <a:cubicBezTo>
                      <a:pt x="775" y="1747"/>
                      <a:pt x="967" y="1747"/>
                      <a:pt x="1165" y="1747"/>
                    </a:cubicBezTo>
                    <a:cubicBezTo>
                      <a:pt x="1165" y="1555"/>
                      <a:pt x="1165" y="1363"/>
                      <a:pt x="1165" y="1165"/>
                    </a:cubicBezTo>
                    <a:cubicBezTo>
                      <a:pt x="1357" y="1165"/>
                      <a:pt x="1549" y="1165"/>
                      <a:pt x="1747" y="1165"/>
                    </a:cubicBezTo>
                    <a:cubicBezTo>
                      <a:pt x="1747" y="973"/>
                      <a:pt x="1747" y="780"/>
                      <a:pt x="1747" y="582"/>
                    </a:cubicBezTo>
                    <a:cubicBezTo>
                      <a:pt x="2132" y="582"/>
                      <a:pt x="2516" y="582"/>
                      <a:pt x="2912" y="582"/>
                    </a:cubicBezTo>
                    <a:cubicBezTo>
                      <a:pt x="2912" y="390"/>
                      <a:pt x="2912" y="198"/>
                      <a:pt x="2912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699" cap="flat">
                <a:noFill/>
              </a:ln>
            </p:spPr>
          </p:sp>
          <p:sp>
            <p:nvSpPr>
              <p:cNvPr id="880" name="ICON_AGENT_ROBOT_path_013"/>
              <p:cNvSpPr/>
              <p:nvPr/>
            </p:nvSpPr>
            <p:spPr>
              <a:xfrm>
                <a:off x="2186123" y="4050895"/>
                <a:ext cx="88765" cy="273692"/>
              </a:xfrm>
              <a:custGeom>
                <a:avLst/>
                <a:gdLst/>
                <a:ahLst/>
                <a:cxnLst/>
                <a:rect l="0" t="0" r="r" b="b"/>
                <a:pathLst>
                  <a:path w="6989" h="21551" fill="norm" stroke="0">
                    <a:moveTo>
                      <a:pt x="0" y="0"/>
                    </a:moveTo>
                    <a:cubicBezTo>
                      <a:pt x="384" y="0"/>
                      <a:pt x="769" y="0"/>
                      <a:pt x="1165" y="0"/>
                    </a:cubicBezTo>
                    <a:cubicBezTo>
                      <a:pt x="1165" y="192"/>
                      <a:pt x="1165" y="384"/>
                      <a:pt x="1165" y="582"/>
                    </a:cubicBezTo>
                    <a:cubicBezTo>
                      <a:pt x="1357" y="582"/>
                      <a:pt x="1549" y="582"/>
                      <a:pt x="1747" y="582"/>
                    </a:cubicBezTo>
                    <a:cubicBezTo>
                      <a:pt x="1747" y="775"/>
                      <a:pt x="1747" y="967"/>
                      <a:pt x="1747" y="1165"/>
                    </a:cubicBezTo>
                    <a:cubicBezTo>
                      <a:pt x="1940" y="1165"/>
                      <a:pt x="2132" y="1165"/>
                      <a:pt x="2330" y="1165"/>
                    </a:cubicBezTo>
                    <a:cubicBezTo>
                      <a:pt x="2330" y="1357"/>
                      <a:pt x="2330" y="1549"/>
                      <a:pt x="2330" y="1747"/>
                    </a:cubicBezTo>
                    <a:cubicBezTo>
                      <a:pt x="2522" y="1747"/>
                      <a:pt x="2714" y="1747"/>
                      <a:pt x="2912" y="1747"/>
                    </a:cubicBezTo>
                    <a:cubicBezTo>
                      <a:pt x="2912" y="1940"/>
                      <a:pt x="2912" y="2132"/>
                      <a:pt x="2912" y="2330"/>
                    </a:cubicBezTo>
                    <a:cubicBezTo>
                      <a:pt x="3297" y="2330"/>
                      <a:pt x="3681" y="2330"/>
                      <a:pt x="4077" y="2330"/>
                    </a:cubicBezTo>
                    <a:cubicBezTo>
                      <a:pt x="4077" y="2522"/>
                      <a:pt x="4077" y="2714"/>
                      <a:pt x="4077" y="2912"/>
                    </a:cubicBezTo>
                    <a:cubicBezTo>
                      <a:pt x="4269" y="2912"/>
                      <a:pt x="4462" y="2912"/>
                      <a:pt x="4660" y="2912"/>
                    </a:cubicBezTo>
                    <a:cubicBezTo>
                      <a:pt x="4660" y="4258"/>
                      <a:pt x="4660" y="5603"/>
                      <a:pt x="4660" y="6989"/>
                    </a:cubicBezTo>
                    <a:cubicBezTo>
                      <a:pt x="5044" y="6989"/>
                      <a:pt x="5428" y="6989"/>
                      <a:pt x="5824" y="6989"/>
                    </a:cubicBezTo>
                    <a:cubicBezTo>
                      <a:pt x="5824" y="6797"/>
                      <a:pt x="5824" y="6605"/>
                      <a:pt x="5824" y="6407"/>
                    </a:cubicBezTo>
                    <a:cubicBezTo>
                      <a:pt x="6209" y="6407"/>
                      <a:pt x="6593" y="6407"/>
                      <a:pt x="6989" y="6407"/>
                    </a:cubicBezTo>
                    <a:cubicBezTo>
                      <a:pt x="6989" y="9290"/>
                      <a:pt x="6989" y="12173"/>
                      <a:pt x="6989" y="15144"/>
                    </a:cubicBezTo>
                    <a:cubicBezTo>
                      <a:pt x="6605" y="15144"/>
                      <a:pt x="6221" y="15144"/>
                      <a:pt x="5824" y="15144"/>
                    </a:cubicBezTo>
                    <a:cubicBezTo>
                      <a:pt x="5824" y="15528"/>
                      <a:pt x="5824" y="15912"/>
                      <a:pt x="5824" y="16309"/>
                    </a:cubicBezTo>
                    <a:cubicBezTo>
                      <a:pt x="6209" y="16309"/>
                      <a:pt x="6593" y="16309"/>
                      <a:pt x="6989" y="16309"/>
                    </a:cubicBezTo>
                    <a:cubicBezTo>
                      <a:pt x="6989" y="17462"/>
                      <a:pt x="6989" y="18615"/>
                      <a:pt x="6989" y="19803"/>
                    </a:cubicBezTo>
                    <a:cubicBezTo>
                      <a:pt x="6221" y="19611"/>
                      <a:pt x="5452" y="19419"/>
                      <a:pt x="4660" y="19221"/>
                    </a:cubicBezTo>
                    <a:cubicBezTo>
                      <a:pt x="4660" y="19797"/>
                      <a:pt x="4660" y="20374"/>
                      <a:pt x="4660" y="20968"/>
                    </a:cubicBezTo>
                    <a:cubicBezTo>
                      <a:pt x="4467" y="20968"/>
                      <a:pt x="4275" y="20968"/>
                      <a:pt x="4077" y="20968"/>
                    </a:cubicBezTo>
                    <a:cubicBezTo>
                      <a:pt x="4077" y="21160"/>
                      <a:pt x="4077" y="21353"/>
                      <a:pt x="4077" y="21551"/>
                    </a:cubicBezTo>
                    <a:cubicBezTo>
                      <a:pt x="3885" y="21551"/>
                      <a:pt x="3693" y="21551"/>
                      <a:pt x="3495" y="21551"/>
                    </a:cubicBezTo>
                    <a:cubicBezTo>
                      <a:pt x="3512" y="21469"/>
                      <a:pt x="3530" y="21388"/>
                      <a:pt x="3548" y="21304"/>
                    </a:cubicBezTo>
                    <a:cubicBezTo>
                      <a:pt x="3773" y="20227"/>
                      <a:pt x="3929" y="19145"/>
                      <a:pt x="4077" y="18056"/>
                    </a:cubicBezTo>
                    <a:cubicBezTo>
                      <a:pt x="4269" y="18056"/>
                      <a:pt x="4462" y="18056"/>
                      <a:pt x="4660" y="18056"/>
                    </a:cubicBezTo>
                    <a:cubicBezTo>
                      <a:pt x="4660" y="14788"/>
                      <a:pt x="4660" y="11521"/>
                      <a:pt x="4660" y="8154"/>
                    </a:cubicBezTo>
                    <a:cubicBezTo>
                      <a:pt x="4467" y="8154"/>
                      <a:pt x="4275" y="8154"/>
                      <a:pt x="4077" y="8154"/>
                    </a:cubicBezTo>
                    <a:cubicBezTo>
                      <a:pt x="4077" y="7193"/>
                      <a:pt x="4077" y="6232"/>
                      <a:pt x="4077" y="5242"/>
                    </a:cubicBezTo>
                    <a:cubicBezTo>
                      <a:pt x="3885" y="5242"/>
                      <a:pt x="3693" y="5242"/>
                      <a:pt x="3495" y="5242"/>
                    </a:cubicBezTo>
                    <a:cubicBezTo>
                      <a:pt x="3495" y="4858"/>
                      <a:pt x="3495" y="4473"/>
                      <a:pt x="3495" y="4077"/>
                    </a:cubicBezTo>
                    <a:cubicBezTo>
                      <a:pt x="3302" y="4077"/>
                      <a:pt x="3110" y="4077"/>
                      <a:pt x="2912" y="4077"/>
                    </a:cubicBezTo>
                    <a:cubicBezTo>
                      <a:pt x="2912" y="3693"/>
                      <a:pt x="2912" y="3308"/>
                      <a:pt x="2912" y="2912"/>
                    </a:cubicBezTo>
                    <a:cubicBezTo>
                      <a:pt x="2720" y="2912"/>
                      <a:pt x="2528" y="2912"/>
                      <a:pt x="2330" y="2912"/>
                    </a:cubicBezTo>
                    <a:cubicBezTo>
                      <a:pt x="2330" y="2720"/>
                      <a:pt x="2330" y="2528"/>
                      <a:pt x="2330" y="2330"/>
                    </a:cubicBezTo>
                    <a:cubicBezTo>
                      <a:pt x="2138" y="2330"/>
                      <a:pt x="1945" y="2330"/>
                      <a:pt x="1747" y="2330"/>
                    </a:cubicBezTo>
                    <a:cubicBezTo>
                      <a:pt x="1747" y="2138"/>
                      <a:pt x="1747" y="1945"/>
                      <a:pt x="1747" y="1747"/>
                    </a:cubicBezTo>
                    <a:cubicBezTo>
                      <a:pt x="1555" y="1747"/>
                      <a:pt x="1363" y="1747"/>
                      <a:pt x="1165" y="1747"/>
                    </a:cubicBezTo>
                    <a:cubicBezTo>
                      <a:pt x="1177" y="1657"/>
                      <a:pt x="1189" y="1567"/>
                      <a:pt x="1201" y="1474"/>
                    </a:cubicBezTo>
                    <a:cubicBezTo>
                      <a:pt x="1195" y="1423"/>
                      <a:pt x="1195" y="1423"/>
                      <a:pt x="1165" y="1165"/>
                    </a:cubicBezTo>
                    <a:cubicBezTo>
                      <a:pt x="910" y="1001"/>
                      <a:pt x="910" y="1001"/>
                      <a:pt x="582" y="874"/>
                    </a:cubicBezTo>
                    <a:cubicBezTo>
                      <a:pt x="255" y="746"/>
                      <a:pt x="255" y="746"/>
                      <a:pt x="0" y="582"/>
                    </a:cubicBezTo>
                    <a:cubicBezTo>
                      <a:pt x="0" y="390"/>
                      <a:pt x="0" y="19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81" name="ICON_AGENT_ROBOT_path_014"/>
              <p:cNvSpPr/>
              <p:nvPr/>
            </p:nvSpPr>
            <p:spPr>
              <a:xfrm>
                <a:off x="1594357" y="3666247"/>
                <a:ext cx="332868" cy="170133"/>
              </a:xfrm>
              <a:custGeom>
                <a:avLst/>
                <a:gdLst/>
                <a:ahLst/>
                <a:cxnLst/>
                <a:rect l="0" t="0" r="r" b="b"/>
                <a:pathLst>
                  <a:path w="26210" h="13396" fill="norm" stroke="0">
                    <a:moveTo>
                      <a:pt x="2912" y="0"/>
                    </a:moveTo>
                    <a:cubicBezTo>
                      <a:pt x="3104" y="96"/>
                      <a:pt x="3297" y="192"/>
                      <a:pt x="3495" y="291"/>
                    </a:cubicBezTo>
                    <a:cubicBezTo>
                      <a:pt x="3302" y="772"/>
                      <a:pt x="3110" y="1252"/>
                      <a:pt x="2912" y="1747"/>
                    </a:cubicBezTo>
                    <a:cubicBezTo>
                      <a:pt x="2336" y="1747"/>
                      <a:pt x="1759" y="1747"/>
                      <a:pt x="1165" y="1747"/>
                    </a:cubicBezTo>
                    <a:cubicBezTo>
                      <a:pt x="1165" y="1940"/>
                      <a:pt x="1165" y="2132"/>
                      <a:pt x="1165" y="2330"/>
                    </a:cubicBezTo>
                    <a:cubicBezTo>
                      <a:pt x="973" y="2330"/>
                      <a:pt x="780" y="2330"/>
                      <a:pt x="582" y="2330"/>
                    </a:cubicBezTo>
                    <a:cubicBezTo>
                      <a:pt x="582" y="4252"/>
                      <a:pt x="582" y="6174"/>
                      <a:pt x="582" y="8154"/>
                    </a:cubicBezTo>
                    <a:cubicBezTo>
                      <a:pt x="775" y="8154"/>
                      <a:pt x="967" y="8154"/>
                      <a:pt x="1165" y="8154"/>
                    </a:cubicBezTo>
                    <a:cubicBezTo>
                      <a:pt x="1165" y="8539"/>
                      <a:pt x="1165" y="8923"/>
                      <a:pt x="1165" y="9319"/>
                    </a:cubicBezTo>
                    <a:cubicBezTo>
                      <a:pt x="1742" y="9319"/>
                      <a:pt x="2318" y="9319"/>
                      <a:pt x="2912" y="9319"/>
                    </a:cubicBezTo>
                    <a:cubicBezTo>
                      <a:pt x="2912" y="9511"/>
                      <a:pt x="2912" y="9704"/>
                      <a:pt x="2912" y="9902"/>
                    </a:cubicBezTo>
                    <a:cubicBezTo>
                      <a:pt x="5603" y="9902"/>
                      <a:pt x="8294" y="9902"/>
                      <a:pt x="11066" y="9902"/>
                    </a:cubicBezTo>
                    <a:cubicBezTo>
                      <a:pt x="11066" y="9709"/>
                      <a:pt x="11066" y="9517"/>
                      <a:pt x="11066" y="9319"/>
                    </a:cubicBezTo>
                    <a:cubicBezTo>
                      <a:pt x="11451" y="9319"/>
                      <a:pt x="11835" y="9319"/>
                      <a:pt x="12231" y="9319"/>
                    </a:cubicBezTo>
                    <a:cubicBezTo>
                      <a:pt x="12231" y="9511"/>
                      <a:pt x="12231" y="9704"/>
                      <a:pt x="12231" y="9902"/>
                    </a:cubicBezTo>
                    <a:cubicBezTo>
                      <a:pt x="13385" y="9902"/>
                      <a:pt x="14538" y="9902"/>
                      <a:pt x="15726" y="9902"/>
                    </a:cubicBezTo>
                    <a:cubicBezTo>
                      <a:pt x="15726" y="10094"/>
                      <a:pt x="15726" y="10286"/>
                      <a:pt x="15726" y="10484"/>
                    </a:cubicBezTo>
                    <a:cubicBezTo>
                      <a:pt x="16110" y="10484"/>
                      <a:pt x="16495" y="10484"/>
                      <a:pt x="16891" y="10484"/>
                    </a:cubicBezTo>
                    <a:cubicBezTo>
                      <a:pt x="16891" y="10292"/>
                      <a:pt x="16891" y="10100"/>
                      <a:pt x="16891" y="9902"/>
                    </a:cubicBezTo>
                    <a:cubicBezTo>
                      <a:pt x="17468" y="9902"/>
                      <a:pt x="18044" y="9902"/>
                      <a:pt x="18638" y="9902"/>
                    </a:cubicBezTo>
                    <a:cubicBezTo>
                      <a:pt x="18638" y="10094"/>
                      <a:pt x="18638" y="10286"/>
                      <a:pt x="18638" y="10484"/>
                    </a:cubicBezTo>
                    <a:cubicBezTo>
                      <a:pt x="18831" y="10484"/>
                      <a:pt x="19023" y="10484"/>
                      <a:pt x="19221" y="10484"/>
                    </a:cubicBezTo>
                    <a:cubicBezTo>
                      <a:pt x="19221" y="10676"/>
                      <a:pt x="19221" y="10868"/>
                      <a:pt x="19221" y="11066"/>
                    </a:cubicBezTo>
                    <a:cubicBezTo>
                      <a:pt x="19990" y="11066"/>
                      <a:pt x="20758" y="11066"/>
                      <a:pt x="21551" y="11066"/>
                    </a:cubicBezTo>
                    <a:cubicBezTo>
                      <a:pt x="21551" y="11259"/>
                      <a:pt x="21551" y="11451"/>
                      <a:pt x="21551" y="11649"/>
                    </a:cubicBezTo>
                    <a:cubicBezTo>
                      <a:pt x="22319" y="11649"/>
                      <a:pt x="23088" y="11649"/>
                      <a:pt x="23880" y="11649"/>
                    </a:cubicBezTo>
                    <a:cubicBezTo>
                      <a:pt x="23880" y="11841"/>
                      <a:pt x="23880" y="12033"/>
                      <a:pt x="23880" y="12231"/>
                    </a:cubicBezTo>
                    <a:cubicBezTo>
                      <a:pt x="24073" y="12231"/>
                      <a:pt x="24265" y="12231"/>
                      <a:pt x="24463" y="12231"/>
                    </a:cubicBezTo>
                    <a:cubicBezTo>
                      <a:pt x="24463" y="12424"/>
                      <a:pt x="24463" y="12616"/>
                      <a:pt x="24463" y="12814"/>
                    </a:cubicBezTo>
                    <a:cubicBezTo>
                      <a:pt x="25039" y="12814"/>
                      <a:pt x="25616" y="12814"/>
                      <a:pt x="26210" y="12814"/>
                    </a:cubicBezTo>
                    <a:cubicBezTo>
                      <a:pt x="26210" y="13006"/>
                      <a:pt x="26210" y="13198"/>
                      <a:pt x="26210" y="13396"/>
                    </a:cubicBezTo>
                    <a:cubicBezTo>
                      <a:pt x="25441" y="13396"/>
                      <a:pt x="24672" y="13396"/>
                      <a:pt x="23880" y="13396"/>
                    </a:cubicBezTo>
                    <a:cubicBezTo>
                      <a:pt x="23880" y="13204"/>
                      <a:pt x="23880" y="13012"/>
                      <a:pt x="23880" y="12814"/>
                    </a:cubicBezTo>
                    <a:cubicBezTo>
                      <a:pt x="23496" y="12814"/>
                      <a:pt x="23111" y="12814"/>
                      <a:pt x="22715" y="12814"/>
                    </a:cubicBezTo>
                    <a:cubicBezTo>
                      <a:pt x="22715" y="12622"/>
                      <a:pt x="22715" y="12429"/>
                      <a:pt x="22715" y="12231"/>
                    </a:cubicBezTo>
                    <a:cubicBezTo>
                      <a:pt x="22593" y="12235"/>
                      <a:pt x="22470" y="12238"/>
                      <a:pt x="22344" y="12242"/>
                    </a:cubicBezTo>
                    <a:cubicBezTo>
                      <a:pt x="22182" y="12244"/>
                      <a:pt x="22021" y="12247"/>
                      <a:pt x="21860" y="12249"/>
                    </a:cubicBezTo>
                    <a:cubicBezTo>
                      <a:pt x="21779" y="12252"/>
                      <a:pt x="21698" y="12254"/>
                      <a:pt x="21615" y="12257"/>
                    </a:cubicBezTo>
                    <a:cubicBezTo>
                      <a:pt x="21399" y="12260"/>
                      <a:pt x="21183" y="12246"/>
                      <a:pt x="20968" y="12231"/>
                    </a:cubicBezTo>
                    <a:cubicBezTo>
                      <a:pt x="20872" y="12135"/>
                      <a:pt x="20776" y="12039"/>
                      <a:pt x="20677" y="11940"/>
                    </a:cubicBezTo>
                    <a:cubicBezTo>
                      <a:pt x="20457" y="11880"/>
                      <a:pt x="20457" y="11880"/>
                      <a:pt x="20202" y="11848"/>
                    </a:cubicBezTo>
                    <a:cubicBezTo>
                      <a:pt x="20157" y="11842"/>
                      <a:pt x="20157" y="11842"/>
                      <a:pt x="19927" y="11811"/>
                    </a:cubicBezTo>
                    <a:cubicBezTo>
                      <a:pt x="19832" y="11799"/>
                      <a:pt x="19737" y="11788"/>
                      <a:pt x="19640" y="11776"/>
                    </a:cubicBezTo>
                    <a:cubicBezTo>
                      <a:pt x="19543" y="11764"/>
                      <a:pt x="19448" y="11751"/>
                      <a:pt x="19349" y="11738"/>
                    </a:cubicBezTo>
                    <a:cubicBezTo>
                      <a:pt x="19112" y="11707"/>
                      <a:pt x="18875" y="11678"/>
                      <a:pt x="18638" y="11649"/>
                    </a:cubicBezTo>
                    <a:cubicBezTo>
                      <a:pt x="18638" y="11457"/>
                      <a:pt x="18638" y="11265"/>
                      <a:pt x="18638" y="11066"/>
                    </a:cubicBezTo>
                    <a:cubicBezTo>
                      <a:pt x="17293" y="11066"/>
                      <a:pt x="15947" y="11066"/>
                      <a:pt x="14561" y="11066"/>
                    </a:cubicBezTo>
                    <a:cubicBezTo>
                      <a:pt x="14561" y="10874"/>
                      <a:pt x="14561" y="10682"/>
                      <a:pt x="14561" y="10484"/>
                    </a:cubicBezTo>
                    <a:cubicBezTo>
                      <a:pt x="9948" y="10484"/>
                      <a:pt x="5335" y="10484"/>
                      <a:pt x="582" y="10484"/>
                    </a:cubicBezTo>
                    <a:cubicBezTo>
                      <a:pt x="582" y="10292"/>
                      <a:pt x="582" y="10100"/>
                      <a:pt x="582" y="9902"/>
                    </a:cubicBezTo>
                    <a:cubicBezTo>
                      <a:pt x="390" y="9902"/>
                      <a:pt x="198" y="9902"/>
                      <a:pt x="0" y="9902"/>
                    </a:cubicBezTo>
                    <a:cubicBezTo>
                      <a:pt x="0" y="7211"/>
                      <a:pt x="0" y="4520"/>
                      <a:pt x="0" y="1747"/>
                    </a:cubicBezTo>
                    <a:cubicBezTo>
                      <a:pt x="192" y="1747"/>
                      <a:pt x="384" y="1747"/>
                      <a:pt x="582" y="1747"/>
                    </a:cubicBezTo>
                    <a:cubicBezTo>
                      <a:pt x="582" y="1555"/>
                      <a:pt x="582" y="1363"/>
                      <a:pt x="582" y="1165"/>
                    </a:cubicBezTo>
                    <a:cubicBezTo>
                      <a:pt x="702" y="1130"/>
                      <a:pt x="821" y="1094"/>
                      <a:pt x="944" y="1058"/>
                    </a:cubicBezTo>
                    <a:cubicBezTo>
                      <a:pt x="1103" y="1009"/>
                      <a:pt x="1261" y="960"/>
                      <a:pt x="1420" y="910"/>
                    </a:cubicBezTo>
                    <a:cubicBezTo>
                      <a:pt x="1459" y="899"/>
                      <a:pt x="1459" y="899"/>
                      <a:pt x="1657" y="841"/>
                    </a:cubicBezTo>
                    <a:cubicBezTo>
                      <a:pt x="2219" y="663"/>
                      <a:pt x="2526" y="446"/>
                      <a:pt x="291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82" name="ICON_AGENT_ROBOT_path_015"/>
              <p:cNvSpPr/>
              <p:nvPr/>
            </p:nvSpPr>
            <p:spPr>
              <a:xfrm>
                <a:off x="2230157" y="4968132"/>
                <a:ext cx="44730" cy="162736"/>
              </a:xfrm>
              <a:custGeom>
                <a:avLst/>
                <a:gdLst/>
                <a:ahLst/>
                <a:cxnLst/>
                <a:rect l="0" t="0" r="r" b="b"/>
                <a:pathLst>
                  <a:path w="3522" h="12814" fill="norm" stroke="0">
                    <a:moveTo>
                      <a:pt x="27" y="0"/>
                    </a:moveTo>
                    <a:cubicBezTo>
                      <a:pt x="220" y="0"/>
                      <a:pt x="412" y="0"/>
                      <a:pt x="610" y="0"/>
                    </a:cubicBezTo>
                    <a:cubicBezTo>
                      <a:pt x="610" y="384"/>
                      <a:pt x="610" y="769"/>
                      <a:pt x="610" y="1165"/>
                    </a:cubicBezTo>
                    <a:cubicBezTo>
                      <a:pt x="802" y="1165"/>
                      <a:pt x="994" y="1165"/>
                      <a:pt x="1192" y="1165"/>
                    </a:cubicBezTo>
                    <a:cubicBezTo>
                      <a:pt x="1192" y="1549"/>
                      <a:pt x="1192" y="1934"/>
                      <a:pt x="1192" y="2330"/>
                    </a:cubicBezTo>
                    <a:cubicBezTo>
                      <a:pt x="1384" y="2330"/>
                      <a:pt x="1577" y="2330"/>
                      <a:pt x="1775" y="2330"/>
                    </a:cubicBezTo>
                    <a:cubicBezTo>
                      <a:pt x="1775" y="2714"/>
                      <a:pt x="1775" y="3099"/>
                      <a:pt x="1775" y="3495"/>
                    </a:cubicBezTo>
                    <a:cubicBezTo>
                      <a:pt x="1583" y="3495"/>
                      <a:pt x="1390" y="3495"/>
                      <a:pt x="1192" y="3495"/>
                    </a:cubicBezTo>
                    <a:cubicBezTo>
                      <a:pt x="1192" y="3879"/>
                      <a:pt x="1192" y="4264"/>
                      <a:pt x="1192" y="4660"/>
                    </a:cubicBezTo>
                    <a:cubicBezTo>
                      <a:pt x="1577" y="4660"/>
                      <a:pt x="1961" y="4660"/>
                      <a:pt x="2357" y="4660"/>
                    </a:cubicBezTo>
                    <a:cubicBezTo>
                      <a:pt x="2357" y="4083"/>
                      <a:pt x="2357" y="3506"/>
                      <a:pt x="2357" y="2912"/>
                    </a:cubicBezTo>
                    <a:cubicBezTo>
                      <a:pt x="2549" y="2912"/>
                      <a:pt x="2742" y="2912"/>
                      <a:pt x="2940" y="2912"/>
                    </a:cubicBezTo>
                    <a:cubicBezTo>
                      <a:pt x="2940" y="3104"/>
                      <a:pt x="2940" y="3297"/>
                      <a:pt x="2940" y="3495"/>
                    </a:cubicBezTo>
                    <a:cubicBezTo>
                      <a:pt x="3132" y="3495"/>
                      <a:pt x="3324" y="3495"/>
                      <a:pt x="3522" y="3495"/>
                    </a:cubicBezTo>
                    <a:cubicBezTo>
                      <a:pt x="3522" y="6186"/>
                      <a:pt x="3522" y="8876"/>
                      <a:pt x="3522" y="11649"/>
                    </a:cubicBezTo>
                    <a:cubicBezTo>
                      <a:pt x="3138" y="11649"/>
                      <a:pt x="2753" y="11649"/>
                      <a:pt x="2357" y="11649"/>
                    </a:cubicBezTo>
                    <a:cubicBezTo>
                      <a:pt x="2357" y="12033"/>
                      <a:pt x="2357" y="12418"/>
                      <a:pt x="2357" y="12814"/>
                    </a:cubicBezTo>
                    <a:cubicBezTo>
                      <a:pt x="1973" y="12814"/>
                      <a:pt x="1588" y="12814"/>
                      <a:pt x="1192" y="12814"/>
                    </a:cubicBezTo>
                    <a:cubicBezTo>
                      <a:pt x="1192" y="10700"/>
                      <a:pt x="1192" y="8585"/>
                      <a:pt x="1192" y="6407"/>
                    </a:cubicBezTo>
                    <a:cubicBezTo>
                      <a:pt x="1000" y="6407"/>
                      <a:pt x="808" y="6407"/>
                      <a:pt x="610" y="6407"/>
                    </a:cubicBezTo>
                    <a:cubicBezTo>
                      <a:pt x="603" y="6276"/>
                      <a:pt x="595" y="6145"/>
                      <a:pt x="588" y="6011"/>
                    </a:cubicBezTo>
                    <a:cubicBezTo>
                      <a:pt x="560" y="5526"/>
                      <a:pt x="531" y="5041"/>
                      <a:pt x="501" y="4556"/>
                    </a:cubicBezTo>
                    <a:cubicBezTo>
                      <a:pt x="489" y="4347"/>
                      <a:pt x="477" y="4137"/>
                      <a:pt x="465" y="3927"/>
                    </a:cubicBezTo>
                    <a:cubicBezTo>
                      <a:pt x="448" y="3625"/>
                      <a:pt x="430" y="3324"/>
                      <a:pt x="411" y="3023"/>
                    </a:cubicBezTo>
                    <a:cubicBezTo>
                      <a:pt x="406" y="2929"/>
                      <a:pt x="401" y="2834"/>
                      <a:pt x="396" y="2738"/>
                    </a:cubicBezTo>
                    <a:cubicBezTo>
                      <a:pt x="390" y="2650"/>
                      <a:pt x="384" y="2563"/>
                      <a:pt x="378" y="2472"/>
                    </a:cubicBezTo>
                    <a:cubicBezTo>
                      <a:pt x="374" y="2396"/>
                      <a:pt x="369" y="2319"/>
                      <a:pt x="365" y="2240"/>
                    </a:cubicBezTo>
                    <a:cubicBezTo>
                      <a:pt x="319" y="2039"/>
                      <a:pt x="319" y="2039"/>
                      <a:pt x="27" y="1747"/>
                    </a:cubicBezTo>
                    <a:cubicBezTo>
                      <a:pt x="6" y="1443"/>
                      <a:pt x="0" y="1159"/>
                      <a:pt x="9" y="856"/>
                    </a:cubicBezTo>
                    <a:cubicBezTo>
                      <a:pt x="10" y="773"/>
                      <a:pt x="12" y="691"/>
                      <a:pt x="13" y="607"/>
                    </a:cubicBezTo>
                    <a:cubicBezTo>
                      <a:pt x="17" y="405"/>
                      <a:pt x="22" y="202"/>
                      <a:pt x="2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83" name="ICON_AGENT_ROBOT_path_016"/>
              <p:cNvSpPr/>
              <p:nvPr/>
            </p:nvSpPr>
            <p:spPr>
              <a:xfrm>
                <a:off x="1276282" y="3732820"/>
                <a:ext cx="273692" cy="89808"/>
              </a:xfrm>
              <a:custGeom>
                <a:avLst/>
                <a:gdLst/>
                <a:ahLst/>
                <a:cxnLst/>
                <a:rect l="0" t="0" r="r" b="b"/>
                <a:pathLst>
                  <a:path w="21551" h="7071" fill="norm" stroke="0">
                    <a:moveTo>
                      <a:pt x="19221" y="0"/>
                    </a:moveTo>
                    <a:cubicBezTo>
                      <a:pt x="19605" y="0"/>
                      <a:pt x="19990" y="0"/>
                      <a:pt x="20386" y="0"/>
                    </a:cubicBezTo>
                    <a:cubicBezTo>
                      <a:pt x="20386" y="577"/>
                      <a:pt x="20386" y="1153"/>
                      <a:pt x="20386" y="1747"/>
                    </a:cubicBezTo>
                    <a:cubicBezTo>
                      <a:pt x="20578" y="1747"/>
                      <a:pt x="20770" y="1747"/>
                      <a:pt x="20968" y="1747"/>
                    </a:cubicBezTo>
                    <a:cubicBezTo>
                      <a:pt x="20968" y="1940"/>
                      <a:pt x="20968" y="2132"/>
                      <a:pt x="20968" y="2330"/>
                    </a:cubicBezTo>
                    <a:cubicBezTo>
                      <a:pt x="21160" y="2330"/>
                      <a:pt x="21353" y="2330"/>
                      <a:pt x="21551" y="2330"/>
                    </a:cubicBezTo>
                    <a:cubicBezTo>
                      <a:pt x="21551" y="3099"/>
                      <a:pt x="21551" y="3867"/>
                      <a:pt x="21551" y="4660"/>
                    </a:cubicBezTo>
                    <a:cubicBezTo>
                      <a:pt x="21358" y="4660"/>
                      <a:pt x="21166" y="4660"/>
                      <a:pt x="20968" y="4660"/>
                    </a:cubicBezTo>
                    <a:cubicBezTo>
                      <a:pt x="20968" y="4852"/>
                      <a:pt x="20968" y="5044"/>
                      <a:pt x="20968" y="5242"/>
                    </a:cubicBezTo>
                    <a:cubicBezTo>
                      <a:pt x="20901" y="5243"/>
                      <a:pt x="20834" y="5244"/>
                      <a:pt x="20764" y="5246"/>
                    </a:cubicBezTo>
                    <a:cubicBezTo>
                      <a:pt x="19128" y="5276"/>
                      <a:pt x="17493" y="5308"/>
                      <a:pt x="15857" y="5341"/>
                    </a:cubicBezTo>
                    <a:cubicBezTo>
                      <a:pt x="15066" y="5357"/>
                      <a:pt x="14275" y="5372"/>
                      <a:pt x="13484" y="5387"/>
                    </a:cubicBezTo>
                    <a:cubicBezTo>
                      <a:pt x="12795" y="5399"/>
                      <a:pt x="12105" y="5413"/>
                      <a:pt x="11416" y="5428"/>
                    </a:cubicBezTo>
                    <a:cubicBezTo>
                      <a:pt x="11051" y="5435"/>
                      <a:pt x="10686" y="5442"/>
                      <a:pt x="10321" y="5448"/>
                    </a:cubicBezTo>
                    <a:cubicBezTo>
                      <a:pt x="9914" y="5455"/>
                      <a:pt x="9506" y="5464"/>
                      <a:pt x="9099" y="5474"/>
                    </a:cubicBezTo>
                    <a:cubicBezTo>
                      <a:pt x="9038" y="5474"/>
                      <a:pt x="9038" y="5474"/>
                      <a:pt x="8731" y="5478"/>
                    </a:cubicBezTo>
                    <a:cubicBezTo>
                      <a:pt x="8676" y="5480"/>
                      <a:pt x="8676" y="5480"/>
                      <a:pt x="8396" y="5487"/>
                    </a:cubicBezTo>
                    <a:cubicBezTo>
                      <a:pt x="8299" y="5489"/>
                      <a:pt x="8203" y="5491"/>
                      <a:pt x="8104" y="5493"/>
                    </a:cubicBezTo>
                    <a:cubicBezTo>
                      <a:pt x="7863" y="5533"/>
                      <a:pt x="7863" y="5533"/>
                      <a:pt x="7572" y="5824"/>
                    </a:cubicBezTo>
                    <a:cubicBezTo>
                      <a:pt x="7258" y="5850"/>
                      <a:pt x="6964" y="5858"/>
                      <a:pt x="6652" y="5853"/>
                    </a:cubicBezTo>
                    <a:cubicBezTo>
                      <a:pt x="6562" y="5852"/>
                      <a:pt x="6471" y="5852"/>
                      <a:pt x="6378" y="5852"/>
                    </a:cubicBezTo>
                    <a:cubicBezTo>
                      <a:pt x="6091" y="5850"/>
                      <a:pt x="5803" y="5846"/>
                      <a:pt x="5515" y="5843"/>
                    </a:cubicBezTo>
                    <a:cubicBezTo>
                      <a:pt x="5320" y="5841"/>
                      <a:pt x="5125" y="5840"/>
                      <a:pt x="4930" y="5839"/>
                    </a:cubicBezTo>
                    <a:cubicBezTo>
                      <a:pt x="4451" y="5836"/>
                      <a:pt x="3973" y="5831"/>
                      <a:pt x="3495" y="5824"/>
                    </a:cubicBezTo>
                    <a:cubicBezTo>
                      <a:pt x="3495" y="6017"/>
                      <a:pt x="3495" y="6209"/>
                      <a:pt x="3495" y="6407"/>
                    </a:cubicBezTo>
                    <a:cubicBezTo>
                      <a:pt x="2296" y="6883"/>
                      <a:pt x="1289" y="7071"/>
                      <a:pt x="0" y="6989"/>
                    </a:cubicBezTo>
                    <a:cubicBezTo>
                      <a:pt x="117" y="6700"/>
                      <a:pt x="117" y="6700"/>
                      <a:pt x="291" y="6407"/>
                    </a:cubicBezTo>
                    <a:cubicBezTo>
                      <a:pt x="597" y="6328"/>
                      <a:pt x="845" y="6379"/>
                      <a:pt x="1165" y="6407"/>
                    </a:cubicBezTo>
                    <a:cubicBezTo>
                      <a:pt x="1165" y="6215"/>
                      <a:pt x="1165" y="6022"/>
                      <a:pt x="1165" y="5824"/>
                    </a:cubicBezTo>
                    <a:cubicBezTo>
                      <a:pt x="1742" y="5824"/>
                      <a:pt x="2318" y="5824"/>
                      <a:pt x="2912" y="5824"/>
                    </a:cubicBezTo>
                    <a:cubicBezTo>
                      <a:pt x="2912" y="5440"/>
                      <a:pt x="2912" y="5056"/>
                      <a:pt x="2912" y="4660"/>
                    </a:cubicBezTo>
                    <a:cubicBezTo>
                      <a:pt x="6564" y="4660"/>
                      <a:pt x="10216" y="4660"/>
                      <a:pt x="13979" y="4660"/>
                    </a:cubicBezTo>
                    <a:cubicBezTo>
                      <a:pt x="13979" y="4467"/>
                      <a:pt x="13979" y="4275"/>
                      <a:pt x="13979" y="4077"/>
                    </a:cubicBezTo>
                    <a:cubicBezTo>
                      <a:pt x="14363" y="4077"/>
                      <a:pt x="14748" y="4077"/>
                      <a:pt x="15144" y="4077"/>
                    </a:cubicBezTo>
                    <a:cubicBezTo>
                      <a:pt x="15144" y="4269"/>
                      <a:pt x="15144" y="4462"/>
                      <a:pt x="15144" y="4660"/>
                    </a:cubicBezTo>
                    <a:cubicBezTo>
                      <a:pt x="16681" y="4660"/>
                      <a:pt x="18219" y="4660"/>
                      <a:pt x="19803" y="4660"/>
                    </a:cubicBezTo>
                    <a:cubicBezTo>
                      <a:pt x="19803" y="4275"/>
                      <a:pt x="19803" y="3891"/>
                      <a:pt x="19803" y="3495"/>
                    </a:cubicBezTo>
                    <a:cubicBezTo>
                      <a:pt x="19611" y="3495"/>
                      <a:pt x="19419" y="3495"/>
                      <a:pt x="19221" y="3495"/>
                    </a:cubicBezTo>
                    <a:cubicBezTo>
                      <a:pt x="19221" y="2341"/>
                      <a:pt x="19221" y="1188"/>
                      <a:pt x="1922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84" name="ICON_AGENT_ROBOT_path_017"/>
              <p:cNvSpPr/>
              <p:nvPr/>
            </p:nvSpPr>
            <p:spPr>
              <a:xfrm>
                <a:off x="1882843" y="4635264"/>
                <a:ext cx="110956" cy="51780"/>
              </a:xfrm>
              <a:custGeom>
                <a:avLst/>
                <a:gdLst/>
                <a:ahLst/>
                <a:cxnLst/>
                <a:rect l="0" t="0" r="r" b="b"/>
                <a:pathLst>
                  <a:path w="8737" h="4077" fill="norm" stroke="0">
                    <a:moveTo>
                      <a:pt x="0" y="0"/>
                    </a:moveTo>
                    <a:cubicBezTo>
                      <a:pt x="577" y="0"/>
                      <a:pt x="1153" y="0"/>
                      <a:pt x="1747" y="0"/>
                    </a:cubicBezTo>
                    <a:cubicBezTo>
                      <a:pt x="1747" y="192"/>
                      <a:pt x="1747" y="384"/>
                      <a:pt x="1747" y="582"/>
                    </a:cubicBezTo>
                    <a:cubicBezTo>
                      <a:pt x="1940" y="582"/>
                      <a:pt x="2132" y="582"/>
                      <a:pt x="2330" y="582"/>
                    </a:cubicBezTo>
                    <a:cubicBezTo>
                      <a:pt x="2330" y="775"/>
                      <a:pt x="2330" y="967"/>
                      <a:pt x="2330" y="1165"/>
                    </a:cubicBezTo>
                    <a:cubicBezTo>
                      <a:pt x="2714" y="1165"/>
                      <a:pt x="3099" y="1165"/>
                      <a:pt x="3495" y="1165"/>
                    </a:cubicBezTo>
                    <a:cubicBezTo>
                      <a:pt x="3495" y="973"/>
                      <a:pt x="3495" y="780"/>
                      <a:pt x="3495" y="582"/>
                    </a:cubicBezTo>
                    <a:cubicBezTo>
                      <a:pt x="3879" y="582"/>
                      <a:pt x="4264" y="582"/>
                      <a:pt x="4660" y="582"/>
                    </a:cubicBezTo>
                    <a:cubicBezTo>
                      <a:pt x="4660" y="390"/>
                      <a:pt x="4660" y="198"/>
                      <a:pt x="4660" y="0"/>
                    </a:cubicBezTo>
                    <a:cubicBezTo>
                      <a:pt x="5044" y="0"/>
                      <a:pt x="5428" y="0"/>
                      <a:pt x="5824" y="0"/>
                    </a:cubicBezTo>
                    <a:cubicBezTo>
                      <a:pt x="5824" y="384"/>
                      <a:pt x="5824" y="769"/>
                      <a:pt x="5824" y="1165"/>
                    </a:cubicBezTo>
                    <a:cubicBezTo>
                      <a:pt x="5632" y="1165"/>
                      <a:pt x="5440" y="1165"/>
                      <a:pt x="5242" y="1165"/>
                    </a:cubicBezTo>
                    <a:cubicBezTo>
                      <a:pt x="5242" y="1357"/>
                      <a:pt x="5242" y="1549"/>
                      <a:pt x="5242" y="1747"/>
                    </a:cubicBezTo>
                    <a:cubicBezTo>
                      <a:pt x="5626" y="1747"/>
                      <a:pt x="6011" y="1747"/>
                      <a:pt x="6407" y="1747"/>
                    </a:cubicBezTo>
                    <a:cubicBezTo>
                      <a:pt x="6407" y="1940"/>
                      <a:pt x="6407" y="2132"/>
                      <a:pt x="6407" y="2330"/>
                    </a:cubicBezTo>
                    <a:cubicBezTo>
                      <a:pt x="6599" y="2330"/>
                      <a:pt x="6791" y="2330"/>
                      <a:pt x="6989" y="2330"/>
                    </a:cubicBezTo>
                    <a:cubicBezTo>
                      <a:pt x="6989" y="2522"/>
                      <a:pt x="6989" y="2714"/>
                      <a:pt x="6989" y="2912"/>
                    </a:cubicBezTo>
                    <a:cubicBezTo>
                      <a:pt x="7566" y="2912"/>
                      <a:pt x="8143" y="2912"/>
                      <a:pt x="8737" y="2912"/>
                    </a:cubicBezTo>
                    <a:cubicBezTo>
                      <a:pt x="8737" y="3297"/>
                      <a:pt x="8737" y="3681"/>
                      <a:pt x="8737" y="4077"/>
                    </a:cubicBezTo>
                    <a:cubicBezTo>
                      <a:pt x="8352" y="4077"/>
                      <a:pt x="7968" y="4077"/>
                      <a:pt x="7572" y="4077"/>
                    </a:cubicBezTo>
                    <a:cubicBezTo>
                      <a:pt x="7572" y="3885"/>
                      <a:pt x="7572" y="3693"/>
                      <a:pt x="7572" y="3495"/>
                    </a:cubicBezTo>
                    <a:cubicBezTo>
                      <a:pt x="6995" y="3495"/>
                      <a:pt x="6419" y="3495"/>
                      <a:pt x="5824" y="3495"/>
                    </a:cubicBezTo>
                    <a:cubicBezTo>
                      <a:pt x="5824" y="3302"/>
                      <a:pt x="5824" y="3110"/>
                      <a:pt x="5824" y="2912"/>
                    </a:cubicBezTo>
                    <a:cubicBezTo>
                      <a:pt x="4863" y="2912"/>
                      <a:pt x="3902" y="2912"/>
                      <a:pt x="2912" y="2912"/>
                    </a:cubicBezTo>
                    <a:cubicBezTo>
                      <a:pt x="2912" y="2720"/>
                      <a:pt x="2912" y="2528"/>
                      <a:pt x="2912" y="2330"/>
                    </a:cubicBezTo>
                    <a:cubicBezTo>
                      <a:pt x="2720" y="2330"/>
                      <a:pt x="2528" y="2330"/>
                      <a:pt x="2330" y="2330"/>
                    </a:cubicBezTo>
                    <a:cubicBezTo>
                      <a:pt x="2330" y="2138"/>
                      <a:pt x="2330" y="1945"/>
                      <a:pt x="2330" y="1747"/>
                    </a:cubicBezTo>
                    <a:cubicBezTo>
                      <a:pt x="1945" y="1747"/>
                      <a:pt x="1561" y="1747"/>
                      <a:pt x="1165" y="1747"/>
                    </a:cubicBezTo>
                    <a:cubicBezTo>
                      <a:pt x="1165" y="1555"/>
                      <a:pt x="1165" y="1363"/>
                      <a:pt x="1165" y="1165"/>
                    </a:cubicBezTo>
                    <a:cubicBezTo>
                      <a:pt x="910" y="1001"/>
                      <a:pt x="910" y="1001"/>
                      <a:pt x="582" y="874"/>
                    </a:cubicBezTo>
                    <a:cubicBezTo>
                      <a:pt x="255" y="746"/>
                      <a:pt x="255" y="746"/>
                      <a:pt x="0" y="582"/>
                    </a:cubicBezTo>
                    <a:cubicBezTo>
                      <a:pt x="0" y="390"/>
                      <a:pt x="0" y="19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85" name="ICON_AGENT_ROBOT_path_018"/>
              <p:cNvSpPr/>
              <p:nvPr/>
            </p:nvSpPr>
            <p:spPr>
              <a:xfrm>
                <a:off x="884238" y="4102674"/>
                <a:ext cx="29588" cy="184927"/>
              </a:xfrm>
              <a:custGeom>
                <a:avLst/>
                <a:gdLst/>
                <a:ahLst/>
                <a:cxnLst/>
                <a:rect l="0" t="0" r="r" b="b"/>
                <a:pathLst>
                  <a:path w="2330" h="14561" fill="norm" stroke="0">
                    <a:moveTo>
                      <a:pt x="582" y="0"/>
                    </a:moveTo>
                    <a:cubicBezTo>
                      <a:pt x="1159" y="0"/>
                      <a:pt x="1736" y="0"/>
                      <a:pt x="2330" y="0"/>
                    </a:cubicBezTo>
                    <a:cubicBezTo>
                      <a:pt x="2330" y="577"/>
                      <a:pt x="2330" y="1153"/>
                      <a:pt x="2330" y="1747"/>
                    </a:cubicBezTo>
                    <a:cubicBezTo>
                      <a:pt x="2138" y="1747"/>
                      <a:pt x="1945" y="1747"/>
                      <a:pt x="1747" y="1747"/>
                    </a:cubicBezTo>
                    <a:cubicBezTo>
                      <a:pt x="1747" y="5976"/>
                      <a:pt x="1747" y="10204"/>
                      <a:pt x="1747" y="14561"/>
                    </a:cubicBezTo>
                    <a:cubicBezTo>
                      <a:pt x="1555" y="14561"/>
                      <a:pt x="1363" y="14561"/>
                      <a:pt x="1165" y="14561"/>
                    </a:cubicBezTo>
                    <a:cubicBezTo>
                      <a:pt x="1165" y="12447"/>
                      <a:pt x="1165" y="10333"/>
                      <a:pt x="1165" y="8154"/>
                    </a:cubicBezTo>
                    <a:cubicBezTo>
                      <a:pt x="973" y="8154"/>
                      <a:pt x="780" y="8154"/>
                      <a:pt x="582" y="8154"/>
                    </a:cubicBezTo>
                    <a:cubicBezTo>
                      <a:pt x="582" y="7385"/>
                      <a:pt x="582" y="6617"/>
                      <a:pt x="582" y="5824"/>
                    </a:cubicBezTo>
                    <a:cubicBezTo>
                      <a:pt x="775" y="5824"/>
                      <a:pt x="967" y="5824"/>
                      <a:pt x="1165" y="5824"/>
                    </a:cubicBezTo>
                    <a:cubicBezTo>
                      <a:pt x="1165" y="4479"/>
                      <a:pt x="1165" y="3134"/>
                      <a:pt x="1165" y="1747"/>
                    </a:cubicBezTo>
                    <a:cubicBezTo>
                      <a:pt x="780" y="1747"/>
                      <a:pt x="396" y="1747"/>
                      <a:pt x="0" y="1747"/>
                    </a:cubicBezTo>
                    <a:cubicBezTo>
                      <a:pt x="0" y="1363"/>
                      <a:pt x="0" y="979"/>
                      <a:pt x="0" y="582"/>
                    </a:cubicBezTo>
                    <a:cubicBezTo>
                      <a:pt x="192" y="582"/>
                      <a:pt x="384" y="582"/>
                      <a:pt x="582" y="582"/>
                    </a:cubicBezTo>
                    <a:cubicBezTo>
                      <a:pt x="582" y="390"/>
                      <a:pt x="582" y="198"/>
                      <a:pt x="58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86" name="ICON_AGENT_ROBOT_path_019"/>
              <p:cNvSpPr/>
              <p:nvPr/>
            </p:nvSpPr>
            <p:spPr>
              <a:xfrm>
                <a:off x="2067769" y="3954270"/>
                <a:ext cx="73971" cy="74433"/>
              </a:xfrm>
              <a:custGeom>
                <a:avLst/>
                <a:gdLst/>
                <a:ahLst/>
                <a:cxnLst/>
                <a:rect l="0" t="0" r="r" b="b"/>
                <a:pathLst>
                  <a:path w="5824" h="5861" fill="norm" stroke="0">
                    <a:moveTo>
                      <a:pt x="582" y="36"/>
                    </a:moveTo>
                    <a:cubicBezTo>
                      <a:pt x="679" y="229"/>
                      <a:pt x="775" y="421"/>
                      <a:pt x="874" y="619"/>
                    </a:cubicBezTo>
                    <a:cubicBezTo>
                      <a:pt x="910" y="523"/>
                      <a:pt x="946" y="427"/>
                      <a:pt x="983" y="328"/>
                    </a:cubicBezTo>
                    <a:cubicBezTo>
                      <a:pt x="1043" y="232"/>
                      <a:pt x="1103" y="135"/>
                      <a:pt x="1165" y="36"/>
                    </a:cubicBezTo>
                    <a:cubicBezTo>
                      <a:pt x="1474" y="0"/>
                      <a:pt x="1474" y="0"/>
                      <a:pt x="1747" y="36"/>
                    </a:cubicBezTo>
                    <a:cubicBezTo>
                      <a:pt x="1747" y="229"/>
                      <a:pt x="1747" y="421"/>
                      <a:pt x="1747" y="619"/>
                    </a:cubicBezTo>
                    <a:cubicBezTo>
                      <a:pt x="1940" y="619"/>
                      <a:pt x="2132" y="619"/>
                      <a:pt x="2330" y="619"/>
                    </a:cubicBezTo>
                    <a:cubicBezTo>
                      <a:pt x="2330" y="1003"/>
                      <a:pt x="2330" y="1388"/>
                      <a:pt x="2330" y="1784"/>
                    </a:cubicBezTo>
                    <a:cubicBezTo>
                      <a:pt x="2522" y="1784"/>
                      <a:pt x="2714" y="1784"/>
                      <a:pt x="2912" y="1784"/>
                    </a:cubicBezTo>
                    <a:cubicBezTo>
                      <a:pt x="2912" y="2168"/>
                      <a:pt x="2912" y="2553"/>
                      <a:pt x="2912" y="2949"/>
                    </a:cubicBezTo>
                    <a:cubicBezTo>
                      <a:pt x="3104" y="2949"/>
                      <a:pt x="3297" y="2949"/>
                      <a:pt x="3495" y="2949"/>
                    </a:cubicBezTo>
                    <a:cubicBezTo>
                      <a:pt x="3495" y="3141"/>
                      <a:pt x="3495" y="3333"/>
                      <a:pt x="3495" y="3531"/>
                    </a:cubicBezTo>
                    <a:cubicBezTo>
                      <a:pt x="3687" y="3531"/>
                      <a:pt x="3879" y="3531"/>
                      <a:pt x="4077" y="3531"/>
                    </a:cubicBezTo>
                    <a:cubicBezTo>
                      <a:pt x="4077" y="3723"/>
                      <a:pt x="4077" y="3915"/>
                      <a:pt x="4077" y="4114"/>
                    </a:cubicBezTo>
                    <a:cubicBezTo>
                      <a:pt x="4269" y="4114"/>
                      <a:pt x="4462" y="4114"/>
                      <a:pt x="4660" y="4114"/>
                    </a:cubicBezTo>
                    <a:cubicBezTo>
                      <a:pt x="4660" y="4498"/>
                      <a:pt x="4660" y="4882"/>
                      <a:pt x="4660" y="5278"/>
                    </a:cubicBezTo>
                    <a:cubicBezTo>
                      <a:pt x="5044" y="5278"/>
                      <a:pt x="5428" y="5278"/>
                      <a:pt x="5824" y="5278"/>
                    </a:cubicBezTo>
                    <a:cubicBezTo>
                      <a:pt x="5824" y="5471"/>
                      <a:pt x="5824" y="5663"/>
                      <a:pt x="5824" y="5861"/>
                    </a:cubicBezTo>
                    <a:cubicBezTo>
                      <a:pt x="5056" y="5861"/>
                      <a:pt x="4287" y="5861"/>
                      <a:pt x="3495" y="5861"/>
                    </a:cubicBezTo>
                    <a:cubicBezTo>
                      <a:pt x="3495" y="5669"/>
                      <a:pt x="3495" y="5476"/>
                      <a:pt x="3495" y="5278"/>
                    </a:cubicBezTo>
                    <a:cubicBezTo>
                      <a:pt x="3110" y="5278"/>
                      <a:pt x="2726" y="5278"/>
                      <a:pt x="2330" y="5278"/>
                    </a:cubicBezTo>
                    <a:cubicBezTo>
                      <a:pt x="2330" y="5086"/>
                      <a:pt x="2330" y="4894"/>
                      <a:pt x="2330" y="4696"/>
                    </a:cubicBezTo>
                    <a:cubicBezTo>
                      <a:pt x="2138" y="4696"/>
                      <a:pt x="1945" y="4696"/>
                      <a:pt x="1747" y="4696"/>
                    </a:cubicBezTo>
                    <a:cubicBezTo>
                      <a:pt x="1747" y="4312"/>
                      <a:pt x="1747" y="3927"/>
                      <a:pt x="1747" y="3531"/>
                    </a:cubicBezTo>
                    <a:cubicBezTo>
                      <a:pt x="1555" y="3531"/>
                      <a:pt x="1363" y="3531"/>
                      <a:pt x="1165" y="3531"/>
                    </a:cubicBezTo>
                    <a:cubicBezTo>
                      <a:pt x="1165" y="3147"/>
                      <a:pt x="1165" y="2762"/>
                      <a:pt x="1165" y="2366"/>
                    </a:cubicBezTo>
                    <a:cubicBezTo>
                      <a:pt x="973" y="2366"/>
                      <a:pt x="780" y="2366"/>
                      <a:pt x="582" y="2366"/>
                    </a:cubicBezTo>
                    <a:cubicBezTo>
                      <a:pt x="582" y="2174"/>
                      <a:pt x="582" y="1982"/>
                      <a:pt x="582" y="1784"/>
                    </a:cubicBezTo>
                    <a:cubicBezTo>
                      <a:pt x="390" y="1784"/>
                      <a:pt x="198" y="1784"/>
                      <a:pt x="0" y="1784"/>
                    </a:cubicBezTo>
                    <a:cubicBezTo>
                      <a:pt x="0" y="1399"/>
                      <a:pt x="0" y="1015"/>
                      <a:pt x="0" y="619"/>
                    </a:cubicBezTo>
                    <a:cubicBezTo>
                      <a:pt x="192" y="619"/>
                      <a:pt x="384" y="619"/>
                      <a:pt x="582" y="619"/>
                    </a:cubicBezTo>
                    <a:cubicBezTo>
                      <a:pt x="582" y="427"/>
                      <a:pt x="582" y="234"/>
                      <a:pt x="582" y="36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87" name="ICON_AGENT_ROBOT_path_020"/>
              <p:cNvSpPr/>
              <p:nvPr/>
            </p:nvSpPr>
            <p:spPr>
              <a:xfrm>
                <a:off x="1535180" y="3451732"/>
                <a:ext cx="73971" cy="29588"/>
              </a:xfrm>
              <a:custGeom>
                <a:avLst/>
                <a:gdLst/>
                <a:ahLst/>
                <a:cxnLst/>
                <a:rect l="0" t="0" r="r" b="b"/>
                <a:pathLst>
                  <a:path w="5824" h="2330" fill="norm" stroke="0">
                    <a:moveTo>
                      <a:pt x="1165" y="0"/>
                    </a:moveTo>
                    <a:cubicBezTo>
                      <a:pt x="2126" y="0"/>
                      <a:pt x="3087" y="0"/>
                      <a:pt x="4077" y="0"/>
                    </a:cubicBezTo>
                    <a:cubicBezTo>
                      <a:pt x="4077" y="384"/>
                      <a:pt x="4077" y="769"/>
                      <a:pt x="4077" y="1165"/>
                    </a:cubicBezTo>
                    <a:cubicBezTo>
                      <a:pt x="4462" y="1165"/>
                      <a:pt x="4846" y="1165"/>
                      <a:pt x="5242" y="1165"/>
                    </a:cubicBezTo>
                    <a:cubicBezTo>
                      <a:pt x="5242" y="1357"/>
                      <a:pt x="5242" y="1549"/>
                      <a:pt x="5242" y="1747"/>
                    </a:cubicBezTo>
                    <a:cubicBezTo>
                      <a:pt x="5434" y="1747"/>
                      <a:pt x="5626" y="1747"/>
                      <a:pt x="5824" y="1747"/>
                    </a:cubicBezTo>
                    <a:cubicBezTo>
                      <a:pt x="5824" y="1940"/>
                      <a:pt x="5824" y="2132"/>
                      <a:pt x="5824" y="2330"/>
                    </a:cubicBezTo>
                    <a:cubicBezTo>
                      <a:pt x="3902" y="2330"/>
                      <a:pt x="1980" y="2330"/>
                      <a:pt x="0" y="2330"/>
                    </a:cubicBezTo>
                    <a:cubicBezTo>
                      <a:pt x="0" y="2138"/>
                      <a:pt x="0" y="1945"/>
                      <a:pt x="0" y="1747"/>
                    </a:cubicBezTo>
                    <a:cubicBezTo>
                      <a:pt x="192" y="1747"/>
                      <a:pt x="384" y="1747"/>
                      <a:pt x="582" y="1747"/>
                    </a:cubicBezTo>
                    <a:cubicBezTo>
                      <a:pt x="582" y="1555"/>
                      <a:pt x="582" y="1363"/>
                      <a:pt x="582" y="1165"/>
                    </a:cubicBezTo>
                    <a:cubicBezTo>
                      <a:pt x="775" y="1165"/>
                      <a:pt x="967" y="1165"/>
                      <a:pt x="1165" y="1165"/>
                    </a:cubicBezTo>
                    <a:cubicBezTo>
                      <a:pt x="1165" y="780"/>
                      <a:pt x="1165" y="396"/>
                      <a:pt x="116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88" name="ICON_AGENT_ROBOT_path_021"/>
              <p:cNvSpPr/>
              <p:nvPr/>
            </p:nvSpPr>
            <p:spPr>
              <a:xfrm>
                <a:off x="1024782" y="4709234"/>
                <a:ext cx="73971" cy="59177"/>
              </a:xfrm>
              <a:custGeom>
                <a:avLst/>
                <a:gdLst/>
                <a:ahLst/>
                <a:cxnLst/>
                <a:rect l="0" t="0" r="r" b="b"/>
                <a:pathLst>
                  <a:path w="5824" h="4660" fill="norm" stroke="0">
                    <a:moveTo>
                      <a:pt x="4077" y="0"/>
                    </a:moveTo>
                    <a:cubicBezTo>
                      <a:pt x="4269" y="0"/>
                      <a:pt x="4462" y="0"/>
                      <a:pt x="4660" y="0"/>
                    </a:cubicBezTo>
                    <a:cubicBezTo>
                      <a:pt x="4660" y="192"/>
                      <a:pt x="4660" y="384"/>
                      <a:pt x="4660" y="582"/>
                    </a:cubicBezTo>
                    <a:cubicBezTo>
                      <a:pt x="5044" y="582"/>
                      <a:pt x="5428" y="582"/>
                      <a:pt x="5824" y="582"/>
                    </a:cubicBezTo>
                    <a:cubicBezTo>
                      <a:pt x="5679" y="1011"/>
                      <a:pt x="5526" y="1391"/>
                      <a:pt x="5242" y="1747"/>
                    </a:cubicBezTo>
                    <a:cubicBezTo>
                      <a:pt x="4838" y="1852"/>
                      <a:pt x="4485" y="1819"/>
                      <a:pt x="4077" y="1747"/>
                    </a:cubicBezTo>
                    <a:cubicBezTo>
                      <a:pt x="4077" y="1940"/>
                      <a:pt x="4077" y="2132"/>
                      <a:pt x="4077" y="2330"/>
                    </a:cubicBezTo>
                    <a:cubicBezTo>
                      <a:pt x="3885" y="2330"/>
                      <a:pt x="3693" y="2330"/>
                      <a:pt x="3495" y="2330"/>
                    </a:cubicBezTo>
                    <a:cubicBezTo>
                      <a:pt x="3495" y="2522"/>
                      <a:pt x="3495" y="2714"/>
                      <a:pt x="3495" y="2912"/>
                    </a:cubicBezTo>
                    <a:cubicBezTo>
                      <a:pt x="3302" y="2912"/>
                      <a:pt x="3110" y="2912"/>
                      <a:pt x="2912" y="2912"/>
                    </a:cubicBezTo>
                    <a:cubicBezTo>
                      <a:pt x="2912" y="3104"/>
                      <a:pt x="2912" y="3297"/>
                      <a:pt x="2912" y="3495"/>
                    </a:cubicBezTo>
                    <a:cubicBezTo>
                      <a:pt x="2720" y="3495"/>
                      <a:pt x="2528" y="3495"/>
                      <a:pt x="2330" y="3495"/>
                    </a:cubicBezTo>
                    <a:cubicBezTo>
                      <a:pt x="2330" y="3687"/>
                      <a:pt x="2330" y="3879"/>
                      <a:pt x="2330" y="4077"/>
                    </a:cubicBezTo>
                    <a:cubicBezTo>
                      <a:pt x="1945" y="4077"/>
                      <a:pt x="1561" y="4077"/>
                      <a:pt x="1165" y="4077"/>
                    </a:cubicBezTo>
                    <a:cubicBezTo>
                      <a:pt x="1165" y="4269"/>
                      <a:pt x="1165" y="4462"/>
                      <a:pt x="1165" y="4660"/>
                    </a:cubicBezTo>
                    <a:cubicBezTo>
                      <a:pt x="973" y="4660"/>
                      <a:pt x="780" y="4660"/>
                      <a:pt x="582" y="4660"/>
                    </a:cubicBezTo>
                    <a:cubicBezTo>
                      <a:pt x="582" y="4467"/>
                      <a:pt x="582" y="4275"/>
                      <a:pt x="582" y="4077"/>
                    </a:cubicBezTo>
                    <a:cubicBezTo>
                      <a:pt x="390" y="4077"/>
                      <a:pt x="198" y="4077"/>
                      <a:pt x="0" y="4077"/>
                    </a:cubicBezTo>
                    <a:cubicBezTo>
                      <a:pt x="0" y="3885"/>
                      <a:pt x="0" y="3693"/>
                      <a:pt x="0" y="3495"/>
                    </a:cubicBezTo>
                    <a:cubicBezTo>
                      <a:pt x="192" y="3495"/>
                      <a:pt x="384" y="3495"/>
                      <a:pt x="582" y="3495"/>
                    </a:cubicBezTo>
                    <a:cubicBezTo>
                      <a:pt x="582" y="3302"/>
                      <a:pt x="582" y="3110"/>
                      <a:pt x="582" y="2912"/>
                    </a:cubicBezTo>
                    <a:cubicBezTo>
                      <a:pt x="967" y="2912"/>
                      <a:pt x="1351" y="2912"/>
                      <a:pt x="1747" y="2912"/>
                    </a:cubicBezTo>
                    <a:cubicBezTo>
                      <a:pt x="1747" y="2720"/>
                      <a:pt x="1747" y="2528"/>
                      <a:pt x="1747" y="2330"/>
                    </a:cubicBezTo>
                    <a:cubicBezTo>
                      <a:pt x="1940" y="2330"/>
                      <a:pt x="2132" y="2330"/>
                      <a:pt x="2330" y="2330"/>
                    </a:cubicBezTo>
                    <a:cubicBezTo>
                      <a:pt x="2330" y="2138"/>
                      <a:pt x="2330" y="1945"/>
                      <a:pt x="2330" y="1747"/>
                    </a:cubicBezTo>
                    <a:cubicBezTo>
                      <a:pt x="2522" y="1747"/>
                      <a:pt x="2714" y="1747"/>
                      <a:pt x="2912" y="1747"/>
                    </a:cubicBezTo>
                    <a:cubicBezTo>
                      <a:pt x="2912" y="1363"/>
                      <a:pt x="2912" y="979"/>
                      <a:pt x="2912" y="582"/>
                    </a:cubicBezTo>
                    <a:cubicBezTo>
                      <a:pt x="3297" y="582"/>
                      <a:pt x="3681" y="582"/>
                      <a:pt x="4077" y="582"/>
                    </a:cubicBezTo>
                    <a:cubicBezTo>
                      <a:pt x="4077" y="390"/>
                      <a:pt x="4077" y="198"/>
                      <a:pt x="407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89" name="ICON_AGENT_ROBOT_path_022"/>
              <p:cNvSpPr/>
              <p:nvPr/>
            </p:nvSpPr>
            <p:spPr>
              <a:xfrm>
                <a:off x="1446415" y="3555291"/>
                <a:ext cx="25964" cy="66574"/>
              </a:xfrm>
              <a:custGeom>
                <a:avLst/>
                <a:gdLst/>
                <a:ahLst/>
                <a:cxnLst/>
                <a:rect l="0" t="0" r="r" b="b"/>
                <a:pathLst>
                  <a:path w="2044" h="5242" fill="norm" stroke="0">
                    <a:moveTo>
                      <a:pt x="0" y="0"/>
                    </a:moveTo>
                    <a:cubicBezTo>
                      <a:pt x="577" y="0"/>
                      <a:pt x="1153" y="0"/>
                      <a:pt x="1747" y="0"/>
                    </a:cubicBezTo>
                    <a:cubicBezTo>
                      <a:pt x="1789" y="606"/>
                      <a:pt x="1831" y="1212"/>
                      <a:pt x="1872" y="1818"/>
                    </a:cubicBezTo>
                    <a:cubicBezTo>
                      <a:pt x="1886" y="2024"/>
                      <a:pt x="1900" y="2230"/>
                      <a:pt x="1914" y="2436"/>
                    </a:cubicBezTo>
                    <a:cubicBezTo>
                      <a:pt x="1935" y="2733"/>
                      <a:pt x="1955" y="3030"/>
                      <a:pt x="1975" y="3328"/>
                    </a:cubicBezTo>
                    <a:cubicBezTo>
                      <a:pt x="1981" y="3418"/>
                      <a:pt x="1988" y="3510"/>
                      <a:pt x="1994" y="3603"/>
                    </a:cubicBezTo>
                    <a:cubicBezTo>
                      <a:pt x="2031" y="4151"/>
                      <a:pt x="2044" y="4693"/>
                      <a:pt x="2039" y="5242"/>
                    </a:cubicBezTo>
                    <a:cubicBezTo>
                      <a:pt x="1729" y="5068"/>
                      <a:pt x="1434" y="4893"/>
                      <a:pt x="1165" y="4660"/>
                    </a:cubicBezTo>
                    <a:cubicBezTo>
                      <a:pt x="1110" y="4332"/>
                      <a:pt x="1110" y="4332"/>
                      <a:pt x="1165" y="4077"/>
                    </a:cubicBezTo>
                    <a:cubicBezTo>
                      <a:pt x="973" y="4077"/>
                      <a:pt x="780" y="4077"/>
                      <a:pt x="582" y="4077"/>
                    </a:cubicBezTo>
                    <a:cubicBezTo>
                      <a:pt x="582" y="4269"/>
                      <a:pt x="582" y="4462"/>
                      <a:pt x="582" y="4660"/>
                    </a:cubicBezTo>
                    <a:cubicBezTo>
                      <a:pt x="390" y="4660"/>
                      <a:pt x="198" y="4660"/>
                      <a:pt x="0" y="4660"/>
                    </a:cubicBezTo>
                    <a:cubicBezTo>
                      <a:pt x="0" y="3122"/>
                      <a:pt x="0" y="158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90" name="ICON_AGENT_ROBOT_path_023"/>
              <p:cNvSpPr/>
              <p:nvPr/>
            </p:nvSpPr>
            <p:spPr>
              <a:xfrm>
                <a:off x="2045578" y="4420748"/>
                <a:ext cx="59177" cy="81368"/>
              </a:xfrm>
              <a:custGeom>
                <a:avLst/>
                <a:gdLst/>
                <a:ahLst/>
                <a:cxnLst/>
                <a:rect l="0" t="0" r="r" b="b"/>
                <a:pathLst>
                  <a:path w="4660" h="6407" fill="norm" stroke="0">
                    <a:moveTo>
                      <a:pt x="3495" y="0"/>
                    </a:moveTo>
                    <a:cubicBezTo>
                      <a:pt x="3687" y="0"/>
                      <a:pt x="3879" y="0"/>
                      <a:pt x="4077" y="0"/>
                    </a:cubicBezTo>
                    <a:cubicBezTo>
                      <a:pt x="4077" y="192"/>
                      <a:pt x="4077" y="384"/>
                      <a:pt x="4077" y="582"/>
                    </a:cubicBezTo>
                    <a:cubicBezTo>
                      <a:pt x="4269" y="582"/>
                      <a:pt x="4462" y="582"/>
                      <a:pt x="4660" y="582"/>
                    </a:cubicBezTo>
                    <a:cubicBezTo>
                      <a:pt x="4660" y="1159"/>
                      <a:pt x="4660" y="1736"/>
                      <a:pt x="4660" y="2330"/>
                    </a:cubicBezTo>
                    <a:cubicBezTo>
                      <a:pt x="4275" y="2330"/>
                      <a:pt x="3891" y="2330"/>
                      <a:pt x="3495" y="2330"/>
                    </a:cubicBezTo>
                    <a:cubicBezTo>
                      <a:pt x="3495" y="2714"/>
                      <a:pt x="3495" y="3099"/>
                      <a:pt x="3495" y="3495"/>
                    </a:cubicBezTo>
                    <a:cubicBezTo>
                      <a:pt x="3302" y="3495"/>
                      <a:pt x="3110" y="3495"/>
                      <a:pt x="2912" y="3495"/>
                    </a:cubicBezTo>
                    <a:cubicBezTo>
                      <a:pt x="2927" y="3583"/>
                      <a:pt x="2942" y="3671"/>
                      <a:pt x="2957" y="3762"/>
                    </a:cubicBezTo>
                    <a:cubicBezTo>
                      <a:pt x="2942" y="3866"/>
                      <a:pt x="2927" y="3970"/>
                      <a:pt x="2912" y="4077"/>
                    </a:cubicBezTo>
                    <a:cubicBezTo>
                      <a:pt x="2673" y="4229"/>
                      <a:pt x="2457" y="4343"/>
                      <a:pt x="2202" y="4459"/>
                    </a:cubicBezTo>
                    <a:cubicBezTo>
                      <a:pt x="1743" y="4695"/>
                      <a:pt x="1502" y="4843"/>
                      <a:pt x="1294" y="5331"/>
                    </a:cubicBezTo>
                    <a:cubicBezTo>
                      <a:pt x="1227" y="5692"/>
                      <a:pt x="1181" y="6040"/>
                      <a:pt x="1165" y="6407"/>
                    </a:cubicBezTo>
                    <a:cubicBezTo>
                      <a:pt x="780" y="6407"/>
                      <a:pt x="396" y="6407"/>
                      <a:pt x="0" y="6407"/>
                    </a:cubicBezTo>
                    <a:cubicBezTo>
                      <a:pt x="192" y="5830"/>
                      <a:pt x="384" y="5254"/>
                      <a:pt x="582" y="4660"/>
                    </a:cubicBezTo>
                    <a:cubicBezTo>
                      <a:pt x="775" y="4660"/>
                      <a:pt x="967" y="4660"/>
                      <a:pt x="1165" y="4660"/>
                    </a:cubicBezTo>
                    <a:cubicBezTo>
                      <a:pt x="1165" y="4467"/>
                      <a:pt x="1165" y="4275"/>
                      <a:pt x="1165" y="4077"/>
                    </a:cubicBezTo>
                    <a:cubicBezTo>
                      <a:pt x="1357" y="4077"/>
                      <a:pt x="1549" y="4077"/>
                      <a:pt x="1747" y="4077"/>
                    </a:cubicBezTo>
                    <a:cubicBezTo>
                      <a:pt x="1747" y="3693"/>
                      <a:pt x="1747" y="3308"/>
                      <a:pt x="1747" y="2912"/>
                    </a:cubicBezTo>
                    <a:cubicBezTo>
                      <a:pt x="1940" y="2912"/>
                      <a:pt x="2132" y="2912"/>
                      <a:pt x="2330" y="2912"/>
                    </a:cubicBezTo>
                    <a:cubicBezTo>
                      <a:pt x="2330" y="2528"/>
                      <a:pt x="2330" y="2143"/>
                      <a:pt x="2330" y="1747"/>
                    </a:cubicBezTo>
                    <a:cubicBezTo>
                      <a:pt x="2522" y="1747"/>
                      <a:pt x="2714" y="1747"/>
                      <a:pt x="2912" y="1747"/>
                    </a:cubicBezTo>
                    <a:cubicBezTo>
                      <a:pt x="2912" y="1555"/>
                      <a:pt x="2912" y="1363"/>
                      <a:pt x="2912" y="1165"/>
                    </a:cubicBezTo>
                    <a:cubicBezTo>
                      <a:pt x="3104" y="1165"/>
                      <a:pt x="3297" y="1165"/>
                      <a:pt x="3495" y="1165"/>
                    </a:cubicBezTo>
                    <a:cubicBezTo>
                      <a:pt x="3495" y="780"/>
                      <a:pt x="3495" y="396"/>
                      <a:pt x="349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91" name="ICON_AGENT_ROBOT_path_024"/>
              <p:cNvSpPr/>
              <p:nvPr/>
            </p:nvSpPr>
            <p:spPr>
              <a:xfrm>
                <a:off x="1054370" y="4428145"/>
                <a:ext cx="44382" cy="66574"/>
              </a:xfrm>
              <a:custGeom>
                <a:avLst/>
                <a:gdLst/>
                <a:ahLst/>
                <a:cxnLst/>
                <a:rect l="0" t="0" r="r" b="b"/>
                <a:pathLst>
                  <a:path w="3495" h="5242" fill="norm" stroke="0">
                    <a:moveTo>
                      <a:pt x="0" y="0"/>
                    </a:moveTo>
                    <a:cubicBezTo>
                      <a:pt x="535" y="143"/>
                      <a:pt x="772" y="208"/>
                      <a:pt x="1165" y="582"/>
                    </a:cubicBezTo>
                    <a:cubicBezTo>
                      <a:pt x="1486" y="1315"/>
                      <a:pt x="1613" y="2128"/>
                      <a:pt x="1747" y="2912"/>
                    </a:cubicBezTo>
                    <a:cubicBezTo>
                      <a:pt x="1940" y="2912"/>
                      <a:pt x="2132" y="2912"/>
                      <a:pt x="2330" y="2912"/>
                    </a:cubicBezTo>
                    <a:cubicBezTo>
                      <a:pt x="2330" y="3104"/>
                      <a:pt x="2330" y="3297"/>
                      <a:pt x="2330" y="3495"/>
                    </a:cubicBezTo>
                    <a:cubicBezTo>
                      <a:pt x="2522" y="3495"/>
                      <a:pt x="2714" y="3495"/>
                      <a:pt x="2912" y="3495"/>
                    </a:cubicBezTo>
                    <a:cubicBezTo>
                      <a:pt x="2912" y="3687"/>
                      <a:pt x="2912" y="3879"/>
                      <a:pt x="2912" y="4077"/>
                    </a:cubicBezTo>
                    <a:cubicBezTo>
                      <a:pt x="3104" y="4077"/>
                      <a:pt x="3297" y="4077"/>
                      <a:pt x="3495" y="4077"/>
                    </a:cubicBezTo>
                    <a:cubicBezTo>
                      <a:pt x="3495" y="4462"/>
                      <a:pt x="3495" y="4846"/>
                      <a:pt x="3495" y="5242"/>
                    </a:cubicBezTo>
                    <a:cubicBezTo>
                      <a:pt x="3302" y="5242"/>
                      <a:pt x="3110" y="5242"/>
                      <a:pt x="2912" y="5242"/>
                    </a:cubicBezTo>
                    <a:cubicBezTo>
                      <a:pt x="2912" y="5050"/>
                      <a:pt x="2912" y="4858"/>
                      <a:pt x="2912" y="4660"/>
                    </a:cubicBezTo>
                    <a:cubicBezTo>
                      <a:pt x="2143" y="4660"/>
                      <a:pt x="1375" y="4660"/>
                      <a:pt x="582" y="4660"/>
                    </a:cubicBezTo>
                    <a:cubicBezTo>
                      <a:pt x="582" y="4467"/>
                      <a:pt x="582" y="4275"/>
                      <a:pt x="582" y="4077"/>
                    </a:cubicBezTo>
                    <a:cubicBezTo>
                      <a:pt x="775" y="4077"/>
                      <a:pt x="967" y="4077"/>
                      <a:pt x="1165" y="4077"/>
                    </a:cubicBezTo>
                    <a:cubicBezTo>
                      <a:pt x="1165" y="3885"/>
                      <a:pt x="1165" y="3693"/>
                      <a:pt x="1165" y="3495"/>
                    </a:cubicBezTo>
                    <a:cubicBezTo>
                      <a:pt x="973" y="3495"/>
                      <a:pt x="780" y="3495"/>
                      <a:pt x="582" y="3495"/>
                    </a:cubicBezTo>
                    <a:cubicBezTo>
                      <a:pt x="582" y="2918"/>
                      <a:pt x="582" y="2341"/>
                      <a:pt x="582" y="1747"/>
                    </a:cubicBezTo>
                    <a:cubicBezTo>
                      <a:pt x="390" y="1747"/>
                      <a:pt x="198" y="1747"/>
                      <a:pt x="0" y="1747"/>
                    </a:cubicBezTo>
                    <a:cubicBezTo>
                      <a:pt x="0" y="1171"/>
                      <a:pt x="0" y="59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92" name="ICON_AGENT_ROBOT_path_025"/>
              <p:cNvSpPr/>
              <p:nvPr/>
            </p:nvSpPr>
            <p:spPr>
              <a:xfrm>
                <a:off x="891635" y="5034706"/>
                <a:ext cx="14794" cy="96162"/>
              </a:xfrm>
              <a:custGeom>
                <a:avLst/>
                <a:gdLst/>
                <a:ahLst/>
                <a:cxnLst/>
                <a:rect l="0" t="0" r="r" b="b"/>
                <a:pathLst>
                  <a:path w="1165" h="7572" fill="norm" stroke="0">
                    <a:moveTo>
                      <a:pt x="582" y="0"/>
                    </a:moveTo>
                    <a:cubicBezTo>
                      <a:pt x="775" y="0"/>
                      <a:pt x="967" y="0"/>
                      <a:pt x="1165" y="0"/>
                    </a:cubicBezTo>
                    <a:cubicBezTo>
                      <a:pt x="1165" y="2499"/>
                      <a:pt x="1165" y="4997"/>
                      <a:pt x="1165" y="7572"/>
                    </a:cubicBezTo>
                    <a:cubicBezTo>
                      <a:pt x="780" y="7572"/>
                      <a:pt x="396" y="7572"/>
                      <a:pt x="0" y="7572"/>
                    </a:cubicBezTo>
                    <a:cubicBezTo>
                      <a:pt x="0" y="6419"/>
                      <a:pt x="0" y="5265"/>
                      <a:pt x="0" y="4077"/>
                    </a:cubicBezTo>
                    <a:cubicBezTo>
                      <a:pt x="192" y="4077"/>
                      <a:pt x="384" y="4077"/>
                      <a:pt x="582" y="4077"/>
                    </a:cubicBezTo>
                    <a:cubicBezTo>
                      <a:pt x="582" y="2732"/>
                      <a:pt x="582" y="1386"/>
                      <a:pt x="58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93" name="ICON_AGENT_ROBOT_path_026"/>
              <p:cNvSpPr/>
              <p:nvPr/>
            </p:nvSpPr>
            <p:spPr>
              <a:xfrm>
                <a:off x="1180120" y="4642661"/>
                <a:ext cx="51780" cy="36985"/>
              </a:xfrm>
              <a:custGeom>
                <a:avLst/>
                <a:gdLst/>
                <a:ahLst/>
                <a:cxnLst/>
                <a:rect l="0" t="0" r="r" b="b"/>
                <a:pathLst>
                  <a:path w="4077" h="2912" fill="norm" stroke="0">
                    <a:moveTo>
                      <a:pt x="1747" y="0"/>
                    </a:moveTo>
                    <a:cubicBezTo>
                      <a:pt x="2132" y="0"/>
                      <a:pt x="2516" y="0"/>
                      <a:pt x="2912" y="0"/>
                    </a:cubicBezTo>
                    <a:cubicBezTo>
                      <a:pt x="2912" y="192"/>
                      <a:pt x="2912" y="384"/>
                      <a:pt x="2912" y="582"/>
                    </a:cubicBezTo>
                    <a:cubicBezTo>
                      <a:pt x="3297" y="582"/>
                      <a:pt x="3681" y="582"/>
                      <a:pt x="4077" y="582"/>
                    </a:cubicBezTo>
                    <a:cubicBezTo>
                      <a:pt x="4077" y="967"/>
                      <a:pt x="4077" y="1351"/>
                      <a:pt x="4077" y="1747"/>
                    </a:cubicBezTo>
                    <a:cubicBezTo>
                      <a:pt x="3885" y="1747"/>
                      <a:pt x="3693" y="1747"/>
                      <a:pt x="3495" y="1747"/>
                    </a:cubicBezTo>
                    <a:cubicBezTo>
                      <a:pt x="3495" y="1940"/>
                      <a:pt x="3495" y="2132"/>
                      <a:pt x="3495" y="2330"/>
                    </a:cubicBezTo>
                    <a:cubicBezTo>
                      <a:pt x="2726" y="2330"/>
                      <a:pt x="1957" y="2330"/>
                      <a:pt x="1165" y="2330"/>
                    </a:cubicBezTo>
                    <a:cubicBezTo>
                      <a:pt x="1165" y="2522"/>
                      <a:pt x="1165" y="2714"/>
                      <a:pt x="1165" y="2912"/>
                    </a:cubicBezTo>
                    <a:cubicBezTo>
                      <a:pt x="780" y="2912"/>
                      <a:pt x="396" y="2912"/>
                      <a:pt x="0" y="2912"/>
                    </a:cubicBezTo>
                    <a:cubicBezTo>
                      <a:pt x="0" y="2528"/>
                      <a:pt x="0" y="2143"/>
                      <a:pt x="0" y="1747"/>
                    </a:cubicBezTo>
                    <a:cubicBezTo>
                      <a:pt x="384" y="1747"/>
                      <a:pt x="769" y="1747"/>
                      <a:pt x="1165" y="1747"/>
                    </a:cubicBezTo>
                    <a:cubicBezTo>
                      <a:pt x="1165" y="1555"/>
                      <a:pt x="1165" y="1363"/>
                      <a:pt x="1165" y="1165"/>
                    </a:cubicBezTo>
                    <a:cubicBezTo>
                      <a:pt x="1357" y="1165"/>
                      <a:pt x="1549" y="1165"/>
                      <a:pt x="1747" y="1165"/>
                    </a:cubicBezTo>
                    <a:cubicBezTo>
                      <a:pt x="1747" y="780"/>
                      <a:pt x="1747" y="396"/>
                      <a:pt x="174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  <p:sp>
            <p:nvSpPr>
              <p:cNvPr id="894" name="ICON_AGENT_ROBOT_path_027"/>
              <p:cNvSpPr/>
              <p:nvPr/>
            </p:nvSpPr>
            <p:spPr>
              <a:xfrm>
                <a:off x="1660930" y="3518305"/>
                <a:ext cx="36985" cy="66574"/>
              </a:xfrm>
              <a:custGeom>
                <a:avLst/>
                <a:gdLst/>
                <a:ahLst/>
                <a:cxnLst/>
                <a:rect l="0" t="0" r="r" b="b"/>
                <a:pathLst>
                  <a:path w="2912" h="5242" fill="norm" stroke="0">
                    <a:moveTo>
                      <a:pt x="0" y="0"/>
                    </a:moveTo>
                    <a:cubicBezTo>
                      <a:pt x="577" y="0"/>
                      <a:pt x="1153" y="0"/>
                      <a:pt x="1747" y="0"/>
                    </a:cubicBezTo>
                    <a:cubicBezTo>
                      <a:pt x="1747" y="1345"/>
                      <a:pt x="1747" y="2691"/>
                      <a:pt x="1747" y="4077"/>
                    </a:cubicBezTo>
                    <a:cubicBezTo>
                      <a:pt x="1940" y="4077"/>
                      <a:pt x="2132" y="4077"/>
                      <a:pt x="2330" y="4077"/>
                    </a:cubicBezTo>
                    <a:cubicBezTo>
                      <a:pt x="2330" y="4269"/>
                      <a:pt x="2330" y="4462"/>
                      <a:pt x="2330" y="4660"/>
                    </a:cubicBezTo>
                    <a:cubicBezTo>
                      <a:pt x="2522" y="4660"/>
                      <a:pt x="2714" y="4660"/>
                      <a:pt x="2912" y="4660"/>
                    </a:cubicBezTo>
                    <a:cubicBezTo>
                      <a:pt x="2912" y="4852"/>
                      <a:pt x="2912" y="5044"/>
                      <a:pt x="2912" y="5242"/>
                    </a:cubicBezTo>
                    <a:cubicBezTo>
                      <a:pt x="2528" y="5242"/>
                      <a:pt x="2143" y="5242"/>
                      <a:pt x="1747" y="5242"/>
                    </a:cubicBezTo>
                    <a:cubicBezTo>
                      <a:pt x="1747" y="5050"/>
                      <a:pt x="1747" y="4858"/>
                      <a:pt x="1747" y="4660"/>
                    </a:cubicBezTo>
                    <a:cubicBezTo>
                      <a:pt x="1555" y="4660"/>
                      <a:pt x="1363" y="4660"/>
                      <a:pt x="1165" y="4660"/>
                    </a:cubicBezTo>
                    <a:cubicBezTo>
                      <a:pt x="1165" y="3891"/>
                      <a:pt x="1165" y="3122"/>
                      <a:pt x="1165" y="2330"/>
                    </a:cubicBezTo>
                    <a:cubicBezTo>
                      <a:pt x="973" y="2330"/>
                      <a:pt x="780" y="2330"/>
                      <a:pt x="582" y="2330"/>
                    </a:cubicBezTo>
                    <a:cubicBezTo>
                      <a:pt x="582" y="1945"/>
                      <a:pt x="582" y="1561"/>
                      <a:pt x="582" y="1165"/>
                    </a:cubicBezTo>
                    <a:cubicBezTo>
                      <a:pt x="390" y="1165"/>
                      <a:pt x="198" y="1165"/>
                      <a:pt x="0" y="1165"/>
                    </a:cubicBezTo>
                    <a:cubicBezTo>
                      <a:pt x="0" y="780"/>
                      <a:pt x="0" y="39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699" cap="flat">
                <a:noFill/>
              </a:ln>
            </p:spPr>
          </p:sp>
        </p:grpSp>
        <p:sp>
          <p:nvSpPr>
            <p:cNvPr id="305" name="TXT_040"/>
            <p:cNvSpPr txBox="1"/>
            <p:nvPr/>
          </p:nvSpPr>
          <p:spPr>
            <a:xfrm>
              <a:off x="1381125" y="3079750"/>
              <a:ext cx="1452562" cy="23018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375" b="1" i="0" spc="0" lang="en-US">
                  <a:solidFill>
                    <a:srgbClr val="CF0077"/>
                  </a:solidFill>
                  <a:latin typeface="Source Sans Pro"/>
                  <a:ea typeface="微软雅黑"/>
                </a:defRPr>
              </a:pPr>
              <a:r>
                <a:rPr sz="1375" b="1" i="0" spc="0" lang="en-US">
                  <a:solidFill>
                    <a:srgbClr val="CF0077"/>
                  </a:solidFill>
                  <a:latin typeface="Source Sans Pro"/>
                  <a:ea typeface="微软雅黑"/>
                </a:rPr>
                <a:t>Single LLM agent</a:t>
              </a:r>
              <a:endParaRPr sz="1375" b="1" i="0" spc="0" lang="en-US">
                <a:solidFill>
                  <a:srgbClr val="CF0077"/>
                </a:solidFill>
                <a:latin typeface="Source Sans Pro"/>
                <a:ea typeface="微软雅黑"/>
              </a:endParaRPr>
            </a:p>
          </p:txBody>
        </p:sp>
        <p:sp>
          <p:nvSpPr>
            <p:cNvPr id="315" name="TXT_050"/>
            <p:cNvSpPr txBox="1"/>
            <p:nvPr/>
          </p:nvSpPr>
          <p:spPr>
            <a:xfrm>
              <a:off x="2532062" y="3635375"/>
              <a:ext cx="1063625" cy="1587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125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1125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Choose methods</a:t>
              </a:r>
              <a:endParaRPr sz="1125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19" name="TXT_054"/>
            <p:cNvSpPr txBox="1"/>
            <p:nvPr/>
          </p:nvSpPr>
          <p:spPr>
            <a:xfrm>
              <a:off x="2524125" y="3794125"/>
              <a:ext cx="1174750" cy="182562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125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1125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based on the task</a:t>
              </a:r>
              <a:endParaRPr sz="1125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20" name="TXT_055"/>
            <p:cNvSpPr txBox="1"/>
            <p:nvPr/>
          </p:nvSpPr>
          <p:spPr>
            <a:xfrm>
              <a:off x="2516188" y="3960812"/>
              <a:ext cx="920750" cy="182562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125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1125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and interpret</a:t>
              </a:r>
              <a:endParaRPr sz="1125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28" name="TXT_063"/>
            <p:cNvSpPr txBox="1"/>
            <p:nvPr/>
          </p:nvSpPr>
          <p:spPr>
            <a:xfrm>
              <a:off x="2524125" y="4135438"/>
              <a:ext cx="555625" cy="16668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125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1125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results.</a:t>
              </a:r>
              <a:endParaRPr sz="1125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49" name="TXT_084"/>
            <p:cNvSpPr txBox="1"/>
            <p:nvPr/>
          </p:nvSpPr>
          <p:spPr>
            <a:xfrm>
              <a:off x="912812" y="5222875"/>
              <a:ext cx="2182812" cy="16668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125" b="0" i="0" spc="0" lang="en-US">
                  <a:solidFill>
                    <a:srgbClr val="562095"/>
                  </a:solidFill>
                  <a:latin typeface="Roboto Condensed"/>
                  <a:ea typeface="微软雅黑"/>
                </a:defRPr>
              </a:pPr>
              <a:r>
                <a:rPr sz="1125" b="0" i="0" spc="0" lang="en-US">
                  <a:solidFill>
                    <a:srgbClr val="562095"/>
                  </a:solidFill>
                  <a:latin typeface="Roboto Condensed"/>
                  <a:ea typeface="微软雅黑"/>
                </a:rPr>
                <a:t>Choose methods · interpret results</a:t>
              </a:r>
              <a:endParaRPr sz="1125" b="0" i="0" spc="0" lang="en-US">
                <a:solidFill>
                  <a:srgbClr val="562095"/>
                </a:solidFill>
                <a:latin typeface="Roboto Condensed"/>
                <a:ea typeface="微软雅黑"/>
              </a:endParaRPr>
            </a:p>
          </p:txBody>
        </p:sp>
      </p:grpSp>
      <p:grpSp>
        <p:nvGrpSpPr>
          <p:cNvPr id="4043" name="MODULE_B_ENV"/>
          <p:cNvGrpSpPr/>
          <p:nvPr/>
        </p:nvGrpSpPr>
        <p:grpSpPr>
          <a:xfrm>
            <a:off x="4746625" y="2865438"/>
            <a:ext cx="3270250" cy="3206750"/>
            <a:chOff x="4746625" y="2865438"/>
            <a:chExt cx="3270250" cy="3206750"/>
          </a:xfrm>
        </p:grpSpPr>
        <p:sp>
          <p:nvSpPr>
            <p:cNvPr id="45" name="B_ENV"/>
            <p:cNvSpPr/>
            <p:nvPr/>
          </p:nvSpPr>
          <p:spPr>
            <a:xfrm>
              <a:off x="4746625" y="2865438"/>
              <a:ext cx="3270250" cy="3206750"/>
            </a:xfrm>
            <a:prstGeom prst="roundRect">
              <a:avLst>
                <a:gd name="adj" fmla="val 3960"/>
              </a:avLst>
            </a:prstGeom>
            <a:solidFill>
              <a:srgbClr val="FFFFFF"/>
            </a:solidFill>
            <a:ln w="21431" cap="rnd">
              <a:solidFill>
                <a:srgbClr val="765493"/>
              </a:solidFill>
              <a:round/>
            </a:ln>
          </p:spPr>
        </p:sp>
        <p:sp>
          <p:nvSpPr>
            <p:cNvPr id="46" name="B_ENV_HEADER"/>
            <p:cNvSpPr/>
            <p:nvPr/>
          </p:nvSpPr>
          <p:spPr>
            <a:xfrm>
              <a:off x="4762500" y="2881312"/>
              <a:ext cx="3238500" cy="254000"/>
            </a:xfrm>
            <a:custGeom>
              <a:avLst/>
              <a:gdLst/>
              <a:ahLst/>
              <a:cxnLst/>
              <a:rect l="0" t="0" r="r" b="b"/>
              <a:pathLst>
                <a:path w="408000" h="32000" fill="norm" stroke="0">
                  <a:moveTo>
                    <a:pt x="15000" y="0"/>
                  </a:moveTo>
                  <a:lnTo>
                    <a:pt x="393000" y="0"/>
                  </a:lnTo>
                  <a:cubicBezTo>
                    <a:pt x="401284" y="0"/>
                    <a:pt x="408000" y="6716"/>
                    <a:pt x="408000" y="15000"/>
                  </a:cubicBezTo>
                  <a:lnTo>
                    <a:pt x="408000" y="32000"/>
                  </a:lnTo>
                  <a:lnTo>
                    <a:pt x="0" y="32000"/>
                  </a:lnTo>
                  <a:lnTo>
                    <a:pt x="0" y="15000"/>
                  </a:lnTo>
                  <a:cubicBezTo>
                    <a:pt x="0" y="6716"/>
                    <a:pt x="6716" y="0"/>
                    <a:pt x="1500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795A9B"/>
                </a:gs>
                <a:gs pos="100000">
                  <a:srgbClr val="9877B0"/>
                </a:gs>
              </a:gsLst>
              <a:lin ang="5400000" scaled="1"/>
            </a:gradFill>
            <a:ln w="11906" cap="rnd">
              <a:noFill/>
            </a:ln>
          </p:spPr>
        </p:sp>
        <p:sp>
          <p:nvSpPr>
            <p:cNvPr id="47" name="B_PYTHON_BAND"/>
            <p:cNvSpPr/>
            <p:nvPr/>
          </p:nvSpPr>
          <p:spPr>
            <a:xfrm>
              <a:off x="4762500" y="3135312"/>
              <a:ext cx="3238500" cy="230188"/>
            </a:xfrm>
            <a:prstGeom prst="rect">
              <a:avLst/>
            </a:prstGeom>
            <a:gradFill rotWithShape="1">
              <a:gsLst>
                <a:gs pos="0">
                  <a:srgbClr val="E1EDFF"/>
                </a:gs>
                <a:gs pos="100000">
                  <a:srgbClr val="EFF4FD"/>
                </a:gs>
              </a:gsLst>
              <a:lin ang="5400000" scaled="1"/>
            </a:gradFill>
            <a:ln w="7938" cap="rnd">
              <a:noFill/>
            </a:ln>
          </p:spPr>
        </p:sp>
        <p:sp>
          <p:nvSpPr>
            <p:cNvPr id="48" name="B_ENV_FOOTER"/>
            <p:cNvSpPr/>
            <p:nvPr/>
          </p:nvSpPr>
          <p:spPr>
            <a:xfrm>
              <a:off x="4849812" y="5770562"/>
              <a:ext cx="3063875" cy="222250"/>
            </a:xfrm>
            <a:prstGeom prst="roundRect">
              <a:avLst>
                <a:gd name="adj" fmla="val 25000"/>
              </a:avLst>
            </a:prstGeom>
            <a:solidFill>
              <a:srgbClr val="E7E2F1"/>
            </a:solidFill>
            <a:ln w="7938" cap="rnd">
              <a:noFill/>
            </a:ln>
          </p:spPr>
        </p:sp>
        <p:sp>
          <p:nvSpPr>
            <p:cNvPr id="49" name="B_TOOL_DIVIDER_0"/>
            <p:cNvSpPr/>
            <p:nvPr/>
          </p:nvSpPr>
          <p:spPr>
            <a:xfrm>
              <a:off x="4905375" y="3698875"/>
              <a:ext cx="2952750" cy="8"/>
            </a:xfrm>
            <a:custGeom>
              <a:avLst/>
              <a:gdLst/>
              <a:ahLst/>
              <a:cxnLst/>
              <a:rect l="0" t="0" r="r" b="b"/>
              <a:pathLst>
                <a:path w="372000" h="1" fill="none" stroke="1">
                  <a:moveTo>
                    <a:pt x="0" y="0"/>
                  </a:moveTo>
                  <a:lnTo>
                    <a:pt x="372000" y="0"/>
                  </a:lnTo>
                </a:path>
              </a:pathLst>
            </a:custGeom>
            <a:noFill/>
            <a:ln w="12700" cap="rnd">
              <a:solidFill>
                <a:srgbClr val="F3C6CF"/>
              </a:solidFill>
              <a:round/>
            </a:ln>
          </p:spPr>
        </p:sp>
        <p:sp>
          <p:nvSpPr>
            <p:cNvPr id="50" name="B_TOOL_DIVIDER_1"/>
            <p:cNvSpPr/>
            <p:nvPr/>
          </p:nvSpPr>
          <p:spPr>
            <a:xfrm>
              <a:off x="4905375" y="4032250"/>
              <a:ext cx="2952750" cy="8"/>
            </a:xfrm>
            <a:custGeom>
              <a:avLst/>
              <a:gdLst/>
              <a:ahLst/>
              <a:cxnLst/>
              <a:rect l="0" t="0" r="r" b="b"/>
              <a:pathLst>
                <a:path w="372000" h="1" fill="none" stroke="1">
                  <a:moveTo>
                    <a:pt x="0" y="0"/>
                  </a:moveTo>
                  <a:lnTo>
                    <a:pt x="372000" y="0"/>
                  </a:lnTo>
                </a:path>
              </a:pathLst>
            </a:custGeom>
            <a:noFill/>
            <a:ln w="12700" cap="rnd">
              <a:solidFill>
                <a:srgbClr val="F3C6CF"/>
              </a:solidFill>
              <a:round/>
            </a:ln>
          </p:spPr>
        </p:sp>
        <p:sp>
          <p:nvSpPr>
            <p:cNvPr id="51" name="B_TOOL_DIVIDER_2"/>
            <p:cNvSpPr/>
            <p:nvPr/>
          </p:nvSpPr>
          <p:spPr>
            <a:xfrm>
              <a:off x="4905375" y="4349750"/>
              <a:ext cx="2952750" cy="8"/>
            </a:xfrm>
            <a:custGeom>
              <a:avLst/>
              <a:gdLst/>
              <a:ahLst/>
              <a:cxnLst/>
              <a:rect l="0" t="0" r="r" b="b"/>
              <a:pathLst>
                <a:path w="372000" h="1" fill="none" stroke="1">
                  <a:moveTo>
                    <a:pt x="0" y="0"/>
                  </a:moveTo>
                  <a:lnTo>
                    <a:pt x="372000" y="0"/>
                  </a:lnTo>
                </a:path>
              </a:pathLst>
            </a:custGeom>
            <a:noFill/>
            <a:ln w="12700" cap="rnd">
              <a:solidFill>
                <a:srgbClr val="F3C6CF"/>
              </a:solidFill>
              <a:round/>
            </a:ln>
          </p:spPr>
        </p:sp>
        <p:sp>
          <p:nvSpPr>
            <p:cNvPr id="52" name="B_TOOL_DIVIDER_3"/>
            <p:cNvSpPr/>
            <p:nvPr/>
          </p:nvSpPr>
          <p:spPr>
            <a:xfrm>
              <a:off x="4905375" y="4683125"/>
              <a:ext cx="2952750" cy="8"/>
            </a:xfrm>
            <a:custGeom>
              <a:avLst/>
              <a:gdLst/>
              <a:ahLst/>
              <a:cxnLst/>
              <a:rect l="0" t="0" r="r" b="b"/>
              <a:pathLst>
                <a:path w="372000" h="1" fill="none" stroke="1">
                  <a:moveTo>
                    <a:pt x="0" y="0"/>
                  </a:moveTo>
                  <a:lnTo>
                    <a:pt x="372000" y="0"/>
                  </a:lnTo>
                </a:path>
              </a:pathLst>
            </a:custGeom>
            <a:noFill/>
            <a:ln w="12700" cap="rnd">
              <a:solidFill>
                <a:srgbClr val="F3C6CF"/>
              </a:solidFill>
              <a:round/>
            </a:ln>
          </p:spPr>
        </p:sp>
        <p:sp>
          <p:nvSpPr>
            <p:cNvPr id="53" name="B_TOOL_DIVIDER_4"/>
            <p:cNvSpPr/>
            <p:nvPr/>
          </p:nvSpPr>
          <p:spPr>
            <a:xfrm>
              <a:off x="4905375" y="5024438"/>
              <a:ext cx="2952750" cy="8"/>
            </a:xfrm>
            <a:custGeom>
              <a:avLst/>
              <a:gdLst/>
              <a:ahLst/>
              <a:cxnLst/>
              <a:rect l="0" t="0" r="r" b="b"/>
              <a:pathLst>
                <a:path w="372000" h="1" fill="none" stroke="1">
                  <a:moveTo>
                    <a:pt x="0" y="0"/>
                  </a:moveTo>
                  <a:lnTo>
                    <a:pt x="372000" y="0"/>
                  </a:lnTo>
                </a:path>
              </a:pathLst>
            </a:custGeom>
            <a:noFill/>
            <a:ln w="12700" cap="rnd">
              <a:solidFill>
                <a:srgbClr val="F3C6CF"/>
              </a:solidFill>
              <a:round/>
            </a:ln>
          </p:spPr>
        </p:sp>
        <p:sp>
          <p:nvSpPr>
            <p:cNvPr id="54" name="B_TOOL_DIVIDER_5"/>
            <p:cNvSpPr/>
            <p:nvPr/>
          </p:nvSpPr>
          <p:spPr>
            <a:xfrm>
              <a:off x="4905375" y="5381625"/>
              <a:ext cx="2952750" cy="8"/>
            </a:xfrm>
            <a:custGeom>
              <a:avLst/>
              <a:gdLst/>
              <a:ahLst/>
              <a:cxnLst/>
              <a:rect l="0" t="0" r="r" b="b"/>
              <a:pathLst>
                <a:path w="372000" h="1" fill="none" stroke="1">
                  <a:moveTo>
                    <a:pt x="0" y="0"/>
                  </a:moveTo>
                  <a:lnTo>
                    <a:pt x="372000" y="0"/>
                  </a:lnTo>
                </a:path>
              </a:pathLst>
            </a:custGeom>
            <a:noFill/>
            <a:ln w="12700" cap="rnd">
              <a:solidFill>
                <a:srgbClr val="F3C6CF"/>
              </a:solidFill>
              <a:round/>
            </a:ln>
          </p:spPr>
        </p:sp>
        <p:grpSp>
          <p:nvGrpSpPr>
            <p:cNvPr id="1059" name="ICON_TOOL_FOLDER"/>
            <p:cNvGrpSpPr/>
            <p:nvPr/>
          </p:nvGrpSpPr>
          <p:grpSpPr>
            <a:xfrm>
              <a:off x="5095875" y="3405188"/>
              <a:ext cx="333375" cy="269875"/>
              <a:chOff x="5095875" y="3405188"/>
              <a:chExt cx="333375" cy="269875"/>
            </a:xfrm>
          </p:grpSpPr>
          <p:sp>
            <p:nvSpPr>
              <p:cNvPr id="1060" name="ICON_TOOL_FOLDER_path_001"/>
              <p:cNvSpPr/>
              <p:nvPr/>
            </p:nvSpPr>
            <p:spPr>
              <a:xfrm>
                <a:off x="5123201" y="3489572"/>
                <a:ext cx="286921" cy="162589"/>
              </a:xfrm>
              <a:custGeom>
                <a:avLst/>
                <a:gdLst/>
                <a:ahLst/>
                <a:cxnLst/>
                <a:rect l="0" t="0" r="r" b="b"/>
                <a:pathLst>
                  <a:path w="22592" h="12802" fill="norm" stroke="0">
                    <a:moveTo>
                      <a:pt x="4303" y="0"/>
                    </a:moveTo>
                    <a:cubicBezTo>
                      <a:pt x="4516" y="0"/>
                      <a:pt x="4729" y="0"/>
                      <a:pt x="4949" y="0"/>
                    </a:cubicBezTo>
                    <a:cubicBezTo>
                      <a:pt x="4949" y="36"/>
                      <a:pt x="4949" y="71"/>
                      <a:pt x="4949" y="108"/>
                    </a:cubicBezTo>
                    <a:cubicBezTo>
                      <a:pt x="5020" y="108"/>
                      <a:pt x="5091" y="108"/>
                      <a:pt x="5164" y="108"/>
                    </a:cubicBezTo>
                    <a:cubicBezTo>
                      <a:pt x="5164" y="72"/>
                      <a:pt x="5164" y="37"/>
                      <a:pt x="5164" y="0"/>
                    </a:cubicBezTo>
                    <a:cubicBezTo>
                      <a:pt x="10702" y="0"/>
                      <a:pt x="16241" y="0"/>
                      <a:pt x="21947" y="0"/>
                    </a:cubicBezTo>
                    <a:cubicBezTo>
                      <a:pt x="21947" y="36"/>
                      <a:pt x="21947" y="71"/>
                      <a:pt x="21947" y="108"/>
                    </a:cubicBezTo>
                    <a:cubicBezTo>
                      <a:pt x="22053" y="108"/>
                      <a:pt x="22160" y="108"/>
                      <a:pt x="22269" y="108"/>
                    </a:cubicBezTo>
                    <a:cubicBezTo>
                      <a:pt x="22269" y="143"/>
                      <a:pt x="22269" y="179"/>
                      <a:pt x="22269" y="215"/>
                    </a:cubicBezTo>
                    <a:cubicBezTo>
                      <a:pt x="22305" y="215"/>
                      <a:pt x="22340" y="215"/>
                      <a:pt x="22377" y="215"/>
                    </a:cubicBezTo>
                    <a:cubicBezTo>
                      <a:pt x="22377" y="251"/>
                      <a:pt x="22377" y="286"/>
                      <a:pt x="22377" y="323"/>
                    </a:cubicBezTo>
                    <a:cubicBezTo>
                      <a:pt x="22413" y="323"/>
                      <a:pt x="22448" y="323"/>
                      <a:pt x="22485" y="323"/>
                    </a:cubicBezTo>
                    <a:cubicBezTo>
                      <a:pt x="22485" y="358"/>
                      <a:pt x="22485" y="394"/>
                      <a:pt x="22485" y="430"/>
                    </a:cubicBezTo>
                    <a:cubicBezTo>
                      <a:pt x="22520" y="430"/>
                      <a:pt x="22556" y="430"/>
                      <a:pt x="22592" y="430"/>
                    </a:cubicBezTo>
                    <a:cubicBezTo>
                      <a:pt x="22592" y="714"/>
                      <a:pt x="22592" y="998"/>
                      <a:pt x="22592" y="1291"/>
                    </a:cubicBezTo>
                    <a:cubicBezTo>
                      <a:pt x="22557" y="1291"/>
                      <a:pt x="22521" y="1291"/>
                      <a:pt x="22485" y="1291"/>
                    </a:cubicBezTo>
                    <a:cubicBezTo>
                      <a:pt x="22485" y="1433"/>
                      <a:pt x="22485" y="1575"/>
                      <a:pt x="22485" y="1721"/>
                    </a:cubicBezTo>
                    <a:cubicBezTo>
                      <a:pt x="22449" y="1721"/>
                      <a:pt x="22414" y="1721"/>
                      <a:pt x="22377" y="1721"/>
                    </a:cubicBezTo>
                    <a:cubicBezTo>
                      <a:pt x="22377" y="1828"/>
                      <a:pt x="22377" y="1934"/>
                      <a:pt x="22377" y="2044"/>
                    </a:cubicBezTo>
                    <a:cubicBezTo>
                      <a:pt x="22342" y="2044"/>
                      <a:pt x="22306" y="2044"/>
                      <a:pt x="22269" y="2044"/>
                    </a:cubicBezTo>
                    <a:cubicBezTo>
                      <a:pt x="22269" y="2186"/>
                      <a:pt x="22269" y="2328"/>
                      <a:pt x="22269" y="2474"/>
                    </a:cubicBezTo>
                    <a:cubicBezTo>
                      <a:pt x="22234" y="2474"/>
                      <a:pt x="22198" y="2474"/>
                      <a:pt x="22162" y="2474"/>
                    </a:cubicBezTo>
                    <a:cubicBezTo>
                      <a:pt x="22162" y="2616"/>
                      <a:pt x="22162" y="2758"/>
                      <a:pt x="22162" y="2905"/>
                    </a:cubicBezTo>
                    <a:cubicBezTo>
                      <a:pt x="22126" y="2905"/>
                      <a:pt x="22091" y="2905"/>
                      <a:pt x="22054" y="2905"/>
                    </a:cubicBezTo>
                    <a:cubicBezTo>
                      <a:pt x="22054" y="3047"/>
                      <a:pt x="22054" y="3189"/>
                      <a:pt x="22054" y="3335"/>
                    </a:cubicBezTo>
                    <a:cubicBezTo>
                      <a:pt x="22019" y="3335"/>
                      <a:pt x="21983" y="3335"/>
                      <a:pt x="21947" y="3335"/>
                    </a:cubicBezTo>
                    <a:cubicBezTo>
                      <a:pt x="21947" y="3442"/>
                      <a:pt x="21947" y="3548"/>
                      <a:pt x="21947" y="3658"/>
                    </a:cubicBezTo>
                    <a:cubicBezTo>
                      <a:pt x="21911" y="3658"/>
                      <a:pt x="21876" y="3658"/>
                      <a:pt x="21839" y="3658"/>
                    </a:cubicBezTo>
                    <a:cubicBezTo>
                      <a:pt x="21839" y="3800"/>
                      <a:pt x="21839" y="3942"/>
                      <a:pt x="21839" y="4088"/>
                    </a:cubicBezTo>
                    <a:cubicBezTo>
                      <a:pt x="21804" y="4088"/>
                      <a:pt x="21768" y="4088"/>
                      <a:pt x="21732" y="4088"/>
                    </a:cubicBezTo>
                    <a:cubicBezTo>
                      <a:pt x="21732" y="4195"/>
                      <a:pt x="21732" y="4301"/>
                      <a:pt x="21732" y="4411"/>
                    </a:cubicBezTo>
                    <a:cubicBezTo>
                      <a:pt x="21696" y="4411"/>
                      <a:pt x="21661" y="4411"/>
                      <a:pt x="21624" y="4411"/>
                    </a:cubicBezTo>
                    <a:cubicBezTo>
                      <a:pt x="21624" y="4553"/>
                      <a:pt x="21624" y="4695"/>
                      <a:pt x="21624" y="4841"/>
                    </a:cubicBezTo>
                    <a:cubicBezTo>
                      <a:pt x="21588" y="4841"/>
                      <a:pt x="21553" y="4841"/>
                      <a:pt x="21516" y="4841"/>
                    </a:cubicBezTo>
                    <a:cubicBezTo>
                      <a:pt x="21516" y="4983"/>
                      <a:pt x="21516" y="5125"/>
                      <a:pt x="21516" y="5272"/>
                    </a:cubicBezTo>
                    <a:cubicBezTo>
                      <a:pt x="21481" y="5272"/>
                      <a:pt x="21445" y="5272"/>
                      <a:pt x="21409" y="5272"/>
                    </a:cubicBezTo>
                    <a:cubicBezTo>
                      <a:pt x="21409" y="5378"/>
                      <a:pt x="21409" y="5485"/>
                      <a:pt x="21409" y="5594"/>
                    </a:cubicBezTo>
                    <a:cubicBezTo>
                      <a:pt x="21373" y="5594"/>
                      <a:pt x="21338" y="5594"/>
                      <a:pt x="21301" y="5594"/>
                    </a:cubicBezTo>
                    <a:cubicBezTo>
                      <a:pt x="21301" y="5736"/>
                      <a:pt x="21301" y="5878"/>
                      <a:pt x="21301" y="6025"/>
                    </a:cubicBezTo>
                    <a:cubicBezTo>
                      <a:pt x="21266" y="6025"/>
                      <a:pt x="21230" y="6025"/>
                      <a:pt x="21194" y="6025"/>
                    </a:cubicBezTo>
                    <a:cubicBezTo>
                      <a:pt x="21194" y="6131"/>
                      <a:pt x="21194" y="6238"/>
                      <a:pt x="21194" y="6347"/>
                    </a:cubicBezTo>
                    <a:cubicBezTo>
                      <a:pt x="21158" y="6347"/>
                      <a:pt x="21123" y="6347"/>
                      <a:pt x="21086" y="6347"/>
                    </a:cubicBezTo>
                    <a:cubicBezTo>
                      <a:pt x="21086" y="6489"/>
                      <a:pt x="21086" y="6631"/>
                      <a:pt x="21086" y="6778"/>
                    </a:cubicBezTo>
                    <a:cubicBezTo>
                      <a:pt x="21051" y="6778"/>
                      <a:pt x="21015" y="6778"/>
                      <a:pt x="20978" y="6778"/>
                    </a:cubicBezTo>
                    <a:cubicBezTo>
                      <a:pt x="20978" y="6920"/>
                      <a:pt x="20978" y="7062"/>
                      <a:pt x="20978" y="7208"/>
                    </a:cubicBezTo>
                    <a:cubicBezTo>
                      <a:pt x="20943" y="7208"/>
                      <a:pt x="20907" y="7208"/>
                      <a:pt x="20871" y="7208"/>
                    </a:cubicBezTo>
                    <a:cubicBezTo>
                      <a:pt x="20871" y="7314"/>
                      <a:pt x="20871" y="7421"/>
                      <a:pt x="20871" y="7531"/>
                    </a:cubicBezTo>
                    <a:cubicBezTo>
                      <a:pt x="20835" y="7531"/>
                      <a:pt x="20800" y="7531"/>
                      <a:pt x="20763" y="7531"/>
                    </a:cubicBezTo>
                    <a:cubicBezTo>
                      <a:pt x="20763" y="7673"/>
                      <a:pt x="20763" y="7815"/>
                      <a:pt x="20763" y="7961"/>
                    </a:cubicBezTo>
                    <a:cubicBezTo>
                      <a:pt x="20728" y="7961"/>
                      <a:pt x="20692" y="7961"/>
                      <a:pt x="20656" y="7961"/>
                    </a:cubicBezTo>
                    <a:cubicBezTo>
                      <a:pt x="20656" y="8103"/>
                      <a:pt x="20656" y="8245"/>
                      <a:pt x="20656" y="8391"/>
                    </a:cubicBezTo>
                    <a:cubicBezTo>
                      <a:pt x="20620" y="8391"/>
                      <a:pt x="20585" y="8391"/>
                      <a:pt x="20548" y="8391"/>
                    </a:cubicBezTo>
                    <a:cubicBezTo>
                      <a:pt x="20548" y="8498"/>
                      <a:pt x="20548" y="8604"/>
                      <a:pt x="20548" y="8714"/>
                    </a:cubicBezTo>
                    <a:cubicBezTo>
                      <a:pt x="20513" y="8714"/>
                      <a:pt x="20477" y="8714"/>
                      <a:pt x="20441" y="8714"/>
                    </a:cubicBezTo>
                    <a:cubicBezTo>
                      <a:pt x="20441" y="8856"/>
                      <a:pt x="20441" y="8998"/>
                      <a:pt x="20441" y="9144"/>
                    </a:cubicBezTo>
                    <a:cubicBezTo>
                      <a:pt x="20405" y="9144"/>
                      <a:pt x="20370" y="9144"/>
                      <a:pt x="20333" y="9144"/>
                    </a:cubicBezTo>
                    <a:cubicBezTo>
                      <a:pt x="20333" y="9286"/>
                      <a:pt x="20333" y="9428"/>
                      <a:pt x="20333" y="9575"/>
                    </a:cubicBezTo>
                    <a:cubicBezTo>
                      <a:pt x="20297" y="9575"/>
                      <a:pt x="20262" y="9575"/>
                      <a:pt x="20225" y="9575"/>
                    </a:cubicBezTo>
                    <a:cubicBezTo>
                      <a:pt x="20225" y="9681"/>
                      <a:pt x="20225" y="9788"/>
                      <a:pt x="20225" y="9898"/>
                    </a:cubicBezTo>
                    <a:cubicBezTo>
                      <a:pt x="20190" y="9898"/>
                      <a:pt x="20154" y="9898"/>
                      <a:pt x="20118" y="9898"/>
                    </a:cubicBezTo>
                    <a:cubicBezTo>
                      <a:pt x="20118" y="10040"/>
                      <a:pt x="20118" y="10182"/>
                      <a:pt x="20118" y="10328"/>
                    </a:cubicBezTo>
                    <a:cubicBezTo>
                      <a:pt x="20082" y="10328"/>
                      <a:pt x="20047" y="10328"/>
                      <a:pt x="20010" y="10328"/>
                    </a:cubicBezTo>
                    <a:cubicBezTo>
                      <a:pt x="20010" y="10434"/>
                      <a:pt x="20010" y="10541"/>
                      <a:pt x="20010" y="10651"/>
                    </a:cubicBezTo>
                    <a:cubicBezTo>
                      <a:pt x="19975" y="10651"/>
                      <a:pt x="19939" y="10651"/>
                      <a:pt x="19903" y="10651"/>
                    </a:cubicBezTo>
                    <a:cubicBezTo>
                      <a:pt x="19903" y="10793"/>
                      <a:pt x="19903" y="10935"/>
                      <a:pt x="19903" y="11081"/>
                    </a:cubicBezTo>
                    <a:cubicBezTo>
                      <a:pt x="19867" y="11081"/>
                      <a:pt x="19832" y="11081"/>
                      <a:pt x="19795" y="11081"/>
                    </a:cubicBezTo>
                    <a:cubicBezTo>
                      <a:pt x="19795" y="11223"/>
                      <a:pt x="19795" y="11365"/>
                      <a:pt x="19795" y="11511"/>
                    </a:cubicBezTo>
                    <a:cubicBezTo>
                      <a:pt x="19760" y="11511"/>
                      <a:pt x="19724" y="11511"/>
                      <a:pt x="19688" y="11511"/>
                    </a:cubicBezTo>
                    <a:cubicBezTo>
                      <a:pt x="19688" y="11653"/>
                      <a:pt x="19688" y="11795"/>
                      <a:pt x="19688" y="11942"/>
                    </a:cubicBezTo>
                    <a:cubicBezTo>
                      <a:pt x="19652" y="11942"/>
                      <a:pt x="19616" y="11942"/>
                      <a:pt x="19580" y="11942"/>
                    </a:cubicBezTo>
                    <a:cubicBezTo>
                      <a:pt x="19580" y="12048"/>
                      <a:pt x="19580" y="12155"/>
                      <a:pt x="19580" y="12264"/>
                    </a:cubicBezTo>
                    <a:cubicBezTo>
                      <a:pt x="19544" y="12264"/>
                      <a:pt x="19509" y="12264"/>
                      <a:pt x="19472" y="12264"/>
                    </a:cubicBezTo>
                    <a:cubicBezTo>
                      <a:pt x="19472" y="12335"/>
                      <a:pt x="19472" y="12406"/>
                      <a:pt x="19472" y="12480"/>
                    </a:cubicBezTo>
                    <a:cubicBezTo>
                      <a:pt x="19437" y="12480"/>
                      <a:pt x="19401" y="12480"/>
                      <a:pt x="19365" y="12480"/>
                    </a:cubicBezTo>
                    <a:cubicBezTo>
                      <a:pt x="19365" y="12515"/>
                      <a:pt x="19365" y="12551"/>
                      <a:pt x="19365" y="12587"/>
                    </a:cubicBezTo>
                    <a:cubicBezTo>
                      <a:pt x="19294" y="12587"/>
                      <a:pt x="19223" y="12587"/>
                      <a:pt x="19150" y="12587"/>
                    </a:cubicBezTo>
                    <a:cubicBezTo>
                      <a:pt x="19150" y="12623"/>
                      <a:pt x="19150" y="12658"/>
                      <a:pt x="19150" y="12695"/>
                    </a:cubicBezTo>
                    <a:cubicBezTo>
                      <a:pt x="19079" y="12695"/>
                      <a:pt x="19008" y="12695"/>
                      <a:pt x="18934" y="12695"/>
                    </a:cubicBezTo>
                    <a:cubicBezTo>
                      <a:pt x="18934" y="12730"/>
                      <a:pt x="18934" y="12766"/>
                      <a:pt x="18934" y="12802"/>
                    </a:cubicBezTo>
                    <a:cubicBezTo>
                      <a:pt x="12722" y="12802"/>
                      <a:pt x="6509" y="12802"/>
                      <a:pt x="108" y="12802"/>
                    </a:cubicBezTo>
                    <a:cubicBezTo>
                      <a:pt x="108" y="12767"/>
                      <a:pt x="108" y="12731"/>
                      <a:pt x="108" y="12695"/>
                    </a:cubicBezTo>
                    <a:cubicBezTo>
                      <a:pt x="72" y="12695"/>
                      <a:pt x="37" y="12695"/>
                      <a:pt x="0" y="12695"/>
                    </a:cubicBezTo>
                    <a:cubicBezTo>
                      <a:pt x="0" y="12659"/>
                      <a:pt x="0" y="12624"/>
                      <a:pt x="0" y="12587"/>
                    </a:cubicBezTo>
                    <a:cubicBezTo>
                      <a:pt x="36" y="12587"/>
                      <a:pt x="71" y="12587"/>
                      <a:pt x="108" y="12587"/>
                    </a:cubicBezTo>
                    <a:cubicBezTo>
                      <a:pt x="108" y="12481"/>
                      <a:pt x="108" y="12374"/>
                      <a:pt x="108" y="12264"/>
                    </a:cubicBezTo>
                    <a:cubicBezTo>
                      <a:pt x="143" y="12264"/>
                      <a:pt x="179" y="12264"/>
                      <a:pt x="215" y="12264"/>
                    </a:cubicBezTo>
                    <a:cubicBezTo>
                      <a:pt x="215" y="12122"/>
                      <a:pt x="215" y="11980"/>
                      <a:pt x="215" y="11834"/>
                    </a:cubicBezTo>
                    <a:cubicBezTo>
                      <a:pt x="251" y="11834"/>
                      <a:pt x="286" y="11834"/>
                      <a:pt x="323" y="11834"/>
                    </a:cubicBezTo>
                    <a:cubicBezTo>
                      <a:pt x="323" y="11728"/>
                      <a:pt x="323" y="11621"/>
                      <a:pt x="323" y="11511"/>
                    </a:cubicBezTo>
                    <a:cubicBezTo>
                      <a:pt x="358" y="11511"/>
                      <a:pt x="394" y="11511"/>
                      <a:pt x="430" y="11511"/>
                    </a:cubicBezTo>
                    <a:cubicBezTo>
                      <a:pt x="430" y="11369"/>
                      <a:pt x="430" y="11227"/>
                      <a:pt x="430" y="11081"/>
                    </a:cubicBezTo>
                    <a:cubicBezTo>
                      <a:pt x="466" y="11081"/>
                      <a:pt x="501" y="11081"/>
                      <a:pt x="538" y="11081"/>
                    </a:cubicBezTo>
                    <a:cubicBezTo>
                      <a:pt x="538" y="10974"/>
                      <a:pt x="538" y="10868"/>
                      <a:pt x="538" y="10758"/>
                    </a:cubicBezTo>
                    <a:cubicBezTo>
                      <a:pt x="573" y="10758"/>
                      <a:pt x="609" y="10758"/>
                      <a:pt x="645" y="10758"/>
                    </a:cubicBezTo>
                    <a:cubicBezTo>
                      <a:pt x="645" y="10616"/>
                      <a:pt x="645" y="10474"/>
                      <a:pt x="645" y="10328"/>
                    </a:cubicBezTo>
                    <a:cubicBezTo>
                      <a:pt x="681" y="10328"/>
                      <a:pt x="716" y="10328"/>
                      <a:pt x="753" y="10328"/>
                    </a:cubicBezTo>
                    <a:cubicBezTo>
                      <a:pt x="753" y="10221"/>
                      <a:pt x="753" y="10115"/>
                      <a:pt x="753" y="10005"/>
                    </a:cubicBezTo>
                    <a:cubicBezTo>
                      <a:pt x="789" y="10005"/>
                      <a:pt x="824" y="10005"/>
                      <a:pt x="861" y="10005"/>
                    </a:cubicBezTo>
                    <a:cubicBezTo>
                      <a:pt x="861" y="9863"/>
                      <a:pt x="861" y="9721"/>
                      <a:pt x="861" y="9575"/>
                    </a:cubicBezTo>
                    <a:cubicBezTo>
                      <a:pt x="896" y="9575"/>
                      <a:pt x="932" y="9575"/>
                      <a:pt x="968" y="9575"/>
                    </a:cubicBezTo>
                    <a:cubicBezTo>
                      <a:pt x="968" y="9468"/>
                      <a:pt x="968" y="9362"/>
                      <a:pt x="968" y="9252"/>
                    </a:cubicBezTo>
                    <a:cubicBezTo>
                      <a:pt x="1004" y="9252"/>
                      <a:pt x="1039" y="9252"/>
                      <a:pt x="1076" y="9252"/>
                    </a:cubicBezTo>
                    <a:cubicBezTo>
                      <a:pt x="1076" y="9110"/>
                      <a:pt x="1076" y="8968"/>
                      <a:pt x="1076" y="8822"/>
                    </a:cubicBezTo>
                    <a:cubicBezTo>
                      <a:pt x="1111" y="8822"/>
                      <a:pt x="1147" y="8822"/>
                      <a:pt x="1183" y="8822"/>
                    </a:cubicBezTo>
                    <a:cubicBezTo>
                      <a:pt x="1183" y="8715"/>
                      <a:pt x="1183" y="8609"/>
                      <a:pt x="1183" y="8499"/>
                    </a:cubicBezTo>
                    <a:cubicBezTo>
                      <a:pt x="1219" y="8499"/>
                      <a:pt x="1254" y="8499"/>
                      <a:pt x="1291" y="8499"/>
                    </a:cubicBezTo>
                    <a:cubicBezTo>
                      <a:pt x="1291" y="8392"/>
                      <a:pt x="1291" y="8286"/>
                      <a:pt x="1291" y="8176"/>
                    </a:cubicBezTo>
                    <a:cubicBezTo>
                      <a:pt x="1326" y="8176"/>
                      <a:pt x="1362" y="8176"/>
                      <a:pt x="1399" y="8176"/>
                    </a:cubicBezTo>
                    <a:cubicBezTo>
                      <a:pt x="1399" y="8034"/>
                      <a:pt x="1399" y="7892"/>
                      <a:pt x="1399" y="7746"/>
                    </a:cubicBezTo>
                    <a:cubicBezTo>
                      <a:pt x="1434" y="7746"/>
                      <a:pt x="1470" y="7746"/>
                      <a:pt x="1506" y="7746"/>
                    </a:cubicBezTo>
                    <a:cubicBezTo>
                      <a:pt x="1506" y="7639"/>
                      <a:pt x="1506" y="7533"/>
                      <a:pt x="1506" y="7423"/>
                    </a:cubicBezTo>
                    <a:cubicBezTo>
                      <a:pt x="1542" y="7423"/>
                      <a:pt x="1577" y="7423"/>
                      <a:pt x="1614" y="7423"/>
                    </a:cubicBezTo>
                    <a:cubicBezTo>
                      <a:pt x="1614" y="7281"/>
                      <a:pt x="1614" y="7139"/>
                      <a:pt x="1614" y="6993"/>
                    </a:cubicBezTo>
                    <a:cubicBezTo>
                      <a:pt x="1649" y="6993"/>
                      <a:pt x="1685" y="6993"/>
                      <a:pt x="1721" y="6993"/>
                    </a:cubicBezTo>
                    <a:cubicBezTo>
                      <a:pt x="1721" y="6886"/>
                      <a:pt x="1721" y="6780"/>
                      <a:pt x="1721" y="6670"/>
                    </a:cubicBezTo>
                    <a:cubicBezTo>
                      <a:pt x="1757" y="6670"/>
                      <a:pt x="1792" y="6670"/>
                      <a:pt x="1829" y="6670"/>
                    </a:cubicBezTo>
                    <a:cubicBezTo>
                      <a:pt x="1829" y="6528"/>
                      <a:pt x="1829" y="6386"/>
                      <a:pt x="1829" y="6240"/>
                    </a:cubicBezTo>
                    <a:cubicBezTo>
                      <a:pt x="1864" y="6240"/>
                      <a:pt x="1900" y="6240"/>
                      <a:pt x="1936" y="6240"/>
                    </a:cubicBezTo>
                    <a:cubicBezTo>
                      <a:pt x="1936" y="6133"/>
                      <a:pt x="1936" y="6027"/>
                      <a:pt x="1936" y="5917"/>
                    </a:cubicBezTo>
                    <a:cubicBezTo>
                      <a:pt x="1972" y="5917"/>
                      <a:pt x="2007" y="5917"/>
                      <a:pt x="2044" y="5917"/>
                    </a:cubicBezTo>
                    <a:cubicBezTo>
                      <a:pt x="2044" y="5775"/>
                      <a:pt x="2044" y="5633"/>
                      <a:pt x="2044" y="5487"/>
                    </a:cubicBezTo>
                    <a:cubicBezTo>
                      <a:pt x="2080" y="5487"/>
                      <a:pt x="2115" y="5487"/>
                      <a:pt x="2152" y="5487"/>
                    </a:cubicBezTo>
                    <a:cubicBezTo>
                      <a:pt x="2152" y="5380"/>
                      <a:pt x="2152" y="5274"/>
                      <a:pt x="2152" y="5164"/>
                    </a:cubicBezTo>
                    <a:cubicBezTo>
                      <a:pt x="2187" y="5164"/>
                      <a:pt x="2223" y="5164"/>
                      <a:pt x="2259" y="5164"/>
                    </a:cubicBezTo>
                    <a:cubicBezTo>
                      <a:pt x="2259" y="5022"/>
                      <a:pt x="2259" y="4880"/>
                      <a:pt x="2259" y="4734"/>
                    </a:cubicBezTo>
                    <a:cubicBezTo>
                      <a:pt x="2295" y="4734"/>
                      <a:pt x="2330" y="4734"/>
                      <a:pt x="2367" y="4734"/>
                    </a:cubicBezTo>
                    <a:cubicBezTo>
                      <a:pt x="2367" y="4627"/>
                      <a:pt x="2367" y="4521"/>
                      <a:pt x="2367" y="4411"/>
                    </a:cubicBezTo>
                    <a:cubicBezTo>
                      <a:pt x="2402" y="4411"/>
                      <a:pt x="2438" y="4411"/>
                      <a:pt x="2474" y="4411"/>
                    </a:cubicBezTo>
                    <a:cubicBezTo>
                      <a:pt x="2474" y="4269"/>
                      <a:pt x="2474" y="4127"/>
                      <a:pt x="2474" y="3981"/>
                    </a:cubicBezTo>
                    <a:cubicBezTo>
                      <a:pt x="2510" y="3981"/>
                      <a:pt x="2545" y="3981"/>
                      <a:pt x="2582" y="3981"/>
                    </a:cubicBezTo>
                    <a:cubicBezTo>
                      <a:pt x="2582" y="3874"/>
                      <a:pt x="2582" y="3768"/>
                      <a:pt x="2582" y="3658"/>
                    </a:cubicBezTo>
                    <a:cubicBezTo>
                      <a:pt x="2617" y="3658"/>
                      <a:pt x="2653" y="3658"/>
                      <a:pt x="2690" y="3658"/>
                    </a:cubicBezTo>
                    <a:cubicBezTo>
                      <a:pt x="2690" y="3516"/>
                      <a:pt x="2690" y="3374"/>
                      <a:pt x="2690" y="3227"/>
                    </a:cubicBezTo>
                    <a:cubicBezTo>
                      <a:pt x="2725" y="3227"/>
                      <a:pt x="2761" y="3227"/>
                      <a:pt x="2797" y="3227"/>
                    </a:cubicBezTo>
                    <a:cubicBezTo>
                      <a:pt x="2797" y="3121"/>
                      <a:pt x="2797" y="3014"/>
                      <a:pt x="2797" y="2905"/>
                    </a:cubicBezTo>
                    <a:cubicBezTo>
                      <a:pt x="2833" y="2905"/>
                      <a:pt x="2868" y="2905"/>
                      <a:pt x="2905" y="2905"/>
                    </a:cubicBezTo>
                    <a:cubicBezTo>
                      <a:pt x="2905" y="2763"/>
                      <a:pt x="2905" y="2621"/>
                      <a:pt x="2905" y="2474"/>
                    </a:cubicBezTo>
                    <a:cubicBezTo>
                      <a:pt x="2940" y="2474"/>
                      <a:pt x="2976" y="2474"/>
                      <a:pt x="3012" y="2474"/>
                    </a:cubicBezTo>
                    <a:cubicBezTo>
                      <a:pt x="3012" y="2368"/>
                      <a:pt x="3012" y="2261"/>
                      <a:pt x="3012" y="2152"/>
                    </a:cubicBezTo>
                    <a:cubicBezTo>
                      <a:pt x="3048" y="2152"/>
                      <a:pt x="3083" y="2152"/>
                      <a:pt x="3120" y="2152"/>
                    </a:cubicBezTo>
                    <a:cubicBezTo>
                      <a:pt x="3120" y="2010"/>
                      <a:pt x="3120" y="1868"/>
                      <a:pt x="3120" y="1721"/>
                    </a:cubicBezTo>
                    <a:cubicBezTo>
                      <a:pt x="3155" y="1721"/>
                      <a:pt x="3191" y="1721"/>
                      <a:pt x="3227" y="1721"/>
                    </a:cubicBezTo>
                    <a:cubicBezTo>
                      <a:pt x="3227" y="1615"/>
                      <a:pt x="3227" y="1508"/>
                      <a:pt x="3227" y="1399"/>
                    </a:cubicBezTo>
                    <a:cubicBezTo>
                      <a:pt x="3263" y="1399"/>
                      <a:pt x="3298" y="1399"/>
                      <a:pt x="3335" y="1399"/>
                    </a:cubicBezTo>
                    <a:cubicBezTo>
                      <a:pt x="3335" y="1257"/>
                      <a:pt x="3335" y="1115"/>
                      <a:pt x="3335" y="968"/>
                    </a:cubicBezTo>
                    <a:cubicBezTo>
                      <a:pt x="3371" y="968"/>
                      <a:pt x="3406" y="968"/>
                      <a:pt x="3443" y="968"/>
                    </a:cubicBezTo>
                    <a:cubicBezTo>
                      <a:pt x="3443" y="826"/>
                      <a:pt x="3443" y="684"/>
                      <a:pt x="3443" y="538"/>
                    </a:cubicBezTo>
                    <a:cubicBezTo>
                      <a:pt x="3478" y="538"/>
                      <a:pt x="3514" y="538"/>
                      <a:pt x="3550" y="538"/>
                    </a:cubicBezTo>
                    <a:cubicBezTo>
                      <a:pt x="3550" y="502"/>
                      <a:pt x="3550" y="467"/>
                      <a:pt x="3550" y="430"/>
                    </a:cubicBezTo>
                    <a:cubicBezTo>
                      <a:pt x="3586" y="430"/>
                      <a:pt x="3621" y="430"/>
                      <a:pt x="3658" y="430"/>
                    </a:cubicBezTo>
                    <a:cubicBezTo>
                      <a:pt x="3658" y="395"/>
                      <a:pt x="3658" y="359"/>
                      <a:pt x="3658" y="323"/>
                    </a:cubicBezTo>
                    <a:cubicBezTo>
                      <a:pt x="3693" y="323"/>
                      <a:pt x="3729" y="323"/>
                      <a:pt x="3765" y="323"/>
                    </a:cubicBezTo>
                    <a:cubicBezTo>
                      <a:pt x="3765" y="287"/>
                      <a:pt x="3765" y="252"/>
                      <a:pt x="3765" y="215"/>
                    </a:cubicBezTo>
                    <a:cubicBezTo>
                      <a:pt x="3801" y="215"/>
                      <a:pt x="3836" y="215"/>
                      <a:pt x="3873" y="215"/>
                    </a:cubicBezTo>
                    <a:cubicBezTo>
                      <a:pt x="3873" y="180"/>
                      <a:pt x="3873" y="144"/>
                      <a:pt x="3873" y="108"/>
                    </a:cubicBezTo>
                    <a:cubicBezTo>
                      <a:pt x="4015" y="108"/>
                      <a:pt x="4157" y="108"/>
                      <a:pt x="4303" y="108"/>
                    </a:cubicBezTo>
                    <a:cubicBezTo>
                      <a:pt x="4303" y="72"/>
                      <a:pt x="4303" y="37"/>
                      <a:pt x="4303" y="0"/>
                    </a:cubicBezTo>
                    <a:close/>
                    <a:moveTo>
                      <a:pt x="15061" y="2690"/>
                    </a:moveTo>
                    <a:cubicBezTo>
                      <a:pt x="15061" y="2725"/>
                      <a:pt x="15061" y="2761"/>
                      <a:pt x="15061" y="2797"/>
                    </a:cubicBezTo>
                    <a:cubicBezTo>
                      <a:pt x="15026" y="2797"/>
                      <a:pt x="14990" y="2797"/>
                      <a:pt x="14954" y="2797"/>
                    </a:cubicBezTo>
                    <a:cubicBezTo>
                      <a:pt x="14954" y="5566"/>
                      <a:pt x="14954" y="8335"/>
                      <a:pt x="14954" y="11189"/>
                    </a:cubicBezTo>
                    <a:cubicBezTo>
                      <a:pt x="14989" y="11189"/>
                      <a:pt x="15025" y="11189"/>
                      <a:pt x="15061" y="11189"/>
                    </a:cubicBezTo>
                    <a:cubicBezTo>
                      <a:pt x="15061" y="11224"/>
                      <a:pt x="15061" y="11260"/>
                      <a:pt x="15061" y="11296"/>
                    </a:cubicBezTo>
                    <a:cubicBezTo>
                      <a:pt x="15736" y="11296"/>
                      <a:pt x="16411" y="11296"/>
                      <a:pt x="17106" y="11296"/>
                    </a:cubicBezTo>
                    <a:cubicBezTo>
                      <a:pt x="17106" y="11261"/>
                      <a:pt x="17106" y="11225"/>
                      <a:pt x="17106" y="11189"/>
                    </a:cubicBezTo>
                    <a:cubicBezTo>
                      <a:pt x="17141" y="11189"/>
                      <a:pt x="17177" y="11189"/>
                      <a:pt x="17213" y="11189"/>
                    </a:cubicBezTo>
                    <a:cubicBezTo>
                      <a:pt x="17213" y="8419"/>
                      <a:pt x="17213" y="5650"/>
                      <a:pt x="17213" y="2797"/>
                    </a:cubicBezTo>
                    <a:cubicBezTo>
                      <a:pt x="17178" y="2797"/>
                      <a:pt x="17142" y="2797"/>
                      <a:pt x="17106" y="2797"/>
                    </a:cubicBezTo>
                    <a:cubicBezTo>
                      <a:pt x="17106" y="2762"/>
                      <a:pt x="17106" y="2726"/>
                      <a:pt x="17106" y="2690"/>
                    </a:cubicBezTo>
                    <a:cubicBezTo>
                      <a:pt x="16431" y="2690"/>
                      <a:pt x="15756" y="2690"/>
                      <a:pt x="15061" y="2690"/>
                    </a:cubicBezTo>
                    <a:close/>
                    <a:moveTo>
                      <a:pt x="12157" y="4626"/>
                    </a:moveTo>
                    <a:cubicBezTo>
                      <a:pt x="12157" y="4662"/>
                      <a:pt x="12157" y="4697"/>
                      <a:pt x="12157" y="4734"/>
                    </a:cubicBezTo>
                    <a:cubicBezTo>
                      <a:pt x="12050" y="4734"/>
                      <a:pt x="11944" y="4734"/>
                      <a:pt x="11834" y="4734"/>
                    </a:cubicBezTo>
                    <a:cubicBezTo>
                      <a:pt x="11834" y="4769"/>
                      <a:pt x="11834" y="4805"/>
                      <a:pt x="11834" y="4841"/>
                    </a:cubicBezTo>
                    <a:cubicBezTo>
                      <a:pt x="11799" y="4841"/>
                      <a:pt x="11763" y="4841"/>
                      <a:pt x="11726" y="4841"/>
                    </a:cubicBezTo>
                    <a:cubicBezTo>
                      <a:pt x="11726" y="4877"/>
                      <a:pt x="11726" y="4912"/>
                      <a:pt x="11726" y="4949"/>
                    </a:cubicBezTo>
                    <a:cubicBezTo>
                      <a:pt x="11691" y="4949"/>
                      <a:pt x="11655" y="4949"/>
                      <a:pt x="11619" y="4949"/>
                    </a:cubicBezTo>
                    <a:cubicBezTo>
                      <a:pt x="11619" y="6972"/>
                      <a:pt x="11619" y="8996"/>
                      <a:pt x="11619" y="11081"/>
                    </a:cubicBezTo>
                    <a:cubicBezTo>
                      <a:pt x="11654" y="11081"/>
                      <a:pt x="11690" y="11081"/>
                      <a:pt x="11726" y="11081"/>
                    </a:cubicBezTo>
                    <a:cubicBezTo>
                      <a:pt x="11726" y="11116"/>
                      <a:pt x="11726" y="11152"/>
                      <a:pt x="11726" y="11189"/>
                    </a:cubicBezTo>
                    <a:cubicBezTo>
                      <a:pt x="11939" y="11189"/>
                      <a:pt x="12152" y="11189"/>
                      <a:pt x="12372" y="11189"/>
                    </a:cubicBezTo>
                    <a:cubicBezTo>
                      <a:pt x="12372" y="11153"/>
                      <a:pt x="12372" y="11118"/>
                      <a:pt x="12372" y="11081"/>
                    </a:cubicBezTo>
                    <a:cubicBezTo>
                      <a:pt x="12585" y="11081"/>
                      <a:pt x="12798" y="11081"/>
                      <a:pt x="13017" y="11081"/>
                    </a:cubicBezTo>
                    <a:cubicBezTo>
                      <a:pt x="13017" y="11116"/>
                      <a:pt x="13017" y="11152"/>
                      <a:pt x="13017" y="11189"/>
                    </a:cubicBezTo>
                    <a:cubicBezTo>
                      <a:pt x="13195" y="11189"/>
                      <a:pt x="13372" y="11189"/>
                      <a:pt x="13555" y="11189"/>
                    </a:cubicBezTo>
                    <a:cubicBezTo>
                      <a:pt x="13555" y="11153"/>
                      <a:pt x="13555" y="11118"/>
                      <a:pt x="13555" y="11081"/>
                    </a:cubicBezTo>
                    <a:cubicBezTo>
                      <a:pt x="13591" y="11081"/>
                      <a:pt x="13626" y="11081"/>
                      <a:pt x="13663" y="11081"/>
                    </a:cubicBezTo>
                    <a:cubicBezTo>
                      <a:pt x="13663" y="10903"/>
                      <a:pt x="13663" y="10726"/>
                      <a:pt x="13663" y="10543"/>
                    </a:cubicBezTo>
                    <a:cubicBezTo>
                      <a:pt x="13627" y="10543"/>
                      <a:pt x="13592" y="10543"/>
                      <a:pt x="13555" y="10543"/>
                    </a:cubicBezTo>
                    <a:cubicBezTo>
                      <a:pt x="13555" y="10401"/>
                      <a:pt x="13555" y="10259"/>
                      <a:pt x="13555" y="10113"/>
                    </a:cubicBezTo>
                    <a:cubicBezTo>
                      <a:pt x="13591" y="10113"/>
                      <a:pt x="13626" y="10113"/>
                      <a:pt x="13663" y="10113"/>
                    </a:cubicBezTo>
                    <a:cubicBezTo>
                      <a:pt x="13663" y="8586"/>
                      <a:pt x="13663" y="7060"/>
                      <a:pt x="13663" y="5487"/>
                    </a:cubicBezTo>
                    <a:cubicBezTo>
                      <a:pt x="13627" y="5487"/>
                      <a:pt x="13592" y="5487"/>
                      <a:pt x="13555" y="5487"/>
                    </a:cubicBezTo>
                    <a:cubicBezTo>
                      <a:pt x="13555" y="5416"/>
                      <a:pt x="13555" y="5345"/>
                      <a:pt x="13555" y="5272"/>
                    </a:cubicBezTo>
                    <a:cubicBezTo>
                      <a:pt x="13520" y="5272"/>
                      <a:pt x="13484" y="5272"/>
                      <a:pt x="13448" y="5272"/>
                    </a:cubicBezTo>
                    <a:cubicBezTo>
                      <a:pt x="13448" y="5201"/>
                      <a:pt x="13448" y="5130"/>
                      <a:pt x="13448" y="5056"/>
                    </a:cubicBezTo>
                    <a:cubicBezTo>
                      <a:pt x="13483" y="5056"/>
                      <a:pt x="13519" y="5056"/>
                      <a:pt x="13555" y="5056"/>
                    </a:cubicBezTo>
                    <a:cubicBezTo>
                      <a:pt x="13555" y="4985"/>
                      <a:pt x="13555" y="4914"/>
                      <a:pt x="13555" y="4841"/>
                    </a:cubicBezTo>
                    <a:cubicBezTo>
                      <a:pt x="13591" y="4841"/>
                      <a:pt x="13626" y="4841"/>
                      <a:pt x="13663" y="4841"/>
                    </a:cubicBezTo>
                    <a:cubicBezTo>
                      <a:pt x="13663" y="4806"/>
                      <a:pt x="13663" y="4770"/>
                      <a:pt x="13663" y="4734"/>
                    </a:cubicBezTo>
                    <a:cubicBezTo>
                      <a:pt x="13627" y="4734"/>
                      <a:pt x="13592" y="4734"/>
                      <a:pt x="13555" y="4734"/>
                    </a:cubicBezTo>
                    <a:cubicBezTo>
                      <a:pt x="13555" y="4698"/>
                      <a:pt x="13555" y="4663"/>
                      <a:pt x="13555" y="4626"/>
                    </a:cubicBezTo>
                    <a:cubicBezTo>
                      <a:pt x="13094" y="4626"/>
                      <a:pt x="12632" y="4626"/>
                      <a:pt x="12157" y="4626"/>
                    </a:cubicBezTo>
                    <a:close/>
                    <a:moveTo>
                      <a:pt x="9252" y="6455"/>
                    </a:moveTo>
                    <a:cubicBezTo>
                      <a:pt x="9252" y="6490"/>
                      <a:pt x="9252" y="6526"/>
                      <a:pt x="9252" y="6562"/>
                    </a:cubicBezTo>
                    <a:cubicBezTo>
                      <a:pt x="8933" y="6562"/>
                      <a:pt x="8613" y="6562"/>
                      <a:pt x="8284" y="6562"/>
                    </a:cubicBezTo>
                    <a:cubicBezTo>
                      <a:pt x="8284" y="6598"/>
                      <a:pt x="8284" y="6634"/>
                      <a:pt x="8284" y="6670"/>
                    </a:cubicBezTo>
                    <a:cubicBezTo>
                      <a:pt x="8248" y="6670"/>
                      <a:pt x="8213" y="6670"/>
                      <a:pt x="8176" y="6670"/>
                    </a:cubicBezTo>
                    <a:cubicBezTo>
                      <a:pt x="8176" y="6706"/>
                      <a:pt x="8176" y="6741"/>
                      <a:pt x="8176" y="6778"/>
                    </a:cubicBezTo>
                    <a:cubicBezTo>
                      <a:pt x="8141" y="6778"/>
                      <a:pt x="8105" y="6778"/>
                      <a:pt x="8069" y="6778"/>
                    </a:cubicBezTo>
                    <a:cubicBezTo>
                      <a:pt x="8069" y="6991"/>
                      <a:pt x="8069" y="7204"/>
                      <a:pt x="8069" y="7423"/>
                    </a:cubicBezTo>
                    <a:cubicBezTo>
                      <a:pt x="8104" y="7423"/>
                      <a:pt x="8140" y="7423"/>
                      <a:pt x="8176" y="7423"/>
                    </a:cubicBezTo>
                    <a:cubicBezTo>
                      <a:pt x="8176" y="7707"/>
                      <a:pt x="8176" y="7991"/>
                      <a:pt x="8176" y="8284"/>
                    </a:cubicBezTo>
                    <a:cubicBezTo>
                      <a:pt x="8141" y="8284"/>
                      <a:pt x="8105" y="8284"/>
                      <a:pt x="8069" y="8284"/>
                    </a:cubicBezTo>
                    <a:cubicBezTo>
                      <a:pt x="8069" y="8568"/>
                      <a:pt x="8069" y="8852"/>
                      <a:pt x="8069" y="9144"/>
                    </a:cubicBezTo>
                    <a:cubicBezTo>
                      <a:pt x="8104" y="9144"/>
                      <a:pt x="8140" y="9144"/>
                      <a:pt x="8176" y="9144"/>
                    </a:cubicBezTo>
                    <a:cubicBezTo>
                      <a:pt x="8176" y="9464"/>
                      <a:pt x="8176" y="9784"/>
                      <a:pt x="8176" y="10113"/>
                    </a:cubicBezTo>
                    <a:cubicBezTo>
                      <a:pt x="8141" y="10113"/>
                      <a:pt x="8105" y="10113"/>
                      <a:pt x="8069" y="10113"/>
                    </a:cubicBezTo>
                    <a:cubicBezTo>
                      <a:pt x="8069" y="10432"/>
                      <a:pt x="8069" y="10752"/>
                      <a:pt x="8069" y="11081"/>
                    </a:cubicBezTo>
                    <a:cubicBezTo>
                      <a:pt x="8104" y="11081"/>
                      <a:pt x="8140" y="11081"/>
                      <a:pt x="8176" y="11081"/>
                    </a:cubicBezTo>
                    <a:cubicBezTo>
                      <a:pt x="8176" y="11116"/>
                      <a:pt x="8176" y="11152"/>
                      <a:pt x="8176" y="11189"/>
                    </a:cubicBezTo>
                    <a:cubicBezTo>
                      <a:pt x="8567" y="11189"/>
                      <a:pt x="8957" y="11189"/>
                      <a:pt x="9360" y="11189"/>
                    </a:cubicBezTo>
                    <a:cubicBezTo>
                      <a:pt x="9360" y="11153"/>
                      <a:pt x="9360" y="11118"/>
                      <a:pt x="9360" y="11081"/>
                    </a:cubicBezTo>
                    <a:cubicBezTo>
                      <a:pt x="9431" y="11081"/>
                      <a:pt x="9502" y="11081"/>
                      <a:pt x="9575" y="11081"/>
                    </a:cubicBezTo>
                    <a:cubicBezTo>
                      <a:pt x="9575" y="11045"/>
                      <a:pt x="9575" y="11010"/>
                      <a:pt x="9575" y="10973"/>
                    </a:cubicBezTo>
                    <a:cubicBezTo>
                      <a:pt x="9788" y="10973"/>
                      <a:pt x="10001" y="10973"/>
                      <a:pt x="10220" y="10973"/>
                    </a:cubicBezTo>
                    <a:cubicBezTo>
                      <a:pt x="10220" y="9518"/>
                      <a:pt x="10220" y="8062"/>
                      <a:pt x="10220" y="6562"/>
                    </a:cubicBezTo>
                    <a:cubicBezTo>
                      <a:pt x="10185" y="6562"/>
                      <a:pt x="10149" y="6562"/>
                      <a:pt x="10113" y="6562"/>
                    </a:cubicBezTo>
                    <a:cubicBezTo>
                      <a:pt x="10113" y="6527"/>
                      <a:pt x="10113" y="6491"/>
                      <a:pt x="10113" y="6455"/>
                    </a:cubicBezTo>
                    <a:cubicBezTo>
                      <a:pt x="9829" y="6455"/>
                      <a:pt x="9545" y="6455"/>
                      <a:pt x="9252" y="6455"/>
                    </a:cubicBezTo>
                    <a:close/>
                    <a:moveTo>
                      <a:pt x="4734" y="8391"/>
                    </a:moveTo>
                    <a:cubicBezTo>
                      <a:pt x="4734" y="8427"/>
                      <a:pt x="4734" y="8462"/>
                      <a:pt x="4734" y="8499"/>
                    </a:cubicBezTo>
                    <a:cubicBezTo>
                      <a:pt x="4698" y="8499"/>
                      <a:pt x="4663" y="8499"/>
                      <a:pt x="4626" y="8499"/>
                    </a:cubicBezTo>
                    <a:cubicBezTo>
                      <a:pt x="4626" y="8961"/>
                      <a:pt x="4626" y="9422"/>
                      <a:pt x="4626" y="9898"/>
                    </a:cubicBezTo>
                    <a:cubicBezTo>
                      <a:pt x="4662" y="9898"/>
                      <a:pt x="4697" y="9898"/>
                      <a:pt x="4734" y="9898"/>
                    </a:cubicBezTo>
                    <a:cubicBezTo>
                      <a:pt x="4734" y="10004"/>
                      <a:pt x="4734" y="10111"/>
                      <a:pt x="4734" y="10220"/>
                    </a:cubicBezTo>
                    <a:cubicBezTo>
                      <a:pt x="4769" y="10220"/>
                      <a:pt x="4805" y="10220"/>
                      <a:pt x="4841" y="10220"/>
                    </a:cubicBezTo>
                    <a:cubicBezTo>
                      <a:pt x="4841" y="10398"/>
                      <a:pt x="4841" y="10575"/>
                      <a:pt x="4841" y="10758"/>
                    </a:cubicBezTo>
                    <a:cubicBezTo>
                      <a:pt x="4806" y="10758"/>
                      <a:pt x="4770" y="10758"/>
                      <a:pt x="4734" y="10758"/>
                    </a:cubicBezTo>
                    <a:cubicBezTo>
                      <a:pt x="4734" y="10829"/>
                      <a:pt x="4734" y="10900"/>
                      <a:pt x="4734" y="10973"/>
                    </a:cubicBezTo>
                    <a:cubicBezTo>
                      <a:pt x="4698" y="10973"/>
                      <a:pt x="4663" y="10973"/>
                      <a:pt x="4626" y="10973"/>
                    </a:cubicBezTo>
                    <a:cubicBezTo>
                      <a:pt x="4626" y="11009"/>
                      <a:pt x="4626" y="11044"/>
                      <a:pt x="4626" y="11081"/>
                    </a:cubicBezTo>
                    <a:cubicBezTo>
                      <a:pt x="4662" y="11081"/>
                      <a:pt x="4697" y="11081"/>
                      <a:pt x="4734" y="11081"/>
                    </a:cubicBezTo>
                    <a:cubicBezTo>
                      <a:pt x="4734" y="11116"/>
                      <a:pt x="4734" y="11152"/>
                      <a:pt x="4734" y="11189"/>
                    </a:cubicBezTo>
                    <a:cubicBezTo>
                      <a:pt x="5373" y="11189"/>
                      <a:pt x="6012" y="11189"/>
                      <a:pt x="6670" y="11189"/>
                    </a:cubicBezTo>
                    <a:cubicBezTo>
                      <a:pt x="6670" y="11153"/>
                      <a:pt x="6670" y="11118"/>
                      <a:pt x="6670" y="11081"/>
                    </a:cubicBezTo>
                    <a:cubicBezTo>
                      <a:pt x="6706" y="11081"/>
                      <a:pt x="6741" y="11081"/>
                      <a:pt x="6778" y="11081"/>
                    </a:cubicBezTo>
                    <a:cubicBezTo>
                      <a:pt x="6778" y="10761"/>
                      <a:pt x="6778" y="10442"/>
                      <a:pt x="6778" y="10113"/>
                    </a:cubicBezTo>
                    <a:cubicBezTo>
                      <a:pt x="6742" y="10113"/>
                      <a:pt x="6707" y="10113"/>
                      <a:pt x="6670" y="10113"/>
                    </a:cubicBezTo>
                    <a:cubicBezTo>
                      <a:pt x="6670" y="10077"/>
                      <a:pt x="6670" y="10042"/>
                      <a:pt x="6670" y="10005"/>
                    </a:cubicBezTo>
                    <a:cubicBezTo>
                      <a:pt x="6635" y="10005"/>
                      <a:pt x="6599" y="10005"/>
                      <a:pt x="6562" y="10005"/>
                    </a:cubicBezTo>
                    <a:cubicBezTo>
                      <a:pt x="6562" y="9970"/>
                      <a:pt x="6562" y="9934"/>
                      <a:pt x="6562" y="9898"/>
                    </a:cubicBezTo>
                    <a:cubicBezTo>
                      <a:pt x="6527" y="9898"/>
                      <a:pt x="6491" y="9898"/>
                      <a:pt x="6455" y="9898"/>
                    </a:cubicBezTo>
                    <a:cubicBezTo>
                      <a:pt x="6455" y="9720"/>
                      <a:pt x="6455" y="9543"/>
                      <a:pt x="6455" y="9360"/>
                    </a:cubicBezTo>
                    <a:cubicBezTo>
                      <a:pt x="6490" y="9360"/>
                      <a:pt x="6526" y="9360"/>
                      <a:pt x="6562" y="9360"/>
                    </a:cubicBezTo>
                    <a:cubicBezTo>
                      <a:pt x="6562" y="9289"/>
                      <a:pt x="6562" y="9218"/>
                      <a:pt x="6562" y="9144"/>
                    </a:cubicBezTo>
                    <a:cubicBezTo>
                      <a:pt x="6598" y="9144"/>
                      <a:pt x="6634" y="9144"/>
                      <a:pt x="6670" y="9144"/>
                    </a:cubicBezTo>
                    <a:cubicBezTo>
                      <a:pt x="6670" y="9109"/>
                      <a:pt x="6670" y="9073"/>
                      <a:pt x="6670" y="9037"/>
                    </a:cubicBezTo>
                    <a:cubicBezTo>
                      <a:pt x="6706" y="9037"/>
                      <a:pt x="6741" y="9037"/>
                      <a:pt x="6778" y="9037"/>
                    </a:cubicBezTo>
                    <a:cubicBezTo>
                      <a:pt x="6778" y="8859"/>
                      <a:pt x="6778" y="8682"/>
                      <a:pt x="6778" y="8499"/>
                    </a:cubicBezTo>
                    <a:cubicBezTo>
                      <a:pt x="6742" y="8499"/>
                      <a:pt x="6707" y="8499"/>
                      <a:pt x="6670" y="8499"/>
                    </a:cubicBezTo>
                    <a:cubicBezTo>
                      <a:pt x="6670" y="8463"/>
                      <a:pt x="6670" y="8428"/>
                      <a:pt x="6670" y="8391"/>
                    </a:cubicBezTo>
                    <a:cubicBezTo>
                      <a:pt x="6315" y="8391"/>
                      <a:pt x="5960" y="8391"/>
                      <a:pt x="5594" y="8391"/>
                    </a:cubicBezTo>
                    <a:cubicBezTo>
                      <a:pt x="5594" y="8427"/>
                      <a:pt x="5594" y="8462"/>
                      <a:pt x="5594" y="8499"/>
                    </a:cubicBezTo>
                    <a:cubicBezTo>
                      <a:pt x="5488" y="8499"/>
                      <a:pt x="5381" y="8499"/>
                      <a:pt x="5272" y="8499"/>
                    </a:cubicBezTo>
                    <a:cubicBezTo>
                      <a:pt x="5272" y="8463"/>
                      <a:pt x="5272" y="8428"/>
                      <a:pt x="5272" y="8391"/>
                    </a:cubicBezTo>
                    <a:cubicBezTo>
                      <a:pt x="5094" y="8391"/>
                      <a:pt x="4916" y="8391"/>
                      <a:pt x="4734" y="8391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61" name="ICON_TOOL_FOLDER_path_002"/>
              <p:cNvSpPr/>
              <p:nvPr/>
            </p:nvSpPr>
            <p:spPr>
              <a:xfrm>
                <a:off x="5105439" y="3417159"/>
                <a:ext cx="314247" cy="243200"/>
              </a:xfrm>
              <a:custGeom>
                <a:avLst/>
                <a:gdLst/>
                <a:ahLst/>
                <a:cxnLst/>
                <a:rect l="0" t="0" r="r" b="b"/>
                <a:pathLst>
                  <a:path w="24744" h="19150" fill="norm" stroke="0">
                    <a:moveTo>
                      <a:pt x="1399" y="0"/>
                    </a:moveTo>
                    <a:cubicBezTo>
                      <a:pt x="3493" y="0"/>
                      <a:pt x="5588" y="0"/>
                      <a:pt x="7746" y="0"/>
                    </a:cubicBezTo>
                    <a:cubicBezTo>
                      <a:pt x="7746" y="36"/>
                      <a:pt x="7746" y="71"/>
                      <a:pt x="7746" y="108"/>
                    </a:cubicBezTo>
                    <a:cubicBezTo>
                      <a:pt x="7761" y="106"/>
                      <a:pt x="7776" y="105"/>
                      <a:pt x="7792" y="104"/>
                    </a:cubicBezTo>
                    <a:cubicBezTo>
                      <a:pt x="8006" y="94"/>
                      <a:pt x="8189" y="150"/>
                      <a:pt x="8391" y="215"/>
                    </a:cubicBezTo>
                    <a:cubicBezTo>
                      <a:pt x="8391" y="251"/>
                      <a:pt x="8391" y="286"/>
                      <a:pt x="8391" y="323"/>
                    </a:cubicBezTo>
                    <a:cubicBezTo>
                      <a:pt x="8407" y="321"/>
                      <a:pt x="8424" y="319"/>
                      <a:pt x="8440" y="318"/>
                    </a:cubicBezTo>
                    <a:cubicBezTo>
                      <a:pt x="8499" y="323"/>
                      <a:pt x="8499" y="323"/>
                      <a:pt x="8540" y="357"/>
                    </a:cubicBezTo>
                    <a:cubicBezTo>
                      <a:pt x="8553" y="373"/>
                      <a:pt x="8565" y="389"/>
                      <a:pt x="8579" y="406"/>
                    </a:cubicBezTo>
                    <a:cubicBezTo>
                      <a:pt x="8586" y="414"/>
                      <a:pt x="8586" y="414"/>
                      <a:pt x="8623" y="459"/>
                    </a:cubicBezTo>
                    <a:cubicBezTo>
                      <a:pt x="8639" y="479"/>
                      <a:pt x="8654" y="498"/>
                      <a:pt x="8670" y="518"/>
                    </a:cubicBezTo>
                    <a:cubicBezTo>
                      <a:pt x="8796" y="667"/>
                      <a:pt x="8923" y="803"/>
                      <a:pt x="9074" y="928"/>
                    </a:cubicBezTo>
                    <a:cubicBezTo>
                      <a:pt x="9090" y="941"/>
                      <a:pt x="9105" y="954"/>
                      <a:pt x="9121" y="967"/>
                    </a:cubicBezTo>
                    <a:cubicBezTo>
                      <a:pt x="9151" y="992"/>
                      <a:pt x="9181" y="1017"/>
                      <a:pt x="9211" y="1041"/>
                    </a:cubicBezTo>
                    <a:cubicBezTo>
                      <a:pt x="9270" y="1091"/>
                      <a:pt x="9327" y="1143"/>
                      <a:pt x="9383" y="1197"/>
                    </a:cubicBezTo>
                    <a:cubicBezTo>
                      <a:pt x="9400" y="1213"/>
                      <a:pt x="9416" y="1228"/>
                      <a:pt x="9433" y="1245"/>
                    </a:cubicBezTo>
                    <a:cubicBezTo>
                      <a:pt x="9474" y="1300"/>
                      <a:pt x="9475" y="1331"/>
                      <a:pt x="9467" y="1399"/>
                    </a:cubicBezTo>
                    <a:cubicBezTo>
                      <a:pt x="9503" y="1399"/>
                      <a:pt x="9538" y="1399"/>
                      <a:pt x="9575" y="1399"/>
                    </a:cubicBezTo>
                    <a:cubicBezTo>
                      <a:pt x="9575" y="1434"/>
                      <a:pt x="9575" y="1470"/>
                      <a:pt x="9575" y="1506"/>
                    </a:cubicBezTo>
                    <a:cubicBezTo>
                      <a:pt x="9591" y="1504"/>
                      <a:pt x="9607" y="1503"/>
                      <a:pt x="9623" y="1501"/>
                    </a:cubicBezTo>
                    <a:cubicBezTo>
                      <a:pt x="9682" y="1506"/>
                      <a:pt x="9682" y="1506"/>
                      <a:pt x="9725" y="1541"/>
                    </a:cubicBezTo>
                    <a:cubicBezTo>
                      <a:pt x="9738" y="1558"/>
                      <a:pt x="9752" y="1574"/>
                      <a:pt x="9766" y="1591"/>
                    </a:cubicBezTo>
                    <a:cubicBezTo>
                      <a:pt x="9781" y="1609"/>
                      <a:pt x="9797" y="1627"/>
                      <a:pt x="9813" y="1646"/>
                    </a:cubicBezTo>
                    <a:cubicBezTo>
                      <a:pt x="9820" y="1656"/>
                      <a:pt x="9820" y="1656"/>
                      <a:pt x="9861" y="1705"/>
                    </a:cubicBezTo>
                    <a:cubicBezTo>
                      <a:pt x="9916" y="1771"/>
                      <a:pt x="9973" y="1837"/>
                      <a:pt x="10030" y="1903"/>
                    </a:cubicBezTo>
                    <a:cubicBezTo>
                      <a:pt x="10049" y="1925"/>
                      <a:pt x="10068" y="1948"/>
                      <a:pt x="10086" y="1971"/>
                    </a:cubicBezTo>
                    <a:cubicBezTo>
                      <a:pt x="10192" y="2105"/>
                      <a:pt x="10290" y="2215"/>
                      <a:pt x="10467" y="2236"/>
                    </a:cubicBezTo>
                    <a:cubicBezTo>
                      <a:pt x="10558" y="2242"/>
                      <a:pt x="10649" y="2241"/>
                      <a:pt x="10740" y="2240"/>
                    </a:cubicBezTo>
                    <a:cubicBezTo>
                      <a:pt x="10782" y="2240"/>
                      <a:pt x="10823" y="2241"/>
                      <a:pt x="10865" y="2241"/>
                    </a:cubicBezTo>
                    <a:cubicBezTo>
                      <a:pt x="10978" y="2242"/>
                      <a:pt x="11091" y="2242"/>
                      <a:pt x="11205" y="2241"/>
                    </a:cubicBezTo>
                    <a:cubicBezTo>
                      <a:pt x="11328" y="2241"/>
                      <a:pt x="11450" y="2242"/>
                      <a:pt x="11573" y="2243"/>
                    </a:cubicBezTo>
                    <a:cubicBezTo>
                      <a:pt x="11785" y="2244"/>
                      <a:pt x="11997" y="2244"/>
                      <a:pt x="12209" y="2244"/>
                    </a:cubicBezTo>
                    <a:cubicBezTo>
                      <a:pt x="12432" y="2243"/>
                      <a:pt x="12654" y="2244"/>
                      <a:pt x="12876" y="2245"/>
                    </a:cubicBezTo>
                    <a:cubicBezTo>
                      <a:pt x="12890" y="2245"/>
                      <a:pt x="12904" y="2245"/>
                      <a:pt x="12918" y="2245"/>
                    </a:cubicBezTo>
                    <a:cubicBezTo>
                      <a:pt x="12989" y="2245"/>
                      <a:pt x="13059" y="2245"/>
                      <a:pt x="13130" y="2246"/>
                    </a:cubicBezTo>
                    <a:cubicBezTo>
                      <a:pt x="13627" y="2248"/>
                      <a:pt x="14125" y="2249"/>
                      <a:pt x="14623" y="2249"/>
                    </a:cubicBezTo>
                    <a:cubicBezTo>
                      <a:pt x="15106" y="2249"/>
                      <a:pt x="15590" y="2250"/>
                      <a:pt x="16073" y="2251"/>
                    </a:cubicBezTo>
                    <a:cubicBezTo>
                      <a:pt x="16088" y="2251"/>
                      <a:pt x="16103" y="2251"/>
                      <a:pt x="16118" y="2251"/>
                    </a:cubicBezTo>
                    <a:cubicBezTo>
                      <a:pt x="16268" y="2252"/>
                      <a:pt x="16418" y="2252"/>
                      <a:pt x="16568" y="2253"/>
                    </a:cubicBezTo>
                    <a:cubicBezTo>
                      <a:pt x="16873" y="2254"/>
                      <a:pt x="17178" y="2254"/>
                      <a:pt x="17483" y="2255"/>
                    </a:cubicBezTo>
                    <a:cubicBezTo>
                      <a:pt x="17490" y="2255"/>
                      <a:pt x="17490" y="2255"/>
                      <a:pt x="17525" y="2255"/>
                    </a:cubicBezTo>
                    <a:cubicBezTo>
                      <a:pt x="18461" y="2258"/>
                      <a:pt x="19397" y="2259"/>
                      <a:pt x="20333" y="2259"/>
                    </a:cubicBezTo>
                    <a:cubicBezTo>
                      <a:pt x="20333" y="2295"/>
                      <a:pt x="20333" y="2330"/>
                      <a:pt x="20333" y="2367"/>
                    </a:cubicBezTo>
                    <a:cubicBezTo>
                      <a:pt x="20511" y="2367"/>
                      <a:pt x="20688" y="2367"/>
                      <a:pt x="20871" y="2367"/>
                    </a:cubicBezTo>
                    <a:cubicBezTo>
                      <a:pt x="20871" y="2402"/>
                      <a:pt x="20871" y="2438"/>
                      <a:pt x="20871" y="2474"/>
                    </a:cubicBezTo>
                    <a:cubicBezTo>
                      <a:pt x="20887" y="2473"/>
                      <a:pt x="20903" y="2471"/>
                      <a:pt x="20920" y="2469"/>
                    </a:cubicBezTo>
                    <a:cubicBezTo>
                      <a:pt x="20978" y="2474"/>
                      <a:pt x="20978" y="2474"/>
                      <a:pt x="21019" y="2508"/>
                    </a:cubicBezTo>
                    <a:cubicBezTo>
                      <a:pt x="21031" y="2524"/>
                      <a:pt x="21043" y="2539"/>
                      <a:pt x="21056" y="2555"/>
                    </a:cubicBezTo>
                    <a:cubicBezTo>
                      <a:pt x="21063" y="2563"/>
                      <a:pt x="21063" y="2563"/>
                      <a:pt x="21097" y="2606"/>
                    </a:cubicBezTo>
                    <a:cubicBezTo>
                      <a:pt x="21104" y="2614"/>
                      <a:pt x="21104" y="2614"/>
                      <a:pt x="21140" y="2659"/>
                    </a:cubicBezTo>
                    <a:cubicBezTo>
                      <a:pt x="21168" y="2694"/>
                      <a:pt x="21196" y="2729"/>
                      <a:pt x="21224" y="2763"/>
                    </a:cubicBezTo>
                    <a:cubicBezTo>
                      <a:pt x="21236" y="2779"/>
                      <a:pt x="21248" y="2794"/>
                      <a:pt x="21261" y="2810"/>
                    </a:cubicBezTo>
                    <a:cubicBezTo>
                      <a:pt x="21301" y="2851"/>
                      <a:pt x="21301" y="2851"/>
                      <a:pt x="21359" y="2880"/>
                    </a:cubicBezTo>
                    <a:cubicBezTo>
                      <a:pt x="21376" y="2888"/>
                      <a:pt x="21392" y="2896"/>
                      <a:pt x="21409" y="2905"/>
                    </a:cubicBezTo>
                    <a:cubicBezTo>
                      <a:pt x="21416" y="2962"/>
                      <a:pt x="21416" y="2962"/>
                      <a:pt x="21409" y="3012"/>
                    </a:cubicBezTo>
                    <a:cubicBezTo>
                      <a:pt x="21444" y="3012"/>
                      <a:pt x="21480" y="3012"/>
                      <a:pt x="21516" y="3012"/>
                    </a:cubicBezTo>
                    <a:cubicBezTo>
                      <a:pt x="21516" y="3083"/>
                      <a:pt x="21516" y="3154"/>
                      <a:pt x="21516" y="3227"/>
                    </a:cubicBezTo>
                    <a:cubicBezTo>
                      <a:pt x="21552" y="3227"/>
                      <a:pt x="21587" y="3227"/>
                      <a:pt x="21624" y="3227"/>
                    </a:cubicBezTo>
                    <a:cubicBezTo>
                      <a:pt x="21624" y="3795"/>
                      <a:pt x="21624" y="4364"/>
                      <a:pt x="21624" y="4949"/>
                    </a:cubicBezTo>
                    <a:cubicBezTo>
                      <a:pt x="21659" y="4949"/>
                      <a:pt x="21695" y="4949"/>
                      <a:pt x="21732" y="4949"/>
                    </a:cubicBezTo>
                    <a:cubicBezTo>
                      <a:pt x="21732" y="4984"/>
                      <a:pt x="21732" y="5020"/>
                      <a:pt x="21732" y="5056"/>
                    </a:cubicBezTo>
                    <a:cubicBezTo>
                      <a:pt x="21754" y="5056"/>
                      <a:pt x="21777" y="5056"/>
                      <a:pt x="21801" y="5056"/>
                    </a:cubicBezTo>
                    <a:cubicBezTo>
                      <a:pt x="22016" y="5053"/>
                      <a:pt x="22232" y="5052"/>
                      <a:pt x="22448" y="5051"/>
                    </a:cubicBezTo>
                    <a:cubicBezTo>
                      <a:pt x="22559" y="5050"/>
                      <a:pt x="22670" y="5049"/>
                      <a:pt x="22781" y="5048"/>
                    </a:cubicBezTo>
                    <a:cubicBezTo>
                      <a:pt x="22889" y="5047"/>
                      <a:pt x="22996" y="5046"/>
                      <a:pt x="23104" y="5046"/>
                    </a:cubicBezTo>
                    <a:cubicBezTo>
                      <a:pt x="23144" y="5046"/>
                      <a:pt x="23185" y="5046"/>
                      <a:pt x="23226" y="5045"/>
                    </a:cubicBezTo>
                    <a:cubicBezTo>
                      <a:pt x="23431" y="5042"/>
                      <a:pt x="23623" y="5049"/>
                      <a:pt x="23822" y="5104"/>
                    </a:cubicBezTo>
                    <a:cubicBezTo>
                      <a:pt x="23837" y="5108"/>
                      <a:pt x="23853" y="5112"/>
                      <a:pt x="23868" y="5117"/>
                    </a:cubicBezTo>
                    <a:cubicBezTo>
                      <a:pt x="24013" y="5162"/>
                      <a:pt x="24124" y="5250"/>
                      <a:pt x="24206" y="5379"/>
                    </a:cubicBezTo>
                    <a:cubicBezTo>
                      <a:pt x="24211" y="5440"/>
                      <a:pt x="24211" y="5440"/>
                      <a:pt x="24206" y="5487"/>
                    </a:cubicBezTo>
                    <a:cubicBezTo>
                      <a:pt x="24241" y="5487"/>
                      <a:pt x="24277" y="5487"/>
                      <a:pt x="24314" y="5487"/>
                    </a:cubicBezTo>
                    <a:cubicBezTo>
                      <a:pt x="24314" y="5522"/>
                      <a:pt x="24314" y="5558"/>
                      <a:pt x="24314" y="5594"/>
                    </a:cubicBezTo>
                    <a:cubicBezTo>
                      <a:pt x="24349" y="5594"/>
                      <a:pt x="24385" y="5594"/>
                      <a:pt x="24421" y="5594"/>
                    </a:cubicBezTo>
                    <a:cubicBezTo>
                      <a:pt x="24421" y="5630"/>
                      <a:pt x="24421" y="5665"/>
                      <a:pt x="24421" y="5702"/>
                    </a:cubicBezTo>
                    <a:cubicBezTo>
                      <a:pt x="24457" y="5702"/>
                      <a:pt x="24492" y="5702"/>
                      <a:pt x="24529" y="5702"/>
                    </a:cubicBezTo>
                    <a:cubicBezTo>
                      <a:pt x="24529" y="5773"/>
                      <a:pt x="24529" y="5844"/>
                      <a:pt x="24529" y="5917"/>
                    </a:cubicBezTo>
                    <a:cubicBezTo>
                      <a:pt x="24564" y="5917"/>
                      <a:pt x="24600" y="5917"/>
                      <a:pt x="24636" y="5917"/>
                    </a:cubicBezTo>
                    <a:cubicBezTo>
                      <a:pt x="24636" y="5988"/>
                      <a:pt x="24636" y="6059"/>
                      <a:pt x="24636" y="6132"/>
                    </a:cubicBezTo>
                    <a:cubicBezTo>
                      <a:pt x="24672" y="6132"/>
                      <a:pt x="24707" y="6132"/>
                      <a:pt x="24744" y="6132"/>
                    </a:cubicBezTo>
                    <a:cubicBezTo>
                      <a:pt x="24744" y="6416"/>
                      <a:pt x="24744" y="6700"/>
                      <a:pt x="24744" y="6993"/>
                    </a:cubicBezTo>
                    <a:cubicBezTo>
                      <a:pt x="24708" y="6993"/>
                      <a:pt x="24673" y="6993"/>
                      <a:pt x="24636" y="6993"/>
                    </a:cubicBezTo>
                    <a:cubicBezTo>
                      <a:pt x="24636" y="7135"/>
                      <a:pt x="24636" y="7277"/>
                      <a:pt x="24636" y="7423"/>
                    </a:cubicBezTo>
                    <a:cubicBezTo>
                      <a:pt x="24601" y="7423"/>
                      <a:pt x="24565" y="7423"/>
                      <a:pt x="24529" y="7423"/>
                    </a:cubicBezTo>
                    <a:cubicBezTo>
                      <a:pt x="24529" y="7530"/>
                      <a:pt x="24529" y="7636"/>
                      <a:pt x="24529" y="7746"/>
                    </a:cubicBezTo>
                    <a:cubicBezTo>
                      <a:pt x="24493" y="7746"/>
                      <a:pt x="24458" y="7746"/>
                      <a:pt x="24421" y="7746"/>
                    </a:cubicBezTo>
                    <a:cubicBezTo>
                      <a:pt x="24421" y="7852"/>
                      <a:pt x="24421" y="7959"/>
                      <a:pt x="24421" y="8069"/>
                    </a:cubicBezTo>
                    <a:cubicBezTo>
                      <a:pt x="24386" y="8069"/>
                      <a:pt x="24350" y="8069"/>
                      <a:pt x="24314" y="8069"/>
                    </a:cubicBezTo>
                    <a:cubicBezTo>
                      <a:pt x="24314" y="8211"/>
                      <a:pt x="24314" y="8353"/>
                      <a:pt x="24314" y="8499"/>
                    </a:cubicBezTo>
                    <a:cubicBezTo>
                      <a:pt x="24278" y="8499"/>
                      <a:pt x="24243" y="8499"/>
                      <a:pt x="24206" y="8499"/>
                    </a:cubicBezTo>
                    <a:cubicBezTo>
                      <a:pt x="24206" y="8641"/>
                      <a:pt x="24206" y="8783"/>
                      <a:pt x="24206" y="8929"/>
                    </a:cubicBezTo>
                    <a:cubicBezTo>
                      <a:pt x="24170" y="8929"/>
                      <a:pt x="24135" y="8929"/>
                      <a:pt x="24098" y="8929"/>
                    </a:cubicBezTo>
                    <a:cubicBezTo>
                      <a:pt x="24098" y="9071"/>
                      <a:pt x="24098" y="9213"/>
                      <a:pt x="24098" y="9360"/>
                    </a:cubicBezTo>
                    <a:cubicBezTo>
                      <a:pt x="24063" y="9360"/>
                      <a:pt x="24027" y="9360"/>
                      <a:pt x="23991" y="9360"/>
                    </a:cubicBezTo>
                    <a:cubicBezTo>
                      <a:pt x="23991" y="9466"/>
                      <a:pt x="23991" y="9573"/>
                      <a:pt x="23991" y="9682"/>
                    </a:cubicBezTo>
                    <a:cubicBezTo>
                      <a:pt x="23955" y="9682"/>
                      <a:pt x="23920" y="9682"/>
                      <a:pt x="23883" y="9682"/>
                    </a:cubicBezTo>
                    <a:cubicBezTo>
                      <a:pt x="23883" y="9824"/>
                      <a:pt x="23883" y="9966"/>
                      <a:pt x="23883" y="10113"/>
                    </a:cubicBezTo>
                    <a:cubicBezTo>
                      <a:pt x="23848" y="10113"/>
                      <a:pt x="23812" y="10113"/>
                      <a:pt x="23776" y="10113"/>
                    </a:cubicBezTo>
                    <a:cubicBezTo>
                      <a:pt x="23776" y="10255"/>
                      <a:pt x="23776" y="10397"/>
                      <a:pt x="23776" y="10543"/>
                    </a:cubicBezTo>
                    <a:cubicBezTo>
                      <a:pt x="23740" y="10543"/>
                      <a:pt x="23705" y="10543"/>
                      <a:pt x="23668" y="10543"/>
                    </a:cubicBezTo>
                    <a:cubicBezTo>
                      <a:pt x="23668" y="10685"/>
                      <a:pt x="23668" y="10827"/>
                      <a:pt x="23668" y="10973"/>
                    </a:cubicBezTo>
                    <a:cubicBezTo>
                      <a:pt x="23633" y="10973"/>
                      <a:pt x="23597" y="10973"/>
                      <a:pt x="23560" y="10973"/>
                    </a:cubicBezTo>
                    <a:cubicBezTo>
                      <a:pt x="23560" y="11044"/>
                      <a:pt x="23560" y="11115"/>
                      <a:pt x="23560" y="11189"/>
                    </a:cubicBezTo>
                    <a:cubicBezTo>
                      <a:pt x="23525" y="11189"/>
                      <a:pt x="23489" y="11189"/>
                      <a:pt x="23453" y="11189"/>
                    </a:cubicBezTo>
                    <a:cubicBezTo>
                      <a:pt x="23453" y="11366"/>
                      <a:pt x="23453" y="11544"/>
                      <a:pt x="23453" y="11726"/>
                    </a:cubicBezTo>
                    <a:cubicBezTo>
                      <a:pt x="23417" y="11726"/>
                      <a:pt x="23382" y="11726"/>
                      <a:pt x="23345" y="11726"/>
                    </a:cubicBezTo>
                    <a:cubicBezTo>
                      <a:pt x="23345" y="11868"/>
                      <a:pt x="23345" y="12010"/>
                      <a:pt x="23345" y="12157"/>
                    </a:cubicBezTo>
                    <a:cubicBezTo>
                      <a:pt x="23310" y="12157"/>
                      <a:pt x="23274" y="12157"/>
                      <a:pt x="23238" y="12157"/>
                    </a:cubicBezTo>
                    <a:cubicBezTo>
                      <a:pt x="23238" y="12299"/>
                      <a:pt x="23238" y="12441"/>
                      <a:pt x="23238" y="12587"/>
                    </a:cubicBezTo>
                    <a:cubicBezTo>
                      <a:pt x="23202" y="12587"/>
                      <a:pt x="23167" y="12587"/>
                      <a:pt x="23130" y="12587"/>
                    </a:cubicBezTo>
                    <a:cubicBezTo>
                      <a:pt x="23130" y="12694"/>
                      <a:pt x="23130" y="12800"/>
                      <a:pt x="23130" y="12910"/>
                    </a:cubicBezTo>
                    <a:cubicBezTo>
                      <a:pt x="23095" y="12910"/>
                      <a:pt x="23059" y="12910"/>
                      <a:pt x="23023" y="12910"/>
                    </a:cubicBezTo>
                    <a:cubicBezTo>
                      <a:pt x="23023" y="13052"/>
                      <a:pt x="23023" y="13194"/>
                      <a:pt x="23023" y="13340"/>
                    </a:cubicBezTo>
                    <a:cubicBezTo>
                      <a:pt x="22987" y="13340"/>
                      <a:pt x="22952" y="13340"/>
                      <a:pt x="22915" y="13340"/>
                    </a:cubicBezTo>
                    <a:cubicBezTo>
                      <a:pt x="22915" y="13447"/>
                      <a:pt x="22915" y="13553"/>
                      <a:pt x="22915" y="13663"/>
                    </a:cubicBezTo>
                    <a:cubicBezTo>
                      <a:pt x="22879" y="13663"/>
                      <a:pt x="22844" y="13663"/>
                      <a:pt x="22807" y="13663"/>
                    </a:cubicBezTo>
                    <a:cubicBezTo>
                      <a:pt x="22807" y="13805"/>
                      <a:pt x="22807" y="13947"/>
                      <a:pt x="22807" y="14093"/>
                    </a:cubicBezTo>
                    <a:cubicBezTo>
                      <a:pt x="22772" y="14093"/>
                      <a:pt x="22736" y="14093"/>
                      <a:pt x="22700" y="14093"/>
                    </a:cubicBezTo>
                    <a:cubicBezTo>
                      <a:pt x="22700" y="14235"/>
                      <a:pt x="22700" y="14377"/>
                      <a:pt x="22700" y="14524"/>
                    </a:cubicBezTo>
                    <a:cubicBezTo>
                      <a:pt x="22664" y="14524"/>
                      <a:pt x="22629" y="14524"/>
                      <a:pt x="22592" y="14524"/>
                    </a:cubicBezTo>
                    <a:cubicBezTo>
                      <a:pt x="22593" y="14535"/>
                      <a:pt x="22593" y="14535"/>
                      <a:pt x="22596" y="14593"/>
                    </a:cubicBezTo>
                    <a:cubicBezTo>
                      <a:pt x="22605" y="14839"/>
                      <a:pt x="22564" y="15044"/>
                      <a:pt x="22485" y="15277"/>
                    </a:cubicBezTo>
                    <a:cubicBezTo>
                      <a:pt x="22449" y="15277"/>
                      <a:pt x="22414" y="15277"/>
                      <a:pt x="22377" y="15277"/>
                    </a:cubicBezTo>
                    <a:cubicBezTo>
                      <a:pt x="22377" y="15419"/>
                      <a:pt x="22377" y="15561"/>
                      <a:pt x="22377" y="15707"/>
                    </a:cubicBezTo>
                    <a:cubicBezTo>
                      <a:pt x="22342" y="15707"/>
                      <a:pt x="22306" y="15707"/>
                      <a:pt x="22269" y="15707"/>
                    </a:cubicBezTo>
                    <a:cubicBezTo>
                      <a:pt x="22269" y="15849"/>
                      <a:pt x="22269" y="15991"/>
                      <a:pt x="22269" y="16137"/>
                    </a:cubicBezTo>
                    <a:cubicBezTo>
                      <a:pt x="22234" y="16137"/>
                      <a:pt x="22198" y="16137"/>
                      <a:pt x="22162" y="16137"/>
                    </a:cubicBezTo>
                    <a:cubicBezTo>
                      <a:pt x="22162" y="16244"/>
                      <a:pt x="22162" y="16350"/>
                      <a:pt x="22162" y="16460"/>
                    </a:cubicBezTo>
                    <a:cubicBezTo>
                      <a:pt x="22126" y="16460"/>
                      <a:pt x="22091" y="16460"/>
                      <a:pt x="22054" y="16460"/>
                    </a:cubicBezTo>
                    <a:cubicBezTo>
                      <a:pt x="22054" y="16567"/>
                      <a:pt x="22054" y="16673"/>
                      <a:pt x="22054" y="16783"/>
                    </a:cubicBezTo>
                    <a:cubicBezTo>
                      <a:pt x="22019" y="16783"/>
                      <a:pt x="21983" y="16783"/>
                      <a:pt x="21947" y="16783"/>
                    </a:cubicBezTo>
                    <a:cubicBezTo>
                      <a:pt x="21947" y="16925"/>
                      <a:pt x="21947" y="17067"/>
                      <a:pt x="21947" y="17213"/>
                    </a:cubicBezTo>
                    <a:cubicBezTo>
                      <a:pt x="21911" y="17213"/>
                      <a:pt x="21876" y="17213"/>
                      <a:pt x="21839" y="17213"/>
                    </a:cubicBezTo>
                    <a:cubicBezTo>
                      <a:pt x="21839" y="17355"/>
                      <a:pt x="21839" y="17497"/>
                      <a:pt x="21839" y="17643"/>
                    </a:cubicBezTo>
                    <a:cubicBezTo>
                      <a:pt x="21804" y="17643"/>
                      <a:pt x="21768" y="17643"/>
                      <a:pt x="21732" y="17643"/>
                    </a:cubicBezTo>
                    <a:cubicBezTo>
                      <a:pt x="21732" y="17785"/>
                      <a:pt x="21732" y="17927"/>
                      <a:pt x="21732" y="18074"/>
                    </a:cubicBezTo>
                    <a:cubicBezTo>
                      <a:pt x="21696" y="18074"/>
                      <a:pt x="21661" y="18074"/>
                      <a:pt x="21624" y="18074"/>
                    </a:cubicBezTo>
                    <a:cubicBezTo>
                      <a:pt x="21629" y="18093"/>
                      <a:pt x="21634" y="18112"/>
                      <a:pt x="21639" y="18131"/>
                    </a:cubicBezTo>
                    <a:cubicBezTo>
                      <a:pt x="21656" y="18225"/>
                      <a:pt x="21661" y="18307"/>
                      <a:pt x="21624" y="18397"/>
                    </a:cubicBezTo>
                    <a:cubicBezTo>
                      <a:pt x="21531" y="18510"/>
                      <a:pt x="21414" y="18597"/>
                      <a:pt x="21298" y="18686"/>
                    </a:cubicBezTo>
                    <a:cubicBezTo>
                      <a:pt x="21215" y="18751"/>
                      <a:pt x="21158" y="18812"/>
                      <a:pt x="21108" y="18904"/>
                    </a:cubicBezTo>
                    <a:cubicBezTo>
                      <a:pt x="21086" y="18934"/>
                      <a:pt x="21086" y="18934"/>
                      <a:pt x="21026" y="18945"/>
                    </a:cubicBezTo>
                    <a:cubicBezTo>
                      <a:pt x="21010" y="18941"/>
                      <a:pt x="20995" y="18938"/>
                      <a:pt x="20978" y="18934"/>
                    </a:cubicBezTo>
                    <a:cubicBezTo>
                      <a:pt x="20978" y="18970"/>
                      <a:pt x="20978" y="19005"/>
                      <a:pt x="20978" y="19042"/>
                    </a:cubicBezTo>
                    <a:cubicBezTo>
                      <a:pt x="20872" y="19042"/>
                      <a:pt x="20765" y="19042"/>
                      <a:pt x="20656" y="19042"/>
                    </a:cubicBezTo>
                    <a:cubicBezTo>
                      <a:pt x="20656" y="19078"/>
                      <a:pt x="20656" y="19113"/>
                      <a:pt x="20656" y="19150"/>
                    </a:cubicBezTo>
                    <a:cubicBezTo>
                      <a:pt x="14123" y="19150"/>
                      <a:pt x="7591" y="19150"/>
                      <a:pt x="861" y="19150"/>
                    </a:cubicBezTo>
                    <a:cubicBezTo>
                      <a:pt x="861" y="19114"/>
                      <a:pt x="861" y="19079"/>
                      <a:pt x="861" y="19042"/>
                    </a:cubicBezTo>
                    <a:cubicBezTo>
                      <a:pt x="790" y="19042"/>
                      <a:pt x="719" y="19042"/>
                      <a:pt x="645" y="19042"/>
                    </a:cubicBezTo>
                    <a:cubicBezTo>
                      <a:pt x="645" y="19007"/>
                      <a:pt x="645" y="18971"/>
                      <a:pt x="645" y="18934"/>
                    </a:cubicBezTo>
                    <a:cubicBezTo>
                      <a:pt x="629" y="18936"/>
                      <a:pt x="613" y="18938"/>
                      <a:pt x="597" y="18939"/>
                    </a:cubicBezTo>
                    <a:cubicBezTo>
                      <a:pt x="538" y="18934"/>
                      <a:pt x="538" y="18934"/>
                      <a:pt x="498" y="18901"/>
                    </a:cubicBezTo>
                    <a:cubicBezTo>
                      <a:pt x="486" y="18885"/>
                      <a:pt x="473" y="18870"/>
                      <a:pt x="461" y="18854"/>
                    </a:cubicBezTo>
                    <a:cubicBezTo>
                      <a:pt x="447" y="18837"/>
                      <a:pt x="433" y="18820"/>
                      <a:pt x="419" y="18803"/>
                    </a:cubicBezTo>
                    <a:cubicBezTo>
                      <a:pt x="412" y="18794"/>
                      <a:pt x="412" y="18794"/>
                      <a:pt x="377" y="18749"/>
                    </a:cubicBezTo>
                    <a:cubicBezTo>
                      <a:pt x="349" y="18715"/>
                      <a:pt x="321" y="18680"/>
                      <a:pt x="293" y="18646"/>
                    </a:cubicBezTo>
                    <a:cubicBezTo>
                      <a:pt x="280" y="18630"/>
                      <a:pt x="268" y="18615"/>
                      <a:pt x="255" y="18599"/>
                    </a:cubicBezTo>
                    <a:cubicBezTo>
                      <a:pt x="215" y="18558"/>
                      <a:pt x="215" y="18558"/>
                      <a:pt x="157" y="18530"/>
                    </a:cubicBezTo>
                    <a:cubicBezTo>
                      <a:pt x="141" y="18522"/>
                      <a:pt x="124" y="18513"/>
                      <a:pt x="108" y="18504"/>
                    </a:cubicBezTo>
                    <a:cubicBezTo>
                      <a:pt x="99" y="18444"/>
                      <a:pt x="97" y="18398"/>
                      <a:pt x="101" y="18339"/>
                    </a:cubicBezTo>
                    <a:cubicBezTo>
                      <a:pt x="101" y="18324"/>
                      <a:pt x="102" y="18309"/>
                      <a:pt x="102" y="18293"/>
                    </a:cubicBezTo>
                    <a:cubicBezTo>
                      <a:pt x="104" y="18256"/>
                      <a:pt x="106" y="18219"/>
                      <a:pt x="108" y="18181"/>
                    </a:cubicBezTo>
                    <a:cubicBezTo>
                      <a:pt x="72" y="18181"/>
                      <a:pt x="37" y="18181"/>
                      <a:pt x="0" y="18181"/>
                    </a:cubicBezTo>
                    <a:cubicBezTo>
                      <a:pt x="0" y="12572"/>
                      <a:pt x="0" y="6963"/>
                      <a:pt x="0" y="1183"/>
                    </a:cubicBezTo>
                    <a:cubicBezTo>
                      <a:pt x="36" y="1183"/>
                      <a:pt x="71" y="1183"/>
                      <a:pt x="108" y="1183"/>
                    </a:cubicBezTo>
                    <a:cubicBezTo>
                      <a:pt x="108" y="1077"/>
                      <a:pt x="108" y="970"/>
                      <a:pt x="108" y="861"/>
                    </a:cubicBezTo>
                    <a:cubicBezTo>
                      <a:pt x="143" y="861"/>
                      <a:pt x="179" y="861"/>
                      <a:pt x="215" y="861"/>
                    </a:cubicBezTo>
                    <a:cubicBezTo>
                      <a:pt x="213" y="845"/>
                      <a:pt x="211" y="829"/>
                      <a:pt x="210" y="812"/>
                    </a:cubicBezTo>
                    <a:cubicBezTo>
                      <a:pt x="215" y="753"/>
                      <a:pt x="215" y="753"/>
                      <a:pt x="253" y="709"/>
                    </a:cubicBezTo>
                    <a:cubicBezTo>
                      <a:pt x="270" y="695"/>
                      <a:pt x="288" y="681"/>
                      <a:pt x="306" y="666"/>
                    </a:cubicBezTo>
                    <a:cubicBezTo>
                      <a:pt x="324" y="650"/>
                      <a:pt x="343" y="634"/>
                      <a:pt x="363" y="618"/>
                    </a:cubicBezTo>
                    <a:cubicBezTo>
                      <a:pt x="383" y="601"/>
                      <a:pt x="403" y="585"/>
                      <a:pt x="424" y="568"/>
                    </a:cubicBezTo>
                    <a:cubicBezTo>
                      <a:pt x="660" y="374"/>
                      <a:pt x="660" y="374"/>
                      <a:pt x="731" y="245"/>
                    </a:cubicBezTo>
                    <a:cubicBezTo>
                      <a:pt x="753" y="215"/>
                      <a:pt x="753" y="215"/>
                      <a:pt x="814" y="205"/>
                    </a:cubicBezTo>
                    <a:cubicBezTo>
                      <a:pt x="821" y="207"/>
                      <a:pt x="821" y="207"/>
                      <a:pt x="861" y="215"/>
                    </a:cubicBezTo>
                    <a:cubicBezTo>
                      <a:pt x="861" y="180"/>
                      <a:pt x="861" y="144"/>
                      <a:pt x="861" y="108"/>
                    </a:cubicBezTo>
                    <a:cubicBezTo>
                      <a:pt x="1038" y="108"/>
                      <a:pt x="1216" y="108"/>
                      <a:pt x="1399" y="108"/>
                    </a:cubicBezTo>
                    <a:cubicBezTo>
                      <a:pt x="1399" y="72"/>
                      <a:pt x="1399" y="37"/>
                      <a:pt x="1399" y="0"/>
                    </a:cubicBezTo>
                    <a:close/>
                    <a:moveTo>
                      <a:pt x="1291" y="753"/>
                    </a:moveTo>
                    <a:cubicBezTo>
                      <a:pt x="1291" y="789"/>
                      <a:pt x="1291" y="824"/>
                      <a:pt x="1291" y="861"/>
                    </a:cubicBezTo>
                    <a:cubicBezTo>
                      <a:pt x="1220" y="861"/>
                      <a:pt x="1149" y="861"/>
                      <a:pt x="1076" y="861"/>
                    </a:cubicBezTo>
                    <a:cubicBezTo>
                      <a:pt x="1076" y="896"/>
                      <a:pt x="1076" y="932"/>
                      <a:pt x="1076" y="968"/>
                    </a:cubicBezTo>
                    <a:cubicBezTo>
                      <a:pt x="1040" y="968"/>
                      <a:pt x="1005" y="968"/>
                      <a:pt x="968" y="968"/>
                    </a:cubicBezTo>
                    <a:cubicBezTo>
                      <a:pt x="968" y="1004"/>
                      <a:pt x="968" y="1039"/>
                      <a:pt x="968" y="1076"/>
                    </a:cubicBezTo>
                    <a:cubicBezTo>
                      <a:pt x="933" y="1076"/>
                      <a:pt x="897" y="1076"/>
                      <a:pt x="861" y="1076"/>
                    </a:cubicBezTo>
                    <a:cubicBezTo>
                      <a:pt x="861" y="1182"/>
                      <a:pt x="861" y="1289"/>
                      <a:pt x="861" y="1399"/>
                    </a:cubicBezTo>
                    <a:cubicBezTo>
                      <a:pt x="825" y="1399"/>
                      <a:pt x="790" y="1399"/>
                      <a:pt x="753" y="1399"/>
                    </a:cubicBezTo>
                    <a:cubicBezTo>
                      <a:pt x="753" y="6653"/>
                      <a:pt x="753" y="11907"/>
                      <a:pt x="753" y="17321"/>
                    </a:cubicBezTo>
                    <a:cubicBezTo>
                      <a:pt x="824" y="17321"/>
                      <a:pt x="895" y="17321"/>
                      <a:pt x="968" y="17321"/>
                    </a:cubicBezTo>
                    <a:cubicBezTo>
                      <a:pt x="968" y="17214"/>
                      <a:pt x="968" y="17108"/>
                      <a:pt x="968" y="16998"/>
                    </a:cubicBezTo>
                    <a:cubicBezTo>
                      <a:pt x="1004" y="16998"/>
                      <a:pt x="1039" y="16998"/>
                      <a:pt x="1076" y="16998"/>
                    </a:cubicBezTo>
                    <a:cubicBezTo>
                      <a:pt x="1076" y="16891"/>
                      <a:pt x="1076" y="16785"/>
                      <a:pt x="1076" y="16675"/>
                    </a:cubicBezTo>
                    <a:cubicBezTo>
                      <a:pt x="1111" y="16675"/>
                      <a:pt x="1147" y="16675"/>
                      <a:pt x="1183" y="16675"/>
                    </a:cubicBezTo>
                    <a:cubicBezTo>
                      <a:pt x="1183" y="16569"/>
                      <a:pt x="1183" y="16462"/>
                      <a:pt x="1183" y="16352"/>
                    </a:cubicBezTo>
                    <a:cubicBezTo>
                      <a:pt x="1219" y="16352"/>
                      <a:pt x="1254" y="16352"/>
                      <a:pt x="1291" y="16352"/>
                    </a:cubicBezTo>
                    <a:cubicBezTo>
                      <a:pt x="1291" y="16210"/>
                      <a:pt x="1291" y="16068"/>
                      <a:pt x="1291" y="15922"/>
                    </a:cubicBezTo>
                    <a:cubicBezTo>
                      <a:pt x="1326" y="15922"/>
                      <a:pt x="1362" y="15922"/>
                      <a:pt x="1399" y="15922"/>
                    </a:cubicBezTo>
                    <a:cubicBezTo>
                      <a:pt x="1399" y="15816"/>
                      <a:pt x="1399" y="15709"/>
                      <a:pt x="1399" y="15599"/>
                    </a:cubicBezTo>
                    <a:cubicBezTo>
                      <a:pt x="1434" y="15599"/>
                      <a:pt x="1470" y="15599"/>
                      <a:pt x="1506" y="15599"/>
                    </a:cubicBezTo>
                    <a:cubicBezTo>
                      <a:pt x="1506" y="15493"/>
                      <a:pt x="1506" y="15386"/>
                      <a:pt x="1506" y="15277"/>
                    </a:cubicBezTo>
                    <a:cubicBezTo>
                      <a:pt x="1542" y="15277"/>
                      <a:pt x="1577" y="15277"/>
                      <a:pt x="1614" y="15277"/>
                    </a:cubicBezTo>
                    <a:cubicBezTo>
                      <a:pt x="1614" y="15135"/>
                      <a:pt x="1614" y="14993"/>
                      <a:pt x="1614" y="14846"/>
                    </a:cubicBezTo>
                    <a:cubicBezTo>
                      <a:pt x="1649" y="14846"/>
                      <a:pt x="1685" y="14846"/>
                      <a:pt x="1721" y="14846"/>
                    </a:cubicBezTo>
                    <a:cubicBezTo>
                      <a:pt x="1721" y="14740"/>
                      <a:pt x="1721" y="14633"/>
                      <a:pt x="1721" y="14524"/>
                    </a:cubicBezTo>
                    <a:cubicBezTo>
                      <a:pt x="1757" y="14524"/>
                      <a:pt x="1792" y="14524"/>
                      <a:pt x="1829" y="14524"/>
                    </a:cubicBezTo>
                    <a:cubicBezTo>
                      <a:pt x="1829" y="14417"/>
                      <a:pt x="1829" y="14311"/>
                      <a:pt x="1829" y="14201"/>
                    </a:cubicBezTo>
                    <a:cubicBezTo>
                      <a:pt x="1864" y="14201"/>
                      <a:pt x="1900" y="14201"/>
                      <a:pt x="1936" y="14201"/>
                    </a:cubicBezTo>
                    <a:cubicBezTo>
                      <a:pt x="1936" y="14059"/>
                      <a:pt x="1936" y="13917"/>
                      <a:pt x="1936" y="13770"/>
                    </a:cubicBezTo>
                    <a:cubicBezTo>
                      <a:pt x="1972" y="13770"/>
                      <a:pt x="2007" y="13770"/>
                      <a:pt x="2044" y="13770"/>
                    </a:cubicBezTo>
                    <a:cubicBezTo>
                      <a:pt x="2044" y="13664"/>
                      <a:pt x="2044" y="13557"/>
                      <a:pt x="2044" y="13448"/>
                    </a:cubicBezTo>
                    <a:cubicBezTo>
                      <a:pt x="2080" y="13448"/>
                      <a:pt x="2115" y="13448"/>
                      <a:pt x="2152" y="13448"/>
                    </a:cubicBezTo>
                    <a:cubicBezTo>
                      <a:pt x="2152" y="13306"/>
                      <a:pt x="2152" y="13164"/>
                      <a:pt x="2152" y="13017"/>
                    </a:cubicBezTo>
                    <a:cubicBezTo>
                      <a:pt x="2187" y="13017"/>
                      <a:pt x="2223" y="13017"/>
                      <a:pt x="2259" y="13017"/>
                    </a:cubicBezTo>
                    <a:cubicBezTo>
                      <a:pt x="2259" y="12911"/>
                      <a:pt x="2259" y="12804"/>
                      <a:pt x="2259" y="12695"/>
                    </a:cubicBezTo>
                    <a:cubicBezTo>
                      <a:pt x="2295" y="12695"/>
                      <a:pt x="2330" y="12695"/>
                      <a:pt x="2367" y="12695"/>
                    </a:cubicBezTo>
                    <a:cubicBezTo>
                      <a:pt x="2367" y="12553"/>
                      <a:pt x="2367" y="12411"/>
                      <a:pt x="2367" y="12264"/>
                    </a:cubicBezTo>
                    <a:cubicBezTo>
                      <a:pt x="2402" y="12264"/>
                      <a:pt x="2438" y="12264"/>
                      <a:pt x="2474" y="12264"/>
                    </a:cubicBezTo>
                    <a:cubicBezTo>
                      <a:pt x="2474" y="12158"/>
                      <a:pt x="2474" y="12051"/>
                      <a:pt x="2474" y="11942"/>
                    </a:cubicBezTo>
                    <a:cubicBezTo>
                      <a:pt x="2510" y="11942"/>
                      <a:pt x="2545" y="11942"/>
                      <a:pt x="2582" y="11942"/>
                    </a:cubicBezTo>
                    <a:cubicBezTo>
                      <a:pt x="2582" y="11800"/>
                      <a:pt x="2582" y="11658"/>
                      <a:pt x="2582" y="11511"/>
                    </a:cubicBezTo>
                    <a:cubicBezTo>
                      <a:pt x="2617" y="11511"/>
                      <a:pt x="2653" y="11511"/>
                      <a:pt x="2690" y="11511"/>
                    </a:cubicBezTo>
                    <a:cubicBezTo>
                      <a:pt x="2690" y="11405"/>
                      <a:pt x="2690" y="11298"/>
                      <a:pt x="2690" y="11189"/>
                    </a:cubicBezTo>
                    <a:cubicBezTo>
                      <a:pt x="2725" y="11189"/>
                      <a:pt x="2761" y="11189"/>
                      <a:pt x="2797" y="11189"/>
                    </a:cubicBezTo>
                    <a:cubicBezTo>
                      <a:pt x="2797" y="11047"/>
                      <a:pt x="2797" y="10905"/>
                      <a:pt x="2797" y="10758"/>
                    </a:cubicBezTo>
                    <a:cubicBezTo>
                      <a:pt x="2833" y="10758"/>
                      <a:pt x="2868" y="10758"/>
                      <a:pt x="2905" y="10758"/>
                    </a:cubicBezTo>
                    <a:cubicBezTo>
                      <a:pt x="2905" y="10652"/>
                      <a:pt x="2905" y="10545"/>
                      <a:pt x="2905" y="10435"/>
                    </a:cubicBezTo>
                    <a:cubicBezTo>
                      <a:pt x="2940" y="10435"/>
                      <a:pt x="2976" y="10435"/>
                      <a:pt x="3012" y="10435"/>
                    </a:cubicBezTo>
                    <a:cubicBezTo>
                      <a:pt x="3012" y="10329"/>
                      <a:pt x="3012" y="10222"/>
                      <a:pt x="3012" y="10113"/>
                    </a:cubicBezTo>
                    <a:cubicBezTo>
                      <a:pt x="3048" y="10113"/>
                      <a:pt x="3083" y="10113"/>
                      <a:pt x="3120" y="10113"/>
                    </a:cubicBezTo>
                    <a:cubicBezTo>
                      <a:pt x="3120" y="9971"/>
                      <a:pt x="3120" y="9829"/>
                      <a:pt x="3120" y="9682"/>
                    </a:cubicBezTo>
                    <a:cubicBezTo>
                      <a:pt x="3155" y="9682"/>
                      <a:pt x="3191" y="9682"/>
                      <a:pt x="3227" y="9682"/>
                    </a:cubicBezTo>
                    <a:cubicBezTo>
                      <a:pt x="3227" y="9576"/>
                      <a:pt x="3227" y="9469"/>
                      <a:pt x="3227" y="9360"/>
                    </a:cubicBezTo>
                    <a:cubicBezTo>
                      <a:pt x="3263" y="9360"/>
                      <a:pt x="3298" y="9360"/>
                      <a:pt x="3335" y="9360"/>
                    </a:cubicBezTo>
                    <a:cubicBezTo>
                      <a:pt x="3335" y="9218"/>
                      <a:pt x="3335" y="9076"/>
                      <a:pt x="3335" y="8929"/>
                    </a:cubicBezTo>
                    <a:cubicBezTo>
                      <a:pt x="3371" y="8929"/>
                      <a:pt x="3406" y="8929"/>
                      <a:pt x="3443" y="8929"/>
                    </a:cubicBezTo>
                    <a:cubicBezTo>
                      <a:pt x="3443" y="8823"/>
                      <a:pt x="3443" y="8716"/>
                      <a:pt x="3443" y="8607"/>
                    </a:cubicBezTo>
                    <a:cubicBezTo>
                      <a:pt x="3478" y="8607"/>
                      <a:pt x="3514" y="8607"/>
                      <a:pt x="3550" y="8607"/>
                    </a:cubicBezTo>
                    <a:cubicBezTo>
                      <a:pt x="3550" y="8500"/>
                      <a:pt x="3550" y="8394"/>
                      <a:pt x="3550" y="8284"/>
                    </a:cubicBezTo>
                    <a:cubicBezTo>
                      <a:pt x="3586" y="8284"/>
                      <a:pt x="3621" y="8284"/>
                      <a:pt x="3658" y="8284"/>
                    </a:cubicBezTo>
                    <a:cubicBezTo>
                      <a:pt x="3658" y="8142"/>
                      <a:pt x="3658" y="8000"/>
                      <a:pt x="3658" y="7853"/>
                    </a:cubicBezTo>
                    <a:cubicBezTo>
                      <a:pt x="3693" y="7853"/>
                      <a:pt x="3729" y="7853"/>
                      <a:pt x="3765" y="7853"/>
                    </a:cubicBezTo>
                    <a:cubicBezTo>
                      <a:pt x="3765" y="7747"/>
                      <a:pt x="3765" y="7640"/>
                      <a:pt x="3765" y="7531"/>
                    </a:cubicBezTo>
                    <a:cubicBezTo>
                      <a:pt x="3801" y="7531"/>
                      <a:pt x="3836" y="7531"/>
                      <a:pt x="3873" y="7531"/>
                    </a:cubicBezTo>
                    <a:cubicBezTo>
                      <a:pt x="3873" y="7389"/>
                      <a:pt x="3873" y="7247"/>
                      <a:pt x="3873" y="7100"/>
                    </a:cubicBezTo>
                    <a:cubicBezTo>
                      <a:pt x="3908" y="7100"/>
                      <a:pt x="3944" y="7100"/>
                      <a:pt x="3981" y="7100"/>
                    </a:cubicBezTo>
                    <a:cubicBezTo>
                      <a:pt x="3981" y="6958"/>
                      <a:pt x="3981" y="6816"/>
                      <a:pt x="3981" y="6670"/>
                    </a:cubicBezTo>
                    <a:cubicBezTo>
                      <a:pt x="4016" y="6670"/>
                      <a:pt x="4052" y="6670"/>
                      <a:pt x="4088" y="6670"/>
                    </a:cubicBezTo>
                    <a:cubicBezTo>
                      <a:pt x="4088" y="6528"/>
                      <a:pt x="4088" y="6386"/>
                      <a:pt x="4088" y="6240"/>
                    </a:cubicBezTo>
                    <a:cubicBezTo>
                      <a:pt x="4124" y="6240"/>
                      <a:pt x="4159" y="6240"/>
                      <a:pt x="4196" y="6240"/>
                    </a:cubicBezTo>
                    <a:cubicBezTo>
                      <a:pt x="4196" y="6169"/>
                      <a:pt x="4196" y="6098"/>
                      <a:pt x="4196" y="6025"/>
                    </a:cubicBezTo>
                    <a:cubicBezTo>
                      <a:pt x="4231" y="6025"/>
                      <a:pt x="4267" y="6025"/>
                      <a:pt x="4303" y="6025"/>
                    </a:cubicBezTo>
                    <a:cubicBezTo>
                      <a:pt x="4303" y="5954"/>
                      <a:pt x="4303" y="5883"/>
                      <a:pt x="4303" y="5809"/>
                    </a:cubicBezTo>
                    <a:cubicBezTo>
                      <a:pt x="4339" y="5809"/>
                      <a:pt x="4374" y="5809"/>
                      <a:pt x="4411" y="5809"/>
                    </a:cubicBezTo>
                    <a:cubicBezTo>
                      <a:pt x="4411" y="5774"/>
                      <a:pt x="4411" y="5738"/>
                      <a:pt x="4411" y="5702"/>
                    </a:cubicBezTo>
                    <a:cubicBezTo>
                      <a:pt x="4446" y="5702"/>
                      <a:pt x="4482" y="5702"/>
                      <a:pt x="4518" y="5702"/>
                    </a:cubicBezTo>
                    <a:cubicBezTo>
                      <a:pt x="4518" y="5666"/>
                      <a:pt x="4518" y="5631"/>
                      <a:pt x="4518" y="5594"/>
                    </a:cubicBezTo>
                    <a:cubicBezTo>
                      <a:pt x="4554" y="5594"/>
                      <a:pt x="4589" y="5594"/>
                      <a:pt x="4626" y="5594"/>
                    </a:cubicBezTo>
                    <a:cubicBezTo>
                      <a:pt x="4626" y="5559"/>
                      <a:pt x="4626" y="5523"/>
                      <a:pt x="4626" y="5487"/>
                    </a:cubicBezTo>
                    <a:cubicBezTo>
                      <a:pt x="4662" y="5487"/>
                      <a:pt x="4697" y="5487"/>
                      <a:pt x="4734" y="5487"/>
                    </a:cubicBezTo>
                    <a:cubicBezTo>
                      <a:pt x="4734" y="5451"/>
                      <a:pt x="4734" y="5416"/>
                      <a:pt x="4734" y="5379"/>
                    </a:cubicBezTo>
                    <a:cubicBezTo>
                      <a:pt x="4769" y="5379"/>
                      <a:pt x="4805" y="5379"/>
                      <a:pt x="4841" y="5379"/>
                    </a:cubicBezTo>
                    <a:cubicBezTo>
                      <a:pt x="4841" y="5344"/>
                      <a:pt x="4841" y="5308"/>
                      <a:pt x="4841" y="5272"/>
                    </a:cubicBezTo>
                    <a:cubicBezTo>
                      <a:pt x="4912" y="5272"/>
                      <a:pt x="4983" y="5272"/>
                      <a:pt x="5056" y="5272"/>
                    </a:cubicBezTo>
                    <a:cubicBezTo>
                      <a:pt x="5056" y="5236"/>
                      <a:pt x="5056" y="5201"/>
                      <a:pt x="5056" y="5164"/>
                    </a:cubicBezTo>
                    <a:cubicBezTo>
                      <a:pt x="5163" y="5164"/>
                      <a:pt x="5269" y="5164"/>
                      <a:pt x="5379" y="5164"/>
                    </a:cubicBezTo>
                    <a:cubicBezTo>
                      <a:pt x="5379" y="5128"/>
                      <a:pt x="5379" y="5093"/>
                      <a:pt x="5379" y="5056"/>
                    </a:cubicBezTo>
                    <a:cubicBezTo>
                      <a:pt x="10456" y="5056"/>
                      <a:pt x="15533" y="5056"/>
                      <a:pt x="20763" y="5056"/>
                    </a:cubicBezTo>
                    <a:cubicBezTo>
                      <a:pt x="20763" y="5021"/>
                      <a:pt x="20763" y="4985"/>
                      <a:pt x="20763" y="4949"/>
                    </a:cubicBezTo>
                    <a:cubicBezTo>
                      <a:pt x="20799" y="4949"/>
                      <a:pt x="20834" y="4949"/>
                      <a:pt x="20871" y="4949"/>
                    </a:cubicBezTo>
                    <a:cubicBezTo>
                      <a:pt x="20876" y="4772"/>
                      <a:pt x="20880" y="4595"/>
                      <a:pt x="20882" y="4418"/>
                    </a:cubicBezTo>
                    <a:cubicBezTo>
                      <a:pt x="20883" y="4336"/>
                      <a:pt x="20885" y="4254"/>
                      <a:pt x="20887" y="4172"/>
                    </a:cubicBezTo>
                    <a:cubicBezTo>
                      <a:pt x="20907" y="3501"/>
                      <a:pt x="20907" y="3501"/>
                      <a:pt x="20713" y="3283"/>
                    </a:cubicBezTo>
                    <a:cubicBezTo>
                      <a:pt x="20694" y="3265"/>
                      <a:pt x="20675" y="3246"/>
                      <a:pt x="20656" y="3227"/>
                    </a:cubicBezTo>
                    <a:cubicBezTo>
                      <a:pt x="20646" y="3217"/>
                      <a:pt x="20637" y="3207"/>
                      <a:pt x="20627" y="3196"/>
                    </a:cubicBezTo>
                    <a:cubicBezTo>
                      <a:pt x="20556" y="3121"/>
                      <a:pt x="20556" y="3121"/>
                      <a:pt x="20491" y="3109"/>
                    </a:cubicBezTo>
                    <a:cubicBezTo>
                      <a:pt x="20472" y="3111"/>
                      <a:pt x="20453" y="3112"/>
                      <a:pt x="20434" y="3113"/>
                    </a:cubicBezTo>
                    <a:cubicBezTo>
                      <a:pt x="20415" y="3114"/>
                      <a:pt x="20396" y="3115"/>
                      <a:pt x="20376" y="3116"/>
                    </a:cubicBezTo>
                    <a:cubicBezTo>
                      <a:pt x="20362" y="3117"/>
                      <a:pt x="20348" y="3119"/>
                      <a:pt x="20333" y="3120"/>
                    </a:cubicBezTo>
                    <a:cubicBezTo>
                      <a:pt x="20333" y="3084"/>
                      <a:pt x="20333" y="3049"/>
                      <a:pt x="20333" y="3012"/>
                    </a:cubicBezTo>
                    <a:cubicBezTo>
                      <a:pt x="16925" y="3012"/>
                      <a:pt x="13517" y="3012"/>
                      <a:pt x="10005" y="3012"/>
                    </a:cubicBezTo>
                    <a:cubicBezTo>
                      <a:pt x="10005" y="2977"/>
                      <a:pt x="10005" y="2941"/>
                      <a:pt x="10005" y="2905"/>
                    </a:cubicBezTo>
                    <a:cubicBezTo>
                      <a:pt x="9970" y="2905"/>
                      <a:pt x="9934" y="2905"/>
                      <a:pt x="9898" y="2905"/>
                    </a:cubicBezTo>
                    <a:cubicBezTo>
                      <a:pt x="9898" y="2869"/>
                      <a:pt x="9898" y="2834"/>
                      <a:pt x="9898" y="2797"/>
                    </a:cubicBezTo>
                    <a:cubicBezTo>
                      <a:pt x="9862" y="2797"/>
                      <a:pt x="9827" y="2797"/>
                      <a:pt x="9790" y="2797"/>
                    </a:cubicBezTo>
                    <a:cubicBezTo>
                      <a:pt x="9790" y="2762"/>
                      <a:pt x="9790" y="2726"/>
                      <a:pt x="9790" y="2690"/>
                    </a:cubicBezTo>
                    <a:cubicBezTo>
                      <a:pt x="9754" y="2690"/>
                      <a:pt x="9719" y="2690"/>
                      <a:pt x="9682" y="2690"/>
                    </a:cubicBezTo>
                    <a:cubicBezTo>
                      <a:pt x="9682" y="2654"/>
                      <a:pt x="9682" y="2619"/>
                      <a:pt x="9682" y="2582"/>
                    </a:cubicBezTo>
                    <a:cubicBezTo>
                      <a:pt x="9647" y="2582"/>
                      <a:pt x="9611" y="2582"/>
                      <a:pt x="9575" y="2582"/>
                    </a:cubicBezTo>
                    <a:cubicBezTo>
                      <a:pt x="9575" y="2546"/>
                      <a:pt x="9575" y="2511"/>
                      <a:pt x="9575" y="2474"/>
                    </a:cubicBezTo>
                    <a:cubicBezTo>
                      <a:pt x="9539" y="2474"/>
                      <a:pt x="9504" y="2474"/>
                      <a:pt x="9467" y="2474"/>
                    </a:cubicBezTo>
                    <a:cubicBezTo>
                      <a:pt x="9467" y="2403"/>
                      <a:pt x="9467" y="2332"/>
                      <a:pt x="9467" y="2259"/>
                    </a:cubicBezTo>
                    <a:cubicBezTo>
                      <a:pt x="9432" y="2259"/>
                      <a:pt x="9396" y="2259"/>
                      <a:pt x="9360" y="2259"/>
                    </a:cubicBezTo>
                    <a:cubicBezTo>
                      <a:pt x="9360" y="2224"/>
                      <a:pt x="9360" y="2188"/>
                      <a:pt x="9360" y="2152"/>
                    </a:cubicBezTo>
                    <a:cubicBezTo>
                      <a:pt x="9324" y="2152"/>
                      <a:pt x="9289" y="2152"/>
                      <a:pt x="9252" y="2152"/>
                    </a:cubicBezTo>
                    <a:cubicBezTo>
                      <a:pt x="9252" y="2116"/>
                      <a:pt x="9252" y="2081"/>
                      <a:pt x="9252" y="2044"/>
                    </a:cubicBezTo>
                    <a:cubicBezTo>
                      <a:pt x="9217" y="2044"/>
                      <a:pt x="9181" y="2044"/>
                      <a:pt x="9144" y="2044"/>
                    </a:cubicBezTo>
                    <a:cubicBezTo>
                      <a:pt x="9144" y="2009"/>
                      <a:pt x="9144" y="1973"/>
                      <a:pt x="9144" y="1936"/>
                    </a:cubicBezTo>
                    <a:cubicBezTo>
                      <a:pt x="9109" y="1936"/>
                      <a:pt x="9073" y="1936"/>
                      <a:pt x="9037" y="1936"/>
                    </a:cubicBezTo>
                    <a:cubicBezTo>
                      <a:pt x="9037" y="1901"/>
                      <a:pt x="9037" y="1865"/>
                      <a:pt x="9037" y="1829"/>
                    </a:cubicBezTo>
                    <a:cubicBezTo>
                      <a:pt x="9001" y="1829"/>
                      <a:pt x="8966" y="1829"/>
                      <a:pt x="8929" y="1829"/>
                    </a:cubicBezTo>
                    <a:cubicBezTo>
                      <a:pt x="8929" y="1793"/>
                      <a:pt x="8929" y="1758"/>
                      <a:pt x="8929" y="1721"/>
                    </a:cubicBezTo>
                    <a:cubicBezTo>
                      <a:pt x="8894" y="1721"/>
                      <a:pt x="8858" y="1721"/>
                      <a:pt x="8822" y="1721"/>
                    </a:cubicBezTo>
                    <a:cubicBezTo>
                      <a:pt x="8822" y="1686"/>
                      <a:pt x="8822" y="1650"/>
                      <a:pt x="8822" y="1614"/>
                    </a:cubicBezTo>
                    <a:cubicBezTo>
                      <a:pt x="8786" y="1614"/>
                      <a:pt x="8751" y="1614"/>
                      <a:pt x="8714" y="1614"/>
                    </a:cubicBezTo>
                    <a:cubicBezTo>
                      <a:pt x="8714" y="1578"/>
                      <a:pt x="8714" y="1543"/>
                      <a:pt x="8714" y="1506"/>
                    </a:cubicBezTo>
                    <a:cubicBezTo>
                      <a:pt x="8679" y="1506"/>
                      <a:pt x="8643" y="1506"/>
                      <a:pt x="8607" y="1506"/>
                    </a:cubicBezTo>
                    <a:cubicBezTo>
                      <a:pt x="8607" y="1471"/>
                      <a:pt x="8607" y="1435"/>
                      <a:pt x="8607" y="1399"/>
                    </a:cubicBezTo>
                    <a:cubicBezTo>
                      <a:pt x="8571" y="1399"/>
                      <a:pt x="8536" y="1399"/>
                      <a:pt x="8499" y="1399"/>
                    </a:cubicBezTo>
                    <a:cubicBezTo>
                      <a:pt x="8499" y="1363"/>
                      <a:pt x="8499" y="1328"/>
                      <a:pt x="8499" y="1291"/>
                    </a:cubicBezTo>
                    <a:cubicBezTo>
                      <a:pt x="8463" y="1291"/>
                      <a:pt x="8428" y="1291"/>
                      <a:pt x="8391" y="1291"/>
                    </a:cubicBezTo>
                    <a:cubicBezTo>
                      <a:pt x="8391" y="1255"/>
                      <a:pt x="8391" y="1220"/>
                      <a:pt x="8391" y="1183"/>
                    </a:cubicBezTo>
                    <a:cubicBezTo>
                      <a:pt x="8356" y="1183"/>
                      <a:pt x="8320" y="1183"/>
                      <a:pt x="8284" y="1183"/>
                    </a:cubicBezTo>
                    <a:cubicBezTo>
                      <a:pt x="8284" y="1148"/>
                      <a:pt x="8284" y="1112"/>
                      <a:pt x="8284" y="1076"/>
                    </a:cubicBezTo>
                    <a:cubicBezTo>
                      <a:pt x="8248" y="1076"/>
                      <a:pt x="8213" y="1076"/>
                      <a:pt x="8176" y="1076"/>
                    </a:cubicBezTo>
                    <a:cubicBezTo>
                      <a:pt x="8176" y="1040"/>
                      <a:pt x="8176" y="1005"/>
                      <a:pt x="8176" y="968"/>
                    </a:cubicBezTo>
                    <a:cubicBezTo>
                      <a:pt x="8141" y="968"/>
                      <a:pt x="8105" y="968"/>
                      <a:pt x="8069" y="968"/>
                    </a:cubicBezTo>
                    <a:cubicBezTo>
                      <a:pt x="8069" y="933"/>
                      <a:pt x="8069" y="897"/>
                      <a:pt x="8069" y="861"/>
                    </a:cubicBezTo>
                    <a:cubicBezTo>
                      <a:pt x="7998" y="861"/>
                      <a:pt x="7927" y="861"/>
                      <a:pt x="7853" y="861"/>
                    </a:cubicBezTo>
                    <a:cubicBezTo>
                      <a:pt x="7853" y="825"/>
                      <a:pt x="7853" y="790"/>
                      <a:pt x="7853" y="753"/>
                    </a:cubicBezTo>
                    <a:cubicBezTo>
                      <a:pt x="5688" y="753"/>
                      <a:pt x="3522" y="753"/>
                      <a:pt x="1291" y="753"/>
                    </a:cubicBezTo>
                    <a:close/>
                    <a:moveTo>
                      <a:pt x="5702" y="5702"/>
                    </a:moveTo>
                    <a:cubicBezTo>
                      <a:pt x="5702" y="5737"/>
                      <a:pt x="5702" y="5773"/>
                      <a:pt x="5702" y="5809"/>
                    </a:cubicBezTo>
                    <a:cubicBezTo>
                      <a:pt x="5560" y="5809"/>
                      <a:pt x="5418" y="5809"/>
                      <a:pt x="5272" y="5809"/>
                    </a:cubicBezTo>
                    <a:cubicBezTo>
                      <a:pt x="5272" y="5845"/>
                      <a:pt x="5272" y="5880"/>
                      <a:pt x="5272" y="5917"/>
                    </a:cubicBezTo>
                    <a:cubicBezTo>
                      <a:pt x="5236" y="5917"/>
                      <a:pt x="5201" y="5917"/>
                      <a:pt x="5164" y="5917"/>
                    </a:cubicBezTo>
                    <a:cubicBezTo>
                      <a:pt x="5164" y="5953"/>
                      <a:pt x="5164" y="5988"/>
                      <a:pt x="5164" y="6025"/>
                    </a:cubicBezTo>
                    <a:cubicBezTo>
                      <a:pt x="5128" y="6025"/>
                      <a:pt x="5093" y="6025"/>
                      <a:pt x="5056" y="6025"/>
                    </a:cubicBezTo>
                    <a:cubicBezTo>
                      <a:pt x="5056" y="6060"/>
                      <a:pt x="5056" y="6096"/>
                      <a:pt x="5056" y="6132"/>
                    </a:cubicBezTo>
                    <a:cubicBezTo>
                      <a:pt x="5021" y="6132"/>
                      <a:pt x="4985" y="6132"/>
                      <a:pt x="4949" y="6132"/>
                    </a:cubicBezTo>
                    <a:cubicBezTo>
                      <a:pt x="4949" y="6168"/>
                      <a:pt x="4949" y="6203"/>
                      <a:pt x="4949" y="6240"/>
                    </a:cubicBezTo>
                    <a:cubicBezTo>
                      <a:pt x="4913" y="6240"/>
                      <a:pt x="4878" y="6240"/>
                      <a:pt x="4841" y="6240"/>
                    </a:cubicBezTo>
                    <a:cubicBezTo>
                      <a:pt x="4841" y="6382"/>
                      <a:pt x="4841" y="6524"/>
                      <a:pt x="4841" y="6670"/>
                    </a:cubicBezTo>
                    <a:cubicBezTo>
                      <a:pt x="4806" y="6670"/>
                      <a:pt x="4770" y="6670"/>
                      <a:pt x="4734" y="6670"/>
                    </a:cubicBezTo>
                    <a:cubicBezTo>
                      <a:pt x="4734" y="6812"/>
                      <a:pt x="4734" y="6954"/>
                      <a:pt x="4734" y="7100"/>
                    </a:cubicBezTo>
                    <a:cubicBezTo>
                      <a:pt x="4698" y="7100"/>
                      <a:pt x="4663" y="7100"/>
                      <a:pt x="4626" y="7100"/>
                    </a:cubicBezTo>
                    <a:cubicBezTo>
                      <a:pt x="4626" y="7207"/>
                      <a:pt x="4626" y="7313"/>
                      <a:pt x="4626" y="7423"/>
                    </a:cubicBezTo>
                    <a:cubicBezTo>
                      <a:pt x="4591" y="7423"/>
                      <a:pt x="4555" y="7423"/>
                      <a:pt x="4518" y="7423"/>
                    </a:cubicBezTo>
                    <a:cubicBezTo>
                      <a:pt x="4518" y="7565"/>
                      <a:pt x="4518" y="7707"/>
                      <a:pt x="4518" y="7853"/>
                    </a:cubicBezTo>
                    <a:cubicBezTo>
                      <a:pt x="4483" y="7853"/>
                      <a:pt x="4447" y="7853"/>
                      <a:pt x="4411" y="7853"/>
                    </a:cubicBezTo>
                    <a:cubicBezTo>
                      <a:pt x="4411" y="7960"/>
                      <a:pt x="4411" y="8066"/>
                      <a:pt x="4411" y="8176"/>
                    </a:cubicBezTo>
                    <a:cubicBezTo>
                      <a:pt x="4375" y="8176"/>
                      <a:pt x="4340" y="8176"/>
                      <a:pt x="4303" y="8176"/>
                    </a:cubicBezTo>
                    <a:cubicBezTo>
                      <a:pt x="4303" y="8318"/>
                      <a:pt x="4303" y="8460"/>
                      <a:pt x="4303" y="8607"/>
                    </a:cubicBezTo>
                    <a:cubicBezTo>
                      <a:pt x="4268" y="8607"/>
                      <a:pt x="4232" y="8607"/>
                      <a:pt x="4196" y="8607"/>
                    </a:cubicBezTo>
                    <a:cubicBezTo>
                      <a:pt x="4196" y="8713"/>
                      <a:pt x="4196" y="8820"/>
                      <a:pt x="4196" y="8929"/>
                    </a:cubicBezTo>
                    <a:cubicBezTo>
                      <a:pt x="4160" y="8929"/>
                      <a:pt x="4125" y="8929"/>
                      <a:pt x="4088" y="8929"/>
                    </a:cubicBezTo>
                    <a:cubicBezTo>
                      <a:pt x="4088" y="9071"/>
                      <a:pt x="4088" y="9213"/>
                      <a:pt x="4088" y="9360"/>
                    </a:cubicBezTo>
                    <a:cubicBezTo>
                      <a:pt x="4053" y="9360"/>
                      <a:pt x="4017" y="9360"/>
                      <a:pt x="3981" y="9360"/>
                    </a:cubicBezTo>
                    <a:cubicBezTo>
                      <a:pt x="3981" y="9466"/>
                      <a:pt x="3981" y="9573"/>
                      <a:pt x="3981" y="9682"/>
                    </a:cubicBezTo>
                    <a:cubicBezTo>
                      <a:pt x="3945" y="9682"/>
                      <a:pt x="3910" y="9682"/>
                      <a:pt x="3873" y="9682"/>
                    </a:cubicBezTo>
                    <a:cubicBezTo>
                      <a:pt x="3873" y="9824"/>
                      <a:pt x="3873" y="9966"/>
                      <a:pt x="3873" y="10113"/>
                    </a:cubicBezTo>
                    <a:cubicBezTo>
                      <a:pt x="3837" y="10113"/>
                      <a:pt x="3802" y="10113"/>
                      <a:pt x="3765" y="10113"/>
                    </a:cubicBezTo>
                    <a:cubicBezTo>
                      <a:pt x="3765" y="10219"/>
                      <a:pt x="3765" y="10326"/>
                      <a:pt x="3765" y="10435"/>
                    </a:cubicBezTo>
                    <a:cubicBezTo>
                      <a:pt x="3730" y="10435"/>
                      <a:pt x="3694" y="10435"/>
                      <a:pt x="3658" y="10435"/>
                    </a:cubicBezTo>
                    <a:cubicBezTo>
                      <a:pt x="3658" y="10577"/>
                      <a:pt x="3658" y="10719"/>
                      <a:pt x="3658" y="10866"/>
                    </a:cubicBezTo>
                    <a:cubicBezTo>
                      <a:pt x="3622" y="10866"/>
                      <a:pt x="3587" y="10866"/>
                      <a:pt x="3550" y="10866"/>
                    </a:cubicBezTo>
                    <a:cubicBezTo>
                      <a:pt x="3550" y="10972"/>
                      <a:pt x="3550" y="11079"/>
                      <a:pt x="3550" y="11189"/>
                    </a:cubicBezTo>
                    <a:cubicBezTo>
                      <a:pt x="3515" y="11189"/>
                      <a:pt x="3479" y="11189"/>
                      <a:pt x="3443" y="11189"/>
                    </a:cubicBezTo>
                    <a:cubicBezTo>
                      <a:pt x="3443" y="11331"/>
                      <a:pt x="3443" y="11473"/>
                      <a:pt x="3443" y="11619"/>
                    </a:cubicBezTo>
                    <a:cubicBezTo>
                      <a:pt x="3407" y="11619"/>
                      <a:pt x="3372" y="11619"/>
                      <a:pt x="3335" y="11619"/>
                    </a:cubicBezTo>
                    <a:cubicBezTo>
                      <a:pt x="3335" y="11725"/>
                      <a:pt x="3335" y="11832"/>
                      <a:pt x="3335" y="11942"/>
                    </a:cubicBezTo>
                    <a:cubicBezTo>
                      <a:pt x="3300" y="11942"/>
                      <a:pt x="3264" y="11942"/>
                      <a:pt x="3227" y="11942"/>
                    </a:cubicBezTo>
                    <a:cubicBezTo>
                      <a:pt x="3227" y="12084"/>
                      <a:pt x="3227" y="12226"/>
                      <a:pt x="3227" y="12372"/>
                    </a:cubicBezTo>
                    <a:cubicBezTo>
                      <a:pt x="3192" y="12372"/>
                      <a:pt x="3156" y="12372"/>
                      <a:pt x="3120" y="12372"/>
                    </a:cubicBezTo>
                    <a:cubicBezTo>
                      <a:pt x="3120" y="12478"/>
                      <a:pt x="3120" y="12585"/>
                      <a:pt x="3120" y="12695"/>
                    </a:cubicBezTo>
                    <a:cubicBezTo>
                      <a:pt x="3084" y="12695"/>
                      <a:pt x="3049" y="12695"/>
                      <a:pt x="3012" y="12695"/>
                    </a:cubicBezTo>
                    <a:cubicBezTo>
                      <a:pt x="3012" y="12837"/>
                      <a:pt x="3012" y="12979"/>
                      <a:pt x="3012" y="13125"/>
                    </a:cubicBezTo>
                    <a:cubicBezTo>
                      <a:pt x="2977" y="13125"/>
                      <a:pt x="2941" y="13125"/>
                      <a:pt x="2905" y="13125"/>
                    </a:cubicBezTo>
                    <a:cubicBezTo>
                      <a:pt x="2905" y="13232"/>
                      <a:pt x="2905" y="13338"/>
                      <a:pt x="2905" y="13448"/>
                    </a:cubicBezTo>
                    <a:cubicBezTo>
                      <a:pt x="2869" y="13448"/>
                      <a:pt x="2834" y="13448"/>
                      <a:pt x="2797" y="13448"/>
                    </a:cubicBezTo>
                    <a:cubicBezTo>
                      <a:pt x="2797" y="13590"/>
                      <a:pt x="2797" y="13732"/>
                      <a:pt x="2797" y="13878"/>
                    </a:cubicBezTo>
                    <a:cubicBezTo>
                      <a:pt x="2762" y="13878"/>
                      <a:pt x="2726" y="13878"/>
                      <a:pt x="2690" y="13878"/>
                    </a:cubicBezTo>
                    <a:cubicBezTo>
                      <a:pt x="2690" y="13985"/>
                      <a:pt x="2690" y="14091"/>
                      <a:pt x="2690" y="14201"/>
                    </a:cubicBezTo>
                    <a:cubicBezTo>
                      <a:pt x="2654" y="14201"/>
                      <a:pt x="2619" y="14201"/>
                      <a:pt x="2582" y="14201"/>
                    </a:cubicBezTo>
                    <a:cubicBezTo>
                      <a:pt x="2582" y="14307"/>
                      <a:pt x="2582" y="14414"/>
                      <a:pt x="2582" y="14524"/>
                    </a:cubicBezTo>
                    <a:cubicBezTo>
                      <a:pt x="2546" y="14524"/>
                      <a:pt x="2511" y="14524"/>
                      <a:pt x="2474" y="14524"/>
                    </a:cubicBezTo>
                    <a:cubicBezTo>
                      <a:pt x="2474" y="14666"/>
                      <a:pt x="2474" y="14808"/>
                      <a:pt x="2474" y="14954"/>
                    </a:cubicBezTo>
                    <a:cubicBezTo>
                      <a:pt x="2439" y="14954"/>
                      <a:pt x="2403" y="14954"/>
                      <a:pt x="2367" y="14954"/>
                    </a:cubicBezTo>
                    <a:cubicBezTo>
                      <a:pt x="2367" y="15060"/>
                      <a:pt x="2367" y="15167"/>
                      <a:pt x="2367" y="15277"/>
                    </a:cubicBezTo>
                    <a:cubicBezTo>
                      <a:pt x="2331" y="15277"/>
                      <a:pt x="2296" y="15277"/>
                      <a:pt x="2259" y="15277"/>
                    </a:cubicBezTo>
                    <a:cubicBezTo>
                      <a:pt x="2259" y="15419"/>
                      <a:pt x="2259" y="15561"/>
                      <a:pt x="2259" y="15707"/>
                    </a:cubicBezTo>
                    <a:cubicBezTo>
                      <a:pt x="2224" y="15707"/>
                      <a:pt x="2188" y="15707"/>
                      <a:pt x="2152" y="15707"/>
                    </a:cubicBezTo>
                    <a:cubicBezTo>
                      <a:pt x="2152" y="15813"/>
                      <a:pt x="2152" y="15920"/>
                      <a:pt x="2152" y="16030"/>
                    </a:cubicBezTo>
                    <a:cubicBezTo>
                      <a:pt x="2116" y="16030"/>
                      <a:pt x="2081" y="16030"/>
                      <a:pt x="2044" y="16030"/>
                    </a:cubicBezTo>
                    <a:cubicBezTo>
                      <a:pt x="2044" y="16172"/>
                      <a:pt x="2044" y="16314"/>
                      <a:pt x="2044" y="16460"/>
                    </a:cubicBezTo>
                    <a:cubicBezTo>
                      <a:pt x="2009" y="16460"/>
                      <a:pt x="1973" y="16460"/>
                      <a:pt x="1936" y="16460"/>
                    </a:cubicBezTo>
                    <a:cubicBezTo>
                      <a:pt x="1936" y="16567"/>
                      <a:pt x="1936" y="16673"/>
                      <a:pt x="1936" y="16783"/>
                    </a:cubicBezTo>
                    <a:cubicBezTo>
                      <a:pt x="1901" y="16783"/>
                      <a:pt x="1865" y="16783"/>
                      <a:pt x="1829" y="16783"/>
                    </a:cubicBezTo>
                    <a:cubicBezTo>
                      <a:pt x="1829" y="16925"/>
                      <a:pt x="1829" y="17067"/>
                      <a:pt x="1829" y="17213"/>
                    </a:cubicBezTo>
                    <a:cubicBezTo>
                      <a:pt x="1793" y="17213"/>
                      <a:pt x="1758" y="17213"/>
                      <a:pt x="1721" y="17213"/>
                    </a:cubicBezTo>
                    <a:cubicBezTo>
                      <a:pt x="1721" y="17320"/>
                      <a:pt x="1721" y="17426"/>
                      <a:pt x="1721" y="17536"/>
                    </a:cubicBezTo>
                    <a:cubicBezTo>
                      <a:pt x="1686" y="17536"/>
                      <a:pt x="1650" y="17536"/>
                      <a:pt x="1614" y="17536"/>
                    </a:cubicBezTo>
                    <a:cubicBezTo>
                      <a:pt x="1614" y="17678"/>
                      <a:pt x="1614" y="17820"/>
                      <a:pt x="1614" y="17966"/>
                    </a:cubicBezTo>
                    <a:cubicBezTo>
                      <a:pt x="1578" y="17966"/>
                      <a:pt x="1543" y="17966"/>
                      <a:pt x="1506" y="17966"/>
                    </a:cubicBezTo>
                    <a:cubicBezTo>
                      <a:pt x="1506" y="18073"/>
                      <a:pt x="1506" y="18179"/>
                      <a:pt x="1506" y="18289"/>
                    </a:cubicBezTo>
                    <a:cubicBezTo>
                      <a:pt x="1471" y="18289"/>
                      <a:pt x="1435" y="18289"/>
                      <a:pt x="1399" y="18289"/>
                    </a:cubicBezTo>
                    <a:cubicBezTo>
                      <a:pt x="1399" y="18324"/>
                      <a:pt x="1399" y="18360"/>
                      <a:pt x="1399" y="18397"/>
                    </a:cubicBezTo>
                    <a:cubicBezTo>
                      <a:pt x="1434" y="18397"/>
                      <a:pt x="1470" y="18397"/>
                      <a:pt x="1506" y="18397"/>
                    </a:cubicBezTo>
                    <a:cubicBezTo>
                      <a:pt x="1506" y="18432"/>
                      <a:pt x="1506" y="18468"/>
                      <a:pt x="1506" y="18504"/>
                    </a:cubicBezTo>
                    <a:cubicBezTo>
                      <a:pt x="7719" y="18504"/>
                      <a:pt x="13932" y="18504"/>
                      <a:pt x="20333" y="18504"/>
                    </a:cubicBezTo>
                    <a:cubicBezTo>
                      <a:pt x="20333" y="18469"/>
                      <a:pt x="20333" y="18433"/>
                      <a:pt x="20333" y="18397"/>
                    </a:cubicBezTo>
                    <a:cubicBezTo>
                      <a:pt x="20404" y="18397"/>
                      <a:pt x="20475" y="18397"/>
                      <a:pt x="20548" y="18397"/>
                    </a:cubicBezTo>
                    <a:cubicBezTo>
                      <a:pt x="20548" y="18361"/>
                      <a:pt x="20548" y="18326"/>
                      <a:pt x="20548" y="18289"/>
                    </a:cubicBezTo>
                    <a:cubicBezTo>
                      <a:pt x="20619" y="18289"/>
                      <a:pt x="20690" y="18289"/>
                      <a:pt x="20763" y="18289"/>
                    </a:cubicBezTo>
                    <a:cubicBezTo>
                      <a:pt x="20763" y="18253"/>
                      <a:pt x="20763" y="18218"/>
                      <a:pt x="20763" y="18181"/>
                    </a:cubicBezTo>
                    <a:cubicBezTo>
                      <a:pt x="20799" y="18181"/>
                      <a:pt x="20834" y="18181"/>
                      <a:pt x="20871" y="18181"/>
                    </a:cubicBezTo>
                    <a:cubicBezTo>
                      <a:pt x="20871" y="18110"/>
                      <a:pt x="20871" y="18039"/>
                      <a:pt x="20871" y="17966"/>
                    </a:cubicBezTo>
                    <a:cubicBezTo>
                      <a:pt x="20906" y="17966"/>
                      <a:pt x="20942" y="17966"/>
                      <a:pt x="20978" y="17966"/>
                    </a:cubicBezTo>
                    <a:cubicBezTo>
                      <a:pt x="20978" y="17860"/>
                      <a:pt x="20978" y="17753"/>
                      <a:pt x="20978" y="17643"/>
                    </a:cubicBezTo>
                    <a:cubicBezTo>
                      <a:pt x="21014" y="17643"/>
                      <a:pt x="21049" y="17643"/>
                      <a:pt x="21086" y="17643"/>
                    </a:cubicBezTo>
                    <a:cubicBezTo>
                      <a:pt x="21086" y="17501"/>
                      <a:pt x="21086" y="17359"/>
                      <a:pt x="21086" y="17213"/>
                    </a:cubicBezTo>
                    <a:cubicBezTo>
                      <a:pt x="21122" y="17213"/>
                      <a:pt x="21157" y="17213"/>
                      <a:pt x="21194" y="17213"/>
                    </a:cubicBezTo>
                    <a:cubicBezTo>
                      <a:pt x="21194" y="17071"/>
                      <a:pt x="21194" y="16929"/>
                      <a:pt x="21194" y="16783"/>
                    </a:cubicBezTo>
                    <a:cubicBezTo>
                      <a:pt x="21229" y="16783"/>
                      <a:pt x="21265" y="16783"/>
                      <a:pt x="21301" y="16783"/>
                    </a:cubicBezTo>
                    <a:cubicBezTo>
                      <a:pt x="21301" y="16641"/>
                      <a:pt x="21301" y="16499"/>
                      <a:pt x="21301" y="16352"/>
                    </a:cubicBezTo>
                    <a:cubicBezTo>
                      <a:pt x="21337" y="16352"/>
                      <a:pt x="21372" y="16352"/>
                      <a:pt x="21409" y="16352"/>
                    </a:cubicBezTo>
                    <a:cubicBezTo>
                      <a:pt x="21409" y="16246"/>
                      <a:pt x="21409" y="16139"/>
                      <a:pt x="21409" y="16030"/>
                    </a:cubicBezTo>
                    <a:cubicBezTo>
                      <a:pt x="21444" y="16030"/>
                      <a:pt x="21480" y="16030"/>
                      <a:pt x="21516" y="16030"/>
                    </a:cubicBezTo>
                    <a:cubicBezTo>
                      <a:pt x="21516" y="15888"/>
                      <a:pt x="21516" y="15746"/>
                      <a:pt x="21516" y="15599"/>
                    </a:cubicBezTo>
                    <a:cubicBezTo>
                      <a:pt x="21552" y="15599"/>
                      <a:pt x="21587" y="15599"/>
                      <a:pt x="21624" y="15599"/>
                    </a:cubicBezTo>
                    <a:cubicBezTo>
                      <a:pt x="21624" y="15493"/>
                      <a:pt x="21624" y="15386"/>
                      <a:pt x="21624" y="15277"/>
                    </a:cubicBezTo>
                    <a:cubicBezTo>
                      <a:pt x="21659" y="15277"/>
                      <a:pt x="21695" y="15277"/>
                      <a:pt x="21732" y="15277"/>
                    </a:cubicBezTo>
                    <a:cubicBezTo>
                      <a:pt x="21732" y="15135"/>
                      <a:pt x="21732" y="14993"/>
                      <a:pt x="21732" y="14846"/>
                    </a:cubicBezTo>
                    <a:cubicBezTo>
                      <a:pt x="21767" y="14846"/>
                      <a:pt x="21803" y="14846"/>
                      <a:pt x="21839" y="14846"/>
                    </a:cubicBezTo>
                    <a:cubicBezTo>
                      <a:pt x="21839" y="14704"/>
                      <a:pt x="21839" y="14562"/>
                      <a:pt x="21839" y="14416"/>
                    </a:cubicBezTo>
                    <a:cubicBezTo>
                      <a:pt x="21875" y="14416"/>
                      <a:pt x="21910" y="14416"/>
                      <a:pt x="21947" y="14416"/>
                    </a:cubicBezTo>
                    <a:cubicBezTo>
                      <a:pt x="21947" y="14309"/>
                      <a:pt x="21947" y="14203"/>
                      <a:pt x="21947" y="14093"/>
                    </a:cubicBezTo>
                    <a:cubicBezTo>
                      <a:pt x="21982" y="14093"/>
                      <a:pt x="22018" y="14093"/>
                      <a:pt x="22054" y="14093"/>
                    </a:cubicBezTo>
                    <a:cubicBezTo>
                      <a:pt x="22054" y="13951"/>
                      <a:pt x="22054" y="13809"/>
                      <a:pt x="22054" y="13663"/>
                    </a:cubicBezTo>
                    <a:cubicBezTo>
                      <a:pt x="22090" y="13663"/>
                      <a:pt x="22125" y="13663"/>
                      <a:pt x="22162" y="13663"/>
                    </a:cubicBezTo>
                    <a:cubicBezTo>
                      <a:pt x="22162" y="13521"/>
                      <a:pt x="22162" y="13379"/>
                      <a:pt x="22162" y="13233"/>
                    </a:cubicBezTo>
                    <a:cubicBezTo>
                      <a:pt x="22197" y="13233"/>
                      <a:pt x="22233" y="13233"/>
                      <a:pt x="22269" y="13233"/>
                    </a:cubicBezTo>
                    <a:cubicBezTo>
                      <a:pt x="22269" y="13126"/>
                      <a:pt x="22269" y="13020"/>
                      <a:pt x="22269" y="12910"/>
                    </a:cubicBezTo>
                    <a:cubicBezTo>
                      <a:pt x="22305" y="12910"/>
                      <a:pt x="22340" y="12910"/>
                      <a:pt x="22377" y="12910"/>
                    </a:cubicBezTo>
                    <a:cubicBezTo>
                      <a:pt x="22377" y="12768"/>
                      <a:pt x="22377" y="12626"/>
                      <a:pt x="22377" y="12480"/>
                    </a:cubicBezTo>
                    <a:cubicBezTo>
                      <a:pt x="22413" y="12480"/>
                      <a:pt x="22448" y="12480"/>
                      <a:pt x="22485" y="12480"/>
                    </a:cubicBezTo>
                    <a:cubicBezTo>
                      <a:pt x="22485" y="12337"/>
                      <a:pt x="22485" y="12195"/>
                      <a:pt x="22485" y="12049"/>
                    </a:cubicBezTo>
                    <a:cubicBezTo>
                      <a:pt x="22520" y="12049"/>
                      <a:pt x="22556" y="12049"/>
                      <a:pt x="22592" y="12049"/>
                    </a:cubicBezTo>
                    <a:cubicBezTo>
                      <a:pt x="22592" y="11943"/>
                      <a:pt x="22592" y="11836"/>
                      <a:pt x="22592" y="11726"/>
                    </a:cubicBezTo>
                    <a:cubicBezTo>
                      <a:pt x="22628" y="11726"/>
                      <a:pt x="22663" y="11726"/>
                      <a:pt x="22700" y="11726"/>
                    </a:cubicBezTo>
                    <a:cubicBezTo>
                      <a:pt x="22700" y="11584"/>
                      <a:pt x="22700" y="11442"/>
                      <a:pt x="22700" y="11296"/>
                    </a:cubicBezTo>
                    <a:cubicBezTo>
                      <a:pt x="22735" y="11296"/>
                      <a:pt x="22771" y="11296"/>
                      <a:pt x="22807" y="11296"/>
                    </a:cubicBezTo>
                    <a:cubicBezTo>
                      <a:pt x="22807" y="11190"/>
                      <a:pt x="22807" y="11083"/>
                      <a:pt x="22807" y="10973"/>
                    </a:cubicBezTo>
                    <a:cubicBezTo>
                      <a:pt x="22843" y="10973"/>
                      <a:pt x="22878" y="10973"/>
                      <a:pt x="22915" y="10973"/>
                    </a:cubicBezTo>
                    <a:cubicBezTo>
                      <a:pt x="22915" y="10831"/>
                      <a:pt x="22915" y="10689"/>
                      <a:pt x="22915" y="10543"/>
                    </a:cubicBezTo>
                    <a:cubicBezTo>
                      <a:pt x="22950" y="10543"/>
                      <a:pt x="22986" y="10543"/>
                      <a:pt x="23023" y="10543"/>
                    </a:cubicBezTo>
                    <a:cubicBezTo>
                      <a:pt x="23023" y="10401"/>
                      <a:pt x="23023" y="10259"/>
                      <a:pt x="23023" y="10113"/>
                    </a:cubicBezTo>
                    <a:cubicBezTo>
                      <a:pt x="23058" y="10113"/>
                      <a:pt x="23094" y="10113"/>
                      <a:pt x="23130" y="10113"/>
                    </a:cubicBezTo>
                    <a:cubicBezTo>
                      <a:pt x="23130" y="10006"/>
                      <a:pt x="23130" y="9900"/>
                      <a:pt x="23130" y="9790"/>
                    </a:cubicBezTo>
                    <a:cubicBezTo>
                      <a:pt x="23166" y="9790"/>
                      <a:pt x="23201" y="9790"/>
                      <a:pt x="23238" y="9790"/>
                    </a:cubicBezTo>
                    <a:cubicBezTo>
                      <a:pt x="23238" y="9648"/>
                      <a:pt x="23238" y="9506"/>
                      <a:pt x="23238" y="9360"/>
                    </a:cubicBezTo>
                    <a:cubicBezTo>
                      <a:pt x="23273" y="9360"/>
                      <a:pt x="23309" y="9360"/>
                      <a:pt x="23345" y="9360"/>
                    </a:cubicBezTo>
                    <a:cubicBezTo>
                      <a:pt x="23345" y="9253"/>
                      <a:pt x="23345" y="9147"/>
                      <a:pt x="23345" y="9037"/>
                    </a:cubicBezTo>
                    <a:cubicBezTo>
                      <a:pt x="23381" y="9037"/>
                      <a:pt x="23416" y="9037"/>
                      <a:pt x="23453" y="9037"/>
                    </a:cubicBezTo>
                    <a:cubicBezTo>
                      <a:pt x="23453" y="8895"/>
                      <a:pt x="23453" y="8753"/>
                      <a:pt x="23453" y="8607"/>
                    </a:cubicBezTo>
                    <a:cubicBezTo>
                      <a:pt x="23488" y="8607"/>
                      <a:pt x="23524" y="8607"/>
                      <a:pt x="23560" y="8607"/>
                    </a:cubicBezTo>
                    <a:cubicBezTo>
                      <a:pt x="23560" y="8465"/>
                      <a:pt x="23560" y="8323"/>
                      <a:pt x="23560" y="8176"/>
                    </a:cubicBezTo>
                    <a:cubicBezTo>
                      <a:pt x="23596" y="8176"/>
                      <a:pt x="23631" y="8176"/>
                      <a:pt x="23668" y="8176"/>
                    </a:cubicBezTo>
                    <a:cubicBezTo>
                      <a:pt x="23668" y="8034"/>
                      <a:pt x="23668" y="7892"/>
                      <a:pt x="23668" y="7746"/>
                    </a:cubicBezTo>
                    <a:cubicBezTo>
                      <a:pt x="23704" y="7746"/>
                      <a:pt x="23739" y="7746"/>
                      <a:pt x="23776" y="7746"/>
                    </a:cubicBezTo>
                    <a:cubicBezTo>
                      <a:pt x="23776" y="7639"/>
                      <a:pt x="23776" y="7533"/>
                      <a:pt x="23776" y="7423"/>
                    </a:cubicBezTo>
                    <a:cubicBezTo>
                      <a:pt x="23811" y="7423"/>
                      <a:pt x="23847" y="7423"/>
                      <a:pt x="23883" y="7423"/>
                    </a:cubicBezTo>
                    <a:cubicBezTo>
                      <a:pt x="23883" y="7281"/>
                      <a:pt x="23883" y="7139"/>
                      <a:pt x="23883" y="6993"/>
                    </a:cubicBezTo>
                    <a:cubicBezTo>
                      <a:pt x="23919" y="6993"/>
                      <a:pt x="23954" y="6993"/>
                      <a:pt x="23991" y="6993"/>
                    </a:cubicBezTo>
                    <a:cubicBezTo>
                      <a:pt x="23991" y="6709"/>
                      <a:pt x="23991" y="6425"/>
                      <a:pt x="23991" y="6132"/>
                    </a:cubicBezTo>
                    <a:cubicBezTo>
                      <a:pt x="23955" y="6132"/>
                      <a:pt x="23920" y="6132"/>
                      <a:pt x="23883" y="6132"/>
                    </a:cubicBezTo>
                    <a:cubicBezTo>
                      <a:pt x="23883" y="6097"/>
                      <a:pt x="23883" y="6061"/>
                      <a:pt x="23883" y="6025"/>
                    </a:cubicBezTo>
                    <a:cubicBezTo>
                      <a:pt x="23848" y="6025"/>
                      <a:pt x="23812" y="6025"/>
                      <a:pt x="23776" y="6025"/>
                    </a:cubicBezTo>
                    <a:cubicBezTo>
                      <a:pt x="23776" y="5989"/>
                      <a:pt x="23776" y="5954"/>
                      <a:pt x="23776" y="5917"/>
                    </a:cubicBezTo>
                    <a:cubicBezTo>
                      <a:pt x="23740" y="5917"/>
                      <a:pt x="23705" y="5917"/>
                      <a:pt x="23668" y="5917"/>
                    </a:cubicBezTo>
                    <a:cubicBezTo>
                      <a:pt x="23668" y="5882"/>
                      <a:pt x="23668" y="5846"/>
                      <a:pt x="23668" y="5809"/>
                    </a:cubicBezTo>
                    <a:cubicBezTo>
                      <a:pt x="23562" y="5809"/>
                      <a:pt x="23455" y="5809"/>
                      <a:pt x="23345" y="5809"/>
                    </a:cubicBezTo>
                    <a:cubicBezTo>
                      <a:pt x="23345" y="5774"/>
                      <a:pt x="23345" y="5738"/>
                      <a:pt x="23345" y="5702"/>
                    </a:cubicBezTo>
                    <a:cubicBezTo>
                      <a:pt x="17807" y="5702"/>
                      <a:pt x="12269" y="5702"/>
                      <a:pt x="6562" y="5702"/>
                    </a:cubicBezTo>
                    <a:cubicBezTo>
                      <a:pt x="6562" y="5737"/>
                      <a:pt x="6562" y="5773"/>
                      <a:pt x="6562" y="5809"/>
                    </a:cubicBezTo>
                    <a:cubicBezTo>
                      <a:pt x="6491" y="5809"/>
                      <a:pt x="6420" y="5809"/>
                      <a:pt x="6347" y="5809"/>
                    </a:cubicBezTo>
                    <a:cubicBezTo>
                      <a:pt x="6347" y="5774"/>
                      <a:pt x="6347" y="5738"/>
                      <a:pt x="6347" y="5702"/>
                    </a:cubicBezTo>
                    <a:cubicBezTo>
                      <a:pt x="6134" y="5702"/>
                      <a:pt x="5921" y="5702"/>
                      <a:pt x="5702" y="5702"/>
                    </a:cubicBezTo>
                    <a:close/>
                  </a:path>
                </a:pathLst>
              </a:custGeom>
              <a:solidFill>
                <a:srgbClr val="251047"/>
              </a:solidFill>
              <a:ln w="683" cap="flat">
                <a:noFill/>
              </a:ln>
            </p:spPr>
          </p:sp>
          <p:sp>
            <p:nvSpPr>
              <p:cNvPr id="1062" name="ICON_TOOL_FOLDER_path_003"/>
              <p:cNvSpPr/>
              <p:nvPr/>
            </p:nvSpPr>
            <p:spPr>
              <a:xfrm>
                <a:off x="5115003" y="3426723"/>
                <a:ext cx="255661" cy="210409"/>
              </a:xfrm>
              <a:custGeom>
                <a:avLst/>
                <a:gdLst/>
                <a:ahLst/>
                <a:cxnLst/>
                <a:rect l="0" t="0" r="r" b="b"/>
                <a:pathLst>
                  <a:path w="20131" h="16568" fill="norm" stroke="0">
                    <a:moveTo>
                      <a:pt x="538" y="0"/>
                    </a:moveTo>
                    <a:cubicBezTo>
                      <a:pt x="2704" y="0"/>
                      <a:pt x="4869" y="0"/>
                      <a:pt x="7100" y="0"/>
                    </a:cubicBezTo>
                    <a:cubicBezTo>
                      <a:pt x="7100" y="36"/>
                      <a:pt x="7100" y="71"/>
                      <a:pt x="7100" y="108"/>
                    </a:cubicBezTo>
                    <a:cubicBezTo>
                      <a:pt x="7171" y="108"/>
                      <a:pt x="7242" y="108"/>
                      <a:pt x="7316" y="108"/>
                    </a:cubicBezTo>
                    <a:cubicBezTo>
                      <a:pt x="7316" y="143"/>
                      <a:pt x="7316" y="179"/>
                      <a:pt x="7316" y="215"/>
                    </a:cubicBezTo>
                    <a:cubicBezTo>
                      <a:pt x="7351" y="215"/>
                      <a:pt x="7387" y="215"/>
                      <a:pt x="7423" y="215"/>
                    </a:cubicBezTo>
                    <a:cubicBezTo>
                      <a:pt x="7423" y="251"/>
                      <a:pt x="7423" y="286"/>
                      <a:pt x="7423" y="323"/>
                    </a:cubicBezTo>
                    <a:cubicBezTo>
                      <a:pt x="7459" y="323"/>
                      <a:pt x="7494" y="323"/>
                      <a:pt x="7531" y="323"/>
                    </a:cubicBezTo>
                    <a:cubicBezTo>
                      <a:pt x="7531" y="358"/>
                      <a:pt x="7531" y="394"/>
                      <a:pt x="7531" y="430"/>
                    </a:cubicBezTo>
                    <a:cubicBezTo>
                      <a:pt x="7566" y="430"/>
                      <a:pt x="7602" y="430"/>
                      <a:pt x="7638" y="430"/>
                    </a:cubicBezTo>
                    <a:cubicBezTo>
                      <a:pt x="7638" y="466"/>
                      <a:pt x="7638" y="501"/>
                      <a:pt x="7638" y="538"/>
                    </a:cubicBezTo>
                    <a:cubicBezTo>
                      <a:pt x="7674" y="538"/>
                      <a:pt x="7709" y="538"/>
                      <a:pt x="7746" y="538"/>
                    </a:cubicBezTo>
                    <a:cubicBezTo>
                      <a:pt x="7746" y="573"/>
                      <a:pt x="7746" y="609"/>
                      <a:pt x="7746" y="645"/>
                    </a:cubicBezTo>
                    <a:cubicBezTo>
                      <a:pt x="7781" y="645"/>
                      <a:pt x="7817" y="645"/>
                      <a:pt x="7853" y="645"/>
                    </a:cubicBezTo>
                    <a:cubicBezTo>
                      <a:pt x="7853" y="681"/>
                      <a:pt x="7853" y="716"/>
                      <a:pt x="7853" y="753"/>
                    </a:cubicBezTo>
                    <a:cubicBezTo>
                      <a:pt x="7889" y="753"/>
                      <a:pt x="7924" y="753"/>
                      <a:pt x="7961" y="753"/>
                    </a:cubicBezTo>
                    <a:cubicBezTo>
                      <a:pt x="7961" y="789"/>
                      <a:pt x="7961" y="824"/>
                      <a:pt x="7961" y="861"/>
                    </a:cubicBezTo>
                    <a:cubicBezTo>
                      <a:pt x="7997" y="861"/>
                      <a:pt x="8032" y="861"/>
                      <a:pt x="8069" y="861"/>
                    </a:cubicBezTo>
                    <a:cubicBezTo>
                      <a:pt x="8069" y="896"/>
                      <a:pt x="8069" y="932"/>
                      <a:pt x="8069" y="968"/>
                    </a:cubicBezTo>
                    <a:cubicBezTo>
                      <a:pt x="8104" y="968"/>
                      <a:pt x="8140" y="968"/>
                      <a:pt x="8176" y="968"/>
                    </a:cubicBezTo>
                    <a:cubicBezTo>
                      <a:pt x="8176" y="1004"/>
                      <a:pt x="8176" y="1039"/>
                      <a:pt x="8176" y="1076"/>
                    </a:cubicBezTo>
                    <a:cubicBezTo>
                      <a:pt x="8212" y="1076"/>
                      <a:pt x="8247" y="1076"/>
                      <a:pt x="8284" y="1076"/>
                    </a:cubicBezTo>
                    <a:cubicBezTo>
                      <a:pt x="8284" y="1111"/>
                      <a:pt x="8284" y="1147"/>
                      <a:pt x="8284" y="1183"/>
                    </a:cubicBezTo>
                    <a:cubicBezTo>
                      <a:pt x="8319" y="1183"/>
                      <a:pt x="8355" y="1183"/>
                      <a:pt x="8391" y="1183"/>
                    </a:cubicBezTo>
                    <a:cubicBezTo>
                      <a:pt x="8391" y="1219"/>
                      <a:pt x="8391" y="1254"/>
                      <a:pt x="8391" y="1291"/>
                    </a:cubicBezTo>
                    <a:cubicBezTo>
                      <a:pt x="8427" y="1291"/>
                      <a:pt x="8462" y="1291"/>
                      <a:pt x="8499" y="1291"/>
                    </a:cubicBezTo>
                    <a:cubicBezTo>
                      <a:pt x="8499" y="1326"/>
                      <a:pt x="8499" y="1362"/>
                      <a:pt x="8499" y="1399"/>
                    </a:cubicBezTo>
                    <a:cubicBezTo>
                      <a:pt x="8534" y="1399"/>
                      <a:pt x="8570" y="1399"/>
                      <a:pt x="8607" y="1399"/>
                    </a:cubicBezTo>
                    <a:cubicBezTo>
                      <a:pt x="8607" y="1434"/>
                      <a:pt x="8607" y="1470"/>
                      <a:pt x="8607" y="1506"/>
                    </a:cubicBezTo>
                    <a:cubicBezTo>
                      <a:pt x="8642" y="1506"/>
                      <a:pt x="8678" y="1506"/>
                      <a:pt x="8714" y="1506"/>
                    </a:cubicBezTo>
                    <a:cubicBezTo>
                      <a:pt x="8714" y="1577"/>
                      <a:pt x="8714" y="1648"/>
                      <a:pt x="8714" y="1721"/>
                    </a:cubicBezTo>
                    <a:cubicBezTo>
                      <a:pt x="8750" y="1721"/>
                      <a:pt x="8785" y="1721"/>
                      <a:pt x="8822" y="1721"/>
                    </a:cubicBezTo>
                    <a:cubicBezTo>
                      <a:pt x="8822" y="1757"/>
                      <a:pt x="8822" y="1792"/>
                      <a:pt x="8822" y="1829"/>
                    </a:cubicBezTo>
                    <a:cubicBezTo>
                      <a:pt x="8857" y="1829"/>
                      <a:pt x="8893" y="1829"/>
                      <a:pt x="8929" y="1829"/>
                    </a:cubicBezTo>
                    <a:cubicBezTo>
                      <a:pt x="8929" y="1864"/>
                      <a:pt x="8929" y="1900"/>
                      <a:pt x="8929" y="1936"/>
                    </a:cubicBezTo>
                    <a:cubicBezTo>
                      <a:pt x="8965" y="1936"/>
                      <a:pt x="9000" y="1936"/>
                      <a:pt x="9037" y="1936"/>
                    </a:cubicBezTo>
                    <a:cubicBezTo>
                      <a:pt x="9037" y="1972"/>
                      <a:pt x="9037" y="2007"/>
                      <a:pt x="9037" y="2044"/>
                    </a:cubicBezTo>
                    <a:cubicBezTo>
                      <a:pt x="9072" y="2044"/>
                      <a:pt x="9108" y="2044"/>
                      <a:pt x="9144" y="2044"/>
                    </a:cubicBezTo>
                    <a:cubicBezTo>
                      <a:pt x="9144" y="2080"/>
                      <a:pt x="9144" y="2115"/>
                      <a:pt x="9144" y="2152"/>
                    </a:cubicBezTo>
                    <a:cubicBezTo>
                      <a:pt x="9180" y="2152"/>
                      <a:pt x="9215" y="2152"/>
                      <a:pt x="9252" y="2152"/>
                    </a:cubicBezTo>
                    <a:cubicBezTo>
                      <a:pt x="9252" y="2187"/>
                      <a:pt x="9252" y="2223"/>
                      <a:pt x="9252" y="2259"/>
                    </a:cubicBezTo>
                    <a:cubicBezTo>
                      <a:pt x="12660" y="2259"/>
                      <a:pt x="16068" y="2259"/>
                      <a:pt x="19580" y="2259"/>
                    </a:cubicBezTo>
                    <a:cubicBezTo>
                      <a:pt x="19580" y="2295"/>
                      <a:pt x="19580" y="2330"/>
                      <a:pt x="19580" y="2367"/>
                    </a:cubicBezTo>
                    <a:cubicBezTo>
                      <a:pt x="19599" y="2369"/>
                      <a:pt x="19618" y="2372"/>
                      <a:pt x="19637" y="2375"/>
                    </a:cubicBezTo>
                    <a:cubicBezTo>
                      <a:pt x="19661" y="2379"/>
                      <a:pt x="19686" y="2383"/>
                      <a:pt x="19711" y="2387"/>
                    </a:cubicBezTo>
                    <a:cubicBezTo>
                      <a:pt x="19735" y="2391"/>
                      <a:pt x="19760" y="2394"/>
                      <a:pt x="19785" y="2398"/>
                    </a:cubicBezTo>
                    <a:cubicBezTo>
                      <a:pt x="19849" y="2421"/>
                      <a:pt x="19849" y="2421"/>
                      <a:pt x="19884" y="2476"/>
                    </a:cubicBezTo>
                    <a:cubicBezTo>
                      <a:pt x="19890" y="2494"/>
                      <a:pt x="19896" y="2511"/>
                      <a:pt x="19903" y="2528"/>
                    </a:cubicBezTo>
                    <a:cubicBezTo>
                      <a:pt x="19849" y="2510"/>
                      <a:pt x="19796" y="2493"/>
                      <a:pt x="19741" y="2474"/>
                    </a:cubicBezTo>
                    <a:cubicBezTo>
                      <a:pt x="19735" y="2492"/>
                      <a:pt x="19728" y="2510"/>
                      <a:pt x="19721" y="2528"/>
                    </a:cubicBezTo>
                    <a:cubicBezTo>
                      <a:pt x="19716" y="2537"/>
                      <a:pt x="19716" y="2537"/>
                      <a:pt x="19688" y="2582"/>
                    </a:cubicBezTo>
                    <a:cubicBezTo>
                      <a:pt x="19630" y="2589"/>
                      <a:pt x="19630" y="2589"/>
                      <a:pt x="19580" y="2582"/>
                    </a:cubicBezTo>
                    <a:cubicBezTo>
                      <a:pt x="19580" y="2617"/>
                      <a:pt x="19580" y="2653"/>
                      <a:pt x="19580" y="2690"/>
                    </a:cubicBezTo>
                    <a:cubicBezTo>
                      <a:pt x="19544" y="2690"/>
                      <a:pt x="19509" y="2690"/>
                      <a:pt x="19472" y="2690"/>
                    </a:cubicBezTo>
                    <a:cubicBezTo>
                      <a:pt x="19472" y="2619"/>
                      <a:pt x="19472" y="2548"/>
                      <a:pt x="19472" y="2474"/>
                    </a:cubicBezTo>
                    <a:cubicBezTo>
                      <a:pt x="19437" y="2474"/>
                      <a:pt x="19401" y="2474"/>
                      <a:pt x="19365" y="2474"/>
                    </a:cubicBezTo>
                    <a:cubicBezTo>
                      <a:pt x="19365" y="2439"/>
                      <a:pt x="19365" y="2403"/>
                      <a:pt x="19365" y="2367"/>
                    </a:cubicBezTo>
                    <a:cubicBezTo>
                      <a:pt x="19258" y="2367"/>
                      <a:pt x="19152" y="2367"/>
                      <a:pt x="19042" y="2367"/>
                    </a:cubicBezTo>
                    <a:cubicBezTo>
                      <a:pt x="19042" y="2402"/>
                      <a:pt x="19042" y="2438"/>
                      <a:pt x="19042" y="2474"/>
                    </a:cubicBezTo>
                    <a:cubicBezTo>
                      <a:pt x="18971" y="2474"/>
                      <a:pt x="18900" y="2474"/>
                      <a:pt x="18827" y="2474"/>
                    </a:cubicBezTo>
                    <a:cubicBezTo>
                      <a:pt x="18827" y="2510"/>
                      <a:pt x="18827" y="2545"/>
                      <a:pt x="18827" y="2582"/>
                    </a:cubicBezTo>
                    <a:cubicBezTo>
                      <a:pt x="18649" y="2582"/>
                      <a:pt x="18472" y="2582"/>
                      <a:pt x="18289" y="2582"/>
                    </a:cubicBezTo>
                    <a:cubicBezTo>
                      <a:pt x="18289" y="2546"/>
                      <a:pt x="18289" y="2511"/>
                      <a:pt x="18289" y="2474"/>
                    </a:cubicBezTo>
                    <a:cubicBezTo>
                      <a:pt x="18218" y="2474"/>
                      <a:pt x="18147" y="2474"/>
                      <a:pt x="18074" y="2474"/>
                    </a:cubicBezTo>
                    <a:cubicBezTo>
                      <a:pt x="18074" y="2439"/>
                      <a:pt x="18074" y="2403"/>
                      <a:pt x="18074" y="2367"/>
                    </a:cubicBezTo>
                    <a:cubicBezTo>
                      <a:pt x="16192" y="2367"/>
                      <a:pt x="14311" y="2367"/>
                      <a:pt x="12372" y="2367"/>
                    </a:cubicBezTo>
                    <a:cubicBezTo>
                      <a:pt x="12372" y="2402"/>
                      <a:pt x="12372" y="2438"/>
                      <a:pt x="12372" y="2474"/>
                    </a:cubicBezTo>
                    <a:cubicBezTo>
                      <a:pt x="12159" y="2474"/>
                      <a:pt x="11946" y="2474"/>
                      <a:pt x="11726" y="2474"/>
                    </a:cubicBezTo>
                    <a:cubicBezTo>
                      <a:pt x="11726" y="2439"/>
                      <a:pt x="11726" y="2403"/>
                      <a:pt x="11726" y="2367"/>
                    </a:cubicBezTo>
                    <a:cubicBezTo>
                      <a:pt x="11300" y="2367"/>
                      <a:pt x="10874" y="2367"/>
                      <a:pt x="10435" y="2367"/>
                    </a:cubicBezTo>
                    <a:cubicBezTo>
                      <a:pt x="10435" y="2473"/>
                      <a:pt x="10435" y="2580"/>
                      <a:pt x="10435" y="2690"/>
                    </a:cubicBezTo>
                    <a:cubicBezTo>
                      <a:pt x="10471" y="2690"/>
                      <a:pt x="10506" y="2690"/>
                      <a:pt x="10543" y="2690"/>
                    </a:cubicBezTo>
                    <a:cubicBezTo>
                      <a:pt x="10543" y="2725"/>
                      <a:pt x="10543" y="2761"/>
                      <a:pt x="10543" y="2797"/>
                    </a:cubicBezTo>
                    <a:cubicBezTo>
                      <a:pt x="10579" y="2797"/>
                      <a:pt x="10614" y="2797"/>
                      <a:pt x="10651" y="2797"/>
                    </a:cubicBezTo>
                    <a:cubicBezTo>
                      <a:pt x="10651" y="2833"/>
                      <a:pt x="10651" y="2868"/>
                      <a:pt x="10651" y="2905"/>
                    </a:cubicBezTo>
                    <a:cubicBezTo>
                      <a:pt x="10686" y="2905"/>
                      <a:pt x="10722" y="2905"/>
                      <a:pt x="10758" y="2905"/>
                    </a:cubicBezTo>
                    <a:cubicBezTo>
                      <a:pt x="10758" y="2940"/>
                      <a:pt x="10758" y="2976"/>
                      <a:pt x="10758" y="3012"/>
                    </a:cubicBezTo>
                    <a:cubicBezTo>
                      <a:pt x="10794" y="3012"/>
                      <a:pt x="10829" y="3012"/>
                      <a:pt x="10866" y="3012"/>
                    </a:cubicBezTo>
                    <a:cubicBezTo>
                      <a:pt x="10866" y="3048"/>
                      <a:pt x="10866" y="3083"/>
                      <a:pt x="10866" y="3120"/>
                    </a:cubicBezTo>
                    <a:cubicBezTo>
                      <a:pt x="11008" y="3120"/>
                      <a:pt x="11150" y="3120"/>
                      <a:pt x="11296" y="3120"/>
                    </a:cubicBezTo>
                    <a:cubicBezTo>
                      <a:pt x="11296" y="3191"/>
                      <a:pt x="11296" y="3262"/>
                      <a:pt x="11296" y="3335"/>
                    </a:cubicBezTo>
                    <a:cubicBezTo>
                      <a:pt x="11332" y="3335"/>
                      <a:pt x="11367" y="3335"/>
                      <a:pt x="11404" y="3335"/>
                    </a:cubicBezTo>
                    <a:cubicBezTo>
                      <a:pt x="11404" y="3513"/>
                      <a:pt x="11404" y="3690"/>
                      <a:pt x="11404" y="3873"/>
                    </a:cubicBezTo>
                    <a:cubicBezTo>
                      <a:pt x="11439" y="3873"/>
                      <a:pt x="11475" y="3873"/>
                      <a:pt x="11511" y="3873"/>
                    </a:cubicBezTo>
                    <a:cubicBezTo>
                      <a:pt x="11511" y="3908"/>
                      <a:pt x="11511" y="3944"/>
                      <a:pt x="11511" y="3981"/>
                    </a:cubicBezTo>
                    <a:cubicBezTo>
                      <a:pt x="11547" y="3981"/>
                      <a:pt x="11582" y="3981"/>
                      <a:pt x="11619" y="3981"/>
                    </a:cubicBezTo>
                    <a:cubicBezTo>
                      <a:pt x="11619" y="4016"/>
                      <a:pt x="11619" y="4052"/>
                      <a:pt x="11619" y="4088"/>
                    </a:cubicBezTo>
                    <a:cubicBezTo>
                      <a:pt x="11654" y="4088"/>
                      <a:pt x="11690" y="4088"/>
                      <a:pt x="11726" y="4088"/>
                    </a:cubicBezTo>
                    <a:cubicBezTo>
                      <a:pt x="11726" y="4124"/>
                      <a:pt x="11726" y="4159"/>
                      <a:pt x="11726" y="4196"/>
                    </a:cubicBezTo>
                    <a:cubicBezTo>
                      <a:pt x="14425" y="4196"/>
                      <a:pt x="17123" y="4196"/>
                      <a:pt x="19903" y="4196"/>
                    </a:cubicBezTo>
                    <a:cubicBezTo>
                      <a:pt x="19903" y="4160"/>
                      <a:pt x="19903" y="4125"/>
                      <a:pt x="19903" y="4088"/>
                    </a:cubicBezTo>
                    <a:cubicBezTo>
                      <a:pt x="19938" y="4088"/>
                      <a:pt x="19974" y="4088"/>
                      <a:pt x="20010" y="4088"/>
                    </a:cubicBezTo>
                    <a:cubicBezTo>
                      <a:pt x="20010" y="4073"/>
                      <a:pt x="20010" y="4058"/>
                      <a:pt x="20010" y="4042"/>
                    </a:cubicBezTo>
                    <a:cubicBezTo>
                      <a:pt x="20010" y="3591"/>
                      <a:pt x="20010" y="3140"/>
                      <a:pt x="20010" y="2690"/>
                    </a:cubicBezTo>
                    <a:cubicBezTo>
                      <a:pt x="20114" y="2778"/>
                      <a:pt x="20114" y="2778"/>
                      <a:pt x="20131" y="2863"/>
                    </a:cubicBezTo>
                    <a:cubicBezTo>
                      <a:pt x="20131" y="2888"/>
                      <a:pt x="20130" y="2912"/>
                      <a:pt x="20130" y="2938"/>
                    </a:cubicBezTo>
                    <a:cubicBezTo>
                      <a:pt x="20130" y="2951"/>
                      <a:pt x="20130" y="2965"/>
                      <a:pt x="20130" y="2979"/>
                    </a:cubicBezTo>
                    <a:cubicBezTo>
                      <a:pt x="20130" y="3024"/>
                      <a:pt x="20129" y="3069"/>
                      <a:pt x="20128" y="3114"/>
                    </a:cubicBezTo>
                    <a:cubicBezTo>
                      <a:pt x="20128" y="3145"/>
                      <a:pt x="20128" y="3176"/>
                      <a:pt x="20128" y="3207"/>
                    </a:cubicBezTo>
                    <a:cubicBezTo>
                      <a:pt x="20127" y="3289"/>
                      <a:pt x="20126" y="3371"/>
                      <a:pt x="20125" y="3453"/>
                    </a:cubicBezTo>
                    <a:cubicBezTo>
                      <a:pt x="20124" y="3536"/>
                      <a:pt x="20124" y="3620"/>
                      <a:pt x="20123" y="3704"/>
                    </a:cubicBezTo>
                    <a:cubicBezTo>
                      <a:pt x="20122" y="3868"/>
                      <a:pt x="20120" y="4032"/>
                      <a:pt x="20118" y="4196"/>
                    </a:cubicBezTo>
                    <a:cubicBezTo>
                      <a:pt x="20082" y="4196"/>
                      <a:pt x="20047" y="4196"/>
                      <a:pt x="20010" y="4196"/>
                    </a:cubicBezTo>
                    <a:cubicBezTo>
                      <a:pt x="20010" y="4231"/>
                      <a:pt x="20010" y="4267"/>
                      <a:pt x="20010" y="4303"/>
                    </a:cubicBezTo>
                    <a:cubicBezTo>
                      <a:pt x="14933" y="4303"/>
                      <a:pt x="9857" y="4303"/>
                      <a:pt x="4626" y="4303"/>
                    </a:cubicBezTo>
                    <a:cubicBezTo>
                      <a:pt x="4626" y="4339"/>
                      <a:pt x="4626" y="4374"/>
                      <a:pt x="4626" y="4411"/>
                    </a:cubicBezTo>
                    <a:cubicBezTo>
                      <a:pt x="4520" y="4411"/>
                      <a:pt x="4413" y="4411"/>
                      <a:pt x="4303" y="4411"/>
                    </a:cubicBezTo>
                    <a:cubicBezTo>
                      <a:pt x="4303" y="4446"/>
                      <a:pt x="4303" y="4482"/>
                      <a:pt x="4303" y="4518"/>
                    </a:cubicBezTo>
                    <a:cubicBezTo>
                      <a:pt x="4232" y="4518"/>
                      <a:pt x="4161" y="4518"/>
                      <a:pt x="4088" y="4518"/>
                    </a:cubicBezTo>
                    <a:cubicBezTo>
                      <a:pt x="4088" y="4554"/>
                      <a:pt x="4088" y="4589"/>
                      <a:pt x="4088" y="4626"/>
                    </a:cubicBezTo>
                    <a:cubicBezTo>
                      <a:pt x="4053" y="4626"/>
                      <a:pt x="4017" y="4626"/>
                      <a:pt x="3981" y="4626"/>
                    </a:cubicBezTo>
                    <a:cubicBezTo>
                      <a:pt x="3981" y="4662"/>
                      <a:pt x="3981" y="4697"/>
                      <a:pt x="3981" y="4734"/>
                    </a:cubicBezTo>
                    <a:cubicBezTo>
                      <a:pt x="3945" y="4734"/>
                      <a:pt x="3910" y="4734"/>
                      <a:pt x="3873" y="4734"/>
                    </a:cubicBezTo>
                    <a:cubicBezTo>
                      <a:pt x="3873" y="4769"/>
                      <a:pt x="3873" y="4805"/>
                      <a:pt x="3873" y="4841"/>
                    </a:cubicBezTo>
                    <a:cubicBezTo>
                      <a:pt x="3837" y="4841"/>
                      <a:pt x="3802" y="4841"/>
                      <a:pt x="3765" y="4841"/>
                    </a:cubicBezTo>
                    <a:cubicBezTo>
                      <a:pt x="3765" y="4877"/>
                      <a:pt x="3765" y="4912"/>
                      <a:pt x="3765" y="4949"/>
                    </a:cubicBezTo>
                    <a:cubicBezTo>
                      <a:pt x="3730" y="4949"/>
                      <a:pt x="3694" y="4949"/>
                      <a:pt x="3658" y="4949"/>
                    </a:cubicBezTo>
                    <a:cubicBezTo>
                      <a:pt x="3658" y="4984"/>
                      <a:pt x="3658" y="5020"/>
                      <a:pt x="3658" y="5056"/>
                    </a:cubicBezTo>
                    <a:cubicBezTo>
                      <a:pt x="3622" y="5056"/>
                      <a:pt x="3587" y="5056"/>
                      <a:pt x="3550" y="5056"/>
                    </a:cubicBezTo>
                    <a:cubicBezTo>
                      <a:pt x="3550" y="5127"/>
                      <a:pt x="3550" y="5198"/>
                      <a:pt x="3550" y="5272"/>
                    </a:cubicBezTo>
                    <a:cubicBezTo>
                      <a:pt x="3515" y="5272"/>
                      <a:pt x="3479" y="5272"/>
                      <a:pt x="3443" y="5272"/>
                    </a:cubicBezTo>
                    <a:cubicBezTo>
                      <a:pt x="3443" y="5343"/>
                      <a:pt x="3443" y="5414"/>
                      <a:pt x="3443" y="5487"/>
                    </a:cubicBezTo>
                    <a:cubicBezTo>
                      <a:pt x="3407" y="5487"/>
                      <a:pt x="3372" y="5487"/>
                      <a:pt x="3335" y="5487"/>
                    </a:cubicBezTo>
                    <a:cubicBezTo>
                      <a:pt x="3335" y="5629"/>
                      <a:pt x="3335" y="5771"/>
                      <a:pt x="3335" y="5917"/>
                    </a:cubicBezTo>
                    <a:cubicBezTo>
                      <a:pt x="3300" y="5917"/>
                      <a:pt x="3264" y="5917"/>
                      <a:pt x="3227" y="5917"/>
                    </a:cubicBezTo>
                    <a:cubicBezTo>
                      <a:pt x="3227" y="6059"/>
                      <a:pt x="3227" y="6201"/>
                      <a:pt x="3227" y="6347"/>
                    </a:cubicBezTo>
                    <a:cubicBezTo>
                      <a:pt x="3192" y="6347"/>
                      <a:pt x="3156" y="6347"/>
                      <a:pt x="3120" y="6347"/>
                    </a:cubicBezTo>
                    <a:cubicBezTo>
                      <a:pt x="3120" y="6489"/>
                      <a:pt x="3120" y="6631"/>
                      <a:pt x="3120" y="6778"/>
                    </a:cubicBezTo>
                    <a:cubicBezTo>
                      <a:pt x="3084" y="6778"/>
                      <a:pt x="3049" y="6778"/>
                      <a:pt x="3012" y="6778"/>
                    </a:cubicBezTo>
                    <a:cubicBezTo>
                      <a:pt x="3012" y="6884"/>
                      <a:pt x="3012" y="6991"/>
                      <a:pt x="3012" y="7100"/>
                    </a:cubicBezTo>
                    <a:cubicBezTo>
                      <a:pt x="2977" y="7100"/>
                      <a:pt x="2941" y="7100"/>
                      <a:pt x="2905" y="7100"/>
                    </a:cubicBezTo>
                    <a:cubicBezTo>
                      <a:pt x="2905" y="7242"/>
                      <a:pt x="2905" y="7384"/>
                      <a:pt x="2905" y="7531"/>
                    </a:cubicBezTo>
                    <a:cubicBezTo>
                      <a:pt x="2869" y="7531"/>
                      <a:pt x="2834" y="7531"/>
                      <a:pt x="2797" y="7531"/>
                    </a:cubicBezTo>
                    <a:cubicBezTo>
                      <a:pt x="2797" y="7637"/>
                      <a:pt x="2797" y="7744"/>
                      <a:pt x="2797" y="7853"/>
                    </a:cubicBezTo>
                    <a:cubicBezTo>
                      <a:pt x="2762" y="7853"/>
                      <a:pt x="2726" y="7853"/>
                      <a:pt x="2690" y="7853"/>
                    </a:cubicBezTo>
                    <a:cubicBezTo>
                      <a:pt x="2690" y="7960"/>
                      <a:pt x="2690" y="8066"/>
                      <a:pt x="2690" y="8176"/>
                    </a:cubicBezTo>
                    <a:cubicBezTo>
                      <a:pt x="2654" y="8176"/>
                      <a:pt x="2619" y="8176"/>
                      <a:pt x="2582" y="8176"/>
                    </a:cubicBezTo>
                    <a:cubicBezTo>
                      <a:pt x="2582" y="8318"/>
                      <a:pt x="2582" y="8460"/>
                      <a:pt x="2582" y="8607"/>
                    </a:cubicBezTo>
                    <a:cubicBezTo>
                      <a:pt x="2546" y="8607"/>
                      <a:pt x="2511" y="8607"/>
                      <a:pt x="2474" y="8607"/>
                    </a:cubicBezTo>
                    <a:cubicBezTo>
                      <a:pt x="2474" y="8713"/>
                      <a:pt x="2474" y="8820"/>
                      <a:pt x="2474" y="8929"/>
                    </a:cubicBezTo>
                    <a:cubicBezTo>
                      <a:pt x="2439" y="8929"/>
                      <a:pt x="2403" y="8929"/>
                      <a:pt x="2367" y="8929"/>
                    </a:cubicBezTo>
                    <a:cubicBezTo>
                      <a:pt x="2367" y="9071"/>
                      <a:pt x="2367" y="9213"/>
                      <a:pt x="2367" y="9360"/>
                    </a:cubicBezTo>
                    <a:cubicBezTo>
                      <a:pt x="2331" y="9360"/>
                      <a:pt x="2296" y="9360"/>
                      <a:pt x="2259" y="9360"/>
                    </a:cubicBezTo>
                    <a:cubicBezTo>
                      <a:pt x="2259" y="9466"/>
                      <a:pt x="2259" y="9573"/>
                      <a:pt x="2259" y="9682"/>
                    </a:cubicBezTo>
                    <a:cubicBezTo>
                      <a:pt x="2224" y="9682"/>
                      <a:pt x="2188" y="9682"/>
                      <a:pt x="2152" y="9682"/>
                    </a:cubicBezTo>
                    <a:cubicBezTo>
                      <a:pt x="2152" y="9789"/>
                      <a:pt x="2152" y="9895"/>
                      <a:pt x="2152" y="10005"/>
                    </a:cubicBezTo>
                    <a:cubicBezTo>
                      <a:pt x="2116" y="10005"/>
                      <a:pt x="2081" y="10005"/>
                      <a:pt x="2044" y="10005"/>
                    </a:cubicBezTo>
                    <a:cubicBezTo>
                      <a:pt x="2044" y="10147"/>
                      <a:pt x="2044" y="10289"/>
                      <a:pt x="2044" y="10435"/>
                    </a:cubicBezTo>
                    <a:cubicBezTo>
                      <a:pt x="2009" y="10435"/>
                      <a:pt x="1973" y="10435"/>
                      <a:pt x="1936" y="10435"/>
                    </a:cubicBezTo>
                    <a:cubicBezTo>
                      <a:pt x="1936" y="10542"/>
                      <a:pt x="1936" y="10648"/>
                      <a:pt x="1936" y="10758"/>
                    </a:cubicBezTo>
                    <a:cubicBezTo>
                      <a:pt x="1901" y="10758"/>
                      <a:pt x="1865" y="10758"/>
                      <a:pt x="1829" y="10758"/>
                    </a:cubicBezTo>
                    <a:cubicBezTo>
                      <a:pt x="1829" y="10900"/>
                      <a:pt x="1829" y="11042"/>
                      <a:pt x="1829" y="11189"/>
                    </a:cubicBezTo>
                    <a:cubicBezTo>
                      <a:pt x="1793" y="11189"/>
                      <a:pt x="1758" y="11189"/>
                      <a:pt x="1721" y="11189"/>
                    </a:cubicBezTo>
                    <a:cubicBezTo>
                      <a:pt x="1721" y="11295"/>
                      <a:pt x="1721" y="11402"/>
                      <a:pt x="1721" y="11511"/>
                    </a:cubicBezTo>
                    <a:cubicBezTo>
                      <a:pt x="1686" y="11511"/>
                      <a:pt x="1650" y="11511"/>
                      <a:pt x="1614" y="11511"/>
                    </a:cubicBezTo>
                    <a:cubicBezTo>
                      <a:pt x="1614" y="11653"/>
                      <a:pt x="1614" y="11795"/>
                      <a:pt x="1614" y="11942"/>
                    </a:cubicBezTo>
                    <a:cubicBezTo>
                      <a:pt x="1578" y="11942"/>
                      <a:pt x="1543" y="11942"/>
                      <a:pt x="1506" y="11942"/>
                    </a:cubicBezTo>
                    <a:cubicBezTo>
                      <a:pt x="1506" y="12048"/>
                      <a:pt x="1506" y="12155"/>
                      <a:pt x="1506" y="12264"/>
                    </a:cubicBezTo>
                    <a:cubicBezTo>
                      <a:pt x="1471" y="12264"/>
                      <a:pt x="1435" y="12264"/>
                      <a:pt x="1399" y="12264"/>
                    </a:cubicBezTo>
                    <a:cubicBezTo>
                      <a:pt x="1399" y="12406"/>
                      <a:pt x="1399" y="12548"/>
                      <a:pt x="1399" y="12695"/>
                    </a:cubicBezTo>
                    <a:cubicBezTo>
                      <a:pt x="1363" y="12695"/>
                      <a:pt x="1328" y="12695"/>
                      <a:pt x="1291" y="12695"/>
                    </a:cubicBezTo>
                    <a:cubicBezTo>
                      <a:pt x="1291" y="12801"/>
                      <a:pt x="1291" y="12908"/>
                      <a:pt x="1291" y="13017"/>
                    </a:cubicBezTo>
                    <a:cubicBezTo>
                      <a:pt x="1255" y="13017"/>
                      <a:pt x="1220" y="13017"/>
                      <a:pt x="1183" y="13017"/>
                    </a:cubicBezTo>
                    <a:cubicBezTo>
                      <a:pt x="1183" y="13159"/>
                      <a:pt x="1183" y="13301"/>
                      <a:pt x="1183" y="13448"/>
                    </a:cubicBezTo>
                    <a:cubicBezTo>
                      <a:pt x="1148" y="13448"/>
                      <a:pt x="1112" y="13448"/>
                      <a:pt x="1076" y="13448"/>
                    </a:cubicBezTo>
                    <a:cubicBezTo>
                      <a:pt x="1076" y="13554"/>
                      <a:pt x="1076" y="13661"/>
                      <a:pt x="1076" y="13770"/>
                    </a:cubicBezTo>
                    <a:cubicBezTo>
                      <a:pt x="1040" y="13770"/>
                      <a:pt x="1005" y="13770"/>
                      <a:pt x="968" y="13770"/>
                    </a:cubicBezTo>
                    <a:cubicBezTo>
                      <a:pt x="968" y="13877"/>
                      <a:pt x="968" y="13984"/>
                      <a:pt x="968" y="14093"/>
                    </a:cubicBezTo>
                    <a:cubicBezTo>
                      <a:pt x="933" y="14093"/>
                      <a:pt x="897" y="14093"/>
                      <a:pt x="861" y="14093"/>
                    </a:cubicBezTo>
                    <a:cubicBezTo>
                      <a:pt x="861" y="14235"/>
                      <a:pt x="861" y="14377"/>
                      <a:pt x="861" y="14524"/>
                    </a:cubicBezTo>
                    <a:cubicBezTo>
                      <a:pt x="825" y="14524"/>
                      <a:pt x="790" y="14524"/>
                      <a:pt x="753" y="14524"/>
                    </a:cubicBezTo>
                    <a:cubicBezTo>
                      <a:pt x="753" y="14630"/>
                      <a:pt x="753" y="14737"/>
                      <a:pt x="753" y="14846"/>
                    </a:cubicBezTo>
                    <a:cubicBezTo>
                      <a:pt x="718" y="14846"/>
                      <a:pt x="682" y="14846"/>
                      <a:pt x="645" y="14846"/>
                    </a:cubicBezTo>
                    <a:cubicBezTo>
                      <a:pt x="645" y="14953"/>
                      <a:pt x="645" y="15059"/>
                      <a:pt x="645" y="15169"/>
                    </a:cubicBezTo>
                    <a:cubicBezTo>
                      <a:pt x="610" y="15169"/>
                      <a:pt x="574" y="15169"/>
                      <a:pt x="538" y="15169"/>
                    </a:cubicBezTo>
                    <a:cubicBezTo>
                      <a:pt x="538" y="15311"/>
                      <a:pt x="538" y="15453"/>
                      <a:pt x="538" y="15599"/>
                    </a:cubicBezTo>
                    <a:cubicBezTo>
                      <a:pt x="502" y="15599"/>
                      <a:pt x="467" y="15599"/>
                      <a:pt x="430" y="15599"/>
                    </a:cubicBezTo>
                    <a:cubicBezTo>
                      <a:pt x="430" y="15706"/>
                      <a:pt x="430" y="15812"/>
                      <a:pt x="430" y="15922"/>
                    </a:cubicBezTo>
                    <a:cubicBezTo>
                      <a:pt x="395" y="15922"/>
                      <a:pt x="359" y="15922"/>
                      <a:pt x="323" y="15922"/>
                    </a:cubicBezTo>
                    <a:cubicBezTo>
                      <a:pt x="323" y="16029"/>
                      <a:pt x="323" y="16135"/>
                      <a:pt x="323" y="16245"/>
                    </a:cubicBezTo>
                    <a:cubicBezTo>
                      <a:pt x="287" y="16245"/>
                      <a:pt x="252" y="16245"/>
                      <a:pt x="215" y="16245"/>
                    </a:cubicBezTo>
                    <a:cubicBezTo>
                      <a:pt x="215" y="16351"/>
                      <a:pt x="215" y="16458"/>
                      <a:pt x="215" y="16568"/>
                    </a:cubicBezTo>
                    <a:cubicBezTo>
                      <a:pt x="144" y="16568"/>
                      <a:pt x="73" y="16568"/>
                      <a:pt x="0" y="16568"/>
                    </a:cubicBezTo>
                    <a:cubicBezTo>
                      <a:pt x="0" y="11313"/>
                      <a:pt x="0" y="6059"/>
                      <a:pt x="0" y="645"/>
                    </a:cubicBezTo>
                    <a:cubicBezTo>
                      <a:pt x="36" y="645"/>
                      <a:pt x="71" y="645"/>
                      <a:pt x="108" y="645"/>
                    </a:cubicBezTo>
                    <a:cubicBezTo>
                      <a:pt x="108" y="539"/>
                      <a:pt x="108" y="432"/>
                      <a:pt x="108" y="323"/>
                    </a:cubicBezTo>
                    <a:cubicBezTo>
                      <a:pt x="143" y="323"/>
                      <a:pt x="179" y="323"/>
                      <a:pt x="215" y="323"/>
                    </a:cubicBezTo>
                    <a:cubicBezTo>
                      <a:pt x="215" y="287"/>
                      <a:pt x="215" y="252"/>
                      <a:pt x="215" y="215"/>
                    </a:cubicBezTo>
                    <a:cubicBezTo>
                      <a:pt x="251" y="215"/>
                      <a:pt x="286" y="215"/>
                      <a:pt x="323" y="215"/>
                    </a:cubicBezTo>
                    <a:cubicBezTo>
                      <a:pt x="323" y="180"/>
                      <a:pt x="323" y="144"/>
                      <a:pt x="323" y="108"/>
                    </a:cubicBezTo>
                    <a:cubicBezTo>
                      <a:pt x="394" y="108"/>
                      <a:pt x="465" y="108"/>
                      <a:pt x="538" y="108"/>
                    </a:cubicBezTo>
                    <a:cubicBezTo>
                      <a:pt x="538" y="72"/>
                      <a:pt x="538" y="37"/>
                      <a:pt x="53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63" name="ICON_TOOL_FOLDER_path_004"/>
              <p:cNvSpPr/>
              <p:nvPr/>
            </p:nvSpPr>
            <p:spPr>
              <a:xfrm>
                <a:off x="5313115" y="3523730"/>
                <a:ext cx="28692" cy="109303"/>
              </a:xfrm>
              <a:custGeom>
                <a:avLst/>
                <a:gdLst/>
                <a:ahLst/>
                <a:cxnLst/>
                <a:rect l="0" t="0" r="r" b="b"/>
                <a:pathLst>
                  <a:path w="2259" h="8607" fill="norm" stroke="0">
                    <a:moveTo>
                      <a:pt x="108" y="0"/>
                    </a:moveTo>
                    <a:cubicBezTo>
                      <a:pt x="782" y="0"/>
                      <a:pt x="1457" y="0"/>
                      <a:pt x="2152" y="0"/>
                    </a:cubicBezTo>
                    <a:cubicBezTo>
                      <a:pt x="2152" y="36"/>
                      <a:pt x="2152" y="71"/>
                      <a:pt x="2152" y="108"/>
                    </a:cubicBezTo>
                    <a:cubicBezTo>
                      <a:pt x="2187" y="108"/>
                      <a:pt x="2223" y="108"/>
                      <a:pt x="2259" y="108"/>
                    </a:cubicBezTo>
                    <a:cubicBezTo>
                      <a:pt x="2259" y="2877"/>
                      <a:pt x="2259" y="5646"/>
                      <a:pt x="2259" y="8499"/>
                    </a:cubicBezTo>
                    <a:cubicBezTo>
                      <a:pt x="2224" y="8499"/>
                      <a:pt x="2188" y="8499"/>
                      <a:pt x="2152" y="8499"/>
                    </a:cubicBezTo>
                    <a:cubicBezTo>
                      <a:pt x="2152" y="8534"/>
                      <a:pt x="2152" y="8570"/>
                      <a:pt x="2152" y="8607"/>
                    </a:cubicBezTo>
                    <a:cubicBezTo>
                      <a:pt x="1477" y="8607"/>
                      <a:pt x="803" y="8607"/>
                      <a:pt x="108" y="8607"/>
                    </a:cubicBezTo>
                    <a:cubicBezTo>
                      <a:pt x="108" y="8571"/>
                      <a:pt x="108" y="8536"/>
                      <a:pt x="108" y="8499"/>
                    </a:cubicBezTo>
                    <a:cubicBezTo>
                      <a:pt x="72" y="8499"/>
                      <a:pt x="37" y="8499"/>
                      <a:pt x="0" y="8499"/>
                    </a:cubicBezTo>
                    <a:cubicBezTo>
                      <a:pt x="0" y="5730"/>
                      <a:pt x="0" y="2961"/>
                      <a:pt x="0" y="108"/>
                    </a:cubicBezTo>
                    <a:cubicBezTo>
                      <a:pt x="36" y="108"/>
                      <a:pt x="71" y="108"/>
                      <a:pt x="108" y="108"/>
                    </a:cubicBezTo>
                    <a:cubicBezTo>
                      <a:pt x="108" y="72"/>
                      <a:pt x="108" y="37"/>
                      <a:pt x="10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83" cap="flat">
                <a:noFill/>
              </a:ln>
            </p:spPr>
          </p:sp>
          <p:sp>
            <p:nvSpPr>
              <p:cNvPr id="1064" name="ICON_TOOL_FOLDER_path_005"/>
              <p:cNvSpPr/>
              <p:nvPr/>
            </p:nvSpPr>
            <p:spPr>
              <a:xfrm>
                <a:off x="5247533" y="3456781"/>
                <a:ext cx="122463" cy="23227"/>
              </a:xfrm>
              <a:custGeom>
                <a:avLst/>
                <a:gdLst/>
                <a:ahLst/>
                <a:cxnLst/>
                <a:rect l="0" t="0" r="r" b="b"/>
                <a:pathLst>
                  <a:path w="9643" h="1829" fill="norm" stroke="0">
                    <a:moveTo>
                      <a:pt x="0" y="0"/>
                    </a:moveTo>
                    <a:cubicBezTo>
                      <a:pt x="426" y="0"/>
                      <a:pt x="852" y="0"/>
                      <a:pt x="1291" y="0"/>
                    </a:cubicBezTo>
                    <a:cubicBezTo>
                      <a:pt x="1291" y="36"/>
                      <a:pt x="1291" y="71"/>
                      <a:pt x="1291" y="108"/>
                    </a:cubicBezTo>
                    <a:cubicBezTo>
                      <a:pt x="1504" y="108"/>
                      <a:pt x="1717" y="108"/>
                      <a:pt x="1936" y="108"/>
                    </a:cubicBezTo>
                    <a:cubicBezTo>
                      <a:pt x="1936" y="72"/>
                      <a:pt x="1936" y="37"/>
                      <a:pt x="1936" y="0"/>
                    </a:cubicBezTo>
                    <a:cubicBezTo>
                      <a:pt x="3818" y="0"/>
                      <a:pt x="5700" y="0"/>
                      <a:pt x="7638" y="0"/>
                    </a:cubicBezTo>
                    <a:cubicBezTo>
                      <a:pt x="7638" y="36"/>
                      <a:pt x="7638" y="71"/>
                      <a:pt x="7638" y="108"/>
                    </a:cubicBezTo>
                    <a:cubicBezTo>
                      <a:pt x="7709" y="108"/>
                      <a:pt x="7780" y="108"/>
                      <a:pt x="7853" y="108"/>
                    </a:cubicBezTo>
                    <a:cubicBezTo>
                      <a:pt x="7853" y="143"/>
                      <a:pt x="7853" y="179"/>
                      <a:pt x="7853" y="215"/>
                    </a:cubicBezTo>
                    <a:cubicBezTo>
                      <a:pt x="8031" y="215"/>
                      <a:pt x="8209" y="215"/>
                      <a:pt x="8391" y="215"/>
                    </a:cubicBezTo>
                    <a:cubicBezTo>
                      <a:pt x="8391" y="180"/>
                      <a:pt x="8391" y="144"/>
                      <a:pt x="8391" y="108"/>
                    </a:cubicBezTo>
                    <a:cubicBezTo>
                      <a:pt x="8462" y="108"/>
                      <a:pt x="8533" y="108"/>
                      <a:pt x="8607" y="108"/>
                    </a:cubicBezTo>
                    <a:cubicBezTo>
                      <a:pt x="8607" y="72"/>
                      <a:pt x="8607" y="37"/>
                      <a:pt x="8607" y="0"/>
                    </a:cubicBezTo>
                    <a:cubicBezTo>
                      <a:pt x="8713" y="0"/>
                      <a:pt x="8820" y="0"/>
                      <a:pt x="8929" y="0"/>
                    </a:cubicBezTo>
                    <a:cubicBezTo>
                      <a:pt x="8929" y="36"/>
                      <a:pt x="8929" y="71"/>
                      <a:pt x="8929" y="108"/>
                    </a:cubicBezTo>
                    <a:cubicBezTo>
                      <a:pt x="8965" y="108"/>
                      <a:pt x="9000" y="108"/>
                      <a:pt x="9037" y="108"/>
                    </a:cubicBezTo>
                    <a:cubicBezTo>
                      <a:pt x="9037" y="179"/>
                      <a:pt x="9037" y="250"/>
                      <a:pt x="9037" y="323"/>
                    </a:cubicBezTo>
                    <a:cubicBezTo>
                      <a:pt x="9072" y="323"/>
                      <a:pt x="9108" y="323"/>
                      <a:pt x="9144" y="323"/>
                    </a:cubicBezTo>
                    <a:cubicBezTo>
                      <a:pt x="9144" y="287"/>
                      <a:pt x="9144" y="252"/>
                      <a:pt x="9144" y="215"/>
                    </a:cubicBezTo>
                    <a:cubicBezTo>
                      <a:pt x="9180" y="215"/>
                      <a:pt x="9215" y="215"/>
                      <a:pt x="9252" y="215"/>
                    </a:cubicBezTo>
                    <a:cubicBezTo>
                      <a:pt x="9270" y="162"/>
                      <a:pt x="9288" y="109"/>
                      <a:pt x="9306" y="54"/>
                    </a:cubicBezTo>
                    <a:cubicBezTo>
                      <a:pt x="9406" y="93"/>
                      <a:pt x="9499" y="136"/>
                      <a:pt x="9575" y="215"/>
                    </a:cubicBezTo>
                    <a:cubicBezTo>
                      <a:pt x="9596" y="273"/>
                      <a:pt x="9606" y="313"/>
                      <a:pt x="9612" y="373"/>
                    </a:cubicBezTo>
                    <a:cubicBezTo>
                      <a:pt x="9614" y="389"/>
                      <a:pt x="9616" y="405"/>
                      <a:pt x="9618" y="422"/>
                    </a:cubicBezTo>
                    <a:cubicBezTo>
                      <a:pt x="9643" y="674"/>
                      <a:pt x="9620" y="928"/>
                      <a:pt x="9605" y="1180"/>
                    </a:cubicBezTo>
                    <a:cubicBezTo>
                      <a:pt x="9602" y="1233"/>
                      <a:pt x="9599" y="1285"/>
                      <a:pt x="9597" y="1338"/>
                    </a:cubicBezTo>
                    <a:cubicBezTo>
                      <a:pt x="9590" y="1466"/>
                      <a:pt x="9582" y="1594"/>
                      <a:pt x="9575" y="1721"/>
                    </a:cubicBezTo>
                    <a:cubicBezTo>
                      <a:pt x="9539" y="1721"/>
                      <a:pt x="9504" y="1721"/>
                      <a:pt x="9467" y="1721"/>
                    </a:cubicBezTo>
                    <a:cubicBezTo>
                      <a:pt x="9467" y="1757"/>
                      <a:pt x="9467" y="1792"/>
                      <a:pt x="9467" y="1829"/>
                    </a:cubicBezTo>
                    <a:cubicBezTo>
                      <a:pt x="6769" y="1829"/>
                      <a:pt x="4071" y="1829"/>
                      <a:pt x="1291" y="1829"/>
                    </a:cubicBezTo>
                    <a:cubicBezTo>
                      <a:pt x="1291" y="1793"/>
                      <a:pt x="1291" y="1758"/>
                      <a:pt x="1291" y="1721"/>
                    </a:cubicBezTo>
                    <a:cubicBezTo>
                      <a:pt x="1255" y="1721"/>
                      <a:pt x="1220" y="1721"/>
                      <a:pt x="1183" y="1721"/>
                    </a:cubicBezTo>
                    <a:cubicBezTo>
                      <a:pt x="1183" y="1686"/>
                      <a:pt x="1183" y="1650"/>
                      <a:pt x="1183" y="1614"/>
                    </a:cubicBezTo>
                    <a:cubicBezTo>
                      <a:pt x="1148" y="1614"/>
                      <a:pt x="1112" y="1614"/>
                      <a:pt x="1076" y="1614"/>
                    </a:cubicBezTo>
                    <a:cubicBezTo>
                      <a:pt x="1076" y="1578"/>
                      <a:pt x="1076" y="1543"/>
                      <a:pt x="1076" y="1506"/>
                    </a:cubicBezTo>
                    <a:cubicBezTo>
                      <a:pt x="1040" y="1506"/>
                      <a:pt x="1005" y="1506"/>
                      <a:pt x="968" y="1506"/>
                    </a:cubicBezTo>
                    <a:cubicBezTo>
                      <a:pt x="968" y="1329"/>
                      <a:pt x="968" y="1151"/>
                      <a:pt x="968" y="968"/>
                    </a:cubicBezTo>
                    <a:cubicBezTo>
                      <a:pt x="933" y="968"/>
                      <a:pt x="897" y="968"/>
                      <a:pt x="861" y="968"/>
                    </a:cubicBezTo>
                    <a:cubicBezTo>
                      <a:pt x="861" y="897"/>
                      <a:pt x="861" y="826"/>
                      <a:pt x="861" y="753"/>
                    </a:cubicBezTo>
                    <a:cubicBezTo>
                      <a:pt x="719" y="753"/>
                      <a:pt x="577" y="753"/>
                      <a:pt x="430" y="753"/>
                    </a:cubicBezTo>
                    <a:cubicBezTo>
                      <a:pt x="430" y="718"/>
                      <a:pt x="430" y="682"/>
                      <a:pt x="430" y="645"/>
                    </a:cubicBezTo>
                    <a:cubicBezTo>
                      <a:pt x="395" y="645"/>
                      <a:pt x="359" y="645"/>
                      <a:pt x="323" y="645"/>
                    </a:cubicBezTo>
                    <a:cubicBezTo>
                      <a:pt x="323" y="610"/>
                      <a:pt x="323" y="574"/>
                      <a:pt x="323" y="538"/>
                    </a:cubicBezTo>
                    <a:cubicBezTo>
                      <a:pt x="287" y="538"/>
                      <a:pt x="252" y="538"/>
                      <a:pt x="215" y="538"/>
                    </a:cubicBezTo>
                    <a:cubicBezTo>
                      <a:pt x="215" y="502"/>
                      <a:pt x="215" y="467"/>
                      <a:pt x="215" y="430"/>
                    </a:cubicBezTo>
                    <a:cubicBezTo>
                      <a:pt x="180" y="430"/>
                      <a:pt x="144" y="430"/>
                      <a:pt x="108" y="430"/>
                    </a:cubicBezTo>
                    <a:cubicBezTo>
                      <a:pt x="108" y="395"/>
                      <a:pt x="108" y="359"/>
                      <a:pt x="108" y="323"/>
                    </a:cubicBezTo>
                    <a:cubicBezTo>
                      <a:pt x="72" y="323"/>
                      <a:pt x="37" y="323"/>
                      <a:pt x="0" y="323"/>
                    </a:cubicBezTo>
                    <a:cubicBezTo>
                      <a:pt x="0" y="216"/>
                      <a:pt x="0" y="1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83" cap="flat">
                <a:noFill/>
              </a:ln>
            </p:spPr>
          </p:sp>
          <p:sp>
            <p:nvSpPr>
              <p:cNvPr id="1065" name="ICON_TOOL_FOLDER_path_006"/>
              <p:cNvSpPr/>
              <p:nvPr/>
            </p:nvSpPr>
            <p:spPr>
              <a:xfrm>
                <a:off x="5270760" y="3548323"/>
                <a:ext cx="25960" cy="83344"/>
              </a:xfrm>
              <a:custGeom>
                <a:avLst/>
                <a:gdLst/>
                <a:ahLst/>
                <a:cxnLst/>
                <a:rect l="0" t="0" r="r" b="b"/>
                <a:pathLst>
                  <a:path w="2044" h="6562" fill="norm" stroke="0">
                    <a:moveTo>
                      <a:pt x="538" y="0"/>
                    </a:moveTo>
                    <a:cubicBezTo>
                      <a:pt x="999" y="0"/>
                      <a:pt x="1461" y="0"/>
                      <a:pt x="1936" y="0"/>
                    </a:cubicBezTo>
                    <a:cubicBezTo>
                      <a:pt x="1936" y="36"/>
                      <a:pt x="1936" y="71"/>
                      <a:pt x="1936" y="108"/>
                    </a:cubicBezTo>
                    <a:cubicBezTo>
                      <a:pt x="1972" y="108"/>
                      <a:pt x="2007" y="108"/>
                      <a:pt x="2044" y="108"/>
                    </a:cubicBezTo>
                    <a:cubicBezTo>
                      <a:pt x="2044" y="143"/>
                      <a:pt x="2044" y="179"/>
                      <a:pt x="2044" y="215"/>
                    </a:cubicBezTo>
                    <a:cubicBezTo>
                      <a:pt x="2009" y="215"/>
                      <a:pt x="1973" y="215"/>
                      <a:pt x="1936" y="215"/>
                    </a:cubicBezTo>
                    <a:cubicBezTo>
                      <a:pt x="1936" y="286"/>
                      <a:pt x="1936" y="357"/>
                      <a:pt x="1936" y="430"/>
                    </a:cubicBezTo>
                    <a:cubicBezTo>
                      <a:pt x="1901" y="430"/>
                      <a:pt x="1865" y="430"/>
                      <a:pt x="1829" y="430"/>
                    </a:cubicBezTo>
                    <a:cubicBezTo>
                      <a:pt x="1829" y="501"/>
                      <a:pt x="1829" y="572"/>
                      <a:pt x="1829" y="645"/>
                    </a:cubicBezTo>
                    <a:cubicBezTo>
                      <a:pt x="1864" y="645"/>
                      <a:pt x="1900" y="645"/>
                      <a:pt x="1936" y="645"/>
                    </a:cubicBezTo>
                    <a:cubicBezTo>
                      <a:pt x="1936" y="716"/>
                      <a:pt x="1936" y="788"/>
                      <a:pt x="1936" y="861"/>
                    </a:cubicBezTo>
                    <a:cubicBezTo>
                      <a:pt x="1972" y="861"/>
                      <a:pt x="2007" y="861"/>
                      <a:pt x="2044" y="861"/>
                    </a:cubicBezTo>
                    <a:cubicBezTo>
                      <a:pt x="2044" y="2387"/>
                      <a:pt x="2044" y="3914"/>
                      <a:pt x="2044" y="5487"/>
                    </a:cubicBezTo>
                    <a:cubicBezTo>
                      <a:pt x="2009" y="5487"/>
                      <a:pt x="1973" y="5487"/>
                      <a:pt x="1936" y="5487"/>
                    </a:cubicBezTo>
                    <a:cubicBezTo>
                      <a:pt x="1936" y="5629"/>
                      <a:pt x="1936" y="5771"/>
                      <a:pt x="1936" y="5917"/>
                    </a:cubicBezTo>
                    <a:cubicBezTo>
                      <a:pt x="1972" y="5917"/>
                      <a:pt x="2007" y="5917"/>
                      <a:pt x="2044" y="5917"/>
                    </a:cubicBezTo>
                    <a:cubicBezTo>
                      <a:pt x="2044" y="6095"/>
                      <a:pt x="2044" y="6272"/>
                      <a:pt x="2044" y="6455"/>
                    </a:cubicBezTo>
                    <a:cubicBezTo>
                      <a:pt x="2009" y="6455"/>
                      <a:pt x="1973" y="6455"/>
                      <a:pt x="1936" y="6455"/>
                    </a:cubicBezTo>
                    <a:cubicBezTo>
                      <a:pt x="1936" y="6490"/>
                      <a:pt x="1936" y="6526"/>
                      <a:pt x="1936" y="6562"/>
                    </a:cubicBezTo>
                    <a:cubicBezTo>
                      <a:pt x="1759" y="6562"/>
                      <a:pt x="1581" y="6562"/>
                      <a:pt x="1399" y="6562"/>
                    </a:cubicBezTo>
                    <a:cubicBezTo>
                      <a:pt x="1399" y="6527"/>
                      <a:pt x="1399" y="6491"/>
                      <a:pt x="1399" y="6455"/>
                    </a:cubicBezTo>
                    <a:cubicBezTo>
                      <a:pt x="1186" y="6455"/>
                      <a:pt x="973" y="6455"/>
                      <a:pt x="753" y="6455"/>
                    </a:cubicBezTo>
                    <a:cubicBezTo>
                      <a:pt x="753" y="6490"/>
                      <a:pt x="753" y="6526"/>
                      <a:pt x="753" y="6562"/>
                    </a:cubicBezTo>
                    <a:cubicBezTo>
                      <a:pt x="540" y="6562"/>
                      <a:pt x="327" y="6562"/>
                      <a:pt x="108" y="6562"/>
                    </a:cubicBezTo>
                    <a:cubicBezTo>
                      <a:pt x="108" y="6527"/>
                      <a:pt x="108" y="6491"/>
                      <a:pt x="108" y="6455"/>
                    </a:cubicBezTo>
                    <a:cubicBezTo>
                      <a:pt x="72" y="6455"/>
                      <a:pt x="37" y="6455"/>
                      <a:pt x="0" y="6455"/>
                    </a:cubicBezTo>
                    <a:cubicBezTo>
                      <a:pt x="0" y="4431"/>
                      <a:pt x="0" y="2408"/>
                      <a:pt x="0" y="323"/>
                    </a:cubicBezTo>
                    <a:cubicBezTo>
                      <a:pt x="36" y="323"/>
                      <a:pt x="71" y="323"/>
                      <a:pt x="108" y="323"/>
                    </a:cubicBezTo>
                    <a:cubicBezTo>
                      <a:pt x="108" y="287"/>
                      <a:pt x="108" y="252"/>
                      <a:pt x="108" y="215"/>
                    </a:cubicBezTo>
                    <a:cubicBezTo>
                      <a:pt x="143" y="215"/>
                      <a:pt x="179" y="215"/>
                      <a:pt x="215" y="215"/>
                    </a:cubicBezTo>
                    <a:cubicBezTo>
                      <a:pt x="215" y="180"/>
                      <a:pt x="215" y="144"/>
                      <a:pt x="215" y="108"/>
                    </a:cubicBezTo>
                    <a:cubicBezTo>
                      <a:pt x="322" y="108"/>
                      <a:pt x="428" y="108"/>
                      <a:pt x="538" y="108"/>
                    </a:cubicBezTo>
                    <a:cubicBezTo>
                      <a:pt x="538" y="72"/>
                      <a:pt x="538" y="37"/>
                      <a:pt x="5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83" cap="flat">
                <a:noFill/>
              </a:ln>
            </p:spPr>
          </p:sp>
          <p:sp>
            <p:nvSpPr>
              <p:cNvPr id="1066" name="ICON_TOOL_FOLDER_path_007"/>
              <p:cNvSpPr/>
              <p:nvPr/>
            </p:nvSpPr>
            <p:spPr>
              <a:xfrm>
                <a:off x="5225673" y="3571550"/>
                <a:ext cx="27326" cy="60117"/>
              </a:xfrm>
              <a:custGeom>
                <a:avLst/>
                <a:gdLst/>
                <a:ahLst/>
                <a:cxnLst/>
                <a:rect l="0" t="0" r="r" b="b"/>
                <a:pathLst>
                  <a:path w="2152" h="4734" fill="norm" stroke="0">
                    <a:moveTo>
                      <a:pt x="1183" y="0"/>
                    </a:moveTo>
                    <a:cubicBezTo>
                      <a:pt x="1467" y="0"/>
                      <a:pt x="1751" y="0"/>
                      <a:pt x="2044" y="0"/>
                    </a:cubicBezTo>
                    <a:cubicBezTo>
                      <a:pt x="2044" y="36"/>
                      <a:pt x="2044" y="71"/>
                      <a:pt x="2044" y="108"/>
                    </a:cubicBezTo>
                    <a:cubicBezTo>
                      <a:pt x="2080" y="108"/>
                      <a:pt x="2115" y="108"/>
                      <a:pt x="2152" y="108"/>
                    </a:cubicBezTo>
                    <a:cubicBezTo>
                      <a:pt x="2152" y="1563"/>
                      <a:pt x="2152" y="3019"/>
                      <a:pt x="2152" y="4518"/>
                    </a:cubicBezTo>
                    <a:cubicBezTo>
                      <a:pt x="1939" y="4518"/>
                      <a:pt x="1726" y="4518"/>
                      <a:pt x="1506" y="4518"/>
                    </a:cubicBezTo>
                    <a:cubicBezTo>
                      <a:pt x="1506" y="4554"/>
                      <a:pt x="1506" y="4589"/>
                      <a:pt x="1506" y="4626"/>
                    </a:cubicBezTo>
                    <a:cubicBezTo>
                      <a:pt x="1435" y="4626"/>
                      <a:pt x="1364" y="4626"/>
                      <a:pt x="1291" y="4626"/>
                    </a:cubicBezTo>
                    <a:cubicBezTo>
                      <a:pt x="1291" y="4662"/>
                      <a:pt x="1291" y="4697"/>
                      <a:pt x="1291" y="4734"/>
                    </a:cubicBezTo>
                    <a:cubicBezTo>
                      <a:pt x="900" y="4734"/>
                      <a:pt x="510" y="4734"/>
                      <a:pt x="108" y="4734"/>
                    </a:cubicBezTo>
                    <a:cubicBezTo>
                      <a:pt x="108" y="4698"/>
                      <a:pt x="108" y="4663"/>
                      <a:pt x="108" y="4626"/>
                    </a:cubicBezTo>
                    <a:cubicBezTo>
                      <a:pt x="72" y="4626"/>
                      <a:pt x="37" y="4626"/>
                      <a:pt x="0" y="4626"/>
                    </a:cubicBezTo>
                    <a:cubicBezTo>
                      <a:pt x="0" y="4307"/>
                      <a:pt x="0" y="3987"/>
                      <a:pt x="0" y="3658"/>
                    </a:cubicBezTo>
                    <a:cubicBezTo>
                      <a:pt x="36" y="3658"/>
                      <a:pt x="71" y="3658"/>
                      <a:pt x="108" y="3658"/>
                    </a:cubicBezTo>
                    <a:cubicBezTo>
                      <a:pt x="108" y="3338"/>
                      <a:pt x="108" y="3019"/>
                      <a:pt x="108" y="2690"/>
                    </a:cubicBezTo>
                    <a:cubicBezTo>
                      <a:pt x="72" y="2690"/>
                      <a:pt x="37" y="2690"/>
                      <a:pt x="0" y="2690"/>
                    </a:cubicBezTo>
                    <a:cubicBezTo>
                      <a:pt x="0" y="2406"/>
                      <a:pt x="0" y="2122"/>
                      <a:pt x="0" y="1829"/>
                    </a:cubicBezTo>
                    <a:cubicBezTo>
                      <a:pt x="36" y="1829"/>
                      <a:pt x="71" y="1829"/>
                      <a:pt x="108" y="1829"/>
                    </a:cubicBezTo>
                    <a:cubicBezTo>
                      <a:pt x="108" y="1545"/>
                      <a:pt x="108" y="1261"/>
                      <a:pt x="108" y="968"/>
                    </a:cubicBezTo>
                    <a:cubicBezTo>
                      <a:pt x="72" y="968"/>
                      <a:pt x="37" y="968"/>
                      <a:pt x="0" y="968"/>
                    </a:cubicBezTo>
                    <a:cubicBezTo>
                      <a:pt x="0" y="755"/>
                      <a:pt x="0" y="542"/>
                      <a:pt x="0" y="323"/>
                    </a:cubicBezTo>
                    <a:cubicBezTo>
                      <a:pt x="36" y="323"/>
                      <a:pt x="71" y="323"/>
                      <a:pt x="108" y="323"/>
                    </a:cubicBezTo>
                    <a:cubicBezTo>
                      <a:pt x="108" y="287"/>
                      <a:pt x="108" y="252"/>
                      <a:pt x="108" y="215"/>
                    </a:cubicBezTo>
                    <a:cubicBezTo>
                      <a:pt x="143" y="215"/>
                      <a:pt x="179" y="215"/>
                      <a:pt x="215" y="215"/>
                    </a:cubicBezTo>
                    <a:cubicBezTo>
                      <a:pt x="215" y="180"/>
                      <a:pt x="215" y="144"/>
                      <a:pt x="215" y="108"/>
                    </a:cubicBezTo>
                    <a:cubicBezTo>
                      <a:pt x="535" y="108"/>
                      <a:pt x="854" y="108"/>
                      <a:pt x="1183" y="108"/>
                    </a:cubicBezTo>
                    <a:cubicBezTo>
                      <a:pt x="1183" y="72"/>
                      <a:pt x="1183" y="37"/>
                      <a:pt x="1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83" cap="flat">
                <a:noFill/>
              </a:ln>
            </p:spPr>
          </p:sp>
          <p:sp>
            <p:nvSpPr>
              <p:cNvPr id="1067" name="ICON_TOOL_FOLDER_path_008"/>
              <p:cNvSpPr/>
              <p:nvPr/>
            </p:nvSpPr>
            <p:spPr>
              <a:xfrm>
                <a:off x="5181951" y="3596143"/>
                <a:ext cx="27326" cy="35524"/>
              </a:xfrm>
              <a:custGeom>
                <a:avLst/>
                <a:gdLst/>
                <a:ahLst/>
                <a:cxnLst/>
                <a:rect l="0" t="0" r="r" b="b"/>
                <a:pathLst>
                  <a:path w="2152" h="2797" fill="norm" stroke="0">
                    <a:moveTo>
                      <a:pt x="108" y="0"/>
                    </a:moveTo>
                    <a:cubicBezTo>
                      <a:pt x="285" y="0"/>
                      <a:pt x="463" y="0"/>
                      <a:pt x="645" y="0"/>
                    </a:cubicBezTo>
                    <a:cubicBezTo>
                      <a:pt x="645" y="36"/>
                      <a:pt x="645" y="71"/>
                      <a:pt x="645" y="108"/>
                    </a:cubicBezTo>
                    <a:cubicBezTo>
                      <a:pt x="752" y="108"/>
                      <a:pt x="859" y="108"/>
                      <a:pt x="968" y="108"/>
                    </a:cubicBezTo>
                    <a:cubicBezTo>
                      <a:pt x="968" y="72"/>
                      <a:pt x="968" y="37"/>
                      <a:pt x="968" y="0"/>
                    </a:cubicBezTo>
                    <a:cubicBezTo>
                      <a:pt x="1323" y="0"/>
                      <a:pt x="1678" y="0"/>
                      <a:pt x="2044" y="0"/>
                    </a:cubicBezTo>
                    <a:cubicBezTo>
                      <a:pt x="2044" y="36"/>
                      <a:pt x="2044" y="71"/>
                      <a:pt x="2044" y="108"/>
                    </a:cubicBezTo>
                    <a:cubicBezTo>
                      <a:pt x="2080" y="108"/>
                      <a:pt x="2115" y="108"/>
                      <a:pt x="2152" y="108"/>
                    </a:cubicBezTo>
                    <a:cubicBezTo>
                      <a:pt x="2152" y="285"/>
                      <a:pt x="2152" y="463"/>
                      <a:pt x="2152" y="645"/>
                    </a:cubicBezTo>
                    <a:cubicBezTo>
                      <a:pt x="2116" y="645"/>
                      <a:pt x="2081" y="645"/>
                      <a:pt x="2044" y="645"/>
                    </a:cubicBezTo>
                    <a:cubicBezTo>
                      <a:pt x="2044" y="681"/>
                      <a:pt x="2044" y="716"/>
                      <a:pt x="2044" y="753"/>
                    </a:cubicBezTo>
                    <a:cubicBezTo>
                      <a:pt x="2009" y="753"/>
                      <a:pt x="1973" y="753"/>
                      <a:pt x="1936" y="753"/>
                    </a:cubicBezTo>
                    <a:cubicBezTo>
                      <a:pt x="1936" y="824"/>
                      <a:pt x="1936" y="895"/>
                      <a:pt x="1936" y="968"/>
                    </a:cubicBezTo>
                    <a:cubicBezTo>
                      <a:pt x="1901" y="968"/>
                      <a:pt x="1865" y="968"/>
                      <a:pt x="1829" y="968"/>
                    </a:cubicBezTo>
                    <a:cubicBezTo>
                      <a:pt x="1829" y="1146"/>
                      <a:pt x="1829" y="1323"/>
                      <a:pt x="1829" y="1506"/>
                    </a:cubicBezTo>
                    <a:cubicBezTo>
                      <a:pt x="1864" y="1506"/>
                      <a:pt x="1900" y="1506"/>
                      <a:pt x="1936" y="1506"/>
                    </a:cubicBezTo>
                    <a:cubicBezTo>
                      <a:pt x="1936" y="1542"/>
                      <a:pt x="1936" y="1577"/>
                      <a:pt x="1936" y="1614"/>
                    </a:cubicBezTo>
                    <a:cubicBezTo>
                      <a:pt x="1972" y="1614"/>
                      <a:pt x="2007" y="1614"/>
                      <a:pt x="2044" y="1614"/>
                    </a:cubicBezTo>
                    <a:cubicBezTo>
                      <a:pt x="2044" y="1649"/>
                      <a:pt x="2044" y="1685"/>
                      <a:pt x="2044" y="1721"/>
                    </a:cubicBezTo>
                    <a:cubicBezTo>
                      <a:pt x="2080" y="1721"/>
                      <a:pt x="2115" y="1721"/>
                      <a:pt x="2152" y="1721"/>
                    </a:cubicBezTo>
                    <a:cubicBezTo>
                      <a:pt x="2152" y="2041"/>
                      <a:pt x="2152" y="2360"/>
                      <a:pt x="2152" y="2690"/>
                    </a:cubicBezTo>
                    <a:cubicBezTo>
                      <a:pt x="2116" y="2690"/>
                      <a:pt x="2081" y="2690"/>
                      <a:pt x="2044" y="2690"/>
                    </a:cubicBezTo>
                    <a:cubicBezTo>
                      <a:pt x="2044" y="2725"/>
                      <a:pt x="2044" y="2761"/>
                      <a:pt x="2044" y="2797"/>
                    </a:cubicBezTo>
                    <a:cubicBezTo>
                      <a:pt x="1405" y="2797"/>
                      <a:pt x="766" y="2797"/>
                      <a:pt x="108" y="2797"/>
                    </a:cubicBezTo>
                    <a:cubicBezTo>
                      <a:pt x="108" y="2762"/>
                      <a:pt x="108" y="2726"/>
                      <a:pt x="108" y="2690"/>
                    </a:cubicBezTo>
                    <a:cubicBezTo>
                      <a:pt x="72" y="2690"/>
                      <a:pt x="37" y="2690"/>
                      <a:pt x="0" y="2690"/>
                    </a:cubicBezTo>
                    <a:cubicBezTo>
                      <a:pt x="0" y="2654"/>
                      <a:pt x="0" y="2619"/>
                      <a:pt x="0" y="2582"/>
                    </a:cubicBezTo>
                    <a:cubicBezTo>
                      <a:pt x="36" y="2582"/>
                      <a:pt x="71" y="2582"/>
                      <a:pt x="108" y="2582"/>
                    </a:cubicBezTo>
                    <a:cubicBezTo>
                      <a:pt x="108" y="2511"/>
                      <a:pt x="108" y="2440"/>
                      <a:pt x="108" y="2367"/>
                    </a:cubicBezTo>
                    <a:cubicBezTo>
                      <a:pt x="143" y="2367"/>
                      <a:pt x="179" y="2367"/>
                      <a:pt x="215" y="2367"/>
                    </a:cubicBezTo>
                    <a:cubicBezTo>
                      <a:pt x="215" y="2189"/>
                      <a:pt x="215" y="2012"/>
                      <a:pt x="215" y="1829"/>
                    </a:cubicBezTo>
                    <a:cubicBezTo>
                      <a:pt x="180" y="1829"/>
                      <a:pt x="144" y="1829"/>
                      <a:pt x="108" y="1829"/>
                    </a:cubicBezTo>
                    <a:cubicBezTo>
                      <a:pt x="108" y="1722"/>
                      <a:pt x="108" y="1616"/>
                      <a:pt x="108" y="1506"/>
                    </a:cubicBezTo>
                    <a:cubicBezTo>
                      <a:pt x="72" y="1506"/>
                      <a:pt x="37" y="1506"/>
                      <a:pt x="0" y="1506"/>
                    </a:cubicBezTo>
                    <a:cubicBezTo>
                      <a:pt x="0" y="1045"/>
                      <a:pt x="0" y="583"/>
                      <a:pt x="0" y="108"/>
                    </a:cubicBezTo>
                    <a:cubicBezTo>
                      <a:pt x="36" y="108"/>
                      <a:pt x="71" y="108"/>
                      <a:pt x="108" y="108"/>
                    </a:cubicBezTo>
                    <a:cubicBezTo>
                      <a:pt x="108" y="72"/>
                      <a:pt x="108" y="37"/>
                      <a:pt x="1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83" cap="flat">
                <a:noFill/>
              </a:ln>
            </p:spPr>
          </p:sp>
          <p:sp>
            <p:nvSpPr>
              <p:cNvPr id="1068" name="ICON_TOOL_FOLDER_path_009"/>
              <p:cNvSpPr/>
              <p:nvPr/>
            </p:nvSpPr>
            <p:spPr>
              <a:xfrm>
                <a:off x="5235237" y="3441752"/>
                <a:ext cx="132530" cy="5465"/>
              </a:xfrm>
              <a:custGeom>
                <a:avLst/>
                <a:gdLst/>
                <a:ahLst/>
                <a:cxnLst/>
                <a:rect l="0" t="0" r="r" b="b"/>
                <a:pathLst>
                  <a:path w="10435" h="430" fill="norm" stroke="0">
                    <a:moveTo>
                      <a:pt x="323" y="0"/>
                    </a:moveTo>
                    <a:cubicBezTo>
                      <a:pt x="429" y="0"/>
                      <a:pt x="536" y="0"/>
                      <a:pt x="645" y="0"/>
                    </a:cubicBezTo>
                    <a:cubicBezTo>
                      <a:pt x="645" y="36"/>
                      <a:pt x="645" y="71"/>
                      <a:pt x="645" y="108"/>
                    </a:cubicBezTo>
                    <a:cubicBezTo>
                      <a:pt x="930" y="108"/>
                      <a:pt x="1214" y="108"/>
                      <a:pt x="1506" y="108"/>
                    </a:cubicBezTo>
                    <a:cubicBezTo>
                      <a:pt x="1506" y="143"/>
                      <a:pt x="1506" y="179"/>
                      <a:pt x="1506" y="215"/>
                    </a:cubicBezTo>
                    <a:cubicBezTo>
                      <a:pt x="1790" y="215"/>
                      <a:pt x="2074" y="215"/>
                      <a:pt x="2367" y="215"/>
                    </a:cubicBezTo>
                    <a:cubicBezTo>
                      <a:pt x="2367" y="180"/>
                      <a:pt x="2367" y="144"/>
                      <a:pt x="2367" y="108"/>
                    </a:cubicBezTo>
                    <a:cubicBezTo>
                      <a:pt x="2438" y="108"/>
                      <a:pt x="2509" y="108"/>
                      <a:pt x="2582" y="108"/>
                    </a:cubicBezTo>
                    <a:cubicBezTo>
                      <a:pt x="2582" y="72"/>
                      <a:pt x="2582" y="37"/>
                      <a:pt x="2582" y="0"/>
                    </a:cubicBezTo>
                    <a:cubicBezTo>
                      <a:pt x="2724" y="0"/>
                      <a:pt x="2866" y="0"/>
                      <a:pt x="3012" y="0"/>
                    </a:cubicBezTo>
                    <a:cubicBezTo>
                      <a:pt x="3012" y="36"/>
                      <a:pt x="3012" y="71"/>
                      <a:pt x="3012" y="108"/>
                    </a:cubicBezTo>
                    <a:cubicBezTo>
                      <a:pt x="3190" y="108"/>
                      <a:pt x="3367" y="108"/>
                      <a:pt x="3550" y="108"/>
                    </a:cubicBezTo>
                    <a:cubicBezTo>
                      <a:pt x="3550" y="72"/>
                      <a:pt x="3550" y="37"/>
                      <a:pt x="3550" y="0"/>
                    </a:cubicBezTo>
                    <a:cubicBezTo>
                      <a:pt x="4935" y="0"/>
                      <a:pt x="6319" y="0"/>
                      <a:pt x="7746" y="0"/>
                    </a:cubicBezTo>
                    <a:cubicBezTo>
                      <a:pt x="7746" y="36"/>
                      <a:pt x="7746" y="71"/>
                      <a:pt x="7746" y="108"/>
                    </a:cubicBezTo>
                    <a:cubicBezTo>
                      <a:pt x="7817" y="108"/>
                      <a:pt x="7888" y="108"/>
                      <a:pt x="7961" y="108"/>
                    </a:cubicBezTo>
                    <a:cubicBezTo>
                      <a:pt x="7961" y="72"/>
                      <a:pt x="7961" y="37"/>
                      <a:pt x="7961" y="0"/>
                    </a:cubicBezTo>
                    <a:cubicBezTo>
                      <a:pt x="8174" y="0"/>
                      <a:pt x="8387" y="0"/>
                      <a:pt x="8607" y="0"/>
                    </a:cubicBezTo>
                    <a:cubicBezTo>
                      <a:pt x="8607" y="36"/>
                      <a:pt x="8607" y="71"/>
                      <a:pt x="8607" y="108"/>
                    </a:cubicBezTo>
                    <a:cubicBezTo>
                      <a:pt x="9104" y="108"/>
                      <a:pt x="9601" y="108"/>
                      <a:pt x="10113" y="108"/>
                    </a:cubicBezTo>
                    <a:cubicBezTo>
                      <a:pt x="10113" y="72"/>
                      <a:pt x="10113" y="37"/>
                      <a:pt x="10113" y="0"/>
                    </a:cubicBezTo>
                    <a:cubicBezTo>
                      <a:pt x="10148" y="0"/>
                      <a:pt x="10184" y="0"/>
                      <a:pt x="10220" y="0"/>
                    </a:cubicBezTo>
                    <a:cubicBezTo>
                      <a:pt x="10220" y="36"/>
                      <a:pt x="10220" y="71"/>
                      <a:pt x="10220" y="108"/>
                    </a:cubicBezTo>
                    <a:cubicBezTo>
                      <a:pt x="10256" y="108"/>
                      <a:pt x="10291" y="108"/>
                      <a:pt x="10328" y="108"/>
                    </a:cubicBezTo>
                    <a:cubicBezTo>
                      <a:pt x="10328" y="179"/>
                      <a:pt x="10328" y="250"/>
                      <a:pt x="10328" y="323"/>
                    </a:cubicBezTo>
                    <a:cubicBezTo>
                      <a:pt x="10363" y="323"/>
                      <a:pt x="10399" y="323"/>
                      <a:pt x="10435" y="323"/>
                    </a:cubicBezTo>
                    <a:cubicBezTo>
                      <a:pt x="10435" y="358"/>
                      <a:pt x="10435" y="394"/>
                      <a:pt x="10435" y="430"/>
                    </a:cubicBezTo>
                    <a:cubicBezTo>
                      <a:pt x="10329" y="430"/>
                      <a:pt x="10222" y="430"/>
                      <a:pt x="10113" y="430"/>
                    </a:cubicBezTo>
                    <a:cubicBezTo>
                      <a:pt x="10113" y="395"/>
                      <a:pt x="10113" y="359"/>
                      <a:pt x="10113" y="323"/>
                    </a:cubicBezTo>
                    <a:cubicBezTo>
                      <a:pt x="10102" y="323"/>
                      <a:pt x="10102" y="323"/>
                      <a:pt x="10049" y="323"/>
                    </a:cubicBezTo>
                    <a:cubicBezTo>
                      <a:pt x="9118" y="327"/>
                      <a:pt x="8187" y="330"/>
                      <a:pt x="7256" y="332"/>
                    </a:cubicBezTo>
                    <a:cubicBezTo>
                      <a:pt x="7242" y="332"/>
                      <a:pt x="7228" y="332"/>
                      <a:pt x="7213" y="332"/>
                    </a:cubicBezTo>
                    <a:cubicBezTo>
                      <a:pt x="6907" y="333"/>
                      <a:pt x="6601" y="333"/>
                      <a:pt x="6294" y="334"/>
                    </a:cubicBezTo>
                    <a:cubicBezTo>
                      <a:pt x="6144" y="334"/>
                      <a:pt x="5994" y="334"/>
                      <a:pt x="5844" y="335"/>
                    </a:cubicBezTo>
                    <a:cubicBezTo>
                      <a:pt x="5829" y="335"/>
                      <a:pt x="5814" y="335"/>
                      <a:pt x="5799" y="335"/>
                    </a:cubicBezTo>
                    <a:cubicBezTo>
                      <a:pt x="5314" y="336"/>
                      <a:pt x="4830" y="337"/>
                      <a:pt x="4345" y="339"/>
                    </a:cubicBezTo>
                    <a:cubicBezTo>
                      <a:pt x="3847" y="341"/>
                      <a:pt x="3350" y="343"/>
                      <a:pt x="2852" y="343"/>
                    </a:cubicBezTo>
                    <a:cubicBezTo>
                      <a:pt x="2781" y="343"/>
                      <a:pt x="2711" y="343"/>
                      <a:pt x="2641" y="343"/>
                    </a:cubicBezTo>
                    <a:cubicBezTo>
                      <a:pt x="2634" y="343"/>
                      <a:pt x="2634" y="343"/>
                      <a:pt x="2599" y="343"/>
                    </a:cubicBezTo>
                    <a:cubicBezTo>
                      <a:pt x="2376" y="343"/>
                      <a:pt x="2153" y="344"/>
                      <a:pt x="1930" y="346"/>
                    </a:cubicBezTo>
                    <a:cubicBezTo>
                      <a:pt x="1707" y="347"/>
                      <a:pt x="1483" y="347"/>
                      <a:pt x="1259" y="347"/>
                    </a:cubicBezTo>
                    <a:cubicBezTo>
                      <a:pt x="1137" y="347"/>
                      <a:pt x="1016" y="347"/>
                      <a:pt x="895" y="348"/>
                    </a:cubicBezTo>
                    <a:cubicBezTo>
                      <a:pt x="784" y="349"/>
                      <a:pt x="673" y="349"/>
                      <a:pt x="561" y="349"/>
                    </a:cubicBezTo>
                    <a:cubicBezTo>
                      <a:pt x="521" y="349"/>
                      <a:pt x="481" y="349"/>
                      <a:pt x="441" y="350"/>
                    </a:cubicBezTo>
                    <a:cubicBezTo>
                      <a:pt x="326" y="351"/>
                      <a:pt x="219" y="352"/>
                      <a:pt x="108" y="323"/>
                    </a:cubicBezTo>
                    <a:cubicBezTo>
                      <a:pt x="39" y="252"/>
                      <a:pt x="27" y="205"/>
                      <a:pt x="0" y="108"/>
                    </a:cubicBezTo>
                    <a:cubicBezTo>
                      <a:pt x="107" y="108"/>
                      <a:pt x="213" y="108"/>
                      <a:pt x="323" y="108"/>
                    </a:cubicBezTo>
                    <a:cubicBezTo>
                      <a:pt x="323" y="72"/>
                      <a:pt x="323" y="37"/>
                      <a:pt x="32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69" name="ICON_TOOL_FOLDER_path_010"/>
              <p:cNvSpPr/>
              <p:nvPr/>
            </p:nvSpPr>
            <p:spPr>
              <a:xfrm>
                <a:off x="5119102" y="3660359"/>
                <a:ext cx="245932" cy="4099"/>
              </a:xfrm>
              <a:custGeom>
                <a:avLst/>
                <a:gdLst/>
                <a:ahLst/>
                <a:cxnLst/>
                <a:rect l="0" t="0" r="r" b="b"/>
                <a:pathLst>
                  <a:path w="19365" h="323" fill="norm" stroke="0">
                    <a:moveTo>
                      <a:pt x="0" y="0"/>
                    </a:moveTo>
                    <a:cubicBezTo>
                      <a:pt x="6390" y="0"/>
                      <a:pt x="12781" y="0"/>
                      <a:pt x="19365" y="0"/>
                    </a:cubicBezTo>
                    <a:cubicBezTo>
                      <a:pt x="19347" y="36"/>
                      <a:pt x="19329" y="71"/>
                      <a:pt x="19311" y="108"/>
                    </a:cubicBezTo>
                    <a:cubicBezTo>
                      <a:pt x="19247" y="118"/>
                      <a:pt x="19196" y="121"/>
                      <a:pt x="19132" y="120"/>
                    </a:cubicBezTo>
                    <a:cubicBezTo>
                      <a:pt x="19114" y="120"/>
                      <a:pt x="19095" y="120"/>
                      <a:pt x="19076" y="120"/>
                    </a:cubicBezTo>
                    <a:cubicBezTo>
                      <a:pt x="19016" y="120"/>
                      <a:pt x="18955" y="119"/>
                      <a:pt x="18894" y="118"/>
                    </a:cubicBezTo>
                    <a:cubicBezTo>
                      <a:pt x="18852" y="118"/>
                      <a:pt x="18810" y="118"/>
                      <a:pt x="18767" y="118"/>
                    </a:cubicBezTo>
                    <a:cubicBezTo>
                      <a:pt x="18656" y="117"/>
                      <a:pt x="18546" y="116"/>
                      <a:pt x="18435" y="115"/>
                    </a:cubicBezTo>
                    <a:cubicBezTo>
                      <a:pt x="18321" y="114"/>
                      <a:pt x="18208" y="113"/>
                      <a:pt x="18095" y="113"/>
                    </a:cubicBezTo>
                    <a:cubicBezTo>
                      <a:pt x="17873" y="112"/>
                      <a:pt x="17650" y="110"/>
                      <a:pt x="17428" y="108"/>
                    </a:cubicBezTo>
                    <a:cubicBezTo>
                      <a:pt x="17428" y="143"/>
                      <a:pt x="17428" y="179"/>
                      <a:pt x="17428" y="215"/>
                    </a:cubicBezTo>
                    <a:cubicBezTo>
                      <a:pt x="17322" y="215"/>
                      <a:pt x="17215" y="215"/>
                      <a:pt x="17106" y="215"/>
                    </a:cubicBezTo>
                    <a:cubicBezTo>
                      <a:pt x="17106" y="180"/>
                      <a:pt x="17106" y="144"/>
                      <a:pt x="17106" y="108"/>
                    </a:cubicBezTo>
                    <a:cubicBezTo>
                      <a:pt x="16005" y="108"/>
                      <a:pt x="14904" y="108"/>
                      <a:pt x="13770" y="108"/>
                    </a:cubicBezTo>
                    <a:cubicBezTo>
                      <a:pt x="13770" y="143"/>
                      <a:pt x="13770" y="179"/>
                      <a:pt x="13770" y="215"/>
                    </a:cubicBezTo>
                    <a:cubicBezTo>
                      <a:pt x="13593" y="215"/>
                      <a:pt x="13415" y="215"/>
                      <a:pt x="13233" y="215"/>
                    </a:cubicBezTo>
                    <a:cubicBezTo>
                      <a:pt x="13233" y="180"/>
                      <a:pt x="13233" y="144"/>
                      <a:pt x="13233" y="108"/>
                    </a:cubicBezTo>
                    <a:cubicBezTo>
                      <a:pt x="10570" y="108"/>
                      <a:pt x="7907" y="108"/>
                      <a:pt x="5164" y="108"/>
                    </a:cubicBezTo>
                    <a:cubicBezTo>
                      <a:pt x="5164" y="143"/>
                      <a:pt x="5164" y="179"/>
                      <a:pt x="5164" y="215"/>
                    </a:cubicBezTo>
                    <a:cubicBezTo>
                      <a:pt x="5093" y="215"/>
                      <a:pt x="5022" y="215"/>
                      <a:pt x="4949" y="215"/>
                    </a:cubicBezTo>
                    <a:cubicBezTo>
                      <a:pt x="4949" y="180"/>
                      <a:pt x="4949" y="144"/>
                      <a:pt x="4949" y="108"/>
                    </a:cubicBezTo>
                    <a:cubicBezTo>
                      <a:pt x="3848" y="108"/>
                      <a:pt x="2748" y="108"/>
                      <a:pt x="1614" y="108"/>
                    </a:cubicBezTo>
                    <a:cubicBezTo>
                      <a:pt x="1614" y="143"/>
                      <a:pt x="1614" y="179"/>
                      <a:pt x="1614" y="215"/>
                    </a:cubicBezTo>
                    <a:cubicBezTo>
                      <a:pt x="1507" y="215"/>
                      <a:pt x="1401" y="215"/>
                      <a:pt x="1291" y="215"/>
                    </a:cubicBezTo>
                    <a:cubicBezTo>
                      <a:pt x="1291" y="251"/>
                      <a:pt x="1291" y="286"/>
                      <a:pt x="1291" y="323"/>
                    </a:cubicBezTo>
                    <a:cubicBezTo>
                      <a:pt x="1007" y="323"/>
                      <a:pt x="723" y="323"/>
                      <a:pt x="430" y="323"/>
                    </a:cubicBezTo>
                    <a:cubicBezTo>
                      <a:pt x="430" y="287"/>
                      <a:pt x="430" y="252"/>
                      <a:pt x="430" y="215"/>
                    </a:cubicBezTo>
                    <a:cubicBezTo>
                      <a:pt x="359" y="215"/>
                      <a:pt x="288" y="215"/>
                      <a:pt x="215" y="215"/>
                    </a:cubicBezTo>
                    <a:cubicBezTo>
                      <a:pt x="215" y="180"/>
                      <a:pt x="215" y="144"/>
                      <a:pt x="215" y="108"/>
                    </a:cubicBezTo>
                    <a:cubicBezTo>
                      <a:pt x="144" y="108"/>
                      <a:pt x="73" y="108"/>
                      <a:pt x="0" y="108"/>
                    </a:cubicBezTo>
                    <a:cubicBezTo>
                      <a:pt x="0" y="72"/>
                      <a:pt x="0" y="3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70" name="ICON_TOOL_FOLDER_path_011"/>
              <p:cNvSpPr/>
              <p:nvPr/>
            </p:nvSpPr>
            <p:spPr>
              <a:xfrm>
                <a:off x="5098608" y="3503235"/>
                <a:ext cx="6831" cy="102472"/>
              </a:xfrm>
              <a:custGeom>
                <a:avLst/>
                <a:gdLst/>
                <a:ahLst/>
                <a:cxnLst/>
                <a:rect l="0" t="0" r="r" b="b"/>
                <a:pathLst>
                  <a:path w="538" h="8069" fill="norm" stroke="0">
                    <a:moveTo>
                      <a:pt x="108" y="0"/>
                    </a:moveTo>
                    <a:cubicBezTo>
                      <a:pt x="143" y="0"/>
                      <a:pt x="179" y="0"/>
                      <a:pt x="215" y="0"/>
                    </a:cubicBezTo>
                    <a:cubicBezTo>
                      <a:pt x="215" y="36"/>
                      <a:pt x="215" y="71"/>
                      <a:pt x="215" y="108"/>
                    </a:cubicBezTo>
                    <a:cubicBezTo>
                      <a:pt x="251" y="108"/>
                      <a:pt x="286" y="108"/>
                      <a:pt x="323" y="108"/>
                    </a:cubicBezTo>
                    <a:cubicBezTo>
                      <a:pt x="323" y="569"/>
                      <a:pt x="323" y="1031"/>
                      <a:pt x="323" y="1506"/>
                    </a:cubicBezTo>
                    <a:cubicBezTo>
                      <a:pt x="358" y="1506"/>
                      <a:pt x="394" y="1506"/>
                      <a:pt x="430" y="1506"/>
                    </a:cubicBezTo>
                    <a:cubicBezTo>
                      <a:pt x="430" y="1542"/>
                      <a:pt x="430" y="1577"/>
                      <a:pt x="430" y="1614"/>
                    </a:cubicBezTo>
                    <a:cubicBezTo>
                      <a:pt x="466" y="1614"/>
                      <a:pt x="501" y="1614"/>
                      <a:pt x="538" y="1614"/>
                    </a:cubicBezTo>
                    <a:cubicBezTo>
                      <a:pt x="538" y="1933"/>
                      <a:pt x="538" y="2253"/>
                      <a:pt x="538" y="2582"/>
                    </a:cubicBezTo>
                    <a:cubicBezTo>
                      <a:pt x="502" y="2582"/>
                      <a:pt x="467" y="2582"/>
                      <a:pt x="430" y="2582"/>
                    </a:cubicBezTo>
                    <a:cubicBezTo>
                      <a:pt x="430" y="2617"/>
                      <a:pt x="430" y="2653"/>
                      <a:pt x="430" y="2690"/>
                    </a:cubicBezTo>
                    <a:cubicBezTo>
                      <a:pt x="395" y="2690"/>
                      <a:pt x="359" y="2690"/>
                      <a:pt x="323" y="2690"/>
                    </a:cubicBezTo>
                    <a:cubicBezTo>
                      <a:pt x="323" y="3435"/>
                      <a:pt x="323" y="4181"/>
                      <a:pt x="323" y="4949"/>
                    </a:cubicBezTo>
                    <a:cubicBezTo>
                      <a:pt x="287" y="4949"/>
                      <a:pt x="252" y="4949"/>
                      <a:pt x="215" y="4949"/>
                    </a:cubicBezTo>
                    <a:cubicBezTo>
                      <a:pt x="215" y="5233"/>
                      <a:pt x="215" y="5517"/>
                      <a:pt x="215" y="5809"/>
                    </a:cubicBezTo>
                    <a:cubicBezTo>
                      <a:pt x="251" y="5809"/>
                      <a:pt x="286" y="5809"/>
                      <a:pt x="323" y="5809"/>
                    </a:cubicBezTo>
                    <a:cubicBezTo>
                      <a:pt x="323" y="6555"/>
                      <a:pt x="323" y="7301"/>
                      <a:pt x="323" y="8069"/>
                    </a:cubicBezTo>
                    <a:cubicBezTo>
                      <a:pt x="252" y="8069"/>
                      <a:pt x="181" y="8069"/>
                      <a:pt x="108" y="8069"/>
                    </a:cubicBezTo>
                    <a:cubicBezTo>
                      <a:pt x="108" y="8033"/>
                      <a:pt x="108" y="7998"/>
                      <a:pt x="108" y="7961"/>
                    </a:cubicBezTo>
                    <a:cubicBezTo>
                      <a:pt x="72" y="7961"/>
                      <a:pt x="37" y="7961"/>
                      <a:pt x="0" y="7961"/>
                    </a:cubicBezTo>
                    <a:cubicBezTo>
                      <a:pt x="0" y="7784"/>
                      <a:pt x="0" y="7606"/>
                      <a:pt x="0" y="7423"/>
                    </a:cubicBezTo>
                    <a:cubicBezTo>
                      <a:pt x="36" y="7423"/>
                      <a:pt x="71" y="7423"/>
                      <a:pt x="108" y="7423"/>
                    </a:cubicBezTo>
                    <a:cubicBezTo>
                      <a:pt x="108" y="7281"/>
                      <a:pt x="108" y="7139"/>
                      <a:pt x="108" y="6993"/>
                    </a:cubicBezTo>
                    <a:cubicBezTo>
                      <a:pt x="72" y="6993"/>
                      <a:pt x="37" y="6993"/>
                      <a:pt x="0" y="6993"/>
                    </a:cubicBezTo>
                    <a:cubicBezTo>
                      <a:pt x="0" y="6922"/>
                      <a:pt x="0" y="6851"/>
                      <a:pt x="0" y="6778"/>
                    </a:cubicBezTo>
                    <a:cubicBezTo>
                      <a:pt x="36" y="6778"/>
                      <a:pt x="71" y="6778"/>
                      <a:pt x="108" y="6778"/>
                    </a:cubicBezTo>
                    <a:cubicBezTo>
                      <a:pt x="108" y="6671"/>
                      <a:pt x="108" y="6565"/>
                      <a:pt x="108" y="6455"/>
                    </a:cubicBezTo>
                    <a:cubicBezTo>
                      <a:pt x="72" y="6455"/>
                      <a:pt x="37" y="6455"/>
                      <a:pt x="0" y="6455"/>
                    </a:cubicBezTo>
                    <a:cubicBezTo>
                      <a:pt x="0" y="5993"/>
                      <a:pt x="0" y="5532"/>
                      <a:pt x="0" y="5056"/>
                    </a:cubicBezTo>
                    <a:cubicBezTo>
                      <a:pt x="36" y="5056"/>
                      <a:pt x="71" y="5056"/>
                      <a:pt x="108" y="5056"/>
                    </a:cubicBezTo>
                    <a:cubicBezTo>
                      <a:pt x="108" y="4985"/>
                      <a:pt x="108" y="4914"/>
                      <a:pt x="108" y="4841"/>
                    </a:cubicBezTo>
                    <a:cubicBezTo>
                      <a:pt x="72" y="4841"/>
                      <a:pt x="37" y="4841"/>
                      <a:pt x="0" y="4841"/>
                    </a:cubicBezTo>
                    <a:cubicBezTo>
                      <a:pt x="0" y="4699"/>
                      <a:pt x="0" y="4557"/>
                      <a:pt x="0" y="4411"/>
                    </a:cubicBezTo>
                    <a:cubicBezTo>
                      <a:pt x="36" y="4411"/>
                      <a:pt x="71" y="4411"/>
                      <a:pt x="108" y="4411"/>
                    </a:cubicBezTo>
                    <a:cubicBezTo>
                      <a:pt x="108" y="4269"/>
                      <a:pt x="108" y="4127"/>
                      <a:pt x="108" y="3981"/>
                    </a:cubicBezTo>
                    <a:cubicBezTo>
                      <a:pt x="72" y="3981"/>
                      <a:pt x="37" y="3981"/>
                      <a:pt x="0" y="3981"/>
                    </a:cubicBezTo>
                    <a:cubicBezTo>
                      <a:pt x="0" y="3768"/>
                      <a:pt x="0" y="3555"/>
                      <a:pt x="0" y="3335"/>
                    </a:cubicBezTo>
                    <a:cubicBezTo>
                      <a:pt x="36" y="3335"/>
                      <a:pt x="71" y="3335"/>
                      <a:pt x="108" y="3335"/>
                    </a:cubicBezTo>
                    <a:cubicBezTo>
                      <a:pt x="108" y="2234"/>
                      <a:pt x="108" y="1134"/>
                      <a:pt x="10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71" name="ICON_TOOL_FOLDER_path_012"/>
              <p:cNvSpPr/>
              <p:nvPr/>
            </p:nvSpPr>
            <p:spPr>
              <a:xfrm>
                <a:off x="5098608" y="3618004"/>
                <a:ext cx="8198" cy="32791"/>
              </a:xfrm>
              <a:custGeom>
                <a:avLst/>
                <a:gdLst/>
                <a:ahLst/>
                <a:cxnLst/>
                <a:rect l="0" t="0" r="r" b="b"/>
                <a:pathLst>
                  <a:path w="645" h="2582" fill="norm" stroke="0">
                    <a:moveTo>
                      <a:pt x="108" y="0"/>
                    </a:moveTo>
                    <a:cubicBezTo>
                      <a:pt x="179" y="0"/>
                      <a:pt x="250" y="0"/>
                      <a:pt x="323" y="0"/>
                    </a:cubicBezTo>
                    <a:cubicBezTo>
                      <a:pt x="323" y="36"/>
                      <a:pt x="323" y="71"/>
                      <a:pt x="323" y="108"/>
                    </a:cubicBezTo>
                    <a:cubicBezTo>
                      <a:pt x="394" y="108"/>
                      <a:pt x="465" y="108"/>
                      <a:pt x="538" y="108"/>
                    </a:cubicBezTo>
                    <a:cubicBezTo>
                      <a:pt x="538" y="853"/>
                      <a:pt x="538" y="1599"/>
                      <a:pt x="538" y="2367"/>
                    </a:cubicBezTo>
                    <a:cubicBezTo>
                      <a:pt x="573" y="2367"/>
                      <a:pt x="609" y="2367"/>
                      <a:pt x="645" y="2367"/>
                    </a:cubicBezTo>
                    <a:cubicBezTo>
                      <a:pt x="645" y="2438"/>
                      <a:pt x="645" y="2509"/>
                      <a:pt x="645" y="2582"/>
                    </a:cubicBezTo>
                    <a:cubicBezTo>
                      <a:pt x="610" y="2582"/>
                      <a:pt x="574" y="2582"/>
                      <a:pt x="538" y="2582"/>
                    </a:cubicBezTo>
                    <a:cubicBezTo>
                      <a:pt x="538" y="2546"/>
                      <a:pt x="538" y="2511"/>
                      <a:pt x="538" y="2474"/>
                    </a:cubicBezTo>
                    <a:cubicBezTo>
                      <a:pt x="431" y="2474"/>
                      <a:pt x="325" y="2474"/>
                      <a:pt x="215" y="2474"/>
                    </a:cubicBezTo>
                    <a:cubicBezTo>
                      <a:pt x="215" y="2439"/>
                      <a:pt x="215" y="2403"/>
                      <a:pt x="215" y="2367"/>
                    </a:cubicBezTo>
                    <a:cubicBezTo>
                      <a:pt x="180" y="2367"/>
                      <a:pt x="144" y="2367"/>
                      <a:pt x="108" y="2367"/>
                    </a:cubicBezTo>
                    <a:cubicBezTo>
                      <a:pt x="108" y="2189"/>
                      <a:pt x="108" y="2012"/>
                      <a:pt x="108" y="1829"/>
                    </a:cubicBezTo>
                    <a:cubicBezTo>
                      <a:pt x="72" y="1829"/>
                      <a:pt x="37" y="1829"/>
                      <a:pt x="0" y="1829"/>
                    </a:cubicBezTo>
                    <a:cubicBezTo>
                      <a:pt x="0" y="1651"/>
                      <a:pt x="0" y="1474"/>
                      <a:pt x="0" y="1291"/>
                    </a:cubicBezTo>
                    <a:cubicBezTo>
                      <a:pt x="36" y="1291"/>
                      <a:pt x="71" y="1291"/>
                      <a:pt x="108" y="1291"/>
                    </a:cubicBezTo>
                    <a:cubicBezTo>
                      <a:pt x="108" y="1113"/>
                      <a:pt x="108" y="936"/>
                      <a:pt x="108" y="753"/>
                    </a:cubicBezTo>
                    <a:cubicBezTo>
                      <a:pt x="72" y="753"/>
                      <a:pt x="37" y="753"/>
                      <a:pt x="0" y="753"/>
                    </a:cubicBezTo>
                    <a:cubicBezTo>
                      <a:pt x="0" y="611"/>
                      <a:pt x="0" y="469"/>
                      <a:pt x="0" y="323"/>
                    </a:cubicBezTo>
                    <a:cubicBezTo>
                      <a:pt x="36" y="323"/>
                      <a:pt x="71" y="323"/>
                      <a:pt x="108" y="323"/>
                    </a:cubicBezTo>
                    <a:cubicBezTo>
                      <a:pt x="108" y="216"/>
                      <a:pt x="108" y="110"/>
                      <a:pt x="10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72" name="ICON_TOOL_FOLDER_path_013"/>
              <p:cNvSpPr/>
              <p:nvPr/>
            </p:nvSpPr>
            <p:spPr>
              <a:xfrm>
                <a:off x="5380064" y="3456781"/>
                <a:ext cx="27326" cy="25960"/>
              </a:xfrm>
              <a:custGeom>
                <a:avLst/>
                <a:gdLst/>
                <a:ahLst/>
                <a:cxnLst/>
                <a:rect l="0" t="0" r="r" b="b"/>
                <a:pathLst>
                  <a:path w="2152" h="2044" fill="norm" stroke="0">
                    <a:moveTo>
                      <a:pt x="215" y="0"/>
                    </a:moveTo>
                    <a:cubicBezTo>
                      <a:pt x="286" y="0"/>
                      <a:pt x="357" y="0"/>
                      <a:pt x="430" y="0"/>
                    </a:cubicBezTo>
                    <a:cubicBezTo>
                      <a:pt x="430" y="36"/>
                      <a:pt x="430" y="71"/>
                      <a:pt x="430" y="108"/>
                    </a:cubicBezTo>
                    <a:cubicBezTo>
                      <a:pt x="466" y="108"/>
                      <a:pt x="501" y="108"/>
                      <a:pt x="538" y="108"/>
                    </a:cubicBezTo>
                    <a:cubicBezTo>
                      <a:pt x="538" y="143"/>
                      <a:pt x="538" y="179"/>
                      <a:pt x="538" y="215"/>
                    </a:cubicBezTo>
                    <a:cubicBezTo>
                      <a:pt x="502" y="215"/>
                      <a:pt x="467" y="215"/>
                      <a:pt x="430" y="215"/>
                    </a:cubicBezTo>
                    <a:cubicBezTo>
                      <a:pt x="430" y="286"/>
                      <a:pt x="430" y="357"/>
                      <a:pt x="430" y="430"/>
                    </a:cubicBezTo>
                    <a:cubicBezTo>
                      <a:pt x="395" y="430"/>
                      <a:pt x="359" y="430"/>
                      <a:pt x="323" y="430"/>
                    </a:cubicBezTo>
                    <a:cubicBezTo>
                      <a:pt x="323" y="537"/>
                      <a:pt x="323" y="643"/>
                      <a:pt x="323" y="753"/>
                    </a:cubicBezTo>
                    <a:cubicBezTo>
                      <a:pt x="287" y="753"/>
                      <a:pt x="252" y="753"/>
                      <a:pt x="215" y="753"/>
                    </a:cubicBezTo>
                    <a:cubicBezTo>
                      <a:pt x="215" y="1002"/>
                      <a:pt x="215" y="1250"/>
                      <a:pt x="215" y="1506"/>
                    </a:cubicBezTo>
                    <a:cubicBezTo>
                      <a:pt x="180" y="1506"/>
                      <a:pt x="144" y="1506"/>
                      <a:pt x="108" y="1506"/>
                    </a:cubicBezTo>
                    <a:cubicBezTo>
                      <a:pt x="108" y="1577"/>
                      <a:pt x="108" y="1648"/>
                      <a:pt x="108" y="1721"/>
                    </a:cubicBezTo>
                    <a:cubicBezTo>
                      <a:pt x="143" y="1721"/>
                      <a:pt x="179" y="1721"/>
                      <a:pt x="215" y="1721"/>
                    </a:cubicBezTo>
                    <a:cubicBezTo>
                      <a:pt x="215" y="1757"/>
                      <a:pt x="215" y="1792"/>
                      <a:pt x="215" y="1829"/>
                    </a:cubicBezTo>
                    <a:cubicBezTo>
                      <a:pt x="712" y="1829"/>
                      <a:pt x="1209" y="1829"/>
                      <a:pt x="1721" y="1829"/>
                    </a:cubicBezTo>
                    <a:cubicBezTo>
                      <a:pt x="1721" y="1793"/>
                      <a:pt x="1721" y="1758"/>
                      <a:pt x="1721" y="1721"/>
                    </a:cubicBezTo>
                    <a:cubicBezTo>
                      <a:pt x="1792" y="1721"/>
                      <a:pt x="1863" y="1721"/>
                      <a:pt x="1936" y="1721"/>
                    </a:cubicBezTo>
                    <a:cubicBezTo>
                      <a:pt x="1936" y="1686"/>
                      <a:pt x="1936" y="1650"/>
                      <a:pt x="1936" y="1614"/>
                    </a:cubicBezTo>
                    <a:cubicBezTo>
                      <a:pt x="1972" y="1614"/>
                      <a:pt x="2007" y="1614"/>
                      <a:pt x="2044" y="1614"/>
                    </a:cubicBezTo>
                    <a:cubicBezTo>
                      <a:pt x="2044" y="1685"/>
                      <a:pt x="2044" y="1756"/>
                      <a:pt x="2044" y="1829"/>
                    </a:cubicBezTo>
                    <a:cubicBezTo>
                      <a:pt x="2080" y="1829"/>
                      <a:pt x="2115" y="1829"/>
                      <a:pt x="2152" y="1829"/>
                    </a:cubicBezTo>
                    <a:cubicBezTo>
                      <a:pt x="2152" y="1900"/>
                      <a:pt x="2152" y="1971"/>
                      <a:pt x="2152" y="2044"/>
                    </a:cubicBezTo>
                    <a:cubicBezTo>
                      <a:pt x="2129" y="2035"/>
                      <a:pt x="2106" y="2027"/>
                      <a:pt x="2083" y="2018"/>
                    </a:cubicBezTo>
                    <a:cubicBezTo>
                      <a:pt x="1988" y="1986"/>
                      <a:pt x="1899" y="1981"/>
                      <a:pt x="1799" y="1979"/>
                    </a:cubicBezTo>
                    <a:cubicBezTo>
                      <a:pt x="1781" y="1979"/>
                      <a:pt x="1762" y="1978"/>
                      <a:pt x="1743" y="1978"/>
                    </a:cubicBezTo>
                    <a:cubicBezTo>
                      <a:pt x="1683" y="1976"/>
                      <a:pt x="1623" y="1975"/>
                      <a:pt x="1563" y="1973"/>
                    </a:cubicBezTo>
                    <a:cubicBezTo>
                      <a:pt x="1521" y="1972"/>
                      <a:pt x="1479" y="1971"/>
                      <a:pt x="1437" y="1970"/>
                    </a:cubicBezTo>
                    <a:cubicBezTo>
                      <a:pt x="1327" y="1967"/>
                      <a:pt x="1217" y="1964"/>
                      <a:pt x="1106" y="1962"/>
                    </a:cubicBezTo>
                    <a:cubicBezTo>
                      <a:pt x="994" y="1959"/>
                      <a:pt x="881" y="1956"/>
                      <a:pt x="769" y="1953"/>
                    </a:cubicBezTo>
                    <a:cubicBezTo>
                      <a:pt x="549" y="1947"/>
                      <a:pt x="328" y="1942"/>
                      <a:pt x="108" y="1936"/>
                    </a:cubicBezTo>
                    <a:cubicBezTo>
                      <a:pt x="108" y="1901"/>
                      <a:pt x="108" y="1865"/>
                      <a:pt x="108" y="1829"/>
                    </a:cubicBezTo>
                    <a:cubicBezTo>
                      <a:pt x="72" y="1829"/>
                      <a:pt x="37" y="1829"/>
                      <a:pt x="0" y="1829"/>
                    </a:cubicBezTo>
                    <a:cubicBezTo>
                      <a:pt x="0" y="1261"/>
                      <a:pt x="0" y="693"/>
                      <a:pt x="0" y="108"/>
                    </a:cubicBezTo>
                    <a:cubicBezTo>
                      <a:pt x="71" y="108"/>
                      <a:pt x="142" y="108"/>
                      <a:pt x="215" y="108"/>
                    </a:cubicBezTo>
                    <a:cubicBezTo>
                      <a:pt x="215" y="72"/>
                      <a:pt x="215" y="37"/>
                      <a:pt x="21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73" name="ICON_TOOL_FOLDER_path_014"/>
              <p:cNvSpPr/>
              <p:nvPr/>
            </p:nvSpPr>
            <p:spPr>
              <a:xfrm>
                <a:off x="5098608" y="3469078"/>
                <a:ext cx="4099" cy="30058"/>
              </a:xfrm>
              <a:custGeom>
                <a:avLst/>
                <a:gdLst/>
                <a:ahLst/>
                <a:cxnLst/>
                <a:rect l="0" t="0" r="r" b="b"/>
                <a:pathLst>
                  <a:path w="323" h="2367" fill="norm" stroke="0">
                    <a:moveTo>
                      <a:pt x="108" y="0"/>
                    </a:moveTo>
                    <a:cubicBezTo>
                      <a:pt x="179" y="0"/>
                      <a:pt x="250" y="0"/>
                      <a:pt x="323" y="0"/>
                    </a:cubicBezTo>
                    <a:cubicBezTo>
                      <a:pt x="323" y="781"/>
                      <a:pt x="323" y="1562"/>
                      <a:pt x="323" y="2367"/>
                    </a:cubicBezTo>
                    <a:cubicBezTo>
                      <a:pt x="252" y="2367"/>
                      <a:pt x="181" y="2367"/>
                      <a:pt x="108" y="2367"/>
                    </a:cubicBezTo>
                    <a:cubicBezTo>
                      <a:pt x="108" y="2331"/>
                      <a:pt x="108" y="2296"/>
                      <a:pt x="108" y="2259"/>
                    </a:cubicBezTo>
                    <a:cubicBezTo>
                      <a:pt x="72" y="2259"/>
                      <a:pt x="37" y="2259"/>
                      <a:pt x="0" y="2259"/>
                    </a:cubicBezTo>
                    <a:cubicBezTo>
                      <a:pt x="0" y="1975"/>
                      <a:pt x="0" y="1691"/>
                      <a:pt x="0" y="1399"/>
                    </a:cubicBezTo>
                    <a:cubicBezTo>
                      <a:pt x="36" y="1399"/>
                      <a:pt x="71" y="1399"/>
                      <a:pt x="108" y="1399"/>
                    </a:cubicBezTo>
                    <a:cubicBezTo>
                      <a:pt x="108" y="1292"/>
                      <a:pt x="108" y="1186"/>
                      <a:pt x="108" y="1076"/>
                    </a:cubicBezTo>
                    <a:cubicBezTo>
                      <a:pt x="72" y="1076"/>
                      <a:pt x="37" y="1076"/>
                      <a:pt x="0" y="1076"/>
                    </a:cubicBezTo>
                    <a:cubicBezTo>
                      <a:pt x="0" y="969"/>
                      <a:pt x="0" y="863"/>
                      <a:pt x="0" y="753"/>
                    </a:cubicBezTo>
                    <a:cubicBezTo>
                      <a:pt x="36" y="753"/>
                      <a:pt x="71" y="753"/>
                      <a:pt x="108" y="753"/>
                    </a:cubicBezTo>
                    <a:cubicBezTo>
                      <a:pt x="108" y="505"/>
                      <a:pt x="108" y="256"/>
                      <a:pt x="10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74" name="ICON_TOOL_FOLDER_path_015"/>
              <p:cNvSpPr/>
              <p:nvPr/>
            </p:nvSpPr>
            <p:spPr>
              <a:xfrm>
                <a:off x="5098608" y="3432188"/>
                <a:ext cx="6831" cy="16395"/>
              </a:xfrm>
              <a:custGeom>
                <a:avLst/>
                <a:gdLst/>
                <a:ahLst/>
                <a:cxnLst/>
                <a:rect l="0" t="0" r="r" b="b"/>
                <a:pathLst>
                  <a:path w="538" h="1291" fill="norm" stroke="0">
                    <a:moveTo>
                      <a:pt x="108" y="0"/>
                    </a:moveTo>
                    <a:cubicBezTo>
                      <a:pt x="179" y="0"/>
                      <a:pt x="250" y="0"/>
                      <a:pt x="323" y="0"/>
                    </a:cubicBezTo>
                    <a:cubicBezTo>
                      <a:pt x="323" y="36"/>
                      <a:pt x="323" y="71"/>
                      <a:pt x="323" y="108"/>
                    </a:cubicBezTo>
                    <a:cubicBezTo>
                      <a:pt x="394" y="108"/>
                      <a:pt x="465" y="108"/>
                      <a:pt x="538" y="108"/>
                    </a:cubicBezTo>
                    <a:cubicBezTo>
                      <a:pt x="538" y="356"/>
                      <a:pt x="538" y="605"/>
                      <a:pt x="538" y="861"/>
                    </a:cubicBezTo>
                    <a:cubicBezTo>
                      <a:pt x="467" y="861"/>
                      <a:pt x="396" y="861"/>
                      <a:pt x="323" y="861"/>
                    </a:cubicBezTo>
                    <a:cubicBezTo>
                      <a:pt x="323" y="896"/>
                      <a:pt x="323" y="932"/>
                      <a:pt x="323" y="968"/>
                    </a:cubicBezTo>
                    <a:cubicBezTo>
                      <a:pt x="287" y="968"/>
                      <a:pt x="252" y="968"/>
                      <a:pt x="215" y="968"/>
                    </a:cubicBezTo>
                    <a:cubicBezTo>
                      <a:pt x="215" y="1075"/>
                      <a:pt x="215" y="1181"/>
                      <a:pt x="215" y="1291"/>
                    </a:cubicBezTo>
                    <a:cubicBezTo>
                      <a:pt x="144" y="1291"/>
                      <a:pt x="73" y="1291"/>
                      <a:pt x="0" y="1291"/>
                    </a:cubicBezTo>
                    <a:cubicBezTo>
                      <a:pt x="0" y="1113"/>
                      <a:pt x="0" y="936"/>
                      <a:pt x="0" y="753"/>
                    </a:cubicBezTo>
                    <a:cubicBezTo>
                      <a:pt x="36" y="753"/>
                      <a:pt x="71" y="753"/>
                      <a:pt x="108" y="753"/>
                    </a:cubicBezTo>
                    <a:cubicBezTo>
                      <a:pt x="108" y="505"/>
                      <a:pt x="108" y="256"/>
                      <a:pt x="10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75" name="ICON_TOOL_FOLDER_path_016"/>
              <p:cNvSpPr/>
              <p:nvPr/>
            </p:nvSpPr>
            <p:spPr>
              <a:xfrm>
                <a:off x="5382796" y="3626201"/>
                <a:ext cx="6831" cy="13663"/>
              </a:xfrm>
              <a:custGeom>
                <a:avLst/>
                <a:gdLst/>
                <a:ahLst/>
                <a:cxnLst/>
                <a:rect l="0" t="0" r="r" b="b"/>
                <a:pathLst>
                  <a:path w="538" h="1076" fill="norm" stroke="0">
                    <a:moveTo>
                      <a:pt x="215" y="0"/>
                    </a:moveTo>
                    <a:cubicBezTo>
                      <a:pt x="251" y="0"/>
                      <a:pt x="286" y="0"/>
                      <a:pt x="323" y="0"/>
                    </a:cubicBezTo>
                    <a:cubicBezTo>
                      <a:pt x="323" y="178"/>
                      <a:pt x="323" y="355"/>
                      <a:pt x="323" y="538"/>
                    </a:cubicBezTo>
                    <a:cubicBezTo>
                      <a:pt x="358" y="538"/>
                      <a:pt x="394" y="538"/>
                      <a:pt x="430" y="538"/>
                    </a:cubicBezTo>
                    <a:cubicBezTo>
                      <a:pt x="430" y="573"/>
                      <a:pt x="430" y="609"/>
                      <a:pt x="430" y="645"/>
                    </a:cubicBezTo>
                    <a:cubicBezTo>
                      <a:pt x="466" y="645"/>
                      <a:pt x="501" y="645"/>
                      <a:pt x="538" y="645"/>
                    </a:cubicBezTo>
                    <a:cubicBezTo>
                      <a:pt x="538" y="788"/>
                      <a:pt x="538" y="930"/>
                      <a:pt x="538" y="1076"/>
                    </a:cubicBezTo>
                    <a:cubicBezTo>
                      <a:pt x="431" y="1076"/>
                      <a:pt x="325" y="1076"/>
                      <a:pt x="215" y="1076"/>
                    </a:cubicBezTo>
                    <a:cubicBezTo>
                      <a:pt x="215" y="1040"/>
                      <a:pt x="215" y="1005"/>
                      <a:pt x="215" y="968"/>
                    </a:cubicBezTo>
                    <a:cubicBezTo>
                      <a:pt x="180" y="968"/>
                      <a:pt x="144" y="968"/>
                      <a:pt x="108" y="968"/>
                    </a:cubicBezTo>
                    <a:cubicBezTo>
                      <a:pt x="108" y="1004"/>
                      <a:pt x="108" y="1039"/>
                      <a:pt x="108" y="1076"/>
                    </a:cubicBezTo>
                    <a:cubicBezTo>
                      <a:pt x="72" y="1076"/>
                      <a:pt x="37" y="1076"/>
                      <a:pt x="0" y="1076"/>
                    </a:cubicBezTo>
                    <a:cubicBezTo>
                      <a:pt x="0" y="969"/>
                      <a:pt x="0" y="863"/>
                      <a:pt x="0" y="753"/>
                    </a:cubicBezTo>
                    <a:cubicBezTo>
                      <a:pt x="36" y="753"/>
                      <a:pt x="71" y="753"/>
                      <a:pt x="108" y="753"/>
                    </a:cubicBezTo>
                    <a:cubicBezTo>
                      <a:pt x="108" y="611"/>
                      <a:pt x="108" y="469"/>
                      <a:pt x="108" y="323"/>
                    </a:cubicBezTo>
                    <a:cubicBezTo>
                      <a:pt x="143" y="323"/>
                      <a:pt x="179" y="323"/>
                      <a:pt x="215" y="323"/>
                    </a:cubicBezTo>
                    <a:cubicBezTo>
                      <a:pt x="215" y="216"/>
                      <a:pt x="215" y="110"/>
                      <a:pt x="21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76" name="ICON_TOOL_FOLDER_path_017"/>
              <p:cNvSpPr/>
              <p:nvPr/>
            </p:nvSpPr>
            <p:spPr>
              <a:xfrm>
                <a:off x="5410122" y="3482741"/>
                <a:ext cx="10930" cy="9564"/>
              </a:xfrm>
              <a:custGeom>
                <a:avLst/>
                <a:gdLst/>
                <a:ahLst/>
                <a:cxnLst/>
                <a:rect l="0" t="0" r="r" b="b"/>
                <a:pathLst>
                  <a:path w="861" h="753" fill="norm" stroke="0">
                    <a:moveTo>
                      <a:pt x="0" y="0"/>
                    </a:moveTo>
                    <a:cubicBezTo>
                      <a:pt x="178" y="0"/>
                      <a:pt x="355" y="0"/>
                      <a:pt x="538" y="0"/>
                    </a:cubicBezTo>
                    <a:cubicBezTo>
                      <a:pt x="538" y="36"/>
                      <a:pt x="538" y="71"/>
                      <a:pt x="538" y="108"/>
                    </a:cubicBezTo>
                    <a:cubicBezTo>
                      <a:pt x="573" y="108"/>
                      <a:pt x="609" y="108"/>
                      <a:pt x="645" y="108"/>
                    </a:cubicBezTo>
                    <a:cubicBezTo>
                      <a:pt x="645" y="179"/>
                      <a:pt x="645" y="250"/>
                      <a:pt x="645" y="323"/>
                    </a:cubicBezTo>
                    <a:cubicBezTo>
                      <a:pt x="681" y="323"/>
                      <a:pt x="716" y="323"/>
                      <a:pt x="753" y="323"/>
                    </a:cubicBezTo>
                    <a:cubicBezTo>
                      <a:pt x="753" y="358"/>
                      <a:pt x="753" y="394"/>
                      <a:pt x="753" y="430"/>
                    </a:cubicBezTo>
                    <a:cubicBezTo>
                      <a:pt x="789" y="430"/>
                      <a:pt x="824" y="430"/>
                      <a:pt x="861" y="430"/>
                    </a:cubicBezTo>
                    <a:cubicBezTo>
                      <a:pt x="861" y="466"/>
                      <a:pt x="861" y="501"/>
                      <a:pt x="861" y="538"/>
                    </a:cubicBezTo>
                    <a:cubicBezTo>
                      <a:pt x="825" y="538"/>
                      <a:pt x="790" y="538"/>
                      <a:pt x="753" y="538"/>
                    </a:cubicBezTo>
                    <a:cubicBezTo>
                      <a:pt x="754" y="546"/>
                      <a:pt x="754" y="546"/>
                      <a:pt x="760" y="588"/>
                    </a:cubicBezTo>
                    <a:cubicBezTo>
                      <a:pt x="758" y="607"/>
                      <a:pt x="755" y="626"/>
                      <a:pt x="753" y="645"/>
                    </a:cubicBezTo>
                    <a:cubicBezTo>
                      <a:pt x="706" y="680"/>
                      <a:pt x="706" y="680"/>
                      <a:pt x="645" y="706"/>
                    </a:cubicBezTo>
                    <a:cubicBezTo>
                      <a:pt x="626" y="715"/>
                      <a:pt x="606" y="724"/>
                      <a:pt x="585" y="733"/>
                    </a:cubicBezTo>
                    <a:cubicBezTo>
                      <a:pt x="577" y="737"/>
                      <a:pt x="577" y="737"/>
                      <a:pt x="538" y="753"/>
                    </a:cubicBezTo>
                    <a:cubicBezTo>
                      <a:pt x="538" y="682"/>
                      <a:pt x="538" y="611"/>
                      <a:pt x="538" y="538"/>
                    </a:cubicBezTo>
                    <a:cubicBezTo>
                      <a:pt x="502" y="538"/>
                      <a:pt x="467" y="538"/>
                      <a:pt x="430" y="538"/>
                    </a:cubicBezTo>
                    <a:cubicBezTo>
                      <a:pt x="430" y="502"/>
                      <a:pt x="430" y="467"/>
                      <a:pt x="430" y="430"/>
                    </a:cubicBezTo>
                    <a:cubicBezTo>
                      <a:pt x="395" y="430"/>
                      <a:pt x="359" y="430"/>
                      <a:pt x="323" y="430"/>
                    </a:cubicBezTo>
                    <a:cubicBezTo>
                      <a:pt x="323" y="395"/>
                      <a:pt x="323" y="359"/>
                      <a:pt x="323" y="323"/>
                    </a:cubicBezTo>
                    <a:cubicBezTo>
                      <a:pt x="287" y="323"/>
                      <a:pt x="252" y="323"/>
                      <a:pt x="215" y="323"/>
                    </a:cubicBezTo>
                    <a:cubicBezTo>
                      <a:pt x="217" y="306"/>
                      <a:pt x="220" y="289"/>
                      <a:pt x="222" y="272"/>
                    </a:cubicBezTo>
                    <a:cubicBezTo>
                      <a:pt x="221" y="263"/>
                      <a:pt x="221" y="263"/>
                      <a:pt x="215" y="215"/>
                    </a:cubicBezTo>
                    <a:cubicBezTo>
                      <a:pt x="168" y="185"/>
                      <a:pt x="168" y="185"/>
                      <a:pt x="108" y="161"/>
                    </a:cubicBezTo>
                    <a:cubicBezTo>
                      <a:pt x="47" y="138"/>
                      <a:pt x="47" y="138"/>
                      <a:pt x="0" y="108"/>
                    </a:cubicBezTo>
                    <a:cubicBezTo>
                      <a:pt x="0" y="72"/>
                      <a:pt x="0" y="3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77" name="ICON_TOOL_FOLDER_path_018"/>
              <p:cNvSpPr/>
              <p:nvPr/>
            </p:nvSpPr>
            <p:spPr>
              <a:xfrm>
                <a:off x="5222940" y="3430822"/>
                <a:ext cx="9564" cy="8198"/>
              </a:xfrm>
              <a:custGeom>
                <a:avLst/>
                <a:gdLst/>
                <a:ahLst/>
                <a:cxnLst/>
                <a:rect l="0" t="0" r="r" b="b"/>
                <a:pathLst>
                  <a:path w="753" h="645" fill="norm" stroke="0">
                    <a:moveTo>
                      <a:pt x="0" y="0"/>
                    </a:moveTo>
                    <a:cubicBezTo>
                      <a:pt x="71" y="0"/>
                      <a:pt x="142" y="0"/>
                      <a:pt x="215" y="0"/>
                    </a:cubicBezTo>
                    <a:cubicBezTo>
                      <a:pt x="215" y="36"/>
                      <a:pt x="215" y="71"/>
                      <a:pt x="215" y="108"/>
                    </a:cubicBezTo>
                    <a:cubicBezTo>
                      <a:pt x="286" y="108"/>
                      <a:pt x="357" y="108"/>
                      <a:pt x="430" y="108"/>
                    </a:cubicBezTo>
                    <a:cubicBezTo>
                      <a:pt x="430" y="143"/>
                      <a:pt x="430" y="179"/>
                      <a:pt x="430" y="215"/>
                    </a:cubicBezTo>
                    <a:cubicBezTo>
                      <a:pt x="501" y="215"/>
                      <a:pt x="572" y="215"/>
                      <a:pt x="645" y="215"/>
                    </a:cubicBezTo>
                    <a:cubicBezTo>
                      <a:pt x="645" y="251"/>
                      <a:pt x="645" y="286"/>
                      <a:pt x="645" y="323"/>
                    </a:cubicBezTo>
                    <a:cubicBezTo>
                      <a:pt x="681" y="323"/>
                      <a:pt x="716" y="323"/>
                      <a:pt x="753" y="323"/>
                    </a:cubicBezTo>
                    <a:cubicBezTo>
                      <a:pt x="753" y="394"/>
                      <a:pt x="753" y="465"/>
                      <a:pt x="753" y="538"/>
                    </a:cubicBezTo>
                    <a:cubicBezTo>
                      <a:pt x="718" y="538"/>
                      <a:pt x="682" y="538"/>
                      <a:pt x="645" y="538"/>
                    </a:cubicBezTo>
                    <a:cubicBezTo>
                      <a:pt x="645" y="573"/>
                      <a:pt x="645" y="609"/>
                      <a:pt x="645" y="645"/>
                    </a:cubicBezTo>
                    <a:cubicBezTo>
                      <a:pt x="609" y="630"/>
                      <a:pt x="574" y="615"/>
                      <a:pt x="538" y="598"/>
                    </a:cubicBezTo>
                    <a:cubicBezTo>
                      <a:pt x="518" y="590"/>
                      <a:pt x="498" y="581"/>
                      <a:pt x="477" y="572"/>
                    </a:cubicBezTo>
                    <a:cubicBezTo>
                      <a:pt x="462" y="561"/>
                      <a:pt x="446" y="549"/>
                      <a:pt x="430" y="538"/>
                    </a:cubicBezTo>
                    <a:cubicBezTo>
                      <a:pt x="424" y="480"/>
                      <a:pt x="424" y="480"/>
                      <a:pt x="430" y="430"/>
                    </a:cubicBezTo>
                    <a:cubicBezTo>
                      <a:pt x="395" y="430"/>
                      <a:pt x="359" y="430"/>
                      <a:pt x="323" y="430"/>
                    </a:cubicBezTo>
                    <a:cubicBezTo>
                      <a:pt x="323" y="395"/>
                      <a:pt x="323" y="359"/>
                      <a:pt x="323" y="323"/>
                    </a:cubicBezTo>
                    <a:cubicBezTo>
                      <a:pt x="287" y="323"/>
                      <a:pt x="252" y="323"/>
                      <a:pt x="215" y="323"/>
                    </a:cubicBezTo>
                    <a:cubicBezTo>
                      <a:pt x="217" y="306"/>
                      <a:pt x="220" y="289"/>
                      <a:pt x="222" y="272"/>
                    </a:cubicBezTo>
                    <a:cubicBezTo>
                      <a:pt x="221" y="263"/>
                      <a:pt x="221" y="263"/>
                      <a:pt x="215" y="215"/>
                    </a:cubicBezTo>
                    <a:cubicBezTo>
                      <a:pt x="168" y="185"/>
                      <a:pt x="168" y="185"/>
                      <a:pt x="108" y="161"/>
                    </a:cubicBezTo>
                    <a:cubicBezTo>
                      <a:pt x="47" y="138"/>
                      <a:pt x="47" y="138"/>
                      <a:pt x="0" y="108"/>
                    </a:cubicBezTo>
                    <a:cubicBezTo>
                      <a:pt x="0" y="72"/>
                      <a:pt x="0" y="3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78" name="ICON_TOOL_FOLDER_path_019"/>
              <p:cNvSpPr/>
              <p:nvPr/>
            </p:nvSpPr>
            <p:spPr>
              <a:xfrm>
                <a:off x="5395093" y="3586579"/>
                <a:ext cx="6831" cy="6831"/>
              </a:xfrm>
              <a:custGeom>
                <a:avLst/>
                <a:gdLst/>
                <a:ahLst/>
                <a:cxnLst/>
                <a:rect l="0" t="0" r="r" b="b"/>
                <a:pathLst>
                  <a:path w="538" h="538" fill="norm" stroke="0">
                    <a:moveTo>
                      <a:pt x="108" y="0"/>
                    </a:moveTo>
                    <a:cubicBezTo>
                      <a:pt x="179" y="0"/>
                      <a:pt x="250" y="0"/>
                      <a:pt x="323" y="0"/>
                    </a:cubicBezTo>
                    <a:cubicBezTo>
                      <a:pt x="323" y="36"/>
                      <a:pt x="323" y="71"/>
                      <a:pt x="323" y="108"/>
                    </a:cubicBezTo>
                    <a:cubicBezTo>
                      <a:pt x="358" y="108"/>
                      <a:pt x="394" y="108"/>
                      <a:pt x="430" y="108"/>
                    </a:cubicBezTo>
                    <a:cubicBezTo>
                      <a:pt x="430" y="143"/>
                      <a:pt x="430" y="179"/>
                      <a:pt x="430" y="215"/>
                    </a:cubicBezTo>
                    <a:cubicBezTo>
                      <a:pt x="466" y="215"/>
                      <a:pt x="501" y="215"/>
                      <a:pt x="538" y="215"/>
                    </a:cubicBezTo>
                    <a:cubicBezTo>
                      <a:pt x="538" y="322"/>
                      <a:pt x="538" y="428"/>
                      <a:pt x="538" y="538"/>
                    </a:cubicBezTo>
                    <a:cubicBezTo>
                      <a:pt x="467" y="538"/>
                      <a:pt x="396" y="538"/>
                      <a:pt x="323" y="538"/>
                    </a:cubicBezTo>
                    <a:cubicBezTo>
                      <a:pt x="323" y="502"/>
                      <a:pt x="323" y="467"/>
                      <a:pt x="323" y="430"/>
                    </a:cubicBezTo>
                    <a:cubicBezTo>
                      <a:pt x="252" y="430"/>
                      <a:pt x="181" y="430"/>
                      <a:pt x="108" y="430"/>
                    </a:cubicBezTo>
                    <a:cubicBezTo>
                      <a:pt x="108" y="466"/>
                      <a:pt x="108" y="501"/>
                      <a:pt x="108" y="538"/>
                    </a:cubicBezTo>
                    <a:cubicBezTo>
                      <a:pt x="72" y="538"/>
                      <a:pt x="37" y="538"/>
                      <a:pt x="0" y="538"/>
                    </a:cubicBezTo>
                    <a:cubicBezTo>
                      <a:pt x="0" y="467"/>
                      <a:pt x="0" y="396"/>
                      <a:pt x="0" y="323"/>
                    </a:cubicBezTo>
                    <a:cubicBezTo>
                      <a:pt x="36" y="323"/>
                      <a:pt x="71" y="323"/>
                      <a:pt x="108" y="323"/>
                    </a:cubicBezTo>
                    <a:cubicBezTo>
                      <a:pt x="108" y="216"/>
                      <a:pt x="108" y="110"/>
                      <a:pt x="10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79" name="ICON_TOOL_FOLDER_path_020"/>
              <p:cNvSpPr/>
              <p:nvPr/>
            </p:nvSpPr>
            <p:spPr>
              <a:xfrm>
                <a:off x="5403290" y="3556520"/>
                <a:ext cx="6831" cy="6831"/>
              </a:xfrm>
              <a:custGeom>
                <a:avLst/>
                <a:gdLst/>
                <a:ahLst/>
                <a:cxnLst/>
                <a:rect l="0" t="0" r="r" b="b"/>
                <a:pathLst>
                  <a:path w="538" h="538" fill="norm" stroke="0">
                    <a:moveTo>
                      <a:pt x="108" y="0"/>
                    </a:moveTo>
                    <a:cubicBezTo>
                      <a:pt x="143" y="0"/>
                      <a:pt x="179" y="0"/>
                      <a:pt x="215" y="0"/>
                    </a:cubicBezTo>
                    <a:cubicBezTo>
                      <a:pt x="215" y="36"/>
                      <a:pt x="215" y="71"/>
                      <a:pt x="215" y="108"/>
                    </a:cubicBezTo>
                    <a:cubicBezTo>
                      <a:pt x="286" y="108"/>
                      <a:pt x="357" y="108"/>
                      <a:pt x="430" y="108"/>
                    </a:cubicBezTo>
                    <a:cubicBezTo>
                      <a:pt x="430" y="143"/>
                      <a:pt x="430" y="179"/>
                      <a:pt x="430" y="215"/>
                    </a:cubicBezTo>
                    <a:cubicBezTo>
                      <a:pt x="466" y="215"/>
                      <a:pt x="501" y="215"/>
                      <a:pt x="538" y="215"/>
                    </a:cubicBezTo>
                    <a:cubicBezTo>
                      <a:pt x="538" y="322"/>
                      <a:pt x="538" y="428"/>
                      <a:pt x="538" y="538"/>
                    </a:cubicBezTo>
                    <a:cubicBezTo>
                      <a:pt x="467" y="538"/>
                      <a:pt x="396" y="538"/>
                      <a:pt x="323" y="538"/>
                    </a:cubicBezTo>
                    <a:cubicBezTo>
                      <a:pt x="323" y="502"/>
                      <a:pt x="323" y="467"/>
                      <a:pt x="323" y="430"/>
                    </a:cubicBezTo>
                    <a:cubicBezTo>
                      <a:pt x="252" y="430"/>
                      <a:pt x="181" y="430"/>
                      <a:pt x="108" y="430"/>
                    </a:cubicBezTo>
                    <a:cubicBezTo>
                      <a:pt x="108" y="466"/>
                      <a:pt x="108" y="501"/>
                      <a:pt x="108" y="538"/>
                    </a:cubicBezTo>
                    <a:cubicBezTo>
                      <a:pt x="72" y="538"/>
                      <a:pt x="37" y="538"/>
                      <a:pt x="0" y="538"/>
                    </a:cubicBezTo>
                    <a:cubicBezTo>
                      <a:pt x="0" y="431"/>
                      <a:pt x="0" y="325"/>
                      <a:pt x="0" y="215"/>
                    </a:cubicBezTo>
                    <a:cubicBezTo>
                      <a:pt x="36" y="215"/>
                      <a:pt x="71" y="215"/>
                      <a:pt x="108" y="215"/>
                    </a:cubicBezTo>
                    <a:cubicBezTo>
                      <a:pt x="108" y="144"/>
                      <a:pt x="108" y="73"/>
                      <a:pt x="10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  <p:sp>
            <p:nvSpPr>
              <p:cNvPr id="1080" name="ICON_TOOL_FOLDER_path_021"/>
              <p:cNvSpPr/>
              <p:nvPr/>
            </p:nvSpPr>
            <p:spPr>
              <a:xfrm>
                <a:off x="5411488" y="3525096"/>
                <a:ext cx="6831" cy="8198"/>
              </a:xfrm>
              <a:custGeom>
                <a:avLst/>
                <a:gdLst/>
                <a:ahLst/>
                <a:cxnLst/>
                <a:rect l="0" t="0" r="r" b="b"/>
                <a:pathLst>
                  <a:path w="538" h="645" fill="norm" stroke="0">
                    <a:moveTo>
                      <a:pt x="108" y="0"/>
                    </a:moveTo>
                    <a:cubicBezTo>
                      <a:pt x="276" y="74"/>
                      <a:pt x="276" y="74"/>
                      <a:pt x="323" y="108"/>
                    </a:cubicBezTo>
                    <a:cubicBezTo>
                      <a:pt x="329" y="165"/>
                      <a:pt x="329" y="165"/>
                      <a:pt x="323" y="215"/>
                    </a:cubicBezTo>
                    <a:cubicBezTo>
                      <a:pt x="358" y="215"/>
                      <a:pt x="394" y="215"/>
                      <a:pt x="430" y="215"/>
                    </a:cubicBezTo>
                    <a:cubicBezTo>
                      <a:pt x="430" y="286"/>
                      <a:pt x="430" y="357"/>
                      <a:pt x="430" y="430"/>
                    </a:cubicBezTo>
                    <a:cubicBezTo>
                      <a:pt x="466" y="430"/>
                      <a:pt x="501" y="430"/>
                      <a:pt x="538" y="430"/>
                    </a:cubicBezTo>
                    <a:cubicBezTo>
                      <a:pt x="538" y="501"/>
                      <a:pt x="538" y="572"/>
                      <a:pt x="538" y="645"/>
                    </a:cubicBezTo>
                    <a:cubicBezTo>
                      <a:pt x="467" y="645"/>
                      <a:pt x="396" y="645"/>
                      <a:pt x="323" y="645"/>
                    </a:cubicBezTo>
                    <a:cubicBezTo>
                      <a:pt x="323" y="610"/>
                      <a:pt x="323" y="574"/>
                      <a:pt x="323" y="538"/>
                    </a:cubicBezTo>
                    <a:cubicBezTo>
                      <a:pt x="252" y="538"/>
                      <a:pt x="181" y="538"/>
                      <a:pt x="108" y="538"/>
                    </a:cubicBezTo>
                    <a:cubicBezTo>
                      <a:pt x="108" y="573"/>
                      <a:pt x="108" y="609"/>
                      <a:pt x="108" y="645"/>
                    </a:cubicBezTo>
                    <a:cubicBezTo>
                      <a:pt x="72" y="645"/>
                      <a:pt x="37" y="645"/>
                      <a:pt x="0" y="645"/>
                    </a:cubicBezTo>
                    <a:cubicBezTo>
                      <a:pt x="0" y="574"/>
                      <a:pt x="0" y="503"/>
                      <a:pt x="0" y="430"/>
                    </a:cubicBezTo>
                    <a:cubicBezTo>
                      <a:pt x="36" y="430"/>
                      <a:pt x="71" y="430"/>
                      <a:pt x="108" y="430"/>
                    </a:cubicBezTo>
                    <a:cubicBezTo>
                      <a:pt x="108" y="288"/>
                      <a:pt x="108" y="146"/>
                      <a:pt x="10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83" cap="flat">
                <a:noFill/>
              </a:ln>
            </p:spPr>
          </p:sp>
        </p:grpSp>
        <p:grpSp>
          <p:nvGrpSpPr>
            <p:cNvPr id="1081" name="ICON_TOOL_WAVE"/>
            <p:cNvGrpSpPr/>
            <p:nvPr/>
          </p:nvGrpSpPr>
          <p:grpSpPr>
            <a:xfrm>
              <a:off x="5087938" y="3730625"/>
              <a:ext cx="365125" cy="261938"/>
              <a:chOff x="5087938" y="3730625"/>
              <a:chExt cx="365125" cy="261938"/>
            </a:xfrm>
          </p:grpSpPr>
          <p:sp>
            <p:nvSpPr>
              <p:cNvPr id="1082" name="ICON_TOOL_WAVE_path_001"/>
              <p:cNvSpPr/>
              <p:nvPr/>
            </p:nvSpPr>
            <p:spPr>
              <a:xfrm>
                <a:off x="5091689" y="3788444"/>
                <a:ext cx="355397" cy="140194"/>
              </a:xfrm>
              <a:custGeom>
                <a:avLst/>
                <a:gdLst/>
                <a:ahLst/>
                <a:cxnLst/>
                <a:rect l="0" t="0" r="r" b="b"/>
                <a:pathLst>
                  <a:path w="27984" h="11039" fill="norm" stroke="0">
                    <a:moveTo>
                      <a:pt x="12110" y="0"/>
                    </a:moveTo>
                    <a:cubicBezTo>
                      <a:pt x="12435" y="0"/>
                      <a:pt x="12760" y="0"/>
                      <a:pt x="13095" y="0"/>
                    </a:cubicBezTo>
                    <a:cubicBezTo>
                      <a:pt x="13095" y="32"/>
                      <a:pt x="13095" y="65"/>
                      <a:pt x="13095" y="98"/>
                    </a:cubicBezTo>
                    <a:cubicBezTo>
                      <a:pt x="13109" y="96"/>
                      <a:pt x="13123" y="93"/>
                      <a:pt x="13138" y="91"/>
                    </a:cubicBezTo>
                    <a:cubicBezTo>
                      <a:pt x="13193" y="98"/>
                      <a:pt x="13193" y="98"/>
                      <a:pt x="13243" y="151"/>
                    </a:cubicBezTo>
                    <a:cubicBezTo>
                      <a:pt x="13259" y="173"/>
                      <a:pt x="13276" y="196"/>
                      <a:pt x="13292" y="218"/>
                    </a:cubicBezTo>
                    <a:cubicBezTo>
                      <a:pt x="13352" y="302"/>
                      <a:pt x="13393" y="350"/>
                      <a:pt x="13489" y="394"/>
                    </a:cubicBezTo>
                    <a:cubicBezTo>
                      <a:pt x="13495" y="446"/>
                      <a:pt x="13495" y="446"/>
                      <a:pt x="13489" y="492"/>
                    </a:cubicBezTo>
                    <a:cubicBezTo>
                      <a:pt x="13521" y="492"/>
                      <a:pt x="13554" y="492"/>
                      <a:pt x="13587" y="492"/>
                    </a:cubicBezTo>
                    <a:cubicBezTo>
                      <a:pt x="13587" y="525"/>
                      <a:pt x="13587" y="557"/>
                      <a:pt x="13587" y="591"/>
                    </a:cubicBezTo>
                    <a:cubicBezTo>
                      <a:pt x="13620" y="591"/>
                      <a:pt x="13652" y="591"/>
                      <a:pt x="13686" y="591"/>
                    </a:cubicBezTo>
                    <a:cubicBezTo>
                      <a:pt x="13686" y="656"/>
                      <a:pt x="13686" y="721"/>
                      <a:pt x="13686" y="788"/>
                    </a:cubicBezTo>
                    <a:cubicBezTo>
                      <a:pt x="13718" y="788"/>
                      <a:pt x="13751" y="788"/>
                      <a:pt x="13784" y="788"/>
                    </a:cubicBezTo>
                    <a:cubicBezTo>
                      <a:pt x="13784" y="885"/>
                      <a:pt x="13784" y="983"/>
                      <a:pt x="13784" y="1083"/>
                    </a:cubicBezTo>
                    <a:cubicBezTo>
                      <a:pt x="13817" y="1083"/>
                      <a:pt x="13849" y="1083"/>
                      <a:pt x="13883" y="1083"/>
                    </a:cubicBezTo>
                    <a:cubicBezTo>
                      <a:pt x="13978" y="1349"/>
                      <a:pt x="13994" y="1590"/>
                      <a:pt x="13981" y="1871"/>
                    </a:cubicBezTo>
                    <a:cubicBezTo>
                      <a:pt x="14014" y="1871"/>
                      <a:pt x="14046" y="1871"/>
                      <a:pt x="14080" y="1871"/>
                    </a:cubicBezTo>
                    <a:cubicBezTo>
                      <a:pt x="14080" y="2066"/>
                      <a:pt x="14080" y="2261"/>
                      <a:pt x="14080" y="2461"/>
                    </a:cubicBezTo>
                    <a:cubicBezTo>
                      <a:pt x="14112" y="2461"/>
                      <a:pt x="14145" y="2461"/>
                      <a:pt x="14178" y="2461"/>
                    </a:cubicBezTo>
                    <a:cubicBezTo>
                      <a:pt x="14178" y="2656"/>
                      <a:pt x="14178" y="2851"/>
                      <a:pt x="14178" y="3052"/>
                    </a:cubicBezTo>
                    <a:cubicBezTo>
                      <a:pt x="14211" y="3052"/>
                      <a:pt x="14243" y="3052"/>
                      <a:pt x="14277" y="3052"/>
                    </a:cubicBezTo>
                    <a:cubicBezTo>
                      <a:pt x="14277" y="3247"/>
                      <a:pt x="14277" y="3442"/>
                      <a:pt x="14277" y="3643"/>
                    </a:cubicBezTo>
                    <a:cubicBezTo>
                      <a:pt x="14309" y="3643"/>
                      <a:pt x="14342" y="3643"/>
                      <a:pt x="14375" y="3643"/>
                    </a:cubicBezTo>
                    <a:cubicBezTo>
                      <a:pt x="14375" y="3838"/>
                      <a:pt x="14375" y="4033"/>
                      <a:pt x="14375" y="4234"/>
                    </a:cubicBezTo>
                    <a:cubicBezTo>
                      <a:pt x="14407" y="4234"/>
                      <a:pt x="14440" y="4234"/>
                      <a:pt x="14473" y="4234"/>
                    </a:cubicBezTo>
                    <a:cubicBezTo>
                      <a:pt x="14473" y="4494"/>
                      <a:pt x="14473" y="4754"/>
                      <a:pt x="14473" y="5021"/>
                    </a:cubicBezTo>
                    <a:cubicBezTo>
                      <a:pt x="14506" y="5021"/>
                      <a:pt x="14538" y="5021"/>
                      <a:pt x="14572" y="5021"/>
                    </a:cubicBezTo>
                    <a:cubicBezTo>
                      <a:pt x="14572" y="5281"/>
                      <a:pt x="14572" y="5541"/>
                      <a:pt x="14572" y="5809"/>
                    </a:cubicBezTo>
                    <a:cubicBezTo>
                      <a:pt x="14604" y="5809"/>
                      <a:pt x="14637" y="5809"/>
                      <a:pt x="14670" y="5809"/>
                    </a:cubicBezTo>
                    <a:cubicBezTo>
                      <a:pt x="14670" y="6069"/>
                      <a:pt x="14670" y="6329"/>
                      <a:pt x="14670" y="6597"/>
                    </a:cubicBezTo>
                    <a:cubicBezTo>
                      <a:pt x="14703" y="6597"/>
                      <a:pt x="14735" y="6597"/>
                      <a:pt x="14769" y="6597"/>
                    </a:cubicBezTo>
                    <a:cubicBezTo>
                      <a:pt x="14769" y="6824"/>
                      <a:pt x="14769" y="7052"/>
                      <a:pt x="14769" y="7286"/>
                    </a:cubicBezTo>
                    <a:cubicBezTo>
                      <a:pt x="14801" y="7286"/>
                      <a:pt x="14834" y="7286"/>
                      <a:pt x="14867" y="7286"/>
                    </a:cubicBezTo>
                    <a:cubicBezTo>
                      <a:pt x="14867" y="7513"/>
                      <a:pt x="14867" y="7741"/>
                      <a:pt x="14867" y="7975"/>
                    </a:cubicBezTo>
                    <a:cubicBezTo>
                      <a:pt x="14900" y="7975"/>
                      <a:pt x="14932" y="7975"/>
                      <a:pt x="14966" y="7975"/>
                    </a:cubicBezTo>
                    <a:cubicBezTo>
                      <a:pt x="14966" y="8203"/>
                      <a:pt x="14966" y="8430"/>
                      <a:pt x="14966" y="8664"/>
                    </a:cubicBezTo>
                    <a:cubicBezTo>
                      <a:pt x="14998" y="8664"/>
                      <a:pt x="15031" y="8664"/>
                      <a:pt x="15064" y="8664"/>
                    </a:cubicBezTo>
                    <a:cubicBezTo>
                      <a:pt x="15064" y="8859"/>
                      <a:pt x="15064" y="9054"/>
                      <a:pt x="15064" y="9255"/>
                    </a:cubicBezTo>
                    <a:cubicBezTo>
                      <a:pt x="15097" y="9255"/>
                      <a:pt x="15129" y="9255"/>
                      <a:pt x="15163" y="9255"/>
                    </a:cubicBezTo>
                    <a:cubicBezTo>
                      <a:pt x="15163" y="9385"/>
                      <a:pt x="15163" y="9515"/>
                      <a:pt x="15163" y="9649"/>
                    </a:cubicBezTo>
                    <a:cubicBezTo>
                      <a:pt x="15195" y="9649"/>
                      <a:pt x="15228" y="9649"/>
                      <a:pt x="15261" y="9649"/>
                    </a:cubicBezTo>
                    <a:cubicBezTo>
                      <a:pt x="15261" y="9746"/>
                      <a:pt x="15261" y="9844"/>
                      <a:pt x="15261" y="9944"/>
                    </a:cubicBezTo>
                    <a:cubicBezTo>
                      <a:pt x="15294" y="9944"/>
                      <a:pt x="15326" y="9944"/>
                      <a:pt x="15360" y="9944"/>
                    </a:cubicBezTo>
                    <a:cubicBezTo>
                      <a:pt x="15360" y="10042"/>
                      <a:pt x="15360" y="10139"/>
                      <a:pt x="15360" y="10240"/>
                    </a:cubicBezTo>
                    <a:cubicBezTo>
                      <a:pt x="15392" y="10240"/>
                      <a:pt x="15425" y="10240"/>
                      <a:pt x="15458" y="10240"/>
                    </a:cubicBezTo>
                    <a:cubicBezTo>
                      <a:pt x="15458" y="10272"/>
                      <a:pt x="15458" y="10305"/>
                      <a:pt x="15458" y="10338"/>
                    </a:cubicBezTo>
                    <a:cubicBezTo>
                      <a:pt x="15491" y="10338"/>
                      <a:pt x="15523" y="10338"/>
                      <a:pt x="15557" y="10338"/>
                    </a:cubicBezTo>
                    <a:cubicBezTo>
                      <a:pt x="15557" y="10306"/>
                      <a:pt x="15557" y="10273"/>
                      <a:pt x="15557" y="10240"/>
                    </a:cubicBezTo>
                    <a:cubicBezTo>
                      <a:pt x="15589" y="10240"/>
                      <a:pt x="15621" y="10240"/>
                      <a:pt x="15655" y="10240"/>
                    </a:cubicBezTo>
                    <a:cubicBezTo>
                      <a:pt x="15655" y="10175"/>
                      <a:pt x="15655" y="10110"/>
                      <a:pt x="15655" y="10043"/>
                    </a:cubicBezTo>
                    <a:cubicBezTo>
                      <a:pt x="15687" y="10043"/>
                      <a:pt x="15720" y="10043"/>
                      <a:pt x="15753" y="10043"/>
                    </a:cubicBezTo>
                    <a:cubicBezTo>
                      <a:pt x="15753" y="9945"/>
                      <a:pt x="15753" y="9848"/>
                      <a:pt x="15753" y="9747"/>
                    </a:cubicBezTo>
                    <a:cubicBezTo>
                      <a:pt x="15786" y="9747"/>
                      <a:pt x="15818" y="9747"/>
                      <a:pt x="15852" y="9747"/>
                    </a:cubicBezTo>
                    <a:cubicBezTo>
                      <a:pt x="15852" y="9617"/>
                      <a:pt x="15852" y="9488"/>
                      <a:pt x="15852" y="9354"/>
                    </a:cubicBezTo>
                    <a:cubicBezTo>
                      <a:pt x="15884" y="9354"/>
                      <a:pt x="15917" y="9354"/>
                      <a:pt x="15950" y="9354"/>
                    </a:cubicBezTo>
                    <a:cubicBezTo>
                      <a:pt x="15950" y="9159"/>
                      <a:pt x="15950" y="8964"/>
                      <a:pt x="15950" y="8763"/>
                    </a:cubicBezTo>
                    <a:cubicBezTo>
                      <a:pt x="15983" y="8763"/>
                      <a:pt x="16015" y="8763"/>
                      <a:pt x="16049" y="8763"/>
                    </a:cubicBezTo>
                    <a:cubicBezTo>
                      <a:pt x="16049" y="8600"/>
                      <a:pt x="16049" y="8438"/>
                      <a:pt x="16049" y="8271"/>
                    </a:cubicBezTo>
                    <a:cubicBezTo>
                      <a:pt x="16081" y="8271"/>
                      <a:pt x="16114" y="8271"/>
                      <a:pt x="16147" y="8271"/>
                    </a:cubicBezTo>
                    <a:cubicBezTo>
                      <a:pt x="16147" y="8076"/>
                      <a:pt x="16147" y="7881"/>
                      <a:pt x="16147" y="7680"/>
                    </a:cubicBezTo>
                    <a:cubicBezTo>
                      <a:pt x="16180" y="7680"/>
                      <a:pt x="16212" y="7680"/>
                      <a:pt x="16246" y="7680"/>
                    </a:cubicBezTo>
                    <a:cubicBezTo>
                      <a:pt x="16246" y="7452"/>
                      <a:pt x="16246" y="7225"/>
                      <a:pt x="16246" y="6991"/>
                    </a:cubicBezTo>
                    <a:cubicBezTo>
                      <a:pt x="16278" y="6991"/>
                      <a:pt x="16311" y="6991"/>
                      <a:pt x="16344" y="6991"/>
                    </a:cubicBezTo>
                    <a:cubicBezTo>
                      <a:pt x="16344" y="6796"/>
                      <a:pt x="16344" y="6601"/>
                      <a:pt x="16344" y="6400"/>
                    </a:cubicBezTo>
                    <a:cubicBezTo>
                      <a:pt x="16377" y="6400"/>
                      <a:pt x="16409" y="6400"/>
                      <a:pt x="16443" y="6400"/>
                    </a:cubicBezTo>
                    <a:cubicBezTo>
                      <a:pt x="16443" y="6172"/>
                      <a:pt x="16443" y="5945"/>
                      <a:pt x="16443" y="5711"/>
                    </a:cubicBezTo>
                    <a:cubicBezTo>
                      <a:pt x="16475" y="5711"/>
                      <a:pt x="16508" y="5711"/>
                      <a:pt x="16541" y="5711"/>
                    </a:cubicBezTo>
                    <a:cubicBezTo>
                      <a:pt x="16541" y="5516"/>
                      <a:pt x="16541" y="5321"/>
                      <a:pt x="16541" y="5120"/>
                    </a:cubicBezTo>
                    <a:cubicBezTo>
                      <a:pt x="16574" y="5120"/>
                      <a:pt x="16606" y="5120"/>
                      <a:pt x="16640" y="5120"/>
                    </a:cubicBezTo>
                    <a:cubicBezTo>
                      <a:pt x="16640" y="4925"/>
                      <a:pt x="16640" y="4730"/>
                      <a:pt x="16640" y="4529"/>
                    </a:cubicBezTo>
                    <a:cubicBezTo>
                      <a:pt x="16672" y="4529"/>
                      <a:pt x="16705" y="4529"/>
                      <a:pt x="16738" y="4529"/>
                    </a:cubicBezTo>
                    <a:cubicBezTo>
                      <a:pt x="16738" y="4367"/>
                      <a:pt x="16738" y="4204"/>
                      <a:pt x="16738" y="4037"/>
                    </a:cubicBezTo>
                    <a:cubicBezTo>
                      <a:pt x="16771" y="4037"/>
                      <a:pt x="16803" y="4037"/>
                      <a:pt x="16836" y="4037"/>
                    </a:cubicBezTo>
                    <a:cubicBezTo>
                      <a:pt x="16836" y="3907"/>
                      <a:pt x="16836" y="3777"/>
                      <a:pt x="16836" y="3643"/>
                    </a:cubicBezTo>
                    <a:cubicBezTo>
                      <a:pt x="16869" y="3643"/>
                      <a:pt x="16901" y="3643"/>
                      <a:pt x="16935" y="3643"/>
                    </a:cubicBezTo>
                    <a:cubicBezTo>
                      <a:pt x="16935" y="3513"/>
                      <a:pt x="16935" y="3383"/>
                      <a:pt x="16935" y="3249"/>
                    </a:cubicBezTo>
                    <a:cubicBezTo>
                      <a:pt x="16967" y="3249"/>
                      <a:pt x="17000" y="3249"/>
                      <a:pt x="17033" y="3249"/>
                    </a:cubicBezTo>
                    <a:cubicBezTo>
                      <a:pt x="17033" y="3119"/>
                      <a:pt x="17033" y="2989"/>
                      <a:pt x="17033" y="2855"/>
                    </a:cubicBezTo>
                    <a:cubicBezTo>
                      <a:pt x="17066" y="2855"/>
                      <a:pt x="17098" y="2855"/>
                      <a:pt x="17132" y="2855"/>
                    </a:cubicBezTo>
                    <a:cubicBezTo>
                      <a:pt x="17130" y="2842"/>
                      <a:pt x="17128" y="2829"/>
                      <a:pt x="17127" y="2816"/>
                    </a:cubicBezTo>
                    <a:cubicBezTo>
                      <a:pt x="17122" y="2760"/>
                      <a:pt x="17121" y="2713"/>
                      <a:pt x="17132" y="2658"/>
                    </a:cubicBezTo>
                    <a:cubicBezTo>
                      <a:pt x="17167" y="2627"/>
                      <a:pt x="17202" y="2609"/>
                      <a:pt x="17244" y="2588"/>
                    </a:cubicBezTo>
                    <a:cubicBezTo>
                      <a:pt x="17293" y="2550"/>
                      <a:pt x="17291" y="2521"/>
                      <a:pt x="17298" y="2461"/>
                    </a:cubicBezTo>
                    <a:cubicBezTo>
                      <a:pt x="17307" y="2410"/>
                      <a:pt x="17307" y="2410"/>
                      <a:pt x="17329" y="2363"/>
                    </a:cubicBezTo>
                    <a:cubicBezTo>
                      <a:pt x="17391" y="2328"/>
                      <a:pt x="17450" y="2308"/>
                      <a:pt x="17518" y="2289"/>
                    </a:cubicBezTo>
                    <a:cubicBezTo>
                      <a:pt x="17537" y="2281"/>
                      <a:pt x="17556" y="2273"/>
                      <a:pt x="17575" y="2265"/>
                    </a:cubicBezTo>
                    <a:cubicBezTo>
                      <a:pt x="17578" y="2256"/>
                      <a:pt x="17578" y="2256"/>
                      <a:pt x="17595" y="2214"/>
                    </a:cubicBezTo>
                    <a:cubicBezTo>
                      <a:pt x="17604" y="2198"/>
                      <a:pt x="17614" y="2183"/>
                      <a:pt x="17624" y="2166"/>
                    </a:cubicBezTo>
                    <a:cubicBezTo>
                      <a:pt x="17673" y="2157"/>
                      <a:pt x="17709" y="2155"/>
                      <a:pt x="17758" y="2156"/>
                    </a:cubicBezTo>
                    <a:cubicBezTo>
                      <a:pt x="17771" y="2157"/>
                      <a:pt x="17784" y="2157"/>
                      <a:pt x="17798" y="2157"/>
                    </a:cubicBezTo>
                    <a:cubicBezTo>
                      <a:pt x="17839" y="2157"/>
                      <a:pt x="17881" y="2159"/>
                      <a:pt x="17923" y="2160"/>
                    </a:cubicBezTo>
                    <a:cubicBezTo>
                      <a:pt x="17951" y="2160"/>
                      <a:pt x="17979" y="2161"/>
                      <a:pt x="18007" y="2161"/>
                    </a:cubicBezTo>
                    <a:cubicBezTo>
                      <a:pt x="18077" y="2162"/>
                      <a:pt x="18146" y="2164"/>
                      <a:pt x="18215" y="2166"/>
                    </a:cubicBezTo>
                    <a:cubicBezTo>
                      <a:pt x="18215" y="2199"/>
                      <a:pt x="18215" y="2231"/>
                      <a:pt x="18215" y="2265"/>
                    </a:cubicBezTo>
                    <a:cubicBezTo>
                      <a:pt x="18247" y="2265"/>
                      <a:pt x="18280" y="2265"/>
                      <a:pt x="18313" y="2265"/>
                    </a:cubicBezTo>
                    <a:cubicBezTo>
                      <a:pt x="18313" y="2297"/>
                      <a:pt x="18313" y="2330"/>
                      <a:pt x="18313" y="2363"/>
                    </a:cubicBezTo>
                    <a:cubicBezTo>
                      <a:pt x="18346" y="2363"/>
                      <a:pt x="18378" y="2363"/>
                      <a:pt x="18412" y="2363"/>
                    </a:cubicBezTo>
                    <a:cubicBezTo>
                      <a:pt x="18412" y="2428"/>
                      <a:pt x="18412" y="2493"/>
                      <a:pt x="18412" y="2560"/>
                    </a:cubicBezTo>
                    <a:cubicBezTo>
                      <a:pt x="18444" y="2560"/>
                      <a:pt x="18477" y="2560"/>
                      <a:pt x="18510" y="2560"/>
                    </a:cubicBezTo>
                    <a:cubicBezTo>
                      <a:pt x="18510" y="2625"/>
                      <a:pt x="18510" y="2690"/>
                      <a:pt x="18510" y="2757"/>
                    </a:cubicBezTo>
                    <a:cubicBezTo>
                      <a:pt x="18543" y="2757"/>
                      <a:pt x="18575" y="2757"/>
                      <a:pt x="18609" y="2757"/>
                    </a:cubicBezTo>
                    <a:cubicBezTo>
                      <a:pt x="18609" y="2822"/>
                      <a:pt x="18609" y="2887"/>
                      <a:pt x="18609" y="2954"/>
                    </a:cubicBezTo>
                    <a:cubicBezTo>
                      <a:pt x="18641" y="2954"/>
                      <a:pt x="18674" y="2954"/>
                      <a:pt x="18707" y="2954"/>
                    </a:cubicBezTo>
                    <a:cubicBezTo>
                      <a:pt x="18707" y="3051"/>
                      <a:pt x="18707" y="3149"/>
                      <a:pt x="18707" y="3249"/>
                    </a:cubicBezTo>
                    <a:cubicBezTo>
                      <a:pt x="18740" y="3249"/>
                      <a:pt x="18772" y="3249"/>
                      <a:pt x="18806" y="3249"/>
                    </a:cubicBezTo>
                    <a:cubicBezTo>
                      <a:pt x="18806" y="3314"/>
                      <a:pt x="18806" y="3379"/>
                      <a:pt x="18806" y="3446"/>
                    </a:cubicBezTo>
                    <a:cubicBezTo>
                      <a:pt x="18838" y="3446"/>
                      <a:pt x="18871" y="3446"/>
                      <a:pt x="18904" y="3446"/>
                    </a:cubicBezTo>
                    <a:cubicBezTo>
                      <a:pt x="18904" y="3576"/>
                      <a:pt x="18904" y="3706"/>
                      <a:pt x="18904" y="3840"/>
                    </a:cubicBezTo>
                    <a:cubicBezTo>
                      <a:pt x="18937" y="3840"/>
                      <a:pt x="18969" y="3840"/>
                      <a:pt x="19003" y="3840"/>
                    </a:cubicBezTo>
                    <a:cubicBezTo>
                      <a:pt x="19003" y="4002"/>
                      <a:pt x="19003" y="4165"/>
                      <a:pt x="19003" y="4332"/>
                    </a:cubicBezTo>
                    <a:cubicBezTo>
                      <a:pt x="19035" y="4332"/>
                      <a:pt x="19068" y="4332"/>
                      <a:pt x="19101" y="4332"/>
                    </a:cubicBezTo>
                    <a:cubicBezTo>
                      <a:pt x="19101" y="4495"/>
                      <a:pt x="19101" y="4657"/>
                      <a:pt x="19101" y="4824"/>
                    </a:cubicBezTo>
                    <a:cubicBezTo>
                      <a:pt x="19134" y="4824"/>
                      <a:pt x="19166" y="4824"/>
                      <a:pt x="19199" y="4824"/>
                    </a:cubicBezTo>
                    <a:cubicBezTo>
                      <a:pt x="19199" y="4987"/>
                      <a:pt x="19199" y="5149"/>
                      <a:pt x="19199" y="5317"/>
                    </a:cubicBezTo>
                    <a:cubicBezTo>
                      <a:pt x="19232" y="5317"/>
                      <a:pt x="19264" y="5317"/>
                      <a:pt x="19298" y="5317"/>
                    </a:cubicBezTo>
                    <a:cubicBezTo>
                      <a:pt x="19298" y="5512"/>
                      <a:pt x="19298" y="5707"/>
                      <a:pt x="19298" y="5908"/>
                    </a:cubicBezTo>
                    <a:cubicBezTo>
                      <a:pt x="19330" y="5908"/>
                      <a:pt x="19363" y="5908"/>
                      <a:pt x="19396" y="5908"/>
                    </a:cubicBezTo>
                    <a:cubicBezTo>
                      <a:pt x="19396" y="6070"/>
                      <a:pt x="19396" y="6232"/>
                      <a:pt x="19396" y="6400"/>
                    </a:cubicBezTo>
                    <a:cubicBezTo>
                      <a:pt x="19429" y="6400"/>
                      <a:pt x="19461" y="6400"/>
                      <a:pt x="19495" y="6400"/>
                    </a:cubicBezTo>
                    <a:cubicBezTo>
                      <a:pt x="19495" y="6562"/>
                      <a:pt x="19495" y="6725"/>
                      <a:pt x="19495" y="6892"/>
                    </a:cubicBezTo>
                    <a:cubicBezTo>
                      <a:pt x="19527" y="6892"/>
                      <a:pt x="19560" y="6892"/>
                      <a:pt x="19593" y="6892"/>
                    </a:cubicBezTo>
                    <a:cubicBezTo>
                      <a:pt x="19593" y="6990"/>
                      <a:pt x="19593" y="7087"/>
                      <a:pt x="19593" y="7188"/>
                    </a:cubicBezTo>
                    <a:cubicBezTo>
                      <a:pt x="19626" y="7188"/>
                      <a:pt x="19658" y="7188"/>
                      <a:pt x="19692" y="7188"/>
                    </a:cubicBezTo>
                    <a:cubicBezTo>
                      <a:pt x="19692" y="7252"/>
                      <a:pt x="19692" y="7317"/>
                      <a:pt x="19692" y="7384"/>
                    </a:cubicBezTo>
                    <a:cubicBezTo>
                      <a:pt x="19789" y="7384"/>
                      <a:pt x="19887" y="7384"/>
                      <a:pt x="19987" y="7384"/>
                    </a:cubicBezTo>
                    <a:cubicBezTo>
                      <a:pt x="19987" y="7319"/>
                      <a:pt x="19987" y="7254"/>
                      <a:pt x="19987" y="7188"/>
                    </a:cubicBezTo>
                    <a:cubicBezTo>
                      <a:pt x="20020" y="7188"/>
                      <a:pt x="20052" y="7188"/>
                      <a:pt x="20086" y="7188"/>
                    </a:cubicBezTo>
                    <a:cubicBezTo>
                      <a:pt x="20086" y="7123"/>
                      <a:pt x="20086" y="7058"/>
                      <a:pt x="20086" y="6991"/>
                    </a:cubicBezTo>
                    <a:cubicBezTo>
                      <a:pt x="20118" y="6991"/>
                      <a:pt x="20151" y="6991"/>
                      <a:pt x="20184" y="6991"/>
                    </a:cubicBezTo>
                    <a:cubicBezTo>
                      <a:pt x="20184" y="6861"/>
                      <a:pt x="20184" y="6731"/>
                      <a:pt x="20184" y="6597"/>
                    </a:cubicBezTo>
                    <a:cubicBezTo>
                      <a:pt x="20217" y="6597"/>
                      <a:pt x="20249" y="6597"/>
                      <a:pt x="20283" y="6597"/>
                    </a:cubicBezTo>
                    <a:cubicBezTo>
                      <a:pt x="20283" y="6499"/>
                      <a:pt x="20283" y="6402"/>
                      <a:pt x="20283" y="6301"/>
                    </a:cubicBezTo>
                    <a:cubicBezTo>
                      <a:pt x="20315" y="6301"/>
                      <a:pt x="20348" y="6301"/>
                      <a:pt x="20381" y="6301"/>
                    </a:cubicBezTo>
                    <a:cubicBezTo>
                      <a:pt x="20381" y="6171"/>
                      <a:pt x="20381" y="6041"/>
                      <a:pt x="20381" y="5908"/>
                    </a:cubicBezTo>
                    <a:cubicBezTo>
                      <a:pt x="20413" y="5908"/>
                      <a:pt x="20446" y="5908"/>
                      <a:pt x="20479" y="5908"/>
                    </a:cubicBezTo>
                    <a:cubicBezTo>
                      <a:pt x="20479" y="5875"/>
                      <a:pt x="20479" y="5843"/>
                      <a:pt x="20479" y="5809"/>
                    </a:cubicBezTo>
                    <a:cubicBezTo>
                      <a:pt x="20512" y="5809"/>
                      <a:pt x="20544" y="5809"/>
                      <a:pt x="20578" y="5809"/>
                    </a:cubicBezTo>
                    <a:cubicBezTo>
                      <a:pt x="20578" y="5679"/>
                      <a:pt x="20578" y="5549"/>
                      <a:pt x="20578" y="5415"/>
                    </a:cubicBezTo>
                    <a:cubicBezTo>
                      <a:pt x="20610" y="5415"/>
                      <a:pt x="20643" y="5415"/>
                      <a:pt x="20676" y="5415"/>
                    </a:cubicBezTo>
                    <a:cubicBezTo>
                      <a:pt x="20674" y="5401"/>
                      <a:pt x="20671" y="5387"/>
                      <a:pt x="20669" y="5372"/>
                    </a:cubicBezTo>
                    <a:cubicBezTo>
                      <a:pt x="20676" y="5317"/>
                      <a:pt x="20676" y="5317"/>
                      <a:pt x="20729" y="5268"/>
                    </a:cubicBezTo>
                    <a:cubicBezTo>
                      <a:pt x="20751" y="5251"/>
                      <a:pt x="20773" y="5234"/>
                      <a:pt x="20796" y="5218"/>
                    </a:cubicBezTo>
                    <a:cubicBezTo>
                      <a:pt x="20880" y="5158"/>
                      <a:pt x="20928" y="5117"/>
                      <a:pt x="20972" y="5021"/>
                    </a:cubicBezTo>
                    <a:cubicBezTo>
                      <a:pt x="21024" y="5015"/>
                      <a:pt x="21024" y="5015"/>
                      <a:pt x="21070" y="5021"/>
                    </a:cubicBezTo>
                    <a:cubicBezTo>
                      <a:pt x="21070" y="4989"/>
                      <a:pt x="21070" y="4956"/>
                      <a:pt x="21070" y="4923"/>
                    </a:cubicBezTo>
                    <a:cubicBezTo>
                      <a:pt x="21265" y="4923"/>
                      <a:pt x="21460" y="4923"/>
                      <a:pt x="21661" y="4923"/>
                    </a:cubicBezTo>
                    <a:cubicBezTo>
                      <a:pt x="21661" y="4955"/>
                      <a:pt x="21661" y="4988"/>
                      <a:pt x="21661" y="5021"/>
                    </a:cubicBezTo>
                    <a:cubicBezTo>
                      <a:pt x="21726" y="5021"/>
                      <a:pt x="21791" y="5021"/>
                      <a:pt x="21858" y="5021"/>
                    </a:cubicBezTo>
                    <a:cubicBezTo>
                      <a:pt x="21858" y="5054"/>
                      <a:pt x="21858" y="5086"/>
                      <a:pt x="21858" y="5120"/>
                    </a:cubicBezTo>
                    <a:cubicBezTo>
                      <a:pt x="21890" y="5120"/>
                      <a:pt x="21923" y="5120"/>
                      <a:pt x="21956" y="5120"/>
                    </a:cubicBezTo>
                    <a:cubicBezTo>
                      <a:pt x="21956" y="5152"/>
                      <a:pt x="21956" y="5185"/>
                      <a:pt x="21956" y="5218"/>
                    </a:cubicBezTo>
                    <a:cubicBezTo>
                      <a:pt x="21989" y="5218"/>
                      <a:pt x="22021" y="5218"/>
                      <a:pt x="22055" y="5218"/>
                    </a:cubicBezTo>
                    <a:cubicBezTo>
                      <a:pt x="22061" y="5236"/>
                      <a:pt x="22067" y="5253"/>
                      <a:pt x="22073" y="5270"/>
                    </a:cubicBezTo>
                    <a:cubicBezTo>
                      <a:pt x="22081" y="5293"/>
                      <a:pt x="22089" y="5315"/>
                      <a:pt x="22098" y="5338"/>
                    </a:cubicBezTo>
                    <a:cubicBezTo>
                      <a:pt x="22102" y="5349"/>
                      <a:pt x="22102" y="5349"/>
                      <a:pt x="22122" y="5406"/>
                    </a:cubicBezTo>
                    <a:cubicBezTo>
                      <a:pt x="22153" y="5464"/>
                      <a:pt x="22153" y="5464"/>
                      <a:pt x="22206" y="5491"/>
                    </a:cubicBezTo>
                    <a:cubicBezTo>
                      <a:pt x="22213" y="5494"/>
                      <a:pt x="22213" y="5494"/>
                      <a:pt x="22252" y="5514"/>
                    </a:cubicBezTo>
                    <a:cubicBezTo>
                      <a:pt x="22261" y="5562"/>
                      <a:pt x="22261" y="5562"/>
                      <a:pt x="22258" y="5615"/>
                    </a:cubicBezTo>
                    <a:cubicBezTo>
                      <a:pt x="22257" y="5633"/>
                      <a:pt x="22256" y="5651"/>
                      <a:pt x="22255" y="5669"/>
                    </a:cubicBezTo>
                    <a:cubicBezTo>
                      <a:pt x="22255" y="5676"/>
                      <a:pt x="22255" y="5676"/>
                      <a:pt x="22252" y="5711"/>
                    </a:cubicBezTo>
                    <a:cubicBezTo>
                      <a:pt x="22284" y="5711"/>
                      <a:pt x="22317" y="5711"/>
                      <a:pt x="22350" y="5711"/>
                    </a:cubicBezTo>
                    <a:cubicBezTo>
                      <a:pt x="22350" y="5808"/>
                      <a:pt x="22350" y="5906"/>
                      <a:pt x="22350" y="6006"/>
                    </a:cubicBezTo>
                    <a:cubicBezTo>
                      <a:pt x="22383" y="6006"/>
                      <a:pt x="22415" y="6006"/>
                      <a:pt x="22449" y="6006"/>
                    </a:cubicBezTo>
                    <a:cubicBezTo>
                      <a:pt x="22449" y="6103"/>
                      <a:pt x="22449" y="6201"/>
                      <a:pt x="22449" y="6301"/>
                    </a:cubicBezTo>
                    <a:cubicBezTo>
                      <a:pt x="22481" y="6301"/>
                      <a:pt x="22514" y="6301"/>
                      <a:pt x="22547" y="6301"/>
                    </a:cubicBezTo>
                    <a:cubicBezTo>
                      <a:pt x="22547" y="6366"/>
                      <a:pt x="22547" y="6431"/>
                      <a:pt x="22547" y="6498"/>
                    </a:cubicBezTo>
                    <a:cubicBezTo>
                      <a:pt x="22580" y="6498"/>
                      <a:pt x="22612" y="6498"/>
                      <a:pt x="22646" y="6498"/>
                    </a:cubicBezTo>
                    <a:cubicBezTo>
                      <a:pt x="22646" y="6563"/>
                      <a:pt x="22646" y="6628"/>
                      <a:pt x="22646" y="6695"/>
                    </a:cubicBezTo>
                    <a:cubicBezTo>
                      <a:pt x="22678" y="6695"/>
                      <a:pt x="22711" y="6695"/>
                      <a:pt x="22744" y="6695"/>
                    </a:cubicBezTo>
                    <a:cubicBezTo>
                      <a:pt x="22744" y="6728"/>
                      <a:pt x="22744" y="6760"/>
                      <a:pt x="22744" y="6794"/>
                    </a:cubicBezTo>
                    <a:cubicBezTo>
                      <a:pt x="22809" y="6794"/>
                      <a:pt x="22874" y="6794"/>
                      <a:pt x="22941" y="6794"/>
                    </a:cubicBezTo>
                    <a:cubicBezTo>
                      <a:pt x="22941" y="6761"/>
                      <a:pt x="22941" y="6729"/>
                      <a:pt x="22941" y="6695"/>
                    </a:cubicBezTo>
                    <a:cubicBezTo>
                      <a:pt x="22973" y="6695"/>
                      <a:pt x="23006" y="6695"/>
                      <a:pt x="23039" y="6695"/>
                    </a:cubicBezTo>
                    <a:cubicBezTo>
                      <a:pt x="23039" y="6663"/>
                      <a:pt x="23039" y="6630"/>
                      <a:pt x="23039" y="6597"/>
                    </a:cubicBezTo>
                    <a:cubicBezTo>
                      <a:pt x="23072" y="6597"/>
                      <a:pt x="23104" y="6597"/>
                      <a:pt x="23138" y="6597"/>
                    </a:cubicBezTo>
                    <a:cubicBezTo>
                      <a:pt x="23138" y="6532"/>
                      <a:pt x="23138" y="6467"/>
                      <a:pt x="23138" y="6400"/>
                    </a:cubicBezTo>
                    <a:cubicBezTo>
                      <a:pt x="23170" y="6400"/>
                      <a:pt x="23203" y="6400"/>
                      <a:pt x="23236" y="6400"/>
                    </a:cubicBezTo>
                    <a:cubicBezTo>
                      <a:pt x="23236" y="6302"/>
                      <a:pt x="23236" y="6205"/>
                      <a:pt x="23236" y="6104"/>
                    </a:cubicBezTo>
                    <a:cubicBezTo>
                      <a:pt x="23269" y="6104"/>
                      <a:pt x="23301" y="6104"/>
                      <a:pt x="23335" y="6104"/>
                    </a:cubicBezTo>
                    <a:cubicBezTo>
                      <a:pt x="23335" y="6007"/>
                      <a:pt x="23335" y="5910"/>
                      <a:pt x="23335" y="5809"/>
                    </a:cubicBezTo>
                    <a:cubicBezTo>
                      <a:pt x="23367" y="5809"/>
                      <a:pt x="23400" y="5809"/>
                      <a:pt x="23433" y="5809"/>
                    </a:cubicBezTo>
                    <a:cubicBezTo>
                      <a:pt x="23433" y="5712"/>
                      <a:pt x="23433" y="5614"/>
                      <a:pt x="23433" y="5514"/>
                    </a:cubicBezTo>
                    <a:cubicBezTo>
                      <a:pt x="23466" y="5514"/>
                      <a:pt x="23498" y="5514"/>
                      <a:pt x="23532" y="5514"/>
                    </a:cubicBezTo>
                    <a:cubicBezTo>
                      <a:pt x="23532" y="5449"/>
                      <a:pt x="23532" y="5384"/>
                      <a:pt x="23532" y="5317"/>
                    </a:cubicBezTo>
                    <a:cubicBezTo>
                      <a:pt x="23564" y="5317"/>
                      <a:pt x="23597" y="5317"/>
                      <a:pt x="23630" y="5317"/>
                    </a:cubicBezTo>
                    <a:cubicBezTo>
                      <a:pt x="23630" y="5219"/>
                      <a:pt x="23630" y="5122"/>
                      <a:pt x="23630" y="5021"/>
                    </a:cubicBezTo>
                    <a:cubicBezTo>
                      <a:pt x="23663" y="5021"/>
                      <a:pt x="23695" y="5021"/>
                      <a:pt x="23729" y="5021"/>
                    </a:cubicBezTo>
                    <a:cubicBezTo>
                      <a:pt x="23729" y="4956"/>
                      <a:pt x="23729" y="4891"/>
                      <a:pt x="23729" y="4824"/>
                    </a:cubicBezTo>
                    <a:cubicBezTo>
                      <a:pt x="23761" y="4824"/>
                      <a:pt x="23794" y="4824"/>
                      <a:pt x="23827" y="4824"/>
                    </a:cubicBezTo>
                    <a:cubicBezTo>
                      <a:pt x="23825" y="4810"/>
                      <a:pt x="23823" y="4796"/>
                      <a:pt x="23821" y="4782"/>
                    </a:cubicBezTo>
                    <a:cubicBezTo>
                      <a:pt x="23829" y="4706"/>
                      <a:pt x="23867" y="4672"/>
                      <a:pt x="23919" y="4621"/>
                    </a:cubicBezTo>
                    <a:cubicBezTo>
                      <a:pt x="23928" y="4612"/>
                      <a:pt x="23936" y="4603"/>
                      <a:pt x="23945" y="4594"/>
                    </a:cubicBezTo>
                    <a:cubicBezTo>
                      <a:pt x="23990" y="4550"/>
                      <a:pt x="24016" y="4530"/>
                      <a:pt x="24080" y="4523"/>
                    </a:cubicBezTo>
                    <a:cubicBezTo>
                      <a:pt x="24094" y="4525"/>
                      <a:pt x="24108" y="4527"/>
                      <a:pt x="24122" y="4529"/>
                    </a:cubicBezTo>
                    <a:cubicBezTo>
                      <a:pt x="24122" y="4497"/>
                      <a:pt x="24122" y="4464"/>
                      <a:pt x="24122" y="4431"/>
                    </a:cubicBezTo>
                    <a:cubicBezTo>
                      <a:pt x="24415" y="4431"/>
                      <a:pt x="24707" y="4431"/>
                      <a:pt x="25009" y="4431"/>
                    </a:cubicBezTo>
                    <a:cubicBezTo>
                      <a:pt x="25009" y="4463"/>
                      <a:pt x="25009" y="4496"/>
                      <a:pt x="25009" y="4529"/>
                    </a:cubicBezTo>
                    <a:cubicBezTo>
                      <a:pt x="25041" y="4529"/>
                      <a:pt x="25074" y="4529"/>
                      <a:pt x="25107" y="4529"/>
                    </a:cubicBezTo>
                    <a:cubicBezTo>
                      <a:pt x="25107" y="4562"/>
                      <a:pt x="25107" y="4594"/>
                      <a:pt x="25107" y="4628"/>
                    </a:cubicBezTo>
                    <a:cubicBezTo>
                      <a:pt x="25140" y="4628"/>
                      <a:pt x="25172" y="4628"/>
                      <a:pt x="25205" y="4628"/>
                    </a:cubicBezTo>
                    <a:cubicBezTo>
                      <a:pt x="25211" y="4645"/>
                      <a:pt x="25217" y="4662"/>
                      <a:pt x="25224" y="4680"/>
                    </a:cubicBezTo>
                    <a:cubicBezTo>
                      <a:pt x="25232" y="4702"/>
                      <a:pt x="25240" y="4725"/>
                      <a:pt x="25249" y="4748"/>
                    </a:cubicBezTo>
                    <a:cubicBezTo>
                      <a:pt x="25257" y="4770"/>
                      <a:pt x="25265" y="4792"/>
                      <a:pt x="25273" y="4815"/>
                    </a:cubicBezTo>
                    <a:cubicBezTo>
                      <a:pt x="25309" y="4883"/>
                      <a:pt x="25334" y="4893"/>
                      <a:pt x="25402" y="4923"/>
                    </a:cubicBezTo>
                    <a:cubicBezTo>
                      <a:pt x="25409" y="4975"/>
                      <a:pt x="25409" y="4975"/>
                      <a:pt x="25402" y="5021"/>
                    </a:cubicBezTo>
                    <a:cubicBezTo>
                      <a:pt x="25435" y="5021"/>
                      <a:pt x="25467" y="5021"/>
                      <a:pt x="25501" y="5021"/>
                    </a:cubicBezTo>
                    <a:cubicBezTo>
                      <a:pt x="25501" y="5086"/>
                      <a:pt x="25501" y="5151"/>
                      <a:pt x="25501" y="5218"/>
                    </a:cubicBezTo>
                    <a:cubicBezTo>
                      <a:pt x="25533" y="5218"/>
                      <a:pt x="25566" y="5218"/>
                      <a:pt x="25599" y="5218"/>
                    </a:cubicBezTo>
                    <a:cubicBezTo>
                      <a:pt x="25599" y="5283"/>
                      <a:pt x="25599" y="5348"/>
                      <a:pt x="25599" y="5415"/>
                    </a:cubicBezTo>
                    <a:cubicBezTo>
                      <a:pt x="25632" y="5415"/>
                      <a:pt x="25664" y="5415"/>
                      <a:pt x="25698" y="5415"/>
                    </a:cubicBezTo>
                    <a:cubicBezTo>
                      <a:pt x="25698" y="5480"/>
                      <a:pt x="25698" y="5545"/>
                      <a:pt x="25698" y="5612"/>
                    </a:cubicBezTo>
                    <a:cubicBezTo>
                      <a:pt x="25730" y="5612"/>
                      <a:pt x="25763" y="5612"/>
                      <a:pt x="25796" y="5612"/>
                    </a:cubicBezTo>
                    <a:cubicBezTo>
                      <a:pt x="25796" y="5677"/>
                      <a:pt x="25796" y="5742"/>
                      <a:pt x="25796" y="5809"/>
                    </a:cubicBezTo>
                    <a:cubicBezTo>
                      <a:pt x="25829" y="5809"/>
                      <a:pt x="25861" y="5809"/>
                      <a:pt x="25895" y="5809"/>
                    </a:cubicBezTo>
                    <a:cubicBezTo>
                      <a:pt x="25895" y="5874"/>
                      <a:pt x="25895" y="5939"/>
                      <a:pt x="25895" y="6006"/>
                    </a:cubicBezTo>
                    <a:cubicBezTo>
                      <a:pt x="25960" y="6006"/>
                      <a:pt x="26025" y="6006"/>
                      <a:pt x="26092" y="6006"/>
                    </a:cubicBezTo>
                    <a:cubicBezTo>
                      <a:pt x="26092" y="6038"/>
                      <a:pt x="26092" y="6071"/>
                      <a:pt x="26092" y="6104"/>
                    </a:cubicBezTo>
                    <a:cubicBezTo>
                      <a:pt x="26124" y="6104"/>
                      <a:pt x="26157" y="6104"/>
                      <a:pt x="26190" y="6104"/>
                    </a:cubicBezTo>
                    <a:cubicBezTo>
                      <a:pt x="26190" y="6137"/>
                      <a:pt x="26190" y="6169"/>
                      <a:pt x="26190" y="6203"/>
                    </a:cubicBezTo>
                    <a:cubicBezTo>
                      <a:pt x="26288" y="6203"/>
                      <a:pt x="26385" y="6203"/>
                      <a:pt x="26485" y="6203"/>
                    </a:cubicBezTo>
                    <a:cubicBezTo>
                      <a:pt x="26485" y="6235"/>
                      <a:pt x="26485" y="6268"/>
                      <a:pt x="26485" y="6301"/>
                    </a:cubicBezTo>
                    <a:cubicBezTo>
                      <a:pt x="26502" y="6301"/>
                      <a:pt x="26518" y="6301"/>
                      <a:pt x="26535" y="6301"/>
                    </a:cubicBezTo>
                    <a:cubicBezTo>
                      <a:pt x="26689" y="6299"/>
                      <a:pt x="26843" y="6297"/>
                      <a:pt x="26998" y="6296"/>
                    </a:cubicBezTo>
                    <a:cubicBezTo>
                      <a:pt x="27077" y="6296"/>
                      <a:pt x="27156" y="6295"/>
                      <a:pt x="27236" y="6294"/>
                    </a:cubicBezTo>
                    <a:cubicBezTo>
                      <a:pt x="27312" y="6293"/>
                      <a:pt x="27389" y="6292"/>
                      <a:pt x="27465" y="6292"/>
                    </a:cubicBezTo>
                    <a:cubicBezTo>
                      <a:pt x="27495" y="6292"/>
                      <a:pt x="27524" y="6291"/>
                      <a:pt x="27553" y="6291"/>
                    </a:cubicBezTo>
                    <a:cubicBezTo>
                      <a:pt x="27827" y="6286"/>
                      <a:pt x="27827" y="6286"/>
                      <a:pt x="27939" y="6371"/>
                    </a:cubicBezTo>
                    <a:cubicBezTo>
                      <a:pt x="27984" y="6427"/>
                      <a:pt x="27978" y="6486"/>
                      <a:pt x="27972" y="6554"/>
                    </a:cubicBezTo>
                    <a:cubicBezTo>
                      <a:pt x="27971" y="6561"/>
                      <a:pt x="27971" y="6561"/>
                      <a:pt x="27970" y="6595"/>
                    </a:cubicBezTo>
                    <a:cubicBezTo>
                      <a:pt x="27968" y="6628"/>
                      <a:pt x="27965" y="6662"/>
                      <a:pt x="27962" y="6695"/>
                    </a:cubicBezTo>
                    <a:cubicBezTo>
                      <a:pt x="27930" y="6695"/>
                      <a:pt x="27897" y="6695"/>
                      <a:pt x="27864" y="6695"/>
                    </a:cubicBezTo>
                    <a:cubicBezTo>
                      <a:pt x="27864" y="6728"/>
                      <a:pt x="27864" y="6760"/>
                      <a:pt x="27864" y="6794"/>
                    </a:cubicBezTo>
                    <a:cubicBezTo>
                      <a:pt x="27214" y="6794"/>
                      <a:pt x="26564" y="6794"/>
                      <a:pt x="25895" y="6794"/>
                    </a:cubicBezTo>
                    <a:cubicBezTo>
                      <a:pt x="25895" y="6761"/>
                      <a:pt x="25895" y="6729"/>
                      <a:pt x="25895" y="6695"/>
                    </a:cubicBezTo>
                    <a:cubicBezTo>
                      <a:pt x="25862" y="6695"/>
                      <a:pt x="25830" y="6695"/>
                      <a:pt x="25796" y="6695"/>
                    </a:cubicBezTo>
                    <a:cubicBezTo>
                      <a:pt x="25796" y="6663"/>
                      <a:pt x="25796" y="6630"/>
                      <a:pt x="25796" y="6597"/>
                    </a:cubicBezTo>
                    <a:cubicBezTo>
                      <a:pt x="25731" y="6597"/>
                      <a:pt x="25666" y="6597"/>
                      <a:pt x="25599" y="6597"/>
                    </a:cubicBezTo>
                    <a:cubicBezTo>
                      <a:pt x="25599" y="6564"/>
                      <a:pt x="25599" y="6532"/>
                      <a:pt x="25599" y="6498"/>
                    </a:cubicBezTo>
                    <a:cubicBezTo>
                      <a:pt x="25567" y="6498"/>
                      <a:pt x="25534" y="6498"/>
                      <a:pt x="25501" y="6498"/>
                    </a:cubicBezTo>
                    <a:cubicBezTo>
                      <a:pt x="25501" y="6466"/>
                      <a:pt x="25501" y="6433"/>
                      <a:pt x="25501" y="6400"/>
                    </a:cubicBezTo>
                    <a:cubicBezTo>
                      <a:pt x="25468" y="6400"/>
                      <a:pt x="25436" y="6400"/>
                      <a:pt x="25402" y="6400"/>
                    </a:cubicBezTo>
                    <a:cubicBezTo>
                      <a:pt x="25402" y="6367"/>
                      <a:pt x="25402" y="6335"/>
                      <a:pt x="25402" y="6301"/>
                    </a:cubicBezTo>
                    <a:cubicBezTo>
                      <a:pt x="25370" y="6301"/>
                      <a:pt x="25337" y="6301"/>
                      <a:pt x="25304" y="6301"/>
                    </a:cubicBezTo>
                    <a:cubicBezTo>
                      <a:pt x="25300" y="6290"/>
                      <a:pt x="25297" y="6279"/>
                      <a:pt x="25293" y="6267"/>
                    </a:cubicBezTo>
                    <a:cubicBezTo>
                      <a:pt x="25275" y="6215"/>
                      <a:pt x="25257" y="6163"/>
                      <a:pt x="25239" y="6111"/>
                    </a:cubicBezTo>
                    <a:cubicBezTo>
                      <a:pt x="25234" y="6093"/>
                      <a:pt x="25228" y="6075"/>
                      <a:pt x="25222" y="6056"/>
                    </a:cubicBezTo>
                    <a:cubicBezTo>
                      <a:pt x="25182" y="5943"/>
                      <a:pt x="25147" y="5890"/>
                      <a:pt x="25042" y="5831"/>
                    </a:cubicBezTo>
                    <a:cubicBezTo>
                      <a:pt x="24956" y="5775"/>
                      <a:pt x="24933" y="5657"/>
                      <a:pt x="24910" y="5563"/>
                    </a:cubicBezTo>
                    <a:cubicBezTo>
                      <a:pt x="24903" y="5480"/>
                      <a:pt x="24904" y="5400"/>
                      <a:pt x="24910" y="5317"/>
                    </a:cubicBezTo>
                    <a:cubicBezTo>
                      <a:pt x="24878" y="5317"/>
                      <a:pt x="24845" y="5317"/>
                      <a:pt x="24812" y="5317"/>
                    </a:cubicBezTo>
                    <a:cubicBezTo>
                      <a:pt x="24812" y="5284"/>
                      <a:pt x="24812" y="5252"/>
                      <a:pt x="24812" y="5218"/>
                    </a:cubicBezTo>
                    <a:cubicBezTo>
                      <a:pt x="24747" y="5218"/>
                      <a:pt x="24682" y="5218"/>
                      <a:pt x="24615" y="5218"/>
                    </a:cubicBezTo>
                    <a:cubicBezTo>
                      <a:pt x="24615" y="5186"/>
                      <a:pt x="24615" y="5153"/>
                      <a:pt x="24615" y="5120"/>
                    </a:cubicBezTo>
                    <a:cubicBezTo>
                      <a:pt x="24582" y="5120"/>
                      <a:pt x="24550" y="5120"/>
                      <a:pt x="24516" y="5120"/>
                    </a:cubicBezTo>
                    <a:cubicBezTo>
                      <a:pt x="24516" y="5152"/>
                      <a:pt x="24516" y="5185"/>
                      <a:pt x="24516" y="5218"/>
                    </a:cubicBezTo>
                    <a:cubicBezTo>
                      <a:pt x="24484" y="5218"/>
                      <a:pt x="24451" y="5218"/>
                      <a:pt x="24418" y="5218"/>
                    </a:cubicBezTo>
                    <a:cubicBezTo>
                      <a:pt x="24418" y="5251"/>
                      <a:pt x="24418" y="5283"/>
                      <a:pt x="24418" y="5317"/>
                    </a:cubicBezTo>
                    <a:cubicBezTo>
                      <a:pt x="24385" y="5317"/>
                      <a:pt x="24353" y="5317"/>
                      <a:pt x="24319" y="5317"/>
                    </a:cubicBezTo>
                    <a:cubicBezTo>
                      <a:pt x="24319" y="5382"/>
                      <a:pt x="24319" y="5447"/>
                      <a:pt x="24319" y="5514"/>
                    </a:cubicBezTo>
                    <a:cubicBezTo>
                      <a:pt x="24287" y="5514"/>
                      <a:pt x="24254" y="5514"/>
                      <a:pt x="24221" y="5514"/>
                    </a:cubicBezTo>
                    <a:cubicBezTo>
                      <a:pt x="24221" y="5579"/>
                      <a:pt x="24221" y="5644"/>
                      <a:pt x="24221" y="5711"/>
                    </a:cubicBezTo>
                    <a:cubicBezTo>
                      <a:pt x="24188" y="5711"/>
                      <a:pt x="24156" y="5711"/>
                      <a:pt x="24122" y="5711"/>
                    </a:cubicBezTo>
                    <a:cubicBezTo>
                      <a:pt x="24122" y="5808"/>
                      <a:pt x="24122" y="5906"/>
                      <a:pt x="24122" y="6006"/>
                    </a:cubicBezTo>
                    <a:cubicBezTo>
                      <a:pt x="24090" y="6006"/>
                      <a:pt x="24057" y="6006"/>
                      <a:pt x="24024" y="6006"/>
                    </a:cubicBezTo>
                    <a:cubicBezTo>
                      <a:pt x="24024" y="6103"/>
                      <a:pt x="24024" y="6201"/>
                      <a:pt x="24024" y="6301"/>
                    </a:cubicBezTo>
                    <a:cubicBezTo>
                      <a:pt x="23991" y="6301"/>
                      <a:pt x="23959" y="6301"/>
                      <a:pt x="23926" y="6301"/>
                    </a:cubicBezTo>
                    <a:cubicBezTo>
                      <a:pt x="23923" y="6313"/>
                      <a:pt x="23920" y="6325"/>
                      <a:pt x="23916" y="6338"/>
                    </a:cubicBezTo>
                    <a:cubicBezTo>
                      <a:pt x="23887" y="6457"/>
                      <a:pt x="23857" y="6576"/>
                      <a:pt x="23827" y="6695"/>
                    </a:cubicBezTo>
                    <a:cubicBezTo>
                      <a:pt x="23795" y="6695"/>
                      <a:pt x="23762" y="6695"/>
                      <a:pt x="23729" y="6695"/>
                    </a:cubicBezTo>
                    <a:cubicBezTo>
                      <a:pt x="23729" y="6760"/>
                      <a:pt x="23729" y="6825"/>
                      <a:pt x="23729" y="6892"/>
                    </a:cubicBezTo>
                    <a:cubicBezTo>
                      <a:pt x="23696" y="6892"/>
                      <a:pt x="23664" y="6892"/>
                      <a:pt x="23630" y="6892"/>
                    </a:cubicBezTo>
                    <a:cubicBezTo>
                      <a:pt x="23632" y="6904"/>
                      <a:pt x="23635" y="6916"/>
                      <a:pt x="23637" y="6928"/>
                    </a:cubicBezTo>
                    <a:cubicBezTo>
                      <a:pt x="23647" y="7019"/>
                      <a:pt x="23644" y="7070"/>
                      <a:pt x="23590" y="7146"/>
                    </a:cubicBezTo>
                    <a:cubicBezTo>
                      <a:pt x="23463" y="7283"/>
                      <a:pt x="23463" y="7283"/>
                      <a:pt x="23377" y="7291"/>
                    </a:cubicBezTo>
                    <a:cubicBezTo>
                      <a:pt x="23363" y="7290"/>
                      <a:pt x="23349" y="7288"/>
                      <a:pt x="23335" y="7286"/>
                    </a:cubicBezTo>
                    <a:cubicBezTo>
                      <a:pt x="23335" y="7318"/>
                      <a:pt x="23335" y="7351"/>
                      <a:pt x="23335" y="7384"/>
                    </a:cubicBezTo>
                    <a:cubicBezTo>
                      <a:pt x="23302" y="7384"/>
                      <a:pt x="23270" y="7384"/>
                      <a:pt x="23236" y="7384"/>
                    </a:cubicBezTo>
                    <a:cubicBezTo>
                      <a:pt x="23236" y="7417"/>
                      <a:pt x="23236" y="7449"/>
                      <a:pt x="23236" y="7483"/>
                    </a:cubicBezTo>
                    <a:cubicBezTo>
                      <a:pt x="23009" y="7483"/>
                      <a:pt x="22781" y="7483"/>
                      <a:pt x="22547" y="7483"/>
                    </a:cubicBezTo>
                    <a:cubicBezTo>
                      <a:pt x="22547" y="7450"/>
                      <a:pt x="22547" y="7418"/>
                      <a:pt x="22547" y="7384"/>
                    </a:cubicBezTo>
                    <a:cubicBezTo>
                      <a:pt x="22535" y="7387"/>
                      <a:pt x="22523" y="7389"/>
                      <a:pt x="22511" y="7391"/>
                    </a:cubicBezTo>
                    <a:cubicBezTo>
                      <a:pt x="22421" y="7401"/>
                      <a:pt x="22369" y="7398"/>
                      <a:pt x="22293" y="7344"/>
                    </a:cubicBezTo>
                    <a:cubicBezTo>
                      <a:pt x="22156" y="7218"/>
                      <a:pt x="22156" y="7218"/>
                      <a:pt x="22148" y="7132"/>
                    </a:cubicBezTo>
                    <a:cubicBezTo>
                      <a:pt x="22150" y="7118"/>
                      <a:pt x="22151" y="7104"/>
                      <a:pt x="22153" y="7089"/>
                    </a:cubicBezTo>
                    <a:cubicBezTo>
                      <a:pt x="22121" y="7089"/>
                      <a:pt x="22088" y="7089"/>
                      <a:pt x="22055" y="7089"/>
                    </a:cubicBezTo>
                    <a:cubicBezTo>
                      <a:pt x="22055" y="7024"/>
                      <a:pt x="22055" y="6959"/>
                      <a:pt x="22055" y="6892"/>
                    </a:cubicBezTo>
                    <a:cubicBezTo>
                      <a:pt x="22022" y="6892"/>
                      <a:pt x="21990" y="6892"/>
                      <a:pt x="21956" y="6892"/>
                    </a:cubicBezTo>
                    <a:cubicBezTo>
                      <a:pt x="21956" y="6827"/>
                      <a:pt x="21956" y="6762"/>
                      <a:pt x="21956" y="6695"/>
                    </a:cubicBezTo>
                    <a:cubicBezTo>
                      <a:pt x="21924" y="6695"/>
                      <a:pt x="21891" y="6695"/>
                      <a:pt x="21858" y="6695"/>
                    </a:cubicBezTo>
                    <a:cubicBezTo>
                      <a:pt x="21858" y="6565"/>
                      <a:pt x="21858" y="6435"/>
                      <a:pt x="21858" y="6301"/>
                    </a:cubicBezTo>
                    <a:cubicBezTo>
                      <a:pt x="21825" y="6301"/>
                      <a:pt x="21793" y="6301"/>
                      <a:pt x="21759" y="6301"/>
                    </a:cubicBezTo>
                    <a:cubicBezTo>
                      <a:pt x="21759" y="6236"/>
                      <a:pt x="21759" y="6171"/>
                      <a:pt x="21759" y="6104"/>
                    </a:cubicBezTo>
                    <a:cubicBezTo>
                      <a:pt x="21727" y="6104"/>
                      <a:pt x="21694" y="6104"/>
                      <a:pt x="21661" y="6104"/>
                    </a:cubicBezTo>
                    <a:cubicBezTo>
                      <a:pt x="21661" y="6039"/>
                      <a:pt x="21661" y="5974"/>
                      <a:pt x="21661" y="5908"/>
                    </a:cubicBezTo>
                    <a:cubicBezTo>
                      <a:pt x="21628" y="5908"/>
                      <a:pt x="21596" y="5908"/>
                      <a:pt x="21562" y="5908"/>
                    </a:cubicBezTo>
                    <a:cubicBezTo>
                      <a:pt x="21562" y="5843"/>
                      <a:pt x="21562" y="5778"/>
                      <a:pt x="21562" y="5711"/>
                    </a:cubicBezTo>
                    <a:cubicBezTo>
                      <a:pt x="21530" y="5711"/>
                      <a:pt x="21498" y="5711"/>
                      <a:pt x="21464" y="5711"/>
                    </a:cubicBezTo>
                    <a:cubicBezTo>
                      <a:pt x="21464" y="5678"/>
                      <a:pt x="21464" y="5646"/>
                      <a:pt x="21464" y="5612"/>
                    </a:cubicBezTo>
                    <a:cubicBezTo>
                      <a:pt x="21451" y="5626"/>
                      <a:pt x="21438" y="5641"/>
                      <a:pt x="21424" y="5655"/>
                    </a:cubicBezTo>
                    <a:cubicBezTo>
                      <a:pt x="21407" y="5674"/>
                      <a:pt x="21389" y="5692"/>
                      <a:pt x="21372" y="5711"/>
                    </a:cubicBezTo>
                    <a:cubicBezTo>
                      <a:pt x="21367" y="5715"/>
                      <a:pt x="21367" y="5715"/>
                      <a:pt x="21346" y="5739"/>
                    </a:cubicBezTo>
                    <a:cubicBezTo>
                      <a:pt x="21320" y="5766"/>
                      <a:pt x="21320" y="5766"/>
                      <a:pt x="21267" y="5809"/>
                    </a:cubicBezTo>
                    <a:cubicBezTo>
                      <a:pt x="21235" y="5809"/>
                      <a:pt x="21202" y="5809"/>
                      <a:pt x="21169" y="5809"/>
                    </a:cubicBezTo>
                    <a:cubicBezTo>
                      <a:pt x="21169" y="5874"/>
                      <a:pt x="21169" y="5939"/>
                      <a:pt x="21169" y="6006"/>
                    </a:cubicBezTo>
                    <a:cubicBezTo>
                      <a:pt x="21136" y="6006"/>
                      <a:pt x="21104" y="6006"/>
                      <a:pt x="21070" y="6006"/>
                    </a:cubicBezTo>
                    <a:cubicBezTo>
                      <a:pt x="21070" y="6103"/>
                      <a:pt x="21070" y="6201"/>
                      <a:pt x="21070" y="6301"/>
                    </a:cubicBezTo>
                    <a:cubicBezTo>
                      <a:pt x="21038" y="6301"/>
                      <a:pt x="21005" y="6301"/>
                      <a:pt x="20972" y="6301"/>
                    </a:cubicBezTo>
                    <a:cubicBezTo>
                      <a:pt x="20972" y="6431"/>
                      <a:pt x="20972" y="6561"/>
                      <a:pt x="20972" y="6695"/>
                    </a:cubicBezTo>
                    <a:cubicBezTo>
                      <a:pt x="20939" y="6695"/>
                      <a:pt x="20907" y="6695"/>
                      <a:pt x="20873" y="6695"/>
                    </a:cubicBezTo>
                    <a:cubicBezTo>
                      <a:pt x="20873" y="6793"/>
                      <a:pt x="20873" y="6890"/>
                      <a:pt x="20873" y="6991"/>
                    </a:cubicBezTo>
                    <a:cubicBezTo>
                      <a:pt x="20841" y="6991"/>
                      <a:pt x="20808" y="6991"/>
                      <a:pt x="20775" y="6991"/>
                    </a:cubicBezTo>
                    <a:cubicBezTo>
                      <a:pt x="20775" y="7088"/>
                      <a:pt x="20775" y="7186"/>
                      <a:pt x="20775" y="7286"/>
                    </a:cubicBezTo>
                    <a:cubicBezTo>
                      <a:pt x="20742" y="7286"/>
                      <a:pt x="20710" y="7286"/>
                      <a:pt x="20676" y="7286"/>
                    </a:cubicBezTo>
                    <a:cubicBezTo>
                      <a:pt x="20676" y="7351"/>
                      <a:pt x="20676" y="7416"/>
                      <a:pt x="20676" y="7483"/>
                    </a:cubicBezTo>
                    <a:cubicBezTo>
                      <a:pt x="20644" y="7483"/>
                      <a:pt x="20611" y="7483"/>
                      <a:pt x="20578" y="7483"/>
                    </a:cubicBezTo>
                    <a:cubicBezTo>
                      <a:pt x="20578" y="7548"/>
                      <a:pt x="20578" y="7613"/>
                      <a:pt x="20578" y="7680"/>
                    </a:cubicBezTo>
                    <a:cubicBezTo>
                      <a:pt x="20545" y="7680"/>
                      <a:pt x="20513" y="7680"/>
                      <a:pt x="20479" y="7680"/>
                    </a:cubicBezTo>
                    <a:cubicBezTo>
                      <a:pt x="20482" y="7692"/>
                      <a:pt x="20484" y="7704"/>
                      <a:pt x="20486" y="7716"/>
                    </a:cubicBezTo>
                    <a:cubicBezTo>
                      <a:pt x="20496" y="7806"/>
                      <a:pt x="20493" y="7858"/>
                      <a:pt x="20439" y="7934"/>
                    </a:cubicBezTo>
                    <a:cubicBezTo>
                      <a:pt x="20313" y="8071"/>
                      <a:pt x="20313" y="8071"/>
                      <a:pt x="20227" y="8079"/>
                    </a:cubicBezTo>
                    <a:cubicBezTo>
                      <a:pt x="20213" y="8077"/>
                      <a:pt x="20199" y="8075"/>
                      <a:pt x="20184" y="8074"/>
                    </a:cubicBezTo>
                    <a:cubicBezTo>
                      <a:pt x="20184" y="8106"/>
                      <a:pt x="20184" y="8139"/>
                      <a:pt x="20184" y="8172"/>
                    </a:cubicBezTo>
                    <a:cubicBezTo>
                      <a:pt x="19957" y="8172"/>
                      <a:pt x="19729" y="8172"/>
                      <a:pt x="19495" y="8172"/>
                    </a:cubicBezTo>
                    <a:cubicBezTo>
                      <a:pt x="19495" y="8140"/>
                      <a:pt x="19495" y="8107"/>
                      <a:pt x="19495" y="8074"/>
                    </a:cubicBezTo>
                    <a:cubicBezTo>
                      <a:pt x="19481" y="8076"/>
                      <a:pt x="19466" y="8079"/>
                      <a:pt x="19452" y="8081"/>
                    </a:cubicBezTo>
                    <a:cubicBezTo>
                      <a:pt x="19396" y="8074"/>
                      <a:pt x="19396" y="8074"/>
                      <a:pt x="19347" y="8021"/>
                    </a:cubicBezTo>
                    <a:cubicBezTo>
                      <a:pt x="19330" y="7999"/>
                      <a:pt x="19314" y="7977"/>
                      <a:pt x="19298" y="7954"/>
                    </a:cubicBezTo>
                    <a:cubicBezTo>
                      <a:pt x="19212" y="7833"/>
                      <a:pt x="19212" y="7833"/>
                      <a:pt x="19144" y="7801"/>
                    </a:cubicBezTo>
                    <a:cubicBezTo>
                      <a:pt x="19130" y="7794"/>
                      <a:pt x="19116" y="7786"/>
                      <a:pt x="19101" y="7778"/>
                    </a:cubicBezTo>
                    <a:cubicBezTo>
                      <a:pt x="19091" y="7730"/>
                      <a:pt x="19091" y="7730"/>
                      <a:pt x="19095" y="7677"/>
                    </a:cubicBezTo>
                    <a:cubicBezTo>
                      <a:pt x="19096" y="7659"/>
                      <a:pt x="19097" y="7641"/>
                      <a:pt x="19098" y="7623"/>
                    </a:cubicBezTo>
                    <a:cubicBezTo>
                      <a:pt x="19099" y="7609"/>
                      <a:pt x="19100" y="7595"/>
                      <a:pt x="19101" y="7581"/>
                    </a:cubicBezTo>
                    <a:cubicBezTo>
                      <a:pt x="19069" y="7581"/>
                      <a:pt x="19036" y="7581"/>
                      <a:pt x="19003" y="7581"/>
                    </a:cubicBezTo>
                    <a:cubicBezTo>
                      <a:pt x="19003" y="7484"/>
                      <a:pt x="19003" y="7386"/>
                      <a:pt x="19003" y="7286"/>
                    </a:cubicBezTo>
                    <a:cubicBezTo>
                      <a:pt x="18970" y="7286"/>
                      <a:pt x="18938" y="7286"/>
                      <a:pt x="18904" y="7286"/>
                    </a:cubicBezTo>
                    <a:cubicBezTo>
                      <a:pt x="18904" y="7188"/>
                      <a:pt x="18904" y="7091"/>
                      <a:pt x="18904" y="6991"/>
                    </a:cubicBezTo>
                    <a:cubicBezTo>
                      <a:pt x="18872" y="6991"/>
                      <a:pt x="18839" y="6991"/>
                      <a:pt x="18806" y="6991"/>
                    </a:cubicBezTo>
                    <a:cubicBezTo>
                      <a:pt x="18806" y="6828"/>
                      <a:pt x="18806" y="6666"/>
                      <a:pt x="18806" y="6498"/>
                    </a:cubicBezTo>
                    <a:cubicBezTo>
                      <a:pt x="18773" y="6498"/>
                      <a:pt x="18741" y="6498"/>
                      <a:pt x="18707" y="6498"/>
                    </a:cubicBezTo>
                    <a:cubicBezTo>
                      <a:pt x="18707" y="6303"/>
                      <a:pt x="18707" y="6108"/>
                      <a:pt x="18707" y="5908"/>
                    </a:cubicBezTo>
                    <a:cubicBezTo>
                      <a:pt x="18675" y="5908"/>
                      <a:pt x="18642" y="5908"/>
                      <a:pt x="18609" y="5908"/>
                    </a:cubicBezTo>
                    <a:cubicBezTo>
                      <a:pt x="18609" y="5745"/>
                      <a:pt x="18609" y="5583"/>
                      <a:pt x="18609" y="5415"/>
                    </a:cubicBezTo>
                    <a:cubicBezTo>
                      <a:pt x="18576" y="5415"/>
                      <a:pt x="18544" y="5415"/>
                      <a:pt x="18510" y="5415"/>
                    </a:cubicBezTo>
                    <a:cubicBezTo>
                      <a:pt x="18510" y="5220"/>
                      <a:pt x="18510" y="5025"/>
                      <a:pt x="18510" y="4824"/>
                    </a:cubicBezTo>
                    <a:cubicBezTo>
                      <a:pt x="18478" y="4824"/>
                      <a:pt x="18445" y="4824"/>
                      <a:pt x="18412" y="4824"/>
                    </a:cubicBezTo>
                    <a:cubicBezTo>
                      <a:pt x="18412" y="4662"/>
                      <a:pt x="18412" y="4500"/>
                      <a:pt x="18412" y="4332"/>
                    </a:cubicBezTo>
                    <a:cubicBezTo>
                      <a:pt x="18379" y="4332"/>
                      <a:pt x="18347" y="4332"/>
                      <a:pt x="18313" y="4332"/>
                    </a:cubicBezTo>
                    <a:cubicBezTo>
                      <a:pt x="18313" y="4170"/>
                      <a:pt x="18313" y="4007"/>
                      <a:pt x="18313" y="3840"/>
                    </a:cubicBezTo>
                    <a:cubicBezTo>
                      <a:pt x="18281" y="3840"/>
                      <a:pt x="18248" y="3840"/>
                      <a:pt x="18215" y="3840"/>
                    </a:cubicBezTo>
                    <a:cubicBezTo>
                      <a:pt x="18215" y="3742"/>
                      <a:pt x="18215" y="3645"/>
                      <a:pt x="18215" y="3545"/>
                    </a:cubicBezTo>
                    <a:cubicBezTo>
                      <a:pt x="18182" y="3545"/>
                      <a:pt x="18150" y="3545"/>
                      <a:pt x="18116" y="3545"/>
                    </a:cubicBezTo>
                    <a:cubicBezTo>
                      <a:pt x="18116" y="3447"/>
                      <a:pt x="18116" y="3350"/>
                      <a:pt x="18116" y="3249"/>
                    </a:cubicBezTo>
                    <a:cubicBezTo>
                      <a:pt x="18084" y="3249"/>
                      <a:pt x="18051" y="3249"/>
                      <a:pt x="18018" y="3249"/>
                    </a:cubicBezTo>
                    <a:cubicBezTo>
                      <a:pt x="18018" y="3184"/>
                      <a:pt x="18018" y="3119"/>
                      <a:pt x="18018" y="3052"/>
                    </a:cubicBezTo>
                    <a:cubicBezTo>
                      <a:pt x="17985" y="3052"/>
                      <a:pt x="17953" y="3052"/>
                      <a:pt x="17920" y="3052"/>
                    </a:cubicBezTo>
                    <a:cubicBezTo>
                      <a:pt x="17920" y="3020"/>
                      <a:pt x="17920" y="2987"/>
                      <a:pt x="17920" y="2954"/>
                    </a:cubicBezTo>
                    <a:cubicBezTo>
                      <a:pt x="17887" y="2954"/>
                      <a:pt x="17855" y="2954"/>
                      <a:pt x="17821" y="2954"/>
                    </a:cubicBezTo>
                    <a:cubicBezTo>
                      <a:pt x="17821" y="2986"/>
                      <a:pt x="17821" y="3019"/>
                      <a:pt x="17821" y="3052"/>
                    </a:cubicBezTo>
                    <a:cubicBezTo>
                      <a:pt x="17789" y="3052"/>
                      <a:pt x="17756" y="3052"/>
                      <a:pt x="17723" y="3052"/>
                    </a:cubicBezTo>
                    <a:cubicBezTo>
                      <a:pt x="17723" y="3117"/>
                      <a:pt x="17723" y="3182"/>
                      <a:pt x="17723" y="3249"/>
                    </a:cubicBezTo>
                    <a:cubicBezTo>
                      <a:pt x="17690" y="3249"/>
                      <a:pt x="17658" y="3249"/>
                      <a:pt x="17624" y="3249"/>
                    </a:cubicBezTo>
                    <a:cubicBezTo>
                      <a:pt x="17624" y="3347"/>
                      <a:pt x="17624" y="3444"/>
                      <a:pt x="17624" y="3545"/>
                    </a:cubicBezTo>
                    <a:cubicBezTo>
                      <a:pt x="17592" y="3545"/>
                      <a:pt x="17559" y="3545"/>
                      <a:pt x="17526" y="3545"/>
                    </a:cubicBezTo>
                    <a:cubicBezTo>
                      <a:pt x="17526" y="3674"/>
                      <a:pt x="17526" y="3804"/>
                      <a:pt x="17526" y="3938"/>
                    </a:cubicBezTo>
                    <a:cubicBezTo>
                      <a:pt x="17493" y="3938"/>
                      <a:pt x="17461" y="3938"/>
                      <a:pt x="17427" y="3938"/>
                    </a:cubicBezTo>
                    <a:cubicBezTo>
                      <a:pt x="17427" y="4101"/>
                      <a:pt x="17427" y="4263"/>
                      <a:pt x="17427" y="4431"/>
                    </a:cubicBezTo>
                    <a:cubicBezTo>
                      <a:pt x="17395" y="4431"/>
                      <a:pt x="17362" y="4431"/>
                      <a:pt x="17329" y="4431"/>
                    </a:cubicBezTo>
                    <a:cubicBezTo>
                      <a:pt x="17329" y="4626"/>
                      <a:pt x="17329" y="4821"/>
                      <a:pt x="17329" y="5021"/>
                    </a:cubicBezTo>
                    <a:cubicBezTo>
                      <a:pt x="17296" y="5021"/>
                      <a:pt x="17264" y="5021"/>
                      <a:pt x="17230" y="5021"/>
                    </a:cubicBezTo>
                    <a:cubicBezTo>
                      <a:pt x="17230" y="5249"/>
                      <a:pt x="17230" y="5476"/>
                      <a:pt x="17230" y="5711"/>
                    </a:cubicBezTo>
                    <a:cubicBezTo>
                      <a:pt x="17198" y="5711"/>
                      <a:pt x="17165" y="5711"/>
                      <a:pt x="17132" y="5711"/>
                    </a:cubicBezTo>
                    <a:cubicBezTo>
                      <a:pt x="17132" y="5906"/>
                      <a:pt x="17132" y="6101"/>
                      <a:pt x="17132" y="6301"/>
                    </a:cubicBezTo>
                    <a:cubicBezTo>
                      <a:pt x="17099" y="6301"/>
                      <a:pt x="17067" y="6301"/>
                      <a:pt x="17033" y="6301"/>
                    </a:cubicBezTo>
                    <a:cubicBezTo>
                      <a:pt x="17033" y="6529"/>
                      <a:pt x="17033" y="6756"/>
                      <a:pt x="17033" y="6991"/>
                    </a:cubicBezTo>
                    <a:cubicBezTo>
                      <a:pt x="17001" y="6991"/>
                      <a:pt x="16968" y="6991"/>
                      <a:pt x="16935" y="6991"/>
                    </a:cubicBezTo>
                    <a:cubicBezTo>
                      <a:pt x="16935" y="7186"/>
                      <a:pt x="16935" y="7380"/>
                      <a:pt x="16935" y="7581"/>
                    </a:cubicBezTo>
                    <a:cubicBezTo>
                      <a:pt x="16902" y="7581"/>
                      <a:pt x="16870" y="7581"/>
                      <a:pt x="16836" y="7581"/>
                    </a:cubicBezTo>
                    <a:cubicBezTo>
                      <a:pt x="16836" y="7809"/>
                      <a:pt x="16836" y="8036"/>
                      <a:pt x="16836" y="8271"/>
                    </a:cubicBezTo>
                    <a:cubicBezTo>
                      <a:pt x="16804" y="8271"/>
                      <a:pt x="16771" y="8271"/>
                      <a:pt x="16738" y="8271"/>
                    </a:cubicBezTo>
                    <a:cubicBezTo>
                      <a:pt x="16738" y="8433"/>
                      <a:pt x="16738" y="8595"/>
                      <a:pt x="16738" y="8763"/>
                    </a:cubicBezTo>
                    <a:cubicBezTo>
                      <a:pt x="16706" y="8763"/>
                      <a:pt x="16673" y="8763"/>
                      <a:pt x="16640" y="8763"/>
                    </a:cubicBezTo>
                    <a:cubicBezTo>
                      <a:pt x="16640" y="8925"/>
                      <a:pt x="16640" y="9088"/>
                      <a:pt x="16640" y="9255"/>
                    </a:cubicBezTo>
                    <a:cubicBezTo>
                      <a:pt x="16607" y="9255"/>
                      <a:pt x="16575" y="9255"/>
                      <a:pt x="16541" y="9255"/>
                    </a:cubicBezTo>
                    <a:cubicBezTo>
                      <a:pt x="16542" y="9270"/>
                      <a:pt x="16542" y="9284"/>
                      <a:pt x="16543" y="9299"/>
                    </a:cubicBezTo>
                    <a:cubicBezTo>
                      <a:pt x="16552" y="9595"/>
                      <a:pt x="16550" y="9861"/>
                      <a:pt x="16443" y="10141"/>
                    </a:cubicBezTo>
                    <a:cubicBezTo>
                      <a:pt x="16410" y="10141"/>
                      <a:pt x="16378" y="10141"/>
                      <a:pt x="16344" y="10141"/>
                    </a:cubicBezTo>
                    <a:cubicBezTo>
                      <a:pt x="16344" y="10239"/>
                      <a:pt x="16344" y="10336"/>
                      <a:pt x="16344" y="10437"/>
                    </a:cubicBezTo>
                    <a:cubicBezTo>
                      <a:pt x="16312" y="10437"/>
                      <a:pt x="16279" y="10437"/>
                      <a:pt x="16246" y="10437"/>
                    </a:cubicBezTo>
                    <a:cubicBezTo>
                      <a:pt x="16246" y="10502"/>
                      <a:pt x="16246" y="10567"/>
                      <a:pt x="16246" y="10634"/>
                    </a:cubicBezTo>
                    <a:cubicBezTo>
                      <a:pt x="16213" y="10634"/>
                      <a:pt x="16181" y="10634"/>
                      <a:pt x="16147" y="10634"/>
                    </a:cubicBezTo>
                    <a:cubicBezTo>
                      <a:pt x="16150" y="10648"/>
                      <a:pt x="16152" y="10662"/>
                      <a:pt x="16155" y="10677"/>
                    </a:cubicBezTo>
                    <a:cubicBezTo>
                      <a:pt x="16147" y="10732"/>
                      <a:pt x="16147" y="10732"/>
                      <a:pt x="16095" y="10781"/>
                    </a:cubicBezTo>
                    <a:cubicBezTo>
                      <a:pt x="16073" y="10798"/>
                      <a:pt x="16050" y="10814"/>
                      <a:pt x="16027" y="10830"/>
                    </a:cubicBezTo>
                    <a:cubicBezTo>
                      <a:pt x="16005" y="10847"/>
                      <a:pt x="15982" y="10863"/>
                      <a:pt x="15960" y="10880"/>
                    </a:cubicBezTo>
                    <a:cubicBezTo>
                      <a:pt x="15955" y="10883"/>
                      <a:pt x="15955" y="10883"/>
                      <a:pt x="15929" y="10901"/>
                    </a:cubicBezTo>
                    <a:cubicBezTo>
                      <a:pt x="15901" y="10929"/>
                      <a:pt x="15901" y="10929"/>
                      <a:pt x="15883" y="10981"/>
                    </a:cubicBezTo>
                    <a:cubicBezTo>
                      <a:pt x="15872" y="10996"/>
                      <a:pt x="15862" y="11011"/>
                      <a:pt x="15852" y="11027"/>
                    </a:cubicBezTo>
                    <a:cubicBezTo>
                      <a:pt x="15796" y="11036"/>
                      <a:pt x="15752" y="11039"/>
                      <a:pt x="15696" y="11037"/>
                    </a:cubicBezTo>
                    <a:cubicBezTo>
                      <a:pt x="15681" y="11037"/>
                      <a:pt x="15666" y="11037"/>
                      <a:pt x="15650" y="11037"/>
                    </a:cubicBezTo>
                    <a:cubicBezTo>
                      <a:pt x="15602" y="11036"/>
                      <a:pt x="15553" y="11035"/>
                      <a:pt x="15504" y="11034"/>
                    </a:cubicBezTo>
                    <a:cubicBezTo>
                      <a:pt x="15471" y="11033"/>
                      <a:pt x="15438" y="11033"/>
                      <a:pt x="15405" y="11032"/>
                    </a:cubicBezTo>
                    <a:cubicBezTo>
                      <a:pt x="15324" y="11031"/>
                      <a:pt x="15244" y="11029"/>
                      <a:pt x="15163" y="11027"/>
                    </a:cubicBezTo>
                    <a:cubicBezTo>
                      <a:pt x="15163" y="10995"/>
                      <a:pt x="15163" y="10962"/>
                      <a:pt x="15163" y="10929"/>
                    </a:cubicBezTo>
                    <a:cubicBezTo>
                      <a:pt x="15149" y="10931"/>
                      <a:pt x="15135" y="10932"/>
                      <a:pt x="15120" y="10934"/>
                    </a:cubicBezTo>
                    <a:cubicBezTo>
                      <a:pt x="15025" y="10925"/>
                      <a:pt x="14970" y="10857"/>
                      <a:pt x="14908" y="10789"/>
                    </a:cubicBezTo>
                    <a:cubicBezTo>
                      <a:pt x="14854" y="10713"/>
                      <a:pt x="14851" y="10662"/>
                      <a:pt x="14860" y="10571"/>
                    </a:cubicBezTo>
                    <a:cubicBezTo>
                      <a:pt x="14863" y="10559"/>
                      <a:pt x="14865" y="10547"/>
                      <a:pt x="14867" y="10535"/>
                    </a:cubicBezTo>
                    <a:cubicBezTo>
                      <a:pt x="14835" y="10535"/>
                      <a:pt x="14802" y="10535"/>
                      <a:pt x="14769" y="10535"/>
                    </a:cubicBezTo>
                    <a:cubicBezTo>
                      <a:pt x="14769" y="10470"/>
                      <a:pt x="14769" y="10405"/>
                      <a:pt x="14769" y="10338"/>
                    </a:cubicBezTo>
                    <a:cubicBezTo>
                      <a:pt x="14736" y="10338"/>
                      <a:pt x="14704" y="10338"/>
                      <a:pt x="14670" y="10338"/>
                    </a:cubicBezTo>
                    <a:cubicBezTo>
                      <a:pt x="14670" y="10241"/>
                      <a:pt x="14670" y="10143"/>
                      <a:pt x="14670" y="10043"/>
                    </a:cubicBezTo>
                    <a:cubicBezTo>
                      <a:pt x="14638" y="10043"/>
                      <a:pt x="14605" y="10043"/>
                      <a:pt x="14572" y="10043"/>
                    </a:cubicBezTo>
                    <a:cubicBezTo>
                      <a:pt x="14572" y="9913"/>
                      <a:pt x="14572" y="9783"/>
                      <a:pt x="14572" y="9649"/>
                    </a:cubicBezTo>
                    <a:cubicBezTo>
                      <a:pt x="14539" y="9649"/>
                      <a:pt x="14507" y="9649"/>
                      <a:pt x="14473" y="9649"/>
                    </a:cubicBezTo>
                    <a:cubicBezTo>
                      <a:pt x="14473" y="9487"/>
                      <a:pt x="14473" y="9324"/>
                      <a:pt x="14473" y="9157"/>
                    </a:cubicBezTo>
                    <a:cubicBezTo>
                      <a:pt x="14441" y="9157"/>
                      <a:pt x="14408" y="9157"/>
                      <a:pt x="14375" y="9157"/>
                    </a:cubicBezTo>
                    <a:cubicBezTo>
                      <a:pt x="14375" y="8962"/>
                      <a:pt x="14375" y="8767"/>
                      <a:pt x="14375" y="8566"/>
                    </a:cubicBezTo>
                    <a:cubicBezTo>
                      <a:pt x="14343" y="8566"/>
                      <a:pt x="14310" y="8566"/>
                      <a:pt x="14277" y="8566"/>
                    </a:cubicBezTo>
                    <a:cubicBezTo>
                      <a:pt x="14277" y="8371"/>
                      <a:pt x="14277" y="8176"/>
                      <a:pt x="14277" y="7975"/>
                    </a:cubicBezTo>
                    <a:cubicBezTo>
                      <a:pt x="14244" y="7975"/>
                      <a:pt x="14212" y="7975"/>
                      <a:pt x="14178" y="7975"/>
                    </a:cubicBezTo>
                    <a:cubicBezTo>
                      <a:pt x="14178" y="7748"/>
                      <a:pt x="14178" y="7520"/>
                      <a:pt x="14178" y="7286"/>
                    </a:cubicBezTo>
                    <a:cubicBezTo>
                      <a:pt x="14146" y="7286"/>
                      <a:pt x="14113" y="7286"/>
                      <a:pt x="14080" y="7286"/>
                    </a:cubicBezTo>
                    <a:cubicBezTo>
                      <a:pt x="14080" y="7026"/>
                      <a:pt x="14080" y="6766"/>
                      <a:pt x="14080" y="6498"/>
                    </a:cubicBezTo>
                    <a:cubicBezTo>
                      <a:pt x="14047" y="6498"/>
                      <a:pt x="14015" y="6498"/>
                      <a:pt x="13981" y="6498"/>
                    </a:cubicBezTo>
                    <a:cubicBezTo>
                      <a:pt x="13981" y="6238"/>
                      <a:pt x="13981" y="5978"/>
                      <a:pt x="13981" y="5711"/>
                    </a:cubicBezTo>
                    <a:cubicBezTo>
                      <a:pt x="13949" y="5711"/>
                      <a:pt x="13916" y="5711"/>
                      <a:pt x="13883" y="5711"/>
                    </a:cubicBezTo>
                    <a:cubicBezTo>
                      <a:pt x="13883" y="5451"/>
                      <a:pt x="13883" y="5191"/>
                      <a:pt x="13883" y="4923"/>
                    </a:cubicBezTo>
                    <a:cubicBezTo>
                      <a:pt x="13850" y="4923"/>
                      <a:pt x="13818" y="4923"/>
                      <a:pt x="13784" y="4923"/>
                    </a:cubicBezTo>
                    <a:cubicBezTo>
                      <a:pt x="13784" y="4696"/>
                      <a:pt x="13784" y="4468"/>
                      <a:pt x="13784" y="4234"/>
                    </a:cubicBezTo>
                    <a:cubicBezTo>
                      <a:pt x="13752" y="4234"/>
                      <a:pt x="13719" y="4234"/>
                      <a:pt x="13686" y="4234"/>
                    </a:cubicBezTo>
                    <a:cubicBezTo>
                      <a:pt x="13686" y="3974"/>
                      <a:pt x="13686" y="3714"/>
                      <a:pt x="13686" y="3446"/>
                    </a:cubicBezTo>
                    <a:cubicBezTo>
                      <a:pt x="13653" y="3446"/>
                      <a:pt x="13621" y="3446"/>
                      <a:pt x="13587" y="3446"/>
                    </a:cubicBezTo>
                    <a:cubicBezTo>
                      <a:pt x="13587" y="3251"/>
                      <a:pt x="13587" y="3056"/>
                      <a:pt x="13587" y="2855"/>
                    </a:cubicBezTo>
                    <a:cubicBezTo>
                      <a:pt x="13555" y="2855"/>
                      <a:pt x="13522" y="2855"/>
                      <a:pt x="13489" y="2855"/>
                    </a:cubicBezTo>
                    <a:cubicBezTo>
                      <a:pt x="13489" y="2693"/>
                      <a:pt x="13489" y="2530"/>
                      <a:pt x="13489" y="2363"/>
                    </a:cubicBezTo>
                    <a:cubicBezTo>
                      <a:pt x="13456" y="2363"/>
                      <a:pt x="13424" y="2363"/>
                      <a:pt x="13390" y="2363"/>
                    </a:cubicBezTo>
                    <a:cubicBezTo>
                      <a:pt x="13390" y="2233"/>
                      <a:pt x="13390" y="2103"/>
                      <a:pt x="13390" y="1969"/>
                    </a:cubicBezTo>
                    <a:cubicBezTo>
                      <a:pt x="13358" y="1969"/>
                      <a:pt x="13325" y="1969"/>
                      <a:pt x="13292" y="1969"/>
                    </a:cubicBezTo>
                    <a:cubicBezTo>
                      <a:pt x="13292" y="1839"/>
                      <a:pt x="13292" y="1709"/>
                      <a:pt x="13292" y="1575"/>
                    </a:cubicBezTo>
                    <a:cubicBezTo>
                      <a:pt x="13259" y="1575"/>
                      <a:pt x="13227" y="1575"/>
                      <a:pt x="13193" y="1575"/>
                    </a:cubicBezTo>
                    <a:cubicBezTo>
                      <a:pt x="13193" y="1478"/>
                      <a:pt x="13193" y="1380"/>
                      <a:pt x="13193" y="1280"/>
                    </a:cubicBezTo>
                    <a:cubicBezTo>
                      <a:pt x="13161" y="1280"/>
                      <a:pt x="13129" y="1280"/>
                      <a:pt x="13095" y="1280"/>
                    </a:cubicBezTo>
                    <a:cubicBezTo>
                      <a:pt x="13095" y="1182"/>
                      <a:pt x="13095" y="1085"/>
                      <a:pt x="13095" y="985"/>
                    </a:cubicBezTo>
                    <a:cubicBezTo>
                      <a:pt x="13063" y="985"/>
                      <a:pt x="13030" y="985"/>
                      <a:pt x="12997" y="985"/>
                    </a:cubicBezTo>
                    <a:cubicBezTo>
                      <a:pt x="12997" y="920"/>
                      <a:pt x="12997" y="855"/>
                      <a:pt x="12997" y="788"/>
                    </a:cubicBezTo>
                    <a:cubicBezTo>
                      <a:pt x="12964" y="788"/>
                      <a:pt x="12932" y="788"/>
                      <a:pt x="12898" y="788"/>
                    </a:cubicBezTo>
                    <a:cubicBezTo>
                      <a:pt x="12898" y="755"/>
                      <a:pt x="12898" y="723"/>
                      <a:pt x="12898" y="689"/>
                    </a:cubicBezTo>
                    <a:cubicBezTo>
                      <a:pt x="12866" y="689"/>
                      <a:pt x="12833" y="689"/>
                      <a:pt x="12800" y="689"/>
                    </a:cubicBezTo>
                    <a:cubicBezTo>
                      <a:pt x="12800" y="657"/>
                      <a:pt x="12800" y="624"/>
                      <a:pt x="12800" y="591"/>
                    </a:cubicBezTo>
                    <a:cubicBezTo>
                      <a:pt x="12702" y="591"/>
                      <a:pt x="12605" y="591"/>
                      <a:pt x="12504" y="591"/>
                    </a:cubicBezTo>
                    <a:cubicBezTo>
                      <a:pt x="12504" y="623"/>
                      <a:pt x="12504" y="656"/>
                      <a:pt x="12504" y="689"/>
                    </a:cubicBezTo>
                    <a:cubicBezTo>
                      <a:pt x="12472" y="689"/>
                      <a:pt x="12439" y="689"/>
                      <a:pt x="12406" y="689"/>
                    </a:cubicBezTo>
                    <a:cubicBezTo>
                      <a:pt x="12406" y="722"/>
                      <a:pt x="12406" y="754"/>
                      <a:pt x="12406" y="788"/>
                    </a:cubicBezTo>
                    <a:cubicBezTo>
                      <a:pt x="12373" y="788"/>
                      <a:pt x="12341" y="788"/>
                      <a:pt x="12307" y="788"/>
                    </a:cubicBezTo>
                    <a:cubicBezTo>
                      <a:pt x="12307" y="820"/>
                      <a:pt x="12307" y="853"/>
                      <a:pt x="12307" y="886"/>
                    </a:cubicBezTo>
                    <a:cubicBezTo>
                      <a:pt x="12275" y="886"/>
                      <a:pt x="12242" y="886"/>
                      <a:pt x="12209" y="886"/>
                    </a:cubicBezTo>
                    <a:cubicBezTo>
                      <a:pt x="12209" y="951"/>
                      <a:pt x="12209" y="1016"/>
                      <a:pt x="12209" y="1083"/>
                    </a:cubicBezTo>
                    <a:cubicBezTo>
                      <a:pt x="12176" y="1083"/>
                      <a:pt x="12144" y="1083"/>
                      <a:pt x="12110" y="1083"/>
                    </a:cubicBezTo>
                    <a:cubicBezTo>
                      <a:pt x="12110" y="1148"/>
                      <a:pt x="12110" y="1213"/>
                      <a:pt x="12110" y="1280"/>
                    </a:cubicBezTo>
                    <a:cubicBezTo>
                      <a:pt x="12078" y="1280"/>
                      <a:pt x="12045" y="1280"/>
                      <a:pt x="12012" y="1280"/>
                    </a:cubicBezTo>
                    <a:cubicBezTo>
                      <a:pt x="12012" y="1377"/>
                      <a:pt x="12012" y="1475"/>
                      <a:pt x="12012" y="1575"/>
                    </a:cubicBezTo>
                    <a:cubicBezTo>
                      <a:pt x="11979" y="1575"/>
                      <a:pt x="11947" y="1575"/>
                      <a:pt x="11914" y="1575"/>
                    </a:cubicBezTo>
                    <a:cubicBezTo>
                      <a:pt x="11914" y="1705"/>
                      <a:pt x="11914" y="1835"/>
                      <a:pt x="11914" y="1969"/>
                    </a:cubicBezTo>
                    <a:cubicBezTo>
                      <a:pt x="11881" y="1969"/>
                      <a:pt x="11849" y="1969"/>
                      <a:pt x="11815" y="1969"/>
                    </a:cubicBezTo>
                    <a:cubicBezTo>
                      <a:pt x="11815" y="2067"/>
                      <a:pt x="11815" y="2164"/>
                      <a:pt x="11815" y="2265"/>
                    </a:cubicBezTo>
                    <a:cubicBezTo>
                      <a:pt x="11783" y="2265"/>
                      <a:pt x="11750" y="2265"/>
                      <a:pt x="11717" y="2265"/>
                    </a:cubicBezTo>
                    <a:cubicBezTo>
                      <a:pt x="11717" y="2395"/>
                      <a:pt x="11717" y="2524"/>
                      <a:pt x="11717" y="2658"/>
                    </a:cubicBezTo>
                    <a:cubicBezTo>
                      <a:pt x="11684" y="2658"/>
                      <a:pt x="11652" y="2658"/>
                      <a:pt x="11618" y="2658"/>
                    </a:cubicBezTo>
                    <a:cubicBezTo>
                      <a:pt x="11618" y="2788"/>
                      <a:pt x="11618" y="2918"/>
                      <a:pt x="11618" y="3052"/>
                    </a:cubicBezTo>
                    <a:cubicBezTo>
                      <a:pt x="11586" y="3052"/>
                      <a:pt x="11553" y="3052"/>
                      <a:pt x="11520" y="3052"/>
                    </a:cubicBezTo>
                    <a:cubicBezTo>
                      <a:pt x="11520" y="3215"/>
                      <a:pt x="11520" y="3377"/>
                      <a:pt x="11520" y="3545"/>
                    </a:cubicBezTo>
                    <a:cubicBezTo>
                      <a:pt x="11487" y="3545"/>
                      <a:pt x="11455" y="3545"/>
                      <a:pt x="11421" y="3545"/>
                    </a:cubicBezTo>
                    <a:cubicBezTo>
                      <a:pt x="11421" y="3674"/>
                      <a:pt x="11421" y="3804"/>
                      <a:pt x="11421" y="3938"/>
                    </a:cubicBezTo>
                    <a:cubicBezTo>
                      <a:pt x="11389" y="3938"/>
                      <a:pt x="11356" y="3938"/>
                      <a:pt x="11323" y="3938"/>
                    </a:cubicBezTo>
                    <a:cubicBezTo>
                      <a:pt x="11323" y="4133"/>
                      <a:pt x="11323" y="4328"/>
                      <a:pt x="11323" y="4529"/>
                    </a:cubicBezTo>
                    <a:cubicBezTo>
                      <a:pt x="11290" y="4529"/>
                      <a:pt x="11258" y="4529"/>
                      <a:pt x="11224" y="4529"/>
                    </a:cubicBezTo>
                    <a:cubicBezTo>
                      <a:pt x="11224" y="4692"/>
                      <a:pt x="11224" y="4854"/>
                      <a:pt x="11224" y="5021"/>
                    </a:cubicBezTo>
                    <a:cubicBezTo>
                      <a:pt x="11192" y="5021"/>
                      <a:pt x="11159" y="5021"/>
                      <a:pt x="11126" y="5021"/>
                    </a:cubicBezTo>
                    <a:cubicBezTo>
                      <a:pt x="11126" y="5184"/>
                      <a:pt x="11126" y="5346"/>
                      <a:pt x="11126" y="5514"/>
                    </a:cubicBezTo>
                    <a:cubicBezTo>
                      <a:pt x="11093" y="5514"/>
                      <a:pt x="11061" y="5514"/>
                      <a:pt x="11027" y="5514"/>
                    </a:cubicBezTo>
                    <a:cubicBezTo>
                      <a:pt x="11027" y="5709"/>
                      <a:pt x="11027" y="5904"/>
                      <a:pt x="11027" y="6104"/>
                    </a:cubicBezTo>
                    <a:cubicBezTo>
                      <a:pt x="10995" y="6104"/>
                      <a:pt x="10962" y="6104"/>
                      <a:pt x="10929" y="6104"/>
                    </a:cubicBezTo>
                    <a:cubicBezTo>
                      <a:pt x="10929" y="6299"/>
                      <a:pt x="10929" y="6494"/>
                      <a:pt x="10929" y="6695"/>
                    </a:cubicBezTo>
                    <a:cubicBezTo>
                      <a:pt x="10896" y="6695"/>
                      <a:pt x="10864" y="6695"/>
                      <a:pt x="10830" y="6695"/>
                    </a:cubicBezTo>
                    <a:cubicBezTo>
                      <a:pt x="10830" y="6890"/>
                      <a:pt x="10830" y="7085"/>
                      <a:pt x="10830" y="7286"/>
                    </a:cubicBezTo>
                    <a:cubicBezTo>
                      <a:pt x="10798" y="7286"/>
                      <a:pt x="10765" y="7286"/>
                      <a:pt x="10732" y="7286"/>
                    </a:cubicBezTo>
                    <a:cubicBezTo>
                      <a:pt x="10732" y="7448"/>
                      <a:pt x="10732" y="7611"/>
                      <a:pt x="10732" y="7778"/>
                    </a:cubicBezTo>
                    <a:cubicBezTo>
                      <a:pt x="10700" y="7778"/>
                      <a:pt x="10667" y="7778"/>
                      <a:pt x="10634" y="7778"/>
                    </a:cubicBezTo>
                    <a:cubicBezTo>
                      <a:pt x="10634" y="7941"/>
                      <a:pt x="10634" y="8103"/>
                      <a:pt x="10634" y="8271"/>
                    </a:cubicBezTo>
                    <a:cubicBezTo>
                      <a:pt x="10601" y="8271"/>
                      <a:pt x="10569" y="8271"/>
                      <a:pt x="10535" y="8271"/>
                    </a:cubicBezTo>
                    <a:cubicBezTo>
                      <a:pt x="10535" y="8401"/>
                      <a:pt x="10535" y="8530"/>
                      <a:pt x="10535" y="8664"/>
                    </a:cubicBezTo>
                    <a:cubicBezTo>
                      <a:pt x="10503" y="8664"/>
                      <a:pt x="10470" y="8664"/>
                      <a:pt x="10437" y="8664"/>
                    </a:cubicBezTo>
                    <a:cubicBezTo>
                      <a:pt x="10437" y="8794"/>
                      <a:pt x="10437" y="8924"/>
                      <a:pt x="10437" y="9058"/>
                    </a:cubicBezTo>
                    <a:cubicBezTo>
                      <a:pt x="10404" y="9058"/>
                      <a:pt x="10372" y="9058"/>
                      <a:pt x="10338" y="9058"/>
                    </a:cubicBezTo>
                    <a:cubicBezTo>
                      <a:pt x="10338" y="9156"/>
                      <a:pt x="10338" y="9253"/>
                      <a:pt x="10338" y="9354"/>
                    </a:cubicBezTo>
                    <a:cubicBezTo>
                      <a:pt x="10306" y="9354"/>
                      <a:pt x="10273" y="9354"/>
                      <a:pt x="10240" y="9354"/>
                    </a:cubicBezTo>
                    <a:cubicBezTo>
                      <a:pt x="10240" y="9451"/>
                      <a:pt x="10240" y="9549"/>
                      <a:pt x="10240" y="9649"/>
                    </a:cubicBezTo>
                    <a:cubicBezTo>
                      <a:pt x="10207" y="9649"/>
                      <a:pt x="10175" y="9649"/>
                      <a:pt x="10141" y="9649"/>
                    </a:cubicBezTo>
                    <a:cubicBezTo>
                      <a:pt x="10141" y="9746"/>
                      <a:pt x="10141" y="9844"/>
                      <a:pt x="10141" y="9944"/>
                    </a:cubicBezTo>
                    <a:cubicBezTo>
                      <a:pt x="10109" y="9944"/>
                      <a:pt x="10076" y="9944"/>
                      <a:pt x="10043" y="9944"/>
                    </a:cubicBezTo>
                    <a:cubicBezTo>
                      <a:pt x="10043" y="10009"/>
                      <a:pt x="10043" y="10074"/>
                      <a:pt x="10043" y="10141"/>
                    </a:cubicBezTo>
                    <a:cubicBezTo>
                      <a:pt x="10010" y="10141"/>
                      <a:pt x="9978" y="10141"/>
                      <a:pt x="9944" y="10141"/>
                    </a:cubicBezTo>
                    <a:cubicBezTo>
                      <a:pt x="9944" y="10174"/>
                      <a:pt x="9944" y="10206"/>
                      <a:pt x="9944" y="10240"/>
                    </a:cubicBezTo>
                    <a:cubicBezTo>
                      <a:pt x="9912" y="10240"/>
                      <a:pt x="9879" y="10240"/>
                      <a:pt x="9846" y="10240"/>
                    </a:cubicBezTo>
                    <a:cubicBezTo>
                      <a:pt x="9846" y="10305"/>
                      <a:pt x="9846" y="10370"/>
                      <a:pt x="9846" y="10437"/>
                    </a:cubicBezTo>
                    <a:cubicBezTo>
                      <a:pt x="9813" y="10437"/>
                      <a:pt x="9781" y="10437"/>
                      <a:pt x="9747" y="10437"/>
                    </a:cubicBezTo>
                    <a:cubicBezTo>
                      <a:pt x="9747" y="10469"/>
                      <a:pt x="9747" y="10502"/>
                      <a:pt x="9747" y="10535"/>
                    </a:cubicBezTo>
                    <a:cubicBezTo>
                      <a:pt x="9715" y="10535"/>
                      <a:pt x="9682" y="10535"/>
                      <a:pt x="9649" y="10535"/>
                    </a:cubicBezTo>
                    <a:cubicBezTo>
                      <a:pt x="9649" y="10568"/>
                      <a:pt x="9649" y="10600"/>
                      <a:pt x="9649" y="10634"/>
                    </a:cubicBezTo>
                    <a:cubicBezTo>
                      <a:pt x="9584" y="10634"/>
                      <a:pt x="9519" y="10634"/>
                      <a:pt x="9452" y="10634"/>
                    </a:cubicBezTo>
                    <a:cubicBezTo>
                      <a:pt x="9452" y="10666"/>
                      <a:pt x="9452" y="10699"/>
                      <a:pt x="9452" y="10732"/>
                    </a:cubicBezTo>
                    <a:cubicBezTo>
                      <a:pt x="9257" y="10732"/>
                      <a:pt x="9062" y="10732"/>
                      <a:pt x="8861" y="10732"/>
                    </a:cubicBezTo>
                    <a:cubicBezTo>
                      <a:pt x="8861" y="10700"/>
                      <a:pt x="8861" y="10667"/>
                      <a:pt x="8861" y="10634"/>
                    </a:cubicBezTo>
                    <a:cubicBezTo>
                      <a:pt x="8796" y="10634"/>
                      <a:pt x="8731" y="10634"/>
                      <a:pt x="8664" y="10634"/>
                    </a:cubicBezTo>
                    <a:cubicBezTo>
                      <a:pt x="8664" y="10601"/>
                      <a:pt x="8664" y="10569"/>
                      <a:pt x="8664" y="10535"/>
                    </a:cubicBezTo>
                    <a:cubicBezTo>
                      <a:pt x="8657" y="10536"/>
                      <a:pt x="8657" y="10536"/>
                      <a:pt x="8622" y="10541"/>
                    </a:cubicBezTo>
                    <a:cubicBezTo>
                      <a:pt x="8546" y="10533"/>
                      <a:pt x="8512" y="10495"/>
                      <a:pt x="8461" y="10443"/>
                    </a:cubicBezTo>
                    <a:cubicBezTo>
                      <a:pt x="8452" y="10434"/>
                      <a:pt x="8443" y="10426"/>
                      <a:pt x="8434" y="10417"/>
                    </a:cubicBezTo>
                    <a:cubicBezTo>
                      <a:pt x="8390" y="10372"/>
                      <a:pt x="8370" y="10346"/>
                      <a:pt x="8363" y="10282"/>
                    </a:cubicBezTo>
                    <a:cubicBezTo>
                      <a:pt x="8364" y="10275"/>
                      <a:pt x="8364" y="10275"/>
                      <a:pt x="8369" y="10240"/>
                    </a:cubicBezTo>
                    <a:cubicBezTo>
                      <a:pt x="8337" y="10240"/>
                      <a:pt x="8304" y="10240"/>
                      <a:pt x="8271" y="10240"/>
                    </a:cubicBezTo>
                    <a:cubicBezTo>
                      <a:pt x="8271" y="10175"/>
                      <a:pt x="8271" y="10110"/>
                      <a:pt x="8271" y="10043"/>
                    </a:cubicBezTo>
                    <a:cubicBezTo>
                      <a:pt x="8238" y="10043"/>
                      <a:pt x="8206" y="10043"/>
                      <a:pt x="8172" y="10043"/>
                    </a:cubicBezTo>
                    <a:cubicBezTo>
                      <a:pt x="8172" y="9978"/>
                      <a:pt x="8172" y="9913"/>
                      <a:pt x="8172" y="9846"/>
                    </a:cubicBezTo>
                    <a:cubicBezTo>
                      <a:pt x="8140" y="9846"/>
                      <a:pt x="8107" y="9846"/>
                      <a:pt x="8074" y="9846"/>
                    </a:cubicBezTo>
                    <a:cubicBezTo>
                      <a:pt x="8074" y="9748"/>
                      <a:pt x="8074" y="9651"/>
                      <a:pt x="8074" y="9551"/>
                    </a:cubicBezTo>
                    <a:cubicBezTo>
                      <a:pt x="8041" y="9551"/>
                      <a:pt x="8009" y="9551"/>
                      <a:pt x="7975" y="9551"/>
                    </a:cubicBezTo>
                    <a:cubicBezTo>
                      <a:pt x="7975" y="9486"/>
                      <a:pt x="7975" y="9421"/>
                      <a:pt x="7975" y="9354"/>
                    </a:cubicBezTo>
                    <a:cubicBezTo>
                      <a:pt x="7943" y="9354"/>
                      <a:pt x="7910" y="9354"/>
                      <a:pt x="7877" y="9354"/>
                    </a:cubicBezTo>
                    <a:cubicBezTo>
                      <a:pt x="7877" y="9256"/>
                      <a:pt x="7877" y="9159"/>
                      <a:pt x="7877" y="9058"/>
                    </a:cubicBezTo>
                    <a:cubicBezTo>
                      <a:pt x="7844" y="9058"/>
                      <a:pt x="7812" y="9058"/>
                      <a:pt x="7778" y="9058"/>
                    </a:cubicBezTo>
                    <a:cubicBezTo>
                      <a:pt x="7778" y="8928"/>
                      <a:pt x="7778" y="8798"/>
                      <a:pt x="7778" y="8664"/>
                    </a:cubicBezTo>
                    <a:cubicBezTo>
                      <a:pt x="7746" y="8664"/>
                      <a:pt x="7713" y="8664"/>
                      <a:pt x="7680" y="8664"/>
                    </a:cubicBezTo>
                    <a:cubicBezTo>
                      <a:pt x="7680" y="8534"/>
                      <a:pt x="7680" y="8404"/>
                      <a:pt x="7680" y="8271"/>
                    </a:cubicBezTo>
                    <a:cubicBezTo>
                      <a:pt x="7647" y="8271"/>
                      <a:pt x="7615" y="8271"/>
                      <a:pt x="7581" y="8271"/>
                    </a:cubicBezTo>
                    <a:cubicBezTo>
                      <a:pt x="7581" y="8141"/>
                      <a:pt x="7581" y="8011"/>
                      <a:pt x="7581" y="7877"/>
                    </a:cubicBezTo>
                    <a:cubicBezTo>
                      <a:pt x="7549" y="7877"/>
                      <a:pt x="7516" y="7877"/>
                      <a:pt x="7483" y="7877"/>
                    </a:cubicBezTo>
                    <a:cubicBezTo>
                      <a:pt x="7483" y="7714"/>
                      <a:pt x="7483" y="7552"/>
                      <a:pt x="7483" y="7384"/>
                    </a:cubicBezTo>
                    <a:cubicBezTo>
                      <a:pt x="7450" y="7384"/>
                      <a:pt x="7418" y="7384"/>
                      <a:pt x="7384" y="7384"/>
                    </a:cubicBezTo>
                    <a:cubicBezTo>
                      <a:pt x="7384" y="7254"/>
                      <a:pt x="7384" y="7124"/>
                      <a:pt x="7384" y="6991"/>
                    </a:cubicBezTo>
                    <a:cubicBezTo>
                      <a:pt x="7352" y="6991"/>
                      <a:pt x="7319" y="6991"/>
                      <a:pt x="7286" y="6991"/>
                    </a:cubicBezTo>
                    <a:cubicBezTo>
                      <a:pt x="7286" y="6796"/>
                      <a:pt x="7286" y="6601"/>
                      <a:pt x="7286" y="6400"/>
                    </a:cubicBezTo>
                    <a:cubicBezTo>
                      <a:pt x="7253" y="6400"/>
                      <a:pt x="7221" y="6400"/>
                      <a:pt x="7188" y="6400"/>
                    </a:cubicBezTo>
                    <a:cubicBezTo>
                      <a:pt x="7188" y="6270"/>
                      <a:pt x="7188" y="6140"/>
                      <a:pt x="7188" y="6006"/>
                    </a:cubicBezTo>
                    <a:cubicBezTo>
                      <a:pt x="7155" y="6006"/>
                      <a:pt x="7123" y="6006"/>
                      <a:pt x="7089" y="6006"/>
                    </a:cubicBezTo>
                    <a:cubicBezTo>
                      <a:pt x="7089" y="5876"/>
                      <a:pt x="7089" y="5746"/>
                      <a:pt x="7089" y="5612"/>
                    </a:cubicBezTo>
                    <a:cubicBezTo>
                      <a:pt x="7057" y="5612"/>
                      <a:pt x="7024" y="5612"/>
                      <a:pt x="6991" y="5612"/>
                    </a:cubicBezTo>
                    <a:cubicBezTo>
                      <a:pt x="6991" y="5482"/>
                      <a:pt x="6991" y="5352"/>
                      <a:pt x="6991" y="5218"/>
                    </a:cubicBezTo>
                    <a:cubicBezTo>
                      <a:pt x="6958" y="5218"/>
                      <a:pt x="6926" y="5218"/>
                      <a:pt x="6892" y="5218"/>
                    </a:cubicBezTo>
                    <a:cubicBezTo>
                      <a:pt x="6892" y="5121"/>
                      <a:pt x="6892" y="5023"/>
                      <a:pt x="6892" y="4923"/>
                    </a:cubicBezTo>
                    <a:cubicBezTo>
                      <a:pt x="6860" y="4923"/>
                      <a:pt x="6827" y="4923"/>
                      <a:pt x="6794" y="4923"/>
                    </a:cubicBezTo>
                    <a:cubicBezTo>
                      <a:pt x="6794" y="4825"/>
                      <a:pt x="6794" y="4728"/>
                      <a:pt x="6794" y="4628"/>
                    </a:cubicBezTo>
                    <a:cubicBezTo>
                      <a:pt x="6761" y="4628"/>
                      <a:pt x="6729" y="4628"/>
                      <a:pt x="6695" y="4628"/>
                    </a:cubicBezTo>
                    <a:cubicBezTo>
                      <a:pt x="6695" y="4563"/>
                      <a:pt x="6695" y="4498"/>
                      <a:pt x="6695" y="4431"/>
                    </a:cubicBezTo>
                    <a:cubicBezTo>
                      <a:pt x="6663" y="4431"/>
                      <a:pt x="6630" y="4431"/>
                      <a:pt x="6597" y="4431"/>
                    </a:cubicBezTo>
                    <a:cubicBezTo>
                      <a:pt x="6597" y="4398"/>
                      <a:pt x="6597" y="4366"/>
                      <a:pt x="6597" y="4332"/>
                    </a:cubicBezTo>
                    <a:cubicBezTo>
                      <a:pt x="6564" y="4332"/>
                      <a:pt x="6532" y="4332"/>
                      <a:pt x="6498" y="4332"/>
                    </a:cubicBezTo>
                    <a:cubicBezTo>
                      <a:pt x="6498" y="4300"/>
                      <a:pt x="6498" y="4267"/>
                      <a:pt x="6498" y="4234"/>
                    </a:cubicBezTo>
                    <a:cubicBezTo>
                      <a:pt x="6466" y="4234"/>
                      <a:pt x="6433" y="4234"/>
                      <a:pt x="6400" y="4234"/>
                    </a:cubicBezTo>
                    <a:cubicBezTo>
                      <a:pt x="6400" y="4201"/>
                      <a:pt x="6400" y="4169"/>
                      <a:pt x="6400" y="4135"/>
                    </a:cubicBezTo>
                    <a:cubicBezTo>
                      <a:pt x="6335" y="4135"/>
                      <a:pt x="6270" y="4135"/>
                      <a:pt x="6203" y="4135"/>
                    </a:cubicBezTo>
                    <a:cubicBezTo>
                      <a:pt x="6203" y="4168"/>
                      <a:pt x="6203" y="4200"/>
                      <a:pt x="6203" y="4234"/>
                    </a:cubicBezTo>
                    <a:cubicBezTo>
                      <a:pt x="6170" y="4234"/>
                      <a:pt x="6138" y="4234"/>
                      <a:pt x="6104" y="4234"/>
                    </a:cubicBezTo>
                    <a:cubicBezTo>
                      <a:pt x="6104" y="4266"/>
                      <a:pt x="6104" y="4299"/>
                      <a:pt x="6104" y="4332"/>
                    </a:cubicBezTo>
                    <a:cubicBezTo>
                      <a:pt x="6072" y="4332"/>
                      <a:pt x="6039" y="4332"/>
                      <a:pt x="6006" y="4332"/>
                    </a:cubicBezTo>
                    <a:cubicBezTo>
                      <a:pt x="6006" y="4397"/>
                      <a:pt x="6006" y="4462"/>
                      <a:pt x="6006" y="4529"/>
                    </a:cubicBezTo>
                    <a:cubicBezTo>
                      <a:pt x="5974" y="4529"/>
                      <a:pt x="5941" y="4529"/>
                      <a:pt x="5908" y="4529"/>
                    </a:cubicBezTo>
                    <a:cubicBezTo>
                      <a:pt x="5908" y="4594"/>
                      <a:pt x="5908" y="4659"/>
                      <a:pt x="5908" y="4726"/>
                    </a:cubicBezTo>
                    <a:cubicBezTo>
                      <a:pt x="5875" y="4726"/>
                      <a:pt x="5843" y="4726"/>
                      <a:pt x="5809" y="4726"/>
                    </a:cubicBezTo>
                    <a:cubicBezTo>
                      <a:pt x="5809" y="4791"/>
                      <a:pt x="5809" y="4856"/>
                      <a:pt x="5809" y="4923"/>
                    </a:cubicBezTo>
                    <a:cubicBezTo>
                      <a:pt x="5777" y="4923"/>
                      <a:pt x="5744" y="4923"/>
                      <a:pt x="5711" y="4923"/>
                    </a:cubicBezTo>
                    <a:cubicBezTo>
                      <a:pt x="5711" y="4988"/>
                      <a:pt x="5711" y="5053"/>
                      <a:pt x="5711" y="5120"/>
                    </a:cubicBezTo>
                    <a:cubicBezTo>
                      <a:pt x="5678" y="5120"/>
                      <a:pt x="5646" y="5120"/>
                      <a:pt x="5612" y="5120"/>
                    </a:cubicBezTo>
                    <a:cubicBezTo>
                      <a:pt x="5612" y="5217"/>
                      <a:pt x="5612" y="5315"/>
                      <a:pt x="5612" y="5415"/>
                    </a:cubicBezTo>
                    <a:cubicBezTo>
                      <a:pt x="5580" y="5415"/>
                      <a:pt x="5547" y="5415"/>
                      <a:pt x="5514" y="5415"/>
                    </a:cubicBezTo>
                    <a:cubicBezTo>
                      <a:pt x="5514" y="5513"/>
                      <a:pt x="5514" y="5610"/>
                      <a:pt x="5514" y="5711"/>
                    </a:cubicBezTo>
                    <a:cubicBezTo>
                      <a:pt x="5481" y="5711"/>
                      <a:pt x="5449" y="5711"/>
                      <a:pt x="5415" y="5711"/>
                    </a:cubicBezTo>
                    <a:cubicBezTo>
                      <a:pt x="5415" y="5808"/>
                      <a:pt x="5415" y="5906"/>
                      <a:pt x="5415" y="6006"/>
                    </a:cubicBezTo>
                    <a:cubicBezTo>
                      <a:pt x="5383" y="6006"/>
                      <a:pt x="5350" y="6006"/>
                      <a:pt x="5317" y="6006"/>
                    </a:cubicBezTo>
                    <a:cubicBezTo>
                      <a:pt x="5317" y="6103"/>
                      <a:pt x="5317" y="6201"/>
                      <a:pt x="5317" y="6301"/>
                    </a:cubicBezTo>
                    <a:cubicBezTo>
                      <a:pt x="5284" y="6301"/>
                      <a:pt x="5252" y="6301"/>
                      <a:pt x="5218" y="6301"/>
                    </a:cubicBezTo>
                    <a:cubicBezTo>
                      <a:pt x="5218" y="6431"/>
                      <a:pt x="5218" y="6561"/>
                      <a:pt x="5218" y="6695"/>
                    </a:cubicBezTo>
                    <a:cubicBezTo>
                      <a:pt x="5186" y="6695"/>
                      <a:pt x="5153" y="6695"/>
                      <a:pt x="5120" y="6695"/>
                    </a:cubicBezTo>
                    <a:cubicBezTo>
                      <a:pt x="5120" y="6793"/>
                      <a:pt x="5120" y="6890"/>
                      <a:pt x="5120" y="6991"/>
                    </a:cubicBezTo>
                    <a:cubicBezTo>
                      <a:pt x="5087" y="6991"/>
                      <a:pt x="5055" y="6991"/>
                      <a:pt x="5021" y="6991"/>
                    </a:cubicBezTo>
                    <a:cubicBezTo>
                      <a:pt x="5021" y="7056"/>
                      <a:pt x="5021" y="7121"/>
                      <a:pt x="5021" y="7188"/>
                    </a:cubicBezTo>
                    <a:cubicBezTo>
                      <a:pt x="4989" y="7188"/>
                      <a:pt x="4956" y="7188"/>
                      <a:pt x="4923" y="7188"/>
                    </a:cubicBezTo>
                    <a:cubicBezTo>
                      <a:pt x="4923" y="7252"/>
                      <a:pt x="4923" y="7317"/>
                      <a:pt x="4923" y="7384"/>
                    </a:cubicBezTo>
                    <a:cubicBezTo>
                      <a:pt x="4890" y="7384"/>
                      <a:pt x="4858" y="7384"/>
                      <a:pt x="4824" y="7384"/>
                    </a:cubicBezTo>
                    <a:cubicBezTo>
                      <a:pt x="4824" y="7449"/>
                      <a:pt x="4824" y="7514"/>
                      <a:pt x="4824" y="7581"/>
                    </a:cubicBezTo>
                    <a:cubicBezTo>
                      <a:pt x="4792" y="7581"/>
                      <a:pt x="4760" y="7581"/>
                      <a:pt x="4726" y="7581"/>
                    </a:cubicBezTo>
                    <a:cubicBezTo>
                      <a:pt x="4726" y="7614"/>
                      <a:pt x="4726" y="7646"/>
                      <a:pt x="4726" y="7680"/>
                    </a:cubicBezTo>
                    <a:cubicBezTo>
                      <a:pt x="4694" y="7680"/>
                      <a:pt x="4661" y="7680"/>
                      <a:pt x="4628" y="7680"/>
                    </a:cubicBezTo>
                    <a:cubicBezTo>
                      <a:pt x="4628" y="7712"/>
                      <a:pt x="4628" y="7745"/>
                      <a:pt x="4628" y="7778"/>
                    </a:cubicBezTo>
                    <a:cubicBezTo>
                      <a:pt x="4595" y="7778"/>
                      <a:pt x="4563" y="7778"/>
                      <a:pt x="4529" y="7778"/>
                    </a:cubicBezTo>
                    <a:cubicBezTo>
                      <a:pt x="4531" y="7792"/>
                      <a:pt x="4532" y="7806"/>
                      <a:pt x="4534" y="7821"/>
                    </a:cubicBezTo>
                    <a:cubicBezTo>
                      <a:pt x="4526" y="7915"/>
                      <a:pt x="4470" y="7972"/>
                      <a:pt x="4402" y="8032"/>
                    </a:cubicBezTo>
                    <a:cubicBezTo>
                      <a:pt x="4269" y="8126"/>
                      <a:pt x="4080" y="8093"/>
                      <a:pt x="3926" y="8086"/>
                    </a:cubicBezTo>
                    <a:cubicBezTo>
                      <a:pt x="3889" y="8085"/>
                      <a:pt x="3852" y="8084"/>
                      <a:pt x="3815" y="8083"/>
                    </a:cubicBezTo>
                    <a:cubicBezTo>
                      <a:pt x="3725" y="8081"/>
                      <a:pt x="3635" y="8078"/>
                      <a:pt x="3545" y="8074"/>
                    </a:cubicBezTo>
                    <a:cubicBezTo>
                      <a:pt x="3545" y="8041"/>
                      <a:pt x="3545" y="8009"/>
                      <a:pt x="3545" y="7975"/>
                    </a:cubicBezTo>
                    <a:cubicBezTo>
                      <a:pt x="3530" y="7978"/>
                      <a:pt x="3516" y="7980"/>
                      <a:pt x="3501" y="7983"/>
                    </a:cubicBezTo>
                    <a:cubicBezTo>
                      <a:pt x="3446" y="7975"/>
                      <a:pt x="3446" y="7975"/>
                      <a:pt x="3397" y="7923"/>
                    </a:cubicBezTo>
                    <a:cubicBezTo>
                      <a:pt x="3380" y="7901"/>
                      <a:pt x="3364" y="7878"/>
                      <a:pt x="3348" y="7855"/>
                    </a:cubicBezTo>
                    <a:cubicBezTo>
                      <a:pt x="3288" y="7772"/>
                      <a:pt x="3246" y="7724"/>
                      <a:pt x="3151" y="7680"/>
                    </a:cubicBezTo>
                    <a:cubicBezTo>
                      <a:pt x="3145" y="7628"/>
                      <a:pt x="3145" y="7628"/>
                      <a:pt x="3151" y="7581"/>
                    </a:cubicBezTo>
                    <a:cubicBezTo>
                      <a:pt x="3118" y="7581"/>
                      <a:pt x="3086" y="7581"/>
                      <a:pt x="3052" y="7581"/>
                    </a:cubicBezTo>
                    <a:cubicBezTo>
                      <a:pt x="3052" y="7516"/>
                      <a:pt x="3052" y="7451"/>
                      <a:pt x="3052" y="7384"/>
                    </a:cubicBezTo>
                    <a:cubicBezTo>
                      <a:pt x="3020" y="7384"/>
                      <a:pt x="2987" y="7384"/>
                      <a:pt x="2954" y="7384"/>
                    </a:cubicBezTo>
                    <a:cubicBezTo>
                      <a:pt x="2954" y="7319"/>
                      <a:pt x="2954" y="7254"/>
                      <a:pt x="2954" y="7188"/>
                    </a:cubicBezTo>
                    <a:cubicBezTo>
                      <a:pt x="2921" y="7188"/>
                      <a:pt x="2889" y="7188"/>
                      <a:pt x="2855" y="7188"/>
                    </a:cubicBezTo>
                    <a:cubicBezTo>
                      <a:pt x="2855" y="7058"/>
                      <a:pt x="2855" y="6928"/>
                      <a:pt x="2855" y="6794"/>
                    </a:cubicBezTo>
                    <a:cubicBezTo>
                      <a:pt x="2823" y="6794"/>
                      <a:pt x="2790" y="6794"/>
                      <a:pt x="2757" y="6794"/>
                    </a:cubicBezTo>
                    <a:cubicBezTo>
                      <a:pt x="2757" y="6696"/>
                      <a:pt x="2757" y="6599"/>
                      <a:pt x="2757" y="6498"/>
                    </a:cubicBezTo>
                    <a:cubicBezTo>
                      <a:pt x="2724" y="6498"/>
                      <a:pt x="2692" y="6498"/>
                      <a:pt x="2658" y="6498"/>
                    </a:cubicBezTo>
                    <a:cubicBezTo>
                      <a:pt x="2658" y="6433"/>
                      <a:pt x="2658" y="6368"/>
                      <a:pt x="2658" y="6301"/>
                    </a:cubicBezTo>
                    <a:cubicBezTo>
                      <a:pt x="2626" y="6301"/>
                      <a:pt x="2593" y="6301"/>
                      <a:pt x="2560" y="6301"/>
                    </a:cubicBezTo>
                    <a:cubicBezTo>
                      <a:pt x="2560" y="6236"/>
                      <a:pt x="2560" y="6171"/>
                      <a:pt x="2560" y="6104"/>
                    </a:cubicBezTo>
                    <a:cubicBezTo>
                      <a:pt x="2527" y="6104"/>
                      <a:pt x="2495" y="6104"/>
                      <a:pt x="2461" y="6104"/>
                    </a:cubicBezTo>
                    <a:cubicBezTo>
                      <a:pt x="2461" y="6072"/>
                      <a:pt x="2461" y="6039"/>
                      <a:pt x="2461" y="6006"/>
                    </a:cubicBezTo>
                    <a:cubicBezTo>
                      <a:pt x="2380" y="6022"/>
                      <a:pt x="2380" y="6022"/>
                      <a:pt x="1969" y="6104"/>
                    </a:cubicBezTo>
                    <a:cubicBezTo>
                      <a:pt x="1969" y="6137"/>
                      <a:pt x="1969" y="6169"/>
                      <a:pt x="1969" y="6203"/>
                    </a:cubicBezTo>
                    <a:cubicBezTo>
                      <a:pt x="1937" y="6203"/>
                      <a:pt x="1904" y="6203"/>
                      <a:pt x="1871" y="6203"/>
                    </a:cubicBezTo>
                    <a:cubicBezTo>
                      <a:pt x="1871" y="6268"/>
                      <a:pt x="1871" y="6333"/>
                      <a:pt x="1871" y="6400"/>
                    </a:cubicBezTo>
                    <a:cubicBezTo>
                      <a:pt x="1838" y="6400"/>
                      <a:pt x="1806" y="6400"/>
                      <a:pt x="1772" y="6400"/>
                    </a:cubicBezTo>
                    <a:cubicBezTo>
                      <a:pt x="1776" y="6414"/>
                      <a:pt x="1779" y="6428"/>
                      <a:pt x="1783" y="6443"/>
                    </a:cubicBezTo>
                    <a:cubicBezTo>
                      <a:pt x="1772" y="6498"/>
                      <a:pt x="1772" y="6498"/>
                      <a:pt x="1741" y="6523"/>
                    </a:cubicBezTo>
                    <a:cubicBezTo>
                      <a:pt x="1696" y="6549"/>
                      <a:pt x="1650" y="6573"/>
                      <a:pt x="1603" y="6597"/>
                    </a:cubicBezTo>
                    <a:cubicBezTo>
                      <a:pt x="1571" y="6613"/>
                      <a:pt x="1539" y="6629"/>
                      <a:pt x="1508" y="6646"/>
                    </a:cubicBezTo>
                    <a:cubicBezTo>
                      <a:pt x="1501" y="6650"/>
                      <a:pt x="1501" y="6650"/>
                      <a:pt x="1465" y="6668"/>
                    </a:cubicBezTo>
                    <a:cubicBezTo>
                      <a:pt x="1428" y="6695"/>
                      <a:pt x="1428" y="6695"/>
                      <a:pt x="1408" y="6745"/>
                    </a:cubicBezTo>
                    <a:cubicBezTo>
                      <a:pt x="1399" y="6761"/>
                      <a:pt x="1389" y="6777"/>
                      <a:pt x="1378" y="6794"/>
                    </a:cubicBezTo>
                    <a:cubicBezTo>
                      <a:pt x="1324" y="6806"/>
                      <a:pt x="1324" y="6806"/>
                      <a:pt x="1255" y="6805"/>
                    </a:cubicBezTo>
                    <a:cubicBezTo>
                      <a:pt x="1243" y="6805"/>
                      <a:pt x="1230" y="6805"/>
                      <a:pt x="1217" y="6805"/>
                    </a:cubicBezTo>
                    <a:cubicBezTo>
                      <a:pt x="1176" y="6805"/>
                      <a:pt x="1135" y="6804"/>
                      <a:pt x="1094" y="6803"/>
                    </a:cubicBezTo>
                    <a:cubicBezTo>
                      <a:pt x="1065" y="6803"/>
                      <a:pt x="1036" y="6803"/>
                      <a:pt x="1008" y="6803"/>
                    </a:cubicBezTo>
                    <a:cubicBezTo>
                      <a:pt x="932" y="6802"/>
                      <a:pt x="857" y="6801"/>
                      <a:pt x="782" y="6800"/>
                    </a:cubicBezTo>
                    <a:cubicBezTo>
                      <a:pt x="705" y="6799"/>
                      <a:pt x="628" y="6799"/>
                      <a:pt x="551" y="6798"/>
                    </a:cubicBezTo>
                    <a:cubicBezTo>
                      <a:pt x="400" y="6797"/>
                      <a:pt x="249" y="6796"/>
                      <a:pt x="98" y="6794"/>
                    </a:cubicBezTo>
                    <a:cubicBezTo>
                      <a:pt x="98" y="6761"/>
                      <a:pt x="98" y="6729"/>
                      <a:pt x="98" y="6695"/>
                    </a:cubicBezTo>
                    <a:cubicBezTo>
                      <a:pt x="66" y="6695"/>
                      <a:pt x="33" y="6695"/>
                      <a:pt x="0" y="6695"/>
                    </a:cubicBezTo>
                    <a:cubicBezTo>
                      <a:pt x="0" y="6598"/>
                      <a:pt x="0" y="6500"/>
                      <a:pt x="0" y="6400"/>
                    </a:cubicBezTo>
                    <a:cubicBezTo>
                      <a:pt x="32" y="6400"/>
                      <a:pt x="65" y="6400"/>
                      <a:pt x="98" y="6400"/>
                    </a:cubicBezTo>
                    <a:cubicBezTo>
                      <a:pt x="98" y="6367"/>
                      <a:pt x="98" y="6335"/>
                      <a:pt x="98" y="6301"/>
                    </a:cubicBezTo>
                    <a:cubicBezTo>
                      <a:pt x="358" y="6301"/>
                      <a:pt x="618" y="6301"/>
                      <a:pt x="886" y="6301"/>
                    </a:cubicBezTo>
                    <a:cubicBezTo>
                      <a:pt x="886" y="6269"/>
                      <a:pt x="886" y="6236"/>
                      <a:pt x="886" y="6203"/>
                    </a:cubicBezTo>
                    <a:cubicBezTo>
                      <a:pt x="908" y="6199"/>
                      <a:pt x="930" y="6194"/>
                      <a:pt x="953" y="6190"/>
                    </a:cubicBezTo>
                    <a:cubicBezTo>
                      <a:pt x="1182" y="6139"/>
                      <a:pt x="1343" y="6056"/>
                      <a:pt x="1477" y="5858"/>
                    </a:cubicBezTo>
                    <a:cubicBezTo>
                      <a:pt x="1521" y="5780"/>
                      <a:pt x="1551" y="5698"/>
                      <a:pt x="1575" y="5612"/>
                    </a:cubicBezTo>
                    <a:cubicBezTo>
                      <a:pt x="1608" y="5612"/>
                      <a:pt x="1640" y="5612"/>
                      <a:pt x="1674" y="5612"/>
                    </a:cubicBezTo>
                    <a:cubicBezTo>
                      <a:pt x="1674" y="5580"/>
                      <a:pt x="1674" y="5547"/>
                      <a:pt x="1674" y="5514"/>
                    </a:cubicBezTo>
                    <a:cubicBezTo>
                      <a:pt x="1739" y="5514"/>
                      <a:pt x="1804" y="5514"/>
                      <a:pt x="1871" y="5514"/>
                    </a:cubicBezTo>
                    <a:cubicBezTo>
                      <a:pt x="1871" y="5481"/>
                      <a:pt x="1871" y="5449"/>
                      <a:pt x="1871" y="5415"/>
                    </a:cubicBezTo>
                    <a:cubicBezTo>
                      <a:pt x="2131" y="5415"/>
                      <a:pt x="2391" y="5415"/>
                      <a:pt x="2658" y="5415"/>
                    </a:cubicBezTo>
                    <a:cubicBezTo>
                      <a:pt x="2658" y="5448"/>
                      <a:pt x="2658" y="5480"/>
                      <a:pt x="2658" y="5514"/>
                    </a:cubicBezTo>
                    <a:cubicBezTo>
                      <a:pt x="2671" y="5517"/>
                      <a:pt x="2685" y="5520"/>
                      <a:pt x="2698" y="5523"/>
                    </a:cubicBezTo>
                    <a:cubicBezTo>
                      <a:pt x="2898" y="5570"/>
                      <a:pt x="2898" y="5570"/>
                      <a:pt x="2954" y="5612"/>
                    </a:cubicBezTo>
                    <a:cubicBezTo>
                      <a:pt x="2960" y="5664"/>
                      <a:pt x="2960" y="5664"/>
                      <a:pt x="2954" y="5711"/>
                    </a:cubicBezTo>
                    <a:cubicBezTo>
                      <a:pt x="2986" y="5711"/>
                      <a:pt x="3019" y="5711"/>
                      <a:pt x="3052" y="5711"/>
                    </a:cubicBezTo>
                    <a:cubicBezTo>
                      <a:pt x="3052" y="5743"/>
                      <a:pt x="3052" y="5776"/>
                      <a:pt x="3052" y="5809"/>
                    </a:cubicBezTo>
                    <a:cubicBezTo>
                      <a:pt x="3085" y="5809"/>
                      <a:pt x="3117" y="5809"/>
                      <a:pt x="3151" y="5809"/>
                    </a:cubicBezTo>
                    <a:cubicBezTo>
                      <a:pt x="3151" y="5874"/>
                      <a:pt x="3151" y="5939"/>
                      <a:pt x="3151" y="6006"/>
                    </a:cubicBezTo>
                    <a:cubicBezTo>
                      <a:pt x="3183" y="6006"/>
                      <a:pt x="3216" y="6006"/>
                      <a:pt x="3249" y="6006"/>
                    </a:cubicBezTo>
                    <a:cubicBezTo>
                      <a:pt x="3249" y="6071"/>
                      <a:pt x="3249" y="6136"/>
                      <a:pt x="3249" y="6203"/>
                    </a:cubicBezTo>
                    <a:cubicBezTo>
                      <a:pt x="3282" y="6203"/>
                      <a:pt x="3314" y="6203"/>
                      <a:pt x="3348" y="6203"/>
                    </a:cubicBezTo>
                    <a:cubicBezTo>
                      <a:pt x="3348" y="6333"/>
                      <a:pt x="3348" y="6463"/>
                      <a:pt x="3348" y="6597"/>
                    </a:cubicBezTo>
                    <a:cubicBezTo>
                      <a:pt x="3380" y="6597"/>
                      <a:pt x="3413" y="6597"/>
                      <a:pt x="3446" y="6597"/>
                    </a:cubicBezTo>
                    <a:cubicBezTo>
                      <a:pt x="3446" y="6662"/>
                      <a:pt x="3446" y="6727"/>
                      <a:pt x="3446" y="6794"/>
                    </a:cubicBezTo>
                    <a:cubicBezTo>
                      <a:pt x="3479" y="6794"/>
                      <a:pt x="3511" y="6794"/>
                      <a:pt x="3545" y="6794"/>
                    </a:cubicBezTo>
                    <a:cubicBezTo>
                      <a:pt x="3545" y="6859"/>
                      <a:pt x="3545" y="6924"/>
                      <a:pt x="3545" y="6991"/>
                    </a:cubicBezTo>
                    <a:cubicBezTo>
                      <a:pt x="3577" y="6991"/>
                      <a:pt x="3610" y="6991"/>
                      <a:pt x="3643" y="6991"/>
                    </a:cubicBezTo>
                    <a:cubicBezTo>
                      <a:pt x="3643" y="7088"/>
                      <a:pt x="3643" y="7186"/>
                      <a:pt x="3643" y="7286"/>
                    </a:cubicBezTo>
                    <a:cubicBezTo>
                      <a:pt x="3675" y="7286"/>
                      <a:pt x="3708" y="7286"/>
                      <a:pt x="3741" y="7286"/>
                    </a:cubicBezTo>
                    <a:cubicBezTo>
                      <a:pt x="3741" y="7318"/>
                      <a:pt x="3741" y="7351"/>
                      <a:pt x="3741" y="7384"/>
                    </a:cubicBezTo>
                    <a:cubicBezTo>
                      <a:pt x="3871" y="7384"/>
                      <a:pt x="4001" y="7384"/>
                      <a:pt x="4135" y="7384"/>
                    </a:cubicBezTo>
                    <a:cubicBezTo>
                      <a:pt x="4135" y="7352"/>
                      <a:pt x="4135" y="7319"/>
                      <a:pt x="4135" y="7286"/>
                    </a:cubicBezTo>
                    <a:cubicBezTo>
                      <a:pt x="4168" y="7286"/>
                      <a:pt x="4200" y="7286"/>
                      <a:pt x="4234" y="7286"/>
                    </a:cubicBezTo>
                    <a:cubicBezTo>
                      <a:pt x="4234" y="7221"/>
                      <a:pt x="4234" y="7156"/>
                      <a:pt x="4234" y="7089"/>
                    </a:cubicBezTo>
                    <a:cubicBezTo>
                      <a:pt x="4266" y="7089"/>
                      <a:pt x="4299" y="7089"/>
                      <a:pt x="4332" y="7089"/>
                    </a:cubicBezTo>
                    <a:cubicBezTo>
                      <a:pt x="4332" y="7024"/>
                      <a:pt x="4332" y="6959"/>
                      <a:pt x="4332" y="6892"/>
                    </a:cubicBezTo>
                    <a:cubicBezTo>
                      <a:pt x="4365" y="6892"/>
                      <a:pt x="4397" y="6892"/>
                      <a:pt x="4431" y="6892"/>
                    </a:cubicBezTo>
                    <a:cubicBezTo>
                      <a:pt x="4431" y="6795"/>
                      <a:pt x="4431" y="6697"/>
                      <a:pt x="4431" y="6597"/>
                    </a:cubicBezTo>
                    <a:cubicBezTo>
                      <a:pt x="4463" y="6597"/>
                      <a:pt x="4496" y="6597"/>
                      <a:pt x="4529" y="6597"/>
                    </a:cubicBezTo>
                    <a:cubicBezTo>
                      <a:pt x="4529" y="6467"/>
                      <a:pt x="4529" y="6337"/>
                      <a:pt x="4529" y="6203"/>
                    </a:cubicBezTo>
                    <a:cubicBezTo>
                      <a:pt x="4562" y="6203"/>
                      <a:pt x="4594" y="6203"/>
                      <a:pt x="4628" y="6203"/>
                    </a:cubicBezTo>
                    <a:cubicBezTo>
                      <a:pt x="4628" y="6105"/>
                      <a:pt x="4628" y="6008"/>
                      <a:pt x="4628" y="5908"/>
                    </a:cubicBezTo>
                    <a:cubicBezTo>
                      <a:pt x="4660" y="5908"/>
                      <a:pt x="4693" y="5908"/>
                      <a:pt x="4726" y="5908"/>
                    </a:cubicBezTo>
                    <a:cubicBezTo>
                      <a:pt x="4726" y="5810"/>
                      <a:pt x="4726" y="5713"/>
                      <a:pt x="4726" y="5612"/>
                    </a:cubicBezTo>
                    <a:cubicBezTo>
                      <a:pt x="4759" y="5612"/>
                      <a:pt x="4791" y="5612"/>
                      <a:pt x="4824" y="5612"/>
                    </a:cubicBezTo>
                    <a:cubicBezTo>
                      <a:pt x="4824" y="5515"/>
                      <a:pt x="4824" y="5417"/>
                      <a:pt x="4824" y="5317"/>
                    </a:cubicBezTo>
                    <a:cubicBezTo>
                      <a:pt x="4857" y="5317"/>
                      <a:pt x="4889" y="5317"/>
                      <a:pt x="4923" y="5317"/>
                    </a:cubicBezTo>
                    <a:cubicBezTo>
                      <a:pt x="4923" y="5219"/>
                      <a:pt x="4923" y="5122"/>
                      <a:pt x="4923" y="5021"/>
                    </a:cubicBezTo>
                    <a:cubicBezTo>
                      <a:pt x="4955" y="5021"/>
                      <a:pt x="4988" y="5021"/>
                      <a:pt x="5021" y="5021"/>
                    </a:cubicBezTo>
                    <a:cubicBezTo>
                      <a:pt x="5021" y="4956"/>
                      <a:pt x="5021" y="4891"/>
                      <a:pt x="5021" y="4824"/>
                    </a:cubicBezTo>
                    <a:cubicBezTo>
                      <a:pt x="5054" y="4824"/>
                      <a:pt x="5086" y="4824"/>
                      <a:pt x="5120" y="4824"/>
                    </a:cubicBezTo>
                    <a:cubicBezTo>
                      <a:pt x="5120" y="4760"/>
                      <a:pt x="5120" y="4695"/>
                      <a:pt x="5120" y="4628"/>
                    </a:cubicBezTo>
                    <a:cubicBezTo>
                      <a:pt x="5152" y="4628"/>
                      <a:pt x="5185" y="4628"/>
                      <a:pt x="5218" y="4628"/>
                    </a:cubicBezTo>
                    <a:cubicBezTo>
                      <a:pt x="5218" y="4563"/>
                      <a:pt x="5218" y="4498"/>
                      <a:pt x="5218" y="4431"/>
                    </a:cubicBezTo>
                    <a:cubicBezTo>
                      <a:pt x="5251" y="4431"/>
                      <a:pt x="5283" y="4431"/>
                      <a:pt x="5317" y="4431"/>
                    </a:cubicBezTo>
                    <a:cubicBezTo>
                      <a:pt x="5317" y="4333"/>
                      <a:pt x="5317" y="4236"/>
                      <a:pt x="5317" y="4135"/>
                    </a:cubicBezTo>
                    <a:cubicBezTo>
                      <a:pt x="5349" y="4135"/>
                      <a:pt x="5382" y="4135"/>
                      <a:pt x="5415" y="4135"/>
                    </a:cubicBezTo>
                    <a:cubicBezTo>
                      <a:pt x="5414" y="4121"/>
                      <a:pt x="5412" y="4106"/>
                      <a:pt x="5411" y="4090"/>
                    </a:cubicBezTo>
                    <a:cubicBezTo>
                      <a:pt x="5415" y="4037"/>
                      <a:pt x="5415" y="4037"/>
                      <a:pt x="5446" y="4000"/>
                    </a:cubicBezTo>
                    <a:cubicBezTo>
                      <a:pt x="5453" y="3994"/>
                      <a:pt x="5453" y="3994"/>
                      <a:pt x="5489" y="3966"/>
                    </a:cubicBezTo>
                    <a:cubicBezTo>
                      <a:pt x="5504" y="3953"/>
                      <a:pt x="5520" y="3941"/>
                      <a:pt x="5535" y="3928"/>
                    </a:cubicBezTo>
                    <a:cubicBezTo>
                      <a:pt x="5552" y="3915"/>
                      <a:pt x="5568" y="3902"/>
                      <a:pt x="5584" y="3889"/>
                    </a:cubicBezTo>
                    <a:cubicBezTo>
                      <a:pt x="5616" y="3864"/>
                      <a:pt x="5648" y="3838"/>
                      <a:pt x="5680" y="3812"/>
                    </a:cubicBezTo>
                    <a:cubicBezTo>
                      <a:pt x="5687" y="3807"/>
                      <a:pt x="5687" y="3807"/>
                      <a:pt x="5723" y="3778"/>
                    </a:cubicBezTo>
                    <a:cubicBezTo>
                      <a:pt x="5760" y="3741"/>
                      <a:pt x="5760" y="3741"/>
                      <a:pt x="5786" y="3688"/>
                    </a:cubicBezTo>
                    <a:cubicBezTo>
                      <a:pt x="5794" y="3673"/>
                      <a:pt x="5801" y="3658"/>
                      <a:pt x="5809" y="3643"/>
                    </a:cubicBezTo>
                    <a:cubicBezTo>
                      <a:pt x="5861" y="3637"/>
                      <a:pt x="5861" y="3637"/>
                      <a:pt x="5908" y="3643"/>
                    </a:cubicBezTo>
                    <a:cubicBezTo>
                      <a:pt x="5908" y="3610"/>
                      <a:pt x="5908" y="3578"/>
                      <a:pt x="5908" y="3545"/>
                    </a:cubicBezTo>
                    <a:cubicBezTo>
                      <a:pt x="6016" y="3540"/>
                      <a:pt x="6125" y="3536"/>
                      <a:pt x="6233" y="3534"/>
                    </a:cubicBezTo>
                    <a:cubicBezTo>
                      <a:pt x="6270" y="3533"/>
                      <a:pt x="6307" y="3531"/>
                      <a:pt x="6344" y="3530"/>
                    </a:cubicBezTo>
                    <a:cubicBezTo>
                      <a:pt x="6683" y="3514"/>
                      <a:pt x="6683" y="3514"/>
                      <a:pt x="6793" y="3611"/>
                    </a:cubicBezTo>
                    <a:cubicBezTo>
                      <a:pt x="6851" y="3670"/>
                      <a:pt x="6890" y="3714"/>
                      <a:pt x="6897" y="3797"/>
                    </a:cubicBezTo>
                    <a:cubicBezTo>
                      <a:pt x="6895" y="3811"/>
                      <a:pt x="6894" y="3825"/>
                      <a:pt x="6892" y="3840"/>
                    </a:cubicBezTo>
                    <a:cubicBezTo>
                      <a:pt x="6925" y="3840"/>
                      <a:pt x="6957" y="3840"/>
                      <a:pt x="6991" y="3840"/>
                    </a:cubicBezTo>
                    <a:cubicBezTo>
                      <a:pt x="6991" y="3872"/>
                      <a:pt x="6991" y="3905"/>
                      <a:pt x="6991" y="3938"/>
                    </a:cubicBezTo>
                    <a:cubicBezTo>
                      <a:pt x="7023" y="3938"/>
                      <a:pt x="7056" y="3938"/>
                      <a:pt x="7089" y="3938"/>
                    </a:cubicBezTo>
                    <a:cubicBezTo>
                      <a:pt x="7089" y="3971"/>
                      <a:pt x="7089" y="4003"/>
                      <a:pt x="7089" y="4037"/>
                    </a:cubicBezTo>
                    <a:cubicBezTo>
                      <a:pt x="7122" y="4037"/>
                      <a:pt x="7154" y="4037"/>
                      <a:pt x="7188" y="4037"/>
                    </a:cubicBezTo>
                    <a:cubicBezTo>
                      <a:pt x="7188" y="4069"/>
                      <a:pt x="7188" y="4102"/>
                      <a:pt x="7188" y="4135"/>
                    </a:cubicBezTo>
                    <a:cubicBezTo>
                      <a:pt x="7220" y="4135"/>
                      <a:pt x="7252" y="4135"/>
                      <a:pt x="7286" y="4135"/>
                    </a:cubicBezTo>
                    <a:cubicBezTo>
                      <a:pt x="7286" y="4200"/>
                      <a:pt x="7286" y="4265"/>
                      <a:pt x="7286" y="4332"/>
                    </a:cubicBezTo>
                    <a:cubicBezTo>
                      <a:pt x="7318" y="4332"/>
                      <a:pt x="7351" y="4332"/>
                      <a:pt x="7384" y="4332"/>
                    </a:cubicBezTo>
                    <a:cubicBezTo>
                      <a:pt x="7384" y="4397"/>
                      <a:pt x="7384" y="4462"/>
                      <a:pt x="7384" y="4529"/>
                    </a:cubicBezTo>
                    <a:cubicBezTo>
                      <a:pt x="7417" y="4529"/>
                      <a:pt x="7449" y="4529"/>
                      <a:pt x="7483" y="4529"/>
                    </a:cubicBezTo>
                    <a:cubicBezTo>
                      <a:pt x="7483" y="4627"/>
                      <a:pt x="7483" y="4724"/>
                      <a:pt x="7483" y="4824"/>
                    </a:cubicBezTo>
                    <a:cubicBezTo>
                      <a:pt x="7515" y="4824"/>
                      <a:pt x="7548" y="4824"/>
                      <a:pt x="7581" y="4824"/>
                    </a:cubicBezTo>
                    <a:cubicBezTo>
                      <a:pt x="7581" y="4954"/>
                      <a:pt x="7581" y="5084"/>
                      <a:pt x="7581" y="5218"/>
                    </a:cubicBezTo>
                    <a:cubicBezTo>
                      <a:pt x="7614" y="5218"/>
                      <a:pt x="7646" y="5218"/>
                      <a:pt x="7680" y="5218"/>
                    </a:cubicBezTo>
                    <a:cubicBezTo>
                      <a:pt x="7680" y="5348"/>
                      <a:pt x="7680" y="5478"/>
                      <a:pt x="7680" y="5612"/>
                    </a:cubicBezTo>
                    <a:cubicBezTo>
                      <a:pt x="7712" y="5612"/>
                      <a:pt x="7745" y="5612"/>
                      <a:pt x="7778" y="5612"/>
                    </a:cubicBezTo>
                    <a:cubicBezTo>
                      <a:pt x="7778" y="5710"/>
                      <a:pt x="7778" y="5807"/>
                      <a:pt x="7778" y="5908"/>
                    </a:cubicBezTo>
                    <a:cubicBezTo>
                      <a:pt x="7811" y="5908"/>
                      <a:pt x="7843" y="5908"/>
                      <a:pt x="7877" y="5908"/>
                    </a:cubicBezTo>
                    <a:cubicBezTo>
                      <a:pt x="7877" y="6102"/>
                      <a:pt x="7877" y="6297"/>
                      <a:pt x="7877" y="6498"/>
                    </a:cubicBezTo>
                    <a:cubicBezTo>
                      <a:pt x="7909" y="6498"/>
                      <a:pt x="7942" y="6498"/>
                      <a:pt x="7975" y="6498"/>
                    </a:cubicBezTo>
                    <a:cubicBezTo>
                      <a:pt x="7975" y="6628"/>
                      <a:pt x="7975" y="6758"/>
                      <a:pt x="7975" y="6892"/>
                    </a:cubicBezTo>
                    <a:cubicBezTo>
                      <a:pt x="8008" y="6892"/>
                      <a:pt x="8040" y="6892"/>
                      <a:pt x="8074" y="6892"/>
                    </a:cubicBezTo>
                    <a:cubicBezTo>
                      <a:pt x="8074" y="7055"/>
                      <a:pt x="8074" y="7217"/>
                      <a:pt x="8074" y="7384"/>
                    </a:cubicBezTo>
                    <a:cubicBezTo>
                      <a:pt x="8106" y="7384"/>
                      <a:pt x="8139" y="7384"/>
                      <a:pt x="8172" y="7384"/>
                    </a:cubicBezTo>
                    <a:cubicBezTo>
                      <a:pt x="8172" y="7514"/>
                      <a:pt x="8172" y="7644"/>
                      <a:pt x="8172" y="7778"/>
                    </a:cubicBezTo>
                    <a:cubicBezTo>
                      <a:pt x="8205" y="7778"/>
                      <a:pt x="8237" y="7778"/>
                      <a:pt x="8271" y="7778"/>
                    </a:cubicBezTo>
                    <a:cubicBezTo>
                      <a:pt x="8271" y="7908"/>
                      <a:pt x="8271" y="8038"/>
                      <a:pt x="8271" y="8172"/>
                    </a:cubicBezTo>
                    <a:cubicBezTo>
                      <a:pt x="8303" y="8172"/>
                      <a:pt x="8336" y="8172"/>
                      <a:pt x="8369" y="8172"/>
                    </a:cubicBezTo>
                    <a:cubicBezTo>
                      <a:pt x="8369" y="8302"/>
                      <a:pt x="8369" y="8432"/>
                      <a:pt x="8369" y="8566"/>
                    </a:cubicBezTo>
                    <a:cubicBezTo>
                      <a:pt x="8401" y="8566"/>
                      <a:pt x="8434" y="8566"/>
                      <a:pt x="8467" y="8566"/>
                    </a:cubicBezTo>
                    <a:cubicBezTo>
                      <a:pt x="8467" y="8696"/>
                      <a:pt x="8467" y="8826"/>
                      <a:pt x="8467" y="8960"/>
                    </a:cubicBezTo>
                    <a:cubicBezTo>
                      <a:pt x="8500" y="8960"/>
                      <a:pt x="8532" y="8960"/>
                      <a:pt x="8566" y="8960"/>
                    </a:cubicBezTo>
                    <a:cubicBezTo>
                      <a:pt x="8566" y="9057"/>
                      <a:pt x="8566" y="9155"/>
                      <a:pt x="8566" y="9255"/>
                    </a:cubicBezTo>
                    <a:cubicBezTo>
                      <a:pt x="8598" y="9255"/>
                      <a:pt x="8631" y="9255"/>
                      <a:pt x="8664" y="9255"/>
                    </a:cubicBezTo>
                    <a:cubicBezTo>
                      <a:pt x="8664" y="9353"/>
                      <a:pt x="8664" y="9450"/>
                      <a:pt x="8664" y="9551"/>
                    </a:cubicBezTo>
                    <a:cubicBezTo>
                      <a:pt x="8697" y="9551"/>
                      <a:pt x="8729" y="9551"/>
                      <a:pt x="8763" y="9551"/>
                    </a:cubicBezTo>
                    <a:cubicBezTo>
                      <a:pt x="8763" y="9615"/>
                      <a:pt x="8763" y="9680"/>
                      <a:pt x="8763" y="9747"/>
                    </a:cubicBezTo>
                    <a:cubicBezTo>
                      <a:pt x="8795" y="9747"/>
                      <a:pt x="8828" y="9747"/>
                      <a:pt x="8861" y="9747"/>
                    </a:cubicBezTo>
                    <a:cubicBezTo>
                      <a:pt x="8861" y="9780"/>
                      <a:pt x="8861" y="9812"/>
                      <a:pt x="8861" y="9846"/>
                    </a:cubicBezTo>
                    <a:cubicBezTo>
                      <a:pt x="8894" y="9846"/>
                      <a:pt x="8926" y="9846"/>
                      <a:pt x="8960" y="9846"/>
                    </a:cubicBezTo>
                    <a:cubicBezTo>
                      <a:pt x="8960" y="9878"/>
                      <a:pt x="8960" y="9911"/>
                      <a:pt x="8960" y="9944"/>
                    </a:cubicBezTo>
                    <a:cubicBezTo>
                      <a:pt x="8992" y="9944"/>
                      <a:pt x="9025" y="9944"/>
                      <a:pt x="9058" y="9944"/>
                    </a:cubicBezTo>
                    <a:cubicBezTo>
                      <a:pt x="9058" y="9977"/>
                      <a:pt x="9058" y="10009"/>
                      <a:pt x="9058" y="10043"/>
                    </a:cubicBezTo>
                    <a:cubicBezTo>
                      <a:pt x="9123" y="10043"/>
                      <a:pt x="9188" y="10043"/>
                      <a:pt x="9255" y="10043"/>
                    </a:cubicBezTo>
                    <a:cubicBezTo>
                      <a:pt x="9255" y="10010"/>
                      <a:pt x="9255" y="9978"/>
                      <a:pt x="9255" y="9944"/>
                    </a:cubicBezTo>
                    <a:cubicBezTo>
                      <a:pt x="9288" y="9944"/>
                      <a:pt x="9320" y="9944"/>
                      <a:pt x="9354" y="9944"/>
                    </a:cubicBezTo>
                    <a:cubicBezTo>
                      <a:pt x="9354" y="9912"/>
                      <a:pt x="9354" y="9879"/>
                      <a:pt x="9354" y="9846"/>
                    </a:cubicBezTo>
                    <a:cubicBezTo>
                      <a:pt x="9386" y="9846"/>
                      <a:pt x="9419" y="9846"/>
                      <a:pt x="9452" y="9846"/>
                    </a:cubicBezTo>
                    <a:cubicBezTo>
                      <a:pt x="9452" y="9748"/>
                      <a:pt x="9452" y="9651"/>
                      <a:pt x="9452" y="9551"/>
                    </a:cubicBezTo>
                    <a:cubicBezTo>
                      <a:pt x="9485" y="9551"/>
                      <a:pt x="9517" y="9551"/>
                      <a:pt x="9551" y="9551"/>
                    </a:cubicBezTo>
                    <a:cubicBezTo>
                      <a:pt x="9551" y="9486"/>
                      <a:pt x="9551" y="9421"/>
                      <a:pt x="9551" y="9354"/>
                    </a:cubicBezTo>
                    <a:cubicBezTo>
                      <a:pt x="9583" y="9354"/>
                      <a:pt x="9615" y="9354"/>
                      <a:pt x="9649" y="9354"/>
                    </a:cubicBezTo>
                    <a:cubicBezTo>
                      <a:pt x="9649" y="9224"/>
                      <a:pt x="9649" y="9094"/>
                      <a:pt x="9649" y="8960"/>
                    </a:cubicBezTo>
                    <a:cubicBezTo>
                      <a:pt x="9681" y="8960"/>
                      <a:pt x="9714" y="8960"/>
                      <a:pt x="9747" y="8960"/>
                    </a:cubicBezTo>
                    <a:cubicBezTo>
                      <a:pt x="9747" y="8862"/>
                      <a:pt x="9747" y="8765"/>
                      <a:pt x="9747" y="8664"/>
                    </a:cubicBezTo>
                    <a:cubicBezTo>
                      <a:pt x="9780" y="8664"/>
                      <a:pt x="9812" y="8664"/>
                      <a:pt x="9846" y="8664"/>
                    </a:cubicBezTo>
                    <a:cubicBezTo>
                      <a:pt x="9846" y="8502"/>
                      <a:pt x="9846" y="8339"/>
                      <a:pt x="9846" y="8172"/>
                    </a:cubicBezTo>
                    <a:cubicBezTo>
                      <a:pt x="9878" y="8172"/>
                      <a:pt x="9911" y="8172"/>
                      <a:pt x="9944" y="8172"/>
                    </a:cubicBezTo>
                    <a:cubicBezTo>
                      <a:pt x="9944" y="8010"/>
                      <a:pt x="9944" y="7847"/>
                      <a:pt x="9944" y="7680"/>
                    </a:cubicBezTo>
                    <a:cubicBezTo>
                      <a:pt x="9977" y="7680"/>
                      <a:pt x="10009" y="7680"/>
                      <a:pt x="10043" y="7680"/>
                    </a:cubicBezTo>
                    <a:cubicBezTo>
                      <a:pt x="10043" y="7517"/>
                      <a:pt x="10043" y="7355"/>
                      <a:pt x="10043" y="7188"/>
                    </a:cubicBezTo>
                    <a:cubicBezTo>
                      <a:pt x="10075" y="7188"/>
                      <a:pt x="10108" y="7188"/>
                      <a:pt x="10141" y="7188"/>
                    </a:cubicBezTo>
                    <a:cubicBezTo>
                      <a:pt x="10141" y="7025"/>
                      <a:pt x="10141" y="6863"/>
                      <a:pt x="10141" y="6695"/>
                    </a:cubicBezTo>
                    <a:cubicBezTo>
                      <a:pt x="10174" y="6695"/>
                      <a:pt x="10206" y="6695"/>
                      <a:pt x="10240" y="6695"/>
                    </a:cubicBezTo>
                    <a:cubicBezTo>
                      <a:pt x="10240" y="6533"/>
                      <a:pt x="10240" y="6370"/>
                      <a:pt x="10240" y="6203"/>
                    </a:cubicBezTo>
                    <a:cubicBezTo>
                      <a:pt x="10272" y="6203"/>
                      <a:pt x="10305" y="6203"/>
                      <a:pt x="10338" y="6203"/>
                    </a:cubicBezTo>
                    <a:cubicBezTo>
                      <a:pt x="10338" y="5975"/>
                      <a:pt x="10338" y="5748"/>
                      <a:pt x="10338" y="5514"/>
                    </a:cubicBezTo>
                    <a:cubicBezTo>
                      <a:pt x="10371" y="5514"/>
                      <a:pt x="10403" y="5514"/>
                      <a:pt x="10437" y="5514"/>
                    </a:cubicBezTo>
                    <a:cubicBezTo>
                      <a:pt x="10437" y="5351"/>
                      <a:pt x="10437" y="5189"/>
                      <a:pt x="10437" y="5021"/>
                    </a:cubicBezTo>
                    <a:cubicBezTo>
                      <a:pt x="10469" y="5021"/>
                      <a:pt x="10502" y="5021"/>
                      <a:pt x="10535" y="5021"/>
                    </a:cubicBezTo>
                    <a:cubicBezTo>
                      <a:pt x="10535" y="4859"/>
                      <a:pt x="10535" y="4696"/>
                      <a:pt x="10535" y="4529"/>
                    </a:cubicBezTo>
                    <a:cubicBezTo>
                      <a:pt x="10568" y="4529"/>
                      <a:pt x="10600" y="4529"/>
                      <a:pt x="10634" y="4529"/>
                    </a:cubicBezTo>
                    <a:cubicBezTo>
                      <a:pt x="10634" y="4334"/>
                      <a:pt x="10634" y="4139"/>
                      <a:pt x="10634" y="3938"/>
                    </a:cubicBezTo>
                    <a:cubicBezTo>
                      <a:pt x="10666" y="3938"/>
                      <a:pt x="10699" y="3938"/>
                      <a:pt x="10732" y="3938"/>
                    </a:cubicBezTo>
                    <a:cubicBezTo>
                      <a:pt x="10732" y="3841"/>
                      <a:pt x="10732" y="3743"/>
                      <a:pt x="10732" y="3643"/>
                    </a:cubicBezTo>
                    <a:cubicBezTo>
                      <a:pt x="10765" y="3643"/>
                      <a:pt x="10797" y="3643"/>
                      <a:pt x="10830" y="3643"/>
                    </a:cubicBezTo>
                    <a:cubicBezTo>
                      <a:pt x="10830" y="3448"/>
                      <a:pt x="10830" y="3253"/>
                      <a:pt x="10830" y="3052"/>
                    </a:cubicBezTo>
                    <a:cubicBezTo>
                      <a:pt x="10863" y="3052"/>
                      <a:pt x="10895" y="3052"/>
                      <a:pt x="10929" y="3052"/>
                    </a:cubicBezTo>
                    <a:cubicBezTo>
                      <a:pt x="10929" y="2922"/>
                      <a:pt x="10929" y="2792"/>
                      <a:pt x="10929" y="2658"/>
                    </a:cubicBezTo>
                    <a:cubicBezTo>
                      <a:pt x="10961" y="2658"/>
                      <a:pt x="10994" y="2658"/>
                      <a:pt x="11027" y="2658"/>
                    </a:cubicBezTo>
                    <a:cubicBezTo>
                      <a:pt x="11027" y="2496"/>
                      <a:pt x="11027" y="2333"/>
                      <a:pt x="11027" y="2166"/>
                    </a:cubicBezTo>
                    <a:cubicBezTo>
                      <a:pt x="11060" y="2166"/>
                      <a:pt x="11092" y="2166"/>
                      <a:pt x="11126" y="2166"/>
                    </a:cubicBezTo>
                    <a:cubicBezTo>
                      <a:pt x="11126" y="2069"/>
                      <a:pt x="11126" y="1971"/>
                      <a:pt x="11126" y="1871"/>
                    </a:cubicBezTo>
                    <a:cubicBezTo>
                      <a:pt x="11158" y="1871"/>
                      <a:pt x="11191" y="1871"/>
                      <a:pt x="11224" y="1871"/>
                    </a:cubicBezTo>
                    <a:cubicBezTo>
                      <a:pt x="11224" y="1741"/>
                      <a:pt x="11224" y="1611"/>
                      <a:pt x="11224" y="1477"/>
                    </a:cubicBezTo>
                    <a:cubicBezTo>
                      <a:pt x="11257" y="1477"/>
                      <a:pt x="11289" y="1477"/>
                      <a:pt x="11323" y="1477"/>
                    </a:cubicBezTo>
                    <a:cubicBezTo>
                      <a:pt x="11323" y="1379"/>
                      <a:pt x="11323" y="1282"/>
                      <a:pt x="11323" y="1182"/>
                    </a:cubicBezTo>
                    <a:cubicBezTo>
                      <a:pt x="11355" y="1182"/>
                      <a:pt x="11388" y="1182"/>
                      <a:pt x="11421" y="1182"/>
                    </a:cubicBezTo>
                    <a:cubicBezTo>
                      <a:pt x="11421" y="1084"/>
                      <a:pt x="11421" y="987"/>
                      <a:pt x="11421" y="886"/>
                    </a:cubicBezTo>
                    <a:cubicBezTo>
                      <a:pt x="11454" y="886"/>
                      <a:pt x="11486" y="886"/>
                      <a:pt x="11520" y="886"/>
                    </a:cubicBezTo>
                    <a:cubicBezTo>
                      <a:pt x="11520" y="821"/>
                      <a:pt x="11520" y="756"/>
                      <a:pt x="11520" y="689"/>
                    </a:cubicBezTo>
                    <a:cubicBezTo>
                      <a:pt x="11552" y="689"/>
                      <a:pt x="11585" y="689"/>
                      <a:pt x="11618" y="689"/>
                    </a:cubicBezTo>
                    <a:cubicBezTo>
                      <a:pt x="11618" y="657"/>
                      <a:pt x="11618" y="624"/>
                      <a:pt x="11618" y="591"/>
                    </a:cubicBezTo>
                    <a:cubicBezTo>
                      <a:pt x="11651" y="591"/>
                      <a:pt x="11683" y="591"/>
                      <a:pt x="11717" y="591"/>
                    </a:cubicBezTo>
                    <a:cubicBezTo>
                      <a:pt x="11717" y="526"/>
                      <a:pt x="11717" y="461"/>
                      <a:pt x="11717" y="394"/>
                    </a:cubicBezTo>
                    <a:cubicBezTo>
                      <a:pt x="11749" y="394"/>
                      <a:pt x="11782" y="394"/>
                      <a:pt x="11815" y="394"/>
                    </a:cubicBezTo>
                    <a:cubicBezTo>
                      <a:pt x="11813" y="380"/>
                      <a:pt x="11811" y="366"/>
                      <a:pt x="11809" y="351"/>
                    </a:cubicBezTo>
                    <a:cubicBezTo>
                      <a:pt x="11817" y="276"/>
                      <a:pt x="11855" y="241"/>
                      <a:pt x="11907" y="191"/>
                    </a:cubicBezTo>
                    <a:cubicBezTo>
                      <a:pt x="11916" y="182"/>
                      <a:pt x="11925" y="173"/>
                      <a:pt x="11933" y="164"/>
                    </a:cubicBezTo>
                    <a:cubicBezTo>
                      <a:pt x="11978" y="119"/>
                      <a:pt x="12004" y="99"/>
                      <a:pt x="12068" y="93"/>
                    </a:cubicBezTo>
                    <a:cubicBezTo>
                      <a:pt x="12082" y="95"/>
                      <a:pt x="12096" y="96"/>
                      <a:pt x="12110" y="98"/>
                    </a:cubicBezTo>
                    <a:cubicBezTo>
                      <a:pt x="12110" y="66"/>
                      <a:pt x="12110" y="33"/>
                      <a:pt x="12110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625" cap="flat">
                <a:noFill/>
              </a:ln>
            </p:spPr>
          </p:sp>
          <p:sp>
            <p:nvSpPr>
              <p:cNvPr id="1083" name="ICON_TOOL_WAVE_path_002"/>
              <p:cNvSpPr/>
              <p:nvPr/>
            </p:nvSpPr>
            <p:spPr>
              <a:xfrm>
                <a:off x="5216732" y="3795946"/>
                <a:ext cx="63772" cy="152552"/>
              </a:xfrm>
              <a:custGeom>
                <a:avLst/>
                <a:gdLst/>
                <a:ahLst/>
                <a:cxnLst/>
                <a:rect l="0" t="0" r="r" b="b"/>
                <a:pathLst>
                  <a:path w="5021" h="12012" fill="norm" stroke="0">
                    <a:moveTo>
                      <a:pt x="2658" y="0"/>
                    </a:moveTo>
                    <a:cubicBezTo>
                      <a:pt x="2756" y="0"/>
                      <a:pt x="2853" y="0"/>
                      <a:pt x="2954" y="0"/>
                    </a:cubicBezTo>
                    <a:cubicBezTo>
                      <a:pt x="2954" y="32"/>
                      <a:pt x="2954" y="65"/>
                      <a:pt x="2954" y="98"/>
                    </a:cubicBezTo>
                    <a:cubicBezTo>
                      <a:pt x="2986" y="98"/>
                      <a:pt x="3019" y="98"/>
                      <a:pt x="3052" y="98"/>
                    </a:cubicBezTo>
                    <a:cubicBezTo>
                      <a:pt x="3052" y="131"/>
                      <a:pt x="3052" y="163"/>
                      <a:pt x="3052" y="197"/>
                    </a:cubicBezTo>
                    <a:cubicBezTo>
                      <a:pt x="3085" y="197"/>
                      <a:pt x="3117" y="197"/>
                      <a:pt x="3151" y="197"/>
                    </a:cubicBezTo>
                    <a:cubicBezTo>
                      <a:pt x="3151" y="262"/>
                      <a:pt x="3151" y="327"/>
                      <a:pt x="3151" y="394"/>
                    </a:cubicBezTo>
                    <a:cubicBezTo>
                      <a:pt x="3183" y="394"/>
                      <a:pt x="3216" y="394"/>
                      <a:pt x="3249" y="394"/>
                    </a:cubicBezTo>
                    <a:cubicBezTo>
                      <a:pt x="3249" y="491"/>
                      <a:pt x="3249" y="589"/>
                      <a:pt x="3249" y="689"/>
                    </a:cubicBezTo>
                    <a:cubicBezTo>
                      <a:pt x="3282" y="689"/>
                      <a:pt x="3314" y="689"/>
                      <a:pt x="3348" y="689"/>
                    </a:cubicBezTo>
                    <a:cubicBezTo>
                      <a:pt x="3348" y="787"/>
                      <a:pt x="3348" y="884"/>
                      <a:pt x="3348" y="985"/>
                    </a:cubicBezTo>
                    <a:cubicBezTo>
                      <a:pt x="3380" y="985"/>
                      <a:pt x="3413" y="985"/>
                      <a:pt x="3446" y="985"/>
                    </a:cubicBezTo>
                    <a:cubicBezTo>
                      <a:pt x="3446" y="1115"/>
                      <a:pt x="3446" y="1245"/>
                      <a:pt x="3446" y="1378"/>
                    </a:cubicBezTo>
                    <a:cubicBezTo>
                      <a:pt x="3479" y="1378"/>
                      <a:pt x="3511" y="1378"/>
                      <a:pt x="3545" y="1378"/>
                    </a:cubicBezTo>
                    <a:cubicBezTo>
                      <a:pt x="3545" y="1508"/>
                      <a:pt x="3545" y="1638"/>
                      <a:pt x="3545" y="1772"/>
                    </a:cubicBezTo>
                    <a:cubicBezTo>
                      <a:pt x="3577" y="1772"/>
                      <a:pt x="3610" y="1772"/>
                      <a:pt x="3643" y="1772"/>
                    </a:cubicBezTo>
                    <a:cubicBezTo>
                      <a:pt x="3643" y="1935"/>
                      <a:pt x="3643" y="2097"/>
                      <a:pt x="3643" y="2265"/>
                    </a:cubicBezTo>
                    <a:cubicBezTo>
                      <a:pt x="3675" y="2265"/>
                      <a:pt x="3708" y="2265"/>
                      <a:pt x="3741" y="2265"/>
                    </a:cubicBezTo>
                    <a:cubicBezTo>
                      <a:pt x="3741" y="2460"/>
                      <a:pt x="3741" y="2654"/>
                      <a:pt x="3741" y="2855"/>
                    </a:cubicBezTo>
                    <a:cubicBezTo>
                      <a:pt x="3774" y="2855"/>
                      <a:pt x="3806" y="2855"/>
                      <a:pt x="3840" y="2855"/>
                    </a:cubicBezTo>
                    <a:cubicBezTo>
                      <a:pt x="3840" y="3115"/>
                      <a:pt x="3840" y="3375"/>
                      <a:pt x="3840" y="3643"/>
                    </a:cubicBezTo>
                    <a:cubicBezTo>
                      <a:pt x="3872" y="3643"/>
                      <a:pt x="3905" y="3643"/>
                      <a:pt x="3938" y="3643"/>
                    </a:cubicBezTo>
                    <a:cubicBezTo>
                      <a:pt x="3938" y="3870"/>
                      <a:pt x="3938" y="4098"/>
                      <a:pt x="3938" y="4332"/>
                    </a:cubicBezTo>
                    <a:cubicBezTo>
                      <a:pt x="3971" y="4332"/>
                      <a:pt x="4003" y="4332"/>
                      <a:pt x="4037" y="4332"/>
                    </a:cubicBezTo>
                    <a:cubicBezTo>
                      <a:pt x="4037" y="4592"/>
                      <a:pt x="4037" y="4852"/>
                      <a:pt x="4037" y="5120"/>
                    </a:cubicBezTo>
                    <a:cubicBezTo>
                      <a:pt x="4069" y="5120"/>
                      <a:pt x="4102" y="5120"/>
                      <a:pt x="4135" y="5120"/>
                    </a:cubicBezTo>
                    <a:cubicBezTo>
                      <a:pt x="4135" y="5380"/>
                      <a:pt x="4135" y="5640"/>
                      <a:pt x="4135" y="5908"/>
                    </a:cubicBezTo>
                    <a:cubicBezTo>
                      <a:pt x="4168" y="5908"/>
                      <a:pt x="4200" y="5908"/>
                      <a:pt x="4234" y="5908"/>
                    </a:cubicBezTo>
                    <a:cubicBezTo>
                      <a:pt x="4234" y="6167"/>
                      <a:pt x="4234" y="6427"/>
                      <a:pt x="4234" y="6695"/>
                    </a:cubicBezTo>
                    <a:cubicBezTo>
                      <a:pt x="4266" y="6695"/>
                      <a:pt x="4299" y="6695"/>
                      <a:pt x="4332" y="6695"/>
                    </a:cubicBezTo>
                    <a:cubicBezTo>
                      <a:pt x="4332" y="6923"/>
                      <a:pt x="4332" y="7150"/>
                      <a:pt x="4332" y="7384"/>
                    </a:cubicBezTo>
                    <a:cubicBezTo>
                      <a:pt x="4365" y="7384"/>
                      <a:pt x="4397" y="7384"/>
                      <a:pt x="4431" y="7384"/>
                    </a:cubicBezTo>
                    <a:cubicBezTo>
                      <a:pt x="4431" y="7579"/>
                      <a:pt x="4431" y="7774"/>
                      <a:pt x="4431" y="7975"/>
                    </a:cubicBezTo>
                    <a:cubicBezTo>
                      <a:pt x="4463" y="7975"/>
                      <a:pt x="4496" y="7975"/>
                      <a:pt x="4529" y="7975"/>
                    </a:cubicBezTo>
                    <a:cubicBezTo>
                      <a:pt x="4529" y="8170"/>
                      <a:pt x="4529" y="8365"/>
                      <a:pt x="4529" y="8566"/>
                    </a:cubicBezTo>
                    <a:cubicBezTo>
                      <a:pt x="4562" y="8566"/>
                      <a:pt x="4594" y="8566"/>
                      <a:pt x="4628" y="8566"/>
                    </a:cubicBezTo>
                    <a:cubicBezTo>
                      <a:pt x="4628" y="8728"/>
                      <a:pt x="4628" y="8891"/>
                      <a:pt x="4628" y="9058"/>
                    </a:cubicBezTo>
                    <a:cubicBezTo>
                      <a:pt x="4660" y="9058"/>
                      <a:pt x="4693" y="9058"/>
                      <a:pt x="4726" y="9058"/>
                    </a:cubicBezTo>
                    <a:cubicBezTo>
                      <a:pt x="4726" y="9188"/>
                      <a:pt x="4726" y="9318"/>
                      <a:pt x="4726" y="9452"/>
                    </a:cubicBezTo>
                    <a:cubicBezTo>
                      <a:pt x="4759" y="9452"/>
                      <a:pt x="4791" y="9452"/>
                      <a:pt x="4824" y="9452"/>
                    </a:cubicBezTo>
                    <a:cubicBezTo>
                      <a:pt x="4824" y="9550"/>
                      <a:pt x="4824" y="9647"/>
                      <a:pt x="4824" y="9747"/>
                    </a:cubicBezTo>
                    <a:cubicBezTo>
                      <a:pt x="4857" y="9747"/>
                      <a:pt x="4889" y="9747"/>
                      <a:pt x="4923" y="9747"/>
                    </a:cubicBezTo>
                    <a:cubicBezTo>
                      <a:pt x="4923" y="9812"/>
                      <a:pt x="4923" y="9877"/>
                      <a:pt x="4923" y="9944"/>
                    </a:cubicBezTo>
                    <a:cubicBezTo>
                      <a:pt x="4955" y="9944"/>
                      <a:pt x="4988" y="9944"/>
                      <a:pt x="5021" y="9944"/>
                    </a:cubicBezTo>
                    <a:cubicBezTo>
                      <a:pt x="5021" y="10009"/>
                      <a:pt x="5021" y="10074"/>
                      <a:pt x="5021" y="10141"/>
                    </a:cubicBezTo>
                    <a:cubicBezTo>
                      <a:pt x="4989" y="10141"/>
                      <a:pt x="4956" y="10141"/>
                      <a:pt x="4923" y="10141"/>
                    </a:cubicBezTo>
                    <a:cubicBezTo>
                      <a:pt x="4923" y="10174"/>
                      <a:pt x="4923" y="10206"/>
                      <a:pt x="4923" y="10240"/>
                    </a:cubicBezTo>
                    <a:cubicBezTo>
                      <a:pt x="4793" y="10240"/>
                      <a:pt x="4663" y="10240"/>
                      <a:pt x="4529" y="10240"/>
                    </a:cubicBezTo>
                    <a:cubicBezTo>
                      <a:pt x="4529" y="10272"/>
                      <a:pt x="4529" y="10305"/>
                      <a:pt x="4529" y="10338"/>
                    </a:cubicBezTo>
                    <a:cubicBezTo>
                      <a:pt x="4497" y="10338"/>
                      <a:pt x="4464" y="10338"/>
                      <a:pt x="4431" y="10338"/>
                    </a:cubicBezTo>
                    <a:cubicBezTo>
                      <a:pt x="4431" y="10436"/>
                      <a:pt x="4431" y="10533"/>
                      <a:pt x="4431" y="10634"/>
                    </a:cubicBezTo>
                    <a:cubicBezTo>
                      <a:pt x="4398" y="10634"/>
                      <a:pt x="4366" y="10634"/>
                      <a:pt x="4332" y="10634"/>
                    </a:cubicBezTo>
                    <a:cubicBezTo>
                      <a:pt x="4332" y="10699"/>
                      <a:pt x="4332" y="10764"/>
                      <a:pt x="4332" y="10830"/>
                    </a:cubicBezTo>
                    <a:cubicBezTo>
                      <a:pt x="4300" y="10830"/>
                      <a:pt x="4267" y="10830"/>
                      <a:pt x="4234" y="10830"/>
                    </a:cubicBezTo>
                    <a:cubicBezTo>
                      <a:pt x="4234" y="10895"/>
                      <a:pt x="4234" y="10960"/>
                      <a:pt x="4234" y="11027"/>
                    </a:cubicBezTo>
                    <a:cubicBezTo>
                      <a:pt x="4201" y="11027"/>
                      <a:pt x="4169" y="11027"/>
                      <a:pt x="4135" y="11027"/>
                    </a:cubicBezTo>
                    <a:cubicBezTo>
                      <a:pt x="4135" y="11060"/>
                      <a:pt x="4135" y="11092"/>
                      <a:pt x="4135" y="11126"/>
                    </a:cubicBezTo>
                    <a:cubicBezTo>
                      <a:pt x="4103" y="11126"/>
                      <a:pt x="4070" y="11126"/>
                      <a:pt x="4037" y="11126"/>
                    </a:cubicBezTo>
                    <a:cubicBezTo>
                      <a:pt x="4037" y="11191"/>
                      <a:pt x="4037" y="11256"/>
                      <a:pt x="4037" y="11323"/>
                    </a:cubicBezTo>
                    <a:cubicBezTo>
                      <a:pt x="4004" y="11323"/>
                      <a:pt x="3972" y="11323"/>
                      <a:pt x="3938" y="11323"/>
                    </a:cubicBezTo>
                    <a:cubicBezTo>
                      <a:pt x="3938" y="11355"/>
                      <a:pt x="3938" y="11388"/>
                      <a:pt x="3938" y="11421"/>
                    </a:cubicBezTo>
                    <a:cubicBezTo>
                      <a:pt x="3906" y="11421"/>
                      <a:pt x="3873" y="11421"/>
                      <a:pt x="3840" y="11421"/>
                    </a:cubicBezTo>
                    <a:cubicBezTo>
                      <a:pt x="3840" y="11454"/>
                      <a:pt x="3840" y="11486"/>
                      <a:pt x="3840" y="11520"/>
                    </a:cubicBezTo>
                    <a:cubicBezTo>
                      <a:pt x="3807" y="11520"/>
                      <a:pt x="3775" y="11520"/>
                      <a:pt x="3741" y="11520"/>
                    </a:cubicBezTo>
                    <a:cubicBezTo>
                      <a:pt x="3741" y="11552"/>
                      <a:pt x="3741" y="11585"/>
                      <a:pt x="3741" y="11618"/>
                    </a:cubicBezTo>
                    <a:cubicBezTo>
                      <a:pt x="3709" y="11618"/>
                      <a:pt x="3676" y="11618"/>
                      <a:pt x="3643" y="11618"/>
                    </a:cubicBezTo>
                    <a:cubicBezTo>
                      <a:pt x="3643" y="11651"/>
                      <a:pt x="3643" y="11683"/>
                      <a:pt x="3643" y="11717"/>
                    </a:cubicBezTo>
                    <a:cubicBezTo>
                      <a:pt x="3610" y="11717"/>
                      <a:pt x="3578" y="11717"/>
                      <a:pt x="3545" y="11717"/>
                    </a:cubicBezTo>
                    <a:cubicBezTo>
                      <a:pt x="3545" y="11749"/>
                      <a:pt x="3545" y="11782"/>
                      <a:pt x="3545" y="11815"/>
                    </a:cubicBezTo>
                    <a:cubicBezTo>
                      <a:pt x="3480" y="11815"/>
                      <a:pt x="3415" y="11815"/>
                      <a:pt x="3348" y="11815"/>
                    </a:cubicBezTo>
                    <a:cubicBezTo>
                      <a:pt x="3348" y="11848"/>
                      <a:pt x="3348" y="11880"/>
                      <a:pt x="3348" y="11914"/>
                    </a:cubicBezTo>
                    <a:cubicBezTo>
                      <a:pt x="3283" y="11914"/>
                      <a:pt x="3218" y="11914"/>
                      <a:pt x="3151" y="11914"/>
                    </a:cubicBezTo>
                    <a:cubicBezTo>
                      <a:pt x="3151" y="11946"/>
                      <a:pt x="3151" y="11979"/>
                      <a:pt x="3151" y="12012"/>
                    </a:cubicBezTo>
                    <a:cubicBezTo>
                      <a:pt x="2923" y="12012"/>
                      <a:pt x="2696" y="12012"/>
                      <a:pt x="2461" y="12012"/>
                    </a:cubicBezTo>
                    <a:cubicBezTo>
                      <a:pt x="2461" y="11979"/>
                      <a:pt x="2461" y="11947"/>
                      <a:pt x="2461" y="11914"/>
                    </a:cubicBezTo>
                    <a:cubicBezTo>
                      <a:pt x="2364" y="11914"/>
                      <a:pt x="2267" y="11914"/>
                      <a:pt x="2166" y="11914"/>
                    </a:cubicBezTo>
                    <a:cubicBezTo>
                      <a:pt x="2166" y="11881"/>
                      <a:pt x="2166" y="11849"/>
                      <a:pt x="2166" y="11815"/>
                    </a:cubicBezTo>
                    <a:cubicBezTo>
                      <a:pt x="2134" y="11815"/>
                      <a:pt x="2101" y="11815"/>
                      <a:pt x="2068" y="11815"/>
                    </a:cubicBezTo>
                    <a:cubicBezTo>
                      <a:pt x="2068" y="11783"/>
                      <a:pt x="2068" y="11750"/>
                      <a:pt x="2068" y="11717"/>
                    </a:cubicBezTo>
                    <a:cubicBezTo>
                      <a:pt x="2035" y="11717"/>
                      <a:pt x="2003" y="11717"/>
                      <a:pt x="1969" y="11717"/>
                    </a:cubicBezTo>
                    <a:cubicBezTo>
                      <a:pt x="1969" y="11684"/>
                      <a:pt x="1969" y="11652"/>
                      <a:pt x="1969" y="11618"/>
                    </a:cubicBezTo>
                    <a:cubicBezTo>
                      <a:pt x="1937" y="11618"/>
                      <a:pt x="1904" y="11618"/>
                      <a:pt x="1871" y="11618"/>
                    </a:cubicBezTo>
                    <a:cubicBezTo>
                      <a:pt x="1871" y="11586"/>
                      <a:pt x="1871" y="11553"/>
                      <a:pt x="1871" y="11520"/>
                    </a:cubicBezTo>
                    <a:cubicBezTo>
                      <a:pt x="1838" y="11520"/>
                      <a:pt x="1806" y="11520"/>
                      <a:pt x="1772" y="11520"/>
                    </a:cubicBezTo>
                    <a:cubicBezTo>
                      <a:pt x="1772" y="11487"/>
                      <a:pt x="1772" y="11455"/>
                      <a:pt x="1772" y="11421"/>
                    </a:cubicBezTo>
                    <a:cubicBezTo>
                      <a:pt x="1740" y="11421"/>
                      <a:pt x="1707" y="11421"/>
                      <a:pt x="1674" y="11421"/>
                    </a:cubicBezTo>
                    <a:cubicBezTo>
                      <a:pt x="1674" y="11389"/>
                      <a:pt x="1674" y="11356"/>
                      <a:pt x="1674" y="11323"/>
                    </a:cubicBezTo>
                    <a:cubicBezTo>
                      <a:pt x="1641" y="11323"/>
                      <a:pt x="1609" y="11323"/>
                      <a:pt x="1575" y="11323"/>
                    </a:cubicBezTo>
                    <a:cubicBezTo>
                      <a:pt x="1575" y="11290"/>
                      <a:pt x="1575" y="11258"/>
                      <a:pt x="1575" y="11224"/>
                    </a:cubicBezTo>
                    <a:cubicBezTo>
                      <a:pt x="1543" y="11224"/>
                      <a:pt x="1510" y="11224"/>
                      <a:pt x="1477" y="11224"/>
                    </a:cubicBezTo>
                    <a:cubicBezTo>
                      <a:pt x="1477" y="11159"/>
                      <a:pt x="1477" y="11094"/>
                      <a:pt x="1477" y="11027"/>
                    </a:cubicBezTo>
                    <a:cubicBezTo>
                      <a:pt x="1444" y="11027"/>
                      <a:pt x="1412" y="11027"/>
                      <a:pt x="1378" y="11027"/>
                    </a:cubicBezTo>
                    <a:cubicBezTo>
                      <a:pt x="1378" y="10962"/>
                      <a:pt x="1378" y="10897"/>
                      <a:pt x="1378" y="10830"/>
                    </a:cubicBezTo>
                    <a:cubicBezTo>
                      <a:pt x="1346" y="10830"/>
                      <a:pt x="1313" y="10830"/>
                      <a:pt x="1280" y="10830"/>
                    </a:cubicBezTo>
                    <a:cubicBezTo>
                      <a:pt x="1280" y="10765"/>
                      <a:pt x="1280" y="10701"/>
                      <a:pt x="1280" y="10634"/>
                    </a:cubicBezTo>
                    <a:cubicBezTo>
                      <a:pt x="1247" y="10634"/>
                      <a:pt x="1215" y="10634"/>
                      <a:pt x="1182" y="10634"/>
                    </a:cubicBezTo>
                    <a:cubicBezTo>
                      <a:pt x="1182" y="10569"/>
                      <a:pt x="1182" y="10504"/>
                      <a:pt x="1182" y="10437"/>
                    </a:cubicBezTo>
                    <a:cubicBezTo>
                      <a:pt x="1149" y="10437"/>
                      <a:pt x="1117" y="10437"/>
                      <a:pt x="1083" y="10437"/>
                    </a:cubicBezTo>
                    <a:cubicBezTo>
                      <a:pt x="1083" y="10372"/>
                      <a:pt x="1083" y="10307"/>
                      <a:pt x="1083" y="10240"/>
                    </a:cubicBezTo>
                    <a:cubicBezTo>
                      <a:pt x="1051" y="10240"/>
                      <a:pt x="1018" y="10240"/>
                      <a:pt x="985" y="10240"/>
                    </a:cubicBezTo>
                    <a:cubicBezTo>
                      <a:pt x="985" y="10175"/>
                      <a:pt x="985" y="10110"/>
                      <a:pt x="985" y="10043"/>
                    </a:cubicBezTo>
                    <a:cubicBezTo>
                      <a:pt x="952" y="10043"/>
                      <a:pt x="920" y="10043"/>
                      <a:pt x="886" y="10043"/>
                    </a:cubicBezTo>
                    <a:cubicBezTo>
                      <a:pt x="886" y="10010"/>
                      <a:pt x="886" y="9978"/>
                      <a:pt x="886" y="9944"/>
                    </a:cubicBezTo>
                    <a:cubicBezTo>
                      <a:pt x="854" y="9944"/>
                      <a:pt x="821" y="9944"/>
                      <a:pt x="788" y="9944"/>
                    </a:cubicBezTo>
                    <a:cubicBezTo>
                      <a:pt x="788" y="9912"/>
                      <a:pt x="788" y="9879"/>
                      <a:pt x="788" y="9846"/>
                    </a:cubicBezTo>
                    <a:cubicBezTo>
                      <a:pt x="755" y="9846"/>
                      <a:pt x="723" y="9846"/>
                      <a:pt x="689" y="9846"/>
                    </a:cubicBezTo>
                    <a:cubicBezTo>
                      <a:pt x="689" y="9813"/>
                      <a:pt x="689" y="9781"/>
                      <a:pt x="689" y="9747"/>
                    </a:cubicBezTo>
                    <a:cubicBezTo>
                      <a:pt x="559" y="9747"/>
                      <a:pt x="429" y="9747"/>
                      <a:pt x="295" y="9747"/>
                    </a:cubicBezTo>
                    <a:cubicBezTo>
                      <a:pt x="295" y="9780"/>
                      <a:pt x="295" y="9812"/>
                      <a:pt x="295" y="9846"/>
                    </a:cubicBezTo>
                    <a:cubicBezTo>
                      <a:pt x="198" y="9846"/>
                      <a:pt x="100" y="9846"/>
                      <a:pt x="0" y="9846"/>
                    </a:cubicBezTo>
                    <a:cubicBezTo>
                      <a:pt x="0" y="9781"/>
                      <a:pt x="0" y="9716"/>
                      <a:pt x="0" y="9649"/>
                    </a:cubicBezTo>
                    <a:cubicBezTo>
                      <a:pt x="32" y="9649"/>
                      <a:pt x="65" y="9649"/>
                      <a:pt x="98" y="9649"/>
                    </a:cubicBezTo>
                    <a:cubicBezTo>
                      <a:pt x="98" y="9616"/>
                      <a:pt x="98" y="9584"/>
                      <a:pt x="98" y="9551"/>
                    </a:cubicBezTo>
                    <a:cubicBezTo>
                      <a:pt x="131" y="9551"/>
                      <a:pt x="163" y="9551"/>
                      <a:pt x="197" y="9551"/>
                    </a:cubicBezTo>
                    <a:cubicBezTo>
                      <a:pt x="197" y="9486"/>
                      <a:pt x="197" y="9421"/>
                      <a:pt x="197" y="9354"/>
                    </a:cubicBezTo>
                    <a:cubicBezTo>
                      <a:pt x="229" y="9354"/>
                      <a:pt x="262" y="9354"/>
                      <a:pt x="295" y="9354"/>
                    </a:cubicBezTo>
                    <a:cubicBezTo>
                      <a:pt x="295" y="9256"/>
                      <a:pt x="295" y="9159"/>
                      <a:pt x="295" y="9058"/>
                    </a:cubicBezTo>
                    <a:cubicBezTo>
                      <a:pt x="328" y="9058"/>
                      <a:pt x="360" y="9058"/>
                      <a:pt x="394" y="9058"/>
                    </a:cubicBezTo>
                    <a:cubicBezTo>
                      <a:pt x="394" y="8961"/>
                      <a:pt x="394" y="8863"/>
                      <a:pt x="394" y="8763"/>
                    </a:cubicBezTo>
                    <a:cubicBezTo>
                      <a:pt x="426" y="8763"/>
                      <a:pt x="459" y="8763"/>
                      <a:pt x="492" y="8763"/>
                    </a:cubicBezTo>
                    <a:cubicBezTo>
                      <a:pt x="492" y="8665"/>
                      <a:pt x="492" y="8568"/>
                      <a:pt x="492" y="8467"/>
                    </a:cubicBezTo>
                    <a:cubicBezTo>
                      <a:pt x="525" y="8467"/>
                      <a:pt x="557" y="8467"/>
                      <a:pt x="591" y="8467"/>
                    </a:cubicBezTo>
                    <a:cubicBezTo>
                      <a:pt x="591" y="8337"/>
                      <a:pt x="591" y="8208"/>
                      <a:pt x="591" y="8074"/>
                    </a:cubicBezTo>
                    <a:cubicBezTo>
                      <a:pt x="623" y="8074"/>
                      <a:pt x="656" y="8074"/>
                      <a:pt x="689" y="8074"/>
                    </a:cubicBezTo>
                    <a:cubicBezTo>
                      <a:pt x="689" y="7944"/>
                      <a:pt x="689" y="7814"/>
                      <a:pt x="689" y="7680"/>
                    </a:cubicBezTo>
                    <a:cubicBezTo>
                      <a:pt x="722" y="7680"/>
                      <a:pt x="754" y="7680"/>
                      <a:pt x="788" y="7680"/>
                    </a:cubicBezTo>
                    <a:cubicBezTo>
                      <a:pt x="788" y="7517"/>
                      <a:pt x="788" y="7355"/>
                      <a:pt x="788" y="7188"/>
                    </a:cubicBezTo>
                    <a:cubicBezTo>
                      <a:pt x="820" y="7188"/>
                      <a:pt x="853" y="7188"/>
                      <a:pt x="886" y="7188"/>
                    </a:cubicBezTo>
                    <a:cubicBezTo>
                      <a:pt x="886" y="7025"/>
                      <a:pt x="886" y="6863"/>
                      <a:pt x="886" y="6695"/>
                    </a:cubicBezTo>
                    <a:cubicBezTo>
                      <a:pt x="919" y="6695"/>
                      <a:pt x="951" y="6695"/>
                      <a:pt x="985" y="6695"/>
                    </a:cubicBezTo>
                    <a:cubicBezTo>
                      <a:pt x="985" y="6500"/>
                      <a:pt x="985" y="6305"/>
                      <a:pt x="985" y="6104"/>
                    </a:cubicBezTo>
                    <a:cubicBezTo>
                      <a:pt x="1017" y="6104"/>
                      <a:pt x="1050" y="6104"/>
                      <a:pt x="1083" y="6104"/>
                    </a:cubicBezTo>
                    <a:cubicBezTo>
                      <a:pt x="1083" y="5910"/>
                      <a:pt x="1083" y="5715"/>
                      <a:pt x="1083" y="5514"/>
                    </a:cubicBezTo>
                    <a:cubicBezTo>
                      <a:pt x="1116" y="5514"/>
                      <a:pt x="1148" y="5514"/>
                      <a:pt x="1182" y="5514"/>
                    </a:cubicBezTo>
                    <a:cubicBezTo>
                      <a:pt x="1182" y="5319"/>
                      <a:pt x="1182" y="5124"/>
                      <a:pt x="1182" y="4923"/>
                    </a:cubicBezTo>
                    <a:cubicBezTo>
                      <a:pt x="1214" y="4923"/>
                      <a:pt x="1246" y="4923"/>
                      <a:pt x="1280" y="4923"/>
                    </a:cubicBezTo>
                    <a:cubicBezTo>
                      <a:pt x="1280" y="4760"/>
                      <a:pt x="1280" y="4598"/>
                      <a:pt x="1280" y="4431"/>
                    </a:cubicBezTo>
                    <a:cubicBezTo>
                      <a:pt x="1312" y="4431"/>
                      <a:pt x="1345" y="4431"/>
                      <a:pt x="1378" y="4431"/>
                    </a:cubicBezTo>
                    <a:cubicBezTo>
                      <a:pt x="1378" y="4268"/>
                      <a:pt x="1378" y="4106"/>
                      <a:pt x="1378" y="3938"/>
                    </a:cubicBezTo>
                    <a:cubicBezTo>
                      <a:pt x="1411" y="3938"/>
                      <a:pt x="1443" y="3938"/>
                      <a:pt x="1477" y="3938"/>
                    </a:cubicBezTo>
                    <a:cubicBezTo>
                      <a:pt x="1477" y="3743"/>
                      <a:pt x="1477" y="3548"/>
                      <a:pt x="1477" y="3348"/>
                    </a:cubicBezTo>
                    <a:cubicBezTo>
                      <a:pt x="1509" y="3348"/>
                      <a:pt x="1542" y="3348"/>
                      <a:pt x="1575" y="3348"/>
                    </a:cubicBezTo>
                    <a:cubicBezTo>
                      <a:pt x="1575" y="3218"/>
                      <a:pt x="1575" y="3088"/>
                      <a:pt x="1575" y="2954"/>
                    </a:cubicBezTo>
                    <a:cubicBezTo>
                      <a:pt x="1608" y="2954"/>
                      <a:pt x="1640" y="2954"/>
                      <a:pt x="1674" y="2954"/>
                    </a:cubicBezTo>
                    <a:cubicBezTo>
                      <a:pt x="1674" y="2791"/>
                      <a:pt x="1674" y="2629"/>
                      <a:pt x="1674" y="2461"/>
                    </a:cubicBezTo>
                    <a:cubicBezTo>
                      <a:pt x="1706" y="2461"/>
                      <a:pt x="1739" y="2461"/>
                      <a:pt x="1772" y="2461"/>
                    </a:cubicBezTo>
                    <a:cubicBezTo>
                      <a:pt x="1772" y="2332"/>
                      <a:pt x="1772" y="2202"/>
                      <a:pt x="1772" y="2068"/>
                    </a:cubicBezTo>
                    <a:cubicBezTo>
                      <a:pt x="1805" y="2068"/>
                      <a:pt x="1837" y="2068"/>
                      <a:pt x="1871" y="2068"/>
                    </a:cubicBezTo>
                    <a:cubicBezTo>
                      <a:pt x="1871" y="1938"/>
                      <a:pt x="1871" y="1808"/>
                      <a:pt x="1871" y="1674"/>
                    </a:cubicBezTo>
                    <a:cubicBezTo>
                      <a:pt x="1903" y="1674"/>
                      <a:pt x="1936" y="1674"/>
                      <a:pt x="1969" y="1674"/>
                    </a:cubicBezTo>
                    <a:cubicBezTo>
                      <a:pt x="1969" y="1576"/>
                      <a:pt x="1969" y="1479"/>
                      <a:pt x="1969" y="1378"/>
                    </a:cubicBezTo>
                    <a:cubicBezTo>
                      <a:pt x="2002" y="1378"/>
                      <a:pt x="2034" y="1378"/>
                      <a:pt x="2068" y="1378"/>
                    </a:cubicBezTo>
                    <a:cubicBezTo>
                      <a:pt x="2068" y="1248"/>
                      <a:pt x="2068" y="1118"/>
                      <a:pt x="2068" y="985"/>
                    </a:cubicBezTo>
                    <a:cubicBezTo>
                      <a:pt x="2100" y="985"/>
                      <a:pt x="2133" y="985"/>
                      <a:pt x="2166" y="985"/>
                    </a:cubicBezTo>
                    <a:cubicBezTo>
                      <a:pt x="2166" y="887"/>
                      <a:pt x="2166" y="790"/>
                      <a:pt x="2166" y="689"/>
                    </a:cubicBezTo>
                    <a:cubicBezTo>
                      <a:pt x="2199" y="689"/>
                      <a:pt x="2231" y="689"/>
                      <a:pt x="2265" y="689"/>
                    </a:cubicBezTo>
                    <a:cubicBezTo>
                      <a:pt x="2265" y="624"/>
                      <a:pt x="2265" y="559"/>
                      <a:pt x="2265" y="492"/>
                    </a:cubicBezTo>
                    <a:cubicBezTo>
                      <a:pt x="2297" y="492"/>
                      <a:pt x="2330" y="492"/>
                      <a:pt x="2363" y="492"/>
                    </a:cubicBezTo>
                    <a:cubicBezTo>
                      <a:pt x="2363" y="427"/>
                      <a:pt x="2363" y="362"/>
                      <a:pt x="2363" y="295"/>
                    </a:cubicBezTo>
                    <a:cubicBezTo>
                      <a:pt x="2396" y="295"/>
                      <a:pt x="2428" y="295"/>
                      <a:pt x="2461" y="295"/>
                    </a:cubicBezTo>
                    <a:cubicBezTo>
                      <a:pt x="2461" y="263"/>
                      <a:pt x="2461" y="230"/>
                      <a:pt x="2461" y="197"/>
                    </a:cubicBezTo>
                    <a:cubicBezTo>
                      <a:pt x="2494" y="197"/>
                      <a:pt x="2526" y="197"/>
                      <a:pt x="2560" y="197"/>
                    </a:cubicBezTo>
                    <a:cubicBezTo>
                      <a:pt x="2560" y="164"/>
                      <a:pt x="2560" y="132"/>
                      <a:pt x="2560" y="98"/>
                    </a:cubicBezTo>
                    <a:cubicBezTo>
                      <a:pt x="2592" y="98"/>
                      <a:pt x="2625" y="98"/>
                      <a:pt x="2658" y="98"/>
                    </a:cubicBezTo>
                    <a:cubicBezTo>
                      <a:pt x="2658" y="66"/>
                      <a:pt x="2658" y="33"/>
                      <a:pt x="265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084" name="ICON_TOOL_WAVE_path_003"/>
              <p:cNvSpPr/>
              <p:nvPr/>
            </p:nvSpPr>
            <p:spPr>
              <a:xfrm>
                <a:off x="5267999" y="3804699"/>
                <a:ext cx="35012" cy="115039"/>
              </a:xfrm>
              <a:custGeom>
                <a:avLst/>
                <a:gdLst/>
                <a:ahLst/>
                <a:cxnLst/>
                <a:rect l="0" t="0" r="r" b="b"/>
                <a:pathLst>
                  <a:path w="2757" h="9058" fill="norm" stroke="0">
                    <a:moveTo>
                      <a:pt x="0" y="0"/>
                    </a:moveTo>
                    <a:cubicBezTo>
                      <a:pt x="65" y="0"/>
                      <a:pt x="130" y="0"/>
                      <a:pt x="197" y="0"/>
                    </a:cubicBezTo>
                    <a:cubicBezTo>
                      <a:pt x="197" y="32"/>
                      <a:pt x="197" y="65"/>
                      <a:pt x="197" y="98"/>
                    </a:cubicBezTo>
                    <a:cubicBezTo>
                      <a:pt x="262" y="98"/>
                      <a:pt x="327" y="98"/>
                      <a:pt x="394" y="98"/>
                    </a:cubicBezTo>
                    <a:cubicBezTo>
                      <a:pt x="394" y="131"/>
                      <a:pt x="394" y="163"/>
                      <a:pt x="394" y="197"/>
                    </a:cubicBezTo>
                    <a:cubicBezTo>
                      <a:pt x="426" y="197"/>
                      <a:pt x="459" y="197"/>
                      <a:pt x="492" y="197"/>
                    </a:cubicBezTo>
                    <a:cubicBezTo>
                      <a:pt x="492" y="327"/>
                      <a:pt x="492" y="457"/>
                      <a:pt x="492" y="591"/>
                    </a:cubicBezTo>
                    <a:cubicBezTo>
                      <a:pt x="460" y="591"/>
                      <a:pt x="427" y="591"/>
                      <a:pt x="394" y="591"/>
                    </a:cubicBezTo>
                    <a:cubicBezTo>
                      <a:pt x="394" y="623"/>
                      <a:pt x="394" y="656"/>
                      <a:pt x="394" y="689"/>
                    </a:cubicBezTo>
                    <a:cubicBezTo>
                      <a:pt x="426" y="689"/>
                      <a:pt x="459" y="689"/>
                      <a:pt x="492" y="689"/>
                    </a:cubicBezTo>
                    <a:cubicBezTo>
                      <a:pt x="492" y="722"/>
                      <a:pt x="492" y="754"/>
                      <a:pt x="492" y="788"/>
                    </a:cubicBezTo>
                    <a:cubicBezTo>
                      <a:pt x="525" y="788"/>
                      <a:pt x="557" y="788"/>
                      <a:pt x="591" y="788"/>
                    </a:cubicBezTo>
                    <a:cubicBezTo>
                      <a:pt x="591" y="820"/>
                      <a:pt x="591" y="853"/>
                      <a:pt x="591" y="886"/>
                    </a:cubicBezTo>
                    <a:cubicBezTo>
                      <a:pt x="623" y="886"/>
                      <a:pt x="656" y="886"/>
                      <a:pt x="689" y="886"/>
                    </a:cubicBezTo>
                    <a:cubicBezTo>
                      <a:pt x="689" y="919"/>
                      <a:pt x="689" y="951"/>
                      <a:pt x="689" y="985"/>
                    </a:cubicBezTo>
                    <a:cubicBezTo>
                      <a:pt x="754" y="985"/>
                      <a:pt x="819" y="985"/>
                      <a:pt x="886" y="985"/>
                    </a:cubicBezTo>
                    <a:cubicBezTo>
                      <a:pt x="886" y="1017"/>
                      <a:pt x="886" y="1050"/>
                      <a:pt x="886" y="1083"/>
                    </a:cubicBezTo>
                    <a:cubicBezTo>
                      <a:pt x="919" y="1083"/>
                      <a:pt x="951" y="1083"/>
                      <a:pt x="985" y="1083"/>
                    </a:cubicBezTo>
                    <a:cubicBezTo>
                      <a:pt x="985" y="1116"/>
                      <a:pt x="985" y="1148"/>
                      <a:pt x="985" y="1182"/>
                    </a:cubicBezTo>
                    <a:cubicBezTo>
                      <a:pt x="1017" y="1182"/>
                      <a:pt x="1050" y="1182"/>
                      <a:pt x="1083" y="1182"/>
                    </a:cubicBezTo>
                    <a:cubicBezTo>
                      <a:pt x="1083" y="1214"/>
                      <a:pt x="1083" y="1246"/>
                      <a:pt x="1083" y="1280"/>
                    </a:cubicBezTo>
                    <a:cubicBezTo>
                      <a:pt x="1116" y="1280"/>
                      <a:pt x="1148" y="1280"/>
                      <a:pt x="1182" y="1280"/>
                    </a:cubicBezTo>
                    <a:cubicBezTo>
                      <a:pt x="1182" y="1312"/>
                      <a:pt x="1182" y="1345"/>
                      <a:pt x="1182" y="1378"/>
                    </a:cubicBezTo>
                    <a:cubicBezTo>
                      <a:pt x="1214" y="1378"/>
                      <a:pt x="1246" y="1378"/>
                      <a:pt x="1280" y="1378"/>
                    </a:cubicBezTo>
                    <a:cubicBezTo>
                      <a:pt x="1280" y="1411"/>
                      <a:pt x="1280" y="1443"/>
                      <a:pt x="1280" y="1477"/>
                    </a:cubicBezTo>
                    <a:cubicBezTo>
                      <a:pt x="1312" y="1477"/>
                      <a:pt x="1345" y="1477"/>
                      <a:pt x="1378" y="1477"/>
                    </a:cubicBezTo>
                    <a:cubicBezTo>
                      <a:pt x="1378" y="1509"/>
                      <a:pt x="1378" y="1542"/>
                      <a:pt x="1378" y="1575"/>
                    </a:cubicBezTo>
                    <a:cubicBezTo>
                      <a:pt x="1411" y="1575"/>
                      <a:pt x="1443" y="1575"/>
                      <a:pt x="1477" y="1575"/>
                    </a:cubicBezTo>
                    <a:cubicBezTo>
                      <a:pt x="1477" y="1640"/>
                      <a:pt x="1477" y="1705"/>
                      <a:pt x="1477" y="1772"/>
                    </a:cubicBezTo>
                    <a:cubicBezTo>
                      <a:pt x="1509" y="1772"/>
                      <a:pt x="1542" y="1772"/>
                      <a:pt x="1575" y="1772"/>
                    </a:cubicBezTo>
                    <a:cubicBezTo>
                      <a:pt x="1575" y="1805"/>
                      <a:pt x="1575" y="1837"/>
                      <a:pt x="1575" y="1871"/>
                    </a:cubicBezTo>
                    <a:cubicBezTo>
                      <a:pt x="1640" y="1871"/>
                      <a:pt x="1705" y="1871"/>
                      <a:pt x="1772" y="1871"/>
                    </a:cubicBezTo>
                    <a:cubicBezTo>
                      <a:pt x="1772" y="1903"/>
                      <a:pt x="1772" y="1936"/>
                      <a:pt x="1772" y="1969"/>
                    </a:cubicBezTo>
                    <a:cubicBezTo>
                      <a:pt x="1805" y="1969"/>
                      <a:pt x="1837" y="1969"/>
                      <a:pt x="1871" y="1969"/>
                    </a:cubicBezTo>
                    <a:cubicBezTo>
                      <a:pt x="1871" y="2002"/>
                      <a:pt x="1871" y="2034"/>
                      <a:pt x="1871" y="2068"/>
                    </a:cubicBezTo>
                    <a:cubicBezTo>
                      <a:pt x="1903" y="2068"/>
                      <a:pt x="1936" y="2068"/>
                      <a:pt x="1969" y="2068"/>
                    </a:cubicBezTo>
                    <a:cubicBezTo>
                      <a:pt x="1969" y="2100"/>
                      <a:pt x="1969" y="2133"/>
                      <a:pt x="1969" y="2166"/>
                    </a:cubicBezTo>
                    <a:cubicBezTo>
                      <a:pt x="2002" y="2166"/>
                      <a:pt x="2034" y="2166"/>
                      <a:pt x="2068" y="2166"/>
                    </a:cubicBezTo>
                    <a:cubicBezTo>
                      <a:pt x="2068" y="2264"/>
                      <a:pt x="2068" y="2361"/>
                      <a:pt x="2068" y="2461"/>
                    </a:cubicBezTo>
                    <a:cubicBezTo>
                      <a:pt x="2100" y="2461"/>
                      <a:pt x="2133" y="2461"/>
                      <a:pt x="2166" y="2461"/>
                    </a:cubicBezTo>
                    <a:cubicBezTo>
                      <a:pt x="2166" y="2526"/>
                      <a:pt x="2166" y="2591"/>
                      <a:pt x="2166" y="2658"/>
                    </a:cubicBezTo>
                    <a:cubicBezTo>
                      <a:pt x="2199" y="2658"/>
                      <a:pt x="2231" y="2658"/>
                      <a:pt x="2265" y="2658"/>
                    </a:cubicBezTo>
                    <a:cubicBezTo>
                      <a:pt x="2265" y="2691"/>
                      <a:pt x="2265" y="2723"/>
                      <a:pt x="2265" y="2757"/>
                    </a:cubicBezTo>
                    <a:cubicBezTo>
                      <a:pt x="2330" y="2757"/>
                      <a:pt x="2395" y="2757"/>
                      <a:pt x="2461" y="2757"/>
                    </a:cubicBezTo>
                    <a:cubicBezTo>
                      <a:pt x="2461" y="2789"/>
                      <a:pt x="2461" y="2822"/>
                      <a:pt x="2461" y="2855"/>
                    </a:cubicBezTo>
                    <a:cubicBezTo>
                      <a:pt x="2494" y="2855"/>
                      <a:pt x="2526" y="2855"/>
                      <a:pt x="2560" y="2855"/>
                    </a:cubicBezTo>
                    <a:cubicBezTo>
                      <a:pt x="2560" y="2985"/>
                      <a:pt x="2560" y="3115"/>
                      <a:pt x="2560" y="3249"/>
                    </a:cubicBezTo>
                    <a:cubicBezTo>
                      <a:pt x="2527" y="3249"/>
                      <a:pt x="2495" y="3249"/>
                      <a:pt x="2461" y="3249"/>
                    </a:cubicBezTo>
                    <a:cubicBezTo>
                      <a:pt x="2461" y="3379"/>
                      <a:pt x="2461" y="3509"/>
                      <a:pt x="2461" y="3643"/>
                    </a:cubicBezTo>
                    <a:cubicBezTo>
                      <a:pt x="2526" y="3643"/>
                      <a:pt x="2591" y="3643"/>
                      <a:pt x="2658" y="3643"/>
                    </a:cubicBezTo>
                    <a:cubicBezTo>
                      <a:pt x="2658" y="3610"/>
                      <a:pt x="2658" y="3578"/>
                      <a:pt x="2658" y="3545"/>
                    </a:cubicBezTo>
                    <a:cubicBezTo>
                      <a:pt x="2691" y="3545"/>
                      <a:pt x="2723" y="3545"/>
                      <a:pt x="2757" y="3545"/>
                    </a:cubicBezTo>
                    <a:cubicBezTo>
                      <a:pt x="2757" y="3642"/>
                      <a:pt x="2757" y="3739"/>
                      <a:pt x="2757" y="3840"/>
                    </a:cubicBezTo>
                    <a:cubicBezTo>
                      <a:pt x="2724" y="3840"/>
                      <a:pt x="2692" y="3840"/>
                      <a:pt x="2658" y="3840"/>
                    </a:cubicBezTo>
                    <a:cubicBezTo>
                      <a:pt x="2658" y="4035"/>
                      <a:pt x="2658" y="4230"/>
                      <a:pt x="2658" y="4431"/>
                    </a:cubicBezTo>
                    <a:cubicBezTo>
                      <a:pt x="2626" y="4431"/>
                      <a:pt x="2593" y="4431"/>
                      <a:pt x="2560" y="4431"/>
                    </a:cubicBezTo>
                    <a:cubicBezTo>
                      <a:pt x="2560" y="4658"/>
                      <a:pt x="2560" y="4886"/>
                      <a:pt x="2560" y="5120"/>
                    </a:cubicBezTo>
                    <a:cubicBezTo>
                      <a:pt x="2527" y="5120"/>
                      <a:pt x="2495" y="5120"/>
                      <a:pt x="2461" y="5120"/>
                    </a:cubicBezTo>
                    <a:cubicBezTo>
                      <a:pt x="2461" y="5315"/>
                      <a:pt x="2461" y="5510"/>
                      <a:pt x="2461" y="5711"/>
                    </a:cubicBezTo>
                    <a:cubicBezTo>
                      <a:pt x="2429" y="5711"/>
                      <a:pt x="2396" y="5711"/>
                      <a:pt x="2363" y="5711"/>
                    </a:cubicBezTo>
                    <a:cubicBezTo>
                      <a:pt x="2363" y="5938"/>
                      <a:pt x="2363" y="6165"/>
                      <a:pt x="2363" y="6400"/>
                    </a:cubicBezTo>
                    <a:cubicBezTo>
                      <a:pt x="2331" y="6400"/>
                      <a:pt x="2298" y="6400"/>
                      <a:pt x="2265" y="6400"/>
                    </a:cubicBezTo>
                    <a:cubicBezTo>
                      <a:pt x="2265" y="6595"/>
                      <a:pt x="2265" y="6790"/>
                      <a:pt x="2265" y="6991"/>
                    </a:cubicBezTo>
                    <a:cubicBezTo>
                      <a:pt x="2232" y="6991"/>
                      <a:pt x="2200" y="6991"/>
                      <a:pt x="2166" y="6991"/>
                    </a:cubicBezTo>
                    <a:cubicBezTo>
                      <a:pt x="2166" y="7153"/>
                      <a:pt x="2166" y="7315"/>
                      <a:pt x="2166" y="7483"/>
                    </a:cubicBezTo>
                    <a:cubicBezTo>
                      <a:pt x="2134" y="7483"/>
                      <a:pt x="2101" y="7483"/>
                      <a:pt x="2068" y="7483"/>
                    </a:cubicBezTo>
                    <a:cubicBezTo>
                      <a:pt x="2068" y="7678"/>
                      <a:pt x="2068" y="7873"/>
                      <a:pt x="2068" y="8074"/>
                    </a:cubicBezTo>
                    <a:cubicBezTo>
                      <a:pt x="2035" y="8074"/>
                      <a:pt x="2003" y="8074"/>
                      <a:pt x="1969" y="8074"/>
                    </a:cubicBezTo>
                    <a:cubicBezTo>
                      <a:pt x="1969" y="8204"/>
                      <a:pt x="1969" y="8334"/>
                      <a:pt x="1969" y="8467"/>
                    </a:cubicBezTo>
                    <a:cubicBezTo>
                      <a:pt x="1937" y="8467"/>
                      <a:pt x="1904" y="8467"/>
                      <a:pt x="1871" y="8467"/>
                    </a:cubicBezTo>
                    <a:cubicBezTo>
                      <a:pt x="1871" y="8565"/>
                      <a:pt x="1871" y="8662"/>
                      <a:pt x="1871" y="8763"/>
                    </a:cubicBezTo>
                    <a:cubicBezTo>
                      <a:pt x="1838" y="8763"/>
                      <a:pt x="1806" y="8763"/>
                      <a:pt x="1772" y="8763"/>
                    </a:cubicBezTo>
                    <a:cubicBezTo>
                      <a:pt x="1772" y="8828"/>
                      <a:pt x="1772" y="8893"/>
                      <a:pt x="1772" y="8960"/>
                    </a:cubicBezTo>
                    <a:cubicBezTo>
                      <a:pt x="1740" y="8960"/>
                      <a:pt x="1707" y="8960"/>
                      <a:pt x="1674" y="8960"/>
                    </a:cubicBezTo>
                    <a:cubicBezTo>
                      <a:pt x="1674" y="8992"/>
                      <a:pt x="1674" y="9025"/>
                      <a:pt x="1674" y="9058"/>
                    </a:cubicBezTo>
                    <a:cubicBezTo>
                      <a:pt x="1641" y="9058"/>
                      <a:pt x="1609" y="9058"/>
                      <a:pt x="1575" y="9058"/>
                    </a:cubicBezTo>
                    <a:cubicBezTo>
                      <a:pt x="1575" y="9026"/>
                      <a:pt x="1575" y="8993"/>
                      <a:pt x="1575" y="8960"/>
                    </a:cubicBezTo>
                    <a:cubicBezTo>
                      <a:pt x="1543" y="8960"/>
                      <a:pt x="1510" y="8960"/>
                      <a:pt x="1477" y="8960"/>
                    </a:cubicBezTo>
                    <a:cubicBezTo>
                      <a:pt x="1477" y="8862"/>
                      <a:pt x="1477" y="8765"/>
                      <a:pt x="1477" y="8664"/>
                    </a:cubicBezTo>
                    <a:cubicBezTo>
                      <a:pt x="1444" y="8664"/>
                      <a:pt x="1412" y="8664"/>
                      <a:pt x="1378" y="8664"/>
                    </a:cubicBezTo>
                    <a:cubicBezTo>
                      <a:pt x="1378" y="8567"/>
                      <a:pt x="1378" y="8469"/>
                      <a:pt x="1378" y="8369"/>
                    </a:cubicBezTo>
                    <a:cubicBezTo>
                      <a:pt x="1346" y="8369"/>
                      <a:pt x="1313" y="8369"/>
                      <a:pt x="1280" y="8369"/>
                    </a:cubicBezTo>
                    <a:cubicBezTo>
                      <a:pt x="1280" y="8239"/>
                      <a:pt x="1280" y="8109"/>
                      <a:pt x="1280" y="7975"/>
                    </a:cubicBezTo>
                    <a:cubicBezTo>
                      <a:pt x="1247" y="7975"/>
                      <a:pt x="1215" y="7975"/>
                      <a:pt x="1182" y="7975"/>
                    </a:cubicBezTo>
                    <a:cubicBezTo>
                      <a:pt x="1182" y="7780"/>
                      <a:pt x="1182" y="7585"/>
                      <a:pt x="1182" y="7384"/>
                    </a:cubicBezTo>
                    <a:cubicBezTo>
                      <a:pt x="1149" y="7384"/>
                      <a:pt x="1117" y="7384"/>
                      <a:pt x="1083" y="7384"/>
                    </a:cubicBezTo>
                    <a:cubicBezTo>
                      <a:pt x="1083" y="7157"/>
                      <a:pt x="1083" y="6930"/>
                      <a:pt x="1083" y="6695"/>
                    </a:cubicBezTo>
                    <a:cubicBezTo>
                      <a:pt x="1051" y="6695"/>
                      <a:pt x="1018" y="6695"/>
                      <a:pt x="985" y="6695"/>
                    </a:cubicBezTo>
                    <a:cubicBezTo>
                      <a:pt x="985" y="6468"/>
                      <a:pt x="985" y="6240"/>
                      <a:pt x="985" y="6006"/>
                    </a:cubicBezTo>
                    <a:cubicBezTo>
                      <a:pt x="952" y="6006"/>
                      <a:pt x="920" y="6006"/>
                      <a:pt x="886" y="6006"/>
                    </a:cubicBezTo>
                    <a:cubicBezTo>
                      <a:pt x="886" y="5779"/>
                      <a:pt x="886" y="5551"/>
                      <a:pt x="886" y="5317"/>
                    </a:cubicBezTo>
                    <a:cubicBezTo>
                      <a:pt x="854" y="5317"/>
                      <a:pt x="821" y="5317"/>
                      <a:pt x="788" y="5317"/>
                    </a:cubicBezTo>
                    <a:cubicBezTo>
                      <a:pt x="788" y="5057"/>
                      <a:pt x="788" y="4797"/>
                      <a:pt x="788" y="4529"/>
                    </a:cubicBezTo>
                    <a:cubicBezTo>
                      <a:pt x="755" y="4529"/>
                      <a:pt x="723" y="4529"/>
                      <a:pt x="689" y="4529"/>
                    </a:cubicBezTo>
                    <a:cubicBezTo>
                      <a:pt x="689" y="4269"/>
                      <a:pt x="689" y="4009"/>
                      <a:pt x="689" y="3741"/>
                    </a:cubicBezTo>
                    <a:cubicBezTo>
                      <a:pt x="657" y="3741"/>
                      <a:pt x="624" y="3741"/>
                      <a:pt x="591" y="3741"/>
                    </a:cubicBezTo>
                    <a:cubicBezTo>
                      <a:pt x="591" y="3482"/>
                      <a:pt x="591" y="3222"/>
                      <a:pt x="591" y="2954"/>
                    </a:cubicBezTo>
                    <a:cubicBezTo>
                      <a:pt x="558" y="2954"/>
                      <a:pt x="526" y="2954"/>
                      <a:pt x="492" y="2954"/>
                    </a:cubicBezTo>
                    <a:cubicBezTo>
                      <a:pt x="492" y="2759"/>
                      <a:pt x="492" y="2564"/>
                      <a:pt x="492" y="2363"/>
                    </a:cubicBezTo>
                    <a:cubicBezTo>
                      <a:pt x="460" y="2363"/>
                      <a:pt x="427" y="2363"/>
                      <a:pt x="394" y="2363"/>
                    </a:cubicBezTo>
                    <a:cubicBezTo>
                      <a:pt x="394" y="2168"/>
                      <a:pt x="394" y="1973"/>
                      <a:pt x="394" y="1772"/>
                    </a:cubicBezTo>
                    <a:cubicBezTo>
                      <a:pt x="361" y="1772"/>
                      <a:pt x="329" y="1772"/>
                      <a:pt x="295" y="1772"/>
                    </a:cubicBezTo>
                    <a:cubicBezTo>
                      <a:pt x="295" y="1577"/>
                      <a:pt x="295" y="1382"/>
                      <a:pt x="295" y="1182"/>
                    </a:cubicBezTo>
                    <a:cubicBezTo>
                      <a:pt x="263" y="1182"/>
                      <a:pt x="230" y="1182"/>
                      <a:pt x="197" y="1182"/>
                    </a:cubicBezTo>
                    <a:cubicBezTo>
                      <a:pt x="197" y="987"/>
                      <a:pt x="197" y="792"/>
                      <a:pt x="197" y="591"/>
                    </a:cubicBezTo>
                    <a:cubicBezTo>
                      <a:pt x="164" y="591"/>
                      <a:pt x="132" y="591"/>
                      <a:pt x="98" y="591"/>
                    </a:cubicBezTo>
                    <a:cubicBezTo>
                      <a:pt x="97" y="578"/>
                      <a:pt x="96" y="565"/>
                      <a:pt x="95" y="552"/>
                    </a:cubicBezTo>
                    <a:cubicBezTo>
                      <a:pt x="89" y="494"/>
                      <a:pt x="83" y="436"/>
                      <a:pt x="77" y="378"/>
                    </a:cubicBezTo>
                    <a:cubicBezTo>
                      <a:pt x="75" y="359"/>
                      <a:pt x="73" y="339"/>
                      <a:pt x="71" y="318"/>
                    </a:cubicBezTo>
                    <a:cubicBezTo>
                      <a:pt x="59" y="205"/>
                      <a:pt x="41" y="10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085" name="ICON_TOOL_WAVE_path_004"/>
              <p:cNvSpPr/>
              <p:nvPr/>
            </p:nvSpPr>
            <p:spPr>
              <a:xfrm>
                <a:off x="5187972" y="3849715"/>
                <a:ext cx="35012" cy="66273"/>
              </a:xfrm>
              <a:custGeom>
                <a:avLst/>
                <a:gdLst/>
                <a:ahLst/>
                <a:cxnLst/>
                <a:rect l="0" t="0" r="r" b="b"/>
                <a:pathLst>
                  <a:path w="2757" h="5218" fill="norm" stroke="0">
                    <a:moveTo>
                      <a:pt x="0" y="0"/>
                    </a:moveTo>
                    <a:cubicBezTo>
                      <a:pt x="32" y="0"/>
                      <a:pt x="65" y="0"/>
                      <a:pt x="98" y="0"/>
                    </a:cubicBezTo>
                    <a:cubicBezTo>
                      <a:pt x="98" y="32"/>
                      <a:pt x="98" y="65"/>
                      <a:pt x="98" y="98"/>
                    </a:cubicBezTo>
                    <a:cubicBezTo>
                      <a:pt x="131" y="98"/>
                      <a:pt x="163" y="98"/>
                      <a:pt x="197" y="98"/>
                    </a:cubicBezTo>
                    <a:cubicBezTo>
                      <a:pt x="197" y="131"/>
                      <a:pt x="197" y="163"/>
                      <a:pt x="197" y="197"/>
                    </a:cubicBezTo>
                    <a:cubicBezTo>
                      <a:pt x="229" y="197"/>
                      <a:pt x="262" y="197"/>
                      <a:pt x="295" y="197"/>
                    </a:cubicBezTo>
                    <a:cubicBezTo>
                      <a:pt x="295" y="229"/>
                      <a:pt x="295" y="262"/>
                      <a:pt x="295" y="295"/>
                    </a:cubicBezTo>
                    <a:cubicBezTo>
                      <a:pt x="328" y="295"/>
                      <a:pt x="360" y="295"/>
                      <a:pt x="394" y="295"/>
                    </a:cubicBezTo>
                    <a:cubicBezTo>
                      <a:pt x="394" y="328"/>
                      <a:pt x="394" y="360"/>
                      <a:pt x="394" y="394"/>
                    </a:cubicBezTo>
                    <a:cubicBezTo>
                      <a:pt x="426" y="394"/>
                      <a:pt x="459" y="394"/>
                      <a:pt x="492" y="394"/>
                    </a:cubicBezTo>
                    <a:cubicBezTo>
                      <a:pt x="492" y="459"/>
                      <a:pt x="492" y="524"/>
                      <a:pt x="492" y="591"/>
                    </a:cubicBezTo>
                    <a:cubicBezTo>
                      <a:pt x="525" y="591"/>
                      <a:pt x="557" y="591"/>
                      <a:pt x="591" y="591"/>
                    </a:cubicBezTo>
                    <a:cubicBezTo>
                      <a:pt x="591" y="753"/>
                      <a:pt x="591" y="916"/>
                      <a:pt x="591" y="1083"/>
                    </a:cubicBezTo>
                    <a:cubicBezTo>
                      <a:pt x="558" y="1083"/>
                      <a:pt x="526" y="1083"/>
                      <a:pt x="492" y="1083"/>
                    </a:cubicBezTo>
                    <a:cubicBezTo>
                      <a:pt x="492" y="1116"/>
                      <a:pt x="492" y="1148"/>
                      <a:pt x="492" y="1182"/>
                    </a:cubicBezTo>
                    <a:cubicBezTo>
                      <a:pt x="460" y="1182"/>
                      <a:pt x="427" y="1182"/>
                      <a:pt x="394" y="1182"/>
                    </a:cubicBezTo>
                    <a:cubicBezTo>
                      <a:pt x="394" y="1246"/>
                      <a:pt x="394" y="1311"/>
                      <a:pt x="394" y="1378"/>
                    </a:cubicBezTo>
                    <a:cubicBezTo>
                      <a:pt x="426" y="1378"/>
                      <a:pt x="459" y="1378"/>
                      <a:pt x="492" y="1378"/>
                    </a:cubicBezTo>
                    <a:cubicBezTo>
                      <a:pt x="492" y="1411"/>
                      <a:pt x="492" y="1443"/>
                      <a:pt x="492" y="1477"/>
                    </a:cubicBezTo>
                    <a:cubicBezTo>
                      <a:pt x="817" y="1477"/>
                      <a:pt x="1142" y="1477"/>
                      <a:pt x="1477" y="1477"/>
                    </a:cubicBezTo>
                    <a:cubicBezTo>
                      <a:pt x="1477" y="1444"/>
                      <a:pt x="1477" y="1412"/>
                      <a:pt x="1477" y="1378"/>
                    </a:cubicBezTo>
                    <a:cubicBezTo>
                      <a:pt x="1542" y="1378"/>
                      <a:pt x="1607" y="1378"/>
                      <a:pt x="1674" y="1378"/>
                    </a:cubicBezTo>
                    <a:cubicBezTo>
                      <a:pt x="1674" y="1346"/>
                      <a:pt x="1674" y="1313"/>
                      <a:pt x="1674" y="1280"/>
                    </a:cubicBezTo>
                    <a:cubicBezTo>
                      <a:pt x="1836" y="1280"/>
                      <a:pt x="1999" y="1280"/>
                      <a:pt x="2166" y="1280"/>
                    </a:cubicBezTo>
                    <a:cubicBezTo>
                      <a:pt x="2166" y="1247"/>
                      <a:pt x="2166" y="1215"/>
                      <a:pt x="2166" y="1182"/>
                    </a:cubicBezTo>
                    <a:cubicBezTo>
                      <a:pt x="2264" y="1182"/>
                      <a:pt x="2361" y="1182"/>
                      <a:pt x="2461" y="1182"/>
                    </a:cubicBezTo>
                    <a:cubicBezTo>
                      <a:pt x="2461" y="1214"/>
                      <a:pt x="2461" y="1246"/>
                      <a:pt x="2461" y="1280"/>
                    </a:cubicBezTo>
                    <a:cubicBezTo>
                      <a:pt x="2494" y="1280"/>
                      <a:pt x="2526" y="1280"/>
                      <a:pt x="2560" y="1280"/>
                    </a:cubicBezTo>
                    <a:cubicBezTo>
                      <a:pt x="2560" y="1247"/>
                      <a:pt x="2560" y="1215"/>
                      <a:pt x="2560" y="1182"/>
                    </a:cubicBezTo>
                    <a:cubicBezTo>
                      <a:pt x="2592" y="1182"/>
                      <a:pt x="2625" y="1182"/>
                      <a:pt x="2658" y="1182"/>
                    </a:cubicBezTo>
                    <a:cubicBezTo>
                      <a:pt x="2658" y="1117"/>
                      <a:pt x="2658" y="1052"/>
                      <a:pt x="2658" y="985"/>
                    </a:cubicBezTo>
                    <a:cubicBezTo>
                      <a:pt x="2691" y="985"/>
                      <a:pt x="2723" y="985"/>
                      <a:pt x="2757" y="985"/>
                    </a:cubicBezTo>
                    <a:cubicBezTo>
                      <a:pt x="2757" y="1115"/>
                      <a:pt x="2757" y="1245"/>
                      <a:pt x="2757" y="1378"/>
                    </a:cubicBezTo>
                    <a:cubicBezTo>
                      <a:pt x="2724" y="1378"/>
                      <a:pt x="2692" y="1378"/>
                      <a:pt x="2658" y="1378"/>
                    </a:cubicBezTo>
                    <a:cubicBezTo>
                      <a:pt x="2658" y="1541"/>
                      <a:pt x="2658" y="1703"/>
                      <a:pt x="2658" y="1871"/>
                    </a:cubicBezTo>
                    <a:cubicBezTo>
                      <a:pt x="2626" y="1871"/>
                      <a:pt x="2593" y="1871"/>
                      <a:pt x="2560" y="1871"/>
                    </a:cubicBezTo>
                    <a:cubicBezTo>
                      <a:pt x="2560" y="2033"/>
                      <a:pt x="2560" y="2196"/>
                      <a:pt x="2560" y="2363"/>
                    </a:cubicBezTo>
                    <a:cubicBezTo>
                      <a:pt x="2527" y="2363"/>
                      <a:pt x="2495" y="2363"/>
                      <a:pt x="2461" y="2363"/>
                    </a:cubicBezTo>
                    <a:cubicBezTo>
                      <a:pt x="2461" y="2525"/>
                      <a:pt x="2461" y="2688"/>
                      <a:pt x="2461" y="2855"/>
                    </a:cubicBezTo>
                    <a:cubicBezTo>
                      <a:pt x="2429" y="2855"/>
                      <a:pt x="2396" y="2855"/>
                      <a:pt x="2363" y="2855"/>
                    </a:cubicBezTo>
                    <a:cubicBezTo>
                      <a:pt x="2363" y="3018"/>
                      <a:pt x="2363" y="3180"/>
                      <a:pt x="2363" y="3348"/>
                    </a:cubicBezTo>
                    <a:cubicBezTo>
                      <a:pt x="2331" y="3348"/>
                      <a:pt x="2298" y="3348"/>
                      <a:pt x="2265" y="3348"/>
                    </a:cubicBezTo>
                    <a:cubicBezTo>
                      <a:pt x="2265" y="3510"/>
                      <a:pt x="2265" y="3673"/>
                      <a:pt x="2265" y="3840"/>
                    </a:cubicBezTo>
                    <a:cubicBezTo>
                      <a:pt x="2232" y="3840"/>
                      <a:pt x="2200" y="3840"/>
                      <a:pt x="2166" y="3840"/>
                    </a:cubicBezTo>
                    <a:cubicBezTo>
                      <a:pt x="2166" y="3937"/>
                      <a:pt x="2166" y="4035"/>
                      <a:pt x="2166" y="4135"/>
                    </a:cubicBezTo>
                    <a:cubicBezTo>
                      <a:pt x="2134" y="4135"/>
                      <a:pt x="2101" y="4135"/>
                      <a:pt x="2068" y="4135"/>
                    </a:cubicBezTo>
                    <a:cubicBezTo>
                      <a:pt x="2068" y="4265"/>
                      <a:pt x="2068" y="4395"/>
                      <a:pt x="2068" y="4529"/>
                    </a:cubicBezTo>
                    <a:cubicBezTo>
                      <a:pt x="2035" y="4529"/>
                      <a:pt x="2003" y="4529"/>
                      <a:pt x="1969" y="4529"/>
                    </a:cubicBezTo>
                    <a:cubicBezTo>
                      <a:pt x="1969" y="4594"/>
                      <a:pt x="1969" y="4659"/>
                      <a:pt x="1969" y="4726"/>
                    </a:cubicBezTo>
                    <a:cubicBezTo>
                      <a:pt x="1937" y="4726"/>
                      <a:pt x="1904" y="4726"/>
                      <a:pt x="1871" y="4726"/>
                    </a:cubicBezTo>
                    <a:cubicBezTo>
                      <a:pt x="1871" y="4824"/>
                      <a:pt x="1871" y="4921"/>
                      <a:pt x="1871" y="5021"/>
                    </a:cubicBezTo>
                    <a:cubicBezTo>
                      <a:pt x="1838" y="5021"/>
                      <a:pt x="1806" y="5021"/>
                      <a:pt x="1772" y="5021"/>
                    </a:cubicBezTo>
                    <a:cubicBezTo>
                      <a:pt x="1772" y="5054"/>
                      <a:pt x="1772" y="5086"/>
                      <a:pt x="1772" y="5120"/>
                    </a:cubicBezTo>
                    <a:cubicBezTo>
                      <a:pt x="1740" y="5120"/>
                      <a:pt x="1707" y="5120"/>
                      <a:pt x="1674" y="5120"/>
                    </a:cubicBezTo>
                    <a:cubicBezTo>
                      <a:pt x="1674" y="5152"/>
                      <a:pt x="1674" y="5185"/>
                      <a:pt x="1674" y="5218"/>
                    </a:cubicBezTo>
                    <a:cubicBezTo>
                      <a:pt x="1609" y="5218"/>
                      <a:pt x="1544" y="5218"/>
                      <a:pt x="1477" y="5218"/>
                    </a:cubicBezTo>
                    <a:cubicBezTo>
                      <a:pt x="1477" y="5186"/>
                      <a:pt x="1477" y="5153"/>
                      <a:pt x="1477" y="5120"/>
                    </a:cubicBezTo>
                    <a:cubicBezTo>
                      <a:pt x="1444" y="5120"/>
                      <a:pt x="1412" y="5120"/>
                      <a:pt x="1378" y="5120"/>
                    </a:cubicBezTo>
                    <a:cubicBezTo>
                      <a:pt x="1378" y="5087"/>
                      <a:pt x="1378" y="5055"/>
                      <a:pt x="1378" y="5021"/>
                    </a:cubicBezTo>
                    <a:cubicBezTo>
                      <a:pt x="1346" y="5021"/>
                      <a:pt x="1313" y="5021"/>
                      <a:pt x="1280" y="5021"/>
                    </a:cubicBezTo>
                    <a:cubicBezTo>
                      <a:pt x="1280" y="4989"/>
                      <a:pt x="1280" y="4956"/>
                      <a:pt x="1280" y="4923"/>
                    </a:cubicBezTo>
                    <a:cubicBezTo>
                      <a:pt x="1247" y="4923"/>
                      <a:pt x="1215" y="4923"/>
                      <a:pt x="1182" y="4923"/>
                    </a:cubicBezTo>
                    <a:cubicBezTo>
                      <a:pt x="1182" y="4858"/>
                      <a:pt x="1182" y="4793"/>
                      <a:pt x="1182" y="4726"/>
                    </a:cubicBezTo>
                    <a:cubicBezTo>
                      <a:pt x="1149" y="4726"/>
                      <a:pt x="1117" y="4726"/>
                      <a:pt x="1083" y="4726"/>
                    </a:cubicBezTo>
                    <a:cubicBezTo>
                      <a:pt x="1083" y="4629"/>
                      <a:pt x="1083" y="4531"/>
                      <a:pt x="1083" y="4431"/>
                    </a:cubicBezTo>
                    <a:cubicBezTo>
                      <a:pt x="1051" y="4431"/>
                      <a:pt x="1018" y="4431"/>
                      <a:pt x="985" y="4431"/>
                    </a:cubicBezTo>
                    <a:cubicBezTo>
                      <a:pt x="985" y="4333"/>
                      <a:pt x="985" y="4236"/>
                      <a:pt x="985" y="4135"/>
                    </a:cubicBezTo>
                    <a:cubicBezTo>
                      <a:pt x="952" y="4135"/>
                      <a:pt x="920" y="4135"/>
                      <a:pt x="886" y="4135"/>
                    </a:cubicBezTo>
                    <a:cubicBezTo>
                      <a:pt x="886" y="4005"/>
                      <a:pt x="886" y="3875"/>
                      <a:pt x="886" y="3741"/>
                    </a:cubicBezTo>
                    <a:cubicBezTo>
                      <a:pt x="854" y="3741"/>
                      <a:pt x="821" y="3741"/>
                      <a:pt x="788" y="3741"/>
                    </a:cubicBezTo>
                    <a:cubicBezTo>
                      <a:pt x="788" y="3611"/>
                      <a:pt x="788" y="3482"/>
                      <a:pt x="788" y="3348"/>
                    </a:cubicBezTo>
                    <a:cubicBezTo>
                      <a:pt x="755" y="3348"/>
                      <a:pt x="723" y="3348"/>
                      <a:pt x="689" y="3348"/>
                    </a:cubicBezTo>
                    <a:cubicBezTo>
                      <a:pt x="689" y="3218"/>
                      <a:pt x="689" y="3088"/>
                      <a:pt x="689" y="2954"/>
                    </a:cubicBezTo>
                    <a:cubicBezTo>
                      <a:pt x="657" y="2954"/>
                      <a:pt x="624" y="2954"/>
                      <a:pt x="591" y="2954"/>
                    </a:cubicBezTo>
                    <a:cubicBezTo>
                      <a:pt x="591" y="2824"/>
                      <a:pt x="591" y="2694"/>
                      <a:pt x="591" y="2560"/>
                    </a:cubicBezTo>
                    <a:cubicBezTo>
                      <a:pt x="558" y="2560"/>
                      <a:pt x="526" y="2560"/>
                      <a:pt x="492" y="2560"/>
                    </a:cubicBezTo>
                    <a:cubicBezTo>
                      <a:pt x="492" y="2397"/>
                      <a:pt x="492" y="2235"/>
                      <a:pt x="492" y="2068"/>
                    </a:cubicBezTo>
                    <a:cubicBezTo>
                      <a:pt x="460" y="2068"/>
                      <a:pt x="427" y="2068"/>
                      <a:pt x="394" y="2068"/>
                    </a:cubicBezTo>
                    <a:cubicBezTo>
                      <a:pt x="394" y="1938"/>
                      <a:pt x="394" y="1808"/>
                      <a:pt x="394" y="1674"/>
                    </a:cubicBezTo>
                    <a:cubicBezTo>
                      <a:pt x="361" y="1674"/>
                      <a:pt x="329" y="1674"/>
                      <a:pt x="295" y="1674"/>
                    </a:cubicBezTo>
                    <a:cubicBezTo>
                      <a:pt x="295" y="1479"/>
                      <a:pt x="295" y="1284"/>
                      <a:pt x="295" y="1083"/>
                    </a:cubicBezTo>
                    <a:cubicBezTo>
                      <a:pt x="263" y="1083"/>
                      <a:pt x="230" y="1083"/>
                      <a:pt x="197" y="1083"/>
                    </a:cubicBezTo>
                    <a:cubicBezTo>
                      <a:pt x="197" y="986"/>
                      <a:pt x="197" y="888"/>
                      <a:pt x="197" y="788"/>
                    </a:cubicBezTo>
                    <a:cubicBezTo>
                      <a:pt x="164" y="788"/>
                      <a:pt x="132" y="788"/>
                      <a:pt x="98" y="788"/>
                    </a:cubicBezTo>
                    <a:cubicBezTo>
                      <a:pt x="98" y="658"/>
                      <a:pt x="98" y="528"/>
                      <a:pt x="98" y="394"/>
                    </a:cubicBezTo>
                    <a:cubicBezTo>
                      <a:pt x="66" y="394"/>
                      <a:pt x="33" y="394"/>
                      <a:pt x="0" y="394"/>
                    </a:cubicBezTo>
                    <a:cubicBezTo>
                      <a:pt x="0" y="264"/>
                      <a:pt x="0" y="13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086" name="ICON_TOOL_WAVE_path_005"/>
              <p:cNvSpPr/>
              <p:nvPr/>
            </p:nvSpPr>
            <p:spPr>
              <a:xfrm>
                <a:off x="5306762" y="3825957"/>
                <a:ext cx="23758" cy="58770"/>
              </a:xfrm>
              <a:custGeom>
                <a:avLst/>
                <a:gdLst/>
                <a:ahLst/>
                <a:cxnLst/>
                <a:rect l="0" t="0" r="r" b="b"/>
                <a:pathLst>
                  <a:path w="1871" h="4628" fill="norm" stroke="0">
                    <a:moveTo>
                      <a:pt x="886" y="0"/>
                    </a:moveTo>
                    <a:cubicBezTo>
                      <a:pt x="919" y="0"/>
                      <a:pt x="951" y="0"/>
                      <a:pt x="985" y="0"/>
                    </a:cubicBezTo>
                    <a:cubicBezTo>
                      <a:pt x="985" y="32"/>
                      <a:pt x="985" y="65"/>
                      <a:pt x="985" y="98"/>
                    </a:cubicBezTo>
                    <a:cubicBezTo>
                      <a:pt x="1017" y="98"/>
                      <a:pt x="1050" y="98"/>
                      <a:pt x="1083" y="98"/>
                    </a:cubicBezTo>
                    <a:cubicBezTo>
                      <a:pt x="1083" y="163"/>
                      <a:pt x="1083" y="228"/>
                      <a:pt x="1083" y="295"/>
                    </a:cubicBezTo>
                    <a:cubicBezTo>
                      <a:pt x="1116" y="295"/>
                      <a:pt x="1148" y="295"/>
                      <a:pt x="1182" y="295"/>
                    </a:cubicBezTo>
                    <a:cubicBezTo>
                      <a:pt x="1182" y="393"/>
                      <a:pt x="1182" y="490"/>
                      <a:pt x="1182" y="591"/>
                    </a:cubicBezTo>
                    <a:cubicBezTo>
                      <a:pt x="1214" y="591"/>
                      <a:pt x="1246" y="591"/>
                      <a:pt x="1280" y="591"/>
                    </a:cubicBezTo>
                    <a:cubicBezTo>
                      <a:pt x="1280" y="688"/>
                      <a:pt x="1280" y="786"/>
                      <a:pt x="1280" y="886"/>
                    </a:cubicBezTo>
                    <a:cubicBezTo>
                      <a:pt x="1312" y="886"/>
                      <a:pt x="1345" y="886"/>
                      <a:pt x="1378" y="886"/>
                    </a:cubicBezTo>
                    <a:cubicBezTo>
                      <a:pt x="1378" y="1049"/>
                      <a:pt x="1378" y="1211"/>
                      <a:pt x="1378" y="1378"/>
                    </a:cubicBezTo>
                    <a:cubicBezTo>
                      <a:pt x="1411" y="1378"/>
                      <a:pt x="1443" y="1378"/>
                      <a:pt x="1477" y="1378"/>
                    </a:cubicBezTo>
                    <a:cubicBezTo>
                      <a:pt x="1477" y="1541"/>
                      <a:pt x="1477" y="1703"/>
                      <a:pt x="1477" y="1871"/>
                    </a:cubicBezTo>
                    <a:cubicBezTo>
                      <a:pt x="1509" y="1871"/>
                      <a:pt x="1542" y="1871"/>
                      <a:pt x="1575" y="1871"/>
                    </a:cubicBezTo>
                    <a:cubicBezTo>
                      <a:pt x="1575" y="2066"/>
                      <a:pt x="1575" y="2261"/>
                      <a:pt x="1575" y="2461"/>
                    </a:cubicBezTo>
                    <a:cubicBezTo>
                      <a:pt x="1608" y="2461"/>
                      <a:pt x="1640" y="2461"/>
                      <a:pt x="1674" y="2461"/>
                    </a:cubicBezTo>
                    <a:cubicBezTo>
                      <a:pt x="1674" y="2624"/>
                      <a:pt x="1674" y="2786"/>
                      <a:pt x="1674" y="2954"/>
                    </a:cubicBezTo>
                    <a:cubicBezTo>
                      <a:pt x="1706" y="2954"/>
                      <a:pt x="1739" y="2954"/>
                      <a:pt x="1772" y="2954"/>
                    </a:cubicBezTo>
                    <a:cubicBezTo>
                      <a:pt x="1772" y="3149"/>
                      <a:pt x="1772" y="3344"/>
                      <a:pt x="1772" y="3545"/>
                    </a:cubicBezTo>
                    <a:cubicBezTo>
                      <a:pt x="1805" y="3545"/>
                      <a:pt x="1837" y="3545"/>
                      <a:pt x="1871" y="3545"/>
                    </a:cubicBezTo>
                    <a:cubicBezTo>
                      <a:pt x="1871" y="3674"/>
                      <a:pt x="1871" y="3804"/>
                      <a:pt x="1871" y="3938"/>
                    </a:cubicBezTo>
                    <a:cubicBezTo>
                      <a:pt x="1773" y="3938"/>
                      <a:pt x="1676" y="3938"/>
                      <a:pt x="1575" y="3938"/>
                    </a:cubicBezTo>
                    <a:cubicBezTo>
                      <a:pt x="1575" y="3971"/>
                      <a:pt x="1575" y="4003"/>
                      <a:pt x="1575" y="4037"/>
                    </a:cubicBezTo>
                    <a:cubicBezTo>
                      <a:pt x="1543" y="4037"/>
                      <a:pt x="1510" y="4037"/>
                      <a:pt x="1477" y="4037"/>
                    </a:cubicBezTo>
                    <a:cubicBezTo>
                      <a:pt x="1477" y="4004"/>
                      <a:pt x="1477" y="3972"/>
                      <a:pt x="1477" y="3938"/>
                    </a:cubicBezTo>
                    <a:cubicBezTo>
                      <a:pt x="1444" y="3938"/>
                      <a:pt x="1412" y="3938"/>
                      <a:pt x="1378" y="3938"/>
                    </a:cubicBezTo>
                    <a:cubicBezTo>
                      <a:pt x="1378" y="3841"/>
                      <a:pt x="1378" y="3743"/>
                      <a:pt x="1378" y="3643"/>
                    </a:cubicBezTo>
                    <a:cubicBezTo>
                      <a:pt x="1021" y="3643"/>
                      <a:pt x="664" y="3643"/>
                      <a:pt x="295" y="3643"/>
                    </a:cubicBezTo>
                    <a:cubicBezTo>
                      <a:pt x="295" y="3708"/>
                      <a:pt x="295" y="3773"/>
                      <a:pt x="295" y="3840"/>
                    </a:cubicBezTo>
                    <a:cubicBezTo>
                      <a:pt x="328" y="3840"/>
                      <a:pt x="360" y="3840"/>
                      <a:pt x="394" y="3840"/>
                    </a:cubicBezTo>
                    <a:cubicBezTo>
                      <a:pt x="394" y="4100"/>
                      <a:pt x="394" y="4360"/>
                      <a:pt x="394" y="4628"/>
                    </a:cubicBezTo>
                    <a:cubicBezTo>
                      <a:pt x="361" y="4628"/>
                      <a:pt x="329" y="4628"/>
                      <a:pt x="295" y="4628"/>
                    </a:cubicBezTo>
                    <a:cubicBezTo>
                      <a:pt x="295" y="4595"/>
                      <a:pt x="295" y="4563"/>
                      <a:pt x="295" y="4529"/>
                    </a:cubicBezTo>
                    <a:cubicBezTo>
                      <a:pt x="198" y="4529"/>
                      <a:pt x="100" y="4529"/>
                      <a:pt x="0" y="4529"/>
                    </a:cubicBezTo>
                    <a:cubicBezTo>
                      <a:pt x="0" y="4367"/>
                      <a:pt x="0" y="4204"/>
                      <a:pt x="0" y="4037"/>
                    </a:cubicBezTo>
                    <a:cubicBezTo>
                      <a:pt x="32" y="4037"/>
                      <a:pt x="65" y="4037"/>
                      <a:pt x="98" y="4037"/>
                    </a:cubicBezTo>
                    <a:cubicBezTo>
                      <a:pt x="98" y="3809"/>
                      <a:pt x="98" y="3582"/>
                      <a:pt x="98" y="3348"/>
                    </a:cubicBezTo>
                    <a:cubicBezTo>
                      <a:pt x="131" y="3348"/>
                      <a:pt x="163" y="3348"/>
                      <a:pt x="197" y="3348"/>
                    </a:cubicBezTo>
                    <a:cubicBezTo>
                      <a:pt x="197" y="3153"/>
                      <a:pt x="197" y="2958"/>
                      <a:pt x="197" y="2757"/>
                    </a:cubicBezTo>
                    <a:cubicBezTo>
                      <a:pt x="229" y="2757"/>
                      <a:pt x="262" y="2757"/>
                      <a:pt x="295" y="2757"/>
                    </a:cubicBezTo>
                    <a:cubicBezTo>
                      <a:pt x="295" y="2529"/>
                      <a:pt x="295" y="2302"/>
                      <a:pt x="295" y="2068"/>
                    </a:cubicBezTo>
                    <a:cubicBezTo>
                      <a:pt x="328" y="2068"/>
                      <a:pt x="360" y="2068"/>
                      <a:pt x="394" y="2068"/>
                    </a:cubicBezTo>
                    <a:cubicBezTo>
                      <a:pt x="394" y="1873"/>
                      <a:pt x="394" y="1678"/>
                      <a:pt x="394" y="1477"/>
                    </a:cubicBezTo>
                    <a:cubicBezTo>
                      <a:pt x="426" y="1477"/>
                      <a:pt x="459" y="1477"/>
                      <a:pt x="492" y="1477"/>
                    </a:cubicBezTo>
                    <a:cubicBezTo>
                      <a:pt x="492" y="1314"/>
                      <a:pt x="492" y="1152"/>
                      <a:pt x="492" y="985"/>
                    </a:cubicBezTo>
                    <a:cubicBezTo>
                      <a:pt x="525" y="985"/>
                      <a:pt x="557" y="985"/>
                      <a:pt x="591" y="985"/>
                    </a:cubicBezTo>
                    <a:cubicBezTo>
                      <a:pt x="591" y="855"/>
                      <a:pt x="591" y="725"/>
                      <a:pt x="591" y="591"/>
                    </a:cubicBezTo>
                    <a:cubicBezTo>
                      <a:pt x="623" y="591"/>
                      <a:pt x="656" y="591"/>
                      <a:pt x="689" y="591"/>
                    </a:cubicBezTo>
                    <a:cubicBezTo>
                      <a:pt x="689" y="493"/>
                      <a:pt x="689" y="396"/>
                      <a:pt x="689" y="295"/>
                    </a:cubicBezTo>
                    <a:cubicBezTo>
                      <a:pt x="722" y="295"/>
                      <a:pt x="754" y="295"/>
                      <a:pt x="788" y="295"/>
                    </a:cubicBezTo>
                    <a:cubicBezTo>
                      <a:pt x="788" y="230"/>
                      <a:pt x="788" y="165"/>
                      <a:pt x="788" y="98"/>
                    </a:cubicBezTo>
                    <a:cubicBezTo>
                      <a:pt x="820" y="98"/>
                      <a:pt x="853" y="98"/>
                      <a:pt x="886" y="98"/>
                    </a:cubicBezTo>
                    <a:cubicBezTo>
                      <a:pt x="886" y="66"/>
                      <a:pt x="886" y="33"/>
                      <a:pt x="88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087" name="ICON_TOOL_WAVE_path_006"/>
              <p:cNvSpPr/>
              <p:nvPr/>
            </p:nvSpPr>
            <p:spPr>
              <a:xfrm>
                <a:off x="5157961" y="3840962"/>
                <a:ext cx="26259" cy="32511"/>
              </a:xfrm>
              <a:custGeom>
                <a:avLst/>
                <a:gdLst/>
                <a:ahLst/>
                <a:cxnLst/>
                <a:rect l="0" t="0" r="r" b="b"/>
                <a:pathLst>
                  <a:path w="2068" h="2560" fill="norm" stroke="0">
                    <a:moveTo>
                      <a:pt x="985" y="0"/>
                    </a:moveTo>
                    <a:cubicBezTo>
                      <a:pt x="1050" y="0"/>
                      <a:pt x="1115" y="0"/>
                      <a:pt x="1182" y="0"/>
                    </a:cubicBezTo>
                    <a:cubicBezTo>
                      <a:pt x="1182" y="32"/>
                      <a:pt x="1182" y="65"/>
                      <a:pt x="1182" y="98"/>
                    </a:cubicBezTo>
                    <a:cubicBezTo>
                      <a:pt x="1214" y="98"/>
                      <a:pt x="1246" y="98"/>
                      <a:pt x="1280" y="98"/>
                    </a:cubicBezTo>
                    <a:cubicBezTo>
                      <a:pt x="1280" y="131"/>
                      <a:pt x="1280" y="163"/>
                      <a:pt x="1280" y="197"/>
                    </a:cubicBezTo>
                    <a:cubicBezTo>
                      <a:pt x="1312" y="197"/>
                      <a:pt x="1345" y="197"/>
                      <a:pt x="1378" y="197"/>
                    </a:cubicBezTo>
                    <a:cubicBezTo>
                      <a:pt x="1378" y="229"/>
                      <a:pt x="1378" y="262"/>
                      <a:pt x="1378" y="295"/>
                    </a:cubicBezTo>
                    <a:cubicBezTo>
                      <a:pt x="1411" y="295"/>
                      <a:pt x="1443" y="295"/>
                      <a:pt x="1477" y="295"/>
                    </a:cubicBezTo>
                    <a:cubicBezTo>
                      <a:pt x="1477" y="360"/>
                      <a:pt x="1477" y="425"/>
                      <a:pt x="1477" y="492"/>
                    </a:cubicBezTo>
                    <a:cubicBezTo>
                      <a:pt x="1509" y="492"/>
                      <a:pt x="1542" y="492"/>
                      <a:pt x="1575" y="492"/>
                    </a:cubicBezTo>
                    <a:cubicBezTo>
                      <a:pt x="1575" y="590"/>
                      <a:pt x="1575" y="687"/>
                      <a:pt x="1575" y="788"/>
                    </a:cubicBezTo>
                    <a:cubicBezTo>
                      <a:pt x="1608" y="788"/>
                      <a:pt x="1640" y="788"/>
                      <a:pt x="1674" y="788"/>
                    </a:cubicBezTo>
                    <a:cubicBezTo>
                      <a:pt x="1674" y="885"/>
                      <a:pt x="1674" y="983"/>
                      <a:pt x="1674" y="1083"/>
                    </a:cubicBezTo>
                    <a:cubicBezTo>
                      <a:pt x="1706" y="1083"/>
                      <a:pt x="1739" y="1083"/>
                      <a:pt x="1772" y="1083"/>
                    </a:cubicBezTo>
                    <a:cubicBezTo>
                      <a:pt x="1772" y="1213"/>
                      <a:pt x="1772" y="1343"/>
                      <a:pt x="1772" y="1477"/>
                    </a:cubicBezTo>
                    <a:cubicBezTo>
                      <a:pt x="1805" y="1477"/>
                      <a:pt x="1837" y="1477"/>
                      <a:pt x="1871" y="1477"/>
                    </a:cubicBezTo>
                    <a:cubicBezTo>
                      <a:pt x="1871" y="1607"/>
                      <a:pt x="1871" y="1737"/>
                      <a:pt x="1871" y="1871"/>
                    </a:cubicBezTo>
                    <a:cubicBezTo>
                      <a:pt x="1903" y="1871"/>
                      <a:pt x="1936" y="1871"/>
                      <a:pt x="1969" y="1871"/>
                    </a:cubicBezTo>
                    <a:cubicBezTo>
                      <a:pt x="1969" y="2001"/>
                      <a:pt x="1969" y="2131"/>
                      <a:pt x="1969" y="2265"/>
                    </a:cubicBezTo>
                    <a:cubicBezTo>
                      <a:pt x="2002" y="2265"/>
                      <a:pt x="2034" y="2265"/>
                      <a:pt x="2068" y="2265"/>
                    </a:cubicBezTo>
                    <a:cubicBezTo>
                      <a:pt x="2068" y="2362"/>
                      <a:pt x="2068" y="2460"/>
                      <a:pt x="2068" y="2560"/>
                    </a:cubicBezTo>
                    <a:cubicBezTo>
                      <a:pt x="2035" y="2560"/>
                      <a:pt x="2003" y="2560"/>
                      <a:pt x="1969" y="2560"/>
                    </a:cubicBezTo>
                    <a:cubicBezTo>
                      <a:pt x="1969" y="2527"/>
                      <a:pt x="1969" y="2495"/>
                      <a:pt x="1969" y="2461"/>
                    </a:cubicBezTo>
                    <a:cubicBezTo>
                      <a:pt x="1319" y="2461"/>
                      <a:pt x="670" y="2461"/>
                      <a:pt x="0" y="2461"/>
                    </a:cubicBezTo>
                    <a:cubicBezTo>
                      <a:pt x="0" y="2364"/>
                      <a:pt x="0" y="2267"/>
                      <a:pt x="0" y="2166"/>
                    </a:cubicBezTo>
                    <a:cubicBezTo>
                      <a:pt x="32" y="2166"/>
                      <a:pt x="65" y="2166"/>
                      <a:pt x="98" y="2166"/>
                    </a:cubicBezTo>
                    <a:cubicBezTo>
                      <a:pt x="98" y="2069"/>
                      <a:pt x="98" y="1971"/>
                      <a:pt x="98" y="1871"/>
                    </a:cubicBezTo>
                    <a:cubicBezTo>
                      <a:pt x="131" y="1871"/>
                      <a:pt x="163" y="1871"/>
                      <a:pt x="197" y="1871"/>
                    </a:cubicBezTo>
                    <a:cubicBezTo>
                      <a:pt x="197" y="1773"/>
                      <a:pt x="197" y="1676"/>
                      <a:pt x="197" y="1575"/>
                    </a:cubicBezTo>
                    <a:cubicBezTo>
                      <a:pt x="229" y="1575"/>
                      <a:pt x="262" y="1575"/>
                      <a:pt x="295" y="1575"/>
                    </a:cubicBezTo>
                    <a:cubicBezTo>
                      <a:pt x="295" y="1478"/>
                      <a:pt x="295" y="1380"/>
                      <a:pt x="295" y="1280"/>
                    </a:cubicBezTo>
                    <a:cubicBezTo>
                      <a:pt x="328" y="1280"/>
                      <a:pt x="360" y="1280"/>
                      <a:pt x="394" y="1280"/>
                    </a:cubicBezTo>
                    <a:cubicBezTo>
                      <a:pt x="394" y="1182"/>
                      <a:pt x="394" y="1085"/>
                      <a:pt x="394" y="985"/>
                    </a:cubicBezTo>
                    <a:cubicBezTo>
                      <a:pt x="426" y="985"/>
                      <a:pt x="459" y="985"/>
                      <a:pt x="492" y="985"/>
                    </a:cubicBezTo>
                    <a:cubicBezTo>
                      <a:pt x="492" y="920"/>
                      <a:pt x="492" y="855"/>
                      <a:pt x="492" y="788"/>
                    </a:cubicBezTo>
                    <a:cubicBezTo>
                      <a:pt x="525" y="788"/>
                      <a:pt x="557" y="788"/>
                      <a:pt x="591" y="788"/>
                    </a:cubicBezTo>
                    <a:cubicBezTo>
                      <a:pt x="591" y="723"/>
                      <a:pt x="591" y="658"/>
                      <a:pt x="591" y="591"/>
                    </a:cubicBezTo>
                    <a:cubicBezTo>
                      <a:pt x="623" y="591"/>
                      <a:pt x="656" y="591"/>
                      <a:pt x="689" y="591"/>
                    </a:cubicBezTo>
                    <a:cubicBezTo>
                      <a:pt x="689" y="526"/>
                      <a:pt x="689" y="461"/>
                      <a:pt x="689" y="394"/>
                    </a:cubicBezTo>
                    <a:cubicBezTo>
                      <a:pt x="722" y="394"/>
                      <a:pt x="754" y="394"/>
                      <a:pt x="788" y="394"/>
                    </a:cubicBezTo>
                    <a:cubicBezTo>
                      <a:pt x="788" y="329"/>
                      <a:pt x="788" y="264"/>
                      <a:pt x="788" y="197"/>
                    </a:cubicBezTo>
                    <a:cubicBezTo>
                      <a:pt x="820" y="197"/>
                      <a:pt x="853" y="197"/>
                      <a:pt x="886" y="197"/>
                    </a:cubicBezTo>
                    <a:cubicBezTo>
                      <a:pt x="886" y="164"/>
                      <a:pt x="886" y="132"/>
                      <a:pt x="886" y="98"/>
                    </a:cubicBezTo>
                    <a:cubicBezTo>
                      <a:pt x="919" y="98"/>
                      <a:pt x="951" y="98"/>
                      <a:pt x="985" y="98"/>
                    </a:cubicBezTo>
                    <a:cubicBezTo>
                      <a:pt x="985" y="66"/>
                      <a:pt x="985" y="33"/>
                      <a:pt x="98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088" name="ICON_TOOL_WAVE_path_007"/>
              <p:cNvSpPr/>
              <p:nvPr/>
            </p:nvSpPr>
            <p:spPr>
              <a:xfrm>
                <a:off x="5338023" y="3854716"/>
                <a:ext cx="12504" cy="27509"/>
              </a:xfrm>
              <a:custGeom>
                <a:avLst/>
                <a:gdLst/>
                <a:ahLst/>
                <a:cxnLst/>
                <a:rect l="0" t="0" r="r" b="b"/>
                <a:pathLst>
                  <a:path w="985" h="2166" fill="norm" stroke="0">
                    <a:moveTo>
                      <a:pt x="98" y="0"/>
                    </a:moveTo>
                    <a:cubicBezTo>
                      <a:pt x="163" y="0"/>
                      <a:pt x="228" y="0"/>
                      <a:pt x="295" y="0"/>
                    </a:cubicBezTo>
                    <a:cubicBezTo>
                      <a:pt x="295" y="65"/>
                      <a:pt x="295" y="130"/>
                      <a:pt x="295" y="197"/>
                    </a:cubicBezTo>
                    <a:cubicBezTo>
                      <a:pt x="328" y="197"/>
                      <a:pt x="360" y="197"/>
                      <a:pt x="394" y="197"/>
                    </a:cubicBezTo>
                    <a:cubicBezTo>
                      <a:pt x="394" y="359"/>
                      <a:pt x="394" y="522"/>
                      <a:pt x="394" y="689"/>
                    </a:cubicBezTo>
                    <a:cubicBezTo>
                      <a:pt x="361" y="689"/>
                      <a:pt x="329" y="689"/>
                      <a:pt x="295" y="689"/>
                    </a:cubicBezTo>
                    <a:cubicBezTo>
                      <a:pt x="295" y="754"/>
                      <a:pt x="295" y="819"/>
                      <a:pt x="295" y="886"/>
                    </a:cubicBezTo>
                    <a:cubicBezTo>
                      <a:pt x="328" y="886"/>
                      <a:pt x="360" y="886"/>
                      <a:pt x="394" y="886"/>
                    </a:cubicBezTo>
                    <a:cubicBezTo>
                      <a:pt x="394" y="919"/>
                      <a:pt x="394" y="951"/>
                      <a:pt x="394" y="985"/>
                    </a:cubicBezTo>
                    <a:cubicBezTo>
                      <a:pt x="426" y="985"/>
                      <a:pt x="459" y="985"/>
                      <a:pt x="492" y="985"/>
                    </a:cubicBezTo>
                    <a:cubicBezTo>
                      <a:pt x="492" y="1017"/>
                      <a:pt x="492" y="1050"/>
                      <a:pt x="492" y="1083"/>
                    </a:cubicBezTo>
                    <a:cubicBezTo>
                      <a:pt x="525" y="1083"/>
                      <a:pt x="557" y="1083"/>
                      <a:pt x="591" y="1083"/>
                    </a:cubicBezTo>
                    <a:cubicBezTo>
                      <a:pt x="591" y="1051"/>
                      <a:pt x="591" y="1018"/>
                      <a:pt x="591" y="985"/>
                    </a:cubicBezTo>
                    <a:cubicBezTo>
                      <a:pt x="656" y="985"/>
                      <a:pt x="721" y="985"/>
                      <a:pt x="788" y="985"/>
                    </a:cubicBezTo>
                    <a:cubicBezTo>
                      <a:pt x="788" y="952"/>
                      <a:pt x="788" y="920"/>
                      <a:pt x="788" y="886"/>
                    </a:cubicBezTo>
                    <a:cubicBezTo>
                      <a:pt x="853" y="886"/>
                      <a:pt x="918" y="886"/>
                      <a:pt x="985" y="886"/>
                    </a:cubicBezTo>
                    <a:cubicBezTo>
                      <a:pt x="985" y="951"/>
                      <a:pt x="985" y="1016"/>
                      <a:pt x="985" y="1083"/>
                    </a:cubicBezTo>
                    <a:cubicBezTo>
                      <a:pt x="952" y="1083"/>
                      <a:pt x="920" y="1083"/>
                      <a:pt x="886" y="1083"/>
                    </a:cubicBezTo>
                    <a:cubicBezTo>
                      <a:pt x="886" y="1181"/>
                      <a:pt x="886" y="1278"/>
                      <a:pt x="886" y="1378"/>
                    </a:cubicBezTo>
                    <a:cubicBezTo>
                      <a:pt x="854" y="1378"/>
                      <a:pt x="821" y="1378"/>
                      <a:pt x="788" y="1378"/>
                    </a:cubicBezTo>
                    <a:cubicBezTo>
                      <a:pt x="788" y="1508"/>
                      <a:pt x="788" y="1638"/>
                      <a:pt x="788" y="1772"/>
                    </a:cubicBezTo>
                    <a:cubicBezTo>
                      <a:pt x="755" y="1772"/>
                      <a:pt x="723" y="1772"/>
                      <a:pt x="689" y="1772"/>
                    </a:cubicBezTo>
                    <a:cubicBezTo>
                      <a:pt x="689" y="1837"/>
                      <a:pt x="689" y="1902"/>
                      <a:pt x="689" y="1969"/>
                    </a:cubicBezTo>
                    <a:cubicBezTo>
                      <a:pt x="657" y="1969"/>
                      <a:pt x="624" y="1969"/>
                      <a:pt x="591" y="1969"/>
                    </a:cubicBezTo>
                    <a:cubicBezTo>
                      <a:pt x="591" y="2034"/>
                      <a:pt x="591" y="2099"/>
                      <a:pt x="591" y="2166"/>
                    </a:cubicBezTo>
                    <a:cubicBezTo>
                      <a:pt x="493" y="2166"/>
                      <a:pt x="396" y="2166"/>
                      <a:pt x="295" y="2166"/>
                    </a:cubicBezTo>
                    <a:cubicBezTo>
                      <a:pt x="295" y="2101"/>
                      <a:pt x="295" y="2036"/>
                      <a:pt x="295" y="1969"/>
                    </a:cubicBezTo>
                    <a:cubicBezTo>
                      <a:pt x="263" y="1969"/>
                      <a:pt x="230" y="1969"/>
                      <a:pt x="197" y="1969"/>
                    </a:cubicBezTo>
                    <a:cubicBezTo>
                      <a:pt x="197" y="1872"/>
                      <a:pt x="197" y="1774"/>
                      <a:pt x="197" y="1674"/>
                    </a:cubicBezTo>
                    <a:cubicBezTo>
                      <a:pt x="164" y="1674"/>
                      <a:pt x="132" y="1674"/>
                      <a:pt x="98" y="1674"/>
                    </a:cubicBezTo>
                    <a:cubicBezTo>
                      <a:pt x="98" y="1511"/>
                      <a:pt x="98" y="1349"/>
                      <a:pt x="98" y="1182"/>
                    </a:cubicBezTo>
                    <a:cubicBezTo>
                      <a:pt x="66" y="1182"/>
                      <a:pt x="33" y="1182"/>
                      <a:pt x="0" y="1182"/>
                    </a:cubicBezTo>
                    <a:cubicBezTo>
                      <a:pt x="0" y="1019"/>
                      <a:pt x="0" y="857"/>
                      <a:pt x="0" y="689"/>
                    </a:cubicBezTo>
                    <a:cubicBezTo>
                      <a:pt x="65" y="689"/>
                      <a:pt x="130" y="689"/>
                      <a:pt x="197" y="689"/>
                    </a:cubicBezTo>
                    <a:cubicBezTo>
                      <a:pt x="197" y="527"/>
                      <a:pt x="197" y="364"/>
                      <a:pt x="197" y="197"/>
                    </a:cubicBezTo>
                    <a:cubicBezTo>
                      <a:pt x="164" y="197"/>
                      <a:pt x="132" y="197"/>
                      <a:pt x="98" y="197"/>
                    </a:cubicBezTo>
                    <a:cubicBezTo>
                      <a:pt x="98" y="132"/>
                      <a:pt x="98" y="67"/>
                      <a:pt x="9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089" name="ICON_TOOL_WAVE_path_008"/>
              <p:cNvSpPr/>
              <p:nvPr/>
            </p:nvSpPr>
            <p:spPr>
              <a:xfrm>
                <a:off x="5134203" y="3865970"/>
                <a:ext cx="13755" cy="16256"/>
              </a:xfrm>
              <a:custGeom>
                <a:avLst/>
                <a:gdLst/>
                <a:ahLst/>
                <a:cxnLst/>
                <a:rect l="0" t="0" r="r" b="b"/>
                <a:pathLst>
                  <a:path w="1083" h="1280" fill="norm" stroke="0">
                    <a:moveTo>
                      <a:pt x="197" y="0"/>
                    </a:moveTo>
                    <a:cubicBezTo>
                      <a:pt x="229" y="0"/>
                      <a:pt x="262" y="0"/>
                      <a:pt x="295" y="0"/>
                    </a:cubicBezTo>
                    <a:cubicBezTo>
                      <a:pt x="295" y="32"/>
                      <a:pt x="295" y="65"/>
                      <a:pt x="295" y="98"/>
                    </a:cubicBezTo>
                    <a:cubicBezTo>
                      <a:pt x="328" y="98"/>
                      <a:pt x="360" y="98"/>
                      <a:pt x="394" y="98"/>
                    </a:cubicBezTo>
                    <a:cubicBezTo>
                      <a:pt x="394" y="196"/>
                      <a:pt x="394" y="293"/>
                      <a:pt x="394" y="394"/>
                    </a:cubicBezTo>
                    <a:cubicBezTo>
                      <a:pt x="426" y="394"/>
                      <a:pt x="459" y="394"/>
                      <a:pt x="492" y="394"/>
                    </a:cubicBezTo>
                    <a:cubicBezTo>
                      <a:pt x="492" y="426"/>
                      <a:pt x="492" y="459"/>
                      <a:pt x="492" y="492"/>
                    </a:cubicBezTo>
                    <a:cubicBezTo>
                      <a:pt x="525" y="492"/>
                      <a:pt x="557" y="492"/>
                      <a:pt x="591" y="492"/>
                    </a:cubicBezTo>
                    <a:cubicBezTo>
                      <a:pt x="591" y="525"/>
                      <a:pt x="591" y="557"/>
                      <a:pt x="591" y="591"/>
                    </a:cubicBezTo>
                    <a:cubicBezTo>
                      <a:pt x="753" y="591"/>
                      <a:pt x="916" y="591"/>
                      <a:pt x="1083" y="591"/>
                    </a:cubicBezTo>
                    <a:cubicBezTo>
                      <a:pt x="1083" y="656"/>
                      <a:pt x="1083" y="721"/>
                      <a:pt x="1083" y="788"/>
                    </a:cubicBezTo>
                    <a:cubicBezTo>
                      <a:pt x="1051" y="788"/>
                      <a:pt x="1018" y="788"/>
                      <a:pt x="985" y="788"/>
                    </a:cubicBezTo>
                    <a:cubicBezTo>
                      <a:pt x="985" y="853"/>
                      <a:pt x="985" y="918"/>
                      <a:pt x="985" y="985"/>
                    </a:cubicBezTo>
                    <a:cubicBezTo>
                      <a:pt x="952" y="985"/>
                      <a:pt x="920" y="985"/>
                      <a:pt x="886" y="985"/>
                    </a:cubicBezTo>
                    <a:cubicBezTo>
                      <a:pt x="886" y="1050"/>
                      <a:pt x="886" y="1115"/>
                      <a:pt x="886" y="1182"/>
                    </a:cubicBezTo>
                    <a:cubicBezTo>
                      <a:pt x="854" y="1182"/>
                      <a:pt x="821" y="1182"/>
                      <a:pt x="788" y="1182"/>
                    </a:cubicBezTo>
                    <a:cubicBezTo>
                      <a:pt x="788" y="1214"/>
                      <a:pt x="788" y="1246"/>
                      <a:pt x="788" y="1280"/>
                    </a:cubicBezTo>
                    <a:cubicBezTo>
                      <a:pt x="658" y="1280"/>
                      <a:pt x="528" y="1280"/>
                      <a:pt x="394" y="1280"/>
                    </a:cubicBezTo>
                    <a:cubicBezTo>
                      <a:pt x="394" y="1247"/>
                      <a:pt x="394" y="1215"/>
                      <a:pt x="394" y="1182"/>
                    </a:cubicBezTo>
                    <a:cubicBezTo>
                      <a:pt x="361" y="1182"/>
                      <a:pt x="329" y="1182"/>
                      <a:pt x="295" y="1182"/>
                    </a:cubicBezTo>
                    <a:cubicBezTo>
                      <a:pt x="295" y="1084"/>
                      <a:pt x="295" y="987"/>
                      <a:pt x="295" y="886"/>
                    </a:cubicBezTo>
                    <a:cubicBezTo>
                      <a:pt x="263" y="886"/>
                      <a:pt x="230" y="886"/>
                      <a:pt x="197" y="886"/>
                    </a:cubicBezTo>
                    <a:cubicBezTo>
                      <a:pt x="197" y="821"/>
                      <a:pt x="197" y="756"/>
                      <a:pt x="197" y="689"/>
                    </a:cubicBezTo>
                    <a:cubicBezTo>
                      <a:pt x="164" y="689"/>
                      <a:pt x="132" y="689"/>
                      <a:pt x="98" y="689"/>
                    </a:cubicBezTo>
                    <a:cubicBezTo>
                      <a:pt x="98" y="624"/>
                      <a:pt x="98" y="559"/>
                      <a:pt x="98" y="492"/>
                    </a:cubicBezTo>
                    <a:cubicBezTo>
                      <a:pt x="66" y="492"/>
                      <a:pt x="33" y="492"/>
                      <a:pt x="0" y="492"/>
                    </a:cubicBezTo>
                    <a:cubicBezTo>
                      <a:pt x="0" y="362"/>
                      <a:pt x="0" y="232"/>
                      <a:pt x="0" y="98"/>
                    </a:cubicBezTo>
                    <a:cubicBezTo>
                      <a:pt x="65" y="98"/>
                      <a:pt x="130" y="98"/>
                      <a:pt x="197" y="98"/>
                    </a:cubicBezTo>
                    <a:cubicBezTo>
                      <a:pt x="197" y="66"/>
                      <a:pt x="197" y="33"/>
                      <a:pt x="19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090" name="ICON_TOOL_WAVE_path_009"/>
              <p:cNvSpPr/>
              <p:nvPr/>
            </p:nvSpPr>
            <p:spPr>
              <a:xfrm>
                <a:off x="5419301" y="3858468"/>
                <a:ext cx="27509" cy="11254"/>
              </a:xfrm>
              <a:custGeom>
                <a:avLst/>
                <a:gdLst/>
                <a:ahLst/>
                <a:cxnLst/>
                <a:rect l="0" t="0" r="r" b="b"/>
                <a:pathLst>
                  <a:path w="2166" h="886" fill="norm" stroke="0">
                    <a:moveTo>
                      <a:pt x="98" y="0"/>
                    </a:moveTo>
                    <a:cubicBezTo>
                      <a:pt x="196" y="0"/>
                      <a:pt x="293" y="0"/>
                      <a:pt x="394" y="0"/>
                    </a:cubicBezTo>
                    <a:cubicBezTo>
                      <a:pt x="394" y="130"/>
                      <a:pt x="394" y="260"/>
                      <a:pt x="394" y="394"/>
                    </a:cubicBezTo>
                    <a:cubicBezTo>
                      <a:pt x="751" y="394"/>
                      <a:pt x="1109" y="394"/>
                      <a:pt x="1477" y="394"/>
                    </a:cubicBezTo>
                    <a:cubicBezTo>
                      <a:pt x="1477" y="459"/>
                      <a:pt x="1477" y="524"/>
                      <a:pt x="1477" y="591"/>
                    </a:cubicBezTo>
                    <a:cubicBezTo>
                      <a:pt x="1542" y="591"/>
                      <a:pt x="1607" y="591"/>
                      <a:pt x="1674" y="591"/>
                    </a:cubicBezTo>
                    <a:cubicBezTo>
                      <a:pt x="1674" y="558"/>
                      <a:pt x="1674" y="526"/>
                      <a:pt x="1674" y="492"/>
                    </a:cubicBezTo>
                    <a:cubicBezTo>
                      <a:pt x="1739" y="492"/>
                      <a:pt x="1804" y="492"/>
                      <a:pt x="1871" y="492"/>
                    </a:cubicBezTo>
                    <a:cubicBezTo>
                      <a:pt x="1871" y="525"/>
                      <a:pt x="1871" y="557"/>
                      <a:pt x="1871" y="591"/>
                    </a:cubicBezTo>
                    <a:cubicBezTo>
                      <a:pt x="1885" y="588"/>
                      <a:pt x="1899" y="585"/>
                      <a:pt x="1913" y="581"/>
                    </a:cubicBezTo>
                    <a:cubicBezTo>
                      <a:pt x="1969" y="591"/>
                      <a:pt x="1969" y="591"/>
                      <a:pt x="1996" y="618"/>
                    </a:cubicBezTo>
                    <a:cubicBezTo>
                      <a:pt x="2023" y="658"/>
                      <a:pt x="2049" y="697"/>
                      <a:pt x="2074" y="738"/>
                    </a:cubicBezTo>
                    <a:cubicBezTo>
                      <a:pt x="2083" y="753"/>
                      <a:pt x="2092" y="767"/>
                      <a:pt x="2101" y="781"/>
                    </a:cubicBezTo>
                    <a:cubicBezTo>
                      <a:pt x="2123" y="816"/>
                      <a:pt x="2145" y="851"/>
                      <a:pt x="2166" y="886"/>
                    </a:cubicBezTo>
                    <a:cubicBezTo>
                      <a:pt x="2157" y="882"/>
                      <a:pt x="2157" y="882"/>
                      <a:pt x="2111" y="863"/>
                    </a:cubicBezTo>
                    <a:cubicBezTo>
                      <a:pt x="1984" y="820"/>
                      <a:pt x="1847" y="825"/>
                      <a:pt x="1713" y="821"/>
                    </a:cubicBezTo>
                    <a:cubicBezTo>
                      <a:pt x="1684" y="820"/>
                      <a:pt x="1654" y="819"/>
                      <a:pt x="1624" y="818"/>
                    </a:cubicBezTo>
                    <a:cubicBezTo>
                      <a:pt x="1547" y="816"/>
                      <a:pt x="1470" y="813"/>
                      <a:pt x="1392" y="811"/>
                    </a:cubicBezTo>
                    <a:cubicBezTo>
                      <a:pt x="1313" y="808"/>
                      <a:pt x="1234" y="805"/>
                      <a:pt x="1154" y="803"/>
                    </a:cubicBezTo>
                    <a:cubicBezTo>
                      <a:pt x="999" y="797"/>
                      <a:pt x="844" y="792"/>
                      <a:pt x="689" y="788"/>
                    </a:cubicBezTo>
                    <a:cubicBezTo>
                      <a:pt x="689" y="755"/>
                      <a:pt x="689" y="723"/>
                      <a:pt x="689" y="689"/>
                    </a:cubicBezTo>
                    <a:cubicBezTo>
                      <a:pt x="592" y="689"/>
                      <a:pt x="494" y="689"/>
                      <a:pt x="394" y="689"/>
                    </a:cubicBezTo>
                    <a:cubicBezTo>
                      <a:pt x="394" y="657"/>
                      <a:pt x="394" y="624"/>
                      <a:pt x="394" y="591"/>
                    </a:cubicBezTo>
                    <a:cubicBezTo>
                      <a:pt x="361" y="591"/>
                      <a:pt x="329" y="591"/>
                      <a:pt x="295" y="591"/>
                    </a:cubicBezTo>
                    <a:cubicBezTo>
                      <a:pt x="295" y="558"/>
                      <a:pt x="295" y="526"/>
                      <a:pt x="295" y="492"/>
                    </a:cubicBezTo>
                    <a:cubicBezTo>
                      <a:pt x="230" y="492"/>
                      <a:pt x="165" y="492"/>
                      <a:pt x="98" y="492"/>
                    </a:cubicBezTo>
                    <a:cubicBezTo>
                      <a:pt x="98" y="427"/>
                      <a:pt x="98" y="362"/>
                      <a:pt x="98" y="295"/>
                    </a:cubicBezTo>
                    <a:cubicBezTo>
                      <a:pt x="66" y="295"/>
                      <a:pt x="33" y="295"/>
                      <a:pt x="0" y="295"/>
                    </a:cubicBezTo>
                    <a:cubicBezTo>
                      <a:pt x="0" y="230"/>
                      <a:pt x="0" y="165"/>
                      <a:pt x="0" y="98"/>
                    </a:cubicBezTo>
                    <a:cubicBezTo>
                      <a:pt x="32" y="98"/>
                      <a:pt x="65" y="98"/>
                      <a:pt x="98" y="98"/>
                    </a:cubicBezTo>
                    <a:cubicBezTo>
                      <a:pt x="98" y="66"/>
                      <a:pt x="98" y="33"/>
                      <a:pt x="9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091" name="ICON_TOOL_WAVE_path_010"/>
              <p:cNvSpPr/>
              <p:nvPr/>
            </p:nvSpPr>
            <p:spPr>
              <a:xfrm>
                <a:off x="5149208" y="3773439"/>
                <a:ext cx="7503" cy="16256"/>
              </a:xfrm>
              <a:custGeom>
                <a:avLst/>
                <a:gdLst/>
                <a:ahLst/>
                <a:cxnLst/>
                <a:rect l="0" t="0" r="r" b="b"/>
                <a:pathLst>
                  <a:path w="591" h="1280" fill="norm" stroke="0">
                    <a:moveTo>
                      <a:pt x="197" y="0"/>
                    </a:moveTo>
                    <a:cubicBezTo>
                      <a:pt x="294" y="0"/>
                      <a:pt x="392" y="0"/>
                      <a:pt x="492" y="0"/>
                    </a:cubicBezTo>
                    <a:cubicBezTo>
                      <a:pt x="492" y="32"/>
                      <a:pt x="492" y="65"/>
                      <a:pt x="492" y="98"/>
                    </a:cubicBezTo>
                    <a:cubicBezTo>
                      <a:pt x="525" y="98"/>
                      <a:pt x="557" y="98"/>
                      <a:pt x="591" y="98"/>
                    </a:cubicBezTo>
                    <a:cubicBezTo>
                      <a:pt x="591" y="423"/>
                      <a:pt x="591" y="748"/>
                      <a:pt x="591" y="1083"/>
                    </a:cubicBezTo>
                    <a:cubicBezTo>
                      <a:pt x="558" y="1083"/>
                      <a:pt x="526" y="1083"/>
                      <a:pt x="492" y="1083"/>
                    </a:cubicBezTo>
                    <a:cubicBezTo>
                      <a:pt x="492" y="1116"/>
                      <a:pt x="492" y="1148"/>
                      <a:pt x="492" y="1182"/>
                    </a:cubicBezTo>
                    <a:cubicBezTo>
                      <a:pt x="460" y="1182"/>
                      <a:pt x="427" y="1182"/>
                      <a:pt x="394" y="1182"/>
                    </a:cubicBezTo>
                    <a:cubicBezTo>
                      <a:pt x="394" y="1214"/>
                      <a:pt x="394" y="1246"/>
                      <a:pt x="394" y="1280"/>
                    </a:cubicBezTo>
                    <a:cubicBezTo>
                      <a:pt x="361" y="1280"/>
                      <a:pt x="329" y="1280"/>
                      <a:pt x="295" y="1280"/>
                    </a:cubicBezTo>
                    <a:cubicBezTo>
                      <a:pt x="295" y="1247"/>
                      <a:pt x="295" y="1215"/>
                      <a:pt x="295" y="1182"/>
                    </a:cubicBezTo>
                    <a:cubicBezTo>
                      <a:pt x="230" y="1182"/>
                      <a:pt x="165" y="1182"/>
                      <a:pt x="98" y="1182"/>
                    </a:cubicBezTo>
                    <a:cubicBezTo>
                      <a:pt x="98" y="1149"/>
                      <a:pt x="98" y="1117"/>
                      <a:pt x="98" y="1083"/>
                    </a:cubicBezTo>
                    <a:cubicBezTo>
                      <a:pt x="66" y="1083"/>
                      <a:pt x="33" y="1083"/>
                      <a:pt x="0" y="1083"/>
                    </a:cubicBezTo>
                    <a:cubicBezTo>
                      <a:pt x="0" y="791"/>
                      <a:pt x="0" y="498"/>
                      <a:pt x="0" y="197"/>
                    </a:cubicBezTo>
                    <a:cubicBezTo>
                      <a:pt x="32" y="197"/>
                      <a:pt x="65" y="197"/>
                      <a:pt x="98" y="197"/>
                    </a:cubicBezTo>
                    <a:cubicBezTo>
                      <a:pt x="98" y="164"/>
                      <a:pt x="98" y="132"/>
                      <a:pt x="98" y="98"/>
                    </a:cubicBezTo>
                    <a:cubicBezTo>
                      <a:pt x="131" y="98"/>
                      <a:pt x="163" y="98"/>
                      <a:pt x="197" y="98"/>
                    </a:cubicBezTo>
                    <a:cubicBezTo>
                      <a:pt x="197" y="66"/>
                      <a:pt x="197" y="33"/>
                      <a:pt x="197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092" name="ICON_TOOL_WAVE_path_011"/>
              <p:cNvSpPr/>
              <p:nvPr/>
            </p:nvSpPr>
            <p:spPr>
              <a:xfrm>
                <a:off x="5149208" y="3934744"/>
                <a:ext cx="7503" cy="15005"/>
              </a:xfrm>
              <a:custGeom>
                <a:avLst/>
                <a:gdLst/>
                <a:ahLst/>
                <a:cxnLst/>
                <a:rect l="0" t="0" r="r" b="b"/>
                <a:pathLst>
                  <a:path w="591" h="1182" fill="norm" stroke="0">
                    <a:moveTo>
                      <a:pt x="197" y="0"/>
                    </a:moveTo>
                    <a:cubicBezTo>
                      <a:pt x="294" y="0"/>
                      <a:pt x="392" y="0"/>
                      <a:pt x="492" y="0"/>
                    </a:cubicBezTo>
                    <a:cubicBezTo>
                      <a:pt x="492" y="32"/>
                      <a:pt x="492" y="65"/>
                      <a:pt x="492" y="98"/>
                    </a:cubicBezTo>
                    <a:cubicBezTo>
                      <a:pt x="525" y="98"/>
                      <a:pt x="557" y="98"/>
                      <a:pt x="591" y="98"/>
                    </a:cubicBezTo>
                    <a:cubicBezTo>
                      <a:pt x="591" y="423"/>
                      <a:pt x="591" y="748"/>
                      <a:pt x="591" y="1083"/>
                    </a:cubicBezTo>
                    <a:cubicBezTo>
                      <a:pt x="558" y="1083"/>
                      <a:pt x="526" y="1083"/>
                      <a:pt x="492" y="1083"/>
                    </a:cubicBezTo>
                    <a:cubicBezTo>
                      <a:pt x="492" y="1116"/>
                      <a:pt x="492" y="1148"/>
                      <a:pt x="492" y="1182"/>
                    </a:cubicBezTo>
                    <a:cubicBezTo>
                      <a:pt x="362" y="1182"/>
                      <a:pt x="232" y="1182"/>
                      <a:pt x="98" y="1182"/>
                    </a:cubicBezTo>
                    <a:cubicBezTo>
                      <a:pt x="98" y="1117"/>
                      <a:pt x="98" y="1052"/>
                      <a:pt x="98" y="985"/>
                    </a:cubicBezTo>
                    <a:cubicBezTo>
                      <a:pt x="66" y="985"/>
                      <a:pt x="33" y="985"/>
                      <a:pt x="0" y="985"/>
                    </a:cubicBezTo>
                    <a:cubicBezTo>
                      <a:pt x="0" y="757"/>
                      <a:pt x="0" y="530"/>
                      <a:pt x="0" y="295"/>
                    </a:cubicBezTo>
                    <a:cubicBezTo>
                      <a:pt x="32" y="295"/>
                      <a:pt x="65" y="295"/>
                      <a:pt x="98" y="295"/>
                    </a:cubicBezTo>
                    <a:cubicBezTo>
                      <a:pt x="98" y="230"/>
                      <a:pt x="98" y="165"/>
                      <a:pt x="98" y="98"/>
                    </a:cubicBezTo>
                    <a:cubicBezTo>
                      <a:pt x="131" y="98"/>
                      <a:pt x="163" y="98"/>
                      <a:pt x="197" y="98"/>
                    </a:cubicBezTo>
                    <a:cubicBezTo>
                      <a:pt x="197" y="66"/>
                      <a:pt x="197" y="33"/>
                      <a:pt x="197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093" name="ICON_TOOL_WAVE_path_012"/>
              <p:cNvSpPr/>
              <p:nvPr/>
            </p:nvSpPr>
            <p:spPr>
              <a:xfrm>
                <a:off x="5358030" y="3859640"/>
                <a:ext cx="11254" cy="12582"/>
              </a:xfrm>
              <a:custGeom>
                <a:avLst/>
                <a:gdLst/>
                <a:ahLst/>
                <a:cxnLst/>
                <a:rect l="0" t="0" r="r" b="b"/>
                <a:pathLst>
                  <a:path w="886" h="991" fill="norm" stroke="0">
                    <a:moveTo>
                      <a:pt x="394" y="6"/>
                    </a:moveTo>
                    <a:cubicBezTo>
                      <a:pt x="446" y="0"/>
                      <a:pt x="446" y="0"/>
                      <a:pt x="492" y="6"/>
                    </a:cubicBezTo>
                    <a:cubicBezTo>
                      <a:pt x="492" y="39"/>
                      <a:pt x="492" y="71"/>
                      <a:pt x="492" y="105"/>
                    </a:cubicBezTo>
                    <a:cubicBezTo>
                      <a:pt x="525" y="105"/>
                      <a:pt x="557" y="105"/>
                      <a:pt x="591" y="105"/>
                    </a:cubicBezTo>
                    <a:cubicBezTo>
                      <a:pt x="591" y="170"/>
                      <a:pt x="591" y="235"/>
                      <a:pt x="591" y="302"/>
                    </a:cubicBezTo>
                    <a:cubicBezTo>
                      <a:pt x="623" y="302"/>
                      <a:pt x="656" y="302"/>
                      <a:pt x="689" y="302"/>
                    </a:cubicBezTo>
                    <a:cubicBezTo>
                      <a:pt x="689" y="367"/>
                      <a:pt x="689" y="431"/>
                      <a:pt x="689" y="498"/>
                    </a:cubicBezTo>
                    <a:cubicBezTo>
                      <a:pt x="722" y="498"/>
                      <a:pt x="754" y="498"/>
                      <a:pt x="788" y="498"/>
                    </a:cubicBezTo>
                    <a:cubicBezTo>
                      <a:pt x="788" y="563"/>
                      <a:pt x="788" y="628"/>
                      <a:pt x="788" y="695"/>
                    </a:cubicBezTo>
                    <a:cubicBezTo>
                      <a:pt x="820" y="695"/>
                      <a:pt x="853" y="695"/>
                      <a:pt x="886" y="695"/>
                    </a:cubicBezTo>
                    <a:cubicBezTo>
                      <a:pt x="886" y="793"/>
                      <a:pt x="886" y="890"/>
                      <a:pt x="886" y="991"/>
                    </a:cubicBezTo>
                    <a:cubicBezTo>
                      <a:pt x="594" y="991"/>
                      <a:pt x="301" y="991"/>
                      <a:pt x="0" y="991"/>
                    </a:cubicBezTo>
                    <a:cubicBezTo>
                      <a:pt x="0" y="893"/>
                      <a:pt x="0" y="796"/>
                      <a:pt x="0" y="695"/>
                    </a:cubicBezTo>
                    <a:cubicBezTo>
                      <a:pt x="32" y="695"/>
                      <a:pt x="65" y="695"/>
                      <a:pt x="98" y="695"/>
                    </a:cubicBezTo>
                    <a:cubicBezTo>
                      <a:pt x="98" y="598"/>
                      <a:pt x="98" y="500"/>
                      <a:pt x="98" y="400"/>
                    </a:cubicBezTo>
                    <a:cubicBezTo>
                      <a:pt x="131" y="400"/>
                      <a:pt x="163" y="400"/>
                      <a:pt x="197" y="400"/>
                    </a:cubicBezTo>
                    <a:cubicBezTo>
                      <a:pt x="197" y="335"/>
                      <a:pt x="197" y="270"/>
                      <a:pt x="197" y="203"/>
                    </a:cubicBezTo>
                    <a:cubicBezTo>
                      <a:pt x="229" y="203"/>
                      <a:pt x="262" y="203"/>
                      <a:pt x="295" y="203"/>
                    </a:cubicBezTo>
                    <a:cubicBezTo>
                      <a:pt x="323" y="160"/>
                      <a:pt x="323" y="160"/>
                      <a:pt x="345" y="105"/>
                    </a:cubicBezTo>
                    <a:cubicBezTo>
                      <a:pt x="366" y="49"/>
                      <a:pt x="366" y="49"/>
                      <a:pt x="394" y="6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094" name="ICON_TOOL_WAVE_path_013"/>
              <p:cNvSpPr/>
              <p:nvPr/>
            </p:nvSpPr>
            <p:spPr>
              <a:xfrm>
                <a:off x="5149047" y="3895981"/>
                <a:ext cx="7664" cy="13755"/>
              </a:xfrm>
              <a:custGeom>
                <a:avLst/>
                <a:gdLst/>
                <a:ahLst/>
                <a:cxnLst/>
                <a:rect l="0" t="0" r="r" b="b"/>
                <a:pathLst>
                  <a:path w="603" h="1083" fill="norm" stroke="0">
                    <a:moveTo>
                      <a:pt x="111" y="0"/>
                    </a:moveTo>
                    <a:cubicBezTo>
                      <a:pt x="241" y="0"/>
                      <a:pt x="371" y="0"/>
                      <a:pt x="505" y="0"/>
                    </a:cubicBezTo>
                    <a:cubicBezTo>
                      <a:pt x="505" y="32"/>
                      <a:pt x="505" y="65"/>
                      <a:pt x="505" y="98"/>
                    </a:cubicBezTo>
                    <a:cubicBezTo>
                      <a:pt x="537" y="98"/>
                      <a:pt x="570" y="98"/>
                      <a:pt x="603" y="98"/>
                    </a:cubicBezTo>
                    <a:cubicBezTo>
                      <a:pt x="603" y="391"/>
                      <a:pt x="603" y="683"/>
                      <a:pt x="603" y="985"/>
                    </a:cubicBezTo>
                    <a:cubicBezTo>
                      <a:pt x="571" y="985"/>
                      <a:pt x="538" y="985"/>
                      <a:pt x="505" y="985"/>
                    </a:cubicBezTo>
                    <a:cubicBezTo>
                      <a:pt x="505" y="1017"/>
                      <a:pt x="505" y="1050"/>
                      <a:pt x="505" y="1083"/>
                    </a:cubicBezTo>
                    <a:cubicBezTo>
                      <a:pt x="375" y="1083"/>
                      <a:pt x="245" y="1083"/>
                      <a:pt x="111" y="1083"/>
                    </a:cubicBezTo>
                    <a:cubicBezTo>
                      <a:pt x="13" y="879"/>
                      <a:pt x="0" y="724"/>
                      <a:pt x="7" y="502"/>
                    </a:cubicBezTo>
                    <a:cubicBezTo>
                      <a:pt x="7" y="472"/>
                      <a:pt x="7" y="442"/>
                      <a:pt x="8" y="412"/>
                    </a:cubicBezTo>
                    <a:cubicBezTo>
                      <a:pt x="9" y="341"/>
                      <a:pt x="11" y="269"/>
                      <a:pt x="13" y="197"/>
                    </a:cubicBezTo>
                    <a:cubicBezTo>
                      <a:pt x="45" y="197"/>
                      <a:pt x="78" y="197"/>
                      <a:pt x="111" y="197"/>
                    </a:cubicBezTo>
                    <a:cubicBezTo>
                      <a:pt x="111" y="132"/>
                      <a:pt x="111" y="67"/>
                      <a:pt x="111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095" name="ICON_TOOL_WAVE_path_014"/>
              <p:cNvSpPr/>
              <p:nvPr/>
            </p:nvSpPr>
            <p:spPr>
              <a:xfrm>
                <a:off x="5149208" y="3794696"/>
                <a:ext cx="7503" cy="13755"/>
              </a:xfrm>
              <a:custGeom>
                <a:avLst/>
                <a:gdLst/>
                <a:ahLst/>
                <a:cxnLst/>
                <a:rect l="0" t="0" r="r" b="b"/>
                <a:pathLst>
                  <a:path w="591" h="1083" fill="norm" stroke="0">
                    <a:moveTo>
                      <a:pt x="98" y="0"/>
                    </a:moveTo>
                    <a:cubicBezTo>
                      <a:pt x="228" y="0"/>
                      <a:pt x="358" y="0"/>
                      <a:pt x="492" y="0"/>
                    </a:cubicBezTo>
                    <a:cubicBezTo>
                      <a:pt x="492" y="32"/>
                      <a:pt x="492" y="65"/>
                      <a:pt x="492" y="98"/>
                    </a:cubicBezTo>
                    <a:cubicBezTo>
                      <a:pt x="525" y="98"/>
                      <a:pt x="557" y="98"/>
                      <a:pt x="591" y="98"/>
                    </a:cubicBezTo>
                    <a:cubicBezTo>
                      <a:pt x="591" y="391"/>
                      <a:pt x="591" y="683"/>
                      <a:pt x="591" y="985"/>
                    </a:cubicBezTo>
                    <a:cubicBezTo>
                      <a:pt x="558" y="985"/>
                      <a:pt x="526" y="985"/>
                      <a:pt x="492" y="985"/>
                    </a:cubicBezTo>
                    <a:cubicBezTo>
                      <a:pt x="492" y="1017"/>
                      <a:pt x="492" y="1050"/>
                      <a:pt x="492" y="1083"/>
                    </a:cubicBezTo>
                    <a:cubicBezTo>
                      <a:pt x="395" y="1083"/>
                      <a:pt x="297" y="1083"/>
                      <a:pt x="197" y="1083"/>
                    </a:cubicBezTo>
                    <a:cubicBezTo>
                      <a:pt x="197" y="1051"/>
                      <a:pt x="197" y="1018"/>
                      <a:pt x="197" y="985"/>
                    </a:cubicBezTo>
                    <a:cubicBezTo>
                      <a:pt x="164" y="985"/>
                      <a:pt x="132" y="985"/>
                      <a:pt x="98" y="985"/>
                    </a:cubicBezTo>
                    <a:cubicBezTo>
                      <a:pt x="98" y="952"/>
                      <a:pt x="98" y="920"/>
                      <a:pt x="98" y="886"/>
                    </a:cubicBezTo>
                    <a:cubicBezTo>
                      <a:pt x="66" y="886"/>
                      <a:pt x="33" y="886"/>
                      <a:pt x="0" y="886"/>
                    </a:cubicBezTo>
                    <a:cubicBezTo>
                      <a:pt x="0" y="659"/>
                      <a:pt x="0" y="431"/>
                      <a:pt x="0" y="197"/>
                    </a:cubicBezTo>
                    <a:cubicBezTo>
                      <a:pt x="32" y="197"/>
                      <a:pt x="65" y="197"/>
                      <a:pt x="98" y="197"/>
                    </a:cubicBezTo>
                    <a:cubicBezTo>
                      <a:pt x="98" y="132"/>
                      <a:pt x="98" y="67"/>
                      <a:pt x="9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096" name="ICON_TOOL_WAVE_path_015"/>
              <p:cNvSpPr/>
              <p:nvPr/>
            </p:nvSpPr>
            <p:spPr>
              <a:xfrm>
                <a:off x="5149208" y="3914737"/>
                <a:ext cx="7503" cy="15005"/>
              </a:xfrm>
              <a:custGeom>
                <a:avLst/>
                <a:gdLst/>
                <a:ahLst/>
                <a:cxnLst/>
                <a:rect l="0" t="0" r="r" b="b"/>
                <a:pathLst>
                  <a:path w="591" h="1182" fill="norm" stroke="0">
                    <a:moveTo>
                      <a:pt x="394" y="0"/>
                    </a:moveTo>
                    <a:cubicBezTo>
                      <a:pt x="426" y="0"/>
                      <a:pt x="459" y="0"/>
                      <a:pt x="492" y="0"/>
                    </a:cubicBezTo>
                    <a:cubicBezTo>
                      <a:pt x="492" y="32"/>
                      <a:pt x="492" y="65"/>
                      <a:pt x="492" y="98"/>
                    </a:cubicBezTo>
                    <a:cubicBezTo>
                      <a:pt x="525" y="98"/>
                      <a:pt x="557" y="98"/>
                      <a:pt x="591" y="98"/>
                    </a:cubicBezTo>
                    <a:cubicBezTo>
                      <a:pt x="591" y="423"/>
                      <a:pt x="591" y="748"/>
                      <a:pt x="591" y="1083"/>
                    </a:cubicBezTo>
                    <a:cubicBezTo>
                      <a:pt x="558" y="1083"/>
                      <a:pt x="526" y="1083"/>
                      <a:pt x="492" y="1083"/>
                    </a:cubicBezTo>
                    <a:cubicBezTo>
                      <a:pt x="492" y="1116"/>
                      <a:pt x="492" y="1148"/>
                      <a:pt x="492" y="1182"/>
                    </a:cubicBezTo>
                    <a:cubicBezTo>
                      <a:pt x="395" y="1182"/>
                      <a:pt x="297" y="1182"/>
                      <a:pt x="197" y="1182"/>
                    </a:cubicBezTo>
                    <a:cubicBezTo>
                      <a:pt x="197" y="1149"/>
                      <a:pt x="197" y="1117"/>
                      <a:pt x="197" y="1083"/>
                    </a:cubicBezTo>
                    <a:cubicBezTo>
                      <a:pt x="164" y="1083"/>
                      <a:pt x="132" y="1083"/>
                      <a:pt x="98" y="1083"/>
                    </a:cubicBezTo>
                    <a:cubicBezTo>
                      <a:pt x="98" y="986"/>
                      <a:pt x="98" y="888"/>
                      <a:pt x="98" y="788"/>
                    </a:cubicBezTo>
                    <a:cubicBezTo>
                      <a:pt x="66" y="788"/>
                      <a:pt x="33" y="788"/>
                      <a:pt x="0" y="788"/>
                    </a:cubicBezTo>
                    <a:cubicBezTo>
                      <a:pt x="0" y="625"/>
                      <a:pt x="0" y="463"/>
                      <a:pt x="0" y="295"/>
                    </a:cubicBezTo>
                    <a:cubicBezTo>
                      <a:pt x="32" y="295"/>
                      <a:pt x="65" y="295"/>
                      <a:pt x="98" y="295"/>
                    </a:cubicBezTo>
                    <a:cubicBezTo>
                      <a:pt x="98" y="263"/>
                      <a:pt x="98" y="230"/>
                      <a:pt x="98" y="197"/>
                    </a:cubicBezTo>
                    <a:cubicBezTo>
                      <a:pt x="131" y="197"/>
                      <a:pt x="163" y="197"/>
                      <a:pt x="197" y="197"/>
                    </a:cubicBezTo>
                    <a:cubicBezTo>
                      <a:pt x="197" y="164"/>
                      <a:pt x="197" y="132"/>
                      <a:pt x="197" y="98"/>
                    </a:cubicBezTo>
                    <a:cubicBezTo>
                      <a:pt x="262" y="98"/>
                      <a:pt x="327" y="98"/>
                      <a:pt x="394" y="98"/>
                    </a:cubicBezTo>
                    <a:cubicBezTo>
                      <a:pt x="394" y="66"/>
                      <a:pt x="394" y="33"/>
                      <a:pt x="394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097" name="ICON_TOOL_WAVE_path_016"/>
              <p:cNvSpPr/>
              <p:nvPr/>
            </p:nvSpPr>
            <p:spPr>
              <a:xfrm>
                <a:off x="5376786" y="3773439"/>
                <a:ext cx="6252" cy="15005"/>
              </a:xfrm>
              <a:custGeom>
                <a:avLst/>
                <a:gdLst/>
                <a:ahLst/>
                <a:cxnLst/>
                <a:rect l="0" t="0" r="r" b="b"/>
                <a:pathLst>
                  <a:path w="492" h="1182" fill="norm" stroke="0">
                    <a:moveTo>
                      <a:pt x="98" y="0"/>
                    </a:moveTo>
                    <a:cubicBezTo>
                      <a:pt x="196" y="0"/>
                      <a:pt x="293" y="0"/>
                      <a:pt x="394" y="0"/>
                    </a:cubicBezTo>
                    <a:cubicBezTo>
                      <a:pt x="394" y="32"/>
                      <a:pt x="394" y="65"/>
                      <a:pt x="394" y="98"/>
                    </a:cubicBezTo>
                    <a:cubicBezTo>
                      <a:pt x="426" y="98"/>
                      <a:pt x="459" y="98"/>
                      <a:pt x="492" y="98"/>
                    </a:cubicBezTo>
                    <a:cubicBezTo>
                      <a:pt x="492" y="456"/>
                      <a:pt x="492" y="813"/>
                      <a:pt x="492" y="1182"/>
                    </a:cubicBezTo>
                    <a:cubicBezTo>
                      <a:pt x="362" y="1182"/>
                      <a:pt x="232" y="1182"/>
                      <a:pt x="98" y="1182"/>
                    </a:cubicBezTo>
                    <a:cubicBezTo>
                      <a:pt x="98" y="1149"/>
                      <a:pt x="98" y="1117"/>
                      <a:pt x="98" y="1083"/>
                    </a:cubicBezTo>
                    <a:cubicBezTo>
                      <a:pt x="66" y="1083"/>
                      <a:pt x="33" y="1083"/>
                      <a:pt x="0" y="1083"/>
                    </a:cubicBezTo>
                    <a:cubicBezTo>
                      <a:pt x="0" y="758"/>
                      <a:pt x="0" y="433"/>
                      <a:pt x="0" y="98"/>
                    </a:cubicBezTo>
                    <a:cubicBezTo>
                      <a:pt x="32" y="98"/>
                      <a:pt x="65" y="98"/>
                      <a:pt x="98" y="98"/>
                    </a:cubicBezTo>
                    <a:cubicBezTo>
                      <a:pt x="98" y="66"/>
                      <a:pt x="98" y="33"/>
                      <a:pt x="9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098" name="ICON_TOOL_WAVE_path_017"/>
              <p:cNvSpPr/>
              <p:nvPr/>
            </p:nvSpPr>
            <p:spPr>
              <a:xfrm>
                <a:off x="5376786" y="3934744"/>
                <a:ext cx="6252" cy="15005"/>
              </a:xfrm>
              <a:custGeom>
                <a:avLst/>
                <a:gdLst/>
                <a:ahLst/>
                <a:cxnLst/>
                <a:rect l="0" t="0" r="r" b="b"/>
                <a:pathLst>
                  <a:path w="492" h="1182" fill="norm" stroke="0">
                    <a:moveTo>
                      <a:pt x="98" y="0"/>
                    </a:moveTo>
                    <a:cubicBezTo>
                      <a:pt x="196" y="0"/>
                      <a:pt x="293" y="0"/>
                      <a:pt x="394" y="0"/>
                    </a:cubicBezTo>
                    <a:cubicBezTo>
                      <a:pt x="394" y="32"/>
                      <a:pt x="394" y="65"/>
                      <a:pt x="394" y="98"/>
                    </a:cubicBezTo>
                    <a:cubicBezTo>
                      <a:pt x="426" y="98"/>
                      <a:pt x="459" y="98"/>
                      <a:pt x="492" y="98"/>
                    </a:cubicBezTo>
                    <a:cubicBezTo>
                      <a:pt x="492" y="423"/>
                      <a:pt x="492" y="748"/>
                      <a:pt x="492" y="1083"/>
                    </a:cubicBezTo>
                    <a:cubicBezTo>
                      <a:pt x="460" y="1083"/>
                      <a:pt x="427" y="1083"/>
                      <a:pt x="394" y="1083"/>
                    </a:cubicBezTo>
                    <a:cubicBezTo>
                      <a:pt x="394" y="1116"/>
                      <a:pt x="394" y="1148"/>
                      <a:pt x="394" y="1182"/>
                    </a:cubicBezTo>
                    <a:cubicBezTo>
                      <a:pt x="296" y="1182"/>
                      <a:pt x="199" y="1182"/>
                      <a:pt x="98" y="1182"/>
                    </a:cubicBezTo>
                    <a:cubicBezTo>
                      <a:pt x="98" y="1149"/>
                      <a:pt x="98" y="1117"/>
                      <a:pt x="98" y="1083"/>
                    </a:cubicBezTo>
                    <a:cubicBezTo>
                      <a:pt x="66" y="1083"/>
                      <a:pt x="33" y="1083"/>
                      <a:pt x="0" y="1083"/>
                    </a:cubicBezTo>
                    <a:cubicBezTo>
                      <a:pt x="0" y="758"/>
                      <a:pt x="0" y="433"/>
                      <a:pt x="0" y="98"/>
                    </a:cubicBezTo>
                    <a:cubicBezTo>
                      <a:pt x="32" y="98"/>
                      <a:pt x="65" y="98"/>
                      <a:pt x="98" y="98"/>
                    </a:cubicBezTo>
                    <a:cubicBezTo>
                      <a:pt x="98" y="66"/>
                      <a:pt x="98" y="33"/>
                      <a:pt x="9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099" name="ICON_TOOL_WAVE_path_018"/>
              <p:cNvSpPr/>
              <p:nvPr/>
            </p:nvSpPr>
            <p:spPr>
              <a:xfrm>
                <a:off x="5114196" y="3864570"/>
                <a:ext cx="13755" cy="12654"/>
              </a:xfrm>
              <a:custGeom>
                <a:avLst/>
                <a:gdLst/>
                <a:ahLst/>
                <a:cxnLst/>
                <a:rect l="0" t="0" r="r" b="b"/>
                <a:pathLst>
                  <a:path w="1083" h="996" fill="norm" stroke="0">
                    <a:moveTo>
                      <a:pt x="689" y="12"/>
                    </a:moveTo>
                    <a:cubicBezTo>
                      <a:pt x="689" y="44"/>
                      <a:pt x="689" y="77"/>
                      <a:pt x="689" y="110"/>
                    </a:cubicBezTo>
                    <a:cubicBezTo>
                      <a:pt x="722" y="110"/>
                      <a:pt x="754" y="110"/>
                      <a:pt x="788" y="110"/>
                    </a:cubicBezTo>
                    <a:cubicBezTo>
                      <a:pt x="788" y="175"/>
                      <a:pt x="788" y="240"/>
                      <a:pt x="788" y="307"/>
                    </a:cubicBezTo>
                    <a:cubicBezTo>
                      <a:pt x="820" y="307"/>
                      <a:pt x="853" y="307"/>
                      <a:pt x="886" y="307"/>
                    </a:cubicBezTo>
                    <a:cubicBezTo>
                      <a:pt x="886" y="372"/>
                      <a:pt x="886" y="437"/>
                      <a:pt x="886" y="504"/>
                    </a:cubicBezTo>
                    <a:cubicBezTo>
                      <a:pt x="919" y="504"/>
                      <a:pt x="951" y="504"/>
                      <a:pt x="985" y="504"/>
                    </a:cubicBezTo>
                    <a:cubicBezTo>
                      <a:pt x="985" y="602"/>
                      <a:pt x="985" y="699"/>
                      <a:pt x="985" y="799"/>
                    </a:cubicBezTo>
                    <a:cubicBezTo>
                      <a:pt x="1017" y="799"/>
                      <a:pt x="1050" y="799"/>
                      <a:pt x="1083" y="799"/>
                    </a:cubicBezTo>
                    <a:cubicBezTo>
                      <a:pt x="1083" y="864"/>
                      <a:pt x="1083" y="929"/>
                      <a:pt x="1083" y="996"/>
                    </a:cubicBezTo>
                    <a:cubicBezTo>
                      <a:pt x="1051" y="996"/>
                      <a:pt x="1018" y="996"/>
                      <a:pt x="985" y="996"/>
                    </a:cubicBezTo>
                    <a:cubicBezTo>
                      <a:pt x="985" y="964"/>
                      <a:pt x="985" y="931"/>
                      <a:pt x="985" y="898"/>
                    </a:cubicBezTo>
                    <a:cubicBezTo>
                      <a:pt x="920" y="898"/>
                      <a:pt x="855" y="898"/>
                      <a:pt x="788" y="898"/>
                    </a:cubicBezTo>
                    <a:cubicBezTo>
                      <a:pt x="788" y="930"/>
                      <a:pt x="788" y="963"/>
                      <a:pt x="788" y="996"/>
                    </a:cubicBezTo>
                    <a:cubicBezTo>
                      <a:pt x="690" y="964"/>
                      <a:pt x="593" y="931"/>
                      <a:pt x="492" y="898"/>
                    </a:cubicBezTo>
                    <a:cubicBezTo>
                      <a:pt x="492" y="833"/>
                      <a:pt x="492" y="768"/>
                      <a:pt x="492" y="701"/>
                    </a:cubicBezTo>
                    <a:cubicBezTo>
                      <a:pt x="557" y="701"/>
                      <a:pt x="622" y="701"/>
                      <a:pt x="689" y="701"/>
                    </a:cubicBezTo>
                    <a:cubicBezTo>
                      <a:pt x="689" y="636"/>
                      <a:pt x="689" y="571"/>
                      <a:pt x="689" y="504"/>
                    </a:cubicBezTo>
                    <a:cubicBezTo>
                      <a:pt x="592" y="504"/>
                      <a:pt x="494" y="504"/>
                      <a:pt x="394" y="504"/>
                    </a:cubicBezTo>
                    <a:cubicBezTo>
                      <a:pt x="394" y="537"/>
                      <a:pt x="394" y="569"/>
                      <a:pt x="394" y="603"/>
                    </a:cubicBezTo>
                    <a:cubicBezTo>
                      <a:pt x="296" y="603"/>
                      <a:pt x="199" y="603"/>
                      <a:pt x="98" y="603"/>
                    </a:cubicBezTo>
                    <a:cubicBezTo>
                      <a:pt x="98" y="570"/>
                      <a:pt x="98" y="538"/>
                      <a:pt x="98" y="504"/>
                    </a:cubicBezTo>
                    <a:cubicBezTo>
                      <a:pt x="66" y="504"/>
                      <a:pt x="33" y="504"/>
                      <a:pt x="0" y="504"/>
                    </a:cubicBezTo>
                    <a:cubicBezTo>
                      <a:pt x="0" y="472"/>
                      <a:pt x="0" y="439"/>
                      <a:pt x="0" y="406"/>
                    </a:cubicBezTo>
                    <a:cubicBezTo>
                      <a:pt x="32" y="406"/>
                      <a:pt x="65" y="406"/>
                      <a:pt x="98" y="406"/>
                    </a:cubicBezTo>
                    <a:cubicBezTo>
                      <a:pt x="98" y="341"/>
                      <a:pt x="98" y="276"/>
                      <a:pt x="98" y="209"/>
                    </a:cubicBezTo>
                    <a:cubicBezTo>
                      <a:pt x="131" y="209"/>
                      <a:pt x="163" y="209"/>
                      <a:pt x="197" y="209"/>
                    </a:cubicBezTo>
                    <a:cubicBezTo>
                      <a:pt x="195" y="194"/>
                      <a:pt x="194" y="179"/>
                      <a:pt x="192" y="163"/>
                    </a:cubicBezTo>
                    <a:cubicBezTo>
                      <a:pt x="197" y="110"/>
                      <a:pt x="197" y="110"/>
                      <a:pt x="230" y="79"/>
                    </a:cubicBezTo>
                    <a:cubicBezTo>
                      <a:pt x="384" y="0"/>
                      <a:pt x="520" y="2"/>
                      <a:pt x="689" y="12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00" name="ICON_TOOL_WAVE_path_019"/>
              <p:cNvSpPr/>
              <p:nvPr/>
            </p:nvSpPr>
            <p:spPr>
              <a:xfrm>
                <a:off x="5149208" y="3833459"/>
                <a:ext cx="7503" cy="12504"/>
              </a:xfrm>
              <a:custGeom>
                <a:avLst/>
                <a:gdLst/>
                <a:ahLst/>
                <a:cxnLst/>
                <a:rect l="0" t="0" r="r" b="b"/>
                <a:pathLst>
                  <a:path w="591" h="985" fill="norm" stroke="0">
                    <a:moveTo>
                      <a:pt x="98" y="0"/>
                    </a:moveTo>
                    <a:cubicBezTo>
                      <a:pt x="228" y="0"/>
                      <a:pt x="358" y="0"/>
                      <a:pt x="492" y="0"/>
                    </a:cubicBezTo>
                    <a:cubicBezTo>
                      <a:pt x="492" y="32"/>
                      <a:pt x="492" y="65"/>
                      <a:pt x="492" y="98"/>
                    </a:cubicBezTo>
                    <a:cubicBezTo>
                      <a:pt x="525" y="98"/>
                      <a:pt x="557" y="98"/>
                      <a:pt x="591" y="98"/>
                    </a:cubicBezTo>
                    <a:cubicBezTo>
                      <a:pt x="591" y="358"/>
                      <a:pt x="591" y="618"/>
                      <a:pt x="591" y="886"/>
                    </a:cubicBezTo>
                    <a:cubicBezTo>
                      <a:pt x="558" y="886"/>
                      <a:pt x="526" y="886"/>
                      <a:pt x="492" y="886"/>
                    </a:cubicBezTo>
                    <a:cubicBezTo>
                      <a:pt x="492" y="919"/>
                      <a:pt x="492" y="951"/>
                      <a:pt x="492" y="985"/>
                    </a:cubicBezTo>
                    <a:cubicBezTo>
                      <a:pt x="362" y="985"/>
                      <a:pt x="232" y="985"/>
                      <a:pt x="98" y="985"/>
                    </a:cubicBezTo>
                    <a:cubicBezTo>
                      <a:pt x="98" y="952"/>
                      <a:pt x="98" y="920"/>
                      <a:pt x="98" y="886"/>
                    </a:cubicBezTo>
                    <a:cubicBezTo>
                      <a:pt x="66" y="886"/>
                      <a:pt x="33" y="886"/>
                      <a:pt x="0" y="886"/>
                    </a:cubicBezTo>
                    <a:cubicBezTo>
                      <a:pt x="0" y="659"/>
                      <a:pt x="0" y="431"/>
                      <a:pt x="0" y="197"/>
                    </a:cubicBezTo>
                    <a:cubicBezTo>
                      <a:pt x="32" y="197"/>
                      <a:pt x="65" y="197"/>
                      <a:pt x="98" y="197"/>
                    </a:cubicBezTo>
                    <a:cubicBezTo>
                      <a:pt x="98" y="132"/>
                      <a:pt x="98" y="67"/>
                      <a:pt x="9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101" name="ICON_TOOL_WAVE_path_020"/>
              <p:cNvSpPr/>
              <p:nvPr/>
            </p:nvSpPr>
            <p:spPr>
              <a:xfrm>
                <a:off x="5149208" y="3814703"/>
                <a:ext cx="7503" cy="12504"/>
              </a:xfrm>
              <a:custGeom>
                <a:avLst/>
                <a:gdLst/>
                <a:ahLst/>
                <a:cxnLst/>
                <a:rect l="0" t="0" r="r" b="b"/>
                <a:pathLst>
                  <a:path w="591" h="985" fill="norm" stroke="0">
                    <a:moveTo>
                      <a:pt x="98" y="0"/>
                    </a:moveTo>
                    <a:cubicBezTo>
                      <a:pt x="228" y="0"/>
                      <a:pt x="358" y="0"/>
                      <a:pt x="492" y="0"/>
                    </a:cubicBezTo>
                    <a:cubicBezTo>
                      <a:pt x="492" y="32"/>
                      <a:pt x="492" y="65"/>
                      <a:pt x="492" y="98"/>
                    </a:cubicBezTo>
                    <a:cubicBezTo>
                      <a:pt x="525" y="98"/>
                      <a:pt x="557" y="98"/>
                      <a:pt x="591" y="98"/>
                    </a:cubicBezTo>
                    <a:cubicBezTo>
                      <a:pt x="591" y="358"/>
                      <a:pt x="591" y="618"/>
                      <a:pt x="591" y="886"/>
                    </a:cubicBezTo>
                    <a:cubicBezTo>
                      <a:pt x="558" y="886"/>
                      <a:pt x="526" y="886"/>
                      <a:pt x="492" y="886"/>
                    </a:cubicBezTo>
                    <a:cubicBezTo>
                      <a:pt x="492" y="919"/>
                      <a:pt x="492" y="951"/>
                      <a:pt x="492" y="985"/>
                    </a:cubicBezTo>
                    <a:cubicBezTo>
                      <a:pt x="362" y="985"/>
                      <a:pt x="232" y="985"/>
                      <a:pt x="98" y="985"/>
                    </a:cubicBezTo>
                    <a:cubicBezTo>
                      <a:pt x="98" y="952"/>
                      <a:pt x="98" y="920"/>
                      <a:pt x="98" y="886"/>
                    </a:cubicBezTo>
                    <a:cubicBezTo>
                      <a:pt x="66" y="886"/>
                      <a:pt x="33" y="886"/>
                      <a:pt x="0" y="886"/>
                    </a:cubicBezTo>
                    <a:cubicBezTo>
                      <a:pt x="0" y="659"/>
                      <a:pt x="0" y="431"/>
                      <a:pt x="0" y="197"/>
                    </a:cubicBezTo>
                    <a:cubicBezTo>
                      <a:pt x="32" y="197"/>
                      <a:pt x="65" y="197"/>
                      <a:pt x="98" y="197"/>
                    </a:cubicBezTo>
                    <a:cubicBezTo>
                      <a:pt x="98" y="132"/>
                      <a:pt x="98" y="67"/>
                      <a:pt x="9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102" name="ICON_TOOL_WAVE_path_021"/>
              <p:cNvSpPr/>
              <p:nvPr/>
            </p:nvSpPr>
            <p:spPr>
              <a:xfrm>
                <a:off x="5376786" y="3914737"/>
                <a:ext cx="6252" cy="15005"/>
              </a:xfrm>
              <a:custGeom>
                <a:avLst/>
                <a:gdLst/>
                <a:ahLst/>
                <a:cxnLst/>
                <a:rect l="0" t="0" r="r" b="b"/>
                <a:pathLst>
                  <a:path w="492" h="1182" fill="norm" stroke="0">
                    <a:moveTo>
                      <a:pt x="197" y="0"/>
                    </a:moveTo>
                    <a:cubicBezTo>
                      <a:pt x="229" y="0"/>
                      <a:pt x="262" y="0"/>
                      <a:pt x="295" y="0"/>
                    </a:cubicBezTo>
                    <a:cubicBezTo>
                      <a:pt x="295" y="32"/>
                      <a:pt x="295" y="65"/>
                      <a:pt x="295" y="98"/>
                    </a:cubicBezTo>
                    <a:cubicBezTo>
                      <a:pt x="360" y="98"/>
                      <a:pt x="425" y="98"/>
                      <a:pt x="492" y="98"/>
                    </a:cubicBezTo>
                    <a:cubicBezTo>
                      <a:pt x="492" y="423"/>
                      <a:pt x="492" y="748"/>
                      <a:pt x="492" y="1083"/>
                    </a:cubicBezTo>
                    <a:cubicBezTo>
                      <a:pt x="460" y="1083"/>
                      <a:pt x="427" y="1083"/>
                      <a:pt x="394" y="1083"/>
                    </a:cubicBezTo>
                    <a:cubicBezTo>
                      <a:pt x="394" y="1116"/>
                      <a:pt x="394" y="1148"/>
                      <a:pt x="394" y="1182"/>
                    </a:cubicBezTo>
                    <a:cubicBezTo>
                      <a:pt x="296" y="1182"/>
                      <a:pt x="199" y="1182"/>
                      <a:pt x="98" y="1182"/>
                    </a:cubicBezTo>
                    <a:cubicBezTo>
                      <a:pt x="98" y="1149"/>
                      <a:pt x="98" y="1117"/>
                      <a:pt x="98" y="1083"/>
                    </a:cubicBezTo>
                    <a:cubicBezTo>
                      <a:pt x="66" y="1083"/>
                      <a:pt x="33" y="1083"/>
                      <a:pt x="0" y="1083"/>
                    </a:cubicBezTo>
                    <a:cubicBezTo>
                      <a:pt x="0" y="758"/>
                      <a:pt x="0" y="433"/>
                      <a:pt x="0" y="98"/>
                    </a:cubicBezTo>
                    <a:cubicBezTo>
                      <a:pt x="65" y="98"/>
                      <a:pt x="130" y="98"/>
                      <a:pt x="197" y="98"/>
                    </a:cubicBezTo>
                    <a:cubicBezTo>
                      <a:pt x="197" y="66"/>
                      <a:pt x="197" y="33"/>
                      <a:pt x="197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103" name="ICON_TOOL_WAVE_path_022"/>
              <p:cNvSpPr/>
              <p:nvPr/>
            </p:nvSpPr>
            <p:spPr>
              <a:xfrm>
                <a:off x="5376786" y="3794696"/>
                <a:ext cx="6252" cy="13755"/>
              </a:xfrm>
              <a:custGeom>
                <a:avLst/>
                <a:gdLst/>
                <a:ahLst/>
                <a:cxnLst/>
                <a:rect l="0" t="0" r="r" b="b"/>
                <a:pathLst>
                  <a:path w="492" h="1083" fill="norm" stroke="0">
                    <a:moveTo>
                      <a:pt x="98" y="0"/>
                    </a:moveTo>
                    <a:cubicBezTo>
                      <a:pt x="228" y="0"/>
                      <a:pt x="358" y="0"/>
                      <a:pt x="492" y="0"/>
                    </a:cubicBezTo>
                    <a:cubicBezTo>
                      <a:pt x="492" y="325"/>
                      <a:pt x="492" y="650"/>
                      <a:pt x="492" y="985"/>
                    </a:cubicBezTo>
                    <a:cubicBezTo>
                      <a:pt x="460" y="985"/>
                      <a:pt x="427" y="985"/>
                      <a:pt x="394" y="985"/>
                    </a:cubicBezTo>
                    <a:cubicBezTo>
                      <a:pt x="394" y="1017"/>
                      <a:pt x="394" y="1050"/>
                      <a:pt x="394" y="1083"/>
                    </a:cubicBezTo>
                    <a:cubicBezTo>
                      <a:pt x="296" y="1083"/>
                      <a:pt x="199" y="1083"/>
                      <a:pt x="98" y="1083"/>
                    </a:cubicBezTo>
                    <a:cubicBezTo>
                      <a:pt x="98" y="1051"/>
                      <a:pt x="98" y="1018"/>
                      <a:pt x="98" y="985"/>
                    </a:cubicBezTo>
                    <a:cubicBezTo>
                      <a:pt x="66" y="985"/>
                      <a:pt x="33" y="985"/>
                      <a:pt x="0" y="985"/>
                    </a:cubicBezTo>
                    <a:cubicBezTo>
                      <a:pt x="0" y="692"/>
                      <a:pt x="0" y="400"/>
                      <a:pt x="0" y="98"/>
                    </a:cubicBezTo>
                    <a:cubicBezTo>
                      <a:pt x="32" y="98"/>
                      <a:pt x="65" y="98"/>
                      <a:pt x="98" y="98"/>
                    </a:cubicBezTo>
                    <a:cubicBezTo>
                      <a:pt x="98" y="66"/>
                      <a:pt x="98" y="33"/>
                      <a:pt x="9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104" name="ICON_TOOL_WAVE_path_023"/>
              <p:cNvSpPr/>
              <p:nvPr/>
            </p:nvSpPr>
            <p:spPr>
              <a:xfrm>
                <a:off x="5376786" y="3895981"/>
                <a:ext cx="6252" cy="13755"/>
              </a:xfrm>
              <a:custGeom>
                <a:avLst/>
                <a:gdLst/>
                <a:ahLst/>
                <a:cxnLst/>
                <a:rect l="0" t="0" r="r" b="b"/>
                <a:pathLst>
                  <a:path w="492" h="1083" fill="norm" stroke="0">
                    <a:moveTo>
                      <a:pt x="98" y="0"/>
                    </a:moveTo>
                    <a:cubicBezTo>
                      <a:pt x="196" y="0"/>
                      <a:pt x="293" y="0"/>
                      <a:pt x="394" y="0"/>
                    </a:cubicBezTo>
                    <a:cubicBezTo>
                      <a:pt x="394" y="32"/>
                      <a:pt x="394" y="65"/>
                      <a:pt x="394" y="98"/>
                    </a:cubicBezTo>
                    <a:cubicBezTo>
                      <a:pt x="426" y="98"/>
                      <a:pt x="459" y="98"/>
                      <a:pt x="492" y="98"/>
                    </a:cubicBezTo>
                    <a:cubicBezTo>
                      <a:pt x="492" y="391"/>
                      <a:pt x="492" y="683"/>
                      <a:pt x="492" y="985"/>
                    </a:cubicBezTo>
                    <a:cubicBezTo>
                      <a:pt x="460" y="985"/>
                      <a:pt x="427" y="985"/>
                      <a:pt x="394" y="985"/>
                    </a:cubicBezTo>
                    <a:cubicBezTo>
                      <a:pt x="394" y="1017"/>
                      <a:pt x="394" y="1050"/>
                      <a:pt x="394" y="1083"/>
                    </a:cubicBezTo>
                    <a:cubicBezTo>
                      <a:pt x="296" y="1083"/>
                      <a:pt x="199" y="1083"/>
                      <a:pt x="98" y="1083"/>
                    </a:cubicBezTo>
                    <a:cubicBezTo>
                      <a:pt x="98" y="1051"/>
                      <a:pt x="98" y="1018"/>
                      <a:pt x="98" y="985"/>
                    </a:cubicBezTo>
                    <a:cubicBezTo>
                      <a:pt x="66" y="985"/>
                      <a:pt x="33" y="985"/>
                      <a:pt x="0" y="985"/>
                    </a:cubicBezTo>
                    <a:cubicBezTo>
                      <a:pt x="0" y="692"/>
                      <a:pt x="0" y="400"/>
                      <a:pt x="0" y="98"/>
                    </a:cubicBezTo>
                    <a:cubicBezTo>
                      <a:pt x="32" y="98"/>
                      <a:pt x="65" y="98"/>
                      <a:pt x="98" y="98"/>
                    </a:cubicBezTo>
                    <a:cubicBezTo>
                      <a:pt x="98" y="66"/>
                      <a:pt x="98" y="33"/>
                      <a:pt x="9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105" name="ICON_TOOL_WAVE_path_024"/>
              <p:cNvSpPr/>
              <p:nvPr/>
            </p:nvSpPr>
            <p:spPr>
              <a:xfrm>
                <a:off x="5376786" y="3813452"/>
                <a:ext cx="6252" cy="13755"/>
              </a:xfrm>
              <a:custGeom>
                <a:avLst/>
                <a:gdLst/>
                <a:ahLst/>
                <a:cxnLst/>
                <a:rect l="0" t="0" r="r" b="b"/>
                <a:pathLst>
                  <a:path w="492" h="1083" fill="norm" stroke="0">
                    <a:moveTo>
                      <a:pt x="197" y="0"/>
                    </a:moveTo>
                    <a:cubicBezTo>
                      <a:pt x="229" y="0"/>
                      <a:pt x="262" y="0"/>
                      <a:pt x="295" y="0"/>
                    </a:cubicBezTo>
                    <a:cubicBezTo>
                      <a:pt x="295" y="32"/>
                      <a:pt x="295" y="65"/>
                      <a:pt x="295" y="98"/>
                    </a:cubicBezTo>
                    <a:cubicBezTo>
                      <a:pt x="360" y="98"/>
                      <a:pt x="425" y="98"/>
                      <a:pt x="492" y="98"/>
                    </a:cubicBezTo>
                    <a:cubicBezTo>
                      <a:pt x="492" y="423"/>
                      <a:pt x="492" y="748"/>
                      <a:pt x="492" y="1083"/>
                    </a:cubicBezTo>
                    <a:cubicBezTo>
                      <a:pt x="362" y="1083"/>
                      <a:pt x="232" y="1083"/>
                      <a:pt x="98" y="1083"/>
                    </a:cubicBezTo>
                    <a:cubicBezTo>
                      <a:pt x="98" y="1051"/>
                      <a:pt x="98" y="1018"/>
                      <a:pt x="98" y="985"/>
                    </a:cubicBezTo>
                    <a:cubicBezTo>
                      <a:pt x="66" y="985"/>
                      <a:pt x="33" y="985"/>
                      <a:pt x="0" y="985"/>
                    </a:cubicBezTo>
                    <a:cubicBezTo>
                      <a:pt x="0" y="692"/>
                      <a:pt x="0" y="400"/>
                      <a:pt x="0" y="98"/>
                    </a:cubicBezTo>
                    <a:cubicBezTo>
                      <a:pt x="65" y="98"/>
                      <a:pt x="130" y="98"/>
                      <a:pt x="197" y="98"/>
                    </a:cubicBezTo>
                    <a:cubicBezTo>
                      <a:pt x="197" y="66"/>
                      <a:pt x="197" y="33"/>
                      <a:pt x="197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106" name="ICON_TOOL_WAVE_path_025"/>
              <p:cNvSpPr/>
              <p:nvPr/>
            </p:nvSpPr>
            <p:spPr>
              <a:xfrm>
                <a:off x="5300510" y="3893480"/>
                <a:ext cx="7503" cy="21257"/>
              </a:xfrm>
              <a:custGeom>
                <a:avLst/>
                <a:gdLst/>
                <a:ahLst/>
                <a:cxnLst/>
                <a:rect l="0" t="0" r="r" b="b"/>
                <a:pathLst>
                  <a:path w="591" h="1674" fill="norm" stroke="0">
                    <a:moveTo>
                      <a:pt x="295" y="0"/>
                    </a:moveTo>
                    <a:cubicBezTo>
                      <a:pt x="328" y="0"/>
                      <a:pt x="360" y="0"/>
                      <a:pt x="394" y="0"/>
                    </a:cubicBezTo>
                    <a:cubicBezTo>
                      <a:pt x="394" y="162"/>
                      <a:pt x="394" y="325"/>
                      <a:pt x="394" y="492"/>
                    </a:cubicBezTo>
                    <a:cubicBezTo>
                      <a:pt x="426" y="492"/>
                      <a:pt x="459" y="492"/>
                      <a:pt x="492" y="492"/>
                    </a:cubicBezTo>
                    <a:cubicBezTo>
                      <a:pt x="492" y="525"/>
                      <a:pt x="492" y="557"/>
                      <a:pt x="492" y="591"/>
                    </a:cubicBezTo>
                    <a:cubicBezTo>
                      <a:pt x="525" y="591"/>
                      <a:pt x="557" y="591"/>
                      <a:pt x="591" y="591"/>
                    </a:cubicBezTo>
                    <a:cubicBezTo>
                      <a:pt x="591" y="818"/>
                      <a:pt x="591" y="1046"/>
                      <a:pt x="591" y="1280"/>
                    </a:cubicBezTo>
                    <a:cubicBezTo>
                      <a:pt x="558" y="1280"/>
                      <a:pt x="526" y="1280"/>
                      <a:pt x="492" y="1280"/>
                    </a:cubicBezTo>
                    <a:cubicBezTo>
                      <a:pt x="492" y="1312"/>
                      <a:pt x="492" y="1345"/>
                      <a:pt x="492" y="1378"/>
                    </a:cubicBezTo>
                    <a:cubicBezTo>
                      <a:pt x="460" y="1378"/>
                      <a:pt x="427" y="1378"/>
                      <a:pt x="394" y="1378"/>
                    </a:cubicBezTo>
                    <a:cubicBezTo>
                      <a:pt x="394" y="1411"/>
                      <a:pt x="394" y="1443"/>
                      <a:pt x="394" y="1477"/>
                    </a:cubicBezTo>
                    <a:cubicBezTo>
                      <a:pt x="329" y="1477"/>
                      <a:pt x="264" y="1477"/>
                      <a:pt x="197" y="1477"/>
                    </a:cubicBezTo>
                    <a:cubicBezTo>
                      <a:pt x="197" y="1509"/>
                      <a:pt x="197" y="1542"/>
                      <a:pt x="197" y="1575"/>
                    </a:cubicBezTo>
                    <a:cubicBezTo>
                      <a:pt x="154" y="1607"/>
                      <a:pt x="154" y="1607"/>
                      <a:pt x="98" y="1631"/>
                    </a:cubicBezTo>
                    <a:cubicBezTo>
                      <a:pt x="89" y="1635"/>
                      <a:pt x="89" y="1635"/>
                      <a:pt x="43" y="1656"/>
                    </a:cubicBezTo>
                    <a:cubicBezTo>
                      <a:pt x="29" y="1662"/>
                      <a:pt x="15" y="1668"/>
                      <a:pt x="0" y="1674"/>
                    </a:cubicBezTo>
                    <a:cubicBezTo>
                      <a:pt x="8" y="1655"/>
                      <a:pt x="15" y="1637"/>
                      <a:pt x="23" y="1617"/>
                    </a:cubicBezTo>
                    <a:cubicBezTo>
                      <a:pt x="63" y="1497"/>
                      <a:pt x="67" y="1371"/>
                      <a:pt x="77" y="1246"/>
                    </a:cubicBezTo>
                    <a:cubicBezTo>
                      <a:pt x="79" y="1221"/>
                      <a:pt x="81" y="1195"/>
                      <a:pt x="83" y="1170"/>
                    </a:cubicBezTo>
                    <a:cubicBezTo>
                      <a:pt x="89" y="1108"/>
                      <a:pt x="94" y="1046"/>
                      <a:pt x="98" y="985"/>
                    </a:cubicBezTo>
                    <a:cubicBezTo>
                      <a:pt x="131" y="985"/>
                      <a:pt x="163" y="985"/>
                      <a:pt x="197" y="985"/>
                    </a:cubicBezTo>
                    <a:cubicBezTo>
                      <a:pt x="197" y="822"/>
                      <a:pt x="197" y="660"/>
                      <a:pt x="197" y="492"/>
                    </a:cubicBezTo>
                    <a:cubicBezTo>
                      <a:pt x="229" y="492"/>
                      <a:pt x="262" y="492"/>
                      <a:pt x="295" y="492"/>
                    </a:cubicBezTo>
                    <a:cubicBezTo>
                      <a:pt x="295" y="330"/>
                      <a:pt x="295" y="167"/>
                      <a:pt x="29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07" name="ICON_TOOL_WAVE_path_026"/>
              <p:cNvSpPr/>
              <p:nvPr/>
            </p:nvSpPr>
            <p:spPr>
              <a:xfrm>
                <a:off x="5334272" y="3844713"/>
                <a:ext cx="6252" cy="18756"/>
              </a:xfrm>
              <a:custGeom>
                <a:avLst/>
                <a:gdLst/>
                <a:ahLst/>
                <a:cxnLst/>
                <a:rect l="0" t="0" r="r" b="b"/>
                <a:pathLst>
                  <a:path w="492" h="1477" fill="norm" stroke="0">
                    <a:moveTo>
                      <a:pt x="0" y="0"/>
                    </a:moveTo>
                    <a:cubicBezTo>
                      <a:pt x="97" y="0"/>
                      <a:pt x="195" y="0"/>
                      <a:pt x="295" y="0"/>
                    </a:cubicBezTo>
                    <a:cubicBezTo>
                      <a:pt x="295" y="32"/>
                      <a:pt x="295" y="65"/>
                      <a:pt x="295" y="98"/>
                    </a:cubicBezTo>
                    <a:cubicBezTo>
                      <a:pt x="328" y="98"/>
                      <a:pt x="360" y="98"/>
                      <a:pt x="394" y="98"/>
                    </a:cubicBezTo>
                    <a:cubicBezTo>
                      <a:pt x="394" y="391"/>
                      <a:pt x="394" y="683"/>
                      <a:pt x="394" y="985"/>
                    </a:cubicBezTo>
                    <a:cubicBezTo>
                      <a:pt x="426" y="985"/>
                      <a:pt x="459" y="985"/>
                      <a:pt x="492" y="985"/>
                    </a:cubicBezTo>
                    <a:cubicBezTo>
                      <a:pt x="492" y="1147"/>
                      <a:pt x="492" y="1310"/>
                      <a:pt x="492" y="1477"/>
                    </a:cubicBezTo>
                    <a:cubicBezTo>
                      <a:pt x="395" y="1477"/>
                      <a:pt x="297" y="1477"/>
                      <a:pt x="197" y="1477"/>
                    </a:cubicBezTo>
                    <a:cubicBezTo>
                      <a:pt x="197" y="1282"/>
                      <a:pt x="197" y="1087"/>
                      <a:pt x="197" y="886"/>
                    </a:cubicBezTo>
                    <a:cubicBezTo>
                      <a:pt x="164" y="886"/>
                      <a:pt x="132" y="886"/>
                      <a:pt x="98" y="886"/>
                    </a:cubicBezTo>
                    <a:cubicBezTo>
                      <a:pt x="98" y="724"/>
                      <a:pt x="98" y="561"/>
                      <a:pt x="98" y="394"/>
                    </a:cubicBezTo>
                    <a:cubicBezTo>
                      <a:pt x="66" y="394"/>
                      <a:pt x="33" y="394"/>
                      <a:pt x="0" y="394"/>
                    </a:cubicBezTo>
                    <a:cubicBezTo>
                      <a:pt x="0" y="264"/>
                      <a:pt x="0" y="13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08" name="ICON_TOOL_WAVE_path_027"/>
              <p:cNvSpPr/>
              <p:nvPr/>
            </p:nvSpPr>
            <p:spPr>
              <a:xfrm>
                <a:off x="5376786" y="3833459"/>
                <a:ext cx="6252" cy="12504"/>
              </a:xfrm>
              <a:custGeom>
                <a:avLst/>
                <a:gdLst/>
                <a:ahLst/>
                <a:cxnLst/>
                <a:rect l="0" t="0" r="r" b="b"/>
                <a:pathLst>
                  <a:path w="492" h="985" fill="norm" stroke="0">
                    <a:moveTo>
                      <a:pt x="98" y="0"/>
                    </a:moveTo>
                    <a:cubicBezTo>
                      <a:pt x="196" y="0"/>
                      <a:pt x="293" y="0"/>
                      <a:pt x="394" y="0"/>
                    </a:cubicBezTo>
                    <a:cubicBezTo>
                      <a:pt x="394" y="32"/>
                      <a:pt x="394" y="65"/>
                      <a:pt x="394" y="98"/>
                    </a:cubicBezTo>
                    <a:cubicBezTo>
                      <a:pt x="426" y="98"/>
                      <a:pt x="459" y="98"/>
                      <a:pt x="492" y="98"/>
                    </a:cubicBezTo>
                    <a:cubicBezTo>
                      <a:pt x="492" y="358"/>
                      <a:pt x="492" y="618"/>
                      <a:pt x="492" y="886"/>
                    </a:cubicBezTo>
                    <a:cubicBezTo>
                      <a:pt x="460" y="886"/>
                      <a:pt x="427" y="886"/>
                      <a:pt x="394" y="886"/>
                    </a:cubicBezTo>
                    <a:cubicBezTo>
                      <a:pt x="394" y="919"/>
                      <a:pt x="394" y="951"/>
                      <a:pt x="394" y="985"/>
                    </a:cubicBezTo>
                    <a:cubicBezTo>
                      <a:pt x="296" y="985"/>
                      <a:pt x="199" y="985"/>
                      <a:pt x="98" y="985"/>
                    </a:cubicBezTo>
                    <a:cubicBezTo>
                      <a:pt x="98" y="952"/>
                      <a:pt x="98" y="920"/>
                      <a:pt x="98" y="886"/>
                    </a:cubicBezTo>
                    <a:cubicBezTo>
                      <a:pt x="66" y="886"/>
                      <a:pt x="33" y="886"/>
                      <a:pt x="0" y="886"/>
                    </a:cubicBezTo>
                    <a:cubicBezTo>
                      <a:pt x="0" y="626"/>
                      <a:pt x="0" y="366"/>
                      <a:pt x="0" y="98"/>
                    </a:cubicBezTo>
                    <a:cubicBezTo>
                      <a:pt x="32" y="98"/>
                      <a:pt x="65" y="98"/>
                      <a:pt x="98" y="98"/>
                    </a:cubicBezTo>
                    <a:cubicBezTo>
                      <a:pt x="98" y="66"/>
                      <a:pt x="98" y="33"/>
                      <a:pt x="9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25" cap="flat">
                <a:noFill/>
              </a:ln>
            </p:spPr>
          </p:sp>
          <p:sp>
            <p:nvSpPr>
              <p:cNvPr id="1109" name="ICON_TOOL_WAVE_path_028"/>
              <p:cNvSpPr/>
              <p:nvPr/>
            </p:nvSpPr>
            <p:spPr>
              <a:xfrm>
                <a:off x="5298009" y="3825957"/>
                <a:ext cx="10003" cy="13755"/>
              </a:xfrm>
              <a:custGeom>
                <a:avLst/>
                <a:gdLst/>
                <a:ahLst/>
                <a:cxnLst/>
                <a:rect l="0" t="0" r="r" b="b"/>
                <a:pathLst>
                  <a:path w="788" h="1083" fill="norm" stroke="0">
                    <a:moveTo>
                      <a:pt x="394" y="0"/>
                    </a:moveTo>
                    <a:cubicBezTo>
                      <a:pt x="426" y="0"/>
                      <a:pt x="459" y="0"/>
                      <a:pt x="492" y="0"/>
                    </a:cubicBezTo>
                    <a:cubicBezTo>
                      <a:pt x="492" y="32"/>
                      <a:pt x="492" y="65"/>
                      <a:pt x="492" y="98"/>
                    </a:cubicBezTo>
                    <a:cubicBezTo>
                      <a:pt x="590" y="98"/>
                      <a:pt x="687" y="98"/>
                      <a:pt x="788" y="98"/>
                    </a:cubicBezTo>
                    <a:cubicBezTo>
                      <a:pt x="788" y="163"/>
                      <a:pt x="788" y="228"/>
                      <a:pt x="788" y="295"/>
                    </a:cubicBezTo>
                    <a:cubicBezTo>
                      <a:pt x="755" y="295"/>
                      <a:pt x="723" y="295"/>
                      <a:pt x="689" y="295"/>
                    </a:cubicBezTo>
                    <a:cubicBezTo>
                      <a:pt x="689" y="425"/>
                      <a:pt x="689" y="555"/>
                      <a:pt x="689" y="689"/>
                    </a:cubicBezTo>
                    <a:cubicBezTo>
                      <a:pt x="657" y="689"/>
                      <a:pt x="624" y="689"/>
                      <a:pt x="591" y="689"/>
                    </a:cubicBezTo>
                    <a:cubicBezTo>
                      <a:pt x="591" y="819"/>
                      <a:pt x="591" y="949"/>
                      <a:pt x="591" y="1083"/>
                    </a:cubicBezTo>
                    <a:cubicBezTo>
                      <a:pt x="526" y="1083"/>
                      <a:pt x="461" y="1083"/>
                      <a:pt x="394" y="1083"/>
                    </a:cubicBezTo>
                    <a:cubicBezTo>
                      <a:pt x="394" y="1051"/>
                      <a:pt x="394" y="1018"/>
                      <a:pt x="394" y="985"/>
                    </a:cubicBezTo>
                    <a:cubicBezTo>
                      <a:pt x="361" y="985"/>
                      <a:pt x="329" y="985"/>
                      <a:pt x="295" y="985"/>
                    </a:cubicBezTo>
                    <a:cubicBezTo>
                      <a:pt x="295" y="920"/>
                      <a:pt x="295" y="855"/>
                      <a:pt x="295" y="788"/>
                    </a:cubicBezTo>
                    <a:cubicBezTo>
                      <a:pt x="328" y="788"/>
                      <a:pt x="360" y="788"/>
                      <a:pt x="394" y="788"/>
                    </a:cubicBezTo>
                    <a:cubicBezTo>
                      <a:pt x="394" y="755"/>
                      <a:pt x="394" y="723"/>
                      <a:pt x="394" y="689"/>
                    </a:cubicBezTo>
                    <a:cubicBezTo>
                      <a:pt x="426" y="689"/>
                      <a:pt x="459" y="689"/>
                      <a:pt x="492" y="689"/>
                    </a:cubicBezTo>
                    <a:cubicBezTo>
                      <a:pt x="492" y="624"/>
                      <a:pt x="492" y="559"/>
                      <a:pt x="492" y="492"/>
                    </a:cubicBezTo>
                    <a:cubicBezTo>
                      <a:pt x="427" y="492"/>
                      <a:pt x="362" y="492"/>
                      <a:pt x="295" y="492"/>
                    </a:cubicBezTo>
                    <a:cubicBezTo>
                      <a:pt x="295" y="525"/>
                      <a:pt x="295" y="557"/>
                      <a:pt x="295" y="591"/>
                    </a:cubicBezTo>
                    <a:cubicBezTo>
                      <a:pt x="230" y="591"/>
                      <a:pt x="165" y="591"/>
                      <a:pt x="98" y="591"/>
                    </a:cubicBezTo>
                    <a:cubicBezTo>
                      <a:pt x="98" y="558"/>
                      <a:pt x="98" y="526"/>
                      <a:pt x="98" y="492"/>
                    </a:cubicBezTo>
                    <a:cubicBezTo>
                      <a:pt x="66" y="492"/>
                      <a:pt x="33" y="492"/>
                      <a:pt x="0" y="492"/>
                    </a:cubicBezTo>
                    <a:cubicBezTo>
                      <a:pt x="0" y="427"/>
                      <a:pt x="0" y="362"/>
                      <a:pt x="0" y="295"/>
                    </a:cubicBezTo>
                    <a:cubicBezTo>
                      <a:pt x="32" y="295"/>
                      <a:pt x="65" y="295"/>
                      <a:pt x="98" y="295"/>
                    </a:cubicBezTo>
                    <a:cubicBezTo>
                      <a:pt x="98" y="263"/>
                      <a:pt x="98" y="230"/>
                      <a:pt x="98" y="197"/>
                    </a:cubicBezTo>
                    <a:cubicBezTo>
                      <a:pt x="131" y="197"/>
                      <a:pt x="163" y="197"/>
                      <a:pt x="197" y="197"/>
                    </a:cubicBezTo>
                    <a:cubicBezTo>
                      <a:pt x="197" y="164"/>
                      <a:pt x="197" y="132"/>
                      <a:pt x="197" y="98"/>
                    </a:cubicBezTo>
                    <a:cubicBezTo>
                      <a:pt x="262" y="98"/>
                      <a:pt x="327" y="98"/>
                      <a:pt x="394" y="98"/>
                    </a:cubicBezTo>
                    <a:cubicBezTo>
                      <a:pt x="394" y="66"/>
                      <a:pt x="394" y="33"/>
                      <a:pt x="39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10" name="ICON_TOOL_WAVE_path_029"/>
              <p:cNvSpPr/>
              <p:nvPr/>
            </p:nvSpPr>
            <p:spPr>
              <a:xfrm>
                <a:off x="5145457" y="3905984"/>
                <a:ext cx="10003" cy="15005"/>
              </a:xfrm>
              <a:custGeom>
                <a:avLst/>
                <a:gdLst/>
                <a:ahLst/>
                <a:cxnLst/>
                <a:rect l="0" t="0" r="r" b="b"/>
                <a:pathLst>
                  <a:path w="788" h="1182" fill="norm" stroke="0">
                    <a:moveTo>
                      <a:pt x="197" y="0"/>
                    </a:moveTo>
                    <a:cubicBezTo>
                      <a:pt x="230" y="11"/>
                      <a:pt x="263" y="24"/>
                      <a:pt x="295" y="37"/>
                    </a:cubicBezTo>
                    <a:cubicBezTo>
                      <a:pt x="314" y="44"/>
                      <a:pt x="332" y="51"/>
                      <a:pt x="351" y="58"/>
                    </a:cubicBezTo>
                    <a:cubicBezTo>
                      <a:pt x="365" y="71"/>
                      <a:pt x="379" y="85"/>
                      <a:pt x="394" y="98"/>
                    </a:cubicBezTo>
                    <a:cubicBezTo>
                      <a:pt x="394" y="163"/>
                      <a:pt x="394" y="228"/>
                      <a:pt x="394" y="295"/>
                    </a:cubicBezTo>
                    <a:cubicBezTo>
                      <a:pt x="524" y="295"/>
                      <a:pt x="654" y="295"/>
                      <a:pt x="788" y="295"/>
                    </a:cubicBezTo>
                    <a:cubicBezTo>
                      <a:pt x="788" y="425"/>
                      <a:pt x="788" y="555"/>
                      <a:pt x="788" y="689"/>
                    </a:cubicBezTo>
                    <a:cubicBezTo>
                      <a:pt x="755" y="689"/>
                      <a:pt x="723" y="689"/>
                      <a:pt x="689" y="689"/>
                    </a:cubicBezTo>
                    <a:cubicBezTo>
                      <a:pt x="689" y="722"/>
                      <a:pt x="689" y="754"/>
                      <a:pt x="689" y="788"/>
                    </a:cubicBezTo>
                    <a:cubicBezTo>
                      <a:pt x="624" y="788"/>
                      <a:pt x="559" y="788"/>
                      <a:pt x="492" y="788"/>
                    </a:cubicBezTo>
                    <a:cubicBezTo>
                      <a:pt x="492" y="820"/>
                      <a:pt x="492" y="853"/>
                      <a:pt x="492" y="886"/>
                    </a:cubicBezTo>
                    <a:cubicBezTo>
                      <a:pt x="460" y="886"/>
                      <a:pt x="427" y="886"/>
                      <a:pt x="394" y="886"/>
                    </a:cubicBezTo>
                    <a:cubicBezTo>
                      <a:pt x="394" y="919"/>
                      <a:pt x="394" y="951"/>
                      <a:pt x="394" y="985"/>
                    </a:cubicBezTo>
                    <a:cubicBezTo>
                      <a:pt x="361" y="985"/>
                      <a:pt x="329" y="985"/>
                      <a:pt x="295" y="985"/>
                    </a:cubicBezTo>
                    <a:cubicBezTo>
                      <a:pt x="295" y="1017"/>
                      <a:pt x="295" y="1050"/>
                      <a:pt x="295" y="1083"/>
                    </a:cubicBezTo>
                    <a:cubicBezTo>
                      <a:pt x="263" y="1083"/>
                      <a:pt x="230" y="1083"/>
                      <a:pt x="197" y="1083"/>
                    </a:cubicBezTo>
                    <a:cubicBezTo>
                      <a:pt x="197" y="1116"/>
                      <a:pt x="197" y="1148"/>
                      <a:pt x="197" y="1182"/>
                    </a:cubicBezTo>
                    <a:cubicBezTo>
                      <a:pt x="132" y="1182"/>
                      <a:pt x="67" y="1182"/>
                      <a:pt x="0" y="1182"/>
                    </a:cubicBezTo>
                    <a:cubicBezTo>
                      <a:pt x="0" y="1084"/>
                      <a:pt x="0" y="987"/>
                      <a:pt x="0" y="886"/>
                    </a:cubicBezTo>
                    <a:cubicBezTo>
                      <a:pt x="32" y="886"/>
                      <a:pt x="65" y="886"/>
                      <a:pt x="98" y="886"/>
                    </a:cubicBezTo>
                    <a:cubicBezTo>
                      <a:pt x="98" y="854"/>
                      <a:pt x="98" y="821"/>
                      <a:pt x="98" y="788"/>
                    </a:cubicBezTo>
                    <a:cubicBezTo>
                      <a:pt x="131" y="788"/>
                      <a:pt x="163" y="788"/>
                      <a:pt x="197" y="788"/>
                    </a:cubicBezTo>
                    <a:cubicBezTo>
                      <a:pt x="197" y="755"/>
                      <a:pt x="197" y="723"/>
                      <a:pt x="197" y="689"/>
                    </a:cubicBezTo>
                    <a:cubicBezTo>
                      <a:pt x="229" y="689"/>
                      <a:pt x="262" y="689"/>
                      <a:pt x="295" y="689"/>
                    </a:cubicBezTo>
                    <a:cubicBezTo>
                      <a:pt x="295" y="527"/>
                      <a:pt x="295" y="364"/>
                      <a:pt x="295" y="197"/>
                    </a:cubicBezTo>
                    <a:cubicBezTo>
                      <a:pt x="263" y="197"/>
                      <a:pt x="230" y="197"/>
                      <a:pt x="197" y="197"/>
                    </a:cubicBezTo>
                    <a:cubicBezTo>
                      <a:pt x="197" y="132"/>
                      <a:pt x="197" y="67"/>
                      <a:pt x="19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11" name="ICON_TOOL_WAVE_path_030"/>
              <p:cNvSpPr/>
              <p:nvPr/>
            </p:nvSpPr>
            <p:spPr>
              <a:xfrm>
                <a:off x="5151709" y="3815953"/>
                <a:ext cx="10003" cy="13755"/>
              </a:xfrm>
              <a:custGeom>
                <a:avLst/>
                <a:gdLst/>
                <a:ahLst/>
                <a:cxnLst/>
                <a:rect l="0" t="0" r="r" b="b"/>
                <a:pathLst>
                  <a:path w="788" h="1083" fill="norm" stroke="0">
                    <a:moveTo>
                      <a:pt x="591" y="0"/>
                    </a:moveTo>
                    <a:cubicBezTo>
                      <a:pt x="623" y="0"/>
                      <a:pt x="656" y="0"/>
                      <a:pt x="689" y="0"/>
                    </a:cubicBezTo>
                    <a:cubicBezTo>
                      <a:pt x="689" y="32"/>
                      <a:pt x="689" y="65"/>
                      <a:pt x="689" y="98"/>
                    </a:cubicBezTo>
                    <a:cubicBezTo>
                      <a:pt x="722" y="98"/>
                      <a:pt x="754" y="98"/>
                      <a:pt x="788" y="98"/>
                    </a:cubicBezTo>
                    <a:cubicBezTo>
                      <a:pt x="788" y="293"/>
                      <a:pt x="788" y="488"/>
                      <a:pt x="788" y="689"/>
                    </a:cubicBezTo>
                    <a:cubicBezTo>
                      <a:pt x="755" y="689"/>
                      <a:pt x="723" y="689"/>
                      <a:pt x="689" y="689"/>
                    </a:cubicBezTo>
                    <a:cubicBezTo>
                      <a:pt x="689" y="722"/>
                      <a:pt x="689" y="754"/>
                      <a:pt x="689" y="788"/>
                    </a:cubicBezTo>
                    <a:cubicBezTo>
                      <a:pt x="657" y="788"/>
                      <a:pt x="624" y="788"/>
                      <a:pt x="591" y="788"/>
                    </a:cubicBezTo>
                    <a:cubicBezTo>
                      <a:pt x="591" y="820"/>
                      <a:pt x="591" y="853"/>
                      <a:pt x="591" y="886"/>
                    </a:cubicBezTo>
                    <a:cubicBezTo>
                      <a:pt x="558" y="886"/>
                      <a:pt x="526" y="886"/>
                      <a:pt x="492" y="886"/>
                    </a:cubicBezTo>
                    <a:cubicBezTo>
                      <a:pt x="492" y="919"/>
                      <a:pt x="492" y="951"/>
                      <a:pt x="492" y="985"/>
                    </a:cubicBezTo>
                    <a:cubicBezTo>
                      <a:pt x="427" y="985"/>
                      <a:pt x="362" y="985"/>
                      <a:pt x="295" y="985"/>
                    </a:cubicBezTo>
                    <a:cubicBezTo>
                      <a:pt x="295" y="1017"/>
                      <a:pt x="295" y="1050"/>
                      <a:pt x="295" y="1083"/>
                    </a:cubicBezTo>
                    <a:cubicBezTo>
                      <a:pt x="198" y="1083"/>
                      <a:pt x="100" y="1083"/>
                      <a:pt x="0" y="1083"/>
                    </a:cubicBezTo>
                    <a:cubicBezTo>
                      <a:pt x="0" y="1018"/>
                      <a:pt x="0" y="953"/>
                      <a:pt x="0" y="886"/>
                    </a:cubicBezTo>
                    <a:cubicBezTo>
                      <a:pt x="97" y="886"/>
                      <a:pt x="195" y="886"/>
                      <a:pt x="295" y="886"/>
                    </a:cubicBezTo>
                    <a:cubicBezTo>
                      <a:pt x="295" y="854"/>
                      <a:pt x="295" y="821"/>
                      <a:pt x="295" y="788"/>
                    </a:cubicBezTo>
                    <a:cubicBezTo>
                      <a:pt x="328" y="788"/>
                      <a:pt x="360" y="788"/>
                      <a:pt x="394" y="788"/>
                    </a:cubicBezTo>
                    <a:cubicBezTo>
                      <a:pt x="394" y="560"/>
                      <a:pt x="394" y="333"/>
                      <a:pt x="394" y="98"/>
                    </a:cubicBezTo>
                    <a:cubicBezTo>
                      <a:pt x="459" y="98"/>
                      <a:pt x="524" y="98"/>
                      <a:pt x="591" y="98"/>
                    </a:cubicBezTo>
                    <a:cubicBezTo>
                      <a:pt x="591" y="66"/>
                      <a:pt x="591" y="33"/>
                      <a:pt x="59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12" name="ICON_TOOL_WAVE_path_031"/>
              <p:cNvSpPr/>
              <p:nvPr/>
            </p:nvSpPr>
            <p:spPr>
              <a:xfrm>
                <a:off x="5375536" y="3827207"/>
                <a:ext cx="10003" cy="15005"/>
              </a:xfrm>
              <a:custGeom>
                <a:avLst/>
                <a:gdLst/>
                <a:ahLst/>
                <a:cxnLst/>
                <a:rect l="0" t="0" r="r" b="b"/>
                <a:pathLst>
                  <a:path w="788" h="1182" fill="norm" stroke="0">
                    <a:moveTo>
                      <a:pt x="295" y="0"/>
                    </a:moveTo>
                    <a:cubicBezTo>
                      <a:pt x="328" y="0"/>
                      <a:pt x="360" y="0"/>
                      <a:pt x="394" y="0"/>
                    </a:cubicBezTo>
                    <a:cubicBezTo>
                      <a:pt x="394" y="32"/>
                      <a:pt x="394" y="65"/>
                      <a:pt x="394" y="98"/>
                    </a:cubicBezTo>
                    <a:cubicBezTo>
                      <a:pt x="426" y="98"/>
                      <a:pt x="459" y="98"/>
                      <a:pt x="492" y="98"/>
                    </a:cubicBezTo>
                    <a:cubicBezTo>
                      <a:pt x="492" y="131"/>
                      <a:pt x="492" y="163"/>
                      <a:pt x="492" y="197"/>
                    </a:cubicBezTo>
                    <a:cubicBezTo>
                      <a:pt x="525" y="197"/>
                      <a:pt x="557" y="197"/>
                      <a:pt x="591" y="197"/>
                    </a:cubicBezTo>
                    <a:cubicBezTo>
                      <a:pt x="591" y="229"/>
                      <a:pt x="591" y="262"/>
                      <a:pt x="591" y="295"/>
                    </a:cubicBezTo>
                    <a:cubicBezTo>
                      <a:pt x="623" y="295"/>
                      <a:pt x="656" y="295"/>
                      <a:pt x="689" y="295"/>
                    </a:cubicBezTo>
                    <a:cubicBezTo>
                      <a:pt x="689" y="360"/>
                      <a:pt x="689" y="425"/>
                      <a:pt x="689" y="492"/>
                    </a:cubicBezTo>
                    <a:cubicBezTo>
                      <a:pt x="722" y="492"/>
                      <a:pt x="754" y="492"/>
                      <a:pt x="788" y="492"/>
                    </a:cubicBezTo>
                    <a:cubicBezTo>
                      <a:pt x="788" y="557"/>
                      <a:pt x="788" y="622"/>
                      <a:pt x="788" y="689"/>
                    </a:cubicBezTo>
                    <a:cubicBezTo>
                      <a:pt x="755" y="689"/>
                      <a:pt x="723" y="689"/>
                      <a:pt x="689" y="689"/>
                    </a:cubicBezTo>
                    <a:cubicBezTo>
                      <a:pt x="689" y="852"/>
                      <a:pt x="689" y="1014"/>
                      <a:pt x="689" y="1182"/>
                    </a:cubicBezTo>
                    <a:cubicBezTo>
                      <a:pt x="657" y="1182"/>
                      <a:pt x="624" y="1182"/>
                      <a:pt x="591" y="1182"/>
                    </a:cubicBezTo>
                    <a:cubicBezTo>
                      <a:pt x="591" y="987"/>
                      <a:pt x="591" y="792"/>
                      <a:pt x="591" y="591"/>
                    </a:cubicBezTo>
                    <a:cubicBezTo>
                      <a:pt x="558" y="591"/>
                      <a:pt x="526" y="591"/>
                      <a:pt x="492" y="591"/>
                    </a:cubicBezTo>
                    <a:cubicBezTo>
                      <a:pt x="492" y="558"/>
                      <a:pt x="492" y="526"/>
                      <a:pt x="492" y="492"/>
                    </a:cubicBezTo>
                    <a:cubicBezTo>
                      <a:pt x="395" y="492"/>
                      <a:pt x="297" y="492"/>
                      <a:pt x="197" y="492"/>
                    </a:cubicBezTo>
                    <a:cubicBezTo>
                      <a:pt x="197" y="525"/>
                      <a:pt x="197" y="557"/>
                      <a:pt x="197" y="591"/>
                    </a:cubicBezTo>
                    <a:cubicBezTo>
                      <a:pt x="164" y="591"/>
                      <a:pt x="132" y="591"/>
                      <a:pt x="98" y="591"/>
                    </a:cubicBezTo>
                    <a:cubicBezTo>
                      <a:pt x="98" y="753"/>
                      <a:pt x="98" y="916"/>
                      <a:pt x="98" y="1083"/>
                    </a:cubicBezTo>
                    <a:cubicBezTo>
                      <a:pt x="66" y="1083"/>
                      <a:pt x="33" y="1083"/>
                      <a:pt x="0" y="1083"/>
                    </a:cubicBezTo>
                    <a:cubicBezTo>
                      <a:pt x="0" y="856"/>
                      <a:pt x="0" y="628"/>
                      <a:pt x="0" y="394"/>
                    </a:cubicBezTo>
                    <a:cubicBezTo>
                      <a:pt x="32" y="394"/>
                      <a:pt x="65" y="394"/>
                      <a:pt x="98" y="394"/>
                    </a:cubicBezTo>
                    <a:cubicBezTo>
                      <a:pt x="98" y="361"/>
                      <a:pt x="98" y="329"/>
                      <a:pt x="98" y="295"/>
                    </a:cubicBezTo>
                    <a:cubicBezTo>
                      <a:pt x="131" y="295"/>
                      <a:pt x="163" y="295"/>
                      <a:pt x="197" y="295"/>
                    </a:cubicBezTo>
                    <a:cubicBezTo>
                      <a:pt x="197" y="230"/>
                      <a:pt x="197" y="165"/>
                      <a:pt x="197" y="98"/>
                    </a:cubicBezTo>
                    <a:cubicBezTo>
                      <a:pt x="229" y="98"/>
                      <a:pt x="262" y="98"/>
                      <a:pt x="295" y="98"/>
                    </a:cubicBezTo>
                    <a:cubicBezTo>
                      <a:pt x="295" y="66"/>
                      <a:pt x="295" y="33"/>
                      <a:pt x="29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13" name="ICON_TOOL_WAVE_path_032"/>
              <p:cNvSpPr/>
              <p:nvPr/>
            </p:nvSpPr>
            <p:spPr>
              <a:xfrm>
                <a:off x="5146708" y="3840962"/>
                <a:ext cx="12504" cy="11254"/>
              </a:xfrm>
              <a:custGeom>
                <a:avLst/>
                <a:gdLst/>
                <a:ahLst/>
                <a:cxnLst/>
                <a:rect l="0" t="0" r="r" b="b"/>
                <a:pathLst>
                  <a:path w="985" h="886" fill="norm" stroke="0">
                    <a:moveTo>
                      <a:pt x="788" y="0"/>
                    </a:moveTo>
                    <a:cubicBezTo>
                      <a:pt x="853" y="0"/>
                      <a:pt x="918" y="0"/>
                      <a:pt x="985" y="0"/>
                    </a:cubicBezTo>
                    <a:cubicBezTo>
                      <a:pt x="985" y="97"/>
                      <a:pt x="985" y="195"/>
                      <a:pt x="985" y="295"/>
                    </a:cubicBezTo>
                    <a:cubicBezTo>
                      <a:pt x="952" y="295"/>
                      <a:pt x="920" y="295"/>
                      <a:pt x="886" y="295"/>
                    </a:cubicBezTo>
                    <a:cubicBezTo>
                      <a:pt x="886" y="360"/>
                      <a:pt x="886" y="425"/>
                      <a:pt x="886" y="492"/>
                    </a:cubicBezTo>
                    <a:cubicBezTo>
                      <a:pt x="854" y="492"/>
                      <a:pt x="821" y="492"/>
                      <a:pt x="788" y="492"/>
                    </a:cubicBezTo>
                    <a:cubicBezTo>
                      <a:pt x="788" y="557"/>
                      <a:pt x="788" y="622"/>
                      <a:pt x="788" y="689"/>
                    </a:cubicBezTo>
                    <a:cubicBezTo>
                      <a:pt x="755" y="689"/>
                      <a:pt x="723" y="689"/>
                      <a:pt x="689" y="689"/>
                    </a:cubicBezTo>
                    <a:cubicBezTo>
                      <a:pt x="689" y="754"/>
                      <a:pt x="689" y="819"/>
                      <a:pt x="689" y="886"/>
                    </a:cubicBezTo>
                    <a:cubicBezTo>
                      <a:pt x="640" y="871"/>
                      <a:pt x="640" y="871"/>
                      <a:pt x="591" y="837"/>
                    </a:cubicBezTo>
                    <a:cubicBezTo>
                      <a:pt x="591" y="788"/>
                      <a:pt x="591" y="739"/>
                      <a:pt x="591" y="689"/>
                    </a:cubicBezTo>
                    <a:cubicBezTo>
                      <a:pt x="461" y="689"/>
                      <a:pt x="331" y="689"/>
                      <a:pt x="197" y="689"/>
                    </a:cubicBezTo>
                    <a:cubicBezTo>
                      <a:pt x="197" y="657"/>
                      <a:pt x="197" y="624"/>
                      <a:pt x="197" y="591"/>
                    </a:cubicBezTo>
                    <a:cubicBezTo>
                      <a:pt x="164" y="591"/>
                      <a:pt x="132" y="591"/>
                      <a:pt x="98" y="591"/>
                    </a:cubicBezTo>
                    <a:cubicBezTo>
                      <a:pt x="98" y="526"/>
                      <a:pt x="98" y="461"/>
                      <a:pt x="98" y="394"/>
                    </a:cubicBezTo>
                    <a:cubicBezTo>
                      <a:pt x="66" y="394"/>
                      <a:pt x="33" y="394"/>
                      <a:pt x="0" y="394"/>
                    </a:cubicBezTo>
                    <a:cubicBezTo>
                      <a:pt x="0" y="296"/>
                      <a:pt x="0" y="199"/>
                      <a:pt x="0" y="98"/>
                    </a:cubicBezTo>
                    <a:cubicBezTo>
                      <a:pt x="65" y="98"/>
                      <a:pt x="130" y="98"/>
                      <a:pt x="197" y="98"/>
                    </a:cubicBezTo>
                    <a:cubicBezTo>
                      <a:pt x="197" y="163"/>
                      <a:pt x="197" y="228"/>
                      <a:pt x="197" y="295"/>
                    </a:cubicBezTo>
                    <a:cubicBezTo>
                      <a:pt x="229" y="295"/>
                      <a:pt x="262" y="295"/>
                      <a:pt x="295" y="295"/>
                    </a:cubicBezTo>
                    <a:cubicBezTo>
                      <a:pt x="295" y="328"/>
                      <a:pt x="295" y="360"/>
                      <a:pt x="295" y="394"/>
                    </a:cubicBezTo>
                    <a:cubicBezTo>
                      <a:pt x="425" y="394"/>
                      <a:pt x="555" y="394"/>
                      <a:pt x="689" y="394"/>
                    </a:cubicBezTo>
                    <a:cubicBezTo>
                      <a:pt x="689" y="361"/>
                      <a:pt x="689" y="329"/>
                      <a:pt x="689" y="295"/>
                    </a:cubicBezTo>
                    <a:cubicBezTo>
                      <a:pt x="722" y="295"/>
                      <a:pt x="754" y="295"/>
                      <a:pt x="788" y="295"/>
                    </a:cubicBezTo>
                    <a:cubicBezTo>
                      <a:pt x="788" y="198"/>
                      <a:pt x="788" y="100"/>
                      <a:pt x="78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14" name="ICON_TOOL_WAVE_path_033"/>
              <p:cNvSpPr/>
              <p:nvPr/>
            </p:nvSpPr>
            <p:spPr>
              <a:xfrm>
                <a:off x="5094190" y="3863469"/>
                <a:ext cx="13755" cy="5002"/>
              </a:xfrm>
              <a:custGeom>
                <a:avLst/>
                <a:gdLst/>
                <a:ahLst/>
                <a:cxnLst/>
                <a:rect l="0" t="0" r="r" b="b"/>
                <a:pathLst>
                  <a:path w="1083" h="394" fill="norm" stroke="0">
                    <a:moveTo>
                      <a:pt x="98" y="0"/>
                    </a:moveTo>
                    <a:cubicBezTo>
                      <a:pt x="391" y="0"/>
                      <a:pt x="683" y="0"/>
                      <a:pt x="985" y="0"/>
                    </a:cubicBezTo>
                    <a:cubicBezTo>
                      <a:pt x="985" y="32"/>
                      <a:pt x="985" y="65"/>
                      <a:pt x="985" y="98"/>
                    </a:cubicBezTo>
                    <a:cubicBezTo>
                      <a:pt x="1017" y="98"/>
                      <a:pt x="1050" y="98"/>
                      <a:pt x="1083" y="98"/>
                    </a:cubicBezTo>
                    <a:cubicBezTo>
                      <a:pt x="1063" y="176"/>
                      <a:pt x="1040" y="237"/>
                      <a:pt x="985" y="295"/>
                    </a:cubicBezTo>
                    <a:cubicBezTo>
                      <a:pt x="884" y="314"/>
                      <a:pt x="791" y="307"/>
                      <a:pt x="689" y="295"/>
                    </a:cubicBezTo>
                    <a:cubicBezTo>
                      <a:pt x="689" y="328"/>
                      <a:pt x="689" y="360"/>
                      <a:pt x="689" y="394"/>
                    </a:cubicBezTo>
                    <a:cubicBezTo>
                      <a:pt x="462" y="394"/>
                      <a:pt x="234" y="394"/>
                      <a:pt x="0" y="394"/>
                    </a:cubicBezTo>
                    <a:cubicBezTo>
                      <a:pt x="0" y="329"/>
                      <a:pt x="0" y="264"/>
                      <a:pt x="0" y="197"/>
                    </a:cubicBezTo>
                    <a:cubicBezTo>
                      <a:pt x="32" y="197"/>
                      <a:pt x="65" y="197"/>
                      <a:pt x="98" y="197"/>
                    </a:cubicBezTo>
                    <a:cubicBezTo>
                      <a:pt x="98" y="132"/>
                      <a:pt x="98" y="67"/>
                      <a:pt x="9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15" name="ICON_TOOL_WAVE_path_034"/>
              <p:cNvSpPr/>
              <p:nvPr/>
            </p:nvSpPr>
            <p:spPr>
              <a:xfrm>
                <a:off x="5146708" y="3879725"/>
                <a:ext cx="10003" cy="12504"/>
              </a:xfrm>
              <a:custGeom>
                <a:avLst/>
                <a:gdLst/>
                <a:ahLst/>
                <a:cxnLst/>
                <a:rect l="0" t="0" r="r" b="b"/>
                <a:pathLst>
                  <a:path w="788" h="985" fill="norm" stroke="0">
                    <a:moveTo>
                      <a:pt x="591" y="0"/>
                    </a:moveTo>
                    <a:cubicBezTo>
                      <a:pt x="640" y="15"/>
                      <a:pt x="640" y="15"/>
                      <a:pt x="689" y="49"/>
                    </a:cubicBezTo>
                    <a:cubicBezTo>
                      <a:pt x="699" y="101"/>
                      <a:pt x="694" y="144"/>
                      <a:pt x="689" y="197"/>
                    </a:cubicBezTo>
                    <a:cubicBezTo>
                      <a:pt x="722" y="197"/>
                      <a:pt x="754" y="197"/>
                      <a:pt x="788" y="197"/>
                    </a:cubicBezTo>
                    <a:cubicBezTo>
                      <a:pt x="788" y="327"/>
                      <a:pt x="788" y="457"/>
                      <a:pt x="788" y="591"/>
                    </a:cubicBezTo>
                    <a:cubicBezTo>
                      <a:pt x="755" y="591"/>
                      <a:pt x="723" y="591"/>
                      <a:pt x="689" y="591"/>
                    </a:cubicBezTo>
                    <a:cubicBezTo>
                      <a:pt x="689" y="656"/>
                      <a:pt x="689" y="721"/>
                      <a:pt x="689" y="788"/>
                    </a:cubicBezTo>
                    <a:cubicBezTo>
                      <a:pt x="624" y="788"/>
                      <a:pt x="559" y="788"/>
                      <a:pt x="492" y="788"/>
                    </a:cubicBezTo>
                    <a:cubicBezTo>
                      <a:pt x="492" y="820"/>
                      <a:pt x="492" y="853"/>
                      <a:pt x="492" y="886"/>
                    </a:cubicBezTo>
                    <a:cubicBezTo>
                      <a:pt x="427" y="886"/>
                      <a:pt x="362" y="886"/>
                      <a:pt x="295" y="886"/>
                    </a:cubicBezTo>
                    <a:cubicBezTo>
                      <a:pt x="295" y="919"/>
                      <a:pt x="295" y="951"/>
                      <a:pt x="295" y="985"/>
                    </a:cubicBezTo>
                    <a:cubicBezTo>
                      <a:pt x="263" y="985"/>
                      <a:pt x="230" y="985"/>
                      <a:pt x="197" y="985"/>
                    </a:cubicBezTo>
                    <a:cubicBezTo>
                      <a:pt x="197" y="952"/>
                      <a:pt x="197" y="920"/>
                      <a:pt x="197" y="886"/>
                    </a:cubicBezTo>
                    <a:cubicBezTo>
                      <a:pt x="132" y="886"/>
                      <a:pt x="67" y="886"/>
                      <a:pt x="0" y="886"/>
                    </a:cubicBezTo>
                    <a:cubicBezTo>
                      <a:pt x="14" y="853"/>
                      <a:pt x="28" y="820"/>
                      <a:pt x="43" y="788"/>
                    </a:cubicBezTo>
                    <a:cubicBezTo>
                      <a:pt x="51" y="769"/>
                      <a:pt x="59" y="751"/>
                      <a:pt x="67" y="732"/>
                    </a:cubicBezTo>
                    <a:cubicBezTo>
                      <a:pt x="78" y="718"/>
                      <a:pt x="88" y="704"/>
                      <a:pt x="98" y="689"/>
                    </a:cubicBezTo>
                    <a:cubicBezTo>
                      <a:pt x="151" y="683"/>
                      <a:pt x="151" y="683"/>
                      <a:pt x="197" y="689"/>
                    </a:cubicBezTo>
                    <a:cubicBezTo>
                      <a:pt x="197" y="657"/>
                      <a:pt x="197" y="624"/>
                      <a:pt x="197" y="591"/>
                    </a:cubicBezTo>
                    <a:cubicBezTo>
                      <a:pt x="229" y="591"/>
                      <a:pt x="262" y="591"/>
                      <a:pt x="295" y="591"/>
                    </a:cubicBezTo>
                    <a:cubicBezTo>
                      <a:pt x="295" y="558"/>
                      <a:pt x="295" y="526"/>
                      <a:pt x="295" y="492"/>
                    </a:cubicBezTo>
                    <a:cubicBezTo>
                      <a:pt x="328" y="492"/>
                      <a:pt x="360" y="492"/>
                      <a:pt x="394" y="492"/>
                    </a:cubicBezTo>
                    <a:cubicBezTo>
                      <a:pt x="394" y="460"/>
                      <a:pt x="394" y="427"/>
                      <a:pt x="394" y="394"/>
                    </a:cubicBezTo>
                    <a:cubicBezTo>
                      <a:pt x="426" y="394"/>
                      <a:pt x="459" y="394"/>
                      <a:pt x="492" y="394"/>
                    </a:cubicBezTo>
                    <a:cubicBezTo>
                      <a:pt x="492" y="329"/>
                      <a:pt x="492" y="264"/>
                      <a:pt x="492" y="197"/>
                    </a:cubicBezTo>
                    <a:cubicBezTo>
                      <a:pt x="525" y="197"/>
                      <a:pt x="557" y="197"/>
                      <a:pt x="591" y="197"/>
                    </a:cubicBezTo>
                    <a:cubicBezTo>
                      <a:pt x="591" y="132"/>
                      <a:pt x="591" y="67"/>
                      <a:pt x="59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16" name="ICON_TOOL_WAVE_path_035"/>
              <p:cNvSpPr/>
              <p:nvPr/>
            </p:nvSpPr>
            <p:spPr>
              <a:xfrm>
                <a:off x="5156711" y="3918488"/>
                <a:ext cx="5002" cy="10003"/>
              </a:xfrm>
              <a:custGeom>
                <a:avLst/>
                <a:gdLst/>
                <a:ahLst/>
                <a:cxnLst/>
                <a:rect l="0" t="0" r="r" b="b"/>
                <a:pathLst>
                  <a:path w="394" h="788" fill="norm" stroke="0">
                    <a:moveTo>
                      <a:pt x="0" y="0"/>
                    </a:moveTo>
                    <a:cubicBezTo>
                      <a:pt x="97" y="0"/>
                      <a:pt x="195" y="0"/>
                      <a:pt x="295" y="0"/>
                    </a:cubicBezTo>
                    <a:cubicBezTo>
                      <a:pt x="295" y="32"/>
                      <a:pt x="295" y="65"/>
                      <a:pt x="295" y="98"/>
                    </a:cubicBezTo>
                    <a:cubicBezTo>
                      <a:pt x="328" y="98"/>
                      <a:pt x="360" y="98"/>
                      <a:pt x="394" y="98"/>
                    </a:cubicBezTo>
                    <a:cubicBezTo>
                      <a:pt x="394" y="293"/>
                      <a:pt x="394" y="488"/>
                      <a:pt x="394" y="689"/>
                    </a:cubicBezTo>
                    <a:cubicBezTo>
                      <a:pt x="361" y="689"/>
                      <a:pt x="329" y="689"/>
                      <a:pt x="295" y="689"/>
                    </a:cubicBezTo>
                    <a:cubicBezTo>
                      <a:pt x="295" y="722"/>
                      <a:pt x="295" y="754"/>
                      <a:pt x="295" y="788"/>
                    </a:cubicBezTo>
                    <a:cubicBezTo>
                      <a:pt x="198" y="788"/>
                      <a:pt x="100" y="788"/>
                      <a:pt x="0" y="788"/>
                    </a:cubicBezTo>
                    <a:cubicBezTo>
                      <a:pt x="0" y="528"/>
                      <a:pt x="0" y="26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17" name="ICON_TOOL_WAVE_path_036"/>
              <p:cNvSpPr/>
              <p:nvPr/>
            </p:nvSpPr>
            <p:spPr>
              <a:xfrm>
                <a:off x="5400545" y="3862219"/>
                <a:ext cx="12504" cy="7503"/>
              </a:xfrm>
              <a:custGeom>
                <a:avLst/>
                <a:gdLst/>
                <a:ahLst/>
                <a:cxnLst/>
                <a:rect l="0" t="0" r="r" b="b"/>
                <a:pathLst>
                  <a:path w="985" h="591" fill="norm" stroke="0">
                    <a:moveTo>
                      <a:pt x="689" y="0"/>
                    </a:moveTo>
                    <a:cubicBezTo>
                      <a:pt x="863" y="58"/>
                      <a:pt x="863" y="58"/>
                      <a:pt x="905" y="132"/>
                    </a:cubicBezTo>
                    <a:cubicBezTo>
                      <a:pt x="941" y="218"/>
                      <a:pt x="961" y="303"/>
                      <a:pt x="985" y="394"/>
                    </a:cubicBezTo>
                    <a:cubicBezTo>
                      <a:pt x="855" y="394"/>
                      <a:pt x="725" y="394"/>
                      <a:pt x="591" y="394"/>
                    </a:cubicBezTo>
                    <a:cubicBezTo>
                      <a:pt x="591" y="426"/>
                      <a:pt x="591" y="459"/>
                      <a:pt x="591" y="492"/>
                    </a:cubicBezTo>
                    <a:cubicBezTo>
                      <a:pt x="526" y="492"/>
                      <a:pt x="461" y="492"/>
                      <a:pt x="394" y="492"/>
                    </a:cubicBezTo>
                    <a:cubicBezTo>
                      <a:pt x="394" y="525"/>
                      <a:pt x="394" y="557"/>
                      <a:pt x="394" y="591"/>
                    </a:cubicBezTo>
                    <a:cubicBezTo>
                      <a:pt x="296" y="591"/>
                      <a:pt x="199" y="591"/>
                      <a:pt x="98" y="591"/>
                    </a:cubicBezTo>
                    <a:cubicBezTo>
                      <a:pt x="98" y="558"/>
                      <a:pt x="98" y="526"/>
                      <a:pt x="98" y="492"/>
                    </a:cubicBezTo>
                    <a:cubicBezTo>
                      <a:pt x="66" y="492"/>
                      <a:pt x="33" y="492"/>
                      <a:pt x="0" y="492"/>
                    </a:cubicBezTo>
                    <a:cubicBezTo>
                      <a:pt x="0" y="395"/>
                      <a:pt x="0" y="297"/>
                      <a:pt x="0" y="197"/>
                    </a:cubicBezTo>
                    <a:cubicBezTo>
                      <a:pt x="97" y="197"/>
                      <a:pt x="195" y="197"/>
                      <a:pt x="295" y="197"/>
                    </a:cubicBezTo>
                    <a:cubicBezTo>
                      <a:pt x="295" y="229"/>
                      <a:pt x="295" y="262"/>
                      <a:pt x="295" y="295"/>
                    </a:cubicBezTo>
                    <a:cubicBezTo>
                      <a:pt x="360" y="295"/>
                      <a:pt x="425" y="295"/>
                      <a:pt x="492" y="295"/>
                    </a:cubicBezTo>
                    <a:cubicBezTo>
                      <a:pt x="492" y="263"/>
                      <a:pt x="492" y="230"/>
                      <a:pt x="492" y="197"/>
                    </a:cubicBezTo>
                    <a:cubicBezTo>
                      <a:pt x="557" y="197"/>
                      <a:pt x="622" y="197"/>
                      <a:pt x="689" y="197"/>
                    </a:cubicBezTo>
                    <a:cubicBezTo>
                      <a:pt x="689" y="132"/>
                      <a:pt x="689" y="67"/>
                      <a:pt x="68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18" name="ICON_TOOL_WAVE_path_037"/>
              <p:cNvSpPr/>
              <p:nvPr/>
            </p:nvSpPr>
            <p:spPr>
              <a:xfrm>
                <a:off x="5176640" y="3832209"/>
                <a:ext cx="10082" cy="8753"/>
              </a:xfrm>
              <a:custGeom>
                <a:avLst/>
                <a:gdLst/>
                <a:ahLst/>
                <a:cxnLst/>
                <a:rect l="0" t="0" r="r" b="b"/>
                <a:pathLst>
                  <a:path w="794" h="689" fill="norm" stroke="0">
                    <a:moveTo>
                      <a:pt x="105" y="0"/>
                    </a:moveTo>
                    <a:cubicBezTo>
                      <a:pt x="170" y="0"/>
                      <a:pt x="235" y="0"/>
                      <a:pt x="302" y="0"/>
                    </a:cubicBezTo>
                    <a:cubicBezTo>
                      <a:pt x="302" y="32"/>
                      <a:pt x="302" y="65"/>
                      <a:pt x="302" y="98"/>
                    </a:cubicBezTo>
                    <a:cubicBezTo>
                      <a:pt x="367" y="98"/>
                      <a:pt x="431" y="98"/>
                      <a:pt x="498" y="98"/>
                    </a:cubicBezTo>
                    <a:cubicBezTo>
                      <a:pt x="498" y="131"/>
                      <a:pt x="498" y="163"/>
                      <a:pt x="498" y="197"/>
                    </a:cubicBezTo>
                    <a:cubicBezTo>
                      <a:pt x="531" y="197"/>
                      <a:pt x="563" y="197"/>
                      <a:pt x="597" y="197"/>
                    </a:cubicBezTo>
                    <a:cubicBezTo>
                      <a:pt x="597" y="229"/>
                      <a:pt x="597" y="262"/>
                      <a:pt x="597" y="295"/>
                    </a:cubicBezTo>
                    <a:cubicBezTo>
                      <a:pt x="629" y="295"/>
                      <a:pt x="662" y="295"/>
                      <a:pt x="695" y="295"/>
                    </a:cubicBezTo>
                    <a:cubicBezTo>
                      <a:pt x="695" y="328"/>
                      <a:pt x="695" y="360"/>
                      <a:pt x="695" y="394"/>
                    </a:cubicBezTo>
                    <a:cubicBezTo>
                      <a:pt x="728" y="394"/>
                      <a:pt x="760" y="394"/>
                      <a:pt x="794" y="394"/>
                    </a:cubicBezTo>
                    <a:cubicBezTo>
                      <a:pt x="794" y="491"/>
                      <a:pt x="794" y="589"/>
                      <a:pt x="794" y="689"/>
                    </a:cubicBezTo>
                    <a:cubicBezTo>
                      <a:pt x="696" y="689"/>
                      <a:pt x="599" y="689"/>
                      <a:pt x="498" y="689"/>
                    </a:cubicBezTo>
                    <a:cubicBezTo>
                      <a:pt x="498" y="657"/>
                      <a:pt x="498" y="624"/>
                      <a:pt x="498" y="591"/>
                    </a:cubicBezTo>
                    <a:cubicBezTo>
                      <a:pt x="466" y="591"/>
                      <a:pt x="433" y="591"/>
                      <a:pt x="400" y="591"/>
                    </a:cubicBezTo>
                    <a:cubicBezTo>
                      <a:pt x="400" y="558"/>
                      <a:pt x="400" y="526"/>
                      <a:pt x="400" y="492"/>
                    </a:cubicBezTo>
                    <a:cubicBezTo>
                      <a:pt x="367" y="492"/>
                      <a:pt x="335" y="492"/>
                      <a:pt x="302" y="492"/>
                    </a:cubicBezTo>
                    <a:cubicBezTo>
                      <a:pt x="302" y="460"/>
                      <a:pt x="302" y="427"/>
                      <a:pt x="302" y="394"/>
                    </a:cubicBezTo>
                    <a:cubicBezTo>
                      <a:pt x="269" y="394"/>
                      <a:pt x="237" y="394"/>
                      <a:pt x="203" y="394"/>
                    </a:cubicBezTo>
                    <a:cubicBezTo>
                      <a:pt x="205" y="379"/>
                      <a:pt x="207" y="363"/>
                      <a:pt x="209" y="348"/>
                    </a:cubicBezTo>
                    <a:cubicBezTo>
                      <a:pt x="208" y="339"/>
                      <a:pt x="208" y="339"/>
                      <a:pt x="203" y="295"/>
                    </a:cubicBezTo>
                    <a:cubicBezTo>
                      <a:pt x="160" y="268"/>
                      <a:pt x="160" y="268"/>
                      <a:pt x="105" y="246"/>
                    </a:cubicBezTo>
                    <a:cubicBezTo>
                      <a:pt x="49" y="225"/>
                      <a:pt x="49" y="225"/>
                      <a:pt x="6" y="197"/>
                    </a:cubicBezTo>
                    <a:cubicBezTo>
                      <a:pt x="0" y="145"/>
                      <a:pt x="0" y="145"/>
                      <a:pt x="6" y="98"/>
                    </a:cubicBezTo>
                    <a:cubicBezTo>
                      <a:pt x="39" y="98"/>
                      <a:pt x="71" y="98"/>
                      <a:pt x="105" y="98"/>
                    </a:cubicBezTo>
                    <a:cubicBezTo>
                      <a:pt x="105" y="66"/>
                      <a:pt x="105" y="33"/>
                      <a:pt x="10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19" name="ICON_TOOL_WAVE_path_038"/>
              <p:cNvSpPr/>
              <p:nvPr/>
            </p:nvSpPr>
            <p:spPr>
              <a:xfrm>
                <a:off x="5379287" y="3865970"/>
                <a:ext cx="7503" cy="8753"/>
              </a:xfrm>
              <a:custGeom>
                <a:avLst/>
                <a:gdLst/>
                <a:ahLst/>
                <a:cxnLst/>
                <a:rect l="0" t="0" r="r" b="b"/>
                <a:pathLst>
                  <a:path w="591" h="689" fill="norm" stroke="0">
                    <a:moveTo>
                      <a:pt x="98" y="0"/>
                    </a:moveTo>
                    <a:cubicBezTo>
                      <a:pt x="196" y="0"/>
                      <a:pt x="293" y="0"/>
                      <a:pt x="394" y="0"/>
                    </a:cubicBezTo>
                    <a:cubicBezTo>
                      <a:pt x="394" y="32"/>
                      <a:pt x="394" y="65"/>
                      <a:pt x="394" y="98"/>
                    </a:cubicBezTo>
                    <a:cubicBezTo>
                      <a:pt x="459" y="98"/>
                      <a:pt x="524" y="98"/>
                      <a:pt x="591" y="98"/>
                    </a:cubicBezTo>
                    <a:cubicBezTo>
                      <a:pt x="591" y="163"/>
                      <a:pt x="591" y="228"/>
                      <a:pt x="591" y="295"/>
                    </a:cubicBezTo>
                    <a:cubicBezTo>
                      <a:pt x="558" y="295"/>
                      <a:pt x="526" y="295"/>
                      <a:pt x="492" y="295"/>
                    </a:cubicBezTo>
                    <a:cubicBezTo>
                      <a:pt x="492" y="360"/>
                      <a:pt x="492" y="425"/>
                      <a:pt x="492" y="492"/>
                    </a:cubicBezTo>
                    <a:cubicBezTo>
                      <a:pt x="460" y="492"/>
                      <a:pt x="427" y="492"/>
                      <a:pt x="394" y="492"/>
                    </a:cubicBezTo>
                    <a:cubicBezTo>
                      <a:pt x="394" y="525"/>
                      <a:pt x="394" y="557"/>
                      <a:pt x="394" y="591"/>
                    </a:cubicBezTo>
                    <a:cubicBezTo>
                      <a:pt x="361" y="591"/>
                      <a:pt x="329" y="591"/>
                      <a:pt x="295" y="591"/>
                    </a:cubicBezTo>
                    <a:cubicBezTo>
                      <a:pt x="295" y="623"/>
                      <a:pt x="295" y="656"/>
                      <a:pt x="295" y="689"/>
                    </a:cubicBezTo>
                    <a:cubicBezTo>
                      <a:pt x="230" y="689"/>
                      <a:pt x="165" y="689"/>
                      <a:pt x="98" y="689"/>
                    </a:cubicBezTo>
                    <a:cubicBezTo>
                      <a:pt x="98" y="657"/>
                      <a:pt x="98" y="624"/>
                      <a:pt x="98" y="591"/>
                    </a:cubicBezTo>
                    <a:cubicBezTo>
                      <a:pt x="66" y="591"/>
                      <a:pt x="33" y="591"/>
                      <a:pt x="0" y="591"/>
                    </a:cubicBezTo>
                    <a:cubicBezTo>
                      <a:pt x="0" y="493"/>
                      <a:pt x="0" y="396"/>
                      <a:pt x="0" y="295"/>
                    </a:cubicBezTo>
                    <a:cubicBezTo>
                      <a:pt x="32" y="295"/>
                      <a:pt x="65" y="295"/>
                      <a:pt x="98" y="295"/>
                    </a:cubicBezTo>
                    <a:cubicBezTo>
                      <a:pt x="98" y="198"/>
                      <a:pt x="98" y="100"/>
                      <a:pt x="9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20" name="ICON_TOOL_WAVE_path_039"/>
              <p:cNvSpPr/>
              <p:nvPr/>
            </p:nvSpPr>
            <p:spPr>
              <a:xfrm>
                <a:off x="5424303" y="3874723"/>
                <a:ext cx="20007" cy="3751"/>
              </a:xfrm>
              <a:custGeom>
                <a:avLst/>
                <a:gdLst/>
                <a:ahLst/>
                <a:cxnLst/>
                <a:rect l="0" t="0" r="r" b="b"/>
                <a:pathLst>
                  <a:path w="1575" h="295" fill="norm" stroke="0">
                    <a:moveTo>
                      <a:pt x="0" y="0"/>
                    </a:moveTo>
                    <a:cubicBezTo>
                      <a:pt x="520" y="0"/>
                      <a:pt x="1040" y="0"/>
                      <a:pt x="1575" y="0"/>
                    </a:cubicBezTo>
                    <a:cubicBezTo>
                      <a:pt x="1559" y="32"/>
                      <a:pt x="1543" y="65"/>
                      <a:pt x="1526" y="98"/>
                    </a:cubicBezTo>
                    <a:cubicBezTo>
                      <a:pt x="1489" y="110"/>
                      <a:pt x="1489" y="110"/>
                      <a:pt x="1446" y="108"/>
                    </a:cubicBezTo>
                    <a:cubicBezTo>
                      <a:pt x="1431" y="108"/>
                      <a:pt x="1415" y="107"/>
                      <a:pt x="1399" y="107"/>
                    </a:cubicBezTo>
                    <a:cubicBezTo>
                      <a:pt x="1383" y="106"/>
                      <a:pt x="1367" y="105"/>
                      <a:pt x="1351" y="105"/>
                    </a:cubicBezTo>
                    <a:cubicBezTo>
                      <a:pt x="1335" y="104"/>
                      <a:pt x="1318" y="104"/>
                      <a:pt x="1302" y="103"/>
                    </a:cubicBezTo>
                    <a:cubicBezTo>
                      <a:pt x="1262" y="102"/>
                      <a:pt x="1222" y="100"/>
                      <a:pt x="1182" y="98"/>
                    </a:cubicBezTo>
                    <a:cubicBezTo>
                      <a:pt x="1182" y="131"/>
                      <a:pt x="1182" y="163"/>
                      <a:pt x="1182" y="197"/>
                    </a:cubicBezTo>
                    <a:cubicBezTo>
                      <a:pt x="1084" y="197"/>
                      <a:pt x="987" y="197"/>
                      <a:pt x="886" y="197"/>
                    </a:cubicBezTo>
                    <a:cubicBezTo>
                      <a:pt x="886" y="229"/>
                      <a:pt x="886" y="262"/>
                      <a:pt x="886" y="295"/>
                    </a:cubicBezTo>
                    <a:cubicBezTo>
                      <a:pt x="756" y="295"/>
                      <a:pt x="626" y="295"/>
                      <a:pt x="492" y="295"/>
                    </a:cubicBezTo>
                    <a:cubicBezTo>
                      <a:pt x="492" y="263"/>
                      <a:pt x="492" y="230"/>
                      <a:pt x="492" y="197"/>
                    </a:cubicBezTo>
                    <a:cubicBezTo>
                      <a:pt x="427" y="197"/>
                      <a:pt x="362" y="197"/>
                      <a:pt x="295" y="197"/>
                    </a:cubicBezTo>
                    <a:cubicBezTo>
                      <a:pt x="295" y="164"/>
                      <a:pt x="295" y="132"/>
                      <a:pt x="295" y="98"/>
                    </a:cubicBezTo>
                    <a:cubicBezTo>
                      <a:pt x="198" y="98"/>
                      <a:pt x="100" y="98"/>
                      <a:pt x="0" y="98"/>
                    </a:cubicBezTo>
                    <a:cubicBezTo>
                      <a:pt x="0" y="66"/>
                      <a:pt x="0" y="3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21" name="ICON_TOOL_WAVE_path_040"/>
              <p:cNvSpPr/>
              <p:nvPr/>
            </p:nvSpPr>
            <p:spPr>
              <a:xfrm>
                <a:off x="5389291" y="3869722"/>
                <a:ext cx="8753" cy="11254"/>
              </a:xfrm>
              <a:custGeom>
                <a:avLst/>
                <a:gdLst/>
                <a:ahLst/>
                <a:cxnLst/>
                <a:rect l="0" t="0" r="r" b="b"/>
                <a:pathLst>
                  <a:path w="689" h="886" fill="norm" stroke="0">
                    <a:moveTo>
                      <a:pt x="492" y="0"/>
                    </a:moveTo>
                    <a:cubicBezTo>
                      <a:pt x="525" y="0"/>
                      <a:pt x="557" y="0"/>
                      <a:pt x="591" y="0"/>
                    </a:cubicBezTo>
                    <a:cubicBezTo>
                      <a:pt x="591" y="65"/>
                      <a:pt x="591" y="130"/>
                      <a:pt x="591" y="197"/>
                    </a:cubicBezTo>
                    <a:cubicBezTo>
                      <a:pt x="623" y="197"/>
                      <a:pt x="656" y="197"/>
                      <a:pt x="689" y="197"/>
                    </a:cubicBezTo>
                    <a:cubicBezTo>
                      <a:pt x="689" y="327"/>
                      <a:pt x="689" y="457"/>
                      <a:pt x="689" y="591"/>
                    </a:cubicBezTo>
                    <a:cubicBezTo>
                      <a:pt x="657" y="591"/>
                      <a:pt x="624" y="591"/>
                      <a:pt x="591" y="591"/>
                    </a:cubicBezTo>
                    <a:cubicBezTo>
                      <a:pt x="591" y="623"/>
                      <a:pt x="591" y="656"/>
                      <a:pt x="591" y="689"/>
                    </a:cubicBezTo>
                    <a:cubicBezTo>
                      <a:pt x="493" y="689"/>
                      <a:pt x="396" y="689"/>
                      <a:pt x="295" y="689"/>
                    </a:cubicBezTo>
                    <a:cubicBezTo>
                      <a:pt x="295" y="722"/>
                      <a:pt x="295" y="754"/>
                      <a:pt x="295" y="788"/>
                    </a:cubicBezTo>
                    <a:cubicBezTo>
                      <a:pt x="263" y="788"/>
                      <a:pt x="230" y="788"/>
                      <a:pt x="197" y="788"/>
                    </a:cubicBezTo>
                    <a:cubicBezTo>
                      <a:pt x="197" y="820"/>
                      <a:pt x="197" y="853"/>
                      <a:pt x="197" y="886"/>
                    </a:cubicBezTo>
                    <a:cubicBezTo>
                      <a:pt x="132" y="886"/>
                      <a:pt x="67" y="886"/>
                      <a:pt x="0" y="886"/>
                    </a:cubicBezTo>
                    <a:cubicBezTo>
                      <a:pt x="14" y="853"/>
                      <a:pt x="28" y="820"/>
                      <a:pt x="43" y="788"/>
                    </a:cubicBezTo>
                    <a:cubicBezTo>
                      <a:pt x="51" y="769"/>
                      <a:pt x="59" y="751"/>
                      <a:pt x="67" y="732"/>
                    </a:cubicBezTo>
                    <a:cubicBezTo>
                      <a:pt x="78" y="718"/>
                      <a:pt x="88" y="704"/>
                      <a:pt x="98" y="689"/>
                    </a:cubicBezTo>
                    <a:cubicBezTo>
                      <a:pt x="131" y="689"/>
                      <a:pt x="163" y="689"/>
                      <a:pt x="197" y="689"/>
                    </a:cubicBezTo>
                    <a:cubicBezTo>
                      <a:pt x="197" y="624"/>
                      <a:pt x="197" y="559"/>
                      <a:pt x="197" y="492"/>
                    </a:cubicBezTo>
                    <a:cubicBezTo>
                      <a:pt x="229" y="492"/>
                      <a:pt x="262" y="492"/>
                      <a:pt x="295" y="492"/>
                    </a:cubicBezTo>
                    <a:cubicBezTo>
                      <a:pt x="295" y="427"/>
                      <a:pt x="295" y="362"/>
                      <a:pt x="295" y="295"/>
                    </a:cubicBezTo>
                    <a:cubicBezTo>
                      <a:pt x="328" y="295"/>
                      <a:pt x="360" y="295"/>
                      <a:pt x="394" y="295"/>
                    </a:cubicBezTo>
                    <a:cubicBezTo>
                      <a:pt x="397" y="278"/>
                      <a:pt x="400" y="261"/>
                      <a:pt x="403" y="243"/>
                    </a:cubicBezTo>
                    <a:cubicBezTo>
                      <a:pt x="407" y="221"/>
                      <a:pt x="411" y="198"/>
                      <a:pt x="415" y="175"/>
                    </a:cubicBezTo>
                    <a:cubicBezTo>
                      <a:pt x="419" y="153"/>
                      <a:pt x="423" y="131"/>
                      <a:pt x="428" y="108"/>
                    </a:cubicBezTo>
                    <a:cubicBezTo>
                      <a:pt x="443" y="49"/>
                      <a:pt x="443" y="49"/>
                      <a:pt x="49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22" name="ICON_TOOL_WAVE_path_041"/>
              <p:cNvSpPr/>
              <p:nvPr/>
            </p:nvSpPr>
            <p:spPr>
              <a:xfrm>
                <a:off x="5189222" y="3909735"/>
                <a:ext cx="8753" cy="10003"/>
              </a:xfrm>
              <a:custGeom>
                <a:avLst/>
                <a:gdLst/>
                <a:ahLst/>
                <a:cxnLst/>
                <a:rect l="0" t="0" r="r" b="b"/>
                <a:pathLst>
                  <a:path w="689" h="788" fill="norm" stroke="0">
                    <a:moveTo>
                      <a:pt x="197" y="0"/>
                    </a:moveTo>
                    <a:cubicBezTo>
                      <a:pt x="262" y="0"/>
                      <a:pt x="327" y="0"/>
                      <a:pt x="394" y="0"/>
                    </a:cubicBezTo>
                    <a:cubicBezTo>
                      <a:pt x="394" y="97"/>
                      <a:pt x="394" y="195"/>
                      <a:pt x="394" y="295"/>
                    </a:cubicBezTo>
                    <a:cubicBezTo>
                      <a:pt x="426" y="295"/>
                      <a:pt x="459" y="295"/>
                      <a:pt x="492" y="295"/>
                    </a:cubicBezTo>
                    <a:cubicBezTo>
                      <a:pt x="492" y="360"/>
                      <a:pt x="492" y="425"/>
                      <a:pt x="492" y="492"/>
                    </a:cubicBezTo>
                    <a:cubicBezTo>
                      <a:pt x="525" y="492"/>
                      <a:pt x="557" y="492"/>
                      <a:pt x="591" y="492"/>
                    </a:cubicBezTo>
                    <a:cubicBezTo>
                      <a:pt x="591" y="557"/>
                      <a:pt x="591" y="622"/>
                      <a:pt x="591" y="689"/>
                    </a:cubicBezTo>
                    <a:cubicBezTo>
                      <a:pt x="623" y="689"/>
                      <a:pt x="656" y="689"/>
                      <a:pt x="689" y="689"/>
                    </a:cubicBezTo>
                    <a:cubicBezTo>
                      <a:pt x="689" y="722"/>
                      <a:pt x="689" y="754"/>
                      <a:pt x="689" y="788"/>
                    </a:cubicBezTo>
                    <a:cubicBezTo>
                      <a:pt x="592" y="788"/>
                      <a:pt x="494" y="788"/>
                      <a:pt x="394" y="788"/>
                    </a:cubicBezTo>
                    <a:cubicBezTo>
                      <a:pt x="394" y="755"/>
                      <a:pt x="394" y="723"/>
                      <a:pt x="394" y="689"/>
                    </a:cubicBezTo>
                    <a:cubicBezTo>
                      <a:pt x="361" y="689"/>
                      <a:pt x="329" y="689"/>
                      <a:pt x="295" y="689"/>
                    </a:cubicBezTo>
                    <a:cubicBezTo>
                      <a:pt x="295" y="657"/>
                      <a:pt x="295" y="624"/>
                      <a:pt x="295" y="591"/>
                    </a:cubicBezTo>
                    <a:cubicBezTo>
                      <a:pt x="263" y="591"/>
                      <a:pt x="230" y="591"/>
                      <a:pt x="197" y="591"/>
                    </a:cubicBezTo>
                    <a:cubicBezTo>
                      <a:pt x="197" y="558"/>
                      <a:pt x="197" y="526"/>
                      <a:pt x="197" y="492"/>
                    </a:cubicBezTo>
                    <a:cubicBezTo>
                      <a:pt x="164" y="492"/>
                      <a:pt x="132" y="492"/>
                      <a:pt x="98" y="492"/>
                    </a:cubicBezTo>
                    <a:cubicBezTo>
                      <a:pt x="98" y="427"/>
                      <a:pt x="98" y="362"/>
                      <a:pt x="98" y="295"/>
                    </a:cubicBezTo>
                    <a:cubicBezTo>
                      <a:pt x="66" y="295"/>
                      <a:pt x="33" y="295"/>
                      <a:pt x="0" y="295"/>
                    </a:cubicBezTo>
                    <a:cubicBezTo>
                      <a:pt x="0" y="263"/>
                      <a:pt x="0" y="230"/>
                      <a:pt x="0" y="197"/>
                    </a:cubicBezTo>
                    <a:cubicBezTo>
                      <a:pt x="32" y="197"/>
                      <a:pt x="65" y="197"/>
                      <a:pt x="98" y="197"/>
                    </a:cubicBezTo>
                    <a:cubicBezTo>
                      <a:pt x="98" y="164"/>
                      <a:pt x="98" y="132"/>
                      <a:pt x="98" y="98"/>
                    </a:cubicBezTo>
                    <a:cubicBezTo>
                      <a:pt x="131" y="98"/>
                      <a:pt x="163" y="98"/>
                      <a:pt x="197" y="98"/>
                    </a:cubicBezTo>
                    <a:cubicBezTo>
                      <a:pt x="197" y="66"/>
                      <a:pt x="197" y="33"/>
                      <a:pt x="19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23" name="ICON_TOOL_WAVE_path_042"/>
              <p:cNvSpPr/>
              <p:nvPr/>
            </p:nvSpPr>
            <p:spPr>
              <a:xfrm>
                <a:off x="5222984" y="3829708"/>
                <a:ext cx="6252" cy="8753"/>
              </a:xfrm>
              <a:custGeom>
                <a:avLst/>
                <a:gdLst/>
                <a:ahLst/>
                <a:cxnLst/>
                <a:rect l="0" t="0" r="r" b="b"/>
                <a:pathLst>
                  <a:path w="492" h="689" fill="norm" stroke="0">
                    <a:moveTo>
                      <a:pt x="0" y="0"/>
                    </a:moveTo>
                    <a:cubicBezTo>
                      <a:pt x="65" y="0"/>
                      <a:pt x="130" y="0"/>
                      <a:pt x="197" y="0"/>
                    </a:cubicBezTo>
                    <a:cubicBezTo>
                      <a:pt x="197" y="32"/>
                      <a:pt x="197" y="65"/>
                      <a:pt x="197" y="98"/>
                    </a:cubicBezTo>
                    <a:cubicBezTo>
                      <a:pt x="262" y="98"/>
                      <a:pt x="327" y="98"/>
                      <a:pt x="394" y="98"/>
                    </a:cubicBezTo>
                    <a:cubicBezTo>
                      <a:pt x="394" y="66"/>
                      <a:pt x="394" y="33"/>
                      <a:pt x="394" y="0"/>
                    </a:cubicBezTo>
                    <a:cubicBezTo>
                      <a:pt x="426" y="0"/>
                      <a:pt x="459" y="0"/>
                      <a:pt x="492" y="0"/>
                    </a:cubicBezTo>
                    <a:cubicBezTo>
                      <a:pt x="492" y="130"/>
                      <a:pt x="492" y="260"/>
                      <a:pt x="492" y="394"/>
                    </a:cubicBezTo>
                    <a:cubicBezTo>
                      <a:pt x="460" y="394"/>
                      <a:pt x="427" y="394"/>
                      <a:pt x="394" y="394"/>
                    </a:cubicBezTo>
                    <a:cubicBezTo>
                      <a:pt x="394" y="491"/>
                      <a:pt x="394" y="589"/>
                      <a:pt x="394" y="689"/>
                    </a:cubicBezTo>
                    <a:cubicBezTo>
                      <a:pt x="329" y="689"/>
                      <a:pt x="264" y="689"/>
                      <a:pt x="197" y="689"/>
                    </a:cubicBezTo>
                    <a:cubicBezTo>
                      <a:pt x="197" y="657"/>
                      <a:pt x="197" y="624"/>
                      <a:pt x="197" y="591"/>
                    </a:cubicBezTo>
                    <a:cubicBezTo>
                      <a:pt x="164" y="591"/>
                      <a:pt x="132" y="591"/>
                      <a:pt x="98" y="591"/>
                    </a:cubicBezTo>
                    <a:cubicBezTo>
                      <a:pt x="98" y="558"/>
                      <a:pt x="98" y="526"/>
                      <a:pt x="98" y="492"/>
                    </a:cubicBezTo>
                    <a:cubicBezTo>
                      <a:pt x="66" y="492"/>
                      <a:pt x="33" y="492"/>
                      <a:pt x="0" y="492"/>
                    </a:cubicBezTo>
                    <a:cubicBezTo>
                      <a:pt x="0" y="330"/>
                      <a:pt x="0" y="16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24" name="ICON_TOOL_WAVE_path_043"/>
              <p:cNvSpPr/>
              <p:nvPr/>
            </p:nvSpPr>
            <p:spPr>
              <a:xfrm>
                <a:off x="5325519" y="3818454"/>
                <a:ext cx="8753" cy="13755"/>
              </a:xfrm>
              <a:custGeom>
                <a:avLst/>
                <a:gdLst/>
                <a:ahLst/>
                <a:cxnLst/>
                <a:rect l="0" t="0" r="r" b="b"/>
                <a:pathLst>
                  <a:path w="689" h="1083" fill="norm" stroke="0">
                    <a:moveTo>
                      <a:pt x="0" y="0"/>
                    </a:moveTo>
                    <a:cubicBezTo>
                      <a:pt x="32" y="0"/>
                      <a:pt x="65" y="0"/>
                      <a:pt x="98" y="0"/>
                    </a:cubicBezTo>
                    <a:cubicBezTo>
                      <a:pt x="98" y="32"/>
                      <a:pt x="98" y="65"/>
                      <a:pt x="98" y="98"/>
                    </a:cubicBezTo>
                    <a:cubicBezTo>
                      <a:pt x="131" y="98"/>
                      <a:pt x="163" y="98"/>
                      <a:pt x="197" y="98"/>
                    </a:cubicBezTo>
                    <a:cubicBezTo>
                      <a:pt x="197" y="131"/>
                      <a:pt x="197" y="163"/>
                      <a:pt x="197" y="197"/>
                    </a:cubicBezTo>
                    <a:cubicBezTo>
                      <a:pt x="229" y="197"/>
                      <a:pt x="262" y="197"/>
                      <a:pt x="295" y="197"/>
                    </a:cubicBezTo>
                    <a:cubicBezTo>
                      <a:pt x="295" y="262"/>
                      <a:pt x="295" y="327"/>
                      <a:pt x="295" y="394"/>
                    </a:cubicBezTo>
                    <a:cubicBezTo>
                      <a:pt x="328" y="394"/>
                      <a:pt x="360" y="394"/>
                      <a:pt x="394" y="394"/>
                    </a:cubicBezTo>
                    <a:cubicBezTo>
                      <a:pt x="394" y="426"/>
                      <a:pt x="394" y="459"/>
                      <a:pt x="394" y="492"/>
                    </a:cubicBezTo>
                    <a:cubicBezTo>
                      <a:pt x="491" y="492"/>
                      <a:pt x="589" y="492"/>
                      <a:pt x="689" y="492"/>
                    </a:cubicBezTo>
                    <a:cubicBezTo>
                      <a:pt x="689" y="557"/>
                      <a:pt x="689" y="622"/>
                      <a:pt x="689" y="689"/>
                    </a:cubicBezTo>
                    <a:cubicBezTo>
                      <a:pt x="657" y="689"/>
                      <a:pt x="624" y="689"/>
                      <a:pt x="591" y="689"/>
                    </a:cubicBezTo>
                    <a:cubicBezTo>
                      <a:pt x="591" y="754"/>
                      <a:pt x="591" y="819"/>
                      <a:pt x="591" y="886"/>
                    </a:cubicBezTo>
                    <a:cubicBezTo>
                      <a:pt x="558" y="886"/>
                      <a:pt x="526" y="886"/>
                      <a:pt x="492" y="886"/>
                    </a:cubicBezTo>
                    <a:cubicBezTo>
                      <a:pt x="492" y="951"/>
                      <a:pt x="492" y="1016"/>
                      <a:pt x="492" y="1083"/>
                    </a:cubicBezTo>
                    <a:cubicBezTo>
                      <a:pt x="460" y="1083"/>
                      <a:pt x="427" y="1083"/>
                      <a:pt x="394" y="1083"/>
                    </a:cubicBezTo>
                    <a:cubicBezTo>
                      <a:pt x="394" y="1018"/>
                      <a:pt x="394" y="953"/>
                      <a:pt x="394" y="886"/>
                    </a:cubicBezTo>
                    <a:cubicBezTo>
                      <a:pt x="361" y="886"/>
                      <a:pt x="329" y="886"/>
                      <a:pt x="295" y="886"/>
                    </a:cubicBezTo>
                    <a:cubicBezTo>
                      <a:pt x="295" y="789"/>
                      <a:pt x="295" y="691"/>
                      <a:pt x="295" y="591"/>
                    </a:cubicBezTo>
                    <a:cubicBezTo>
                      <a:pt x="263" y="591"/>
                      <a:pt x="230" y="591"/>
                      <a:pt x="197" y="591"/>
                    </a:cubicBezTo>
                    <a:cubicBezTo>
                      <a:pt x="197" y="526"/>
                      <a:pt x="197" y="461"/>
                      <a:pt x="197" y="394"/>
                    </a:cubicBezTo>
                    <a:cubicBezTo>
                      <a:pt x="164" y="394"/>
                      <a:pt x="132" y="394"/>
                      <a:pt x="98" y="394"/>
                    </a:cubicBezTo>
                    <a:cubicBezTo>
                      <a:pt x="98" y="329"/>
                      <a:pt x="98" y="264"/>
                      <a:pt x="98" y="197"/>
                    </a:cubicBezTo>
                    <a:cubicBezTo>
                      <a:pt x="66" y="197"/>
                      <a:pt x="33" y="197"/>
                      <a:pt x="0" y="197"/>
                    </a:cubicBezTo>
                    <a:cubicBezTo>
                      <a:pt x="0" y="132"/>
                      <a:pt x="0" y="6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25" name="ICON_TOOL_WAVE_path_044"/>
              <p:cNvSpPr/>
              <p:nvPr/>
            </p:nvSpPr>
            <p:spPr>
              <a:xfrm>
                <a:off x="5219232" y="3848464"/>
                <a:ext cx="5002" cy="10003"/>
              </a:xfrm>
              <a:custGeom>
                <a:avLst/>
                <a:gdLst/>
                <a:ahLst/>
                <a:cxnLst/>
                <a:rect l="0" t="0" r="r" b="b"/>
                <a:pathLst>
                  <a:path w="394" h="788" fill="norm" stroke="0">
                    <a:moveTo>
                      <a:pt x="0" y="0"/>
                    </a:moveTo>
                    <a:cubicBezTo>
                      <a:pt x="65" y="0"/>
                      <a:pt x="130" y="0"/>
                      <a:pt x="197" y="0"/>
                    </a:cubicBezTo>
                    <a:cubicBezTo>
                      <a:pt x="197" y="97"/>
                      <a:pt x="197" y="195"/>
                      <a:pt x="197" y="295"/>
                    </a:cubicBezTo>
                    <a:cubicBezTo>
                      <a:pt x="262" y="295"/>
                      <a:pt x="327" y="295"/>
                      <a:pt x="394" y="295"/>
                    </a:cubicBezTo>
                    <a:cubicBezTo>
                      <a:pt x="394" y="458"/>
                      <a:pt x="394" y="620"/>
                      <a:pt x="394" y="788"/>
                    </a:cubicBezTo>
                    <a:cubicBezTo>
                      <a:pt x="329" y="788"/>
                      <a:pt x="264" y="788"/>
                      <a:pt x="197" y="788"/>
                    </a:cubicBezTo>
                    <a:cubicBezTo>
                      <a:pt x="197" y="755"/>
                      <a:pt x="197" y="723"/>
                      <a:pt x="197" y="689"/>
                    </a:cubicBezTo>
                    <a:cubicBezTo>
                      <a:pt x="164" y="689"/>
                      <a:pt x="132" y="689"/>
                      <a:pt x="98" y="689"/>
                    </a:cubicBezTo>
                    <a:cubicBezTo>
                      <a:pt x="98" y="624"/>
                      <a:pt x="98" y="559"/>
                      <a:pt x="98" y="492"/>
                    </a:cubicBezTo>
                    <a:cubicBezTo>
                      <a:pt x="66" y="492"/>
                      <a:pt x="33" y="492"/>
                      <a:pt x="0" y="492"/>
                    </a:cubicBezTo>
                    <a:cubicBezTo>
                      <a:pt x="0" y="330"/>
                      <a:pt x="0" y="16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26" name="ICON_TOOL_WAVE_path_045"/>
              <p:cNvSpPr/>
              <p:nvPr/>
            </p:nvSpPr>
            <p:spPr>
              <a:xfrm>
                <a:off x="5384289" y="3853466"/>
                <a:ext cx="7503" cy="7503"/>
              </a:xfrm>
              <a:custGeom>
                <a:avLst/>
                <a:gdLst/>
                <a:ahLst/>
                <a:cxnLst/>
                <a:rect l="0" t="0" r="r" b="b"/>
                <a:pathLst>
                  <a:path w="591" h="591" fill="norm" stroke="0">
                    <a:moveTo>
                      <a:pt x="295" y="0"/>
                    </a:moveTo>
                    <a:cubicBezTo>
                      <a:pt x="393" y="0"/>
                      <a:pt x="490" y="0"/>
                      <a:pt x="591" y="0"/>
                    </a:cubicBezTo>
                    <a:cubicBezTo>
                      <a:pt x="591" y="65"/>
                      <a:pt x="591" y="130"/>
                      <a:pt x="591" y="197"/>
                    </a:cubicBezTo>
                    <a:cubicBezTo>
                      <a:pt x="558" y="197"/>
                      <a:pt x="526" y="197"/>
                      <a:pt x="492" y="197"/>
                    </a:cubicBezTo>
                    <a:cubicBezTo>
                      <a:pt x="492" y="262"/>
                      <a:pt x="492" y="327"/>
                      <a:pt x="492" y="394"/>
                    </a:cubicBezTo>
                    <a:cubicBezTo>
                      <a:pt x="427" y="394"/>
                      <a:pt x="362" y="394"/>
                      <a:pt x="295" y="394"/>
                    </a:cubicBezTo>
                    <a:cubicBezTo>
                      <a:pt x="295" y="426"/>
                      <a:pt x="295" y="459"/>
                      <a:pt x="295" y="492"/>
                    </a:cubicBezTo>
                    <a:cubicBezTo>
                      <a:pt x="263" y="492"/>
                      <a:pt x="230" y="492"/>
                      <a:pt x="197" y="492"/>
                    </a:cubicBezTo>
                    <a:cubicBezTo>
                      <a:pt x="197" y="525"/>
                      <a:pt x="197" y="557"/>
                      <a:pt x="197" y="591"/>
                    </a:cubicBezTo>
                    <a:cubicBezTo>
                      <a:pt x="164" y="591"/>
                      <a:pt x="132" y="591"/>
                      <a:pt x="98" y="591"/>
                    </a:cubicBezTo>
                    <a:cubicBezTo>
                      <a:pt x="98" y="558"/>
                      <a:pt x="98" y="526"/>
                      <a:pt x="98" y="492"/>
                    </a:cubicBezTo>
                    <a:cubicBezTo>
                      <a:pt x="66" y="492"/>
                      <a:pt x="33" y="492"/>
                      <a:pt x="0" y="492"/>
                    </a:cubicBezTo>
                    <a:cubicBezTo>
                      <a:pt x="0" y="427"/>
                      <a:pt x="0" y="362"/>
                      <a:pt x="0" y="295"/>
                    </a:cubicBezTo>
                    <a:cubicBezTo>
                      <a:pt x="32" y="295"/>
                      <a:pt x="65" y="295"/>
                      <a:pt x="98" y="295"/>
                    </a:cubicBezTo>
                    <a:cubicBezTo>
                      <a:pt x="98" y="263"/>
                      <a:pt x="98" y="230"/>
                      <a:pt x="98" y="197"/>
                    </a:cubicBezTo>
                    <a:cubicBezTo>
                      <a:pt x="131" y="197"/>
                      <a:pt x="163" y="197"/>
                      <a:pt x="197" y="197"/>
                    </a:cubicBezTo>
                    <a:cubicBezTo>
                      <a:pt x="197" y="164"/>
                      <a:pt x="197" y="132"/>
                      <a:pt x="197" y="98"/>
                    </a:cubicBezTo>
                    <a:cubicBezTo>
                      <a:pt x="229" y="98"/>
                      <a:pt x="262" y="98"/>
                      <a:pt x="295" y="98"/>
                    </a:cubicBezTo>
                    <a:cubicBezTo>
                      <a:pt x="295" y="66"/>
                      <a:pt x="295" y="33"/>
                      <a:pt x="29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27" name="ICON_TOOL_WAVE_path_046"/>
              <p:cNvSpPr/>
              <p:nvPr/>
            </p:nvSpPr>
            <p:spPr>
              <a:xfrm>
                <a:off x="5351778" y="3880975"/>
                <a:ext cx="7503" cy="7503"/>
              </a:xfrm>
              <a:custGeom>
                <a:avLst/>
                <a:gdLst/>
                <a:ahLst/>
                <a:cxnLst/>
                <a:rect l="0" t="0" r="r" b="b"/>
                <a:pathLst>
                  <a:path w="591" h="591" fill="norm" stroke="0">
                    <a:moveTo>
                      <a:pt x="197" y="0"/>
                    </a:moveTo>
                    <a:cubicBezTo>
                      <a:pt x="230" y="14"/>
                      <a:pt x="263" y="28"/>
                      <a:pt x="295" y="43"/>
                    </a:cubicBezTo>
                    <a:cubicBezTo>
                      <a:pt x="314" y="51"/>
                      <a:pt x="332" y="59"/>
                      <a:pt x="351" y="67"/>
                    </a:cubicBezTo>
                    <a:cubicBezTo>
                      <a:pt x="365" y="78"/>
                      <a:pt x="379" y="88"/>
                      <a:pt x="394" y="98"/>
                    </a:cubicBezTo>
                    <a:cubicBezTo>
                      <a:pt x="394" y="131"/>
                      <a:pt x="394" y="163"/>
                      <a:pt x="394" y="197"/>
                    </a:cubicBezTo>
                    <a:cubicBezTo>
                      <a:pt x="459" y="197"/>
                      <a:pt x="524" y="197"/>
                      <a:pt x="591" y="197"/>
                    </a:cubicBezTo>
                    <a:cubicBezTo>
                      <a:pt x="591" y="262"/>
                      <a:pt x="591" y="327"/>
                      <a:pt x="591" y="394"/>
                    </a:cubicBezTo>
                    <a:cubicBezTo>
                      <a:pt x="558" y="394"/>
                      <a:pt x="526" y="394"/>
                      <a:pt x="492" y="394"/>
                    </a:cubicBezTo>
                    <a:cubicBezTo>
                      <a:pt x="492" y="426"/>
                      <a:pt x="492" y="459"/>
                      <a:pt x="492" y="492"/>
                    </a:cubicBezTo>
                    <a:cubicBezTo>
                      <a:pt x="395" y="492"/>
                      <a:pt x="297" y="492"/>
                      <a:pt x="197" y="492"/>
                    </a:cubicBezTo>
                    <a:cubicBezTo>
                      <a:pt x="197" y="525"/>
                      <a:pt x="197" y="557"/>
                      <a:pt x="197" y="591"/>
                    </a:cubicBezTo>
                    <a:cubicBezTo>
                      <a:pt x="132" y="591"/>
                      <a:pt x="67" y="591"/>
                      <a:pt x="0" y="591"/>
                    </a:cubicBezTo>
                    <a:cubicBezTo>
                      <a:pt x="0" y="526"/>
                      <a:pt x="0" y="461"/>
                      <a:pt x="0" y="394"/>
                    </a:cubicBezTo>
                    <a:cubicBezTo>
                      <a:pt x="32" y="394"/>
                      <a:pt x="65" y="394"/>
                      <a:pt x="98" y="394"/>
                    </a:cubicBezTo>
                    <a:cubicBezTo>
                      <a:pt x="98" y="329"/>
                      <a:pt x="98" y="264"/>
                      <a:pt x="98" y="197"/>
                    </a:cubicBezTo>
                    <a:cubicBezTo>
                      <a:pt x="131" y="197"/>
                      <a:pt x="163" y="197"/>
                      <a:pt x="197" y="197"/>
                    </a:cubicBezTo>
                    <a:cubicBezTo>
                      <a:pt x="197" y="132"/>
                      <a:pt x="197" y="67"/>
                      <a:pt x="19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28" name="ICON_TOOL_WAVE_path_047"/>
              <p:cNvSpPr/>
              <p:nvPr/>
            </p:nvSpPr>
            <p:spPr>
              <a:xfrm>
                <a:off x="5247992" y="3783442"/>
                <a:ext cx="8753" cy="5002"/>
              </a:xfrm>
              <a:custGeom>
                <a:avLst/>
                <a:gdLst/>
                <a:ahLst/>
                <a:cxnLst/>
                <a:rect l="0" t="0" r="r" b="b"/>
                <a:pathLst>
                  <a:path w="689" h="394" fill="norm" stroke="0">
                    <a:moveTo>
                      <a:pt x="197" y="0"/>
                    </a:moveTo>
                    <a:cubicBezTo>
                      <a:pt x="262" y="0"/>
                      <a:pt x="327" y="0"/>
                      <a:pt x="394" y="0"/>
                    </a:cubicBezTo>
                    <a:cubicBezTo>
                      <a:pt x="394" y="32"/>
                      <a:pt x="394" y="65"/>
                      <a:pt x="394" y="98"/>
                    </a:cubicBezTo>
                    <a:cubicBezTo>
                      <a:pt x="426" y="98"/>
                      <a:pt x="459" y="98"/>
                      <a:pt x="492" y="98"/>
                    </a:cubicBezTo>
                    <a:cubicBezTo>
                      <a:pt x="492" y="131"/>
                      <a:pt x="492" y="163"/>
                      <a:pt x="492" y="197"/>
                    </a:cubicBezTo>
                    <a:cubicBezTo>
                      <a:pt x="525" y="197"/>
                      <a:pt x="557" y="197"/>
                      <a:pt x="591" y="197"/>
                    </a:cubicBezTo>
                    <a:cubicBezTo>
                      <a:pt x="591" y="229"/>
                      <a:pt x="591" y="262"/>
                      <a:pt x="591" y="295"/>
                    </a:cubicBezTo>
                    <a:cubicBezTo>
                      <a:pt x="623" y="295"/>
                      <a:pt x="656" y="295"/>
                      <a:pt x="689" y="295"/>
                    </a:cubicBezTo>
                    <a:cubicBezTo>
                      <a:pt x="689" y="328"/>
                      <a:pt x="689" y="360"/>
                      <a:pt x="689" y="394"/>
                    </a:cubicBezTo>
                    <a:cubicBezTo>
                      <a:pt x="462" y="394"/>
                      <a:pt x="234" y="394"/>
                      <a:pt x="0" y="394"/>
                    </a:cubicBezTo>
                    <a:cubicBezTo>
                      <a:pt x="0" y="329"/>
                      <a:pt x="0" y="264"/>
                      <a:pt x="0" y="197"/>
                    </a:cubicBezTo>
                    <a:cubicBezTo>
                      <a:pt x="32" y="197"/>
                      <a:pt x="65" y="197"/>
                      <a:pt x="98" y="197"/>
                    </a:cubicBezTo>
                    <a:cubicBezTo>
                      <a:pt x="98" y="164"/>
                      <a:pt x="98" y="132"/>
                      <a:pt x="98" y="98"/>
                    </a:cubicBezTo>
                    <a:cubicBezTo>
                      <a:pt x="131" y="98"/>
                      <a:pt x="163" y="98"/>
                      <a:pt x="197" y="98"/>
                    </a:cubicBezTo>
                    <a:cubicBezTo>
                      <a:pt x="197" y="66"/>
                      <a:pt x="197" y="33"/>
                      <a:pt x="19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29" name="ICON_TOOL_WAVE_path_048"/>
              <p:cNvSpPr/>
              <p:nvPr/>
            </p:nvSpPr>
            <p:spPr>
              <a:xfrm>
                <a:off x="5403045" y="3854716"/>
                <a:ext cx="6252" cy="6252"/>
              </a:xfrm>
              <a:custGeom>
                <a:avLst/>
                <a:gdLst/>
                <a:ahLst/>
                <a:cxnLst/>
                <a:rect l="0" t="0" r="r" b="b"/>
                <a:pathLst>
                  <a:path w="492" h="492" fill="norm" stroke="0">
                    <a:moveTo>
                      <a:pt x="98" y="0"/>
                    </a:moveTo>
                    <a:cubicBezTo>
                      <a:pt x="163" y="0"/>
                      <a:pt x="228" y="0"/>
                      <a:pt x="295" y="0"/>
                    </a:cubicBezTo>
                    <a:cubicBezTo>
                      <a:pt x="295" y="32"/>
                      <a:pt x="295" y="65"/>
                      <a:pt x="295" y="98"/>
                    </a:cubicBezTo>
                    <a:cubicBezTo>
                      <a:pt x="328" y="98"/>
                      <a:pt x="360" y="98"/>
                      <a:pt x="394" y="98"/>
                    </a:cubicBezTo>
                    <a:cubicBezTo>
                      <a:pt x="426" y="228"/>
                      <a:pt x="459" y="358"/>
                      <a:pt x="492" y="492"/>
                    </a:cubicBezTo>
                    <a:cubicBezTo>
                      <a:pt x="330" y="492"/>
                      <a:pt x="167" y="492"/>
                      <a:pt x="0" y="492"/>
                    </a:cubicBezTo>
                    <a:cubicBezTo>
                      <a:pt x="0" y="395"/>
                      <a:pt x="0" y="297"/>
                      <a:pt x="0" y="197"/>
                    </a:cubicBezTo>
                    <a:cubicBezTo>
                      <a:pt x="32" y="197"/>
                      <a:pt x="65" y="197"/>
                      <a:pt x="98" y="197"/>
                    </a:cubicBezTo>
                    <a:cubicBezTo>
                      <a:pt x="98" y="132"/>
                      <a:pt x="98" y="67"/>
                      <a:pt x="9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  <p:sp>
            <p:nvSpPr>
              <p:cNvPr id="1130" name="ICON_TOOL_WAVE_path_049"/>
              <p:cNvSpPr/>
              <p:nvPr/>
            </p:nvSpPr>
            <p:spPr>
              <a:xfrm>
                <a:off x="5373035" y="3879725"/>
                <a:ext cx="11254" cy="6252"/>
              </a:xfrm>
              <a:custGeom>
                <a:avLst/>
                <a:gdLst/>
                <a:ahLst/>
                <a:cxnLst/>
                <a:rect l="0" t="0" r="r" b="b"/>
                <a:pathLst>
                  <a:path w="886" h="492" fill="norm" stroke="0">
                    <a:moveTo>
                      <a:pt x="0" y="0"/>
                    </a:moveTo>
                    <a:cubicBezTo>
                      <a:pt x="154" y="67"/>
                      <a:pt x="154" y="67"/>
                      <a:pt x="197" y="98"/>
                    </a:cubicBezTo>
                    <a:cubicBezTo>
                      <a:pt x="197" y="131"/>
                      <a:pt x="197" y="163"/>
                      <a:pt x="197" y="197"/>
                    </a:cubicBezTo>
                    <a:cubicBezTo>
                      <a:pt x="262" y="197"/>
                      <a:pt x="327" y="197"/>
                      <a:pt x="394" y="197"/>
                    </a:cubicBezTo>
                    <a:cubicBezTo>
                      <a:pt x="394" y="229"/>
                      <a:pt x="394" y="262"/>
                      <a:pt x="394" y="295"/>
                    </a:cubicBezTo>
                    <a:cubicBezTo>
                      <a:pt x="556" y="295"/>
                      <a:pt x="719" y="295"/>
                      <a:pt x="886" y="295"/>
                    </a:cubicBezTo>
                    <a:cubicBezTo>
                      <a:pt x="870" y="328"/>
                      <a:pt x="854" y="360"/>
                      <a:pt x="837" y="394"/>
                    </a:cubicBezTo>
                    <a:cubicBezTo>
                      <a:pt x="778" y="403"/>
                      <a:pt x="778" y="403"/>
                      <a:pt x="711" y="400"/>
                    </a:cubicBezTo>
                    <a:cubicBezTo>
                      <a:pt x="688" y="399"/>
                      <a:pt x="666" y="398"/>
                      <a:pt x="643" y="397"/>
                    </a:cubicBezTo>
                    <a:cubicBezTo>
                      <a:pt x="626" y="396"/>
                      <a:pt x="608" y="395"/>
                      <a:pt x="591" y="394"/>
                    </a:cubicBezTo>
                    <a:cubicBezTo>
                      <a:pt x="591" y="426"/>
                      <a:pt x="591" y="459"/>
                      <a:pt x="591" y="492"/>
                    </a:cubicBezTo>
                    <a:cubicBezTo>
                      <a:pt x="493" y="492"/>
                      <a:pt x="396" y="492"/>
                      <a:pt x="295" y="492"/>
                    </a:cubicBezTo>
                    <a:cubicBezTo>
                      <a:pt x="295" y="460"/>
                      <a:pt x="295" y="427"/>
                      <a:pt x="295" y="394"/>
                    </a:cubicBezTo>
                    <a:cubicBezTo>
                      <a:pt x="230" y="394"/>
                      <a:pt x="165" y="394"/>
                      <a:pt x="98" y="394"/>
                    </a:cubicBezTo>
                    <a:cubicBezTo>
                      <a:pt x="98" y="361"/>
                      <a:pt x="98" y="329"/>
                      <a:pt x="98" y="295"/>
                    </a:cubicBezTo>
                    <a:cubicBezTo>
                      <a:pt x="66" y="295"/>
                      <a:pt x="33" y="295"/>
                      <a:pt x="0" y="295"/>
                    </a:cubicBezTo>
                    <a:cubicBezTo>
                      <a:pt x="0" y="198"/>
                      <a:pt x="0" y="10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25" cap="flat">
                <a:noFill/>
              </a:ln>
            </p:spPr>
          </p:sp>
        </p:grpSp>
        <p:grpSp>
          <p:nvGrpSpPr>
            <p:cNvPr id="1131" name="ICON_TOOL_SPECTRAL"/>
            <p:cNvGrpSpPr/>
            <p:nvPr/>
          </p:nvGrpSpPr>
          <p:grpSpPr>
            <a:xfrm>
              <a:off x="5135562" y="4071938"/>
              <a:ext cx="246062" cy="254000"/>
              <a:chOff x="5135562" y="4071938"/>
              <a:chExt cx="246062" cy="254000"/>
            </a:xfrm>
          </p:grpSpPr>
          <p:sp>
            <p:nvSpPr>
              <p:cNvPr id="1132" name="ICON_TOOL_SPECTRAL_path_001"/>
              <p:cNvSpPr/>
              <p:nvPr/>
            </p:nvSpPr>
            <p:spPr>
              <a:xfrm>
                <a:off x="5139531" y="4114822"/>
                <a:ext cx="240357" cy="168438"/>
              </a:xfrm>
              <a:custGeom>
                <a:avLst/>
                <a:gdLst/>
                <a:ahLst/>
                <a:cxnLst/>
                <a:rect l="0" t="0" r="r" b="b"/>
                <a:pathLst>
                  <a:path w="18926" h="13263" fill="norm" stroke="0">
                    <a:moveTo>
                      <a:pt x="9453" y="22"/>
                    </a:moveTo>
                    <a:cubicBezTo>
                      <a:pt x="9736" y="18"/>
                      <a:pt x="10018" y="15"/>
                      <a:pt x="10301" y="14"/>
                    </a:cubicBezTo>
                    <a:cubicBezTo>
                      <a:pt x="10432" y="13"/>
                      <a:pt x="10563" y="12"/>
                      <a:pt x="10694" y="10"/>
                    </a:cubicBezTo>
                    <a:cubicBezTo>
                      <a:pt x="10809" y="8"/>
                      <a:pt x="10923" y="7"/>
                      <a:pt x="11037" y="7"/>
                    </a:cubicBezTo>
                    <a:cubicBezTo>
                      <a:pt x="11098" y="7"/>
                      <a:pt x="11158" y="6"/>
                      <a:pt x="11219" y="5"/>
                    </a:cubicBezTo>
                    <a:cubicBezTo>
                      <a:pt x="11276" y="4"/>
                      <a:pt x="11333" y="4"/>
                      <a:pt x="11390" y="4"/>
                    </a:cubicBezTo>
                    <a:cubicBezTo>
                      <a:pt x="11411" y="4"/>
                      <a:pt x="11432" y="4"/>
                      <a:pt x="11453" y="3"/>
                    </a:cubicBezTo>
                    <a:cubicBezTo>
                      <a:pt x="11565" y="0"/>
                      <a:pt x="11641" y="9"/>
                      <a:pt x="11724" y="88"/>
                    </a:cubicBezTo>
                    <a:cubicBezTo>
                      <a:pt x="11798" y="163"/>
                      <a:pt x="11815" y="228"/>
                      <a:pt x="11817" y="333"/>
                    </a:cubicBezTo>
                    <a:cubicBezTo>
                      <a:pt x="11817" y="353"/>
                      <a:pt x="11817" y="373"/>
                      <a:pt x="11816" y="392"/>
                    </a:cubicBezTo>
                    <a:cubicBezTo>
                      <a:pt x="11816" y="414"/>
                      <a:pt x="11816" y="435"/>
                      <a:pt x="11817" y="457"/>
                    </a:cubicBezTo>
                    <a:cubicBezTo>
                      <a:pt x="11817" y="516"/>
                      <a:pt x="11817" y="575"/>
                      <a:pt x="11816" y="634"/>
                    </a:cubicBezTo>
                    <a:cubicBezTo>
                      <a:pt x="11815" y="698"/>
                      <a:pt x="11816" y="762"/>
                      <a:pt x="11816" y="826"/>
                    </a:cubicBezTo>
                    <a:cubicBezTo>
                      <a:pt x="11816" y="939"/>
                      <a:pt x="11816" y="1051"/>
                      <a:pt x="11816" y="1164"/>
                    </a:cubicBezTo>
                    <a:cubicBezTo>
                      <a:pt x="11815" y="1331"/>
                      <a:pt x="11814" y="1498"/>
                      <a:pt x="11815" y="1665"/>
                    </a:cubicBezTo>
                    <a:cubicBezTo>
                      <a:pt x="11815" y="1947"/>
                      <a:pt x="11814" y="2228"/>
                      <a:pt x="11813" y="2509"/>
                    </a:cubicBezTo>
                    <a:cubicBezTo>
                      <a:pt x="11812" y="2788"/>
                      <a:pt x="11812" y="3067"/>
                      <a:pt x="11812" y="3345"/>
                    </a:cubicBezTo>
                    <a:cubicBezTo>
                      <a:pt x="11812" y="3362"/>
                      <a:pt x="11812" y="3380"/>
                      <a:pt x="11812" y="3398"/>
                    </a:cubicBezTo>
                    <a:cubicBezTo>
                      <a:pt x="11812" y="3486"/>
                      <a:pt x="11812" y="3573"/>
                      <a:pt x="11812" y="3661"/>
                    </a:cubicBezTo>
                    <a:cubicBezTo>
                      <a:pt x="11811" y="4284"/>
                      <a:pt x="11810" y="4907"/>
                      <a:pt x="11809" y="5530"/>
                    </a:cubicBezTo>
                    <a:cubicBezTo>
                      <a:pt x="11807" y="6136"/>
                      <a:pt x="11806" y="6741"/>
                      <a:pt x="11805" y="7346"/>
                    </a:cubicBezTo>
                    <a:cubicBezTo>
                      <a:pt x="11805" y="7365"/>
                      <a:pt x="11805" y="7383"/>
                      <a:pt x="11805" y="7402"/>
                    </a:cubicBezTo>
                    <a:cubicBezTo>
                      <a:pt x="11805" y="7590"/>
                      <a:pt x="11805" y="7777"/>
                      <a:pt x="11805" y="7965"/>
                    </a:cubicBezTo>
                    <a:cubicBezTo>
                      <a:pt x="11804" y="8346"/>
                      <a:pt x="11804" y="8728"/>
                      <a:pt x="11803" y="9109"/>
                    </a:cubicBezTo>
                    <a:cubicBezTo>
                      <a:pt x="11803" y="9118"/>
                      <a:pt x="11803" y="9118"/>
                      <a:pt x="11803" y="9163"/>
                    </a:cubicBezTo>
                    <a:cubicBezTo>
                      <a:pt x="11802" y="10334"/>
                      <a:pt x="11800" y="11506"/>
                      <a:pt x="11797" y="12678"/>
                    </a:cubicBezTo>
                    <a:cubicBezTo>
                      <a:pt x="11848" y="12678"/>
                      <a:pt x="11900" y="12678"/>
                      <a:pt x="11953" y="12678"/>
                    </a:cubicBezTo>
                    <a:cubicBezTo>
                      <a:pt x="11953" y="12704"/>
                      <a:pt x="11953" y="12730"/>
                      <a:pt x="11953" y="12756"/>
                    </a:cubicBezTo>
                    <a:cubicBezTo>
                      <a:pt x="12108" y="12756"/>
                      <a:pt x="12262" y="12756"/>
                      <a:pt x="12422" y="12756"/>
                    </a:cubicBezTo>
                    <a:cubicBezTo>
                      <a:pt x="12422" y="12730"/>
                      <a:pt x="12422" y="12705"/>
                      <a:pt x="12422" y="12678"/>
                    </a:cubicBezTo>
                    <a:cubicBezTo>
                      <a:pt x="12448" y="12678"/>
                      <a:pt x="12473" y="12678"/>
                      <a:pt x="12500" y="12678"/>
                    </a:cubicBezTo>
                    <a:cubicBezTo>
                      <a:pt x="12500" y="9790"/>
                      <a:pt x="12500" y="6903"/>
                      <a:pt x="12500" y="3928"/>
                    </a:cubicBezTo>
                    <a:cubicBezTo>
                      <a:pt x="12526" y="3928"/>
                      <a:pt x="12552" y="3928"/>
                      <a:pt x="12578" y="3928"/>
                    </a:cubicBezTo>
                    <a:cubicBezTo>
                      <a:pt x="12577" y="3917"/>
                      <a:pt x="12575" y="3906"/>
                      <a:pt x="12574" y="3894"/>
                    </a:cubicBezTo>
                    <a:cubicBezTo>
                      <a:pt x="12581" y="3823"/>
                      <a:pt x="12622" y="3790"/>
                      <a:pt x="12674" y="3747"/>
                    </a:cubicBezTo>
                    <a:cubicBezTo>
                      <a:pt x="12818" y="3648"/>
                      <a:pt x="13008" y="3671"/>
                      <a:pt x="13175" y="3673"/>
                    </a:cubicBezTo>
                    <a:cubicBezTo>
                      <a:pt x="13227" y="3673"/>
                      <a:pt x="13280" y="3673"/>
                      <a:pt x="13332" y="3672"/>
                    </a:cubicBezTo>
                    <a:cubicBezTo>
                      <a:pt x="13421" y="3672"/>
                      <a:pt x="13509" y="3672"/>
                      <a:pt x="13597" y="3673"/>
                    </a:cubicBezTo>
                    <a:cubicBezTo>
                      <a:pt x="13699" y="3674"/>
                      <a:pt x="13801" y="3674"/>
                      <a:pt x="13902" y="3673"/>
                    </a:cubicBezTo>
                    <a:cubicBezTo>
                      <a:pt x="13990" y="3672"/>
                      <a:pt x="14078" y="3672"/>
                      <a:pt x="14166" y="3673"/>
                    </a:cubicBezTo>
                    <a:cubicBezTo>
                      <a:pt x="14218" y="3673"/>
                      <a:pt x="14270" y="3673"/>
                      <a:pt x="14322" y="3672"/>
                    </a:cubicBezTo>
                    <a:cubicBezTo>
                      <a:pt x="14381" y="3672"/>
                      <a:pt x="14439" y="3673"/>
                      <a:pt x="14497" y="3673"/>
                    </a:cubicBezTo>
                    <a:cubicBezTo>
                      <a:pt x="14514" y="3673"/>
                      <a:pt x="14531" y="3673"/>
                      <a:pt x="14549" y="3672"/>
                    </a:cubicBezTo>
                    <a:cubicBezTo>
                      <a:pt x="14650" y="3675"/>
                      <a:pt x="14718" y="3700"/>
                      <a:pt x="14791" y="3771"/>
                    </a:cubicBezTo>
                    <a:cubicBezTo>
                      <a:pt x="14892" y="3887"/>
                      <a:pt x="14865" y="4060"/>
                      <a:pt x="14863" y="4204"/>
                    </a:cubicBezTo>
                    <a:cubicBezTo>
                      <a:pt x="14863" y="4240"/>
                      <a:pt x="14863" y="4277"/>
                      <a:pt x="14863" y="4313"/>
                    </a:cubicBezTo>
                    <a:cubicBezTo>
                      <a:pt x="14863" y="4393"/>
                      <a:pt x="14863" y="4472"/>
                      <a:pt x="14862" y="4552"/>
                    </a:cubicBezTo>
                    <a:cubicBezTo>
                      <a:pt x="14861" y="4670"/>
                      <a:pt x="14861" y="4788"/>
                      <a:pt x="14862" y="4906"/>
                    </a:cubicBezTo>
                    <a:cubicBezTo>
                      <a:pt x="14862" y="5104"/>
                      <a:pt x="14861" y="5303"/>
                      <a:pt x="14860" y="5501"/>
                    </a:cubicBezTo>
                    <a:cubicBezTo>
                      <a:pt x="14859" y="5698"/>
                      <a:pt x="14859" y="5894"/>
                      <a:pt x="14859" y="6091"/>
                    </a:cubicBezTo>
                    <a:cubicBezTo>
                      <a:pt x="14859" y="6103"/>
                      <a:pt x="14859" y="6115"/>
                      <a:pt x="14859" y="6128"/>
                    </a:cubicBezTo>
                    <a:cubicBezTo>
                      <a:pt x="14858" y="6190"/>
                      <a:pt x="14858" y="6252"/>
                      <a:pt x="14858" y="6314"/>
                    </a:cubicBezTo>
                    <a:cubicBezTo>
                      <a:pt x="14858" y="6754"/>
                      <a:pt x="14857" y="7194"/>
                      <a:pt x="14856" y="7633"/>
                    </a:cubicBezTo>
                    <a:cubicBezTo>
                      <a:pt x="14854" y="8061"/>
                      <a:pt x="14853" y="8488"/>
                      <a:pt x="14852" y="8915"/>
                    </a:cubicBezTo>
                    <a:cubicBezTo>
                      <a:pt x="14852" y="8928"/>
                      <a:pt x="14852" y="8941"/>
                      <a:pt x="14852" y="8955"/>
                    </a:cubicBezTo>
                    <a:cubicBezTo>
                      <a:pt x="14852" y="9087"/>
                      <a:pt x="14852" y="9219"/>
                      <a:pt x="14852" y="9351"/>
                    </a:cubicBezTo>
                    <a:cubicBezTo>
                      <a:pt x="14851" y="9621"/>
                      <a:pt x="14851" y="9890"/>
                      <a:pt x="14850" y="10160"/>
                    </a:cubicBezTo>
                    <a:cubicBezTo>
                      <a:pt x="14850" y="10166"/>
                      <a:pt x="14850" y="10166"/>
                      <a:pt x="14850" y="10197"/>
                    </a:cubicBezTo>
                    <a:cubicBezTo>
                      <a:pt x="14849" y="11024"/>
                      <a:pt x="14846" y="11851"/>
                      <a:pt x="14844" y="12678"/>
                    </a:cubicBezTo>
                    <a:cubicBezTo>
                      <a:pt x="14870" y="12678"/>
                      <a:pt x="14895" y="12678"/>
                      <a:pt x="14922" y="12678"/>
                    </a:cubicBezTo>
                    <a:cubicBezTo>
                      <a:pt x="14922" y="12704"/>
                      <a:pt x="14922" y="12730"/>
                      <a:pt x="14922" y="12756"/>
                    </a:cubicBezTo>
                    <a:cubicBezTo>
                      <a:pt x="15102" y="12756"/>
                      <a:pt x="15283" y="12756"/>
                      <a:pt x="15469" y="12756"/>
                    </a:cubicBezTo>
                    <a:cubicBezTo>
                      <a:pt x="15469" y="12730"/>
                      <a:pt x="15469" y="12705"/>
                      <a:pt x="15469" y="12678"/>
                    </a:cubicBezTo>
                    <a:cubicBezTo>
                      <a:pt x="15495" y="12678"/>
                      <a:pt x="15520" y="12678"/>
                      <a:pt x="15547" y="12678"/>
                    </a:cubicBezTo>
                    <a:cubicBezTo>
                      <a:pt x="15547" y="10822"/>
                      <a:pt x="15547" y="8965"/>
                      <a:pt x="15547" y="7053"/>
                    </a:cubicBezTo>
                    <a:cubicBezTo>
                      <a:pt x="15573" y="7053"/>
                      <a:pt x="15598" y="7053"/>
                      <a:pt x="15625" y="7053"/>
                    </a:cubicBezTo>
                    <a:cubicBezTo>
                      <a:pt x="15625" y="7001"/>
                      <a:pt x="15625" y="6950"/>
                      <a:pt x="15625" y="6897"/>
                    </a:cubicBezTo>
                    <a:cubicBezTo>
                      <a:pt x="15651" y="6897"/>
                      <a:pt x="15677" y="6897"/>
                      <a:pt x="15703" y="6897"/>
                    </a:cubicBezTo>
                    <a:cubicBezTo>
                      <a:pt x="15703" y="6871"/>
                      <a:pt x="15703" y="6845"/>
                      <a:pt x="15703" y="6819"/>
                    </a:cubicBezTo>
                    <a:cubicBezTo>
                      <a:pt x="15880" y="6721"/>
                      <a:pt x="16056" y="6729"/>
                      <a:pt x="16252" y="6730"/>
                    </a:cubicBezTo>
                    <a:cubicBezTo>
                      <a:pt x="16287" y="6730"/>
                      <a:pt x="16321" y="6730"/>
                      <a:pt x="16355" y="6730"/>
                    </a:cubicBezTo>
                    <a:cubicBezTo>
                      <a:pt x="16427" y="6730"/>
                      <a:pt x="16498" y="6730"/>
                      <a:pt x="16570" y="6730"/>
                    </a:cubicBezTo>
                    <a:cubicBezTo>
                      <a:pt x="16661" y="6731"/>
                      <a:pt x="16753" y="6730"/>
                      <a:pt x="16844" y="6730"/>
                    </a:cubicBezTo>
                    <a:cubicBezTo>
                      <a:pt x="16915" y="6730"/>
                      <a:pt x="16985" y="6730"/>
                      <a:pt x="17056" y="6730"/>
                    </a:cubicBezTo>
                    <a:cubicBezTo>
                      <a:pt x="17090" y="6730"/>
                      <a:pt x="17123" y="6730"/>
                      <a:pt x="17157" y="6730"/>
                    </a:cubicBezTo>
                    <a:cubicBezTo>
                      <a:pt x="17338" y="6729"/>
                      <a:pt x="17493" y="6729"/>
                      <a:pt x="17656" y="6819"/>
                    </a:cubicBezTo>
                    <a:cubicBezTo>
                      <a:pt x="17656" y="6844"/>
                      <a:pt x="17656" y="6870"/>
                      <a:pt x="17656" y="6897"/>
                    </a:cubicBezTo>
                    <a:cubicBezTo>
                      <a:pt x="17682" y="6897"/>
                      <a:pt x="17708" y="6897"/>
                      <a:pt x="17734" y="6897"/>
                    </a:cubicBezTo>
                    <a:cubicBezTo>
                      <a:pt x="17734" y="8805"/>
                      <a:pt x="17734" y="10712"/>
                      <a:pt x="17734" y="12678"/>
                    </a:cubicBezTo>
                    <a:cubicBezTo>
                      <a:pt x="17760" y="12678"/>
                      <a:pt x="17786" y="12678"/>
                      <a:pt x="17812" y="12678"/>
                    </a:cubicBezTo>
                    <a:cubicBezTo>
                      <a:pt x="17812" y="12704"/>
                      <a:pt x="17812" y="12730"/>
                      <a:pt x="17812" y="12756"/>
                    </a:cubicBezTo>
                    <a:cubicBezTo>
                      <a:pt x="17824" y="12756"/>
                      <a:pt x="17835" y="12755"/>
                      <a:pt x="17847" y="12755"/>
                    </a:cubicBezTo>
                    <a:cubicBezTo>
                      <a:pt x="17955" y="12752"/>
                      <a:pt x="18063" y="12750"/>
                      <a:pt x="18171" y="12748"/>
                    </a:cubicBezTo>
                    <a:cubicBezTo>
                      <a:pt x="18227" y="12747"/>
                      <a:pt x="18282" y="12746"/>
                      <a:pt x="18338" y="12744"/>
                    </a:cubicBezTo>
                    <a:cubicBezTo>
                      <a:pt x="18391" y="12743"/>
                      <a:pt x="18445" y="12742"/>
                      <a:pt x="18499" y="12741"/>
                    </a:cubicBezTo>
                    <a:cubicBezTo>
                      <a:pt x="18519" y="12741"/>
                      <a:pt x="18539" y="12740"/>
                      <a:pt x="18560" y="12740"/>
                    </a:cubicBezTo>
                    <a:cubicBezTo>
                      <a:pt x="18663" y="12735"/>
                      <a:pt x="18741" y="12737"/>
                      <a:pt x="18820" y="12809"/>
                    </a:cubicBezTo>
                    <a:cubicBezTo>
                      <a:pt x="18875" y="12865"/>
                      <a:pt x="18917" y="12911"/>
                      <a:pt x="18926" y="12990"/>
                    </a:cubicBezTo>
                    <a:cubicBezTo>
                      <a:pt x="18911" y="13086"/>
                      <a:pt x="18854" y="13154"/>
                      <a:pt x="18778" y="13210"/>
                    </a:cubicBezTo>
                    <a:cubicBezTo>
                      <a:pt x="18680" y="13263"/>
                      <a:pt x="18549" y="13246"/>
                      <a:pt x="18442" y="13244"/>
                    </a:cubicBezTo>
                    <a:cubicBezTo>
                      <a:pt x="18410" y="13244"/>
                      <a:pt x="18378" y="13245"/>
                      <a:pt x="18346" y="13245"/>
                    </a:cubicBezTo>
                    <a:cubicBezTo>
                      <a:pt x="18259" y="13245"/>
                      <a:pt x="18171" y="13245"/>
                      <a:pt x="18084" y="13244"/>
                    </a:cubicBezTo>
                    <a:cubicBezTo>
                      <a:pt x="17999" y="13244"/>
                      <a:pt x="17913" y="13244"/>
                      <a:pt x="17828" y="13245"/>
                    </a:cubicBezTo>
                    <a:cubicBezTo>
                      <a:pt x="17651" y="13245"/>
                      <a:pt x="17475" y="13245"/>
                      <a:pt x="17298" y="13245"/>
                    </a:cubicBezTo>
                    <a:cubicBezTo>
                      <a:pt x="17119" y="13244"/>
                      <a:pt x="16941" y="13244"/>
                      <a:pt x="16762" y="13244"/>
                    </a:cubicBezTo>
                    <a:cubicBezTo>
                      <a:pt x="16750" y="13244"/>
                      <a:pt x="16739" y="13244"/>
                      <a:pt x="16727" y="13244"/>
                    </a:cubicBezTo>
                    <a:cubicBezTo>
                      <a:pt x="16670" y="13244"/>
                      <a:pt x="16612" y="13244"/>
                      <a:pt x="16555" y="13244"/>
                    </a:cubicBezTo>
                    <a:cubicBezTo>
                      <a:pt x="16137" y="13245"/>
                      <a:pt x="15720" y="13244"/>
                      <a:pt x="15303" y="13244"/>
                    </a:cubicBezTo>
                    <a:cubicBezTo>
                      <a:pt x="14890" y="13243"/>
                      <a:pt x="14477" y="13243"/>
                      <a:pt x="14064" y="13243"/>
                    </a:cubicBezTo>
                    <a:cubicBezTo>
                      <a:pt x="14038" y="13243"/>
                      <a:pt x="14012" y="13243"/>
                      <a:pt x="13986" y="13243"/>
                    </a:cubicBezTo>
                    <a:cubicBezTo>
                      <a:pt x="13882" y="13243"/>
                      <a:pt x="13777" y="13243"/>
                      <a:pt x="13673" y="13243"/>
                    </a:cubicBezTo>
                    <a:cubicBezTo>
                      <a:pt x="13382" y="13243"/>
                      <a:pt x="13090" y="13243"/>
                      <a:pt x="12799" y="13243"/>
                    </a:cubicBezTo>
                    <a:cubicBezTo>
                      <a:pt x="12785" y="13243"/>
                      <a:pt x="12772" y="13243"/>
                      <a:pt x="12758" y="13243"/>
                    </a:cubicBezTo>
                    <a:cubicBezTo>
                      <a:pt x="12336" y="13243"/>
                      <a:pt x="11913" y="13242"/>
                      <a:pt x="11490" y="13242"/>
                    </a:cubicBezTo>
                    <a:cubicBezTo>
                      <a:pt x="11476" y="13242"/>
                      <a:pt x="11462" y="13242"/>
                      <a:pt x="11448" y="13242"/>
                    </a:cubicBezTo>
                    <a:cubicBezTo>
                      <a:pt x="11225" y="13241"/>
                      <a:pt x="11002" y="13241"/>
                      <a:pt x="10780" y="13241"/>
                    </a:cubicBezTo>
                    <a:cubicBezTo>
                      <a:pt x="9896" y="13240"/>
                      <a:pt x="9012" y="13239"/>
                      <a:pt x="8129" y="13239"/>
                    </a:cubicBezTo>
                    <a:cubicBezTo>
                      <a:pt x="8101" y="13239"/>
                      <a:pt x="8073" y="13239"/>
                      <a:pt x="8045" y="13239"/>
                    </a:cubicBezTo>
                    <a:cubicBezTo>
                      <a:pt x="7989" y="13239"/>
                      <a:pt x="7934" y="13239"/>
                      <a:pt x="7878" y="13239"/>
                    </a:cubicBezTo>
                    <a:cubicBezTo>
                      <a:pt x="7753" y="13239"/>
                      <a:pt x="7628" y="13239"/>
                      <a:pt x="7502" y="13239"/>
                    </a:cubicBezTo>
                    <a:cubicBezTo>
                      <a:pt x="7475" y="13239"/>
                      <a:pt x="7447" y="13239"/>
                      <a:pt x="7419" y="13239"/>
                    </a:cubicBezTo>
                    <a:cubicBezTo>
                      <a:pt x="6679" y="13239"/>
                      <a:pt x="5939" y="13239"/>
                      <a:pt x="5199" y="13239"/>
                    </a:cubicBezTo>
                    <a:cubicBezTo>
                      <a:pt x="5186" y="13239"/>
                      <a:pt x="5173" y="13239"/>
                      <a:pt x="5160" y="13239"/>
                    </a:cubicBezTo>
                    <a:cubicBezTo>
                      <a:pt x="4925" y="13238"/>
                      <a:pt x="4925" y="13238"/>
                      <a:pt x="4809" y="13238"/>
                    </a:cubicBezTo>
                    <a:cubicBezTo>
                      <a:pt x="4525" y="13238"/>
                      <a:pt x="4241" y="13238"/>
                      <a:pt x="3957" y="13238"/>
                    </a:cubicBezTo>
                    <a:cubicBezTo>
                      <a:pt x="3944" y="13238"/>
                      <a:pt x="3931" y="13238"/>
                      <a:pt x="3918" y="13238"/>
                    </a:cubicBezTo>
                    <a:cubicBezTo>
                      <a:pt x="3866" y="13238"/>
                      <a:pt x="3815" y="13238"/>
                      <a:pt x="3763" y="13238"/>
                    </a:cubicBezTo>
                    <a:cubicBezTo>
                      <a:pt x="3284" y="13238"/>
                      <a:pt x="2805" y="13238"/>
                      <a:pt x="2327" y="13237"/>
                    </a:cubicBezTo>
                    <a:cubicBezTo>
                      <a:pt x="2281" y="13237"/>
                      <a:pt x="2235" y="13237"/>
                      <a:pt x="2189" y="13237"/>
                    </a:cubicBezTo>
                    <a:cubicBezTo>
                      <a:pt x="2178" y="13237"/>
                      <a:pt x="2166" y="13236"/>
                      <a:pt x="2155" y="13236"/>
                    </a:cubicBezTo>
                    <a:cubicBezTo>
                      <a:pt x="1976" y="13236"/>
                      <a:pt x="1798" y="13236"/>
                      <a:pt x="1619" y="13236"/>
                    </a:cubicBezTo>
                    <a:cubicBezTo>
                      <a:pt x="1444" y="13236"/>
                      <a:pt x="1269" y="13236"/>
                      <a:pt x="1093" y="13236"/>
                    </a:cubicBezTo>
                    <a:cubicBezTo>
                      <a:pt x="999" y="13235"/>
                      <a:pt x="906" y="13235"/>
                      <a:pt x="812" y="13235"/>
                    </a:cubicBezTo>
                    <a:cubicBezTo>
                      <a:pt x="726" y="13236"/>
                      <a:pt x="641" y="13236"/>
                      <a:pt x="556" y="13235"/>
                    </a:cubicBezTo>
                    <a:cubicBezTo>
                      <a:pt x="525" y="13235"/>
                      <a:pt x="494" y="13235"/>
                      <a:pt x="464" y="13235"/>
                    </a:cubicBezTo>
                    <a:cubicBezTo>
                      <a:pt x="289" y="13236"/>
                      <a:pt x="158" y="13225"/>
                      <a:pt x="0" y="13147"/>
                    </a:cubicBezTo>
                    <a:cubicBezTo>
                      <a:pt x="0" y="13044"/>
                      <a:pt x="0" y="12940"/>
                      <a:pt x="0" y="12834"/>
                    </a:cubicBezTo>
                    <a:cubicBezTo>
                      <a:pt x="26" y="12834"/>
                      <a:pt x="52" y="12834"/>
                      <a:pt x="78" y="12834"/>
                    </a:cubicBezTo>
                    <a:cubicBezTo>
                      <a:pt x="78" y="12808"/>
                      <a:pt x="78" y="12783"/>
                      <a:pt x="78" y="12756"/>
                    </a:cubicBezTo>
                    <a:cubicBezTo>
                      <a:pt x="413" y="12756"/>
                      <a:pt x="748" y="12756"/>
                      <a:pt x="1094" y="12756"/>
                    </a:cubicBezTo>
                    <a:cubicBezTo>
                      <a:pt x="1094" y="12730"/>
                      <a:pt x="1094" y="12705"/>
                      <a:pt x="1094" y="12678"/>
                    </a:cubicBezTo>
                    <a:cubicBezTo>
                      <a:pt x="1120" y="12678"/>
                      <a:pt x="1145" y="12678"/>
                      <a:pt x="1172" y="12678"/>
                    </a:cubicBezTo>
                    <a:cubicBezTo>
                      <a:pt x="1172" y="12668"/>
                      <a:pt x="1172" y="12658"/>
                      <a:pt x="1172" y="12647"/>
                    </a:cubicBezTo>
                    <a:cubicBezTo>
                      <a:pt x="1167" y="12043"/>
                      <a:pt x="1164" y="11439"/>
                      <a:pt x="1162" y="10835"/>
                    </a:cubicBezTo>
                    <a:cubicBezTo>
                      <a:pt x="1162" y="10762"/>
                      <a:pt x="1161" y="10690"/>
                      <a:pt x="1161" y="10617"/>
                    </a:cubicBezTo>
                    <a:cubicBezTo>
                      <a:pt x="1161" y="10603"/>
                      <a:pt x="1161" y="10588"/>
                      <a:pt x="1161" y="10573"/>
                    </a:cubicBezTo>
                    <a:cubicBezTo>
                      <a:pt x="1160" y="10339"/>
                      <a:pt x="1159" y="10106"/>
                      <a:pt x="1157" y="9872"/>
                    </a:cubicBezTo>
                    <a:cubicBezTo>
                      <a:pt x="1155" y="9632"/>
                      <a:pt x="1154" y="9392"/>
                      <a:pt x="1154" y="9152"/>
                    </a:cubicBezTo>
                    <a:cubicBezTo>
                      <a:pt x="1153" y="9004"/>
                      <a:pt x="1152" y="8856"/>
                      <a:pt x="1151" y="8708"/>
                    </a:cubicBezTo>
                    <a:cubicBezTo>
                      <a:pt x="1150" y="8606"/>
                      <a:pt x="1149" y="8505"/>
                      <a:pt x="1150" y="8403"/>
                    </a:cubicBezTo>
                    <a:cubicBezTo>
                      <a:pt x="1150" y="8345"/>
                      <a:pt x="1150" y="8286"/>
                      <a:pt x="1149" y="8228"/>
                    </a:cubicBezTo>
                    <a:cubicBezTo>
                      <a:pt x="1142" y="7856"/>
                      <a:pt x="1142" y="7856"/>
                      <a:pt x="1215" y="7774"/>
                    </a:cubicBezTo>
                    <a:cubicBezTo>
                      <a:pt x="1249" y="7745"/>
                      <a:pt x="1282" y="7724"/>
                      <a:pt x="1321" y="7704"/>
                    </a:cubicBezTo>
                    <a:cubicBezTo>
                      <a:pt x="1374" y="7674"/>
                      <a:pt x="1381" y="7652"/>
                      <a:pt x="1406" y="7600"/>
                    </a:cubicBezTo>
                    <a:cubicBezTo>
                      <a:pt x="1437" y="7590"/>
                      <a:pt x="1437" y="7590"/>
                      <a:pt x="1473" y="7590"/>
                    </a:cubicBezTo>
                    <a:cubicBezTo>
                      <a:pt x="1480" y="7590"/>
                      <a:pt x="1480" y="7590"/>
                      <a:pt x="1515" y="7590"/>
                    </a:cubicBezTo>
                    <a:cubicBezTo>
                      <a:pt x="1523" y="7590"/>
                      <a:pt x="1523" y="7590"/>
                      <a:pt x="1561" y="7591"/>
                    </a:cubicBezTo>
                    <a:cubicBezTo>
                      <a:pt x="1577" y="7591"/>
                      <a:pt x="1593" y="7591"/>
                      <a:pt x="1610" y="7591"/>
                    </a:cubicBezTo>
                    <a:cubicBezTo>
                      <a:pt x="1663" y="7591"/>
                      <a:pt x="1716" y="7592"/>
                      <a:pt x="1769" y="7592"/>
                    </a:cubicBezTo>
                    <a:cubicBezTo>
                      <a:pt x="1806" y="7592"/>
                      <a:pt x="1842" y="7592"/>
                      <a:pt x="1879" y="7593"/>
                    </a:cubicBezTo>
                    <a:cubicBezTo>
                      <a:pt x="1966" y="7593"/>
                      <a:pt x="2053" y="7593"/>
                      <a:pt x="2140" y="7594"/>
                    </a:cubicBezTo>
                    <a:cubicBezTo>
                      <a:pt x="2248" y="7595"/>
                      <a:pt x="2357" y="7596"/>
                      <a:pt x="2466" y="7596"/>
                    </a:cubicBezTo>
                    <a:cubicBezTo>
                      <a:pt x="2659" y="7597"/>
                      <a:pt x="2853" y="7598"/>
                      <a:pt x="3047" y="7600"/>
                    </a:cubicBezTo>
                    <a:cubicBezTo>
                      <a:pt x="3047" y="7626"/>
                      <a:pt x="3047" y="7651"/>
                      <a:pt x="3047" y="7678"/>
                    </a:cubicBezTo>
                    <a:cubicBezTo>
                      <a:pt x="3098" y="7678"/>
                      <a:pt x="3150" y="7678"/>
                      <a:pt x="3203" y="7678"/>
                    </a:cubicBezTo>
                    <a:cubicBezTo>
                      <a:pt x="3203" y="7704"/>
                      <a:pt x="3203" y="7730"/>
                      <a:pt x="3203" y="7756"/>
                    </a:cubicBezTo>
                    <a:cubicBezTo>
                      <a:pt x="3229" y="7756"/>
                      <a:pt x="3255" y="7756"/>
                      <a:pt x="3281" y="7756"/>
                    </a:cubicBezTo>
                    <a:cubicBezTo>
                      <a:pt x="3281" y="9380"/>
                      <a:pt x="3281" y="11005"/>
                      <a:pt x="3281" y="12678"/>
                    </a:cubicBezTo>
                    <a:cubicBezTo>
                      <a:pt x="3307" y="12678"/>
                      <a:pt x="3333" y="12678"/>
                      <a:pt x="3359" y="12678"/>
                    </a:cubicBezTo>
                    <a:cubicBezTo>
                      <a:pt x="3359" y="12704"/>
                      <a:pt x="3359" y="12730"/>
                      <a:pt x="3359" y="12756"/>
                    </a:cubicBezTo>
                    <a:cubicBezTo>
                      <a:pt x="3488" y="12756"/>
                      <a:pt x="3617" y="12756"/>
                      <a:pt x="3750" y="12756"/>
                    </a:cubicBezTo>
                    <a:cubicBezTo>
                      <a:pt x="3750" y="12730"/>
                      <a:pt x="3750" y="12705"/>
                      <a:pt x="3750" y="12678"/>
                    </a:cubicBezTo>
                    <a:cubicBezTo>
                      <a:pt x="3776" y="12678"/>
                      <a:pt x="3802" y="12678"/>
                      <a:pt x="3828" y="12678"/>
                    </a:cubicBezTo>
                    <a:cubicBezTo>
                      <a:pt x="3828" y="10306"/>
                      <a:pt x="3828" y="7934"/>
                      <a:pt x="3828" y="5490"/>
                    </a:cubicBezTo>
                    <a:cubicBezTo>
                      <a:pt x="3854" y="5490"/>
                      <a:pt x="3880" y="5490"/>
                      <a:pt x="3906" y="5490"/>
                    </a:cubicBezTo>
                    <a:cubicBezTo>
                      <a:pt x="3906" y="5465"/>
                      <a:pt x="3906" y="5439"/>
                      <a:pt x="3906" y="5412"/>
                    </a:cubicBezTo>
                    <a:cubicBezTo>
                      <a:pt x="3932" y="5412"/>
                      <a:pt x="3958" y="5412"/>
                      <a:pt x="3984" y="5412"/>
                    </a:cubicBezTo>
                    <a:cubicBezTo>
                      <a:pt x="3984" y="5387"/>
                      <a:pt x="3984" y="5361"/>
                      <a:pt x="3984" y="5334"/>
                    </a:cubicBezTo>
                    <a:cubicBezTo>
                      <a:pt x="4206" y="5331"/>
                      <a:pt x="4427" y="5328"/>
                      <a:pt x="4649" y="5326"/>
                    </a:cubicBezTo>
                    <a:cubicBezTo>
                      <a:pt x="4751" y="5325"/>
                      <a:pt x="4854" y="5324"/>
                      <a:pt x="4957" y="5322"/>
                    </a:cubicBezTo>
                    <a:cubicBezTo>
                      <a:pt x="5056" y="5321"/>
                      <a:pt x="5156" y="5320"/>
                      <a:pt x="5255" y="5319"/>
                    </a:cubicBezTo>
                    <a:cubicBezTo>
                      <a:pt x="5293" y="5319"/>
                      <a:pt x="5331" y="5319"/>
                      <a:pt x="5368" y="5318"/>
                    </a:cubicBezTo>
                    <a:cubicBezTo>
                      <a:pt x="5696" y="5311"/>
                      <a:pt x="5696" y="5311"/>
                      <a:pt x="5785" y="5387"/>
                    </a:cubicBezTo>
                    <a:cubicBezTo>
                      <a:pt x="5830" y="5434"/>
                      <a:pt x="5858" y="5469"/>
                      <a:pt x="5863" y="5535"/>
                    </a:cubicBezTo>
                    <a:cubicBezTo>
                      <a:pt x="5862" y="5540"/>
                      <a:pt x="5862" y="5540"/>
                      <a:pt x="5859" y="5569"/>
                    </a:cubicBezTo>
                    <a:cubicBezTo>
                      <a:pt x="5885" y="5569"/>
                      <a:pt x="5911" y="5569"/>
                      <a:pt x="5938" y="5569"/>
                    </a:cubicBezTo>
                    <a:cubicBezTo>
                      <a:pt x="5938" y="7915"/>
                      <a:pt x="5938" y="10261"/>
                      <a:pt x="5938" y="12678"/>
                    </a:cubicBezTo>
                    <a:cubicBezTo>
                      <a:pt x="5963" y="12678"/>
                      <a:pt x="5989" y="12678"/>
                      <a:pt x="6016" y="12678"/>
                    </a:cubicBezTo>
                    <a:cubicBezTo>
                      <a:pt x="6016" y="12704"/>
                      <a:pt x="6016" y="12730"/>
                      <a:pt x="6016" y="12756"/>
                    </a:cubicBezTo>
                    <a:cubicBezTo>
                      <a:pt x="6145" y="12756"/>
                      <a:pt x="6273" y="12756"/>
                      <a:pt x="6406" y="12756"/>
                    </a:cubicBezTo>
                    <a:cubicBezTo>
                      <a:pt x="6406" y="12730"/>
                      <a:pt x="6406" y="12705"/>
                      <a:pt x="6406" y="12678"/>
                    </a:cubicBezTo>
                    <a:cubicBezTo>
                      <a:pt x="6432" y="12678"/>
                      <a:pt x="6458" y="12678"/>
                      <a:pt x="6484" y="12678"/>
                    </a:cubicBezTo>
                    <a:cubicBezTo>
                      <a:pt x="6484" y="9558"/>
                      <a:pt x="6484" y="6439"/>
                      <a:pt x="6484" y="3225"/>
                    </a:cubicBezTo>
                    <a:cubicBezTo>
                      <a:pt x="6510" y="3225"/>
                      <a:pt x="6536" y="3225"/>
                      <a:pt x="6562" y="3225"/>
                    </a:cubicBezTo>
                    <a:cubicBezTo>
                      <a:pt x="6562" y="3199"/>
                      <a:pt x="6562" y="3173"/>
                      <a:pt x="6562" y="3147"/>
                    </a:cubicBezTo>
                    <a:cubicBezTo>
                      <a:pt x="6588" y="3147"/>
                      <a:pt x="6614" y="3147"/>
                      <a:pt x="6641" y="3147"/>
                    </a:cubicBezTo>
                    <a:cubicBezTo>
                      <a:pt x="6641" y="3121"/>
                      <a:pt x="6641" y="3095"/>
                      <a:pt x="6641" y="3069"/>
                    </a:cubicBezTo>
                    <a:cubicBezTo>
                      <a:pt x="6872" y="3065"/>
                      <a:pt x="7104" y="3062"/>
                      <a:pt x="7335" y="3061"/>
                    </a:cubicBezTo>
                    <a:cubicBezTo>
                      <a:pt x="7443" y="3060"/>
                      <a:pt x="7550" y="3059"/>
                      <a:pt x="7658" y="3057"/>
                    </a:cubicBezTo>
                    <a:cubicBezTo>
                      <a:pt x="7752" y="3055"/>
                      <a:pt x="7846" y="3054"/>
                      <a:pt x="7939" y="3054"/>
                    </a:cubicBezTo>
                    <a:cubicBezTo>
                      <a:pt x="7989" y="3054"/>
                      <a:pt x="8039" y="3053"/>
                      <a:pt x="8088" y="3052"/>
                    </a:cubicBezTo>
                    <a:cubicBezTo>
                      <a:pt x="8144" y="3051"/>
                      <a:pt x="8199" y="3051"/>
                      <a:pt x="8255" y="3051"/>
                    </a:cubicBezTo>
                    <a:cubicBezTo>
                      <a:pt x="8271" y="3050"/>
                      <a:pt x="8287" y="3050"/>
                      <a:pt x="8304" y="3049"/>
                    </a:cubicBezTo>
                    <a:cubicBezTo>
                      <a:pt x="8402" y="3051"/>
                      <a:pt x="8469" y="3076"/>
                      <a:pt x="8541" y="3144"/>
                    </a:cubicBezTo>
                    <a:cubicBezTo>
                      <a:pt x="8645" y="3266"/>
                      <a:pt x="8614" y="3453"/>
                      <a:pt x="8613" y="3602"/>
                    </a:cubicBezTo>
                    <a:cubicBezTo>
                      <a:pt x="8613" y="3642"/>
                      <a:pt x="8613" y="3681"/>
                      <a:pt x="8613" y="3720"/>
                    </a:cubicBezTo>
                    <a:cubicBezTo>
                      <a:pt x="8613" y="3805"/>
                      <a:pt x="8613" y="3890"/>
                      <a:pt x="8612" y="3975"/>
                    </a:cubicBezTo>
                    <a:cubicBezTo>
                      <a:pt x="8611" y="4101"/>
                      <a:pt x="8611" y="4228"/>
                      <a:pt x="8612" y="4354"/>
                    </a:cubicBezTo>
                    <a:cubicBezTo>
                      <a:pt x="8612" y="4567"/>
                      <a:pt x="8611" y="4779"/>
                      <a:pt x="8610" y="4992"/>
                    </a:cubicBezTo>
                    <a:cubicBezTo>
                      <a:pt x="8609" y="5203"/>
                      <a:pt x="8609" y="5413"/>
                      <a:pt x="8609" y="5624"/>
                    </a:cubicBezTo>
                    <a:cubicBezTo>
                      <a:pt x="8609" y="5637"/>
                      <a:pt x="8609" y="5650"/>
                      <a:pt x="8609" y="5663"/>
                    </a:cubicBezTo>
                    <a:cubicBezTo>
                      <a:pt x="8608" y="5730"/>
                      <a:pt x="8608" y="5796"/>
                      <a:pt x="8608" y="5863"/>
                    </a:cubicBezTo>
                    <a:cubicBezTo>
                      <a:pt x="8608" y="6334"/>
                      <a:pt x="8607" y="6805"/>
                      <a:pt x="8606" y="7275"/>
                    </a:cubicBezTo>
                    <a:cubicBezTo>
                      <a:pt x="8604" y="7733"/>
                      <a:pt x="8603" y="8190"/>
                      <a:pt x="8602" y="8648"/>
                    </a:cubicBezTo>
                    <a:cubicBezTo>
                      <a:pt x="8602" y="8655"/>
                      <a:pt x="8602" y="8655"/>
                      <a:pt x="8602" y="8690"/>
                    </a:cubicBezTo>
                    <a:cubicBezTo>
                      <a:pt x="8602" y="8832"/>
                      <a:pt x="8602" y="8974"/>
                      <a:pt x="8602" y="9115"/>
                    </a:cubicBezTo>
                    <a:cubicBezTo>
                      <a:pt x="8601" y="9404"/>
                      <a:pt x="8601" y="9692"/>
                      <a:pt x="8600" y="9981"/>
                    </a:cubicBezTo>
                    <a:cubicBezTo>
                      <a:pt x="8600" y="9988"/>
                      <a:pt x="8600" y="9988"/>
                      <a:pt x="8600" y="10021"/>
                    </a:cubicBezTo>
                    <a:cubicBezTo>
                      <a:pt x="8599" y="10907"/>
                      <a:pt x="8596" y="11792"/>
                      <a:pt x="8594" y="12678"/>
                    </a:cubicBezTo>
                    <a:cubicBezTo>
                      <a:pt x="8620" y="12678"/>
                      <a:pt x="8645" y="12678"/>
                      <a:pt x="8672" y="12678"/>
                    </a:cubicBezTo>
                    <a:cubicBezTo>
                      <a:pt x="8672" y="12704"/>
                      <a:pt x="8672" y="12730"/>
                      <a:pt x="8672" y="12756"/>
                    </a:cubicBezTo>
                    <a:cubicBezTo>
                      <a:pt x="8852" y="12756"/>
                      <a:pt x="9033" y="12756"/>
                      <a:pt x="9219" y="12756"/>
                    </a:cubicBezTo>
                    <a:cubicBezTo>
                      <a:pt x="9219" y="12730"/>
                      <a:pt x="9219" y="12705"/>
                      <a:pt x="9219" y="12678"/>
                    </a:cubicBezTo>
                    <a:cubicBezTo>
                      <a:pt x="9245" y="12678"/>
                      <a:pt x="9270" y="12678"/>
                      <a:pt x="9297" y="12678"/>
                    </a:cubicBezTo>
                    <a:cubicBezTo>
                      <a:pt x="9297" y="8579"/>
                      <a:pt x="9297" y="4480"/>
                      <a:pt x="9297" y="256"/>
                    </a:cubicBezTo>
                    <a:cubicBezTo>
                      <a:pt x="9323" y="256"/>
                      <a:pt x="9348" y="256"/>
                      <a:pt x="9375" y="256"/>
                    </a:cubicBezTo>
                    <a:cubicBezTo>
                      <a:pt x="9375" y="205"/>
                      <a:pt x="9375" y="153"/>
                      <a:pt x="9375" y="100"/>
                    </a:cubicBezTo>
                    <a:cubicBezTo>
                      <a:pt x="9401" y="100"/>
                      <a:pt x="9427" y="100"/>
                      <a:pt x="9453" y="100"/>
                    </a:cubicBezTo>
                    <a:cubicBezTo>
                      <a:pt x="9453" y="74"/>
                      <a:pt x="9453" y="48"/>
                      <a:pt x="9453" y="22"/>
                    </a:cubicBezTo>
                    <a:close/>
                    <a:moveTo>
                      <a:pt x="9844" y="490"/>
                    </a:moveTo>
                    <a:cubicBezTo>
                      <a:pt x="9844" y="516"/>
                      <a:pt x="9844" y="542"/>
                      <a:pt x="9844" y="569"/>
                    </a:cubicBezTo>
                    <a:cubicBezTo>
                      <a:pt x="9818" y="569"/>
                      <a:pt x="9792" y="569"/>
                      <a:pt x="9766" y="569"/>
                    </a:cubicBezTo>
                    <a:cubicBezTo>
                      <a:pt x="9766" y="4565"/>
                      <a:pt x="9766" y="8561"/>
                      <a:pt x="9766" y="12678"/>
                    </a:cubicBezTo>
                    <a:cubicBezTo>
                      <a:pt x="9791" y="12678"/>
                      <a:pt x="9817" y="12678"/>
                      <a:pt x="9844" y="12678"/>
                    </a:cubicBezTo>
                    <a:cubicBezTo>
                      <a:pt x="9844" y="12704"/>
                      <a:pt x="9844" y="12730"/>
                      <a:pt x="9844" y="12756"/>
                    </a:cubicBezTo>
                    <a:cubicBezTo>
                      <a:pt x="10308" y="12756"/>
                      <a:pt x="10772" y="12756"/>
                      <a:pt x="11250" y="12756"/>
                    </a:cubicBezTo>
                    <a:cubicBezTo>
                      <a:pt x="11250" y="12730"/>
                      <a:pt x="11250" y="12705"/>
                      <a:pt x="11250" y="12678"/>
                    </a:cubicBezTo>
                    <a:cubicBezTo>
                      <a:pt x="11276" y="12678"/>
                      <a:pt x="11302" y="12678"/>
                      <a:pt x="11328" y="12678"/>
                    </a:cubicBezTo>
                    <a:cubicBezTo>
                      <a:pt x="11328" y="8682"/>
                      <a:pt x="11328" y="4686"/>
                      <a:pt x="11328" y="569"/>
                    </a:cubicBezTo>
                    <a:cubicBezTo>
                      <a:pt x="11302" y="569"/>
                      <a:pt x="11277" y="569"/>
                      <a:pt x="11250" y="569"/>
                    </a:cubicBezTo>
                    <a:cubicBezTo>
                      <a:pt x="11250" y="543"/>
                      <a:pt x="11250" y="517"/>
                      <a:pt x="11250" y="490"/>
                    </a:cubicBezTo>
                    <a:cubicBezTo>
                      <a:pt x="10786" y="490"/>
                      <a:pt x="10322" y="490"/>
                      <a:pt x="9844" y="490"/>
                    </a:cubicBezTo>
                    <a:close/>
                    <a:moveTo>
                      <a:pt x="7109" y="3459"/>
                    </a:moveTo>
                    <a:cubicBezTo>
                      <a:pt x="7109" y="3485"/>
                      <a:pt x="7109" y="3511"/>
                      <a:pt x="7109" y="3537"/>
                    </a:cubicBezTo>
                    <a:cubicBezTo>
                      <a:pt x="7058" y="3537"/>
                      <a:pt x="7006" y="3537"/>
                      <a:pt x="6953" y="3537"/>
                    </a:cubicBezTo>
                    <a:cubicBezTo>
                      <a:pt x="6953" y="6554"/>
                      <a:pt x="6953" y="9570"/>
                      <a:pt x="6953" y="12678"/>
                    </a:cubicBezTo>
                    <a:cubicBezTo>
                      <a:pt x="6979" y="12678"/>
                      <a:pt x="7005" y="12678"/>
                      <a:pt x="7031" y="12678"/>
                    </a:cubicBezTo>
                    <a:cubicBezTo>
                      <a:pt x="7031" y="12704"/>
                      <a:pt x="7031" y="12730"/>
                      <a:pt x="7031" y="12756"/>
                    </a:cubicBezTo>
                    <a:cubicBezTo>
                      <a:pt x="7366" y="12756"/>
                      <a:pt x="7702" y="12756"/>
                      <a:pt x="8047" y="12756"/>
                    </a:cubicBezTo>
                    <a:cubicBezTo>
                      <a:pt x="8047" y="12730"/>
                      <a:pt x="8047" y="12705"/>
                      <a:pt x="8047" y="12678"/>
                    </a:cubicBezTo>
                    <a:cubicBezTo>
                      <a:pt x="8073" y="12678"/>
                      <a:pt x="8098" y="12678"/>
                      <a:pt x="8125" y="12678"/>
                    </a:cubicBezTo>
                    <a:cubicBezTo>
                      <a:pt x="8125" y="9662"/>
                      <a:pt x="8125" y="6645"/>
                      <a:pt x="8125" y="3537"/>
                    </a:cubicBezTo>
                    <a:cubicBezTo>
                      <a:pt x="8099" y="3537"/>
                      <a:pt x="8073" y="3537"/>
                      <a:pt x="8047" y="3537"/>
                    </a:cubicBezTo>
                    <a:cubicBezTo>
                      <a:pt x="8047" y="3512"/>
                      <a:pt x="8047" y="3486"/>
                      <a:pt x="8047" y="3459"/>
                    </a:cubicBezTo>
                    <a:cubicBezTo>
                      <a:pt x="7738" y="3459"/>
                      <a:pt x="7428" y="3459"/>
                      <a:pt x="7109" y="3459"/>
                    </a:cubicBezTo>
                    <a:close/>
                    <a:moveTo>
                      <a:pt x="13047" y="4084"/>
                    </a:moveTo>
                    <a:cubicBezTo>
                      <a:pt x="13047" y="4110"/>
                      <a:pt x="13047" y="4136"/>
                      <a:pt x="13047" y="4162"/>
                    </a:cubicBezTo>
                    <a:cubicBezTo>
                      <a:pt x="13021" y="4162"/>
                      <a:pt x="12995" y="4162"/>
                      <a:pt x="12969" y="4162"/>
                    </a:cubicBezTo>
                    <a:cubicBezTo>
                      <a:pt x="12969" y="6972"/>
                      <a:pt x="12969" y="9783"/>
                      <a:pt x="12969" y="12678"/>
                    </a:cubicBezTo>
                    <a:cubicBezTo>
                      <a:pt x="12995" y="12678"/>
                      <a:pt x="13020" y="12678"/>
                      <a:pt x="13047" y="12678"/>
                    </a:cubicBezTo>
                    <a:cubicBezTo>
                      <a:pt x="13047" y="12704"/>
                      <a:pt x="13047" y="12730"/>
                      <a:pt x="13047" y="12756"/>
                    </a:cubicBezTo>
                    <a:cubicBezTo>
                      <a:pt x="13459" y="12756"/>
                      <a:pt x="13872" y="12756"/>
                      <a:pt x="14297" y="12756"/>
                    </a:cubicBezTo>
                    <a:cubicBezTo>
                      <a:pt x="14297" y="12730"/>
                      <a:pt x="14297" y="12705"/>
                      <a:pt x="14297" y="12678"/>
                    </a:cubicBezTo>
                    <a:cubicBezTo>
                      <a:pt x="14323" y="12678"/>
                      <a:pt x="14348" y="12678"/>
                      <a:pt x="14375" y="12678"/>
                    </a:cubicBezTo>
                    <a:cubicBezTo>
                      <a:pt x="14375" y="9971"/>
                      <a:pt x="14375" y="7264"/>
                      <a:pt x="14375" y="4475"/>
                    </a:cubicBezTo>
                    <a:cubicBezTo>
                      <a:pt x="14401" y="4475"/>
                      <a:pt x="14427" y="4475"/>
                      <a:pt x="14453" y="4475"/>
                    </a:cubicBezTo>
                    <a:cubicBezTo>
                      <a:pt x="14453" y="4397"/>
                      <a:pt x="14453" y="4320"/>
                      <a:pt x="14453" y="4240"/>
                    </a:cubicBezTo>
                    <a:cubicBezTo>
                      <a:pt x="14427" y="4240"/>
                      <a:pt x="14402" y="4240"/>
                      <a:pt x="14375" y="4240"/>
                    </a:cubicBezTo>
                    <a:cubicBezTo>
                      <a:pt x="14375" y="4215"/>
                      <a:pt x="14375" y="4189"/>
                      <a:pt x="14375" y="4162"/>
                    </a:cubicBezTo>
                    <a:cubicBezTo>
                      <a:pt x="14349" y="4162"/>
                      <a:pt x="14323" y="4162"/>
                      <a:pt x="14297" y="4162"/>
                    </a:cubicBezTo>
                    <a:cubicBezTo>
                      <a:pt x="14297" y="4137"/>
                      <a:pt x="14297" y="4111"/>
                      <a:pt x="14297" y="4084"/>
                    </a:cubicBezTo>
                    <a:cubicBezTo>
                      <a:pt x="13884" y="4084"/>
                      <a:pt x="13472" y="4084"/>
                      <a:pt x="13047" y="4084"/>
                    </a:cubicBezTo>
                    <a:close/>
                    <a:moveTo>
                      <a:pt x="4375" y="5803"/>
                    </a:moveTo>
                    <a:cubicBezTo>
                      <a:pt x="4375" y="5829"/>
                      <a:pt x="4375" y="5855"/>
                      <a:pt x="4375" y="5881"/>
                    </a:cubicBezTo>
                    <a:cubicBezTo>
                      <a:pt x="4349" y="5881"/>
                      <a:pt x="4323" y="5881"/>
                      <a:pt x="4297" y="5881"/>
                    </a:cubicBezTo>
                    <a:cubicBezTo>
                      <a:pt x="4297" y="8124"/>
                      <a:pt x="4297" y="10367"/>
                      <a:pt x="4297" y="12678"/>
                    </a:cubicBezTo>
                    <a:cubicBezTo>
                      <a:pt x="4323" y="12678"/>
                      <a:pt x="4348" y="12678"/>
                      <a:pt x="4375" y="12678"/>
                    </a:cubicBezTo>
                    <a:cubicBezTo>
                      <a:pt x="4375" y="12704"/>
                      <a:pt x="4375" y="12730"/>
                      <a:pt x="4375" y="12756"/>
                    </a:cubicBezTo>
                    <a:cubicBezTo>
                      <a:pt x="4710" y="12756"/>
                      <a:pt x="5045" y="12756"/>
                      <a:pt x="5391" y="12756"/>
                    </a:cubicBezTo>
                    <a:cubicBezTo>
                      <a:pt x="5391" y="12730"/>
                      <a:pt x="5391" y="12705"/>
                      <a:pt x="5391" y="12678"/>
                    </a:cubicBezTo>
                    <a:cubicBezTo>
                      <a:pt x="5416" y="12678"/>
                      <a:pt x="5442" y="12678"/>
                      <a:pt x="5469" y="12678"/>
                    </a:cubicBezTo>
                    <a:cubicBezTo>
                      <a:pt x="5469" y="10435"/>
                      <a:pt x="5469" y="8192"/>
                      <a:pt x="5469" y="5881"/>
                    </a:cubicBezTo>
                    <a:cubicBezTo>
                      <a:pt x="5443" y="5881"/>
                      <a:pt x="5417" y="5881"/>
                      <a:pt x="5391" y="5881"/>
                    </a:cubicBezTo>
                    <a:cubicBezTo>
                      <a:pt x="5391" y="5855"/>
                      <a:pt x="5391" y="5830"/>
                      <a:pt x="5391" y="5803"/>
                    </a:cubicBezTo>
                    <a:cubicBezTo>
                      <a:pt x="5055" y="5803"/>
                      <a:pt x="4720" y="5803"/>
                      <a:pt x="4375" y="5803"/>
                    </a:cubicBezTo>
                    <a:close/>
                    <a:moveTo>
                      <a:pt x="16094" y="7209"/>
                    </a:moveTo>
                    <a:cubicBezTo>
                      <a:pt x="16094" y="7235"/>
                      <a:pt x="16094" y="7261"/>
                      <a:pt x="16094" y="7287"/>
                    </a:cubicBezTo>
                    <a:cubicBezTo>
                      <a:pt x="16068" y="7287"/>
                      <a:pt x="16042" y="7287"/>
                      <a:pt x="16016" y="7287"/>
                    </a:cubicBezTo>
                    <a:cubicBezTo>
                      <a:pt x="16016" y="9066"/>
                      <a:pt x="16016" y="10845"/>
                      <a:pt x="16016" y="12678"/>
                    </a:cubicBezTo>
                    <a:cubicBezTo>
                      <a:pt x="16041" y="12678"/>
                      <a:pt x="16067" y="12678"/>
                      <a:pt x="16094" y="12678"/>
                    </a:cubicBezTo>
                    <a:cubicBezTo>
                      <a:pt x="16094" y="12704"/>
                      <a:pt x="16094" y="12730"/>
                      <a:pt x="16094" y="12756"/>
                    </a:cubicBezTo>
                    <a:cubicBezTo>
                      <a:pt x="16455" y="12756"/>
                      <a:pt x="16816" y="12756"/>
                      <a:pt x="17188" y="12756"/>
                    </a:cubicBezTo>
                    <a:cubicBezTo>
                      <a:pt x="17188" y="12730"/>
                      <a:pt x="17188" y="12705"/>
                      <a:pt x="17188" y="12678"/>
                    </a:cubicBezTo>
                    <a:cubicBezTo>
                      <a:pt x="17213" y="12678"/>
                      <a:pt x="17239" y="12678"/>
                      <a:pt x="17266" y="12678"/>
                    </a:cubicBezTo>
                    <a:cubicBezTo>
                      <a:pt x="17266" y="10899"/>
                      <a:pt x="17266" y="9120"/>
                      <a:pt x="17266" y="7287"/>
                    </a:cubicBezTo>
                    <a:cubicBezTo>
                      <a:pt x="17240" y="7287"/>
                      <a:pt x="17214" y="7287"/>
                      <a:pt x="17188" y="7287"/>
                    </a:cubicBezTo>
                    <a:cubicBezTo>
                      <a:pt x="17188" y="7262"/>
                      <a:pt x="17188" y="7236"/>
                      <a:pt x="17188" y="7209"/>
                    </a:cubicBezTo>
                    <a:cubicBezTo>
                      <a:pt x="16827" y="7209"/>
                      <a:pt x="16466" y="7209"/>
                      <a:pt x="16094" y="7209"/>
                    </a:cubicBezTo>
                    <a:close/>
                    <a:moveTo>
                      <a:pt x="1719" y="8069"/>
                    </a:moveTo>
                    <a:cubicBezTo>
                      <a:pt x="1719" y="8094"/>
                      <a:pt x="1719" y="8120"/>
                      <a:pt x="1719" y="8147"/>
                    </a:cubicBezTo>
                    <a:cubicBezTo>
                      <a:pt x="1693" y="8147"/>
                      <a:pt x="1667" y="8147"/>
                      <a:pt x="1641" y="8147"/>
                    </a:cubicBezTo>
                    <a:cubicBezTo>
                      <a:pt x="1641" y="9642"/>
                      <a:pt x="1641" y="11137"/>
                      <a:pt x="1641" y="12678"/>
                    </a:cubicBezTo>
                    <a:cubicBezTo>
                      <a:pt x="1666" y="12678"/>
                      <a:pt x="1692" y="12678"/>
                      <a:pt x="1719" y="12678"/>
                    </a:cubicBezTo>
                    <a:cubicBezTo>
                      <a:pt x="1719" y="12704"/>
                      <a:pt x="1719" y="12730"/>
                      <a:pt x="1719" y="12756"/>
                    </a:cubicBezTo>
                    <a:cubicBezTo>
                      <a:pt x="2054" y="12756"/>
                      <a:pt x="2389" y="12756"/>
                      <a:pt x="2734" y="12756"/>
                    </a:cubicBezTo>
                    <a:cubicBezTo>
                      <a:pt x="2734" y="12730"/>
                      <a:pt x="2734" y="12705"/>
                      <a:pt x="2734" y="12678"/>
                    </a:cubicBezTo>
                    <a:cubicBezTo>
                      <a:pt x="2760" y="12678"/>
                      <a:pt x="2786" y="12678"/>
                      <a:pt x="2812" y="12678"/>
                    </a:cubicBezTo>
                    <a:cubicBezTo>
                      <a:pt x="2812" y="11183"/>
                      <a:pt x="2812" y="9687"/>
                      <a:pt x="2812" y="8147"/>
                    </a:cubicBezTo>
                    <a:cubicBezTo>
                      <a:pt x="2787" y="8147"/>
                      <a:pt x="2761" y="8147"/>
                      <a:pt x="2734" y="8147"/>
                    </a:cubicBezTo>
                    <a:cubicBezTo>
                      <a:pt x="2734" y="8121"/>
                      <a:pt x="2734" y="8095"/>
                      <a:pt x="2734" y="8069"/>
                    </a:cubicBezTo>
                    <a:cubicBezTo>
                      <a:pt x="2399" y="8069"/>
                      <a:pt x="2064" y="8069"/>
                      <a:pt x="1719" y="8069"/>
                    </a:cubicBezTo>
                    <a:close/>
                  </a:path>
                </a:pathLst>
              </a:custGeom>
              <a:solidFill>
                <a:srgbClr val="251047"/>
              </a:solidFill>
              <a:ln w="496" cap="flat">
                <a:noFill/>
              </a:ln>
            </p:spPr>
          </p:sp>
          <p:sp>
            <p:nvSpPr>
              <p:cNvPr id="1133" name="ICON_TOOL_SPECTRAL_path_002"/>
              <p:cNvSpPr/>
              <p:nvPr/>
            </p:nvSpPr>
            <p:spPr>
              <a:xfrm>
                <a:off x="5263555" y="4121051"/>
                <a:ext cx="19844" cy="155773"/>
              </a:xfrm>
              <a:custGeom>
                <a:avLst/>
                <a:gdLst/>
                <a:ahLst/>
                <a:cxnLst/>
                <a:rect l="0" t="0" r="r" b="b"/>
                <a:pathLst>
                  <a:path w="1562" h="12266" fill="norm" stroke="0">
                    <a:moveTo>
                      <a:pt x="78" y="0"/>
                    </a:moveTo>
                    <a:cubicBezTo>
                      <a:pt x="542" y="0"/>
                      <a:pt x="1006" y="0"/>
                      <a:pt x="1484" y="0"/>
                    </a:cubicBezTo>
                    <a:cubicBezTo>
                      <a:pt x="1484" y="26"/>
                      <a:pt x="1484" y="52"/>
                      <a:pt x="1484" y="78"/>
                    </a:cubicBezTo>
                    <a:cubicBezTo>
                      <a:pt x="1510" y="78"/>
                      <a:pt x="1536" y="78"/>
                      <a:pt x="1562" y="78"/>
                    </a:cubicBezTo>
                    <a:cubicBezTo>
                      <a:pt x="1562" y="4074"/>
                      <a:pt x="1562" y="8070"/>
                      <a:pt x="1562" y="12188"/>
                    </a:cubicBezTo>
                    <a:cubicBezTo>
                      <a:pt x="1537" y="12188"/>
                      <a:pt x="1511" y="12188"/>
                      <a:pt x="1484" y="12188"/>
                    </a:cubicBezTo>
                    <a:cubicBezTo>
                      <a:pt x="1484" y="12213"/>
                      <a:pt x="1484" y="12239"/>
                      <a:pt x="1484" y="12266"/>
                    </a:cubicBezTo>
                    <a:cubicBezTo>
                      <a:pt x="1020" y="12266"/>
                      <a:pt x="556" y="12266"/>
                      <a:pt x="78" y="12266"/>
                    </a:cubicBezTo>
                    <a:cubicBezTo>
                      <a:pt x="78" y="12240"/>
                      <a:pt x="78" y="12214"/>
                      <a:pt x="78" y="12188"/>
                    </a:cubicBezTo>
                    <a:cubicBezTo>
                      <a:pt x="52" y="12188"/>
                      <a:pt x="27" y="12188"/>
                      <a:pt x="0" y="12188"/>
                    </a:cubicBezTo>
                    <a:cubicBezTo>
                      <a:pt x="0" y="8191"/>
                      <a:pt x="0" y="4195"/>
                      <a:pt x="0" y="78"/>
                    </a:cubicBezTo>
                    <a:cubicBezTo>
                      <a:pt x="26" y="78"/>
                      <a:pt x="52" y="78"/>
                      <a:pt x="78" y="78"/>
                    </a:cubicBezTo>
                    <a:cubicBezTo>
                      <a:pt x="78" y="52"/>
                      <a:pt x="78" y="27"/>
                      <a:pt x="7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496" cap="flat">
                <a:noFill/>
              </a:ln>
            </p:spPr>
          </p:sp>
          <p:sp>
            <p:nvSpPr>
              <p:cNvPr id="1134" name="ICON_TOOL_SPECTRAL_path_003"/>
              <p:cNvSpPr/>
              <p:nvPr/>
            </p:nvSpPr>
            <p:spPr>
              <a:xfrm>
                <a:off x="5304234" y="4166691"/>
                <a:ext cx="18852" cy="110133"/>
              </a:xfrm>
              <a:custGeom>
                <a:avLst/>
                <a:gdLst/>
                <a:ahLst/>
                <a:cxnLst/>
                <a:rect l="0" t="0" r="r" b="b"/>
                <a:pathLst>
                  <a:path w="1484" h="8672" fill="norm" stroke="0">
                    <a:moveTo>
                      <a:pt x="78" y="0"/>
                    </a:moveTo>
                    <a:cubicBezTo>
                      <a:pt x="491" y="0"/>
                      <a:pt x="903" y="0"/>
                      <a:pt x="1328" y="0"/>
                    </a:cubicBezTo>
                    <a:cubicBezTo>
                      <a:pt x="1328" y="26"/>
                      <a:pt x="1328" y="52"/>
                      <a:pt x="1328" y="78"/>
                    </a:cubicBezTo>
                    <a:cubicBezTo>
                      <a:pt x="1354" y="78"/>
                      <a:pt x="1380" y="78"/>
                      <a:pt x="1406" y="78"/>
                    </a:cubicBezTo>
                    <a:cubicBezTo>
                      <a:pt x="1406" y="104"/>
                      <a:pt x="1406" y="130"/>
                      <a:pt x="1406" y="156"/>
                    </a:cubicBezTo>
                    <a:cubicBezTo>
                      <a:pt x="1432" y="156"/>
                      <a:pt x="1458" y="156"/>
                      <a:pt x="1484" y="156"/>
                    </a:cubicBezTo>
                    <a:cubicBezTo>
                      <a:pt x="1484" y="234"/>
                      <a:pt x="1484" y="311"/>
                      <a:pt x="1484" y="391"/>
                    </a:cubicBezTo>
                    <a:cubicBezTo>
                      <a:pt x="1459" y="391"/>
                      <a:pt x="1433" y="391"/>
                      <a:pt x="1406" y="391"/>
                    </a:cubicBezTo>
                    <a:cubicBezTo>
                      <a:pt x="1406" y="3098"/>
                      <a:pt x="1406" y="5805"/>
                      <a:pt x="1406" y="8594"/>
                    </a:cubicBezTo>
                    <a:cubicBezTo>
                      <a:pt x="1380" y="8594"/>
                      <a:pt x="1355" y="8594"/>
                      <a:pt x="1328" y="8594"/>
                    </a:cubicBezTo>
                    <a:cubicBezTo>
                      <a:pt x="1328" y="8620"/>
                      <a:pt x="1328" y="8645"/>
                      <a:pt x="1328" y="8672"/>
                    </a:cubicBezTo>
                    <a:cubicBezTo>
                      <a:pt x="916" y="8672"/>
                      <a:pt x="503" y="8672"/>
                      <a:pt x="78" y="8672"/>
                    </a:cubicBezTo>
                    <a:cubicBezTo>
                      <a:pt x="78" y="8646"/>
                      <a:pt x="78" y="8620"/>
                      <a:pt x="78" y="8594"/>
                    </a:cubicBezTo>
                    <a:cubicBezTo>
                      <a:pt x="52" y="8594"/>
                      <a:pt x="27" y="8594"/>
                      <a:pt x="0" y="8594"/>
                    </a:cubicBezTo>
                    <a:cubicBezTo>
                      <a:pt x="0" y="5784"/>
                      <a:pt x="0" y="2973"/>
                      <a:pt x="0" y="78"/>
                    </a:cubicBezTo>
                    <a:cubicBezTo>
                      <a:pt x="26" y="78"/>
                      <a:pt x="52" y="78"/>
                      <a:pt x="78" y="78"/>
                    </a:cubicBezTo>
                    <a:cubicBezTo>
                      <a:pt x="78" y="52"/>
                      <a:pt x="78" y="27"/>
                      <a:pt x="7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35" name="ICON_TOOL_SPECTRAL_path_004"/>
              <p:cNvSpPr/>
              <p:nvPr/>
            </p:nvSpPr>
            <p:spPr>
              <a:xfrm>
                <a:off x="5227836" y="4158754"/>
                <a:ext cx="14883" cy="118070"/>
              </a:xfrm>
              <a:custGeom>
                <a:avLst/>
                <a:gdLst/>
                <a:ahLst/>
                <a:cxnLst/>
                <a:rect l="0" t="0" r="r" b="b"/>
                <a:pathLst>
                  <a:path w="1172" h="9297" fill="norm" stroke="0">
                    <a:moveTo>
                      <a:pt x="156" y="0"/>
                    </a:moveTo>
                    <a:cubicBezTo>
                      <a:pt x="466" y="0"/>
                      <a:pt x="775" y="0"/>
                      <a:pt x="1094" y="0"/>
                    </a:cubicBezTo>
                    <a:cubicBezTo>
                      <a:pt x="1094" y="26"/>
                      <a:pt x="1094" y="52"/>
                      <a:pt x="1094" y="78"/>
                    </a:cubicBezTo>
                    <a:cubicBezTo>
                      <a:pt x="1120" y="78"/>
                      <a:pt x="1145" y="78"/>
                      <a:pt x="1172" y="78"/>
                    </a:cubicBezTo>
                    <a:cubicBezTo>
                      <a:pt x="1172" y="3095"/>
                      <a:pt x="1172" y="6111"/>
                      <a:pt x="1172" y="9219"/>
                    </a:cubicBezTo>
                    <a:cubicBezTo>
                      <a:pt x="1146" y="9219"/>
                      <a:pt x="1120" y="9219"/>
                      <a:pt x="1094" y="9219"/>
                    </a:cubicBezTo>
                    <a:cubicBezTo>
                      <a:pt x="1094" y="9245"/>
                      <a:pt x="1094" y="9270"/>
                      <a:pt x="1094" y="9297"/>
                    </a:cubicBezTo>
                    <a:cubicBezTo>
                      <a:pt x="759" y="9297"/>
                      <a:pt x="423" y="9297"/>
                      <a:pt x="78" y="9297"/>
                    </a:cubicBezTo>
                    <a:cubicBezTo>
                      <a:pt x="78" y="9271"/>
                      <a:pt x="78" y="9245"/>
                      <a:pt x="78" y="9219"/>
                    </a:cubicBezTo>
                    <a:cubicBezTo>
                      <a:pt x="52" y="9219"/>
                      <a:pt x="27" y="9219"/>
                      <a:pt x="0" y="9219"/>
                    </a:cubicBezTo>
                    <a:cubicBezTo>
                      <a:pt x="0" y="6202"/>
                      <a:pt x="0" y="3186"/>
                      <a:pt x="0" y="78"/>
                    </a:cubicBezTo>
                    <a:cubicBezTo>
                      <a:pt x="52" y="78"/>
                      <a:pt x="103" y="78"/>
                      <a:pt x="156" y="78"/>
                    </a:cubicBezTo>
                    <a:cubicBezTo>
                      <a:pt x="156" y="52"/>
                      <a:pt x="156" y="27"/>
                      <a:pt x="15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36" name="ICON_TOOL_SPECTRAL_path_005"/>
              <p:cNvSpPr/>
              <p:nvPr/>
            </p:nvSpPr>
            <p:spPr>
              <a:xfrm>
                <a:off x="5194102" y="4188520"/>
                <a:ext cx="14883" cy="88305"/>
              </a:xfrm>
              <a:custGeom>
                <a:avLst/>
                <a:gdLst/>
                <a:ahLst/>
                <a:cxnLst/>
                <a:rect l="0" t="0" r="r" b="b"/>
                <a:pathLst>
                  <a:path w="1172" h="6953" fill="norm" stroke="0">
                    <a:moveTo>
                      <a:pt x="78" y="0"/>
                    </a:moveTo>
                    <a:cubicBezTo>
                      <a:pt x="413" y="0"/>
                      <a:pt x="748" y="0"/>
                      <a:pt x="1094" y="0"/>
                    </a:cubicBezTo>
                    <a:cubicBezTo>
                      <a:pt x="1094" y="26"/>
                      <a:pt x="1094" y="52"/>
                      <a:pt x="1094" y="78"/>
                    </a:cubicBezTo>
                    <a:cubicBezTo>
                      <a:pt x="1120" y="78"/>
                      <a:pt x="1145" y="78"/>
                      <a:pt x="1172" y="78"/>
                    </a:cubicBezTo>
                    <a:cubicBezTo>
                      <a:pt x="1172" y="2321"/>
                      <a:pt x="1172" y="4564"/>
                      <a:pt x="1172" y="6875"/>
                    </a:cubicBezTo>
                    <a:cubicBezTo>
                      <a:pt x="1146" y="6875"/>
                      <a:pt x="1120" y="6875"/>
                      <a:pt x="1094" y="6875"/>
                    </a:cubicBezTo>
                    <a:cubicBezTo>
                      <a:pt x="1094" y="6901"/>
                      <a:pt x="1094" y="6927"/>
                      <a:pt x="1094" y="6953"/>
                    </a:cubicBezTo>
                    <a:cubicBezTo>
                      <a:pt x="759" y="6953"/>
                      <a:pt x="423" y="6953"/>
                      <a:pt x="78" y="6953"/>
                    </a:cubicBezTo>
                    <a:cubicBezTo>
                      <a:pt x="78" y="6927"/>
                      <a:pt x="78" y="6902"/>
                      <a:pt x="78" y="6875"/>
                    </a:cubicBezTo>
                    <a:cubicBezTo>
                      <a:pt x="52" y="6875"/>
                      <a:pt x="27" y="6875"/>
                      <a:pt x="0" y="6875"/>
                    </a:cubicBezTo>
                    <a:cubicBezTo>
                      <a:pt x="0" y="4632"/>
                      <a:pt x="0" y="2389"/>
                      <a:pt x="0" y="78"/>
                    </a:cubicBezTo>
                    <a:cubicBezTo>
                      <a:pt x="26" y="78"/>
                      <a:pt x="52" y="78"/>
                      <a:pt x="78" y="78"/>
                    </a:cubicBezTo>
                    <a:cubicBezTo>
                      <a:pt x="78" y="52"/>
                      <a:pt x="78" y="27"/>
                      <a:pt x="7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37" name="ICON_TOOL_SPECTRAL_path_006"/>
              <p:cNvSpPr/>
              <p:nvPr/>
            </p:nvSpPr>
            <p:spPr>
              <a:xfrm>
                <a:off x="5342930" y="4206379"/>
                <a:ext cx="15875" cy="70445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5547" fill="norm" stroke="0">
                    <a:moveTo>
                      <a:pt x="78" y="0"/>
                    </a:moveTo>
                    <a:cubicBezTo>
                      <a:pt x="439" y="0"/>
                      <a:pt x="800" y="0"/>
                      <a:pt x="1172" y="0"/>
                    </a:cubicBezTo>
                    <a:cubicBezTo>
                      <a:pt x="1172" y="26"/>
                      <a:pt x="1172" y="52"/>
                      <a:pt x="1172" y="78"/>
                    </a:cubicBezTo>
                    <a:cubicBezTo>
                      <a:pt x="1198" y="78"/>
                      <a:pt x="1223" y="78"/>
                      <a:pt x="1250" y="78"/>
                    </a:cubicBezTo>
                    <a:cubicBezTo>
                      <a:pt x="1250" y="1857"/>
                      <a:pt x="1250" y="3636"/>
                      <a:pt x="1250" y="5469"/>
                    </a:cubicBezTo>
                    <a:cubicBezTo>
                      <a:pt x="1224" y="5469"/>
                      <a:pt x="1198" y="5469"/>
                      <a:pt x="1172" y="5469"/>
                    </a:cubicBezTo>
                    <a:cubicBezTo>
                      <a:pt x="1172" y="5495"/>
                      <a:pt x="1172" y="5520"/>
                      <a:pt x="1172" y="5547"/>
                    </a:cubicBezTo>
                    <a:cubicBezTo>
                      <a:pt x="811" y="5547"/>
                      <a:pt x="450" y="5547"/>
                      <a:pt x="78" y="5547"/>
                    </a:cubicBezTo>
                    <a:cubicBezTo>
                      <a:pt x="78" y="5521"/>
                      <a:pt x="78" y="5495"/>
                      <a:pt x="78" y="5469"/>
                    </a:cubicBezTo>
                    <a:cubicBezTo>
                      <a:pt x="52" y="5469"/>
                      <a:pt x="27" y="5469"/>
                      <a:pt x="0" y="5469"/>
                    </a:cubicBezTo>
                    <a:cubicBezTo>
                      <a:pt x="0" y="3690"/>
                      <a:pt x="0" y="1911"/>
                      <a:pt x="0" y="78"/>
                    </a:cubicBezTo>
                    <a:cubicBezTo>
                      <a:pt x="26" y="78"/>
                      <a:pt x="52" y="78"/>
                      <a:pt x="78" y="78"/>
                    </a:cubicBezTo>
                    <a:cubicBezTo>
                      <a:pt x="78" y="52"/>
                      <a:pt x="78" y="27"/>
                      <a:pt x="7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38" name="ICON_TOOL_SPECTRAL_path_007"/>
              <p:cNvSpPr/>
              <p:nvPr/>
            </p:nvSpPr>
            <p:spPr>
              <a:xfrm>
                <a:off x="5248672" y="4116090"/>
                <a:ext cx="9922" cy="160734"/>
              </a:xfrm>
              <a:custGeom>
                <a:avLst/>
                <a:gdLst/>
                <a:ahLst/>
                <a:cxnLst/>
                <a:rect l="0" t="0" r="r" b="b"/>
                <a:pathLst>
                  <a:path w="781" h="12656" fill="norm" stroke="0">
                    <a:moveTo>
                      <a:pt x="703" y="0"/>
                    </a:moveTo>
                    <a:cubicBezTo>
                      <a:pt x="729" y="0"/>
                      <a:pt x="755" y="0"/>
                      <a:pt x="781" y="0"/>
                    </a:cubicBezTo>
                    <a:cubicBezTo>
                      <a:pt x="781" y="52"/>
                      <a:pt x="781" y="103"/>
                      <a:pt x="781" y="156"/>
                    </a:cubicBezTo>
                    <a:cubicBezTo>
                      <a:pt x="755" y="156"/>
                      <a:pt x="730" y="156"/>
                      <a:pt x="703" y="156"/>
                    </a:cubicBezTo>
                    <a:cubicBezTo>
                      <a:pt x="703" y="4255"/>
                      <a:pt x="703" y="8355"/>
                      <a:pt x="703" y="12578"/>
                    </a:cubicBezTo>
                    <a:cubicBezTo>
                      <a:pt x="677" y="12578"/>
                      <a:pt x="652" y="12578"/>
                      <a:pt x="625" y="12578"/>
                    </a:cubicBezTo>
                    <a:cubicBezTo>
                      <a:pt x="625" y="12604"/>
                      <a:pt x="625" y="12630"/>
                      <a:pt x="625" y="12656"/>
                    </a:cubicBezTo>
                    <a:cubicBezTo>
                      <a:pt x="445" y="12656"/>
                      <a:pt x="264" y="12656"/>
                      <a:pt x="78" y="12656"/>
                    </a:cubicBezTo>
                    <a:cubicBezTo>
                      <a:pt x="78" y="12630"/>
                      <a:pt x="78" y="12605"/>
                      <a:pt x="78" y="12578"/>
                    </a:cubicBezTo>
                    <a:cubicBezTo>
                      <a:pt x="52" y="12578"/>
                      <a:pt x="27" y="12578"/>
                      <a:pt x="0" y="12578"/>
                    </a:cubicBezTo>
                    <a:cubicBezTo>
                      <a:pt x="0" y="9484"/>
                      <a:pt x="0" y="6391"/>
                      <a:pt x="0" y="3203"/>
                    </a:cubicBezTo>
                    <a:cubicBezTo>
                      <a:pt x="77" y="3203"/>
                      <a:pt x="155" y="3203"/>
                      <a:pt x="234" y="3203"/>
                    </a:cubicBezTo>
                    <a:cubicBezTo>
                      <a:pt x="234" y="3177"/>
                      <a:pt x="234" y="3152"/>
                      <a:pt x="234" y="3125"/>
                    </a:cubicBezTo>
                    <a:cubicBezTo>
                      <a:pt x="286" y="3125"/>
                      <a:pt x="337" y="3125"/>
                      <a:pt x="391" y="3125"/>
                    </a:cubicBezTo>
                    <a:cubicBezTo>
                      <a:pt x="391" y="2970"/>
                      <a:pt x="391" y="2816"/>
                      <a:pt x="391" y="2656"/>
                    </a:cubicBezTo>
                    <a:cubicBezTo>
                      <a:pt x="468" y="2656"/>
                      <a:pt x="545" y="2656"/>
                      <a:pt x="625" y="2656"/>
                    </a:cubicBezTo>
                    <a:cubicBezTo>
                      <a:pt x="625" y="2166"/>
                      <a:pt x="625" y="1677"/>
                      <a:pt x="625" y="1172"/>
                    </a:cubicBezTo>
                    <a:cubicBezTo>
                      <a:pt x="573" y="1172"/>
                      <a:pt x="522" y="1172"/>
                      <a:pt x="469" y="1172"/>
                    </a:cubicBezTo>
                    <a:cubicBezTo>
                      <a:pt x="469" y="1146"/>
                      <a:pt x="469" y="1120"/>
                      <a:pt x="469" y="1094"/>
                    </a:cubicBezTo>
                    <a:cubicBezTo>
                      <a:pt x="443" y="1094"/>
                      <a:pt x="417" y="1094"/>
                      <a:pt x="391" y="1094"/>
                    </a:cubicBezTo>
                    <a:cubicBezTo>
                      <a:pt x="391" y="810"/>
                      <a:pt x="391" y="527"/>
                      <a:pt x="391" y="234"/>
                    </a:cubicBezTo>
                    <a:cubicBezTo>
                      <a:pt x="442" y="234"/>
                      <a:pt x="494" y="234"/>
                      <a:pt x="547" y="234"/>
                    </a:cubicBezTo>
                    <a:cubicBezTo>
                      <a:pt x="547" y="209"/>
                      <a:pt x="547" y="183"/>
                      <a:pt x="547" y="156"/>
                    </a:cubicBezTo>
                    <a:cubicBezTo>
                      <a:pt x="573" y="156"/>
                      <a:pt x="598" y="156"/>
                      <a:pt x="625" y="156"/>
                    </a:cubicBezTo>
                    <a:cubicBezTo>
                      <a:pt x="625" y="130"/>
                      <a:pt x="625" y="105"/>
                      <a:pt x="625" y="78"/>
                    </a:cubicBezTo>
                    <a:cubicBezTo>
                      <a:pt x="651" y="78"/>
                      <a:pt x="677" y="78"/>
                      <a:pt x="703" y="78"/>
                    </a:cubicBezTo>
                    <a:cubicBezTo>
                      <a:pt x="703" y="52"/>
                      <a:pt x="703" y="27"/>
                      <a:pt x="703" y="0"/>
                    </a:cubicBezTo>
                    <a:close/>
                    <a:moveTo>
                      <a:pt x="469" y="4922"/>
                    </a:moveTo>
                    <a:cubicBezTo>
                      <a:pt x="469" y="5309"/>
                      <a:pt x="469" y="5695"/>
                      <a:pt x="469" y="6094"/>
                    </a:cubicBezTo>
                    <a:cubicBezTo>
                      <a:pt x="520" y="6094"/>
                      <a:pt x="572" y="6094"/>
                      <a:pt x="625" y="6094"/>
                    </a:cubicBezTo>
                    <a:cubicBezTo>
                      <a:pt x="625" y="5707"/>
                      <a:pt x="625" y="5320"/>
                      <a:pt x="625" y="4922"/>
                    </a:cubicBezTo>
                    <a:cubicBezTo>
                      <a:pt x="573" y="4922"/>
                      <a:pt x="522" y="4922"/>
                      <a:pt x="469" y="4922"/>
                    </a:cubicBezTo>
                    <a:close/>
                    <a:moveTo>
                      <a:pt x="469" y="6875"/>
                    </a:moveTo>
                    <a:cubicBezTo>
                      <a:pt x="469" y="7236"/>
                      <a:pt x="469" y="7597"/>
                      <a:pt x="469" y="7969"/>
                    </a:cubicBezTo>
                    <a:cubicBezTo>
                      <a:pt x="520" y="7969"/>
                      <a:pt x="572" y="7969"/>
                      <a:pt x="625" y="7969"/>
                    </a:cubicBezTo>
                    <a:cubicBezTo>
                      <a:pt x="625" y="7608"/>
                      <a:pt x="625" y="7247"/>
                      <a:pt x="625" y="6875"/>
                    </a:cubicBezTo>
                    <a:cubicBezTo>
                      <a:pt x="573" y="6875"/>
                      <a:pt x="522" y="6875"/>
                      <a:pt x="469" y="6875"/>
                    </a:cubicBezTo>
                    <a:close/>
                    <a:moveTo>
                      <a:pt x="469" y="8906"/>
                    </a:moveTo>
                    <a:cubicBezTo>
                      <a:pt x="469" y="9190"/>
                      <a:pt x="469" y="9473"/>
                      <a:pt x="469" y="9766"/>
                    </a:cubicBezTo>
                    <a:cubicBezTo>
                      <a:pt x="520" y="9766"/>
                      <a:pt x="572" y="9766"/>
                      <a:pt x="625" y="9766"/>
                    </a:cubicBezTo>
                    <a:cubicBezTo>
                      <a:pt x="625" y="9482"/>
                      <a:pt x="625" y="9198"/>
                      <a:pt x="625" y="8906"/>
                    </a:cubicBezTo>
                    <a:cubicBezTo>
                      <a:pt x="573" y="8906"/>
                      <a:pt x="522" y="8906"/>
                      <a:pt x="469" y="8906"/>
                    </a:cubicBezTo>
                    <a:close/>
                    <a:moveTo>
                      <a:pt x="469" y="10859"/>
                    </a:moveTo>
                    <a:cubicBezTo>
                      <a:pt x="469" y="11117"/>
                      <a:pt x="469" y="11375"/>
                      <a:pt x="469" y="11641"/>
                    </a:cubicBezTo>
                    <a:cubicBezTo>
                      <a:pt x="520" y="11641"/>
                      <a:pt x="572" y="11641"/>
                      <a:pt x="625" y="11641"/>
                    </a:cubicBezTo>
                    <a:cubicBezTo>
                      <a:pt x="625" y="11383"/>
                      <a:pt x="625" y="11125"/>
                      <a:pt x="625" y="10859"/>
                    </a:cubicBezTo>
                    <a:cubicBezTo>
                      <a:pt x="573" y="10859"/>
                      <a:pt x="522" y="10859"/>
                      <a:pt x="469" y="10859"/>
                    </a:cubicBezTo>
                    <a:close/>
                    <a:moveTo>
                      <a:pt x="469" y="11797"/>
                    </a:moveTo>
                    <a:cubicBezTo>
                      <a:pt x="469" y="12003"/>
                      <a:pt x="469" y="12209"/>
                      <a:pt x="469" y="12422"/>
                    </a:cubicBezTo>
                    <a:cubicBezTo>
                      <a:pt x="443" y="12422"/>
                      <a:pt x="417" y="12422"/>
                      <a:pt x="391" y="12422"/>
                    </a:cubicBezTo>
                    <a:cubicBezTo>
                      <a:pt x="391" y="12448"/>
                      <a:pt x="391" y="12473"/>
                      <a:pt x="391" y="12500"/>
                    </a:cubicBezTo>
                    <a:cubicBezTo>
                      <a:pt x="416" y="12500"/>
                      <a:pt x="442" y="12500"/>
                      <a:pt x="469" y="12500"/>
                    </a:cubicBezTo>
                    <a:cubicBezTo>
                      <a:pt x="469" y="12526"/>
                      <a:pt x="469" y="12552"/>
                      <a:pt x="469" y="12578"/>
                    </a:cubicBezTo>
                    <a:cubicBezTo>
                      <a:pt x="495" y="12578"/>
                      <a:pt x="520" y="12578"/>
                      <a:pt x="547" y="12578"/>
                    </a:cubicBezTo>
                    <a:cubicBezTo>
                      <a:pt x="547" y="12552"/>
                      <a:pt x="547" y="12527"/>
                      <a:pt x="547" y="12500"/>
                    </a:cubicBezTo>
                    <a:cubicBezTo>
                      <a:pt x="573" y="12500"/>
                      <a:pt x="598" y="12500"/>
                      <a:pt x="625" y="12500"/>
                    </a:cubicBezTo>
                    <a:cubicBezTo>
                      <a:pt x="625" y="12268"/>
                      <a:pt x="625" y="12036"/>
                      <a:pt x="625" y="11797"/>
                    </a:cubicBezTo>
                    <a:cubicBezTo>
                      <a:pt x="573" y="11797"/>
                      <a:pt x="522" y="11797"/>
                      <a:pt x="469" y="11797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39" name="ICON_TOOL_SPECTRAL_path_008"/>
              <p:cNvSpPr/>
              <p:nvPr/>
            </p:nvSpPr>
            <p:spPr>
              <a:xfrm>
                <a:off x="5160367" y="4217293"/>
                <a:ext cx="14883" cy="59531"/>
              </a:xfrm>
              <a:custGeom>
                <a:avLst/>
                <a:gdLst/>
                <a:ahLst/>
                <a:cxnLst/>
                <a:rect l="0" t="0" r="r" b="b"/>
                <a:pathLst>
                  <a:path w="1172" h="4688" fill="norm" stroke="0">
                    <a:moveTo>
                      <a:pt x="78" y="0"/>
                    </a:moveTo>
                    <a:cubicBezTo>
                      <a:pt x="413" y="0"/>
                      <a:pt x="748" y="0"/>
                      <a:pt x="1094" y="0"/>
                    </a:cubicBezTo>
                    <a:cubicBezTo>
                      <a:pt x="1094" y="26"/>
                      <a:pt x="1094" y="52"/>
                      <a:pt x="1094" y="78"/>
                    </a:cubicBezTo>
                    <a:cubicBezTo>
                      <a:pt x="1120" y="78"/>
                      <a:pt x="1145" y="78"/>
                      <a:pt x="1172" y="78"/>
                    </a:cubicBezTo>
                    <a:cubicBezTo>
                      <a:pt x="1172" y="1573"/>
                      <a:pt x="1172" y="3069"/>
                      <a:pt x="1172" y="4609"/>
                    </a:cubicBezTo>
                    <a:cubicBezTo>
                      <a:pt x="1146" y="4609"/>
                      <a:pt x="1120" y="4609"/>
                      <a:pt x="1094" y="4609"/>
                    </a:cubicBezTo>
                    <a:cubicBezTo>
                      <a:pt x="1094" y="4635"/>
                      <a:pt x="1094" y="4661"/>
                      <a:pt x="1094" y="4688"/>
                    </a:cubicBezTo>
                    <a:cubicBezTo>
                      <a:pt x="759" y="4688"/>
                      <a:pt x="423" y="4688"/>
                      <a:pt x="78" y="4688"/>
                    </a:cubicBezTo>
                    <a:cubicBezTo>
                      <a:pt x="78" y="4662"/>
                      <a:pt x="78" y="4636"/>
                      <a:pt x="78" y="4609"/>
                    </a:cubicBezTo>
                    <a:cubicBezTo>
                      <a:pt x="52" y="4609"/>
                      <a:pt x="27" y="4609"/>
                      <a:pt x="0" y="4609"/>
                    </a:cubicBezTo>
                    <a:cubicBezTo>
                      <a:pt x="0" y="3114"/>
                      <a:pt x="0" y="1619"/>
                      <a:pt x="0" y="78"/>
                    </a:cubicBezTo>
                    <a:cubicBezTo>
                      <a:pt x="26" y="78"/>
                      <a:pt x="52" y="78"/>
                      <a:pt x="78" y="78"/>
                    </a:cubicBezTo>
                    <a:cubicBezTo>
                      <a:pt x="78" y="52"/>
                      <a:pt x="78" y="27"/>
                      <a:pt x="7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40" name="ICON_TOOL_SPECTRAL_path_009"/>
              <p:cNvSpPr/>
              <p:nvPr/>
            </p:nvSpPr>
            <p:spPr>
              <a:xfrm>
                <a:off x="5211961" y="4155777"/>
                <a:ext cx="9922" cy="121047"/>
              </a:xfrm>
              <a:custGeom>
                <a:avLst/>
                <a:gdLst/>
                <a:ahLst/>
                <a:cxnLst/>
                <a:rect l="0" t="0" r="r" b="b"/>
                <a:pathLst>
                  <a:path w="781" h="9531" fill="norm" stroke="0">
                    <a:moveTo>
                      <a:pt x="703" y="0"/>
                    </a:moveTo>
                    <a:cubicBezTo>
                      <a:pt x="729" y="0"/>
                      <a:pt x="755" y="0"/>
                      <a:pt x="781" y="0"/>
                    </a:cubicBezTo>
                    <a:cubicBezTo>
                      <a:pt x="781" y="3120"/>
                      <a:pt x="781" y="6239"/>
                      <a:pt x="781" y="9453"/>
                    </a:cubicBezTo>
                    <a:cubicBezTo>
                      <a:pt x="755" y="9453"/>
                      <a:pt x="730" y="9453"/>
                      <a:pt x="703" y="9453"/>
                    </a:cubicBezTo>
                    <a:cubicBezTo>
                      <a:pt x="703" y="9479"/>
                      <a:pt x="703" y="9505"/>
                      <a:pt x="703" y="9531"/>
                    </a:cubicBezTo>
                    <a:cubicBezTo>
                      <a:pt x="574" y="9531"/>
                      <a:pt x="445" y="9531"/>
                      <a:pt x="312" y="9531"/>
                    </a:cubicBezTo>
                    <a:cubicBezTo>
                      <a:pt x="312" y="9505"/>
                      <a:pt x="312" y="9480"/>
                      <a:pt x="312" y="9453"/>
                    </a:cubicBezTo>
                    <a:cubicBezTo>
                      <a:pt x="287" y="9453"/>
                      <a:pt x="261" y="9453"/>
                      <a:pt x="234" y="9453"/>
                    </a:cubicBezTo>
                    <a:cubicBezTo>
                      <a:pt x="234" y="7107"/>
                      <a:pt x="234" y="4761"/>
                      <a:pt x="234" y="2344"/>
                    </a:cubicBezTo>
                    <a:cubicBezTo>
                      <a:pt x="209" y="2344"/>
                      <a:pt x="183" y="2344"/>
                      <a:pt x="156" y="2344"/>
                    </a:cubicBezTo>
                    <a:cubicBezTo>
                      <a:pt x="158" y="2332"/>
                      <a:pt x="159" y="2320"/>
                      <a:pt x="161" y="2307"/>
                    </a:cubicBezTo>
                    <a:cubicBezTo>
                      <a:pt x="160" y="2300"/>
                      <a:pt x="160" y="2300"/>
                      <a:pt x="156" y="2266"/>
                    </a:cubicBezTo>
                    <a:cubicBezTo>
                      <a:pt x="122" y="2244"/>
                      <a:pt x="122" y="2244"/>
                      <a:pt x="78" y="2227"/>
                    </a:cubicBezTo>
                    <a:cubicBezTo>
                      <a:pt x="34" y="2209"/>
                      <a:pt x="34" y="2209"/>
                      <a:pt x="0" y="2188"/>
                    </a:cubicBezTo>
                    <a:cubicBezTo>
                      <a:pt x="0" y="2162"/>
                      <a:pt x="0" y="2136"/>
                      <a:pt x="0" y="2109"/>
                    </a:cubicBezTo>
                    <a:cubicBezTo>
                      <a:pt x="77" y="2109"/>
                      <a:pt x="155" y="2109"/>
                      <a:pt x="234" y="2109"/>
                    </a:cubicBezTo>
                    <a:cubicBezTo>
                      <a:pt x="234" y="2135"/>
                      <a:pt x="234" y="2161"/>
                      <a:pt x="234" y="2188"/>
                    </a:cubicBezTo>
                    <a:cubicBezTo>
                      <a:pt x="260" y="2188"/>
                      <a:pt x="286" y="2188"/>
                      <a:pt x="312" y="2188"/>
                    </a:cubicBezTo>
                    <a:cubicBezTo>
                      <a:pt x="312" y="2213"/>
                      <a:pt x="312" y="2239"/>
                      <a:pt x="312" y="2266"/>
                    </a:cubicBezTo>
                    <a:cubicBezTo>
                      <a:pt x="364" y="2266"/>
                      <a:pt x="416" y="2266"/>
                      <a:pt x="469" y="2266"/>
                    </a:cubicBezTo>
                    <a:cubicBezTo>
                      <a:pt x="469" y="2240"/>
                      <a:pt x="469" y="2214"/>
                      <a:pt x="469" y="2188"/>
                    </a:cubicBezTo>
                    <a:cubicBezTo>
                      <a:pt x="495" y="2188"/>
                      <a:pt x="520" y="2188"/>
                      <a:pt x="547" y="2188"/>
                    </a:cubicBezTo>
                    <a:cubicBezTo>
                      <a:pt x="547" y="2213"/>
                      <a:pt x="547" y="2239"/>
                      <a:pt x="547" y="2266"/>
                    </a:cubicBezTo>
                    <a:cubicBezTo>
                      <a:pt x="573" y="2266"/>
                      <a:pt x="598" y="2266"/>
                      <a:pt x="625" y="2266"/>
                    </a:cubicBezTo>
                    <a:cubicBezTo>
                      <a:pt x="625" y="1905"/>
                      <a:pt x="625" y="1544"/>
                      <a:pt x="625" y="1172"/>
                    </a:cubicBezTo>
                    <a:cubicBezTo>
                      <a:pt x="651" y="1172"/>
                      <a:pt x="677" y="1172"/>
                      <a:pt x="703" y="1172"/>
                    </a:cubicBezTo>
                    <a:cubicBezTo>
                      <a:pt x="703" y="940"/>
                      <a:pt x="703" y="708"/>
                      <a:pt x="703" y="469"/>
                    </a:cubicBezTo>
                    <a:cubicBezTo>
                      <a:pt x="677" y="469"/>
                      <a:pt x="652" y="469"/>
                      <a:pt x="625" y="469"/>
                    </a:cubicBezTo>
                    <a:cubicBezTo>
                      <a:pt x="625" y="366"/>
                      <a:pt x="625" y="262"/>
                      <a:pt x="625" y="156"/>
                    </a:cubicBezTo>
                    <a:cubicBezTo>
                      <a:pt x="651" y="156"/>
                      <a:pt x="677" y="156"/>
                      <a:pt x="703" y="156"/>
                    </a:cubicBezTo>
                    <a:cubicBezTo>
                      <a:pt x="703" y="105"/>
                      <a:pt x="703" y="53"/>
                      <a:pt x="70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41" name="ICON_TOOL_SPECTRAL_path_010"/>
              <p:cNvSpPr/>
              <p:nvPr/>
            </p:nvSpPr>
            <p:spPr>
              <a:xfrm>
                <a:off x="5328047" y="4164707"/>
                <a:ext cx="9922" cy="112117"/>
              </a:xfrm>
              <a:custGeom>
                <a:avLst/>
                <a:gdLst/>
                <a:ahLst/>
                <a:cxnLst/>
                <a:rect l="0" t="0" r="r" b="b"/>
                <a:pathLst>
                  <a:path w="781" h="8828" fill="norm" stroke="0">
                    <a:moveTo>
                      <a:pt x="0" y="0"/>
                    </a:moveTo>
                    <a:cubicBezTo>
                      <a:pt x="103" y="0"/>
                      <a:pt x="206" y="0"/>
                      <a:pt x="312" y="0"/>
                    </a:cubicBezTo>
                    <a:cubicBezTo>
                      <a:pt x="312" y="77"/>
                      <a:pt x="312" y="155"/>
                      <a:pt x="312" y="234"/>
                    </a:cubicBezTo>
                    <a:cubicBezTo>
                      <a:pt x="287" y="234"/>
                      <a:pt x="261" y="234"/>
                      <a:pt x="234" y="234"/>
                    </a:cubicBezTo>
                    <a:cubicBezTo>
                      <a:pt x="234" y="209"/>
                      <a:pt x="234" y="183"/>
                      <a:pt x="234" y="156"/>
                    </a:cubicBezTo>
                    <a:cubicBezTo>
                      <a:pt x="183" y="156"/>
                      <a:pt x="131" y="156"/>
                      <a:pt x="78" y="156"/>
                    </a:cubicBezTo>
                    <a:cubicBezTo>
                      <a:pt x="78" y="363"/>
                      <a:pt x="78" y="569"/>
                      <a:pt x="78" y="781"/>
                    </a:cubicBezTo>
                    <a:cubicBezTo>
                      <a:pt x="104" y="781"/>
                      <a:pt x="130" y="781"/>
                      <a:pt x="156" y="781"/>
                    </a:cubicBezTo>
                    <a:cubicBezTo>
                      <a:pt x="156" y="910"/>
                      <a:pt x="156" y="1039"/>
                      <a:pt x="156" y="1172"/>
                    </a:cubicBezTo>
                    <a:cubicBezTo>
                      <a:pt x="182" y="1172"/>
                      <a:pt x="208" y="1172"/>
                      <a:pt x="234" y="1172"/>
                    </a:cubicBezTo>
                    <a:cubicBezTo>
                      <a:pt x="234" y="1146"/>
                      <a:pt x="234" y="1120"/>
                      <a:pt x="234" y="1094"/>
                    </a:cubicBezTo>
                    <a:cubicBezTo>
                      <a:pt x="260" y="1094"/>
                      <a:pt x="286" y="1094"/>
                      <a:pt x="312" y="1094"/>
                    </a:cubicBezTo>
                    <a:cubicBezTo>
                      <a:pt x="312" y="1145"/>
                      <a:pt x="312" y="1197"/>
                      <a:pt x="312" y="1250"/>
                    </a:cubicBezTo>
                    <a:cubicBezTo>
                      <a:pt x="338" y="1250"/>
                      <a:pt x="364" y="1250"/>
                      <a:pt x="391" y="1250"/>
                    </a:cubicBezTo>
                    <a:cubicBezTo>
                      <a:pt x="391" y="1327"/>
                      <a:pt x="391" y="1405"/>
                      <a:pt x="391" y="1484"/>
                    </a:cubicBezTo>
                    <a:cubicBezTo>
                      <a:pt x="339" y="1484"/>
                      <a:pt x="288" y="1484"/>
                      <a:pt x="234" y="1484"/>
                    </a:cubicBezTo>
                    <a:cubicBezTo>
                      <a:pt x="234" y="1433"/>
                      <a:pt x="234" y="1381"/>
                      <a:pt x="234" y="1328"/>
                    </a:cubicBezTo>
                    <a:cubicBezTo>
                      <a:pt x="183" y="1328"/>
                      <a:pt x="131" y="1328"/>
                      <a:pt x="78" y="1328"/>
                    </a:cubicBezTo>
                    <a:cubicBezTo>
                      <a:pt x="78" y="1663"/>
                      <a:pt x="78" y="1998"/>
                      <a:pt x="78" y="2344"/>
                    </a:cubicBezTo>
                    <a:cubicBezTo>
                      <a:pt x="155" y="2344"/>
                      <a:pt x="233" y="2344"/>
                      <a:pt x="312" y="2344"/>
                    </a:cubicBezTo>
                    <a:cubicBezTo>
                      <a:pt x="312" y="2447"/>
                      <a:pt x="312" y="2550"/>
                      <a:pt x="312" y="2656"/>
                    </a:cubicBezTo>
                    <a:cubicBezTo>
                      <a:pt x="338" y="2656"/>
                      <a:pt x="364" y="2656"/>
                      <a:pt x="391" y="2656"/>
                    </a:cubicBezTo>
                    <a:cubicBezTo>
                      <a:pt x="391" y="2708"/>
                      <a:pt x="391" y="2759"/>
                      <a:pt x="391" y="2812"/>
                    </a:cubicBezTo>
                    <a:cubicBezTo>
                      <a:pt x="339" y="2812"/>
                      <a:pt x="288" y="2812"/>
                      <a:pt x="234" y="2812"/>
                    </a:cubicBezTo>
                    <a:cubicBezTo>
                      <a:pt x="234" y="2761"/>
                      <a:pt x="234" y="2709"/>
                      <a:pt x="234" y="2656"/>
                    </a:cubicBezTo>
                    <a:cubicBezTo>
                      <a:pt x="183" y="2656"/>
                      <a:pt x="131" y="2656"/>
                      <a:pt x="78" y="2656"/>
                    </a:cubicBezTo>
                    <a:cubicBezTo>
                      <a:pt x="78" y="2888"/>
                      <a:pt x="78" y="3120"/>
                      <a:pt x="78" y="3359"/>
                    </a:cubicBezTo>
                    <a:cubicBezTo>
                      <a:pt x="130" y="3359"/>
                      <a:pt x="181" y="3359"/>
                      <a:pt x="234" y="3359"/>
                    </a:cubicBezTo>
                    <a:cubicBezTo>
                      <a:pt x="234" y="3256"/>
                      <a:pt x="234" y="3153"/>
                      <a:pt x="234" y="3047"/>
                    </a:cubicBezTo>
                    <a:cubicBezTo>
                      <a:pt x="260" y="3047"/>
                      <a:pt x="286" y="3047"/>
                      <a:pt x="312" y="3047"/>
                    </a:cubicBezTo>
                    <a:cubicBezTo>
                      <a:pt x="312" y="3021"/>
                      <a:pt x="312" y="2995"/>
                      <a:pt x="312" y="2969"/>
                    </a:cubicBezTo>
                    <a:cubicBezTo>
                      <a:pt x="364" y="2969"/>
                      <a:pt x="416" y="2969"/>
                      <a:pt x="469" y="2969"/>
                    </a:cubicBezTo>
                    <a:cubicBezTo>
                      <a:pt x="469" y="2995"/>
                      <a:pt x="469" y="3020"/>
                      <a:pt x="469" y="3047"/>
                    </a:cubicBezTo>
                    <a:cubicBezTo>
                      <a:pt x="495" y="3047"/>
                      <a:pt x="520" y="3047"/>
                      <a:pt x="547" y="3047"/>
                    </a:cubicBezTo>
                    <a:cubicBezTo>
                      <a:pt x="547" y="3073"/>
                      <a:pt x="547" y="3098"/>
                      <a:pt x="547" y="3125"/>
                    </a:cubicBezTo>
                    <a:cubicBezTo>
                      <a:pt x="584" y="3130"/>
                      <a:pt x="584" y="3130"/>
                      <a:pt x="625" y="3125"/>
                    </a:cubicBezTo>
                    <a:cubicBezTo>
                      <a:pt x="647" y="3091"/>
                      <a:pt x="647" y="3091"/>
                      <a:pt x="664" y="3047"/>
                    </a:cubicBezTo>
                    <a:cubicBezTo>
                      <a:pt x="681" y="3003"/>
                      <a:pt x="681" y="3003"/>
                      <a:pt x="703" y="2969"/>
                    </a:cubicBezTo>
                    <a:cubicBezTo>
                      <a:pt x="729" y="2969"/>
                      <a:pt x="755" y="2969"/>
                      <a:pt x="781" y="2969"/>
                    </a:cubicBezTo>
                    <a:cubicBezTo>
                      <a:pt x="781" y="3020"/>
                      <a:pt x="781" y="3072"/>
                      <a:pt x="781" y="3125"/>
                    </a:cubicBezTo>
                    <a:cubicBezTo>
                      <a:pt x="755" y="3125"/>
                      <a:pt x="730" y="3125"/>
                      <a:pt x="703" y="3125"/>
                    </a:cubicBezTo>
                    <a:cubicBezTo>
                      <a:pt x="703" y="4981"/>
                      <a:pt x="703" y="6837"/>
                      <a:pt x="703" y="8750"/>
                    </a:cubicBezTo>
                    <a:cubicBezTo>
                      <a:pt x="677" y="8750"/>
                      <a:pt x="652" y="8750"/>
                      <a:pt x="625" y="8750"/>
                    </a:cubicBezTo>
                    <a:cubicBezTo>
                      <a:pt x="625" y="8776"/>
                      <a:pt x="625" y="8802"/>
                      <a:pt x="625" y="8828"/>
                    </a:cubicBezTo>
                    <a:cubicBezTo>
                      <a:pt x="445" y="8828"/>
                      <a:pt x="264" y="8828"/>
                      <a:pt x="78" y="8828"/>
                    </a:cubicBezTo>
                    <a:cubicBezTo>
                      <a:pt x="78" y="8802"/>
                      <a:pt x="78" y="8777"/>
                      <a:pt x="78" y="8750"/>
                    </a:cubicBezTo>
                    <a:cubicBezTo>
                      <a:pt x="52" y="8750"/>
                      <a:pt x="27" y="8750"/>
                      <a:pt x="0" y="8750"/>
                    </a:cubicBezTo>
                    <a:cubicBezTo>
                      <a:pt x="0" y="5863"/>
                      <a:pt x="0" y="2975"/>
                      <a:pt x="0" y="0"/>
                    </a:cubicBezTo>
                    <a:close/>
                    <a:moveTo>
                      <a:pt x="78" y="3594"/>
                    </a:moveTo>
                    <a:cubicBezTo>
                      <a:pt x="78" y="5089"/>
                      <a:pt x="78" y="6584"/>
                      <a:pt x="78" y="8125"/>
                    </a:cubicBezTo>
                    <a:cubicBezTo>
                      <a:pt x="130" y="8125"/>
                      <a:pt x="181" y="8125"/>
                      <a:pt x="234" y="8125"/>
                    </a:cubicBezTo>
                    <a:cubicBezTo>
                      <a:pt x="234" y="8099"/>
                      <a:pt x="234" y="8073"/>
                      <a:pt x="234" y="8047"/>
                    </a:cubicBezTo>
                    <a:cubicBezTo>
                      <a:pt x="260" y="8047"/>
                      <a:pt x="286" y="8047"/>
                      <a:pt x="312" y="8047"/>
                    </a:cubicBezTo>
                    <a:cubicBezTo>
                      <a:pt x="312" y="7918"/>
                      <a:pt x="312" y="7789"/>
                      <a:pt x="312" y="7656"/>
                    </a:cubicBezTo>
                    <a:cubicBezTo>
                      <a:pt x="287" y="7656"/>
                      <a:pt x="261" y="7656"/>
                      <a:pt x="234" y="7656"/>
                    </a:cubicBezTo>
                    <a:cubicBezTo>
                      <a:pt x="234" y="7270"/>
                      <a:pt x="234" y="6883"/>
                      <a:pt x="234" y="6484"/>
                    </a:cubicBezTo>
                    <a:cubicBezTo>
                      <a:pt x="260" y="6484"/>
                      <a:pt x="286" y="6484"/>
                      <a:pt x="312" y="6484"/>
                    </a:cubicBezTo>
                    <a:cubicBezTo>
                      <a:pt x="312" y="6407"/>
                      <a:pt x="312" y="6330"/>
                      <a:pt x="312" y="6250"/>
                    </a:cubicBezTo>
                    <a:cubicBezTo>
                      <a:pt x="287" y="6250"/>
                      <a:pt x="261" y="6250"/>
                      <a:pt x="234" y="6250"/>
                    </a:cubicBezTo>
                    <a:cubicBezTo>
                      <a:pt x="234" y="6095"/>
                      <a:pt x="234" y="5941"/>
                      <a:pt x="234" y="5781"/>
                    </a:cubicBezTo>
                    <a:cubicBezTo>
                      <a:pt x="260" y="5781"/>
                      <a:pt x="286" y="5781"/>
                      <a:pt x="312" y="5781"/>
                    </a:cubicBezTo>
                    <a:cubicBezTo>
                      <a:pt x="312" y="5704"/>
                      <a:pt x="312" y="5627"/>
                      <a:pt x="312" y="5547"/>
                    </a:cubicBezTo>
                    <a:cubicBezTo>
                      <a:pt x="287" y="5547"/>
                      <a:pt x="261" y="5547"/>
                      <a:pt x="234" y="5547"/>
                    </a:cubicBezTo>
                    <a:cubicBezTo>
                      <a:pt x="234" y="5418"/>
                      <a:pt x="234" y="5289"/>
                      <a:pt x="234" y="5156"/>
                    </a:cubicBezTo>
                    <a:cubicBezTo>
                      <a:pt x="260" y="5156"/>
                      <a:pt x="286" y="5156"/>
                      <a:pt x="312" y="5156"/>
                    </a:cubicBezTo>
                    <a:cubicBezTo>
                      <a:pt x="312" y="5105"/>
                      <a:pt x="312" y="5053"/>
                      <a:pt x="312" y="5000"/>
                    </a:cubicBezTo>
                    <a:cubicBezTo>
                      <a:pt x="287" y="5000"/>
                      <a:pt x="261" y="5000"/>
                      <a:pt x="234" y="5000"/>
                    </a:cubicBezTo>
                    <a:cubicBezTo>
                      <a:pt x="234" y="4536"/>
                      <a:pt x="234" y="4072"/>
                      <a:pt x="234" y="3594"/>
                    </a:cubicBezTo>
                    <a:cubicBezTo>
                      <a:pt x="183" y="3594"/>
                      <a:pt x="131" y="3594"/>
                      <a:pt x="78" y="3594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42" name="ICON_TOOL_SPECTRAL_path_011"/>
              <p:cNvSpPr/>
              <p:nvPr/>
            </p:nvSpPr>
            <p:spPr>
              <a:xfrm>
                <a:off x="5181203" y="4185543"/>
                <a:ext cx="6945" cy="91281"/>
              </a:xfrm>
              <a:custGeom>
                <a:avLst/>
                <a:gdLst/>
                <a:ahLst/>
                <a:cxnLst/>
                <a:rect l="0" t="0" r="r" b="b"/>
                <a:pathLst>
                  <a:path w="547" h="7188" fill="norm" stroke="0">
                    <a:moveTo>
                      <a:pt x="312" y="0"/>
                    </a:moveTo>
                    <a:cubicBezTo>
                      <a:pt x="390" y="0"/>
                      <a:pt x="467" y="0"/>
                      <a:pt x="547" y="0"/>
                    </a:cubicBezTo>
                    <a:cubicBezTo>
                      <a:pt x="547" y="2346"/>
                      <a:pt x="547" y="4692"/>
                      <a:pt x="547" y="7109"/>
                    </a:cubicBezTo>
                    <a:cubicBezTo>
                      <a:pt x="521" y="7109"/>
                      <a:pt x="495" y="7109"/>
                      <a:pt x="469" y="7109"/>
                    </a:cubicBezTo>
                    <a:cubicBezTo>
                      <a:pt x="469" y="7135"/>
                      <a:pt x="469" y="7161"/>
                      <a:pt x="469" y="7188"/>
                    </a:cubicBezTo>
                    <a:cubicBezTo>
                      <a:pt x="340" y="7188"/>
                      <a:pt x="211" y="7188"/>
                      <a:pt x="78" y="7188"/>
                    </a:cubicBezTo>
                    <a:cubicBezTo>
                      <a:pt x="78" y="7162"/>
                      <a:pt x="78" y="7136"/>
                      <a:pt x="78" y="7109"/>
                    </a:cubicBezTo>
                    <a:cubicBezTo>
                      <a:pt x="52" y="7109"/>
                      <a:pt x="27" y="7109"/>
                      <a:pt x="0" y="7109"/>
                    </a:cubicBezTo>
                    <a:cubicBezTo>
                      <a:pt x="0" y="5537"/>
                      <a:pt x="0" y="3964"/>
                      <a:pt x="0" y="2344"/>
                    </a:cubicBezTo>
                    <a:cubicBezTo>
                      <a:pt x="26" y="2344"/>
                      <a:pt x="52" y="2344"/>
                      <a:pt x="78" y="2344"/>
                    </a:cubicBezTo>
                    <a:cubicBezTo>
                      <a:pt x="78" y="2653"/>
                      <a:pt x="78" y="2962"/>
                      <a:pt x="78" y="3281"/>
                    </a:cubicBezTo>
                    <a:cubicBezTo>
                      <a:pt x="130" y="3281"/>
                      <a:pt x="181" y="3281"/>
                      <a:pt x="234" y="3281"/>
                    </a:cubicBezTo>
                    <a:cubicBezTo>
                      <a:pt x="234" y="2791"/>
                      <a:pt x="234" y="2302"/>
                      <a:pt x="234" y="1797"/>
                    </a:cubicBezTo>
                    <a:cubicBezTo>
                      <a:pt x="209" y="1797"/>
                      <a:pt x="183" y="1797"/>
                      <a:pt x="156" y="1797"/>
                    </a:cubicBezTo>
                    <a:cubicBezTo>
                      <a:pt x="156" y="1745"/>
                      <a:pt x="156" y="1694"/>
                      <a:pt x="156" y="1641"/>
                    </a:cubicBezTo>
                    <a:cubicBezTo>
                      <a:pt x="182" y="1641"/>
                      <a:pt x="208" y="1641"/>
                      <a:pt x="234" y="1641"/>
                    </a:cubicBezTo>
                    <a:cubicBezTo>
                      <a:pt x="234" y="1305"/>
                      <a:pt x="234" y="970"/>
                      <a:pt x="234" y="625"/>
                    </a:cubicBezTo>
                    <a:cubicBezTo>
                      <a:pt x="260" y="625"/>
                      <a:pt x="286" y="625"/>
                      <a:pt x="312" y="625"/>
                    </a:cubicBezTo>
                    <a:cubicBezTo>
                      <a:pt x="312" y="573"/>
                      <a:pt x="312" y="522"/>
                      <a:pt x="312" y="469"/>
                    </a:cubicBezTo>
                    <a:cubicBezTo>
                      <a:pt x="287" y="469"/>
                      <a:pt x="261" y="469"/>
                      <a:pt x="234" y="469"/>
                    </a:cubicBezTo>
                    <a:cubicBezTo>
                      <a:pt x="234" y="391"/>
                      <a:pt x="234" y="314"/>
                      <a:pt x="234" y="234"/>
                    </a:cubicBezTo>
                    <a:cubicBezTo>
                      <a:pt x="312" y="234"/>
                      <a:pt x="389" y="234"/>
                      <a:pt x="469" y="234"/>
                    </a:cubicBezTo>
                    <a:cubicBezTo>
                      <a:pt x="469" y="209"/>
                      <a:pt x="469" y="183"/>
                      <a:pt x="469" y="156"/>
                    </a:cubicBezTo>
                    <a:cubicBezTo>
                      <a:pt x="417" y="156"/>
                      <a:pt x="366" y="156"/>
                      <a:pt x="312" y="156"/>
                    </a:cubicBezTo>
                    <a:cubicBezTo>
                      <a:pt x="312" y="105"/>
                      <a:pt x="312" y="53"/>
                      <a:pt x="31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43" name="ICON_TOOL_SPECTRAL_path_012"/>
              <p:cNvSpPr/>
              <p:nvPr/>
            </p:nvSpPr>
            <p:spPr>
              <a:xfrm>
                <a:off x="5139531" y="4281785"/>
                <a:ext cx="237133" cy="2977"/>
              </a:xfrm>
              <a:custGeom>
                <a:avLst/>
                <a:gdLst/>
                <a:ahLst/>
                <a:cxnLst/>
                <a:rect l="0" t="0" r="r" b="b"/>
                <a:pathLst>
                  <a:path w="18672" h="234" fill="norm" stroke="0">
                    <a:moveTo>
                      <a:pt x="0" y="0"/>
                    </a:moveTo>
                    <a:cubicBezTo>
                      <a:pt x="5" y="1"/>
                      <a:pt x="5" y="1"/>
                      <a:pt x="32" y="8"/>
                    </a:cubicBezTo>
                    <a:cubicBezTo>
                      <a:pt x="191" y="45"/>
                      <a:pt x="346" y="45"/>
                      <a:pt x="508" y="44"/>
                    </a:cubicBezTo>
                    <a:cubicBezTo>
                      <a:pt x="540" y="45"/>
                      <a:pt x="571" y="45"/>
                      <a:pt x="603" y="45"/>
                    </a:cubicBezTo>
                    <a:cubicBezTo>
                      <a:pt x="690" y="45"/>
                      <a:pt x="778" y="45"/>
                      <a:pt x="865" y="45"/>
                    </a:cubicBezTo>
                    <a:cubicBezTo>
                      <a:pt x="960" y="45"/>
                      <a:pt x="1054" y="46"/>
                      <a:pt x="1149" y="46"/>
                    </a:cubicBezTo>
                    <a:cubicBezTo>
                      <a:pt x="1316" y="46"/>
                      <a:pt x="1482" y="47"/>
                      <a:pt x="1648" y="47"/>
                    </a:cubicBezTo>
                    <a:cubicBezTo>
                      <a:pt x="1827" y="47"/>
                      <a:pt x="2005" y="47"/>
                      <a:pt x="2183" y="48"/>
                    </a:cubicBezTo>
                    <a:cubicBezTo>
                      <a:pt x="2195" y="48"/>
                      <a:pt x="2206" y="48"/>
                      <a:pt x="2217" y="48"/>
                    </a:cubicBezTo>
                    <a:cubicBezTo>
                      <a:pt x="2275" y="48"/>
                      <a:pt x="2332" y="48"/>
                      <a:pt x="2390" y="48"/>
                    </a:cubicBezTo>
                    <a:cubicBezTo>
                      <a:pt x="2806" y="49"/>
                      <a:pt x="3222" y="50"/>
                      <a:pt x="3638" y="50"/>
                    </a:cubicBezTo>
                    <a:cubicBezTo>
                      <a:pt x="4050" y="51"/>
                      <a:pt x="4461" y="52"/>
                      <a:pt x="4873" y="53"/>
                    </a:cubicBezTo>
                    <a:cubicBezTo>
                      <a:pt x="4886" y="53"/>
                      <a:pt x="4899" y="53"/>
                      <a:pt x="4912" y="53"/>
                    </a:cubicBezTo>
                    <a:cubicBezTo>
                      <a:pt x="5029" y="53"/>
                      <a:pt x="5146" y="53"/>
                      <a:pt x="5263" y="53"/>
                    </a:cubicBezTo>
                    <a:cubicBezTo>
                      <a:pt x="5553" y="54"/>
                      <a:pt x="5844" y="55"/>
                      <a:pt x="6134" y="55"/>
                    </a:cubicBezTo>
                    <a:cubicBezTo>
                      <a:pt x="6147" y="55"/>
                      <a:pt x="6161" y="55"/>
                      <a:pt x="6174" y="55"/>
                    </a:cubicBezTo>
                    <a:cubicBezTo>
                      <a:pt x="6817" y="56"/>
                      <a:pt x="7461" y="58"/>
                      <a:pt x="8104" y="59"/>
                    </a:cubicBezTo>
                    <a:cubicBezTo>
                      <a:pt x="8327" y="59"/>
                      <a:pt x="8551" y="59"/>
                      <a:pt x="8774" y="60"/>
                    </a:cubicBezTo>
                    <a:cubicBezTo>
                      <a:pt x="8781" y="60"/>
                      <a:pt x="8781" y="60"/>
                      <a:pt x="8816" y="60"/>
                    </a:cubicBezTo>
                    <a:cubicBezTo>
                      <a:pt x="9459" y="61"/>
                      <a:pt x="10103" y="62"/>
                      <a:pt x="10747" y="64"/>
                    </a:cubicBezTo>
                    <a:cubicBezTo>
                      <a:pt x="10789" y="64"/>
                      <a:pt x="10830" y="64"/>
                      <a:pt x="10872" y="64"/>
                    </a:cubicBezTo>
                    <a:cubicBezTo>
                      <a:pt x="11149" y="64"/>
                      <a:pt x="11426" y="65"/>
                      <a:pt x="11703" y="65"/>
                    </a:cubicBezTo>
                    <a:cubicBezTo>
                      <a:pt x="12254" y="66"/>
                      <a:pt x="12805" y="67"/>
                      <a:pt x="13356" y="69"/>
                    </a:cubicBezTo>
                    <a:cubicBezTo>
                      <a:pt x="13382" y="69"/>
                      <a:pt x="13409" y="69"/>
                      <a:pt x="13435" y="69"/>
                    </a:cubicBezTo>
                    <a:cubicBezTo>
                      <a:pt x="14616" y="71"/>
                      <a:pt x="15798" y="73"/>
                      <a:pt x="16979" y="75"/>
                    </a:cubicBezTo>
                    <a:cubicBezTo>
                      <a:pt x="16990" y="75"/>
                      <a:pt x="17001" y="75"/>
                      <a:pt x="17012" y="75"/>
                    </a:cubicBezTo>
                    <a:cubicBezTo>
                      <a:pt x="17566" y="76"/>
                      <a:pt x="18119" y="77"/>
                      <a:pt x="18672" y="78"/>
                    </a:cubicBezTo>
                    <a:cubicBezTo>
                      <a:pt x="18655" y="117"/>
                      <a:pt x="18655" y="117"/>
                      <a:pt x="18633" y="156"/>
                    </a:cubicBezTo>
                    <a:cubicBezTo>
                      <a:pt x="18593" y="164"/>
                      <a:pt x="18564" y="166"/>
                      <a:pt x="18524" y="165"/>
                    </a:cubicBezTo>
                    <a:cubicBezTo>
                      <a:pt x="18513" y="165"/>
                      <a:pt x="18502" y="165"/>
                      <a:pt x="18491" y="165"/>
                    </a:cubicBezTo>
                    <a:cubicBezTo>
                      <a:pt x="18454" y="165"/>
                      <a:pt x="18418" y="164"/>
                      <a:pt x="18381" y="164"/>
                    </a:cubicBezTo>
                    <a:cubicBezTo>
                      <a:pt x="18356" y="164"/>
                      <a:pt x="18331" y="164"/>
                      <a:pt x="18305" y="164"/>
                    </a:cubicBezTo>
                    <a:cubicBezTo>
                      <a:pt x="18238" y="163"/>
                      <a:pt x="18172" y="162"/>
                      <a:pt x="18105" y="162"/>
                    </a:cubicBezTo>
                    <a:cubicBezTo>
                      <a:pt x="18037" y="161"/>
                      <a:pt x="17969" y="160"/>
                      <a:pt x="17901" y="160"/>
                    </a:cubicBezTo>
                    <a:cubicBezTo>
                      <a:pt x="17767" y="159"/>
                      <a:pt x="17634" y="158"/>
                      <a:pt x="17500" y="156"/>
                    </a:cubicBezTo>
                    <a:cubicBezTo>
                      <a:pt x="17500" y="182"/>
                      <a:pt x="17500" y="208"/>
                      <a:pt x="17500" y="234"/>
                    </a:cubicBezTo>
                    <a:cubicBezTo>
                      <a:pt x="17371" y="234"/>
                      <a:pt x="17242" y="234"/>
                      <a:pt x="17109" y="234"/>
                    </a:cubicBezTo>
                    <a:cubicBezTo>
                      <a:pt x="17109" y="209"/>
                      <a:pt x="17109" y="183"/>
                      <a:pt x="17109" y="156"/>
                    </a:cubicBezTo>
                    <a:cubicBezTo>
                      <a:pt x="12005" y="156"/>
                      <a:pt x="6900" y="156"/>
                      <a:pt x="1641" y="156"/>
                    </a:cubicBezTo>
                    <a:cubicBezTo>
                      <a:pt x="1641" y="182"/>
                      <a:pt x="1641" y="208"/>
                      <a:pt x="1641" y="234"/>
                    </a:cubicBezTo>
                    <a:cubicBezTo>
                      <a:pt x="1460" y="234"/>
                      <a:pt x="1280" y="234"/>
                      <a:pt x="1094" y="234"/>
                    </a:cubicBezTo>
                    <a:cubicBezTo>
                      <a:pt x="1094" y="209"/>
                      <a:pt x="1094" y="183"/>
                      <a:pt x="1094" y="156"/>
                    </a:cubicBezTo>
                    <a:cubicBezTo>
                      <a:pt x="1087" y="156"/>
                      <a:pt x="1087" y="156"/>
                      <a:pt x="1055" y="157"/>
                    </a:cubicBezTo>
                    <a:cubicBezTo>
                      <a:pt x="936" y="158"/>
                      <a:pt x="817" y="160"/>
                      <a:pt x="699" y="160"/>
                    </a:cubicBezTo>
                    <a:cubicBezTo>
                      <a:pt x="637" y="161"/>
                      <a:pt x="576" y="161"/>
                      <a:pt x="515" y="162"/>
                    </a:cubicBezTo>
                    <a:cubicBezTo>
                      <a:pt x="456" y="163"/>
                      <a:pt x="397" y="163"/>
                      <a:pt x="338" y="164"/>
                    </a:cubicBezTo>
                    <a:cubicBezTo>
                      <a:pt x="315" y="164"/>
                      <a:pt x="293" y="164"/>
                      <a:pt x="270" y="164"/>
                    </a:cubicBezTo>
                    <a:cubicBezTo>
                      <a:pt x="239" y="165"/>
                      <a:pt x="207" y="165"/>
                      <a:pt x="176" y="165"/>
                    </a:cubicBezTo>
                    <a:cubicBezTo>
                      <a:pt x="158" y="165"/>
                      <a:pt x="140" y="165"/>
                      <a:pt x="121" y="166"/>
                    </a:cubicBezTo>
                    <a:cubicBezTo>
                      <a:pt x="78" y="156"/>
                      <a:pt x="78" y="156"/>
                      <a:pt x="55" y="122"/>
                    </a:cubicBezTo>
                    <a:cubicBezTo>
                      <a:pt x="50" y="107"/>
                      <a:pt x="44" y="93"/>
                      <a:pt x="39" y="78"/>
                    </a:cubicBezTo>
                    <a:cubicBezTo>
                      <a:pt x="26" y="52"/>
                      <a:pt x="13" y="2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44" name="ICON_TOOL_SPECTRAL_path_013"/>
              <p:cNvSpPr/>
              <p:nvPr/>
            </p:nvSpPr>
            <p:spPr>
              <a:xfrm>
                <a:off x="5289352" y="4118074"/>
                <a:ext cx="7938" cy="158750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2500" fill="norm" stroke="0">
                    <a:moveTo>
                      <a:pt x="0" y="0"/>
                    </a:moveTo>
                    <a:cubicBezTo>
                      <a:pt x="26" y="0"/>
                      <a:pt x="52" y="0"/>
                      <a:pt x="78" y="0"/>
                    </a:cubicBezTo>
                    <a:cubicBezTo>
                      <a:pt x="78" y="52"/>
                      <a:pt x="78" y="103"/>
                      <a:pt x="78" y="156"/>
                    </a:cubicBezTo>
                    <a:cubicBezTo>
                      <a:pt x="104" y="156"/>
                      <a:pt x="130" y="156"/>
                      <a:pt x="156" y="156"/>
                    </a:cubicBezTo>
                    <a:cubicBezTo>
                      <a:pt x="156" y="363"/>
                      <a:pt x="156" y="569"/>
                      <a:pt x="156" y="781"/>
                    </a:cubicBezTo>
                    <a:cubicBezTo>
                      <a:pt x="130" y="781"/>
                      <a:pt x="105" y="781"/>
                      <a:pt x="78" y="781"/>
                    </a:cubicBezTo>
                    <a:cubicBezTo>
                      <a:pt x="78" y="1168"/>
                      <a:pt x="78" y="1555"/>
                      <a:pt x="78" y="1953"/>
                    </a:cubicBezTo>
                    <a:cubicBezTo>
                      <a:pt x="104" y="1953"/>
                      <a:pt x="130" y="1953"/>
                      <a:pt x="156" y="1953"/>
                    </a:cubicBezTo>
                    <a:cubicBezTo>
                      <a:pt x="156" y="2314"/>
                      <a:pt x="156" y="2675"/>
                      <a:pt x="156" y="3047"/>
                    </a:cubicBezTo>
                    <a:cubicBezTo>
                      <a:pt x="130" y="3047"/>
                      <a:pt x="105" y="3047"/>
                      <a:pt x="78" y="3047"/>
                    </a:cubicBezTo>
                    <a:cubicBezTo>
                      <a:pt x="78" y="3562"/>
                      <a:pt x="78" y="4078"/>
                      <a:pt x="78" y="4609"/>
                    </a:cubicBezTo>
                    <a:cubicBezTo>
                      <a:pt x="104" y="4609"/>
                      <a:pt x="130" y="4609"/>
                      <a:pt x="156" y="4609"/>
                    </a:cubicBezTo>
                    <a:cubicBezTo>
                      <a:pt x="156" y="4661"/>
                      <a:pt x="156" y="4712"/>
                      <a:pt x="156" y="4766"/>
                    </a:cubicBezTo>
                    <a:cubicBezTo>
                      <a:pt x="130" y="4766"/>
                      <a:pt x="105" y="4766"/>
                      <a:pt x="78" y="4766"/>
                    </a:cubicBezTo>
                    <a:cubicBezTo>
                      <a:pt x="78" y="4817"/>
                      <a:pt x="78" y="4869"/>
                      <a:pt x="78" y="4922"/>
                    </a:cubicBezTo>
                    <a:cubicBezTo>
                      <a:pt x="104" y="4922"/>
                      <a:pt x="130" y="4922"/>
                      <a:pt x="156" y="4922"/>
                    </a:cubicBezTo>
                    <a:cubicBezTo>
                      <a:pt x="156" y="4973"/>
                      <a:pt x="156" y="5025"/>
                      <a:pt x="156" y="5078"/>
                    </a:cubicBezTo>
                    <a:cubicBezTo>
                      <a:pt x="130" y="5078"/>
                      <a:pt x="105" y="5078"/>
                      <a:pt x="78" y="5078"/>
                    </a:cubicBezTo>
                    <a:cubicBezTo>
                      <a:pt x="78" y="5130"/>
                      <a:pt x="78" y="5181"/>
                      <a:pt x="78" y="5234"/>
                    </a:cubicBezTo>
                    <a:cubicBezTo>
                      <a:pt x="104" y="5234"/>
                      <a:pt x="130" y="5234"/>
                      <a:pt x="156" y="5234"/>
                    </a:cubicBezTo>
                    <a:cubicBezTo>
                      <a:pt x="156" y="5312"/>
                      <a:pt x="156" y="5389"/>
                      <a:pt x="156" y="5469"/>
                    </a:cubicBezTo>
                    <a:cubicBezTo>
                      <a:pt x="130" y="5469"/>
                      <a:pt x="105" y="5469"/>
                      <a:pt x="78" y="5469"/>
                    </a:cubicBezTo>
                    <a:cubicBezTo>
                      <a:pt x="78" y="5598"/>
                      <a:pt x="78" y="5727"/>
                      <a:pt x="78" y="5859"/>
                    </a:cubicBezTo>
                    <a:cubicBezTo>
                      <a:pt x="104" y="5859"/>
                      <a:pt x="130" y="5859"/>
                      <a:pt x="156" y="5859"/>
                    </a:cubicBezTo>
                    <a:cubicBezTo>
                      <a:pt x="156" y="5911"/>
                      <a:pt x="156" y="5962"/>
                      <a:pt x="156" y="6016"/>
                    </a:cubicBezTo>
                    <a:cubicBezTo>
                      <a:pt x="130" y="6016"/>
                      <a:pt x="105" y="6016"/>
                      <a:pt x="78" y="6016"/>
                    </a:cubicBezTo>
                    <a:cubicBezTo>
                      <a:pt x="78" y="6145"/>
                      <a:pt x="78" y="6273"/>
                      <a:pt x="78" y="6406"/>
                    </a:cubicBezTo>
                    <a:cubicBezTo>
                      <a:pt x="104" y="6406"/>
                      <a:pt x="130" y="6406"/>
                      <a:pt x="156" y="6406"/>
                    </a:cubicBezTo>
                    <a:cubicBezTo>
                      <a:pt x="156" y="6561"/>
                      <a:pt x="156" y="6716"/>
                      <a:pt x="156" y="6875"/>
                    </a:cubicBezTo>
                    <a:cubicBezTo>
                      <a:pt x="130" y="6875"/>
                      <a:pt x="105" y="6875"/>
                      <a:pt x="78" y="6875"/>
                    </a:cubicBezTo>
                    <a:cubicBezTo>
                      <a:pt x="78" y="7159"/>
                      <a:pt x="78" y="7442"/>
                      <a:pt x="78" y="7734"/>
                    </a:cubicBezTo>
                    <a:cubicBezTo>
                      <a:pt x="104" y="7734"/>
                      <a:pt x="130" y="7734"/>
                      <a:pt x="156" y="7734"/>
                    </a:cubicBezTo>
                    <a:cubicBezTo>
                      <a:pt x="156" y="8147"/>
                      <a:pt x="156" y="8559"/>
                      <a:pt x="156" y="8984"/>
                    </a:cubicBezTo>
                    <a:cubicBezTo>
                      <a:pt x="130" y="8984"/>
                      <a:pt x="105" y="8984"/>
                      <a:pt x="78" y="8984"/>
                    </a:cubicBezTo>
                    <a:cubicBezTo>
                      <a:pt x="78" y="9113"/>
                      <a:pt x="78" y="9242"/>
                      <a:pt x="78" y="9375"/>
                    </a:cubicBezTo>
                    <a:cubicBezTo>
                      <a:pt x="104" y="9375"/>
                      <a:pt x="130" y="9375"/>
                      <a:pt x="156" y="9375"/>
                    </a:cubicBezTo>
                    <a:cubicBezTo>
                      <a:pt x="156" y="9659"/>
                      <a:pt x="156" y="9942"/>
                      <a:pt x="156" y="10234"/>
                    </a:cubicBezTo>
                    <a:cubicBezTo>
                      <a:pt x="130" y="10234"/>
                      <a:pt x="105" y="10234"/>
                      <a:pt x="78" y="10234"/>
                    </a:cubicBezTo>
                    <a:cubicBezTo>
                      <a:pt x="78" y="10389"/>
                      <a:pt x="78" y="10544"/>
                      <a:pt x="78" y="10703"/>
                    </a:cubicBezTo>
                    <a:cubicBezTo>
                      <a:pt x="104" y="10703"/>
                      <a:pt x="130" y="10703"/>
                      <a:pt x="156" y="10703"/>
                    </a:cubicBezTo>
                    <a:cubicBezTo>
                      <a:pt x="156" y="10832"/>
                      <a:pt x="156" y="10961"/>
                      <a:pt x="156" y="11094"/>
                    </a:cubicBezTo>
                    <a:cubicBezTo>
                      <a:pt x="130" y="11094"/>
                      <a:pt x="105" y="11094"/>
                      <a:pt x="78" y="11094"/>
                    </a:cubicBezTo>
                    <a:cubicBezTo>
                      <a:pt x="78" y="11300"/>
                      <a:pt x="78" y="11506"/>
                      <a:pt x="78" y="11719"/>
                    </a:cubicBezTo>
                    <a:cubicBezTo>
                      <a:pt x="104" y="11719"/>
                      <a:pt x="130" y="11719"/>
                      <a:pt x="156" y="11719"/>
                    </a:cubicBezTo>
                    <a:cubicBezTo>
                      <a:pt x="156" y="11796"/>
                      <a:pt x="156" y="11873"/>
                      <a:pt x="156" y="11953"/>
                    </a:cubicBezTo>
                    <a:cubicBezTo>
                      <a:pt x="130" y="11953"/>
                      <a:pt x="105" y="11953"/>
                      <a:pt x="78" y="11953"/>
                    </a:cubicBezTo>
                    <a:cubicBezTo>
                      <a:pt x="78" y="12082"/>
                      <a:pt x="78" y="12211"/>
                      <a:pt x="78" y="12344"/>
                    </a:cubicBezTo>
                    <a:cubicBezTo>
                      <a:pt x="207" y="12344"/>
                      <a:pt x="336" y="12344"/>
                      <a:pt x="469" y="12344"/>
                    </a:cubicBezTo>
                    <a:cubicBezTo>
                      <a:pt x="469" y="12370"/>
                      <a:pt x="469" y="12395"/>
                      <a:pt x="469" y="12422"/>
                    </a:cubicBezTo>
                    <a:cubicBezTo>
                      <a:pt x="520" y="12422"/>
                      <a:pt x="572" y="12422"/>
                      <a:pt x="625" y="12422"/>
                    </a:cubicBezTo>
                    <a:cubicBezTo>
                      <a:pt x="625" y="12448"/>
                      <a:pt x="625" y="12473"/>
                      <a:pt x="625" y="12500"/>
                    </a:cubicBezTo>
                    <a:cubicBezTo>
                      <a:pt x="470" y="12500"/>
                      <a:pt x="316" y="12500"/>
                      <a:pt x="156" y="12500"/>
                    </a:cubicBezTo>
                    <a:cubicBezTo>
                      <a:pt x="156" y="12474"/>
                      <a:pt x="156" y="12448"/>
                      <a:pt x="156" y="12422"/>
                    </a:cubicBezTo>
                    <a:cubicBezTo>
                      <a:pt x="105" y="12422"/>
                      <a:pt x="53" y="12422"/>
                      <a:pt x="0" y="12422"/>
                    </a:cubicBezTo>
                    <a:cubicBezTo>
                      <a:pt x="0" y="8323"/>
                      <a:pt x="0" y="422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45" name="ICON_TOOL_SPECTRAL_path_014"/>
              <p:cNvSpPr/>
              <p:nvPr/>
            </p:nvSpPr>
            <p:spPr>
              <a:xfrm>
                <a:off x="5329039" y="4210348"/>
                <a:ext cx="2977" cy="57547"/>
              </a:xfrm>
              <a:custGeom>
                <a:avLst/>
                <a:gdLst/>
                <a:ahLst/>
                <a:cxnLst/>
                <a:rect l="0" t="0" r="r" b="b"/>
                <a:pathLst>
                  <a:path w="234" h="4531" fill="norm" stroke="0">
                    <a:moveTo>
                      <a:pt x="0" y="0"/>
                    </a:moveTo>
                    <a:cubicBezTo>
                      <a:pt x="52" y="0"/>
                      <a:pt x="103" y="0"/>
                      <a:pt x="156" y="0"/>
                    </a:cubicBezTo>
                    <a:cubicBezTo>
                      <a:pt x="156" y="464"/>
                      <a:pt x="156" y="928"/>
                      <a:pt x="156" y="1406"/>
                    </a:cubicBezTo>
                    <a:cubicBezTo>
                      <a:pt x="182" y="1406"/>
                      <a:pt x="208" y="1406"/>
                      <a:pt x="234" y="1406"/>
                    </a:cubicBezTo>
                    <a:cubicBezTo>
                      <a:pt x="234" y="1458"/>
                      <a:pt x="234" y="1509"/>
                      <a:pt x="234" y="1562"/>
                    </a:cubicBezTo>
                    <a:cubicBezTo>
                      <a:pt x="209" y="1562"/>
                      <a:pt x="183" y="1562"/>
                      <a:pt x="156" y="1562"/>
                    </a:cubicBezTo>
                    <a:cubicBezTo>
                      <a:pt x="156" y="1691"/>
                      <a:pt x="156" y="1820"/>
                      <a:pt x="156" y="1953"/>
                    </a:cubicBezTo>
                    <a:cubicBezTo>
                      <a:pt x="182" y="1953"/>
                      <a:pt x="208" y="1953"/>
                      <a:pt x="234" y="1953"/>
                    </a:cubicBezTo>
                    <a:cubicBezTo>
                      <a:pt x="234" y="2030"/>
                      <a:pt x="234" y="2108"/>
                      <a:pt x="234" y="2188"/>
                    </a:cubicBezTo>
                    <a:cubicBezTo>
                      <a:pt x="209" y="2188"/>
                      <a:pt x="183" y="2188"/>
                      <a:pt x="156" y="2188"/>
                    </a:cubicBezTo>
                    <a:cubicBezTo>
                      <a:pt x="156" y="2342"/>
                      <a:pt x="156" y="2497"/>
                      <a:pt x="156" y="2656"/>
                    </a:cubicBezTo>
                    <a:cubicBezTo>
                      <a:pt x="182" y="2656"/>
                      <a:pt x="208" y="2656"/>
                      <a:pt x="234" y="2656"/>
                    </a:cubicBezTo>
                    <a:cubicBezTo>
                      <a:pt x="234" y="2734"/>
                      <a:pt x="234" y="2811"/>
                      <a:pt x="234" y="2891"/>
                    </a:cubicBezTo>
                    <a:cubicBezTo>
                      <a:pt x="209" y="2891"/>
                      <a:pt x="183" y="2891"/>
                      <a:pt x="156" y="2891"/>
                    </a:cubicBezTo>
                    <a:cubicBezTo>
                      <a:pt x="156" y="3277"/>
                      <a:pt x="156" y="3664"/>
                      <a:pt x="156" y="4062"/>
                    </a:cubicBezTo>
                    <a:cubicBezTo>
                      <a:pt x="182" y="4062"/>
                      <a:pt x="208" y="4062"/>
                      <a:pt x="234" y="4062"/>
                    </a:cubicBezTo>
                    <a:cubicBezTo>
                      <a:pt x="234" y="4191"/>
                      <a:pt x="234" y="4320"/>
                      <a:pt x="234" y="4453"/>
                    </a:cubicBezTo>
                    <a:cubicBezTo>
                      <a:pt x="209" y="4453"/>
                      <a:pt x="183" y="4453"/>
                      <a:pt x="156" y="4453"/>
                    </a:cubicBezTo>
                    <a:cubicBezTo>
                      <a:pt x="156" y="4479"/>
                      <a:pt x="156" y="4505"/>
                      <a:pt x="156" y="4531"/>
                    </a:cubicBezTo>
                    <a:cubicBezTo>
                      <a:pt x="105" y="4531"/>
                      <a:pt x="53" y="4531"/>
                      <a:pt x="0" y="4531"/>
                    </a:cubicBezTo>
                    <a:cubicBezTo>
                      <a:pt x="0" y="3036"/>
                      <a:pt x="0" y="15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6" cap="flat">
                <a:noFill/>
              </a:ln>
            </p:spPr>
          </p:sp>
          <p:sp>
            <p:nvSpPr>
              <p:cNvPr id="1146" name="ICON_TOOL_SPECTRAL_path_015"/>
              <p:cNvSpPr/>
              <p:nvPr/>
            </p:nvSpPr>
            <p:spPr>
              <a:xfrm>
                <a:off x="5364758" y="4204395"/>
                <a:ext cx="11906" cy="72430"/>
              </a:xfrm>
              <a:custGeom>
                <a:avLst/>
                <a:gdLst/>
                <a:ahLst/>
                <a:cxnLst/>
                <a:rect l="0" t="0" r="r" b="b"/>
                <a:pathLst>
                  <a:path w="938" h="5703" fill="norm" stroke="0">
                    <a:moveTo>
                      <a:pt x="0" y="0"/>
                    </a:moveTo>
                    <a:cubicBezTo>
                      <a:pt x="26" y="0"/>
                      <a:pt x="52" y="0"/>
                      <a:pt x="78" y="0"/>
                    </a:cubicBezTo>
                    <a:cubicBezTo>
                      <a:pt x="78" y="1830"/>
                      <a:pt x="78" y="3661"/>
                      <a:pt x="78" y="5547"/>
                    </a:cubicBezTo>
                    <a:cubicBezTo>
                      <a:pt x="104" y="5547"/>
                      <a:pt x="130" y="5547"/>
                      <a:pt x="156" y="5547"/>
                    </a:cubicBezTo>
                    <a:cubicBezTo>
                      <a:pt x="156" y="5573"/>
                      <a:pt x="156" y="5598"/>
                      <a:pt x="156" y="5625"/>
                    </a:cubicBezTo>
                    <a:cubicBezTo>
                      <a:pt x="234" y="5625"/>
                      <a:pt x="311" y="5625"/>
                      <a:pt x="391" y="5625"/>
                    </a:cubicBezTo>
                    <a:cubicBezTo>
                      <a:pt x="391" y="5599"/>
                      <a:pt x="391" y="5573"/>
                      <a:pt x="391" y="5547"/>
                    </a:cubicBezTo>
                    <a:cubicBezTo>
                      <a:pt x="520" y="5547"/>
                      <a:pt x="648" y="5547"/>
                      <a:pt x="781" y="5547"/>
                    </a:cubicBezTo>
                    <a:cubicBezTo>
                      <a:pt x="781" y="5573"/>
                      <a:pt x="781" y="5598"/>
                      <a:pt x="781" y="5625"/>
                    </a:cubicBezTo>
                    <a:cubicBezTo>
                      <a:pt x="833" y="5625"/>
                      <a:pt x="884" y="5625"/>
                      <a:pt x="938" y="5625"/>
                    </a:cubicBezTo>
                    <a:cubicBezTo>
                      <a:pt x="938" y="5651"/>
                      <a:pt x="938" y="5677"/>
                      <a:pt x="938" y="5703"/>
                    </a:cubicBezTo>
                    <a:cubicBezTo>
                      <a:pt x="654" y="5703"/>
                      <a:pt x="370" y="5703"/>
                      <a:pt x="78" y="5703"/>
                    </a:cubicBezTo>
                    <a:cubicBezTo>
                      <a:pt x="78" y="5677"/>
                      <a:pt x="78" y="5652"/>
                      <a:pt x="78" y="5625"/>
                    </a:cubicBezTo>
                    <a:cubicBezTo>
                      <a:pt x="52" y="5625"/>
                      <a:pt x="27" y="5625"/>
                      <a:pt x="0" y="5625"/>
                    </a:cubicBezTo>
                    <a:cubicBezTo>
                      <a:pt x="0" y="3769"/>
                      <a:pt x="0" y="191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47" name="ICON_TOOL_SPECTRAL_path_016"/>
              <p:cNvSpPr/>
              <p:nvPr/>
            </p:nvSpPr>
            <p:spPr>
              <a:xfrm>
                <a:off x="5141516" y="4215309"/>
                <a:ext cx="12898" cy="61516"/>
              </a:xfrm>
              <a:custGeom>
                <a:avLst/>
                <a:gdLst/>
                <a:ahLst/>
                <a:cxnLst/>
                <a:rect l="0" t="0" r="r" b="b"/>
                <a:pathLst>
                  <a:path w="1016" h="4844" fill="norm" stroke="0">
                    <a:moveTo>
                      <a:pt x="938" y="0"/>
                    </a:moveTo>
                    <a:cubicBezTo>
                      <a:pt x="963" y="0"/>
                      <a:pt x="989" y="0"/>
                      <a:pt x="1016" y="0"/>
                    </a:cubicBezTo>
                    <a:cubicBezTo>
                      <a:pt x="1016" y="1573"/>
                      <a:pt x="1016" y="3145"/>
                      <a:pt x="1016" y="4766"/>
                    </a:cubicBezTo>
                    <a:cubicBezTo>
                      <a:pt x="990" y="4766"/>
                      <a:pt x="964" y="4766"/>
                      <a:pt x="938" y="4766"/>
                    </a:cubicBezTo>
                    <a:cubicBezTo>
                      <a:pt x="938" y="4791"/>
                      <a:pt x="938" y="4817"/>
                      <a:pt x="938" y="4844"/>
                    </a:cubicBezTo>
                    <a:cubicBezTo>
                      <a:pt x="628" y="4844"/>
                      <a:pt x="319" y="4844"/>
                      <a:pt x="0" y="4844"/>
                    </a:cubicBezTo>
                    <a:cubicBezTo>
                      <a:pt x="6" y="4831"/>
                      <a:pt x="6" y="4831"/>
                      <a:pt x="39" y="4766"/>
                    </a:cubicBezTo>
                    <a:cubicBezTo>
                      <a:pt x="75" y="4756"/>
                      <a:pt x="75" y="4756"/>
                      <a:pt x="119" y="4757"/>
                    </a:cubicBezTo>
                    <a:cubicBezTo>
                      <a:pt x="127" y="4757"/>
                      <a:pt x="127" y="4757"/>
                      <a:pt x="169" y="4757"/>
                    </a:cubicBezTo>
                    <a:cubicBezTo>
                      <a:pt x="186" y="4757"/>
                      <a:pt x="204" y="4758"/>
                      <a:pt x="222" y="4758"/>
                    </a:cubicBezTo>
                    <a:cubicBezTo>
                      <a:pt x="240" y="4758"/>
                      <a:pt x="259" y="4758"/>
                      <a:pt x="277" y="4758"/>
                    </a:cubicBezTo>
                    <a:cubicBezTo>
                      <a:pt x="326" y="4759"/>
                      <a:pt x="374" y="4759"/>
                      <a:pt x="422" y="4760"/>
                    </a:cubicBezTo>
                    <a:cubicBezTo>
                      <a:pt x="471" y="4761"/>
                      <a:pt x="520" y="4761"/>
                      <a:pt x="570" y="4762"/>
                    </a:cubicBezTo>
                    <a:cubicBezTo>
                      <a:pt x="666" y="4763"/>
                      <a:pt x="763" y="4764"/>
                      <a:pt x="859" y="4766"/>
                    </a:cubicBezTo>
                    <a:cubicBezTo>
                      <a:pt x="859" y="4740"/>
                      <a:pt x="859" y="4714"/>
                      <a:pt x="859" y="4688"/>
                    </a:cubicBezTo>
                    <a:cubicBezTo>
                      <a:pt x="885" y="4688"/>
                      <a:pt x="911" y="4688"/>
                      <a:pt x="938" y="4688"/>
                    </a:cubicBezTo>
                    <a:cubicBezTo>
                      <a:pt x="938" y="4275"/>
                      <a:pt x="938" y="3863"/>
                      <a:pt x="938" y="3438"/>
                    </a:cubicBezTo>
                    <a:cubicBezTo>
                      <a:pt x="912" y="3438"/>
                      <a:pt x="886" y="3438"/>
                      <a:pt x="859" y="3438"/>
                    </a:cubicBezTo>
                    <a:cubicBezTo>
                      <a:pt x="859" y="3412"/>
                      <a:pt x="859" y="3386"/>
                      <a:pt x="859" y="3359"/>
                    </a:cubicBezTo>
                    <a:cubicBezTo>
                      <a:pt x="885" y="3359"/>
                      <a:pt x="911" y="3359"/>
                      <a:pt x="938" y="3359"/>
                    </a:cubicBezTo>
                    <a:cubicBezTo>
                      <a:pt x="938" y="2792"/>
                      <a:pt x="938" y="2225"/>
                      <a:pt x="938" y="1641"/>
                    </a:cubicBezTo>
                    <a:cubicBezTo>
                      <a:pt x="912" y="1641"/>
                      <a:pt x="886" y="1641"/>
                      <a:pt x="859" y="1641"/>
                    </a:cubicBezTo>
                    <a:cubicBezTo>
                      <a:pt x="859" y="1512"/>
                      <a:pt x="859" y="1383"/>
                      <a:pt x="859" y="1250"/>
                    </a:cubicBezTo>
                    <a:cubicBezTo>
                      <a:pt x="885" y="1250"/>
                      <a:pt x="911" y="1250"/>
                      <a:pt x="938" y="1250"/>
                    </a:cubicBezTo>
                    <a:cubicBezTo>
                      <a:pt x="938" y="1173"/>
                      <a:pt x="938" y="1095"/>
                      <a:pt x="938" y="1016"/>
                    </a:cubicBezTo>
                    <a:cubicBezTo>
                      <a:pt x="912" y="1016"/>
                      <a:pt x="886" y="1016"/>
                      <a:pt x="859" y="1016"/>
                    </a:cubicBezTo>
                    <a:cubicBezTo>
                      <a:pt x="859" y="964"/>
                      <a:pt x="859" y="913"/>
                      <a:pt x="859" y="859"/>
                    </a:cubicBezTo>
                    <a:cubicBezTo>
                      <a:pt x="885" y="859"/>
                      <a:pt x="911" y="859"/>
                      <a:pt x="938" y="859"/>
                    </a:cubicBezTo>
                    <a:cubicBezTo>
                      <a:pt x="938" y="576"/>
                      <a:pt x="938" y="292"/>
                      <a:pt x="93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48" name="ICON_TOOL_SPECTRAL_path_017"/>
              <p:cNvSpPr/>
              <p:nvPr/>
            </p:nvSpPr>
            <p:spPr>
              <a:xfrm>
                <a:off x="5225852" y="4149824"/>
                <a:ext cx="19844" cy="3969"/>
              </a:xfrm>
              <a:custGeom>
                <a:avLst/>
                <a:gdLst/>
                <a:ahLst/>
                <a:cxnLst/>
                <a:rect l="0" t="0" r="r" b="b"/>
                <a:pathLst>
                  <a:path w="1562" h="312" fill="norm" stroke="0">
                    <a:moveTo>
                      <a:pt x="78" y="0"/>
                    </a:moveTo>
                    <a:cubicBezTo>
                      <a:pt x="491" y="0"/>
                      <a:pt x="903" y="0"/>
                      <a:pt x="1328" y="0"/>
                    </a:cubicBezTo>
                    <a:cubicBezTo>
                      <a:pt x="1328" y="52"/>
                      <a:pt x="1328" y="103"/>
                      <a:pt x="1328" y="156"/>
                    </a:cubicBezTo>
                    <a:cubicBezTo>
                      <a:pt x="1354" y="156"/>
                      <a:pt x="1380" y="156"/>
                      <a:pt x="1406" y="156"/>
                    </a:cubicBezTo>
                    <a:cubicBezTo>
                      <a:pt x="1406" y="182"/>
                      <a:pt x="1406" y="208"/>
                      <a:pt x="1406" y="234"/>
                    </a:cubicBezTo>
                    <a:cubicBezTo>
                      <a:pt x="1458" y="234"/>
                      <a:pt x="1509" y="234"/>
                      <a:pt x="1562" y="234"/>
                    </a:cubicBezTo>
                    <a:cubicBezTo>
                      <a:pt x="1562" y="260"/>
                      <a:pt x="1562" y="286"/>
                      <a:pt x="1562" y="312"/>
                    </a:cubicBezTo>
                    <a:cubicBezTo>
                      <a:pt x="1047" y="312"/>
                      <a:pt x="531" y="312"/>
                      <a:pt x="0" y="312"/>
                    </a:cubicBezTo>
                    <a:cubicBezTo>
                      <a:pt x="0" y="287"/>
                      <a:pt x="0" y="261"/>
                      <a:pt x="0" y="234"/>
                    </a:cubicBezTo>
                    <a:cubicBezTo>
                      <a:pt x="26" y="234"/>
                      <a:pt x="52" y="234"/>
                      <a:pt x="78" y="234"/>
                    </a:cubicBezTo>
                    <a:cubicBezTo>
                      <a:pt x="78" y="157"/>
                      <a:pt x="78" y="80"/>
                      <a:pt x="7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49" name="ICON_TOOL_SPECTRAL_path_018"/>
              <p:cNvSpPr/>
              <p:nvPr/>
            </p:nvSpPr>
            <p:spPr>
              <a:xfrm>
                <a:off x="5299273" y="4159241"/>
                <a:ext cx="28773" cy="4474"/>
              </a:xfrm>
              <a:custGeom>
                <a:avLst/>
                <a:gdLst/>
                <a:ahLst/>
                <a:cxnLst/>
                <a:rect l="0" t="0" r="r" b="b"/>
                <a:pathLst>
                  <a:path w="2266" h="352" fill="norm" stroke="0">
                    <a:moveTo>
                      <a:pt x="637" y="12"/>
                    </a:moveTo>
                    <a:cubicBezTo>
                      <a:pt x="689" y="14"/>
                      <a:pt x="741" y="14"/>
                      <a:pt x="793" y="14"/>
                    </a:cubicBezTo>
                    <a:cubicBezTo>
                      <a:pt x="891" y="15"/>
                      <a:pt x="988" y="17"/>
                      <a:pt x="1086" y="20"/>
                    </a:cubicBezTo>
                    <a:cubicBezTo>
                      <a:pt x="1198" y="23"/>
                      <a:pt x="1310" y="25"/>
                      <a:pt x="1421" y="26"/>
                    </a:cubicBezTo>
                    <a:cubicBezTo>
                      <a:pt x="1651" y="29"/>
                      <a:pt x="1880" y="34"/>
                      <a:pt x="2109" y="40"/>
                    </a:cubicBezTo>
                    <a:cubicBezTo>
                      <a:pt x="2109" y="66"/>
                      <a:pt x="2109" y="91"/>
                      <a:pt x="2109" y="118"/>
                    </a:cubicBezTo>
                    <a:cubicBezTo>
                      <a:pt x="2161" y="118"/>
                      <a:pt x="2212" y="118"/>
                      <a:pt x="2266" y="118"/>
                    </a:cubicBezTo>
                    <a:cubicBezTo>
                      <a:pt x="2266" y="195"/>
                      <a:pt x="2266" y="273"/>
                      <a:pt x="2266" y="352"/>
                    </a:cubicBezTo>
                    <a:cubicBezTo>
                      <a:pt x="2144" y="299"/>
                      <a:pt x="2144" y="299"/>
                      <a:pt x="2109" y="274"/>
                    </a:cubicBezTo>
                    <a:cubicBezTo>
                      <a:pt x="2107" y="234"/>
                      <a:pt x="2107" y="234"/>
                      <a:pt x="2109" y="196"/>
                    </a:cubicBezTo>
                    <a:cubicBezTo>
                      <a:pt x="1862" y="198"/>
                      <a:pt x="1614" y="201"/>
                      <a:pt x="1367" y="205"/>
                    </a:cubicBezTo>
                    <a:cubicBezTo>
                      <a:pt x="1252" y="207"/>
                      <a:pt x="1137" y="209"/>
                      <a:pt x="1022" y="210"/>
                    </a:cubicBezTo>
                    <a:cubicBezTo>
                      <a:pt x="922" y="210"/>
                      <a:pt x="821" y="212"/>
                      <a:pt x="721" y="214"/>
                    </a:cubicBezTo>
                    <a:cubicBezTo>
                      <a:pt x="668" y="214"/>
                      <a:pt x="615" y="215"/>
                      <a:pt x="562" y="215"/>
                    </a:cubicBezTo>
                    <a:cubicBezTo>
                      <a:pt x="503" y="216"/>
                      <a:pt x="444" y="217"/>
                      <a:pt x="384" y="218"/>
                    </a:cubicBezTo>
                    <a:cubicBezTo>
                      <a:pt x="367" y="218"/>
                      <a:pt x="349" y="218"/>
                      <a:pt x="331" y="218"/>
                    </a:cubicBezTo>
                    <a:cubicBezTo>
                      <a:pt x="241" y="221"/>
                      <a:pt x="191" y="230"/>
                      <a:pt x="125" y="295"/>
                    </a:cubicBezTo>
                    <a:cubicBezTo>
                      <a:pt x="109" y="314"/>
                      <a:pt x="93" y="333"/>
                      <a:pt x="78" y="352"/>
                    </a:cubicBezTo>
                    <a:cubicBezTo>
                      <a:pt x="52" y="339"/>
                      <a:pt x="27" y="327"/>
                      <a:pt x="0" y="313"/>
                    </a:cubicBezTo>
                    <a:cubicBezTo>
                      <a:pt x="164" y="36"/>
                      <a:pt x="328" y="0"/>
                      <a:pt x="637" y="12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50" name="ICON_TOOL_SPECTRAL_path_019"/>
              <p:cNvSpPr/>
              <p:nvPr/>
            </p:nvSpPr>
            <p:spPr>
              <a:xfrm>
                <a:off x="5158383" y="4207371"/>
                <a:ext cx="21828" cy="4961"/>
              </a:xfrm>
              <a:custGeom>
                <a:avLst/>
                <a:gdLst/>
                <a:ahLst/>
                <a:cxnLst/>
                <a:rect l="0" t="0" r="r" b="b"/>
                <a:pathLst>
                  <a:path w="1719" h="391" fill="norm" stroke="0">
                    <a:moveTo>
                      <a:pt x="1172" y="0"/>
                    </a:moveTo>
                    <a:cubicBezTo>
                      <a:pt x="1223" y="0"/>
                      <a:pt x="1275" y="0"/>
                      <a:pt x="1328" y="0"/>
                    </a:cubicBezTo>
                    <a:cubicBezTo>
                      <a:pt x="1328" y="52"/>
                      <a:pt x="1328" y="103"/>
                      <a:pt x="1328" y="156"/>
                    </a:cubicBezTo>
                    <a:cubicBezTo>
                      <a:pt x="1405" y="156"/>
                      <a:pt x="1483" y="156"/>
                      <a:pt x="1562" y="156"/>
                    </a:cubicBezTo>
                    <a:cubicBezTo>
                      <a:pt x="1562" y="182"/>
                      <a:pt x="1562" y="208"/>
                      <a:pt x="1562" y="234"/>
                    </a:cubicBezTo>
                    <a:cubicBezTo>
                      <a:pt x="1575" y="233"/>
                      <a:pt x="1587" y="231"/>
                      <a:pt x="1599" y="229"/>
                    </a:cubicBezTo>
                    <a:cubicBezTo>
                      <a:pt x="1613" y="231"/>
                      <a:pt x="1627" y="233"/>
                      <a:pt x="1641" y="234"/>
                    </a:cubicBezTo>
                    <a:cubicBezTo>
                      <a:pt x="1663" y="269"/>
                      <a:pt x="1663" y="269"/>
                      <a:pt x="1680" y="312"/>
                    </a:cubicBezTo>
                    <a:cubicBezTo>
                      <a:pt x="1687" y="327"/>
                      <a:pt x="1694" y="342"/>
                      <a:pt x="1702" y="356"/>
                    </a:cubicBezTo>
                    <a:cubicBezTo>
                      <a:pt x="1707" y="368"/>
                      <a:pt x="1713" y="379"/>
                      <a:pt x="1719" y="391"/>
                    </a:cubicBezTo>
                    <a:cubicBezTo>
                      <a:pt x="1667" y="391"/>
                      <a:pt x="1616" y="391"/>
                      <a:pt x="1562" y="391"/>
                    </a:cubicBezTo>
                    <a:cubicBezTo>
                      <a:pt x="1562" y="365"/>
                      <a:pt x="1562" y="339"/>
                      <a:pt x="1562" y="312"/>
                    </a:cubicBezTo>
                    <a:cubicBezTo>
                      <a:pt x="1047" y="312"/>
                      <a:pt x="531" y="312"/>
                      <a:pt x="0" y="312"/>
                    </a:cubicBezTo>
                    <a:cubicBezTo>
                      <a:pt x="0" y="261"/>
                      <a:pt x="0" y="209"/>
                      <a:pt x="0" y="156"/>
                    </a:cubicBezTo>
                    <a:cubicBezTo>
                      <a:pt x="387" y="156"/>
                      <a:pt x="773" y="156"/>
                      <a:pt x="1172" y="156"/>
                    </a:cubicBezTo>
                    <a:cubicBezTo>
                      <a:pt x="1172" y="105"/>
                      <a:pt x="1172" y="53"/>
                      <a:pt x="117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51" name="ICON_TOOL_SPECTRAL_path_020"/>
              <p:cNvSpPr/>
              <p:nvPr/>
            </p:nvSpPr>
            <p:spPr>
              <a:xfrm>
                <a:off x="5338961" y="4196457"/>
                <a:ext cx="24805" cy="4961"/>
              </a:xfrm>
              <a:custGeom>
                <a:avLst/>
                <a:gdLst/>
                <a:ahLst/>
                <a:cxnLst/>
                <a:rect l="0" t="0" r="r" b="b"/>
                <a:pathLst>
                  <a:path w="1953" h="391" fill="norm" stroke="0">
                    <a:moveTo>
                      <a:pt x="547" y="0"/>
                    </a:moveTo>
                    <a:cubicBezTo>
                      <a:pt x="624" y="0"/>
                      <a:pt x="702" y="0"/>
                      <a:pt x="781" y="0"/>
                    </a:cubicBezTo>
                    <a:cubicBezTo>
                      <a:pt x="781" y="52"/>
                      <a:pt x="781" y="103"/>
                      <a:pt x="781" y="156"/>
                    </a:cubicBezTo>
                    <a:cubicBezTo>
                      <a:pt x="807" y="156"/>
                      <a:pt x="833" y="156"/>
                      <a:pt x="859" y="156"/>
                    </a:cubicBezTo>
                    <a:cubicBezTo>
                      <a:pt x="859" y="182"/>
                      <a:pt x="859" y="208"/>
                      <a:pt x="859" y="234"/>
                    </a:cubicBezTo>
                    <a:cubicBezTo>
                      <a:pt x="872" y="234"/>
                      <a:pt x="885" y="234"/>
                      <a:pt x="898" y="234"/>
                    </a:cubicBezTo>
                    <a:cubicBezTo>
                      <a:pt x="1017" y="232"/>
                      <a:pt x="1136" y="231"/>
                      <a:pt x="1255" y="230"/>
                    </a:cubicBezTo>
                    <a:cubicBezTo>
                      <a:pt x="1316" y="230"/>
                      <a:pt x="1377" y="229"/>
                      <a:pt x="1438" y="228"/>
                    </a:cubicBezTo>
                    <a:cubicBezTo>
                      <a:pt x="1497" y="228"/>
                      <a:pt x="1556" y="227"/>
                      <a:pt x="1615" y="227"/>
                    </a:cubicBezTo>
                    <a:cubicBezTo>
                      <a:pt x="1638" y="227"/>
                      <a:pt x="1660" y="227"/>
                      <a:pt x="1683" y="226"/>
                    </a:cubicBezTo>
                    <a:cubicBezTo>
                      <a:pt x="1714" y="226"/>
                      <a:pt x="1746" y="225"/>
                      <a:pt x="1777" y="226"/>
                    </a:cubicBezTo>
                    <a:cubicBezTo>
                      <a:pt x="1795" y="225"/>
                      <a:pt x="1813" y="225"/>
                      <a:pt x="1832" y="225"/>
                    </a:cubicBezTo>
                    <a:cubicBezTo>
                      <a:pt x="1875" y="234"/>
                      <a:pt x="1875" y="234"/>
                      <a:pt x="1898" y="269"/>
                    </a:cubicBezTo>
                    <a:cubicBezTo>
                      <a:pt x="1903" y="283"/>
                      <a:pt x="1909" y="298"/>
                      <a:pt x="1914" y="312"/>
                    </a:cubicBezTo>
                    <a:cubicBezTo>
                      <a:pt x="1921" y="327"/>
                      <a:pt x="1929" y="342"/>
                      <a:pt x="1936" y="356"/>
                    </a:cubicBezTo>
                    <a:cubicBezTo>
                      <a:pt x="1942" y="368"/>
                      <a:pt x="1947" y="379"/>
                      <a:pt x="1953" y="391"/>
                    </a:cubicBezTo>
                    <a:cubicBezTo>
                      <a:pt x="1948" y="389"/>
                      <a:pt x="1948" y="389"/>
                      <a:pt x="1923" y="382"/>
                    </a:cubicBezTo>
                    <a:cubicBezTo>
                      <a:pt x="1751" y="341"/>
                      <a:pt x="1580" y="346"/>
                      <a:pt x="1404" y="346"/>
                    </a:cubicBezTo>
                    <a:cubicBezTo>
                      <a:pt x="1370" y="346"/>
                      <a:pt x="1335" y="346"/>
                      <a:pt x="1301" y="346"/>
                    </a:cubicBezTo>
                    <a:cubicBezTo>
                      <a:pt x="1229" y="346"/>
                      <a:pt x="1158" y="346"/>
                      <a:pt x="1086" y="346"/>
                    </a:cubicBezTo>
                    <a:cubicBezTo>
                      <a:pt x="995" y="347"/>
                      <a:pt x="904" y="347"/>
                      <a:pt x="812" y="346"/>
                    </a:cubicBezTo>
                    <a:cubicBezTo>
                      <a:pt x="742" y="346"/>
                      <a:pt x="671" y="346"/>
                      <a:pt x="600" y="346"/>
                    </a:cubicBezTo>
                    <a:cubicBezTo>
                      <a:pt x="567" y="346"/>
                      <a:pt x="533" y="346"/>
                      <a:pt x="499" y="346"/>
                    </a:cubicBezTo>
                    <a:cubicBezTo>
                      <a:pt x="163" y="346"/>
                      <a:pt x="163" y="346"/>
                      <a:pt x="0" y="391"/>
                    </a:cubicBezTo>
                    <a:cubicBezTo>
                      <a:pt x="6" y="379"/>
                      <a:pt x="12" y="367"/>
                      <a:pt x="19" y="354"/>
                    </a:cubicBezTo>
                    <a:cubicBezTo>
                      <a:pt x="39" y="312"/>
                      <a:pt x="39" y="312"/>
                      <a:pt x="55" y="269"/>
                    </a:cubicBezTo>
                    <a:cubicBezTo>
                      <a:pt x="78" y="234"/>
                      <a:pt x="78" y="234"/>
                      <a:pt x="118" y="226"/>
                    </a:cubicBezTo>
                    <a:cubicBezTo>
                      <a:pt x="126" y="226"/>
                      <a:pt x="126" y="226"/>
                      <a:pt x="167" y="227"/>
                    </a:cubicBezTo>
                    <a:cubicBezTo>
                      <a:pt x="185" y="227"/>
                      <a:pt x="202" y="227"/>
                      <a:pt x="220" y="228"/>
                    </a:cubicBezTo>
                    <a:cubicBezTo>
                      <a:pt x="239" y="228"/>
                      <a:pt x="257" y="229"/>
                      <a:pt x="276" y="229"/>
                    </a:cubicBezTo>
                    <a:cubicBezTo>
                      <a:pt x="294" y="230"/>
                      <a:pt x="313" y="230"/>
                      <a:pt x="332" y="231"/>
                    </a:cubicBezTo>
                    <a:cubicBezTo>
                      <a:pt x="377" y="231"/>
                      <a:pt x="423" y="233"/>
                      <a:pt x="469" y="234"/>
                    </a:cubicBezTo>
                    <a:cubicBezTo>
                      <a:pt x="469" y="209"/>
                      <a:pt x="469" y="183"/>
                      <a:pt x="469" y="156"/>
                    </a:cubicBezTo>
                    <a:cubicBezTo>
                      <a:pt x="495" y="156"/>
                      <a:pt x="520" y="156"/>
                      <a:pt x="547" y="156"/>
                    </a:cubicBezTo>
                    <a:cubicBezTo>
                      <a:pt x="547" y="105"/>
                      <a:pt x="547" y="53"/>
                      <a:pt x="54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52" name="ICON_TOOL_SPECTRAL_path_021"/>
              <p:cNvSpPr/>
              <p:nvPr/>
            </p:nvSpPr>
            <p:spPr>
              <a:xfrm>
                <a:off x="5254625" y="4178598"/>
                <a:ext cx="1984" cy="14883"/>
              </a:xfrm>
              <a:custGeom>
                <a:avLst/>
                <a:gdLst/>
                <a:ahLst/>
                <a:cxnLst/>
                <a:rect l="0" t="0" r="r" b="b"/>
                <a:pathLst>
                  <a:path w="156" h="1172" fill="norm" stroke="0">
                    <a:moveTo>
                      <a:pt x="0" y="0"/>
                    </a:moveTo>
                    <a:cubicBezTo>
                      <a:pt x="52" y="0"/>
                      <a:pt x="103" y="0"/>
                      <a:pt x="156" y="0"/>
                    </a:cubicBezTo>
                    <a:cubicBezTo>
                      <a:pt x="156" y="387"/>
                      <a:pt x="156" y="773"/>
                      <a:pt x="156" y="1172"/>
                    </a:cubicBezTo>
                    <a:cubicBezTo>
                      <a:pt x="105" y="1172"/>
                      <a:pt x="53" y="1172"/>
                      <a:pt x="0" y="1172"/>
                    </a:cubicBezTo>
                    <a:cubicBezTo>
                      <a:pt x="0" y="785"/>
                      <a:pt x="0" y="39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6" cap="flat">
                <a:noFill/>
              </a:ln>
            </p:spPr>
          </p:sp>
          <p:sp>
            <p:nvSpPr>
              <p:cNvPr id="1153" name="ICON_TOOL_SPECTRAL_path_022"/>
              <p:cNvSpPr/>
              <p:nvPr/>
            </p:nvSpPr>
            <p:spPr>
              <a:xfrm>
                <a:off x="5261570" y="4113113"/>
                <a:ext cx="24805" cy="1984"/>
              </a:xfrm>
              <a:custGeom>
                <a:avLst/>
                <a:gdLst/>
                <a:ahLst/>
                <a:cxnLst/>
                <a:rect l="0" t="0" r="r" b="b"/>
                <a:pathLst>
                  <a:path w="1953" h="156" fill="norm" stroke="0">
                    <a:moveTo>
                      <a:pt x="1016" y="0"/>
                    </a:moveTo>
                    <a:cubicBezTo>
                      <a:pt x="1119" y="0"/>
                      <a:pt x="1222" y="0"/>
                      <a:pt x="1328" y="0"/>
                    </a:cubicBezTo>
                    <a:cubicBezTo>
                      <a:pt x="1328" y="26"/>
                      <a:pt x="1328" y="52"/>
                      <a:pt x="1328" y="78"/>
                    </a:cubicBezTo>
                    <a:cubicBezTo>
                      <a:pt x="1534" y="78"/>
                      <a:pt x="1741" y="78"/>
                      <a:pt x="1953" y="78"/>
                    </a:cubicBezTo>
                    <a:cubicBezTo>
                      <a:pt x="1953" y="104"/>
                      <a:pt x="1953" y="130"/>
                      <a:pt x="1953" y="156"/>
                    </a:cubicBezTo>
                    <a:cubicBezTo>
                      <a:pt x="1309" y="156"/>
                      <a:pt x="664" y="156"/>
                      <a:pt x="0" y="156"/>
                    </a:cubicBezTo>
                    <a:cubicBezTo>
                      <a:pt x="13" y="130"/>
                      <a:pt x="26" y="105"/>
                      <a:pt x="39" y="78"/>
                    </a:cubicBezTo>
                    <a:cubicBezTo>
                      <a:pt x="81" y="69"/>
                      <a:pt x="81" y="69"/>
                      <a:pt x="133" y="69"/>
                    </a:cubicBezTo>
                    <a:cubicBezTo>
                      <a:pt x="138" y="69"/>
                      <a:pt x="138" y="69"/>
                      <a:pt x="162" y="69"/>
                    </a:cubicBezTo>
                    <a:cubicBezTo>
                      <a:pt x="194" y="69"/>
                      <a:pt x="225" y="70"/>
                      <a:pt x="256" y="71"/>
                    </a:cubicBezTo>
                    <a:cubicBezTo>
                      <a:pt x="278" y="71"/>
                      <a:pt x="300" y="71"/>
                      <a:pt x="322" y="71"/>
                    </a:cubicBezTo>
                    <a:cubicBezTo>
                      <a:pt x="379" y="71"/>
                      <a:pt x="437" y="72"/>
                      <a:pt x="494" y="73"/>
                    </a:cubicBezTo>
                    <a:cubicBezTo>
                      <a:pt x="553" y="74"/>
                      <a:pt x="612" y="74"/>
                      <a:pt x="670" y="74"/>
                    </a:cubicBezTo>
                    <a:cubicBezTo>
                      <a:pt x="785" y="75"/>
                      <a:pt x="901" y="76"/>
                      <a:pt x="1016" y="78"/>
                    </a:cubicBezTo>
                    <a:cubicBezTo>
                      <a:pt x="1016" y="52"/>
                      <a:pt x="1016" y="27"/>
                      <a:pt x="101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54" name="ICON_TOOL_SPECTRAL_path_023"/>
              <p:cNvSpPr/>
              <p:nvPr/>
            </p:nvSpPr>
            <p:spPr>
              <a:xfrm>
                <a:off x="5254625" y="4203402"/>
                <a:ext cx="1984" cy="13891"/>
              </a:xfrm>
              <a:custGeom>
                <a:avLst/>
                <a:gdLst/>
                <a:ahLst/>
                <a:cxnLst/>
                <a:rect l="0" t="0" r="r" b="b"/>
                <a:pathLst>
                  <a:path w="156" h="1094" fill="norm" stroke="0">
                    <a:moveTo>
                      <a:pt x="0" y="0"/>
                    </a:moveTo>
                    <a:cubicBezTo>
                      <a:pt x="52" y="0"/>
                      <a:pt x="103" y="0"/>
                      <a:pt x="156" y="0"/>
                    </a:cubicBezTo>
                    <a:cubicBezTo>
                      <a:pt x="156" y="361"/>
                      <a:pt x="156" y="722"/>
                      <a:pt x="156" y="1094"/>
                    </a:cubicBezTo>
                    <a:cubicBezTo>
                      <a:pt x="105" y="1094"/>
                      <a:pt x="53" y="1094"/>
                      <a:pt x="0" y="1094"/>
                    </a:cubicBezTo>
                    <a:cubicBezTo>
                      <a:pt x="0" y="733"/>
                      <a:pt x="0" y="37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6" cap="flat">
                <a:noFill/>
              </a:ln>
            </p:spPr>
          </p:sp>
          <p:sp>
            <p:nvSpPr>
              <p:cNvPr id="1155" name="ICON_TOOL_SPECTRAL_path_024"/>
              <p:cNvSpPr/>
              <p:nvPr/>
            </p:nvSpPr>
            <p:spPr>
              <a:xfrm>
                <a:off x="5254625" y="4229199"/>
                <a:ext cx="1984" cy="10914"/>
              </a:xfrm>
              <a:custGeom>
                <a:avLst/>
                <a:gdLst/>
                <a:ahLst/>
                <a:cxnLst/>
                <a:rect l="0" t="0" r="r" b="b"/>
                <a:pathLst>
                  <a:path w="156" h="859" fill="norm" stroke="0">
                    <a:moveTo>
                      <a:pt x="0" y="0"/>
                    </a:moveTo>
                    <a:cubicBezTo>
                      <a:pt x="52" y="0"/>
                      <a:pt x="103" y="0"/>
                      <a:pt x="156" y="0"/>
                    </a:cubicBezTo>
                    <a:cubicBezTo>
                      <a:pt x="156" y="284"/>
                      <a:pt x="156" y="567"/>
                      <a:pt x="156" y="859"/>
                    </a:cubicBezTo>
                    <a:cubicBezTo>
                      <a:pt x="105" y="859"/>
                      <a:pt x="53" y="859"/>
                      <a:pt x="0" y="859"/>
                    </a:cubicBezTo>
                    <a:cubicBezTo>
                      <a:pt x="0" y="576"/>
                      <a:pt x="0" y="29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6" cap="flat">
                <a:noFill/>
              </a:ln>
            </p:spPr>
          </p:sp>
          <p:sp>
            <p:nvSpPr>
              <p:cNvPr id="1156" name="ICON_TOOL_SPECTRAL_path_025"/>
              <p:cNvSpPr/>
              <p:nvPr/>
            </p:nvSpPr>
            <p:spPr>
              <a:xfrm>
                <a:off x="5192117" y="4180582"/>
                <a:ext cx="19844" cy="1984"/>
              </a:xfrm>
              <a:custGeom>
                <a:avLst/>
                <a:gdLst/>
                <a:ahLst/>
                <a:cxnLst/>
                <a:rect l="0" t="0" r="r" b="b"/>
                <a:pathLst>
                  <a:path w="1562" h="156" fill="norm" stroke="0">
                    <a:moveTo>
                      <a:pt x="156" y="0"/>
                    </a:moveTo>
                    <a:cubicBezTo>
                      <a:pt x="182" y="0"/>
                      <a:pt x="208" y="0"/>
                      <a:pt x="234" y="0"/>
                    </a:cubicBezTo>
                    <a:cubicBezTo>
                      <a:pt x="234" y="26"/>
                      <a:pt x="234" y="52"/>
                      <a:pt x="234" y="78"/>
                    </a:cubicBezTo>
                    <a:cubicBezTo>
                      <a:pt x="673" y="78"/>
                      <a:pt x="1111" y="78"/>
                      <a:pt x="1562" y="78"/>
                    </a:cubicBezTo>
                    <a:cubicBezTo>
                      <a:pt x="1562" y="104"/>
                      <a:pt x="1562" y="130"/>
                      <a:pt x="1562" y="156"/>
                    </a:cubicBezTo>
                    <a:cubicBezTo>
                      <a:pt x="1047" y="156"/>
                      <a:pt x="531" y="156"/>
                      <a:pt x="0" y="156"/>
                    </a:cubicBezTo>
                    <a:cubicBezTo>
                      <a:pt x="13" y="130"/>
                      <a:pt x="26" y="105"/>
                      <a:pt x="39" y="78"/>
                    </a:cubicBezTo>
                    <a:cubicBezTo>
                      <a:pt x="80" y="67"/>
                      <a:pt x="113" y="74"/>
                      <a:pt x="156" y="78"/>
                    </a:cubicBezTo>
                    <a:cubicBezTo>
                      <a:pt x="156" y="52"/>
                      <a:pt x="156" y="27"/>
                      <a:pt x="15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96" cap="flat">
                <a:noFill/>
              </a:ln>
            </p:spPr>
          </p:sp>
          <p:sp>
            <p:nvSpPr>
              <p:cNvPr id="1157" name="ICON_TOOL_SPECTRAL_path_026"/>
              <p:cNvSpPr/>
              <p:nvPr/>
            </p:nvSpPr>
            <p:spPr>
              <a:xfrm>
                <a:off x="5253633" y="4265910"/>
                <a:ext cx="2977" cy="9922"/>
              </a:xfrm>
              <a:custGeom>
                <a:avLst/>
                <a:gdLst/>
                <a:ahLst/>
                <a:cxnLst/>
                <a:rect l="0" t="0" r="r" b="b"/>
                <a:pathLst>
                  <a:path w="234" h="781" fill="norm" stroke="0">
                    <a:moveTo>
                      <a:pt x="78" y="0"/>
                    </a:moveTo>
                    <a:cubicBezTo>
                      <a:pt x="130" y="0"/>
                      <a:pt x="181" y="0"/>
                      <a:pt x="234" y="0"/>
                    </a:cubicBezTo>
                    <a:cubicBezTo>
                      <a:pt x="234" y="232"/>
                      <a:pt x="234" y="464"/>
                      <a:pt x="234" y="703"/>
                    </a:cubicBezTo>
                    <a:cubicBezTo>
                      <a:pt x="209" y="703"/>
                      <a:pt x="183" y="703"/>
                      <a:pt x="156" y="703"/>
                    </a:cubicBezTo>
                    <a:cubicBezTo>
                      <a:pt x="156" y="729"/>
                      <a:pt x="156" y="755"/>
                      <a:pt x="156" y="781"/>
                    </a:cubicBezTo>
                    <a:cubicBezTo>
                      <a:pt x="130" y="781"/>
                      <a:pt x="105" y="781"/>
                      <a:pt x="78" y="781"/>
                    </a:cubicBezTo>
                    <a:cubicBezTo>
                      <a:pt x="78" y="755"/>
                      <a:pt x="78" y="730"/>
                      <a:pt x="78" y="703"/>
                    </a:cubicBezTo>
                    <a:cubicBezTo>
                      <a:pt x="52" y="703"/>
                      <a:pt x="27" y="703"/>
                      <a:pt x="0" y="703"/>
                    </a:cubicBezTo>
                    <a:cubicBezTo>
                      <a:pt x="0" y="677"/>
                      <a:pt x="0" y="652"/>
                      <a:pt x="0" y="625"/>
                    </a:cubicBezTo>
                    <a:cubicBezTo>
                      <a:pt x="26" y="625"/>
                      <a:pt x="52" y="625"/>
                      <a:pt x="78" y="625"/>
                    </a:cubicBezTo>
                    <a:cubicBezTo>
                      <a:pt x="78" y="419"/>
                      <a:pt x="78" y="212"/>
                      <a:pt x="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6" cap="flat">
                <a:noFill/>
              </a:ln>
            </p:spPr>
          </p:sp>
          <p:sp>
            <p:nvSpPr>
              <p:cNvPr id="1158" name="ICON_TOOL_SPECTRAL_path_027"/>
              <p:cNvSpPr/>
              <p:nvPr/>
            </p:nvSpPr>
            <p:spPr>
              <a:xfrm>
                <a:off x="5254625" y="4254004"/>
                <a:ext cx="1984" cy="9922"/>
              </a:xfrm>
              <a:custGeom>
                <a:avLst/>
                <a:gdLst/>
                <a:ahLst/>
                <a:cxnLst/>
                <a:rect l="0" t="0" r="r" b="b"/>
                <a:pathLst>
                  <a:path w="156" h="781" fill="norm" stroke="0">
                    <a:moveTo>
                      <a:pt x="0" y="0"/>
                    </a:moveTo>
                    <a:cubicBezTo>
                      <a:pt x="52" y="0"/>
                      <a:pt x="103" y="0"/>
                      <a:pt x="156" y="0"/>
                    </a:cubicBezTo>
                    <a:cubicBezTo>
                      <a:pt x="156" y="258"/>
                      <a:pt x="156" y="516"/>
                      <a:pt x="156" y="781"/>
                    </a:cubicBezTo>
                    <a:cubicBezTo>
                      <a:pt x="105" y="781"/>
                      <a:pt x="53" y="781"/>
                      <a:pt x="0" y="781"/>
                    </a:cubicBezTo>
                    <a:cubicBezTo>
                      <a:pt x="0" y="523"/>
                      <a:pt x="0" y="26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96" cap="flat">
                <a:noFill/>
              </a:ln>
            </p:spPr>
          </p:sp>
        </p:grpSp>
        <p:grpSp>
          <p:nvGrpSpPr>
            <p:cNvPr id="1159" name="ICON_TOOL_VISUALIZE"/>
            <p:cNvGrpSpPr/>
            <p:nvPr/>
          </p:nvGrpSpPr>
          <p:grpSpPr>
            <a:xfrm>
              <a:off x="5087938" y="4389438"/>
              <a:ext cx="341312" cy="277812"/>
              <a:chOff x="5087938" y="4389438"/>
              <a:chExt cx="341312" cy="277812"/>
            </a:xfrm>
          </p:grpSpPr>
          <p:sp>
            <p:nvSpPr>
              <p:cNvPr id="1160" name="ICON_TOOL_VISUALIZE_path_001"/>
              <p:cNvSpPr/>
              <p:nvPr/>
            </p:nvSpPr>
            <p:spPr>
              <a:xfrm>
                <a:off x="5099529" y="4468453"/>
                <a:ext cx="305249" cy="162284"/>
              </a:xfrm>
              <a:custGeom>
                <a:avLst/>
                <a:gdLst/>
                <a:ahLst/>
                <a:cxnLst/>
                <a:rect l="0" t="0" r="r" b="b"/>
                <a:pathLst>
                  <a:path w="24035" h="12778" fill="norm" stroke="0">
                    <a:moveTo>
                      <a:pt x="23833" y="0"/>
                    </a:moveTo>
                    <a:cubicBezTo>
                      <a:pt x="23899" y="0"/>
                      <a:pt x="23966" y="0"/>
                      <a:pt x="24035" y="0"/>
                    </a:cubicBezTo>
                    <a:cubicBezTo>
                      <a:pt x="24035" y="134"/>
                      <a:pt x="24035" y="268"/>
                      <a:pt x="24035" y="406"/>
                    </a:cubicBezTo>
                    <a:cubicBezTo>
                      <a:pt x="23801" y="406"/>
                      <a:pt x="23567" y="406"/>
                      <a:pt x="23325" y="406"/>
                    </a:cubicBezTo>
                    <a:cubicBezTo>
                      <a:pt x="23325" y="439"/>
                      <a:pt x="23325" y="473"/>
                      <a:pt x="23325" y="507"/>
                    </a:cubicBezTo>
                    <a:cubicBezTo>
                      <a:pt x="23292" y="507"/>
                      <a:pt x="23259" y="507"/>
                      <a:pt x="23224" y="507"/>
                    </a:cubicBezTo>
                    <a:cubicBezTo>
                      <a:pt x="23224" y="4188"/>
                      <a:pt x="23224" y="7870"/>
                      <a:pt x="23224" y="11663"/>
                    </a:cubicBezTo>
                    <a:cubicBezTo>
                      <a:pt x="23124" y="11663"/>
                      <a:pt x="23023" y="11663"/>
                      <a:pt x="22920" y="11663"/>
                    </a:cubicBezTo>
                    <a:cubicBezTo>
                      <a:pt x="22920" y="11696"/>
                      <a:pt x="22920" y="11730"/>
                      <a:pt x="22920" y="11764"/>
                    </a:cubicBezTo>
                    <a:cubicBezTo>
                      <a:pt x="22886" y="11764"/>
                      <a:pt x="22853" y="11764"/>
                      <a:pt x="22818" y="11764"/>
                    </a:cubicBezTo>
                    <a:cubicBezTo>
                      <a:pt x="22818" y="12032"/>
                      <a:pt x="22818" y="12300"/>
                      <a:pt x="22818" y="12575"/>
                    </a:cubicBezTo>
                    <a:cubicBezTo>
                      <a:pt x="22785" y="12575"/>
                      <a:pt x="22751" y="12575"/>
                      <a:pt x="22717" y="12575"/>
                    </a:cubicBezTo>
                    <a:cubicBezTo>
                      <a:pt x="22717" y="12609"/>
                      <a:pt x="22717" y="12642"/>
                      <a:pt x="22717" y="12677"/>
                    </a:cubicBezTo>
                    <a:cubicBezTo>
                      <a:pt x="22282" y="12677"/>
                      <a:pt x="21847" y="12677"/>
                      <a:pt x="21399" y="12677"/>
                    </a:cubicBezTo>
                    <a:cubicBezTo>
                      <a:pt x="21399" y="12710"/>
                      <a:pt x="21399" y="12744"/>
                      <a:pt x="21399" y="12778"/>
                    </a:cubicBezTo>
                    <a:cubicBezTo>
                      <a:pt x="20595" y="12778"/>
                      <a:pt x="19792" y="12778"/>
                      <a:pt x="18965" y="12778"/>
                    </a:cubicBezTo>
                    <a:cubicBezTo>
                      <a:pt x="18965" y="12745"/>
                      <a:pt x="18965" y="12711"/>
                      <a:pt x="18965" y="12677"/>
                    </a:cubicBezTo>
                    <a:cubicBezTo>
                      <a:pt x="18931" y="12677"/>
                      <a:pt x="18898" y="12677"/>
                      <a:pt x="18863" y="12677"/>
                    </a:cubicBezTo>
                    <a:cubicBezTo>
                      <a:pt x="18863" y="12376"/>
                      <a:pt x="18863" y="12074"/>
                      <a:pt x="18863" y="11764"/>
                    </a:cubicBezTo>
                    <a:cubicBezTo>
                      <a:pt x="18830" y="11764"/>
                      <a:pt x="18796" y="11764"/>
                      <a:pt x="18762" y="11764"/>
                    </a:cubicBezTo>
                    <a:cubicBezTo>
                      <a:pt x="18762" y="11731"/>
                      <a:pt x="18762" y="11697"/>
                      <a:pt x="18762" y="11663"/>
                    </a:cubicBezTo>
                    <a:cubicBezTo>
                      <a:pt x="18628" y="11663"/>
                      <a:pt x="18494" y="11663"/>
                      <a:pt x="18356" y="11663"/>
                    </a:cubicBezTo>
                    <a:cubicBezTo>
                      <a:pt x="18356" y="11696"/>
                      <a:pt x="18356" y="11730"/>
                      <a:pt x="18356" y="11764"/>
                    </a:cubicBezTo>
                    <a:cubicBezTo>
                      <a:pt x="18323" y="11764"/>
                      <a:pt x="18289" y="11764"/>
                      <a:pt x="18255" y="11764"/>
                    </a:cubicBezTo>
                    <a:cubicBezTo>
                      <a:pt x="18255" y="12032"/>
                      <a:pt x="18255" y="12300"/>
                      <a:pt x="18255" y="12575"/>
                    </a:cubicBezTo>
                    <a:cubicBezTo>
                      <a:pt x="18221" y="12575"/>
                      <a:pt x="18188" y="12575"/>
                      <a:pt x="18153" y="12575"/>
                    </a:cubicBezTo>
                    <a:cubicBezTo>
                      <a:pt x="18153" y="12609"/>
                      <a:pt x="18153" y="12642"/>
                      <a:pt x="18153" y="12677"/>
                    </a:cubicBezTo>
                    <a:cubicBezTo>
                      <a:pt x="17752" y="12677"/>
                      <a:pt x="17350" y="12677"/>
                      <a:pt x="16936" y="12677"/>
                    </a:cubicBezTo>
                    <a:cubicBezTo>
                      <a:pt x="16936" y="12710"/>
                      <a:pt x="16936" y="12744"/>
                      <a:pt x="16936" y="12778"/>
                    </a:cubicBezTo>
                    <a:cubicBezTo>
                      <a:pt x="16401" y="12778"/>
                      <a:pt x="15865" y="12778"/>
                      <a:pt x="15314" y="12778"/>
                    </a:cubicBezTo>
                    <a:cubicBezTo>
                      <a:pt x="15314" y="12745"/>
                      <a:pt x="15314" y="12711"/>
                      <a:pt x="15314" y="12677"/>
                    </a:cubicBezTo>
                    <a:cubicBezTo>
                      <a:pt x="15012" y="12677"/>
                      <a:pt x="14711" y="12677"/>
                      <a:pt x="14401" y="12677"/>
                    </a:cubicBezTo>
                    <a:cubicBezTo>
                      <a:pt x="14401" y="12643"/>
                      <a:pt x="14401" y="12610"/>
                      <a:pt x="14401" y="12575"/>
                    </a:cubicBezTo>
                    <a:cubicBezTo>
                      <a:pt x="14367" y="12575"/>
                      <a:pt x="14334" y="12575"/>
                      <a:pt x="14300" y="12575"/>
                    </a:cubicBezTo>
                    <a:cubicBezTo>
                      <a:pt x="14300" y="12341"/>
                      <a:pt x="14300" y="12107"/>
                      <a:pt x="14300" y="11866"/>
                    </a:cubicBezTo>
                    <a:cubicBezTo>
                      <a:pt x="14266" y="11866"/>
                      <a:pt x="14233" y="11866"/>
                      <a:pt x="14198" y="11866"/>
                    </a:cubicBezTo>
                    <a:cubicBezTo>
                      <a:pt x="14198" y="11832"/>
                      <a:pt x="14198" y="11799"/>
                      <a:pt x="14198" y="11764"/>
                    </a:cubicBezTo>
                    <a:cubicBezTo>
                      <a:pt x="14165" y="11764"/>
                      <a:pt x="14131" y="11764"/>
                      <a:pt x="14097" y="11764"/>
                    </a:cubicBezTo>
                    <a:cubicBezTo>
                      <a:pt x="14097" y="11731"/>
                      <a:pt x="14097" y="11697"/>
                      <a:pt x="14097" y="11663"/>
                    </a:cubicBezTo>
                    <a:cubicBezTo>
                      <a:pt x="13996" y="11663"/>
                      <a:pt x="13896" y="11663"/>
                      <a:pt x="13792" y="11663"/>
                    </a:cubicBezTo>
                    <a:cubicBezTo>
                      <a:pt x="13792" y="11696"/>
                      <a:pt x="13792" y="11730"/>
                      <a:pt x="13792" y="11764"/>
                    </a:cubicBezTo>
                    <a:cubicBezTo>
                      <a:pt x="13759" y="11764"/>
                      <a:pt x="13726" y="11764"/>
                      <a:pt x="13691" y="11764"/>
                    </a:cubicBezTo>
                    <a:cubicBezTo>
                      <a:pt x="13691" y="12065"/>
                      <a:pt x="13691" y="12367"/>
                      <a:pt x="13691" y="12677"/>
                    </a:cubicBezTo>
                    <a:cubicBezTo>
                      <a:pt x="13624" y="12677"/>
                      <a:pt x="13557" y="12677"/>
                      <a:pt x="13488" y="12677"/>
                    </a:cubicBezTo>
                    <a:cubicBezTo>
                      <a:pt x="13488" y="12710"/>
                      <a:pt x="13488" y="12744"/>
                      <a:pt x="13488" y="12778"/>
                    </a:cubicBezTo>
                    <a:cubicBezTo>
                      <a:pt x="13220" y="12778"/>
                      <a:pt x="12953" y="12778"/>
                      <a:pt x="12677" y="12778"/>
                    </a:cubicBezTo>
                    <a:cubicBezTo>
                      <a:pt x="12677" y="12745"/>
                      <a:pt x="12677" y="12711"/>
                      <a:pt x="12677" y="12677"/>
                    </a:cubicBezTo>
                    <a:cubicBezTo>
                      <a:pt x="12476" y="12677"/>
                      <a:pt x="12275" y="12677"/>
                      <a:pt x="12068" y="12677"/>
                    </a:cubicBezTo>
                    <a:cubicBezTo>
                      <a:pt x="12068" y="12710"/>
                      <a:pt x="12068" y="12744"/>
                      <a:pt x="12068" y="12778"/>
                    </a:cubicBezTo>
                    <a:cubicBezTo>
                      <a:pt x="11734" y="12778"/>
                      <a:pt x="11399" y="12778"/>
                      <a:pt x="11054" y="12778"/>
                    </a:cubicBezTo>
                    <a:cubicBezTo>
                      <a:pt x="11054" y="12745"/>
                      <a:pt x="11054" y="12711"/>
                      <a:pt x="11054" y="12677"/>
                    </a:cubicBezTo>
                    <a:cubicBezTo>
                      <a:pt x="10619" y="12677"/>
                      <a:pt x="10184" y="12677"/>
                      <a:pt x="9736" y="12677"/>
                    </a:cubicBezTo>
                    <a:cubicBezTo>
                      <a:pt x="9736" y="12643"/>
                      <a:pt x="9736" y="12610"/>
                      <a:pt x="9736" y="12575"/>
                    </a:cubicBezTo>
                    <a:cubicBezTo>
                      <a:pt x="9702" y="12575"/>
                      <a:pt x="9669" y="12575"/>
                      <a:pt x="9634" y="12575"/>
                    </a:cubicBezTo>
                    <a:cubicBezTo>
                      <a:pt x="9634" y="12308"/>
                      <a:pt x="9634" y="12040"/>
                      <a:pt x="9634" y="11764"/>
                    </a:cubicBezTo>
                    <a:cubicBezTo>
                      <a:pt x="9601" y="11764"/>
                      <a:pt x="9567" y="11764"/>
                      <a:pt x="9533" y="11764"/>
                    </a:cubicBezTo>
                    <a:cubicBezTo>
                      <a:pt x="9533" y="11731"/>
                      <a:pt x="9533" y="11697"/>
                      <a:pt x="9533" y="11663"/>
                    </a:cubicBezTo>
                    <a:cubicBezTo>
                      <a:pt x="9399" y="11663"/>
                      <a:pt x="9265" y="11663"/>
                      <a:pt x="9127" y="11663"/>
                    </a:cubicBezTo>
                    <a:cubicBezTo>
                      <a:pt x="9127" y="11696"/>
                      <a:pt x="9127" y="11730"/>
                      <a:pt x="9127" y="11764"/>
                    </a:cubicBezTo>
                    <a:cubicBezTo>
                      <a:pt x="9094" y="11764"/>
                      <a:pt x="9060" y="11764"/>
                      <a:pt x="9026" y="11764"/>
                    </a:cubicBezTo>
                    <a:cubicBezTo>
                      <a:pt x="9026" y="12032"/>
                      <a:pt x="9026" y="12300"/>
                      <a:pt x="9026" y="12575"/>
                    </a:cubicBezTo>
                    <a:cubicBezTo>
                      <a:pt x="8992" y="12575"/>
                      <a:pt x="8959" y="12575"/>
                      <a:pt x="8925" y="12575"/>
                    </a:cubicBezTo>
                    <a:cubicBezTo>
                      <a:pt x="8925" y="12609"/>
                      <a:pt x="8925" y="12642"/>
                      <a:pt x="8925" y="12677"/>
                    </a:cubicBezTo>
                    <a:cubicBezTo>
                      <a:pt x="8489" y="12677"/>
                      <a:pt x="8054" y="12677"/>
                      <a:pt x="7606" y="12677"/>
                    </a:cubicBezTo>
                    <a:cubicBezTo>
                      <a:pt x="7606" y="12710"/>
                      <a:pt x="7606" y="12744"/>
                      <a:pt x="7606" y="12778"/>
                    </a:cubicBezTo>
                    <a:cubicBezTo>
                      <a:pt x="6870" y="12778"/>
                      <a:pt x="6134" y="12778"/>
                      <a:pt x="5375" y="12778"/>
                    </a:cubicBezTo>
                    <a:cubicBezTo>
                      <a:pt x="5375" y="12745"/>
                      <a:pt x="5375" y="12711"/>
                      <a:pt x="5375" y="12677"/>
                    </a:cubicBezTo>
                    <a:cubicBezTo>
                      <a:pt x="5308" y="12677"/>
                      <a:pt x="5241" y="12677"/>
                      <a:pt x="5172" y="12677"/>
                    </a:cubicBezTo>
                    <a:cubicBezTo>
                      <a:pt x="5172" y="12643"/>
                      <a:pt x="5172" y="12610"/>
                      <a:pt x="5172" y="12575"/>
                    </a:cubicBezTo>
                    <a:cubicBezTo>
                      <a:pt x="5139" y="12575"/>
                      <a:pt x="5105" y="12575"/>
                      <a:pt x="5071" y="12575"/>
                    </a:cubicBezTo>
                    <a:cubicBezTo>
                      <a:pt x="5071" y="12308"/>
                      <a:pt x="5071" y="12040"/>
                      <a:pt x="5071" y="11764"/>
                    </a:cubicBezTo>
                    <a:cubicBezTo>
                      <a:pt x="5037" y="11764"/>
                      <a:pt x="5004" y="11764"/>
                      <a:pt x="4969" y="11764"/>
                    </a:cubicBezTo>
                    <a:cubicBezTo>
                      <a:pt x="4969" y="11731"/>
                      <a:pt x="4969" y="11697"/>
                      <a:pt x="4969" y="11663"/>
                    </a:cubicBezTo>
                    <a:cubicBezTo>
                      <a:pt x="4835" y="11663"/>
                      <a:pt x="4702" y="11663"/>
                      <a:pt x="4564" y="11663"/>
                    </a:cubicBezTo>
                    <a:cubicBezTo>
                      <a:pt x="4564" y="11696"/>
                      <a:pt x="4564" y="11730"/>
                      <a:pt x="4564" y="11764"/>
                    </a:cubicBezTo>
                    <a:cubicBezTo>
                      <a:pt x="4530" y="11764"/>
                      <a:pt x="4497" y="11764"/>
                      <a:pt x="4462" y="11764"/>
                    </a:cubicBezTo>
                    <a:cubicBezTo>
                      <a:pt x="4462" y="12032"/>
                      <a:pt x="4462" y="12300"/>
                      <a:pt x="4462" y="12575"/>
                    </a:cubicBezTo>
                    <a:cubicBezTo>
                      <a:pt x="4429" y="12575"/>
                      <a:pt x="4395" y="12575"/>
                      <a:pt x="4361" y="12575"/>
                    </a:cubicBezTo>
                    <a:cubicBezTo>
                      <a:pt x="4361" y="12609"/>
                      <a:pt x="4361" y="12642"/>
                      <a:pt x="4361" y="12677"/>
                    </a:cubicBezTo>
                    <a:cubicBezTo>
                      <a:pt x="3993" y="12677"/>
                      <a:pt x="3625" y="12677"/>
                      <a:pt x="3245" y="12677"/>
                    </a:cubicBezTo>
                    <a:cubicBezTo>
                      <a:pt x="3245" y="12710"/>
                      <a:pt x="3245" y="12744"/>
                      <a:pt x="3245" y="12778"/>
                    </a:cubicBezTo>
                    <a:cubicBezTo>
                      <a:pt x="2911" y="12778"/>
                      <a:pt x="2576" y="12778"/>
                      <a:pt x="2231" y="12778"/>
                    </a:cubicBezTo>
                    <a:cubicBezTo>
                      <a:pt x="2231" y="12745"/>
                      <a:pt x="2231" y="12711"/>
                      <a:pt x="2231" y="12677"/>
                    </a:cubicBezTo>
                    <a:cubicBezTo>
                      <a:pt x="1729" y="12677"/>
                      <a:pt x="1227" y="12677"/>
                      <a:pt x="710" y="12677"/>
                    </a:cubicBezTo>
                    <a:cubicBezTo>
                      <a:pt x="710" y="12710"/>
                      <a:pt x="710" y="12744"/>
                      <a:pt x="710" y="12778"/>
                    </a:cubicBezTo>
                    <a:cubicBezTo>
                      <a:pt x="576" y="12778"/>
                      <a:pt x="442" y="12778"/>
                      <a:pt x="304" y="12778"/>
                    </a:cubicBezTo>
                    <a:cubicBezTo>
                      <a:pt x="304" y="12745"/>
                      <a:pt x="304" y="12711"/>
                      <a:pt x="304" y="12677"/>
                    </a:cubicBezTo>
                    <a:cubicBezTo>
                      <a:pt x="237" y="12677"/>
                      <a:pt x="170" y="12677"/>
                      <a:pt x="101" y="12677"/>
                    </a:cubicBezTo>
                    <a:cubicBezTo>
                      <a:pt x="101" y="12643"/>
                      <a:pt x="101" y="12610"/>
                      <a:pt x="101" y="12575"/>
                    </a:cubicBezTo>
                    <a:cubicBezTo>
                      <a:pt x="68" y="12575"/>
                      <a:pt x="34" y="12575"/>
                      <a:pt x="0" y="12575"/>
                    </a:cubicBezTo>
                    <a:cubicBezTo>
                      <a:pt x="0" y="12140"/>
                      <a:pt x="0" y="11705"/>
                      <a:pt x="0" y="11257"/>
                    </a:cubicBezTo>
                    <a:cubicBezTo>
                      <a:pt x="33" y="11257"/>
                      <a:pt x="67" y="11257"/>
                      <a:pt x="101" y="11257"/>
                    </a:cubicBezTo>
                    <a:cubicBezTo>
                      <a:pt x="101" y="11224"/>
                      <a:pt x="101" y="11190"/>
                      <a:pt x="101" y="11156"/>
                    </a:cubicBezTo>
                    <a:cubicBezTo>
                      <a:pt x="168" y="11156"/>
                      <a:pt x="235" y="11156"/>
                      <a:pt x="304" y="11156"/>
                    </a:cubicBezTo>
                    <a:cubicBezTo>
                      <a:pt x="304" y="11122"/>
                      <a:pt x="304" y="11089"/>
                      <a:pt x="304" y="11054"/>
                    </a:cubicBezTo>
                    <a:cubicBezTo>
                      <a:pt x="338" y="11054"/>
                      <a:pt x="371" y="11054"/>
                      <a:pt x="406" y="11054"/>
                    </a:cubicBezTo>
                    <a:cubicBezTo>
                      <a:pt x="406" y="11021"/>
                      <a:pt x="406" y="10987"/>
                      <a:pt x="406" y="10953"/>
                    </a:cubicBezTo>
                    <a:cubicBezTo>
                      <a:pt x="473" y="10953"/>
                      <a:pt x="540" y="10953"/>
                      <a:pt x="608" y="10953"/>
                    </a:cubicBezTo>
                    <a:cubicBezTo>
                      <a:pt x="608" y="10919"/>
                      <a:pt x="608" y="10886"/>
                      <a:pt x="608" y="10851"/>
                    </a:cubicBezTo>
                    <a:cubicBezTo>
                      <a:pt x="642" y="10851"/>
                      <a:pt x="675" y="10851"/>
                      <a:pt x="710" y="10851"/>
                    </a:cubicBezTo>
                    <a:cubicBezTo>
                      <a:pt x="710" y="10818"/>
                      <a:pt x="710" y="10784"/>
                      <a:pt x="710" y="10750"/>
                    </a:cubicBezTo>
                    <a:cubicBezTo>
                      <a:pt x="743" y="10750"/>
                      <a:pt x="777" y="10750"/>
                      <a:pt x="811" y="10750"/>
                    </a:cubicBezTo>
                    <a:cubicBezTo>
                      <a:pt x="811" y="10717"/>
                      <a:pt x="811" y="10683"/>
                      <a:pt x="811" y="10649"/>
                    </a:cubicBezTo>
                    <a:cubicBezTo>
                      <a:pt x="878" y="10649"/>
                      <a:pt x="945" y="10649"/>
                      <a:pt x="1014" y="10649"/>
                    </a:cubicBezTo>
                    <a:cubicBezTo>
                      <a:pt x="1014" y="10615"/>
                      <a:pt x="1014" y="10582"/>
                      <a:pt x="1014" y="10547"/>
                    </a:cubicBezTo>
                    <a:cubicBezTo>
                      <a:pt x="1048" y="10547"/>
                      <a:pt x="1081" y="10547"/>
                      <a:pt x="1116" y="10547"/>
                    </a:cubicBezTo>
                    <a:cubicBezTo>
                      <a:pt x="1116" y="10514"/>
                      <a:pt x="1116" y="10480"/>
                      <a:pt x="1116" y="10446"/>
                    </a:cubicBezTo>
                    <a:cubicBezTo>
                      <a:pt x="1183" y="10446"/>
                      <a:pt x="1249" y="10446"/>
                      <a:pt x="1318" y="10446"/>
                    </a:cubicBezTo>
                    <a:cubicBezTo>
                      <a:pt x="1318" y="10412"/>
                      <a:pt x="1318" y="10379"/>
                      <a:pt x="1318" y="10344"/>
                    </a:cubicBezTo>
                    <a:cubicBezTo>
                      <a:pt x="1352" y="10344"/>
                      <a:pt x="1385" y="10344"/>
                      <a:pt x="1420" y="10344"/>
                    </a:cubicBezTo>
                    <a:cubicBezTo>
                      <a:pt x="1420" y="10311"/>
                      <a:pt x="1420" y="10277"/>
                      <a:pt x="1420" y="10243"/>
                    </a:cubicBezTo>
                    <a:cubicBezTo>
                      <a:pt x="1453" y="10243"/>
                      <a:pt x="1487" y="10243"/>
                      <a:pt x="1521" y="10243"/>
                    </a:cubicBezTo>
                    <a:cubicBezTo>
                      <a:pt x="1521" y="10209"/>
                      <a:pt x="1521" y="10176"/>
                      <a:pt x="1521" y="10142"/>
                    </a:cubicBezTo>
                    <a:cubicBezTo>
                      <a:pt x="1588" y="10142"/>
                      <a:pt x="1655" y="10142"/>
                      <a:pt x="1724" y="10142"/>
                    </a:cubicBezTo>
                    <a:cubicBezTo>
                      <a:pt x="1724" y="10108"/>
                      <a:pt x="1724" y="10075"/>
                      <a:pt x="1724" y="10040"/>
                    </a:cubicBezTo>
                    <a:cubicBezTo>
                      <a:pt x="1758" y="10040"/>
                      <a:pt x="1791" y="10040"/>
                      <a:pt x="1825" y="10040"/>
                    </a:cubicBezTo>
                    <a:cubicBezTo>
                      <a:pt x="1825" y="10007"/>
                      <a:pt x="1825" y="9973"/>
                      <a:pt x="1825" y="9939"/>
                    </a:cubicBezTo>
                    <a:cubicBezTo>
                      <a:pt x="1859" y="9939"/>
                      <a:pt x="1892" y="9939"/>
                      <a:pt x="1927" y="9939"/>
                    </a:cubicBezTo>
                    <a:cubicBezTo>
                      <a:pt x="1927" y="9905"/>
                      <a:pt x="1927" y="9872"/>
                      <a:pt x="1927" y="9837"/>
                    </a:cubicBezTo>
                    <a:cubicBezTo>
                      <a:pt x="1994" y="9837"/>
                      <a:pt x="2061" y="9837"/>
                      <a:pt x="2130" y="9837"/>
                    </a:cubicBezTo>
                    <a:cubicBezTo>
                      <a:pt x="2130" y="9804"/>
                      <a:pt x="2130" y="9770"/>
                      <a:pt x="2130" y="9736"/>
                    </a:cubicBezTo>
                    <a:cubicBezTo>
                      <a:pt x="2163" y="9736"/>
                      <a:pt x="2197" y="9736"/>
                      <a:pt x="2231" y="9736"/>
                    </a:cubicBezTo>
                    <a:cubicBezTo>
                      <a:pt x="2231" y="9702"/>
                      <a:pt x="2231" y="9669"/>
                      <a:pt x="2231" y="9634"/>
                    </a:cubicBezTo>
                    <a:cubicBezTo>
                      <a:pt x="2298" y="9634"/>
                      <a:pt x="2365" y="9634"/>
                      <a:pt x="2434" y="9634"/>
                    </a:cubicBezTo>
                    <a:cubicBezTo>
                      <a:pt x="2434" y="9601"/>
                      <a:pt x="2434" y="9567"/>
                      <a:pt x="2434" y="9533"/>
                    </a:cubicBezTo>
                    <a:cubicBezTo>
                      <a:pt x="2467" y="9533"/>
                      <a:pt x="2501" y="9533"/>
                      <a:pt x="2535" y="9533"/>
                    </a:cubicBezTo>
                    <a:cubicBezTo>
                      <a:pt x="2535" y="9500"/>
                      <a:pt x="2535" y="9466"/>
                      <a:pt x="2535" y="9432"/>
                    </a:cubicBezTo>
                    <a:cubicBezTo>
                      <a:pt x="2602" y="9432"/>
                      <a:pt x="2669" y="9432"/>
                      <a:pt x="2738" y="9432"/>
                    </a:cubicBezTo>
                    <a:cubicBezTo>
                      <a:pt x="2738" y="9398"/>
                      <a:pt x="2738" y="9365"/>
                      <a:pt x="2738" y="9330"/>
                    </a:cubicBezTo>
                    <a:cubicBezTo>
                      <a:pt x="2772" y="9330"/>
                      <a:pt x="2805" y="9330"/>
                      <a:pt x="2840" y="9330"/>
                    </a:cubicBezTo>
                    <a:cubicBezTo>
                      <a:pt x="2840" y="9297"/>
                      <a:pt x="2840" y="9263"/>
                      <a:pt x="2840" y="9229"/>
                    </a:cubicBezTo>
                    <a:cubicBezTo>
                      <a:pt x="2873" y="9229"/>
                      <a:pt x="2907" y="9229"/>
                      <a:pt x="2941" y="9229"/>
                    </a:cubicBezTo>
                    <a:cubicBezTo>
                      <a:pt x="2941" y="9195"/>
                      <a:pt x="2941" y="9162"/>
                      <a:pt x="2941" y="9127"/>
                    </a:cubicBezTo>
                    <a:cubicBezTo>
                      <a:pt x="3008" y="9127"/>
                      <a:pt x="3075" y="9127"/>
                      <a:pt x="3144" y="9127"/>
                    </a:cubicBezTo>
                    <a:cubicBezTo>
                      <a:pt x="3144" y="9094"/>
                      <a:pt x="3144" y="9060"/>
                      <a:pt x="3144" y="9026"/>
                    </a:cubicBezTo>
                    <a:cubicBezTo>
                      <a:pt x="3177" y="9026"/>
                      <a:pt x="3211" y="9026"/>
                      <a:pt x="3245" y="9026"/>
                    </a:cubicBezTo>
                    <a:cubicBezTo>
                      <a:pt x="3245" y="8992"/>
                      <a:pt x="3245" y="8959"/>
                      <a:pt x="3245" y="8925"/>
                    </a:cubicBezTo>
                    <a:cubicBezTo>
                      <a:pt x="3312" y="8925"/>
                      <a:pt x="3379" y="8925"/>
                      <a:pt x="3448" y="8925"/>
                    </a:cubicBezTo>
                    <a:cubicBezTo>
                      <a:pt x="3448" y="8891"/>
                      <a:pt x="3448" y="8858"/>
                      <a:pt x="3448" y="8823"/>
                    </a:cubicBezTo>
                    <a:cubicBezTo>
                      <a:pt x="3482" y="8823"/>
                      <a:pt x="3515" y="8823"/>
                      <a:pt x="3550" y="8823"/>
                    </a:cubicBezTo>
                    <a:cubicBezTo>
                      <a:pt x="3550" y="8790"/>
                      <a:pt x="3550" y="8756"/>
                      <a:pt x="3550" y="8722"/>
                    </a:cubicBezTo>
                    <a:cubicBezTo>
                      <a:pt x="3616" y="8722"/>
                      <a:pt x="3683" y="8722"/>
                      <a:pt x="3752" y="8722"/>
                    </a:cubicBezTo>
                    <a:cubicBezTo>
                      <a:pt x="3752" y="8688"/>
                      <a:pt x="3752" y="8655"/>
                      <a:pt x="3752" y="8620"/>
                    </a:cubicBezTo>
                    <a:cubicBezTo>
                      <a:pt x="3786" y="8620"/>
                      <a:pt x="3819" y="8620"/>
                      <a:pt x="3854" y="8620"/>
                    </a:cubicBezTo>
                    <a:cubicBezTo>
                      <a:pt x="3854" y="8587"/>
                      <a:pt x="3854" y="8553"/>
                      <a:pt x="3854" y="8519"/>
                    </a:cubicBezTo>
                    <a:cubicBezTo>
                      <a:pt x="3921" y="8519"/>
                      <a:pt x="3988" y="8519"/>
                      <a:pt x="4057" y="8519"/>
                    </a:cubicBezTo>
                    <a:cubicBezTo>
                      <a:pt x="4057" y="8485"/>
                      <a:pt x="4057" y="8452"/>
                      <a:pt x="4057" y="8417"/>
                    </a:cubicBezTo>
                    <a:cubicBezTo>
                      <a:pt x="4090" y="8417"/>
                      <a:pt x="4124" y="8417"/>
                      <a:pt x="4158" y="8417"/>
                    </a:cubicBezTo>
                    <a:cubicBezTo>
                      <a:pt x="4158" y="8384"/>
                      <a:pt x="4158" y="8351"/>
                      <a:pt x="4158" y="8316"/>
                    </a:cubicBezTo>
                    <a:cubicBezTo>
                      <a:pt x="4191" y="8316"/>
                      <a:pt x="4225" y="8316"/>
                      <a:pt x="4259" y="8316"/>
                    </a:cubicBezTo>
                    <a:cubicBezTo>
                      <a:pt x="4259" y="8283"/>
                      <a:pt x="4259" y="8249"/>
                      <a:pt x="4259" y="8215"/>
                    </a:cubicBezTo>
                    <a:cubicBezTo>
                      <a:pt x="4326" y="8215"/>
                      <a:pt x="4393" y="8215"/>
                      <a:pt x="4462" y="8215"/>
                    </a:cubicBezTo>
                    <a:cubicBezTo>
                      <a:pt x="4462" y="8181"/>
                      <a:pt x="4462" y="8148"/>
                      <a:pt x="4462" y="8113"/>
                    </a:cubicBezTo>
                    <a:cubicBezTo>
                      <a:pt x="4529" y="8113"/>
                      <a:pt x="4596" y="8113"/>
                      <a:pt x="4665" y="8113"/>
                    </a:cubicBezTo>
                    <a:cubicBezTo>
                      <a:pt x="4665" y="8080"/>
                      <a:pt x="4665" y="8046"/>
                      <a:pt x="4665" y="8012"/>
                    </a:cubicBezTo>
                    <a:cubicBezTo>
                      <a:pt x="4765" y="8012"/>
                      <a:pt x="4866" y="8012"/>
                      <a:pt x="4969" y="8012"/>
                    </a:cubicBezTo>
                    <a:cubicBezTo>
                      <a:pt x="4969" y="8045"/>
                      <a:pt x="4969" y="8079"/>
                      <a:pt x="4969" y="8113"/>
                    </a:cubicBezTo>
                    <a:cubicBezTo>
                      <a:pt x="5036" y="8113"/>
                      <a:pt x="5103" y="8113"/>
                      <a:pt x="5172" y="8113"/>
                    </a:cubicBezTo>
                    <a:cubicBezTo>
                      <a:pt x="5172" y="8147"/>
                      <a:pt x="5172" y="8180"/>
                      <a:pt x="5172" y="8215"/>
                    </a:cubicBezTo>
                    <a:cubicBezTo>
                      <a:pt x="5273" y="8215"/>
                      <a:pt x="5373" y="8215"/>
                      <a:pt x="5476" y="8215"/>
                    </a:cubicBezTo>
                    <a:cubicBezTo>
                      <a:pt x="5476" y="8248"/>
                      <a:pt x="5476" y="8282"/>
                      <a:pt x="5476" y="8316"/>
                    </a:cubicBezTo>
                    <a:cubicBezTo>
                      <a:pt x="5711" y="8316"/>
                      <a:pt x="5945" y="8316"/>
                      <a:pt x="6186" y="8316"/>
                    </a:cubicBezTo>
                    <a:cubicBezTo>
                      <a:pt x="6186" y="8283"/>
                      <a:pt x="6186" y="8249"/>
                      <a:pt x="6186" y="8215"/>
                    </a:cubicBezTo>
                    <a:cubicBezTo>
                      <a:pt x="6287" y="8215"/>
                      <a:pt x="6387" y="8215"/>
                      <a:pt x="6491" y="8215"/>
                    </a:cubicBezTo>
                    <a:cubicBezTo>
                      <a:pt x="6491" y="8181"/>
                      <a:pt x="6491" y="8148"/>
                      <a:pt x="6491" y="8113"/>
                    </a:cubicBezTo>
                    <a:cubicBezTo>
                      <a:pt x="6524" y="8113"/>
                      <a:pt x="6558" y="8113"/>
                      <a:pt x="6592" y="8113"/>
                    </a:cubicBezTo>
                    <a:cubicBezTo>
                      <a:pt x="6592" y="8080"/>
                      <a:pt x="6592" y="8046"/>
                      <a:pt x="6592" y="8012"/>
                    </a:cubicBezTo>
                    <a:cubicBezTo>
                      <a:pt x="6659" y="8012"/>
                      <a:pt x="6726" y="8012"/>
                      <a:pt x="6795" y="8012"/>
                    </a:cubicBezTo>
                    <a:cubicBezTo>
                      <a:pt x="6795" y="7978"/>
                      <a:pt x="6795" y="7945"/>
                      <a:pt x="6795" y="7910"/>
                    </a:cubicBezTo>
                    <a:cubicBezTo>
                      <a:pt x="6828" y="7910"/>
                      <a:pt x="6862" y="7910"/>
                      <a:pt x="6896" y="7910"/>
                    </a:cubicBezTo>
                    <a:cubicBezTo>
                      <a:pt x="6896" y="7877"/>
                      <a:pt x="6896" y="7843"/>
                      <a:pt x="6896" y="7809"/>
                    </a:cubicBezTo>
                    <a:cubicBezTo>
                      <a:pt x="6930" y="7809"/>
                      <a:pt x="6963" y="7809"/>
                      <a:pt x="6998" y="7809"/>
                    </a:cubicBezTo>
                    <a:cubicBezTo>
                      <a:pt x="6998" y="7742"/>
                      <a:pt x="6998" y="7675"/>
                      <a:pt x="6998" y="7606"/>
                    </a:cubicBezTo>
                    <a:cubicBezTo>
                      <a:pt x="7031" y="7606"/>
                      <a:pt x="7065" y="7606"/>
                      <a:pt x="7099" y="7606"/>
                    </a:cubicBezTo>
                    <a:cubicBezTo>
                      <a:pt x="7099" y="7539"/>
                      <a:pt x="7099" y="7472"/>
                      <a:pt x="7099" y="7403"/>
                    </a:cubicBezTo>
                    <a:cubicBezTo>
                      <a:pt x="7133" y="7403"/>
                      <a:pt x="7166" y="7403"/>
                      <a:pt x="7200" y="7403"/>
                    </a:cubicBezTo>
                    <a:cubicBezTo>
                      <a:pt x="7200" y="7269"/>
                      <a:pt x="7200" y="7136"/>
                      <a:pt x="7200" y="6998"/>
                    </a:cubicBezTo>
                    <a:cubicBezTo>
                      <a:pt x="7234" y="6998"/>
                      <a:pt x="7267" y="6998"/>
                      <a:pt x="7302" y="6998"/>
                    </a:cubicBezTo>
                    <a:cubicBezTo>
                      <a:pt x="7302" y="6897"/>
                      <a:pt x="7302" y="6797"/>
                      <a:pt x="7302" y="6693"/>
                    </a:cubicBezTo>
                    <a:cubicBezTo>
                      <a:pt x="7268" y="6693"/>
                      <a:pt x="7235" y="6693"/>
                      <a:pt x="7200" y="6693"/>
                    </a:cubicBezTo>
                    <a:cubicBezTo>
                      <a:pt x="7200" y="6560"/>
                      <a:pt x="7200" y="6426"/>
                      <a:pt x="7200" y="6288"/>
                    </a:cubicBezTo>
                    <a:cubicBezTo>
                      <a:pt x="7234" y="6288"/>
                      <a:pt x="7267" y="6288"/>
                      <a:pt x="7302" y="6288"/>
                    </a:cubicBezTo>
                    <a:cubicBezTo>
                      <a:pt x="7302" y="6254"/>
                      <a:pt x="7302" y="6221"/>
                      <a:pt x="7302" y="6186"/>
                    </a:cubicBezTo>
                    <a:cubicBezTo>
                      <a:pt x="7369" y="6186"/>
                      <a:pt x="7436" y="6186"/>
                      <a:pt x="7505" y="6186"/>
                    </a:cubicBezTo>
                    <a:cubicBezTo>
                      <a:pt x="7505" y="6153"/>
                      <a:pt x="7505" y="6119"/>
                      <a:pt x="7505" y="6085"/>
                    </a:cubicBezTo>
                    <a:cubicBezTo>
                      <a:pt x="7538" y="6085"/>
                      <a:pt x="7572" y="6085"/>
                      <a:pt x="7606" y="6085"/>
                    </a:cubicBezTo>
                    <a:cubicBezTo>
                      <a:pt x="7606" y="6051"/>
                      <a:pt x="7606" y="6018"/>
                      <a:pt x="7606" y="5983"/>
                    </a:cubicBezTo>
                    <a:cubicBezTo>
                      <a:pt x="7673" y="5983"/>
                      <a:pt x="7740" y="5983"/>
                      <a:pt x="7809" y="5983"/>
                    </a:cubicBezTo>
                    <a:cubicBezTo>
                      <a:pt x="7809" y="5950"/>
                      <a:pt x="7809" y="5917"/>
                      <a:pt x="7809" y="5882"/>
                    </a:cubicBezTo>
                    <a:cubicBezTo>
                      <a:pt x="7842" y="5882"/>
                      <a:pt x="7876" y="5882"/>
                      <a:pt x="7910" y="5882"/>
                    </a:cubicBezTo>
                    <a:cubicBezTo>
                      <a:pt x="7910" y="5849"/>
                      <a:pt x="7910" y="5815"/>
                      <a:pt x="7910" y="5781"/>
                    </a:cubicBezTo>
                    <a:cubicBezTo>
                      <a:pt x="7944" y="5781"/>
                      <a:pt x="7977" y="5781"/>
                      <a:pt x="8012" y="5781"/>
                    </a:cubicBezTo>
                    <a:cubicBezTo>
                      <a:pt x="8012" y="5747"/>
                      <a:pt x="8012" y="5714"/>
                      <a:pt x="8012" y="5679"/>
                    </a:cubicBezTo>
                    <a:cubicBezTo>
                      <a:pt x="8079" y="5679"/>
                      <a:pt x="8146" y="5679"/>
                      <a:pt x="8215" y="5679"/>
                    </a:cubicBezTo>
                    <a:cubicBezTo>
                      <a:pt x="8215" y="5646"/>
                      <a:pt x="8215" y="5612"/>
                      <a:pt x="8215" y="5578"/>
                    </a:cubicBezTo>
                    <a:cubicBezTo>
                      <a:pt x="8248" y="5578"/>
                      <a:pt x="8282" y="5578"/>
                      <a:pt x="8316" y="5578"/>
                    </a:cubicBezTo>
                    <a:cubicBezTo>
                      <a:pt x="8316" y="5544"/>
                      <a:pt x="8316" y="5511"/>
                      <a:pt x="8316" y="5476"/>
                    </a:cubicBezTo>
                    <a:cubicBezTo>
                      <a:pt x="8350" y="5476"/>
                      <a:pt x="8383" y="5476"/>
                      <a:pt x="8417" y="5476"/>
                    </a:cubicBezTo>
                    <a:cubicBezTo>
                      <a:pt x="8417" y="5443"/>
                      <a:pt x="8417" y="5409"/>
                      <a:pt x="8417" y="5375"/>
                    </a:cubicBezTo>
                    <a:cubicBezTo>
                      <a:pt x="8484" y="5375"/>
                      <a:pt x="8551" y="5375"/>
                      <a:pt x="8620" y="5375"/>
                    </a:cubicBezTo>
                    <a:cubicBezTo>
                      <a:pt x="8620" y="5342"/>
                      <a:pt x="8620" y="5308"/>
                      <a:pt x="8620" y="5274"/>
                    </a:cubicBezTo>
                    <a:cubicBezTo>
                      <a:pt x="8654" y="5274"/>
                      <a:pt x="8687" y="5274"/>
                      <a:pt x="8722" y="5274"/>
                    </a:cubicBezTo>
                    <a:cubicBezTo>
                      <a:pt x="8722" y="5240"/>
                      <a:pt x="8722" y="5207"/>
                      <a:pt x="8722" y="5172"/>
                    </a:cubicBezTo>
                    <a:cubicBezTo>
                      <a:pt x="8789" y="5172"/>
                      <a:pt x="8856" y="5172"/>
                      <a:pt x="8925" y="5172"/>
                    </a:cubicBezTo>
                    <a:cubicBezTo>
                      <a:pt x="8925" y="5139"/>
                      <a:pt x="8925" y="5105"/>
                      <a:pt x="8925" y="5071"/>
                    </a:cubicBezTo>
                    <a:cubicBezTo>
                      <a:pt x="8958" y="5071"/>
                      <a:pt x="8991" y="5071"/>
                      <a:pt x="9026" y="5071"/>
                    </a:cubicBezTo>
                    <a:cubicBezTo>
                      <a:pt x="9026" y="5037"/>
                      <a:pt x="9026" y="5004"/>
                      <a:pt x="9026" y="4969"/>
                    </a:cubicBezTo>
                    <a:cubicBezTo>
                      <a:pt x="9093" y="4969"/>
                      <a:pt x="9160" y="4969"/>
                      <a:pt x="9229" y="4969"/>
                    </a:cubicBezTo>
                    <a:cubicBezTo>
                      <a:pt x="9229" y="4936"/>
                      <a:pt x="9229" y="4902"/>
                      <a:pt x="9229" y="4868"/>
                    </a:cubicBezTo>
                    <a:cubicBezTo>
                      <a:pt x="9262" y="4868"/>
                      <a:pt x="9296" y="4868"/>
                      <a:pt x="9330" y="4868"/>
                    </a:cubicBezTo>
                    <a:cubicBezTo>
                      <a:pt x="9330" y="4834"/>
                      <a:pt x="9330" y="4801"/>
                      <a:pt x="9330" y="4767"/>
                    </a:cubicBezTo>
                    <a:cubicBezTo>
                      <a:pt x="9397" y="4767"/>
                      <a:pt x="9464" y="4767"/>
                      <a:pt x="9533" y="4767"/>
                    </a:cubicBezTo>
                    <a:cubicBezTo>
                      <a:pt x="9533" y="4733"/>
                      <a:pt x="9533" y="4700"/>
                      <a:pt x="9533" y="4665"/>
                    </a:cubicBezTo>
                    <a:cubicBezTo>
                      <a:pt x="9566" y="4665"/>
                      <a:pt x="9600" y="4665"/>
                      <a:pt x="9634" y="4665"/>
                    </a:cubicBezTo>
                    <a:cubicBezTo>
                      <a:pt x="9634" y="4632"/>
                      <a:pt x="9634" y="4598"/>
                      <a:pt x="9634" y="4564"/>
                    </a:cubicBezTo>
                    <a:cubicBezTo>
                      <a:pt x="9668" y="4564"/>
                      <a:pt x="9701" y="4564"/>
                      <a:pt x="9736" y="4564"/>
                    </a:cubicBezTo>
                    <a:cubicBezTo>
                      <a:pt x="9736" y="4530"/>
                      <a:pt x="9736" y="4497"/>
                      <a:pt x="9736" y="4462"/>
                    </a:cubicBezTo>
                    <a:cubicBezTo>
                      <a:pt x="9803" y="4462"/>
                      <a:pt x="9870" y="4462"/>
                      <a:pt x="9939" y="4462"/>
                    </a:cubicBezTo>
                    <a:cubicBezTo>
                      <a:pt x="9939" y="4429"/>
                      <a:pt x="9939" y="4395"/>
                      <a:pt x="9939" y="4361"/>
                    </a:cubicBezTo>
                    <a:cubicBezTo>
                      <a:pt x="9972" y="4361"/>
                      <a:pt x="10006" y="4361"/>
                      <a:pt x="10040" y="4361"/>
                    </a:cubicBezTo>
                    <a:cubicBezTo>
                      <a:pt x="10040" y="4327"/>
                      <a:pt x="10040" y="4294"/>
                      <a:pt x="10040" y="4259"/>
                    </a:cubicBezTo>
                    <a:cubicBezTo>
                      <a:pt x="10074" y="4259"/>
                      <a:pt x="10107" y="4259"/>
                      <a:pt x="10142" y="4259"/>
                    </a:cubicBezTo>
                    <a:cubicBezTo>
                      <a:pt x="10142" y="4226"/>
                      <a:pt x="10142" y="4192"/>
                      <a:pt x="10142" y="4158"/>
                    </a:cubicBezTo>
                    <a:cubicBezTo>
                      <a:pt x="10208" y="4158"/>
                      <a:pt x="10275" y="4158"/>
                      <a:pt x="10344" y="4158"/>
                    </a:cubicBezTo>
                    <a:cubicBezTo>
                      <a:pt x="10344" y="4125"/>
                      <a:pt x="10344" y="4091"/>
                      <a:pt x="10344" y="4057"/>
                    </a:cubicBezTo>
                    <a:cubicBezTo>
                      <a:pt x="10378" y="4057"/>
                      <a:pt x="10411" y="4057"/>
                      <a:pt x="10446" y="4057"/>
                    </a:cubicBezTo>
                    <a:cubicBezTo>
                      <a:pt x="10446" y="4023"/>
                      <a:pt x="10446" y="3990"/>
                      <a:pt x="10446" y="3955"/>
                    </a:cubicBezTo>
                    <a:cubicBezTo>
                      <a:pt x="10513" y="3955"/>
                      <a:pt x="10580" y="3955"/>
                      <a:pt x="10649" y="3955"/>
                    </a:cubicBezTo>
                    <a:cubicBezTo>
                      <a:pt x="10649" y="3922"/>
                      <a:pt x="10649" y="3888"/>
                      <a:pt x="10649" y="3854"/>
                    </a:cubicBezTo>
                    <a:cubicBezTo>
                      <a:pt x="10782" y="3854"/>
                      <a:pt x="10916" y="3854"/>
                      <a:pt x="11054" y="3854"/>
                    </a:cubicBezTo>
                    <a:cubicBezTo>
                      <a:pt x="11054" y="3887"/>
                      <a:pt x="11054" y="3921"/>
                      <a:pt x="11054" y="3955"/>
                    </a:cubicBezTo>
                    <a:cubicBezTo>
                      <a:pt x="11121" y="3955"/>
                      <a:pt x="11188" y="3955"/>
                      <a:pt x="11257" y="3955"/>
                    </a:cubicBezTo>
                    <a:cubicBezTo>
                      <a:pt x="11257" y="3989"/>
                      <a:pt x="11257" y="4022"/>
                      <a:pt x="11257" y="4057"/>
                    </a:cubicBezTo>
                    <a:cubicBezTo>
                      <a:pt x="11391" y="4057"/>
                      <a:pt x="11525" y="4057"/>
                      <a:pt x="11663" y="4057"/>
                    </a:cubicBezTo>
                    <a:cubicBezTo>
                      <a:pt x="11663" y="4090"/>
                      <a:pt x="11663" y="4124"/>
                      <a:pt x="11663" y="4158"/>
                    </a:cubicBezTo>
                    <a:cubicBezTo>
                      <a:pt x="11763" y="4158"/>
                      <a:pt x="11864" y="4158"/>
                      <a:pt x="11967" y="4158"/>
                    </a:cubicBezTo>
                    <a:cubicBezTo>
                      <a:pt x="11967" y="4125"/>
                      <a:pt x="11967" y="4091"/>
                      <a:pt x="11967" y="4057"/>
                    </a:cubicBezTo>
                    <a:cubicBezTo>
                      <a:pt x="12101" y="4057"/>
                      <a:pt x="12235" y="4057"/>
                      <a:pt x="12373" y="4057"/>
                    </a:cubicBezTo>
                    <a:cubicBezTo>
                      <a:pt x="12373" y="4023"/>
                      <a:pt x="12373" y="3990"/>
                      <a:pt x="12373" y="3955"/>
                    </a:cubicBezTo>
                    <a:cubicBezTo>
                      <a:pt x="12440" y="3955"/>
                      <a:pt x="12507" y="3955"/>
                      <a:pt x="12575" y="3955"/>
                    </a:cubicBezTo>
                    <a:cubicBezTo>
                      <a:pt x="12575" y="3922"/>
                      <a:pt x="12575" y="3888"/>
                      <a:pt x="12575" y="3854"/>
                    </a:cubicBezTo>
                    <a:cubicBezTo>
                      <a:pt x="12642" y="3854"/>
                      <a:pt x="12709" y="3854"/>
                      <a:pt x="12778" y="3854"/>
                    </a:cubicBezTo>
                    <a:cubicBezTo>
                      <a:pt x="12778" y="3820"/>
                      <a:pt x="12778" y="3787"/>
                      <a:pt x="12778" y="3752"/>
                    </a:cubicBezTo>
                    <a:cubicBezTo>
                      <a:pt x="12812" y="3752"/>
                      <a:pt x="12845" y="3752"/>
                      <a:pt x="12880" y="3752"/>
                    </a:cubicBezTo>
                    <a:cubicBezTo>
                      <a:pt x="12880" y="3719"/>
                      <a:pt x="12880" y="3685"/>
                      <a:pt x="12880" y="3651"/>
                    </a:cubicBezTo>
                    <a:cubicBezTo>
                      <a:pt x="12913" y="3651"/>
                      <a:pt x="12947" y="3651"/>
                      <a:pt x="12981" y="3651"/>
                    </a:cubicBezTo>
                    <a:cubicBezTo>
                      <a:pt x="12981" y="3617"/>
                      <a:pt x="12981" y="3584"/>
                      <a:pt x="12981" y="3550"/>
                    </a:cubicBezTo>
                    <a:cubicBezTo>
                      <a:pt x="13148" y="3550"/>
                      <a:pt x="13316" y="3550"/>
                      <a:pt x="13488" y="3550"/>
                    </a:cubicBezTo>
                    <a:cubicBezTo>
                      <a:pt x="13488" y="3583"/>
                      <a:pt x="13488" y="3616"/>
                      <a:pt x="13488" y="3651"/>
                    </a:cubicBezTo>
                    <a:cubicBezTo>
                      <a:pt x="13555" y="3651"/>
                      <a:pt x="13622" y="3651"/>
                      <a:pt x="13691" y="3651"/>
                    </a:cubicBezTo>
                    <a:cubicBezTo>
                      <a:pt x="13691" y="3684"/>
                      <a:pt x="13691" y="3718"/>
                      <a:pt x="13691" y="3752"/>
                    </a:cubicBezTo>
                    <a:cubicBezTo>
                      <a:pt x="13758" y="3752"/>
                      <a:pt x="13825" y="3752"/>
                      <a:pt x="13894" y="3752"/>
                    </a:cubicBezTo>
                    <a:cubicBezTo>
                      <a:pt x="13894" y="3786"/>
                      <a:pt x="13894" y="3819"/>
                      <a:pt x="13894" y="3854"/>
                    </a:cubicBezTo>
                    <a:cubicBezTo>
                      <a:pt x="13961" y="3854"/>
                      <a:pt x="14028" y="3854"/>
                      <a:pt x="14097" y="3854"/>
                    </a:cubicBezTo>
                    <a:cubicBezTo>
                      <a:pt x="14097" y="3887"/>
                      <a:pt x="14097" y="3921"/>
                      <a:pt x="14097" y="3955"/>
                    </a:cubicBezTo>
                    <a:cubicBezTo>
                      <a:pt x="14164" y="3955"/>
                      <a:pt x="14231" y="3955"/>
                      <a:pt x="14300" y="3955"/>
                    </a:cubicBezTo>
                    <a:cubicBezTo>
                      <a:pt x="14300" y="3989"/>
                      <a:pt x="14300" y="4022"/>
                      <a:pt x="14300" y="4057"/>
                    </a:cubicBezTo>
                    <a:cubicBezTo>
                      <a:pt x="14366" y="4057"/>
                      <a:pt x="14433" y="4057"/>
                      <a:pt x="14502" y="4057"/>
                    </a:cubicBezTo>
                    <a:cubicBezTo>
                      <a:pt x="14502" y="4090"/>
                      <a:pt x="14502" y="4124"/>
                      <a:pt x="14502" y="4158"/>
                    </a:cubicBezTo>
                    <a:cubicBezTo>
                      <a:pt x="14603" y="4158"/>
                      <a:pt x="14703" y="4158"/>
                      <a:pt x="14807" y="4158"/>
                    </a:cubicBezTo>
                    <a:cubicBezTo>
                      <a:pt x="14807" y="4191"/>
                      <a:pt x="14807" y="4225"/>
                      <a:pt x="14807" y="4259"/>
                    </a:cubicBezTo>
                    <a:cubicBezTo>
                      <a:pt x="14874" y="4259"/>
                      <a:pt x="14940" y="4259"/>
                      <a:pt x="15009" y="4259"/>
                    </a:cubicBezTo>
                    <a:cubicBezTo>
                      <a:pt x="15009" y="4293"/>
                      <a:pt x="15009" y="4326"/>
                      <a:pt x="15009" y="4361"/>
                    </a:cubicBezTo>
                    <a:cubicBezTo>
                      <a:pt x="15076" y="4361"/>
                      <a:pt x="15143" y="4361"/>
                      <a:pt x="15212" y="4361"/>
                    </a:cubicBezTo>
                    <a:cubicBezTo>
                      <a:pt x="15212" y="4394"/>
                      <a:pt x="15212" y="4428"/>
                      <a:pt x="15212" y="4462"/>
                    </a:cubicBezTo>
                    <a:cubicBezTo>
                      <a:pt x="15279" y="4462"/>
                      <a:pt x="15346" y="4462"/>
                      <a:pt x="15415" y="4462"/>
                    </a:cubicBezTo>
                    <a:cubicBezTo>
                      <a:pt x="15415" y="4496"/>
                      <a:pt x="15415" y="4529"/>
                      <a:pt x="15415" y="4564"/>
                    </a:cubicBezTo>
                    <a:cubicBezTo>
                      <a:pt x="15482" y="4564"/>
                      <a:pt x="15549" y="4564"/>
                      <a:pt x="15618" y="4564"/>
                    </a:cubicBezTo>
                    <a:cubicBezTo>
                      <a:pt x="15618" y="4597"/>
                      <a:pt x="15618" y="4631"/>
                      <a:pt x="15618" y="4665"/>
                    </a:cubicBezTo>
                    <a:cubicBezTo>
                      <a:pt x="15685" y="4665"/>
                      <a:pt x="15752" y="4665"/>
                      <a:pt x="15821" y="4665"/>
                    </a:cubicBezTo>
                    <a:cubicBezTo>
                      <a:pt x="15821" y="4699"/>
                      <a:pt x="15821" y="4732"/>
                      <a:pt x="15821" y="4767"/>
                    </a:cubicBezTo>
                    <a:cubicBezTo>
                      <a:pt x="15888" y="4767"/>
                      <a:pt x="15955" y="4767"/>
                      <a:pt x="16024" y="4767"/>
                    </a:cubicBezTo>
                    <a:cubicBezTo>
                      <a:pt x="16024" y="4800"/>
                      <a:pt x="16024" y="4833"/>
                      <a:pt x="16024" y="4868"/>
                    </a:cubicBezTo>
                    <a:cubicBezTo>
                      <a:pt x="16124" y="4868"/>
                      <a:pt x="16224" y="4868"/>
                      <a:pt x="16328" y="4868"/>
                    </a:cubicBezTo>
                    <a:cubicBezTo>
                      <a:pt x="16328" y="4901"/>
                      <a:pt x="16328" y="4935"/>
                      <a:pt x="16328" y="4969"/>
                    </a:cubicBezTo>
                    <a:cubicBezTo>
                      <a:pt x="16361" y="4969"/>
                      <a:pt x="16395" y="4969"/>
                      <a:pt x="16429" y="4969"/>
                    </a:cubicBezTo>
                    <a:cubicBezTo>
                      <a:pt x="16429" y="5237"/>
                      <a:pt x="16429" y="5505"/>
                      <a:pt x="16429" y="5781"/>
                    </a:cubicBezTo>
                    <a:cubicBezTo>
                      <a:pt x="16463" y="5781"/>
                      <a:pt x="16496" y="5781"/>
                      <a:pt x="16531" y="5781"/>
                    </a:cubicBezTo>
                    <a:cubicBezTo>
                      <a:pt x="16531" y="5881"/>
                      <a:pt x="16531" y="5981"/>
                      <a:pt x="16531" y="6085"/>
                    </a:cubicBezTo>
                    <a:cubicBezTo>
                      <a:pt x="16564" y="6085"/>
                      <a:pt x="16598" y="6085"/>
                      <a:pt x="16632" y="6085"/>
                    </a:cubicBezTo>
                    <a:cubicBezTo>
                      <a:pt x="16632" y="6118"/>
                      <a:pt x="16632" y="6152"/>
                      <a:pt x="16632" y="6186"/>
                    </a:cubicBezTo>
                    <a:cubicBezTo>
                      <a:pt x="16666" y="6186"/>
                      <a:pt x="16699" y="6186"/>
                      <a:pt x="16733" y="6186"/>
                    </a:cubicBezTo>
                    <a:cubicBezTo>
                      <a:pt x="16733" y="6220"/>
                      <a:pt x="16733" y="6253"/>
                      <a:pt x="16733" y="6288"/>
                    </a:cubicBezTo>
                    <a:cubicBezTo>
                      <a:pt x="16767" y="6288"/>
                      <a:pt x="16800" y="6288"/>
                      <a:pt x="16835" y="6288"/>
                    </a:cubicBezTo>
                    <a:cubicBezTo>
                      <a:pt x="16835" y="6321"/>
                      <a:pt x="16835" y="6355"/>
                      <a:pt x="16835" y="6389"/>
                    </a:cubicBezTo>
                    <a:cubicBezTo>
                      <a:pt x="16868" y="6389"/>
                      <a:pt x="16902" y="6389"/>
                      <a:pt x="16936" y="6389"/>
                    </a:cubicBezTo>
                    <a:cubicBezTo>
                      <a:pt x="16936" y="6423"/>
                      <a:pt x="16936" y="6456"/>
                      <a:pt x="16936" y="6491"/>
                    </a:cubicBezTo>
                    <a:cubicBezTo>
                      <a:pt x="16970" y="6491"/>
                      <a:pt x="17003" y="6491"/>
                      <a:pt x="17038" y="6491"/>
                    </a:cubicBezTo>
                    <a:cubicBezTo>
                      <a:pt x="17038" y="6524"/>
                      <a:pt x="17038" y="6558"/>
                      <a:pt x="17038" y="6592"/>
                    </a:cubicBezTo>
                    <a:cubicBezTo>
                      <a:pt x="17071" y="6592"/>
                      <a:pt x="17105" y="6592"/>
                      <a:pt x="17139" y="6592"/>
                    </a:cubicBezTo>
                    <a:cubicBezTo>
                      <a:pt x="17139" y="6625"/>
                      <a:pt x="17139" y="6659"/>
                      <a:pt x="17139" y="6693"/>
                    </a:cubicBezTo>
                    <a:cubicBezTo>
                      <a:pt x="17206" y="6693"/>
                      <a:pt x="17273" y="6693"/>
                      <a:pt x="17342" y="6693"/>
                    </a:cubicBezTo>
                    <a:cubicBezTo>
                      <a:pt x="17342" y="6727"/>
                      <a:pt x="17342" y="6760"/>
                      <a:pt x="17342" y="6795"/>
                    </a:cubicBezTo>
                    <a:cubicBezTo>
                      <a:pt x="17476" y="6795"/>
                      <a:pt x="17610" y="6795"/>
                      <a:pt x="17748" y="6795"/>
                    </a:cubicBezTo>
                    <a:cubicBezTo>
                      <a:pt x="17748" y="6828"/>
                      <a:pt x="17748" y="6862"/>
                      <a:pt x="17748" y="6896"/>
                    </a:cubicBezTo>
                    <a:cubicBezTo>
                      <a:pt x="17848" y="6896"/>
                      <a:pt x="17948" y="6896"/>
                      <a:pt x="18052" y="6896"/>
                    </a:cubicBezTo>
                    <a:cubicBezTo>
                      <a:pt x="18052" y="6863"/>
                      <a:pt x="18052" y="6829"/>
                      <a:pt x="18052" y="6795"/>
                    </a:cubicBezTo>
                    <a:cubicBezTo>
                      <a:pt x="18186" y="6795"/>
                      <a:pt x="18320" y="6795"/>
                      <a:pt x="18458" y="6795"/>
                    </a:cubicBezTo>
                    <a:cubicBezTo>
                      <a:pt x="18458" y="6761"/>
                      <a:pt x="18458" y="6728"/>
                      <a:pt x="18458" y="6693"/>
                    </a:cubicBezTo>
                    <a:cubicBezTo>
                      <a:pt x="18524" y="6693"/>
                      <a:pt x="18591" y="6693"/>
                      <a:pt x="18660" y="6693"/>
                    </a:cubicBezTo>
                    <a:cubicBezTo>
                      <a:pt x="18660" y="6660"/>
                      <a:pt x="18660" y="6626"/>
                      <a:pt x="18660" y="6592"/>
                    </a:cubicBezTo>
                    <a:cubicBezTo>
                      <a:pt x="18727" y="6592"/>
                      <a:pt x="18794" y="6592"/>
                      <a:pt x="18863" y="6592"/>
                    </a:cubicBezTo>
                    <a:cubicBezTo>
                      <a:pt x="18863" y="6559"/>
                      <a:pt x="18863" y="6525"/>
                      <a:pt x="18863" y="6491"/>
                    </a:cubicBezTo>
                    <a:cubicBezTo>
                      <a:pt x="18897" y="6491"/>
                      <a:pt x="18930" y="6491"/>
                      <a:pt x="18965" y="6491"/>
                    </a:cubicBezTo>
                    <a:cubicBezTo>
                      <a:pt x="18965" y="6457"/>
                      <a:pt x="18965" y="6424"/>
                      <a:pt x="18965" y="6389"/>
                    </a:cubicBezTo>
                    <a:cubicBezTo>
                      <a:pt x="18998" y="6389"/>
                      <a:pt x="19032" y="6389"/>
                      <a:pt x="19066" y="6389"/>
                    </a:cubicBezTo>
                    <a:cubicBezTo>
                      <a:pt x="19066" y="6356"/>
                      <a:pt x="19066" y="6322"/>
                      <a:pt x="19066" y="6288"/>
                    </a:cubicBezTo>
                    <a:cubicBezTo>
                      <a:pt x="19100" y="6288"/>
                      <a:pt x="19133" y="6288"/>
                      <a:pt x="19167" y="6288"/>
                    </a:cubicBezTo>
                    <a:cubicBezTo>
                      <a:pt x="19167" y="6221"/>
                      <a:pt x="19167" y="6154"/>
                      <a:pt x="19167" y="6085"/>
                    </a:cubicBezTo>
                    <a:cubicBezTo>
                      <a:pt x="19201" y="6085"/>
                      <a:pt x="19234" y="6085"/>
                      <a:pt x="19269" y="6085"/>
                    </a:cubicBezTo>
                    <a:cubicBezTo>
                      <a:pt x="19269" y="6018"/>
                      <a:pt x="19269" y="5951"/>
                      <a:pt x="19269" y="5882"/>
                    </a:cubicBezTo>
                    <a:cubicBezTo>
                      <a:pt x="19302" y="5882"/>
                      <a:pt x="19336" y="5882"/>
                      <a:pt x="19370" y="5882"/>
                    </a:cubicBezTo>
                    <a:cubicBezTo>
                      <a:pt x="19370" y="5581"/>
                      <a:pt x="19370" y="5280"/>
                      <a:pt x="19370" y="4969"/>
                    </a:cubicBezTo>
                    <a:cubicBezTo>
                      <a:pt x="19337" y="4969"/>
                      <a:pt x="19303" y="4969"/>
                      <a:pt x="19269" y="4969"/>
                    </a:cubicBezTo>
                    <a:cubicBezTo>
                      <a:pt x="19269" y="4769"/>
                      <a:pt x="19269" y="4568"/>
                      <a:pt x="19269" y="4361"/>
                    </a:cubicBezTo>
                    <a:cubicBezTo>
                      <a:pt x="19302" y="4361"/>
                      <a:pt x="19336" y="4361"/>
                      <a:pt x="19370" y="4361"/>
                    </a:cubicBezTo>
                    <a:cubicBezTo>
                      <a:pt x="19370" y="4327"/>
                      <a:pt x="19370" y="4294"/>
                      <a:pt x="19370" y="4259"/>
                    </a:cubicBezTo>
                    <a:cubicBezTo>
                      <a:pt x="19404" y="4259"/>
                      <a:pt x="19437" y="4259"/>
                      <a:pt x="19472" y="4259"/>
                    </a:cubicBezTo>
                    <a:cubicBezTo>
                      <a:pt x="19472" y="4226"/>
                      <a:pt x="19472" y="4192"/>
                      <a:pt x="19472" y="4158"/>
                    </a:cubicBezTo>
                    <a:cubicBezTo>
                      <a:pt x="19505" y="4158"/>
                      <a:pt x="19539" y="4158"/>
                      <a:pt x="19573" y="4158"/>
                    </a:cubicBezTo>
                    <a:cubicBezTo>
                      <a:pt x="19573" y="4091"/>
                      <a:pt x="19573" y="4024"/>
                      <a:pt x="19573" y="3955"/>
                    </a:cubicBezTo>
                    <a:cubicBezTo>
                      <a:pt x="19607" y="3955"/>
                      <a:pt x="19640" y="3955"/>
                      <a:pt x="19675" y="3955"/>
                    </a:cubicBezTo>
                    <a:cubicBezTo>
                      <a:pt x="19675" y="3922"/>
                      <a:pt x="19675" y="3888"/>
                      <a:pt x="19675" y="3854"/>
                    </a:cubicBezTo>
                    <a:cubicBezTo>
                      <a:pt x="19708" y="3854"/>
                      <a:pt x="19741" y="3854"/>
                      <a:pt x="19776" y="3854"/>
                    </a:cubicBezTo>
                    <a:cubicBezTo>
                      <a:pt x="19776" y="3820"/>
                      <a:pt x="19776" y="3787"/>
                      <a:pt x="19776" y="3752"/>
                    </a:cubicBezTo>
                    <a:cubicBezTo>
                      <a:pt x="19809" y="3752"/>
                      <a:pt x="19843" y="3752"/>
                      <a:pt x="19877" y="3752"/>
                    </a:cubicBezTo>
                    <a:cubicBezTo>
                      <a:pt x="19877" y="3719"/>
                      <a:pt x="19877" y="3685"/>
                      <a:pt x="19877" y="3651"/>
                    </a:cubicBezTo>
                    <a:cubicBezTo>
                      <a:pt x="19911" y="3651"/>
                      <a:pt x="19944" y="3651"/>
                      <a:pt x="19979" y="3651"/>
                    </a:cubicBezTo>
                    <a:cubicBezTo>
                      <a:pt x="19979" y="3584"/>
                      <a:pt x="19979" y="3517"/>
                      <a:pt x="19979" y="3448"/>
                    </a:cubicBezTo>
                    <a:cubicBezTo>
                      <a:pt x="20012" y="3448"/>
                      <a:pt x="20046" y="3448"/>
                      <a:pt x="20080" y="3448"/>
                    </a:cubicBezTo>
                    <a:cubicBezTo>
                      <a:pt x="20080" y="3415"/>
                      <a:pt x="20080" y="3381"/>
                      <a:pt x="20080" y="3347"/>
                    </a:cubicBezTo>
                    <a:cubicBezTo>
                      <a:pt x="20114" y="3347"/>
                      <a:pt x="20147" y="3347"/>
                      <a:pt x="20182" y="3347"/>
                    </a:cubicBezTo>
                    <a:cubicBezTo>
                      <a:pt x="20182" y="3313"/>
                      <a:pt x="20182" y="3280"/>
                      <a:pt x="20182" y="3245"/>
                    </a:cubicBezTo>
                    <a:cubicBezTo>
                      <a:pt x="20215" y="3245"/>
                      <a:pt x="20249" y="3245"/>
                      <a:pt x="20283" y="3245"/>
                    </a:cubicBezTo>
                    <a:cubicBezTo>
                      <a:pt x="20283" y="3178"/>
                      <a:pt x="20283" y="3111"/>
                      <a:pt x="20283" y="3042"/>
                    </a:cubicBezTo>
                    <a:cubicBezTo>
                      <a:pt x="20316" y="3042"/>
                      <a:pt x="20350" y="3042"/>
                      <a:pt x="20384" y="3042"/>
                    </a:cubicBezTo>
                    <a:cubicBezTo>
                      <a:pt x="20384" y="3009"/>
                      <a:pt x="20384" y="2976"/>
                      <a:pt x="20384" y="2941"/>
                    </a:cubicBezTo>
                    <a:cubicBezTo>
                      <a:pt x="20418" y="2941"/>
                      <a:pt x="20451" y="2941"/>
                      <a:pt x="20486" y="2941"/>
                    </a:cubicBezTo>
                    <a:cubicBezTo>
                      <a:pt x="20486" y="2908"/>
                      <a:pt x="20486" y="2874"/>
                      <a:pt x="20486" y="2840"/>
                    </a:cubicBezTo>
                    <a:cubicBezTo>
                      <a:pt x="20519" y="2840"/>
                      <a:pt x="20553" y="2840"/>
                      <a:pt x="20587" y="2840"/>
                    </a:cubicBezTo>
                    <a:cubicBezTo>
                      <a:pt x="20587" y="2773"/>
                      <a:pt x="20587" y="2706"/>
                      <a:pt x="20587" y="2637"/>
                    </a:cubicBezTo>
                    <a:cubicBezTo>
                      <a:pt x="20621" y="2637"/>
                      <a:pt x="20654" y="2637"/>
                      <a:pt x="20689" y="2637"/>
                    </a:cubicBezTo>
                    <a:cubicBezTo>
                      <a:pt x="20689" y="2603"/>
                      <a:pt x="20689" y="2570"/>
                      <a:pt x="20689" y="2535"/>
                    </a:cubicBezTo>
                    <a:cubicBezTo>
                      <a:pt x="20722" y="2535"/>
                      <a:pt x="20756" y="2535"/>
                      <a:pt x="20790" y="2535"/>
                    </a:cubicBezTo>
                    <a:cubicBezTo>
                      <a:pt x="20790" y="2502"/>
                      <a:pt x="20790" y="2468"/>
                      <a:pt x="20790" y="2434"/>
                    </a:cubicBezTo>
                    <a:cubicBezTo>
                      <a:pt x="20824" y="2434"/>
                      <a:pt x="20857" y="2434"/>
                      <a:pt x="20892" y="2434"/>
                    </a:cubicBezTo>
                    <a:cubicBezTo>
                      <a:pt x="20892" y="2400"/>
                      <a:pt x="20892" y="2367"/>
                      <a:pt x="20892" y="2333"/>
                    </a:cubicBezTo>
                    <a:cubicBezTo>
                      <a:pt x="20925" y="2333"/>
                      <a:pt x="20958" y="2333"/>
                      <a:pt x="20993" y="2333"/>
                    </a:cubicBezTo>
                    <a:cubicBezTo>
                      <a:pt x="20993" y="2266"/>
                      <a:pt x="20993" y="2199"/>
                      <a:pt x="20993" y="2130"/>
                    </a:cubicBezTo>
                    <a:cubicBezTo>
                      <a:pt x="21026" y="2130"/>
                      <a:pt x="21060" y="2130"/>
                      <a:pt x="21094" y="2130"/>
                    </a:cubicBezTo>
                    <a:cubicBezTo>
                      <a:pt x="21094" y="2096"/>
                      <a:pt x="21094" y="2063"/>
                      <a:pt x="21094" y="2028"/>
                    </a:cubicBezTo>
                    <a:cubicBezTo>
                      <a:pt x="21128" y="2028"/>
                      <a:pt x="21161" y="2028"/>
                      <a:pt x="21196" y="2028"/>
                    </a:cubicBezTo>
                    <a:cubicBezTo>
                      <a:pt x="21196" y="1995"/>
                      <a:pt x="21196" y="1961"/>
                      <a:pt x="21196" y="1927"/>
                    </a:cubicBezTo>
                    <a:cubicBezTo>
                      <a:pt x="21229" y="1927"/>
                      <a:pt x="21263" y="1927"/>
                      <a:pt x="21297" y="1927"/>
                    </a:cubicBezTo>
                    <a:cubicBezTo>
                      <a:pt x="21297" y="1860"/>
                      <a:pt x="21297" y="1793"/>
                      <a:pt x="21297" y="1724"/>
                    </a:cubicBezTo>
                    <a:cubicBezTo>
                      <a:pt x="21331" y="1724"/>
                      <a:pt x="21364" y="1724"/>
                      <a:pt x="21399" y="1724"/>
                    </a:cubicBezTo>
                    <a:cubicBezTo>
                      <a:pt x="21399" y="1691"/>
                      <a:pt x="21399" y="1657"/>
                      <a:pt x="21399" y="1623"/>
                    </a:cubicBezTo>
                    <a:cubicBezTo>
                      <a:pt x="21432" y="1623"/>
                      <a:pt x="21466" y="1623"/>
                      <a:pt x="21500" y="1623"/>
                    </a:cubicBezTo>
                    <a:cubicBezTo>
                      <a:pt x="21500" y="1589"/>
                      <a:pt x="21500" y="1556"/>
                      <a:pt x="21500" y="1521"/>
                    </a:cubicBezTo>
                    <a:cubicBezTo>
                      <a:pt x="21533" y="1521"/>
                      <a:pt x="21567" y="1521"/>
                      <a:pt x="21601" y="1521"/>
                    </a:cubicBezTo>
                    <a:cubicBezTo>
                      <a:pt x="21601" y="1488"/>
                      <a:pt x="21601" y="1454"/>
                      <a:pt x="21601" y="1420"/>
                    </a:cubicBezTo>
                    <a:cubicBezTo>
                      <a:pt x="21635" y="1420"/>
                      <a:pt x="21668" y="1420"/>
                      <a:pt x="21703" y="1420"/>
                    </a:cubicBezTo>
                    <a:cubicBezTo>
                      <a:pt x="21703" y="1353"/>
                      <a:pt x="21703" y="1286"/>
                      <a:pt x="21703" y="1217"/>
                    </a:cubicBezTo>
                    <a:cubicBezTo>
                      <a:pt x="21736" y="1217"/>
                      <a:pt x="21770" y="1217"/>
                      <a:pt x="21804" y="1217"/>
                    </a:cubicBezTo>
                    <a:cubicBezTo>
                      <a:pt x="21804" y="1184"/>
                      <a:pt x="21804" y="1150"/>
                      <a:pt x="21804" y="1116"/>
                    </a:cubicBezTo>
                    <a:cubicBezTo>
                      <a:pt x="21838" y="1116"/>
                      <a:pt x="21871" y="1116"/>
                      <a:pt x="21906" y="1116"/>
                    </a:cubicBezTo>
                    <a:cubicBezTo>
                      <a:pt x="21906" y="1082"/>
                      <a:pt x="21906" y="1049"/>
                      <a:pt x="21906" y="1014"/>
                    </a:cubicBezTo>
                    <a:cubicBezTo>
                      <a:pt x="21939" y="1014"/>
                      <a:pt x="21973" y="1014"/>
                      <a:pt x="22007" y="1014"/>
                    </a:cubicBezTo>
                    <a:cubicBezTo>
                      <a:pt x="22007" y="981"/>
                      <a:pt x="22007" y="947"/>
                      <a:pt x="22007" y="913"/>
                    </a:cubicBezTo>
                    <a:cubicBezTo>
                      <a:pt x="22041" y="913"/>
                      <a:pt x="22074" y="913"/>
                      <a:pt x="22108" y="913"/>
                    </a:cubicBezTo>
                    <a:cubicBezTo>
                      <a:pt x="22108" y="846"/>
                      <a:pt x="22108" y="779"/>
                      <a:pt x="22108" y="710"/>
                    </a:cubicBezTo>
                    <a:cubicBezTo>
                      <a:pt x="22142" y="710"/>
                      <a:pt x="22175" y="710"/>
                      <a:pt x="22210" y="710"/>
                    </a:cubicBezTo>
                    <a:cubicBezTo>
                      <a:pt x="22210" y="676"/>
                      <a:pt x="22210" y="643"/>
                      <a:pt x="22210" y="608"/>
                    </a:cubicBezTo>
                    <a:cubicBezTo>
                      <a:pt x="22243" y="608"/>
                      <a:pt x="22277" y="608"/>
                      <a:pt x="22311" y="608"/>
                    </a:cubicBezTo>
                    <a:cubicBezTo>
                      <a:pt x="22311" y="575"/>
                      <a:pt x="22311" y="542"/>
                      <a:pt x="22311" y="507"/>
                    </a:cubicBezTo>
                    <a:cubicBezTo>
                      <a:pt x="22345" y="507"/>
                      <a:pt x="22378" y="507"/>
                      <a:pt x="22413" y="507"/>
                    </a:cubicBezTo>
                    <a:cubicBezTo>
                      <a:pt x="22413" y="474"/>
                      <a:pt x="22413" y="440"/>
                      <a:pt x="22413" y="406"/>
                    </a:cubicBezTo>
                    <a:cubicBezTo>
                      <a:pt x="22446" y="406"/>
                      <a:pt x="22480" y="406"/>
                      <a:pt x="22514" y="406"/>
                    </a:cubicBezTo>
                    <a:cubicBezTo>
                      <a:pt x="22514" y="339"/>
                      <a:pt x="22514" y="272"/>
                      <a:pt x="22514" y="203"/>
                    </a:cubicBezTo>
                    <a:cubicBezTo>
                      <a:pt x="22548" y="203"/>
                      <a:pt x="22581" y="203"/>
                      <a:pt x="22616" y="203"/>
                    </a:cubicBezTo>
                    <a:cubicBezTo>
                      <a:pt x="22616" y="169"/>
                      <a:pt x="22616" y="136"/>
                      <a:pt x="22616" y="101"/>
                    </a:cubicBezTo>
                    <a:cubicBezTo>
                      <a:pt x="23017" y="101"/>
                      <a:pt x="23419" y="101"/>
                      <a:pt x="23833" y="101"/>
                    </a:cubicBezTo>
                    <a:cubicBezTo>
                      <a:pt x="23833" y="68"/>
                      <a:pt x="23833" y="34"/>
                      <a:pt x="238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61" name="ICON_TOOL_VISUALIZE_path_002"/>
              <p:cNvSpPr/>
              <p:nvPr/>
            </p:nvSpPr>
            <p:spPr>
              <a:xfrm>
                <a:off x="5090513" y="4416934"/>
                <a:ext cx="329721" cy="221531"/>
              </a:xfrm>
              <a:custGeom>
                <a:avLst/>
                <a:gdLst/>
                <a:ahLst/>
                <a:cxnLst/>
                <a:rect l="0" t="0" r="r" b="b"/>
                <a:pathLst>
                  <a:path w="25962" h="17443" fill="norm" stroke="0">
                    <a:moveTo>
                      <a:pt x="101" y="0"/>
                    </a:moveTo>
                    <a:cubicBezTo>
                      <a:pt x="269" y="0"/>
                      <a:pt x="436" y="0"/>
                      <a:pt x="608" y="0"/>
                    </a:cubicBezTo>
                    <a:cubicBezTo>
                      <a:pt x="608" y="33"/>
                      <a:pt x="608" y="67"/>
                      <a:pt x="608" y="101"/>
                    </a:cubicBezTo>
                    <a:cubicBezTo>
                      <a:pt x="642" y="101"/>
                      <a:pt x="675" y="101"/>
                      <a:pt x="710" y="101"/>
                    </a:cubicBezTo>
                    <a:cubicBezTo>
                      <a:pt x="710" y="470"/>
                      <a:pt x="710" y="838"/>
                      <a:pt x="710" y="1217"/>
                    </a:cubicBezTo>
                    <a:cubicBezTo>
                      <a:pt x="743" y="1217"/>
                      <a:pt x="777" y="1217"/>
                      <a:pt x="811" y="1217"/>
                    </a:cubicBezTo>
                    <a:cubicBezTo>
                      <a:pt x="811" y="1250"/>
                      <a:pt x="811" y="1284"/>
                      <a:pt x="811" y="1318"/>
                    </a:cubicBezTo>
                    <a:cubicBezTo>
                      <a:pt x="1113" y="1318"/>
                      <a:pt x="1414" y="1318"/>
                      <a:pt x="1724" y="1318"/>
                    </a:cubicBezTo>
                    <a:cubicBezTo>
                      <a:pt x="1724" y="1352"/>
                      <a:pt x="1724" y="1385"/>
                      <a:pt x="1724" y="1420"/>
                    </a:cubicBezTo>
                    <a:cubicBezTo>
                      <a:pt x="1758" y="1420"/>
                      <a:pt x="1791" y="1420"/>
                      <a:pt x="1825" y="1420"/>
                    </a:cubicBezTo>
                    <a:cubicBezTo>
                      <a:pt x="1844" y="1518"/>
                      <a:pt x="1855" y="1618"/>
                      <a:pt x="1807" y="1708"/>
                    </a:cubicBezTo>
                    <a:cubicBezTo>
                      <a:pt x="1736" y="1806"/>
                      <a:pt x="1645" y="1905"/>
                      <a:pt x="1527" y="1940"/>
                    </a:cubicBezTo>
                    <a:cubicBezTo>
                      <a:pt x="1410" y="1958"/>
                      <a:pt x="1293" y="1950"/>
                      <a:pt x="1176" y="1943"/>
                    </a:cubicBezTo>
                    <a:cubicBezTo>
                      <a:pt x="1140" y="1941"/>
                      <a:pt x="1105" y="1940"/>
                      <a:pt x="1069" y="1939"/>
                    </a:cubicBezTo>
                    <a:cubicBezTo>
                      <a:pt x="983" y="1937"/>
                      <a:pt x="897" y="1932"/>
                      <a:pt x="811" y="1927"/>
                    </a:cubicBezTo>
                    <a:cubicBezTo>
                      <a:pt x="811" y="1960"/>
                      <a:pt x="811" y="1994"/>
                      <a:pt x="811" y="2028"/>
                    </a:cubicBezTo>
                    <a:cubicBezTo>
                      <a:pt x="778" y="2028"/>
                      <a:pt x="744" y="2028"/>
                      <a:pt x="710" y="2028"/>
                    </a:cubicBezTo>
                    <a:cubicBezTo>
                      <a:pt x="710" y="3233"/>
                      <a:pt x="710" y="4438"/>
                      <a:pt x="710" y="5679"/>
                    </a:cubicBezTo>
                    <a:cubicBezTo>
                      <a:pt x="743" y="5679"/>
                      <a:pt x="777" y="5679"/>
                      <a:pt x="811" y="5679"/>
                    </a:cubicBezTo>
                    <a:cubicBezTo>
                      <a:pt x="811" y="5713"/>
                      <a:pt x="811" y="5746"/>
                      <a:pt x="811" y="5781"/>
                    </a:cubicBezTo>
                    <a:cubicBezTo>
                      <a:pt x="823" y="5780"/>
                      <a:pt x="823" y="5780"/>
                      <a:pt x="883" y="5777"/>
                    </a:cubicBezTo>
                    <a:cubicBezTo>
                      <a:pt x="971" y="5774"/>
                      <a:pt x="1059" y="5771"/>
                      <a:pt x="1147" y="5770"/>
                    </a:cubicBezTo>
                    <a:cubicBezTo>
                      <a:pt x="1185" y="5768"/>
                      <a:pt x="1223" y="5767"/>
                      <a:pt x="1261" y="5765"/>
                    </a:cubicBezTo>
                    <a:cubicBezTo>
                      <a:pt x="1589" y="5750"/>
                      <a:pt x="1589" y="5750"/>
                      <a:pt x="1694" y="5821"/>
                    </a:cubicBezTo>
                    <a:cubicBezTo>
                      <a:pt x="1771" y="5893"/>
                      <a:pt x="1833" y="5962"/>
                      <a:pt x="1845" y="6070"/>
                    </a:cubicBezTo>
                    <a:cubicBezTo>
                      <a:pt x="1843" y="6109"/>
                      <a:pt x="1843" y="6109"/>
                      <a:pt x="1838" y="6148"/>
                    </a:cubicBezTo>
                    <a:cubicBezTo>
                      <a:pt x="1837" y="6162"/>
                      <a:pt x="1836" y="6175"/>
                      <a:pt x="1835" y="6189"/>
                    </a:cubicBezTo>
                    <a:cubicBezTo>
                      <a:pt x="1833" y="6222"/>
                      <a:pt x="1829" y="6255"/>
                      <a:pt x="1825" y="6288"/>
                    </a:cubicBezTo>
                    <a:cubicBezTo>
                      <a:pt x="1792" y="6288"/>
                      <a:pt x="1759" y="6288"/>
                      <a:pt x="1724" y="6288"/>
                    </a:cubicBezTo>
                    <a:cubicBezTo>
                      <a:pt x="1724" y="6321"/>
                      <a:pt x="1724" y="6355"/>
                      <a:pt x="1724" y="6389"/>
                    </a:cubicBezTo>
                    <a:cubicBezTo>
                      <a:pt x="1423" y="6389"/>
                      <a:pt x="1122" y="6389"/>
                      <a:pt x="811" y="6389"/>
                    </a:cubicBezTo>
                    <a:cubicBezTo>
                      <a:pt x="811" y="6423"/>
                      <a:pt x="811" y="6456"/>
                      <a:pt x="811" y="6491"/>
                    </a:cubicBezTo>
                    <a:cubicBezTo>
                      <a:pt x="778" y="6491"/>
                      <a:pt x="744" y="6491"/>
                      <a:pt x="710" y="6491"/>
                    </a:cubicBezTo>
                    <a:cubicBezTo>
                      <a:pt x="710" y="7729"/>
                      <a:pt x="710" y="8967"/>
                      <a:pt x="710" y="10243"/>
                    </a:cubicBezTo>
                    <a:cubicBezTo>
                      <a:pt x="743" y="10243"/>
                      <a:pt x="777" y="10243"/>
                      <a:pt x="811" y="10243"/>
                    </a:cubicBezTo>
                    <a:cubicBezTo>
                      <a:pt x="811" y="10276"/>
                      <a:pt x="811" y="10310"/>
                      <a:pt x="811" y="10344"/>
                    </a:cubicBezTo>
                    <a:cubicBezTo>
                      <a:pt x="1113" y="10344"/>
                      <a:pt x="1414" y="10344"/>
                      <a:pt x="1724" y="10344"/>
                    </a:cubicBezTo>
                    <a:cubicBezTo>
                      <a:pt x="1724" y="10378"/>
                      <a:pt x="1724" y="10411"/>
                      <a:pt x="1724" y="10446"/>
                    </a:cubicBezTo>
                    <a:cubicBezTo>
                      <a:pt x="1758" y="10446"/>
                      <a:pt x="1791" y="10446"/>
                      <a:pt x="1825" y="10446"/>
                    </a:cubicBezTo>
                    <a:cubicBezTo>
                      <a:pt x="1831" y="10492"/>
                      <a:pt x="1835" y="10538"/>
                      <a:pt x="1838" y="10585"/>
                    </a:cubicBezTo>
                    <a:cubicBezTo>
                      <a:pt x="1839" y="10592"/>
                      <a:pt x="1839" y="10592"/>
                      <a:pt x="1843" y="10624"/>
                    </a:cubicBezTo>
                    <a:cubicBezTo>
                      <a:pt x="1848" y="10723"/>
                      <a:pt x="1810" y="10785"/>
                      <a:pt x="1749" y="10861"/>
                    </a:cubicBezTo>
                    <a:cubicBezTo>
                      <a:pt x="1619" y="10981"/>
                      <a:pt x="1487" y="10975"/>
                      <a:pt x="1316" y="10971"/>
                    </a:cubicBezTo>
                    <a:cubicBezTo>
                      <a:pt x="1279" y="10969"/>
                      <a:pt x="1242" y="10967"/>
                      <a:pt x="1204" y="10966"/>
                    </a:cubicBezTo>
                    <a:cubicBezTo>
                      <a:pt x="1166" y="10964"/>
                      <a:pt x="1128" y="10964"/>
                      <a:pt x="1090" y="10963"/>
                    </a:cubicBezTo>
                    <a:cubicBezTo>
                      <a:pt x="997" y="10961"/>
                      <a:pt x="904" y="10957"/>
                      <a:pt x="811" y="10953"/>
                    </a:cubicBezTo>
                    <a:cubicBezTo>
                      <a:pt x="811" y="10986"/>
                      <a:pt x="811" y="11020"/>
                      <a:pt x="811" y="11054"/>
                    </a:cubicBezTo>
                    <a:cubicBezTo>
                      <a:pt x="778" y="11054"/>
                      <a:pt x="744" y="11054"/>
                      <a:pt x="710" y="11054"/>
                    </a:cubicBezTo>
                    <a:cubicBezTo>
                      <a:pt x="710" y="12159"/>
                      <a:pt x="710" y="13263"/>
                      <a:pt x="710" y="14401"/>
                    </a:cubicBezTo>
                    <a:cubicBezTo>
                      <a:pt x="777" y="14401"/>
                      <a:pt x="844" y="14401"/>
                      <a:pt x="913" y="14401"/>
                    </a:cubicBezTo>
                    <a:cubicBezTo>
                      <a:pt x="913" y="14367"/>
                      <a:pt x="913" y="14334"/>
                      <a:pt x="913" y="14300"/>
                    </a:cubicBezTo>
                    <a:cubicBezTo>
                      <a:pt x="980" y="14300"/>
                      <a:pt x="1047" y="14300"/>
                      <a:pt x="1116" y="14300"/>
                    </a:cubicBezTo>
                    <a:cubicBezTo>
                      <a:pt x="1116" y="14266"/>
                      <a:pt x="1116" y="14233"/>
                      <a:pt x="1116" y="14198"/>
                    </a:cubicBezTo>
                    <a:cubicBezTo>
                      <a:pt x="1146" y="14157"/>
                      <a:pt x="1174" y="14125"/>
                      <a:pt x="1211" y="14090"/>
                    </a:cubicBezTo>
                    <a:cubicBezTo>
                      <a:pt x="1215" y="14086"/>
                      <a:pt x="1215" y="14086"/>
                      <a:pt x="1237" y="14062"/>
                    </a:cubicBezTo>
                    <a:cubicBezTo>
                      <a:pt x="1284" y="14017"/>
                      <a:pt x="1310" y="13996"/>
                      <a:pt x="1376" y="13989"/>
                    </a:cubicBezTo>
                    <a:cubicBezTo>
                      <a:pt x="1390" y="13991"/>
                      <a:pt x="1405" y="13993"/>
                      <a:pt x="1420" y="13995"/>
                    </a:cubicBezTo>
                    <a:cubicBezTo>
                      <a:pt x="1420" y="13962"/>
                      <a:pt x="1420" y="13928"/>
                      <a:pt x="1420" y="13894"/>
                    </a:cubicBezTo>
                    <a:cubicBezTo>
                      <a:pt x="1487" y="13894"/>
                      <a:pt x="1554" y="13894"/>
                      <a:pt x="1623" y="13894"/>
                    </a:cubicBezTo>
                    <a:cubicBezTo>
                      <a:pt x="1623" y="13860"/>
                      <a:pt x="1623" y="13827"/>
                      <a:pt x="1623" y="13792"/>
                    </a:cubicBezTo>
                    <a:cubicBezTo>
                      <a:pt x="1656" y="13792"/>
                      <a:pt x="1690" y="13792"/>
                      <a:pt x="1724" y="13792"/>
                    </a:cubicBezTo>
                    <a:cubicBezTo>
                      <a:pt x="1724" y="13759"/>
                      <a:pt x="1724" y="13726"/>
                      <a:pt x="1724" y="13691"/>
                    </a:cubicBezTo>
                    <a:cubicBezTo>
                      <a:pt x="1791" y="13691"/>
                      <a:pt x="1858" y="13691"/>
                      <a:pt x="1927" y="13691"/>
                    </a:cubicBezTo>
                    <a:cubicBezTo>
                      <a:pt x="1927" y="13658"/>
                      <a:pt x="1927" y="13624"/>
                      <a:pt x="1927" y="13590"/>
                    </a:cubicBezTo>
                    <a:cubicBezTo>
                      <a:pt x="1960" y="13590"/>
                      <a:pt x="1994" y="13590"/>
                      <a:pt x="2028" y="13590"/>
                    </a:cubicBezTo>
                    <a:cubicBezTo>
                      <a:pt x="2028" y="13556"/>
                      <a:pt x="2028" y="13523"/>
                      <a:pt x="2028" y="13488"/>
                    </a:cubicBezTo>
                    <a:cubicBezTo>
                      <a:pt x="2095" y="13488"/>
                      <a:pt x="2162" y="13488"/>
                      <a:pt x="2231" y="13488"/>
                    </a:cubicBezTo>
                    <a:cubicBezTo>
                      <a:pt x="2231" y="13455"/>
                      <a:pt x="2231" y="13421"/>
                      <a:pt x="2231" y="13387"/>
                    </a:cubicBezTo>
                    <a:cubicBezTo>
                      <a:pt x="2265" y="13387"/>
                      <a:pt x="2298" y="13387"/>
                      <a:pt x="2333" y="13387"/>
                    </a:cubicBezTo>
                    <a:cubicBezTo>
                      <a:pt x="2333" y="13353"/>
                      <a:pt x="2333" y="13320"/>
                      <a:pt x="2333" y="13285"/>
                    </a:cubicBezTo>
                    <a:cubicBezTo>
                      <a:pt x="2399" y="13285"/>
                      <a:pt x="2466" y="13285"/>
                      <a:pt x="2535" y="13285"/>
                    </a:cubicBezTo>
                    <a:cubicBezTo>
                      <a:pt x="2535" y="13252"/>
                      <a:pt x="2535" y="13218"/>
                      <a:pt x="2535" y="13184"/>
                    </a:cubicBezTo>
                    <a:cubicBezTo>
                      <a:pt x="2569" y="13184"/>
                      <a:pt x="2602" y="13184"/>
                      <a:pt x="2637" y="13184"/>
                    </a:cubicBezTo>
                    <a:cubicBezTo>
                      <a:pt x="2637" y="13150"/>
                      <a:pt x="2637" y="13117"/>
                      <a:pt x="2637" y="13083"/>
                    </a:cubicBezTo>
                    <a:cubicBezTo>
                      <a:pt x="2704" y="13083"/>
                      <a:pt x="2771" y="13083"/>
                      <a:pt x="2840" y="13083"/>
                    </a:cubicBezTo>
                    <a:cubicBezTo>
                      <a:pt x="2840" y="13049"/>
                      <a:pt x="2840" y="13016"/>
                      <a:pt x="2840" y="12981"/>
                    </a:cubicBezTo>
                    <a:cubicBezTo>
                      <a:pt x="2870" y="12940"/>
                      <a:pt x="2898" y="12908"/>
                      <a:pt x="2935" y="12873"/>
                    </a:cubicBezTo>
                    <a:cubicBezTo>
                      <a:pt x="2939" y="12869"/>
                      <a:pt x="2939" y="12869"/>
                      <a:pt x="2961" y="12845"/>
                    </a:cubicBezTo>
                    <a:cubicBezTo>
                      <a:pt x="3008" y="12800"/>
                      <a:pt x="3034" y="12779"/>
                      <a:pt x="3100" y="12772"/>
                    </a:cubicBezTo>
                    <a:cubicBezTo>
                      <a:pt x="3107" y="12773"/>
                      <a:pt x="3107" y="12773"/>
                      <a:pt x="3144" y="12778"/>
                    </a:cubicBezTo>
                    <a:cubicBezTo>
                      <a:pt x="3144" y="12745"/>
                      <a:pt x="3144" y="12711"/>
                      <a:pt x="3144" y="12677"/>
                    </a:cubicBezTo>
                    <a:cubicBezTo>
                      <a:pt x="3211" y="12677"/>
                      <a:pt x="3278" y="12677"/>
                      <a:pt x="3347" y="12677"/>
                    </a:cubicBezTo>
                    <a:cubicBezTo>
                      <a:pt x="3347" y="12643"/>
                      <a:pt x="3347" y="12610"/>
                      <a:pt x="3347" y="12575"/>
                    </a:cubicBezTo>
                    <a:cubicBezTo>
                      <a:pt x="3380" y="12575"/>
                      <a:pt x="3414" y="12575"/>
                      <a:pt x="3448" y="12575"/>
                    </a:cubicBezTo>
                    <a:cubicBezTo>
                      <a:pt x="3448" y="12542"/>
                      <a:pt x="3448" y="12509"/>
                      <a:pt x="3448" y="12474"/>
                    </a:cubicBezTo>
                    <a:cubicBezTo>
                      <a:pt x="3482" y="12474"/>
                      <a:pt x="3515" y="12474"/>
                      <a:pt x="3550" y="12474"/>
                    </a:cubicBezTo>
                    <a:cubicBezTo>
                      <a:pt x="3550" y="12441"/>
                      <a:pt x="3550" y="12407"/>
                      <a:pt x="3550" y="12373"/>
                    </a:cubicBezTo>
                    <a:cubicBezTo>
                      <a:pt x="3616" y="12373"/>
                      <a:pt x="3683" y="12373"/>
                      <a:pt x="3752" y="12373"/>
                    </a:cubicBezTo>
                    <a:cubicBezTo>
                      <a:pt x="3752" y="12339"/>
                      <a:pt x="3752" y="12306"/>
                      <a:pt x="3752" y="12271"/>
                    </a:cubicBezTo>
                    <a:cubicBezTo>
                      <a:pt x="3786" y="12271"/>
                      <a:pt x="3819" y="12271"/>
                      <a:pt x="3854" y="12271"/>
                    </a:cubicBezTo>
                    <a:cubicBezTo>
                      <a:pt x="3854" y="12238"/>
                      <a:pt x="3854" y="12204"/>
                      <a:pt x="3854" y="12170"/>
                    </a:cubicBezTo>
                    <a:cubicBezTo>
                      <a:pt x="3921" y="12170"/>
                      <a:pt x="3988" y="12170"/>
                      <a:pt x="4057" y="12170"/>
                    </a:cubicBezTo>
                    <a:cubicBezTo>
                      <a:pt x="4057" y="12136"/>
                      <a:pt x="4057" y="12103"/>
                      <a:pt x="4057" y="12068"/>
                    </a:cubicBezTo>
                    <a:cubicBezTo>
                      <a:pt x="4124" y="12068"/>
                      <a:pt x="4190" y="12068"/>
                      <a:pt x="4259" y="12068"/>
                    </a:cubicBezTo>
                    <a:cubicBezTo>
                      <a:pt x="4259" y="12035"/>
                      <a:pt x="4259" y="12001"/>
                      <a:pt x="4259" y="11967"/>
                    </a:cubicBezTo>
                    <a:cubicBezTo>
                      <a:pt x="4293" y="11967"/>
                      <a:pt x="4326" y="11967"/>
                      <a:pt x="4361" y="11967"/>
                    </a:cubicBezTo>
                    <a:cubicBezTo>
                      <a:pt x="4361" y="11934"/>
                      <a:pt x="4361" y="11900"/>
                      <a:pt x="4361" y="11866"/>
                    </a:cubicBezTo>
                    <a:cubicBezTo>
                      <a:pt x="4394" y="11866"/>
                      <a:pt x="4428" y="11866"/>
                      <a:pt x="4462" y="11866"/>
                    </a:cubicBezTo>
                    <a:cubicBezTo>
                      <a:pt x="4462" y="11832"/>
                      <a:pt x="4462" y="11799"/>
                      <a:pt x="4462" y="11764"/>
                    </a:cubicBezTo>
                    <a:cubicBezTo>
                      <a:pt x="4529" y="11764"/>
                      <a:pt x="4596" y="11764"/>
                      <a:pt x="4665" y="11764"/>
                    </a:cubicBezTo>
                    <a:cubicBezTo>
                      <a:pt x="4665" y="11731"/>
                      <a:pt x="4665" y="11697"/>
                      <a:pt x="4665" y="11663"/>
                    </a:cubicBezTo>
                    <a:cubicBezTo>
                      <a:pt x="4699" y="11663"/>
                      <a:pt x="4732" y="11663"/>
                      <a:pt x="4767" y="11663"/>
                    </a:cubicBezTo>
                    <a:cubicBezTo>
                      <a:pt x="4765" y="11648"/>
                      <a:pt x="4763" y="11634"/>
                      <a:pt x="4761" y="11619"/>
                    </a:cubicBezTo>
                    <a:cubicBezTo>
                      <a:pt x="4769" y="11541"/>
                      <a:pt x="4808" y="11505"/>
                      <a:pt x="4862" y="11454"/>
                    </a:cubicBezTo>
                    <a:cubicBezTo>
                      <a:pt x="4866" y="11449"/>
                      <a:pt x="4866" y="11449"/>
                      <a:pt x="4888" y="11426"/>
                    </a:cubicBezTo>
                    <a:cubicBezTo>
                      <a:pt x="4956" y="11359"/>
                      <a:pt x="4969" y="11358"/>
                      <a:pt x="5071" y="11358"/>
                    </a:cubicBezTo>
                    <a:cubicBezTo>
                      <a:pt x="5071" y="11258"/>
                      <a:pt x="5071" y="11158"/>
                      <a:pt x="5071" y="11054"/>
                    </a:cubicBezTo>
                    <a:cubicBezTo>
                      <a:pt x="5037" y="11054"/>
                      <a:pt x="5004" y="11054"/>
                      <a:pt x="4969" y="11054"/>
                    </a:cubicBezTo>
                    <a:cubicBezTo>
                      <a:pt x="4969" y="10920"/>
                      <a:pt x="4969" y="10787"/>
                      <a:pt x="4969" y="10649"/>
                    </a:cubicBezTo>
                    <a:cubicBezTo>
                      <a:pt x="5003" y="10649"/>
                      <a:pt x="5036" y="10649"/>
                      <a:pt x="5071" y="10649"/>
                    </a:cubicBezTo>
                    <a:cubicBezTo>
                      <a:pt x="5071" y="10548"/>
                      <a:pt x="5071" y="10448"/>
                      <a:pt x="5071" y="10344"/>
                    </a:cubicBezTo>
                    <a:cubicBezTo>
                      <a:pt x="5104" y="10344"/>
                      <a:pt x="5138" y="10344"/>
                      <a:pt x="5172" y="10344"/>
                    </a:cubicBezTo>
                    <a:cubicBezTo>
                      <a:pt x="5172" y="10277"/>
                      <a:pt x="5172" y="10210"/>
                      <a:pt x="5172" y="10142"/>
                    </a:cubicBezTo>
                    <a:cubicBezTo>
                      <a:pt x="5206" y="10142"/>
                      <a:pt x="5239" y="10142"/>
                      <a:pt x="5274" y="10142"/>
                    </a:cubicBezTo>
                    <a:cubicBezTo>
                      <a:pt x="5272" y="10126"/>
                      <a:pt x="5270" y="10111"/>
                      <a:pt x="5269" y="10095"/>
                    </a:cubicBezTo>
                    <a:cubicBezTo>
                      <a:pt x="5274" y="10040"/>
                      <a:pt x="5274" y="10040"/>
                      <a:pt x="5305" y="10002"/>
                    </a:cubicBezTo>
                    <a:cubicBezTo>
                      <a:pt x="5320" y="9991"/>
                      <a:pt x="5334" y="9979"/>
                      <a:pt x="5349" y="9967"/>
                    </a:cubicBezTo>
                    <a:cubicBezTo>
                      <a:pt x="5365" y="9954"/>
                      <a:pt x="5381" y="9941"/>
                      <a:pt x="5397" y="9928"/>
                    </a:cubicBezTo>
                    <a:cubicBezTo>
                      <a:pt x="5414" y="9915"/>
                      <a:pt x="5431" y="9902"/>
                      <a:pt x="5448" y="9888"/>
                    </a:cubicBezTo>
                    <a:cubicBezTo>
                      <a:pt x="5481" y="9862"/>
                      <a:pt x="5513" y="9835"/>
                      <a:pt x="5546" y="9809"/>
                    </a:cubicBezTo>
                    <a:cubicBezTo>
                      <a:pt x="5561" y="9797"/>
                      <a:pt x="5575" y="9786"/>
                      <a:pt x="5590" y="9774"/>
                    </a:cubicBezTo>
                    <a:cubicBezTo>
                      <a:pt x="5629" y="9736"/>
                      <a:pt x="5629" y="9736"/>
                      <a:pt x="5656" y="9681"/>
                    </a:cubicBezTo>
                    <a:cubicBezTo>
                      <a:pt x="5663" y="9666"/>
                      <a:pt x="5671" y="9650"/>
                      <a:pt x="5679" y="9634"/>
                    </a:cubicBezTo>
                    <a:cubicBezTo>
                      <a:pt x="5733" y="9628"/>
                      <a:pt x="5733" y="9628"/>
                      <a:pt x="5781" y="9634"/>
                    </a:cubicBezTo>
                    <a:cubicBezTo>
                      <a:pt x="5781" y="9601"/>
                      <a:pt x="5781" y="9567"/>
                      <a:pt x="5781" y="9533"/>
                    </a:cubicBezTo>
                    <a:cubicBezTo>
                      <a:pt x="5915" y="9533"/>
                      <a:pt x="6048" y="9533"/>
                      <a:pt x="6186" y="9533"/>
                    </a:cubicBezTo>
                    <a:cubicBezTo>
                      <a:pt x="6186" y="9500"/>
                      <a:pt x="6186" y="9466"/>
                      <a:pt x="6186" y="9432"/>
                    </a:cubicBezTo>
                    <a:cubicBezTo>
                      <a:pt x="6421" y="9432"/>
                      <a:pt x="6655" y="9432"/>
                      <a:pt x="6896" y="9432"/>
                    </a:cubicBezTo>
                    <a:cubicBezTo>
                      <a:pt x="6896" y="9465"/>
                      <a:pt x="6896" y="9499"/>
                      <a:pt x="6896" y="9533"/>
                    </a:cubicBezTo>
                    <a:cubicBezTo>
                      <a:pt x="6997" y="9533"/>
                      <a:pt x="7097" y="9533"/>
                      <a:pt x="7200" y="9533"/>
                    </a:cubicBezTo>
                    <a:cubicBezTo>
                      <a:pt x="7200" y="9566"/>
                      <a:pt x="7200" y="9600"/>
                      <a:pt x="7200" y="9634"/>
                    </a:cubicBezTo>
                    <a:cubicBezTo>
                      <a:pt x="7215" y="9631"/>
                      <a:pt x="7230" y="9628"/>
                      <a:pt x="7245" y="9625"/>
                    </a:cubicBezTo>
                    <a:cubicBezTo>
                      <a:pt x="7264" y="9628"/>
                      <a:pt x="7283" y="9631"/>
                      <a:pt x="7302" y="9634"/>
                    </a:cubicBezTo>
                    <a:cubicBezTo>
                      <a:pt x="7324" y="9667"/>
                      <a:pt x="7324" y="9667"/>
                      <a:pt x="7346" y="9707"/>
                    </a:cubicBezTo>
                    <a:cubicBezTo>
                      <a:pt x="7379" y="9762"/>
                      <a:pt x="7395" y="9783"/>
                      <a:pt x="7455" y="9808"/>
                    </a:cubicBezTo>
                    <a:cubicBezTo>
                      <a:pt x="7505" y="9820"/>
                      <a:pt x="7555" y="9830"/>
                      <a:pt x="7606" y="9837"/>
                    </a:cubicBezTo>
                    <a:cubicBezTo>
                      <a:pt x="7606" y="9804"/>
                      <a:pt x="7606" y="9770"/>
                      <a:pt x="7606" y="9736"/>
                    </a:cubicBezTo>
                    <a:cubicBezTo>
                      <a:pt x="7640" y="9736"/>
                      <a:pt x="7673" y="9736"/>
                      <a:pt x="7708" y="9736"/>
                    </a:cubicBezTo>
                    <a:cubicBezTo>
                      <a:pt x="7708" y="9702"/>
                      <a:pt x="7708" y="9669"/>
                      <a:pt x="7708" y="9634"/>
                    </a:cubicBezTo>
                    <a:cubicBezTo>
                      <a:pt x="7741" y="9634"/>
                      <a:pt x="7774" y="9634"/>
                      <a:pt x="7809" y="9634"/>
                    </a:cubicBezTo>
                    <a:cubicBezTo>
                      <a:pt x="7809" y="9601"/>
                      <a:pt x="7809" y="9567"/>
                      <a:pt x="7809" y="9533"/>
                    </a:cubicBezTo>
                    <a:cubicBezTo>
                      <a:pt x="7876" y="9533"/>
                      <a:pt x="7943" y="9533"/>
                      <a:pt x="8012" y="9533"/>
                    </a:cubicBezTo>
                    <a:cubicBezTo>
                      <a:pt x="8012" y="9500"/>
                      <a:pt x="8012" y="9466"/>
                      <a:pt x="8012" y="9432"/>
                    </a:cubicBezTo>
                    <a:cubicBezTo>
                      <a:pt x="8045" y="9432"/>
                      <a:pt x="8079" y="9432"/>
                      <a:pt x="8113" y="9432"/>
                    </a:cubicBezTo>
                    <a:cubicBezTo>
                      <a:pt x="8110" y="9417"/>
                      <a:pt x="8107" y="9402"/>
                      <a:pt x="8104" y="9387"/>
                    </a:cubicBezTo>
                    <a:cubicBezTo>
                      <a:pt x="8115" y="9320"/>
                      <a:pt x="8126" y="9312"/>
                      <a:pt x="8180" y="9273"/>
                    </a:cubicBezTo>
                    <a:cubicBezTo>
                      <a:pt x="8263" y="9223"/>
                      <a:pt x="8322" y="9220"/>
                      <a:pt x="8417" y="9229"/>
                    </a:cubicBezTo>
                    <a:cubicBezTo>
                      <a:pt x="8417" y="9195"/>
                      <a:pt x="8417" y="9162"/>
                      <a:pt x="8417" y="9127"/>
                    </a:cubicBezTo>
                    <a:cubicBezTo>
                      <a:pt x="8451" y="9127"/>
                      <a:pt x="8484" y="9127"/>
                      <a:pt x="8519" y="9127"/>
                    </a:cubicBezTo>
                    <a:cubicBezTo>
                      <a:pt x="8519" y="9094"/>
                      <a:pt x="8519" y="9060"/>
                      <a:pt x="8519" y="9026"/>
                    </a:cubicBezTo>
                    <a:cubicBezTo>
                      <a:pt x="8552" y="9026"/>
                      <a:pt x="8586" y="9026"/>
                      <a:pt x="8620" y="9026"/>
                    </a:cubicBezTo>
                    <a:cubicBezTo>
                      <a:pt x="8620" y="8992"/>
                      <a:pt x="8620" y="8959"/>
                      <a:pt x="8620" y="8925"/>
                    </a:cubicBezTo>
                    <a:cubicBezTo>
                      <a:pt x="8638" y="8918"/>
                      <a:pt x="8656" y="8912"/>
                      <a:pt x="8674" y="8906"/>
                    </a:cubicBezTo>
                    <a:cubicBezTo>
                      <a:pt x="8697" y="8897"/>
                      <a:pt x="8720" y="8889"/>
                      <a:pt x="8744" y="8880"/>
                    </a:cubicBezTo>
                    <a:cubicBezTo>
                      <a:pt x="8767" y="8872"/>
                      <a:pt x="8790" y="8864"/>
                      <a:pt x="8813" y="8855"/>
                    </a:cubicBezTo>
                    <a:cubicBezTo>
                      <a:pt x="8883" y="8818"/>
                      <a:pt x="8894" y="8792"/>
                      <a:pt x="8925" y="8722"/>
                    </a:cubicBezTo>
                    <a:cubicBezTo>
                      <a:pt x="8978" y="8715"/>
                      <a:pt x="8978" y="8715"/>
                      <a:pt x="9026" y="8722"/>
                    </a:cubicBezTo>
                    <a:cubicBezTo>
                      <a:pt x="9026" y="8688"/>
                      <a:pt x="9026" y="8655"/>
                      <a:pt x="9026" y="8620"/>
                    </a:cubicBezTo>
                    <a:cubicBezTo>
                      <a:pt x="9093" y="8620"/>
                      <a:pt x="9160" y="8620"/>
                      <a:pt x="9229" y="8620"/>
                    </a:cubicBezTo>
                    <a:cubicBezTo>
                      <a:pt x="9229" y="8587"/>
                      <a:pt x="9229" y="8553"/>
                      <a:pt x="9229" y="8519"/>
                    </a:cubicBezTo>
                    <a:cubicBezTo>
                      <a:pt x="9262" y="8519"/>
                      <a:pt x="9296" y="8519"/>
                      <a:pt x="9330" y="8519"/>
                    </a:cubicBezTo>
                    <a:cubicBezTo>
                      <a:pt x="9330" y="8485"/>
                      <a:pt x="9330" y="8452"/>
                      <a:pt x="9330" y="8417"/>
                    </a:cubicBezTo>
                    <a:cubicBezTo>
                      <a:pt x="9397" y="8417"/>
                      <a:pt x="9464" y="8417"/>
                      <a:pt x="9533" y="8417"/>
                    </a:cubicBezTo>
                    <a:cubicBezTo>
                      <a:pt x="9533" y="8384"/>
                      <a:pt x="9533" y="8351"/>
                      <a:pt x="9533" y="8316"/>
                    </a:cubicBezTo>
                    <a:cubicBezTo>
                      <a:pt x="9566" y="8316"/>
                      <a:pt x="9600" y="8316"/>
                      <a:pt x="9634" y="8316"/>
                    </a:cubicBezTo>
                    <a:cubicBezTo>
                      <a:pt x="9634" y="8283"/>
                      <a:pt x="9634" y="8249"/>
                      <a:pt x="9634" y="8215"/>
                    </a:cubicBezTo>
                    <a:cubicBezTo>
                      <a:pt x="9701" y="8215"/>
                      <a:pt x="9768" y="8215"/>
                      <a:pt x="9837" y="8215"/>
                    </a:cubicBezTo>
                    <a:cubicBezTo>
                      <a:pt x="9837" y="8181"/>
                      <a:pt x="9837" y="8148"/>
                      <a:pt x="9837" y="8113"/>
                    </a:cubicBezTo>
                    <a:cubicBezTo>
                      <a:pt x="9871" y="8113"/>
                      <a:pt x="9904" y="8113"/>
                      <a:pt x="9939" y="8113"/>
                    </a:cubicBezTo>
                    <a:cubicBezTo>
                      <a:pt x="9939" y="8080"/>
                      <a:pt x="9939" y="8046"/>
                      <a:pt x="9939" y="8012"/>
                    </a:cubicBezTo>
                    <a:cubicBezTo>
                      <a:pt x="9972" y="8012"/>
                      <a:pt x="10006" y="8012"/>
                      <a:pt x="10040" y="8012"/>
                    </a:cubicBezTo>
                    <a:cubicBezTo>
                      <a:pt x="10040" y="7978"/>
                      <a:pt x="10040" y="7945"/>
                      <a:pt x="10040" y="7910"/>
                    </a:cubicBezTo>
                    <a:cubicBezTo>
                      <a:pt x="10107" y="7910"/>
                      <a:pt x="10174" y="7910"/>
                      <a:pt x="10243" y="7910"/>
                    </a:cubicBezTo>
                    <a:cubicBezTo>
                      <a:pt x="10243" y="7877"/>
                      <a:pt x="10243" y="7843"/>
                      <a:pt x="10243" y="7809"/>
                    </a:cubicBezTo>
                    <a:cubicBezTo>
                      <a:pt x="10276" y="7809"/>
                      <a:pt x="10310" y="7809"/>
                      <a:pt x="10344" y="7809"/>
                    </a:cubicBezTo>
                    <a:cubicBezTo>
                      <a:pt x="10344" y="7775"/>
                      <a:pt x="10344" y="7742"/>
                      <a:pt x="10344" y="7708"/>
                    </a:cubicBezTo>
                    <a:cubicBezTo>
                      <a:pt x="10361" y="7703"/>
                      <a:pt x="10377" y="7698"/>
                      <a:pt x="10394" y="7692"/>
                    </a:cubicBezTo>
                    <a:cubicBezTo>
                      <a:pt x="10523" y="7648"/>
                      <a:pt x="10603" y="7615"/>
                      <a:pt x="10677" y="7498"/>
                    </a:cubicBezTo>
                    <a:cubicBezTo>
                      <a:pt x="10736" y="7407"/>
                      <a:pt x="10736" y="7407"/>
                      <a:pt x="10804" y="7390"/>
                    </a:cubicBezTo>
                    <a:cubicBezTo>
                      <a:pt x="10855" y="7391"/>
                      <a:pt x="10903" y="7394"/>
                      <a:pt x="10953" y="7403"/>
                    </a:cubicBezTo>
                    <a:cubicBezTo>
                      <a:pt x="10953" y="7370"/>
                      <a:pt x="10953" y="7336"/>
                      <a:pt x="10953" y="7302"/>
                    </a:cubicBezTo>
                    <a:cubicBezTo>
                      <a:pt x="10986" y="7302"/>
                      <a:pt x="11020" y="7302"/>
                      <a:pt x="11054" y="7302"/>
                    </a:cubicBezTo>
                    <a:cubicBezTo>
                      <a:pt x="11054" y="6900"/>
                      <a:pt x="11054" y="6499"/>
                      <a:pt x="11054" y="6085"/>
                    </a:cubicBezTo>
                    <a:cubicBezTo>
                      <a:pt x="11088" y="6085"/>
                      <a:pt x="11121" y="6085"/>
                      <a:pt x="11156" y="6085"/>
                    </a:cubicBezTo>
                    <a:cubicBezTo>
                      <a:pt x="11156" y="6018"/>
                      <a:pt x="11156" y="5951"/>
                      <a:pt x="11156" y="5882"/>
                    </a:cubicBezTo>
                    <a:cubicBezTo>
                      <a:pt x="11189" y="5882"/>
                      <a:pt x="11223" y="5882"/>
                      <a:pt x="11257" y="5882"/>
                    </a:cubicBezTo>
                    <a:cubicBezTo>
                      <a:pt x="11256" y="5867"/>
                      <a:pt x="11254" y="5852"/>
                      <a:pt x="11252" y="5836"/>
                    </a:cubicBezTo>
                    <a:cubicBezTo>
                      <a:pt x="11257" y="5781"/>
                      <a:pt x="11257" y="5781"/>
                      <a:pt x="11289" y="5743"/>
                    </a:cubicBezTo>
                    <a:cubicBezTo>
                      <a:pt x="11296" y="5737"/>
                      <a:pt x="11296" y="5737"/>
                      <a:pt x="11333" y="5708"/>
                    </a:cubicBezTo>
                    <a:cubicBezTo>
                      <a:pt x="11349" y="5695"/>
                      <a:pt x="11365" y="5682"/>
                      <a:pt x="11381" y="5669"/>
                    </a:cubicBezTo>
                    <a:cubicBezTo>
                      <a:pt x="11397" y="5655"/>
                      <a:pt x="11414" y="5642"/>
                      <a:pt x="11431" y="5629"/>
                    </a:cubicBezTo>
                    <a:cubicBezTo>
                      <a:pt x="11464" y="5602"/>
                      <a:pt x="11497" y="5576"/>
                      <a:pt x="11529" y="5549"/>
                    </a:cubicBezTo>
                    <a:cubicBezTo>
                      <a:pt x="11537" y="5544"/>
                      <a:pt x="11537" y="5544"/>
                      <a:pt x="11574" y="5514"/>
                    </a:cubicBezTo>
                    <a:cubicBezTo>
                      <a:pt x="11617" y="5472"/>
                      <a:pt x="11636" y="5429"/>
                      <a:pt x="11663" y="5375"/>
                    </a:cubicBezTo>
                    <a:cubicBezTo>
                      <a:pt x="11712" y="5365"/>
                      <a:pt x="11712" y="5365"/>
                      <a:pt x="11767" y="5369"/>
                    </a:cubicBezTo>
                    <a:cubicBezTo>
                      <a:pt x="11786" y="5370"/>
                      <a:pt x="11804" y="5370"/>
                      <a:pt x="11823" y="5371"/>
                    </a:cubicBezTo>
                    <a:cubicBezTo>
                      <a:pt x="11837" y="5373"/>
                      <a:pt x="11851" y="5374"/>
                      <a:pt x="11866" y="5375"/>
                    </a:cubicBezTo>
                    <a:cubicBezTo>
                      <a:pt x="11866" y="5342"/>
                      <a:pt x="11866" y="5308"/>
                      <a:pt x="11866" y="5274"/>
                    </a:cubicBezTo>
                    <a:cubicBezTo>
                      <a:pt x="11933" y="5274"/>
                      <a:pt x="11999" y="5274"/>
                      <a:pt x="12068" y="5274"/>
                    </a:cubicBezTo>
                    <a:cubicBezTo>
                      <a:pt x="12068" y="5240"/>
                      <a:pt x="12068" y="5207"/>
                      <a:pt x="12068" y="5172"/>
                    </a:cubicBezTo>
                    <a:cubicBezTo>
                      <a:pt x="12370" y="5172"/>
                      <a:pt x="12671" y="5172"/>
                      <a:pt x="12981" y="5172"/>
                    </a:cubicBezTo>
                    <a:cubicBezTo>
                      <a:pt x="12981" y="5206"/>
                      <a:pt x="12981" y="5239"/>
                      <a:pt x="12981" y="5274"/>
                    </a:cubicBezTo>
                    <a:cubicBezTo>
                      <a:pt x="13048" y="5274"/>
                      <a:pt x="13115" y="5274"/>
                      <a:pt x="13184" y="5274"/>
                    </a:cubicBezTo>
                    <a:cubicBezTo>
                      <a:pt x="13184" y="5307"/>
                      <a:pt x="13184" y="5341"/>
                      <a:pt x="13184" y="5375"/>
                    </a:cubicBezTo>
                    <a:cubicBezTo>
                      <a:pt x="13196" y="5377"/>
                      <a:pt x="13208" y="5378"/>
                      <a:pt x="13221" y="5380"/>
                    </a:cubicBezTo>
                    <a:cubicBezTo>
                      <a:pt x="13384" y="5410"/>
                      <a:pt x="13481" y="5490"/>
                      <a:pt x="13602" y="5600"/>
                    </a:cubicBezTo>
                    <a:cubicBezTo>
                      <a:pt x="13621" y="5616"/>
                      <a:pt x="13639" y="5632"/>
                      <a:pt x="13658" y="5648"/>
                    </a:cubicBezTo>
                    <a:cubicBezTo>
                      <a:pt x="13791" y="5766"/>
                      <a:pt x="13791" y="5766"/>
                      <a:pt x="13798" y="5837"/>
                    </a:cubicBezTo>
                    <a:cubicBezTo>
                      <a:pt x="13797" y="5844"/>
                      <a:pt x="13797" y="5844"/>
                      <a:pt x="13792" y="5882"/>
                    </a:cubicBezTo>
                    <a:cubicBezTo>
                      <a:pt x="13826" y="5882"/>
                      <a:pt x="13859" y="5882"/>
                      <a:pt x="13894" y="5882"/>
                    </a:cubicBezTo>
                    <a:cubicBezTo>
                      <a:pt x="13894" y="5949"/>
                      <a:pt x="13894" y="6016"/>
                      <a:pt x="13894" y="6085"/>
                    </a:cubicBezTo>
                    <a:cubicBezTo>
                      <a:pt x="13927" y="6085"/>
                      <a:pt x="13961" y="6085"/>
                      <a:pt x="13995" y="6085"/>
                    </a:cubicBezTo>
                    <a:cubicBezTo>
                      <a:pt x="13995" y="6319"/>
                      <a:pt x="13995" y="6553"/>
                      <a:pt x="13995" y="6795"/>
                    </a:cubicBezTo>
                    <a:cubicBezTo>
                      <a:pt x="14029" y="6795"/>
                      <a:pt x="14062" y="6795"/>
                      <a:pt x="14097" y="6795"/>
                    </a:cubicBezTo>
                    <a:cubicBezTo>
                      <a:pt x="14097" y="6828"/>
                      <a:pt x="14097" y="6862"/>
                      <a:pt x="14097" y="6896"/>
                    </a:cubicBezTo>
                    <a:cubicBezTo>
                      <a:pt x="14164" y="6896"/>
                      <a:pt x="14231" y="6896"/>
                      <a:pt x="14300" y="6896"/>
                    </a:cubicBezTo>
                    <a:cubicBezTo>
                      <a:pt x="14300" y="6930"/>
                      <a:pt x="14300" y="6963"/>
                      <a:pt x="14300" y="6998"/>
                    </a:cubicBezTo>
                    <a:cubicBezTo>
                      <a:pt x="14366" y="6998"/>
                      <a:pt x="14433" y="6998"/>
                      <a:pt x="14502" y="6998"/>
                    </a:cubicBezTo>
                    <a:cubicBezTo>
                      <a:pt x="14502" y="7031"/>
                      <a:pt x="14502" y="7065"/>
                      <a:pt x="14502" y="7099"/>
                    </a:cubicBezTo>
                    <a:cubicBezTo>
                      <a:pt x="14603" y="7099"/>
                      <a:pt x="14703" y="7099"/>
                      <a:pt x="14807" y="7099"/>
                    </a:cubicBezTo>
                    <a:cubicBezTo>
                      <a:pt x="14807" y="7133"/>
                      <a:pt x="14807" y="7166"/>
                      <a:pt x="14807" y="7200"/>
                    </a:cubicBezTo>
                    <a:cubicBezTo>
                      <a:pt x="14874" y="7200"/>
                      <a:pt x="14940" y="7200"/>
                      <a:pt x="15009" y="7200"/>
                    </a:cubicBezTo>
                    <a:cubicBezTo>
                      <a:pt x="15009" y="7234"/>
                      <a:pt x="15009" y="7267"/>
                      <a:pt x="15009" y="7302"/>
                    </a:cubicBezTo>
                    <a:cubicBezTo>
                      <a:pt x="15076" y="7302"/>
                      <a:pt x="15143" y="7302"/>
                      <a:pt x="15212" y="7302"/>
                    </a:cubicBezTo>
                    <a:cubicBezTo>
                      <a:pt x="15212" y="7335"/>
                      <a:pt x="15212" y="7369"/>
                      <a:pt x="15212" y="7403"/>
                    </a:cubicBezTo>
                    <a:cubicBezTo>
                      <a:pt x="15313" y="7403"/>
                      <a:pt x="15413" y="7403"/>
                      <a:pt x="15517" y="7403"/>
                    </a:cubicBezTo>
                    <a:cubicBezTo>
                      <a:pt x="15517" y="7437"/>
                      <a:pt x="15517" y="7470"/>
                      <a:pt x="15517" y="7505"/>
                    </a:cubicBezTo>
                    <a:cubicBezTo>
                      <a:pt x="15583" y="7505"/>
                      <a:pt x="15650" y="7505"/>
                      <a:pt x="15719" y="7505"/>
                    </a:cubicBezTo>
                    <a:cubicBezTo>
                      <a:pt x="15719" y="7538"/>
                      <a:pt x="15719" y="7572"/>
                      <a:pt x="15719" y="7606"/>
                    </a:cubicBezTo>
                    <a:cubicBezTo>
                      <a:pt x="15733" y="7604"/>
                      <a:pt x="15746" y="7603"/>
                      <a:pt x="15760" y="7601"/>
                    </a:cubicBezTo>
                    <a:cubicBezTo>
                      <a:pt x="15817" y="7596"/>
                      <a:pt x="15866" y="7595"/>
                      <a:pt x="15922" y="7606"/>
                    </a:cubicBezTo>
                    <a:cubicBezTo>
                      <a:pt x="15954" y="7642"/>
                      <a:pt x="15973" y="7678"/>
                      <a:pt x="15995" y="7721"/>
                    </a:cubicBezTo>
                    <a:cubicBezTo>
                      <a:pt x="16050" y="7792"/>
                      <a:pt x="16141" y="7797"/>
                      <a:pt x="16226" y="7809"/>
                    </a:cubicBezTo>
                    <a:cubicBezTo>
                      <a:pt x="16226" y="7842"/>
                      <a:pt x="16226" y="7876"/>
                      <a:pt x="16226" y="7910"/>
                    </a:cubicBezTo>
                    <a:cubicBezTo>
                      <a:pt x="16327" y="7910"/>
                      <a:pt x="16427" y="7910"/>
                      <a:pt x="16531" y="7910"/>
                    </a:cubicBezTo>
                    <a:cubicBezTo>
                      <a:pt x="16531" y="7944"/>
                      <a:pt x="16531" y="7977"/>
                      <a:pt x="16531" y="8012"/>
                    </a:cubicBezTo>
                    <a:cubicBezTo>
                      <a:pt x="16631" y="8012"/>
                      <a:pt x="16731" y="8012"/>
                      <a:pt x="16835" y="8012"/>
                    </a:cubicBezTo>
                    <a:cubicBezTo>
                      <a:pt x="16835" y="8045"/>
                      <a:pt x="16835" y="8079"/>
                      <a:pt x="16835" y="8113"/>
                    </a:cubicBezTo>
                    <a:cubicBezTo>
                      <a:pt x="16868" y="8113"/>
                      <a:pt x="16902" y="8113"/>
                      <a:pt x="16936" y="8113"/>
                    </a:cubicBezTo>
                    <a:cubicBezTo>
                      <a:pt x="16936" y="8147"/>
                      <a:pt x="16936" y="8180"/>
                      <a:pt x="16936" y="8215"/>
                    </a:cubicBezTo>
                    <a:cubicBezTo>
                      <a:pt x="17037" y="8215"/>
                      <a:pt x="17137" y="8215"/>
                      <a:pt x="17241" y="8215"/>
                    </a:cubicBezTo>
                    <a:cubicBezTo>
                      <a:pt x="17241" y="8248"/>
                      <a:pt x="17241" y="8282"/>
                      <a:pt x="17241" y="8316"/>
                    </a:cubicBezTo>
                    <a:cubicBezTo>
                      <a:pt x="17374" y="8316"/>
                      <a:pt x="17508" y="8316"/>
                      <a:pt x="17646" y="8316"/>
                    </a:cubicBezTo>
                    <a:cubicBezTo>
                      <a:pt x="17646" y="8283"/>
                      <a:pt x="17646" y="8249"/>
                      <a:pt x="17646" y="8215"/>
                    </a:cubicBezTo>
                    <a:cubicBezTo>
                      <a:pt x="17680" y="8215"/>
                      <a:pt x="17713" y="8215"/>
                      <a:pt x="17748" y="8215"/>
                    </a:cubicBezTo>
                    <a:cubicBezTo>
                      <a:pt x="17748" y="8181"/>
                      <a:pt x="17748" y="8148"/>
                      <a:pt x="17748" y="8113"/>
                    </a:cubicBezTo>
                    <a:cubicBezTo>
                      <a:pt x="17815" y="8113"/>
                      <a:pt x="17882" y="8113"/>
                      <a:pt x="17950" y="8113"/>
                    </a:cubicBezTo>
                    <a:cubicBezTo>
                      <a:pt x="17950" y="8080"/>
                      <a:pt x="17950" y="8046"/>
                      <a:pt x="17950" y="8012"/>
                    </a:cubicBezTo>
                    <a:cubicBezTo>
                      <a:pt x="18118" y="8012"/>
                      <a:pt x="18285" y="8012"/>
                      <a:pt x="18458" y="8012"/>
                    </a:cubicBezTo>
                    <a:cubicBezTo>
                      <a:pt x="18458" y="7978"/>
                      <a:pt x="18458" y="7945"/>
                      <a:pt x="18458" y="7910"/>
                    </a:cubicBezTo>
                    <a:cubicBezTo>
                      <a:pt x="18499" y="7909"/>
                      <a:pt x="18540" y="7908"/>
                      <a:pt x="18581" y="7907"/>
                    </a:cubicBezTo>
                    <a:cubicBezTo>
                      <a:pt x="18604" y="7907"/>
                      <a:pt x="18627" y="7906"/>
                      <a:pt x="18651" y="7905"/>
                    </a:cubicBezTo>
                    <a:cubicBezTo>
                      <a:pt x="18711" y="7910"/>
                      <a:pt x="18711" y="7910"/>
                      <a:pt x="18762" y="7961"/>
                    </a:cubicBezTo>
                    <a:cubicBezTo>
                      <a:pt x="18814" y="7971"/>
                      <a:pt x="18814" y="7971"/>
                      <a:pt x="18878" y="7977"/>
                    </a:cubicBezTo>
                    <a:cubicBezTo>
                      <a:pt x="18900" y="7979"/>
                      <a:pt x="18923" y="7981"/>
                      <a:pt x="18947" y="7984"/>
                    </a:cubicBezTo>
                    <a:cubicBezTo>
                      <a:pt x="18970" y="7986"/>
                      <a:pt x="18994" y="7988"/>
                      <a:pt x="19018" y="7990"/>
                    </a:cubicBezTo>
                    <a:cubicBezTo>
                      <a:pt x="19042" y="7992"/>
                      <a:pt x="19066" y="7994"/>
                      <a:pt x="19091" y="7996"/>
                    </a:cubicBezTo>
                    <a:cubicBezTo>
                      <a:pt x="19150" y="8002"/>
                      <a:pt x="19210" y="8007"/>
                      <a:pt x="19269" y="8012"/>
                    </a:cubicBezTo>
                    <a:cubicBezTo>
                      <a:pt x="19269" y="8045"/>
                      <a:pt x="19269" y="8079"/>
                      <a:pt x="19269" y="8113"/>
                    </a:cubicBezTo>
                    <a:cubicBezTo>
                      <a:pt x="19282" y="8099"/>
                      <a:pt x="19296" y="8084"/>
                      <a:pt x="19310" y="8069"/>
                    </a:cubicBezTo>
                    <a:cubicBezTo>
                      <a:pt x="19328" y="8050"/>
                      <a:pt x="19346" y="8031"/>
                      <a:pt x="19364" y="8012"/>
                    </a:cubicBezTo>
                    <a:cubicBezTo>
                      <a:pt x="19373" y="8002"/>
                      <a:pt x="19382" y="7992"/>
                      <a:pt x="19391" y="7982"/>
                    </a:cubicBezTo>
                    <a:cubicBezTo>
                      <a:pt x="19437" y="7935"/>
                      <a:pt x="19462" y="7911"/>
                      <a:pt x="19529" y="7904"/>
                    </a:cubicBezTo>
                    <a:cubicBezTo>
                      <a:pt x="19544" y="7906"/>
                      <a:pt x="19558" y="7908"/>
                      <a:pt x="19573" y="7910"/>
                    </a:cubicBezTo>
                    <a:cubicBezTo>
                      <a:pt x="19573" y="7877"/>
                      <a:pt x="19573" y="7843"/>
                      <a:pt x="19573" y="7809"/>
                    </a:cubicBezTo>
                    <a:cubicBezTo>
                      <a:pt x="19607" y="7809"/>
                      <a:pt x="19640" y="7809"/>
                      <a:pt x="19675" y="7809"/>
                    </a:cubicBezTo>
                    <a:cubicBezTo>
                      <a:pt x="19675" y="7775"/>
                      <a:pt x="19675" y="7742"/>
                      <a:pt x="19675" y="7708"/>
                    </a:cubicBezTo>
                    <a:cubicBezTo>
                      <a:pt x="19708" y="7708"/>
                      <a:pt x="19741" y="7708"/>
                      <a:pt x="19776" y="7708"/>
                    </a:cubicBezTo>
                    <a:cubicBezTo>
                      <a:pt x="19776" y="7641"/>
                      <a:pt x="19776" y="7574"/>
                      <a:pt x="19776" y="7505"/>
                    </a:cubicBezTo>
                    <a:cubicBezTo>
                      <a:pt x="19809" y="7505"/>
                      <a:pt x="19843" y="7505"/>
                      <a:pt x="19877" y="7505"/>
                    </a:cubicBezTo>
                    <a:cubicBezTo>
                      <a:pt x="19876" y="7497"/>
                      <a:pt x="19876" y="7497"/>
                      <a:pt x="19868" y="7460"/>
                    </a:cubicBezTo>
                    <a:cubicBezTo>
                      <a:pt x="19871" y="7442"/>
                      <a:pt x="19874" y="7423"/>
                      <a:pt x="19877" y="7403"/>
                    </a:cubicBezTo>
                    <a:cubicBezTo>
                      <a:pt x="19909" y="7381"/>
                      <a:pt x="19909" y="7381"/>
                      <a:pt x="19950" y="7359"/>
                    </a:cubicBezTo>
                    <a:cubicBezTo>
                      <a:pt x="20005" y="7327"/>
                      <a:pt x="20026" y="7310"/>
                      <a:pt x="20051" y="7250"/>
                    </a:cubicBezTo>
                    <a:cubicBezTo>
                      <a:pt x="20063" y="7200"/>
                      <a:pt x="20073" y="7150"/>
                      <a:pt x="20080" y="7099"/>
                    </a:cubicBezTo>
                    <a:cubicBezTo>
                      <a:pt x="20114" y="7099"/>
                      <a:pt x="20147" y="7099"/>
                      <a:pt x="20182" y="7099"/>
                    </a:cubicBezTo>
                    <a:cubicBezTo>
                      <a:pt x="20182" y="7066"/>
                      <a:pt x="20182" y="7032"/>
                      <a:pt x="20182" y="6998"/>
                    </a:cubicBezTo>
                    <a:cubicBezTo>
                      <a:pt x="20215" y="6998"/>
                      <a:pt x="20249" y="6998"/>
                      <a:pt x="20283" y="6998"/>
                    </a:cubicBezTo>
                    <a:cubicBezTo>
                      <a:pt x="20283" y="6964"/>
                      <a:pt x="20283" y="6931"/>
                      <a:pt x="20283" y="6896"/>
                    </a:cubicBezTo>
                    <a:cubicBezTo>
                      <a:pt x="20316" y="6896"/>
                      <a:pt x="20350" y="6896"/>
                      <a:pt x="20384" y="6896"/>
                    </a:cubicBezTo>
                    <a:cubicBezTo>
                      <a:pt x="20383" y="6889"/>
                      <a:pt x="20383" y="6889"/>
                      <a:pt x="20375" y="6852"/>
                    </a:cubicBezTo>
                    <a:cubicBezTo>
                      <a:pt x="20378" y="6833"/>
                      <a:pt x="20381" y="6814"/>
                      <a:pt x="20384" y="6795"/>
                    </a:cubicBezTo>
                    <a:cubicBezTo>
                      <a:pt x="20417" y="6773"/>
                      <a:pt x="20417" y="6773"/>
                      <a:pt x="20457" y="6750"/>
                    </a:cubicBezTo>
                    <a:cubicBezTo>
                      <a:pt x="20512" y="6718"/>
                      <a:pt x="20533" y="6702"/>
                      <a:pt x="20558" y="6642"/>
                    </a:cubicBezTo>
                    <a:cubicBezTo>
                      <a:pt x="20570" y="6592"/>
                      <a:pt x="20580" y="6542"/>
                      <a:pt x="20587" y="6491"/>
                    </a:cubicBezTo>
                    <a:cubicBezTo>
                      <a:pt x="20621" y="6491"/>
                      <a:pt x="20654" y="6491"/>
                      <a:pt x="20689" y="6491"/>
                    </a:cubicBezTo>
                    <a:cubicBezTo>
                      <a:pt x="20687" y="6483"/>
                      <a:pt x="20687" y="6483"/>
                      <a:pt x="20679" y="6446"/>
                    </a:cubicBezTo>
                    <a:cubicBezTo>
                      <a:pt x="20682" y="6427"/>
                      <a:pt x="20685" y="6409"/>
                      <a:pt x="20689" y="6389"/>
                    </a:cubicBezTo>
                    <a:cubicBezTo>
                      <a:pt x="20721" y="6367"/>
                      <a:pt x="20721" y="6367"/>
                      <a:pt x="20762" y="6345"/>
                    </a:cubicBezTo>
                    <a:cubicBezTo>
                      <a:pt x="20837" y="6300"/>
                      <a:pt x="20837" y="6300"/>
                      <a:pt x="20853" y="6243"/>
                    </a:cubicBezTo>
                    <a:cubicBezTo>
                      <a:pt x="20855" y="6227"/>
                      <a:pt x="20858" y="6210"/>
                      <a:pt x="20860" y="6193"/>
                    </a:cubicBezTo>
                    <a:cubicBezTo>
                      <a:pt x="20879" y="6082"/>
                      <a:pt x="20931" y="6045"/>
                      <a:pt x="21018" y="5983"/>
                    </a:cubicBezTo>
                    <a:cubicBezTo>
                      <a:pt x="21139" y="5897"/>
                      <a:pt x="21139" y="5897"/>
                      <a:pt x="21164" y="5831"/>
                    </a:cubicBezTo>
                    <a:cubicBezTo>
                      <a:pt x="21166" y="5815"/>
                      <a:pt x="21168" y="5798"/>
                      <a:pt x="21170" y="5781"/>
                    </a:cubicBezTo>
                    <a:cubicBezTo>
                      <a:pt x="21180" y="5707"/>
                      <a:pt x="21196" y="5674"/>
                      <a:pt x="21253" y="5629"/>
                    </a:cubicBezTo>
                    <a:cubicBezTo>
                      <a:pt x="21287" y="5603"/>
                      <a:pt x="21322" y="5578"/>
                      <a:pt x="21358" y="5553"/>
                    </a:cubicBezTo>
                    <a:cubicBezTo>
                      <a:pt x="21433" y="5497"/>
                      <a:pt x="21468" y="5457"/>
                      <a:pt x="21490" y="5362"/>
                    </a:cubicBezTo>
                    <a:cubicBezTo>
                      <a:pt x="21498" y="5311"/>
                      <a:pt x="21498" y="5311"/>
                      <a:pt x="21500" y="5274"/>
                    </a:cubicBezTo>
                    <a:cubicBezTo>
                      <a:pt x="21533" y="5274"/>
                      <a:pt x="21567" y="5274"/>
                      <a:pt x="21601" y="5274"/>
                    </a:cubicBezTo>
                    <a:cubicBezTo>
                      <a:pt x="21599" y="5259"/>
                      <a:pt x="21596" y="5244"/>
                      <a:pt x="21594" y="5229"/>
                    </a:cubicBezTo>
                    <a:cubicBezTo>
                      <a:pt x="21601" y="5172"/>
                      <a:pt x="21601" y="5172"/>
                      <a:pt x="21655" y="5125"/>
                    </a:cubicBezTo>
                    <a:cubicBezTo>
                      <a:pt x="21678" y="5109"/>
                      <a:pt x="21702" y="5093"/>
                      <a:pt x="21725" y="5077"/>
                    </a:cubicBezTo>
                    <a:cubicBezTo>
                      <a:pt x="21814" y="5013"/>
                      <a:pt x="21870" y="4967"/>
                      <a:pt x="21896" y="4855"/>
                    </a:cubicBezTo>
                    <a:cubicBezTo>
                      <a:pt x="21903" y="4804"/>
                      <a:pt x="21903" y="4804"/>
                      <a:pt x="21906" y="4767"/>
                    </a:cubicBezTo>
                    <a:cubicBezTo>
                      <a:pt x="21939" y="4767"/>
                      <a:pt x="21973" y="4767"/>
                      <a:pt x="22007" y="4767"/>
                    </a:cubicBezTo>
                    <a:cubicBezTo>
                      <a:pt x="22006" y="4759"/>
                      <a:pt x="22006" y="4759"/>
                      <a:pt x="21998" y="4722"/>
                    </a:cubicBezTo>
                    <a:cubicBezTo>
                      <a:pt x="22001" y="4703"/>
                      <a:pt x="22004" y="4684"/>
                      <a:pt x="22007" y="4665"/>
                    </a:cubicBezTo>
                    <a:cubicBezTo>
                      <a:pt x="22039" y="4643"/>
                      <a:pt x="22039" y="4643"/>
                      <a:pt x="22080" y="4621"/>
                    </a:cubicBezTo>
                    <a:cubicBezTo>
                      <a:pt x="22155" y="4576"/>
                      <a:pt x="22155" y="4576"/>
                      <a:pt x="22173" y="4519"/>
                    </a:cubicBezTo>
                    <a:cubicBezTo>
                      <a:pt x="22176" y="4503"/>
                      <a:pt x="22179" y="4486"/>
                      <a:pt x="22181" y="4469"/>
                    </a:cubicBezTo>
                    <a:cubicBezTo>
                      <a:pt x="22206" y="4331"/>
                      <a:pt x="22301" y="4237"/>
                      <a:pt x="22413" y="4158"/>
                    </a:cubicBezTo>
                    <a:cubicBezTo>
                      <a:pt x="22470" y="4152"/>
                      <a:pt x="22470" y="4152"/>
                      <a:pt x="22514" y="4158"/>
                    </a:cubicBezTo>
                    <a:cubicBezTo>
                      <a:pt x="22514" y="4125"/>
                      <a:pt x="22514" y="4091"/>
                      <a:pt x="22514" y="4057"/>
                    </a:cubicBezTo>
                    <a:cubicBezTo>
                      <a:pt x="22548" y="4057"/>
                      <a:pt x="22581" y="4057"/>
                      <a:pt x="22616" y="4057"/>
                    </a:cubicBezTo>
                    <a:cubicBezTo>
                      <a:pt x="22616" y="4023"/>
                      <a:pt x="22616" y="3990"/>
                      <a:pt x="22616" y="3955"/>
                    </a:cubicBezTo>
                    <a:cubicBezTo>
                      <a:pt x="22649" y="3955"/>
                      <a:pt x="22683" y="3955"/>
                      <a:pt x="22717" y="3955"/>
                    </a:cubicBezTo>
                    <a:cubicBezTo>
                      <a:pt x="22717" y="3788"/>
                      <a:pt x="22717" y="3621"/>
                      <a:pt x="22717" y="3448"/>
                    </a:cubicBezTo>
                    <a:cubicBezTo>
                      <a:pt x="22684" y="3448"/>
                      <a:pt x="22650" y="3448"/>
                      <a:pt x="22616" y="3448"/>
                    </a:cubicBezTo>
                    <a:cubicBezTo>
                      <a:pt x="22616" y="3381"/>
                      <a:pt x="22616" y="3314"/>
                      <a:pt x="22616" y="3245"/>
                    </a:cubicBezTo>
                    <a:cubicBezTo>
                      <a:pt x="22582" y="3245"/>
                      <a:pt x="22549" y="3245"/>
                      <a:pt x="22514" y="3245"/>
                    </a:cubicBezTo>
                    <a:cubicBezTo>
                      <a:pt x="22511" y="3102"/>
                      <a:pt x="22508" y="2958"/>
                      <a:pt x="22506" y="2814"/>
                    </a:cubicBezTo>
                    <a:cubicBezTo>
                      <a:pt x="22505" y="2747"/>
                      <a:pt x="22504" y="2681"/>
                      <a:pt x="22503" y="2614"/>
                    </a:cubicBezTo>
                    <a:cubicBezTo>
                      <a:pt x="22501" y="2537"/>
                      <a:pt x="22500" y="2460"/>
                      <a:pt x="22499" y="2384"/>
                    </a:cubicBezTo>
                    <a:cubicBezTo>
                      <a:pt x="22499" y="2360"/>
                      <a:pt x="22498" y="2336"/>
                      <a:pt x="22497" y="2311"/>
                    </a:cubicBezTo>
                    <a:cubicBezTo>
                      <a:pt x="22497" y="2147"/>
                      <a:pt x="22497" y="2147"/>
                      <a:pt x="22548" y="2095"/>
                    </a:cubicBezTo>
                    <a:cubicBezTo>
                      <a:pt x="22590" y="2069"/>
                      <a:pt x="22590" y="2069"/>
                      <a:pt x="22631" y="2048"/>
                    </a:cubicBezTo>
                    <a:cubicBezTo>
                      <a:pt x="22666" y="2028"/>
                      <a:pt x="22666" y="2028"/>
                      <a:pt x="22686" y="1980"/>
                    </a:cubicBezTo>
                    <a:cubicBezTo>
                      <a:pt x="22687" y="1963"/>
                      <a:pt x="22689" y="1947"/>
                      <a:pt x="22690" y="1930"/>
                    </a:cubicBezTo>
                    <a:cubicBezTo>
                      <a:pt x="22714" y="1799"/>
                      <a:pt x="22792" y="1745"/>
                      <a:pt x="22894" y="1667"/>
                    </a:cubicBezTo>
                    <a:cubicBezTo>
                      <a:pt x="22927" y="1642"/>
                      <a:pt x="22959" y="1616"/>
                      <a:pt x="22991" y="1591"/>
                    </a:cubicBezTo>
                    <a:cubicBezTo>
                      <a:pt x="23005" y="1580"/>
                      <a:pt x="23020" y="1569"/>
                      <a:pt x="23034" y="1557"/>
                    </a:cubicBezTo>
                    <a:cubicBezTo>
                      <a:pt x="23072" y="1521"/>
                      <a:pt x="23072" y="1521"/>
                      <a:pt x="23099" y="1467"/>
                    </a:cubicBezTo>
                    <a:cubicBezTo>
                      <a:pt x="23107" y="1451"/>
                      <a:pt x="23115" y="1436"/>
                      <a:pt x="23123" y="1420"/>
                    </a:cubicBezTo>
                    <a:cubicBezTo>
                      <a:pt x="23176" y="1413"/>
                      <a:pt x="23176" y="1413"/>
                      <a:pt x="23224" y="1420"/>
                    </a:cubicBezTo>
                    <a:cubicBezTo>
                      <a:pt x="23224" y="1386"/>
                      <a:pt x="23224" y="1353"/>
                      <a:pt x="23224" y="1318"/>
                    </a:cubicBezTo>
                    <a:cubicBezTo>
                      <a:pt x="23324" y="1318"/>
                      <a:pt x="23425" y="1318"/>
                      <a:pt x="23528" y="1318"/>
                    </a:cubicBezTo>
                    <a:cubicBezTo>
                      <a:pt x="23528" y="1285"/>
                      <a:pt x="23528" y="1251"/>
                      <a:pt x="23528" y="1217"/>
                    </a:cubicBezTo>
                    <a:cubicBezTo>
                      <a:pt x="23659" y="1214"/>
                      <a:pt x="23790" y="1213"/>
                      <a:pt x="23920" y="1211"/>
                    </a:cubicBezTo>
                    <a:cubicBezTo>
                      <a:pt x="23965" y="1211"/>
                      <a:pt x="24009" y="1210"/>
                      <a:pt x="24053" y="1209"/>
                    </a:cubicBezTo>
                    <a:cubicBezTo>
                      <a:pt x="24336" y="1204"/>
                      <a:pt x="24580" y="1221"/>
                      <a:pt x="24847" y="1318"/>
                    </a:cubicBezTo>
                    <a:cubicBezTo>
                      <a:pt x="24847" y="1352"/>
                      <a:pt x="24847" y="1385"/>
                      <a:pt x="24847" y="1420"/>
                    </a:cubicBezTo>
                    <a:cubicBezTo>
                      <a:pt x="24880" y="1420"/>
                      <a:pt x="24914" y="1420"/>
                      <a:pt x="24948" y="1420"/>
                    </a:cubicBezTo>
                    <a:cubicBezTo>
                      <a:pt x="24948" y="1453"/>
                      <a:pt x="24948" y="1487"/>
                      <a:pt x="24948" y="1521"/>
                    </a:cubicBezTo>
                    <a:cubicBezTo>
                      <a:pt x="24963" y="1519"/>
                      <a:pt x="24977" y="1518"/>
                      <a:pt x="24992" y="1516"/>
                    </a:cubicBezTo>
                    <a:cubicBezTo>
                      <a:pt x="25090" y="1525"/>
                      <a:pt x="25147" y="1596"/>
                      <a:pt x="25211" y="1665"/>
                    </a:cubicBezTo>
                    <a:cubicBezTo>
                      <a:pt x="25266" y="1743"/>
                      <a:pt x="25269" y="1797"/>
                      <a:pt x="25260" y="1890"/>
                    </a:cubicBezTo>
                    <a:cubicBezTo>
                      <a:pt x="25257" y="1902"/>
                      <a:pt x="25255" y="1914"/>
                      <a:pt x="25252" y="1927"/>
                    </a:cubicBezTo>
                    <a:cubicBezTo>
                      <a:pt x="25286" y="1927"/>
                      <a:pt x="25319" y="1927"/>
                      <a:pt x="25354" y="1927"/>
                    </a:cubicBezTo>
                    <a:cubicBezTo>
                      <a:pt x="25354" y="1994"/>
                      <a:pt x="25354" y="2061"/>
                      <a:pt x="25354" y="2130"/>
                    </a:cubicBezTo>
                    <a:cubicBezTo>
                      <a:pt x="25387" y="2130"/>
                      <a:pt x="25421" y="2130"/>
                      <a:pt x="25455" y="2130"/>
                    </a:cubicBezTo>
                    <a:cubicBezTo>
                      <a:pt x="25455" y="2163"/>
                      <a:pt x="25455" y="2197"/>
                      <a:pt x="25455" y="2231"/>
                    </a:cubicBezTo>
                    <a:cubicBezTo>
                      <a:pt x="25489" y="2231"/>
                      <a:pt x="25522" y="2231"/>
                      <a:pt x="25557" y="2231"/>
                    </a:cubicBezTo>
                    <a:cubicBezTo>
                      <a:pt x="25557" y="2532"/>
                      <a:pt x="25557" y="2834"/>
                      <a:pt x="25557" y="3144"/>
                    </a:cubicBezTo>
                    <a:cubicBezTo>
                      <a:pt x="25523" y="3144"/>
                      <a:pt x="25490" y="3144"/>
                      <a:pt x="25455" y="3144"/>
                    </a:cubicBezTo>
                    <a:cubicBezTo>
                      <a:pt x="25455" y="3211"/>
                      <a:pt x="25455" y="3278"/>
                      <a:pt x="25455" y="3347"/>
                    </a:cubicBezTo>
                    <a:cubicBezTo>
                      <a:pt x="25422" y="3347"/>
                      <a:pt x="25388" y="3347"/>
                      <a:pt x="25354" y="3347"/>
                    </a:cubicBezTo>
                    <a:cubicBezTo>
                      <a:pt x="25356" y="3359"/>
                      <a:pt x="25358" y="3372"/>
                      <a:pt x="25360" y="3385"/>
                    </a:cubicBezTo>
                    <a:cubicBezTo>
                      <a:pt x="25367" y="3467"/>
                      <a:pt x="25372" y="3526"/>
                      <a:pt x="25321" y="3593"/>
                    </a:cubicBezTo>
                    <a:cubicBezTo>
                      <a:pt x="25276" y="3634"/>
                      <a:pt x="25229" y="3671"/>
                      <a:pt x="25179" y="3708"/>
                    </a:cubicBezTo>
                    <a:cubicBezTo>
                      <a:pt x="25147" y="3733"/>
                      <a:pt x="25114" y="3759"/>
                      <a:pt x="25081" y="3784"/>
                    </a:cubicBezTo>
                    <a:cubicBezTo>
                      <a:pt x="25067" y="3795"/>
                      <a:pt x="25052" y="3806"/>
                      <a:pt x="25037" y="3818"/>
                    </a:cubicBezTo>
                    <a:cubicBezTo>
                      <a:pt x="24999" y="3854"/>
                      <a:pt x="24999" y="3854"/>
                      <a:pt x="24972" y="3908"/>
                    </a:cubicBezTo>
                    <a:cubicBezTo>
                      <a:pt x="24964" y="3924"/>
                      <a:pt x="24956" y="3939"/>
                      <a:pt x="24948" y="3955"/>
                    </a:cubicBezTo>
                    <a:cubicBezTo>
                      <a:pt x="24894" y="3962"/>
                      <a:pt x="24894" y="3962"/>
                      <a:pt x="24847" y="3955"/>
                    </a:cubicBezTo>
                    <a:cubicBezTo>
                      <a:pt x="24847" y="3989"/>
                      <a:pt x="24847" y="4022"/>
                      <a:pt x="24847" y="4057"/>
                    </a:cubicBezTo>
                    <a:cubicBezTo>
                      <a:pt x="24746" y="4057"/>
                      <a:pt x="24646" y="4057"/>
                      <a:pt x="24542" y="4057"/>
                    </a:cubicBezTo>
                    <a:cubicBezTo>
                      <a:pt x="24542" y="4090"/>
                      <a:pt x="24542" y="4124"/>
                      <a:pt x="24542" y="4158"/>
                    </a:cubicBezTo>
                    <a:cubicBezTo>
                      <a:pt x="24141" y="4158"/>
                      <a:pt x="23739" y="4158"/>
                      <a:pt x="23325" y="4158"/>
                    </a:cubicBezTo>
                    <a:cubicBezTo>
                      <a:pt x="23325" y="4191"/>
                      <a:pt x="23325" y="4225"/>
                      <a:pt x="23325" y="4259"/>
                    </a:cubicBezTo>
                    <a:cubicBezTo>
                      <a:pt x="23292" y="4259"/>
                      <a:pt x="23259" y="4259"/>
                      <a:pt x="23224" y="4259"/>
                    </a:cubicBezTo>
                    <a:cubicBezTo>
                      <a:pt x="23224" y="4326"/>
                      <a:pt x="23224" y="4393"/>
                      <a:pt x="23224" y="4462"/>
                    </a:cubicBezTo>
                    <a:cubicBezTo>
                      <a:pt x="23191" y="4462"/>
                      <a:pt x="23157" y="4462"/>
                      <a:pt x="23123" y="4462"/>
                    </a:cubicBezTo>
                    <a:cubicBezTo>
                      <a:pt x="23123" y="4496"/>
                      <a:pt x="23123" y="4529"/>
                      <a:pt x="23123" y="4564"/>
                    </a:cubicBezTo>
                    <a:cubicBezTo>
                      <a:pt x="23089" y="4564"/>
                      <a:pt x="23056" y="4564"/>
                      <a:pt x="23021" y="4564"/>
                    </a:cubicBezTo>
                    <a:cubicBezTo>
                      <a:pt x="23021" y="4597"/>
                      <a:pt x="23021" y="4631"/>
                      <a:pt x="23021" y="4665"/>
                    </a:cubicBezTo>
                    <a:cubicBezTo>
                      <a:pt x="22988" y="4665"/>
                      <a:pt x="22954" y="4665"/>
                      <a:pt x="22920" y="4665"/>
                    </a:cubicBezTo>
                    <a:cubicBezTo>
                      <a:pt x="22920" y="4699"/>
                      <a:pt x="22920" y="4732"/>
                      <a:pt x="22920" y="4767"/>
                    </a:cubicBezTo>
                    <a:cubicBezTo>
                      <a:pt x="22886" y="4767"/>
                      <a:pt x="22853" y="4767"/>
                      <a:pt x="22818" y="4767"/>
                    </a:cubicBezTo>
                    <a:cubicBezTo>
                      <a:pt x="22818" y="4833"/>
                      <a:pt x="22818" y="4900"/>
                      <a:pt x="22818" y="4969"/>
                    </a:cubicBezTo>
                    <a:cubicBezTo>
                      <a:pt x="22785" y="4969"/>
                      <a:pt x="22751" y="4969"/>
                      <a:pt x="22717" y="4969"/>
                    </a:cubicBezTo>
                    <a:cubicBezTo>
                      <a:pt x="22717" y="5003"/>
                      <a:pt x="22717" y="5036"/>
                      <a:pt x="22717" y="5071"/>
                    </a:cubicBezTo>
                    <a:cubicBezTo>
                      <a:pt x="22684" y="5071"/>
                      <a:pt x="22650" y="5071"/>
                      <a:pt x="22616" y="5071"/>
                    </a:cubicBezTo>
                    <a:cubicBezTo>
                      <a:pt x="22616" y="5104"/>
                      <a:pt x="22616" y="5138"/>
                      <a:pt x="22616" y="5172"/>
                    </a:cubicBezTo>
                    <a:cubicBezTo>
                      <a:pt x="22582" y="5172"/>
                      <a:pt x="22549" y="5172"/>
                      <a:pt x="22514" y="5172"/>
                    </a:cubicBezTo>
                    <a:cubicBezTo>
                      <a:pt x="22514" y="5206"/>
                      <a:pt x="22514" y="5239"/>
                      <a:pt x="22514" y="5274"/>
                    </a:cubicBezTo>
                    <a:cubicBezTo>
                      <a:pt x="22481" y="5274"/>
                      <a:pt x="22447" y="5274"/>
                      <a:pt x="22413" y="5274"/>
                    </a:cubicBezTo>
                    <a:cubicBezTo>
                      <a:pt x="22413" y="5341"/>
                      <a:pt x="22413" y="5407"/>
                      <a:pt x="22413" y="5476"/>
                    </a:cubicBezTo>
                    <a:cubicBezTo>
                      <a:pt x="22379" y="5476"/>
                      <a:pt x="22346" y="5476"/>
                      <a:pt x="22311" y="5476"/>
                    </a:cubicBezTo>
                    <a:cubicBezTo>
                      <a:pt x="22311" y="5510"/>
                      <a:pt x="22311" y="5543"/>
                      <a:pt x="22311" y="5578"/>
                    </a:cubicBezTo>
                    <a:cubicBezTo>
                      <a:pt x="22278" y="5578"/>
                      <a:pt x="22244" y="5578"/>
                      <a:pt x="22210" y="5578"/>
                    </a:cubicBezTo>
                    <a:cubicBezTo>
                      <a:pt x="22210" y="5611"/>
                      <a:pt x="22210" y="5645"/>
                      <a:pt x="22210" y="5679"/>
                    </a:cubicBezTo>
                    <a:cubicBezTo>
                      <a:pt x="22176" y="5679"/>
                      <a:pt x="22143" y="5679"/>
                      <a:pt x="22108" y="5679"/>
                    </a:cubicBezTo>
                    <a:cubicBezTo>
                      <a:pt x="22108" y="5713"/>
                      <a:pt x="22108" y="5746"/>
                      <a:pt x="22108" y="5781"/>
                    </a:cubicBezTo>
                    <a:cubicBezTo>
                      <a:pt x="22075" y="5781"/>
                      <a:pt x="22042" y="5781"/>
                      <a:pt x="22007" y="5781"/>
                    </a:cubicBezTo>
                    <a:cubicBezTo>
                      <a:pt x="22007" y="5848"/>
                      <a:pt x="22007" y="5915"/>
                      <a:pt x="22007" y="5983"/>
                    </a:cubicBezTo>
                    <a:cubicBezTo>
                      <a:pt x="21974" y="5983"/>
                      <a:pt x="21940" y="5983"/>
                      <a:pt x="21906" y="5983"/>
                    </a:cubicBezTo>
                    <a:cubicBezTo>
                      <a:pt x="21906" y="6017"/>
                      <a:pt x="21906" y="6050"/>
                      <a:pt x="21906" y="6085"/>
                    </a:cubicBezTo>
                    <a:cubicBezTo>
                      <a:pt x="21872" y="6085"/>
                      <a:pt x="21839" y="6085"/>
                      <a:pt x="21804" y="6085"/>
                    </a:cubicBezTo>
                    <a:cubicBezTo>
                      <a:pt x="21804" y="6118"/>
                      <a:pt x="21804" y="6152"/>
                      <a:pt x="21804" y="6186"/>
                    </a:cubicBezTo>
                    <a:cubicBezTo>
                      <a:pt x="21771" y="6186"/>
                      <a:pt x="21737" y="6186"/>
                      <a:pt x="21703" y="6186"/>
                    </a:cubicBezTo>
                    <a:cubicBezTo>
                      <a:pt x="21703" y="6253"/>
                      <a:pt x="21703" y="6320"/>
                      <a:pt x="21703" y="6389"/>
                    </a:cubicBezTo>
                    <a:cubicBezTo>
                      <a:pt x="21669" y="6389"/>
                      <a:pt x="21636" y="6389"/>
                      <a:pt x="21601" y="6389"/>
                    </a:cubicBezTo>
                    <a:cubicBezTo>
                      <a:pt x="21601" y="6423"/>
                      <a:pt x="21601" y="6456"/>
                      <a:pt x="21601" y="6491"/>
                    </a:cubicBezTo>
                    <a:cubicBezTo>
                      <a:pt x="21568" y="6491"/>
                      <a:pt x="21534" y="6491"/>
                      <a:pt x="21500" y="6491"/>
                    </a:cubicBezTo>
                    <a:cubicBezTo>
                      <a:pt x="21500" y="6524"/>
                      <a:pt x="21500" y="6558"/>
                      <a:pt x="21500" y="6592"/>
                    </a:cubicBezTo>
                    <a:cubicBezTo>
                      <a:pt x="21467" y="6592"/>
                      <a:pt x="21433" y="6592"/>
                      <a:pt x="21399" y="6592"/>
                    </a:cubicBezTo>
                    <a:cubicBezTo>
                      <a:pt x="21399" y="6625"/>
                      <a:pt x="21399" y="6659"/>
                      <a:pt x="21399" y="6693"/>
                    </a:cubicBezTo>
                    <a:cubicBezTo>
                      <a:pt x="21365" y="6693"/>
                      <a:pt x="21332" y="6693"/>
                      <a:pt x="21297" y="6693"/>
                    </a:cubicBezTo>
                    <a:cubicBezTo>
                      <a:pt x="21297" y="6760"/>
                      <a:pt x="21297" y="6827"/>
                      <a:pt x="21297" y="6896"/>
                    </a:cubicBezTo>
                    <a:cubicBezTo>
                      <a:pt x="21264" y="6896"/>
                      <a:pt x="21230" y="6896"/>
                      <a:pt x="21196" y="6896"/>
                    </a:cubicBezTo>
                    <a:cubicBezTo>
                      <a:pt x="21196" y="6930"/>
                      <a:pt x="21196" y="6963"/>
                      <a:pt x="21196" y="6998"/>
                    </a:cubicBezTo>
                    <a:cubicBezTo>
                      <a:pt x="21162" y="6998"/>
                      <a:pt x="21129" y="6998"/>
                      <a:pt x="21094" y="6998"/>
                    </a:cubicBezTo>
                    <a:cubicBezTo>
                      <a:pt x="21094" y="7031"/>
                      <a:pt x="21094" y="7065"/>
                      <a:pt x="21094" y="7099"/>
                    </a:cubicBezTo>
                    <a:cubicBezTo>
                      <a:pt x="21061" y="7099"/>
                      <a:pt x="21027" y="7099"/>
                      <a:pt x="20993" y="7099"/>
                    </a:cubicBezTo>
                    <a:cubicBezTo>
                      <a:pt x="20993" y="7166"/>
                      <a:pt x="20993" y="7233"/>
                      <a:pt x="20993" y="7302"/>
                    </a:cubicBezTo>
                    <a:cubicBezTo>
                      <a:pt x="20959" y="7302"/>
                      <a:pt x="20926" y="7302"/>
                      <a:pt x="20892" y="7302"/>
                    </a:cubicBezTo>
                    <a:cubicBezTo>
                      <a:pt x="20892" y="7335"/>
                      <a:pt x="20892" y="7369"/>
                      <a:pt x="20892" y="7403"/>
                    </a:cubicBezTo>
                    <a:cubicBezTo>
                      <a:pt x="20858" y="7403"/>
                      <a:pt x="20825" y="7403"/>
                      <a:pt x="20790" y="7403"/>
                    </a:cubicBezTo>
                    <a:cubicBezTo>
                      <a:pt x="20790" y="7437"/>
                      <a:pt x="20790" y="7470"/>
                      <a:pt x="20790" y="7505"/>
                    </a:cubicBezTo>
                    <a:cubicBezTo>
                      <a:pt x="20757" y="7505"/>
                      <a:pt x="20723" y="7505"/>
                      <a:pt x="20689" y="7505"/>
                    </a:cubicBezTo>
                    <a:cubicBezTo>
                      <a:pt x="20689" y="7572"/>
                      <a:pt x="20689" y="7639"/>
                      <a:pt x="20689" y="7708"/>
                    </a:cubicBezTo>
                    <a:cubicBezTo>
                      <a:pt x="20655" y="7708"/>
                      <a:pt x="20622" y="7708"/>
                      <a:pt x="20587" y="7708"/>
                    </a:cubicBezTo>
                    <a:cubicBezTo>
                      <a:pt x="20587" y="7741"/>
                      <a:pt x="20587" y="7774"/>
                      <a:pt x="20587" y="7809"/>
                    </a:cubicBezTo>
                    <a:cubicBezTo>
                      <a:pt x="20554" y="7809"/>
                      <a:pt x="20520" y="7809"/>
                      <a:pt x="20486" y="7809"/>
                    </a:cubicBezTo>
                    <a:cubicBezTo>
                      <a:pt x="20486" y="7842"/>
                      <a:pt x="20486" y="7876"/>
                      <a:pt x="20486" y="7910"/>
                    </a:cubicBezTo>
                    <a:cubicBezTo>
                      <a:pt x="20452" y="7910"/>
                      <a:pt x="20419" y="7910"/>
                      <a:pt x="20384" y="7910"/>
                    </a:cubicBezTo>
                    <a:cubicBezTo>
                      <a:pt x="20384" y="7944"/>
                      <a:pt x="20384" y="7977"/>
                      <a:pt x="20384" y="8012"/>
                    </a:cubicBezTo>
                    <a:cubicBezTo>
                      <a:pt x="20351" y="8012"/>
                      <a:pt x="20317" y="8012"/>
                      <a:pt x="20283" y="8012"/>
                    </a:cubicBezTo>
                    <a:cubicBezTo>
                      <a:pt x="20283" y="8079"/>
                      <a:pt x="20283" y="8146"/>
                      <a:pt x="20283" y="8215"/>
                    </a:cubicBezTo>
                    <a:cubicBezTo>
                      <a:pt x="20250" y="8215"/>
                      <a:pt x="20216" y="8215"/>
                      <a:pt x="20182" y="8215"/>
                    </a:cubicBezTo>
                    <a:cubicBezTo>
                      <a:pt x="20182" y="8248"/>
                      <a:pt x="20182" y="8282"/>
                      <a:pt x="20182" y="8316"/>
                    </a:cubicBezTo>
                    <a:cubicBezTo>
                      <a:pt x="20148" y="8316"/>
                      <a:pt x="20115" y="8316"/>
                      <a:pt x="20080" y="8316"/>
                    </a:cubicBezTo>
                    <a:cubicBezTo>
                      <a:pt x="20080" y="8350"/>
                      <a:pt x="20080" y="8383"/>
                      <a:pt x="20080" y="8417"/>
                    </a:cubicBezTo>
                    <a:cubicBezTo>
                      <a:pt x="20047" y="8417"/>
                      <a:pt x="20013" y="8417"/>
                      <a:pt x="19979" y="8417"/>
                    </a:cubicBezTo>
                    <a:cubicBezTo>
                      <a:pt x="19979" y="8618"/>
                      <a:pt x="19979" y="8819"/>
                      <a:pt x="19979" y="9026"/>
                    </a:cubicBezTo>
                    <a:cubicBezTo>
                      <a:pt x="20012" y="9026"/>
                      <a:pt x="20046" y="9026"/>
                      <a:pt x="20080" y="9026"/>
                    </a:cubicBezTo>
                    <a:cubicBezTo>
                      <a:pt x="20080" y="9327"/>
                      <a:pt x="20080" y="9628"/>
                      <a:pt x="20080" y="9939"/>
                    </a:cubicBezTo>
                    <a:cubicBezTo>
                      <a:pt x="20047" y="9939"/>
                      <a:pt x="20013" y="9939"/>
                      <a:pt x="19979" y="9939"/>
                    </a:cubicBezTo>
                    <a:cubicBezTo>
                      <a:pt x="19979" y="10006"/>
                      <a:pt x="19979" y="10073"/>
                      <a:pt x="19979" y="10142"/>
                    </a:cubicBezTo>
                    <a:cubicBezTo>
                      <a:pt x="19945" y="10142"/>
                      <a:pt x="19912" y="10142"/>
                      <a:pt x="19877" y="10142"/>
                    </a:cubicBezTo>
                    <a:cubicBezTo>
                      <a:pt x="19877" y="10208"/>
                      <a:pt x="19877" y="10275"/>
                      <a:pt x="19877" y="10344"/>
                    </a:cubicBezTo>
                    <a:cubicBezTo>
                      <a:pt x="19844" y="10344"/>
                      <a:pt x="19810" y="10344"/>
                      <a:pt x="19776" y="10344"/>
                    </a:cubicBezTo>
                    <a:cubicBezTo>
                      <a:pt x="19776" y="10378"/>
                      <a:pt x="19776" y="10411"/>
                      <a:pt x="19776" y="10446"/>
                    </a:cubicBezTo>
                    <a:cubicBezTo>
                      <a:pt x="19742" y="10446"/>
                      <a:pt x="19709" y="10446"/>
                      <a:pt x="19675" y="10446"/>
                    </a:cubicBezTo>
                    <a:cubicBezTo>
                      <a:pt x="19675" y="10479"/>
                      <a:pt x="19675" y="10513"/>
                      <a:pt x="19675" y="10547"/>
                    </a:cubicBezTo>
                    <a:cubicBezTo>
                      <a:pt x="19641" y="10547"/>
                      <a:pt x="19608" y="10547"/>
                      <a:pt x="19573" y="10547"/>
                    </a:cubicBezTo>
                    <a:cubicBezTo>
                      <a:pt x="19573" y="10581"/>
                      <a:pt x="19573" y="10614"/>
                      <a:pt x="19573" y="10649"/>
                    </a:cubicBezTo>
                    <a:cubicBezTo>
                      <a:pt x="19506" y="10649"/>
                      <a:pt x="19439" y="10649"/>
                      <a:pt x="19370" y="10649"/>
                    </a:cubicBezTo>
                    <a:cubicBezTo>
                      <a:pt x="19370" y="10682"/>
                      <a:pt x="19370" y="10716"/>
                      <a:pt x="19370" y="10750"/>
                    </a:cubicBezTo>
                    <a:cubicBezTo>
                      <a:pt x="19303" y="10750"/>
                      <a:pt x="19236" y="10750"/>
                      <a:pt x="19167" y="10750"/>
                    </a:cubicBezTo>
                    <a:cubicBezTo>
                      <a:pt x="19167" y="10783"/>
                      <a:pt x="19167" y="10817"/>
                      <a:pt x="19167" y="10851"/>
                    </a:cubicBezTo>
                    <a:cubicBezTo>
                      <a:pt x="19034" y="10851"/>
                      <a:pt x="18900" y="10851"/>
                      <a:pt x="18762" y="10851"/>
                    </a:cubicBezTo>
                    <a:cubicBezTo>
                      <a:pt x="18762" y="10885"/>
                      <a:pt x="18762" y="10918"/>
                      <a:pt x="18762" y="10953"/>
                    </a:cubicBezTo>
                    <a:cubicBezTo>
                      <a:pt x="18661" y="10953"/>
                      <a:pt x="18561" y="10953"/>
                      <a:pt x="18458" y="10953"/>
                    </a:cubicBezTo>
                    <a:cubicBezTo>
                      <a:pt x="18458" y="10919"/>
                      <a:pt x="18458" y="10886"/>
                      <a:pt x="18458" y="10851"/>
                    </a:cubicBezTo>
                    <a:cubicBezTo>
                      <a:pt x="18324" y="10851"/>
                      <a:pt x="18190" y="10851"/>
                      <a:pt x="18052" y="10851"/>
                    </a:cubicBezTo>
                    <a:cubicBezTo>
                      <a:pt x="18052" y="10818"/>
                      <a:pt x="18052" y="10784"/>
                      <a:pt x="18052" y="10750"/>
                    </a:cubicBezTo>
                    <a:cubicBezTo>
                      <a:pt x="17985" y="10750"/>
                      <a:pt x="17918" y="10750"/>
                      <a:pt x="17849" y="10750"/>
                    </a:cubicBezTo>
                    <a:cubicBezTo>
                      <a:pt x="17849" y="10717"/>
                      <a:pt x="17849" y="10683"/>
                      <a:pt x="17849" y="10649"/>
                    </a:cubicBezTo>
                    <a:cubicBezTo>
                      <a:pt x="17816" y="10649"/>
                      <a:pt x="17782" y="10649"/>
                      <a:pt x="17748" y="10649"/>
                    </a:cubicBezTo>
                    <a:cubicBezTo>
                      <a:pt x="17748" y="10615"/>
                      <a:pt x="17748" y="10582"/>
                      <a:pt x="17748" y="10547"/>
                    </a:cubicBezTo>
                    <a:cubicBezTo>
                      <a:pt x="17714" y="10547"/>
                      <a:pt x="17681" y="10547"/>
                      <a:pt x="17646" y="10547"/>
                    </a:cubicBezTo>
                    <a:cubicBezTo>
                      <a:pt x="17646" y="10514"/>
                      <a:pt x="17646" y="10480"/>
                      <a:pt x="17646" y="10446"/>
                    </a:cubicBezTo>
                    <a:cubicBezTo>
                      <a:pt x="17613" y="10446"/>
                      <a:pt x="17579" y="10446"/>
                      <a:pt x="17545" y="10446"/>
                    </a:cubicBezTo>
                    <a:cubicBezTo>
                      <a:pt x="17545" y="10412"/>
                      <a:pt x="17545" y="10379"/>
                      <a:pt x="17545" y="10344"/>
                    </a:cubicBezTo>
                    <a:cubicBezTo>
                      <a:pt x="17511" y="10344"/>
                      <a:pt x="17478" y="10344"/>
                      <a:pt x="17443" y="10344"/>
                    </a:cubicBezTo>
                    <a:cubicBezTo>
                      <a:pt x="17443" y="10311"/>
                      <a:pt x="17443" y="10277"/>
                      <a:pt x="17443" y="10243"/>
                    </a:cubicBezTo>
                    <a:cubicBezTo>
                      <a:pt x="17410" y="10243"/>
                      <a:pt x="17376" y="10243"/>
                      <a:pt x="17342" y="10243"/>
                    </a:cubicBezTo>
                    <a:cubicBezTo>
                      <a:pt x="17342" y="10209"/>
                      <a:pt x="17342" y="10176"/>
                      <a:pt x="17342" y="10142"/>
                    </a:cubicBezTo>
                    <a:cubicBezTo>
                      <a:pt x="17309" y="10142"/>
                      <a:pt x="17275" y="10142"/>
                      <a:pt x="17241" y="10142"/>
                    </a:cubicBezTo>
                    <a:cubicBezTo>
                      <a:pt x="17241" y="10041"/>
                      <a:pt x="17241" y="9941"/>
                      <a:pt x="17241" y="9837"/>
                    </a:cubicBezTo>
                    <a:cubicBezTo>
                      <a:pt x="17207" y="9837"/>
                      <a:pt x="17174" y="9837"/>
                      <a:pt x="17139" y="9837"/>
                    </a:cubicBezTo>
                    <a:cubicBezTo>
                      <a:pt x="17139" y="9570"/>
                      <a:pt x="17139" y="9302"/>
                      <a:pt x="17139" y="9026"/>
                    </a:cubicBezTo>
                    <a:cubicBezTo>
                      <a:pt x="17106" y="9026"/>
                      <a:pt x="17072" y="9026"/>
                      <a:pt x="17038" y="9026"/>
                    </a:cubicBezTo>
                    <a:cubicBezTo>
                      <a:pt x="17038" y="8992"/>
                      <a:pt x="17038" y="8959"/>
                      <a:pt x="17038" y="8925"/>
                    </a:cubicBezTo>
                    <a:cubicBezTo>
                      <a:pt x="16937" y="8925"/>
                      <a:pt x="16837" y="8925"/>
                      <a:pt x="16733" y="8925"/>
                    </a:cubicBezTo>
                    <a:cubicBezTo>
                      <a:pt x="16733" y="8891"/>
                      <a:pt x="16733" y="8858"/>
                      <a:pt x="16733" y="8823"/>
                    </a:cubicBezTo>
                    <a:cubicBezTo>
                      <a:pt x="16667" y="8823"/>
                      <a:pt x="16600" y="8823"/>
                      <a:pt x="16531" y="8823"/>
                    </a:cubicBezTo>
                    <a:cubicBezTo>
                      <a:pt x="16531" y="8790"/>
                      <a:pt x="16531" y="8756"/>
                      <a:pt x="16531" y="8722"/>
                    </a:cubicBezTo>
                    <a:cubicBezTo>
                      <a:pt x="16464" y="8722"/>
                      <a:pt x="16397" y="8722"/>
                      <a:pt x="16328" y="8722"/>
                    </a:cubicBezTo>
                    <a:cubicBezTo>
                      <a:pt x="16328" y="8688"/>
                      <a:pt x="16328" y="8655"/>
                      <a:pt x="16328" y="8620"/>
                    </a:cubicBezTo>
                    <a:cubicBezTo>
                      <a:pt x="16261" y="8620"/>
                      <a:pt x="16194" y="8620"/>
                      <a:pt x="16125" y="8620"/>
                    </a:cubicBezTo>
                    <a:cubicBezTo>
                      <a:pt x="16125" y="8587"/>
                      <a:pt x="16125" y="8553"/>
                      <a:pt x="16125" y="8519"/>
                    </a:cubicBezTo>
                    <a:cubicBezTo>
                      <a:pt x="16058" y="8519"/>
                      <a:pt x="15991" y="8519"/>
                      <a:pt x="15922" y="8519"/>
                    </a:cubicBezTo>
                    <a:cubicBezTo>
                      <a:pt x="15922" y="8485"/>
                      <a:pt x="15922" y="8452"/>
                      <a:pt x="15922" y="8417"/>
                    </a:cubicBezTo>
                    <a:cubicBezTo>
                      <a:pt x="15855" y="8417"/>
                      <a:pt x="15788" y="8417"/>
                      <a:pt x="15719" y="8417"/>
                    </a:cubicBezTo>
                    <a:cubicBezTo>
                      <a:pt x="15719" y="8384"/>
                      <a:pt x="15719" y="8351"/>
                      <a:pt x="15719" y="8316"/>
                    </a:cubicBezTo>
                    <a:cubicBezTo>
                      <a:pt x="15652" y="8316"/>
                      <a:pt x="15585" y="8316"/>
                      <a:pt x="15517" y="8316"/>
                    </a:cubicBezTo>
                    <a:cubicBezTo>
                      <a:pt x="15517" y="8283"/>
                      <a:pt x="15517" y="8249"/>
                      <a:pt x="15517" y="8215"/>
                    </a:cubicBezTo>
                    <a:cubicBezTo>
                      <a:pt x="15416" y="8215"/>
                      <a:pt x="15316" y="8215"/>
                      <a:pt x="15212" y="8215"/>
                    </a:cubicBezTo>
                    <a:cubicBezTo>
                      <a:pt x="15212" y="8181"/>
                      <a:pt x="15212" y="8148"/>
                      <a:pt x="15212" y="8113"/>
                    </a:cubicBezTo>
                    <a:cubicBezTo>
                      <a:pt x="15145" y="8113"/>
                      <a:pt x="15078" y="8113"/>
                      <a:pt x="15009" y="8113"/>
                    </a:cubicBezTo>
                    <a:cubicBezTo>
                      <a:pt x="15009" y="8080"/>
                      <a:pt x="15009" y="8046"/>
                      <a:pt x="15009" y="8012"/>
                    </a:cubicBezTo>
                    <a:cubicBezTo>
                      <a:pt x="14942" y="8012"/>
                      <a:pt x="14876" y="8012"/>
                      <a:pt x="14807" y="8012"/>
                    </a:cubicBezTo>
                    <a:cubicBezTo>
                      <a:pt x="14807" y="7978"/>
                      <a:pt x="14807" y="7945"/>
                      <a:pt x="14807" y="7910"/>
                    </a:cubicBezTo>
                    <a:cubicBezTo>
                      <a:pt x="14740" y="7910"/>
                      <a:pt x="14673" y="7910"/>
                      <a:pt x="14604" y="7910"/>
                    </a:cubicBezTo>
                    <a:cubicBezTo>
                      <a:pt x="14604" y="7877"/>
                      <a:pt x="14604" y="7843"/>
                      <a:pt x="14604" y="7809"/>
                    </a:cubicBezTo>
                    <a:cubicBezTo>
                      <a:pt x="14537" y="7809"/>
                      <a:pt x="14470" y="7809"/>
                      <a:pt x="14401" y="7809"/>
                    </a:cubicBezTo>
                    <a:cubicBezTo>
                      <a:pt x="14401" y="7775"/>
                      <a:pt x="14401" y="7742"/>
                      <a:pt x="14401" y="7708"/>
                    </a:cubicBezTo>
                    <a:cubicBezTo>
                      <a:pt x="14334" y="7708"/>
                      <a:pt x="14267" y="7708"/>
                      <a:pt x="14198" y="7708"/>
                    </a:cubicBezTo>
                    <a:cubicBezTo>
                      <a:pt x="14198" y="7674"/>
                      <a:pt x="14198" y="7641"/>
                      <a:pt x="14198" y="7606"/>
                    </a:cubicBezTo>
                    <a:cubicBezTo>
                      <a:pt x="14031" y="7606"/>
                      <a:pt x="13863" y="7606"/>
                      <a:pt x="13691" y="7606"/>
                    </a:cubicBezTo>
                    <a:cubicBezTo>
                      <a:pt x="13691" y="7640"/>
                      <a:pt x="13691" y="7673"/>
                      <a:pt x="13691" y="7708"/>
                    </a:cubicBezTo>
                    <a:cubicBezTo>
                      <a:pt x="13658" y="7708"/>
                      <a:pt x="13624" y="7708"/>
                      <a:pt x="13590" y="7708"/>
                    </a:cubicBezTo>
                    <a:cubicBezTo>
                      <a:pt x="13590" y="7741"/>
                      <a:pt x="13590" y="7774"/>
                      <a:pt x="13590" y="7809"/>
                    </a:cubicBezTo>
                    <a:cubicBezTo>
                      <a:pt x="13556" y="7809"/>
                      <a:pt x="13523" y="7809"/>
                      <a:pt x="13488" y="7809"/>
                    </a:cubicBezTo>
                    <a:cubicBezTo>
                      <a:pt x="13488" y="7842"/>
                      <a:pt x="13488" y="7876"/>
                      <a:pt x="13488" y="7910"/>
                    </a:cubicBezTo>
                    <a:cubicBezTo>
                      <a:pt x="13421" y="7910"/>
                      <a:pt x="13354" y="7910"/>
                      <a:pt x="13285" y="7910"/>
                    </a:cubicBezTo>
                    <a:cubicBezTo>
                      <a:pt x="13285" y="7944"/>
                      <a:pt x="13285" y="7977"/>
                      <a:pt x="13285" y="8012"/>
                    </a:cubicBezTo>
                    <a:cubicBezTo>
                      <a:pt x="13218" y="8012"/>
                      <a:pt x="13152" y="8012"/>
                      <a:pt x="13083" y="8012"/>
                    </a:cubicBezTo>
                    <a:cubicBezTo>
                      <a:pt x="13083" y="8045"/>
                      <a:pt x="13083" y="8079"/>
                      <a:pt x="13083" y="8113"/>
                    </a:cubicBezTo>
                    <a:cubicBezTo>
                      <a:pt x="12949" y="8113"/>
                      <a:pt x="12815" y="8113"/>
                      <a:pt x="12677" y="8113"/>
                    </a:cubicBezTo>
                    <a:cubicBezTo>
                      <a:pt x="12677" y="8147"/>
                      <a:pt x="12677" y="8180"/>
                      <a:pt x="12677" y="8215"/>
                    </a:cubicBezTo>
                    <a:cubicBezTo>
                      <a:pt x="12576" y="8215"/>
                      <a:pt x="12476" y="8215"/>
                      <a:pt x="12373" y="8215"/>
                    </a:cubicBezTo>
                    <a:cubicBezTo>
                      <a:pt x="12373" y="8181"/>
                      <a:pt x="12373" y="8148"/>
                      <a:pt x="12373" y="8113"/>
                    </a:cubicBezTo>
                    <a:cubicBezTo>
                      <a:pt x="12239" y="8113"/>
                      <a:pt x="12105" y="8113"/>
                      <a:pt x="11967" y="8113"/>
                    </a:cubicBezTo>
                    <a:cubicBezTo>
                      <a:pt x="11967" y="8080"/>
                      <a:pt x="11967" y="8046"/>
                      <a:pt x="11967" y="8012"/>
                    </a:cubicBezTo>
                    <a:cubicBezTo>
                      <a:pt x="11900" y="8012"/>
                      <a:pt x="11833" y="8012"/>
                      <a:pt x="11764" y="8012"/>
                    </a:cubicBezTo>
                    <a:cubicBezTo>
                      <a:pt x="11764" y="7978"/>
                      <a:pt x="11764" y="7945"/>
                      <a:pt x="11764" y="7910"/>
                    </a:cubicBezTo>
                    <a:cubicBezTo>
                      <a:pt x="11630" y="7910"/>
                      <a:pt x="11496" y="7910"/>
                      <a:pt x="11358" y="7910"/>
                    </a:cubicBezTo>
                    <a:cubicBezTo>
                      <a:pt x="11358" y="7944"/>
                      <a:pt x="11358" y="7977"/>
                      <a:pt x="11358" y="8012"/>
                    </a:cubicBezTo>
                    <a:cubicBezTo>
                      <a:pt x="11292" y="8012"/>
                      <a:pt x="11225" y="8012"/>
                      <a:pt x="11156" y="8012"/>
                    </a:cubicBezTo>
                    <a:cubicBezTo>
                      <a:pt x="11156" y="8045"/>
                      <a:pt x="11156" y="8079"/>
                      <a:pt x="11156" y="8113"/>
                    </a:cubicBezTo>
                    <a:cubicBezTo>
                      <a:pt x="11122" y="8113"/>
                      <a:pt x="11089" y="8113"/>
                      <a:pt x="11054" y="8113"/>
                    </a:cubicBezTo>
                    <a:cubicBezTo>
                      <a:pt x="11054" y="8147"/>
                      <a:pt x="11054" y="8180"/>
                      <a:pt x="11054" y="8215"/>
                    </a:cubicBezTo>
                    <a:cubicBezTo>
                      <a:pt x="10987" y="8215"/>
                      <a:pt x="10920" y="8215"/>
                      <a:pt x="10851" y="8215"/>
                    </a:cubicBezTo>
                    <a:cubicBezTo>
                      <a:pt x="10851" y="8248"/>
                      <a:pt x="10851" y="8282"/>
                      <a:pt x="10851" y="8316"/>
                    </a:cubicBezTo>
                    <a:cubicBezTo>
                      <a:pt x="10818" y="8316"/>
                      <a:pt x="10784" y="8316"/>
                      <a:pt x="10750" y="8316"/>
                    </a:cubicBezTo>
                    <a:cubicBezTo>
                      <a:pt x="10750" y="8350"/>
                      <a:pt x="10750" y="8383"/>
                      <a:pt x="10750" y="8417"/>
                    </a:cubicBezTo>
                    <a:cubicBezTo>
                      <a:pt x="10717" y="8417"/>
                      <a:pt x="10683" y="8417"/>
                      <a:pt x="10649" y="8417"/>
                    </a:cubicBezTo>
                    <a:cubicBezTo>
                      <a:pt x="10649" y="8451"/>
                      <a:pt x="10649" y="8484"/>
                      <a:pt x="10649" y="8519"/>
                    </a:cubicBezTo>
                    <a:cubicBezTo>
                      <a:pt x="10582" y="8519"/>
                      <a:pt x="10515" y="8519"/>
                      <a:pt x="10446" y="8519"/>
                    </a:cubicBezTo>
                    <a:cubicBezTo>
                      <a:pt x="10446" y="8552"/>
                      <a:pt x="10446" y="8586"/>
                      <a:pt x="10446" y="8620"/>
                    </a:cubicBezTo>
                    <a:cubicBezTo>
                      <a:pt x="10412" y="8620"/>
                      <a:pt x="10379" y="8620"/>
                      <a:pt x="10344" y="8620"/>
                    </a:cubicBezTo>
                    <a:cubicBezTo>
                      <a:pt x="10344" y="8654"/>
                      <a:pt x="10344" y="8687"/>
                      <a:pt x="10344" y="8722"/>
                    </a:cubicBezTo>
                    <a:cubicBezTo>
                      <a:pt x="10311" y="8722"/>
                      <a:pt x="10277" y="8722"/>
                      <a:pt x="10243" y="8722"/>
                    </a:cubicBezTo>
                    <a:cubicBezTo>
                      <a:pt x="10243" y="8755"/>
                      <a:pt x="10243" y="8789"/>
                      <a:pt x="10243" y="8823"/>
                    </a:cubicBezTo>
                    <a:cubicBezTo>
                      <a:pt x="10176" y="8823"/>
                      <a:pt x="10109" y="8823"/>
                      <a:pt x="10040" y="8823"/>
                    </a:cubicBezTo>
                    <a:cubicBezTo>
                      <a:pt x="10040" y="8857"/>
                      <a:pt x="10040" y="8890"/>
                      <a:pt x="10040" y="8925"/>
                    </a:cubicBezTo>
                    <a:cubicBezTo>
                      <a:pt x="10007" y="8925"/>
                      <a:pt x="9973" y="8925"/>
                      <a:pt x="9939" y="8925"/>
                    </a:cubicBezTo>
                    <a:cubicBezTo>
                      <a:pt x="9939" y="8958"/>
                      <a:pt x="9939" y="8991"/>
                      <a:pt x="9939" y="9026"/>
                    </a:cubicBezTo>
                    <a:cubicBezTo>
                      <a:pt x="9872" y="9026"/>
                      <a:pt x="9805" y="9026"/>
                      <a:pt x="9736" y="9026"/>
                    </a:cubicBezTo>
                    <a:cubicBezTo>
                      <a:pt x="9736" y="9059"/>
                      <a:pt x="9736" y="9093"/>
                      <a:pt x="9736" y="9127"/>
                    </a:cubicBezTo>
                    <a:cubicBezTo>
                      <a:pt x="9702" y="9127"/>
                      <a:pt x="9669" y="9127"/>
                      <a:pt x="9634" y="9127"/>
                    </a:cubicBezTo>
                    <a:cubicBezTo>
                      <a:pt x="9634" y="9161"/>
                      <a:pt x="9634" y="9194"/>
                      <a:pt x="9634" y="9229"/>
                    </a:cubicBezTo>
                    <a:cubicBezTo>
                      <a:pt x="9567" y="9229"/>
                      <a:pt x="9501" y="9229"/>
                      <a:pt x="9432" y="9229"/>
                    </a:cubicBezTo>
                    <a:cubicBezTo>
                      <a:pt x="9432" y="9262"/>
                      <a:pt x="9432" y="9296"/>
                      <a:pt x="9432" y="9330"/>
                    </a:cubicBezTo>
                    <a:cubicBezTo>
                      <a:pt x="9398" y="9330"/>
                      <a:pt x="9365" y="9330"/>
                      <a:pt x="9330" y="9330"/>
                    </a:cubicBezTo>
                    <a:cubicBezTo>
                      <a:pt x="9330" y="9364"/>
                      <a:pt x="9330" y="9397"/>
                      <a:pt x="9330" y="9432"/>
                    </a:cubicBezTo>
                    <a:cubicBezTo>
                      <a:pt x="9263" y="9432"/>
                      <a:pt x="9196" y="9432"/>
                      <a:pt x="9127" y="9432"/>
                    </a:cubicBezTo>
                    <a:cubicBezTo>
                      <a:pt x="9127" y="9465"/>
                      <a:pt x="9127" y="9499"/>
                      <a:pt x="9127" y="9533"/>
                    </a:cubicBezTo>
                    <a:cubicBezTo>
                      <a:pt x="9094" y="9533"/>
                      <a:pt x="9060" y="9533"/>
                      <a:pt x="9026" y="9533"/>
                    </a:cubicBezTo>
                    <a:cubicBezTo>
                      <a:pt x="9026" y="9566"/>
                      <a:pt x="9026" y="9600"/>
                      <a:pt x="9026" y="9634"/>
                    </a:cubicBezTo>
                    <a:cubicBezTo>
                      <a:pt x="8992" y="9634"/>
                      <a:pt x="8959" y="9634"/>
                      <a:pt x="8925" y="9634"/>
                    </a:cubicBezTo>
                    <a:cubicBezTo>
                      <a:pt x="8925" y="9668"/>
                      <a:pt x="8925" y="9701"/>
                      <a:pt x="8925" y="9736"/>
                    </a:cubicBezTo>
                    <a:cubicBezTo>
                      <a:pt x="8858" y="9736"/>
                      <a:pt x="8791" y="9736"/>
                      <a:pt x="8722" y="9736"/>
                    </a:cubicBezTo>
                    <a:cubicBezTo>
                      <a:pt x="8722" y="9769"/>
                      <a:pt x="8722" y="9803"/>
                      <a:pt x="8722" y="9837"/>
                    </a:cubicBezTo>
                    <a:cubicBezTo>
                      <a:pt x="8688" y="9837"/>
                      <a:pt x="8655" y="9837"/>
                      <a:pt x="8620" y="9837"/>
                    </a:cubicBezTo>
                    <a:cubicBezTo>
                      <a:pt x="8620" y="9871"/>
                      <a:pt x="8620" y="9904"/>
                      <a:pt x="8620" y="9939"/>
                    </a:cubicBezTo>
                    <a:cubicBezTo>
                      <a:pt x="8587" y="9939"/>
                      <a:pt x="8553" y="9939"/>
                      <a:pt x="8519" y="9939"/>
                    </a:cubicBezTo>
                    <a:cubicBezTo>
                      <a:pt x="8519" y="9972"/>
                      <a:pt x="8519" y="10006"/>
                      <a:pt x="8519" y="10040"/>
                    </a:cubicBezTo>
                    <a:cubicBezTo>
                      <a:pt x="8452" y="10040"/>
                      <a:pt x="8385" y="10040"/>
                      <a:pt x="8316" y="10040"/>
                    </a:cubicBezTo>
                    <a:cubicBezTo>
                      <a:pt x="8316" y="10074"/>
                      <a:pt x="8316" y="10107"/>
                      <a:pt x="8316" y="10142"/>
                    </a:cubicBezTo>
                    <a:cubicBezTo>
                      <a:pt x="8283" y="10142"/>
                      <a:pt x="8249" y="10142"/>
                      <a:pt x="8215" y="10142"/>
                    </a:cubicBezTo>
                    <a:cubicBezTo>
                      <a:pt x="8215" y="10175"/>
                      <a:pt x="8215" y="10208"/>
                      <a:pt x="8215" y="10243"/>
                    </a:cubicBezTo>
                    <a:cubicBezTo>
                      <a:pt x="8148" y="10243"/>
                      <a:pt x="8081" y="10243"/>
                      <a:pt x="8012" y="10243"/>
                    </a:cubicBezTo>
                    <a:cubicBezTo>
                      <a:pt x="8012" y="10276"/>
                      <a:pt x="8012" y="10310"/>
                      <a:pt x="8012" y="10344"/>
                    </a:cubicBezTo>
                    <a:cubicBezTo>
                      <a:pt x="7978" y="10344"/>
                      <a:pt x="7945" y="10344"/>
                      <a:pt x="7910" y="10344"/>
                    </a:cubicBezTo>
                    <a:cubicBezTo>
                      <a:pt x="7910" y="10478"/>
                      <a:pt x="7910" y="10612"/>
                      <a:pt x="7910" y="10750"/>
                    </a:cubicBezTo>
                    <a:cubicBezTo>
                      <a:pt x="7944" y="10750"/>
                      <a:pt x="7977" y="10750"/>
                      <a:pt x="8012" y="10750"/>
                    </a:cubicBezTo>
                    <a:cubicBezTo>
                      <a:pt x="8012" y="10850"/>
                      <a:pt x="8012" y="10951"/>
                      <a:pt x="8012" y="11054"/>
                    </a:cubicBezTo>
                    <a:cubicBezTo>
                      <a:pt x="7978" y="11054"/>
                      <a:pt x="7945" y="11054"/>
                      <a:pt x="7910" y="11054"/>
                    </a:cubicBezTo>
                    <a:cubicBezTo>
                      <a:pt x="7910" y="11188"/>
                      <a:pt x="7910" y="11322"/>
                      <a:pt x="7910" y="11460"/>
                    </a:cubicBezTo>
                    <a:cubicBezTo>
                      <a:pt x="7877" y="11460"/>
                      <a:pt x="7843" y="11460"/>
                      <a:pt x="7809" y="11460"/>
                    </a:cubicBezTo>
                    <a:cubicBezTo>
                      <a:pt x="7809" y="11527"/>
                      <a:pt x="7809" y="11594"/>
                      <a:pt x="7809" y="11663"/>
                    </a:cubicBezTo>
                    <a:cubicBezTo>
                      <a:pt x="7775" y="11663"/>
                      <a:pt x="7742" y="11663"/>
                      <a:pt x="7708" y="11663"/>
                    </a:cubicBezTo>
                    <a:cubicBezTo>
                      <a:pt x="7708" y="11730"/>
                      <a:pt x="7708" y="11797"/>
                      <a:pt x="7708" y="11866"/>
                    </a:cubicBezTo>
                    <a:cubicBezTo>
                      <a:pt x="7674" y="11866"/>
                      <a:pt x="7641" y="11866"/>
                      <a:pt x="7606" y="11866"/>
                    </a:cubicBezTo>
                    <a:cubicBezTo>
                      <a:pt x="7606" y="11899"/>
                      <a:pt x="7606" y="11933"/>
                      <a:pt x="7606" y="11967"/>
                    </a:cubicBezTo>
                    <a:cubicBezTo>
                      <a:pt x="7573" y="11967"/>
                      <a:pt x="7539" y="11967"/>
                      <a:pt x="7505" y="11967"/>
                    </a:cubicBezTo>
                    <a:cubicBezTo>
                      <a:pt x="7505" y="12000"/>
                      <a:pt x="7505" y="12034"/>
                      <a:pt x="7505" y="12068"/>
                    </a:cubicBezTo>
                    <a:cubicBezTo>
                      <a:pt x="7438" y="12068"/>
                      <a:pt x="7371" y="12068"/>
                      <a:pt x="7302" y="12068"/>
                    </a:cubicBezTo>
                    <a:cubicBezTo>
                      <a:pt x="7302" y="12102"/>
                      <a:pt x="7302" y="12135"/>
                      <a:pt x="7302" y="12170"/>
                    </a:cubicBezTo>
                    <a:cubicBezTo>
                      <a:pt x="7268" y="12170"/>
                      <a:pt x="7235" y="12170"/>
                      <a:pt x="7200" y="12170"/>
                    </a:cubicBezTo>
                    <a:cubicBezTo>
                      <a:pt x="7200" y="12203"/>
                      <a:pt x="7200" y="12237"/>
                      <a:pt x="7200" y="12271"/>
                    </a:cubicBezTo>
                    <a:cubicBezTo>
                      <a:pt x="7100" y="12271"/>
                      <a:pt x="7000" y="12271"/>
                      <a:pt x="6896" y="12271"/>
                    </a:cubicBezTo>
                    <a:cubicBezTo>
                      <a:pt x="6896" y="12305"/>
                      <a:pt x="6896" y="12338"/>
                      <a:pt x="6896" y="12373"/>
                    </a:cubicBezTo>
                    <a:cubicBezTo>
                      <a:pt x="6662" y="12373"/>
                      <a:pt x="6428" y="12373"/>
                      <a:pt x="6186" y="12373"/>
                    </a:cubicBezTo>
                    <a:cubicBezTo>
                      <a:pt x="6186" y="12339"/>
                      <a:pt x="6186" y="12306"/>
                      <a:pt x="6186" y="12271"/>
                    </a:cubicBezTo>
                    <a:cubicBezTo>
                      <a:pt x="6086" y="12271"/>
                      <a:pt x="5986" y="12271"/>
                      <a:pt x="5882" y="12271"/>
                    </a:cubicBezTo>
                    <a:cubicBezTo>
                      <a:pt x="5882" y="12238"/>
                      <a:pt x="5882" y="12204"/>
                      <a:pt x="5882" y="12170"/>
                    </a:cubicBezTo>
                    <a:cubicBezTo>
                      <a:pt x="5815" y="12170"/>
                      <a:pt x="5748" y="12170"/>
                      <a:pt x="5679" y="12170"/>
                    </a:cubicBezTo>
                    <a:cubicBezTo>
                      <a:pt x="5679" y="12136"/>
                      <a:pt x="5679" y="12103"/>
                      <a:pt x="5679" y="12068"/>
                    </a:cubicBezTo>
                    <a:cubicBezTo>
                      <a:pt x="5579" y="12068"/>
                      <a:pt x="5478" y="12068"/>
                      <a:pt x="5375" y="12068"/>
                    </a:cubicBezTo>
                    <a:cubicBezTo>
                      <a:pt x="5375" y="12102"/>
                      <a:pt x="5375" y="12135"/>
                      <a:pt x="5375" y="12170"/>
                    </a:cubicBezTo>
                    <a:cubicBezTo>
                      <a:pt x="5308" y="12170"/>
                      <a:pt x="5241" y="12170"/>
                      <a:pt x="5172" y="12170"/>
                    </a:cubicBezTo>
                    <a:cubicBezTo>
                      <a:pt x="5172" y="12203"/>
                      <a:pt x="5172" y="12237"/>
                      <a:pt x="5172" y="12271"/>
                    </a:cubicBezTo>
                    <a:cubicBezTo>
                      <a:pt x="5105" y="12271"/>
                      <a:pt x="5038" y="12271"/>
                      <a:pt x="4969" y="12271"/>
                    </a:cubicBezTo>
                    <a:cubicBezTo>
                      <a:pt x="4969" y="12305"/>
                      <a:pt x="4969" y="12338"/>
                      <a:pt x="4969" y="12373"/>
                    </a:cubicBezTo>
                    <a:cubicBezTo>
                      <a:pt x="4936" y="12373"/>
                      <a:pt x="4902" y="12373"/>
                      <a:pt x="4868" y="12373"/>
                    </a:cubicBezTo>
                    <a:cubicBezTo>
                      <a:pt x="4868" y="12406"/>
                      <a:pt x="4868" y="12440"/>
                      <a:pt x="4868" y="12474"/>
                    </a:cubicBezTo>
                    <a:cubicBezTo>
                      <a:pt x="4834" y="12474"/>
                      <a:pt x="4801" y="12474"/>
                      <a:pt x="4767" y="12474"/>
                    </a:cubicBezTo>
                    <a:cubicBezTo>
                      <a:pt x="4767" y="12508"/>
                      <a:pt x="4767" y="12541"/>
                      <a:pt x="4767" y="12575"/>
                    </a:cubicBezTo>
                    <a:cubicBezTo>
                      <a:pt x="4700" y="12575"/>
                      <a:pt x="4633" y="12575"/>
                      <a:pt x="4564" y="12575"/>
                    </a:cubicBezTo>
                    <a:cubicBezTo>
                      <a:pt x="4564" y="12609"/>
                      <a:pt x="4564" y="12642"/>
                      <a:pt x="4564" y="12677"/>
                    </a:cubicBezTo>
                    <a:cubicBezTo>
                      <a:pt x="4530" y="12677"/>
                      <a:pt x="4497" y="12677"/>
                      <a:pt x="4462" y="12677"/>
                    </a:cubicBezTo>
                    <a:cubicBezTo>
                      <a:pt x="4462" y="12710"/>
                      <a:pt x="4462" y="12744"/>
                      <a:pt x="4462" y="12778"/>
                    </a:cubicBezTo>
                    <a:cubicBezTo>
                      <a:pt x="4395" y="12778"/>
                      <a:pt x="4328" y="12778"/>
                      <a:pt x="4259" y="12778"/>
                    </a:cubicBezTo>
                    <a:cubicBezTo>
                      <a:pt x="4259" y="12812"/>
                      <a:pt x="4259" y="12845"/>
                      <a:pt x="4259" y="12880"/>
                    </a:cubicBezTo>
                    <a:cubicBezTo>
                      <a:pt x="4226" y="12880"/>
                      <a:pt x="4192" y="12880"/>
                      <a:pt x="4158" y="12880"/>
                    </a:cubicBezTo>
                    <a:cubicBezTo>
                      <a:pt x="4158" y="12913"/>
                      <a:pt x="4158" y="12947"/>
                      <a:pt x="4158" y="12981"/>
                    </a:cubicBezTo>
                    <a:cubicBezTo>
                      <a:pt x="4091" y="12981"/>
                      <a:pt x="4024" y="12981"/>
                      <a:pt x="3955" y="12981"/>
                    </a:cubicBezTo>
                    <a:cubicBezTo>
                      <a:pt x="3955" y="13015"/>
                      <a:pt x="3955" y="13048"/>
                      <a:pt x="3955" y="13083"/>
                    </a:cubicBezTo>
                    <a:cubicBezTo>
                      <a:pt x="3922" y="13083"/>
                      <a:pt x="3888" y="13083"/>
                      <a:pt x="3854" y="13083"/>
                    </a:cubicBezTo>
                    <a:cubicBezTo>
                      <a:pt x="3854" y="13116"/>
                      <a:pt x="3854" y="13149"/>
                      <a:pt x="3854" y="13184"/>
                    </a:cubicBezTo>
                    <a:cubicBezTo>
                      <a:pt x="3787" y="13184"/>
                      <a:pt x="3720" y="13184"/>
                      <a:pt x="3651" y="13184"/>
                    </a:cubicBezTo>
                    <a:cubicBezTo>
                      <a:pt x="3651" y="13217"/>
                      <a:pt x="3651" y="13251"/>
                      <a:pt x="3651" y="13285"/>
                    </a:cubicBezTo>
                    <a:cubicBezTo>
                      <a:pt x="3617" y="13285"/>
                      <a:pt x="3584" y="13285"/>
                      <a:pt x="3550" y="13285"/>
                    </a:cubicBezTo>
                    <a:cubicBezTo>
                      <a:pt x="3550" y="13319"/>
                      <a:pt x="3550" y="13352"/>
                      <a:pt x="3550" y="13387"/>
                    </a:cubicBezTo>
                    <a:cubicBezTo>
                      <a:pt x="3516" y="13387"/>
                      <a:pt x="3483" y="13387"/>
                      <a:pt x="3448" y="13387"/>
                    </a:cubicBezTo>
                    <a:cubicBezTo>
                      <a:pt x="3448" y="13420"/>
                      <a:pt x="3448" y="13454"/>
                      <a:pt x="3448" y="13488"/>
                    </a:cubicBezTo>
                    <a:cubicBezTo>
                      <a:pt x="3381" y="13488"/>
                      <a:pt x="3314" y="13488"/>
                      <a:pt x="3245" y="13488"/>
                    </a:cubicBezTo>
                    <a:cubicBezTo>
                      <a:pt x="3245" y="13522"/>
                      <a:pt x="3245" y="13555"/>
                      <a:pt x="3245" y="13590"/>
                    </a:cubicBezTo>
                    <a:cubicBezTo>
                      <a:pt x="3212" y="13590"/>
                      <a:pt x="3178" y="13590"/>
                      <a:pt x="3144" y="13590"/>
                    </a:cubicBezTo>
                    <a:cubicBezTo>
                      <a:pt x="3144" y="13623"/>
                      <a:pt x="3144" y="13657"/>
                      <a:pt x="3144" y="13691"/>
                    </a:cubicBezTo>
                    <a:cubicBezTo>
                      <a:pt x="3077" y="13691"/>
                      <a:pt x="3010" y="13691"/>
                      <a:pt x="2941" y="13691"/>
                    </a:cubicBezTo>
                    <a:cubicBezTo>
                      <a:pt x="2941" y="13725"/>
                      <a:pt x="2941" y="13758"/>
                      <a:pt x="2941" y="13792"/>
                    </a:cubicBezTo>
                    <a:cubicBezTo>
                      <a:pt x="2908" y="13792"/>
                      <a:pt x="2874" y="13792"/>
                      <a:pt x="2840" y="13792"/>
                    </a:cubicBezTo>
                    <a:cubicBezTo>
                      <a:pt x="2840" y="13826"/>
                      <a:pt x="2840" y="13859"/>
                      <a:pt x="2840" y="13894"/>
                    </a:cubicBezTo>
                    <a:cubicBezTo>
                      <a:pt x="2773" y="13894"/>
                      <a:pt x="2706" y="13894"/>
                      <a:pt x="2637" y="13894"/>
                    </a:cubicBezTo>
                    <a:cubicBezTo>
                      <a:pt x="2637" y="13927"/>
                      <a:pt x="2637" y="13961"/>
                      <a:pt x="2637" y="13995"/>
                    </a:cubicBezTo>
                    <a:cubicBezTo>
                      <a:pt x="2603" y="13995"/>
                      <a:pt x="2570" y="13995"/>
                      <a:pt x="2535" y="13995"/>
                    </a:cubicBezTo>
                    <a:cubicBezTo>
                      <a:pt x="2535" y="14029"/>
                      <a:pt x="2535" y="14062"/>
                      <a:pt x="2535" y="14097"/>
                    </a:cubicBezTo>
                    <a:cubicBezTo>
                      <a:pt x="2502" y="14097"/>
                      <a:pt x="2468" y="14097"/>
                      <a:pt x="2434" y="14097"/>
                    </a:cubicBezTo>
                    <a:cubicBezTo>
                      <a:pt x="2434" y="14130"/>
                      <a:pt x="2434" y="14164"/>
                      <a:pt x="2434" y="14198"/>
                    </a:cubicBezTo>
                    <a:cubicBezTo>
                      <a:pt x="2367" y="14198"/>
                      <a:pt x="2300" y="14198"/>
                      <a:pt x="2231" y="14198"/>
                    </a:cubicBezTo>
                    <a:cubicBezTo>
                      <a:pt x="2231" y="14232"/>
                      <a:pt x="2231" y="14265"/>
                      <a:pt x="2231" y="14300"/>
                    </a:cubicBezTo>
                    <a:cubicBezTo>
                      <a:pt x="2198" y="14300"/>
                      <a:pt x="2164" y="14300"/>
                      <a:pt x="2130" y="14300"/>
                    </a:cubicBezTo>
                    <a:cubicBezTo>
                      <a:pt x="2130" y="14333"/>
                      <a:pt x="2130" y="14366"/>
                      <a:pt x="2130" y="14401"/>
                    </a:cubicBezTo>
                    <a:cubicBezTo>
                      <a:pt x="2096" y="14401"/>
                      <a:pt x="2063" y="14401"/>
                      <a:pt x="2028" y="14401"/>
                    </a:cubicBezTo>
                    <a:cubicBezTo>
                      <a:pt x="2028" y="14434"/>
                      <a:pt x="2028" y="14468"/>
                      <a:pt x="2028" y="14502"/>
                    </a:cubicBezTo>
                    <a:cubicBezTo>
                      <a:pt x="1961" y="14502"/>
                      <a:pt x="1894" y="14502"/>
                      <a:pt x="1825" y="14502"/>
                    </a:cubicBezTo>
                    <a:cubicBezTo>
                      <a:pt x="1825" y="14536"/>
                      <a:pt x="1825" y="14569"/>
                      <a:pt x="1825" y="14604"/>
                    </a:cubicBezTo>
                    <a:cubicBezTo>
                      <a:pt x="1792" y="14604"/>
                      <a:pt x="1759" y="14604"/>
                      <a:pt x="1724" y="14604"/>
                    </a:cubicBezTo>
                    <a:cubicBezTo>
                      <a:pt x="1724" y="14637"/>
                      <a:pt x="1724" y="14671"/>
                      <a:pt x="1724" y="14705"/>
                    </a:cubicBezTo>
                    <a:cubicBezTo>
                      <a:pt x="1657" y="14705"/>
                      <a:pt x="1590" y="14705"/>
                      <a:pt x="1521" y="14705"/>
                    </a:cubicBezTo>
                    <a:cubicBezTo>
                      <a:pt x="1521" y="14739"/>
                      <a:pt x="1521" y="14772"/>
                      <a:pt x="1521" y="14807"/>
                    </a:cubicBezTo>
                    <a:cubicBezTo>
                      <a:pt x="1488" y="14807"/>
                      <a:pt x="1454" y="14807"/>
                      <a:pt x="1420" y="14807"/>
                    </a:cubicBezTo>
                    <a:cubicBezTo>
                      <a:pt x="1420" y="14840"/>
                      <a:pt x="1420" y="14874"/>
                      <a:pt x="1420" y="14908"/>
                    </a:cubicBezTo>
                    <a:cubicBezTo>
                      <a:pt x="1386" y="14908"/>
                      <a:pt x="1353" y="14908"/>
                      <a:pt x="1318" y="14908"/>
                    </a:cubicBezTo>
                    <a:cubicBezTo>
                      <a:pt x="1318" y="14941"/>
                      <a:pt x="1318" y="14975"/>
                      <a:pt x="1318" y="15009"/>
                    </a:cubicBezTo>
                    <a:cubicBezTo>
                      <a:pt x="1251" y="15009"/>
                      <a:pt x="1185" y="15009"/>
                      <a:pt x="1116" y="15009"/>
                    </a:cubicBezTo>
                    <a:cubicBezTo>
                      <a:pt x="1116" y="15043"/>
                      <a:pt x="1116" y="15076"/>
                      <a:pt x="1116" y="15111"/>
                    </a:cubicBezTo>
                    <a:cubicBezTo>
                      <a:pt x="1082" y="15111"/>
                      <a:pt x="1049" y="15111"/>
                      <a:pt x="1014" y="15111"/>
                    </a:cubicBezTo>
                    <a:cubicBezTo>
                      <a:pt x="1014" y="15144"/>
                      <a:pt x="1014" y="15178"/>
                      <a:pt x="1014" y="15212"/>
                    </a:cubicBezTo>
                    <a:cubicBezTo>
                      <a:pt x="947" y="15212"/>
                      <a:pt x="880" y="15212"/>
                      <a:pt x="811" y="15212"/>
                    </a:cubicBezTo>
                    <a:cubicBezTo>
                      <a:pt x="811" y="15246"/>
                      <a:pt x="811" y="15279"/>
                      <a:pt x="811" y="15314"/>
                    </a:cubicBezTo>
                    <a:cubicBezTo>
                      <a:pt x="778" y="15314"/>
                      <a:pt x="744" y="15314"/>
                      <a:pt x="710" y="15314"/>
                    </a:cubicBezTo>
                    <a:cubicBezTo>
                      <a:pt x="710" y="15749"/>
                      <a:pt x="710" y="16184"/>
                      <a:pt x="710" y="16632"/>
                    </a:cubicBezTo>
                    <a:cubicBezTo>
                      <a:pt x="743" y="16632"/>
                      <a:pt x="777" y="16632"/>
                      <a:pt x="811" y="16632"/>
                    </a:cubicBezTo>
                    <a:cubicBezTo>
                      <a:pt x="811" y="16666"/>
                      <a:pt x="811" y="16699"/>
                      <a:pt x="811" y="16733"/>
                    </a:cubicBezTo>
                    <a:cubicBezTo>
                      <a:pt x="878" y="16733"/>
                      <a:pt x="945" y="16733"/>
                      <a:pt x="1014" y="16733"/>
                    </a:cubicBezTo>
                    <a:cubicBezTo>
                      <a:pt x="1014" y="16767"/>
                      <a:pt x="1014" y="16800"/>
                      <a:pt x="1014" y="16835"/>
                    </a:cubicBezTo>
                    <a:cubicBezTo>
                      <a:pt x="1148" y="16835"/>
                      <a:pt x="1282" y="16835"/>
                      <a:pt x="1420" y="16835"/>
                    </a:cubicBezTo>
                    <a:cubicBezTo>
                      <a:pt x="1420" y="16801"/>
                      <a:pt x="1420" y="16768"/>
                      <a:pt x="1420" y="16733"/>
                    </a:cubicBezTo>
                    <a:cubicBezTo>
                      <a:pt x="1922" y="16733"/>
                      <a:pt x="2424" y="16733"/>
                      <a:pt x="2941" y="16733"/>
                    </a:cubicBezTo>
                    <a:cubicBezTo>
                      <a:pt x="2941" y="16767"/>
                      <a:pt x="2941" y="16800"/>
                      <a:pt x="2941" y="16835"/>
                    </a:cubicBezTo>
                    <a:cubicBezTo>
                      <a:pt x="3276" y="16835"/>
                      <a:pt x="3610" y="16835"/>
                      <a:pt x="3955" y="16835"/>
                    </a:cubicBezTo>
                    <a:cubicBezTo>
                      <a:pt x="3955" y="16801"/>
                      <a:pt x="3955" y="16768"/>
                      <a:pt x="3955" y="16733"/>
                    </a:cubicBezTo>
                    <a:cubicBezTo>
                      <a:pt x="4323" y="16733"/>
                      <a:pt x="4691" y="16733"/>
                      <a:pt x="5071" y="16733"/>
                    </a:cubicBezTo>
                    <a:cubicBezTo>
                      <a:pt x="5071" y="16700"/>
                      <a:pt x="5071" y="16667"/>
                      <a:pt x="5071" y="16632"/>
                    </a:cubicBezTo>
                    <a:cubicBezTo>
                      <a:pt x="5104" y="16632"/>
                      <a:pt x="5138" y="16632"/>
                      <a:pt x="5172" y="16632"/>
                    </a:cubicBezTo>
                    <a:cubicBezTo>
                      <a:pt x="5172" y="16364"/>
                      <a:pt x="5172" y="16097"/>
                      <a:pt x="5172" y="15821"/>
                    </a:cubicBezTo>
                    <a:cubicBezTo>
                      <a:pt x="5206" y="15821"/>
                      <a:pt x="5239" y="15821"/>
                      <a:pt x="5274" y="15821"/>
                    </a:cubicBezTo>
                    <a:cubicBezTo>
                      <a:pt x="5274" y="15787"/>
                      <a:pt x="5274" y="15754"/>
                      <a:pt x="5274" y="15719"/>
                    </a:cubicBezTo>
                    <a:cubicBezTo>
                      <a:pt x="5407" y="15719"/>
                      <a:pt x="5541" y="15719"/>
                      <a:pt x="5679" y="15719"/>
                    </a:cubicBezTo>
                    <a:cubicBezTo>
                      <a:pt x="5679" y="15753"/>
                      <a:pt x="5679" y="15786"/>
                      <a:pt x="5679" y="15821"/>
                    </a:cubicBezTo>
                    <a:cubicBezTo>
                      <a:pt x="5713" y="15821"/>
                      <a:pt x="5746" y="15821"/>
                      <a:pt x="5781" y="15821"/>
                    </a:cubicBezTo>
                    <a:cubicBezTo>
                      <a:pt x="5781" y="16088"/>
                      <a:pt x="5781" y="16356"/>
                      <a:pt x="5781" y="16632"/>
                    </a:cubicBezTo>
                    <a:cubicBezTo>
                      <a:pt x="5814" y="16632"/>
                      <a:pt x="5848" y="16632"/>
                      <a:pt x="5882" y="16632"/>
                    </a:cubicBezTo>
                    <a:cubicBezTo>
                      <a:pt x="5882" y="16666"/>
                      <a:pt x="5882" y="16699"/>
                      <a:pt x="5882" y="16733"/>
                    </a:cubicBezTo>
                    <a:cubicBezTo>
                      <a:pt x="5949" y="16733"/>
                      <a:pt x="6016" y="16733"/>
                      <a:pt x="6085" y="16733"/>
                    </a:cubicBezTo>
                    <a:cubicBezTo>
                      <a:pt x="6085" y="16767"/>
                      <a:pt x="6085" y="16800"/>
                      <a:pt x="6085" y="16835"/>
                    </a:cubicBezTo>
                    <a:cubicBezTo>
                      <a:pt x="6821" y="16835"/>
                      <a:pt x="7557" y="16835"/>
                      <a:pt x="8316" y="16835"/>
                    </a:cubicBezTo>
                    <a:cubicBezTo>
                      <a:pt x="8316" y="16801"/>
                      <a:pt x="8316" y="16768"/>
                      <a:pt x="8316" y="16733"/>
                    </a:cubicBezTo>
                    <a:cubicBezTo>
                      <a:pt x="8751" y="16733"/>
                      <a:pt x="9186" y="16733"/>
                      <a:pt x="9634" y="16733"/>
                    </a:cubicBezTo>
                    <a:cubicBezTo>
                      <a:pt x="9634" y="16700"/>
                      <a:pt x="9634" y="16667"/>
                      <a:pt x="9634" y="16632"/>
                    </a:cubicBezTo>
                    <a:cubicBezTo>
                      <a:pt x="9668" y="16632"/>
                      <a:pt x="9701" y="16632"/>
                      <a:pt x="9736" y="16632"/>
                    </a:cubicBezTo>
                    <a:cubicBezTo>
                      <a:pt x="9736" y="16364"/>
                      <a:pt x="9736" y="16097"/>
                      <a:pt x="9736" y="15821"/>
                    </a:cubicBezTo>
                    <a:cubicBezTo>
                      <a:pt x="9769" y="15821"/>
                      <a:pt x="9803" y="15821"/>
                      <a:pt x="9837" y="15821"/>
                    </a:cubicBezTo>
                    <a:cubicBezTo>
                      <a:pt x="9837" y="15787"/>
                      <a:pt x="9837" y="15754"/>
                      <a:pt x="9837" y="15719"/>
                    </a:cubicBezTo>
                    <a:cubicBezTo>
                      <a:pt x="9971" y="15719"/>
                      <a:pt x="10105" y="15719"/>
                      <a:pt x="10243" y="15719"/>
                    </a:cubicBezTo>
                    <a:cubicBezTo>
                      <a:pt x="10243" y="15753"/>
                      <a:pt x="10243" y="15786"/>
                      <a:pt x="10243" y="15821"/>
                    </a:cubicBezTo>
                    <a:cubicBezTo>
                      <a:pt x="10276" y="15821"/>
                      <a:pt x="10310" y="15821"/>
                      <a:pt x="10344" y="15821"/>
                    </a:cubicBezTo>
                    <a:cubicBezTo>
                      <a:pt x="10344" y="16088"/>
                      <a:pt x="10344" y="16356"/>
                      <a:pt x="10344" y="16632"/>
                    </a:cubicBezTo>
                    <a:cubicBezTo>
                      <a:pt x="10378" y="16632"/>
                      <a:pt x="10411" y="16632"/>
                      <a:pt x="10446" y="16632"/>
                    </a:cubicBezTo>
                    <a:cubicBezTo>
                      <a:pt x="10446" y="16666"/>
                      <a:pt x="10446" y="16699"/>
                      <a:pt x="10446" y="16733"/>
                    </a:cubicBezTo>
                    <a:cubicBezTo>
                      <a:pt x="10881" y="16733"/>
                      <a:pt x="11316" y="16733"/>
                      <a:pt x="11764" y="16733"/>
                    </a:cubicBezTo>
                    <a:cubicBezTo>
                      <a:pt x="11764" y="16767"/>
                      <a:pt x="11764" y="16800"/>
                      <a:pt x="11764" y="16835"/>
                    </a:cubicBezTo>
                    <a:cubicBezTo>
                      <a:pt x="12099" y="16835"/>
                      <a:pt x="12433" y="16835"/>
                      <a:pt x="12778" y="16835"/>
                    </a:cubicBezTo>
                    <a:cubicBezTo>
                      <a:pt x="12778" y="16801"/>
                      <a:pt x="12778" y="16768"/>
                      <a:pt x="12778" y="16733"/>
                    </a:cubicBezTo>
                    <a:cubicBezTo>
                      <a:pt x="12979" y="16733"/>
                      <a:pt x="13180" y="16733"/>
                      <a:pt x="13387" y="16733"/>
                    </a:cubicBezTo>
                    <a:cubicBezTo>
                      <a:pt x="13387" y="16767"/>
                      <a:pt x="13387" y="16800"/>
                      <a:pt x="13387" y="16835"/>
                    </a:cubicBezTo>
                    <a:cubicBezTo>
                      <a:pt x="13655" y="16835"/>
                      <a:pt x="13922" y="16835"/>
                      <a:pt x="14198" y="16835"/>
                    </a:cubicBezTo>
                    <a:cubicBezTo>
                      <a:pt x="14198" y="16801"/>
                      <a:pt x="14198" y="16768"/>
                      <a:pt x="14198" y="16733"/>
                    </a:cubicBezTo>
                    <a:cubicBezTo>
                      <a:pt x="14265" y="16733"/>
                      <a:pt x="14332" y="16733"/>
                      <a:pt x="14401" y="16733"/>
                    </a:cubicBezTo>
                    <a:cubicBezTo>
                      <a:pt x="14401" y="16432"/>
                      <a:pt x="14401" y="16131"/>
                      <a:pt x="14401" y="15821"/>
                    </a:cubicBezTo>
                    <a:cubicBezTo>
                      <a:pt x="14434" y="15821"/>
                      <a:pt x="14468" y="15821"/>
                      <a:pt x="14502" y="15821"/>
                    </a:cubicBezTo>
                    <a:cubicBezTo>
                      <a:pt x="14502" y="15787"/>
                      <a:pt x="14502" y="15754"/>
                      <a:pt x="14502" y="15719"/>
                    </a:cubicBezTo>
                    <a:cubicBezTo>
                      <a:pt x="14603" y="15719"/>
                      <a:pt x="14703" y="15719"/>
                      <a:pt x="14807" y="15719"/>
                    </a:cubicBezTo>
                    <a:cubicBezTo>
                      <a:pt x="14807" y="15753"/>
                      <a:pt x="14807" y="15786"/>
                      <a:pt x="14807" y="15821"/>
                    </a:cubicBezTo>
                    <a:cubicBezTo>
                      <a:pt x="14840" y="15821"/>
                      <a:pt x="14874" y="15821"/>
                      <a:pt x="14908" y="15821"/>
                    </a:cubicBezTo>
                    <a:cubicBezTo>
                      <a:pt x="14908" y="15854"/>
                      <a:pt x="14908" y="15888"/>
                      <a:pt x="14908" y="15922"/>
                    </a:cubicBezTo>
                    <a:cubicBezTo>
                      <a:pt x="14941" y="15922"/>
                      <a:pt x="14975" y="15922"/>
                      <a:pt x="15009" y="15922"/>
                    </a:cubicBezTo>
                    <a:cubicBezTo>
                      <a:pt x="15009" y="16156"/>
                      <a:pt x="15009" y="16391"/>
                      <a:pt x="15009" y="16632"/>
                    </a:cubicBezTo>
                    <a:cubicBezTo>
                      <a:pt x="15043" y="16632"/>
                      <a:pt x="15076" y="16632"/>
                      <a:pt x="15111" y="16632"/>
                    </a:cubicBezTo>
                    <a:cubicBezTo>
                      <a:pt x="15111" y="16666"/>
                      <a:pt x="15111" y="16699"/>
                      <a:pt x="15111" y="16733"/>
                    </a:cubicBezTo>
                    <a:cubicBezTo>
                      <a:pt x="15412" y="16733"/>
                      <a:pt x="15713" y="16733"/>
                      <a:pt x="16024" y="16733"/>
                    </a:cubicBezTo>
                    <a:cubicBezTo>
                      <a:pt x="16024" y="16767"/>
                      <a:pt x="16024" y="16800"/>
                      <a:pt x="16024" y="16835"/>
                    </a:cubicBezTo>
                    <a:cubicBezTo>
                      <a:pt x="16559" y="16835"/>
                      <a:pt x="17095" y="16835"/>
                      <a:pt x="17646" y="16835"/>
                    </a:cubicBezTo>
                    <a:cubicBezTo>
                      <a:pt x="17646" y="16801"/>
                      <a:pt x="17646" y="16768"/>
                      <a:pt x="17646" y="16733"/>
                    </a:cubicBezTo>
                    <a:cubicBezTo>
                      <a:pt x="18048" y="16733"/>
                      <a:pt x="18449" y="16733"/>
                      <a:pt x="18863" y="16733"/>
                    </a:cubicBezTo>
                    <a:cubicBezTo>
                      <a:pt x="18863" y="16700"/>
                      <a:pt x="18863" y="16667"/>
                      <a:pt x="18863" y="16632"/>
                    </a:cubicBezTo>
                    <a:cubicBezTo>
                      <a:pt x="18897" y="16632"/>
                      <a:pt x="18930" y="16632"/>
                      <a:pt x="18965" y="16632"/>
                    </a:cubicBezTo>
                    <a:cubicBezTo>
                      <a:pt x="18965" y="16364"/>
                      <a:pt x="18965" y="16097"/>
                      <a:pt x="18965" y="15821"/>
                    </a:cubicBezTo>
                    <a:cubicBezTo>
                      <a:pt x="18998" y="15821"/>
                      <a:pt x="19032" y="15821"/>
                      <a:pt x="19066" y="15821"/>
                    </a:cubicBezTo>
                    <a:cubicBezTo>
                      <a:pt x="19066" y="15787"/>
                      <a:pt x="19066" y="15754"/>
                      <a:pt x="19066" y="15719"/>
                    </a:cubicBezTo>
                    <a:cubicBezTo>
                      <a:pt x="19200" y="15719"/>
                      <a:pt x="19334" y="15719"/>
                      <a:pt x="19472" y="15719"/>
                    </a:cubicBezTo>
                    <a:cubicBezTo>
                      <a:pt x="19472" y="15753"/>
                      <a:pt x="19472" y="15786"/>
                      <a:pt x="19472" y="15821"/>
                    </a:cubicBezTo>
                    <a:cubicBezTo>
                      <a:pt x="19505" y="15821"/>
                      <a:pt x="19539" y="15821"/>
                      <a:pt x="19573" y="15821"/>
                    </a:cubicBezTo>
                    <a:cubicBezTo>
                      <a:pt x="19573" y="16122"/>
                      <a:pt x="19573" y="16423"/>
                      <a:pt x="19573" y="16733"/>
                    </a:cubicBezTo>
                    <a:cubicBezTo>
                      <a:pt x="19607" y="16733"/>
                      <a:pt x="19640" y="16733"/>
                      <a:pt x="19675" y="16733"/>
                    </a:cubicBezTo>
                    <a:cubicBezTo>
                      <a:pt x="19675" y="16767"/>
                      <a:pt x="19675" y="16800"/>
                      <a:pt x="19675" y="16835"/>
                    </a:cubicBezTo>
                    <a:cubicBezTo>
                      <a:pt x="20478" y="16835"/>
                      <a:pt x="21281" y="16835"/>
                      <a:pt x="22108" y="16835"/>
                    </a:cubicBezTo>
                    <a:cubicBezTo>
                      <a:pt x="22108" y="16801"/>
                      <a:pt x="22108" y="16768"/>
                      <a:pt x="22108" y="16733"/>
                    </a:cubicBezTo>
                    <a:cubicBezTo>
                      <a:pt x="22544" y="16733"/>
                      <a:pt x="22979" y="16733"/>
                      <a:pt x="23427" y="16733"/>
                    </a:cubicBezTo>
                    <a:cubicBezTo>
                      <a:pt x="23427" y="16700"/>
                      <a:pt x="23427" y="16667"/>
                      <a:pt x="23427" y="16632"/>
                    </a:cubicBezTo>
                    <a:cubicBezTo>
                      <a:pt x="23460" y="16632"/>
                      <a:pt x="23494" y="16632"/>
                      <a:pt x="23528" y="16632"/>
                    </a:cubicBezTo>
                    <a:cubicBezTo>
                      <a:pt x="23528" y="16364"/>
                      <a:pt x="23528" y="16097"/>
                      <a:pt x="23528" y="15821"/>
                    </a:cubicBezTo>
                    <a:cubicBezTo>
                      <a:pt x="23562" y="15821"/>
                      <a:pt x="23595" y="15821"/>
                      <a:pt x="23630" y="15821"/>
                    </a:cubicBezTo>
                    <a:cubicBezTo>
                      <a:pt x="23630" y="15787"/>
                      <a:pt x="23630" y="15754"/>
                      <a:pt x="23630" y="15719"/>
                    </a:cubicBezTo>
                    <a:cubicBezTo>
                      <a:pt x="23764" y="15719"/>
                      <a:pt x="23897" y="15719"/>
                      <a:pt x="24035" y="15719"/>
                    </a:cubicBezTo>
                    <a:cubicBezTo>
                      <a:pt x="24035" y="15753"/>
                      <a:pt x="24035" y="15786"/>
                      <a:pt x="24035" y="15821"/>
                    </a:cubicBezTo>
                    <a:cubicBezTo>
                      <a:pt x="24069" y="15821"/>
                      <a:pt x="24102" y="15821"/>
                      <a:pt x="24137" y="15821"/>
                    </a:cubicBezTo>
                    <a:cubicBezTo>
                      <a:pt x="24137" y="16088"/>
                      <a:pt x="24137" y="16356"/>
                      <a:pt x="24137" y="16632"/>
                    </a:cubicBezTo>
                    <a:cubicBezTo>
                      <a:pt x="24170" y="16632"/>
                      <a:pt x="24204" y="16632"/>
                      <a:pt x="24238" y="16632"/>
                    </a:cubicBezTo>
                    <a:cubicBezTo>
                      <a:pt x="24238" y="16666"/>
                      <a:pt x="24238" y="16699"/>
                      <a:pt x="24238" y="16733"/>
                    </a:cubicBezTo>
                    <a:cubicBezTo>
                      <a:pt x="24774" y="16733"/>
                      <a:pt x="25309" y="16733"/>
                      <a:pt x="25861" y="16733"/>
                    </a:cubicBezTo>
                    <a:cubicBezTo>
                      <a:pt x="25861" y="16767"/>
                      <a:pt x="25861" y="16800"/>
                      <a:pt x="25861" y="16835"/>
                    </a:cubicBezTo>
                    <a:cubicBezTo>
                      <a:pt x="25894" y="16835"/>
                      <a:pt x="25928" y="16835"/>
                      <a:pt x="25962" y="16835"/>
                    </a:cubicBezTo>
                    <a:cubicBezTo>
                      <a:pt x="25962" y="17002"/>
                      <a:pt x="25962" y="17170"/>
                      <a:pt x="25962" y="17342"/>
                    </a:cubicBezTo>
                    <a:cubicBezTo>
                      <a:pt x="17662" y="17342"/>
                      <a:pt x="9363" y="17342"/>
                      <a:pt x="811" y="17342"/>
                    </a:cubicBezTo>
                    <a:cubicBezTo>
                      <a:pt x="811" y="17375"/>
                      <a:pt x="811" y="17409"/>
                      <a:pt x="811" y="17443"/>
                    </a:cubicBezTo>
                    <a:cubicBezTo>
                      <a:pt x="644" y="17443"/>
                      <a:pt x="477" y="17443"/>
                      <a:pt x="304" y="17443"/>
                    </a:cubicBezTo>
                    <a:cubicBezTo>
                      <a:pt x="304" y="17410"/>
                      <a:pt x="304" y="17376"/>
                      <a:pt x="304" y="17342"/>
                    </a:cubicBezTo>
                    <a:cubicBezTo>
                      <a:pt x="237" y="17342"/>
                      <a:pt x="170" y="17342"/>
                      <a:pt x="101" y="17342"/>
                    </a:cubicBezTo>
                    <a:cubicBezTo>
                      <a:pt x="101" y="17242"/>
                      <a:pt x="101" y="17141"/>
                      <a:pt x="101" y="17038"/>
                    </a:cubicBezTo>
                    <a:cubicBezTo>
                      <a:pt x="68" y="17038"/>
                      <a:pt x="34" y="17038"/>
                      <a:pt x="0" y="17038"/>
                    </a:cubicBezTo>
                    <a:cubicBezTo>
                      <a:pt x="0" y="16870"/>
                      <a:pt x="0" y="16703"/>
                      <a:pt x="0" y="16531"/>
                    </a:cubicBezTo>
                    <a:cubicBezTo>
                      <a:pt x="33" y="16531"/>
                      <a:pt x="67" y="16531"/>
                      <a:pt x="101" y="16531"/>
                    </a:cubicBezTo>
                    <a:cubicBezTo>
                      <a:pt x="101" y="15794"/>
                      <a:pt x="101" y="15058"/>
                      <a:pt x="101" y="14300"/>
                    </a:cubicBezTo>
                    <a:cubicBezTo>
                      <a:pt x="68" y="14300"/>
                      <a:pt x="34" y="14300"/>
                      <a:pt x="0" y="14300"/>
                    </a:cubicBezTo>
                    <a:cubicBezTo>
                      <a:pt x="0" y="14065"/>
                      <a:pt x="0" y="13831"/>
                      <a:pt x="0" y="13590"/>
                    </a:cubicBezTo>
                    <a:cubicBezTo>
                      <a:pt x="33" y="13590"/>
                      <a:pt x="67" y="13590"/>
                      <a:pt x="101" y="13590"/>
                    </a:cubicBezTo>
                    <a:cubicBezTo>
                      <a:pt x="101" y="13355"/>
                      <a:pt x="101" y="13121"/>
                      <a:pt x="101" y="12880"/>
                    </a:cubicBezTo>
                    <a:cubicBezTo>
                      <a:pt x="68" y="12880"/>
                      <a:pt x="34" y="12880"/>
                      <a:pt x="0" y="12880"/>
                    </a:cubicBezTo>
                    <a:cubicBezTo>
                      <a:pt x="0" y="12712"/>
                      <a:pt x="0" y="12545"/>
                      <a:pt x="0" y="12373"/>
                    </a:cubicBezTo>
                    <a:cubicBezTo>
                      <a:pt x="33" y="12373"/>
                      <a:pt x="67" y="12373"/>
                      <a:pt x="101" y="12373"/>
                    </a:cubicBezTo>
                    <a:cubicBezTo>
                      <a:pt x="101" y="11904"/>
                      <a:pt x="101" y="11436"/>
                      <a:pt x="101" y="10953"/>
                    </a:cubicBezTo>
                    <a:cubicBezTo>
                      <a:pt x="68" y="10953"/>
                      <a:pt x="34" y="10953"/>
                      <a:pt x="0" y="10953"/>
                    </a:cubicBezTo>
                    <a:cubicBezTo>
                      <a:pt x="0" y="10785"/>
                      <a:pt x="0" y="10618"/>
                      <a:pt x="0" y="10446"/>
                    </a:cubicBezTo>
                    <a:cubicBezTo>
                      <a:pt x="33" y="10446"/>
                      <a:pt x="67" y="10446"/>
                      <a:pt x="101" y="10446"/>
                    </a:cubicBezTo>
                    <a:cubicBezTo>
                      <a:pt x="101" y="8739"/>
                      <a:pt x="101" y="7032"/>
                      <a:pt x="101" y="5274"/>
                    </a:cubicBezTo>
                    <a:cubicBezTo>
                      <a:pt x="68" y="5274"/>
                      <a:pt x="34" y="5274"/>
                      <a:pt x="0" y="5274"/>
                    </a:cubicBezTo>
                    <a:cubicBezTo>
                      <a:pt x="0" y="5073"/>
                      <a:pt x="0" y="4872"/>
                      <a:pt x="0" y="4665"/>
                    </a:cubicBezTo>
                    <a:cubicBezTo>
                      <a:pt x="33" y="4665"/>
                      <a:pt x="67" y="4665"/>
                      <a:pt x="101" y="4665"/>
                    </a:cubicBezTo>
                    <a:cubicBezTo>
                      <a:pt x="101" y="3661"/>
                      <a:pt x="101" y="2657"/>
                      <a:pt x="101" y="1623"/>
                    </a:cubicBezTo>
                    <a:cubicBezTo>
                      <a:pt x="68" y="1623"/>
                      <a:pt x="34" y="1623"/>
                      <a:pt x="0" y="1623"/>
                    </a:cubicBezTo>
                    <a:cubicBezTo>
                      <a:pt x="0" y="1388"/>
                      <a:pt x="0" y="1154"/>
                      <a:pt x="0" y="913"/>
                    </a:cubicBezTo>
                    <a:cubicBezTo>
                      <a:pt x="33" y="913"/>
                      <a:pt x="67" y="913"/>
                      <a:pt x="101" y="913"/>
                    </a:cubicBezTo>
                    <a:cubicBezTo>
                      <a:pt x="101" y="612"/>
                      <a:pt x="101" y="310"/>
                      <a:pt x="101" y="0"/>
                    </a:cubicBezTo>
                    <a:close/>
                    <a:moveTo>
                      <a:pt x="23833" y="1724"/>
                    </a:moveTo>
                    <a:cubicBezTo>
                      <a:pt x="23833" y="1758"/>
                      <a:pt x="23833" y="1791"/>
                      <a:pt x="23833" y="1825"/>
                    </a:cubicBezTo>
                    <a:cubicBezTo>
                      <a:pt x="23732" y="1825"/>
                      <a:pt x="23632" y="1825"/>
                      <a:pt x="23528" y="1825"/>
                    </a:cubicBezTo>
                    <a:cubicBezTo>
                      <a:pt x="23528" y="1859"/>
                      <a:pt x="23528" y="1892"/>
                      <a:pt x="23528" y="1927"/>
                    </a:cubicBezTo>
                    <a:cubicBezTo>
                      <a:pt x="23495" y="1927"/>
                      <a:pt x="23461" y="1927"/>
                      <a:pt x="23427" y="1927"/>
                    </a:cubicBezTo>
                    <a:cubicBezTo>
                      <a:pt x="23427" y="1960"/>
                      <a:pt x="23427" y="1994"/>
                      <a:pt x="23427" y="2028"/>
                    </a:cubicBezTo>
                    <a:cubicBezTo>
                      <a:pt x="23393" y="2028"/>
                      <a:pt x="23360" y="2028"/>
                      <a:pt x="23325" y="2028"/>
                    </a:cubicBezTo>
                    <a:cubicBezTo>
                      <a:pt x="23325" y="2062"/>
                      <a:pt x="23325" y="2095"/>
                      <a:pt x="23325" y="2130"/>
                    </a:cubicBezTo>
                    <a:cubicBezTo>
                      <a:pt x="23292" y="2130"/>
                      <a:pt x="23259" y="2130"/>
                      <a:pt x="23224" y="2130"/>
                    </a:cubicBezTo>
                    <a:cubicBezTo>
                      <a:pt x="23224" y="2163"/>
                      <a:pt x="23224" y="2197"/>
                      <a:pt x="23224" y="2231"/>
                    </a:cubicBezTo>
                    <a:cubicBezTo>
                      <a:pt x="23191" y="2231"/>
                      <a:pt x="23157" y="2231"/>
                      <a:pt x="23123" y="2231"/>
                    </a:cubicBezTo>
                    <a:cubicBezTo>
                      <a:pt x="23123" y="2332"/>
                      <a:pt x="23123" y="2432"/>
                      <a:pt x="23123" y="2535"/>
                    </a:cubicBezTo>
                    <a:cubicBezTo>
                      <a:pt x="23089" y="2535"/>
                      <a:pt x="23056" y="2535"/>
                      <a:pt x="23021" y="2535"/>
                    </a:cubicBezTo>
                    <a:cubicBezTo>
                      <a:pt x="23021" y="2636"/>
                      <a:pt x="23021" y="2736"/>
                      <a:pt x="23021" y="2840"/>
                    </a:cubicBezTo>
                    <a:cubicBezTo>
                      <a:pt x="23055" y="2840"/>
                      <a:pt x="23088" y="2840"/>
                      <a:pt x="23123" y="2840"/>
                    </a:cubicBezTo>
                    <a:cubicBezTo>
                      <a:pt x="23123" y="2940"/>
                      <a:pt x="23123" y="3040"/>
                      <a:pt x="23123" y="3144"/>
                    </a:cubicBezTo>
                    <a:cubicBezTo>
                      <a:pt x="23156" y="3144"/>
                      <a:pt x="23190" y="3144"/>
                      <a:pt x="23224" y="3144"/>
                    </a:cubicBezTo>
                    <a:cubicBezTo>
                      <a:pt x="23224" y="3211"/>
                      <a:pt x="23224" y="3278"/>
                      <a:pt x="23224" y="3347"/>
                    </a:cubicBezTo>
                    <a:cubicBezTo>
                      <a:pt x="23258" y="3347"/>
                      <a:pt x="23291" y="3347"/>
                      <a:pt x="23325" y="3347"/>
                    </a:cubicBezTo>
                    <a:cubicBezTo>
                      <a:pt x="23325" y="3380"/>
                      <a:pt x="23325" y="3414"/>
                      <a:pt x="23325" y="3448"/>
                    </a:cubicBezTo>
                    <a:cubicBezTo>
                      <a:pt x="23359" y="3448"/>
                      <a:pt x="23392" y="3448"/>
                      <a:pt x="23427" y="3448"/>
                    </a:cubicBezTo>
                    <a:cubicBezTo>
                      <a:pt x="23427" y="3482"/>
                      <a:pt x="23427" y="3515"/>
                      <a:pt x="23427" y="3550"/>
                    </a:cubicBezTo>
                    <a:cubicBezTo>
                      <a:pt x="23494" y="3550"/>
                      <a:pt x="23561" y="3550"/>
                      <a:pt x="23630" y="3550"/>
                    </a:cubicBezTo>
                    <a:cubicBezTo>
                      <a:pt x="23630" y="3583"/>
                      <a:pt x="23630" y="3616"/>
                      <a:pt x="23630" y="3651"/>
                    </a:cubicBezTo>
                    <a:cubicBezTo>
                      <a:pt x="23864" y="3651"/>
                      <a:pt x="24098" y="3651"/>
                      <a:pt x="24340" y="3651"/>
                    </a:cubicBezTo>
                    <a:cubicBezTo>
                      <a:pt x="24340" y="3617"/>
                      <a:pt x="24340" y="3584"/>
                      <a:pt x="24340" y="3550"/>
                    </a:cubicBezTo>
                    <a:cubicBezTo>
                      <a:pt x="24407" y="3550"/>
                      <a:pt x="24473" y="3550"/>
                      <a:pt x="24542" y="3550"/>
                    </a:cubicBezTo>
                    <a:cubicBezTo>
                      <a:pt x="24542" y="3516"/>
                      <a:pt x="24542" y="3483"/>
                      <a:pt x="24542" y="3448"/>
                    </a:cubicBezTo>
                    <a:cubicBezTo>
                      <a:pt x="24576" y="3448"/>
                      <a:pt x="24609" y="3448"/>
                      <a:pt x="24644" y="3448"/>
                    </a:cubicBezTo>
                    <a:cubicBezTo>
                      <a:pt x="24644" y="3415"/>
                      <a:pt x="24644" y="3381"/>
                      <a:pt x="24644" y="3347"/>
                    </a:cubicBezTo>
                    <a:cubicBezTo>
                      <a:pt x="24677" y="3347"/>
                      <a:pt x="24711" y="3347"/>
                      <a:pt x="24745" y="3347"/>
                    </a:cubicBezTo>
                    <a:cubicBezTo>
                      <a:pt x="24745" y="3313"/>
                      <a:pt x="24745" y="3280"/>
                      <a:pt x="24745" y="3245"/>
                    </a:cubicBezTo>
                    <a:cubicBezTo>
                      <a:pt x="24779" y="3245"/>
                      <a:pt x="24812" y="3245"/>
                      <a:pt x="24847" y="3245"/>
                    </a:cubicBezTo>
                    <a:cubicBezTo>
                      <a:pt x="24847" y="3212"/>
                      <a:pt x="24847" y="3178"/>
                      <a:pt x="24847" y="3144"/>
                    </a:cubicBezTo>
                    <a:cubicBezTo>
                      <a:pt x="24880" y="3144"/>
                      <a:pt x="24914" y="3144"/>
                      <a:pt x="24948" y="3144"/>
                    </a:cubicBezTo>
                    <a:cubicBezTo>
                      <a:pt x="24948" y="2876"/>
                      <a:pt x="24948" y="2608"/>
                      <a:pt x="24948" y="2333"/>
                    </a:cubicBezTo>
                    <a:cubicBezTo>
                      <a:pt x="24915" y="2333"/>
                      <a:pt x="24881" y="2333"/>
                      <a:pt x="24847" y="2333"/>
                    </a:cubicBezTo>
                    <a:cubicBezTo>
                      <a:pt x="24847" y="2266"/>
                      <a:pt x="24847" y="2199"/>
                      <a:pt x="24847" y="2130"/>
                    </a:cubicBezTo>
                    <a:cubicBezTo>
                      <a:pt x="24813" y="2130"/>
                      <a:pt x="24780" y="2130"/>
                      <a:pt x="24745" y="2130"/>
                    </a:cubicBezTo>
                    <a:cubicBezTo>
                      <a:pt x="24745" y="2096"/>
                      <a:pt x="24745" y="2063"/>
                      <a:pt x="24745" y="2028"/>
                    </a:cubicBezTo>
                    <a:cubicBezTo>
                      <a:pt x="24712" y="2028"/>
                      <a:pt x="24678" y="2028"/>
                      <a:pt x="24644" y="2028"/>
                    </a:cubicBezTo>
                    <a:cubicBezTo>
                      <a:pt x="24644" y="1995"/>
                      <a:pt x="24644" y="1961"/>
                      <a:pt x="24644" y="1927"/>
                    </a:cubicBezTo>
                    <a:cubicBezTo>
                      <a:pt x="24610" y="1927"/>
                      <a:pt x="24577" y="1927"/>
                      <a:pt x="24542" y="1927"/>
                    </a:cubicBezTo>
                    <a:cubicBezTo>
                      <a:pt x="24542" y="1893"/>
                      <a:pt x="24542" y="1860"/>
                      <a:pt x="24542" y="1825"/>
                    </a:cubicBezTo>
                    <a:cubicBezTo>
                      <a:pt x="24442" y="1825"/>
                      <a:pt x="24342" y="1825"/>
                      <a:pt x="24238" y="1825"/>
                    </a:cubicBezTo>
                    <a:cubicBezTo>
                      <a:pt x="24238" y="1792"/>
                      <a:pt x="24238" y="1759"/>
                      <a:pt x="24238" y="1724"/>
                    </a:cubicBezTo>
                    <a:cubicBezTo>
                      <a:pt x="24104" y="1724"/>
                      <a:pt x="23970" y="1724"/>
                      <a:pt x="23833" y="1724"/>
                    </a:cubicBezTo>
                    <a:close/>
                    <a:moveTo>
                      <a:pt x="12068" y="5781"/>
                    </a:moveTo>
                    <a:cubicBezTo>
                      <a:pt x="12068" y="5814"/>
                      <a:pt x="12068" y="5848"/>
                      <a:pt x="12068" y="5882"/>
                    </a:cubicBezTo>
                    <a:cubicBezTo>
                      <a:pt x="12035" y="5882"/>
                      <a:pt x="12001" y="5882"/>
                      <a:pt x="11967" y="5882"/>
                    </a:cubicBezTo>
                    <a:cubicBezTo>
                      <a:pt x="11967" y="5916"/>
                      <a:pt x="11967" y="5949"/>
                      <a:pt x="11967" y="5983"/>
                    </a:cubicBezTo>
                    <a:cubicBezTo>
                      <a:pt x="11934" y="5983"/>
                      <a:pt x="11900" y="5983"/>
                      <a:pt x="11866" y="5983"/>
                    </a:cubicBezTo>
                    <a:cubicBezTo>
                      <a:pt x="11866" y="6017"/>
                      <a:pt x="11866" y="6050"/>
                      <a:pt x="11866" y="6085"/>
                    </a:cubicBezTo>
                    <a:cubicBezTo>
                      <a:pt x="11832" y="6085"/>
                      <a:pt x="11799" y="6085"/>
                      <a:pt x="11764" y="6085"/>
                    </a:cubicBezTo>
                    <a:cubicBezTo>
                      <a:pt x="11764" y="6118"/>
                      <a:pt x="11764" y="6152"/>
                      <a:pt x="11764" y="6186"/>
                    </a:cubicBezTo>
                    <a:cubicBezTo>
                      <a:pt x="11731" y="6186"/>
                      <a:pt x="11697" y="6186"/>
                      <a:pt x="11663" y="6186"/>
                    </a:cubicBezTo>
                    <a:cubicBezTo>
                      <a:pt x="11663" y="6253"/>
                      <a:pt x="11663" y="6320"/>
                      <a:pt x="11663" y="6389"/>
                    </a:cubicBezTo>
                    <a:cubicBezTo>
                      <a:pt x="11629" y="6389"/>
                      <a:pt x="11596" y="6389"/>
                      <a:pt x="11561" y="6389"/>
                    </a:cubicBezTo>
                    <a:cubicBezTo>
                      <a:pt x="11561" y="6590"/>
                      <a:pt x="11561" y="6791"/>
                      <a:pt x="11561" y="6998"/>
                    </a:cubicBezTo>
                    <a:cubicBezTo>
                      <a:pt x="11595" y="6998"/>
                      <a:pt x="11628" y="6998"/>
                      <a:pt x="11663" y="6998"/>
                    </a:cubicBezTo>
                    <a:cubicBezTo>
                      <a:pt x="11663" y="7065"/>
                      <a:pt x="11663" y="7132"/>
                      <a:pt x="11663" y="7200"/>
                    </a:cubicBezTo>
                    <a:cubicBezTo>
                      <a:pt x="11696" y="7200"/>
                      <a:pt x="11730" y="7200"/>
                      <a:pt x="11764" y="7200"/>
                    </a:cubicBezTo>
                    <a:cubicBezTo>
                      <a:pt x="11764" y="7234"/>
                      <a:pt x="11764" y="7267"/>
                      <a:pt x="11764" y="7302"/>
                    </a:cubicBezTo>
                    <a:cubicBezTo>
                      <a:pt x="11798" y="7302"/>
                      <a:pt x="11831" y="7302"/>
                      <a:pt x="11866" y="7302"/>
                    </a:cubicBezTo>
                    <a:cubicBezTo>
                      <a:pt x="11866" y="7335"/>
                      <a:pt x="11866" y="7369"/>
                      <a:pt x="11866" y="7403"/>
                    </a:cubicBezTo>
                    <a:cubicBezTo>
                      <a:pt x="11899" y="7403"/>
                      <a:pt x="11933" y="7403"/>
                      <a:pt x="11967" y="7403"/>
                    </a:cubicBezTo>
                    <a:cubicBezTo>
                      <a:pt x="11967" y="7437"/>
                      <a:pt x="11967" y="7470"/>
                      <a:pt x="11967" y="7505"/>
                    </a:cubicBezTo>
                    <a:cubicBezTo>
                      <a:pt x="12000" y="7505"/>
                      <a:pt x="12034" y="7505"/>
                      <a:pt x="12068" y="7505"/>
                    </a:cubicBezTo>
                    <a:cubicBezTo>
                      <a:pt x="12068" y="7538"/>
                      <a:pt x="12068" y="7572"/>
                      <a:pt x="12068" y="7606"/>
                    </a:cubicBezTo>
                    <a:cubicBezTo>
                      <a:pt x="12370" y="7606"/>
                      <a:pt x="12671" y="7606"/>
                      <a:pt x="12981" y="7606"/>
                    </a:cubicBezTo>
                    <a:cubicBezTo>
                      <a:pt x="12981" y="7573"/>
                      <a:pt x="12981" y="7539"/>
                      <a:pt x="12981" y="7505"/>
                    </a:cubicBezTo>
                    <a:cubicBezTo>
                      <a:pt x="13015" y="7505"/>
                      <a:pt x="13048" y="7505"/>
                      <a:pt x="13083" y="7505"/>
                    </a:cubicBezTo>
                    <a:cubicBezTo>
                      <a:pt x="13083" y="7471"/>
                      <a:pt x="13083" y="7438"/>
                      <a:pt x="13083" y="7403"/>
                    </a:cubicBezTo>
                    <a:cubicBezTo>
                      <a:pt x="13116" y="7403"/>
                      <a:pt x="13149" y="7403"/>
                      <a:pt x="13184" y="7403"/>
                    </a:cubicBezTo>
                    <a:cubicBezTo>
                      <a:pt x="13184" y="7370"/>
                      <a:pt x="13184" y="7336"/>
                      <a:pt x="13184" y="7302"/>
                    </a:cubicBezTo>
                    <a:cubicBezTo>
                      <a:pt x="13217" y="7302"/>
                      <a:pt x="13251" y="7302"/>
                      <a:pt x="13285" y="7302"/>
                    </a:cubicBezTo>
                    <a:cubicBezTo>
                      <a:pt x="13285" y="7268"/>
                      <a:pt x="13285" y="7235"/>
                      <a:pt x="13285" y="7200"/>
                    </a:cubicBezTo>
                    <a:cubicBezTo>
                      <a:pt x="13319" y="7200"/>
                      <a:pt x="13352" y="7200"/>
                      <a:pt x="13387" y="7200"/>
                    </a:cubicBezTo>
                    <a:cubicBezTo>
                      <a:pt x="13387" y="7134"/>
                      <a:pt x="13387" y="7067"/>
                      <a:pt x="13387" y="6998"/>
                    </a:cubicBezTo>
                    <a:cubicBezTo>
                      <a:pt x="13420" y="6998"/>
                      <a:pt x="13454" y="6998"/>
                      <a:pt x="13488" y="6998"/>
                    </a:cubicBezTo>
                    <a:cubicBezTo>
                      <a:pt x="13488" y="6797"/>
                      <a:pt x="13488" y="6596"/>
                      <a:pt x="13488" y="6389"/>
                    </a:cubicBezTo>
                    <a:cubicBezTo>
                      <a:pt x="13455" y="6389"/>
                      <a:pt x="13421" y="6389"/>
                      <a:pt x="13387" y="6389"/>
                    </a:cubicBezTo>
                    <a:cubicBezTo>
                      <a:pt x="13387" y="6322"/>
                      <a:pt x="13387" y="6255"/>
                      <a:pt x="13387" y="6186"/>
                    </a:cubicBezTo>
                    <a:cubicBezTo>
                      <a:pt x="13353" y="6186"/>
                      <a:pt x="13320" y="6186"/>
                      <a:pt x="13285" y="6186"/>
                    </a:cubicBezTo>
                    <a:cubicBezTo>
                      <a:pt x="13285" y="6153"/>
                      <a:pt x="13285" y="6119"/>
                      <a:pt x="13285" y="6085"/>
                    </a:cubicBezTo>
                    <a:cubicBezTo>
                      <a:pt x="13252" y="6085"/>
                      <a:pt x="13218" y="6085"/>
                      <a:pt x="13184" y="6085"/>
                    </a:cubicBezTo>
                    <a:cubicBezTo>
                      <a:pt x="13184" y="6051"/>
                      <a:pt x="13184" y="6018"/>
                      <a:pt x="13184" y="5983"/>
                    </a:cubicBezTo>
                    <a:cubicBezTo>
                      <a:pt x="13150" y="5983"/>
                      <a:pt x="13117" y="5983"/>
                      <a:pt x="13083" y="5983"/>
                    </a:cubicBezTo>
                    <a:cubicBezTo>
                      <a:pt x="13083" y="5950"/>
                      <a:pt x="13083" y="5917"/>
                      <a:pt x="13083" y="5882"/>
                    </a:cubicBezTo>
                    <a:cubicBezTo>
                      <a:pt x="13049" y="5882"/>
                      <a:pt x="13016" y="5882"/>
                      <a:pt x="12981" y="5882"/>
                    </a:cubicBezTo>
                    <a:cubicBezTo>
                      <a:pt x="12981" y="5849"/>
                      <a:pt x="12981" y="5815"/>
                      <a:pt x="12981" y="5781"/>
                    </a:cubicBezTo>
                    <a:cubicBezTo>
                      <a:pt x="12680" y="5781"/>
                      <a:pt x="12379" y="5781"/>
                      <a:pt x="12068" y="5781"/>
                    </a:cubicBezTo>
                    <a:close/>
                    <a:moveTo>
                      <a:pt x="18255" y="8519"/>
                    </a:moveTo>
                    <a:cubicBezTo>
                      <a:pt x="18255" y="8552"/>
                      <a:pt x="18255" y="8586"/>
                      <a:pt x="18255" y="8620"/>
                    </a:cubicBezTo>
                    <a:cubicBezTo>
                      <a:pt x="18188" y="8620"/>
                      <a:pt x="18121" y="8620"/>
                      <a:pt x="18052" y="8620"/>
                    </a:cubicBezTo>
                    <a:cubicBezTo>
                      <a:pt x="18052" y="8654"/>
                      <a:pt x="18052" y="8687"/>
                      <a:pt x="18052" y="8722"/>
                    </a:cubicBezTo>
                    <a:cubicBezTo>
                      <a:pt x="18018" y="8722"/>
                      <a:pt x="17985" y="8722"/>
                      <a:pt x="17950" y="8722"/>
                    </a:cubicBezTo>
                    <a:cubicBezTo>
                      <a:pt x="17950" y="8755"/>
                      <a:pt x="17950" y="8789"/>
                      <a:pt x="17950" y="8823"/>
                    </a:cubicBezTo>
                    <a:cubicBezTo>
                      <a:pt x="17917" y="8823"/>
                      <a:pt x="17884" y="8823"/>
                      <a:pt x="17849" y="8823"/>
                    </a:cubicBezTo>
                    <a:cubicBezTo>
                      <a:pt x="17849" y="8890"/>
                      <a:pt x="17849" y="8957"/>
                      <a:pt x="17849" y="9026"/>
                    </a:cubicBezTo>
                    <a:cubicBezTo>
                      <a:pt x="17816" y="9026"/>
                      <a:pt x="17782" y="9026"/>
                      <a:pt x="17748" y="9026"/>
                    </a:cubicBezTo>
                    <a:cubicBezTo>
                      <a:pt x="17748" y="9093"/>
                      <a:pt x="17748" y="9160"/>
                      <a:pt x="17748" y="9229"/>
                    </a:cubicBezTo>
                    <a:cubicBezTo>
                      <a:pt x="17714" y="9229"/>
                      <a:pt x="17681" y="9229"/>
                      <a:pt x="17646" y="9229"/>
                    </a:cubicBezTo>
                    <a:cubicBezTo>
                      <a:pt x="17646" y="9363"/>
                      <a:pt x="17646" y="9497"/>
                      <a:pt x="17646" y="9634"/>
                    </a:cubicBezTo>
                    <a:cubicBezTo>
                      <a:pt x="17680" y="9634"/>
                      <a:pt x="17713" y="9634"/>
                      <a:pt x="17748" y="9634"/>
                    </a:cubicBezTo>
                    <a:cubicBezTo>
                      <a:pt x="17748" y="9701"/>
                      <a:pt x="17748" y="9768"/>
                      <a:pt x="17748" y="9837"/>
                    </a:cubicBezTo>
                    <a:cubicBezTo>
                      <a:pt x="17781" y="9837"/>
                      <a:pt x="17815" y="9837"/>
                      <a:pt x="17849" y="9837"/>
                    </a:cubicBezTo>
                    <a:cubicBezTo>
                      <a:pt x="17849" y="9904"/>
                      <a:pt x="17849" y="9971"/>
                      <a:pt x="17849" y="10040"/>
                    </a:cubicBezTo>
                    <a:cubicBezTo>
                      <a:pt x="17883" y="10040"/>
                      <a:pt x="17916" y="10040"/>
                      <a:pt x="17950" y="10040"/>
                    </a:cubicBezTo>
                    <a:cubicBezTo>
                      <a:pt x="17950" y="10074"/>
                      <a:pt x="17950" y="10107"/>
                      <a:pt x="17950" y="10142"/>
                    </a:cubicBezTo>
                    <a:cubicBezTo>
                      <a:pt x="17984" y="10142"/>
                      <a:pt x="18017" y="10142"/>
                      <a:pt x="18052" y="10142"/>
                    </a:cubicBezTo>
                    <a:cubicBezTo>
                      <a:pt x="18052" y="10175"/>
                      <a:pt x="18052" y="10208"/>
                      <a:pt x="18052" y="10243"/>
                    </a:cubicBezTo>
                    <a:cubicBezTo>
                      <a:pt x="18119" y="10243"/>
                      <a:pt x="18186" y="10243"/>
                      <a:pt x="18255" y="10243"/>
                    </a:cubicBezTo>
                    <a:cubicBezTo>
                      <a:pt x="18255" y="10276"/>
                      <a:pt x="18255" y="10310"/>
                      <a:pt x="18255" y="10344"/>
                    </a:cubicBezTo>
                    <a:cubicBezTo>
                      <a:pt x="18489" y="10344"/>
                      <a:pt x="18723" y="10344"/>
                      <a:pt x="18965" y="10344"/>
                    </a:cubicBezTo>
                    <a:cubicBezTo>
                      <a:pt x="18965" y="10311"/>
                      <a:pt x="18965" y="10277"/>
                      <a:pt x="18965" y="10243"/>
                    </a:cubicBezTo>
                    <a:cubicBezTo>
                      <a:pt x="18998" y="10243"/>
                      <a:pt x="19032" y="10243"/>
                      <a:pt x="19066" y="10243"/>
                    </a:cubicBezTo>
                    <a:cubicBezTo>
                      <a:pt x="19066" y="10209"/>
                      <a:pt x="19066" y="10176"/>
                      <a:pt x="19066" y="10142"/>
                    </a:cubicBezTo>
                    <a:cubicBezTo>
                      <a:pt x="19133" y="10142"/>
                      <a:pt x="19200" y="10142"/>
                      <a:pt x="19269" y="10142"/>
                    </a:cubicBezTo>
                    <a:cubicBezTo>
                      <a:pt x="19269" y="10108"/>
                      <a:pt x="19269" y="10075"/>
                      <a:pt x="19269" y="10040"/>
                    </a:cubicBezTo>
                    <a:cubicBezTo>
                      <a:pt x="19302" y="10040"/>
                      <a:pt x="19336" y="10040"/>
                      <a:pt x="19370" y="10040"/>
                    </a:cubicBezTo>
                    <a:cubicBezTo>
                      <a:pt x="19370" y="9973"/>
                      <a:pt x="19370" y="9906"/>
                      <a:pt x="19370" y="9837"/>
                    </a:cubicBezTo>
                    <a:cubicBezTo>
                      <a:pt x="19404" y="9837"/>
                      <a:pt x="19437" y="9837"/>
                      <a:pt x="19472" y="9837"/>
                    </a:cubicBezTo>
                    <a:cubicBezTo>
                      <a:pt x="19472" y="9770"/>
                      <a:pt x="19472" y="9703"/>
                      <a:pt x="19472" y="9634"/>
                    </a:cubicBezTo>
                    <a:cubicBezTo>
                      <a:pt x="19505" y="9634"/>
                      <a:pt x="19539" y="9634"/>
                      <a:pt x="19573" y="9634"/>
                    </a:cubicBezTo>
                    <a:cubicBezTo>
                      <a:pt x="19573" y="9501"/>
                      <a:pt x="19573" y="9367"/>
                      <a:pt x="19573" y="9229"/>
                    </a:cubicBezTo>
                    <a:cubicBezTo>
                      <a:pt x="19540" y="9229"/>
                      <a:pt x="19506" y="9229"/>
                      <a:pt x="19472" y="9229"/>
                    </a:cubicBezTo>
                    <a:cubicBezTo>
                      <a:pt x="19472" y="9128"/>
                      <a:pt x="19472" y="9028"/>
                      <a:pt x="19472" y="8925"/>
                    </a:cubicBezTo>
                    <a:cubicBezTo>
                      <a:pt x="19438" y="8925"/>
                      <a:pt x="19405" y="8925"/>
                      <a:pt x="19370" y="8925"/>
                    </a:cubicBezTo>
                    <a:cubicBezTo>
                      <a:pt x="19370" y="8891"/>
                      <a:pt x="19370" y="8858"/>
                      <a:pt x="19370" y="8823"/>
                    </a:cubicBezTo>
                    <a:cubicBezTo>
                      <a:pt x="19337" y="8823"/>
                      <a:pt x="19303" y="8823"/>
                      <a:pt x="19269" y="8823"/>
                    </a:cubicBezTo>
                    <a:cubicBezTo>
                      <a:pt x="19269" y="8790"/>
                      <a:pt x="19269" y="8756"/>
                      <a:pt x="19269" y="8722"/>
                    </a:cubicBezTo>
                    <a:cubicBezTo>
                      <a:pt x="19235" y="8722"/>
                      <a:pt x="19202" y="8722"/>
                      <a:pt x="19167" y="8722"/>
                    </a:cubicBezTo>
                    <a:cubicBezTo>
                      <a:pt x="19167" y="8688"/>
                      <a:pt x="19167" y="8655"/>
                      <a:pt x="19167" y="8620"/>
                    </a:cubicBezTo>
                    <a:cubicBezTo>
                      <a:pt x="19101" y="8620"/>
                      <a:pt x="19034" y="8620"/>
                      <a:pt x="18965" y="8620"/>
                    </a:cubicBezTo>
                    <a:cubicBezTo>
                      <a:pt x="18965" y="8587"/>
                      <a:pt x="18965" y="8553"/>
                      <a:pt x="18965" y="8519"/>
                    </a:cubicBezTo>
                    <a:cubicBezTo>
                      <a:pt x="18730" y="8519"/>
                      <a:pt x="18496" y="8519"/>
                      <a:pt x="18255" y="8519"/>
                    </a:cubicBezTo>
                    <a:close/>
                    <a:moveTo>
                      <a:pt x="6186" y="9939"/>
                    </a:moveTo>
                    <a:cubicBezTo>
                      <a:pt x="6186" y="9972"/>
                      <a:pt x="6186" y="10006"/>
                      <a:pt x="6186" y="10040"/>
                    </a:cubicBezTo>
                    <a:cubicBezTo>
                      <a:pt x="6119" y="10040"/>
                      <a:pt x="6052" y="10040"/>
                      <a:pt x="5983" y="10040"/>
                    </a:cubicBezTo>
                    <a:cubicBezTo>
                      <a:pt x="5983" y="10074"/>
                      <a:pt x="5983" y="10107"/>
                      <a:pt x="5983" y="10142"/>
                    </a:cubicBezTo>
                    <a:cubicBezTo>
                      <a:pt x="5950" y="10142"/>
                      <a:pt x="5917" y="10142"/>
                      <a:pt x="5882" y="10142"/>
                    </a:cubicBezTo>
                    <a:cubicBezTo>
                      <a:pt x="5882" y="10175"/>
                      <a:pt x="5882" y="10208"/>
                      <a:pt x="5882" y="10243"/>
                    </a:cubicBezTo>
                    <a:cubicBezTo>
                      <a:pt x="5849" y="10243"/>
                      <a:pt x="5815" y="10243"/>
                      <a:pt x="5781" y="10243"/>
                    </a:cubicBezTo>
                    <a:cubicBezTo>
                      <a:pt x="5781" y="10276"/>
                      <a:pt x="5781" y="10310"/>
                      <a:pt x="5781" y="10344"/>
                    </a:cubicBezTo>
                    <a:cubicBezTo>
                      <a:pt x="5747" y="10344"/>
                      <a:pt x="5714" y="10344"/>
                      <a:pt x="5679" y="10344"/>
                    </a:cubicBezTo>
                    <a:cubicBezTo>
                      <a:pt x="5679" y="10411"/>
                      <a:pt x="5679" y="10478"/>
                      <a:pt x="5679" y="10547"/>
                    </a:cubicBezTo>
                    <a:cubicBezTo>
                      <a:pt x="5646" y="10547"/>
                      <a:pt x="5612" y="10547"/>
                      <a:pt x="5578" y="10547"/>
                    </a:cubicBezTo>
                    <a:cubicBezTo>
                      <a:pt x="5578" y="10815"/>
                      <a:pt x="5578" y="11083"/>
                      <a:pt x="5578" y="11358"/>
                    </a:cubicBezTo>
                    <a:cubicBezTo>
                      <a:pt x="5611" y="11358"/>
                      <a:pt x="5645" y="11358"/>
                      <a:pt x="5679" y="11358"/>
                    </a:cubicBezTo>
                    <a:cubicBezTo>
                      <a:pt x="5679" y="11392"/>
                      <a:pt x="5679" y="11425"/>
                      <a:pt x="5679" y="11460"/>
                    </a:cubicBezTo>
                    <a:cubicBezTo>
                      <a:pt x="5713" y="11460"/>
                      <a:pt x="5746" y="11460"/>
                      <a:pt x="5781" y="11460"/>
                    </a:cubicBezTo>
                    <a:cubicBezTo>
                      <a:pt x="5781" y="11493"/>
                      <a:pt x="5781" y="11527"/>
                      <a:pt x="5781" y="11561"/>
                    </a:cubicBezTo>
                    <a:cubicBezTo>
                      <a:pt x="5814" y="11561"/>
                      <a:pt x="5848" y="11561"/>
                      <a:pt x="5882" y="11561"/>
                    </a:cubicBezTo>
                    <a:cubicBezTo>
                      <a:pt x="5882" y="11595"/>
                      <a:pt x="5882" y="11628"/>
                      <a:pt x="5882" y="11663"/>
                    </a:cubicBezTo>
                    <a:cubicBezTo>
                      <a:pt x="5916" y="11663"/>
                      <a:pt x="5949" y="11663"/>
                      <a:pt x="5983" y="11663"/>
                    </a:cubicBezTo>
                    <a:cubicBezTo>
                      <a:pt x="5983" y="11696"/>
                      <a:pt x="5983" y="11730"/>
                      <a:pt x="5983" y="11764"/>
                    </a:cubicBezTo>
                    <a:cubicBezTo>
                      <a:pt x="6050" y="11764"/>
                      <a:pt x="6117" y="11764"/>
                      <a:pt x="6186" y="11764"/>
                    </a:cubicBezTo>
                    <a:cubicBezTo>
                      <a:pt x="6186" y="11798"/>
                      <a:pt x="6186" y="11831"/>
                      <a:pt x="6186" y="11866"/>
                    </a:cubicBezTo>
                    <a:cubicBezTo>
                      <a:pt x="6387" y="11866"/>
                      <a:pt x="6588" y="11866"/>
                      <a:pt x="6795" y="11866"/>
                    </a:cubicBezTo>
                    <a:cubicBezTo>
                      <a:pt x="6795" y="11832"/>
                      <a:pt x="6795" y="11799"/>
                      <a:pt x="6795" y="11764"/>
                    </a:cubicBezTo>
                    <a:cubicBezTo>
                      <a:pt x="6862" y="11764"/>
                      <a:pt x="6929" y="11764"/>
                      <a:pt x="6998" y="11764"/>
                    </a:cubicBezTo>
                    <a:cubicBezTo>
                      <a:pt x="6998" y="11731"/>
                      <a:pt x="6998" y="11697"/>
                      <a:pt x="6998" y="11663"/>
                    </a:cubicBezTo>
                    <a:cubicBezTo>
                      <a:pt x="7031" y="11663"/>
                      <a:pt x="7065" y="11663"/>
                      <a:pt x="7099" y="11663"/>
                    </a:cubicBezTo>
                    <a:cubicBezTo>
                      <a:pt x="7099" y="11629"/>
                      <a:pt x="7099" y="11596"/>
                      <a:pt x="7099" y="11561"/>
                    </a:cubicBezTo>
                    <a:cubicBezTo>
                      <a:pt x="7133" y="11561"/>
                      <a:pt x="7166" y="11561"/>
                      <a:pt x="7200" y="11561"/>
                    </a:cubicBezTo>
                    <a:cubicBezTo>
                      <a:pt x="7200" y="11528"/>
                      <a:pt x="7200" y="11494"/>
                      <a:pt x="7200" y="11460"/>
                    </a:cubicBezTo>
                    <a:cubicBezTo>
                      <a:pt x="7234" y="11460"/>
                      <a:pt x="7267" y="11460"/>
                      <a:pt x="7302" y="11460"/>
                    </a:cubicBezTo>
                    <a:cubicBezTo>
                      <a:pt x="7302" y="11393"/>
                      <a:pt x="7302" y="11326"/>
                      <a:pt x="7302" y="11257"/>
                    </a:cubicBezTo>
                    <a:cubicBezTo>
                      <a:pt x="7335" y="11257"/>
                      <a:pt x="7369" y="11257"/>
                      <a:pt x="7403" y="11257"/>
                    </a:cubicBezTo>
                    <a:cubicBezTo>
                      <a:pt x="7403" y="10989"/>
                      <a:pt x="7403" y="10722"/>
                      <a:pt x="7403" y="10446"/>
                    </a:cubicBezTo>
                    <a:cubicBezTo>
                      <a:pt x="7370" y="10446"/>
                      <a:pt x="7336" y="10446"/>
                      <a:pt x="7302" y="10446"/>
                    </a:cubicBezTo>
                    <a:cubicBezTo>
                      <a:pt x="7302" y="10412"/>
                      <a:pt x="7302" y="10379"/>
                      <a:pt x="7302" y="10344"/>
                    </a:cubicBezTo>
                    <a:cubicBezTo>
                      <a:pt x="7268" y="10344"/>
                      <a:pt x="7235" y="10344"/>
                      <a:pt x="7200" y="10344"/>
                    </a:cubicBezTo>
                    <a:cubicBezTo>
                      <a:pt x="7200" y="10311"/>
                      <a:pt x="7200" y="10277"/>
                      <a:pt x="7200" y="10243"/>
                    </a:cubicBezTo>
                    <a:cubicBezTo>
                      <a:pt x="7167" y="10243"/>
                      <a:pt x="7134" y="10243"/>
                      <a:pt x="7099" y="10243"/>
                    </a:cubicBezTo>
                    <a:cubicBezTo>
                      <a:pt x="7099" y="10209"/>
                      <a:pt x="7099" y="10176"/>
                      <a:pt x="7099" y="10142"/>
                    </a:cubicBezTo>
                    <a:cubicBezTo>
                      <a:pt x="7066" y="10142"/>
                      <a:pt x="7032" y="10142"/>
                      <a:pt x="6998" y="10142"/>
                    </a:cubicBezTo>
                    <a:cubicBezTo>
                      <a:pt x="6998" y="10108"/>
                      <a:pt x="6998" y="10075"/>
                      <a:pt x="6998" y="10040"/>
                    </a:cubicBezTo>
                    <a:cubicBezTo>
                      <a:pt x="6931" y="10040"/>
                      <a:pt x="6864" y="10040"/>
                      <a:pt x="6795" y="10040"/>
                    </a:cubicBezTo>
                    <a:cubicBezTo>
                      <a:pt x="6795" y="10007"/>
                      <a:pt x="6795" y="9973"/>
                      <a:pt x="6795" y="9939"/>
                    </a:cubicBezTo>
                    <a:cubicBezTo>
                      <a:pt x="6594" y="9939"/>
                      <a:pt x="6393" y="9939"/>
                      <a:pt x="6186" y="9939"/>
                    </a:cubicBezTo>
                    <a:close/>
                  </a:path>
                </a:pathLst>
              </a:custGeom>
              <a:solidFill>
                <a:srgbClr val="251047"/>
              </a:solidFill>
              <a:ln w="644" cap="flat">
                <a:noFill/>
              </a:ln>
            </p:spPr>
          </p:sp>
          <p:sp>
            <p:nvSpPr>
              <p:cNvPr id="1162" name="ICON_TOOL_VISUALIZE_path_003"/>
              <p:cNvSpPr/>
              <p:nvPr/>
            </p:nvSpPr>
            <p:spPr>
              <a:xfrm>
                <a:off x="5100817" y="4637177"/>
                <a:ext cx="318129" cy="3864"/>
              </a:xfrm>
              <a:custGeom>
                <a:avLst/>
                <a:gdLst/>
                <a:ahLst/>
                <a:cxnLst/>
                <a:rect l="0" t="0" r="r" b="b"/>
                <a:pathLst>
                  <a:path w="25050" h="304" fill="norm" stroke="0">
                    <a:moveTo>
                      <a:pt x="0" y="0"/>
                    </a:moveTo>
                    <a:cubicBezTo>
                      <a:pt x="8266" y="0"/>
                      <a:pt x="16533" y="0"/>
                      <a:pt x="25050" y="0"/>
                    </a:cubicBezTo>
                    <a:cubicBezTo>
                      <a:pt x="25033" y="33"/>
                      <a:pt x="25016" y="67"/>
                      <a:pt x="24999" y="101"/>
                    </a:cubicBezTo>
                    <a:cubicBezTo>
                      <a:pt x="24960" y="114"/>
                      <a:pt x="24960" y="114"/>
                      <a:pt x="24914" y="113"/>
                    </a:cubicBezTo>
                    <a:cubicBezTo>
                      <a:pt x="24905" y="113"/>
                      <a:pt x="24905" y="113"/>
                      <a:pt x="24862" y="113"/>
                    </a:cubicBezTo>
                    <a:cubicBezTo>
                      <a:pt x="24843" y="112"/>
                      <a:pt x="24824" y="112"/>
                      <a:pt x="24805" y="111"/>
                    </a:cubicBezTo>
                    <a:cubicBezTo>
                      <a:pt x="24786" y="111"/>
                      <a:pt x="24767" y="111"/>
                      <a:pt x="24748" y="111"/>
                    </a:cubicBezTo>
                    <a:cubicBezTo>
                      <a:pt x="24687" y="110"/>
                      <a:pt x="24626" y="109"/>
                      <a:pt x="24565" y="108"/>
                    </a:cubicBezTo>
                    <a:cubicBezTo>
                      <a:pt x="24523" y="107"/>
                      <a:pt x="24482" y="107"/>
                      <a:pt x="24441" y="106"/>
                    </a:cubicBezTo>
                    <a:cubicBezTo>
                      <a:pt x="24339" y="105"/>
                      <a:pt x="24238" y="104"/>
                      <a:pt x="24137" y="101"/>
                    </a:cubicBezTo>
                    <a:cubicBezTo>
                      <a:pt x="24137" y="135"/>
                      <a:pt x="24137" y="168"/>
                      <a:pt x="24137" y="203"/>
                    </a:cubicBezTo>
                    <a:cubicBezTo>
                      <a:pt x="24036" y="203"/>
                      <a:pt x="23936" y="203"/>
                      <a:pt x="23833" y="203"/>
                    </a:cubicBezTo>
                    <a:cubicBezTo>
                      <a:pt x="23833" y="169"/>
                      <a:pt x="23833" y="136"/>
                      <a:pt x="23833" y="101"/>
                    </a:cubicBezTo>
                    <a:cubicBezTo>
                      <a:pt x="22527" y="101"/>
                      <a:pt x="21222" y="101"/>
                      <a:pt x="19877" y="101"/>
                    </a:cubicBezTo>
                    <a:cubicBezTo>
                      <a:pt x="19877" y="135"/>
                      <a:pt x="19877" y="168"/>
                      <a:pt x="19877" y="203"/>
                    </a:cubicBezTo>
                    <a:cubicBezTo>
                      <a:pt x="19743" y="203"/>
                      <a:pt x="19610" y="203"/>
                      <a:pt x="19472" y="203"/>
                    </a:cubicBezTo>
                    <a:cubicBezTo>
                      <a:pt x="19472" y="169"/>
                      <a:pt x="19472" y="136"/>
                      <a:pt x="19472" y="101"/>
                    </a:cubicBezTo>
                    <a:cubicBezTo>
                      <a:pt x="19371" y="101"/>
                      <a:pt x="19271" y="101"/>
                      <a:pt x="19167" y="101"/>
                    </a:cubicBezTo>
                    <a:cubicBezTo>
                      <a:pt x="19167" y="135"/>
                      <a:pt x="19167" y="168"/>
                      <a:pt x="19167" y="203"/>
                    </a:cubicBezTo>
                    <a:cubicBezTo>
                      <a:pt x="19101" y="203"/>
                      <a:pt x="19034" y="203"/>
                      <a:pt x="18965" y="203"/>
                    </a:cubicBezTo>
                    <a:cubicBezTo>
                      <a:pt x="18965" y="169"/>
                      <a:pt x="18965" y="136"/>
                      <a:pt x="18965" y="101"/>
                    </a:cubicBezTo>
                    <a:cubicBezTo>
                      <a:pt x="18898" y="101"/>
                      <a:pt x="18831" y="101"/>
                      <a:pt x="18762" y="101"/>
                    </a:cubicBezTo>
                    <a:cubicBezTo>
                      <a:pt x="18762" y="135"/>
                      <a:pt x="18762" y="168"/>
                      <a:pt x="18762" y="203"/>
                    </a:cubicBezTo>
                    <a:cubicBezTo>
                      <a:pt x="18628" y="203"/>
                      <a:pt x="18494" y="203"/>
                      <a:pt x="18356" y="203"/>
                    </a:cubicBezTo>
                    <a:cubicBezTo>
                      <a:pt x="18356" y="169"/>
                      <a:pt x="18356" y="136"/>
                      <a:pt x="18356" y="101"/>
                    </a:cubicBezTo>
                    <a:cubicBezTo>
                      <a:pt x="16649" y="101"/>
                      <a:pt x="14942" y="101"/>
                      <a:pt x="13184" y="101"/>
                    </a:cubicBezTo>
                    <a:cubicBezTo>
                      <a:pt x="13184" y="135"/>
                      <a:pt x="13184" y="168"/>
                      <a:pt x="13184" y="203"/>
                    </a:cubicBezTo>
                    <a:cubicBezTo>
                      <a:pt x="13117" y="203"/>
                      <a:pt x="13050" y="203"/>
                      <a:pt x="12981" y="203"/>
                    </a:cubicBezTo>
                    <a:cubicBezTo>
                      <a:pt x="12981" y="236"/>
                      <a:pt x="12981" y="270"/>
                      <a:pt x="12981" y="304"/>
                    </a:cubicBezTo>
                    <a:cubicBezTo>
                      <a:pt x="12513" y="304"/>
                      <a:pt x="12044" y="304"/>
                      <a:pt x="11561" y="304"/>
                    </a:cubicBezTo>
                    <a:cubicBezTo>
                      <a:pt x="11561" y="271"/>
                      <a:pt x="11561" y="237"/>
                      <a:pt x="11561" y="203"/>
                    </a:cubicBezTo>
                    <a:cubicBezTo>
                      <a:pt x="11461" y="203"/>
                      <a:pt x="11361" y="203"/>
                      <a:pt x="11257" y="203"/>
                    </a:cubicBezTo>
                    <a:cubicBezTo>
                      <a:pt x="11257" y="169"/>
                      <a:pt x="11257" y="136"/>
                      <a:pt x="11257" y="101"/>
                    </a:cubicBezTo>
                    <a:cubicBezTo>
                      <a:pt x="9885" y="101"/>
                      <a:pt x="8513" y="101"/>
                      <a:pt x="7099" y="101"/>
                    </a:cubicBezTo>
                    <a:cubicBezTo>
                      <a:pt x="7099" y="135"/>
                      <a:pt x="7099" y="168"/>
                      <a:pt x="7099" y="203"/>
                    </a:cubicBezTo>
                    <a:cubicBezTo>
                      <a:pt x="6697" y="203"/>
                      <a:pt x="6296" y="203"/>
                      <a:pt x="5882" y="203"/>
                    </a:cubicBezTo>
                    <a:cubicBezTo>
                      <a:pt x="5882" y="169"/>
                      <a:pt x="5882" y="136"/>
                      <a:pt x="5882" y="101"/>
                    </a:cubicBezTo>
                    <a:cubicBezTo>
                      <a:pt x="4677" y="101"/>
                      <a:pt x="3472" y="101"/>
                      <a:pt x="2231" y="101"/>
                    </a:cubicBezTo>
                    <a:cubicBezTo>
                      <a:pt x="2231" y="135"/>
                      <a:pt x="2231" y="168"/>
                      <a:pt x="2231" y="203"/>
                    </a:cubicBezTo>
                    <a:cubicBezTo>
                      <a:pt x="1997" y="203"/>
                      <a:pt x="1763" y="203"/>
                      <a:pt x="1521" y="203"/>
                    </a:cubicBezTo>
                    <a:cubicBezTo>
                      <a:pt x="1521" y="169"/>
                      <a:pt x="1521" y="136"/>
                      <a:pt x="1521" y="101"/>
                    </a:cubicBezTo>
                    <a:cubicBezTo>
                      <a:pt x="1019" y="101"/>
                      <a:pt x="517" y="101"/>
                      <a:pt x="0" y="101"/>
                    </a:cubicBezTo>
                    <a:cubicBezTo>
                      <a:pt x="0" y="68"/>
                      <a:pt x="0" y="3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63" name="ICON_TOOL_VISUALIZE_path_004"/>
              <p:cNvSpPr/>
              <p:nvPr/>
            </p:nvSpPr>
            <p:spPr>
              <a:xfrm>
                <a:off x="5382883" y="4438830"/>
                <a:ext cx="24471" cy="24471"/>
              </a:xfrm>
              <a:custGeom>
                <a:avLst/>
                <a:gdLst/>
                <a:ahLst/>
                <a:cxnLst/>
                <a:rect l="0" t="0" r="r" b="b"/>
                <a:pathLst>
                  <a:path w="1927" h="1927" fill="norm" stroke="0">
                    <a:moveTo>
                      <a:pt x="811" y="0"/>
                    </a:moveTo>
                    <a:cubicBezTo>
                      <a:pt x="945" y="0"/>
                      <a:pt x="1079" y="0"/>
                      <a:pt x="1217" y="0"/>
                    </a:cubicBezTo>
                    <a:cubicBezTo>
                      <a:pt x="1217" y="33"/>
                      <a:pt x="1217" y="67"/>
                      <a:pt x="1217" y="101"/>
                    </a:cubicBezTo>
                    <a:cubicBezTo>
                      <a:pt x="1317" y="101"/>
                      <a:pt x="1418" y="101"/>
                      <a:pt x="1521" y="101"/>
                    </a:cubicBezTo>
                    <a:cubicBezTo>
                      <a:pt x="1521" y="135"/>
                      <a:pt x="1521" y="168"/>
                      <a:pt x="1521" y="203"/>
                    </a:cubicBezTo>
                    <a:cubicBezTo>
                      <a:pt x="1555" y="203"/>
                      <a:pt x="1588" y="203"/>
                      <a:pt x="1623" y="203"/>
                    </a:cubicBezTo>
                    <a:cubicBezTo>
                      <a:pt x="1623" y="236"/>
                      <a:pt x="1623" y="270"/>
                      <a:pt x="1623" y="304"/>
                    </a:cubicBezTo>
                    <a:cubicBezTo>
                      <a:pt x="1656" y="304"/>
                      <a:pt x="1690" y="304"/>
                      <a:pt x="1724" y="304"/>
                    </a:cubicBezTo>
                    <a:cubicBezTo>
                      <a:pt x="1724" y="338"/>
                      <a:pt x="1724" y="371"/>
                      <a:pt x="1724" y="406"/>
                    </a:cubicBezTo>
                    <a:cubicBezTo>
                      <a:pt x="1758" y="406"/>
                      <a:pt x="1791" y="406"/>
                      <a:pt x="1825" y="406"/>
                    </a:cubicBezTo>
                    <a:cubicBezTo>
                      <a:pt x="1825" y="473"/>
                      <a:pt x="1825" y="540"/>
                      <a:pt x="1825" y="608"/>
                    </a:cubicBezTo>
                    <a:cubicBezTo>
                      <a:pt x="1859" y="608"/>
                      <a:pt x="1892" y="608"/>
                      <a:pt x="1927" y="608"/>
                    </a:cubicBezTo>
                    <a:cubicBezTo>
                      <a:pt x="1927" y="876"/>
                      <a:pt x="1927" y="1144"/>
                      <a:pt x="1927" y="1420"/>
                    </a:cubicBezTo>
                    <a:cubicBezTo>
                      <a:pt x="1893" y="1420"/>
                      <a:pt x="1860" y="1420"/>
                      <a:pt x="1825" y="1420"/>
                    </a:cubicBezTo>
                    <a:cubicBezTo>
                      <a:pt x="1825" y="1453"/>
                      <a:pt x="1825" y="1487"/>
                      <a:pt x="1825" y="1521"/>
                    </a:cubicBezTo>
                    <a:cubicBezTo>
                      <a:pt x="1792" y="1521"/>
                      <a:pt x="1759" y="1521"/>
                      <a:pt x="1724" y="1521"/>
                    </a:cubicBezTo>
                    <a:cubicBezTo>
                      <a:pt x="1724" y="1555"/>
                      <a:pt x="1724" y="1588"/>
                      <a:pt x="1724" y="1623"/>
                    </a:cubicBezTo>
                    <a:cubicBezTo>
                      <a:pt x="1691" y="1623"/>
                      <a:pt x="1657" y="1623"/>
                      <a:pt x="1623" y="1623"/>
                    </a:cubicBezTo>
                    <a:cubicBezTo>
                      <a:pt x="1623" y="1656"/>
                      <a:pt x="1623" y="1690"/>
                      <a:pt x="1623" y="1724"/>
                    </a:cubicBezTo>
                    <a:cubicBezTo>
                      <a:pt x="1589" y="1724"/>
                      <a:pt x="1556" y="1724"/>
                      <a:pt x="1521" y="1724"/>
                    </a:cubicBezTo>
                    <a:cubicBezTo>
                      <a:pt x="1521" y="1758"/>
                      <a:pt x="1521" y="1791"/>
                      <a:pt x="1521" y="1825"/>
                    </a:cubicBezTo>
                    <a:cubicBezTo>
                      <a:pt x="1454" y="1825"/>
                      <a:pt x="1387" y="1825"/>
                      <a:pt x="1318" y="1825"/>
                    </a:cubicBezTo>
                    <a:cubicBezTo>
                      <a:pt x="1318" y="1859"/>
                      <a:pt x="1318" y="1892"/>
                      <a:pt x="1318" y="1927"/>
                    </a:cubicBezTo>
                    <a:cubicBezTo>
                      <a:pt x="1084" y="1927"/>
                      <a:pt x="850" y="1927"/>
                      <a:pt x="608" y="1927"/>
                    </a:cubicBezTo>
                    <a:cubicBezTo>
                      <a:pt x="608" y="1893"/>
                      <a:pt x="608" y="1860"/>
                      <a:pt x="608" y="1825"/>
                    </a:cubicBezTo>
                    <a:cubicBezTo>
                      <a:pt x="542" y="1825"/>
                      <a:pt x="475" y="1825"/>
                      <a:pt x="406" y="1825"/>
                    </a:cubicBezTo>
                    <a:cubicBezTo>
                      <a:pt x="406" y="1792"/>
                      <a:pt x="406" y="1759"/>
                      <a:pt x="406" y="1724"/>
                    </a:cubicBezTo>
                    <a:cubicBezTo>
                      <a:pt x="372" y="1724"/>
                      <a:pt x="339" y="1724"/>
                      <a:pt x="304" y="1724"/>
                    </a:cubicBezTo>
                    <a:cubicBezTo>
                      <a:pt x="304" y="1691"/>
                      <a:pt x="304" y="1657"/>
                      <a:pt x="304" y="1623"/>
                    </a:cubicBezTo>
                    <a:cubicBezTo>
                      <a:pt x="271" y="1623"/>
                      <a:pt x="237" y="1623"/>
                      <a:pt x="203" y="1623"/>
                    </a:cubicBezTo>
                    <a:cubicBezTo>
                      <a:pt x="203" y="1556"/>
                      <a:pt x="203" y="1489"/>
                      <a:pt x="203" y="1420"/>
                    </a:cubicBezTo>
                    <a:cubicBezTo>
                      <a:pt x="169" y="1420"/>
                      <a:pt x="136" y="1420"/>
                      <a:pt x="101" y="1420"/>
                    </a:cubicBezTo>
                    <a:cubicBezTo>
                      <a:pt x="101" y="1319"/>
                      <a:pt x="101" y="1219"/>
                      <a:pt x="101" y="1116"/>
                    </a:cubicBezTo>
                    <a:cubicBezTo>
                      <a:pt x="68" y="1116"/>
                      <a:pt x="34" y="1116"/>
                      <a:pt x="0" y="1116"/>
                    </a:cubicBezTo>
                    <a:cubicBezTo>
                      <a:pt x="0" y="1015"/>
                      <a:pt x="0" y="915"/>
                      <a:pt x="0" y="811"/>
                    </a:cubicBezTo>
                    <a:cubicBezTo>
                      <a:pt x="33" y="811"/>
                      <a:pt x="67" y="811"/>
                      <a:pt x="101" y="811"/>
                    </a:cubicBezTo>
                    <a:cubicBezTo>
                      <a:pt x="101" y="711"/>
                      <a:pt x="101" y="611"/>
                      <a:pt x="101" y="507"/>
                    </a:cubicBezTo>
                    <a:cubicBezTo>
                      <a:pt x="135" y="507"/>
                      <a:pt x="168" y="507"/>
                      <a:pt x="203" y="507"/>
                    </a:cubicBezTo>
                    <a:cubicBezTo>
                      <a:pt x="203" y="474"/>
                      <a:pt x="203" y="440"/>
                      <a:pt x="203" y="406"/>
                    </a:cubicBezTo>
                    <a:cubicBezTo>
                      <a:pt x="236" y="406"/>
                      <a:pt x="270" y="406"/>
                      <a:pt x="304" y="406"/>
                    </a:cubicBezTo>
                    <a:cubicBezTo>
                      <a:pt x="304" y="372"/>
                      <a:pt x="304" y="339"/>
                      <a:pt x="304" y="304"/>
                    </a:cubicBezTo>
                    <a:cubicBezTo>
                      <a:pt x="338" y="304"/>
                      <a:pt x="371" y="304"/>
                      <a:pt x="406" y="304"/>
                    </a:cubicBezTo>
                    <a:cubicBezTo>
                      <a:pt x="406" y="271"/>
                      <a:pt x="406" y="237"/>
                      <a:pt x="406" y="203"/>
                    </a:cubicBezTo>
                    <a:cubicBezTo>
                      <a:pt x="439" y="203"/>
                      <a:pt x="473" y="203"/>
                      <a:pt x="507" y="203"/>
                    </a:cubicBezTo>
                    <a:cubicBezTo>
                      <a:pt x="507" y="169"/>
                      <a:pt x="507" y="136"/>
                      <a:pt x="507" y="101"/>
                    </a:cubicBezTo>
                    <a:cubicBezTo>
                      <a:pt x="607" y="101"/>
                      <a:pt x="708" y="101"/>
                      <a:pt x="811" y="101"/>
                    </a:cubicBezTo>
                    <a:cubicBezTo>
                      <a:pt x="811" y="68"/>
                      <a:pt x="811" y="34"/>
                      <a:pt x="811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44" cap="flat">
                <a:noFill/>
              </a:ln>
            </p:spPr>
          </p:sp>
          <p:sp>
            <p:nvSpPr>
              <p:cNvPr id="1164" name="ICON_TOOL_VISUALIZE_path_005"/>
              <p:cNvSpPr/>
              <p:nvPr/>
            </p:nvSpPr>
            <p:spPr>
              <a:xfrm>
                <a:off x="5237342" y="4490349"/>
                <a:ext cx="24471" cy="23183"/>
              </a:xfrm>
              <a:custGeom>
                <a:avLst/>
                <a:gdLst/>
                <a:ahLst/>
                <a:cxnLst/>
                <a:rect l="0" t="0" r="r" b="b"/>
                <a:pathLst>
                  <a:path w="1927" h="1825" fill="norm" stroke="0">
                    <a:moveTo>
                      <a:pt x="507" y="0"/>
                    </a:moveTo>
                    <a:cubicBezTo>
                      <a:pt x="808" y="0"/>
                      <a:pt x="1109" y="0"/>
                      <a:pt x="1420" y="0"/>
                    </a:cubicBezTo>
                    <a:cubicBezTo>
                      <a:pt x="1420" y="33"/>
                      <a:pt x="1420" y="67"/>
                      <a:pt x="1420" y="101"/>
                    </a:cubicBezTo>
                    <a:cubicBezTo>
                      <a:pt x="1453" y="101"/>
                      <a:pt x="1487" y="101"/>
                      <a:pt x="1521" y="101"/>
                    </a:cubicBezTo>
                    <a:cubicBezTo>
                      <a:pt x="1521" y="135"/>
                      <a:pt x="1521" y="168"/>
                      <a:pt x="1521" y="203"/>
                    </a:cubicBezTo>
                    <a:cubicBezTo>
                      <a:pt x="1555" y="203"/>
                      <a:pt x="1588" y="203"/>
                      <a:pt x="1623" y="203"/>
                    </a:cubicBezTo>
                    <a:cubicBezTo>
                      <a:pt x="1623" y="236"/>
                      <a:pt x="1623" y="270"/>
                      <a:pt x="1623" y="304"/>
                    </a:cubicBezTo>
                    <a:cubicBezTo>
                      <a:pt x="1656" y="304"/>
                      <a:pt x="1690" y="304"/>
                      <a:pt x="1724" y="304"/>
                    </a:cubicBezTo>
                    <a:cubicBezTo>
                      <a:pt x="1724" y="338"/>
                      <a:pt x="1724" y="371"/>
                      <a:pt x="1724" y="406"/>
                    </a:cubicBezTo>
                    <a:cubicBezTo>
                      <a:pt x="1758" y="406"/>
                      <a:pt x="1791" y="406"/>
                      <a:pt x="1825" y="406"/>
                    </a:cubicBezTo>
                    <a:cubicBezTo>
                      <a:pt x="1825" y="473"/>
                      <a:pt x="1825" y="540"/>
                      <a:pt x="1825" y="608"/>
                    </a:cubicBezTo>
                    <a:cubicBezTo>
                      <a:pt x="1859" y="608"/>
                      <a:pt x="1892" y="608"/>
                      <a:pt x="1927" y="608"/>
                    </a:cubicBezTo>
                    <a:cubicBezTo>
                      <a:pt x="1927" y="809"/>
                      <a:pt x="1927" y="1010"/>
                      <a:pt x="1927" y="1217"/>
                    </a:cubicBezTo>
                    <a:cubicBezTo>
                      <a:pt x="1893" y="1217"/>
                      <a:pt x="1860" y="1217"/>
                      <a:pt x="1825" y="1217"/>
                    </a:cubicBezTo>
                    <a:cubicBezTo>
                      <a:pt x="1825" y="1284"/>
                      <a:pt x="1825" y="1351"/>
                      <a:pt x="1825" y="1420"/>
                    </a:cubicBezTo>
                    <a:cubicBezTo>
                      <a:pt x="1792" y="1420"/>
                      <a:pt x="1759" y="1420"/>
                      <a:pt x="1724" y="1420"/>
                    </a:cubicBezTo>
                    <a:cubicBezTo>
                      <a:pt x="1724" y="1453"/>
                      <a:pt x="1724" y="1487"/>
                      <a:pt x="1724" y="1521"/>
                    </a:cubicBezTo>
                    <a:cubicBezTo>
                      <a:pt x="1691" y="1521"/>
                      <a:pt x="1657" y="1521"/>
                      <a:pt x="1623" y="1521"/>
                    </a:cubicBezTo>
                    <a:cubicBezTo>
                      <a:pt x="1623" y="1555"/>
                      <a:pt x="1623" y="1588"/>
                      <a:pt x="1623" y="1623"/>
                    </a:cubicBezTo>
                    <a:cubicBezTo>
                      <a:pt x="1589" y="1623"/>
                      <a:pt x="1556" y="1623"/>
                      <a:pt x="1521" y="1623"/>
                    </a:cubicBezTo>
                    <a:cubicBezTo>
                      <a:pt x="1521" y="1656"/>
                      <a:pt x="1521" y="1690"/>
                      <a:pt x="1521" y="1724"/>
                    </a:cubicBezTo>
                    <a:cubicBezTo>
                      <a:pt x="1488" y="1724"/>
                      <a:pt x="1454" y="1724"/>
                      <a:pt x="1420" y="1724"/>
                    </a:cubicBezTo>
                    <a:cubicBezTo>
                      <a:pt x="1420" y="1758"/>
                      <a:pt x="1420" y="1791"/>
                      <a:pt x="1420" y="1825"/>
                    </a:cubicBezTo>
                    <a:cubicBezTo>
                      <a:pt x="1119" y="1825"/>
                      <a:pt x="817" y="1825"/>
                      <a:pt x="507" y="1825"/>
                    </a:cubicBezTo>
                    <a:cubicBezTo>
                      <a:pt x="507" y="1792"/>
                      <a:pt x="507" y="1759"/>
                      <a:pt x="507" y="1724"/>
                    </a:cubicBezTo>
                    <a:cubicBezTo>
                      <a:pt x="474" y="1724"/>
                      <a:pt x="440" y="1724"/>
                      <a:pt x="406" y="1724"/>
                    </a:cubicBezTo>
                    <a:cubicBezTo>
                      <a:pt x="406" y="1691"/>
                      <a:pt x="406" y="1657"/>
                      <a:pt x="406" y="1623"/>
                    </a:cubicBezTo>
                    <a:cubicBezTo>
                      <a:pt x="372" y="1623"/>
                      <a:pt x="339" y="1623"/>
                      <a:pt x="304" y="1623"/>
                    </a:cubicBezTo>
                    <a:cubicBezTo>
                      <a:pt x="304" y="1589"/>
                      <a:pt x="304" y="1556"/>
                      <a:pt x="304" y="1521"/>
                    </a:cubicBezTo>
                    <a:cubicBezTo>
                      <a:pt x="271" y="1521"/>
                      <a:pt x="237" y="1521"/>
                      <a:pt x="203" y="1521"/>
                    </a:cubicBezTo>
                    <a:cubicBezTo>
                      <a:pt x="203" y="1488"/>
                      <a:pt x="203" y="1454"/>
                      <a:pt x="203" y="1420"/>
                    </a:cubicBezTo>
                    <a:cubicBezTo>
                      <a:pt x="169" y="1420"/>
                      <a:pt x="136" y="1420"/>
                      <a:pt x="101" y="1420"/>
                    </a:cubicBezTo>
                    <a:cubicBezTo>
                      <a:pt x="101" y="1353"/>
                      <a:pt x="101" y="1286"/>
                      <a:pt x="101" y="1217"/>
                    </a:cubicBezTo>
                    <a:cubicBezTo>
                      <a:pt x="68" y="1217"/>
                      <a:pt x="34" y="1217"/>
                      <a:pt x="0" y="1217"/>
                    </a:cubicBezTo>
                    <a:cubicBezTo>
                      <a:pt x="0" y="1016"/>
                      <a:pt x="0" y="815"/>
                      <a:pt x="0" y="608"/>
                    </a:cubicBezTo>
                    <a:cubicBezTo>
                      <a:pt x="33" y="608"/>
                      <a:pt x="67" y="608"/>
                      <a:pt x="101" y="608"/>
                    </a:cubicBezTo>
                    <a:cubicBezTo>
                      <a:pt x="101" y="542"/>
                      <a:pt x="101" y="475"/>
                      <a:pt x="101" y="406"/>
                    </a:cubicBezTo>
                    <a:cubicBezTo>
                      <a:pt x="135" y="406"/>
                      <a:pt x="168" y="406"/>
                      <a:pt x="203" y="406"/>
                    </a:cubicBezTo>
                    <a:cubicBezTo>
                      <a:pt x="203" y="372"/>
                      <a:pt x="203" y="339"/>
                      <a:pt x="203" y="304"/>
                    </a:cubicBezTo>
                    <a:cubicBezTo>
                      <a:pt x="236" y="304"/>
                      <a:pt x="270" y="304"/>
                      <a:pt x="304" y="304"/>
                    </a:cubicBezTo>
                    <a:cubicBezTo>
                      <a:pt x="304" y="271"/>
                      <a:pt x="304" y="237"/>
                      <a:pt x="304" y="203"/>
                    </a:cubicBezTo>
                    <a:cubicBezTo>
                      <a:pt x="338" y="203"/>
                      <a:pt x="371" y="203"/>
                      <a:pt x="406" y="203"/>
                    </a:cubicBezTo>
                    <a:cubicBezTo>
                      <a:pt x="406" y="169"/>
                      <a:pt x="406" y="136"/>
                      <a:pt x="406" y="101"/>
                    </a:cubicBezTo>
                    <a:cubicBezTo>
                      <a:pt x="439" y="101"/>
                      <a:pt x="473" y="101"/>
                      <a:pt x="507" y="101"/>
                    </a:cubicBezTo>
                    <a:cubicBezTo>
                      <a:pt x="507" y="68"/>
                      <a:pt x="507" y="34"/>
                      <a:pt x="50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65" name="ICON_TOOL_VISUALIZE_path_006"/>
              <p:cNvSpPr/>
              <p:nvPr/>
            </p:nvSpPr>
            <p:spPr>
              <a:xfrm>
                <a:off x="5161352" y="4543155"/>
                <a:ext cx="23183" cy="24471"/>
              </a:xfrm>
              <a:custGeom>
                <a:avLst/>
                <a:gdLst/>
                <a:ahLst/>
                <a:cxnLst/>
                <a:rect l="0" t="0" r="r" b="b"/>
                <a:pathLst>
                  <a:path w="1825" h="1927" fill="norm" stroke="0">
                    <a:moveTo>
                      <a:pt x="608" y="0"/>
                    </a:moveTo>
                    <a:cubicBezTo>
                      <a:pt x="809" y="0"/>
                      <a:pt x="1010" y="0"/>
                      <a:pt x="1217" y="0"/>
                    </a:cubicBezTo>
                    <a:cubicBezTo>
                      <a:pt x="1217" y="33"/>
                      <a:pt x="1217" y="67"/>
                      <a:pt x="1217" y="101"/>
                    </a:cubicBezTo>
                    <a:cubicBezTo>
                      <a:pt x="1284" y="101"/>
                      <a:pt x="1351" y="101"/>
                      <a:pt x="1420" y="101"/>
                    </a:cubicBezTo>
                    <a:cubicBezTo>
                      <a:pt x="1420" y="135"/>
                      <a:pt x="1420" y="168"/>
                      <a:pt x="1420" y="203"/>
                    </a:cubicBezTo>
                    <a:cubicBezTo>
                      <a:pt x="1453" y="203"/>
                      <a:pt x="1487" y="203"/>
                      <a:pt x="1521" y="203"/>
                    </a:cubicBezTo>
                    <a:cubicBezTo>
                      <a:pt x="1521" y="236"/>
                      <a:pt x="1521" y="270"/>
                      <a:pt x="1521" y="304"/>
                    </a:cubicBezTo>
                    <a:cubicBezTo>
                      <a:pt x="1555" y="304"/>
                      <a:pt x="1588" y="304"/>
                      <a:pt x="1623" y="304"/>
                    </a:cubicBezTo>
                    <a:cubicBezTo>
                      <a:pt x="1623" y="338"/>
                      <a:pt x="1623" y="371"/>
                      <a:pt x="1623" y="406"/>
                    </a:cubicBezTo>
                    <a:cubicBezTo>
                      <a:pt x="1656" y="406"/>
                      <a:pt x="1690" y="406"/>
                      <a:pt x="1724" y="406"/>
                    </a:cubicBezTo>
                    <a:cubicBezTo>
                      <a:pt x="1724" y="439"/>
                      <a:pt x="1724" y="473"/>
                      <a:pt x="1724" y="507"/>
                    </a:cubicBezTo>
                    <a:cubicBezTo>
                      <a:pt x="1758" y="507"/>
                      <a:pt x="1791" y="507"/>
                      <a:pt x="1825" y="507"/>
                    </a:cubicBezTo>
                    <a:cubicBezTo>
                      <a:pt x="1825" y="775"/>
                      <a:pt x="1825" y="1043"/>
                      <a:pt x="1825" y="1318"/>
                    </a:cubicBezTo>
                    <a:cubicBezTo>
                      <a:pt x="1792" y="1318"/>
                      <a:pt x="1759" y="1318"/>
                      <a:pt x="1724" y="1318"/>
                    </a:cubicBezTo>
                    <a:cubicBezTo>
                      <a:pt x="1724" y="1385"/>
                      <a:pt x="1724" y="1452"/>
                      <a:pt x="1724" y="1521"/>
                    </a:cubicBezTo>
                    <a:cubicBezTo>
                      <a:pt x="1691" y="1521"/>
                      <a:pt x="1657" y="1521"/>
                      <a:pt x="1623" y="1521"/>
                    </a:cubicBezTo>
                    <a:cubicBezTo>
                      <a:pt x="1623" y="1555"/>
                      <a:pt x="1623" y="1588"/>
                      <a:pt x="1623" y="1623"/>
                    </a:cubicBezTo>
                    <a:cubicBezTo>
                      <a:pt x="1589" y="1623"/>
                      <a:pt x="1556" y="1623"/>
                      <a:pt x="1521" y="1623"/>
                    </a:cubicBezTo>
                    <a:cubicBezTo>
                      <a:pt x="1521" y="1656"/>
                      <a:pt x="1521" y="1690"/>
                      <a:pt x="1521" y="1724"/>
                    </a:cubicBezTo>
                    <a:cubicBezTo>
                      <a:pt x="1488" y="1724"/>
                      <a:pt x="1454" y="1724"/>
                      <a:pt x="1420" y="1724"/>
                    </a:cubicBezTo>
                    <a:cubicBezTo>
                      <a:pt x="1420" y="1758"/>
                      <a:pt x="1420" y="1791"/>
                      <a:pt x="1420" y="1825"/>
                    </a:cubicBezTo>
                    <a:cubicBezTo>
                      <a:pt x="1353" y="1825"/>
                      <a:pt x="1286" y="1825"/>
                      <a:pt x="1217" y="1825"/>
                    </a:cubicBezTo>
                    <a:cubicBezTo>
                      <a:pt x="1217" y="1859"/>
                      <a:pt x="1217" y="1892"/>
                      <a:pt x="1217" y="1927"/>
                    </a:cubicBezTo>
                    <a:cubicBezTo>
                      <a:pt x="1016" y="1927"/>
                      <a:pt x="815" y="1927"/>
                      <a:pt x="608" y="1927"/>
                    </a:cubicBezTo>
                    <a:cubicBezTo>
                      <a:pt x="608" y="1893"/>
                      <a:pt x="608" y="1860"/>
                      <a:pt x="608" y="1825"/>
                    </a:cubicBezTo>
                    <a:cubicBezTo>
                      <a:pt x="542" y="1825"/>
                      <a:pt x="475" y="1825"/>
                      <a:pt x="406" y="1825"/>
                    </a:cubicBezTo>
                    <a:cubicBezTo>
                      <a:pt x="406" y="1792"/>
                      <a:pt x="406" y="1759"/>
                      <a:pt x="406" y="1724"/>
                    </a:cubicBezTo>
                    <a:cubicBezTo>
                      <a:pt x="372" y="1724"/>
                      <a:pt x="339" y="1724"/>
                      <a:pt x="304" y="1724"/>
                    </a:cubicBezTo>
                    <a:cubicBezTo>
                      <a:pt x="304" y="1691"/>
                      <a:pt x="304" y="1657"/>
                      <a:pt x="304" y="1623"/>
                    </a:cubicBezTo>
                    <a:cubicBezTo>
                      <a:pt x="271" y="1623"/>
                      <a:pt x="237" y="1623"/>
                      <a:pt x="203" y="1623"/>
                    </a:cubicBezTo>
                    <a:cubicBezTo>
                      <a:pt x="203" y="1589"/>
                      <a:pt x="203" y="1556"/>
                      <a:pt x="203" y="1521"/>
                    </a:cubicBezTo>
                    <a:cubicBezTo>
                      <a:pt x="169" y="1521"/>
                      <a:pt x="136" y="1521"/>
                      <a:pt x="101" y="1521"/>
                    </a:cubicBezTo>
                    <a:cubicBezTo>
                      <a:pt x="101" y="1488"/>
                      <a:pt x="101" y="1454"/>
                      <a:pt x="101" y="1420"/>
                    </a:cubicBezTo>
                    <a:cubicBezTo>
                      <a:pt x="68" y="1420"/>
                      <a:pt x="34" y="1420"/>
                      <a:pt x="0" y="1420"/>
                    </a:cubicBezTo>
                    <a:cubicBezTo>
                      <a:pt x="0" y="1152"/>
                      <a:pt x="0" y="884"/>
                      <a:pt x="0" y="608"/>
                    </a:cubicBezTo>
                    <a:cubicBezTo>
                      <a:pt x="33" y="608"/>
                      <a:pt x="67" y="608"/>
                      <a:pt x="101" y="608"/>
                    </a:cubicBezTo>
                    <a:cubicBezTo>
                      <a:pt x="101" y="542"/>
                      <a:pt x="101" y="475"/>
                      <a:pt x="101" y="406"/>
                    </a:cubicBezTo>
                    <a:cubicBezTo>
                      <a:pt x="135" y="406"/>
                      <a:pt x="168" y="406"/>
                      <a:pt x="203" y="406"/>
                    </a:cubicBezTo>
                    <a:cubicBezTo>
                      <a:pt x="203" y="372"/>
                      <a:pt x="203" y="339"/>
                      <a:pt x="203" y="304"/>
                    </a:cubicBezTo>
                    <a:cubicBezTo>
                      <a:pt x="236" y="304"/>
                      <a:pt x="270" y="304"/>
                      <a:pt x="304" y="304"/>
                    </a:cubicBezTo>
                    <a:cubicBezTo>
                      <a:pt x="304" y="271"/>
                      <a:pt x="304" y="237"/>
                      <a:pt x="304" y="203"/>
                    </a:cubicBezTo>
                    <a:cubicBezTo>
                      <a:pt x="338" y="203"/>
                      <a:pt x="371" y="203"/>
                      <a:pt x="406" y="203"/>
                    </a:cubicBezTo>
                    <a:cubicBezTo>
                      <a:pt x="406" y="169"/>
                      <a:pt x="406" y="136"/>
                      <a:pt x="406" y="101"/>
                    </a:cubicBezTo>
                    <a:cubicBezTo>
                      <a:pt x="473" y="101"/>
                      <a:pt x="540" y="101"/>
                      <a:pt x="608" y="101"/>
                    </a:cubicBezTo>
                    <a:cubicBezTo>
                      <a:pt x="608" y="68"/>
                      <a:pt x="608" y="34"/>
                      <a:pt x="60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66" name="ICON_TOOL_VISUALIZE_path_007"/>
              <p:cNvSpPr/>
              <p:nvPr/>
            </p:nvSpPr>
            <p:spPr>
              <a:xfrm>
                <a:off x="5314621" y="4525124"/>
                <a:ext cx="24471" cy="23183"/>
              </a:xfrm>
              <a:custGeom>
                <a:avLst/>
                <a:gdLst/>
                <a:ahLst/>
                <a:cxnLst/>
                <a:rect l="0" t="0" r="r" b="b"/>
                <a:pathLst>
                  <a:path w="1927" h="1825" fill="norm" stroke="0">
                    <a:moveTo>
                      <a:pt x="608" y="0"/>
                    </a:moveTo>
                    <a:cubicBezTo>
                      <a:pt x="843" y="0"/>
                      <a:pt x="1077" y="0"/>
                      <a:pt x="1318" y="0"/>
                    </a:cubicBezTo>
                    <a:cubicBezTo>
                      <a:pt x="1318" y="33"/>
                      <a:pt x="1318" y="67"/>
                      <a:pt x="1318" y="101"/>
                    </a:cubicBezTo>
                    <a:cubicBezTo>
                      <a:pt x="1385" y="101"/>
                      <a:pt x="1452" y="101"/>
                      <a:pt x="1521" y="101"/>
                    </a:cubicBezTo>
                    <a:cubicBezTo>
                      <a:pt x="1521" y="135"/>
                      <a:pt x="1521" y="168"/>
                      <a:pt x="1521" y="203"/>
                    </a:cubicBezTo>
                    <a:cubicBezTo>
                      <a:pt x="1555" y="203"/>
                      <a:pt x="1588" y="203"/>
                      <a:pt x="1623" y="203"/>
                    </a:cubicBezTo>
                    <a:cubicBezTo>
                      <a:pt x="1623" y="236"/>
                      <a:pt x="1623" y="270"/>
                      <a:pt x="1623" y="304"/>
                    </a:cubicBezTo>
                    <a:cubicBezTo>
                      <a:pt x="1656" y="304"/>
                      <a:pt x="1690" y="304"/>
                      <a:pt x="1724" y="304"/>
                    </a:cubicBezTo>
                    <a:cubicBezTo>
                      <a:pt x="1724" y="338"/>
                      <a:pt x="1724" y="371"/>
                      <a:pt x="1724" y="406"/>
                    </a:cubicBezTo>
                    <a:cubicBezTo>
                      <a:pt x="1758" y="406"/>
                      <a:pt x="1791" y="406"/>
                      <a:pt x="1825" y="406"/>
                    </a:cubicBezTo>
                    <a:cubicBezTo>
                      <a:pt x="1825" y="506"/>
                      <a:pt x="1825" y="606"/>
                      <a:pt x="1825" y="710"/>
                    </a:cubicBezTo>
                    <a:cubicBezTo>
                      <a:pt x="1859" y="710"/>
                      <a:pt x="1892" y="710"/>
                      <a:pt x="1927" y="710"/>
                    </a:cubicBezTo>
                    <a:cubicBezTo>
                      <a:pt x="1927" y="844"/>
                      <a:pt x="1927" y="978"/>
                      <a:pt x="1927" y="1116"/>
                    </a:cubicBezTo>
                    <a:cubicBezTo>
                      <a:pt x="1893" y="1116"/>
                      <a:pt x="1860" y="1116"/>
                      <a:pt x="1825" y="1116"/>
                    </a:cubicBezTo>
                    <a:cubicBezTo>
                      <a:pt x="1825" y="1183"/>
                      <a:pt x="1825" y="1249"/>
                      <a:pt x="1825" y="1318"/>
                    </a:cubicBezTo>
                    <a:cubicBezTo>
                      <a:pt x="1792" y="1318"/>
                      <a:pt x="1759" y="1318"/>
                      <a:pt x="1724" y="1318"/>
                    </a:cubicBezTo>
                    <a:cubicBezTo>
                      <a:pt x="1724" y="1385"/>
                      <a:pt x="1724" y="1452"/>
                      <a:pt x="1724" y="1521"/>
                    </a:cubicBezTo>
                    <a:cubicBezTo>
                      <a:pt x="1691" y="1521"/>
                      <a:pt x="1657" y="1521"/>
                      <a:pt x="1623" y="1521"/>
                    </a:cubicBezTo>
                    <a:cubicBezTo>
                      <a:pt x="1623" y="1555"/>
                      <a:pt x="1623" y="1588"/>
                      <a:pt x="1623" y="1623"/>
                    </a:cubicBezTo>
                    <a:cubicBezTo>
                      <a:pt x="1556" y="1623"/>
                      <a:pt x="1489" y="1623"/>
                      <a:pt x="1420" y="1623"/>
                    </a:cubicBezTo>
                    <a:cubicBezTo>
                      <a:pt x="1420" y="1656"/>
                      <a:pt x="1420" y="1690"/>
                      <a:pt x="1420" y="1724"/>
                    </a:cubicBezTo>
                    <a:cubicBezTo>
                      <a:pt x="1386" y="1724"/>
                      <a:pt x="1353" y="1724"/>
                      <a:pt x="1318" y="1724"/>
                    </a:cubicBezTo>
                    <a:cubicBezTo>
                      <a:pt x="1318" y="1758"/>
                      <a:pt x="1318" y="1791"/>
                      <a:pt x="1318" y="1825"/>
                    </a:cubicBezTo>
                    <a:cubicBezTo>
                      <a:pt x="1084" y="1825"/>
                      <a:pt x="850" y="1825"/>
                      <a:pt x="608" y="1825"/>
                    </a:cubicBezTo>
                    <a:cubicBezTo>
                      <a:pt x="608" y="1792"/>
                      <a:pt x="608" y="1759"/>
                      <a:pt x="608" y="1724"/>
                    </a:cubicBezTo>
                    <a:cubicBezTo>
                      <a:pt x="542" y="1724"/>
                      <a:pt x="475" y="1724"/>
                      <a:pt x="406" y="1724"/>
                    </a:cubicBezTo>
                    <a:cubicBezTo>
                      <a:pt x="406" y="1691"/>
                      <a:pt x="406" y="1657"/>
                      <a:pt x="406" y="1623"/>
                    </a:cubicBezTo>
                    <a:cubicBezTo>
                      <a:pt x="372" y="1623"/>
                      <a:pt x="339" y="1623"/>
                      <a:pt x="304" y="1623"/>
                    </a:cubicBezTo>
                    <a:cubicBezTo>
                      <a:pt x="304" y="1589"/>
                      <a:pt x="304" y="1556"/>
                      <a:pt x="304" y="1521"/>
                    </a:cubicBezTo>
                    <a:cubicBezTo>
                      <a:pt x="271" y="1521"/>
                      <a:pt x="237" y="1521"/>
                      <a:pt x="203" y="1521"/>
                    </a:cubicBezTo>
                    <a:cubicBezTo>
                      <a:pt x="203" y="1454"/>
                      <a:pt x="203" y="1387"/>
                      <a:pt x="203" y="1318"/>
                    </a:cubicBezTo>
                    <a:cubicBezTo>
                      <a:pt x="169" y="1318"/>
                      <a:pt x="136" y="1318"/>
                      <a:pt x="101" y="1318"/>
                    </a:cubicBezTo>
                    <a:cubicBezTo>
                      <a:pt x="101" y="1251"/>
                      <a:pt x="101" y="1185"/>
                      <a:pt x="101" y="1116"/>
                    </a:cubicBezTo>
                    <a:cubicBezTo>
                      <a:pt x="68" y="1116"/>
                      <a:pt x="34" y="1116"/>
                      <a:pt x="0" y="1116"/>
                    </a:cubicBezTo>
                    <a:cubicBezTo>
                      <a:pt x="0" y="982"/>
                      <a:pt x="0" y="848"/>
                      <a:pt x="0" y="710"/>
                    </a:cubicBezTo>
                    <a:cubicBezTo>
                      <a:pt x="33" y="710"/>
                      <a:pt x="67" y="710"/>
                      <a:pt x="101" y="710"/>
                    </a:cubicBezTo>
                    <a:cubicBezTo>
                      <a:pt x="101" y="643"/>
                      <a:pt x="101" y="576"/>
                      <a:pt x="101" y="507"/>
                    </a:cubicBezTo>
                    <a:cubicBezTo>
                      <a:pt x="135" y="507"/>
                      <a:pt x="168" y="507"/>
                      <a:pt x="203" y="507"/>
                    </a:cubicBezTo>
                    <a:cubicBezTo>
                      <a:pt x="203" y="440"/>
                      <a:pt x="203" y="373"/>
                      <a:pt x="203" y="304"/>
                    </a:cubicBezTo>
                    <a:cubicBezTo>
                      <a:pt x="236" y="304"/>
                      <a:pt x="270" y="304"/>
                      <a:pt x="304" y="304"/>
                    </a:cubicBezTo>
                    <a:cubicBezTo>
                      <a:pt x="304" y="271"/>
                      <a:pt x="304" y="237"/>
                      <a:pt x="304" y="203"/>
                    </a:cubicBezTo>
                    <a:cubicBezTo>
                      <a:pt x="338" y="203"/>
                      <a:pt x="371" y="203"/>
                      <a:pt x="406" y="203"/>
                    </a:cubicBezTo>
                    <a:cubicBezTo>
                      <a:pt x="406" y="169"/>
                      <a:pt x="406" y="136"/>
                      <a:pt x="406" y="101"/>
                    </a:cubicBezTo>
                    <a:cubicBezTo>
                      <a:pt x="473" y="101"/>
                      <a:pt x="540" y="101"/>
                      <a:pt x="608" y="101"/>
                    </a:cubicBezTo>
                    <a:cubicBezTo>
                      <a:pt x="608" y="68"/>
                      <a:pt x="608" y="34"/>
                      <a:pt x="60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44" cap="flat">
                <a:noFill/>
              </a:ln>
            </p:spPr>
          </p:sp>
          <p:sp>
            <p:nvSpPr>
              <p:cNvPr id="1167" name="ICON_TOOL_VISUALIZE_path_008"/>
              <p:cNvSpPr/>
              <p:nvPr/>
            </p:nvSpPr>
            <p:spPr>
              <a:xfrm>
                <a:off x="5099529" y="4556035"/>
                <a:ext cx="11592" cy="43791"/>
              </a:xfrm>
              <a:custGeom>
                <a:avLst/>
                <a:gdLst/>
                <a:ahLst/>
                <a:cxnLst/>
                <a:rect l="0" t="0" r="r" b="b"/>
                <a:pathLst>
                  <a:path w="913" h="3448" fill="norm" stroke="0">
                    <a:moveTo>
                      <a:pt x="101" y="0"/>
                    </a:moveTo>
                    <a:cubicBezTo>
                      <a:pt x="336" y="0"/>
                      <a:pt x="570" y="0"/>
                      <a:pt x="811" y="0"/>
                    </a:cubicBezTo>
                    <a:cubicBezTo>
                      <a:pt x="811" y="67"/>
                      <a:pt x="811" y="134"/>
                      <a:pt x="811" y="203"/>
                    </a:cubicBezTo>
                    <a:cubicBezTo>
                      <a:pt x="744" y="203"/>
                      <a:pt x="677" y="203"/>
                      <a:pt x="608" y="203"/>
                    </a:cubicBezTo>
                    <a:cubicBezTo>
                      <a:pt x="608" y="270"/>
                      <a:pt x="608" y="337"/>
                      <a:pt x="608" y="406"/>
                    </a:cubicBezTo>
                    <a:cubicBezTo>
                      <a:pt x="575" y="406"/>
                      <a:pt x="542" y="406"/>
                      <a:pt x="507" y="406"/>
                    </a:cubicBezTo>
                    <a:cubicBezTo>
                      <a:pt x="507" y="908"/>
                      <a:pt x="507" y="1410"/>
                      <a:pt x="507" y="1927"/>
                    </a:cubicBezTo>
                    <a:cubicBezTo>
                      <a:pt x="541" y="1927"/>
                      <a:pt x="574" y="1927"/>
                      <a:pt x="608" y="1927"/>
                    </a:cubicBezTo>
                    <a:cubicBezTo>
                      <a:pt x="608" y="1960"/>
                      <a:pt x="608" y="1994"/>
                      <a:pt x="608" y="2028"/>
                    </a:cubicBezTo>
                    <a:cubicBezTo>
                      <a:pt x="675" y="2028"/>
                      <a:pt x="742" y="2028"/>
                      <a:pt x="811" y="2028"/>
                    </a:cubicBezTo>
                    <a:cubicBezTo>
                      <a:pt x="811" y="2062"/>
                      <a:pt x="811" y="2095"/>
                      <a:pt x="811" y="2130"/>
                    </a:cubicBezTo>
                    <a:cubicBezTo>
                      <a:pt x="845" y="2130"/>
                      <a:pt x="878" y="2130"/>
                      <a:pt x="913" y="2130"/>
                    </a:cubicBezTo>
                    <a:cubicBezTo>
                      <a:pt x="913" y="2230"/>
                      <a:pt x="913" y="2331"/>
                      <a:pt x="913" y="2434"/>
                    </a:cubicBezTo>
                    <a:cubicBezTo>
                      <a:pt x="846" y="2434"/>
                      <a:pt x="779" y="2434"/>
                      <a:pt x="710" y="2434"/>
                    </a:cubicBezTo>
                    <a:cubicBezTo>
                      <a:pt x="710" y="2467"/>
                      <a:pt x="710" y="2501"/>
                      <a:pt x="710" y="2535"/>
                    </a:cubicBezTo>
                    <a:cubicBezTo>
                      <a:pt x="676" y="2535"/>
                      <a:pt x="643" y="2535"/>
                      <a:pt x="608" y="2535"/>
                    </a:cubicBezTo>
                    <a:cubicBezTo>
                      <a:pt x="608" y="2569"/>
                      <a:pt x="608" y="2602"/>
                      <a:pt x="608" y="2637"/>
                    </a:cubicBezTo>
                    <a:cubicBezTo>
                      <a:pt x="575" y="2637"/>
                      <a:pt x="542" y="2637"/>
                      <a:pt x="507" y="2637"/>
                    </a:cubicBezTo>
                    <a:cubicBezTo>
                      <a:pt x="507" y="2771"/>
                      <a:pt x="507" y="2905"/>
                      <a:pt x="507" y="3042"/>
                    </a:cubicBezTo>
                    <a:cubicBezTo>
                      <a:pt x="541" y="3042"/>
                      <a:pt x="574" y="3042"/>
                      <a:pt x="608" y="3042"/>
                    </a:cubicBezTo>
                    <a:cubicBezTo>
                      <a:pt x="594" y="3076"/>
                      <a:pt x="579" y="3110"/>
                      <a:pt x="564" y="3144"/>
                    </a:cubicBezTo>
                    <a:cubicBezTo>
                      <a:pt x="556" y="3163"/>
                      <a:pt x="548" y="3182"/>
                      <a:pt x="539" y="3201"/>
                    </a:cubicBezTo>
                    <a:cubicBezTo>
                      <a:pt x="529" y="3216"/>
                      <a:pt x="518" y="3230"/>
                      <a:pt x="507" y="3245"/>
                    </a:cubicBezTo>
                    <a:cubicBezTo>
                      <a:pt x="453" y="3252"/>
                      <a:pt x="453" y="3252"/>
                      <a:pt x="406" y="3245"/>
                    </a:cubicBezTo>
                    <a:cubicBezTo>
                      <a:pt x="406" y="3279"/>
                      <a:pt x="406" y="3312"/>
                      <a:pt x="406" y="3347"/>
                    </a:cubicBezTo>
                    <a:cubicBezTo>
                      <a:pt x="339" y="3347"/>
                      <a:pt x="272" y="3347"/>
                      <a:pt x="203" y="3347"/>
                    </a:cubicBezTo>
                    <a:cubicBezTo>
                      <a:pt x="203" y="3380"/>
                      <a:pt x="203" y="3414"/>
                      <a:pt x="203" y="3448"/>
                    </a:cubicBezTo>
                    <a:cubicBezTo>
                      <a:pt x="136" y="3448"/>
                      <a:pt x="69" y="3448"/>
                      <a:pt x="0" y="3448"/>
                    </a:cubicBezTo>
                    <a:cubicBezTo>
                      <a:pt x="0" y="2344"/>
                      <a:pt x="0" y="1239"/>
                      <a:pt x="0" y="101"/>
                    </a:cubicBezTo>
                    <a:cubicBezTo>
                      <a:pt x="33" y="101"/>
                      <a:pt x="67" y="101"/>
                      <a:pt x="101" y="101"/>
                    </a:cubicBezTo>
                    <a:cubicBezTo>
                      <a:pt x="101" y="68"/>
                      <a:pt x="101" y="34"/>
                      <a:pt x="101" y="0"/>
                    </a:cubicBezTo>
                    <a:close/>
                    <a:moveTo>
                      <a:pt x="101" y="1521"/>
                    </a:moveTo>
                    <a:cubicBezTo>
                      <a:pt x="101" y="1923"/>
                      <a:pt x="101" y="2324"/>
                      <a:pt x="101" y="2738"/>
                    </a:cubicBezTo>
                    <a:cubicBezTo>
                      <a:pt x="168" y="2738"/>
                      <a:pt x="235" y="2738"/>
                      <a:pt x="304" y="2738"/>
                    </a:cubicBezTo>
                    <a:cubicBezTo>
                      <a:pt x="304" y="2337"/>
                      <a:pt x="304" y="1935"/>
                      <a:pt x="304" y="1521"/>
                    </a:cubicBezTo>
                    <a:cubicBezTo>
                      <a:pt x="237" y="1521"/>
                      <a:pt x="170" y="1521"/>
                      <a:pt x="101" y="1521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68" name="ICON_TOOL_VISUALIZE_path_009"/>
              <p:cNvSpPr/>
              <p:nvPr/>
            </p:nvSpPr>
            <p:spPr>
              <a:xfrm>
                <a:off x="5099529" y="4498076"/>
                <a:ext cx="11592" cy="50231"/>
              </a:xfrm>
              <a:custGeom>
                <a:avLst/>
                <a:gdLst/>
                <a:ahLst/>
                <a:cxnLst/>
                <a:rect l="0" t="0" r="r" b="b"/>
                <a:pathLst>
                  <a:path w="913" h="3955" fill="norm" stroke="0">
                    <a:moveTo>
                      <a:pt x="101" y="0"/>
                    </a:moveTo>
                    <a:cubicBezTo>
                      <a:pt x="369" y="0"/>
                      <a:pt x="637" y="0"/>
                      <a:pt x="913" y="0"/>
                    </a:cubicBezTo>
                    <a:cubicBezTo>
                      <a:pt x="896" y="33"/>
                      <a:pt x="879" y="67"/>
                      <a:pt x="862" y="101"/>
                    </a:cubicBezTo>
                    <a:cubicBezTo>
                      <a:pt x="824" y="113"/>
                      <a:pt x="824" y="113"/>
                      <a:pt x="779" y="111"/>
                    </a:cubicBezTo>
                    <a:cubicBezTo>
                      <a:pt x="764" y="111"/>
                      <a:pt x="748" y="111"/>
                      <a:pt x="731" y="110"/>
                    </a:cubicBezTo>
                    <a:cubicBezTo>
                      <a:pt x="715" y="109"/>
                      <a:pt x="698" y="109"/>
                      <a:pt x="681" y="108"/>
                    </a:cubicBezTo>
                    <a:cubicBezTo>
                      <a:pt x="665" y="107"/>
                      <a:pt x="648" y="107"/>
                      <a:pt x="631" y="106"/>
                    </a:cubicBezTo>
                    <a:cubicBezTo>
                      <a:pt x="590" y="105"/>
                      <a:pt x="548" y="103"/>
                      <a:pt x="507" y="101"/>
                    </a:cubicBezTo>
                    <a:cubicBezTo>
                      <a:pt x="507" y="168"/>
                      <a:pt x="507" y="235"/>
                      <a:pt x="507" y="304"/>
                    </a:cubicBezTo>
                    <a:cubicBezTo>
                      <a:pt x="541" y="304"/>
                      <a:pt x="574" y="304"/>
                      <a:pt x="608" y="304"/>
                    </a:cubicBezTo>
                    <a:cubicBezTo>
                      <a:pt x="608" y="371"/>
                      <a:pt x="608" y="438"/>
                      <a:pt x="608" y="507"/>
                    </a:cubicBezTo>
                    <a:cubicBezTo>
                      <a:pt x="575" y="507"/>
                      <a:pt x="542" y="507"/>
                      <a:pt x="507" y="507"/>
                    </a:cubicBezTo>
                    <a:cubicBezTo>
                      <a:pt x="507" y="1511"/>
                      <a:pt x="507" y="2515"/>
                      <a:pt x="507" y="3550"/>
                    </a:cubicBezTo>
                    <a:cubicBezTo>
                      <a:pt x="440" y="3550"/>
                      <a:pt x="373" y="3550"/>
                      <a:pt x="304" y="3550"/>
                    </a:cubicBezTo>
                    <a:cubicBezTo>
                      <a:pt x="304" y="3449"/>
                      <a:pt x="304" y="3349"/>
                      <a:pt x="304" y="3245"/>
                    </a:cubicBezTo>
                    <a:cubicBezTo>
                      <a:pt x="237" y="3245"/>
                      <a:pt x="170" y="3245"/>
                      <a:pt x="101" y="3245"/>
                    </a:cubicBezTo>
                    <a:cubicBezTo>
                      <a:pt x="101" y="3413"/>
                      <a:pt x="101" y="3580"/>
                      <a:pt x="101" y="3752"/>
                    </a:cubicBezTo>
                    <a:cubicBezTo>
                      <a:pt x="135" y="3752"/>
                      <a:pt x="168" y="3752"/>
                      <a:pt x="203" y="3752"/>
                    </a:cubicBezTo>
                    <a:cubicBezTo>
                      <a:pt x="203" y="3786"/>
                      <a:pt x="203" y="3819"/>
                      <a:pt x="203" y="3854"/>
                    </a:cubicBezTo>
                    <a:cubicBezTo>
                      <a:pt x="437" y="3854"/>
                      <a:pt x="671" y="3854"/>
                      <a:pt x="913" y="3854"/>
                    </a:cubicBezTo>
                    <a:cubicBezTo>
                      <a:pt x="913" y="3887"/>
                      <a:pt x="913" y="3921"/>
                      <a:pt x="913" y="3955"/>
                    </a:cubicBezTo>
                    <a:cubicBezTo>
                      <a:pt x="645" y="3955"/>
                      <a:pt x="377" y="3955"/>
                      <a:pt x="101" y="3955"/>
                    </a:cubicBezTo>
                    <a:cubicBezTo>
                      <a:pt x="101" y="3922"/>
                      <a:pt x="101" y="3888"/>
                      <a:pt x="101" y="3854"/>
                    </a:cubicBezTo>
                    <a:cubicBezTo>
                      <a:pt x="68" y="3854"/>
                      <a:pt x="34" y="3854"/>
                      <a:pt x="0" y="3854"/>
                    </a:cubicBezTo>
                    <a:cubicBezTo>
                      <a:pt x="0" y="2615"/>
                      <a:pt x="0" y="1377"/>
                      <a:pt x="0" y="101"/>
                    </a:cubicBezTo>
                    <a:cubicBezTo>
                      <a:pt x="33" y="101"/>
                      <a:pt x="67" y="101"/>
                      <a:pt x="101" y="101"/>
                    </a:cubicBezTo>
                    <a:cubicBezTo>
                      <a:pt x="101" y="68"/>
                      <a:pt x="101" y="34"/>
                      <a:pt x="101" y="0"/>
                    </a:cubicBezTo>
                    <a:close/>
                    <a:moveTo>
                      <a:pt x="101" y="811"/>
                    </a:moveTo>
                    <a:cubicBezTo>
                      <a:pt x="101" y="1280"/>
                      <a:pt x="101" y="1748"/>
                      <a:pt x="101" y="2231"/>
                    </a:cubicBezTo>
                    <a:cubicBezTo>
                      <a:pt x="168" y="2231"/>
                      <a:pt x="235" y="2231"/>
                      <a:pt x="304" y="2231"/>
                    </a:cubicBezTo>
                    <a:cubicBezTo>
                      <a:pt x="304" y="1763"/>
                      <a:pt x="304" y="1294"/>
                      <a:pt x="304" y="811"/>
                    </a:cubicBezTo>
                    <a:cubicBezTo>
                      <a:pt x="237" y="811"/>
                      <a:pt x="170" y="811"/>
                      <a:pt x="101" y="811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69" name="ICON_TOOL_VISUALIZE_path_010"/>
              <p:cNvSpPr/>
              <p:nvPr/>
            </p:nvSpPr>
            <p:spPr>
              <a:xfrm>
                <a:off x="5099529" y="4442694"/>
                <a:ext cx="7728" cy="46367"/>
              </a:xfrm>
              <a:custGeom>
                <a:avLst/>
                <a:gdLst/>
                <a:ahLst/>
                <a:cxnLst/>
                <a:rect l="0" t="0" r="r" b="b"/>
                <a:pathLst>
                  <a:path w="608" h="3651" fill="norm" stroke="0">
                    <a:moveTo>
                      <a:pt x="0" y="0"/>
                    </a:moveTo>
                    <a:cubicBezTo>
                      <a:pt x="50" y="17"/>
                      <a:pt x="100" y="33"/>
                      <a:pt x="152" y="51"/>
                    </a:cubicBezTo>
                    <a:cubicBezTo>
                      <a:pt x="135" y="101"/>
                      <a:pt x="119" y="151"/>
                      <a:pt x="101" y="203"/>
                    </a:cubicBezTo>
                    <a:cubicBezTo>
                      <a:pt x="135" y="203"/>
                      <a:pt x="168" y="203"/>
                      <a:pt x="203" y="203"/>
                    </a:cubicBezTo>
                    <a:cubicBezTo>
                      <a:pt x="203" y="236"/>
                      <a:pt x="203" y="270"/>
                      <a:pt x="203" y="304"/>
                    </a:cubicBezTo>
                    <a:cubicBezTo>
                      <a:pt x="236" y="304"/>
                      <a:pt x="270" y="304"/>
                      <a:pt x="304" y="304"/>
                    </a:cubicBezTo>
                    <a:cubicBezTo>
                      <a:pt x="304" y="271"/>
                      <a:pt x="304" y="237"/>
                      <a:pt x="304" y="203"/>
                    </a:cubicBezTo>
                    <a:cubicBezTo>
                      <a:pt x="371" y="203"/>
                      <a:pt x="438" y="203"/>
                      <a:pt x="507" y="203"/>
                    </a:cubicBezTo>
                    <a:cubicBezTo>
                      <a:pt x="507" y="1240"/>
                      <a:pt x="507" y="2278"/>
                      <a:pt x="507" y="3347"/>
                    </a:cubicBezTo>
                    <a:cubicBezTo>
                      <a:pt x="541" y="3347"/>
                      <a:pt x="574" y="3347"/>
                      <a:pt x="608" y="3347"/>
                    </a:cubicBezTo>
                    <a:cubicBezTo>
                      <a:pt x="608" y="3380"/>
                      <a:pt x="608" y="3414"/>
                      <a:pt x="608" y="3448"/>
                    </a:cubicBezTo>
                    <a:cubicBezTo>
                      <a:pt x="575" y="3448"/>
                      <a:pt x="542" y="3448"/>
                      <a:pt x="507" y="3448"/>
                    </a:cubicBezTo>
                    <a:cubicBezTo>
                      <a:pt x="507" y="3482"/>
                      <a:pt x="507" y="3515"/>
                      <a:pt x="507" y="3550"/>
                    </a:cubicBezTo>
                    <a:cubicBezTo>
                      <a:pt x="373" y="3550"/>
                      <a:pt x="239" y="3550"/>
                      <a:pt x="101" y="3550"/>
                    </a:cubicBezTo>
                    <a:cubicBezTo>
                      <a:pt x="101" y="3583"/>
                      <a:pt x="101" y="3616"/>
                      <a:pt x="101" y="3651"/>
                    </a:cubicBezTo>
                    <a:cubicBezTo>
                      <a:pt x="68" y="3651"/>
                      <a:pt x="34" y="3651"/>
                      <a:pt x="0" y="3651"/>
                    </a:cubicBezTo>
                    <a:cubicBezTo>
                      <a:pt x="0" y="2446"/>
                      <a:pt x="0" y="1241"/>
                      <a:pt x="0" y="0"/>
                    </a:cubicBezTo>
                    <a:close/>
                    <a:moveTo>
                      <a:pt x="101" y="507"/>
                    </a:moveTo>
                    <a:cubicBezTo>
                      <a:pt x="101" y="842"/>
                      <a:pt x="101" y="1176"/>
                      <a:pt x="101" y="1521"/>
                    </a:cubicBezTo>
                    <a:cubicBezTo>
                      <a:pt x="168" y="1521"/>
                      <a:pt x="235" y="1521"/>
                      <a:pt x="304" y="1521"/>
                    </a:cubicBezTo>
                    <a:cubicBezTo>
                      <a:pt x="304" y="1187"/>
                      <a:pt x="304" y="852"/>
                      <a:pt x="304" y="507"/>
                    </a:cubicBezTo>
                    <a:cubicBezTo>
                      <a:pt x="237" y="507"/>
                      <a:pt x="170" y="507"/>
                      <a:pt x="101" y="507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70" name="ICON_TOOL_VISUALIZE_path_011"/>
              <p:cNvSpPr/>
              <p:nvPr/>
            </p:nvSpPr>
            <p:spPr>
              <a:xfrm>
                <a:off x="5099529" y="4419510"/>
                <a:ext cx="11592" cy="14168"/>
              </a:xfrm>
              <a:custGeom>
                <a:avLst/>
                <a:gdLst/>
                <a:ahLst/>
                <a:cxnLst/>
                <a:rect l="0" t="0" r="r" b="b"/>
                <a:pathLst>
                  <a:path w="913" h="1116" fill="norm" stroke="0">
                    <a:moveTo>
                      <a:pt x="0" y="0"/>
                    </a:moveTo>
                    <a:cubicBezTo>
                      <a:pt x="33" y="0"/>
                      <a:pt x="67" y="0"/>
                      <a:pt x="101" y="0"/>
                    </a:cubicBezTo>
                    <a:cubicBezTo>
                      <a:pt x="101" y="67"/>
                      <a:pt x="101" y="134"/>
                      <a:pt x="101" y="203"/>
                    </a:cubicBezTo>
                    <a:cubicBezTo>
                      <a:pt x="168" y="203"/>
                      <a:pt x="235" y="203"/>
                      <a:pt x="304" y="203"/>
                    </a:cubicBezTo>
                    <a:cubicBezTo>
                      <a:pt x="304" y="136"/>
                      <a:pt x="304" y="69"/>
                      <a:pt x="304" y="0"/>
                    </a:cubicBezTo>
                    <a:cubicBezTo>
                      <a:pt x="371" y="0"/>
                      <a:pt x="438" y="0"/>
                      <a:pt x="507" y="0"/>
                    </a:cubicBezTo>
                    <a:cubicBezTo>
                      <a:pt x="507" y="234"/>
                      <a:pt x="507" y="469"/>
                      <a:pt x="507" y="710"/>
                    </a:cubicBezTo>
                    <a:cubicBezTo>
                      <a:pt x="541" y="710"/>
                      <a:pt x="574" y="710"/>
                      <a:pt x="608" y="710"/>
                    </a:cubicBezTo>
                    <a:cubicBezTo>
                      <a:pt x="608" y="777"/>
                      <a:pt x="608" y="844"/>
                      <a:pt x="608" y="913"/>
                    </a:cubicBezTo>
                    <a:cubicBezTo>
                      <a:pt x="709" y="913"/>
                      <a:pt x="809" y="913"/>
                      <a:pt x="913" y="913"/>
                    </a:cubicBezTo>
                    <a:cubicBezTo>
                      <a:pt x="913" y="980"/>
                      <a:pt x="913" y="1047"/>
                      <a:pt x="913" y="1116"/>
                    </a:cubicBezTo>
                    <a:cubicBezTo>
                      <a:pt x="645" y="1116"/>
                      <a:pt x="377" y="1116"/>
                      <a:pt x="101" y="1116"/>
                    </a:cubicBezTo>
                    <a:cubicBezTo>
                      <a:pt x="101" y="1082"/>
                      <a:pt x="101" y="1049"/>
                      <a:pt x="101" y="1014"/>
                    </a:cubicBezTo>
                    <a:cubicBezTo>
                      <a:pt x="68" y="1014"/>
                      <a:pt x="34" y="1014"/>
                      <a:pt x="0" y="1014"/>
                    </a:cubicBezTo>
                    <a:cubicBezTo>
                      <a:pt x="0" y="679"/>
                      <a:pt x="0" y="345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71" name="ICON_TOOL_VISUALIZE_path_012"/>
              <p:cNvSpPr/>
              <p:nvPr/>
            </p:nvSpPr>
            <p:spPr>
              <a:xfrm>
                <a:off x="5397051" y="4619146"/>
                <a:ext cx="12880" cy="10304"/>
              </a:xfrm>
              <a:custGeom>
                <a:avLst/>
                <a:gdLst/>
                <a:ahLst/>
                <a:cxnLst/>
                <a:rect l="0" t="0" r="r" b="b"/>
                <a:pathLst>
                  <a:path w="1014" h="811" fill="norm" stroke="0">
                    <a:moveTo>
                      <a:pt x="0" y="0"/>
                    </a:moveTo>
                    <a:cubicBezTo>
                      <a:pt x="167" y="0"/>
                      <a:pt x="335" y="0"/>
                      <a:pt x="507" y="0"/>
                    </a:cubicBezTo>
                    <a:cubicBezTo>
                      <a:pt x="507" y="134"/>
                      <a:pt x="507" y="268"/>
                      <a:pt x="507" y="406"/>
                    </a:cubicBezTo>
                    <a:cubicBezTo>
                      <a:pt x="541" y="406"/>
                      <a:pt x="574" y="406"/>
                      <a:pt x="608" y="406"/>
                    </a:cubicBezTo>
                    <a:cubicBezTo>
                      <a:pt x="608" y="439"/>
                      <a:pt x="608" y="473"/>
                      <a:pt x="608" y="507"/>
                    </a:cubicBezTo>
                    <a:cubicBezTo>
                      <a:pt x="642" y="507"/>
                      <a:pt x="675" y="507"/>
                      <a:pt x="710" y="507"/>
                    </a:cubicBezTo>
                    <a:cubicBezTo>
                      <a:pt x="710" y="541"/>
                      <a:pt x="710" y="574"/>
                      <a:pt x="710" y="608"/>
                    </a:cubicBezTo>
                    <a:cubicBezTo>
                      <a:pt x="777" y="608"/>
                      <a:pt x="844" y="608"/>
                      <a:pt x="913" y="608"/>
                    </a:cubicBezTo>
                    <a:cubicBezTo>
                      <a:pt x="913" y="642"/>
                      <a:pt x="913" y="675"/>
                      <a:pt x="913" y="710"/>
                    </a:cubicBezTo>
                    <a:cubicBezTo>
                      <a:pt x="946" y="710"/>
                      <a:pt x="980" y="710"/>
                      <a:pt x="1014" y="710"/>
                    </a:cubicBezTo>
                    <a:cubicBezTo>
                      <a:pt x="1014" y="743"/>
                      <a:pt x="1014" y="777"/>
                      <a:pt x="1014" y="811"/>
                    </a:cubicBezTo>
                    <a:cubicBezTo>
                      <a:pt x="713" y="811"/>
                      <a:pt x="412" y="811"/>
                      <a:pt x="101" y="811"/>
                    </a:cubicBezTo>
                    <a:cubicBezTo>
                      <a:pt x="101" y="778"/>
                      <a:pt x="101" y="744"/>
                      <a:pt x="101" y="710"/>
                    </a:cubicBezTo>
                    <a:cubicBezTo>
                      <a:pt x="68" y="710"/>
                      <a:pt x="34" y="710"/>
                      <a:pt x="0" y="710"/>
                    </a:cubicBezTo>
                    <a:cubicBezTo>
                      <a:pt x="0" y="476"/>
                      <a:pt x="0" y="241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72" name="ICON_TOOL_VISUALIZE_path_013"/>
              <p:cNvSpPr/>
              <p:nvPr/>
            </p:nvSpPr>
            <p:spPr>
              <a:xfrm>
                <a:off x="5322348" y="4510956"/>
                <a:ext cx="20608" cy="9096"/>
              </a:xfrm>
              <a:custGeom>
                <a:avLst/>
                <a:gdLst/>
                <a:ahLst/>
                <a:cxnLst/>
                <a:rect l="0" t="0" r="r" b="b"/>
                <a:pathLst>
                  <a:path w="1623" h="716" fill="norm" stroke="0">
                    <a:moveTo>
                      <a:pt x="1318" y="0"/>
                    </a:moveTo>
                    <a:cubicBezTo>
                      <a:pt x="1419" y="0"/>
                      <a:pt x="1519" y="0"/>
                      <a:pt x="1623" y="0"/>
                    </a:cubicBezTo>
                    <a:cubicBezTo>
                      <a:pt x="1623" y="33"/>
                      <a:pt x="1623" y="67"/>
                      <a:pt x="1623" y="101"/>
                    </a:cubicBezTo>
                    <a:cubicBezTo>
                      <a:pt x="1589" y="101"/>
                      <a:pt x="1556" y="101"/>
                      <a:pt x="1521" y="101"/>
                    </a:cubicBezTo>
                    <a:cubicBezTo>
                      <a:pt x="1521" y="168"/>
                      <a:pt x="1521" y="235"/>
                      <a:pt x="1521" y="304"/>
                    </a:cubicBezTo>
                    <a:cubicBezTo>
                      <a:pt x="1488" y="304"/>
                      <a:pt x="1454" y="304"/>
                      <a:pt x="1420" y="304"/>
                    </a:cubicBezTo>
                    <a:cubicBezTo>
                      <a:pt x="1420" y="338"/>
                      <a:pt x="1420" y="371"/>
                      <a:pt x="1420" y="406"/>
                    </a:cubicBezTo>
                    <a:cubicBezTo>
                      <a:pt x="1386" y="406"/>
                      <a:pt x="1353" y="406"/>
                      <a:pt x="1318" y="406"/>
                    </a:cubicBezTo>
                    <a:cubicBezTo>
                      <a:pt x="1318" y="439"/>
                      <a:pt x="1318" y="473"/>
                      <a:pt x="1318" y="507"/>
                    </a:cubicBezTo>
                    <a:cubicBezTo>
                      <a:pt x="1303" y="505"/>
                      <a:pt x="1287" y="503"/>
                      <a:pt x="1271" y="501"/>
                    </a:cubicBezTo>
                    <a:cubicBezTo>
                      <a:pt x="1262" y="502"/>
                      <a:pt x="1262" y="502"/>
                      <a:pt x="1217" y="507"/>
                    </a:cubicBezTo>
                    <a:cubicBezTo>
                      <a:pt x="1188" y="551"/>
                      <a:pt x="1188" y="551"/>
                      <a:pt x="1166" y="608"/>
                    </a:cubicBezTo>
                    <a:cubicBezTo>
                      <a:pt x="1144" y="666"/>
                      <a:pt x="1144" y="666"/>
                      <a:pt x="1116" y="710"/>
                    </a:cubicBezTo>
                    <a:cubicBezTo>
                      <a:pt x="1062" y="716"/>
                      <a:pt x="1062" y="716"/>
                      <a:pt x="1014" y="710"/>
                    </a:cubicBezTo>
                    <a:cubicBezTo>
                      <a:pt x="1014" y="676"/>
                      <a:pt x="1014" y="643"/>
                      <a:pt x="1014" y="608"/>
                    </a:cubicBezTo>
                    <a:cubicBezTo>
                      <a:pt x="1007" y="609"/>
                      <a:pt x="1007" y="609"/>
                      <a:pt x="972" y="610"/>
                    </a:cubicBezTo>
                    <a:cubicBezTo>
                      <a:pt x="698" y="619"/>
                      <a:pt x="456" y="622"/>
                      <a:pt x="203" y="507"/>
                    </a:cubicBezTo>
                    <a:cubicBezTo>
                      <a:pt x="203" y="541"/>
                      <a:pt x="203" y="574"/>
                      <a:pt x="203" y="608"/>
                    </a:cubicBezTo>
                    <a:cubicBezTo>
                      <a:pt x="136" y="608"/>
                      <a:pt x="69" y="608"/>
                      <a:pt x="0" y="608"/>
                    </a:cubicBezTo>
                    <a:cubicBezTo>
                      <a:pt x="0" y="542"/>
                      <a:pt x="0" y="475"/>
                      <a:pt x="0" y="406"/>
                    </a:cubicBezTo>
                    <a:cubicBezTo>
                      <a:pt x="201" y="406"/>
                      <a:pt x="402" y="406"/>
                      <a:pt x="608" y="406"/>
                    </a:cubicBezTo>
                    <a:cubicBezTo>
                      <a:pt x="608" y="439"/>
                      <a:pt x="608" y="473"/>
                      <a:pt x="608" y="507"/>
                    </a:cubicBezTo>
                    <a:cubicBezTo>
                      <a:pt x="675" y="507"/>
                      <a:pt x="742" y="507"/>
                      <a:pt x="811" y="507"/>
                    </a:cubicBezTo>
                    <a:cubicBezTo>
                      <a:pt x="811" y="474"/>
                      <a:pt x="811" y="440"/>
                      <a:pt x="811" y="406"/>
                    </a:cubicBezTo>
                    <a:cubicBezTo>
                      <a:pt x="845" y="406"/>
                      <a:pt x="878" y="406"/>
                      <a:pt x="913" y="406"/>
                    </a:cubicBezTo>
                    <a:cubicBezTo>
                      <a:pt x="913" y="372"/>
                      <a:pt x="913" y="339"/>
                      <a:pt x="913" y="304"/>
                    </a:cubicBezTo>
                    <a:cubicBezTo>
                      <a:pt x="980" y="304"/>
                      <a:pt x="1047" y="304"/>
                      <a:pt x="1116" y="304"/>
                    </a:cubicBezTo>
                    <a:cubicBezTo>
                      <a:pt x="1116" y="271"/>
                      <a:pt x="1116" y="237"/>
                      <a:pt x="1116" y="203"/>
                    </a:cubicBezTo>
                    <a:cubicBezTo>
                      <a:pt x="1149" y="203"/>
                      <a:pt x="1183" y="203"/>
                      <a:pt x="1217" y="203"/>
                    </a:cubicBezTo>
                    <a:cubicBezTo>
                      <a:pt x="1217" y="169"/>
                      <a:pt x="1217" y="136"/>
                      <a:pt x="1217" y="101"/>
                    </a:cubicBezTo>
                    <a:cubicBezTo>
                      <a:pt x="1250" y="101"/>
                      <a:pt x="1284" y="101"/>
                      <a:pt x="1318" y="101"/>
                    </a:cubicBezTo>
                    <a:cubicBezTo>
                      <a:pt x="1318" y="68"/>
                      <a:pt x="1318" y="34"/>
                      <a:pt x="131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73" name="ICON_TOOL_VISUALIZE_path_014"/>
              <p:cNvSpPr/>
              <p:nvPr/>
            </p:nvSpPr>
            <p:spPr>
              <a:xfrm>
                <a:off x="5139456" y="4558611"/>
                <a:ext cx="14168" cy="12880"/>
              </a:xfrm>
              <a:custGeom>
                <a:avLst/>
                <a:gdLst/>
                <a:ahLst/>
                <a:cxnLst/>
                <a:rect l="0" t="0" r="r" b="b"/>
                <a:pathLst>
                  <a:path w="1116" h="1014" fill="norm" stroke="0">
                    <a:moveTo>
                      <a:pt x="710" y="0"/>
                    </a:moveTo>
                    <a:cubicBezTo>
                      <a:pt x="777" y="0"/>
                      <a:pt x="844" y="0"/>
                      <a:pt x="913" y="0"/>
                    </a:cubicBezTo>
                    <a:cubicBezTo>
                      <a:pt x="913" y="67"/>
                      <a:pt x="913" y="134"/>
                      <a:pt x="913" y="203"/>
                    </a:cubicBezTo>
                    <a:cubicBezTo>
                      <a:pt x="980" y="203"/>
                      <a:pt x="1047" y="203"/>
                      <a:pt x="1116" y="203"/>
                    </a:cubicBezTo>
                    <a:cubicBezTo>
                      <a:pt x="1101" y="237"/>
                      <a:pt x="1086" y="271"/>
                      <a:pt x="1071" y="304"/>
                    </a:cubicBezTo>
                    <a:cubicBezTo>
                      <a:pt x="1063" y="323"/>
                      <a:pt x="1055" y="342"/>
                      <a:pt x="1046" y="361"/>
                    </a:cubicBezTo>
                    <a:cubicBezTo>
                      <a:pt x="1036" y="376"/>
                      <a:pt x="1025" y="391"/>
                      <a:pt x="1014" y="406"/>
                    </a:cubicBezTo>
                    <a:cubicBezTo>
                      <a:pt x="960" y="412"/>
                      <a:pt x="960" y="412"/>
                      <a:pt x="913" y="406"/>
                    </a:cubicBezTo>
                    <a:cubicBezTo>
                      <a:pt x="913" y="439"/>
                      <a:pt x="913" y="473"/>
                      <a:pt x="913" y="507"/>
                    </a:cubicBezTo>
                    <a:cubicBezTo>
                      <a:pt x="879" y="507"/>
                      <a:pt x="846" y="507"/>
                      <a:pt x="811" y="507"/>
                    </a:cubicBezTo>
                    <a:cubicBezTo>
                      <a:pt x="811" y="541"/>
                      <a:pt x="811" y="574"/>
                      <a:pt x="811" y="608"/>
                    </a:cubicBezTo>
                    <a:cubicBezTo>
                      <a:pt x="744" y="608"/>
                      <a:pt x="677" y="608"/>
                      <a:pt x="608" y="608"/>
                    </a:cubicBezTo>
                    <a:cubicBezTo>
                      <a:pt x="608" y="642"/>
                      <a:pt x="608" y="675"/>
                      <a:pt x="608" y="710"/>
                    </a:cubicBezTo>
                    <a:cubicBezTo>
                      <a:pt x="575" y="710"/>
                      <a:pt x="542" y="710"/>
                      <a:pt x="507" y="710"/>
                    </a:cubicBezTo>
                    <a:cubicBezTo>
                      <a:pt x="507" y="743"/>
                      <a:pt x="507" y="777"/>
                      <a:pt x="507" y="811"/>
                    </a:cubicBezTo>
                    <a:cubicBezTo>
                      <a:pt x="474" y="811"/>
                      <a:pt x="440" y="811"/>
                      <a:pt x="406" y="811"/>
                    </a:cubicBezTo>
                    <a:cubicBezTo>
                      <a:pt x="406" y="845"/>
                      <a:pt x="406" y="878"/>
                      <a:pt x="406" y="913"/>
                    </a:cubicBezTo>
                    <a:cubicBezTo>
                      <a:pt x="339" y="913"/>
                      <a:pt x="272" y="913"/>
                      <a:pt x="203" y="913"/>
                    </a:cubicBezTo>
                    <a:cubicBezTo>
                      <a:pt x="203" y="946"/>
                      <a:pt x="203" y="980"/>
                      <a:pt x="203" y="1014"/>
                    </a:cubicBezTo>
                    <a:cubicBezTo>
                      <a:pt x="136" y="1014"/>
                      <a:pt x="69" y="1014"/>
                      <a:pt x="0" y="1014"/>
                    </a:cubicBezTo>
                    <a:cubicBezTo>
                      <a:pt x="7" y="1002"/>
                      <a:pt x="15" y="989"/>
                      <a:pt x="22" y="976"/>
                    </a:cubicBezTo>
                    <a:cubicBezTo>
                      <a:pt x="61" y="890"/>
                      <a:pt x="80" y="802"/>
                      <a:pt x="101" y="710"/>
                    </a:cubicBezTo>
                    <a:cubicBezTo>
                      <a:pt x="135" y="710"/>
                      <a:pt x="168" y="710"/>
                      <a:pt x="203" y="710"/>
                    </a:cubicBezTo>
                    <a:cubicBezTo>
                      <a:pt x="203" y="676"/>
                      <a:pt x="203" y="643"/>
                      <a:pt x="203" y="608"/>
                    </a:cubicBezTo>
                    <a:cubicBezTo>
                      <a:pt x="236" y="608"/>
                      <a:pt x="270" y="608"/>
                      <a:pt x="304" y="608"/>
                    </a:cubicBezTo>
                    <a:cubicBezTo>
                      <a:pt x="304" y="575"/>
                      <a:pt x="304" y="542"/>
                      <a:pt x="304" y="507"/>
                    </a:cubicBezTo>
                    <a:cubicBezTo>
                      <a:pt x="371" y="507"/>
                      <a:pt x="438" y="507"/>
                      <a:pt x="507" y="507"/>
                    </a:cubicBezTo>
                    <a:cubicBezTo>
                      <a:pt x="507" y="474"/>
                      <a:pt x="507" y="440"/>
                      <a:pt x="507" y="406"/>
                    </a:cubicBezTo>
                    <a:cubicBezTo>
                      <a:pt x="541" y="406"/>
                      <a:pt x="574" y="406"/>
                      <a:pt x="608" y="406"/>
                    </a:cubicBezTo>
                    <a:cubicBezTo>
                      <a:pt x="608" y="372"/>
                      <a:pt x="608" y="339"/>
                      <a:pt x="608" y="304"/>
                    </a:cubicBezTo>
                    <a:cubicBezTo>
                      <a:pt x="642" y="304"/>
                      <a:pt x="675" y="304"/>
                      <a:pt x="710" y="304"/>
                    </a:cubicBezTo>
                    <a:cubicBezTo>
                      <a:pt x="710" y="204"/>
                      <a:pt x="710" y="103"/>
                      <a:pt x="71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74" name="ICON_TOOL_VISUALIZE_path_015"/>
              <p:cNvSpPr/>
              <p:nvPr/>
            </p:nvSpPr>
            <p:spPr>
              <a:xfrm>
                <a:off x="5148472" y="4541867"/>
                <a:ext cx="11592" cy="14168"/>
              </a:xfrm>
              <a:custGeom>
                <a:avLst/>
                <a:gdLst/>
                <a:ahLst/>
                <a:cxnLst/>
                <a:rect l="0" t="0" r="r" b="b"/>
                <a:pathLst>
                  <a:path w="913" h="1116" fill="norm" stroke="0">
                    <a:moveTo>
                      <a:pt x="507" y="0"/>
                    </a:moveTo>
                    <a:cubicBezTo>
                      <a:pt x="641" y="0"/>
                      <a:pt x="775" y="0"/>
                      <a:pt x="913" y="0"/>
                    </a:cubicBezTo>
                    <a:cubicBezTo>
                      <a:pt x="843" y="158"/>
                      <a:pt x="843" y="158"/>
                      <a:pt x="811" y="203"/>
                    </a:cubicBezTo>
                    <a:cubicBezTo>
                      <a:pt x="757" y="209"/>
                      <a:pt x="757" y="209"/>
                      <a:pt x="710" y="203"/>
                    </a:cubicBezTo>
                    <a:cubicBezTo>
                      <a:pt x="710" y="236"/>
                      <a:pt x="710" y="270"/>
                      <a:pt x="710" y="304"/>
                    </a:cubicBezTo>
                    <a:cubicBezTo>
                      <a:pt x="676" y="304"/>
                      <a:pt x="643" y="304"/>
                      <a:pt x="608" y="304"/>
                    </a:cubicBezTo>
                    <a:cubicBezTo>
                      <a:pt x="608" y="371"/>
                      <a:pt x="608" y="438"/>
                      <a:pt x="608" y="507"/>
                    </a:cubicBezTo>
                    <a:cubicBezTo>
                      <a:pt x="575" y="507"/>
                      <a:pt x="542" y="507"/>
                      <a:pt x="507" y="507"/>
                    </a:cubicBezTo>
                    <a:cubicBezTo>
                      <a:pt x="507" y="607"/>
                      <a:pt x="507" y="708"/>
                      <a:pt x="507" y="811"/>
                    </a:cubicBezTo>
                    <a:cubicBezTo>
                      <a:pt x="407" y="811"/>
                      <a:pt x="306" y="811"/>
                      <a:pt x="203" y="811"/>
                    </a:cubicBezTo>
                    <a:cubicBezTo>
                      <a:pt x="196" y="843"/>
                      <a:pt x="188" y="874"/>
                      <a:pt x="181" y="906"/>
                    </a:cubicBezTo>
                    <a:cubicBezTo>
                      <a:pt x="141" y="1063"/>
                      <a:pt x="141" y="1063"/>
                      <a:pt x="101" y="1116"/>
                    </a:cubicBezTo>
                    <a:cubicBezTo>
                      <a:pt x="68" y="1116"/>
                      <a:pt x="34" y="1116"/>
                      <a:pt x="0" y="1116"/>
                    </a:cubicBezTo>
                    <a:cubicBezTo>
                      <a:pt x="0" y="1015"/>
                      <a:pt x="0" y="915"/>
                      <a:pt x="0" y="811"/>
                    </a:cubicBezTo>
                    <a:cubicBezTo>
                      <a:pt x="33" y="811"/>
                      <a:pt x="67" y="811"/>
                      <a:pt x="101" y="811"/>
                    </a:cubicBezTo>
                    <a:cubicBezTo>
                      <a:pt x="101" y="711"/>
                      <a:pt x="101" y="611"/>
                      <a:pt x="101" y="507"/>
                    </a:cubicBezTo>
                    <a:cubicBezTo>
                      <a:pt x="135" y="507"/>
                      <a:pt x="168" y="507"/>
                      <a:pt x="203" y="507"/>
                    </a:cubicBezTo>
                    <a:cubicBezTo>
                      <a:pt x="203" y="474"/>
                      <a:pt x="203" y="440"/>
                      <a:pt x="203" y="406"/>
                    </a:cubicBezTo>
                    <a:cubicBezTo>
                      <a:pt x="236" y="406"/>
                      <a:pt x="270" y="406"/>
                      <a:pt x="304" y="406"/>
                    </a:cubicBezTo>
                    <a:cubicBezTo>
                      <a:pt x="304" y="372"/>
                      <a:pt x="304" y="339"/>
                      <a:pt x="304" y="304"/>
                    </a:cubicBezTo>
                    <a:cubicBezTo>
                      <a:pt x="338" y="304"/>
                      <a:pt x="371" y="304"/>
                      <a:pt x="406" y="304"/>
                    </a:cubicBezTo>
                    <a:cubicBezTo>
                      <a:pt x="406" y="271"/>
                      <a:pt x="406" y="237"/>
                      <a:pt x="406" y="203"/>
                    </a:cubicBezTo>
                    <a:cubicBezTo>
                      <a:pt x="439" y="203"/>
                      <a:pt x="473" y="203"/>
                      <a:pt x="507" y="203"/>
                    </a:cubicBezTo>
                    <a:cubicBezTo>
                      <a:pt x="507" y="136"/>
                      <a:pt x="507" y="69"/>
                      <a:pt x="50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75" name="ICON_TOOL_VISUALIZE_path_016"/>
              <p:cNvSpPr/>
              <p:nvPr/>
            </p:nvSpPr>
            <p:spPr>
              <a:xfrm>
                <a:off x="5268254" y="4496788"/>
                <a:ext cx="10304" cy="10304"/>
              </a:xfrm>
              <a:custGeom>
                <a:avLst/>
                <a:gdLst/>
                <a:ahLst/>
                <a:cxnLst/>
                <a:rect l="0" t="0" r="r" b="b"/>
                <a:pathLst>
                  <a:path w="811" h="811" fill="norm" stroke="0">
                    <a:moveTo>
                      <a:pt x="0" y="0"/>
                    </a:moveTo>
                    <a:cubicBezTo>
                      <a:pt x="33" y="0"/>
                      <a:pt x="67" y="0"/>
                      <a:pt x="101" y="0"/>
                    </a:cubicBezTo>
                    <a:cubicBezTo>
                      <a:pt x="101" y="67"/>
                      <a:pt x="101" y="134"/>
                      <a:pt x="101" y="203"/>
                    </a:cubicBezTo>
                    <a:cubicBezTo>
                      <a:pt x="135" y="203"/>
                      <a:pt x="168" y="203"/>
                      <a:pt x="203" y="203"/>
                    </a:cubicBezTo>
                    <a:cubicBezTo>
                      <a:pt x="203" y="236"/>
                      <a:pt x="203" y="270"/>
                      <a:pt x="203" y="304"/>
                    </a:cubicBezTo>
                    <a:cubicBezTo>
                      <a:pt x="303" y="304"/>
                      <a:pt x="404" y="304"/>
                      <a:pt x="507" y="304"/>
                    </a:cubicBezTo>
                    <a:cubicBezTo>
                      <a:pt x="507" y="338"/>
                      <a:pt x="507" y="371"/>
                      <a:pt x="507" y="406"/>
                    </a:cubicBezTo>
                    <a:cubicBezTo>
                      <a:pt x="574" y="406"/>
                      <a:pt x="641" y="406"/>
                      <a:pt x="710" y="406"/>
                    </a:cubicBezTo>
                    <a:cubicBezTo>
                      <a:pt x="710" y="439"/>
                      <a:pt x="710" y="473"/>
                      <a:pt x="710" y="507"/>
                    </a:cubicBezTo>
                    <a:cubicBezTo>
                      <a:pt x="743" y="507"/>
                      <a:pt x="777" y="507"/>
                      <a:pt x="811" y="507"/>
                    </a:cubicBezTo>
                    <a:cubicBezTo>
                      <a:pt x="811" y="607"/>
                      <a:pt x="811" y="708"/>
                      <a:pt x="811" y="811"/>
                    </a:cubicBezTo>
                    <a:cubicBezTo>
                      <a:pt x="711" y="811"/>
                      <a:pt x="611" y="811"/>
                      <a:pt x="507" y="811"/>
                    </a:cubicBezTo>
                    <a:cubicBezTo>
                      <a:pt x="507" y="778"/>
                      <a:pt x="507" y="744"/>
                      <a:pt x="507" y="710"/>
                    </a:cubicBezTo>
                    <a:cubicBezTo>
                      <a:pt x="440" y="710"/>
                      <a:pt x="373" y="710"/>
                      <a:pt x="304" y="710"/>
                    </a:cubicBezTo>
                    <a:cubicBezTo>
                      <a:pt x="304" y="676"/>
                      <a:pt x="304" y="643"/>
                      <a:pt x="304" y="608"/>
                    </a:cubicBezTo>
                    <a:cubicBezTo>
                      <a:pt x="237" y="608"/>
                      <a:pt x="170" y="608"/>
                      <a:pt x="101" y="608"/>
                    </a:cubicBezTo>
                    <a:cubicBezTo>
                      <a:pt x="101" y="575"/>
                      <a:pt x="101" y="542"/>
                      <a:pt x="101" y="507"/>
                    </a:cubicBezTo>
                    <a:cubicBezTo>
                      <a:pt x="68" y="507"/>
                      <a:pt x="34" y="507"/>
                      <a:pt x="0" y="507"/>
                    </a:cubicBezTo>
                    <a:cubicBezTo>
                      <a:pt x="0" y="340"/>
                      <a:pt x="0" y="172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76" name="ICON_TOOL_VISUALIZE_path_017"/>
              <p:cNvSpPr/>
              <p:nvPr/>
            </p:nvSpPr>
            <p:spPr>
              <a:xfrm>
                <a:off x="5113697" y="4580507"/>
                <a:ext cx="12880" cy="9016"/>
              </a:xfrm>
              <a:custGeom>
                <a:avLst/>
                <a:gdLst/>
                <a:ahLst/>
                <a:cxnLst/>
                <a:rect l="0" t="0" r="r" b="b"/>
                <a:pathLst>
                  <a:path w="1014" h="710" fill="norm" stroke="0">
                    <a:moveTo>
                      <a:pt x="608" y="0"/>
                    </a:moveTo>
                    <a:cubicBezTo>
                      <a:pt x="709" y="0"/>
                      <a:pt x="809" y="0"/>
                      <a:pt x="913" y="0"/>
                    </a:cubicBezTo>
                    <a:cubicBezTo>
                      <a:pt x="913" y="33"/>
                      <a:pt x="913" y="67"/>
                      <a:pt x="913" y="101"/>
                    </a:cubicBezTo>
                    <a:cubicBezTo>
                      <a:pt x="946" y="101"/>
                      <a:pt x="980" y="101"/>
                      <a:pt x="1014" y="101"/>
                    </a:cubicBezTo>
                    <a:cubicBezTo>
                      <a:pt x="1014" y="135"/>
                      <a:pt x="1014" y="168"/>
                      <a:pt x="1014" y="203"/>
                    </a:cubicBezTo>
                    <a:cubicBezTo>
                      <a:pt x="947" y="203"/>
                      <a:pt x="880" y="203"/>
                      <a:pt x="811" y="203"/>
                    </a:cubicBezTo>
                    <a:cubicBezTo>
                      <a:pt x="811" y="236"/>
                      <a:pt x="811" y="270"/>
                      <a:pt x="811" y="304"/>
                    </a:cubicBezTo>
                    <a:cubicBezTo>
                      <a:pt x="778" y="304"/>
                      <a:pt x="744" y="304"/>
                      <a:pt x="710" y="304"/>
                    </a:cubicBezTo>
                    <a:cubicBezTo>
                      <a:pt x="710" y="338"/>
                      <a:pt x="710" y="371"/>
                      <a:pt x="710" y="406"/>
                    </a:cubicBezTo>
                    <a:cubicBezTo>
                      <a:pt x="643" y="406"/>
                      <a:pt x="576" y="406"/>
                      <a:pt x="507" y="406"/>
                    </a:cubicBezTo>
                    <a:cubicBezTo>
                      <a:pt x="507" y="439"/>
                      <a:pt x="507" y="473"/>
                      <a:pt x="507" y="507"/>
                    </a:cubicBezTo>
                    <a:cubicBezTo>
                      <a:pt x="474" y="507"/>
                      <a:pt x="440" y="507"/>
                      <a:pt x="406" y="507"/>
                    </a:cubicBezTo>
                    <a:cubicBezTo>
                      <a:pt x="406" y="541"/>
                      <a:pt x="406" y="574"/>
                      <a:pt x="406" y="608"/>
                    </a:cubicBezTo>
                    <a:cubicBezTo>
                      <a:pt x="339" y="608"/>
                      <a:pt x="272" y="608"/>
                      <a:pt x="203" y="608"/>
                    </a:cubicBezTo>
                    <a:cubicBezTo>
                      <a:pt x="203" y="642"/>
                      <a:pt x="203" y="675"/>
                      <a:pt x="203" y="710"/>
                    </a:cubicBezTo>
                    <a:cubicBezTo>
                      <a:pt x="169" y="710"/>
                      <a:pt x="136" y="710"/>
                      <a:pt x="101" y="710"/>
                    </a:cubicBezTo>
                    <a:cubicBezTo>
                      <a:pt x="101" y="676"/>
                      <a:pt x="101" y="643"/>
                      <a:pt x="101" y="608"/>
                    </a:cubicBezTo>
                    <a:cubicBezTo>
                      <a:pt x="68" y="608"/>
                      <a:pt x="34" y="608"/>
                      <a:pt x="0" y="608"/>
                    </a:cubicBezTo>
                    <a:cubicBezTo>
                      <a:pt x="0" y="575"/>
                      <a:pt x="0" y="542"/>
                      <a:pt x="0" y="507"/>
                    </a:cubicBezTo>
                    <a:cubicBezTo>
                      <a:pt x="33" y="507"/>
                      <a:pt x="67" y="507"/>
                      <a:pt x="101" y="507"/>
                    </a:cubicBezTo>
                    <a:cubicBezTo>
                      <a:pt x="101" y="474"/>
                      <a:pt x="101" y="440"/>
                      <a:pt x="101" y="406"/>
                    </a:cubicBezTo>
                    <a:cubicBezTo>
                      <a:pt x="135" y="406"/>
                      <a:pt x="168" y="406"/>
                      <a:pt x="203" y="406"/>
                    </a:cubicBezTo>
                    <a:cubicBezTo>
                      <a:pt x="203" y="372"/>
                      <a:pt x="203" y="339"/>
                      <a:pt x="203" y="304"/>
                    </a:cubicBezTo>
                    <a:cubicBezTo>
                      <a:pt x="236" y="304"/>
                      <a:pt x="270" y="304"/>
                      <a:pt x="304" y="304"/>
                    </a:cubicBezTo>
                    <a:cubicBezTo>
                      <a:pt x="304" y="271"/>
                      <a:pt x="304" y="237"/>
                      <a:pt x="304" y="203"/>
                    </a:cubicBezTo>
                    <a:cubicBezTo>
                      <a:pt x="338" y="203"/>
                      <a:pt x="371" y="203"/>
                      <a:pt x="406" y="203"/>
                    </a:cubicBezTo>
                    <a:cubicBezTo>
                      <a:pt x="406" y="169"/>
                      <a:pt x="406" y="136"/>
                      <a:pt x="406" y="101"/>
                    </a:cubicBezTo>
                    <a:cubicBezTo>
                      <a:pt x="473" y="101"/>
                      <a:pt x="540" y="101"/>
                      <a:pt x="608" y="101"/>
                    </a:cubicBezTo>
                    <a:cubicBezTo>
                      <a:pt x="608" y="68"/>
                      <a:pt x="608" y="34"/>
                      <a:pt x="60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77" name="ICON_TOOL_VISUALIZE_path_018"/>
              <p:cNvSpPr/>
              <p:nvPr/>
            </p:nvSpPr>
            <p:spPr>
              <a:xfrm>
                <a:off x="5100817" y="4508380"/>
                <a:ext cx="2576" cy="18032"/>
              </a:xfrm>
              <a:custGeom>
                <a:avLst/>
                <a:gdLst/>
                <a:ahLst/>
                <a:cxnLst/>
                <a:rect l="0" t="0" r="r" b="b"/>
                <a:pathLst>
                  <a:path w="203" h="1420" fill="norm" stroke="0">
                    <a:moveTo>
                      <a:pt x="0" y="0"/>
                    </a:moveTo>
                    <a:cubicBezTo>
                      <a:pt x="67" y="0"/>
                      <a:pt x="134" y="0"/>
                      <a:pt x="203" y="0"/>
                    </a:cubicBezTo>
                    <a:cubicBezTo>
                      <a:pt x="203" y="469"/>
                      <a:pt x="203" y="937"/>
                      <a:pt x="203" y="1420"/>
                    </a:cubicBezTo>
                    <a:cubicBezTo>
                      <a:pt x="136" y="1420"/>
                      <a:pt x="69" y="1420"/>
                      <a:pt x="0" y="1420"/>
                    </a:cubicBezTo>
                    <a:cubicBezTo>
                      <a:pt x="0" y="951"/>
                      <a:pt x="0" y="48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4" cap="flat">
                <a:noFill/>
              </a:ln>
            </p:spPr>
          </p:sp>
          <p:sp>
            <p:nvSpPr>
              <p:cNvPr id="1178" name="ICON_TOOL_VISUALIZE_path_019"/>
              <p:cNvSpPr/>
              <p:nvPr/>
            </p:nvSpPr>
            <p:spPr>
              <a:xfrm>
                <a:off x="5408642" y="4436254"/>
                <a:ext cx="10304" cy="9016"/>
              </a:xfrm>
              <a:custGeom>
                <a:avLst/>
                <a:gdLst/>
                <a:ahLst/>
                <a:cxnLst/>
                <a:rect l="0" t="0" r="r" b="b"/>
                <a:pathLst>
                  <a:path w="811" h="710" fill="norm" stroke="0">
                    <a:moveTo>
                      <a:pt x="0" y="0"/>
                    </a:moveTo>
                    <a:cubicBezTo>
                      <a:pt x="100" y="0"/>
                      <a:pt x="201" y="0"/>
                      <a:pt x="304" y="0"/>
                    </a:cubicBezTo>
                    <a:cubicBezTo>
                      <a:pt x="304" y="33"/>
                      <a:pt x="304" y="67"/>
                      <a:pt x="304" y="101"/>
                    </a:cubicBezTo>
                    <a:cubicBezTo>
                      <a:pt x="338" y="101"/>
                      <a:pt x="371" y="101"/>
                      <a:pt x="406" y="101"/>
                    </a:cubicBezTo>
                    <a:cubicBezTo>
                      <a:pt x="406" y="135"/>
                      <a:pt x="406" y="168"/>
                      <a:pt x="406" y="203"/>
                    </a:cubicBezTo>
                    <a:cubicBezTo>
                      <a:pt x="439" y="203"/>
                      <a:pt x="473" y="203"/>
                      <a:pt x="507" y="203"/>
                    </a:cubicBezTo>
                    <a:cubicBezTo>
                      <a:pt x="507" y="236"/>
                      <a:pt x="507" y="270"/>
                      <a:pt x="507" y="304"/>
                    </a:cubicBezTo>
                    <a:cubicBezTo>
                      <a:pt x="541" y="304"/>
                      <a:pt x="574" y="304"/>
                      <a:pt x="608" y="304"/>
                    </a:cubicBezTo>
                    <a:cubicBezTo>
                      <a:pt x="608" y="338"/>
                      <a:pt x="608" y="371"/>
                      <a:pt x="608" y="406"/>
                    </a:cubicBezTo>
                    <a:cubicBezTo>
                      <a:pt x="642" y="406"/>
                      <a:pt x="675" y="406"/>
                      <a:pt x="710" y="406"/>
                    </a:cubicBezTo>
                    <a:cubicBezTo>
                      <a:pt x="710" y="439"/>
                      <a:pt x="710" y="473"/>
                      <a:pt x="710" y="507"/>
                    </a:cubicBezTo>
                    <a:cubicBezTo>
                      <a:pt x="743" y="507"/>
                      <a:pt x="777" y="507"/>
                      <a:pt x="811" y="507"/>
                    </a:cubicBezTo>
                    <a:cubicBezTo>
                      <a:pt x="811" y="541"/>
                      <a:pt x="811" y="574"/>
                      <a:pt x="811" y="608"/>
                    </a:cubicBezTo>
                    <a:cubicBezTo>
                      <a:pt x="778" y="608"/>
                      <a:pt x="744" y="608"/>
                      <a:pt x="710" y="608"/>
                    </a:cubicBezTo>
                    <a:cubicBezTo>
                      <a:pt x="710" y="642"/>
                      <a:pt x="710" y="675"/>
                      <a:pt x="710" y="710"/>
                    </a:cubicBezTo>
                    <a:cubicBezTo>
                      <a:pt x="610" y="710"/>
                      <a:pt x="509" y="710"/>
                      <a:pt x="406" y="710"/>
                    </a:cubicBezTo>
                    <a:cubicBezTo>
                      <a:pt x="406" y="676"/>
                      <a:pt x="406" y="643"/>
                      <a:pt x="406" y="608"/>
                    </a:cubicBezTo>
                    <a:cubicBezTo>
                      <a:pt x="372" y="608"/>
                      <a:pt x="339" y="608"/>
                      <a:pt x="304" y="608"/>
                    </a:cubicBezTo>
                    <a:cubicBezTo>
                      <a:pt x="304" y="542"/>
                      <a:pt x="304" y="475"/>
                      <a:pt x="304" y="406"/>
                    </a:cubicBezTo>
                    <a:cubicBezTo>
                      <a:pt x="271" y="406"/>
                      <a:pt x="237" y="406"/>
                      <a:pt x="203" y="406"/>
                    </a:cubicBezTo>
                    <a:cubicBezTo>
                      <a:pt x="205" y="392"/>
                      <a:pt x="208" y="379"/>
                      <a:pt x="210" y="365"/>
                    </a:cubicBezTo>
                    <a:cubicBezTo>
                      <a:pt x="216" y="305"/>
                      <a:pt x="218" y="261"/>
                      <a:pt x="203" y="203"/>
                    </a:cubicBezTo>
                    <a:cubicBezTo>
                      <a:pt x="152" y="166"/>
                      <a:pt x="104" y="147"/>
                      <a:pt x="44" y="126"/>
                    </a:cubicBezTo>
                    <a:cubicBezTo>
                      <a:pt x="37" y="122"/>
                      <a:pt x="37" y="122"/>
                      <a:pt x="0" y="101"/>
                    </a:cubicBezTo>
                    <a:cubicBezTo>
                      <a:pt x="0" y="68"/>
                      <a:pt x="0" y="3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79" name="ICON_TOOL_VISUALIZE_path_020"/>
              <p:cNvSpPr/>
              <p:nvPr/>
            </p:nvSpPr>
            <p:spPr>
              <a:xfrm>
                <a:off x="5183247" y="4532852"/>
                <a:ext cx="14168" cy="9016"/>
              </a:xfrm>
              <a:custGeom>
                <a:avLst/>
                <a:gdLst/>
                <a:ahLst/>
                <a:cxnLst/>
                <a:rect l="0" t="0" r="r" b="b"/>
                <a:pathLst>
                  <a:path w="1116" h="710" fill="norm" stroke="0">
                    <a:moveTo>
                      <a:pt x="811" y="0"/>
                    </a:moveTo>
                    <a:cubicBezTo>
                      <a:pt x="912" y="0"/>
                      <a:pt x="1012" y="0"/>
                      <a:pt x="1116" y="0"/>
                    </a:cubicBezTo>
                    <a:cubicBezTo>
                      <a:pt x="1116" y="33"/>
                      <a:pt x="1116" y="67"/>
                      <a:pt x="1116" y="101"/>
                    </a:cubicBezTo>
                    <a:cubicBezTo>
                      <a:pt x="1015" y="135"/>
                      <a:pt x="915" y="168"/>
                      <a:pt x="811" y="203"/>
                    </a:cubicBezTo>
                    <a:cubicBezTo>
                      <a:pt x="811" y="236"/>
                      <a:pt x="811" y="270"/>
                      <a:pt x="811" y="304"/>
                    </a:cubicBezTo>
                    <a:cubicBezTo>
                      <a:pt x="778" y="304"/>
                      <a:pt x="744" y="304"/>
                      <a:pt x="710" y="304"/>
                    </a:cubicBezTo>
                    <a:cubicBezTo>
                      <a:pt x="710" y="338"/>
                      <a:pt x="710" y="371"/>
                      <a:pt x="710" y="406"/>
                    </a:cubicBezTo>
                    <a:cubicBezTo>
                      <a:pt x="643" y="406"/>
                      <a:pt x="576" y="406"/>
                      <a:pt x="507" y="406"/>
                    </a:cubicBezTo>
                    <a:cubicBezTo>
                      <a:pt x="507" y="439"/>
                      <a:pt x="507" y="473"/>
                      <a:pt x="507" y="507"/>
                    </a:cubicBezTo>
                    <a:cubicBezTo>
                      <a:pt x="474" y="507"/>
                      <a:pt x="440" y="507"/>
                      <a:pt x="406" y="507"/>
                    </a:cubicBezTo>
                    <a:cubicBezTo>
                      <a:pt x="406" y="541"/>
                      <a:pt x="406" y="574"/>
                      <a:pt x="406" y="608"/>
                    </a:cubicBezTo>
                    <a:cubicBezTo>
                      <a:pt x="372" y="608"/>
                      <a:pt x="339" y="608"/>
                      <a:pt x="304" y="608"/>
                    </a:cubicBezTo>
                    <a:cubicBezTo>
                      <a:pt x="304" y="642"/>
                      <a:pt x="304" y="675"/>
                      <a:pt x="304" y="710"/>
                    </a:cubicBezTo>
                    <a:cubicBezTo>
                      <a:pt x="217" y="701"/>
                      <a:pt x="134" y="689"/>
                      <a:pt x="51" y="659"/>
                    </a:cubicBezTo>
                    <a:cubicBezTo>
                      <a:pt x="11" y="607"/>
                      <a:pt x="9" y="574"/>
                      <a:pt x="0" y="507"/>
                    </a:cubicBezTo>
                    <a:cubicBezTo>
                      <a:pt x="67" y="507"/>
                      <a:pt x="134" y="507"/>
                      <a:pt x="203" y="507"/>
                    </a:cubicBezTo>
                    <a:cubicBezTo>
                      <a:pt x="203" y="440"/>
                      <a:pt x="203" y="373"/>
                      <a:pt x="203" y="304"/>
                    </a:cubicBezTo>
                    <a:cubicBezTo>
                      <a:pt x="270" y="304"/>
                      <a:pt x="337" y="304"/>
                      <a:pt x="406" y="304"/>
                    </a:cubicBezTo>
                    <a:cubicBezTo>
                      <a:pt x="406" y="271"/>
                      <a:pt x="406" y="237"/>
                      <a:pt x="406" y="203"/>
                    </a:cubicBezTo>
                    <a:cubicBezTo>
                      <a:pt x="473" y="203"/>
                      <a:pt x="540" y="203"/>
                      <a:pt x="608" y="203"/>
                    </a:cubicBezTo>
                    <a:cubicBezTo>
                      <a:pt x="608" y="169"/>
                      <a:pt x="608" y="136"/>
                      <a:pt x="608" y="101"/>
                    </a:cubicBezTo>
                    <a:cubicBezTo>
                      <a:pt x="675" y="101"/>
                      <a:pt x="742" y="101"/>
                      <a:pt x="811" y="101"/>
                    </a:cubicBezTo>
                    <a:cubicBezTo>
                      <a:pt x="811" y="68"/>
                      <a:pt x="811" y="34"/>
                      <a:pt x="81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80" name="ICON_TOOL_VISUALIZE_path_021"/>
              <p:cNvSpPr/>
              <p:nvPr/>
            </p:nvSpPr>
            <p:spPr>
              <a:xfrm>
                <a:off x="5100817" y="4575355"/>
                <a:ext cx="2576" cy="15456"/>
              </a:xfrm>
              <a:custGeom>
                <a:avLst/>
                <a:gdLst/>
                <a:ahLst/>
                <a:cxnLst/>
                <a:rect l="0" t="0" r="r" b="b"/>
                <a:pathLst>
                  <a:path w="203" h="1217" fill="norm" stroke="0">
                    <a:moveTo>
                      <a:pt x="0" y="0"/>
                    </a:moveTo>
                    <a:cubicBezTo>
                      <a:pt x="67" y="0"/>
                      <a:pt x="134" y="0"/>
                      <a:pt x="203" y="0"/>
                    </a:cubicBezTo>
                    <a:cubicBezTo>
                      <a:pt x="203" y="402"/>
                      <a:pt x="203" y="803"/>
                      <a:pt x="203" y="1217"/>
                    </a:cubicBezTo>
                    <a:cubicBezTo>
                      <a:pt x="136" y="1217"/>
                      <a:pt x="69" y="1217"/>
                      <a:pt x="0" y="1217"/>
                    </a:cubicBezTo>
                    <a:cubicBezTo>
                      <a:pt x="0" y="815"/>
                      <a:pt x="0" y="4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4" cap="flat">
                <a:noFill/>
              </a:ln>
            </p:spPr>
          </p:sp>
          <p:sp>
            <p:nvSpPr>
              <p:cNvPr id="1181" name="ICON_TOOL_VISUALIZE_path_022"/>
              <p:cNvSpPr/>
              <p:nvPr/>
            </p:nvSpPr>
            <p:spPr>
              <a:xfrm>
                <a:off x="5372579" y="4462013"/>
                <a:ext cx="6440" cy="10304"/>
              </a:xfrm>
              <a:custGeom>
                <a:avLst/>
                <a:gdLst/>
                <a:ahLst/>
                <a:cxnLst/>
                <a:rect l="0" t="0" r="r" b="b"/>
                <a:pathLst>
                  <a:path w="507" h="811" fill="norm" stroke="0">
                    <a:moveTo>
                      <a:pt x="101" y="0"/>
                    </a:moveTo>
                    <a:cubicBezTo>
                      <a:pt x="168" y="0"/>
                      <a:pt x="235" y="0"/>
                      <a:pt x="304" y="0"/>
                    </a:cubicBezTo>
                    <a:cubicBezTo>
                      <a:pt x="304" y="33"/>
                      <a:pt x="304" y="67"/>
                      <a:pt x="304" y="101"/>
                    </a:cubicBezTo>
                    <a:cubicBezTo>
                      <a:pt x="371" y="101"/>
                      <a:pt x="438" y="101"/>
                      <a:pt x="507" y="101"/>
                    </a:cubicBezTo>
                    <a:cubicBezTo>
                      <a:pt x="507" y="202"/>
                      <a:pt x="507" y="302"/>
                      <a:pt x="507" y="406"/>
                    </a:cubicBezTo>
                    <a:cubicBezTo>
                      <a:pt x="474" y="406"/>
                      <a:pt x="440" y="406"/>
                      <a:pt x="406" y="406"/>
                    </a:cubicBezTo>
                    <a:cubicBezTo>
                      <a:pt x="406" y="439"/>
                      <a:pt x="406" y="473"/>
                      <a:pt x="406" y="507"/>
                    </a:cubicBezTo>
                    <a:cubicBezTo>
                      <a:pt x="372" y="507"/>
                      <a:pt x="339" y="507"/>
                      <a:pt x="304" y="507"/>
                    </a:cubicBezTo>
                    <a:cubicBezTo>
                      <a:pt x="304" y="541"/>
                      <a:pt x="304" y="574"/>
                      <a:pt x="304" y="608"/>
                    </a:cubicBezTo>
                    <a:cubicBezTo>
                      <a:pt x="289" y="606"/>
                      <a:pt x="273" y="604"/>
                      <a:pt x="257" y="602"/>
                    </a:cubicBezTo>
                    <a:cubicBezTo>
                      <a:pt x="248" y="603"/>
                      <a:pt x="248" y="603"/>
                      <a:pt x="203" y="608"/>
                    </a:cubicBezTo>
                    <a:cubicBezTo>
                      <a:pt x="174" y="653"/>
                      <a:pt x="174" y="653"/>
                      <a:pt x="152" y="710"/>
                    </a:cubicBezTo>
                    <a:cubicBezTo>
                      <a:pt x="130" y="767"/>
                      <a:pt x="130" y="767"/>
                      <a:pt x="101" y="811"/>
                    </a:cubicBezTo>
                    <a:cubicBezTo>
                      <a:pt x="68" y="811"/>
                      <a:pt x="34" y="811"/>
                      <a:pt x="0" y="811"/>
                    </a:cubicBezTo>
                    <a:cubicBezTo>
                      <a:pt x="0" y="711"/>
                      <a:pt x="0" y="611"/>
                      <a:pt x="0" y="507"/>
                    </a:cubicBezTo>
                    <a:cubicBezTo>
                      <a:pt x="33" y="507"/>
                      <a:pt x="67" y="507"/>
                      <a:pt x="101" y="507"/>
                    </a:cubicBezTo>
                    <a:cubicBezTo>
                      <a:pt x="101" y="474"/>
                      <a:pt x="101" y="440"/>
                      <a:pt x="101" y="406"/>
                    </a:cubicBezTo>
                    <a:cubicBezTo>
                      <a:pt x="135" y="406"/>
                      <a:pt x="168" y="406"/>
                      <a:pt x="203" y="406"/>
                    </a:cubicBezTo>
                    <a:cubicBezTo>
                      <a:pt x="203" y="372"/>
                      <a:pt x="203" y="339"/>
                      <a:pt x="203" y="304"/>
                    </a:cubicBezTo>
                    <a:cubicBezTo>
                      <a:pt x="169" y="304"/>
                      <a:pt x="136" y="304"/>
                      <a:pt x="101" y="304"/>
                    </a:cubicBezTo>
                    <a:cubicBezTo>
                      <a:pt x="101" y="204"/>
                      <a:pt x="101" y="103"/>
                      <a:pt x="10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82" name="ICON_TOOL_VISUALIZE_path_023"/>
              <p:cNvSpPr/>
              <p:nvPr/>
            </p:nvSpPr>
            <p:spPr>
              <a:xfrm>
                <a:off x="5100817" y="4449133"/>
                <a:ext cx="2576" cy="12880"/>
              </a:xfrm>
              <a:custGeom>
                <a:avLst/>
                <a:gdLst/>
                <a:ahLst/>
                <a:cxnLst/>
                <a:rect l="0" t="0" r="r" b="b"/>
                <a:pathLst>
                  <a:path w="203" h="1014" fill="norm" stroke="0">
                    <a:moveTo>
                      <a:pt x="0" y="0"/>
                    </a:moveTo>
                    <a:cubicBezTo>
                      <a:pt x="67" y="0"/>
                      <a:pt x="134" y="0"/>
                      <a:pt x="203" y="0"/>
                    </a:cubicBezTo>
                    <a:cubicBezTo>
                      <a:pt x="203" y="335"/>
                      <a:pt x="203" y="669"/>
                      <a:pt x="203" y="1014"/>
                    </a:cubicBezTo>
                    <a:cubicBezTo>
                      <a:pt x="136" y="1014"/>
                      <a:pt x="69" y="1014"/>
                      <a:pt x="0" y="1014"/>
                    </a:cubicBezTo>
                    <a:cubicBezTo>
                      <a:pt x="0" y="679"/>
                      <a:pt x="0" y="34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4" cap="flat">
                <a:noFill/>
              </a:ln>
            </p:spPr>
          </p:sp>
          <p:sp>
            <p:nvSpPr>
              <p:cNvPr id="1183" name="ICON_TOOL_VISUALIZE_path_024"/>
              <p:cNvSpPr/>
              <p:nvPr/>
            </p:nvSpPr>
            <p:spPr>
              <a:xfrm>
                <a:off x="5292725" y="4513532"/>
                <a:ext cx="9016" cy="3864"/>
              </a:xfrm>
              <a:custGeom>
                <a:avLst/>
                <a:gdLst/>
                <a:ahLst/>
                <a:cxnLst/>
                <a:rect l="0" t="0" r="r" b="b"/>
                <a:pathLst>
                  <a:path w="710" h="304" fill="norm" stroke="0">
                    <a:moveTo>
                      <a:pt x="0" y="0"/>
                    </a:moveTo>
                    <a:cubicBezTo>
                      <a:pt x="234" y="0"/>
                      <a:pt x="469" y="0"/>
                      <a:pt x="710" y="0"/>
                    </a:cubicBezTo>
                    <a:cubicBezTo>
                      <a:pt x="710" y="100"/>
                      <a:pt x="710" y="201"/>
                      <a:pt x="710" y="304"/>
                    </a:cubicBezTo>
                    <a:cubicBezTo>
                      <a:pt x="576" y="304"/>
                      <a:pt x="442" y="304"/>
                      <a:pt x="304" y="304"/>
                    </a:cubicBezTo>
                    <a:cubicBezTo>
                      <a:pt x="304" y="271"/>
                      <a:pt x="304" y="237"/>
                      <a:pt x="304" y="203"/>
                    </a:cubicBezTo>
                    <a:cubicBezTo>
                      <a:pt x="295" y="202"/>
                      <a:pt x="295" y="202"/>
                      <a:pt x="251" y="197"/>
                    </a:cubicBezTo>
                    <a:cubicBezTo>
                      <a:pt x="227" y="194"/>
                      <a:pt x="204" y="190"/>
                      <a:pt x="181" y="187"/>
                    </a:cubicBezTo>
                    <a:cubicBezTo>
                      <a:pt x="158" y="184"/>
                      <a:pt x="135" y="181"/>
                      <a:pt x="111" y="178"/>
                    </a:cubicBezTo>
                    <a:cubicBezTo>
                      <a:pt x="91" y="170"/>
                      <a:pt x="71" y="161"/>
                      <a:pt x="51" y="152"/>
                    </a:cubicBezTo>
                    <a:cubicBezTo>
                      <a:pt x="34" y="102"/>
                      <a:pt x="17" y="52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84" name="ICON_TOOL_VISUALIZE_path_025"/>
              <p:cNvSpPr/>
              <p:nvPr/>
            </p:nvSpPr>
            <p:spPr>
              <a:xfrm>
                <a:off x="5375155" y="4436254"/>
                <a:ext cx="6440" cy="7728"/>
              </a:xfrm>
              <a:custGeom>
                <a:avLst/>
                <a:gdLst/>
                <a:ahLst/>
                <a:cxnLst/>
                <a:rect l="0" t="0" r="r" b="b"/>
                <a:pathLst>
                  <a:path w="507" h="608" fill="norm" stroke="0">
                    <a:moveTo>
                      <a:pt x="304" y="0"/>
                    </a:moveTo>
                    <a:cubicBezTo>
                      <a:pt x="338" y="0"/>
                      <a:pt x="371" y="0"/>
                      <a:pt x="406" y="0"/>
                    </a:cubicBezTo>
                    <a:cubicBezTo>
                      <a:pt x="406" y="33"/>
                      <a:pt x="406" y="67"/>
                      <a:pt x="406" y="101"/>
                    </a:cubicBezTo>
                    <a:cubicBezTo>
                      <a:pt x="439" y="101"/>
                      <a:pt x="473" y="101"/>
                      <a:pt x="507" y="101"/>
                    </a:cubicBezTo>
                    <a:cubicBezTo>
                      <a:pt x="493" y="135"/>
                      <a:pt x="478" y="169"/>
                      <a:pt x="463" y="203"/>
                    </a:cubicBezTo>
                    <a:cubicBezTo>
                      <a:pt x="454" y="222"/>
                      <a:pt x="446" y="240"/>
                      <a:pt x="438" y="260"/>
                    </a:cubicBezTo>
                    <a:cubicBezTo>
                      <a:pt x="427" y="275"/>
                      <a:pt x="417" y="289"/>
                      <a:pt x="406" y="304"/>
                    </a:cubicBezTo>
                    <a:cubicBezTo>
                      <a:pt x="351" y="311"/>
                      <a:pt x="351" y="311"/>
                      <a:pt x="304" y="304"/>
                    </a:cubicBezTo>
                    <a:cubicBezTo>
                      <a:pt x="302" y="322"/>
                      <a:pt x="300" y="340"/>
                      <a:pt x="299" y="358"/>
                    </a:cubicBezTo>
                    <a:cubicBezTo>
                      <a:pt x="272" y="544"/>
                      <a:pt x="272" y="544"/>
                      <a:pt x="216" y="586"/>
                    </a:cubicBezTo>
                    <a:cubicBezTo>
                      <a:pt x="174" y="599"/>
                      <a:pt x="174" y="599"/>
                      <a:pt x="101" y="608"/>
                    </a:cubicBezTo>
                    <a:cubicBezTo>
                      <a:pt x="101" y="575"/>
                      <a:pt x="101" y="542"/>
                      <a:pt x="101" y="507"/>
                    </a:cubicBezTo>
                    <a:cubicBezTo>
                      <a:pt x="68" y="507"/>
                      <a:pt x="34" y="507"/>
                      <a:pt x="0" y="507"/>
                    </a:cubicBezTo>
                    <a:cubicBezTo>
                      <a:pt x="0" y="407"/>
                      <a:pt x="0" y="306"/>
                      <a:pt x="0" y="203"/>
                    </a:cubicBezTo>
                    <a:cubicBezTo>
                      <a:pt x="33" y="203"/>
                      <a:pt x="67" y="203"/>
                      <a:pt x="101" y="203"/>
                    </a:cubicBezTo>
                    <a:cubicBezTo>
                      <a:pt x="101" y="169"/>
                      <a:pt x="101" y="136"/>
                      <a:pt x="101" y="101"/>
                    </a:cubicBezTo>
                    <a:cubicBezTo>
                      <a:pt x="168" y="101"/>
                      <a:pt x="235" y="101"/>
                      <a:pt x="304" y="101"/>
                    </a:cubicBezTo>
                    <a:cubicBezTo>
                      <a:pt x="304" y="68"/>
                      <a:pt x="304" y="34"/>
                      <a:pt x="30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  <p:sp>
            <p:nvSpPr>
              <p:cNvPr id="1185" name="ICON_TOOL_VISUALIZE_path_026"/>
              <p:cNvSpPr/>
              <p:nvPr/>
            </p:nvSpPr>
            <p:spPr>
              <a:xfrm>
                <a:off x="5100729" y="4436254"/>
                <a:ext cx="14256" cy="7728"/>
              </a:xfrm>
              <a:custGeom>
                <a:avLst/>
                <a:gdLst/>
                <a:ahLst/>
                <a:cxnLst/>
                <a:rect l="0" t="0" r="r" b="b"/>
                <a:pathLst>
                  <a:path w="1123" h="608" fill="norm" stroke="0">
                    <a:moveTo>
                      <a:pt x="1021" y="0"/>
                    </a:moveTo>
                    <a:cubicBezTo>
                      <a:pt x="1055" y="0"/>
                      <a:pt x="1088" y="0"/>
                      <a:pt x="1123" y="0"/>
                    </a:cubicBezTo>
                    <a:cubicBezTo>
                      <a:pt x="1123" y="100"/>
                      <a:pt x="1123" y="201"/>
                      <a:pt x="1123" y="304"/>
                    </a:cubicBezTo>
                    <a:cubicBezTo>
                      <a:pt x="1089" y="304"/>
                      <a:pt x="1056" y="304"/>
                      <a:pt x="1021" y="304"/>
                    </a:cubicBezTo>
                    <a:cubicBezTo>
                      <a:pt x="1021" y="338"/>
                      <a:pt x="1021" y="371"/>
                      <a:pt x="1021" y="406"/>
                    </a:cubicBezTo>
                    <a:cubicBezTo>
                      <a:pt x="988" y="406"/>
                      <a:pt x="954" y="406"/>
                      <a:pt x="920" y="406"/>
                    </a:cubicBezTo>
                    <a:cubicBezTo>
                      <a:pt x="920" y="439"/>
                      <a:pt x="920" y="473"/>
                      <a:pt x="920" y="507"/>
                    </a:cubicBezTo>
                    <a:cubicBezTo>
                      <a:pt x="652" y="507"/>
                      <a:pt x="384" y="507"/>
                      <a:pt x="108" y="507"/>
                    </a:cubicBezTo>
                    <a:cubicBezTo>
                      <a:pt x="108" y="541"/>
                      <a:pt x="108" y="574"/>
                      <a:pt x="108" y="608"/>
                    </a:cubicBezTo>
                    <a:cubicBezTo>
                      <a:pt x="58" y="593"/>
                      <a:pt x="58" y="593"/>
                      <a:pt x="7" y="558"/>
                    </a:cubicBezTo>
                    <a:cubicBezTo>
                      <a:pt x="0" y="506"/>
                      <a:pt x="5" y="458"/>
                      <a:pt x="7" y="406"/>
                    </a:cubicBezTo>
                    <a:cubicBezTo>
                      <a:pt x="29" y="404"/>
                      <a:pt x="51" y="403"/>
                      <a:pt x="74" y="402"/>
                    </a:cubicBezTo>
                    <a:cubicBezTo>
                      <a:pt x="157" y="397"/>
                      <a:pt x="241" y="392"/>
                      <a:pt x="324" y="387"/>
                    </a:cubicBezTo>
                    <a:cubicBezTo>
                      <a:pt x="359" y="385"/>
                      <a:pt x="395" y="382"/>
                      <a:pt x="431" y="380"/>
                    </a:cubicBezTo>
                    <a:cubicBezTo>
                      <a:pt x="483" y="377"/>
                      <a:pt x="535" y="374"/>
                      <a:pt x="586" y="371"/>
                    </a:cubicBezTo>
                    <a:cubicBezTo>
                      <a:pt x="602" y="370"/>
                      <a:pt x="618" y="369"/>
                      <a:pt x="634" y="368"/>
                    </a:cubicBezTo>
                    <a:cubicBezTo>
                      <a:pt x="737" y="362"/>
                      <a:pt x="825" y="345"/>
                      <a:pt x="920" y="304"/>
                    </a:cubicBezTo>
                    <a:cubicBezTo>
                      <a:pt x="946" y="271"/>
                      <a:pt x="946" y="271"/>
                      <a:pt x="957" y="233"/>
                    </a:cubicBezTo>
                    <a:cubicBezTo>
                      <a:pt x="961" y="219"/>
                      <a:pt x="965" y="206"/>
                      <a:pt x="969" y="192"/>
                    </a:cubicBezTo>
                    <a:cubicBezTo>
                      <a:pt x="973" y="178"/>
                      <a:pt x="976" y="163"/>
                      <a:pt x="980" y="149"/>
                    </a:cubicBezTo>
                    <a:cubicBezTo>
                      <a:pt x="984" y="135"/>
                      <a:pt x="988" y="120"/>
                      <a:pt x="992" y="106"/>
                    </a:cubicBezTo>
                    <a:cubicBezTo>
                      <a:pt x="1003" y="71"/>
                      <a:pt x="1012" y="35"/>
                      <a:pt x="102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4" cap="flat">
                <a:noFill/>
              </a:ln>
            </p:spPr>
          </p:sp>
        </p:grpSp>
        <p:grpSp>
          <p:nvGrpSpPr>
            <p:cNvPr id="1186" name="ICON_TOOL_CODE"/>
            <p:cNvGrpSpPr/>
            <p:nvPr/>
          </p:nvGrpSpPr>
          <p:grpSpPr>
            <a:xfrm>
              <a:off x="5087938" y="4714875"/>
              <a:ext cx="333375" cy="277812"/>
              <a:chOff x="5087938" y="4714875"/>
              <a:chExt cx="333375" cy="277812"/>
            </a:xfrm>
          </p:grpSpPr>
          <p:sp>
            <p:nvSpPr>
              <p:cNvPr id="1187" name="ICON_TOOL_CODE_path_001"/>
              <p:cNvSpPr/>
              <p:nvPr/>
            </p:nvSpPr>
            <p:spPr>
              <a:xfrm>
                <a:off x="5210620" y="4739100"/>
                <a:ext cx="89345" cy="230696"/>
              </a:xfrm>
              <a:custGeom>
                <a:avLst/>
                <a:gdLst/>
                <a:ahLst/>
                <a:cxnLst/>
                <a:rect l="0" t="0" r="r" b="b"/>
                <a:pathLst>
                  <a:path w="7035" h="18165" fill="norm" stroke="0">
                    <a:moveTo>
                      <a:pt x="5040" y="0"/>
                    </a:moveTo>
                    <a:cubicBezTo>
                      <a:pt x="5213" y="0"/>
                      <a:pt x="5387" y="0"/>
                      <a:pt x="5565" y="0"/>
                    </a:cubicBezTo>
                    <a:cubicBezTo>
                      <a:pt x="5565" y="35"/>
                      <a:pt x="5565" y="69"/>
                      <a:pt x="5565" y="105"/>
                    </a:cubicBezTo>
                    <a:cubicBezTo>
                      <a:pt x="5669" y="105"/>
                      <a:pt x="5773" y="105"/>
                      <a:pt x="5880" y="105"/>
                    </a:cubicBezTo>
                    <a:cubicBezTo>
                      <a:pt x="5880" y="140"/>
                      <a:pt x="5880" y="174"/>
                      <a:pt x="5880" y="210"/>
                    </a:cubicBezTo>
                    <a:cubicBezTo>
                      <a:pt x="5949" y="210"/>
                      <a:pt x="6019" y="210"/>
                      <a:pt x="6090" y="210"/>
                    </a:cubicBezTo>
                    <a:cubicBezTo>
                      <a:pt x="6090" y="245"/>
                      <a:pt x="6090" y="279"/>
                      <a:pt x="6090" y="315"/>
                    </a:cubicBezTo>
                    <a:cubicBezTo>
                      <a:pt x="6194" y="315"/>
                      <a:pt x="6298" y="315"/>
                      <a:pt x="6405" y="315"/>
                    </a:cubicBezTo>
                    <a:cubicBezTo>
                      <a:pt x="6405" y="350"/>
                      <a:pt x="6405" y="384"/>
                      <a:pt x="6405" y="420"/>
                    </a:cubicBezTo>
                    <a:cubicBezTo>
                      <a:pt x="6544" y="420"/>
                      <a:pt x="6682" y="420"/>
                      <a:pt x="6825" y="420"/>
                    </a:cubicBezTo>
                    <a:cubicBezTo>
                      <a:pt x="6825" y="455"/>
                      <a:pt x="6825" y="489"/>
                      <a:pt x="6825" y="525"/>
                    </a:cubicBezTo>
                    <a:cubicBezTo>
                      <a:pt x="6860" y="525"/>
                      <a:pt x="6894" y="525"/>
                      <a:pt x="6930" y="525"/>
                    </a:cubicBezTo>
                    <a:cubicBezTo>
                      <a:pt x="6930" y="560"/>
                      <a:pt x="6930" y="594"/>
                      <a:pt x="6930" y="630"/>
                    </a:cubicBezTo>
                    <a:cubicBezTo>
                      <a:pt x="6965" y="630"/>
                      <a:pt x="6999" y="630"/>
                      <a:pt x="7035" y="630"/>
                    </a:cubicBezTo>
                    <a:cubicBezTo>
                      <a:pt x="7035" y="907"/>
                      <a:pt x="7035" y="1184"/>
                      <a:pt x="7035" y="1470"/>
                    </a:cubicBezTo>
                    <a:cubicBezTo>
                      <a:pt x="7000" y="1470"/>
                      <a:pt x="6966" y="1470"/>
                      <a:pt x="6930" y="1470"/>
                    </a:cubicBezTo>
                    <a:cubicBezTo>
                      <a:pt x="6930" y="1643"/>
                      <a:pt x="6930" y="1817"/>
                      <a:pt x="6930" y="1995"/>
                    </a:cubicBezTo>
                    <a:cubicBezTo>
                      <a:pt x="6895" y="1995"/>
                      <a:pt x="6861" y="1995"/>
                      <a:pt x="6825" y="1995"/>
                    </a:cubicBezTo>
                    <a:cubicBezTo>
                      <a:pt x="6826" y="2018"/>
                      <a:pt x="6827" y="2042"/>
                      <a:pt x="6829" y="2066"/>
                    </a:cubicBezTo>
                    <a:cubicBezTo>
                      <a:pt x="6836" y="2279"/>
                      <a:pt x="6819" y="2433"/>
                      <a:pt x="6720" y="2625"/>
                    </a:cubicBezTo>
                    <a:cubicBezTo>
                      <a:pt x="6685" y="2625"/>
                      <a:pt x="6651" y="2625"/>
                      <a:pt x="6615" y="2625"/>
                    </a:cubicBezTo>
                    <a:cubicBezTo>
                      <a:pt x="6615" y="2764"/>
                      <a:pt x="6615" y="2902"/>
                      <a:pt x="6615" y="3045"/>
                    </a:cubicBezTo>
                    <a:cubicBezTo>
                      <a:pt x="6580" y="3045"/>
                      <a:pt x="6546" y="3045"/>
                      <a:pt x="6510" y="3045"/>
                    </a:cubicBezTo>
                    <a:cubicBezTo>
                      <a:pt x="6510" y="3149"/>
                      <a:pt x="6510" y="3253"/>
                      <a:pt x="6510" y="3360"/>
                    </a:cubicBezTo>
                    <a:cubicBezTo>
                      <a:pt x="6475" y="3360"/>
                      <a:pt x="6441" y="3360"/>
                      <a:pt x="6405" y="3360"/>
                    </a:cubicBezTo>
                    <a:cubicBezTo>
                      <a:pt x="6405" y="3499"/>
                      <a:pt x="6405" y="3637"/>
                      <a:pt x="6405" y="3780"/>
                    </a:cubicBezTo>
                    <a:cubicBezTo>
                      <a:pt x="6370" y="3780"/>
                      <a:pt x="6336" y="3780"/>
                      <a:pt x="6300" y="3780"/>
                    </a:cubicBezTo>
                    <a:cubicBezTo>
                      <a:pt x="6300" y="3919"/>
                      <a:pt x="6300" y="4057"/>
                      <a:pt x="6300" y="4200"/>
                    </a:cubicBezTo>
                    <a:cubicBezTo>
                      <a:pt x="6265" y="4200"/>
                      <a:pt x="6231" y="4200"/>
                      <a:pt x="6195" y="4200"/>
                    </a:cubicBezTo>
                    <a:cubicBezTo>
                      <a:pt x="6196" y="4222"/>
                      <a:pt x="6197" y="4245"/>
                      <a:pt x="6199" y="4267"/>
                    </a:cubicBezTo>
                    <a:cubicBezTo>
                      <a:pt x="6208" y="4508"/>
                      <a:pt x="6167" y="4708"/>
                      <a:pt x="6090" y="4935"/>
                    </a:cubicBezTo>
                    <a:cubicBezTo>
                      <a:pt x="6055" y="4935"/>
                      <a:pt x="6021" y="4935"/>
                      <a:pt x="5985" y="4935"/>
                    </a:cubicBezTo>
                    <a:cubicBezTo>
                      <a:pt x="5985" y="5074"/>
                      <a:pt x="5985" y="5212"/>
                      <a:pt x="5985" y="5355"/>
                    </a:cubicBezTo>
                    <a:cubicBezTo>
                      <a:pt x="5950" y="5355"/>
                      <a:pt x="5916" y="5355"/>
                      <a:pt x="5880" y="5355"/>
                    </a:cubicBezTo>
                    <a:cubicBezTo>
                      <a:pt x="5880" y="5459"/>
                      <a:pt x="5880" y="5563"/>
                      <a:pt x="5880" y="5670"/>
                    </a:cubicBezTo>
                    <a:cubicBezTo>
                      <a:pt x="5845" y="5670"/>
                      <a:pt x="5811" y="5670"/>
                      <a:pt x="5775" y="5670"/>
                    </a:cubicBezTo>
                    <a:cubicBezTo>
                      <a:pt x="5775" y="5809"/>
                      <a:pt x="5775" y="5947"/>
                      <a:pt x="5775" y="6090"/>
                    </a:cubicBezTo>
                    <a:cubicBezTo>
                      <a:pt x="5740" y="6090"/>
                      <a:pt x="5706" y="6090"/>
                      <a:pt x="5670" y="6090"/>
                    </a:cubicBezTo>
                    <a:cubicBezTo>
                      <a:pt x="5670" y="6229"/>
                      <a:pt x="5670" y="6367"/>
                      <a:pt x="5670" y="6510"/>
                    </a:cubicBezTo>
                    <a:cubicBezTo>
                      <a:pt x="5635" y="6510"/>
                      <a:pt x="5601" y="6510"/>
                      <a:pt x="5565" y="6510"/>
                    </a:cubicBezTo>
                    <a:cubicBezTo>
                      <a:pt x="5565" y="6614"/>
                      <a:pt x="5565" y="6718"/>
                      <a:pt x="5565" y="6825"/>
                    </a:cubicBezTo>
                    <a:cubicBezTo>
                      <a:pt x="5530" y="6825"/>
                      <a:pt x="5496" y="6825"/>
                      <a:pt x="5460" y="6825"/>
                    </a:cubicBezTo>
                    <a:cubicBezTo>
                      <a:pt x="5460" y="6929"/>
                      <a:pt x="5460" y="7033"/>
                      <a:pt x="5460" y="7140"/>
                    </a:cubicBezTo>
                    <a:cubicBezTo>
                      <a:pt x="5425" y="7140"/>
                      <a:pt x="5391" y="7140"/>
                      <a:pt x="5355" y="7140"/>
                    </a:cubicBezTo>
                    <a:cubicBezTo>
                      <a:pt x="5355" y="7279"/>
                      <a:pt x="5355" y="7417"/>
                      <a:pt x="5355" y="7560"/>
                    </a:cubicBezTo>
                    <a:cubicBezTo>
                      <a:pt x="5320" y="7560"/>
                      <a:pt x="5286" y="7560"/>
                      <a:pt x="5250" y="7560"/>
                    </a:cubicBezTo>
                    <a:cubicBezTo>
                      <a:pt x="5250" y="7699"/>
                      <a:pt x="5250" y="7837"/>
                      <a:pt x="5250" y="7980"/>
                    </a:cubicBezTo>
                    <a:cubicBezTo>
                      <a:pt x="5215" y="7980"/>
                      <a:pt x="5181" y="7980"/>
                      <a:pt x="5145" y="7980"/>
                    </a:cubicBezTo>
                    <a:cubicBezTo>
                      <a:pt x="5145" y="8084"/>
                      <a:pt x="5145" y="8188"/>
                      <a:pt x="5145" y="8295"/>
                    </a:cubicBezTo>
                    <a:cubicBezTo>
                      <a:pt x="5110" y="8295"/>
                      <a:pt x="5076" y="8295"/>
                      <a:pt x="5040" y="8295"/>
                    </a:cubicBezTo>
                    <a:cubicBezTo>
                      <a:pt x="5040" y="8434"/>
                      <a:pt x="5040" y="8572"/>
                      <a:pt x="5040" y="8715"/>
                    </a:cubicBezTo>
                    <a:cubicBezTo>
                      <a:pt x="5005" y="8715"/>
                      <a:pt x="4971" y="8715"/>
                      <a:pt x="4935" y="8715"/>
                    </a:cubicBezTo>
                    <a:cubicBezTo>
                      <a:pt x="4935" y="8819"/>
                      <a:pt x="4935" y="8923"/>
                      <a:pt x="4935" y="9030"/>
                    </a:cubicBezTo>
                    <a:cubicBezTo>
                      <a:pt x="4900" y="9030"/>
                      <a:pt x="4866" y="9030"/>
                      <a:pt x="4830" y="9030"/>
                    </a:cubicBezTo>
                    <a:cubicBezTo>
                      <a:pt x="4830" y="9169"/>
                      <a:pt x="4830" y="9307"/>
                      <a:pt x="4830" y="9450"/>
                    </a:cubicBezTo>
                    <a:cubicBezTo>
                      <a:pt x="4795" y="9450"/>
                      <a:pt x="4761" y="9450"/>
                      <a:pt x="4725" y="9450"/>
                    </a:cubicBezTo>
                    <a:cubicBezTo>
                      <a:pt x="4725" y="9554"/>
                      <a:pt x="4725" y="9658"/>
                      <a:pt x="4725" y="9765"/>
                    </a:cubicBezTo>
                    <a:cubicBezTo>
                      <a:pt x="4690" y="9765"/>
                      <a:pt x="4656" y="9765"/>
                      <a:pt x="4620" y="9765"/>
                    </a:cubicBezTo>
                    <a:cubicBezTo>
                      <a:pt x="4620" y="9869"/>
                      <a:pt x="4620" y="9973"/>
                      <a:pt x="4620" y="10080"/>
                    </a:cubicBezTo>
                    <a:cubicBezTo>
                      <a:pt x="4585" y="10080"/>
                      <a:pt x="4551" y="10080"/>
                      <a:pt x="4515" y="10080"/>
                    </a:cubicBezTo>
                    <a:cubicBezTo>
                      <a:pt x="4515" y="10219"/>
                      <a:pt x="4515" y="10357"/>
                      <a:pt x="4515" y="10500"/>
                    </a:cubicBezTo>
                    <a:cubicBezTo>
                      <a:pt x="4480" y="10500"/>
                      <a:pt x="4446" y="10500"/>
                      <a:pt x="4410" y="10500"/>
                    </a:cubicBezTo>
                    <a:cubicBezTo>
                      <a:pt x="4410" y="10639"/>
                      <a:pt x="4410" y="10777"/>
                      <a:pt x="4410" y="10920"/>
                    </a:cubicBezTo>
                    <a:cubicBezTo>
                      <a:pt x="4375" y="10920"/>
                      <a:pt x="4341" y="10920"/>
                      <a:pt x="4305" y="10920"/>
                    </a:cubicBezTo>
                    <a:cubicBezTo>
                      <a:pt x="4305" y="11024"/>
                      <a:pt x="4305" y="11128"/>
                      <a:pt x="4305" y="11235"/>
                    </a:cubicBezTo>
                    <a:cubicBezTo>
                      <a:pt x="4270" y="11235"/>
                      <a:pt x="4236" y="11235"/>
                      <a:pt x="4200" y="11235"/>
                    </a:cubicBezTo>
                    <a:cubicBezTo>
                      <a:pt x="4200" y="11374"/>
                      <a:pt x="4200" y="11512"/>
                      <a:pt x="4200" y="11655"/>
                    </a:cubicBezTo>
                    <a:cubicBezTo>
                      <a:pt x="4165" y="11655"/>
                      <a:pt x="4131" y="11655"/>
                      <a:pt x="4095" y="11655"/>
                    </a:cubicBezTo>
                    <a:cubicBezTo>
                      <a:pt x="4095" y="11759"/>
                      <a:pt x="4095" y="11863"/>
                      <a:pt x="4095" y="11970"/>
                    </a:cubicBezTo>
                    <a:cubicBezTo>
                      <a:pt x="4060" y="11970"/>
                      <a:pt x="4026" y="11970"/>
                      <a:pt x="3990" y="11970"/>
                    </a:cubicBezTo>
                    <a:cubicBezTo>
                      <a:pt x="3990" y="12109"/>
                      <a:pt x="3990" y="12247"/>
                      <a:pt x="3990" y="12390"/>
                    </a:cubicBezTo>
                    <a:cubicBezTo>
                      <a:pt x="3955" y="12390"/>
                      <a:pt x="3921" y="12390"/>
                      <a:pt x="3885" y="12390"/>
                    </a:cubicBezTo>
                    <a:cubicBezTo>
                      <a:pt x="3886" y="12405"/>
                      <a:pt x="3887" y="12419"/>
                      <a:pt x="3889" y="12435"/>
                    </a:cubicBezTo>
                    <a:cubicBezTo>
                      <a:pt x="3898" y="12644"/>
                      <a:pt x="3844" y="12822"/>
                      <a:pt x="3780" y="13020"/>
                    </a:cubicBezTo>
                    <a:cubicBezTo>
                      <a:pt x="3745" y="13020"/>
                      <a:pt x="3711" y="13020"/>
                      <a:pt x="3675" y="13020"/>
                    </a:cubicBezTo>
                    <a:cubicBezTo>
                      <a:pt x="3675" y="13159"/>
                      <a:pt x="3675" y="13297"/>
                      <a:pt x="3675" y="13440"/>
                    </a:cubicBezTo>
                    <a:cubicBezTo>
                      <a:pt x="3640" y="13440"/>
                      <a:pt x="3606" y="13440"/>
                      <a:pt x="3570" y="13440"/>
                    </a:cubicBezTo>
                    <a:cubicBezTo>
                      <a:pt x="3570" y="13579"/>
                      <a:pt x="3570" y="13717"/>
                      <a:pt x="3570" y="13860"/>
                    </a:cubicBezTo>
                    <a:cubicBezTo>
                      <a:pt x="3535" y="13860"/>
                      <a:pt x="3501" y="13860"/>
                      <a:pt x="3465" y="13860"/>
                    </a:cubicBezTo>
                    <a:cubicBezTo>
                      <a:pt x="3465" y="13999"/>
                      <a:pt x="3465" y="14137"/>
                      <a:pt x="3465" y="14280"/>
                    </a:cubicBezTo>
                    <a:cubicBezTo>
                      <a:pt x="3430" y="14280"/>
                      <a:pt x="3396" y="14280"/>
                      <a:pt x="3360" y="14280"/>
                    </a:cubicBezTo>
                    <a:cubicBezTo>
                      <a:pt x="3360" y="14384"/>
                      <a:pt x="3360" y="14488"/>
                      <a:pt x="3360" y="14595"/>
                    </a:cubicBezTo>
                    <a:cubicBezTo>
                      <a:pt x="3325" y="14595"/>
                      <a:pt x="3291" y="14595"/>
                      <a:pt x="3255" y="14595"/>
                    </a:cubicBezTo>
                    <a:cubicBezTo>
                      <a:pt x="3255" y="14699"/>
                      <a:pt x="3255" y="14803"/>
                      <a:pt x="3255" y="14910"/>
                    </a:cubicBezTo>
                    <a:cubicBezTo>
                      <a:pt x="3220" y="14910"/>
                      <a:pt x="3186" y="14910"/>
                      <a:pt x="3150" y="14910"/>
                    </a:cubicBezTo>
                    <a:cubicBezTo>
                      <a:pt x="3150" y="15049"/>
                      <a:pt x="3150" y="15187"/>
                      <a:pt x="3150" y="15330"/>
                    </a:cubicBezTo>
                    <a:cubicBezTo>
                      <a:pt x="3115" y="15330"/>
                      <a:pt x="3081" y="15330"/>
                      <a:pt x="3045" y="15330"/>
                    </a:cubicBezTo>
                    <a:cubicBezTo>
                      <a:pt x="3045" y="15434"/>
                      <a:pt x="3045" y="15538"/>
                      <a:pt x="3045" y="15645"/>
                    </a:cubicBezTo>
                    <a:cubicBezTo>
                      <a:pt x="3010" y="15645"/>
                      <a:pt x="2976" y="15645"/>
                      <a:pt x="2940" y="15645"/>
                    </a:cubicBezTo>
                    <a:cubicBezTo>
                      <a:pt x="2940" y="15749"/>
                      <a:pt x="2940" y="15853"/>
                      <a:pt x="2940" y="15960"/>
                    </a:cubicBezTo>
                    <a:cubicBezTo>
                      <a:pt x="2905" y="15960"/>
                      <a:pt x="2871" y="15960"/>
                      <a:pt x="2835" y="15960"/>
                    </a:cubicBezTo>
                    <a:cubicBezTo>
                      <a:pt x="2835" y="16099"/>
                      <a:pt x="2835" y="16237"/>
                      <a:pt x="2835" y="16380"/>
                    </a:cubicBezTo>
                    <a:cubicBezTo>
                      <a:pt x="2800" y="16380"/>
                      <a:pt x="2766" y="16380"/>
                      <a:pt x="2730" y="16380"/>
                    </a:cubicBezTo>
                    <a:cubicBezTo>
                      <a:pt x="2730" y="16519"/>
                      <a:pt x="2730" y="16657"/>
                      <a:pt x="2730" y="16800"/>
                    </a:cubicBezTo>
                    <a:cubicBezTo>
                      <a:pt x="2695" y="16800"/>
                      <a:pt x="2661" y="16800"/>
                      <a:pt x="2625" y="16800"/>
                    </a:cubicBezTo>
                    <a:cubicBezTo>
                      <a:pt x="2625" y="16904"/>
                      <a:pt x="2625" y="17008"/>
                      <a:pt x="2625" y="17115"/>
                    </a:cubicBezTo>
                    <a:cubicBezTo>
                      <a:pt x="2590" y="17115"/>
                      <a:pt x="2556" y="17115"/>
                      <a:pt x="2520" y="17115"/>
                    </a:cubicBezTo>
                    <a:cubicBezTo>
                      <a:pt x="2520" y="17254"/>
                      <a:pt x="2520" y="17392"/>
                      <a:pt x="2520" y="17535"/>
                    </a:cubicBezTo>
                    <a:cubicBezTo>
                      <a:pt x="2485" y="17535"/>
                      <a:pt x="2451" y="17535"/>
                      <a:pt x="2415" y="17535"/>
                    </a:cubicBezTo>
                    <a:cubicBezTo>
                      <a:pt x="2415" y="17604"/>
                      <a:pt x="2415" y="17674"/>
                      <a:pt x="2415" y="17745"/>
                    </a:cubicBezTo>
                    <a:cubicBezTo>
                      <a:pt x="2380" y="17745"/>
                      <a:pt x="2346" y="17745"/>
                      <a:pt x="2310" y="17745"/>
                    </a:cubicBezTo>
                    <a:cubicBezTo>
                      <a:pt x="2310" y="17780"/>
                      <a:pt x="2310" y="17814"/>
                      <a:pt x="2310" y="17850"/>
                    </a:cubicBezTo>
                    <a:cubicBezTo>
                      <a:pt x="2275" y="17850"/>
                      <a:pt x="2241" y="17850"/>
                      <a:pt x="2205" y="17850"/>
                    </a:cubicBezTo>
                    <a:cubicBezTo>
                      <a:pt x="2205" y="17885"/>
                      <a:pt x="2205" y="17919"/>
                      <a:pt x="2205" y="17955"/>
                    </a:cubicBezTo>
                    <a:cubicBezTo>
                      <a:pt x="2170" y="17955"/>
                      <a:pt x="2136" y="17955"/>
                      <a:pt x="2100" y="17955"/>
                    </a:cubicBezTo>
                    <a:cubicBezTo>
                      <a:pt x="2100" y="17990"/>
                      <a:pt x="2100" y="18024"/>
                      <a:pt x="2100" y="18060"/>
                    </a:cubicBezTo>
                    <a:cubicBezTo>
                      <a:pt x="2065" y="18060"/>
                      <a:pt x="2031" y="18060"/>
                      <a:pt x="1995" y="18060"/>
                    </a:cubicBezTo>
                    <a:cubicBezTo>
                      <a:pt x="1995" y="18095"/>
                      <a:pt x="1995" y="18129"/>
                      <a:pt x="1995" y="18165"/>
                    </a:cubicBezTo>
                    <a:cubicBezTo>
                      <a:pt x="1787" y="18165"/>
                      <a:pt x="1579" y="18165"/>
                      <a:pt x="1365" y="18165"/>
                    </a:cubicBezTo>
                    <a:cubicBezTo>
                      <a:pt x="1365" y="18130"/>
                      <a:pt x="1365" y="18096"/>
                      <a:pt x="1365" y="18060"/>
                    </a:cubicBezTo>
                    <a:cubicBezTo>
                      <a:pt x="1261" y="18060"/>
                      <a:pt x="1157" y="18060"/>
                      <a:pt x="1050" y="18060"/>
                    </a:cubicBezTo>
                    <a:cubicBezTo>
                      <a:pt x="1050" y="18025"/>
                      <a:pt x="1050" y="17991"/>
                      <a:pt x="1050" y="17955"/>
                    </a:cubicBezTo>
                    <a:cubicBezTo>
                      <a:pt x="1027" y="17956"/>
                      <a:pt x="1003" y="17957"/>
                      <a:pt x="979" y="17959"/>
                    </a:cubicBezTo>
                    <a:cubicBezTo>
                      <a:pt x="766" y="17966"/>
                      <a:pt x="612" y="17949"/>
                      <a:pt x="420" y="17850"/>
                    </a:cubicBezTo>
                    <a:cubicBezTo>
                      <a:pt x="420" y="17815"/>
                      <a:pt x="420" y="17781"/>
                      <a:pt x="420" y="17745"/>
                    </a:cubicBezTo>
                    <a:cubicBezTo>
                      <a:pt x="351" y="17745"/>
                      <a:pt x="281" y="17745"/>
                      <a:pt x="210" y="17745"/>
                    </a:cubicBezTo>
                    <a:cubicBezTo>
                      <a:pt x="210" y="17710"/>
                      <a:pt x="210" y="17676"/>
                      <a:pt x="210" y="17640"/>
                    </a:cubicBezTo>
                    <a:cubicBezTo>
                      <a:pt x="175" y="17640"/>
                      <a:pt x="141" y="17640"/>
                      <a:pt x="105" y="17640"/>
                    </a:cubicBezTo>
                    <a:cubicBezTo>
                      <a:pt x="105" y="17605"/>
                      <a:pt x="105" y="17571"/>
                      <a:pt x="105" y="17535"/>
                    </a:cubicBezTo>
                    <a:cubicBezTo>
                      <a:pt x="70" y="17535"/>
                      <a:pt x="36" y="17535"/>
                      <a:pt x="0" y="17535"/>
                    </a:cubicBezTo>
                    <a:cubicBezTo>
                      <a:pt x="0" y="17258"/>
                      <a:pt x="0" y="16981"/>
                      <a:pt x="0" y="16695"/>
                    </a:cubicBezTo>
                    <a:cubicBezTo>
                      <a:pt x="35" y="16695"/>
                      <a:pt x="69" y="16695"/>
                      <a:pt x="105" y="16695"/>
                    </a:cubicBezTo>
                    <a:cubicBezTo>
                      <a:pt x="105" y="16556"/>
                      <a:pt x="105" y="16418"/>
                      <a:pt x="105" y="16275"/>
                    </a:cubicBezTo>
                    <a:cubicBezTo>
                      <a:pt x="140" y="16275"/>
                      <a:pt x="174" y="16275"/>
                      <a:pt x="210" y="16275"/>
                    </a:cubicBezTo>
                    <a:cubicBezTo>
                      <a:pt x="210" y="16136"/>
                      <a:pt x="210" y="15998"/>
                      <a:pt x="210" y="15855"/>
                    </a:cubicBezTo>
                    <a:cubicBezTo>
                      <a:pt x="245" y="15855"/>
                      <a:pt x="279" y="15855"/>
                      <a:pt x="315" y="15855"/>
                    </a:cubicBezTo>
                    <a:cubicBezTo>
                      <a:pt x="315" y="15751"/>
                      <a:pt x="315" y="15647"/>
                      <a:pt x="315" y="15540"/>
                    </a:cubicBezTo>
                    <a:cubicBezTo>
                      <a:pt x="350" y="15540"/>
                      <a:pt x="384" y="15540"/>
                      <a:pt x="420" y="15540"/>
                    </a:cubicBezTo>
                    <a:cubicBezTo>
                      <a:pt x="419" y="15518"/>
                      <a:pt x="418" y="15495"/>
                      <a:pt x="416" y="15473"/>
                    </a:cubicBezTo>
                    <a:cubicBezTo>
                      <a:pt x="407" y="15232"/>
                      <a:pt x="448" y="15032"/>
                      <a:pt x="525" y="14805"/>
                    </a:cubicBezTo>
                    <a:cubicBezTo>
                      <a:pt x="560" y="14805"/>
                      <a:pt x="594" y="14805"/>
                      <a:pt x="630" y="14805"/>
                    </a:cubicBezTo>
                    <a:cubicBezTo>
                      <a:pt x="630" y="14666"/>
                      <a:pt x="630" y="14528"/>
                      <a:pt x="630" y="14385"/>
                    </a:cubicBezTo>
                    <a:cubicBezTo>
                      <a:pt x="665" y="14385"/>
                      <a:pt x="699" y="14385"/>
                      <a:pt x="735" y="14385"/>
                    </a:cubicBezTo>
                    <a:cubicBezTo>
                      <a:pt x="735" y="14316"/>
                      <a:pt x="735" y="14246"/>
                      <a:pt x="735" y="14175"/>
                    </a:cubicBezTo>
                    <a:cubicBezTo>
                      <a:pt x="770" y="14175"/>
                      <a:pt x="804" y="14175"/>
                      <a:pt x="840" y="14175"/>
                    </a:cubicBezTo>
                    <a:cubicBezTo>
                      <a:pt x="840" y="14036"/>
                      <a:pt x="840" y="13898"/>
                      <a:pt x="840" y="13755"/>
                    </a:cubicBezTo>
                    <a:cubicBezTo>
                      <a:pt x="875" y="13755"/>
                      <a:pt x="909" y="13755"/>
                      <a:pt x="945" y="13755"/>
                    </a:cubicBezTo>
                    <a:cubicBezTo>
                      <a:pt x="945" y="13582"/>
                      <a:pt x="945" y="13409"/>
                      <a:pt x="945" y="13230"/>
                    </a:cubicBezTo>
                    <a:cubicBezTo>
                      <a:pt x="980" y="13230"/>
                      <a:pt x="1014" y="13230"/>
                      <a:pt x="1050" y="13230"/>
                    </a:cubicBezTo>
                    <a:cubicBezTo>
                      <a:pt x="1050" y="13126"/>
                      <a:pt x="1050" y="13022"/>
                      <a:pt x="1050" y="12915"/>
                    </a:cubicBezTo>
                    <a:cubicBezTo>
                      <a:pt x="1085" y="12915"/>
                      <a:pt x="1119" y="12915"/>
                      <a:pt x="1155" y="12915"/>
                    </a:cubicBezTo>
                    <a:cubicBezTo>
                      <a:pt x="1155" y="12846"/>
                      <a:pt x="1155" y="12776"/>
                      <a:pt x="1155" y="12705"/>
                    </a:cubicBezTo>
                    <a:cubicBezTo>
                      <a:pt x="1190" y="12705"/>
                      <a:pt x="1224" y="12705"/>
                      <a:pt x="1260" y="12705"/>
                    </a:cubicBezTo>
                    <a:cubicBezTo>
                      <a:pt x="1260" y="12566"/>
                      <a:pt x="1260" y="12428"/>
                      <a:pt x="1260" y="12285"/>
                    </a:cubicBezTo>
                    <a:cubicBezTo>
                      <a:pt x="1295" y="12285"/>
                      <a:pt x="1329" y="12285"/>
                      <a:pt x="1365" y="12285"/>
                    </a:cubicBezTo>
                    <a:cubicBezTo>
                      <a:pt x="1365" y="12146"/>
                      <a:pt x="1365" y="12008"/>
                      <a:pt x="1365" y="11865"/>
                    </a:cubicBezTo>
                    <a:cubicBezTo>
                      <a:pt x="1400" y="11865"/>
                      <a:pt x="1434" y="11865"/>
                      <a:pt x="1470" y="11865"/>
                    </a:cubicBezTo>
                    <a:cubicBezTo>
                      <a:pt x="1470" y="11726"/>
                      <a:pt x="1470" y="11588"/>
                      <a:pt x="1470" y="11445"/>
                    </a:cubicBezTo>
                    <a:cubicBezTo>
                      <a:pt x="1505" y="11445"/>
                      <a:pt x="1539" y="11445"/>
                      <a:pt x="1575" y="11445"/>
                    </a:cubicBezTo>
                    <a:cubicBezTo>
                      <a:pt x="1575" y="11341"/>
                      <a:pt x="1575" y="11237"/>
                      <a:pt x="1575" y="11130"/>
                    </a:cubicBezTo>
                    <a:cubicBezTo>
                      <a:pt x="1610" y="11130"/>
                      <a:pt x="1644" y="11130"/>
                      <a:pt x="1680" y="11130"/>
                    </a:cubicBezTo>
                    <a:cubicBezTo>
                      <a:pt x="1680" y="10991"/>
                      <a:pt x="1680" y="10853"/>
                      <a:pt x="1680" y="10710"/>
                    </a:cubicBezTo>
                    <a:cubicBezTo>
                      <a:pt x="1715" y="10710"/>
                      <a:pt x="1749" y="10710"/>
                      <a:pt x="1785" y="10710"/>
                    </a:cubicBezTo>
                    <a:cubicBezTo>
                      <a:pt x="1784" y="10692"/>
                      <a:pt x="1784" y="10673"/>
                      <a:pt x="1783" y="10654"/>
                    </a:cubicBezTo>
                    <a:cubicBezTo>
                      <a:pt x="1783" y="10631"/>
                      <a:pt x="1782" y="10607"/>
                      <a:pt x="1782" y="10582"/>
                    </a:cubicBezTo>
                    <a:cubicBezTo>
                      <a:pt x="1781" y="10558"/>
                      <a:pt x="1780" y="10535"/>
                      <a:pt x="1780" y="10510"/>
                    </a:cubicBezTo>
                    <a:cubicBezTo>
                      <a:pt x="1785" y="10447"/>
                      <a:pt x="1785" y="10447"/>
                      <a:pt x="1838" y="10395"/>
                    </a:cubicBezTo>
                    <a:cubicBezTo>
                      <a:pt x="1848" y="10350"/>
                      <a:pt x="1848" y="10350"/>
                      <a:pt x="1854" y="10298"/>
                    </a:cubicBezTo>
                    <a:cubicBezTo>
                      <a:pt x="1856" y="10279"/>
                      <a:pt x="1859" y="10260"/>
                      <a:pt x="1861" y="10241"/>
                    </a:cubicBezTo>
                    <a:cubicBezTo>
                      <a:pt x="1863" y="10221"/>
                      <a:pt x="1865" y="10202"/>
                      <a:pt x="1867" y="10182"/>
                    </a:cubicBezTo>
                    <a:cubicBezTo>
                      <a:pt x="1868" y="10172"/>
                      <a:pt x="1868" y="10172"/>
                      <a:pt x="1874" y="10122"/>
                    </a:cubicBezTo>
                    <a:cubicBezTo>
                      <a:pt x="1879" y="10073"/>
                      <a:pt x="1885" y="10024"/>
                      <a:pt x="1890" y="9975"/>
                    </a:cubicBezTo>
                    <a:cubicBezTo>
                      <a:pt x="1925" y="9975"/>
                      <a:pt x="1959" y="9975"/>
                      <a:pt x="1995" y="9975"/>
                    </a:cubicBezTo>
                    <a:cubicBezTo>
                      <a:pt x="1995" y="9836"/>
                      <a:pt x="1995" y="9698"/>
                      <a:pt x="1995" y="9555"/>
                    </a:cubicBezTo>
                    <a:cubicBezTo>
                      <a:pt x="2030" y="9555"/>
                      <a:pt x="2064" y="9555"/>
                      <a:pt x="2100" y="9555"/>
                    </a:cubicBezTo>
                    <a:cubicBezTo>
                      <a:pt x="2100" y="9451"/>
                      <a:pt x="2100" y="9347"/>
                      <a:pt x="2100" y="9240"/>
                    </a:cubicBezTo>
                    <a:cubicBezTo>
                      <a:pt x="2135" y="9240"/>
                      <a:pt x="2169" y="9240"/>
                      <a:pt x="2205" y="9240"/>
                    </a:cubicBezTo>
                    <a:cubicBezTo>
                      <a:pt x="2205" y="9101"/>
                      <a:pt x="2205" y="8963"/>
                      <a:pt x="2205" y="8820"/>
                    </a:cubicBezTo>
                    <a:cubicBezTo>
                      <a:pt x="2240" y="8820"/>
                      <a:pt x="2274" y="8820"/>
                      <a:pt x="2310" y="8820"/>
                    </a:cubicBezTo>
                    <a:cubicBezTo>
                      <a:pt x="2310" y="8716"/>
                      <a:pt x="2310" y="8612"/>
                      <a:pt x="2310" y="8505"/>
                    </a:cubicBezTo>
                    <a:cubicBezTo>
                      <a:pt x="2345" y="8505"/>
                      <a:pt x="2379" y="8505"/>
                      <a:pt x="2415" y="8505"/>
                    </a:cubicBezTo>
                    <a:cubicBezTo>
                      <a:pt x="2415" y="8366"/>
                      <a:pt x="2415" y="8228"/>
                      <a:pt x="2415" y="8085"/>
                    </a:cubicBezTo>
                    <a:cubicBezTo>
                      <a:pt x="2450" y="8085"/>
                      <a:pt x="2484" y="8085"/>
                      <a:pt x="2520" y="8085"/>
                    </a:cubicBezTo>
                    <a:cubicBezTo>
                      <a:pt x="2520" y="7946"/>
                      <a:pt x="2520" y="7808"/>
                      <a:pt x="2520" y="7665"/>
                    </a:cubicBezTo>
                    <a:cubicBezTo>
                      <a:pt x="2555" y="7665"/>
                      <a:pt x="2589" y="7665"/>
                      <a:pt x="2625" y="7665"/>
                    </a:cubicBezTo>
                    <a:cubicBezTo>
                      <a:pt x="2624" y="7650"/>
                      <a:pt x="2623" y="7636"/>
                      <a:pt x="2621" y="7620"/>
                    </a:cubicBezTo>
                    <a:cubicBezTo>
                      <a:pt x="2612" y="7411"/>
                      <a:pt x="2666" y="7233"/>
                      <a:pt x="2730" y="7035"/>
                    </a:cubicBezTo>
                    <a:cubicBezTo>
                      <a:pt x="2765" y="7035"/>
                      <a:pt x="2799" y="7035"/>
                      <a:pt x="2835" y="7035"/>
                    </a:cubicBezTo>
                    <a:cubicBezTo>
                      <a:pt x="2835" y="6896"/>
                      <a:pt x="2835" y="6758"/>
                      <a:pt x="2835" y="6615"/>
                    </a:cubicBezTo>
                    <a:cubicBezTo>
                      <a:pt x="2870" y="6615"/>
                      <a:pt x="2904" y="6615"/>
                      <a:pt x="2940" y="6615"/>
                    </a:cubicBezTo>
                    <a:cubicBezTo>
                      <a:pt x="2940" y="6511"/>
                      <a:pt x="2940" y="6407"/>
                      <a:pt x="2940" y="6300"/>
                    </a:cubicBezTo>
                    <a:cubicBezTo>
                      <a:pt x="2975" y="6300"/>
                      <a:pt x="3009" y="6300"/>
                      <a:pt x="3045" y="6300"/>
                    </a:cubicBezTo>
                    <a:cubicBezTo>
                      <a:pt x="3045" y="6161"/>
                      <a:pt x="3045" y="6023"/>
                      <a:pt x="3045" y="5880"/>
                    </a:cubicBezTo>
                    <a:cubicBezTo>
                      <a:pt x="3080" y="5880"/>
                      <a:pt x="3114" y="5880"/>
                      <a:pt x="3150" y="5880"/>
                    </a:cubicBezTo>
                    <a:cubicBezTo>
                      <a:pt x="3149" y="5858"/>
                      <a:pt x="3148" y="5835"/>
                      <a:pt x="3146" y="5813"/>
                    </a:cubicBezTo>
                    <a:cubicBezTo>
                      <a:pt x="3137" y="5572"/>
                      <a:pt x="3178" y="5372"/>
                      <a:pt x="3255" y="5145"/>
                    </a:cubicBezTo>
                    <a:cubicBezTo>
                      <a:pt x="3290" y="5145"/>
                      <a:pt x="3324" y="5145"/>
                      <a:pt x="3360" y="5145"/>
                    </a:cubicBezTo>
                    <a:cubicBezTo>
                      <a:pt x="3360" y="5041"/>
                      <a:pt x="3360" y="4937"/>
                      <a:pt x="3360" y="4830"/>
                    </a:cubicBezTo>
                    <a:cubicBezTo>
                      <a:pt x="3395" y="4830"/>
                      <a:pt x="3429" y="4830"/>
                      <a:pt x="3465" y="4830"/>
                    </a:cubicBezTo>
                    <a:cubicBezTo>
                      <a:pt x="3465" y="4691"/>
                      <a:pt x="3465" y="4553"/>
                      <a:pt x="3465" y="4410"/>
                    </a:cubicBezTo>
                    <a:cubicBezTo>
                      <a:pt x="3500" y="4410"/>
                      <a:pt x="3534" y="4410"/>
                      <a:pt x="3570" y="4410"/>
                    </a:cubicBezTo>
                    <a:cubicBezTo>
                      <a:pt x="3570" y="4271"/>
                      <a:pt x="3570" y="4133"/>
                      <a:pt x="3570" y="3990"/>
                    </a:cubicBezTo>
                    <a:cubicBezTo>
                      <a:pt x="3605" y="3990"/>
                      <a:pt x="3639" y="3990"/>
                      <a:pt x="3675" y="3990"/>
                    </a:cubicBezTo>
                    <a:cubicBezTo>
                      <a:pt x="3675" y="3886"/>
                      <a:pt x="3675" y="3782"/>
                      <a:pt x="3675" y="3675"/>
                    </a:cubicBezTo>
                    <a:cubicBezTo>
                      <a:pt x="3710" y="3675"/>
                      <a:pt x="3744" y="3675"/>
                      <a:pt x="3780" y="3675"/>
                    </a:cubicBezTo>
                    <a:cubicBezTo>
                      <a:pt x="3780" y="3536"/>
                      <a:pt x="3780" y="3398"/>
                      <a:pt x="3780" y="3255"/>
                    </a:cubicBezTo>
                    <a:cubicBezTo>
                      <a:pt x="3815" y="3255"/>
                      <a:pt x="3849" y="3255"/>
                      <a:pt x="3885" y="3255"/>
                    </a:cubicBezTo>
                    <a:cubicBezTo>
                      <a:pt x="3885" y="3151"/>
                      <a:pt x="3885" y="3047"/>
                      <a:pt x="3885" y="2940"/>
                    </a:cubicBezTo>
                    <a:cubicBezTo>
                      <a:pt x="3920" y="2940"/>
                      <a:pt x="3954" y="2940"/>
                      <a:pt x="3990" y="2940"/>
                    </a:cubicBezTo>
                    <a:cubicBezTo>
                      <a:pt x="3990" y="2836"/>
                      <a:pt x="3990" y="2732"/>
                      <a:pt x="3990" y="2625"/>
                    </a:cubicBezTo>
                    <a:cubicBezTo>
                      <a:pt x="4025" y="2625"/>
                      <a:pt x="4059" y="2625"/>
                      <a:pt x="4095" y="2625"/>
                    </a:cubicBezTo>
                    <a:cubicBezTo>
                      <a:pt x="4095" y="2486"/>
                      <a:pt x="4095" y="2348"/>
                      <a:pt x="4095" y="2205"/>
                    </a:cubicBezTo>
                    <a:cubicBezTo>
                      <a:pt x="4130" y="2205"/>
                      <a:pt x="4164" y="2205"/>
                      <a:pt x="4200" y="2205"/>
                    </a:cubicBezTo>
                    <a:cubicBezTo>
                      <a:pt x="4200" y="2066"/>
                      <a:pt x="4200" y="1928"/>
                      <a:pt x="4200" y="1785"/>
                    </a:cubicBezTo>
                    <a:cubicBezTo>
                      <a:pt x="4235" y="1785"/>
                      <a:pt x="4269" y="1785"/>
                      <a:pt x="4305" y="1785"/>
                    </a:cubicBezTo>
                    <a:cubicBezTo>
                      <a:pt x="4305" y="1646"/>
                      <a:pt x="4305" y="1508"/>
                      <a:pt x="4305" y="1365"/>
                    </a:cubicBezTo>
                    <a:cubicBezTo>
                      <a:pt x="4340" y="1365"/>
                      <a:pt x="4374" y="1365"/>
                      <a:pt x="4410" y="1365"/>
                    </a:cubicBezTo>
                    <a:cubicBezTo>
                      <a:pt x="4410" y="1261"/>
                      <a:pt x="4410" y="1157"/>
                      <a:pt x="4410" y="1050"/>
                    </a:cubicBezTo>
                    <a:cubicBezTo>
                      <a:pt x="4445" y="1050"/>
                      <a:pt x="4479" y="1050"/>
                      <a:pt x="4515" y="1050"/>
                    </a:cubicBezTo>
                    <a:cubicBezTo>
                      <a:pt x="4515" y="946"/>
                      <a:pt x="4515" y="842"/>
                      <a:pt x="4515" y="735"/>
                    </a:cubicBezTo>
                    <a:cubicBezTo>
                      <a:pt x="4550" y="735"/>
                      <a:pt x="4584" y="735"/>
                      <a:pt x="4620" y="735"/>
                    </a:cubicBezTo>
                    <a:cubicBezTo>
                      <a:pt x="4620" y="596"/>
                      <a:pt x="4620" y="458"/>
                      <a:pt x="4620" y="315"/>
                    </a:cubicBezTo>
                    <a:cubicBezTo>
                      <a:pt x="4655" y="315"/>
                      <a:pt x="4689" y="315"/>
                      <a:pt x="4725" y="315"/>
                    </a:cubicBezTo>
                    <a:cubicBezTo>
                      <a:pt x="4725" y="280"/>
                      <a:pt x="4725" y="246"/>
                      <a:pt x="4725" y="210"/>
                    </a:cubicBezTo>
                    <a:cubicBezTo>
                      <a:pt x="4760" y="210"/>
                      <a:pt x="4794" y="210"/>
                      <a:pt x="4830" y="210"/>
                    </a:cubicBezTo>
                    <a:cubicBezTo>
                      <a:pt x="4830" y="175"/>
                      <a:pt x="4830" y="141"/>
                      <a:pt x="4830" y="105"/>
                    </a:cubicBezTo>
                    <a:cubicBezTo>
                      <a:pt x="4899" y="105"/>
                      <a:pt x="4969" y="105"/>
                      <a:pt x="5040" y="105"/>
                    </a:cubicBezTo>
                    <a:cubicBezTo>
                      <a:pt x="5040" y="70"/>
                      <a:pt x="5040" y="36"/>
                      <a:pt x="5040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67" cap="flat">
                <a:noFill/>
              </a:ln>
            </p:spPr>
          </p:sp>
          <p:sp>
            <p:nvSpPr>
              <p:cNvPr id="1188" name="ICON_TOOL_CODE_path_002"/>
              <p:cNvSpPr/>
              <p:nvPr/>
            </p:nvSpPr>
            <p:spPr>
              <a:xfrm>
                <a:off x="5099939" y="4780439"/>
                <a:ext cx="85344" cy="148018"/>
              </a:xfrm>
              <a:custGeom>
                <a:avLst/>
                <a:gdLst/>
                <a:ahLst/>
                <a:cxnLst/>
                <a:rect l="0" t="0" r="r" b="b"/>
                <a:pathLst>
                  <a:path w="6720" h="11655" fill="norm" stroke="0">
                    <a:moveTo>
                      <a:pt x="5670" y="0"/>
                    </a:moveTo>
                    <a:cubicBezTo>
                      <a:pt x="5809" y="0"/>
                      <a:pt x="5947" y="0"/>
                      <a:pt x="6090" y="0"/>
                    </a:cubicBezTo>
                    <a:cubicBezTo>
                      <a:pt x="6090" y="35"/>
                      <a:pt x="6090" y="69"/>
                      <a:pt x="6090" y="105"/>
                    </a:cubicBezTo>
                    <a:cubicBezTo>
                      <a:pt x="6125" y="105"/>
                      <a:pt x="6159" y="105"/>
                      <a:pt x="6195" y="105"/>
                    </a:cubicBezTo>
                    <a:cubicBezTo>
                      <a:pt x="6195" y="140"/>
                      <a:pt x="6195" y="174"/>
                      <a:pt x="6195" y="210"/>
                    </a:cubicBezTo>
                    <a:cubicBezTo>
                      <a:pt x="6230" y="210"/>
                      <a:pt x="6264" y="210"/>
                      <a:pt x="6300" y="210"/>
                    </a:cubicBezTo>
                    <a:cubicBezTo>
                      <a:pt x="6300" y="245"/>
                      <a:pt x="6300" y="279"/>
                      <a:pt x="6300" y="315"/>
                    </a:cubicBezTo>
                    <a:cubicBezTo>
                      <a:pt x="6335" y="315"/>
                      <a:pt x="6369" y="315"/>
                      <a:pt x="6405" y="315"/>
                    </a:cubicBezTo>
                    <a:cubicBezTo>
                      <a:pt x="6405" y="350"/>
                      <a:pt x="6405" y="384"/>
                      <a:pt x="6405" y="420"/>
                    </a:cubicBezTo>
                    <a:cubicBezTo>
                      <a:pt x="6440" y="420"/>
                      <a:pt x="6474" y="420"/>
                      <a:pt x="6510" y="420"/>
                    </a:cubicBezTo>
                    <a:cubicBezTo>
                      <a:pt x="6510" y="455"/>
                      <a:pt x="6510" y="489"/>
                      <a:pt x="6510" y="525"/>
                    </a:cubicBezTo>
                    <a:cubicBezTo>
                      <a:pt x="6545" y="525"/>
                      <a:pt x="6579" y="525"/>
                      <a:pt x="6615" y="525"/>
                    </a:cubicBezTo>
                    <a:cubicBezTo>
                      <a:pt x="6615" y="560"/>
                      <a:pt x="6615" y="594"/>
                      <a:pt x="6615" y="630"/>
                    </a:cubicBezTo>
                    <a:cubicBezTo>
                      <a:pt x="6650" y="630"/>
                      <a:pt x="6684" y="630"/>
                      <a:pt x="6720" y="630"/>
                    </a:cubicBezTo>
                    <a:cubicBezTo>
                      <a:pt x="6720" y="734"/>
                      <a:pt x="6720" y="838"/>
                      <a:pt x="6720" y="945"/>
                    </a:cubicBezTo>
                    <a:cubicBezTo>
                      <a:pt x="6685" y="945"/>
                      <a:pt x="6651" y="945"/>
                      <a:pt x="6615" y="945"/>
                    </a:cubicBezTo>
                    <a:cubicBezTo>
                      <a:pt x="6615" y="980"/>
                      <a:pt x="6615" y="1014"/>
                      <a:pt x="6615" y="1050"/>
                    </a:cubicBezTo>
                    <a:cubicBezTo>
                      <a:pt x="6580" y="1050"/>
                      <a:pt x="6546" y="1050"/>
                      <a:pt x="6510" y="1050"/>
                    </a:cubicBezTo>
                    <a:cubicBezTo>
                      <a:pt x="6510" y="1085"/>
                      <a:pt x="6510" y="1119"/>
                      <a:pt x="6510" y="1155"/>
                    </a:cubicBezTo>
                    <a:cubicBezTo>
                      <a:pt x="6475" y="1155"/>
                      <a:pt x="6441" y="1155"/>
                      <a:pt x="6405" y="1155"/>
                    </a:cubicBezTo>
                    <a:cubicBezTo>
                      <a:pt x="6405" y="1190"/>
                      <a:pt x="6405" y="1224"/>
                      <a:pt x="6405" y="1260"/>
                    </a:cubicBezTo>
                    <a:cubicBezTo>
                      <a:pt x="6370" y="1260"/>
                      <a:pt x="6336" y="1260"/>
                      <a:pt x="6300" y="1260"/>
                    </a:cubicBezTo>
                    <a:cubicBezTo>
                      <a:pt x="6300" y="1295"/>
                      <a:pt x="6300" y="1329"/>
                      <a:pt x="6300" y="1365"/>
                    </a:cubicBezTo>
                    <a:cubicBezTo>
                      <a:pt x="6265" y="1365"/>
                      <a:pt x="6231" y="1365"/>
                      <a:pt x="6195" y="1365"/>
                    </a:cubicBezTo>
                    <a:cubicBezTo>
                      <a:pt x="6195" y="1400"/>
                      <a:pt x="6195" y="1434"/>
                      <a:pt x="6195" y="1470"/>
                    </a:cubicBezTo>
                    <a:cubicBezTo>
                      <a:pt x="6160" y="1470"/>
                      <a:pt x="6126" y="1470"/>
                      <a:pt x="6090" y="1470"/>
                    </a:cubicBezTo>
                    <a:cubicBezTo>
                      <a:pt x="6090" y="1505"/>
                      <a:pt x="6090" y="1539"/>
                      <a:pt x="6090" y="1575"/>
                    </a:cubicBezTo>
                    <a:cubicBezTo>
                      <a:pt x="6055" y="1575"/>
                      <a:pt x="6021" y="1575"/>
                      <a:pt x="5985" y="1575"/>
                    </a:cubicBezTo>
                    <a:cubicBezTo>
                      <a:pt x="5985" y="1610"/>
                      <a:pt x="5985" y="1644"/>
                      <a:pt x="5985" y="1680"/>
                    </a:cubicBezTo>
                    <a:cubicBezTo>
                      <a:pt x="5950" y="1680"/>
                      <a:pt x="5916" y="1680"/>
                      <a:pt x="5880" y="1680"/>
                    </a:cubicBezTo>
                    <a:cubicBezTo>
                      <a:pt x="5880" y="1715"/>
                      <a:pt x="5880" y="1749"/>
                      <a:pt x="5880" y="1785"/>
                    </a:cubicBezTo>
                    <a:cubicBezTo>
                      <a:pt x="5845" y="1785"/>
                      <a:pt x="5811" y="1785"/>
                      <a:pt x="5775" y="1785"/>
                    </a:cubicBezTo>
                    <a:cubicBezTo>
                      <a:pt x="5775" y="1820"/>
                      <a:pt x="5775" y="1854"/>
                      <a:pt x="5775" y="1890"/>
                    </a:cubicBezTo>
                    <a:cubicBezTo>
                      <a:pt x="5740" y="1890"/>
                      <a:pt x="5706" y="1890"/>
                      <a:pt x="5670" y="1890"/>
                    </a:cubicBezTo>
                    <a:cubicBezTo>
                      <a:pt x="5670" y="1925"/>
                      <a:pt x="5670" y="1959"/>
                      <a:pt x="5670" y="1995"/>
                    </a:cubicBezTo>
                    <a:cubicBezTo>
                      <a:pt x="5635" y="1995"/>
                      <a:pt x="5601" y="1995"/>
                      <a:pt x="5565" y="1995"/>
                    </a:cubicBezTo>
                    <a:cubicBezTo>
                      <a:pt x="5565" y="2030"/>
                      <a:pt x="5565" y="2064"/>
                      <a:pt x="5565" y="2100"/>
                    </a:cubicBezTo>
                    <a:cubicBezTo>
                      <a:pt x="5530" y="2100"/>
                      <a:pt x="5496" y="2100"/>
                      <a:pt x="5460" y="2100"/>
                    </a:cubicBezTo>
                    <a:cubicBezTo>
                      <a:pt x="5460" y="2135"/>
                      <a:pt x="5460" y="2169"/>
                      <a:pt x="5460" y="2205"/>
                    </a:cubicBezTo>
                    <a:cubicBezTo>
                      <a:pt x="5425" y="2205"/>
                      <a:pt x="5391" y="2205"/>
                      <a:pt x="5355" y="2205"/>
                    </a:cubicBezTo>
                    <a:cubicBezTo>
                      <a:pt x="5355" y="2240"/>
                      <a:pt x="5355" y="2274"/>
                      <a:pt x="5355" y="2310"/>
                    </a:cubicBezTo>
                    <a:cubicBezTo>
                      <a:pt x="5320" y="2310"/>
                      <a:pt x="5286" y="2310"/>
                      <a:pt x="5250" y="2310"/>
                    </a:cubicBezTo>
                    <a:cubicBezTo>
                      <a:pt x="5250" y="2345"/>
                      <a:pt x="5250" y="2379"/>
                      <a:pt x="5250" y="2415"/>
                    </a:cubicBezTo>
                    <a:cubicBezTo>
                      <a:pt x="5215" y="2415"/>
                      <a:pt x="5181" y="2415"/>
                      <a:pt x="5145" y="2415"/>
                    </a:cubicBezTo>
                    <a:cubicBezTo>
                      <a:pt x="5145" y="2450"/>
                      <a:pt x="5145" y="2484"/>
                      <a:pt x="5145" y="2520"/>
                    </a:cubicBezTo>
                    <a:cubicBezTo>
                      <a:pt x="5110" y="2520"/>
                      <a:pt x="5076" y="2520"/>
                      <a:pt x="5040" y="2520"/>
                    </a:cubicBezTo>
                    <a:cubicBezTo>
                      <a:pt x="5040" y="2555"/>
                      <a:pt x="5040" y="2589"/>
                      <a:pt x="5040" y="2625"/>
                    </a:cubicBezTo>
                    <a:cubicBezTo>
                      <a:pt x="5005" y="2625"/>
                      <a:pt x="4971" y="2625"/>
                      <a:pt x="4935" y="2625"/>
                    </a:cubicBezTo>
                    <a:cubicBezTo>
                      <a:pt x="4935" y="2660"/>
                      <a:pt x="4935" y="2694"/>
                      <a:pt x="4935" y="2730"/>
                    </a:cubicBezTo>
                    <a:cubicBezTo>
                      <a:pt x="4900" y="2730"/>
                      <a:pt x="4866" y="2730"/>
                      <a:pt x="4830" y="2730"/>
                    </a:cubicBezTo>
                    <a:cubicBezTo>
                      <a:pt x="4830" y="2765"/>
                      <a:pt x="4830" y="2799"/>
                      <a:pt x="4830" y="2835"/>
                    </a:cubicBezTo>
                    <a:cubicBezTo>
                      <a:pt x="4795" y="2835"/>
                      <a:pt x="4761" y="2835"/>
                      <a:pt x="4725" y="2835"/>
                    </a:cubicBezTo>
                    <a:cubicBezTo>
                      <a:pt x="4725" y="2870"/>
                      <a:pt x="4725" y="2904"/>
                      <a:pt x="4725" y="2940"/>
                    </a:cubicBezTo>
                    <a:cubicBezTo>
                      <a:pt x="4690" y="2940"/>
                      <a:pt x="4656" y="2940"/>
                      <a:pt x="4620" y="2940"/>
                    </a:cubicBezTo>
                    <a:cubicBezTo>
                      <a:pt x="4620" y="2975"/>
                      <a:pt x="4620" y="3009"/>
                      <a:pt x="4620" y="3045"/>
                    </a:cubicBezTo>
                    <a:cubicBezTo>
                      <a:pt x="4585" y="3045"/>
                      <a:pt x="4551" y="3045"/>
                      <a:pt x="4515" y="3045"/>
                    </a:cubicBezTo>
                    <a:cubicBezTo>
                      <a:pt x="4515" y="3080"/>
                      <a:pt x="4515" y="3114"/>
                      <a:pt x="4515" y="3150"/>
                    </a:cubicBezTo>
                    <a:cubicBezTo>
                      <a:pt x="4480" y="3150"/>
                      <a:pt x="4446" y="3150"/>
                      <a:pt x="4410" y="3150"/>
                    </a:cubicBezTo>
                    <a:cubicBezTo>
                      <a:pt x="4410" y="3185"/>
                      <a:pt x="4410" y="3219"/>
                      <a:pt x="4410" y="3255"/>
                    </a:cubicBezTo>
                    <a:cubicBezTo>
                      <a:pt x="4375" y="3255"/>
                      <a:pt x="4341" y="3255"/>
                      <a:pt x="4305" y="3255"/>
                    </a:cubicBezTo>
                    <a:cubicBezTo>
                      <a:pt x="4305" y="3290"/>
                      <a:pt x="4305" y="3324"/>
                      <a:pt x="4305" y="3360"/>
                    </a:cubicBezTo>
                    <a:cubicBezTo>
                      <a:pt x="4270" y="3360"/>
                      <a:pt x="4236" y="3360"/>
                      <a:pt x="4200" y="3360"/>
                    </a:cubicBezTo>
                    <a:cubicBezTo>
                      <a:pt x="4200" y="3395"/>
                      <a:pt x="4200" y="3429"/>
                      <a:pt x="4200" y="3465"/>
                    </a:cubicBezTo>
                    <a:cubicBezTo>
                      <a:pt x="4165" y="3465"/>
                      <a:pt x="4131" y="3465"/>
                      <a:pt x="4095" y="3465"/>
                    </a:cubicBezTo>
                    <a:cubicBezTo>
                      <a:pt x="4095" y="3500"/>
                      <a:pt x="4095" y="3534"/>
                      <a:pt x="4095" y="3570"/>
                    </a:cubicBezTo>
                    <a:cubicBezTo>
                      <a:pt x="4060" y="3570"/>
                      <a:pt x="4026" y="3570"/>
                      <a:pt x="3990" y="3570"/>
                    </a:cubicBezTo>
                    <a:cubicBezTo>
                      <a:pt x="3990" y="3605"/>
                      <a:pt x="3990" y="3639"/>
                      <a:pt x="3990" y="3675"/>
                    </a:cubicBezTo>
                    <a:cubicBezTo>
                      <a:pt x="3955" y="3675"/>
                      <a:pt x="3921" y="3675"/>
                      <a:pt x="3885" y="3675"/>
                    </a:cubicBezTo>
                    <a:cubicBezTo>
                      <a:pt x="3885" y="3710"/>
                      <a:pt x="3885" y="3744"/>
                      <a:pt x="3885" y="3780"/>
                    </a:cubicBezTo>
                    <a:cubicBezTo>
                      <a:pt x="3850" y="3780"/>
                      <a:pt x="3816" y="3780"/>
                      <a:pt x="3780" y="3780"/>
                    </a:cubicBezTo>
                    <a:cubicBezTo>
                      <a:pt x="3780" y="3815"/>
                      <a:pt x="3780" y="3849"/>
                      <a:pt x="3780" y="3885"/>
                    </a:cubicBezTo>
                    <a:cubicBezTo>
                      <a:pt x="3745" y="3885"/>
                      <a:pt x="3711" y="3885"/>
                      <a:pt x="3675" y="3885"/>
                    </a:cubicBezTo>
                    <a:cubicBezTo>
                      <a:pt x="3675" y="3920"/>
                      <a:pt x="3675" y="3954"/>
                      <a:pt x="3675" y="3990"/>
                    </a:cubicBezTo>
                    <a:cubicBezTo>
                      <a:pt x="3640" y="3990"/>
                      <a:pt x="3606" y="3990"/>
                      <a:pt x="3570" y="3990"/>
                    </a:cubicBezTo>
                    <a:cubicBezTo>
                      <a:pt x="3570" y="4025"/>
                      <a:pt x="3570" y="4059"/>
                      <a:pt x="3570" y="4095"/>
                    </a:cubicBezTo>
                    <a:cubicBezTo>
                      <a:pt x="3535" y="4095"/>
                      <a:pt x="3501" y="4095"/>
                      <a:pt x="3465" y="4095"/>
                    </a:cubicBezTo>
                    <a:cubicBezTo>
                      <a:pt x="3465" y="4130"/>
                      <a:pt x="3465" y="4164"/>
                      <a:pt x="3465" y="4200"/>
                    </a:cubicBezTo>
                    <a:cubicBezTo>
                      <a:pt x="3430" y="4200"/>
                      <a:pt x="3396" y="4200"/>
                      <a:pt x="3360" y="4200"/>
                    </a:cubicBezTo>
                    <a:cubicBezTo>
                      <a:pt x="3360" y="4235"/>
                      <a:pt x="3360" y="4269"/>
                      <a:pt x="3360" y="4305"/>
                    </a:cubicBezTo>
                    <a:cubicBezTo>
                      <a:pt x="3325" y="4305"/>
                      <a:pt x="3291" y="4305"/>
                      <a:pt x="3255" y="4305"/>
                    </a:cubicBezTo>
                    <a:cubicBezTo>
                      <a:pt x="3255" y="4340"/>
                      <a:pt x="3255" y="4374"/>
                      <a:pt x="3255" y="4410"/>
                    </a:cubicBezTo>
                    <a:cubicBezTo>
                      <a:pt x="3220" y="4410"/>
                      <a:pt x="3186" y="4410"/>
                      <a:pt x="3150" y="4410"/>
                    </a:cubicBezTo>
                    <a:cubicBezTo>
                      <a:pt x="3150" y="4445"/>
                      <a:pt x="3150" y="4479"/>
                      <a:pt x="3150" y="4515"/>
                    </a:cubicBezTo>
                    <a:cubicBezTo>
                      <a:pt x="3115" y="4515"/>
                      <a:pt x="3081" y="4515"/>
                      <a:pt x="3045" y="4515"/>
                    </a:cubicBezTo>
                    <a:cubicBezTo>
                      <a:pt x="3045" y="4550"/>
                      <a:pt x="3045" y="4584"/>
                      <a:pt x="3045" y="4620"/>
                    </a:cubicBezTo>
                    <a:cubicBezTo>
                      <a:pt x="3010" y="4620"/>
                      <a:pt x="2976" y="4620"/>
                      <a:pt x="2940" y="4620"/>
                    </a:cubicBezTo>
                    <a:cubicBezTo>
                      <a:pt x="2940" y="4655"/>
                      <a:pt x="2940" y="4689"/>
                      <a:pt x="2940" y="4725"/>
                    </a:cubicBezTo>
                    <a:cubicBezTo>
                      <a:pt x="2905" y="4725"/>
                      <a:pt x="2871" y="4725"/>
                      <a:pt x="2835" y="4725"/>
                    </a:cubicBezTo>
                    <a:cubicBezTo>
                      <a:pt x="2835" y="4760"/>
                      <a:pt x="2835" y="4794"/>
                      <a:pt x="2835" y="4830"/>
                    </a:cubicBezTo>
                    <a:cubicBezTo>
                      <a:pt x="2800" y="4830"/>
                      <a:pt x="2766" y="4830"/>
                      <a:pt x="2730" y="4830"/>
                    </a:cubicBezTo>
                    <a:cubicBezTo>
                      <a:pt x="2730" y="4865"/>
                      <a:pt x="2730" y="4899"/>
                      <a:pt x="2730" y="4935"/>
                    </a:cubicBezTo>
                    <a:cubicBezTo>
                      <a:pt x="2695" y="4935"/>
                      <a:pt x="2661" y="4935"/>
                      <a:pt x="2625" y="4935"/>
                    </a:cubicBezTo>
                    <a:cubicBezTo>
                      <a:pt x="2625" y="4970"/>
                      <a:pt x="2625" y="5004"/>
                      <a:pt x="2625" y="5040"/>
                    </a:cubicBezTo>
                    <a:cubicBezTo>
                      <a:pt x="2590" y="5040"/>
                      <a:pt x="2556" y="5040"/>
                      <a:pt x="2520" y="5040"/>
                    </a:cubicBezTo>
                    <a:cubicBezTo>
                      <a:pt x="2520" y="5075"/>
                      <a:pt x="2520" y="5109"/>
                      <a:pt x="2520" y="5145"/>
                    </a:cubicBezTo>
                    <a:cubicBezTo>
                      <a:pt x="2485" y="5145"/>
                      <a:pt x="2451" y="5145"/>
                      <a:pt x="2415" y="5145"/>
                    </a:cubicBezTo>
                    <a:cubicBezTo>
                      <a:pt x="2415" y="5180"/>
                      <a:pt x="2415" y="5214"/>
                      <a:pt x="2415" y="5250"/>
                    </a:cubicBezTo>
                    <a:cubicBezTo>
                      <a:pt x="2380" y="5250"/>
                      <a:pt x="2346" y="5250"/>
                      <a:pt x="2310" y="5250"/>
                    </a:cubicBezTo>
                    <a:cubicBezTo>
                      <a:pt x="2310" y="5285"/>
                      <a:pt x="2310" y="5319"/>
                      <a:pt x="2310" y="5355"/>
                    </a:cubicBezTo>
                    <a:cubicBezTo>
                      <a:pt x="2275" y="5355"/>
                      <a:pt x="2241" y="5355"/>
                      <a:pt x="2205" y="5355"/>
                    </a:cubicBezTo>
                    <a:cubicBezTo>
                      <a:pt x="2205" y="5390"/>
                      <a:pt x="2205" y="5424"/>
                      <a:pt x="2205" y="5460"/>
                    </a:cubicBezTo>
                    <a:cubicBezTo>
                      <a:pt x="2170" y="5460"/>
                      <a:pt x="2136" y="5460"/>
                      <a:pt x="2100" y="5460"/>
                    </a:cubicBezTo>
                    <a:cubicBezTo>
                      <a:pt x="2100" y="5495"/>
                      <a:pt x="2100" y="5529"/>
                      <a:pt x="2100" y="5565"/>
                    </a:cubicBezTo>
                    <a:cubicBezTo>
                      <a:pt x="2065" y="5565"/>
                      <a:pt x="2031" y="5565"/>
                      <a:pt x="1995" y="5565"/>
                    </a:cubicBezTo>
                    <a:cubicBezTo>
                      <a:pt x="1995" y="5704"/>
                      <a:pt x="1995" y="5842"/>
                      <a:pt x="1995" y="5985"/>
                    </a:cubicBezTo>
                    <a:cubicBezTo>
                      <a:pt x="2030" y="5985"/>
                      <a:pt x="2064" y="5985"/>
                      <a:pt x="2100" y="5985"/>
                    </a:cubicBezTo>
                    <a:cubicBezTo>
                      <a:pt x="2100" y="6020"/>
                      <a:pt x="2100" y="6054"/>
                      <a:pt x="2100" y="6090"/>
                    </a:cubicBezTo>
                    <a:cubicBezTo>
                      <a:pt x="2135" y="6090"/>
                      <a:pt x="2169" y="6090"/>
                      <a:pt x="2205" y="6090"/>
                    </a:cubicBezTo>
                    <a:cubicBezTo>
                      <a:pt x="2205" y="6125"/>
                      <a:pt x="2205" y="6159"/>
                      <a:pt x="2205" y="6195"/>
                    </a:cubicBezTo>
                    <a:cubicBezTo>
                      <a:pt x="2240" y="6195"/>
                      <a:pt x="2274" y="6195"/>
                      <a:pt x="2310" y="6195"/>
                    </a:cubicBezTo>
                    <a:cubicBezTo>
                      <a:pt x="2310" y="6230"/>
                      <a:pt x="2310" y="6264"/>
                      <a:pt x="2310" y="6300"/>
                    </a:cubicBezTo>
                    <a:cubicBezTo>
                      <a:pt x="2345" y="6300"/>
                      <a:pt x="2379" y="6300"/>
                      <a:pt x="2415" y="6300"/>
                    </a:cubicBezTo>
                    <a:cubicBezTo>
                      <a:pt x="2415" y="6335"/>
                      <a:pt x="2415" y="6369"/>
                      <a:pt x="2415" y="6405"/>
                    </a:cubicBezTo>
                    <a:cubicBezTo>
                      <a:pt x="2450" y="6405"/>
                      <a:pt x="2484" y="6405"/>
                      <a:pt x="2520" y="6405"/>
                    </a:cubicBezTo>
                    <a:cubicBezTo>
                      <a:pt x="2520" y="6440"/>
                      <a:pt x="2520" y="6474"/>
                      <a:pt x="2520" y="6510"/>
                    </a:cubicBezTo>
                    <a:cubicBezTo>
                      <a:pt x="2555" y="6510"/>
                      <a:pt x="2589" y="6510"/>
                      <a:pt x="2625" y="6510"/>
                    </a:cubicBezTo>
                    <a:cubicBezTo>
                      <a:pt x="2625" y="6545"/>
                      <a:pt x="2625" y="6579"/>
                      <a:pt x="2625" y="6615"/>
                    </a:cubicBezTo>
                    <a:cubicBezTo>
                      <a:pt x="2660" y="6615"/>
                      <a:pt x="2694" y="6615"/>
                      <a:pt x="2730" y="6615"/>
                    </a:cubicBezTo>
                    <a:cubicBezTo>
                      <a:pt x="2730" y="6650"/>
                      <a:pt x="2730" y="6684"/>
                      <a:pt x="2730" y="6720"/>
                    </a:cubicBezTo>
                    <a:cubicBezTo>
                      <a:pt x="2765" y="6720"/>
                      <a:pt x="2799" y="6720"/>
                      <a:pt x="2835" y="6720"/>
                    </a:cubicBezTo>
                    <a:cubicBezTo>
                      <a:pt x="2835" y="6755"/>
                      <a:pt x="2835" y="6789"/>
                      <a:pt x="2835" y="6825"/>
                    </a:cubicBezTo>
                    <a:cubicBezTo>
                      <a:pt x="2870" y="6825"/>
                      <a:pt x="2904" y="6825"/>
                      <a:pt x="2940" y="6825"/>
                    </a:cubicBezTo>
                    <a:cubicBezTo>
                      <a:pt x="2940" y="6860"/>
                      <a:pt x="2940" y="6894"/>
                      <a:pt x="2940" y="6930"/>
                    </a:cubicBezTo>
                    <a:cubicBezTo>
                      <a:pt x="2975" y="6930"/>
                      <a:pt x="3009" y="6930"/>
                      <a:pt x="3045" y="6930"/>
                    </a:cubicBezTo>
                    <a:cubicBezTo>
                      <a:pt x="3045" y="6965"/>
                      <a:pt x="3045" y="6999"/>
                      <a:pt x="3045" y="7035"/>
                    </a:cubicBezTo>
                    <a:cubicBezTo>
                      <a:pt x="3080" y="7035"/>
                      <a:pt x="3114" y="7035"/>
                      <a:pt x="3150" y="7035"/>
                    </a:cubicBezTo>
                    <a:cubicBezTo>
                      <a:pt x="3150" y="7070"/>
                      <a:pt x="3150" y="7104"/>
                      <a:pt x="3150" y="7140"/>
                    </a:cubicBezTo>
                    <a:cubicBezTo>
                      <a:pt x="3185" y="7140"/>
                      <a:pt x="3219" y="7140"/>
                      <a:pt x="3255" y="7140"/>
                    </a:cubicBezTo>
                    <a:cubicBezTo>
                      <a:pt x="3255" y="7175"/>
                      <a:pt x="3255" y="7209"/>
                      <a:pt x="3255" y="7245"/>
                    </a:cubicBezTo>
                    <a:cubicBezTo>
                      <a:pt x="3290" y="7245"/>
                      <a:pt x="3324" y="7245"/>
                      <a:pt x="3360" y="7245"/>
                    </a:cubicBezTo>
                    <a:cubicBezTo>
                      <a:pt x="3360" y="7280"/>
                      <a:pt x="3360" y="7314"/>
                      <a:pt x="3360" y="7350"/>
                    </a:cubicBezTo>
                    <a:cubicBezTo>
                      <a:pt x="3395" y="7350"/>
                      <a:pt x="3429" y="7350"/>
                      <a:pt x="3465" y="7350"/>
                    </a:cubicBezTo>
                    <a:cubicBezTo>
                      <a:pt x="3465" y="7385"/>
                      <a:pt x="3465" y="7419"/>
                      <a:pt x="3465" y="7455"/>
                    </a:cubicBezTo>
                    <a:cubicBezTo>
                      <a:pt x="3500" y="7455"/>
                      <a:pt x="3534" y="7455"/>
                      <a:pt x="3570" y="7455"/>
                    </a:cubicBezTo>
                    <a:cubicBezTo>
                      <a:pt x="3570" y="7490"/>
                      <a:pt x="3570" y="7524"/>
                      <a:pt x="3570" y="7560"/>
                    </a:cubicBezTo>
                    <a:cubicBezTo>
                      <a:pt x="3605" y="7560"/>
                      <a:pt x="3639" y="7560"/>
                      <a:pt x="3675" y="7560"/>
                    </a:cubicBezTo>
                    <a:cubicBezTo>
                      <a:pt x="3675" y="7595"/>
                      <a:pt x="3675" y="7629"/>
                      <a:pt x="3675" y="7665"/>
                    </a:cubicBezTo>
                    <a:cubicBezTo>
                      <a:pt x="3710" y="7665"/>
                      <a:pt x="3744" y="7665"/>
                      <a:pt x="3780" y="7665"/>
                    </a:cubicBezTo>
                    <a:cubicBezTo>
                      <a:pt x="3780" y="7700"/>
                      <a:pt x="3780" y="7734"/>
                      <a:pt x="3780" y="7770"/>
                    </a:cubicBezTo>
                    <a:cubicBezTo>
                      <a:pt x="3815" y="7770"/>
                      <a:pt x="3849" y="7770"/>
                      <a:pt x="3885" y="7770"/>
                    </a:cubicBezTo>
                    <a:cubicBezTo>
                      <a:pt x="3885" y="7805"/>
                      <a:pt x="3885" y="7839"/>
                      <a:pt x="3885" y="7875"/>
                    </a:cubicBezTo>
                    <a:cubicBezTo>
                      <a:pt x="3920" y="7875"/>
                      <a:pt x="3954" y="7875"/>
                      <a:pt x="3990" y="7875"/>
                    </a:cubicBezTo>
                    <a:cubicBezTo>
                      <a:pt x="3990" y="7910"/>
                      <a:pt x="3990" y="7944"/>
                      <a:pt x="3990" y="7980"/>
                    </a:cubicBezTo>
                    <a:cubicBezTo>
                      <a:pt x="4025" y="7980"/>
                      <a:pt x="4059" y="7980"/>
                      <a:pt x="4095" y="7980"/>
                    </a:cubicBezTo>
                    <a:cubicBezTo>
                      <a:pt x="4095" y="8015"/>
                      <a:pt x="4095" y="8049"/>
                      <a:pt x="4095" y="8085"/>
                    </a:cubicBezTo>
                    <a:cubicBezTo>
                      <a:pt x="4130" y="8085"/>
                      <a:pt x="4164" y="8085"/>
                      <a:pt x="4200" y="8085"/>
                    </a:cubicBezTo>
                    <a:cubicBezTo>
                      <a:pt x="4200" y="8120"/>
                      <a:pt x="4200" y="8154"/>
                      <a:pt x="4200" y="8190"/>
                    </a:cubicBezTo>
                    <a:cubicBezTo>
                      <a:pt x="4235" y="8190"/>
                      <a:pt x="4269" y="8190"/>
                      <a:pt x="4305" y="8190"/>
                    </a:cubicBezTo>
                    <a:cubicBezTo>
                      <a:pt x="4305" y="8225"/>
                      <a:pt x="4305" y="8259"/>
                      <a:pt x="4305" y="8295"/>
                    </a:cubicBezTo>
                    <a:cubicBezTo>
                      <a:pt x="4340" y="8295"/>
                      <a:pt x="4374" y="8295"/>
                      <a:pt x="4410" y="8295"/>
                    </a:cubicBezTo>
                    <a:cubicBezTo>
                      <a:pt x="4410" y="8330"/>
                      <a:pt x="4410" y="8364"/>
                      <a:pt x="4410" y="8400"/>
                    </a:cubicBezTo>
                    <a:cubicBezTo>
                      <a:pt x="4445" y="8400"/>
                      <a:pt x="4479" y="8400"/>
                      <a:pt x="4515" y="8400"/>
                    </a:cubicBezTo>
                    <a:cubicBezTo>
                      <a:pt x="4515" y="8435"/>
                      <a:pt x="4515" y="8469"/>
                      <a:pt x="4515" y="8505"/>
                    </a:cubicBezTo>
                    <a:cubicBezTo>
                      <a:pt x="4550" y="8505"/>
                      <a:pt x="4584" y="8505"/>
                      <a:pt x="4620" y="8505"/>
                    </a:cubicBezTo>
                    <a:cubicBezTo>
                      <a:pt x="4620" y="8540"/>
                      <a:pt x="4620" y="8574"/>
                      <a:pt x="4620" y="8610"/>
                    </a:cubicBezTo>
                    <a:cubicBezTo>
                      <a:pt x="4655" y="8610"/>
                      <a:pt x="4689" y="8610"/>
                      <a:pt x="4725" y="8610"/>
                    </a:cubicBezTo>
                    <a:cubicBezTo>
                      <a:pt x="4725" y="8645"/>
                      <a:pt x="4725" y="8679"/>
                      <a:pt x="4725" y="8715"/>
                    </a:cubicBezTo>
                    <a:cubicBezTo>
                      <a:pt x="4760" y="8715"/>
                      <a:pt x="4794" y="8715"/>
                      <a:pt x="4830" y="8715"/>
                    </a:cubicBezTo>
                    <a:cubicBezTo>
                      <a:pt x="4830" y="8750"/>
                      <a:pt x="4830" y="8784"/>
                      <a:pt x="4830" y="8820"/>
                    </a:cubicBezTo>
                    <a:cubicBezTo>
                      <a:pt x="4865" y="8820"/>
                      <a:pt x="4899" y="8820"/>
                      <a:pt x="4935" y="8820"/>
                    </a:cubicBezTo>
                    <a:cubicBezTo>
                      <a:pt x="4935" y="8855"/>
                      <a:pt x="4935" y="8889"/>
                      <a:pt x="4935" y="8925"/>
                    </a:cubicBezTo>
                    <a:cubicBezTo>
                      <a:pt x="4970" y="8925"/>
                      <a:pt x="5004" y="8925"/>
                      <a:pt x="5040" y="8925"/>
                    </a:cubicBezTo>
                    <a:cubicBezTo>
                      <a:pt x="5040" y="8960"/>
                      <a:pt x="5040" y="8994"/>
                      <a:pt x="5040" y="9030"/>
                    </a:cubicBezTo>
                    <a:cubicBezTo>
                      <a:pt x="5075" y="9030"/>
                      <a:pt x="5109" y="9030"/>
                      <a:pt x="5145" y="9030"/>
                    </a:cubicBezTo>
                    <a:cubicBezTo>
                      <a:pt x="5145" y="9065"/>
                      <a:pt x="5145" y="9099"/>
                      <a:pt x="5145" y="9135"/>
                    </a:cubicBezTo>
                    <a:cubicBezTo>
                      <a:pt x="5180" y="9135"/>
                      <a:pt x="5214" y="9135"/>
                      <a:pt x="5250" y="9135"/>
                    </a:cubicBezTo>
                    <a:cubicBezTo>
                      <a:pt x="5250" y="9170"/>
                      <a:pt x="5250" y="9204"/>
                      <a:pt x="5250" y="9240"/>
                    </a:cubicBezTo>
                    <a:cubicBezTo>
                      <a:pt x="5285" y="9240"/>
                      <a:pt x="5319" y="9240"/>
                      <a:pt x="5355" y="9240"/>
                    </a:cubicBezTo>
                    <a:cubicBezTo>
                      <a:pt x="5355" y="9275"/>
                      <a:pt x="5355" y="9309"/>
                      <a:pt x="5355" y="9345"/>
                    </a:cubicBezTo>
                    <a:cubicBezTo>
                      <a:pt x="5390" y="9345"/>
                      <a:pt x="5424" y="9345"/>
                      <a:pt x="5460" y="9345"/>
                    </a:cubicBezTo>
                    <a:cubicBezTo>
                      <a:pt x="5460" y="9380"/>
                      <a:pt x="5460" y="9414"/>
                      <a:pt x="5460" y="9450"/>
                    </a:cubicBezTo>
                    <a:cubicBezTo>
                      <a:pt x="5495" y="9450"/>
                      <a:pt x="5529" y="9450"/>
                      <a:pt x="5565" y="9450"/>
                    </a:cubicBezTo>
                    <a:cubicBezTo>
                      <a:pt x="5565" y="9485"/>
                      <a:pt x="5565" y="9519"/>
                      <a:pt x="5565" y="9555"/>
                    </a:cubicBezTo>
                    <a:cubicBezTo>
                      <a:pt x="5600" y="9555"/>
                      <a:pt x="5634" y="9555"/>
                      <a:pt x="5670" y="9555"/>
                    </a:cubicBezTo>
                    <a:cubicBezTo>
                      <a:pt x="5670" y="9590"/>
                      <a:pt x="5670" y="9624"/>
                      <a:pt x="5670" y="9660"/>
                    </a:cubicBezTo>
                    <a:cubicBezTo>
                      <a:pt x="5705" y="9660"/>
                      <a:pt x="5739" y="9660"/>
                      <a:pt x="5775" y="9660"/>
                    </a:cubicBezTo>
                    <a:cubicBezTo>
                      <a:pt x="5775" y="9695"/>
                      <a:pt x="5775" y="9729"/>
                      <a:pt x="5775" y="9765"/>
                    </a:cubicBezTo>
                    <a:cubicBezTo>
                      <a:pt x="5810" y="9765"/>
                      <a:pt x="5844" y="9765"/>
                      <a:pt x="5880" y="9765"/>
                    </a:cubicBezTo>
                    <a:cubicBezTo>
                      <a:pt x="5880" y="9800"/>
                      <a:pt x="5880" y="9834"/>
                      <a:pt x="5880" y="9870"/>
                    </a:cubicBezTo>
                    <a:cubicBezTo>
                      <a:pt x="5915" y="9870"/>
                      <a:pt x="5949" y="9870"/>
                      <a:pt x="5985" y="9870"/>
                    </a:cubicBezTo>
                    <a:cubicBezTo>
                      <a:pt x="5985" y="9905"/>
                      <a:pt x="5985" y="9939"/>
                      <a:pt x="5985" y="9975"/>
                    </a:cubicBezTo>
                    <a:cubicBezTo>
                      <a:pt x="6020" y="9975"/>
                      <a:pt x="6054" y="9975"/>
                      <a:pt x="6090" y="9975"/>
                    </a:cubicBezTo>
                    <a:cubicBezTo>
                      <a:pt x="6090" y="10010"/>
                      <a:pt x="6090" y="10044"/>
                      <a:pt x="6090" y="10080"/>
                    </a:cubicBezTo>
                    <a:cubicBezTo>
                      <a:pt x="6125" y="10080"/>
                      <a:pt x="6159" y="10080"/>
                      <a:pt x="6195" y="10080"/>
                    </a:cubicBezTo>
                    <a:cubicBezTo>
                      <a:pt x="6195" y="10115"/>
                      <a:pt x="6195" y="10149"/>
                      <a:pt x="6195" y="10185"/>
                    </a:cubicBezTo>
                    <a:cubicBezTo>
                      <a:pt x="6230" y="10185"/>
                      <a:pt x="6264" y="10185"/>
                      <a:pt x="6300" y="10185"/>
                    </a:cubicBezTo>
                    <a:cubicBezTo>
                      <a:pt x="6300" y="10220"/>
                      <a:pt x="6300" y="10254"/>
                      <a:pt x="6300" y="10290"/>
                    </a:cubicBezTo>
                    <a:cubicBezTo>
                      <a:pt x="6335" y="10290"/>
                      <a:pt x="6369" y="10290"/>
                      <a:pt x="6405" y="10290"/>
                    </a:cubicBezTo>
                    <a:cubicBezTo>
                      <a:pt x="6405" y="10325"/>
                      <a:pt x="6405" y="10359"/>
                      <a:pt x="6405" y="10395"/>
                    </a:cubicBezTo>
                    <a:cubicBezTo>
                      <a:pt x="6440" y="10395"/>
                      <a:pt x="6474" y="10395"/>
                      <a:pt x="6510" y="10395"/>
                    </a:cubicBezTo>
                    <a:cubicBezTo>
                      <a:pt x="6510" y="10430"/>
                      <a:pt x="6510" y="10464"/>
                      <a:pt x="6510" y="10500"/>
                    </a:cubicBezTo>
                    <a:cubicBezTo>
                      <a:pt x="6545" y="10500"/>
                      <a:pt x="6579" y="10500"/>
                      <a:pt x="6615" y="10500"/>
                    </a:cubicBezTo>
                    <a:cubicBezTo>
                      <a:pt x="6615" y="10569"/>
                      <a:pt x="6615" y="10639"/>
                      <a:pt x="6615" y="10710"/>
                    </a:cubicBezTo>
                    <a:cubicBezTo>
                      <a:pt x="6650" y="10710"/>
                      <a:pt x="6684" y="10710"/>
                      <a:pt x="6720" y="10710"/>
                    </a:cubicBezTo>
                    <a:cubicBezTo>
                      <a:pt x="6720" y="10814"/>
                      <a:pt x="6720" y="10918"/>
                      <a:pt x="6720" y="11025"/>
                    </a:cubicBezTo>
                    <a:cubicBezTo>
                      <a:pt x="6685" y="11025"/>
                      <a:pt x="6651" y="11025"/>
                      <a:pt x="6615" y="11025"/>
                    </a:cubicBezTo>
                    <a:cubicBezTo>
                      <a:pt x="6615" y="11060"/>
                      <a:pt x="6615" y="11094"/>
                      <a:pt x="6615" y="11130"/>
                    </a:cubicBezTo>
                    <a:cubicBezTo>
                      <a:pt x="6580" y="11130"/>
                      <a:pt x="6546" y="11130"/>
                      <a:pt x="6510" y="11130"/>
                    </a:cubicBezTo>
                    <a:cubicBezTo>
                      <a:pt x="6510" y="11165"/>
                      <a:pt x="6510" y="11199"/>
                      <a:pt x="6510" y="11235"/>
                    </a:cubicBezTo>
                    <a:cubicBezTo>
                      <a:pt x="6475" y="11235"/>
                      <a:pt x="6441" y="11235"/>
                      <a:pt x="6405" y="11235"/>
                    </a:cubicBezTo>
                    <a:cubicBezTo>
                      <a:pt x="6405" y="11270"/>
                      <a:pt x="6405" y="11304"/>
                      <a:pt x="6405" y="11340"/>
                    </a:cubicBezTo>
                    <a:cubicBezTo>
                      <a:pt x="6370" y="11340"/>
                      <a:pt x="6336" y="11340"/>
                      <a:pt x="6300" y="11340"/>
                    </a:cubicBezTo>
                    <a:cubicBezTo>
                      <a:pt x="6300" y="11375"/>
                      <a:pt x="6300" y="11409"/>
                      <a:pt x="6300" y="11445"/>
                    </a:cubicBezTo>
                    <a:cubicBezTo>
                      <a:pt x="6265" y="11445"/>
                      <a:pt x="6231" y="11445"/>
                      <a:pt x="6195" y="11445"/>
                    </a:cubicBezTo>
                    <a:cubicBezTo>
                      <a:pt x="6195" y="11480"/>
                      <a:pt x="6195" y="11514"/>
                      <a:pt x="6195" y="11550"/>
                    </a:cubicBezTo>
                    <a:cubicBezTo>
                      <a:pt x="6126" y="11550"/>
                      <a:pt x="6056" y="11550"/>
                      <a:pt x="5985" y="11550"/>
                    </a:cubicBezTo>
                    <a:cubicBezTo>
                      <a:pt x="5985" y="11585"/>
                      <a:pt x="5985" y="11619"/>
                      <a:pt x="5985" y="11655"/>
                    </a:cubicBezTo>
                    <a:cubicBezTo>
                      <a:pt x="5916" y="11655"/>
                      <a:pt x="5846" y="11655"/>
                      <a:pt x="5775" y="11655"/>
                    </a:cubicBezTo>
                    <a:cubicBezTo>
                      <a:pt x="5775" y="11620"/>
                      <a:pt x="5775" y="11586"/>
                      <a:pt x="5775" y="11550"/>
                    </a:cubicBezTo>
                    <a:cubicBezTo>
                      <a:pt x="5706" y="11550"/>
                      <a:pt x="5636" y="11550"/>
                      <a:pt x="5565" y="11550"/>
                    </a:cubicBezTo>
                    <a:cubicBezTo>
                      <a:pt x="5565" y="11515"/>
                      <a:pt x="5565" y="11481"/>
                      <a:pt x="5565" y="11445"/>
                    </a:cubicBezTo>
                    <a:cubicBezTo>
                      <a:pt x="5530" y="11445"/>
                      <a:pt x="5496" y="11445"/>
                      <a:pt x="5460" y="11445"/>
                    </a:cubicBezTo>
                    <a:cubicBezTo>
                      <a:pt x="5460" y="11410"/>
                      <a:pt x="5460" y="11376"/>
                      <a:pt x="5460" y="11340"/>
                    </a:cubicBezTo>
                    <a:cubicBezTo>
                      <a:pt x="5425" y="11340"/>
                      <a:pt x="5391" y="11340"/>
                      <a:pt x="5355" y="11340"/>
                    </a:cubicBezTo>
                    <a:cubicBezTo>
                      <a:pt x="5355" y="11305"/>
                      <a:pt x="5355" y="11271"/>
                      <a:pt x="5355" y="11235"/>
                    </a:cubicBezTo>
                    <a:cubicBezTo>
                      <a:pt x="5320" y="11235"/>
                      <a:pt x="5286" y="11235"/>
                      <a:pt x="5250" y="11235"/>
                    </a:cubicBezTo>
                    <a:cubicBezTo>
                      <a:pt x="5250" y="11200"/>
                      <a:pt x="5250" y="11166"/>
                      <a:pt x="5250" y="11130"/>
                    </a:cubicBezTo>
                    <a:cubicBezTo>
                      <a:pt x="5215" y="11130"/>
                      <a:pt x="5181" y="11130"/>
                      <a:pt x="5145" y="11130"/>
                    </a:cubicBezTo>
                    <a:cubicBezTo>
                      <a:pt x="5145" y="11095"/>
                      <a:pt x="5145" y="11061"/>
                      <a:pt x="5145" y="11025"/>
                    </a:cubicBezTo>
                    <a:cubicBezTo>
                      <a:pt x="5110" y="11025"/>
                      <a:pt x="5076" y="11025"/>
                      <a:pt x="5040" y="11025"/>
                    </a:cubicBezTo>
                    <a:cubicBezTo>
                      <a:pt x="5040" y="10990"/>
                      <a:pt x="5040" y="10956"/>
                      <a:pt x="5040" y="10920"/>
                    </a:cubicBezTo>
                    <a:cubicBezTo>
                      <a:pt x="5005" y="10920"/>
                      <a:pt x="4971" y="10920"/>
                      <a:pt x="4935" y="10920"/>
                    </a:cubicBezTo>
                    <a:cubicBezTo>
                      <a:pt x="4935" y="10885"/>
                      <a:pt x="4935" y="10851"/>
                      <a:pt x="4935" y="10815"/>
                    </a:cubicBezTo>
                    <a:cubicBezTo>
                      <a:pt x="4900" y="10815"/>
                      <a:pt x="4866" y="10815"/>
                      <a:pt x="4830" y="10815"/>
                    </a:cubicBezTo>
                    <a:cubicBezTo>
                      <a:pt x="4830" y="10780"/>
                      <a:pt x="4830" y="10746"/>
                      <a:pt x="4830" y="10710"/>
                    </a:cubicBezTo>
                    <a:cubicBezTo>
                      <a:pt x="4795" y="10710"/>
                      <a:pt x="4761" y="10710"/>
                      <a:pt x="4725" y="10710"/>
                    </a:cubicBezTo>
                    <a:cubicBezTo>
                      <a:pt x="4725" y="10675"/>
                      <a:pt x="4725" y="10641"/>
                      <a:pt x="4725" y="10605"/>
                    </a:cubicBezTo>
                    <a:cubicBezTo>
                      <a:pt x="4690" y="10605"/>
                      <a:pt x="4656" y="10605"/>
                      <a:pt x="4620" y="10605"/>
                    </a:cubicBezTo>
                    <a:cubicBezTo>
                      <a:pt x="4620" y="10570"/>
                      <a:pt x="4620" y="10536"/>
                      <a:pt x="4620" y="10500"/>
                    </a:cubicBezTo>
                    <a:cubicBezTo>
                      <a:pt x="4585" y="10500"/>
                      <a:pt x="4551" y="10500"/>
                      <a:pt x="4515" y="10500"/>
                    </a:cubicBezTo>
                    <a:cubicBezTo>
                      <a:pt x="4515" y="10465"/>
                      <a:pt x="4515" y="10431"/>
                      <a:pt x="4515" y="10395"/>
                    </a:cubicBezTo>
                    <a:cubicBezTo>
                      <a:pt x="4480" y="10395"/>
                      <a:pt x="4446" y="10395"/>
                      <a:pt x="4410" y="10395"/>
                    </a:cubicBezTo>
                    <a:cubicBezTo>
                      <a:pt x="4410" y="10360"/>
                      <a:pt x="4410" y="10326"/>
                      <a:pt x="4410" y="10290"/>
                    </a:cubicBezTo>
                    <a:cubicBezTo>
                      <a:pt x="4375" y="10290"/>
                      <a:pt x="4341" y="10290"/>
                      <a:pt x="4305" y="10290"/>
                    </a:cubicBezTo>
                    <a:cubicBezTo>
                      <a:pt x="4305" y="10255"/>
                      <a:pt x="4305" y="10221"/>
                      <a:pt x="4305" y="10185"/>
                    </a:cubicBezTo>
                    <a:cubicBezTo>
                      <a:pt x="4270" y="10185"/>
                      <a:pt x="4236" y="10185"/>
                      <a:pt x="4200" y="10185"/>
                    </a:cubicBezTo>
                    <a:cubicBezTo>
                      <a:pt x="4200" y="10150"/>
                      <a:pt x="4200" y="10116"/>
                      <a:pt x="4200" y="10080"/>
                    </a:cubicBezTo>
                    <a:cubicBezTo>
                      <a:pt x="4165" y="10080"/>
                      <a:pt x="4131" y="10080"/>
                      <a:pt x="4095" y="10080"/>
                    </a:cubicBezTo>
                    <a:cubicBezTo>
                      <a:pt x="4095" y="10045"/>
                      <a:pt x="4095" y="10011"/>
                      <a:pt x="4095" y="9975"/>
                    </a:cubicBezTo>
                    <a:cubicBezTo>
                      <a:pt x="4060" y="9975"/>
                      <a:pt x="4026" y="9975"/>
                      <a:pt x="3990" y="9975"/>
                    </a:cubicBezTo>
                    <a:cubicBezTo>
                      <a:pt x="3990" y="9940"/>
                      <a:pt x="3990" y="9906"/>
                      <a:pt x="3990" y="9870"/>
                    </a:cubicBezTo>
                    <a:cubicBezTo>
                      <a:pt x="3955" y="9870"/>
                      <a:pt x="3921" y="9870"/>
                      <a:pt x="3885" y="9870"/>
                    </a:cubicBezTo>
                    <a:cubicBezTo>
                      <a:pt x="3885" y="9835"/>
                      <a:pt x="3885" y="9801"/>
                      <a:pt x="3885" y="9765"/>
                    </a:cubicBezTo>
                    <a:cubicBezTo>
                      <a:pt x="3850" y="9765"/>
                      <a:pt x="3816" y="9765"/>
                      <a:pt x="3780" y="9765"/>
                    </a:cubicBezTo>
                    <a:cubicBezTo>
                      <a:pt x="3780" y="9730"/>
                      <a:pt x="3780" y="9696"/>
                      <a:pt x="3780" y="9660"/>
                    </a:cubicBezTo>
                    <a:cubicBezTo>
                      <a:pt x="3745" y="9660"/>
                      <a:pt x="3711" y="9660"/>
                      <a:pt x="3675" y="9660"/>
                    </a:cubicBezTo>
                    <a:cubicBezTo>
                      <a:pt x="3675" y="9625"/>
                      <a:pt x="3675" y="9591"/>
                      <a:pt x="3675" y="9555"/>
                    </a:cubicBezTo>
                    <a:cubicBezTo>
                      <a:pt x="3640" y="9555"/>
                      <a:pt x="3606" y="9555"/>
                      <a:pt x="3570" y="9555"/>
                    </a:cubicBezTo>
                    <a:cubicBezTo>
                      <a:pt x="3570" y="9520"/>
                      <a:pt x="3570" y="9486"/>
                      <a:pt x="3570" y="9450"/>
                    </a:cubicBezTo>
                    <a:cubicBezTo>
                      <a:pt x="3535" y="9450"/>
                      <a:pt x="3501" y="9450"/>
                      <a:pt x="3465" y="9450"/>
                    </a:cubicBezTo>
                    <a:cubicBezTo>
                      <a:pt x="3465" y="9415"/>
                      <a:pt x="3465" y="9381"/>
                      <a:pt x="3465" y="9345"/>
                    </a:cubicBezTo>
                    <a:cubicBezTo>
                      <a:pt x="3430" y="9345"/>
                      <a:pt x="3396" y="9345"/>
                      <a:pt x="3360" y="9345"/>
                    </a:cubicBezTo>
                    <a:cubicBezTo>
                      <a:pt x="3360" y="9310"/>
                      <a:pt x="3360" y="9276"/>
                      <a:pt x="3360" y="9240"/>
                    </a:cubicBezTo>
                    <a:cubicBezTo>
                      <a:pt x="3325" y="9240"/>
                      <a:pt x="3291" y="9240"/>
                      <a:pt x="3255" y="9240"/>
                    </a:cubicBezTo>
                    <a:cubicBezTo>
                      <a:pt x="3255" y="9205"/>
                      <a:pt x="3255" y="9171"/>
                      <a:pt x="3255" y="9135"/>
                    </a:cubicBezTo>
                    <a:cubicBezTo>
                      <a:pt x="3220" y="9135"/>
                      <a:pt x="3186" y="9135"/>
                      <a:pt x="3150" y="9135"/>
                    </a:cubicBezTo>
                    <a:cubicBezTo>
                      <a:pt x="3150" y="9100"/>
                      <a:pt x="3150" y="9066"/>
                      <a:pt x="3150" y="9030"/>
                    </a:cubicBezTo>
                    <a:cubicBezTo>
                      <a:pt x="3115" y="9030"/>
                      <a:pt x="3081" y="9030"/>
                      <a:pt x="3045" y="9030"/>
                    </a:cubicBezTo>
                    <a:cubicBezTo>
                      <a:pt x="3045" y="8995"/>
                      <a:pt x="3045" y="8961"/>
                      <a:pt x="3045" y="8925"/>
                    </a:cubicBezTo>
                    <a:cubicBezTo>
                      <a:pt x="3010" y="8925"/>
                      <a:pt x="2976" y="8925"/>
                      <a:pt x="2940" y="8925"/>
                    </a:cubicBezTo>
                    <a:cubicBezTo>
                      <a:pt x="2940" y="8890"/>
                      <a:pt x="2940" y="8856"/>
                      <a:pt x="2940" y="8820"/>
                    </a:cubicBezTo>
                    <a:cubicBezTo>
                      <a:pt x="2905" y="8820"/>
                      <a:pt x="2871" y="8820"/>
                      <a:pt x="2835" y="8820"/>
                    </a:cubicBezTo>
                    <a:cubicBezTo>
                      <a:pt x="2835" y="8785"/>
                      <a:pt x="2835" y="8751"/>
                      <a:pt x="2835" y="8715"/>
                    </a:cubicBezTo>
                    <a:cubicBezTo>
                      <a:pt x="2800" y="8715"/>
                      <a:pt x="2766" y="8715"/>
                      <a:pt x="2730" y="8715"/>
                    </a:cubicBezTo>
                    <a:cubicBezTo>
                      <a:pt x="2730" y="8680"/>
                      <a:pt x="2730" y="8646"/>
                      <a:pt x="2730" y="8610"/>
                    </a:cubicBezTo>
                    <a:cubicBezTo>
                      <a:pt x="2695" y="8610"/>
                      <a:pt x="2661" y="8610"/>
                      <a:pt x="2625" y="8610"/>
                    </a:cubicBezTo>
                    <a:cubicBezTo>
                      <a:pt x="2625" y="8575"/>
                      <a:pt x="2625" y="8541"/>
                      <a:pt x="2625" y="8505"/>
                    </a:cubicBezTo>
                    <a:cubicBezTo>
                      <a:pt x="2590" y="8505"/>
                      <a:pt x="2556" y="8505"/>
                      <a:pt x="2520" y="8505"/>
                    </a:cubicBezTo>
                    <a:cubicBezTo>
                      <a:pt x="2520" y="8470"/>
                      <a:pt x="2520" y="8436"/>
                      <a:pt x="2520" y="8400"/>
                    </a:cubicBezTo>
                    <a:cubicBezTo>
                      <a:pt x="2485" y="8400"/>
                      <a:pt x="2451" y="8400"/>
                      <a:pt x="2415" y="8400"/>
                    </a:cubicBezTo>
                    <a:cubicBezTo>
                      <a:pt x="2415" y="8365"/>
                      <a:pt x="2415" y="8331"/>
                      <a:pt x="2415" y="8295"/>
                    </a:cubicBezTo>
                    <a:cubicBezTo>
                      <a:pt x="2380" y="8295"/>
                      <a:pt x="2346" y="8295"/>
                      <a:pt x="2310" y="8295"/>
                    </a:cubicBezTo>
                    <a:cubicBezTo>
                      <a:pt x="2310" y="8260"/>
                      <a:pt x="2310" y="8226"/>
                      <a:pt x="2310" y="8190"/>
                    </a:cubicBezTo>
                    <a:cubicBezTo>
                      <a:pt x="2275" y="8190"/>
                      <a:pt x="2241" y="8190"/>
                      <a:pt x="2205" y="8190"/>
                    </a:cubicBezTo>
                    <a:cubicBezTo>
                      <a:pt x="2205" y="8155"/>
                      <a:pt x="2205" y="8121"/>
                      <a:pt x="2205" y="8085"/>
                    </a:cubicBezTo>
                    <a:cubicBezTo>
                      <a:pt x="2170" y="8085"/>
                      <a:pt x="2136" y="8085"/>
                      <a:pt x="2100" y="8085"/>
                    </a:cubicBezTo>
                    <a:cubicBezTo>
                      <a:pt x="2100" y="8050"/>
                      <a:pt x="2100" y="8016"/>
                      <a:pt x="2100" y="7980"/>
                    </a:cubicBezTo>
                    <a:cubicBezTo>
                      <a:pt x="2065" y="7980"/>
                      <a:pt x="2031" y="7980"/>
                      <a:pt x="1995" y="7980"/>
                    </a:cubicBezTo>
                    <a:cubicBezTo>
                      <a:pt x="1995" y="7945"/>
                      <a:pt x="1995" y="7911"/>
                      <a:pt x="1995" y="7875"/>
                    </a:cubicBezTo>
                    <a:cubicBezTo>
                      <a:pt x="1960" y="7875"/>
                      <a:pt x="1926" y="7875"/>
                      <a:pt x="1890" y="7875"/>
                    </a:cubicBezTo>
                    <a:cubicBezTo>
                      <a:pt x="1890" y="7840"/>
                      <a:pt x="1890" y="7806"/>
                      <a:pt x="1890" y="7770"/>
                    </a:cubicBezTo>
                    <a:cubicBezTo>
                      <a:pt x="1855" y="7770"/>
                      <a:pt x="1821" y="7770"/>
                      <a:pt x="1785" y="7770"/>
                    </a:cubicBezTo>
                    <a:cubicBezTo>
                      <a:pt x="1785" y="7735"/>
                      <a:pt x="1785" y="7701"/>
                      <a:pt x="1785" y="7665"/>
                    </a:cubicBezTo>
                    <a:cubicBezTo>
                      <a:pt x="1750" y="7665"/>
                      <a:pt x="1716" y="7665"/>
                      <a:pt x="1680" y="7665"/>
                    </a:cubicBezTo>
                    <a:cubicBezTo>
                      <a:pt x="1680" y="7630"/>
                      <a:pt x="1680" y="7596"/>
                      <a:pt x="1680" y="7560"/>
                    </a:cubicBezTo>
                    <a:cubicBezTo>
                      <a:pt x="1645" y="7560"/>
                      <a:pt x="1611" y="7560"/>
                      <a:pt x="1575" y="7560"/>
                    </a:cubicBezTo>
                    <a:cubicBezTo>
                      <a:pt x="1575" y="7525"/>
                      <a:pt x="1575" y="7491"/>
                      <a:pt x="1575" y="7455"/>
                    </a:cubicBezTo>
                    <a:cubicBezTo>
                      <a:pt x="1540" y="7455"/>
                      <a:pt x="1506" y="7455"/>
                      <a:pt x="1470" y="7455"/>
                    </a:cubicBezTo>
                    <a:cubicBezTo>
                      <a:pt x="1470" y="7420"/>
                      <a:pt x="1470" y="7386"/>
                      <a:pt x="1470" y="7350"/>
                    </a:cubicBezTo>
                    <a:cubicBezTo>
                      <a:pt x="1435" y="7350"/>
                      <a:pt x="1401" y="7350"/>
                      <a:pt x="1365" y="7350"/>
                    </a:cubicBezTo>
                    <a:cubicBezTo>
                      <a:pt x="1365" y="7315"/>
                      <a:pt x="1365" y="7281"/>
                      <a:pt x="1365" y="7245"/>
                    </a:cubicBezTo>
                    <a:cubicBezTo>
                      <a:pt x="1330" y="7245"/>
                      <a:pt x="1296" y="7245"/>
                      <a:pt x="1260" y="7245"/>
                    </a:cubicBezTo>
                    <a:cubicBezTo>
                      <a:pt x="1260" y="7210"/>
                      <a:pt x="1260" y="7176"/>
                      <a:pt x="1260" y="7140"/>
                    </a:cubicBezTo>
                    <a:cubicBezTo>
                      <a:pt x="1225" y="7140"/>
                      <a:pt x="1191" y="7140"/>
                      <a:pt x="1155" y="7140"/>
                    </a:cubicBezTo>
                    <a:cubicBezTo>
                      <a:pt x="1155" y="7105"/>
                      <a:pt x="1155" y="7071"/>
                      <a:pt x="1155" y="7035"/>
                    </a:cubicBezTo>
                    <a:cubicBezTo>
                      <a:pt x="1120" y="7035"/>
                      <a:pt x="1086" y="7035"/>
                      <a:pt x="1050" y="7035"/>
                    </a:cubicBezTo>
                    <a:cubicBezTo>
                      <a:pt x="1050" y="7000"/>
                      <a:pt x="1050" y="6966"/>
                      <a:pt x="1050" y="6930"/>
                    </a:cubicBezTo>
                    <a:cubicBezTo>
                      <a:pt x="1015" y="6930"/>
                      <a:pt x="981" y="6930"/>
                      <a:pt x="945" y="6930"/>
                    </a:cubicBezTo>
                    <a:cubicBezTo>
                      <a:pt x="945" y="6895"/>
                      <a:pt x="945" y="6861"/>
                      <a:pt x="945" y="6825"/>
                    </a:cubicBezTo>
                    <a:cubicBezTo>
                      <a:pt x="910" y="6825"/>
                      <a:pt x="876" y="6825"/>
                      <a:pt x="840" y="6825"/>
                    </a:cubicBezTo>
                    <a:cubicBezTo>
                      <a:pt x="840" y="6790"/>
                      <a:pt x="840" y="6756"/>
                      <a:pt x="840" y="6720"/>
                    </a:cubicBezTo>
                    <a:cubicBezTo>
                      <a:pt x="805" y="6720"/>
                      <a:pt x="771" y="6720"/>
                      <a:pt x="735" y="6720"/>
                    </a:cubicBezTo>
                    <a:cubicBezTo>
                      <a:pt x="735" y="6685"/>
                      <a:pt x="735" y="6651"/>
                      <a:pt x="735" y="6615"/>
                    </a:cubicBezTo>
                    <a:cubicBezTo>
                      <a:pt x="700" y="6615"/>
                      <a:pt x="666" y="6615"/>
                      <a:pt x="630" y="6615"/>
                    </a:cubicBezTo>
                    <a:cubicBezTo>
                      <a:pt x="630" y="6580"/>
                      <a:pt x="630" y="6546"/>
                      <a:pt x="630" y="6510"/>
                    </a:cubicBezTo>
                    <a:cubicBezTo>
                      <a:pt x="595" y="6510"/>
                      <a:pt x="561" y="6510"/>
                      <a:pt x="525" y="6510"/>
                    </a:cubicBezTo>
                    <a:cubicBezTo>
                      <a:pt x="525" y="6475"/>
                      <a:pt x="525" y="6441"/>
                      <a:pt x="525" y="6405"/>
                    </a:cubicBezTo>
                    <a:cubicBezTo>
                      <a:pt x="490" y="6405"/>
                      <a:pt x="456" y="6405"/>
                      <a:pt x="420" y="6405"/>
                    </a:cubicBezTo>
                    <a:cubicBezTo>
                      <a:pt x="420" y="6370"/>
                      <a:pt x="420" y="6336"/>
                      <a:pt x="420" y="6300"/>
                    </a:cubicBezTo>
                    <a:cubicBezTo>
                      <a:pt x="385" y="6300"/>
                      <a:pt x="351" y="6300"/>
                      <a:pt x="315" y="6300"/>
                    </a:cubicBezTo>
                    <a:cubicBezTo>
                      <a:pt x="315" y="6265"/>
                      <a:pt x="315" y="6231"/>
                      <a:pt x="315" y="6195"/>
                    </a:cubicBezTo>
                    <a:cubicBezTo>
                      <a:pt x="280" y="6195"/>
                      <a:pt x="246" y="6195"/>
                      <a:pt x="210" y="6195"/>
                    </a:cubicBezTo>
                    <a:cubicBezTo>
                      <a:pt x="210" y="6160"/>
                      <a:pt x="210" y="6126"/>
                      <a:pt x="210" y="6090"/>
                    </a:cubicBezTo>
                    <a:cubicBezTo>
                      <a:pt x="175" y="6090"/>
                      <a:pt x="141" y="6090"/>
                      <a:pt x="105" y="6090"/>
                    </a:cubicBezTo>
                    <a:cubicBezTo>
                      <a:pt x="105" y="6055"/>
                      <a:pt x="105" y="6021"/>
                      <a:pt x="105" y="5985"/>
                    </a:cubicBezTo>
                    <a:cubicBezTo>
                      <a:pt x="70" y="5985"/>
                      <a:pt x="36" y="5985"/>
                      <a:pt x="0" y="5985"/>
                    </a:cubicBezTo>
                    <a:cubicBezTo>
                      <a:pt x="0" y="5881"/>
                      <a:pt x="0" y="5777"/>
                      <a:pt x="0" y="5670"/>
                    </a:cubicBezTo>
                    <a:cubicBezTo>
                      <a:pt x="35" y="5670"/>
                      <a:pt x="69" y="5670"/>
                      <a:pt x="105" y="5670"/>
                    </a:cubicBezTo>
                    <a:cubicBezTo>
                      <a:pt x="105" y="5601"/>
                      <a:pt x="105" y="5531"/>
                      <a:pt x="105" y="5460"/>
                    </a:cubicBezTo>
                    <a:cubicBezTo>
                      <a:pt x="140" y="5460"/>
                      <a:pt x="174" y="5460"/>
                      <a:pt x="210" y="5460"/>
                    </a:cubicBezTo>
                    <a:cubicBezTo>
                      <a:pt x="210" y="5425"/>
                      <a:pt x="210" y="5391"/>
                      <a:pt x="210" y="5355"/>
                    </a:cubicBezTo>
                    <a:cubicBezTo>
                      <a:pt x="245" y="5355"/>
                      <a:pt x="279" y="5355"/>
                      <a:pt x="315" y="5355"/>
                    </a:cubicBezTo>
                    <a:cubicBezTo>
                      <a:pt x="315" y="5320"/>
                      <a:pt x="315" y="5286"/>
                      <a:pt x="315" y="5250"/>
                    </a:cubicBezTo>
                    <a:cubicBezTo>
                      <a:pt x="350" y="5250"/>
                      <a:pt x="384" y="5250"/>
                      <a:pt x="420" y="5250"/>
                    </a:cubicBezTo>
                    <a:cubicBezTo>
                      <a:pt x="420" y="5215"/>
                      <a:pt x="420" y="5181"/>
                      <a:pt x="420" y="5145"/>
                    </a:cubicBezTo>
                    <a:cubicBezTo>
                      <a:pt x="455" y="5145"/>
                      <a:pt x="489" y="5145"/>
                      <a:pt x="525" y="5145"/>
                    </a:cubicBezTo>
                    <a:cubicBezTo>
                      <a:pt x="525" y="5110"/>
                      <a:pt x="525" y="5076"/>
                      <a:pt x="525" y="5040"/>
                    </a:cubicBezTo>
                    <a:cubicBezTo>
                      <a:pt x="560" y="5040"/>
                      <a:pt x="594" y="5040"/>
                      <a:pt x="630" y="5040"/>
                    </a:cubicBezTo>
                    <a:cubicBezTo>
                      <a:pt x="630" y="5005"/>
                      <a:pt x="630" y="4971"/>
                      <a:pt x="630" y="4935"/>
                    </a:cubicBezTo>
                    <a:cubicBezTo>
                      <a:pt x="665" y="4935"/>
                      <a:pt x="699" y="4935"/>
                      <a:pt x="735" y="4935"/>
                    </a:cubicBezTo>
                    <a:cubicBezTo>
                      <a:pt x="735" y="4900"/>
                      <a:pt x="735" y="4866"/>
                      <a:pt x="735" y="4830"/>
                    </a:cubicBezTo>
                    <a:cubicBezTo>
                      <a:pt x="770" y="4830"/>
                      <a:pt x="804" y="4830"/>
                      <a:pt x="840" y="4830"/>
                    </a:cubicBezTo>
                    <a:cubicBezTo>
                      <a:pt x="840" y="4795"/>
                      <a:pt x="840" y="4761"/>
                      <a:pt x="840" y="4725"/>
                    </a:cubicBezTo>
                    <a:cubicBezTo>
                      <a:pt x="875" y="4725"/>
                      <a:pt x="909" y="4725"/>
                      <a:pt x="945" y="4725"/>
                    </a:cubicBezTo>
                    <a:cubicBezTo>
                      <a:pt x="945" y="4690"/>
                      <a:pt x="945" y="4656"/>
                      <a:pt x="945" y="4620"/>
                    </a:cubicBezTo>
                    <a:cubicBezTo>
                      <a:pt x="980" y="4620"/>
                      <a:pt x="1014" y="4620"/>
                      <a:pt x="1050" y="4620"/>
                    </a:cubicBezTo>
                    <a:cubicBezTo>
                      <a:pt x="1050" y="4585"/>
                      <a:pt x="1050" y="4551"/>
                      <a:pt x="1050" y="4515"/>
                    </a:cubicBezTo>
                    <a:cubicBezTo>
                      <a:pt x="1085" y="4515"/>
                      <a:pt x="1119" y="4515"/>
                      <a:pt x="1155" y="4515"/>
                    </a:cubicBezTo>
                    <a:cubicBezTo>
                      <a:pt x="1155" y="4480"/>
                      <a:pt x="1155" y="4446"/>
                      <a:pt x="1155" y="4410"/>
                    </a:cubicBezTo>
                    <a:cubicBezTo>
                      <a:pt x="1190" y="4410"/>
                      <a:pt x="1224" y="4410"/>
                      <a:pt x="1260" y="4410"/>
                    </a:cubicBezTo>
                    <a:cubicBezTo>
                      <a:pt x="1260" y="4375"/>
                      <a:pt x="1260" y="4341"/>
                      <a:pt x="1260" y="4305"/>
                    </a:cubicBezTo>
                    <a:cubicBezTo>
                      <a:pt x="1295" y="4305"/>
                      <a:pt x="1329" y="4305"/>
                      <a:pt x="1365" y="4305"/>
                    </a:cubicBezTo>
                    <a:cubicBezTo>
                      <a:pt x="1365" y="4270"/>
                      <a:pt x="1365" y="4236"/>
                      <a:pt x="1365" y="4200"/>
                    </a:cubicBezTo>
                    <a:cubicBezTo>
                      <a:pt x="1400" y="4200"/>
                      <a:pt x="1434" y="4200"/>
                      <a:pt x="1470" y="4200"/>
                    </a:cubicBezTo>
                    <a:cubicBezTo>
                      <a:pt x="1470" y="4165"/>
                      <a:pt x="1470" y="4131"/>
                      <a:pt x="1470" y="4095"/>
                    </a:cubicBezTo>
                    <a:cubicBezTo>
                      <a:pt x="1505" y="4095"/>
                      <a:pt x="1539" y="4095"/>
                      <a:pt x="1575" y="4095"/>
                    </a:cubicBezTo>
                    <a:cubicBezTo>
                      <a:pt x="1575" y="4060"/>
                      <a:pt x="1575" y="4026"/>
                      <a:pt x="1575" y="3990"/>
                    </a:cubicBezTo>
                    <a:cubicBezTo>
                      <a:pt x="1610" y="3990"/>
                      <a:pt x="1644" y="3990"/>
                      <a:pt x="1680" y="3990"/>
                    </a:cubicBezTo>
                    <a:cubicBezTo>
                      <a:pt x="1680" y="3955"/>
                      <a:pt x="1680" y="3921"/>
                      <a:pt x="1680" y="3885"/>
                    </a:cubicBezTo>
                    <a:cubicBezTo>
                      <a:pt x="1715" y="3885"/>
                      <a:pt x="1749" y="3885"/>
                      <a:pt x="1785" y="3885"/>
                    </a:cubicBezTo>
                    <a:cubicBezTo>
                      <a:pt x="1785" y="3850"/>
                      <a:pt x="1785" y="3816"/>
                      <a:pt x="1785" y="3780"/>
                    </a:cubicBezTo>
                    <a:cubicBezTo>
                      <a:pt x="1820" y="3780"/>
                      <a:pt x="1854" y="3780"/>
                      <a:pt x="1890" y="3780"/>
                    </a:cubicBezTo>
                    <a:cubicBezTo>
                      <a:pt x="1890" y="3745"/>
                      <a:pt x="1890" y="3711"/>
                      <a:pt x="1890" y="3675"/>
                    </a:cubicBezTo>
                    <a:cubicBezTo>
                      <a:pt x="1925" y="3675"/>
                      <a:pt x="1959" y="3675"/>
                      <a:pt x="1995" y="3675"/>
                    </a:cubicBezTo>
                    <a:cubicBezTo>
                      <a:pt x="1995" y="3640"/>
                      <a:pt x="1995" y="3606"/>
                      <a:pt x="1995" y="3570"/>
                    </a:cubicBezTo>
                    <a:cubicBezTo>
                      <a:pt x="2064" y="3570"/>
                      <a:pt x="2134" y="3570"/>
                      <a:pt x="2205" y="3570"/>
                    </a:cubicBezTo>
                    <a:cubicBezTo>
                      <a:pt x="2205" y="3535"/>
                      <a:pt x="2205" y="3501"/>
                      <a:pt x="2205" y="3465"/>
                    </a:cubicBezTo>
                    <a:cubicBezTo>
                      <a:pt x="2240" y="3465"/>
                      <a:pt x="2274" y="3465"/>
                      <a:pt x="2310" y="3465"/>
                    </a:cubicBezTo>
                    <a:cubicBezTo>
                      <a:pt x="2310" y="3430"/>
                      <a:pt x="2310" y="3396"/>
                      <a:pt x="2310" y="3360"/>
                    </a:cubicBezTo>
                    <a:cubicBezTo>
                      <a:pt x="2345" y="3360"/>
                      <a:pt x="2379" y="3360"/>
                      <a:pt x="2415" y="3360"/>
                    </a:cubicBezTo>
                    <a:cubicBezTo>
                      <a:pt x="2415" y="3325"/>
                      <a:pt x="2415" y="3291"/>
                      <a:pt x="2415" y="3255"/>
                    </a:cubicBezTo>
                    <a:cubicBezTo>
                      <a:pt x="2450" y="3255"/>
                      <a:pt x="2484" y="3255"/>
                      <a:pt x="2520" y="3255"/>
                    </a:cubicBezTo>
                    <a:cubicBezTo>
                      <a:pt x="2520" y="3220"/>
                      <a:pt x="2520" y="3186"/>
                      <a:pt x="2520" y="3150"/>
                    </a:cubicBezTo>
                    <a:cubicBezTo>
                      <a:pt x="2555" y="3150"/>
                      <a:pt x="2589" y="3150"/>
                      <a:pt x="2625" y="3150"/>
                    </a:cubicBezTo>
                    <a:cubicBezTo>
                      <a:pt x="2625" y="3115"/>
                      <a:pt x="2625" y="3081"/>
                      <a:pt x="2625" y="3045"/>
                    </a:cubicBezTo>
                    <a:cubicBezTo>
                      <a:pt x="2660" y="3045"/>
                      <a:pt x="2694" y="3045"/>
                      <a:pt x="2730" y="3045"/>
                    </a:cubicBezTo>
                    <a:cubicBezTo>
                      <a:pt x="2730" y="3010"/>
                      <a:pt x="2730" y="2976"/>
                      <a:pt x="2730" y="2940"/>
                    </a:cubicBezTo>
                    <a:cubicBezTo>
                      <a:pt x="2765" y="2940"/>
                      <a:pt x="2799" y="2940"/>
                      <a:pt x="2835" y="2940"/>
                    </a:cubicBezTo>
                    <a:cubicBezTo>
                      <a:pt x="2835" y="2905"/>
                      <a:pt x="2835" y="2871"/>
                      <a:pt x="2835" y="2835"/>
                    </a:cubicBezTo>
                    <a:cubicBezTo>
                      <a:pt x="2870" y="2835"/>
                      <a:pt x="2904" y="2835"/>
                      <a:pt x="2940" y="2835"/>
                    </a:cubicBezTo>
                    <a:cubicBezTo>
                      <a:pt x="2940" y="2800"/>
                      <a:pt x="2940" y="2766"/>
                      <a:pt x="2940" y="2730"/>
                    </a:cubicBezTo>
                    <a:cubicBezTo>
                      <a:pt x="2975" y="2730"/>
                      <a:pt x="3009" y="2730"/>
                      <a:pt x="3045" y="2730"/>
                    </a:cubicBezTo>
                    <a:cubicBezTo>
                      <a:pt x="3045" y="2695"/>
                      <a:pt x="3045" y="2661"/>
                      <a:pt x="3045" y="2625"/>
                    </a:cubicBezTo>
                    <a:cubicBezTo>
                      <a:pt x="3080" y="2625"/>
                      <a:pt x="3114" y="2625"/>
                      <a:pt x="3150" y="2625"/>
                    </a:cubicBezTo>
                    <a:cubicBezTo>
                      <a:pt x="3150" y="2590"/>
                      <a:pt x="3150" y="2556"/>
                      <a:pt x="3150" y="2520"/>
                    </a:cubicBezTo>
                    <a:cubicBezTo>
                      <a:pt x="3185" y="2520"/>
                      <a:pt x="3219" y="2520"/>
                      <a:pt x="3255" y="2520"/>
                    </a:cubicBezTo>
                    <a:cubicBezTo>
                      <a:pt x="3255" y="2485"/>
                      <a:pt x="3255" y="2451"/>
                      <a:pt x="3255" y="2415"/>
                    </a:cubicBezTo>
                    <a:cubicBezTo>
                      <a:pt x="3290" y="2415"/>
                      <a:pt x="3324" y="2415"/>
                      <a:pt x="3360" y="2415"/>
                    </a:cubicBezTo>
                    <a:cubicBezTo>
                      <a:pt x="3360" y="2380"/>
                      <a:pt x="3360" y="2346"/>
                      <a:pt x="3360" y="2310"/>
                    </a:cubicBezTo>
                    <a:cubicBezTo>
                      <a:pt x="3395" y="2310"/>
                      <a:pt x="3429" y="2310"/>
                      <a:pt x="3465" y="2310"/>
                    </a:cubicBezTo>
                    <a:cubicBezTo>
                      <a:pt x="3465" y="2275"/>
                      <a:pt x="3465" y="2241"/>
                      <a:pt x="3465" y="2205"/>
                    </a:cubicBezTo>
                    <a:cubicBezTo>
                      <a:pt x="3500" y="2205"/>
                      <a:pt x="3534" y="2205"/>
                      <a:pt x="3570" y="2205"/>
                    </a:cubicBezTo>
                    <a:cubicBezTo>
                      <a:pt x="3570" y="2170"/>
                      <a:pt x="3570" y="2136"/>
                      <a:pt x="3570" y="2100"/>
                    </a:cubicBezTo>
                    <a:cubicBezTo>
                      <a:pt x="3605" y="2100"/>
                      <a:pt x="3639" y="2100"/>
                      <a:pt x="3675" y="2100"/>
                    </a:cubicBezTo>
                    <a:cubicBezTo>
                      <a:pt x="3675" y="2065"/>
                      <a:pt x="3675" y="2031"/>
                      <a:pt x="3675" y="1995"/>
                    </a:cubicBezTo>
                    <a:cubicBezTo>
                      <a:pt x="3710" y="1995"/>
                      <a:pt x="3744" y="1995"/>
                      <a:pt x="3780" y="1995"/>
                    </a:cubicBezTo>
                    <a:cubicBezTo>
                      <a:pt x="3780" y="1960"/>
                      <a:pt x="3780" y="1926"/>
                      <a:pt x="3780" y="1890"/>
                    </a:cubicBezTo>
                    <a:cubicBezTo>
                      <a:pt x="3815" y="1890"/>
                      <a:pt x="3849" y="1890"/>
                      <a:pt x="3885" y="1890"/>
                    </a:cubicBezTo>
                    <a:cubicBezTo>
                      <a:pt x="3885" y="1855"/>
                      <a:pt x="3885" y="1821"/>
                      <a:pt x="3885" y="1785"/>
                    </a:cubicBezTo>
                    <a:cubicBezTo>
                      <a:pt x="3920" y="1785"/>
                      <a:pt x="3954" y="1785"/>
                      <a:pt x="3990" y="1785"/>
                    </a:cubicBezTo>
                    <a:cubicBezTo>
                      <a:pt x="3990" y="1750"/>
                      <a:pt x="3990" y="1716"/>
                      <a:pt x="3990" y="1680"/>
                    </a:cubicBezTo>
                    <a:cubicBezTo>
                      <a:pt x="4025" y="1680"/>
                      <a:pt x="4059" y="1680"/>
                      <a:pt x="4095" y="1680"/>
                    </a:cubicBezTo>
                    <a:cubicBezTo>
                      <a:pt x="4095" y="1645"/>
                      <a:pt x="4095" y="1611"/>
                      <a:pt x="4095" y="1575"/>
                    </a:cubicBezTo>
                    <a:cubicBezTo>
                      <a:pt x="4130" y="1575"/>
                      <a:pt x="4164" y="1575"/>
                      <a:pt x="4200" y="1575"/>
                    </a:cubicBezTo>
                    <a:cubicBezTo>
                      <a:pt x="4200" y="1540"/>
                      <a:pt x="4200" y="1506"/>
                      <a:pt x="4200" y="1470"/>
                    </a:cubicBezTo>
                    <a:cubicBezTo>
                      <a:pt x="4235" y="1470"/>
                      <a:pt x="4269" y="1470"/>
                      <a:pt x="4305" y="1470"/>
                    </a:cubicBezTo>
                    <a:cubicBezTo>
                      <a:pt x="4305" y="1435"/>
                      <a:pt x="4305" y="1401"/>
                      <a:pt x="4305" y="1365"/>
                    </a:cubicBezTo>
                    <a:cubicBezTo>
                      <a:pt x="4340" y="1365"/>
                      <a:pt x="4374" y="1365"/>
                      <a:pt x="4410" y="1365"/>
                    </a:cubicBezTo>
                    <a:cubicBezTo>
                      <a:pt x="4410" y="1330"/>
                      <a:pt x="4410" y="1296"/>
                      <a:pt x="4410" y="1260"/>
                    </a:cubicBezTo>
                    <a:cubicBezTo>
                      <a:pt x="4445" y="1260"/>
                      <a:pt x="4479" y="1260"/>
                      <a:pt x="4515" y="1260"/>
                    </a:cubicBezTo>
                    <a:cubicBezTo>
                      <a:pt x="4515" y="1225"/>
                      <a:pt x="4515" y="1191"/>
                      <a:pt x="4515" y="1155"/>
                    </a:cubicBezTo>
                    <a:cubicBezTo>
                      <a:pt x="4550" y="1155"/>
                      <a:pt x="4584" y="1155"/>
                      <a:pt x="4620" y="1155"/>
                    </a:cubicBezTo>
                    <a:cubicBezTo>
                      <a:pt x="4620" y="1120"/>
                      <a:pt x="4620" y="1086"/>
                      <a:pt x="4620" y="1050"/>
                    </a:cubicBezTo>
                    <a:cubicBezTo>
                      <a:pt x="4655" y="1050"/>
                      <a:pt x="4689" y="1050"/>
                      <a:pt x="4725" y="1050"/>
                    </a:cubicBezTo>
                    <a:cubicBezTo>
                      <a:pt x="4725" y="1015"/>
                      <a:pt x="4725" y="981"/>
                      <a:pt x="4725" y="945"/>
                    </a:cubicBezTo>
                    <a:cubicBezTo>
                      <a:pt x="4760" y="945"/>
                      <a:pt x="4794" y="945"/>
                      <a:pt x="4830" y="945"/>
                    </a:cubicBezTo>
                    <a:cubicBezTo>
                      <a:pt x="4830" y="910"/>
                      <a:pt x="4830" y="876"/>
                      <a:pt x="4830" y="840"/>
                    </a:cubicBezTo>
                    <a:cubicBezTo>
                      <a:pt x="4865" y="840"/>
                      <a:pt x="4899" y="840"/>
                      <a:pt x="4935" y="840"/>
                    </a:cubicBezTo>
                    <a:cubicBezTo>
                      <a:pt x="4935" y="805"/>
                      <a:pt x="4935" y="771"/>
                      <a:pt x="4935" y="735"/>
                    </a:cubicBezTo>
                    <a:cubicBezTo>
                      <a:pt x="4970" y="735"/>
                      <a:pt x="5004" y="735"/>
                      <a:pt x="5040" y="735"/>
                    </a:cubicBezTo>
                    <a:cubicBezTo>
                      <a:pt x="5040" y="700"/>
                      <a:pt x="5040" y="666"/>
                      <a:pt x="5040" y="630"/>
                    </a:cubicBezTo>
                    <a:cubicBezTo>
                      <a:pt x="5075" y="630"/>
                      <a:pt x="5109" y="630"/>
                      <a:pt x="5145" y="630"/>
                    </a:cubicBezTo>
                    <a:cubicBezTo>
                      <a:pt x="5145" y="595"/>
                      <a:pt x="5145" y="561"/>
                      <a:pt x="5145" y="525"/>
                    </a:cubicBezTo>
                    <a:cubicBezTo>
                      <a:pt x="5180" y="525"/>
                      <a:pt x="5214" y="525"/>
                      <a:pt x="5250" y="525"/>
                    </a:cubicBezTo>
                    <a:cubicBezTo>
                      <a:pt x="5250" y="490"/>
                      <a:pt x="5250" y="456"/>
                      <a:pt x="5250" y="420"/>
                    </a:cubicBezTo>
                    <a:cubicBezTo>
                      <a:pt x="5285" y="420"/>
                      <a:pt x="5319" y="420"/>
                      <a:pt x="5355" y="420"/>
                    </a:cubicBezTo>
                    <a:cubicBezTo>
                      <a:pt x="5355" y="385"/>
                      <a:pt x="5355" y="351"/>
                      <a:pt x="5355" y="315"/>
                    </a:cubicBezTo>
                    <a:cubicBezTo>
                      <a:pt x="5390" y="315"/>
                      <a:pt x="5424" y="315"/>
                      <a:pt x="5460" y="315"/>
                    </a:cubicBezTo>
                    <a:cubicBezTo>
                      <a:pt x="5460" y="280"/>
                      <a:pt x="5460" y="246"/>
                      <a:pt x="5460" y="210"/>
                    </a:cubicBezTo>
                    <a:cubicBezTo>
                      <a:pt x="5495" y="210"/>
                      <a:pt x="5529" y="210"/>
                      <a:pt x="5565" y="210"/>
                    </a:cubicBezTo>
                    <a:cubicBezTo>
                      <a:pt x="5565" y="175"/>
                      <a:pt x="5565" y="141"/>
                      <a:pt x="5565" y="105"/>
                    </a:cubicBezTo>
                    <a:cubicBezTo>
                      <a:pt x="5600" y="105"/>
                      <a:pt x="5634" y="105"/>
                      <a:pt x="5670" y="105"/>
                    </a:cubicBezTo>
                    <a:cubicBezTo>
                      <a:pt x="5670" y="70"/>
                      <a:pt x="5670" y="36"/>
                      <a:pt x="567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189" name="ICON_TOOL_CODE_path_003"/>
              <p:cNvSpPr/>
              <p:nvPr/>
            </p:nvSpPr>
            <p:spPr>
              <a:xfrm>
                <a:off x="5319966" y="4780439"/>
                <a:ext cx="85344" cy="148018"/>
              </a:xfrm>
              <a:custGeom>
                <a:avLst/>
                <a:gdLst/>
                <a:ahLst/>
                <a:cxnLst/>
                <a:rect l="0" t="0" r="r" b="b"/>
                <a:pathLst>
                  <a:path w="6720" h="11655" fill="norm" stroke="0">
                    <a:moveTo>
                      <a:pt x="630" y="0"/>
                    </a:moveTo>
                    <a:cubicBezTo>
                      <a:pt x="769" y="0"/>
                      <a:pt x="907" y="0"/>
                      <a:pt x="1050" y="0"/>
                    </a:cubicBezTo>
                    <a:cubicBezTo>
                      <a:pt x="1050" y="35"/>
                      <a:pt x="1050" y="69"/>
                      <a:pt x="1050" y="105"/>
                    </a:cubicBezTo>
                    <a:cubicBezTo>
                      <a:pt x="1085" y="105"/>
                      <a:pt x="1119" y="105"/>
                      <a:pt x="1155" y="105"/>
                    </a:cubicBezTo>
                    <a:cubicBezTo>
                      <a:pt x="1155" y="140"/>
                      <a:pt x="1155" y="174"/>
                      <a:pt x="1155" y="210"/>
                    </a:cubicBezTo>
                    <a:cubicBezTo>
                      <a:pt x="1190" y="210"/>
                      <a:pt x="1224" y="210"/>
                      <a:pt x="1260" y="210"/>
                    </a:cubicBezTo>
                    <a:cubicBezTo>
                      <a:pt x="1260" y="245"/>
                      <a:pt x="1260" y="279"/>
                      <a:pt x="1260" y="315"/>
                    </a:cubicBezTo>
                    <a:cubicBezTo>
                      <a:pt x="1295" y="315"/>
                      <a:pt x="1329" y="315"/>
                      <a:pt x="1365" y="315"/>
                    </a:cubicBezTo>
                    <a:cubicBezTo>
                      <a:pt x="1365" y="350"/>
                      <a:pt x="1365" y="384"/>
                      <a:pt x="1365" y="420"/>
                    </a:cubicBezTo>
                    <a:cubicBezTo>
                      <a:pt x="1400" y="420"/>
                      <a:pt x="1434" y="420"/>
                      <a:pt x="1470" y="420"/>
                    </a:cubicBezTo>
                    <a:cubicBezTo>
                      <a:pt x="1470" y="455"/>
                      <a:pt x="1470" y="489"/>
                      <a:pt x="1470" y="525"/>
                    </a:cubicBezTo>
                    <a:cubicBezTo>
                      <a:pt x="1505" y="525"/>
                      <a:pt x="1539" y="525"/>
                      <a:pt x="1575" y="525"/>
                    </a:cubicBezTo>
                    <a:cubicBezTo>
                      <a:pt x="1575" y="560"/>
                      <a:pt x="1575" y="594"/>
                      <a:pt x="1575" y="630"/>
                    </a:cubicBezTo>
                    <a:cubicBezTo>
                      <a:pt x="1610" y="630"/>
                      <a:pt x="1644" y="630"/>
                      <a:pt x="1680" y="630"/>
                    </a:cubicBezTo>
                    <a:cubicBezTo>
                      <a:pt x="1680" y="665"/>
                      <a:pt x="1680" y="699"/>
                      <a:pt x="1680" y="735"/>
                    </a:cubicBezTo>
                    <a:cubicBezTo>
                      <a:pt x="1715" y="735"/>
                      <a:pt x="1749" y="735"/>
                      <a:pt x="1785" y="735"/>
                    </a:cubicBezTo>
                    <a:cubicBezTo>
                      <a:pt x="1785" y="770"/>
                      <a:pt x="1785" y="804"/>
                      <a:pt x="1785" y="840"/>
                    </a:cubicBezTo>
                    <a:cubicBezTo>
                      <a:pt x="1820" y="840"/>
                      <a:pt x="1854" y="840"/>
                      <a:pt x="1890" y="840"/>
                    </a:cubicBezTo>
                    <a:cubicBezTo>
                      <a:pt x="1890" y="875"/>
                      <a:pt x="1890" y="909"/>
                      <a:pt x="1890" y="945"/>
                    </a:cubicBezTo>
                    <a:cubicBezTo>
                      <a:pt x="1925" y="945"/>
                      <a:pt x="1959" y="945"/>
                      <a:pt x="1995" y="945"/>
                    </a:cubicBezTo>
                    <a:cubicBezTo>
                      <a:pt x="1995" y="980"/>
                      <a:pt x="1995" y="1014"/>
                      <a:pt x="1995" y="1050"/>
                    </a:cubicBezTo>
                    <a:cubicBezTo>
                      <a:pt x="2030" y="1050"/>
                      <a:pt x="2064" y="1050"/>
                      <a:pt x="2100" y="1050"/>
                    </a:cubicBezTo>
                    <a:cubicBezTo>
                      <a:pt x="2100" y="1085"/>
                      <a:pt x="2100" y="1119"/>
                      <a:pt x="2100" y="1155"/>
                    </a:cubicBezTo>
                    <a:cubicBezTo>
                      <a:pt x="2135" y="1155"/>
                      <a:pt x="2169" y="1155"/>
                      <a:pt x="2205" y="1155"/>
                    </a:cubicBezTo>
                    <a:cubicBezTo>
                      <a:pt x="2205" y="1190"/>
                      <a:pt x="2205" y="1224"/>
                      <a:pt x="2205" y="1260"/>
                    </a:cubicBezTo>
                    <a:cubicBezTo>
                      <a:pt x="2240" y="1260"/>
                      <a:pt x="2274" y="1260"/>
                      <a:pt x="2310" y="1260"/>
                    </a:cubicBezTo>
                    <a:cubicBezTo>
                      <a:pt x="2310" y="1295"/>
                      <a:pt x="2310" y="1329"/>
                      <a:pt x="2310" y="1365"/>
                    </a:cubicBezTo>
                    <a:cubicBezTo>
                      <a:pt x="2345" y="1365"/>
                      <a:pt x="2379" y="1365"/>
                      <a:pt x="2415" y="1365"/>
                    </a:cubicBezTo>
                    <a:cubicBezTo>
                      <a:pt x="2415" y="1400"/>
                      <a:pt x="2415" y="1434"/>
                      <a:pt x="2415" y="1470"/>
                    </a:cubicBezTo>
                    <a:cubicBezTo>
                      <a:pt x="2450" y="1470"/>
                      <a:pt x="2484" y="1470"/>
                      <a:pt x="2520" y="1470"/>
                    </a:cubicBezTo>
                    <a:cubicBezTo>
                      <a:pt x="2520" y="1505"/>
                      <a:pt x="2520" y="1539"/>
                      <a:pt x="2520" y="1575"/>
                    </a:cubicBezTo>
                    <a:cubicBezTo>
                      <a:pt x="2555" y="1575"/>
                      <a:pt x="2589" y="1575"/>
                      <a:pt x="2625" y="1575"/>
                    </a:cubicBezTo>
                    <a:cubicBezTo>
                      <a:pt x="2625" y="1610"/>
                      <a:pt x="2625" y="1644"/>
                      <a:pt x="2625" y="1680"/>
                    </a:cubicBezTo>
                    <a:cubicBezTo>
                      <a:pt x="2660" y="1680"/>
                      <a:pt x="2694" y="1680"/>
                      <a:pt x="2730" y="1680"/>
                    </a:cubicBezTo>
                    <a:cubicBezTo>
                      <a:pt x="2730" y="1715"/>
                      <a:pt x="2730" y="1749"/>
                      <a:pt x="2730" y="1785"/>
                    </a:cubicBezTo>
                    <a:cubicBezTo>
                      <a:pt x="2765" y="1785"/>
                      <a:pt x="2799" y="1785"/>
                      <a:pt x="2835" y="1785"/>
                    </a:cubicBezTo>
                    <a:cubicBezTo>
                      <a:pt x="2835" y="1820"/>
                      <a:pt x="2835" y="1854"/>
                      <a:pt x="2835" y="1890"/>
                    </a:cubicBezTo>
                    <a:cubicBezTo>
                      <a:pt x="2870" y="1890"/>
                      <a:pt x="2904" y="1890"/>
                      <a:pt x="2940" y="1890"/>
                    </a:cubicBezTo>
                    <a:cubicBezTo>
                      <a:pt x="2940" y="1925"/>
                      <a:pt x="2940" y="1959"/>
                      <a:pt x="2940" y="1995"/>
                    </a:cubicBezTo>
                    <a:cubicBezTo>
                      <a:pt x="2975" y="1995"/>
                      <a:pt x="3009" y="1995"/>
                      <a:pt x="3045" y="1995"/>
                    </a:cubicBezTo>
                    <a:cubicBezTo>
                      <a:pt x="3045" y="2030"/>
                      <a:pt x="3045" y="2064"/>
                      <a:pt x="3045" y="2100"/>
                    </a:cubicBezTo>
                    <a:cubicBezTo>
                      <a:pt x="3080" y="2100"/>
                      <a:pt x="3114" y="2100"/>
                      <a:pt x="3150" y="2100"/>
                    </a:cubicBezTo>
                    <a:cubicBezTo>
                      <a:pt x="3150" y="2135"/>
                      <a:pt x="3150" y="2169"/>
                      <a:pt x="3150" y="2205"/>
                    </a:cubicBezTo>
                    <a:cubicBezTo>
                      <a:pt x="3185" y="2205"/>
                      <a:pt x="3219" y="2205"/>
                      <a:pt x="3255" y="2205"/>
                    </a:cubicBezTo>
                    <a:cubicBezTo>
                      <a:pt x="3255" y="2240"/>
                      <a:pt x="3255" y="2274"/>
                      <a:pt x="3255" y="2310"/>
                    </a:cubicBezTo>
                    <a:cubicBezTo>
                      <a:pt x="3290" y="2310"/>
                      <a:pt x="3324" y="2310"/>
                      <a:pt x="3360" y="2310"/>
                    </a:cubicBezTo>
                    <a:cubicBezTo>
                      <a:pt x="3360" y="2345"/>
                      <a:pt x="3360" y="2379"/>
                      <a:pt x="3360" y="2415"/>
                    </a:cubicBezTo>
                    <a:cubicBezTo>
                      <a:pt x="3395" y="2415"/>
                      <a:pt x="3429" y="2415"/>
                      <a:pt x="3465" y="2415"/>
                    </a:cubicBezTo>
                    <a:cubicBezTo>
                      <a:pt x="3465" y="2450"/>
                      <a:pt x="3465" y="2484"/>
                      <a:pt x="3465" y="2520"/>
                    </a:cubicBezTo>
                    <a:cubicBezTo>
                      <a:pt x="3500" y="2520"/>
                      <a:pt x="3534" y="2520"/>
                      <a:pt x="3570" y="2520"/>
                    </a:cubicBezTo>
                    <a:cubicBezTo>
                      <a:pt x="3570" y="2555"/>
                      <a:pt x="3570" y="2589"/>
                      <a:pt x="3570" y="2625"/>
                    </a:cubicBezTo>
                    <a:cubicBezTo>
                      <a:pt x="3605" y="2625"/>
                      <a:pt x="3639" y="2625"/>
                      <a:pt x="3675" y="2625"/>
                    </a:cubicBezTo>
                    <a:cubicBezTo>
                      <a:pt x="3675" y="2660"/>
                      <a:pt x="3675" y="2694"/>
                      <a:pt x="3675" y="2730"/>
                    </a:cubicBezTo>
                    <a:cubicBezTo>
                      <a:pt x="3710" y="2730"/>
                      <a:pt x="3744" y="2730"/>
                      <a:pt x="3780" y="2730"/>
                    </a:cubicBezTo>
                    <a:cubicBezTo>
                      <a:pt x="3780" y="2765"/>
                      <a:pt x="3780" y="2799"/>
                      <a:pt x="3780" y="2835"/>
                    </a:cubicBezTo>
                    <a:cubicBezTo>
                      <a:pt x="3815" y="2835"/>
                      <a:pt x="3849" y="2835"/>
                      <a:pt x="3885" y="2835"/>
                    </a:cubicBezTo>
                    <a:cubicBezTo>
                      <a:pt x="3885" y="2870"/>
                      <a:pt x="3885" y="2904"/>
                      <a:pt x="3885" y="2940"/>
                    </a:cubicBezTo>
                    <a:cubicBezTo>
                      <a:pt x="3920" y="2940"/>
                      <a:pt x="3954" y="2940"/>
                      <a:pt x="3990" y="2940"/>
                    </a:cubicBezTo>
                    <a:cubicBezTo>
                      <a:pt x="3990" y="2975"/>
                      <a:pt x="3990" y="3009"/>
                      <a:pt x="3990" y="3045"/>
                    </a:cubicBezTo>
                    <a:cubicBezTo>
                      <a:pt x="4025" y="3045"/>
                      <a:pt x="4059" y="3045"/>
                      <a:pt x="4095" y="3045"/>
                    </a:cubicBezTo>
                    <a:cubicBezTo>
                      <a:pt x="4095" y="3080"/>
                      <a:pt x="4095" y="3114"/>
                      <a:pt x="4095" y="3150"/>
                    </a:cubicBezTo>
                    <a:cubicBezTo>
                      <a:pt x="4130" y="3150"/>
                      <a:pt x="4164" y="3150"/>
                      <a:pt x="4200" y="3150"/>
                    </a:cubicBezTo>
                    <a:cubicBezTo>
                      <a:pt x="4200" y="3185"/>
                      <a:pt x="4200" y="3219"/>
                      <a:pt x="4200" y="3255"/>
                    </a:cubicBezTo>
                    <a:cubicBezTo>
                      <a:pt x="4235" y="3255"/>
                      <a:pt x="4269" y="3255"/>
                      <a:pt x="4305" y="3255"/>
                    </a:cubicBezTo>
                    <a:cubicBezTo>
                      <a:pt x="4305" y="3290"/>
                      <a:pt x="4305" y="3324"/>
                      <a:pt x="4305" y="3360"/>
                    </a:cubicBezTo>
                    <a:cubicBezTo>
                      <a:pt x="4340" y="3360"/>
                      <a:pt x="4374" y="3360"/>
                      <a:pt x="4410" y="3360"/>
                    </a:cubicBezTo>
                    <a:cubicBezTo>
                      <a:pt x="4410" y="3395"/>
                      <a:pt x="4410" y="3429"/>
                      <a:pt x="4410" y="3465"/>
                    </a:cubicBezTo>
                    <a:cubicBezTo>
                      <a:pt x="4445" y="3465"/>
                      <a:pt x="4479" y="3465"/>
                      <a:pt x="4515" y="3465"/>
                    </a:cubicBezTo>
                    <a:cubicBezTo>
                      <a:pt x="4515" y="3500"/>
                      <a:pt x="4515" y="3534"/>
                      <a:pt x="4515" y="3570"/>
                    </a:cubicBezTo>
                    <a:cubicBezTo>
                      <a:pt x="4550" y="3570"/>
                      <a:pt x="4584" y="3570"/>
                      <a:pt x="4620" y="3570"/>
                    </a:cubicBezTo>
                    <a:cubicBezTo>
                      <a:pt x="4620" y="3605"/>
                      <a:pt x="4620" y="3639"/>
                      <a:pt x="4620" y="3675"/>
                    </a:cubicBezTo>
                    <a:cubicBezTo>
                      <a:pt x="4655" y="3675"/>
                      <a:pt x="4689" y="3675"/>
                      <a:pt x="4725" y="3675"/>
                    </a:cubicBezTo>
                    <a:cubicBezTo>
                      <a:pt x="4725" y="3710"/>
                      <a:pt x="4725" y="3744"/>
                      <a:pt x="4725" y="3780"/>
                    </a:cubicBezTo>
                    <a:cubicBezTo>
                      <a:pt x="4760" y="3780"/>
                      <a:pt x="4794" y="3780"/>
                      <a:pt x="4830" y="3780"/>
                    </a:cubicBezTo>
                    <a:cubicBezTo>
                      <a:pt x="4830" y="3815"/>
                      <a:pt x="4830" y="3849"/>
                      <a:pt x="4830" y="3885"/>
                    </a:cubicBezTo>
                    <a:cubicBezTo>
                      <a:pt x="4865" y="3885"/>
                      <a:pt x="4899" y="3885"/>
                      <a:pt x="4935" y="3885"/>
                    </a:cubicBezTo>
                    <a:cubicBezTo>
                      <a:pt x="4935" y="3920"/>
                      <a:pt x="4935" y="3954"/>
                      <a:pt x="4935" y="3990"/>
                    </a:cubicBezTo>
                    <a:cubicBezTo>
                      <a:pt x="4970" y="3990"/>
                      <a:pt x="5004" y="3990"/>
                      <a:pt x="5040" y="3990"/>
                    </a:cubicBezTo>
                    <a:cubicBezTo>
                      <a:pt x="5040" y="4025"/>
                      <a:pt x="5040" y="4059"/>
                      <a:pt x="5040" y="4095"/>
                    </a:cubicBezTo>
                    <a:cubicBezTo>
                      <a:pt x="5075" y="4095"/>
                      <a:pt x="5109" y="4095"/>
                      <a:pt x="5145" y="4095"/>
                    </a:cubicBezTo>
                    <a:cubicBezTo>
                      <a:pt x="5145" y="4130"/>
                      <a:pt x="5145" y="4164"/>
                      <a:pt x="5145" y="4200"/>
                    </a:cubicBezTo>
                    <a:cubicBezTo>
                      <a:pt x="5180" y="4200"/>
                      <a:pt x="5214" y="4200"/>
                      <a:pt x="5250" y="4200"/>
                    </a:cubicBezTo>
                    <a:cubicBezTo>
                      <a:pt x="5250" y="4235"/>
                      <a:pt x="5250" y="4269"/>
                      <a:pt x="5250" y="4305"/>
                    </a:cubicBezTo>
                    <a:cubicBezTo>
                      <a:pt x="5285" y="4305"/>
                      <a:pt x="5319" y="4305"/>
                      <a:pt x="5355" y="4305"/>
                    </a:cubicBezTo>
                    <a:cubicBezTo>
                      <a:pt x="5355" y="4340"/>
                      <a:pt x="5355" y="4374"/>
                      <a:pt x="5355" y="4410"/>
                    </a:cubicBezTo>
                    <a:cubicBezTo>
                      <a:pt x="5390" y="4410"/>
                      <a:pt x="5424" y="4410"/>
                      <a:pt x="5460" y="4410"/>
                    </a:cubicBezTo>
                    <a:cubicBezTo>
                      <a:pt x="5460" y="4445"/>
                      <a:pt x="5460" y="4479"/>
                      <a:pt x="5460" y="4515"/>
                    </a:cubicBezTo>
                    <a:cubicBezTo>
                      <a:pt x="5495" y="4515"/>
                      <a:pt x="5529" y="4515"/>
                      <a:pt x="5565" y="4515"/>
                    </a:cubicBezTo>
                    <a:cubicBezTo>
                      <a:pt x="5565" y="4550"/>
                      <a:pt x="5565" y="4584"/>
                      <a:pt x="5565" y="4620"/>
                    </a:cubicBezTo>
                    <a:cubicBezTo>
                      <a:pt x="5600" y="4620"/>
                      <a:pt x="5634" y="4620"/>
                      <a:pt x="5670" y="4620"/>
                    </a:cubicBezTo>
                    <a:cubicBezTo>
                      <a:pt x="5670" y="4655"/>
                      <a:pt x="5670" y="4689"/>
                      <a:pt x="5670" y="4725"/>
                    </a:cubicBezTo>
                    <a:cubicBezTo>
                      <a:pt x="5705" y="4725"/>
                      <a:pt x="5739" y="4725"/>
                      <a:pt x="5775" y="4725"/>
                    </a:cubicBezTo>
                    <a:cubicBezTo>
                      <a:pt x="5775" y="4760"/>
                      <a:pt x="5775" y="4794"/>
                      <a:pt x="5775" y="4830"/>
                    </a:cubicBezTo>
                    <a:cubicBezTo>
                      <a:pt x="5810" y="4830"/>
                      <a:pt x="5844" y="4830"/>
                      <a:pt x="5880" y="4830"/>
                    </a:cubicBezTo>
                    <a:cubicBezTo>
                      <a:pt x="5880" y="4865"/>
                      <a:pt x="5880" y="4899"/>
                      <a:pt x="5880" y="4935"/>
                    </a:cubicBezTo>
                    <a:cubicBezTo>
                      <a:pt x="5915" y="4935"/>
                      <a:pt x="5949" y="4935"/>
                      <a:pt x="5985" y="4935"/>
                    </a:cubicBezTo>
                    <a:cubicBezTo>
                      <a:pt x="5985" y="4970"/>
                      <a:pt x="5985" y="5004"/>
                      <a:pt x="5985" y="5040"/>
                    </a:cubicBezTo>
                    <a:cubicBezTo>
                      <a:pt x="6020" y="5040"/>
                      <a:pt x="6054" y="5040"/>
                      <a:pt x="6090" y="5040"/>
                    </a:cubicBezTo>
                    <a:cubicBezTo>
                      <a:pt x="6090" y="5075"/>
                      <a:pt x="6090" y="5109"/>
                      <a:pt x="6090" y="5145"/>
                    </a:cubicBezTo>
                    <a:cubicBezTo>
                      <a:pt x="6125" y="5145"/>
                      <a:pt x="6159" y="5145"/>
                      <a:pt x="6195" y="5145"/>
                    </a:cubicBezTo>
                    <a:cubicBezTo>
                      <a:pt x="6195" y="5180"/>
                      <a:pt x="6195" y="5214"/>
                      <a:pt x="6195" y="5250"/>
                    </a:cubicBezTo>
                    <a:cubicBezTo>
                      <a:pt x="6230" y="5250"/>
                      <a:pt x="6264" y="5250"/>
                      <a:pt x="6300" y="5250"/>
                    </a:cubicBezTo>
                    <a:cubicBezTo>
                      <a:pt x="6300" y="5285"/>
                      <a:pt x="6300" y="5319"/>
                      <a:pt x="6300" y="5355"/>
                    </a:cubicBezTo>
                    <a:cubicBezTo>
                      <a:pt x="6335" y="5355"/>
                      <a:pt x="6369" y="5355"/>
                      <a:pt x="6405" y="5355"/>
                    </a:cubicBezTo>
                    <a:cubicBezTo>
                      <a:pt x="6405" y="5390"/>
                      <a:pt x="6405" y="5424"/>
                      <a:pt x="6405" y="5460"/>
                    </a:cubicBezTo>
                    <a:cubicBezTo>
                      <a:pt x="6440" y="5460"/>
                      <a:pt x="6474" y="5460"/>
                      <a:pt x="6510" y="5460"/>
                    </a:cubicBezTo>
                    <a:cubicBezTo>
                      <a:pt x="6510" y="5495"/>
                      <a:pt x="6510" y="5529"/>
                      <a:pt x="6510" y="5565"/>
                    </a:cubicBezTo>
                    <a:cubicBezTo>
                      <a:pt x="6545" y="5565"/>
                      <a:pt x="6579" y="5565"/>
                      <a:pt x="6615" y="5565"/>
                    </a:cubicBezTo>
                    <a:cubicBezTo>
                      <a:pt x="6615" y="5600"/>
                      <a:pt x="6615" y="5634"/>
                      <a:pt x="6615" y="5670"/>
                    </a:cubicBezTo>
                    <a:cubicBezTo>
                      <a:pt x="6650" y="5670"/>
                      <a:pt x="6684" y="5670"/>
                      <a:pt x="6720" y="5670"/>
                    </a:cubicBezTo>
                    <a:cubicBezTo>
                      <a:pt x="6720" y="5774"/>
                      <a:pt x="6720" y="5878"/>
                      <a:pt x="6720" y="5985"/>
                    </a:cubicBezTo>
                    <a:cubicBezTo>
                      <a:pt x="6685" y="5985"/>
                      <a:pt x="6651" y="5985"/>
                      <a:pt x="6615" y="5985"/>
                    </a:cubicBezTo>
                    <a:cubicBezTo>
                      <a:pt x="6615" y="6020"/>
                      <a:pt x="6615" y="6054"/>
                      <a:pt x="6615" y="6090"/>
                    </a:cubicBezTo>
                    <a:cubicBezTo>
                      <a:pt x="6580" y="6090"/>
                      <a:pt x="6546" y="6090"/>
                      <a:pt x="6510" y="6090"/>
                    </a:cubicBezTo>
                    <a:cubicBezTo>
                      <a:pt x="6510" y="6125"/>
                      <a:pt x="6510" y="6159"/>
                      <a:pt x="6510" y="6195"/>
                    </a:cubicBezTo>
                    <a:cubicBezTo>
                      <a:pt x="6475" y="6195"/>
                      <a:pt x="6441" y="6195"/>
                      <a:pt x="6405" y="6195"/>
                    </a:cubicBezTo>
                    <a:cubicBezTo>
                      <a:pt x="6405" y="6230"/>
                      <a:pt x="6405" y="6264"/>
                      <a:pt x="6405" y="6300"/>
                    </a:cubicBezTo>
                    <a:cubicBezTo>
                      <a:pt x="6370" y="6300"/>
                      <a:pt x="6336" y="6300"/>
                      <a:pt x="6300" y="6300"/>
                    </a:cubicBezTo>
                    <a:cubicBezTo>
                      <a:pt x="6300" y="6335"/>
                      <a:pt x="6300" y="6369"/>
                      <a:pt x="6300" y="6405"/>
                    </a:cubicBezTo>
                    <a:cubicBezTo>
                      <a:pt x="6265" y="6405"/>
                      <a:pt x="6231" y="6405"/>
                      <a:pt x="6195" y="6405"/>
                    </a:cubicBezTo>
                    <a:cubicBezTo>
                      <a:pt x="6195" y="6440"/>
                      <a:pt x="6195" y="6474"/>
                      <a:pt x="6195" y="6510"/>
                    </a:cubicBezTo>
                    <a:cubicBezTo>
                      <a:pt x="6160" y="6510"/>
                      <a:pt x="6126" y="6510"/>
                      <a:pt x="6090" y="6510"/>
                    </a:cubicBezTo>
                    <a:cubicBezTo>
                      <a:pt x="6090" y="6545"/>
                      <a:pt x="6090" y="6579"/>
                      <a:pt x="6090" y="6615"/>
                    </a:cubicBezTo>
                    <a:cubicBezTo>
                      <a:pt x="6055" y="6615"/>
                      <a:pt x="6021" y="6615"/>
                      <a:pt x="5985" y="6615"/>
                    </a:cubicBezTo>
                    <a:cubicBezTo>
                      <a:pt x="5985" y="6650"/>
                      <a:pt x="5985" y="6684"/>
                      <a:pt x="5985" y="6720"/>
                    </a:cubicBezTo>
                    <a:cubicBezTo>
                      <a:pt x="5950" y="6720"/>
                      <a:pt x="5916" y="6720"/>
                      <a:pt x="5880" y="6720"/>
                    </a:cubicBezTo>
                    <a:cubicBezTo>
                      <a:pt x="5880" y="6755"/>
                      <a:pt x="5880" y="6789"/>
                      <a:pt x="5880" y="6825"/>
                    </a:cubicBezTo>
                    <a:cubicBezTo>
                      <a:pt x="5845" y="6825"/>
                      <a:pt x="5811" y="6825"/>
                      <a:pt x="5775" y="6825"/>
                    </a:cubicBezTo>
                    <a:cubicBezTo>
                      <a:pt x="5775" y="6860"/>
                      <a:pt x="5775" y="6894"/>
                      <a:pt x="5775" y="6930"/>
                    </a:cubicBezTo>
                    <a:cubicBezTo>
                      <a:pt x="5740" y="6930"/>
                      <a:pt x="5706" y="6930"/>
                      <a:pt x="5670" y="6930"/>
                    </a:cubicBezTo>
                    <a:cubicBezTo>
                      <a:pt x="5670" y="6965"/>
                      <a:pt x="5670" y="6999"/>
                      <a:pt x="5670" y="7035"/>
                    </a:cubicBezTo>
                    <a:cubicBezTo>
                      <a:pt x="5635" y="7035"/>
                      <a:pt x="5601" y="7035"/>
                      <a:pt x="5565" y="7035"/>
                    </a:cubicBezTo>
                    <a:cubicBezTo>
                      <a:pt x="5565" y="7070"/>
                      <a:pt x="5565" y="7104"/>
                      <a:pt x="5565" y="7140"/>
                    </a:cubicBezTo>
                    <a:cubicBezTo>
                      <a:pt x="5530" y="7140"/>
                      <a:pt x="5496" y="7140"/>
                      <a:pt x="5460" y="7140"/>
                    </a:cubicBezTo>
                    <a:cubicBezTo>
                      <a:pt x="5460" y="7175"/>
                      <a:pt x="5460" y="7209"/>
                      <a:pt x="5460" y="7245"/>
                    </a:cubicBezTo>
                    <a:cubicBezTo>
                      <a:pt x="5425" y="7245"/>
                      <a:pt x="5391" y="7245"/>
                      <a:pt x="5355" y="7245"/>
                    </a:cubicBezTo>
                    <a:cubicBezTo>
                      <a:pt x="5355" y="7280"/>
                      <a:pt x="5355" y="7314"/>
                      <a:pt x="5355" y="7350"/>
                    </a:cubicBezTo>
                    <a:cubicBezTo>
                      <a:pt x="5320" y="7350"/>
                      <a:pt x="5286" y="7350"/>
                      <a:pt x="5250" y="7350"/>
                    </a:cubicBezTo>
                    <a:cubicBezTo>
                      <a:pt x="5250" y="7385"/>
                      <a:pt x="5250" y="7419"/>
                      <a:pt x="5250" y="7455"/>
                    </a:cubicBezTo>
                    <a:cubicBezTo>
                      <a:pt x="5215" y="7455"/>
                      <a:pt x="5181" y="7455"/>
                      <a:pt x="5145" y="7455"/>
                    </a:cubicBezTo>
                    <a:cubicBezTo>
                      <a:pt x="5145" y="7490"/>
                      <a:pt x="5145" y="7524"/>
                      <a:pt x="5145" y="7560"/>
                    </a:cubicBezTo>
                    <a:cubicBezTo>
                      <a:pt x="5110" y="7560"/>
                      <a:pt x="5076" y="7560"/>
                      <a:pt x="5040" y="7560"/>
                    </a:cubicBezTo>
                    <a:cubicBezTo>
                      <a:pt x="5040" y="7595"/>
                      <a:pt x="5040" y="7629"/>
                      <a:pt x="5040" y="7665"/>
                    </a:cubicBezTo>
                    <a:cubicBezTo>
                      <a:pt x="5005" y="7665"/>
                      <a:pt x="4971" y="7665"/>
                      <a:pt x="4935" y="7665"/>
                    </a:cubicBezTo>
                    <a:cubicBezTo>
                      <a:pt x="4935" y="7700"/>
                      <a:pt x="4935" y="7734"/>
                      <a:pt x="4935" y="7770"/>
                    </a:cubicBezTo>
                    <a:cubicBezTo>
                      <a:pt x="4900" y="7770"/>
                      <a:pt x="4866" y="7770"/>
                      <a:pt x="4830" y="7770"/>
                    </a:cubicBezTo>
                    <a:cubicBezTo>
                      <a:pt x="4830" y="7805"/>
                      <a:pt x="4830" y="7839"/>
                      <a:pt x="4830" y="7875"/>
                    </a:cubicBezTo>
                    <a:cubicBezTo>
                      <a:pt x="4795" y="7875"/>
                      <a:pt x="4761" y="7875"/>
                      <a:pt x="4725" y="7875"/>
                    </a:cubicBezTo>
                    <a:cubicBezTo>
                      <a:pt x="4725" y="7910"/>
                      <a:pt x="4725" y="7944"/>
                      <a:pt x="4725" y="7980"/>
                    </a:cubicBezTo>
                    <a:cubicBezTo>
                      <a:pt x="4690" y="7980"/>
                      <a:pt x="4656" y="7980"/>
                      <a:pt x="4620" y="7980"/>
                    </a:cubicBezTo>
                    <a:cubicBezTo>
                      <a:pt x="4620" y="8015"/>
                      <a:pt x="4620" y="8049"/>
                      <a:pt x="4620" y="8085"/>
                    </a:cubicBezTo>
                    <a:cubicBezTo>
                      <a:pt x="4585" y="8085"/>
                      <a:pt x="4551" y="8085"/>
                      <a:pt x="4515" y="8085"/>
                    </a:cubicBezTo>
                    <a:cubicBezTo>
                      <a:pt x="4515" y="8120"/>
                      <a:pt x="4515" y="8154"/>
                      <a:pt x="4515" y="8190"/>
                    </a:cubicBezTo>
                    <a:cubicBezTo>
                      <a:pt x="4480" y="8190"/>
                      <a:pt x="4446" y="8190"/>
                      <a:pt x="4410" y="8190"/>
                    </a:cubicBezTo>
                    <a:cubicBezTo>
                      <a:pt x="4410" y="8225"/>
                      <a:pt x="4410" y="8259"/>
                      <a:pt x="4410" y="8295"/>
                    </a:cubicBezTo>
                    <a:cubicBezTo>
                      <a:pt x="4375" y="8295"/>
                      <a:pt x="4341" y="8295"/>
                      <a:pt x="4305" y="8295"/>
                    </a:cubicBezTo>
                    <a:cubicBezTo>
                      <a:pt x="4305" y="8330"/>
                      <a:pt x="4305" y="8364"/>
                      <a:pt x="4305" y="8400"/>
                    </a:cubicBezTo>
                    <a:cubicBezTo>
                      <a:pt x="4270" y="8400"/>
                      <a:pt x="4236" y="8400"/>
                      <a:pt x="4200" y="8400"/>
                    </a:cubicBezTo>
                    <a:cubicBezTo>
                      <a:pt x="4200" y="8435"/>
                      <a:pt x="4200" y="8469"/>
                      <a:pt x="4200" y="8505"/>
                    </a:cubicBezTo>
                    <a:cubicBezTo>
                      <a:pt x="4165" y="8505"/>
                      <a:pt x="4131" y="8505"/>
                      <a:pt x="4095" y="8505"/>
                    </a:cubicBezTo>
                    <a:cubicBezTo>
                      <a:pt x="4095" y="8540"/>
                      <a:pt x="4095" y="8574"/>
                      <a:pt x="4095" y="8610"/>
                    </a:cubicBezTo>
                    <a:cubicBezTo>
                      <a:pt x="4060" y="8610"/>
                      <a:pt x="4026" y="8610"/>
                      <a:pt x="3990" y="8610"/>
                    </a:cubicBezTo>
                    <a:cubicBezTo>
                      <a:pt x="3990" y="8645"/>
                      <a:pt x="3990" y="8679"/>
                      <a:pt x="3990" y="8715"/>
                    </a:cubicBezTo>
                    <a:cubicBezTo>
                      <a:pt x="3955" y="8715"/>
                      <a:pt x="3921" y="8715"/>
                      <a:pt x="3885" y="8715"/>
                    </a:cubicBezTo>
                    <a:cubicBezTo>
                      <a:pt x="3885" y="8750"/>
                      <a:pt x="3885" y="8784"/>
                      <a:pt x="3885" y="8820"/>
                    </a:cubicBezTo>
                    <a:cubicBezTo>
                      <a:pt x="3850" y="8820"/>
                      <a:pt x="3816" y="8820"/>
                      <a:pt x="3780" y="8820"/>
                    </a:cubicBezTo>
                    <a:cubicBezTo>
                      <a:pt x="3780" y="8855"/>
                      <a:pt x="3780" y="8889"/>
                      <a:pt x="3780" y="8925"/>
                    </a:cubicBezTo>
                    <a:cubicBezTo>
                      <a:pt x="3745" y="8925"/>
                      <a:pt x="3711" y="8925"/>
                      <a:pt x="3675" y="8925"/>
                    </a:cubicBezTo>
                    <a:cubicBezTo>
                      <a:pt x="3675" y="8960"/>
                      <a:pt x="3675" y="8994"/>
                      <a:pt x="3675" y="9030"/>
                    </a:cubicBezTo>
                    <a:cubicBezTo>
                      <a:pt x="3640" y="9030"/>
                      <a:pt x="3606" y="9030"/>
                      <a:pt x="3570" y="9030"/>
                    </a:cubicBezTo>
                    <a:cubicBezTo>
                      <a:pt x="3570" y="9065"/>
                      <a:pt x="3570" y="9099"/>
                      <a:pt x="3570" y="9135"/>
                    </a:cubicBezTo>
                    <a:cubicBezTo>
                      <a:pt x="3535" y="9135"/>
                      <a:pt x="3501" y="9135"/>
                      <a:pt x="3465" y="9135"/>
                    </a:cubicBezTo>
                    <a:cubicBezTo>
                      <a:pt x="3465" y="9170"/>
                      <a:pt x="3465" y="9204"/>
                      <a:pt x="3465" y="9240"/>
                    </a:cubicBezTo>
                    <a:cubicBezTo>
                      <a:pt x="3430" y="9240"/>
                      <a:pt x="3396" y="9240"/>
                      <a:pt x="3360" y="9240"/>
                    </a:cubicBezTo>
                    <a:cubicBezTo>
                      <a:pt x="3360" y="9275"/>
                      <a:pt x="3360" y="9309"/>
                      <a:pt x="3360" y="9345"/>
                    </a:cubicBezTo>
                    <a:cubicBezTo>
                      <a:pt x="3325" y="9345"/>
                      <a:pt x="3291" y="9345"/>
                      <a:pt x="3255" y="9345"/>
                    </a:cubicBezTo>
                    <a:cubicBezTo>
                      <a:pt x="3255" y="9380"/>
                      <a:pt x="3255" y="9414"/>
                      <a:pt x="3255" y="9450"/>
                    </a:cubicBezTo>
                    <a:cubicBezTo>
                      <a:pt x="3220" y="9450"/>
                      <a:pt x="3186" y="9450"/>
                      <a:pt x="3150" y="9450"/>
                    </a:cubicBezTo>
                    <a:cubicBezTo>
                      <a:pt x="3150" y="9485"/>
                      <a:pt x="3150" y="9519"/>
                      <a:pt x="3150" y="9555"/>
                    </a:cubicBezTo>
                    <a:cubicBezTo>
                      <a:pt x="3115" y="9555"/>
                      <a:pt x="3081" y="9555"/>
                      <a:pt x="3045" y="9555"/>
                    </a:cubicBezTo>
                    <a:cubicBezTo>
                      <a:pt x="3045" y="9590"/>
                      <a:pt x="3045" y="9624"/>
                      <a:pt x="3045" y="9660"/>
                    </a:cubicBezTo>
                    <a:cubicBezTo>
                      <a:pt x="3010" y="9660"/>
                      <a:pt x="2976" y="9660"/>
                      <a:pt x="2940" y="9660"/>
                    </a:cubicBezTo>
                    <a:cubicBezTo>
                      <a:pt x="2940" y="9695"/>
                      <a:pt x="2940" y="9729"/>
                      <a:pt x="2940" y="9765"/>
                    </a:cubicBezTo>
                    <a:cubicBezTo>
                      <a:pt x="2905" y="9765"/>
                      <a:pt x="2871" y="9765"/>
                      <a:pt x="2835" y="9765"/>
                    </a:cubicBezTo>
                    <a:cubicBezTo>
                      <a:pt x="2835" y="9800"/>
                      <a:pt x="2835" y="9834"/>
                      <a:pt x="2835" y="9870"/>
                    </a:cubicBezTo>
                    <a:cubicBezTo>
                      <a:pt x="2800" y="9870"/>
                      <a:pt x="2766" y="9870"/>
                      <a:pt x="2730" y="9870"/>
                    </a:cubicBezTo>
                    <a:cubicBezTo>
                      <a:pt x="2730" y="9905"/>
                      <a:pt x="2730" y="9939"/>
                      <a:pt x="2730" y="9975"/>
                    </a:cubicBezTo>
                    <a:cubicBezTo>
                      <a:pt x="2695" y="9975"/>
                      <a:pt x="2661" y="9975"/>
                      <a:pt x="2625" y="9975"/>
                    </a:cubicBezTo>
                    <a:cubicBezTo>
                      <a:pt x="2625" y="10010"/>
                      <a:pt x="2625" y="10044"/>
                      <a:pt x="2625" y="10080"/>
                    </a:cubicBezTo>
                    <a:cubicBezTo>
                      <a:pt x="2590" y="10080"/>
                      <a:pt x="2556" y="10080"/>
                      <a:pt x="2520" y="10080"/>
                    </a:cubicBezTo>
                    <a:cubicBezTo>
                      <a:pt x="2520" y="10115"/>
                      <a:pt x="2520" y="10149"/>
                      <a:pt x="2520" y="10185"/>
                    </a:cubicBezTo>
                    <a:cubicBezTo>
                      <a:pt x="2485" y="10185"/>
                      <a:pt x="2451" y="10185"/>
                      <a:pt x="2415" y="10185"/>
                    </a:cubicBezTo>
                    <a:cubicBezTo>
                      <a:pt x="2415" y="10220"/>
                      <a:pt x="2415" y="10254"/>
                      <a:pt x="2415" y="10290"/>
                    </a:cubicBezTo>
                    <a:cubicBezTo>
                      <a:pt x="2380" y="10290"/>
                      <a:pt x="2346" y="10290"/>
                      <a:pt x="2310" y="10290"/>
                    </a:cubicBezTo>
                    <a:cubicBezTo>
                      <a:pt x="2310" y="10325"/>
                      <a:pt x="2310" y="10359"/>
                      <a:pt x="2310" y="10395"/>
                    </a:cubicBezTo>
                    <a:cubicBezTo>
                      <a:pt x="2275" y="10395"/>
                      <a:pt x="2241" y="10395"/>
                      <a:pt x="2205" y="10395"/>
                    </a:cubicBezTo>
                    <a:cubicBezTo>
                      <a:pt x="2205" y="10430"/>
                      <a:pt x="2205" y="10464"/>
                      <a:pt x="2205" y="10500"/>
                    </a:cubicBezTo>
                    <a:cubicBezTo>
                      <a:pt x="2170" y="10500"/>
                      <a:pt x="2136" y="10500"/>
                      <a:pt x="2100" y="10500"/>
                    </a:cubicBezTo>
                    <a:cubicBezTo>
                      <a:pt x="2100" y="10535"/>
                      <a:pt x="2100" y="10569"/>
                      <a:pt x="2100" y="10605"/>
                    </a:cubicBezTo>
                    <a:cubicBezTo>
                      <a:pt x="2065" y="10605"/>
                      <a:pt x="2031" y="10605"/>
                      <a:pt x="1995" y="10605"/>
                    </a:cubicBezTo>
                    <a:cubicBezTo>
                      <a:pt x="1995" y="10640"/>
                      <a:pt x="1995" y="10674"/>
                      <a:pt x="1995" y="10710"/>
                    </a:cubicBezTo>
                    <a:cubicBezTo>
                      <a:pt x="1960" y="10710"/>
                      <a:pt x="1926" y="10710"/>
                      <a:pt x="1890" y="10710"/>
                    </a:cubicBezTo>
                    <a:cubicBezTo>
                      <a:pt x="1890" y="10745"/>
                      <a:pt x="1890" y="10779"/>
                      <a:pt x="1890" y="10815"/>
                    </a:cubicBezTo>
                    <a:cubicBezTo>
                      <a:pt x="1855" y="10815"/>
                      <a:pt x="1821" y="10815"/>
                      <a:pt x="1785" y="10815"/>
                    </a:cubicBezTo>
                    <a:cubicBezTo>
                      <a:pt x="1785" y="10850"/>
                      <a:pt x="1785" y="10884"/>
                      <a:pt x="1785" y="10920"/>
                    </a:cubicBezTo>
                    <a:cubicBezTo>
                      <a:pt x="1750" y="10920"/>
                      <a:pt x="1716" y="10920"/>
                      <a:pt x="1680" y="10920"/>
                    </a:cubicBezTo>
                    <a:cubicBezTo>
                      <a:pt x="1680" y="10955"/>
                      <a:pt x="1680" y="10989"/>
                      <a:pt x="1680" y="11025"/>
                    </a:cubicBezTo>
                    <a:cubicBezTo>
                      <a:pt x="1645" y="11025"/>
                      <a:pt x="1611" y="11025"/>
                      <a:pt x="1575" y="11025"/>
                    </a:cubicBezTo>
                    <a:cubicBezTo>
                      <a:pt x="1575" y="11060"/>
                      <a:pt x="1575" y="11094"/>
                      <a:pt x="1575" y="11130"/>
                    </a:cubicBezTo>
                    <a:cubicBezTo>
                      <a:pt x="1540" y="11130"/>
                      <a:pt x="1506" y="11130"/>
                      <a:pt x="1470" y="11130"/>
                    </a:cubicBezTo>
                    <a:cubicBezTo>
                      <a:pt x="1470" y="11165"/>
                      <a:pt x="1470" y="11199"/>
                      <a:pt x="1470" y="11235"/>
                    </a:cubicBezTo>
                    <a:cubicBezTo>
                      <a:pt x="1435" y="11235"/>
                      <a:pt x="1401" y="11235"/>
                      <a:pt x="1365" y="11235"/>
                    </a:cubicBezTo>
                    <a:cubicBezTo>
                      <a:pt x="1365" y="11270"/>
                      <a:pt x="1365" y="11304"/>
                      <a:pt x="1365" y="11340"/>
                    </a:cubicBezTo>
                    <a:cubicBezTo>
                      <a:pt x="1330" y="11340"/>
                      <a:pt x="1296" y="11340"/>
                      <a:pt x="1260" y="11340"/>
                    </a:cubicBezTo>
                    <a:cubicBezTo>
                      <a:pt x="1260" y="11375"/>
                      <a:pt x="1260" y="11409"/>
                      <a:pt x="1260" y="11445"/>
                    </a:cubicBezTo>
                    <a:cubicBezTo>
                      <a:pt x="1225" y="11445"/>
                      <a:pt x="1191" y="11445"/>
                      <a:pt x="1155" y="11445"/>
                    </a:cubicBezTo>
                    <a:cubicBezTo>
                      <a:pt x="1155" y="11480"/>
                      <a:pt x="1155" y="11514"/>
                      <a:pt x="1155" y="11550"/>
                    </a:cubicBezTo>
                    <a:cubicBezTo>
                      <a:pt x="1086" y="11550"/>
                      <a:pt x="1016" y="11550"/>
                      <a:pt x="945" y="11550"/>
                    </a:cubicBezTo>
                    <a:cubicBezTo>
                      <a:pt x="945" y="11585"/>
                      <a:pt x="945" y="11619"/>
                      <a:pt x="945" y="11655"/>
                    </a:cubicBezTo>
                    <a:cubicBezTo>
                      <a:pt x="841" y="11655"/>
                      <a:pt x="737" y="11655"/>
                      <a:pt x="630" y="11655"/>
                    </a:cubicBezTo>
                    <a:cubicBezTo>
                      <a:pt x="630" y="11620"/>
                      <a:pt x="630" y="11586"/>
                      <a:pt x="630" y="11550"/>
                    </a:cubicBezTo>
                    <a:cubicBezTo>
                      <a:pt x="595" y="11550"/>
                      <a:pt x="561" y="11550"/>
                      <a:pt x="525" y="11550"/>
                    </a:cubicBezTo>
                    <a:cubicBezTo>
                      <a:pt x="525" y="11515"/>
                      <a:pt x="525" y="11481"/>
                      <a:pt x="525" y="11445"/>
                    </a:cubicBezTo>
                    <a:cubicBezTo>
                      <a:pt x="490" y="11445"/>
                      <a:pt x="456" y="11445"/>
                      <a:pt x="420" y="11445"/>
                    </a:cubicBezTo>
                    <a:cubicBezTo>
                      <a:pt x="420" y="11410"/>
                      <a:pt x="420" y="11376"/>
                      <a:pt x="420" y="11340"/>
                    </a:cubicBezTo>
                    <a:cubicBezTo>
                      <a:pt x="385" y="11340"/>
                      <a:pt x="351" y="11340"/>
                      <a:pt x="315" y="11340"/>
                    </a:cubicBezTo>
                    <a:cubicBezTo>
                      <a:pt x="315" y="11305"/>
                      <a:pt x="315" y="11271"/>
                      <a:pt x="315" y="11235"/>
                    </a:cubicBezTo>
                    <a:cubicBezTo>
                      <a:pt x="280" y="11235"/>
                      <a:pt x="246" y="11235"/>
                      <a:pt x="210" y="11235"/>
                    </a:cubicBezTo>
                    <a:cubicBezTo>
                      <a:pt x="210" y="11200"/>
                      <a:pt x="210" y="11166"/>
                      <a:pt x="210" y="11130"/>
                    </a:cubicBezTo>
                    <a:cubicBezTo>
                      <a:pt x="175" y="11130"/>
                      <a:pt x="141" y="11130"/>
                      <a:pt x="105" y="11130"/>
                    </a:cubicBezTo>
                    <a:cubicBezTo>
                      <a:pt x="105" y="11095"/>
                      <a:pt x="105" y="11061"/>
                      <a:pt x="105" y="11025"/>
                    </a:cubicBezTo>
                    <a:cubicBezTo>
                      <a:pt x="70" y="11025"/>
                      <a:pt x="36" y="11025"/>
                      <a:pt x="0" y="11025"/>
                    </a:cubicBezTo>
                    <a:cubicBezTo>
                      <a:pt x="0" y="10886"/>
                      <a:pt x="0" y="10748"/>
                      <a:pt x="0" y="10605"/>
                    </a:cubicBezTo>
                    <a:cubicBezTo>
                      <a:pt x="35" y="10605"/>
                      <a:pt x="69" y="10605"/>
                      <a:pt x="105" y="10605"/>
                    </a:cubicBezTo>
                    <a:cubicBezTo>
                      <a:pt x="105" y="10570"/>
                      <a:pt x="105" y="10536"/>
                      <a:pt x="105" y="10500"/>
                    </a:cubicBezTo>
                    <a:cubicBezTo>
                      <a:pt x="140" y="10500"/>
                      <a:pt x="174" y="10500"/>
                      <a:pt x="210" y="10500"/>
                    </a:cubicBezTo>
                    <a:cubicBezTo>
                      <a:pt x="210" y="10465"/>
                      <a:pt x="210" y="10431"/>
                      <a:pt x="210" y="10395"/>
                    </a:cubicBezTo>
                    <a:cubicBezTo>
                      <a:pt x="245" y="10395"/>
                      <a:pt x="279" y="10395"/>
                      <a:pt x="315" y="10395"/>
                    </a:cubicBezTo>
                    <a:cubicBezTo>
                      <a:pt x="315" y="10360"/>
                      <a:pt x="315" y="10326"/>
                      <a:pt x="315" y="10290"/>
                    </a:cubicBezTo>
                    <a:cubicBezTo>
                      <a:pt x="350" y="10290"/>
                      <a:pt x="384" y="10290"/>
                      <a:pt x="420" y="10290"/>
                    </a:cubicBezTo>
                    <a:cubicBezTo>
                      <a:pt x="420" y="10255"/>
                      <a:pt x="420" y="10221"/>
                      <a:pt x="420" y="10185"/>
                    </a:cubicBezTo>
                    <a:cubicBezTo>
                      <a:pt x="455" y="10185"/>
                      <a:pt x="489" y="10185"/>
                      <a:pt x="525" y="10185"/>
                    </a:cubicBezTo>
                    <a:cubicBezTo>
                      <a:pt x="525" y="10150"/>
                      <a:pt x="525" y="10116"/>
                      <a:pt x="525" y="10080"/>
                    </a:cubicBezTo>
                    <a:cubicBezTo>
                      <a:pt x="560" y="10080"/>
                      <a:pt x="594" y="10080"/>
                      <a:pt x="630" y="10080"/>
                    </a:cubicBezTo>
                    <a:cubicBezTo>
                      <a:pt x="630" y="10045"/>
                      <a:pt x="630" y="10011"/>
                      <a:pt x="630" y="9975"/>
                    </a:cubicBezTo>
                    <a:cubicBezTo>
                      <a:pt x="665" y="9975"/>
                      <a:pt x="699" y="9975"/>
                      <a:pt x="735" y="9975"/>
                    </a:cubicBezTo>
                    <a:cubicBezTo>
                      <a:pt x="735" y="9940"/>
                      <a:pt x="735" y="9906"/>
                      <a:pt x="735" y="9870"/>
                    </a:cubicBezTo>
                    <a:cubicBezTo>
                      <a:pt x="770" y="9870"/>
                      <a:pt x="804" y="9870"/>
                      <a:pt x="840" y="9870"/>
                    </a:cubicBezTo>
                    <a:cubicBezTo>
                      <a:pt x="840" y="9835"/>
                      <a:pt x="840" y="9801"/>
                      <a:pt x="840" y="9765"/>
                    </a:cubicBezTo>
                    <a:cubicBezTo>
                      <a:pt x="875" y="9765"/>
                      <a:pt x="909" y="9765"/>
                      <a:pt x="945" y="9765"/>
                    </a:cubicBezTo>
                    <a:cubicBezTo>
                      <a:pt x="945" y="9730"/>
                      <a:pt x="945" y="9696"/>
                      <a:pt x="945" y="9660"/>
                    </a:cubicBezTo>
                    <a:cubicBezTo>
                      <a:pt x="980" y="9660"/>
                      <a:pt x="1014" y="9660"/>
                      <a:pt x="1050" y="9660"/>
                    </a:cubicBezTo>
                    <a:cubicBezTo>
                      <a:pt x="1050" y="9625"/>
                      <a:pt x="1050" y="9591"/>
                      <a:pt x="1050" y="9555"/>
                    </a:cubicBezTo>
                    <a:cubicBezTo>
                      <a:pt x="1085" y="9555"/>
                      <a:pt x="1119" y="9555"/>
                      <a:pt x="1155" y="9555"/>
                    </a:cubicBezTo>
                    <a:cubicBezTo>
                      <a:pt x="1155" y="9520"/>
                      <a:pt x="1155" y="9486"/>
                      <a:pt x="1155" y="9450"/>
                    </a:cubicBezTo>
                    <a:cubicBezTo>
                      <a:pt x="1190" y="9450"/>
                      <a:pt x="1224" y="9450"/>
                      <a:pt x="1260" y="9450"/>
                    </a:cubicBezTo>
                    <a:cubicBezTo>
                      <a:pt x="1260" y="9415"/>
                      <a:pt x="1260" y="9381"/>
                      <a:pt x="1260" y="9345"/>
                    </a:cubicBezTo>
                    <a:cubicBezTo>
                      <a:pt x="1295" y="9345"/>
                      <a:pt x="1329" y="9345"/>
                      <a:pt x="1365" y="9345"/>
                    </a:cubicBezTo>
                    <a:cubicBezTo>
                      <a:pt x="1365" y="9310"/>
                      <a:pt x="1365" y="9276"/>
                      <a:pt x="1365" y="9240"/>
                    </a:cubicBezTo>
                    <a:cubicBezTo>
                      <a:pt x="1400" y="9240"/>
                      <a:pt x="1434" y="9240"/>
                      <a:pt x="1470" y="9240"/>
                    </a:cubicBezTo>
                    <a:cubicBezTo>
                      <a:pt x="1470" y="9205"/>
                      <a:pt x="1470" y="9171"/>
                      <a:pt x="1470" y="9135"/>
                    </a:cubicBezTo>
                    <a:cubicBezTo>
                      <a:pt x="1505" y="9135"/>
                      <a:pt x="1539" y="9135"/>
                      <a:pt x="1575" y="9135"/>
                    </a:cubicBezTo>
                    <a:cubicBezTo>
                      <a:pt x="1575" y="9100"/>
                      <a:pt x="1575" y="9066"/>
                      <a:pt x="1575" y="9030"/>
                    </a:cubicBezTo>
                    <a:cubicBezTo>
                      <a:pt x="1610" y="9030"/>
                      <a:pt x="1644" y="9030"/>
                      <a:pt x="1680" y="9030"/>
                    </a:cubicBezTo>
                    <a:cubicBezTo>
                      <a:pt x="1680" y="8995"/>
                      <a:pt x="1680" y="8961"/>
                      <a:pt x="1680" y="8925"/>
                    </a:cubicBezTo>
                    <a:cubicBezTo>
                      <a:pt x="1715" y="8925"/>
                      <a:pt x="1749" y="8925"/>
                      <a:pt x="1785" y="8925"/>
                    </a:cubicBezTo>
                    <a:cubicBezTo>
                      <a:pt x="1785" y="8890"/>
                      <a:pt x="1785" y="8856"/>
                      <a:pt x="1785" y="8820"/>
                    </a:cubicBezTo>
                    <a:cubicBezTo>
                      <a:pt x="1820" y="8820"/>
                      <a:pt x="1854" y="8820"/>
                      <a:pt x="1890" y="8820"/>
                    </a:cubicBezTo>
                    <a:cubicBezTo>
                      <a:pt x="1890" y="8785"/>
                      <a:pt x="1890" y="8751"/>
                      <a:pt x="1890" y="8715"/>
                    </a:cubicBezTo>
                    <a:cubicBezTo>
                      <a:pt x="1925" y="8715"/>
                      <a:pt x="1959" y="8715"/>
                      <a:pt x="1995" y="8715"/>
                    </a:cubicBezTo>
                    <a:cubicBezTo>
                      <a:pt x="1995" y="8680"/>
                      <a:pt x="1995" y="8646"/>
                      <a:pt x="1995" y="8610"/>
                    </a:cubicBezTo>
                    <a:cubicBezTo>
                      <a:pt x="2030" y="8610"/>
                      <a:pt x="2064" y="8610"/>
                      <a:pt x="2100" y="8610"/>
                    </a:cubicBezTo>
                    <a:cubicBezTo>
                      <a:pt x="2100" y="8575"/>
                      <a:pt x="2100" y="8541"/>
                      <a:pt x="2100" y="8505"/>
                    </a:cubicBezTo>
                    <a:cubicBezTo>
                      <a:pt x="2135" y="8505"/>
                      <a:pt x="2169" y="8505"/>
                      <a:pt x="2205" y="8505"/>
                    </a:cubicBezTo>
                    <a:cubicBezTo>
                      <a:pt x="2205" y="8470"/>
                      <a:pt x="2205" y="8436"/>
                      <a:pt x="2205" y="8400"/>
                    </a:cubicBezTo>
                    <a:cubicBezTo>
                      <a:pt x="2240" y="8400"/>
                      <a:pt x="2274" y="8400"/>
                      <a:pt x="2310" y="8400"/>
                    </a:cubicBezTo>
                    <a:cubicBezTo>
                      <a:pt x="2310" y="8365"/>
                      <a:pt x="2310" y="8331"/>
                      <a:pt x="2310" y="8295"/>
                    </a:cubicBezTo>
                    <a:cubicBezTo>
                      <a:pt x="2345" y="8295"/>
                      <a:pt x="2379" y="8295"/>
                      <a:pt x="2415" y="8295"/>
                    </a:cubicBezTo>
                    <a:cubicBezTo>
                      <a:pt x="2415" y="8260"/>
                      <a:pt x="2415" y="8226"/>
                      <a:pt x="2415" y="8190"/>
                    </a:cubicBezTo>
                    <a:cubicBezTo>
                      <a:pt x="2450" y="8190"/>
                      <a:pt x="2484" y="8190"/>
                      <a:pt x="2520" y="8190"/>
                    </a:cubicBezTo>
                    <a:cubicBezTo>
                      <a:pt x="2520" y="8155"/>
                      <a:pt x="2520" y="8121"/>
                      <a:pt x="2520" y="8085"/>
                    </a:cubicBezTo>
                    <a:cubicBezTo>
                      <a:pt x="2555" y="8085"/>
                      <a:pt x="2589" y="8085"/>
                      <a:pt x="2625" y="8085"/>
                    </a:cubicBezTo>
                    <a:cubicBezTo>
                      <a:pt x="2625" y="8050"/>
                      <a:pt x="2625" y="8016"/>
                      <a:pt x="2625" y="7980"/>
                    </a:cubicBezTo>
                    <a:cubicBezTo>
                      <a:pt x="2660" y="7980"/>
                      <a:pt x="2694" y="7980"/>
                      <a:pt x="2730" y="7980"/>
                    </a:cubicBezTo>
                    <a:cubicBezTo>
                      <a:pt x="2730" y="7945"/>
                      <a:pt x="2730" y="7911"/>
                      <a:pt x="2730" y="7875"/>
                    </a:cubicBezTo>
                    <a:cubicBezTo>
                      <a:pt x="2765" y="7875"/>
                      <a:pt x="2799" y="7875"/>
                      <a:pt x="2835" y="7875"/>
                    </a:cubicBezTo>
                    <a:cubicBezTo>
                      <a:pt x="2835" y="7840"/>
                      <a:pt x="2835" y="7806"/>
                      <a:pt x="2835" y="7770"/>
                    </a:cubicBezTo>
                    <a:cubicBezTo>
                      <a:pt x="2870" y="7770"/>
                      <a:pt x="2904" y="7770"/>
                      <a:pt x="2940" y="7770"/>
                    </a:cubicBezTo>
                    <a:cubicBezTo>
                      <a:pt x="2940" y="7735"/>
                      <a:pt x="2940" y="7701"/>
                      <a:pt x="2940" y="7665"/>
                    </a:cubicBezTo>
                    <a:cubicBezTo>
                      <a:pt x="2975" y="7665"/>
                      <a:pt x="3009" y="7665"/>
                      <a:pt x="3045" y="7665"/>
                    </a:cubicBezTo>
                    <a:cubicBezTo>
                      <a:pt x="3045" y="7630"/>
                      <a:pt x="3045" y="7596"/>
                      <a:pt x="3045" y="7560"/>
                    </a:cubicBezTo>
                    <a:cubicBezTo>
                      <a:pt x="3080" y="7560"/>
                      <a:pt x="3114" y="7560"/>
                      <a:pt x="3150" y="7560"/>
                    </a:cubicBezTo>
                    <a:cubicBezTo>
                      <a:pt x="3150" y="7525"/>
                      <a:pt x="3150" y="7491"/>
                      <a:pt x="3150" y="7455"/>
                    </a:cubicBezTo>
                    <a:cubicBezTo>
                      <a:pt x="3185" y="7455"/>
                      <a:pt x="3219" y="7455"/>
                      <a:pt x="3255" y="7455"/>
                    </a:cubicBezTo>
                    <a:cubicBezTo>
                      <a:pt x="3255" y="7420"/>
                      <a:pt x="3255" y="7386"/>
                      <a:pt x="3255" y="7350"/>
                    </a:cubicBezTo>
                    <a:cubicBezTo>
                      <a:pt x="3290" y="7350"/>
                      <a:pt x="3324" y="7350"/>
                      <a:pt x="3360" y="7350"/>
                    </a:cubicBezTo>
                    <a:cubicBezTo>
                      <a:pt x="3360" y="7315"/>
                      <a:pt x="3360" y="7281"/>
                      <a:pt x="3360" y="7245"/>
                    </a:cubicBezTo>
                    <a:cubicBezTo>
                      <a:pt x="3395" y="7245"/>
                      <a:pt x="3429" y="7245"/>
                      <a:pt x="3465" y="7245"/>
                    </a:cubicBezTo>
                    <a:cubicBezTo>
                      <a:pt x="3465" y="7210"/>
                      <a:pt x="3465" y="7176"/>
                      <a:pt x="3465" y="7140"/>
                    </a:cubicBezTo>
                    <a:cubicBezTo>
                      <a:pt x="3500" y="7140"/>
                      <a:pt x="3534" y="7140"/>
                      <a:pt x="3570" y="7140"/>
                    </a:cubicBezTo>
                    <a:cubicBezTo>
                      <a:pt x="3570" y="7105"/>
                      <a:pt x="3570" y="7071"/>
                      <a:pt x="3570" y="7035"/>
                    </a:cubicBezTo>
                    <a:cubicBezTo>
                      <a:pt x="3605" y="7035"/>
                      <a:pt x="3639" y="7035"/>
                      <a:pt x="3675" y="7035"/>
                    </a:cubicBezTo>
                    <a:cubicBezTo>
                      <a:pt x="3675" y="7000"/>
                      <a:pt x="3675" y="6966"/>
                      <a:pt x="3675" y="6930"/>
                    </a:cubicBezTo>
                    <a:cubicBezTo>
                      <a:pt x="3710" y="6930"/>
                      <a:pt x="3744" y="6930"/>
                      <a:pt x="3780" y="6930"/>
                    </a:cubicBezTo>
                    <a:cubicBezTo>
                      <a:pt x="3780" y="6895"/>
                      <a:pt x="3780" y="6861"/>
                      <a:pt x="3780" y="6825"/>
                    </a:cubicBezTo>
                    <a:cubicBezTo>
                      <a:pt x="3815" y="6825"/>
                      <a:pt x="3849" y="6825"/>
                      <a:pt x="3885" y="6825"/>
                    </a:cubicBezTo>
                    <a:cubicBezTo>
                      <a:pt x="3885" y="6790"/>
                      <a:pt x="3885" y="6756"/>
                      <a:pt x="3885" y="6720"/>
                    </a:cubicBezTo>
                    <a:cubicBezTo>
                      <a:pt x="3920" y="6720"/>
                      <a:pt x="3954" y="6720"/>
                      <a:pt x="3990" y="6720"/>
                    </a:cubicBezTo>
                    <a:cubicBezTo>
                      <a:pt x="3990" y="6685"/>
                      <a:pt x="3990" y="6651"/>
                      <a:pt x="3990" y="6615"/>
                    </a:cubicBezTo>
                    <a:cubicBezTo>
                      <a:pt x="4025" y="6615"/>
                      <a:pt x="4059" y="6615"/>
                      <a:pt x="4095" y="6615"/>
                    </a:cubicBezTo>
                    <a:cubicBezTo>
                      <a:pt x="4095" y="6580"/>
                      <a:pt x="4095" y="6546"/>
                      <a:pt x="4095" y="6510"/>
                    </a:cubicBezTo>
                    <a:cubicBezTo>
                      <a:pt x="4130" y="6510"/>
                      <a:pt x="4164" y="6510"/>
                      <a:pt x="4200" y="6510"/>
                    </a:cubicBezTo>
                    <a:cubicBezTo>
                      <a:pt x="4200" y="6475"/>
                      <a:pt x="4200" y="6441"/>
                      <a:pt x="4200" y="6405"/>
                    </a:cubicBezTo>
                    <a:cubicBezTo>
                      <a:pt x="4235" y="6405"/>
                      <a:pt x="4269" y="6405"/>
                      <a:pt x="4305" y="6405"/>
                    </a:cubicBezTo>
                    <a:cubicBezTo>
                      <a:pt x="4305" y="6370"/>
                      <a:pt x="4305" y="6336"/>
                      <a:pt x="4305" y="6300"/>
                    </a:cubicBezTo>
                    <a:cubicBezTo>
                      <a:pt x="4340" y="6300"/>
                      <a:pt x="4374" y="6300"/>
                      <a:pt x="4410" y="6300"/>
                    </a:cubicBezTo>
                    <a:cubicBezTo>
                      <a:pt x="4410" y="6265"/>
                      <a:pt x="4410" y="6231"/>
                      <a:pt x="4410" y="6195"/>
                    </a:cubicBezTo>
                    <a:cubicBezTo>
                      <a:pt x="4445" y="6195"/>
                      <a:pt x="4479" y="6195"/>
                      <a:pt x="4515" y="6195"/>
                    </a:cubicBezTo>
                    <a:cubicBezTo>
                      <a:pt x="4515" y="6160"/>
                      <a:pt x="4515" y="6126"/>
                      <a:pt x="4515" y="6090"/>
                    </a:cubicBezTo>
                    <a:cubicBezTo>
                      <a:pt x="4550" y="6090"/>
                      <a:pt x="4584" y="6090"/>
                      <a:pt x="4620" y="6090"/>
                    </a:cubicBezTo>
                    <a:cubicBezTo>
                      <a:pt x="4620" y="6055"/>
                      <a:pt x="4620" y="6021"/>
                      <a:pt x="4620" y="5985"/>
                    </a:cubicBezTo>
                    <a:cubicBezTo>
                      <a:pt x="4655" y="5985"/>
                      <a:pt x="4689" y="5985"/>
                      <a:pt x="4725" y="5985"/>
                    </a:cubicBezTo>
                    <a:cubicBezTo>
                      <a:pt x="4725" y="5846"/>
                      <a:pt x="4725" y="5708"/>
                      <a:pt x="4725" y="5565"/>
                    </a:cubicBezTo>
                    <a:cubicBezTo>
                      <a:pt x="4690" y="5565"/>
                      <a:pt x="4656" y="5565"/>
                      <a:pt x="4620" y="5565"/>
                    </a:cubicBezTo>
                    <a:cubicBezTo>
                      <a:pt x="4620" y="5530"/>
                      <a:pt x="4620" y="5496"/>
                      <a:pt x="4620" y="5460"/>
                    </a:cubicBezTo>
                    <a:cubicBezTo>
                      <a:pt x="4585" y="5460"/>
                      <a:pt x="4551" y="5460"/>
                      <a:pt x="4515" y="5460"/>
                    </a:cubicBezTo>
                    <a:cubicBezTo>
                      <a:pt x="4515" y="5425"/>
                      <a:pt x="4515" y="5391"/>
                      <a:pt x="4515" y="5355"/>
                    </a:cubicBezTo>
                    <a:cubicBezTo>
                      <a:pt x="4480" y="5355"/>
                      <a:pt x="4446" y="5355"/>
                      <a:pt x="4410" y="5355"/>
                    </a:cubicBezTo>
                    <a:cubicBezTo>
                      <a:pt x="4410" y="5320"/>
                      <a:pt x="4410" y="5286"/>
                      <a:pt x="4410" y="5250"/>
                    </a:cubicBezTo>
                    <a:cubicBezTo>
                      <a:pt x="4375" y="5250"/>
                      <a:pt x="4341" y="5250"/>
                      <a:pt x="4305" y="5250"/>
                    </a:cubicBezTo>
                    <a:cubicBezTo>
                      <a:pt x="4305" y="5215"/>
                      <a:pt x="4305" y="5181"/>
                      <a:pt x="4305" y="5145"/>
                    </a:cubicBezTo>
                    <a:cubicBezTo>
                      <a:pt x="4270" y="5145"/>
                      <a:pt x="4236" y="5145"/>
                      <a:pt x="4200" y="5145"/>
                    </a:cubicBezTo>
                    <a:cubicBezTo>
                      <a:pt x="4200" y="5110"/>
                      <a:pt x="4200" y="5076"/>
                      <a:pt x="4200" y="5040"/>
                    </a:cubicBezTo>
                    <a:cubicBezTo>
                      <a:pt x="4165" y="5040"/>
                      <a:pt x="4131" y="5040"/>
                      <a:pt x="4095" y="5040"/>
                    </a:cubicBezTo>
                    <a:cubicBezTo>
                      <a:pt x="4095" y="5005"/>
                      <a:pt x="4095" y="4971"/>
                      <a:pt x="4095" y="4935"/>
                    </a:cubicBezTo>
                    <a:cubicBezTo>
                      <a:pt x="4060" y="4935"/>
                      <a:pt x="4026" y="4935"/>
                      <a:pt x="3990" y="4935"/>
                    </a:cubicBezTo>
                    <a:cubicBezTo>
                      <a:pt x="3990" y="4900"/>
                      <a:pt x="3990" y="4866"/>
                      <a:pt x="3990" y="4830"/>
                    </a:cubicBezTo>
                    <a:cubicBezTo>
                      <a:pt x="3955" y="4830"/>
                      <a:pt x="3921" y="4830"/>
                      <a:pt x="3885" y="4830"/>
                    </a:cubicBezTo>
                    <a:cubicBezTo>
                      <a:pt x="3885" y="4795"/>
                      <a:pt x="3885" y="4761"/>
                      <a:pt x="3885" y="4725"/>
                    </a:cubicBezTo>
                    <a:cubicBezTo>
                      <a:pt x="3850" y="4725"/>
                      <a:pt x="3816" y="4725"/>
                      <a:pt x="3780" y="4725"/>
                    </a:cubicBezTo>
                    <a:cubicBezTo>
                      <a:pt x="3780" y="4690"/>
                      <a:pt x="3780" y="4656"/>
                      <a:pt x="3780" y="4620"/>
                    </a:cubicBezTo>
                    <a:cubicBezTo>
                      <a:pt x="3745" y="4620"/>
                      <a:pt x="3711" y="4620"/>
                      <a:pt x="3675" y="4620"/>
                    </a:cubicBezTo>
                    <a:cubicBezTo>
                      <a:pt x="3675" y="4585"/>
                      <a:pt x="3675" y="4551"/>
                      <a:pt x="3675" y="4515"/>
                    </a:cubicBezTo>
                    <a:cubicBezTo>
                      <a:pt x="3640" y="4515"/>
                      <a:pt x="3606" y="4515"/>
                      <a:pt x="3570" y="4515"/>
                    </a:cubicBezTo>
                    <a:cubicBezTo>
                      <a:pt x="3570" y="4480"/>
                      <a:pt x="3570" y="4446"/>
                      <a:pt x="3570" y="4410"/>
                    </a:cubicBezTo>
                    <a:cubicBezTo>
                      <a:pt x="3535" y="4410"/>
                      <a:pt x="3501" y="4410"/>
                      <a:pt x="3465" y="4410"/>
                    </a:cubicBezTo>
                    <a:cubicBezTo>
                      <a:pt x="3465" y="4375"/>
                      <a:pt x="3465" y="4341"/>
                      <a:pt x="3465" y="4305"/>
                    </a:cubicBezTo>
                    <a:cubicBezTo>
                      <a:pt x="3430" y="4305"/>
                      <a:pt x="3396" y="4305"/>
                      <a:pt x="3360" y="4305"/>
                    </a:cubicBezTo>
                    <a:cubicBezTo>
                      <a:pt x="3360" y="4270"/>
                      <a:pt x="3360" y="4236"/>
                      <a:pt x="3360" y="4200"/>
                    </a:cubicBezTo>
                    <a:cubicBezTo>
                      <a:pt x="3325" y="4200"/>
                      <a:pt x="3291" y="4200"/>
                      <a:pt x="3255" y="4200"/>
                    </a:cubicBezTo>
                    <a:cubicBezTo>
                      <a:pt x="3255" y="4165"/>
                      <a:pt x="3255" y="4131"/>
                      <a:pt x="3255" y="4095"/>
                    </a:cubicBezTo>
                    <a:cubicBezTo>
                      <a:pt x="3220" y="4095"/>
                      <a:pt x="3186" y="4095"/>
                      <a:pt x="3150" y="4095"/>
                    </a:cubicBezTo>
                    <a:cubicBezTo>
                      <a:pt x="3150" y="4060"/>
                      <a:pt x="3150" y="4026"/>
                      <a:pt x="3150" y="3990"/>
                    </a:cubicBezTo>
                    <a:cubicBezTo>
                      <a:pt x="3115" y="3990"/>
                      <a:pt x="3081" y="3990"/>
                      <a:pt x="3045" y="3990"/>
                    </a:cubicBezTo>
                    <a:cubicBezTo>
                      <a:pt x="3045" y="3955"/>
                      <a:pt x="3045" y="3921"/>
                      <a:pt x="3045" y="3885"/>
                    </a:cubicBezTo>
                    <a:cubicBezTo>
                      <a:pt x="3010" y="3885"/>
                      <a:pt x="2976" y="3885"/>
                      <a:pt x="2940" y="3885"/>
                    </a:cubicBezTo>
                    <a:cubicBezTo>
                      <a:pt x="2940" y="3850"/>
                      <a:pt x="2940" y="3816"/>
                      <a:pt x="2940" y="3780"/>
                    </a:cubicBezTo>
                    <a:cubicBezTo>
                      <a:pt x="2905" y="3780"/>
                      <a:pt x="2871" y="3780"/>
                      <a:pt x="2835" y="3780"/>
                    </a:cubicBezTo>
                    <a:cubicBezTo>
                      <a:pt x="2835" y="3745"/>
                      <a:pt x="2835" y="3711"/>
                      <a:pt x="2835" y="3675"/>
                    </a:cubicBezTo>
                    <a:cubicBezTo>
                      <a:pt x="2800" y="3675"/>
                      <a:pt x="2766" y="3675"/>
                      <a:pt x="2730" y="3675"/>
                    </a:cubicBezTo>
                    <a:cubicBezTo>
                      <a:pt x="2730" y="3640"/>
                      <a:pt x="2730" y="3606"/>
                      <a:pt x="2730" y="3570"/>
                    </a:cubicBezTo>
                    <a:cubicBezTo>
                      <a:pt x="2695" y="3570"/>
                      <a:pt x="2661" y="3570"/>
                      <a:pt x="2625" y="3570"/>
                    </a:cubicBezTo>
                    <a:cubicBezTo>
                      <a:pt x="2625" y="3535"/>
                      <a:pt x="2625" y="3501"/>
                      <a:pt x="2625" y="3465"/>
                    </a:cubicBezTo>
                    <a:cubicBezTo>
                      <a:pt x="2590" y="3465"/>
                      <a:pt x="2556" y="3465"/>
                      <a:pt x="2520" y="3465"/>
                    </a:cubicBezTo>
                    <a:cubicBezTo>
                      <a:pt x="2520" y="3430"/>
                      <a:pt x="2520" y="3396"/>
                      <a:pt x="2520" y="3360"/>
                    </a:cubicBezTo>
                    <a:cubicBezTo>
                      <a:pt x="2485" y="3360"/>
                      <a:pt x="2451" y="3360"/>
                      <a:pt x="2415" y="3360"/>
                    </a:cubicBezTo>
                    <a:cubicBezTo>
                      <a:pt x="2415" y="3325"/>
                      <a:pt x="2415" y="3291"/>
                      <a:pt x="2415" y="3255"/>
                    </a:cubicBezTo>
                    <a:cubicBezTo>
                      <a:pt x="2380" y="3255"/>
                      <a:pt x="2346" y="3255"/>
                      <a:pt x="2310" y="3255"/>
                    </a:cubicBezTo>
                    <a:cubicBezTo>
                      <a:pt x="2310" y="3220"/>
                      <a:pt x="2310" y="3186"/>
                      <a:pt x="2310" y="3150"/>
                    </a:cubicBezTo>
                    <a:cubicBezTo>
                      <a:pt x="2275" y="3150"/>
                      <a:pt x="2241" y="3150"/>
                      <a:pt x="2205" y="3150"/>
                    </a:cubicBezTo>
                    <a:cubicBezTo>
                      <a:pt x="2205" y="3115"/>
                      <a:pt x="2205" y="3081"/>
                      <a:pt x="2205" y="3045"/>
                    </a:cubicBezTo>
                    <a:cubicBezTo>
                      <a:pt x="2170" y="3045"/>
                      <a:pt x="2136" y="3045"/>
                      <a:pt x="2100" y="3045"/>
                    </a:cubicBezTo>
                    <a:cubicBezTo>
                      <a:pt x="2100" y="3010"/>
                      <a:pt x="2100" y="2976"/>
                      <a:pt x="2100" y="2940"/>
                    </a:cubicBezTo>
                    <a:cubicBezTo>
                      <a:pt x="2065" y="2940"/>
                      <a:pt x="2031" y="2940"/>
                      <a:pt x="1995" y="2940"/>
                    </a:cubicBezTo>
                    <a:cubicBezTo>
                      <a:pt x="1995" y="2905"/>
                      <a:pt x="1995" y="2871"/>
                      <a:pt x="1995" y="2835"/>
                    </a:cubicBezTo>
                    <a:cubicBezTo>
                      <a:pt x="1960" y="2835"/>
                      <a:pt x="1926" y="2835"/>
                      <a:pt x="1890" y="2835"/>
                    </a:cubicBezTo>
                    <a:cubicBezTo>
                      <a:pt x="1890" y="2800"/>
                      <a:pt x="1890" y="2766"/>
                      <a:pt x="1890" y="2730"/>
                    </a:cubicBezTo>
                    <a:cubicBezTo>
                      <a:pt x="1855" y="2730"/>
                      <a:pt x="1821" y="2730"/>
                      <a:pt x="1785" y="2730"/>
                    </a:cubicBezTo>
                    <a:cubicBezTo>
                      <a:pt x="1785" y="2695"/>
                      <a:pt x="1785" y="2661"/>
                      <a:pt x="1785" y="2625"/>
                    </a:cubicBezTo>
                    <a:cubicBezTo>
                      <a:pt x="1750" y="2625"/>
                      <a:pt x="1716" y="2625"/>
                      <a:pt x="1680" y="2625"/>
                    </a:cubicBezTo>
                    <a:cubicBezTo>
                      <a:pt x="1680" y="2590"/>
                      <a:pt x="1680" y="2556"/>
                      <a:pt x="1680" y="2520"/>
                    </a:cubicBezTo>
                    <a:cubicBezTo>
                      <a:pt x="1645" y="2520"/>
                      <a:pt x="1611" y="2520"/>
                      <a:pt x="1575" y="2520"/>
                    </a:cubicBezTo>
                    <a:cubicBezTo>
                      <a:pt x="1575" y="2485"/>
                      <a:pt x="1575" y="2451"/>
                      <a:pt x="1575" y="2415"/>
                    </a:cubicBezTo>
                    <a:cubicBezTo>
                      <a:pt x="1540" y="2415"/>
                      <a:pt x="1506" y="2415"/>
                      <a:pt x="1470" y="2415"/>
                    </a:cubicBezTo>
                    <a:cubicBezTo>
                      <a:pt x="1470" y="2380"/>
                      <a:pt x="1470" y="2346"/>
                      <a:pt x="1470" y="2310"/>
                    </a:cubicBezTo>
                    <a:cubicBezTo>
                      <a:pt x="1435" y="2310"/>
                      <a:pt x="1401" y="2310"/>
                      <a:pt x="1365" y="2310"/>
                    </a:cubicBezTo>
                    <a:cubicBezTo>
                      <a:pt x="1365" y="2275"/>
                      <a:pt x="1365" y="2241"/>
                      <a:pt x="1365" y="2205"/>
                    </a:cubicBezTo>
                    <a:cubicBezTo>
                      <a:pt x="1330" y="2205"/>
                      <a:pt x="1296" y="2205"/>
                      <a:pt x="1260" y="2205"/>
                    </a:cubicBezTo>
                    <a:cubicBezTo>
                      <a:pt x="1260" y="2170"/>
                      <a:pt x="1260" y="2136"/>
                      <a:pt x="1260" y="2100"/>
                    </a:cubicBezTo>
                    <a:cubicBezTo>
                      <a:pt x="1225" y="2100"/>
                      <a:pt x="1191" y="2100"/>
                      <a:pt x="1155" y="2100"/>
                    </a:cubicBezTo>
                    <a:cubicBezTo>
                      <a:pt x="1155" y="2065"/>
                      <a:pt x="1155" y="2031"/>
                      <a:pt x="1155" y="1995"/>
                    </a:cubicBezTo>
                    <a:cubicBezTo>
                      <a:pt x="1120" y="1995"/>
                      <a:pt x="1086" y="1995"/>
                      <a:pt x="1050" y="1995"/>
                    </a:cubicBezTo>
                    <a:cubicBezTo>
                      <a:pt x="1050" y="1960"/>
                      <a:pt x="1050" y="1926"/>
                      <a:pt x="1050" y="1890"/>
                    </a:cubicBezTo>
                    <a:cubicBezTo>
                      <a:pt x="1015" y="1890"/>
                      <a:pt x="981" y="1890"/>
                      <a:pt x="945" y="1890"/>
                    </a:cubicBezTo>
                    <a:cubicBezTo>
                      <a:pt x="945" y="1855"/>
                      <a:pt x="945" y="1821"/>
                      <a:pt x="945" y="1785"/>
                    </a:cubicBezTo>
                    <a:cubicBezTo>
                      <a:pt x="910" y="1785"/>
                      <a:pt x="876" y="1785"/>
                      <a:pt x="840" y="1785"/>
                    </a:cubicBezTo>
                    <a:cubicBezTo>
                      <a:pt x="840" y="1750"/>
                      <a:pt x="840" y="1716"/>
                      <a:pt x="840" y="1680"/>
                    </a:cubicBezTo>
                    <a:cubicBezTo>
                      <a:pt x="805" y="1680"/>
                      <a:pt x="771" y="1680"/>
                      <a:pt x="735" y="1680"/>
                    </a:cubicBezTo>
                    <a:cubicBezTo>
                      <a:pt x="735" y="1645"/>
                      <a:pt x="735" y="1611"/>
                      <a:pt x="735" y="1575"/>
                    </a:cubicBezTo>
                    <a:cubicBezTo>
                      <a:pt x="700" y="1575"/>
                      <a:pt x="666" y="1575"/>
                      <a:pt x="630" y="1575"/>
                    </a:cubicBezTo>
                    <a:cubicBezTo>
                      <a:pt x="630" y="1540"/>
                      <a:pt x="630" y="1506"/>
                      <a:pt x="630" y="1470"/>
                    </a:cubicBezTo>
                    <a:cubicBezTo>
                      <a:pt x="595" y="1470"/>
                      <a:pt x="561" y="1470"/>
                      <a:pt x="525" y="1470"/>
                    </a:cubicBezTo>
                    <a:cubicBezTo>
                      <a:pt x="525" y="1435"/>
                      <a:pt x="525" y="1401"/>
                      <a:pt x="525" y="1365"/>
                    </a:cubicBezTo>
                    <a:cubicBezTo>
                      <a:pt x="490" y="1365"/>
                      <a:pt x="456" y="1365"/>
                      <a:pt x="420" y="1365"/>
                    </a:cubicBezTo>
                    <a:cubicBezTo>
                      <a:pt x="420" y="1330"/>
                      <a:pt x="420" y="1296"/>
                      <a:pt x="420" y="1260"/>
                    </a:cubicBezTo>
                    <a:cubicBezTo>
                      <a:pt x="385" y="1260"/>
                      <a:pt x="351" y="1260"/>
                      <a:pt x="315" y="1260"/>
                    </a:cubicBezTo>
                    <a:cubicBezTo>
                      <a:pt x="315" y="1225"/>
                      <a:pt x="315" y="1191"/>
                      <a:pt x="315" y="1155"/>
                    </a:cubicBezTo>
                    <a:cubicBezTo>
                      <a:pt x="280" y="1155"/>
                      <a:pt x="246" y="1155"/>
                      <a:pt x="210" y="1155"/>
                    </a:cubicBezTo>
                    <a:cubicBezTo>
                      <a:pt x="210" y="1120"/>
                      <a:pt x="210" y="1086"/>
                      <a:pt x="210" y="1050"/>
                    </a:cubicBezTo>
                    <a:cubicBezTo>
                      <a:pt x="175" y="1050"/>
                      <a:pt x="141" y="1050"/>
                      <a:pt x="105" y="1050"/>
                    </a:cubicBezTo>
                    <a:cubicBezTo>
                      <a:pt x="105" y="1015"/>
                      <a:pt x="105" y="981"/>
                      <a:pt x="105" y="945"/>
                    </a:cubicBezTo>
                    <a:cubicBezTo>
                      <a:pt x="70" y="945"/>
                      <a:pt x="36" y="945"/>
                      <a:pt x="0" y="945"/>
                    </a:cubicBezTo>
                    <a:cubicBezTo>
                      <a:pt x="0" y="841"/>
                      <a:pt x="0" y="737"/>
                      <a:pt x="0" y="630"/>
                    </a:cubicBezTo>
                    <a:cubicBezTo>
                      <a:pt x="35" y="630"/>
                      <a:pt x="69" y="630"/>
                      <a:pt x="105" y="630"/>
                    </a:cubicBezTo>
                    <a:cubicBezTo>
                      <a:pt x="105" y="561"/>
                      <a:pt x="105" y="491"/>
                      <a:pt x="105" y="420"/>
                    </a:cubicBezTo>
                    <a:cubicBezTo>
                      <a:pt x="140" y="420"/>
                      <a:pt x="174" y="420"/>
                      <a:pt x="210" y="420"/>
                    </a:cubicBezTo>
                    <a:cubicBezTo>
                      <a:pt x="210" y="385"/>
                      <a:pt x="210" y="351"/>
                      <a:pt x="210" y="315"/>
                    </a:cubicBezTo>
                    <a:cubicBezTo>
                      <a:pt x="245" y="315"/>
                      <a:pt x="279" y="315"/>
                      <a:pt x="315" y="315"/>
                    </a:cubicBezTo>
                    <a:cubicBezTo>
                      <a:pt x="315" y="280"/>
                      <a:pt x="315" y="246"/>
                      <a:pt x="315" y="210"/>
                    </a:cubicBezTo>
                    <a:cubicBezTo>
                      <a:pt x="350" y="210"/>
                      <a:pt x="384" y="210"/>
                      <a:pt x="420" y="210"/>
                    </a:cubicBezTo>
                    <a:cubicBezTo>
                      <a:pt x="420" y="175"/>
                      <a:pt x="420" y="141"/>
                      <a:pt x="420" y="105"/>
                    </a:cubicBezTo>
                    <a:cubicBezTo>
                      <a:pt x="489" y="105"/>
                      <a:pt x="559" y="105"/>
                      <a:pt x="630" y="105"/>
                    </a:cubicBezTo>
                    <a:cubicBezTo>
                      <a:pt x="630" y="70"/>
                      <a:pt x="630" y="36"/>
                      <a:pt x="63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190" name="ICON_TOOL_CODE_path_004"/>
              <p:cNvSpPr/>
              <p:nvPr/>
            </p:nvSpPr>
            <p:spPr>
              <a:xfrm>
                <a:off x="5091746" y="4772038"/>
                <a:ext cx="101538" cy="163086"/>
              </a:xfrm>
              <a:custGeom>
                <a:avLst/>
                <a:gdLst/>
                <a:ahLst/>
                <a:cxnLst/>
                <a:rect l="0" t="0" r="r" b="b"/>
                <a:pathLst>
                  <a:path w="7995" h="12841" fill="norm" stroke="0">
                    <a:moveTo>
                      <a:pt x="6140" y="20"/>
                    </a:moveTo>
                    <a:cubicBezTo>
                      <a:pt x="6188" y="13"/>
                      <a:pt x="6235" y="10"/>
                      <a:pt x="6283" y="8"/>
                    </a:cubicBezTo>
                    <a:cubicBezTo>
                      <a:pt x="6301" y="7"/>
                      <a:pt x="6318" y="7"/>
                      <a:pt x="6337" y="6"/>
                    </a:cubicBezTo>
                    <a:cubicBezTo>
                      <a:pt x="6394" y="3"/>
                      <a:pt x="6451" y="2"/>
                      <a:pt x="6509" y="2"/>
                    </a:cubicBezTo>
                    <a:cubicBezTo>
                      <a:pt x="6528" y="2"/>
                      <a:pt x="6547" y="1"/>
                      <a:pt x="6567" y="1"/>
                    </a:cubicBezTo>
                    <a:cubicBezTo>
                      <a:pt x="6933" y="0"/>
                      <a:pt x="6933" y="0"/>
                      <a:pt x="7063" y="106"/>
                    </a:cubicBezTo>
                    <a:cubicBezTo>
                      <a:pt x="7132" y="181"/>
                      <a:pt x="7185" y="264"/>
                      <a:pt x="7234" y="353"/>
                    </a:cubicBezTo>
                    <a:cubicBezTo>
                      <a:pt x="7301" y="470"/>
                      <a:pt x="7404" y="582"/>
                      <a:pt x="7530" y="633"/>
                    </a:cubicBezTo>
                    <a:cubicBezTo>
                      <a:pt x="7580" y="646"/>
                      <a:pt x="7628" y="656"/>
                      <a:pt x="7680" y="661"/>
                    </a:cubicBezTo>
                    <a:cubicBezTo>
                      <a:pt x="7680" y="696"/>
                      <a:pt x="7680" y="731"/>
                      <a:pt x="7680" y="766"/>
                    </a:cubicBezTo>
                    <a:cubicBezTo>
                      <a:pt x="7715" y="766"/>
                      <a:pt x="7749" y="766"/>
                      <a:pt x="7785" y="766"/>
                    </a:cubicBezTo>
                    <a:cubicBezTo>
                      <a:pt x="7785" y="836"/>
                      <a:pt x="7785" y="905"/>
                      <a:pt x="7785" y="976"/>
                    </a:cubicBezTo>
                    <a:cubicBezTo>
                      <a:pt x="7820" y="976"/>
                      <a:pt x="7854" y="976"/>
                      <a:pt x="7890" y="976"/>
                    </a:cubicBezTo>
                    <a:cubicBezTo>
                      <a:pt x="7890" y="1046"/>
                      <a:pt x="7890" y="1115"/>
                      <a:pt x="7890" y="1186"/>
                    </a:cubicBezTo>
                    <a:cubicBezTo>
                      <a:pt x="7925" y="1186"/>
                      <a:pt x="7959" y="1186"/>
                      <a:pt x="7995" y="1186"/>
                    </a:cubicBezTo>
                    <a:cubicBezTo>
                      <a:pt x="7995" y="1290"/>
                      <a:pt x="7995" y="1394"/>
                      <a:pt x="7995" y="1501"/>
                    </a:cubicBezTo>
                    <a:cubicBezTo>
                      <a:pt x="7960" y="1501"/>
                      <a:pt x="7926" y="1501"/>
                      <a:pt x="7890" y="1501"/>
                    </a:cubicBezTo>
                    <a:cubicBezTo>
                      <a:pt x="7891" y="1526"/>
                      <a:pt x="7893" y="1551"/>
                      <a:pt x="7894" y="1576"/>
                    </a:cubicBezTo>
                    <a:cubicBezTo>
                      <a:pt x="7905" y="1899"/>
                      <a:pt x="7905" y="1899"/>
                      <a:pt x="7815" y="2004"/>
                    </a:cubicBezTo>
                    <a:cubicBezTo>
                      <a:pt x="7785" y="2026"/>
                      <a:pt x="7785" y="2026"/>
                      <a:pt x="7726" y="2036"/>
                    </a:cubicBezTo>
                    <a:cubicBezTo>
                      <a:pt x="7718" y="2035"/>
                      <a:pt x="7718" y="2035"/>
                      <a:pt x="7680" y="2026"/>
                    </a:cubicBezTo>
                    <a:cubicBezTo>
                      <a:pt x="7682" y="2042"/>
                      <a:pt x="7685" y="2057"/>
                      <a:pt x="7687" y="2073"/>
                    </a:cubicBezTo>
                    <a:cubicBezTo>
                      <a:pt x="7680" y="2131"/>
                      <a:pt x="7680" y="2131"/>
                      <a:pt x="7632" y="2178"/>
                    </a:cubicBezTo>
                    <a:cubicBezTo>
                      <a:pt x="7610" y="2195"/>
                      <a:pt x="7588" y="2211"/>
                      <a:pt x="7565" y="2227"/>
                    </a:cubicBezTo>
                    <a:cubicBezTo>
                      <a:pt x="7469" y="2295"/>
                      <a:pt x="7385" y="2372"/>
                      <a:pt x="7302" y="2456"/>
                    </a:cubicBezTo>
                    <a:cubicBezTo>
                      <a:pt x="7279" y="2479"/>
                      <a:pt x="7255" y="2503"/>
                      <a:pt x="7232" y="2527"/>
                    </a:cubicBezTo>
                    <a:cubicBezTo>
                      <a:pt x="7225" y="2533"/>
                      <a:pt x="7225" y="2533"/>
                      <a:pt x="7194" y="2565"/>
                    </a:cubicBezTo>
                    <a:cubicBezTo>
                      <a:pt x="7128" y="2631"/>
                      <a:pt x="7062" y="2698"/>
                      <a:pt x="6995" y="2764"/>
                    </a:cubicBezTo>
                    <a:cubicBezTo>
                      <a:pt x="6966" y="2793"/>
                      <a:pt x="6937" y="2822"/>
                      <a:pt x="6908" y="2851"/>
                    </a:cubicBezTo>
                    <a:cubicBezTo>
                      <a:pt x="3982" y="5777"/>
                      <a:pt x="3982" y="5777"/>
                      <a:pt x="3938" y="5821"/>
                    </a:cubicBezTo>
                    <a:cubicBezTo>
                      <a:pt x="3910" y="5849"/>
                      <a:pt x="3883" y="5877"/>
                      <a:pt x="3855" y="5904"/>
                    </a:cubicBezTo>
                    <a:cubicBezTo>
                      <a:pt x="3796" y="5963"/>
                      <a:pt x="3737" y="6022"/>
                      <a:pt x="3677" y="6080"/>
                    </a:cubicBezTo>
                    <a:cubicBezTo>
                      <a:pt x="3672" y="6085"/>
                      <a:pt x="3672" y="6085"/>
                      <a:pt x="3647" y="6110"/>
                    </a:cubicBezTo>
                    <a:cubicBezTo>
                      <a:pt x="3622" y="6134"/>
                      <a:pt x="3596" y="6159"/>
                      <a:pt x="3571" y="6183"/>
                    </a:cubicBezTo>
                    <a:cubicBezTo>
                      <a:pt x="3493" y="6272"/>
                      <a:pt x="3484" y="6353"/>
                      <a:pt x="3482" y="6466"/>
                    </a:cubicBezTo>
                    <a:cubicBezTo>
                      <a:pt x="3517" y="6808"/>
                      <a:pt x="3960" y="7100"/>
                      <a:pt x="4206" y="7304"/>
                    </a:cubicBezTo>
                    <a:cubicBezTo>
                      <a:pt x="4217" y="7314"/>
                      <a:pt x="4228" y="7323"/>
                      <a:pt x="4240" y="7332"/>
                    </a:cubicBezTo>
                    <a:cubicBezTo>
                      <a:pt x="4254" y="7343"/>
                      <a:pt x="4267" y="7354"/>
                      <a:pt x="4281" y="7365"/>
                    </a:cubicBezTo>
                    <a:cubicBezTo>
                      <a:pt x="4291" y="7373"/>
                      <a:pt x="4301" y="7381"/>
                      <a:pt x="4312" y="7389"/>
                    </a:cubicBezTo>
                    <a:cubicBezTo>
                      <a:pt x="4415" y="7473"/>
                      <a:pt x="4498" y="7568"/>
                      <a:pt x="4583" y="7669"/>
                    </a:cubicBezTo>
                    <a:cubicBezTo>
                      <a:pt x="4801" y="7923"/>
                      <a:pt x="5037" y="8159"/>
                      <a:pt x="5274" y="8395"/>
                    </a:cubicBezTo>
                    <a:cubicBezTo>
                      <a:pt x="5335" y="8456"/>
                      <a:pt x="5396" y="8517"/>
                      <a:pt x="5457" y="8578"/>
                    </a:cubicBezTo>
                    <a:cubicBezTo>
                      <a:pt x="5913" y="9036"/>
                      <a:pt x="5913" y="9036"/>
                      <a:pt x="6117" y="9194"/>
                    </a:cubicBezTo>
                    <a:cubicBezTo>
                      <a:pt x="6218" y="9273"/>
                      <a:pt x="6291" y="9367"/>
                      <a:pt x="6368" y="9469"/>
                    </a:cubicBezTo>
                    <a:cubicBezTo>
                      <a:pt x="6496" y="9634"/>
                      <a:pt x="6653" y="9773"/>
                      <a:pt x="6813" y="9906"/>
                    </a:cubicBezTo>
                    <a:cubicBezTo>
                      <a:pt x="6987" y="10049"/>
                      <a:pt x="7134" y="10202"/>
                      <a:pt x="7279" y="10375"/>
                    </a:cubicBezTo>
                    <a:cubicBezTo>
                      <a:pt x="7398" y="10515"/>
                      <a:pt x="7528" y="10634"/>
                      <a:pt x="7673" y="10747"/>
                    </a:cubicBezTo>
                    <a:cubicBezTo>
                      <a:pt x="7688" y="10758"/>
                      <a:pt x="7703" y="10770"/>
                      <a:pt x="7718" y="10782"/>
                    </a:cubicBezTo>
                    <a:cubicBezTo>
                      <a:pt x="7731" y="10792"/>
                      <a:pt x="7744" y="10802"/>
                      <a:pt x="7757" y="10812"/>
                    </a:cubicBezTo>
                    <a:cubicBezTo>
                      <a:pt x="7796" y="10859"/>
                      <a:pt x="7790" y="10893"/>
                      <a:pt x="7785" y="10951"/>
                    </a:cubicBezTo>
                    <a:cubicBezTo>
                      <a:pt x="7820" y="10951"/>
                      <a:pt x="7854" y="10951"/>
                      <a:pt x="7890" y="10951"/>
                    </a:cubicBezTo>
                    <a:cubicBezTo>
                      <a:pt x="7890" y="11021"/>
                      <a:pt x="7890" y="11090"/>
                      <a:pt x="7890" y="11161"/>
                    </a:cubicBezTo>
                    <a:cubicBezTo>
                      <a:pt x="7925" y="11161"/>
                      <a:pt x="7959" y="11161"/>
                      <a:pt x="7995" y="11161"/>
                    </a:cubicBezTo>
                    <a:cubicBezTo>
                      <a:pt x="7995" y="11369"/>
                      <a:pt x="7995" y="11577"/>
                      <a:pt x="7995" y="11791"/>
                    </a:cubicBezTo>
                    <a:cubicBezTo>
                      <a:pt x="7960" y="11791"/>
                      <a:pt x="7926" y="11791"/>
                      <a:pt x="7890" y="11791"/>
                    </a:cubicBezTo>
                    <a:cubicBezTo>
                      <a:pt x="7890" y="11861"/>
                      <a:pt x="7890" y="11930"/>
                      <a:pt x="7890" y="12001"/>
                    </a:cubicBezTo>
                    <a:cubicBezTo>
                      <a:pt x="7855" y="12001"/>
                      <a:pt x="7821" y="12001"/>
                      <a:pt x="7785" y="12001"/>
                    </a:cubicBezTo>
                    <a:cubicBezTo>
                      <a:pt x="7787" y="12017"/>
                      <a:pt x="7789" y="12033"/>
                      <a:pt x="7790" y="12049"/>
                    </a:cubicBezTo>
                    <a:cubicBezTo>
                      <a:pt x="7785" y="12106"/>
                      <a:pt x="7785" y="12106"/>
                      <a:pt x="7750" y="12148"/>
                    </a:cubicBezTo>
                    <a:cubicBezTo>
                      <a:pt x="7734" y="12161"/>
                      <a:pt x="7717" y="12174"/>
                      <a:pt x="7701" y="12188"/>
                    </a:cubicBezTo>
                    <a:cubicBezTo>
                      <a:pt x="7683" y="12203"/>
                      <a:pt x="7665" y="12218"/>
                      <a:pt x="7646" y="12233"/>
                    </a:cubicBezTo>
                    <a:cubicBezTo>
                      <a:pt x="7627" y="12249"/>
                      <a:pt x="7608" y="12264"/>
                      <a:pt x="7588" y="12280"/>
                    </a:cubicBezTo>
                    <a:cubicBezTo>
                      <a:pt x="7437" y="12407"/>
                      <a:pt x="7308" y="12529"/>
                      <a:pt x="7197" y="12692"/>
                    </a:cubicBezTo>
                    <a:cubicBezTo>
                      <a:pt x="7155" y="12736"/>
                      <a:pt x="7155" y="12736"/>
                      <a:pt x="7097" y="12743"/>
                    </a:cubicBezTo>
                    <a:cubicBezTo>
                      <a:pt x="7082" y="12741"/>
                      <a:pt x="7066" y="12739"/>
                      <a:pt x="7050" y="12736"/>
                    </a:cubicBezTo>
                    <a:cubicBezTo>
                      <a:pt x="7050" y="12771"/>
                      <a:pt x="7050" y="12806"/>
                      <a:pt x="7050" y="12841"/>
                    </a:cubicBezTo>
                    <a:cubicBezTo>
                      <a:pt x="6704" y="12841"/>
                      <a:pt x="6357" y="12841"/>
                      <a:pt x="6000" y="12841"/>
                    </a:cubicBezTo>
                    <a:cubicBezTo>
                      <a:pt x="6000" y="12807"/>
                      <a:pt x="6000" y="12772"/>
                      <a:pt x="6000" y="12736"/>
                    </a:cubicBezTo>
                    <a:cubicBezTo>
                      <a:pt x="5992" y="12737"/>
                      <a:pt x="5992" y="12737"/>
                      <a:pt x="5952" y="12741"/>
                    </a:cubicBezTo>
                    <a:cubicBezTo>
                      <a:pt x="5895" y="12736"/>
                      <a:pt x="5895" y="12736"/>
                      <a:pt x="5857" y="12705"/>
                    </a:cubicBezTo>
                    <a:cubicBezTo>
                      <a:pt x="5845" y="12691"/>
                      <a:pt x="5833" y="12676"/>
                      <a:pt x="5821" y="12661"/>
                    </a:cubicBezTo>
                    <a:cubicBezTo>
                      <a:pt x="5807" y="12645"/>
                      <a:pt x="5793" y="12628"/>
                      <a:pt x="5779" y="12611"/>
                    </a:cubicBezTo>
                    <a:cubicBezTo>
                      <a:pt x="5764" y="12593"/>
                      <a:pt x="5750" y="12575"/>
                      <a:pt x="5734" y="12556"/>
                    </a:cubicBezTo>
                    <a:cubicBezTo>
                      <a:pt x="5592" y="12387"/>
                      <a:pt x="5444" y="12226"/>
                      <a:pt x="5288" y="12070"/>
                    </a:cubicBezTo>
                    <a:cubicBezTo>
                      <a:pt x="5278" y="12060"/>
                      <a:pt x="5268" y="12050"/>
                      <a:pt x="5258" y="12040"/>
                    </a:cubicBezTo>
                    <a:cubicBezTo>
                      <a:pt x="5122" y="11904"/>
                      <a:pt x="4982" y="11775"/>
                      <a:pt x="4828" y="11660"/>
                    </a:cubicBezTo>
                    <a:cubicBezTo>
                      <a:pt x="4742" y="11594"/>
                      <a:pt x="4742" y="11594"/>
                      <a:pt x="4732" y="11522"/>
                    </a:cubicBezTo>
                    <a:cubicBezTo>
                      <a:pt x="4735" y="11507"/>
                      <a:pt x="4737" y="11492"/>
                      <a:pt x="4740" y="11476"/>
                    </a:cubicBezTo>
                    <a:cubicBezTo>
                      <a:pt x="4725" y="11478"/>
                      <a:pt x="4709" y="11480"/>
                      <a:pt x="4693" y="11482"/>
                    </a:cubicBezTo>
                    <a:cubicBezTo>
                      <a:pt x="4635" y="11476"/>
                      <a:pt x="4635" y="11476"/>
                      <a:pt x="4592" y="11440"/>
                    </a:cubicBezTo>
                    <a:cubicBezTo>
                      <a:pt x="4585" y="11431"/>
                      <a:pt x="4585" y="11431"/>
                      <a:pt x="4550" y="11388"/>
                    </a:cubicBezTo>
                    <a:cubicBezTo>
                      <a:pt x="4534" y="11370"/>
                      <a:pt x="4519" y="11351"/>
                      <a:pt x="4503" y="11332"/>
                    </a:cubicBezTo>
                    <a:cubicBezTo>
                      <a:pt x="4487" y="11313"/>
                      <a:pt x="4471" y="11293"/>
                      <a:pt x="4455" y="11273"/>
                    </a:cubicBezTo>
                    <a:cubicBezTo>
                      <a:pt x="4265" y="11043"/>
                      <a:pt x="4265" y="11043"/>
                      <a:pt x="4139" y="10973"/>
                    </a:cubicBezTo>
                    <a:cubicBezTo>
                      <a:pt x="4110" y="10951"/>
                      <a:pt x="4110" y="10951"/>
                      <a:pt x="4100" y="10892"/>
                    </a:cubicBezTo>
                    <a:cubicBezTo>
                      <a:pt x="4102" y="10885"/>
                      <a:pt x="4102" y="10885"/>
                      <a:pt x="4110" y="10846"/>
                    </a:cubicBezTo>
                    <a:cubicBezTo>
                      <a:pt x="4075" y="10846"/>
                      <a:pt x="4041" y="10846"/>
                      <a:pt x="4005" y="10846"/>
                    </a:cubicBezTo>
                    <a:cubicBezTo>
                      <a:pt x="4005" y="10812"/>
                      <a:pt x="4005" y="10777"/>
                      <a:pt x="4005" y="10741"/>
                    </a:cubicBezTo>
                    <a:cubicBezTo>
                      <a:pt x="3970" y="10741"/>
                      <a:pt x="3936" y="10741"/>
                      <a:pt x="3900" y="10741"/>
                    </a:cubicBezTo>
                    <a:cubicBezTo>
                      <a:pt x="3900" y="10707"/>
                      <a:pt x="3900" y="10672"/>
                      <a:pt x="3900" y="10636"/>
                    </a:cubicBezTo>
                    <a:cubicBezTo>
                      <a:pt x="3865" y="10636"/>
                      <a:pt x="3831" y="10636"/>
                      <a:pt x="3795" y="10636"/>
                    </a:cubicBezTo>
                    <a:cubicBezTo>
                      <a:pt x="3795" y="10602"/>
                      <a:pt x="3795" y="10567"/>
                      <a:pt x="3795" y="10531"/>
                    </a:cubicBezTo>
                    <a:cubicBezTo>
                      <a:pt x="3780" y="10533"/>
                      <a:pt x="3765" y="10536"/>
                      <a:pt x="3750" y="10538"/>
                    </a:cubicBezTo>
                    <a:cubicBezTo>
                      <a:pt x="3669" y="10529"/>
                      <a:pt x="3632" y="10489"/>
                      <a:pt x="3579" y="10433"/>
                    </a:cubicBezTo>
                    <a:cubicBezTo>
                      <a:pt x="3569" y="10424"/>
                      <a:pt x="3560" y="10415"/>
                      <a:pt x="3550" y="10405"/>
                    </a:cubicBezTo>
                    <a:cubicBezTo>
                      <a:pt x="3502" y="10357"/>
                      <a:pt x="3481" y="10330"/>
                      <a:pt x="3474" y="10262"/>
                    </a:cubicBezTo>
                    <a:cubicBezTo>
                      <a:pt x="3476" y="10247"/>
                      <a:pt x="3478" y="10232"/>
                      <a:pt x="3480" y="10216"/>
                    </a:cubicBezTo>
                    <a:cubicBezTo>
                      <a:pt x="3464" y="10218"/>
                      <a:pt x="3449" y="10220"/>
                      <a:pt x="3433" y="10222"/>
                    </a:cubicBezTo>
                    <a:cubicBezTo>
                      <a:pt x="3375" y="10216"/>
                      <a:pt x="3375" y="10216"/>
                      <a:pt x="3334" y="10181"/>
                    </a:cubicBezTo>
                    <a:cubicBezTo>
                      <a:pt x="3327" y="10173"/>
                      <a:pt x="3327" y="10173"/>
                      <a:pt x="3294" y="10132"/>
                    </a:cubicBezTo>
                    <a:cubicBezTo>
                      <a:pt x="3279" y="10114"/>
                      <a:pt x="3264" y="10096"/>
                      <a:pt x="3249" y="10078"/>
                    </a:cubicBezTo>
                    <a:cubicBezTo>
                      <a:pt x="3233" y="10059"/>
                      <a:pt x="3217" y="10039"/>
                      <a:pt x="3201" y="10020"/>
                    </a:cubicBezTo>
                    <a:cubicBezTo>
                      <a:pt x="3078" y="9873"/>
                      <a:pt x="2958" y="9747"/>
                      <a:pt x="2805" y="9632"/>
                    </a:cubicBezTo>
                    <a:cubicBezTo>
                      <a:pt x="2740" y="9583"/>
                      <a:pt x="2682" y="9531"/>
                      <a:pt x="2624" y="9475"/>
                    </a:cubicBezTo>
                    <a:cubicBezTo>
                      <a:pt x="2615" y="9467"/>
                      <a:pt x="2615" y="9467"/>
                      <a:pt x="2572" y="9425"/>
                    </a:cubicBezTo>
                    <a:cubicBezTo>
                      <a:pt x="2529" y="9369"/>
                      <a:pt x="2527" y="9341"/>
                      <a:pt x="2535" y="9271"/>
                    </a:cubicBezTo>
                    <a:cubicBezTo>
                      <a:pt x="2500" y="9271"/>
                      <a:pt x="2466" y="9271"/>
                      <a:pt x="2430" y="9271"/>
                    </a:cubicBezTo>
                    <a:cubicBezTo>
                      <a:pt x="2430" y="9237"/>
                      <a:pt x="2430" y="9202"/>
                      <a:pt x="2430" y="9166"/>
                    </a:cubicBezTo>
                    <a:cubicBezTo>
                      <a:pt x="2395" y="9166"/>
                      <a:pt x="2361" y="9166"/>
                      <a:pt x="2325" y="9166"/>
                    </a:cubicBezTo>
                    <a:cubicBezTo>
                      <a:pt x="2325" y="9132"/>
                      <a:pt x="2325" y="9097"/>
                      <a:pt x="2325" y="9061"/>
                    </a:cubicBezTo>
                    <a:cubicBezTo>
                      <a:pt x="2309" y="9063"/>
                      <a:pt x="2294" y="9065"/>
                      <a:pt x="2278" y="9066"/>
                    </a:cubicBezTo>
                    <a:cubicBezTo>
                      <a:pt x="2220" y="9061"/>
                      <a:pt x="2220" y="9061"/>
                      <a:pt x="2180" y="9029"/>
                    </a:cubicBezTo>
                    <a:cubicBezTo>
                      <a:pt x="2168" y="9013"/>
                      <a:pt x="2155" y="8998"/>
                      <a:pt x="2142" y="8982"/>
                    </a:cubicBezTo>
                    <a:cubicBezTo>
                      <a:pt x="2128" y="8965"/>
                      <a:pt x="2114" y="8948"/>
                      <a:pt x="2099" y="8931"/>
                    </a:cubicBezTo>
                    <a:cubicBezTo>
                      <a:pt x="2091" y="8921"/>
                      <a:pt x="2091" y="8921"/>
                      <a:pt x="2053" y="8874"/>
                    </a:cubicBezTo>
                    <a:cubicBezTo>
                      <a:pt x="1886" y="8677"/>
                      <a:pt x="1711" y="8494"/>
                      <a:pt x="1526" y="8314"/>
                    </a:cubicBezTo>
                    <a:cubicBezTo>
                      <a:pt x="1489" y="8278"/>
                      <a:pt x="1453" y="8241"/>
                      <a:pt x="1417" y="8204"/>
                    </a:cubicBezTo>
                    <a:cubicBezTo>
                      <a:pt x="1323" y="8107"/>
                      <a:pt x="1228" y="8015"/>
                      <a:pt x="1125" y="7929"/>
                    </a:cubicBezTo>
                    <a:cubicBezTo>
                      <a:pt x="1108" y="7915"/>
                      <a:pt x="1091" y="7901"/>
                      <a:pt x="1074" y="7886"/>
                    </a:cubicBezTo>
                    <a:cubicBezTo>
                      <a:pt x="1040" y="7859"/>
                      <a:pt x="1006" y="7831"/>
                      <a:pt x="972" y="7804"/>
                    </a:cubicBezTo>
                    <a:cubicBezTo>
                      <a:pt x="957" y="7792"/>
                      <a:pt x="942" y="7779"/>
                      <a:pt x="926" y="7766"/>
                    </a:cubicBezTo>
                    <a:cubicBezTo>
                      <a:pt x="913" y="7755"/>
                      <a:pt x="899" y="7744"/>
                      <a:pt x="885" y="7733"/>
                    </a:cubicBezTo>
                    <a:cubicBezTo>
                      <a:pt x="845" y="7684"/>
                      <a:pt x="850" y="7652"/>
                      <a:pt x="855" y="7591"/>
                    </a:cubicBezTo>
                    <a:cubicBezTo>
                      <a:pt x="820" y="7591"/>
                      <a:pt x="786" y="7591"/>
                      <a:pt x="750" y="7591"/>
                    </a:cubicBezTo>
                    <a:cubicBezTo>
                      <a:pt x="750" y="7557"/>
                      <a:pt x="750" y="7522"/>
                      <a:pt x="750" y="7486"/>
                    </a:cubicBezTo>
                    <a:cubicBezTo>
                      <a:pt x="715" y="7486"/>
                      <a:pt x="681" y="7486"/>
                      <a:pt x="645" y="7486"/>
                    </a:cubicBezTo>
                    <a:cubicBezTo>
                      <a:pt x="645" y="7452"/>
                      <a:pt x="645" y="7417"/>
                      <a:pt x="645" y="7381"/>
                    </a:cubicBezTo>
                    <a:cubicBezTo>
                      <a:pt x="632" y="7384"/>
                      <a:pt x="620" y="7386"/>
                      <a:pt x="607" y="7389"/>
                    </a:cubicBezTo>
                    <a:cubicBezTo>
                      <a:pt x="510" y="7399"/>
                      <a:pt x="455" y="7396"/>
                      <a:pt x="374" y="7338"/>
                    </a:cubicBezTo>
                    <a:cubicBezTo>
                      <a:pt x="228" y="7203"/>
                      <a:pt x="228" y="7203"/>
                      <a:pt x="219" y="7112"/>
                    </a:cubicBezTo>
                    <a:cubicBezTo>
                      <a:pt x="221" y="7097"/>
                      <a:pt x="223" y="7082"/>
                      <a:pt x="225" y="7066"/>
                    </a:cubicBezTo>
                    <a:cubicBezTo>
                      <a:pt x="190" y="7066"/>
                      <a:pt x="156" y="7066"/>
                      <a:pt x="120" y="7066"/>
                    </a:cubicBezTo>
                    <a:cubicBezTo>
                      <a:pt x="0" y="6752"/>
                      <a:pt x="3" y="6452"/>
                      <a:pt x="15" y="6121"/>
                    </a:cubicBezTo>
                    <a:cubicBezTo>
                      <a:pt x="50" y="6121"/>
                      <a:pt x="84" y="6121"/>
                      <a:pt x="120" y="6121"/>
                    </a:cubicBezTo>
                    <a:cubicBezTo>
                      <a:pt x="120" y="6052"/>
                      <a:pt x="120" y="5983"/>
                      <a:pt x="120" y="5911"/>
                    </a:cubicBezTo>
                    <a:cubicBezTo>
                      <a:pt x="155" y="5911"/>
                      <a:pt x="189" y="5911"/>
                      <a:pt x="225" y="5911"/>
                    </a:cubicBezTo>
                    <a:cubicBezTo>
                      <a:pt x="223" y="5896"/>
                      <a:pt x="220" y="5881"/>
                      <a:pt x="218" y="5865"/>
                    </a:cubicBezTo>
                    <a:cubicBezTo>
                      <a:pt x="225" y="5806"/>
                      <a:pt x="225" y="5806"/>
                      <a:pt x="273" y="5761"/>
                    </a:cubicBezTo>
                    <a:cubicBezTo>
                      <a:pt x="295" y="5746"/>
                      <a:pt x="318" y="5730"/>
                      <a:pt x="340" y="5715"/>
                    </a:cubicBezTo>
                    <a:cubicBezTo>
                      <a:pt x="447" y="5635"/>
                      <a:pt x="530" y="5551"/>
                      <a:pt x="612" y="5446"/>
                    </a:cubicBezTo>
                    <a:cubicBezTo>
                      <a:pt x="709" y="5323"/>
                      <a:pt x="813" y="5223"/>
                      <a:pt x="934" y="5124"/>
                    </a:cubicBezTo>
                    <a:cubicBezTo>
                      <a:pt x="1064" y="5017"/>
                      <a:pt x="1171" y="4908"/>
                      <a:pt x="1274" y="4775"/>
                    </a:cubicBezTo>
                    <a:cubicBezTo>
                      <a:pt x="1363" y="4665"/>
                      <a:pt x="1463" y="4576"/>
                      <a:pt x="1571" y="4484"/>
                    </a:cubicBezTo>
                    <a:cubicBezTo>
                      <a:pt x="1792" y="4294"/>
                      <a:pt x="2000" y="4092"/>
                      <a:pt x="2205" y="3886"/>
                    </a:cubicBezTo>
                    <a:cubicBezTo>
                      <a:pt x="2255" y="3836"/>
                      <a:pt x="2304" y="3787"/>
                      <a:pt x="2354" y="3737"/>
                    </a:cubicBezTo>
                    <a:cubicBezTo>
                      <a:pt x="2437" y="3655"/>
                      <a:pt x="2520" y="3572"/>
                      <a:pt x="2602" y="3488"/>
                    </a:cubicBezTo>
                    <a:cubicBezTo>
                      <a:pt x="2697" y="3393"/>
                      <a:pt x="2792" y="3298"/>
                      <a:pt x="2887" y="3203"/>
                    </a:cubicBezTo>
                    <a:cubicBezTo>
                      <a:pt x="2970" y="3121"/>
                      <a:pt x="3053" y="3038"/>
                      <a:pt x="3136" y="2955"/>
                    </a:cubicBezTo>
                    <a:cubicBezTo>
                      <a:pt x="3185" y="2907"/>
                      <a:pt x="3233" y="2858"/>
                      <a:pt x="3282" y="2809"/>
                    </a:cubicBezTo>
                    <a:cubicBezTo>
                      <a:pt x="3490" y="2602"/>
                      <a:pt x="3690" y="2393"/>
                      <a:pt x="3873" y="2164"/>
                    </a:cubicBezTo>
                    <a:cubicBezTo>
                      <a:pt x="4062" y="1932"/>
                      <a:pt x="4062" y="1932"/>
                      <a:pt x="4170" y="1909"/>
                    </a:cubicBezTo>
                    <a:cubicBezTo>
                      <a:pt x="4222" y="1908"/>
                      <a:pt x="4269" y="1912"/>
                      <a:pt x="4320" y="1921"/>
                    </a:cubicBezTo>
                    <a:cubicBezTo>
                      <a:pt x="4320" y="1887"/>
                      <a:pt x="4320" y="1852"/>
                      <a:pt x="4320" y="1816"/>
                    </a:cubicBezTo>
                    <a:cubicBezTo>
                      <a:pt x="4355" y="1816"/>
                      <a:pt x="4389" y="1816"/>
                      <a:pt x="4425" y="1816"/>
                    </a:cubicBezTo>
                    <a:cubicBezTo>
                      <a:pt x="4423" y="1801"/>
                      <a:pt x="4422" y="1785"/>
                      <a:pt x="4420" y="1769"/>
                    </a:cubicBezTo>
                    <a:cubicBezTo>
                      <a:pt x="4425" y="1711"/>
                      <a:pt x="4425" y="1711"/>
                      <a:pt x="4460" y="1670"/>
                    </a:cubicBezTo>
                    <a:cubicBezTo>
                      <a:pt x="4477" y="1657"/>
                      <a:pt x="4493" y="1644"/>
                      <a:pt x="4510" y="1630"/>
                    </a:cubicBezTo>
                    <a:cubicBezTo>
                      <a:pt x="4527" y="1615"/>
                      <a:pt x="4545" y="1600"/>
                      <a:pt x="4564" y="1585"/>
                    </a:cubicBezTo>
                    <a:cubicBezTo>
                      <a:pt x="4583" y="1569"/>
                      <a:pt x="4602" y="1554"/>
                      <a:pt x="4622" y="1538"/>
                    </a:cubicBezTo>
                    <a:cubicBezTo>
                      <a:pt x="4773" y="1411"/>
                      <a:pt x="4902" y="1289"/>
                      <a:pt x="5014" y="1126"/>
                    </a:cubicBezTo>
                    <a:cubicBezTo>
                      <a:pt x="5055" y="1081"/>
                      <a:pt x="5055" y="1081"/>
                      <a:pt x="5113" y="1075"/>
                    </a:cubicBezTo>
                    <a:cubicBezTo>
                      <a:pt x="5129" y="1077"/>
                      <a:pt x="5144" y="1079"/>
                      <a:pt x="5160" y="1081"/>
                    </a:cubicBezTo>
                    <a:cubicBezTo>
                      <a:pt x="5160" y="1047"/>
                      <a:pt x="5160" y="1012"/>
                      <a:pt x="5160" y="976"/>
                    </a:cubicBezTo>
                    <a:cubicBezTo>
                      <a:pt x="5195" y="976"/>
                      <a:pt x="5229" y="976"/>
                      <a:pt x="5265" y="976"/>
                    </a:cubicBezTo>
                    <a:cubicBezTo>
                      <a:pt x="5265" y="942"/>
                      <a:pt x="5265" y="907"/>
                      <a:pt x="5265" y="871"/>
                    </a:cubicBezTo>
                    <a:cubicBezTo>
                      <a:pt x="5300" y="871"/>
                      <a:pt x="5334" y="871"/>
                      <a:pt x="5370" y="871"/>
                    </a:cubicBezTo>
                    <a:cubicBezTo>
                      <a:pt x="5370" y="837"/>
                      <a:pt x="5370" y="802"/>
                      <a:pt x="5370" y="766"/>
                    </a:cubicBezTo>
                    <a:cubicBezTo>
                      <a:pt x="5405" y="766"/>
                      <a:pt x="5439" y="766"/>
                      <a:pt x="5475" y="766"/>
                    </a:cubicBezTo>
                    <a:cubicBezTo>
                      <a:pt x="5475" y="732"/>
                      <a:pt x="5475" y="697"/>
                      <a:pt x="5475" y="661"/>
                    </a:cubicBezTo>
                    <a:cubicBezTo>
                      <a:pt x="5510" y="661"/>
                      <a:pt x="5544" y="661"/>
                      <a:pt x="5580" y="661"/>
                    </a:cubicBezTo>
                    <a:cubicBezTo>
                      <a:pt x="5580" y="627"/>
                      <a:pt x="5580" y="592"/>
                      <a:pt x="5580" y="556"/>
                    </a:cubicBezTo>
                    <a:cubicBezTo>
                      <a:pt x="5615" y="556"/>
                      <a:pt x="5649" y="556"/>
                      <a:pt x="5685" y="556"/>
                    </a:cubicBezTo>
                    <a:cubicBezTo>
                      <a:pt x="5683" y="541"/>
                      <a:pt x="5682" y="525"/>
                      <a:pt x="5680" y="509"/>
                    </a:cubicBezTo>
                    <a:cubicBezTo>
                      <a:pt x="5685" y="451"/>
                      <a:pt x="5685" y="451"/>
                      <a:pt x="5718" y="412"/>
                    </a:cubicBezTo>
                    <a:cubicBezTo>
                      <a:pt x="5726" y="406"/>
                      <a:pt x="5726" y="406"/>
                      <a:pt x="5764" y="376"/>
                    </a:cubicBezTo>
                    <a:cubicBezTo>
                      <a:pt x="5772" y="369"/>
                      <a:pt x="5772" y="369"/>
                      <a:pt x="5813" y="335"/>
                    </a:cubicBezTo>
                    <a:cubicBezTo>
                      <a:pt x="5830" y="322"/>
                      <a:pt x="5848" y="308"/>
                      <a:pt x="5866" y="294"/>
                    </a:cubicBezTo>
                    <a:cubicBezTo>
                      <a:pt x="5900" y="267"/>
                      <a:pt x="5933" y="239"/>
                      <a:pt x="5967" y="212"/>
                    </a:cubicBezTo>
                    <a:cubicBezTo>
                      <a:pt x="5975" y="206"/>
                      <a:pt x="5975" y="206"/>
                      <a:pt x="6013" y="176"/>
                    </a:cubicBezTo>
                    <a:cubicBezTo>
                      <a:pt x="6053" y="136"/>
                      <a:pt x="6053" y="136"/>
                      <a:pt x="6073" y="81"/>
                    </a:cubicBezTo>
                    <a:cubicBezTo>
                      <a:pt x="6105" y="31"/>
                      <a:pt x="6105" y="31"/>
                      <a:pt x="6140" y="20"/>
                    </a:cubicBezTo>
                    <a:close/>
                    <a:moveTo>
                      <a:pt x="6315" y="661"/>
                    </a:moveTo>
                    <a:cubicBezTo>
                      <a:pt x="6315" y="696"/>
                      <a:pt x="6315" y="731"/>
                      <a:pt x="6315" y="766"/>
                    </a:cubicBezTo>
                    <a:cubicBezTo>
                      <a:pt x="6280" y="766"/>
                      <a:pt x="6246" y="766"/>
                      <a:pt x="6210" y="766"/>
                    </a:cubicBezTo>
                    <a:cubicBezTo>
                      <a:pt x="6210" y="801"/>
                      <a:pt x="6210" y="836"/>
                      <a:pt x="6210" y="871"/>
                    </a:cubicBezTo>
                    <a:cubicBezTo>
                      <a:pt x="6175" y="871"/>
                      <a:pt x="6141" y="871"/>
                      <a:pt x="6105" y="871"/>
                    </a:cubicBezTo>
                    <a:cubicBezTo>
                      <a:pt x="6105" y="906"/>
                      <a:pt x="6105" y="941"/>
                      <a:pt x="6105" y="976"/>
                    </a:cubicBezTo>
                    <a:cubicBezTo>
                      <a:pt x="6070" y="976"/>
                      <a:pt x="6036" y="976"/>
                      <a:pt x="6000" y="976"/>
                    </a:cubicBezTo>
                    <a:cubicBezTo>
                      <a:pt x="6000" y="1011"/>
                      <a:pt x="6000" y="1046"/>
                      <a:pt x="6000" y="1081"/>
                    </a:cubicBezTo>
                    <a:cubicBezTo>
                      <a:pt x="5965" y="1081"/>
                      <a:pt x="5931" y="1081"/>
                      <a:pt x="5895" y="1081"/>
                    </a:cubicBezTo>
                    <a:cubicBezTo>
                      <a:pt x="5895" y="1116"/>
                      <a:pt x="5895" y="1151"/>
                      <a:pt x="5895" y="1186"/>
                    </a:cubicBezTo>
                    <a:cubicBezTo>
                      <a:pt x="5860" y="1186"/>
                      <a:pt x="5826" y="1186"/>
                      <a:pt x="5790" y="1186"/>
                    </a:cubicBezTo>
                    <a:cubicBezTo>
                      <a:pt x="5790" y="1221"/>
                      <a:pt x="5790" y="1256"/>
                      <a:pt x="5790" y="1291"/>
                    </a:cubicBezTo>
                    <a:cubicBezTo>
                      <a:pt x="5755" y="1291"/>
                      <a:pt x="5721" y="1291"/>
                      <a:pt x="5685" y="1291"/>
                    </a:cubicBezTo>
                    <a:cubicBezTo>
                      <a:pt x="5685" y="1326"/>
                      <a:pt x="5685" y="1361"/>
                      <a:pt x="5685" y="1396"/>
                    </a:cubicBezTo>
                    <a:cubicBezTo>
                      <a:pt x="5650" y="1396"/>
                      <a:pt x="5616" y="1396"/>
                      <a:pt x="5580" y="1396"/>
                    </a:cubicBezTo>
                    <a:cubicBezTo>
                      <a:pt x="5580" y="1431"/>
                      <a:pt x="5580" y="1466"/>
                      <a:pt x="5580" y="1501"/>
                    </a:cubicBezTo>
                    <a:cubicBezTo>
                      <a:pt x="5545" y="1501"/>
                      <a:pt x="5511" y="1501"/>
                      <a:pt x="5475" y="1501"/>
                    </a:cubicBezTo>
                    <a:cubicBezTo>
                      <a:pt x="5475" y="1536"/>
                      <a:pt x="5475" y="1571"/>
                      <a:pt x="5475" y="1606"/>
                    </a:cubicBezTo>
                    <a:cubicBezTo>
                      <a:pt x="5440" y="1606"/>
                      <a:pt x="5406" y="1606"/>
                      <a:pt x="5370" y="1606"/>
                    </a:cubicBezTo>
                    <a:cubicBezTo>
                      <a:pt x="5370" y="1641"/>
                      <a:pt x="5370" y="1676"/>
                      <a:pt x="5370" y="1711"/>
                    </a:cubicBezTo>
                    <a:cubicBezTo>
                      <a:pt x="5335" y="1711"/>
                      <a:pt x="5301" y="1711"/>
                      <a:pt x="5265" y="1711"/>
                    </a:cubicBezTo>
                    <a:cubicBezTo>
                      <a:pt x="5265" y="1746"/>
                      <a:pt x="5265" y="1781"/>
                      <a:pt x="5265" y="1816"/>
                    </a:cubicBezTo>
                    <a:cubicBezTo>
                      <a:pt x="5230" y="1816"/>
                      <a:pt x="5196" y="1816"/>
                      <a:pt x="5160" y="1816"/>
                    </a:cubicBezTo>
                    <a:cubicBezTo>
                      <a:pt x="5160" y="1851"/>
                      <a:pt x="5160" y="1886"/>
                      <a:pt x="5160" y="1921"/>
                    </a:cubicBezTo>
                    <a:cubicBezTo>
                      <a:pt x="5125" y="1921"/>
                      <a:pt x="5091" y="1921"/>
                      <a:pt x="5055" y="1921"/>
                    </a:cubicBezTo>
                    <a:cubicBezTo>
                      <a:pt x="5055" y="1956"/>
                      <a:pt x="5055" y="1991"/>
                      <a:pt x="5055" y="2026"/>
                    </a:cubicBezTo>
                    <a:cubicBezTo>
                      <a:pt x="5020" y="2026"/>
                      <a:pt x="4986" y="2026"/>
                      <a:pt x="4950" y="2026"/>
                    </a:cubicBezTo>
                    <a:cubicBezTo>
                      <a:pt x="4950" y="2061"/>
                      <a:pt x="4950" y="2096"/>
                      <a:pt x="4950" y="2131"/>
                    </a:cubicBezTo>
                    <a:cubicBezTo>
                      <a:pt x="4915" y="2131"/>
                      <a:pt x="4881" y="2131"/>
                      <a:pt x="4845" y="2131"/>
                    </a:cubicBezTo>
                    <a:cubicBezTo>
                      <a:pt x="4845" y="2166"/>
                      <a:pt x="4845" y="2201"/>
                      <a:pt x="4845" y="2236"/>
                    </a:cubicBezTo>
                    <a:cubicBezTo>
                      <a:pt x="4810" y="2236"/>
                      <a:pt x="4776" y="2236"/>
                      <a:pt x="4740" y="2236"/>
                    </a:cubicBezTo>
                    <a:cubicBezTo>
                      <a:pt x="4740" y="2271"/>
                      <a:pt x="4740" y="2306"/>
                      <a:pt x="4740" y="2341"/>
                    </a:cubicBezTo>
                    <a:cubicBezTo>
                      <a:pt x="4705" y="2341"/>
                      <a:pt x="4671" y="2341"/>
                      <a:pt x="4635" y="2341"/>
                    </a:cubicBezTo>
                    <a:cubicBezTo>
                      <a:pt x="4635" y="2376"/>
                      <a:pt x="4635" y="2411"/>
                      <a:pt x="4635" y="2446"/>
                    </a:cubicBezTo>
                    <a:cubicBezTo>
                      <a:pt x="4600" y="2446"/>
                      <a:pt x="4566" y="2446"/>
                      <a:pt x="4530" y="2446"/>
                    </a:cubicBezTo>
                    <a:cubicBezTo>
                      <a:pt x="4530" y="2481"/>
                      <a:pt x="4530" y="2516"/>
                      <a:pt x="4530" y="2551"/>
                    </a:cubicBezTo>
                    <a:cubicBezTo>
                      <a:pt x="4495" y="2551"/>
                      <a:pt x="4461" y="2551"/>
                      <a:pt x="4425" y="2551"/>
                    </a:cubicBezTo>
                    <a:cubicBezTo>
                      <a:pt x="4425" y="2586"/>
                      <a:pt x="4425" y="2621"/>
                      <a:pt x="4425" y="2656"/>
                    </a:cubicBezTo>
                    <a:cubicBezTo>
                      <a:pt x="4390" y="2656"/>
                      <a:pt x="4356" y="2656"/>
                      <a:pt x="4320" y="2656"/>
                    </a:cubicBezTo>
                    <a:cubicBezTo>
                      <a:pt x="4320" y="2691"/>
                      <a:pt x="4320" y="2726"/>
                      <a:pt x="4320" y="2761"/>
                    </a:cubicBezTo>
                    <a:cubicBezTo>
                      <a:pt x="4285" y="2761"/>
                      <a:pt x="4251" y="2761"/>
                      <a:pt x="4215" y="2761"/>
                    </a:cubicBezTo>
                    <a:cubicBezTo>
                      <a:pt x="4215" y="2796"/>
                      <a:pt x="4215" y="2831"/>
                      <a:pt x="4215" y="2866"/>
                    </a:cubicBezTo>
                    <a:cubicBezTo>
                      <a:pt x="4180" y="2866"/>
                      <a:pt x="4146" y="2866"/>
                      <a:pt x="4110" y="2866"/>
                    </a:cubicBezTo>
                    <a:cubicBezTo>
                      <a:pt x="4110" y="2901"/>
                      <a:pt x="4110" y="2936"/>
                      <a:pt x="4110" y="2971"/>
                    </a:cubicBezTo>
                    <a:cubicBezTo>
                      <a:pt x="4075" y="2971"/>
                      <a:pt x="4041" y="2971"/>
                      <a:pt x="4005" y="2971"/>
                    </a:cubicBezTo>
                    <a:cubicBezTo>
                      <a:pt x="4005" y="3006"/>
                      <a:pt x="4005" y="3041"/>
                      <a:pt x="4005" y="3076"/>
                    </a:cubicBezTo>
                    <a:cubicBezTo>
                      <a:pt x="3970" y="3076"/>
                      <a:pt x="3936" y="3076"/>
                      <a:pt x="3900" y="3076"/>
                    </a:cubicBezTo>
                    <a:cubicBezTo>
                      <a:pt x="3900" y="3111"/>
                      <a:pt x="3900" y="3146"/>
                      <a:pt x="3900" y="3181"/>
                    </a:cubicBezTo>
                    <a:cubicBezTo>
                      <a:pt x="3865" y="3181"/>
                      <a:pt x="3831" y="3181"/>
                      <a:pt x="3795" y="3181"/>
                    </a:cubicBezTo>
                    <a:cubicBezTo>
                      <a:pt x="3795" y="3216"/>
                      <a:pt x="3795" y="3251"/>
                      <a:pt x="3795" y="3286"/>
                    </a:cubicBezTo>
                    <a:cubicBezTo>
                      <a:pt x="3760" y="3286"/>
                      <a:pt x="3726" y="3286"/>
                      <a:pt x="3690" y="3286"/>
                    </a:cubicBezTo>
                    <a:cubicBezTo>
                      <a:pt x="3690" y="3321"/>
                      <a:pt x="3690" y="3356"/>
                      <a:pt x="3690" y="3391"/>
                    </a:cubicBezTo>
                    <a:cubicBezTo>
                      <a:pt x="3655" y="3391"/>
                      <a:pt x="3621" y="3391"/>
                      <a:pt x="3585" y="3391"/>
                    </a:cubicBezTo>
                    <a:cubicBezTo>
                      <a:pt x="3585" y="3426"/>
                      <a:pt x="3585" y="3461"/>
                      <a:pt x="3585" y="3496"/>
                    </a:cubicBezTo>
                    <a:cubicBezTo>
                      <a:pt x="3550" y="3496"/>
                      <a:pt x="3516" y="3496"/>
                      <a:pt x="3480" y="3496"/>
                    </a:cubicBezTo>
                    <a:cubicBezTo>
                      <a:pt x="3480" y="3531"/>
                      <a:pt x="3480" y="3566"/>
                      <a:pt x="3480" y="3601"/>
                    </a:cubicBezTo>
                    <a:cubicBezTo>
                      <a:pt x="3445" y="3601"/>
                      <a:pt x="3411" y="3601"/>
                      <a:pt x="3375" y="3601"/>
                    </a:cubicBezTo>
                    <a:cubicBezTo>
                      <a:pt x="3375" y="3636"/>
                      <a:pt x="3375" y="3671"/>
                      <a:pt x="3375" y="3706"/>
                    </a:cubicBezTo>
                    <a:cubicBezTo>
                      <a:pt x="3340" y="3706"/>
                      <a:pt x="3306" y="3706"/>
                      <a:pt x="3270" y="3706"/>
                    </a:cubicBezTo>
                    <a:cubicBezTo>
                      <a:pt x="3270" y="3741"/>
                      <a:pt x="3270" y="3776"/>
                      <a:pt x="3270" y="3811"/>
                    </a:cubicBezTo>
                    <a:cubicBezTo>
                      <a:pt x="3235" y="3811"/>
                      <a:pt x="3201" y="3811"/>
                      <a:pt x="3165" y="3811"/>
                    </a:cubicBezTo>
                    <a:cubicBezTo>
                      <a:pt x="3165" y="3846"/>
                      <a:pt x="3165" y="3881"/>
                      <a:pt x="3165" y="3916"/>
                    </a:cubicBezTo>
                    <a:cubicBezTo>
                      <a:pt x="3130" y="3916"/>
                      <a:pt x="3096" y="3916"/>
                      <a:pt x="3060" y="3916"/>
                    </a:cubicBezTo>
                    <a:cubicBezTo>
                      <a:pt x="3060" y="3951"/>
                      <a:pt x="3060" y="3986"/>
                      <a:pt x="3060" y="4021"/>
                    </a:cubicBezTo>
                    <a:cubicBezTo>
                      <a:pt x="3025" y="4021"/>
                      <a:pt x="2991" y="4021"/>
                      <a:pt x="2955" y="4021"/>
                    </a:cubicBezTo>
                    <a:cubicBezTo>
                      <a:pt x="2955" y="4056"/>
                      <a:pt x="2955" y="4091"/>
                      <a:pt x="2955" y="4126"/>
                    </a:cubicBezTo>
                    <a:cubicBezTo>
                      <a:pt x="2920" y="4126"/>
                      <a:pt x="2886" y="4126"/>
                      <a:pt x="2850" y="4126"/>
                    </a:cubicBezTo>
                    <a:cubicBezTo>
                      <a:pt x="2850" y="4161"/>
                      <a:pt x="2850" y="4196"/>
                      <a:pt x="2850" y="4231"/>
                    </a:cubicBezTo>
                    <a:cubicBezTo>
                      <a:pt x="2781" y="4231"/>
                      <a:pt x="2712" y="4231"/>
                      <a:pt x="2640" y="4231"/>
                    </a:cubicBezTo>
                    <a:cubicBezTo>
                      <a:pt x="2640" y="4266"/>
                      <a:pt x="2640" y="4301"/>
                      <a:pt x="2640" y="4336"/>
                    </a:cubicBezTo>
                    <a:cubicBezTo>
                      <a:pt x="2605" y="4336"/>
                      <a:pt x="2571" y="4336"/>
                      <a:pt x="2535" y="4336"/>
                    </a:cubicBezTo>
                    <a:cubicBezTo>
                      <a:pt x="2535" y="4371"/>
                      <a:pt x="2535" y="4406"/>
                      <a:pt x="2535" y="4441"/>
                    </a:cubicBezTo>
                    <a:cubicBezTo>
                      <a:pt x="2500" y="4441"/>
                      <a:pt x="2466" y="4441"/>
                      <a:pt x="2430" y="4441"/>
                    </a:cubicBezTo>
                    <a:cubicBezTo>
                      <a:pt x="2430" y="4476"/>
                      <a:pt x="2430" y="4511"/>
                      <a:pt x="2430" y="4546"/>
                    </a:cubicBezTo>
                    <a:cubicBezTo>
                      <a:pt x="2395" y="4546"/>
                      <a:pt x="2361" y="4546"/>
                      <a:pt x="2325" y="4546"/>
                    </a:cubicBezTo>
                    <a:cubicBezTo>
                      <a:pt x="2325" y="4581"/>
                      <a:pt x="2325" y="4616"/>
                      <a:pt x="2325" y="4651"/>
                    </a:cubicBezTo>
                    <a:cubicBezTo>
                      <a:pt x="2290" y="4651"/>
                      <a:pt x="2256" y="4651"/>
                      <a:pt x="2220" y="4651"/>
                    </a:cubicBezTo>
                    <a:cubicBezTo>
                      <a:pt x="2220" y="4686"/>
                      <a:pt x="2220" y="4721"/>
                      <a:pt x="2220" y="4756"/>
                    </a:cubicBezTo>
                    <a:cubicBezTo>
                      <a:pt x="2185" y="4756"/>
                      <a:pt x="2151" y="4756"/>
                      <a:pt x="2115" y="4756"/>
                    </a:cubicBezTo>
                    <a:cubicBezTo>
                      <a:pt x="2115" y="4791"/>
                      <a:pt x="2115" y="4826"/>
                      <a:pt x="2115" y="4861"/>
                    </a:cubicBezTo>
                    <a:cubicBezTo>
                      <a:pt x="2080" y="4861"/>
                      <a:pt x="2046" y="4861"/>
                      <a:pt x="2010" y="4861"/>
                    </a:cubicBezTo>
                    <a:cubicBezTo>
                      <a:pt x="2010" y="4896"/>
                      <a:pt x="2010" y="4931"/>
                      <a:pt x="2010" y="4966"/>
                    </a:cubicBezTo>
                    <a:cubicBezTo>
                      <a:pt x="1975" y="4966"/>
                      <a:pt x="1941" y="4966"/>
                      <a:pt x="1905" y="4966"/>
                    </a:cubicBezTo>
                    <a:cubicBezTo>
                      <a:pt x="1905" y="5001"/>
                      <a:pt x="1905" y="5036"/>
                      <a:pt x="1905" y="5071"/>
                    </a:cubicBezTo>
                    <a:cubicBezTo>
                      <a:pt x="1870" y="5071"/>
                      <a:pt x="1836" y="5071"/>
                      <a:pt x="1800" y="5071"/>
                    </a:cubicBezTo>
                    <a:cubicBezTo>
                      <a:pt x="1800" y="5106"/>
                      <a:pt x="1800" y="5141"/>
                      <a:pt x="1800" y="5176"/>
                    </a:cubicBezTo>
                    <a:cubicBezTo>
                      <a:pt x="1765" y="5176"/>
                      <a:pt x="1731" y="5176"/>
                      <a:pt x="1695" y="5176"/>
                    </a:cubicBezTo>
                    <a:cubicBezTo>
                      <a:pt x="1695" y="5211"/>
                      <a:pt x="1695" y="5246"/>
                      <a:pt x="1695" y="5281"/>
                    </a:cubicBezTo>
                    <a:cubicBezTo>
                      <a:pt x="1660" y="5281"/>
                      <a:pt x="1626" y="5281"/>
                      <a:pt x="1590" y="5281"/>
                    </a:cubicBezTo>
                    <a:cubicBezTo>
                      <a:pt x="1590" y="5316"/>
                      <a:pt x="1590" y="5351"/>
                      <a:pt x="1590" y="5386"/>
                    </a:cubicBezTo>
                    <a:cubicBezTo>
                      <a:pt x="1555" y="5386"/>
                      <a:pt x="1521" y="5386"/>
                      <a:pt x="1485" y="5386"/>
                    </a:cubicBezTo>
                    <a:cubicBezTo>
                      <a:pt x="1485" y="5421"/>
                      <a:pt x="1485" y="5456"/>
                      <a:pt x="1485" y="5491"/>
                    </a:cubicBezTo>
                    <a:cubicBezTo>
                      <a:pt x="1450" y="5491"/>
                      <a:pt x="1416" y="5491"/>
                      <a:pt x="1380" y="5491"/>
                    </a:cubicBezTo>
                    <a:cubicBezTo>
                      <a:pt x="1380" y="5526"/>
                      <a:pt x="1380" y="5561"/>
                      <a:pt x="1380" y="5596"/>
                    </a:cubicBezTo>
                    <a:cubicBezTo>
                      <a:pt x="1345" y="5596"/>
                      <a:pt x="1311" y="5596"/>
                      <a:pt x="1275" y="5596"/>
                    </a:cubicBezTo>
                    <a:cubicBezTo>
                      <a:pt x="1275" y="5631"/>
                      <a:pt x="1275" y="5666"/>
                      <a:pt x="1275" y="5701"/>
                    </a:cubicBezTo>
                    <a:cubicBezTo>
                      <a:pt x="1240" y="5701"/>
                      <a:pt x="1206" y="5701"/>
                      <a:pt x="1170" y="5701"/>
                    </a:cubicBezTo>
                    <a:cubicBezTo>
                      <a:pt x="1170" y="5736"/>
                      <a:pt x="1170" y="5771"/>
                      <a:pt x="1170" y="5806"/>
                    </a:cubicBezTo>
                    <a:cubicBezTo>
                      <a:pt x="1135" y="5806"/>
                      <a:pt x="1101" y="5806"/>
                      <a:pt x="1065" y="5806"/>
                    </a:cubicBezTo>
                    <a:cubicBezTo>
                      <a:pt x="1065" y="5841"/>
                      <a:pt x="1065" y="5876"/>
                      <a:pt x="1065" y="5911"/>
                    </a:cubicBezTo>
                    <a:cubicBezTo>
                      <a:pt x="1030" y="5911"/>
                      <a:pt x="996" y="5911"/>
                      <a:pt x="960" y="5911"/>
                    </a:cubicBezTo>
                    <a:cubicBezTo>
                      <a:pt x="960" y="5946"/>
                      <a:pt x="960" y="5981"/>
                      <a:pt x="960" y="6016"/>
                    </a:cubicBezTo>
                    <a:cubicBezTo>
                      <a:pt x="925" y="6016"/>
                      <a:pt x="891" y="6016"/>
                      <a:pt x="855" y="6016"/>
                    </a:cubicBezTo>
                    <a:cubicBezTo>
                      <a:pt x="855" y="6051"/>
                      <a:pt x="855" y="6086"/>
                      <a:pt x="855" y="6121"/>
                    </a:cubicBezTo>
                    <a:cubicBezTo>
                      <a:pt x="820" y="6121"/>
                      <a:pt x="786" y="6121"/>
                      <a:pt x="750" y="6121"/>
                    </a:cubicBezTo>
                    <a:cubicBezTo>
                      <a:pt x="750" y="6191"/>
                      <a:pt x="750" y="6260"/>
                      <a:pt x="750" y="6331"/>
                    </a:cubicBezTo>
                    <a:cubicBezTo>
                      <a:pt x="715" y="6331"/>
                      <a:pt x="681" y="6331"/>
                      <a:pt x="645" y="6331"/>
                    </a:cubicBezTo>
                    <a:cubicBezTo>
                      <a:pt x="645" y="6435"/>
                      <a:pt x="645" y="6539"/>
                      <a:pt x="645" y="6646"/>
                    </a:cubicBezTo>
                    <a:cubicBezTo>
                      <a:pt x="680" y="6646"/>
                      <a:pt x="714" y="6646"/>
                      <a:pt x="750" y="6646"/>
                    </a:cubicBezTo>
                    <a:cubicBezTo>
                      <a:pt x="750" y="6681"/>
                      <a:pt x="750" y="6716"/>
                      <a:pt x="750" y="6751"/>
                    </a:cubicBezTo>
                    <a:cubicBezTo>
                      <a:pt x="785" y="6751"/>
                      <a:pt x="819" y="6751"/>
                      <a:pt x="855" y="6751"/>
                    </a:cubicBezTo>
                    <a:cubicBezTo>
                      <a:pt x="855" y="6786"/>
                      <a:pt x="855" y="6821"/>
                      <a:pt x="855" y="6856"/>
                    </a:cubicBezTo>
                    <a:cubicBezTo>
                      <a:pt x="890" y="6856"/>
                      <a:pt x="924" y="6856"/>
                      <a:pt x="960" y="6856"/>
                    </a:cubicBezTo>
                    <a:cubicBezTo>
                      <a:pt x="960" y="6891"/>
                      <a:pt x="960" y="6926"/>
                      <a:pt x="960" y="6961"/>
                    </a:cubicBezTo>
                    <a:cubicBezTo>
                      <a:pt x="995" y="6961"/>
                      <a:pt x="1029" y="6961"/>
                      <a:pt x="1065" y="6961"/>
                    </a:cubicBezTo>
                    <a:cubicBezTo>
                      <a:pt x="1065" y="6996"/>
                      <a:pt x="1065" y="7031"/>
                      <a:pt x="1065" y="7066"/>
                    </a:cubicBezTo>
                    <a:cubicBezTo>
                      <a:pt x="1100" y="7066"/>
                      <a:pt x="1134" y="7066"/>
                      <a:pt x="1170" y="7066"/>
                    </a:cubicBezTo>
                    <a:cubicBezTo>
                      <a:pt x="1170" y="7101"/>
                      <a:pt x="1170" y="7136"/>
                      <a:pt x="1170" y="7171"/>
                    </a:cubicBezTo>
                    <a:cubicBezTo>
                      <a:pt x="1205" y="7171"/>
                      <a:pt x="1239" y="7171"/>
                      <a:pt x="1275" y="7171"/>
                    </a:cubicBezTo>
                    <a:cubicBezTo>
                      <a:pt x="1275" y="7206"/>
                      <a:pt x="1275" y="7241"/>
                      <a:pt x="1275" y="7276"/>
                    </a:cubicBezTo>
                    <a:cubicBezTo>
                      <a:pt x="1310" y="7276"/>
                      <a:pt x="1344" y="7276"/>
                      <a:pt x="1380" y="7276"/>
                    </a:cubicBezTo>
                    <a:cubicBezTo>
                      <a:pt x="1380" y="7311"/>
                      <a:pt x="1380" y="7346"/>
                      <a:pt x="1380" y="7381"/>
                    </a:cubicBezTo>
                    <a:cubicBezTo>
                      <a:pt x="1415" y="7381"/>
                      <a:pt x="1449" y="7381"/>
                      <a:pt x="1485" y="7381"/>
                    </a:cubicBezTo>
                    <a:cubicBezTo>
                      <a:pt x="1485" y="7416"/>
                      <a:pt x="1485" y="7451"/>
                      <a:pt x="1485" y="7486"/>
                    </a:cubicBezTo>
                    <a:cubicBezTo>
                      <a:pt x="1520" y="7486"/>
                      <a:pt x="1554" y="7486"/>
                      <a:pt x="1590" y="7486"/>
                    </a:cubicBezTo>
                    <a:cubicBezTo>
                      <a:pt x="1590" y="7521"/>
                      <a:pt x="1590" y="7556"/>
                      <a:pt x="1590" y="7591"/>
                    </a:cubicBezTo>
                    <a:cubicBezTo>
                      <a:pt x="1625" y="7591"/>
                      <a:pt x="1659" y="7591"/>
                      <a:pt x="1695" y="7591"/>
                    </a:cubicBezTo>
                    <a:cubicBezTo>
                      <a:pt x="1695" y="7626"/>
                      <a:pt x="1695" y="7661"/>
                      <a:pt x="1695" y="7696"/>
                    </a:cubicBezTo>
                    <a:cubicBezTo>
                      <a:pt x="1730" y="7696"/>
                      <a:pt x="1764" y="7696"/>
                      <a:pt x="1800" y="7696"/>
                    </a:cubicBezTo>
                    <a:cubicBezTo>
                      <a:pt x="1800" y="7731"/>
                      <a:pt x="1800" y="7766"/>
                      <a:pt x="1800" y="7801"/>
                    </a:cubicBezTo>
                    <a:cubicBezTo>
                      <a:pt x="1835" y="7801"/>
                      <a:pt x="1869" y="7801"/>
                      <a:pt x="1905" y="7801"/>
                    </a:cubicBezTo>
                    <a:cubicBezTo>
                      <a:pt x="1905" y="7836"/>
                      <a:pt x="1905" y="7871"/>
                      <a:pt x="1905" y="7906"/>
                    </a:cubicBezTo>
                    <a:cubicBezTo>
                      <a:pt x="1940" y="7906"/>
                      <a:pt x="1974" y="7906"/>
                      <a:pt x="2010" y="7906"/>
                    </a:cubicBezTo>
                    <a:cubicBezTo>
                      <a:pt x="2010" y="7941"/>
                      <a:pt x="2010" y="7976"/>
                      <a:pt x="2010" y="8011"/>
                    </a:cubicBezTo>
                    <a:cubicBezTo>
                      <a:pt x="2045" y="8011"/>
                      <a:pt x="2079" y="8011"/>
                      <a:pt x="2115" y="8011"/>
                    </a:cubicBezTo>
                    <a:cubicBezTo>
                      <a:pt x="2115" y="8046"/>
                      <a:pt x="2115" y="8081"/>
                      <a:pt x="2115" y="8116"/>
                    </a:cubicBezTo>
                    <a:cubicBezTo>
                      <a:pt x="2150" y="8116"/>
                      <a:pt x="2184" y="8116"/>
                      <a:pt x="2220" y="8116"/>
                    </a:cubicBezTo>
                    <a:cubicBezTo>
                      <a:pt x="2220" y="8151"/>
                      <a:pt x="2220" y="8186"/>
                      <a:pt x="2220" y="8221"/>
                    </a:cubicBezTo>
                    <a:cubicBezTo>
                      <a:pt x="2255" y="8221"/>
                      <a:pt x="2289" y="8221"/>
                      <a:pt x="2325" y="8221"/>
                    </a:cubicBezTo>
                    <a:cubicBezTo>
                      <a:pt x="2325" y="8256"/>
                      <a:pt x="2325" y="8291"/>
                      <a:pt x="2325" y="8326"/>
                    </a:cubicBezTo>
                    <a:cubicBezTo>
                      <a:pt x="2360" y="8326"/>
                      <a:pt x="2394" y="8326"/>
                      <a:pt x="2430" y="8326"/>
                    </a:cubicBezTo>
                    <a:cubicBezTo>
                      <a:pt x="2430" y="8361"/>
                      <a:pt x="2430" y="8396"/>
                      <a:pt x="2430" y="8431"/>
                    </a:cubicBezTo>
                    <a:cubicBezTo>
                      <a:pt x="2465" y="8431"/>
                      <a:pt x="2499" y="8431"/>
                      <a:pt x="2535" y="8431"/>
                    </a:cubicBezTo>
                    <a:cubicBezTo>
                      <a:pt x="2535" y="8466"/>
                      <a:pt x="2535" y="8501"/>
                      <a:pt x="2535" y="8536"/>
                    </a:cubicBezTo>
                    <a:cubicBezTo>
                      <a:pt x="2570" y="8536"/>
                      <a:pt x="2604" y="8536"/>
                      <a:pt x="2640" y="8536"/>
                    </a:cubicBezTo>
                    <a:cubicBezTo>
                      <a:pt x="2640" y="8571"/>
                      <a:pt x="2640" y="8606"/>
                      <a:pt x="2640" y="8641"/>
                    </a:cubicBezTo>
                    <a:cubicBezTo>
                      <a:pt x="2675" y="8641"/>
                      <a:pt x="2709" y="8641"/>
                      <a:pt x="2745" y="8641"/>
                    </a:cubicBezTo>
                    <a:cubicBezTo>
                      <a:pt x="2745" y="8676"/>
                      <a:pt x="2745" y="8711"/>
                      <a:pt x="2745" y="8746"/>
                    </a:cubicBezTo>
                    <a:cubicBezTo>
                      <a:pt x="2780" y="8746"/>
                      <a:pt x="2814" y="8746"/>
                      <a:pt x="2850" y="8746"/>
                    </a:cubicBezTo>
                    <a:cubicBezTo>
                      <a:pt x="2850" y="8781"/>
                      <a:pt x="2850" y="8816"/>
                      <a:pt x="2850" y="8851"/>
                    </a:cubicBezTo>
                    <a:cubicBezTo>
                      <a:pt x="2885" y="8851"/>
                      <a:pt x="2919" y="8851"/>
                      <a:pt x="2955" y="8851"/>
                    </a:cubicBezTo>
                    <a:cubicBezTo>
                      <a:pt x="2955" y="8886"/>
                      <a:pt x="2955" y="8921"/>
                      <a:pt x="2955" y="8956"/>
                    </a:cubicBezTo>
                    <a:cubicBezTo>
                      <a:pt x="2990" y="8956"/>
                      <a:pt x="3024" y="8956"/>
                      <a:pt x="3060" y="8956"/>
                    </a:cubicBezTo>
                    <a:cubicBezTo>
                      <a:pt x="3060" y="8991"/>
                      <a:pt x="3060" y="9026"/>
                      <a:pt x="3060" y="9061"/>
                    </a:cubicBezTo>
                    <a:cubicBezTo>
                      <a:pt x="3095" y="9061"/>
                      <a:pt x="3129" y="9061"/>
                      <a:pt x="3165" y="9061"/>
                    </a:cubicBezTo>
                    <a:cubicBezTo>
                      <a:pt x="3165" y="9096"/>
                      <a:pt x="3165" y="9131"/>
                      <a:pt x="3165" y="9166"/>
                    </a:cubicBezTo>
                    <a:cubicBezTo>
                      <a:pt x="3200" y="9166"/>
                      <a:pt x="3234" y="9166"/>
                      <a:pt x="3270" y="9166"/>
                    </a:cubicBezTo>
                    <a:cubicBezTo>
                      <a:pt x="3270" y="9201"/>
                      <a:pt x="3270" y="9236"/>
                      <a:pt x="3270" y="9271"/>
                    </a:cubicBezTo>
                    <a:cubicBezTo>
                      <a:pt x="3305" y="9271"/>
                      <a:pt x="3339" y="9271"/>
                      <a:pt x="3375" y="9271"/>
                    </a:cubicBezTo>
                    <a:cubicBezTo>
                      <a:pt x="3375" y="9306"/>
                      <a:pt x="3375" y="9341"/>
                      <a:pt x="3375" y="9376"/>
                    </a:cubicBezTo>
                    <a:cubicBezTo>
                      <a:pt x="3410" y="9376"/>
                      <a:pt x="3444" y="9376"/>
                      <a:pt x="3480" y="9376"/>
                    </a:cubicBezTo>
                    <a:cubicBezTo>
                      <a:pt x="3480" y="9411"/>
                      <a:pt x="3480" y="9446"/>
                      <a:pt x="3480" y="9481"/>
                    </a:cubicBezTo>
                    <a:cubicBezTo>
                      <a:pt x="3515" y="9481"/>
                      <a:pt x="3549" y="9481"/>
                      <a:pt x="3585" y="9481"/>
                    </a:cubicBezTo>
                    <a:cubicBezTo>
                      <a:pt x="3585" y="9516"/>
                      <a:pt x="3585" y="9551"/>
                      <a:pt x="3585" y="9586"/>
                    </a:cubicBezTo>
                    <a:cubicBezTo>
                      <a:pt x="3620" y="9586"/>
                      <a:pt x="3654" y="9586"/>
                      <a:pt x="3690" y="9586"/>
                    </a:cubicBezTo>
                    <a:cubicBezTo>
                      <a:pt x="3690" y="9621"/>
                      <a:pt x="3690" y="9656"/>
                      <a:pt x="3690" y="9691"/>
                    </a:cubicBezTo>
                    <a:cubicBezTo>
                      <a:pt x="3725" y="9691"/>
                      <a:pt x="3759" y="9691"/>
                      <a:pt x="3795" y="9691"/>
                    </a:cubicBezTo>
                    <a:cubicBezTo>
                      <a:pt x="3795" y="9726"/>
                      <a:pt x="3795" y="9761"/>
                      <a:pt x="3795" y="9796"/>
                    </a:cubicBezTo>
                    <a:cubicBezTo>
                      <a:pt x="3830" y="9796"/>
                      <a:pt x="3864" y="9796"/>
                      <a:pt x="3900" y="9796"/>
                    </a:cubicBezTo>
                    <a:cubicBezTo>
                      <a:pt x="3900" y="9831"/>
                      <a:pt x="3900" y="9866"/>
                      <a:pt x="3900" y="9901"/>
                    </a:cubicBezTo>
                    <a:cubicBezTo>
                      <a:pt x="3935" y="9901"/>
                      <a:pt x="3969" y="9901"/>
                      <a:pt x="4005" y="9901"/>
                    </a:cubicBezTo>
                    <a:cubicBezTo>
                      <a:pt x="4005" y="9936"/>
                      <a:pt x="4005" y="9971"/>
                      <a:pt x="4005" y="10006"/>
                    </a:cubicBezTo>
                    <a:cubicBezTo>
                      <a:pt x="4040" y="10006"/>
                      <a:pt x="4074" y="10006"/>
                      <a:pt x="4110" y="10006"/>
                    </a:cubicBezTo>
                    <a:cubicBezTo>
                      <a:pt x="4110" y="10041"/>
                      <a:pt x="4110" y="10076"/>
                      <a:pt x="4110" y="10111"/>
                    </a:cubicBezTo>
                    <a:cubicBezTo>
                      <a:pt x="4145" y="10111"/>
                      <a:pt x="4179" y="10111"/>
                      <a:pt x="4215" y="10111"/>
                    </a:cubicBezTo>
                    <a:cubicBezTo>
                      <a:pt x="4215" y="10146"/>
                      <a:pt x="4215" y="10181"/>
                      <a:pt x="4215" y="10216"/>
                    </a:cubicBezTo>
                    <a:cubicBezTo>
                      <a:pt x="4250" y="10216"/>
                      <a:pt x="4284" y="10216"/>
                      <a:pt x="4320" y="10216"/>
                    </a:cubicBezTo>
                    <a:cubicBezTo>
                      <a:pt x="4320" y="10251"/>
                      <a:pt x="4320" y="10286"/>
                      <a:pt x="4320" y="10321"/>
                    </a:cubicBezTo>
                    <a:cubicBezTo>
                      <a:pt x="4355" y="10321"/>
                      <a:pt x="4389" y="10321"/>
                      <a:pt x="4425" y="10321"/>
                    </a:cubicBezTo>
                    <a:cubicBezTo>
                      <a:pt x="4425" y="10356"/>
                      <a:pt x="4425" y="10391"/>
                      <a:pt x="4425" y="10426"/>
                    </a:cubicBezTo>
                    <a:cubicBezTo>
                      <a:pt x="4460" y="10426"/>
                      <a:pt x="4494" y="10426"/>
                      <a:pt x="4530" y="10426"/>
                    </a:cubicBezTo>
                    <a:cubicBezTo>
                      <a:pt x="4530" y="10461"/>
                      <a:pt x="4530" y="10496"/>
                      <a:pt x="4530" y="10531"/>
                    </a:cubicBezTo>
                    <a:cubicBezTo>
                      <a:pt x="4565" y="10531"/>
                      <a:pt x="4599" y="10531"/>
                      <a:pt x="4635" y="10531"/>
                    </a:cubicBezTo>
                    <a:cubicBezTo>
                      <a:pt x="4635" y="10566"/>
                      <a:pt x="4635" y="10601"/>
                      <a:pt x="4635" y="10636"/>
                    </a:cubicBezTo>
                    <a:cubicBezTo>
                      <a:pt x="4670" y="10636"/>
                      <a:pt x="4704" y="10636"/>
                      <a:pt x="4740" y="10636"/>
                    </a:cubicBezTo>
                    <a:cubicBezTo>
                      <a:pt x="4740" y="10671"/>
                      <a:pt x="4740" y="10706"/>
                      <a:pt x="4740" y="10741"/>
                    </a:cubicBezTo>
                    <a:cubicBezTo>
                      <a:pt x="4775" y="10741"/>
                      <a:pt x="4809" y="10741"/>
                      <a:pt x="4845" y="10741"/>
                    </a:cubicBezTo>
                    <a:cubicBezTo>
                      <a:pt x="4845" y="10776"/>
                      <a:pt x="4845" y="10811"/>
                      <a:pt x="4845" y="10846"/>
                    </a:cubicBezTo>
                    <a:cubicBezTo>
                      <a:pt x="4880" y="10846"/>
                      <a:pt x="4914" y="10846"/>
                      <a:pt x="4950" y="10846"/>
                    </a:cubicBezTo>
                    <a:cubicBezTo>
                      <a:pt x="4950" y="10881"/>
                      <a:pt x="4950" y="10916"/>
                      <a:pt x="4950" y="10951"/>
                    </a:cubicBezTo>
                    <a:cubicBezTo>
                      <a:pt x="4985" y="10951"/>
                      <a:pt x="5019" y="10951"/>
                      <a:pt x="5055" y="10951"/>
                    </a:cubicBezTo>
                    <a:cubicBezTo>
                      <a:pt x="5055" y="10986"/>
                      <a:pt x="5055" y="11021"/>
                      <a:pt x="5055" y="11056"/>
                    </a:cubicBezTo>
                    <a:cubicBezTo>
                      <a:pt x="5090" y="11056"/>
                      <a:pt x="5124" y="11056"/>
                      <a:pt x="5160" y="11056"/>
                    </a:cubicBezTo>
                    <a:cubicBezTo>
                      <a:pt x="5160" y="11091"/>
                      <a:pt x="5160" y="11126"/>
                      <a:pt x="5160" y="11161"/>
                    </a:cubicBezTo>
                    <a:cubicBezTo>
                      <a:pt x="5195" y="11161"/>
                      <a:pt x="5229" y="11161"/>
                      <a:pt x="5265" y="11161"/>
                    </a:cubicBezTo>
                    <a:cubicBezTo>
                      <a:pt x="5265" y="11196"/>
                      <a:pt x="5265" y="11231"/>
                      <a:pt x="5265" y="11266"/>
                    </a:cubicBezTo>
                    <a:cubicBezTo>
                      <a:pt x="5300" y="11266"/>
                      <a:pt x="5334" y="11266"/>
                      <a:pt x="5370" y="11266"/>
                    </a:cubicBezTo>
                    <a:cubicBezTo>
                      <a:pt x="5370" y="11301"/>
                      <a:pt x="5370" y="11336"/>
                      <a:pt x="5370" y="11371"/>
                    </a:cubicBezTo>
                    <a:cubicBezTo>
                      <a:pt x="5405" y="11371"/>
                      <a:pt x="5439" y="11371"/>
                      <a:pt x="5475" y="11371"/>
                    </a:cubicBezTo>
                    <a:cubicBezTo>
                      <a:pt x="5475" y="11406"/>
                      <a:pt x="5475" y="11441"/>
                      <a:pt x="5475" y="11476"/>
                    </a:cubicBezTo>
                    <a:cubicBezTo>
                      <a:pt x="5510" y="11476"/>
                      <a:pt x="5544" y="11476"/>
                      <a:pt x="5580" y="11476"/>
                    </a:cubicBezTo>
                    <a:cubicBezTo>
                      <a:pt x="5580" y="11511"/>
                      <a:pt x="5580" y="11546"/>
                      <a:pt x="5580" y="11581"/>
                    </a:cubicBezTo>
                    <a:cubicBezTo>
                      <a:pt x="5615" y="11581"/>
                      <a:pt x="5649" y="11581"/>
                      <a:pt x="5685" y="11581"/>
                    </a:cubicBezTo>
                    <a:cubicBezTo>
                      <a:pt x="5685" y="11616"/>
                      <a:pt x="5685" y="11651"/>
                      <a:pt x="5685" y="11686"/>
                    </a:cubicBezTo>
                    <a:cubicBezTo>
                      <a:pt x="5720" y="11686"/>
                      <a:pt x="5754" y="11686"/>
                      <a:pt x="5790" y="11686"/>
                    </a:cubicBezTo>
                    <a:cubicBezTo>
                      <a:pt x="5790" y="11721"/>
                      <a:pt x="5790" y="11756"/>
                      <a:pt x="5790" y="11791"/>
                    </a:cubicBezTo>
                    <a:cubicBezTo>
                      <a:pt x="5825" y="11791"/>
                      <a:pt x="5859" y="11791"/>
                      <a:pt x="5895" y="11791"/>
                    </a:cubicBezTo>
                    <a:cubicBezTo>
                      <a:pt x="5895" y="11826"/>
                      <a:pt x="5895" y="11861"/>
                      <a:pt x="5895" y="11896"/>
                    </a:cubicBezTo>
                    <a:cubicBezTo>
                      <a:pt x="5930" y="11896"/>
                      <a:pt x="5964" y="11896"/>
                      <a:pt x="6000" y="11896"/>
                    </a:cubicBezTo>
                    <a:cubicBezTo>
                      <a:pt x="6000" y="11931"/>
                      <a:pt x="6000" y="11966"/>
                      <a:pt x="6000" y="12001"/>
                    </a:cubicBezTo>
                    <a:cubicBezTo>
                      <a:pt x="6035" y="12001"/>
                      <a:pt x="6069" y="12001"/>
                      <a:pt x="6105" y="12001"/>
                    </a:cubicBezTo>
                    <a:cubicBezTo>
                      <a:pt x="6105" y="12036"/>
                      <a:pt x="6105" y="12071"/>
                      <a:pt x="6105" y="12106"/>
                    </a:cubicBezTo>
                    <a:cubicBezTo>
                      <a:pt x="6140" y="12106"/>
                      <a:pt x="6174" y="12106"/>
                      <a:pt x="6210" y="12106"/>
                    </a:cubicBezTo>
                    <a:cubicBezTo>
                      <a:pt x="6210" y="12141"/>
                      <a:pt x="6210" y="12176"/>
                      <a:pt x="6210" y="12211"/>
                    </a:cubicBezTo>
                    <a:cubicBezTo>
                      <a:pt x="6279" y="12211"/>
                      <a:pt x="6349" y="12211"/>
                      <a:pt x="6420" y="12211"/>
                    </a:cubicBezTo>
                    <a:cubicBezTo>
                      <a:pt x="6420" y="12246"/>
                      <a:pt x="6420" y="12281"/>
                      <a:pt x="6420" y="12316"/>
                    </a:cubicBezTo>
                    <a:cubicBezTo>
                      <a:pt x="6489" y="12316"/>
                      <a:pt x="6559" y="12316"/>
                      <a:pt x="6630" y="12316"/>
                    </a:cubicBezTo>
                    <a:cubicBezTo>
                      <a:pt x="6630" y="12282"/>
                      <a:pt x="6630" y="12247"/>
                      <a:pt x="6630" y="12211"/>
                    </a:cubicBezTo>
                    <a:cubicBezTo>
                      <a:pt x="6699" y="12211"/>
                      <a:pt x="6769" y="12211"/>
                      <a:pt x="6840" y="12211"/>
                    </a:cubicBezTo>
                    <a:cubicBezTo>
                      <a:pt x="6840" y="12177"/>
                      <a:pt x="6840" y="12142"/>
                      <a:pt x="6840" y="12106"/>
                    </a:cubicBezTo>
                    <a:cubicBezTo>
                      <a:pt x="6875" y="12106"/>
                      <a:pt x="6909" y="12106"/>
                      <a:pt x="6945" y="12106"/>
                    </a:cubicBezTo>
                    <a:cubicBezTo>
                      <a:pt x="6945" y="12072"/>
                      <a:pt x="6945" y="12037"/>
                      <a:pt x="6945" y="12001"/>
                    </a:cubicBezTo>
                    <a:cubicBezTo>
                      <a:pt x="6980" y="12001"/>
                      <a:pt x="7014" y="12001"/>
                      <a:pt x="7050" y="12001"/>
                    </a:cubicBezTo>
                    <a:cubicBezTo>
                      <a:pt x="7050" y="11967"/>
                      <a:pt x="7050" y="11932"/>
                      <a:pt x="7050" y="11896"/>
                    </a:cubicBezTo>
                    <a:cubicBezTo>
                      <a:pt x="7085" y="11896"/>
                      <a:pt x="7119" y="11896"/>
                      <a:pt x="7155" y="11896"/>
                    </a:cubicBezTo>
                    <a:cubicBezTo>
                      <a:pt x="7155" y="11862"/>
                      <a:pt x="7155" y="11827"/>
                      <a:pt x="7155" y="11791"/>
                    </a:cubicBezTo>
                    <a:cubicBezTo>
                      <a:pt x="7190" y="11791"/>
                      <a:pt x="7224" y="11791"/>
                      <a:pt x="7260" y="11791"/>
                    </a:cubicBezTo>
                    <a:cubicBezTo>
                      <a:pt x="7260" y="11757"/>
                      <a:pt x="7260" y="11722"/>
                      <a:pt x="7260" y="11686"/>
                    </a:cubicBezTo>
                    <a:cubicBezTo>
                      <a:pt x="7295" y="11686"/>
                      <a:pt x="7329" y="11686"/>
                      <a:pt x="7365" y="11686"/>
                    </a:cubicBezTo>
                    <a:cubicBezTo>
                      <a:pt x="7365" y="11582"/>
                      <a:pt x="7365" y="11479"/>
                      <a:pt x="7365" y="11371"/>
                    </a:cubicBezTo>
                    <a:cubicBezTo>
                      <a:pt x="7330" y="11371"/>
                      <a:pt x="7296" y="11371"/>
                      <a:pt x="7260" y="11371"/>
                    </a:cubicBezTo>
                    <a:cubicBezTo>
                      <a:pt x="7260" y="11302"/>
                      <a:pt x="7260" y="11233"/>
                      <a:pt x="7260" y="11161"/>
                    </a:cubicBezTo>
                    <a:cubicBezTo>
                      <a:pt x="7225" y="11161"/>
                      <a:pt x="7191" y="11161"/>
                      <a:pt x="7155" y="11161"/>
                    </a:cubicBezTo>
                    <a:cubicBezTo>
                      <a:pt x="7155" y="11127"/>
                      <a:pt x="7155" y="11092"/>
                      <a:pt x="7155" y="11056"/>
                    </a:cubicBezTo>
                    <a:cubicBezTo>
                      <a:pt x="7120" y="11056"/>
                      <a:pt x="7086" y="11056"/>
                      <a:pt x="7050" y="11056"/>
                    </a:cubicBezTo>
                    <a:cubicBezTo>
                      <a:pt x="7050" y="11022"/>
                      <a:pt x="7050" y="10987"/>
                      <a:pt x="7050" y="10951"/>
                    </a:cubicBezTo>
                    <a:cubicBezTo>
                      <a:pt x="7015" y="10951"/>
                      <a:pt x="6981" y="10951"/>
                      <a:pt x="6945" y="10951"/>
                    </a:cubicBezTo>
                    <a:cubicBezTo>
                      <a:pt x="6945" y="10917"/>
                      <a:pt x="6945" y="10882"/>
                      <a:pt x="6945" y="10846"/>
                    </a:cubicBezTo>
                    <a:cubicBezTo>
                      <a:pt x="6910" y="10846"/>
                      <a:pt x="6876" y="10846"/>
                      <a:pt x="6840" y="10846"/>
                    </a:cubicBezTo>
                    <a:cubicBezTo>
                      <a:pt x="6840" y="10812"/>
                      <a:pt x="6840" y="10777"/>
                      <a:pt x="6840" y="10741"/>
                    </a:cubicBezTo>
                    <a:cubicBezTo>
                      <a:pt x="6805" y="10741"/>
                      <a:pt x="6771" y="10741"/>
                      <a:pt x="6735" y="10741"/>
                    </a:cubicBezTo>
                    <a:cubicBezTo>
                      <a:pt x="6735" y="10707"/>
                      <a:pt x="6735" y="10672"/>
                      <a:pt x="6735" y="10636"/>
                    </a:cubicBezTo>
                    <a:cubicBezTo>
                      <a:pt x="6700" y="10636"/>
                      <a:pt x="6666" y="10636"/>
                      <a:pt x="6630" y="10636"/>
                    </a:cubicBezTo>
                    <a:cubicBezTo>
                      <a:pt x="6630" y="10602"/>
                      <a:pt x="6630" y="10567"/>
                      <a:pt x="6630" y="10531"/>
                    </a:cubicBezTo>
                    <a:cubicBezTo>
                      <a:pt x="6595" y="10531"/>
                      <a:pt x="6561" y="10531"/>
                      <a:pt x="6525" y="10531"/>
                    </a:cubicBezTo>
                    <a:cubicBezTo>
                      <a:pt x="6525" y="10497"/>
                      <a:pt x="6525" y="10462"/>
                      <a:pt x="6525" y="10426"/>
                    </a:cubicBezTo>
                    <a:cubicBezTo>
                      <a:pt x="6490" y="10426"/>
                      <a:pt x="6456" y="10426"/>
                      <a:pt x="6420" y="10426"/>
                    </a:cubicBezTo>
                    <a:cubicBezTo>
                      <a:pt x="6420" y="10392"/>
                      <a:pt x="6420" y="10357"/>
                      <a:pt x="6420" y="10321"/>
                    </a:cubicBezTo>
                    <a:cubicBezTo>
                      <a:pt x="6385" y="10321"/>
                      <a:pt x="6351" y="10321"/>
                      <a:pt x="6315" y="10321"/>
                    </a:cubicBezTo>
                    <a:cubicBezTo>
                      <a:pt x="6315" y="10287"/>
                      <a:pt x="6315" y="10252"/>
                      <a:pt x="6315" y="10216"/>
                    </a:cubicBezTo>
                    <a:cubicBezTo>
                      <a:pt x="6280" y="10216"/>
                      <a:pt x="6246" y="10216"/>
                      <a:pt x="6210" y="10216"/>
                    </a:cubicBezTo>
                    <a:cubicBezTo>
                      <a:pt x="6210" y="10182"/>
                      <a:pt x="6210" y="10147"/>
                      <a:pt x="6210" y="10111"/>
                    </a:cubicBezTo>
                    <a:cubicBezTo>
                      <a:pt x="6175" y="10111"/>
                      <a:pt x="6141" y="10111"/>
                      <a:pt x="6105" y="10111"/>
                    </a:cubicBezTo>
                    <a:cubicBezTo>
                      <a:pt x="6105" y="10077"/>
                      <a:pt x="6105" y="10042"/>
                      <a:pt x="6105" y="10006"/>
                    </a:cubicBezTo>
                    <a:cubicBezTo>
                      <a:pt x="6070" y="10006"/>
                      <a:pt x="6036" y="10006"/>
                      <a:pt x="6000" y="10006"/>
                    </a:cubicBezTo>
                    <a:cubicBezTo>
                      <a:pt x="6000" y="9972"/>
                      <a:pt x="6000" y="9937"/>
                      <a:pt x="6000" y="9901"/>
                    </a:cubicBezTo>
                    <a:cubicBezTo>
                      <a:pt x="5965" y="9901"/>
                      <a:pt x="5931" y="9901"/>
                      <a:pt x="5895" y="9901"/>
                    </a:cubicBezTo>
                    <a:cubicBezTo>
                      <a:pt x="5895" y="9867"/>
                      <a:pt x="5895" y="9832"/>
                      <a:pt x="5895" y="9796"/>
                    </a:cubicBezTo>
                    <a:cubicBezTo>
                      <a:pt x="5860" y="9796"/>
                      <a:pt x="5826" y="9796"/>
                      <a:pt x="5790" y="9796"/>
                    </a:cubicBezTo>
                    <a:cubicBezTo>
                      <a:pt x="5790" y="9762"/>
                      <a:pt x="5790" y="9727"/>
                      <a:pt x="5790" y="9691"/>
                    </a:cubicBezTo>
                    <a:cubicBezTo>
                      <a:pt x="5755" y="9691"/>
                      <a:pt x="5721" y="9691"/>
                      <a:pt x="5685" y="9691"/>
                    </a:cubicBezTo>
                    <a:cubicBezTo>
                      <a:pt x="5685" y="9657"/>
                      <a:pt x="5685" y="9622"/>
                      <a:pt x="5685" y="9586"/>
                    </a:cubicBezTo>
                    <a:cubicBezTo>
                      <a:pt x="5650" y="9586"/>
                      <a:pt x="5616" y="9586"/>
                      <a:pt x="5580" y="9586"/>
                    </a:cubicBezTo>
                    <a:cubicBezTo>
                      <a:pt x="5580" y="9552"/>
                      <a:pt x="5580" y="9517"/>
                      <a:pt x="5580" y="9481"/>
                    </a:cubicBezTo>
                    <a:cubicBezTo>
                      <a:pt x="5545" y="9481"/>
                      <a:pt x="5511" y="9481"/>
                      <a:pt x="5475" y="9481"/>
                    </a:cubicBezTo>
                    <a:cubicBezTo>
                      <a:pt x="5475" y="9447"/>
                      <a:pt x="5475" y="9412"/>
                      <a:pt x="5475" y="9376"/>
                    </a:cubicBezTo>
                    <a:cubicBezTo>
                      <a:pt x="5440" y="9376"/>
                      <a:pt x="5406" y="9376"/>
                      <a:pt x="5370" y="9376"/>
                    </a:cubicBezTo>
                    <a:cubicBezTo>
                      <a:pt x="5370" y="9342"/>
                      <a:pt x="5370" y="9307"/>
                      <a:pt x="5370" y="9271"/>
                    </a:cubicBezTo>
                    <a:cubicBezTo>
                      <a:pt x="5335" y="9271"/>
                      <a:pt x="5301" y="9271"/>
                      <a:pt x="5265" y="9271"/>
                    </a:cubicBezTo>
                    <a:cubicBezTo>
                      <a:pt x="5265" y="9237"/>
                      <a:pt x="5265" y="9202"/>
                      <a:pt x="5265" y="9166"/>
                    </a:cubicBezTo>
                    <a:cubicBezTo>
                      <a:pt x="5230" y="9166"/>
                      <a:pt x="5196" y="9166"/>
                      <a:pt x="5160" y="9166"/>
                    </a:cubicBezTo>
                    <a:cubicBezTo>
                      <a:pt x="5160" y="9132"/>
                      <a:pt x="5160" y="9097"/>
                      <a:pt x="5160" y="9061"/>
                    </a:cubicBezTo>
                    <a:cubicBezTo>
                      <a:pt x="5125" y="9061"/>
                      <a:pt x="5091" y="9061"/>
                      <a:pt x="5055" y="9061"/>
                    </a:cubicBezTo>
                    <a:cubicBezTo>
                      <a:pt x="5055" y="9027"/>
                      <a:pt x="5055" y="8992"/>
                      <a:pt x="5055" y="8956"/>
                    </a:cubicBezTo>
                    <a:cubicBezTo>
                      <a:pt x="5020" y="8956"/>
                      <a:pt x="4986" y="8956"/>
                      <a:pt x="4950" y="8956"/>
                    </a:cubicBezTo>
                    <a:cubicBezTo>
                      <a:pt x="4950" y="8922"/>
                      <a:pt x="4950" y="8887"/>
                      <a:pt x="4950" y="8851"/>
                    </a:cubicBezTo>
                    <a:cubicBezTo>
                      <a:pt x="4915" y="8851"/>
                      <a:pt x="4881" y="8851"/>
                      <a:pt x="4845" y="8851"/>
                    </a:cubicBezTo>
                    <a:cubicBezTo>
                      <a:pt x="4845" y="8817"/>
                      <a:pt x="4845" y="8782"/>
                      <a:pt x="4845" y="8746"/>
                    </a:cubicBezTo>
                    <a:cubicBezTo>
                      <a:pt x="4810" y="8746"/>
                      <a:pt x="4776" y="8746"/>
                      <a:pt x="4740" y="8746"/>
                    </a:cubicBezTo>
                    <a:cubicBezTo>
                      <a:pt x="4740" y="8712"/>
                      <a:pt x="4740" y="8677"/>
                      <a:pt x="4740" y="8641"/>
                    </a:cubicBezTo>
                    <a:cubicBezTo>
                      <a:pt x="4705" y="8641"/>
                      <a:pt x="4671" y="8641"/>
                      <a:pt x="4635" y="8641"/>
                    </a:cubicBezTo>
                    <a:cubicBezTo>
                      <a:pt x="4635" y="8607"/>
                      <a:pt x="4635" y="8572"/>
                      <a:pt x="4635" y="8536"/>
                    </a:cubicBezTo>
                    <a:cubicBezTo>
                      <a:pt x="4600" y="8536"/>
                      <a:pt x="4566" y="8536"/>
                      <a:pt x="4530" y="8536"/>
                    </a:cubicBezTo>
                    <a:cubicBezTo>
                      <a:pt x="4530" y="8502"/>
                      <a:pt x="4530" y="8467"/>
                      <a:pt x="4530" y="8431"/>
                    </a:cubicBezTo>
                    <a:cubicBezTo>
                      <a:pt x="4495" y="8431"/>
                      <a:pt x="4461" y="8431"/>
                      <a:pt x="4425" y="8431"/>
                    </a:cubicBezTo>
                    <a:cubicBezTo>
                      <a:pt x="4425" y="8397"/>
                      <a:pt x="4425" y="8362"/>
                      <a:pt x="4425" y="8326"/>
                    </a:cubicBezTo>
                    <a:cubicBezTo>
                      <a:pt x="4390" y="8326"/>
                      <a:pt x="4356" y="8326"/>
                      <a:pt x="4320" y="8326"/>
                    </a:cubicBezTo>
                    <a:cubicBezTo>
                      <a:pt x="4320" y="8292"/>
                      <a:pt x="4320" y="8257"/>
                      <a:pt x="4320" y="8221"/>
                    </a:cubicBezTo>
                    <a:cubicBezTo>
                      <a:pt x="4285" y="8221"/>
                      <a:pt x="4251" y="8221"/>
                      <a:pt x="4215" y="8221"/>
                    </a:cubicBezTo>
                    <a:cubicBezTo>
                      <a:pt x="4215" y="8187"/>
                      <a:pt x="4215" y="8152"/>
                      <a:pt x="4215" y="8116"/>
                    </a:cubicBezTo>
                    <a:cubicBezTo>
                      <a:pt x="4180" y="8116"/>
                      <a:pt x="4146" y="8116"/>
                      <a:pt x="4110" y="8116"/>
                    </a:cubicBezTo>
                    <a:cubicBezTo>
                      <a:pt x="4110" y="8082"/>
                      <a:pt x="4110" y="8047"/>
                      <a:pt x="4110" y="8011"/>
                    </a:cubicBezTo>
                    <a:cubicBezTo>
                      <a:pt x="4075" y="8011"/>
                      <a:pt x="4041" y="8011"/>
                      <a:pt x="4005" y="8011"/>
                    </a:cubicBezTo>
                    <a:cubicBezTo>
                      <a:pt x="4005" y="7977"/>
                      <a:pt x="4005" y="7942"/>
                      <a:pt x="4005" y="7906"/>
                    </a:cubicBezTo>
                    <a:cubicBezTo>
                      <a:pt x="3970" y="7906"/>
                      <a:pt x="3936" y="7906"/>
                      <a:pt x="3900" y="7906"/>
                    </a:cubicBezTo>
                    <a:cubicBezTo>
                      <a:pt x="3900" y="7872"/>
                      <a:pt x="3900" y="7837"/>
                      <a:pt x="3900" y="7801"/>
                    </a:cubicBezTo>
                    <a:cubicBezTo>
                      <a:pt x="3865" y="7801"/>
                      <a:pt x="3831" y="7801"/>
                      <a:pt x="3795" y="7801"/>
                    </a:cubicBezTo>
                    <a:cubicBezTo>
                      <a:pt x="3795" y="7767"/>
                      <a:pt x="3795" y="7732"/>
                      <a:pt x="3795" y="7696"/>
                    </a:cubicBezTo>
                    <a:cubicBezTo>
                      <a:pt x="3760" y="7696"/>
                      <a:pt x="3726" y="7696"/>
                      <a:pt x="3690" y="7696"/>
                    </a:cubicBezTo>
                    <a:cubicBezTo>
                      <a:pt x="3690" y="7662"/>
                      <a:pt x="3690" y="7627"/>
                      <a:pt x="3690" y="7591"/>
                    </a:cubicBezTo>
                    <a:cubicBezTo>
                      <a:pt x="3655" y="7591"/>
                      <a:pt x="3621" y="7591"/>
                      <a:pt x="3585" y="7591"/>
                    </a:cubicBezTo>
                    <a:cubicBezTo>
                      <a:pt x="3585" y="7557"/>
                      <a:pt x="3585" y="7522"/>
                      <a:pt x="3585" y="7486"/>
                    </a:cubicBezTo>
                    <a:cubicBezTo>
                      <a:pt x="3550" y="7486"/>
                      <a:pt x="3516" y="7486"/>
                      <a:pt x="3480" y="7486"/>
                    </a:cubicBezTo>
                    <a:cubicBezTo>
                      <a:pt x="3480" y="7452"/>
                      <a:pt x="3480" y="7417"/>
                      <a:pt x="3480" y="7381"/>
                    </a:cubicBezTo>
                    <a:cubicBezTo>
                      <a:pt x="3445" y="7381"/>
                      <a:pt x="3411" y="7381"/>
                      <a:pt x="3375" y="7381"/>
                    </a:cubicBezTo>
                    <a:cubicBezTo>
                      <a:pt x="3375" y="7347"/>
                      <a:pt x="3375" y="7312"/>
                      <a:pt x="3375" y="7276"/>
                    </a:cubicBezTo>
                    <a:cubicBezTo>
                      <a:pt x="3340" y="7276"/>
                      <a:pt x="3306" y="7276"/>
                      <a:pt x="3270" y="7276"/>
                    </a:cubicBezTo>
                    <a:cubicBezTo>
                      <a:pt x="3270" y="7242"/>
                      <a:pt x="3270" y="7207"/>
                      <a:pt x="3270" y="7171"/>
                    </a:cubicBezTo>
                    <a:cubicBezTo>
                      <a:pt x="3235" y="7171"/>
                      <a:pt x="3201" y="7171"/>
                      <a:pt x="3165" y="7171"/>
                    </a:cubicBezTo>
                    <a:cubicBezTo>
                      <a:pt x="3165" y="7137"/>
                      <a:pt x="3165" y="7102"/>
                      <a:pt x="3165" y="7066"/>
                    </a:cubicBezTo>
                    <a:cubicBezTo>
                      <a:pt x="3130" y="7066"/>
                      <a:pt x="3096" y="7066"/>
                      <a:pt x="3060" y="7066"/>
                    </a:cubicBezTo>
                    <a:cubicBezTo>
                      <a:pt x="3060" y="7032"/>
                      <a:pt x="3060" y="6997"/>
                      <a:pt x="3060" y="6961"/>
                    </a:cubicBezTo>
                    <a:cubicBezTo>
                      <a:pt x="3025" y="6961"/>
                      <a:pt x="2991" y="6961"/>
                      <a:pt x="2955" y="6961"/>
                    </a:cubicBezTo>
                    <a:cubicBezTo>
                      <a:pt x="2955" y="6927"/>
                      <a:pt x="2955" y="6892"/>
                      <a:pt x="2955" y="6856"/>
                    </a:cubicBezTo>
                    <a:cubicBezTo>
                      <a:pt x="2920" y="6856"/>
                      <a:pt x="2886" y="6856"/>
                      <a:pt x="2850" y="6856"/>
                    </a:cubicBezTo>
                    <a:cubicBezTo>
                      <a:pt x="2850" y="6822"/>
                      <a:pt x="2850" y="6787"/>
                      <a:pt x="2850" y="6751"/>
                    </a:cubicBezTo>
                    <a:cubicBezTo>
                      <a:pt x="2815" y="6751"/>
                      <a:pt x="2781" y="6751"/>
                      <a:pt x="2745" y="6751"/>
                    </a:cubicBezTo>
                    <a:cubicBezTo>
                      <a:pt x="2745" y="6717"/>
                      <a:pt x="2745" y="6682"/>
                      <a:pt x="2745" y="6646"/>
                    </a:cubicBezTo>
                    <a:cubicBezTo>
                      <a:pt x="2710" y="6646"/>
                      <a:pt x="2676" y="6646"/>
                      <a:pt x="2640" y="6646"/>
                    </a:cubicBezTo>
                    <a:cubicBezTo>
                      <a:pt x="2640" y="6508"/>
                      <a:pt x="2640" y="6369"/>
                      <a:pt x="2640" y="6226"/>
                    </a:cubicBezTo>
                    <a:cubicBezTo>
                      <a:pt x="2675" y="6226"/>
                      <a:pt x="2709" y="6226"/>
                      <a:pt x="2745" y="6226"/>
                    </a:cubicBezTo>
                    <a:cubicBezTo>
                      <a:pt x="2745" y="6192"/>
                      <a:pt x="2745" y="6157"/>
                      <a:pt x="2745" y="6121"/>
                    </a:cubicBezTo>
                    <a:cubicBezTo>
                      <a:pt x="2780" y="6121"/>
                      <a:pt x="2814" y="6121"/>
                      <a:pt x="2850" y="6121"/>
                    </a:cubicBezTo>
                    <a:cubicBezTo>
                      <a:pt x="2850" y="6087"/>
                      <a:pt x="2850" y="6052"/>
                      <a:pt x="2850" y="6016"/>
                    </a:cubicBezTo>
                    <a:cubicBezTo>
                      <a:pt x="2885" y="6016"/>
                      <a:pt x="2919" y="6016"/>
                      <a:pt x="2955" y="6016"/>
                    </a:cubicBezTo>
                    <a:cubicBezTo>
                      <a:pt x="2955" y="5982"/>
                      <a:pt x="2955" y="5947"/>
                      <a:pt x="2955" y="5911"/>
                    </a:cubicBezTo>
                    <a:cubicBezTo>
                      <a:pt x="2990" y="5911"/>
                      <a:pt x="3024" y="5911"/>
                      <a:pt x="3060" y="5911"/>
                    </a:cubicBezTo>
                    <a:cubicBezTo>
                      <a:pt x="3060" y="5877"/>
                      <a:pt x="3060" y="5842"/>
                      <a:pt x="3060" y="5806"/>
                    </a:cubicBezTo>
                    <a:cubicBezTo>
                      <a:pt x="3095" y="5806"/>
                      <a:pt x="3129" y="5806"/>
                      <a:pt x="3165" y="5806"/>
                    </a:cubicBezTo>
                    <a:cubicBezTo>
                      <a:pt x="3165" y="5772"/>
                      <a:pt x="3165" y="5737"/>
                      <a:pt x="3165" y="5701"/>
                    </a:cubicBezTo>
                    <a:cubicBezTo>
                      <a:pt x="3200" y="5701"/>
                      <a:pt x="3234" y="5701"/>
                      <a:pt x="3270" y="5701"/>
                    </a:cubicBezTo>
                    <a:cubicBezTo>
                      <a:pt x="3270" y="5667"/>
                      <a:pt x="3270" y="5632"/>
                      <a:pt x="3270" y="5596"/>
                    </a:cubicBezTo>
                    <a:cubicBezTo>
                      <a:pt x="3305" y="5596"/>
                      <a:pt x="3339" y="5596"/>
                      <a:pt x="3375" y="5596"/>
                    </a:cubicBezTo>
                    <a:cubicBezTo>
                      <a:pt x="3375" y="5562"/>
                      <a:pt x="3375" y="5527"/>
                      <a:pt x="3375" y="5491"/>
                    </a:cubicBezTo>
                    <a:cubicBezTo>
                      <a:pt x="3410" y="5491"/>
                      <a:pt x="3444" y="5491"/>
                      <a:pt x="3480" y="5491"/>
                    </a:cubicBezTo>
                    <a:cubicBezTo>
                      <a:pt x="3480" y="5457"/>
                      <a:pt x="3480" y="5422"/>
                      <a:pt x="3480" y="5386"/>
                    </a:cubicBezTo>
                    <a:cubicBezTo>
                      <a:pt x="3515" y="5386"/>
                      <a:pt x="3549" y="5386"/>
                      <a:pt x="3585" y="5386"/>
                    </a:cubicBezTo>
                    <a:cubicBezTo>
                      <a:pt x="3585" y="5352"/>
                      <a:pt x="3585" y="5317"/>
                      <a:pt x="3585" y="5281"/>
                    </a:cubicBezTo>
                    <a:cubicBezTo>
                      <a:pt x="3620" y="5281"/>
                      <a:pt x="3654" y="5281"/>
                      <a:pt x="3690" y="5281"/>
                    </a:cubicBezTo>
                    <a:cubicBezTo>
                      <a:pt x="3690" y="5247"/>
                      <a:pt x="3690" y="5212"/>
                      <a:pt x="3690" y="5176"/>
                    </a:cubicBezTo>
                    <a:cubicBezTo>
                      <a:pt x="3725" y="5176"/>
                      <a:pt x="3759" y="5176"/>
                      <a:pt x="3795" y="5176"/>
                    </a:cubicBezTo>
                    <a:cubicBezTo>
                      <a:pt x="3795" y="5142"/>
                      <a:pt x="3795" y="5107"/>
                      <a:pt x="3795" y="5071"/>
                    </a:cubicBezTo>
                    <a:cubicBezTo>
                      <a:pt x="3830" y="5071"/>
                      <a:pt x="3864" y="5071"/>
                      <a:pt x="3900" y="5071"/>
                    </a:cubicBezTo>
                    <a:cubicBezTo>
                      <a:pt x="3900" y="5037"/>
                      <a:pt x="3900" y="5002"/>
                      <a:pt x="3900" y="4966"/>
                    </a:cubicBezTo>
                    <a:cubicBezTo>
                      <a:pt x="3935" y="4966"/>
                      <a:pt x="3969" y="4966"/>
                      <a:pt x="4005" y="4966"/>
                    </a:cubicBezTo>
                    <a:cubicBezTo>
                      <a:pt x="4005" y="4932"/>
                      <a:pt x="4005" y="4897"/>
                      <a:pt x="4005" y="4861"/>
                    </a:cubicBezTo>
                    <a:cubicBezTo>
                      <a:pt x="4040" y="4861"/>
                      <a:pt x="4074" y="4861"/>
                      <a:pt x="4110" y="4861"/>
                    </a:cubicBezTo>
                    <a:cubicBezTo>
                      <a:pt x="4110" y="4827"/>
                      <a:pt x="4110" y="4792"/>
                      <a:pt x="4110" y="4756"/>
                    </a:cubicBezTo>
                    <a:cubicBezTo>
                      <a:pt x="4145" y="4756"/>
                      <a:pt x="4179" y="4756"/>
                      <a:pt x="4215" y="4756"/>
                    </a:cubicBezTo>
                    <a:cubicBezTo>
                      <a:pt x="4215" y="4722"/>
                      <a:pt x="4215" y="4687"/>
                      <a:pt x="4215" y="4651"/>
                    </a:cubicBezTo>
                    <a:cubicBezTo>
                      <a:pt x="4250" y="4651"/>
                      <a:pt x="4284" y="4651"/>
                      <a:pt x="4320" y="4651"/>
                    </a:cubicBezTo>
                    <a:cubicBezTo>
                      <a:pt x="4320" y="4617"/>
                      <a:pt x="4320" y="4582"/>
                      <a:pt x="4320" y="4546"/>
                    </a:cubicBezTo>
                    <a:cubicBezTo>
                      <a:pt x="4355" y="4546"/>
                      <a:pt x="4389" y="4546"/>
                      <a:pt x="4425" y="4546"/>
                    </a:cubicBezTo>
                    <a:cubicBezTo>
                      <a:pt x="4425" y="4512"/>
                      <a:pt x="4425" y="4477"/>
                      <a:pt x="4425" y="4441"/>
                    </a:cubicBezTo>
                    <a:cubicBezTo>
                      <a:pt x="4460" y="4441"/>
                      <a:pt x="4494" y="4441"/>
                      <a:pt x="4530" y="4441"/>
                    </a:cubicBezTo>
                    <a:cubicBezTo>
                      <a:pt x="4530" y="4407"/>
                      <a:pt x="4530" y="4372"/>
                      <a:pt x="4530" y="4336"/>
                    </a:cubicBezTo>
                    <a:cubicBezTo>
                      <a:pt x="4565" y="4336"/>
                      <a:pt x="4599" y="4336"/>
                      <a:pt x="4635" y="4336"/>
                    </a:cubicBezTo>
                    <a:cubicBezTo>
                      <a:pt x="4635" y="4302"/>
                      <a:pt x="4635" y="4267"/>
                      <a:pt x="4635" y="4231"/>
                    </a:cubicBezTo>
                    <a:cubicBezTo>
                      <a:pt x="4670" y="4231"/>
                      <a:pt x="4704" y="4231"/>
                      <a:pt x="4740" y="4231"/>
                    </a:cubicBezTo>
                    <a:cubicBezTo>
                      <a:pt x="4740" y="4197"/>
                      <a:pt x="4740" y="4162"/>
                      <a:pt x="4740" y="4126"/>
                    </a:cubicBezTo>
                    <a:cubicBezTo>
                      <a:pt x="4775" y="4126"/>
                      <a:pt x="4809" y="4126"/>
                      <a:pt x="4845" y="4126"/>
                    </a:cubicBezTo>
                    <a:cubicBezTo>
                      <a:pt x="4845" y="4092"/>
                      <a:pt x="4845" y="4057"/>
                      <a:pt x="4845" y="4021"/>
                    </a:cubicBezTo>
                    <a:cubicBezTo>
                      <a:pt x="4880" y="4021"/>
                      <a:pt x="4914" y="4021"/>
                      <a:pt x="4950" y="4021"/>
                    </a:cubicBezTo>
                    <a:cubicBezTo>
                      <a:pt x="4950" y="3987"/>
                      <a:pt x="4950" y="3952"/>
                      <a:pt x="4950" y="3916"/>
                    </a:cubicBezTo>
                    <a:cubicBezTo>
                      <a:pt x="4985" y="3916"/>
                      <a:pt x="5019" y="3916"/>
                      <a:pt x="5055" y="3916"/>
                    </a:cubicBezTo>
                    <a:cubicBezTo>
                      <a:pt x="5055" y="3882"/>
                      <a:pt x="5055" y="3847"/>
                      <a:pt x="5055" y="3811"/>
                    </a:cubicBezTo>
                    <a:cubicBezTo>
                      <a:pt x="5090" y="3811"/>
                      <a:pt x="5124" y="3811"/>
                      <a:pt x="5160" y="3811"/>
                    </a:cubicBezTo>
                    <a:cubicBezTo>
                      <a:pt x="5160" y="3777"/>
                      <a:pt x="5160" y="3742"/>
                      <a:pt x="5160" y="3706"/>
                    </a:cubicBezTo>
                    <a:cubicBezTo>
                      <a:pt x="5195" y="3706"/>
                      <a:pt x="5229" y="3706"/>
                      <a:pt x="5265" y="3706"/>
                    </a:cubicBezTo>
                    <a:cubicBezTo>
                      <a:pt x="5265" y="3672"/>
                      <a:pt x="5265" y="3637"/>
                      <a:pt x="5265" y="3601"/>
                    </a:cubicBezTo>
                    <a:cubicBezTo>
                      <a:pt x="5300" y="3601"/>
                      <a:pt x="5334" y="3601"/>
                      <a:pt x="5370" y="3601"/>
                    </a:cubicBezTo>
                    <a:cubicBezTo>
                      <a:pt x="5370" y="3567"/>
                      <a:pt x="5370" y="3532"/>
                      <a:pt x="5370" y="3496"/>
                    </a:cubicBezTo>
                    <a:cubicBezTo>
                      <a:pt x="5405" y="3496"/>
                      <a:pt x="5439" y="3496"/>
                      <a:pt x="5475" y="3496"/>
                    </a:cubicBezTo>
                    <a:cubicBezTo>
                      <a:pt x="5475" y="3462"/>
                      <a:pt x="5475" y="3427"/>
                      <a:pt x="5475" y="3391"/>
                    </a:cubicBezTo>
                    <a:cubicBezTo>
                      <a:pt x="5510" y="3391"/>
                      <a:pt x="5544" y="3391"/>
                      <a:pt x="5580" y="3391"/>
                    </a:cubicBezTo>
                    <a:cubicBezTo>
                      <a:pt x="5580" y="3357"/>
                      <a:pt x="5580" y="3322"/>
                      <a:pt x="5580" y="3286"/>
                    </a:cubicBezTo>
                    <a:cubicBezTo>
                      <a:pt x="5615" y="3286"/>
                      <a:pt x="5649" y="3286"/>
                      <a:pt x="5685" y="3286"/>
                    </a:cubicBezTo>
                    <a:cubicBezTo>
                      <a:pt x="5685" y="3252"/>
                      <a:pt x="5685" y="3217"/>
                      <a:pt x="5685" y="3181"/>
                    </a:cubicBezTo>
                    <a:cubicBezTo>
                      <a:pt x="5720" y="3181"/>
                      <a:pt x="5754" y="3181"/>
                      <a:pt x="5790" y="3181"/>
                    </a:cubicBezTo>
                    <a:cubicBezTo>
                      <a:pt x="5790" y="3147"/>
                      <a:pt x="5790" y="3112"/>
                      <a:pt x="5790" y="3076"/>
                    </a:cubicBezTo>
                    <a:cubicBezTo>
                      <a:pt x="5825" y="3076"/>
                      <a:pt x="5859" y="3076"/>
                      <a:pt x="5895" y="3076"/>
                    </a:cubicBezTo>
                    <a:cubicBezTo>
                      <a:pt x="5895" y="3042"/>
                      <a:pt x="5895" y="3007"/>
                      <a:pt x="5895" y="2971"/>
                    </a:cubicBezTo>
                    <a:cubicBezTo>
                      <a:pt x="5930" y="2971"/>
                      <a:pt x="5964" y="2971"/>
                      <a:pt x="6000" y="2971"/>
                    </a:cubicBezTo>
                    <a:cubicBezTo>
                      <a:pt x="6000" y="2937"/>
                      <a:pt x="6000" y="2902"/>
                      <a:pt x="6000" y="2866"/>
                    </a:cubicBezTo>
                    <a:cubicBezTo>
                      <a:pt x="6035" y="2866"/>
                      <a:pt x="6069" y="2866"/>
                      <a:pt x="6105" y="2866"/>
                    </a:cubicBezTo>
                    <a:cubicBezTo>
                      <a:pt x="6105" y="2832"/>
                      <a:pt x="6105" y="2797"/>
                      <a:pt x="6105" y="2761"/>
                    </a:cubicBezTo>
                    <a:cubicBezTo>
                      <a:pt x="6140" y="2761"/>
                      <a:pt x="6174" y="2761"/>
                      <a:pt x="6210" y="2761"/>
                    </a:cubicBezTo>
                    <a:cubicBezTo>
                      <a:pt x="6210" y="2727"/>
                      <a:pt x="6210" y="2692"/>
                      <a:pt x="6210" y="2656"/>
                    </a:cubicBezTo>
                    <a:cubicBezTo>
                      <a:pt x="6245" y="2656"/>
                      <a:pt x="6279" y="2656"/>
                      <a:pt x="6315" y="2656"/>
                    </a:cubicBezTo>
                    <a:cubicBezTo>
                      <a:pt x="6315" y="2622"/>
                      <a:pt x="6315" y="2587"/>
                      <a:pt x="6315" y="2551"/>
                    </a:cubicBezTo>
                    <a:cubicBezTo>
                      <a:pt x="6350" y="2551"/>
                      <a:pt x="6384" y="2551"/>
                      <a:pt x="6420" y="2551"/>
                    </a:cubicBezTo>
                    <a:cubicBezTo>
                      <a:pt x="6420" y="2517"/>
                      <a:pt x="6420" y="2482"/>
                      <a:pt x="6420" y="2446"/>
                    </a:cubicBezTo>
                    <a:cubicBezTo>
                      <a:pt x="6455" y="2446"/>
                      <a:pt x="6489" y="2446"/>
                      <a:pt x="6525" y="2446"/>
                    </a:cubicBezTo>
                    <a:cubicBezTo>
                      <a:pt x="6525" y="2412"/>
                      <a:pt x="6525" y="2377"/>
                      <a:pt x="6525" y="2341"/>
                    </a:cubicBezTo>
                    <a:cubicBezTo>
                      <a:pt x="6560" y="2341"/>
                      <a:pt x="6594" y="2341"/>
                      <a:pt x="6630" y="2341"/>
                    </a:cubicBezTo>
                    <a:cubicBezTo>
                      <a:pt x="6630" y="2307"/>
                      <a:pt x="6630" y="2272"/>
                      <a:pt x="6630" y="2236"/>
                    </a:cubicBezTo>
                    <a:cubicBezTo>
                      <a:pt x="6665" y="2236"/>
                      <a:pt x="6699" y="2236"/>
                      <a:pt x="6735" y="2236"/>
                    </a:cubicBezTo>
                    <a:cubicBezTo>
                      <a:pt x="6735" y="2202"/>
                      <a:pt x="6735" y="2167"/>
                      <a:pt x="6735" y="2131"/>
                    </a:cubicBezTo>
                    <a:cubicBezTo>
                      <a:pt x="6770" y="2131"/>
                      <a:pt x="6804" y="2131"/>
                      <a:pt x="6840" y="2131"/>
                    </a:cubicBezTo>
                    <a:cubicBezTo>
                      <a:pt x="6840" y="2097"/>
                      <a:pt x="6840" y="2062"/>
                      <a:pt x="6840" y="2026"/>
                    </a:cubicBezTo>
                    <a:cubicBezTo>
                      <a:pt x="6875" y="2026"/>
                      <a:pt x="6909" y="2026"/>
                      <a:pt x="6945" y="2026"/>
                    </a:cubicBezTo>
                    <a:cubicBezTo>
                      <a:pt x="6945" y="1992"/>
                      <a:pt x="6945" y="1957"/>
                      <a:pt x="6945" y="1921"/>
                    </a:cubicBezTo>
                    <a:cubicBezTo>
                      <a:pt x="6980" y="1921"/>
                      <a:pt x="7014" y="1921"/>
                      <a:pt x="7050" y="1921"/>
                    </a:cubicBezTo>
                    <a:cubicBezTo>
                      <a:pt x="7050" y="1887"/>
                      <a:pt x="7050" y="1852"/>
                      <a:pt x="7050" y="1816"/>
                    </a:cubicBezTo>
                    <a:cubicBezTo>
                      <a:pt x="7085" y="1816"/>
                      <a:pt x="7119" y="1816"/>
                      <a:pt x="7155" y="1816"/>
                    </a:cubicBezTo>
                    <a:cubicBezTo>
                      <a:pt x="7155" y="1782"/>
                      <a:pt x="7155" y="1747"/>
                      <a:pt x="7155" y="1711"/>
                    </a:cubicBezTo>
                    <a:cubicBezTo>
                      <a:pt x="7190" y="1711"/>
                      <a:pt x="7224" y="1711"/>
                      <a:pt x="7260" y="1711"/>
                    </a:cubicBezTo>
                    <a:cubicBezTo>
                      <a:pt x="7260" y="1677"/>
                      <a:pt x="7260" y="1642"/>
                      <a:pt x="7260" y="1606"/>
                    </a:cubicBezTo>
                    <a:cubicBezTo>
                      <a:pt x="7295" y="1606"/>
                      <a:pt x="7329" y="1606"/>
                      <a:pt x="7365" y="1606"/>
                    </a:cubicBezTo>
                    <a:cubicBezTo>
                      <a:pt x="7365" y="1502"/>
                      <a:pt x="7365" y="1399"/>
                      <a:pt x="7365" y="1291"/>
                    </a:cubicBezTo>
                    <a:cubicBezTo>
                      <a:pt x="7330" y="1291"/>
                      <a:pt x="7296" y="1291"/>
                      <a:pt x="7260" y="1291"/>
                    </a:cubicBezTo>
                    <a:cubicBezTo>
                      <a:pt x="7260" y="1257"/>
                      <a:pt x="7260" y="1222"/>
                      <a:pt x="7260" y="1186"/>
                    </a:cubicBezTo>
                    <a:cubicBezTo>
                      <a:pt x="7225" y="1186"/>
                      <a:pt x="7191" y="1186"/>
                      <a:pt x="7155" y="1186"/>
                    </a:cubicBezTo>
                    <a:cubicBezTo>
                      <a:pt x="7155" y="1152"/>
                      <a:pt x="7155" y="1117"/>
                      <a:pt x="7155" y="1081"/>
                    </a:cubicBezTo>
                    <a:cubicBezTo>
                      <a:pt x="7120" y="1081"/>
                      <a:pt x="7086" y="1081"/>
                      <a:pt x="7050" y="1081"/>
                    </a:cubicBezTo>
                    <a:cubicBezTo>
                      <a:pt x="7050" y="1047"/>
                      <a:pt x="7050" y="1012"/>
                      <a:pt x="7050" y="976"/>
                    </a:cubicBezTo>
                    <a:cubicBezTo>
                      <a:pt x="7015" y="976"/>
                      <a:pt x="6981" y="976"/>
                      <a:pt x="6945" y="976"/>
                    </a:cubicBezTo>
                    <a:cubicBezTo>
                      <a:pt x="6945" y="942"/>
                      <a:pt x="6945" y="907"/>
                      <a:pt x="6945" y="871"/>
                    </a:cubicBezTo>
                    <a:cubicBezTo>
                      <a:pt x="6910" y="871"/>
                      <a:pt x="6876" y="871"/>
                      <a:pt x="6840" y="871"/>
                    </a:cubicBezTo>
                    <a:cubicBezTo>
                      <a:pt x="6840" y="837"/>
                      <a:pt x="6840" y="802"/>
                      <a:pt x="6840" y="766"/>
                    </a:cubicBezTo>
                    <a:cubicBezTo>
                      <a:pt x="6805" y="766"/>
                      <a:pt x="6771" y="766"/>
                      <a:pt x="6735" y="766"/>
                    </a:cubicBezTo>
                    <a:cubicBezTo>
                      <a:pt x="6735" y="732"/>
                      <a:pt x="6735" y="697"/>
                      <a:pt x="6735" y="661"/>
                    </a:cubicBezTo>
                    <a:cubicBezTo>
                      <a:pt x="6597" y="661"/>
                      <a:pt x="6458" y="661"/>
                      <a:pt x="6315" y="661"/>
                    </a:cubicBezTo>
                    <a:close/>
                  </a:path>
                </a:pathLst>
              </a:custGeom>
              <a:solidFill>
                <a:srgbClr val="251047"/>
              </a:solidFill>
              <a:ln w="667" cap="flat">
                <a:noFill/>
              </a:ln>
            </p:spPr>
          </p:sp>
          <p:sp>
            <p:nvSpPr>
              <p:cNvPr id="1191" name="ICON_TOOL_CODE_path_005"/>
              <p:cNvSpPr/>
              <p:nvPr/>
            </p:nvSpPr>
            <p:spPr>
              <a:xfrm>
                <a:off x="5311966" y="4772438"/>
                <a:ext cx="102169" cy="162842"/>
              </a:xfrm>
              <a:custGeom>
                <a:avLst/>
                <a:gdLst/>
                <a:ahLst/>
                <a:cxnLst/>
                <a:rect l="0" t="0" r="r" b="b"/>
                <a:pathLst>
                  <a:path w="8045" h="12822" fill="norm" stroke="0">
                    <a:moveTo>
                      <a:pt x="1050" y="0"/>
                    </a:moveTo>
                    <a:cubicBezTo>
                      <a:pt x="1327" y="0"/>
                      <a:pt x="1604" y="0"/>
                      <a:pt x="1890" y="0"/>
                    </a:cubicBezTo>
                    <a:cubicBezTo>
                      <a:pt x="1890" y="35"/>
                      <a:pt x="1890" y="69"/>
                      <a:pt x="1890" y="105"/>
                    </a:cubicBezTo>
                    <a:cubicBezTo>
                      <a:pt x="1905" y="103"/>
                      <a:pt x="1920" y="101"/>
                      <a:pt x="1936" y="99"/>
                    </a:cubicBezTo>
                    <a:cubicBezTo>
                      <a:pt x="2016" y="107"/>
                      <a:pt x="2053" y="148"/>
                      <a:pt x="2107" y="203"/>
                    </a:cubicBezTo>
                    <a:cubicBezTo>
                      <a:pt x="2116" y="213"/>
                      <a:pt x="2126" y="222"/>
                      <a:pt x="2135" y="231"/>
                    </a:cubicBezTo>
                    <a:cubicBezTo>
                      <a:pt x="2183" y="279"/>
                      <a:pt x="2204" y="307"/>
                      <a:pt x="2211" y="374"/>
                    </a:cubicBezTo>
                    <a:cubicBezTo>
                      <a:pt x="2209" y="389"/>
                      <a:pt x="2207" y="405"/>
                      <a:pt x="2205" y="420"/>
                    </a:cubicBezTo>
                    <a:cubicBezTo>
                      <a:pt x="2240" y="420"/>
                      <a:pt x="2274" y="420"/>
                      <a:pt x="2310" y="420"/>
                    </a:cubicBezTo>
                    <a:cubicBezTo>
                      <a:pt x="2310" y="455"/>
                      <a:pt x="2310" y="489"/>
                      <a:pt x="2310" y="525"/>
                    </a:cubicBezTo>
                    <a:cubicBezTo>
                      <a:pt x="2345" y="525"/>
                      <a:pt x="2379" y="525"/>
                      <a:pt x="2415" y="525"/>
                    </a:cubicBezTo>
                    <a:cubicBezTo>
                      <a:pt x="2415" y="560"/>
                      <a:pt x="2415" y="594"/>
                      <a:pt x="2415" y="630"/>
                    </a:cubicBezTo>
                    <a:cubicBezTo>
                      <a:pt x="2450" y="630"/>
                      <a:pt x="2484" y="630"/>
                      <a:pt x="2520" y="630"/>
                    </a:cubicBezTo>
                    <a:cubicBezTo>
                      <a:pt x="2520" y="665"/>
                      <a:pt x="2520" y="699"/>
                      <a:pt x="2520" y="735"/>
                    </a:cubicBezTo>
                    <a:cubicBezTo>
                      <a:pt x="2555" y="735"/>
                      <a:pt x="2589" y="735"/>
                      <a:pt x="2625" y="735"/>
                    </a:cubicBezTo>
                    <a:cubicBezTo>
                      <a:pt x="2625" y="770"/>
                      <a:pt x="2625" y="804"/>
                      <a:pt x="2625" y="840"/>
                    </a:cubicBezTo>
                    <a:cubicBezTo>
                      <a:pt x="2660" y="840"/>
                      <a:pt x="2694" y="840"/>
                      <a:pt x="2730" y="840"/>
                    </a:cubicBezTo>
                    <a:cubicBezTo>
                      <a:pt x="2730" y="875"/>
                      <a:pt x="2730" y="909"/>
                      <a:pt x="2730" y="945"/>
                    </a:cubicBezTo>
                    <a:cubicBezTo>
                      <a:pt x="2746" y="943"/>
                      <a:pt x="2761" y="942"/>
                      <a:pt x="2778" y="940"/>
                    </a:cubicBezTo>
                    <a:cubicBezTo>
                      <a:pt x="2835" y="945"/>
                      <a:pt x="2835" y="945"/>
                      <a:pt x="2875" y="978"/>
                    </a:cubicBezTo>
                    <a:cubicBezTo>
                      <a:pt x="2881" y="985"/>
                      <a:pt x="2881" y="985"/>
                      <a:pt x="2913" y="1024"/>
                    </a:cubicBezTo>
                    <a:cubicBezTo>
                      <a:pt x="2920" y="1032"/>
                      <a:pt x="2920" y="1032"/>
                      <a:pt x="2956" y="1076"/>
                    </a:cubicBezTo>
                    <a:cubicBezTo>
                      <a:pt x="2971" y="1094"/>
                      <a:pt x="2987" y="1113"/>
                      <a:pt x="3002" y="1132"/>
                    </a:cubicBezTo>
                    <a:cubicBezTo>
                      <a:pt x="3127" y="1279"/>
                      <a:pt x="3253" y="1422"/>
                      <a:pt x="3390" y="1559"/>
                    </a:cubicBezTo>
                    <a:cubicBezTo>
                      <a:pt x="3405" y="1574"/>
                      <a:pt x="3420" y="1589"/>
                      <a:pt x="3435" y="1604"/>
                    </a:cubicBezTo>
                    <a:cubicBezTo>
                      <a:pt x="3547" y="1714"/>
                      <a:pt x="3666" y="1816"/>
                      <a:pt x="3792" y="1911"/>
                    </a:cubicBezTo>
                    <a:cubicBezTo>
                      <a:pt x="3883" y="1983"/>
                      <a:pt x="3883" y="1983"/>
                      <a:pt x="3893" y="2055"/>
                    </a:cubicBezTo>
                    <a:cubicBezTo>
                      <a:pt x="3891" y="2070"/>
                      <a:pt x="3888" y="2085"/>
                      <a:pt x="3885" y="2100"/>
                    </a:cubicBezTo>
                    <a:cubicBezTo>
                      <a:pt x="3901" y="2099"/>
                      <a:pt x="3917" y="2097"/>
                      <a:pt x="3933" y="2096"/>
                    </a:cubicBezTo>
                    <a:cubicBezTo>
                      <a:pt x="3990" y="2100"/>
                      <a:pt x="3990" y="2100"/>
                      <a:pt x="4026" y="2129"/>
                    </a:cubicBezTo>
                    <a:cubicBezTo>
                      <a:pt x="4037" y="2143"/>
                      <a:pt x="4048" y="2156"/>
                      <a:pt x="4059" y="2170"/>
                    </a:cubicBezTo>
                    <a:cubicBezTo>
                      <a:pt x="4072" y="2186"/>
                      <a:pt x="4085" y="2202"/>
                      <a:pt x="4099" y="2218"/>
                    </a:cubicBezTo>
                    <a:cubicBezTo>
                      <a:pt x="4113" y="2236"/>
                      <a:pt x="4128" y="2253"/>
                      <a:pt x="4142" y="2272"/>
                    </a:cubicBezTo>
                    <a:cubicBezTo>
                      <a:pt x="4175" y="2311"/>
                      <a:pt x="4208" y="2349"/>
                      <a:pt x="4241" y="2388"/>
                    </a:cubicBezTo>
                    <a:cubicBezTo>
                      <a:pt x="4250" y="2399"/>
                      <a:pt x="4259" y="2409"/>
                      <a:pt x="4269" y="2420"/>
                    </a:cubicBezTo>
                    <a:cubicBezTo>
                      <a:pt x="4389" y="2558"/>
                      <a:pt x="4518" y="2687"/>
                      <a:pt x="4646" y="2816"/>
                    </a:cubicBezTo>
                    <a:cubicBezTo>
                      <a:pt x="4653" y="2822"/>
                      <a:pt x="4653" y="2822"/>
                      <a:pt x="4685" y="2855"/>
                    </a:cubicBezTo>
                    <a:cubicBezTo>
                      <a:pt x="4751" y="2921"/>
                      <a:pt x="4818" y="2987"/>
                      <a:pt x="4884" y="3053"/>
                    </a:cubicBezTo>
                    <a:cubicBezTo>
                      <a:pt x="4951" y="3120"/>
                      <a:pt x="5019" y="3188"/>
                      <a:pt x="5086" y="3255"/>
                    </a:cubicBezTo>
                    <a:cubicBezTo>
                      <a:pt x="5139" y="3308"/>
                      <a:pt x="5192" y="3361"/>
                      <a:pt x="5245" y="3414"/>
                    </a:cubicBezTo>
                    <a:cubicBezTo>
                      <a:pt x="5270" y="3439"/>
                      <a:pt x="5295" y="3464"/>
                      <a:pt x="5319" y="3489"/>
                    </a:cubicBezTo>
                    <a:cubicBezTo>
                      <a:pt x="5427" y="3597"/>
                      <a:pt x="5534" y="3704"/>
                      <a:pt x="5653" y="3799"/>
                    </a:cubicBezTo>
                    <a:cubicBezTo>
                      <a:pt x="5667" y="3811"/>
                      <a:pt x="5682" y="3823"/>
                      <a:pt x="5697" y="3835"/>
                    </a:cubicBezTo>
                    <a:cubicBezTo>
                      <a:pt x="5725" y="3857"/>
                      <a:pt x="5754" y="3880"/>
                      <a:pt x="5782" y="3901"/>
                    </a:cubicBezTo>
                    <a:cubicBezTo>
                      <a:pt x="5878" y="3977"/>
                      <a:pt x="5878" y="3977"/>
                      <a:pt x="5889" y="4050"/>
                    </a:cubicBezTo>
                    <a:cubicBezTo>
                      <a:pt x="5887" y="4057"/>
                      <a:pt x="5887" y="4057"/>
                      <a:pt x="5880" y="4095"/>
                    </a:cubicBezTo>
                    <a:cubicBezTo>
                      <a:pt x="5915" y="4095"/>
                      <a:pt x="5949" y="4095"/>
                      <a:pt x="5985" y="4095"/>
                    </a:cubicBezTo>
                    <a:cubicBezTo>
                      <a:pt x="5985" y="4130"/>
                      <a:pt x="5985" y="4164"/>
                      <a:pt x="5985" y="4200"/>
                    </a:cubicBezTo>
                    <a:cubicBezTo>
                      <a:pt x="6020" y="4200"/>
                      <a:pt x="6054" y="4200"/>
                      <a:pt x="6090" y="4200"/>
                    </a:cubicBezTo>
                    <a:cubicBezTo>
                      <a:pt x="6090" y="4235"/>
                      <a:pt x="6090" y="4269"/>
                      <a:pt x="6090" y="4305"/>
                    </a:cubicBezTo>
                    <a:cubicBezTo>
                      <a:pt x="6125" y="4305"/>
                      <a:pt x="6159" y="4305"/>
                      <a:pt x="6195" y="4305"/>
                    </a:cubicBezTo>
                    <a:cubicBezTo>
                      <a:pt x="6195" y="4340"/>
                      <a:pt x="6195" y="4374"/>
                      <a:pt x="6195" y="4410"/>
                    </a:cubicBezTo>
                    <a:cubicBezTo>
                      <a:pt x="6230" y="4410"/>
                      <a:pt x="6264" y="4410"/>
                      <a:pt x="6300" y="4410"/>
                    </a:cubicBezTo>
                    <a:cubicBezTo>
                      <a:pt x="6300" y="4445"/>
                      <a:pt x="6300" y="4479"/>
                      <a:pt x="6300" y="4515"/>
                    </a:cubicBezTo>
                    <a:cubicBezTo>
                      <a:pt x="6335" y="4515"/>
                      <a:pt x="6369" y="4515"/>
                      <a:pt x="6405" y="4515"/>
                    </a:cubicBezTo>
                    <a:cubicBezTo>
                      <a:pt x="6405" y="4550"/>
                      <a:pt x="6405" y="4584"/>
                      <a:pt x="6405" y="4620"/>
                    </a:cubicBezTo>
                    <a:cubicBezTo>
                      <a:pt x="6440" y="4620"/>
                      <a:pt x="6474" y="4620"/>
                      <a:pt x="6510" y="4620"/>
                    </a:cubicBezTo>
                    <a:cubicBezTo>
                      <a:pt x="6510" y="4655"/>
                      <a:pt x="6510" y="4689"/>
                      <a:pt x="6510" y="4725"/>
                    </a:cubicBezTo>
                    <a:cubicBezTo>
                      <a:pt x="6545" y="4725"/>
                      <a:pt x="6579" y="4725"/>
                      <a:pt x="6615" y="4725"/>
                    </a:cubicBezTo>
                    <a:cubicBezTo>
                      <a:pt x="6615" y="4760"/>
                      <a:pt x="6615" y="4794"/>
                      <a:pt x="6615" y="4830"/>
                    </a:cubicBezTo>
                    <a:cubicBezTo>
                      <a:pt x="6650" y="4830"/>
                      <a:pt x="6684" y="4830"/>
                      <a:pt x="6720" y="4830"/>
                    </a:cubicBezTo>
                    <a:cubicBezTo>
                      <a:pt x="6720" y="4865"/>
                      <a:pt x="6720" y="4899"/>
                      <a:pt x="6720" y="4935"/>
                    </a:cubicBezTo>
                    <a:cubicBezTo>
                      <a:pt x="6755" y="4935"/>
                      <a:pt x="6789" y="4935"/>
                      <a:pt x="6825" y="4935"/>
                    </a:cubicBezTo>
                    <a:cubicBezTo>
                      <a:pt x="6825" y="4970"/>
                      <a:pt x="6825" y="5004"/>
                      <a:pt x="6825" y="5040"/>
                    </a:cubicBezTo>
                    <a:cubicBezTo>
                      <a:pt x="6860" y="5040"/>
                      <a:pt x="6894" y="5040"/>
                      <a:pt x="6930" y="5040"/>
                    </a:cubicBezTo>
                    <a:cubicBezTo>
                      <a:pt x="6930" y="5075"/>
                      <a:pt x="6930" y="5109"/>
                      <a:pt x="6930" y="5145"/>
                    </a:cubicBezTo>
                    <a:cubicBezTo>
                      <a:pt x="6965" y="5145"/>
                      <a:pt x="6999" y="5145"/>
                      <a:pt x="7035" y="5145"/>
                    </a:cubicBezTo>
                    <a:cubicBezTo>
                      <a:pt x="7035" y="5180"/>
                      <a:pt x="7035" y="5214"/>
                      <a:pt x="7035" y="5250"/>
                    </a:cubicBezTo>
                    <a:cubicBezTo>
                      <a:pt x="7070" y="5250"/>
                      <a:pt x="7104" y="5250"/>
                      <a:pt x="7140" y="5250"/>
                    </a:cubicBezTo>
                    <a:cubicBezTo>
                      <a:pt x="7140" y="5285"/>
                      <a:pt x="7140" y="5319"/>
                      <a:pt x="7140" y="5355"/>
                    </a:cubicBezTo>
                    <a:cubicBezTo>
                      <a:pt x="7175" y="5355"/>
                      <a:pt x="7209" y="5355"/>
                      <a:pt x="7245" y="5355"/>
                    </a:cubicBezTo>
                    <a:cubicBezTo>
                      <a:pt x="7245" y="5390"/>
                      <a:pt x="7245" y="5424"/>
                      <a:pt x="7245" y="5460"/>
                    </a:cubicBezTo>
                    <a:cubicBezTo>
                      <a:pt x="7280" y="5460"/>
                      <a:pt x="7314" y="5460"/>
                      <a:pt x="7350" y="5460"/>
                    </a:cubicBezTo>
                    <a:cubicBezTo>
                      <a:pt x="7350" y="5495"/>
                      <a:pt x="7350" y="5529"/>
                      <a:pt x="7350" y="5565"/>
                    </a:cubicBezTo>
                    <a:cubicBezTo>
                      <a:pt x="7385" y="5565"/>
                      <a:pt x="7419" y="5565"/>
                      <a:pt x="7455" y="5565"/>
                    </a:cubicBezTo>
                    <a:cubicBezTo>
                      <a:pt x="7455" y="5600"/>
                      <a:pt x="7455" y="5634"/>
                      <a:pt x="7455" y="5670"/>
                    </a:cubicBezTo>
                    <a:cubicBezTo>
                      <a:pt x="7490" y="5670"/>
                      <a:pt x="7524" y="5670"/>
                      <a:pt x="7560" y="5670"/>
                    </a:cubicBezTo>
                    <a:cubicBezTo>
                      <a:pt x="7560" y="5705"/>
                      <a:pt x="7560" y="5739"/>
                      <a:pt x="7560" y="5775"/>
                    </a:cubicBezTo>
                    <a:cubicBezTo>
                      <a:pt x="7595" y="5775"/>
                      <a:pt x="7629" y="5775"/>
                      <a:pt x="7665" y="5775"/>
                    </a:cubicBezTo>
                    <a:cubicBezTo>
                      <a:pt x="7665" y="5810"/>
                      <a:pt x="7665" y="5844"/>
                      <a:pt x="7665" y="5880"/>
                    </a:cubicBezTo>
                    <a:cubicBezTo>
                      <a:pt x="7680" y="5879"/>
                      <a:pt x="7695" y="5877"/>
                      <a:pt x="7711" y="5875"/>
                    </a:cubicBezTo>
                    <a:cubicBezTo>
                      <a:pt x="7809" y="5883"/>
                      <a:pt x="7873" y="5936"/>
                      <a:pt x="7937" y="6008"/>
                    </a:cubicBezTo>
                    <a:cubicBezTo>
                      <a:pt x="8045" y="6170"/>
                      <a:pt x="7994" y="6431"/>
                      <a:pt x="7980" y="6615"/>
                    </a:cubicBezTo>
                    <a:cubicBezTo>
                      <a:pt x="7945" y="6615"/>
                      <a:pt x="7911" y="6615"/>
                      <a:pt x="7875" y="6615"/>
                    </a:cubicBezTo>
                    <a:cubicBezTo>
                      <a:pt x="7880" y="6633"/>
                      <a:pt x="7885" y="6652"/>
                      <a:pt x="7890" y="6671"/>
                    </a:cubicBezTo>
                    <a:cubicBezTo>
                      <a:pt x="7906" y="6762"/>
                      <a:pt x="7910" y="6842"/>
                      <a:pt x="7875" y="6930"/>
                    </a:cubicBezTo>
                    <a:cubicBezTo>
                      <a:pt x="7786" y="7040"/>
                      <a:pt x="7671" y="7123"/>
                      <a:pt x="7561" y="7210"/>
                    </a:cubicBezTo>
                    <a:cubicBezTo>
                      <a:pt x="7474" y="7279"/>
                      <a:pt x="7405" y="7349"/>
                      <a:pt x="7340" y="7439"/>
                    </a:cubicBezTo>
                    <a:cubicBezTo>
                      <a:pt x="7264" y="7542"/>
                      <a:pt x="7184" y="7614"/>
                      <a:pt x="7083" y="7691"/>
                    </a:cubicBezTo>
                    <a:cubicBezTo>
                      <a:pt x="6965" y="7782"/>
                      <a:pt x="6863" y="7886"/>
                      <a:pt x="6759" y="7993"/>
                    </a:cubicBezTo>
                    <a:cubicBezTo>
                      <a:pt x="6714" y="8038"/>
                      <a:pt x="6669" y="8083"/>
                      <a:pt x="6624" y="8127"/>
                    </a:cubicBezTo>
                    <a:cubicBezTo>
                      <a:pt x="6607" y="8144"/>
                      <a:pt x="6590" y="8160"/>
                      <a:pt x="6573" y="8177"/>
                    </a:cubicBezTo>
                    <a:cubicBezTo>
                      <a:pt x="6540" y="8209"/>
                      <a:pt x="6507" y="8241"/>
                      <a:pt x="6474" y="8273"/>
                    </a:cubicBezTo>
                    <a:cubicBezTo>
                      <a:pt x="6459" y="8288"/>
                      <a:pt x="6444" y="8303"/>
                      <a:pt x="6429" y="8319"/>
                    </a:cubicBezTo>
                    <a:cubicBezTo>
                      <a:pt x="6415" y="8332"/>
                      <a:pt x="6402" y="8345"/>
                      <a:pt x="6388" y="8359"/>
                    </a:cubicBezTo>
                    <a:cubicBezTo>
                      <a:pt x="6353" y="8400"/>
                      <a:pt x="6353" y="8400"/>
                      <a:pt x="6325" y="8457"/>
                    </a:cubicBezTo>
                    <a:cubicBezTo>
                      <a:pt x="6317" y="8473"/>
                      <a:pt x="6309" y="8489"/>
                      <a:pt x="6300" y="8505"/>
                    </a:cubicBezTo>
                    <a:cubicBezTo>
                      <a:pt x="6244" y="8512"/>
                      <a:pt x="6244" y="8512"/>
                      <a:pt x="6195" y="8505"/>
                    </a:cubicBezTo>
                    <a:cubicBezTo>
                      <a:pt x="6195" y="8540"/>
                      <a:pt x="6195" y="8574"/>
                      <a:pt x="6195" y="8610"/>
                    </a:cubicBezTo>
                    <a:cubicBezTo>
                      <a:pt x="6160" y="8610"/>
                      <a:pt x="6126" y="8610"/>
                      <a:pt x="6090" y="8610"/>
                    </a:cubicBezTo>
                    <a:cubicBezTo>
                      <a:pt x="6090" y="8645"/>
                      <a:pt x="6090" y="8679"/>
                      <a:pt x="6090" y="8715"/>
                    </a:cubicBezTo>
                    <a:cubicBezTo>
                      <a:pt x="6055" y="8715"/>
                      <a:pt x="6021" y="8715"/>
                      <a:pt x="5985" y="8715"/>
                    </a:cubicBezTo>
                    <a:cubicBezTo>
                      <a:pt x="5985" y="8750"/>
                      <a:pt x="5985" y="8784"/>
                      <a:pt x="5985" y="8820"/>
                    </a:cubicBezTo>
                    <a:cubicBezTo>
                      <a:pt x="5950" y="8820"/>
                      <a:pt x="5916" y="8820"/>
                      <a:pt x="5880" y="8820"/>
                    </a:cubicBezTo>
                    <a:cubicBezTo>
                      <a:pt x="5880" y="8855"/>
                      <a:pt x="5880" y="8889"/>
                      <a:pt x="5880" y="8925"/>
                    </a:cubicBezTo>
                    <a:cubicBezTo>
                      <a:pt x="5845" y="8925"/>
                      <a:pt x="5811" y="8925"/>
                      <a:pt x="5775" y="8925"/>
                    </a:cubicBezTo>
                    <a:cubicBezTo>
                      <a:pt x="5777" y="8941"/>
                      <a:pt x="5778" y="8956"/>
                      <a:pt x="5780" y="8972"/>
                    </a:cubicBezTo>
                    <a:cubicBezTo>
                      <a:pt x="5775" y="9030"/>
                      <a:pt x="5775" y="9030"/>
                      <a:pt x="5741" y="9071"/>
                    </a:cubicBezTo>
                    <a:cubicBezTo>
                      <a:pt x="5725" y="9085"/>
                      <a:pt x="5709" y="9098"/>
                      <a:pt x="5692" y="9111"/>
                    </a:cubicBezTo>
                    <a:cubicBezTo>
                      <a:pt x="5675" y="9126"/>
                      <a:pt x="5657" y="9142"/>
                      <a:pt x="5639" y="9157"/>
                    </a:cubicBezTo>
                    <a:cubicBezTo>
                      <a:pt x="5629" y="9165"/>
                      <a:pt x="5629" y="9165"/>
                      <a:pt x="5581" y="9204"/>
                    </a:cubicBezTo>
                    <a:cubicBezTo>
                      <a:pt x="5424" y="9335"/>
                      <a:pt x="5278" y="9471"/>
                      <a:pt x="5135" y="9617"/>
                    </a:cubicBezTo>
                    <a:cubicBezTo>
                      <a:pt x="5057" y="9696"/>
                      <a:pt x="4978" y="9774"/>
                      <a:pt x="4900" y="9853"/>
                    </a:cubicBezTo>
                    <a:cubicBezTo>
                      <a:pt x="4848" y="9904"/>
                      <a:pt x="4797" y="9955"/>
                      <a:pt x="4746" y="10006"/>
                    </a:cubicBezTo>
                    <a:cubicBezTo>
                      <a:pt x="4725" y="10027"/>
                      <a:pt x="4704" y="10048"/>
                      <a:pt x="4683" y="10069"/>
                    </a:cubicBezTo>
                    <a:cubicBezTo>
                      <a:pt x="4673" y="10080"/>
                      <a:pt x="4662" y="10090"/>
                      <a:pt x="4652" y="10101"/>
                    </a:cubicBezTo>
                    <a:cubicBezTo>
                      <a:pt x="4003" y="10749"/>
                      <a:pt x="4003" y="10749"/>
                      <a:pt x="3948" y="10805"/>
                    </a:cubicBezTo>
                    <a:cubicBezTo>
                      <a:pt x="3907" y="10846"/>
                      <a:pt x="3866" y="10886"/>
                      <a:pt x="3826" y="10927"/>
                    </a:cubicBezTo>
                    <a:cubicBezTo>
                      <a:pt x="3702" y="11051"/>
                      <a:pt x="3578" y="11175"/>
                      <a:pt x="3453" y="11298"/>
                    </a:cubicBezTo>
                    <a:cubicBezTo>
                      <a:pt x="3353" y="11398"/>
                      <a:pt x="3252" y="11498"/>
                      <a:pt x="3152" y="11598"/>
                    </a:cubicBezTo>
                    <a:cubicBezTo>
                      <a:pt x="3085" y="11665"/>
                      <a:pt x="3018" y="11731"/>
                      <a:pt x="2951" y="11798"/>
                    </a:cubicBezTo>
                    <a:cubicBezTo>
                      <a:pt x="2885" y="11863"/>
                      <a:pt x="2819" y="11929"/>
                      <a:pt x="2754" y="11994"/>
                    </a:cubicBezTo>
                    <a:cubicBezTo>
                      <a:pt x="2729" y="12019"/>
                      <a:pt x="2704" y="12043"/>
                      <a:pt x="2679" y="12068"/>
                    </a:cubicBezTo>
                    <a:cubicBezTo>
                      <a:pt x="2644" y="12102"/>
                      <a:pt x="2610" y="12137"/>
                      <a:pt x="2575" y="12171"/>
                    </a:cubicBezTo>
                    <a:cubicBezTo>
                      <a:pt x="2565" y="12181"/>
                      <a:pt x="2555" y="12191"/>
                      <a:pt x="2544" y="12202"/>
                    </a:cubicBezTo>
                    <a:cubicBezTo>
                      <a:pt x="2499" y="12247"/>
                      <a:pt x="2467" y="12287"/>
                      <a:pt x="2438" y="12344"/>
                    </a:cubicBezTo>
                    <a:cubicBezTo>
                      <a:pt x="2430" y="12359"/>
                      <a:pt x="2423" y="12374"/>
                      <a:pt x="2415" y="12390"/>
                    </a:cubicBezTo>
                    <a:cubicBezTo>
                      <a:pt x="2359" y="12397"/>
                      <a:pt x="2359" y="12397"/>
                      <a:pt x="2310" y="12390"/>
                    </a:cubicBezTo>
                    <a:cubicBezTo>
                      <a:pt x="2314" y="12405"/>
                      <a:pt x="2317" y="12420"/>
                      <a:pt x="2321" y="12436"/>
                    </a:cubicBezTo>
                    <a:cubicBezTo>
                      <a:pt x="2310" y="12495"/>
                      <a:pt x="2310" y="12495"/>
                      <a:pt x="2276" y="12522"/>
                    </a:cubicBezTo>
                    <a:cubicBezTo>
                      <a:pt x="2228" y="12549"/>
                      <a:pt x="2179" y="12575"/>
                      <a:pt x="2130" y="12600"/>
                    </a:cubicBezTo>
                    <a:cubicBezTo>
                      <a:pt x="2096" y="12617"/>
                      <a:pt x="2062" y="12635"/>
                      <a:pt x="2028" y="12652"/>
                    </a:cubicBezTo>
                    <a:cubicBezTo>
                      <a:pt x="2020" y="12656"/>
                      <a:pt x="2020" y="12656"/>
                      <a:pt x="1982" y="12675"/>
                    </a:cubicBezTo>
                    <a:cubicBezTo>
                      <a:pt x="1942" y="12705"/>
                      <a:pt x="1942" y="12705"/>
                      <a:pt x="1924" y="12760"/>
                    </a:cubicBezTo>
                    <a:cubicBezTo>
                      <a:pt x="1890" y="12810"/>
                      <a:pt x="1890" y="12810"/>
                      <a:pt x="1849" y="12819"/>
                    </a:cubicBezTo>
                    <a:cubicBezTo>
                      <a:pt x="1792" y="12822"/>
                      <a:pt x="1735" y="12822"/>
                      <a:pt x="1678" y="12820"/>
                    </a:cubicBezTo>
                    <a:cubicBezTo>
                      <a:pt x="1657" y="12820"/>
                      <a:pt x="1636" y="12820"/>
                      <a:pt x="1615" y="12820"/>
                    </a:cubicBezTo>
                    <a:cubicBezTo>
                      <a:pt x="1548" y="12819"/>
                      <a:pt x="1481" y="12818"/>
                      <a:pt x="1414" y="12817"/>
                    </a:cubicBezTo>
                    <a:cubicBezTo>
                      <a:pt x="1369" y="12816"/>
                      <a:pt x="1324" y="12816"/>
                      <a:pt x="1278" y="12815"/>
                    </a:cubicBezTo>
                    <a:cubicBezTo>
                      <a:pt x="1167" y="12814"/>
                      <a:pt x="1056" y="12812"/>
                      <a:pt x="945" y="12810"/>
                    </a:cubicBezTo>
                    <a:cubicBezTo>
                      <a:pt x="945" y="12775"/>
                      <a:pt x="945" y="12741"/>
                      <a:pt x="945" y="12705"/>
                    </a:cubicBezTo>
                    <a:cubicBezTo>
                      <a:pt x="929" y="12707"/>
                      <a:pt x="914" y="12708"/>
                      <a:pt x="897" y="12710"/>
                    </a:cubicBezTo>
                    <a:cubicBezTo>
                      <a:pt x="840" y="12705"/>
                      <a:pt x="840" y="12705"/>
                      <a:pt x="800" y="12671"/>
                    </a:cubicBezTo>
                    <a:cubicBezTo>
                      <a:pt x="788" y="12656"/>
                      <a:pt x="775" y="12640"/>
                      <a:pt x="762" y="12624"/>
                    </a:cubicBezTo>
                    <a:cubicBezTo>
                      <a:pt x="748" y="12607"/>
                      <a:pt x="734" y="12590"/>
                      <a:pt x="719" y="12572"/>
                    </a:cubicBezTo>
                    <a:cubicBezTo>
                      <a:pt x="704" y="12553"/>
                      <a:pt x="688" y="12534"/>
                      <a:pt x="673" y="12515"/>
                    </a:cubicBezTo>
                    <a:cubicBezTo>
                      <a:pt x="548" y="12364"/>
                      <a:pt x="421" y="12240"/>
                      <a:pt x="266" y="12121"/>
                    </a:cubicBezTo>
                    <a:cubicBezTo>
                      <a:pt x="100" y="11991"/>
                      <a:pt x="100" y="11991"/>
                      <a:pt x="82" y="11881"/>
                    </a:cubicBezTo>
                    <a:cubicBezTo>
                      <a:pt x="78" y="11803"/>
                      <a:pt x="88" y="11731"/>
                      <a:pt x="105" y="11655"/>
                    </a:cubicBezTo>
                    <a:cubicBezTo>
                      <a:pt x="70" y="11655"/>
                      <a:pt x="36" y="11655"/>
                      <a:pt x="0" y="11655"/>
                    </a:cubicBezTo>
                    <a:cubicBezTo>
                      <a:pt x="0" y="11516"/>
                      <a:pt x="0" y="11378"/>
                      <a:pt x="0" y="11235"/>
                    </a:cubicBezTo>
                    <a:cubicBezTo>
                      <a:pt x="35" y="11235"/>
                      <a:pt x="69" y="11235"/>
                      <a:pt x="105" y="11235"/>
                    </a:cubicBezTo>
                    <a:cubicBezTo>
                      <a:pt x="105" y="11166"/>
                      <a:pt x="105" y="11096"/>
                      <a:pt x="105" y="11025"/>
                    </a:cubicBezTo>
                    <a:cubicBezTo>
                      <a:pt x="140" y="11025"/>
                      <a:pt x="174" y="11025"/>
                      <a:pt x="210" y="11025"/>
                    </a:cubicBezTo>
                    <a:cubicBezTo>
                      <a:pt x="208" y="11012"/>
                      <a:pt x="206" y="10998"/>
                      <a:pt x="204" y="10984"/>
                    </a:cubicBezTo>
                    <a:cubicBezTo>
                      <a:pt x="192" y="10841"/>
                      <a:pt x="192" y="10841"/>
                      <a:pt x="238" y="10775"/>
                    </a:cubicBezTo>
                    <a:cubicBezTo>
                      <a:pt x="282" y="10734"/>
                      <a:pt x="328" y="10698"/>
                      <a:pt x="376" y="10662"/>
                    </a:cubicBezTo>
                    <a:cubicBezTo>
                      <a:pt x="415" y="10630"/>
                      <a:pt x="454" y="10598"/>
                      <a:pt x="493" y="10565"/>
                    </a:cubicBezTo>
                    <a:cubicBezTo>
                      <a:pt x="503" y="10556"/>
                      <a:pt x="514" y="10548"/>
                      <a:pt x="525" y="10538"/>
                    </a:cubicBezTo>
                    <a:cubicBezTo>
                      <a:pt x="678" y="10409"/>
                      <a:pt x="817" y="10267"/>
                      <a:pt x="958" y="10126"/>
                    </a:cubicBezTo>
                    <a:cubicBezTo>
                      <a:pt x="988" y="10095"/>
                      <a:pt x="1019" y="10065"/>
                      <a:pt x="1049" y="10035"/>
                    </a:cubicBezTo>
                    <a:cubicBezTo>
                      <a:pt x="1129" y="9954"/>
                      <a:pt x="1209" y="9874"/>
                      <a:pt x="1289" y="9793"/>
                    </a:cubicBezTo>
                    <a:cubicBezTo>
                      <a:pt x="1374" y="9708"/>
                      <a:pt x="1459" y="9623"/>
                      <a:pt x="1544" y="9538"/>
                    </a:cubicBezTo>
                    <a:cubicBezTo>
                      <a:pt x="1704" y="9378"/>
                      <a:pt x="1865" y="9217"/>
                      <a:pt x="2025" y="9056"/>
                    </a:cubicBezTo>
                    <a:cubicBezTo>
                      <a:pt x="2207" y="8874"/>
                      <a:pt x="2388" y="8692"/>
                      <a:pt x="2570" y="8510"/>
                    </a:cubicBezTo>
                    <a:cubicBezTo>
                      <a:pt x="2894" y="8185"/>
                      <a:pt x="3219" y="7860"/>
                      <a:pt x="3543" y="7535"/>
                    </a:cubicBezTo>
                    <a:cubicBezTo>
                      <a:pt x="3580" y="7498"/>
                      <a:pt x="3618" y="7460"/>
                      <a:pt x="3656" y="7422"/>
                    </a:cubicBezTo>
                    <a:cubicBezTo>
                      <a:pt x="3704" y="7374"/>
                      <a:pt x="3752" y="7325"/>
                      <a:pt x="3800" y="7277"/>
                    </a:cubicBezTo>
                    <a:cubicBezTo>
                      <a:pt x="3824" y="7253"/>
                      <a:pt x="3847" y="7230"/>
                      <a:pt x="3870" y="7207"/>
                    </a:cubicBezTo>
                    <a:cubicBezTo>
                      <a:pt x="3880" y="7196"/>
                      <a:pt x="3890" y="7186"/>
                      <a:pt x="3901" y="7175"/>
                    </a:cubicBezTo>
                    <a:cubicBezTo>
                      <a:pt x="3971" y="7105"/>
                      <a:pt x="4044" y="7039"/>
                      <a:pt x="4119" y="6973"/>
                    </a:cubicBezTo>
                    <a:cubicBezTo>
                      <a:pt x="4483" y="6651"/>
                      <a:pt x="4483" y="6651"/>
                      <a:pt x="4519" y="6456"/>
                    </a:cubicBezTo>
                    <a:cubicBezTo>
                      <a:pt x="4526" y="6298"/>
                      <a:pt x="4469" y="6191"/>
                      <a:pt x="4367" y="6073"/>
                    </a:cubicBezTo>
                    <a:cubicBezTo>
                      <a:pt x="4187" y="5876"/>
                      <a:pt x="3976" y="5698"/>
                      <a:pt x="3763" y="5538"/>
                    </a:cubicBezTo>
                    <a:cubicBezTo>
                      <a:pt x="3677" y="5472"/>
                      <a:pt x="3677" y="5472"/>
                      <a:pt x="3667" y="5401"/>
                    </a:cubicBezTo>
                    <a:cubicBezTo>
                      <a:pt x="3670" y="5386"/>
                      <a:pt x="3672" y="5371"/>
                      <a:pt x="3675" y="5355"/>
                    </a:cubicBezTo>
                    <a:cubicBezTo>
                      <a:pt x="3659" y="5356"/>
                      <a:pt x="3643" y="5358"/>
                      <a:pt x="3626" y="5359"/>
                    </a:cubicBezTo>
                    <a:cubicBezTo>
                      <a:pt x="3570" y="5355"/>
                      <a:pt x="3570" y="5355"/>
                      <a:pt x="3536" y="5329"/>
                    </a:cubicBezTo>
                    <a:cubicBezTo>
                      <a:pt x="3526" y="5316"/>
                      <a:pt x="3517" y="5303"/>
                      <a:pt x="3506" y="5290"/>
                    </a:cubicBezTo>
                    <a:cubicBezTo>
                      <a:pt x="3494" y="5275"/>
                      <a:pt x="3482" y="5260"/>
                      <a:pt x="3469" y="5245"/>
                    </a:cubicBezTo>
                    <a:cubicBezTo>
                      <a:pt x="3455" y="5228"/>
                      <a:pt x="3442" y="5211"/>
                      <a:pt x="3427" y="5193"/>
                    </a:cubicBezTo>
                    <a:cubicBezTo>
                      <a:pt x="3244" y="4975"/>
                      <a:pt x="3046" y="4772"/>
                      <a:pt x="2845" y="4570"/>
                    </a:cubicBezTo>
                    <a:cubicBezTo>
                      <a:pt x="2828" y="4554"/>
                      <a:pt x="2812" y="4538"/>
                      <a:pt x="2795" y="4521"/>
                    </a:cubicBezTo>
                    <a:cubicBezTo>
                      <a:pt x="2711" y="4436"/>
                      <a:pt x="2626" y="4352"/>
                      <a:pt x="2542" y="4267"/>
                    </a:cubicBezTo>
                    <a:cubicBezTo>
                      <a:pt x="2455" y="4181"/>
                      <a:pt x="2369" y="4094"/>
                      <a:pt x="2282" y="4008"/>
                    </a:cubicBezTo>
                    <a:cubicBezTo>
                      <a:pt x="2215" y="3940"/>
                      <a:pt x="2147" y="3873"/>
                      <a:pt x="2080" y="3805"/>
                    </a:cubicBezTo>
                    <a:cubicBezTo>
                      <a:pt x="2048" y="3773"/>
                      <a:pt x="2016" y="3741"/>
                      <a:pt x="1984" y="3709"/>
                    </a:cubicBezTo>
                    <a:cubicBezTo>
                      <a:pt x="1816" y="3541"/>
                      <a:pt x="1649" y="3378"/>
                      <a:pt x="1459" y="3235"/>
                    </a:cubicBezTo>
                    <a:cubicBezTo>
                      <a:pt x="1367" y="3163"/>
                      <a:pt x="1367" y="3163"/>
                      <a:pt x="1357" y="3090"/>
                    </a:cubicBezTo>
                    <a:cubicBezTo>
                      <a:pt x="1359" y="3075"/>
                      <a:pt x="1362" y="3060"/>
                      <a:pt x="1365" y="3045"/>
                    </a:cubicBezTo>
                    <a:cubicBezTo>
                      <a:pt x="1330" y="3045"/>
                      <a:pt x="1296" y="3045"/>
                      <a:pt x="1260" y="3045"/>
                    </a:cubicBezTo>
                    <a:cubicBezTo>
                      <a:pt x="1260" y="3010"/>
                      <a:pt x="1260" y="2976"/>
                      <a:pt x="1260" y="2940"/>
                    </a:cubicBezTo>
                    <a:cubicBezTo>
                      <a:pt x="1225" y="2940"/>
                      <a:pt x="1191" y="2940"/>
                      <a:pt x="1155" y="2940"/>
                    </a:cubicBezTo>
                    <a:cubicBezTo>
                      <a:pt x="1155" y="2905"/>
                      <a:pt x="1155" y="2871"/>
                      <a:pt x="1155" y="2835"/>
                    </a:cubicBezTo>
                    <a:cubicBezTo>
                      <a:pt x="1120" y="2835"/>
                      <a:pt x="1086" y="2835"/>
                      <a:pt x="1050" y="2835"/>
                    </a:cubicBezTo>
                    <a:cubicBezTo>
                      <a:pt x="1050" y="2800"/>
                      <a:pt x="1050" y="2766"/>
                      <a:pt x="1050" y="2730"/>
                    </a:cubicBezTo>
                    <a:cubicBezTo>
                      <a:pt x="1015" y="2730"/>
                      <a:pt x="981" y="2730"/>
                      <a:pt x="945" y="2730"/>
                    </a:cubicBezTo>
                    <a:cubicBezTo>
                      <a:pt x="945" y="2695"/>
                      <a:pt x="945" y="2661"/>
                      <a:pt x="945" y="2625"/>
                    </a:cubicBezTo>
                    <a:cubicBezTo>
                      <a:pt x="910" y="2625"/>
                      <a:pt x="876" y="2625"/>
                      <a:pt x="840" y="2625"/>
                    </a:cubicBezTo>
                    <a:cubicBezTo>
                      <a:pt x="840" y="2590"/>
                      <a:pt x="840" y="2556"/>
                      <a:pt x="840" y="2520"/>
                    </a:cubicBezTo>
                    <a:cubicBezTo>
                      <a:pt x="805" y="2520"/>
                      <a:pt x="771" y="2520"/>
                      <a:pt x="735" y="2520"/>
                    </a:cubicBezTo>
                    <a:cubicBezTo>
                      <a:pt x="735" y="2485"/>
                      <a:pt x="735" y="2451"/>
                      <a:pt x="735" y="2415"/>
                    </a:cubicBezTo>
                    <a:cubicBezTo>
                      <a:pt x="700" y="2415"/>
                      <a:pt x="666" y="2415"/>
                      <a:pt x="630" y="2415"/>
                    </a:cubicBezTo>
                    <a:cubicBezTo>
                      <a:pt x="630" y="2380"/>
                      <a:pt x="630" y="2346"/>
                      <a:pt x="630" y="2310"/>
                    </a:cubicBezTo>
                    <a:cubicBezTo>
                      <a:pt x="595" y="2310"/>
                      <a:pt x="561" y="2310"/>
                      <a:pt x="525" y="2310"/>
                    </a:cubicBezTo>
                    <a:cubicBezTo>
                      <a:pt x="525" y="2275"/>
                      <a:pt x="525" y="2241"/>
                      <a:pt x="525" y="2205"/>
                    </a:cubicBezTo>
                    <a:cubicBezTo>
                      <a:pt x="510" y="2207"/>
                      <a:pt x="495" y="2209"/>
                      <a:pt x="479" y="2211"/>
                    </a:cubicBezTo>
                    <a:cubicBezTo>
                      <a:pt x="399" y="2203"/>
                      <a:pt x="362" y="2162"/>
                      <a:pt x="308" y="2107"/>
                    </a:cubicBezTo>
                    <a:cubicBezTo>
                      <a:pt x="299" y="2097"/>
                      <a:pt x="289" y="2088"/>
                      <a:pt x="280" y="2079"/>
                    </a:cubicBezTo>
                    <a:cubicBezTo>
                      <a:pt x="232" y="2031"/>
                      <a:pt x="211" y="2003"/>
                      <a:pt x="204" y="1936"/>
                    </a:cubicBezTo>
                    <a:cubicBezTo>
                      <a:pt x="206" y="1921"/>
                      <a:pt x="208" y="1905"/>
                      <a:pt x="210" y="1890"/>
                    </a:cubicBezTo>
                    <a:cubicBezTo>
                      <a:pt x="175" y="1890"/>
                      <a:pt x="141" y="1890"/>
                      <a:pt x="105" y="1890"/>
                    </a:cubicBezTo>
                    <a:cubicBezTo>
                      <a:pt x="105" y="1786"/>
                      <a:pt x="105" y="1682"/>
                      <a:pt x="105" y="1575"/>
                    </a:cubicBezTo>
                    <a:cubicBezTo>
                      <a:pt x="70" y="1575"/>
                      <a:pt x="36" y="1575"/>
                      <a:pt x="0" y="1575"/>
                    </a:cubicBezTo>
                    <a:cubicBezTo>
                      <a:pt x="0" y="1436"/>
                      <a:pt x="0" y="1298"/>
                      <a:pt x="0" y="1155"/>
                    </a:cubicBezTo>
                    <a:cubicBezTo>
                      <a:pt x="35" y="1155"/>
                      <a:pt x="69" y="1155"/>
                      <a:pt x="105" y="1155"/>
                    </a:cubicBezTo>
                    <a:cubicBezTo>
                      <a:pt x="105" y="1086"/>
                      <a:pt x="105" y="1016"/>
                      <a:pt x="105" y="945"/>
                    </a:cubicBezTo>
                    <a:cubicBezTo>
                      <a:pt x="140" y="945"/>
                      <a:pt x="174" y="945"/>
                      <a:pt x="210" y="945"/>
                    </a:cubicBezTo>
                    <a:cubicBezTo>
                      <a:pt x="210" y="876"/>
                      <a:pt x="210" y="806"/>
                      <a:pt x="210" y="735"/>
                    </a:cubicBezTo>
                    <a:cubicBezTo>
                      <a:pt x="279" y="735"/>
                      <a:pt x="349" y="735"/>
                      <a:pt x="420" y="735"/>
                    </a:cubicBezTo>
                    <a:cubicBezTo>
                      <a:pt x="420" y="700"/>
                      <a:pt x="420" y="666"/>
                      <a:pt x="420" y="630"/>
                    </a:cubicBezTo>
                    <a:cubicBezTo>
                      <a:pt x="455" y="630"/>
                      <a:pt x="489" y="630"/>
                      <a:pt x="525" y="630"/>
                    </a:cubicBezTo>
                    <a:cubicBezTo>
                      <a:pt x="525" y="595"/>
                      <a:pt x="525" y="561"/>
                      <a:pt x="525" y="525"/>
                    </a:cubicBezTo>
                    <a:cubicBezTo>
                      <a:pt x="560" y="525"/>
                      <a:pt x="594" y="525"/>
                      <a:pt x="630" y="525"/>
                    </a:cubicBezTo>
                    <a:cubicBezTo>
                      <a:pt x="630" y="456"/>
                      <a:pt x="630" y="386"/>
                      <a:pt x="630" y="315"/>
                    </a:cubicBezTo>
                    <a:cubicBezTo>
                      <a:pt x="665" y="315"/>
                      <a:pt x="699" y="315"/>
                      <a:pt x="735" y="315"/>
                    </a:cubicBezTo>
                    <a:cubicBezTo>
                      <a:pt x="735" y="280"/>
                      <a:pt x="735" y="246"/>
                      <a:pt x="735" y="210"/>
                    </a:cubicBezTo>
                    <a:cubicBezTo>
                      <a:pt x="770" y="210"/>
                      <a:pt x="804" y="210"/>
                      <a:pt x="840" y="210"/>
                    </a:cubicBezTo>
                    <a:cubicBezTo>
                      <a:pt x="840" y="175"/>
                      <a:pt x="840" y="141"/>
                      <a:pt x="840" y="105"/>
                    </a:cubicBezTo>
                    <a:cubicBezTo>
                      <a:pt x="909" y="105"/>
                      <a:pt x="979" y="105"/>
                      <a:pt x="1050" y="105"/>
                    </a:cubicBezTo>
                    <a:cubicBezTo>
                      <a:pt x="1050" y="70"/>
                      <a:pt x="1050" y="36"/>
                      <a:pt x="1050" y="0"/>
                    </a:cubicBezTo>
                    <a:close/>
                    <a:moveTo>
                      <a:pt x="1260" y="630"/>
                    </a:moveTo>
                    <a:cubicBezTo>
                      <a:pt x="1260" y="665"/>
                      <a:pt x="1260" y="699"/>
                      <a:pt x="1260" y="735"/>
                    </a:cubicBezTo>
                    <a:cubicBezTo>
                      <a:pt x="1191" y="735"/>
                      <a:pt x="1121" y="735"/>
                      <a:pt x="1050" y="735"/>
                    </a:cubicBezTo>
                    <a:cubicBezTo>
                      <a:pt x="1050" y="770"/>
                      <a:pt x="1050" y="804"/>
                      <a:pt x="1050" y="840"/>
                    </a:cubicBezTo>
                    <a:cubicBezTo>
                      <a:pt x="1015" y="840"/>
                      <a:pt x="981" y="840"/>
                      <a:pt x="945" y="840"/>
                    </a:cubicBezTo>
                    <a:cubicBezTo>
                      <a:pt x="945" y="875"/>
                      <a:pt x="945" y="909"/>
                      <a:pt x="945" y="945"/>
                    </a:cubicBezTo>
                    <a:cubicBezTo>
                      <a:pt x="910" y="945"/>
                      <a:pt x="876" y="945"/>
                      <a:pt x="840" y="945"/>
                    </a:cubicBezTo>
                    <a:cubicBezTo>
                      <a:pt x="840" y="980"/>
                      <a:pt x="840" y="1014"/>
                      <a:pt x="840" y="1050"/>
                    </a:cubicBezTo>
                    <a:cubicBezTo>
                      <a:pt x="805" y="1050"/>
                      <a:pt x="771" y="1050"/>
                      <a:pt x="735" y="1050"/>
                    </a:cubicBezTo>
                    <a:cubicBezTo>
                      <a:pt x="735" y="1119"/>
                      <a:pt x="735" y="1189"/>
                      <a:pt x="735" y="1260"/>
                    </a:cubicBezTo>
                    <a:cubicBezTo>
                      <a:pt x="700" y="1260"/>
                      <a:pt x="666" y="1260"/>
                      <a:pt x="630" y="1260"/>
                    </a:cubicBezTo>
                    <a:cubicBezTo>
                      <a:pt x="630" y="1364"/>
                      <a:pt x="630" y="1468"/>
                      <a:pt x="630" y="1575"/>
                    </a:cubicBezTo>
                    <a:cubicBezTo>
                      <a:pt x="665" y="1575"/>
                      <a:pt x="699" y="1575"/>
                      <a:pt x="735" y="1575"/>
                    </a:cubicBezTo>
                    <a:cubicBezTo>
                      <a:pt x="735" y="1610"/>
                      <a:pt x="735" y="1644"/>
                      <a:pt x="735" y="1680"/>
                    </a:cubicBezTo>
                    <a:cubicBezTo>
                      <a:pt x="770" y="1680"/>
                      <a:pt x="804" y="1680"/>
                      <a:pt x="840" y="1680"/>
                    </a:cubicBezTo>
                    <a:cubicBezTo>
                      <a:pt x="840" y="1715"/>
                      <a:pt x="840" y="1749"/>
                      <a:pt x="840" y="1785"/>
                    </a:cubicBezTo>
                    <a:cubicBezTo>
                      <a:pt x="875" y="1785"/>
                      <a:pt x="909" y="1785"/>
                      <a:pt x="945" y="1785"/>
                    </a:cubicBezTo>
                    <a:cubicBezTo>
                      <a:pt x="945" y="1820"/>
                      <a:pt x="945" y="1854"/>
                      <a:pt x="945" y="1890"/>
                    </a:cubicBezTo>
                    <a:cubicBezTo>
                      <a:pt x="980" y="1890"/>
                      <a:pt x="1014" y="1890"/>
                      <a:pt x="1050" y="1890"/>
                    </a:cubicBezTo>
                    <a:cubicBezTo>
                      <a:pt x="1050" y="1925"/>
                      <a:pt x="1050" y="1959"/>
                      <a:pt x="1050" y="1995"/>
                    </a:cubicBezTo>
                    <a:cubicBezTo>
                      <a:pt x="1085" y="1995"/>
                      <a:pt x="1119" y="1995"/>
                      <a:pt x="1155" y="1995"/>
                    </a:cubicBezTo>
                    <a:cubicBezTo>
                      <a:pt x="1155" y="2030"/>
                      <a:pt x="1155" y="2064"/>
                      <a:pt x="1155" y="2100"/>
                    </a:cubicBezTo>
                    <a:cubicBezTo>
                      <a:pt x="1190" y="2100"/>
                      <a:pt x="1224" y="2100"/>
                      <a:pt x="1260" y="2100"/>
                    </a:cubicBezTo>
                    <a:cubicBezTo>
                      <a:pt x="1260" y="2135"/>
                      <a:pt x="1260" y="2169"/>
                      <a:pt x="1260" y="2205"/>
                    </a:cubicBezTo>
                    <a:cubicBezTo>
                      <a:pt x="1295" y="2205"/>
                      <a:pt x="1329" y="2205"/>
                      <a:pt x="1365" y="2205"/>
                    </a:cubicBezTo>
                    <a:cubicBezTo>
                      <a:pt x="1365" y="2240"/>
                      <a:pt x="1365" y="2274"/>
                      <a:pt x="1365" y="2310"/>
                    </a:cubicBezTo>
                    <a:cubicBezTo>
                      <a:pt x="1400" y="2310"/>
                      <a:pt x="1434" y="2310"/>
                      <a:pt x="1470" y="2310"/>
                    </a:cubicBezTo>
                    <a:cubicBezTo>
                      <a:pt x="1470" y="2345"/>
                      <a:pt x="1470" y="2379"/>
                      <a:pt x="1470" y="2415"/>
                    </a:cubicBezTo>
                    <a:cubicBezTo>
                      <a:pt x="1505" y="2415"/>
                      <a:pt x="1539" y="2415"/>
                      <a:pt x="1575" y="2415"/>
                    </a:cubicBezTo>
                    <a:cubicBezTo>
                      <a:pt x="1575" y="2450"/>
                      <a:pt x="1575" y="2484"/>
                      <a:pt x="1575" y="2520"/>
                    </a:cubicBezTo>
                    <a:cubicBezTo>
                      <a:pt x="1610" y="2520"/>
                      <a:pt x="1644" y="2520"/>
                      <a:pt x="1680" y="2520"/>
                    </a:cubicBezTo>
                    <a:cubicBezTo>
                      <a:pt x="1680" y="2555"/>
                      <a:pt x="1680" y="2589"/>
                      <a:pt x="1680" y="2625"/>
                    </a:cubicBezTo>
                    <a:cubicBezTo>
                      <a:pt x="1715" y="2625"/>
                      <a:pt x="1749" y="2625"/>
                      <a:pt x="1785" y="2625"/>
                    </a:cubicBezTo>
                    <a:cubicBezTo>
                      <a:pt x="1785" y="2660"/>
                      <a:pt x="1785" y="2694"/>
                      <a:pt x="1785" y="2730"/>
                    </a:cubicBezTo>
                    <a:cubicBezTo>
                      <a:pt x="1820" y="2730"/>
                      <a:pt x="1854" y="2730"/>
                      <a:pt x="1890" y="2730"/>
                    </a:cubicBezTo>
                    <a:cubicBezTo>
                      <a:pt x="1890" y="2765"/>
                      <a:pt x="1890" y="2799"/>
                      <a:pt x="1890" y="2835"/>
                    </a:cubicBezTo>
                    <a:cubicBezTo>
                      <a:pt x="1925" y="2835"/>
                      <a:pt x="1959" y="2835"/>
                      <a:pt x="1995" y="2835"/>
                    </a:cubicBezTo>
                    <a:cubicBezTo>
                      <a:pt x="1995" y="2870"/>
                      <a:pt x="1995" y="2904"/>
                      <a:pt x="1995" y="2940"/>
                    </a:cubicBezTo>
                    <a:cubicBezTo>
                      <a:pt x="2030" y="2940"/>
                      <a:pt x="2064" y="2940"/>
                      <a:pt x="2100" y="2940"/>
                    </a:cubicBezTo>
                    <a:cubicBezTo>
                      <a:pt x="2100" y="2975"/>
                      <a:pt x="2100" y="3009"/>
                      <a:pt x="2100" y="3045"/>
                    </a:cubicBezTo>
                    <a:cubicBezTo>
                      <a:pt x="2135" y="3045"/>
                      <a:pt x="2169" y="3045"/>
                      <a:pt x="2205" y="3045"/>
                    </a:cubicBezTo>
                    <a:cubicBezTo>
                      <a:pt x="2205" y="3080"/>
                      <a:pt x="2205" y="3114"/>
                      <a:pt x="2205" y="3150"/>
                    </a:cubicBezTo>
                    <a:cubicBezTo>
                      <a:pt x="2240" y="3150"/>
                      <a:pt x="2274" y="3150"/>
                      <a:pt x="2310" y="3150"/>
                    </a:cubicBezTo>
                    <a:cubicBezTo>
                      <a:pt x="2310" y="3185"/>
                      <a:pt x="2310" y="3219"/>
                      <a:pt x="2310" y="3255"/>
                    </a:cubicBezTo>
                    <a:cubicBezTo>
                      <a:pt x="2345" y="3255"/>
                      <a:pt x="2379" y="3255"/>
                      <a:pt x="2415" y="3255"/>
                    </a:cubicBezTo>
                    <a:cubicBezTo>
                      <a:pt x="2415" y="3290"/>
                      <a:pt x="2415" y="3324"/>
                      <a:pt x="2415" y="3360"/>
                    </a:cubicBezTo>
                    <a:cubicBezTo>
                      <a:pt x="2450" y="3360"/>
                      <a:pt x="2484" y="3360"/>
                      <a:pt x="2520" y="3360"/>
                    </a:cubicBezTo>
                    <a:cubicBezTo>
                      <a:pt x="2520" y="3395"/>
                      <a:pt x="2520" y="3429"/>
                      <a:pt x="2520" y="3465"/>
                    </a:cubicBezTo>
                    <a:cubicBezTo>
                      <a:pt x="2555" y="3465"/>
                      <a:pt x="2589" y="3465"/>
                      <a:pt x="2625" y="3465"/>
                    </a:cubicBezTo>
                    <a:cubicBezTo>
                      <a:pt x="2625" y="3500"/>
                      <a:pt x="2625" y="3534"/>
                      <a:pt x="2625" y="3570"/>
                    </a:cubicBezTo>
                    <a:cubicBezTo>
                      <a:pt x="2660" y="3570"/>
                      <a:pt x="2694" y="3570"/>
                      <a:pt x="2730" y="3570"/>
                    </a:cubicBezTo>
                    <a:cubicBezTo>
                      <a:pt x="2730" y="3605"/>
                      <a:pt x="2730" y="3639"/>
                      <a:pt x="2730" y="3675"/>
                    </a:cubicBezTo>
                    <a:cubicBezTo>
                      <a:pt x="2765" y="3675"/>
                      <a:pt x="2799" y="3675"/>
                      <a:pt x="2835" y="3675"/>
                    </a:cubicBezTo>
                    <a:cubicBezTo>
                      <a:pt x="2835" y="3710"/>
                      <a:pt x="2835" y="3744"/>
                      <a:pt x="2835" y="3780"/>
                    </a:cubicBezTo>
                    <a:cubicBezTo>
                      <a:pt x="2870" y="3780"/>
                      <a:pt x="2904" y="3780"/>
                      <a:pt x="2940" y="3780"/>
                    </a:cubicBezTo>
                    <a:cubicBezTo>
                      <a:pt x="2940" y="3815"/>
                      <a:pt x="2940" y="3849"/>
                      <a:pt x="2940" y="3885"/>
                    </a:cubicBezTo>
                    <a:cubicBezTo>
                      <a:pt x="2975" y="3885"/>
                      <a:pt x="3009" y="3885"/>
                      <a:pt x="3045" y="3885"/>
                    </a:cubicBezTo>
                    <a:cubicBezTo>
                      <a:pt x="3045" y="3920"/>
                      <a:pt x="3045" y="3954"/>
                      <a:pt x="3045" y="3990"/>
                    </a:cubicBezTo>
                    <a:cubicBezTo>
                      <a:pt x="3080" y="3990"/>
                      <a:pt x="3114" y="3990"/>
                      <a:pt x="3150" y="3990"/>
                    </a:cubicBezTo>
                    <a:cubicBezTo>
                      <a:pt x="3150" y="4025"/>
                      <a:pt x="3150" y="4059"/>
                      <a:pt x="3150" y="4095"/>
                    </a:cubicBezTo>
                    <a:cubicBezTo>
                      <a:pt x="3185" y="4095"/>
                      <a:pt x="3219" y="4095"/>
                      <a:pt x="3255" y="4095"/>
                    </a:cubicBezTo>
                    <a:cubicBezTo>
                      <a:pt x="3255" y="4130"/>
                      <a:pt x="3255" y="4164"/>
                      <a:pt x="3255" y="4200"/>
                    </a:cubicBezTo>
                    <a:cubicBezTo>
                      <a:pt x="3290" y="4200"/>
                      <a:pt x="3324" y="4200"/>
                      <a:pt x="3360" y="4200"/>
                    </a:cubicBezTo>
                    <a:cubicBezTo>
                      <a:pt x="3360" y="4235"/>
                      <a:pt x="3360" y="4269"/>
                      <a:pt x="3360" y="4305"/>
                    </a:cubicBezTo>
                    <a:cubicBezTo>
                      <a:pt x="3395" y="4305"/>
                      <a:pt x="3429" y="4305"/>
                      <a:pt x="3465" y="4305"/>
                    </a:cubicBezTo>
                    <a:cubicBezTo>
                      <a:pt x="3465" y="4340"/>
                      <a:pt x="3465" y="4374"/>
                      <a:pt x="3465" y="4410"/>
                    </a:cubicBezTo>
                    <a:cubicBezTo>
                      <a:pt x="3500" y="4410"/>
                      <a:pt x="3534" y="4410"/>
                      <a:pt x="3570" y="4410"/>
                    </a:cubicBezTo>
                    <a:cubicBezTo>
                      <a:pt x="3570" y="4445"/>
                      <a:pt x="3570" y="4479"/>
                      <a:pt x="3570" y="4515"/>
                    </a:cubicBezTo>
                    <a:cubicBezTo>
                      <a:pt x="3605" y="4515"/>
                      <a:pt x="3639" y="4515"/>
                      <a:pt x="3675" y="4515"/>
                    </a:cubicBezTo>
                    <a:cubicBezTo>
                      <a:pt x="3675" y="4550"/>
                      <a:pt x="3675" y="4584"/>
                      <a:pt x="3675" y="4620"/>
                    </a:cubicBezTo>
                    <a:cubicBezTo>
                      <a:pt x="3710" y="4620"/>
                      <a:pt x="3744" y="4620"/>
                      <a:pt x="3780" y="4620"/>
                    </a:cubicBezTo>
                    <a:cubicBezTo>
                      <a:pt x="3780" y="4655"/>
                      <a:pt x="3780" y="4689"/>
                      <a:pt x="3780" y="4725"/>
                    </a:cubicBezTo>
                    <a:cubicBezTo>
                      <a:pt x="3815" y="4725"/>
                      <a:pt x="3849" y="4725"/>
                      <a:pt x="3885" y="4725"/>
                    </a:cubicBezTo>
                    <a:cubicBezTo>
                      <a:pt x="3885" y="4760"/>
                      <a:pt x="3885" y="4794"/>
                      <a:pt x="3885" y="4830"/>
                    </a:cubicBezTo>
                    <a:cubicBezTo>
                      <a:pt x="3920" y="4830"/>
                      <a:pt x="3954" y="4830"/>
                      <a:pt x="3990" y="4830"/>
                    </a:cubicBezTo>
                    <a:cubicBezTo>
                      <a:pt x="3990" y="4865"/>
                      <a:pt x="3990" y="4899"/>
                      <a:pt x="3990" y="4935"/>
                    </a:cubicBezTo>
                    <a:cubicBezTo>
                      <a:pt x="4025" y="4935"/>
                      <a:pt x="4059" y="4935"/>
                      <a:pt x="4095" y="4935"/>
                    </a:cubicBezTo>
                    <a:cubicBezTo>
                      <a:pt x="4095" y="4970"/>
                      <a:pt x="4095" y="5004"/>
                      <a:pt x="4095" y="5040"/>
                    </a:cubicBezTo>
                    <a:cubicBezTo>
                      <a:pt x="4130" y="5040"/>
                      <a:pt x="4164" y="5040"/>
                      <a:pt x="4200" y="5040"/>
                    </a:cubicBezTo>
                    <a:cubicBezTo>
                      <a:pt x="4200" y="5075"/>
                      <a:pt x="4200" y="5109"/>
                      <a:pt x="4200" y="5145"/>
                    </a:cubicBezTo>
                    <a:cubicBezTo>
                      <a:pt x="4235" y="5145"/>
                      <a:pt x="4269" y="5145"/>
                      <a:pt x="4305" y="5145"/>
                    </a:cubicBezTo>
                    <a:cubicBezTo>
                      <a:pt x="4305" y="5180"/>
                      <a:pt x="4305" y="5214"/>
                      <a:pt x="4305" y="5250"/>
                    </a:cubicBezTo>
                    <a:cubicBezTo>
                      <a:pt x="4340" y="5250"/>
                      <a:pt x="4374" y="5250"/>
                      <a:pt x="4410" y="5250"/>
                    </a:cubicBezTo>
                    <a:cubicBezTo>
                      <a:pt x="4410" y="5285"/>
                      <a:pt x="4410" y="5319"/>
                      <a:pt x="4410" y="5355"/>
                    </a:cubicBezTo>
                    <a:cubicBezTo>
                      <a:pt x="4445" y="5355"/>
                      <a:pt x="4479" y="5355"/>
                      <a:pt x="4515" y="5355"/>
                    </a:cubicBezTo>
                    <a:cubicBezTo>
                      <a:pt x="4515" y="5390"/>
                      <a:pt x="4515" y="5424"/>
                      <a:pt x="4515" y="5460"/>
                    </a:cubicBezTo>
                    <a:cubicBezTo>
                      <a:pt x="4550" y="5460"/>
                      <a:pt x="4584" y="5460"/>
                      <a:pt x="4620" y="5460"/>
                    </a:cubicBezTo>
                    <a:cubicBezTo>
                      <a:pt x="4620" y="5495"/>
                      <a:pt x="4620" y="5529"/>
                      <a:pt x="4620" y="5565"/>
                    </a:cubicBezTo>
                    <a:cubicBezTo>
                      <a:pt x="4655" y="5565"/>
                      <a:pt x="4689" y="5565"/>
                      <a:pt x="4725" y="5565"/>
                    </a:cubicBezTo>
                    <a:cubicBezTo>
                      <a:pt x="4725" y="5600"/>
                      <a:pt x="4725" y="5634"/>
                      <a:pt x="4725" y="5670"/>
                    </a:cubicBezTo>
                    <a:cubicBezTo>
                      <a:pt x="4760" y="5670"/>
                      <a:pt x="4794" y="5670"/>
                      <a:pt x="4830" y="5670"/>
                    </a:cubicBezTo>
                    <a:cubicBezTo>
                      <a:pt x="4830" y="5705"/>
                      <a:pt x="4830" y="5739"/>
                      <a:pt x="4830" y="5775"/>
                    </a:cubicBezTo>
                    <a:cubicBezTo>
                      <a:pt x="4865" y="5775"/>
                      <a:pt x="4899" y="5775"/>
                      <a:pt x="4935" y="5775"/>
                    </a:cubicBezTo>
                    <a:cubicBezTo>
                      <a:pt x="4935" y="5810"/>
                      <a:pt x="4935" y="5844"/>
                      <a:pt x="4935" y="5880"/>
                    </a:cubicBezTo>
                    <a:cubicBezTo>
                      <a:pt x="4970" y="5880"/>
                      <a:pt x="5004" y="5880"/>
                      <a:pt x="5040" y="5880"/>
                    </a:cubicBezTo>
                    <a:cubicBezTo>
                      <a:pt x="5040" y="5915"/>
                      <a:pt x="5040" y="5949"/>
                      <a:pt x="5040" y="5985"/>
                    </a:cubicBezTo>
                    <a:cubicBezTo>
                      <a:pt x="5075" y="5985"/>
                      <a:pt x="5109" y="5985"/>
                      <a:pt x="5145" y="5985"/>
                    </a:cubicBezTo>
                    <a:cubicBezTo>
                      <a:pt x="5145" y="6020"/>
                      <a:pt x="5145" y="6054"/>
                      <a:pt x="5145" y="6090"/>
                    </a:cubicBezTo>
                    <a:cubicBezTo>
                      <a:pt x="5180" y="6090"/>
                      <a:pt x="5214" y="6090"/>
                      <a:pt x="5250" y="6090"/>
                    </a:cubicBezTo>
                    <a:cubicBezTo>
                      <a:pt x="5250" y="6125"/>
                      <a:pt x="5250" y="6159"/>
                      <a:pt x="5250" y="6195"/>
                    </a:cubicBezTo>
                    <a:cubicBezTo>
                      <a:pt x="5285" y="6195"/>
                      <a:pt x="5319" y="6195"/>
                      <a:pt x="5355" y="6195"/>
                    </a:cubicBezTo>
                    <a:cubicBezTo>
                      <a:pt x="5355" y="6334"/>
                      <a:pt x="5355" y="6472"/>
                      <a:pt x="5355" y="6615"/>
                    </a:cubicBezTo>
                    <a:cubicBezTo>
                      <a:pt x="5320" y="6615"/>
                      <a:pt x="5286" y="6615"/>
                      <a:pt x="5250" y="6615"/>
                    </a:cubicBezTo>
                    <a:cubicBezTo>
                      <a:pt x="5250" y="6650"/>
                      <a:pt x="5250" y="6684"/>
                      <a:pt x="5250" y="6720"/>
                    </a:cubicBezTo>
                    <a:cubicBezTo>
                      <a:pt x="5215" y="6720"/>
                      <a:pt x="5181" y="6720"/>
                      <a:pt x="5145" y="6720"/>
                    </a:cubicBezTo>
                    <a:cubicBezTo>
                      <a:pt x="5145" y="6755"/>
                      <a:pt x="5145" y="6789"/>
                      <a:pt x="5145" y="6825"/>
                    </a:cubicBezTo>
                    <a:cubicBezTo>
                      <a:pt x="5110" y="6825"/>
                      <a:pt x="5076" y="6825"/>
                      <a:pt x="5040" y="6825"/>
                    </a:cubicBezTo>
                    <a:cubicBezTo>
                      <a:pt x="5040" y="6860"/>
                      <a:pt x="5040" y="6894"/>
                      <a:pt x="5040" y="6930"/>
                    </a:cubicBezTo>
                    <a:cubicBezTo>
                      <a:pt x="5005" y="6930"/>
                      <a:pt x="4971" y="6930"/>
                      <a:pt x="4935" y="6930"/>
                    </a:cubicBezTo>
                    <a:cubicBezTo>
                      <a:pt x="4935" y="6965"/>
                      <a:pt x="4935" y="6999"/>
                      <a:pt x="4935" y="7035"/>
                    </a:cubicBezTo>
                    <a:cubicBezTo>
                      <a:pt x="4900" y="7035"/>
                      <a:pt x="4866" y="7035"/>
                      <a:pt x="4830" y="7035"/>
                    </a:cubicBezTo>
                    <a:cubicBezTo>
                      <a:pt x="4830" y="7070"/>
                      <a:pt x="4830" y="7104"/>
                      <a:pt x="4830" y="7140"/>
                    </a:cubicBezTo>
                    <a:cubicBezTo>
                      <a:pt x="4795" y="7140"/>
                      <a:pt x="4761" y="7140"/>
                      <a:pt x="4725" y="7140"/>
                    </a:cubicBezTo>
                    <a:cubicBezTo>
                      <a:pt x="4725" y="7175"/>
                      <a:pt x="4725" y="7209"/>
                      <a:pt x="4725" y="7245"/>
                    </a:cubicBezTo>
                    <a:cubicBezTo>
                      <a:pt x="4690" y="7245"/>
                      <a:pt x="4656" y="7245"/>
                      <a:pt x="4620" y="7245"/>
                    </a:cubicBezTo>
                    <a:cubicBezTo>
                      <a:pt x="4620" y="7280"/>
                      <a:pt x="4620" y="7314"/>
                      <a:pt x="4620" y="7350"/>
                    </a:cubicBezTo>
                    <a:cubicBezTo>
                      <a:pt x="4585" y="7350"/>
                      <a:pt x="4551" y="7350"/>
                      <a:pt x="4515" y="7350"/>
                    </a:cubicBezTo>
                    <a:cubicBezTo>
                      <a:pt x="4515" y="7385"/>
                      <a:pt x="4515" y="7419"/>
                      <a:pt x="4515" y="7455"/>
                    </a:cubicBezTo>
                    <a:cubicBezTo>
                      <a:pt x="4480" y="7455"/>
                      <a:pt x="4446" y="7455"/>
                      <a:pt x="4410" y="7455"/>
                    </a:cubicBezTo>
                    <a:cubicBezTo>
                      <a:pt x="4410" y="7490"/>
                      <a:pt x="4410" y="7524"/>
                      <a:pt x="4410" y="7560"/>
                    </a:cubicBezTo>
                    <a:cubicBezTo>
                      <a:pt x="4375" y="7560"/>
                      <a:pt x="4341" y="7560"/>
                      <a:pt x="4305" y="7560"/>
                    </a:cubicBezTo>
                    <a:cubicBezTo>
                      <a:pt x="4305" y="7595"/>
                      <a:pt x="4305" y="7629"/>
                      <a:pt x="4305" y="7665"/>
                    </a:cubicBezTo>
                    <a:cubicBezTo>
                      <a:pt x="4270" y="7665"/>
                      <a:pt x="4236" y="7665"/>
                      <a:pt x="4200" y="7665"/>
                    </a:cubicBezTo>
                    <a:cubicBezTo>
                      <a:pt x="4200" y="7700"/>
                      <a:pt x="4200" y="7734"/>
                      <a:pt x="4200" y="7770"/>
                    </a:cubicBezTo>
                    <a:cubicBezTo>
                      <a:pt x="4165" y="7770"/>
                      <a:pt x="4131" y="7770"/>
                      <a:pt x="4095" y="7770"/>
                    </a:cubicBezTo>
                    <a:cubicBezTo>
                      <a:pt x="4095" y="7805"/>
                      <a:pt x="4095" y="7839"/>
                      <a:pt x="4095" y="7875"/>
                    </a:cubicBezTo>
                    <a:cubicBezTo>
                      <a:pt x="4060" y="7875"/>
                      <a:pt x="4026" y="7875"/>
                      <a:pt x="3990" y="7875"/>
                    </a:cubicBezTo>
                    <a:cubicBezTo>
                      <a:pt x="3990" y="7910"/>
                      <a:pt x="3990" y="7944"/>
                      <a:pt x="3990" y="7980"/>
                    </a:cubicBezTo>
                    <a:cubicBezTo>
                      <a:pt x="3955" y="7980"/>
                      <a:pt x="3921" y="7980"/>
                      <a:pt x="3885" y="7980"/>
                    </a:cubicBezTo>
                    <a:cubicBezTo>
                      <a:pt x="3885" y="8015"/>
                      <a:pt x="3885" y="8049"/>
                      <a:pt x="3885" y="8085"/>
                    </a:cubicBezTo>
                    <a:cubicBezTo>
                      <a:pt x="3850" y="8085"/>
                      <a:pt x="3816" y="8085"/>
                      <a:pt x="3780" y="8085"/>
                    </a:cubicBezTo>
                    <a:cubicBezTo>
                      <a:pt x="3780" y="8120"/>
                      <a:pt x="3780" y="8154"/>
                      <a:pt x="3780" y="8190"/>
                    </a:cubicBezTo>
                    <a:cubicBezTo>
                      <a:pt x="3745" y="8190"/>
                      <a:pt x="3711" y="8190"/>
                      <a:pt x="3675" y="8190"/>
                    </a:cubicBezTo>
                    <a:cubicBezTo>
                      <a:pt x="3675" y="8225"/>
                      <a:pt x="3675" y="8259"/>
                      <a:pt x="3675" y="8295"/>
                    </a:cubicBezTo>
                    <a:cubicBezTo>
                      <a:pt x="3640" y="8295"/>
                      <a:pt x="3606" y="8295"/>
                      <a:pt x="3570" y="8295"/>
                    </a:cubicBezTo>
                    <a:cubicBezTo>
                      <a:pt x="3570" y="8330"/>
                      <a:pt x="3570" y="8364"/>
                      <a:pt x="3570" y="8400"/>
                    </a:cubicBezTo>
                    <a:cubicBezTo>
                      <a:pt x="3535" y="8400"/>
                      <a:pt x="3501" y="8400"/>
                      <a:pt x="3465" y="8400"/>
                    </a:cubicBezTo>
                    <a:cubicBezTo>
                      <a:pt x="3465" y="8435"/>
                      <a:pt x="3465" y="8469"/>
                      <a:pt x="3465" y="8505"/>
                    </a:cubicBezTo>
                    <a:cubicBezTo>
                      <a:pt x="3430" y="8505"/>
                      <a:pt x="3396" y="8505"/>
                      <a:pt x="3360" y="8505"/>
                    </a:cubicBezTo>
                    <a:cubicBezTo>
                      <a:pt x="3360" y="8540"/>
                      <a:pt x="3360" y="8574"/>
                      <a:pt x="3360" y="8610"/>
                    </a:cubicBezTo>
                    <a:cubicBezTo>
                      <a:pt x="3325" y="8610"/>
                      <a:pt x="3291" y="8610"/>
                      <a:pt x="3255" y="8610"/>
                    </a:cubicBezTo>
                    <a:cubicBezTo>
                      <a:pt x="3255" y="8645"/>
                      <a:pt x="3255" y="8679"/>
                      <a:pt x="3255" y="8715"/>
                    </a:cubicBezTo>
                    <a:cubicBezTo>
                      <a:pt x="3220" y="8715"/>
                      <a:pt x="3186" y="8715"/>
                      <a:pt x="3150" y="8715"/>
                    </a:cubicBezTo>
                    <a:cubicBezTo>
                      <a:pt x="3150" y="8750"/>
                      <a:pt x="3150" y="8784"/>
                      <a:pt x="3150" y="8820"/>
                    </a:cubicBezTo>
                    <a:cubicBezTo>
                      <a:pt x="3115" y="8820"/>
                      <a:pt x="3081" y="8820"/>
                      <a:pt x="3045" y="8820"/>
                    </a:cubicBezTo>
                    <a:cubicBezTo>
                      <a:pt x="3045" y="8855"/>
                      <a:pt x="3045" y="8889"/>
                      <a:pt x="3045" y="8925"/>
                    </a:cubicBezTo>
                    <a:cubicBezTo>
                      <a:pt x="3010" y="8925"/>
                      <a:pt x="2976" y="8925"/>
                      <a:pt x="2940" y="8925"/>
                    </a:cubicBezTo>
                    <a:cubicBezTo>
                      <a:pt x="2940" y="8960"/>
                      <a:pt x="2940" y="8994"/>
                      <a:pt x="2940" y="9030"/>
                    </a:cubicBezTo>
                    <a:cubicBezTo>
                      <a:pt x="2905" y="9030"/>
                      <a:pt x="2871" y="9030"/>
                      <a:pt x="2835" y="9030"/>
                    </a:cubicBezTo>
                    <a:cubicBezTo>
                      <a:pt x="2835" y="9065"/>
                      <a:pt x="2835" y="9099"/>
                      <a:pt x="2835" y="9135"/>
                    </a:cubicBezTo>
                    <a:cubicBezTo>
                      <a:pt x="2800" y="9135"/>
                      <a:pt x="2766" y="9135"/>
                      <a:pt x="2730" y="9135"/>
                    </a:cubicBezTo>
                    <a:cubicBezTo>
                      <a:pt x="2730" y="9170"/>
                      <a:pt x="2730" y="9204"/>
                      <a:pt x="2730" y="9240"/>
                    </a:cubicBezTo>
                    <a:cubicBezTo>
                      <a:pt x="2695" y="9240"/>
                      <a:pt x="2661" y="9240"/>
                      <a:pt x="2625" y="9240"/>
                    </a:cubicBezTo>
                    <a:cubicBezTo>
                      <a:pt x="2625" y="9275"/>
                      <a:pt x="2625" y="9309"/>
                      <a:pt x="2625" y="9345"/>
                    </a:cubicBezTo>
                    <a:cubicBezTo>
                      <a:pt x="2590" y="9345"/>
                      <a:pt x="2556" y="9345"/>
                      <a:pt x="2520" y="9345"/>
                    </a:cubicBezTo>
                    <a:cubicBezTo>
                      <a:pt x="2520" y="9380"/>
                      <a:pt x="2520" y="9414"/>
                      <a:pt x="2520" y="9450"/>
                    </a:cubicBezTo>
                    <a:cubicBezTo>
                      <a:pt x="2485" y="9450"/>
                      <a:pt x="2451" y="9450"/>
                      <a:pt x="2415" y="9450"/>
                    </a:cubicBezTo>
                    <a:cubicBezTo>
                      <a:pt x="2415" y="9485"/>
                      <a:pt x="2415" y="9519"/>
                      <a:pt x="2415" y="9555"/>
                    </a:cubicBezTo>
                    <a:cubicBezTo>
                      <a:pt x="2380" y="9555"/>
                      <a:pt x="2346" y="9555"/>
                      <a:pt x="2310" y="9555"/>
                    </a:cubicBezTo>
                    <a:cubicBezTo>
                      <a:pt x="2310" y="9590"/>
                      <a:pt x="2310" y="9624"/>
                      <a:pt x="2310" y="9660"/>
                    </a:cubicBezTo>
                    <a:cubicBezTo>
                      <a:pt x="2275" y="9660"/>
                      <a:pt x="2241" y="9660"/>
                      <a:pt x="2205" y="9660"/>
                    </a:cubicBezTo>
                    <a:cubicBezTo>
                      <a:pt x="2205" y="9695"/>
                      <a:pt x="2205" y="9729"/>
                      <a:pt x="2205" y="9765"/>
                    </a:cubicBezTo>
                    <a:cubicBezTo>
                      <a:pt x="2170" y="9765"/>
                      <a:pt x="2136" y="9765"/>
                      <a:pt x="2100" y="9765"/>
                    </a:cubicBezTo>
                    <a:cubicBezTo>
                      <a:pt x="2100" y="9800"/>
                      <a:pt x="2100" y="9834"/>
                      <a:pt x="2100" y="9870"/>
                    </a:cubicBezTo>
                    <a:cubicBezTo>
                      <a:pt x="2065" y="9870"/>
                      <a:pt x="2031" y="9870"/>
                      <a:pt x="1995" y="9870"/>
                    </a:cubicBezTo>
                    <a:cubicBezTo>
                      <a:pt x="1995" y="9905"/>
                      <a:pt x="1995" y="9939"/>
                      <a:pt x="1995" y="9975"/>
                    </a:cubicBezTo>
                    <a:cubicBezTo>
                      <a:pt x="1960" y="9975"/>
                      <a:pt x="1926" y="9975"/>
                      <a:pt x="1890" y="9975"/>
                    </a:cubicBezTo>
                    <a:cubicBezTo>
                      <a:pt x="1890" y="10010"/>
                      <a:pt x="1890" y="10044"/>
                      <a:pt x="1890" y="10080"/>
                    </a:cubicBezTo>
                    <a:cubicBezTo>
                      <a:pt x="1855" y="10080"/>
                      <a:pt x="1821" y="10080"/>
                      <a:pt x="1785" y="10080"/>
                    </a:cubicBezTo>
                    <a:cubicBezTo>
                      <a:pt x="1785" y="10115"/>
                      <a:pt x="1785" y="10149"/>
                      <a:pt x="1785" y="10185"/>
                    </a:cubicBezTo>
                    <a:cubicBezTo>
                      <a:pt x="1750" y="10185"/>
                      <a:pt x="1716" y="10185"/>
                      <a:pt x="1680" y="10185"/>
                    </a:cubicBezTo>
                    <a:cubicBezTo>
                      <a:pt x="1680" y="10220"/>
                      <a:pt x="1680" y="10254"/>
                      <a:pt x="1680" y="10290"/>
                    </a:cubicBezTo>
                    <a:cubicBezTo>
                      <a:pt x="1645" y="10290"/>
                      <a:pt x="1611" y="10290"/>
                      <a:pt x="1575" y="10290"/>
                    </a:cubicBezTo>
                    <a:cubicBezTo>
                      <a:pt x="1575" y="10325"/>
                      <a:pt x="1575" y="10359"/>
                      <a:pt x="1575" y="10395"/>
                    </a:cubicBezTo>
                    <a:cubicBezTo>
                      <a:pt x="1540" y="10395"/>
                      <a:pt x="1506" y="10395"/>
                      <a:pt x="1470" y="10395"/>
                    </a:cubicBezTo>
                    <a:cubicBezTo>
                      <a:pt x="1470" y="10430"/>
                      <a:pt x="1470" y="10464"/>
                      <a:pt x="1470" y="10500"/>
                    </a:cubicBezTo>
                    <a:cubicBezTo>
                      <a:pt x="1435" y="10500"/>
                      <a:pt x="1401" y="10500"/>
                      <a:pt x="1365" y="10500"/>
                    </a:cubicBezTo>
                    <a:cubicBezTo>
                      <a:pt x="1365" y="10535"/>
                      <a:pt x="1365" y="10569"/>
                      <a:pt x="1365" y="10605"/>
                    </a:cubicBezTo>
                    <a:cubicBezTo>
                      <a:pt x="1330" y="10605"/>
                      <a:pt x="1296" y="10605"/>
                      <a:pt x="1260" y="10605"/>
                    </a:cubicBezTo>
                    <a:cubicBezTo>
                      <a:pt x="1260" y="10640"/>
                      <a:pt x="1260" y="10674"/>
                      <a:pt x="1260" y="10710"/>
                    </a:cubicBezTo>
                    <a:cubicBezTo>
                      <a:pt x="1225" y="10710"/>
                      <a:pt x="1191" y="10710"/>
                      <a:pt x="1155" y="10710"/>
                    </a:cubicBezTo>
                    <a:cubicBezTo>
                      <a:pt x="1155" y="10745"/>
                      <a:pt x="1155" y="10779"/>
                      <a:pt x="1155" y="10815"/>
                    </a:cubicBezTo>
                    <a:cubicBezTo>
                      <a:pt x="1120" y="10815"/>
                      <a:pt x="1086" y="10815"/>
                      <a:pt x="1050" y="10815"/>
                    </a:cubicBezTo>
                    <a:cubicBezTo>
                      <a:pt x="1050" y="10850"/>
                      <a:pt x="1050" y="10884"/>
                      <a:pt x="1050" y="10920"/>
                    </a:cubicBezTo>
                    <a:cubicBezTo>
                      <a:pt x="1015" y="10920"/>
                      <a:pt x="981" y="10920"/>
                      <a:pt x="945" y="10920"/>
                    </a:cubicBezTo>
                    <a:cubicBezTo>
                      <a:pt x="945" y="10955"/>
                      <a:pt x="945" y="10989"/>
                      <a:pt x="945" y="11025"/>
                    </a:cubicBezTo>
                    <a:cubicBezTo>
                      <a:pt x="910" y="11025"/>
                      <a:pt x="876" y="11025"/>
                      <a:pt x="840" y="11025"/>
                    </a:cubicBezTo>
                    <a:cubicBezTo>
                      <a:pt x="840" y="11060"/>
                      <a:pt x="840" y="11094"/>
                      <a:pt x="840" y="11130"/>
                    </a:cubicBezTo>
                    <a:cubicBezTo>
                      <a:pt x="805" y="11130"/>
                      <a:pt x="771" y="11130"/>
                      <a:pt x="735" y="11130"/>
                    </a:cubicBezTo>
                    <a:cubicBezTo>
                      <a:pt x="735" y="11165"/>
                      <a:pt x="735" y="11199"/>
                      <a:pt x="735" y="11235"/>
                    </a:cubicBezTo>
                    <a:cubicBezTo>
                      <a:pt x="700" y="11235"/>
                      <a:pt x="666" y="11235"/>
                      <a:pt x="630" y="11235"/>
                    </a:cubicBezTo>
                    <a:cubicBezTo>
                      <a:pt x="630" y="11374"/>
                      <a:pt x="630" y="11512"/>
                      <a:pt x="630" y="11655"/>
                    </a:cubicBezTo>
                    <a:cubicBezTo>
                      <a:pt x="665" y="11655"/>
                      <a:pt x="699" y="11655"/>
                      <a:pt x="735" y="11655"/>
                    </a:cubicBezTo>
                    <a:cubicBezTo>
                      <a:pt x="735" y="11690"/>
                      <a:pt x="735" y="11724"/>
                      <a:pt x="735" y="11760"/>
                    </a:cubicBezTo>
                    <a:cubicBezTo>
                      <a:pt x="770" y="11760"/>
                      <a:pt x="804" y="11760"/>
                      <a:pt x="840" y="11760"/>
                    </a:cubicBezTo>
                    <a:cubicBezTo>
                      <a:pt x="840" y="11795"/>
                      <a:pt x="840" y="11829"/>
                      <a:pt x="840" y="11865"/>
                    </a:cubicBezTo>
                    <a:cubicBezTo>
                      <a:pt x="875" y="11865"/>
                      <a:pt x="909" y="11865"/>
                      <a:pt x="945" y="11865"/>
                    </a:cubicBezTo>
                    <a:cubicBezTo>
                      <a:pt x="945" y="11900"/>
                      <a:pt x="945" y="11934"/>
                      <a:pt x="945" y="11970"/>
                    </a:cubicBezTo>
                    <a:cubicBezTo>
                      <a:pt x="980" y="11970"/>
                      <a:pt x="1014" y="11970"/>
                      <a:pt x="1050" y="11970"/>
                    </a:cubicBezTo>
                    <a:cubicBezTo>
                      <a:pt x="1050" y="12005"/>
                      <a:pt x="1050" y="12039"/>
                      <a:pt x="1050" y="12075"/>
                    </a:cubicBezTo>
                    <a:cubicBezTo>
                      <a:pt x="1085" y="12075"/>
                      <a:pt x="1119" y="12075"/>
                      <a:pt x="1155" y="12075"/>
                    </a:cubicBezTo>
                    <a:cubicBezTo>
                      <a:pt x="1155" y="12110"/>
                      <a:pt x="1155" y="12144"/>
                      <a:pt x="1155" y="12180"/>
                    </a:cubicBezTo>
                    <a:cubicBezTo>
                      <a:pt x="1190" y="12180"/>
                      <a:pt x="1224" y="12180"/>
                      <a:pt x="1260" y="12180"/>
                    </a:cubicBezTo>
                    <a:cubicBezTo>
                      <a:pt x="1260" y="12215"/>
                      <a:pt x="1260" y="12249"/>
                      <a:pt x="1260" y="12285"/>
                    </a:cubicBezTo>
                    <a:cubicBezTo>
                      <a:pt x="1364" y="12285"/>
                      <a:pt x="1468" y="12285"/>
                      <a:pt x="1575" y="12285"/>
                    </a:cubicBezTo>
                    <a:cubicBezTo>
                      <a:pt x="1575" y="12250"/>
                      <a:pt x="1575" y="12216"/>
                      <a:pt x="1575" y="12180"/>
                    </a:cubicBezTo>
                    <a:cubicBezTo>
                      <a:pt x="1644" y="12180"/>
                      <a:pt x="1714" y="12180"/>
                      <a:pt x="1785" y="12180"/>
                    </a:cubicBezTo>
                    <a:cubicBezTo>
                      <a:pt x="1785" y="12145"/>
                      <a:pt x="1785" y="12111"/>
                      <a:pt x="1785" y="12075"/>
                    </a:cubicBezTo>
                    <a:cubicBezTo>
                      <a:pt x="1820" y="12075"/>
                      <a:pt x="1854" y="12075"/>
                      <a:pt x="1890" y="12075"/>
                    </a:cubicBezTo>
                    <a:cubicBezTo>
                      <a:pt x="1890" y="12040"/>
                      <a:pt x="1890" y="12006"/>
                      <a:pt x="1890" y="11970"/>
                    </a:cubicBezTo>
                    <a:cubicBezTo>
                      <a:pt x="1925" y="11970"/>
                      <a:pt x="1959" y="11970"/>
                      <a:pt x="1995" y="11970"/>
                    </a:cubicBezTo>
                    <a:cubicBezTo>
                      <a:pt x="1995" y="11935"/>
                      <a:pt x="1995" y="11901"/>
                      <a:pt x="1995" y="11865"/>
                    </a:cubicBezTo>
                    <a:cubicBezTo>
                      <a:pt x="2030" y="11865"/>
                      <a:pt x="2064" y="11865"/>
                      <a:pt x="2100" y="11865"/>
                    </a:cubicBezTo>
                    <a:cubicBezTo>
                      <a:pt x="2100" y="11830"/>
                      <a:pt x="2100" y="11796"/>
                      <a:pt x="2100" y="11760"/>
                    </a:cubicBezTo>
                    <a:cubicBezTo>
                      <a:pt x="2135" y="11760"/>
                      <a:pt x="2169" y="11760"/>
                      <a:pt x="2205" y="11760"/>
                    </a:cubicBezTo>
                    <a:cubicBezTo>
                      <a:pt x="2205" y="11725"/>
                      <a:pt x="2205" y="11691"/>
                      <a:pt x="2205" y="11655"/>
                    </a:cubicBezTo>
                    <a:cubicBezTo>
                      <a:pt x="2240" y="11655"/>
                      <a:pt x="2274" y="11655"/>
                      <a:pt x="2310" y="11655"/>
                    </a:cubicBezTo>
                    <a:cubicBezTo>
                      <a:pt x="2310" y="11620"/>
                      <a:pt x="2310" y="11586"/>
                      <a:pt x="2310" y="11550"/>
                    </a:cubicBezTo>
                    <a:cubicBezTo>
                      <a:pt x="2345" y="11550"/>
                      <a:pt x="2379" y="11550"/>
                      <a:pt x="2415" y="11550"/>
                    </a:cubicBezTo>
                    <a:cubicBezTo>
                      <a:pt x="2415" y="11515"/>
                      <a:pt x="2415" y="11481"/>
                      <a:pt x="2415" y="11445"/>
                    </a:cubicBezTo>
                    <a:cubicBezTo>
                      <a:pt x="2450" y="11445"/>
                      <a:pt x="2484" y="11445"/>
                      <a:pt x="2520" y="11445"/>
                    </a:cubicBezTo>
                    <a:cubicBezTo>
                      <a:pt x="2520" y="11410"/>
                      <a:pt x="2520" y="11376"/>
                      <a:pt x="2520" y="11340"/>
                    </a:cubicBezTo>
                    <a:cubicBezTo>
                      <a:pt x="2555" y="11340"/>
                      <a:pt x="2589" y="11340"/>
                      <a:pt x="2625" y="11340"/>
                    </a:cubicBezTo>
                    <a:cubicBezTo>
                      <a:pt x="2625" y="11305"/>
                      <a:pt x="2625" y="11271"/>
                      <a:pt x="2625" y="11235"/>
                    </a:cubicBezTo>
                    <a:cubicBezTo>
                      <a:pt x="2660" y="11235"/>
                      <a:pt x="2694" y="11235"/>
                      <a:pt x="2730" y="11235"/>
                    </a:cubicBezTo>
                    <a:cubicBezTo>
                      <a:pt x="2730" y="11200"/>
                      <a:pt x="2730" y="11166"/>
                      <a:pt x="2730" y="11130"/>
                    </a:cubicBezTo>
                    <a:cubicBezTo>
                      <a:pt x="2765" y="11130"/>
                      <a:pt x="2799" y="11130"/>
                      <a:pt x="2835" y="11130"/>
                    </a:cubicBezTo>
                    <a:cubicBezTo>
                      <a:pt x="2835" y="11095"/>
                      <a:pt x="2835" y="11061"/>
                      <a:pt x="2835" y="11025"/>
                    </a:cubicBezTo>
                    <a:cubicBezTo>
                      <a:pt x="2870" y="11025"/>
                      <a:pt x="2904" y="11025"/>
                      <a:pt x="2940" y="11025"/>
                    </a:cubicBezTo>
                    <a:cubicBezTo>
                      <a:pt x="2940" y="10990"/>
                      <a:pt x="2940" y="10956"/>
                      <a:pt x="2940" y="10920"/>
                    </a:cubicBezTo>
                    <a:cubicBezTo>
                      <a:pt x="2975" y="10920"/>
                      <a:pt x="3009" y="10920"/>
                      <a:pt x="3045" y="10920"/>
                    </a:cubicBezTo>
                    <a:cubicBezTo>
                      <a:pt x="3045" y="10885"/>
                      <a:pt x="3045" y="10851"/>
                      <a:pt x="3045" y="10815"/>
                    </a:cubicBezTo>
                    <a:cubicBezTo>
                      <a:pt x="3080" y="10815"/>
                      <a:pt x="3114" y="10815"/>
                      <a:pt x="3150" y="10815"/>
                    </a:cubicBezTo>
                    <a:cubicBezTo>
                      <a:pt x="3150" y="10780"/>
                      <a:pt x="3150" y="10746"/>
                      <a:pt x="3150" y="10710"/>
                    </a:cubicBezTo>
                    <a:cubicBezTo>
                      <a:pt x="3185" y="10710"/>
                      <a:pt x="3219" y="10710"/>
                      <a:pt x="3255" y="10710"/>
                    </a:cubicBezTo>
                    <a:cubicBezTo>
                      <a:pt x="3255" y="10675"/>
                      <a:pt x="3255" y="10641"/>
                      <a:pt x="3255" y="10605"/>
                    </a:cubicBezTo>
                    <a:cubicBezTo>
                      <a:pt x="3290" y="10605"/>
                      <a:pt x="3324" y="10605"/>
                      <a:pt x="3360" y="10605"/>
                    </a:cubicBezTo>
                    <a:cubicBezTo>
                      <a:pt x="3360" y="10570"/>
                      <a:pt x="3360" y="10536"/>
                      <a:pt x="3360" y="10500"/>
                    </a:cubicBezTo>
                    <a:cubicBezTo>
                      <a:pt x="3395" y="10500"/>
                      <a:pt x="3429" y="10500"/>
                      <a:pt x="3465" y="10500"/>
                    </a:cubicBezTo>
                    <a:cubicBezTo>
                      <a:pt x="3465" y="10465"/>
                      <a:pt x="3465" y="10431"/>
                      <a:pt x="3465" y="10395"/>
                    </a:cubicBezTo>
                    <a:cubicBezTo>
                      <a:pt x="3500" y="10395"/>
                      <a:pt x="3534" y="10395"/>
                      <a:pt x="3570" y="10395"/>
                    </a:cubicBezTo>
                    <a:cubicBezTo>
                      <a:pt x="3570" y="10360"/>
                      <a:pt x="3570" y="10326"/>
                      <a:pt x="3570" y="10290"/>
                    </a:cubicBezTo>
                    <a:cubicBezTo>
                      <a:pt x="3605" y="10290"/>
                      <a:pt x="3639" y="10290"/>
                      <a:pt x="3675" y="10290"/>
                    </a:cubicBezTo>
                    <a:cubicBezTo>
                      <a:pt x="3675" y="10255"/>
                      <a:pt x="3675" y="10221"/>
                      <a:pt x="3675" y="10185"/>
                    </a:cubicBezTo>
                    <a:cubicBezTo>
                      <a:pt x="3710" y="10185"/>
                      <a:pt x="3744" y="10185"/>
                      <a:pt x="3780" y="10185"/>
                    </a:cubicBezTo>
                    <a:cubicBezTo>
                      <a:pt x="3780" y="10150"/>
                      <a:pt x="3780" y="10116"/>
                      <a:pt x="3780" y="10080"/>
                    </a:cubicBezTo>
                    <a:cubicBezTo>
                      <a:pt x="3815" y="10080"/>
                      <a:pt x="3849" y="10080"/>
                      <a:pt x="3885" y="10080"/>
                    </a:cubicBezTo>
                    <a:cubicBezTo>
                      <a:pt x="3885" y="10045"/>
                      <a:pt x="3885" y="10011"/>
                      <a:pt x="3885" y="9975"/>
                    </a:cubicBezTo>
                    <a:cubicBezTo>
                      <a:pt x="3920" y="9975"/>
                      <a:pt x="3954" y="9975"/>
                      <a:pt x="3990" y="9975"/>
                    </a:cubicBezTo>
                    <a:cubicBezTo>
                      <a:pt x="3990" y="9940"/>
                      <a:pt x="3990" y="9906"/>
                      <a:pt x="3990" y="9870"/>
                    </a:cubicBezTo>
                    <a:cubicBezTo>
                      <a:pt x="4025" y="9870"/>
                      <a:pt x="4059" y="9870"/>
                      <a:pt x="4095" y="9870"/>
                    </a:cubicBezTo>
                    <a:cubicBezTo>
                      <a:pt x="4095" y="9835"/>
                      <a:pt x="4095" y="9801"/>
                      <a:pt x="4095" y="9765"/>
                    </a:cubicBezTo>
                    <a:cubicBezTo>
                      <a:pt x="4130" y="9765"/>
                      <a:pt x="4164" y="9765"/>
                      <a:pt x="4200" y="9765"/>
                    </a:cubicBezTo>
                    <a:cubicBezTo>
                      <a:pt x="4200" y="9730"/>
                      <a:pt x="4200" y="9696"/>
                      <a:pt x="4200" y="9660"/>
                    </a:cubicBezTo>
                    <a:cubicBezTo>
                      <a:pt x="4235" y="9660"/>
                      <a:pt x="4269" y="9660"/>
                      <a:pt x="4305" y="9660"/>
                    </a:cubicBezTo>
                    <a:cubicBezTo>
                      <a:pt x="4305" y="9625"/>
                      <a:pt x="4305" y="9591"/>
                      <a:pt x="4305" y="9555"/>
                    </a:cubicBezTo>
                    <a:cubicBezTo>
                      <a:pt x="4340" y="9555"/>
                      <a:pt x="4374" y="9555"/>
                      <a:pt x="4410" y="9555"/>
                    </a:cubicBezTo>
                    <a:cubicBezTo>
                      <a:pt x="4410" y="9520"/>
                      <a:pt x="4410" y="9486"/>
                      <a:pt x="4410" y="9450"/>
                    </a:cubicBezTo>
                    <a:cubicBezTo>
                      <a:pt x="4445" y="9450"/>
                      <a:pt x="4479" y="9450"/>
                      <a:pt x="4515" y="9450"/>
                    </a:cubicBezTo>
                    <a:cubicBezTo>
                      <a:pt x="4515" y="9415"/>
                      <a:pt x="4515" y="9381"/>
                      <a:pt x="4515" y="9345"/>
                    </a:cubicBezTo>
                    <a:cubicBezTo>
                      <a:pt x="4550" y="9345"/>
                      <a:pt x="4584" y="9345"/>
                      <a:pt x="4620" y="9345"/>
                    </a:cubicBezTo>
                    <a:cubicBezTo>
                      <a:pt x="4620" y="9310"/>
                      <a:pt x="4620" y="9276"/>
                      <a:pt x="4620" y="9240"/>
                    </a:cubicBezTo>
                    <a:cubicBezTo>
                      <a:pt x="4655" y="9240"/>
                      <a:pt x="4689" y="9240"/>
                      <a:pt x="4725" y="9240"/>
                    </a:cubicBezTo>
                    <a:cubicBezTo>
                      <a:pt x="4725" y="9205"/>
                      <a:pt x="4725" y="9171"/>
                      <a:pt x="4725" y="9135"/>
                    </a:cubicBezTo>
                    <a:cubicBezTo>
                      <a:pt x="4760" y="9135"/>
                      <a:pt x="4794" y="9135"/>
                      <a:pt x="4830" y="9135"/>
                    </a:cubicBezTo>
                    <a:cubicBezTo>
                      <a:pt x="4830" y="9100"/>
                      <a:pt x="4830" y="9066"/>
                      <a:pt x="4830" y="9030"/>
                    </a:cubicBezTo>
                    <a:cubicBezTo>
                      <a:pt x="4865" y="9030"/>
                      <a:pt x="4899" y="9030"/>
                      <a:pt x="4935" y="9030"/>
                    </a:cubicBezTo>
                    <a:cubicBezTo>
                      <a:pt x="4935" y="8995"/>
                      <a:pt x="4935" y="8961"/>
                      <a:pt x="4935" y="8925"/>
                    </a:cubicBezTo>
                    <a:cubicBezTo>
                      <a:pt x="4970" y="8925"/>
                      <a:pt x="5004" y="8925"/>
                      <a:pt x="5040" y="8925"/>
                    </a:cubicBezTo>
                    <a:cubicBezTo>
                      <a:pt x="5040" y="8890"/>
                      <a:pt x="5040" y="8856"/>
                      <a:pt x="5040" y="8820"/>
                    </a:cubicBezTo>
                    <a:cubicBezTo>
                      <a:pt x="5075" y="8820"/>
                      <a:pt x="5109" y="8820"/>
                      <a:pt x="5145" y="8820"/>
                    </a:cubicBezTo>
                    <a:cubicBezTo>
                      <a:pt x="5145" y="8785"/>
                      <a:pt x="5145" y="8751"/>
                      <a:pt x="5145" y="8715"/>
                    </a:cubicBezTo>
                    <a:cubicBezTo>
                      <a:pt x="5180" y="8715"/>
                      <a:pt x="5214" y="8715"/>
                      <a:pt x="5250" y="8715"/>
                    </a:cubicBezTo>
                    <a:cubicBezTo>
                      <a:pt x="5250" y="8680"/>
                      <a:pt x="5250" y="8646"/>
                      <a:pt x="5250" y="8610"/>
                    </a:cubicBezTo>
                    <a:cubicBezTo>
                      <a:pt x="5285" y="8610"/>
                      <a:pt x="5319" y="8610"/>
                      <a:pt x="5355" y="8610"/>
                    </a:cubicBezTo>
                    <a:cubicBezTo>
                      <a:pt x="5355" y="8575"/>
                      <a:pt x="5355" y="8541"/>
                      <a:pt x="5355" y="8505"/>
                    </a:cubicBezTo>
                    <a:cubicBezTo>
                      <a:pt x="5390" y="8505"/>
                      <a:pt x="5424" y="8505"/>
                      <a:pt x="5460" y="8505"/>
                    </a:cubicBezTo>
                    <a:cubicBezTo>
                      <a:pt x="5460" y="8470"/>
                      <a:pt x="5460" y="8436"/>
                      <a:pt x="5460" y="8400"/>
                    </a:cubicBezTo>
                    <a:cubicBezTo>
                      <a:pt x="5495" y="8400"/>
                      <a:pt x="5529" y="8400"/>
                      <a:pt x="5565" y="8400"/>
                    </a:cubicBezTo>
                    <a:cubicBezTo>
                      <a:pt x="5565" y="8365"/>
                      <a:pt x="5565" y="8331"/>
                      <a:pt x="5565" y="8295"/>
                    </a:cubicBezTo>
                    <a:cubicBezTo>
                      <a:pt x="5600" y="8295"/>
                      <a:pt x="5634" y="8295"/>
                      <a:pt x="5670" y="8295"/>
                    </a:cubicBezTo>
                    <a:cubicBezTo>
                      <a:pt x="5670" y="8260"/>
                      <a:pt x="5670" y="8226"/>
                      <a:pt x="5670" y="8190"/>
                    </a:cubicBezTo>
                    <a:cubicBezTo>
                      <a:pt x="5705" y="8190"/>
                      <a:pt x="5739" y="8190"/>
                      <a:pt x="5775" y="8190"/>
                    </a:cubicBezTo>
                    <a:cubicBezTo>
                      <a:pt x="5775" y="8155"/>
                      <a:pt x="5775" y="8121"/>
                      <a:pt x="5775" y="8085"/>
                    </a:cubicBezTo>
                    <a:cubicBezTo>
                      <a:pt x="5810" y="8085"/>
                      <a:pt x="5844" y="8085"/>
                      <a:pt x="5880" y="8085"/>
                    </a:cubicBezTo>
                    <a:cubicBezTo>
                      <a:pt x="5880" y="8050"/>
                      <a:pt x="5880" y="8016"/>
                      <a:pt x="5880" y="7980"/>
                    </a:cubicBezTo>
                    <a:cubicBezTo>
                      <a:pt x="5915" y="7980"/>
                      <a:pt x="5949" y="7980"/>
                      <a:pt x="5985" y="7980"/>
                    </a:cubicBezTo>
                    <a:cubicBezTo>
                      <a:pt x="5985" y="7945"/>
                      <a:pt x="5985" y="7911"/>
                      <a:pt x="5985" y="7875"/>
                    </a:cubicBezTo>
                    <a:cubicBezTo>
                      <a:pt x="6020" y="7875"/>
                      <a:pt x="6054" y="7875"/>
                      <a:pt x="6090" y="7875"/>
                    </a:cubicBezTo>
                    <a:cubicBezTo>
                      <a:pt x="6090" y="7840"/>
                      <a:pt x="6090" y="7806"/>
                      <a:pt x="6090" y="7770"/>
                    </a:cubicBezTo>
                    <a:cubicBezTo>
                      <a:pt x="6125" y="7770"/>
                      <a:pt x="6159" y="7770"/>
                      <a:pt x="6195" y="7770"/>
                    </a:cubicBezTo>
                    <a:cubicBezTo>
                      <a:pt x="6195" y="7735"/>
                      <a:pt x="6195" y="7701"/>
                      <a:pt x="6195" y="7665"/>
                    </a:cubicBezTo>
                    <a:cubicBezTo>
                      <a:pt x="6230" y="7665"/>
                      <a:pt x="6264" y="7665"/>
                      <a:pt x="6300" y="7665"/>
                    </a:cubicBezTo>
                    <a:cubicBezTo>
                      <a:pt x="6300" y="7630"/>
                      <a:pt x="6300" y="7596"/>
                      <a:pt x="6300" y="7560"/>
                    </a:cubicBezTo>
                    <a:cubicBezTo>
                      <a:pt x="6335" y="7560"/>
                      <a:pt x="6369" y="7560"/>
                      <a:pt x="6405" y="7560"/>
                    </a:cubicBezTo>
                    <a:cubicBezTo>
                      <a:pt x="6405" y="7525"/>
                      <a:pt x="6405" y="7491"/>
                      <a:pt x="6405" y="7455"/>
                    </a:cubicBezTo>
                    <a:cubicBezTo>
                      <a:pt x="6440" y="7455"/>
                      <a:pt x="6474" y="7455"/>
                      <a:pt x="6510" y="7455"/>
                    </a:cubicBezTo>
                    <a:cubicBezTo>
                      <a:pt x="6510" y="7420"/>
                      <a:pt x="6510" y="7386"/>
                      <a:pt x="6510" y="7350"/>
                    </a:cubicBezTo>
                    <a:cubicBezTo>
                      <a:pt x="6545" y="7350"/>
                      <a:pt x="6579" y="7350"/>
                      <a:pt x="6615" y="7350"/>
                    </a:cubicBezTo>
                    <a:cubicBezTo>
                      <a:pt x="6615" y="7315"/>
                      <a:pt x="6615" y="7281"/>
                      <a:pt x="6615" y="7245"/>
                    </a:cubicBezTo>
                    <a:cubicBezTo>
                      <a:pt x="6650" y="7245"/>
                      <a:pt x="6684" y="7245"/>
                      <a:pt x="6720" y="7245"/>
                    </a:cubicBezTo>
                    <a:cubicBezTo>
                      <a:pt x="6720" y="7210"/>
                      <a:pt x="6720" y="7176"/>
                      <a:pt x="6720" y="7140"/>
                    </a:cubicBezTo>
                    <a:cubicBezTo>
                      <a:pt x="6755" y="7140"/>
                      <a:pt x="6789" y="7140"/>
                      <a:pt x="6825" y="7140"/>
                    </a:cubicBezTo>
                    <a:cubicBezTo>
                      <a:pt x="6825" y="7105"/>
                      <a:pt x="6825" y="7071"/>
                      <a:pt x="6825" y="7035"/>
                    </a:cubicBezTo>
                    <a:cubicBezTo>
                      <a:pt x="6860" y="7035"/>
                      <a:pt x="6894" y="7035"/>
                      <a:pt x="6930" y="7035"/>
                    </a:cubicBezTo>
                    <a:cubicBezTo>
                      <a:pt x="6930" y="7000"/>
                      <a:pt x="6930" y="6966"/>
                      <a:pt x="6930" y="6930"/>
                    </a:cubicBezTo>
                    <a:cubicBezTo>
                      <a:pt x="6965" y="6930"/>
                      <a:pt x="6999" y="6930"/>
                      <a:pt x="7035" y="6930"/>
                    </a:cubicBezTo>
                    <a:cubicBezTo>
                      <a:pt x="7035" y="6895"/>
                      <a:pt x="7035" y="6861"/>
                      <a:pt x="7035" y="6825"/>
                    </a:cubicBezTo>
                    <a:cubicBezTo>
                      <a:pt x="7070" y="6825"/>
                      <a:pt x="7104" y="6825"/>
                      <a:pt x="7140" y="6825"/>
                    </a:cubicBezTo>
                    <a:cubicBezTo>
                      <a:pt x="7140" y="6790"/>
                      <a:pt x="7140" y="6756"/>
                      <a:pt x="7140" y="6720"/>
                    </a:cubicBezTo>
                    <a:cubicBezTo>
                      <a:pt x="7175" y="6720"/>
                      <a:pt x="7209" y="6720"/>
                      <a:pt x="7245" y="6720"/>
                    </a:cubicBezTo>
                    <a:cubicBezTo>
                      <a:pt x="7245" y="6685"/>
                      <a:pt x="7245" y="6651"/>
                      <a:pt x="7245" y="6615"/>
                    </a:cubicBezTo>
                    <a:cubicBezTo>
                      <a:pt x="7280" y="6615"/>
                      <a:pt x="7314" y="6615"/>
                      <a:pt x="7350" y="6615"/>
                    </a:cubicBezTo>
                    <a:cubicBezTo>
                      <a:pt x="7350" y="6511"/>
                      <a:pt x="7350" y="6407"/>
                      <a:pt x="7350" y="6300"/>
                    </a:cubicBezTo>
                    <a:cubicBezTo>
                      <a:pt x="7315" y="6300"/>
                      <a:pt x="7281" y="6300"/>
                      <a:pt x="7245" y="6300"/>
                    </a:cubicBezTo>
                    <a:cubicBezTo>
                      <a:pt x="7245" y="6265"/>
                      <a:pt x="7245" y="6231"/>
                      <a:pt x="7245" y="6195"/>
                    </a:cubicBezTo>
                    <a:cubicBezTo>
                      <a:pt x="7210" y="6195"/>
                      <a:pt x="7176" y="6195"/>
                      <a:pt x="7140" y="6195"/>
                    </a:cubicBezTo>
                    <a:cubicBezTo>
                      <a:pt x="7140" y="6160"/>
                      <a:pt x="7140" y="6126"/>
                      <a:pt x="7140" y="6090"/>
                    </a:cubicBezTo>
                    <a:cubicBezTo>
                      <a:pt x="7105" y="6090"/>
                      <a:pt x="7071" y="6090"/>
                      <a:pt x="7035" y="6090"/>
                    </a:cubicBezTo>
                    <a:cubicBezTo>
                      <a:pt x="7035" y="6055"/>
                      <a:pt x="7035" y="6021"/>
                      <a:pt x="7035" y="5985"/>
                    </a:cubicBezTo>
                    <a:cubicBezTo>
                      <a:pt x="7000" y="5985"/>
                      <a:pt x="6966" y="5985"/>
                      <a:pt x="6930" y="5985"/>
                    </a:cubicBezTo>
                    <a:cubicBezTo>
                      <a:pt x="6930" y="5950"/>
                      <a:pt x="6930" y="5916"/>
                      <a:pt x="6930" y="5880"/>
                    </a:cubicBezTo>
                    <a:cubicBezTo>
                      <a:pt x="6895" y="5880"/>
                      <a:pt x="6861" y="5880"/>
                      <a:pt x="6825" y="5880"/>
                    </a:cubicBezTo>
                    <a:cubicBezTo>
                      <a:pt x="6825" y="5845"/>
                      <a:pt x="6825" y="5811"/>
                      <a:pt x="6825" y="5775"/>
                    </a:cubicBezTo>
                    <a:cubicBezTo>
                      <a:pt x="6790" y="5775"/>
                      <a:pt x="6756" y="5775"/>
                      <a:pt x="6720" y="5775"/>
                    </a:cubicBezTo>
                    <a:cubicBezTo>
                      <a:pt x="6720" y="5740"/>
                      <a:pt x="6720" y="5706"/>
                      <a:pt x="6720" y="5670"/>
                    </a:cubicBezTo>
                    <a:cubicBezTo>
                      <a:pt x="6685" y="5670"/>
                      <a:pt x="6651" y="5670"/>
                      <a:pt x="6615" y="5670"/>
                    </a:cubicBezTo>
                    <a:cubicBezTo>
                      <a:pt x="6615" y="5635"/>
                      <a:pt x="6615" y="5601"/>
                      <a:pt x="6615" y="5565"/>
                    </a:cubicBezTo>
                    <a:cubicBezTo>
                      <a:pt x="6580" y="5565"/>
                      <a:pt x="6546" y="5565"/>
                      <a:pt x="6510" y="5565"/>
                    </a:cubicBezTo>
                    <a:cubicBezTo>
                      <a:pt x="6510" y="5530"/>
                      <a:pt x="6510" y="5496"/>
                      <a:pt x="6510" y="5460"/>
                    </a:cubicBezTo>
                    <a:cubicBezTo>
                      <a:pt x="6475" y="5460"/>
                      <a:pt x="6441" y="5460"/>
                      <a:pt x="6405" y="5460"/>
                    </a:cubicBezTo>
                    <a:cubicBezTo>
                      <a:pt x="6405" y="5425"/>
                      <a:pt x="6405" y="5391"/>
                      <a:pt x="6405" y="5355"/>
                    </a:cubicBezTo>
                    <a:cubicBezTo>
                      <a:pt x="6370" y="5355"/>
                      <a:pt x="6336" y="5355"/>
                      <a:pt x="6300" y="5355"/>
                    </a:cubicBezTo>
                    <a:cubicBezTo>
                      <a:pt x="6300" y="5320"/>
                      <a:pt x="6300" y="5286"/>
                      <a:pt x="6300" y="5250"/>
                    </a:cubicBezTo>
                    <a:cubicBezTo>
                      <a:pt x="6265" y="5250"/>
                      <a:pt x="6231" y="5250"/>
                      <a:pt x="6195" y="5250"/>
                    </a:cubicBezTo>
                    <a:cubicBezTo>
                      <a:pt x="6195" y="5215"/>
                      <a:pt x="6195" y="5181"/>
                      <a:pt x="6195" y="5145"/>
                    </a:cubicBezTo>
                    <a:cubicBezTo>
                      <a:pt x="6160" y="5145"/>
                      <a:pt x="6126" y="5145"/>
                      <a:pt x="6090" y="5145"/>
                    </a:cubicBezTo>
                    <a:cubicBezTo>
                      <a:pt x="6090" y="5110"/>
                      <a:pt x="6090" y="5076"/>
                      <a:pt x="6090" y="5040"/>
                    </a:cubicBezTo>
                    <a:cubicBezTo>
                      <a:pt x="6055" y="5040"/>
                      <a:pt x="6021" y="5040"/>
                      <a:pt x="5985" y="5040"/>
                    </a:cubicBezTo>
                    <a:cubicBezTo>
                      <a:pt x="5985" y="5005"/>
                      <a:pt x="5985" y="4971"/>
                      <a:pt x="5985" y="4935"/>
                    </a:cubicBezTo>
                    <a:cubicBezTo>
                      <a:pt x="5950" y="4935"/>
                      <a:pt x="5916" y="4935"/>
                      <a:pt x="5880" y="4935"/>
                    </a:cubicBezTo>
                    <a:cubicBezTo>
                      <a:pt x="5880" y="4900"/>
                      <a:pt x="5880" y="4866"/>
                      <a:pt x="5880" y="4830"/>
                    </a:cubicBezTo>
                    <a:cubicBezTo>
                      <a:pt x="5845" y="4830"/>
                      <a:pt x="5811" y="4830"/>
                      <a:pt x="5775" y="4830"/>
                    </a:cubicBezTo>
                    <a:cubicBezTo>
                      <a:pt x="5775" y="4795"/>
                      <a:pt x="5775" y="4761"/>
                      <a:pt x="5775" y="4725"/>
                    </a:cubicBezTo>
                    <a:cubicBezTo>
                      <a:pt x="5740" y="4725"/>
                      <a:pt x="5706" y="4725"/>
                      <a:pt x="5670" y="4725"/>
                    </a:cubicBezTo>
                    <a:cubicBezTo>
                      <a:pt x="5670" y="4690"/>
                      <a:pt x="5670" y="4656"/>
                      <a:pt x="5670" y="4620"/>
                    </a:cubicBezTo>
                    <a:cubicBezTo>
                      <a:pt x="5635" y="4620"/>
                      <a:pt x="5601" y="4620"/>
                      <a:pt x="5565" y="4620"/>
                    </a:cubicBezTo>
                    <a:cubicBezTo>
                      <a:pt x="5565" y="4585"/>
                      <a:pt x="5565" y="4551"/>
                      <a:pt x="5565" y="4515"/>
                    </a:cubicBezTo>
                    <a:cubicBezTo>
                      <a:pt x="5530" y="4515"/>
                      <a:pt x="5496" y="4515"/>
                      <a:pt x="5460" y="4515"/>
                    </a:cubicBezTo>
                    <a:cubicBezTo>
                      <a:pt x="5460" y="4480"/>
                      <a:pt x="5460" y="4446"/>
                      <a:pt x="5460" y="4410"/>
                    </a:cubicBezTo>
                    <a:cubicBezTo>
                      <a:pt x="5425" y="4410"/>
                      <a:pt x="5391" y="4410"/>
                      <a:pt x="5355" y="4410"/>
                    </a:cubicBezTo>
                    <a:cubicBezTo>
                      <a:pt x="5355" y="4375"/>
                      <a:pt x="5355" y="4341"/>
                      <a:pt x="5355" y="4305"/>
                    </a:cubicBezTo>
                    <a:cubicBezTo>
                      <a:pt x="5320" y="4305"/>
                      <a:pt x="5286" y="4305"/>
                      <a:pt x="5250" y="4305"/>
                    </a:cubicBezTo>
                    <a:cubicBezTo>
                      <a:pt x="5250" y="4270"/>
                      <a:pt x="5250" y="4236"/>
                      <a:pt x="5250" y="4200"/>
                    </a:cubicBezTo>
                    <a:cubicBezTo>
                      <a:pt x="5215" y="4200"/>
                      <a:pt x="5181" y="4200"/>
                      <a:pt x="5145" y="4200"/>
                    </a:cubicBezTo>
                    <a:cubicBezTo>
                      <a:pt x="5145" y="4165"/>
                      <a:pt x="5145" y="4131"/>
                      <a:pt x="5145" y="4095"/>
                    </a:cubicBezTo>
                    <a:cubicBezTo>
                      <a:pt x="5110" y="4095"/>
                      <a:pt x="5076" y="4095"/>
                      <a:pt x="5040" y="4095"/>
                    </a:cubicBezTo>
                    <a:cubicBezTo>
                      <a:pt x="5040" y="4060"/>
                      <a:pt x="5040" y="4026"/>
                      <a:pt x="5040" y="3990"/>
                    </a:cubicBezTo>
                    <a:cubicBezTo>
                      <a:pt x="5005" y="3990"/>
                      <a:pt x="4971" y="3990"/>
                      <a:pt x="4935" y="3990"/>
                    </a:cubicBezTo>
                    <a:cubicBezTo>
                      <a:pt x="4935" y="3955"/>
                      <a:pt x="4935" y="3921"/>
                      <a:pt x="4935" y="3885"/>
                    </a:cubicBezTo>
                    <a:cubicBezTo>
                      <a:pt x="4900" y="3885"/>
                      <a:pt x="4866" y="3885"/>
                      <a:pt x="4830" y="3885"/>
                    </a:cubicBezTo>
                    <a:cubicBezTo>
                      <a:pt x="4830" y="3850"/>
                      <a:pt x="4830" y="3816"/>
                      <a:pt x="4830" y="3780"/>
                    </a:cubicBezTo>
                    <a:cubicBezTo>
                      <a:pt x="4795" y="3780"/>
                      <a:pt x="4761" y="3780"/>
                      <a:pt x="4725" y="3780"/>
                    </a:cubicBezTo>
                    <a:cubicBezTo>
                      <a:pt x="4725" y="3745"/>
                      <a:pt x="4725" y="3711"/>
                      <a:pt x="4725" y="3675"/>
                    </a:cubicBezTo>
                    <a:cubicBezTo>
                      <a:pt x="4690" y="3675"/>
                      <a:pt x="4656" y="3675"/>
                      <a:pt x="4620" y="3675"/>
                    </a:cubicBezTo>
                    <a:cubicBezTo>
                      <a:pt x="4620" y="3640"/>
                      <a:pt x="4620" y="3606"/>
                      <a:pt x="4620" y="3570"/>
                    </a:cubicBezTo>
                    <a:cubicBezTo>
                      <a:pt x="4585" y="3570"/>
                      <a:pt x="4551" y="3570"/>
                      <a:pt x="4515" y="3570"/>
                    </a:cubicBezTo>
                    <a:cubicBezTo>
                      <a:pt x="4515" y="3535"/>
                      <a:pt x="4515" y="3501"/>
                      <a:pt x="4515" y="3465"/>
                    </a:cubicBezTo>
                    <a:cubicBezTo>
                      <a:pt x="4480" y="3465"/>
                      <a:pt x="4446" y="3465"/>
                      <a:pt x="4410" y="3465"/>
                    </a:cubicBezTo>
                    <a:cubicBezTo>
                      <a:pt x="4410" y="3430"/>
                      <a:pt x="4410" y="3396"/>
                      <a:pt x="4410" y="3360"/>
                    </a:cubicBezTo>
                    <a:cubicBezTo>
                      <a:pt x="4375" y="3360"/>
                      <a:pt x="4341" y="3360"/>
                      <a:pt x="4305" y="3360"/>
                    </a:cubicBezTo>
                    <a:cubicBezTo>
                      <a:pt x="4305" y="3325"/>
                      <a:pt x="4305" y="3291"/>
                      <a:pt x="4305" y="3255"/>
                    </a:cubicBezTo>
                    <a:cubicBezTo>
                      <a:pt x="4270" y="3255"/>
                      <a:pt x="4236" y="3255"/>
                      <a:pt x="4200" y="3255"/>
                    </a:cubicBezTo>
                    <a:cubicBezTo>
                      <a:pt x="4200" y="3220"/>
                      <a:pt x="4200" y="3186"/>
                      <a:pt x="4200" y="3150"/>
                    </a:cubicBezTo>
                    <a:cubicBezTo>
                      <a:pt x="4165" y="3150"/>
                      <a:pt x="4131" y="3150"/>
                      <a:pt x="4095" y="3150"/>
                    </a:cubicBezTo>
                    <a:cubicBezTo>
                      <a:pt x="4095" y="3115"/>
                      <a:pt x="4095" y="3081"/>
                      <a:pt x="4095" y="3045"/>
                    </a:cubicBezTo>
                    <a:cubicBezTo>
                      <a:pt x="4060" y="3045"/>
                      <a:pt x="4026" y="3045"/>
                      <a:pt x="3990" y="3045"/>
                    </a:cubicBezTo>
                    <a:cubicBezTo>
                      <a:pt x="3990" y="3010"/>
                      <a:pt x="3990" y="2976"/>
                      <a:pt x="3990" y="2940"/>
                    </a:cubicBezTo>
                    <a:cubicBezTo>
                      <a:pt x="3955" y="2940"/>
                      <a:pt x="3921" y="2940"/>
                      <a:pt x="3885" y="2940"/>
                    </a:cubicBezTo>
                    <a:cubicBezTo>
                      <a:pt x="3885" y="2905"/>
                      <a:pt x="3885" y="2871"/>
                      <a:pt x="3885" y="2835"/>
                    </a:cubicBezTo>
                    <a:cubicBezTo>
                      <a:pt x="3850" y="2835"/>
                      <a:pt x="3816" y="2835"/>
                      <a:pt x="3780" y="2835"/>
                    </a:cubicBezTo>
                    <a:cubicBezTo>
                      <a:pt x="3780" y="2800"/>
                      <a:pt x="3780" y="2766"/>
                      <a:pt x="3780" y="2730"/>
                    </a:cubicBezTo>
                    <a:cubicBezTo>
                      <a:pt x="3745" y="2730"/>
                      <a:pt x="3711" y="2730"/>
                      <a:pt x="3675" y="2730"/>
                    </a:cubicBezTo>
                    <a:cubicBezTo>
                      <a:pt x="3675" y="2695"/>
                      <a:pt x="3675" y="2661"/>
                      <a:pt x="3675" y="2625"/>
                    </a:cubicBezTo>
                    <a:cubicBezTo>
                      <a:pt x="3640" y="2625"/>
                      <a:pt x="3606" y="2625"/>
                      <a:pt x="3570" y="2625"/>
                    </a:cubicBezTo>
                    <a:cubicBezTo>
                      <a:pt x="3570" y="2590"/>
                      <a:pt x="3570" y="2556"/>
                      <a:pt x="3570" y="2520"/>
                    </a:cubicBezTo>
                    <a:cubicBezTo>
                      <a:pt x="3535" y="2520"/>
                      <a:pt x="3501" y="2520"/>
                      <a:pt x="3465" y="2520"/>
                    </a:cubicBezTo>
                    <a:cubicBezTo>
                      <a:pt x="3465" y="2485"/>
                      <a:pt x="3465" y="2451"/>
                      <a:pt x="3465" y="2415"/>
                    </a:cubicBezTo>
                    <a:cubicBezTo>
                      <a:pt x="3430" y="2415"/>
                      <a:pt x="3396" y="2415"/>
                      <a:pt x="3360" y="2415"/>
                    </a:cubicBezTo>
                    <a:cubicBezTo>
                      <a:pt x="3360" y="2380"/>
                      <a:pt x="3360" y="2346"/>
                      <a:pt x="3360" y="2310"/>
                    </a:cubicBezTo>
                    <a:cubicBezTo>
                      <a:pt x="3325" y="2310"/>
                      <a:pt x="3291" y="2310"/>
                      <a:pt x="3255" y="2310"/>
                    </a:cubicBezTo>
                    <a:cubicBezTo>
                      <a:pt x="3255" y="2275"/>
                      <a:pt x="3255" y="2241"/>
                      <a:pt x="3255" y="2205"/>
                    </a:cubicBezTo>
                    <a:cubicBezTo>
                      <a:pt x="3220" y="2205"/>
                      <a:pt x="3186" y="2205"/>
                      <a:pt x="3150" y="2205"/>
                    </a:cubicBezTo>
                    <a:cubicBezTo>
                      <a:pt x="3150" y="2170"/>
                      <a:pt x="3150" y="2136"/>
                      <a:pt x="3150" y="2100"/>
                    </a:cubicBezTo>
                    <a:cubicBezTo>
                      <a:pt x="3115" y="2100"/>
                      <a:pt x="3081" y="2100"/>
                      <a:pt x="3045" y="2100"/>
                    </a:cubicBezTo>
                    <a:cubicBezTo>
                      <a:pt x="3045" y="2065"/>
                      <a:pt x="3045" y="2031"/>
                      <a:pt x="3045" y="1995"/>
                    </a:cubicBezTo>
                    <a:cubicBezTo>
                      <a:pt x="3010" y="1995"/>
                      <a:pt x="2976" y="1995"/>
                      <a:pt x="2940" y="1995"/>
                    </a:cubicBezTo>
                    <a:cubicBezTo>
                      <a:pt x="2940" y="1960"/>
                      <a:pt x="2940" y="1926"/>
                      <a:pt x="2940" y="1890"/>
                    </a:cubicBezTo>
                    <a:cubicBezTo>
                      <a:pt x="2905" y="1890"/>
                      <a:pt x="2871" y="1890"/>
                      <a:pt x="2835" y="1890"/>
                    </a:cubicBezTo>
                    <a:cubicBezTo>
                      <a:pt x="2835" y="1855"/>
                      <a:pt x="2835" y="1821"/>
                      <a:pt x="2835" y="1785"/>
                    </a:cubicBezTo>
                    <a:cubicBezTo>
                      <a:pt x="2800" y="1785"/>
                      <a:pt x="2766" y="1785"/>
                      <a:pt x="2730" y="1785"/>
                    </a:cubicBezTo>
                    <a:cubicBezTo>
                      <a:pt x="2730" y="1750"/>
                      <a:pt x="2730" y="1716"/>
                      <a:pt x="2730" y="1680"/>
                    </a:cubicBezTo>
                    <a:cubicBezTo>
                      <a:pt x="2695" y="1680"/>
                      <a:pt x="2661" y="1680"/>
                      <a:pt x="2625" y="1680"/>
                    </a:cubicBezTo>
                    <a:cubicBezTo>
                      <a:pt x="2625" y="1645"/>
                      <a:pt x="2625" y="1611"/>
                      <a:pt x="2625" y="1575"/>
                    </a:cubicBezTo>
                    <a:cubicBezTo>
                      <a:pt x="2590" y="1575"/>
                      <a:pt x="2556" y="1575"/>
                      <a:pt x="2520" y="1575"/>
                    </a:cubicBezTo>
                    <a:cubicBezTo>
                      <a:pt x="2520" y="1540"/>
                      <a:pt x="2520" y="1506"/>
                      <a:pt x="2520" y="1470"/>
                    </a:cubicBezTo>
                    <a:cubicBezTo>
                      <a:pt x="2485" y="1470"/>
                      <a:pt x="2451" y="1470"/>
                      <a:pt x="2415" y="1470"/>
                    </a:cubicBezTo>
                    <a:cubicBezTo>
                      <a:pt x="2415" y="1435"/>
                      <a:pt x="2415" y="1401"/>
                      <a:pt x="2415" y="1365"/>
                    </a:cubicBezTo>
                    <a:cubicBezTo>
                      <a:pt x="2380" y="1365"/>
                      <a:pt x="2346" y="1365"/>
                      <a:pt x="2310" y="1365"/>
                    </a:cubicBezTo>
                    <a:cubicBezTo>
                      <a:pt x="2310" y="1330"/>
                      <a:pt x="2310" y="1296"/>
                      <a:pt x="2310" y="1260"/>
                    </a:cubicBezTo>
                    <a:cubicBezTo>
                      <a:pt x="2275" y="1260"/>
                      <a:pt x="2241" y="1260"/>
                      <a:pt x="2205" y="1260"/>
                    </a:cubicBezTo>
                    <a:cubicBezTo>
                      <a:pt x="2205" y="1225"/>
                      <a:pt x="2205" y="1191"/>
                      <a:pt x="2205" y="1155"/>
                    </a:cubicBezTo>
                    <a:cubicBezTo>
                      <a:pt x="2170" y="1155"/>
                      <a:pt x="2136" y="1155"/>
                      <a:pt x="2100" y="1155"/>
                    </a:cubicBezTo>
                    <a:cubicBezTo>
                      <a:pt x="2100" y="1120"/>
                      <a:pt x="2100" y="1086"/>
                      <a:pt x="2100" y="1050"/>
                    </a:cubicBezTo>
                    <a:cubicBezTo>
                      <a:pt x="2065" y="1050"/>
                      <a:pt x="2031" y="1050"/>
                      <a:pt x="1995" y="1050"/>
                    </a:cubicBezTo>
                    <a:cubicBezTo>
                      <a:pt x="1995" y="1015"/>
                      <a:pt x="1995" y="981"/>
                      <a:pt x="1995" y="945"/>
                    </a:cubicBezTo>
                    <a:cubicBezTo>
                      <a:pt x="1960" y="945"/>
                      <a:pt x="1926" y="945"/>
                      <a:pt x="1890" y="945"/>
                    </a:cubicBezTo>
                    <a:cubicBezTo>
                      <a:pt x="1890" y="910"/>
                      <a:pt x="1890" y="876"/>
                      <a:pt x="1890" y="840"/>
                    </a:cubicBezTo>
                    <a:cubicBezTo>
                      <a:pt x="1855" y="840"/>
                      <a:pt x="1821" y="840"/>
                      <a:pt x="1785" y="840"/>
                    </a:cubicBezTo>
                    <a:cubicBezTo>
                      <a:pt x="1785" y="805"/>
                      <a:pt x="1785" y="771"/>
                      <a:pt x="1785" y="735"/>
                    </a:cubicBezTo>
                    <a:cubicBezTo>
                      <a:pt x="1750" y="735"/>
                      <a:pt x="1716" y="735"/>
                      <a:pt x="1680" y="735"/>
                    </a:cubicBezTo>
                    <a:cubicBezTo>
                      <a:pt x="1680" y="700"/>
                      <a:pt x="1680" y="666"/>
                      <a:pt x="1680" y="630"/>
                    </a:cubicBezTo>
                    <a:cubicBezTo>
                      <a:pt x="1541" y="630"/>
                      <a:pt x="1403" y="630"/>
                      <a:pt x="1260" y="630"/>
                    </a:cubicBezTo>
                    <a:close/>
                  </a:path>
                </a:pathLst>
              </a:custGeom>
              <a:solidFill>
                <a:srgbClr val="251047"/>
              </a:solidFill>
              <a:ln w="667" cap="flat">
                <a:noFill/>
              </a:ln>
            </p:spPr>
          </p:sp>
          <p:sp>
            <p:nvSpPr>
              <p:cNvPr id="1192" name="ICON_TOOL_CODE_path_006"/>
              <p:cNvSpPr/>
              <p:nvPr/>
            </p:nvSpPr>
            <p:spPr>
              <a:xfrm>
                <a:off x="5383974" y="4820444"/>
                <a:ext cx="29337" cy="29337"/>
              </a:xfrm>
              <a:custGeom>
                <a:avLst/>
                <a:gdLst/>
                <a:ahLst/>
                <a:cxnLst/>
                <a:rect l="0" t="0" r="r" b="b"/>
                <a:pathLst>
                  <a:path w="2310" h="2310" fill="norm" stroke="0">
                    <a:moveTo>
                      <a:pt x="0" y="0"/>
                    </a:moveTo>
                    <a:cubicBezTo>
                      <a:pt x="104" y="0"/>
                      <a:pt x="208" y="0"/>
                      <a:pt x="315" y="0"/>
                    </a:cubicBezTo>
                    <a:cubicBezTo>
                      <a:pt x="315" y="69"/>
                      <a:pt x="315" y="139"/>
                      <a:pt x="315" y="210"/>
                    </a:cubicBezTo>
                    <a:cubicBezTo>
                      <a:pt x="350" y="210"/>
                      <a:pt x="384" y="210"/>
                      <a:pt x="420" y="210"/>
                    </a:cubicBezTo>
                    <a:cubicBezTo>
                      <a:pt x="420" y="245"/>
                      <a:pt x="420" y="279"/>
                      <a:pt x="420" y="315"/>
                    </a:cubicBezTo>
                    <a:cubicBezTo>
                      <a:pt x="489" y="315"/>
                      <a:pt x="559" y="315"/>
                      <a:pt x="630" y="315"/>
                    </a:cubicBezTo>
                    <a:cubicBezTo>
                      <a:pt x="630" y="350"/>
                      <a:pt x="630" y="384"/>
                      <a:pt x="630" y="420"/>
                    </a:cubicBezTo>
                    <a:cubicBezTo>
                      <a:pt x="665" y="420"/>
                      <a:pt x="699" y="420"/>
                      <a:pt x="735" y="420"/>
                    </a:cubicBezTo>
                    <a:cubicBezTo>
                      <a:pt x="735" y="455"/>
                      <a:pt x="735" y="489"/>
                      <a:pt x="735" y="525"/>
                    </a:cubicBezTo>
                    <a:cubicBezTo>
                      <a:pt x="770" y="525"/>
                      <a:pt x="804" y="525"/>
                      <a:pt x="840" y="525"/>
                    </a:cubicBezTo>
                    <a:cubicBezTo>
                      <a:pt x="840" y="560"/>
                      <a:pt x="840" y="594"/>
                      <a:pt x="840" y="630"/>
                    </a:cubicBezTo>
                    <a:cubicBezTo>
                      <a:pt x="875" y="630"/>
                      <a:pt x="909" y="630"/>
                      <a:pt x="945" y="630"/>
                    </a:cubicBezTo>
                    <a:cubicBezTo>
                      <a:pt x="945" y="665"/>
                      <a:pt x="945" y="699"/>
                      <a:pt x="945" y="735"/>
                    </a:cubicBezTo>
                    <a:cubicBezTo>
                      <a:pt x="1049" y="735"/>
                      <a:pt x="1153" y="735"/>
                      <a:pt x="1260" y="735"/>
                    </a:cubicBezTo>
                    <a:cubicBezTo>
                      <a:pt x="1260" y="770"/>
                      <a:pt x="1260" y="804"/>
                      <a:pt x="1260" y="840"/>
                    </a:cubicBezTo>
                    <a:cubicBezTo>
                      <a:pt x="1295" y="840"/>
                      <a:pt x="1329" y="840"/>
                      <a:pt x="1365" y="840"/>
                    </a:cubicBezTo>
                    <a:cubicBezTo>
                      <a:pt x="1365" y="909"/>
                      <a:pt x="1365" y="979"/>
                      <a:pt x="1365" y="1050"/>
                    </a:cubicBezTo>
                    <a:cubicBezTo>
                      <a:pt x="1400" y="1050"/>
                      <a:pt x="1434" y="1050"/>
                      <a:pt x="1470" y="1050"/>
                    </a:cubicBezTo>
                    <a:cubicBezTo>
                      <a:pt x="1470" y="1085"/>
                      <a:pt x="1470" y="1119"/>
                      <a:pt x="1470" y="1155"/>
                    </a:cubicBezTo>
                    <a:cubicBezTo>
                      <a:pt x="1505" y="1155"/>
                      <a:pt x="1539" y="1155"/>
                      <a:pt x="1575" y="1155"/>
                    </a:cubicBezTo>
                    <a:cubicBezTo>
                      <a:pt x="1575" y="1224"/>
                      <a:pt x="1575" y="1294"/>
                      <a:pt x="1575" y="1365"/>
                    </a:cubicBezTo>
                    <a:cubicBezTo>
                      <a:pt x="1610" y="1365"/>
                      <a:pt x="1644" y="1365"/>
                      <a:pt x="1680" y="1365"/>
                    </a:cubicBezTo>
                    <a:cubicBezTo>
                      <a:pt x="1680" y="1434"/>
                      <a:pt x="1680" y="1504"/>
                      <a:pt x="1680" y="1575"/>
                    </a:cubicBezTo>
                    <a:cubicBezTo>
                      <a:pt x="1715" y="1575"/>
                      <a:pt x="1749" y="1575"/>
                      <a:pt x="1785" y="1575"/>
                    </a:cubicBezTo>
                    <a:cubicBezTo>
                      <a:pt x="1785" y="1610"/>
                      <a:pt x="1785" y="1644"/>
                      <a:pt x="1785" y="1680"/>
                    </a:cubicBezTo>
                    <a:cubicBezTo>
                      <a:pt x="1820" y="1680"/>
                      <a:pt x="1854" y="1680"/>
                      <a:pt x="1890" y="1680"/>
                    </a:cubicBezTo>
                    <a:cubicBezTo>
                      <a:pt x="1890" y="1715"/>
                      <a:pt x="1890" y="1749"/>
                      <a:pt x="1890" y="1785"/>
                    </a:cubicBezTo>
                    <a:cubicBezTo>
                      <a:pt x="1925" y="1785"/>
                      <a:pt x="1959" y="1785"/>
                      <a:pt x="1995" y="1785"/>
                    </a:cubicBezTo>
                    <a:cubicBezTo>
                      <a:pt x="1995" y="1820"/>
                      <a:pt x="1995" y="1854"/>
                      <a:pt x="1995" y="1890"/>
                    </a:cubicBezTo>
                    <a:cubicBezTo>
                      <a:pt x="2030" y="1890"/>
                      <a:pt x="2064" y="1890"/>
                      <a:pt x="2100" y="1890"/>
                    </a:cubicBezTo>
                    <a:cubicBezTo>
                      <a:pt x="2100" y="1925"/>
                      <a:pt x="2100" y="1959"/>
                      <a:pt x="2100" y="1995"/>
                    </a:cubicBezTo>
                    <a:cubicBezTo>
                      <a:pt x="2135" y="1995"/>
                      <a:pt x="2169" y="1995"/>
                      <a:pt x="2205" y="1995"/>
                    </a:cubicBezTo>
                    <a:cubicBezTo>
                      <a:pt x="2205" y="2030"/>
                      <a:pt x="2205" y="2064"/>
                      <a:pt x="2205" y="2100"/>
                    </a:cubicBezTo>
                    <a:cubicBezTo>
                      <a:pt x="2240" y="2100"/>
                      <a:pt x="2274" y="2100"/>
                      <a:pt x="2310" y="2100"/>
                    </a:cubicBezTo>
                    <a:cubicBezTo>
                      <a:pt x="2310" y="2169"/>
                      <a:pt x="2310" y="2239"/>
                      <a:pt x="2310" y="2310"/>
                    </a:cubicBezTo>
                    <a:cubicBezTo>
                      <a:pt x="2275" y="2295"/>
                      <a:pt x="2240" y="2280"/>
                      <a:pt x="2205" y="2264"/>
                    </a:cubicBezTo>
                    <a:cubicBezTo>
                      <a:pt x="2186" y="2256"/>
                      <a:pt x="2166" y="2247"/>
                      <a:pt x="2146" y="2238"/>
                    </a:cubicBezTo>
                    <a:cubicBezTo>
                      <a:pt x="2131" y="2227"/>
                      <a:pt x="2116" y="2216"/>
                      <a:pt x="2100" y="2205"/>
                    </a:cubicBezTo>
                    <a:cubicBezTo>
                      <a:pt x="2093" y="2149"/>
                      <a:pt x="2093" y="2149"/>
                      <a:pt x="2100" y="2100"/>
                    </a:cubicBezTo>
                    <a:cubicBezTo>
                      <a:pt x="2065" y="2100"/>
                      <a:pt x="2031" y="2100"/>
                      <a:pt x="1995" y="2100"/>
                    </a:cubicBezTo>
                    <a:cubicBezTo>
                      <a:pt x="1995" y="2065"/>
                      <a:pt x="1995" y="2031"/>
                      <a:pt x="1995" y="1995"/>
                    </a:cubicBezTo>
                    <a:cubicBezTo>
                      <a:pt x="1960" y="1995"/>
                      <a:pt x="1926" y="1995"/>
                      <a:pt x="1890" y="1995"/>
                    </a:cubicBezTo>
                    <a:cubicBezTo>
                      <a:pt x="1890" y="1960"/>
                      <a:pt x="1890" y="1926"/>
                      <a:pt x="1890" y="1890"/>
                    </a:cubicBezTo>
                    <a:cubicBezTo>
                      <a:pt x="1855" y="1890"/>
                      <a:pt x="1821" y="1890"/>
                      <a:pt x="1785" y="1890"/>
                    </a:cubicBezTo>
                    <a:cubicBezTo>
                      <a:pt x="1785" y="1855"/>
                      <a:pt x="1785" y="1821"/>
                      <a:pt x="1785" y="1785"/>
                    </a:cubicBezTo>
                    <a:cubicBezTo>
                      <a:pt x="1750" y="1785"/>
                      <a:pt x="1716" y="1785"/>
                      <a:pt x="1680" y="1785"/>
                    </a:cubicBezTo>
                    <a:cubicBezTo>
                      <a:pt x="1680" y="1750"/>
                      <a:pt x="1680" y="1716"/>
                      <a:pt x="1680" y="1680"/>
                    </a:cubicBezTo>
                    <a:cubicBezTo>
                      <a:pt x="1645" y="1680"/>
                      <a:pt x="1611" y="1680"/>
                      <a:pt x="1575" y="1680"/>
                    </a:cubicBezTo>
                    <a:cubicBezTo>
                      <a:pt x="1575" y="1645"/>
                      <a:pt x="1575" y="1611"/>
                      <a:pt x="1575" y="1575"/>
                    </a:cubicBezTo>
                    <a:cubicBezTo>
                      <a:pt x="1540" y="1575"/>
                      <a:pt x="1506" y="1575"/>
                      <a:pt x="1470" y="1575"/>
                    </a:cubicBezTo>
                    <a:cubicBezTo>
                      <a:pt x="1470" y="1540"/>
                      <a:pt x="1470" y="1506"/>
                      <a:pt x="1470" y="1470"/>
                    </a:cubicBezTo>
                    <a:cubicBezTo>
                      <a:pt x="1435" y="1470"/>
                      <a:pt x="1401" y="1470"/>
                      <a:pt x="1365" y="1470"/>
                    </a:cubicBezTo>
                    <a:cubicBezTo>
                      <a:pt x="1365" y="1435"/>
                      <a:pt x="1365" y="1401"/>
                      <a:pt x="1365" y="1365"/>
                    </a:cubicBezTo>
                    <a:cubicBezTo>
                      <a:pt x="1330" y="1365"/>
                      <a:pt x="1296" y="1365"/>
                      <a:pt x="1260" y="1365"/>
                    </a:cubicBezTo>
                    <a:cubicBezTo>
                      <a:pt x="1260" y="1330"/>
                      <a:pt x="1260" y="1296"/>
                      <a:pt x="1260" y="1260"/>
                    </a:cubicBezTo>
                    <a:cubicBezTo>
                      <a:pt x="1225" y="1260"/>
                      <a:pt x="1191" y="1260"/>
                      <a:pt x="1155" y="1260"/>
                    </a:cubicBezTo>
                    <a:cubicBezTo>
                      <a:pt x="1155" y="1225"/>
                      <a:pt x="1155" y="1191"/>
                      <a:pt x="1155" y="1155"/>
                    </a:cubicBezTo>
                    <a:cubicBezTo>
                      <a:pt x="1120" y="1155"/>
                      <a:pt x="1086" y="1155"/>
                      <a:pt x="1050" y="1155"/>
                    </a:cubicBezTo>
                    <a:cubicBezTo>
                      <a:pt x="1050" y="1120"/>
                      <a:pt x="1050" y="1086"/>
                      <a:pt x="1050" y="1050"/>
                    </a:cubicBezTo>
                    <a:cubicBezTo>
                      <a:pt x="1015" y="1050"/>
                      <a:pt x="981" y="1050"/>
                      <a:pt x="945" y="1050"/>
                    </a:cubicBezTo>
                    <a:cubicBezTo>
                      <a:pt x="945" y="1015"/>
                      <a:pt x="945" y="981"/>
                      <a:pt x="945" y="945"/>
                    </a:cubicBezTo>
                    <a:cubicBezTo>
                      <a:pt x="910" y="945"/>
                      <a:pt x="876" y="945"/>
                      <a:pt x="840" y="945"/>
                    </a:cubicBezTo>
                    <a:cubicBezTo>
                      <a:pt x="840" y="910"/>
                      <a:pt x="840" y="876"/>
                      <a:pt x="840" y="840"/>
                    </a:cubicBezTo>
                    <a:cubicBezTo>
                      <a:pt x="805" y="840"/>
                      <a:pt x="771" y="840"/>
                      <a:pt x="735" y="840"/>
                    </a:cubicBezTo>
                    <a:cubicBezTo>
                      <a:pt x="735" y="805"/>
                      <a:pt x="735" y="771"/>
                      <a:pt x="735" y="735"/>
                    </a:cubicBezTo>
                    <a:cubicBezTo>
                      <a:pt x="700" y="735"/>
                      <a:pt x="666" y="735"/>
                      <a:pt x="630" y="735"/>
                    </a:cubicBezTo>
                    <a:cubicBezTo>
                      <a:pt x="630" y="700"/>
                      <a:pt x="630" y="666"/>
                      <a:pt x="630" y="630"/>
                    </a:cubicBezTo>
                    <a:cubicBezTo>
                      <a:pt x="595" y="630"/>
                      <a:pt x="561" y="630"/>
                      <a:pt x="525" y="630"/>
                    </a:cubicBezTo>
                    <a:cubicBezTo>
                      <a:pt x="525" y="595"/>
                      <a:pt x="525" y="561"/>
                      <a:pt x="525" y="525"/>
                    </a:cubicBezTo>
                    <a:cubicBezTo>
                      <a:pt x="490" y="525"/>
                      <a:pt x="456" y="525"/>
                      <a:pt x="420" y="525"/>
                    </a:cubicBezTo>
                    <a:cubicBezTo>
                      <a:pt x="420" y="490"/>
                      <a:pt x="420" y="456"/>
                      <a:pt x="420" y="420"/>
                    </a:cubicBezTo>
                    <a:cubicBezTo>
                      <a:pt x="385" y="420"/>
                      <a:pt x="351" y="420"/>
                      <a:pt x="315" y="420"/>
                    </a:cubicBezTo>
                    <a:cubicBezTo>
                      <a:pt x="315" y="385"/>
                      <a:pt x="315" y="351"/>
                      <a:pt x="315" y="315"/>
                    </a:cubicBezTo>
                    <a:cubicBezTo>
                      <a:pt x="280" y="315"/>
                      <a:pt x="246" y="315"/>
                      <a:pt x="210" y="315"/>
                    </a:cubicBezTo>
                    <a:cubicBezTo>
                      <a:pt x="212" y="299"/>
                      <a:pt x="214" y="283"/>
                      <a:pt x="217" y="266"/>
                    </a:cubicBezTo>
                    <a:cubicBezTo>
                      <a:pt x="215" y="257"/>
                      <a:pt x="215" y="257"/>
                      <a:pt x="210" y="210"/>
                    </a:cubicBezTo>
                    <a:cubicBezTo>
                      <a:pt x="164" y="180"/>
                      <a:pt x="164" y="180"/>
                      <a:pt x="105" y="158"/>
                    </a:cubicBezTo>
                    <a:cubicBezTo>
                      <a:pt x="46" y="135"/>
                      <a:pt x="46" y="135"/>
                      <a:pt x="0" y="105"/>
                    </a:cubicBezTo>
                    <a:cubicBezTo>
                      <a:pt x="0" y="70"/>
                      <a:pt x="0" y="3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193" name="ICON_TOOL_CODE_path_007"/>
              <p:cNvSpPr/>
              <p:nvPr/>
            </p:nvSpPr>
            <p:spPr>
              <a:xfrm>
                <a:off x="5314632" y="4864449"/>
                <a:ext cx="45339" cy="45339"/>
              </a:xfrm>
              <a:custGeom>
                <a:avLst/>
                <a:gdLst/>
                <a:ahLst/>
                <a:cxnLst/>
                <a:rect l="0" t="0" r="r" b="b"/>
                <a:pathLst>
                  <a:path w="3570" h="3570" fill="norm" stroke="0">
                    <a:moveTo>
                      <a:pt x="3360" y="0"/>
                    </a:moveTo>
                    <a:cubicBezTo>
                      <a:pt x="3429" y="0"/>
                      <a:pt x="3499" y="0"/>
                      <a:pt x="3570" y="0"/>
                    </a:cubicBezTo>
                    <a:cubicBezTo>
                      <a:pt x="3482" y="228"/>
                      <a:pt x="3315" y="374"/>
                      <a:pt x="3145" y="542"/>
                    </a:cubicBezTo>
                    <a:cubicBezTo>
                      <a:pt x="3112" y="575"/>
                      <a:pt x="3078" y="609"/>
                      <a:pt x="3045" y="642"/>
                    </a:cubicBezTo>
                    <a:cubicBezTo>
                      <a:pt x="2956" y="731"/>
                      <a:pt x="2866" y="821"/>
                      <a:pt x="2776" y="910"/>
                    </a:cubicBezTo>
                    <a:cubicBezTo>
                      <a:pt x="2691" y="994"/>
                      <a:pt x="2607" y="1078"/>
                      <a:pt x="2523" y="1162"/>
                    </a:cubicBezTo>
                    <a:cubicBezTo>
                      <a:pt x="2356" y="1329"/>
                      <a:pt x="2189" y="1495"/>
                      <a:pt x="2022" y="1661"/>
                    </a:cubicBezTo>
                    <a:cubicBezTo>
                      <a:pt x="1859" y="1823"/>
                      <a:pt x="1697" y="1984"/>
                      <a:pt x="1535" y="2146"/>
                    </a:cubicBezTo>
                    <a:cubicBezTo>
                      <a:pt x="1525" y="2156"/>
                      <a:pt x="1515" y="2166"/>
                      <a:pt x="1504" y="2176"/>
                    </a:cubicBezTo>
                    <a:cubicBezTo>
                      <a:pt x="1454" y="2226"/>
                      <a:pt x="1404" y="2276"/>
                      <a:pt x="1354" y="2326"/>
                    </a:cubicBezTo>
                    <a:cubicBezTo>
                      <a:pt x="938" y="2741"/>
                      <a:pt x="522" y="3156"/>
                      <a:pt x="105" y="3570"/>
                    </a:cubicBezTo>
                    <a:cubicBezTo>
                      <a:pt x="70" y="3553"/>
                      <a:pt x="36" y="3535"/>
                      <a:pt x="0" y="3517"/>
                    </a:cubicBezTo>
                    <a:cubicBezTo>
                      <a:pt x="31" y="3462"/>
                      <a:pt x="63" y="3409"/>
                      <a:pt x="105" y="3360"/>
                    </a:cubicBezTo>
                    <a:cubicBezTo>
                      <a:pt x="164" y="3350"/>
                      <a:pt x="164" y="3350"/>
                      <a:pt x="210" y="3360"/>
                    </a:cubicBezTo>
                    <a:cubicBezTo>
                      <a:pt x="210" y="3325"/>
                      <a:pt x="210" y="3291"/>
                      <a:pt x="210" y="3255"/>
                    </a:cubicBezTo>
                    <a:cubicBezTo>
                      <a:pt x="245" y="3255"/>
                      <a:pt x="279" y="3255"/>
                      <a:pt x="315" y="3255"/>
                    </a:cubicBezTo>
                    <a:cubicBezTo>
                      <a:pt x="315" y="3220"/>
                      <a:pt x="315" y="3186"/>
                      <a:pt x="315" y="3150"/>
                    </a:cubicBezTo>
                    <a:cubicBezTo>
                      <a:pt x="350" y="3150"/>
                      <a:pt x="384" y="3150"/>
                      <a:pt x="420" y="3150"/>
                    </a:cubicBezTo>
                    <a:cubicBezTo>
                      <a:pt x="420" y="3115"/>
                      <a:pt x="420" y="3081"/>
                      <a:pt x="420" y="3045"/>
                    </a:cubicBezTo>
                    <a:cubicBezTo>
                      <a:pt x="455" y="3045"/>
                      <a:pt x="489" y="3045"/>
                      <a:pt x="525" y="3045"/>
                    </a:cubicBezTo>
                    <a:cubicBezTo>
                      <a:pt x="525" y="3010"/>
                      <a:pt x="525" y="2976"/>
                      <a:pt x="525" y="2940"/>
                    </a:cubicBezTo>
                    <a:cubicBezTo>
                      <a:pt x="560" y="2940"/>
                      <a:pt x="594" y="2940"/>
                      <a:pt x="630" y="2940"/>
                    </a:cubicBezTo>
                    <a:cubicBezTo>
                      <a:pt x="630" y="2905"/>
                      <a:pt x="630" y="2871"/>
                      <a:pt x="630" y="2835"/>
                    </a:cubicBezTo>
                    <a:cubicBezTo>
                      <a:pt x="665" y="2835"/>
                      <a:pt x="699" y="2835"/>
                      <a:pt x="735" y="2835"/>
                    </a:cubicBezTo>
                    <a:cubicBezTo>
                      <a:pt x="735" y="2800"/>
                      <a:pt x="735" y="2766"/>
                      <a:pt x="735" y="2730"/>
                    </a:cubicBezTo>
                    <a:cubicBezTo>
                      <a:pt x="770" y="2730"/>
                      <a:pt x="804" y="2730"/>
                      <a:pt x="840" y="2730"/>
                    </a:cubicBezTo>
                    <a:cubicBezTo>
                      <a:pt x="840" y="2695"/>
                      <a:pt x="840" y="2661"/>
                      <a:pt x="840" y="2625"/>
                    </a:cubicBezTo>
                    <a:cubicBezTo>
                      <a:pt x="875" y="2625"/>
                      <a:pt x="909" y="2625"/>
                      <a:pt x="945" y="2625"/>
                    </a:cubicBezTo>
                    <a:cubicBezTo>
                      <a:pt x="945" y="2590"/>
                      <a:pt x="945" y="2556"/>
                      <a:pt x="945" y="2520"/>
                    </a:cubicBezTo>
                    <a:cubicBezTo>
                      <a:pt x="980" y="2520"/>
                      <a:pt x="1014" y="2520"/>
                      <a:pt x="1050" y="2520"/>
                    </a:cubicBezTo>
                    <a:cubicBezTo>
                      <a:pt x="1050" y="2485"/>
                      <a:pt x="1050" y="2451"/>
                      <a:pt x="1050" y="2415"/>
                    </a:cubicBezTo>
                    <a:cubicBezTo>
                      <a:pt x="1085" y="2415"/>
                      <a:pt x="1119" y="2415"/>
                      <a:pt x="1155" y="2415"/>
                    </a:cubicBezTo>
                    <a:cubicBezTo>
                      <a:pt x="1155" y="2380"/>
                      <a:pt x="1155" y="2346"/>
                      <a:pt x="1155" y="2310"/>
                    </a:cubicBezTo>
                    <a:cubicBezTo>
                      <a:pt x="1190" y="2310"/>
                      <a:pt x="1224" y="2310"/>
                      <a:pt x="1260" y="2310"/>
                    </a:cubicBezTo>
                    <a:cubicBezTo>
                      <a:pt x="1260" y="2275"/>
                      <a:pt x="1260" y="2241"/>
                      <a:pt x="1260" y="2205"/>
                    </a:cubicBezTo>
                    <a:cubicBezTo>
                      <a:pt x="1295" y="2205"/>
                      <a:pt x="1329" y="2205"/>
                      <a:pt x="1365" y="2205"/>
                    </a:cubicBezTo>
                    <a:cubicBezTo>
                      <a:pt x="1365" y="2170"/>
                      <a:pt x="1365" y="2136"/>
                      <a:pt x="1365" y="2100"/>
                    </a:cubicBezTo>
                    <a:cubicBezTo>
                      <a:pt x="1400" y="2100"/>
                      <a:pt x="1434" y="2100"/>
                      <a:pt x="1470" y="2100"/>
                    </a:cubicBezTo>
                    <a:cubicBezTo>
                      <a:pt x="1470" y="2065"/>
                      <a:pt x="1470" y="2031"/>
                      <a:pt x="1470" y="1995"/>
                    </a:cubicBezTo>
                    <a:cubicBezTo>
                      <a:pt x="1505" y="1995"/>
                      <a:pt x="1539" y="1995"/>
                      <a:pt x="1575" y="1995"/>
                    </a:cubicBezTo>
                    <a:cubicBezTo>
                      <a:pt x="1575" y="1960"/>
                      <a:pt x="1575" y="1926"/>
                      <a:pt x="1575" y="1890"/>
                    </a:cubicBezTo>
                    <a:cubicBezTo>
                      <a:pt x="1610" y="1890"/>
                      <a:pt x="1644" y="1890"/>
                      <a:pt x="1680" y="1890"/>
                    </a:cubicBezTo>
                    <a:cubicBezTo>
                      <a:pt x="1680" y="1855"/>
                      <a:pt x="1680" y="1821"/>
                      <a:pt x="1680" y="1785"/>
                    </a:cubicBezTo>
                    <a:cubicBezTo>
                      <a:pt x="1715" y="1785"/>
                      <a:pt x="1749" y="1785"/>
                      <a:pt x="1785" y="1785"/>
                    </a:cubicBezTo>
                    <a:cubicBezTo>
                      <a:pt x="1785" y="1750"/>
                      <a:pt x="1785" y="1716"/>
                      <a:pt x="1785" y="1680"/>
                    </a:cubicBezTo>
                    <a:cubicBezTo>
                      <a:pt x="1820" y="1680"/>
                      <a:pt x="1854" y="1680"/>
                      <a:pt x="1890" y="1680"/>
                    </a:cubicBezTo>
                    <a:cubicBezTo>
                      <a:pt x="1890" y="1645"/>
                      <a:pt x="1890" y="1611"/>
                      <a:pt x="1890" y="1575"/>
                    </a:cubicBezTo>
                    <a:cubicBezTo>
                      <a:pt x="1925" y="1575"/>
                      <a:pt x="1959" y="1575"/>
                      <a:pt x="1995" y="1575"/>
                    </a:cubicBezTo>
                    <a:cubicBezTo>
                      <a:pt x="1995" y="1540"/>
                      <a:pt x="1995" y="1506"/>
                      <a:pt x="1995" y="1470"/>
                    </a:cubicBezTo>
                    <a:cubicBezTo>
                      <a:pt x="2030" y="1470"/>
                      <a:pt x="2064" y="1470"/>
                      <a:pt x="2100" y="1470"/>
                    </a:cubicBezTo>
                    <a:cubicBezTo>
                      <a:pt x="2100" y="1435"/>
                      <a:pt x="2100" y="1401"/>
                      <a:pt x="2100" y="1365"/>
                    </a:cubicBezTo>
                    <a:cubicBezTo>
                      <a:pt x="2135" y="1365"/>
                      <a:pt x="2169" y="1365"/>
                      <a:pt x="2205" y="1365"/>
                    </a:cubicBezTo>
                    <a:cubicBezTo>
                      <a:pt x="2205" y="1330"/>
                      <a:pt x="2205" y="1296"/>
                      <a:pt x="2205" y="1260"/>
                    </a:cubicBezTo>
                    <a:cubicBezTo>
                      <a:pt x="2240" y="1260"/>
                      <a:pt x="2274" y="1260"/>
                      <a:pt x="2310" y="1260"/>
                    </a:cubicBezTo>
                    <a:cubicBezTo>
                      <a:pt x="2310" y="1225"/>
                      <a:pt x="2310" y="1191"/>
                      <a:pt x="2310" y="1155"/>
                    </a:cubicBezTo>
                    <a:cubicBezTo>
                      <a:pt x="2345" y="1155"/>
                      <a:pt x="2379" y="1155"/>
                      <a:pt x="2415" y="1155"/>
                    </a:cubicBezTo>
                    <a:cubicBezTo>
                      <a:pt x="2415" y="1120"/>
                      <a:pt x="2415" y="1086"/>
                      <a:pt x="2415" y="1050"/>
                    </a:cubicBezTo>
                    <a:cubicBezTo>
                      <a:pt x="2450" y="1050"/>
                      <a:pt x="2484" y="1050"/>
                      <a:pt x="2520" y="1050"/>
                    </a:cubicBezTo>
                    <a:cubicBezTo>
                      <a:pt x="2520" y="1015"/>
                      <a:pt x="2520" y="981"/>
                      <a:pt x="2520" y="945"/>
                    </a:cubicBezTo>
                    <a:cubicBezTo>
                      <a:pt x="2555" y="945"/>
                      <a:pt x="2589" y="945"/>
                      <a:pt x="2625" y="945"/>
                    </a:cubicBezTo>
                    <a:cubicBezTo>
                      <a:pt x="2625" y="910"/>
                      <a:pt x="2625" y="876"/>
                      <a:pt x="2625" y="840"/>
                    </a:cubicBezTo>
                    <a:cubicBezTo>
                      <a:pt x="2660" y="840"/>
                      <a:pt x="2694" y="840"/>
                      <a:pt x="2730" y="840"/>
                    </a:cubicBezTo>
                    <a:cubicBezTo>
                      <a:pt x="2730" y="805"/>
                      <a:pt x="2730" y="771"/>
                      <a:pt x="2730" y="735"/>
                    </a:cubicBezTo>
                    <a:cubicBezTo>
                      <a:pt x="2765" y="735"/>
                      <a:pt x="2799" y="735"/>
                      <a:pt x="2835" y="735"/>
                    </a:cubicBezTo>
                    <a:cubicBezTo>
                      <a:pt x="2835" y="700"/>
                      <a:pt x="2835" y="666"/>
                      <a:pt x="2835" y="630"/>
                    </a:cubicBezTo>
                    <a:cubicBezTo>
                      <a:pt x="2870" y="630"/>
                      <a:pt x="2904" y="630"/>
                      <a:pt x="2940" y="630"/>
                    </a:cubicBezTo>
                    <a:cubicBezTo>
                      <a:pt x="2940" y="595"/>
                      <a:pt x="2940" y="561"/>
                      <a:pt x="2940" y="525"/>
                    </a:cubicBezTo>
                    <a:cubicBezTo>
                      <a:pt x="2975" y="525"/>
                      <a:pt x="3009" y="525"/>
                      <a:pt x="3045" y="525"/>
                    </a:cubicBezTo>
                    <a:cubicBezTo>
                      <a:pt x="3045" y="490"/>
                      <a:pt x="3045" y="456"/>
                      <a:pt x="3045" y="420"/>
                    </a:cubicBezTo>
                    <a:cubicBezTo>
                      <a:pt x="3080" y="420"/>
                      <a:pt x="3114" y="420"/>
                      <a:pt x="3150" y="420"/>
                    </a:cubicBezTo>
                    <a:cubicBezTo>
                      <a:pt x="3148" y="412"/>
                      <a:pt x="3148" y="412"/>
                      <a:pt x="3140" y="374"/>
                    </a:cubicBezTo>
                    <a:cubicBezTo>
                      <a:pt x="3142" y="364"/>
                      <a:pt x="3142" y="364"/>
                      <a:pt x="3150" y="315"/>
                    </a:cubicBezTo>
                    <a:cubicBezTo>
                      <a:pt x="3183" y="292"/>
                      <a:pt x="3183" y="292"/>
                      <a:pt x="3225" y="269"/>
                    </a:cubicBezTo>
                    <a:cubicBezTo>
                      <a:pt x="3283" y="236"/>
                      <a:pt x="3304" y="219"/>
                      <a:pt x="3330" y="157"/>
                    </a:cubicBezTo>
                    <a:cubicBezTo>
                      <a:pt x="3342" y="105"/>
                      <a:pt x="3351" y="52"/>
                      <a:pt x="336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194" name="ICON_TOOL_CODE_path_008"/>
              <p:cNvSpPr/>
              <p:nvPr/>
            </p:nvSpPr>
            <p:spPr>
              <a:xfrm>
                <a:off x="5337302" y="4773771"/>
                <a:ext cx="14668" cy="13335"/>
              </a:xfrm>
              <a:custGeom>
                <a:avLst/>
                <a:gdLst/>
                <a:ahLst/>
                <a:cxnLst/>
                <a:rect l="0" t="0" r="r" b="b"/>
                <a:pathLst>
                  <a:path w="1155" h="1050" fill="norm" stroke="0">
                    <a:moveTo>
                      <a:pt x="0" y="0"/>
                    </a:moveTo>
                    <a:cubicBezTo>
                      <a:pt x="104" y="0"/>
                      <a:pt x="208" y="0"/>
                      <a:pt x="315" y="0"/>
                    </a:cubicBezTo>
                    <a:cubicBezTo>
                      <a:pt x="315" y="35"/>
                      <a:pt x="315" y="69"/>
                      <a:pt x="315" y="105"/>
                    </a:cubicBezTo>
                    <a:cubicBezTo>
                      <a:pt x="350" y="105"/>
                      <a:pt x="384" y="105"/>
                      <a:pt x="420" y="105"/>
                    </a:cubicBezTo>
                    <a:cubicBezTo>
                      <a:pt x="420" y="140"/>
                      <a:pt x="420" y="174"/>
                      <a:pt x="420" y="210"/>
                    </a:cubicBezTo>
                    <a:cubicBezTo>
                      <a:pt x="489" y="210"/>
                      <a:pt x="559" y="210"/>
                      <a:pt x="630" y="210"/>
                    </a:cubicBezTo>
                    <a:cubicBezTo>
                      <a:pt x="630" y="245"/>
                      <a:pt x="630" y="279"/>
                      <a:pt x="630" y="315"/>
                    </a:cubicBezTo>
                    <a:cubicBezTo>
                      <a:pt x="699" y="315"/>
                      <a:pt x="769" y="315"/>
                      <a:pt x="840" y="315"/>
                    </a:cubicBezTo>
                    <a:cubicBezTo>
                      <a:pt x="840" y="350"/>
                      <a:pt x="840" y="384"/>
                      <a:pt x="840" y="420"/>
                    </a:cubicBezTo>
                    <a:cubicBezTo>
                      <a:pt x="875" y="420"/>
                      <a:pt x="909" y="420"/>
                      <a:pt x="945" y="420"/>
                    </a:cubicBezTo>
                    <a:cubicBezTo>
                      <a:pt x="945" y="455"/>
                      <a:pt x="945" y="489"/>
                      <a:pt x="945" y="525"/>
                    </a:cubicBezTo>
                    <a:cubicBezTo>
                      <a:pt x="980" y="525"/>
                      <a:pt x="1014" y="525"/>
                      <a:pt x="1050" y="525"/>
                    </a:cubicBezTo>
                    <a:cubicBezTo>
                      <a:pt x="1050" y="560"/>
                      <a:pt x="1050" y="594"/>
                      <a:pt x="1050" y="630"/>
                    </a:cubicBezTo>
                    <a:cubicBezTo>
                      <a:pt x="1085" y="630"/>
                      <a:pt x="1119" y="630"/>
                      <a:pt x="1155" y="630"/>
                    </a:cubicBezTo>
                    <a:cubicBezTo>
                      <a:pt x="1155" y="734"/>
                      <a:pt x="1155" y="838"/>
                      <a:pt x="1155" y="945"/>
                    </a:cubicBezTo>
                    <a:cubicBezTo>
                      <a:pt x="1120" y="945"/>
                      <a:pt x="1086" y="945"/>
                      <a:pt x="1050" y="945"/>
                    </a:cubicBezTo>
                    <a:cubicBezTo>
                      <a:pt x="1050" y="980"/>
                      <a:pt x="1050" y="1014"/>
                      <a:pt x="1050" y="1050"/>
                    </a:cubicBezTo>
                    <a:cubicBezTo>
                      <a:pt x="1015" y="1035"/>
                      <a:pt x="980" y="1020"/>
                      <a:pt x="945" y="1004"/>
                    </a:cubicBezTo>
                    <a:cubicBezTo>
                      <a:pt x="926" y="996"/>
                      <a:pt x="906" y="987"/>
                      <a:pt x="886" y="978"/>
                    </a:cubicBezTo>
                    <a:cubicBezTo>
                      <a:pt x="871" y="967"/>
                      <a:pt x="856" y="956"/>
                      <a:pt x="840" y="945"/>
                    </a:cubicBezTo>
                    <a:cubicBezTo>
                      <a:pt x="833" y="889"/>
                      <a:pt x="833" y="889"/>
                      <a:pt x="840" y="840"/>
                    </a:cubicBezTo>
                    <a:cubicBezTo>
                      <a:pt x="805" y="840"/>
                      <a:pt x="771" y="840"/>
                      <a:pt x="735" y="840"/>
                    </a:cubicBezTo>
                    <a:cubicBezTo>
                      <a:pt x="735" y="805"/>
                      <a:pt x="735" y="771"/>
                      <a:pt x="735" y="735"/>
                    </a:cubicBezTo>
                    <a:cubicBezTo>
                      <a:pt x="700" y="735"/>
                      <a:pt x="666" y="735"/>
                      <a:pt x="630" y="735"/>
                    </a:cubicBezTo>
                    <a:cubicBezTo>
                      <a:pt x="630" y="700"/>
                      <a:pt x="630" y="666"/>
                      <a:pt x="630" y="630"/>
                    </a:cubicBezTo>
                    <a:cubicBezTo>
                      <a:pt x="595" y="630"/>
                      <a:pt x="561" y="630"/>
                      <a:pt x="525" y="630"/>
                    </a:cubicBezTo>
                    <a:cubicBezTo>
                      <a:pt x="525" y="595"/>
                      <a:pt x="525" y="561"/>
                      <a:pt x="525" y="525"/>
                    </a:cubicBezTo>
                    <a:cubicBezTo>
                      <a:pt x="490" y="525"/>
                      <a:pt x="456" y="525"/>
                      <a:pt x="420" y="525"/>
                    </a:cubicBezTo>
                    <a:cubicBezTo>
                      <a:pt x="420" y="490"/>
                      <a:pt x="420" y="456"/>
                      <a:pt x="420" y="420"/>
                    </a:cubicBezTo>
                    <a:cubicBezTo>
                      <a:pt x="385" y="420"/>
                      <a:pt x="351" y="420"/>
                      <a:pt x="315" y="420"/>
                    </a:cubicBezTo>
                    <a:cubicBezTo>
                      <a:pt x="315" y="385"/>
                      <a:pt x="315" y="351"/>
                      <a:pt x="315" y="315"/>
                    </a:cubicBezTo>
                    <a:cubicBezTo>
                      <a:pt x="280" y="315"/>
                      <a:pt x="246" y="315"/>
                      <a:pt x="210" y="315"/>
                    </a:cubicBezTo>
                    <a:cubicBezTo>
                      <a:pt x="212" y="299"/>
                      <a:pt x="214" y="283"/>
                      <a:pt x="217" y="266"/>
                    </a:cubicBezTo>
                    <a:cubicBezTo>
                      <a:pt x="215" y="257"/>
                      <a:pt x="215" y="257"/>
                      <a:pt x="210" y="210"/>
                    </a:cubicBezTo>
                    <a:cubicBezTo>
                      <a:pt x="164" y="180"/>
                      <a:pt x="164" y="180"/>
                      <a:pt x="105" y="158"/>
                    </a:cubicBezTo>
                    <a:cubicBezTo>
                      <a:pt x="46" y="135"/>
                      <a:pt x="46" y="135"/>
                      <a:pt x="0" y="105"/>
                    </a:cubicBezTo>
                    <a:cubicBezTo>
                      <a:pt x="0" y="70"/>
                      <a:pt x="0" y="3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195" name="ICON_TOOL_CODE_path_009"/>
              <p:cNvSpPr/>
              <p:nvPr/>
            </p:nvSpPr>
            <p:spPr>
              <a:xfrm>
                <a:off x="5314632" y="4797774"/>
                <a:ext cx="17336" cy="17517"/>
              </a:xfrm>
              <a:custGeom>
                <a:avLst/>
                <a:gdLst/>
                <a:ahLst/>
                <a:cxnLst/>
                <a:rect l="0" t="0" r="r" b="b"/>
                <a:pathLst>
                  <a:path w="1365" h="1379" fill="norm" stroke="0">
                    <a:moveTo>
                      <a:pt x="0" y="0"/>
                    </a:moveTo>
                    <a:cubicBezTo>
                      <a:pt x="35" y="15"/>
                      <a:pt x="70" y="30"/>
                      <a:pt x="105" y="46"/>
                    </a:cubicBezTo>
                    <a:cubicBezTo>
                      <a:pt x="124" y="54"/>
                      <a:pt x="144" y="63"/>
                      <a:pt x="164" y="72"/>
                    </a:cubicBezTo>
                    <a:cubicBezTo>
                      <a:pt x="179" y="83"/>
                      <a:pt x="194" y="94"/>
                      <a:pt x="210" y="105"/>
                    </a:cubicBezTo>
                    <a:cubicBezTo>
                      <a:pt x="217" y="161"/>
                      <a:pt x="217" y="161"/>
                      <a:pt x="210" y="210"/>
                    </a:cubicBezTo>
                    <a:cubicBezTo>
                      <a:pt x="245" y="210"/>
                      <a:pt x="279" y="210"/>
                      <a:pt x="315" y="210"/>
                    </a:cubicBezTo>
                    <a:cubicBezTo>
                      <a:pt x="315" y="245"/>
                      <a:pt x="315" y="279"/>
                      <a:pt x="315" y="315"/>
                    </a:cubicBezTo>
                    <a:cubicBezTo>
                      <a:pt x="350" y="315"/>
                      <a:pt x="384" y="315"/>
                      <a:pt x="420" y="315"/>
                    </a:cubicBezTo>
                    <a:cubicBezTo>
                      <a:pt x="420" y="350"/>
                      <a:pt x="420" y="384"/>
                      <a:pt x="420" y="420"/>
                    </a:cubicBezTo>
                    <a:cubicBezTo>
                      <a:pt x="455" y="420"/>
                      <a:pt x="489" y="420"/>
                      <a:pt x="525" y="420"/>
                    </a:cubicBezTo>
                    <a:cubicBezTo>
                      <a:pt x="525" y="455"/>
                      <a:pt x="525" y="489"/>
                      <a:pt x="525" y="525"/>
                    </a:cubicBezTo>
                    <a:cubicBezTo>
                      <a:pt x="560" y="525"/>
                      <a:pt x="594" y="525"/>
                      <a:pt x="630" y="525"/>
                    </a:cubicBezTo>
                    <a:cubicBezTo>
                      <a:pt x="630" y="560"/>
                      <a:pt x="630" y="594"/>
                      <a:pt x="630" y="630"/>
                    </a:cubicBezTo>
                    <a:cubicBezTo>
                      <a:pt x="665" y="630"/>
                      <a:pt x="699" y="630"/>
                      <a:pt x="735" y="630"/>
                    </a:cubicBezTo>
                    <a:cubicBezTo>
                      <a:pt x="735" y="665"/>
                      <a:pt x="735" y="699"/>
                      <a:pt x="735" y="735"/>
                    </a:cubicBezTo>
                    <a:cubicBezTo>
                      <a:pt x="770" y="735"/>
                      <a:pt x="804" y="735"/>
                      <a:pt x="840" y="735"/>
                    </a:cubicBezTo>
                    <a:cubicBezTo>
                      <a:pt x="840" y="770"/>
                      <a:pt x="840" y="804"/>
                      <a:pt x="840" y="840"/>
                    </a:cubicBezTo>
                    <a:cubicBezTo>
                      <a:pt x="875" y="840"/>
                      <a:pt x="909" y="840"/>
                      <a:pt x="945" y="840"/>
                    </a:cubicBezTo>
                    <a:cubicBezTo>
                      <a:pt x="945" y="875"/>
                      <a:pt x="945" y="909"/>
                      <a:pt x="945" y="945"/>
                    </a:cubicBezTo>
                    <a:cubicBezTo>
                      <a:pt x="980" y="945"/>
                      <a:pt x="1014" y="945"/>
                      <a:pt x="1050" y="945"/>
                    </a:cubicBezTo>
                    <a:cubicBezTo>
                      <a:pt x="1050" y="980"/>
                      <a:pt x="1050" y="1014"/>
                      <a:pt x="1050" y="1050"/>
                    </a:cubicBezTo>
                    <a:cubicBezTo>
                      <a:pt x="1085" y="1050"/>
                      <a:pt x="1119" y="1050"/>
                      <a:pt x="1155" y="1050"/>
                    </a:cubicBezTo>
                    <a:cubicBezTo>
                      <a:pt x="1153" y="1066"/>
                      <a:pt x="1151" y="1082"/>
                      <a:pt x="1148" y="1099"/>
                    </a:cubicBezTo>
                    <a:cubicBezTo>
                      <a:pt x="1151" y="1117"/>
                      <a:pt x="1153" y="1136"/>
                      <a:pt x="1155" y="1155"/>
                    </a:cubicBezTo>
                    <a:cubicBezTo>
                      <a:pt x="1201" y="1188"/>
                      <a:pt x="1201" y="1188"/>
                      <a:pt x="1260" y="1214"/>
                    </a:cubicBezTo>
                    <a:cubicBezTo>
                      <a:pt x="1279" y="1223"/>
                      <a:pt x="1299" y="1232"/>
                      <a:pt x="1319" y="1241"/>
                    </a:cubicBezTo>
                    <a:cubicBezTo>
                      <a:pt x="1334" y="1247"/>
                      <a:pt x="1349" y="1253"/>
                      <a:pt x="1365" y="1260"/>
                    </a:cubicBezTo>
                    <a:cubicBezTo>
                      <a:pt x="1344" y="1312"/>
                      <a:pt x="1344" y="1312"/>
                      <a:pt x="1312" y="1365"/>
                    </a:cubicBezTo>
                    <a:cubicBezTo>
                      <a:pt x="1257" y="1379"/>
                      <a:pt x="1213" y="1370"/>
                      <a:pt x="1155" y="1365"/>
                    </a:cubicBezTo>
                    <a:cubicBezTo>
                      <a:pt x="1155" y="1330"/>
                      <a:pt x="1155" y="1296"/>
                      <a:pt x="1155" y="1260"/>
                    </a:cubicBezTo>
                    <a:cubicBezTo>
                      <a:pt x="1086" y="1260"/>
                      <a:pt x="1016" y="1260"/>
                      <a:pt x="945" y="1260"/>
                    </a:cubicBezTo>
                    <a:cubicBezTo>
                      <a:pt x="945" y="1191"/>
                      <a:pt x="945" y="1121"/>
                      <a:pt x="945" y="1050"/>
                    </a:cubicBezTo>
                    <a:cubicBezTo>
                      <a:pt x="910" y="1050"/>
                      <a:pt x="876" y="1050"/>
                      <a:pt x="840" y="1050"/>
                    </a:cubicBezTo>
                    <a:cubicBezTo>
                      <a:pt x="840" y="1015"/>
                      <a:pt x="840" y="981"/>
                      <a:pt x="840" y="945"/>
                    </a:cubicBezTo>
                    <a:cubicBezTo>
                      <a:pt x="771" y="945"/>
                      <a:pt x="701" y="945"/>
                      <a:pt x="630" y="945"/>
                    </a:cubicBezTo>
                    <a:cubicBezTo>
                      <a:pt x="630" y="910"/>
                      <a:pt x="630" y="876"/>
                      <a:pt x="630" y="840"/>
                    </a:cubicBezTo>
                    <a:cubicBezTo>
                      <a:pt x="561" y="840"/>
                      <a:pt x="491" y="840"/>
                      <a:pt x="420" y="840"/>
                    </a:cubicBezTo>
                    <a:cubicBezTo>
                      <a:pt x="420" y="771"/>
                      <a:pt x="420" y="701"/>
                      <a:pt x="420" y="630"/>
                    </a:cubicBezTo>
                    <a:cubicBezTo>
                      <a:pt x="351" y="630"/>
                      <a:pt x="281" y="630"/>
                      <a:pt x="210" y="630"/>
                    </a:cubicBezTo>
                    <a:cubicBezTo>
                      <a:pt x="210" y="526"/>
                      <a:pt x="210" y="422"/>
                      <a:pt x="210" y="315"/>
                    </a:cubicBezTo>
                    <a:cubicBezTo>
                      <a:pt x="175" y="315"/>
                      <a:pt x="141" y="315"/>
                      <a:pt x="105" y="315"/>
                    </a:cubicBezTo>
                    <a:cubicBezTo>
                      <a:pt x="105" y="280"/>
                      <a:pt x="105" y="246"/>
                      <a:pt x="105" y="210"/>
                    </a:cubicBezTo>
                    <a:cubicBezTo>
                      <a:pt x="70" y="210"/>
                      <a:pt x="36" y="210"/>
                      <a:pt x="0" y="210"/>
                    </a:cubicBezTo>
                    <a:cubicBezTo>
                      <a:pt x="0" y="141"/>
                      <a:pt x="0" y="71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196" name="ICON_TOOL_CODE_path_010"/>
              <p:cNvSpPr/>
              <p:nvPr/>
            </p:nvSpPr>
            <p:spPr>
              <a:xfrm>
                <a:off x="5150612" y="4775105"/>
                <a:ext cx="16002" cy="16002"/>
              </a:xfrm>
              <a:custGeom>
                <a:avLst/>
                <a:gdLst/>
                <a:ahLst/>
                <a:cxnLst/>
                <a:rect l="0" t="0" r="r" b="b"/>
                <a:pathLst>
                  <a:path w="1260" h="1260" fill="norm" stroke="0">
                    <a:moveTo>
                      <a:pt x="945" y="0"/>
                    </a:moveTo>
                    <a:cubicBezTo>
                      <a:pt x="1049" y="0"/>
                      <a:pt x="1153" y="0"/>
                      <a:pt x="1260" y="0"/>
                    </a:cubicBezTo>
                    <a:cubicBezTo>
                      <a:pt x="1188" y="164"/>
                      <a:pt x="1188" y="164"/>
                      <a:pt x="1155" y="210"/>
                    </a:cubicBezTo>
                    <a:cubicBezTo>
                      <a:pt x="1099" y="217"/>
                      <a:pt x="1099" y="217"/>
                      <a:pt x="1050" y="210"/>
                    </a:cubicBezTo>
                    <a:cubicBezTo>
                      <a:pt x="1050" y="245"/>
                      <a:pt x="1050" y="279"/>
                      <a:pt x="1050" y="315"/>
                    </a:cubicBezTo>
                    <a:cubicBezTo>
                      <a:pt x="1015" y="315"/>
                      <a:pt x="981" y="315"/>
                      <a:pt x="945" y="315"/>
                    </a:cubicBezTo>
                    <a:cubicBezTo>
                      <a:pt x="945" y="350"/>
                      <a:pt x="945" y="384"/>
                      <a:pt x="945" y="420"/>
                    </a:cubicBezTo>
                    <a:cubicBezTo>
                      <a:pt x="910" y="420"/>
                      <a:pt x="876" y="420"/>
                      <a:pt x="840" y="420"/>
                    </a:cubicBezTo>
                    <a:cubicBezTo>
                      <a:pt x="840" y="455"/>
                      <a:pt x="840" y="489"/>
                      <a:pt x="840" y="525"/>
                    </a:cubicBezTo>
                    <a:cubicBezTo>
                      <a:pt x="805" y="525"/>
                      <a:pt x="771" y="525"/>
                      <a:pt x="735" y="525"/>
                    </a:cubicBezTo>
                    <a:cubicBezTo>
                      <a:pt x="735" y="560"/>
                      <a:pt x="735" y="594"/>
                      <a:pt x="735" y="630"/>
                    </a:cubicBezTo>
                    <a:cubicBezTo>
                      <a:pt x="700" y="630"/>
                      <a:pt x="666" y="630"/>
                      <a:pt x="630" y="630"/>
                    </a:cubicBezTo>
                    <a:cubicBezTo>
                      <a:pt x="630" y="665"/>
                      <a:pt x="630" y="699"/>
                      <a:pt x="630" y="735"/>
                    </a:cubicBezTo>
                    <a:cubicBezTo>
                      <a:pt x="595" y="735"/>
                      <a:pt x="561" y="735"/>
                      <a:pt x="525" y="735"/>
                    </a:cubicBezTo>
                    <a:cubicBezTo>
                      <a:pt x="525" y="770"/>
                      <a:pt x="525" y="804"/>
                      <a:pt x="525" y="840"/>
                    </a:cubicBezTo>
                    <a:cubicBezTo>
                      <a:pt x="509" y="838"/>
                      <a:pt x="492" y="836"/>
                      <a:pt x="475" y="834"/>
                    </a:cubicBezTo>
                    <a:cubicBezTo>
                      <a:pt x="457" y="836"/>
                      <a:pt x="439" y="838"/>
                      <a:pt x="420" y="840"/>
                    </a:cubicBezTo>
                    <a:cubicBezTo>
                      <a:pt x="394" y="879"/>
                      <a:pt x="394" y="879"/>
                      <a:pt x="374" y="932"/>
                    </a:cubicBezTo>
                    <a:cubicBezTo>
                      <a:pt x="312" y="1072"/>
                      <a:pt x="216" y="1158"/>
                      <a:pt x="105" y="1260"/>
                    </a:cubicBezTo>
                    <a:cubicBezTo>
                      <a:pt x="70" y="1243"/>
                      <a:pt x="36" y="1225"/>
                      <a:pt x="0" y="1207"/>
                    </a:cubicBezTo>
                    <a:cubicBezTo>
                      <a:pt x="11" y="1201"/>
                      <a:pt x="22" y="1194"/>
                      <a:pt x="33" y="1188"/>
                    </a:cubicBezTo>
                    <a:cubicBezTo>
                      <a:pt x="143" y="1103"/>
                      <a:pt x="169" y="1022"/>
                      <a:pt x="187" y="889"/>
                    </a:cubicBezTo>
                    <a:cubicBezTo>
                      <a:pt x="197" y="803"/>
                      <a:pt x="204" y="716"/>
                      <a:pt x="210" y="630"/>
                    </a:cubicBezTo>
                    <a:cubicBezTo>
                      <a:pt x="245" y="630"/>
                      <a:pt x="279" y="630"/>
                      <a:pt x="315" y="630"/>
                    </a:cubicBezTo>
                    <a:cubicBezTo>
                      <a:pt x="315" y="595"/>
                      <a:pt x="315" y="561"/>
                      <a:pt x="315" y="525"/>
                    </a:cubicBezTo>
                    <a:cubicBezTo>
                      <a:pt x="350" y="525"/>
                      <a:pt x="384" y="525"/>
                      <a:pt x="420" y="525"/>
                    </a:cubicBezTo>
                    <a:cubicBezTo>
                      <a:pt x="420" y="490"/>
                      <a:pt x="420" y="456"/>
                      <a:pt x="420" y="420"/>
                    </a:cubicBezTo>
                    <a:cubicBezTo>
                      <a:pt x="455" y="420"/>
                      <a:pt x="489" y="420"/>
                      <a:pt x="525" y="420"/>
                    </a:cubicBezTo>
                    <a:cubicBezTo>
                      <a:pt x="525" y="455"/>
                      <a:pt x="525" y="489"/>
                      <a:pt x="525" y="525"/>
                    </a:cubicBezTo>
                    <a:cubicBezTo>
                      <a:pt x="560" y="525"/>
                      <a:pt x="594" y="525"/>
                      <a:pt x="630" y="525"/>
                    </a:cubicBezTo>
                    <a:cubicBezTo>
                      <a:pt x="630" y="490"/>
                      <a:pt x="630" y="456"/>
                      <a:pt x="630" y="420"/>
                    </a:cubicBezTo>
                    <a:cubicBezTo>
                      <a:pt x="665" y="420"/>
                      <a:pt x="699" y="420"/>
                      <a:pt x="735" y="420"/>
                    </a:cubicBezTo>
                    <a:cubicBezTo>
                      <a:pt x="735" y="316"/>
                      <a:pt x="735" y="212"/>
                      <a:pt x="735" y="105"/>
                    </a:cubicBezTo>
                    <a:cubicBezTo>
                      <a:pt x="804" y="105"/>
                      <a:pt x="874" y="105"/>
                      <a:pt x="945" y="105"/>
                    </a:cubicBezTo>
                    <a:cubicBezTo>
                      <a:pt x="945" y="70"/>
                      <a:pt x="945" y="36"/>
                      <a:pt x="94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197" name="ICON_TOOL_CODE_path_011"/>
              <p:cNvSpPr/>
              <p:nvPr/>
            </p:nvSpPr>
            <p:spPr>
              <a:xfrm>
                <a:off x="5335968" y="4912455"/>
                <a:ext cx="24003" cy="22670"/>
              </a:xfrm>
              <a:custGeom>
                <a:avLst/>
                <a:gdLst/>
                <a:ahLst/>
                <a:cxnLst/>
                <a:rect l="0" t="0" r="r" b="b"/>
                <a:pathLst>
                  <a:path w="1890" h="1785" fill="norm" stroke="0">
                    <a:moveTo>
                      <a:pt x="1785" y="0"/>
                    </a:moveTo>
                    <a:cubicBezTo>
                      <a:pt x="1820" y="17"/>
                      <a:pt x="1854" y="35"/>
                      <a:pt x="1890" y="53"/>
                    </a:cubicBezTo>
                    <a:cubicBezTo>
                      <a:pt x="1859" y="108"/>
                      <a:pt x="1827" y="161"/>
                      <a:pt x="1785" y="210"/>
                    </a:cubicBezTo>
                    <a:cubicBezTo>
                      <a:pt x="1726" y="220"/>
                      <a:pt x="1726" y="220"/>
                      <a:pt x="1680" y="210"/>
                    </a:cubicBezTo>
                    <a:cubicBezTo>
                      <a:pt x="1680" y="245"/>
                      <a:pt x="1680" y="279"/>
                      <a:pt x="1680" y="315"/>
                    </a:cubicBezTo>
                    <a:cubicBezTo>
                      <a:pt x="1645" y="315"/>
                      <a:pt x="1611" y="315"/>
                      <a:pt x="1575" y="315"/>
                    </a:cubicBezTo>
                    <a:cubicBezTo>
                      <a:pt x="1575" y="350"/>
                      <a:pt x="1575" y="384"/>
                      <a:pt x="1575" y="420"/>
                    </a:cubicBezTo>
                    <a:cubicBezTo>
                      <a:pt x="1540" y="420"/>
                      <a:pt x="1506" y="420"/>
                      <a:pt x="1470" y="420"/>
                    </a:cubicBezTo>
                    <a:cubicBezTo>
                      <a:pt x="1470" y="455"/>
                      <a:pt x="1470" y="489"/>
                      <a:pt x="1470" y="525"/>
                    </a:cubicBezTo>
                    <a:cubicBezTo>
                      <a:pt x="1435" y="525"/>
                      <a:pt x="1401" y="525"/>
                      <a:pt x="1365" y="525"/>
                    </a:cubicBezTo>
                    <a:cubicBezTo>
                      <a:pt x="1365" y="560"/>
                      <a:pt x="1365" y="594"/>
                      <a:pt x="1365" y="630"/>
                    </a:cubicBezTo>
                    <a:cubicBezTo>
                      <a:pt x="1330" y="630"/>
                      <a:pt x="1296" y="630"/>
                      <a:pt x="1260" y="630"/>
                    </a:cubicBezTo>
                    <a:cubicBezTo>
                      <a:pt x="1260" y="665"/>
                      <a:pt x="1260" y="699"/>
                      <a:pt x="1260" y="735"/>
                    </a:cubicBezTo>
                    <a:cubicBezTo>
                      <a:pt x="1225" y="735"/>
                      <a:pt x="1191" y="735"/>
                      <a:pt x="1155" y="735"/>
                    </a:cubicBezTo>
                    <a:cubicBezTo>
                      <a:pt x="1155" y="770"/>
                      <a:pt x="1155" y="804"/>
                      <a:pt x="1155" y="840"/>
                    </a:cubicBezTo>
                    <a:cubicBezTo>
                      <a:pt x="1120" y="840"/>
                      <a:pt x="1086" y="840"/>
                      <a:pt x="1050" y="840"/>
                    </a:cubicBezTo>
                    <a:cubicBezTo>
                      <a:pt x="1050" y="875"/>
                      <a:pt x="1050" y="909"/>
                      <a:pt x="1050" y="945"/>
                    </a:cubicBezTo>
                    <a:cubicBezTo>
                      <a:pt x="1015" y="945"/>
                      <a:pt x="981" y="945"/>
                      <a:pt x="945" y="945"/>
                    </a:cubicBezTo>
                    <a:cubicBezTo>
                      <a:pt x="948" y="960"/>
                      <a:pt x="952" y="975"/>
                      <a:pt x="955" y="991"/>
                    </a:cubicBezTo>
                    <a:cubicBezTo>
                      <a:pt x="953" y="1001"/>
                      <a:pt x="953" y="1001"/>
                      <a:pt x="945" y="1050"/>
                    </a:cubicBezTo>
                    <a:cubicBezTo>
                      <a:pt x="912" y="1073"/>
                      <a:pt x="912" y="1073"/>
                      <a:pt x="870" y="1096"/>
                    </a:cubicBezTo>
                    <a:cubicBezTo>
                      <a:pt x="812" y="1129"/>
                      <a:pt x="791" y="1146"/>
                      <a:pt x="765" y="1208"/>
                    </a:cubicBezTo>
                    <a:cubicBezTo>
                      <a:pt x="753" y="1260"/>
                      <a:pt x="742" y="1312"/>
                      <a:pt x="735" y="1365"/>
                    </a:cubicBezTo>
                    <a:cubicBezTo>
                      <a:pt x="700" y="1365"/>
                      <a:pt x="666" y="1365"/>
                      <a:pt x="630" y="1365"/>
                    </a:cubicBezTo>
                    <a:cubicBezTo>
                      <a:pt x="630" y="1400"/>
                      <a:pt x="630" y="1434"/>
                      <a:pt x="630" y="1470"/>
                    </a:cubicBezTo>
                    <a:cubicBezTo>
                      <a:pt x="595" y="1470"/>
                      <a:pt x="561" y="1470"/>
                      <a:pt x="525" y="1470"/>
                    </a:cubicBezTo>
                    <a:cubicBezTo>
                      <a:pt x="525" y="1505"/>
                      <a:pt x="525" y="1539"/>
                      <a:pt x="525" y="1575"/>
                    </a:cubicBezTo>
                    <a:cubicBezTo>
                      <a:pt x="490" y="1575"/>
                      <a:pt x="456" y="1575"/>
                      <a:pt x="420" y="1575"/>
                    </a:cubicBezTo>
                    <a:cubicBezTo>
                      <a:pt x="420" y="1610"/>
                      <a:pt x="420" y="1644"/>
                      <a:pt x="420" y="1680"/>
                    </a:cubicBezTo>
                    <a:cubicBezTo>
                      <a:pt x="351" y="1680"/>
                      <a:pt x="281" y="1680"/>
                      <a:pt x="210" y="1680"/>
                    </a:cubicBezTo>
                    <a:cubicBezTo>
                      <a:pt x="210" y="1715"/>
                      <a:pt x="210" y="1749"/>
                      <a:pt x="210" y="1785"/>
                    </a:cubicBezTo>
                    <a:cubicBezTo>
                      <a:pt x="141" y="1785"/>
                      <a:pt x="71" y="1785"/>
                      <a:pt x="0" y="1785"/>
                    </a:cubicBezTo>
                    <a:cubicBezTo>
                      <a:pt x="62" y="1599"/>
                      <a:pt x="62" y="1599"/>
                      <a:pt x="141" y="1555"/>
                    </a:cubicBezTo>
                    <a:cubicBezTo>
                      <a:pt x="231" y="1517"/>
                      <a:pt x="325" y="1493"/>
                      <a:pt x="420" y="1470"/>
                    </a:cubicBezTo>
                    <a:cubicBezTo>
                      <a:pt x="420" y="1435"/>
                      <a:pt x="420" y="1401"/>
                      <a:pt x="420" y="1365"/>
                    </a:cubicBezTo>
                    <a:cubicBezTo>
                      <a:pt x="428" y="1366"/>
                      <a:pt x="428" y="1366"/>
                      <a:pt x="470" y="1371"/>
                    </a:cubicBezTo>
                    <a:cubicBezTo>
                      <a:pt x="488" y="1369"/>
                      <a:pt x="506" y="1367"/>
                      <a:pt x="525" y="1365"/>
                    </a:cubicBezTo>
                    <a:cubicBezTo>
                      <a:pt x="549" y="1329"/>
                      <a:pt x="549" y="1329"/>
                      <a:pt x="568" y="1277"/>
                    </a:cubicBezTo>
                    <a:cubicBezTo>
                      <a:pt x="641" y="1115"/>
                      <a:pt x="767" y="1005"/>
                      <a:pt x="893" y="882"/>
                    </a:cubicBezTo>
                    <a:cubicBezTo>
                      <a:pt x="919" y="856"/>
                      <a:pt x="944" y="831"/>
                      <a:pt x="970" y="805"/>
                    </a:cubicBezTo>
                    <a:cubicBezTo>
                      <a:pt x="1037" y="738"/>
                      <a:pt x="1105" y="672"/>
                      <a:pt x="1173" y="605"/>
                    </a:cubicBezTo>
                    <a:cubicBezTo>
                      <a:pt x="1242" y="537"/>
                      <a:pt x="1311" y="469"/>
                      <a:pt x="1380" y="400"/>
                    </a:cubicBezTo>
                    <a:cubicBezTo>
                      <a:pt x="1514" y="267"/>
                      <a:pt x="1650" y="133"/>
                      <a:pt x="178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198" name="ICON_TOOL_CODE_path_012"/>
              <p:cNvSpPr/>
              <p:nvPr/>
            </p:nvSpPr>
            <p:spPr>
              <a:xfrm>
                <a:off x="5115941" y="4884452"/>
                <a:ext cx="10751" cy="10668"/>
              </a:xfrm>
              <a:custGeom>
                <a:avLst/>
                <a:gdLst/>
                <a:ahLst/>
                <a:cxnLst/>
                <a:rect l="0" t="0" r="r" b="b"/>
                <a:pathLst>
                  <a:path w="847" h="840" fill="norm" stroke="0">
                    <a:moveTo>
                      <a:pt x="105" y="0"/>
                    </a:moveTo>
                    <a:cubicBezTo>
                      <a:pt x="140" y="15"/>
                      <a:pt x="175" y="30"/>
                      <a:pt x="210" y="46"/>
                    </a:cubicBezTo>
                    <a:cubicBezTo>
                      <a:pt x="229" y="54"/>
                      <a:pt x="249" y="63"/>
                      <a:pt x="269" y="72"/>
                    </a:cubicBezTo>
                    <a:cubicBezTo>
                      <a:pt x="284" y="83"/>
                      <a:pt x="299" y="94"/>
                      <a:pt x="315" y="105"/>
                    </a:cubicBezTo>
                    <a:cubicBezTo>
                      <a:pt x="322" y="161"/>
                      <a:pt x="322" y="161"/>
                      <a:pt x="315" y="210"/>
                    </a:cubicBezTo>
                    <a:cubicBezTo>
                      <a:pt x="350" y="210"/>
                      <a:pt x="384" y="210"/>
                      <a:pt x="420" y="210"/>
                    </a:cubicBezTo>
                    <a:cubicBezTo>
                      <a:pt x="420" y="245"/>
                      <a:pt x="420" y="279"/>
                      <a:pt x="420" y="315"/>
                    </a:cubicBezTo>
                    <a:cubicBezTo>
                      <a:pt x="455" y="315"/>
                      <a:pt x="489" y="315"/>
                      <a:pt x="525" y="315"/>
                    </a:cubicBezTo>
                    <a:cubicBezTo>
                      <a:pt x="525" y="350"/>
                      <a:pt x="525" y="384"/>
                      <a:pt x="525" y="420"/>
                    </a:cubicBezTo>
                    <a:cubicBezTo>
                      <a:pt x="560" y="420"/>
                      <a:pt x="594" y="420"/>
                      <a:pt x="630" y="420"/>
                    </a:cubicBezTo>
                    <a:cubicBezTo>
                      <a:pt x="629" y="428"/>
                      <a:pt x="629" y="428"/>
                      <a:pt x="623" y="469"/>
                    </a:cubicBezTo>
                    <a:cubicBezTo>
                      <a:pt x="626" y="488"/>
                      <a:pt x="628" y="506"/>
                      <a:pt x="630" y="525"/>
                    </a:cubicBezTo>
                    <a:cubicBezTo>
                      <a:pt x="676" y="555"/>
                      <a:pt x="676" y="555"/>
                      <a:pt x="735" y="577"/>
                    </a:cubicBezTo>
                    <a:cubicBezTo>
                      <a:pt x="794" y="600"/>
                      <a:pt x="794" y="600"/>
                      <a:pt x="840" y="630"/>
                    </a:cubicBezTo>
                    <a:cubicBezTo>
                      <a:pt x="847" y="686"/>
                      <a:pt x="847" y="686"/>
                      <a:pt x="840" y="735"/>
                    </a:cubicBezTo>
                    <a:cubicBezTo>
                      <a:pt x="805" y="735"/>
                      <a:pt x="771" y="735"/>
                      <a:pt x="735" y="735"/>
                    </a:cubicBezTo>
                    <a:cubicBezTo>
                      <a:pt x="735" y="770"/>
                      <a:pt x="735" y="804"/>
                      <a:pt x="735" y="840"/>
                    </a:cubicBezTo>
                    <a:cubicBezTo>
                      <a:pt x="700" y="840"/>
                      <a:pt x="666" y="840"/>
                      <a:pt x="630" y="840"/>
                    </a:cubicBezTo>
                    <a:cubicBezTo>
                      <a:pt x="630" y="805"/>
                      <a:pt x="630" y="771"/>
                      <a:pt x="630" y="735"/>
                    </a:cubicBezTo>
                    <a:cubicBezTo>
                      <a:pt x="561" y="735"/>
                      <a:pt x="491" y="735"/>
                      <a:pt x="420" y="735"/>
                    </a:cubicBezTo>
                    <a:cubicBezTo>
                      <a:pt x="420" y="700"/>
                      <a:pt x="420" y="666"/>
                      <a:pt x="420" y="630"/>
                    </a:cubicBezTo>
                    <a:cubicBezTo>
                      <a:pt x="385" y="630"/>
                      <a:pt x="351" y="630"/>
                      <a:pt x="315" y="630"/>
                    </a:cubicBezTo>
                    <a:cubicBezTo>
                      <a:pt x="315" y="595"/>
                      <a:pt x="315" y="561"/>
                      <a:pt x="315" y="525"/>
                    </a:cubicBezTo>
                    <a:cubicBezTo>
                      <a:pt x="280" y="525"/>
                      <a:pt x="246" y="525"/>
                      <a:pt x="210" y="525"/>
                    </a:cubicBezTo>
                    <a:cubicBezTo>
                      <a:pt x="210" y="490"/>
                      <a:pt x="210" y="456"/>
                      <a:pt x="210" y="420"/>
                    </a:cubicBezTo>
                    <a:cubicBezTo>
                      <a:pt x="175" y="420"/>
                      <a:pt x="141" y="420"/>
                      <a:pt x="105" y="420"/>
                    </a:cubicBezTo>
                    <a:cubicBezTo>
                      <a:pt x="105" y="351"/>
                      <a:pt x="105" y="281"/>
                      <a:pt x="105" y="210"/>
                    </a:cubicBezTo>
                    <a:cubicBezTo>
                      <a:pt x="70" y="210"/>
                      <a:pt x="36" y="210"/>
                      <a:pt x="0" y="210"/>
                    </a:cubicBezTo>
                    <a:cubicBezTo>
                      <a:pt x="0" y="175"/>
                      <a:pt x="0" y="141"/>
                      <a:pt x="0" y="105"/>
                    </a:cubicBezTo>
                    <a:cubicBezTo>
                      <a:pt x="35" y="105"/>
                      <a:pt x="69" y="105"/>
                      <a:pt x="105" y="105"/>
                    </a:cubicBezTo>
                    <a:cubicBezTo>
                      <a:pt x="105" y="70"/>
                      <a:pt x="105" y="36"/>
                      <a:pt x="10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199" name="ICON_TOOL_CODE_path_013"/>
              <p:cNvSpPr/>
              <p:nvPr/>
            </p:nvSpPr>
            <p:spPr>
              <a:xfrm>
                <a:off x="5093271" y="4863116"/>
                <a:ext cx="12085" cy="10668"/>
              </a:xfrm>
              <a:custGeom>
                <a:avLst/>
                <a:gdLst/>
                <a:ahLst/>
                <a:cxnLst/>
                <a:rect l="0" t="0" r="r" b="b"/>
                <a:pathLst>
                  <a:path w="952" h="840" fill="norm" stroke="0">
                    <a:moveTo>
                      <a:pt x="105" y="0"/>
                    </a:moveTo>
                    <a:cubicBezTo>
                      <a:pt x="140" y="15"/>
                      <a:pt x="175" y="30"/>
                      <a:pt x="210" y="46"/>
                    </a:cubicBezTo>
                    <a:cubicBezTo>
                      <a:pt x="229" y="54"/>
                      <a:pt x="249" y="63"/>
                      <a:pt x="269" y="72"/>
                    </a:cubicBezTo>
                    <a:cubicBezTo>
                      <a:pt x="284" y="83"/>
                      <a:pt x="299" y="94"/>
                      <a:pt x="315" y="105"/>
                    </a:cubicBezTo>
                    <a:cubicBezTo>
                      <a:pt x="315" y="140"/>
                      <a:pt x="315" y="174"/>
                      <a:pt x="315" y="210"/>
                    </a:cubicBezTo>
                    <a:cubicBezTo>
                      <a:pt x="384" y="210"/>
                      <a:pt x="454" y="210"/>
                      <a:pt x="525" y="210"/>
                    </a:cubicBezTo>
                    <a:cubicBezTo>
                      <a:pt x="525" y="245"/>
                      <a:pt x="525" y="279"/>
                      <a:pt x="525" y="315"/>
                    </a:cubicBezTo>
                    <a:cubicBezTo>
                      <a:pt x="560" y="315"/>
                      <a:pt x="594" y="315"/>
                      <a:pt x="630" y="315"/>
                    </a:cubicBezTo>
                    <a:cubicBezTo>
                      <a:pt x="630" y="350"/>
                      <a:pt x="630" y="384"/>
                      <a:pt x="630" y="420"/>
                    </a:cubicBezTo>
                    <a:cubicBezTo>
                      <a:pt x="665" y="420"/>
                      <a:pt x="699" y="420"/>
                      <a:pt x="735" y="420"/>
                    </a:cubicBezTo>
                    <a:cubicBezTo>
                      <a:pt x="734" y="428"/>
                      <a:pt x="734" y="428"/>
                      <a:pt x="728" y="469"/>
                    </a:cubicBezTo>
                    <a:cubicBezTo>
                      <a:pt x="731" y="488"/>
                      <a:pt x="733" y="506"/>
                      <a:pt x="735" y="525"/>
                    </a:cubicBezTo>
                    <a:cubicBezTo>
                      <a:pt x="781" y="555"/>
                      <a:pt x="781" y="555"/>
                      <a:pt x="840" y="577"/>
                    </a:cubicBezTo>
                    <a:cubicBezTo>
                      <a:pt x="899" y="600"/>
                      <a:pt x="899" y="600"/>
                      <a:pt x="945" y="630"/>
                    </a:cubicBezTo>
                    <a:cubicBezTo>
                      <a:pt x="952" y="686"/>
                      <a:pt x="952" y="686"/>
                      <a:pt x="945" y="735"/>
                    </a:cubicBezTo>
                    <a:cubicBezTo>
                      <a:pt x="910" y="735"/>
                      <a:pt x="876" y="735"/>
                      <a:pt x="840" y="735"/>
                    </a:cubicBezTo>
                    <a:cubicBezTo>
                      <a:pt x="840" y="770"/>
                      <a:pt x="840" y="804"/>
                      <a:pt x="840" y="840"/>
                    </a:cubicBezTo>
                    <a:cubicBezTo>
                      <a:pt x="805" y="840"/>
                      <a:pt x="771" y="840"/>
                      <a:pt x="735" y="840"/>
                    </a:cubicBezTo>
                    <a:cubicBezTo>
                      <a:pt x="735" y="805"/>
                      <a:pt x="735" y="771"/>
                      <a:pt x="735" y="735"/>
                    </a:cubicBezTo>
                    <a:cubicBezTo>
                      <a:pt x="666" y="735"/>
                      <a:pt x="596" y="735"/>
                      <a:pt x="525" y="735"/>
                    </a:cubicBezTo>
                    <a:cubicBezTo>
                      <a:pt x="525" y="700"/>
                      <a:pt x="525" y="666"/>
                      <a:pt x="525" y="630"/>
                    </a:cubicBezTo>
                    <a:cubicBezTo>
                      <a:pt x="490" y="630"/>
                      <a:pt x="456" y="630"/>
                      <a:pt x="420" y="630"/>
                    </a:cubicBezTo>
                    <a:cubicBezTo>
                      <a:pt x="420" y="595"/>
                      <a:pt x="420" y="561"/>
                      <a:pt x="420" y="525"/>
                    </a:cubicBezTo>
                    <a:cubicBezTo>
                      <a:pt x="385" y="525"/>
                      <a:pt x="351" y="525"/>
                      <a:pt x="315" y="525"/>
                    </a:cubicBezTo>
                    <a:cubicBezTo>
                      <a:pt x="315" y="456"/>
                      <a:pt x="315" y="386"/>
                      <a:pt x="315" y="315"/>
                    </a:cubicBezTo>
                    <a:cubicBezTo>
                      <a:pt x="246" y="315"/>
                      <a:pt x="176" y="315"/>
                      <a:pt x="105" y="315"/>
                    </a:cubicBezTo>
                    <a:cubicBezTo>
                      <a:pt x="105" y="280"/>
                      <a:pt x="105" y="246"/>
                      <a:pt x="105" y="210"/>
                    </a:cubicBezTo>
                    <a:cubicBezTo>
                      <a:pt x="70" y="210"/>
                      <a:pt x="36" y="210"/>
                      <a:pt x="0" y="210"/>
                    </a:cubicBezTo>
                    <a:cubicBezTo>
                      <a:pt x="0" y="175"/>
                      <a:pt x="0" y="141"/>
                      <a:pt x="0" y="105"/>
                    </a:cubicBezTo>
                    <a:cubicBezTo>
                      <a:pt x="35" y="105"/>
                      <a:pt x="69" y="105"/>
                      <a:pt x="105" y="105"/>
                    </a:cubicBezTo>
                    <a:cubicBezTo>
                      <a:pt x="105" y="70"/>
                      <a:pt x="105" y="36"/>
                      <a:pt x="10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200" name="ICON_TOOL_CODE_path_014"/>
              <p:cNvSpPr/>
              <p:nvPr/>
            </p:nvSpPr>
            <p:spPr>
              <a:xfrm>
                <a:off x="5222621" y="4892453"/>
                <a:ext cx="5334" cy="10668"/>
              </a:xfrm>
              <a:custGeom>
                <a:avLst/>
                <a:gdLst/>
                <a:ahLst/>
                <a:cxnLst/>
                <a:rect l="0" t="0" r="r" b="b"/>
                <a:pathLst>
                  <a:path w="420" h="840" fill="norm" stroke="0">
                    <a:moveTo>
                      <a:pt x="0" y="0"/>
                    </a:moveTo>
                    <a:cubicBezTo>
                      <a:pt x="104" y="0"/>
                      <a:pt x="208" y="0"/>
                      <a:pt x="315" y="0"/>
                    </a:cubicBezTo>
                    <a:cubicBezTo>
                      <a:pt x="315" y="35"/>
                      <a:pt x="315" y="69"/>
                      <a:pt x="315" y="105"/>
                    </a:cubicBezTo>
                    <a:cubicBezTo>
                      <a:pt x="350" y="105"/>
                      <a:pt x="384" y="105"/>
                      <a:pt x="420" y="105"/>
                    </a:cubicBezTo>
                    <a:cubicBezTo>
                      <a:pt x="420" y="140"/>
                      <a:pt x="420" y="174"/>
                      <a:pt x="420" y="210"/>
                    </a:cubicBezTo>
                    <a:cubicBezTo>
                      <a:pt x="385" y="210"/>
                      <a:pt x="351" y="210"/>
                      <a:pt x="315" y="210"/>
                    </a:cubicBezTo>
                    <a:cubicBezTo>
                      <a:pt x="315" y="349"/>
                      <a:pt x="315" y="487"/>
                      <a:pt x="315" y="630"/>
                    </a:cubicBezTo>
                    <a:cubicBezTo>
                      <a:pt x="280" y="630"/>
                      <a:pt x="246" y="630"/>
                      <a:pt x="210" y="630"/>
                    </a:cubicBezTo>
                    <a:cubicBezTo>
                      <a:pt x="210" y="699"/>
                      <a:pt x="210" y="769"/>
                      <a:pt x="210" y="840"/>
                    </a:cubicBezTo>
                    <a:cubicBezTo>
                      <a:pt x="175" y="840"/>
                      <a:pt x="141" y="840"/>
                      <a:pt x="105" y="840"/>
                    </a:cubicBezTo>
                    <a:cubicBezTo>
                      <a:pt x="105" y="805"/>
                      <a:pt x="105" y="771"/>
                      <a:pt x="105" y="735"/>
                    </a:cubicBezTo>
                    <a:cubicBezTo>
                      <a:pt x="70" y="735"/>
                      <a:pt x="36" y="735"/>
                      <a:pt x="0" y="735"/>
                    </a:cubicBezTo>
                    <a:cubicBezTo>
                      <a:pt x="0" y="492"/>
                      <a:pt x="0" y="25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201" name="ICON_TOOL_CODE_path_015"/>
              <p:cNvSpPr/>
              <p:nvPr/>
            </p:nvSpPr>
            <p:spPr>
              <a:xfrm>
                <a:off x="5358555" y="4793690"/>
                <a:ext cx="10751" cy="8084"/>
              </a:xfrm>
              <a:custGeom>
                <a:avLst/>
                <a:gdLst/>
                <a:ahLst/>
                <a:cxnLst/>
                <a:rect l="0" t="0" r="r" b="b"/>
                <a:pathLst>
                  <a:path w="847" h="637" fill="norm" stroke="0">
                    <a:moveTo>
                      <a:pt x="112" y="7"/>
                    </a:moveTo>
                    <a:cubicBezTo>
                      <a:pt x="129" y="41"/>
                      <a:pt x="146" y="76"/>
                      <a:pt x="164" y="112"/>
                    </a:cubicBezTo>
                    <a:cubicBezTo>
                      <a:pt x="171" y="94"/>
                      <a:pt x="177" y="77"/>
                      <a:pt x="184" y="59"/>
                    </a:cubicBezTo>
                    <a:cubicBezTo>
                      <a:pt x="195" y="42"/>
                      <a:pt x="205" y="24"/>
                      <a:pt x="217" y="7"/>
                    </a:cubicBezTo>
                    <a:cubicBezTo>
                      <a:pt x="272" y="0"/>
                      <a:pt x="272" y="0"/>
                      <a:pt x="322" y="7"/>
                    </a:cubicBezTo>
                    <a:cubicBezTo>
                      <a:pt x="322" y="41"/>
                      <a:pt x="322" y="76"/>
                      <a:pt x="322" y="112"/>
                    </a:cubicBezTo>
                    <a:cubicBezTo>
                      <a:pt x="356" y="112"/>
                      <a:pt x="391" y="112"/>
                      <a:pt x="427" y="112"/>
                    </a:cubicBezTo>
                    <a:cubicBezTo>
                      <a:pt x="427" y="146"/>
                      <a:pt x="427" y="181"/>
                      <a:pt x="427" y="217"/>
                    </a:cubicBezTo>
                    <a:cubicBezTo>
                      <a:pt x="496" y="217"/>
                      <a:pt x="565" y="217"/>
                      <a:pt x="637" y="217"/>
                    </a:cubicBezTo>
                    <a:cubicBezTo>
                      <a:pt x="637" y="251"/>
                      <a:pt x="637" y="286"/>
                      <a:pt x="637" y="322"/>
                    </a:cubicBezTo>
                    <a:cubicBezTo>
                      <a:pt x="671" y="322"/>
                      <a:pt x="706" y="322"/>
                      <a:pt x="742" y="322"/>
                    </a:cubicBezTo>
                    <a:cubicBezTo>
                      <a:pt x="742" y="356"/>
                      <a:pt x="742" y="391"/>
                      <a:pt x="742" y="427"/>
                    </a:cubicBezTo>
                    <a:cubicBezTo>
                      <a:pt x="776" y="427"/>
                      <a:pt x="811" y="427"/>
                      <a:pt x="847" y="427"/>
                    </a:cubicBezTo>
                    <a:cubicBezTo>
                      <a:pt x="847" y="461"/>
                      <a:pt x="847" y="496"/>
                      <a:pt x="847" y="532"/>
                    </a:cubicBezTo>
                    <a:cubicBezTo>
                      <a:pt x="743" y="532"/>
                      <a:pt x="639" y="532"/>
                      <a:pt x="532" y="532"/>
                    </a:cubicBezTo>
                    <a:cubicBezTo>
                      <a:pt x="532" y="497"/>
                      <a:pt x="532" y="462"/>
                      <a:pt x="532" y="427"/>
                    </a:cubicBezTo>
                    <a:cubicBezTo>
                      <a:pt x="514" y="435"/>
                      <a:pt x="514" y="435"/>
                      <a:pt x="427" y="479"/>
                    </a:cubicBezTo>
                    <a:cubicBezTo>
                      <a:pt x="444" y="505"/>
                      <a:pt x="444" y="505"/>
                      <a:pt x="532" y="637"/>
                    </a:cubicBezTo>
                    <a:cubicBezTo>
                      <a:pt x="496" y="622"/>
                      <a:pt x="461" y="606"/>
                      <a:pt x="427" y="591"/>
                    </a:cubicBezTo>
                    <a:cubicBezTo>
                      <a:pt x="407" y="582"/>
                      <a:pt x="388" y="574"/>
                      <a:pt x="368" y="565"/>
                    </a:cubicBezTo>
                    <a:cubicBezTo>
                      <a:pt x="352" y="554"/>
                      <a:pt x="337" y="543"/>
                      <a:pt x="322" y="532"/>
                    </a:cubicBezTo>
                    <a:cubicBezTo>
                      <a:pt x="315" y="475"/>
                      <a:pt x="315" y="475"/>
                      <a:pt x="322" y="427"/>
                    </a:cubicBezTo>
                    <a:cubicBezTo>
                      <a:pt x="287" y="427"/>
                      <a:pt x="252" y="427"/>
                      <a:pt x="217" y="427"/>
                    </a:cubicBezTo>
                    <a:cubicBezTo>
                      <a:pt x="219" y="410"/>
                      <a:pt x="221" y="394"/>
                      <a:pt x="223" y="377"/>
                    </a:cubicBezTo>
                    <a:cubicBezTo>
                      <a:pt x="222" y="368"/>
                      <a:pt x="222" y="368"/>
                      <a:pt x="217" y="322"/>
                    </a:cubicBezTo>
                    <a:cubicBezTo>
                      <a:pt x="171" y="292"/>
                      <a:pt x="171" y="292"/>
                      <a:pt x="112" y="269"/>
                    </a:cubicBezTo>
                    <a:cubicBezTo>
                      <a:pt x="53" y="246"/>
                      <a:pt x="53" y="246"/>
                      <a:pt x="7" y="217"/>
                    </a:cubicBezTo>
                    <a:cubicBezTo>
                      <a:pt x="0" y="161"/>
                      <a:pt x="0" y="161"/>
                      <a:pt x="7" y="112"/>
                    </a:cubicBezTo>
                    <a:cubicBezTo>
                      <a:pt x="41" y="112"/>
                      <a:pt x="76" y="112"/>
                      <a:pt x="112" y="112"/>
                    </a:cubicBezTo>
                    <a:cubicBezTo>
                      <a:pt x="112" y="77"/>
                      <a:pt x="112" y="42"/>
                      <a:pt x="112" y="7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202" name="ICON_TOOL_CODE_path_016"/>
              <p:cNvSpPr/>
              <p:nvPr/>
            </p:nvSpPr>
            <p:spPr>
              <a:xfrm>
                <a:off x="5185283" y="4776355"/>
                <a:ext cx="9335" cy="10751"/>
              </a:xfrm>
              <a:custGeom>
                <a:avLst/>
                <a:gdLst/>
                <a:ahLst/>
                <a:cxnLst/>
                <a:rect l="0" t="0" r="r" b="b"/>
                <a:pathLst>
                  <a:path w="735" h="847" fill="norm" stroke="0">
                    <a:moveTo>
                      <a:pt x="105" y="7"/>
                    </a:moveTo>
                    <a:cubicBezTo>
                      <a:pt x="122" y="41"/>
                      <a:pt x="140" y="76"/>
                      <a:pt x="158" y="112"/>
                    </a:cubicBezTo>
                    <a:cubicBezTo>
                      <a:pt x="164" y="94"/>
                      <a:pt x="171" y="77"/>
                      <a:pt x="177" y="59"/>
                    </a:cubicBezTo>
                    <a:cubicBezTo>
                      <a:pt x="188" y="42"/>
                      <a:pt x="199" y="24"/>
                      <a:pt x="210" y="7"/>
                    </a:cubicBezTo>
                    <a:cubicBezTo>
                      <a:pt x="266" y="0"/>
                      <a:pt x="266" y="0"/>
                      <a:pt x="315" y="7"/>
                    </a:cubicBezTo>
                    <a:cubicBezTo>
                      <a:pt x="315" y="41"/>
                      <a:pt x="315" y="76"/>
                      <a:pt x="315" y="112"/>
                    </a:cubicBezTo>
                    <a:cubicBezTo>
                      <a:pt x="350" y="112"/>
                      <a:pt x="384" y="112"/>
                      <a:pt x="420" y="112"/>
                    </a:cubicBezTo>
                    <a:cubicBezTo>
                      <a:pt x="420" y="146"/>
                      <a:pt x="420" y="181"/>
                      <a:pt x="420" y="217"/>
                    </a:cubicBezTo>
                    <a:cubicBezTo>
                      <a:pt x="455" y="217"/>
                      <a:pt x="489" y="217"/>
                      <a:pt x="525" y="217"/>
                    </a:cubicBezTo>
                    <a:cubicBezTo>
                      <a:pt x="525" y="251"/>
                      <a:pt x="525" y="286"/>
                      <a:pt x="525" y="322"/>
                    </a:cubicBezTo>
                    <a:cubicBezTo>
                      <a:pt x="560" y="322"/>
                      <a:pt x="594" y="322"/>
                      <a:pt x="630" y="322"/>
                    </a:cubicBezTo>
                    <a:cubicBezTo>
                      <a:pt x="630" y="356"/>
                      <a:pt x="630" y="391"/>
                      <a:pt x="630" y="427"/>
                    </a:cubicBezTo>
                    <a:cubicBezTo>
                      <a:pt x="665" y="427"/>
                      <a:pt x="699" y="427"/>
                      <a:pt x="735" y="427"/>
                    </a:cubicBezTo>
                    <a:cubicBezTo>
                      <a:pt x="735" y="496"/>
                      <a:pt x="735" y="565"/>
                      <a:pt x="735" y="637"/>
                    </a:cubicBezTo>
                    <a:cubicBezTo>
                      <a:pt x="700" y="637"/>
                      <a:pt x="666" y="637"/>
                      <a:pt x="630" y="637"/>
                    </a:cubicBezTo>
                    <a:cubicBezTo>
                      <a:pt x="630" y="706"/>
                      <a:pt x="630" y="775"/>
                      <a:pt x="630" y="847"/>
                    </a:cubicBezTo>
                    <a:cubicBezTo>
                      <a:pt x="595" y="847"/>
                      <a:pt x="561" y="847"/>
                      <a:pt x="525" y="847"/>
                    </a:cubicBezTo>
                    <a:cubicBezTo>
                      <a:pt x="525" y="777"/>
                      <a:pt x="525" y="708"/>
                      <a:pt x="525" y="637"/>
                    </a:cubicBezTo>
                    <a:cubicBezTo>
                      <a:pt x="490" y="637"/>
                      <a:pt x="456" y="637"/>
                      <a:pt x="420" y="637"/>
                    </a:cubicBezTo>
                    <a:cubicBezTo>
                      <a:pt x="420" y="567"/>
                      <a:pt x="420" y="498"/>
                      <a:pt x="420" y="427"/>
                    </a:cubicBezTo>
                    <a:cubicBezTo>
                      <a:pt x="385" y="427"/>
                      <a:pt x="351" y="427"/>
                      <a:pt x="315" y="427"/>
                    </a:cubicBezTo>
                    <a:cubicBezTo>
                      <a:pt x="315" y="392"/>
                      <a:pt x="315" y="357"/>
                      <a:pt x="315" y="322"/>
                    </a:cubicBezTo>
                    <a:cubicBezTo>
                      <a:pt x="297" y="320"/>
                      <a:pt x="278" y="318"/>
                      <a:pt x="259" y="316"/>
                    </a:cubicBezTo>
                    <a:cubicBezTo>
                      <a:pt x="67" y="288"/>
                      <a:pt x="67" y="288"/>
                      <a:pt x="23" y="231"/>
                    </a:cubicBezTo>
                    <a:cubicBezTo>
                      <a:pt x="10" y="187"/>
                      <a:pt x="10" y="187"/>
                      <a:pt x="0" y="112"/>
                    </a:cubicBezTo>
                    <a:cubicBezTo>
                      <a:pt x="35" y="112"/>
                      <a:pt x="69" y="112"/>
                      <a:pt x="105" y="112"/>
                    </a:cubicBezTo>
                    <a:cubicBezTo>
                      <a:pt x="105" y="77"/>
                      <a:pt x="105" y="42"/>
                      <a:pt x="105" y="7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203" name="ICON_TOOL_CODE_path_017"/>
              <p:cNvSpPr/>
              <p:nvPr/>
            </p:nvSpPr>
            <p:spPr>
              <a:xfrm>
                <a:off x="5382641" y="4880451"/>
                <a:ext cx="10668" cy="10668"/>
              </a:xfrm>
              <a:custGeom>
                <a:avLst/>
                <a:gdLst/>
                <a:ahLst/>
                <a:cxnLst/>
                <a:rect l="0" t="0" r="r" b="b"/>
                <a:pathLst>
                  <a:path w="840" h="840" fill="norm" stroke="0">
                    <a:moveTo>
                      <a:pt x="630" y="0"/>
                    </a:moveTo>
                    <a:cubicBezTo>
                      <a:pt x="665" y="0"/>
                      <a:pt x="699" y="0"/>
                      <a:pt x="735" y="0"/>
                    </a:cubicBezTo>
                    <a:cubicBezTo>
                      <a:pt x="735" y="35"/>
                      <a:pt x="735" y="69"/>
                      <a:pt x="735" y="105"/>
                    </a:cubicBezTo>
                    <a:cubicBezTo>
                      <a:pt x="770" y="105"/>
                      <a:pt x="804" y="105"/>
                      <a:pt x="840" y="105"/>
                    </a:cubicBezTo>
                    <a:cubicBezTo>
                      <a:pt x="840" y="140"/>
                      <a:pt x="840" y="174"/>
                      <a:pt x="840" y="210"/>
                    </a:cubicBezTo>
                    <a:cubicBezTo>
                      <a:pt x="805" y="210"/>
                      <a:pt x="771" y="210"/>
                      <a:pt x="735" y="210"/>
                    </a:cubicBezTo>
                    <a:cubicBezTo>
                      <a:pt x="735" y="245"/>
                      <a:pt x="735" y="279"/>
                      <a:pt x="735" y="315"/>
                    </a:cubicBezTo>
                    <a:cubicBezTo>
                      <a:pt x="700" y="315"/>
                      <a:pt x="666" y="315"/>
                      <a:pt x="630" y="315"/>
                    </a:cubicBezTo>
                    <a:cubicBezTo>
                      <a:pt x="630" y="350"/>
                      <a:pt x="630" y="384"/>
                      <a:pt x="630" y="420"/>
                    </a:cubicBezTo>
                    <a:cubicBezTo>
                      <a:pt x="595" y="420"/>
                      <a:pt x="561" y="420"/>
                      <a:pt x="525" y="420"/>
                    </a:cubicBezTo>
                    <a:cubicBezTo>
                      <a:pt x="525" y="489"/>
                      <a:pt x="525" y="559"/>
                      <a:pt x="525" y="630"/>
                    </a:cubicBezTo>
                    <a:cubicBezTo>
                      <a:pt x="456" y="630"/>
                      <a:pt x="386" y="630"/>
                      <a:pt x="315" y="630"/>
                    </a:cubicBezTo>
                    <a:cubicBezTo>
                      <a:pt x="315" y="699"/>
                      <a:pt x="315" y="769"/>
                      <a:pt x="315" y="840"/>
                    </a:cubicBezTo>
                    <a:cubicBezTo>
                      <a:pt x="246" y="840"/>
                      <a:pt x="176" y="840"/>
                      <a:pt x="105" y="840"/>
                    </a:cubicBezTo>
                    <a:cubicBezTo>
                      <a:pt x="122" y="805"/>
                      <a:pt x="140" y="771"/>
                      <a:pt x="157" y="735"/>
                    </a:cubicBezTo>
                    <a:cubicBezTo>
                      <a:pt x="192" y="752"/>
                      <a:pt x="227" y="770"/>
                      <a:pt x="262" y="788"/>
                    </a:cubicBezTo>
                    <a:cubicBezTo>
                      <a:pt x="228" y="736"/>
                      <a:pt x="193" y="684"/>
                      <a:pt x="157" y="630"/>
                    </a:cubicBezTo>
                    <a:cubicBezTo>
                      <a:pt x="132" y="647"/>
                      <a:pt x="132" y="647"/>
                      <a:pt x="0" y="735"/>
                    </a:cubicBezTo>
                    <a:cubicBezTo>
                      <a:pt x="15" y="700"/>
                      <a:pt x="30" y="665"/>
                      <a:pt x="46" y="630"/>
                    </a:cubicBezTo>
                    <a:cubicBezTo>
                      <a:pt x="54" y="611"/>
                      <a:pt x="63" y="591"/>
                      <a:pt x="72" y="571"/>
                    </a:cubicBezTo>
                    <a:cubicBezTo>
                      <a:pt x="83" y="556"/>
                      <a:pt x="94" y="541"/>
                      <a:pt x="105" y="525"/>
                    </a:cubicBezTo>
                    <a:cubicBezTo>
                      <a:pt x="161" y="518"/>
                      <a:pt x="161" y="518"/>
                      <a:pt x="210" y="525"/>
                    </a:cubicBezTo>
                    <a:cubicBezTo>
                      <a:pt x="210" y="490"/>
                      <a:pt x="210" y="456"/>
                      <a:pt x="210" y="420"/>
                    </a:cubicBezTo>
                    <a:cubicBezTo>
                      <a:pt x="245" y="420"/>
                      <a:pt x="279" y="420"/>
                      <a:pt x="315" y="420"/>
                    </a:cubicBezTo>
                    <a:cubicBezTo>
                      <a:pt x="315" y="385"/>
                      <a:pt x="315" y="351"/>
                      <a:pt x="315" y="315"/>
                    </a:cubicBezTo>
                    <a:cubicBezTo>
                      <a:pt x="350" y="315"/>
                      <a:pt x="384" y="315"/>
                      <a:pt x="420" y="315"/>
                    </a:cubicBezTo>
                    <a:cubicBezTo>
                      <a:pt x="420" y="280"/>
                      <a:pt x="420" y="246"/>
                      <a:pt x="420" y="210"/>
                    </a:cubicBezTo>
                    <a:cubicBezTo>
                      <a:pt x="455" y="210"/>
                      <a:pt x="489" y="210"/>
                      <a:pt x="525" y="210"/>
                    </a:cubicBezTo>
                    <a:cubicBezTo>
                      <a:pt x="525" y="175"/>
                      <a:pt x="525" y="141"/>
                      <a:pt x="525" y="105"/>
                    </a:cubicBezTo>
                    <a:cubicBezTo>
                      <a:pt x="560" y="105"/>
                      <a:pt x="594" y="105"/>
                      <a:pt x="630" y="105"/>
                    </a:cubicBezTo>
                    <a:cubicBezTo>
                      <a:pt x="630" y="70"/>
                      <a:pt x="630" y="36"/>
                      <a:pt x="63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204" name="ICON_TOOL_CODE_path_018"/>
              <p:cNvSpPr/>
              <p:nvPr/>
            </p:nvSpPr>
            <p:spPr>
              <a:xfrm>
                <a:off x="5135415" y="4849697"/>
                <a:ext cx="9863" cy="14752"/>
              </a:xfrm>
              <a:custGeom>
                <a:avLst/>
                <a:gdLst/>
                <a:ahLst/>
                <a:cxnLst/>
                <a:rect l="0" t="0" r="r" b="b"/>
                <a:pathLst>
                  <a:path w="777" h="1162" fill="norm" stroke="0">
                    <a:moveTo>
                      <a:pt x="206" y="0"/>
                    </a:moveTo>
                    <a:cubicBezTo>
                      <a:pt x="221" y="2"/>
                      <a:pt x="236" y="4"/>
                      <a:pt x="252" y="7"/>
                    </a:cubicBezTo>
                    <a:cubicBezTo>
                      <a:pt x="252" y="41"/>
                      <a:pt x="252" y="76"/>
                      <a:pt x="252" y="112"/>
                    </a:cubicBezTo>
                    <a:cubicBezTo>
                      <a:pt x="286" y="112"/>
                      <a:pt x="321" y="112"/>
                      <a:pt x="357" y="112"/>
                    </a:cubicBezTo>
                    <a:cubicBezTo>
                      <a:pt x="357" y="216"/>
                      <a:pt x="357" y="319"/>
                      <a:pt x="357" y="427"/>
                    </a:cubicBezTo>
                    <a:cubicBezTo>
                      <a:pt x="322" y="427"/>
                      <a:pt x="287" y="427"/>
                      <a:pt x="252" y="427"/>
                    </a:cubicBezTo>
                    <a:cubicBezTo>
                      <a:pt x="266" y="469"/>
                      <a:pt x="282" y="512"/>
                      <a:pt x="298" y="555"/>
                    </a:cubicBezTo>
                    <a:cubicBezTo>
                      <a:pt x="306" y="578"/>
                      <a:pt x="315" y="602"/>
                      <a:pt x="323" y="627"/>
                    </a:cubicBezTo>
                    <a:cubicBezTo>
                      <a:pt x="362" y="699"/>
                      <a:pt x="389" y="710"/>
                      <a:pt x="462" y="742"/>
                    </a:cubicBezTo>
                    <a:cubicBezTo>
                      <a:pt x="468" y="797"/>
                      <a:pt x="468" y="797"/>
                      <a:pt x="462" y="847"/>
                    </a:cubicBezTo>
                    <a:cubicBezTo>
                      <a:pt x="496" y="847"/>
                      <a:pt x="531" y="847"/>
                      <a:pt x="567" y="847"/>
                    </a:cubicBezTo>
                    <a:cubicBezTo>
                      <a:pt x="567" y="881"/>
                      <a:pt x="567" y="916"/>
                      <a:pt x="567" y="952"/>
                    </a:cubicBezTo>
                    <a:cubicBezTo>
                      <a:pt x="583" y="949"/>
                      <a:pt x="599" y="947"/>
                      <a:pt x="615" y="945"/>
                    </a:cubicBezTo>
                    <a:cubicBezTo>
                      <a:pt x="634" y="947"/>
                      <a:pt x="652" y="949"/>
                      <a:pt x="672" y="952"/>
                    </a:cubicBezTo>
                    <a:cubicBezTo>
                      <a:pt x="718" y="1016"/>
                      <a:pt x="745" y="1089"/>
                      <a:pt x="777" y="1162"/>
                    </a:cubicBezTo>
                    <a:cubicBezTo>
                      <a:pt x="581" y="1084"/>
                      <a:pt x="439" y="958"/>
                      <a:pt x="291" y="814"/>
                    </a:cubicBezTo>
                    <a:cubicBezTo>
                      <a:pt x="279" y="802"/>
                      <a:pt x="267" y="791"/>
                      <a:pt x="255" y="779"/>
                    </a:cubicBezTo>
                    <a:cubicBezTo>
                      <a:pt x="13" y="539"/>
                      <a:pt x="13" y="539"/>
                      <a:pt x="0" y="350"/>
                    </a:cubicBezTo>
                    <a:cubicBezTo>
                      <a:pt x="5" y="234"/>
                      <a:pt x="11" y="136"/>
                      <a:pt x="93" y="48"/>
                    </a:cubicBezTo>
                    <a:cubicBezTo>
                      <a:pt x="147" y="7"/>
                      <a:pt x="147" y="7"/>
                      <a:pt x="20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205" name="ICON_TOOL_CODE_path_019"/>
              <p:cNvSpPr/>
              <p:nvPr/>
            </p:nvSpPr>
            <p:spPr>
              <a:xfrm>
                <a:off x="5134610" y="4903121"/>
                <a:ext cx="9335" cy="9335"/>
              </a:xfrm>
              <a:custGeom>
                <a:avLst/>
                <a:gdLst/>
                <a:ahLst/>
                <a:cxnLst/>
                <a:rect l="0" t="0" r="r" b="b"/>
                <a:pathLst>
                  <a:path w="735" h="735" fill="norm" stroke="0">
                    <a:moveTo>
                      <a:pt x="105" y="0"/>
                    </a:moveTo>
                    <a:cubicBezTo>
                      <a:pt x="140" y="15"/>
                      <a:pt x="175" y="30"/>
                      <a:pt x="210" y="46"/>
                    </a:cubicBezTo>
                    <a:cubicBezTo>
                      <a:pt x="229" y="54"/>
                      <a:pt x="249" y="63"/>
                      <a:pt x="269" y="72"/>
                    </a:cubicBezTo>
                    <a:cubicBezTo>
                      <a:pt x="284" y="83"/>
                      <a:pt x="299" y="94"/>
                      <a:pt x="315" y="105"/>
                    </a:cubicBezTo>
                    <a:cubicBezTo>
                      <a:pt x="322" y="161"/>
                      <a:pt x="322" y="161"/>
                      <a:pt x="315" y="210"/>
                    </a:cubicBezTo>
                    <a:cubicBezTo>
                      <a:pt x="350" y="210"/>
                      <a:pt x="384" y="210"/>
                      <a:pt x="420" y="210"/>
                    </a:cubicBezTo>
                    <a:cubicBezTo>
                      <a:pt x="420" y="245"/>
                      <a:pt x="420" y="279"/>
                      <a:pt x="420" y="315"/>
                    </a:cubicBezTo>
                    <a:cubicBezTo>
                      <a:pt x="455" y="315"/>
                      <a:pt x="489" y="315"/>
                      <a:pt x="525" y="315"/>
                    </a:cubicBezTo>
                    <a:cubicBezTo>
                      <a:pt x="525" y="350"/>
                      <a:pt x="525" y="384"/>
                      <a:pt x="525" y="420"/>
                    </a:cubicBezTo>
                    <a:cubicBezTo>
                      <a:pt x="560" y="420"/>
                      <a:pt x="594" y="420"/>
                      <a:pt x="630" y="420"/>
                    </a:cubicBezTo>
                    <a:cubicBezTo>
                      <a:pt x="630" y="455"/>
                      <a:pt x="630" y="489"/>
                      <a:pt x="630" y="525"/>
                    </a:cubicBezTo>
                    <a:cubicBezTo>
                      <a:pt x="665" y="525"/>
                      <a:pt x="699" y="525"/>
                      <a:pt x="735" y="525"/>
                    </a:cubicBezTo>
                    <a:cubicBezTo>
                      <a:pt x="735" y="560"/>
                      <a:pt x="735" y="594"/>
                      <a:pt x="735" y="630"/>
                    </a:cubicBezTo>
                    <a:cubicBezTo>
                      <a:pt x="700" y="630"/>
                      <a:pt x="666" y="630"/>
                      <a:pt x="630" y="630"/>
                    </a:cubicBezTo>
                    <a:cubicBezTo>
                      <a:pt x="630" y="665"/>
                      <a:pt x="630" y="699"/>
                      <a:pt x="630" y="735"/>
                    </a:cubicBezTo>
                    <a:cubicBezTo>
                      <a:pt x="595" y="735"/>
                      <a:pt x="561" y="735"/>
                      <a:pt x="525" y="735"/>
                    </a:cubicBezTo>
                    <a:cubicBezTo>
                      <a:pt x="525" y="700"/>
                      <a:pt x="525" y="666"/>
                      <a:pt x="525" y="630"/>
                    </a:cubicBezTo>
                    <a:cubicBezTo>
                      <a:pt x="490" y="630"/>
                      <a:pt x="456" y="630"/>
                      <a:pt x="420" y="630"/>
                    </a:cubicBezTo>
                    <a:cubicBezTo>
                      <a:pt x="420" y="595"/>
                      <a:pt x="420" y="561"/>
                      <a:pt x="420" y="525"/>
                    </a:cubicBezTo>
                    <a:cubicBezTo>
                      <a:pt x="385" y="525"/>
                      <a:pt x="351" y="525"/>
                      <a:pt x="315" y="525"/>
                    </a:cubicBezTo>
                    <a:cubicBezTo>
                      <a:pt x="315" y="490"/>
                      <a:pt x="315" y="456"/>
                      <a:pt x="315" y="420"/>
                    </a:cubicBezTo>
                    <a:cubicBezTo>
                      <a:pt x="246" y="420"/>
                      <a:pt x="176" y="420"/>
                      <a:pt x="105" y="420"/>
                    </a:cubicBezTo>
                    <a:cubicBezTo>
                      <a:pt x="105" y="351"/>
                      <a:pt x="105" y="281"/>
                      <a:pt x="105" y="210"/>
                    </a:cubicBezTo>
                    <a:cubicBezTo>
                      <a:pt x="70" y="210"/>
                      <a:pt x="36" y="210"/>
                      <a:pt x="0" y="210"/>
                    </a:cubicBezTo>
                    <a:cubicBezTo>
                      <a:pt x="0" y="175"/>
                      <a:pt x="0" y="141"/>
                      <a:pt x="0" y="105"/>
                    </a:cubicBezTo>
                    <a:cubicBezTo>
                      <a:pt x="35" y="105"/>
                      <a:pt x="69" y="105"/>
                      <a:pt x="105" y="105"/>
                    </a:cubicBezTo>
                    <a:cubicBezTo>
                      <a:pt x="105" y="70"/>
                      <a:pt x="105" y="36"/>
                      <a:pt x="10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206" name="ICON_TOOL_CODE_path_020"/>
              <p:cNvSpPr/>
              <p:nvPr/>
            </p:nvSpPr>
            <p:spPr>
              <a:xfrm>
                <a:off x="5411978" y="4851114"/>
                <a:ext cx="6667" cy="8001"/>
              </a:xfrm>
              <a:custGeom>
                <a:avLst/>
                <a:gdLst/>
                <a:ahLst/>
                <a:cxnLst/>
                <a:rect l="0" t="0" r="r" b="b"/>
                <a:pathLst>
                  <a:path w="525" h="630" fill="norm" stroke="0">
                    <a:moveTo>
                      <a:pt x="210" y="0"/>
                    </a:moveTo>
                    <a:cubicBezTo>
                      <a:pt x="245" y="0"/>
                      <a:pt x="279" y="0"/>
                      <a:pt x="315" y="0"/>
                    </a:cubicBezTo>
                    <a:cubicBezTo>
                      <a:pt x="315" y="35"/>
                      <a:pt x="315" y="69"/>
                      <a:pt x="315" y="105"/>
                    </a:cubicBezTo>
                    <a:cubicBezTo>
                      <a:pt x="384" y="105"/>
                      <a:pt x="454" y="105"/>
                      <a:pt x="525" y="105"/>
                    </a:cubicBezTo>
                    <a:cubicBezTo>
                      <a:pt x="525" y="174"/>
                      <a:pt x="525" y="244"/>
                      <a:pt x="525" y="315"/>
                    </a:cubicBezTo>
                    <a:cubicBezTo>
                      <a:pt x="490" y="315"/>
                      <a:pt x="456" y="315"/>
                      <a:pt x="420" y="315"/>
                    </a:cubicBezTo>
                    <a:cubicBezTo>
                      <a:pt x="420" y="350"/>
                      <a:pt x="420" y="384"/>
                      <a:pt x="420" y="420"/>
                    </a:cubicBezTo>
                    <a:cubicBezTo>
                      <a:pt x="385" y="420"/>
                      <a:pt x="351" y="420"/>
                      <a:pt x="315" y="420"/>
                    </a:cubicBezTo>
                    <a:cubicBezTo>
                      <a:pt x="315" y="489"/>
                      <a:pt x="315" y="559"/>
                      <a:pt x="315" y="630"/>
                    </a:cubicBezTo>
                    <a:cubicBezTo>
                      <a:pt x="211" y="630"/>
                      <a:pt x="107" y="630"/>
                      <a:pt x="0" y="630"/>
                    </a:cubicBezTo>
                    <a:cubicBezTo>
                      <a:pt x="0" y="561"/>
                      <a:pt x="0" y="491"/>
                      <a:pt x="0" y="420"/>
                    </a:cubicBezTo>
                    <a:cubicBezTo>
                      <a:pt x="35" y="420"/>
                      <a:pt x="69" y="420"/>
                      <a:pt x="105" y="420"/>
                    </a:cubicBezTo>
                    <a:cubicBezTo>
                      <a:pt x="105" y="316"/>
                      <a:pt x="105" y="212"/>
                      <a:pt x="105" y="105"/>
                    </a:cubicBezTo>
                    <a:cubicBezTo>
                      <a:pt x="140" y="105"/>
                      <a:pt x="174" y="105"/>
                      <a:pt x="210" y="105"/>
                    </a:cubicBezTo>
                    <a:cubicBezTo>
                      <a:pt x="210" y="70"/>
                      <a:pt x="210" y="36"/>
                      <a:pt x="21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  <p:sp>
            <p:nvSpPr>
              <p:cNvPr id="1207" name="ICON_TOOL_CODE_path_021"/>
              <p:cNvSpPr/>
              <p:nvPr/>
            </p:nvSpPr>
            <p:spPr>
              <a:xfrm>
                <a:off x="5146612" y="4915122"/>
                <a:ext cx="8084" cy="8001"/>
              </a:xfrm>
              <a:custGeom>
                <a:avLst/>
                <a:gdLst/>
                <a:ahLst/>
                <a:cxnLst/>
                <a:rect l="0" t="0" r="r" b="b"/>
                <a:pathLst>
                  <a:path w="637" h="630" fill="norm" stroke="0">
                    <a:moveTo>
                      <a:pt x="105" y="0"/>
                    </a:moveTo>
                    <a:cubicBezTo>
                      <a:pt x="140" y="15"/>
                      <a:pt x="175" y="30"/>
                      <a:pt x="210" y="46"/>
                    </a:cubicBezTo>
                    <a:cubicBezTo>
                      <a:pt x="229" y="54"/>
                      <a:pt x="249" y="63"/>
                      <a:pt x="269" y="72"/>
                    </a:cubicBezTo>
                    <a:cubicBezTo>
                      <a:pt x="284" y="83"/>
                      <a:pt x="299" y="94"/>
                      <a:pt x="315" y="105"/>
                    </a:cubicBezTo>
                    <a:cubicBezTo>
                      <a:pt x="322" y="161"/>
                      <a:pt x="322" y="161"/>
                      <a:pt x="315" y="210"/>
                    </a:cubicBezTo>
                    <a:cubicBezTo>
                      <a:pt x="350" y="210"/>
                      <a:pt x="384" y="210"/>
                      <a:pt x="420" y="210"/>
                    </a:cubicBezTo>
                    <a:cubicBezTo>
                      <a:pt x="418" y="226"/>
                      <a:pt x="416" y="242"/>
                      <a:pt x="413" y="259"/>
                    </a:cubicBezTo>
                    <a:cubicBezTo>
                      <a:pt x="415" y="268"/>
                      <a:pt x="415" y="268"/>
                      <a:pt x="420" y="315"/>
                    </a:cubicBezTo>
                    <a:cubicBezTo>
                      <a:pt x="466" y="345"/>
                      <a:pt x="466" y="345"/>
                      <a:pt x="525" y="368"/>
                    </a:cubicBezTo>
                    <a:cubicBezTo>
                      <a:pt x="584" y="390"/>
                      <a:pt x="584" y="390"/>
                      <a:pt x="630" y="420"/>
                    </a:cubicBezTo>
                    <a:cubicBezTo>
                      <a:pt x="637" y="476"/>
                      <a:pt x="637" y="476"/>
                      <a:pt x="630" y="525"/>
                    </a:cubicBezTo>
                    <a:cubicBezTo>
                      <a:pt x="614" y="523"/>
                      <a:pt x="598" y="521"/>
                      <a:pt x="581" y="518"/>
                    </a:cubicBezTo>
                    <a:cubicBezTo>
                      <a:pt x="572" y="520"/>
                      <a:pt x="572" y="520"/>
                      <a:pt x="525" y="525"/>
                    </a:cubicBezTo>
                    <a:cubicBezTo>
                      <a:pt x="492" y="577"/>
                      <a:pt x="492" y="577"/>
                      <a:pt x="473" y="630"/>
                    </a:cubicBezTo>
                    <a:cubicBezTo>
                      <a:pt x="455" y="613"/>
                      <a:pt x="438" y="595"/>
                      <a:pt x="420" y="577"/>
                    </a:cubicBezTo>
                    <a:cubicBezTo>
                      <a:pt x="403" y="586"/>
                      <a:pt x="403" y="586"/>
                      <a:pt x="315" y="630"/>
                    </a:cubicBezTo>
                    <a:cubicBezTo>
                      <a:pt x="315" y="595"/>
                      <a:pt x="315" y="561"/>
                      <a:pt x="315" y="525"/>
                    </a:cubicBezTo>
                    <a:cubicBezTo>
                      <a:pt x="280" y="525"/>
                      <a:pt x="246" y="525"/>
                      <a:pt x="210" y="525"/>
                    </a:cubicBezTo>
                    <a:cubicBezTo>
                      <a:pt x="210" y="490"/>
                      <a:pt x="210" y="456"/>
                      <a:pt x="210" y="420"/>
                    </a:cubicBezTo>
                    <a:cubicBezTo>
                      <a:pt x="175" y="420"/>
                      <a:pt x="141" y="420"/>
                      <a:pt x="105" y="420"/>
                    </a:cubicBezTo>
                    <a:cubicBezTo>
                      <a:pt x="105" y="351"/>
                      <a:pt x="105" y="281"/>
                      <a:pt x="105" y="210"/>
                    </a:cubicBezTo>
                    <a:cubicBezTo>
                      <a:pt x="70" y="210"/>
                      <a:pt x="36" y="210"/>
                      <a:pt x="0" y="210"/>
                    </a:cubicBezTo>
                    <a:cubicBezTo>
                      <a:pt x="0" y="175"/>
                      <a:pt x="0" y="141"/>
                      <a:pt x="0" y="105"/>
                    </a:cubicBezTo>
                    <a:cubicBezTo>
                      <a:pt x="35" y="105"/>
                      <a:pt x="69" y="105"/>
                      <a:pt x="105" y="105"/>
                    </a:cubicBezTo>
                    <a:cubicBezTo>
                      <a:pt x="105" y="70"/>
                      <a:pt x="105" y="36"/>
                      <a:pt x="10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67" cap="flat">
                <a:noFill/>
              </a:ln>
            </p:spPr>
          </p:sp>
        </p:grpSp>
        <p:grpSp>
          <p:nvGrpSpPr>
            <p:cNvPr id="1208" name="ICON_TOOL_MODELS"/>
            <p:cNvGrpSpPr/>
            <p:nvPr/>
          </p:nvGrpSpPr>
          <p:grpSpPr>
            <a:xfrm>
              <a:off x="5087938" y="5048250"/>
              <a:ext cx="325438" cy="317500"/>
              <a:chOff x="5087938" y="5048250"/>
              <a:chExt cx="325438" cy="317500"/>
            </a:xfrm>
          </p:grpSpPr>
          <p:sp>
            <p:nvSpPr>
              <p:cNvPr id="1209" name="ICON_TOOL_MODELS_path_001"/>
              <p:cNvSpPr/>
              <p:nvPr/>
            </p:nvSpPr>
            <p:spPr>
              <a:xfrm>
                <a:off x="5095334" y="5061293"/>
                <a:ext cx="309166" cy="288456"/>
              </a:xfrm>
              <a:custGeom>
                <a:avLst/>
                <a:gdLst/>
                <a:ahLst/>
                <a:cxnLst/>
                <a:rect l="0" t="0" r="r" b="b"/>
                <a:pathLst>
                  <a:path w="24344" h="22713" fill="norm" stroke="0">
                    <a:moveTo>
                      <a:pt x="9202" y="0"/>
                    </a:moveTo>
                    <a:cubicBezTo>
                      <a:pt x="9625" y="0"/>
                      <a:pt x="10047" y="0"/>
                      <a:pt x="10483" y="0"/>
                    </a:cubicBezTo>
                    <a:cubicBezTo>
                      <a:pt x="10483" y="38"/>
                      <a:pt x="10483" y="77"/>
                      <a:pt x="10483" y="116"/>
                    </a:cubicBezTo>
                    <a:cubicBezTo>
                      <a:pt x="10598" y="116"/>
                      <a:pt x="10714" y="116"/>
                      <a:pt x="10832" y="116"/>
                    </a:cubicBezTo>
                    <a:cubicBezTo>
                      <a:pt x="10832" y="155"/>
                      <a:pt x="10832" y="193"/>
                      <a:pt x="10832" y="233"/>
                    </a:cubicBezTo>
                    <a:cubicBezTo>
                      <a:pt x="10909" y="233"/>
                      <a:pt x="10986" y="233"/>
                      <a:pt x="11065" y="233"/>
                    </a:cubicBezTo>
                    <a:cubicBezTo>
                      <a:pt x="11065" y="271"/>
                      <a:pt x="11065" y="310"/>
                      <a:pt x="11065" y="349"/>
                    </a:cubicBezTo>
                    <a:cubicBezTo>
                      <a:pt x="11142" y="349"/>
                      <a:pt x="11219" y="349"/>
                      <a:pt x="11298" y="349"/>
                    </a:cubicBezTo>
                    <a:cubicBezTo>
                      <a:pt x="11298" y="388"/>
                      <a:pt x="11298" y="426"/>
                      <a:pt x="11298" y="466"/>
                    </a:cubicBezTo>
                    <a:cubicBezTo>
                      <a:pt x="11315" y="464"/>
                      <a:pt x="11332" y="461"/>
                      <a:pt x="11349" y="459"/>
                    </a:cubicBezTo>
                    <a:cubicBezTo>
                      <a:pt x="11438" y="468"/>
                      <a:pt x="11479" y="513"/>
                      <a:pt x="11539" y="575"/>
                    </a:cubicBezTo>
                    <a:cubicBezTo>
                      <a:pt x="11549" y="585"/>
                      <a:pt x="11560" y="595"/>
                      <a:pt x="11571" y="606"/>
                    </a:cubicBezTo>
                    <a:cubicBezTo>
                      <a:pt x="11647" y="683"/>
                      <a:pt x="11648" y="699"/>
                      <a:pt x="11648" y="815"/>
                    </a:cubicBezTo>
                    <a:cubicBezTo>
                      <a:pt x="11725" y="815"/>
                      <a:pt x="11801" y="815"/>
                      <a:pt x="11881" y="815"/>
                    </a:cubicBezTo>
                    <a:cubicBezTo>
                      <a:pt x="11881" y="854"/>
                      <a:pt x="11881" y="892"/>
                      <a:pt x="11881" y="932"/>
                    </a:cubicBezTo>
                    <a:cubicBezTo>
                      <a:pt x="11919" y="932"/>
                      <a:pt x="11958" y="932"/>
                      <a:pt x="11997" y="932"/>
                    </a:cubicBezTo>
                    <a:cubicBezTo>
                      <a:pt x="11997" y="1009"/>
                      <a:pt x="11997" y="1086"/>
                      <a:pt x="11997" y="1165"/>
                    </a:cubicBezTo>
                    <a:cubicBezTo>
                      <a:pt x="12036" y="1165"/>
                      <a:pt x="12074" y="1165"/>
                      <a:pt x="12114" y="1165"/>
                    </a:cubicBezTo>
                    <a:cubicBezTo>
                      <a:pt x="12114" y="1203"/>
                      <a:pt x="12114" y="1242"/>
                      <a:pt x="12114" y="1281"/>
                    </a:cubicBezTo>
                    <a:cubicBezTo>
                      <a:pt x="12191" y="1281"/>
                      <a:pt x="12267" y="1281"/>
                      <a:pt x="12347" y="1281"/>
                    </a:cubicBezTo>
                    <a:cubicBezTo>
                      <a:pt x="12347" y="1204"/>
                      <a:pt x="12347" y="1127"/>
                      <a:pt x="12347" y="1048"/>
                    </a:cubicBezTo>
                    <a:cubicBezTo>
                      <a:pt x="12385" y="1048"/>
                      <a:pt x="12423" y="1048"/>
                      <a:pt x="12463" y="1048"/>
                    </a:cubicBezTo>
                    <a:cubicBezTo>
                      <a:pt x="12462" y="1040"/>
                      <a:pt x="12462" y="1040"/>
                      <a:pt x="12458" y="995"/>
                    </a:cubicBezTo>
                    <a:cubicBezTo>
                      <a:pt x="12463" y="932"/>
                      <a:pt x="12463" y="932"/>
                      <a:pt x="12500" y="888"/>
                    </a:cubicBezTo>
                    <a:cubicBezTo>
                      <a:pt x="12516" y="875"/>
                      <a:pt x="12533" y="862"/>
                      <a:pt x="12550" y="848"/>
                    </a:cubicBezTo>
                    <a:cubicBezTo>
                      <a:pt x="12568" y="833"/>
                      <a:pt x="12586" y="818"/>
                      <a:pt x="12605" y="803"/>
                    </a:cubicBezTo>
                    <a:cubicBezTo>
                      <a:pt x="12624" y="788"/>
                      <a:pt x="12643" y="773"/>
                      <a:pt x="12663" y="757"/>
                    </a:cubicBezTo>
                    <a:cubicBezTo>
                      <a:pt x="12701" y="727"/>
                      <a:pt x="12738" y="697"/>
                      <a:pt x="12776" y="666"/>
                    </a:cubicBezTo>
                    <a:cubicBezTo>
                      <a:pt x="12793" y="653"/>
                      <a:pt x="12809" y="640"/>
                      <a:pt x="12827" y="626"/>
                    </a:cubicBezTo>
                    <a:cubicBezTo>
                      <a:pt x="12876" y="577"/>
                      <a:pt x="12898" y="528"/>
                      <a:pt x="12929" y="466"/>
                    </a:cubicBezTo>
                    <a:cubicBezTo>
                      <a:pt x="12986" y="455"/>
                      <a:pt x="12986" y="455"/>
                      <a:pt x="13049" y="459"/>
                    </a:cubicBezTo>
                    <a:cubicBezTo>
                      <a:pt x="13070" y="460"/>
                      <a:pt x="13091" y="461"/>
                      <a:pt x="13113" y="462"/>
                    </a:cubicBezTo>
                    <a:cubicBezTo>
                      <a:pt x="13129" y="463"/>
                      <a:pt x="13145" y="465"/>
                      <a:pt x="13162" y="466"/>
                    </a:cubicBezTo>
                    <a:cubicBezTo>
                      <a:pt x="13162" y="427"/>
                      <a:pt x="13162" y="389"/>
                      <a:pt x="13162" y="349"/>
                    </a:cubicBezTo>
                    <a:cubicBezTo>
                      <a:pt x="13239" y="349"/>
                      <a:pt x="13316" y="349"/>
                      <a:pt x="13395" y="349"/>
                    </a:cubicBezTo>
                    <a:cubicBezTo>
                      <a:pt x="13395" y="311"/>
                      <a:pt x="13395" y="273"/>
                      <a:pt x="13395" y="233"/>
                    </a:cubicBezTo>
                    <a:cubicBezTo>
                      <a:pt x="13472" y="233"/>
                      <a:pt x="13549" y="233"/>
                      <a:pt x="13628" y="233"/>
                    </a:cubicBezTo>
                    <a:cubicBezTo>
                      <a:pt x="13628" y="195"/>
                      <a:pt x="13628" y="156"/>
                      <a:pt x="13628" y="116"/>
                    </a:cubicBezTo>
                    <a:cubicBezTo>
                      <a:pt x="13743" y="116"/>
                      <a:pt x="13858" y="116"/>
                      <a:pt x="13977" y="116"/>
                    </a:cubicBezTo>
                    <a:cubicBezTo>
                      <a:pt x="13977" y="78"/>
                      <a:pt x="13977" y="40"/>
                      <a:pt x="13977" y="0"/>
                    </a:cubicBezTo>
                    <a:cubicBezTo>
                      <a:pt x="14362" y="0"/>
                      <a:pt x="14746" y="0"/>
                      <a:pt x="15142" y="0"/>
                    </a:cubicBezTo>
                    <a:cubicBezTo>
                      <a:pt x="15142" y="38"/>
                      <a:pt x="15142" y="77"/>
                      <a:pt x="15142" y="116"/>
                    </a:cubicBezTo>
                    <a:cubicBezTo>
                      <a:pt x="15296" y="116"/>
                      <a:pt x="15450" y="116"/>
                      <a:pt x="15608" y="116"/>
                    </a:cubicBezTo>
                    <a:cubicBezTo>
                      <a:pt x="15608" y="155"/>
                      <a:pt x="15608" y="193"/>
                      <a:pt x="15608" y="233"/>
                    </a:cubicBezTo>
                    <a:cubicBezTo>
                      <a:pt x="15723" y="233"/>
                      <a:pt x="15839" y="233"/>
                      <a:pt x="15957" y="233"/>
                    </a:cubicBezTo>
                    <a:cubicBezTo>
                      <a:pt x="15957" y="271"/>
                      <a:pt x="15957" y="310"/>
                      <a:pt x="15957" y="349"/>
                    </a:cubicBezTo>
                    <a:cubicBezTo>
                      <a:pt x="15966" y="348"/>
                      <a:pt x="15966" y="348"/>
                      <a:pt x="16008" y="338"/>
                    </a:cubicBezTo>
                    <a:cubicBezTo>
                      <a:pt x="16030" y="342"/>
                      <a:pt x="16052" y="346"/>
                      <a:pt x="16074" y="349"/>
                    </a:cubicBezTo>
                    <a:cubicBezTo>
                      <a:pt x="16099" y="386"/>
                      <a:pt x="16099" y="386"/>
                      <a:pt x="16125" y="433"/>
                    </a:cubicBezTo>
                    <a:cubicBezTo>
                      <a:pt x="16176" y="520"/>
                      <a:pt x="16176" y="520"/>
                      <a:pt x="16241" y="541"/>
                    </a:cubicBezTo>
                    <a:cubicBezTo>
                      <a:pt x="16261" y="544"/>
                      <a:pt x="16280" y="547"/>
                      <a:pt x="16300" y="550"/>
                    </a:cubicBezTo>
                    <a:cubicBezTo>
                      <a:pt x="16458" y="578"/>
                      <a:pt x="16566" y="687"/>
                      <a:pt x="16656" y="815"/>
                    </a:cubicBezTo>
                    <a:cubicBezTo>
                      <a:pt x="16663" y="881"/>
                      <a:pt x="16663" y="881"/>
                      <a:pt x="16656" y="932"/>
                    </a:cubicBezTo>
                    <a:cubicBezTo>
                      <a:pt x="16673" y="930"/>
                      <a:pt x="16690" y="927"/>
                      <a:pt x="16707" y="925"/>
                    </a:cubicBezTo>
                    <a:cubicBezTo>
                      <a:pt x="16796" y="934"/>
                      <a:pt x="16837" y="979"/>
                      <a:pt x="16896" y="1041"/>
                    </a:cubicBezTo>
                    <a:cubicBezTo>
                      <a:pt x="16902" y="1046"/>
                      <a:pt x="16902" y="1046"/>
                      <a:pt x="16929" y="1072"/>
                    </a:cubicBezTo>
                    <a:cubicBezTo>
                      <a:pt x="16980" y="1124"/>
                      <a:pt x="17005" y="1152"/>
                      <a:pt x="17009" y="1227"/>
                    </a:cubicBezTo>
                    <a:cubicBezTo>
                      <a:pt x="17008" y="1236"/>
                      <a:pt x="17008" y="1236"/>
                      <a:pt x="17006" y="1281"/>
                    </a:cubicBezTo>
                    <a:cubicBezTo>
                      <a:pt x="17032" y="1281"/>
                      <a:pt x="17058" y="1281"/>
                      <a:pt x="17085" y="1280"/>
                    </a:cubicBezTo>
                    <a:cubicBezTo>
                      <a:pt x="17182" y="1279"/>
                      <a:pt x="17279" y="1279"/>
                      <a:pt x="17376" y="1278"/>
                    </a:cubicBezTo>
                    <a:cubicBezTo>
                      <a:pt x="17418" y="1278"/>
                      <a:pt x="17460" y="1277"/>
                      <a:pt x="17502" y="1277"/>
                    </a:cubicBezTo>
                    <a:cubicBezTo>
                      <a:pt x="17562" y="1276"/>
                      <a:pt x="17622" y="1276"/>
                      <a:pt x="17682" y="1276"/>
                    </a:cubicBezTo>
                    <a:cubicBezTo>
                      <a:pt x="17701" y="1275"/>
                      <a:pt x="17720" y="1275"/>
                      <a:pt x="17739" y="1275"/>
                    </a:cubicBezTo>
                    <a:cubicBezTo>
                      <a:pt x="17786" y="1275"/>
                      <a:pt x="17833" y="1278"/>
                      <a:pt x="17879" y="1281"/>
                    </a:cubicBezTo>
                    <a:cubicBezTo>
                      <a:pt x="17898" y="1300"/>
                      <a:pt x="17918" y="1320"/>
                      <a:pt x="17938" y="1339"/>
                    </a:cubicBezTo>
                    <a:cubicBezTo>
                      <a:pt x="17987" y="1351"/>
                      <a:pt x="17987" y="1351"/>
                      <a:pt x="18045" y="1358"/>
                    </a:cubicBezTo>
                    <a:cubicBezTo>
                      <a:pt x="18066" y="1360"/>
                      <a:pt x="18087" y="1363"/>
                      <a:pt x="18108" y="1365"/>
                    </a:cubicBezTo>
                    <a:cubicBezTo>
                      <a:pt x="18130" y="1368"/>
                      <a:pt x="18152" y="1370"/>
                      <a:pt x="18174" y="1372"/>
                    </a:cubicBezTo>
                    <a:cubicBezTo>
                      <a:pt x="18196" y="1375"/>
                      <a:pt x="18218" y="1377"/>
                      <a:pt x="18241" y="1380"/>
                    </a:cubicBezTo>
                    <a:cubicBezTo>
                      <a:pt x="18295" y="1386"/>
                      <a:pt x="18349" y="1392"/>
                      <a:pt x="18403" y="1398"/>
                    </a:cubicBezTo>
                    <a:cubicBezTo>
                      <a:pt x="18403" y="1436"/>
                      <a:pt x="18403" y="1475"/>
                      <a:pt x="18403" y="1514"/>
                    </a:cubicBezTo>
                    <a:cubicBezTo>
                      <a:pt x="18519" y="1514"/>
                      <a:pt x="18634" y="1514"/>
                      <a:pt x="18753" y="1514"/>
                    </a:cubicBezTo>
                    <a:cubicBezTo>
                      <a:pt x="18753" y="1553"/>
                      <a:pt x="18753" y="1591"/>
                      <a:pt x="18753" y="1631"/>
                    </a:cubicBezTo>
                    <a:cubicBezTo>
                      <a:pt x="18830" y="1631"/>
                      <a:pt x="18907" y="1631"/>
                      <a:pt x="18986" y="1631"/>
                    </a:cubicBezTo>
                    <a:cubicBezTo>
                      <a:pt x="18986" y="1669"/>
                      <a:pt x="18986" y="1708"/>
                      <a:pt x="18986" y="1747"/>
                    </a:cubicBezTo>
                    <a:cubicBezTo>
                      <a:pt x="19003" y="1744"/>
                      <a:pt x="19019" y="1740"/>
                      <a:pt x="19037" y="1736"/>
                    </a:cubicBezTo>
                    <a:cubicBezTo>
                      <a:pt x="19058" y="1740"/>
                      <a:pt x="19080" y="1743"/>
                      <a:pt x="19102" y="1747"/>
                    </a:cubicBezTo>
                    <a:cubicBezTo>
                      <a:pt x="19128" y="1784"/>
                      <a:pt x="19128" y="1784"/>
                      <a:pt x="19153" y="1831"/>
                    </a:cubicBezTo>
                    <a:cubicBezTo>
                      <a:pt x="19190" y="1894"/>
                      <a:pt x="19209" y="1918"/>
                      <a:pt x="19278" y="1946"/>
                    </a:cubicBezTo>
                    <a:cubicBezTo>
                      <a:pt x="19336" y="1960"/>
                      <a:pt x="19393" y="1972"/>
                      <a:pt x="19452" y="1980"/>
                    </a:cubicBezTo>
                    <a:cubicBezTo>
                      <a:pt x="19452" y="2019"/>
                      <a:pt x="19452" y="2057"/>
                      <a:pt x="19452" y="2097"/>
                    </a:cubicBezTo>
                    <a:cubicBezTo>
                      <a:pt x="19469" y="2094"/>
                      <a:pt x="19485" y="2091"/>
                      <a:pt x="19503" y="2088"/>
                    </a:cubicBezTo>
                    <a:cubicBezTo>
                      <a:pt x="19568" y="2097"/>
                      <a:pt x="19568" y="2097"/>
                      <a:pt x="19626" y="2158"/>
                    </a:cubicBezTo>
                    <a:cubicBezTo>
                      <a:pt x="19646" y="2185"/>
                      <a:pt x="19666" y="2211"/>
                      <a:pt x="19685" y="2239"/>
                    </a:cubicBezTo>
                    <a:cubicBezTo>
                      <a:pt x="19755" y="2337"/>
                      <a:pt x="19805" y="2394"/>
                      <a:pt x="19918" y="2446"/>
                    </a:cubicBezTo>
                    <a:cubicBezTo>
                      <a:pt x="19925" y="2508"/>
                      <a:pt x="19925" y="2508"/>
                      <a:pt x="19918" y="2562"/>
                    </a:cubicBezTo>
                    <a:cubicBezTo>
                      <a:pt x="19956" y="2562"/>
                      <a:pt x="19994" y="2562"/>
                      <a:pt x="20034" y="2562"/>
                    </a:cubicBezTo>
                    <a:cubicBezTo>
                      <a:pt x="20034" y="2639"/>
                      <a:pt x="20034" y="2716"/>
                      <a:pt x="20034" y="2795"/>
                    </a:cubicBezTo>
                    <a:cubicBezTo>
                      <a:pt x="20073" y="2795"/>
                      <a:pt x="20111" y="2795"/>
                      <a:pt x="20151" y="2795"/>
                    </a:cubicBezTo>
                    <a:cubicBezTo>
                      <a:pt x="20151" y="2872"/>
                      <a:pt x="20151" y="2949"/>
                      <a:pt x="20151" y="3028"/>
                    </a:cubicBezTo>
                    <a:cubicBezTo>
                      <a:pt x="20189" y="3028"/>
                      <a:pt x="20227" y="3028"/>
                      <a:pt x="20267" y="3028"/>
                    </a:cubicBezTo>
                    <a:cubicBezTo>
                      <a:pt x="20267" y="3105"/>
                      <a:pt x="20267" y="3182"/>
                      <a:pt x="20267" y="3261"/>
                    </a:cubicBezTo>
                    <a:cubicBezTo>
                      <a:pt x="20305" y="3261"/>
                      <a:pt x="20344" y="3261"/>
                      <a:pt x="20384" y="3261"/>
                    </a:cubicBezTo>
                    <a:cubicBezTo>
                      <a:pt x="20384" y="3338"/>
                      <a:pt x="20384" y="3415"/>
                      <a:pt x="20384" y="3494"/>
                    </a:cubicBezTo>
                    <a:cubicBezTo>
                      <a:pt x="20422" y="3494"/>
                      <a:pt x="20460" y="3494"/>
                      <a:pt x="20500" y="3494"/>
                    </a:cubicBezTo>
                    <a:cubicBezTo>
                      <a:pt x="20500" y="3610"/>
                      <a:pt x="20500" y="3725"/>
                      <a:pt x="20500" y="3844"/>
                    </a:cubicBezTo>
                    <a:cubicBezTo>
                      <a:pt x="20538" y="3844"/>
                      <a:pt x="20577" y="3844"/>
                      <a:pt x="20616" y="3844"/>
                    </a:cubicBezTo>
                    <a:cubicBezTo>
                      <a:pt x="20616" y="4074"/>
                      <a:pt x="20616" y="4305"/>
                      <a:pt x="20616" y="4543"/>
                    </a:cubicBezTo>
                    <a:cubicBezTo>
                      <a:pt x="20655" y="4543"/>
                      <a:pt x="20693" y="4543"/>
                      <a:pt x="20733" y="4543"/>
                    </a:cubicBezTo>
                    <a:cubicBezTo>
                      <a:pt x="20733" y="4581"/>
                      <a:pt x="20733" y="4619"/>
                      <a:pt x="20733" y="4659"/>
                    </a:cubicBezTo>
                    <a:cubicBezTo>
                      <a:pt x="20810" y="4659"/>
                      <a:pt x="20887" y="4659"/>
                      <a:pt x="20966" y="4659"/>
                    </a:cubicBezTo>
                    <a:cubicBezTo>
                      <a:pt x="20966" y="4698"/>
                      <a:pt x="20966" y="4736"/>
                      <a:pt x="20966" y="4776"/>
                    </a:cubicBezTo>
                    <a:cubicBezTo>
                      <a:pt x="21043" y="4776"/>
                      <a:pt x="21120" y="4776"/>
                      <a:pt x="21199" y="4776"/>
                    </a:cubicBezTo>
                    <a:cubicBezTo>
                      <a:pt x="21199" y="4814"/>
                      <a:pt x="21199" y="4852"/>
                      <a:pt x="21199" y="4892"/>
                    </a:cubicBezTo>
                    <a:cubicBezTo>
                      <a:pt x="21216" y="4888"/>
                      <a:pt x="21232" y="4885"/>
                      <a:pt x="21250" y="4881"/>
                    </a:cubicBezTo>
                    <a:cubicBezTo>
                      <a:pt x="21271" y="4885"/>
                      <a:pt x="21293" y="4888"/>
                      <a:pt x="21315" y="4892"/>
                    </a:cubicBezTo>
                    <a:cubicBezTo>
                      <a:pt x="21341" y="4929"/>
                      <a:pt x="21341" y="4929"/>
                      <a:pt x="21366" y="4976"/>
                    </a:cubicBezTo>
                    <a:cubicBezTo>
                      <a:pt x="21417" y="5063"/>
                      <a:pt x="21417" y="5063"/>
                      <a:pt x="21483" y="5081"/>
                    </a:cubicBezTo>
                    <a:cubicBezTo>
                      <a:pt x="21492" y="5082"/>
                      <a:pt x="21492" y="5082"/>
                      <a:pt x="21541" y="5089"/>
                    </a:cubicBezTo>
                    <a:cubicBezTo>
                      <a:pt x="21692" y="5122"/>
                      <a:pt x="21756" y="5210"/>
                      <a:pt x="21847" y="5329"/>
                    </a:cubicBezTo>
                    <a:cubicBezTo>
                      <a:pt x="21876" y="5366"/>
                      <a:pt x="21905" y="5403"/>
                      <a:pt x="21935" y="5440"/>
                    </a:cubicBezTo>
                    <a:cubicBezTo>
                      <a:pt x="21947" y="5456"/>
                      <a:pt x="21960" y="5473"/>
                      <a:pt x="21973" y="5490"/>
                    </a:cubicBezTo>
                    <a:cubicBezTo>
                      <a:pt x="22014" y="5533"/>
                      <a:pt x="22014" y="5533"/>
                      <a:pt x="22077" y="5564"/>
                    </a:cubicBezTo>
                    <a:cubicBezTo>
                      <a:pt x="22095" y="5573"/>
                      <a:pt x="22112" y="5582"/>
                      <a:pt x="22131" y="5591"/>
                    </a:cubicBezTo>
                    <a:cubicBezTo>
                      <a:pt x="22138" y="5653"/>
                      <a:pt x="22138" y="5653"/>
                      <a:pt x="22131" y="5707"/>
                    </a:cubicBezTo>
                    <a:cubicBezTo>
                      <a:pt x="22169" y="5707"/>
                      <a:pt x="22208" y="5707"/>
                      <a:pt x="22247" y="5707"/>
                    </a:cubicBezTo>
                    <a:cubicBezTo>
                      <a:pt x="22247" y="5746"/>
                      <a:pt x="22247" y="5784"/>
                      <a:pt x="22247" y="5824"/>
                    </a:cubicBezTo>
                    <a:cubicBezTo>
                      <a:pt x="22286" y="5824"/>
                      <a:pt x="22324" y="5824"/>
                      <a:pt x="22364" y="5824"/>
                    </a:cubicBezTo>
                    <a:cubicBezTo>
                      <a:pt x="22364" y="5901"/>
                      <a:pt x="22364" y="5978"/>
                      <a:pt x="22364" y="6057"/>
                    </a:cubicBezTo>
                    <a:cubicBezTo>
                      <a:pt x="22402" y="6057"/>
                      <a:pt x="22441" y="6057"/>
                      <a:pt x="22480" y="6057"/>
                    </a:cubicBezTo>
                    <a:cubicBezTo>
                      <a:pt x="22480" y="6095"/>
                      <a:pt x="22480" y="6134"/>
                      <a:pt x="22480" y="6173"/>
                    </a:cubicBezTo>
                    <a:cubicBezTo>
                      <a:pt x="22519" y="6173"/>
                      <a:pt x="22557" y="6173"/>
                      <a:pt x="22597" y="6173"/>
                    </a:cubicBezTo>
                    <a:cubicBezTo>
                      <a:pt x="22597" y="6250"/>
                      <a:pt x="22597" y="6327"/>
                      <a:pt x="22597" y="6406"/>
                    </a:cubicBezTo>
                    <a:cubicBezTo>
                      <a:pt x="22635" y="6406"/>
                      <a:pt x="22673" y="6406"/>
                      <a:pt x="22713" y="6406"/>
                    </a:cubicBezTo>
                    <a:cubicBezTo>
                      <a:pt x="22713" y="6560"/>
                      <a:pt x="22713" y="6714"/>
                      <a:pt x="22713" y="6872"/>
                    </a:cubicBezTo>
                    <a:cubicBezTo>
                      <a:pt x="22752" y="6872"/>
                      <a:pt x="22790" y="6872"/>
                      <a:pt x="22830" y="6872"/>
                    </a:cubicBezTo>
                    <a:cubicBezTo>
                      <a:pt x="22830" y="6987"/>
                      <a:pt x="22830" y="7103"/>
                      <a:pt x="22830" y="7222"/>
                    </a:cubicBezTo>
                    <a:cubicBezTo>
                      <a:pt x="22868" y="7222"/>
                      <a:pt x="22906" y="7222"/>
                      <a:pt x="22946" y="7222"/>
                    </a:cubicBezTo>
                    <a:cubicBezTo>
                      <a:pt x="22946" y="7644"/>
                      <a:pt x="22946" y="8067"/>
                      <a:pt x="22946" y="8503"/>
                    </a:cubicBezTo>
                    <a:cubicBezTo>
                      <a:pt x="22908" y="8503"/>
                      <a:pt x="22869" y="8503"/>
                      <a:pt x="22830" y="8503"/>
                    </a:cubicBezTo>
                    <a:cubicBezTo>
                      <a:pt x="22838" y="9063"/>
                      <a:pt x="22838" y="9063"/>
                      <a:pt x="22978" y="9216"/>
                    </a:cubicBezTo>
                    <a:cubicBezTo>
                      <a:pt x="23042" y="9274"/>
                      <a:pt x="23109" y="9325"/>
                      <a:pt x="23179" y="9376"/>
                    </a:cubicBezTo>
                    <a:cubicBezTo>
                      <a:pt x="23228" y="9415"/>
                      <a:pt x="23276" y="9454"/>
                      <a:pt x="23324" y="9494"/>
                    </a:cubicBezTo>
                    <a:cubicBezTo>
                      <a:pt x="23355" y="9520"/>
                      <a:pt x="23387" y="9544"/>
                      <a:pt x="23419" y="9569"/>
                    </a:cubicBezTo>
                    <a:cubicBezTo>
                      <a:pt x="23526" y="9653"/>
                      <a:pt x="23526" y="9653"/>
                      <a:pt x="23538" y="9734"/>
                    </a:cubicBezTo>
                    <a:cubicBezTo>
                      <a:pt x="23535" y="9751"/>
                      <a:pt x="23532" y="9767"/>
                      <a:pt x="23528" y="9784"/>
                    </a:cubicBezTo>
                    <a:cubicBezTo>
                      <a:pt x="23567" y="9784"/>
                      <a:pt x="23605" y="9784"/>
                      <a:pt x="23645" y="9784"/>
                    </a:cubicBezTo>
                    <a:cubicBezTo>
                      <a:pt x="23645" y="9861"/>
                      <a:pt x="23645" y="9938"/>
                      <a:pt x="23645" y="10017"/>
                    </a:cubicBezTo>
                    <a:cubicBezTo>
                      <a:pt x="23683" y="10017"/>
                      <a:pt x="23722" y="10017"/>
                      <a:pt x="23761" y="10017"/>
                    </a:cubicBezTo>
                    <a:cubicBezTo>
                      <a:pt x="23761" y="10055"/>
                      <a:pt x="23761" y="10094"/>
                      <a:pt x="23761" y="10134"/>
                    </a:cubicBezTo>
                    <a:cubicBezTo>
                      <a:pt x="23800" y="10134"/>
                      <a:pt x="23838" y="10134"/>
                      <a:pt x="23878" y="10134"/>
                    </a:cubicBezTo>
                    <a:cubicBezTo>
                      <a:pt x="23878" y="10210"/>
                      <a:pt x="23878" y="10287"/>
                      <a:pt x="23878" y="10366"/>
                    </a:cubicBezTo>
                    <a:cubicBezTo>
                      <a:pt x="23916" y="10366"/>
                      <a:pt x="23955" y="10366"/>
                      <a:pt x="23994" y="10366"/>
                    </a:cubicBezTo>
                    <a:cubicBezTo>
                      <a:pt x="23994" y="10482"/>
                      <a:pt x="23994" y="10597"/>
                      <a:pt x="23994" y="10716"/>
                    </a:cubicBezTo>
                    <a:cubicBezTo>
                      <a:pt x="24033" y="10716"/>
                      <a:pt x="24071" y="10716"/>
                      <a:pt x="24111" y="10716"/>
                    </a:cubicBezTo>
                    <a:cubicBezTo>
                      <a:pt x="24234" y="10954"/>
                      <a:pt x="24241" y="11152"/>
                      <a:pt x="24227" y="11415"/>
                    </a:cubicBezTo>
                    <a:cubicBezTo>
                      <a:pt x="24266" y="11415"/>
                      <a:pt x="24304" y="11415"/>
                      <a:pt x="24344" y="11415"/>
                    </a:cubicBezTo>
                    <a:cubicBezTo>
                      <a:pt x="24344" y="11838"/>
                      <a:pt x="24344" y="12260"/>
                      <a:pt x="24344" y="12696"/>
                    </a:cubicBezTo>
                    <a:cubicBezTo>
                      <a:pt x="24305" y="12696"/>
                      <a:pt x="24267" y="12696"/>
                      <a:pt x="24227" y="12696"/>
                    </a:cubicBezTo>
                    <a:cubicBezTo>
                      <a:pt x="24227" y="12927"/>
                      <a:pt x="24227" y="13157"/>
                      <a:pt x="24227" y="13395"/>
                    </a:cubicBezTo>
                    <a:cubicBezTo>
                      <a:pt x="24189" y="13395"/>
                      <a:pt x="24150" y="13395"/>
                      <a:pt x="24111" y="13395"/>
                    </a:cubicBezTo>
                    <a:cubicBezTo>
                      <a:pt x="24111" y="13510"/>
                      <a:pt x="24111" y="13626"/>
                      <a:pt x="24111" y="13744"/>
                    </a:cubicBezTo>
                    <a:cubicBezTo>
                      <a:pt x="24072" y="13744"/>
                      <a:pt x="24034" y="13744"/>
                      <a:pt x="23994" y="13744"/>
                    </a:cubicBezTo>
                    <a:cubicBezTo>
                      <a:pt x="23994" y="13821"/>
                      <a:pt x="23994" y="13898"/>
                      <a:pt x="23994" y="13977"/>
                    </a:cubicBezTo>
                    <a:cubicBezTo>
                      <a:pt x="23956" y="13977"/>
                      <a:pt x="23917" y="13977"/>
                      <a:pt x="23878" y="13977"/>
                    </a:cubicBezTo>
                    <a:cubicBezTo>
                      <a:pt x="23878" y="14054"/>
                      <a:pt x="23878" y="14131"/>
                      <a:pt x="23878" y="14210"/>
                    </a:cubicBezTo>
                    <a:cubicBezTo>
                      <a:pt x="23839" y="14210"/>
                      <a:pt x="23801" y="14210"/>
                      <a:pt x="23761" y="14210"/>
                    </a:cubicBezTo>
                    <a:cubicBezTo>
                      <a:pt x="23763" y="14219"/>
                      <a:pt x="23763" y="14219"/>
                      <a:pt x="23772" y="14261"/>
                    </a:cubicBezTo>
                    <a:cubicBezTo>
                      <a:pt x="23769" y="14283"/>
                      <a:pt x="23765" y="14304"/>
                      <a:pt x="23761" y="14327"/>
                    </a:cubicBezTo>
                    <a:cubicBezTo>
                      <a:pt x="23724" y="14352"/>
                      <a:pt x="23724" y="14352"/>
                      <a:pt x="23678" y="14378"/>
                    </a:cubicBezTo>
                    <a:cubicBezTo>
                      <a:pt x="23614" y="14415"/>
                      <a:pt x="23591" y="14434"/>
                      <a:pt x="23562" y="14502"/>
                    </a:cubicBezTo>
                    <a:cubicBezTo>
                      <a:pt x="23548" y="14560"/>
                      <a:pt x="23537" y="14617"/>
                      <a:pt x="23528" y="14676"/>
                    </a:cubicBezTo>
                    <a:cubicBezTo>
                      <a:pt x="23490" y="14676"/>
                      <a:pt x="23452" y="14676"/>
                      <a:pt x="23412" y="14676"/>
                    </a:cubicBezTo>
                    <a:cubicBezTo>
                      <a:pt x="23412" y="14715"/>
                      <a:pt x="23412" y="14753"/>
                      <a:pt x="23412" y="14793"/>
                    </a:cubicBezTo>
                    <a:cubicBezTo>
                      <a:pt x="23373" y="14793"/>
                      <a:pt x="23335" y="14793"/>
                      <a:pt x="23295" y="14793"/>
                    </a:cubicBezTo>
                    <a:cubicBezTo>
                      <a:pt x="23295" y="14831"/>
                      <a:pt x="23295" y="14869"/>
                      <a:pt x="23295" y="14909"/>
                    </a:cubicBezTo>
                    <a:cubicBezTo>
                      <a:pt x="23257" y="14909"/>
                      <a:pt x="23219" y="14909"/>
                      <a:pt x="23179" y="14909"/>
                    </a:cubicBezTo>
                    <a:cubicBezTo>
                      <a:pt x="23181" y="14927"/>
                      <a:pt x="23183" y="14945"/>
                      <a:pt x="23184" y="14963"/>
                    </a:cubicBezTo>
                    <a:cubicBezTo>
                      <a:pt x="23179" y="15026"/>
                      <a:pt x="23179" y="15026"/>
                      <a:pt x="23142" y="15060"/>
                    </a:cubicBezTo>
                    <a:cubicBezTo>
                      <a:pt x="23126" y="15069"/>
                      <a:pt x="23109" y="15079"/>
                      <a:pt x="23092" y="15089"/>
                    </a:cubicBezTo>
                    <a:cubicBezTo>
                      <a:pt x="22789" y="15286"/>
                      <a:pt x="22789" y="15286"/>
                      <a:pt x="22746" y="15460"/>
                    </a:cubicBezTo>
                    <a:cubicBezTo>
                      <a:pt x="22709" y="15661"/>
                      <a:pt x="22709" y="15870"/>
                      <a:pt x="22713" y="16074"/>
                    </a:cubicBezTo>
                    <a:cubicBezTo>
                      <a:pt x="22752" y="16074"/>
                      <a:pt x="22790" y="16074"/>
                      <a:pt x="22830" y="16074"/>
                    </a:cubicBezTo>
                    <a:cubicBezTo>
                      <a:pt x="22830" y="16420"/>
                      <a:pt x="22830" y="16766"/>
                      <a:pt x="22830" y="17122"/>
                    </a:cubicBezTo>
                    <a:cubicBezTo>
                      <a:pt x="22791" y="17122"/>
                      <a:pt x="22753" y="17122"/>
                      <a:pt x="22713" y="17122"/>
                    </a:cubicBezTo>
                    <a:cubicBezTo>
                      <a:pt x="22713" y="17314"/>
                      <a:pt x="22713" y="17507"/>
                      <a:pt x="22713" y="17705"/>
                    </a:cubicBezTo>
                    <a:cubicBezTo>
                      <a:pt x="22675" y="17705"/>
                      <a:pt x="22636" y="17705"/>
                      <a:pt x="22597" y="17705"/>
                    </a:cubicBezTo>
                    <a:cubicBezTo>
                      <a:pt x="22597" y="17781"/>
                      <a:pt x="22597" y="17858"/>
                      <a:pt x="22597" y="17938"/>
                    </a:cubicBezTo>
                    <a:cubicBezTo>
                      <a:pt x="22558" y="17938"/>
                      <a:pt x="22520" y="17938"/>
                      <a:pt x="22480" y="17938"/>
                    </a:cubicBezTo>
                    <a:cubicBezTo>
                      <a:pt x="22480" y="18053"/>
                      <a:pt x="22480" y="18168"/>
                      <a:pt x="22480" y="18287"/>
                    </a:cubicBezTo>
                    <a:cubicBezTo>
                      <a:pt x="22442" y="18287"/>
                      <a:pt x="22403" y="18287"/>
                      <a:pt x="22364" y="18287"/>
                    </a:cubicBezTo>
                    <a:cubicBezTo>
                      <a:pt x="22364" y="18325"/>
                      <a:pt x="22364" y="18364"/>
                      <a:pt x="22364" y="18403"/>
                    </a:cubicBezTo>
                    <a:cubicBezTo>
                      <a:pt x="22325" y="18403"/>
                      <a:pt x="22287" y="18403"/>
                      <a:pt x="22247" y="18403"/>
                    </a:cubicBezTo>
                    <a:cubicBezTo>
                      <a:pt x="22247" y="18480"/>
                      <a:pt x="22247" y="18557"/>
                      <a:pt x="22247" y="18636"/>
                    </a:cubicBezTo>
                    <a:cubicBezTo>
                      <a:pt x="22209" y="18636"/>
                      <a:pt x="22170" y="18636"/>
                      <a:pt x="22131" y="18636"/>
                    </a:cubicBezTo>
                    <a:cubicBezTo>
                      <a:pt x="22132" y="18645"/>
                      <a:pt x="22132" y="18645"/>
                      <a:pt x="22139" y="18688"/>
                    </a:cubicBezTo>
                    <a:cubicBezTo>
                      <a:pt x="22131" y="18753"/>
                      <a:pt x="22131" y="18753"/>
                      <a:pt x="22077" y="18803"/>
                    </a:cubicBezTo>
                    <a:cubicBezTo>
                      <a:pt x="22053" y="18820"/>
                      <a:pt x="22028" y="18838"/>
                      <a:pt x="22003" y="18855"/>
                    </a:cubicBezTo>
                    <a:cubicBezTo>
                      <a:pt x="21860" y="18960"/>
                      <a:pt x="21753" y="19081"/>
                      <a:pt x="21647" y="19223"/>
                    </a:cubicBezTo>
                    <a:cubicBezTo>
                      <a:pt x="21562" y="19333"/>
                      <a:pt x="21562" y="19333"/>
                      <a:pt x="21482" y="19345"/>
                    </a:cubicBezTo>
                    <a:cubicBezTo>
                      <a:pt x="21465" y="19342"/>
                      <a:pt x="21449" y="19339"/>
                      <a:pt x="21432" y="19335"/>
                    </a:cubicBezTo>
                    <a:cubicBezTo>
                      <a:pt x="21432" y="19374"/>
                      <a:pt x="21432" y="19412"/>
                      <a:pt x="21432" y="19452"/>
                    </a:cubicBezTo>
                    <a:cubicBezTo>
                      <a:pt x="21355" y="19452"/>
                      <a:pt x="21278" y="19452"/>
                      <a:pt x="21199" y="19452"/>
                    </a:cubicBezTo>
                    <a:cubicBezTo>
                      <a:pt x="21199" y="19490"/>
                      <a:pt x="21199" y="19529"/>
                      <a:pt x="21199" y="19568"/>
                    </a:cubicBezTo>
                    <a:cubicBezTo>
                      <a:pt x="21160" y="19568"/>
                      <a:pt x="21122" y="19568"/>
                      <a:pt x="21082" y="19568"/>
                    </a:cubicBezTo>
                    <a:cubicBezTo>
                      <a:pt x="21082" y="19607"/>
                      <a:pt x="21082" y="19645"/>
                      <a:pt x="21082" y="19685"/>
                    </a:cubicBezTo>
                    <a:cubicBezTo>
                      <a:pt x="21006" y="19685"/>
                      <a:pt x="20929" y="19685"/>
                      <a:pt x="20849" y="19685"/>
                    </a:cubicBezTo>
                    <a:cubicBezTo>
                      <a:pt x="20849" y="19723"/>
                      <a:pt x="20849" y="19762"/>
                      <a:pt x="20849" y="19801"/>
                    </a:cubicBezTo>
                    <a:cubicBezTo>
                      <a:pt x="20734" y="19801"/>
                      <a:pt x="20619" y="19801"/>
                      <a:pt x="20500" y="19801"/>
                    </a:cubicBezTo>
                    <a:cubicBezTo>
                      <a:pt x="20500" y="19840"/>
                      <a:pt x="20500" y="19878"/>
                      <a:pt x="20500" y="19918"/>
                    </a:cubicBezTo>
                    <a:cubicBezTo>
                      <a:pt x="20488" y="19919"/>
                      <a:pt x="20476" y="19921"/>
                      <a:pt x="20463" y="19923"/>
                    </a:cubicBezTo>
                    <a:cubicBezTo>
                      <a:pt x="20198" y="19965"/>
                      <a:pt x="20198" y="19965"/>
                      <a:pt x="20092" y="20034"/>
                    </a:cubicBezTo>
                    <a:cubicBezTo>
                      <a:pt x="20027" y="20138"/>
                      <a:pt x="20031" y="20265"/>
                      <a:pt x="20034" y="20384"/>
                    </a:cubicBezTo>
                    <a:cubicBezTo>
                      <a:pt x="19996" y="20384"/>
                      <a:pt x="19957" y="20384"/>
                      <a:pt x="19918" y="20384"/>
                    </a:cubicBezTo>
                    <a:cubicBezTo>
                      <a:pt x="19918" y="20499"/>
                      <a:pt x="19918" y="20614"/>
                      <a:pt x="19918" y="20733"/>
                    </a:cubicBezTo>
                    <a:cubicBezTo>
                      <a:pt x="19879" y="20733"/>
                      <a:pt x="19841" y="20733"/>
                      <a:pt x="19801" y="20733"/>
                    </a:cubicBezTo>
                    <a:cubicBezTo>
                      <a:pt x="19801" y="20771"/>
                      <a:pt x="19801" y="20810"/>
                      <a:pt x="19801" y="20849"/>
                    </a:cubicBezTo>
                    <a:cubicBezTo>
                      <a:pt x="19763" y="20849"/>
                      <a:pt x="19724" y="20849"/>
                      <a:pt x="19685" y="20849"/>
                    </a:cubicBezTo>
                    <a:cubicBezTo>
                      <a:pt x="19685" y="20926"/>
                      <a:pt x="19685" y="21003"/>
                      <a:pt x="19685" y="21082"/>
                    </a:cubicBezTo>
                    <a:cubicBezTo>
                      <a:pt x="19646" y="21082"/>
                      <a:pt x="19608" y="21082"/>
                      <a:pt x="19568" y="21082"/>
                    </a:cubicBezTo>
                    <a:cubicBezTo>
                      <a:pt x="19568" y="21121"/>
                      <a:pt x="19568" y="21159"/>
                      <a:pt x="19568" y="21199"/>
                    </a:cubicBezTo>
                    <a:cubicBezTo>
                      <a:pt x="19530" y="21199"/>
                      <a:pt x="19491" y="21199"/>
                      <a:pt x="19452" y="21199"/>
                    </a:cubicBezTo>
                    <a:cubicBezTo>
                      <a:pt x="19452" y="21237"/>
                      <a:pt x="19452" y="21276"/>
                      <a:pt x="19452" y="21315"/>
                    </a:cubicBezTo>
                    <a:cubicBezTo>
                      <a:pt x="19413" y="21315"/>
                      <a:pt x="19375" y="21315"/>
                      <a:pt x="19335" y="21315"/>
                    </a:cubicBezTo>
                    <a:cubicBezTo>
                      <a:pt x="19335" y="21354"/>
                      <a:pt x="19335" y="21392"/>
                      <a:pt x="19335" y="21432"/>
                    </a:cubicBezTo>
                    <a:cubicBezTo>
                      <a:pt x="19297" y="21432"/>
                      <a:pt x="19258" y="21432"/>
                      <a:pt x="19219" y="21432"/>
                    </a:cubicBezTo>
                    <a:cubicBezTo>
                      <a:pt x="19219" y="21470"/>
                      <a:pt x="19219" y="21509"/>
                      <a:pt x="19219" y="21548"/>
                    </a:cubicBezTo>
                    <a:cubicBezTo>
                      <a:pt x="19180" y="21548"/>
                      <a:pt x="19142" y="21548"/>
                      <a:pt x="19102" y="21548"/>
                    </a:cubicBezTo>
                    <a:cubicBezTo>
                      <a:pt x="19102" y="21587"/>
                      <a:pt x="19102" y="21625"/>
                      <a:pt x="19102" y="21665"/>
                    </a:cubicBezTo>
                    <a:cubicBezTo>
                      <a:pt x="19082" y="21672"/>
                      <a:pt x="19062" y="21679"/>
                      <a:pt x="19041" y="21686"/>
                    </a:cubicBezTo>
                    <a:cubicBezTo>
                      <a:pt x="19014" y="21696"/>
                      <a:pt x="18988" y="21706"/>
                      <a:pt x="18960" y="21716"/>
                    </a:cubicBezTo>
                    <a:cubicBezTo>
                      <a:pt x="18934" y="21725"/>
                      <a:pt x="18908" y="21735"/>
                      <a:pt x="18880" y="21744"/>
                    </a:cubicBezTo>
                    <a:cubicBezTo>
                      <a:pt x="18801" y="21787"/>
                      <a:pt x="18788" y="21817"/>
                      <a:pt x="18753" y="21898"/>
                    </a:cubicBezTo>
                    <a:cubicBezTo>
                      <a:pt x="18691" y="21905"/>
                      <a:pt x="18691" y="21905"/>
                      <a:pt x="18636" y="21898"/>
                    </a:cubicBezTo>
                    <a:cubicBezTo>
                      <a:pt x="18636" y="21936"/>
                      <a:pt x="18636" y="21975"/>
                      <a:pt x="18636" y="22014"/>
                    </a:cubicBezTo>
                    <a:cubicBezTo>
                      <a:pt x="18559" y="22014"/>
                      <a:pt x="18483" y="22014"/>
                      <a:pt x="18403" y="22014"/>
                    </a:cubicBezTo>
                    <a:cubicBezTo>
                      <a:pt x="18403" y="22053"/>
                      <a:pt x="18403" y="22091"/>
                      <a:pt x="18403" y="22131"/>
                    </a:cubicBezTo>
                    <a:cubicBezTo>
                      <a:pt x="18288" y="22131"/>
                      <a:pt x="18173" y="22131"/>
                      <a:pt x="18054" y="22131"/>
                    </a:cubicBezTo>
                    <a:cubicBezTo>
                      <a:pt x="18054" y="22169"/>
                      <a:pt x="18054" y="22208"/>
                      <a:pt x="18054" y="22247"/>
                    </a:cubicBezTo>
                    <a:cubicBezTo>
                      <a:pt x="17516" y="22247"/>
                      <a:pt x="16978" y="22247"/>
                      <a:pt x="16423" y="22247"/>
                    </a:cubicBezTo>
                    <a:cubicBezTo>
                      <a:pt x="16423" y="22286"/>
                      <a:pt x="16423" y="22324"/>
                      <a:pt x="16423" y="22364"/>
                    </a:cubicBezTo>
                    <a:cubicBezTo>
                      <a:pt x="16346" y="22364"/>
                      <a:pt x="16270" y="22364"/>
                      <a:pt x="16190" y="22364"/>
                    </a:cubicBezTo>
                    <a:cubicBezTo>
                      <a:pt x="16190" y="22402"/>
                      <a:pt x="16190" y="22441"/>
                      <a:pt x="16190" y="22480"/>
                    </a:cubicBezTo>
                    <a:cubicBezTo>
                      <a:pt x="16037" y="22480"/>
                      <a:pt x="15883" y="22480"/>
                      <a:pt x="15724" y="22480"/>
                    </a:cubicBezTo>
                    <a:cubicBezTo>
                      <a:pt x="15724" y="22519"/>
                      <a:pt x="15724" y="22557"/>
                      <a:pt x="15724" y="22597"/>
                    </a:cubicBezTo>
                    <a:cubicBezTo>
                      <a:pt x="15609" y="22597"/>
                      <a:pt x="15494" y="22597"/>
                      <a:pt x="15375" y="22597"/>
                    </a:cubicBezTo>
                    <a:cubicBezTo>
                      <a:pt x="15375" y="22635"/>
                      <a:pt x="15375" y="22673"/>
                      <a:pt x="15375" y="22713"/>
                    </a:cubicBezTo>
                    <a:cubicBezTo>
                      <a:pt x="14875" y="22713"/>
                      <a:pt x="14376" y="22713"/>
                      <a:pt x="13861" y="22713"/>
                    </a:cubicBezTo>
                    <a:cubicBezTo>
                      <a:pt x="13861" y="22675"/>
                      <a:pt x="13861" y="22636"/>
                      <a:pt x="13861" y="22597"/>
                    </a:cubicBezTo>
                    <a:cubicBezTo>
                      <a:pt x="13784" y="22597"/>
                      <a:pt x="13707" y="22597"/>
                      <a:pt x="13628" y="22597"/>
                    </a:cubicBezTo>
                    <a:cubicBezTo>
                      <a:pt x="13628" y="22558"/>
                      <a:pt x="13628" y="22520"/>
                      <a:pt x="13628" y="22480"/>
                    </a:cubicBezTo>
                    <a:cubicBezTo>
                      <a:pt x="13551" y="22480"/>
                      <a:pt x="13474" y="22480"/>
                      <a:pt x="13395" y="22480"/>
                    </a:cubicBezTo>
                    <a:cubicBezTo>
                      <a:pt x="13395" y="22442"/>
                      <a:pt x="13395" y="22403"/>
                      <a:pt x="13395" y="22364"/>
                    </a:cubicBezTo>
                    <a:cubicBezTo>
                      <a:pt x="13318" y="22364"/>
                      <a:pt x="13241" y="22364"/>
                      <a:pt x="13162" y="22364"/>
                    </a:cubicBezTo>
                    <a:cubicBezTo>
                      <a:pt x="13162" y="22325"/>
                      <a:pt x="13162" y="22287"/>
                      <a:pt x="13162" y="22247"/>
                    </a:cubicBezTo>
                    <a:cubicBezTo>
                      <a:pt x="13145" y="22249"/>
                      <a:pt x="13127" y="22251"/>
                      <a:pt x="13109" y="22253"/>
                    </a:cubicBezTo>
                    <a:cubicBezTo>
                      <a:pt x="13045" y="22247"/>
                      <a:pt x="13045" y="22247"/>
                      <a:pt x="12999" y="22208"/>
                    </a:cubicBezTo>
                    <a:cubicBezTo>
                      <a:pt x="12985" y="22190"/>
                      <a:pt x="12970" y="22172"/>
                      <a:pt x="12955" y="22153"/>
                    </a:cubicBezTo>
                    <a:cubicBezTo>
                      <a:pt x="12939" y="22134"/>
                      <a:pt x="12922" y="22114"/>
                      <a:pt x="12905" y="22093"/>
                    </a:cubicBezTo>
                    <a:cubicBezTo>
                      <a:pt x="12888" y="22072"/>
                      <a:pt x="12870" y="22051"/>
                      <a:pt x="12853" y="22029"/>
                    </a:cubicBezTo>
                    <a:cubicBezTo>
                      <a:pt x="12716" y="21866"/>
                      <a:pt x="12583" y="21726"/>
                      <a:pt x="12413" y="21599"/>
                    </a:cubicBezTo>
                    <a:cubicBezTo>
                      <a:pt x="12303" y="21515"/>
                      <a:pt x="12209" y="21416"/>
                      <a:pt x="12114" y="21315"/>
                    </a:cubicBezTo>
                    <a:cubicBezTo>
                      <a:pt x="12114" y="21392"/>
                      <a:pt x="12114" y="21469"/>
                      <a:pt x="12114" y="21548"/>
                    </a:cubicBezTo>
                    <a:cubicBezTo>
                      <a:pt x="12075" y="21548"/>
                      <a:pt x="12037" y="21548"/>
                      <a:pt x="11997" y="21548"/>
                    </a:cubicBezTo>
                    <a:cubicBezTo>
                      <a:pt x="11997" y="21587"/>
                      <a:pt x="11997" y="21625"/>
                      <a:pt x="11997" y="21665"/>
                    </a:cubicBezTo>
                    <a:cubicBezTo>
                      <a:pt x="11959" y="21665"/>
                      <a:pt x="11920" y="21665"/>
                      <a:pt x="11881" y="21665"/>
                    </a:cubicBezTo>
                    <a:cubicBezTo>
                      <a:pt x="11882" y="21682"/>
                      <a:pt x="11884" y="21700"/>
                      <a:pt x="11886" y="21718"/>
                    </a:cubicBezTo>
                    <a:cubicBezTo>
                      <a:pt x="11881" y="21781"/>
                      <a:pt x="11881" y="21781"/>
                      <a:pt x="11844" y="21825"/>
                    </a:cubicBezTo>
                    <a:cubicBezTo>
                      <a:pt x="11827" y="21838"/>
                      <a:pt x="11811" y="21851"/>
                      <a:pt x="11794" y="21865"/>
                    </a:cubicBezTo>
                    <a:cubicBezTo>
                      <a:pt x="11784" y="21872"/>
                      <a:pt x="11784" y="21872"/>
                      <a:pt x="11739" y="21910"/>
                    </a:cubicBezTo>
                    <a:cubicBezTo>
                      <a:pt x="11729" y="21918"/>
                      <a:pt x="11729" y="21918"/>
                      <a:pt x="11680" y="21956"/>
                    </a:cubicBezTo>
                    <a:cubicBezTo>
                      <a:pt x="11643" y="21986"/>
                      <a:pt x="11605" y="22016"/>
                      <a:pt x="11568" y="22047"/>
                    </a:cubicBezTo>
                    <a:cubicBezTo>
                      <a:pt x="11551" y="22060"/>
                      <a:pt x="11534" y="22074"/>
                      <a:pt x="11517" y="22087"/>
                    </a:cubicBezTo>
                    <a:cubicBezTo>
                      <a:pt x="11473" y="22131"/>
                      <a:pt x="11473" y="22131"/>
                      <a:pt x="11442" y="22194"/>
                    </a:cubicBezTo>
                    <a:cubicBezTo>
                      <a:pt x="11433" y="22211"/>
                      <a:pt x="11424" y="22229"/>
                      <a:pt x="11415" y="22247"/>
                    </a:cubicBezTo>
                    <a:cubicBezTo>
                      <a:pt x="11353" y="22254"/>
                      <a:pt x="11353" y="22254"/>
                      <a:pt x="11298" y="22247"/>
                    </a:cubicBezTo>
                    <a:cubicBezTo>
                      <a:pt x="11298" y="22286"/>
                      <a:pt x="11298" y="22324"/>
                      <a:pt x="11298" y="22364"/>
                    </a:cubicBezTo>
                    <a:cubicBezTo>
                      <a:pt x="11221" y="22364"/>
                      <a:pt x="11145" y="22364"/>
                      <a:pt x="11065" y="22364"/>
                    </a:cubicBezTo>
                    <a:cubicBezTo>
                      <a:pt x="11065" y="22402"/>
                      <a:pt x="11065" y="22441"/>
                      <a:pt x="11065" y="22480"/>
                    </a:cubicBezTo>
                    <a:cubicBezTo>
                      <a:pt x="10988" y="22480"/>
                      <a:pt x="10912" y="22480"/>
                      <a:pt x="10832" y="22480"/>
                    </a:cubicBezTo>
                    <a:cubicBezTo>
                      <a:pt x="10832" y="22519"/>
                      <a:pt x="10832" y="22557"/>
                      <a:pt x="10832" y="22597"/>
                    </a:cubicBezTo>
                    <a:cubicBezTo>
                      <a:pt x="10756" y="22597"/>
                      <a:pt x="10679" y="22597"/>
                      <a:pt x="10599" y="22597"/>
                    </a:cubicBezTo>
                    <a:cubicBezTo>
                      <a:pt x="10599" y="22635"/>
                      <a:pt x="10599" y="22673"/>
                      <a:pt x="10599" y="22713"/>
                    </a:cubicBezTo>
                    <a:cubicBezTo>
                      <a:pt x="10138" y="22713"/>
                      <a:pt x="9677" y="22713"/>
                      <a:pt x="9202" y="22713"/>
                    </a:cubicBezTo>
                    <a:cubicBezTo>
                      <a:pt x="9202" y="22675"/>
                      <a:pt x="9202" y="22636"/>
                      <a:pt x="9202" y="22597"/>
                    </a:cubicBezTo>
                    <a:cubicBezTo>
                      <a:pt x="9048" y="22597"/>
                      <a:pt x="8894" y="22597"/>
                      <a:pt x="8736" y="22597"/>
                    </a:cubicBezTo>
                    <a:cubicBezTo>
                      <a:pt x="8736" y="22558"/>
                      <a:pt x="8736" y="22520"/>
                      <a:pt x="8736" y="22480"/>
                    </a:cubicBezTo>
                    <a:cubicBezTo>
                      <a:pt x="8659" y="22480"/>
                      <a:pt x="8582" y="22480"/>
                      <a:pt x="8503" y="22480"/>
                    </a:cubicBezTo>
                    <a:cubicBezTo>
                      <a:pt x="8503" y="22442"/>
                      <a:pt x="8503" y="22403"/>
                      <a:pt x="8503" y="22364"/>
                    </a:cubicBezTo>
                    <a:cubicBezTo>
                      <a:pt x="8426" y="22364"/>
                      <a:pt x="8349" y="22364"/>
                      <a:pt x="8270" y="22364"/>
                    </a:cubicBezTo>
                    <a:cubicBezTo>
                      <a:pt x="8270" y="22325"/>
                      <a:pt x="8270" y="22287"/>
                      <a:pt x="8270" y="22247"/>
                    </a:cubicBezTo>
                    <a:cubicBezTo>
                      <a:pt x="8252" y="22249"/>
                      <a:pt x="8235" y="22251"/>
                      <a:pt x="8217" y="22253"/>
                    </a:cubicBezTo>
                    <a:cubicBezTo>
                      <a:pt x="8153" y="22247"/>
                      <a:pt x="8153" y="22247"/>
                      <a:pt x="8110" y="22211"/>
                    </a:cubicBezTo>
                    <a:cubicBezTo>
                      <a:pt x="8097" y="22194"/>
                      <a:pt x="8083" y="22177"/>
                      <a:pt x="8070" y="22160"/>
                    </a:cubicBezTo>
                    <a:cubicBezTo>
                      <a:pt x="8055" y="22142"/>
                      <a:pt x="8040" y="22124"/>
                      <a:pt x="8025" y="22105"/>
                    </a:cubicBezTo>
                    <a:cubicBezTo>
                      <a:pt x="8010" y="22086"/>
                      <a:pt x="7994" y="22067"/>
                      <a:pt x="7979" y="22047"/>
                    </a:cubicBezTo>
                    <a:cubicBezTo>
                      <a:pt x="7949" y="22009"/>
                      <a:pt x="7918" y="21972"/>
                      <a:pt x="7888" y="21934"/>
                    </a:cubicBezTo>
                    <a:cubicBezTo>
                      <a:pt x="7874" y="21918"/>
                      <a:pt x="7861" y="21901"/>
                      <a:pt x="7847" y="21884"/>
                    </a:cubicBezTo>
                    <a:cubicBezTo>
                      <a:pt x="7799" y="21834"/>
                      <a:pt x="7749" y="21812"/>
                      <a:pt x="7688" y="21781"/>
                    </a:cubicBezTo>
                    <a:cubicBezTo>
                      <a:pt x="7676" y="21725"/>
                      <a:pt x="7676" y="21725"/>
                      <a:pt x="7680" y="21661"/>
                    </a:cubicBezTo>
                    <a:cubicBezTo>
                      <a:pt x="7681" y="21640"/>
                      <a:pt x="7682" y="21619"/>
                      <a:pt x="7683" y="21597"/>
                    </a:cubicBezTo>
                    <a:cubicBezTo>
                      <a:pt x="7685" y="21581"/>
                      <a:pt x="7686" y="21565"/>
                      <a:pt x="7688" y="21548"/>
                    </a:cubicBezTo>
                    <a:cubicBezTo>
                      <a:pt x="7649" y="21548"/>
                      <a:pt x="7611" y="21548"/>
                      <a:pt x="7571" y="21548"/>
                    </a:cubicBezTo>
                    <a:cubicBezTo>
                      <a:pt x="7571" y="21510"/>
                      <a:pt x="7571" y="21471"/>
                      <a:pt x="7571" y="21432"/>
                    </a:cubicBezTo>
                    <a:cubicBezTo>
                      <a:pt x="7533" y="21432"/>
                      <a:pt x="7494" y="21432"/>
                      <a:pt x="7455" y="21432"/>
                    </a:cubicBezTo>
                    <a:cubicBezTo>
                      <a:pt x="7455" y="21355"/>
                      <a:pt x="7455" y="21278"/>
                      <a:pt x="7455" y="21199"/>
                    </a:cubicBezTo>
                    <a:cubicBezTo>
                      <a:pt x="7416" y="21199"/>
                      <a:pt x="7378" y="21199"/>
                      <a:pt x="7338" y="21199"/>
                    </a:cubicBezTo>
                    <a:cubicBezTo>
                      <a:pt x="7338" y="21160"/>
                      <a:pt x="7338" y="21122"/>
                      <a:pt x="7338" y="21082"/>
                    </a:cubicBezTo>
                    <a:cubicBezTo>
                      <a:pt x="7261" y="21082"/>
                      <a:pt x="7184" y="21082"/>
                      <a:pt x="7105" y="21082"/>
                    </a:cubicBezTo>
                    <a:cubicBezTo>
                      <a:pt x="7105" y="21121"/>
                      <a:pt x="7105" y="21159"/>
                      <a:pt x="7105" y="21199"/>
                    </a:cubicBezTo>
                    <a:cubicBezTo>
                      <a:pt x="6990" y="21199"/>
                      <a:pt x="6874" y="21199"/>
                      <a:pt x="6756" y="21199"/>
                    </a:cubicBezTo>
                    <a:cubicBezTo>
                      <a:pt x="6756" y="21237"/>
                      <a:pt x="6756" y="21276"/>
                      <a:pt x="6756" y="21315"/>
                    </a:cubicBezTo>
                    <a:cubicBezTo>
                      <a:pt x="6410" y="21315"/>
                      <a:pt x="6064" y="21315"/>
                      <a:pt x="5707" y="21315"/>
                    </a:cubicBezTo>
                    <a:cubicBezTo>
                      <a:pt x="5707" y="21277"/>
                      <a:pt x="5707" y="21238"/>
                      <a:pt x="5707" y="21199"/>
                    </a:cubicBezTo>
                    <a:cubicBezTo>
                      <a:pt x="5631" y="21199"/>
                      <a:pt x="5554" y="21199"/>
                      <a:pt x="5474" y="21199"/>
                    </a:cubicBezTo>
                    <a:cubicBezTo>
                      <a:pt x="5474" y="21160"/>
                      <a:pt x="5474" y="21122"/>
                      <a:pt x="5474" y="21082"/>
                    </a:cubicBezTo>
                    <a:cubicBezTo>
                      <a:pt x="5460" y="21085"/>
                      <a:pt x="5445" y="21087"/>
                      <a:pt x="5430" y="21089"/>
                    </a:cubicBezTo>
                    <a:cubicBezTo>
                      <a:pt x="5336" y="21098"/>
                      <a:pt x="5269" y="21103"/>
                      <a:pt x="5191" y="21045"/>
                    </a:cubicBezTo>
                    <a:cubicBezTo>
                      <a:pt x="5144" y="20993"/>
                      <a:pt x="5101" y="20939"/>
                      <a:pt x="5059" y="20882"/>
                    </a:cubicBezTo>
                    <a:cubicBezTo>
                      <a:pt x="5030" y="20845"/>
                      <a:pt x="5001" y="20807"/>
                      <a:pt x="4972" y="20770"/>
                    </a:cubicBezTo>
                    <a:cubicBezTo>
                      <a:pt x="4959" y="20753"/>
                      <a:pt x="4947" y="20736"/>
                      <a:pt x="4934" y="20719"/>
                    </a:cubicBezTo>
                    <a:cubicBezTo>
                      <a:pt x="4892" y="20675"/>
                      <a:pt x="4892" y="20675"/>
                      <a:pt x="4829" y="20644"/>
                    </a:cubicBezTo>
                    <a:cubicBezTo>
                      <a:pt x="4812" y="20635"/>
                      <a:pt x="4794" y="20626"/>
                      <a:pt x="4776" y="20616"/>
                    </a:cubicBezTo>
                    <a:cubicBezTo>
                      <a:pt x="4768" y="20555"/>
                      <a:pt x="4768" y="20555"/>
                      <a:pt x="4776" y="20500"/>
                    </a:cubicBezTo>
                    <a:cubicBezTo>
                      <a:pt x="4737" y="20500"/>
                      <a:pt x="4699" y="20500"/>
                      <a:pt x="4659" y="20500"/>
                    </a:cubicBezTo>
                    <a:cubicBezTo>
                      <a:pt x="4659" y="20423"/>
                      <a:pt x="4659" y="20346"/>
                      <a:pt x="4659" y="20267"/>
                    </a:cubicBezTo>
                    <a:cubicBezTo>
                      <a:pt x="4621" y="20267"/>
                      <a:pt x="4582" y="20267"/>
                      <a:pt x="4543" y="20267"/>
                    </a:cubicBezTo>
                    <a:cubicBezTo>
                      <a:pt x="4543" y="20190"/>
                      <a:pt x="4543" y="20113"/>
                      <a:pt x="4543" y="20034"/>
                    </a:cubicBezTo>
                    <a:cubicBezTo>
                      <a:pt x="4504" y="20034"/>
                      <a:pt x="4466" y="20034"/>
                      <a:pt x="4426" y="20034"/>
                    </a:cubicBezTo>
                    <a:cubicBezTo>
                      <a:pt x="4426" y="19996"/>
                      <a:pt x="4426" y="19957"/>
                      <a:pt x="4426" y="19918"/>
                    </a:cubicBezTo>
                    <a:cubicBezTo>
                      <a:pt x="4388" y="19918"/>
                      <a:pt x="4349" y="19918"/>
                      <a:pt x="4310" y="19918"/>
                    </a:cubicBezTo>
                    <a:cubicBezTo>
                      <a:pt x="4310" y="19879"/>
                      <a:pt x="4310" y="19841"/>
                      <a:pt x="4310" y="19801"/>
                    </a:cubicBezTo>
                    <a:cubicBezTo>
                      <a:pt x="4194" y="19801"/>
                      <a:pt x="4079" y="19801"/>
                      <a:pt x="3960" y="19801"/>
                    </a:cubicBezTo>
                    <a:cubicBezTo>
                      <a:pt x="3960" y="19763"/>
                      <a:pt x="3960" y="19724"/>
                      <a:pt x="3960" y="19685"/>
                    </a:cubicBezTo>
                    <a:cubicBezTo>
                      <a:pt x="3845" y="19685"/>
                      <a:pt x="3730" y="19685"/>
                      <a:pt x="3611" y="19685"/>
                    </a:cubicBezTo>
                    <a:cubicBezTo>
                      <a:pt x="3611" y="19646"/>
                      <a:pt x="3611" y="19608"/>
                      <a:pt x="3611" y="19568"/>
                    </a:cubicBezTo>
                    <a:cubicBezTo>
                      <a:pt x="3495" y="19568"/>
                      <a:pt x="3380" y="19568"/>
                      <a:pt x="3261" y="19568"/>
                    </a:cubicBezTo>
                    <a:cubicBezTo>
                      <a:pt x="3261" y="19530"/>
                      <a:pt x="3261" y="19491"/>
                      <a:pt x="3261" y="19452"/>
                    </a:cubicBezTo>
                    <a:cubicBezTo>
                      <a:pt x="3223" y="19452"/>
                      <a:pt x="3184" y="19452"/>
                      <a:pt x="3145" y="19452"/>
                    </a:cubicBezTo>
                    <a:cubicBezTo>
                      <a:pt x="3145" y="19413"/>
                      <a:pt x="3145" y="19375"/>
                      <a:pt x="3145" y="19335"/>
                    </a:cubicBezTo>
                    <a:cubicBezTo>
                      <a:pt x="3068" y="19335"/>
                      <a:pt x="2991" y="19335"/>
                      <a:pt x="2912" y="19335"/>
                    </a:cubicBezTo>
                    <a:cubicBezTo>
                      <a:pt x="2912" y="19297"/>
                      <a:pt x="2912" y="19258"/>
                      <a:pt x="2912" y="19219"/>
                    </a:cubicBezTo>
                    <a:cubicBezTo>
                      <a:pt x="2895" y="19221"/>
                      <a:pt x="2878" y="19224"/>
                      <a:pt x="2860" y="19227"/>
                    </a:cubicBezTo>
                    <a:cubicBezTo>
                      <a:pt x="2795" y="19219"/>
                      <a:pt x="2795" y="19219"/>
                      <a:pt x="2745" y="19165"/>
                    </a:cubicBezTo>
                    <a:cubicBezTo>
                      <a:pt x="2728" y="19141"/>
                      <a:pt x="2711" y="19116"/>
                      <a:pt x="2694" y="19091"/>
                    </a:cubicBezTo>
                    <a:cubicBezTo>
                      <a:pt x="2589" y="18948"/>
                      <a:pt x="2468" y="18841"/>
                      <a:pt x="2326" y="18735"/>
                    </a:cubicBezTo>
                    <a:cubicBezTo>
                      <a:pt x="2215" y="18650"/>
                      <a:pt x="2215" y="18650"/>
                      <a:pt x="2203" y="18570"/>
                    </a:cubicBezTo>
                    <a:cubicBezTo>
                      <a:pt x="2206" y="18553"/>
                      <a:pt x="2210" y="18537"/>
                      <a:pt x="2213" y="18520"/>
                    </a:cubicBezTo>
                    <a:cubicBezTo>
                      <a:pt x="2175" y="18520"/>
                      <a:pt x="2136" y="18520"/>
                      <a:pt x="2097" y="18520"/>
                    </a:cubicBezTo>
                    <a:cubicBezTo>
                      <a:pt x="2097" y="18443"/>
                      <a:pt x="2097" y="18366"/>
                      <a:pt x="2097" y="18287"/>
                    </a:cubicBezTo>
                    <a:cubicBezTo>
                      <a:pt x="2058" y="18287"/>
                      <a:pt x="2020" y="18287"/>
                      <a:pt x="1980" y="18287"/>
                    </a:cubicBezTo>
                    <a:cubicBezTo>
                      <a:pt x="1980" y="18210"/>
                      <a:pt x="1980" y="18133"/>
                      <a:pt x="1980" y="18054"/>
                    </a:cubicBezTo>
                    <a:cubicBezTo>
                      <a:pt x="1942" y="18054"/>
                      <a:pt x="1903" y="18054"/>
                      <a:pt x="1864" y="18054"/>
                    </a:cubicBezTo>
                    <a:cubicBezTo>
                      <a:pt x="1864" y="17977"/>
                      <a:pt x="1864" y="17900"/>
                      <a:pt x="1864" y="17821"/>
                    </a:cubicBezTo>
                    <a:cubicBezTo>
                      <a:pt x="1825" y="17821"/>
                      <a:pt x="1787" y="17821"/>
                      <a:pt x="1747" y="17821"/>
                    </a:cubicBezTo>
                    <a:cubicBezTo>
                      <a:pt x="1747" y="17744"/>
                      <a:pt x="1747" y="17667"/>
                      <a:pt x="1747" y="17588"/>
                    </a:cubicBezTo>
                    <a:cubicBezTo>
                      <a:pt x="1709" y="17588"/>
                      <a:pt x="1670" y="17588"/>
                      <a:pt x="1631" y="17588"/>
                    </a:cubicBezTo>
                    <a:cubicBezTo>
                      <a:pt x="1631" y="17357"/>
                      <a:pt x="1631" y="17127"/>
                      <a:pt x="1631" y="16889"/>
                    </a:cubicBezTo>
                    <a:cubicBezTo>
                      <a:pt x="1592" y="16889"/>
                      <a:pt x="1554" y="16889"/>
                      <a:pt x="1514" y="16889"/>
                    </a:cubicBezTo>
                    <a:cubicBezTo>
                      <a:pt x="1514" y="16735"/>
                      <a:pt x="1514" y="16582"/>
                      <a:pt x="1514" y="16423"/>
                    </a:cubicBezTo>
                    <a:cubicBezTo>
                      <a:pt x="1553" y="16423"/>
                      <a:pt x="1591" y="16423"/>
                      <a:pt x="1631" y="16423"/>
                    </a:cubicBezTo>
                    <a:cubicBezTo>
                      <a:pt x="1631" y="16154"/>
                      <a:pt x="1631" y="15885"/>
                      <a:pt x="1631" y="15608"/>
                    </a:cubicBezTo>
                    <a:cubicBezTo>
                      <a:pt x="1669" y="15608"/>
                      <a:pt x="1708" y="15608"/>
                      <a:pt x="1747" y="15608"/>
                    </a:cubicBezTo>
                    <a:cubicBezTo>
                      <a:pt x="1747" y="15531"/>
                      <a:pt x="1747" y="15454"/>
                      <a:pt x="1747" y="15375"/>
                    </a:cubicBezTo>
                    <a:cubicBezTo>
                      <a:pt x="1709" y="15375"/>
                      <a:pt x="1670" y="15375"/>
                      <a:pt x="1631" y="15375"/>
                    </a:cubicBezTo>
                    <a:cubicBezTo>
                      <a:pt x="1631" y="15337"/>
                      <a:pt x="1631" y="15298"/>
                      <a:pt x="1631" y="15259"/>
                    </a:cubicBezTo>
                    <a:cubicBezTo>
                      <a:pt x="1613" y="15260"/>
                      <a:pt x="1596" y="15262"/>
                      <a:pt x="1578" y="15264"/>
                    </a:cubicBezTo>
                    <a:cubicBezTo>
                      <a:pt x="1514" y="15259"/>
                      <a:pt x="1514" y="15259"/>
                      <a:pt x="1470" y="15221"/>
                    </a:cubicBezTo>
                    <a:cubicBezTo>
                      <a:pt x="1456" y="15204"/>
                      <a:pt x="1442" y="15187"/>
                      <a:pt x="1428" y="15169"/>
                    </a:cubicBezTo>
                    <a:cubicBezTo>
                      <a:pt x="1420" y="15159"/>
                      <a:pt x="1420" y="15159"/>
                      <a:pt x="1380" y="15111"/>
                    </a:cubicBezTo>
                    <a:cubicBezTo>
                      <a:pt x="1371" y="15100"/>
                      <a:pt x="1371" y="15100"/>
                      <a:pt x="1329" y="15047"/>
                    </a:cubicBezTo>
                    <a:cubicBezTo>
                      <a:pt x="1175" y="14863"/>
                      <a:pt x="1018" y="14705"/>
                      <a:pt x="823" y="14564"/>
                    </a:cubicBezTo>
                    <a:cubicBezTo>
                      <a:pt x="704" y="14472"/>
                      <a:pt x="704" y="14472"/>
                      <a:pt x="688" y="14381"/>
                    </a:cubicBezTo>
                    <a:cubicBezTo>
                      <a:pt x="688" y="14323"/>
                      <a:pt x="691" y="14268"/>
                      <a:pt x="699" y="14210"/>
                    </a:cubicBezTo>
                    <a:cubicBezTo>
                      <a:pt x="660" y="14210"/>
                      <a:pt x="622" y="14210"/>
                      <a:pt x="582" y="14210"/>
                    </a:cubicBezTo>
                    <a:cubicBezTo>
                      <a:pt x="582" y="14172"/>
                      <a:pt x="582" y="14133"/>
                      <a:pt x="582" y="14094"/>
                    </a:cubicBezTo>
                    <a:cubicBezTo>
                      <a:pt x="544" y="14094"/>
                      <a:pt x="506" y="14094"/>
                      <a:pt x="466" y="14094"/>
                    </a:cubicBezTo>
                    <a:cubicBezTo>
                      <a:pt x="466" y="13978"/>
                      <a:pt x="466" y="13863"/>
                      <a:pt x="466" y="13744"/>
                    </a:cubicBezTo>
                    <a:cubicBezTo>
                      <a:pt x="427" y="13744"/>
                      <a:pt x="389" y="13744"/>
                      <a:pt x="349" y="13744"/>
                    </a:cubicBezTo>
                    <a:cubicBezTo>
                      <a:pt x="349" y="13667"/>
                      <a:pt x="349" y="13591"/>
                      <a:pt x="349" y="13511"/>
                    </a:cubicBezTo>
                    <a:cubicBezTo>
                      <a:pt x="311" y="13511"/>
                      <a:pt x="273" y="13511"/>
                      <a:pt x="233" y="13511"/>
                    </a:cubicBezTo>
                    <a:cubicBezTo>
                      <a:pt x="120" y="13197"/>
                      <a:pt x="102" y="12912"/>
                      <a:pt x="116" y="12580"/>
                    </a:cubicBezTo>
                    <a:cubicBezTo>
                      <a:pt x="78" y="12580"/>
                      <a:pt x="40" y="12580"/>
                      <a:pt x="0" y="12580"/>
                    </a:cubicBezTo>
                    <a:cubicBezTo>
                      <a:pt x="0" y="12310"/>
                      <a:pt x="0" y="12041"/>
                      <a:pt x="0" y="11764"/>
                    </a:cubicBezTo>
                    <a:cubicBezTo>
                      <a:pt x="38" y="11764"/>
                      <a:pt x="77" y="11764"/>
                      <a:pt x="116" y="11764"/>
                    </a:cubicBezTo>
                    <a:cubicBezTo>
                      <a:pt x="116" y="11534"/>
                      <a:pt x="116" y="11303"/>
                      <a:pt x="116" y="11065"/>
                    </a:cubicBezTo>
                    <a:cubicBezTo>
                      <a:pt x="155" y="11065"/>
                      <a:pt x="193" y="11065"/>
                      <a:pt x="233" y="11065"/>
                    </a:cubicBezTo>
                    <a:cubicBezTo>
                      <a:pt x="233" y="10912"/>
                      <a:pt x="233" y="10758"/>
                      <a:pt x="233" y="10599"/>
                    </a:cubicBezTo>
                    <a:cubicBezTo>
                      <a:pt x="271" y="10599"/>
                      <a:pt x="310" y="10599"/>
                      <a:pt x="349" y="10599"/>
                    </a:cubicBezTo>
                    <a:cubicBezTo>
                      <a:pt x="349" y="10561"/>
                      <a:pt x="349" y="10523"/>
                      <a:pt x="349" y="10483"/>
                    </a:cubicBezTo>
                    <a:cubicBezTo>
                      <a:pt x="388" y="10483"/>
                      <a:pt x="426" y="10483"/>
                      <a:pt x="466" y="10483"/>
                    </a:cubicBezTo>
                    <a:cubicBezTo>
                      <a:pt x="466" y="10406"/>
                      <a:pt x="466" y="10329"/>
                      <a:pt x="466" y="10250"/>
                    </a:cubicBezTo>
                    <a:cubicBezTo>
                      <a:pt x="504" y="10250"/>
                      <a:pt x="543" y="10250"/>
                      <a:pt x="582" y="10250"/>
                    </a:cubicBezTo>
                    <a:cubicBezTo>
                      <a:pt x="582" y="10173"/>
                      <a:pt x="582" y="10096"/>
                      <a:pt x="582" y="10017"/>
                    </a:cubicBezTo>
                    <a:cubicBezTo>
                      <a:pt x="621" y="10017"/>
                      <a:pt x="659" y="10017"/>
                      <a:pt x="699" y="10017"/>
                    </a:cubicBezTo>
                    <a:cubicBezTo>
                      <a:pt x="699" y="9979"/>
                      <a:pt x="699" y="9940"/>
                      <a:pt x="699" y="9901"/>
                    </a:cubicBezTo>
                    <a:cubicBezTo>
                      <a:pt x="737" y="9901"/>
                      <a:pt x="776" y="9901"/>
                      <a:pt x="815" y="9901"/>
                    </a:cubicBezTo>
                    <a:cubicBezTo>
                      <a:pt x="815" y="9824"/>
                      <a:pt x="815" y="9747"/>
                      <a:pt x="815" y="9668"/>
                    </a:cubicBezTo>
                    <a:cubicBezTo>
                      <a:pt x="854" y="9668"/>
                      <a:pt x="892" y="9668"/>
                      <a:pt x="932" y="9668"/>
                    </a:cubicBezTo>
                    <a:cubicBezTo>
                      <a:pt x="930" y="9650"/>
                      <a:pt x="928" y="9633"/>
                      <a:pt x="926" y="9616"/>
                    </a:cubicBezTo>
                    <a:cubicBezTo>
                      <a:pt x="934" y="9528"/>
                      <a:pt x="965" y="9508"/>
                      <a:pt x="1032" y="9453"/>
                    </a:cubicBezTo>
                    <a:cubicBezTo>
                      <a:pt x="1042" y="9444"/>
                      <a:pt x="1042" y="9444"/>
                      <a:pt x="1095" y="9399"/>
                    </a:cubicBezTo>
                    <a:cubicBezTo>
                      <a:pt x="1117" y="9381"/>
                      <a:pt x="1139" y="9362"/>
                      <a:pt x="1161" y="9344"/>
                    </a:cubicBezTo>
                    <a:cubicBezTo>
                      <a:pt x="1204" y="9307"/>
                      <a:pt x="1247" y="9271"/>
                      <a:pt x="1290" y="9234"/>
                    </a:cubicBezTo>
                    <a:cubicBezTo>
                      <a:pt x="1309" y="9218"/>
                      <a:pt x="1329" y="9202"/>
                      <a:pt x="1348" y="9186"/>
                    </a:cubicBezTo>
                    <a:cubicBezTo>
                      <a:pt x="1431" y="9115"/>
                      <a:pt x="1462" y="9081"/>
                      <a:pt x="1471" y="8972"/>
                    </a:cubicBezTo>
                    <a:cubicBezTo>
                      <a:pt x="1472" y="8965"/>
                      <a:pt x="1472" y="8965"/>
                      <a:pt x="1474" y="8927"/>
                    </a:cubicBezTo>
                    <a:cubicBezTo>
                      <a:pt x="1476" y="8911"/>
                      <a:pt x="1477" y="8896"/>
                      <a:pt x="1478" y="8880"/>
                    </a:cubicBezTo>
                    <a:cubicBezTo>
                      <a:pt x="1482" y="8831"/>
                      <a:pt x="1485" y="8781"/>
                      <a:pt x="1489" y="8732"/>
                    </a:cubicBezTo>
                    <a:cubicBezTo>
                      <a:pt x="1491" y="8699"/>
                      <a:pt x="1494" y="8665"/>
                      <a:pt x="1496" y="8632"/>
                    </a:cubicBezTo>
                    <a:cubicBezTo>
                      <a:pt x="1503" y="8550"/>
                      <a:pt x="1508" y="8468"/>
                      <a:pt x="1514" y="8386"/>
                    </a:cubicBezTo>
                    <a:cubicBezTo>
                      <a:pt x="1476" y="8386"/>
                      <a:pt x="1437" y="8386"/>
                      <a:pt x="1398" y="8386"/>
                    </a:cubicBezTo>
                    <a:cubicBezTo>
                      <a:pt x="1398" y="8002"/>
                      <a:pt x="1398" y="7618"/>
                      <a:pt x="1398" y="7222"/>
                    </a:cubicBezTo>
                    <a:cubicBezTo>
                      <a:pt x="1436" y="7222"/>
                      <a:pt x="1475" y="7222"/>
                      <a:pt x="1514" y="7222"/>
                    </a:cubicBezTo>
                    <a:cubicBezTo>
                      <a:pt x="1514" y="7068"/>
                      <a:pt x="1514" y="6914"/>
                      <a:pt x="1514" y="6756"/>
                    </a:cubicBezTo>
                    <a:cubicBezTo>
                      <a:pt x="1553" y="6756"/>
                      <a:pt x="1591" y="6756"/>
                      <a:pt x="1631" y="6756"/>
                    </a:cubicBezTo>
                    <a:cubicBezTo>
                      <a:pt x="1631" y="6640"/>
                      <a:pt x="1631" y="6525"/>
                      <a:pt x="1631" y="6406"/>
                    </a:cubicBezTo>
                    <a:cubicBezTo>
                      <a:pt x="1669" y="6406"/>
                      <a:pt x="1708" y="6406"/>
                      <a:pt x="1747" y="6406"/>
                    </a:cubicBezTo>
                    <a:cubicBezTo>
                      <a:pt x="1747" y="6368"/>
                      <a:pt x="1747" y="6329"/>
                      <a:pt x="1747" y="6290"/>
                    </a:cubicBezTo>
                    <a:cubicBezTo>
                      <a:pt x="1786" y="6290"/>
                      <a:pt x="1824" y="6290"/>
                      <a:pt x="1864" y="6290"/>
                    </a:cubicBezTo>
                    <a:cubicBezTo>
                      <a:pt x="1864" y="6213"/>
                      <a:pt x="1864" y="6136"/>
                      <a:pt x="1864" y="6057"/>
                    </a:cubicBezTo>
                    <a:cubicBezTo>
                      <a:pt x="1902" y="6057"/>
                      <a:pt x="1941" y="6057"/>
                      <a:pt x="1980" y="6057"/>
                    </a:cubicBezTo>
                    <a:cubicBezTo>
                      <a:pt x="1978" y="6042"/>
                      <a:pt x="1975" y="6028"/>
                      <a:pt x="1973" y="6013"/>
                    </a:cubicBezTo>
                    <a:cubicBezTo>
                      <a:pt x="1964" y="5918"/>
                      <a:pt x="1960" y="5851"/>
                      <a:pt x="2018" y="5773"/>
                    </a:cubicBezTo>
                    <a:cubicBezTo>
                      <a:pt x="2074" y="5723"/>
                      <a:pt x="2131" y="5677"/>
                      <a:pt x="2191" y="5631"/>
                    </a:cubicBezTo>
                    <a:cubicBezTo>
                      <a:pt x="2378" y="5479"/>
                      <a:pt x="2537" y="5323"/>
                      <a:pt x="2685" y="5133"/>
                    </a:cubicBezTo>
                    <a:cubicBezTo>
                      <a:pt x="2698" y="5116"/>
                      <a:pt x="2711" y="5100"/>
                      <a:pt x="2724" y="5083"/>
                    </a:cubicBezTo>
                    <a:cubicBezTo>
                      <a:pt x="2735" y="5069"/>
                      <a:pt x="2746" y="5054"/>
                      <a:pt x="2758" y="5039"/>
                    </a:cubicBezTo>
                    <a:cubicBezTo>
                      <a:pt x="2810" y="4997"/>
                      <a:pt x="2847" y="5003"/>
                      <a:pt x="2912" y="5009"/>
                    </a:cubicBezTo>
                    <a:cubicBezTo>
                      <a:pt x="2912" y="4970"/>
                      <a:pt x="2912" y="4932"/>
                      <a:pt x="2912" y="4892"/>
                    </a:cubicBezTo>
                    <a:cubicBezTo>
                      <a:pt x="2989" y="4892"/>
                      <a:pt x="3066" y="4892"/>
                      <a:pt x="3145" y="4892"/>
                    </a:cubicBezTo>
                    <a:cubicBezTo>
                      <a:pt x="3145" y="4854"/>
                      <a:pt x="3145" y="4815"/>
                      <a:pt x="3145" y="4776"/>
                    </a:cubicBezTo>
                    <a:cubicBezTo>
                      <a:pt x="3222" y="4776"/>
                      <a:pt x="3299" y="4776"/>
                      <a:pt x="3378" y="4776"/>
                    </a:cubicBezTo>
                    <a:cubicBezTo>
                      <a:pt x="3378" y="4737"/>
                      <a:pt x="3378" y="4699"/>
                      <a:pt x="3378" y="4659"/>
                    </a:cubicBezTo>
                    <a:cubicBezTo>
                      <a:pt x="3455" y="4659"/>
                      <a:pt x="3532" y="4659"/>
                      <a:pt x="3611" y="4659"/>
                    </a:cubicBezTo>
                    <a:cubicBezTo>
                      <a:pt x="3611" y="4621"/>
                      <a:pt x="3611" y="4582"/>
                      <a:pt x="3611" y="4543"/>
                    </a:cubicBezTo>
                    <a:cubicBezTo>
                      <a:pt x="3649" y="4543"/>
                      <a:pt x="3688" y="4543"/>
                      <a:pt x="3727" y="4543"/>
                    </a:cubicBezTo>
                    <a:cubicBezTo>
                      <a:pt x="3727" y="4350"/>
                      <a:pt x="3727" y="4158"/>
                      <a:pt x="3727" y="3960"/>
                    </a:cubicBezTo>
                    <a:cubicBezTo>
                      <a:pt x="3766" y="3960"/>
                      <a:pt x="3804" y="3960"/>
                      <a:pt x="3844" y="3960"/>
                    </a:cubicBezTo>
                    <a:cubicBezTo>
                      <a:pt x="3844" y="3845"/>
                      <a:pt x="3844" y="3730"/>
                      <a:pt x="3844" y="3611"/>
                    </a:cubicBezTo>
                    <a:cubicBezTo>
                      <a:pt x="3882" y="3611"/>
                      <a:pt x="3921" y="3611"/>
                      <a:pt x="3960" y="3611"/>
                    </a:cubicBezTo>
                    <a:cubicBezTo>
                      <a:pt x="3960" y="3457"/>
                      <a:pt x="3960" y="3303"/>
                      <a:pt x="3960" y="3145"/>
                    </a:cubicBezTo>
                    <a:cubicBezTo>
                      <a:pt x="3999" y="3145"/>
                      <a:pt x="4037" y="3145"/>
                      <a:pt x="4077" y="3145"/>
                    </a:cubicBezTo>
                    <a:cubicBezTo>
                      <a:pt x="4074" y="3131"/>
                      <a:pt x="4071" y="3117"/>
                      <a:pt x="4068" y="3102"/>
                    </a:cubicBezTo>
                    <a:cubicBezTo>
                      <a:pt x="4057" y="2995"/>
                      <a:pt x="4061" y="2934"/>
                      <a:pt x="4124" y="2845"/>
                    </a:cubicBezTo>
                    <a:cubicBezTo>
                      <a:pt x="4182" y="2783"/>
                      <a:pt x="4240" y="2727"/>
                      <a:pt x="4310" y="2679"/>
                    </a:cubicBezTo>
                    <a:cubicBezTo>
                      <a:pt x="4348" y="2679"/>
                      <a:pt x="4387" y="2679"/>
                      <a:pt x="4426" y="2679"/>
                    </a:cubicBezTo>
                    <a:cubicBezTo>
                      <a:pt x="4426" y="2602"/>
                      <a:pt x="4426" y="2525"/>
                      <a:pt x="4426" y="2446"/>
                    </a:cubicBezTo>
                    <a:cubicBezTo>
                      <a:pt x="4465" y="2446"/>
                      <a:pt x="4503" y="2446"/>
                      <a:pt x="4543" y="2446"/>
                    </a:cubicBezTo>
                    <a:cubicBezTo>
                      <a:pt x="4543" y="2408"/>
                      <a:pt x="4543" y="2369"/>
                      <a:pt x="4543" y="2330"/>
                    </a:cubicBezTo>
                    <a:cubicBezTo>
                      <a:pt x="4581" y="2330"/>
                      <a:pt x="4619" y="2330"/>
                      <a:pt x="4659" y="2330"/>
                    </a:cubicBezTo>
                    <a:cubicBezTo>
                      <a:pt x="4659" y="2291"/>
                      <a:pt x="4659" y="2253"/>
                      <a:pt x="4659" y="2213"/>
                    </a:cubicBezTo>
                    <a:cubicBezTo>
                      <a:pt x="4698" y="2213"/>
                      <a:pt x="4736" y="2213"/>
                      <a:pt x="4776" y="2213"/>
                    </a:cubicBezTo>
                    <a:cubicBezTo>
                      <a:pt x="4776" y="2175"/>
                      <a:pt x="4776" y="2136"/>
                      <a:pt x="4776" y="2097"/>
                    </a:cubicBezTo>
                    <a:cubicBezTo>
                      <a:pt x="4814" y="2097"/>
                      <a:pt x="4852" y="2097"/>
                      <a:pt x="4892" y="2097"/>
                    </a:cubicBezTo>
                    <a:cubicBezTo>
                      <a:pt x="4892" y="2058"/>
                      <a:pt x="4892" y="2020"/>
                      <a:pt x="4892" y="1980"/>
                    </a:cubicBezTo>
                    <a:cubicBezTo>
                      <a:pt x="4969" y="1980"/>
                      <a:pt x="5046" y="1980"/>
                      <a:pt x="5125" y="1980"/>
                    </a:cubicBezTo>
                    <a:cubicBezTo>
                      <a:pt x="5125" y="1942"/>
                      <a:pt x="5125" y="1903"/>
                      <a:pt x="5125" y="1864"/>
                    </a:cubicBezTo>
                    <a:cubicBezTo>
                      <a:pt x="5163" y="1864"/>
                      <a:pt x="5202" y="1864"/>
                      <a:pt x="5241" y="1864"/>
                    </a:cubicBezTo>
                    <a:cubicBezTo>
                      <a:pt x="5241" y="1825"/>
                      <a:pt x="5241" y="1787"/>
                      <a:pt x="5241" y="1747"/>
                    </a:cubicBezTo>
                    <a:cubicBezTo>
                      <a:pt x="5280" y="1747"/>
                      <a:pt x="5318" y="1747"/>
                      <a:pt x="5358" y="1747"/>
                    </a:cubicBezTo>
                    <a:cubicBezTo>
                      <a:pt x="5358" y="1709"/>
                      <a:pt x="5358" y="1670"/>
                      <a:pt x="5358" y="1631"/>
                    </a:cubicBezTo>
                    <a:cubicBezTo>
                      <a:pt x="5435" y="1631"/>
                      <a:pt x="5512" y="1631"/>
                      <a:pt x="5591" y="1631"/>
                    </a:cubicBezTo>
                    <a:cubicBezTo>
                      <a:pt x="5591" y="1592"/>
                      <a:pt x="5591" y="1554"/>
                      <a:pt x="5591" y="1514"/>
                    </a:cubicBezTo>
                    <a:cubicBezTo>
                      <a:pt x="5745" y="1514"/>
                      <a:pt x="5898" y="1514"/>
                      <a:pt x="6057" y="1514"/>
                    </a:cubicBezTo>
                    <a:cubicBezTo>
                      <a:pt x="6057" y="1476"/>
                      <a:pt x="6057" y="1437"/>
                      <a:pt x="6057" y="1398"/>
                    </a:cubicBezTo>
                    <a:cubicBezTo>
                      <a:pt x="6172" y="1398"/>
                      <a:pt x="6287" y="1398"/>
                      <a:pt x="6406" y="1398"/>
                    </a:cubicBezTo>
                    <a:cubicBezTo>
                      <a:pt x="6406" y="1359"/>
                      <a:pt x="6406" y="1321"/>
                      <a:pt x="6406" y="1281"/>
                    </a:cubicBezTo>
                    <a:cubicBezTo>
                      <a:pt x="6714" y="1281"/>
                      <a:pt x="7021" y="1281"/>
                      <a:pt x="7338" y="1281"/>
                    </a:cubicBezTo>
                    <a:cubicBezTo>
                      <a:pt x="7338" y="1243"/>
                      <a:pt x="7338" y="1204"/>
                      <a:pt x="7338" y="1165"/>
                    </a:cubicBezTo>
                    <a:cubicBezTo>
                      <a:pt x="7415" y="1165"/>
                      <a:pt x="7492" y="1165"/>
                      <a:pt x="7571" y="1165"/>
                    </a:cubicBezTo>
                    <a:cubicBezTo>
                      <a:pt x="7571" y="1088"/>
                      <a:pt x="7571" y="1011"/>
                      <a:pt x="7571" y="932"/>
                    </a:cubicBezTo>
                    <a:cubicBezTo>
                      <a:pt x="7609" y="932"/>
                      <a:pt x="7648" y="932"/>
                      <a:pt x="7688" y="932"/>
                    </a:cubicBezTo>
                    <a:cubicBezTo>
                      <a:pt x="7688" y="893"/>
                      <a:pt x="7688" y="855"/>
                      <a:pt x="7688" y="815"/>
                    </a:cubicBezTo>
                    <a:cubicBezTo>
                      <a:pt x="7726" y="815"/>
                      <a:pt x="7764" y="815"/>
                      <a:pt x="7804" y="815"/>
                    </a:cubicBezTo>
                    <a:cubicBezTo>
                      <a:pt x="7804" y="777"/>
                      <a:pt x="7804" y="738"/>
                      <a:pt x="7804" y="699"/>
                    </a:cubicBezTo>
                    <a:cubicBezTo>
                      <a:pt x="7842" y="699"/>
                      <a:pt x="7881" y="699"/>
                      <a:pt x="7920" y="699"/>
                    </a:cubicBezTo>
                    <a:cubicBezTo>
                      <a:pt x="7920" y="660"/>
                      <a:pt x="7920" y="622"/>
                      <a:pt x="7920" y="582"/>
                    </a:cubicBezTo>
                    <a:cubicBezTo>
                      <a:pt x="7931" y="579"/>
                      <a:pt x="7931" y="579"/>
                      <a:pt x="7982" y="561"/>
                    </a:cubicBezTo>
                    <a:cubicBezTo>
                      <a:pt x="8009" y="551"/>
                      <a:pt x="8035" y="542"/>
                      <a:pt x="8062" y="531"/>
                    </a:cubicBezTo>
                    <a:cubicBezTo>
                      <a:pt x="8076" y="527"/>
                      <a:pt x="8076" y="527"/>
                      <a:pt x="8142" y="503"/>
                    </a:cubicBezTo>
                    <a:cubicBezTo>
                      <a:pt x="8212" y="466"/>
                      <a:pt x="8212" y="466"/>
                      <a:pt x="8243" y="404"/>
                    </a:cubicBezTo>
                    <a:cubicBezTo>
                      <a:pt x="8252" y="386"/>
                      <a:pt x="8261" y="368"/>
                      <a:pt x="8270" y="349"/>
                    </a:cubicBezTo>
                    <a:cubicBezTo>
                      <a:pt x="8327" y="338"/>
                      <a:pt x="8327" y="338"/>
                      <a:pt x="8390" y="342"/>
                    </a:cubicBezTo>
                    <a:cubicBezTo>
                      <a:pt x="8411" y="343"/>
                      <a:pt x="8432" y="344"/>
                      <a:pt x="8454" y="345"/>
                    </a:cubicBezTo>
                    <a:cubicBezTo>
                      <a:pt x="8470" y="347"/>
                      <a:pt x="8486" y="348"/>
                      <a:pt x="8503" y="349"/>
                    </a:cubicBezTo>
                    <a:cubicBezTo>
                      <a:pt x="8503" y="311"/>
                      <a:pt x="8503" y="273"/>
                      <a:pt x="8503" y="233"/>
                    </a:cubicBezTo>
                    <a:cubicBezTo>
                      <a:pt x="8580" y="233"/>
                      <a:pt x="8657" y="233"/>
                      <a:pt x="8736" y="233"/>
                    </a:cubicBezTo>
                    <a:cubicBezTo>
                      <a:pt x="8736" y="195"/>
                      <a:pt x="8736" y="156"/>
                      <a:pt x="8736" y="116"/>
                    </a:cubicBezTo>
                    <a:cubicBezTo>
                      <a:pt x="8890" y="116"/>
                      <a:pt x="9043" y="116"/>
                      <a:pt x="9202" y="116"/>
                    </a:cubicBezTo>
                    <a:cubicBezTo>
                      <a:pt x="9202" y="78"/>
                      <a:pt x="9202" y="40"/>
                      <a:pt x="9202" y="0"/>
                    </a:cubicBezTo>
                    <a:close/>
                    <a:moveTo>
                      <a:pt x="9318" y="815"/>
                    </a:moveTo>
                    <a:cubicBezTo>
                      <a:pt x="9318" y="854"/>
                      <a:pt x="9318" y="892"/>
                      <a:pt x="9318" y="932"/>
                    </a:cubicBezTo>
                    <a:cubicBezTo>
                      <a:pt x="9299" y="935"/>
                      <a:pt x="9280" y="939"/>
                      <a:pt x="9261" y="943"/>
                    </a:cubicBezTo>
                    <a:cubicBezTo>
                      <a:pt x="9120" y="969"/>
                      <a:pt x="8986" y="999"/>
                      <a:pt x="8852" y="1048"/>
                    </a:cubicBezTo>
                    <a:cubicBezTo>
                      <a:pt x="8852" y="1087"/>
                      <a:pt x="8852" y="1125"/>
                      <a:pt x="8852" y="1165"/>
                    </a:cubicBezTo>
                    <a:cubicBezTo>
                      <a:pt x="8833" y="1168"/>
                      <a:pt x="8814" y="1172"/>
                      <a:pt x="8795" y="1175"/>
                    </a:cubicBezTo>
                    <a:cubicBezTo>
                      <a:pt x="8654" y="1202"/>
                      <a:pt x="8520" y="1232"/>
                      <a:pt x="8386" y="1281"/>
                    </a:cubicBezTo>
                    <a:cubicBezTo>
                      <a:pt x="8386" y="1320"/>
                      <a:pt x="8386" y="1358"/>
                      <a:pt x="8386" y="1398"/>
                    </a:cubicBezTo>
                    <a:cubicBezTo>
                      <a:pt x="8369" y="1395"/>
                      <a:pt x="8351" y="1393"/>
                      <a:pt x="8333" y="1390"/>
                    </a:cubicBezTo>
                    <a:cubicBezTo>
                      <a:pt x="8270" y="1398"/>
                      <a:pt x="8270" y="1398"/>
                      <a:pt x="8228" y="1449"/>
                    </a:cubicBezTo>
                    <a:cubicBezTo>
                      <a:pt x="8216" y="1473"/>
                      <a:pt x="8203" y="1497"/>
                      <a:pt x="8190" y="1521"/>
                    </a:cubicBezTo>
                    <a:cubicBezTo>
                      <a:pt x="8175" y="1547"/>
                      <a:pt x="8160" y="1573"/>
                      <a:pt x="8145" y="1598"/>
                    </a:cubicBezTo>
                    <a:cubicBezTo>
                      <a:pt x="8111" y="1658"/>
                      <a:pt x="8084" y="1716"/>
                      <a:pt x="8059" y="1780"/>
                    </a:cubicBezTo>
                    <a:cubicBezTo>
                      <a:pt x="8012" y="1886"/>
                      <a:pt x="7960" y="1973"/>
                      <a:pt x="7862" y="2038"/>
                    </a:cubicBezTo>
                    <a:cubicBezTo>
                      <a:pt x="7659" y="2101"/>
                      <a:pt x="7436" y="2090"/>
                      <a:pt x="7225" y="2089"/>
                    </a:cubicBezTo>
                    <a:cubicBezTo>
                      <a:pt x="7146" y="2089"/>
                      <a:pt x="7067" y="2091"/>
                      <a:pt x="6987" y="2093"/>
                    </a:cubicBezTo>
                    <a:cubicBezTo>
                      <a:pt x="6833" y="2096"/>
                      <a:pt x="6678" y="2097"/>
                      <a:pt x="6523" y="2097"/>
                    </a:cubicBezTo>
                    <a:cubicBezTo>
                      <a:pt x="6523" y="2135"/>
                      <a:pt x="6523" y="2173"/>
                      <a:pt x="6523" y="2213"/>
                    </a:cubicBezTo>
                    <a:cubicBezTo>
                      <a:pt x="6446" y="2213"/>
                      <a:pt x="6369" y="2213"/>
                      <a:pt x="6290" y="2213"/>
                    </a:cubicBezTo>
                    <a:cubicBezTo>
                      <a:pt x="6290" y="2252"/>
                      <a:pt x="6290" y="2290"/>
                      <a:pt x="6290" y="2330"/>
                    </a:cubicBezTo>
                    <a:cubicBezTo>
                      <a:pt x="6267" y="2328"/>
                      <a:pt x="6243" y="2325"/>
                      <a:pt x="6219" y="2323"/>
                    </a:cubicBezTo>
                    <a:cubicBezTo>
                      <a:pt x="5972" y="2308"/>
                      <a:pt x="5972" y="2308"/>
                      <a:pt x="5884" y="2366"/>
                    </a:cubicBezTo>
                    <a:cubicBezTo>
                      <a:pt x="5857" y="2397"/>
                      <a:pt x="5830" y="2429"/>
                      <a:pt x="5804" y="2462"/>
                    </a:cubicBezTo>
                    <a:cubicBezTo>
                      <a:pt x="5743" y="2530"/>
                      <a:pt x="5678" y="2542"/>
                      <a:pt x="5591" y="2562"/>
                    </a:cubicBezTo>
                    <a:cubicBezTo>
                      <a:pt x="5593" y="2581"/>
                      <a:pt x="5595" y="2599"/>
                      <a:pt x="5597" y="2618"/>
                    </a:cubicBezTo>
                    <a:cubicBezTo>
                      <a:pt x="5595" y="2638"/>
                      <a:pt x="5593" y="2658"/>
                      <a:pt x="5591" y="2679"/>
                    </a:cubicBezTo>
                    <a:cubicBezTo>
                      <a:pt x="5548" y="2708"/>
                      <a:pt x="5548" y="2708"/>
                      <a:pt x="5489" y="2730"/>
                    </a:cubicBezTo>
                    <a:cubicBezTo>
                      <a:pt x="5386" y="2776"/>
                      <a:pt x="5307" y="2833"/>
                      <a:pt x="5227" y="2912"/>
                    </a:cubicBezTo>
                    <a:cubicBezTo>
                      <a:pt x="5207" y="2931"/>
                      <a:pt x="5188" y="2950"/>
                      <a:pt x="5168" y="2970"/>
                    </a:cubicBezTo>
                    <a:cubicBezTo>
                      <a:pt x="5120" y="3036"/>
                      <a:pt x="5115" y="3066"/>
                      <a:pt x="5125" y="3145"/>
                    </a:cubicBezTo>
                    <a:cubicBezTo>
                      <a:pt x="5087" y="3145"/>
                      <a:pt x="5048" y="3145"/>
                      <a:pt x="5009" y="3145"/>
                    </a:cubicBezTo>
                    <a:cubicBezTo>
                      <a:pt x="5009" y="3222"/>
                      <a:pt x="5009" y="3299"/>
                      <a:pt x="5009" y="3378"/>
                    </a:cubicBezTo>
                    <a:cubicBezTo>
                      <a:pt x="4970" y="3378"/>
                      <a:pt x="4932" y="3378"/>
                      <a:pt x="4892" y="3378"/>
                    </a:cubicBezTo>
                    <a:cubicBezTo>
                      <a:pt x="4892" y="3455"/>
                      <a:pt x="4892" y="3532"/>
                      <a:pt x="4892" y="3611"/>
                    </a:cubicBezTo>
                    <a:cubicBezTo>
                      <a:pt x="4854" y="3611"/>
                      <a:pt x="4815" y="3611"/>
                      <a:pt x="4776" y="3611"/>
                    </a:cubicBezTo>
                    <a:cubicBezTo>
                      <a:pt x="4776" y="3649"/>
                      <a:pt x="4776" y="3688"/>
                      <a:pt x="4776" y="3727"/>
                    </a:cubicBezTo>
                    <a:cubicBezTo>
                      <a:pt x="4737" y="3727"/>
                      <a:pt x="4699" y="3727"/>
                      <a:pt x="4659" y="3727"/>
                    </a:cubicBezTo>
                    <a:cubicBezTo>
                      <a:pt x="4659" y="3736"/>
                      <a:pt x="4659" y="3736"/>
                      <a:pt x="4658" y="3777"/>
                    </a:cubicBezTo>
                    <a:cubicBezTo>
                      <a:pt x="4653" y="3933"/>
                      <a:pt x="4648" y="4089"/>
                      <a:pt x="4642" y="4245"/>
                    </a:cubicBezTo>
                    <a:cubicBezTo>
                      <a:pt x="4639" y="4325"/>
                      <a:pt x="4637" y="4406"/>
                      <a:pt x="4635" y="4486"/>
                    </a:cubicBezTo>
                    <a:cubicBezTo>
                      <a:pt x="4632" y="4563"/>
                      <a:pt x="4630" y="4641"/>
                      <a:pt x="4627" y="4718"/>
                    </a:cubicBezTo>
                    <a:cubicBezTo>
                      <a:pt x="4625" y="4762"/>
                      <a:pt x="4624" y="4806"/>
                      <a:pt x="4623" y="4849"/>
                    </a:cubicBezTo>
                    <a:cubicBezTo>
                      <a:pt x="4613" y="5071"/>
                      <a:pt x="4613" y="5071"/>
                      <a:pt x="4546" y="5143"/>
                    </a:cubicBezTo>
                    <a:cubicBezTo>
                      <a:pt x="4474" y="5190"/>
                      <a:pt x="4417" y="5206"/>
                      <a:pt x="4331" y="5220"/>
                    </a:cubicBezTo>
                    <a:cubicBezTo>
                      <a:pt x="4319" y="5222"/>
                      <a:pt x="4319" y="5222"/>
                      <a:pt x="4253" y="5233"/>
                    </a:cubicBezTo>
                    <a:cubicBezTo>
                      <a:pt x="4233" y="5236"/>
                      <a:pt x="4213" y="5239"/>
                      <a:pt x="4193" y="5241"/>
                    </a:cubicBezTo>
                    <a:cubicBezTo>
                      <a:pt x="4193" y="5280"/>
                      <a:pt x="4193" y="5318"/>
                      <a:pt x="4193" y="5358"/>
                    </a:cubicBezTo>
                    <a:cubicBezTo>
                      <a:pt x="4171" y="5357"/>
                      <a:pt x="4148" y="5355"/>
                      <a:pt x="4125" y="5354"/>
                    </a:cubicBezTo>
                    <a:cubicBezTo>
                      <a:pt x="3947" y="5346"/>
                      <a:pt x="3811" y="5355"/>
                      <a:pt x="3649" y="5438"/>
                    </a:cubicBezTo>
                    <a:cubicBezTo>
                      <a:pt x="3643" y="5444"/>
                      <a:pt x="3643" y="5444"/>
                      <a:pt x="3611" y="5474"/>
                    </a:cubicBezTo>
                    <a:cubicBezTo>
                      <a:pt x="3611" y="5513"/>
                      <a:pt x="3611" y="5551"/>
                      <a:pt x="3611" y="5591"/>
                    </a:cubicBezTo>
                    <a:cubicBezTo>
                      <a:pt x="3534" y="5591"/>
                      <a:pt x="3457" y="5591"/>
                      <a:pt x="3378" y="5591"/>
                    </a:cubicBezTo>
                    <a:cubicBezTo>
                      <a:pt x="3378" y="5629"/>
                      <a:pt x="3378" y="5668"/>
                      <a:pt x="3378" y="5707"/>
                    </a:cubicBezTo>
                    <a:cubicBezTo>
                      <a:pt x="3339" y="5707"/>
                      <a:pt x="3301" y="5707"/>
                      <a:pt x="3261" y="5707"/>
                    </a:cubicBezTo>
                    <a:cubicBezTo>
                      <a:pt x="3261" y="5746"/>
                      <a:pt x="3261" y="5784"/>
                      <a:pt x="3261" y="5824"/>
                    </a:cubicBezTo>
                    <a:cubicBezTo>
                      <a:pt x="3223" y="5824"/>
                      <a:pt x="3184" y="5824"/>
                      <a:pt x="3145" y="5824"/>
                    </a:cubicBezTo>
                    <a:cubicBezTo>
                      <a:pt x="3145" y="5862"/>
                      <a:pt x="3145" y="5901"/>
                      <a:pt x="3145" y="5940"/>
                    </a:cubicBezTo>
                    <a:cubicBezTo>
                      <a:pt x="3106" y="5940"/>
                      <a:pt x="3068" y="5940"/>
                      <a:pt x="3028" y="5940"/>
                    </a:cubicBezTo>
                    <a:cubicBezTo>
                      <a:pt x="3028" y="5979"/>
                      <a:pt x="3028" y="6017"/>
                      <a:pt x="3028" y="6057"/>
                    </a:cubicBezTo>
                    <a:cubicBezTo>
                      <a:pt x="2990" y="6057"/>
                      <a:pt x="2952" y="6057"/>
                      <a:pt x="2912" y="6057"/>
                    </a:cubicBezTo>
                    <a:cubicBezTo>
                      <a:pt x="2912" y="6095"/>
                      <a:pt x="2912" y="6134"/>
                      <a:pt x="2912" y="6173"/>
                    </a:cubicBezTo>
                    <a:cubicBezTo>
                      <a:pt x="2894" y="6171"/>
                      <a:pt x="2876" y="6169"/>
                      <a:pt x="2858" y="6167"/>
                    </a:cubicBezTo>
                    <a:cubicBezTo>
                      <a:pt x="2795" y="6173"/>
                      <a:pt x="2795" y="6173"/>
                      <a:pt x="2761" y="6212"/>
                    </a:cubicBezTo>
                    <a:cubicBezTo>
                      <a:pt x="2752" y="6230"/>
                      <a:pt x="2743" y="6248"/>
                      <a:pt x="2733" y="6267"/>
                    </a:cubicBezTo>
                    <a:cubicBezTo>
                      <a:pt x="2723" y="6287"/>
                      <a:pt x="2713" y="6307"/>
                      <a:pt x="2702" y="6328"/>
                    </a:cubicBezTo>
                    <a:cubicBezTo>
                      <a:pt x="2692" y="6349"/>
                      <a:pt x="2682" y="6370"/>
                      <a:pt x="2672" y="6392"/>
                    </a:cubicBezTo>
                    <a:cubicBezTo>
                      <a:pt x="2661" y="6412"/>
                      <a:pt x="2650" y="6432"/>
                      <a:pt x="2640" y="6453"/>
                    </a:cubicBezTo>
                    <a:cubicBezTo>
                      <a:pt x="2569" y="6597"/>
                      <a:pt x="2548" y="6713"/>
                      <a:pt x="2562" y="6872"/>
                    </a:cubicBezTo>
                    <a:cubicBezTo>
                      <a:pt x="2524" y="6872"/>
                      <a:pt x="2486" y="6872"/>
                      <a:pt x="2446" y="6872"/>
                    </a:cubicBezTo>
                    <a:cubicBezTo>
                      <a:pt x="2446" y="6911"/>
                      <a:pt x="2446" y="6949"/>
                      <a:pt x="2446" y="6989"/>
                    </a:cubicBezTo>
                    <a:cubicBezTo>
                      <a:pt x="2408" y="6989"/>
                      <a:pt x="2369" y="6989"/>
                      <a:pt x="2330" y="6989"/>
                    </a:cubicBezTo>
                    <a:cubicBezTo>
                      <a:pt x="2330" y="7142"/>
                      <a:pt x="2330" y="7296"/>
                      <a:pt x="2330" y="7455"/>
                    </a:cubicBezTo>
                    <a:cubicBezTo>
                      <a:pt x="2291" y="7455"/>
                      <a:pt x="2253" y="7455"/>
                      <a:pt x="2213" y="7455"/>
                    </a:cubicBezTo>
                    <a:cubicBezTo>
                      <a:pt x="2213" y="7724"/>
                      <a:pt x="2213" y="7993"/>
                      <a:pt x="2213" y="8270"/>
                    </a:cubicBezTo>
                    <a:cubicBezTo>
                      <a:pt x="2252" y="8270"/>
                      <a:pt x="2290" y="8270"/>
                      <a:pt x="2330" y="8270"/>
                    </a:cubicBezTo>
                    <a:cubicBezTo>
                      <a:pt x="2329" y="8282"/>
                      <a:pt x="2328" y="8295"/>
                      <a:pt x="2327" y="8308"/>
                    </a:cubicBezTo>
                    <a:cubicBezTo>
                      <a:pt x="2310" y="8575"/>
                      <a:pt x="2311" y="8739"/>
                      <a:pt x="2469" y="8960"/>
                    </a:cubicBezTo>
                    <a:cubicBezTo>
                      <a:pt x="2524" y="9064"/>
                      <a:pt x="2508" y="9141"/>
                      <a:pt x="2476" y="9252"/>
                    </a:cubicBezTo>
                    <a:cubicBezTo>
                      <a:pt x="2420" y="9374"/>
                      <a:pt x="2343" y="9459"/>
                      <a:pt x="2221" y="9516"/>
                    </a:cubicBezTo>
                    <a:cubicBezTo>
                      <a:pt x="2173" y="9533"/>
                      <a:pt x="2173" y="9533"/>
                      <a:pt x="2097" y="9551"/>
                    </a:cubicBezTo>
                    <a:cubicBezTo>
                      <a:pt x="2097" y="9590"/>
                      <a:pt x="2097" y="9628"/>
                      <a:pt x="2097" y="9668"/>
                    </a:cubicBezTo>
                    <a:cubicBezTo>
                      <a:pt x="2058" y="9668"/>
                      <a:pt x="2020" y="9668"/>
                      <a:pt x="1980" y="9668"/>
                    </a:cubicBezTo>
                    <a:cubicBezTo>
                      <a:pt x="1980" y="9706"/>
                      <a:pt x="1980" y="9744"/>
                      <a:pt x="1980" y="9784"/>
                    </a:cubicBezTo>
                    <a:cubicBezTo>
                      <a:pt x="1942" y="9784"/>
                      <a:pt x="1903" y="9784"/>
                      <a:pt x="1864" y="9784"/>
                    </a:cubicBezTo>
                    <a:cubicBezTo>
                      <a:pt x="1864" y="9823"/>
                      <a:pt x="1864" y="9861"/>
                      <a:pt x="1864" y="9901"/>
                    </a:cubicBezTo>
                    <a:cubicBezTo>
                      <a:pt x="1825" y="9901"/>
                      <a:pt x="1787" y="9901"/>
                      <a:pt x="1747" y="9901"/>
                    </a:cubicBezTo>
                    <a:cubicBezTo>
                      <a:pt x="1747" y="9939"/>
                      <a:pt x="1747" y="9977"/>
                      <a:pt x="1747" y="10017"/>
                    </a:cubicBezTo>
                    <a:cubicBezTo>
                      <a:pt x="1709" y="10017"/>
                      <a:pt x="1670" y="10017"/>
                      <a:pt x="1631" y="10017"/>
                    </a:cubicBezTo>
                    <a:cubicBezTo>
                      <a:pt x="1631" y="10055"/>
                      <a:pt x="1631" y="10094"/>
                      <a:pt x="1631" y="10134"/>
                    </a:cubicBezTo>
                    <a:cubicBezTo>
                      <a:pt x="1592" y="10134"/>
                      <a:pt x="1554" y="10134"/>
                      <a:pt x="1514" y="10134"/>
                    </a:cubicBezTo>
                    <a:cubicBezTo>
                      <a:pt x="1514" y="10172"/>
                      <a:pt x="1514" y="10210"/>
                      <a:pt x="1514" y="10250"/>
                    </a:cubicBezTo>
                    <a:cubicBezTo>
                      <a:pt x="1476" y="10250"/>
                      <a:pt x="1437" y="10250"/>
                      <a:pt x="1398" y="10250"/>
                    </a:cubicBezTo>
                    <a:cubicBezTo>
                      <a:pt x="1398" y="10327"/>
                      <a:pt x="1398" y="10404"/>
                      <a:pt x="1398" y="10483"/>
                    </a:cubicBezTo>
                    <a:cubicBezTo>
                      <a:pt x="1359" y="10483"/>
                      <a:pt x="1321" y="10483"/>
                      <a:pt x="1281" y="10483"/>
                    </a:cubicBezTo>
                    <a:cubicBezTo>
                      <a:pt x="1281" y="10521"/>
                      <a:pt x="1281" y="10560"/>
                      <a:pt x="1281" y="10599"/>
                    </a:cubicBezTo>
                    <a:cubicBezTo>
                      <a:pt x="1243" y="10599"/>
                      <a:pt x="1204" y="10599"/>
                      <a:pt x="1165" y="10599"/>
                    </a:cubicBezTo>
                    <a:cubicBezTo>
                      <a:pt x="1163" y="10624"/>
                      <a:pt x="1160" y="10649"/>
                      <a:pt x="1158" y="10674"/>
                    </a:cubicBezTo>
                    <a:cubicBezTo>
                      <a:pt x="1154" y="10709"/>
                      <a:pt x="1150" y="10743"/>
                      <a:pt x="1147" y="10778"/>
                    </a:cubicBezTo>
                    <a:cubicBezTo>
                      <a:pt x="1145" y="10794"/>
                      <a:pt x="1144" y="10810"/>
                      <a:pt x="1143" y="10826"/>
                    </a:cubicBezTo>
                    <a:cubicBezTo>
                      <a:pt x="1131" y="10922"/>
                      <a:pt x="1111" y="11003"/>
                      <a:pt x="1066" y="11088"/>
                    </a:cubicBezTo>
                    <a:cubicBezTo>
                      <a:pt x="909" y="11390"/>
                      <a:pt x="905" y="11687"/>
                      <a:pt x="909" y="12020"/>
                    </a:cubicBezTo>
                    <a:cubicBezTo>
                      <a:pt x="910" y="12098"/>
                      <a:pt x="909" y="12176"/>
                      <a:pt x="908" y="12253"/>
                    </a:cubicBezTo>
                    <a:cubicBezTo>
                      <a:pt x="905" y="12590"/>
                      <a:pt x="923" y="12878"/>
                      <a:pt x="1087" y="13179"/>
                    </a:cubicBezTo>
                    <a:cubicBezTo>
                      <a:pt x="1136" y="13283"/>
                      <a:pt x="1150" y="13399"/>
                      <a:pt x="1165" y="13511"/>
                    </a:cubicBezTo>
                    <a:cubicBezTo>
                      <a:pt x="1203" y="13511"/>
                      <a:pt x="1242" y="13511"/>
                      <a:pt x="1281" y="13511"/>
                    </a:cubicBezTo>
                    <a:cubicBezTo>
                      <a:pt x="1281" y="13588"/>
                      <a:pt x="1281" y="13665"/>
                      <a:pt x="1281" y="13744"/>
                    </a:cubicBezTo>
                    <a:cubicBezTo>
                      <a:pt x="1320" y="13744"/>
                      <a:pt x="1358" y="13744"/>
                      <a:pt x="1398" y="13744"/>
                    </a:cubicBezTo>
                    <a:cubicBezTo>
                      <a:pt x="1398" y="13821"/>
                      <a:pt x="1398" y="13898"/>
                      <a:pt x="1398" y="13977"/>
                    </a:cubicBezTo>
                    <a:cubicBezTo>
                      <a:pt x="1436" y="13977"/>
                      <a:pt x="1475" y="13977"/>
                      <a:pt x="1514" y="13977"/>
                    </a:cubicBezTo>
                    <a:cubicBezTo>
                      <a:pt x="1514" y="14016"/>
                      <a:pt x="1514" y="14054"/>
                      <a:pt x="1514" y="14094"/>
                    </a:cubicBezTo>
                    <a:cubicBezTo>
                      <a:pt x="1553" y="14094"/>
                      <a:pt x="1591" y="14094"/>
                      <a:pt x="1631" y="14094"/>
                    </a:cubicBezTo>
                    <a:cubicBezTo>
                      <a:pt x="1631" y="14132"/>
                      <a:pt x="1631" y="14171"/>
                      <a:pt x="1631" y="14210"/>
                    </a:cubicBezTo>
                    <a:cubicBezTo>
                      <a:pt x="1669" y="14210"/>
                      <a:pt x="1708" y="14210"/>
                      <a:pt x="1747" y="14210"/>
                    </a:cubicBezTo>
                    <a:cubicBezTo>
                      <a:pt x="1747" y="14249"/>
                      <a:pt x="1747" y="14287"/>
                      <a:pt x="1747" y="14327"/>
                    </a:cubicBezTo>
                    <a:cubicBezTo>
                      <a:pt x="1786" y="14327"/>
                      <a:pt x="1824" y="14327"/>
                      <a:pt x="1864" y="14327"/>
                    </a:cubicBezTo>
                    <a:cubicBezTo>
                      <a:pt x="1864" y="14365"/>
                      <a:pt x="1864" y="14404"/>
                      <a:pt x="1864" y="14443"/>
                    </a:cubicBezTo>
                    <a:cubicBezTo>
                      <a:pt x="1902" y="14443"/>
                      <a:pt x="1941" y="14443"/>
                      <a:pt x="1980" y="14443"/>
                    </a:cubicBezTo>
                    <a:cubicBezTo>
                      <a:pt x="1980" y="14482"/>
                      <a:pt x="1980" y="14520"/>
                      <a:pt x="1980" y="14560"/>
                    </a:cubicBezTo>
                    <a:cubicBezTo>
                      <a:pt x="2019" y="14560"/>
                      <a:pt x="2057" y="14560"/>
                      <a:pt x="2097" y="14560"/>
                    </a:cubicBezTo>
                    <a:cubicBezTo>
                      <a:pt x="2097" y="14598"/>
                      <a:pt x="2097" y="14637"/>
                      <a:pt x="2097" y="14676"/>
                    </a:cubicBezTo>
                    <a:cubicBezTo>
                      <a:pt x="2135" y="14676"/>
                      <a:pt x="2173" y="14676"/>
                      <a:pt x="2213" y="14676"/>
                    </a:cubicBezTo>
                    <a:cubicBezTo>
                      <a:pt x="2213" y="14715"/>
                      <a:pt x="2213" y="14753"/>
                      <a:pt x="2213" y="14793"/>
                    </a:cubicBezTo>
                    <a:cubicBezTo>
                      <a:pt x="2290" y="14793"/>
                      <a:pt x="2367" y="14793"/>
                      <a:pt x="2446" y="14793"/>
                    </a:cubicBezTo>
                    <a:cubicBezTo>
                      <a:pt x="2446" y="14831"/>
                      <a:pt x="2446" y="14869"/>
                      <a:pt x="2446" y="14909"/>
                    </a:cubicBezTo>
                    <a:cubicBezTo>
                      <a:pt x="2484" y="14909"/>
                      <a:pt x="2523" y="14909"/>
                      <a:pt x="2562" y="14909"/>
                    </a:cubicBezTo>
                    <a:cubicBezTo>
                      <a:pt x="2574" y="14995"/>
                      <a:pt x="2585" y="15081"/>
                      <a:pt x="2595" y="15168"/>
                    </a:cubicBezTo>
                    <a:cubicBezTo>
                      <a:pt x="2599" y="15192"/>
                      <a:pt x="2602" y="15217"/>
                      <a:pt x="2605" y="15242"/>
                    </a:cubicBezTo>
                    <a:cubicBezTo>
                      <a:pt x="2608" y="15265"/>
                      <a:pt x="2611" y="15289"/>
                      <a:pt x="2614" y="15313"/>
                    </a:cubicBezTo>
                    <a:cubicBezTo>
                      <a:pt x="2616" y="15335"/>
                      <a:pt x="2619" y="15356"/>
                      <a:pt x="2622" y="15378"/>
                    </a:cubicBezTo>
                    <a:cubicBezTo>
                      <a:pt x="2621" y="15433"/>
                      <a:pt x="2621" y="15433"/>
                      <a:pt x="2562" y="15491"/>
                    </a:cubicBezTo>
                    <a:cubicBezTo>
                      <a:pt x="2558" y="15552"/>
                      <a:pt x="2557" y="15609"/>
                      <a:pt x="2559" y="15670"/>
                    </a:cubicBezTo>
                    <a:cubicBezTo>
                      <a:pt x="2559" y="15686"/>
                      <a:pt x="2559" y="15703"/>
                      <a:pt x="2560" y="15720"/>
                    </a:cubicBezTo>
                    <a:cubicBezTo>
                      <a:pt x="2560" y="15760"/>
                      <a:pt x="2561" y="15800"/>
                      <a:pt x="2562" y="15841"/>
                    </a:cubicBezTo>
                    <a:cubicBezTo>
                      <a:pt x="2524" y="15841"/>
                      <a:pt x="2486" y="15841"/>
                      <a:pt x="2446" y="15841"/>
                    </a:cubicBezTo>
                    <a:cubicBezTo>
                      <a:pt x="2439" y="16014"/>
                      <a:pt x="2434" y="16187"/>
                      <a:pt x="2431" y="16360"/>
                    </a:cubicBezTo>
                    <a:cubicBezTo>
                      <a:pt x="2429" y="16441"/>
                      <a:pt x="2427" y="16521"/>
                      <a:pt x="2424" y="16602"/>
                    </a:cubicBezTo>
                    <a:cubicBezTo>
                      <a:pt x="2408" y="17006"/>
                      <a:pt x="2432" y="17299"/>
                      <a:pt x="2668" y="17645"/>
                    </a:cubicBezTo>
                    <a:cubicBezTo>
                      <a:pt x="2752" y="17773"/>
                      <a:pt x="2775" y="17905"/>
                      <a:pt x="2795" y="18054"/>
                    </a:cubicBezTo>
                    <a:cubicBezTo>
                      <a:pt x="2834" y="18054"/>
                      <a:pt x="2872" y="18054"/>
                      <a:pt x="2912" y="18054"/>
                    </a:cubicBezTo>
                    <a:cubicBezTo>
                      <a:pt x="2912" y="18092"/>
                      <a:pt x="2912" y="18131"/>
                      <a:pt x="2912" y="18170"/>
                    </a:cubicBezTo>
                    <a:cubicBezTo>
                      <a:pt x="2950" y="18170"/>
                      <a:pt x="2989" y="18170"/>
                      <a:pt x="3028" y="18170"/>
                    </a:cubicBezTo>
                    <a:cubicBezTo>
                      <a:pt x="3028" y="18209"/>
                      <a:pt x="3028" y="18247"/>
                      <a:pt x="3028" y="18287"/>
                    </a:cubicBezTo>
                    <a:cubicBezTo>
                      <a:pt x="3067" y="18287"/>
                      <a:pt x="3105" y="18287"/>
                      <a:pt x="3145" y="18287"/>
                    </a:cubicBezTo>
                    <a:cubicBezTo>
                      <a:pt x="3145" y="18325"/>
                      <a:pt x="3145" y="18364"/>
                      <a:pt x="3145" y="18403"/>
                    </a:cubicBezTo>
                    <a:cubicBezTo>
                      <a:pt x="3183" y="18403"/>
                      <a:pt x="3222" y="18403"/>
                      <a:pt x="3261" y="18403"/>
                    </a:cubicBezTo>
                    <a:cubicBezTo>
                      <a:pt x="3259" y="18421"/>
                      <a:pt x="3257" y="18439"/>
                      <a:pt x="3254" y="18457"/>
                    </a:cubicBezTo>
                    <a:cubicBezTo>
                      <a:pt x="3261" y="18520"/>
                      <a:pt x="3261" y="18520"/>
                      <a:pt x="3307" y="18559"/>
                    </a:cubicBezTo>
                    <a:cubicBezTo>
                      <a:pt x="3329" y="18571"/>
                      <a:pt x="3351" y="18584"/>
                      <a:pt x="3374" y="18596"/>
                    </a:cubicBezTo>
                    <a:cubicBezTo>
                      <a:pt x="3387" y="18603"/>
                      <a:pt x="3399" y="18610"/>
                      <a:pt x="3412" y="18617"/>
                    </a:cubicBezTo>
                    <a:cubicBezTo>
                      <a:pt x="3441" y="18634"/>
                      <a:pt x="3471" y="18650"/>
                      <a:pt x="3500" y="18666"/>
                    </a:cubicBezTo>
                    <a:cubicBezTo>
                      <a:pt x="3561" y="18699"/>
                      <a:pt x="3621" y="18735"/>
                      <a:pt x="3680" y="18771"/>
                    </a:cubicBezTo>
                    <a:cubicBezTo>
                      <a:pt x="3726" y="18797"/>
                      <a:pt x="3772" y="18824"/>
                      <a:pt x="3818" y="18851"/>
                    </a:cubicBezTo>
                    <a:cubicBezTo>
                      <a:pt x="3829" y="18858"/>
                      <a:pt x="3829" y="18858"/>
                      <a:pt x="3885" y="18891"/>
                    </a:cubicBezTo>
                    <a:cubicBezTo>
                      <a:pt x="4031" y="18975"/>
                      <a:pt x="4141" y="19005"/>
                      <a:pt x="4310" y="18986"/>
                    </a:cubicBezTo>
                    <a:cubicBezTo>
                      <a:pt x="4310" y="19024"/>
                      <a:pt x="4310" y="19063"/>
                      <a:pt x="4310" y="19102"/>
                    </a:cubicBezTo>
                    <a:cubicBezTo>
                      <a:pt x="4448" y="19129"/>
                      <a:pt x="4586" y="19149"/>
                      <a:pt x="4710" y="19070"/>
                    </a:cubicBezTo>
                    <a:cubicBezTo>
                      <a:pt x="4818" y="18981"/>
                      <a:pt x="4937" y="18875"/>
                      <a:pt x="5009" y="18753"/>
                    </a:cubicBezTo>
                    <a:cubicBezTo>
                      <a:pt x="5013" y="18689"/>
                      <a:pt x="5013" y="18689"/>
                      <a:pt x="5009" y="18636"/>
                    </a:cubicBezTo>
                    <a:cubicBezTo>
                      <a:pt x="5047" y="18636"/>
                      <a:pt x="5085" y="18636"/>
                      <a:pt x="5125" y="18636"/>
                    </a:cubicBezTo>
                    <a:cubicBezTo>
                      <a:pt x="5124" y="18627"/>
                      <a:pt x="5124" y="18627"/>
                      <a:pt x="5118" y="18582"/>
                    </a:cubicBezTo>
                    <a:cubicBezTo>
                      <a:pt x="5121" y="18561"/>
                      <a:pt x="5123" y="18541"/>
                      <a:pt x="5125" y="18520"/>
                    </a:cubicBezTo>
                    <a:cubicBezTo>
                      <a:pt x="5170" y="18489"/>
                      <a:pt x="5170" y="18489"/>
                      <a:pt x="5231" y="18465"/>
                    </a:cubicBezTo>
                    <a:cubicBezTo>
                      <a:pt x="5322" y="18425"/>
                      <a:pt x="5377" y="18389"/>
                      <a:pt x="5442" y="18312"/>
                    </a:cubicBezTo>
                    <a:cubicBezTo>
                      <a:pt x="5548" y="18195"/>
                      <a:pt x="5672" y="18191"/>
                      <a:pt x="5824" y="18170"/>
                    </a:cubicBezTo>
                    <a:cubicBezTo>
                      <a:pt x="5824" y="17978"/>
                      <a:pt x="5824" y="17786"/>
                      <a:pt x="5824" y="17588"/>
                    </a:cubicBezTo>
                    <a:cubicBezTo>
                      <a:pt x="5785" y="17588"/>
                      <a:pt x="5747" y="17588"/>
                      <a:pt x="5707" y="17588"/>
                    </a:cubicBezTo>
                    <a:cubicBezTo>
                      <a:pt x="5707" y="17511"/>
                      <a:pt x="5707" y="17434"/>
                      <a:pt x="5707" y="17355"/>
                    </a:cubicBezTo>
                    <a:cubicBezTo>
                      <a:pt x="5669" y="17355"/>
                      <a:pt x="5631" y="17355"/>
                      <a:pt x="5591" y="17355"/>
                    </a:cubicBezTo>
                    <a:cubicBezTo>
                      <a:pt x="5591" y="17317"/>
                      <a:pt x="5591" y="17278"/>
                      <a:pt x="5591" y="17239"/>
                    </a:cubicBezTo>
                    <a:cubicBezTo>
                      <a:pt x="5552" y="17239"/>
                      <a:pt x="5514" y="17239"/>
                      <a:pt x="5474" y="17239"/>
                    </a:cubicBezTo>
                    <a:cubicBezTo>
                      <a:pt x="5474" y="17200"/>
                      <a:pt x="5474" y="17162"/>
                      <a:pt x="5474" y="17122"/>
                    </a:cubicBezTo>
                    <a:cubicBezTo>
                      <a:pt x="5436" y="17122"/>
                      <a:pt x="5398" y="17122"/>
                      <a:pt x="5358" y="17122"/>
                    </a:cubicBezTo>
                    <a:cubicBezTo>
                      <a:pt x="5358" y="17084"/>
                      <a:pt x="5358" y="17045"/>
                      <a:pt x="5358" y="17006"/>
                    </a:cubicBezTo>
                    <a:cubicBezTo>
                      <a:pt x="5320" y="17006"/>
                      <a:pt x="5281" y="17006"/>
                      <a:pt x="5241" y="17006"/>
                    </a:cubicBezTo>
                    <a:cubicBezTo>
                      <a:pt x="5250" y="16983"/>
                      <a:pt x="5258" y="16961"/>
                      <a:pt x="5267" y="16937"/>
                    </a:cubicBezTo>
                    <a:cubicBezTo>
                      <a:pt x="5330" y="16763"/>
                      <a:pt x="5378" y="16612"/>
                      <a:pt x="5358" y="16423"/>
                    </a:cubicBezTo>
                    <a:cubicBezTo>
                      <a:pt x="5396" y="16423"/>
                      <a:pt x="5435" y="16423"/>
                      <a:pt x="5474" y="16423"/>
                    </a:cubicBezTo>
                    <a:cubicBezTo>
                      <a:pt x="5474" y="16385"/>
                      <a:pt x="5474" y="16346"/>
                      <a:pt x="5474" y="16307"/>
                    </a:cubicBezTo>
                    <a:cubicBezTo>
                      <a:pt x="5551" y="16307"/>
                      <a:pt x="5628" y="16307"/>
                      <a:pt x="5707" y="16307"/>
                    </a:cubicBezTo>
                    <a:cubicBezTo>
                      <a:pt x="5707" y="16268"/>
                      <a:pt x="5707" y="16230"/>
                      <a:pt x="5707" y="16190"/>
                    </a:cubicBezTo>
                    <a:cubicBezTo>
                      <a:pt x="5746" y="16190"/>
                      <a:pt x="5784" y="16190"/>
                      <a:pt x="5824" y="16190"/>
                    </a:cubicBezTo>
                    <a:cubicBezTo>
                      <a:pt x="5824" y="16113"/>
                      <a:pt x="5824" y="16037"/>
                      <a:pt x="5824" y="15957"/>
                    </a:cubicBezTo>
                    <a:cubicBezTo>
                      <a:pt x="5862" y="15957"/>
                      <a:pt x="5901" y="15957"/>
                      <a:pt x="5940" y="15957"/>
                    </a:cubicBezTo>
                    <a:cubicBezTo>
                      <a:pt x="5940" y="15919"/>
                      <a:pt x="5940" y="15881"/>
                      <a:pt x="5940" y="15841"/>
                    </a:cubicBezTo>
                    <a:cubicBezTo>
                      <a:pt x="5979" y="15841"/>
                      <a:pt x="6017" y="15841"/>
                      <a:pt x="6057" y="15841"/>
                    </a:cubicBezTo>
                    <a:cubicBezTo>
                      <a:pt x="6057" y="15726"/>
                      <a:pt x="6057" y="15610"/>
                      <a:pt x="6057" y="15491"/>
                    </a:cubicBezTo>
                    <a:cubicBezTo>
                      <a:pt x="6018" y="15491"/>
                      <a:pt x="5980" y="15491"/>
                      <a:pt x="5940" y="15491"/>
                    </a:cubicBezTo>
                    <a:cubicBezTo>
                      <a:pt x="5940" y="15415"/>
                      <a:pt x="5940" y="15338"/>
                      <a:pt x="5940" y="15259"/>
                    </a:cubicBezTo>
                    <a:cubicBezTo>
                      <a:pt x="5902" y="15259"/>
                      <a:pt x="5863" y="15259"/>
                      <a:pt x="5824" y="15259"/>
                    </a:cubicBezTo>
                    <a:cubicBezTo>
                      <a:pt x="5824" y="15143"/>
                      <a:pt x="5824" y="15028"/>
                      <a:pt x="5824" y="14909"/>
                    </a:cubicBezTo>
                    <a:cubicBezTo>
                      <a:pt x="5785" y="14909"/>
                      <a:pt x="5747" y="14909"/>
                      <a:pt x="5707" y="14909"/>
                    </a:cubicBezTo>
                    <a:cubicBezTo>
                      <a:pt x="5710" y="14791"/>
                      <a:pt x="5714" y="14673"/>
                      <a:pt x="5720" y="14555"/>
                    </a:cubicBezTo>
                    <a:cubicBezTo>
                      <a:pt x="5721" y="14515"/>
                      <a:pt x="5722" y="14475"/>
                      <a:pt x="5723" y="14435"/>
                    </a:cubicBezTo>
                    <a:cubicBezTo>
                      <a:pt x="5731" y="14098"/>
                      <a:pt x="5815" y="13870"/>
                      <a:pt x="6057" y="13628"/>
                    </a:cubicBezTo>
                    <a:cubicBezTo>
                      <a:pt x="6061" y="13567"/>
                      <a:pt x="6062" y="13510"/>
                      <a:pt x="6060" y="13450"/>
                    </a:cubicBezTo>
                    <a:cubicBezTo>
                      <a:pt x="6060" y="13433"/>
                      <a:pt x="6060" y="13417"/>
                      <a:pt x="6060" y="13400"/>
                    </a:cubicBezTo>
                    <a:cubicBezTo>
                      <a:pt x="6059" y="13359"/>
                      <a:pt x="6058" y="13319"/>
                      <a:pt x="6057" y="13278"/>
                    </a:cubicBezTo>
                    <a:cubicBezTo>
                      <a:pt x="6018" y="13278"/>
                      <a:pt x="5980" y="13278"/>
                      <a:pt x="5940" y="13278"/>
                    </a:cubicBezTo>
                    <a:cubicBezTo>
                      <a:pt x="5940" y="13240"/>
                      <a:pt x="5940" y="13202"/>
                      <a:pt x="5940" y="13162"/>
                    </a:cubicBezTo>
                    <a:cubicBezTo>
                      <a:pt x="5902" y="13162"/>
                      <a:pt x="5863" y="13162"/>
                      <a:pt x="5824" y="13162"/>
                    </a:cubicBezTo>
                    <a:cubicBezTo>
                      <a:pt x="5824" y="13085"/>
                      <a:pt x="5824" y="13008"/>
                      <a:pt x="5824" y="12929"/>
                    </a:cubicBezTo>
                    <a:cubicBezTo>
                      <a:pt x="5785" y="12929"/>
                      <a:pt x="5747" y="12929"/>
                      <a:pt x="5707" y="12929"/>
                    </a:cubicBezTo>
                    <a:cubicBezTo>
                      <a:pt x="5709" y="12921"/>
                      <a:pt x="5709" y="12921"/>
                      <a:pt x="5716" y="12879"/>
                    </a:cubicBezTo>
                    <a:cubicBezTo>
                      <a:pt x="5704" y="12782"/>
                      <a:pt x="5642" y="12740"/>
                      <a:pt x="5573" y="12678"/>
                    </a:cubicBezTo>
                    <a:cubicBezTo>
                      <a:pt x="5444" y="12558"/>
                      <a:pt x="5360" y="12441"/>
                      <a:pt x="5281" y="12284"/>
                    </a:cubicBezTo>
                    <a:cubicBezTo>
                      <a:pt x="5268" y="12266"/>
                      <a:pt x="5255" y="12248"/>
                      <a:pt x="5241" y="12230"/>
                    </a:cubicBezTo>
                    <a:cubicBezTo>
                      <a:pt x="5178" y="12222"/>
                      <a:pt x="5178" y="12222"/>
                      <a:pt x="5125" y="12230"/>
                    </a:cubicBezTo>
                    <a:cubicBezTo>
                      <a:pt x="5125" y="12192"/>
                      <a:pt x="5125" y="12153"/>
                      <a:pt x="5125" y="12114"/>
                    </a:cubicBezTo>
                    <a:cubicBezTo>
                      <a:pt x="5087" y="12114"/>
                      <a:pt x="5048" y="12114"/>
                      <a:pt x="5009" y="12114"/>
                    </a:cubicBezTo>
                    <a:cubicBezTo>
                      <a:pt x="5009" y="12075"/>
                      <a:pt x="5009" y="12037"/>
                      <a:pt x="5009" y="11997"/>
                    </a:cubicBezTo>
                    <a:cubicBezTo>
                      <a:pt x="4970" y="11997"/>
                      <a:pt x="4932" y="11997"/>
                      <a:pt x="4892" y="11997"/>
                    </a:cubicBezTo>
                    <a:cubicBezTo>
                      <a:pt x="4892" y="11959"/>
                      <a:pt x="4892" y="11920"/>
                      <a:pt x="4892" y="11881"/>
                    </a:cubicBezTo>
                    <a:cubicBezTo>
                      <a:pt x="4876" y="11880"/>
                      <a:pt x="4860" y="11880"/>
                      <a:pt x="4843" y="11880"/>
                    </a:cubicBezTo>
                    <a:cubicBezTo>
                      <a:pt x="4690" y="11876"/>
                      <a:pt x="4536" y="11872"/>
                      <a:pt x="4383" y="11867"/>
                    </a:cubicBezTo>
                    <a:cubicBezTo>
                      <a:pt x="4304" y="11864"/>
                      <a:pt x="4226" y="11862"/>
                      <a:pt x="4147" y="11861"/>
                    </a:cubicBezTo>
                    <a:cubicBezTo>
                      <a:pt x="4071" y="11859"/>
                      <a:pt x="3994" y="11857"/>
                      <a:pt x="3918" y="11854"/>
                    </a:cubicBezTo>
                    <a:cubicBezTo>
                      <a:pt x="3875" y="11852"/>
                      <a:pt x="3833" y="11852"/>
                      <a:pt x="3790" y="11851"/>
                    </a:cubicBezTo>
                    <a:cubicBezTo>
                      <a:pt x="3596" y="11843"/>
                      <a:pt x="3481" y="11794"/>
                      <a:pt x="3325" y="11685"/>
                    </a:cubicBezTo>
                    <a:cubicBezTo>
                      <a:pt x="3257" y="11645"/>
                      <a:pt x="3222" y="11639"/>
                      <a:pt x="3145" y="11648"/>
                    </a:cubicBezTo>
                    <a:cubicBezTo>
                      <a:pt x="3145" y="11609"/>
                      <a:pt x="3145" y="11571"/>
                      <a:pt x="3145" y="11531"/>
                    </a:cubicBezTo>
                    <a:cubicBezTo>
                      <a:pt x="3106" y="11531"/>
                      <a:pt x="3068" y="11531"/>
                      <a:pt x="3028" y="11531"/>
                    </a:cubicBezTo>
                    <a:cubicBezTo>
                      <a:pt x="3028" y="11493"/>
                      <a:pt x="3028" y="11454"/>
                      <a:pt x="3028" y="11415"/>
                    </a:cubicBezTo>
                    <a:cubicBezTo>
                      <a:pt x="2990" y="11415"/>
                      <a:pt x="2952" y="11415"/>
                      <a:pt x="2912" y="11415"/>
                    </a:cubicBezTo>
                    <a:cubicBezTo>
                      <a:pt x="2912" y="11376"/>
                      <a:pt x="2912" y="11338"/>
                      <a:pt x="2912" y="11298"/>
                    </a:cubicBezTo>
                    <a:cubicBezTo>
                      <a:pt x="2873" y="11298"/>
                      <a:pt x="2835" y="11298"/>
                      <a:pt x="2795" y="11298"/>
                    </a:cubicBezTo>
                    <a:cubicBezTo>
                      <a:pt x="2757" y="11145"/>
                      <a:pt x="2719" y="10991"/>
                      <a:pt x="2679" y="10832"/>
                    </a:cubicBezTo>
                    <a:cubicBezTo>
                      <a:pt x="2641" y="10832"/>
                      <a:pt x="2602" y="10832"/>
                      <a:pt x="2562" y="10832"/>
                    </a:cubicBezTo>
                    <a:cubicBezTo>
                      <a:pt x="2562" y="10525"/>
                      <a:pt x="2562" y="10217"/>
                      <a:pt x="2562" y="9901"/>
                    </a:cubicBezTo>
                    <a:cubicBezTo>
                      <a:pt x="2601" y="9901"/>
                      <a:pt x="2639" y="9901"/>
                      <a:pt x="2679" y="9901"/>
                    </a:cubicBezTo>
                    <a:cubicBezTo>
                      <a:pt x="2686" y="9878"/>
                      <a:pt x="2693" y="9856"/>
                      <a:pt x="2700" y="9832"/>
                    </a:cubicBezTo>
                    <a:cubicBezTo>
                      <a:pt x="2836" y="9408"/>
                      <a:pt x="2836" y="9408"/>
                      <a:pt x="2912" y="9318"/>
                    </a:cubicBezTo>
                    <a:cubicBezTo>
                      <a:pt x="2974" y="9312"/>
                      <a:pt x="2974" y="9312"/>
                      <a:pt x="3028" y="9318"/>
                    </a:cubicBezTo>
                    <a:cubicBezTo>
                      <a:pt x="3028" y="9280"/>
                      <a:pt x="3028" y="9241"/>
                      <a:pt x="3028" y="9202"/>
                    </a:cubicBezTo>
                    <a:cubicBezTo>
                      <a:pt x="3067" y="9202"/>
                      <a:pt x="3105" y="9202"/>
                      <a:pt x="3145" y="9202"/>
                    </a:cubicBezTo>
                    <a:cubicBezTo>
                      <a:pt x="3145" y="9163"/>
                      <a:pt x="3145" y="9125"/>
                      <a:pt x="3145" y="9085"/>
                    </a:cubicBezTo>
                    <a:cubicBezTo>
                      <a:pt x="3183" y="9085"/>
                      <a:pt x="3222" y="9085"/>
                      <a:pt x="3261" y="9085"/>
                    </a:cubicBezTo>
                    <a:cubicBezTo>
                      <a:pt x="3261" y="9047"/>
                      <a:pt x="3261" y="9008"/>
                      <a:pt x="3261" y="8969"/>
                    </a:cubicBezTo>
                    <a:cubicBezTo>
                      <a:pt x="3357" y="8950"/>
                      <a:pt x="3357" y="8950"/>
                      <a:pt x="3844" y="8852"/>
                    </a:cubicBezTo>
                    <a:cubicBezTo>
                      <a:pt x="3844" y="8814"/>
                      <a:pt x="3844" y="8775"/>
                      <a:pt x="3844" y="8736"/>
                    </a:cubicBezTo>
                    <a:cubicBezTo>
                      <a:pt x="4036" y="8736"/>
                      <a:pt x="4228" y="8736"/>
                      <a:pt x="4426" y="8736"/>
                    </a:cubicBezTo>
                    <a:cubicBezTo>
                      <a:pt x="4426" y="8697"/>
                      <a:pt x="4426" y="8659"/>
                      <a:pt x="4426" y="8619"/>
                    </a:cubicBezTo>
                    <a:cubicBezTo>
                      <a:pt x="4471" y="8593"/>
                      <a:pt x="4471" y="8593"/>
                      <a:pt x="4532" y="8572"/>
                    </a:cubicBezTo>
                    <a:cubicBezTo>
                      <a:pt x="4681" y="8503"/>
                      <a:pt x="4733" y="8405"/>
                      <a:pt x="4807" y="8263"/>
                    </a:cubicBezTo>
                    <a:cubicBezTo>
                      <a:pt x="4852" y="8178"/>
                      <a:pt x="4898" y="8094"/>
                      <a:pt x="4944" y="8010"/>
                    </a:cubicBezTo>
                    <a:cubicBezTo>
                      <a:pt x="4970" y="7963"/>
                      <a:pt x="4995" y="7916"/>
                      <a:pt x="5020" y="7869"/>
                    </a:cubicBezTo>
                    <a:cubicBezTo>
                      <a:pt x="5120" y="7686"/>
                      <a:pt x="5120" y="7686"/>
                      <a:pt x="5192" y="7621"/>
                    </a:cubicBezTo>
                    <a:cubicBezTo>
                      <a:pt x="5241" y="7571"/>
                      <a:pt x="5241" y="7571"/>
                      <a:pt x="5253" y="7509"/>
                    </a:cubicBezTo>
                    <a:cubicBezTo>
                      <a:pt x="5251" y="7488"/>
                      <a:pt x="5250" y="7468"/>
                      <a:pt x="5249" y="7447"/>
                    </a:cubicBezTo>
                    <a:cubicBezTo>
                      <a:pt x="5248" y="7427"/>
                      <a:pt x="5247" y="7406"/>
                      <a:pt x="5246" y="7385"/>
                    </a:cubicBezTo>
                    <a:cubicBezTo>
                      <a:pt x="5244" y="7369"/>
                      <a:pt x="5243" y="7354"/>
                      <a:pt x="5241" y="7338"/>
                    </a:cubicBezTo>
                    <a:cubicBezTo>
                      <a:pt x="5280" y="7338"/>
                      <a:pt x="5318" y="7338"/>
                      <a:pt x="5358" y="7338"/>
                    </a:cubicBezTo>
                    <a:cubicBezTo>
                      <a:pt x="5358" y="7300"/>
                      <a:pt x="5358" y="7261"/>
                      <a:pt x="5358" y="7222"/>
                    </a:cubicBezTo>
                    <a:cubicBezTo>
                      <a:pt x="5396" y="7222"/>
                      <a:pt x="5435" y="7222"/>
                      <a:pt x="5474" y="7222"/>
                    </a:cubicBezTo>
                    <a:cubicBezTo>
                      <a:pt x="5477" y="7212"/>
                      <a:pt x="5477" y="7212"/>
                      <a:pt x="5488" y="7162"/>
                    </a:cubicBezTo>
                    <a:cubicBezTo>
                      <a:pt x="5548" y="6929"/>
                      <a:pt x="5662" y="6761"/>
                      <a:pt x="5812" y="6575"/>
                    </a:cubicBezTo>
                    <a:cubicBezTo>
                      <a:pt x="5979" y="6365"/>
                      <a:pt x="6077" y="6199"/>
                      <a:pt x="6064" y="5926"/>
                    </a:cubicBezTo>
                    <a:cubicBezTo>
                      <a:pt x="6064" y="5905"/>
                      <a:pt x="6063" y="5883"/>
                      <a:pt x="6063" y="5862"/>
                    </a:cubicBezTo>
                    <a:cubicBezTo>
                      <a:pt x="6061" y="5810"/>
                      <a:pt x="6059" y="5759"/>
                      <a:pt x="6057" y="5707"/>
                    </a:cubicBezTo>
                    <a:cubicBezTo>
                      <a:pt x="6018" y="5707"/>
                      <a:pt x="5980" y="5707"/>
                      <a:pt x="5940" y="5707"/>
                    </a:cubicBezTo>
                    <a:cubicBezTo>
                      <a:pt x="5874" y="5547"/>
                      <a:pt x="5870" y="5394"/>
                      <a:pt x="5864" y="5223"/>
                    </a:cubicBezTo>
                    <a:cubicBezTo>
                      <a:pt x="5862" y="5193"/>
                      <a:pt x="5861" y="5163"/>
                      <a:pt x="5860" y="5133"/>
                    </a:cubicBezTo>
                    <a:cubicBezTo>
                      <a:pt x="5857" y="5055"/>
                      <a:pt x="5854" y="4978"/>
                      <a:pt x="5851" y="4900"/>
                    </a:cubicBezTo>
                    <a:cubicBezTo>
                      <a:pt x="5848" y="4820"/>
                      <a:pt x="5845" y="4740"/>
                      <a:pt x="5842" y="4661"/>
                    </a:cubicBezTo>
                    <a:cubicBezTo>
                      <a:pt x="5836" y="4505"/>
                      <a:pt x="5830" y="4349"/>
                      <a:pt x="5824" y="4193"/>
                    </a:cubicBezTo>
                    <a:cubicBezTo>
                      <a:pt x="5842" y="4194"/>
                      <a:pt x="5861" y="4195"/>
                      <a:pt x="5880" y="4196"/>
                    </a:cubicBezTo>
                    <a:cubicBezTo>
                      <a:pt x="5900" y="4195"/>
                      <a:pt x="5920" y="4194"/>
                      <a:pt x="5940" y="4193"/>
                    </a:cubicBezTo>
                    <a:cubicBezTo>
                      <a:pt x="5978" y="4142"/>
                      <a:pt x="5978" y="4142"/>
                      <a:pt x="6013" y="4069"/>
                    </a:cubicBezTo>
                    <a:cubicBezTo>
                      <a:pt x="6143" y="3829"/>
                      <a:pt x="6376" y="3562"/>
                      <a:pt x="6631" y="3453"/>
                    </a:cubicBezTo>
                    <a:cubicBezTo>
                      <a:pt x="6741" y="3425"/>
                      <a:pt x="6854" y="3409"/>
                      <a:pt x="6967" y="3398"/>
                    </a:cubicBezTo>
                    <a:cubicBezTo>
                      <a:pt x="6984" y="3396"/>
                      <a:pt x="7001" y="3394"/>
                      <a:pt x="7018" y="3392"/>
                    </a:cubicBezTo>
                    <a:cubicBezTo>
                      <a:pt x="7034" y="3391"/>
                      <a:pt x="7049" y="3389"/>
                      <a:pt x="7065" y="3388"/>
                    </a:cubicBezTo>
                    <a:cubicBezTo>
                      <a:pt x="7105" y="3378"/>
                      <a:pt x="7105" y="3378"/>
                      <a:pt x="7163" y="3320"/>
                    </a:cubicBezTo>
                    <a:cubicBezTo>
                      <a:pt x="7208" y="3312"/>
                      <a:pt x="7208" y="3312"/>
                      <a:pt x="7261" y="3312"/>
                    </a:cubicBezTo>
                    <a:cubicBezTo>
                      <a:pt x="7280" y="3312"/>
                      <a:pt x="7299" y="3312"/>
                      <a:pt x="7319" y="3312"/>
                    </a:cubicBezTo>
                    <a:cubicBezTo>
                      <a:pt x="7330" y="3312"/>
                      <a:pt x="7330" y="3312"/>
                      <a:pt x="7382" y="3312"/>
                    </a:cubicBezTo>
                    <a:cubicBezTo>
                      <a:pt x="7392" y="3312"/>
                      <a:pt x="7392" y="3312"/>
                      <a:pt x="7445" y="3313"/>
                    </a:cubicBezTo>
                    <a:cubicBezTo>
                      <a:pt x="7609" y="3315"/>
                      <a:pt x="7761" y="3335"/>
                      <a:pt x="7920" y="3378"/>
                    </a:cubicBezTo>
                    <a:cubicBezTo>
                      <a:pt x="7920" y="3416"/>
                      <a:pt x="7920" y="3455"/>
                      <a:pt x="7920" y="3494"/>
                    </a:cubicBezTo>
                    <a:cubicBezTo>
                      <a:pt x="7997" y="3494"/>
                      <a:pt x="8074" y="3494"/>
                      <a:pt x="8153" y="3494"/>
                    </a:cubicBezTo>
                    <a:cubicBezTo>
                      <a:pt x="8153" y="3533"/>
                      <a:pt x="8153" y="3571"/>
                      <a:pt x="8153" y="3611"/>
                    </a:cubicBezTo>
                    <a:cubicBezTo>
                      <a:pt x="8230" y="3611"/>
                      <a:pt x="8307" y="3611"/>
                      <a:pt x="8386" y="3611"/>
                    </a:cubicBezTo>
                    <a:cubicBezTo>
                      <a:pt x="8386" y="3649"/>
                      <a:pt x="8386" y="3688"/>
                      <a:pt x="8386" y="3727"/>
                    </a:cubicBezTo>
                    <a:cubicBezTo>
                      <a:pt x="8425" y="3727"/>
                      <a:pt x="8463" y="3727"/>
                      <a:pt x="8503" y="3727"/>
                    </a:cubicBezTo>
                    <a:cubicBezTo>
                      <a:pt x="8503" y="3804"/>
                      <a:pt x="8503" y="3881"/>
                      <a:pt x="8503" y="3960"/>
                    </a:cubicBezTo>
                    <a:cubicBezTo>
                      <a:pt x="8541" y="3960"/>
                      <a:pt x="8580" y="3960"/>
                      <a:pt x="8619" y="3960"/>
                    </a:cubicBezTo>
                    <a:cubicBezTo>
                      <a:pt x="8654" y="4009"/>
                      <a:pt x="8654" y="4009"/>
                      <a:pt x="8681" y="4073"/>
                    </a:cubicBezTo>
                    <a:cubicBezTo>
                      <a:pt x="8714" y="4149"/>
                      <a:pt x="8734" y="4192"/>
                      <a:pt x="8794" y="4251"/>
                    </a:cubicBezTo>
                    <a:cubicBezTo>
                      <a:pt x="8802" y="4305"/>
                      <a:pt x="8802" y="4305"/>
                      <a:pt x="8803" y="4371"/>
                    </a:cubicBezTo>
                    <a:cubicBezTo>
                      <a:pt x="8804" y="4396"/>
                      <a:pt x="8805" y="4420"/>
                      <a:pt x="8805" y="4446"/>
                    </a:cubicBezTo>
                    <a:cubicBezTo>
                      <a:pt x="8805" y="4459"/>
                      <a:pt x="8805" y="4459"/>
                      <a:pt x="8806" y="4527"/>
                    </a:cubicBezTo>
                    <a:cubicBezTo>
                      <a:pt x="8806" y="4555"/>
                      <a:pt x="8807" y="4582"/>
                      <a:pt x="8807" y="4611"/>
                    </a:cubicBezTo>
                    <a:cubicBezTo>
                      <a:pt x="8807" y="4670"/>
                      <a:pt x="8808" y="4728"/>
                      <a:pt x="8808" y="4787"/>
                    </a:cubicBezTo>
                    <a:cubicBezTo>
                      <a:pt x="8808" y="4847"/>
                      <a:pt x="8809" y="4907"/>
                      <a:pt x="8810" y="4966"/>
                    </a:cubicBezTo>
                    <a:cubicBezTo>
                      <a:pt x="8823" y="5550"/>
                      <a:pt x="8823" y="5550"/>
                      <a:pt x="8655" y="5770"/>
                    </a:cubicBezTo>
                    <a:cubicBezTo>
                      <a:pt x="8619" y="5824"/>
                      <a:pt x="8619" y="5824"/>
                      <a:pt x="8616" y="5878"/>
                    </a:cubicBezTo>
                    <a:cubicBezTo>
                      <a:pt x="8628" y="5929"/>
                      <a:pt x="8644" y="5970"/>
                      <a:pt x="8667" y="6017"/>
                    </a:cubicBezTo>
                    <a:cubicBezTo>
                      <a:pt x="8673" y="6032"/>
                      <a:pt x="8679" y="6048"/>
                      <a:pt x="8686" y="6063"/>
                    </a:cubicBezTo>
                    <a:cubicBezTo>
                      <a:pt x="8701" y="6100"/>
                      <a:pt x="8718" y="6137"/>
                      <a:pt x="8736" y="6173"/>
                    </a:cubicBezTo>
                    <a:cubicBezTo>
                      <a:pt x="8774" y="6173"/>
                      <a:pt x="8813" y="6173"/>
                      <a:pt x="8852" y="6173"/>
                    </a:cubicBezTo>
                    <a:cubicBezTo>
                      <a:pt x="8852" y="6212"/>
                      <a:pt x="8852" y="6250"/>
                      <a:pt x="8852" y="6290"/>
                    </a:cubicBezTo>
                    <a:cubicBezTo>
                      <a:pt x="8891" y="6290"/>
                      <a:pt x="8929" y="6290"/>
                      <a:pt x="8969" y="6290"/>
                    </a:cubicBezTo>
                    <a:cubicBezTo>
                      <a:pt x="9007" y="6405"/>
                      <a:pt x="9046" y="6520"/>
                      <a:pt x="9085" y="6639"/>
                    </a:cubicBezTo>
                    <a:cubicBezTo>
                      <a:pt x="9124" y="6639"/>
                      <a:pt x="9162" y="6639"/>
                      <a:pt x="9202" y="6639"/>
                    </a:cubicBezTo>
                    <a:cubicBezTo>
                      <a:pt x="9202" y="6678"/>
                      <a:pt x="9202" y="6716"/>
                      <a:pt x="9202" y="6756"/>
                    </a:cubicBezTo>
                    <a:cubicBezTo>
                      <a:pt x="9240" y="6756"/>
                      <a:pt x="9279" y="6756"/>
                      <a:pt x="9318" y="6756"/>
                    </a:cubicBezTo>
                    <a:cubicBezTo>
                      <a:pt x="9318" y="6794"/>
                      <a:pt x="9318" y="6833"/>
                      <a:pt x="9318" y="6872"/>
                    </a:cubicBezTo>
                    <a:cubicBezTo>
                      <a:pt x="9357" y="6872"/>
                      <a:pt x="9395" y="6872"/>
                      <a:pt x="9435" y="6872"/>
                    </a:cubicBezTo>
                    <a:cubicBezTo>
                      <a:pt x="9435" y="6949"/>
                      <a:pt x="9435" y="7026"/>
                      <a:pt x="9435" y="7105"/>
                    </a:cubicBezTo>
                    <a:cubicBezTo>
                      <a:pt x="9473" y="7105"/>
                      <a:pt x="9512" y="7105"/>
                      <a:pt x="9551" y="7105"/>
                    </a:cubicBezTo>
                    <a:cubicBezTo>
                      <a:pt x="9551" y="7144"/>
                      <a:pt x="9551" y="7182"/>
                      <a:pt x="9551" y="7222"/>
                    </a:cubicBezTo>
                    <a:cubicBezTo>
                      <a:pt x="9666" y="7222"/>
                      <a:pt x="9782" y="7222"/>
                      <a:pt x="9901" y="7222"/>
                    </a:cubicBezTo>
                    <a:cubicBezTo>
                      <a:pt x="9901" y="7183"/>
                      <a:pt x="9901" y="7145"/>
                      <a:pt x="9901" y="7105"/>
                    </a:cubicBezTo>
                    <a:cubicBezTo>
                      <a:pt x="10024" y="7112"/>
                      <a:pt x="10147" y="7119"/>
                      <a:pt x="10271" y="7127"/>
                    </a:cubicBezTo>
                    <a:cubicBezTo>
                      <a:pt x="10313" y="7129"/>
                      <a:pt x="10355" y="7132"/>
                      <a:pt x="10397" y="7134"/>
                    </a:cubicBezTo>
                    <a:cubicBezTo>
                      <a:pt x="10457" y="7137"/>
                      <a:pt x="10517" y="7141"/>
                      <a:pt x="10577" y="7145"/>
                    </a:cubicBezTo>
                    <a:cubicBezTo>
                      <a:pt x="10596" y="7146"/>
                      <a:pt x="10615" y="7147"/>
                      <a:pt x="10634" y="7148"/>
                    </a:cubicBezTo>
                    <a:cubicBezTo>
                      <a:pt x="10652" y="7149"/>
                      <a:pt x="10669" y="7150"/>
                      <a:pt x="10687" y="7151"/>
                    </a:cubicBezTo>
                    <a:cubicBezTo>
                      <a:pt x="10703" y="7152"/>
                      <a:pt x="10718" y="7153"/>
                      <a:pt x="10734" y="7154"/>
                    </a:cubicBezTo>
                    <a:cubicBezTo>
                      <a:pt x="10774" y="7163"/>
                      <a:pt x="10774" y="7163"/>
                      <a:pt x="10832" y="7222"/>
                    </a:cubicBezTo>
                    <a:cubicBezTo>
                      <a:pt x="10893" y="7226"/>
                      <a:pt x="10950" y="7227"/>
                      <a:pt x="11011" y="7225"/>
                    </a:cubicBezTo>
                    <a:cubicBezTo>
                      <a:pt x="11027" y="7225"/>
                      <a:pt x="11044" y="7225"/>
                      <a:pt x="11060" y="7224"/>
                    </a:cubicBezTo>
                    <a:cubicBezTo>
                      <a:pt x="11101" y="7224"/>
                      <a:pt x="11141" y="7223"/>
                      <a:pt x="11182" y="7222"/>
                    </a:cubicBezTo>
                    <a:cubicBezTo>
                      <a:pt x="11182" y="7260"/>
                      <a:pt x="11182" y="7298"/>
                      <a:pt x="11182" y="7338"/>
                    </a:cubicBezTo>
                    <a:cubicBezTo>
                      <a:pt x="11220" y="7338"/>
                      <a:pt x="11259" y="7338"/>
                      <a:pt x="11298" y="7338"/>
                    </a:cubicBezTo>
                    <a:cubicBezTo>
                      <a:pt x="11298" y="7300"/>
                      <a:pt x="11298" y="7261"/>
                      <a:pt x="11298" y="7222"/>
                    </a:cubicBezTo>
                    <a:cubicBezTo>
                      <a:pt x="11375" y="7222"/>
                      <a:pt x="11452" y="7222"/>
                      <a:pt x="11531" y="7222"/>
                    </a:cubicBezTo>
                    <a:cubicBezTo>
                      <a:pt x="11531" y="7183"/>
                      <a:pt x="11531" y="7145"/>
                      <a:pt x="11531" y="7105"/>
                    </a:cubicBezTo>
                    <a:cubicBezTo>
                      <a:pt x="11570" y="7105"/>
                      <a:pt x="11608" y="7105"/>
                      <a:pt x="11648" y="7105"/>
                    </a:cubicBezTo>
                    <a:cubicBezTo>
                      <a:pt x="11648" y="7067"/>
                      <a:pt x="11648" y="7028"/>
                      <a:pt x="11648" y="6989"/>
                    </a:cubicBezTo>
                    <a:cubicBezTo>
                      <a:pt x="11686" y="6989"/>
                      <a:pt x="11725" y="6989"/>
                      <a:pt x="11764" y="6989"/>
                    </a:cubicBezTo>
                    <a:cubicBezTo>
                      <a:pt x="11764" y="5451"/>
                      <a:pt x="11764" y="3914"/>
                      <a:pt x="11764" y="2330"/>
                    </a:cubicBezTo>
                    <a:cubicBezTo>
                      <a:pt x="11726" y="2330"/>
                      <a:pt x="11687" y="2330"/>
                      <a:pt x="11648" y="2330"/>
                    </a:cubicBezTo>
                    <a:cubicBezTo>
                      <a:pt x="11650" y="2308"/>
                      <a:pt x="11653" y="2287"/>
                      <a:pt x="11656" y="2265"/>
                    </a:cubicBezTo>
                    <a:cubicBezTo>
                      <a:pt x="11678" y="2007"/>
                      <a:pt x="11595" y="1872"/>
                      <a:pt x="11443" y="1670"/>
                    </a:cubicBezTo>
                    <a:cubicBezTo>
                      <a:pt x="11392" y="1598"/>
                      <a:pt x="11359" y="1518"/>
                      <a:pt x="11327" y="1436"/>
                    </a:cubicBezTo>
                    <a:cubicBezTo>
                      <a:pt x="11318" y="1424"/>
                      <a:pt x="11308" y="1411"/>
                      <a:pt x="11298" y="1398"/>
                    </a:cubicBezTo>
                    <a:cubicBezTo>
                      <a:pt x="11237" y="1392"/>
                      <a:pt x="11237" y="1392"/>
                      <a:pt x="11182" y="1398"/>
                    </a:cubicBezTo>
                    <a:cubicBezTo>
                      <a:pt x="11182" y="1359"/>
                      <a:pt x="11182" y="1321"/>
                      <a:pt x="11182" y="1281"/>
                    </a:cubicBezTo>
                    <a:cubicBezTo>
                      <a:pt x="11143" y="1281"/>
                      <a:pt x="11105" y="1281"/>
                      <a:pt x="11065" y="1281"/>
                    </a:cubicBezTo>
                    <a:cubicBezTo>
                      <a:pt x="11065" y="1243"/>
                      <a:pt x="11065" y="1204"/>
                      <a:pt x="11065" y="1165"/>
                    </a:cubicBezTo>
                    <a:cubicBezTo>
                      <a:pt x="10988" y="1165"/>
                      <a:pt x="10912" y="1165"/>
                      <a:pt x="10832" y="1165"/>
                    </a:cubicBezTo>
                    <a:cubicBezTo>
                      <a:pt x="10832" y="1126"/>
                      <a:pt x="10832" y="1088"/>
                      <a:pt x="10832" y="1048"/>
                    </a:cubicBezTo>
                    <a:cubicBezTo>
                      <a:pt x="10756" y="1048"/>
                      <a:pt x="10679" y="1048"/>
                      <a:pt x="10599" y="1048"/>
                    </a:cubicBezTo>
                    <a:cubicBezTo>
                      <a:pt x="10599" y="1010"/>
                      <a:pt x="10599" y="971"/>
                      <a:pt x="10599" y="932"/>
                    </a:cubicBezTo>
                    <a:cubicBezTo>
                      <a:pt x="10523" y="932"/>
                      <a:pt x="10446" y="932"/>
                      <a:pt x="10366" y="932"/>
                    </a:cubicBezTo>
                    <a:cubicBezTo>
                      <a:pt x="10366" y="893"/>
                      <a:pt x="10366" y="855"/>
                      <a:pt x="10366" y="815"/>
                    </a:cubicBezTo>
                    <a:cubicBezTo>
                      <a:pt x="10021" y="815"/>
                      <a:pt x="9675" y="815"/>
                      <a:pt x="9318" y="815"/>
                    </a:cubicBezTo>
                    <a:close/>
                    <a:moveTo>
                      <a:pt x="13977" y="815"/>
                    </a:moveTo>
                    <a:cubicBezTo>
                      <a:pt x="13977" y="854"/>
                      <a:pt x="13977" y="892"/>
                      <a:pt x="13977" y="932"/>
                    </a:cubicBezTo>
                    <a:cubicBezTo>
                      <a:pt x="13900" y="932"/>
                      <a:pt x="13824" y="932"/>
                      <a:pt x="13744" y="932"/>
                    </a:cubicBezTo>
                    <a:cubicBezTo>
                      <a:pt x="13744" y="970"/>
                      <a:pt x="13744" y="1009"/>
                      <a:pt x="13744" y="1048"/>
                    </a:cubicBezTo>
                    <a:cubicBezTo>
                      <a:pt x="13667" y="1048"/>
                      <a:pt x="13591" y="1048"/>
                      <a:pt x="13511" y="1048"/>
                    </a:cubicBezTo>
                    <a:cubicBezTo>
                      <a:pt x="13511" y="1087"/>
                      <a:pt x="13511" y="1125"/>
                      <a:pt x="13511" y="1165"/>
                    </a:cubicBezTo>
                    <a:cubicBezTo>
                      <a:pt x="13473" y="1165"/>
                      <a:pt x="13434" y="1165"/>
                      <a:pt x="13395" y="1165"/>
                    </a:cubicBezTo>
                    <a:cubicBezTo>
                      <a:pt x="13395" y="1203"/>
                      <a:pt x="13395" y="1242"/>
                      <a:pt x="13395" y="1281"/>
                    </a:cubicBezTo>
                    <a:cubicBezTo>
                      <a:pt x="13356" y="1281"/>
                      <a:pt x="13318" y="1281"/>
                      <a:pt x="13278" y="1281"/>
                    </a:cubicBezTo>
                    <a:cubicBezTo>
                      <a:pt x="13278" y="1320"/>
                      <a:pt x="13278" y="1358"/>
                      <a:pt x="13278" y="1398"/>
                    </a:cubicBezTo>
                    <a:cubicBezTo>
                      <a:pt x="13240" y="1398"/>
                      <a:pt x="13202" y="1398"/>
                      <a:pt x="13162" y="1398"/>
                    </a:cubicBezTo>
                    <a:cubicBezTo>
                      <a:pt x="13162" y="1436"/>
                      <a:pt x="13162" y="1475"/>
                      <a:pt x="13162" y="1514"/>
                    </a:cubicBezTo>
                    <a:cubicBezTo>
                      <a:pt x="13123" y="1514"/>
                      <a:pt x="13085" y="1514"/>
                      <a:pt x="13045" y="1514"/>
                    </a:cubicBezTo>
                    <a:cubicBezTo>
                      <a:pt x="13045" y="1553"/>
                      <a:pt x="13045" y="1591"/>
                      <a:pt x="13045" y="1631"/>
                    </a:cubicBezTo>
                    <a:cubicBezTo>
                      <a:pt x="13028" y="1629"/>
                      <a:pt x="13010" y="1627"/>
                      <a:pt x="12991" y="1625"/>
                    </a:cubicBezTo>
                    <a:cubicBezTo>
                      <a:pt x="12929" y="1631"/>
                      <a:pt x="12929" y="1631"/>
                      <a:pt x="12892" y="1669"/>
                    </a:cubicBezTo>
                    <a:cubicBezTo>
                      <a:pt x="12799" y="1852"/>
                      <a:pt x="12801" y="2013"/>
                      <a:pt x="12812" y="2213"/>
                    </a:cubicBezTo>
                    <a:cubicBezTo>
                      <a:pt x="12774" y="2213"/>
                      <a:pt x="12736" y="2213"/>
                      <a:pt x="12696" y="2213"/>
                    </a:cubicBezTo>
                    <a:cubicBezTo>
                      <a:pt x="12599" y="2459"/>
                      <a:pt x="12563" y="2670"/>
                      <a:pt x="12566" y="2934"/>
                    </a:cubicBezTo>
                    <a:cubicBezTo>
                      <a:pt x="12566" y="2969"/>
                      <a:pt x="12566" y="3005"/>
                      <a:pt x="12566" y="3041"/>
                    </a:cubicBezTo>
                    <a:cubicBezTo>
                      <a:pt x="12566" y="3136"/>
                      <a:pt x="12567" y="3232"/>
                      <a:pt x="12568" y="3327"/>
                    </a:cubicBezTo>
                    <a:cubicBezTo>
                      <a:pt x="12568" y="3427"/>
                      <a:pt x="12569" y="3528"/>
                      <a:pt x="12569" y="3628"/>
                    </a:cubicBezTo>
                    <a:cubicBezTo>
                      <a:pt x="12569" y="3817"/>
                      <a:pt x="12570" y="4007"/>
                      <a:pt x="12571" y="4196"/>
                    </a:cubicBezTo>
                    <a:cubicBezTo>
                      <a:pt x="12572" y="4412"/>
                      <a:pt x="12573" y="4627"/>
                      <a:pt x="12574" y="4843"/>
                    </a:cubicBezTo>
                    <a:cubicBezTo>
                      <a:pt x="12575" y="5287"/>
                      <a:pt x="12577" y="5730"/>
                      <a:pt x="12580" y="6173"/>
                    </a:cubicBezTo>
                    <a:cubicBezTo>
                      <a:pt x="12618" y="6173"/>
                      <a:pt x="12656" y="6173"/>
                      <a:pt x="12696" y="6173"/>
                    </a:cubicBezTo>
                    <a:cubicBezTo>
                      <a:pt x="12696" y="6212"/>
                      <a:pt x="12696" y="6250"/>
                      <a:pt x="12696" y="6290"/>
                    </a:cubicBezTo>
                    <a:cubicBezTo>
                      <a:pt x="12710" y="6283"/>
                      <a:pt x="12724" y="6276"/>
                      <a:pt x="12739" y="6268"/>
                    </a:cubicBezTo>
                    <a:cubicBezTo>
                      <a:pt x="12758" y="6259"/>
                      <a:pt x="12778" y="6249"/>
                      <a:pt x="12798" y="6239"/>
                    </a:cubicBezTo>
                    <a:cubicBezTo>
                      <a:pt x="12808" y="6233"/>
                      <a:pt x="12808" y="6233"/>
                      <a:pt x="12862" y="6206"/>
                    </a:cubicBezTo>
                    <a:cubicBezTo>
                      <a:pt x="12906" y="6185"/>
                      <a:pt x="12951" y="6164"/>
                      <a:pt x="12996" y="6144"/>
                    </a:cubicBezTo>
                    <a:cubicBezTo>
                      <a:pt x="13017" y="6134"/>
                      <a:pt x="13038" y="6125"/>
                      <a:pt x="13060" y="6115"/>
                    </a:cubicBezTo>
                    <a:cubicBezTo>
                      <a:pt x="13080" y="6107"/>
                      <a:pt x="13099" y="6098"/>
                      <a:pt x="13119" y="6090"/>
                    </a:cubicBezTo>
                    <a:cubicBezTo>
                      <a:pt x="13133" y="6079"/>
                      <a:pt x="13147" y="6068"/>
                      <a:pt x="13162" y="6057"/>
                    </a:cubicBezTo>
                    <a:cubicBezTo>
                      <a:pt x="13168" y="5995"/>
                      <a:pt x="13168" y="5995"/>
                      <a:pt x="13162" y="5940"/>
                    </a:cubicBezTo>
                    <a:cubicBezTo>
                      <a:pt x="13200" y="5940"/>
                      <a:pt x="13239" y="5940"/>
                      <a:pt x="13278" y="5940"/>
                    </a:cubicBezTo>
                    <a:cubicBezTo>
                      <a:pt x="13278" y="5902"/>
                      <a:pt x="13278" y="5863"/>
                      <a:pt x="13278" y="5824"/>
                    </a:cubicBezTo>
                    <a:cubicBezTo>
                      <a:pt x="13355" y="5824"/>
                      <a:pt x="13432" y="5824"/>
                      <a:pt x="13511" y="5824"/>
                    </a:cubicBezTo>
                    <a:cubicBezTo>
                      <a:pt x="13511" y="5785"/>
                      <a:pt x="13511" y="5747"/>
                      <a:pt x="13511" y="5707"/>
                    </a:cubicBezTo>
                    <a:cubicBezTo>
                      <a:pt x="13556" y="5677"/>
                      <a:pt x="13556" y="5677"/>
                      <a:pt x="13617" y="5653"/>
                    </a:cubicBezTo>
                    <a:cubicBezTo>
                      <a:pt x="13708" y="5612"/>
                      <a:pt x="13768" y="5574"/>
                      <a:pt x="13835" y="5500"/>
                    </a:cubicBezTo>
                    <a:cubicBezTo>
                      <a:pt x="13915" y="5413"/>
                      <a:pt x="13980" y="5385"/>
                      <a:pt x="14094" y="5358"/>
                    </a:cubicBezTo>
                    <a:cubicBezTo>
                      <a:pt x="14094" y="5320"/>
                      <a:pt x="14094" y="5281"/>
                      <a:pt x="14094" y="5241"/>
                    </a:cubicBezTo>
                    <a:cubicBezTo>
                      <a:pt x="14151" y="5222"/>
                      <a:pt x="14151" y="5222"/>
                      <a:pt x="14443" y="5125"/>
                    </a:cubicBezTo>
                    <a:cubicBezTo>
                      <a:pt x="14443" y="5087"/>
                      <a:pt x="14443" y="5048"/>
                      <a:pt x="14443" y="5009"/>
                    </a:cubicBezTo>
                    <a:cubicBezTo>
                      <a:pt x="14490" y="4976"/>
                      <a:pt x="14490" y="4976"/>
                      <a:pt x="14552" y="4950"/>
                    </a:cubicBezTo>
                    <a:cubicBezTo>
                      <a:pt x="14650" y="4910"/>
                      <a:pt x="14736" y="4867"/>
                      <a:pt x="14793" y="4776"/>
                    </a:cubicBezTo>
                    <a:cubicBezTo>
                      <a:pt x="14809" y="4695"/>
                      <a:pt x="14806" y="4617"/>
                      <a:pt x="14804" y="4535"/>
                    </a:cubicBezTo>
                    <a:cubicBezTo>
                      <a:pt x="14804" y="4523"/>
                      <a:pt x="14804" y="4523"/>
                      <a:pt x="14804" y="4465"/>
                    </a:cubicBezTo>
                    <a:cubicBezTo>
                      <a:pt x="14803" y="4391"/>
                      <a:pt x="14801" y="4318"/>
                      <a:pt x="14800" y="4244"/>
                    </a:cubicBezTo>
                    <a:cubicBezTo>
                      <a:pt x="14799" y="4194"/>
                      <a:pt x="14799" y="4144"/>
                      <a:pt x="14798" y="4094"/>
                    </a:cubicBezTo>
                    <a:cubicBezTo>
                      <a:pt x="14797" y="3972"/>
                      <a:pt x="14795" y="3850"/>
                      <a:pt x="14793" y="3727"/>
                    </a:cubicBezTo>
                    <a:cubicBezTo>
                      <a:pt x="14831" y="3727"/>
                      <a:pt x="14869" y="3727"/>
                      <a:pt x="14909" y="3727"/>
                    </a:cubicBezTo>
                    <a:cubicBezTo>
                      <a:pt x="14948" y="3612"/>
                      <a:pt x="14986" y="3497"/>
                      <a:pt x="15026" y="3378"/>
                    </a:cubicBezTo>
                    <a:cubicBezTo>
                      <a:pt x="15064" y="3378"/>
                      <a:pt x="15102" y="3378"/>
                      <a:pt x="15142" y="3378"/>
                    </a:cubicBezTo>
                    <a:cubicBezTo>
                      <a:pt x="15142" y="3301"/>
                      <a:pt x="15142" y="3224"/>
                      <a:pt x="15142" y="3145"/>
                    </a:cubicBezTo>
                    <a:cubicBezTo>
                      <a:pt x="15257" y="3106"/>
                      <a:pt x="15373" y="3068"/>
                      <a:pt x="15491" y="3028"/>
                    </a:cubicBezTo>
                    <a:cubicBezTo>
                      <a:pt x="15491" y="2990"/>
                      <a:pt x="15491" y="2952"/>
                      <a:pt x="15491" y="2912"/>
                    </a:cubicBezTo>
                    <a:cubicBezTo>
                      <a:pt x="15504" y="2908"/>
                      <a:pt x="15504" y="2908"/>
                      <a:pt x="15566" y="2889"/>
                    </a:cubicBezTo>
                    <a:cubicBezTo>
                      <a:pt x="15598" y="2878"/>
                      <a:pt x="15630" y="2868"/>
                      <a:pt x="15663" y="2857"/>
                    </a:cubicBezTo>
                    <a:cubicBezTo>
                      <a:pt x="15671" y="2855"/>
                      <a:pt x="15671" y="2855"/>
                      <a:pt x="15712" y="2842"/>
                    </a:cubicBezTo>
                    <a:cubicBezTo>
                      <a:pt x="15719" y="2839"/>
                      <a:pt x="15719" y="2839"/>
                      <a:pt x="15759" y="2827"/>
                    </a:cubicBezTo>
                    <a:cubicBezTo>
                      <a:pt x="15773" y="2822"/>
                      <a:pt x="15787" y="2817"/>
                      <a:pt x="15802" y="2813"/>
                    </a:cubicBezTo>
                    <a:cubicBezTo>
                      <a:pt x="15841" y="2795"/>
                      <a:pt x="15841" y="2795"/>
                      <a:pt x="15899" y="2737"/>
                    </a:cubicBezTo>
                    <a:cubicBezTo>
                      <a:pt x="15944" y="2728"/>
                      <a:pt x="15944" y="2728"/>
                      <a:pt x="15997" y="2725"/>
                    </a:cubicBezTo>
                    <a:cubicBezTo>
                      <a:pt x="16007" y="2725"/>
                      <a:pt x="16007" y="2725"/>
                      <a:pt x="16057" y="2722"/>
                    </a:cubicBezTo>
                    <a:cubicBezTo>
                      <a:pt x="16078" y="2721"/>
                      <a:pt x="16099" y="2720"/>
                      <a:pt x="16121" y="2719"/>
                    </a:cubicBezTo>
                    <a:cubicBezTo>
                      <a:pt x="16143" y="2718"/>
                      <a:pt x="16165" y="2716"/>
                      <a:pt x="16188" y="2715"/>
                    </a:cubicBezTo>
                    <a:cubicBezTo>
                      <a:pt x="16258" y="2711"/>
                      <a:pt x="16328" y="2708"/>
                      <a:pt x="16398" y="2704"/>
                    </a:cubicBezTo>
                    <a:cubicBezTo>
                      <a:pt x="16445" y="2702"/>
                      <a:pt x="16493" y="2699"/>
                      <a:pt x="16540" y="2697"/>
                    </a:cubicBezTo>
                    <a:cubicBezTo>
                      <a:pt x="16656" y="2691"/>
                      <a:pt x="16773" y="2685"/>
                      <a:pt x="16889" y="2679"/>
                    </a:cubicBezTo>
                    <a:cubicBezTo>
                      <a:pt x="16887" y="2697"/>
                      <a:pt x="16885" y="2715"/>
                      <a:pt x="16883" y="2734"/>
                    </a:cubicBezTo>
                    <a:cubicBezTo>
                      <a:pt x="16889" y="2795"/>
                      <a:pt x="16889" y="2795"/>
                      <a:pt x="16928" y="2828"/>
                    </a:cubicBezTo>
                    <a:cubicBezTo>
                      <a:pt x="16946" y="2837"/>
                      <a:pt x="16964" y="2845"/>
                      <a:pt x="16983" y="2854"/>
                    </a:cubicBezTo>
                    <a:cubicBezTo>
                      <a:pt x="17003" y="2863"/>
                      <a:pt x="17023" y="2873"/>
                      <a:pt x="17043" y="2883"/>
                    </a:cubicBezTo>
                    <a:cubicBezTo>
                      <a:pt x="17065" y="2892"/>
                      <a:pt x="17086" y="2902"/>
                      <a:pt x="17108" y="2912"/>
                    </a:cubicBezTo>
                    <a:cubicBezTo>
                      <a:pt x="17149" y="2931"/>
                      <a:pt x="17189" y="2951"/>
                      <a:pt x="17230" y="2970"/>
                    </a:cubicBezTo>
                    <a:cubicBezTo>
                      <a:pt x="17294" y="3000"/>
                      <a:pt x="17357" y="3029"/>
                      <a:pt x="17420" y="3058"/>
                    </a:cubicBezTo>
                    <a:cubicBezTo>
                      <a:pt x="17441" y="3068"/>
                      <a:pt x="17462" y="3077"/>
                      <a:pt x="17483" y="3087"/>
                    </a:cubicBezTo>
                    <a:cubicBezTo>
                      <a:pt x="17502" y="3096"/>
                      <a:pt x="17521" y="3104"/>
                      <a:pt x="17540" y="3113"/>
                    </a:cubicBezTo>
                    <a:cubicBezTo>
                      <a:pt x="17617" y="3164"/>
                      <a:pt x="17642" y="3230"/>
                      <a:pt x="17676" y="3314"/>
                    </a:cubicBezTo>
                    <a:cubicBezTo>
                      <a:pt x="17705" y="3378"/>
                      <a:pt x="17705" y="3378"/>
                      <a:pt x="17747" y="3432"/>
                    </a:cubicBezTo>
                    <a:cubicBezTo>
                      <a:pt x="17940" y="3685"/>
                      <a:pt x="17912" y="3993"/>
                      <a:pt x="17919" y="4299"/>
                    </a:cubicBezTo>
                    <a:cubicBezTo>
                      <a:pt x="17921" y="4356"/>
                      <a:pt x="17923" y="4414"/>
                      <a:pt x="17925" y="4472"/>
                    </a:cubicBezTo>
                    <a:cubicBezTo>
                      <a:pt x="17930" y="4612"/>
                      <a:pt x="17934" y="4752"/>
                      <a:pt x="17938" y="4892"/>
                    </a:cubicBezTo>
                    <a:cubicBezTo>
                      <a:pt x="17899" y="4892"/>
                      <a:pt x="17861" y="4892"/>
                      <a:pt x="17821" y="4892"/>
                    </a:cubicBezTo>
                    <a:cubicBezTo>
                      <a:pt x="17821" y="4969"/>
                      <a:pt x="17821" y="5046"/>
                      <a:pt x="17821" y="5125"/>
                    </a:cubicBezTo>
                    <a:cubicBezTo>
                      <a:pt x="17783" y="5125"/>
                      <a:pt x="17744" y="5125"/>
                      <a:pt x="17705" y="5125"/>
                    </a:cubicBezTo>
                    <a:cubicBezTo>
                      <a:pt x="17705" y="5163"/>
                      <a:pt x="17705" y="5202"/>
                      <a:pt x="17705" y="5241"/>
                    </a:cubicBezTo>
                    <a:cubicBezTo>
                      <a:pt x="17666" y="5241"/>
                      <a:pt x="17628" y="5241"/>
                      <a:pt x="17588" y="5241"/>
                    </a:cubicBezTo>
                    <a:cubicBezTo>
                      <a:pt x="17588" y="5318"/>
                      <a:pt x="17588" y="5395"/>
                      <a:pt x="17588" y="5474"/>
                    </a:cubicBezTo>
                    <a:cubicBezTo>
                      <a:pt x="17627" y="5474"/>
                      <a:pt x="17665" y="5474"/>
                      <a:pt x="17705" y="5474"/>
                    </a:cubicBezTo>
                    <a:cubicBezTo>
                      <a:pt x="17705" y="5513"/>
                      <a:pt x="17705" y="5551"/>
                      <a:pt x="17705" y="5591"/>
                    </a:cubicBezTo>
                    <a:cubicBezTo>
                      <a:pt x="17743" y="5591"/>
                      <a:pt x="17781" y="5591"/>
                      <a:pt x="17821" y="5591"/>
                    </a:cubicBezTo>
                    <a:cubicBezTo>
                      <a:pt x="17822" y="5598"/>
                      <a:pt x="17822" y="5598"/>
                      <a:pt x="17828" y="5636"/>
                    </a:cubicBezTo>
                    <a:cubicBezTo>
                      <a:pt x="17873" y="5902"/>
                      <a:pt x="17966" y="6153"/>
                      <a:pt x="18054" y="6406"/>
                    </a:cubicBezTo>
                    <a:cubicBezTo>
                      <a:pt x="18092" y="6406"/>
                      <a:pt x="18131" y="6406"/>
                      <a:pt x="18170" y="6406"/>
                    </a:cubicBezTo>
                    <a:cubicBezTo>
                      <a:pt x="18170" y="6445"/>
                      <a:pt x="18170" y="6483"/>
                      <a:pt x="18170" y="6523"/>
                    </a:cubicBezTo>
                    <a:cubicBezTo>
                      <a:pt x="18209" y="6523"/>
                      <a:pt x="18247" y="6523"/>
                      <a:pt x="18287" y="6523"/>
                    </a:cubicBezTo>
                    <a:cubicBezTo>
                      <a:pt x="18287" y="6600"/>
                      <a:pt x="18287" y="6676"/>
                      <a:pt x="18287" y="6756"/>
                    </a:cubicBezTo>
                    <a:cubicBezTo>
                      <a:pt x="18325" y="6756"/>
                      <a:pt x="18364" y="6756"/>
                      <a:pt x="18403" y="6756"/>
                    </a:cubicBezTo>
                    <a:cubicBezTo>
                      <a:pt x="18436" y="6798"/>
                      <a:pt x="18436" y="6798"/>
                      <a:pt x="18462" y="6858"/>
                    </a:cubicBezTo>
                    <a:cubicBezTo>
                      <a:pt x="18471" y="6879"/>
                      <a:pt x="18481" y="6900"/>
                      <a:pt x="18491" y="6921"/>
                    </a:cubicBezTo>
                    <a:cubicBezTo>
                      <a:pt x="18510" y="6966"/>
                      <a:pt x="18530" y="7011"/>
                      <a:pt x="18549" y="7056"/>
                    </a:cubicBezTo>
                    <a:cubicBezTo>
                      <a:pt x="18559" y="7077"/>
                      <a:pt x="18568" y="7098"/>
                      <a:pt x="18578" y="7120"/>
                    </a:cubicBezTo>
                    <a:cubicBezTo>
                      <a:pt x="18582" y="7129"/>
                      <a:pt x="18582" y="7129"/>
                      <a:pt x="18604" y="7179"/>
                    </a:cubicBezTo>
                    <a:cubicBezTo>
                      <a:pt x="18609" y="7186"/>
                      <a:pt x="18609" y="7186"/>
                      <a:pt x="18636" y="7222"/>
                    </a:cubicBezTo>
                    <a:cubicBezTo>
                      <a:pt x="18698" y="7228"/>
                      <a:pt x="18698" y="7228"/>
                      <a:pt x="18753" y="7222"/>
                    </a:cubicBezTo>
                    <a:cubicBezTo>
                      <a:pt x="18753" y="7229"/>
                      <a:pt x="18753" y="7229"/>
                      <a:pt x="18753" y="7269"/>
                    </a:cubicBezTo>
                    <a:cubicBezTo>
                      <a:pt x="18776" y="7495"/>
                      <a:pt x="18888" y="7625"/>
                      <a:pt x="19026" y="7798"/>
                    </a:cubicBezTo>
                    <a:cubicBezTo>
                      <a:pt x="19169" y="7981"/>
                      <a:pt x="19258" y="8169"/>
                      <a:pt x="19335" y="8386"/>
                    </a:cubicBezTo>
                    <a:cubicBezTo>
                      <a:pt x="19374" y="8386"/>
                      <a:pt x="19412" y="8386"/>
                      <a:pt x="19452" y="8386"/>
                    </a:cubicBezTo>
                    <a:cubicBezTo>
                      <a:pt x="19452" y="8463"/>
                      <a:pt x="19452" y="8540"/>
                      <a:pt x="19452" y="8619"/>
                    </a:cubicBezTo>
                    <a:cubicBezTo>
                      <a:pt x="19490" y="8619"/>
                      <a:pt x="19529" y="8619"/>
                      <a:pt x="19568" y="8619"/>
                    </a:cubicBezTo>
                    <a:cubicBezTo>
                      <a:pt x="19568" y="8658"/>
                      <a:pt x="19568" y="8696"/>
                      <a:pt x="19568" y="8736"/>
                    </a:cubicBezTo>
                    <a:cubicBezTo>
                      <a:pt x="19581" y="8736"/>
                      <a:pt x="19595" y="8736"/>
                      <a:pt x="19608" y="8737"/>
                    </a:cubicBezTo>
                    <a:cubicBezTo>
                      <a:pt x="19747" y="8741"/>
                      <a:pt x="19886" y="8746"/>
                      <a:pt x="20025" y="8751"/>
                    </a:cubicBezTo>
                    <a:cubicBezTo>
                      <a:pt x="20077" y="8753"/>
                      <a:pt x="20128" y="8755"/>
                      <a:pt x="20180" y="8756"/>
                    </a:cubicBezTo>
                    <a:cubicBezTo>
                      <a:pt x="20701" y="8770"/>
                      <a:pt x="20701" y="8770"/>
                      <a:pt x="20911" y="8932"/>
                    </a:cubicBezTo>
                    <a:cubicBezTo>
                      <a:pt x="20974" y="8974"/>
                      <a:pt x="21008" y="8976"/>
                      <a:pt x="21082" y="8969"/>
                    </a:cubicBezTo>
                    <a:cubicBezTo>
                      <a:pt x="21082" y="9007"/>
                      <a:pt x="21082" y="9046"/>
                      <a:pt x="21082" y="9085"/>
                    </a:cubicBezTo>
                    <a:cubicBezTo>
                      <a:pt x="21121" y="9085"/>
                      <a:pt x="21159" y="9085"/>
                      <a:pt x="21199" y="9085"/>
                    </a:cubicBezTo>
                    <a:cubicBezTo>
                      <a:pt x="21199" y="9124"/>
                      <a:pt x="21199" y="9162"/>
                      <a:pt x="21199" y="9202"/>
                    </a:cubicBezTo>
                    <a:cubicBezTo>
                      <a:pt x="21237" y="9202"/>
                      <a:pt x="21276" y="9202"/>
                      <a:pt x="21315" y="9202"/>
                    </a:cubicBezTo>
                    <a:cubicBezTo>
                      <a:pt x="21315" y="9240"/>
                      <a:pt x="21315" y="9279"/>
                      <a:pt x="21315" y="9318"/>
                    </a:cubicBezTo>
                    <a:cubicBezTo>
                      <a:pt x="21333" y="9316"/>
                      <a:pt x="21351" y="9314"/>
                      <a:pt x="21370" y="9311"/>
                    </a:cubicBezTo>
                    <a:cubicBezTo>
                      <a:pt x="21390" y="9313"/>
                      <a:pt x="21411" y="9316"/>
                      <a:pt x="21432" y="9318"/>
                    </a:cubicBezTo>
                    <a:cubicBezTo>
                      <a:pt x="21467" y="9367"/>
                      <a:pt x="21467" y="9367"/>
                      <a:pt x="21494" y="9431"/>
                    </a:cubicBezTo>
                    <a:cubicBezTo>
                      <a:pt x="21527" y="9507"/>
                      <a:pt x="21547" y="9550"/>
                      <a:pt x="21607" y="9609"/>
                    </a:cubicBezTo>
                    <a:cubicBezTo>
                      <a:pt x="21614" y="9668"/>
                      <a:pt x="21614" y="9668"/>
                      <a:pt x="21614" y="9742"/>
                    </a:cubicBezTo>
                    <a:cubicBezTo>
                      <a:pt x="21614" y="9769"/>
                      <a:pt x="21614" y="9796"/>
                      <a:pt x="21615" y="9825"/>
                    </a:cubicBezTo>
                    <a:cubicBezTo>
                      <a:pt x="21615" y="9855"/>
                      <a:pt x="21614" y="9885"/>
                      <a:pt x="21614" y="9915"/>
                    </a:cubicBezTo>
                    <a:cubicBezTo>
                      <a:pt x="21614" y="9946"/>
                      <a:pt x="21614" y="9976"/>
                      <a:pt x="21614" y="10007"/>
                    </a:cubicBezTo>
                    <a:cubicBezTo>
                      <a:pt x="21615" y="10072"/>
                      <a:pt x="21614" y="10137"/>
                      <a:pt x="21614" y="10201"/>
                    </a:cubicBezTo>
                    <a:cubicBezTo>
                      <a:pt x="21614" y="10284"/>
                      <a:pt x="21614" y="10366"/>
                      <a:pt x="21614" y="10449"/>
                    </a:cubicBezTo>
                    <a:cubicBezTo>
                      <a:pt x="21615" y="10513"/>
                      <a:pt x="21614" y="10577"/>
                      <a:pt x="21614" y="10640"/>
                    </a:cubicBezTo>
                    <a:cubicBezTo>
                      <a:pt x="21614" y="10671"/>
                      <a:pt x="21614" y="10701"/>
                      <a:pt x="21614" y="10732"/>
                    </a:cubicBezTo>
                    <a:cubicBezTo>
                      <a:pt x="21615" y="10893"/>
                      <a:pt x="21612" y="11032"/>
                      <a:pt x="21548" y="11182"/>
                    </a:cubicBezTo>
                    <a:cubicBezTo>
                      <a:pt x="21510" y="11182"/>
                      <a:pt x="21471" y="11182"/>
                      <a:pt x="21432" y="11182"/>
                    </a:cubicBezTo>
                    <a:cubicBezTo>
                      <a:pt x="21432" y="11220"/>
                      <a:pt x="21432" y="11259"/>
                      <a:pt x="21432" y="11298"/>
                    </a:cubicBezTo>
                    <a:cubicBezTo>
                      <a:pt x="21393" y="11298"/>
                      <a:pt x="21355" y="11298"/>
                      <a:pt x="21315" y="11298"/>
                    </a:cubicBezTo>
                    <a:cubicBezTo>
                      <a:pt x="21315" y="11337"/>
                      <a:pt x="21315" y="11375"/>
                      <a:pt x="21315" y="11415"/>
                    </a:cubicBezTo>
                    <a:cubicBezTo>
                      <a:pt x="21277" y="11415"/>
                      <a:pt x="21238" y="11415"/>
                      <a:pt x="21199" y="11415"/>
                    </a:cubicBezTo>
                    <a:cubicBezTo>
                      <a:pt x="21199" y="11453"/>
                      <a:pt x="21199" y="11492"/>
                      <a:pt x="21199" y="11531"/>
                    </a:cubicBezTo>
                    <a:cubicBezTo>
                      <a:pt x="21160" y="11531"/>
                      <a:pt x="21122" y="11531"/>
                      <a:pt x="21082" y="11531"/>
                    </a:cubicBezTo>
                    <a:cubicBezTo>
                      <a:pt x="21082" y="11570"/>
                      <a:pt x="21082" y="11608"/>
                      <a:pt x="21082" y="11648"/>
                    </a:cubicBezTo>
                    <a:cubicBezTo>
                      <a:pt x="21058" y="11655"/>
                      <a:pt x="21033" y="11663"/>
                      <a:pt x="21008" y="11671"/>
                    </a:cubicBezTo>
                    <a:cubicBezTo>
                      <a:pt x="20976" y="11682"/>
                      <a:pt x="20944" y="11692"/>
                      <a:pt x="20911" y="11702"/>
                    </a:cubicBezTo>
                    <a:cubicBezTo>
                      <a:pt x="20895" y="11707"/>
                      <a:pt x="20879" y="11712"/>
                      <a:pt x="20862" y="11718"/>
                    </a:cubicBezTo>
                    <a:cubicBezTo>
                      <a:pt x="20847" y="11723"/>
                      <a:pt x="20831" y="11728"/>
                      <a:pt x="20815" y="11733"/>
                    </a:cubicBezTo>
                    <a:cubicBezTo>
                      <a:pt x="20808" y="11735"/>
                      <a:pt x="20808" y="11735"/>
                      <a:pt x="20772" y="11747"/>
                    </a:cubicBezTo>
                    <a:cubicBezTo>
                      <a:pt x="20733" y="11764"/>
                      <a:pt x="20733" y="11764"/>
                      <a:pt x="20675" y="11822"/>
                    </a:cubicBezTo>
                    <a:cubicBezTo>
                      <a:pt x="20617" y="11832"/>
                      <a:pt x="20562" y="11837"/>
                      <a:pt x="20503" y="11841"/>
                    </a:cubicBezTo>
                    <a:cubicBezTo>
                      <a:pt x="20487" y="11842"/>
                      <a:pt x="20470" y="11843"/>
                      <a:pt x="20453" y="11845"/>
                    </a:cubicBezTo>
                    <a:cubicBezTo>
                      <a:pt x="20399" y="11848"/>
                      <a:pt x="20346" y="11852"/>
                      <a:pt x="20293" y="11855"/>
                    </a:cubicBezTo>
                    <a:cubicBezTo>
                      <a:pt x="20256" y="11858"/>
                      <a:pt x="20220" y="11860"/>
                      <a:pt x="20184" y="11863"/>
                    </a:cubicBezTo>
                    <a:cubicBezTo>
                      <a:pt x="20095" y="11869"/>
                      <a:pt x="20006" y="11875"/>
                      <a:pt x="19918" y="11881"/>
                    </a:cubicBezTo>
                    <a:cubicBezTo>
                      <a:pt x="19918" y="11919"/>
                      <a:pt x="19918" y="11958"/>
                      <a:pt x="19918" y="11997"/>
                    </a:cubicBezTo>
                    <a:cubicBezTo>
                      <a:pt x="19879" y="11997"/>
                      <a:pt x="19841" y="11997"/>
                      <a:pt x="19801" y="11997"/>
                    </a:cubicBezTo>
                    <a:cubicBezTo>
                      <a:pt x="19767" y="12076"/>
                      <a:pt x="19734" y="12154"/>
                      <a:pt x="19702" y="12233"/>
                    </a:cubicBezTo>
                    <a:cubicBezTo>
                      <a:pt x="19685" y="12273"/>
                      <a:pt x="19668" y="12312"/>
                      <a:pt x="19651" y="12352"/>
                    </a:cubicBezTo>
                    <a:cubicBezTo>
                      <a:pt x="19586" y="12511"/>
                      <a:pt x="19551" y="12641"/>
                      <a:pt x="19568" y="12812"/>
                    </a:cubicBezTo>
                    <a:cubicBezTo>
                      <a:pt x="19530" y="12812"/>
                      <a:pt x="19491" y="12812"/>
                      <a:pt x="19452" y="12812"/>
                    </a:cubicBezTo>
                    <a:cubicBezTo>
                      <a:pt x="19449" y="12821"/>
                      <a:pt x="19449" y="12821"/>
                      <a:pt x="19438" y="12865"/>
                    </a:cubicBezTo>
                    <a:cubicBezTo>
                      <a:pt x="19418" y="12946"/>
                      <a:pt x="19397" y="13027"/>
                      <a:pt x="19375" y="13107"/>
                    </a:cubicBezTo>
                    <a:cubicBezTo>
                      <a:pt x="19371" y="13122"/>
                      <a:pt x="19368" y="13136"/>
                      <a:pt x="19364" y="13152"/>
                    </a:cubicBezTo>
                    <a:cubicBezTo>
                      <a:pt x="19310" y="13353"/>
                      <a:pt x="19244" y="13542"/>
                      <a:pt x="19156" y="13731"/>
                    </a:cubicBezTo>
                    <a:cubicBezTo>
                      <a:pt x="19101" y="13853"/>
                      <a:pt x="19080" y="13960"/>
                      <a:pt x="19102" y="14094"/>
                    </a:cubicBezTo>
                    <a:cubicBezTo>
                      <a:pt x="19064" y="14094"/>
                      <a:pt x="19025" y="14094"/>
                      <a:pt x="18986" y="14094"/>
                    </a:cubicBezTo>
                    <a:cubicBezTo>
                      <a:pt x="18986" y="14209"/>
                      <a:pt x="18986" y="14324"/>
                      <a:pt x="18986" y="14443"/>
                    </a:cubicBezTo>
                    <a:cubicBezTo>
                      <a:pt x="18947" y="14443"/>
                      <a:pt x="18909" y="14443"/>
                      <a:pt x="18869" y="14443"/>
                    </a:cubicBezTo>
                    <a:cubicBezTo>
                      <a:pt x="18850" y="14520"/>
                      <a:pt x="18850" y="14520"/>
                      <a:pt x="18753" y="14909"/>
                    </a:cubicBezTo>
                    <a:cubicBezTo>
                      <a:pt x="18791" y="14909"/>
                      <a:pt x="18830" y="14909"/>
                      <a:pt x="18869" y="14909"/>
                    </a:cubicBezTo>
                    <a:cubicBezTo>
                      <a:pt x="18869" y="14986"/>
                      <a:pt x="18869" y="15063"/>
                      <a:pt x="18869" y="15142"/>
                    </a:cubicBezTo>
                    <a:cubicBezTo>
                      <a:pt x="18908" y="15142"/>
                      <a:pt x="18946" y="15142"/>
                      <a:pt x="18986" y="15142"/>
                    </a:cubicBezTo>
                    <a:cubicBezTo>
                      <a:pt x="18986" y="15180"/>
                      <a:pt x="18986" y="15219"/>
                      <a:pt x="18986" y="15259"/>
                    </a:cubicBezTo>
                    <a:cubicBezTo>
                      <a:pt x="19024" y="15259"/>
                      <a:pt x="19063" y="15259"/>
                      <a:pt x="19102" y="15259"/>
                    </a:cubicBezTo>
                    <a:cubicBezTo>
                      <a:pt x="19102" y="15297"/>
                      <a:pt x="19102" y="15335"/>
                      <a:pt x="19102" y="15375"/>
                    </a:cubicBezTo>
                    <a:cubicBezTo>
                      <a:pt x="19141" y="15375"/>
                      <a:pt x="19179" y="15375"/>
                      <a:pt x="19219" y="15375"/>
                    </a:cubicBezTo>
                    <a:cubicBezTo>
                      <a:pt x="19219" y="15452"/>
                      <a:pt x="19219" y="15529"/>
                      <a:pt x="19219" y="15608"/>
                    </a:cubicBezTo>
                    <a:cubicBezTo>
                      <a:pt x="19257" y="15608"/>
                      <a:pt x="19296" y="15608"/>
                      <a:pt x="19335" y="15608"/>
                    </a:cubicBezTo>
                    <a:cubicBezTo>
                      <a:pt x="19335" y="15685"/>
                      <a:pt x="19335" y="15762"/>
                      <a:pt x="19335" y="15841"/>
                    </a:cubicBezTo>
                    <a:cubicBezTo>
                      <a:pt x="19374" y="15841"/>
                      <a:pt x="19412" y="15841"/>
                      <a:pt x="19452" y="15841"/>
                    </a:cubicBezTo>
                    <a:cubicBezTo>
                      <a:pt x="19452" y="16187"/>
                      <a:pt x="19452" y="16533"/>
                      <a:pt x="19452" y="16889"/>
                    </a:cubicBezTo>
                    <a:cubicBezTo>
                      <a:pt x="19413" y="16889"/>
                      <a:pt x="19375" y="16889"/>
                      <a:pt x="19335" y="16889"/>
                    </a:cubicBezTo>
                    <a:cubicBezTo>
                      <a:pt x="19335" y="16966"/>
                      <a:pt x="19335" y="17043"/>
                      <a:pt x="19335" y="17122"/>
                    </a:cubicBezTo>
                    <a:cubicBezTo>
                      <a:pt x="19297" y="17122"/>
                      <a:pt x="19258" y="17122"/>
                      <a:pt x="19219" y="17122"/>
                    </a:cubicBezTo>
                    <a:cubicBezTo>
                      <a:pt x="19219" y="17199"/>
                      <a:pt x="19219" y="17276"/>
                      <a:pt x="19219" y="17355"/>
                    </a:cubicBezTo>
                    <a:cubicBezTo>
                      <a:pt x="19180" y="17355"/>
                      <a:pt x="19142" y="17355"/>
                      <a:pt x="19102" y="17355"/>
                    </a:cubicBezTo>
                    <a:cubicBezTo>
                      <a:pt x="19102" y="17394"/>
                      <a:pt x="19102" y="17432"/>
                      <a:pt x="19102" y="17472"/>
                    </a:cubicBezTo>
                    <a:cubicBezTo>
                      <a:pt x="19064" y="17472"/>
                      <a:pt x="19025" y="17472"/>
                      <a:pt x="18986" y="17472"/>
                    </a:cubicBezTo>
                    <a:cubicBezTo>
                      <a:pt x="18986" y="17510"/>
                      <a:pt x="18986" y="17548"/>
                      <a:pt x="18986" y="17588"/>
                    </a:cubicBezTo>
                    <a:cubicBezTo>
                      <a:pt x="18947" y="17588"/>
                      <a:pt x="18909" y="17588"/>
                      <a:pt x="18869" y="17588"/>
                    </a:cubicBezTo>
                    <a:cubicBezTo>
                      <a:pt x="18869" y="17627"/>
                      <a:pt x="18869" y="17665"/>
                      <a:pt x="18869" y="17705"/>
                    </a:cubicBezTo>
                    <a:cubicBezTo>
                      <a:pt x="18851" y="17707"/>
                      <a:pt x="18833" y="17710"/>
                      <a:pt x="18814" y="17713"/>
                    </a:cubicBezTo>
                    <a:cubicBezTo>
                      <a:pt x="18789" y="17718"/>
                      <a:pt x="18764" y="17722"/>
                      <a:pt x="18738" y="17726"/>
                    </a:cubicBezTo>
                    <a:cubicBezTo>
                      <a:pt x="18714" y="17730"/>
                      <a:pt x="18690" y="17734"/>
                      <a:pt x="18665" y="17739"/>
                    </a:cubicBezTo>
                    <a:cubicBezTo>
                      <a:pt x="18593" y="17755"/>
                      <a:pt x="18538" y="17785"/>
                      <a:pt x="18474" y="17821"/>
                    </a:cubicBezTo>
                    <a:cubicBezTo>
                      <a:pt x="18335" y="17891"/>
                      <a:pt x="18209" y="17899"/>
                      <a:pt x="18055" y="17903"/>
                    </a:cubicBezTo>
                    <a:cubicBezTo>
                      <a:pt x="18041" y="17904"/>
                      <a:pt x="18041" y="17904"/>
                      <a:pt x="17974" y="17907"/>
                    </a:cubicBezTo>
                    <a:cubicBezTo>
                      <a:pt x="17889" y="17910"/>
                      <a:pt x="17804" y="17913"/>
                      <a:pt x="17719" y="17916"/>
                    </a:cubicBezTo>
                    <a:cubicBezTo>
                      <a:pt x="17661" y="17918"/>
                      <a:pt x="17603" y="17920"/>
                      <a:pt x="17546" y="17922"/>
                    </a:cubicBezTo>
                    <a:cubicBezTo>
                      <a:pt x="17404" y="17928"/>
                      <a:pt x="17263" y="17933"/>
                      <a:pt x="17122" y="17938"/>
                    </a:cubicBezTo>
                    <a:cubicBezTo>
                      <a:pt x="17122" y="18014"/>
                      <a:pt x="17122" y="18091"/>
                      <a:pt x="17122" y="18170"/>
                    </a:cubicBezTo>
                    <a:cubicBezTo>
                      <a:pt x="17084" y="18170"/>
                      <a:pt x="17045" y="18170"/>
                      <a:pt x="17006" y="18170"/>
                    </a:cubicBezTo>
                    <a:cubicBezTo>
                      <a:pt x="17006" y="18209"/>
                      <a:pt x="17006" y="18247"/>
                      <a:pt x="17006" y="18287"/>
                    </a:cubicBezTo>
                    <a:cubicBezTo>
                      <a:pt x="16967" y="18287"/>
                      <a:pt x="16929" y="18287"/>
                      <a:pt x="16889" y="18287"/>
                    </a:cubicBezTo>
                    <a:cubicBezTo>
                      <a:pt x="16889" y="18325"/>
                      <a:pt x="16889" y="18364"/>
                      <a:pt x="16889" y="18403"/>
                    </a:cubicBezTo>
                    <a:cubicBezTo>
                      <a:pt x="16851" y="18403"/>
                      <a:pt x="16812" y="18403"/>
                      <a:pt x="16773" y="18403"/>
                    </a:cubicBezTo>
                    <a:cubicBezTo>
                      <a:pt x="16773" y="18557"/>
                      <a:pt x="16773" y="18711"/>
                      <a:pt x="16773" y="18869"/>
                    </a:cubicBezTo>
                    <a:cubicBezTo>
                      <a:pt x="16811" y="18869"/>
                      <a:pt x="16850" y="18869"/>
                      <a:pt x="16889" y="18869"/>
                    </a:cubicBezTo>
                    <a:cubicBezTo>
                      <a:pt x="16897" y="18894"/>
                      <a:pt x="16905" y="18918"/>
                      <a:pt x="16913" y="18944"/>
                    </a:cubicBezTo>
                    <a:cubicBezTo>
                      <a:pt x="16923" y="18976"/>
                      <a:pt x="16933" y="19008"/>
                      <a:pt x="16944" y="19040"/>
                    </a:cubicBezTo>
                    <a:cubicBezTo>
                      <a:pt x="16949" y="19057"/>
                      <a:pt x="16954" y="19073"/>
                      <a:pt x="16959" y="19089"/>
                    </a:cubicBezTo>
                    <a:cubicBezTo>
                      <a:pt x="16964" y="19105"/>
                      <a:pt x="16969" y="19121"/>
                      <a:pt x="16975" y="19137"/>
                    </a:cubicBezTo>
                    <a:cubicBezTo>
                      <a:pt x="16979" y="19151"/>
                      <a:pt x="16984" y="19165"/>
                      <a:pt x="16988" y="19180"/>
                    </a:cubicBezTo>
                    <a:cubicBezTo>
                      <a:pt x="17006" y="19219"/>
                      <a:pt x="17006" y="19219"/>
                      <a:pt x="17064" y="19277"/>
                    </a:cubicBezTo>
                    <a:cubicBezTo>
                      <a:pt x="17071" y="19318"/>
                      <a:pt x="17071" y="19318"/>
                      <a:pt x="17071" y="19366"/>
                    </a:cubicBezTo>
                    <a:cubicBezTo>
                      <a:pt x="17072" y="19384"/>
                      <a:pt x="17072" y="19403"/>
                      <a:pt x="17072" y="19421"/>
                    </a:cubicBezTo>
                    <a:cubicBezTo>
                      <a:pt x="17072" y="19431"/>
                      <a:pt x="17072" y="19431"/>
                      <a:pt x="17072" y="19480"/>
                    </a:cubicBezTo>
                    <a:cubicBezTo>
                      <a:pt x="17072" y="19501"/>
                      <a:pt x="17072" y="19521"/>
                      <a:pt x="17072" y="19542"/>
                    </a:cubicBezTo>
                    <a:cubicBezTo>
                      <a:pt x="17072" y="19584"/>
                      <a:pt x="17072" y="19627"/>
                      <a:pt x="17071" y="19670"/>
                    </a:cubicBezTo>
                    <a:cubicBezTo>
                      <a:pt x="17071" y="19735"/>
                      <a:pt x="17071" y="19800"/>
                      <a:pt x="17072" y="19865"/>
                    </a:cubicBezTo>
                    <a:cubicBezTo>
                      <a:pt x="17072" y="19907"/>
                      <a:pt x="17072" y="19948"/>
                      <a:pt x="17072" y="19990"/>
                    </a:cubicBezTo>
                    <a:cubicBezTo>
                      <a:pt x="17072" y="20009"/>
                      <a:pt x="17072" y="20029"/>
                      <a:pt x="17072" y="20048"/>
                    </a:cubicBezTo>
                    <a:cubicBezTo>
                      <a:pt x="17071" y="20172"/>
                      <a:pt x="17050" y="20268"/>
                      <a:pt x="17006" y="20384"/>
                    </a:cubicBezTo>
                    <a:cubicBezTo>
                      <a:pt x="16967" y="20384"/>
                      <a:pt x="16929" y="20384"/>
                      <a:pt x="16889" y="20384"/>
                    </a:cubicBezTo>
                    <a:cubicBezTo>
                      <a:pt x="16889" y="20460"/>
                      <a:pt x="16889" y="20537"/>
                      <a:pt x="16889" y="20616"/>
                    </a:cubicBezTo>
                    <a:cubicBezTo>
                      <a:pt x="16851" y="20616"/>
                      <a:pt x="16812" y="20616"/>
                      <a:pt x="16773" y="20616"/>
                    </a:cubicBezTo>
                    <a:cubicBezTo>
                      <a:pt x="16773" y="20655"/>
                      <a:pt x="16773" y="20693"/>
                      <a:pt x="16773" y="20733"/>
                    </a:cubicBezTo>
                    <a:cubicBezTo>
                      <a:pt x="16734" y="20733"/>
                      <a:pt x="16696" y="20733"/>
                      <a:pt x="16656" y="20733"/>
                    </a:cubicBezTo>
                    <a:cubicBezTo>
                      <a:pt x="16656" y="20771"/>
                      <a:pt x="16656" y="20810"/>
                      <a:pt x="16656" y="20849"/>
                    </a:cubicBezTo>
                    <a:cubicBezTo>
                      <a:pt x="16618" y="20849"/>
                      <a:pt x="16579" y="20849"/>
                      <a:pt x="16540" y="20849"/>
                    </a:cubicBezTo>
                    <a:cubicBezTo>
                      <a:pt x="16540" y="20888"/>
                      <a:pt x="16540" y="20926"/>
                      <a:pt x="16540" y="20966"/>
                    </a:cubicBezTo>
                    <a:cubicBezTo>
                      <a:pt x="16501" y="20966"/>
                      <a:pt x="16463" y="20966"/>
                      <a:pt x="16423" y="20966"/>
                    </a:cubicBezTo>
                    <a:cubicBezTo>
                      <a:pt x="16423" y="21004"/>
                      <a:pt x="16423" y="21043"/>
                      <a:pt x="16423" y="21082"/>
                    </a:cubicBezTo>
                    <a:cubicBezTo>
                      <a:pt x="16270" y="21121"/>
                      <a:pt x="16116" y="21159"/>
                      <a:pt x="15957" y="21199"/>
                    </a:cubicBezTo>
                    <a:cubicBezTo>
                      <a:pt x="15957" y="21237"/>
                      <a:pt x="15957" y="21276"/>
                      <a:pt x="15957" y="21315"/>
                    </a:cubicBezTo>
                    <a:cubicBezTo>
                      <a:pt x="15688" y="21315"/>
                      <a:pt x="15419" y="21315"/>
                      <a:pt x="15142" y="21315"/>
                    </a:cubicBezTo>
                    <a:cubicBezTo>
                      <a:pt x="15142" y="21277"/>
                      <a:pt x="15142" y="21238"/>
                      <a:pt x="15142" y="21199"/>
                    </a:cubicBezTo>
                    <a:cubicBezTo>
                      <a:pt x="15135" y="21196"/>
                      <a:pt x="15135" y="21196"/>
                      <a:pt x="15097" y="21184"/>
                    </a:cubicBezTo>
                    <a:cubicBezTo>
                      <a:pt x="14879" y="21111"/>
                      <a:pt x="14661" y="21039"/>
                      <a:pt x="14443" y="20966"/>
                    </a:cubicBezTo>
                    <a:cubicBezTo>
                      <a:pt x="14443" y="20927"/>
                      <a:pt x="14443" y="20889"/>
                      <a:pt x="14443" y="20849"/>
                    </a:cubicBezTo>
                    <a:cubicBezTo>
                      <a:pt x="14405" y="20849"/>
                      <a:pt x="14366" y="20849"/>
                      <a:pt x="14327" y="20849"/>
                    </a:cubicBezTo>
                    <a:cubicBezTo>
                      <a:pt x="14327" y="20811"/>
                      <a:pt x="14327" y="20773"/>
                      <a:pt x="14327" y="20733"/>
                    </a:cubicBezTo>
                    <a:cubicBezTo>
                      <a:pt x="14288" y="20733"/>
                      <a:pt x="14250" y="20733"/>
                      <a:pt x="14210" y="20733"/>
                    </a:cubicBezTo>
                    <a:cubicBezTo>
                      <a:pt x="14210" y="20656"/>
                      <a:pt x="14210" y="20579"/>
                      <a:pt x="14210" y="20500"/>
                    </a:cubicBezTo>
                    <a:cubicBezTo>
                      <a:pt x="14172" y="20500"/>
                      <a:pt x="14133" y="20500"/>
                      <a:pt x="14094" y="20500"/>
                    </a:cubicBezTo>
                    <a:cubicBezTo>
                      <a:pt x="14094" y="20462"/>
                      <a:pt x="14094" y="20423"/>
                      <a:pt x="14094" y="20384"/>
                    </a:cubicBezTo>
                    <a:cubicBezTo>
                      <a:pt x="14055" y="20384"/>
                      <a:pt x="14017" y="20384"/>
                      <a:pt x="13977" y="20384"/>
                    </a:cubicBezTo>
                    <a:cubicBezTo>
                      <a:pt x="13977" y="19999"/>
                      <a:pt x="13977" y="19615"/>
                      <a:pt x="13977" y="19219"/>
                    </a:cubicBezTo>
                    <a:cubicBezTo>
                      <a:pt x="14016" y="19219"/>
                      <a:pt x="14054" y="19219"/>
                      <a:pt x="14094" y="19219"/>
                    </a:cubicBezTo>
                    <a:cubicBezTo>
                      <a:pt x="14077" y="19180"/>
                      <a:pt x="14060" y="19141"/>
                      <a:pt x="14043" y="19102"/>
                    </a:cubicBezTo>
                    <a:cubicBezTo>
                      <a:pt x="14033" y="19081"/>
                      <a:pt x="14024" y="19059"/>
                      <a:pt x="14014" y="19037"/>
                    </a:cubicBezTo>
                    <a:cubicBezTo>
                      <a:pt x="14002" y="19020"/>
                      <a:pt x="13990" y="19003"/>
                      <a:pt x="13977" y="18986"/>
                    </a:cubicBezTo>
                    <a:cubicBezTo>
                      <a:pt x="13915" y="18979"/>
                      <a:pt x="13915" y="18979"/>
                      <a:pt x="13861" y="18986"/>
                    </a:cubicBezTo>
                    <a:cubicBezTo>
                      <a:pt x="13861" y="18947"/>
                      <a:pt x="13861" y="18909"/>
                      <a:pt x="13861" y="18869"/>
                    </a:cubicBezTo>
                    <a:cubicBezTo>
                      <a:pt x="13822" y="18869"/>
                      <a:pt x="13784" y="18869"/>
                      <a:pt x="13744" y="18869"/>
                    </a:cubicBezTo>
                    <a:cubicBezTo>
                      <a:pt x="13744" y="18831"/>
                      <a:pt x="13744" y="18792"/>
                      <a:pt x="13744" y="18753"/>
                    </a:cubicBezTo>
                    <a:cubicBezTo>
                      <a:pt x="13667" y="18753"/>
                      <a:pt x="13591" y="18753"/>
                      <a:pt x="13511" y="18753"/>
                    </a:cubicBezTo>
                    <a:cubicBezTo>
                      <a:pt x="13511" y="18714"/>
                      <a:pt x="13511" y="18676"/>
                      <a:pt x="13511" y="18636"/>
                    </a:cubicBezTo>
                    <a:cubicBezTo>
                      <a:pt x="13473" y="18636"/>
                      <a:pt x="13434" y="18636"/>
                      <a:pt x="13395" y="18636"/>
                    </a:cubicBezTo>
                    <a:cubicBezTo>
                      <a:pt x="13395" y="18598"/>
                      <a:pt x="13395" y="18559"/>
                      <a:pt x="13395" y="18520"/>
                    </a:cubicBezTo>
                    <a:cubicBezTo>
                      <a:pt x="13280" y="18481"/>
                      <a:pt x="13164" y="18443"/>
                      <a:pt x="13045" y="18403"/>
                    </a:cubicBezTo>
                    <a:cubicBezTo>
                      <a:pt x="13045" y="18365"/>
                      <a:pt x="13045" y="18327"/>
                      <a:pt x="13045" y="18287"/>
                    </a:cubicBezTo>
                    <a:cubicBezTo>
                      <a:pt x="12990" y="18264"/>
                      <a:pt x="12934" y="18243"/>
                      <a:pt x="12878" y="18221"/>
                    </a:cubicBezTo>
                    <a:cubicBezTo>
                      <a:pt x="12862" y="18215"/>
                      <a:pt x="12847" y="18208"/>
                      <a:pt x="12830" y="18202"/>
                    </a:cubicBezTo>
                    <a:cubicBezTo>
                      <a:pt x="12815" y="18196"/>
                      <a:pt x="12800" y="18190"/>
                      <a:pt x="12784" y="18185"/>
                    </a:cubicBezTo>
                    <a:cubicBezTo>
                      <a:pt x="12770" y="18179"/>
                      <a:pt x="12756" y="18174"/>
                      <a:pt x="12741" y="18168"/>
                    </a:cubicBezTo>
                    <a:cubicBezTo>
                      <a:pt x="12677" y="18172"/>
                      <a:pt x="12648" y="18206"/>
                      <a:pt x="12605" y="18251"/>
                    </a:cubicBezTo>
                    <a:cubicBezTo>
                      <a:pt x="12560" y="18314"/>
                      <a:pt x="12565" y="18374"/>
                      <a:pt x="12565" y="18449"/>
                    </a:cubicBezTo>
                    <a:cubicBezTo>
                      <a:pt x="12565" y="18465"/>
                      <a:pt x="12565" y="18481"/>
                      <a:pt x="12565" y="18497"/>
                    </a:cubicBezTo>
                    <a:cubicBezTo>
                      <a:pt x="12565" y="18549"/>
                      <a:pt x="12565" y="18601"/>
                      <a:pt x="12566" y="18653"/>
                    </a:cubicBezTo>
                    <a:cubicBezTo>
                      <a:pt x="12566" y="18689"/>
                      <a:pt x="12566" y="18725"/>
                      <a:pt x="12566" y="18762"/>
                    </a:cubicBezTo>
                    <a:cubicBezTo>
                      <a:pt x="12566" y="18838"/>
                      <a:pt x="12567" y="18913"/>
                      <a:pt x="12568" y="18989"/>
                    </a:cubicBezTo>
                    <a:cubicBezTo>
                      <a:pt x="12569" y="19086"/>
                      <a:pt x="12569" y="19184"/>
                      <a:pt x="12569" y="19281"/>
                    </a:cubicBezTo>
                    <a:cubicBezTo>
                      <a:pt x="12569" y="19356"/>
                      <a:pt x="12569" y="19431"/>
                      <a:pt x="12569" y="19505"/>
                    </a:cubicBezTo>
                    <a:cubicBezTo>
                      <a:pt x="12570" y="19541"/>
                      <a:pt x="12570" y="19577"/>
                      <a:pt x="12570" y="19613"/>
                    </a:cubicBezTo>
                    <a:cubicBezTo>
                      <a:pt x="12570" y="19663"/>
                      <a:pt x="12570" y="19713"/>
                      <a:pt x="12571" y="19763"/>
                    </a:cubicBezTo>
                    <a:cubicBezTo>
                      <a:pt x="12571" y="19792"/>
                      <a:pt x="12572" y="19820"/>
                      <a:pt x="12572" y="19849"/>
                    </a:cubicBezTo>
                    <a:cubicBezTo>
                      <a:pt x="12580" y="19918"/>
                      <a:pt x="12580" y="19918"/>
                      <a:pt x="12638" y="19976"/>
                    </a:cubicBezTo>
                    <a:cubicBezTo>
                      <a:pt x="12650" y="20020"/>
                      <a:pt x="12650" y="20020"/>
                      <a:pt x="12656" y="20071"/>
                    </a:cubicBezTo>
                    <a:cubicBezTo>
                      <a:pt x="12659" y="20089"/>
                      <a:pt x="12661" y="20107"/>
                      <a:pt x="12664" y="20126"/>
                    </a:cubicBezTo>
                    <a:cubicBezTo>
                      <a:pt x="12666" y="20145"/>
                      <a:pt x="12668" y="20164"/>
                      <a:pt x="12671" y="20183"/>
                    </a:cubicBezTo>
                    <a:cubicBezTo>
                      <a:pt x="12672" y="20193"/>
                      <a:pt x="12672" y="20193"/>
                      <a:pt x="12678" y="20241"/>
                    </a:cubicBezTo>
                    <a:cubicBezTo>
                      <a:pt x="12684" y="20289"/>
                      <a:pt x="12690" y="20336"/>
                      <a:pt x="12696" y="20384"/>
                    </a:cubicBezTo>
                    <a:cubicBezTo>
                      <a:pt x="12734" y="20384"/>
                      <a:pt x="12773" y="20384"/>
                      <a:pt x="12812" y="20384"/>
                    </a:cubicBezTo>
                    <a:cubicBezTo>
                      <a:pt x="12812" y="20499"/>
                      <a:pt x="12812" y="20614"/>
                      <a:pt x="12812" y="20733"/>
                    </a:cubicBezTo>
                    <a:cubicBezTo>
                      <a:pt x="12851" y="20733"/>
                      <a:pt x="12889" y="20733"/>
                      <a:pt x="12929" y="20733"/>
                    </a:cubicBezTo>
                    <a:cubicBezTo>
                      <a:pt x="12929" y="20810"/>
                      <a:pt x="12929" y="20887"/>
                      <a:pt x="12929" y="20966"/>
                    </a:cubicBezTo>
                    <a:cubicBezTo>
                      <a:pt x="12967" y="20966"/>
                      <a:pt x="13006" y="20966"/>
                      <a:pt x="13045" y="20966"/>
                    </a:cubicBezTo>
                    <a:cubicBezTo>
                      <a:pt x="13045" y="21043"/>
                      <a:pt x="13045" y="21120"/>
                      <a:pt x="13045" y="21199"/>
                    </a:cubicBezTo>
                    <a:cubicBezTo>
                      <a:pt x="13084" y="21199"/>
                      <a:pt x="13122" y="21199"/>
                      <a:pt x="13162" y="21199"/>
                    </a:cubicBezTo>
                    <a:cubicBezTo>
                      <a:pt x="13162" y="21237"/>
                      <a:pt x="13162" y="21276"/>
                      <a:pt x="13162" y="21315"/>
                    </a:cubicBezTo>
                    <a:cubicBezTo>
                      <a:pt x="13200" y="21315"/>
                      <a:pt x="13239" y="21315"/>
                      <a:pt x="13278" y="21315"/>
                    </a:cubicBezTo>
                    <a:cubicBezTo>
                      <a:pt x="13278" y="21354"/>
                      <a:pt x="13278" y="21392"/>
                      <a:pt x="13278" y="21432"/>
                    </a:cubicBezTo>
                    <a:cubicBezTo>
                      <a:pt x="13317" y="21432"/>
                      <a:pt x="13355" y="21432"/>
                      <a:pt x="13395" y="21432"/>
                    </a:cubicBezTo>
                    <a:cubicBezTo>
                      <a:pt x="13395" y="21470"/>
                      <a:pt x="13395" y="21509"/>
                      <a:pt x="13395" y="21548"/>
                    </a:cubicBezTo>
                    <a:cubicBezTo>
                      <a:pt x="13472" y="21548"/>
                      <a:pt x="13549" y="21548"/>
                      <a:pt x="13628" y="21548"/>
                    </a:cubicBezTo>
                    <a:cubicBezTo>
                      <a:pt x="13628" y="21587"/>
                      <a:pt x="13628" y="21625"/>
                      <a:pt x="13628" y="21665"/>
                    </a:cubicBezTo>
                    <a:cubicBezTo>
                      <a:pt x="13745" y="21776"/>
                      <a:pt x="13897" y="21791"/>
                      <a:pt x="14050" y="21789"/>
                    </a:cubicBezTo>
                    <a:cubicBezTo>
                      <a:pt x="14104" y="21787"/>
                      <a:pt x="14157" y="21784"/>
                      <a:pt x="14210" y="21781"/>
                    </a:cubicBezTo>
                    <a:cubicBezTo>
                      <a:pt x="14210" y="21820"/>
                      <a:pt x="14210" y="21858"/>
                      <a:pt x="14210" y="21898"/>
                    </a:cubicBezTo>
                    <a:cubicBezTo>
                      <a:pt x="14595" y="21898"/>
                      <a:pt x="14979" y="21898"/>
                      <a:pt x="15375" y="21898"/>
                    </a:cubicBezTo>
                    <a:cubicBezTo>
                      <a:pt x="15375" y="21859"/>
                      <a:pt x="15375" y="21821"/>
                      <a:pt x="15375" y="21781"/>
                    </a:cubicBezTo>
                    <a:cubicBezTo>
                      <a:pt x="15452" y="21781"/>
                      <a:pt x="15529" y="21781"/>
                      <a:pt x="15608" y="21781"/>
                    </a:cubicBezTo>
                    <a:cubicBezTo>
                      <a:pt x="15608" y="21743"/>
                      <a:pt x="15608" y="21704"/>
                      <a:pt x="15608" y="21665"/>
                    </a:cubicBezTo>
                    <a:cubicBezTo>
                      <a:pt x="15685" y="21665"/>
                      <a:pt x="15762" y="21665"/>
                      <a:pt x="15841" y="21665"/>
                    </a:cubicBezTo>
                    <a:cubicBezTo>
                      <a:pt x="15841" y="21626"/>
                      <a:pt x="15841" y="21588"/>
                      <a:pt x="15841" y="21548"/>
                    </a:cubicBezTo>
                    <a:cubicBezTo>
                      <a:pt x="15879" y="21548"/>
                      <a:pt x="15918" y="21548"/>
                      <a:pt x="15957" y="21548"/>
                    </a:cubicBezTo>
                    <a:cubicBezTo>
                      <a:pt x="15957" y="21510"/>
                      <a:pt x="15957" y="21471"/>
                      <a:pt x="15957" y="21432"/>
                    </a:cubicBezTo>
                    <a:cubicBezTo>
                      <a:pt x="16048" y="21439"/>
                      <a:pt x="16138" y="21446"/>
                      <a:pt x="16228" y="21453"/>
                    </a:cubicBezTo>
                    <a:cubicBezTo>
                      <a:pt x="16259" y="21456"/>
                      <a:pt x="16289" y="21458"/>
                      <a:pt x="16320" y="21461"/>
                    </a:cubicBezTo>
                    <a:cubicBezTo>
                      <a:pt x="16364" y="21464"/>
                      <a:pt x="16408" y="21468"/>
                      <a:pt x="16452" y="21472"/>
                    </a:cubicBezTo>
                    <a:cubicBezTo>
                      <a:pt x="16479" y="21474"/>
                      <a:pt x="16505" y="21476"/>
                      <a:pt x="16533" y="21478"/>
                    </a:cubicBezTo>
                    <a:cubicBezTo>
                      <a:pt x="16598" y="21490"/>
                      <a:pt x="16598" y="21490"/>
                      <a:pt x="16656" y="21548"/>
                    </a:cubicBezTo>
                    <a:cubicBezTo>
                      <a:pt x="16715" y="21555"/>
                      <a:pt x="16769" y="21558"/>
                      <a:pt x="16828" y="21558"/>
                    </a:cubicBezTo>
                    <a:cubicBezTo>
                      <a:pt x="16845" y="21558"/>
                      <a:pt x="16862" y="21558"/>
                      <a:pt x="16880" y="21559"/>
                    </a:cubicBezTo>
                    <a:cubicBezTo>
                      <a:pt x="16917" y="21559"/>
                      <a:pt x="16953" y="21559"/>
                      <a:pt x="16990" y="21559"/>
                    </a:cubicBezTo>
                    <a:cubicBezTo>
                      <a:pt x="17045" y="21559"/>
                      <a:pt x="17099" y="21560"/>
                      <a:pt x="17154" y="21561"/>
                    </a:cubicBezTo>
                    <a:cubicBezTo>
                      <a:pt x="17397" y="21564"/>
                      <a:pt x="17596" y="21524"/>
                      <a:pt x="17821" y="21432"/>
                    </a:cubicBezTo>
                    <a:cubicBezTo>
                      <a:pt x="17821" y="21393"/>
                      <a:pt x="17821" y="21355"/>
                      <a:pt x="17821" y="21315"/>
                    </a:cubicBezTo>
                    <a:cubicBezTo>
                      <a:pt x="17890" y="21302"/>
                      <a:pt x="17959" y="21288"/>
                      <a:pt x="18028" y="21274"/>
                    </a:cubicBezTo>
                    <a:cubicBezTo>
                      <a:pt x="18042" y="21271"/>
                      <a:pt x="18042" y="21271"/>
                      <a:pt x="18112" y="21257"/>
                    </a:cubicBezTo>
                    <a:cubicBezTo>
                      <a:pt x="18191" y="21241"/>
                      <a:pt x="18271" y="21225"/>
                      <a:pt x="18350" y="21210"/>
                    </a:cubicBezTo>
                    <a:cubicBezTo>
                      <a:pt x="18368" y="21206"/>
                      <a:pt x="18385" y="21202"/>
                      <a:pt x="18403" y="21199"/>
                    </a:cubicBezTo>
                    <a:cubicBezTo>
                      <a:pt x="18403" y="21160"/>
                      <a:pt x="18403" y="21122"/>
                      <a:pt x="18403" y="21082"/>
                    </a:cubicBezTo>
                    <a:cubicBezTo>
                      <a:pt x="18442" y="21082"/>
                      <a:pt x="18480" y="21082"/>
                      <a:pt x="18520" y="21082"/>
                    </a:cubicBezTo>
                    <a:cubicBezTo>
                      <a:pt x="18520" y="21044"/>
                      <a:pt x="18520" y="21006"/>
                      <a:pt x="18520" y="20966"/>
                    </a:cubicBezTo>
                    <a:cubicBezTo>
                      <a:pt x="18558" y="20966"/>
                      <a:pt x="18597" y="20966"/>
                      <a:pt x="18636" y="20966"/>
                    </a:cubicBezTo>
                    <a:cubicBezTo>
                      <a:pt x="18636" y="20927"/>
                      <a:pt x="18636" y="20889"/>
                      <a:pt x="18636" y="20849"/>
                    </a:cubicBezTo>
                    <a:cubicBezTo>
                      <a:pt x="18675" y="20849"/>
                      <a:pt x="18713" y="20849"/>
                      <a:pt x="18753" y="20849"/>
                    </a:cubicBezTo>
                    <a:cubicBezTo>
                      <a:pt x="18753" y="20811"/>
                      <a:pt x="18753" y="20773"/>
                      <a:pt x="18753" y="20733"/>
                    </a:cubicBezTo>
                    <a:cubicBezTo>
                      <a:pt x="18771" y="20735"/>
                      <a:pt x="18789" y="20737"/>
                      <a:pt x="18807" y="20739"/>
                    </a:cubicBezTo>
                    <a:cubicBezTo>
                      <a:pt x="18828" y="20737"/>
                      <a:pt x="18848" y="20735"/>
                      <a:pt x="18869" y="20733"/>
                    </a:cubicBezTo>
                    <a:cubicBezTo>
                      <a:pt x="18902" y="20692"/>
                      <a:pt x="18902" y="20692"/>
                      <a:pt x="18928" y="20635"/>
                    </a:cubicBezTo>
                    <a:cubicBezTo>
                      <a:pt x="18937" y="20615"/>
                      <a:pt x="18947" y="20594"/>
                      <a:pt x="18957" y="20573"/>
                    </a:cubicBezTo>
                    <a:cubicBezTo>
                      <a:pt x="18966" y="20551"/>
                      <a:pt x="18976" y="20530"/>
                      <a:pt x="18986" y="20507"/>
                    </a:cubicBezTo>
                    <a:cubicBezTo>
                      <a:pt x="19089" y="20279"/>
                      <a:pt x="19089" y="20279"/>
                      <a:pt x="19167" y="20209"/>
                    </a:cubicBezTo>
                    <a:cubicBezTo>
                      <a:pt x="19248" y="20118"/>
                      <a:pt x="19231" y="20027"/>
                      <a:pt x="19226" y="19910"/>
                    </a:cubicBezTo>
                    <a:cubicBezTo>
                      <a:pt x="19226" y="19889"/>
                      <a:pt x="19225" y="19867"/>
                      <a:pt x="19224" y="19845"/>
                    </a:cubicBezTo>
                    <a:cubicBezTo>
                      <a:pt x="19223" y="19791"/>
                      <a:pt x="19221" y="19738"/>
                      <a:pt x="19219" y="19685"/>
                    </a:cubicBezTo>
                    <a:cubicBezTo>
                      <a:pt x="19257" y="19685"/>
                      <a:pt x="19296" y="19685"/>
                      <a:pt x="19335" y="19685"/>
                    </a:cubicBezTo>
                    <a:cubicBezTo>
                      <a:pt x="19343" y="19660"/>
                      <a:pt x="19351" y="19636"/>
                      <a:pt x="19359" y="19610"/>
                    </a:cubicBezTo>
                    <a:cubicBezTo>
                      <a:pt x="19369" y="19578"/>
                      <a:pt x="19379" y="19546"/>
                      <a:pt x="19390" y="19514"/>
                    </a:cubicBezTo>
                    <a:cubicBezTo>
                      <a:pt x="19395" y="19497"/>
                      <a:pt x="19400" y="19481"/>
                      <a:pt x="19405" y="19465"/>
                    </a:cubicBezTo>
                    <a:cubicBezTo>
                      <a:pt x="19410" y="19449"/>
                      <a:pt x="19415" y="19433"/>
                      <a:pt x="19421" y="19417"/>
                    </a:cubicBezTo>
                    <a:cubicBezTo>
                      <a:pt x="19425" y="19403"/>
                      <a:pt x="19430" y="19389"/>
                      <a:pt x="19434" y="19374"/>
                    </a:cubicBezTo>
                    <a:cubicBezTo>
                      <a:pt x="19452" y="19335"/>
                      <a:pt x="19452" y="19335"/>
                      <a:pt x="19510" y="19277"/>
                    </a:cubicBezTo>
                    <a:cubicBezTo>
                      <a:pt x="19575" y="19265"/>
                      <a:pt x="19575" y="19265"/>
                      <a:pt x="19656" y="19259"/>
                    </a:cubicBezTo>
                    <a:cubicBezTo>
                      <a:pt x="19684" y="19256"/>
                      <a:pt x="19713" y="19254"/>
                      <a:pt x="19743" y="19251"/>
                    </a:cubicBezTo>
                    <a:cubicBezTo>
                      <a:pt x="19773" y="19249"/>
                      <a:pt x="19804" y="19247"/>
                      <a:pt x="19834" y="19244"/>
                    </a:cubicBezTo>
                    <a:cubicBezTo>
                      <a:pt x="19865" y="19242"/>
                      <a:pt x="19895" y="19239"/>
                      <a:pt x="19926" y="19237"/>
                    </a:cubicBezTo>
                    <a:cubicBezTo>
                      <a:pt x="20001" y="19230"/>
                      <a:pt x="20076" y="19224"/>
                      <a:pt x="20151" y="19219"/>
                    </a:cubicBezTo>
                    <a:cubicBezTo>
                      <a:pt x="20151" y="19180"/>
                      <a:pt x="20151" y="19142"/>
                      <a:pt x="20151" y="19102"/>
                    </a:cubicBezTo>
                    <a:cubicBezTo>
                      <a:pt x="20227" y="19102"/>
                      <a:pt x="20304" y="19102"/>
                      <a:pt x="20384" y="19102"/>
                    </a:cubicBezTo>
                    <a:cubicBezTo>
                      <a:pt x="20384" y="19064"/>
                      <a:pt x="20384" y="19025"/>
                      <a:pt x="20384" y="18986"/>
                    </a:cubicBezTo>
                    <a:cubicBezTo>
                      <a:pt x="20460" y="18986"/>
                      <a:pt x="20537" y="18986"/>
                      <a:pt x="20616" y="18986"/>
                    </a:cubicBezTo>
                    <a:cubicBezTo>
                      <a:pt x="20616" y="18947"/>
                      <a:pt x="20616" y="18909"/>
                      <a:pt x="20616" y="18869"/>
                    </a:cubicBezTo>
                    <a:cubicBezTo>
                      <a:pt x="20693" y="18869"/>
                      <a:pt x="20770" y="18869"/>
                      <a:pt x="20849" y="18869"/>
                    </a:cubicBezTo>
                    <a:cubicBezTo>
                      <a:pt x="20849" y="18831"/>
                      <a:pt x="20849" y="18792"/>
                      <a:pt x="20849" y="18753"/>
                    </a:cubicBezTo>
                    <a:cubicBezTo>
                      <a:pt x="20888" y="18753"/>
                      <a:pt x="20926" y="18753"/>
                      <a:pt x="20966" y="18753"/>
                    </a:cubicBezTo>
                    <a:cubicBezTo>
                      <a:pt x="20966" y="18714"/>
                      <a:pt x="20966" y="18676"/>
                      <a:pt x="20966" y="18636"/>
                    </a:cubicBezTo>
                    <a:cubicBezTo>
                      <a:pt x="21004" y="18636"/>
                      <a:pt x="21043" y="18636"/>
                      <a:pt x="21082" y="18636"/>
                    </a:cubicBezTo>
                    <a:cubicBezTo>
                      <a:pt x="21082" y="18598"/>
                      <a:pt x="21082" y="18559"/>
                      <a:pt x="21082" y="18520"/>
                    </a:cubicBezTo>
                    <a:cubicBezTo>
                      <a:pt x="21121" y="18520"/>
                      <a:pt x="21159" y="18520"/>
                      <a:pt x="21199" y="18520"/>
                    </a:cubicBezTo>
                    <a:cubicBezTo>
                      <a:pt x="21199" y="18481"/>
                      <a:pt x="21199" y="18443"/>
                      <a:pt x="21199" y="18403"/>
                    </a:cubicBezTo>
                    <a:cubicBezTo>
                      <a:pt x="21237" y="18403"/>
                      <a:pt x="21276" y="18403"/>
                      <a:pt x="21315" y="18403"/>
                    </a:cubicBezTo>
                    <a:cubicBezTo>
                      <a:pt x="21315" y="18365"/>
                      <a:pt x="21315" y="18327"/>
                      <a:pt x="21315" y="18287"/>
                    </a:cubicBezTo>
                    <a:cubicBezTo>
                      <a:pt x="21333" y="18290"/>
                      <a:pt x="21350" y="18293"/>
                      <a:pt x="21368" y="18296"/>
                    </a:cubicBezTo>
                    <a:cubicBezTo>
                      <a:pt x="21432" y="18287"/>
                      <a:pt x="21432" y="18287"/>
                      <a:pt x="21479" y="18225"/>
                    </a:cubicBezTo>
                    <a:cubicBezTo>
                      <a:pt x="21494" y="18199"/>
                      <a:pt x="21509" y="18172"/>
                      <a:pt x="21523" y="18145"/>
                    </a:cubicBezTo>
                    <a:cubicBezTo>
                      <a:pt x="21565" y="18068"/>
                      <a:pt x="21602" y="18001"/>
                      <a:pt x="21665" y="17938"/>
                    </a:cubicBezTo>
                    <a:cubicBezTo>
                      <a:pt x="21669" y="17877"/>
                      <a:pt x="21670" y="17820"/>
                      <a:pt x="21668" y="17759"/>
                    </a:cubicBezTo>
                    <a:cubicBezTo>
                      <a:pt x="21668" y="17751"/>
                      <a:pt x="21668" y="17751"/>
                      <a:pt x="21668" y="17709"/>
                    </a:cubicBezTo>
                    <a:cubicBezTo>
                      <a:pt x="21667" y="17669"/>
                      <a:pt x="21666" y="17629"/>
                      <a:pt x="21665" y="17588"/>
                    </a:cubicBezTo>
                    <a:cubicBezTo>
                      <a:pt x="21703" y="17588"/>
                      <a:pt x="21742" y="17588"/>
                      <a:pt x="21781" y="17588"/>
                    </a:cubicBezTo>
                    <a:cubicBezTo>
                      <a:pt x="21781" y="17550"/>
                      <a:pt x="21781" y="17511"/>
                      <a:pt x="21781" y="17472"/>
                    </a:cubicBezTo>
                    <a:cubicBezTo>
                      <a:pt x="21820" y="17472"/>
                      <a:pt x="21858" y="17472"/>
                      <a:pt x="21898" y="17472"/>
                    </a:cubicBezTo>
                    <a:cubicBezTo>
                      <a:pt x="21898" y="17279"/>
                      <a:pt x="21898" y="17087"/>
                      <a:pt x="21898" y="16889"/>
                    </a:cubicBezTo>
                    <a:cubicBezTo>
                      <a:pt x="21936" y="16889"/>
                      <a:pt x="21975" y="16889"/>
                      <a:pt x="22014" y="16889"/>
                    </a:cubicBezTo>
                    <a:cubicBezTo>
                      <a:pt x="22014" y="16659"/>
                      <a:pt x="22014" y="16428"/>
                      <a:pt x="22014" y="16190"/>
                    </a:cubicBezTo>
                    <a:cubicBezTo>
                      <a:pt x="21976" y="16190"/>
                      <a:pt x="21937" y="16190"/>
                      <a:pt x="21898" y="16190"/>
                    </a:cubicBezTo>
                    <a:cubicBezTo>
                      <a:pt x="21900" y="16170"/>
                      <a:pt x="21902" y="16149"/>
                      <a:pt x="21904" y="16128"/>
                    </a:cubicBezTo>
                    <a:cubicBezTo>
                      <a:pt x="21914" y="15937"/>
                      <a:pt x="21893" y="15812"/>
                      <a:pt x="21807" y="15641"/>
                    </a:cubicBezTo>
                    <a:cubicBezTo>
                      <a:pt x="21699" y="15425"/>
                      <a:pt x="21724" y="15254"/>
                      <a:pt x="21781" y="15026"/>
                    </a:cubicBezTo>
                    <a:cubicBezTo>
                      <a:pt x="21820" y="15026"/>
                      <a:pt x="21858" y="15026"/>
                      <a:pt x="21898" y="15026"/>
                    </a:cubicBezTo>
                    <a:cubicBezTo>
                      <a:pt x="21898" y="14987"/>
                      <a:pt x="21898" y="14949"/>
                      <a:pt x="21898" y="14909"/>
                    </a:cubicBezTo>
                    <a:cubicBezTo>
                      <a:pt x="21936" y="14909"/>
                      <a:pt x="21975" y="14909"/>
                      <a:pt x="22014" y="14909"/>
                    </a:cubicBezTo>
                    <a:cubicBezTo>
                      <a:pt x="22014" y="14871"/>
                      <a:pt x="22014" y="14832"/>
                      <a:pt x="22014" y="14793"/>
                    </a:cubicBezTo>
                    <a:cubicBezTo>
                      <a:pt x="22091" y="14793"/>
                      <a:pt x="22168" y="14793"/>
                      <a:pt x="22247" y="14793"/>
                    </a:cubicBezTo>
                    <a:cubicBezTo>
                      <a:pt x="22247" y="14754"/>
                      <a:pt x="22247" y="14716"/>
                      <a:pt x="22247" y="14676"/>
                    </a:cubicBezTo>
                    <a:cubicBezTo>
                      <a:pt x="22286" y="14676"/>
                      <a:pt x="22324" y="14676"/>
                      <a:pt x="22364" y="14676"/>
                    </a:cubicBezTo>
                    <a:cubicBezTo>
                      <a:pt x="22364" y="14638"/>
                      <a:pt x="22364" y="14599"/>
                      <a:pt x="22364" y="14560"/>
                    </a:cubicBezTo>
                    <a:cubicBezTo>
                      <a:pt x="22402" y="14560"/>
                      <a:pt x="22441" y="14560"/>
                      <a:pt x="22480" y="14560"/>
                    </a:cubicBezTo>
                    <a:cubicBezTo>
                      <a:pt x="22480" y="14521"/>
                      <a:pt x="22480" y="14483"/>
                      <a:pt x="22480" y="14443"/>
                    </a:cubicBezTo>
                    <a:cubicBezTo>
                      <a:pt x="22519" y="14443"/>
                      <a:pt x="22557" y="14443"/>
                      <a:pt x="22597" y="14443"/>
                    </a:cubicBezTo>
                    <a:cubicBezTo>
                      <a:pt x="22597" y="14405"/>
                      <a:pt x="22597" y="14366"/>
                      <a:pt x="22597" y="14327"/>
                    </a:cubicBezTo>
                    <a:cubicBezTo>
                      <a:pt x="22635" y="14327"/>
                      <a:pt x="22673" y="14327"/>
                      <a:pt x="22713" y="14327"/>
                    </a:cubicBezTo>
                    <a:cubicBezTo>
                      <a:pt x="22713" y="14288"/>
                      <a:pt x="22713" y="14250"/>
                      <a:pt x="22713" y="14210"/>
                    </a:cubicBezTo>
                    <a:cubicBezTo>
                      <a:pt x="22731" y="14212"/>
                      <a:pt x="22749" y="14214"/>
                      <a:pt x="22768" y="14216"/>
                    </a:cubicBezTo>
                    <a:cubicBezTo>
                      <a:pt x="22778" y="14215"/>
                      <a:pt x="22778" y="14215"/>
                      <a:pt x="22830" y="14210"/>
                    </a:cubicBezTo>
                    <a:cubicBezTo>
                      <a:pt x="22862" y="14169"/>
                      <a:pt x="22862" y="14169"/>
                      <a:pt x="22888" y="14112"/>
                    </a:cubicBezTo>
                    <a:cubicBezTo>
                      <a:pt x="22897" y="14092"/>
                      <a:pt x="22907" y="14071"/>
                      <a:pt x="22917" y="14050"/>
                    </a:cubicBezTo>
                    <a:cubicBezTo>
                      <a:pt x="22927" y="14029"/>
                      <a:pt x="22936" y="14007"/>
                      <a:pt x="22946" y="13985"/>
                    </a:cubicBezTo>
                    <a:cubicBezTo>
                      <a:pt x="23049" y="13757"/>
                      <a:pt x="23049" y="13757"/>
                      <a:pt x="23122" y="13688"/>
                    </a:cubicBezTo>
                    <a:cubicBezTo>
                      <a:pt x="23210" y="13595"/>
                      <a:pt x="23234" y="13483"/>
                      <a:pt x="23270" y="13362"/>
                    </a:cubicBezTo>
                    <a:cubicBezTo>
                      <a:pt x="23284" y="13315"/>
                      <a:pt x="23299" y="13267"/>
                      <a:pt x="23314" y="13220"/>
                    </a:cubicBezTo>
                    <a:cubicBezTo>
                      <a:pt x="23320" y="13199"/>
                      <a:pt x="23326" y="13178"/>
                      <a:pt x="23333" y="13157"/>
                    </a:cubicBezTo>
                    <a:cubicBezTo>
                      <a:pt x="23354" y="13104"/>
                      <a:pt x="23354" y="13104"/>
                      <a:pt x="23412" y="13045"/>
                    </a:cubicBezTo>
                    <a:cubicBezTo>
                      <a:pt x="23423" y="12981"/>
                      <a:pt x="23423" y="12981"/>
                      <a:pt x="23428" y="12902"/>
                    </a:cubicBezTo>
                    <a:cubicBezTo>
                      <a:pt x="23431" y="12873"/>
                      <a:pt x="23433" y="12845"/>
                      <a:pt x="23435" y="12815"/>
                    </a:cubicBezTo>
                    <a:cubicBezTo>
                      <a:pt x="23437" y="12785"/>
                      <a:pt x="23439" y="12755"/>
                      <a:pt x="23441" y="12725"/>
                    </a:cubicBezTo>
                    <a:cubicBezTo>
                      <a:pt x="23445" y="12666"/>
                      <a:pt x="23449" y="12607"/>
                      <a:pt x="23454" y="12549"/>
                    </a:cubicBezTo>
                    <a:cubicBezTo>
                      <a:pt x="23456" y="12522"/>
                      <a:pt x="23457" y="12496"/>
                      <a:pt x="23459" y="12469"/>
                    </a:cubicBezTo>
                    <a:cubicBezTo>
                      <a:pt x="23470" y="12405"/>
                      <a:pt x="23470" y="12405"/>
                      <a:pt x="23528" y="12347"/>
                    </a:cubicBezTo>
                    <a:cubicBezTo>
                      <a:pt x="23536" y="12298"/>
                      <a:pt x="23536" y="12298"/>
                      <a:pt x="23536" y="12241"/>
                    </a:cubicBezTo>
                    <a:cubicBezTo>
                      <a:pt x="23536" y="12231"/>
                      <a:pt x="23536" y="12231"/>
                      <a:pt x="23536" y="12179"/>
                    </a:cubicBezTo>
                    <a:cubicBezTo>
                      <a:pt x="23536" y="12157"/>
                      <a:pt x="23536" y="12136"/>
                      <a:pt x="23536" y="12114"/>
                    </a:cubicBezTo>
                    <a:cubicBezTo>
                      <a:pt x="23536" y="12092"/>
                      <a:pt x="23536" y="12071"/>
                      <a:pt x="23536" y="12049"/>
                    </a:cubicBezTo>
                    <a:cubicBezTo>
                      <a:pt x="23536" y="12028"/>
                      <a:pt x="23536" y="12007"/>
                      <a:pt x="23536" y="11986"/>
                    </a:cubicBezTo>
                    <a:cubicBezTo>
                      <a:pt x="23536" y="11977"/>
                      <a:pt x="23536" y="11977"/>
                      <a:pt x="23536" y="11929"/>
                    </a:cubicBezTo>
                    <a:cubicBezTo>
                      <a:pt x="23528" y="11881"/>
                      <a:pt x="23528" y="11881"/>
                      <a:pt x="23470" y="11822"/>
                    </a:cubicBezTo>
                    <a:cubicBezTo>
                      <a:pt x="23459" y="11760"/>
                      <a:pt x="23451" y="11700"/>
                      <a:pt x="23445" y="11637"/>
                    </a:cubicBezTo>
                    <a:cubicBezTo>
                      <a:pt x="23420" y="11436"/>
                      <a:pt x="23367" y="11255"/>
                      <a:pt x="23295" y="11065"/>
                    </a:cubicBezTo>
                    <a:cubicBezTo>
                      <a:pt x="23257" y="11065"/>
                      <a:pt x="23219" y="11065"/>
                      <a:pt x="23179" y="11065"/>
                    </a:cubicBezTo>
                    <a:cubicBezTo>
                      <a:pt x="23179" y="10950"/>
                      <a:pt x="23179" y="10835"/>
                      <a:pt x="23179" y="10716"/>
                    </a:cubicBezTo>
                    <a:cubicBezTo>
                      <a:pt x="23141" y="10716"/>
                      <a:pt x="23102" y="10716"/>
                      <a:pt x="23062" y="10716"/>
                    </a:cubicBezTo>
                    <a:cubicBezTo>
                      <a:pt x="23062" y="10639"/>
                      <a:pt x="23062" y="10562"/>
                      <a:pt x="23062" y="10483"/>
                    </a:cubicBezTo>
                    <a:cubicBezTo>
                      <a:pt x="23024" y="10483"/>
                      <a:pt x="22986" y="10483"/>
                      <a:pt x="22946" y="10483"/>
                    </a:cubicBezTo>
                    <a:cubicBezTo>
                      <a:pt x="22946" y="10406"/>
                      <a:pt x="22946" y="10329"/>
                      <a:pt x="22946" y="10250"/>
                    </a:cubicBezTo>
                    <a:cubicBezTo>
                      <a:pt x="22908" y="10250"/>
                      <a:pt x="22869" y="10250"/>
                      <a:pt x="22830" y="10250"/>
                    </a:cubicBezTo>
                    <a:cubicBezTo>
                      <a:pt x="22830" y="10212"/>
                      <a:pt x="22830" y="10173"/>
                      <a:pt x="22830" y="10134"/>
                    </a:cubicBezTo>
                    <a:cubicBezTo>
                      <a:pt x="22791" y="10134"/>
                      <a:pt x="22753" y="10134"/>
                      <a:pt x="22713" y="10134"/>
                    </a:cubicBezTo>
                    <a:cubicBezTo>
                      <a:pt x="22713" y="10095"/>
                      <a:pt x="22713" y="10057"/>
                      <a:pt x="22713" y="10017"/>
                    </a:cubicBezTo>
                    <a:cubicBezTo>
                      <a:pt x="22675" y="10017"/>
                      <a:pt x="22636" y="10017"/>
                      <a:pt x="22597" y="10017"/>
                    </a:cubicBezTo>
                    <a:cubicBezTo>
                      <a:pt x="22597" y="9979"/>
                      <a:pt x="22597" y="9940"/>
                      <a:pt x="22597" y="9901"/>
                    </a:cubicBezTo>
                    <a:cubicBezTo>
                      <a:pt x="22558" y="9901"/>
                      <a:pt x="22520" y="9901"/>
                      <a:pt x="22480" y="9901"/>
                    </a:cubicBezTo>
                    <a:cubicBezTo>
                      <a:pt x="22480" y="9862"/>
                      <a:pt x="22480" y="9824"/>
                      <a:pt x="22480" y="9784"/>
                    </a:cubicBezTo>
                    <a:cubicBezTo>
                      <a:pt x="22442" y="9784"/>
                      <a:pt x="22403" y="9784"/>
                      <a:pt x="22364" y="9784"/>
                    </a:cubicBezTo>
                    <a:cubicBezTo>
                      <a:pt x="22366" y="9766"/>
                      <a:pt x="22369" y="9749"/>
                      <a:pt x="22372" y="9731"/>
                    </a:cubicBezTo>
                    <a:cubicBezTo>
                      <a:pt x="22369" y="9710"/>
                      <a:pt x="22366" y="9689"/>
                      <a:pt x="22364" y="9668"/>
                    </a:cubicBezTo>
                    <a:cubicBezTo>
                      <a:pt x="22310" y="9628"/>
                      <a:pt x="22310" y="9628"/>
                      <a:pt x="22236" y="9591"/>
                    </a:cubicBezTo>
                    <a:cubicBezTo>
                      <a:pt x="22053" y="9493"/>
                      <a:pt x="21921" y="9352"/>
                      <a:pt x="21781" y="9202"/>
                    </a:cubicBezTo>
                    <a:cubicBezTo>
                      <a:pt x="21820" y="9202"/>
                      <a:pt x="21858" y="9202"/>
                      <a:pt x="21898" y="9202"/>
                    </a:cubicBezTo>
                    <a:cubicBezTo>
                      <a:pt x="21898" y="9086"/>
                      <a:pt x="21898" y="8971"/>
                      <a:pt x="21898" y="8852"/>
                    </a:cubicBezTo>
                    <a:cubicBezTo>
                      <a:pt x="21936" y="8852"/>
                      <a:pt x="21975" y="8852"/>
                      <a:pt x="22014" y="8852"/>
                    </a:cubicBezTo>
                    <a:cubicBezTo>
                      <a:pt x="22015" y="8846"/>
                      <a:pt x="22015" y="8846"/>
                      <a:pt x="22019" y="8816"/>
                    </a:cubicBezTo>
                    <a:cubicBezTo>
                      <a:pt x="22025" y="8761"/>
                      <a:pt x="22033" y="8707"/>
                      <a:pt x="22040" y="8652"/>
                    </a:cubicBezTo>
                    <a:cubicBezTo>
                      <a:pt x="22042" y="8633"/>
                      <a:pt x="22044" y="8614"/>
                      <a:pt x="22047" y="8595"/>
                    </a:cubicBezTo>
                    <a:cubicBezTo>
                      <a:pt x="22049" y="8576"/>
                      <a:pt x="22051" y="8558"/>
                      <a:pt x="22054" y="8539"/>
                    </a:cubicBezTo>
                    <a:cubicBezTo>
                      <a:pt x="22055" y="8531"/>
                      <a:pt x="22055" y="8531"/>
                      <a:pt x="22061" y="8489"/>
                    </a:cubicBezTo>
                    <a:cubicBezTo>
                      <a:pt x="22072" y="8445"/>
                      <a:pt x="22072" y="8445"/>
                      <a:pt x="22131" y="8386"/>
                    </a:cubicBezTo>
                    <a:cubicBezTo>
                      <a:pt x="22138" y="8344"/>
                      <a:pt x="22138" y="8344"/>
                      <a:pt x="22137" y="8294"/>
                    </a:cubicBezTo>
                    <a:cubicBezTo>
                      <a:pt x="22137" y="8276"/>
                      <a:pt x="22137" y="8257"/>
                      <a:pt x="22137" y="8238"/>
                    </a:cubicBezTo>
                    <a:cubicBezTo>
                      <a:pt x="22137" y="8218"/>
                      <a:pt x="22137" y="8198"/>
                      <a:pt x="22136" y="8177"/>
                    </a:cubicBezTo>
                    <a:cubicBezTo>
                      <a:pt x="22136" y="8156"/>
                      <a:pt x="22136" y="8136"/>
                      <a:pt x="22136" y="8114"/>
                    </a:cubicBezTo>
                    <a:cubicBezTo>
                      <a:pt x="22136" y="8049"/>
                      <a:pt x="22135" y="7983"/>
                      <a:pt x="22134" y="7917"/>
                    </a:cubicBezTo>
                    <a:cubicBezTo>
                      <a:pt x="22134" y="7872"/>
                      <a:pt x="22134" y="7828"/>
                      <a:pt x="22134" y="7783"/>
                    </a:cubicBezTo>
                    <a:cubicBezTo>
                      <a:pt x="22133" y="7673"/>
                      <a:pt x="22132" y="7564"/>
                      <a:pt x="22131" y="7455"/>
                    </a:cubicBezTo>
                    <a:cubicBezTo>
                      <a:pt x="22092" y="7455"/>
                      <a:pt x="22054" y="7455"/>
                      <a:pt x="22014" y="7455"/>
                    </a:cubicBezTo>
                    <a:cubicBezTo>
                      <a:pt x="22014" y="7339"/>
                      <a:pt x="22014" y="7224"/>
                      <a:pt x="22014" y="7105"/>
                    </a:cubicBezTo>
                    <a:cubicBezTo>
                      <a:pt x="21976" y="7105"/>
                      <a:pt x="21937" y="7105"/>
                      <a:pt x="21898" y="7105"/>
                    </a:cubicBezTo>
                    <a:cubicBezTo>
                      <a:pt x="21900" y="7084"/>
                      <a:pt x="21903" y="7063"/>
                      <a:pt x="21906" y="7041"/>
                    </a:cubicBezTo>
                    <a:cubicBezTo>
                      <a:pt x="21928" y="6783"/>
                      <a:pt x="21845" y="6648"/>
                      <a:pt x="21693" y="6446"/>
                    </a:cubicBezTo>
                    <a:cubicBezTo>
                      <a:pt x="21642" y="6374"/>
                      <a:pt x="21609" y="6294"/>
                      <a:pt x="21577" y="6212"/>
                    </a:cubicBezTo>
                    <a:cubicBezTo>
                      <a:pt x="21568" y="6199"/>
                      <a:pt x="21558" y="6186"/>
                      <a:pt x="21548" y="6173"/>
                    </a:cubicBezTo>
                    <a:cubicBezTo>
                      <a:pt x="21487" y="6167"/>
                      <a:pt x="21487" y="6167"/>
                      <a:pt x="21432" y="6173"/>
                    </a:cubicBezTo>
                    <a:cubicBezTo>
                      <a:pt x="21432" y="6135"/>
                      <a:pt x="21432" y="6096"/>
                      <a:pt x="21432" y="6057"/>
                    </a:cubicBezTo>
                    <a:cubicBezTo>
                      <a:pt x="21393" y="6057"/>
                      <a:pt x="21355" y="6057"/>
                      <a:pt x="21315" y="6057"/>
                    </a:cubicBezTo>
                    <a:cubicBezTo>
                      <a:pt x="21315" y="6018"/>
                      <a:pt x="21315" y="5980"/>
                      <a:pt x="21315" y="5940"/>
                    </a:cubicBezTo>
                    <a:cubicBezTo>
                      <a:pt x="21277" y="5940"/>
                      <a:pt x="21238" y="5940"/>
                      <a:pt x="21199" y="5940"/>
                    </a:cubicBezTo>
                    <a:cubicBezTo>
                      <a:pt x="21199" y="5902"/>
                      <a:pt x="21199" y="5863"/>
                      <a:pt x="21199" y="5824"/>
                    </a:cubicBezTo>
                    <a:cubicBezTo>
                      <a:pt x="21160" y="5824"/>
                      <a:pt x="21122" y="5824"/>
                      <a:pt x="21082" y="5824"/>
                    </a:cubicBezTo>
                    <a:cubicBezTo>
                      <a:pt x="21082" y="5785"/>
                      <a:pt x="21082" y="5747"/>
                      <a:pt x="21082" y="5707"/>
                    </a:cubicBezTo>
                    <a:cubicBezTo>
                      <a:pt x="21044" y="5707"/>
                      <a:pt x="21006" y="5707"/>
                      <a:pt x="20966" y="5707"/>
                    </a:cubicBezTo>
                    <a:cubicBezTo>
                      <a:pt x="20966" y="5669"/>
                      <a:pt x="20966" y="5631"/>
                      <a:pt x="20966" y="5591"/>
                    </a:cubicBezTo>
                    <a:cubicBezTo>
                      <a:pt x="20889" y="5591"/>
                      <a:pt x="20812" y="5591"/>
                      <a:pt x="20733" y="5591"/>
                    </a:cubicBezTo>
                    <a:cubicBezTo>
                      <a:pt x="20733" y="5552"/>
                      <a:pt x="20733" y="5514"/>
                      <a:pt x="20733" y="5474"/>
                    </a:cubicBezTo>
                    <a:cubicBezTo>
                      <a:pt x="20618" y="5474"/>
                      <a:pt x="20502" y="5474"/>
                      <a:pt x="20384" y="5474"/>
                    </a:cubicBezTo>
                    <a:cubicBezTo>
                      <a:pt x="20384" y="5436"/>
                      <a:pt x="20384" y="5398"/>
                      <a:pt x="20384" y="5358"/>
                    </a:cubicBezTo>
                    <a:cubicBezTo>
                      <a:pt x="20307" y="5358"/>
                      <a:pt x="20230" y="5358"/>
                      <a:pt x="20151" y="5358"/>
                    </a:cubicBezTo>
                    <a:cubicBezTo>
                      <a:pt x="20151" y="5320"/>
                      <a:pt x="20151" y="5281"/>
                      <a:pt x="20151" y="5241"/>
                    </a:cubicBezTo>
                    <a:cubicBezTo>
                      <a:pt x="20054" y="5222"/>
                      <a:pt x="19958" y="5203"/>
                      <a:pt x="19859" y="5183"/>
                    </a:cubicBezTo>
                    <a:cubicBezTo>
                      <a:pt x="19850" y="4981"/>
                      <a:pt x="19850" y="4981"/>
                      <a:pt x="19801" y="3960"/>
                    </a:cubicBezTo>
                    <a:cubicBezTo>
                      <a:pt x="19763" y="3960"/>
                      <a:pt x="19724" y="3960"/>
                      <a:pt x="19685" y="3960"/>
                    </a:cubicBezTo>
                    <a:cubicBezTo>
                      <a:pt x="19685" y="3845"/>
                      <a:pt x="19685" y="3730"/>
                      <a:pt x="19685" y="3611"/>
                    </a:cubicBezTo>
                    <a:cubicBezTo>
                      <a:pt x="19646" y="3611"/>
                      <a:pt x="19608" y="3611"/>
                      <a:pt x="19568" y="3611"/>
                    </a:cubicBezTo>
                    <a:cubicBezTo>
                      <a:pt x="19568" y="3534"/>
                      <a:pt x="19568" y="3457"/>
                      <a:pt x="19568" y="3378"/>
                    </a:cubicBezTo>
                    <a:cubicBezTo>
                      <a:pt x="19530" y="3378"/>
                      <a:pt x="19491" y="3378"/>
                      <a:pt x="19452" y="3378"/>
                    </a:cubicBezTo>
                    <a:cubicBezTo>
                      <a:pt x="19452" y="3339"/>
                      <a:pt x="19452" y="3301"/>
                      <a:pt x="19452" y="3261"/>
                    </a:cubicBezTo>
                    <a:cubicBezTo>
                      <a:pt x="19413" y="3261"/>
                      <a:pt x="19375" y="3261"/>
                      <a:pt x="19335" y="3261"/>
                    </a:cubicBezTo>
                    <a:cubicBezTo>
                      <a:pt x="19335" y="3184"/>
                      <a:pt x="19335" y="3108"/>
                      <a:pt x="19335" y="3028"/>
                    </a:cubicBezTo>
                    <a:cubicBezTo>
                      <a:pt x="19297" y="3028"/>
                      <a:pt x="19258" y="3028"/>
                      <a:pt x="19219" y="3028"/>
                    </a:cubicBezTo>
                    <a:cubicBezTo>
                      <a:pt x="19219" y="2990"/>
                      <a:pt x="19219" y="2952"/>
                      <a:pt x="19219" y="2912"/>
                    </a:cubicBezTo>
                    <a:cubicBezTo>
                      <a:pt x="19180" y="2912"/>
                      <a:pt x="19142" y="2912"/>
                      <a:pt x="19102" y="2912"/>
                    </a:cubicBezTo>
                    <a:cubicBezTo>
                      <a:pt x="19102" y="2873"/>
                      <a:pt x="19102" y="2835"/>
                      <a:pt x="19102" y="2795"/>
                    </a:cubicBezTo>
                    <a:cubicBezTo>
                      <a:pt x="19064" y="2795"/>
                      <a:pt x="19025" y="2795"/>
                      <a:pt x="18986" y="2795"/>
                    </a:cubicBezTo>
                    <a:cubicBezTo>
                      <a:pt x="18987" y="2787"/>
                      <a:pt x="18987" y="2787"/>
                      <a:pt x="18994" y="2742"/>
                    </a:cubicBezTo>
                    <a:cubicBezTo>
                      <a:pt x="18986" y="2679"/>
                      <a:pt x="18986" y="2679"/>
                      <a:pt x="18932" y="2636"/>
                    </a:cubicBezTo>
                    <a:cubicBezTo>
                      <a:pt x="18908" y="2622"/>
                      <a:pt x="18884" y="2609"/>
                      <a:pt x="18858" y="2595"/>
                    </a:cubicBezTo>
                    <a:cubicBezTo>
                      <a:pt x="18832" y="2580"/>
                      <a:pt x="18805" y="2566"/>
                      <a:pt x="18778" y="2551"/>
                    </a:cubicBezTo>
                    <a:cubicBezTo>
                      <a:pt x="18764" y="2543"/>
                      <a:pt x="18750" y="2536"/>
                      <a:pt x="18736" y="2528"/>
                    </a:cubicBezTo>
                    <a:cubicBezTo>
                      <a:pt x="18696" y="2505"/>
                      <a:pt x="18657" y="2480"/>
                      <a:pt x="18619" y="2454"/>
                    </a:cubicBezTo>
                    <a:cubicBezTo>
                      <a:pt x="18468" y="2354"/>
                      <a:pt x="18354" y="2302"/>
                      <a:pt x="18170" y="2330"/>
                    </a:cubicBezTo>
                    <a:cubicBezTo>
                      <a:pt x="18170" y="2291"/>
                      <a:pt x="18170" y="2253"/>
                      <a:pt x="18170" y="2213"/>
                    </a:cubicBezTo>
                    <a:cubicBezTo>
                      <a:pt x="17859" y="2065"/>
                      <a:pt x="17541" y="2083"/>
                      <a:pt x="17203" y="2089"/>
                    </a:cubicBezTo>
                    <a:cubicBezTo>
                      <a:pt x="17128" y="2090"/>
                      <a:pt x="17053" y="2090"/>
                      <a:pt x="16978" y="2091"/>
                    </a:cubicBezTo>
                    <a:cubicBezTo>
                      <a:pt x="16832" y="2092"/>
                      <a:pt x="16686" y="2094"/>
                      <a:pt x="16540" y="2097"/>
                    </a:cubicBezTo>
                    <a:cubicBezTo>
                      <a:pt x="16540" y="2058"/>
                      <a:pt x="16540" y="2020"/>
                      <a:pt x="16540" y="1980"/>
                    </a:cubicBezTo>
                    <a:cubicBezTo>
                      <a:pt x="16501" y="1980"/>
                      <a:pt x="16463" y="1980"/>
                      <a:pt x="16423" y="1980"/>
                    </a:cubicBezTo>
                    <a:cubicBezTo>
                      <a:pt x="16423" y="1942"/>
                      <a:pt x="16423" y="1903"/>
                      <a:pt x="16423" y="1864"/>
                    </a:cubicBezTo>
                    <a:cubicBezTo>
                      <a:pt x="16385" y="1864"/>
                      <a:pt x="16346" y="1864"/>
                      <a:pt x="16307" y="1864"/>
                    </a:cubicBezTo>
                    <a:cubicBezTo>
                      <a:pt x="16307" y="1787"/>
                      <a:pt x="16307" y="1710"/>
                      <a:pt x="16307" y="1631"/>
                    </a:cubicBezTo>
                    <a:cubicBezTo>
                      <a:pt x="16268" y="1631"/>
                      <a:pt x="16230" y="1631"/>
                      <a:pt x="16190" y="1631"/>
                    </a:cubicBezTo>
                    <a:cubicBezTo>
                      <a:pt x="16190" y="1592"/>
                      <a:pt x="16190" y="1554"/>
                      <a:pt x="16190" y="1514"/>
                    </a:cubicBezTo>
                    <a:cubicBezTo>
                      <a:pt x="16152" y="1514"/>
                      <a:pt x="16113" y="1514"/>
                      <a:pt x="16074" y="1514"/>
                    </a:cubicBezTo>
                    <a:cubicBezTo>
                      <a:pt x="16074" y="1476"/>
                      <a:pt x="16074" y="1437"/>
                      <a:pt x="16074" y="1398"/>
                    </a:cubicBezTo>
                    <a:cubicBezTo>
                      <a:pt x="16035" y="1398"/>
                      <a:pt x="15997" y="1398"/>
                      <a:pt x="15957" y="1398"/>
                    </a:cubicBezTo>
                    <a:cubicBezTo>
                      <a:pt x="15957" y="1359"/>
                      <a:pt x="15957" y="1321"/>
                      <a:pt x="15957" y="1281"/>
                    </a:cubicBezTo>
                    <a:cubicBezTo>
                      <a:pt x="15919" y="1281"/>
                      <a:pt x="15881" y="1281"/>
                      <a:pt x="15841" y="1281"/>
                    </a:cubicBezTo>
                    <a:cubicBezTo>
                      <a:pt x="15841" y="1243"/>
                      <a:pt x="15841" y="1204"/>
                      <a:pt x="15841" y="1165"/>
                    </a:cubicBezTo>
                    <a:cubicBezTo>
                      <a:pt x="15802" y="1165"/>
                      <a:pt x="15764" y="1165"/>
                      <a:pt x="15724" y="1165"/>
                    </a:cubicBezTo>
                    <a:cubicBezTo>
                      <a:pt x="15724" y="1126"/>
                      <a:pt x="15724" y="1088"/>
                      <a:pt x="15724" y="1048"/>
                    </a:cubicBezTo>
                    <a:cubicBezTo>
                      <a:pt x="15709" y="1043"/>
                      <a:pt x="15693" y="1038"/>
                      <a:pt x="15677" y="1033"/>
                    </a:cubicBezTo>
                    <a:cubicBezTo>
                      <a:pt x="15607" y="1010"/>
                      <a:pt x="15536" y="988"/>
                      <a:pt x="15466" y="965"/>
                    </a:cubicBezTo>
                    <a:cubicBezTo>
                      <a:pt x="15442" y="957"/>
                      <a:pt x="15417" y="949"/>
                      <a:pt x="15392" y="941"/>
                    </a:cubicBezTo>
                    <a:cubicBezTo>
                      <a:pt x="15368" y="933"/>
                      <a:pt x="15345" y="925"/>
                      <a:pt x="15321" y="917"/>
                    </a:cubicBezTo>
                    <a:cubicBezTo>
                      <a:pt x="15299" y="910"/>
                      <a:pt x="15277" y="903"/>
                      <a:pt x="15255" y="896"/>
                    </a:cubicBezTo>
                    <a:cubicBezTo>
                      <a:pt x="15200" y="874"/>
                      <a:pt x="15200" y="874"/>
                      <a:pt x="15142" y="815"/>
                    </a:cubicBezTo>
                    <a:cubicBezTo>
                      <a:pt x="15091" y="808"/>
                      <a:pt x="15091" y="808"/>
                      <a:pt x="15029" y="809"/>
                    </a:cubicBezTo>
                    <a:cubicBezTo>
                      <a:pt x="15005" y="809"/>
                      <a:pt x="14982" y="809"/>
                      <a:pt x="14958" y="809"/>
                    </a:cubicBezTo>
                    <a:cubicBezTo>
                      <a:pt x="14945" y="809"/>
                      <a:pt x="14945" y="809"/>
                      <a:pt x="14882" y="810"/>
                    </a:cubicBezTo>
                    <a:cubicBezTo>
                      <a:pt x="14869" y="810"/>
                      <a:pt x="14869" y="810"/>
                      <a:pt x="14803" y="810"/>
                    </a:cubicBezTo>
                    <a:cubicBezTo>
                      <a:pt x="14721" y="810"/>
                      <a:pt x="14639" y="811"/>
                      <a:pt x="14556" y="812"/>
                    </a:cubicBezTo>
                    <a:cubicBezTo>
                      <a:pt x="14500" y="812"/>
                      <a:pt x="14444" y="812"/>
                      <a:pt x="14388" y="812"/>
                    </a:cubicBezTo>
                    <a:cubicBezTo>
                      <a:pt x="14251" y="813"/>
                      <a:pt x="14114" y="814"/>
                      <a:pt x="13977" y="815"/>
                    </a:cubicBezTo>
                    <a:close/>
                    <a:moveTo>
                      <a:pt x="16074" y="3261"/>
                    </a:moveTo>
                    <a:cubicBezTo>
                      <a:pt x="16074" y="3300"/>
                      <a:pt x="16074" y="3338"/>
                      <a:pt x="16074" y="3378"/>
                    </a:cubicBezTo>
                    <a:cubicBezTo>
                      <a:pt x="15997" y="3378"/>
                      <a:pt x="15920" y="3378"/>
                      <a:pt x="15841" y="3378"/>
                    </a:cubicBezTo>
                    <a:cubicBezTo>
                      <a:pt x="15841" y="3416"/>
                      <a:pt x="15841" y="3455"/>
                      <a:pt x="15841" y="3494"/>
                    </a:cubicBezTo>
                    <a:cubicBezTo>
                      <a:pt x="15802" y="3494"/>
                      <a:pt x="15764" y="3494"/>
                      <a:pt x="15724" y="3494"/>
                    </a:cubicBezTo>
                    <a:cubicBezTo>
                      <a:pt x="15724" y="3533"/>
                      <a:pt x="15724" y="3571"/>
                      <a:pt x="15724" y="3611"/>
                    </a:cubicBezTo>
                    <a:cubicBezTo>
                      <a:pt x="15686" y="3611"/>
                      <a:pt x="15648" y="3611"/>
                      <a:pt x="15608" y="3611"/>
                    </a:cubicBezTo>
                    <a:cubicBezTo>
                      <a:pt x="15608" y="3649"/>
                      <a:pt x="15608" y="3688"/>
                      <a:pt x="15608" y="3727"/>
                    </a:cubicBezTo>
                    <a:cubicBezTo>
                      <a:pt x="15570" y="3727"/>
                      <a:pt x="15531" y="3727"/>
                      <a:pt x="15491" y="3727"/>
                    </a:cubicBezTo>
                    <a:cubicBezTo>
                      <a:pt x="15491" y="3804"/>
                      <a:pt x="15491" y="3881"/>
                      <a:pt x="15491" y="3960"/>
                    </a:cubicBezTo>
                    <a:cubicBezTo>
                      <a:pt x="15453" y="3960"/>
                      <a:pt x="15415" y="3960"/>
                      <a:pt x="15375" y="3960"/>
                    </a:cubicBezTo>
                    <a:cubicBezTo>
                      <a:pt x="15375" y="4191"/>
                      <a:pt x="15375" y="4421"/>
                      <a:pt x="15375" y="4659"/>
                    </a:cubicBezTo>
                    <a:cubicBezTo>
                      <a:pt x="15413" y="4659"/>
                      <a:pt x="15452" y="4659"/>
                      <a:pt x="15491" y="4659"/>
                    </a:cubicBezTo>
                    <a:cubicBezTo>
                      <a:pt x="15491" y="4736"/>
                      <a:pt x="15491" y="4813"/>
                      <a:pt x="15491" y="4892"/>
                    </a:cubicBezTo>
                    <a:cubicBezTo>
                      <a:pt x="15530" y="4892"/>
                      <a:pt x="15568" y="4892"/>
                      <a:pt x="15608" y="4892"/>
                    </a:cubicBezTo>
                    <a:cubicBezTo>
                      <a:pt x="15608" y="4930"/>
                      <a:pt x="15608" y="4969"/>
                      <a:pt x="15608" y="5009"/>
                    </a:cubicBezTo>
                    <a:cubicBezTo>
                      <a:pt x="15646" y="5009"/>
                      <a:pt x="15685" y="5009"/>
                      <a:pt x="15724" y="5009"/>
                    </a:cubicBezTo>
                    <a:cubicBezTo>
                      <a:pt x="15724" y="5047"/>
                      <a:pt x="15724" y="5085"/>
                      <a:pt x="15724" y="5125"/>
                    </a:cubicBezTo>
                    <a:cubicBezTo>
                      <a:pt x="15763" y="5125"/>
                      <a:pt x="15801" y="5125"/>
                      <a:pt x="15841" y="5125"/>
                    </a:cubicBezTo>
                    <a:cubicBezTo>
                      <a:pt x="15841" y="5163"/>
                      <a:pt x="15841" y="5202"/>
                      <a:pt x="15841" y="5241"/>
                    </a:cubicBezTo>
                    <a:cubicBezTo>
                      <a:pt x="15918" y="5241"/>
                      <a:pt x="15995" y="5241"/>
                      <a:pt x="16074" y="5241"/>
                    </a:cubicBezTo>
                    <a:cubicBezTo>
                      <a:pt x="16074" y="5280"/>
                      <a:pt x="16074" y="5318"/>
                      <a:pt x="16074" y="5358"/>
                    </a:cubicBezTo>
                    <a:cubicBezTo>
                      <a:pt x="16266" y="5358"/>
                      <a:pt x="16458" y="5358"/>
                      <a:pt x="16656" y="5358"/>
                    </a:cubicBezTo>
                    <a:cubicBezTo>
                      <a:pt x="16656" y="5320"/>
                      <a:pt x="16656" y="5281"/>
                      <a:pt x="16656" y="5241"/>
                    </a:cubicBezTo>
                    <a:cubicBezTo>
                      <a:pt x="16733" y="5241"/>
                      <a:pt x="16810" y="5241"/>
                      <a:pt x="16889" y="5241"/>
                    </a:cubicBezTo>
                    <a:cubicBezTo>
                      <a:pt x="16889" y="5203"/>
                      <a:pt x="16889" y="5165"/>
                      <a:pt x="16889" y="5125"/>
                    </a:cubicBezTo>
                    <a:cubicBezTo>
                      <a:pt x="16928" y="5125"/>
                      <a:pt x="16966" y="5125"/>
                      <a:pt x="17006" y="5125"/>
                    </a:cubicBezTo>
                    <a:cubicBezTo>
                      <a:pt x="17006" y="5087"/>
                      <a:pt x="17006" y="5048"/>
                      <a:pt x="17006" y="5009"/>
                    </a:cubicBezTo>
                    <a:cubicBezTo>
                      <a:pt x="17044" y="5009"/>
                      <a:pt x="17083" y="5009"/>
                      <a:pt x="17122" y="5009"/>
                    </a:cubicBezTo>
                    <a:cubicBezTo>
                      <a:pt x="17122" y="4970"/>
                      <a:pt x="17122" y="4932"/>
                      <a:pt x="17122" y="4892"/>
                    </a:cubicBezTo>
                    <a:cubicBezTo>
                      <a:pt x="17161" y="4892"/>
                      <a:pt x="17199" y="4892"/>
                      <a:pt x="17239" y="4892"/>
                    </a:cubicBezTo>
                    <a:cubicBezTo>
                      <a:pt x="17239" y="4854"/>
                      <a:pt x="17239" y="4815"/>
                      <a:pt x="17239" y="4776"/>
                    </a:cubicBezTo>
                    <a:cubicBezTo>
                      <a:pt x="17277" y="4776"/>
                      <a:pt x="17316" y="4776"/>
                      <a:pt x="17355" y="4776"/>
                    </a:cubicBezTo>
                    <a:cubicBezTo>
                      <a:pt x="17355" y="4468"/>
                      <a:pt x="17355" y="4161"/>
                      <a:pt x="17355" y="3844"/>
                    </a:cubicBezTo>
                    <a:cubicBezTo>
                      <a:pt x="17317" y="3844"/>
                      <a:pt x="17278" y="3844"/>
                      <a:pt x="17239" y="3844"/>
                    </a:cubicBezTo>
                    <a:cubicBezTo>
                      <a:pt x="17239" y="3767"/>
                      <a:pt x="17239" y="3690"/>
                      <a:pt x="17239" y="3611"/>
                    </a:cubicBezTo>
                    <a:cubicBezTo>
                      <a:pt x="17200" y="3611"/>
                      <a:pt x="17162" y="3611"/>
                      <a:pt x="17122" y="3611"/>
                    </a:cubicBezTo>
                    <a:cubicBezTo>
                      <a:pt x="17122" y="3572"/>
                      <a:pt x="17122" y="3534"/>
                      <a:pt x="17122" y="3494"/>
                    </a:cubicBezTo>
                    <a:cubicBezTo>
                      <a:pt x="17045" y="3494"/>
                      <a:pt x="16968" y="3494"/>
                      <a:pt x="16889" y="3494"/>
                    </a:cubicBezTo>
                    <a:cubicBezTo>
                      <a:pt x="16889" y="3456"/>
                      <a:pt x="16889" y="3417"/>
                      <a:pt x="16889" y="3378"/>
                    </a:cubicBezTo>
                    <a:cubicBezTo>
                      <a:pt x="16812" y="3378"/>
                      <a:pt x="16735" y="3378"/>
                      <a:pt x="16656" y="3378"/>
                    </a:cubicBezTo>
                    <a:cubicBezTo>
                      <a:pt x="16656" y="3339"/>
                      <a:pt x="16656" y="3301"/>
                      <a:pt x="16656" y="3261"/>
                    </a:cubicBezTo>
                    <a:cubicBezTo>
                      <a:pt x="16464" y="3261"/>
                      <a:pt x="16272" y="3261"/>
                      <a:pt x="16074" y="3261"/>
                    </a:cubicBezTo>
                    <a:close/>
                    <a:moveTo>
                      <a:pt x="6989" y="3844"/>
                    </a:moveTo>
                    <a:cubicBezTo>
                      <a:pt x="6989" y="3882"/>
                      <a:pt x="6989" y="3921"/>
                      <a:pt x="6989" y="3960"/>
                    </a:cubicBezTo>
                    <a:cubicBezTo>
                      <a:pt x="6912" y="3960"/>
                      <a:pt x="6835" y="3960"/>
                      <a:pt x="6756" y="3960"/>
                    </a:cubicBezTo>
                    <a:cubicBezTo>
                      <a:pt x="6756" y="3999"/>
                      <a:pt x="6756" y="4037"/>
                      <a:pt x="6756" y="4077"/>
                    </a:cubicBezTo>
                    <a:cubicBezTo>
                      <a:pt x="6717" y="4077"/>
                      <a:pt x="6679" y="4077"/>
                      <a:pt x="6639" y="4077"/>
                    </a:cubicBezTo>
                    <a:cubicBezTo>
                      <a:pt x="6639" y="4115"/>
                      <a:pt x="6639" y="4154"/>
                      <a:pt x="6639" y="4193"/>
                    </a:cubicBezTo>
                    <a:cubicBezTo>
                      <a:pt x="6601" y="4193"/>
                      <a:pt x="6562" y="4193"/>
                      <a:pt x="6523" y="4193"/>
                    </a:cubicBezTo>
                    <a:cubicBezTo>
                      <a:pt x="6523" y="4232"/>
                      <a:pt x="6523" y="4270"/>
                      <a:pt x="6523" y="4310"/>
                    </a:cubicBezTo>
                    <a:cubicBezTo>
                      <a:pt x="6484" y="4310"/>
                      <a:pt x="6446" y="4310"/>
                      <a:pt x="6406" y="4310"/>
                    </a:cubicBezTo>
                    <a:cubicBezTo>
                      <a:pt x="6406" y="4387"/>
                      <a:pt x="6406" y="4463"/>
                      <a:pt x="6406" y="4543"/>
                    </a:cubicBezTo>
                    <a:cubicBezTo>
                      <a:pt x="6368" y="4543"/>
                      <a:pt x="6329" y="4543"/>
                      <a:pt x="6290" y="4543"/>
                    </a:cubicBezTo>
                    <a:cubicBezTo>
                      <a:pt x="6290" y="4773"/>
                      <a:pt x="6290" y="5004"/>
                      <a:pt x="6290" y="5241"/>
                    </a:cubicBezTo>
                    <a:cubicBezTo>
                      <a:pt x="6328" y="5241"/>
                      <a:pt x="6367" y="5241"/>
                      <a:pt x="6406" y="5241"/>
                    </a:cubicBezTo>
                    <a:cubicBezTo>
                      <a:pt x="6406" y="5318"/>
                      <a:pt x="6406" y="5395"/>
                      <a:pt x="6406" y="5474"/>
                    </a:cubicBezTo>
                    <a:cubicBezTo>
                      <a:pt x="6445" y="5474"/>
                      <a:pt x="6483" y="5474"/>
                      <a:pt x="6523" y="5474"/>
                    </a:cubicBezTo>
                    <a:cubicBezTo>
                      <a:pt x="6523" y="5513"/>
                      <a:pt x="6523" y="5551"/>
                      <a:pt x="6523" y="5591"/>
                    </a:cubicBezTo>
                    <a:cubicBezTo>
                      <a:pt x="6561" y="5591"/>
                      <a:pt x="6600" y="5591"/>
                      <a:pt x="6639" y="5591"/>
                    </a:cubicBezTo>
                    <a:cubicBezTo>
                      <a:pt x="6639" y="5629"/>
                      <a:pt x="6639" y="5668"/>
                      <a:pt x="6639" y="5707"/>
                    </a:cubicBezTo>
                    <a:cubicBezTo>
                      <a:pt x="6678" y="5707"/>
                      <a:pt x="6716" y="5707"/>
                      <a:pt x="6756" y="5707"/>
                    </a:cubicBezTo>
                    <a:cubicBezTo>
                      <a:pt x="6756" y="5746"/>
                      <a:pt x="6756" y="5784"/>
                      <a:pt x="6756" y="5824"/>
                    </a:cubicBezTo>
                    <a:cubicBezTo>
                      <a:pt x="6833" y="5824"/>
                      <a:pt x="6909" y="5824"/>
                      <a:pt x="6989" y="5824"/>
                    </a:cubicBezTo>
                    <a:cubicBezTo>
                      <a:pt x="6989" y="5862"/>
                      <a:pt x="6989" y="5901"/>
                      <a:pt x="6989" y="5940"/>
                    </a:cubicBezTo>
                    <a:cubicBezTo>
                      <a:pt x="7219" y="5940"/>
                      <a:pt x="7450" y="5940"/>
                      <a:pt x="7688" y="5940"/>
                    </a:cubicBezTo>
                    <a:cubicBezTo>
                      <a:pt x="7688" y="5902"/>
                      <a:pt x="7688" y="5863"/>
                      <a:pt x="7688" y="5824"/>
                    </a:cubicBezTo>
                    <a:cubicBezTo>
                      <a:pt x="7764" y="5824"/>
                      <a:pt x="7841" y="5824"/>
                      <a:pt x="7920" y="5824"/>
                    </a:cubicBezTo>
                    <a:cubicBezTo>
                      <a:pt x="7920" y="5785"/>
                      <a:pt x="7920" y="5747"/>
                      <a:pt x="7920" y="5707"/>
                    </a:cubicBezTo>
                    <a:cubicBezTo>
                      <a:pt x="7959" y="5707"/>
                      <a:pt x="7997" y="5707"/>
                      <a:pt x="8037" y="5707"/>
                    </a:cubicBezTo>
                    <a:cubicBezTo>
                      <a:pt x="8037" y="5669"/>
                      <a:pt x="8037" y="5631"/>
                      <a:pt x="8037" y="5591"/>
                    </a:cubicBezTo>
                    <a:cubicBezTo>
                      <a:pt x="8075" y="5591"/>
                      <a:pt x="8114" y="5591"/>
                      <a:pt x="8153" y="5591"/>
                    </a:cubicBezTo>
                    <a:cubicBezTo>
                      <a:pt x="8153" y="5552"/>
                      <a:pt x="8153" y="5514"/>
                      <a:pt x="8153" y="5474"/>
                    </a:cubicBezTo>
                    <a:cubicBezTo>
                      <a:pt x="8192" y="5474"/>
                      <a:pt x="8230" y="5474"/>
                      <a:pt x="8270" y="5474"/>
                    </a:cubicBezTo>
                    <a:cubicBezTo>
                      <a:pt x="8270" y="5398"/>
                      <a:pt x="8270" y="5321"/>
                      <a:pt x="8270" y="5241"/>
                    </a:cubicBezTo>
                    <a:cubicBezTo>
                      <a:pt x="8308" y="5241"/>
                      <a:pt x="8347" y="5241"/>
                      <a:pt x="8386" y="5241"/>
                    </a:cubicBezTo>
                    <a:cubicBezTo>
                      <a:pt x="8386" y="5011"/>
                      <a:pt x="8386" y="4780"/>
                      <a:pt x="8386" y="4543"/>
                    </a:cubicBezTo>
                    <a:cubicBezTo>
                      <a:pt x="8348" y="4543"/>
                      <a:pt x="8309" y="4543"/>
                      <a:pt x="8270" y="4543"/>
                    </a:cubicBezTo>
                    <a:cubicBezTo>
                      <a:pt x="8270" y="4466"/>
                      <a:pt x="8270" y="4389"/>
                      <a:pt x="8270" y="4310"/>
                    </a:cubicBezTo>
                    <a:cubicBezTo>
                      <a:pt x="8231" y="4310"/>
                      <a:pt x="8193" y="4310"/>
                      <a:pt x="8153" y="4310"/>
                    </a:cubicBezTo>
                    <a:cubicBezTo>
                      <a:pt x="8153" y="4271"/>
                      <a:pt x="8153" y="4233"/>
                      <a:pt x="8153" y="4193"/>
                    </a:cubicBezTo>
                    <a:cubicBezTo>
                      <a:pt x="8115" y="4193"/>
                      <a:pt x="8077" y="4193"/>
                      <a:pt x="8037" y="4193"/>
                    </a:cubicBezTo>
                    <a:cubicBezTo>
                      <a:pt x="8037" y="4155"/>
                      <a:pt x="8037" y="4116"/>
                      <a:pt x="8037" y="4077"/>
                    </a:cubicBezTo>
                    <a:cubicBezTo>
                      <a:pt x="7998" y="4077"/>
                      <a:pt x="7960" y="4077"/>
                      <a:pt x="7920" y="4077"/>
                    </a:cubicBezTo>
                    <a:cubicBezTo>
                      <a:pt x="7920" y="4038"/>
                      <a:pt x="7920" y="4000"/>
                      <a:pt x="7920" y="3960"/>
                    </a:cubicBezTo>
                    <a:cubicBezTo>
                      <a:pt x="7844" y="3960"/>
                      <a:pt x="7767" y="3960"/>
                      <a:pt x="7688" y="3960"/>
                    </a:cubicBezTo>
                    <a:cubicBezTo>
                      <a:pt x="7688" y="3922"/>
                      <a:pt x="7688" y="3883"/>
                      <a:pt x="7688" y="3844"/>
                    </a:cubicBezTo>
                    <a:cubicBezTo>
                      <a:pt x="7457" y="3844"/>
                      <a:pt x="7226" y="3844"/>
                      <a:pt x="6989" y="3844"/>
                    </a:cubicBezTo>
                    <a:close/>
                    <a:moveTo>
                      <a:pt x="15026" y="5474"/>
                    </a:moveTo>
                    <a:cubicBezTo>
                      <a:pt x="15026" y="5513"/>
                      <a:pt x="15026" y="5551"/>
                      <a:pt x="15026" y="5591"/>
                    </a:cubicBezTo>
                    <a:cubicBezTo>
                      <a:pt x="14949" y="5591"/>
                      <a:pt x="14872" y="5591"/>
                      <a:pt x="14793" y="5591"/>
                    </a:cubicBezTo>
                    <a:cubicBezTo>
                      <a:pt x="14793" y="5629"/>
                      <a:pt x="14793" y="5668"/>
                      <a:pt x="14793" y="5707"/>
                    </a:cubicBezTo>
                    <a:cubicBezTo>
                      <a:pt x="14754" y="5707"/>
                      <a:pt x="14716" y="5707"/>
                      <a:pt x="14676" y="5707"/>
                    </a:cubicBezTo>
                    <a:cubicBezTo>
                      <a:pt x="14676" y="5746"/>
                      <a:pt x="14676" y="5784"/>
                      <a:pt x="14676" y="5824"/>
                    </a:cubicBezTo>
                    <a:cubicBezTo>
                      <a:pt x="14638" y="5824"/>
                      <a:pt x="14599" y="5824"/>
                      <a:pt x="14560" y="5824"/>
                    </a:cubicBezTo>
                    <a:cubicBezTo>
                      <a:pt x="14560" y="5862"/>
                      <a:pt x="14560" y="5901"/>
                      <a:pt x="14560" y="5940"/>
                    </a:cubicBezTo>
                    <a:cubicBezTo>
                      <a:pt x="14483" y="5940"/>
                      <a:pt x="14406" y="5940"/>
                      <a:pt x="14327" y="5940"/>
                    </a:cubicBezTo>
                    <a:cubicBezTo>
                      <a:pt x="14327" y="5979"/>
                      <a:pt x="14327" y="6017"/>
                      <a:pt x="14327" y="6057"/>
                    </a:cubicBezTo>
                    <a:cubicBezTo>
                      <a:pt x="14288" y="6057"/>
                      <a:pt x="14250" y="6057"/>
                      <a:pt x="14210" y="6057"/>
                    </a:cubicBezTo>
                    <a:cubicBezTo>
                      <a:pt x="14210" y="6095"/>
                      <a:pt x="14210" y="6134"/>
                      <a:pt x="14210" y="6173"/>
                    </a:cubicBezTo>
                    <a:cubicBezTo>
                      <a:pt x="14133" y="6173"/>
                      <a:pt x="14056" y="6173"/>
                      <a:pt x="13977" y="6173"/>
                    </a:cubicBezTo>
                    <a:cubicBezTo>
                      <a:pt x="13977" y="6212"/>
                      <a:pt x="13977" y="6250"/>
                      <a:pt x="13977" y="6290"/>
                    </a:cubicBezTo>
                    <a:cubicBezTo>
                      <a:pt x="13862" y="6328"/>
                      <a:pt x="13747" y="6367"/>
                      <a:pt x="13628" y="6406"/>
                    </a:cubicBezTo>
                    <a:cubicBezTo>
                      <a:pt x="13628" y="6445"/>
                      <a:pt x="13628" y="6483"/>
                      <a:pt x="13628" y="6523"/>
                    </a:cubicBezTo>
                    <a:cubicBezTo>
                      <a:pt x="13589" y="6523"/>
                      <a:pt x="13551" y="6523"/>
                      <a:pt x="13511" y="6523"/>
                    </a:cubicBezTo>
                    <a:cubicBezTo>
                      <a:pt x="13511" y="6561"/>
                      <a:pt x="13511" y="6600"/>
                      <a:pt x="13511" y="6639"/>
                    </a:cubicBezTo>
                    <a:cubicBezTo>
                      <a:pt x="13434" y="6639"/>
                      <a:pt x="13358" y="6639"/>
                      <a:pt x="13278" y="6639"/>
                    </a:cubicBezTo>
                    <a:cubicBezTo>
                      <a:pt x="13278" y="6678"/>
                      <a:pt x="13278" y="6716"/>
                      <a:pt x="13278" y="6756"/>
                    </a:cubicBezTo>
                    <a:cubicBezTo>
                      <a:pt x="13240" y="6756"/>
                      <a:pt x="13202" y="6756"/>
                      <a:pt x="13162" y="6756"/>
                    </a:cubicBezTo>
                    <a:cubicBezTo>
                      <a:pt x="13162" y="6794"/>
                      <a:pt x="13162" y="6833"/>
                      <a:pt x="13162" y="6872"/>
                    </a:cubicBezTo>
                    <a:cubicBezTo>
                      <a:pt x="13123" y="6872"/>
                      <a:pt x="13085" y="6872"/>
                      <a:pt x="13045" y="6872"/>
                    </a:cubicBezTo>
                    <a:cubicBezTo>
                      <a:pt x="13045" y="6911"/>
                      <a:pt x="13045" y="6949"/>
                      <a:pt x="13045" y="6989"/>
                    </a:cubicBezTo>
                    <a:cubicBezTo>
                      <a:pt x="12969" y="6989"/>
                      <a:pt x="12892" y="6989"/>
                      <a:pt x="12812" y="6989"/>
                    </a:cubicBezTo>
                    <a:cubicBezTo>
                      <a:pt x="12812" y="7027"/>
                      <a:pt x="12812" y="7066"/>
                      <a:pt x="12812" y="7105"/>
                    </a:cubicBezTo>
                    <a:cubicBezTo>
                      <a:pt x="12774" y="7105"/>
                      <a:pt x="12736" y="7105"/>
                      <a:pt x="12696" y="7105"/>
                    </a:cubicBezTo>
                    <a:cubicBezTo>
                      <a:pt x="12696" y="7182"/>
                      <a:pt x="12696" y="7259"/>
                      <a:pt x="12696" y="7338"/>
                    </a:cubicBezTo>
                    <a:cubicBezTo>
                      <a:pt x="12658" y="7338"/>
                      <a:pt x="12619" y="7338"/>
                      <a:pt x="12580" y="7338"/>
                    </a:cubicBezTo>
                    <a:cubicBezTo>
                      <a:pt x="12580" y="8068"/>
                      <a:pt x="12580" y="8799"/>
                      <a:pt x="12580" y="9551"/>
                    </a:cubicBezTo>
                    <a:cubicBezTo>
                      <a:pt x="12618" y="9551"/>
                      <a:pt x="12656" y="9551"/>
                      <a:pt x="12696" y="9551"/>
                    </a:cubicBezTo>
                    <a:cubicBezTo>
                      <a:pt x="12733" y="9609"/>
                      <a:pt x="12755" y="9669"/>
                      <a:pt x="12780" y="9733"/>
                    </a:cubicBezTo>
                    <a:cubicBezTo>
                      <a:pt x="12791" y="9750"/>
                      <a:pt x="12801" y="9767"/>
                      <a:pt x="12812" y="9784"/>
                    </a:cubicBezTo>
                    <a:cubicBezTo>
                      <a:pt x="12874" y="9791"/>
                      <a:pt x="12874" y="9791"/>
                      <a:pt x="12929" y="9784"/>
                    </a:cubicBezTo>
                    <a:cubicBezTo>
                      <a:pt x="12928" y="9793"/>
                      <a:pt x="12928" y="9793"/>
                      <a:pt x="12921" y="9837"/>
                    </a:cubicBezTo>
                    <a:cubicBezTo>
                      <a:pt x="12929" y="9901"/>
                      <a:pt x="12929" y="9901"/>
                      <a:pt x="12982" y="9944"/>
                    </a:cubicBezTo>
                    <a:cubicBezTo>
                      <a:pt x="13007" y="9957"/>
                      <a:pt x="13031" y="9971"/>
                      <a:pt x="13056" y="9984"/>
                    </a:cubicBezTo>
                    <a:cubicBezTo>
                      <a:pt x="13083" y="9999"/>
                      <a:pt x="13110" y="10014"/>
                      <a:pt x="13137" y="10029"/>
                    </a:cubicBezTo>
                    <a:cubicBezTo>
                      <a:pt x="13144" y="10033"/>
                      <a:pt x="13144" y="10033"/>
                      <a:pt x="13179" y="10052"/>
                    </a:cubicBezTo>
                    <a:cubicBezTo>
                      <a:pt x="13219" y="10074"/>
                      <a:pt x="13255" y="10099"/>
                      <a:pt x="13292" y="10125"/>
                    </a:cubicBezTo>
                    <a:cubicBezTo>
                      <a:pt x="13458" y="10240"/>
                      <a:pt x="13609" y="10294"/>
                      <a:pt x="13811" y="10267"/>
                    </a:cubicBezTo>
                    <a:cubicBezTo>
                      <a:pt x="13877" y="10244"/>
                      <a:pt x="13921" y="10204"/>
                      <a:pt x="13977" y="10162"/>
                    </a:cubicBezTo>
                    <a:cubicBezTo>
                      <a:pt x="14200" y="10009"/>
                      <a:pt x="14498" y="10054"/>
                      <a:pt x="14756" y="10060"/>
                    </a:cubicBezTo>
                    <a:cubicBezTo>
                      <a:pt x="14815" y="10061"/>
                      <a:pt x="14874" y="10061"/>
                      <a:pt x="14933" y="10061"/>
                    </a:cubicBezTo>
                    <a:cubicBezTo>
                      <a:pt x="15004" y="10062"/>
                      <a:pt x="15075" y="10063"/>
                      <a:pt x="15146" y="10063"/>
                    </a:cubicBezTo>
                    <a:cubicBezTo>
                      <a:pt x="15172" y="10064"/>
                      <a:pt x="15199" y="10064"/>
                      <a:pt x="15226" y="10064"/>
                    </a:cubicBezTo>
                    <a:cubicBezTo>
                      <a:pt x="15365" y="10067"/>
                      <a:pt x="15478" y="10081"/>
                      <a:pt x="15608" y="10134"/>
                    </a:cubicBezTo>
                    <a:cubicBezTo>
                      <a:pt x="15608" y="10172"/>
                      <a:pt x="15608" y="10210"/>
                      <a:pt x="15608" y="10250"/>
                    </a:cubicBezTo>
                    <a:cubicBezTo>
                      <a:pt x="15646" y="10250"/>
                      <a:pt x="15685" y="10250"/>
                      <a:pt x="15724" y="10250"/>
                    </a:cubicBezTo>
                    <a:cubicBezTo>
                      <a:pt x="15724" y="10288"/>
                      <a:pt x="15724" y="10327"/>
                      <a:pt x="15724" y="10366"/>
                    </a:cubicBezTo>
                    <a:cubicBezTo>
                      <a:pt x="15763" y="10366"/>
                      <a:pt x="15801" y="10366"/>
                      <a:pt x="15841" y="10366"/>
                    </a:cubicBezTo>
                    <a:cubicBezTo>
                      <a:pt x="15841" y="10405"/>
                      <a:pt x="15841" y="10443"/>
                      <a:pt x="15841" y="10483"/>
                    </a:cubicBezTo>
                    <a:cubicBezTo>
                      <a:pt x="15879" y="10483"/>
                      <a:pt x="15918" y="10483"/>
                      <a:pt x="15957" y="10483"/>
                    </a:cubicBezTo>
                    <a:cubicBezTo>
                      <a:pt x="15957" y="10521"/>
                      <a:pt x="15957" y="10560"/>
                      <a:pt x="15957" y="10599"/>
                    </a:cubicBezTo>
                    <a:cubicBezTo>
                      <a:pt x="15996" y="10599"/>
                      <a:pt x="16034" y="10599"/>
                      <a:pt x="16074" y="10599"/>
                    </a:cubicBezTo>
                    <a:cubicBezTo>
                      <a:pt x="16074" y="10638"/>
                      <a:pt x="16074" y="10676"/>
                      <a:pt x="16074" y="10716"/>
                    </a:cubicBezTo>
                    <a:cubicBezTo>
                      <a:pt x="16112" y="10716"/>
                      <a:pt x="16151" y="10716"/>
                      <a:pt x="16190" y="10716"/>
                    </a:cubicBezTo>
                    <a:cubicBezTo>
                      <a:pt x="16190" y="10754"/>
                      <a:pt x="16190" y="10793"/>
                      <a:pt x="16190" y="10832"/>
                    </a:cubicBezTo>
                    <a:cubicBezTo>
                      <a:pt x="16344" y="10832"/>
                      <a:pt x="16498" y="10832"/>
                      <a:pt x="16656" y="10832"/>
                    </a:cubicBezTo>
                    <a:cubicBezTo>
                      <a:pt x="16656" y="10794"/>
                      <a:pt x="16656" y="10756"/>
                      <a:pt x="16656" y="10716"/>
                    </a:cubicBezTo>
                    <a:cubicBezTo>
                      <a:pt x="16772" y="10716"/>
                      <a:pt x="16887" y="10716"/>
                      <a:pt x="17006" y="10716"/>
                    </a:cubicBezTo>
                    <a:cubicBezTo>
                      <a:pt x="17006" y="10677"/>
                      <a:pt x="17006" y="10639"/>
                      <a:pt x="17006" y="10599"/>
                    </a:cubicBezTo>
                    <a:cubicBezTo>
                      <a:pt x="17023" y="10600"/>
                      <a:pt x="17040" y="10600"/>
                      <a:pt x="17058" y="10600"/>
                    </a:cubicBezTo>
                    <a:cubicBezTo>
                      <a:pt x="17137" y="10602"/>
                      <a:pt x="17215" y="10602"/>
                      <a:pt x="17293" y="10603"/>
                    </a:cubicBezTo>
                    <a:cubicBezTo>
                      <a:pt x="17307" y="10603"/>
                      <a:pt x="17307" y="10603"/>
                      <a:pt x="17376" y="10605"/>
                    </a:cubicBezTo>
                    <a:cubicBezTo>
                      <a:pt x="17402" y="10605"/>
                      <a:pt x="17428" y="10605"/>
                      <a:pt x="17455" y="10605"/>
                    </a:cubicBezTo>
                    <a:cubicBezTo>
                      <a:pt x="17467" y="10605"/>
                      <a:pt x="17467" y="10605"/>
                      <a:pt x="17528" y="10606"/>
                    </a:cubicBezTo>
                    <a:cubicBezTo>
                      <a:pt x="17588" y="10599"/>
                      <a:pt x="17588" y="10599"/>
                      <a:pt x="17646" y="10541"/>
                    </a:cubicBezTo>
                    <a:cubicBezTo>
                      <a:pt x="17697" y="10531"/>
                      <a:pt x="17697" y="10531"/>
                      <a:pt x="17758" y="10527"/>
                    </a:cubicBezTo>
                    <a:cubicBezTo>
                      <a:pt x="17770" y="10526"/>
                      <a:pt x="17770" y="10526"/>
                      <a:pt x="17826" y="10521"/>
                    </a:cubicBezTo>
                    <a:cubicBezTo>
                      <a:pt x="17873" y="10518"/>
                      <a:pt x="17920" y="10514"/>
                      <a:pt x="17967" y="10511"/>
                    </a:cubicBezTo>
                    <a:cubicBezTo>
                      <a:pt x="18128" y="10497"/>
                      <a:pt x="18276" y="10473"/>
                      <a:pt x="18403" y="10366"/>
                    </a:cubicBezTo>
                    <a:cubicBezTo>
                      <a:pt x="18463" y="10277"/>
                      <a:pt x="18499" y="10183"/>
                      <a:pt x="18534" y="10083"/>
                    </a:cubicBezTo>
                    <a:cubicBezTo>
                      <a:pt x="18545" y="10057"/>
                      <a:pt x="18555" y="10032"/>
                      <a:pt x="18565" y="10006"/>
                    </a:cubicBezTo>
                    <a:cubicBezTo>
                      <a:pt x="18624" y="9850"/>
                      <a:pt x="18651" y="9717"/>
                      <a:pt x="18636" y="9551"/>
                    </a:cubicBezTo>
                    <a:cubicBezTo>
                      <a:pt x="18675" y="9551"/>
                      <a:pt x="18713" y="9551"/>
                      <a:pt x="18753" y="9551"/>
                    </a:cubicBezTo>
                    <a:cubicBezTo>
                      <a:pt x="18753" y="9474"/>
                      <a:pt x="18753" y="9397"/>
                      <a:pt x="18753" y="9318"/>
                    </a:cubicBezTo>
                    <a:cubicBezTo>
                      <a:pt x="18791" y="9318"/>
                      <a:pt x="18830" y="9318"/>
                      <a:pt x="18869" y="9318"/>
                    </a:cubicBezTo>
                    <a:cubicBezTo>
                      <a:pt x="18869" y="9280"/>
                      <a:pt x="18869" y="9241"/>
                      <a:pt x="18869" y="9202"/>
                    </a:cubicBezTo>
                    <a:cubicBezTo>
                      <a:pt x="18908" y="9202"/>
                      <a:pt x="18946" y="9202"/>
                      <a:pt x="18986" y="9202"/>
                    </a:cubicBezTo>
                    <a:cubicBezTo>
                      <a:pt x="18986" y="9125"/>
                      <a:pt x="18986" y="9048"/>
                      <a:pt x="18986" y="8969"/>
                    </a:cubicBezTo>
                    <a:cubicBezTo>
                      <a:pt x="18947" y="8969"/>
                      <a:pt x="18909" y="8969"/>
                      <a:pt x="18869" y="8969"/>
                    </a:cubicBezTo>
                    <a:cubicBezTo>
                      <a:pt x="18869" y="8930"/>
                      <a:pt x="18869" y="8892"/>
                      <a:pt x="18869" y="8852"/>
                    </a:cubicBezTo>
                    <a:cubicBezTo>
                      <a:pt x="18831" y="8852"/>
                      <a:pt x="18792" y="8852"/>
                      <a:pt x="18753" y="8852"/>
                    </a:cubicBezTo>
                    <a:cubicBezTo>
                      <a:pt x="18753" y="8775"/>
                      <a:pt x="18753" y="8699"/>
                      <a:pt x="18753" y="8619"/>
                    </a:cubicBezTo>
                    <a:cubicBezTo>
                      <a:pt x="18714" y="8619"/>
                      <a:pt x="18676" y="8619"/>
                      <a:pt x="18636" y="8619"/>
                    </a:cubicBezTo>
                    <a:cubicBezTo>
                      <a:pt x="18635" y="8601"/>
                      <a:pt x="18633" y="8583"/>
                      <a:pt x="18632" y="8564"/>
                    </a:cubicBezTo>
                    <a:cubicBezTo>
                      <a:pt x="18612" y="8414"/>
                      <a:pt x="18588" y="8324"/>
                      <a:pt x="18473" y="8223"/>
                    </a:cubicBezTo>
                    <a:cubicBezTo>
                      <a:pt x="18339" y="8103"/>
                      <a:pt x="18276" y="7969"/>
                      <a:pt x="18200" y="7808"/>
                    </a:cubicBezTo>
                    <a:cubicBezTo>
                      <a:pt x="18130" y="7661"/>
                      <a:pt x="18051" y="7528"/>
                      <a:pt x="17955" y="7396"/>
                    </a:cubicBezTo>
                    <a:cubicBezTo>
                      <a:pt x="17889" y="7302"/>
                      <a:pt x="17853" y="7216"/>
                      <a:pt x="17821" y="7105"/>
                    </a:cubicBezTo>
                    <a:cubicBezTo>
                      <a:pt x="17783" y="7105"/>
                      <a:pt x="17744" y="7105"/>
                      <a:pt x="17705" y="7105"/>
                    </a:cubicBezTo>
                    <a:cubicBezTo>
                      <a:pt x="17705" y="7028"/>
                      <a:pt x="17705" y="6951"/>
                      <a:pt x="17705" y="6872"/>
                    </a:cubicBezTo>
                    <a:cubicBezTo>
                      <a:pt x="17666" y="6872"/>
                      <a:pt x="17628" y="6872"/>
                      <a:pt x="17588" y="6872"/>
                    </a:cubicBezTo>
                    <a:cubicBezTo>
                      <a:pt x="17588" y="6834"/>
                      <a:pt x="17588" y="6795"/>
                      <a:pt x="17588" y="6756"/>
                    </a:cubicBezTo>
                    <a:cubicBezTo>
                      <a:pt x="17550" y="6756"/>
                      <a:pt x="17511" y="6756"/>
                      <a:pt x="17472" y="6756"/>
                    </a:cubicBezTo>
                    <a:cubicBezTo>
                      <a:pt x="17472" y="6748"/>
                      <a:pt x="17472" y="6748"/>
                      <a:pt x="17471" y="6708"/>
                    </a:cubicBezTo>
                    <a:cubicBezTo>
                      <a:pt x="17441" y="6407"/>
                      <a:pt x="17214" y="6148"/>
                      <a:pt x="17006" y="5940"/>
                    </a:cubicBezTo>
                    <a:cubicBezTo>
                      <a:pt x="16963" y="5933"/>
                      <a:pt x="16963" y="5933"/>
                      <a:pt x="16914" y="5934"/>
                    </a:cubicBezTo>
                    <a:cubicBezTo>
                      <a:pt x="16904" y="5934"/>
                      <a:pt x="16904" y="5934"/>
                      <a:pt x="16857" y="5934"/>
                    </a:cubicBezTo>
                    <a:cubicBezTo>
                      <a:pt x="16837" y="5934"/>
                      <a:pt x="16817" y="5934"/>
                      <a:pt x="16796" y="5935"/>
                    </a:cubicBezTo>
                    <a:cubicBezTo>
                      <a:pt x="16786" y="5935"/>
                      <a:pt x="16786" y="5935"/>
                      <a:pt x="16734" y="5935"/>
                    </a:cubicBezTo>
                    <a:cubicBezTo>
                      <a:pt x="16668" y="5935"/>
                      <a:pt x="16602" y="5936"/>
                      <a:pt x="16536" y="5937"/>
                    </a:cubicBezTo>
                    <a:cubicBezTo>
                      <a:pt x="16491" y="5937"/>
                      <a:pt x="16447" y="5937"/>
                      <a:pt x="16402" y="5937"/>
                    </a:cubicBezTo>
                    <a:cubicBezTo>
                      <a:pt x="16293" y="5938"/>
                      <a:pt x="16183" y="5939"/>
                      <a:pt x="16074" y="5940"/>
                    </a:cubicBezTo>
                    <a:cubicBezTo>
                      <a:pt x="16074" y="5902"/>
                      <a:pt x="16074" y="5863"/>
                      <a:pt x="16074" y="5824"/>
                    </a:cubicBezTo>
                    <a:cubicBezTo>
                      <a:pt x="15959" y="5824"/>
                      <a:pt x="15843" y="5824"/>
                      <a:pt x="15724" y="5824"/>
                    </a:cubicBezTo>
                    <a:cubicBezTo>
                      <a:pt x="15724" y="5785"/>
                      <a:pt x="15724" y="5747"/>
                      <a:pt x="15724" y="5707"/>
                    </a:cubicBezTo>
                    <a:cubicBezTo>
                      <a:pt x="15648" y="5707"/>
                      <a:pt x="15571" y="5707"/>
                      <a:pt x="15491" y="5707"/>
                    </a:cubicBezTo>
                    <a:cubicBezTo>
                      <a:pt x="15491" y="5669"/>
                      <a:pt x="15491" y="5631"/>
                      <a:pt x="15491" y="5591"/>
                    </a:cubicBezTo>
                    <a:cubicBezTo>
                      <a:pt x="15453" y="5591"/>
                      <a:pt x="15415" y="5591"/>
                      <a:pt x="15375" y="5591"/>
                    </a:cubicBezTo>
                    <a:cubicBezTo>
                      <a:pt x="15375" y="5552"/>
                      <a:pt x="15375" y="5514"/>
                      <a:pt x="15375" y="5474"/>
                    </a:cubicBezTo>
                    <a:cubicBezTo>
                      <a:pt x="15260" y="5474"/>
                      <a:pt x="15144" y="5474"/>
                      <a:pt x="15026" y="5474"/>
                    </a:cubicBezTo>
                    <a:close/>
                    <a:moveTo>
                      <a:pt x="6756" y="6290"/>
                    </a:moveTo>
                    <a:cubicBezTo>
                      <a:pt x="6756" y="6328"/>
                      <a:pt x="6756" y="6367"/>
                      <a:pt x="6756" y="6406"/>
                    </a:cubicBezTo>
                    <a:cubicBezTo>
                      <a:pt x="6738" y="6404"/>
                      <a:pt x="6721" y="6401"/>
                      <a:pt x="6702" y="6399"/>
                    </a:cubicBezTo>
                    <a:cubicBezTo>
                      <a:pt x="6639" y="6406"/>
                      <a:pt x="6639" y="6406"/>
                      <a:pt x="6598" y="6458"/>
                    </a:cubicBezTo>
                    <a:cubicBezTo>
                      <a:pt x="6585" y="6482"/>
                      <a:pt x="6572" y="6505"/>
                      <a:pt x="6559" y="6530"/>
                    </a:cubicBezTo>
                    <a:cubicBezTo>
                      <a:pt x="6544" y="6557"/>
                      <a:pt x="6529" y="6583"/>
                      <a:pt x="6515" y="6610"/>
                    </a:cubicBezTo>
                    <a:cubicBezTo>
                      <a:pt x="6507" y="6624"/>
                      <a:pt x="6499" y="6638"/>
                      <a:pt x="6491" y="6653"/>
                    </a:cubicBezTo>
                    <a:cubicBezTo>
                      <a:pt x="6436" y="6746"/>
                      <a:pt x="6373" y="6834"/>
                      <a:pt x="6311" y="6922"/>
                    </a:cubicBezTo>
                    <a:cubicBezTo>
                      <a:pt x="6244" y="7019"/>
                      <a:pt x="6206" y="7109"/>
                      <a:pt x="6173" y="7222"/>
                    </a:cubicBezTo>
                    <a:cubicBezTo>
                      <a:pt x="6135" y="7222"/>
                      <a:pt x="6096" y="7222"/>
                      <a:pt x="6057" y="7222"/>
                    </a:cubicBezTo>
                    <a:cubicBezTo>
                      <a:pt x="6057" y="7298"/>
                      <a:pt x="6057" y="7375"/>
                      <a:pt x="6057" y="7455"/>
                    </a:cubicBezTo>
                    <a:cubicBezTo>
                      <a:pt x="6018" y="7455"/>
                      <a:pt x="5980" y="7455"/>
                      <a:pt x="5940" y="7455"/>
                    </a:cubicBezTo>
                    <a:cubicBezTo>
                      <a:pt x="5936" y="7474"/>
                      <a:pt x="5932" y="7494"/>
                      <a:pt x="5927" y="7515"/>
                    </a:cubicBezTo>
                    <a:cubicBezTo>
                      <a:pt x="5875" y="7718"/>
                      <a:pt x="5787" y="7865"/>
                      <a:pt x="5656" y="8030"/>
                    </a:cubicBezTo>
                    <a:cubicBezTo>
                      <a:pt x="5361" y="8408"/>
                      <a:pt x="5195" y="8714"/>
                      <a:pt x="5241" y="9202"/>
                    </a:cubicBezTo>
                    <a:cubicBezTo>
                      <a:pt x="5280" y="9202"/>
                      <a:pt x="5318" y="9202"/>
                      <a:pt x="5358" y="9202"/>
                    </a:cubicBezTo>
                    <a:cubicBezTo>
                      <a:pt x="5358" y="9240"/>
                      <a:pt x="5358" y="9279"/>
                      <a:pt x="5358" y="9318"/>
                    </a:cubicBezTo>
                    <a:cubicBezTo>
                      <a:pt x="5396" y="9318"/>
                      <a:pt x="5435" y="9318"/>
                      <a:pt x="5474" y="9318"/>
                    </a:cubicBezTo>
                    <a:cubicBezTo>
                      <a:pt x="5474" y="9357"/>
                      <a:pt x="5474" y="9395"/>
                      <a:pt x="5474" y="9435"/>
                    </a:cubicBezTo>
                    <a:cubicBezTo>
                      <a:pt x="5513" y="9435"/>
                      <a:pt x="5551" y="9435"/>
                      <a:pt x="5591" y="9435"/>
                    </a:cubicBezTo>
                    <a:cubicBezTo>
                      <a:pt x="5637" y="9634"/>
                      <a:pt x="5659" y="9824"/>
                      <a:pt x="5661" y="10028"/>
                    </a:cubicBezTo>
                    <a:cubicBezTo>
                      <a:pt x="5661" y="10056"/>
                      <a:pt x="5662" y="10084"/>
                      <a:pt x="5662" y="10112"/>
                    </a:cubicBezTo>
                    <a:cubicBezTo>
                      <a:pt x="5663" y="10170"/>
                      <a:pt x="5663" y="10228"/>
                      <a:pt x="5663" y="10286"/>
                    </a:cubicBezTo>
                    <a:cubicBezTo>
                      <a:pt x="5663" y="10359"/>
                      <a:pt x="5665" y="10433"/>
                      <a:pt x="5667" y="10507"/>
                    </a:cubicBezTo>
                    <a:cubicBezTo>
                      <a:pt x="5668" y="10578"/>
                      <a:pt x="5668" y="10649"/>
                      <a:pt x="5668" y="10720"/>
                    </a:cubicBezTo>
                    <a:cubicBezTo>
                      <a:pt x="5669" y="10746"/>
                      <a:pt x="5670" y="10772"/>
                      <a:pt x="5670" y="10799"/>
                    </a:cubicBezTo>
                    <a:cubicBezTo>
                      <a:pt x="5669" y="10980"/>
                      <a:pt x="5669" y="10980"/>
                      <a:pt x="5610" y="11061"/>
                    </a:cubicBezTo>
                    <a:cubicBezTo>
                      <a:pt x="5562" y="11107"/>
                      <a:pt x="5562" y="11107"/>
                      <a:pt x="5514" y="11145"/>
                    </a:cubicBezTo>
                    <a:cubicBezTo>
                      <a:pt x="5469" y="11187"/>
                      <a:pt x="5460" y="11207"/>
                      <a:pt x="5453" y="11267"/>
                    </a:cubicBezTo>
                    <a:cubicBezTo>
                      <a:pt x="5466" y="11633"/>
                      <a:pt x="5466" y="11633"/>
                      <a:pt x="5591" y="11764"/>
                    </a:cubicBezTo>
                    <a:cubicBezTo>
                      <a:pt x="5653" y="11770"/>
                      <a:pt x="5653" y="11770"/>
                      <a:pt x="5707" y="11764"/>
                    </a:cubicBezTo>
                    <a:cubicBezTo>
                      <a:pt x="5707" y="11803"/>
                      <a:pt x="5707" y="11841"/>
                      <a:pt x="5707" y="11881"/>
                    </a:cubicBezTo>
                    <a:cubicBezTo>
                      <a:pt x="5725" y="11879"/>
                      <a:pt x="5743" y="11876"/>
                      <a:pt x="5762" y="11874"/>
                    </a:cubicBezTo>
                    <a:cubicBezTo>
                      <a:pt x="5782" y="11876"/>
                      <a:pt x="5803" y="11879"/>
                      <a:pt x="5824" y="11881"/>
                    </a:cubicBezTo>
                    <a:cubicBezTo>
                      <a:pt x="5857" y="11923"/>
                      <a:pt x="5857" y="11923"/>
                      <a:pt x="5882" y="11983"/>
                    </a:cubicBezTo>
                    <a:cubicBezTo>
                      <a:pt x="5892" y="12004"/>
                      <a:pt x="5901" y="12025"/>
                      <a:pt x="5911" y="12046"/>
                    </a:cubicBezTo>
                    <a:cubicBezTo>
                      <a:pt x="5931" y="12091"/>
                      <a:pt x="5950" y="12136"/>
                      <a:pt x="5969" y="12181"/>
                    </a:cubicBezTo>
                    <a:cubicBezTo>
                      <a:pt x="5979" y="12202"/>
                      <a:pt x="5989" y="12223"/>
                      <a:pt x="5999" y="12245"/>
                    </a:cubicBezTo>
                    <a:cubicBezTo>
                      <a:pt x="6007" y="12264"/>
                      <a:pt x="6015" y="12284"/>
                      <a:pt x="6024" y="12304"/>
                    </a:cubicBezTo>
                    <a:cubicBezTo>
                      <a:pt x="6029" y="12311"/>
                      <a:pt x="6029" y="12311"/>
                      <a:pt x="6057" y="12347"/>
                    </a:cubicBezTo>
                    <a:cubicBezTo>
                      <a:pt x="6119" y="12353"/>
                      <a:pt x="6119" y="12353"/>
                      <a:pt x="6173" y="12347"/>
                    </a:cubicBezTo>
                    <a:cubicBezTo>
                      <a:pt x="6173" y="12385"/>
                      <a:pt x="6173" y="12423"/>
                      <a:pt x="6173" y="12463"/>
                    </a:cubicBezTo>
                    <a:cubicBezTo>
                      <a:pt x="6212" y="12463"/>
                      <a:pt x="6250" y="12463"/>
                      <a:pt x="6290" y="12463"/>
                    </a:cubicBezTo>
                    <a:cubicBezTo>
                      <a:pt x="6290" y="12502"/>
                      <a:pt x="6290" y="12540"/>
                      <a:pt x="6290" y="12580"/>
                    </a:cubicBezTo>
                    <a:cubicBezTo>
                      <a:pt x="6328" y="12580"/>
                      <a:pt x="6367" y="12580"/>
                      <a:pt x="6406" y="12580"/>
                    </a:cubicBezTo>
                    <a:cubicBezTo>
                      <a:pt x="6406" y="12656"/>
                      <a:pt x="6406" y="12733"/>
                      <a:pt x="6406" y="12812"/>
                    </a:cubicBezTo>
                    <a:cubicBezTo>
                      <a:pt x="6445" y="12812"/>
                      <a:pt x="6483" y="12812"/>
                      <a:pt x="6523" y="12812"/>
                    </a:cubicBezTo>
                    <a:cubicBezTo>
                      <a:pt x="6523" y="12851"/>
                      <a:pt x="6523" y="12889"/>
                      <a:pt x="6523" y="12929"/>
                    </a:cubicBezTo>
                    <a:cubicBezTo>
                      <a:pt x="6561" y="12929"/>
                      <a:pt x="6600" y="12929"/>
                      <a:pt x="6639" y="12929"/>
                    </a:cubicBezTo>
                    <a:cubicBezTo>
                      <a:pt x="6639" y="12967"/>
                      <a:pt x="6639" y="13006"/>
                      <a:pt x="6639" y="13045"/>
                    </a:cubicBezTo>
                    <a:cubicBezTo>
                      <a:pt x="6716" y="13045"/>
                      <a:pt x="6793" y="13045"/>
                      <a:pt x="6872" y="13045"/>
                    </a:cubicBezTo>
                    <a:cubicBezTo>
                      <a:pt x="6872" y="13007"/>
                      <a:pt x="6872" y="12969"/>
                      <a:pt x="6872" y="12929"/>
                    </a:cubicBezTo>
                    <a:cubicBezTo>
                      <a:pt x="7141" y="12929"/>
                      <a:pt x="7410" y="12929"/>
                      <a:pt x="7688" y="12929"/>
                    </a:cubicBezTo>
                    <a:cubicBezTo>
                      <a:pt x="7688" y="12891"/>
                      <a:pt x="7688" y="12852"/>
                      <a:pt x="7688" y="12812"/>
                    </a:cubicBezTo>
                    <a:cubicBezTo>
                      <a:pt x="7705" y="12815"/>
                      <a:pt x="7723" y="12817"/>
                      <a:pt x="7742" y="12819"/>
                    </a:cubicBezTo>
                    <a:cubicBezTo>
                      <a:pt x="7804" y="12812"/>
                      <a:pt x="7804" y="12812"/>
                      <a:pt x="7839" y="12772"/>
                    </a:cubicBezTo>
                    <a:cubicBezTo>
                      <a:pt x="7848" y="12753"/>
                      <a:pt x="7857" y="12734"/>
                      <a:pt x="7866" y="12715"/>
                    </a:cubicBezTo>
                    <a:cubicBezTo>
                      <a:pt x="7876" y="12694"/>
                      <a:pt x="7887" y="12674"/>
                      <a:pt x="7897" y="12653"/>
                    </a:cubicBezTo>
                    <a:cubicBezTo>
                      <a:pt x="7907" y="12631"/>
                      <a:pt x="7917" y="12609"/>
                      <a:pt x="7928" y="12587"/>
                    </a:cubicBezTo>
                    <a:cubicBezTo>
                      <a:pt x="7938" y="12566"/>
                      <a:pt x="7949" y="12544"/>
                      <a:pt x="7960" y="12522"/>
                    </a:cubicBezTo>
                    <a:cubicBezTo>
                      <a:pt x="8010" y="12420"/>
                      <a:pt x="8044" y="12346"/>
                      <a:pt x="8037" y="12230"/>
                    </a:cubicBezTo>
                    <a:cubicBezTo>
                      <a:pt x="8075" y="12230"/>
                      <a:pt x="8114" y="12230"/>
                      <a:pt x="8153" y="12230"/>
                    </a:cubicBezTo>
                    <a:cubicBezTo>
                      <a:pt x="8153" y="12153"/>
                      <a:pt x="8153" y="12076"/>
                      <a:pt x="8153" y="11997"/>
                    </a:cubicBezTo>
                    <a:cubicBezTo>
                      <a:pt x="8192" y="11997"/>
                      <a:pt x="8230" y="11997"/>
                      <a:pt x="8270" y="11997"/>
                    </a:cubicBezTo>
                    <a:cubicBezTo>
                      <a:pt x="8277" y="11973"/>
                      <a:pt x="8284" y="11949"/>
                      <a:pt x="8291" y="11925"/>
                    </a:cubicBezTo>
                    <a:cubicBezTo>
                      <a:pt x="8301" y="11893"/>
                      <a:pt x="8311" y="11861"/>
                      <a:pt x="8321" y="11830"/>
                    </a:cubicBezTo>
                    <a:cubicBezTo>
                      <a:pt x="8325" y="11814"/>
                      <a:pt x="8330" y="11798"/>
                      <a:pt x="8335" y="11782"/>
                    </a:cubicBezTo>
                    <a:cubicBezTo>
                      <a:pt x="8362" y="11696"/>
                      <a:pt x="8380" y="11653"/>
                      <a:pt x="8448" y="11589"/>
                    </a:cubicBezTo>
                    <a:cubicBezTo>
                      <a:pt x="8514" y="11520"/>
                      <a:pt x="8515" y="11489"/>
                      <a:pt x="8513" y="11397"/>
                    </a:cubicBezTo>
                    <a:cubicBezTo>
                      <a:pt x="8512" y="11381"/>
                      <a:pt x="8511" y="11365"/>
                      <a:pt x="8510" y="11349"/>
                    </a:cubicBezTo>
                    <a:cubicBezTo>
                      <a:pt x="8510" y="11333"/>
                      <a:pt x="8509" y="11317"/>
                      <a:pt x="8509" y="11300"/>
                    </a:cubicBezTo>
                    <a:cubicBezTo>
                      <a:pt x="8507" y="11261"/>
                      <a:pt x="8505" y="11221"/>
                      <a:pt x="8503" y="11182"/>
                    </a:cubicBezTo>
                    <a:cubicBezTo>
                      <a:pt x="8541" y="11182"/>
                      <a:pt x="8580" y="11182"/>
                      <a:pt x="8619" y="11182"/>
                    </a:cubicBezTo>
                    <a:cubicBezTo>
                      <a:pt x="8658" y="11067"/>
                      <a:pt x="8696" y="10951"/>
                      <a:pt x="8736" y="10832"/>
                    </a:cubicBezTo>
                    <a:cubicBezTo>
                      <a:pt x="8774" y="10832"/>
                      <a:pt x="8813" y="10832"/>
                      <a:pt x="8852" y="10832"/>
                    </a:cubicBezTo>
                    <a:cubicBezTo>
                      <a:pt x="8852" y="10756"/>
                      <a:pt x="8852" y="10679"/>
                      <a:pt x="8852" y="10599"/>
                    </a:cubicBezTo>
                    <a:cubicBezTo>
                      <a:pt x="8891" y="10599"/>
                      <a:pt x="8929" y="10599"/>
                      <a:pt x="8969" y="10599"/>
                    </a:cubicBezTo>
                    <a:cubicBezTo>
                      <a:pt x="8976" y="10576"/>
                      <a:pt x="8983" y="10552"/>
                      <a:pt x="8990" y="10527"/>
                    </a:cubicBezTo>
                    <a:cubicBezTo>
                      <a:pt x="9000" y="10495"/>
                      <a:pt x="9010" y="10464"/>
                      <a:pt x="9020" y="10432"/>
                    </a:cubicBezTo>
                    <a:cubicBezTo>
                      <a:pt x="9024" y="10416"/>
                      <a:pt x="9029" y="10401"/>
                      <a:pt x="9034" y="10384"/>
                    </a:cubicBezTo>
                    <a:cubicBezTo>
                      <a:pt x="9061" y="10298"/>
                      <a:pt x="9080" y="10255"/>
                      <a:pt x="9146" y="10191"/>
                    </a:cubicBezTo>
                    <a:cubicBezTo>
                      <a:pt x="9217" y="10118"/>
                      <a:pt x="9221" y="10060"/>
                      <a:pt x="9220" y="9962"/>
                    </a:cubicBezTo>
                    <a:cubicBezTo>
                      <a:pt x="9221" y="9948"/>
                      <a:pt x="9222" y="9933"/>
                      <a:pt x="9223" y="9918"/>
                    </a:cubicBezTo>
                    <a:cubicBezTo>
                      <a:pt x="9223" y="9843"/>
                      <a:pt x="9214" y="9799"/>
                      <a:pt x="9166" y="9741"/>
                    </a:cubicBezTo>
                    <a:cubicBezTo>
                      <a:pt x="9135" y="9711"/>
                      <a:pt x="9104" y="9682"/>
                      <a:pt x="9073" y="9654"/>
                    </a:cubicBezTo>
                    <a:cubicBezTo>
                      <a:pt x="8708" y="9304"/>
                      <a:pt x="8746" y="8735"/>
                      <a:pt x="8736" y="8270"/>
                    </a:cubicBezTo>
                    <a:cubicBezTo>
                      <a:pt x="8774" y="8270"/>
                      <a:pt x="8813" y="8270"/>
                      <a:pt x="8852" y="8270"/>
                    </a:cubicBezTo>
                    <a:cubicBezTo>
                      <a:pt x="8852" y="8155"/>
                      <a:pt x="8852" y="8039"/>
                      <a:pt x="8852" y="7920"/>
                    </a:cubicBezTo>
                    <a:cubicBezTo>
                      <a:pt x="8891" y="7920"/>
                      <a:pt x="8929" y="7920"/>
                      <a:pt x="8969" y="7920"/>
                    </a:cubicBezTo>
                    <a:cubicBezTo>
                      <a:pt x="8991" y="7444"/>
                      <a:pt x="8991" y="7444"/>
                      <a:pt x="8889" y="7256"/>
                    </a:cubicBezTo>
                    <a:cubicBezTo>
                      <a:pt x="8852" y="7222"/>
                      <a:pt x="8852" y="7222"/>
                      <a:pt x="8790" y="7216"/>
                    </a:cubicBezTo>
                    <a:cubicBezTo>
                      <a:pt x="8781" y="7217"/>
                      <a:pt x="8781" y="7217"/>
                      <a:pt x="8736" y="7222"/>
                    </a:cubicBezTo>
                    <a:cubicBezTo>
                      <a:pt x="8736" y="7183"/>
                      <a:pt x="8736" y="7145"/>
                      <a:pt x="8736" y="7105"/>
                    </a:cubicBezTo>
                    <a:cubicBezTo>
                      <a:pt x="8697" y="7105"/>
                      <a:pt x="8659" y="7105"/>
                      <a:pt x="8619" y="7105"/>
                    </a:cubicBezTo>
                    <a:cubicBezTo>
                      <a:pt x="8619" y="7067"/>
                      <a:pt x="8619" y="7028"/>
                      <a:pt x="8619" y="6989"/>
                    </a:cubicBezTo>
                    <a:cubicBezTo>
                      <a:pt x="8581" y="6989"/>
                      <a:pt x="8542" y="6989"/>
                      <a:pt x="8503" y="6989"/>
                    </a:cubicBezTo>
                    <a:cubicBezTo>
                      <a:pt x="8503" y="6950"/>
                      <a:pt x="8503" y="6912"/>
                      <a:pt x="8503" y="6872"/>
                    </a:cubicBezTo>
                    <a:cubicBezTo>
                      <a:pt x="8464" y="6872"/>
                      <a:pt x="8426" y="6872"/>
                      <a:pt x="8386" y="6872"/>
                    </a:cubicBezTo>
                    <a:cubicBezTo>
                      <a:pt x="8386" y="6795"/>
                      <a:pt x="8386" y="6718"/>
                      <a:pt x="8386" y="6639"/>
                    </a:cubicBezTo>
                    <a:cubicBezTo>
                      <a:pt x="8348" y="6639"/>
                      <a:pt x="8309" y="6639"/>
                      <a:pt x="8270" y="6639"/>
                    </a:cubicBezTo>
                    <a:cubicBezTo>
                      <a:pt x="8270" y="6601"/>
                      <a:pt x="8270" y="6562"/>
                      <a:pt x="8270" y="6523"/>
                    </a:cubicBezTo>
                    <a:cubicBezTo>
                      <a:pt x="8231" y="6523"/>
                      <a:pt x="8193" y="6523"/>
                      <a:pt x="8153" y="6523"/>
                    </a:cubicBezTo>
                    <a:cubicBezTo>
                      <a:pt x="8153" y="6484"/>
                      <a:pt x="8153" y="6446"/>
                      <a:pt x="8153" y="6406"/>
                    </a:cubicBezTo>
                    <a:cubicBezTo>
                      <a:pt x="7731" y="6406"/>
                      <a:pt x="7308" y="6406"/>
                      <a:pt x="6872" y="6406"/>
                    </a:cubicBezTo>
                    <a:cubicBezTo>
                      <a:pt x="6872" y="6368"/>
                      <a:pt x="6872" y="6329"/>
                      <a:pt x="6872" y="6290"/>
                    </a:cubicBezTo>
                    <a:cubicBezTo>
                      <a:pt x="6834" y="6290"/>
                      <a:pt x="6795" y="6290"/>
                      <a:pt x="6756" y="6290"/>
                    </a:cubicBezTo>
                    <a:close/>
                    <a:moveTo>
                      <a:pt x="10017" y="7688"/>
                    </a:moveTo>
                    <a:cubicBezTo>
                      <a:pt x="10017" y="7726"/>
                      <a:pt x="10017" y="7764"/>
                      <a:pt x="10017" y="7804"/>
                    </a:cubicBezTo>
                    <a:cubicBezTo>
                      <a:pt x="9940" y="7804"/>
                      <a:pt x="9863" y="7804"/>
                      <a:pt x="9784" y="7804"/>
                    </a:cubicBezTo>
                    <a:cubicBezTo>
                      <a:pt x="9784" y="7842"/>
                      <a:pt x="9784" y="7881"/>
                      <a:pt x="9784" y="7920"/>
                    </a:cubicBezTo>
                    <a:cubicBezTo>
                      <a:pt x="9746" y="7920"/>
                      <a:pt x="9707" y="7920"/>
                      <a:pt x="9668" y="7920"/>
                    </a:cubicBezTo>
                    <a:cubicBezTo>
                      <a:pt x="9668" y="7959"/>
                      <a:pt x="9668" y="7997"/>
                      <a:pt x="9668" y="8037"/>
                    </a:cubicBezTo>
                    <a:cubicBezTo>
                      <a:pt x="9629" y="8037"/>
                      <a:pt x="9591" y="8037"/>
                      <a:pt x="9551" y="8037"/>
                    </a:cubicBezTo>
                    <a:cubicBezTo>
                      <a:pt x="9551" y="8075"/>
                      <a:pt x="9551" y="8114"/>
                      <a:pt x="9551" y="8153"/>
                    </a:cubicBezTo>
                    <a:cubicBezTo>
                      <a:pt x="9513" y="8153"/>
                      <a:pt x="9474" y="8153"/>
                      <a:pt x="9435" y="8153"/>
                    </a:cubicBezTo>
                    <a:cubicBezTo>
                      <a:pt x="9435" y="8230"/>
                      <a:pt x="9435" y="8307"/>
                      <a:pt x="9435" y="8386"/>
                    </a:cubicBezTo>
                    <a:cubicBezTo>
                      <a:pt x="9396" y="8386"/>
                      <a:pt x="9358" y="8386"/>
                      <a:pt x="9318" y="8386"/>
                    </a:cubicBezTo>
                    <a:cubicBezTo>
                      <a:pt x="9318" y="8617"/>
                      <a:pt x="9318" y="8848"/>
                      <a:pt x="9318" y="9085"/>
                    </a:cubicBezTo>
                    <a:cubicBezTo>
                      <a:pt x="9357" y="9085"/>
                      <a:pt x="9395" y="9085"/>
                      <a:pt x="9435" y="9085"/>
                    </a:cubicBezTo>
                    <a:cubicBezTo>
                      <a:pt x="9435" y="9162"/>
                      <a:pt x="9435" y="9239"/>
                      <a:pt x="9435" y="9318"/>
                    </a:cubicBezTo>
                    <a:cubicBezTo>
                      <a:pt x="9473" y="9318"/>
                      <a:pt x="9512" y="9318"/>
                      <a:pt x="9551" y="9318"/>
                    </a:cubicBezTo>
                    <a:cubicBezTo>
                      <a:pt x="9551" y="9357"/>
                      <a:pt x="9551" y="9395"/>
                      <a:pt x="9551" y="9435"/>
                    </a:cubicBezTo>
                    <a:cubicBezTo>
                      <a:pt x="9590" y="9435"/>
                      <a:pt x="9628" y="9435"/>
                      <a:pt x="9668" y="9435"/>
                    </a:cubicBezTo>
                    <a:cubicBezTo>
                      <a:pt x="9668" y="9473"/>
                      <a:pt x="9668" y="9512"/>
                      <a:pt x="9668" y="9551"/>
                    </a:cubicBezTo>
                    <a:cubicBezTo>
                      <a:pt x="9706" y="9551"/>
                      <a:pt x="9744" y="9551"/>
                      <a:pt x="9784" y="9551"/>
                    </a:cubicBezTo>
                    <a:cubicBezTo>
                      <a:pt x="9784" y="9590"/>
                      <a:pt x="9784" y="9628"/>
                      <a:pt x="9784" y="9668"/>
                    </a:cubicBezTo>
                    <a:cubicBezTo>
                      <a:pt x="9899" y="9668"/>
                      <a:pt x="10015" y="9668"/>
                      <a:pt x="10134" y="9668"/>
                    </a:cubicBezTo>
                    <a:cubicBezTo>
                      <a:pt x="10134" y="9706"/>
                      <a:pt x="10134" y="9744"/>
                      <a:pt x="10134" y="9784"/>
                    </a:cubicBezTo>
                    <a:cubicBezTo>
                      <a:pt x="10287" y="9784"/>
                      <a:pt x="10441" y="9784"/>
                      <a:pt x="10599" y="9784"/>
                    </a:cubicBezTo>
                    <a:cubicBezTo>
                      <a:pt x="10599" y="9746"/>
                      <a:pt x="10599" y="9707"/>
                      <a:pt x="10599" y="9668"/>
                    </a:cubicBezTo>
                    <a:cubicBezTo>
                      <a:pt x="10676" y="9668"/>
                      <a:pt x="10753" y="9668"/>
                      <a:pt x="10832" y="9668"/>
                    </a:cubicBezTo>
                    <a:cubicBezTo>
                      <a:pt x="10832" y="9629"/>
                      <a:pt x="10832" y="9591"/>
                      <a:pt x="10832" y="9551"/>
                    </a:cubicBezTo>
                    <a:cubicBezTo>
                      <a:pt x="10909" y="9551"/>
                      <a:pt x="10986" y="9551"/>
                      <a:pt x="11065" y="9551"/>
                    </a:cubicBezTo>
                    <a:cubicBezTo>
                      <a:pt x="11065" y="9513"/>
                      <a:pt x="11065" y="9474"/>
                      <a:pt x="11065" y="9435"/>
                    </a:cubicBezTo>
                    <a:cubicBezTo>
                      <a:pt x="11104" y="9435"/>
                      <a:pt x="11142" y="9435"/>
                      <a:pt x="11182" y="9435"/>
                    </a:cubicBezTo>
                    <a:cubicBezTo>
                      <a:pt x="11182" y="9358"/>
                      <a:pt x="11182" y="9281"/>
                      <a:pt x="11182" y="9202"/>
                    </a:cubicBezTo>
                    <a:cubicBezTo>
                      <a:pt x="11220" y="9202"/>
                      <a:pt x="11259" y="9202"/>
                      <a:pt x="11298" y="9202"/>
                    </a:cubicBezTo>
                    <a:cubicBezTo>
                      <a:pt x="11298" y="9125"/>
                      <a:pt x="11298" y="9048"/>
                      <a:pt x="11298" y="8969"/>
                    </a:cubicBezTo>
                    <a:cubicBezTo>
                      <a:pt x="11337" y="8969"/>
                      <a:pt x="11375" y="8969"/>
                      <a:pt x="11415" y="8969"/>
                    </a:cubicBezTo>
                    <a:cubicBezTo>
                      <a:pt x="11415" y="8777"/>
                      <a:pt x="11415" y="8584"/>
                      <a:pt x="11415" y="8386"/>
                    </a:cubicBezTo>
                    <a:cubicBezTo>
                      <a:pt x="11376" y="8386"/>
                      <a:pt x="11338" y="8386"/>
                      <a:pt x="11298" y="8386"/>
                    </a:cubicBezTo>
                    <a:cubicBezTo>
                      <a:pt x="11298" y="8309"/>
                      <a:pt x="11298" y="8233"/>
                      <a:pt x="11298" y="8153"/>
                    </a:cubicBezTo>
                    <a:cubicBezTo>
                      <a:pt x="11260" y="8153"/>
                      <a:pt x="11221" y="8153"/>
                      <a:pt x="11182" y="8153"/>
                    </a:cubicBezTo>
                    <a:cubicBezTo>
                      <a:pt x="11182" y="8115"/>
                      <a:pt x="11182" y="8077"/>
                      <a:pt x="11182" y="8037"/>
                    </a:cubicBezTo>
                    <a:cubicBezTo>
                      <a:pt x="11143" y="8037"/>
                      <a:pt x="11105" y="8037"/>
                      <a:pt x="11065" y="8037"/>
                    </a:cubicBezTo>
                    <a:cubicBezTo>
                      <a:pt x="11065" y="7998"/>
                      <a:pt x="11065" y="7960"/>
                      <a:pt x="11065" y="7920"/>
                    </a:cubicBezTo>
                    <a:cubicBezTo>
                      <a:pt x="11027" y="7920"/>
                      <a:pt x="10988" y="7920"/>
                      <a:pt x="10949" y="7920"/>
                    </a:cubicBezTo>
                    <a:cubicBezTo>
                      <a:pt x="10949" y="7882"/>
                      <a:pt x="10949" y="7844"/>
                      <a:pt x="10949" y="7804"/>
                    </a:cubicBezTo>
                    <a:cubicBezTo>
                      <a:pt x="10872" y="7804"/>
                      <a:pt x="10795" y="7804"/>
                      <a:pt x="10716" y="7804"/>
                    </a:cubicBezTo>
                    <a:cubicBezTo>
                      <a:pt x="10716" y="7766"/>
                      <a:pt x="10716" y="7727"/>
                      <a:pt x="10716" y="7688"/>
                    </a:cubicBezTo>
                    <a:cubicBezTo>
                      <a:pt x="10485" y="7688"/>
                      <a:pt x="10255" y="7688"/>
                      <a:pt x="10017" y="7688"/>
                    </a:cubicBezTo>
                    <a:close/>
                    <a:moveTo>
                      <a:pt x="3844" y="9318"/>
                    </a:moveTo>
                    <a:cubicBezTo>
                      <a:pt x="3844" y="9357"/>
                      <a:pt x="3844" y="9395"/>
                      <a:pt x="3844" y="9435"/>
                    </a:cubicBezTo>
                    <a:cubicBezTo>
                      <a:pt x="3767" y="9435"/>
                      <a:pt x="3690" y="9435"/>
                      <a:pt x="3611" y="9435"/>
                    </a:cubicBezTo>
                    <a:cubicBezTo>
                      <a:pt x="3611" y="9473"/>
                      <a:pt x="3611" y="9512"/>
                      <a:pt x="3611" y="9551"/>
                    </a:cubicBezTo>
                    <a:cubicBezTo>
                      <a:pt x="3572" y="9551"/>
                      <a:pt x="3534" y="9551"/>
                      <a:pt x="3494" y="9551"/>
                    </a:cubicBezTo>
                    <a:cubicBezTo>
                      <a:pt x="3494" y="9590"/>
                      <a:pt x="3494" y="9628"/>
                      <a:pt x="3494" y="9668"/>
                    </a:cubicBezTo>
                    <a:cubicBezTo>
                      <a:pt x="3456" y="9668"/>
                      <a:pt x="3417" y="9668"/>
                      <a:pt x="3378" y="9668"/>
                    </a:cubicBezTo>
                    <a:cubicBezTo>
                      <a:pt x="3378" y="9706"/>
                      <a:pt x="3378" y="9744"/>
                      <a:pt x="3378" y="9784"/>
                    </a:cubicBezTo>
                    <a:cubicBezTo>
                      <a:pt x="3339" y="9784"/>
                      <a:pt x="3301" y="9784"/>
                      <a:pt x="3261" y="9784"/>
                    </a:cubicBezTo>
                    <a:cubicBezTo>
                      <a:pt x="3261" y="9861"/>
                      <a:pt x="3261" y="9938"/>
                      <a:pt x="3261" y="10017"/>
                    </a:cubicBezTo>
                    <a:cubicBezTo>
                      <a:pt x="3223" y="10017"/>
                      <a:pt x="3184" y="10017"/>
                      <a:pt x="3145" y="10017"/>
                    </a:cubicBezTo>
                    <a:cubicBezTo>
                      <a:pt x="3145" y="10248"/>
                      <a:pt x="3145" y="10478"/>
                      <a:pt x="3145" y="10716"/>
                    </a:cubicBezTo>
                    <a:cubicBezTo>
                      <a:pt x="3183" y="10716"/>
                      <a:pt x="3222" y="10716"/>
                      <a:pt x="3261" y="10716"/>
                    </a:cubicBezTo>
                    <a:cubicBezTo>
                      <a:pt x="3261" y="10793"/>
                      <a:pt x="3261" y="10870"/>
                      <a:pt x="3261" y="10949"/>
                    </a:cubicBezTo>
                    <a:cubicBezTo>
                      <a:pt x="3300" y="10949"/>
                      <a:pt x="3338" y="10949"/>
                      <a:pt x="3378" y="10949"/>
                    </a:cubicBezTo>
                    <a:cubicBezTo>
                      <a:pt x="3378" y="10987"/>
                      <a:pt x="3378" y="11026"/>
                      <a:pt x="3378" y="11065"/>
                    </a:cubicBezTo>
                    <a:cubicBezTo>
                      <a:pt x="3416" y="11065"/>
                      <a:pt x="3455" y="11065"/>
                      <a:pt x="3494" y="11065"/>
                    </a:cubicBezTo>
                    <a:cubicBezTo>
                      <a:pt x="3494" y="11104"/>
                      <a:pt x="3494" y="11142"/>
                      <a:pt x="3494" y="11182"/>
                    </a:cubicBezTo>
                    <a:cubicBezTo>
                      <a:pt x="3533" y="11182"/>
                      <a:pt x="3571" y="11182"/>
                      <a:pt x="3611" y="11182"/>
                    </a:cubicBezTo>
                    <a:cubicBezTo>
                      <a:pt x="3611" y="11220"/>
                      <a:pt x="3611" y="11259"/>
                      <a:pt x="3611" y="11298"/>
                    </a:cubicBezTo>
                    <a:cubicBezTo>
                      <a:pt x="3688" y="11298"/>
                      <a:pt x="3765" y="11298"/>
                      <a:pt x="3844" y="11298"/>
                    </a:cubicBezTo>
                    <a:cubicBezTo>
                      <a:pt x="3844" y="11337"/>
                      <a:pt x="3844" y="11375"/>
                      <a:pt x="3844" y="11415"/>
                    </a:cubicBezTo>
                    <a:cubicBezTo>
                      <a:pt x="4036" y="11415"/>
                      <a:pt x="4228" y="11415"/>
                      <a:pt x="4426" y="11415"/>
                    </a:cubicBezTo>
                    <a:cubicBezTo>
                      <a:pt x="4426" y="11376"/>
                      <a:pt x="4426" y="11338"/>
                      <a:pt x="4426" y="11298"/>
                    </a:cubicBezTo>
                    <a:cubicBezTo>
                      <a:pt x="4541" y="11298"/>
                      <a:pt x="4657" y="11298"/>
                      <a:pt x="4776" y="11298"/>
                    </a:cubicBezTo>
                    <a:cubicBezTo>
                      <a:pt x="4776" y="11260"/>
                      <a:pt x="4776" y="11221"/>
                      <a:pt x="4776" y="11182"/>
                    </a:cubicBezTo>
                    <a:cubicBezTo>
                      <a:pt x="4814" y="11182"/>
                      <a:pt x="4852" y="11182"/>
                      <a:pt x="4892" y="11182"/>
                    </a:cubicBezTo>
                    <a:cubicBezTo>
                      <a:pt x="4892" y="11143"/>
                      <a:pt x="4892" y="11105"/>
                      <a:pt x="4892" y="11065"/>
                    </a:cubicBezTo>
                    <a:cubicBezTo>
                      <a:pt x="4930" y="11065"/>
                      <a:pt x="4969" y="11065"/>
                      <a:pt x="5009" y="11065"/>
                    </a:cubicBezTo>
                    <a:cubicBezTo>
                      <a:pt x="5009" y="11027"/>
                      <a:pt x="5009" y="10988"/>
                      <a:pt x="5009" y="10949"/>
                    </a:cubicBezTo>
                    <a:cubicBezTo>
                      <a:pt x="5047" y="10949"/>
                      <a:pt x="5085" y="10949"/>
                      <a:pt x="5125" y="10949"/>
                    </a:cubicBezTo>
                    <a:cubicBezTo>
                      <a:pt x="5125" y="10872"/>
                      <a:pt x="5125" y="10795"/>
                      <a:pt x="5125" y="10716"/>
                    </a:cubicBezTo>
                    <a:cubicBezTo>
                      <a:pt x="5163" y="10716"/>
                      <a:pt x="5202" y="10716"/>
                      <a:pt x="5241" y="10716"/>
                    </a:cubicBezTo>
                    <a:cubicBezTo>
                      <a:pt x="5241" y="10485"/>
                      <a:pt x="5241" y="10255"/>
                      <a:pt x="5241" y="10017"/>
                    </a:cubicBezTo>
                    <a:cubicBezTo>
                      <a:pt x="5203" y="10017"/>
                      <a:pt x="5165" y="10017"/>
                      <a:pt x="5125" y="10017"/>
                    </a:cubicBezTo>
                    <a:cubicBezTo>
                      <a:pt x="5125" y="9940"/>
                      <a:pt x="5125" y="9863"/>
                      <a:pt x="5125" y="9784"/>
                    </a:cubicBezTo>
                    <a:cubicBezTo>
                      <a:pt x="5087" y="9784"/>
                      <a:pt x="5048" y="9784"/>
                      <a:pt x="5009" y="9784"/>
                    </a:cubicBezTo>
                    <a:cubicBezTo>
                      <a:pt x="5009" y="9746"/>
                      <a:pt x="5009" y="9707"/>
                      <a:pt x="5009" y="9668"/>
                    </a:cubicBezTo>
                    <a:cubicBezTo>
                      <a:pt x="4970" y="9668"/>
                      <a:pt x="4932" y="9668"/>
                      <a:pt x="4892" y="9668"/>
                    </a:cubicBezTo>
                    <a:cubicBezTo>
                      <a:pt x="4892" y="9629"/>
                      <a:pt x="4892" y="9591"/>
                      <a:pt x="4892" y="9551"/>
                    </a:cubicBezTo>
                    <a:cubicBezTo>
                      <a:pt x="4854" y="9551"/>
                      <a:pt x="4815" y="9551"/>
                      <a:pt x="4776" y="9551"/>
                    </a:cubicBezTo>
                    <a:cubicBezTo>
                      <a:pt x="4776" y="9513"/>
                      <a:pt x="4776" y="9474"/>
                      <a:pt x="4776" y="9435"/>
                    </a:cubicBezTo>
                    <a:cubicBezTo>
                      <a:pt x="4699" y="9435"/>
                      <a:pt x="4622" y="9435"/>
                      <a:pt x="4543" y="9435"/>
                    </a:cubicBezTo>
                    <a:cubicBezTo>
                      <a:pt x="4543" y="9396"/>
                      <a:pt x="4543" y="9358"/>
                      <a:pt x="4543" y="9318"/>
                    </a:cubicBezTo>
                    <a:cubicBezTo>
                      <a:pt x="4312" y="9318"/>
                      <a:pt x="4081" y="9318"/>
                      <a:pt x="3844" y="9318"/>
                    </a:cubicBezTo>
                    <a:close/>
                    <a:moveTo>
                      <a:pt x="19685" y="9318"/>
                    </a:moveTo>
                    <a:cubicBezTo>
                      <a:pt x="19685" y="9357"/>
                      <a:pt x="19685" y="9395"/>
                      <a:pt x="19685" y="9435"/>
                    </a:cubicBezTo>
                    <a:cubicBezTo>
                      <a:pt x="19646" y="9435"/>
                      <a:pt x="19608" y="9435"/>
                      <a:pt x="19568" y="9435"/>
                    </a:cubicBezTo>
                    <a:cubicBezTo>
                      <a:pt x="19568" y="9473"/>
                      <a:pt x="19568" y="9512"/>
                      <a:pt x="19568" y="9551"/>
                    </a:cubicBezTo>
                    <a:cubicBezTo>
                      <a:pt x="19530" y="9551"/>
                      <a:pt x="19491" y="9551"/>
                      <a:pt x="19452" y="9551"/>
                    </a:cubicBezTo>
                    <a:cubicBezTo>
                      <a:pt x="19452" y="9590"/>
                      <a:pt x="19452" y="9628"/>
                      <a:pt x="19452" y="9668"/>
                    </a:cubicBezTo>
                    <a:cubicBezTo>
                      <a:pt x="19413" y="9668"/>
                      <a:pt x="19375" y="9668"/>
                      <a:pt x="19335" y="9668"/>
                    </a:cubicBezTo>
                    <a:cubicBezTo>
                      <a:pt x="19335" y="9706"/>
                      <a:pt x="19335" y="9744"/>
                      <a:pt x="19335" y="9784"/>
                    </a:cubicBezTo>
                    <a:cubicBezTo>
                      <a:pt x="19297" y="9784"/>
                      <a:pt x="19258" y="9784"/>
                      <a:pt x="19219" y="9784"/>
                    </a:cubicBezTo>
                    <a:cubicBezTo>
                      <a:pt x="19219" y="9823"/>
                      <a:pt x="19219" y="9861"/>
                      <a:pt x="19219" y="9901"/>
                    </a:cubicBezTo>
                    <a:cubicBezTo>
                      <a:pt x="19180" y="9901"/>
                      <a:pt x="19142" y="9901"/>
                      <a:pt x="19102" y="9901"/>
                    </a:cubicBezTo>
                    <a:cubicBezTo>
                      <a:pt x="19102" y="10170"/>
                      <a:pt x="19102" y="10439"/>
                      <a:pt x="19102" y="10716"/>
                    </a:cubicBezTo>
                    <a:cubicBezTo>
                      <a:pt x="19141" y="10716"/>
                      <a:pt x="19179" y="10716"/>
                      <a:pt x="19219" y="10716"/>
                    </a:cubicBezTo>
                    <a:cubicBezTo>
                      <a:pt x="19219" y="10793"/>
                      <a:pt x="19219" y="10870"/>
                      <a:pt x="19219" y="10949"/>
                    </a:cubicBezTo>
                    <a:cubicBezTo>
                      <a:pt x="19257" y="10949"/>
                      <a:pt x="19296" y="10949"/>
                      <a:pt x="19335" y="10949"/>
                    </a:cubicBezTo>
                    <a:cubicBezTo>
                      <a:pt x="19335" y="10987"/>
                      <a:pt x="19335" y="11026"/>
                      <a:pt x="19335" y="11065"/>
                    </a:cubicBezTo>
                    <a:cubicBezTo>
                      <a:pt x="19374" y="11065"/>
                      <a:pt x="19412" y="11065"/>
                      <a:pt x="19452" y="11065"/>
                    </a:cubicBezTo>
                    <a:cubicBezTo>
                      <a:pt x="19452" y="11104"/>
                      <a:pt x="19452" y="11142"/>
                      <a:pt x="19452" y="11182"/>
                    </a:cubicBezTo>
                    <a:cubicBezTo>
                      <a:pt x="19529" y="11182"/>
                      <a:pt x="19605" y="11182"/>
                      <a:pt x="19685" y="11182"/>
                    </a:cubicBezTo>
                    <a:cubicBezTo>
                      <a:pt x="19685" y="11220"/>
                      <a:pt x="19685" y="11259"/>
                      <a:pt x="19685" y="11298"/>
                    </a:cubicBezTo>
                    <a:cubicBezTo>
                      <a:pt x="19954" y="11298"/>
                      <a:pt x="20223" y="11298"/>
                      <a:pt x="20500" y="11298"/>
                    </a:cubicBezTo>
                    <a:cubicBezTo>
                      <a:pt x="20500" y="11260"/>
                      <a:pt x="20500" y="11221"/>
                      <a:pt x="20500" y="11182"/>
                    </a:cubicBezTo>
                    <a:cubicBezTo>
                      <a:pt x="20577" y="11182"/>
                      <a:pt x="20654" y="11182"/>
                      <a:pt x="20733" y="11182"/>
                    </a:cubicBezTo>
                    <a:cubicBezTo>
                      <a:pt x="20733" y="11143"/>
                      <a:pt x="20733" y="11105"/>
                      <a:pt x="20733" y="11065"/>
                    </a:cubicBezTo>
                    <a:cubicBezTo>
                      <a:pt x="20771" y="11065"/>
                      <a:pt x="20810" y="11065"/>
                      <a:pt x="20849" y="11065"/>
                    </a:cubicBezTo>
                    <a:cubicBezTo>
                      <a:pt x="20849" y="11027"/>
                      <a:pt x="20849" y="10988"/>
                      <a:pt x="20849" y="10949"/>
                    </a:cubicBezTo>
                    <a:cubicBezTo>
                      <a:pt x="20888" y="10949"/>
                      <a:pt x="20926" y="10949"/>
                      <a:pt x="20966" y="10949"/>
                    </a:cubicBezTo>
                    <a:cubicBezTo>
                      <a:pt x="20966" y="10872"/>
                      <a:pt x="20966" y="10795"/>
                      <a:pt x="20966" y="10716"/>
                    </a:cubicBezTo>
                    <a:cubicBezTo>
                      <a:pt x="21004" y="10716"/>
                      <a:pt x="21043" y="10716"/>
                      <a:pt x="21082" y="10716"/>
                    </a:cubicBezTo>
                    <a:cubicBezTo>
                      <a:pt x="21082" y="10447"/>
                      <a:pt x="21082" y="10178"/>
                      <a:pt x="21082" y="9901"/>
                    </a:cubicBezTo>
                    <a:cubicBezTo>
                      <a:pt x="21044" y="9901"/>
                      <a:pt x="21006" y="9901"/>
                      <a:pt x="20966" y="9901"/>
                    </a:cubicBezTo>
                    <a:cubicBezTo>
                      <a:pt x="20966" y="9824"/>
                      <a:pt x="20966" y="9747"/>
                      <a:pt x="20966" y="9668"/>
                    </a:cubicBezTo>
                    <a:cubicBezTo>
                      <a:pt x="20927" y="9668"/>
                      <a:pt x="20889" y="9668"/>
                      <a:pt x="20849" y="9668"/>
                    </a:cubicBezTo>
                    <a:cubicBezTo>
                      <a:pt x="20849" y="9629"/>
                      <a:pt x="20849" y="9591"/>
                      <a:pt x="20849" y="9551"/>
                    </a:cubicBezTo>
                    <a:cubicBezTo>
                      <a:pt x="20811" y="9551"/>
                      <a:pt x="20773" y="9551"/>
                      <a:pt x="20733" y="9551"/>
                    </a:cubicBezTo>
                    <a:cubicBezTo>
                      <a:pt x="20733" y="9513"/>
                      <a:pt x="20733" y="9474"/>
                      <a:pt x="20733" y="9435"/>
                    </a:cubicBezTo>
                    <a:cubicBezTo>
                      <a:pt x="20656" y="9435"/>
                      <a:pt x="20579" y="9435"/>
                      <a:pt x="20500" y="9435"/>
                    </a:cubicBezTo>
                    <a:cubicBezTo>
                      <a:pt x="20500" y="9396"/>
                      <a:pt x="20500" y="9358"/>
                      <a:pt x="20500" y="9318"/>
                    </a:cubicBezTo>
                    <a:cubicBezTo>
                      <a:pt x="20231" y="9318"/>
                      <a:pt x="19962" y="9318"/>
                      <a:pt x="19685" y="9318"/>
                    </a:cubicBezTo>
                    <a:close/>
                    <a:moveTo>
                      <a:pt x="11458" y="9794"/>
                    </a:moveTo>
                    <a:cubicBezTo>
                      <a:pt x="11439" y="9805"/>
                      <a:pt x="11420" y="9816"/>
                      <a:pt x="11400" y="9828"/>
                    </a:cubicBezTo>
                    <a:cubicBezTo>
                      <a:pt x="11381" y="9838"/>
                      <a:pt x="11361" y="9849"/>
                      <a:pt x="11341" y="9860"/>
                    </a:cubicBezTo>
                    <a:cubicBezTo>
                      <a:pt x="11327" y="9873"/>
                      <a:pt x="11313" y="9887"/>
                      <a:pt x="11298" y="9901"/>
                    </a:cubicBezTo>
                    <a:cubicBezTo>
                      <a:pt x="11298" y="9910"/>
                      <a:pt x="11298" y="9910"/>
                      <a:pt x="11299" y="9960"/>
                    </a:cubicBezTo>
                    <a:cubicBezTo>
                      <a:pt x="11299" y="9978"/>
                      <a:pt x="11299" y="9997"/>
                      <a:pt x="11298" y="10017"/>
                    </a:cubicBezTo>
                    <a:cubicBezTo>
                      <a:pt x="11249" y="10052"/>
                      <a:pt x="11249" y="10052"/>
                      <a:pt x="11185" y="10079"/>
                    </a:cubicBezTo>
                    <a:cubicBezTo>
                      <a:pt x="11109" y="10112"/>
                      <a:pt x="11067" y="10132"/>
                      <a:pt x="11007" y="10192"/>
                    </a:cubicBezTo>
                    <a:cubicBezTo>
                      <a:pt x="10958" y="10201"/>
                      <a:pt x="10958" y="10201"/>
                      <a:pt x="10899" y="10204"/>
                    </a:cubicBezTo>
                    <a:cubicBezTo>
                      <a:pt x="10877" y="10205"/>
                      <a:pt x="10855" y="10206"/>
                      <a:pt x="10832" y="10207"/>
                    </a:cubicBezTo>
                    <a:cubicBezTo>
                      <a:pt x="10808" y="10208"/>
                      <a:pt x="10784" y="10209"/>
                      <a:pt x="10759" y="10210"/>
                    </a:cubicBezTo>
                    <a:cubicBezTo>
                      <a:pt x="10747" y="10211"/>
                      <a:pt x="10747" y="10211"/>
                      <a:pt x="10685" y="10214"/>
                    </a:cubicBezTo>
                    <a:cubicBezTo>
                      <a:pt x="10607" y="10218"/>
                      <a:pt x="10529" y="10221"/>
                      <a:pt x="10450" y="10224"/>
                    </a:cubicBezTo>
                    <a:cubicBezTo>
                      <a:pt x="10397" y="10227"/>
                      <a:pt x="10344" y="10230"/>
                      <a:pt x="10291" y="10232"/>
                    </a:cubicBezTo>
                    <a:cubicBezTo>
                      <a:pt x="10161" y="10238"/>
                      <a:pt x="10031" y="10244"/>
                      <a:pt x="9901" y="10250"/>
                    </a:cubicBezTo>
                    <a:cubicBezTo>
                      <a:pt x="9901" y="10288"/>
                      <a:pt x="9901" y="10327"/>
                      <a:pt x="9901" y="10366"/>
                    </a:cubicBezTo>
                    <a:cubicBezTo>
                      <a:pt x="9862" y="10366"/>
                      <a:pt x="9824" y="10366"/>
                      <a:pt x="9784" y="10366"/>
                    </a:cubicBezTo>
                    <a:cubicBezTo>
                      <a:pt x="9746" y="10482"/>
                      <a:pt x="9707" y="10597"/>
                      <a:pt x="9668" y="10716"/>
                    </a:cubicBezTo>
                    <a:cubicBezTo>
                      <a:pt x="9629" y="10716"/>
                      <a:pt x="9591" y="10716"/>
                      <a:pt x="9551" y="10716"/>
                    </a:cubicBezTo>
                    <a:cubicBezTo>
                      <a:pt x="9547" y="10731"/>
                      <a:pt x="9542" y="10746"/>
                      <a:pt x="9538" y="10761"/>
                    </a:cubicBezTo>
                    <a:cubicBezTo>
                      <a:pt x="9517" y="10830"/>
                      <a:pt x="9496" y="10899"/>
                      <a:pt x="9475" y="10967"/>
                    </a:cubicBezTo>
                    <a:cubicBezTo>
                      <a:pt x="9468" y="10991"/>
                      <a:pt x="9461" y="11014"/>
                      <a:pt x="9454" y="11038"/>
                    </a:cubicBezTo>
                    <a:cubicBezTo>
                      <a:pt x="9450" y="11050"/>
                      <a:pt x="9450" y="11050"/>
                      <a:pt x="9432" y="11108"/>
                    </a:cubicBezTo>
                    <a:cubicBezTo>
                      <a:pt x="9425" y="11129"/>
                      <a:pt x="9419" y="11150"/>
                      <a:pt x="9412" y="11172"/>
                    </a:cubicBezTo>
                    <a:cubicBezTo>
                      <a:pt x="9377" y="11238"/>
                      <a:pt x="9347" y="11270"/>
                      <a:pt x="9293" y="11321"/>
                    </a:cubicBezTo>
                    <a:cubicBezTo>
                      <a:pt x="9190" y="11419"/>
                      <a:pt x="9138" y="11526"/>
                      <a:pt x="9080" y="11655"/>
                    </a:cubicBezTo>
                    <a:cubicBezTo>
                      <a:pt x="9075" y="11667"/>
                      <a:pt x="9075" y="11667"/>
                      <a:pt x="9048" y="11725"/>
                    </a:cubicBezTo>
                    <a:cubicBezTo>
                      <a:pt x="9014" y="11799"/>
                      <a:pt x="8980" y="11872"/>
                      <a:pt x="8947" y="11946"/>
                    </a:cubicBezTo>
                    <a:cubicBezTo>
                      <a:pt x="8903" y="12042"/>
                      <a:pt x="8859" y="12138"/>
                      <a:pt x="8815" y="12234"/>
                    </a:cubicBezTo>
                    <a:cubicBezTo>
                      <a:pt x="8804" y="12258"/>
                      <a:pt x="8793" y="12282"/>
                      <a:pt x="8782" y="12306"/>
                    </a:cubicBezTo>
                    <a:cubicBezTo>
                      <a:pt x="8724" y="12430"/>
                      <a:pt x="8663" y="12549"/>
                      <a:pt x="8594" y="12667"/>
                    </a:cubicBezTo>
                    <a:cubicBezTo>
                      <a:pt x="8581" y="12690"/>
                      <a:pt x="8567" y="12714"/>
                      <a:pt x="8553" y="12738"/>
                    </a:cubicBezTo>
                    <a:cubicBezTo>
                      <a:pt x="8527" y="12782"/>
                      <a:pt x="8500" y="12826"/>
                      <a:pt x="8473" y="12870"/>
                    </a:cubicBezTo>
                    <a:cubicBezTo>
                      <a:pt x="8413" y="12971"/>
                      <a:pt x="8375" y="13040"/>
                      <a:pt x="8396" y="13159"/>
                    </a:cubicBezTo>
                    <a:cubicBezTo>
                      <a:pt x="8419" y="13245"/>
                      <a:pt x="8456" y="13319"/>
                      <a:pt x="8503" y="13395"/>
                    </a:cubicBezTo>
                    <a:cubicBezTo>
                      <a:pt x="8541" y="13395"/>
                      <a:pt x="8580" y="13395"/>
                      <a:pt x="8619" y="13395"/>
                    </a:cubicBezTo>
                    <a:cubicBezTo>
                      <a:pt x="8619" y="13433"/>
                      <a:pt x="8619" y="13472"/>
                      <a:pt x="8619" y="13511"/>
                    </a:cubicBezTo>
                    <a:cubicBezTo>
                      <a:pt x="8658" y="13511"/>
                      <a:pt x="8696" y="13511"/>
                      <a:pt x="8736" y="13511"/>
                    </a:cubicBezTo>
                    <a:cubicBezTo>
                      <a:pt x="8736" y="13588"/>
                      <a:pt x="8736" y="13665"/>
                      <a:pt x="8736" y="13744"/>
                    </a:cubicBezTo>
                    <a:cubicBezTo>
                      <a:pt x="8774" y="13744"/>
                      <a:pt x="8813" y="13744"/>
                      <a:pt x="8852" y="13744"/>
                    </a:cubicBezTo>
                    <a:cubicBezTo>
                      <a:pt x="8852" y="13821"/>
                      <a:pt x="8852" y="13898"/>
                      <a:pt x="8852" y="13977"/>
                    </a:cubicBezTo>
                    <a:cubicBezTo>
                      <a:pt x="8891" y="13977"/>
                      <a:pt x="8929" y="13977"/>
                      <a:pt x="8969" y="13977"/>
                    </a:cubicBezTo>
                    <a:cubicBezTo>
                      <a:pt x="8968" y="13997"/>
                      <a:pt x="8966" y="14017"/>
                      <a:pt x="8965" y="14038"/>
                    </a:cubicBezTo>
                    <a:cubicBezTo>
                      <a:pt x="8961" y="14113"/>
                      <a:pt x="8958" y="14188"/>
                      <a:pt x="8956" y="14263"/>
                    </a:cubicBezTo>
                    <a:cubicBezTo>
                      <a:pt x="8955" y="14295"/>
                      <a:pt x="8953" y="14328"/>
                      <a:pt x="8951" y="14360"/>
                    </a:cubicBezTo>
                    <a:cubicBezTo>
                      <a:pt x="8934" y="14639"/>
                      <a:pt x="8934" y="14639"/>
                      <a:pt x="9018" y="14751"/>
                    </a:cubicBezTo>
                    <a:cubicBezTo>
                      <a:pt x="9090" y="14832"/>
                      <a:pt x="9156" y="14905"/>
                      <a:pt x="9268" y="14915"/>
                    </a:cubicBezTo>
                    <a:cubicBezTo>
                      <a:pt x="9284" y="14913"/>
                      <a:pt x="9301" y="14911"/>
                      <a:pt x="9318" y="14909"/>
                    </a:cubicBezTo>
                    <a:cubicBezTo>
                      <a:pt x="9318" y="14948"/>
                      <a:pt x="9318" y="14986"/>
                      <a:pt x="9318" y="15026"/>
                    </a:cubicBezTo>
                    <a:cubicBezTo>
                      <a:pt x="9357" y="15026"/>
                      <a:pt x="9395" y="15026"/>
                      <a:pt x="9435" y="15026"/>
                    </a:cubicBezTo>
                    <a:cubicBezTo>
                      <a:pt x="9435" y="15064"/>
                      <a:pt x="9435" y="15102"/>
                      <a:pt x="9435" y="15142"/>
                    </a:cubicBezTo>
                    <a:cubicBezTo>
                      <a:pt x="9473" y="15142"/>
                      <a:pt x="9512" y="15142"/>
                      <a:pt x="9551" y="15142"/>
                    </a:cubicBezTo>
                    <a:cubicBezTo>
                      <a:pt x="9551" y="15180"/>
                      <a:pt x="9551" y="15219"/>
                      <a:pt x="9551" y="15259"/>
                    </a:cubicBezTo>
                    <a:cubicBezTo>
                      <a:pt x="9628" y="15259"/>
                      <a:pt x="9705" y="15259"/>
                      <a:pt x="9784" y="15259"/>
                    </a:cubicBezTo>
                    <a:cubicBezTo>
                      <a:pt x="9784" y="15297"/>
                      <a:pt x="9784" y="15335"/>
                      <a:pt x="9784" y="15375"/>
                    </a:cubicBezTo>
                    <a:cubicBezTo>
                      <a:pt x="9861" y="15375"/>
                      <a:pt x="9938" y="15375"/>
                      <a:pt x="10017" y="15375"/>
                    </a:cubicBezTo>
                    <a:cubicBezTo>
                      <a:pt x="10017" y="15413"/>
                      <a:pt x="10017" y="15452"/>
                      <a:pt x="10017" y="15491"/>
                    </a:cubicBezTo>
                    <a:cubicBezTo>
                      <a:pt x="10055" y="15491"/>
                      <a:pt x="10094" y="15491"/>
                      <a:pt x="10134" y="15491"/>
                    </a:cubicBezTo>
                    <a:cubicBezTo>
                      <a:pt x="10134" y="15530"/>
                      <a:pt x="10134" y="15568"/>
                      <a:pt x="10134" y="15608"/>
                    </a:cubicBezTo>
                    <a:cubicBezTo>
                      <a:pt x="10249" y="15646"/>
                      <a:pt x="10364" y="15685"/>
                      <a:pt x="10483" y="15724"/>
                    </a:cubicBezTo>
                    <a:cubicBezTo>
                      <a:pt x="10483" y="15763"/>
                      <a:pt x="10483" y="15801"/>
                      <a:pt x="10483" y="15841"/>
                    </a:cubicBezTo>
                    <a:cubicBezTo>
                      <a:pt x="10541" y="15860"/>
                      <a:pt x="10541" y="15860"/>
                      <a:pt x="10832" y="15957"/>
                    </a:cubicBezTo>
                    <a:cubicBezTo>
                      <a:pt x="10832" y="15996"/>
                      <a:pt x="10832" y="16034"/>
                      <a:pt x="10832" y="16074"/>
                    </a:cubicBezTo>
                    <a:cubicBezTo>
                      <a:pt x="10890" y="16093"/>
                      <a:pt x="10890" y="16093"/>
                      <a:pt x="11182" y="16190"/>
                    </a:cubicBezTo>
                    <a:cubicBezTo>
                      <a:pt x="11182" y="16229"/>
                      <a:pt x="11182" y="16267"/>
                      <a:pt x="11182" y="16307"/>
                    </a:cubicBezTo>
                    <a:cubicBezTo>
                      <a:pt x="11239" y="16326"/>
                      <a:pt x="11239" y="16326"/>
                      <a:pt x="11531" y="16423"/>
                    </a:cubicBezTo>
                    <a:cubicBezTo>
                      <a:pt x="11531" y="16462"/>
                      <a:pt x="11531" y="16500"/>
                      <a:pt x="11531" y="16540"/>
                    </a:cubicBezTo>
                    <a:cubicBezTo>
                      <a:pt x="11608" y="16540"/>
                      <a:pt x="11685" y="16540"/>
                      <a:pt x="11764" y="16540"/>
                    </a:cubicBezTo>
                    <a:cubicBezTo>
                      <a:pt x="11770" y="15696"/>
                      <a:pt x="11774" y="14852"/>
                      <a:pt x="11776" y="14008"/>
                    </a:cubicBezTo>
                    <a:cubicBezTo>
                      <a:pt x="11776" y="13909"/>
                      <a:pt x="11777" y="13809"/>
                      <a:pt x="11777" y="13710"/>
                    </a:cubicBezTo>
                    <a:cubicBezTo>
                      <a:pt x="11777" y="13700"/>
                      <a:pt x="11777" y="13700"/>
                      <a:pt x="11777" y="13650"/>
                    </a:cubicBezTo>
                    <a:cubicBezTo>
                      <a:pt x="11778" y="13328"/>
                      <a:pt x="11780" y="13007"/>
                      <a:pt x="11782" y="12686"/>
                    </a:cubicBezTo>
                    <a:cubicBezTo>
                      <a:pt x="11784" y="12357"/>
                      <a:pt x="11786" y="12027"/>
                      <a:pt x="11786" y="11698"/>
                    </a:cubicBezTo>
                    <a:cubicBezTo>
                      <a:pt x="11786" y="11494"/>
                      <a:pt x="11787" y="11291"/>
                      <a:pt x="11789" y="11088"/>
                    </a:cubicBezTo>
                    <a:cubicBezTo>
                      <a:pt x="11791" y="10948"/>
                      <a:pt x="11791" y="10809"/>
                      <a:pt x="11791" y="10670"/>
                    </a:cubicBezTo>
                    <a:cubicBezTo>
                      <a:pt x="11790" y="10589"/>
                      <a:pt x="11791" y="10509"/>
                      <a:pt x="11792" y="10428"/>
                    </a:cubicBezTo>
                    <a:cubicBezTo>
                      <a:pt x="11793" y="10341"/>
                      <a:pt x="11793" y="10254"/>
                      <a:pt x="11792" y="10167"/>
                    </a:cubicBezTo>
                    <a:cubicBezTo>
                      <a:pt x="11793" y="10154"/>
                      <a:pt x="11793" y="10154"/>
                      <a:pt x="11794" y="10089"/>
                    </a:cubicBezTo>
                    <a:cubicBezTo>
                      <a:pt x="11793" y="10019"/>
                      <a:pt x="11790" y="9966"/>
                      <a:pt x="11764" y="9901"/>
                    </a:cubicBezTo>
                    <a:cubicBezTo>
                      <a:pt x="11672" y="9824"/>
                      <a:pt x="11578" y="9778"/>
                      <a:pt x="11458" y="9794"/>
                    </a:cubicBezTo>
                    <a:close/>
                    <a:moveTo>
                      <a:pt x="14443" y="10483"/>
                    </a:moveTo>
                    <a:cubicBezTo>
                      <a:pt x="14443" y="10521"/>
                      <a:pt x="14443" y="10560"/>
                      <a:pt x="14443" y="10599"/>
                    </a:cubicBezTo>
                    <a:cubicBezTo>
                      <a:pt x="14366" y="10599"/>
                      <a:pt x="14289" y="10599"/>
                      <a:pt x="14210" y="10599"/>
                    </a:cubicBezTo>
                    <a:cubicBezTo>
                      <a:pt x="14210" y="10638"/>
                      <a:pt x="14210" y="10676"/>
                      <a:pt x="14210" y="10716"/>
                    </a:cubicBezTo>
                    <a:cubicBezTo>
                      <a:pt x="14172" y="10716"/>
                      <a:pt x="14133" y="10716"/>
                      <a:pt x="14094" y="10716"/>
                    </a:cubicBezTo>
                    <a:cubicBezTo>
                      <a:pt x="14094" y="10754"/>
                      <a:pt x="14094" y="10793"/>
                      <a:pt x="14094" y="10832"/>
                    </a:cubicBezTo>
                    <a:cubicBezTo>
                      <a:pt x="14055" y="10832"/>
                      <a:pt x="14017" y="10832"/>
                      <a:pt x="13977" y="10832"/>
                    </a:cubicBezTo>
                    <a:cubicBezTo>
                      <a:pt x="13977" y="10871"/>
                      <a:pt x="13977" y="10909"/>
                      <a:pt x="13977" y="10949"/>
                    </a:cubicBezTo>
                    <a:cubicBezTo>
                      <a:pt x="13939" y="10949"/>
                      <a:pt x="13900" y="10949"/>
                      <a:pt x="13861" y="10949"/>
                    </a:cubicBezTo>
                    <a:cubicBezTo>
                      <a:pt x="13861" y="10987"/>
                      <a:pt x="13861" y="11026"/>
                      <a:pt x="13861" y="11065"/>
                    </a:cubicBezTo>
                    <a:cubicBezTo>
                      <a:pt x="13822" y="11065"/>
                      <a:pt x="13784" y="11065"/>
                      <a:pt x="13744" y="11065"/>
                    </a:cubicBezTo>
                    <a:cubicBezTo>
                      <a:pt x="13744" y="11334"/>
                      <a:pt x="13744" y="11603"/>
                      <a:pt x="13744" y="11881"/>
                    </a:cubicBezTo>
                    <a:cubicBezTo>
                      <a:pt x="13783" y="11881"/>
                      <a:pt x="13821" y="11881"/>
                      <a:pt x="13861" y="11881"/>
                    </a:cubicBezTo>
                    <a:cubicBezTo>
                      <a:pt x="13861" y="11958"/>
                      <a:pt x="13861" y="12034"/>
                      <a:pt x="13861" y="12114"/>
                    </a:cubicBezTo>
                    <a:cubicBezTo>
                      <a:pt x="13899" y="12114"/>
                      <a:pt x="13938" y="12114"/>
                      <a:pt x="13977" y="12114"/>
                    </a:cubicBezTo>
                    <a:cubicBezTo>
                      <a:pt x="13977" y="12152"/>
                      <a:pt x="13977" y="12191"/>
                      <a:pt x="13977" y="12230"/>
                    </a:cubicBezTo>
                    <a:cubicBezTo>
                      <a:pt x="14016" y="12230"/>
                      <a:pt x="14054" y="12230"/>
                      <a:pt x="14094" y="12230"/>
                    </a:cubicBezTo>
                    <a:cubicBezTo>
                      <a:pt x="14094" y="12269"/>
                      <a:pt x="14094" y="12307"/>
                      <a:pt x="14094" y="12347"/>
                    </a:cubicBezTo>
                    <a:cubicBezTo>
                      <a:pt x="14132" y="12347"/>
                      <a:pt x="14171" y="12347"/>
                      <a:pt x="14210" y="12347"/>
                    </a:cubicBezTo>
                    <a:cubicBezTo>
                      <a:pt x="14210" y="12385"/>
                      <a:pt x="14210" y="12423"/>
                      <a:pt x="14210" y="12463"/>
                    </a:cubicBezTo>
                    <a:cubicBezTo>
                      <a:pt x="14287" y="12463"/>
                      <a:pt x="14364" y="12463"/>
                      <a:pt x="14443" y="12463"/>
                    </a:cubicBezTo>
                    <a:cubicBezTo>
                      <a:pt x="14443" y="12502"/>
                      <a:pt x="14443" y="12540"/>
                      <a:pt x="14443" y="12580"/>
                    </a:cubicBezTo>
                    <a:cubicBezTo>
                      <a:pt x="14674" y="12580"/>
                      <a:pt x="14904" y="12580"/>
                      <a:pt x="15142" y="12580"/>
                    </a:cubicBezTo>
                    <a:cubicBezTo>
                      <a:pt x="15142" y="12541"/>
                      <a:pt x="15142" y="12503"/>
                      <a:pt x="15142" y="12463"/>
                    </a:cubicBezTo>
                    <a:cubicBezTo>
                      <a:pt x="15219" y="12463"/>
                      <a:pt x="15296" y="12463"/>
                      <a:pt x="15375" y="12463"/>
                    </a:cubicBezTo>
                    <a:cubicBezTo>
                      <a:pt x="15375" y="12425"/>
                      <a:pt x="15375" y="12386"/>
                      <a:pt x="15375" y="12347"/>
                    </a:cubicBezTo>
                    <a:cubicBezTo>
                      <a:pt x="15413" y="12347"/>
                      <a:pt x="15452" y="12347"/>
                      <a:pt x="15491" y="12347"/>
                    </a:cubicBezTo>
                    <a:cubicBezTo>
                      <a:pt x="15491" y="12308"/>
                      <a:pt x="15491" y="12270"/>
                      <a:pt x="15491" y="12230"/>
                    </a:cubicBezTo>
                    <a:cubicBezTo>
                      <a:pt x="15530" y="12230"/>
                      <a:pt x="15568" y="12230"/>
                      <a:pt x="15608" y="12230"/>
                    </a:cubicBezTo>
                    <a:cubicBezTo>
                      <a:pt x="15608" y="12192"/>
                      <a:pt x="15608" y="12153"/>
                      <a:pt x="15608" y="12114"/>
                    </a:cubicBezTo>
                    <a:cubicBezTo>
                      <a:pt x="15646" y="12114"/>
                      <a:pt x="15685" y="12114"/>
                      <a:pt x="15724" y="12114"/>
                    </a:cubicBezTo>
                    <a:cubicBezTo>
                      <a:pt x="15724" y="11998"/>
                      <a:pt x="15724" y="11883"/>
                      <a:pt x="15724" y="11764"/>
                    </a:cubicBezTo>
                    <a:cubicBezTo>
                      <a:pt x="15763" y="11764"/>
                      <a:pt x="15801" y="11764"/>
                      <a:pt x="15841" y="11764"/>
                    </a:cubicBezTo>
                    <a:cubicBezTo>
                      <a:pt x="15841" y="11610"/>
                      <a:pt x="15841" y="11457"/>
                      <a:pt x="15841" y="11298"/>
                    </a:cubicBezTo>
                    <a:cubicBezTo>
                      <a:pt x="15802" y="11298"/>
                      <a:pt x="15764" y="11298"/>
                      <a:pt x="15724" y="11298"/>
                    </a:cubicBezTo>
                    <a:cubicBezTo>
                      <a:pt x="15724" y="11221"/>
                      <a:pt x="15724" y="11145"/>
                      <a:pt x="15724" y="11065"/>
                    </a:cubicBezTo>
                    <a:cubicBezTo>
                      <a:pt x="15686" y="11065"/>
                      <a:pt x="15648" y="11065"/>
                      <a:pt x="15608" y="11065"/>
                    </a:cubicBezTo>
                    <a:cubicBezTo>
                      <a:pt x="15608" y="10988"/>
                      <a:pt x="15608" y="10912"/>
                      <a:pt x="15608" y="10832"/>
                    </a:cubicBezTo>
                    <a:cubicBezTo>
                      <a:pt x="15570" y="10832"/>
                      <a:pt x="15531" y="10832"/>
                      <a:pt x="15491" y="10832"/>
                    </a:cubicBezTo>
                    <a:cubicBezTo>
                      <a:pt x="15491" y="10794"/>
                      <a:pt x="15491" y="10756"/>
                      <a:pt x="15491" y="10716"/>
                    </a:cubicBezTo>
                    <a:cubicBezTo>
                      <a:pt x="15453" y="10716"/>
                      <a:pt x="15415" y="10716"/>
                      <a:pt x="15375" y="10716"/>
                    </a:cubicBezTo>
                    <a:cubicBezTo>
                      <a:pt x="15375" y="10677"/>
                      <a:pt x="15375" y="10639"/>
                      <a:pt x="15375" y="10599"/>
                    </a:cubicBezTo>
                    <a:cubicBezTo>
                      <a:pt x="15298" y="10599"/>
                      <a:pt x="15221" y="10599"/>
                      <a:pt x="15142" y="10599"/>
                    </a:cubicBezTo>
                    <a:cubicBezTo>
                      <a:pt x="15142" y="10561"/>
                      <a:pt x="15142" y="10523"/>
                      <a:pt x="15142" y="10483"/>
                    </a:cubicBezTo>
                    <a:cubicBezTo>
                      <a:pt x="14911" y="10483"/>
                      <a:pt x="14681" y="10483"/>
                      <a:pt x="14443" y="10483"/>
                    </a:cubicBezTo>
                    <a:close/>
                    <a:moveTo>
                      <a:pt x="12580" y="10599"/>
                    </a:moveTo>
                    <a:cubicBezTo>
                      <a:pt x="12580" y="12790"/>
                      <a:pt x="12580" y="14981"/>
                      <a:pt x="12580" y="17239"/>
                    </a:cubicBezTo>
                    <a:cubicBezTo>
                      <a:pt x="12618" y="17239"/>
                      <a:pt x="12656" y="17239"/>
                      <a:pt x="12696" y="17239"/>
                    </a:cubicBezTo>
                    <a:cubicBezTo>
                      <a:pt x="12695" y="17247"/>
                      <a:pt x="12695" y="17247"/>
                      <a:pt x="12688" y="17291"/>
                    </a:cubicBezTo>
                    <a:cubicBezTo>
                      <a:pt x="12696" y="17355"/>
                      <a:pt x="12696" y="17355"/>
                      <a:pt x="12754" y="17403"/>
                    </a:cubicBezTo>
                    <a:cubicBezTo>
                      <a:pt x="12779" y="17418"/>
                      <a:pt x="12805" y="17432"/>
                      <a:pt x="12831" y="17446"/>
                    </a:cubicBezTo>
                    <a:cubicBezTo>
                      <a:pt x="12844" y="17454"/>
                      <a:pt x="12857" y="17461"/>
                      <a:pt x="12871" y="17469"/>
                    </a:cubicBezTo>
                    <a:cubicBezTo>
                      <a:pt x="12966" y="17522"/>
                      <a:pt x="13057" y="17561"/>
                      <a:pt x="13162" y="17588"/>
                    </a:cubicBezTo>
                    <a:cubicBezTo>
                      <a:pt x="13162" y="17627"/>
                      <a:pt x="13162" y="17665"/>
                      <a:pt x="13162" y="17705"/>
                    </a:cubicBezTo>
                    <a:cubicBezTo>
                      <a:pt x="13277" y="17743"/>
                      <a:pt x="13393" y="17781"/>
                      <a:pt x="13511" y="17821"/>
                    </a:cubicBezTo>
                    <a:cubicBezTo>
                      <a:pt x="13511" y="17859"/>
                      <a:pt x="13511" y="17898"/>
                      <a:pt x="13511" y="17938"/>
                    </a:cubicBezTo>
                    <a:cubicBezTo>
                      <a:pt x="13627" y="17976"/>
                      <a:pt x="13742" y="18014"/>
                      <a:pt x="13861" y="18054"/>
                    </a:cubicBezTo>
                    <a:cubicBezTo>
                      <a:pt x="13861" y="18092"/>
                      <a:pt x="13861" y="18131"/>
                      <a:pt x="13861" y="18170"/>
                    </a:cubicBezTo>
                    <a:cubicBezTo>
                      <a:pt x="13906" y="18208"/>
                      <a:pt x="13944" y="18234"/>
                      <a:pt x="13995" y="18261"/>
                    </a:cubicBezTo>
                    <a:cubicBezTo>
                      <a:pt x="14002" y="18265"/>
                      <a:pt x="14002" y="18265"/>
                      <a:pt x="14036" y="18284"/>
                    </a:cubicBezTo>
                    <a:cubicBezTo>
                      <a:pt x="14130" y="18337"/>
                      <a:pt x="14222" y="18376"/>
                      <a:pt x="14327" y="18403"/>
                    </a:cubicBezTo>
                    <a:cubicBezTo>
                      <a:pt x="14327" y="18442"/>
                      <a:pt x="14327" y="18480"/>
                      <a:pt x="14327" y="18520"/>
                    </a:cubicBezTo>
                    <a:cubicBezTo>
                      <a:pt x="14404" y="18520"/>
                      <a:pt x="14480" y="18520"/>
                      <a:pt x="14560" y="18520"/>
                    </a:cubicBezTo>
                    <a:cubicBezTo>
                      <a:pt x="14560" y="18481"/>
                      <a:pt x="14560" y="18443"/>
                      <a:pt x="14560" y="18403"/>
                    </a:cubicBezTo>
                    <a:cubicBezTo>
                      <a:pt x="14637" y="18403"/>
                      <a:pt x="14713" y="18403"/>
                      <a:pt x="14793" y="18403"/>
                    </a:cubicBezTo>
                    <a:cubicBezTo>
                      <a:pt x="14793" y="18365"/>
                      <a:pt x="14793" y="18327"/>
                      <a:pt x="14793" y="18287"/>
                    </a:cubicBezTo>
                    <a:cubicBezTo>
                      <a:pt x="14869" y="18287"/>
                      <a:pt x="14946" y="18287"/>
                      <a:pt x="15026" y="18287"/>
                    </a:cubicBezTo>
                    <a:cubicBezTo>
                      <a:pt x="15026" y="18248"/>
                      <a:pt x="15026" y="18210"/>
                      <a:pt x="15026" y="18170"/>
                    </a:cubicBezTo>
                    <a:cubicBezTo>
                      <a:pt x="15448" y="18170"/>
                      <a:pt x="15871" y="18170"/>
                      <a:pt x="16307" y="18170"/>
                    </a:cubicBezTo>
                    <a:cubicBezTo>
                      <a:pt x="16307" y="18094"/>
                      <a:pt x="16307" y="18017"/>
                      <a:pt x="16307" y="17938"/>
                    </a:cubicBezTo>
                    <a:cubicBezTo>
                      <a:pt x="16345" y="17938"/>
                      <a:pt x="16384" y="17938"/>
                      <a:pt x="16423" y="17938"/>
                    </a:cubicBezTo>
                    <a:cubicBezTo>
                      <a:pt x="16423" y="17899"/>
                      <a:pt x="16423" y="17861"/>
                      <a:pt x="16423" y="17821"/>
                    </a:cubicBezTo>
                    <a:cubicBezTo>
                      <a:pt x="16462" y="17821"/>
                      <a:pt x="16500" y="17821"/>
                      <a:pt x="16540" y="17821"/>
                    </a:cubicBezTo>
                    <a:cubicBezTo>
                      <a:pt x="16540" y="17706"/>
                      <a:pt x="16540" y="17590"/>
                      <a:pt x="16540" y="17472"/>
                    </a:cubicBezTo>
                    <a:cubicBezTo>
                      <a:pt x="16578" y="17472"/>
                      <a:pt x="16617" y="17472"/>
                      <a:pt x="16656" y="17472"/>
                    </a:cubicBezTo>
                    <a:cubicBezTo>
                      <a:pt x="16641" y="17422"/>
                      <a:pt x="16625" y="17372"/>
                      <a:pt x="16609" y="17322"/>
                    </a:cubicBezTo>
                    <a:cubicBezTo>
                      <a:pt x="16604" y="17306"/>
                      <a:pt x="16599" y="17291"/>
                      <a:pt x="16594" y="17274"/>
                    </a:cubicBezTo>
                    <a:cubicBezTo>
                      <a:pt x="16566" y="17190"/>
                      <a:pt x="16536" y="17111"/>
                      <a:pt x="16493" y="17033"/>
                    </a:cubicBezTo>
                    <a:cubicBezTo>
                      <a:pt x="16375" y="16810"/>
                      <a:pt x="16349" y="16607"/>
                      <a:pt x="16350" y="16358"/>
                    </a:cubicBezTo>
                    <a:cubicBezTo>
                      <a:pt x="16351" y="16343"/>
                      <a:pt x="16351" y="16328"/>
                      <a:pt x="16351" y="16313"/>
                    </a:cubicBezTo>
                    <a:cubicBezTo>
                      <a:pt x="16352" y="16111"/>
                      <a:pt x="16377" y="15921"/>
                      <a:pt x="16423" y="15724"/>
                    </a:cubicBezTo>
                    <a:cubicBezTo>
                      <a:pt x="16462" y="15724"/>
                      <a:pt x="16500" y="15724"/>
                      <a:pt x="16540" y="15724"/>
                    </a:cubicBezTo>
                    <a:cubicBezTo>
                      <a:pt x="16540" y="15648"/>
                      <a:pt x="16540" y="15571"/>
                      <a:pt x="16540" y="15491"/>
                    </a:cubicBezTo>
                    <a:cubicBezTo>
                      <a:pt x="16578" y="15491"/>
                      <a:pt x="16617" y="15491"/>
                      <a:pt x="16656" y="15491"/>
                    </a:cubicBezTo>
                    <a:cubicBezTo>
                      <a:pt x="16656" y="15453"/>
                      <a:pt x="16656" y="15415"/>
                      <a:pt x="16656" y="15375"/>
                    </a:cubicBezTo>
                    <a:cubicBezTo>
                      <a:pt x="16695" y="15375"/>
                      <a:pt x="16733" y="15375"/>
                      <a:pt x="16773" y="15375"/>
                    </a:cubicBezTo>
                    <a:cubicBezTo>
                      <a:pt x="16773" y="15298"/>
                      <a:pt x="16773" y="15221"/>
                      <a:pt x="16773" y="15142"/>
                    </a:cubicBezTo>
                    <a:cubicBezTo>
                      <a:pt x="16734" y="15142"/>
                      <a:pt x="16696" y="15142"/>
                      <a:pt x="16656" y="15142"/>
                    </a:cubicBezTo>
                    <a:cubicBezTo>
                      <a:pt x="16656" y="15104"/>
                      <a:pt x="16656" y="15065"/>
                      <a:pt x="16656" y="15026"/>
                    </a:cubicBezTo>
                    <a:cubicBezTo>
                      <a:pt x="16618" y="15026"/>
                      <a:pt x="16579" y="15026"/>
                      <a:pt x="16540" y="15026"/>
                    </a:cubicBezTo>
                    <a:cubicBezTo>
                      <a:pt x="16540" y="14987"/>
                      <a:pt x="16540" y="14949"/>
                      <a:pt x="16540" y="14909"/>
                    </a:cubicBezTo>
                    <a:cubicBezTo>
                      <a:pt x="16501" y="14909"/>
                      <a:pt x="16463" y="14909"/>
                      <a:pt x="16423" y="14909"/>
                    </a:cubicBezTo>
                    <a:cubicBezTo>
                      <a:pt x="16422" y="14900"/>
                      <a:pt x="16422" y="14900"/>
                      <a:pt x="16417" y="14856"/>
                    </a:cubicBezTo>
                    <a:cubicBezTo>
                      <a:pt x="16386" y="14657"/>
                      <a:pt x="16326" y="14479"/>
                      <a:pt x="16190" y="14327"/>
                    </a:cubicBezTo>
                    <a:cubicBezTo>
                      <a:pt x="16152" y="14327"/>
                      <a:pt x="16113" y="14327"/>
                      <a:pt x="16074" y="14327"/>
                    </a:cubicBezTo>
                    <a:cubicBezTo>
                      <a:pt x="16074" y="14250"/>
                      <a:pt x="16074" y="14173"/>
                      <a:pt x="16074" y="14094"/>
                    </a:cubicBezTo>
                    <a:cubicBezTo>
                      <a:pt x="16035" y="14094"/>
                      <a:pt x="15997" y="14094"/>
                      <a:pt x="15957" y="14094"/>
                    </a:cubicBezTo>
                    <a:cubicBezTo>
                      <a:pt x="15957" y="14017"/>
                      <a:pt x="15957" y="13940"/>
                      <a:pt x="15957" y="13861"/>
                    </a:cubicBezTo>
                    <a:cubicBezTo>
                      <a:pt x="15919" y="13861"/>
                      <a:pt x="15881" y="13861"/>
                      <a:pt x="15841" y="13861"/>
                    </a:cubicBezTo>
                    <a:cubicBezTo>
                      <a:pt x="15841" y="13822"/>
                      <a:pt x="15841" y="13784"/>
                      <a:pt x="15841" y="13744"/>
                    </a:cubicBezTo>
                    <a:cubicBezTo>
                      <a:pt x="15802" y="13744"/>
                      <a:pt x="15764" y="13744"/>
                      <a:pt x="15724" y="13744"/>
                    </a:cubicBezTo>
                    <a:cubicBezTo>
                      <a:pt x="15686" y="13629"/>
                      <a:pt x="15648" y="13514"/>
                      <a:pt x="15608" y="13395"/>
                    </a:cubicBezTo>
                    <a:cubicBezTo>
                      <a:pt x="15570" y="13395"/>
                      <a:pt x="15531" y="13395"/>
                      <a:pt x="15491" y="13395"/>
                    </a:cubicBezTo>
                    <a:cubicBezTo>
                      <a:pt x="15459" y="13348"/>
                      <a:pt x="15459" y="13348"/>
                      <a:pt x="15433" y="13286"/>
                    </a:cubicBezTo>
                    <a:cubicBezTo>
                      <a:pt x="15393" y="13188"/>
                      <a:pt x="15350" y="13103"/>
                      <a:pt x="15259" y="13045"/>
                    </a:cubicBezTo>
                    <a:cubicBezTo>
                      <a:pt x="15178" y="13028"/>
                      <a:pt x="15098" y="13028"/>
                      <a:pt x="15015" y="13027"/>
                    </a:cubicBezTo>
                    <a:cubicBezTo>
                      <a:pt x="14967" y="13026"/>
                      <a:pt x="14918" y="13025"/>
                      <a:pt x="14869" y="13023"/>
                    </a:cubicBezTo>
                    <a:cubicBezTo>
                      <a:pt x="14793" y="13021"/>
                      <a:pt x="14717" y="13020"/>
                      <a:pt x="14640" y="13019"/>
                    </a:cubicBezTo>
                    <a:cubicBezTo>
                      <a:pt x="14123" y="13010"/>
                      <a:pt x="14123" y="13010"/>
                      <a:pt x="13916" y="12850"/>
                    </a:cubicBezTo>
                    <a:cubicBezTo>
                      <a:pt x="13853" y="12807"/>
                      <a:pt x="13819" y="12805"/>
                      <a:pt x="13744" y="12812"/>
                    </a:cubicBezTo>
                    <a:cubicBezTo>
                      <a:pt x="13744" y="12774"/>
                      <a:pt x="13744" y="12736"/>
                      <a:pt x="13744" y="12696"/>
                    </a:cubicBezTo>
                    <a:cubicBezTo>
                      <a:pt x="13706" y="12696"/>
                      <a:pt x="13667" y="12696"/>
                      <a:pt x="13628" y="12696"/>
                    </a:cubicBezTo>
                    <a:cubicBezTo>
                      <a:pt x="13628" y="12658"/>
                      <a:pt x="13628" y="12619"/>
                      <a:pt x="13628" y="12580"/>
                    </a:cubicBezTo>
                    <a:cubicBezTo>
                      <a:pt x="13589" y="12580"/>
                      <a:pt x="13551" y="12580"/>
                      <a:pt x="13511" y="12580"/>
                    </a:cubicBezTo>
                    <a:cubicBezTo>
                      <a:pt x="13511" y="12503"/>
                      <a:pt x="13511" y="12426"/>
                      <a:pt x="13511" y="12347"/>
                    </a:cubicBezTo>
                    <a:cubicBezTo>
                      <a:pt x="13473" y="12347"/>
                      <a:pt x="13434" y="12347"/>
                      <a:pt x="13395" y="12347"/>
                    </a:cubicBezTo>
                    <a:cubicBezTo>
                      <a:pt x="13395" y="12270"/>
                      <a:pt x="13395" y="12193"/>
                      <a:pt x="13395" y="12114"/>
                    </a:cubicBezTo>
                    <a:cubicBezTo>
                      <a:pt x="13356" y="12114"/>
                      <a:pt x="13318" y="12114"/>
                      <a:pt x="13278" y="12114"/>
                    </a:cubicBezTo>
                    <a:cubicBezTo>
                      <a:pt x="13279" y="12100"/>
                      <a:pt x="13280" y="12086"/>
                      <a:pt x="13281" y="12072"/>
                    </a:cubicBezTo>
                    <a:cubicBezTo>
                      <a:pt x="13289" y="11926"/>
                      <a:pt x="13294" y="11781"/>
                      <a:pt x="13298" y="11635"/>
                    </a:cubicBezTo>
                    <a:cubicBezTo>
                      <a:pt x="13299" y="11581"/>
                      <a:pt x="13302" y="11527"/>
                      <a:pt x="13305" y="11473"/>
                    </a:cubicBezTo>
                    <a:cubicBezTo>
                      <a:pt x="13332" y="10977"/>
                      <a:pt x="13332" y="10977"/>
                      <a:pt x="13169" y="10783"/>
                    </a:cubicBezTo>
                    <a:cubicBezTo>
                      <a:pt x="13154" y="10767"/>
                      <a:pt x="13139" y="10752"/>
                      <a:pt x="13124" y="10736"/>
                    </a:cubicBezTo>
                    <a:cubicBezTo>
                      <a:pt x="13111" y="10722"/>
                      <a:pt x="13097" y="10708"/>
                      <a:pt x="13083" y="10693"/>
                    </a:cubicBezTo>
                    <a:cubicBezTo>
                      <a:pt x="12919" y="10551"/>
                      <a:pt x="12822" y="10599"/>
                      <a:pt x="12580" y="10599"/>
                    </a:cubicBezTo>
                    <a:close/>
                    <a:moveTo>
                      <a:pt x="17677" y="11173"/>
                    </a:moveTo>
                    <a:cubicBezTo>
                      <a:pt x="17470" y="11280"/>
                      <a:pt x="17235" y="11284"/>
                      <a:pt x="17006" y="11298"/>
                    </a:cubicBezTo>
                    <a:cubicBezTo>
                      <a:pt x="17006" y="11337"/>
                      <a:pt x="17006" y="11375"/>
                      <a:pt x="17006" y="11415"/>
                    </a:cubicBezTo>
                    <a:cubicBezTo>
                      <a:pt x="16852" y="11415"/>
                      <a:pt x="16698" y="11415"/>
                      <a:pt x="16540" y="11415"/>
                    </a:cubicBezTo>
                    <a:cubicBezTo>
                      <a:pt x="16540" y="11453"/>
                      <a:pt x="16540" y="11492"/>
                      <a:pt x="16540" y="11531"/>
                    </a:cubicBezTo>
                    <a:cubicBezTo>
                      <a:pt x="16490" y="11559"/>
                      <a:pt x="16490" y="11559"/>
                      <a:pt x="16425" y="11581"/>
                    </a:cubicBezTo>
                    <a:cubicBezTo>
                      <a:pt x="16313" y="11631"/>
                      <a:pt x="16313" y="11631"/>
                      <a:pt x="16285" y="11703"/>
                    </a:cubicBezTo>
                    <a:cubicBezTo>
                      <a:pt x="16277" y="11771"/>
                      <a:pt x="16274" y="11838"/>
                      <a:pt x="16274" y="11906"/>
                    </a:cubicBezTo>
                    <a:cubicBezTo>
                      <a:pt x="16271" y="12143"/>
                      <a:pt x="16271" y="12143"/>
                      <a:pt x="16208" y="12223"/>
                    </a:cubicBezTo>
                    <a:cubicBezTo>
                      <a:pt x="16160" y="12269"/>
                      <a:pt x="16160" y="12269"/>
                      <a:pt x="16111" y="12306"/>
                    </a:cubicBezTo>
                    <a:cubicBezTo>
                      <a:pt x="16074" y="12347"/>
                      <a:pt x="16074" y="12347"/>
                      <a:pt x="16069" y="12410"/>
                    </a:cubicBezTo>
                    <a:cubicBezTo>
                      <a:pt x="16070" y="12427"/>
                      <a:pt x="16072" y="12445"/>
                      <a:pt x="16074" y="12463"/>
                    </a:cubicBezTo>
                    <a:cubicBezTo>
                      <a:pt x="16035" y="12463"/>
                      <a:pt x="15997" y="12463"/>
                      <a:pt x="15957" y="12463"/>
                    </a:cubicBezTo>
                    <a:cubicBezTo>
                      <a:pt x="15945" y="12663"/>
                      <a:pt x="15943" y="12824"/>
                      <a:pt x="16037" y="13007"/>
                    </a:cubicBezTo>
                    <a:cubicBezTo>
                      <a:pt x="16043" y="13013"/>
                      <a:pt x="16043" y="13013"/>
                      <a:pt x="16074" y="13045"/>
                    </a:cubicBezTo>
                    <a:cubicBezTo>
                      <a:pt x="16112" y="13045"/>
                      <a:pt x="16151" y="13045"/>
                      <a:pt x="16190" y="13045"/>
                    </a:cubicBezTo>
                    <a:cubicBezTo>
                      <a:pt x="16190" y="13122"/>
                      <a:pt x="16190" y="13199"/>
                      <a:pt x="16190" y="13278"/>
                    </a:cubicBezTo>
                    <a:cubicBezTo>
                      <a:pt x="16229" y="13278"/>
                      <a:pt x="16267" y="13278"/>
                      <a:pt x="16307" y="13278"/>
                    </a:cubicBezTo>
                    <a:cubicBezTo>
                      <a:pt x="16307" y="13317"/>
                      <a:pt x="16307" y="13355"/>
                      <a:pt x="16307" y="13395"/>
                    </a:cubicBezTo>
                    <a:cubicBezTo>
                      <a:pt x="16345" y="13395"/>
                      <a:pt x="16384" y="13395"/>
                      <a:pt x="16423" y="13395"/>
                    </a:cubicBezTo>
                    <a:cubicBezTo>
                      <a:pt x="16423" y="13472"/>
                      <a:pt x="16423" y="13549"/>
                      <a:pt x="16423" y="13628"/>
                    </a:cubicBezTo>
                    <a:cubicBezTo>
                      <a:pt x="16462" y="13628"/>
                      <a:pt x="16500" y="13628"/>
                      <a:pt x="16540" y="13628"/>
                    </a:cubicBezTo>
                    <a:cubicBezTo>
                      <a:pt x="16540" y="13666"/>
                      <a:pt x="16540" y="13705"/>
                      <a:pt x="16540" y="13744"/>
                    </a:cubicBezTo>
                    <a:cubicBezTo>
                      <a:pt x="16578" y="13744"/>
                      <a:pt x="16617" y="13744"/>
                      <a:pt x="16656" y="13744"/>
                    </a:cubicBezTo>
                    <a:cubicBezTo>
                      <a:pt x="16663" y="13767"/>
                      <a:pt x="16669" y="13791"/>
                      <a:pt x="16676" y="13815"/>
                    </a:cubicBezTo>
                    <a:cubicBezTo>
                      <a:pt x="16725" y="13983"/>
                      <a:pt x="16765" y="14107"/>
                      <a:pt x="16902" y="14223"/>
                    </a:cubicBezTo>
                    <a:cubicBezTo>
                      <a:pt x="16959" y="14280"/>
                      <a:pt x="16992" y="14340"/>
                      <a:pt x="17031" y="14410"/>
                    </a:cubicBezTo>
                    <a:cubicBezTo>
                      <a:pt x="17061" y="14461"/>
                      <a:pt x="17091" y="14510"/>
                      <a:pt x="17122" y="14560"/>
                    </a:cubicBezTo>
                    <a:cubicBezTo>
                      <a:pt x="17136" y="14583"/>
                      <a:pt x="17150" y="14606"/>
                      <a:pt x="17164" y="14630"/>
                    </a:cubicBezTo>
                    <a:cubicBezTo>
                      <a:pt x="17239" y="14729"/>
                      <a:pt x="17298" y="14781"/>
                      <a:pt x="17419" y="14806"/>
                    </a:cubicBezTo>
                    <a:cubicBezTo>
                      <a:pt x="17613" y="14830"/>
                      <a:pt x="17850" y="14850"/>
                      <a:pt x="18027" y="14752"/>
                    </a:cubicBezTo>
                    <a:cubicBezTo>
                      <a:pt x="18124" y="14669"/>
                      <a:pt x="18171" y="14593"/>
                      <a:pt x="18184" y="14466"/>
                    </a:cubicBezTo>
                    <a:cubicBezTo>
                      <a:pt x="18187" y="14380"/>
                      <a:pt x="18181" y="14296"/>
                      <a:pt x="18170" y="14210"/>
                    </a:cubicBezTo>
                    <a:cubicBezTo>
                      <a:pt x="18209" y="14210"/>
                      <a:pt x="18247" y="14210"/>
                      <a:pt x="18287" y="14210"/>
                    </a:cubicBezTo>
                    <a:cubicBezTo>
                      <a:pt x="18287" y="14133"/>
                      <a:pt x="18287" y="14056"/>
                      <a:pt x="18287" y="13977"/>
                    </a:cubicBezTo>
                    <a:cubicBezTo>
                      <a:pt x="18325" y="13977"/>
                      <a:pt x="18364" y="13977"/>
                      <a:pt x="18403" y="13977"/>
                    </a:cubicBezTo>
                    <a:cubicBezTo>
                      <a:pt x="18403" y="13862"/>
                      <a:pt x="18403" y="13747"/>
                      <a:pt x="18403" y="13628"/>
                    </a:cubicBezTo>
                    <a:cubicBezTo>
                      <a:pt x="18442" y="13628"/>
                      <a:pt x="18480" y="13628"/>
                      <a:pt x="18520" y="13628"/>
                    </a:cubicBezTo>
                    <a:cubicBezTo>
                      <a:pt x="18524" y="13610"/>
                      <a:pt x="18529" y="13592"/>
                      <a:pt x="18533" y="13574"/>
                    </a:cubicBezTo>
                    <a:cubicBezTo>
                      <a:pt x="18682" y="12974"/>
                      <a:pt x="18682" y="12974"/>
                      <a:pt x="18829" y="12761"/>
                    </a:cubicBezTo>
                    <a:cubicBezTo>
                      <a:pt x="18949" y="12570"/>
                      <a:pt x="19010" y="12338"/>
                      <a:pt x="18986" y="12114"/>
                    </a:cubicBezTo>
                    <a:cubicBezTo>
                      <a:pt x="19024" y="12114"/>
                      <a:pt x="19063" y="12114"/>
                      <a:pt x="19102" y="12114"/>
                    </a:cubicBezTo>
                    <a:cubicBezTo>
                      <a:pt x="19102" y="12037"/>
                      <a:pt x="19102" y="11960"/>
                      <a:pt x="19102" y="11881"/>
                    </a:cubicBezTo>
                    <a:cubicBezTo>
                      <a:pt x="19141" y="11881"/>
                      <a:pt x="19179" y="11881"/>
                      <a:pt x="19219" y="11881"/>
                    </a:cubicBezTo>
                    <a:cubicBezTo>
                      <a:pt x="19219" y="11804"/>
                      <a:pt x="19219" y="11727"/>
                      <a:pt x="19219" y="11648"/>
                    </a:cubicBezTo>
                    <a:cubicBezTo>
                      <a:pt x="19180" y="11648"/>
                      <a:pt x="19142" y="11648"/>
                      <a:pt x="19102" y="11648"/>
                    </a:cubicBezTo>
                    <a:cubicBezTo>
                      <a:pt x="19102" y="11609"/>
                      <a:pt x="19102" y="11571"/>
                      <a:pt x="19102" y="11531"/>
                    </a:cubicBezTo>
                    <a:cubicBezTo>
                      <a:pt x="19064" y="11531"/>
                      <a:pt x="19025" y="11531"/>
                      <a:pt x="18986" y="11531"/>
                    </a:cubicBezTo>
                    <a:cubicBezTo>
                      <a:pt x="18986" y="11493"/>
                      <a:pt x="18986" y="11454"/>
                      <a:pt x="18986" y="11415"/>
                    </a:cubicBezTo>
                    <a:cubicBezTo>
                      <a:pt x="18947" y="11415"/>
                      <a:pt x="18909" y="11415"/>
                      <a:pt x="18869" y="11415"/>
                    </a:cubicBezTo>
                    <a:cubicBezTo>
                      <a:pt x="18869" y="11376"/>
                      <a:pt x="18869" y="11338"/>
                      <a:pt x="18869" y="11298"/>
                    </a:cubicBezTo>
                    <a:cubicBezTo>
                      <a:pt x="18831" y="11298"/>
                      <a:pt x="18792" y="11298"/>
                      <a:pt x="18753" y="11298"/>
                    </a:cubicBezTo>
                    <a:cubicBezTo>
                      <a:pt x="18753" y="11260"/>
                      <a:pt x="18753" y="11221"/>
                      <a:pt x="18753" y="11182"/>
                    </a:cubicBezTo>
                    <a:cubicBezTo>
                      <a:pt x="18714" y="11182"/>
                      <a:pt x="18676" y="11182"/>
                      <a:pt x="18636" y="11182"/>
                    </a:cubicBezTo>
                    <a:cubicBezTo>
                      <a:pt x="18636" y="11143"/>
                      <a:pt x="18636" y="11105"/>
                      <a:pt x="18636" y="11065"/>
                    </a:cubicBezTo>
                    <a:cubicBezTo>
                      <a:pt x="17942" y="11032"/>
                      <a:pt x="17942" y="11032"/>
                      <a:pt x="17677" y="11173"/>
                    </a:cubicBezTo>
                    <a:close/>
                    <a:moveTo>
                      <a:pt x="6989" y="13511"/>
                    </a:moveTo>
                    <a:cubicBezTo>
                      <a:pt x="6989" y="13550"/>
                      <a:pt x="6989" y="13588"/>
                      <a:pt x="6989" y="13628"/>
                    </a:cubicBezTo>
                    <a:cubicBezTo>
                      <a:pt x="6912" y="13628"/>
                      <a:pt x="6835" y="13628"/>
                      <a:pt x="6756" y="13628"/>
                    </a:cubicBezTo>
                    <a:cubicBezTo>
                      <a:pt x="6756" y="13666"/>
                      <a:pt x="6756" y="13705"/>
                      <a:pt x="6756" y="13744"/>
                    </a:cubicBezTo>
                    <a:cubicBezTo>
                      <a:pt x="6717" y="13744"/>
                      <a:pt x="6679" y="13744"/>
                      <a:pt x="6639" y="13744"/>
                    </a:cubicBezTo>
                    <a:cubicBezTo>
                      <a:pt x="6639" y="13783"/>
                      <a:pt x="6639" y="13821"/>
                      <a:pt x="6639" y="13861"/>
                    </a:cubicBezTo>
                    <a:cubicBezTo>
                      <a:pt x="6601" y="13861"/>
                      <a:pt x="6562" y="13861"/>
                      <a:pt x="6523" y="13861"/>
                    </a:cubicBezTo>
                    <a:cubicBezTo>
                      <a:pt x="6523" y="13899"/>
                      <a:pt x="6523" y="13938"/>
                      <a:pt x="6523" y="13977"/>
                    </a:cubicBezTo>
                    <a:cubicBezTo>
                      <a:pt x="6484" y="13977"/>
                      <a:pt x="6446" y="13977"/>
                      <a:pt x="6406" y="13977"/>
                    </a:cubicBezTo>
                    <a:cubicBezTo>
                      <a:pt x="6406" y="14093"/>
                      <a:pt x="6406" y="14208"/>
                      <a:pt x="6406" y="14327"/>
                    </a:cubicBezTo>
                    <a:cubicBezTo>
                      <a:pt x="6368" y="14327"/>
                      <a:pt x="6329" y="14327"/>
                      <a:pt x="6290" y="14327"/>
                    </a:cubicBezTo>
                    <a:cubicBezTo>
                      <a:pt x="6290" y="14442"/>
                      <a:pt x="6290" y="14557"/>
                      <a:pt x="6290" y="14676"/>
                    </a:cubicBezTo>
                    <a:cubicBezTo>
                      <a:pt x="6328" y="14676"/>
                      <a:pt x="6367" y="14676"/>
                      <a:pt x="6406" y="14676"/>
                    </a:cubicBezTo>
                    <a:cubicBezTo>
                      <a:pt x="6406" y="14791"/>
                      <a:pt x="6406" y="14907"/>
                      <a:pt x="6406" y="15026"/>
                    </a:cubicBezTo>
                    <a:cubicBezTo>
                      <a:pt x="6445" y="15026"/>
                      <a:pt x="6483" y="15026"/>
                      <a:pt x="6523" y="15026"/>
                    </a:cubicBezTo>
                    <a:cubicBezTo>
                      <a:pt x="6523" y="15064"/>
                      <a:pt x="6523" y="15102"/>
                      <a:pt x="6523" y="15142"/>
                    </a:cubicBezTo>
                    <a:cubicBezTo>
                      <a:pt x="6561" y="15142"/>
                      <a:pt x="6600" y="15142"/>
                      <a:pt x="6639" y="15142"/>
                    </a:cubicBezTo>
                    <a:cubicBezTo>
                      <a:pt x="6639" y="15180"/>
                      <a:pt x="6639" y="15219"/>
                      <a:pt x="6639" y="15259"/>
                    </a:cubicBezTo>
                    <a:cubicBezTo>
                      <a:pt x="6678" y="15259"/>
                      <a:pt x="6716" y="15259"/>
                      <a:pt x="6756" y="15259"/>
                    </a:cubicBezTo>
                    <a:cubicBezTo>
                      <a:pt x="6756" y="15297"/>
                      <a:pt x="6756" y="15335"/>
                      <a:pt x="6756" y="15375"/>
                    </a:cubicBezTo>
                    <a:cubicBezTo>
                      <a:pt x="6833" y="15375"/>
                      <a:pt x="6909" y="15375"/>
                      <a:pt x="6989" y="15375"/>
                    </a:cubicBezTo>
                    <a:cubicBezTo>
                      <a:pt x="6989" y="15413"/>
                      <a:pt x="6989" y="15452"/>
                      <a:pt x="6989" y="15491"/>
                    </a:cubicBezTo>
                    <a:cubicBezTo>
                      <a:pt x="7258" y="15491"/>
                      <a:pt x="7527" y="15491"/>
                      <a:pt x="7804" y="15491"/>
                    </a:cubicBezTo>
                    <a:cubicBezTo>
                      <a:pt x="7804" y="15453"/>
                      <a:pt x="7804" y="15415"/>
                      <a:pt x="7804" y="15375"/>
                    </a:cubicBezTo>
                    <a:cubicBezTo>
                      <a:pt x="7842" y="15375"/>
                      <a:pt x="7881" y="15375"/>
                      <a:pt x="7920" y="15375"/>
                    </a:cubicBezTo>
                    <a:cubicBezTo>
                      <a:pt x="7920" y="15337"/>
                      <a:pt x="7920" y="15298"/>
                      <a:pt x="7920" y="15259"/>
                    </a:cubicBezTo>
                    <a:cubicBezTo>
                      <a:pt x="7959" y="15259"/>
                      <a:pt x="7997" y="15259"/>
                      <a:pt x="8037" y="15259"/>
                    </a:cubicBezTo>
                    <a:cubicBezTo>
                      <a:pt x="8037" y="15220"/>
                      <a:pt x="8037" y="15182"/>
                      <a:pt x="8037" y="15142"/>
                    </a:cubicBezTo>
                    <a:cubicBezTo>
                      <a:pt x="8075" y="15142"/>
                      <a:pt x="8114" y="15142"/>
                      <a:pt x="8153" y="15142"/>
                    </a:cubicBezTo>
                    <a:cubicBezTo>
                      <a:pt x="8153" y="15104"/>
                      <a:pt x="8153" y="15065"/>
                      <a:pt x="8153" y="15026"/>
                    </a:cubicBezTo>
                    <a:cubicBezTo>
                      <a:pt x="8192" y="15026"/>
                      <a:pt x="8230" y="15026"/>
                      <a:pt x="8270" y="15026"/>
                    </a:cubicBezTo>
                    <a:cubicBezTo>
                      <a:pt x="8270" y="14949"/>
                      <a:pt x="8270" y="14872"/>
                      <a:pt x="8270" y="14793"/>
                    </a:cubicBezTo>
                    <a:cubicBezTo>
                      <a:pt x="8308" y="14793"/>
                      <a:pt x="8347" y="14793"/>
                      <a:pt x="8386" y="14793"/>
                    </a:cubicBezTo>
                    <a:cubicBezTo>
                      <a:pt x="8386" y="14600"/>
                      <a:pt x="8386" y="14408"/>
                      <a:pt x="8386" y="14210"/>
                    </a:cubicBezTo>
                    <a:cubicBezTo>
                      <a:pt x="8348" y="14210"/>
                      <a:pt x="8309" y="14210"/>
                      <a:pt x="8270" y="14210"/>
                    </a:cubicBezTo>
                    <a:cubicBezTo>
                      <a:pt x="8270" y="14133"/>
                      <a:pt x="8270" y="14056"/>
                      <a:pt x="8270" y="13977"/>
                    </a:cubicBezTo>
                    <a:cubicBezTo>
                      <a:pt x="8231" y="13977"/>
                      <a:pt x="8193" y="13977"/>
                      <a:pt x="8153" y="13977"/>
                    </a:cubicBezTo>
                    <a:cubicBezTo>
                      <a:pt x="8153" y="13939"/>
                      <a:pt x="8153" y="13900"/>
                      <a:pt x="8153" y="13861"/>
                    </a:cubicBezTo>
                    <a:cubicBezTo>
                      <a:pt x="8115" y="13861"/>
                      <a:pt x="8077" y="13861"/>
                      <a:pt x="8037" y="13861"/>
                    </a:cubicBezTo>
                    <a:cubicBezTo>
                      <a:pt x="8037" y="13822"/>
                      <a:pt x="8037" y="13784"/>
                      <a:pt x="8037" y="13744"/>
                    </a:cubicBezTo>
                    <a:cubicBezTo>
                      <a:pt x="7998" y="13744"/>
                      <a:pt x="7960" y="13744"/>
                      <a:pt x="7920" y="13744"/>
                    </a:cubicBezTo>
                    <a:cubicBezTo>
                      <a:pt x="7920" y="13706"/>
                      <a:pt x="7920" y="13667"/>
                      <a:pt x="7920" y="13628"/>
                    </a:cubicBezTo>
                    <a:cubicBezTo>
                      <a:pt x="7882" y="13628"/>
                      <a:pt x="7844" y="13628"/>
                      <a:pt x="7804" y="13628"/>
                    </a:cubicBezTo>
                    <a:cubicBezTo>
                      <a:pt x="7804" y="13589"/>
                      <a:pt x="7804" y="13551"/>
                      <a:pt x="7804" y="13511"/>
                    </a:cubicBezTo>
                    <a:cubicBezTo>
                      <a:pt x="7535" y="13511"/>
                      <a:pt x="7266" y="13511"/>
                      <a:pt x="6989" y="13511"/>
                    </a:cubicBezTo>
                    <a:close/>
                    <a:moveTo>
                      <a:pt x="17821" y="15259"/>
                    </a:moveTo>
                    <a:cubicBezTo>
                      <a:pt x="17821" y="15297"/>
                      <a:pt x="17821" y="15335"/>
                      <a:pt x="17821" y="15375"/>
                    </a:cubicBezTo>
                    <a:cubicBezTo>
                      <a:pt x="17706" y="15375"/>
                      <a:pt x="17590" y="15375"/>
                      <a:pt x="17472" y="15375"/>
                    </a:cubicBezTo>
                    <a:cubicBezTo>
                      <a:pt x="17472" y="15413"/>
                      <a:pt x="17472" y="15452"/>
                      <a:pt x="17472" y="15491"/>
                    </a:cubicBezTo>
                    <a:cubicBezTo>
                      <a:pt x="17395" y="15491"/>
                      <a:pt x="17318" y="15491"/>
                      <a:pt x="17239" y="15491"/>
                    </a:cubicBezTo>
                    <a:cubicBezTo>
                      <a:pt x="17239" y="15530"/>
                      <a:pt x="17239" y="15568"/>
                      <a:pt x="17239" y="15608"/>
                    </a:cubicBezTo>
                    <a:cubicBezTo>
                      <a:pt x="17200" y="15608"/>
                      <a:pt x="17162" y="15608"/>
                      <a:pt x="17122" y="15608"/>
                    </a:cubicBezTo>
                    <a:cubicBezTo>
                      <a:pt x="17122" y="15646"/>
                      <a:pt x="17122" y="15685"/>
                      <a:pt x="17122" y="15724"/>
                    </a:cubicBezTo>
                    <a:cubicBezTo>
                      <a:pt x="17084" y="15724"/>
                      <a:pt x="17045" y="15724"/>
                      <a:pt x="17006" y="15724"/>
                    </a:cubicBezTo>
                    <a:cubicBezTo>
                      <a:pt x="17006" y="15801"/>
                      <a:pt x="17006" y="15878"/>
                      <a:pt x="17006" y="15957"/>
                    </a:cubicBezTo>
                    <a:cubicBezTo>
                      <a:pt x="16967" y="15957"/>
                      <a:pt x="16929" y="15957"/>
                      <a:pt x="16889" y="15957"/>
                    </a:cubicBezTo>
                    <a:cubicBezTo>
                      <a:pt x="16889" y="16226"/>
                      <a:pt x="16889" y="16496"/>
                      <a:pt x="16889" y="16773"/>
                    </a:cubicBezTo>
                    <a:cubicBezTo>
                      <a:pt x="16928" y="16773"/>
                      <a:pt x="16966" y="16773"/>
                      <a:pt x="17006" y="16773"/>
                    </a:cubicBezTo>
                    <a:cubicBezTo>
                      <a:pt x="17006" y="16850"/>
                      <a:pt x="17006" y="16926"/>
                      <a:pt x="17006" y="17006"/>
                    </a:cubicBezTo>
                    <a:cubicBezTo>
                      <a:pt x="17044" y="17006"/>
                      <a:pt x="17083" y="17006"/>
                      <a:pt x="17122" y="17006"/>
                    </a:cubicBezTo>
                    <a:cubicBezTo>
                      <a:pt x="17122" y="17044"/>
                      <a:pt x="17122" y="17083"/>
                      <a:pt x="17122" y="17122"/>
                    </a:cubicBezTo>
                    <a:cubicBezTo>
                      <a:pt x="17199" y="17122"/>
                      <a:pt x="17276" y="17122"/>
                      <a:pt x="17355" y="17122"/>
                    </a:cubicBezTo>
                    <a:cubicBezTo>
                      <a:pt x="17355" y="17161"/>
                      <a:pt x="17355" y="17199"/>
                      <a:pt x="17355" y="17239"/>
                    </a:cubicBezTo>
                    <a:cubicBezTo>
                      <a:pt x="17394" y="17239"/>
                      <a:pt x="17432" y="17239"/>
                      <a:pt x="17472" y="17239"/>
                    </a:cubicBezTo>
                    <a:cubicBezTo>
                      <a:pt x="17472" y="17277"/>
                      <a:pt x="17472" y="17316"/>
                      <a:pt x="17472" y="17355"/>
                    </a:cubicBezTo>
                    <a:cubicBezTo>
                      <a:pt x="17741" y="17355"/>
                      <a:pt x="18010" y="17355"/>
                      <a:pt x="18287" y="17355"/>
                    </a:cubicBezTo>
                    <a:cubicBezTo>
                      <a:pt x="18287" y="17317"/>
                      <a:pt x="18287" y="17278"/>
                      <a:pt x="18287" y="17239"/>
                    </a:cubicBezTo>
                    <a:cubicBezTo>
                      <a:pt x="18364" y="17239"/>
                      <a:pt x="18441" y="17239"/>
                      <a:pt x="18520" y="17239"/>
                    </a:cubicBezTo>
                    <a:cubicBezTo>
                      <a:pt x="18520" y="17200"/>
                      <a:pt x="18520" y="17162"/>
                      <a:pt x="18520" y="17122"/>
                    </a:cubicBezTo>
                    <a:cubicBezTo>
                      <a:pt x="18558" y="17122"/>
                      <a:pt x="18597" y="17122"/>
                      <a:pt x="18636" y="17122"/>
                    </a:cubicBezTo>
                    <a:cubicBezTo>
                      <a:pt x="18636" y="17084"/>
                      <a:pt x="18636" y="17045"/>
                      <a:pt x="18636" y="17006"/>
                    </a:cubicBezTo>
                    <a:cubicBezTo>
                      <a:pt x="18675" y="17006"/>
                      <a:pt x="18713" y="17006"/>
                      <a:pt x="18753" y="17006"/>
                    </a:cubicBezTo>
                    <a:cubicBezTo>
                      <a:pt x="18753" y="16967"/>
                      <a:pt x="18753" y="16929"/>
                      <a:pt x="18753" y="16889"/>
                    </a:cubicBezTo>
                    <a:cubicBezTo>
                      <a:pt x="18791" y="16889"/>
                      <a:pt x="18830" y="16889"/>
                      <a:pt x="18869" y="16889"/>
                    </a:cubicBezTo>
                    <a:cubicBezTo>
                      <a:pt x="18869" y="16774"/>
                      <a:pt x="18869" y="16659"/>
                      <a:pt x="18869" y="16540"/>
                    </a:cubicBezTo>
                    <a:cubicBezTo>
                      <a:pt x="18908" y="16540"/>
                      <a:pt x="18946" y="16540"/>
                      <a:pt x="18986" y="16540"/>
                    </a:cubicBezTo>
                    <a:cubicBezTo>
                      <a:pt x="18986" y="16386"/>
                      <a:pt x="18986" y="16232"/>
                      <a:pt x="18986" y="16074"/>
                    </a:cubicBezTo>
                    <a:cubicBezTo>
                      <a:pt x="18947" y="16074"/>
                      <a:pt x="18909" y="16074"/>
                      <a:pt x="18869" y="16074"/>
                    </a:cubicBezTo>
                    <a:cubicBezTo>
                      <a:pt x="18869" y="15997"/>
                      <a:pt x="18869" y="15920"/>
                      <a:pt x="18869" y="15841"/>
                    </a:cubicBezTo>
                    <a:cubicBezTo>
                      <a:pt x="18831" y="15841"/>
                      <a:pt x="18792" y="15841"/>
                      <a:pt x="18753" y="15841"/>
                    </a:cubicBezTo>
                    <a:cubicBezTo>
                      <a:pt x="18753" y="15802"/>
                      <a:pt x="18753" y="15764"/>
                      <a:pt x="18753" y="15724"/>
                    </a:cubicBezTo>
                    <a:cubicBezTo>
                      <a:pt x="18714" y="15724"/>
                      <a:pt x="18676" y="15724"/>
                      <a:pt x="18636" y="15724"/>
                    </a:cubicBezTo>
                    <a:cubicBezTo>
                      <a:pt x="18636" y="15686"/>
                      <a:pt x="18636" y="15648"/>
                      <a:pt x="18636" y="15608"/>
                    </a:cubicBezTo>
                    <a:cubicBezTo>
                      <a:pt x="18598" y="15608"/>
                      <a:pt x="18559" y="15608"/>
                      <a:pt x="18520" y="15608"/>
                    </a:cubicBezTo>
                    <a:cubicBezTo>
                      <a:pt x="18520" y="15570"/>
                      <a:pt x="18520" y="15531"/>
                      <a:pt x="18520" y="15491"/>
                    </a:cubicBezTo>
                    <a:cubicBezTo>
                      <a:pt x="18481" y="15491"/>
                      <a:pt x="18443" y="15491"/>
                      <a:pt x="18403" y="15491"/>
                    </a:cubicBezTo>
                    <a:cubicBezTo>
                      <a:pt x="18403" y="15453"/>
                      <a:pt x="18403" y="15415"/>
                      <a:pt x="18403" y="15375"/>
                    </a:cubicBezTo>
                    <a:cubicBezTo>
                      <a:pt x="18288" y="15375"/>
                      <a:pt x="18173" y="15375"/>
                      <a:pt x="18054" y="15375"/>
                    </a:cubicBezTo>
                    <a:cubicBezTo>
                      <a:pt x="18054" y="15337"/>
                      <a:pt x="18054" y="15298"/>
                      <a:pt x="18054" y="15259"/>
                    </a:cubicBezTo>
                    <a:cubicBezTo>
                      <a:pt x="17977" y="15259"/>
                      <a:pt x="17900" y="15259"/>
                      <a:pt x="17821" y="15259"/>
                    </a:cubicBezTo>
                    <a:close/>
                    <a:moveTo>
                      <a:pt x="8619" y="15491"/>
                    </a:moveTo>
                    <a:cubicBezTo>
                      <a:pt x="8619" y="15530"/>
                      <a:pt x="8619" y="15568"/>
                      <a:pt x="8619" y="15608"/>
                    </a:cubicBezTo>
                    <a:cubicBezTo>
                      <a:pt x="8581" y="15608"/>
                      <a:pt x="8542" y="15608"/>
                      <a:pt x="8503" y="15608"/>
                    </a:cubicBezTo>
                    <a:cubicBezTo>
                      <a:pt x="8503" y="15646"/>
                      <a:pt x="8503" y="15685"/>
                      <a:pt x="8503" y="15724"/>
                    </a:cubicBezTo>
                    <a:cubicBezTo>
                      <a:pt x="8464" y="15724"/>
                      <a:pt x="8426" y="15724"/>
                      <a:pt x="8386" y="15724"/>
                    </a:cubicBezTo>
                    <a:cubicBezTo>
                      <a:pt x="8386" y="15763"/>
                      <a:pt x="8386" y="15801"/>
                      <a:pt x="8386" y="15841"/>
                    </a:cubicBezTo>
                    <a:cubicBezTo>
                      <a:pt x="8362" y="15849"/>
                      <a:pt x="8337" y="15856"/>
                      <a:pt x="8312" y="15864"/>
                    </a:cubicBezTo>
                    <a:cubicBezTo>
                      <a:pt x="8280" y="15875"/>
                      <a:pt x="8248" y="15885"/>
                      <a:pt x="8215" y="15896"/>
                    </a:cubicBezTo>
                    <a:cubicBezTo>
                      <a:pt x="8199" y="15901"/>
                      <a:pt x="8183" y="15906"/>
                      <a:pt x="8166" y="15911"/>
                    </a:cubicBezTo>
                    <a:cubicBezTo>
                      <a:pt x="8158" y="15913"/>
                      <a:pt x="8158" y="15913"/>
                      <a:pt x="8119" y="15926"/>
                    </a:cubicBezTo>
                    <a:cubicBezTo>
                      <a:pt x="8105" y="15931"/>
                      <a:pt x="8090" y="15935"/>
                      <a:pt x="8076" y="15940"/>
                    </a:cubicBezTo>
                    <a:cubicBezTo>
                      <a:pt x="8037" y="15957"/>
                      <a:pt x="8037" y="15957"/>
                      <a:pt x="7979" y="16016"/>
                    </a:cubicBezTo>
                    <a:cubicBezTo>
                      <a:pt x="7936" y="16027"/>
                      <a:pt x="7936" y="16027"/>
                      <a:pt x="7886" y="16032"/>
                    </a:cubicBezTo>
                    <a:cubicBezTo>
                      <a:pt x="7868" y="16034"/>
                      <a:pt x="7850" y="16036"/>
                      <a:pt x="7832" y="16039"/>
                    </a:cubicBezTo>
                    <a:cubicBezTo>
                      <a:pt x="7794" y="16043"/>
                      <a:pt x="7756" y="16047"/>
                      <a:pt x="7718" y="16051"/>
                    </a:cubicBezTo>
                    <a:cubicBezTo>
                      <a:pt x="7700" y="16053"/>
                      <a:pt x="7682" y="16055"/>
                      <a:pt x="7664" y="16057"/>
                    </a:cubicBezTo>
                    <a:cubicBezTo>
                      <a:pt x="7647" y="16059"/>
                      <a:pt x="7631" y="16061"/>
                      <a:pt x="7614" y="16063"/>
                    </a:cubicBezTo>
                    <a:cubicBezTo>
                      <a:pt x="7571" y="16074"/>
                      <a:pt x="7571" y="16074"/>
                      <a:pt x="7513" y="16132"/>
                    </a:cubicBezTo>
                    <a:cubicBezTo>
                      <a:pt x="7469" y="16144"/>
                      <a:pt x="7469" y="16144"/>
                      <a:pt x="7418" y="16151"/>
                    </a:cubicBezTo>
                    <a:cubicBezTo>
                      <a:pt x="7409" y="16152"/>
                      <a:pt x="7409" y="16152"/>
                      <a:pt x="7363" y="16158"/>
                    </a:cubicBezTo>
                    <a:cubicBezTo>
                      <a:pt x="7344" y="16160"/>
                      <a:pt x="7325" y="16163"/>
                      <a:pt x="7305" y="16165"/>
                    </a:cubicBezTo>
                    <a:cubicBezTo>
                      <a:pt x="7286" y="16167"/>
                      <a:pt x="7267" y="16170"/>
                      <a:pt x="7247" y="16172"/>
                    </a:cubicBezTo>
                    <a:cubicBezTo>
                      <a:pt x="7200" y="16179"/>
                      <a:pt x="7153" y="16185"/>
                      <a:pt x="7105" y="16190"/>
                    </a:cubicBezTo>
                    <a:cubicBezTo>
                      <a:pt x="7105" y="16152"/>
                      <a:pt x="7105" y="16113"/>
                      <a:pt x="7105" y="16074"/>
                    </a:cubicBezTo>
                    <a:cubicBezTo>
                      <a:pt x="6990" y="16074"/>
                      <a:pt x="6874" y="16074"/>
                      <a:pt x="6756" y="16074"/>
                    </a:cubicBezTo>
                    <a:cubicBezTo>
                      <a:pt x="6756" y="16112"/>
                      <a:pt x="6756" y="16151"/>
                      <a:pt x="6756" y="16190"/>
                    </a:cubicBezTo>
                    <a:cubicBezTo>
                      <a:pt x="6717" y="16190"/>
                      <a:pt x="6679" y="16190"/>
                      <a:pt x="6639" y="16190"/>
                    </a:cubicBezTo>
                    <a:cubicBezTo>
                      <a:pt x="6639" y="16229"/>
                      <a:pt x="6639" y="16267"/>
                      <a:pt x="6639" y="16307"/>
                    </a:cubicBezTo>
                    <a:cubicBezTo>
                      <a:pt x="6601" y="16307"/>
                      <a:pt x="6562" y="16307"/>
                      <a:pt x="6523" y="16307"/>
                    </a:cubicBezTo>
                    <a:cubicBezTo>
                      <a:pt x="6523" y="16345"/>
                      <a:pt x="6523" y="16384"/>
                      <a:pt x="6523" y="16423"/>
                    </a:cubicBezTo>
                    <a:cubicBezTo>
                      <a:pt x="6484" y="16423"/>
                      <a:pt x="6446" y="16423"/>
                      <a:pt x="6406" y="16423"/>
                    </a:cubicBezTo>
                    <a:cubicBezTo>
                      <a:pt x="6406" y="16462"/>
                      <a:pt x="6406" y="16500"/>
                      <a:pt x="6406" y="16540"/>
                    </a:cubicBezTo>
                    <a:cubicBezTo>
                      <a:pt x="6388" y="16538"/>
                      <a:pt x="6371" y="16536"/>
                      <a:pt x="6352" y="16534"/>
                    </a:cubicBezTo>
                    <a:cubicBezTo>
                      <a:pt x="6290" y="16540"/>
                      <a:pt x="6290" y="16540"/>
                      <a:pt x="6251" y="16580"/>
                    </a:cubicBezTo>
                    <a:cubicBezTo>
                      <a:pt x="6174" y="16727"/>
                      <a:pt x="6166" y="16825"/>
                      <a:pt x="6203" y="16986"/>
                    </a:cubicBezTo>
                    <a:cubicBezTo>
                      <a:pt x="6228" y="17053"/>
                      <a:pt x="6256" y="17109"/>
                      <a:pt x="6290" y="17172"/>
                    </a:cubicBezTo>
                    <a:cubicBezTo>
                      <a:pt x="6358" y="17304"/>
                      <a:pt x="6373" y="17428"/>
                      <a:pt x="6384" y="17574"/>
                    </a:cubicBezTo>
                    <a:cubicBezTo>
                      <a:pt x="6386" y="17586"/>
                      <a:pt x="6386" y="17586"/>
                      <a:pt x="6391" y="17646"/>
                    </a:cubicBezTo>
                    <a:cubicBezTo>
                      <a:pt x="6397" y="17704"/>
                      <a:pt x="6402" y="17763"/>
                      <a:pt x="6406" y="17821"/>
                    </a:cubicBezTo>
                    <a:cubicBezTo>
                      <a:pt x="6445" y="17821"/>
                      <a:pt x="6483" y="17821"/>
                      <a:pt x="6523" y="17821"/>
                    </a:cubicBezTo>
                    <a:cubicBezTo>
                      <a:pt x="6523" y="17898"/>
                      <a:pt x="6523" y="17975"/>
                      <a:pt x="6523" y="18054"/>
                    </a:cubicBezTo>
                    <a:cubicBezTo>
                      <a:pt x="6561" y="18054"/>
                      <a:pt x="6600" y="18054"/>
                      <a:pt x="6639" y="18054"/>
                    </a:cubicBezTo>
                    <a:cubicBezTo>
                      <a:pt x="6639" y="18092"/>
                      <a:pt x="6639" y="18131"/>
                      <a:pt x="6639" y="18170"/>
                    </a:cubicBezTo>
                    <a:cubicBezTo>
                      <a:pt x="6716" y="18170"/>
                      <a:pt x="6793" y="18170"/>
                      <a:pt x="6872" y="18170"/>
                    </a:cubicBezTo>
                    <a:cubicBezTo>
                      <a:pt x="6872" y="18209"/>
                      <a:pt x="6872" y="18247"/>
                      <a:pt x="6872" y="18287"/>
                    </a:cubicBezTo>
                    <a:cubicBezTo>
                      <a:pt x="6883" y="18290"/>
                      <a:pt x="6883" y="18290"/>
                      <a:pt x="6940" y="18308"/>
                    </a:cubicBezTo>
                    <a:cubicBezTo>
                      <a:pt x="7412" y="18459"/>
                      <a:pt x="7412" y="18459"/>
                      <a:pt x="7488" y="18569"/>
                    </a:cubicBezTo>
                    <a:cubicBezTo>
                      <a:pt x="7508" y="18608"/>
                      <a:pt x="7525" y="18647"/>
                      <a:pt x="7542" y="18687"/>
                    </a:cubicBezTo>
                    <a:cubicBezTo>
                      <a:pt x="7575" y="18762"/>
                      <a:pt x="7617" y="18826"/>
                      <a:pt x="7662" y="18895"/>
                    </a:cubicBezTo>
                    <a:cubicBezTo>
                      <a:pt x="7749" y="19037"/>
                      <a:pt x="7784" y="19171"/>
                      <a:pt x="7804" y="19335"/>
                    </a:cubicBezTo>
                    <a:cubicBezTo>
                      <a:pt x="7842" y="19335"/>
                      <a:pt x="7881" y="19335"/>
                      <a:pt x="7920" y="19335"/>
                    </a:cubicBezTo>
                    <a:cubicBezTo>
                      <a:pt x="7920" y="19527"/>
                      <a:pt x="7920" y="19720"/>
                      <a:pt x="7920" y="19918"/>
                    </a:cubicBezTo>
                    <a:cubicBezTo>
                      <a:pt x="7882" y="19918"/>
                      <a:pt x="7844" y="19918"/>
                      <a:pt x="7804" y="19918"/>
                    </a:cubicBezTo>
                    <a:cubicBezTo>
                      <a:pt x="7804" y="20033"/>
                      <a:pt x="7804" y="20148"/>
                      <a:pt x="7804" y="20267"/>
                    </a:cubicBezTo>
                    <a:cubicBezTo>
                      <a:pt x="7842" y="20267"/>
                      <a:pt x="7881" y="20267"/>
                      <a:pt x="7920" y="20267"/>
                    </a:cubicBezTo>
                    <a:cubicBezTo>
                      <a:pt x="7923" y="20284"/>
                      <a:pt x="7925" y="20301"/>
                      <a:pt x="7928" y="20319"/>
                    </a:cubicBezTo>
                    <a:cubicBezTo>
                      <a:pt x="7964" y="20530"/>
                      <a:pt x="8037" y="20705"/>
                      <a:pt x="8128" y="20897"/>
                    </a:cubicBezTo>
                    <a:cubicBezTo>
                      <a:pt x="8142" y="20926"/>
                      <a:pt x="8156" y="20956"/>
                      <a:pt x="8169" y="20985"/>
                    </a:cubicBezTo>
                    <a:cubicBezTo>
                      <a:pt x="8202" y="21057"/>
                      <a:pt x="8236" y="21128"/>
                      <a:pt x="8270" y="21199"/>
                    </a:cubicBezTo>
                    <a:cubicBezTo>
                      <a:pt x="8308" y="21199"/>
                      <a:pt x="8347" y="21199"/>
                      <a:pt x="8386" y="21199"/>
                    </a:cubicBezTo>
                    <a:cubicBezTo>
                      <a:pt x="8386" y="21237"/>
                      <a:pt x="8386" y="21276"/>
                      <a:pt x="8386" y="21315"/>
                    </a:cubicBezTo>
                    <a:cubicBezTo>
                      <a:pt x="8425" y="21315"/>
                      <a:pt x="8463" y="21315"/>
                      <a:pt x="8503" y="21315"/>
                    </a:cubicBezTo>
                    <a:cubicBezTo>
                      <a:pt x="8503" y="21354"/>
                      <a:pt x="8503" y="21392"/>
                      <a:pt x="8503" y="21432"/>
                    </a:cubicBezTo>
                    <a:cubicBezTo>
                      <a:pt x="8541" y="21432"/>
                      <a:pt x="8580" y="21432"/>
                      <a:pt x="8619" y="21432"/>
                    </a:cubicBezTo>
                    <a:cubicBezTo>
                      <a:pt x="8617" y="21450"/>
                      <a:pt x="8615" y="21468"/>
                      <a:pt x="8613" y="21486"/>
                    </a:cubicBezTo>
                    <a:cubicBezTo>
                      <a:pt x="8619" y="21548"/>
                      <a:pt x="8619" y="21548"/>
                      <a:pt x="8660" y="21583"/>
                    </a:cubicBezTo>
                    <a:cubicBezTo>
                      <a:pt x="8679" y="21592"/>
                      <a:pt x="8698" y="21601"/>
                      <a:pt x="8717" y="21611"/>
                    </a:cubicBezTo>
                    <a:cubicBezTo>
                      <a:pt x="8738" y="21621"/>
                      <a:pt x="8758" y="21631"/>
                      <a:pt x="8779" y="21641"/>
                    </a:cubicBezTo>
                    <a:cubicBezTo>
                      <a:pt x="8801" y="21651"/>
                      <a:pt x="8823" y="21662"/>
                      <a:pt x="8845" y="21672"/>
                    </a:cubicBezTo>
                    <a:cubicBezTo>
                      <a:pt x="8866" y="21683"/>
                      <a:pt x="8888" y="21693"/>
                      <a:pt x="8909" y="21704"/>
                    </a:cubicBezTo>
                    <a:cubicBezTo>
                      <a:pt x="9012" y="21754"/>
                      <a:pt x="9086" y="21788"/>
                      <a:pt x="9202" y="21781"/>
                    </a:cubicBezTo>
                    <a:cubicBezTo>
                      <a:pt x="9202" y="21820"/>
                      <a:pt x="9202" y="21858"/>
                      <a:pt x="9202" y="21898"/>
                    </a:cubicBezTo>
                    <a:cubicBezTo>
                      <a:pt x="9548" y="21898"/>
                      <a:pt x="9894" y="21898"/>
                      <a:pt x="10250" y="21898"/>
                    </a:cubicBezTo>
                    <a:cubicBezTo>
                      <a:pt x="10250" y="21859"/>
                      <a:pt x="10250" y="21821"/>
                      <a:pt x="10250" y="21781"/>
                    </a:cubicBezTo>
                    <a:cubicBezTo>
                      <a:pt x="10258" y="21780"/>
                      <a:pt x="10258" y="21780"/>
                      <a:pt x="10299" y="21775"/>
                    </a:cubicBezTo>
                    <a:cubicBezTo>
                      <a:pt x="10533" y="21736"/>
                      <a:pt x="10735" y="21646"/>
                      <a:pt x="10949" y="21548"/>
                    </a:cubicBezTo>
                    <a:cubicBezTo>
                      <a:pt x="10949" y="21510"/>
                      <a:pt x="10949" y="21471"/>
                      <a:pt x="10949" y="21432"/>
                    </a:cubicBezTo>
                    <a:cubicBezTo>
                      <a:pt x="10987" y="21432"/>
                      <a:pt x="11026" y="21432"/>
                      <a:pt x="11065" y="21432"/>
                    </a:cubicBezTo>
                    <a:cubicBezTo>
                      <a:pt x="11065" y="21393"/>
                      <a:pt x="11065" y="21355"/>
                      <a:pt x="11065" y="21315"/>
                    </a:cubicBezTo>
                    <a:cubicBezTo>
                      <a:pt x="11104" y="21315"/>
                      <a:pt x="11142" y="21315"/>
                      <a:pt x="11182" y="21315"/>
                    </a:cubicBezTo>
                    <a:cubicBezTo>
                      <a:pt x="11182" y="21277"/>
                      <a:pt x="11182" y="21238"/>
                      <a:pt x="11182" y="21199"/>
                    </a:cubicBezTo>
                    <a:cubicBezTo>
                      <a:pt x="11220" y="21199"/>
                      <a:pt x="11259" y="21199"/>
                      <a:pt x="11298" y="21199"/>
                    </a:cubicBezTo>
                    <a:cubicBezTo>
                      <a:pt x="11298" y="21160"/>
                      <a:pt x="11298" y="21122"/>
                      <a:pt x="11298" y="21082"/>
                    </a:cubicBezTo>
                    <a:cubicBezTo>
                      <a:pt x="11316" y="21085"/>
                      <a:pt x="11333" y="21088"/>
                      <a:pt x="11351" y="21091"/>
                    </a:cubicBezTo>
                    <a:cubicBezTo>
                      <a:pt x="11415" y="21082"/>
                      <a:pt x="11415" y="21082"/>
                      <a:pt x="11462" y="21021"/>
                    </a:cubicBezTo>
                    <a:cubicBezTo>
                      <a:pt x="11477" y="20994"/>
                      <a:pt x="11492" y="20967"/>
                      <a:pt x="11506" y="20940"/>
                    </a:cubicBezTo>
                    <a:cubicBezTo>
                      <a:pt x="11548" y="20863"/>
                      <a:pt x="11585" y="20796"/>
                      <a:pt x="11648" y="20733"/>
                    </a:cubicBezTo>
                    <a:cubicBezTo>
                      <a:pt x="11652" y="20672"/>
                      <a:pt x="11653" y="20615"/>
                      <a:pt x="11651" y="20555"/>
                    </a:cubicBezTo>
                    <a:cubicBezTo>
                      <a:pt x="11651" y="20538"/>
                      <a:pt x="11651" y="20522"/>
                      <a:pt x="11651" y="20505"/>
                    </a:cubicBezTo>
                    <a:cubicBezTo>
                      <a:pt x="11650" y="20464"/>
                      <a:pt x="11649" y="20424"/>
                      <a:pt x="11648" y="20384"/>
                    </a:cubicBezTo>
                    <a:cubicBezTo>
                      <a:pt x="11686" y="20384"/>
                      <a:pt x="11725" y="20384"/>
                      <a:pt x="11764" y="20384"/>
                    </a:cubicBezTo>
                    <a:cubicBezTo>
                      <a:pt x="11764" y="19384"/>
                      <a:pt x="11764" y="18385"/>
                      <a:pt x="11764" y="17355"/>
                    </a:cubicBezTo>
                    <a:cubicBezTo>
                      <a:pt x="11726" y="17355"/>
                      <a:pt x="11687" y="17355"/>
                      <a:pt x="11648" y="17355"/>
                    </a:cubicBezTo>
                    <a:cubicBezTo>
                      <a:pt x="11648" y="17317"/>
                      <a:pt x="11648" y="17278"/>
                      <a:pt x="11648" y="17239"/>
                    </a:cubicBezTo>
                    <a:cubicBezTo>
                      <a:pt x="11571" y="17239"/>
                      <a:pt x="11494" y="17239"/>
                      <a:pt x="11415" y="17239"/>
                    </a:cubicBezTo>
                    <a:cubicBezTo>
                      <a:pt x="11415" y="17200"/>
                      <a:pt x="11415" y="17162"/>
                      <a:pt x="11415" y="17122"/>
                    </a:cubicBezTo>
                    <a:cubicBezTo>
                      <a:pt x="11338" y="17122"/>
                      <a:pt x="11261" y="17122"/>
                      <a:pt x="11182" y="17122"/>
                    </a:cubicBezTo>
                    <a:cubicBezTo>
                      <a:pt x="11182" y="17084"/>
                      <a:pt x="11182" y="17045"/>
                      <a:pt x="11182" y="17006"/>
                    </a:cubicBezTo>
                    <a:cubicBezTo>
                      <a:pt x="11143" y="17006"/>
                      <a:pt x="11105" y="17006"/>
                      <a:pt x="11065" y="17006"/>
                    </a:cubicBezTo>
                    <a:cubicBezTo>
                      <a:pt x="11065" y="16967"/>
                      <a:pt x="11065" y="16929"/>
                      <a:pt x="11065" y="16889"/>
                    </a:cubicBezTo>
                    <a:cubicBezTo>
                      <a:pt x="10988" y="16889"/>
                      <a:pt x="10912" y="16889"/>
                      <a:pt x="10832" y="16889"/>
                    </a:cubicBezTo>
                    <a:cubicBezTo>
                      <a:pt x="10832" y="16851"/>
                      <a:pt x="10832" y="16812"/>
                      <a:pt x="10832" y="16773"/>
                    </a:cubicBezTo>
                    <a:cubicBezTo>
                      <a:pt x="10717" y="16734"/>
                      <a:pt x="10602" y="16696"/>
                      <a:pt x="10483" y="16656"/>
                    </a:cubicBezTo>
                    <a:cubicBezTo>
                      <a:pt x="10483" y="16618"/>
                      <a:pt x="10483" y="16579"/>
                      <a:pt x="10483" y="16540"/>
                    </a:cubicBezTo>
                    <a:cubicBezTo>
                      <a:pt x="10368" y="16501"/>
                      <a:pt x="10252" y="16463"/>
                      <a:pt x="10134" y="16423"/>
                    </a:cubicBezTo>
                    <a:cubicBezTo>
                      <a:pt x="10134" y="16385"/>
                      <a:pt x="10134" y="16346"/>
                      <a:pt x="10134" y="16307"/>
                    </a:cubicBezTo>
                    <a:cubicBezTo>
                      <a:pt x="10088" y="16269"/>
                      <a:pt x="10050" y="16243"/>
                      <a:pt x="9999" y="16216"/>
                    </a:cubicBezTo>
                    <a:cubicBezTo>
                      <a:pt x="9986" y="16208"/>
                      <a:pt x="9972" y="16201"/>
                      <a:pt x="9959" y="16193"/>
                    </a:cubicBezTo>
                    <a:cubicBezTo>
                      <a:pt x="9864" y="16140"/>
                      <a:pt x="9772" y="16101"/>
                      <a:pt x="9668" y="16074"/>
                    </a:cubicBezTo>
                    <a:cubicBezTo>
                      <a:pt x="9668" y="16035"/>
                      <a:pt x="9668" y="15997"/>
                      <a:pt x="9668" y="15957"/>
                    </a:cubicBezTo>
                    <a:cubicBezTo>
                      <a:pt x="9552" y="15919"/>
                      <a:pt x="9437" y="15881"/>
                      <a:pt x="9318" y="15841"/>
                    </a:cubicBezTo>
                    <a:cubicBezTo>
                      <a:pt x="9318" y="15802"/>
                      <a:pt x="9318" y="15764"/>
                      <a:pt x="9318" y="15724"/>
                    </a:cubicBezTo>
                    <a:cubicBezTo>
                      <a:pt x="9203" y="15686"/>
                      <a:pt x="9088" y="15648"/>
                      <a:pt x="8969" y="15608"/>
                    </a:cubicBezTo>
                    <a:cubicBezTo>
                      <a:pt x="8969" y="15570"/>
                      <a:pt x="8969" y="15531"/>
                      <a:pt x="8969" y="15491"/>
                    </a:cubicBezTo>
                    <a:cubicBezTo>
                      <a:pt x="8853" y="15491"/>
                      <a:pt x="8738" y="15491"/>
                      <a:pt x="8619" y="15491"/>
                    </a:cubicBezTo>
                    <a:close/>
                    <a:moveTo>
                      <a:pt x="5940" y="18636"/>
                    </a:moveTo>
                    <a:cubicBezTo>
                      <a:pt x="5940" y="18675"/>
                      <a:pt x="5940" y="18713"/>
                      <a:pt x="5940" y="18753"/>
                    </a:cubicBezTo>
                    <a:cubicBezTo>
                      <a:pt x="5863" y="18753"/>
                      <a:pt x="5787" y="18753"/>
                      <a:pt x="5707" y="18753"/>
                    </a:cubicBezTo>
                    <a:cubicBezTo>
                      <a:pt x="5707" y="18791"/>
                      <a:pt x="5707" y="18830"/>
                      <a:pt x="5707" y="18869"/>
                    </a:cubicBezTo>
                    <a:cubicBezTo>
                      <a:pt x="5631" y="18869"/>
                      <a:pt x="5554" y="18869"/>
                      <a:pt x="5474" y="18869"/>
                    </a:cubicBezTo>
                    <a:cubicBezTo>
                      <a:pt x="5474" y="18908"/>
                      <a:pt x="5474" y="18946"/>
                      <a:pt x="5474" y="18986"/>
                    </a:cubicBezTo>
                    <a:cubicBezTo>
                      <a:pt x="5436" y="18986"/>
                      <a:pt x="5398" y="18986"/>
                      <a:pt x="5358" y="18986"/>
                    </a:cubicBezTo>
                    <a:cubicBezTo>
                      <a:pt x="5358" y="19063"/>
                      <a:pt x="5358" y="19140"/>
                      <a:pt x="5358" y="19219"/>
                    </a:cubicBezTo>
                    <a:cubicBezTo>
                      <a:pt x="5320" y="19219"/>
                      <a:pt x="5281" y="19219"/>
                      <a:pt x="5241" y="19219"/>
                    </a:cubicBezTo>
                    <a:cubicBezTo>
                      <a:pt x="5241" y="19334"/>
                      <a:pt x="5241" y="19449"/>
                      <a:pt x="5241" y="19568"/>
                    </a:cubicBezTo>
                    <a:cubicBezTo>
                      <a:pt x="5203" y="19568"/>
                      <a:pt x="5165" y="19568"/>
                      <a:pt x="5125" y="19568"/>
                    </a:cubicBezTo>
                    <a:cubicBezTo>
                      <a:pt x="5125" y="19683"/>
                      <a:pt x="5125" y="19799"/>
                      <a:pt x="5125" y="19918"/>
                    </a:cubicBezTo>
                    <a:cubicBezTo>
                      <a:pt x="5163" y="19918"/>
                      <a:pt x="5202" y="19918"/>
                      <a:pt x="5241" y="19918"/>
                    </a:cubicBezTo>
                    <a:cubicBezTo>
                      <a:pt x="5241" y="20033"/>
                      <a:pt x="5241" y="20148"/>
                      <a:pt x="5241" y="20267"/>
                    </a:cubicBezTo>
                    <a:cubicBezTo>
                      <a:pt x="5280" y="20267"/>
                      <a:pt x="5318" y="20267"/>
                      <a:pt x="5358" y="20267"/>
                    </a:cubicBezTo>
                    <a:cubicBezTo>
                      <a:pt x="5358" y="20305"/>
                      <a:pt x="5358" y="20344"/>
                      <a:pt x="5358" y="20384"/>
                    </a:cubicBezTo>
                    <a:cubicBezTo>
                      <a:pt x="5396" y="20384"/>
                      <a:pt x="5435" y="20384"/>
                      <a:pt x="5474" y="20384"/>
                    </a:cubicBezTo>
                    <a:cubicBezTo>
                      <a:pt x="5474" y="20422"/>
                      <a:pt x="5474" y="20460"/>
                      <a:pt x="5474" y="20500"/>
                    </a:cubicBezTo>
                    <a:cubicBezTo>
                      <a:pt x="5513" y="20500"/>
                      <a:pt x="5551" y="20500"/>
                      <a:pt x="5591" y="20500"/>
                    </a:cubicBezTo>
                    <a:cubicBezTo>
                      <a:pt x="5591" y="20538"/>
                      <a:pt x="5591" y="20577"/>
                      <a:pt x="5591" y="20616"/>
                    </a:cubicBezTo>
                    <a:cubicBezTo>
                      <a:pt x="5668" y="20616"/>
                      <a:pt x="5745" y="20616"/>
                      <a:pt x="5824" y="20616"/>
                    </a:cubicBezTo>
                    <a:cubicBezTo>
                      <a:pt x="5824" y="20655"/>
                      <a:pt x="5824" y="20693"/>
                      <a:pt x="5824" y="20733"/>
                    </a:cubicBezTo>
                    <a:cubicBezTo>
                      <a:pt x="6093" y="20733"/>
                      <a:pt x="6362" y="20733"/>
                      <a:pt x="6639" y="20733"/>
                    </a:cubicBezTo>
                    <a:cubicBezTo>
                      <a:pt x="6639" y="20695"/>
                      <a:pt x="6639" y="20656"/>
                      <a:pt x="6639" y="20616"/>
                    </a:cubicBezTo>
                    <a:cubicBezTo>
                      <a:pt x="6716" y="20616"/>
                      <a:pt x="6793" y="20616"/>
                      <a:pt x="6872" y="20616"/>
                    </a:cubicBezTo>
                    <a:cubicBezTo>
                      <a:pt x="6872" y="20578"/>
                      <a:pt x="6872" y="20540"/>
                      <a:pt x="6872" y="20500"/>
                    </a:cubicBezTo>
                    <a:cubicBezTo>
                      <a:pt x="6911" y="20500"/>
                      <a:pt x="6949" y="20500"/>
                      <a:pt x="6989" y="20500"/>
                    </a:cubicBezTo>
                    <a:cubicBezTo>
                      <a:pt x="6989" y="20462"/>
                      <a:pt x="6989" y="20423"/>
                      <a:pt x="6989" y="20384"/>
                    </a:cubicBezTo>
                    <a:cubicBezTo>
                      <a:pt x="7027" y="20384"/>
                      <a:pt x="7066" y="20384"/>
                      <a:pt x="7105" y="20384"/>
                    </a:cubicBezTo>
                    <a:cubicBezTo>
                      <a:pt x="7105" y="20345"/>
                      <a:pt x="7105" y="20307"/>
                      <a:pt x="7105" y="20267"/>
                    </a:cubicBezTo>
                    <a:cubicBezTo>
                      <a:pt x="7144" y="20267"/>
                      <a:pt x="7182" y="20267"/>
                      <a:pt x="7222" y="20267"/>
                    </a:cubicBezTo>
                    <a:cubicBezTo>
                      <a:pt x="7222" y="20152"/>
                      <a:pt x="7222" y="20036"/>
                      <a:pt x="7222" y="19918"/>
                    </a:cubicBezTo>
                    <a:cubicBezTo>
                      <a:pt x="7260" y="19918"/>
                      <a:pt x="7298" y="19918"/>
                      <a:pt x="7338" y="19918"/>
                    </a:cubicBezTo>
                    <a:cubicBezTo>
                      <a:pt x="7338" y="19764"/>
                      <a:pt x="7338" y="19610"/>
                      <a:pt x="7338" y="19452"/>
                    </a:cubicBezTo>
                    <a:cubicBezTo>
                      <a:pt x="7300" y="19452"/>
                      <a:pt x="7261" y="19452"/>
                      <a:pt x="7222" y="19452"/>
                    </a:cubicBezTo>
                    <a:cubicBezTo>
                      <a:pt x="7222" y="19375"/>
                      <a:pt x="7222" y="19298"/>
                      <a:pt x="7222" y="19219"/>
                    </a:cubicBezTo>
                    <a:cubicBezTo>
                      <a:pt x="7183" y="19219"/>
                      <a:pt x="7145" y="19219"/>
                      <a:pt x="7105" y="19219"/>
                    </a:cubicBezTo>
                    <a:cubicBezTo>
                      <a:pt x="7105" y="19142"/>
                      <a:pt x="7105" y="19065"/>
                      <a:pt x="7105" y="18986"/>
                    </a:cubicBezTo>
                    <a:cubicBezTo>
                      <a:pt x="7067" y="18986"/>
                      <a:pt x="7028" y="18986"/>
                      <a:pt x="6989" y="18986"/>
                    </a:cubicBezTo>
                    <a:cubicBezTo>
                      <a:pt x="6989" y="18947"/>
                      <a:pt x="6989" y="18909"/>
                      <a:pt x="6989" y="18869"/>
                    </a:cubicBezTo>
                    <a:cubicBezTo>
                      <a:pt x="6912" y="18869"/>
                      <a:pt x="6835" y="18869"/>
                      <a:pt x="6756" y="18869"/>
                    </a:cubicBezTo>
                    <a:cubicBezTo>
                      <a:pt x="6756" y="18831"/>
                      <a:pt x="6756" y="18792"/>
                      <a:pt x="6756" y="18753"/>
                    </a:cubicBezTo>
                    <a:cubicBezTo>
                      <a:pt x="6679" y="18753"/>
                      <a:pt x="6602" y="18753"/>
                      <a:pt x="6523" y="18753"/>
                    </a:cubicBezTo>
                    <a:cubicBezTo>
                      <a:pt x="6523" y="18714"/>
                      <a:pt x="6523" y="18676"/>
                      <a:pt x="6523" y="18636"/>
                    </a:cubicBezTo>
                    <a:cubicBezTo>
                      <a:pt x="6331" y="18636"/>
                      <a:pt x="6138" y="18636"/>
                      <a:pt x="5940" y="18636"/>
                    </a:cubicBezTo>
                    <a:close/>
                    <a:moveTo>
                      <a:pt x="15375" y="18636"/>
                    </a:moveTo>
                    <a:cubicBezTo>
                      <a:pt x="15375" y="18675"/>
                      <a:pt x="15375" y="18713"/>
                      <a:pt x="15375" y="18753"/>
                    </a:cubicBezTo>
                    <a:cubicBezTo>
                      <a:pt x="15260" y="18753"/>
                      <a:pt x="15144" y="18753"/>
                      <a:pt x="15026" y="18753"/>
                    </a:cubicBezTo>
                    <a:cubicBezTo>
                      <a:pt x="15026" y="18791"/>
                      <a:pt x="15026" y="18830"/>
                      <a:pt x="15026" y="18869"/>
                    </a:cubicBezTo>
                    <a:cubicBezTo>
                      <a:pt x="14987" y="18869"/>
                      <a:pt x="14949" y="18869"/>
                      <a:pt x="14909" y="18869"/>
                    </a:cubicBezTo>
                    <a:cubicBezTo>
                      <a:pt x="14909" y="18908"/>
                      <a:pt x="14909" y="18946"/>
                      <a:pt x="14909" y="18986"/>
                    </a:cubicBezTo>
                    <a:cubicBezTo>
                      <a:pt x="14871" y="18986"/>
                      <a:pt x="14832" y="18986"/>
                      <a:pt x="14793" y="18986"/>
                    </a:cubicBezTo>
                    <a:cubicBezTo>
                      <a:pt x="14793" y="19024"/>
                      <a:pt x="14793" y="19063"/>
                      <a:pt x="14793" y="19102"/>
                    </a:cubicBezTo>
                    <a:cubicBezTo>
                      <a:pt x="14754" y="19102"/>
                      <a:pt x="14716" y="19102"/>
                      <a:pt x="14676" y="19102"/>
                    </a:cubicBezTo>
                    <a:cubicBezTo>
                      <a:pt x="14676" y="19141"/>
                      <a:pt x="14676" y="19179"/>
                      <a:pt x="14676" y="19219"/>
                    </a:cubicBezTo>
                    <a:cubicBezTo>
                      <a:pt x="14638" y="19219"/>
                      <a:pt x="14599" y="19219"/>
                      <a:pt x="14560" y="19219"/>
                    </a:cubicBezTo>
                    <a:cubicBezTo>
                      <a:pt x="14560" y="19334"/>
                      <a:pt x="14560" y="19449"/>
                      <a:pt x="14560" y="19568"/>
                    </a:cubicBezTo>
                    <a:cubicBezTo>
                      <a:pt x="14521" y="19568"/>
                      <a:pt x="14483" y="19568"/>
                      <a:pt x="14443" y="19568"/>
                    </a:cubicBezTo>
                    <a:cubicBezTo>
                      <a:pt x="14443" y="19683"/>
                      <a:pt x="14443" y="19799"/>
                      <a:pt x="14443" y="19918"/>
                    </a:cubicBezTo>
                    <a:cubicBezTo>
                      <a:pt x="14482" y="19918"/>
                      <a:pt x="14520" y="19918"/>
                      <a:pt x="14560" y="19918"/>
                    </a:cubicBezTo>
                    <a:cubicBezTo>
                      <a:pt x="14560" y="20033"/>
                      <a:pt x="14560" y="20148"/>
                      <a:pt x="14560" y="20267"/>
                    </a:cubicBezTo>
                    <a:cubicBezTo>
                      <a:pt x="14598" y="20267"/>
                      <a:pt x="14637" y="20267"/>
                      <a:pt x="14676" y="20267"/>
                    </a:cubicBezTo>
                    <a:cubicBezTo>
                      <a:pt x="14676" y="20305"/>
                      <a:pt x="14676" y="20344"/>
                      <a:pt x="14676" y="20384"/>
                    </a:cubicBezTo>
                    <a:cubicBezTo>
                      <a:pt x="14715" y="20384"/>
                      <a:pt x="14753" y="20384"/>
                      <a:pt x="14793" y="20384"/>
                    </a:cubicBezTo>
                    <a:cubicBezTo>
                      <a:pt x="14793" y="20422"/>
                      <a:pt x="14793" y="20460"/>
                      <a:pt x="14793" y="20500"/>
                    </a:cubicBezTo>
                    <a:cubicBezTo>
                      <a:pt x="14831" y="20500"/>
                      <a:pt x="14869" y="20500"/>
                      <a:pt x="14909" y="20500"/>
                    </a:cubicBezTo>
                    <a:cubicBezTo>
                      <a:pt x="14909" y="20538"/>
                      <a:pt x="14909" y="20577"/>
                      <a:pt x="14909" y="20616"/>
                    </a:cubicBezTo>
                    <a:cubicBezTo>
                      <a:pt x="14948" y="20616"/>
                      <a:pt x="14986" y="20616"/>
                      <a:pt x="15026" y="20616"/>
                    </a:cubicBezTo>
                    <a:cubicBezTo>
                      <a:pt x="15026" y="20655"/>
                      <a:pt x="15026" y="20693"/>
                      <a:pt x="15026" y="20733"/>
                    </a:cubicBezTo>
                    <a:cubicBezTo>
                      <a:pt x="15333" y="20733"/>
                      <a:pt x="15641" y="20733"/>
                      <a:pt x="15957" y="20733"/>
                    </a:cubicBezTo>
                    <a:cubicBezTo>
                      <a:pt x="15957" y="20695"/>
                      <a:pt x="15957" y="20656"/>
                      <a:pt x="15957" y="20616"/>
                    </a:cubicBezTo>
                    <a:cubicBezTo>
                      <a:pt x="16034" y="20616"/>
                      <a:pt x="16111" y="20616"/>
                      <a:pt x="16190" y="20616"/>
                    </a:cubicBezTo>
                    <a:cubicBezTo>
                      <a:pt x="16190" y="20578"/>
                      <a:pt x="16190" y="20540"/>
                      <a:pt x="16190" y="20500"/>
                    </a:cubicBezTo>
                    <a:cubicBezTo>
                      <a:pt x="16229" y="20500"/>
                      <a:pt x="16267" y="20500"/>
                      <a:pt x="16307" y="20500"/>
                    </a:cubicBezTo>
                    <a:cubicBezTo>
                      <a:pt x="16307" y="20462"/>
                      <a:pt x="16307" y="20423"/>
                      <a:pt x="16307" y="20384"/>
                    </a:cubicBezTo>
                    <a:cubicBezTo>
                      <a:pt x="16345" y="20384"/>
                      <a:pt x="16384" y="20384"/>
                      <a:pt x="16423" y="20384"/>
                    </a:cubicBezTo>
                    <a:cubicBezTo>
                      <a:pt x="16423" y="20307"/>
                      <a:pt x="16423" y="20230"/>
                      <a:pt x="16423" y="20151"/>
                    </a:cubicBezTo>
                    <a:cubicBezTo>
                      <a:pt x="16462" y="20151"/>
                      <a:pt x="16500" y="20151"/>
                      <a:pt x="16540" y="20151"/>
                    </a:cubicBezTo>
                    <a:cubicBezTo>
                      <a:pt x="16540" y="19843"/>
                      <a:pt x="16540" y="19536"/>
                      <a:pt x="16540" y="19219"/>
                    </a:cubicBezTo>
                    <a:cubicBezTo>
                      <a:pt x="16501" y="19219"/>
                      <a:pt x="16463" y="19219"/>
                      <a:pt x="16423" y="19219"/>
                    </a:cubicBezTo>
                    <a:cubicBezTo>
                      <a:pt x="16423" y="19180"/>
                      <a:pt x="16423" y="19142"/>
                      <a:pt x="16423" y="19102"/>
                    </a:cubicBezTo>
                    <a:cubicBezTo>
                      <a:pt x="16385" y="19102"/>
                      <a:pt x="16346" y="19102"/>
                      <a:pt x="16307" y="19102"/>
                    </a:cubicBezTo>
                    <a:cubicBezTo>
                      <a:pt x="16307" y="19064"/>
                      <a:pt x="16307" y="19025"/>
                      <a:pt x="16307" y="18986"/>
                    </a:cubicBezTo>
                    <a:cubicBezTo>
                      <a:pt x="16268" y="18986"/>
                      <a:pt x="16230" y="18986"/>
                      <a:pt x="16190" y="18986"/>
                    </a:cubicBezTo>
                    <a:cubicBezTo>
                      <a:pt x="16190" y="18947"/>
                      <a:pt x="16190" y="18909"/>
                      <a:pt x="16190" y="18869"/>
                    </a:cubicBezTo>
                    <a:cubicBezTo>
                      <a:pt x="16152" y="18869"/>
                      <a:pt x="16113" y="18869"/>
                      <a:pt x="16074" y="18869"/>
                    </a:cubicBezTo>
                    <a:cubicBezTo>
                      <a:pt x="16074" y="18831"/>
                      <a:pt x="16074" y="18792"/>
                      <a:pt x="16074" y="18753"/>
                    </a:cubicBezTo>
                    <a:cubicBezTo>
                      <a:pt x="15959" y="18753"/>
                      <a:pt x="15843" y="18753"/>
                      <a:pt x="15724" y="18753"/>
                    </a:cubicBezTo>
                    <a:cubicBezTo>
                      <a:pt x="15724" y="18714"/>
                      <a:pt x="15724" y="18676"/>
                      <a:pt x="15724" y="18636"/>
                    </a:cubicBezTo>
                    <a:cubicBezTo>
                      <a:pt x="15609" y="18636"/>
                      <a:pt x="15494" y="18636"/>
                      <a:pt x="15375" y="18636"/>
                    </a:cubicBezTo>
                    <a:close/>
                  </a:path>
                </a:pathLst>
              </a:custGeom>
              <a:solidFill>
                <a:srgbClr val="251047"/>
              </a:solidFill>
              <a:ln w="740" cap="flat">
                <a:noFill/>
              </a:ln>
            </p:spPr>
          </p:sp>
          <p:sp>
            <p:nvSpPr>
              <p:cNvPr id="1210" name="ICON_TOOL_MODELS_path_002"/>
              <p:cNvSpPr/>
              <p:nvPr/>
            </p:nvSpPr>
            <p:spPr>
              <a:xfrm>
                <a:off x="5301691" y="5179619"/>
                <a:ext cx="92555" cy="154698"/>
              </a:xfrm>
              <a:custGeom>
                <a:avLst/>
                <a:gdLst/>
                <a:ahLst/>
                <a:cxnLst/>
                <a:rect l="0" t="0" r="r" b="b"/>
                <a:pathLst>
                  <a:path w="7288" h="12181" fill="norm" stroke="0">
                    <a:moveTo>
                      <a:pt x="5463" y="0"/>
                    </a:moveTo>
                    <a:cubicBezTo>
                      <a:pt x="5600" y="30"/>
                      <a:pt x="5700" y="87"/>
                      <a:pt x="5809" y="172"/>
                    </a:cubicBezTo>
                    <a:cubicBezTo>
                      <a:pt x="5816" y="177"/>
                      <a:pt x="5816" y="177"/>
                      <a:pt x="5849" y="202"/>
                    </a:cubicBezTo>
                    <a:cubicBezTo>
                      <a:pt x="5885" y="232"/>
                      <a:pt x="5885" y="232"/>
                      <a:pt x="5940" y="292"/>
                    </a:cubicBezTo>
                    <a:cubicBezTo>
                      <a:pt x="5941" y="331"/>
                      <a:pt x="5941" y="370"/>
                      <a:pt x="5940" y="409"/>
                    </a:cubicBezTo>
                    <a:cubicBezTo>
                      <a:pt x="5960" y="418"/>
                      <a:pt x="5960" y="418"/>
                      <a:pt x="6057" y="467"/>
                    </a:cubicBezTo>
                    <a:cubicBezTo>
                      <a:pt x="5961" y="506"/>
                      <a:pt x="5865" y="544"/>
                      <a:pt x="5766" y="584"/>
                    </a:cubicBezTo>
                    <a:cubicBezTo>
                      <a:pt x="5766" y="660"/>
                      <a:pt x="5766" y="737"/>
                      <a:pt x="5766" y="817"/>
                    </a:cubicBezTo>
                    <a:cubicBezTo>
                      <a:pt x="5804" y="817"/>
                      <a:pt x="5842" y="817"/>
                      <a:pt x="5882" y="817"/>
                    </a:cubicBezTo>
                    <a:cubicBezTo>
                      <a:pt x="5882" y="932"/>
                      <a:pt x="5882" y="1047"/>
                      <a:pt x="5882" y="1166"/>
                    </a:cubicBezTo>
                    <a:cubicBezTo>
                      <a:pt x="5997" y="1166"/>
                      <a:pt x="6113" y="1166"/>
                      <a:pt x="6232" y="1166"/>
                    </a:cubicBezTo>
                    <a:cubicBezTo>
                      <a:pt x="6232" y="1089"/>
                      <a:pt x="6232" y="1012"/>
                      <a:pt x="6232" y="933"/>
                    </a:cubicBezTo>
                    <a:cubicBezTo>
                      <a:pt x="6193" y="933"/>
                      <a:pt x="6155" y="933"/>
                      <a:pt x="6115" y="933"/>
                    </a:cubicBezTo>
                    <a:cubicBezTo>
                      <a:pt x="6115" y="798"/>
                      <a:pt x="6115" y="664"/>
                      <a:pt x="6115" y="525"/>
                    </a:cubicBezTo>
                    <a:cubicBezTo>
                      <a:pt x="6192" y="545"/>
                      <a:pt x="6269" y="564"/>
                      <a:pt x="6348" y="584"/>
                    </a:cubicBezTo>
                    <a:cubicBezTo>
                      <a:pt x="6348" y="622"/>
                      <a:pt x="6348" y="660"/>
                      <a:pt x="6348" y="700"/>
                    </a:cubicBezTo>
                    <a:cubicBezTo>
                      <a:pt x="6386" y="700"/>
                      <a:pt x="6425" y="700"/>
                      <a:pt x="6464" y="700"/>
                    </a:cubicBezTo>
                    <a:cubicBezTo>
                      <a:pt x="6474" y="738"/>
                      <a:pt x="6474" y="738"/>
                      <a:pt x="6523" y="933"/>
                    </a:cubicBezTo>
                    <a:cubicBezTo>
                      <a:pt x="6465" y="933"/>
                      <a:pt x="6407" y="933"/>
                      <a:pt x="6348" y="933"/>
                    </a:cubicBezTo>
                    <a:cubicBezTo>
                      <a:pt x="6348" y="1010"/>
                      <a:pt x="6348" y="1087"/>
                      <a:pt x="6348" y="1166"/>
                    </a:cubicBezTo>
                    <a:cubicBezTo>
                      <a:pt x="6386" y="1166"/>
                      <a:pt x="6425" y="1166"/>
                      <a:pt x="6464" y="1166"/>
                    </a:cubicBezTo>
                    <a:cubicBezTo>
                      <a:pt x="6464" y="1204"/>
                      <a:pt x="6464" y="1243"/>
                      <a:pt x="6464" y="1282"/>
                    </a:cubicBezTo>
                    <a:cubicBezTo>
                      <a:pt x="6561" y="1282"/>
                      <a:pt x="6657" y="1282"/>
                      <a:pt x="6756" y="1282"/>
                    </a:cubicBezTo>
                    <a:cubicBezTo>
                      <a:pt x="6736" y="1359"/>
                      <a:pt x="6717" y="1436"/>
                      <a:pt x="6697" y="1515"/>
                    </a:cubicBezTo>
                    <a:cubicBezTo>
                      <a:pt x="6659" y="1515"/>
                      <a:pt x="6621" y="1515"/>
                      <a:pt x="6581" y="1515"/>
                    </a:cubicBezTo>
                    <a:cubicBezTo>
                      <a:pt x="6581" y="1554"/>
                      <a:pt x="6581" y="1592"/>
                      <a:pt x="6581" y="1632"/>
                    </a:cubicBezTo>
                    <a:cubicBezTo>
                      <a:pt x="6543" y="1632"/>
                      <a:pt x="6504" y="1632"/>
                      <a:pt x="6464" y="1632"/>
                    </a:cubicBezTo>
                    <a:cubicBezTo>
                      <a:pt x="6541" y="1709"/>
                      <a:pt x="6618" y="1786"/>
                      <a:pt x="6697" y="1865"/>
                    </a:cubicBezTo>
                    <a:cubicBezTo>
                      <a:pt x="6697" y="1826"/>
                      <a:pt x="6697" y="1788"/>
                      <a:pt x="6697" y="1748"/>
                    </a:cubicBezTo>
                    <a:cubicBezTo>
                      <a:pt x="6813" y="1748"/>
                      <a:pt x="6928" y="1748"/>
                      <a:pt x="7047" y="1748"/>
                    </a:cubicBezTo>
                    <a:cubicBezTo>
                      <a:pt x="7124" y="1958"/>
                      <a:pt x="7178" y="2150"/>
                      <a:pt x="7202" y="2373"/>
                    </a:cubicBezTo>
                    <a:cubicBezTo>
                      <a:pt x="7216" y="2500"/>
                      <a:pt x="7216" y="2500"/>
                      <a:pt x="7280" y="2564"/>
                    </a:cubicBezTo>
                    <a:cubicBezTo>
                      <a:pt x="7287" y="2612"/>
                      <a:pt x="7287" y="2612"/>
                      <a:pt x="7288" y="2669"/>
                    </a:cubicBezTo>
                    <a:cubicBezTo>
                      <a:pt x="7288" y="2690"/>
                      <a:pt x="7288" y="2710"/>
                      <a:pt x="7288" y="2732"/>
                    </a:cubicBezTo>
                    <a:cubicBezTo>
                      <a:pt x="7288" y="2753"/>
                      <a:pt x="7287" y="2774"/>
                      <a:pt x="7287" y="2797"/>
                    </a:cubicBezTo>
                    <a:cubicBezTo>
                      <a:pt x="7287" y="2818"/>
                      <a:pt x="7288" y="2840"/>
                      <a:pt x="7288" y="2862"/>
                    </a:cubicBezTo>
                    <a:cubicBezTo>
                      <a:pt x="7288" y="2882"/>
                      <a:pt x="7288" y="2903"/>
                      <a:pt x="7288" y="2924"/>
                    </a:cubicBezTo>
                    <a:cubicBezTo>
                      <a:pt x="7288" y="2943"/>
                      <a:pt x="7287" y="2962"/>
                      <a:pt x="7287" y="2981"/>
                    </a:cubicBezTo>
                    <a:cubicBezTo>
                      <a:pt x="7280" y="3030"/>
                      <a:pt x="7280" y="3030"/>
                      <a:pt x="7222" y="3088"/>
                    </a:cubicBezTo>
                    <a:cubicBezTo>
                      <a:pt x="7212" y="3149"/>
                      <a:pt x="7212" y="3149"/>
                      <a:pt x="7209" y="3223"/>
                    </a:cubicBezTo>
                    <a:cubicBezTo>
                      <a:pt x="7208" y="3251"/>
                      <a:pt x="7206" y="3278"/>
                      <a:pt x="7205" y="3306"/>
                    </a:cubicBezTo>
                    <a:cubicBezTo>
                      <a:pt x="7204" y="3313"/>
                      <a:pt x="7204" y="3313"/>
                      <a:pt x="7202" y="3349"/>
                    </a:cubicBezTo>
                    <a:cubicBezTo>
                      <a:pt x="7189" y="3579"/>
                      <a:pt x="7174" y="3766"/>
                      <a:pt x="7032" y="3955"/>
                    </a:cubicBezTo>
                    <a:cubicBezTo>
                      <a:pt x="6981" y="4030"/>
                      <a:pt x="6958" y="4105"/>
                      <a:pt x="6934" y="4191"/>
                    </a:cubicBezTo>
                    <a:cubicBezTo>
                      <a:pt x="6889" y="4346"/>
                      <a:pt x="6816" y="4467"/>
                      <a:pt x="6721" y="4597"/>
                    </a:cubicBezTo>
                    <a:cubicBezTo>
                      <a:pt x="6669" y="4668"/>
                      <a:pt x="6633" y="4728"/>
                      <a:pt x="6609" y="4813"/>
                    </a:cubicBezTo>
                    <a:cubicBezTo>
                      <a:pt x="6581" y="4893"/>
                      <a:pt x="6581" y="4893"/>
                      <a:pt x="6537" y="4925"/>
                    </a:cubicBezTo>
                    <a:cubicBezTo>
                      <a:pt x="6349" y="4966"/>
                      <a:pt x="6183" y="4933"/>
                      <a:pt x="5999" y="4893"/>
                    </a:cubicBezTo>
                    <a:cubicBezTo>
                      <a:pt x="5999" y="4932"/>
                      <a:pt x="5999" y="4970"/>
                      <a:pt x="5999" y="5010"/>
                    </a:cubicBezTo>
                    <a:cubicBezTo>
                      <a:pt x="5883" y="5010"/>
                      <a:pt x="5768" y="5010"/>
                      <a:pt x="5649" y="5010"/>
                    </a:cubicBezTo>
                    <a:cubicBezTo>
                      <a:pt x="5649" y="5048"/>
                      <a:pt x="5649" y="5087"/>
                      <a:pt x="5649" y="5126"/>
                    </a:cubicBezTo>
                    <a:cubicBezTo>
                      <a:pt x="5611" y="5126"/>
                      <a:pt x="5572" y="5126"/>
                      <a:pt x="5533" y="5126"/>
                    </a:cubicBezTo>
                    <a:cubicBezTo>
                      <a:pt x="5533" y="5165"/>
                      <a:pt x="5533" y="5203"/>
                      <a:pt x="5533" y="5243"/>
                    </a:cubicBezTo>
                    <a:cubicBezTo>
                      <a:pt x="5571" y="5243"/>
                      <a:pt x="5610" y="5243"/>
                      <a:pt x="5649" y="5243"/>
                    </a:cubicBezTo>
                    <a:cubicBezTo>
                      <a:pt x="5727" y="5545"/>
                      <a:pt x="5727" y="5545"/>
                      <a:pt x="5649" y="5709"/>
                    </a:cubicBezTo>
                    <a:cubicBezTo>
                      <a:pt x="5611" y="5709"/>
                      <a:pt x="5572" y="5709"/>
                      <a:pt x="5533" y="5709"/>
                    </a:cubicBezTo>
                    <a:cubicBezTo>
                      <a:pt x="5457" y="6123"/>
                      <a:pt x="5457" y="6123"/>
                      <a:pt x="5514" y="6292"/>
                    </a:cubicBezTo>
                    <a:cubicBezTo>
                      <a:pt x="5538" y="6364"/>
                      <a:pt x="5551" y="6435"/>
                      <a:pt x="5565" y="6509"/>
                    </a:cubicBezTo>
                    <a:cubicBezTo>
                      <a:pt x="5574" y="6553"/>
                      <a:pt x="5582" y="6596"/>
                      <a:pt x="5591" y="6640"/>
                    </a:cubicBezTo>
                    <a:cubicBezTo>
                      <a:pt x="5495" y="6640"/>
                      <a:pt x="5399" y="6640"/>
                      <a:pt x="5300" y="6640"/>
                    </a:cubicBezTo>
                    <a:cubicBezTo>
                      <a:pt x="5300" y="6563"/>
                      <a:pt x="5300" y="6487"/>
                      <a:pt x="5300" y="6407"/>
                    </a:cubicBezTo>
                    <a:cubicBezTo>
                      <a:pt x="5223" y="6407"/>
                      <a:pt x="5146" y="6407"/>
                      <a:pt x="5067" y="6407"/>
                    </a:cubicBezTo>
                    <a:cubicBezTo>
                      <a:pt x="5067" y="6484"/>
                      <a:pt x="5067" y="6561"/>
                      <a:pt x="5067" y="6640"/>
                    </a:cubicBezTo>
                    <a:cubicBezTo>
                      <a:pt x="5105" y="6640"/>
                      <a:pt x="5144" y="6640"/>
                      <a:pt x="5183" y="6640"/>
                    </a:cubicBezTo>
                    <a:cubicBezTo>
                      <a:pt x="5183" y="6717"/>
                      <a:pt x="5183" y="6794"/>
                      <a:pt x="5183" y="6873"/>
                    </a:cubicBezTo>
                    <a:cubicBezTo>
                      <a:pt x="5222" y="6873"/>
                      <a:pt x="5260" y="6873"/>
                      <a:pt x="5300" y="6873"/>
                    </a:cubicBezTo>
                    <a:cubicBezTo>
                      <a:pt x="5300" y="7027"/>
                      <a:pt x="5300" y="7181"/>
                      <a:pt x="5300" y="7339"/>
                    </a:cubicBezTo>
                    <a:cubicBezTo>
                      <a:pt x="5377" y="7339"/>
                      <a:pt x="5453" y="7339"/>
                      <a:pt x="5533" y="7339"/>
                    </a:cubicBezTo>
                    <a:cubicBezTo>
                      <a:pt x="5533" y="7378"/>
                      <a:pt x="5533" y="7416"/>
                      <a:pt x="5533" y="7456"/>
                    </a:cubicBezTo>
                    <a:cubicBezTo>
                      <a:pt x="5456" y="7456"/>
                      <a:pt x="5379" y="7456"/>
                      <a:pt x="5300" y="7456"/>
                    </a:cubicBezTo>
                    <a:cubicBezTo>
                      <a:pt x="5300" y="7571"/>
                      <a:pt x="5300" y="7686"/>
                      <a:pt x="5300" y="7805"/>
                    </a:cubicBezTo>
                    <a:cubicBezTo>
                      <a:pt x="5261" y="7805"/>
                      <a:pt x="5223" y="7805"/>
                      <a:pt x="5183" y="7805"/>
                    </a:cubicBezTo>
                    <a:cubicBezTo>
                      <a:pt x="5183" y="7844"/>
                      <a:pt x="5183" y="7882"/>
                      <a:pt x="5183" y="7922"/>
                    </a:cubicBezTo>
                    <a:cubicBezTo>
                      <a:pt x="5145" y="7922"/>
                      <a:pt x="5106" y="7922"/>
                      <a:pt x="5067" y="7922"/>
                    </a:cubicBezTo>
                    <a:cubicBezTo>
                      <a:pt x="5067" y="7960"/>
                      <a:pt x="5067" y="7998"/>
                      <a:pt x="5067" y="8038"/>
                    </a:cubicBezTo>
                    <a:cubicBezTo>
                      <a:pt x="5105" y="8038"/>
                      <a:pt x="5144" y="8038"/>
                      <a:pt x="5183" y="8038"/>
                    </a:cubicBezTo>
                    <a:cubicBezTo>
                      <a:pt x="5183" y="8077"/>
                      <a:pt x="5183" y="8115"/>
                      <a:pt x="5183" y="8155"/>
                    </a:cubicBezTo>
                    <a:cubicBezTo>
                      <a:pt x="5222" y="8155"/>
                      <a:pt x="5260" y="8155"/>
                      <a:pt x="5300" y="8155"/>
                    </a:cubicBezTo>
                    <a:cubicBezTo>
                      <a:pt x="5434" y="8426"/>
                      <a:pt x="5434" y="8426"/>
                      <a:pt x="5405" y="8562"/>
                    </a:cubicBezTo>
                    <a:cubicBezTo>
                      <a:pt x="5356" y="8704"/>
                      <a:pt x="5281" y="8856"/>
                      <a:pt x="5183" y="8970"/>
                    </a:cubicBezTo>
                    <a:cubicBezTo>
                      <a:pt x="5119" y="8978"/>
                      <a:pt x="5119" y="8978"/>
                      <a:pt x="5067" y="8970"/>
                    </a:cubicBezTo>
                    <a:cubicBezTo>
                      <a:pt x="5067" y="9008"/>
                      <a:pt x="5067" y="9047"/>
                      <a:pt x="5067" y="9086"/>
                    </a:cubicBezTo>
                    <a:cubicBezTo>
                      <a:pt x="5028" y="9086"/>
                      <a:pt x="4990" y="9086"/>
                      <a:pt x="4950" y="9086"/>
                    </a:cubicBezTo>
                    <a:cubicBezTo>
                      <a:pt x="4950" y="9125"/>
                      <a:pt x="4950" y="9163"/>
                      <a:pt x="4950" y="9203"/>
                    </a:cubicBezTo>
                    <a:cubicBezTo>
                      <a:pt x="4777" y="9263"/>
                      <a:pt x="4657" y="9263"/>
                      <a:pt x="4484" y="9203"/>
                    </a:cubicBezTo>
                    <a:cubicBezTo>
                      <a:pt x="4484" y="9241"/>
                      <a:pt x="4484" y="9280"/>
                      <a:pt x="4484" y="9319"/>
                    </a:cubicBezTo>
                    <a:cubicBezTo>
                      <a:pt x="4446" y="9319"/>
                      <a:pt x="4408" y="9319"/>
                      <a:pt x="4368" y="9319"/>
                    </a:cubicBezTo>
                    <a:cubicBezTo>
                      <a:pt x="4368" y="9358"/>
                      <a:pt x="4368" y="9396"/>
                      <a:pt x="4368" y="9436"/>
                    </a:cubicBezTo>
                    <a:cubicBezTo>
                      <a:pt x="4329" y="9436"/>
                      <a:pt x="4291" y="9436"/>
                      <a:pt x="4251" y="9436"/>
                    </a:cubicBezTo>
                    <a:cubicBezTo>
                      <a:pt x="4251" y="9474"/>
                      <a:pt x="4251" y="9513"/>
                      <a:pt x="4251" y="9552"/>
                    </a:cubicBezTo>
                    <a:cubicBezTo>
                      <a:pt x="4098" y="9552"/>
                      <a:pt x="3944" y="9552"/>
                      <a:pt x="3786" y="9552"/>
                    </a:cubicBezTo>
                    <a:cubicBezTo>
                      <a:pt x="3786" y="9591"/>
                      <a:pt x="3786" y="9629"/>
                      <a:pt x="3786" y="9669"/>
                    </a:cubicBezTo>
                    <a:cubicBezTo>
                      <a:pt x="3747" y="9669"/>
                      <a:pt x="3709" y="9669"/>
                      <a:pt x="3669" y="9669"/>
                    </a:cubicBezTo>
                    <a:cubicBezTo>
                      <a:pt x="3669" y="9707"/>
                      <a:pt x="3669" y="9746"/>
                      <a:pt x="3669" y="9785"/>
                    </a:cubicBezTo>
                    <a:cubicBezTo>
                      <a:pt x="3515" y="9804"/>
                      <a:pt x="3362" y="9824"/>
                      <a:pt x="3203" y="9843"/>
                    </a:cubicBezTo>
                    <a:cubicBezTo>
                      <a:pt x="3165" y="10016"/>
                      <a:pt x="3126" y="10189"/>
                      <a:pt x="3087" y="10368"/>
                    </a:cubicBezTo>
                    <a:cubicBezTo>
                      <a:pt x="3048" y="10368"/>
                      <a:pt x="3010" y="10368"/>
                      <a:pt x="2970" y="10368"/>
                    </a:cubicBezTo>
                    <a:cubicBezTo>
                      <a:pt x="2971" y="10374"/>
                      <a:pt x="2971" y="10374"/>
                      <a:pt x="2973" y="10408"/>
                    </a:cubicBezTo>
                    <a:cubicBezTo>
                      <a:pt x="2979" y="10512"/>
                      <a:pt x="2983" y="10616"/>
                      <a:pt x="2981" y="10720"/>
                    </a:cubicBezTo>
                    <a:cubicBezTo>
                      <a:pt x="2981" y="10739"/>
                      <a:pt x="2981" y="10759"/>
                      <a:pt x="2980" y="10779"/>
                    </a:cubicBezTo>
                    <a:cubicBezTo>
                      <a:pt x="2964" y="10865"/>
                      <a:pt x="2916" y="10909"/>
                      <a:pt x="2846" y="10959"/>
                    </a:cubicBezTo>
                    <a:cubicBezTo>
                      <a:pt x="2727" y="11075"/>
                      <a:pt x="2679" y="11263"/>
                      <a:pt x="2621" y="11416"/>
                    </a:cubicBezTo>
                    <a:cubicBezTo>
                      <a:pt x="2582" y="11416"/>
                      <a:pt x="2544" y="11416"/>
                      <a:pt x="2504" y="11416"/>
                    </a:cubicBezTo>
                    <a:cubicBezTo>
                      <a:pt x="2504" y="11454"/>
                      <a:pt x="2504" y="11493"/>
                      <a:pt x="2504" y="11532"/>
                    </a:cubicBezTo>
                    <a:cubicBezTo>
                      <a:pt x="2466" y="11532"/>
                      <a:pt x="2427" y="11532"/>
                      <a:pt x="2388" y="11532"/>
                    </a:cubicBezTo>
                    <a:cubicBezTo>
                      <a:pt x="2388" y="11571"/>
                      <a:pt x="2388" y="11609"/>
                      <a:pt x="2388" y="11649"/>
                    </a:cubicBezTo>
                    <a:cubicBezTo>
                      <a:pt x="2349" y="11649"/>
                      <a:pt x="2311" y="11649"/>
                      <a:pt x="2271" y="11649"/>
                    </a:cubicBezTo>
                    <a:cubicBezTo>
                      <a:pt x="2271" y="11687"/>
                      <a:pt x="2271" y="11726"/>
                      <a:pt x="2271" y="11765"/>
                    </a:cubicBezTo>
                    <a:cubicBezTo>
                      <a:pt x="2233" y="11765"/>
                      <a:pt x="2194" y="11765"/>
                      <a:pt x="2155" y="11765"/>
                    </a:cubicBezTo>
                    <a:cubicBezTo>
                      <a:pt x="2155" y="11804"/>
                      <a:pt x="2155" y="11842"/>
                      <a:pt x="2155" y="11882"/>
                    </a:cubicBezTo>
                    <a:cubicBezTo>
                      <a:pt x="2141" y="11885"/>
                      <a:pt x="2141" y="11885"/>
                      <a:pt x="2072" y="11902"/>
                    </a:cubicBezTo>
                    <a:cubicBezTo>
                      <a:pt x="1970" y="11928"/>
                      <a:pt x="1868" y="11953"/>
                      <a:pt x="1766" y="11978"/>
                    </a:cubicBezTo>
                    <a:cubicBezTo>
                      <a:pt x="1722" y="11989"/>
                      <a:pt x="1678" y="12000"/>
                      <a:pt x="1634" y="12011"/>
                    </a:cubicBezTo>
                    <a:cubicBezTo>
                      <a:pt x="1571" y="12027"/>
                      <a:pt x="1507" y="12042"/>
                      <a:pt x="1444" y="12058"/>
                    </a:cubicBezTo>
                    <a:cubicBezTo>
                      <a:pt x="1434" y="12061"/>
                      <a:pt x="1434" y="12061"/>
                      <a:pt x="1385" y="12073"/>
                    </a:cubicBezTo>
                    <a:cubicBezTo>
                      <a:pt x="1299" y="12094"/>
                      <a:pt x="1214" y="12117"/>
                      <a:pt x="1131" y="12147"/>
                    </a:cubicBezTo>
                    <a:cubicBezTo>
                      <a:pt x="1051" y="12172"/>
                      <a:pt x="989" y="12180"/>
                      <a:pt x="906" y="12181"/>
                    </a:cubicBezTo>
                    <a:cubicBezTo>
                      <a:pt x="880" y="12181"/>
                      <a:pt x="855" y="12181"/>
                      <a:pt x="829" y="12181"/>
                    </a:cubicBezTo>
                    <a:cubicBezTo>
                      <a:pt x="803" y="12181"/>
                      <a:pt x="777" y="12181"/>
                      <a:pt x="750" y="12180"/>
                    </a:cubicBezTo>
                    <a:cubicBezTo>
                      <a:pt x="723" y="12180"/>
                      <a:pt x="697" y="12181"/>
                      <a:pt x="670" y="12181"/>
                    </a:cubicBezTo>
                    <a:cubicBezTo>
                      <a:pt x="644" y="12181"/>
                      <a:pt x="619" y="12181"/>
                      <a:pt x="593" y="12181"/>
                    </a:cubicBezTo>
                    <a:cubicBezTo>
                      <a:pt x="570" y="12181"/>
                      <a:pt x="547" y="12181"/>
                      <a:pt x="523" y="12181"/>
                    </a:cubicBezTo>
                    <a:cubicBezTo>
                      <a:pt x="466" y="12173"/>
                      <a:pt x="466" y="12173"/>
                      <a:pt x="408" y="12115"/>
                    </a:cubicBezTo>
                    <a:cubicBezTo>
                      <a:pt x="364" y="12103"/>
                      <a:pt x="364" y="12103"/>
                      <a:pt x="313" y="12096"/>
                    </a:cubicBezTo>
                    <a:cubicBezTo>
                      <a:pt x="295" y="12094"/>
                      <a:pt x="276" y="12091"/>
                      <a:pt x="258" y="12089"/>
                    </a:cubicBezTo>
                    <a:cubicBezTo>
                      <a:pt x="239" y="12087"/>
                      <a:pt x="220" y="12084"/>
                      <a:pt x="200" y="12082"/>
                    </a:cubicBezTo>
                    <a:cubicBezTo>
                      <a:pt x="191" y="12081"/>
                      <a:pt x="191" y="12081"/>
                      <a:pt x="142" y="12074"/>
                    </a:cubicBezTo>
                    <a:cubicBezTo>
                      <a:pt x="95" y="12068"/>
                      <a:pt x="47" y="12062"/>
                      <a:pt x="0" y="12057"/>
                    </a:cubicBezTo>
                    <a:cubicBezTo>
                      <a:pt x="19" y="11960"/>
                      <a:pt x="38" y="11864"/>
                      <a:pt x="58" y="11765"/>
                    </a:cubicBezTo>
                    <a:cubicBezTo>
                      <a:pt x="97" y="11765"/>
                      <a:pt x="135" y="11765"/>
                      <a:pt x="175" y="11765"/>
                    </a:cubicBezTo>
                    <a:cubicBezTo>
                      <a:pt x="175" y="11727"/>
                      <a:pt x="175" y="11688"/>
                      <a:pt x="175" y="11649"/>
                    </a:cubicBezTo>
                    <a:cubicBezTo>
                      <a:pt x="213" y="11649"/>
                      <a:pt x="252" y="11649"/>
                      <a:pt x="291" y="11649"/>
                    </a:cubicBezTo>
                    <a:cubicBezTo>
                      <a:pt x="291" y="11610"/>
                      <a:pt x="291" y="11572"/>
                      <a:pt x="291" y="11532"/>
                    </a:cubicBezTo>
                    <a:cubicBezTo>
                      <a:pt x="330" y="11532"/>
                      <a:pt x="368" y="11532"/>
                      <a:pt x="408" y="11532"/>
                    </a:cubicBezTo>
                    <a:cubicBezTo>
                      <a:pt x="408" y="11494"/>
                      <a:pt x="408" y="11456"/>
                      <a:pt x="408" y="11416"/>
                    </a:cubicBezTo>
                    <a:cubicBezTo>
                      <a:pt x="446" y="11416"/>
                      <a:pt x="485" y="11416"/>
                      <a:pt x="524" y="11416"/>
                    </a:cubicBezTo>
                    <a:cubicBezTo>
                      <a:pt x="524" y="11377"/>
                      <a:pt x="524" y="11339"/>
                      <a:pt x="524" y="11299"/>
                    </a:cubicBezTo>
                    <a:cubicBezTo>
                      <a:pt x="563" y="11299"/>
                      <a:pt x="601" y="11299"/>
                      <a:pt x="641" y="11299"/>
                    </a:cubicBezTo>
                    <a:cubicBezTo>
                      <a:pt x="641" y="11223"/>
                      <a:pt x="641" y="11146"/>
                      <a:pt x="641" y="11067"/>
                    </a:cubicBezTo>
                    <a:cubicBezTo>
                      <a:pt x="679" y="11067"/>
                      <a:pt x="717" y="11067"/>
                      <a:pt x="757" y="11067"/>
                    </a:cubicBezTo>
                    <a:cubicBezTo>
                      <a:pt x="810" y="10931"/>
                      <a:pt x="824" y="10817"/>
                      <a:pt x="823" y="10673"/>
                    </a:cubicBezTo>
                    <a:cubicBezTo>
                      <a:pt x="823" y="10653"/>
                      <a:pt x="823" y="10632"/>
                      <a:pt x="823" y="10611"/>
                    </a:cubicBezTo>
                    <a:cubicBezTo>
                      <a:pt x="823" y="10569"/>
                      <a:pt x="823" y="10526"/>
                      <a:pt x="823" y="10484"/>
                    </a:cubicBezTo>
                    <a:cubicBezTo>
                      <a:pt x="823" y="10418"/>
                      <a:pt x="823" y="10353"/>
                      <a:pt x="823" y="10288"/>
                    </a:cubicBezTo>
                    <a:cubicBezTo>
                      <a:pt x="823" y="10246"/>
                      <a:pt x="823" y="10205"/>
                      <a:pt x="823" y="10163"/>
                    </a:cubicBezTo>
                    <a:cubicBezTo>
                      <a:pt x="823" y="10144"/>
                      <a:pt x="823" y="10124"/>
                      <a:pt x="823" y="10104"/>
                    </a:cubicBezTo>
                    <a:cubicBezTo>
                      <a:pt x="823" y="10086"/>
                      <a:pt x="823" y="10068"/>
                      <a:pt x="823" y="10049"/>
                    </a:cubicBezTo>
                    <a:cubicBezTo>
                      <a:pt x="823" y="10041"/>
                      <a:pt x="823" y="10041"/>
                      <a:pt x="823" y="10001"/>
                    </a:cubicBezTo>
                    <a:cubicBezTo>
                      <a:pt x="815" y="9960"/>
                      <a:pt x="815" y="9960"/>
                      <a:pt x="757" y="9902"/>
                    </a:cubicBezTo>
                    <a:cubicBezTo>
                      <a:pt x="753" y="9841"/>
                      <a:pt x="752" y="9784"/>
                      <a:pt x="753" y="9723"/>
                    </a:cubicBezTo>
                    <a:cubicBezTo>
                      <a:pt x="754" y="9695"/>
                      <a:pt x="754" y="9695"/>
                      <a:pt x="757" y="9552"/>
                    </a:cubicBezTo>
                    <a:cubicBezTo>
                      <a:pt x="911" y="9552"/>
                      <a:pt x="1065" y="9552"/>
                      <a:pt x="1223" y="9552"/>
                    </a:cubicBezTo>
                    <a:cubicBezTo>
                      <a:pt x="1223" y="9514"/>
                      <a:pt x="1223" y="9475"/>
                      <a:pt x="1223" y="9436"/>
                    </a:cubicBezTo>
                    <a:cubicBezTo>
                      <a:pt x="1261" y="9436"/>
                      <a:pt x="1300" y="9436"/>
                      <a:pt x="1339" y="9436"/>
                    </a:cubicBezTo>
                    <a:cubicBezTo>
                      <a:pt x="1339" y="9397"/>
                      <a:pt x="1339" y="9359"/>
                      <a:pt x="1339" y="9319"/>
                    </a:cubicBezTo>
                    <a:cubicBezTo>
                      <a:pt x="1378" y="9319"/>
                      <a:pt x="1416" y="9319"/>
                      <a:pt x="1456" y="9319"/>
                    </a:cubicBezTo>
                    <a:cubicBezTo>
                      <a:pt x="1456" y="9281"/>
                      <a:pt x="1456" y="9242"/>
                      <a:pt x="1456" y="9203"/>
                    </a:cubicBezTo>
                    <a:cubicBezTo>
                      <a:pt x="1418" y="9203"/>
                      <a:pt x="1379" y="9203"/>
                      <a:pt x="1339" y="9203"/>
                    </a:cubicBezTo>
                    <a:cubicBezTo>
                      <a:pt x="1339" y="9164"/>
                      <a:pt x="1339" y="9126"/>
                      <a:pt x="1339" y="9086"/>
                    </a:cubicBezTo>
                    <a:cubicBezTo>
                      <a:pt x="1301" y="9086"/>
                      <a:pt x="1263" y="9086"/>
                      <a:pt x="1223" y="9086"/>
                    </a:cubicBezTo>
                    <a:cubicBezTo>
                      <a:pt x="1223" y="9048"/>
                      <a:pt x="1223" y="9010"/>
                      <a:pt x="1223" y="8970"/>
                    </a:cubicBezTo>
                    <a:cubicBezTo>
                      <a:pt x="1185" y="8970"/>
                      <a:pt x="1146" y="8970"/>
                      <a:pt x="1107" y="8970"/>
                    </a:cubicBezTo>
                    <a:cubicBezTo>
                      <a:pt x="1107" y="8893"/>
                      <a:pt x="1107" y="8816"/>
                      <a:pt x="1107" y="8737"/>
                    </a:cubicBezTo>
                    <a:cubicBezTo>
                      <a:pt x="1433" y="8718"/>
                      <a:pt x="1760" y="8699"/>
                      <a:pt x="2097" y="8679"/>
                    </a:cubicBezTo>
                    <a:cubicBezTo>
                      <a:pt x="2116" y="8621"/>
                      <a:pt x="2135" y="8563"/>
                      <a:pt x="2155" y="8504"/>
                    </a:cubicBezTo>
                    <a:cubicBezTo>
                      <a:pt x="2276" y="8397"/>
                      <a:pt x="2421" y="8375"/>
                      <a:pt x="2578" y="8383"/>
                    </a:cubicBezTo>
                    <a:cubicBezTo>
                      <a:pt x="2592" y="8385"/>
                      <a:pt x="2606" y="8386"/>
                      <a:pt x="2621" y="8388"/>
                    </a:cubicBezTo>
                    <a:cubicBezTo>
                      <a:pt x="2621" y="8349"/>
                      <a:pt x="2621" y="8311"/>
                      <a:pt x="2621" y="8271"/>
                    </a:cubicBezTo>
                    <a:cubicBezTo>
                      <a:pt x="2659" y="8271"/>
                      <a:pt x="2698" y="8271"/>
                      <a:pt x="2737" y="8271"/>
                    </a:cubicBezTo>
                    <a:cubicBezTo>
                      <a:pt x="2737" y="8233"/>
                      <a:pt x="2737" y="8194"/>
                      <a:pt x="2737" y="8155"/>
                    </a:cubicBezTo>
                    <a:cubicBezTo>
                      <a:pt x="2776" y="8155"/>
                      <a:pt x="2814" y="8155"/>
                      <a:pt x="2854" y="8155"/>
                    </a:cubicBezTo>
                    <a:cubicBezTo>
                      <a:pt x="2853" y="8146"/>
                      <a:pt x="2853" y="8146"/>
                      <a:pt x="2848" y="8100"/>
                    </a:cubicBezTo>
                    <a:cubicBezTo>
                      <a:pt x="2854" y="8038"/>
                      <a:pt x="2854" y="8038"/>
                      <a:pt x="2892" y="8001"/>
                    </a:cubicBezTo>
                    <a:cubicBezTo>
                      <a:pt x="3080" y="7905"/>
                      <a:pt x="3229" y="7912"/>
                      <a:pt x="3436" y="7922"/>
                    </a:cubicBezTo>
                    <a:cubicBezTo>
                      <a:pt x="3436" y="7806"/>
                      <a:pt x="3436" y="7691"/>
                      <a:pt x="3436" y="7572"/>
                    </a:cubicBezTo>
                    <a:cubicBezTo>
                      <a:pt x="3398" y="7572"/>
                      <a:pt x="3359" y="7572"/>
                      <a:pt x="3320" y="7572"/>
                    </a:cubicBezTo>
                    <a:cubicBezTo>
                      <a:pt x="3320" y="7226"/>
                      <a:pt x="3320" y="6880"/>
                      <a:pt x="3320" y="6524"/>
                    </a:cubicBezTo>
                    <a:cubicBezTo>
                      <a:pt x="3358" y="6524"/>
                      <a:pt x="3396" y="6524"/>
                      <a:pt x="3436" y="6524"/>
                    </a:cubicBezTo>
                    <a:cubicBezTo>
                      <a:pt x="3436" y="6485"/>
                      <a:pt x="3436" y="6447"/>
                      <a:pt x="3436" y="6407"/>
                    </a:cubicBezTo>
                    <a:cubicBezTo>
                      <a:pt x="3513" y="6407"/>
                      <a:pt x="3590" y="6407"/>
                      <a:pt x="3669" y="6407"/>
                    </a:cubicBezTo>
                    <a:cubicBezTo>
                      <a:pt x="3669" y="6369"/>
                      <a:pt x="3669" y="6331"/>
                      <a:pt x="3669" y="6291"/>
                    </a:cubicBezTo>
                    <a:cubicBezTo>
                      <a:pt x="3631" y="6291"/>
                      <a:pt x="3592" y="6291"/>
                      <a:pt x="3553" y="6291"/>
                    </a:cubicBezTo>
                    <a:cubicBezTo>
                      <a:pt x="3553" y="6252"/>
                      <a:pt x="3553" y="6214"/>
                      <a:pt x="3553" y="6174"/>
                    </a:cubicBezTo>
                    <a:cubicBezTo>
                      <a:pt x="3514" y="6174"/>
                      <a:pt x="3476" y="6174"/>
                      <a:pt x="3436" y="6174"/>
                    </a:cubicBezTo>
                    <a:cubicBezTo>
                      <a:pt x="3436" y="6136"/>
                      <a:pt x="3436" y="6098"/>
                      <a:pt x="3436" y="6058"/>
                    </a:cubicBezTo>
                    <a:cubicBezTo>
                      <a:pt x="3398" y="6058"/>
                      <a:pt x="3359" y="6058"/>
                      <a:pt x="3320" y="6058"/>
                    </a:cubicBezTo>
                    <a:cubicBezTo>
                      <a:pt x="3320" y="5981"/>
                      <a:pt x="3320" y="5904"/>
                      <a:pt x="3320" y="5825"/>
                    </a:cubicBezTo>
                    <a:cubicBezTo>
                      <a:pt x="3281" y="5825"/>
                      <a:pt x="3243" y="5825"/>
                      <a:pt x="3203" y="5825"/>
                    </a:cubicBezTo>
                    <a:cubicBezTo>
                      <a:pt x="3203" y="5787"/>
                      <a:pt x="3203" y="5748"/>
                      <a:pt x="3203" y="5709"/>
                    </a:cubicBezTo>
                    <a:cubicBezTo>
                      <a:pt x="3126" y="5709"/>
                      <a:pt x="3049" y="5709"/>
                      <a:pt x="2970" y="5709"/>
                    </a:cubicBezTo>
                    <a:cubicBezTo>
                      <a:pt x="2970" y="5670"/>
                      <a:pt x="2970" y="5632"/>
                      <a:pt x="2970" y="5592"/>
                    </a:cubicBezTo>
                    <a:cubicBezTo>
                      <a:pt x="2816" y="5592"/>
                      <a:pt x="2663" y="5592"/>
                      <a:pt x="2504" y="5592"/>
                    </a:cubicBezTo>
                    <a:cubicBezTo>
                      <a:pt x="2543" y="5438"/>
                      <a:pt x="2581" y="5285"/>
                      <a:pt x="2621" y="5126"/>
                    </a:cubicBezTo>
                    <a:cubicBezTo>
                      <a:pt x="2659" y="5126"/>
                      <a:pt x="2698" y="5126"/>
                      <a:pt x="2737" y="5126"/>
                    </a:cubicBezTo>
                    <a:cubicBezTo>
                      <a:pt x="2737" y="5011"/>
                      <a:pt x="2737" y="4896"/>
                      <a:pt x="2737" y="4777"/>
                    </a:cubicBezTo>
                    <a:cubicBezTo>
                      <a:pt x="2776" y="4777"/>
                      <a:pt x="2814" y="4777"/>
                      <a:pt x="2854" y="4777"/>
                    </a:cubicBezTo>
                    <a:cubicBezTo>
                      <a:pt x="2857" y="4759"/>
                      <a:pt x="2860" y="4742"/>
                      <a:pt x="2863" y="4724"/>
                    </a:cubicBezTo>
                    <a:cubicBezTo>
                      <a:pt x="2900" y="4537"/>
                      <a:pt x="2945" y="4353"/>
                      <a:pt x="2996" y="4169"/>
                    </a:cubicBezTo>
                    <a:cubicBezTo>
                      <a:pt x="2998" y="4162"/>
                      <a:pt x="2998" y="4162"/>
                      <a:pt x="3007" y="4127"/>
                    </a:cubicBezTo>
                    <a:cubicBezTo>
                      <a:pt x="3066" y="3914"/>
                      <a:pt x="3129" y="3703"/>
                      <a:pt x="3203" y="3495"/>
                    </a:cubicBezTo>
                    <a:cubicBezTo>
                      <a:pt x="3242" y="3495"/>
                      <a:pt x="3280" y="3495"/>
                      <a:pt x="3320" y="3495"/>
                    </a:cubicBezTo>
                    <a:cubicBezTo>
                      <a:pt x="3322" y="3481"/>
                      <a:pt x="3324" y="3466"/>
                      <a:pt x="3326" y="3450"/>
                    </a:cubicBezTo>
                    <a:cubicBezTo>
                      <a:pt x="3372" y="3185"/>
                      <a:pt x="3464" y="2934"/>
                      <a:pt x="3553" y="2680"/>
                    </a:cubicBezTo>
                    <a:cubicBezTo>
                      <a:pt x="3591" y="2680"/>
                      <a:pt x="3629" y="2680"/>
                      <a:pt x="3669" y="2680"/>
                    </a:cubicBezTo>
                    <a:cubicBezTo>
                      <a:pt x="3669" y="2642"/>
                      <a:pt x="3669" y="2603"/>
                      <a:pt x="3669" y="2564"/>
                    </a:cubicBezTo>
                    <a:cubicBezTo>
                      <a:pt x="3690" y="2563"/>
                      <a:pt x="3712" y="2562"/>
                      <a:pt x="3734" y="2561"/>
                    </a:cubicBezTo>
                    <a:cubicBezTo>
                      <a:pt x="3815" y="2558"/>
                      <a:pt x="3896" y="2553"/>
                      <a:pt x="3977" y="2548"/>
                    </a:cubicBezTo>
                    <a:cubicBezTo>
                      <a:pt x="4011" y="2546"/>
                      <a:pt x="4046" y="2545"/>
                      <a:pt x="4081" y="2543"/>
                    </a:cubicBezTo>
                    <a:cubicBezTo>
                      <a:pt x="4310" y="2534"/>
                      <a:pt x="4468" y="2503"/>
                      <a:pt x="4656" y="2368"/>
                    </a:cubicBezTo>
                    <a:cubicBezTo>
                      <a:pt x="4723" y="2327"/>
                      <a:pt x="4758" y="2323"/>
                      <a:pt x="4834" y="2331"/>
                    </a:cubicBezTo>
                    <a:cubicBezTo>
                      <a:pt x="4834" y="2292"/>
                      <a:pt x="4834" y="2254"/>
                      <a:pt x="4834" y="2214"/>
                    </a:cubicBezTo>
                    <a:cubicBezTo>
                      <a:pt x="4872" y="2214"/>
                      <a:pt x="4911" y="2214"/>
                      <a:pt x="4950" y="2214"/>
                    </a:cubicBezTo>
                    <a:cubicBezTo>
                      <a:pt x="4950" y="2176"/>
                      <a:pt x="4950" y="2137"/>
                      <a:pt x="4950" y="2098"/>
                    </a:cubicBezTo>
                    <a:cubicBezTo>
                      <a:pt x="4989" y="2098"/>
                      <a:pt x="5027" y="2098"/>
                      <a:pt x="5067" y="2098"/>
                    </a:cubicBezTo>
                    <a:cubicBezTo>
                      <a:pt x="5067" y="2059"/>
                      <a:pt x="5067" y="2021"/>
                      <a:pt x="5067" y="1981"/>
                    </a:cubicBezTo>
                    <a:cubicBezTo>
                      <a:pt x="5105" y="1981"/>
                      <a:pt x="5144" y="1981"/>
                      <a:pt x="5183" y="1981"/>
                    </a:cubicBezTo>
                    <a:cubicBezTo>
                      <a:pt x="5183" y="1943"/>
                      <a:pt x="5183" y="1904"/>
                      <a:pt x="5183" y="1865"/>
                    </a:cubicBezTo>
                    <a:cubicBezTo>
                      <a:pt x="5222" y="1865"/>
                      <a:pt x="5260" y="1865"/>
                      <a:pt x="5300" y="1865"/>
                    </a:cubicBezTo>
                    <a:cubicBezTo>
                      <a:pt x="5369" y="1703"/>
                      <a:pt x="5365" y="1549"/>
                      <a:pt x="5364" y="1375"/>
                    </a:cubicBezTo>
                    <a:cubicBezTo>
                      <a:pt x="5364" y="1345"/>
                      <a:pt x="5363" y="1314"/>
                      <a:pt x="5363" y="1284"/>
                    </a:cubicBezTo>
                    <a:cubicBezTo>
                      <a:pt x="5363" y="1204"/>
                      <a:pt x="5363" y="1124"/>
                      <a:pt x="5362" y="1044"/>
                    </a:cubicBezTo>
                    <a:cubicBezTo>
                      <a:pt x="5361" y="963"/>
                      <a:pt x="5361" y="882"/>
                      <a:pt x="5361" y="801"/>
                    </a:cubicBezTo>
                    <a:cubicBezTo>
                      <a:pt x="5360" y="682"/>
                      <a:pt x="5360" y="563"/>
                      <a:pt x="5359" y="444"/>
                    </a:cubicBezTo>
                    <a:cubicBezTo>
                      <a:pt x="5359" y="418"/>
                      <a:pt x="5359" y="393"/>
                      <a:pt x="5359" y="366"/>
                    </a:cubicBezTo>
                    <a:cubicBezTo>
                      <a:pt x="5358" y="318"/>
                      <a:pt x="5357" y="270"/>
                      <a:pt x="5356" y="223"/>
                    </a:cubicBezTo>
                    <a:cubicBezTo>
                      <a:pt x="5355" y="202"/>
                      <a:pt x="5355" y="181"/>
                      <a:pt x="5354" y="159"/>
                    </a:cubicBezTo>
                    <a:cubicBezTo>
                      <a:pt x="5354" y="141"/>
                      <a:pt x="5353" y="123"/>
                      <a:pt x="5352" y="105"/>
                    </a:cubicBezTo>
                    <a:cubicBezTo>
                      <a:pt x="5361" y="35"/>
                      <a:pt x="5392" y="2"/>
                      <a:pt x="54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11" name="ICON_TOOL_MODELS_path_003"/>
              <p:cNvSpPr/>
              <p:nvPr/>
            </p:nvSpPr>
            <p:spPr>
              <a:xfrm>
                <a:off x="5106385" y="5191468"/>
                <a:ext cx="64392" cy="112752"/>
              </a:xfrm>
              <a:custGeom>
                <a:avLst/>
                <a:gdLst/>
                <a:ahLst/>
                <a:cxnLst/>
                <a:rect l="0" t="0" r="r" b="b"/>
                <a:pathLst>
                  <a:path w="5070" h="8878" fill="norm" stroke="0">
                    <a:moveTo>
                      <a:pt x="993" y="0"/>
                    </a:moveTo>
                    <a:cubicBezTo>
                      <a:pt x="1032" y="0"/>
                      <a:pt x="1070" y="0"/>
                      <a:pt x="1110" y="0"/>
                    </a:cubicBezTo>
                    <a:cubicBezTo>
                      <a:pt x="1110" y="115"/>
                      <a:pt x="1110" y="231"/>
                      <a:pt x="1110" y="349"/>
                    </a:cubicBezTo>
                    <a:cubicBezTo>
                      <a:pt x="1148" y="349"/>
                      <a:pt x="1187" y="349"/>
                      <a:pt x="1226" y="349"/>
                    </a:cubicBezTo>
                    <a:cubicBezTo>
                      <a:pt x="1226" y="465"/>
                      <a:pt x="1226" y="580"/>
                      <a:pt x="1226" y="699"/>
                    </a:cubicBezTo>
                    <a:cubicBezTo>
                      <a:pt x="1303" y="699"/>
                      <a:pt x="1380" y="699"/>
                      <a:pt x="1459" y="699"/>
                    </a:cubicBezTo>
                    <a:cubicBezTo>
                      <a:pt x="1459" y="584"/>
                      <a:pt x="1459" y="468"/>
                      <a:pt x="1459" y="349"/>
                    </a:cubicBezTo>
                    <a:cubicBezTo>
                      <a:pt x="1517" y="349"/>
                      <a:pt x="1575" y="349"/>
                      <a:pt x="1634" y="349"/>
                    </a:cubicBezTo>
                    <a:cubicBezTo>
                      <a:pt x="1634" y="426"/>
                      <a:pt x="1634" y="503"/>
                      <a:pt x="1634" y="582"/>
                    </a:cubicBezTo>
                    <a:cubicBezTo>
                      <a:pt x="1692" y="582"/>
                      <a:pt x="1749" y="582"/>
                      <a:pt x="1809" y="582"/>
                    </a:cubicBezTo>
                    <a:cubicBezTo>
                      <a:pt x="1847" y="736"/>
                      <a:pt x="1886" y="890"/>
                      <a:pt x="1925" y="1048"/>
                    </a:cubicBezTo>
                    <a:cubicBezTo>
                      <a:pt x="1964" y="1048"/>
                      <a:pt x="2002" y="1048"/>
                      <a:pt x="2042" y="1048"/>
                    </a:cubicBezTo>
                    <a:cubicBezTo>
                      <a:pt x="2042" y="1087"/>
                      <a:pt x="2042" y="1125"/>
                      <a:pt x="2042" y="1165"/>
                    </a:cubicBezTo>
                    <a:cubicBezTo>
                      <a:pt x="2080" y="1165"/>
                      <a:pt x="2119" y="1165"/>
                      <a:pt x="2158" y="1165"/>
                    </a:cubicBezTo>
                    <a:cubicBezTo>
                      <a:pt x="2158" y="1203"/>
                      <a:pt x="2158" y="1242"/>
                      <a:pt x="2158" y="1281"/>
                    </a:cubicBezTo>
                    <a:cubicBezTo>
                      <a:pt x="2197" y="1281"/>
                      <a:pt x="2235" y="1281"/>
                      <a:pt x="2275" y="1281"/>
                    </a:cubicBezTo>
                    <a:cubicBezTo>
                      <a:pt x="2275" y="1320"/>
                      <a:pt x="2275" y="1358"/>
                      <a:pt x="2275" y="1398"/>
                    </a:cubicBezTo>
                    <a:cubicBezTo>
                      <a:pt x="2390" y="1436"/>
                      <a:pt x="2505" y="1475"/>
                      <a:pt x="2624" y="1514"/>
                    </a:cubicBezTo>
                    <a:cubicBezTo>
                      <a:pt x="2624" y="1572"/>
                      <a:pt x="2624" y="1630"/>
                      <a:pt x="2624" y="1689"/>
                    </a:cubicBezTo>
                    <a:cubicBezTo>
                      <a:pt x="2759" y="1699"/>
                      <a:pt x="2759" y="1699"/>
                      <a:pt x="3440" y="1747"/>
                    </a:cubicBezTo>
                    <a:cubicBezTo>
                      <a:pt x="3440" y="1786"/>
                      <a:pt x="3440" y="1824"/>
                      <a:pt x="3440" y="1864"/>
                    </a:cubicBezTo>
                    <a:cubicBezTo>
                      <a:pt x="3478" y="1864"/>
                      <a:pt x="3516" y="1864"/>
                      <a:pt x="3556" y="1864"/>
                    </a:cubicBezTo>
                    <a:cubicBezTo>
                      <a:pt x="3556" y="1902"/>
                      <a:pt x="3556" y="1941"/>
                      <a:pt x="3556" y="1980"/>
                    </a:cubicBezTo>
                    <a:cubicBezTo>
                      <a:pt x="3710" y="1980"/>
                      <a:pt x="3863" y="1980"/>
                      <a:pt x="4022" y="1980"/>
                    </a:cubicBezTo>
                    <a:cubicBezTo>
                      <a:pt x="4022" y="2095"/>
                      <a:pt x="4022" y="2211"/>
                      <a:pt x="4022" y="2330"/>
                    </a:cubicBezTo>
                    <a:cubicBezTo>
                      <a:pt x="4150" y="2227"/>
                      <a:pt x="4150" y="2227"/>
                      <a:pt x="4197" y="2155"/>
                    </a:cubicBezTo>
                    <a:cubicBezTo>
                      <a:pt x="4195" y="2070"/>
                      <a:pt x="4171" y="2000"/>
                      <a:pt x="4138" y="1922"/>
                    </a:cubicBezTo>
                    <a:cubicBezTo>
                      <a:pt x="4224" y="1927"/>
                      <a:pt x="4294" y="1942"/>
                      <a:pt x="4371" y="1980"/>
                    </a:cubicBezTo>
                    <a:cubicBezTo>
                      <a:pt x="4414" y="2034"/>
                      <a:pt x="4447" y="2089"/>
                      <a:pt x="4479" y="2150"/>
                    </a:cubicBezTo>
                    <a:cubicBezTo>
                      <a:pt x="4541" y="2267"/>
                      <a:pt x="4617" y="2364"/>
                      <a:pt x="4705" y="2463"/>
                    </a:cubicBezTo>
                    <a:cubicBezTo>
                      <a:pt x="4775" y="2546"/>
                      <a:pt x="4779" y="2562"/>
                      <a:pt x="4779" y="2679"/>
                    </a:cubicBezTo>
                    <a:cubicBezTo>
                      <a:pt x="4683" y="2679"/>
                      <a:pt x="4587" y="2679"/>
                      <a:pt x="4488" y="2679"/>
                    </a:cubicBezTo>
                    <a:cubicBezTo>
                      <a:pt x="4488" y="2756"/>
                      <a:pt x="4488" y="2833"/>
                      <a:pt x="4488" y="2912"/>
                    </a:cubicBezTo>
                    <a:cubicBezTo>
                      <a:pt x="4526" y="2912"/>
                      <a:pt x="4565" y="2912"/>
                      <a:pt x="4604" y="2912"/>
                    </a:cubicBezTo>
                    <a:cubicBezTo>
                      <a:pt x="4604" y="2989"/>
                      <a:pt x="4604" y="3066"/>
                      <a:pt x="4604" y="3145"/>
                    </a:cubicBezTo>
                    <a:cubicBezTo>
                      <a:pt x="4643" y="3145"/>
                      <a:pt x="4681" y="3145"/>
                      <a:pt x="4721" y="3145"/>
                    </a:cubicBezTo>
                    <a:cubicBezTo>
                      <a:pt x="4721" y="3183"/>
                      <a:pt x="4721" y="3222"/>
                      <a:pt x="4721" y="3261"/>
                    </a:cubicBezTo>
                    <a:cubicBezTo>
                      <a:pt x="4798" y="3261"/>
                      <a:pt x="4875" y="3261"/>
                      <a:pt x="4954" y="3261"/>
                    </a:cubicBezTo>
                    <a:cubicBezTo>
                      <a:pt x="4954" y="3300"/>
                      <a:pt x="4954" y="3338"/>
                      <a:pt x="4954" y="3378"/>
                    </a:cubicBezTo>
                    <a:cubicBezTo>
                      <a:pt x="4992" y="3378"/>
                      <a:pt x="5031" y="3378"/>
                      <a:pt x="5070" y="3378"/>
                    </a:cubicBezTo>
                    <a:cubicBezTo>
                      <a:pt x="5054" y="3425"/>
                      <a:pt x="5037" y="3473"/>
                      <a:pt x="5019" y="3520"/>
                    </a:cubicBezTo>
                    <a:cubicBezTo>
                      <a:pt x="5010" y="3546"/>
                      <a:pt x="5000" y="3572"/>
                      <a:pt x="4991" y="3600"/>
                    </a:cubicBezTo>
                    <a:cubicBezTo>
                      <a:pt x="4954" y="3669"/>
                      <a:pt x="4954" y="3669"/>
                      <a:pt x="4894" y="3696"/>
                    </a:cubicBezTo>
                    <a:cubicBezTo>
                      <a:pt x="4837" y="3727"/>
                      <a:pt x="4837" y="3727"/>
                      <a:pt x="4813" y="3809"/>
                    </a:cubicBezTo>
                    <a:cubicBezTo>
                      <a:pt x="4808" y="3841"/>
                      <a:pt x="4804" y="3874"/>
                      <a:pt x="4801" y="3906"/>
                    </a:cubicBezTo>
                    <a:cubicBezTo>
                      <a:pt x="4799" y="3922"/>
                      <a:pt x="4796" y="3938"/>
                      <a:pt x="4794" y="3955"/>
                    </a:cubicBezTo>
                    <a:cubicBezTo>
                      <a:pt x="4789" y="3996"/>
                      <a:pt x="4784" y="4036"/>
                      <a:pt x="4779" y="4077"/>
                    </a:cubicBezTo>
                    <a:cubicBezTo>
                      <a:pt x="4721" y="4077"/>
                      <a:pt x="4664" y="4077"/>
                      <a:pt x="4604" y="4077"/>
                    </a:cubicBezTo>
                    <a:cubicBezTo>
                      <a:pt x="4604" y="4115"/>
                      <a:pt x="4604" y="4154"/>
                      <a:pt x="4604" y="4193"/>
                    </a:cubicBezTo>
                    <a:cubicBezTo>
                      <a:pt x="4643" y="4193"/>
                      <a:pt x="4681" y="4193"/>
                      <a:pt x="4721" y="4193"/>
                    </a:cubicBezTo>
                    <a:cubicBezTo>
                      <a:pt x="4721" y="4232"/>
                      <a:pt x="4721" y="4270"/>
                      <a:pt x="4721" y="4310"/>
                    </a:cubicBezTo>
                    <a:cubicBezTo>
                      <a:pt x="4682" y="4310"/>
                      <a:pt x="4644" y="4310"/>
                      <a:pt x="4604" y="4310"/>
                    </a:cubicBezTo>
                    <a:cubicBezTo>
                      <a:pt x="4604" y="4348"/>
                      <a:pt x="4604" y="4387"/>
                      <a:pt x="4604" y="4426"/>
                    </a:cubicBezTo>
                    <a:cubicBezTo>
                      <a:pt x="4566" y="4426"/>
                      <a:pt x="4527" y="4426"/>
                      <a:pt x="4488" y="4426"/>
                    </a:cubicBezTo>
                    <a:cubicBezTo>
                      <a:pt x="4488" y="4465"/>
                      <a:pt x="4488" y="4503"/>
                      <a:pt x="4488" y="4543"/>
                    </a:cubicBezTo>
                    <a:cubicBezTo>
                      <a:pt x="4449" y="4543"/>
                      <a:pt x="4411" y="4543"/>
                      <a:pt x="4371" y="4543"/>
                    </a:cubicBezTo>
                    <a:cubicBezTo>
                      <a:pt x="4371" y="4658"/>
                      <a:pt x="4371" y="4773"/>
                      <a:pt x="4371" y="4892"/>
                    </a:cubicBezTo>
                    <a:cubicBezTo>
                      <a:pt x="4410" y="4892"/>
                      <a:pt x="4448" y="4892"/>
                      <a:pt x="4488" y="4892"/>
                    </a:cubicBezTo>
                    <a:cubicBezTo>
                      <a:pt x="4488" y="4930"/>
                      <a:pt x="4488" y="4969"/>
                      <a:pt x="4488" y="5009"/>
                    </a:cubicBezTo>
                    <a:cubicBezTo>
                      <a:pt x="4526" y="5009"/>
                      <a:pt x="4565" y="5009"/>
                      <a:pt x="4604" y="5009"/>
                    </a:cubicBezTo>
                    <a:cubicBezTo>
                      <a:pt x="4604" y="5047"/>
                      <a:pt x="4604" y="5085"/>
                      <a:pt x="4604" y="5125"/>
                    </a:cubicBezTo>
                    <a:cubicBezTo>
                      <a:pt x="4643" y="5125"/>
                      <a:pt x="4681" y="5125"/>
                      <a:pt x="4721" y="5125"/>
                    </a:cubicBezTo>
                    <a:cubicBezTo>
                      <a:pt x="4721" y="5202"/>
                      <a:pt x="4721" y="5279"/>
                      <a:pt x="4721" y="5358"/>
                    </a:cubicBezTo>
                    <a:cubicBezTo>
                      <a:pt x="4759" y="5358"/>
                      <a:pt x="4798" y="5358"/>
                      <a:pt x="4837" y="5358"/>
                    </a:cubicBezTo>
                    <a:cubicBezTo>
                      <a:pt x="4837" y="5396"/>
                      <a:pt x="4837" y="5435"/>
                      <a:pt x="4837" y="5474"/>
                    </a:cubicBezTo>
                    <a:cubicBezTo>
                      <a:pt x="4799" y="5474"/>
                      <a:pt x="4760" y="5474"/>
                      <a:pt x="4721" y="5474"/>
                    </a:cubicBezTo>
                    <a:cubicBezTo>
                      <a:pt x="4721" y="5513"/>
                      <a:pt x="4721" y="5551"/>
                      <a:pt x="4721" y="5591"/>
                    </a:cubicBezTo>
                    <a:cubicBezTo>
                      <a:pt x="4682" y="5591"/>
                      <a:pt x="4644" y="5591"/>
                      <a:pt x="4604" y="5591"/>
                    </a:cubicBezTo>
                    <a:cubicBezTo>
                      <a:pt x="4604" y="5629"/>
                      <a:pt x="4604" y="5668"/>
                      <a:pt x="4604" y="5707"/>
                    </a:cubicBezTo>
                    <a:cubicBezTo>
                      <a:pt x="4566" y="5707"/>
                      <a:pt x="4527" y="5707"/>
                      <a:pt x="4488" y="5707"/>
                    </a:cubicBezTo>
                    <a:cubicBezTo>
                      <a:pt x="4488" y="5784"/>
                      <a:pt x="4488" y="5861"/>
                      <a:pt x="4488" y="5940"/>
                    </a:cubicBezTo>
                    <a:cubicBezTo>
                      <a:pt x="4449" y="5940"/>
                      <a:pt x="4411" y="5940"/>
                      <a:pt x="4371" y="5940"/>
                    </a:cubicBezTo>
                    <a:cubicBezTo>
                      <a:pt x="4371" y="6017"/>
                      <a:pt x="4371" y="6094"/>
                      <a:pt x="4371" y="6173"/>
                    </a:cubicBezTo>
                    <a:cubicBezTo>
                      <a:pt x="4333" y="6173"/>
                      <a:pt x="4294" y="6173"/>
                      <a:pt x="4255" y="6173"/>
                    </a:cubicBezTo>
                    <a:cubicBezTo>
                      <a:pt x="4255" y="6212"/>
                      <a:pt x="4255" y="6250"/>
                      <a:pt x="4255" y="6290"/>
                    </a:cubicBezTo>
                    <a:cubicBezTo>
                      <a:pt x="4284" y="6299"/>
                      <a:pt x="4284" y="6299"/>
                      <a:pt x="4430" y="6348"/>
                    </a:cubicBezTo>
                    <a:cubicBezTo>
                      <a:pt x="4397" y="6413"/>
                      <a:pt x="4364" y="6470"/>
                      <a:pt x="4313" y="6523"/>
                    </a:cubicBezTo>
                    <a:cubicBezTo>
                      <a:pt x="4249" y="6539"/>
                      <a:pt x="4206" y="6532"/>
                      <a:pt x="4138" y="6523"/>
                    </a:cubicBezTo>
                    <a:cubicBezTo>
                      <a:pt x="4138" y="6561"/>
                      <a:pt x="4138" y="6600"/>
                      <a:pt x="4138" y="6639"/>
                    </a:cubicBezTo>
                    <a:cubicBezTo>
                      <a:pt x="4100" y="6639"/>
                      <a:pt x="4062" y="6639"/>
                      <a:pt x="4022" y="6639"/>
                    </a:cubicBezTo>
                    <a:cubicBezTo>
                      <a:pt x="4022" y="6678"/>
                      <a:pt x="4022" y="6716"/>
                      <a:pt x="4022" y="6756"/>
                    </a:cubicBezTo>
                    <a:cubicBezTo>
                      <a:pt x="4060" y="6756"/>
                      <a:pt x="4099" y="6756"/>
                      <a:pt x="4138" y="6756"/>
                    </a:cubicBezTo>
                    <a:cubicBezTo>
                      <a:pt x="4138" y="6794"/>
                      <a:pt x="4138" y="6833"/>
                      <a:pt x="4138" y="6872"/>
                    </a:cubicBezTo>
                    <a:cubicBezTo>
                      <a:pt x="4177" y="6872"/>
                      <a:pt x="4215" y="6872"/>
                      <a:pt x="4255" y="6872"/>
                    </a:cubicBezTo>
                    <a:cubicBezTo>
                      <a:pt x="4255" y="6911"/>
                      <a:pt x="4255" y="6949"/>
                      <a:pt x="4255" y="6989"/>
                    </a:cubicBezTo>
                    <a:cubicBezTo>
                      <a:pt x="4293" y="6989"/>
                      <a:pt x="4332" y="6989"/>
                      <a:pt x="4371" y="6989"/>
                    </a:cubicBezTo>
                    <a:cubicBezTo>
                      <a:pt x="4371" y="7001"/>
                      <a:pt x="4371" y="7001"/>
                      <a:pt x="4368" y="7062"/>
                    </a:cubicBezTo>
                    <a:cubicBezTo>
                      <a:pt x="4363" y="7151"/>
                      <a:pt x="4361" y="7241"/>
                      <a:pt x="4359" y="7331"/>
                    </a:cubicBezTo>
                    <a:cubicBezTo>
                      <a:pt x="4357" y="7369"/>
                      <a:pt x="4356" y="7408"/>
                      <a:pt x="4354" y="7447"/>
                    </a:cubicBezTo>
                    <a:cubicBezTo>
                      <a:pt x="4341" y="7707"/>
                      <a:pt x="4341" y="7707"/>
                      <a:pt x="4371" y="7804"/>
                    </a:cubicBezTo>
                    <a:cubicBezTo>
                      <a:pt x="4441" y="7873"/>
                      <a:pt x="4509" y="7900"/>
                      <a:pt x="4604" y="7920"/>
                    </a:cubicBezTo>
                    <a:cubicBezTo>
                      <a:pt x="4548" y="8063"/>
                      <a:pt x="4510" y="8155"/>
                      <a:pt x="4364" y="8219"/>
                    </a:cubicBezTo>
                    <a:cubicBezTo>
                      <a:pt x="4343" y="8226"/>
                      <a:pt x="4323" y="8234"/>
                      <a:pt x="4302" y="8241"/>
                    </a:cubicBezTo>
                    <a:cubicBezTo>
                      <a:pt x="4286" y="8251"/>
                      <a:pt x="4271" y="8260"/>
                      <a:pt x="4255" y="8270"/>
                    </a:cubicBezTo>
                    <a:cubicBezTo>
                      <a:pt x="4248" y="8331"/>
                      <a:pt x="4248" y="8331"/>
                      <a:pt x="4255" y="8386"/>
                    </a:cubicBezTo>
                    <a:cubicBezTo>
                      <a:pt x="4237" y="8384"/>
                      <a:pt x="4219" y="8382"/>
                      <a:pt x="4200" y="8380"/>
                    </a:cubicBezTo>
                    <a:cubicBezTo>
                      <a:pt x="4180" y="8382"/>
                      <a:pt x="4159" y="8384"/>
                      <a:pt x="4138" y="8386"/>
                    </a:cubicBezTo>
                    <a:cubicBezTo>
                      <a:pt x="4110" y="8429"/>
                      <a:pt x="4110" y="8429"/>
                      <a:pt x="4087" y="8488"/>
                    </a:cubicBezTo>
                    <a:cubicBezTo>
                      <a:pt x="4017" y="8639"/>
                      <a:pt x="3933" y="8764"/>
                      <a:pt x="3789" y="8852"/>
                    </a:cubicBezTo>
                    <a:cubicBezTo>
                      <a:pt x="3673" y="8878"/>
                      <a:pt x="3556" y="8866"/>
                      <a:pt x="3440" y="8852"/>
                    </a:cubicBezTo>
                    <a:cubicBezTo>
                      <a:pt x="3440" y="8814"/>
                      <a:pt x="3440" y="8775"/>
                      <a:pt x="3440" y="8736"/>
                    </a:cubicBezTo>
                    <a:cubicBezTo>
                      <a:pt x="3432" y="8735"/>
                      <a:pt x="3432" y="8735"/>
                      <a:pt x="3392" y="8731"/>
                    </a:cubicBezTo>
                    <a:cubicBezTo>
                      <a:pt x="3130" y="8693"/>
                      <a:pt x="2913" y="8569"/>
                      <a:pt x="2682" y="8445"/>
                    </a:cubicBezTo>
                    <a:cubicBezTo>
                      <a:pt x="2666" y="8436"/>
                      <a:pt x="2650" y="8427"/>
                      <a:pt x="2633" y="8419"/>
                    </a:cubicBezTo>
                    <a:cubicBezTo>
                      <a:pt x="2591" y="8396"/>
                      <a:pt x="2549" y="8373"/>
                      <a:pt x="2508" y="8350"/>
                    </a:cubicBezTo>
                    <a:cubicBezTo>
                      <a:pt x="2485" y="8337"/>
                      <a:pt x="2462" y="8324"/>
                      <a:pt x="2439" y="8311"/>
                    </a:cubicBezTo>
                    <a:cubicBezTo>
                      <a:pt x="2391" y="8270"/>
                      <a:pt x="2391" y="8270"/>
                      <a:pt x="2384" y="8207"/>
                    </a:cubicBezTo>
                    <a:cubicBezTo>
                      <a:pt x="2386" y="8189"/>
                      <a:pt x="2389" y="8172"/>
                      <a:pt x="2391" y="8153"/>
                    </a:cubicBezTo>
                    <a:cubicBezTo>
                      <a:pt x="2353" y="8153"/>
                      <a:pt x="2314" y="8153"/>
                      <a:pt x="2275" y="8153"/>
                    </a:cubicBezTo>
                    <a:cubicBezTo>
                      <a:pt x="2275" y="8115"/>
                      <a:pt x="2275" y="8077"/>
                      <a:pt x="2275" y="8037"/>
                    </a:cubicBezTo>
                    <a:cubicBezTo>
                      <a:pt x="2236" y="8037"/>
                      <a:pt x="2198" y="8037"/>
                      <a:pt x="2158" y="8037"/>
                    </a:cubicBezTo>
                    <a:cubicBezTo>
                      <a:pt x="2158" y="7998"/>
                      <a:pt x="2158" y="7960"/>
                      <a:pt x="2158" y="7920"/>
                    </a:cubicBezTo>
                    <a:cubicBezTo>
                      <a:pt x="2120" y="7920"/>
                      <a:pt x="2081" y="7920"/>
                      <a:pt x="2042" y="7920"/>
                    </a:cubicBezTo>
                    <a:cubicBezTo>
                      <a:pt x="2042" y="7882"/>
                      <a:pt x="2042" y="7844"/>
                      <a:pt x="2042" y="7804"/>
                    </a:cubicBezTo>
                    <a:cubicBezTo>
                      <a:pt x="2003" y="7804"/>
                      <a:pt x="1965" y="7804"/>
                      <a:pt x="1925" y="7804"/>
                    </a:cubicBezTo>
                    <a:cubicBezTo>
                      <a:pt x="1874" y="7652"/>
                      <a:pt x="1823" y="7500"/>
                      <a:pt x="1773" y="7348"/>
                    </a:cubicBezTo>
                    <a:cubicBezTo>
                      <a:pt x="1754" y="7291"/>
                      <a:pt x="1734" y="7235"/>
                      <a:pt x="1713" y="7179"/>
                    </a:cubicBezTo>
                    <a:cubicBezTo>
                      <a:pt x="1598" y="6854"/>
                      <a:pt x="1624" y="6513"/>
                      <a:pt x="1634" y="6173"/>
                    </a:cubicBezTo>
                    <a:cubicBezTo>
                      <a:pt x="1730" y="6173"/>
                      <a:pt x="1826" y="6173"/>
                      <a:pt x="1925" y="6173"/>
                    </a:cubicBezTo>
                    <a:cubicBezTo>
                      <a:pt x="1925" y="6135"/>
                      <a:pt x="1925" y="6096"/>
                      <a:pt x="1925" y="6057"/>
                    </a:cubicBezTo>
                    <a:cubicBezTo>
                      <a:pt x="1964" y="6057"/>
                      <a:pt x="2002" y="6057"/>
                      <a:pt x="2042" y="6057"/>
                    </a:cubicBezTo>
                    <a:cubicBezTo>
                      <a:pt x="2042" y="5942"/>
                      <a:pt x="2042" y="5826"/>
                      <a:pt x="2042" y="5707"/>
                    </a:cubicBezTo>
                    <a:cubicBezTo>
                      <a:pt x="2080" y="5707"/>
                      <a:pt x="2119" y="5707"/>
                      <a:pt x="2158" y="5707"/>
                    </a:cubicBezTo>
                    <a:cubicBezTo>
                      <a:pt x="2158" y="5592"/>
                      <a:pt x="2158" y="5477"/>
                      <a:pt x="2158" y="5358"/>
                    </a:cubicBezTo>
                    <a:cubicBezTo>
                      <a:pt x="2024" y="5358"/>
                      <a:pt x="1889" y="5358"/>
                      <a:pt x="1751" y="5358"/>
                    </a:cubicBezTo>
                    <a:cubicBezTo>
                      <a:pt x="1760" y="5327"/>
                      <a:pt x="1769" y="5296"/>
                      <a:pt x="1778" y="5264"/>
                    </a:cubicBezTo>
                    <a:cubicBezTo>
                      <a:pt x="1790" y="5223"/>
                      <a:pt x="1801" y="5181"/>
                      <a:pt x="1812" y="5140"/>
                    </a:cubicBezTo>
                    <a:cubicBezTo>
                      <a:pt x="1819" y="5119"/>
                      <a:pt x="1825" y="5099"/>
                      <a:pt x="1831" y="5078"/>
                    </a:cubicBezTo>
                    <a:cubicBezTo>
                      <a:pt x="1873" y="4923"/>
                      <a:pt x="1861" y="4811"/>
                      <a:pt x="1809" y="4659"/>
                    </a:cubicBezTo>
                    <a:cubicBezTo>
                      <a:pt x="1847" y="4659"/>
                      <a:pt x="1886" y="4659"/>
                      <a:pt x="1925" y="4659"/>
                    </a:cubicBezTo>
                    <a:cubicBezTo>
                      <a:pt x="1925" y="4582"/>
                      <a:pt x="1925" y="4505"/>
                      <a:pt x="1925" y="4426"/>
                    </a:cubicBezTo>
                    <a:cubicBezTo>
                      <a:pt x="1887" y="4426"/>
                      <a:pt x="1848" y="4426"/>
                      <a:pt x="1809" y="4426"/>
                    </a:cubicBezTo>
                    <a:cubicBezTo>
                      <a:pt x="1809" y="4388"/>
                      <a:pt x="1809" y="4349"/>
                      <a:pt x="1809" y="4310"/>
                    </a:cubicBezTo>
                    <a:cubicBezTo>
                      <a:pt x="1732" y="4310"/>
                      <a:pt x="1655" y="4310"/>
                      <a:pt x="1576" y="4310"/>
                    </a:cubicBezTo>
                    <a:cubicBezTo>
                      <a:pt x="1576" y="4271"/>
                      <a:pt x="1576" y="4233"/>
                      <a:pt x="1576" y="4193"/>
                    </a:cubicBezTo>
                    <a:cubicBezTo>
                      <a:pt x="1537" y="4193"/>
                      <a:pt x="1499" y="4193"/>
                      <a:pt x="1459" y="4193"/>
                    </a:cubicBezTo>
                    <a:cubicBezTo>
                      <a:pt x="1459" y="4155"/>
                      <a:pt x="1459" y="4116"/>
                      <a:pt x="1459" y="4077"/>
                    </a:cubicBezTo>
                    <a:cubicBezTo>
                      <a:pt x="1446" y="4079"/>
                      <a:pt x="1432" y="4081"/>
                      <a:pt x="1418" y="4083"/>
                    </a:cubicBezTo>
                    <a:cubicBezTo>
                      <a:pt x="1357" y="4092"/>
                      <a:pt x="1295" y="4101"/>
                      <a:pt x="1234" y="4109"/>
                    </a:cubicBezTo>
                    <a:cubicBezTo>
                      <a:pt x="1223" y="4111"/>
                      <a:pt x="1223" y="4111"/>
                      <a:pt x="1169" y="4119"/>
                    </a:cubicBezTo>
                    <a:cubicBezTo>
                      <a:pt x="1079" y="4132"/>
                      <a:pt x="1011" y="4140"/>
                      <a:pt x="923" y="4114"/>
                    </a:cubicBezTo>
                    <a:cubicBezTo>
                      <a:pt x="850" y="4054"/>
                      <a:pt x="843" y="3991"/>
                      <a:pt x="824" y="3901"/>
                    </a:cubicBezTo>
                    <a:cubicBezTo>
                      <a:pt x="819" y="3844"/>
                      <a:pt x="819" y="3844"/>
                      <a:pt x="837" y="3771"/>
                    </a:cubicBezTo>
                    <a:cubicBezTo>
                      <a:pt x="850" y="3757"/>
                      <a:pt x="863" y="3742"/>
                      <a:pt x="877" y="3727"/>
                    </a:cubicBezTo>
                    <a:cubicBezTo>
                      <a:pt x="915" y="3727"/>
                      <a:pt x="954" y="3727"/>
                      <a:pt x="993" y="3727"/>
                    </a:cubicBezTo>
                    <a:cubicBezTo>
                      <a:pt x="993" y="3650"/>
                      <a:pt x="993" y="3574"/>
                      <a:pt x="993" y="3494"/>
                    </a:cubicBezTo>
                    <a:cubicBezTo>
                      <a:pt x="955" y="3494"/>
                      <a:pt x="917" y="3494"/>
                      <a:pt x="877" y="3494"/>
                    </a:cubicBezTo>
                    <a:cubicBezTo>
                      <a:pt x="877" y="3456"/>
                      <a:pt x="877" y="3417"/>
                      <a:pt x="877" y="3378"/>
                    </a:cubicBezTo>
                    <a:cubicBezTo>
                      <a:pt x="839" y="3378"/>
                      <a:pt x="800" y="3378"/>
                      <a:pt x="761" y="3378"/>
                    </a:cubicBezTo>
                    <a:cubicBezTo>
                      <a:pt x="761" y="3224"/>
                      <a:pt x="761" y="3070"/>
                      <a:pt x="761" y="2912"/>
                    </a:cubicBezTo>
                    <a:cubicBezTo>
                      <a:pt x="684" y="2912"/>
                      <a:pt x="607" y="2912"/>
                      <a:pt x="528" y="2912"/>
                    </a:cubicBezTo>
                    <a:cubicBezTo>
                      <a:pt x="528" y="2950"/>
                      <a:pt x="528" y="2989"/>
                      <a:pt x="528" y="3028"/>
                    </a:cubicBezTo>
                    <a:cubicBezTo>
                      <a:pt x="424" y="3031"/>
                      <a:pt x="328" y="3023"/>
                      <a:pt x="236" y="2970"/>
                    </a:cubicBezTo>
                    <a:cubicBezTo>
                      <a:pt x="0" y="2711"/>
                      <a:pt x="35" y="2283"/>
                      <a:pt x="39" y="1957"/>
                    </a:cubicBezTo>
                    <a:cubicBezTo>
                      <a:pt x="40" y="1879"/>
                      <a:pt x="39" y="1802"/>
                      <a:pt x="38" y="1724"/>
                    </a:cubicBezTo>
                    <a:cubicBezTo>
                      <a:pt x="35" y="1384"/>
                      <a:pt x="57" y="1101"/>
                      <a:pt x="218" y="796"/>
                    </a:cubicBezTo>
                    <a:cubicBezTo>
                      <a:pt x="259" y="711"/>
                      <a:pt x="269" y="621"/>
                      <a:pt x="276" y="528"/>
                    </a:cubicBezTo>
                    <a:cubicBezTo>
                      <a:pt x="278" y="510"/>
                      <a:pt x="280" y="493"/>
                      <a:pt x="282" y="474"/>
                    </a:cubicBezTo>
                    <a:cubicBezTo>
                      <a:pt x="287" y="433"/>
                      <a:pt x="291" y="391"/>
                      <a:pt x="295" y="349"/>
                    </a:cubicBezTo>
                    <a:cubicBezTo>
                      <a:pt x="333" y="349"/>
                      <a:pt x="372" y="349"/>
                      <a:pt x="411" y="349"/>
                    </a:cubicBezTo>
                    <a:cubicBezTo>
                      <a:pt x="411" y="311"/>
                      <a:pt x="411" y="273"/>
                      <a:pt x="411" y="233"/>
                    </a:cubicBezTo>
                    <a:cubicBezTo>
                      <a:pt x="526" y="233"/>
                      <a:pt x="642" y="233"/>
                      <a:pt x="761" y="233"/>
                    </a:cubicBezTo>
                    <a:cubicBezTo>
                      <a:pt x="761" y="195"/>
                      <a:pt x="761" y="156"/>
                      <a:pt x="761" y="116"/>
                    </a:cubicBezTo>
                    <a:cubicBezTo>
                      <a:pt x="837" y="116"/>
                      <a:pt x="914" y="116"/>
                      <a:pt x="993" y="116"/>
                    </a:cubicBezTo>
                    <a:cubicBezTo>
                      <a:pt x="993" y="78"/>
                      <a:pt x="993" y="40"/>
                      <a:pt x="9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12" name="ICON_TOOL_MODELS_path_004"/>
              <p:cNvSpPr/>
              <p:nvPr/>
            </p:nvSpPr>
            <p:spPr>
              <a:xfrm>
                <a:off x="5173524" y="5258035"/>
                <a:ext cx="70476" cy="79423"/>
              </a:xfrm>
              <a:custGeom>
                <a:avLst/>
                <a:gdLst/>
                <a:ahLst/>
                <a:cxnLst/>
                <a:rect l="0" t="0" r="r" b="b"/>
                <a:pathLst>
                  <a:path w="5549" h="6254" fill="norm" stroke="0">
                    <a:moveTo>
                      <a:pt x="2463" y="0"/>
                    </a:moveTo>
                    <a:cubicBezTo>
                      <a:pt x="2578" y="0"/>
                      <a:pt x="2693" y="0"/>
                      <a:pt x="2812" y="0"/>
                    </a:cubicBezTo>
                    <a:cubicBezTo>
                      <a:pt x="2812" y="38"/>
                      <a:pt x="2812" y="77"/>
                      <a:pt x="2812" y="116"/>
                    </a:cubicBezTo>
                    <a:cubicBezTo>
                      <a:pt x="2927" y="155"/>
                      <a:pt x="3043" y="193"/>
                      <a:pt x="3161" y="233"/>
                    </a:cubicBezTo>
                    <a:cubicBezTo>
                      <a:pt x="3161" y="271"/>
                      <a:pt x="3161" y="310"/>
                      <a:pt x="3161" y="349"/>
                    </a:cubicBezTo>
                    <a:cubicBezTo>
                      <a:pt x="3277" y="388"/>
                      <a:pt x="3392" y="426"/>
                      <a:pt x="3511" y="466"/>
                    </a:cubicBezTo>
                    <a:cubicBezTo>
                      <a:pt x="3511" y="504"/>
                      <a:pt x="3511" y="543"/>
                      <a:pt x="3511" y="582"/>
                    </a:cubicBezTo>
                    <a:cubicBezTo>
                      <a:pt x="3554" y="615"/>
                      <a:pt x="3554" y="615"/>
                      <a:pt x="3613" y="641"/>
                    </a:cubicBezTo>
                    <a:cubicBezTo>
                      <a:pt x="3634" y="650"/>
                      <a:pt x="3655" y="660"/>
                      <a:pt x="3677" y="670"/>
                    </a:cubicBezTo>
                    <a:cubicBezTo>
                      <a:pt x="3699" y="679"/>
                      <a:pt x="3721" y="689"/>
                      <a:pt x="3744" y="699"/>
                    </a:cubicBezTo>
                    <a:cubicBezTo>
                      <a:pt x="3788" y="718"/>
                      <a:pt x="3831" y="737"/>
                      <a:pt x="3875" y="757"/>
                    </a:cubicBezTo>
                    <a:cubicBezTo>
                      <a:pt x="3885" y="761"/>
                      <a:pt x="3885" y="761"/>
                      <a:pt x="3934" y="783"/>
                    </a:cubicBezTo>
                    <a:cubicBezTo>
                      <a:pt x="3948" y="793"/>
                      <a:pt x="3962" y="804"/>
                      <a:pt x="3977" y="815"/>
                    </a:cubicBezTo>
                    <a:cubicBezTo>
                      <a:pt x="3977" y="854"/>
                      <a:pt x="3977" y="892"/>
                      <a:pt x="3977" y="932"/>
                    </a:cubicBezTo>
                    <a:cubicBezTo>
                      <a:pt x="4092" y="970"/>
                      <a:pt x="4207" y="1009"/>
                      <a:pt x="4326" y="1048"/>
                    </a:cubicBezTo>
                    <a:cubicBezTo>
                      <a:pt x="4326" y="1087"/>
                      <a:pt x="4326" y="1125"/>
                      <a:pt x="4326" y="1165"/>
                    </a:cubicBezTo>
                    <a:cubicBezTo>
                      <a:pt x="4355" y="1174"/>
                      <a:pt x="4355" y="1174"/>
                      <a:pt x="4501" y="1223"/>
                    </a:cubicBezTo>
                    <a:cubicBezTo>
                      <a:pt x="4499" y="1241"/>
                      <a:pt x="4496" y="1259"/>
                      <a:pt x="4494" y="1278"/>
                    </a:cubicBezTo>
                    <a:cubicBezTo>
                      <a:pt x="4496" y="1298"/>
                      <a:pt x="4498" y="1318"/>
                      <a:pt x="4501" y="1339"/>
                    </a:cubicBezTo>
                    <a:cubicBezTo>
                      <a:pt x="4559" y="1376"/>
                      <a:pt x="4559" y="1376"/>
                      <a:pt x="4617" y="1398"/>
                    </a:cubicBezTo>
                    <a:cubicBezTo>
                      <a:pt x="4598" y="1475"/>
                      <a:pt x="4579" y="1551"/>
                      <a:pt x="4559" y="1631"/>
                    </a:cubicBezTo>
                    <a:cubicBezTo>
                      <a:pt x="4636" y="1631"/>
                      <a:pt x="4713" y="1631"/>
                      <a:pt x="4792" y="1631"/>
                    </a:cubicBezTo>
                    <a:cubicBezTo>
                      <a:pt x="4792" y="1669"/>
                      <a:pt x="4792" y="1708"/>
                      <a:pt x="4792" y="1747"/>
                    </a:cubicBezTo>
                    <a:cubicBezTo>
                      <a:pt x="4831" y="1747"/>
                      <a:pt x="4869" y="1747"/>
                      <a:pt x="4909" y="1747"/>
                    </a:cubicBezTo>
                    <a:cubicBezTo>
                      <a:pt x="4909" y="1786"/>
                      <a:pt x="4909" y="1824"/>
                      <a:pt x="4909" y="1864"/>
                    </a:cubicBezTo>
                    <a:cubicBezTo>
                      <a:pt x="4947" y="1864"/>
                      <a:pt x="4986" y="1864"/>
                      <a:pt x="5025" y="1864"/>
                    </a:cubicBezTo>
                    <a:cubicBezTo>
                      <a:pt x="5025" y="1941"/>
                      <a:pt x="5025" y="2017"/>
                      <a:pt x="5025" y="2097"/>
                    </a:cubicBezTo>
                    <a:cubicBezTo>
                      <a:pt x="5064" y="2097"/>
                      <a:pt x="5102" y="2097"/>
                      <a:pt x="5142" y="2097"/>
                    </a:cubicBezTo>
                    <a:cubicBezTo>
                      <a:pt x="5142" y="2250"/>
                      <a:pt x="5142" y="2404"/>
                      <a:pt x="5142" y="2562"/>
                    </a:cubicBezTo>
                    <a:cubicBezTo>
                      <a:pt x="5180" y="2562"/>
                      <a:pt x="5218" y="2562"/>
                      <a:pt x="5258" y="2562"/>
                    </a:cubicBezTo>
                    <a:cubicBezTo>
                      <a:pt x="5258" y="2601"/>
                      <a:pt x="5258" y="2639"/>
                      <a:pt x="5258" y="2679"/>
                    </a:cubicBezTo>
                    <a:cubicBezTo>
                      <a:pt x="5354" y="2679"/>
                      <a:pt x="5450" y="2679"/>
                      <a:pt x="5549" y="2679"/>
                    </a:cubicBezTo>
                    <a:cubicBezTo>
                      <a:pt x="5549" y="3275"/>
                      <a:pt x="5549" y="3871"/>
                      <a:pt x="5549" y="4484"/>
                    </a:cubicBezTo>
                    <a:cubicBezTo>
                      <a:pt x="5453" y="4504"/>
                      <a:pt x="5357" y="4523"/>
                      <a:pt x="5258" y="4543"/>
                    </a:cubicBezTo>
                    <a:cubicBezTo>
                      <a:pt x="5258" y="4504"/>
                      <a:pt x="5258" y="4466"/>
                      <a:pt x="5258" y="4426"/>
                    </a:cubicBezTo>
                    <a:cubicBezTo>
                      <a:pt x="5181" y="4426"/>
                      <a:pt x="5104" y="4426"/>
                      <a:pt x="5025" y="4426"/>
                    </a:cubicBezTo>
                    <a:cubicBezTo>
                      <a:pt x="5025" y="4580"/>
                      <a:pt x="5025" y="4734"/>
                      <a:pt x="5025" y="4892"/>
                    </a:cubicBezTo>
                    <a:cubicBezTo>
                      <a:pt x="5064" y="4892"/>
                      <a:pt x="5102" y="4892"/>
                      <a:pt x="5142" y="4892"/>
                    </a:cubicBezTo>
                    <a:cubicBezTo>
                      <a:pt x="5142" y="4930"/>
                      <a:pt x="5142" y="4969"/>
                      <a:pt x="5142" y="5009"/>
                    </a:cubicBezTo>
                    <a:cubicBezTo>
                      <a:pt x="5180" y="5009"/>
                      <a:pt x="5218" y="5009"/>
                      <a:pt x="5258" y="5009"/>
                    </a:cubicBezTo>
                    <a:cubicBezTo>
                      <a:pt x="5258" y="5047"/>
                      <a:pt x="5258" y="5085"/>
                      <a:pt x="5258" y="5125"/>
                    </a:cubicBezTo>
                    <a:cubicBezTo>
                      <a:pt x="5287" y="5135"/>
                      <a:pt x="5287" y="5135"/>
                      <a:pt x="5433" y="5183"/>
                    </a:cubicBezTo>
                    <a:cubicBezTo>
                      <a:pt x="5375" y="5318"/>
                      <a:pt x="5317" y="5452"/>
                      <a:pt x="5258" y="5591"/>
                    </a:cubicBezTo>
                    <a:cubicBezTo>
                      <a:pt x="5220" y="5591"/>
                      <a:pt x="5181" y="5591"/>
                      <a:pt x="5142" y="5591"/>
                    </a:cubicBezTo>
                    <a:cubicBezTo>
                      <a:pt x="5142" y="5629"/>
                      <a:pt x="5142" y="5668"/>
                      <a:pt x="5142" y="5707"/>
                    </a:cubicBezTo>
                    <a:cubicBezTo>
                      <a:pt x="5103" y="5707"/>
                      <a:pt x="5065" y="5707"/>
                      <a:pt x="5025" y="5707"/>
                    </a:cubicBezTo>
                    <a:cubicBezTo>
                      <a:pt x="5025" y="5746"/>
                      <a:pt x="5025" y="5784"/>
                      <a:pt x="5025" y="5824"/>
                    </a:cubicBezTo>
                    <a:cubicBezTo>
                      <a:pt x="4987" y="5824"/>
                      <a:pt x="4948" y="5824"/>
                      <a:pt x="4909" y="5824"/>
                    </a:cubicBezTo>
                    <a:cubicBezTo>
                      <a:pt x="4909" y="5862"/>
                      <a:pt x="4909" y="5901"/>
                      <a:pt x="4909" y="5940"/>
                    </a:cubicBezTo>
                    <a:cubicBezTo>
                      <a:pt x="4870" y="5940"/>
                      <a:pt x="4832" y="5940"/>
                      <a:pt x="4792" y="5940"/>
                    </a:cubicBezTo>
                    <a:cubicBezTo>
                      <a:pt x="4792" y="5979"/>
                      <a:pt x="4792" y="6017"/>
                      <a:pt x="4792" y="6057"/>
                    </a:cubicBezTo>
                    <a:cubicBezTo>
                      <a:pt x="4704" y="6083"/>
                      <a:pt x="4616" y="6109"/>
                      <a:pt x="4528" y="6135"/>
                    </a:cubicBezTo>
                    <a:cubicBezTo>
                      <a:pt x="4498" y="6143"/>
                      <a:pt x="4468" y="6152"/>
                      <a:pt x="4438" y="6161"/>
                    </a:cubicBezTo>
                    <a:cubicBezTo>
                      <a:pt x="4133" y="6254"/>
                      <a:pt x="4133" y="6254"/>
                      <a:pt x="3977" y="6173"/>
                    </a:cubicBezTo>
                    <a:cubicBezTo>
                      <a:pt x="3977" y="6135"/>
                      <a:pt x="3977" y="6096"/>
                      <a:pt x="3977" y="6057"/>
                    </a:cubicBezTo>
                    <a:cubicBezTo>
                      <a:pt x="3669" y="6057"/>
                      <a:pt x="3362" y="6057"/>
                      <a:pt x="3045" y="6057"/>
                    </a:cubicBezTo>
                    <a:cubicBezTo>
                      <a:pt x="3045" y="6095"/>
                      <a:pt x="3045" y="6134"/>
                      <a:pt x="3045" y="6173"/>
                    </a:cubicBezTo>
                    <a:cubicBezTo>
                      <a:pt x="2853" y="6135"/>
                      <a:pt x="2661" y="6096"/>
                      <a:pt x="2463" y="6057"/>
                    </a:cubicBezTo>
                    <a:cubicBezTo>
                      <a:pt x="2463" y="6018"/>
                      <a:pt x="2463" y="5980"/>
                      <a:pt x="2463" y="5940"/>
                    </a:cubicBezTo>
                    <a:cubicBezTo>
                      <a:pt x="2424" y="5940"/>
                      <a:pt x="2386" y="5940"/>
                      <a:pt x="2346" y="5940"/>
                    </a:cubicBezTo>
                    <a:cubicBezTo>
                      <a:pt x="2346" y="5902"/>
                      <a:pt x="2346" y="5863"/>
                      <a:pt x="2346" y="5824"/>
                    </a:cubicBezTo>
                    <a:cubicBezTo>
                      <a:pt x="2308" y="5824"/>
                      <a:pt x="2269" y="5824"/>
                      <a:pt x="2230" y="5824"/>
                    </a:cubicBezTo>
                    <a:cubicBezTo>
                      <a:pt x="2230" y="5785"/>
                      <a:pt x="2230" y="5747"/>
                      <a:pt x="2230" y="5707"/>
                    </a:cubicBezTo>
                    <a:cubicBezTo>
                      <a:pt x="2212" y="5709"/>
                      <a:pt x="2194" y="5711"/>
                      <a:pt x="2175" y="5713"/>
                    </a:cubicBezTo>
                    <a:cubicBezTo>
                      <a:pt x="2113" y="5707"/>
                      <a:pt x="2113" y="5707"/>
                      <a:pt x="2080" y="5671"/>
                    </a:cubicBezTo>
                    <a:cubicBezTo>
                      <a:pt x="2075" y="5663"/>
                      <a:pt x="2075" y="5663"/>
                      <a:pt x="2053" y="5620"/>
                    </a:cubicBezTo>
                    <a:cubicBezTo>
                      <a:pt x="2043" y="5601"/>
                      <a:pt x="2033" y="5582"/>
                      <a:pt x="2023" y="5562"/>
                    </a:cubicBezTo>
                    <a:cubicBezTo>
                      <a:pt x="2013" y="5542"/>
                      <a:pt x="2003" y="5521"/>
                      <a:pt x="1993" y="5500"/>
                    </a:cubicBezTo>
                    <a:cubicBezTo>
                      <a:pt x="1983" y="5479"/>
                      <a:pt x="1973" y="5458"/>
                      <a:pt x="1962" y="5436"/>
                    </a:cubicBezTo>
                    <a:cubicBezTo>
                      <a:pt x="1899" y="5300"/>
                      <a:pt x="1854" y="5169"/>
                      <a:pt x="1833" y="5019"/>
                    </a:cubicBezTo>
                    <a:cubicBezTo>
                      <a:pt x="1831" y="5003"/>
                      <a:pt x="1828" y="4987"/>
                      <a:pt x="1826" y="4970"/>
                    </a:cubicBezTo>
                    <a:cubicBezTo>
                      <a:pt x="1814" y="4853"/>
                      <a:pt x="1837" y="4768"/>
                      <a:pt x="1880" y="4659"/>
                    </a:cubicBezTo>
                    <a:cubicBezTo>
                      <a:pt x="1919" y="4659"/>
                      <a:pt x="1957" y="4659"/>
                      <a:pt x="1997" y="4659"/>
                    </a:cubicBezTo>
                    <a:cubicBezTo>
                      <a:pt x="1997" y="4582"/>
                      <a:pt x="1997" y="4505"/>
                      <a:pt x="1997" y="4426"/>
                    </a:cubicBezTo>
                    <a:cubicBezTo>
                      <a:pt x="1958" y="4426"/>
                      <a:pt x="1920" y="4426"/>
                      <a:pt x="1880" y="4426"/>
                    </a:cubicBezTo>
                    <a:cubicBezTo>
                      <a:pt x="1871" y="4330"/>
                      <a:pt x="1871" y="4330"/>
                      <a:pt x="1822" y="3844"/>
                    </a:cubicBezTo>
                    <a:cubicBezTo>
                      <a:pt x="1880" y="3844"/>
                      <a:pt x="1937" y="3844"/>
                      <a:pt x="1997" y="3844"/>
                    </a:cubicBezTo>
                    <a:cubicBezTo>
                      <a:pt x="1997" y="3882"/>
                      <a:pt x="1997" y="3921"/>
                      <a:pt x="1997" y="3960"/>
                    </a:cubicBezTo>
                    <a:cubicBezTo>
                      <a:pt x="2074" y="3960"/>
                      <a:pt x="2150" y="3960"/>
                      <a:pt x="2230" y="3960"/>
                    </a:cubicBezTo>
                    <a:cubicBezTo>
                      <a:pt x="2230" y="3845"/>
                      <a:pt x="2230" y="3730"/>
                      <a:pt x="2230" y="3611"/>
                    </a:cubicBezTo>
                    <a:cubicBezTo>
                      <a:pt x="2191" y="3611"/>
                      <a:pt x="2153" y="3611"/>
                      <a:pt x="2113" y="3611"/>
                    </a:cubicBezTo>
                    <a:cubicBezTo>
                      <a:pt x="2113" y="3572"/>
                      <a:pt x="2113" y="3534"/>
                      <a:pt x="2113" y="3494"/>
                    </a:cubicBezTo>
                    <a:cubicBezTo>
                      <a:pt x="2075" y="3494"/>
                      <a:pt x="2036" y="3494"/>
                      <a:pt x="1997" y="3494"/>
                    </a:cubicBezTo>
                    <a:cubicBezTo>
                      <a:pt x="2000" y="3512"/>
                      <a:pt x="2003" y="3529"/>
                      <a:pt x="2006" y="3547"/>
                    </a:cubicBezTo>
                    <a:cubicBezTo>
                      <a:pt x="1997" y="3611"/>
                      <a:pt x="1997" y="3611"/>
                      <a:pt x="1933" y="3660"/>
                    </a:cubicBezTo>
                    <a:cubicBezTo>
                      <a:pt x="1906" y="3676"/>
                      <a:pt x="1879" y="3691"/>
                      <a:pt x="1851" y="3705"/>
                    </a:cubicBezTo>
                    <a:cubicBezTo>
                      <a:pt x="1844" y="3709"/>
                      <a:pt x="1844" y="3709"/>
                      <a:pt x="1809" y="3729"/>
                    </a:cubicBezTo>
                    <a:cubicBezTo>
                      <a:pt x="1775" y="3748"/>
                      <a:pt x="1740" y="3767"/>
                      <a:pt x="1706" y="3786"/>
                    </a:cubicBezTo>
                    <a:cubicBezTo>
                      <a:pt x="1705" y="3768"/>
                      <a:pt x="1704" y="3750"/>
                      <a:pt x="1703" y="3732"/>
                    </a:cubicBezTo>
                    <a:cubicBezTo>
                      <a:pt x="1680" y="3530"/>
                      <a:pt x="1614" y="3438"/>
                      <a:pt x="1462" y="3307"/>
                    </a:cubicBezTo>
                    <a:cubicBezTo>
                      <a:pt x="1391" y="3245"/>
                      <a:pt x="1351" y="3203"/>
                      <a:pt x="1325" y="3111"/>
                    </a:cubicBezTo>
                    <a:cubicBezTo>
                      <a:pt x="1298" y="3028"/>
                      <a:pt x="1298" y="3028"/>
                      <a:pt x="1243" y="2992"/>
                    </a:cubicBezTo>
                    <a:cubicBezTo>
                      <a:pt x="1233" y="2988"/>
                      <a:pt x="1233" y="2988"/>
                      <a:pt x="1181" y="2970"/>
                    </a:cubicBezTo>
                    <a:cubicBezTo>
                      <a:pt x="1070" y="2923"/>
                      <a:pt x="1070" y="2923"/>
                      <a:pt x="1043" y="2868"/>
                    </a:cubicBezTo>
                    <a:cubicBezTo>
                      <a:pt x="1039" y="2852"/>
                      <a:pt x="1036" y="2837"/>
                      <a:pt x="1032" y="2821"/>
                    </a:cubicBezTo>
                    <a:cubicBezTo>
                      <a:pt x="1024" y="2793"/>
                      <a:pt x="1015" y="2766"/>
                      <a:pt x="1007" y="2737"/>
                    </a:cubicBezTo>
                    <a:cubicBezTo>
                      <a:pt x="978" y="2728"/>
                      <a:pt x="978" y="2728"/>
                      <a:pt x="832" y="2679"/>
                    </a:cubicBezTo>
                    <a:cubicBezTo>
                      <a:pt x="832" y="2448"/>
                      <a:pt x="832" y="2218"/>
                      <a:pt x="832" y="1980"/>
                    </a:cubicBezTo>
                    <a:cubicBezTo>
                      <a:pt x="755" y="1980"/>
                      <a:pt x="678" y="1980"/>
                      <a:pt x="599" y="1980"/>
                    </a:cubicBezTo>
                    <a:cubicBezTo>
                      <a:pt x="599" y="2019"/>
                      <a:pt x="599" y="2057"/>
                      <a:pt x="599" y="2097"/>
                    </a:cubicBezTo>
                    <a:cubicBezTo>
                      <a:pt x="503" y="2097"/>
                      <a:pt x="407" y="2097"/>
                      <a:pt x="308" y="2097"/>
                    </a:cubicBezTo>
                    <a:cubicBezTo>
                      <a:pt x="306" y="2074"/>
                      <a:pt x="305" y="2052"/>
                      <a:pt x="303" y="2028"/>
                    </a:cubicBezTo>
                    <a:cubicBezTo>
                      <a:pt x="286" y="1851"/>
                      <a:pt x="269" y="1747"/>
                      <a:pt x="126" y="1627"/>
                    </a:cubicBezTo>
                    <a:cubicBezTo>
                      <a:pt x="21" y="1534"/>
                      <a:pt x="21" y="1534"/>
                      <a:pt x="0" y="1445"/>
                    </a:cubicBezTo>
                    <a:cubicBezTo>
                      <a:pt x="9" y="1330"/>
                      <a:pt x="35" y="1260"/>
                      <a:pt x="119" y="1182"/>
                    </a:cubicBezTo>
                    <a:cubicBezTo>
                      <a:pt x="233" y="1089"/>
                      <a:pt x="356" y="1008"/>
                      <a:pt x="483" y="932"/>
                    </a:cubicBezTo>
                    <a:cubicBezTo>
                      <a:pt x="483" y="970"/>
                      <a:pt x="483" y="1009"/>
                      <a:pt x="483" y="1048"/>
                    </a:cubicBezTo>
                    <a:cubicBezTo>
                      <a:pt x="598" y="1048"/>
                      <a:pt x="713" y="1048"/>
                      <a:pt x="832" y="1048"/>
                    </a:cubicBezTo>
                    <a:cubicBezTo>
                      <a:pt x="832" y="1010"/>
                      <a:pt x="832" y="971"/>
                      <a:pt x="832" y="932"/>
                    </a:cubicBezTo>
                    <a:cubicBezTo>
                      <a:pt x="870" y="932"/>
                      <a:pt x="909" y="932"/>
                      <a:pt x="948" y="932"/>
                    </a:cubicBezTo>
                    <a:cubicBezTo>
                      <a:pt x="948" y="893"/>
                      <a:pt x="948" y="855"/>
                      <a:pt x="948" y="815"/>
                    </a:cubicBezTo>
                    <a:cubicBezTo>
                      <a:pt x="1034" y="790"/>
                      <a:pt x="1120" y="765"/>
                      <a:pt x="1206" y="741"/>
                    </a:cubicBezTo>
                    <a:cubicBezTo>
                      <a:pt x="1235" y="732"/>
                      <a:pt x="1264" y="724"/>
                      <a:pt x="1293" y="715"/>
                    </a:cubicBezTo>
                    <a:cubicBezTo>
                      <a:pt x="1491" y="657"/>
                      <a:pt x="1673" y="628"/>
                      <a:pt x="1880" y="641"/>
                    </a:cubicBezTo>
                    <a:cubicBezTo>
                      <a:pt x="1880" y="583"/>
                      <a:pt x="1880" y="525"/>
                      <a:pt x="1880" y="466"/>
                    </a:cubicBezTo>
                    <a:cubicBezTo>
                      <a:pt x="1996" y="427"/>
                      <a:pt x="2111" y="389"/>
                      <a:pt x="2230" y="349"/>
                    </a:cubicBezTo>
                    <a:cubicBezTo>
                      <a:pt x="2230" y="311"/>
                      <a:pt x="2230" y="273"/>
                      <a:pt x="2230" y="233"/>
                    </a:cubicBezTo>
                    <a:cubicBezTo>
                      <a:pt x="2268" y="233"/>
                      <a:pt x="2307" y="233"/>
                      <a:pt x="2346" y="233"/>
                    </a:cubicBezTo>
                    <a:cubicBezTo>
                      <a:pt x="2346" y="195"/>
                      <a:pt x="2346" y="156"/>
                      <a:pt x="2346" y="116"/>
                    </a:cubicBezTo>
                    <a:cubicBezTo>
                      <a:pt x="2385" y="116"/>
                      <a:pt x="2423" y="116"/>
                      <a:pt x="2463" y="116"/>
                    </a:cubicBezTo>
                    <a:cubicBezTo>
                      <a:pt x="2463" y="78"/>
                      <a:pt x="2463" y="40"/>
                      <a:pt x="24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13" name="ICON_TOOL_MODELS_path_005"/>
              <p:cNvSpPr/>
              <p:nvPr/>
            </p:nvSpPr>
            <p:spPr>
              <a:xfrm>
                <a:off x="5158202" y="5073737"/>
                <a:ext cx="86626" cy="78530"/>
              </a:xfrm>
              <a:custGeom>
                <a:avLst/>
                <a:gdLst/>
                <a:ahLst/>
                <a:cxnLst/>
                <a:rect l="0" t="0" r="r" b="b"/>
                <a:pathLst>
                  <a:path w="6821" h="6183" fill="norm" stroke="0">
                    <a:moveTo>
                      <a:pt x="4350" y="36"/>
                    </a:moveTo>
                    <a:cubicBezTo>
                      <a:pt x="4362" y="37"/>
                      <a:pt x="4362" y="37"/>
                      <a:pt x="4423" y="45"/>
                    </a:cubicBezTo>
                    <a:cubicBezTo>
                      <a:pt x="4482" y="52"/>
                      <a:pt x="4542" y="60"/>
                      <a:pt x="4601" y="68"/>
                    </a:cubicBezTo>
                    <a:cubicBezTo>
                      <a:pt x="4601" y="107"/>
                      <a:pt x="4601" y="145"/>
                      <a:pt x="4601" y="185"/>
                    </a:cubicBezTo>
                    <a:cubicBezTo>
                      <a:pt x="4793" y="185"/>
                      <a:pt x="4985" y="185"/>
                      <a:pt x="5183" y="185"/>
                    </a:cubicBezTo>
                    <a:cubicBezTo>
                      <a:pt x="5183" y="146"/>
                      <a:pt x="5183" y="108"/>
                      <a:pt x="5183" y="68"/>
                    </a:cubicBezTo>
                    <a:cubicBezTo>
                      <a:pt x="5260" y="68"/>
                      <a:pt x="5337" y="68"/>
                      <a:pt x="5416" y="68"/>
                    </a:cubicBezTo>
                    <a:cubicBezTo>
                      <a:pt x="5416" y="107"/>
                      <a:pt x="5416" y="145"/>
                      <a:pt x="5416" y="185"/>
                    </a:cubicBezTo>
                    <a:cubicBezTo>
                      <a:pt x="5455" y="185"/>
                      <a:pt x="5493" y="185"/>
                      <a:pt x="5533" y="185"/>
                    </a:cubicBezTo>
                    <a:cubicBezTo>
                      <a:pt x="5533" y="223"/>
                      <a:pt x="5533" y="262"/>
                      <a:pt x="5533" y="301"/>
                    </a:cubicBezTo>
                    <a:cubicBezTo>
                      <a:pt x="5571" y="301"/>
                      <a:pt x="5610" y="301"/>
                      <a:pt x="5649" y="301"/>
                    </a:cubicBezTo>
                    <a:cubicBezTo>
                      <a:pt x="5649" y="340"/>
                      <a:pt x="5649" y="378"/>
                      <a:pt x="5649" y="418"/>
                    </a:cubicBezTo>
                    <a:cubicBezTo>
                      <a:pt x="5688" y="418"/>
                      <a:pt x="5726" y="418"/>
                      <a:pt x="5766" y="418"/>
                    </a:cubicBezTo>
                    <a:cubicBezTo>
                      <a:pt x="5766" y="456"/>
                      <a:pt x="5766" y="495"/>
                      <a:pt x="5766" y="534"/>
                    </a:cubicBezTo>
                    <a:cubicBezTo>
                      <a:pt x="5804" y="534"/>
                      <a:pt x="5842" y="534"/>
                      <a:pt x="5882" y="534"/>
                    </a:cubicBezTo>
                    <a:cubicBezTo>
                      <a:pt x="5882" y="573"/>
                      <a:pt x="5882" y="611"/>
                      <a:pt x="5882" y="651"/>
                    </a:cubicBezTo>
                    <a:cubicBezTo>
                      <a:pt x="5921" y="651"/>
                      <a:pt x="5959" y="651"/>
                      <a:pt x="5999" y="651"/>
                    </a:cubicBezTo>
                    <a:cubicBezTo>
                      <a:pt x="5999" y="689"/>
                      <a:pt x="5999" y="728"/>
                      <a:pt x="5999" y="767"/>
                    </a:cubicBezTo>
                    <a:cubicBezTo>
                      <a:pt x="6037" y="767"/>
                      <a:pt x="6075" y="767"/>
                      <a:pt x="6115" y="767"/>
                    </a:cubicBezTo>
                    <a:cubicBezTo>
                      <a:pt x="6153" y="671"/>
                      <a:pt x="6192" y="575"/>
                      <a:pt x="6232" y="476"/>
                    </a:cubicBezTo>
                    <a:cubicBezTo>
                      <a:pt x="6241" y="495"/>
                      <a:pt x="6241" y="495"/>
                      <a:pt x="6290" y="593"/>
                    </a:cubicBezTo>
                    <a:cubicBezTo>
                      <a:pt x="6340" y="619"/>
                      <a:pt x="6340" y="619"/>
                      <a:pt x="6399" y="640"/>
                    </a:cubicBezTo>
                    <a:cubicBezTo>
                      <a:pt x="6543" y="708"/>
                      <a:pt x="6622" y="811"/>
                      <a:pt x="6684" y="957"/>
                    </a:cubicBezTo>
                    <a:cubicBezTo>
                      <a:pt x="6723" y="1084"/>
                      <a:pt x="6710" y="1220"/>
                      <a:pt x="6697" y="1350"/>
                    </a:cubicBezTo>
                    <a:cubicBezTo>
                      <a:pt x="6736" y="1350"/>
                      <a:pt x="6774" y="1350"/>
                      <a:pt x="6814" y="1350"/>
                    </a:cubicBezTo>
                    <a:cubicBezTo>
                      <a:pt x="6814" y="2138"/>
                      <a:pt x="6814" y="2926"/>
                      <a:pt x="6814" y="3737"/>
                    </a:cubicBezTo>
                    <a:cubicBezTo>
                      <a:pt x="6756" y="3737"/>
                      <a:pt x="6699" y="3737"/>
                      <a:pt x="6639" y="3737"/>
                    </a:cubicBezTo>
                    <a:cubicBezTo>
                      <a:pt x="6631" y="3719"/>
                      <a:pt x="6622" y="3701"/>
                      <a:pt x="6614" y="3683"/>
                    </a:cubicBezTo>
                    <a:cubicBezTo>
                      <a:pt x="6603" y="3662"/>
                      <a:pt x="6592" y="3642"/>
                      <a:pt x="6581" y="3621"/>
                    </a:cubicBezTo>
                    <a:cubicBezTo>
                      <a:pt x="6543" y="3611"/>
                      <a:pt x="6543" y="3611"/>
                      <a:pt x="6348" y="3563"/>
                    </a:cubicBezTo>
                    <a:cubicBezTo>
                      <a:pt x="6348" y="3832"/>
                      <a:pt x="6348" y="4101"/>
                      <a:pt x="6348" y="4378"/>
                    </a:cubicBezTo>
                    <a:cubicBezTo>
                      <a:pt x="6386" y="4378"/>
                      <a:pt x="6425" y="4378"/>
                      <a:pt x="6464" y="4378"/>
                    </a:cubicBezTo>
                    <a:cubicBezTo>
                      <a:pt x="6464" y="4417"/>
                      <a:pt x="6464" y="4455"/>
                      <a:pt x="6464" y="4495"/>
                    </a:cubicBezTo>
                    <a:cubicBezTo>
                      <a:pt x="6561" y="4418"/>
                      <a:pt x="6657" y="4341"/>
                      <a:pt x="6756" y="4262"/>
                    </a:cubicBezTo>
                    <a:cubicBezTo>
                      <a:pt x="6814" y="4320"/>
                      <a:pt x="6814" y="4320"/>
                      <a:pt x="6821" y="4380"/>
                    </a:cubicBezTo>
                    <a:cubicBezTo>
                      <a:pt x="6821" y="4405"/>
                      <a:pt x="6821" y="4429"/>
                      <a:pt x="6821" y="4455"/>
                    </a:cubicBezTo>
                    <a:cubicBezTo>
                      <a:pt x="6821" y="4469"/>
                      <a:pt x="6821" y="4469"/>
                      <a:pt x="6821" y="4540"/>
                    </a:cubicBezTo>
                    <a:cubicBezTo>
                      <a:pt x="6820" y="4570"/>
                      <a:pt x="6820" y="4601"/>
                      <a:pt x="6820" y="4631"/>
                    </a:cubicBezTo>
                    <a:cubicBezTo>
                      <a:pt x="6820" y="4663"/>
                      <a:pt x="6819" y="4694"/>
                      <a:pt x="6819" y="4725"/>
                    </a:cubicBezTo>
                    <a:cubicBezTo>
                      <a:pt x="6819" y="4807"/>
                      <a:pt x="6819" y="4890"/>
                      <a:pt x="6818" y="4972"/>
                    </a:cubicBezTo>
                    <a:cubicBezTo>
                      <a:pt x="6817" y="5056"/>
                      <a:pt x="6817" y="5140"/>
                      <a:pt x="6817" y="5224"/>
                    </a:cubicBezTo>
                    <a:cubicBezTo>
                      <a:pt x="6816" y="5388"/>
                      <a:pt x="6815" y="5553"/>
                      <a:pt x="6814" y="5718"/>
                    </a:cubicBezTo>
                    <a:cubicBezTo>
                      <a:pt x="6646" y="5722"/>
                      <a:pt x="6646" y="5722"/>
                      <a:pt x="6584" y="5679"/>
                    </a:cubicBezTo>
                    <a:cubicBezTo>
                      <a:pt x="6577" y="5671"/>
                      <a:pt x="6577" y="5671"/>
                      <a:pt x="6541" y="5630"/>
                    </a:cubicBezTo>
                    <a:cubicBezTo>
                      <a:pt x="6526" y="5614"/>
                      <a:pt x="6512" y="5598"/>
                      <a:pt x="6497" y="5581"/>
                    </a:cubicBezTo>
                    <a:cubicBezTo>
                      <a:pt x="6486" y="5568"/>
                      <a:pt x="6475" y="5556"/>
                      <a:pt x="6464" y="5543"/>
                    </a:cubicBezTo>
                    <a:cubicBezTo>
                      <a:pt x="6464" y="5581"/>
                      <a:pt x="6464" y="5620"/>
                      <a:pt x="6464" y="5659"/>
                    </a:cubicBezTo>
                    <a:cubicBezTo>
                      <a:pt x="6426" y="5659"/>
                      <a:pt x="6388" y="5659"/>
                      <a:pt x="6348" y="5659"/>
                    </a:cubicBezTo>
                    <a:cubicBezTo>
                      <a:pt x="6348" y="5698"/>
                      <a:pt x="6348" y="5736"/>
                      <a:pt x="6348" y="5776"/>
                    </a:cubicBezTo>
                    <a:cubicBezTo>
                      <a:pt x="6310" y="5776"/>
                      <a:pt x="6271" y="5776"/>
                      <a:pt x="6232" y="5776"/>
                    </a:cubicBezTo>
                    <a:cubicBezTo>
                      <a:pt x="6232" y="5814"/>
                      <a:pt x="6232" y="5853"/>
                      <a:pt x="6232" y="5892"/>
                    </a:cubicBezTo>
                    <a:cubicBezTo>
                      <a:pt x="6193" y="5892"/>
                      <a:pt x="6155" y="5892"/>
                      <a:pt x="6115" y="5892"/>
                    </a:cubicBezTo>
                    <a:cubicBezTo>
                      <a:pt x="6115" y="5931"/>
                      <a:pt x="6115" y="5969"/>
                      <a:pt x="6115" y="6009"/>
                    </a:cubicBezTo>
                    <a:cubicBezTo>
                      <a:pt x="6077" y="6009"/>
                      <a:pt x="6038" y="6009"/>
                      <a:pt x="5999" y="6009"/>
                    </a:cubicBezTo>
                    <a:cubicBezTo>
                      <a:pt x="5989" y="6038"/>
                      <a:pt x="5989" y="6038"/>
                      <a:pt x="5940" y="6183"/>
                    </a:cubicBezTo>
                    <a:cubicBezTo>
                      <a:pt x="5919" y="6176"/>
                      <a:pt x="5897" y="6168"/>
                      <a:pt x="5874" y="6160"/>
                    </a:cubicBezTo>
                    <a:cubicBezTo>
                      <a:pt x="5684" y="6094"/>
                      <a:pt x="5499" y="6042"/>
                      <a:pt x="5300" y="6009"/>
                    </a:cubicBezTo>
                    <a:cubicBezTo>
                      <a:pt x="5300" y="5970"/>
                      <a:pt x="5300" y="5932"/>
                      <a:pt x="5300" y="5892"/>
                    </a:cubicBezTo>
                    <a:cubicBezTo>
                      <a:pt x="5223" y="5892"/>
                      <a:pt x="5146" y="5892"/>
                      <a:pt x="5067" y="5892"/>
                    </a:cubicBezTo>
                    <a:cubicBezTo>
                      <a:pt x="5067" y="5854"/>
                      <a:pt x="5067" y="5815"/>
                      <a:pt x="5067" y="5776"/>
                    </a:cubicBezTo>
                    <a:cubicBezTo>
                      <a:pt x="5028" y="5776"/>
                      <a:pt x="4990" y="5776"/>
                      <a:pt x="4950" y="5776"/>
                    </a:cubicBezTo>
                    <a:cubicBezTo>
                      <a:pt x="4950" y="5737"/>
                      <a:pt x="4950" y="5699"/>
                      <a:pt x="4950" y="5659"/>
                    </a:cubicBezTo>
                    <a:cubicBezTo>
                      <a:pt x="4912" y="5659"/>
                      <a:pt x="4873" y="5659"/>
                      <a:pt x="4834" y="5659"/>
                    </a:cubicBezTo>
                    <a:cubicBezTo>
                      <a:pt x="4834" y="5621"/>
                      <a:pt x="4834" y="5583"/>
                      <a:pt x="4834" y="5543"/>
                    </a:cubicBezTo>
                    <a:cubicBezTo>
                      <a:pt x="4718" y="5543"/>
                      <a:pt x="4603" y="5543"/>
                      <a:pt x="4484" y="5543"/>
                    </a:cubicBezTo>
                    <a:cubicBezTo>
                      <a:pt x="4484" y="5581"/>
                      <a:pt x="4484" y="5620"/>
                      <a:pt x="4484" y="5659"/>
                    </a:cubicBezTo>
                    <a:cubicBezTo>
                      <a:pt x="4448" y="5671"/>
                      <a:pt x="4412" y="5682"/>
                      <a:pt x="4375" y="5692"/>
                    </a:cubicBezTo>
                    <a:cubicBezTo>
                      <a:pt x="4355" y="5698"/>
                      <a:pt x="4335" y="5704"/>
                      <a:pt x="4314" y="5711"/>
                    </a:cubicBezTo>
                    <a:cubicBezTo>
                      <a:pt x="4232" y="5720"/>
                      <a:pt x="4201" y="5710"/>
                      <a:pt x="4135" y="5659"/>
                    </a:cubicBezTo>
                    <a:cubicBezTo>
                      <a:pt x="4105" y="5602"/>
                      <a:pt x="4087" y="5543"/>
                      <a:pt x="4069" y="5481"/>
                    </a:cubicBezTo>
                    <a:cubicBezTo>
                      <a:pt x="4064" y="5465"/>
                      <a:pt x="4059" y="5448"/>
                      <a:pt x="4054" y="5431"/>
                    </a:cubicBezTo>
                    <a:cubicBezTo>
                      <a:pt x="4042" y="5391"/>
                      <a:pt x="4030" y="5350"/>
                      <a:pt x="4018" y="5310"/>
                    </a:cubicBezTo>
                    <a:cubicBezTo>
                      <a:pt x="3980" y="5310"/>
                      <a:pt x="3942" y="5310"/>
                      <a:pt x="3902" y="5310"/>
                    </a:cubicBezTo>
                    <a:cubicBezTo>
                      <a:pt x="3902" y="5272"/>
                      <a:pt x="3902" y="5233"/>
                      <a:pt x="3902" y="5193"/>
                    </a:cubicBezTo>
                    <a:cubicBezTo>
                      <a:pt x="3864" y="5193"/>
                      <a:pt x="3825" y="5193"/>
                      <a:pt x="3786" y="5193"/>
                    </a:cubicBezTo>
                    <a:cubicBezTo>
                      <a:pt x="3672" y="4962"/>
                      <a:pt x="3672" y="4962"/>
                      <a:pt x="3669" y="4844"/>
                    </a:cubicBezTo>
                    <a:cubicBezTo>
                      <a:pt x="3709" y="4789"/>
                      <a:pt x="3709" y="4789"/>
                      <a:pt x="3771" y="4742"/>
                    </a:cubicBezTo>
                    <a:cubicBezTo>
                      <a:pt x="3983" y="4576"/>
                      <a:pt x="3983" y="4281"/>
                      <a:pt x="4018" y="4029"/>
                    </a:cubicBezTo>
                    <a:cubicBezTo>
                      <a:pt x="4057" y="4029"/>
                      <a:pt x="4095" y="4029"/>
                      <a:pt x="4135" y="4029"/>
                    </a:cubicBezTo>
                    <a:cubicBezTo>
                      <a:pt x="4135" y="3990"/>
                      <a:pt x="4135" y="3952"/>
                      <a:pt x="4135" y="3912"/>
                    </a:cubicBezTo>
                    <a:cubicBezTo>
                      <a:pt x="4173" y="3912"/>
                      <a:pt x="4212" y="3912"/>
                      <a:pt x="4251" y="3912"/>
                    </a:cubicBezTo>
                    <a:cubicBezTo>
                      <a:pt x="4251" y="3797"/>
                      <a:pt x="4251" y="3682"/>
                      <a:pt x="4251" y="3563"/>
                    </a:cubicBezTo>
                    <a:cubicBezTo>
                      <a:pt x="4328" y="3563"/>
                      <a:pt x="4405" y="3563"/>
                      <a:pt x="4484" y="3563"/>
                    </a:cubicBezTo>
                    <a:cubicBezTo>
                      <a:pt x="4484" y="3524"/>
                      <a:pt x="4484" y="3486"/>
                      <a:pt x="4484" y="3446"/>
                    </a:cubicBezTo>
                    <a:cubicBezTo>
                      <a:pt x="4523" y="3446"/>
                      <a:pt x="4561" y="3446"/>
                      <a:pt x="4601" y="3446"/>
                    </a:cubicBezTo>
                    <a:cubicBezTo>
                      <a:pt x="4601" y="3408"/>
                      <a:pt x="4601" y="3369"/>
                      <a:pt x="4601" y="3330"/>
                    </a:cubicBezTo>
                    <a:cubicBezTo>
                      <a:pt x="4562" y="3330"/>
                      <a:pt x="4524" y="3330"/>
                      <a:pt x="4484" y="3330"/>
                    </a:cubicBezTo>
                    <a:cubicBezTo>
                      <a:pt x="4484" y="3291"/>
                      <a:pt x="4484" y="3253"/>
                      <a:pt x="4484" y="3213"/>
                    </a:cubicBezTo>
                    <a:cubicBezTo>
                      <a:pt x="4369" y="3213"/>
                      <a:pt x="4254" y="3213"/>
                      <a:pt x="4135" y="3213"/>
                    </a:cubicBezTo>
                    <a:cubicBezTo>
                      <a:pt x="4135" y="3252"/>
                      <a:pt x="4135" y="3290"/>
                      <a:pt x="4135" y="3330"/>
                    </a:cubicBezTo>
                    <a:cubicBezTo>
                      <a:pt x="3952" y="3309"/>
                      <a:pt x="3826" y="3280"/>
                      <a:pt x="3697" y="3144"/>
                    </a:cubicBezTo>
                    <a:cubicBezTo>
                      <a:pt x="3663" y="3086"/>
                      <a:pt x="3664" y="3047"/>
                      <a:pt x="3669" y="2980"/>
                    </a:cubicBezTo>
                    <a:cubicBezTo>
                      <a:pt x="3631" y="2980"/>
                      <a:pt x="3592" y="2980"/>
                      <a:pt x="3553" y="2980"/>
                    </a:cubicBezTo>
                    <a:cubicBezTo>
                      <a:pt x="3553" y="2904"/>
                      <a:pt x="3553" y="2827"/>
                      <a:pt x="3553" y="2747"/>
                    </a:cubicBezTo>
                    <a:cubicBezTo>
                      <a:pt x="3514" y="2747"/>
                      <a:pt x="3476" y="2747"/>
                      <a:pt x="3436" y="2747"/>
                    </a:cubicBezTo>
                    <a:cubicBezTo>
                      <a:pt x="3436" y="2671"/>
                      <a:pt x="3436" y="2594"/>
                      <a:pt x="3436" y="2514"/>
                    </a:cubicBezTo>
                    <a:cubicBezTo>
                      <a:pt x="3475" y="2514"/>
                      <a:pt x="3513" y="2514"/>
                      <a:pt x="3553" y="2514"/>
                    </a:cubicBezTo>
                    <a:cubicBezTo>
                      <a:pt x="3553" y="2438"/>
                      <a:pt x="3553" y="2361"/>
                      <a:pt x="3553" y="2281"/>
                    </a:cubicBezTo>
                    <a:cubicBezTo>
                      <a:pt x="3541" y="2283"/>
                      <a:pt x="3541" y="2283"/>
                      <a:pt x="3484" y="2288"/>
                    </a:cubicBezTo>
                    <a:cubicBezTo>
                      <a:pt x="3400" y="2295"/>
                      <a:pt x="3316" y="2303"/>
                      <a:pt x="3232" y="2310"/>
                    </a:cubicBezTo>
                    <a:cubicBezTo>
                      <a:pt x="3196" y="2313"/>
                      <a:pt x="3160" y="2316"/>
                      <a:pt x="3123" y="2319"/>
                    </a:cubicBezTo>
                    <a:cubicBezTo>
                      <a:pt x="3071" y="2324"/>
                      <a:pt x="3019" y="2328"/>
                      <a:pt x="2967" y="2333"/>
                    </a:cubicBezTo>
                    <a:cubicBezTo>
                      <a:pt x="2951" y="2334"/>
                      <a:pt x="2934" y="2336"/>
                      <a:pt x="2918" y="2337"/>
                    </a:cubicBezTo>
                    <a:cubicBezTo>
                      <a:pt x="2872" y="2341"/>
                      <a:pt x="2872" y="2341"/>
                      <a:pt x="2795" y="2340"/>
                    </a:cubicBezTo>
                    <a:cubicBezTo>
                      <a:pt x="2776" y="2321"/>
                      <a:pt x="2757" y="2301"/>
                      <a:pt x="2737" y="2281"/>
                    </a:cubicBezTo>
                    <a:cubicBezTo>
                      <a:pt x="2680" y="2274"/>
                      <a:pt x="2680" y="2274"/>
                      <a:pt x="2610" y="2274"/>
                    </a:cubicBezTo>
                    <a:cubicBezTo>
                      <a:pt x="2585" y="2274"/>
                      <a:pt x="2560" y="2274"/>
                      <a:pt x="2534" y="2274"/>
                    </a:cubicBezTo>
                    <a:cubicBezTo>
                      <a:pt x="2507" y="2274"/>
                      <a:pt x="2481" y="2274"/>
                      <a:pt x="2453" y="2274"/>
                    </a:cubicBezTo>
                    <a:cubicBezTo>
                      <a:pt x="2427" y="2274"/>
                      <a:pt x="2401" y="2274"/>
                      <a:pt x="2374" y="2274"/>
                    </a:cubicBezTo>
                    <a:cubicBezTo>
                      <a:pt x="2228" y="2274"/>
                      <a:pt x="2117" y="2289"/>
                      <a:pt x="1980" y="2340"/>
                    </a:cubicBezTo>
                    <a:cubicBezTo>
                      <a:pt x="1899" y="2345"/>
                      <a:pt x="1899" y="2345"/>
                      <a:pt x="1824" y="2343"/>
                    </a:cubicBezTo>
                    <a:cubicBezTo>
                      <a:pt x="1798" y="2343"/>
                      <a:pt x="1773" y="2342"/>
                      <a:pt x="1747" y="2342"/>
                    </a:cubicBezTo>
                    <a:cubicBezTo>
                      <a:pt x="1728" y="2341"/>
                      <a:pt x="1709" y="2340"/>
                      <a:pt x="1689" y="2340"/>
                    </a:cubicBezTo>
                    <a:cubicBezTo>
                      <a:pt x="1695" y="2365"/>
                      <a:pt x="1701" y="2390"/>
                      <a:pt x="1707" y="2416"/>
                    </a:cubicBezTo>
                    <a:cubicBezTo>
                      <a:pt x="1707" y="2465"/>
                      <a:pt x="1707" y="2465"/>
                      <a:pt x="1689" y="2514"/>
                    </a:cubicBezTo>
                    <a:cubicBezTo>
                      <a:pt x="1637" y="2552"/>
                      <a:pt x="1583" y="2581"/>
                      <a:pt x="1526" y="2611"/>
                    </a:cubicBezTo>
                    <a:cubicBezTo>
                      <a:pt x="1404" y="2679"/>
                      <a:pt x="1308" y="2765"/>
                      <a:pt x="1208" y="2864"/>
                    </a:cubicBezTo>
                    <a:cubicBezTo>
                      <a:pt x="1201" y="2871"/>
                      <a:pt x="1201" y="2871"/>
                      <a:pt x="1163" y="2908"/>
                    </a:cubicBezTo>
                    <a:cubicBezTo>
                      <a:pt x="1093" y="2979"/>
                      <a:pt x="1043" y="3036"/>
                      <a:pt x="1015" y="3133"/>
                    </a:cubicBezTo>
                    <a:cubicBezTo>
                      <a:pt x="990" y="3213"/>
                      <a:pt x="990" y="3213"/>
                      <a:pt x="950" y="3256"/>
                    </a:cubicBezTo>
                    <a:cubicBezTo>
                      <a:pt x="740" y="3366"/>
                      <a:pt x="522" y="3338"/>
                      <a:pt x="291" y="3330"/>
                    </a:cubicBezTo>
                    <a:cubicBezTo>
                      <a:pt x="291" y="3176"/>
                      <a:pt x="291" y="3022"/>
                      <a:pt x="291" y="2864"/>
                    </a:cubicBezTo>
                    <a:cubicBezTo>
                      <a:pt x="253" y="2864"/>
                      <a:pt x="214" y="2864"/>
                      <a:pt x="175" y="2864"/>
                    </a:cubicBezTo>
                    <a:cubicBezTo>
                      <a:pt x="175" y="2826"/>
                      <a:pt x="175" y="2787"/>
                      <a:pt x="175" y="2747"/>
                    </a:cubicBezTo>
                    <a:cubicBezTo>
                      <a:pt x="136" y="2747"/>
                      <a:pt x="98" y="2747"/>
                      <a:pt x="58" y="2747"/>
                    </a:cubicBezTo>
                    <a:cubicBezTo>
                      <a:pt x="39" y="2671"/>
                      <a:pt x="20" y="2594"/>
                      <a:pt x="0" y="2514"/>
                    </a:cubicBezTo>
                    <a:cubicBezTo>
                      <a:pt x="135" y="2514"/>
                      <a:pt x="269" y="2514"/>
                      <a:pt x="408" y="2514"/>
                    </a:cubicBezTo>
                    <a:cubicBezTo>
                      <a:pt x="408" y="2476"/>
                      <a:pt x="408" y="2438"/>
                      <a:pt x="408" y="2398"/>
                    </a:cubicBezTo>
                    <a:cubicBezTo>
                      <a:pt x="446" y="2398"/>
                      <a:pt x="485" y="2398"/>
                      <a:pt x="524" y="2398"/>
                    </a:cubicBezTo>
                    <a:cubicBezTo>
                      <a:pt x="524" y="2360"/>
                      <a:pt x="524" y="2321"/>
                      <a:pt x="524" y="2281"/>
                    </a:cubicBezTo>
                    <a:cubicBezTo>
                      <a:pt x="486" y="2281"/>
                      <a:pt x="447" y="2281"/>
                      <a:pt x="408" y="2281"/>
                    </a:cubicBezTo>
                    <a:cubicBezTo>
                      <a:pt x="408" y="2243"/>
                      <a:pt x="408" y="2205"/>
                      <a:pt x="408" y="2165"/>
                    </a:cubicBezTo>
                    <a:cubicBezTo>
                      <a:pt x="369" y="2165"/>
                      <a:pt x="331" y="2165"/>
                      <a:pt x="291" y="2165"/>
                    </a:cubicBezTo>
                    <a:cubicBezTo>
                      <a:pt x="356" y="2015"/>
                      <a:pt x="424" y="1909"/>
                      <a:pt x="545" y="1799"/>
                    </a:cubicBezTo>
                    <a:cubicBezTo>
                      <a:pt x="586" y="1754"/>
                      <a:pt x="594" y="1729"/>
                      <a:pt x="604" y="1670"/>
                    </a:cubicBezTo>
                    <a:cubicBezTo>
                      <a:pt x="633" y="1565"/>
                      <a:pt x="712" y="1516"/>
                      <a:pt x="802" y="1462"/>
                    </a:cubicBezTo>
                    <a:cubicBezTo>
                      <a:pt x="965" y="1378"/>
                      <a:pt x="1161" y="1377"/>
                      <a:pt x="1339" y="1408"/>
                    </a:cubicBezTo>
                    <a:cubicBezTo>
                      <a:pt x="1409" y="1434"/>
                      <a:pt x="1409" y="1434"/>
                      <a:pt x="1456" y="1466"/>
                    </a:cubicBezTo>
                    <a:cubicBezTo>
                      <a:pt x="1463" y="1528"/>
                      <a:pt x="1463" y="1528"/>
                      <a:pt x="1456" y="1583"/>
                    </a:cubicBezTo>
                    <a:cubicBezTo>
                      <a:pt x="1494" y="1583"/>
                      <a:pt x="1533" y="1583"/>
                      <a:pt x="1572" y="1583"/>
                    </a:cubicBezTo>
                    <a:cubicBezTo>
                      <a:pt x="1572" y="1621"/>
                      <a:pt x="1572" y="1660"/>
                      <a:pt x="1572" y="1699"/>
                    </a:cubicBezTo>
                    <a:cubicBezTo>
                      <a:pt x="1611" y="1699"/>
                      <a:pt x="1649" y="1699"/>
                      <a:pt x="1689" y="1699"/>
                    </a:cubicBezTo>
                    <a:cubicBezTo>
                      <a:pt x="1689" y="1738"/>
                      <a:pt x="1689" y="1776"/>
                      <a:pt x="1689" y="1816"/>
                    </a:cubicBezTo>
                    <a:cubicBezTo>
                      <a:pt x="2035" y="1816"/>
                      <a:pt x="2381" y="1816"/>
                      <a:pt x="2737" y="1816"/>
                    </a:cubicBezTo>
                    <a:cubicBezTo>
                      <a:pt x="2737" y="1739"/>
                      <a:pt x="2737" y="1662"/>
                      <a:pt x="2737" y="1583"/>
                    </a:cubicBezTo>
                    <a:cubicBezTo>
                      <a:pt x="2430" y="1583"/>
                      <a:pt x="2122" y="1583"/>
                      <a:pt x="1805" y="1583"/>
                    </a:cubicBezTo>
                    <a:cubicBezTo>
                      <a:pt x="1805" y="1506"/>
                      <a:pt x="1805" y="1429"/>
                      <a:pt x="1805" y="1350"/>
                    </a:cubicBezTo>
                    <a:cubicBezTo>
                      <a:pt x="1882" y="1350"/>
                      <a:pt x="1959" y="1350"/>
                      <a:pt x="2038" y="1350"/>
                    </a:cubicBezTo>
                    <a:cubicBezTo>
                      <a:pt x="2038" y="1311"/>
                      <a:pt x="2038" y="1273"/>
                      <a:pt x="2038" y="1233"/>
                    </a:cubicBezTo>
                    <a:cubicBezTo>
                      <a:pt x="2154" y="1233"/>
                      <a:pt x="2269" y="1233"/>
                      <a:pt x="2388" y="1233"/>
                    </a:cubicBezTo>
                    <a:cubicBezTo>
                      <a:pt x="2388" y="1272"/>
                      <a:pt x="2388" y="1310"/>
                      <a:pt x="2388" y="1350"/>
                    </a:cubicBezTo>
                    <a:cubicBezTo>
                      <a:pt x="2542" y="1350"/>
                      <a:pt x="2695" y="1350"/>
                      <a:pt x="2854" y="1350"/>
                    </a:cubicBezTo>
                    <a:cubicBezTo>
                      <a:pt x="2868" y="1299"/>
                      <a:pt x="2883" y="1249"/>
                      <a:pt x="2897" y="1197"/>
                    </a:cubicBezTo>
                    <a:cubicBezTo>
                      <a:pt x="2947" y="1038"/>
                      <a:pt x="3022" y="910"/>
                      <a:pt x="3118" y="775"/>
                    </a:cubicBezTo>
                    <a:cubicBezTo>
                      <a:pt x="3190" y="673"/>
                      <a:pt x="3245" y="572"/>
                      <a:pt x="3291" y="457"/>
                    </a:cubicBezTo>
                    <a:cubicBezTo>
                      <a:pt x="3296" y="450"/>
                      <a:pt x="3296" y="450"/>
                      <a:pt x="3320" y="418"/>
                    </a:cubicBezTo>
                    <a:cubicBezTo>
                      <a:pt x="3381" y="412"/>
                      <a:pt x="3381" y="412"/>
                      <a:pt x="3436" y="418"/>
                    </a:cubicBezTo>
                    <a:cubicBezTo>
                      <a:pt x="3435" y="409"/>
                      <a:pt x="3435" y="409"/>
                      <a:pt x="3430" y="364"/>
                    </a:cubicBezTo>
                    <a:cubicBezTo>
                      <a:pt x="3436" y="301"/>
                      <a:pt x="3436" y="301"/>
                      <a:pt x="3479" y="265"/>
                    </a:cubicBezTo>
                    <a:cubicBezTo>
                      <a:pt x="3625" y="194"/>
                      <a:pt x="3740" y="169"/>
                      <a:pt x="3902" y="185"/>
                    </a:cubicBezTo>
                    <a:cubicBezTo>
                      <a:pt x="3902" y="146"/>
                      <a:pt x="3902" y="108"/>
                      <a:pt x="3902" y="68"/>
                    </a:cubicBezTo>
                    <a:cubicBezTo>
                      <a:pt x="4059" y="0"/>
                      <a:pt x="4183" y="13"/>
                      <a:pt x="4350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14" name="ICON_TOOL_MODELS_path_006"/>
              <p:cNvSpPr/>
              <p:nvPr/>
            </p:nvSpPr>
            <p:spPr>
              <a:xfrm>
                <a:off x="5255641" y="5135256"/>
                <a:ext cx="75635" cy="60650"/>
              </a:xfrm>
              <a:custGeom>
                <a:avLst/>
                <a:gdLst/>
                <a:ahLst/>
                <a:cxnLst/>
                <a:rect l="0" t="0" r="r" b="b"/>
                <a:pathLst>
                  <a:path w="5956" h="4776" fill="norm" stroke="0">
                    <a:moveTo>
                      <a:pt x="2519" y="0"/>
                    </a:moveTo>
                    <a:cubicBezTo>
                      <a:pt x="2596" y="0"/>
                      <a:pt x="2673" y="0"/>
                      <a:pt x="2752" y="0"/>
                    </a:cubicBezTo>
                    <a:cubicBezTo>
                      <a:pt x="2752" y="38"/>
                      <a:pt x="2752" y="77"/>
                      <a:pt x="2752" y="116"/>
                    </a:cubicBezTo>
                    <a:cubicBezTo>
                      <a:pt x="2791" y="116"/>
                      <a:pt x="2829" y="116"/>
                      <a:pt x="2869" y="116"/>
                    </a:cubicBezTo>
                    <a:cubicBezTo>
                      <a:pt x="2869" y="155"/>
                      <a:pt x="2869" y="193"/>
                      <a:pt x="2869" y="233"/>
                    </a:cubicBezTo>
                    <a:cubicBezTo>
                      <a:pt x="3023" y="233"/>
                      <a:pt x="3176" y="233"/>
                      <a:pt x="3335" y="233"/>
                    </a:cubicBezTo>
                    <a:cubicBezTo>
                      <a:pt x="3335" y="271"/>
                      <a:pt x="3335" y="310"/>
                      <a:pt x="3335" y="349"/>
                    </a:cubicBezTo>
                    <a:cubicBezTo>
                      <a:pt x="3373" y="349"/>
                      <a:pt x="3412" y="349"/>
                      <a:pt x="3451" y="349"/>
                    </a:cubicBezTo>
                    <a:cubicBezTo>
                      <a:pt x="3451" y="388"/>
                      <a:pt x="3451" y="426"/>
                      <a:pt x="3451" y="466"/>
                    </a:cubicBezTo>
                    <a:cubicBezTo>
                      <a:pt x="3528" y="466"/>
                      <a:pt x="3605" y="466"/>
                      <a:pt x="3684" y="466"/>
                    </a:cubicBezTo>
                    <a:cubicBezTo>
                      <a:pt x="3684" y="504"/>
                      <a:pt x="3684" y="543"/>
                      <a:pt x="3684" y="582"/>
                    </a:cubicBezTo>
                    <a:cubicBezTo>
                      <a:pt x="3800" y="582"/>
                      <a:pt x="3915" y="582"/>
                      <a:pt x="4034" y="582"/>
                    </a:cubicBezTo>
                    <a:cubicBezTo>
                      <a:pt x="4034" y="621"/>
                      <a:pt x="4034" y="659"/>
                      <a:pt x="4034" y="699"/>
                    </a:cubicBezTo>
                    <a:cubicBezTo>
                      <a:pt x="4149" y="699"/>
                      <a:pt x="4264" y="699"/>
                      <a:pt x="4383" y="699"/>
                    </a:cubicBezTo>
                    <a:cubicBezTo>
                      <a:pt x="4383" y="660"/>
                      <a:pt x="4383" y="622"/>
                      <a:pt x="4383" y="582"/>
                    </a:cubicBezTo>
                    <a:cubicBezTo>
                      <a:pt x="4422" y="582"/>
                      <a:pt x="4460" y="582"/>
                      <a:pt x="4500" y="582"/>
                    </a:cubicBezTo>
                    <a:cubicBezTo>
                      <a:pt x="4460" y="496"/>
                      <a:pt x="4422" y="422"/>
                      <a:pt x="4330" y="388"/>
                    </a:cubicBezTo>
                    <a:cubicBezTo>
                      <a:pt x="4267" y="377"/>
                      <a:pt x="4206" y="372"/>
                      <a:pt x="4143" y="368"/>
                    </a:cubicBezTo>
                    <a:cubicBezTo>
                      <a:pt x="4132" y="367"/>
                      <a:pt x="4132" y="367"/>
                      <a:pt x="4077" y="362"/>
                    </a:cubicBezTo>
                    <a:cubicBezTo>
                      <a:pt x="4024" y="357"/>
                      <a:pt x="3971" y="353"/>
                      <a:pt x="3917" y="349"/>
                    </a:cubicBezTo>
                    <a:cubicBezTo>
                      <a:pt x="3917" y="292"/>
                      <a:pt x="3917" y="234"/>
                      <a:pt x="3917" y="175"/>
                    </a:cubicBezTo>
                    <a:cubicBezTo>
                      <a:pt x="4001" y="170"/>
                      <a:pt x="4085" y="167"/>
                      <a:pt x="4168" y="164"/>
                    </a:cubicBezTo>
                    <a:cubicBezTo>
                      <a:pt x="4192" y="162"/>
                      <a:pt x="4215" y="161"/>
                      <a:pt x="4240" y="159"/>
                    </a:cubicBezTo>
                    <a:cubicBezTo>
                      <a:pt x="4366" y="156"/>
                      <a:pt x="4446" y="163"/>
                      <a:pt x="4541" y="251"/>
                    </a:cubicBezTo>
                    <a:cubicBezTo>
                      <a:pt x="4616" y="339"/>
                      <a:pt x="4656" y="425"/>
                      <a:pt x="4685" y="535"/>
                    </a:cubicBezTo>
                    <a:cubicBezTo>
                      <a:pt x="4690" y="551"/>
                      <a:pt x="4695" y="567"/>
                      <a:pt x="4700" y="583"/>
                    </a:cubicBezTo>
                    <a:cubicBezTo>
                      <a:pt x="4711" y="622"/>
                      <a:pt x="4722" y="660"/>
                      <a:pt x="4733" y="699"/>
                    </a:cubicBezTo>
                    <a:cubicBezTo>
                      <a:pt x="4716" y="706"/>
                      <a:pt x="4699" y="713"/>
                      <a:pt x="4682" y="720"/>
                    </a:cubicBezTo>
                    <a:cubicBezTo>
                      <a:pt x="4671" y="725"/>
                      <a:pt x="4671" y="725"/>
                      <a:pt x="4616" y="750"/>
                    </a:cubicBezTo>
                    <a:cubicBezTo>
                      <a:pt x="4605" y="755"/>
                      <a:pt x="4605" y="755"/>
                      <a:pt x="4551" y="778"/>
                    </a:cubicBezTo>
                    <a:cubicBezTo>
                      <a:pt x="4534" y="791"/>
                      <a:pt x="4517" y="803"/>
                      <a:pt x="4500" y="815"/>
                    </a:cubicBezTo>
                    <a:cubicBezTo>
                      <a:pt x="4500" y="854"/>
                      <a:pt x="4500" y="892"/>
                      <a:pt x="4500" y="932"/>
                    </a:cubicBezTo>
                    <a:cubicBezTo>
                      <a:pt x="4423" y="932"/>
                      <a:pt x="4346" y="932"/>
                      <a:pt x="4267" y="932"/>
                    </a:cubicBezTo>
                    <a:cubicBezTo>
                      <a:pt x="4267" y="970"/>
                      <a:pt x="4267" y="1009"/>
                      <a:pt x="4267" y="1048"/>
                    </a:cubicBezTo>
                    <a:cubicBezTo>
                      <a:pt x="4228" y="1048"/>
                      <a:pt x="4190" y="1048"/>
                      <a:pt x="4150" y="1048"/>
                    </a:cubicBezTo>
                    <a:cubicBezTo>
                      <a:pt x="4150" y="1087"/>
                      <a:pt x="4150" y="1125"/>
                      <a:pt x="4150" y="1165"/>
                    </a:cubicBezTo>
                    <a:cubicBezTo>
                      <a:pt x="4189" y="1165"/>
                      <a:pt x="4227" y="1165"/>
                      <a:pt x="4267" y="1165"/>
                    </a:cubicBezTo>
                    <a:cubicBezTo>
                      <a:pt x="4267" y="1203"/>
                      <a:pt x="4267" y="1242"/>
                      <a:pt x="4267" y="1281"/>
                    </a:cubicBezTo>
                    <a:cubicBezTo>
                      <a:pt x="4294" y="1279"/>
                      <a:pt x="4321" y="1276"/>
                      <a:pt x="4348" y="1274"/>
                    </a:cubicBezTo>
                    <a:cubicBezTo>
                      <a:pt x="5090" y="1212"/>
                      <a:pt x="5090" y="1212"/>
                      <a:pt x="5262" y="1321"/>
                    </a:cubicBezTo>
                    <a:cubicBezTo>
                      <a:pt x="5350" y="1428"/>
                      <a:pt x="5381" y="1554"/>
                      <a:pt x="5413" y="1686"/>
                    </a:cubicBezTo>
                    <a:cubicBezTo>
                      <a:pt x="5441" y="1781"/>
                      <a:pt x="5493" y="1854"/>
                      <a:pt x="5551" y="1933"/>
                    </a:cubicBezTo>
                    <a:cubicBezTo>
                      <a:pt x="5571" y="1961"/>
                      <a:pt x="5590" y="1989"/>
                      <a:pt x="5610" y="2017"/>
                    </a:cubicBezTo>
                    <a:cubicBezTo>
                      <a:pt x="5619" y="2030"/>
                      <a:pt x="5628" y="2044"/>
                      <a:pt x="5637" y="2057"/>
                    </a:cubicBezTo>
                    <a:cubicBezTo>
                      <a:pt x="5772" y="2254"/>
                      <a:pt x="5874" y="2455"/>
                      <a:pt x="5956" y="2679"/>
                    </a:cubicBezTo>
                    <a:cubicBezTo>
                      <a:pt x="5898" y="2679"/>
                      <a:pt x="5840" y="2679"/>
                      <a:pt x="5781" y="2679"/>
                    </a:cubicBezTo>
                    <a:cubicBezTo>
                      <a:pt x="5781" y="2717"/>
                      <a:pt x="5781" y="2756"/>
                      <a:pt x="5781" y="2795"/>
                    </a:cubicBezTo>
                    <a:cubicBezTo>
                      <a:pt x="5742" y="2795"/>
                      <a:pt x="5704" y="2795"/>
                      <a:pt x="5664" y="2795"/>
                    </a:cubicBezTo>
                    <a:cubicBezTo>
                      <a:pt x="5664" y="2872"/>
                      <a:pt x="5664" y="2949"/>
                      <a:pt x="5664" y="3028"/>
                    </a:cubicBezTo>
                    <a:cubicBezTo>
                      <a:pt x="5703" y="3028"/>
                      <a:pt x="5741" y="3028"/>
                      <a:pt x="5781" y="3028"/>
                    </a:cubicBezTo>
                    <a:cubicBezTo>
                      <a:pt x="5781" y="3182"/>
                      <a:pt x="5781" y="3336"/>
                      <a:pt x="5781" y="3494"/>
                    </a:cubicBezTo>
                    <a:cubicBezTo>
                      <a:pt x="5742" y="3494"/>
                      <a:pt x="5704" y="3494"/>
                      <a:pt x="5664" y="3494"/>
                    </a:cubicBezTo>
                    <a:cubicBezTo>
                      <a:pt x="5664" y="3533"/>
                      <a:pt x="5664" y="3571"/>
                      <a:pt x="5664" y="3611"/>
                    </a:cubicBezTo>
                    <a:cubicBezTo>
                      <a:pt x="5626" y="3611"/>
                      <a:pt x="5587" y="3611"/>
                      <a:pt x="5548" y="3611"/>
                    </a:cubicBezTo>
                    <a:cubicBezTo>
                      <a:pt x="5548" y="3649"/>
                      <a:pt x="5548" y="3688"/>
                      <a:pt x="5548" y="3727"/>
                    </a:cubicBezTo>
                    <a:cubicBezTo>
                      <a:pt x="5586" y="3727"/>
                      <a:pt x="5625" y="3727"/>
                      <a:pt x="5664" y="3727"/>
                    </a:cubicBezTo>
                    <a:cubicBezTo>
                      <a:pt x="5664" y="3766"/>
                      <a:pt x="5664" y="3804"/>
                      <a:pt x="5664" y="3844"/>
                    </a:cubicBezTo>
                    <a:cubicBezTo>
                      <a:pt x="5703" y="3844"/>
                      <a:pt x="5741" y="3844"/>
                      <a:pt x="5781" y="3844"/>
                    </a:cubicBezTo>
                    <a:cubicBezTo>
                      <a:pt x="5871" y="4278"/>
                      <a:pt x="5871" y="4278"/>
                      <a:pt x="5770" y="4443"/>
                    </a:cubicBezTo>
                    <a:cubicBezTo>
                      <a:pt x="5675" y="4526"/>
                      <a:pt x="5553" y="4533"/>
                      <a:pt x="5431" y="4543"/>
                    </a:cubicBezTo>
                    <a:cubicBezTo>
                      <a:pt x="5431" y="4504"/>
                      <a:pt x="5431" y="4466"/>
                      <a:pt x="5431" y="4426"/>
                    </a:cubicBezTo>
                    <a:cubicBezTo>
                      <a:pt x="5393" y="4426"/>
                      <a:pt x="5355" y="4426"/>
                      <a:pt x="5315" y="4426"/>
                    </a:cubicBezTo>
                    <a:cubicBezTo>
                      <a:pt x="5315" y="4349"/>
                      <a:pt x="5315" y="4272"/>
                      <a:pt x="5315" y="4193"/>
                    </a:cubicBezTo>
                    <a:cubicBezTo>
                      <a:pt x="5276" y="4193"/>
                      <a:pt x="5238" y="4193"/>
                      <a:pt x="5198" y="4193"/>
                    </a:cubicBezTo>
                    <a:cubicBezTo>
                      <a:pt x="5218" y="4260"/>
                      <a:pt x="5218" y="4260"/>
                      <a:pt x="5315" y="4601"/>
                    </a:cubicBezTo>
                    <a:cubicBezTo>
                      <a:pt x="4811" y="4729"/>
                      <a:pt x="4811" y="4729"/>
                      <a:pt x="4561" y="4728"/>
                    </a:cubicBezTo>
                    <a:cubicBezTo>
                      <a:pt x="4545" y="4728"/>
                      <a:pt x="4529" y="4728"/>
                      <a:pt x="4512" y="4728"/>
                    </a:cubicBezTo>
                    <a:cubicBezTo>
                      <a:pt x="4418" y="4726"/>
                      <a:pt x="4340" y="4720"/>
                      <a:pt x="4267" y="4659"/>
                    </a:cubicBezTo>
                    <a:cubicBezTo>
                      <a:pt x="4258" y="4595"/>
                      <a:pt x="4255" y="4545"/>
                      <a:pt x="4259" y="4481"/>
                    </a:cubicBezTo>
                    <a:cubicBezTo>
                      <a:pt x="4260" y="4464"/>
                      <a:pt x="4260" y="4448"/>
                      <a:pt x="4261" y="4431"/>
                    </a:cubicBezTo>
                    <a:cubicBezTo>
                      <a:pt x="4262" y="4391"/>
                      <a:pt x="4264" y="4350"/>
                      <a:pt x="4267" y="4310"/>
                    </a:cubicBezTo>
                    <a:cubicBezTo>
                      <a:pt x="4190" y="4310"/>
                      <a:pt x="4113" y="4310"/>
                      <a:pt x="4034" y="4310"/>
                    </a:cubicBezTo>
                    <a:cubicBezTo>
                      <a:pt x="4034" y="4271"/>
                      <a:pt x="4034" y="4233"/>
                      <a:pt x="4034" y="4193"/>
                    </a:cubicBezTo>
                    <a:cubicBezTo>
                      <a:pt x="3957" y="4193"/>
                      <a:pt x="3880" y="4193"/>
                      <a:pt x="3801" y="4193"/>
                    </a:cubicBezTo>
                    <a:cubicBezTo>
                      <a:pt x="3801" y="4232"/>
                      <a:pt x="3801" y="4270"/>
                      <a:pt x="3801" y="4310"/>
                    </a:cubicBezTo>
                    <a:cubicBezTo>
                      <a:pt x="3762" y="4310"/>
                      <a:pt x="3724" y="4310"/>
                      <a:pt x="3684" y="4310"/>
                    </a:cubicBezTo>
                    <a:cubicBezTo>
                      <a:pt x="3684" y="4348"/>
                      <a:pt x="3684" y="4387"/>
                      <a:pt x="3684" y="4426"/>
                    </a:cubicBezTo>
                    <a:cubicBezTo>
                      <a:pt x="3723" y="4426"/>
                      <a:pt x="3761" y="4426"/>
                      <a:pt x="3801" y="4426"/>
                    </a:cubicBezTo>
                    <a:cubicBezTo>
                      <a:pt x="3801" y="4465"/>
                      <a:pt x="3801" y="4503"/>
                      <a:pt x="3801" y="4543"/>
                    </a:cubicBezTo>
                    <a:cubicBezTo>
                      <a:pt x="3839" y="4543"/>
                      <a:pt x="3878" y="4543"/>
                      <a:pt x="3917" y="4543"/>
                    </a:cubicBezTo>
                    <a:cubicBezTo>
                      <a:pt x="3917" y="4581"/>
                      <a:pt x="3917" y="4619"/>
                      <a:pt x="3917" y="4659"/>
                    </a:cubicBezTo>
                    <a:cubicBezTo>
                      <a:pt x="3956" y="4659"/>
                      <a:pt x="3994" y="4659"/>
                      <a:pt x="4034" y="4659"/>
                    </a:cubicBezTo>
                    <a:cubicBezTo>
                      <a:pt x="4034" y="4698"/>
                      <a:pt x="4034" y="4736"/>
                      <a:pt x="4034" y="4776"/>
                    </a:cubicBezTo>
                    <a:cubicBezTo>
                      <a:pt x="3957" y="4776"/>
                      <a:pt x="3880" y="4776"/>
                      <a:pt x="3801" y="4776"/>
                    </a:cubicBezTo>
                    <a:cubicBezTo>
                      <a:pt x="3801" y="4737"/>
                      <a:pt x="3801" y="4699"/>
                      <a:pt x="3801" y="4659"/>
                    </a:cubicBezTo>
                    <a:cubicBezTo>
                      <a:pt x="3724" y="4659"/>
                      <a:pt x="3647" y="4659"/>
                      <a:pt x="3568" y="4659"/>
                    </a:cubicBezTo>
                    <a:cubicBezTo>
                      <a:pt x="3568" y="4621"/>
                      <a:pt x="3568" y="4582"/>
                      <a:pt x="3568" y="4543"/>
                    </a:cubicBezTo>
                    <a:cubicBezTo>
                      <a:pt x="3529" y="4543"/>
                      <a:pt x="3491" y="4543"/>
                      <a:pt x="3451" y="4543"/>
                    </a:cubicBezTo>
                    <a:cubicBezTo>
                      <a:pt x="3451" y="4504"/>
                      <a:pt x="3451" y="4466"/>
                      <a:pt x="3451" y="4426"/>
                    </a:cubicBezTo>
                    <a:cubicBezTo>
                      <a:pt x="3413" y="4426"/>
                      <a:pt x="3374" y="4426"/>
                      <a:pt x="3335" y="4426"/>
                    </a:cubicBezTo>
                    <a:cubicBezTo>
                      <a:pt x="3335" y="4388"/>
                      <a:pt x="3335" y="4349"/>
                      <a:pt x="3335" y="4310"/>
                    </a:cubicBezTo>
                    <a:cubicBezTo>
                      <a:pt x="3296" y="4310"/>
                      <a:pt x="3258" y="4310"/>
                      <a:pt x="3218" y="4310"/>
                    </a:cubicBezTo>
                    <a:cubicBezTo>
                      <a:pt x="3218" y="4271"/>
                      <a:pt x="3218" y="4233"/>
                      <a:pt x="3218" y="4193"/>
                    </a:cubicBezTo>
                    <a:cubicBezTo>
                      <a:pt x="3202" y="4199"/>
                      <a:pt x="3186" y="4204"/>
                      <a:pt x="3169" y="4210"/>
                    </a:cubicBezTo>
                    <a:cubicBezTo>
                      <a:pt x="2929" y="4276"/>
                      <a:pt x="2749" y="4215"/>
                      <a:pt x="2519" y="4135"/>
                    </a:cubicBezTo>
                    <a:cubicBezTo>
                      <a:pt x="2519" y="4077"/>
                      <a:pt x="2519" y="4020"/>
                      <a:pt x="2519" y="3960"/>
                    </a:cubicBezTo>
                    <a:cubicBezTo>
                      <a:pt x="2289" y="3960"/>
                      <a:pt x="2058" y="3960"/>
                      <a:pt x="1821" y="3960"/>
                    </a:cubicBezTo>
                    <a:cubicBezTo>
                      <a:pt x="1821" y="4018"/>
                      <a:pt x="1821" y="4076"/>
                      <a:pt x="1821" y="4135"/>
                    </a:cubicBezTo>
                    <a:cubicBezTo>
                      <a:pt x="1725" y="4135"/>
                      <a:pt x="1628" y="4135"/>
                      <a:pt x="1529" y="4135"/>
                    </a:cubicBezTo>
                    <a:cubicBezTo>
                      <a:pt x="1525" y="4161"/>
                      <a:pt x="1520" y="4188"/>
                      <a:pt x="1515" y="4215"/>
                    </a:cubicBezTo>
                    <a:cubicBezTo>
                      <a:pt x="1486" y="4299"/>
                      <a:pt x="1450" y="4334"/>
                      <a:pt x="1373" y="4379"/>
                    </a:cubicBezTo>
                    <a:cubicBezTo>
                      <a:pt x="1219" y="4444"/>
                      <a:pt x="1052" y="4470"/>
                      <a:pt x="889" y="4426"/>
                    </a:cubicBezTo>
                    <a:cubicBezTo>
                      <a:pt x="775" y="4373"/>
                      <a:pt x="678" y="4296"/>
                      <a:pt x="579" y="4221"/>
                    </a:cubicBezTo>
                    <a:cubicBezTo>
                      <a:pt x="507" y="4170"/>
                      <a:pt x="427" y="4138"/>
                      <a:pt x="345" y="4105"/>
                    </a:cubicBezTo>
                    <a:cubicBezTo>
                      <a:pt x="332" y="4096"/>
                      <a:pt x="320" y="4086"/>
                      <a:pt x="306" y="4077"/>
                    </a:cubicBezTo>
                    <a:cubicBezTo>
                      <a:pt x="300" y="4015"/>
                      <a:pt x="300" y="4015"/>
                      <a:pt x="306" y="3960"/>
                    </a:cubicBezTo>
                    <a:cubicBezTo>
                      <a:pt x="268" y="3960"/>
                      <a:pt x="230" y="3960"/>
                      <a:pt x="190" y="3960"/>
                    </a:cubicBezTo>
                    <a:cubicBezTo>
                      <a:pt x="190" y="3883"/>
                      <a:pt x="190" y="3806"/>
                      <a:pt x="190" y="3727"/>
                    </a:cubicBezTo>
                    <a:cubicBezTo>
                      <a:pt x="267" y="3727"/>
                      <a:pt x="344" y="3727"/>
                      <a:pt x="423" y="3727"/>
                    </a:cubicBezTo>
                    <a:cubicBezTo>
                      <a:pt x="423" y="3689"/>
                      <a:pt x="423" y="3650"/>
                      <a:pt x="423" y="3611"/>
                    </a:cubicBezTo>
                    <a:cubicBezTo>
                      <a:pt x="461" y="3611"/>
                      <a:pt x="500" y="3611"/>
                      <a:pt x="539" y="3611"/>
                    </a:cubicBezTo>
                    <a:cubicBezTo>
                      <a:pt x="539" y="3265"/>
                      <a:pt x="539" y="2919"/>
                      <a:pt x="539" y="2562"/>
                    </a:cubicBezTo>
                    <a:cubicBezTo>
                      <a:pt x="578" y="2562"/>
                      <a:pt x="616" y="2562"/>
                      <a:pt x="656" y="2562"/>
                    </a:cubicBezTo>
                    <a:cubicBezTo>
                      <a:pt x="656" y="2409"/>
                      <a:pt x="656" y="2255"/>
                      <a:pt x="656" y="2097"/>
                    </a:cubicBezTo>
                    <a:cubicBezTo>
                      <a:pt x="579" y="2097"/>
                      <a:pt x="502" y="2097"/>
                      <a:pt x="423" y="2097"/>
                    </a:cubicBezTo>
                    <a:cubicBezTo>
                      <a:pt x="423" y="2212"/>
                      <a:pt x="423" y="2327"/>
                      <a:pt x="423" y="2446"/>
                    </a:cubicBezTo>
                    <a:cubicBezTo>
                      <a:pt x="384" y="2446"/>
                      <a:pt x="346" y="2446"/>
                      <a:pt x="306" y="2446"/>
                    </a:cubicBezTo>
                    <a:cubicBezTo>
                      <a:pt x="306" y="2523"/>
                      <a:pt x="306" y="2600"/>
                      <a:pt x="306" y="2679"/>
                    </a:cubicBezTo>
                    <a:cubicBezTo>
                      <a:pt x="230" y="2679"/>
                      <a:pt x="153" y="2679"/>
                      <a:pt x="73" y="2679"/>
                    </a:cubicBezTo>
                    <a:cubicBezTo>
                      <a:pt x="64" y="2527"/>
                      <a:pt x="54" y="2375"/>
                      <a:pt x="45" y="2222"/>
                    </a:cubicBezTo>
                    <a:cubicBezTo>
                      <a:pt x="42" y="2170"/>
                      <a:pt x="39" y="2119"/>
                      <a:pt x="36" y="2067"/>
                    </a:cubicBezTo>
                    <a:cubicBezTo>
                      <a:pt x="0" y="1516"/>
                      <a:pt x="0" y="1516"/>
                      <a:pt x="73" y="1281"/>
                    </a:cubicBezTo>
                    <a:cubicBezTo>
                      <a:pt x="112" y="1281"/>
                      <a:pt x="150" y="1281"/>
                      <a:pt x="190" y="1281"/>
                    </a:cubicBezTo>
                    <a:cubicBezTo>
                      <a:pt x="190" y="1243"/>
                      <a:pt x="190" y="1204"/>
                      <a:pt x="190" y="1165"/>
                    </a:cubicBezTo>
                    <a:cubicBezTo>
                      <a:pt x="267" y="1165"/>
                      <a:pt x="344" y="1165"/>
                      <a:pt x="423" y="1165"/>
                    </a:cubicBezTo>
                    <a:cubicBezTo>
                      <a:pt x="423" y="1126"/>
                      <a:pt x="423" y="1088"/>
                      <a:pt x="423" y="1048"/>
                    </a:cubicBezTo>
                    <a:cubicBezTo>
                      <a:pt x="461" y="1048"/>
                      <a:pt x="500" y="1048"/>
                      <a:pt x="539" y="1048"/>
                    </a:cubicBezTo>
                    <a:cubicBezTo>
                      <a:pt x="539" y="1010"/>
                      <a:pt x="539" y="971"/>
                      <a:pt x="539" y="932"/>
                    </a:cubicBezTo>
                    <a:cubicBezTo>
                      <a:pt x="578" y="932"/>
                      <a:pt x="616" y="932"/>
                      <a:pt x="656" y="932"/>
                    </a:cubicBezTo>
                    <a:cubicBezTo>
                      <a:pt x="656" y="893"/>
                      <a:pt x="656" y="855"/>
                      <a:pt x="656" y="815"/>
                    </a:cubicBezTo>
                    <a:cubicBezTo>
                      <a:pt x="733" y="815"/>
                      <a:pt x="810" y="815"/>
                      <a:pt x="889" y="815"/>
                    </a:cubicBezTo>
                    <a:cubicBezTo>
                      <a:pt x="889" y="777"/>
                      <a:pt x="889" y="738"/>
                      <a:pt x="889" y="699"/>
                    </a:cubicBezTo>
                    <a:cubicBezTo>
                      <a:pt x="961" y="667"/>
                      <a:pt x="1034" y="638"/>
                      <a:pt x="1107" y="608"/>
                    </a:cubicBezTo>
                    <a:cubicBezTo>
                      <a:pt x="1117" y="603"/>
                      <a:pt x="1117" y="603"/>
                      <a:pt x="1169" y="581"/>
                    </a:cubicBezTo>
                    <a:cubicBezTo>
                      <a:pt x="1326" y="519"/>
                      <a:pt x="1430" y="524"/>
                      <a:pt x="1588" y="582"/>
                    </a:cubicBezTo>
                    <a:cubicBezTo>
                      <a:pt x="1588" y="544"/>
                      <a:pt x="1588" y="506"/>
                      <a:pt x="1588" y="466"/>
                    </a:cubicBezTo>
                    <a:cubicBezTo>
                      <a:pt x="1665" y="466"/>
                      <a:pt x="1741" y="466"/>
                      <a:pt x="1821" y="466"/>
                    </a:cubicBezTo>
                    <a:cubicBezTo>
                      <a:pt x="1821" y="427"/>
                      <a:pt x="1821" y="389"/>
                      <a:pt x="1821" y="349"/>
                    </a:cubicBezTo>
                    <a:cubicBezTo>
                      <a:pt x="1859" y="349"/>
                      <a:pt x="1897" y="349"/>
                      <a:pt x="1937" y="349"/>
                    </a:cubicBezTo>
                    <a:cubicBezTo>
                      <a:pt x="1937" y="311"/>
                      <a:pt x="1937" y="273"/>
                      <a:pt x="1937" y="233"/>
                    </a:cubicBezTo>
                    <a:cubicBezTo>
                      <a:pt x="2052" y="233"/>
                      <a:pt x="2168" y="233"/>
                      <a:pt x="2287" y="233"/>
                    </a:cubicBezTo>
                    <a:cubicBezTo>
                      <a:pt x="2287" y="195"/>
                      <a:pt x="2287" y="156"/>
                      <a:pt x="2287" y="116"/>
                    </a:cubicBezTo>
                    <a:cubicBezTo>
                      <a:pt x="2363" y="116"/>
                      <a:pt x="2440" y="116"/>
                      <a:pt x="2519" y="116"/>
                    </a:cubicBezTo>
                    <a:cubicBezTo>
                      <a:pt x="2519" y="78"/>
                      <a:pt x="2519" y="40"/>
                      <a:pt x="25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15" name="ICON_TOOL_MODELS_path_007"/>
              <p:cNvSpPr/>
              <p:nvPr/>
            </p:nvSpPr>
            <p:spPr>
              <a:xfrm>
                <a:off x="5161033" y="5144871"/>
                <a:ext cx="51418" cy="80033"/>
              </a:xfrm>
              <a:custGeom>
                <a:avLst/>
                <a:gdLst/>
                <a:ahLst/>
                <a:cxnLst/>
                <a:rect l="0" t="0" r="r" b="b"/>
                <a:pathLst>
                  <a:path w="4049" h="6302" fill="norm" stroke="0">
                    <a:moveTo>
                      <a:pt x="1583" y="0"/>
                    </a:moveTo>
                    <a:cubicBezTo>
                      <a:pt x="1583" y="96"/>
                      <a:pt x="1583" y="192"/>
                      <a:pt x="1583" y="291"/>
                    </a:cubicBezTo>
                    <a:cubicBezTo>
                      <a:pt x="1775" y="291"/>
                      <a:pt x="1967" y="291"/>
                      <a:pt x="2165" y="291"/>
                    </a:cubicBezTo>
                    <a:cubicBezTo>
                      <a:pt x="2165" y="330"/>
                      <a:pt x="2165" y="368"/>
                      <a:pt x="2165" y="408"/>
                    </a:cubicBezTo>
                    <a:cubicBezTo>
                      <a:pt x="2203" y="408"/>
                      <a:pt x="2242" y="408"/>
                      <a:pt x="2281" y="408"/>
                    </a:cubicBezTo>
                    <a:cubicBezTo>
                      <a:pt x="2281" y="446"/>
                      <a:pt x="2281" y="485"/>
                      <a:pt x="2281" y="524"/>
                    </a:cubicBezTo>
                    <a:cubicBezTo>
                      <a:pt x="2397" y="524"/>
                      <a:pt x="2512" y="524"/>
                      <a:pt x="2631" y="524"/>
                    </a:cubicBezTo>
                    <a:cubicBezTo>
                      <a:pt x="2631" y="409"/>
                      <a:pt x="2631" y="294"/>
                      <a:pt x="2631" y="175"/>
                    </a:cubicBezTo>
                    <a:cubicBezTo>
                      <a:pt x="2708" y="175"/>
                      <a:pt x="2785" y="175"/>
                      <a:pt x="2864" y="175"/>
                    </a:cubicBezTo>
                    <a:cubicBezTo>
                      <a:pt x="2864" y="213"/>
                      <a:pt x="2864" y="252"/>
                      <a:pt x="2864" y="291"/>
                    </a:cubicBezTo>
                    <a:cubicBezTo>
                      <a:pt x="2902" y="291"/>
                      <a:pt x="2941" y="291"/>
                      <a:pt x="2980" y="291"/>
                    </a:cubicBezTo>
                    <a:cubicBezTo>
                      <a:pt x="2980" y="330"/>
                      <a:pt x="2980" y="368"/>
                      <a:pt x="2980" y="408"/>
                    </a:cubicBezTo>
                    <a:cubicBezTo>
                      <a:pt x="3019" y="408"/>
                      <a:pt x="3057" y="408"/>
                      <a:pt x="3097" y="408"/>
                    </a:cubicBezTo>
                    <a:cubicBezTo>
                      <a:pt x="3097" y="485"/>
                      <a:pt x="3097" y="561"/>
                      <a:pt x="3097" y="641"/>
                    </a:cubicBezTo>
                    <a:cubicBezTo>
                      <a:pt x="3020" y="641"/>
                      <a:pt x="2943" y="641"/>
                      <a:pt x="2864" y="641"/>
                    </a:cubicBezTo>
                    <a:cubicBezTo>
                      <a:pt x="2864" y="679"/>
                      <a:pt x="2864" y="717"/>
                      <a:pt x="2864" y="757"/>
                    </a:cubicBezTo>
                    <a:cubicBezTo>
                      <a:pt x="2902" y="757"/>
                      <a:pt x="2941" y="757"/>
                      <a:pt x="2980" y="757"/>
                    </a:cubicBezTo>
                    <a:cubicBezTo>
                      <a:pt x="2980" y="796"/>
                      <a:pt x="2980" y="834"/>
                      <a:pt x="2980" y="874"/>
                    </a:cubicBezTo>
                    <a:cubicBezTo>
                      <a:pt x="3054" y="867"/>
                      <a:pt x="3128" y="859"/>
                      <a:pt x="3202" y="852"/>
                    </a:cubicBezTo>
                    <a:cubicBezTo>
                      <a:pt x="3223" y="850"/>
                      <a:pt x="3244" y="848"/>
                      <a:pt x="3265" y="846"/>
                    </a:cubicBezTo>
                    <a:cubicBezTo>
                      <a:pt x="3411" y="830"/>
                      <a:pt x="3507" y="792"/>
                      <a:pt x="3621" y="699"/>
                    </a:cubicBezTo>
                    <a:cubicBezTo>
                      <a:pt x="3632" y="742"/>
                      <a:pt x="3644" y="786"/>
                      <a:pt x="3655" y="830"/>
                    </a:cubicBezTo>
                    <a:cubicBezTo>
                      <a:pt x="3679" y="874"/>
                      <a:pt x="3679" y="874"/>
                      <a:pt x="3739" y="895"/>
                    </a:cubicBezTo>
                    <a:cubicBezTo>
                      <a:pt x="3796" y="932"/>
                      <a:pt x="3796" y="932"/>
                      <a:pt x="3805" y="975"/>
                    </a:cubicBezTo>
                    <a:cubicBezTo>
                      <a:pt x="3807" y="1030"/>
                      <a:pt x="3806" y="1084"/>
                      <a:pt x="3803" y="1139"/>
                    </a:cubicBezTo>
                    <a:cubicBezTo>
                      <a:pt x="3802" y="1158"/>
                      <a:pt x="3802" y="1178"/>
                      <a:pt x="3801" y="1197"/>
                    </a:cubicBezTo>
                    <a:cubicBezTo>
                      <a:pt x="3800" y="1245"/>
                      <a:pt x="3798" y="1292"/>
                      <a:pt x="3796" y="1339"/>
                    </a:cubicBezTo>
                    <a:cubicBezTo>
                      <a:pt x="3757" y="1339"/>
                      <a:pt x="3719" y="1339"/>
                      <a:pt x="3679" y="1339"/>
                    </a:cubicBezTo>
                    <a:cubicBezTo>
                      <a:pt x="3679" y="1455"/>
                      <a:pt x="3679" y="1570"/>
                      <a:pt x="3679" y="1689"/>
                    </a:cubicBezTo>
                    <a:cubicBezTo>
                      <a:pt x="3641" y="1689"/>
                      <a:pt x="3602" y="1689"/>
                      <a:pt x="3563" y="1689"/>
                    </a:cubicBezTo>
                    <a:cubicBezTo>
                      <a:pt x="3573" y="2670"/>
                      <a:pt x="3573" y="2670"/>
                      <a:pt x="3912" y="3087"/>
                    </a:cubicBezTo>
                    <a:cubicBezTo>
                      <a:pt x="3934" y="3107"/>
                      <a:pt x="3956" y="3128"/>
                      <a:pt x="3979" y="3148"/>
                    </a:cubicBezTo>
                    <a:cubicBezTo>
                      <a:pt x="4044" y="3220"/>
                      <a:pt x="4049" y="3281"/>
                      <a:pt x="4047" y="3374"/>
                    </a:cubicBezTo>
                    <a:cubicBezTo>
                      <a:pt x="4047" y="3390"/>
                      <a:pt x="4046" y="3406"/>
                      <a:pt x="4046" y="3422"/>
                    </a:cubicBezTo>
                    <a:cubicBezTo>
                      <a:pt x="4043" y="3495"/>
                      <a:pt x="4035" y="3544"/>
                      <a:pt x="3991" y="3604"/>
                    </a:cubicBezTo>
                    <a:cubicBezTo>
                      <a:pt x="3960" y="3630"/>
                      <a:pt x="3929" y="3656"/>
                      <a:pt x="3897" y="3681"/>
                    </a:cubicBezTo>
                    <a:cubicBezTo>
                      <a:pt x="3813" y="3771"/>
                      <a:pt x="3809" y="3900"/>
                      <a:pt x="3796" y="4018"/>
                    </a:cubicBezTo>
                    <a:cubicBezTo>
                      <a:pt x="3757" y="4018"/>
                      <a:pt x="3719" y="4018"/>
                      <a:pt x="3679" y="4018"/>
                    </a:cubicBezTo>
                    <a:cubicBezTo>
                      <a:pt x="3679" y="4095"/>
                      <a:pt x="3679" y="4172"/>
                      <a:pt x="3679" y="4251"/>
                    </a:cubicBezTo>
                    <a:cubicBezTo>
                      <a:pt x="3641" y="4251"/>
                      <a:pt x="3602" y="4251"/>
                      <a:pt x="3563" y="4251"/>
                    </a:cubicBezTo>
                    <a:cubicBezTo>
                      <a:pt x="3524" y="4367"/>
                      <a:pt x="3486" y="4482"/>
                      <a:pt x="3446" y="4601"/>
                    </a:cubicBezTo>
                    <a:cubicBezTo>
                      <a:pt x="3408" y="4601"/>
                      <a:pt x="3369" y="4601"/>
                      <a:pt x="3330" y="4601"/>
                    </a:cubicBezTo>
                    <a:cubicBezTo>
                      <a:pt x="3332" y="4624"/>
                      <a:pt x="3334" y="4647"/>
                      <a:pt x="3336" y="4671"/>
                    </a:cubicBezTo>
                    <a:cubicBezTo>
                      <a:pt x="3351" y="4913"/>
                      <a:pt x="3351" y="4913"/>
                      <a:pt x="3295" y="5012"/>
                    </a:cubicBezTo>
                    <a:cubicBezTo>
                      <a:pt x="3229" y="5081"/>
                      <a:pt x="3188" y="5123"/>
                      <a:pt x="3091" y="5129"/>
                    </a:cubicBezTo>
                    <a:cubicBezTo>
                      <a:pt x="3074" y="5128"/>
                      <a:pt x="3056" y="5126"/>
                      <a:pt x="3038" y="5125"/>
                    </a:cubicBezTo>
                    <a:cubicBezTo>
                      <a:pt x="3029" y="5154"/>
                      <a:pt x="3029" y="5154"/>
                      <a:pt x="2980" y="5300"/>
                    </a:cubicBezTo>
                    <a:cubicBezTo>
                      <a:pt x="2865" y="5300"/>
                      <a:pt x="2750" y="5300"/>
                      <a:pt x="2631" y="5300"/>
                    </a:cubicBezTo>
                    <a:cubicBezTo>
                      <a:pt x="2631" y="5261"/>
                      <a:pt x="2631" y="5223"/>
                      <a:pt x="2631" y="5183"/>
                    </a:cubicBezTo>
                    <a:cubicBezTo>
                      <a:pt x="2592" y="5183"/>
                      <a:pt x="2554" y="5183"/>
                      <a:pt x="2514" y="5183"/>
                    </a:cubicBezTo>
                    <a:cubicBezTo>
                      <a:pt x="2514" y="5222"/>
                      <a:pt x="2514" y="5260"/>
                      <a:pt x="2514" y="5300"/>
                    </a:cubicBezTo>
                    <a:cubicBezTo>
                      <a:pt x="2437" y="5300"/>
                      <a:pt x="2361" y="5300"/>
                      <a:pt x="2281" y="5300"/>
                    </a:cubicBezTo>
                    <a:cubicBezTo>
                      <a:pt x="2281" y="5377"/>
                      <a:pt x="2281" y="5453"/>
                      <a:pt x="2281" y="5533"/>
                    </a:cubicBezTo>
                    <a:cubicBezTo>
                      <a:pt x="2358" y="5533"/>
                      <a:pt x="2435" y="5533"/>
                      <a:pt x="2514" y="5533"/>
                    </a:cubicBezTo>
                    <a:cubicBezTo>
                      <a:pt x="2514" y="5571"/>
                      <a:pt x="2514" y="5610"/>
                      <a:pt x="2514" y="5649"/>
                    </a:cubicBezTo>
                    <a:cubicBezTo>
                      <a:pt x="2610" y="5649"/>
                      <a:pt x="2707" y="5649"/>
                      <a:pt x="2806" y="5649"/>
                    </a:cubicBezTo>
                    <a:cubicBezTo>
                      <a:pt x="2787" y="5713"/>
                      <a:pt x="2769" y="5778"/>
                      <a:pt x="2751" y="5842"/>
                    </a:cubicBezTo>
                    <a:cubicBezTo>
                      <a:pt x="2746" y="5860"/>
                      <a:pt x="2741" y="5878"/>
                      <a:pt x="2736" y="5897"/>
                    </a:cubicBezTo>
                    <a:cubicBezTo>
                      <a:pt x="2725" y="5933"/>
                      <a:pt x="2715" y="5968"/>
                      <a:pt x="2704" y="6004"/>
                    </a:cubicBezTo>
                    <a:cubicBezTo>
                      <a:pt x="2694" y="6039"/>
                      <a:pt x="2685" y="6073"/>
                      <a:pt x="2677" y="6108"/>
                    </a:cubicBezTo>
                    <a:cubicBezTo>
                      <a:pt x="2656" y="6183"/>
                      <a:pt x="2645" y="6223"/>
                      <a:pt x="2576" y="6263"/>
                    </a:cubicBezTo>
                    <a:cubicBezTo>
                      <a:pt x="2352" y="6302"/>
                      <a:pt x="2153" y="6273"/>
                      <a:pt x="1932" y="6232"/>
                    </a:cubicBezTo>
                    <a:cubicBezTo>
                      <a:pt x="1932" y="6193"/>
                      <a:pt x="1932" y="6155"/>
                      <a:pt x="1932" y="6115"/>
                    </a:cubicBezTo>
                    <a:cubicBezTo>
                      <a:pt x="1855" y="6115"/>
                      <a:pt x="1778" y="6115"/>
                      <a:pt x="1699" y="6115"/>
                    </a:cubicBezTo>
                    <a:cubicBezTo>
                      <a:pt x="1699" y="6077"/>
                      <a:pt x="1699" y="6038"/>
                      <a:pt x="1699" y="5999"/>
                    </a:cubicBezTo>
                    <a:cubicBezTo>
                      <a:pt x="1507" y="5999"/>
                      <a:pt x="1315" y="5999"/>
                      <a:pt x="1117" y="5999"/>
                    </a:cubicBezTo>
                    <a:cubicBezTo>
                      <a:pt x="1117" y="5960"/>
                      <a:pt x="1117" y="5922"/>
                      <a:pt x="1117" y="5882"/>
                    </a:cubicBezTo>
                    <a:cubicBezTo>
                      <a:pt x="1078" y="5882"/>
                      <a:pt x="1040" y="5882"/>
                      <a:pt x="1000" y="5882"/>
                    </a:cubicBezTo>
                    <a:cubicBezTo>
                      <a:pt x="1000" y="5844"/>
                      <a:pt x="1000" y="5805"/>
                      <a:pt x="1000" y="5766"/>
                    </a:cubicBezTo>
                    <a:cubicBezTo>
                      <a:pt x="991" y="5767"/>
                      <a:pt x="991" y="5767"/>
                      <a:pt x="948" y="5774"/>
                    </a:cubicBezTo>
                    <a:cubicBezTo>
                      <a:pt x="884" y="5766"/>
                      <a:pt x="884" y="5766"/>
                      <a:pt x="836" y="5708"/>
                    </a:cubicBezTo>
                    <a:cubicBezTo>
                      <a:pt x="821" y="5683"/>
                      <a:pt x="807" y="5657"/>
                      <a:pt x="793" y="5631"/>
                    </a:cubicBezTo>
                    <a:cubicBezTo>
                      <a:pt x="785" y="5618"/>
                      <a:pt x="778" y="5604"/>
                      <a:pt x="770" y="5591"/>
                    </a:cubicBezTo>
                    <a:cubicBezTo>
                      <a:pt x="717" y="5496"/>
                      <a:pt x="678" y="5404"/>
                      <a:pt x="651" y="5300"/>
                    </a:cubicBezTo>
                    <a:cubicBezTo>
                      <a:pt x="612" y="5300"/>
                      <a:pt x="574" y="5300"/>
                      <a:pt x="534" y="5300"/>
                    </a:cubicBezTo>
                    <a:cubicBezTo>
                      <a:pt x="534" y="5261"/>
                      <a:pt x="534" y="5223"/>
                      <a:pt x="534" y="5183"/>
                    </a:cubicBezTo>
                    <a:cubicBezTo>
                      <a:pt x="516" y="5185"/>
                      <a:pt x="498" y="5187"/>
                      <a:pt x="480" y="5189"/>
                    </a:cubicBezTo>
                    <a:cubicBezTo>
                      <a:pt x="418" y="5183"/>
                      <a:pt x="418" y="5183"/>
                      <a:pt x="381" y="5145"/>
                    </a:cubicBezTo>
                    <a:cubicBezTo>
                      <a:pt x="318" y="5021"/>
                      <a:pt x="287" y="4906"/>
                      <a:pt x="279" y="4768"/>
                    </a:cubicBezTo>
                    <a:cubicBezTo>
                      <a:pt x="278" y="4754"/>
                      <a:pt x="276" y="4739"/>
                      <a:pt x="275" y="4724"/>
                    </a:cubicBezTo>
                    <a:cubicBezTo>
                      <a:pt x="274" y="4680"/>
                      <a:pt x="274" y="4680"/>
                      <a:pt x="301" y="4601"/>
                    </a:cubicBezTo>
                    <a:cubicBezTo>
                      <a:pt x="352" y="4575"/>
                      <a:pt x="352" y="4575"/>
                      <a:pt x="415" y="4551"/>
                    </a:cubicBezTo>
                    <a:cubicBezTo>
                      <a:pt x="494" y="4516"/>
                      <a:pt x="527" y="4500"/>
                      <a:pt x="564" y="4421"/>
                    </a:cubicBezTo>
                    <a:cubicBezTo>
                      <a:pt x="583" y="4343"/>
                      <a:pt x="596" y="4266"/>
                      <a:pt x="607" y="4186"/>
                    </a:cubicBezTo>
                    <a:cubicBezTo>
                      <a:pt x="609" y="4172"/>
                      <a:pt x="609" y="4172"/>
                      <a:pt x="621" y="4103"/>
                    </a:cubicBezTo>
                    <a:cubicBezTo>
                      <a:pt x="632" y="4036"/>
                      <a:pt x="642" y="3969"/>
                      <a:pt x="651" y="3902"/>
                    </a:cubicBezTo>
                    <a:cubicBezTo>
                      <a:pt x="689" y="3902"/>
                      <a:pt x="728" y="3902"/>
                      <a:pt x="767" y="3902"/>
                    </a:cubicBezTo>
                    <a:cubicBezTo>
                      <a:pt x="767" y="3864"/>
                      <a:pt x="767" y="3825"/>
                      <a:pt x="767" y="3786"/>
                    </a:cubicBezTo>
                    <a:cubicBezTo>
                      <a:pt x="806" y="3786"/>
                      <a:pt x="844" y="3786"/>
                      <a:pt x="884" y="3786"/>
                    </a:cubicBezTo>
                    <a:cubicBezTo>
                      <a:pt x="884" y="3670"/>
                      <a:pt x="884" y="3555"/>
                      <a:pt x="884" y="3436"/>
                    </a:cubicBezTo>
                    <a:cubicBezTo>
                      <a:pt x="922" y="3436"/>
                      <a:pt x="961" y="3436"/>
                      <a:pt x="1000" y="3436"/>
                    </a:cubicBezTo>
                    <a:cubicBezTo>
                      <a:pt x="1000" y="3359"/>
                      <a:pt x="1000" y="3282"/>
                      <a:pt x="1000" y="3203"/>
                    </a:cubicBezTo>
                    <a:cubicBezTo>
                      <a:pt x="962" y="3203"/>
                      <a:pt x="923" y="3203"/>
                      <a:pt x="884" y="3203"/>
                    </a:cubicBezTo>
                    <a:cubicBezTo>
                      <a:pt x="884" y="3165"/>
                      <a:pt x="884" y="3126"/>
                      <a:pt x="884" y="3087"/>
                    </a:cubicBezTo>
                    <a:cubicBezTo>
                      <a:pt x="874" y="3092"/>
                      <a:pt x="874" y="3092"/>
                      <a:pt x="826" y="3116"/>
                    </a:cubicBezTo>
                    <a:cubicBezTo>
                      <a:pt x="627" y="3209"/>
                      <a:pt x="627" y="3209"/>
                      <a:pt x="534" y="3193"/>
                    </a:cubicBezTo>
                    <a:cubicBezTo>
                      <a:pt x="480" y="3163"/>
                      <a:pt x="451" y="3140"/>
                      <a:pt x="418" y="3087"/>
                    </a:cubicBezTo>
                    <a:cubicBezTo>
                      <a:pt x="404" y="3007"/>
                      <a:pt x="407" y="2934"/>
                      <a:pt x="418" y="2854"/>
                    </a:cubicBezTo>
                    <a:cubicBezTo>
                      <a:pt x="379" y="2854"/>
                      <a:pt x="341" y="2854"/>
                      <a:pt x="301" y="2854"/>
                    </a:cubicBezTo>
                    <a:cubicBezTo>
                      <a:pt x="301" y="2815"/>
                      <a:pt x="301" y="2777"/>
                      <a:pt x="301" y="2737"/>
                    </a:cubicBezTo>
                    <a:cubicBezTo>
                      <a:pt x="263" y="2737"/>
                      <a:pt x="224" y="2737"/>
                      <a:pt x="185" y="2737"/>
                    </a:cubicBezTo>
                    <a:cubicBezTo>
                      <a:pt x="185" y="2699"/>
                      <a:pt x="185" y="2660"/>
                      <a:pt x="185" y="2621"/>
                    </a:cubicBezTo>
                    <a:cubicBezTo>
                      <a:pt x="146" y="2621"/>
                      <a:pt x="108" y="2621"/>
                      <a:pt x="68" y="2621"/>
                    </a:cubicBezTo>
                    <a:cubicBezTo>
                      <a:pt x="0" y="2064"/>
                      <a:pt x="305" y="1679"/>
                      <a:pt x="631" y="1254"/>
                    </a:cubicBezTo>
                    <a:cubicBezTo>
                      <a:pt x="644" y="1238"/>
                      <a:pt x="656" y="1222"/>
                      <a:pt x="668" y="1206"/>
                    </a:cubicBezTo>
                    <a:cubicBezTo>
                      <a:pt x="729" y="1145"/>
                      <a:pt x="790" y="1111"/>
                      <a:pt x="876" y="1100"/>
                    </a:cubicBezTo>
                    <a:cubicBezTo>
                      <a:pt x="893" y="1100"/>
                      <a:pt x="909" y="1101"/>
                      <a:pt x="926" y="1101"/>
                    </a:cubicBezTo>
                    <a:cubicBezTo>
                      <a:pt x="944" y="1101"/>
                      <a:pt x="962" y="1101"/>
                      <a:pt x="981" y="1101"/>
                    </a:cubicBezTo>
                    <a:cubicBezTo>
                      <a:pt x="990" y="1102"/>
                      <a:pt x="990" y="1102"/>
                      <a:pt x="1037" y="1103"/>
                    </a:cubicBezTo>
                    <a:cubicBezTo>
                      <a:pt x="1055" y="1103"/>
                      <a:pt x="1074" y="1103"/>
                      <a:pt x="1094" y="1104"/>
                    </a:cubicBezTo>
                    <a:cubicBezTo>
                      <a:pt x="1140" y="1104"/>
                      <a:pt x="1187" y="1105"/>
                      <a:pt x="1233" y="1107"/>
                    </a:cubicBezTo>
                    <a:cubicBezTo>
                      <a:pt x="1233" y="1068"/>
                      <a:pt x="1233" y="1030"/>
                      <a:pt x="1233" y="990"/>
                    </a:cubicBezTo>
                    <a:cubicBezTo>
                      <a:pt x="1272" y="990"/>
                      <a:pt x="1310" y="990"/>
                      <a:pt x="1350" y="990"/>
                    </a:cubicBezTo>
                    <a:cubicBezTo>
                      <a:pt x="1350" y="952"/>
                      <a:pt x="1350" y="913"/>
                      <a:pt x="1350" y="874"/>
                    </a:cubicBezTo>
                    <a:cubicBezTo>
                      <a:pt x="1311" y="874"/>
                      <a:pt x="1273" y="874"/>
                      <a:pt x="1233" y="874"/>
                    </a:cubicBezTo>
                    <a:cubicBezTo>
                      <a:pt x="1233" y="797"/>
                      <a:pt x="1233" y="720"/>
                      <a:pt x="1233" y="641"/>
                    </a:cubicBezTo>
                    <a:cubicBezTo>
                      <a:pt x="1195" y="641"/>
                      <a:pt x="1156" y="641"/>
                      <a:pt x="1117" y="641"/>
                    </a:cubicBezTo>
                    <a:cubicBezTo>
                      <a:pt x="1105" y="510"/>
                      <a:pt x="1105" y="510"/>
                      <a:pt x="1117" y="466"/>
                    </a:cubicBezTo>
                    <a:cubicBezTo>
                      <a:pt x="1134" y="457"/>
                      <a:pt x="1152" y="449"/>
                      <a:pt x="1170" y="440"/>
                    </a:cubicBezTo>
                    <a:cubicBezTo>
                      <a:pt x="1254" y="397"/>
                      <a:pt x="1276" y="348"/>
                      <a:pt x="1320" y="266"/>
                    </a:cubicBezTo>
                    <a:cubicBezTo>
                      <a:pt x="1466" y="0"/>
                      <a:pt x="1466" y="0"/>
                      <a:pt x="15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16" name="ICON_TOOL_MODELS_path_008"/>
              <p:cNvSpPr/>
              <p:nvPr/>
            </p:nvSpPr>
            <p:spPr>
              <a:xfrm>
                <a:off x="5256573" y="5221757"/>
                <a:ext cx="50295" cy="71103"/>
              </a:xfrm>
              <a:custGeom>
                <a:avLst/>
                <a:gdLst/>
                <a:ahLst/>
                <a:cxnLst/>
                <a:rect l="0" t="0" r="r" b="b"/>
                <a:pathLst>
                  <a:path w="3960" h="5599" fill="norm" stroke="0">
                    <a:moveTo>
                      <a:pt x="1048" y="61"/>
                    </a:moveTo>
                    <a:cubicBezTo>
                      <a:pt x="1048" y="99"/>
                      <a:pt x="1048" y="138"/>
                      <a:pt x="1048" y="178"/>
                    </a:cubicBezTo>
                    <a:cubicBezTo>
                      <a:pt x="1061" y="181"/>
                      <a:pt x="1061" y="181"/>
                      <a:pt x="1123" y="201"/>
                    </a:cubicBezTo>
                    <a:cubicBezTo>
                      <a:pt x="1155" y="211"/>
                      <a:pt x="1187" y="222"/>
                      <a:pt x="1219" y="232"/>
                    </a:cubicBezTo>
                    <a:cubicBezTo>
                      <a:pt x="1236" y="237"/>
                      <a:pt x="1252" y="242"/>
                      <a:pt x="1268" y="247"/>
                    </a:cubicBezTo>
                    <a:cubicBezTo>
                      <a:pt x="1284" y="253"/>
                      <a:pt x="1300" y="258"/>
                      <a:pt x="1316" y="263"/>
                    </a:cubicBezTo>
                    <a:cubicBezTo>
                      <a:pt x="1330" y="267"/>
                      <a:pt x="1344" y="272"/>
                      <a:pt x="1359" y="277"/>
                    </a:cubicBezTo>
                    <a:cubicBezTo>
                      <a:pt x="1398" y="294"/>
                      <a:pt x="1398" y="294"/>
                      <a:pt x="1456" y="352"/>
                    </a:cubicBezTo>
                    <a:cubicBezTo>
                      <a:pt x="1503" y="360"/>
                      <a:pt x="1503" y="360"/>
                      <a:pt x="1560" y="360"/>
                    </a:cubicBezTo>
                    <a:cubicBezTo>
                      <a:pt x="1571" y="361"/>
                      <a:pt x="1571" y="361"/>
                      <a:pt x="1625" y="362"/>
                    </a:cubicBezTo>
                    <a:cubicBezTo>
                      <a:pt x="1648" y="362"/>
                      <a:pt x="1672" y="362"/>
                      <a:pt x="1696" y="362"/>
                    </a:cubicBezTo>
                    <a:cubicBezTo>
                      <a:pt x="1745" y="364"/>
                      <a:pt x="1794" y="365"/>
                      <a:pt x="1843" y="367"/>
                    </a:cubicBezTo>
                    <a:cubicBezTo>
                      <a:pt x="1920" y="369"/>
                      <a:pt x="1998" y="370"/>
                      <a:pt x="2075" y="371"/>
                    </a:cubicBezTo>
                    <a:cubicBezTo>
                      <a:pt x="2553" y="377"/>
                      <a:pt x="2553" y="377"/>
                      <a:pt x="2684" y="491"/>
                    </a:cubicBezTo>
                    <a:cubicBezTo>
                      <a:pt x="2751" y="560"/>
                      <a:pt x="2793" y="612"/>
                      <a:pt x="2801" y="709"/>
                    </a:cubicBezTo>
                    <a:cubicBezTo>
                      <a:pt x="2799" y="726"/>
                      <a:pt x="2797" y="743"/>
                      <a:pt x="2795" y="760"/>
                    </a:cubicBezTo>
                    <a:cubicBezTo>
                      <a:pt x="2834" y="760"/>
                      <a:pt x="2872" y="760"/>
                      <a:pt x="2912" y="760"/>
                    </a:cubicBezTo>
                    <a:cubicBezTo>
                      <a:pt x="2950" y="875"/>
                      <a:pt x="2989" y="991"/>
                      <a:pt x="3028" y="1109"/>
                    </a:cubicBezTo>
                    <a:cubicBezTo>
                      <a:pt x="3067" y="1109"/>
                      <a:pt x="3105" y="1109"/>
                      <a:pt x="3145" y="1109"/>
                    </a:cubicBezTo>
                    <a:cubicBezTo>
                      <a:pt x="3145" y="1148"/>
                      <a:pt x="3145" y="1186"/>
                      <a:pt x="3145" y="1226"/>
                    </a:cubicBezTo>
                    <a:cubicBezTo>
                      <a:pt x="3183" y="1226"/>
                      <a:pt x="3222" y="1226"/>
                      <a:pt x="3261" y="1226"/>
                    </a:cubicBezTo>
                    <a:cubicBezTo>
                      <a:pt x="3261" y="1303"/>
                      <a:pt x="3261" y="1380"/>
                      <a:pt x="3261" y="1459"/>
                    </a:cubicBezTo>
                    <a:cubicBezTo>
                      <a:pt x="3300" y="1459"/>
                      <a:pt x="3338" y="1459"/>
                      <a:pt x="3378" y="1459"/>
                    </a:cubicBezTo>
                    <a:cubicBezTo>
                      <a:pt x="3375" y="1474"/>
                      <a:pt x="3372" y="1490"/>
                      <a:pt x="3370" y="1506"/>
                    </a:cubicBezTo>
                    <a:cubicBezTo>
                      <a:pt x="3363" y="1574"/>
                      <a:pt x="3361" y="1625"/>
                      <a:pt x="3378" y="1692"/>
                    </a:cubicBezTo>
                    <a:cubicBezTo>
                      <a:pt x="3433" y="1730"/>
                      <a:pt x="3489" y="1751"/>
                      <a:pt x="3551" y="1776"/>
                    </a:cubicBezTo>
                    <a:cubicBezTo>
                      <a:pt x="3641" y="1825"/>
                      <a:pt x="3674" y="1886"/>
                      <a:pt x="3713" y="1978"/>
                    </a:cubicBezTo>
                    <a:cubicBezTo>
                      <a:pt x="3738" y="2087"/>
                      <a:pt x="3709" y="2173"/>
                      <a:pt x="3669" y="2274"/>
                    </a:cubicBezTo>
                    <a:cubicBezTo>
                      <a:pt x="3661" y="2298"/>
                      <a:pt x="3652" y="2322"/>
                      <a:pt x="3644" y="2347"/>
                    </a:cubicBezTo>
                    <a:cubicBezTo>
                      <a:pt x="3633" y="2361"/>
                      <a:pt x="3622" y="2376"/>
                      <a:pt x="3611" y="2391"/>
                    </a:cubicBezTo>
                    <a:cubicBezTo>
                      <a:pt x="3549" y="2398"/>
                      <a:pt x="3549" y="2398"/>
                      <a:pt x="3494" y="2391"/>
                    </a:cubicBezTo>
                    <a:cubicBezTo>
                      <a:pt x="3494" y="2429"/>
                      <a:pt x="3494" y="2467"/>
                      <a:pt x="3494" y="2507"/>
                    </a:cubicBezTo>
                    <a:cubicBezTo>
                      <a:pt x="3456" y="2507"/>
                      <a:pt x="3417" y="2507"/>
                      <a:pt x="3378" y="2507"/>
                    </a:cubicBezTo>
                    <a:cubicBezTo>
                      <a:pt x="3378" y="2545"/>
                      <a:pt x="3378" y="2584"/>
                      <a:pt x="3378" y="2624"/>
                    </a:cubicBezTo>
                    <a:cubicBezTo>
                      <a:pt x="3416" y="2624"/>
                      <a:pt x="3455" y="2624"/>
                      <a:pt x="3494" y="2624"/>
                    </a:cubicBezTo>
                    <a:cubicBezTo>
                      <a:pt x="3494" y="2662"/>
                      <a:pt x="3494" y="2700"/>
                      <a:pt x="3494" y="2740"/>
                    </a:cubicBezTo>
                    <a:cubicBezTo>
                      <a:pt x="3533" y="2740"/>
                      <a:pt x="3571" y="2740"/>
                      <a:pt x="3611" y="2740"/>
                    </a:cubicBezTo>
                    <a:cubicBezTo>
                      <a:pt x="3611" y="2817"/>
                      <a:pt x="3611" y="2894"/>
                      <a:pt x="3611" y="2973"/>
                    </a:cubicBezTo>
                    <a:cubicBezTo>
                      <a:pt x="3572" y="2973"/>
                      <a:pt x="3534" y="2973"/>
                      <a:pt x="3494" y="2973"/>
                    </a:cubicBezTo>
                    <a:cubicBezTo>
                      <a:pt x="3494" y="3050"/>
                      <a:pt x="3494" y="3127"/>
                      <a:pt x="3494" y="3206"/>
                    </a:cubicBezTo>
                    <a:cubicBezTo>
                      <a:pt x="3552" y="3225"/>
                      <a:pt x="3610" y="3244"/>
                      <a:pt x="3669" y="3264"/>
                    </a:cubicBezTo>
                    <a:cubicBezTo>
                      <a:pt x="3668" y="3286"/>
                      <a:pt x="3667" y="3307"/>
                      <a:pt x="3665" y="3330"/>
                    </a:cubicBezTo>
                    <a:cubicBezTo>
                      <a:pt x="3641" y="3805"/>
                      <a:pt x="3659" y="4173"/>
                      <a:pt x="3875" y="4606"/>
                    </a:cubicBezTo>
                    <a:cubicBezTo>
                      <a:pt x="3911" y="4681"/>
                      <a:pt x="3936" y="4757"/>
                      <a:pt x="3960" y="4837"/>
                    </a:cubicBezTo>
                    <a:cubicBezTo>
                      <a:pt x="3845" y="4837"/>
                      <a:pt x="3730" y="4837"/>
                      <a:pt x="3611" y="4837"/>
                    </a:cubicBezTo>
                    <a:cubicBezTo>
                      <a:pt x="3611" y="4798"/>
                      <a:pt x="3611" y="4760"/>
                      <a:pt x="3611" y="4720"/>
                    </a:cubicBezTo>
                    <a:cubicBezTo>
                      <a:pt x="3572" y="4720"/>
                      <a:pt x="3534" y="4720"/>
                      <a:pt x="3494" y="4720"/>
                    </a:cubicBezTo>
                    <a:cubicBezTo>
                      <a:pt x="3494" y="4682"/>
                      <a:pt x="3494" y="4643"/>
                      <a:pt x="3494" y="4604"/>
                    </a:cubicBezTo>
                    <a:cubicBezTo>
                      <a:pt x="3456" y="4604"/>
                      <a:pt x="3417" y="4604"/>
                      <a:pt x="3378" y="4604"/>
                    </a:cubicBezTo>
                    <a:cubicBezTo>
                      <a:pt x="3378" y="4642"/>
                      <a:pt x="3378" y="4681"/>
                      <a:pt x="3378" y="4720"/>
                    </a:cubicBezTo>
                    <a:cubicBezTo>
                      <a:pt x="3339" y="4720"/>
                      <a:pt x="3301" y="4720"/>
                      <a:pt x="3261" y="4720"/>
                    </a:cubicBezTo>
                    <a:cubicBezTo>
                      <a:pt x="3261" y="4759"/>
                      <a:pt x="3261" y="4797"/>
                      <a:pt x="3261" y="4837"/>
                    </a:cubicBezTo>
                    <a:cubicBezTo>
                      <a:pt x="3184" y="4837"/>
                      <a:pt x="3108" y="4837"/>
                      <a:pt x="3028" y="4837"/>
                    </a:cubicBezTo>
                    <a:cubicBezTo>
                      <a:pt x="3028" y="4875"/>
                      <a:pt x="3028" y="4913"/>
                      <a:pt x="3028" y="4953"/>
                    </a:cubicBezTo>
                    <a:cubicBezTo>
                      <a:pt x="2990" y="4953"/>
                      <a:pt x="2952" y="4953"/>
                      <a:pt x="2912" y="4953"/>
                    </a:cubicBezTo>
                    <a:cubicBezTo>
                      <a:pt x="2912" y="4992"/>
                      <a:pt x="2912" y="5030"/>
                      <a:pt x="2912" y="5070"/>
                    </a:cubicBezTo>
                    <a:cubicBezTo>
                      <a:pt x="2873" y="5070"/>
                      <a:pt x="2835" y="5070"/>
                      <a:pt x="2795" y="5070"/>
                    </a:cubicBezTo>
                    <a:cubicBezTo>
                      <a:pt x="2795" y="5108"/>
                      <a:pt x="2795" y="5146"/>
                      <a:pt x="2795" y="5186"/>
                    </a:cubicBezTo>
                    <a:cubicBezTo>
                      <a:pt x="2642" y="5186"/>
                      <a:pt x="2488" y="5186"/>
                      <a:pt x="2330" y="5186"/>
                    </a:cubicBezTo>
                    <a:cubicBezTo>
                      <a:pt x="2330" y="5224"/>
                      <a:pt x="2330" y="5263"/>
                      <a:pt x="2330" y="5303"/>
                    </a:cubicBezTo>
                    <a:cubicBezTo>
                      <a:pt x="2176" y="5303"/>
                      <a:pt x="2022" y="5303"/>
                      <a:pt x="1864" y="5303"/>
                    </a:cubicBezTo>
                    <a:cubicBezTo>
                      <a:pt x="1864" y="5341"/>
                      <a:pt x="1864" y="5379"/>
                      <a:pt x="1864" y="5419"/>
                    </a:cubicBezTo>
                    <a:cubicBezTo>
                      <a:pt x="1825" y="5419"/>
                      <a:pt x="1787" y="5419"/>
                      <a:pt x="1747" y="5419"/>
                    </a:cubicBezTo>
                    <a:cubicBezTo>
                      <a:pt x="1747" y="5457"/>
                      <a:pt x="1747" y="5496"/>
                      <a:pt x="1747" y="5535"/>
                    </a:cubicBezTo>
                    <a:cubicBezTo>
                      <a:pt x="1683" y="5547"/>
                      <a:pt x="1619" y="5558"/>
                      <a:pt x="1554" y="5568"/>
                    </a:cubicBezTo>
                    <a:cubicBezTo>
                      <a:pt x="1545" y="5570"/>
                      <a:pt x="1545" y="5570"/>
                      <a:pt x="1500" y="5578"/>
                    </a:cubicBezTo>
                    <a:cubicBezTo>
                      <a:pt x="1370" y="5599"/>
                      <a:pt x="1286" y="5586"/>
                      <a:pt x="1165" y="5535"/>
                    </a:cubicBezTo>
                    <a:cubicBezTo>
                      <a:pt x="1165" y="5497"/>
                      <a:pt x="1165" y="5459"/>
                      <a:pt x="1165" y="5419"/>
                    </a:cubicBezTo>
                    <a:cubicBezTo>
                      <a:pt x="1049" y="5381"/>
                      <a:pt x="934" y="5342"/>
                      <a:pt x="815" y="5303"/>
                    </a:cubicBezTo>
                    <a:cubicBezTo>
                      <a:pt x="815" y="5264"/>
                      <a:pt x="815" y="5226"/>
                      <a:pt x="815" y="5186"/>
                    </a:cubicBezTo>
                    <a:cubicBezTo>
                      <a:pt x="700" y="5148"/>
                      <a:pt x="585" y="5109"/>
                      <a:pt x="466" y="5070"/>
                    </a:cubicBezTo>
                    <a:cubicBezTo>
                      <a:pt x="466" y="5031"/>
                      <a:pt x="466" y="4993"/>
                      <a:pt x="466" y="4953"/>
                    </a:cubicBezTo>
                    <a:cubicBezTo>
                      <a:pt x="415" y="4924"/>
                      <a:pt x="415" y="4924"/>
                      <a:pt x="349" y="4902"/>
                    </a:cubicBezTo>
                    <a:cubicBezTo>
                      <a:pt x="285" y="4874"/>
                      <a:pt x="285" y="4874"/>
                      <a:pt x="233" y="4837"/>
                    </a:cubicBezTo>
                    <a:cubicBezTo>
                      <a:pt x="211" y="4751"/>
                      <a:pt x="221" y="4693"/>
                      <a:pt x="233" y="4604"/>
                    </a:cubicBezTo>
                    <a:cubicBezTo>
                      <a:pt x="310" y="4604"/>
                      <a:pt x="387" y="4604"/>
                      <a:pt x="466" y="4604"/>
                    </a:cubicBezTo>
                    <a:cubicBezTo>
                      <a:pt x="466" y="4565"/>
                      <a:pt x="466" y="4527"/>
                      <a:pt x="466" y="4487"/>
                    </a:cubicBezTo>
                    <a:cubicBezTo>
                      <a:pt x="504" y="4487"/>
                      <a:pt x="543" y="4487"/>
                      <a:pt x="582" y="4487"/>
                    </a:cubicBezTo>
                    <a:cubicBezTo>
                      <a:pt x="582" y="4449"/>
                      <a:pt x="582" y="4410"/>
                      <a:pt x="582" y="4371"/>
                    </a:cubicBezTo>
                    <a:cubicBezTo>
                      <a:pt x="544" y="4371"/>
                      <a:pt x="506" y="4371"/>
                      <a:pt x="466" y="4371"/>
                    </a:cubicBezTo>
                    <a:cubicBezTo>
                      <a:pt x="466" y="3948"/>
                      <a:pt x="466" y="3525"/>
                      <a:pt x="466" y="3089"/>
                    </a:cubicBezTo>
                    <a:cubicBezTo>
                      <a:pt x="389" y="3089"/>
                      <a:pt x="312" y="3089"/>
                      <a:pt x="233" y="3089"/>
                    </a:cubicBezTo>
                    <a:cubicBezTo>
                      <a:pt x="233" y="3166"/>
                      <a:pt x="233" y="3243"/>
                      <a:pt x="233" y="3322"/>
                    </a:cubicBezTo>
                    <a:cubicBezTo>
                      <a:pt x="156" y="3322"/>
                      <a:pt x="79" y="3322"/>
                      <a:pt x="0" y="3322"/>
                    </a:cubicBezTo>
                    <a:cubicBezTo>
                      <a:pt x="0" y="2477"/>
                      <a:pt x="0" y="1631"/>
                      <a:pt x="0" y="760"/>
                    </a:cubicBezTo>
                    <a:cubicBezTo>
                      <a:pt x="77" y="760"/>
                      <a:pt x="154" y="760"/>
                      <a:pt x="233" y="760"/>
                    </a:cubicBezTo>
                    <a:cubicBezTo>
                      <a:pt x="233" y="837"/>
                      <a:pt x="233" y="914"/>
                      <a:pt x="233" y="993"/>
                    </a:cubicBezTo>
                    <a:cubicBezTo>
                      <a:pt x="271" y="993"/>
                      <a:pt x="310" y="993"/>
                      <a:pt x="349" y="993"/>
                    </a:cubicBezTo>
                    <a:cubicBezTo>
                      <a:pt x="349" y="1031"/>
                      <a:pt x="349" y="1070"/>
                      <a:pt x="349" y="1109"/>
                    </a:cubicBezTo>
                    <a:cubicBezTo>
                      <a:pt x="388" y="1109"/>
                      <a:pt x="426" y="1109"/>
                      <a:pt x="466" y="1109"/>
                    </a:cubicBezTo>
                    <a:cubicBezTo>
                      <a:pt x="466" y="1071"/>
                      <a:pt x="466" y="1032"/>
                      <a:pt x="466" y="993"/>
                    </a:cubicBezTo>
                    <a:cubicBezTo>
                      <a:pt x="504" y="993"/>
                      <a:pt x="543" y="993"/>
                      <a:pt x="582" y="993"/>
                    </a:cubicBezTo>
                    <a:cubicBezTo>
                      <a:pt x="582" y="878"/>
                      <a:pt x="582" y="762"/>
                      <a:pt x="582" y="643"/>
                    </a:cubicBezTo>
                    <a:cubicBezTo>
                      <a:pt x="544" y="643"/>
                      <a:pt x="506" y="643"/>
                      <a:pt x="466" y="643"/>
                    </a:cubicBezTo>
                    <a:cubicBezTo>
                      <a:pt x="466" y="528"/>
                      <a:pt x="466" y="413"/>
                      <a:pt x="466" y="294"/>
                    </a:cubicBezTo>
                    <a:cubicBezTo>
                      <a:pt x="504" y="294"/>
                      <a:pt x="543" y="294"/>
                      <a:pt x="582" y="294"/>
                    </a:cubicBezTo>
                    <a:cubicBezTo>
                      <a:pt x="582" y="217"/>
                      <a:pt x="582" y="140"/>
                      <a:pt x="582" y="61"/>
                    </a:cubicBezTo>
                    <a:cubicBezTo>
                      <a:pt x="760" y="4"/>
                      <a:pt x="872" y="0"/>
                      <a:pt x="1048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17" name="ICON_TOOL_MODELS_path_009"/>
              <p:cNvSpPr/>
              <p:nvPr/>
            </p:nvSpPr>
            <p:spPr>
              <a:xfrm>
                <a:off x="5201636" y="5191818"/>
                <a:ext cx="42699" cy="77319"/>
              </a:xfrm>
              <a:custGeom>
                <a:avLst/>
                <a:gdLst/>
                <a:ahLst/>
                <a:cxnLst/>
                <a:rect l="0" t="0" r="r" b="b"/>
                <a:pathLst>
                  <a:path w="3362" h="6088" fill="norm" stroke="0">
                    <a:moveTo>
                      <a:pt x="1844" y="23"/>
                    </a:moveTo>
                    <a:cubicBezTo>
                      <a:pt x="1856" y="23"/>
                      <a:pt x="1856" y="23"/>
                      <a:pt x="1916" y="23"/>
                    </a:cubicBezTo>
                    <a:cubicBezTo>
                      <a:pt x="1967" y="23"/>
                      <a:pt x="2018" y="23"/>
                      <a:pt x="2068" y="23"/>
                    </a:cubicBezTo>
                    <a:cubicBezTo>
                      <a:pt x="2145" y="23"/>
                      <a:pt x="2223" y="23"/>
                      <a:pt x="2300" y="23"/>
                    </a:cubicBezTo>
                    <a:cubicBezTo>
                      <a:pt x="2349" y="23"/>
                      <a:pt x="2398" y="23"/>
                      <a:pt x="2448" y="23"/>
                    </a:cubicBezTo>
                    <a:cubicBezTo>
                      <a:pt x="2471" y="23"/>
                      <a:pt x="2494" y="23"/>
                      <a:pt x="2518" y="23"/>
                    </a:cubicBezTo>
                    <a:cubicBezTo>
                      <a:pt x="2724" y="24"/>
                      <a:pt x="2724" y="24"/>
                      <a:pt x="2812" y="89"/>
                    </a:cubicBezTo>
                    <a:cubicBezTo>
                      <a:pt x="2823" y="145"/>
                      <a:pt x="2823" y="145"/>
                      <a:pt x="2819" y="209"/>
                    </a:cubicBezTo>
                    <a:cubicBezTo>
                      <a:pt x="2818" y="230"/>
                      <a:pt x="2817" y="251"/>
                      <a:pt x="2816" y="273"/>
                    </a:cubicBezTo>
                    <a:cubicBezTo>
                      <a:pt x="2814" y="289"/>
                      <a:pt x="2813" y="305"/>
                      <a:pt x="2812" y="322"/>
                    </a:cubicBezTo>
                    <a:cubicBezTo>
                      <a:pt x="2850" y="322"/>
                      <a:pt x="2888" y="322"/>
                      <a:pt x="2928" y="322"/>
                    </a:cubicBezTo>
                    <a:cubicBezTo>
                      <a:pt x="2928" y="437"/>
                      <a:pt x="2928" y="552"/>
                      <a:pt x="2928" y="671"/>
                    </a:cubicBezTo>
                    <a:cubicBezTo>
                      <a:pt x="3005" y="671"/>
                      <a:pt x="3082" y="671"/>
                      <a:pt x="3161" y="671"/>
                    </a:cubicBezTo>
                    <a:cubicBezTo>
                      <a:pt x="3161" y="710"/>
                      <a:pt x="3161" y="748"/>
                      <a:pt x="3161" y="788"/>
                    </a:cubicBezTo>
                    <a:cubicBezTo>
                      <a:pt x="3219" y="788"/>
                      <a:pt x="3276" y="788"/>
                      <a:pt x="3336" y="788"/>
                    </a:cubicBezTo>
                    <a:cubicBezTo>
                      <a:pt x="3336" y="1364"/>
                      <a:pt x="3336" y="1941"/>
                      <a:pt x="3336" y="2535"/>
                    </a:cubicBezTo>
                    <a:cubicBezTo>
                      <a:pt x="3240" y="2535"/>
                      <a:pt x="3143" y="2535"/>
                      <a:pt x="3044" y="2535"/>
                    </a:cubicBezTo>
                    <a:cubicBezTo>
                      <a:pt x="3044" y="2612"/>
                      <a:pt x="3044" y="2689"/>
                      <a:pt x="3044" y="2768"/>
                    </a:cubicBezTo>
                    <a:cubicBezTo>
                      <a:pt x="3141" y="2768"/>
                      <a:pt x="3237" y="2768"/>
                      <a:pt x="3336" y="2768"/>
                    </a:cubicBezTo>
                    <a:cubicBezTo>
                      <a:pt x="3337" y="2972"/>
                      <a:pt x="3338" y="3176"/>
                      <a:pt x="3339" y="3380"/>
                    </a:cubicBezTo>
                    <a:cubicBezTo>
                      <a:pt x="3339" y="3475"/>
                      <a:pt x="3339" y="3569"/>
                      <a:pt x="3340" y="3664"/>
                    </a:cubicBezTo>
                    <a:cubicBezTo>
                      <a:pt x="3341" y="3755"/>
                      <a:pt x="3341" y="3847"/>
                      <a:pt x="3341" y="3938"/>
                    </a:cubicBezTo>
                    <a:cubicBezTo>
                      <a:pt x="3341" y="3973"/>
                      <a:pt x="3341" y="4008"/>
                      <a:pt x="3342" y="4043"/>
                    </a:cubicBezTo>
                    <a:cubicBezTo>
                      <a:pt x="3342" y="4092"/>
                      <a:pt x="3342" y="4141"/>
                      <a:pt x="3342" y="4189"/>
                    </a:cubicBezTo>
                    <a:cubicBezTo>
                      <a:pt x="3342" y="4217"/>
                      <a:pt x="3343" y="4245"/>
                      <a:pt x="3343" y="4274"/>
                    </a:cubicBezTo>
                    <a:cubicBezTo>
                      <a:pt x="3336" y="4340"/>
                      <a:pt x="3336" y="4340"/>
                      <a:pt x="3277" y="4399"/>
                    </a:cubicBezTo>
                    <a:cubicBezTo>
                      <a:pt x="3216" y="4403"/>
                      <a:pt x="3160" y="4404"/>
                      <a:pt x="3099" y="4402"/>
                    </a:cubicBezTo>
                    <a:cubicBezTo>
                      <a:pt x="3043" y="4401"/>
                      <a:pt x="2986" y="4400"/>
                      <a:pt x="2928" y="4399"/>
                    </a:cubicBezTo>
                    <a:cubicBezTo>
                      <a:pt x="2928" y="4514"/>
                      <a:pt x="2928" y="4629"/>
                      <a:pt x="2928" y="4748"/>
                    </a:cubicBezTo>
                    <a:cubicBezTo>
                      <a:pt x="2966" y="4748"/>
                      <a:pt x="3005" y="4748"/>
                      <a:pt x="3044" y="4748"/>
                    </a:cubicBezTo>
                    <a:cubicBezTo>
                      <a:pt x="3044" y="4710"/>
                      <a:pt x="3044" y="4671"/>
                      <a:pt x="3044" y="4631"/>
                    </a:cubicBezTo>
                    <a:cubicBezTo>
                      <a:pt x="3083" y="4631"/>
                      <a:pt x="3121" y="4631"/>
                      <a:pt x="3161" y="4631"/>
                    </a:cubicBezTo>
                    <a:cubicBezTo>
                      <a:pt x="3161" y="4670"/>
                      <a:pt x="3161" y="4708"/>
                      <a:pt x="3161" y="4748"/>
                    </a:cubicBezTo>
                    <a:cubicBezTo>
                      <a:pt x="3219" y="4748"/>
                      <a:pt x="3276" y="4748"/>
                      <a:pt x="3336" y="4748"/>
                    </a:cubicBezTo>
                    <a:cubicBezTo>
                      <a:pt x="3342" y="4920"/>
                      <a:pt x="3346" y="5092"/>
                      <a:pt x="3348" y="5264"/>
                    </a:cubicBezTo>
                    <a:cubicBezTo>
                      <a:pt x="3350" y="5323"/>
                      <a:pt x="3351" y="5381"/>
                      <a:pt x="3353" y="5440"/>
                    </a:cubicBezTo>
                    <a:cubicBezTo>
                      <a:pt x="3356" y="5524"/>
                      <a:pt x="3357" y="5608"/>
                      <a:pt x="3358" y="5692"/>
                    </a:cubicBezTo>
                    <a:cubicBezTo>
                      <a:pt x="3360" y="5718"/>
                      <a:pt x="3361" y="5744"/>
                      <a:pt x="3362" y="5771"/>
                    </a:cubicBezTo>
                    <a:cubicBezTo>
                      <a:pt x="3362" y="5845"/>
                      <a:pt x="3360" y="5902"/>
                      <a:pt x="3336" y="5971"/>
                    </a:cubicBezTo>
                    <a:cubicBezTo>
                      <a:pt x="3239" y="6054"/>
                      <a:pt x="3143" y="6088"/>
                      <a:pt x="3016" y="6086"/>
                    </a:cubicBezTo>
                    <a:cubicBezTo>
                      <a:pt x="3004" y="6083"/>
                      <a:pt x="3004" y="6083"/>
                      <a:pt x="2943" y="6066"/>
                    </a:cubicBezTo>
                    <a:cubicBezTo>
                      <a:pt x="2918" y="6059"/>
                      <a:pt x="2893" y="6053"/>
                      <a:pt x="2867" y="6046"/>
                    </a:cubicBezTo>
                    <a:cubicBezTo>
                      <a:pt x="2849" y="6040"/>
                      <a:pt x="2830" y="6035"/>
                      <a:pt x="2812" y="6029"/>
                    </a:cubicBezTo>
                    <a:cubicBezTo>
                      <a:pt x="2812" y="5991"/>
                      <a:pt x="2812" y="5952"/>
                      <a:pt x="2812" y="5913"/>
                    </a:cubicBezTo>
                    <a:cubicBezTo>
                      <a:pt x="2754" y="5894"/>
                      <a:pt x="2754" y="5894"/>
                      <a:pt x="2462" y="5796"/>
                    </a:cubicBezTo>
                    <a:cubicBezTo>
                      <a:pt x="2462" y="5758"/>
                      <a:pt x="2462" y="5719"/>
                      <a:pt x="2462" y="5680"/>
                    </a:cubicBezTo>
                    <a:cubicBezTo>
                      <a:pt x="2404" y="5661"/>
                      <a:pt x="2404" y="5661"/>
                      <a:pt x="2113" y="5563"/>
                    </a:cubicBezTo>
                    <a:cubicBezTo>
                      <a:pt x="2113" y="5525"/>
                      <a:pt x="2113" y="5486"/>
                      <a:pt x="2113" y="5447"/>
                    </a:cubicBezTo>
                    <a:cubicBezTo>
                      <a:pt x="2055" y="5428"/>
                      <a:pt x="2055" y="5428"/>
                      <a:pt x="1763" y="5330"/>
                    </a:cubicBezTo>
                    <a:cubicBezTo>
                      <a:pt x="1763" y="5292"/>
                      <a:pt x="1763" y="5253"/>
                      <a:pt x="1763" y="5214"/>
                    </a:cubicBezTo>
                    <a:cubicBezTo>
                      <a:pt x="1725" y="5214"/>
                      <a:pt x="1686" y="5214"/>
                      <a:pt x="1647" y="5214"/>
                    </a:cubicBezTo>
                    <a:cubicBezTo>
                      <a:pt x="1647" y="5156"/>
                      <a:pt x="1647" y="5099"/>
                      <a:pt x="1647" y="5039"/>
                    </a:cubicBezTo>
                    <a:cubicBezTo>
                      <a:pt x="1618" y="5030"/>
                      <a:pt x="1618" y="5030"/>
                      <a:pt x="1472" y="4981"/>
                    </a:cubicBezTo>
                    <a:cubicBezTo>
                      <a:pt x="1491" y="4866"/>
                      <a:pt x="1510" y="4750"/>
                      <a:pt x="1530" y="4631"/>
                    </a:cubicBezTo>
                    <a:cubicBezTo>
                      <a:pt x="1492" y="4631"/>
                      <a:pt x="1453" y="4631"/>
                      <a:pt x="1414" y="4631"/>
                    </a:cubicBezTo>
                    <a:cubicBezTo>
                      <a:pt x="1414" y="4593"/>
                      <a:pt x="1414" y="4555"/>
                      <a:pt x="1414" y="4515"/>
                    </a:cubicBezTo>
                    <a:cubicBezTo>
                      <a:pt x="1399" y="4518"/>
                      <a:pt x="1385" y="4521"/>
                      <a:pt x="1369" y="4524"/>
                    </a:cubicBezTo>
                    <a:cubicBezTo>
                      <a:pt x="942" y="4606"/>
                      <a:pt x="942" y="4606"/>
                      <a:pt x="803" y="4546"/>
                    </a:cubicBezTo>
                    <a:cubicBezTo>
                      <a:pt x="701" y="4466"/>
                      <a:pt x="664" y="4398"/>
                      <a:pt x="648" y="4272"/>
                    </a:cubicBezTo>
                    <a:cubicBezTo>
                      <a:pt x="637" y="4100"/>
                      <a:pt x="645" y="3930"/>
                      <a:pt x="657" y="3758"/>
                    </a:cubicBezTo>
                    <a:cubicBezTo>
                      <a:pt x="705" y="3748"/>
                      <a:pt x="705" y="3748"/>
                      <a:pt x="948" y="3700"/>
                    </a:cubicBezTo>
                    <a:cubicBezTo>
                      <a:pt x="948" y="3623"/>
                      <a:pt x="948" y="3546"/>
                      <a:pt x="948" y="3467"/>
                    </a:cubicBezTo>
                    <a:cubicBezTo>
                      <a:pt x="909" y="3467"/>
                      <a:pt x="871" y="3467"/>
                      <a:pt x="831" y="3467"/>
                    </a:cubicBezTo>
                    <a:cubicBezTo>
                      <a:pt x="831" y="3390"/>
                      <a:pt x="831" y="3313"/>
                      <a:pt x="831" y="3234"/>
                    </a:cubicBezTo>
                    <a:cubicBezTo>
                      <a:pt x="793" y="3234"/>
                      <a:pt x="755" y="3234"/>
                      <a:pt x="715" y="3234"/>
                    </a:cubicBezTo>
                    <a:cubicBezTo>
                      <a:pt x="715" y="3157"/>
                      <a:pt x="715" y="3080"/>
                      <a:pt x="715" y="3001"/>
                    </a:cubicBezTo>
                    <a:cubicBezTo>
                      <a:pt x="753" y="3001"/>
                      <a:pt x="792" y="3001"/>
                      <a:pt x="831" y="3001"/>
                    </a:cubicBezTo>
                    <a:cubicBezTo>
                      <a:pt x="755" y="2924"/>
                      <a:pt x="678" y="2847"/>
                      <a:pt x="598" y="2768"/>
                    </a:cubicBezTo>
                    <a:cubicBezTo>
                      <a:pt x="598" y="2806"/>
                      <a:pt x="598" y="2845"/>
                      <a:pt x="598" y="2884"/>
                    </a:cubicBezTo>
                    <a:cubicBezTo>
                      <a:pt x="560" y="2884"/>
                      <a:pt x="522" y="2884"/>
                      <a:pt x="482" y="2884"/>
                    </a:cubicBezTo>
                    <a:cubicBezTo>
                      <a:pt x="482" y="2923"/>
                      <a:pt x="482" y="2961"/>
                      <a:pt x="482" y="3001"/>
                    </a:cubicBezTo>
                    <a:cubicBezTo>
                      <a:pt x="444" y="3001"/>
                      <a:pt x="405" y="3001"/>
                      <a:pt x="366" y="3001"/>
                    </a:cubicBezTo>
                    <a:cubicBezTo>
                      <a:pt x="346" y="3058"/>
                      <a:pt x="327" y="3116"/>
                      <a:pt x="307" y="3176"/>
                    </a:cubicBezTo>
                    <a:cubicBezTo>
                      <a:pt x="148" y="3137"/>
                      <a:pt x="148" y="3137"/>
                      <a:pt x="82" y="3052"/>
                    </a:cubicBezTo>
                    <a:cubicBezTo>
                      <a:pt x="32" y="2942"/>
                      <a:pt x="0" y="2833"/>
                      <a:pt x="30" y="2713"/>
                    </a:cubicBezTo>
                    <a:cubicBezTo>
                      <a:pt x="86" y="2565"/>
                      <a:pt x="168" y="2431"/>
                      <a:pt x="249" y="2295"/>
                    </a:cubicBezTo>
                    <a:cubicBezTo>
                      <a:pt x="274" y="2251"/>
                      <a:pt x="298" y="2207"/>
                      <a:pt x="323" y="2163"/>
                    </a:cubicBezTo>
                    <a:cubicBezTo>
                      <a:pt x="360" y="2097"/>
                      <a:pt x="397" y="2031"/>
                      <a:pt x="435" y="1965"/>
                    </a:cubicBezTo>
                    <a:cubicBezTo>
                      <a:pt x="534" y="1791"/>
                      <a:pt x="625" y="1613"/>
                      <a:pt x="712" y="1432"/>
                    </a:cubicBezTo>
                    <a:cubicBezTo>
                      <a:pt x="812" y="1224"/>
                      <a:pt x="917" y="1026"/>
                      <a:pt x="1053" y="839"/>
                    </a:cubicBezTo>
                    <a:cubicBezTo>
                      <a:pt x="1141" y="713"/>
                      <a:pt x="1167" y="590"/>
                      <a:pt x="1181" y="438"/>
                    </a:cubicBezTo>
                    <a:cubicBezTo>
                      <a:pt x="1219" y="438"/>
                      <a:pt x="1258" y="438"/>
                      <a:pt x="1297" y="438"/>
                    </a:cubicBezTo>
                    <a:cubicBezTo>
                      <a:pt x="1301" y="426"/>
                      <a:pt x="1301" y="426"/>
                      <a:pt x="1317" y="364"/>
                    </a:cubicBezTo>
                    <a:cubicBezTo>
                      <a:pt x="1326" y="332"/>
                      <a:pt x="1335" y="299"/>
                      <a:pt x="1345" y="267"/>
                    </a:cubicBezTo>
                    <a:cubicBezTo>
                      <a:pt x="1349" y="251"/>
                      <a:pt x="1353" y="235"/>
                      <a:pt x="1357" y="218"/>
                    </a:cubicBezTo>
                    <a:cubicBezTo>
                      <a:pt x="1359" y="210"/>
                      <a:pt x="1359" y="210"/>
                      <a:pt x="1371" y="171"/>
                    </a:cubicBezTo>
                    <a:cubicBezTo>
                      <a:pt x="1375" y="157"/>
                      <a:pt x="1379" y="142"/>
                      <a:pt x="1383" y="128"/>
                    </a:cubicBezTo>
                    <a:cubicBezTo>
                      <a:pt x="1484" y="0"/>
                      <a:pt x="1698" y="22"/>
                      <a:pt x="1844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18" name="ICON_TOOL_MODELS_path_010"/>
              <p:cNvSpPr/>
              <p:nvPr/>
            </p:nvSpPr>
            <p:spPr>
              <a:xfrm>
                <a:off x="5255834" y="5072023"/>
                <a:ext cx="82924" cy="61014"/>
              </a:xfrm>
              <a:custGeom>
                <a:avLst/>
                <a:gdLst/>
                <a:ahLst/>
                <a:cxnLst/>
                <a:rect l="0" t="0" r="r" b="b"/>
                <a:pathLst>
                  <a:path w="6529" h="4804" fill="norm" stroke="0">
                    <a:moveTo>
                      <a:pt x="1805" y="29"/>
                    </a:moveTo>
                    <a:cubicBezTo>
                      <a:pt x="2633" y="0"/>
                      <a:pt x="2633" y="0"/>
                      <a:pt x="2795" y="145"/>
                    </a:cubicBezTo>
                    <a:cubicBezTo>
                      <a:pt x="2851" y="274"/>
                      <a:pt x="2853" y="414"/>
                      <a:pt x="2854" y="553"/>
                    </a:cubicBezTo>
                    <a:cubicBezTo>
                      <a:pt x="2892" y="553"/>
                      <a:pt x="2931" y="553"/>
                      <a:pt x="2970" y="553"/>
                    </a:cubicBezTo>
                    <a:cubicBezTo>
                      <a:pt x="2970" y="591"/>
                      <a:pt x="2970" y="630"/>
                      <a:pt x="2970" y="669"/>
                    </a:cubicBezTo>
                    <a:cubicBezTo>
                      <a:pt x="3009" y="669"/>
                      <a:pt x="3047" y="669"/>
                      <a:pt x="3087" y="669"/>
                    </a:cubicBezTo>
                    <a:cubicBezTo>
                      <a:pt x="3087" y="746"/>
                      <a:pt x="3087" y="823"/>
                      <a:pt x="3087" y="902"/>
                    </a:cubicBezTo>
                    <a:cubicBezTo>
                      <a:pt x="3125" y="902"/>
                      <a:pt x="3164" y="902"/>
                      <a:pt x="3203" y="902"/>
                    </a:cubicBezTo>
                    <a:cubicBezTo>
                      <a:pt x="3203" y="941"/>
                      <a:pt x="3203" y="979"/>
                      <a:pt x="3203" y="1019"/>
                    </a:cubicBezTo>
                    <a:cubicBezTo>
                      <a:pt x="3242" y="1019"/>
                      <a:pt x="3280" y="1019"/>
                      <a:pt x="3320" y="1019"/>
                    </a:cubicBezTo>
                    <a:cubicBezTo>
                      <a:pt x="3320" y="1057"/>
                      <a:pt x="3320" y="1096"/>
                      <a:pt x="3320" y="1135"/>
                    </a:cubicBezTo>
                    <a:cubicBezTo>
                      <a:pt x="3358" y="1135"/>
                      <a:pt x="3396" y="1135"/>
                      <a:pt x="3436" y="1135"/>
                    </a:cubicBezTo>
                    <a:cubicBezTo>
                      <a:pt x="3436" y="1174"/>
                      <a:pt x="3436" y="1212"/>
                      <a:pt x="3436" y="1252"/>
                    </a:cubicBezTo>
                    <a:cubicBezTo>
                      <a:pt x="3458" y="1247"/>
                      <a:pt x="3479" y="1243"/>
                      <a:pt x="3502" y="1238"/>
                    </a:cubicBezTo>
                    <a:cubicBezTo>
                      <a:pt x="3810" y="1182"/>
                      <a:pt x="4115" y="1193"/>
                      <a:pt x="4428" y="1208"/>
                    </a:cubicBezTo>
                    <a:cubicBezTo>
                      <a:pt x="4487" y="1210"/>
                      <a:pt x="4547" y="1213"/>
                      <a:pt x="4607" y="1215"/>
                    </a:cubicBezTo>
                    <a:cubicBezTo>
                      <a:pt x="5242" y="1236"/>
                      <a:pt x="5242" y="1236"/>
                      <a:pt x="5533" y="1368"/>
                    </a:cubicBezTo>
                    <a:cubicBezTo>
                      <a:pt x="5533" y="1407"/>
                      <a:pt x="5533" y="1445"/>
                      <a:pt x="5533" y="1485"/>
                    </a:cubicBezTo>
                    <a:cubicBezTo>
                      <a:pt x="5550" y="1487"/>
                      <a:pt x="5568" y="1489"/>
                      <a:pt x="5586" y="1491"/>
                    </a:cubicBezTo>
                    <a:cubicBezTo>
                      <a:pt x="5765" y="1519"/>
                      <a:pt x="5893" y="1575"/>
                      <a:pt x="6045" y="1673"/>
                    </a:cubicBezTo>
                    <a:cubicBezTo>
                      <a:pt x="6129" y="1726"/>
                      <a:pt x="6216" y="1765"/>
                      <a:pt x="6307" y="1803"/>
                    </a:cubicBezTo>
                    <a:cubicBezTo>
                      <a:pt x="6314" y="1808"/>
                      <a:pt x="6314" y="1808"/>
                      <a:pt x="6348" y="1834"/>
                    </a:cubicBezTo>
                    <a:cubicBezTo>
                      <a:pt x="6354" y="1896"/>
                      <a:pt x="6354" y="1896"/>
                      <a:pt x="6348" y="1951"/>
                    </a:cubicBezTo>
                    <a:cubicBezTo>
                      <a:pt x="6386" y="1951"/>
                      <a:pt x="6425" y="1951"/>
                      <a:pt x="6464" y="1951"/>
                    </a:cubicBezTo>
                    <a:cubicBezTo>
                      <a:pt x="6529" y="2157"/>
                      <a:pt x="6529" y="2157"/>
                      <a:pt x="6505" y="2256"/>
                    </a:cubicBezTo>
                    <a:cubicBezTo>
                      <a:pt x="6464" y="2300"/>
                      <a:pt x="6464" y="2300"/>
                      <a:pt x="6403" y="2307"/>
                    </a:cubicBezTo>
                    <a:cubicBezTo>
                      <a:pt x="6385" y="2305"/>
                      <a:pt x="6367" y="2302"/>
                      <a:pt x="6348" y="2300"/>
                    </a:cubicBezTo>
                    <a:cubicBezTo>
                      <a:pt x="6348" y="2338"/>
                      <a:pt x="6348" y="2377"/>
                      <a:pt x="6348" y="2416"/>
                    </a:cubicBezTo>
                    <a:cubicBezTo>
                      <a:pt x="6310" y="2416"/>
                      <a:pt x="6271" y="2416"/>
                      <a:pt x="6232" y="2416"/>
                    </a:cubicBezTo>
                    <a:cubicBezTo>
                      <a:pt x="6232" y="2493"/>
                      <a:pt x="6232" y="2570"/>
                      <a:pt x="6232" y="2649"/>
                    </a:cubicBezTo>
                    <a:cubicBezTo>
                      <a:pt x="6078" y="2649"/>
                      <a:pt x="5924" y="2649"/>
                      <a:pt x="5766" y="2649"/>
                    </a:cubicBezTo>
                    <a:cubicBezTo>
                      <a:pt x="5766" y="2688"/>
                      <a:pt x="5766" y="2726"/>
                      <a:pt x="5766" y="2766"/>
                    </a:cubicBezTo>
                    <a:cubicBezTo>
                      <a:pt x="5727" y="2766"/>
                      <a:pt x="5689" y="2766"/>
                      <a:pt x="5649" y="2766"/>
                    </a:cubicBezTo>
                    <a:cubicBezTo>
                      <a:pt x="5649" y="2843"/>
                      <a:pt x="5649" y="2920"/>
                      <a:pt x="5649" y="2999"/>
                    </a:cubicBezTo>
                    <a:cubicBezTo>
                      <a:pt x="5553" y="2999"/>
                      <a:pt x="5457" y="2999"/>
                      <a:pt x="5358" y="2999"/>
                    </a:cubicBezTo>
                    <a:cubicBezTo>
                      <a:pt x="5354" y="2966"/>
                      <a:pt x="5351" y="2934"/>
                      <a:pt x="5347" y="2901"/>
                    </a:cubicBezTo>
                    <a:cubicBezTo>
                      <a:pt x="5313" y="2755"/>
                      <a:pt x="5223" y="2677"/>
                      <a:pt x="5114" y="2582"/>
                    </a:cubicBezTo>
                    <a:cubicBezTo>
                      <a:pt x="5044" y="2519"/>
                      <a:pt x="5005" y="2479"/>
                      <a:pt x="4985" y="2386"/>
                    </a:cubicBezTo>
                    <a:cubicBezTo>
                      <a:pt x="4968" y="2324"/>
                      <a:pt x="4957" y="2305"/>
                      <a:pt x="4904" y="2267"/>
                    </a:cubicBezTo>
                    <a:cubicBezTo>
                      <a:pt x="4843" y="2237"/>
                      <a:pt x="4781" y="2210"/>
                      <a:pt x="4717" y="2184"/>
                    </a:cubicBezTo>
                    <a:cubicBezTo>
                      <a:pt x="4635" y="2145"/>
                      <a:pt x="4552" y="2106"/>
                      <a:pt x="4470" y="2067"/>
                    </a:cubicBezTo>
                    <a:cubicBezTo>
                      <a:pt x="4449" y="2057"/>
                      <a:pt x="4427" y="2048"/>
                      <a:pt x="4406" y="2038"/>
                    </a:cubicBezTo>
                    <a:cubicBezTo>
                      <a:pt x="4386" y="2028"/>
                      <a:pt x="4366" y="2019"/>
                      <a:pt x="4345" y="2009"/>
                    </a:cubicBezTo>
                    <a:cubicBezTo>
                      <a:pt x="4327" y="2000"/>
                      <a:pt x="4309" y="1992"/>
                      <a:pt x="4290" y="1983"/>
                    </a:cubicBezTo>
                    <a:cubicBezTo>
                      <a:pt x="4251" y="1951"/>
                      <a:pt x="4251" y="1951"/>
                      <a:pt x="4246" y="1889"/>
                    </a:cubicBezTo>
                    <a:cubicBezTo>
                      <a:pt x="4248" y="1871"/>
                      <a:pt x="4249" y="1853"/>
                      <a:pt x="4251" y="1834"/>
                    </a:cubicBezTo>
                    <a:cubicBezTo>
                      <a:pt x="4116" y="1838"/>
                      <a:pt x="3980" y="1843"/>
                      <a:pt x="3844" y="1849"/>
                    </a:cubicBezTo>
                    <a:cubicBezTo>
                      <a:pt x="3798" y="1851"/>
                      <a:pt x="3752" y="1853"/>
                      <a:pt x="3706" y="1854"/>
                    </a:cubicBezTo>
                    <a:cubicBezTo>
                      <a:pt x="3446" y="1862"/>
                      <a:pt x="3240" y="1870"/>
                      <a:pt x="3027" y="2030"/>
                    </a:cubicBezTo>
                    <a:cubicBezTo>
                      <a:pt x="2963" y="2072"/>
                      <a:pt x="2929" y="2075"/>
                      <a:pt x="2854" y="2067"/>
                    </a:cubicBezTo>
                    <a:cubicBezTo>
                      <a:pt x="2856" y="2085"/>
                      <a:pt x="2858" y="2103"/>
                      <a:pt x="2860" y="2121"/>
                    </a:cubicBezTo>
                    <a:cubicBezTo>
                      <a:pt x="2854" y="2184"/>
                      <a:pt x="2854" y="2184"/>
                      <a:pt x="2815" y="2220"/>
                    </a:cubicBezTo>
                    <a:cubicBezTo>
                      <a:pt x="2632" y="2314"/>
                      <a:pt x="2471" y="2312"/>
                      <a:pt x="2271" y="2300"/>
                    </a:cubicBezTo>
                    <a:cubicBezTo>
                      <a:pt x="2278" y="2318"/>
                      <a:pt x="2284" y="2337"/>
                      <a:pt x="2290" y="2356"/>
                    </a:cubicBezTo>
                    <a:cubicBezTo>
                      <a:pt x="2347" y="2557"/>
                      <a:pt x="2347" y="2557"/>
                      <a:pt x="2294" y="2662"/>
                    </a:cubicBezTo>
                    <a:cubicBezTo>
                      <a:pt x="2251" y="2720"/>
                      <a:pt x="2206" y="2773"/>
                      <a:pt x="2155" y="2824"/>
                    </a:cubicBezTo>
                    <a:cubicBezTo>
                      <a:pt x="2078" y="2805"/>
                      <a:pt x="2001" y="2786"/>
                      <a:pt x="1922" y="2766"/>
                    </a:cubicBezTo>
                    <a:cubicBezTo>
                      <a:pt x="1922" y="2727"/>
                      <a:pt x="1922" y="2689"/>
                      <a:pt x="1922" y="2649"/>
                    </a:cubicBezTo>
                    <a:cubicBezTo>
                      <a:pt x="1883" y="2649"/>
                      <a:pt x="1845" y="2649"/>
                      <a:pt x="1805" y="2649"/>
                    </a:cubicBezTo>
                    <a:cubicBezTo>
                      <a:pt x="1805" y="2688"/>
                      <a:pt x="1805" y="2726"/>
                      <a:pt x="1805" y="2766"/>
                    </a:cubicBezTo>
                    <a:cubicBezTo>
                      <a:pt x="1767" y="2766"/>
                      <a:pt x="1729" y="2766"/>
                      <a:pt x="1689" y="2766"/>
                    </a:cubicBezTo>
                    <a:cubicBezTo>
                      <a:pt x="1689" y="2843"/>
                      <a:pt x="1689" y="2920"/>
                      <a:pt x="1689" y="2999"/>
                    </a:cubicBezTo>
                    <a:cubicBezTo>
                      <a:pt x="1727" y="2999"/>
                      <a:pt x="1766" y="2999"/>
                      <a:pt x="1805" y="2999"/>
                    </a:cubicBezTo>
                    <a:cubicBezTo>
                      <a:pt x="1805" y="3037"/>
                      <a:pt x="1805" y="3076"/>
                      <a:pt x="1805" y="3115"/>
                    </a:cubicBezTo>
                    <a:cubicBezTo>
                      <a:pt x="1844" y="3115"/>
                      <a:pt x="1882" y="3115"/>
                      <a:pt x="1922" y="3115"/>
                    </a:cubicBezTo>
                    <a:cubicBezTo>
                      <a:pt x="1922" y="3154"/>
                      <a:pt x="1922" y="3192"/>
                      <a:pt x="1922" y="3232"/>
                    </a:cubicBezTo>
                    <a:cubicBezTo>
                      <a:pt x="1960" y="3232"/>
                      <a:pt x="1999" y="3232"/>
                      <a:pt x="2038" y="3232"/>
                    </a:cubicBezTo>
                    <a:cubicBezTo>
                      <a:pt x="2061" y="3327"/>
                      <a:pt x="2082" y="3422"/>
                      <a:pt x="2101" y="3518"/>
                    </a:cubicBezTo>
                    <a:cubicBezTo>
                      <a:pt x="2108" y="3550"/>
                      <a:pt x="2115" y="3582"/>
                      <a:pt x="2123" y="3615"/>
                    </a:cubicBezTo>
                    <a:cubicBezTo>
                      <a:pt x="2186" y="3880"/>
                      <a:pt x="2186" y="3880"/>
                      <a:pt x="2110" y="4005"/>
                    </a:cubicBezTo>
                    <a:cubicBezTo>
                      <a:pt x="2037" y="4087"/>
                      <a:pt x="1968" y="4160"/>
                      <a:pt x="1856" y="4170"/>
                    </a:cubicBezTo>
                    <a:cubicBezTo>
                      <a:pt x="1839" y="4168"/>
                      <a:pt x="1823" y="4166"/>
                      <a:pt x="1805" y="4164"/>
                    </a:cubicBezTo>
                    <a:cubicBezTo>
                      <a:pt x="1805" y="4202"/>
                      <a:pt x="1805" y="4241"/>
                      <a:pt x="1805" y="4280"/>
                    </a:cubicBezTo>
                    <a:cubicBezTo>
                      <a:pt x="1748" y="4299"/>
                      <a:pt x="1748" y="4299"/>
                      <a:pt x="1456" y="4397"/>
                    </a:cubicBezTo>
                    <a:cubicBezTo>
                      <a:pt x="1456" y="4435"/>
                      <a:pt x="1456" y="4473"/>
                      <a:pt x="1456" y="4513"/>
                    </a:cubicBezTo>
                    <a:cubicBezTo>
                      <a:pt x="1404" y="4554"/>
                      <a:pt x="1404" y="4554"/>
                      <a:pt x="1333" y="4590"/>
                    </a:cubicBezTo>
                    <a:cubicBezTo>
                      <a:pt x="1326" y="4593"/>
                      <a:pt x="1326" y="4593"/>
                      <a:pt x="1294" y="4610"/>
                    </a:cubicBezTo>
                    <a:cubicBezTo>
                      <a:pt x="1268" y="4623"/>
                      <a:pt x="1241" y="4636"/>
                      <a:pt x="1214" y="4649"/>
                    </a:cubicBezTo>
                    <a:cubicBezTo>
                      <a:pt x="1172" y="4670"/>
                      <a:pt x="1132" y="4690"/>
                      <a:pt x="1091" y="4712"/>
                    </a:cubicBezTo>
                    <a:cubicBezTo>
                      <a:pt x="1065" y="4725"/>
                      <a:pt x="1039" y="4737"/>
                      <a:pt x="1012" y="4750"/>
                    </a:cubicBezTo>
                    <a:cubicBezTo>
                      <a:pt x="989" y="4762"/>
                      <a:pt x="965" y="4774"/>
                      <a:pt x="940" y="4786"/>
                    </a:cubicBezTo>
                    <a:cubicBezTo>
                      <a:pt x="874" y="4804"/>
                      <a:pt x="874" y="4804"/>
                      <a:pt x="807" y="4782"/>
                    </a:cubicBezTo>
                    <a:cubicBezTo>
                      <a:pt x="757" y="4746"/>
                      <a:pt x="757" y="4746"/>
                      <a:pt x="746" y="4689"/>
                    </a:cubicBezTo>
                    <a:cubicBezTo>
                      <a:pt x="746" y="4679"/>
                      <a:pt x="746" y="4679"/>
                      <a:pt x="750" y="4626"/>
                    </a:cubicBezTo>
                    <a:cubicBezTo>
                      <a:pt x="751" y="4605"/>
                      <a:pt x="752" y="4584"/>
                      <a:pt x="753" y="4562"/>
                    </a:cubicBezTo>
                    <a:cubicBezTo>
                      <a:pt x="754" y="4546"/>
                      <a:pt x="756" y="4530"/>
                      <a:pt x="757" y="4513"/>
                    </a:cubicBezTo>
                    <a:cubicBezTo>
                      <a:pt x="719" y="4513"/>
                      <a:pt x="680" y="4513"/>
                      <a:pt x="641" y="4513"/>
                    </a:cubicBezTo>
                    <a:cubicBezTo>
                      <a:pt x="641" y="4398"/>
                      <a:pt x="641" y="4282"/>
                      <a:pt x="641" y="4164"/>
                    </a:cubicBezTo>
                    <a:cubicBezTo>
                      <a:pt x="602" y="4164"/>
                      <a:pt x="564" y="4164"/>
                      <a:pt x="524" y="4164"/>
                    </a:cubicBezTo>
                    <a:cubicBezTo>
                      <a:pt x="524" y="3856"/>
                      <a:pt x="524" y="3549"/>
                      <a:pt x="524" y="3232"/>
                    </a:cubicBezTo>
                    <a:cubicBezTo>
                      <a:pt x="563" y="3232"/>
                      <a:pt x="601" y="3232"/>
                      <a:pt x="641" y="3232"/>
                    </a:cubicBezTo>
                    <a:cubicBezTo>
                      <a:pt x="641" y="3193"/>
                      <a:pt x="641" y="3155"/>
                      <a:pt x="641" y="3115"/>
                    </a:cubicBezTo>
                    <a:cubicBezTo>
                      <a:pt x="679" y="3115"/>
                      <a:pt x="718" y="3115"/>
                      <a:pt x="757" y="3115"/>
                    </a:cubicBezTo>
                    <a:cubicBezTo>
                      <a:pt x="757" y="3038"/>
                      <a:pt x="757" y="2962"/>
                      <a:pt x="757" y="2882"/>
                    </a:cubicBezTo>
                    <a:cubicBezTo>
                      <a:pt x="719" y="2882"/>
                      <a:pt x="680" y="2882"/>
                      <a:pt x="641" y="2882"/>
                    </a:cubicBezTo>
                    <a:cubicBezTo>
                      <a:pt x="641" y="2844"/>
                      <a:pt x="641" y="2806"/>
                      <a:pt x="641" y="2766"/>
                    </a:cubicBezTo>
                    <a:cubicBezTo>
                      <a:pt x="602" y="2766"/>
                      <a:pt x="564" y="2766"/>
                      <a:pt x="524" y="2766"/>
                    </a:cubicBezTo>
                    <a:cubicBezTo>
                      <a:pt x="524" y="2420"/>
                      <a:pt x="524" y="2074"/>
                      <a:pt x="524" y="1718"/>
                    </a:cubicBezTo>
                    <a:cubicBezTo>
                      <a:pt x="563" y="1718"/>
                      <a:pt x="601" y="1718"/>
                      <a:pt x="641" y="1718"/>
                    </a:cubicBezTo>
                    <a:cubicBezTo>
                      <a:pt x="641" y="1602"/>
                      <a:pt x="641" y="1487"/>
                      <a:pt x="641" y="1368"/>
                    </a:cubicBezTo>
                    <a:cubicBezTo>
                      <a:pt x="564" y="1368"/>
                      <a:pt x="487" y="1368"/>
                      <a:pt x="408" y="1368"/>
                    </a:cubicBezTo>
                    <a:cubicBezTo>
                      <a:pt x="408" y="1484"/>
                      <a:pt x="408" y="1599"/>
                      <a:pt x="408" y="1718"/>
                    </a:cubicBezTo>
                    <a:cubicBezTo>
                      <a:pt x="369" y="1718"/>
                      <a:pt x="331" y="1718"/>
                      <a:pt x="291" y="1718"/>
                    </a:cubicBezTo>
                    <a:cubicBezTo>
                      <a:pt x="291" y="1756"/>
                      <a:pt x="291" y="1795"/>
                      <a:pt x="291" y="1834"/>
                    </a:cubicBezTo>
                    <a:cubicBezTo>
                      <a:pt x="195" y="1834"/>
                      <a:pt x="99" y="1834"/>
                      <a:pt x="0" y="1834"/>
                    </a:cubicBezTo>
                    <a:cubicBezTo>
                      <a:pt x="8" y="1809"/>
                      <a:pt x="15" y="1785"/>
                      <a:pt x="23" y="1759"/>
                    </a:cubicBezTo>
                    <a:cubicBezTo>
                      <a:pt x="34" y="1725"/>
                      <a:pt x="44" y="1690"/>
                      <a:pt x="55" y="1656"/>
                    </a:cubicBezTo>
                    <a:cubicBezTo>
                      <a:pt x="60" y="1637"/>
                      <a:pt x="66" y="1619"/>
                      <a:pt x="72" y="1600"/>
                    </a:cubicBezTo>
                    <a:cubicBezTo>
                      <a:pt x="99" y="1506"/>
                      <a:pt x="120" y="1420"/>
                      <a:pt x="121" y="1321"/>
                    </a:cubicBezTo>
                    <a:cubicBezTo>
                      <a:pt x="126" y="1071"/>
                      <a:pt x="126" y="1071"/>
                      <a:pt x="223" y="967"/>
                    </a:cubicBezTo>
                    <a:cubicBezTo>
                      <a:pt x="352" y="854"/>
                      <a:pt x="494" y="759"/>
                      <a:pt x="641" y="669"/>
                    </a:cubicBezTo>
                    <a:cubicBezTo>
                      <a:pt x="641" y="708"/>
                      <a:pt x="641" y="746"/>
                      <a:pt x="641" y="786"/>
                    </a:cubicBezTo>
                    <a:cubicBezTo>
                      <a:pt x="653" y="769"/>
                      <a:pt x="666" y="752"/>
                      <a:pt x="679" y="735"/>
                    </a:cubicBezTo>
                    <a:cubicBezTo>
                      <a:pt x="838" y="549"/>
                      <a:pt x="838" y="549"/>
                      <a:pt x="967" y="537"/>
                    </a:cubicBezTo>
                    <a:cubicBezTo>
                      <a:pt x="1053" y="536"/>
                      <a:pt x="1138" y="543"/>
                      <a:pt x="1223" y="553"/>
                    </a:cubicBezTo>
                    <a:cubicBezTo>
                      <a:pt x="1223" y="514"/>
                      <a:pt x="1223" y="476"/>
                      <a:pt x="1223" y="436"/>
                    </a:cubicBezTo>
                    <a:cubicBezTo>
                      <a:pt x="1261" y="436"/>
                      <a:pt x="1300" y="436"/>
                      <a:pt x="1339" y="436"/>
                    </a:cubicBezTo>
                    <a:cubicBezTo>
                      <a:pt x="1339" y="398"/>
                      <a:pt x="1339" y="360"/>
                      <a:pt x="1339" y="320"/>
                    </a:cubicBezTo>
                    <a:cubicBezTo>
                      <a:pt x="1416" y="320"/>
                      <a:pt x="1493" y="320"/>
                      <a:pt x="1572" y="320"/>
                    </a:cubicBezTo>
                    <a:cubicBezTo>
                      <a:pt x="1572" y="281"/>
                      <a:pt x="1572" y="243"/>
                      <a:pt x="1572" y="203"/>
                    </a:cubicBezTo>
                    <a:cubicBezTo>
                      <a:pt x="1688" y="203"/>
                      <a:pt x="1803" y="203"/>
                      <a:pt x="1922" y="203"/>
                    </a:cubicBezTo>
                    <a:cubicBezTo>
                      <a:pt x="1922" y="165"/>
                      <a:pt x="1922" y="127"/>
                      <a:pt x="1922" y="87"/>
                    </a:cubicBezTo>
                    <a:cubicBezTo>
                      <a:pt x="1864" y="51"/>
                      <a:pt x="1864" y="51"/>
                      <a:pt x="1805" y="29"/>
                    </a:cubicBezTo>
                    <a:close/>
                    <a:moveTo>
                      <a:pt x="990" y="3115"/>
                    </a:moveTo>
                    <a:cubicBezTo>
                      <a:pt x="990" y="3269"/>
                      <a:pt x="990" y="3423"/>
                      <a:pt x="990" y="3581"/>
                    </a:cubicBezTo>
                    <a:cubicBezTo>
                      <a:pt x="1028" y="3581"/>
                      <a:pt x="1067" y="3581"/>
                      <a:pt x="1107" y="3581"/>
                    </a:cubicBezTo>
                    <a:cubicBezTo>
                      <a:pt x="1107" y="3620"/>
                      <a:pt x="1107" y="3658"/>
                      <a:pt x="1107" y="3698"/>
                    </a:cubicBezTo>
                    <a:cubicBezTo>
                      <a:pt x="1145" y="3698"/>
                      <a:pt x="1183" y="3698"/>
                      <a:pt x="1223" y="3698"/>
                    </a:cubicBezTo>
                    <a:cubicBezTo>
                      <a:pt x="1223" y="3736"/>
                      <a:pt x="1223" y="3775"/>
                      <a:pt x="1223" y="3814"/>
                    </a:cubicBezTo>
                    <a:cubicBezTo>
                      <a:pt x="1338" y="3814"/>
                      <a:pt x="1454" y="3814"/>
                      <a:pt x="1572" y="3814"/>
                    </a:cubicBezTo>
                    <a:cubicBezTo>
                      <a:pt x="1572" y="3853"/>
                      <a:pt x="1572" y="3891"/>
                      <a:pt x="1572" y="3931"/>
                    </a:cubicBezTo>
                    <a:cubicBezTo>
                      <a:pt x="1611" y="3931"/>
                      <a:pt x="1649" y="3931"/>
                      <a:pt x="1689" y="3931"/>
                    </a:cubicBezTo>
                    <a:cubicBezTo>
                      <a:pt x="1689" y="3892"/>
                      <a:pt x="1689" y="3854"/>
                      <a:pt x="1689" y="3814"/>
                    </a:cubicBezTo>
                    <a:cubicBezTo>
                      <a:pt x="1727" y="3814"/>
                      <a:pt x="1766" y="3814"/>
                      <a:pt x="1805" y="3814"/>
                    </a:cubicBezTo>
                    <a:cubicBezTo>
                      <a:pt x="1805" y="3737"/>
                      <a:pt x="1805" y="3660"/>
                      <a:pt x="1805" y="3581"/>
                    </a:cubicBezTo>
                    <a:cubicBezTo>
                      <a:pt x="1652" y="3581"/>
                      <a:pt x="1498" y="3581"/>
                      <a:pt x="1339" y="3581"/>
                    </a:cubicBezTo>
                    <a:cubicBezTo>
                      <a:pt x="1339" y="3543"/>
                      <a:pt x="1339" y="3504"/>
                      <a:pt x="1339" y="3465"/>
                    </a:cubicBezTo>
                    <a:cubicBezTo>
                      <a:pt x="1301" y="3465"/>
                      <a:pt x="1263" y="3465"/>
                      <a:pt x="1223" y="3465"/>
                    </a:cubicBezTo>
                    <a:cubicBezTo>
                      <a:pt x="1223" y="3388"/>
                      <a:pt x="1223" y="3311"/>
                      <a:pt x="1223" y="3232"/>
                    </a:cubicBezTo>
                    <a:cubicBezTo>
                      <a:pt x="1185" y="3232"/>
                      <a:pt x="1146" y="3232"/>
                      <a:pt x="1107" y="3232"/>
                    </a:cubicBezTo>
                    <a:cubicBezTo>
                      <a:pt x="1107" y="3193"/>
                      <a:pt x="1107" y="3155"/>
                      <a:pt x="1107" y="3115"/>
                    </a:cubicBezTo>
                    <a:cubicBezTo>
                      <a:pt x="1068" y="3115"/>
                      <a:pt x="1030" y="3115"/>
                      <a:pt x="990" y="31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19" name="ICON_TOOL_MODELS_path_011"/>
              <p:cNvSpPr/>
              <p:nvPr/>
            </p:nvSpPr>
            <p:spPr>
              <a:xfrm>
                <a:off x="5318702" y="5116025"/>
                <a:ext cx="57366" cy="58746"/>
              </a:xfrm>
              <a:custGeom>
                <a:avLst/>
                <a:gdLst/>
                <a:ahLst/>
                <a:cxnLst/>
                <a:rect l="0" t="0" r="r" b="b"/>
                <a:pathLst>
                  <a:path w="4517" h="4626" fill="norm" stroke="0">
                    <a:moveTo>
                      <a:pt x="1864" y="0"/>
                    </a:moveTo>
                    <a:cubicBezTo>
                      <a:pt x="1941" y="0"/>
                      <a:pt x="2017" y="0"/>
                      <a:pt x="2097" y="0"/>
                    </a:cubicBezTo>
                    <a:cubicBezTo>
                      <a:pt x="2106" y="144"/>
                      <a:pt x="2106" y="144"/>
                      <a:pt x="2155" y="874"/>
                    </a:cubicBezTo>
                    <a:cubicBezTo>
                      <a:pt x="2289" y="893"/>
                      <a:pt x="2424" y="912"/>
                      <a:pt x="2562" y="932"/>
                    </a:cubicBezTo>
                    <a:cubicBezTo>
                      <a:pt x="2562" y="970"/>
                      <a:pt x="2562" y="1009"/>
                      <a:pt x="2562" y="1048"/>
                    </a:cubicBezTo>
                    <a:cubicBezTo>
                      <a:pt x="2639" y="1048"/>
                      <a:pt x="2716" y="1048"/>
                      <a:pt x="2795" y="1048"/>
                    </a:cubicBezTo>
                    <a:cubicBezTo>
                      <a:pt x="2795" y="1240"/>
                      <a:pt x="2795" y="1433"/>
                      <a:pt x="2795" y="1631"/>
                    </a:cubicBezTo>
                    <a:cubicBezTo>
                      <a:pt x="2834" y="1631"/>
                      <a:pt x="2872" y="1631"/>
                      <a:pt x="2912" y="1631"/>
                    </a:cubicBezTo>
                    <a:cubicBezTo>
                      <a:pt x="2912" y="1669"/>
                      <a:pt x="2912" y="1708"/>
                      <a:pt x="2912" y="1747"/>
                    </a:cubicBezTo>
                    <a:cubicBezTo>
                      <a:pt x="2989" y="1747"/>
                      <a:pt x="3066" y="1747"/>
                      <a:pt x="3145" y="1747"/>
                    </a:cubicBezTo>
                    <a:cubicBezTo>
                      <a:pt x="3145" y="1786"/>
                      <a:pt x="3145" y="1824"/>
                      <a:pt x="3145" y="1864"/>
                    </a:cubicBezTo>
                    <a:cubicBezTo>
                      <a:pt x="3222" y="1864"/>
                      <a:pt x="3299" y="1864"/>
                      <a:pt x="3378" y="1864"/>
                    </a:cubicBezTo>
                    <a:cubicBezTo>
                      <a:pt x="3378" y="1902"/>
                      <a:pt x="3378" y="1941"/>
                      <a:pt x="3378" y="1980"/>
                    </a:cubicBezTo>
                    <a:cubicBezTo>
                      <a:pt x="3416" y="1980"/>
                      <a:pt x="3455" y="1980"/>
                      <a:pt x="3494" y="1980"/>
                    </a:cubicBezTo>
                    <a:cubicBezTo>
                      <a:pt x="3494" y="1942"/>
                      <a:pt x="3494" y="1903"/>
                      <a:pt x="3494" y="1864"/>
                    </a:cubicBezTo>
                    <a:cubicBezTo>
                      <a:pt x="3533" y="1864"/>
                      <a:pt x="3571" y="1864"/>
                      <a:pt x="3611" y="1864"/>
                    </a:cubicBezTo>
                    <a:cubicBezTo>
                      <a:pt x="3611" y="1825"/>
                      <a:pt x="3611" y="1787"/>
                      <a:pt x="3611" y="1747"/>
                    </a:cubicBezTo>
                    <a:cubicBezTo>
                      <a:pt x="3688" y="1747"/>
                      <a:pt x="3765" y="1747"/>
                      <a:pt x="3844" y="1747"/>
                    </a:cubicBezTo>
                    <a:cubicBezTo>
                      <a:pt x="3844" y="1786"/>
                      <a:pt x="3844" y="1824"/>
                      <a:pt x="3844" y="1864"/>
                    </a:cubicBezTo>
                    <a:cubicBezTo>
                      <a:pt x="3861" y="1861"/>
                      <a:pt x="3879" y="1858"/>
                      <a:pt x="3897" y="1856"/>
                    </a:cubicBezTo>
                    <a:cubicBezTo>
                      <a:pt x="3960" y="1864"/>
                      <a:pt x="3960" y="1864"/>
                      <a:pt x="4004" y="1917"/>
                    </a:cubicBezTo>
                    <a:cubicBezTo>
                      <a:pt x="4024" y="1955"/>
                      <a:pt x="4045" y="1993"/>
                      <a:pt x="4066" y="2031"/>
                    </a:cubicBezTo>
                    <a:cubicBezTo>
                      <a:pt x="4073" y="2045"/>
                      <a:pt x="4080" y="2059"/>
                      <a:pt x="4088" y="2073"/>
                    </a:cubicBezTo>
                    <a:cubicBezTo>
                      <a:pt x="4096" y="2087"/>
                      <a:pt x="4103" y="2101"/>
                      <a:pt x="4111" y="2115"/>
                    </a:cubicBezTo>
                    <a:cubicBezTo>
                      <a:pt x="4135" y="2155"/>
                      <a:pt x="4135" y="2155"/>
                      <a:pt x="4189" y="2219"/>
                    </a:cubicBezTo>
                    <a:cubicBezTo>
                      <a:pt x="4270" y="2319"/>
                      <a:pt x="4313" y="2387"/>
                      <a:pt x="4306" y="2516"/>
                    </a:cubicBezTo>
                    <a:cubicBezTo>
                      <a:pt x="4281" y="2690"/>
                      <a:pt x="4240" y="2859"/>
                      <a:pt x="4193" y="3028"/>
                    </a:cubicBezTo>
                    <a:cubicBezTo>
                      <a:pt x="4155" y="3028"/>
                      <a:pt x="4116" y="3028"/>
                      <a:pt x="4077" y="3028"/>
                    </a:cubicBezTo>
                    <a:cubicBezTo>
                      <a:pt x="4077" y="3067"/>
                      <a:pt x="4077" y="3105"/>
                      <a:pt x="4077" y="3145"/>
                    </a:cubicBezTo>
                    <a:cubicBezTo>
                      <a:pt x="4038" y="3145"/>
                      <a:pt x="4000" y="3145"/>
                      <a:pt x="3960" y="3145"/>
                    </a:cubicBezTo>
                    <a:cubicBezTo>
                      <a:pt x="3960" y="3222"/>
                      <a:pt x="3960" y="3299"/>
                      <a:pt x="3960" y="3378"/>
                    </a:cubicBezTo>
                    <a:cubicBezTo>
                      <a:pt x="3999" y="3378"/>
                      <a:pt x="4037" y="3378"/>
                      <a:pt x="4077" y="3378"/>
                    </a:cubicBezTo>
                    <a:cubicBezTo>
                      <a:pt x="4077" y="3416"/>
                      <a:pt x="4077" y="3455"/>
                      <a:pt x="4077" y="3494"/>
                    </a:cubicBezTo>
                    <a:cubicBezTo>
                      <a:pt x="4154" y="3494"/>
                      <a:pt x="4230" y="3494"/>
                      <a:pt x="4310" y="3494"/>
                    </a:cubicBezTo>
                    <a:cubicBezTo>
                      <a:pt x="4310" y="3533"/>
                      <a:pt x="4310" y="3571"/>
                      <a:pt x="4310" y="3611"/>
                    </a:cubicBezTo>
                    <a:cubicBezTo>
                      <a:pt x="4348" y="3611"/>
                      <a:pt x="4387" y="3611"/>
                      <a:pt x="4426" y="3611"/>
                    </a:cubicBezTo>
                    <a:cubicBezTo>
                      <a:pt x="4517" y="3991"/>
                      <a:pt x="4517" y="3991"/>
                      <a:pt x="4432" y="4151"/>
                    </a:cubicBezTo>
                    <a:cubicBezTo>
                      <a:pt x="4395" y="4211"/>
                      <a:pt x="4361" y="4261"/>
                      <a:pt x="4310" y="4310"/>
                    </a:cubicBezTo>
                    <a:cubicBezTo>
                      <a:pt x="4245" y="4317"/>
                      <a:pt x="4245" y="4317"/>
                      <a:pt x="4193" y="4310"/>
                    </a:cubicBezTo>
                    <a:cubicBezTo>
                      <a:pt x="4193" y="4348"/>
                      <a:pt x="4193" y="4387"/>
                      <a:pt x="4193" y="4426"/>
                    </a:cubicBezTo>
                    <a:cubicBezTo>
                      <a:pt x="4116" y="4426"/>
                      <a:pt x="4039" y="4426"/>
                      <a:pt x="3960" y="4426"/>
                    </a:cubicBezTo>
                    <a:cubicBezTo>
                      <a:pt x="3960" y="4465"/>
                      <a:pt x="3960" y="4503"/>
                      <a:pt x="3960" y="4543"/>
                    </a:cubicBezTo>
                    <a:cubicBezTo>
                      <a:pt x="3641" y="4597"/>
                      <a:pt x="3384" y="4626"/>
                      <a:pt x="3087" y="4484"/>
                    </a:cubicBezTo>
                    <a:cubicBezTo>
                      <a:pt x="3087" y="4446"/>
                      <a:pt x="3087" y="4408"/>
                      <a:pt x="3087" y="4368"/>
                    </a:cubicBezTo>
                    <a:cubicBezTo>
                      <a:pt x="2837" y="4349"/>
                      <a:pt x="2587" y="4329"/>
                      <a:pt x="2330" y="4310"/>
                    </a:cubicBezTo>
                    <a:cubicBezTo>
                      <a:pt x="2330" y="4194"/>
                      <a:pt x="2330" y="4079"/>
                      <a:pt x="2330" y="3960"/>
                    </a:cubicBezTo>
                    <a:cubicBezTo>
                      <a:pt x="2243" y="3970"/>
                      <a:pt x="2243" y="3970"/>
                      <a:pt x="1805" y="4018"/>
                    </a:cubicBezTo>
                    <a:cubicBezTo>
                      <a:pt x="1805" y="3980"/>
                      <a:pt x="1805" y="3942"/>
                      <a:pt x="1805" y="3902"/>
                    </a:cubicBezTo>
                    <a:cubicBezTo>
                      <a:pt x="1780" y="3898"/>
                      <a:pt x="1755" y="3895"/>
                      <a:pt x="1729" y="3891"/>
                    </a:cubicBezTo>
                    <a:cubicBezTo>
                      <a:pt x="1579" y="3839"/>
                      <a:pt x="1524" y="3685"/>
                      <a:pt x="1456" y="3553"/>
                    </a:cubicBezTo>
                    <a:cubicBezTo>
                      <a:pt x="1446" y="3534"/>
                      <a:pt x="1436" y="3515"/>
                      <a:pt x="1426" y="3496"/>
                    </a:cubicBezTo>
                    <a:cubicBezTo>
                      <a:pt x="1393" y="3435"/>
                      <a:pt x="1361" y="3374"/>
                      <a:pt x="1329" y="3312"/>
                    </a:cubicBezTo>
                    <a:cubicBezTo>
                      <a:pt x="1323" y="3303"/>
                      <a:pt x="1323" y="3303"/>
                      <a:pt x="1297" y="3253"/>
                    </a:cubicBezTo>
                    <a:cubicBezTo>
                      <a:pt x="1236" y="3132"/>
                      <a:pt x="1211" y="3047"/>
                      <a:pt x="1223" y="2912"/>
                    </a:cubicBezTo>
                    <a:cubicBezTo>
                      <a:pt x="1319" y="2912"/>
                      <a:pt x="1415" y="2912"/>
                      <a:pt x="1514" y="2912"/>
                    </a:cubicBezTo>
                    <a:cubicBezTo>
                      <a:pt x="1514" y="2835"/>
                      <a:pt x="1514" y="2758"/>
                      <a:pt x="1514" y="2679"/>
                    </a:cubicBezTo>
                    <a:cubicBezTo>
                      <a:pt x="1476" y="2679"/>
                      <a:pt x="1437" y="2679"/>
                      <a:pt x="1398" y="2679"/>
                    </a:cubicBezTo>
                    <a:cubicBezTo>
                      <a:pt x="1398" y="2641"/>
                      <a:pt x="1398" y="2602"/>
                      <a:pt x="1398" y="2562"/>
                    </a:cubicBezTo>
                    <a:cubicBezTo>
                      <a:pt x="1359" y="2562"/>
                      <a:pt x="1321" y="2562"/>
                      <a:pt x="1281" y="2562"/>
                    </a:cubicBezTo>
                    <a:cubicBezTo>
                      <a:pt x="1281" y="2447"/>
                      <a:pt x="1281" y="2332"/>
                      <a:pt x="1281" y="2213"/>
                    </a:cubicBezTo>
                    <a:cubicBezTo>
                      <a:pt x="1243" y="2213"/>
                      <a:pt x="1204" y="2213"/>
                      <a:pt x="1165" y="2213"/>
                    </a:cubicBezTo>
                    <a:cubicBezTo>
                      <a:pt x="1165" y="2175"/>
                      <a:pt x="1165" y="2136"/>
                      <a:pt x="1165" y="2097"/>
                    </a:cubicBezTo>
                    <a:cubicBezTo>
                      <a:pt x="1088" y="2097"/>
                      <a:pt x="1011" y="2097"/>
                      <a:pt x="932" y="2097"/>
                    </a:cubicBezTo>
                    <a:cubicBezTo>
                      <a:pt x="932" y="2135"/>
                      <a:pt x="932" y="2173"/>
                      <a:pt x="932" y="2213"/>
                    </a:cubicBezTo>
                    <a:cubicBezTo>
                      <a:pt x="893" y="2213"/>
                      <a:pt x="855" y="2213"/>
                      <a:pt x="815" y="2213"/>
                    </a:cubicBezTo>
                    <a:cubicBezTo>
                      <a:pt x="815" y="2175"/>
                      <a:pt x="815" y="2136"/>
                      <a:pt x="815" y="2097"/>
                    </a:cubicBezTo>
                    <a:cubicBezTo>
                      <a:pt x="777" y="2097"/>
                      <a:pt x="738" y="2097"/>
                      <a:pt x="699" y="2097"/>
                    </a:cubicBezTo>
                    <a:cubicBezTo>
                      <a:pt x="699" y="2058"/>
                      <a:pt x="699" y="2020"/>
                      <a:pt x="699" y="1980"/>
                    </a:cubicBezTo>
                    <a:cubicBezTo>
                      <a:pt x="641" y="1961"/>
                      <a:pt x="584" y="1942"/>
                      <a:pt x="524" y="1922"/>
                    </a:cubicBezTo>
                    <a:cubicBezTo>
                      <a:pt x="524" y="1883"/>
                      <a:pt x="524" y="1845"/>
                      <a:pt x="524" y="1805"/>
                    </a:cubicBezTo>
                    <a:cubicBezTo>
                      <a:pt x="511" y="1803"/>
                      <a:pt x="511" y="1803"/>
                      <a:pt x="444" y="1791"/>
                    </a:cubicBezTo>
                    <a:cubicBezTo>
                      <a:pt x="356" y="1761"/>
                      <a:pt x="324" y="1722"/>
                      <a:pt x="280" y="1642"/>
                    </a:cubicBezTo>
                    <a:cubicBezTo>
                      <a:pt x="226" y="1520"/>
                      <a:pt x="220" y="1412"/>
                      <a:pt x="233" y="1281"/>
                    </a:cubicBezTo>
                    <a:cubicBezTo>
                      <a:pt x="195" y="1281"/>
                      <a:pt x="156" y="1281"/>
                      <a:pt x="116" y="1281"/>
                    </a:cubicBezTo>
                    <a:cubicBezTo>
                      <a:pt x="116" y="1243"/>
                      <a:pt x="116" y="1204"/>
                      <a:pt x="116" y="1165"/>
                    </a:cubicBezTo>
                    <a:cubicBezTo>
                      <a:pt x="78" y="1165"/>
                      <a:pt x="40" y="1165"/>
                      <a:pt x="0" y="1165"/>
                    </a:cubicBezTo>
                    <a:cubicBezTo>
                      <a:pt x="0" y="1088"/>
                      <a:pt x="0" y="1011"/>
                      <a:pt x="0" y="932"/>
                    </a:cubicBezTo>
                    <a:cubicBezTo>
                      <a:pt x="38" y="932"/>
                      <a:pt x="77" y="932"/>
                      <a:pt x="116" y="932"/>
                    </a:cubicBezTo>
                    <a:cubicBezTo>
                      <a:pt x="116" y="893"/>
                      <a:pt x="116" y="855"/>
                      <a:pt x="116" y="815"/>
                    </a:cubicBezTo>
                    <a:cubicBezTo>
                      <a:pt x="270" y="815"/>
                      <a:pt x="424" y="815"/>
                      <a:pt x="582" y="815"/>
                    </a:cubicBezTo>
                    <a:cubicBezTo>
                      <a:pt x="582" y="777"/>
                      <a:pt x="582" y="738"/>
                      <a:pt x="582" y="699"/>
                    </a:cubicBezTo>
                    <a:cubicBezTo>
                      <a:pt x="659" y="699"/>
                      <a:pt x="736" y="699"/>
                      <a:pt x="815" y="699"/>
                    </a:cubicBezTo>
                    <a:cubicBezTo>
                      <a:pt x="815" y="660"/>
                      <a:pt x="815" y="622"/>
                      <a:pt x="815" y="582"/>
                    </a:cubicBezTo>
                    <a:cubicBezTo>
                      <a:pt x="931" y="582"/>
                      <a:pt x="1046" y="582"/>
                      <a:pt x="1165" y="582"/>
                    </a:cubicBezTo>
                    <a:cubicBezTo>
                      <a:pt x="1165" y="544"/>
                      <a:pt x="1165" y="506"/>
                      <a:pt x="1165" y="466"/>
                    </a:cubicBezTo>
                    <a:cubicBezTo>
                      <a:pt x="1203" y="466"/>
                      <a:pt x="1242" y="466"/>
                      <a:pt x="1281" y="466"/>
                    </a:cubicBezTo>
                    <a:cubicBezTo>
                      <a:pt x="1281" y="427"/>
                      <a:pt x="1281" y="389"/>
                      <a:pt x="1281" y="349"/>
                    </a:cubicBezTo>
                    <a:cubicBezTo>
                      <a:pt x="1320" y="349"/>
                      <a:pt x="1358" y="349"/>
                      <a:pt x="1398" y="349"/>
                    </a:cubicBezTo>
                    <a:cubicBezTo>
                      <a:pt x="1398" y="311"/>
                      <a:pt x="1398" y="273"/>
                      <a:pt x="1398" y="233"/>
                    </a:cubicBezTo>
                    <a:cubicBezTo>
                      <a:pt x="1436" y="233"/>
                      <a:pt x="1475" y="233"/>
                      <a:pt x="1514" y="233"/>
                    </a:cubicBezTo>
                    <a:cubicBezTo>
                      <a:pt x="1514" y="271"/>
                      <a:pt x="1514" y="310"/>
                      <a:pt x="1514" y="349"/>
                    </a:cubicBezTo>
                    <a:cubicBezTo>
                      <a:pt x="1553" y="349"/>
                      <a:pt x="1591" y="349"/>
                      <a:pt x="1631" y="349"/>
                    </a:cubicBezTo>
                    <a:cubicBezTo>
                      <a:pt x="1631" y="465"/>
                      <a:pt x="1631" y="580"/>
                      <a:pt x="1631" y="699"/>
                    </a:cubicBezTo>
                    <a:cubicBezTo>
                      <a:pt x="1708" y="699"/>
                      <a:pt x="1784" y="699"/>
                      <a:pt x="1864" y="699"/>
                    </a:cubicBezTo>
                    <a:cubicBezTo>
                      <a:pt x="1864" y="468"/>
                      <a:pt x="1864" y="238"/>
                      <a:pt x="18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20" name="ICON_TOOL_MODELS_path_012"/>
              <p:cNvSpPr/>
              <p:nvPr/>
            </p:nvSpPr>
            <p:spPr>
              <a:xfrm>
                <a:off x="5122700" y="5123422"/>
                <a:ext cx="49962" cy="63724"/>
              </a:xfrm>
              <a:custGeom>
                <a:avLst/>
                <a:gdLst/>
                <a:ahLst/>
                <a:cxnLst/>
                <a:rect l="0" t="0" r="r" b="b"/>
                <a:pathLst>
                  <a:path w="3934" h="5018" fill="norm" stroke="0">
                    <a:moveTo>
                      <a:pt x="2562" y="0"/>
                    </a:moveTo>
                    <a:cubicBezTo>
                      <a:pt x="2620" y="0"/>
                      <a:pt x="2678" y="0"/>
                      <a:pt x="2737" y="0"/>
                    </a:cubicBezTo>
                    <a:cubicBezTo>
                      <a:pt x="2737" y="38"/>
                      <a:pt x="2737" y="77"/>
                      <a:pt x="2737" y="116"/>
                    </a:cubicBezTo>
                    <a:cubicBezTo>
                      <a:pt x="2776" y="116"/>
                      <a:pt x="2814" y="116"/>
                      <a:pt x="2854" y="116"/>
                    </a:cubicBezTo>
                    <a:cubicBezTo>
                      <a:pt x="2854" y="155"/>
                      <a:pt x="2854" y="193"/>
                      <a:pt x="2854" y="233"/>
                    </a:cubicBezTo>
                    <a:cubicBezTo>
                      <a:pt x="2892" y="233"/>
                      <a:pt x="2931" y="233"/>
                      <a:pt x="2970" y="233"/>
                    </a:cubicBezTo>
                    <a:cubicBezTo>
                      <a:pt x="2970" y="271"/>
                      <a:pt x="2970" y="310"/>
                      <a:pt x="2970" y="349"/>
                    </a:cubicBezTo>
                    <a:cubicBezTo>
                      <a:pt x="3009" y="349"/>
                      <a:pt x="3047" y="349"/>
                      <a:pt x="3087" y="349"/>
                    </a:cubicBezTo>
                    <a:cubicBezTo>
                      <a:pt x="3087" y="388"/>
                      <a:pt x="3087" y="426"/>
                      <a:pt x="3087" y="466"/>
                    </a:cubicBezTo>
                    <a:cubicBezTo>
                      <a:pt x="3260" y="466"/>
                      <a:pt x="3433" y="466"/>
                      <a:pt x="3611" y="466"/>
                    </a:cubicBezTo>
                    <a:cubicBezTo>
                      <a:pt x="3611" y="524"/>
                      <a:pt x="3611" y="581"/>
                      <a:pt x="3611" y="641"/>
                    </a:cubicBezTo>
                    <a:cubicBezTo>
                      <a:pt x="3668" y="660"/>
                      <a:pt x="3726" y="679"/>
                      <a:pt x="3786" y="699"/>
                    </a:cubicBezTo>
                    <a:cubicBezTo>
                      <a:pt x="3786" y="737"/>
                      <a:pt x="3786" y="776"/>
                      <a:pt x="3786" y="815"/>
                    </a:cubicBezTo>
                    <a:cubicBezTo>
                      <a:pt x="3824" y="815"/>
                      <a:pt x="3862" y="815"/>
                      <a:pt x="3902" y="815"/>
                    </a:cubicBezTo>
                    <a:cubicBezTo>
                      <a:pt x="3934" y="1138"/>
                      <a:pt x="3907" y="1336"/>
                      <a:pt x="3702" y="1589"/>
                    </a:cubicBezTo>
                    <a:cubicBezTo>
                      <a:pt x="3647" y="1659"/>
                      <a:pt x="3596" y="1732"/>
                      <a:pt x="3545" y="1805"/>
                    </a:cubicBezTo>
                    <a:cubicBezTo>
                      <a:pt x="3536" y="1820"/>
                      <a:pt x="3526" y="1834"/>
                      <a:pt x="3516" y="1848"/>
                    </a:cubicBezTo>
                    <a:cubicBezTo>
                      <a:pt x="3418" y="1998"/>
                      <a:pt x="3366" y="2158"/>
                      <a:pt x="3320" y="2330"/>
                    </a:cubicBezTo>
                    <a:cubicBezTo>
                      <a:pt x="3281" y="2330"/>
                      <a:pt x="3243" y="2330"/>
                      <a:pt x="3203" y="2330"/>
                    </a:cubicBezTo>
                    <a:cubicBezTo>
                      <a:pt x="3203" y="2368"/>
                      <a:pt x="3203" y="2406"/>
                      <a:pt x="3203" y="2446"/>
                    </a:cubicBezTo>
                    <a:cubicBezTo>
                      <a:pt x="3165" y="2446"/>
                      <a:pt x="3126" y="2446"/>
                      <a:pt x="3087" y="2446"/>
                    </a:cubicBezTo>
                    <a:cubicBezTo>
                      <a:pt x="3086" y="2455"/>
                      <a:pt x="3086" y="2455"/>
                      <a:pt x="3082" y="2497"/>
                    </a:cubicBezTo>
                    <a:cubicBezTo>
                      <a:pt x="3051" y="2723"/>
                      <a:pt x="2954" y="2864"/>
                      <a:pt x="2824" y="3045"/>
                    </a:cubicBezTo>
                    <a:cubicBezTo>
                      <a:pt x="2782" y="3106"/>
                      <a:pt x="2748" y="3170"/>
                      <a:pt x="2712" y="3236"/>
                    </a:cubicBezTo>
                    <a:cubicBezTo>
                      <a:pt x="2644" y="3350"/>
                      <a:pt x="2566" y="3448"/>
                      <a:pt x="2475" y="3545"/>
                    </a:cubicBezTo>
                    <a:cubicBezTo>
                      <a:pt x="2463" y="3559"/>
                      <a:pt x="2452" y="3572"/>
                      <a:pt x="2440" y="3585"/>
                    </a:cubicBezTo>
                    <a:cubicBezTo>
                      <a:pt x="2404" y="3622"/>
                      <a:pt x="2376" y="3648"/>
                      <a:pt x="2330" y="3669"/>
                    </a:cubicBezTo>
                    <a:cubicBezTo>
                      <a:pt x="2262" y="3661"/>
                      <a:pt x="2218" y="3640"/>
                      <a:pt x="2155" y="3611"/>
                    </a:cubicBezTo>
                    <a:cubicBezTo>
                      <a:pt x="2155" y="3572"/>
                      <a:pt x="2155" y="3534"/>
                      <a:pt x="2155" y="3494"/>
                    </a:cubicBezTo>
                    <a:cubicBezTo>
                      <a:pt x="2193" y="3494"/>
                      <a:pt x="2232" y="3494"/>
                      <a:pt x="2271" y="3494"/>
                    </a:cubicBezTo>
                    <a:cubicBezTo>
                      <a:pt x="2271" y="3456"/>
                      <a:pt x="2271" y="3417"/>
                      <a:pt x="2271" y="3378"/>
                    </a:cubicBezTo>
                    <a:cubicBezTo>
                      <a:pt x="2194" y="3378"/>
                      <a:pt x="2118" y="3378"/>
                      <a:pt x="2038" y="3378"/>
                    </a:cubicBezTo>
                    <a:cubicBezTo>
                      <a:pt x="2038" y="3416"/>
                      <a:pt x="2038" y="3455"/>
                      <a:pt x="2038" y="3494"/>
                    </a:cubicBezTo>
                    <a:cubicBezTo>
                      <a:pt x="2000" y="3494"/>
                      <a:pt x="1961" y="3494"/>
                      <a:pt x="1922" y="3494"/>
                    </a:cubicBezTo>
                    <a:cubicBezTo>
                      <a:pt x="1922" y="3533"/>
                      <a:pt x="1922" y="3571"/>
                      <a:pt x="1922" y="3611"/>
                    </a:cubicBezTo>
                    <a:cubicBezTo>
                      <a:pt x="1768" y="3611"/>
                      <a:pt x="1614" y="3611"/>
                      <a:pt x="1456" y="3611"/>
                    </a:cubicBezTo>
                    <a:cubicBezTo>
                      <a:pt x="1456" y="3649"/>
                      <a:pt x="1456" y="3688"/>
                      <a:pt x="1456" y="3727"/>
                    </a:cubicBezTo>
                    <a:cubicBezTo>
                      <a:pt x="1418" y="3727"/>
                      <a:pt x="1379" y="3727"/>
                      <a:pt x="1339" y="3727"/>
                    </a:cubicBezTo>
                    <a:cubicBezTo>
                      <a:pt x="1339" y="3785"/>
                      <a:pt x="1339" y="3843"/>
                      <a:pt x="1339" y="3902"/>
                    </a:cubicBezTo>
                    <a:cubicBezTo>
                      <a:pt x="1301" y="3902"/>
                      <a:pt x="1263" y="3902"/>
                      <a:pt x="1223" y="3902"/>
                    </a:cubicBezTo>
                    <a:cubicBezTo>
                      <a:pt x="1223" y="3960"/>
                      <a:pt x="1223" y="4017"/>
                      <a:pt x="1223" y="4077"/>
                    </a:cubicBezTo>
                    <a:cubicBezTo>
                      <a:pt x="1185" y="4077"/>
                      <a:pt x="1146" y="4077"/>
                      <a:pt x="1107" y="4077"/>
                    </a:cubicBezTo>
                    <a:cubicBezTo>
                      <a:pt x="1107" y="4115"/>
                      <a:pt x="1107" y="4154"/>
                      <a:pt x="1107" y="4193"/>
                    </a:cubicBezTo>
                    <a:cubicBezTo>
                      <a:pt x="1068" y="4193"/>
                      <a:pt x="1030" y="4193"/>
                      <a:pt x="990" y="4193"/>
                    </a:cubicBezTo>
                    <a:cubicBezTo>
                      <a:pt x="990" y="4232"/>
                      <a:pt x="990" y="4270"/>
                      <a:pt x="990" y="4310"/>
                    </a:cubicBezTo>
                    <a:cubicBezTo>
                      <a:pt x="952" y="4310"/>
                      <a:pt x="913" y="4310"/>
                      <a:pt x="874" y="4310"/>
                    </a:cubicBezTo>
                    <a:cubicBezTo>
                      <a:pt x="874" y="4348"/>
                      <a:pt x="874" y="4387"/>
                      <a:pt x="874" y="4426"/>
                    </a:cubicBezTo>
                    <a:cubicBezTo>
                      <a:pt x="835" y="4426"/>
                      <a:pt x="797" y="4426"/>
                      <a:pt x="757" y="4426"/>
                    </a:cubicBezTo>
                    <a:cubicBezTo>
                      <a:pt x="751" y="4454"/>
                      <a:pt x="745" y="4481"/>
                      <a:pt x="739" y="4510"/>
                    </a:cubicBezTo>
                    <a:cubicBezTo>
                      <a:pt x="723" y="4559"/>
                      <a:pt x="723" y="4559"/>
                      <a:pt x="699" y="4601"/>
                    </a:cubicBezTo>
                    <a:cubicBezTo>
                      <a:pt x="658" y="4615"/>
                      <a:pt x="658" y="4615"/>
                      <a:pt x="612" y="4623"/>
                    </a:cubicBezTo>
                    <a:cubicBezTo>
                      <a:pt x="565" y="4633"/>
                      <a:pt x="565" y="4633"/>
                      <a:pt x="524" y="4659"/>
                    </a:cubicBezTo>
                    <a:cubicBezTo>
                      <a:pt x="490" y="4754"/>
                      <a:pt x="477" y="4850"/>
                      <a:pt x="466" y="4950"/>
                    </a:cubicBezTo>
                    <a:cubicBezTo>
                      <a:pt x="408" y="4931"/>
                      <a:pt x="351" y="4912"/>
                      <a:pt x="291" y="4892"/>
                    </a:cubicBezTo>
                    <a:cubicBezTo>
                      <a:pt x="291" y="4930"/>
                      <a:pt x="291" y="4969"/>
                      <a:pt x="291" y="5009"/>
                    </a:cubicBezTo>
                    <a:cubicBezTo>
                      <a:pt x="239" y="5018"/>
                      <a:pt x="239" y="5018"/>
                      <a:pt x="175" y="5009"/>
                    </a:cubicBezTo>
                    <a:cubicBezTo>
                      <a:pt x="136" y="4959"/>
                      <a:pt x="109" y="4917"/>
                      <a:pt x="80" y="4863"/>
                    </a:cubicBezTo>
                    <a:cubicBezTo>
                      <a:pt x="72" y="4849"/>
                      <a:pt x="64" y="4835"/>
                      <a:pt x="56" y="4821"/>
                    </a:cubicBezTo>
                    <a:cubicBezTo>
                      <a:pt x="37" y="4787"/>
                      <a:pt x="19" y="4752"/>
                      <a:pt x="0" y="4717"/>
                    </a:cubicBezTo>
                    <a:cubicBezTo>
                      <a:pt x="18" y="4720"/>
                      <a:pt x="36" y="4722"/>
                      <a:pt x="55" y="4724"/>
                    </a:cubicBezTo>
                    <a:cubicBezTo>
                      <a:pt x="75" y="4722"/>
                      <a:pt x="95" y="4720"/>
                      <a:pt x="116" y="4717"/>
                    </a:cubicBezTo>
                    <a:cubicBezTo>
                      <a:pt x="149" y="4670"/>
                      <a:pt x="149" y="4670"/>
                      <a:pt x="175" y="4608"/>
                    </a:cubicBezTo>
                    <a:cubicBezTo>
                      <a:pt x="208" y="4528"/>
                      <a:pt x="227" y="4489"/>
                      <a:pt x="296" y="4435"/>
                    </a:cubicBezTo>
                    <a:cubicBezTo>
                      <a:pt x="357" y="4358"/>
                      <a:pt x="356" y="4342"/>
                      <a:pt x="350" y="4248"/>
                    </a:cubicBezTo>
                    <a:cubicBezTo>
                      <a:pt x="344" y="4202"/>
                      <a:pt x="338" y="4156"/>
                      <a:pt x="331" y="4109"/>
                    </a:cubicBezTo>
                    <a:cubicBezTo>
                      <a:pt x="328" y="4086"/>
                      <a:pt x="326" y="4063"/>
                      <a:pt x="323" y="4040"/>
                    </a:cubicBezTo>
                    <a:cubicBezTo>
                      <a:pt x="310" y="3942"/>
                      <a:pt x="297" y="3852"/>
                      <a:pt x="258" y="3760"/>
                    </a:cubicBezTo>
                    <a:cubicBezTo>
                      <a:pt x="209" y="3626"/>
                      <a:pt x="243" y="3477"/>
                      <a:pt x="258" y="3338"/>
                    </a:cubicBezTo>
                    <a:cubicBezTo>
                      <a:pt x="262" y="3308"/>
                      <a:pt x="265" y="3278"/>
                      <a:pt x="268" y="3248"/>
                    </a:cubicBezTo>
                    <a:cubicBezTo>
                      <a:pt x="275" y="3174"/>
                      <a:pt x="283" y="3101"/>
                      <a:pt x="291" y="3028"/>
                    </a:cubicBezTo>
                    <a:cubicBezTo>
                      <a:pt x="330" y="3028"/>
                      <a:pt x="368" y="3028"/>
                      <a:pt x="408" y="3028"/>
                    </a:cubicBezTo>
                    <a:cubicBezTo>
                      <a:pt x="408" y="2913"/>
                      <a:pt x="408" y="2798"/>
                      <a:pt x="408" y="2679"/>
                    </a:cubicBezTo>
                    <a:cubicBezTo>
                      <a:pt x="369" y="2679"/>
                      <a:pt x="331" y="2679"/>
                      <a:pt x="291" y="2679"/>
                    </a:cubicBezTo>
                    <a:cubicBezTo>
                      <a:pt x="291" y="2602"/>
                      <a:pt x="291" y="2525"/>
                      <a:pt x="291" y="2446"/>
                    </a:cubicBezTo>
                    <a:cubicBezTo>
                      <a:pt x="330" y="2446"/>
                      <a:pt x="368" y="2446"/>
                      <a:pt x="408" y="2446"/>
                    </a:cubicBezTo>
                    <a:cubicBezTo>
                      <a:pt x="408" y="2408"/>
                      <a:pt x="408" y="2369"/>
                      <a:pt x="408" y="2330"/>
                    </a:cubicBezTo>
                    <a:cubicBezTo>
                      <a:pt x="446" y="2330"/>
                      <a:pt x="485" y="2330"/>
                      <a:pt x="524" y="2330"/>
                    </a:cubicBezTo>
                    <a:cubicBezTo>
                      <a:pt x="524" y="2291"/>
                      <a:pt x="524" y="2253"/>
                      <a:pt x="524" y="2213"/>
                    </a:cubicBezTo>
                    <a:cubicBezTo>
                      <a:pt x="563" y="2213"/>
                      <a:pt x="601" y="2213"/>
                      <a:pt x="641" y="2213"/>
                    </a:cubicBezTo>
                    <a:cubicBezTo>
                      <a:pt x="641" y="2136"/>
                      <a:pt x="641" y="2059"/>
                      <a:pt x="641" y="1980"/>
                    </a:cubicBezTo>
                    <a:cubicBezTo>
                      <a:pt x="679" y="1980"/>
                      <a:pt x="717" y="1980"/>
                      <a:pt x="757" y="1980"/>
                    </a:cubicBezTo>
                    <a:cubicBezTo>
                      <a:pt x="757" y="1942"/>
                      <a:pt x="757" y="1903"/>
                      <a:pt x="757" y="1864"/>
                    </a:cubicBezTo>
                    <a:cubicBezTo>
                      <a:pt x="796" y="1864"/>
                      <a:pt x="834" y="1864"/>
                      <a:pt x="874" y="1864"/>
                    </a:cubicBezTo>
                    <a:cubicBezTo>
                      <a:pt x="874" y="1825"/>
                      <a:pt x="874" y="1787"/>
                      <a:pt x="874" y="1747"/>
                    </a:cubicBezTo>
                    <a:cubicBezTo>
                      <a:pt x="777" y="1747"/>
                      <a:pt x="681" y="1747"/>
                      <a:pt x="582" y="1747"/>
                    </a:cubicBezTo>
                    <a:cubicBezTo>
                      <a:pt x="532" y="1606"/>
                      <a:pt x="507" y="1522"/>
                      <a:pt x="571" y="1383"/>
                    </a:cubicBezTo>
                    <a:cubicBezTo>
                      <a:pt x="602" y="1324"/>
                      <a:pt x="602" y="1324"/>
                      <a:pt x="641" y="1281"/>
                    </a:cubicBezTo>
                    <a:cubicBezTo>
                      <a:pt x="703" y="1275"/>
                      <a:pt x="703" y="1275"/>
                      <a:pt x="757" y="1281"/>
                    </a:cubicBezTo>
                    <a:cubicBezTo>
                      <a:pt x="757" y="1243"/>
                      <a:pt x="757" y="1204"/>
                      <a:pt x="757" y="1165"/>
                    </a:cubicBezTo>
                    <a:cubicBezTo>
                      <a:pt x="796" y="1165"/>
                      <a:pt x="834" y="1165"/>
                      <a:pt x="874" y="1165"/>
                    </a:cubicBezTo>
                    <a:cubicBezTo>
                      <a:pt x="874" y="1126"/>
                      <a:pt x="874" y="1088"/>
                      <a:pt x="874" y="1048"/>
                    </a:cubicBezTo>
                    <a:cubicBezTo>
                      <a:pt x="912" y="1048"/>
                      <a:pt x="950" y="1048"/>
                      <a:pt x="990" y="1048"/>
                    </a:cubicBezTo>
                    <a:cubicBezTo>
                      <a:pt x="990" y="1010"/>
                      <a:pt x="990" y="971"/>
                      <a:pt x="990" y="932"/>
                    </a:cubicBezTo>
                    <a:cubicBezTo>
                      <a:pt x="1028" y="932"/>
                      <a:pt x="1067" y="932"/>
                      <a:pt x="1107" y="932"/>
                    </a:cubicBezTo>
                    <a:cubicBezTo>
                      <a:pt x="1107" y="893"/>
                      <a:pt x="1107" y="855"/>
                      <a:pt x="1107" y="815"/>
                    </a:cubicBezTo>
                    <a:cubicBezTo>
                      <a:pt x="1145" y="815"/>
                      <a:pt x="1183" y="815"/>
                      <a:pt x="1223" y="815"/>
                    </a:cubicBezTo>
                    <a:cubicBezTo>
                      <a:pt x="1223" y="777"/>
                      <a:pt x="1223" y="738"/>
                      <a:pt x="1223" y="699"/>
                    </a:cubicBezTo>
                    <a:cubicBezTo>
                      <a:pt x="1300" y="699"/>
                      <a:pt x="1377" y="699"/>
                      <a:pt x="1456" y="699"/>
                    </a:cubicBezTo>
                    <a:cubicBezTo>
                      <a:pt x="1456" y="660"/>
                      <a:pt x="1456" y="622"/>
                      <a:pt x="1456" y="582"/>
                    </a:cubicBezTo>
                    <a:cubicBezTo>
                      <a:pt x="1573" y="471"/>
                      <a:pt x="1725" y="457"/>
                      <a:pt x="1878" y="459"/>
                    </a:cubicBezTo>
                    <a:cubicBezTo>
                      <a:pt x="1932" y="460"/>
                      <a:pt x="1985" y="463"/>
                      <a:pt x="2038" y="466"/>
                    </a:cubicBezTo>
                    <a:cubicBezTo>
                      <a:pt x="2038" y="427"/>
                      <a:pt x="2038" y="389"/>
                      <a:pt x="2038" y="349"/>
                    </a:cubicBezTo>
                    <a:cubicBezTo>
                      <a:pt x="2052" y="347"/>
                      <a:pt x="2066" y="345"/>
                      <a:pt x="2080" y="342"/>
                    </a:cubicBezTo>
                    <a:cubicBezTo>
                      <a:pt x="2143" y="331"/>
                      <a:pt x="2205" y="319"/>
                      <a:pt x="2268" y="306"/>
                    </a:cubicBezTo>
                    <a:cubicBezTo>
                      <a:pt x="2279" y="304"/>
                      <a:pt x="2279" y="304"/>
                      <a:pt x="2334" y="295"/>
                    </a:cubicBezTo>
                    <a:cubicBezTo>
                      <a:pt x="2399" y="281"/>
                      <a:pt x="2448" y="268"/>
                      <a:pt x="2504" y="233"/>
                    </a:cubicBezTo>
                    <a:cubicBezTo>
                      <a:pt x="2542" y="157"/>
                      <a:pt x="2555" y="84"/>
                      <a:pt x="25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21" name="ICON_TOOL_MODELS_path_013"/>
              <p:cNvSpPr/>
              <p:nvPr/>
            </p:nvSpPr>
            <p:spPr>
              <a:xfrm>
                <a:off x="5298732" y="5203912"/>
                <a:ext cx="37936" cy="45893"/>
              </a:xfrm>
              <a:custGeom>
                <a:avLst/>
                <a:gdLst/>
                <a:ahLst/>
                <a:cxnLst/>
                <a:rect l="0" t="0" r="r" b="b"/>
                <a:pathLst>
                  <a:path w="2987" h="3614" fill="norm" stroke="0">
                    <a:moveTo>
                      <a:pt x="2038" y="68"/>
                    </a:moveTo>
                    <a:cubicBezTo>
                      <a:pt x="2038" y="107"/>
                      <a:pt x="2038" y="145"/>
                      <a:pt x="2038" y="185"/>
                    </a:cubicBezTo>
                    <a:cubicBezTo>
                      <a:pt x="2077" y="185"/>
                      <a:pt x="2115" y="185"/>
                      <a:pt x="2155" y="185"/>
                    </a:cubicBezTo>
                    <a:cubicBezTo>
                      <a:pt x="2155" y="223"/>
                      <a:pt x="2155" y="262"/>
                      <a:pt x="2155" y="301"/>
                    </a:cubicBezTo>
                    <a:cubicBezTo>
                      <a:pt x="2193" y="301"/>
                      <a:pt x="2232" y="301"/>
                      <a:pt x="2271" y="301"/>
                    </a:cubicBezTo>
                    <a:cubicBezTo>
                      <a:pt x="2271" y="340"/>
                      <a:pt x="2271" y="378"/>
                      <a:pt x="2271" y="418"/>
                    </a:cubicBezTo>
                    <a:cubicBezTo>
                      <a:pt x="2348" y="418"/>
                      <a:pt x="2425" y="418"/>
                      <a:pt x="2504" y="418"/>
                    </a:cubicBezTo>
                    <a:cubicBezTo>
                      <a:pt x="2504" y="379"/>
                      <a:pt x="2504" y="341"/>
                      <a:pt x="2504" y="301"/>
                    </a:cubicBezTo>
                    <a:cubicBezTo>
                      <a:pt x="2543" y="301"/>
                      <a:pt x="2581" y="301"/>
                      <a:pt x="2621" y="301"/>
                    </a:cubicBezTo>
                    <a:cubicBezTo>
                      <a:pt x="2621" y="417"/>
                      <a:pt x="2621" y="532"/>
                      <a:pt x="2621" y="651"/>
                    </a:cubicBezTo>
                    <a:cubicBezTo>
                      <a:pt x="2582" y="651"/>
                      <a:pt x="2544" y="651"/>
                      <a:pt x="2504" y="651"/>
                    </a:cubicBezTo>
                    <a:cubicBezTo>
                      <a:pt x="2504" y="728"/>
                      <a:pt x="2504" y="805"/>
                      <a:pt x="2504" y="884"/>
                    </a:cubicBezTo>
                    <a:cubicBezTo>
                      <a:pt x="2543" y="884"/>
                      <a:pt x="2581" y="884"/>
                      <a:pt x="2621" y="884"/>
                    </a:cubicBezTo>
                    <a:cubicBezTo>
                      <a:pt x="2621" y="922"/>
                      <a:pt x="2621" y="961"/>
                      <a:pt x="2621" y="1000"/>
                    </a:cubicBezTo>
                    <a:cubicBezTo>
                      <a:pt x="2717" y="962"/>
                      <a:pt x="2813" y="923"/>
                      <a:pt x="2912" y="884"/>
                    </a:cubicBezTo>
                    <a:cubicBezTo>
                      <a:pt x="2987" y="1092"/>
                      <a:pt x="2956" y="1214"/>
                      <a:pt x="2872" y="1415"/>
                    </a:cubicBezTo>
                    <a:cubicBezTo>
                      <a:pt x="2862" y="1441"/>
                      <a:pt x="2853" y="1467"/>
                      <a:pt x="2843" y="1493"/>
                    </a:cubicBezTo>
                    <a:cubicBezTo>
                      <a:pt x="2789" y="1629"/>
                      <a:pt x="2746" y="1708"/>
                      <a:pt x="2612" y="1775"/>
                    </a:cubicBezTo>
                    <a:cubicBezTo>
                      <a:pt x="2577" y="1789"/>
                      <a:pt x="2541" y="1803"/>
                      <a:pt x="2504" y="1816"/>
                    </a:cubicBezTo>
                    <a:cubicBezTo>
                      <a:pt x="2498" y="1798"/>
                      <a:pt x="2491" y="1780"/>
                      <a:pt x="2484" y="1761"/>
                    </a:cubicBezTo>
                    <a:cubicBezTo>
                      <a:pt x="2458" y="1693"/>
                      <a:pt x="2433" y="1640"/>
                      <a:pt x="2388" y="1583"/>
                    </a:cubicBezTo>
                    <a:cubicBezTo>
                      <a:pt x="2302" y="1560"/>
                      <a:pt x="2244" y="1571"/>
                      <a:pt x="2155" y="1583"/>
                    </a:cubicBezTo>
                    <a:cubicBezTo>
                      <a:pt x="2155" y="1660"/>
                      <a:pt x="2155" y="1736"/>
                      <a:pt x="2155" y="1816"/>
                    </a:cubicBezTo>
                    <a:cubicBezTo>
                      <a:pt x="2193" y="1816"/>
                      <a:pt x="2232" y="1816"/>
                      <a:pt x="2271" y="1816"/>
                    </a:cubicBezTo>
                    <a:cubicBezTo>
                      <a:pt x="2271" y="1854"/>
                      <a:pt x="2271" y="1892"/>
                      <a:pt x="2271" y="1932"/>
                    </a:cubicBezTo>
                    <a:cubicBezTo>
                      <a:pt x="2310" y="1932"/>
                      <a:pt x="2348" y="1932"/>
                      <a:pt x="2388" y="1932"/>
                    </a:cubicBezTo>
                    <a:cubicBezTo>
                      <a:pt x="2397" y="1980"/>
                      <a:pt x="2397" y="1980"/>
                      <a:pt x="2446" y="2223"/>
                    </a:cubicBezTo>
                    <a:cubicBezTo>
                      <a:pt x="2398" y="2233"/>
                      <a:pt x="2398" y="2233"/>
                      <a:pt x="2155" y="2281"/>
                    </a:cubicBezTo>
                    <a:cubicBezTo>
                      <a:pt x="2155" y="2320"/>
                      <a:pt x="2155" y="2358"/>
                      <a:pt x="2155" y="2398"/>
                    </a:cubicBezTo>
                    <a:cubicBezTo>
                      <a:pt x="1963" y="2398"/>
                      <a:pt x="1770" y="2398"/>
                      <a:pt x="1572" y="2398"/>
                    </a:cubicBezTo>
                    <a:cubicBezTo>
                      <a:pt x="1572" y="2475"/>
                      <a:pt x="1572" y="2552"/>
                      <a:pt x="1572" y="2631"/>
                    </a:cubicBezTo>
                    <a:cubicBezTo>
                      <a:pt x="1611" y="2631"/>
                      <a:pt x="1649" y="2631"/>
                      <a:pt x="1689" y="2631"/>
                    </a:cubicBezTo>
                    <a:cubicBezTo>
                      <a:pt x="1689" y="2669"/>
                      <a:pt x="1689" y="2708"/>
                      <a:pt x="1689" y="2747"/>
                    </a:cubicBezTo>
                    <a:cubicBezTo>
                      <a:pt x="1727" y="2747"/>
                      <a:pt x="1766" y="2747"/>
                      <a:pt x="1805" y="2747"/>
                    </a:cubicBezTo>
                    <a:cubicBezTo>
                      <a:pt x="1805" y="2786"/>
                      <a:pt x="1805" y="2824"/>
                      <a:pt x="1805" y="2864"/>
                    </a:cubicBezTo>
                    <a:cubicBezTo>
                      <a:pt x="1882" y="2864"/>
                      <a:pt x="1959" y="2864"/>
                      <a:pt x="2038" y="2864"/>
                    </a:cubicBezTo>
                    <a:cubicBezTo>
                      <a:pt x="2085" y="3060"/>
                      <a:pt x="2129" y="3251"/>
                      <a:pt x="2049" y="3443"/>
                    </a:cubicBezTo>
                    <a:cubicBezTo>
                      <a:pt x="1975" y="3545"/>
                      <a:pt x="1916" y="3571"/>
                      <a:pt x="1793" y="3593"/>
                    </a:cubicBezTo>
                    <a:cubicBezTo>
                      <a:pt x="1597" y="3612"/>
                      <a:pt x="1396" y="3614"/>
                      <a:pt x="1230" y="3498"/>
                    </a:cubicBezTo>
                    <a:cubicBezTo>
                      <a:pt x="1031" y="3328"/>
                      <a:pt x="863" y="3066"/>
                      <a:pt x="815" y="2806"/>
                    </a:cubicBezTo>
                    <a:cubicBezTo>
                      <a:pt x="813" y="2701"/>
                      <a:pt x="840" y="2614"/>
                      <a:pt x="874" y="2514"/>
                    </a:cubicBezTo>
                    <a:cubicBezTo>
                      <a:pt x="1066" y="2514"/>
                      <a:pt x="1258" y="2514"/>
                      <a:pt x="1456" y="2514"/>
                    </a:cubicBezTo>
                    <a:cubicBezTo>
                      <a:pt x="1456" y="2438"/>
                      <a:pt x="1456" y="2361"/>
                      <a:pt x="1456" y="2281"/>
                    </a:cubicBezTo>
                    <a:cubicBezTo>
                      <a:pt x="1264" y="2281"/>
                      <a:pt x="1072" y="2281"/>
                      <a:pt x="874" y="2281"/>
                    </a:cubicBezTo>
                    <a:cubicBezTo>
                      <a:pt x="874" y="2205"/>
                      <a:pt x="874" y="2128"/>
                      <a:pt x="874" y="2049"/>
                    </a:cubicBezTo>
                    <a:cubicBezTo>
                      <a:pt x="835" y="2049"/>
                      <a:pt x="797" y="2049"/>
                      <a:pt x="757" y="2049"/>
                    </a:cubicBezTo>
                    <a:cubicBezTo>
                      <a:pt x="757" y="2010"/>
                      <a:pt x="757" y="1972"/>
                      <a:pt x="757" y="1932"/>
                    </a:cubicBezTo>
                    <a:cubicBezTo>
                      <a:pt x="719" y="1932"/>
                      <a:pt x="680" y="1932"/>
                      <a:pt x="641" y="1932"/>
                    </a:cubicBezTo>
                    <a:cubicBezTo>
                      <a:pt x="641" y="1894"/>
                      <a:pt x="641" y="1855"/>
                      <a:pt x="641" y="1816"/>
                    </a:cubicBezTo>
                    <a:cubicBezTo>
                      <a:pt x="602" y="1816"/>
                      <a:pt x="564" y="1816"/>
                      <a:pt x="524" y="1816"/>
                    </a:cubicBezTo>
                    <a:cubicBezTo>
                      <a:pt x="524" y="1777"/>
                      <a:pt x="524" y="1739"/>
                      <a:pt x="524" y="1699"/>
                    </a:cubicBezTo>
                    <a:cubicBezTo>
                      <a:pt x="390" y="1718"/>
                      <a:pt x="255" y="1738"/>
                      <a:pt x="116" y="1757"/>
                    </a:cubicBezTo>
                    <a:cubicBezTo>
                      <a:pt x="78" y="1642"/>
                      <a:pt x="40" y="1527"/>
                      <a:pt x="0" y="1408"/>
                    </a:cubicBezTo>
                    <a:cubicBezTo>
                      <a:pt x="58" y="1389"/>
                      <a:pt x="115" y="1369"/>
                      <a:pt x="175" y="1350"/>
                    </a:cubicBezTo>
                    <a:cubicBezTo>
                      <a:pt x="174" y="1325"/>
                      <a:pt x="173" y="1301"/>
                      <a:pt x="173" y="1275"/>
                    </a:cubicBezTo>
                    <a:cubicBezTo>
                      <a:pt x="172" y="1243"/>
                      <a:pt x="172" y="1211"/>
                      <a:pt x="171" y="1179"/>
                    </a:cubicBezTo>
                    <a:cubicBezTo>
                      <a:pt x="171" y="1162"/>
                      <a:pt x="170" y="1146"/>
                      <a:pt x="170" y="1130"/>
                    </a:cubicBezTo>
                    <a:cubicBezTo>
                      <a:pt x="169" y="1086"/>
                      <a:pt x="172" y="1043"/>
                      <a:pt x="175" y="1000"/>
                    </a:cubicBezTo>
                    <a:cubicBezTo>
                      <a:pt x="194" y="981"/>
                      <a:pt x="213" y="962"/>
                      <a:pt x="233" y="942"/>
                    </a:cubicBezTo>
                    <a:cubicBezTo>
                      <a:pt x="240" y="890"/>
                      <a:pt x="240" y="890"/>
                      <a:pt x="241" y="828"/>
                    </a:cubicBezTo>
                    <a:cubicBezTo>
                      <a:pt x="257" y="439"/>
                      <a:pt x="257" y="439"/>
                      <a:pt x="345" y="344"/>
                    </a:cubicBezTo>
                    <a:cubicBezTo>
                      <a:pt x="560" y="200"/>
                      <a:pt x="822" y="214"/>
                      <a:pt x="1068" y="257"/>
                    </a:cubicBezTo>
                    <a:cubicBezTo>
                      <a:pt x="1121" y="270"/>
                      <a:pt x="1172" y="284"/>
                      <a:pt x="1223" y="301"/>
                    </a:cubicBezTo>
                    <a:cubicBezTo>
                      <a:pt x="1223" y="244"/>
                      <a:pt x="1223" y="186"/>
                      <a:pt x="1223" y="127"/>
                    </a:cubicBezTo>
                    <a:cubicBezTo>
                      <a:pt x="1515" y="19"/>
                      <a:pt x="1734" y="0"/>
                      <a:pt x="2038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22" name="ICON_TOOL_MODELS_path_014"/>
              <p:cNvSpPr/>
              <p:nvPr/>
            </p:nvSpPr>
            <p:spPr>
              <a:xfrm>
                <a:off x="5160421" y="5297975"/>
                <a:ext cx="28106" cy="26627"/>
              </a:xfrm>
              <a:custGeom>
                <a:avLst/>
                <a:gdLst/>
                <a:ahLst/>
                <a:cxnLst/>
                <a:rect l="0" t="0" r="r" b="b"/>
                <a:pathLst>
                  <a:path w="2213" h="2097" fill="norm" stroke="0">
                    <a:moveTo>
                      <a:pt x="815" y="0"/>
                    </a:moveTo>
                    <a:cubicBezTo>
                      <a:pt x="1008" y="0"/>
                      <a:pt x="1200" y="0"/>
                      <a:pt x="1398" y="0"/>
                    </a:cubicBezTo>
                    <a:cubicBezTo>
                      <a:pt x="1398" y="38"/>
                      <a:pt x="1398" y="77"/>
                      <a:pt x="1398" y="116"/>
                    </a:cubicBezTo>
                    <a:cubicBezTo>
                      <a:pt x="1475" y="116"/>
                      <a:pt x="1551" y="116"/>
                      <a:pt x="1631" y="116"/>
                    </a:cubicBezTo>
                    <a:cubicBezTo>
                      <a:pt x="1631" y="155"/>
                      <a:pt x="1631" y="193"/>
                      <a:pt x="1631" y="233"/>
                    </a:cubicBezTo>
                    <a:cubicBezTo>
                      <a:pt x="1708" y="233"/>
                      <a:pt x="1784" y="233"/>
                      <a:pt x="1864" y="233"/>
                    </a:cubicBezTo>
                    <a:cubicBezTo>
                      <a:pt x="1864" y="271"/>
                      <a:pt x="1864" y="310"/>
                      <a:pt x="1864" y="349"/>
                    </a:cubicBezTo>
                    <a:cubicBezTo>
                      <a:pt x="1902" y="349"/>
                      <a:pt x="1941" y="349"/>
                      <a:pt x="1980" y="349"/>
                    </a:cubicBezTo>
                    <a:cubicBezTo>
                      <a:pt x="1980" y="426"/>
                      <a:pt x="1980" y="503"/>
                      <a:pt x="1980" y="582"/>
                    </a:cubicBezTo>
                    <a:cubicBezTo>
                      <a:pt x="2019" y="582"/>
                      <a:pt x="2057" y="582"/>
                      <a:pt x="2097" y="582"/>
                    </a:cubicBezTo>
                    <a:cubicBezTo>
                      <a:pt x="2097" y="659"/>
                      <a:pt x="2097" y="736"/>
                      <a:pt x="2097" y="815"/>
                    </a:cubicBezTo>
                    <a:cubicBezTo>
                      <a:pt x="2135" y="815"/>
                      <a:pt x="2173" y="815"/>
                      <a:pt x="2213" y="815"/>
                    </a:cubicBezTo>
                    <a:cubicBezTo>
                      <a:pt x="2213" y="969"/>
                      <a:pt x="2213" y="1123"/>
                      <a:pt x="2213" y="1281"/>
                    </a:cubicBezTo>
                    <a:cubicBezTo>
                      <a:pt x="2175" y="1281"/>
                      <a:pt x="2136" y="1281"/>
                      <a:pt x="2097" y="1281"/>
                    </a:cubicBezTo>
                    <a:cubicBezTo>
                      <a:pt x="2097" y="1397"/>
                      <a:pt x="2097" y="1512"/>
                      <a:pt x="2097" y="1631"/>
                    </a:cubicBezTo>
                    <a:cubicBezTo>
                      <a:pt x="2058" y="1631"/>
                      <a:pt x="2020" y="1631"/>
                      <a:pt x="1980" y="1631"/>
                    </a:cubicBezTo>
                    <a:cubicBezTo>
                      <a:pt x="1980" y="1669"/>
                      <a:pt x="1980" y="1708"/>
                      <a:pt x="1980" y="1747"/>
                    </a:cubicBezTo>
                    <a:cubicBezTo>
                      <a:pt x="1942" y="1747"/>
                      <a:pt x="1903" y="1747"/>
                      <a:pt x="1864" y="1747"/>
                    </a:cubicBezTo>
                    <a:cubicBezTo>
                      <a:pt x="1864" y="1786"/>
                      <a:pt x="1864" y="1824"/>
                      <a:pt x="1864" y="1864"/>
                    </a:cubicBezTo>
                    <a:cubicBezTo>
                      <a:pt x="1825" y="1864"/>
                      <a:pt x="1787" y="1864"/>
                      <a:pt x="1747" y="1864"/>
                    </a:cubicBezTo>
                    <a:cubicBezTo>
                      <a:pt x="1747" y="1902"/>
                      <a:pt x="1747" y="1941"/>
                      <a:pt x="1747" y="1980"/>
                    </a:cubicBezTo>
                    <a:cubicBezTo>
                      <a:pt x="1670" y="1980"/>
                      <a:pt x="1593" y="1980"/>
                      <a:pt x="1514" y="1980"/>
                    </a:cubicBezTo>
                    <a:cubicBezTo>
                      <a:pt x="1514" y="2019"/>
                      <a:pt x="1514" y="2057"/>
                      <a:pt x="1514" y="2097"/>
                    </a:cubicBezTo>
                    <a:cubicBezTo>
                      <a:pt x="1245" y="2097"/>
                      <a:pt x="976" y="2097"/>
                      <a:pt x="699" y="2097"/>
                    </a:cubicBezTo>
                    <a:cubicBezTo>
                      <a:pt x="699" y="2058"/>
                      <a:pt x="699" y="2020"/>
                      <a:pt x="699" y="1980"/>
                    </a:cubicBezTo>
                    <a:cubicBezTo>
                      <a:pt x="622" y="1980"/>
                      <a:pt x="545" y="1980"/>
                      <a:pt x="466" y="1980"/>
                    </a:cubicBezTo>
                    <a:cubicBezTo>
                      <a:pt x="466" y="1942"/>
                      <a:pt x="466" y="1903"/>
                      <a:pt x="466" y="1864"/>
                    </a:cubicBezTo>
                    <a:cubicBezTo>
                      <a:pt x="427" y="1864"/>
                      <a:pt x="389" y="1864"/>
                      <a:pt x="349" y="1864"/>
                    </a:cubicBezTo>
                    <a:cubicBezTo>
                      <a:pt x="349" y="1825"/>
                      <a:pt x="349" y="1787"/>
                      <a:pt x="349" y="1747"/>
                    </a:cubicBezTo>
                    <a:cubicBezTo>
                      <a:pt x="311" y="1747"/>
                      <a:pt x="273" y="1747"/>
                      <a:pt x="233" y="1747"/>
                    </a:cubicBezTo>
                    <a:cubicBezTo>
                      <a:pt x="233" y="1709"/>
                      <a:pt x="233" y="1670"/>
                      <a:pt x="233" y="1631"/>
                    </a:cubicBezTo>
                    <a:cubicBezTo>
                      <a:pt x="195" y="1631"/>
                      <a:pt x="156" y="1631"/>
                      <a:pt x="116" y="1631"/>
                    </a:cubicBezTo>
                    <a:cubicBezTo>
                      <a:pt x="116" y="1515"/>
                      <a:pt x="116" y="1400"/>
                      <a:pt x="116" y="1281"/>
                    </a:cubicBezTo>
                    <a:cubicBezTo>
                      <a:pt x="78" y="1281"/>
                      <a:pt x="40" y="1281"/>
                      <a:pt x="0" y="1281"/>
                    </a:cubicBezTo>
                    <a:cubicBezTo>
                      <a:pt x="0" y="1166"/>
                      <a:pt x="0" y="1051"/>
                      <a:pt x="0" y="932"/>
                    </a:cubicBezTo>
                    <a:cubicBezTo>
                      <a:pt x="38" y="932"/>
                      <a:pt x="77" y="932"/>
                      <a:pt x="116" y="932"/>
                    </a:cubicBezTo>
                    <a:cubicBezTo>
                      <a:pt x="116" y="817"/>
                      <a:pt x="116" y="701"/>
                      <a:pt x="116" y="582"/>
                    </a:cubicBezTo>
                    <a:cubicBezTo>
                      <a:pt x="155" y="582"/>
                      <a:pt x="193" y="582"/>
                      <a:pt x="233" y="582"/>
                    </a:cubicBezTo>
                    <a:cubicBezTo>
                      <a:pt x="233" y="506"/>
                      <a:pt x="233" y="429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49" y="311"/>
                      <a:pt x="349" y="273"/>
                      <a:pt x="349" y="233"/>
                    </a:cubicBezTo>
                    <a:cubicBezTo>
                      <a:pt x="426" y="233"/>
                      <a:pt x="503" y="233"/>
                      <a:pt x="582" y="233"/>
                    </a:cubicBezTo>
                    <a:cubicBezTo>
                      <a:pt x="582" y="195"/>
                      <a:pt x="582" y="156"/>
                      <a:pt x="582" y="116"/>
                    </a:cubicBezTo>
                    <a:cubicBezTo>
                      <a:pt x="659" y="116"/>
                      <a:pt x="736" y="116"/>
                      <a:pt x="815" y="116"/>
                    </a:cubicBezTo>
                    <a:cubicBezTo>
                      <a:pt x="815" y="78"/>
                      <a:pt x="815" y="40"/>
                      <a:pt x="81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23" name="ICON_TOOL_MODELS_path_015"/>
              <p:cNvSpPr/>
              <p:nvPr/>
            </p:nvSpPr>
            <p:spPr>
              <a:xfrm>
                <a:off x="5175214" y="5110108"/>
                <a:ext cx="26627" cy="26627"/>
              </a:xfrm>
              <a:custGeom>
                <a:avLst/>
                <a:gdLst/>
                <a:ahLst/>
                <a:cxnLst/>
                <a:rect l="0" t="0" r="r" b="b"/>
                <a:pathLst>
                  <a:path w="2097" h="2097" fill="norm" stroke="0">
                    <a:moveTo>
                      <a:pt x="699" y="0"/>
                    </a:moveTo>
                    <a:cubicBezTo>
                      <a:pt x="929" y="0"/>
                      <a:pt x="1160" y="0"/>
                      <a:pt x="1398" y="0"/>
                    </a:cubicBezTo>
                    <a:cubicBezTo>
                      <a:pt x="1398" y="38"/>
                      <a:pt x="1398" y="77"/>
                      <a:pt x="1398" y="116"/>
                    </a:cubicBezTo>
                    <a:cubicBezTo>
                      <a:pt x="1475" y="116"/>
                      <a:pt x="1551" y="116"/>
                      <a:pt x="1631" y="116"/>
                    </a:cubicBezTo>
                    <a:cubicBezTo>
                      <a:pt x="1631" y="155"/>
                      <a:pt x="1631" y="193"/>
                      <a:pt x="1631" y="233"/>
                    </a:cubicBezTo>
                    <a:cubicBezTo>
                      <a:pt x="1669" y="233"/>
                      <a:pt x="1708" y="233"/>
                      <a:pt x="1747" y="233"/>
                    </a:cubicBezTo>
                    <a:cubicBezTo>
                      <a:pt x="1747" y="271"/>
                      <a:pt x="1747" y="310"/>
                      <a:pt x="1747" y="349"/>
                    </a:cubicBezTo>
                    <a:cubicBezTo>
                      <a:pt x="1786" y="349"/>
                      <a:pt x="1824" y="349"/>
                      <a:pt x="1864" y="349"/>
                    </a:cubicBezTo>
                    <a:cubicBezTo>
                      <a:pt x="1864" y="388"/>
                      <a:pt x="1864" y="426"/>
                      <a:pt x="1864" y="466"/>
                    </a:cubicBezTo>
                    <a:cubicBezTo>
                      <a:pt x="1902" y="466"/>
                      <a:pt x="1941" y="466"/>
                      <a:pt x="1980" y="466"/>
                    </a:cubicBezTo>
                    <a:cubicBezTo>
                      <a:pt x="1980" y="543"/>
                      <a:pt x="1980" y="620"/>
                      <a:pt x="1980" y="699"/>
                    </a:cubicBezTo>
                    <a:cubicBezTo>
                      <a:pt x="2019" y="699"/>
                      <a:pt x="2057" y="699"/>
                      <a:pt x="2097" y="699"/>
                    </a:cubicBezTo>
                    <a:cubicBezTo>
                      <a:pt x="2097" y="929"/>
                      <a:pt x="2097" y="1160"/>
                      <a:pt x="2097" y="1398"/>
                    </a:cubicBezTo>
                    <a:cubicBezTo>
                      <a:pt x="2058" y="1398"/>
                      <a:pt x="2020" y="1398"/>
                      <a:pt x="1980" y="1398"/>
                    </a:cubicBezTo>
                    <a:cubicBezTo>
                      <a:pt x="1980" y="1475"/>
                      <a:pt x="1980" y="1551"/>
                      <a:pt x="1980" y="1631"/>
                    </a:cubicBezTo>
                    <a:cubicBezTo>
                      <a:pt x="1942" y="1631"/>
                      <a:pt x="1903" y="1631"/>
                      <a:pt x="1864" y="1631"/>
                    </a:cubicBezTo>
                    <a:cubicBezTo>
                      <a:pt x="1864" y="1669"/>
                      <a:pt x="1864" y="1708"/>
                      <a:pt x="1864" y="1747"/>
                    </a:cubicBezTo>
                    <a:cubicBezTo>
                      <a:pt x="1825" y="1747"/>
                      <a:pt x="1787" y="1747"/>
                      <a:pt x="1747" y="1747"/>
                    </a:cubicBezTo>
                    <a:cubicBezTo>
                      <a:pt x="1747" y="1786"/>
                      <a:pt x="1747" y="1824"/>
                      <a:pt x="1747" y="1864"/>
                    </a:cubicBezTo>
                    <a:cubicBezTo>
                      <a:pt x="1709" y="1864"/>
                      <a:pt x="1670" y="1864"/>
                      <a:pt x="1631" y="1864"/>
                    </a:cubicBezTo>
                    <a:cubicBezTo>
                      <a:pt x="1631" y="1902"/>
                      <a:pt x="1631" y="1941"/>
                      <a:pt x="1631" y="1980"/>
                    </a:cubicBezTo>
                    <a:cubicBezTo>
                      <a:pt x="1554" y="1980"/>
                      <a:pt x="1477" y="1980"/>
                      <a:pt x="1398" y="1980"/>
                    </a:cubicBezTo>
                    <a:cubicBezTo>
                      <a:pt x="1398" y="2019"/>
                      <a:pt x="1398" y="2057"/>
                      <a:pt x="1398" y="2097"/>
                    </a:cubicBezTo>
                    <a:cubicBezTo>
                      <a:pt x="1167" y="2097"/>
                      <a:pt x="936" y="2097"/>
                      <a:pt x="699" y="2097"/>
                    </a:cubicBezTo>
                    <a:cubicBezTo>
                      <a:pt x="699" y="2058"/>
                      <a:pt x="699" y="2020"/>
                      <a:pt x="699" y="1980"/>
                    </a:cubicBezTo>
                    <a:cubicBezTo>
                      <a:pt x="622" y="1980"/>
                      <a:pt x="545" y="1980"/>
                      <a:pt x="466" y="1980"/>
                    </a:cubicBezTo>
                    <a:cubicBezTo>
                      <a:pt x="466" y="1942"/>
                      <a:pt x="466" y="1903"/>
                      <a:pt x="466" y="1864"/>
                    </a:cubicBezTo>
                    <a:cubicBezTo>
                      <a:pt x="427" y="1864"/>
                      <a:pt x="389" y="1864"/>
                      <a:pt x="349" y="1864"/>
                    </a:cubicBezTo>
                    <a:cubicBezTo>
                      <a:pt x="349" y="1825"/>
                      <a:pt x="349" y="1787"/>
                      <a:pt x="349" y="1747"/>
                    </a:cubicBezTo>
                    <a:cubicBezTo>
                      <a:pt x="311" y="1747"/>
                      <a:pt x="273" y="1747"/>
                      <a:pt x="233" y="1747"/>
                    </a:cubicBezTo>
                    <a:cubicBezTo>
                      <a:pt x="233" y="1709"/>
                      <a:pt x="233" y="1670"/>
                      <a:pt x="233" y="1631"/>
                    </a:cubicBezTo>
                    <a:cubicBezTo>
                      <a:pt x="195" y="1631"/>
                      <a:pt x="156" y="1631"/>
                      <a:pt x="116" y="1631"/>
                    </a:cubicBezTo>
                    <a:cubicBezTo>
                      <a:pt x="116" y="1554"/>
                      <a:pt x="116" y="1477"/>
                      <a:pt x="116" y="1398"/>
                    </a:cubicBezTo>
                    <a:cubicBezTo>
                      <a:pt x="78" y="1398"/>
                      <a:pt x="40" y="1398"/>
                      <a:pt x="0" y="1398"/>
                    </a:cubicBezTo>
                    <a:cubicBezTo>
                      <a:pt x="0" y="1167"/>
                      <a:pt x="0" y="936"/>
                      <a:pt x="0" y="699"/>
                    </a:cubicBezTo>
                    <a:cubicBezTo>
                      <a:pt x="38" y="699"/>
                      <a:pt x="77" y="699"/>
                      <a:pt x="116" y="699"/>
                    </a:cubicBezTo>
                    <a:cubicBezTo>
                      <a:pt x="116" y="622"/>
                      <a:pt x="116" y="545"/>
                      <a:pt x="116" y="466"/>
                    </a:cubicBezTo>
                    <a:cubicBezTo>
                      <a:pt x="155" y="466"/>
                      <a:pt x="193" y="466"/>
                      <a:pt x="233" y="466"/>
                    </a:cubicBezTo>
                    <a:cubicBezTo>
                      <a:pt x="233" y="427"/>
                      <a:pt x="233" y="389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49" y="311"/>
                      <a:pt x="349" y="273"/>
                      <a:pt x="349" y="233"/>
                    </a:cubicBezTo>
                    <a:cubicBezTo>
                      <a:pt x="388" y="233"/>
                      <a:pt x="426" y="233"/>
                      <a:pt x="466" y="233"/>
                    </a:cubicBezTo>
                    <a:cubicBezTo>
                      <a:pt x="466" y="195"/>
                      <a:pt x="466" y="156"/>
                      <a:pt x="466" y="116"/>
                    </a:cubicBezTo>
                    <a:cubicBezTo>
                      <a:pt x="543" y="116"/>
                      <a:pt x="620" y="116"/>
                      <a:pt x="699" y="116"/>
                    </a:cubicBezTo>
                    <a:cubicBezTo>
                      <a:pt x="699" y="78"/>
                      <a:pt x="699" y="40"/>
                      <a:pt x="69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24" name="ICON_TOOL_MODELS_path_016"/>
              <p:cNvSpPr/>
              <p:nvPr/>
            </p:nvSpPr>
            <p:spPr>
              <a:xfrm>
                <a:off x="5135274" y="5179634"/>
                <a:ext cx="26627" cy="26627"/>
              </a:xfrm>
              <a:custGeom>
                <a:avLst/>
                <a:gdLst/>
                <a:ahLst/>
                <a:cxnLst/>
                <a:rect l="0" t="0" r="r" b="b"/>
                <a:pathLst>
                  <a:path w="2097" h="2097" fill="norm" stroke="0">
                    <a:moveTo>
                      <a:pt x="699" y="0"/>
                    </a:moveTo>
                    <a:cubicBezTo>
                      <a:pt x="929" y="0"/>
                      <a:pt x="1160" y="0"/>
                      <a:pt x="1398" y="0"/>
                    </a:cubicBezTo>
                    <a:cubicBezTo>
                      <a:pt x="1398" y="38"/>
                      <a:pt x="1398" y="77"/>
                      <a:pt x="1398" y="116"/>
                    </a:cubicBezTo>
                    <a:cubicBezTo>
                      <a:pt x="1475" y="116"/>
                      <a:pt x="1551" y="116"/>
                      <a:pt x="1631" y="116"/>
                    </a:cubicBezTo>
                    <a:cubicBezTo>
                      <a:pt x="1631" y="155"/>
                      <a:pt x="1631" y="193"/>
                      <a:pt x="1631" y="233"/>
                    </a:cubicBezTo>
                    <a:cubicBezTo>
                      <a:pt x="1669" y="233"/>
                      <a:pt x="1708" y="233"/>
                      <a:pt x="1747" y="233"/>
                    </a:cubicBezTo>
                    <a:cubicBezTo>
                      <a:pt x="1747" y="271"/>
                      <a:pt x="1747" y="310"/>
                      <a:pt x="1747" y="349"/>
                    </a:cubicBezTo>
                    <a:cubicBezTo>
                      <a:pt x="1786" y="349"/>
                      <a:pt x="1824" y="349"/>
                      <a:pt x="1864" y="349"/>
                    </a:cubicBezTo>
                    <a:cubicBezTo>
                      <a:pt x="1864" y="388"/>
                      <a:pt x="1864" y="426"/>
                      <a:pt x="1864" y="466"/>
                    </a:cubicBezTo>
                    <a:cubicBezTo>
                      <a:pt x="1902" y="466"/>
                      <a:pt x="1941" y="466"/>
                      <a:pt x="1980" y="466"/>
                    </a:cubicBezTo>
                    <a:cubicBezTo>
                      <a:pt x="1980" y="543"/>
                      <a:pt x="1980" y="620"/>
                      <a:pt x="1980" y="699"/>
                    </a:cubicBezTo>
                    <a:cubicBezTo>
                      <a:pt x="2019" y="699"/>
                      <a:pt x="2057" y="699"/>
                      <a:pt x="2097" y="699"/>
                    </a:cubicBezTo>
                    <a:cubicBezTo>
                      <a:pt x="2097" y="929"/>
                      <a:pt x="2097" y="1160"/>
                      <a:pt x="2097" y="1398"/>
                    </a:cubicBezTo>
                    <a:cubicBezTo>
                      <a:pt x="2058" y="1398"/>
                      <a:pt x="2020" y="1398"/>
                      <a:pt x="1980" y="1398"/>
                    </a:cubicBezTo>
                    <a:cubicBezTo>
                      <a:pt x="1980" y="1475"/>
                      <a:pt x="1980" y="1551"/>
                      <a:pt x="1980" y="1631"/>
                    </a:cubicBezTo>
                    <a:cubicBezTo>
                      <a:pt x="1942" y="1631"/>
                      <a:pt x="1903" y="1631"/>
                      <a:pt x="1864" y="1631"/>
                    </a:cubicBezTo>
                    <a:cubicBezTo>
                      <a:pt x="1864" y="1669"/>
                      <a:pt x="1864" y="1708"/>
                      <a:pt x="1864" y="1747"/>
                    </a:cubicBezTo>
                    <a:cubicBezTo>
                      <a:pt x="1825" y="1747"/>
                      <a:pt x="1787" y="1747"/>
                      <a:pt x="1747" y="1747"/>
                    </a:cubicBezTo>
                    <a:cubicBezTo>
                      <a:pt x="1747" y="1786"/>
                      <a:pt x="1747" y="1824"/>
                      <a:pt x="1747" y="1864"/>
                    </a:cubicBezTo>
                    <a:cubicBezTo>
                      <a:pt x="1709" y="1864"/>
                      <a:pt x="1670" y="1864"/>
                      <a:pt x="1631" y="1864"/>
                    </a:cubicBezTo>
                    <a:cubicBezTo>
                      <a:pt x="1631" y="1902"/>
                      <a:pt x="1631" y="1941"/>
                      <a:pt x="1631" y="1980"/>
                    </a:cubicBezTo>
                    <a:cubicBezTo>
                      <a:pt x="1515" y="1980"/>
                      <a:pt x="1400" y="1980"/>
                      <a:pt x="1281" y="1980"/>
                    </a:cubicBezTo>
                    <a:cubicBezTo>
                      <a:pt x="1281" y="2019"/>
                      <a:pt x="1281" y="2057"/>
                      <a:pt x="1281" y="2097"/>
                    </a:cubicBezTo>
                    <a:cubicBezTo>
                      <a:pt x="1089" y="2097"/>
                      <a:pt x="897" y="2097"/>
                      <a:pt x="699" y="2097"/>
                    </a:cubicBezTo>
                    <a:cubicBezTo>
                      <a:pt x="699" y="2058"/>
                      <a:pt x="699" y="2020"/>
                      <a:pt x="699" y="1980"/>
                    </a:cubicBezTo>
                    <a:cubicBezTo>
                      <a:pt x="622" y="1980"/>
                      <a:pt x="545" y="1980"/>
                      <a:pt x="466" y="1980"/>
                    </a:cubicBezTo>
                    <a:cubicBezTo>
                      <a:pt x="466" y="1942"/>
                      <a:pt x="466" y="1903"/>
                      <a:pt x="466" y="1864"/>
                    </a:cubicBezTo>
                    <a:cubicBezTo>
                      <a:pt x="427" y="1864"/>
                      <a:pt x="389" y="1864"/>
                      <a:pt x="349" y="1864"/>
                    </a:cubicBezTo>
                    <a:cubicBezTo>
                      <a:pt x="349" y="1825"/>
                      <a:pt x="349" y="1787"/>
                      <a:pt x="349" y="1747"/>
                    </a:cubicBezTo>
                    <a:cubicBezTo>
                      <a:pt x="311" y="1747"/>
                      <a:pt x="273" y="1747"/>
                      <a:pt x="233" y="1747"/>
                    </a:cubicBezTo>
                    <a:cubicBezTo>
                      <a:pt x="233" y="1709"/>
                      <a:pt x="233" y="1670"/>
                      <a:pt x="233" y="1631"/>
                    </a:cubicBezTo>
                    <a:cubicBezTo>
                      <a:pt x="195" y="1631"/>
                      <a:pt x="156" y="1631"/>
                      <a:pt x="116" y="1631"/>
                    </a:cubicBezTo>
                    <a:cubicBezTo>
                      <a:pt x="116" y="1554"/>
                      <a:pt x="116" y="1477"/>
                      <a:pt x="116" y="1398"/>
                    </a:cubicBezTo>
                    <a:cubicBezTo>
                      <a:pt x="78" y="1398"/>
                      <a:pt x="40" y="1398"/>
                      <a:pt x="0" y="1398"/>
                    </a:cubicBezTo>
                    <a:cubicBezTo>
                      <a:pt x="0" y="1167"/>
                      <a:pt x="0" y="936"/>
                      <a:pt x="0" y="699"/>
                    </a:cubicBezTo>
                    <a:cubicBezTo>
                      <a:pt x="38" y="699"/>
                      <a:pt x="77" y="699"/>
                      <a:pt x="116" y="699"/>
                    </a:cubicBezTo>
                    <a:cubicBezTo>
                      <a:pt x="116" y="622"/>
                      <a:pt x="116" y="545"/>
                      <a:pt x="116" y="466"/>
                    </a:cubicBezTo>
                    <a:cubicBezTo>
                      <a:pt x="155" y="466"/>
                      <a:pt x="193" y="466"/>
                      <a:pt x="233" y="466"/>
                    </a:cubicBezTo>
                    <a:cubicBezTo>
                      <a:pt x="233" y="427"/>
                      <a:pt x="233" y="389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49" y="311"/>
                      <a:pt x="349" y="273"/>
                      <a:pt x="349" y="233"/>
                    </a:cubicBezTo>
                    <a:cubicBezTo>
                      <a:pt x="388" y="233"/>
                      <a:pt x="426" y="233"/>
                      <a:pt x="466" y="233"/>
                    </a:cubicBezTo>
                    <a:cubicBezTo>
                      <a:pt x="466" y="195"/>
                      <a:pt x="466" y="156"/>
                      <a:pt x="466" y="116"/>
                    </a:cubicBezTo>
                    <a:cubicBezTo>
                      <a:pt x="543" y="116"/>
                      <a:pt x="620" y="116"/>
                      <a:pt x="699" y="116"/>
                    </a:cubicBezTo>
                    <a:cubicBezTo>
                      <a:pt x="699" y="78"/>
                      <a:pt x="699" y="40"/>
                      <a:pt x="69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25" name="ICON_TOOL_MODELS_path_017"/>
              <p:cNvSpPr/>
              <p:nvPr/>
            </p:nvSpPr>
            <p:spPr>
              <a:xfrm>
                <a:off x="5269887" y="5194426"/>
                <a:ext cx="26627" cy="26627"/>
              </a:xfrm>
              <a:custGeom>
                <a:avLst/>
                <a:gdLst/>
                <a:ahLst/>
                <a:cxnLst/>
                <a:rect l="0" t="0" r="r" b="b"/>
                <a:pathLst>
                  <a:path w="2097" h="2097" fill="norm" stroke="0">
                    <a:moveTo>
                      <a:pt x="699" y="0"/>
                    </a:moveTo>
                    <a:cubicBezTo>
                      <a:pt x="929" y="0"/>
                      <a:pt x="1160" y="0"/>
                      <a:pt x="1398" y="0"/>
                    </a:cubicBezTo>
                    <a:cubicBezTo>
                      <a:pt x="1398" y="38"/>
                      <a:pt x="1398" y="77"/>
                      <a:pt x="1398" y="116"/>
                    </a:cubicBezTo>
                    <a:cubicBezTo>
                      <a:pt x="1475" y="116"/>
                      <a:pt x="1551" y="116"/>
                      <a:pt x="1631" y="116"/>
                    </a:cubicBezTo>
                    <a:cubicBezTo>
                      <a:pt x="1631" y="155"/>
                      <a:pt x="1631" y="193"/>
                      <a:pt x="1631" y="233"/>
                    </a:cubicBezTo>
                    <a:cubicBezTo>
                      <a:pt x="1669" y="233"/>
                      <a:pt x="1708" y="233"/>
                      <a:pt x="1747" y="233"/>
                    </a:cubicBezTo>
                    <a:cubicBezTo>
                      <a:pt x="1747" y="271"/>
                      <a:pt x="1747" y="310"/>
                      <a:pt x="1747" y="349"/>
                    </a:cubicBezTo>
                    <a:cubicBezTo>
                      <a:pt x="1786" y="349"/>
                      <a:pt x="1824" y="349"/>
                      <a:pt x="1864" y="349"/>
                    </a:cubicBezTo>
                    <a:cubicBezTo>
                      <a:pt x="1864" y="426"/>
                      <a:pt x="1864" y="503"/>
                      <a:pt x="1864" y="582"/>
                    </a:cubicBezTo>
                    <a:cubicBezTo>
                      <a:pt x="1902" y="582"/>
                      <a:pt x="1941" y="582"/>
                      <a:pt x="1980" y="582"/>
                    </a:cubicBezTo>
                    <a:cubicBezTo>
                      <a:pt x="1980" y="659"/>
                      <a:pt x="1980" y="736"/>
                      <a:pt x="1980" y="815"/>
                    </a:cubicBezTo>
                    <a:cubicBezTo>
                      <a:pt x="2019" y="815"/>
                      <a:pt x="2057" y="815"/>
                      <a:pt x="2097" y="815"/>
                    </a:cubicBezTo>
                    <a:cubicBezTo>
                      <a:pt x="2097" y="969"/>
                      <a:pt x="2097" y="1123"/>
                      <a:pt x="2097" y="1281"/>
                    </a:cubicBezTo>
                    <a:cubicBezTo>
                      <a:pt x="2058" y="1281"/>
                      <a:pt x="2020" y="1281"/>
                      <a:pt x="1980" y="1281"/>
                    </a:cubicBezTo>
                    <a:cubicBezTo>
                      <a:pt x="1980" y="1397"/>
                      <a:pt x="1980" y="1512"/>
                      <a:pt x="1980" y="1631"/>
                    </a:cubicBezTo>
                    <a:cubicBezTo>
                      <a:pt x="1942" y="1631"/>
                      <a:pt x="1903" y="1631"/>
                      <a:pt x="1864" y="1631"/>
                    </a:cubicBezTo>
                    <a:cubicBezTo>
                      <a:pt x="1864" y="1669"/>
                      <a:pt x="1864" y="1708"/>
                      <a:pt x="1864" y="1747"/>
                    </a:cubicBezTo>
                    <a:cubicBezTo>
                      <a:pt x="1825" y="1747"/>
                      <a:pt x="1787" y="1747"/>
                      <a:pt x="1747" y="1747"/>
                    </a:cubicBezTo>
                    <a:cubicBezTo>
                      <a:pt x="1747" y="1786"/>
                      <a:pt x="1747" y="1824"/>
                      <a:pt x="1747" y="1864"/>
                    </a:cubicBezTo>
                    <a:cubicBezTo>
                      <a:pt x="1709" y="1864"/>
                      <a:pt x="1670" y="1864"/>
                      <a:pt x="1631" y="1864"/>
                    </a:cubicBezTo>
                    <a:cubicBezTo>
                      <a:pt x="1631" y="1902"/>
                      <a:pt x="1631" y="1941"/>
                      <a:pt x="1631" y="1980"/>
                    </a:cubicBezTo>
                    <a:cubicBezTo>
                      <a:pt x="1554" y="1980"/>
                      <a:pt x="1477" y="1980"/>
                      <a:pt x="1398" y="1980"/>
                    </a:cubicBezTo>
                    <a:cubicBezTo>
                      <a:pt x="1398" y="2019"/>
                      <a:pt x="1398" y="2057"/>
                      <a:pt x="1398" y="2097"/>
                    </a:cubicBezTo>
                    <a:cubicBezTo>
                      <a:pt x="1167" y="2097"/>
                      <a:pt x="936" y="2097"/>
                      <a:pt x="699" y="2097"/>
                    </a:cubicBezTo>
                    <a:cubicBezTo>
                      <a:pt x="699" y="2058"/>
                      <a:pt x="699" y="2020"/>
                      <a:pt x="699" y="1980"/>
                    </a:cubicBezTo>
                    <a:cubicBezTo>
                      <a:pt x="622" y="1980"/>
                      <a:pt x="545" y="1980"/>
                      <a:pt x="466" y="1980"/>
                    </a:cubicBezTo>
                    <a:cubicBezTo>
                      <a:pt x="466" y="1942"/>
                      <a:pt x="466" y="1903"/>
                      <a:pt x="466" y="1864"/>
                    </a:cubicBezTo>
                    <a:cubicBezTo>
                      <a:pt x="427" y="1864"/>
                      <a:pt x="389" y="1864"/>
                      <a:pt x="349" y="1864"/>
                    </a:cubicBezTo>
                    <a:cubicBezTo>
                      <a:pt x="349" y="1825"/>
                      <a:pt x="349" y="1787"/>
                      <a:pt x="349" y="1747"/>
                    </a:cubicBezTo>
                    <a:cubicBezTo>
                      <a:pt x="311" y="1747"/>
                      <a:pt x="273" y="1747"/>
                      <a:pt x="233" y="1747"/>
                    </a:cubicBezTo>
                    <a:cubicBezTo>
                      <a:pt x="233" y="1709"/>
                      <a:pt x="233" y="1670"/>
                      <a:pt x="233" y="1631"/>
                    </a:cubicBezTo>
                    <a:cubicBezTo>
                      <a:pt x="195" y="1631"/>
                      <a:pt x="156" y="1631"/>
                      <a:pt x="116" y="1631"/>
                    </a:cubicBezTo>
                    <a:cubicBezTo>
                      <a:pt x="116" y="1554"/>
                      <a:pt x="116" y="1477"/>
                      <a:pt x="116" y="1398"/>
                    </a:cubicBezTo>
                    <a:cubicBezTo>
                      <a:pt x="78" y="1398"/>
                      <a:pt x="40" y="1398"/>
                      <a:pt x="0" y="1398"/>
                    </a:cubicBezTo>
                    <a:cubicBezTo>
                      <a:pt x="0" y="1129"/>
                      <a:pt x="0" y="860"/>
                      <a:pt x="0" y="582"/>
                    </a:cubicBezTo>
                    <a:cubicBezTo>
                      <a:pt x="38" y="582"/>
                      <a:pt x="77" y="582"/>
                      <a:pt x="116" y="582"/>
                    </a:cubicBezTo>
                    <a:cubicBezTo>
                      <a:pt x="116" y="544"/>
                      <a:pt x="116" y="506"/>
                      <a:pt x="116" y="466"/>
                    </a:cubicBezTo>
                    <a:cubicBezTo>
                      <a:pt x="155" y="466"/>
                      <a:pt x="193" y="466"/>
                      <a:pt x="233" y="466"/>
                    </a:cubicBezTo>
                    <a:cubicBezTo>
                      <a:pt x="233" y="427"/>
                      <a:pt x="233" y="389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49" y="311"/>
                      <a:pt x="349" y="273"/>
                      <a:pt x="349" y="233"/>
                    </a:cubicBezTo>
                    <a:cubicBezTo>
                      <a:pt x="388" y="233"/>
                      <a:pt x="426" y="233"/>
                      <a:pt x="466" y="233"/>
                    </a:cubicBezTo>
                    <a:cubicBezTo>
                      <a:pt x="466" y="195"/>
                      <a:pt x="466" y="156"/>
                      <a:pt x="466" y="116"/>
                    </a:cubicBezTo>
                    <a:cubicBezTo>
                      <a:pt x="543" y="116"/>
                      <a:pt x="620" y="116"/>
                      <a:pt x="699" y="116"/>
                    </a:cubicBezTo>
                    <a:cubicBezTo>
                      <a:pt x="699" y="78"/>
                      <a:pt x="699" y="40"/>
                      <a:pt x="69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26" name="ICON_TOOL_MODELS_path_018"/>
              <p:cNvSpPr/>
              <p:nvPr/>
            </p:nvSpPr>
            <p:spPr>
              <a:xfrm>
                <a:off x="5278762" y="5297975"/>
                <a:ext cx="26627" cy="26627"/>
              </a:xfrm>
              <a:custGeom>
                <a:avLst/>
                <a:gdLst/>
                <a:ahLst/>
                <a:cxnLst/>
                <a:rect l="0" t="0" r="r" b="b"/>
                <a:pathLst>
                  <a:path w="2097" h="2097" fill="norm" stroke="0">
                    <a:moveTo>
                      <a:pt x="932" y="0"/>
                    </a:moveTo>
                    <a:cubicBezTo>
                      <a:pt x="1047" y="0"/>
                      <a:pt x="1162" y="0"/>
                      <a:pt x="1281" y="0"/>
                    </a:cubicBezTo>
                    <a:cubicBezTo>
                      <a:pt x="1281" y="38"/>
                      <a:pt x="1281" y="77"/>
                      <a:pt x="1281" y="116"/>
                    </a:cubicBezTo>
                    <a:cubicBezTo>
                      <a:pt x="1397" y="116"/>
                      <a:pt x="1512" y="116"/>
                      <a:pt x="1631" y="116"/>
                    </a:cubicBezTo>
                    <a:cubicBezTo>
                      <a:pt x="1631" y="155"/>
                      <a:pt x="1631" y="193"/>
                      <a:pt x="1631" y="233"/>
                    </a:cubicBezTo>
                    <a:cubicBezTo>
                      <a:pt x="1669" y="233"/>
                      <a:pt x="1708" y="233"/>
                      <a:pt x="1747" y="233"/>
                    </a:cubicBezTo>
                    <a:cubicBezTo>
                      <a:pt x="1747" y="271"/>
                      <a:pt x="1747" y="310"/>
                      <a:pt x="1747" y="349"/>
                    </a:cubicBezTo>
                    <a:cubicBezTo>
                      <a:pt x="1786" y="349"/>
                      <a:pt x="1824" y="349"/>
                      <a:pt x="1864" y="349"/>
                    </a:cubicBezTo>
                    <a:cubicBezTo>
                      <a:pt x="1864" y="388"/>
                      <a:pt x="1864" y="426"/>
                      <a:pt x="1864" y="466"/>
                    </a:cubicBezTo>
                    <a:cubicBezTo>
                      <a:pt x="1902" y="466"/>
                      <a:pt x="1941" y="466"/>
                      <a:pt x="1980" y="466"/>
                    </a:cubicBezTo>
                    <a:cubicBezTo>
                      <a:pt x="1980" y="504"/>
                      <a:pt x="1980" y="543"/>
                      <a:pt x="1980" y="582"/>
                    </a:cubicBezTo>
                    <a:cubicBezTo>
                      <a:pt x="2019" y="582"/>
                      <a:pt x="2057" y="582"/>
                      <a:pt x="2097" y="582"/>
                    </a:cubicBezTo>
                    <a:cubicBezTo>
                      <a:pt x="2097" y="890"/>
                      <a:pt x="2097" y="1197"/>
                      <a:pt x="2097" y="1514"/>
                    </a:cubicBezTo>
                    <a:cubicBezTo>
                      <a:pt x="2058" y="1514"/>
                      <a:pt x="2020" y="1514"/>
                      <a:pt x="1980" y="1514"/>
                    </a:cubicBezTo>
                    <a:cubicBezTo>
                      <a:pt x="1980" y="1591"/>
                      <a:pt x="1980" y="1668"/>
                      <a:pt x="1980" y="1747"/>
                    </a:cubicBezTo>
                    <a:cubicBezTo>
                      <a:pt x="1942" y="1747"/>
                      <a:pt x="1903" y="1747"/>
                      <a:pt x="1864" y="1747"/>
                    </a:cubicBezTo>
                    <a:cubicBezTo>
                      <a:pt x="1864" y="1786"/>
                      <a:pt x="1864" y="1824"/>
                      <a:pt x="1864" y="1864"/>
                    </a:cubicBezTo>
                    <a:cubicBezTo>
                      <a:pt x="1825" y="1864"/>
                      <a:pt x="1787" y="1864"/>
                      <a:pt x="1747" y="1864"/>
                    </a:cubicBezTo>
                    <a:cubicBezTo>
                      <a:pt x="1747" y="1902"/>
                      <a:pt x="1747" y="1941"/>
                      <a:pt x="1747" y="1980"/>
                    </a:cubicBezTo>
                    <a:cubicBezTo>
                      <a:pt x="1670" y="1980"/>
                      <a:pt x="1593" y="1980"/>
                      <a:pt x="1514" y="1980"/>
                    </a:cubicBezTo>
                    <a:cubicBezTo>
                      <a:pt x="1514" y="2019"/>
                      <a:pt x="1514" y="2057"/>
                      <a:pt x="1514" y="2097"/>
                    </a:cubicBezTo>
                    <a:cubicBezTo>
                      <a:pt x="1207" y="2097"/>
                      <a:pt x="899" y="2097"/>
                      <a:pt x="582" y="2097"/>
                    </a:cubicBezTo>
                    <a:cubicBezTo>
                      <a:pt x="582" y="2058"/>
                      <a:pt x="582" y="2020"/>
                      <a:pt x="582" y="1980"/>
                    </a:cubicBezTo>
                    <a:cubicBezTo>
                      <a:pt x="544" y="1980"/>
                      <a:pt x="506" y="1980"/>
                      <a:pt x="466" y="1980"/>
                    </a:cubicBezTo>
                    <a:cubicBezTo>
                      <a:pt x="466" y="1942"/>
                      <a:pt x="466" y="1903"/>
                      <a:pt x="466" y="1864"/>
                    </a:cubicBezTo>
                    <a:cubicBezTo>
                      <a:pt x="427" y="1864"/>
                      <a:pt x="389" y="1864"/>
                      <a:pt x="349" y="1864"/>
                    </a:cubicBezTo>
                    <a:cubicBezTo>
                      <a:pt x="349" y="1825"/>
                      <a:pt x="349" y="1787"/>
                      <a:pt x="349" y="1747"/>
                    </a:cubicBezTo>
                    <a:cubicBezTo>
                      <a:pt x="311" y="1747"/>
                      <a:pt x="273" y="1747"/>
                      <a:pt x="233" y="1747"/>
                    </a:cubicBezTo>
                    <a:cubicBezTo>
                      <a:pt x="233" y="1709"/>
                      <a:pt x="233" y="1670"/>
                      <a:pt x="233" y="1631"/>
                    </a:cubicBezTo>
                    <a:cubicBezTo>
                      <a:pt x="195" y="1631"/>
                      <a:pt x="156" y="1631"/>
                      <a:pt x="116" y="1631"/>
                    </a:cubicBezTo>
                    <a:cubicBezTo>
                      <a:pt x="116" y="1515"/>
                      <a:pt x="116" y="1400"/>
                      <a:pt x="116" y="1281"/>
                    </a:cubicBezTo>
                    <a:cubicBezTo>
                      <a:pt x="78" y="1281"/>
                      <a:pt x="40" y="1281"/>
                      <a:pt x="0" y="1281"/>
                    </a:cubicBezTo>
                    <a:cubicBezTo>
                      <a:pt x="0" y="1166"/>
                      <a:pt x="0" y="1051"/>
                      <a:pt x="0" y="932"/>
                    </a:cubicBezTo>
                    <a:cubicBezTo>
                      <a:pt x="38" y="932"/>
                      <a:pt x="77" y="932"/>
                      <a:pt x="116" y="932"/>
                    </a:cubicBezTo>
                    <a:cubicBezTo>
                      <a:pt x="116" y="817"/>
                      <a:pt x="116" y="701"/>
                      <a:pt x="116" y="582"/>
                    </a:cubicBezTo>
                    <a:cubicBezTo>
                      <a:pt x="155" y="582"/>
                      <a:pt x="193" y="582"/>
                      <a:pt x="233" y="582"/>
                    </a:cubicBezTo>
                    <a:cubicBezTo>
                      <a:pt x="233" y="544"/>
                      <a:pt x="233" y="506"/>
                      <a:pt x="233" y="466"/>
                    </a:cubicBezTo>
                    <a:cubicBezTo>
                      <a:pt x="271" y="466"/>
                      <a:pt x="310" y="466"/>
                      <a:pt x="349" y="466"/>
                    </a:cubicBezTo>
                    <a:cubicBezTo>
                      <a:pt x="349" y="427"/>
                      <a:pt x="349" y="389"/>
                      <a:pt x="349" y="349"/>
                    </a:cubicBezTo>
                    <a:cubicBezTo>
                      <a:pt x="388" y="349"/>
                      <a:pt x="426" y="349"/>
                      <a:pt x="466" y="349"/>
                    </a:cubicBezTo>
                    <a:cubicBezTo>
                      <a:pt x="466" y="311"/>
                      <a:pt x="466" y="273"/>
                      <a:pt x="466" y="233"/>
                    </a:cubicBezTo>
                    <a:cubicBezTo>
                      <a:pt x="504" y="233"/>
                      <a:pt x="543" y="233"/>
                      <a:pt x="582" y="233"/>
                    </a:cubicBezTo>
                    <a:cubicBezTo>
                      <a:pt x="582" y="195"/>
                      <a:pt x="582" y="156"/>
                      <a:pt x="582" y="116"/>
                    </a:cubicBezTo>
                    <a:cubicBezTo>
                      <a:pt x="698" y="116"/>
                      <a:pt x="813" y="116"/>
                      <a:pt x="932" y="116"/>
                    </a:cubicBezTo>
                    <a:cubicBezTo>
                      <a:pt x="932" y="78"/>
                      <a:pt x="932" y="40"/>
                      <a:pt x="93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27" name="ICON_TOOL_MODELS_path_019"/>
              <p:cNvSpPr/>
              <p:nvPr/>
            </p:nvSpPr>
            <p:spPr>
              <a:xfrm>
                <a:off x="5213675" y="5158924"/>
                <a:ext cx="26627" cy="26627"/>
              </a:xfrm>
              <a:custGeom>
                <a:avLst/>
                <a:gdLst/>
                <a:ahLst/>
                <a:cxnLst/>
                <a:rect l="0" t="0" r="r" b="b"/>
                <a:pathLst>
                  <a:path w="2097" h="2097" fill="norm" stroke="0">
                    <a:moveTo>
                      <a:pt x="699" y="0"/>
                    </a:moveTo>
                    <a:cubicBezTo>
                      <a:pt x="929" y="0"/>
                      <a:pt x="1160" y="0"/>
                      <a:pt x="1398" y="0"/>
                    </a:cubicBezTo>
                    <a:cubicBezTo>
                      <a:pt x="1398" y="38"/>
                      <a:pt x="1398" y="77"/>
                      <a:pt x="1398" y="116"/>
                    </a:cubicBezTo>
                    <a:cubicBezTo>
                      <a:pt x="1475" y="116"/>
                      <a:pt x="1551" y="116"/>
                      <a:pt x="1631" y="116"/>
                    </a:cubicBezTo>
                    <a:cubicBezTo>
                      <a:pt x="1631" y="155"/>
                      <a:pt x="1631" y="193"/>
                      <a:pt x="1631" y="233"/>
                    </a:cubicBezTo>
                    <a:cubicBezTo>
                      <a:pt x="1669" y="233"/>
                      <a:pt x="1708" y="233"/>
                      <a:pt x="1747" y="233"/>
                    </a:cubicBezTo>
                    <a:cubicBezTo>
                      <a:pt x="1747" y="271"/>
                      <a:pt x="1747" y="310"/>
                      <a:pt x="1747" y="349"/>
                    </a:cubicBezTo>
                    <a:cubicBezTo>
                      <a:pt x="1786" y="349"/>
                      <a:pt x="1824" y="349"/>
                      <a:pt x="1864" y="349"/>
                    </a:cubicBezTo>
                    <a:cubicBezTo>
                      <a:pt x="1864" y="388"/>
                      <a:pt x="1864" y="426"/>
                      <a:pt x="1864" y="466"/>
                    </a:cubicBezTo>
                    <a:cubicBezTo>
                      <a:pt x="1902" y="466"/>
                      <a:pt x="1941" y="466"/>
                      <a:pt x="1980" y="466"/>
                    </a:cubicBezTo>
                    <a:cubicBezTo>
                      <a:pt x="1980" y="543"/>
                      <a:pt x="1980" y="620"/>
                      <a:pt x="1980" y="699"/>
                    </a:cubicBezTo>
                    <a:cubicBezTo>
                      <a:pt x="2019" y="699"/>
                      <a:pt x="2057" y="699"/>
                      <a:pt x="2097" y="699"/>
                    </a:cubicBezTo>
                    <a:cubicBezTo>
                      <a:pt x="2097" y="891"/>
                      <a:pt x="2097" y="1083"/>
                      <a:pt x="2097" y="1281"/>
                    </a:cubicBezTo>
                    <a:cubicBezTo>
                      <a:pt x="2058" y="1281"/>
                      <a:pt x="2020" y="1281"/>
                      <a:pt x="1980" y="1281"/>
                    </a:cubicBezTo>
                    <a:cubicBezTo>
                      <a:pt x="1980" y="1358"/>
                      <a:pt x="1980" y="1435"/>
                      <a:pt x="1980" y="1514"/>
                    </a:cubicBezTo>
                    <a:cubicBezTo>
                      <a:pt x="1942" y="1514"/>
                      <a:pt x="1903" y="1514"/>
                      <a:pt x="1864" y="1514"/>
                    </a:cubicBezTo>
                    <a:cubicBezTo>
                      <a:pt x="1864" y="1591"/>
                      <a:pt x="1864" y="1668"/>
                      <a:pt x="1864" y="1747"/>
                    </a:cubicBezTo>
                    <a:cubicBezTo>
                      <a:pt x="1825" y="1747"/>
                      <a:pt x="1787" y="1747"/>
                      <a:pt x="1747" y="1747"/>
                    </a:cubicBezTo>
                    <a:cubicBezTo>
                      <a:pt x="1747" y="1786"/>
                      <a:pt x="1747" y="1824"/>
                      <a:pt x="1747" y="1864"/>
                    </a:cubicBezTo>
                    <a:cubicBezTo>
                      <a:pt x="1670" y="1864"/>
                      <a:pt x="1593" y="1864"/>
                      <a:pt x="1514" y="1864"/>
                    </a:cubicBezTo>
                    <a:cubicBezTo>
                      <a:pt x="1514" y="1902"/>
                      <a:pt x="1514" y="1941"/>
                      <a:pt x="1514" y="1980"/>
                    </a:cubicBezTo>
                    <a:cubicBezTo>
                      <a:pt x="1437" y="1980"/>
                      <a:pt x="1360" y="1980"/>
                      <a:pt x="1281" y="1980"/>
                    </a:cubicBezTo>
                    <a:cubicBezTo>
                      <a:pt x="1281" y="2019"/>
                      <a:pt x="1281" y="2057"/>
                      <a:pt x="1281" y="2097"/>
                    </a:cubicBezTo>
                    <a:cubicBezTo>
                      <a:pt x="1127" y="2097"/>
                      <a:pt x="974" y="2097"/>
                      <a:pt x="815" y="2097"/>
                    </a:cubicBezTo>
                    <a:cubicBezTo>
                      <a:pt x="815" y="2058"/>
                      <a:pt x="815" y="2020"/>
                      <a:pt x="815" y="1980"/>
                    </a:cubicBezTo>
                    <a:cubicBezTo>
                      <a:pt x="700" y="1980"/>
                      <a:pt x="585" y="1980"/>
                      <a:pt x="466" y="1980"/>
                    </a:cubicBezTo>
                    <a:cubicBezTo>
                      <a:pt x="466" y="1942"/>
                      <a:pt x="466" y="1903"/>
                      <a:pt x="466" y="1864"/>
                    </a:cubicBezTo>
                    <a:cubicBezTo>
                      <a:pt x="427" y="1864"/>
                      <a:pt x="389" y="1864"/>
                      <a:pt x="349" y="1864"/>
                    </a:cubicBezTo>
                    <a:cubicBezTo>
                      <a:pt x="349" y="1825"/>
                      <a:pt x="349" y="1787"/>
                      <a:pt x="349" y="1747"/>
                    </a:cubicBezTo>
                    <a:cubicBezTo>
                      <a:pt x="311" y="1747"/>
                      <a:pt x="273" y="1747"/>
                      <a:pt x="233" y="1747"/>
                    </a:cubicBezTo>
                    <a:cubicBezTo>
                      <a:pt x="233" y="1709"/>
                      <a:pt x="233" y="1670"/>
                      <a:pt x="233" y="1631"/>
                    </a:cubicBezTo>
                    <a:cubicBezTo>
                      <a:pt x="195" y="1631"/>
                      <a:pt x="156" y="1631"/>
                      <a:pt x="116" y="1631"/>
                    </a:cubicBezTo>
                    <a:cubicBezTo>
                      <a:pt x="116" y="1554"/>
                      <a:pt x="116" y="1477"/>
                      <a:pt x="116" y="1398"/>
                    </a:cubicBezTo>
                    <a:cubicBezTo>
                      <a:pt x="78" y="1398"/>
                      <a:pt x="40" y="1398"/>
                      <a:pt x="0" y="1398"/>
                    </a:cubicBezTo>
                    <a:cubicBezTo>
                      <a:pt x="0" y="1167"/>
                      <a:pt x="0" y="936"/>
                      <a:pt x="0" y="699"/>
                    </a:cubicBezTo>
                    <a:cubicBezTo>
                      <a:pt x="38" y="699"/>
                      <a:pt x="77" y="699"/>
                      <a:pt x="116" y="699"/>
                    </a:cubicBezTo>
                    <a:cubicBezTo>
                      <a:pt x="116" y="622"/>
                      <a:pt x="116" y="545"/>
                      <a:pt x="116" y="466"/>
                    </a:cubicBezTo>
                    <a:cubicBezTo>
                      <a:pt x="155" y="466"/>
                      <a:pt x="193" y="466"/>
                      <a:pt x="233" y="466"/>
                    </a:cubicBezTo>
                    <a:cubicBezTo>
                      <a:pt x="233" y="427"/>
                      <a:pt x="233" y="389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49" y="311"/>
                      <a:pt x="349" y="273"/>
                      <a:pt x="349" y="233"/>
                    </a:cubicBezTo>
                    <a:cubicBezTo>
                      <a:pt x="388" y="233"/>
                      <a:pt x="426" y="233"/>
                      <a:pt x="466" y="233"/>
                    </a:cubicBezTo>
                    <a:cubicBezTo>
                      <a:pt x="466" y="195"/>
                      <a:pt x="466" y="156"/>
                      <a:pt x="466" y="116"/>
                    </a:cubicBezTo>
                    <a:cubicBezTo>
                      <a:pt x="543" y="116"/>
                      <a:pt x="620" y="116"/>
                      <a:pt x="699" y="116"/>
                    </a:cubicBezTo>
                    <a:cubicBezTo>
                      <a:pt x="699" y="78"/>
                      <a:pt x="699" y="40"/>
                      <a:pt x="69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28" name="ICON_TOOL_MODELS_path_020"/>
              <p:cNvSpPr/>
              <p:nvPr/>
            </p:nvSpPr>
            <p:spPr>
              <a:xfrm>
                <a:off x="5309827" y="5255076"/>
                <a:ext cx="26627" cy="26627"/>
              </a:xfrm>
              <a:custGeom>
                <a:avLst/>
                <a:gdLst/>
                <a:ahLst/>
                <a:cxnLst/>
                <a:rect l="0" t="0" r="r" b="b"/>
                <a:pathLst>
                  <a:path w="2097" h="2097" fill="norm" stroke="0">
                    <a:moveTo>
                      <a:pt x="932" y="0"/>
                    </a:moveTo>
                    <a:cubicBezTo>
                      <a:pt x="1009" y="0"/>
                      <a:pt x="1086" y="0"/>
                      <a:pt x="1165" y="0"/>
                    </a:cubicBezTo>
                    <a:cubicBezTo>
                      <a:pt x="1165" y="38"/>
                      <a:pt x="1165" y="77"/>
                      <a:pt x="1165" y="116"/>
                    </a:cubicBezTo>
                    <a:cubicBezTo>
                      <a:pt x="1280" y="116"/>
                      <a:pt x="1395" y="116"/>
                      <a:pt x="1514" y="116"/>
                    </a:cubicBezTo>
                    <a:cubicBezTo>
                      <a:pt x="1514" y="155"/>
                      <a:pt x="1514" y="193"/>
                      <a:pt x="1514" y="233"/>
                    </a:cubicBezTo>
                    <a:cubicBezTo>
                      <a:pt x="1553" y="233"/>
                      <a:pt x="1591" y="233"/>
                      <a:pt x="1631" y="233"/>
                    </a:cubicBezTo>
                    <a:cubicBezTo>
                      <a:pt x="1631" y="271"/>
                      <a:pt x="1631" y="310"/>
                      <a:pt x="1631" y="349"/>
                    </a:cubicBezTo>
                    <a:cubicBezTo>
                      <a:pt x="1669" y="349"/>
                      <a:pt x="1708" y="349"/>
                      <a:pt x="1747" y="349"/>
                    </a:cubicBezTo>
                    <a:cubicBezTo>
                      <a:pt x="1747" y="388"/>
                      <a:pt x="1747" y="426"/>
                      <a:pt x="1747" y="466"/>
                    </a:cubicBezTo>
                    <a:cubicBezTo>
                      <a:pt x="1786" y="466"/>
                      <a:pt x="1824" y="466"/>
                      <a:pt x="1864" y="466"/>
                    </a:cubicBezTo>
                    <a:cubicBezTo>
                      <a:pt x="1864" y="504"/>
                      <a:pt x="1864" y="543"/>
                      <a:pt x="1864" y="582"/>
                    </a:cubicBezTo>
                    <a:cubicBezTo>
                      <a:pt x="1902" y="582"/>
                      <a:pt x="1941" y="582"/>
                      <a:pt x="1980" y="582"/>
                    </a:cubicBezTo>
                    <a:cubicBezTo>
                      <a:pt x="1980" y="659"/>
                      <a:pt x="1980" y="736"/>
                      <a:pt x="1980" y="815"/>
                    </a:cubicBezTo>
                    <a:cubicBezTo>
                      <a:pt x="2019" y="815"/>
                      <a:pt x="2057" y="815"/>
                      <a:pt x="2097" y="815"/>
                    </a:cubicBezTo>
                    <a:cubicBezTo>
                      <a:pt x="2097" y="969"/>
                      <a:pt x="2097" y="1123"/>
                      <a:pt x="2097" y="1281"/>
                    </a:cubicBezTo>
                    <a:cubicBezTo>
                      <a:pt x="2058" y="1281"/>
                      <a:pt x="2020" y="1281"/>
                      <a:pt x="1980" y="1281"/>
                    </a:cubicBezTo>
                    <a:cubicBezTo>
                      <a:pt x="1980" y="1397"/>
                      <a:pt x="1980" y="1512"/>
                      <a:pt x="1980" y="1631"/>
                    </a:cubicBezTo>
                    <a:cubicBezTo>
                      <a:pt x="1942" y="1631"/>
                      <a:pt x="1903" y="1631"/>
                      <a:pt x="1864" y="1631"/>
                    </a:cubicBezTo>
                    <a:cubicBezTo>
                      <a:pt x="1864" y="1669"/>
                      <a:pt x="1864" y="1708"/>
                      <a:pt x="1864" y="1747"/>
                    </a:cubicBezTo>
                    <a:cubicBezTo>
                      <a:pt x="1825" y="1747"/>
                      <a:pt x="1787" y="1747"/>
                      <a:pt x="1747" y="1747"/>
                    </a:cubicBezTo>
                    <a:cubicBezTo>
                      <a:pt x="1747" y="1786"/>
                      <a:pt x="1747" y="1824"/>
                      <a:pt x="1747" y="1864"/>
                    </a:cubicBezTo>
                    <a:cubicBezTo>
                      <a:pt x="1709" y="1864"/>
                      <a:pt x="1670" y="1864"/>
                      <a:pt x="1631" y="1864"/>
                    </a:cubicBezTo>
                    <a:cubicBezTo>
                      <a:pt x="1631" y="1902"/>
                      <a:pt x="1631" y="1941"/>
                      <a:pt x="1631" y="1980"/>
                    </a:cubicBezTo>
                    <a:cubicBezTo>
                      <a:pt x="1554" y="1980"/>
                      <a:pt x="1477" y="1980"/>
                      <a:pt x="1398" y="1980"/>
                    </a:cubicBezTo>
                    <a:cubicBezTo>
                      <a:pt x="1398" y="2019"/>
                      <a:pt x="1398" y="2057"/>
                      <a:pt x="1398" y="2097"/>
                    </a:cubicBezTo>
                    <a:cubicBezTo>
                      <a:pt x="1129" y="2097"/>
                      <a:pt x="860" y="2097"/>
                      <a:pt x="582" y="2097"/>
                    </a:cubicBezTo>
                    <a:cubicBezTo>
                      <a:pt x="582" y="2058"/>
                      <a:pt x="582" y="2020"/>
                      <a:pt x="582" y="1980"/>
                    </a:cubicBezTo>
                    <a:cubicBezTo>
                      <a:pt x="544" y="1980"/>
                      <a:pt x="506" y="1980"/>
                      <a:pt x="466" y="1980"/>
                    </a:cubicBezTo>
                    <a:cubicBezTo>
                      <a:pt x="466" y="1942"/>
                      <a:pt x="466" y="1903"/>
                      <a:pt x="466" y="1864"/>
                    </a:cubicBezTo>
                    <a:cubicBezTo>
                      <a:pt x="389" y="1864"/>
                      <a:pt x="312" y="1864"/>
                      <a:pt x="233" y="1864"/>
                    </a:cubicBezTo>
                    <a:cubicBezTo>
                      <a:pt x="233" y="1825"/>
                      <a:pt x="233" y="1787"/>
                      <a:pt x="233" y="1747"/>
                    </a:cubicBezTo>
                    <a:cubicBezTo>
                      <a:pt x="195" y="1747"/>
                      <a:pt x="156" y="1747"/>
                      <a:pt x="116" y="1747"/>
                    </a:cubicBezTo>
                    <a:cubicBezTo>
                      <a:pt x="116" y="1670"/>
                      <a:pt x="116" y="1593"/>
                      <a:pt x="116" y="1514"/>
                    </a:cubicBezTo>
                    <a:cubicBezTo>
                      <a:pt x="78" y="1514"/>
                      <a:pt x="40" y="1514"/>
                      <a:pt x="0" y="1514"/>
                    </a:cubicBezTo>
                    <a:cubicBezTo>
                      <a:pt x="0" y="1245"/>
                      <a:pt x="0" y="976"/>
                      <a:pt x="0" y="699"/>
                    </a:cubicBezTo>
                    <a:cubicBezTo>
                      <a:pt x="38" y="699"/>
                      <a:pt x="77" y="699"/>
                      <a:pt x="116" y="699"/>
                    </a:cubicBezTo>
                    <a:cubicBezTo>
                      <a:pt x="116" y="622"/>
                      <a:pt x="116" y="545"/>
                      <a:pt x="116" y="466"/>
                    </a:cubicBezTo>
                    <a:cubicBezTo>
                      <a:pt x="155" y="466"/>
                      <a:pt x="193" y="466"/>
                      <a:pt x="233" y="466"/>
                    </a:cubicBezTo>
                    <a:cubicBezTo>
                      <a:pt x="233" y="427"/>
                      <a:pt x="233" y="389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49" y="311"/>
                      <a:pt x="349" y="273"/>
                      <a:pt x="349" y="233"/>
                    </a:cubicBezTo>
                    <a:cubicBezTo>
                      <a:pt x="426" y="233"/>
                      <a:pt x="503" y="233"/>
                      <a:pt x="582" y="233"/>
                    </a:cubicBezTo>
                    <a:cubicBezTo>
                      <a:pt x="582" y="195"/>
                      <a:pt x="582" y="156"/>
                      <a:pt x="582" y="116"/>
                    </a:cubicBezTo>
                    <a:cubicBezTo>
                      <a:pt x="698" y="116"/>
                      <a:pt x="813" y="116"/>
                      <a:pt x="932" y="116"/>
                    </a:cubicBezTo>
                    <a:cubicBezTo>
                      <a:pt x="932" y="78"/>
                      <a:pt x="932" y="40"/>
                      <a:pt x="93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29" name="ICON_TOOL_MODELS_path_021"/>
              <p:cNvSpPr/>
              <p:nvPr/>
            </p:nvSpPr>
            <p:spPr>
              <a:xfrm>
                <a:off x="5290596" y="5102712"/>
                <a:ext cx="25147" cy="26627"/>
              </a:xfrm>
              <a:custGeom>
                <a:avLst/>
                <a:gdLst/>
                <a:ahLst/>
                <a:cxnLst/>
                <a:rect l="0" t="0" r="r" b="b"/>
                <a:pathLst>
                  <a:path w="1980" h="2097" fill="norm" stroke="0">
                    <a:moveTo>
                      <a:pt x="699" y="0"/>
                    </a:moveTo>
                    <a:cubicBezTo>
                      <a:pt x="891" y="0"/>
                      <a:pt x="1083" y="0"/>
                      <a:pt x="1281" y="0"/>
                    </a:cubicBezTo>
                    <a:cubicBezTo>
                      <a:pt x="1281" y="38"/>
                      <a:pt x="1281" y="77"/>
                      <a:pt x="1281" y="116"/>
                    </a:cubicBezTo>
                    <a:cubicBezTo>
                      <a:pt x="1358" y="116"/>
                      <a:pt x="1435" y="116"/>
                      <a:pt x="1514" y="116"/>
                    </a:cubicBezTo>
                    <a:cubicBezTo>
                      <a:pt x="1514" y="155"/>
                      <a:pt x="1514" y="193"/>
                      <a:pt x="1514" y="233"/>
                    </a:cubicBezTo>
                    <a:cubicBezTo>
                      <a:pt x="1591" y="233"/>
                      <a:pt x="1668" y="233"/>
                      <a:pt x="1747" y="233"/>
                    </a:cubicBezTo>
                    <a:cubicBezTo>
                      <a:pt x="1747" y="271"/>
                      <a:pt x="1747" y="310"/>
                      <a:pt x="1747" y="349"/>
                    </a:cubicBezTo>
                    <a:cubicBezTo>
                      <a:pt x="1786" y="349"/>
                      <a:pt x="1824" y="349"/>
                      <a:pt x="1864" y="349"/>
                    </a:cubicBezTo>
                    <a:cubicBezTo>
                      <a:pt x="1864" y="426"/>
                      <a:pt x="1864" y="503"/>
                      <a:pt x="1864" y="582"/>
                    </a:cubicBezTo>
                    <a:cubicBezTo>
                      <a:pt x="1902" y="582"/>
                      <a:pt x="1941" y="582"/>
                      <a:pt x="1980" y="582"/>
                    </a:cubicBezTo>
                    <a:cubicBezTo>
                      <a:pt x="1980" y="890"/>
                      <a:pt x="1980" y="1197"/>
                      <a:pt x="1980" y="1514"/>
                    </a:cubicBezTo>
                    <a:cubicBezTo>
                      <a:pt x="1942" y="1514"/>
                      <a:pt x="1903" y="1514"/>
                      <a:pt x="1864" y="1514"/>
                    </a:cubicBezTo>
                    <a:cubicBezTo>
                      <a:pt x="1864" y="1553"/>
                      <a:pt x="1864" y="1591"/>
                      <a:pt x="1864" y="1631"/>
                    </a:cubicBezTo>
                    <a:cubicBezTo>
                      <a:pt x="1825" y="1631"/>
                      <a:pt x="1787" y="1631"/>
                      <a:pt x="1747" y="1631"/>
                    </a:cubicBezTo>
                    <a:cubicBezTo>
                      <a:pt x="1747" y="1669"/>
                      <a:pt x="1747" y="1708"/>
                      <a:pt x="1747" y="1747"/>
                    </a:cubicBezTo>
                    <a:cubicBezTo>
                      <a:pt x="1709" y="1747"/>
                      <a:pt x="1670" y="1747"/>
                      <a:pt x="1631" y="1747"/>
                    </a:cubicBezTo>
                    <a:cubicBezTo>
                      <a:pt x="1631" y="1786"/>
                      <a:pt x="1631" y="1824"/>
                      <a:pt x="1631" y="1864"/>
                    </a:cubicBezTo>
                    <a:cubicBezTo>
                      <a:pt x="1592" y="1864"/>
                      <a:pt x="1554" y="1864"/>
                      <a:pt x="1514" y="1864"/>
                    </a:cubicBezTo>
                    <a:cubicBezTo>
                      <a:pt x="1514" y="1902"/>
                      <a:pt x="1514" y="1941"/>
                      <a:pt x="1514" y="1980"/>
                    </a:cubicBezTo>
                    <a:cubicBezTo>
                      <a:pt x="1437" y="1980"/>
                      <a:pt x="1360" y="1980"/>
                      <a:pt x="1281" y="1980"/>
                    </a:cubicBezTo>
                    <a:cubicBezTo>
                      <a:pt x="1281" y="2019"/>
                      <a:pt x="1281" y="2057"/>
                      <a:pt x="1281" y="2097"/>
                    </a:cubicBezTo>
                    <a:cubicBezTo>
                      <a:pt x="1089" y="2097"/>
                      <a:pt x="897" y="2097"/>
                      <a:pt x="699" y="2097"/>
                    </a:cubicBezTo>
                    <a:cubicBezTo>
                      <a:pt x="699" y="2058"/>
                      <a:pt x="699" y="2020"/>
                      <a:pt x="699" y="1980"/>
                    </a:cubicBezTo>
                    <a:cubicBezTo>
                      <a:pt x="622" y="1980"/>
                      <a:pt x="545" y="1980"/>
                      <a:pt x="466" y="1980"/>
                    </a:cubicBezTo>
                    <a:cubicBezTo>
                      <a:pt x="466" y="1942"/>
                      <a:pt x="466" y="1903"/>
                      <a:pt x="466" y="1864"/>
                    </a:cubicBezTo>
                    <a:cubicBezTo>
                      <a:pt x="427" y="1864"/>
                      <a:pt x="389" y="1864"/>
                      <a:pt x="349" y="1864"/>
                    </a:cubicBezTo>
                    <a:cubicBezTo>
                      <a:pt x="349" y="1825"/>
                      <a:pt x="349" y="1787"/>
                      <a:pt x="349" y="1747"/>
                    </a:cubicBezTo>
                    <a:cubicBezTo>
                      <a:pt x="311" y="1747"/>
                      <a:pt x="273" y="1747"/>
                      <a:pt x="233" y="1747"/>
                    </a:cubicBezTo>
                    <a:cubicBezTo>
                      <a:pt x="233" y="1709"/>
                      <a:pt x="233" y="1670"/>
                      <a:pt x="233" y="1631"/>
                    </a:cubicBezTo>
                    <a:cubicBezTo>
                      <a:pt x="195" y="1631"/>
                      <a:pt x="156" y="1631"/>
                      <a:pt x="116" y="1631"/>
                    </a:cubicBezTo>
                    <a:cubicBezTo>
                      <a:pt x="116" y="1554"/>
                      <a:pt x="116" y="1477"/>
                      <a:pt x="116" y="1398"/>
                    </a:cubicBezTo>
                    <a:cubicBezTo>
                      <a:pt x="78" y="1398"/>
                      <a:pt x="40" y="1398"/>
                      <a:pt x="0" y="1398"/>
                    </a:cubicBezTo>
                    <a:cubicBezTo>
                      <a:pt x="0" y="1167"/>
                      <a:pt x="0" y="936"/>
                      <a:pt x="0" y="699"/>
                    </a:cubicBezTo>
                    <a:cubicBezTo>
                      <a:pt x="38" y="699"/>
                      <a:pt x="77" y="699"/>
                      <a:pt x="116" y="699"/>
                    </a:cubicBezTo>
                    <a:cubicBezTo>
                      <a:pt x="116" y="622"/>
                      <a:pt x="116" y="545"/>
                      <a:pt x="116" y="466"/>
                    </a:cubicBezTo>
                    <a:cubicBezTo>
                      <a:pt x="155" y="466"/>
                      <a:pt x="193" y="466"/>
                      <a:pt x="233" y="466"/>
                    </a:cubicBezTo>
                    <a:cubicBezTo>
                      <a:pt x="233" y="427"/>
                      <a:pt x="233" y="389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49" y="311"/>
                      <a:pt x="349" y="273"/>
                      <a:pt x="349" y="233"/>
                    </a:cubicBezTo>
                    <a:cubicBezTo>
                      <a:pt x="388" y="233"/>
                      <a:pt x="426" y="233"/>
                      <a:pt x="466" y="233"/>
                    </a:cubicBezTo>
                    <a:cubicBezTo>
                      <a:pt x="466" y="195"/>
                      <a:pt x="466" y="156"/>
                      <a:pt x="466" y="116"/>
                    </a:cubicBezTo>
                    <a:cubicBezTo>
                      <a:pt x="543" y="116"/>
                      <a:pt x="620" y="116"/>
                      <a:pt x="699" y="116"/>
                    </a:cubicBezTo>
                    <a:cubicBezTo>
                      <a:pt x="699" y="78"/>
                      <a:pt x="699" y="40"/>
                      <a:pt x="69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740" cap="flat">
                <a:noFill/>
              </a:ln>
            </p:spPr>
          </p:sp>
          <p:sp>
            <p:nvSpPr>
              <p:cNvPr id="1230" name="ICON_TOOL_MODELS_path_022"/>
              <p:cNvSpPr/>
              <p:nvPr/>
            </p:nvSpPr>
            <p:spPr>
              <a:xfrm>
                <a:off x="5175214" y="5232887"/>
                <a:ext cx="26627" cy="25147"/>
              </a:xfrm>
              <a:custGeom>
                <a:avLst/>
                <a:gdLst/>
                <a:ahLst/>
                <a:cxnLst/>
                <a:rect l="0" t="0" r="r" b="b"/>
                <a:pathLst>
                  <a:path w="2097" h="1980" fill="norm" stroke="0">
                    <a:moveTo>
                      <a:pt x="699" y="0"/>
                    </a:moveTo>
                    <a:cubicBezTo>
                      <a:pt x="968" y="0"/>
                      <a:pt x="1237" y="0"/>
                      <a:pt x="1514" y="0"/>
                    </a:cubicBezTo>
                    <a:cubicBezTo>
                      <a:pt x="1514" y="38"/>
                      <a:pt x="1514" y="77"/>
                      <a:pt x="1514" y="116"/>
                    </a:cubicBezTo>
                    <a:cubicBezTo>
                      <a:pt x="1553" y="116"/>
                      <a:pt x="1591" y="116"/>
                      <a:pt x="1631" y="116"/>
                    </a:cubicBezTo>
                    <a:cubicBezTo>
                      <a:pt x="1631" y="155"/>
                      <a:pt x="1631" y="193"/>
                      <a:pt x="1631" y="233"/>
                    </a:cubicBezTo>
                    <a:cubicBezTo>
                      <a:pt x="1669" y="233"/>
                      <a:pt x="1708" y="233"/>
                      <a:pt x="1747" y="233"/>
                    </a:cubicBezTo>
                    <a:cubicBezTo>
                      <a:pt x="1747" y="271"/>
                      <a:pt x="1747" y="310"/>
                      <a:pt x="1747" y="349"/>
                    </a:cubicBezTo>
                    <a:cubicBezTo>
                      <a:pt x="1786" y="349"/>
                      <a:pt x="1824" y="349"/>
                      <a:pt x="1864" y="349"/>
                    </a:cubicBezTo>
                    <a:cubicBezTo>
                      <a:pt x="1864" y="388"/>
                      <a:pt x="1864" y="426"/>
                      <a:pt x="1864" y="466"/>
                    </a:cubicBezTo>
                    <a:cubicBezTo>
                      <a:pt x="1902" y="466"/>
                      <a:pt x="1941" y="466"/>
                      <a:pt x="1980" y="466"/>
                    </a:cubicBezTo>
                    <a:cubicBezTo>
                      <a:pt x="1980" y="543"/>
                      <a:pt x="1980" y="620"/>
                      <a:pt x="1980" y="699"/>
                    </a:cubicBezTo>
                    <a:cubicBezTo>
                      <a:pt x="2019" y="699"/>
                      <a:pt x="2057" y="699"/>
                      <a:pt x="2097" y="699"/>
                    </a:cubicBezTo>
                    <a:cubicBezTo>
                      <a:pt x="2097" y="891"/>
                      <a:pt x="2097" y="1083"/>
                      <a:pt x="2097" y="1281"/>
                    </a:cubicBezTo>
                    <a:cubicBezTo>
                      <a:pt x="2058" y="1281"/>
                      <a:pt x="2020" y="1281"/>
                      <a:pt x="1980" y="1281"/>
                    </a:cubicBezTo>
                    <a:cubicBezTo>
                      <a:pt x="1980" y="1358"/>
                      <a:pt x="1980" y="1435"/>
                      <a:pt x="1980" y="1514"/>
                    </a:cubicBezTo>
                    <a:cubicBezTo>
                      <a:pt x="1942" y="1514"/>
                      <a:pt x="1903" y="1514"/>
                      <a:pt x="1864" y="1514"/>
                    </a:cubicBezTo>
                    <a:cubicBezTo>
                      <a:pt x="1864" y="1553"/>
                      <a:pt x="1864" y="1591"/>
                      <a:pt x="1864" y="1631"/>
                    </a:cubicBezTo>
                    <a:cubicBezTo>
                      <a:pt x="1825" y="1631"/>
                      <a:pt x="1787" y="1631"/>
                      <a:pt x="1747" y="1631"/>
                    </a:cubicBezTo>
                    <a:cubicBezTo>
                      <a:pt x="1747" y="1669"/>
                      <a:pt x="1747" y="1708"/>
                      <a:pt x="1747" y="1747"/>
                    </a:cubicBezTo>
                    <a:cubicBezTo>
                      <a:pt x="1709" y="1747"/>
                      <a:pt x="1670" y="1747"/>
                      <a:pt x="1631" y="1747"/>
                    </a:cubicBezTo>
                    <a:cubicBezTo>
                      <a:pt x="1631" y="1786"/>
                      <a:pt x="1631" y="1824"/>
                      <a:pt x="1631" y="1864"/>
                    </a:cubicBezTo>
                    <a:cubicBezTo>
                      <a:pt x="1592" y="1864"/>
                      <a:pt x="1554" y="1864"/>
                      <a:pt x="1514" y="1864"/>
                    </a:cubicBezTo>
                    <a:cubicBezTo>
                      <a:pt x="1514" y="1902"/>
                      <a:pt x="1514" y="1941"/>
                      <a:pt x="1514" y="1980"/>
                    </a:cubicBezTo>
                    <a:cubicBezTo>
                      <a:pt x="1245" y="1980"/>
                      <a:pt x="976" y="1980"/>
                      <a:pt x="699" y="1980"/>
                    </a:cubicBezTo>
                    <a:cubicBezTo>
                      <a:pt x="699" y="1942"/>
                      <a:pt x="699" y="1903"/>
                      <a:pt x="699" y="1864"/>
                    </a:cubicBezTo>
                    <a:cubicBezTo>
                      <a:pt x="622" y="1864"/>
                      <a:pt x="545" y="1864"/>
                      <a:pt x="466" y="1864"/>
                    </a:cubicBezTo>
                    <a:cubicBezTo>
                      <a:pt x="466" y="1825"/>
                      <a:pt x="466" y="1787"/>
                      <a:pt x="466" y="1747"/>
                    </a:cubicBezTo>
                    <a:cubicBezTo>
                      <a:pt x="427" y="1747"/>
                      <a:pt x="389" y="1747"/>
                      <a:pt x="349" y="1747"/>
                    </a:cubicBezTo>
                    <a:cubicBezTo>
                      <a:pt x="349" y="1709"/>
                      <a:pt x="349" y="1670"/>
                      <a:pt x="349" y="1631"/>
                    </a:cubicBezTo>
                    <a:cubicBezTo>
                      <a:pt x="311" y="1631"/>
                      <a:pt x="273" y="1631"/>
                      <a:pt x="233" y="1631"/>
                    </a:cubicBezTo>
                    <a:cubicBezTo>
                      <a:pt x="233" y="1592"/>
                      <a:pt x="233" y="1554"/>
                      <a:pt x="233" y="1514"/>
                    </a:cubicBezTo>
                    <a:cubicBezTo>
                      <a:pt x="195" y="1514"/>
                      <a:pt x="156" y="1514"/>
                      <a:pt x="116" y="1514"/>
                    </a:cubicBezTo>
                    <a:cubicBezTo>
                      <a:pt x="116" y="1399"/>
                      <a:pt x="116" y="1284"/>
                      <a:pt x="116" y="1165"/>
                    </a:cubicBezTo>
                    <a:cubicBezTo>
                      <a:pt x="78" y="1165"/>
                      <a:pt x="40" y="1165"/>
                      <a:pt x="0" y="1165"/>
                    </a:cubicBezTo>
                    <a:cubicBezTo>
                      <a:pt x="0" y="1049"/>
                      <a:pt x="0" y="934"/>
                      <a:pt x="0" y="815"/>
                    </a:cubicBezTo>
                    <a:cubicBezTo>
                      <a:pt x="38" y="815"/>
                      <a:pt x="77" y="815"/>
                      <a:pt x="116" y="815"/>
                    </a:cubicBezTo>
                    <a:cubicBezTo>
                      <a:pt x="116" y="700"/>
                      <a:pt x="116" y="585"/>
                      <a:pt x="116" y="466"/>
                    </a:cubicBezTo>
                    <a:cubicBezTo>
                      <a:pt x="155" y="466"/>
                      <a:pt x="193" y="466"/>
                      <a:pt x="233" y="466"/>
                    </a:cubicBezTo>
                    <a:cubicBezTo>
                      <a:pt x="233" y="427"/>
                      <a:pt x="233" y="389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49" y="311"/>
                      <a:pt x="349" y="273"/>
                      <a:pt x="349" y="233"/>
                    </a:cubicBezTo>
                    <a:cubicBezTo>
                      <a:pt x="388" y="233"/>
                      <a:pt x="426" y="233"/>
                      <a:pt x="466" y="233"/>
                    </a:cubicBezTo>
                    <a:cubicBezTo>
                      <a:pt x="466" y="195"/>
                      <a:pt x="466" y="156"/>
                      <a:pt x="466" y="116"/>
                    </a:cubicBezTo>
                    <a:cubicBezTo>
                      <a:pt x="543" y="116"/>
                      <a:pt x="620" y="116"/>
                      <a:pt x="699" y="116"/>
                    </a:cubicBezTo>
                    <a:cubicBezTo>
                      <a:pt x="699" y="78"/>
                      <a:pt x="699" y="40"/>
                      <a:pt x="69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740" cap="flat">
                <a:noFill/>
              </a:ln>
            </p:spPr>
          </p:sp>
          <p:sp>
            <p:nvSpPr>
              <p:cNvPr id="1231" name="ICON_TOOL_MODELS_path_023"/>
              <p:cNvSpPr/>
              <p:nvPr/>
            </p:nvSpPr>
            <p:spPr>
              <a:xfrm>
                <a:off x="5337933" y="5179634"/>
                <a:ext cx="25147" cy="25147"/>
              </a:xfrm>
              <a:custGeom>
                <a:avLst/>
                <a:gdLst/>
                <a:ahLst/>
                <a:cxnLst/>
                <a:rect l="0" t="0" r="r" b="b"/>
                <a:pathLst>
                  <a:path w="1980" h="1980" fill="norm" stroke="0">
                    <a:moveTo>
                      <a:pt x="582" y="0"/>
                    </a:moveTo>
                    <a:cubicBezTo>
                      <a:pt x="851" y="0"/>
                      <a:pt x="1121" y="0"/>
                      <a:pt x="1398" y="0"/>
                    </a:cubicBezTo>
                    <a:cubicBezTo>
                      <a:pt x="1398" y="38"/>
                      <a:pt x="1398" y="77"/>
                      <a:pt x="1398" y="116"/>
                    </a:cubicBezTo>
                    <a:cubicBezTo>
                      <a:pt x="1475" y="116"/>
                      <a:pt x="1551" y="116"/>
                      <a:pt x="1631" y="116"/>
                    </a:cubicBezTo>
                    <a:cubicBezTo>
                      <a:pt x="1631" y="155"/>
                      <a:pt x="1631" y="193"/>
                      <a:pt x="1631" y="233"/>
                    </a:cubicBezTo>
                    <a:cubicBezTo>
                      <a:pt x="1669" y="233"/>
                      <a:pt x="1708" y="233"/>
                      <a:pt x="1747" y="233"/>
                    </a:cubicBezTo>
                    <a:cubicBezTo>
                      <a:pt x="1747" y="271"/>
                      <a:pt x="1747" y="310"/>
                      <a:pt x="1747" y="349"/>
                    </a:cubicBezTo>
                    <a:cubicBezTo>
                      <a:pt x="1786" y="349"/>
                      <a:pt x="1824" y="349"/>
                      <a:pt x="1864" y="349"/>
                    </a:cubicBezTo>
                    <a:cubicBezTo>
                      <a:pt x="1864" y="426"/>
                      <a:pt x="1864" y="503"/>
                      <a:pt x="1864" y="582"/>
                    </a:cubicBezTo>
                    <a:cubicBezTo>
                      <a:pt x="1902" y="582"/>
                      <a:pt x="1941" y="582"/>
                      <a:pt x="1980" y="582"/>
                    </a:cubicBezTo>
                    <a:cubicBezTo>
                      <a:pt x="1980" y="851"/>
                      <a:pt x="1980" y="1121"/>
                      <a:pt x="1980" y="1398"/>
                    </a:cubicBezTo>
                    <a:cubicBezTo>
                      <a:pt x="1942" y="1398"/>
                      <a:pt x="1903" y="1398"/>
                      <a:pt x="1864" y="1398"/>
                    </a:cubicBezTo>
                    <a:cubicBezTo>
                      <a:pt x="1864" y="1475"/>
                      <a:pt x="1864" y="1551"/>
                      <a:pt x="1864" y="1631"/>
                    </a:cubicBezTo>
                    <a:cubicBezTo>
                      <a:pt x="1825" y="1631"/>
                      <a:pt x="1787" y="1631"/>
                      <a:pt x="1747" y="1631"/>
                    </a:cubicBezTo>
                    <a:cubicBezTo>
                      <a:pt x="1747" y="1669"/>
                      <a:pt x="1747" y="1708"/>
                      <a:pt x="1747" y="1747"/>
                    </a:cubicBezTo>
                    <a:cubicBezTo>
                      <a:pt x="1709" y="1747"/>
                      <a:pt x="1670" y="1747"/>
                      <a:pt x="1631" y="1747"/>
                    </a:cubicBezTo>
                    <a:cubicBezTo>
                      <a:pt x="1631" y="1786"/>
                      <a:pt x="1631" y="1824"/>
                      <a:pt x="1631" y="1864"/>
                    </a:cubicBezTo>
                    <a:cubicBezTo>
                      <a:pt x="1554" y="1864"/>
                      <a:pt x="1477" y="1864"/>
                      <a:pt x="1398" y="1864"/>
                    </a:cubicBezTo>
                    <a:cubicBezTo>
                      <a:pt x="1398" y="1902"/>
                      <a:pt x="1398" y="1941"/>
                      <a:pt x="1398" y="1980"/>
                    </a:cubicBezTo>
                    <a:cubicBezTo>
                      <a:pt x="1129" y="1980"/>
                      <a:pt x="860" y="1980"/>
                      <a:pt x="582" y="1980"/>
                    </a:cubicBezTo>
                    <a:cubicBezTo>
                      <a:pt x="582" y="1942"/>
                      <a:pt x="582" y="1903"/>
                      <a:pt x="582" y="1864"/>
                    </a:cubicBezTo>
                    <a:cubicBezTo>
                      <a:pt x="506" y="1864"/>
                      <a:pt x="429" y="1864"/>
                      <a:pt x="349" y="1864"/>
                    </a:cubicBezTo>
                    <a:cubicBezTo>
                      <a:pt x="349" y="1825"/>
                      <a:pt x="349" y="1787"/>
                      <a:pt x="349" y="1747"/>
                    </a:cubicBezTo>
                    <a:cubicBezTo>
                      <a:pt x="311" y="1747"/>
                      <a:pt x="273" y="1747"/>
                      <a:pt x="233" y="1747"/>
                    </a:cubicBezTo>
                    <a:cubicBezTo>
                      <a:pt x="233" y="1709"/>
                      <a:pt x="233" y="1670"/>
                      <a:pt x="233" y="1631"/>
                    </a:cubicBezTo>
                    <a:cubicBezTo>
                      <a:pt x="195" y="1631"/>
                      <a:pt x="156" y="1631"/>
                      <a:pt x="116" y="1631"/>
                    </a:cubicBezTo>
                    <a:cubicBezTo>
                      <a:pt x="116" y="1554"/>
                      <a:pt x="116" y="1477"/>
                      <a:pt x="116" y="1398"/>
                    </a:cubicBezTo>
                    <a:cubicBezTo>
                      <a:pt x="78" y="1398"/>
                      <a:pt x="40" y="1398"/>
                      <a:pt x="0" y="1398"/>
                    </a:cubicBezTo>
                    <a:cubicBezTo>
                      <a:pt x="0" y="1129"/>
                      <a:pt x="0" y="860"/>
                      <a:pt x="0" y="582"/>
                    </a:cubicBezTo>
                    <a:cubicBezTo>
                      <a:pt x="38" y="582"/>
                      <a:pt x="77" y="582"/>
                      <a:pt x="116" y="582"/>
                    </a:cubicBezTo>
                    <a:cubicBezTo>
                      <a:pt x="116" y="544"/>
                      <a:pt x="116" y="506"/>
                      <a:pt x="116" y="466"/>
                    </a:cubicBezTo>
                    <a:cubicBezTo>
                      <a:pt x="155" y="466"/>
                      <a:pt x="193" y="466"/>
                      <a:pt x="233" y="466"/>
                    </a:cubicBezTo>
                    <a:cubicBezTo>
                      <a:pt x="233" y="427"/>
                      <a:pt x="233" y="389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49" y="311"/>
                      <a:pt x="349" y="273"/>
                      <a:pt x="349" y="233"/>
                    </a:cubicBezTo>
                    <a:cubicBezTo>
                      <a:pt x="388" y="233"/>
                      <a:pt x="426" y="233"/>
                      <a:pt x="466" y="233"/>
                    </a:cubicBezTo>
                    <a:cubicBezTo>
                      <a:pt x="466" y="195"/>
                      <a:pt x="466" y="156"/>
                      <a:pt x="466" y="116"/>
                    </a:cubicBezTo>
                    <a:cubicBezTo>
                      <a:pt x="504" y="116"/>
                      <a:pt x="543" y="116"/>
                      <a:pt x="582" y="116"/>
                    </a:cubicBezTo>
                    <a:cubicBezTo>
                      <a:pt x="582" y="78"/>
                      <a:pt x="582" y="40"/>
                      <a:pt x="582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740" cap="flat">
                <a:noFill/>
              </a:ln>
            </p:spPr>
          </p:sp>
          <p:sp>
            <p:nvSpPr>
              <p:cNvPr id="1232" name="ICON_TOOL_MODELS_path_024"/>
              <p:cNvSpPr/>
              <p:nvPr/>
            </p:nvSpPr>
            <p:spPr>
              <a:xfrm>
                <a:off x="5255094" y="5195906"/>
                <a:ext cx="13313" cy="86537"/>
              </a:xfrm>
              <a:custGeom>
                <a:avLst/>
                <a:gdLst/>
                <a:ahLst/>
                <a:cxnLst/>
                <a:rect l="0" t="0" r="r" b="b"/>
                <a:pathLst>
                  <a:path w="1048" h="6814" fill="norm" stroke="0">
                    <a:moveTo>
                      <a:pt x="0" y="0"/>
                    </a:moveTo>
                    <a:cubicBezTo>
                      <a:pt x="115" y="0"/>
                      <a:pt x="231" y="0"/>
                      <a:pt x="349" y="0"/>
                    </a:cubicBezTo>
                    <a:cubicBezTo>
                      <a:pt x="440" y="98"/>
                      <a:pt x="440" y="98"/>
                      <a:pt x="466" y="175"/>
                    </a:cubicBezTo>
                    <a:cubicBezTo>
                      <a:pt x="408" y="155"/>
                      <a:pt x="351" y="136"/>
                      <a:pt x="291" y="116"/>
                    </a:cubicBezTo>
                    <a:cubicBezTo>
                      <a:pt x="284" y="136"/>
                      <a:pt x="277" y="155"/>
                      <a:pt x="269" y="175"/>
                    </a:cubicBezTo>
                    <a:cubicBezTo>
                      <a:pt x="257" y="194"/>
                      <a:pt x="245" y="213"/>
                      <a:pt x="233" y="233"/>
                    </a:cubicBezTo>
                    <a:cubicBezTo>
                      <a:pt x="195" y="233"/>
                      <a:pt x="156" y="233"/>
                      <a:pt x="116" y="233"/>
                    </a:cubicBezTo>
                    <a:cubicBezTo>
                      <a:pt x="116" y="579"/>
                      <a:pt x="116" y="925"/>
                      <a:pt x="116" y="1281"/>
                    </a:cubicBezTo>
                    <a:cubicBezTo>
                      <a:pt x="155" y="1281"/>
                      <a:pt x="193" y="1281"/>
                      <a:pt x="233" y="1281"/>
                    </a:cubicBezTo>
                    <a:cubicBezTo>
                      <a:pt x="233" y="1320"/>
                      <a:pt x="233" y="1358"/>
                      <a:pt x="233" y="1398"/>
                    </a:cubicBezTo>
                    <a:cubicBezTo>
                      <a:pt x="348" y="1398"/>
                      <a:pt x="464" y="1398"/>
                      <a:pt x="582" y="1398"/>
                    </a:cubicBezTo>
                    <a:cubicBezTo>
                      <a:pt x="582" y="1033"/>
                      <a:pt x="582" y="667"/>
                      <a:pt x="582" y="291"/>
                    </a:cubicBezTo>
                    <a:cubicBezTo>
                      <a:pt x="621" y="310"/>
                      <a:pt x="659" y="330"/>
                      <a:pt x="699" y="349"/>
                    </a:cubicBezTo>
                    <a:cubicBezTo>
                      <a:pt x="713" y="401"/>
                      <a:pt x="713" y="401"/>
                      <a:pt x="712" y="463"/>
                    </a:cubicBezTo>
                    <a:cubicBezTo>
                      <a:pt x="712" y="475"/>
                      <a:pt x="712" y="475"/>
                      <a:pt x="712" y="534"/>
                    </a:cubicBezTo>
                    <a:cubicBezTo>
                      <a:pt x="711" y="559"/>
                      <a:pt x="711" y="584"/>
                      <a:pt x="710" y="610"/>
                    </a:cubicBezTo>
                    <a:cubicBezTo>
                      <a:pt x="710" y="636"/>
                      <a:pt x="710" y="661"/>
                      <a:pt x="710" y="688"/>
                    </a:cubicBezTo>
                    <a:cubicBezTo>
                      <a:pt x="709" y="770"/>
                      <a:pt x="708" y="853"/>
                      <a:pt x="706" y="935"/>
                    </a:cubicBezTo>
                    <a:cubicBezTo>
                      <a:pt x="706" y="991"/>
                      <a:pt x="705" y="1047"/>
                      <a:pt x="705" y="1103"/>
                    </a:cubicBezTo>
                    <a:cubicBezTo>
                      <a:pt x="703" y="1240"/>
                      <a:pt x="701" y="1377"/>
                      <a:pt x="699" y="1514"/>
                    </a:cubicBezTo>
                    <a:cubicBezTo>
                      <a:pt x="737" y="1514"/>
                      <a:pt x="776" y="1514"/>
                      <a:pt x="815" y="1514"/>
                    </a:cubicBezTo>
                    <a:cubicBezTo>
                      <a:pt x="815" y="1591"/>
                      <a:pt x="815" y="1668"/>
                      <a:pt x="815" y="1747"/>
                    </a:cubicBezTo>
                    <a:cubicBezTo>
                      <a:pt x="854" y="1747"/>
                      <a:pt x="892" y="1747"/>
                      <a:pt x="932" y="1747"/>
                    </a:cubicBezTo>
                    <a:cubicBezTo>
                      <a:pt x="932" y="1824"/>
                      <a:pt x="932" y="1901"/>
                      <a:pt x="932" y="1980"/>
                    </a:cubicBezTo>
                    <a:cubicBezTo>
                      <a:pt x="970" y="1980"/>
                      <a:pt x="1009" y="1980"/>
                      <a:pt x="1048" y="1980"/>
                    </a:cubicBezTo>
                    <a:cubicBezTo>
                      <a:pt x="1028" y="2038"/>
                      <a:pt x="1028" y="2038"/>
                      <a:pt x="990" y="2097"/>
                    </a:cubicBezTo>
                    <a:cubicBezTo>
                      <a:pt x="921" y="2108"/>
                      <a:pt x="921" y="2108"/>
                      <a:pt x="841" y="2104"/>
                    </a:cubicBezTo>
                    <a:cubicBezTo>
                      <a:pt x="814" y="2103"/>
                      <a:pt x="788" y="2102"/>
                      <a:pt x="761" y="2101"/>
                    </a:cubicBezTo>
                    <a:cubicBezTo>
                      <a:pt x="740" y="2099"/>
                      <a:pt x="720" y="2098"/>
                      <a:pt x="699" y="2097"/>
                    </a:cubicBezTo>
                    <a:cubicBezTo>
                      <a:pt x="699" y="2173"/>
                      <a:pt x="699" y="2250"/>
                      <a:pt x="699" y="2330"/>
                    </a:cubicBezTo>
                    <a:cubicBezTo>
                      <a:pt x="660" y="2330"/>
                      <a:pt x="622" y="2330"/>
                      <a:pt x="582" y="2330"/>
                    </a:cubicBezTo>
                    <a:cubicBezTo>
                      <a:pt x="582" y="2445"/>
                      <a:pt x="582" y="2560"/>
                      <a:pt x="582" y="2679"/>
                    </a:cubicBezTo>
                    <a:cubicBezTo>
                      <a:pt x="621" y="2679"/>
                      <a:pt x="659" y="2679"/>
                      <a:pt x="699" y="2679"/>
                    </a:cubicBezTo>
                    <a:cubicBezTo>
                      <a:pt x="699" y="2794"/>
                      <a:pt x="699" y="2910"/>
                      <a:pt x="699" y="3028"/>
                    </a:cubicBezTo>
                    <a:cubicBezTo>
                      <a:pt x="660" y="3028"/>
                      <a:pt x="622" y="3028"/>
                      <a:pt x="582" y="3028"/>
                    </a:cubicBezTo>
                    <a:cubicBezTo>
                      <a:pt x="582" y="3067"/>
                      <a:pt x="582" y="3105"/>
                      <a:pt x="582" y="3145"/>
                    </a:cubicBezTo>
                    <a:cubicBezTo>
                      <a:pt x="544" y="3145"/>
                      <a:pt x="506" y="3145"/>
                      <a:pt x="466" y="3145"/>
                    </a:cubicBezTo>
                    <a:cubicBezTo>
                      <a:pt x="466" y="3106"/>
                      <a:pt x="466" y="3068"/>
                      <a:pt x="466" y="3028"/>
                    </a:cubicBezTo>
                    <a:cubicBezTo>
                      <a:pt x="427" y="3028"/>
                      <a:pt x="389" y="3028"/>
                      <a:pt x="349" y="3028"/>
                    </a:cubicBezTo>
                    <a:cubicBezTo>
                      <a:pt x="349" y="2952"/>
                      <a:pt x="349" y="2875"/>
                      <a:pt x="349" y="2795"/>
                    </a:cubicBezTo>
                    <a:cubicBezTo>
                      <a:pt x="273" y="2795"/>
                      <a:pt x="196" y="2795"/>
                      <a:pt x="116" y="2795"/>
                    </a:cubicBezTo>
                    <a:cubicBezTo>
                      <a:pt x="116" y="3641"/>
                      <a:pt x="116" y="4487"/>
                      <a:pt x="116" y="5358"/>
                    </a:cubicBezTo>
                    <a:cubicBezTo>
                      <a:pt x="193" y="5358"/>
                      <a:pt x="270" y="5358"/>
                      <a:pt x="349" y="5358"/>
                    </a:cubicBezTo>
                    <a:cubicBezTo>
                      <a:pt x="349" y="5281"/>
                      <a:pt x="349" y="5204"/>
                      <a:pt x="349" y="5125"/>
                    </a:cubicBezTo>
                    <a:cubicBezTo>
                      <a:pt x="426" y="5125"/>
                      <a:pt x="503" y="5125"/>
                      <a:pt x="582" y="5125"/>
                    </a:cubicBezTo>
                    <a:cubicBezTo>
                      <a:pt x="582" y="5548"/>
                      <a:pt x="582" y="5971"/>
                      <a:pt x="582" y="6406"/>
                    </a:cubicBezTo>
                    <a:cubicBezTo>
                      <a:pt x="621" y="6406"/>
                      <a:pt x="659" y="6406"/>
                      <a:pt x="699" y="6406"/>
                    </a:cubicBezTo>
                    <a:cubicBezTo>
                      <a:pt x="699" y="6445"/>
                      <a:pt x="699" y="6483"/>
                      <a:pt x="699" y="6523"/>
                    </a:cubicBezTo>
                    <a:cubicBezTo>
                      <a:pt x="660" y="6523"/>
                      <a:pt x="622" y="6523"/>
                      <a:pt x="582" y="6523"/>
                    </a:cubicBezTo>
                    <a:cubicBezTo>
                      <a:pt x="582" y="6561"/>
                      <a:pt x="582" y="6600"/>
                      <a:pt x="582" y="6639"/>
                    </a:cubicBezTo>
                    <a:cubicBezTo>
                      <a:pt x="506" y="6639"/>
                      <a:pt x="429" y="6639"/>
                      <a:pt x="349" y="6639"/>
                    </a:cubicBezTo>
                    <a:cubicBezTo>
                      <a:pt x="330" y="6697"/>
                      <a:pt x="311" y="6755"/>
                      <a:pt x="291" y="6814"/>
                    </a:cubicBezTo>
                    <a:cubicBezTo>
                      <a:pt x="234" y="6795"/>
                      <a:pt x="176" y="6775"/>
                      <a:pt x="116" y="6756"/>
                    </a:cubicBezTo>
                    <a:cubicBezTo>
                      <a:pt x="116" y="6717"/>
                      <a:pt x="116" y="6679"/>
                      <a:pt x="116" y="6639"/>
                    </a:cubicBezTo>
                    <a:cubicBezTo>
                      <a:pt x="78" y="6639"/>
                      <a:pt x="40" y="6639"/>
                      <a:pt x="0" y="6639"/>
                    </a:cubicBezTo>
                    <a:cubicBezTo>
                      <a:pt x="0" y="4448"/>
                      <a:pt x="0" y="225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33" name="ICON_TOOL_MODELS_path_025"/>
              <p:cNvSpPr/>
              <p:nvPr/>
            </p:nvSpPr>
            <p:spPr>
              <a:xfrm>
                <a:off x="5321661" y="5098274"/>
                <a:ext cx="25147" cy="28846"/>
              </a:xfrm>
              <a:custGeom>
                <a:avLst/>
                <a:gdLst/>
                <a:ahLst/>
                <a:cxnLst/>
                <a:rect l="0" t="0" r="r" b="b"/>
                <a:pathLst>
                  <a:path w="1980" h="2271" fill="norm" stroke="0">
                    <a:moveTo>
                      <a:pt x="1339" y="0"/>
                    </a:moveTo>
                    <a:cubicBezTo>
                      <a:pt x="1347" y="19"/>
                      <a:pt x="1354" y="38"/>
                      <a:pt x="1361" y="58"/>
                    </a:cubicBezTo>
                    <a:cubicBezTo>
                      <a:pt x="1373" y="77"/>
                      <a:pt x="1385" y="97"/>
                      <a:pt x="1398" y="116"/>
                    </a:cubicBezTo>
                    <a:cubicBezTo>
                      <a:pt x="1436" y="116"/>
                      <a:pt x="1475" y="116"/>
                      <a:pt x="1514" y="116"/>
                    </a:cubicBezTo>
                    <a:cubicBezTo>
                      <a:pt x="1514" y="193"/>
                      <a:pt x="1514" y="270"/>
                      <a:pt x="1514" y="349"/>
                    </a:cubicBezTo>
                    <a:cubicBezTo>
                      <a:pt x="1553" y="349"/>
                      <a:pt x="1591" y="349"/>
                      <a:pt x="1631" y="349"/>
                    </a:cubicBezTo>
                    <a:cubicBezTo>
                      <a:pt x="1631" y="388"/>
                      <a:pt x="1631" y="426"/>
                      <a:pt x="1631" y="466"/>
                    </a:cubicBezTo>
                    <a:cubicBezTo>
                      <a:pt x="1669" y="466"/>
                      <a:pt x="1708" y="466"/>
                      <a:pt x="1747" y="466"/>
                    </a:cubicBezTo>
                    <a:cubicBezTo>
                      <a:pt x="1747" y="543"/>
                      <a:pt x="1747" y="620"/>
                      <a:pt x="1747" y="699"/>
                    </a:cubicBezTo>
                    <a:cubicBezTo>
                      <a:pt x="1786" y="699"/>
                      <a:pt x="1824" y="699"/>
                      <a:pt x="1864" y="699"/>
                    </a:cubicBezTo>
                    <a:cubicBezTo>
                      <a:pt x="1864" y="814"/>
                      <a:pt x="1864" y="929"/>
                      <a:pt x="1864" y="1048"/>
                    </a:cubicBezTo>
                    <a:cubicBezTo>
                      <a:pt x="1902" y="1048"/>
                      <a:pt x="1941" y="1048"/>
                      <a:pt x="1980" y="1048"/>
                    </a:cubicBezTo>
                    <a:cubicBezTo>
                      <a:pt x="1980" y="1452"/>
                      <a:pt x="1980" y="1855"/>
                      <a:pt x="1980" y="2271"/>
                    </a:cubicBezTo>
                    <a:cubicBezTo>
                      <a:pt x="1864" y="2155"/>
                      <a:pt x="1864" y="2155"/>
                      <a:pt x="1850" y="2072"/>
                    </a:cubicBezTo>
                    <a:cubicBezTo>
                      <a:pt x="1850" y="2041"/>
                      <a:pt x="1851" y="2009"/>
                      <a:pt x="1852" y="1978"/>
                    </a:cubicBezTo>
                    <a:cubicBezTo>
                      <a:pt x="1852" y="1961"/>
                      <a:pt x="1853" y="1945"/>
                      <a:pt x="1853" y="1927"/>
                    </a:cubicBezTo>
                    <a:cubicBezTo>
                      <a:pt x="1853" y="1875"/>
                      <a:pt x="1855" y="1822"/>
                      <a:pt x="1856" y="1769"/>
                    </a:cubicBezTo>
                    <a:cubicBezTo>
                      <a:pt x="1857" y="1733"/>
                      <a:pt x="1857" y="1697"/>
                      <a:pt x="1858" y="1661"/>
                    </a:cubicBezTo>
                    <a:cubicBezTo>
                      <a:pt x="1859" y="1573"/>
                      <a:pt x="1861" y="1486"/>
                      <a:pt x="1864" y="1398"/>
                    </a:cubicBezTo>
                    <a:cubicBezTo>
                      <a:pt x="1787" y="1398"/>
                      <a:pt x="1710" y="1398"/>
                      <a:pt x="1631" y="1398"/>
                    </a:cubicBezTo>
                    <a:cubicBezTo>
                      <a:pt x="1631" y="1628"/>
                      <a:pt x="1631" y="1859"/>
                      <a:pt x="1631" y="2097"/>
                    </a:cubicBezTo>
                    <a:cubicBezTo>
                      <a:pt x="1554" y="2097"/>
                      <a:pt x="1477" y="2097"/>
                      <a:pt x="1398" y="2097"/>
                    </a:cubicBezTo>
                    <a:cubicBezTo>
                      <a:pt x="1398" y="1981"/>
                      <a:pt x="1398" y="1866"/>
                      <a:pt x="1398" y="1747"/>
                    </a:cubicBezTo>
                    <a:cubicBezTo>
                      <a:pt x="1359" y="1747"/>
                      <a:pt x="1321" y="1747"/>
                      <a:pt x="1281" y="1747"/>
                    </a:cubicBezTo>
                    <a:cubicBezTo>
                      <a:pt x="1281" y="1709"/>
                      <a:pt x="1281" y="1670"/>
                      <a:pt x="1281" y="1631"/>
                    </a:cubicBezTo>
                    <a:cubicBezTo>
                      <a:pt x="1243" y="1631"/>
                      <a:pt x="1204" y="1631"/>
                      <a:pt x="1165" y="1631"/>
                    </a:cubicBezTo>
                    <a:cubicBezTo>
                      <a:pt x="1165" y="1669"/>
                      <a:pt x="1165" y="1708"/>
                      <a:pt x="1165" y="1747"/>
                    </a:cubicBezTo>
                    <a:cubicBezTo>
                      <a:pt x="1126" y="1747"/>
                      <a:pt x="1088" y="1747"/>
                      <a:pt x="1048" y="1747"/>
                    </a:cubicBezTo>
                    <a:cubicBezTo>
                      <a:pt x="1048" y="1786"/>
                      <a:pt x="1048" y="1824"/>
                      <a:pt x="1048" y="1864"/>
                    </a:cubicBezTo>
                    <a:cubicBezTo>
                      <a:pt x="1010" y="1864"/>
                      <a:pt x="971" y="1864"/>
                      <a:pt x="932" y="1864"/>
                    </a:cubicBezTo>
                    <a:cubicBezTo>
                      <a:pt x="932" y="1902"/>
                      <a:pt x="932" y="1941"/>
                      <a:pt x="932" y="1980"/>
                    </a:cubicBezTo>
                    <a:cubicBezTo>
                      <a:pt x="817" y="1980"/>
                      <a:pt x="701" y="1980"/>
                      <a:pt x="582" y="1980"/>
                    </a:cubicBezTo>
                    <a:cubicBezTo>
                      <a:pt x="582" y="2019"/>
                      <a:pt x="582" y="2057"/>
                      <a:pt x="582" y="2097"/>
                    </a:cubicBezTo>
                    <a:cubicBezTo>
                      <a:pt x="506" y="2097"/>
                      <a:pt x="429" y="2097"/>
                      <a:pt x="349" y="2097"/>
                    </a:cubicBezTo>
                    <a:cubicBezTo>
                      <a:pt x="349" y="2135"/>
                      <a:pt x="349" y="2173"/>
                      <a:pt x="349" y="2213"/>
                    </a:cubicBezTo>
                    <a:cubicBezTo>
                      <a:pt x="234" y="2213"/>
                      <a:pt x="119" y="2213"/>
                      <a:pt x="0" y="2213"/>
                    </a:cubicBezTo>
                    <a:cubicBezTo>
                      <a:pt x="0" y="2136"/>
                      <a:pt x="0" y="2059"/>
                      <a:pt x="0" y="1980"/>
                    </a:cubicBezTo>
                    <a:cubicBezTo>
                      <a:pt x="38" y="1980"/>
                      <a:pt x="77" y="1980"/>
                      <a:pt x="116" y="1980"/>
                    </a:cubicBezTo>
                    <a:cubicBezTo>
                      <a:pt x="110" y="1808"/>
                      <a:pt x="102" y="1636"/>
                      <a:pt x="95" y="1464"/>
                    </a:cubicBezTo>
                    <a:cubicBezTo>
                      <a:pt x="92" y="1405"/>
                      <a:pt x="90" y="1347"/>
                      <a:pt x="88" y="1288"/>
                    </a:cubicBezTo>
                    <a:cubicBezTo>
                      <a:pt x="84" y="1204"/>
                      <a:pt x="80" y="1120"/>
                      <a:pt x="77" y="1036"/>
                    </a:cubicBezTo>
                    <a:cubicBezTo>
                      <a:pt x="76" y="1010"/>
                      <a:pt x="75" y="984"/>
                      <a:pt x="74" y="957"/>
                    </a:cubicBezTo>
                    <a:cubicBezTo>
                      <a:pt x="73" y="932"/>
                      <a:pt x="71" y="908"/>
                      <a:pt x="70" y="883"/>
                    </a:cubicBezTo>
                    <a:cubicBezTo>
                      <a:pt x="69" y="861"/>
                      <a:pt x="68" y="840"/>
                      <a:pt x="67" y="818"/>
                    </a:cubicBezTo>
                    <a:cubicBezTo>
                      <a:pt x="57" y="749"/>
                      <a:pt x="34" y="700"/>
                      <a:pt x="0" y="641"/>
                    </a:cubicBezTo>
                    <a:cubicBezTo>
                      <a:pt x="58" y="660"/>
                      <a:pt x="115" y="679"/>
                      <a:pt x="175" y="699"/>
                    </a:cubicBezTo>
                    <a:cubicBezTo>
                      <a:pt x="175" y="776"/>
                      <a:pt x="175" y="853"/>
                      <a:pt x="175" y="932"/>
                    </a:cubicBezTo>
                    <a:cubicBezTo>
                      <a:pt x="271" y="932"/>
                      <a:pt x="367" y="932"/>
                      <a:pt x="466" y="932"/>
                    </a:cubicBezTo>
                    <a:cubicBezTo>
                      <a:pt x="466" y="855"/>
                      <a:pt x="466" y="778"/>
                      <a:pt x="466" y="699"/>
                    </a:cubicBezTo>
                    <a:cubicBezTo>
                      <a:pt x="504" y="699"/>
                      <a:pt x="543" y="699"/>
                      <a:pt x="582" y="699"/>
                    </a:cubicBezTo>
                    <a:cubicBezTo>
                      <a:pt x="582" y="660"/>
                      <a:pt x="582" y="622"/>
                      <a:pt x="582" y="582"/>
                    </a:cubicBezTo>
                    <a:cubicBezTo>
                      <a:pt x="736" y="582"/>
                      <a:pt x="890" y="582"/>
                      <a:pt x="1048" y="582"/>
                    </a:cubicBezTo>
                    <a:cubicBezTo>
                      <a:pt x="1048" y="506"/>
                      <a:pt x="1048" y="429"/>
                      <a:pt x="1048" y="349"/>
                    </a:cubicBezTo>
                    <a:cubicBezTo>
                      <a:pt x="1087" y="349"/>
                      <a:pt x="1125" y="349"/>
                      <a:pt x="1165" y="349"/>
                    </a:cubicBezTo>
                    <a:cubicBezTo>
                      <a:pt x="1165" y="311"/>
                      <a:pt x="1165" y="273"/>
                      <a:pt x="1165" y="233"/>
                    </a:cubicBezTo>
                    <a:cubicBezTo>
                      <a:pt x="1203" y="233"/>
                      <a:pt x="1242" y="233"/>
                      <a:pt x="1281" y="233"/>
                    </a:cubicBezTo>
                    <a:cubicBezTo>
                      <a:pt x="1300" y="156"/>
                      <a:pt x="1320" y="79"/>
                      <a:pt x="133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34" name="ICON_TOOL_MODELS_path_026"/>
              <p:cNvSpPr/>
              <p:nvPr/>
            </p:nvSpPr>
            <p:spPr>
              <a:xfrm>
                <a:off x="5262490" y="5298714"/>
                <a:ext cx="24408" cy="38461"/>
              </a:xfrm>
              <a:custGeom>
                <a:avLst/>
                <a:gdLst/>
                <a:ahLst/>
                <a:cxnLst/>
                <a:rect l="0" t="0" r="r" b="b"/>
                <a:pathLst>
                  <a:path w="1922" h="3028" fill="norm" stroke="0">
                    <a:moveTo>
                      <a:pt x="233" y="0"/>
                    </a:moveTo>
                    <a:cubicBezTo>
                      <a:pt x="291" y="14"/>
                      <a:pt x="291" y="14"/>
                      <a:pt x="349" y="58"/>
                    </a:cubicBezTo>
                    <a:cubicBezTo>
                      <a:pt x="365" y="137"/>
                      <a:pt x="360" y="215"/>
                      <a:pt x="357" y="295"/>
                    </a:cubicBezTo>
                    <a:cubicBezTo>
                      <a:pt x="356" y="317"/>
                      <a:pt x="356" y="339"/>
                      <a:pt x="355" y="361"/>
                    </a:cubicBezTo>
                    <a:cubicBezTo>
                      <a:pt x="354" y="416"/>
                      <a:pt x="352" y="470"/>
                      <a:pt x="349" y="524"/>
                    </a:cubicBezTo>
                    <a:cubicBezTo>
                      <a:pt x="426" y="524"/>
                      <a:pt x="503" y="524"/>
                      <a:pt x="582" y="524"/>
                    </a:cubicBezTo>
                    <a:cubicBezTo>
                      <a:pt x="582" y="563"/>
                      <a:pt x="582" y="601"/>
                      <a:pt x="582" y="641"/>
                    </a:cubicBezTo>
                    <a:cubicBezTo>
                      <a:pt x="621" y="641"/>
                      <a:pt x="659" y="641"/>
                      <a:pt x="699" y="641"/>
                    </a:cubicBezTo>
                    <a:cubicBezTo>
                      <a:pt x="709" y="783"/>
                      <a:pt x="718" y="926"/>
                      <a:pt x="727" y="1069"/>
                    </a:cubicBezTo>
                    <a:cubicBezTo>
                      <a:pt x="730" y="1118"/>
                      <a:pt x="733" y="1166"/>
                      <a:pt x="737" y="1215"/>
                    </a:cubicBezTo>
                    <a:cubicBezTo>
                      <a:pt x="756" y="1501"/>
                      <a:pt x="760" y="1757"/>
                      <a:pt x="699" y="2038"/>
                    </a:cubicBezTo>
                    <a:cubicBezTo>
                      <a:pt x="853" y="2038"/>
                      <a:pt x="1006" y="2038"/>
                      <a:pt x="1165" y="2038"/>
                    </a:cubicBezTo>
                    <a:cubicBezTo>
                      <a:pt x="1165" y="2077"/>
                      <a:pt x="1165" y="2115"/>
                      <a:pt x="1165" y="2155"/>
                    </a:cubicBezTo>
                    <a:cubicBezTo>
                      <a:pt x="1203" y="2155"/>
                      <a:pt x="1242" y="2155"/>
                      <a:pt x="1281" y="2155"/>
                    </a:cubicBezTo>
                    <a:cubicBezTo>
                      <a:pt x="1281" y="2193"/>
                      <a:pt x="1281" y="2232"/>
                      <a:pt x="1281" y="2271"/>
                    </a:cubicBezTo>
                    <a:cubicBezTo>
                      <a:pt x="1306" y="2278"/>
                      <a:pt x="1330" y="2284"/>
                      <a:pt x="1356" y="2291"/>
                    </a:cubicBezTo>
                    <a:cubicBezTo>
                      <a:pt x="1388" y="2300"/>
                      <a:pt x="1420" y="2309"/>
                      <a:pt x="1452" y="2319"/>
                    </a:cubicBezTo>
                    <a:cubicBezTo>
                      <a:pt x="1468" y="2323"/>
                      <a:pt x="1485" y="2327"/>
                      <a:pt x="1501" y="2331"/>
                    </a:cubicBezTo>
                    <a:cubicBezTo>
                      <a:pt x="1550" y="2346"/>
                      <a:pt x="1589" y="2359"/>
                      <a:pt x="1631" y="2388"/>
                    </a:cubicBezTo>
                    <a:cubicBezTo>
                      <a:pt x="1652" y="2433"/>
                      <a:pt x="1663" y="2475"/>
                      <a:pt x="1675" y="2523"/>
                    </a:cubicBezTo>
                    <a:cubicBezTo>
                      <a:pt x="1689" y="2562"/>
                      <a:pt x="1689" y="2562"/>
                      <a:pt x="1746" y="2592"/>
                    </a:cubicBezTo>
                    <a:cubicBezTo>
                      <a:pt x="1766" y="2596"/>
                      <a:pt x="1787" y="2599"/>
                      <a:pt x="1809" y="2603"/>
                    </a:cubicBezTo>
                    <a:cubicBezTo>
                      <a:pt x="1846" y="2609"/>
                      <a:pt x="1883" y="2615"/>
                      <a:pt x="1922" y="2621"/>
                    </a:cubicBezTo>
                    <a:cubicBezTo>
                      <a:pt x="1903" y="2698"/>
                      <a:pt x="1883" y="2774"/>
                      <a:pt x="1864" y="2854"/>
                    </a:cubicBezTo>
                    <a:cubicBezTo>
                      <a:pt x="1825" y="2854"/>
                      <a:pt x="1787" y="2854"/>
                      <a:pt x="1747" y="2854"/>
                    </a:cubicBezTo>
                    <a:cubicBezTo>
                      <a:pt x="1747" y="2892"/>
                      <a:pt x="1747" y="2931"/>
                      <a:pt x="1747" y="2970"/>
                    </a:cubicBezTo>
                    <a:cubicBezTo>
                      <a:pt x="1382" y="2989"/>
                      <a:pt x="1017" y="3009"/>
                      <a:pt x="641" y="3028"/>
                    </a:cubicBezTo>
                    <a:cubicBezTo>
                      <a:pt x="641" y="2990"/>
                      <a:pt x="641" y="2952"/>
                      <a:pt x="641" y="2912"/>
                    </a:cubicBezTo>
                    <a:cubicBezTo>
                      <a:pt x="582" y="2876"/>
                      <a:pt x="582" y="2876"/>
                      <a:pt x="524" y="2854"/>
                    </a:cubicBezTo>
                    <a:cubicBezTo>
                      <a:pt x="543" y="2777"/>
                      <a:pt x="563" y="2700"/>
                      <a:pt x="582" y="2621"/>
                    </a:cubicBezTo>
                    <a:cubicBezTo>
                      <a:pt x="544" y="2621"/>
                      <a:pt x="506" y="2621"/>
                      <a:pt x="466" y="2621"/>
                    </a:cubicBezTo>
                    <a:cubicBezTo>
                      <a:pt x="466" y="2582"/>
                      <a:pt x="466" y="2544"/>
                      <a:pt x="466" y="2504"/>
                    </a:cubicBezTo>
                    <a:cubicBezTo>
                      <a:pt x="427" y="2504"/>
                      <a:pt x="389" y="2504"/>
                      <a:pt x="349" y="2504"/>
                    </a:cubicBezTo>
                    <a:cubicBezTo>
                      <a:pt x="349" y="2466"/>
                      <a:pt x="349" y="2427"/>
                      <a:pt x="349" y="2388"/>
                    </a:cubicBezTo>
                    <a:cubicBezTo>
                      <a:pt x="311" y="2388"/>
                      <a:pt x="273" y="2388"/>
                      <a:pt x="233" y="2388"/>
                    </a:cubicBezTo>
                    <a:cubicBezTo>
                      <a:pt x="233" y="2311"/>
                      <a:pt x="233" y="2234"/>
                      <a:pt x="233" y="2155"/>
                    </a:cubicBezTo>
                    <a:cubicBezTo>
                      <a:pt x="195" y="2155"/>
                      <a:pt x="156" y="2155"/>
                      <a:pt x="116" y="2155"/>
                    </a:cubicBezTo>
                    <a:cubicBezTo>
                      <a:pt x="116" y="2116"/>
                      <a:pt x="116" y="2078"/>
                      <a:pt x="116" y="2038"/>
                    </a:cubicBezTo>
                    <a:cubicBezTo>
                      <a:pt x="78" y="2038"/>
                      <a:pt x="40" y="2038"/>
                      <a:pt x="0" y="2038"/>
                    </a:cubicBezTo>
                    <a:cubicBezTo>
                      <a:pt x="0" y="1885"/>
                      <a:pt x="0" y="1731"/>
                      <a:pt x="0" y="1572"/>
                    </a:cubicBezTo>
                    <a:cubicBezTo>
                      <a:pt x="38" y="1572"/>
                      <a:pt x="77" y="1572"/>
                      <a:pt x="116" y="1572"/>
                    </a:cubicBezTo>
                    <a:cubicBezTo>
                      <a:pt x="116" y="1457"/>
                      <a:pt x="116" y="1342"/>
                      <a:pt x="116" y="1223"/>
                    </a:cubicBezTo>
                    <a:cubicBezTo>
                      <a:pt x="155" y="1223"/>
                      <a:pt x="193" y="1223"/>
                      <a:pt x="233" y="1223"/>
                    </a:cubicBezTo>
                    <a:cubicBezTo>
                      <a:pt x="233" y="1108"/>
                      <a:pt x="233" y="992"/>
                      <a:pt x="233" y="874"/>
                    </a:cubicBezTo>
                    <a:cubicBezTo>
                      <a:pt x="195" y="874"/>
                      <a:pt x="156" y="874"/>
                      <a:pt x="116" y="874"/>
                    </a:cubicBezTo>
                    <a:cubicBezTo>
                      <a:pt x="116" y="797"/>
                      <a:pt x="116" y="720"/>
                      <a:pt x="116" y="641"/>
                    </a:cubicBezTo>
                    <a:cubicBezTo>
                      <a:pt x="78" y="641"/>
                      <a:pt x="40" y="641"/>
                      <a:pt x="0" y="641"/>
                    </a:cubicBezTo>
                    <a:cubicBezTo>
                      <a:pt x="0" y="564"/>
                      <a:pt x="0" y="487"/>
                      <a:pt x="0" y="408"/>
                    </a:cubicBezTo>
                    <a:cubicBezTo>
                      <a:pt x="38" y="408"/>
                      <a:pt x="77" y="408"/>
                      <a:pt x="116" y="408"/>
                    </a:cubicBezTo>
                    <a:cubicBezTo>
                      <a:pt x="116" y="331"/>
                      <a:pt x="116" y="254"/>
                      <a:pt x="116" y="175"/>
                    </a:cubicBezTo>
                    <a:cubicBezTo>
                      <a:pt x="155" y="175"/>
                      <a:pt x="193" y="175"/>
                      <a:pt x="233" y="175"/>
                    </a:cubicBezTo>
                    <a:cubicBezTo>
                      <a:pt x="233" y="117"/>
                      <a:pt x="233" y="59"/>
                      <a:pt x="2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35" name="ICON_TOOL_MODELS_path_027"/>
              <p:cNvSpPr/>
              <p:nvPr/>
            </p:nvSpPr>
            <p:spPr>
              <a:xfrm>
                <a:off x="5254879" y="5089399"/>
                <a:ext cx="15008" cy="51774"/>
              </a:xfrm>
              <a:custGeom>
                <a:avLst/>
                <a:gdLst/>
                <a:ahLst/>
                <a:cxnLst/>
                <a:rect l="0" t="0" r="r" b="b"/>
                <a:pathLst>
                  <a:path w="1182" h="4077" fill="norm" stroke="0">
                    <a:moveTo>
                      <a:pt x="133" y="0"/>
                    </a:moveTo>
                    <a:cubicBezTo>
                      <a:pt x="172" y="19"/>
                      <a:pt x="210" y="38"/>
                      <a:pt x="250" y="58"/>
                    </a:cubicBezTo>
                    <a:cubicBezTo>
                      <a:pt x="211" y="174"/>
                      <a:pt x="173" y="289"/>
                      <a:pt x="133" y="408"/>
                    </a:cubicBezTo>
                    <a:cubicBezTo>
                      <a:pt x="210" y="427"/>
                      <a:pt x="287" y="446"/>
                      <a:pt x="366" y="466"/>
                    </a:cubicBezTo>
                    <a:cubicBezTo>
                      <a:pt x="366" y="427"/>
                      <a:pt x="366" y="389"/>
                      <a:pt x="366" y="349"/>
                    </a:cubicBezTo>
                    <a:cubicBezTo>
                      <a:pt x="405" y="349"/>
                      <a:pt x="443" y="349"/>
                      <a:pt x="483" y="349"/>
                    </a:cubicBezTo>
                    <a:cubicBezTo>
                      <a:pt x="483" y="234"/>
                      <a:pt x="483" y="119"/>
                      <a:pt x="483" y="0"/>
                    </a:cubicBezTo>
                    <a:cubicBezTo>
                      <a:pt x="560" y="0"/>
                      <a:pt x="637" y="0"/>
                      <a:pt x="716" y="0"/>
                    </a:cubicBezTo>
                    <a:cubicBezTo>
                      <a:pt x="716" y="115"/>
                      <a:pt x="716" y="231"/>
                      <a:pt x="716" y="349"/>
                    </a:cubicBezTo>
                    <a:cubicBezTo>
                      <a:pt x="677" y="349"/>
                      <a:pt x="639" y="349"/>
                      <a:pt x="599" y="349"/>
                    </a:cubicBezTo>
                    <a:cubicBezTo>
                      <a:pt x="599" y="695"/>
                      <a:pt x="599" y="1041"/>
                      <a:pt x="599" y="1398"/>
                    </a:cubicBezTo>
                    <a:cubicBezTo>
                      <a:pt x="638" y="1398"/>
                      <a:pt x="676" y="1398"/>
                      <a:pt x="716" y="1398"/>
                    </a:cubicBezTo>
                    <a:cubicBezTo>
                      <a:pt x="716" y="1436"/>
                      <a:pt x="716" y="1475"/>
                      <a:pt x="716" y="1514"/>
                    </a:cubicBezTo>
                    <a:cubicBezTo>
                      <a:pt x="754" y="1514"/>
                      <a:pt x="793" y="1514"/>
                      <a:pt x="832" y="1514"/>
                    </a:cubicBezTo>
                    <a:cubicBezTo>
                      <a:pt x="832" y="1591"/>
                      <a:pt x="832" y="1668"/>
                      <a:pt x="832" y="1747"/>
                    </a:cubicBezTo>
                    <a:cubicBezTo>
                      <a:pt x="794" y="1747"/>
                      <a:pt x="755" y="1747"/>
                      <a:pt x="716" y="1747"/>
                    </a:cubicBezTo>
                    <a:cubicBezTo>
                      <a:pt x="716" y="1786"/>
                      <a:pt x="716" y="1824"/>
                      <a:pt x="716" y="1864"/>
                    </a:cubicBezTo>
                    <a:cubicBezTo>
                      <a:pt x="677" y="1864"/>
                      <a:pt x="639" y="1864"/>
                      <a:pt x="599" y="1864"/>
                    </a:cubicBezTo>
                    <a:cubicBezTo>
                      <a:pt x="599" y="2171"/>
                      <a:pt x="599" y="2479"/>
                      <a:pt x="599" y="2795"/>
                    </a:cubicBezTo>
                    <a:cubicBezTo>
                      <a:pt x="638" y="2795"/>
                      <a:pt x="676" y="2795"/>
                      <a:pt x="716" y="2795"/>
                    </a:cubicBezTo>
                    <a:cubicBezTo>
                      <a:pt x="716" y="2911"/>
                      <a:pt x="716" y="3026"/>
                      <a:pt x="716" y="3145"/>
                    </a:cubicBezTo>
                    <a:cubicBezTo>
                      <a:pt x="754" y="3145"/>
                      <a:pt x="793" y="3145"/>
                      <a:pt x="832" y="3145"/>
                    </a:cubicBezTo>
                    <a:cubicBezTo>
                      <a:pt x="832" y="3222"/>
                      <a:pt x="832" y="3299"/>
                      <a:pt x="832" y="3378"/>
                    </a:cubicBezTo>
                    <a:cubicBezTo>
                      <a:pt x="890" y="3368"/>
                      <a:pt x="890" y="3368"/>
                      <a:pt x="1182" y="3320"/>
                    </a:cubicBezTo>
                    <a:cubicBezTo>
                      <a:pt x="1110" y="3443"/>
                      <a:pt x="1110" y="3443"/>
                      <a:pt x="1065" y="3494"/>
                    </a:cubicBezTo>
                    <a:cubicBezTo>
                      <a:pt x="1000" y="3505"/>
                      <a:pt x="1000" y="3505"/>
                      <a:pt x="949" y="3494"/>
                    </a:cubicBezTo>
                    <a:cubicBezTo>
                      <a:pt x="949" y="3533"/>
                      <a:pt x="949" y="3571"/>
                      <a:pt x="949" y="3611"/>
                    </a:cubicBezTo>
                    <a:cubicBezTo>
                      <a:pt x="872" y="3611"/>
                      <a:pt x="795" y="3611"/>
                      <a:pt x="716" y="3611"/>
                    </a:cubicBezTo>
                    <a:cubicBezTo>
                      <a:pt x="716" y="3649"/>
                      <a:pt x="716" y="3688"/>
                      <a:pt x="716" y="3727"/>
                    </a:cubicBezTo>
                    <a:cubicBezTo>
                      <a:pt x="677" y="3727"/>
                      <a:pt x="639" y="3727"/>
                      <a:pt x="599" y="3727"/>
                    </a:cubicBezTo>
                    <a:cubicBezTo>
                      <a:pt x="599" y="3766"/>
                      <a:pt x="599" y="3804"/>
                      <a:pt x="599" y="3844"/>
                    </a:cubicBezTo>
                    <a:cubicBezTo>
                      <a:pt x="561" y="3853"/>
                      <a:pt x="561" y="3853"/>
                      <a:pt x="366" y="3902"/>
                    </a:cubicBezTo>
                    <a:cubicBezTo>
                      <a:pt x="366" y="3691"/>
                      <a:pt x="366" y="3479"/>
                      <a:pt x="366" y="3261"/>
                    </a:cubicBezTo>
                    <a:cubicBezTo>
                      <a:pt x="405" y="3261"/>
                      <a:pt x="443" y="3261"/>
                      <a:pt x="483" y="3261"/>
                    </a:cubicBezTo>
                    <a:cubicBezTo>
                      <a:pt x="483" y="3108"/>
                      <a:pt x="483" y="2954"/>
                      <a:pt x="483" y="2795"/>
                    </a:cubicBezTo>
                    <a:cubicBezTo>
                      <a:pt x="444" y="2795"/>
                      <a:pt x="406" y="2795"/>
                      <a:pt x="366" y="2795"/>
                    </a:cubicBezTo>
                    <a:cubicBezTo>
                      <a:pt x="366" y="2680"/>
                      <a:pt x="366" y="2565"/>
                      <a:pt x="366" y="2446"/>
                    </a:cubicBezTo>
                    <a:cubicBezTo>
                      <a:pt x="290" y="2446"/>
                      <a:pt x="213" y="2446"/>
                      <a:pt x="133" y="2446"/>
                    </a:cubicBezTo>
                    <a:cubicBezTo>
                      <a:pt x="133" y="2907"/>
                      <a:pt x="133" y="3369"/>
                      <a:pt x="133" y="3844"/>
                    </a:cubicBezTo>
                    <a:cubicBezTo>
                      <a:pt x="172" y="3844"/>
                      <a:pt x="210" y="3844"/>
                      <a:pt x="250" y="3844"/>
                    </a:cubicBezTo>
                    <a:cubicBezTo>
                      <a:pt x="269" y="3901"/>
                      <a:pt x="288" y="3959"/>
                      <a:pt x="308" y="4018"/>
                    </a:cubicBezTo>
                    <a:cubicBezTo>
                      <a:pt x="279" y="4028"/>
                      <a:pt x="279" y="4028"/>
                      <a:pt x="133" y="4077"/>
                    </a:cubicBezTo>
                    <a:cubicBezTo>
                      <a:pt x="133" y="4038"/>
                      <a:pt x="133" y="4000"/>
                      <a:pt x="133" y="3960"/>
                    </a:cubicBezTo>
                    <a:cubicBezTo>
                      <a:pt x="95" y="3960"/>
                      <a:pt x="57" y="3960"/>
                      <a:pt x="17" y="3960"/>
                    </a:cubicBezTo>
                    <a:cubicBezTo>
                      <a:pt x="14" y="3495"/>
                      <a:pt x="12" y="3031"/>
                      <a:pt x="11" y="2566"/>
                    </a:cubicBezTo>
                    <a:cubicBezTo>
                      <a:pt x="10" y="2350"/>
                      <a:pt x="9" y="2134"/>
                      <a:pt x="8" y="1918"/>
                    </a:cubicBezTo>
                    <a:cubicBezTo>
                      <a:pt x="7" y="1730"/>
                      <a:pt x="6" y="1542"/>
                      <a:pt x="6" y="1354"/>
                    </a:cubicBezTo>
                    <a:cubicBezTo>
                      <a:pt x="6" y="1254"/>
                      <a:pt x="5" y="1155"/>
                      <a:pt x="5" y="1055"/>
                    </a:cubicBezTo>
                    <a:cubicBezTo>
                      <a:pt x="4" y="961"/>
                      <a:pt x="4" y="867"/>
                      <a:pt x="4" y="773"/>
                    </a:cubicBezTo>
                    <a:cubicBezTo>
                      <a:pt x="4" y="739"/>
                      <a:pt x="3" y="705"/>
                      <a:pt x="3" y="671"/>
                    </a:cubicBezTo>
                    <a:cubicBezTo>
                      <a:pt x="0" y="426"/>
                      <a:pt x="44" y="227"/>
                      <a:pt x="1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36" name="ICON_TOOL_MODELS_path_028"/>
              <p:cNvSpPr/>
              <p:nvPr/>
            </p:nvSpPr>
            <p:spPr>
              <a:xfrm>
                <a:off x="5153025" y="5095316"/>
                <a:ext cx="16272" cy="36242"/>
              </a:xfrm>
              <a:custGeom>
                <a:avLst/>
                <a:gdLst/>
                <a:ahLst/>
                <a:cxnLst/>
                <a:rect l="0" t="0" r="r" b="b"/>
                <a:pathLst>
                  <a:path w="1281" h="2854" fill="norm" stroke="0">
                    <a:moveTo>
                      <a:pt x="932" y="0"/>
                    </a:moveTo>
                    <a:cubicBezTo>
                      <a:pt x="970" y="19"/>
                      <a:pt x="1009" y="38"/>
                      <a:pt x="1048" y="58"/>
                    </a:cubicBezTo>
                    <a:cubicBezTo>
                      <a:pt x="933" y="193"/>
                      <a:pt x="818" y="327"/>
                      <a:pt x="699" y="466"/>
                    </a:cubicBezTo>
                    <a:cubicBezTo>
                      <a:pt x="737" y="466"/>
                      <a:pt x="776" y="466"/>
                      <a:pt x="815" y="466"/>
                    </a:cubicBezTo>
                    <a:cubicBezTo>
                      <a:pt x="815" y="504"/>
                      <a:pt x="815" y="543"/>
                      <a:pt x="815" y="582"/>
                    </a:cubicBezTo>
                    <a:cubicBezTo>
                      <a:pt x="854" y="582"/>
                      <a:pt x="892" y="582"/>
                      <a:pt x="932" y="582"/>
                    </a:cubicBezTo>
                    <a:cubicBezTo>
                      <a:pt x="932" y="621"/>
                      <a:pt x="932" y="659"/>
                      <a:pt x="932" y="699"/>
                    </a:cubicBezTo>
                    <a:cubicBezTo>
                      <a:pt x="893" y="699"/>
                      <a:pt x="855" y="699"/>
                      <a:pt x="815" y="699"/>
                    </a:cubicBezTo>
                    <a:cubicBezTo>
                      <a:pt x="815" y="737"/>
                      <a:pt x="815" y="776"/>
                      <a:pt x="815" y="815"/>
                    </a:cubicBezTo>
                    <a:cubicBezTo>
                      <a:pt x="700" y="835"/>
                      <a:pt x="585" y="854"/>
                      <a:pt x="466" y="874"/>
                    </a:cubicBezTo>
                    <a:cubicBezTo>
                      <a:pt x="466" y="931"/>
                      <a:pt x="466" y="989"/>
                      <a:pt x="466" y="1048"/>
                    </a:cubicBezTo>
                    <a:cubicBezTo>
                      <a:pt x="504" y="1048"/>
                      <a:pt x="543" y="1048"/>
                      <a:pt x="582" y="1048"/>
                    </a:cubicBezTo>
                    <a:cubicBezTo>
                      <a:pt x="582" y="1087"/>
                      <a:pt x="582" y="1125"/>
                      <a:pt x="582" y="1165"/>
                    </a:cubicBezTo>
                    <a:cubicBezTo>
                      <a:pt x="621" y="1165"/>
                      <a:pt x="659" y="1165"/>
                      <a:pt x="699" y="1165"/>
                    </a:cubicBezTo>
                    <a:cubicBezTo>
                      <a:pt x="699" y="1319"/>
                      <a:pt x="699" y="1472"/>
                      <a:pt x="699" y="1631"/>
                    </a:cubicBezTo>
                    <a:cubicBezTo>
                      <a:pt x="773" y="1622"/>
                      <a:pt x="848" y="1614"/>
                      <a:pt x="925" y="1605"/>
                    </a:cubicBezTo>
                    <a:cubicBezTo>
                      <a:pt x="948" y="1603"/>
                      <a:pt x="971" y="1600"/>
                      <a:pt x="995" y="1598"/>
                    </a:cubicBezTo>
                    <a:cubicBezTo>
                      <a:pt x="1014" y="1595"/>
                      <a:pt x="1032" y="1593"/>
                      <a:pt x="1051" y="1591"/>
                    </a:cubicBezTo>
                    <a:cubicBezTo>
                      <a:pt x="1070" y="1589"/>
                      <a:pt x="1089" y="1587"/>
                      <a:pt x="1109" y="1584"/>
                    </a:cubicBezTo>
                    <a:cubicBezTo>
                      <a:pt x="1165" y="1572"/>
                      <a:pt x="1165" y="1572"/>
                      <a:pt x="1281" y="1514"/>
                    </a:cubicBezTo>
                    <a:cubicBezTo>
                      <a:pt x="1281" y="1956"/>
                      <a:pt x="1281" y="2398"/>
                      <a:pt x="1281" y="2854"/>
                    </a:cubicBezTo>
                    <a:cubicBezTo>
                      <a:pt x="1262" y="2796"/>
                      <a:pt x="1243" y="2738"/>
                      <a:pt x="1223" y="2679"/>
                    </a:cubicBezTo>
                    <a:cubicBezTo>
                      <a:pt x="1050" y="2679"/>
                      <a:pt x="877" y="2679"/>
                      <a:pt x="699" y="2679"/>
                    </a:cubicBezTo>
                    <a:cubicBezTo>
                      <a:pt x="699" y="2641"/>
                      <a:pt x="699" y="2602"/>
                      <a:pt x="699" y="2562"/>
                    </a:cubicBezTo>
                    <a:cubicBezTo>
                      <a:pt x="660" y="2562"/>
                      <a:pt x="622" y="2562"/>
                      <a:pt x="582" y="2562"/>
                    </a:cubicBezTo>
                    <a:cubicBezTo>
                      <a:pt x="582" y="2524"/>
                      <a:pt x="582" y="2486"/>
                      <a:pt x="582" y="2446"/>
                    </a:cubicBezTo>
                    <a:cubicBezTo>
                      <a:pt x="544" y="2446"/>
                      <a:pt x="506" y="2446"/>
                      <a:pt x="466" y="2446"/>
                    </a:cubicBezTo>
                    <a:cubicBezTo>
                      <a:pt x="466" y="2408"/>
                      <a:pt x="466" y="2369"/>
                      <a:pt x="466" y="2330"/>
                    </a:cubicBezTo>
                    <a:cubicBezTo>
                      <a:pt x="427" y="2330"/>
                      <a:pt x="389" y="2330"/>
                      <a:pt x="349" y="2330"/>
                    </a:cubicBezTo>
                    <a:cubicBezTo>
                      <a:pt x="349" y="2291"/>
                      <a:pt x="349" y="2253"/>
                      <a:pt x="349" y="2213"/>
                    </a:cubicBezTo>
                    <a:cubicBezTo>
                      <a:pt x="292" y="2213"/>
                      <a:pt x="234" y="2213"/>
                      <a:pt x="175" y="2213"/>
                    </a:cubicBezTo>
                    <a:cubicBezTo>
                      <a:pt x="155" y="2309"/>
                      <a:pt x="136" y="2405"/>
                      <a:pt x="116" y="2504"/>
                    </a:cubicBezTo>
                    <a:cubicBezTo>
                      <a:pt x="78" y="2485"/>
                      <a:pt x="40" y="2466"/>
                      <a:pt x="0" y="2446"/>
                    </a:cubicBezTo>
                    <a:cubicBezTo>
                      <a:pt x="10" y="2436"/>
                      <a:pt x="10" y="2436"/>
                      <a:pt x="58" y="2388"/>
                    </a:cubicBezTo>
                    <a:cubicBezTo>
                      <a:pt x="67" y="2330"/>
                      <a:pt x="67" y="2330"/>
                      <a:pt x="70" y="2258"/>
                    </a:cubicBezTo>
                    <a:cubicBezTo>
                      <a:pt x="71" y="2231"/>
                      <a:pt x="73" y="2205"/>
                      <a:pt x="74" y="2177"/>
                    </a:cubicBezTo>
                    <a:cubicBezTo>
                      <a:pt x="75" y="2148"/>
                      <a:pt x="76" y="2118"/>
                      <a:pt x="77" y="2089"/>
                    </a:cubicBezTo>
                    <a:cubicBezTo>
                      <a:pt x="78" y="2059"/>
                      <a:pt x="79" y="2029"/>
                      <a:pt x="80" y="1999"/>
                    </a:cubicBezTo>
                    <a:cubicBezTo>
                      <a:pt x="84" y="1920"/>
                      <a:pt x="86" y="1842"/>
                      <a:pt x="89" y="1763"/>
                    </a:cubicBezTo>
                    <a:cubicBezTo>
                      <a:pt x="92" y="1682"/>
                      <a:pt x="95" y="1602"/>
                      <a:pt x="99" y="1522"/>
                    </a:cubicBezTo>
                    <a:cubicBezTo>
                      <a:pt x="105" y="1364"/>
                      <a:pt x="111" y="1206"/>
                      <a:pt x="116" y="1048"/>
                    </a:cubicBezTo>
                    <a:cubicBezTo>
                      <a:pt x="155" y="1048"/>
                      <a:pt x="193" y="1048"/>
                      <a:pt x="233" y="1048"/>
                    </a:cubicBezTo>
                    <a:cubicBezTo>
                      <a:pt x="233" y="1010"/>
                      <a:pt x="233" y="971"/>
                      <a:pt x="233" y="932"/>
                    </a:cubicBezTo>
                    <a:cubicBezTo>
                      <a:pt x="271" y="932"/>
                      <a:pt x="310" y="932"/>
                      <a:pt x="349" y="932"/>
                    </a:cubicBezTo>
                    <a:cubicBezTo>
                      <a:pt x="349" y="855"/>
                      <a:pt x="349" y="778"/>
                      <a:pt x="349" y="699"/>
                    </a:cubicBezTo>
                    <a:cubicBezTo>
                      <a:pt x="388" y="699"/>
                      <a:pt x="426" y="699"/>
                      <a:pt x="466" y="699"/>
                    </a:cubicBezTo>
                    <a:cubicBezTo>
                      <a:pt x="466" y="622"/>
                      <a:pt x="466" y="545"/>
                      <a:pt x="466" y="466"/>
                    </a:cubicBezTo>
                    <a:cubicBezTo>
                      <a:pt x="504" y="466"/>
                      <a:pt x="543" y="466"/>
                      <a:pt x="582" y="466"/>
                    </a:cubicBezTo>
                    <a:cubicBezTo>
                      <a:pt x="611" y="423"/>
                      <a:pt x="611" y="423"/>
                      <a:pt x="633" y="364"/>
                    </a:cubicBezTo>
                    <a:cubicBezTo>
                      <a:pt x="702" y="209"/>
                      <a:pt x="808" y="113"/>
                      <a:pt x="93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37" name="ICON_TOOL_MODELS_path_029"/>
              <p:cNvSpPr/>
              <p:nvPr/>
            </p:nvSpPr>
            <p:spPr>
              <a:xfrm>
                <a:off x="5254991" y="5292797"/>
                <a:ext cx="15635" cy="43638"/>
              </a:xfrm>
              <a:custGeom>
                <a:avLst/>
                <a:gdLst/>
                <a:ahLst/>
                <a:cxnLst/>
                <a:rect l="0" t="0" r="r" b="b"/>
                <a:pathLst>
                  <a:path w="1231" h="3436" fill="norm" stroke="0">
                    <a:moveTo>
                      <a:pt x="66" y="0"/>
                    </a:moveTo>
                    <a:cubicBezTo>
                      <a:pt x="125" y="185"/>
                      <a:pt x="131" y="356"/>
                      <a:pt x="126" y="549"/>
                    </a:cubicBezTo>
                    <a:cubicBezTo>
                      <a:pt x="126" y="579"/>
                      <a:pt x="125" y="610"/>
                      <a:pt x="125" y="640"/>
                    </a:cubicBezTo>
                    <a:cubicBezTo>
                      <a:pt x="124" y="766"/>
                      <a:pt x="122" y="893"/>
                      <a:pt x="119" y="1020"/>
                    </a:cubicBezTo>
                    <a:cubicBezTo>
                      <a:pt x="105" y="1704"/>
                      <a:pt x="105" y="1704"/>
                      <a:pt x="241" y="1980"/>
                    </a:cubicBezTo>
                    <a:cubicBezTo>
                      <a:pt x="249" y="1967"/>
                      <a:pt x="257" y="1953"/>
                      <a:pt x="265" y="1940"/>
                    </a:cubicBezTo>
                    <a:cubicBezTo>
                      <a:pt x="321" y="1844"/>
                      <a:pt x="321" y="1844"/>
                      <a:pt x="358" y="1805"/>
                    </a:cubicBezTo>
                    <a:cubicBezTo>
                      <a:pt x="396" y="1805"/>
                      <a:pt x="434" y="1805"/>
                      <a:pt x="474" y="1805"/>
                    </a:cubicBezTo>
                    <a:cubicBezTo>
                      <a:pt x="474" y="1690"/>
                      <a:pt x="474" y="1575"/>
                      <a:pt x="474" y="1456"/>
                    </a:cubicBezTo>
                    <a:cubicBezTo>
                      <a:pt x="436" y="1456"/>
                      <a:pt x="397" y="1456"/>
                      <a:pt x="358" y="1456"/>
                    </a:cubicBezTo>
                    <a:cubicBezTo>
                      <a:pt x="358" y="1148"/>
                      <a:pt x="358" y="841"/>
                      <a:pt x="358" y="524"/>
                    </a:cubicBezTo>
                    <a:cubicBezTo>
                      <a:pt x="396" y="524"/>
                      <a:pt x="434" y="524"/>
                      <a:pt x="474" y="524"/>
                    </a:cubicBezTo>
                    <a:cubicBezTo>
                      <a:pt x="474" y="486"/>
                      <a:pt x="474" y="447"/>
                      <a:pt x="474" y="408"/>
                    </a:cubicBezTo>
                    <a:cubicBezTo>
                      <a:pt x="512" y="408"/>
                      <a:pt x="551" y="408"/>
                      <a:pt x="590" y="408"/>
                    </a:cubicBezTo>
                    <a:cubicBezTo>
                      <a:pt x="610" y="350"/>
                      <a:pt x="629" y="292"/>
                      <a:pt x="649" y="233"/>
                    </a:cubicBezTo>
                    <a:cubicBezTo>
                      <a:pt x="706" y="252"/>
                      <a:pt x="764" y="271"/>
                      <a:pt x="823" y="291"/>
                    </a:cubicBezTo>
                    <a:cubicBezTo>
                      <a:pt x="823" y="330"/>
                      <a:pt x="823" y="368"/>
                      <a:pt x="823" y="408"/>
                    </a:cubicBezTo>
                    <a:cubicBezTo>
                      <a:pt x="862" y="408"/>
                      <a:pt x="900" y="408"/>
                      <a:pt x="940" y="408"/>
                    </a:cubicBezTo>
                    <a:cubicBezTo>
                      <a:pt x="923" y="447"/>
                      <a:pt x="906" y="486"/>
                      <a:pt x="889" y="524"/>
                    </a:cubicBezTo>
                    <a:cubicBezTo>
                      <a:pt x="880" y="546"/>
                      <a:pt x="870" y="567"/>
                      <a:pt x="860" y="590"/>
                    </a:cubicBezTo>
                    <a:cubicBezTo>
                      <a:pt x="848" y="606"/>
                      <a:pt x="836" y="623"/>
                      <a:pt x="823" y="641"/>
                    </a:cubicBezTo>
                    <a:cubicBezTo>
                      <a:pt x="785" y="641"/>
                      <a:pt x="747" y="641"/>
                      <a:pt x="707" y="641"/>
                    </a:cubicBezTo>
                    <a:cubicBezTo>
                      <a:pt x="707" y="717"/>
                      <a:pt x="707" y="794"/>
                      <a:pt x="707" y="874"/>
                    </a:cubicBezTo>
                    <a:cubicBezTo>
                      <a:pt x="669" y="874"/>
                      <a:pt x="630" y="874"/>
                      <a:pt x="590" y="874"/>
                    </a:cubicBezTo>
                    <a:cubicBezTo>
                      <a:pt x="590" y="950"/>
                      <a:pt x="590" y="1027"/>
                      <a:pt x="590" y="1107"/>
                    </a:cubicBezTo>
                    <a:cubicBezTo>
                      <a:pt x="629" y="1107"/>
                      <a:pt x="667" y="1107"/>
                      <a:pt x="707" y="1107"/>
                    </a:cubicBezTo>
                    <a:cubicBezTo>
                      <a:pt x="707" y="1183"/>
                      <a:pt x="707" y="1260"/>
                      <a:pt x="707" y="1339"/>
                    </a:cubicBezTo>
                    <a:cubicBezTo>
                      <a:pt x="745" y="1339"/>
                      <a:pt x="784" y="1339"/>
                      <a:pt x="823" y="1339"/>
                    </a:cubicBezTo>
                    <a:cubicBezTo>
                      <a:pt x="823" y="1455"/>
                      <a:pt x="823" y="1570"/>
                      <a:pt x="823" y="1689"/>
                    </a:cubicBezTo>
                    <a:cubicBezTo>
                      <a:pt x="785" y="1689"/>
                      <a:pt x="747" y="1689"/>
                      <a:pt x="707" y="1689"/>
                    </a:cubicBezTo>
                    <a:cubicBezTo>
                      <a:pt x="707" y="1804"/>
                      <a:pt x="707" y="1920"/>
                      <a:pt x="707" y="2038"/>
                    </a:cubicBezTo>
                    <a:cubicBezTo>
                      <a:pt x="669" y="2038"/>
                      <a:pt x="630" y="2038"/>
                      <a:pt x="590" y="2038"/>
                    </a:cubicBezTo>
                    <a:cubicBezTo>
                      <a:pt x="590" y="2192"/>
                      <a:pt x="590" y="2346"/>
                      <a:pt x="590" y="2504"/>
                    </a:cubicBezTo>
                    <a:cubicBezTo>
                      <a:pt x="629" y="2504"/>
                      <a:pt x="667" y="2504"/>
                      <a:pt x="707" y="2504"/>
                    </a:cubicBezTo>
                    <a:cubicBezTo>
                      <a:pt x="707" y="2543"/>
                      <a:pt x="707" y="2581"/>
                      <a:pt x="707" y="2621"/>
                    </a:cubicBezTo>
                    <a:cubicBezTo>
                      <a:pt x="745" y="2621"/>
                      <a:pt x="784" y="2621"/>
                      <a:pt x="823" y="2621"/>
                    </a:cubicBezTo>
                    <a:cubicBezTo>
                      <a:pt x="823" y="2698"/>
                      <a:pt x="823" y="2774"/>
                      <a:pt x="823" y="2854"/>
                    </a:cubicBezTo>
                    <a:cubicBezTo>
                      <a:pt x="862" y="2854"/>
                      <a:pt x="900" y="2854"/>
                      <a:pt x="940" y="2854"/>
                    </a:cubicBezTo>
                    <a:cubicBezTo>
                      <a:pt x="940" y="2892"/>
                      <a:pt x="940" y="2931"/>
                      <a:pt x="940" y="2970"/>
                    </a:cubicBezTo>
                    <a:cubicBezTo>
                      <a:pt x="978" y="2970"/>
                      <a:pt x="1017" y="2970"/>
                      <a:pt x="1056" y="2970"/>
                    </a:cubicBezTo>
                    <a:cubicBezTo>
                      <a:pt x="1056" y="3009"/>
                      <a:pt x="1056" y="3047"/>
                      <a:pt x="1056" y="3087"/>
                    </a:cubicBezTo>
                    <a:cubicBezTo>
                      <a:pt x="1095" y="3087"/>
                      <a:pt x="1133" y="3087"/>
                      <a:pt x="1173" y="3087"/>
                    </a:cubicBezTo>
                    <a:cubicBezTo>
                      <a:pt x="1192" y="3202"/>
                      <a:pt x="1211" y="3317"/>
                      <a:pt x="1231" y="3436"/>
                    </a:cubicBezTo>
                    <a:cubicBezTo>
                      <a:pt x="1173" y="3436"/>
                      <a:pt x="1116" y="3436"/>
                      <a:pt x="1056" y="3436"/>
                    </a:cubicBezTo>
                    <a:cubicBezTo>
                      <a:pt x="1056" y="3398"/>
                      <a:pt x="1056" y="3359"/>
                      <a:pt x="1056" y="3320"/>
                    </a:cubicBezTo>
                    <a:cubicBezTo>
                      <a:pt x="980" y="3320"/>
                      <a:pt x="903" y="3320"/>
                      <a:pt x="823" y="3320"/>
                    </a:cubicBezTo>
                    <a:cubicBezTo>
                      <a:pt x="823" y="3281"/>
                      <a:pt x="823" y="3243"/>
                      <a:pt x="823" y="3203"/>
                    </a:cubicBezTo>
                    <a:cubicBezTo>
                      <a:pt x="785" y="3203"/>
                      <a:pt x="747" y="3203"/>
                      <a:pt x="707" y="3203"/>
                    </a:cubicBezTo>
                    <a:cubicBezTo>
                      <a:pt x="707" y="3165"/>
                      <a:pt x="707" y="3126"/>
                      <a:pt x="707" y="3087"/>
                    </a:cubicBezTo>
                    <a:cubicBezTo>
                      <a:pt x="669" y="3087"/>
                      <a:pt x="630" y="3087"/>
                      <a:pt x="590" y="3087"/>
                    </a:cubicBezTo>
                    <a:cubicBezTo>
                      <a:pt x="590" y="3048"/>
                      <a:pt x="590" y="3010"/>
                      <a:pt x="590" y="2970"/>
                    </a:cubicBezTo>
                    <a:cubicBezTo>
                      <a:pt x="552" y="2970"/>
                      <a:pt x="514" y="2970"/>
                      <a:pt x="474" y="2970"/>
                    </a:cubicBezTo>
                    <a:cubicBezTo>
                      <a:pt x="474" y="2893"/>
                      <a:pt x="474" y="2816"/>
                      <a:pt x="474" y="2737"/>
                    </a:cubicBezTo>
                    <a:cubicBezTo>
                      <a:pt x="436" y="2737"/>
                      <a:pt x="397" y="2737"/>
                      <a:pt x="358" y="2737"/>
                    </a:cubicBezTo>
                    <a:cubicBezTo>
                      <a:pt x="358" y="2660"/>
                      <a:pt x="358" y="2583"/>
                      <a:pt x="358" y="2504"/>
                    </a:cubicBezTo>
                    <a:cubicBezTo>
                      <a:pt x="319" y="2504"/>
                      <a:pt x="281" y="2504"/>
                      <a:pt x="241" y="2504"/>
                    </a:cubicBezTo>
                    <a:cubicBezTo>
                      <a:pt x="241" y="2389"/>
                      <a:pt x="241" y="2274"/>
                      <a:pt x="241" y="2155"/>
                    </a:cubicBezTo>
                    <a:cubicBezTo>
                      <a:pt x="203" y="2155"/>
                      <a:pt x="164" y="2155"/>
                      <a:pt x="125" y="2155"/>
                    </a:cubicBezTo>
                    <a:cubicBezTo>
                      <a:pt x="123" y="2143"/>
                      <a:pt x="122" y="2131"/>
                      <a:pt x="120" y="2118"/>
                    </a:cubicBezTo>
                    <a:cubicBezTo>
                      <a:pt x="113" y="2064"/>
                      <a:pt x="106" y="2009"/>
                      <a:pt x="99" y="1955"/>
                    </a:cubicBezTo>
                    <a:cubicBezTo>
                      <a:pt x="97" y="1936"/>
                      <a:pt x="95" y="1917"/>
                      <a:pt x="92" y="1897"/>
                    </a:cubicBezTo>
                    <a:cubicBezTo>
                      <a:pt x="90" y="1879"/>
                      <a:pt x="87" y="1861"/>
                      <a:pt x="85" y="1842"/>
                    </a:cubicBezTo>
                    <a:cubicBezTo>
                      <a:pt x="84" y="1834"/>
                      <a:pt x="84" y="1834"/>
                      <a:pt x="78" y="1791"/>
                    </a:cubicBezTo>
                    <a:cubicBezTo>
                      <a:pt x="66" y="1747"/>
                      <a:pt x="66" y="1747"/>
                      <a:pt x="8" y="1689"/>
                    </a:cubicBezTo>
                    <a:cubicBezTo>
                      <a:pt x="1" y="1620"/>
                      <a:pt x="1" y="1620"/>
                      <a:pt x="1" y="1534"/>
                    </a:cubicBezTo>
                    <a:cubicBezTo>
                      <a:pt x="0" y="1518"/>
                      <a:pt x="0" y="1502"/>
                      <a:pt x="0" y="1486"/>
                    </a:cubicBezTo>
                    <a:cubicBezTo>
                      <a:pt x="0" y="1433"/>
                      <a:pt x="0" y="1381"/>
                      <a:pt x="0" y="1329"/>
                    </a:cubicBezTo>
                    <a:cubicBezTo>
                      <a:pt x="0" y="1292"/>
                      <a:pt x="0" y="1256"/>
                      <a:pt x="0" y="1220"/>
                    </a:cubicBezTo>
                    <a:cubicBezTo>
                      <a:pt x="0" y="1143"/>
                      <a:pt x="0" y="1067"/>
                      <a:pt x="1" y="991"/>
                    </a:cubicBezTo>
                    <a:cubicBezTo>
                      <a:pt x="1" y="893"/>
                      <a:pt x="1" y="796"/>
                      <a:pt x="0" y="698"/>
                    </a:cubicBezTo>
                    <a:cubicBezTo>
                      <a:pt x="0" y="623"/>
                      <a:pt x="0" y="548"/>
                      <a:pt x="0" y="473"/>
                    </a:cubicBezTo>
                    <a:cubicBezTo>
                      <a:pt x="0" y="437"/>
                      <a:pt x="0" y="401"/>
                      <a:pt x="0" y="365"/>
                    </a:cubicBezTo>
                    <a:cubicBezTo>
                      <a:pt x="0" y="314"/>
                      <a:pt x="0" y="264"/>
                      <a:pt x="1" y="214"/>
                    </a:cubicBezTo>
                    <a:cubicBezTo>
                      <a:pt x="1" y="185"/>
                      <a:pt x="1" y="156"/>
                      <a:pt x="1" y="127"/>
                    </a:cubicBezTo>
                    <a:cubicBezTo>
                      <a:pt x="8" y="58"/>
                      <a:pt x="8" y="58"/>
                      <a:pt x="6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38" name="ICON_TOOL_MODELS_path_030"/>
              <p:cNvSpPr/>
              <p:nvPr/>
            </p:nvSpPr>
            <p:spPr>
              <a:xfrm>
                <a:off x="5175214" y="5141173"/>
                <a:ext cx="34023" cy="15532"/>
              </a:xfrm>
              <a:custGeom>
                <a:avLst/>
                <a:gdLst/>
                <a:ahLst/>
                <a:cxnLst/>
                <a:rect l="0" t="0" r="r" b="b"/>
                <a:pathLst>
                  <a:path w="2679" h="1223" fill="norm" stroke="0">
                    <a:moveTo>
                      <a:pt x="466" y="0"/>
                    </a:moveTo>
                    <a:cubicBezTo>
                      <a:pt x="504" y="0"/>
                      <a:pt x="543" y="0"/>
                      <a:pt x="582" y="0"/>
                    </a:cubicBezTo>
                    <a:cubicBezTo>
                      <a:pt x="582" y="38"/>
                      <a:pt x="582" y="77"/>
                      <a:pt x="582" y="116"/>
                    </a:cubicBezTo>
                    <a:cubicBezTo>
                      <a:pt x="1005" y="116"/>
                      <a:pt x="1428" y="116"/>
                      <a:pt x="1864" y="116"/>
                    </a:cubicBezTo>
                    <a:cubicBezTo>
                      <a:pt x="1864" y="155"/>
                      <a:pt x="1864" y="193"/>
                      <a:pt x="1864" y="233"/>
                    </a:cubicBezTo>
                    <a:cubicBezTo>
                      <a:pt x="1902" y="233"/>
                      <a:pt x="1941" y="233"/>
                      <a:pt x="1980" y="233"/>
                    </a:cubicBezTo>
                    <a:cubicBezTo>
                      <a:pt x="1980" y="271"/>
                      <a:pt x="1980" y="310"/>
                      <a:pt x="1980" y="349"/>
                    </a:cubicBezTo>
                    <a:cubicBezTo>
                      <a:pt x="2019" y="349"/>
                      <a:pt x="2057" y="349"/>
                      <a:pt x="2097" y="349"/>
                    </a:cubicBezTo>
                    <a:cubicBezTo>
                      <a:pt x="2097" y="426"/>
                      <a:pt x="2097" y="503"/>
                      <a:pt x="2097" y="582"/>
                    </a:cubicBezTo>
                    <a:cubicBezTo>
                      <a:pt x="2135" y="582"/>
                      <a:pt x="2173" y="582"/>
                      <a:pt x="2213" y="582"/>
                    </a:cubicBezTo>
                    <a:cubicBezTo>
                      <a:pt x="2213" y="621"/>
                      <a:pt x="2213" y="659"/>
                      <a:pt x="2213" y="699"/>
                    </a:cubicBezTo>
                    <a:cubicBezTo>
                      <a:pt x="2252" y="699"/>
                      <a:pt x="2290" y="699"/>
                      <a:pt x="2330" y="699"/>
                    </a:cubicBezTo>
                    <a:cubicBezTo>
                      <a:pt x="2330" y="737"/>
                      <a:pt x="2330" y="776"/>
                      <a:pt x="2330" y="815"/>
                    </a:cubicBezTo>
                    <a:cubicBezTo>
                      <a:pt x="2368" y="815"/>
                      <a:pt x="2406" y="815"/>
                      <a:pt x="2446" y="815"/>
                    </a:cubicBezTo>
                    <a:cubicBezTo>
                      <a:pt x="2446" y="854"/>
                      <a:pt x="2446" y="892"/>
                      <a:pt x="2446" y="932"/>
                    </a:cubicBezTo>
                    <a:cubicBezTo>
                      <a:pt x="2484" y="932"/>
                      <a:pt x="2523" y="932"/>
                      <a:pt x="2562" y="932"/>
                    </a:cubicBezTo>
                    <a:cubicBezTo>
                      <a:pt x="2601" y="1028"/>
                      <a:pt x="2639" y="1124"/>
                      <a:pt x="2679" y="1223"/>
                    </a:cubicBezTo>
                    <a:cubicBezTo>
                      <a:pt x="2514" y="1180"/>
                      <a:pt x="2514" y="1180"/>
                      <a:pt x="2464" y="1103"/>
                    </a:cubicBezTo>
                    <a:cubicBezTo>
                      <a:pt x="2461" y="1094"/>
                      <a:pt x="2461" y="1094"/>
                      <a:pt x="2446" y="1048"/>
                    </a:cubicBezTo>
                    <a:cubicBezTo>
                      <a:pt x="2432" y="1067"/>
                      <a:pt x="2417" y="1086"/>
                      <a:pt x="2403" y="1106"/>
                    </a:cubicBezTo>
                    <a:cubicBezTo>
                      <a:pt x="2343" y="1166"/>
                      <a:pt x="2300" y="1174"/>
                      <a:pt x="2216" y="1176"/>
                    </a:cubicBezTo>
                    <a:cubicBezTo>
                      <a:pt x="2174" y="1175"/>
                      <a:pt x="2132" y="1174"/>
                      <a:pt x="2089" y="1172"/>
                    </a:cubicBezTo>
                    <a:cubicBezTo>
                      <a:pt x="2068" y="1172"/>
                      <a:pt x="2046" y="1171"/>
                      <a:pt x="2024" y="1170"/>
                    </a:cubicBezTo>
                    <a:cubicBezTo>
                      <a:pt x="1970" y="1169"/>
                      <a:pt x="1917" y="1167"/>
                      <a:pt x="1864" y="1165"/>
                    </a:cubicBezTo>
                    <a:cubicBezTo>
                      <a:pt x="1864" y="1126"/>
                      <a:pt x="1864" y="1088"/>
                      <a:pt x="1864" y="1048"/>
                    </a:cubicBezTo>
                    <a:cubicBezTo>
                      <a:pt x="1825" y="1048"/>
                      <a:pt x="1787" y="1048"/>
                      <a:pt x="1747" y="1048"/>
                    </a:cubicBezTo>
                    <a:cubicBezTo>
                      <a:pt x="1747" y="1010"/>
                      <a:pt x="1747" y="971"/>
                      <a:pt x="1747" y="932"/>
                    </a:cubicBezTo>
                    <a:cubicBezTo>
                      <a:pt x="1824" y="932"/>
                      <a:pt x="1901" y="932"/>
                      <a:pt x="1980" y="932"/>
                    </a:cubicBezTo>
                    <a:cubicBezTo>
                      <a:pt x="1980" y="855"/>
                      <a:pt x="1980" y="778"/>
                      <a:pt x="1980" y="699"/>
                    </a:cubicBezTo>
                    <a:cubicBezTo>
                      <a:pt x="1942" y="699"/>
                      <a:pt x="1903" y="699"/>
                      <a:pt x="1864" y="699"/>
                    </a:cubicBezTo>
                    <a:cubicBezTo>
                      <a:pt x="1864" y="660"/>
                      <a:pt x="1864" y="622"/>
                      <a:pt x="1864" y="582"/>
                    </a:cubicBezTo>
                    <a:cubicBezTo>
                      <a:pt x="1825" y="582"/>
                      <a:pt x="1787" y="582"/>
                      <a:pt x="1747" y="582"/>
                    </a:cubicBezTo>
                    <a:cubicBezTo>
                      <a:pt x="1747" y="544"/>
                      <a:pt x="1747" y="506"/>
                      <a:pt x="1747" y="466"/>
                    </a:cubicBezTo>
                    <a:cubicBezTo>
                      <a:pt x="1670" y="466"/>
                      <a:pt x="1593" y="466"/>
                      <a:pt x="1514" y="466"/>
                    </a:cubicBezTo>
                    <a:cubicBezTo>
                      <a:pt x="1514" y="581"/>
                      <a:pt x="1514" y="697"/>
                      <a:pt x="1514" y="815"/>
                    </a:cubicBezTo>
                    <a:cubicBezTo>
                      <a:pt x="1399" y="815"/>
                      <a:pt x="1284" y="815"/>
                      <a:pt x="1165" y="815"/>
                    </a:cubicBezTo>
                    <a:cubicBezTo>
                      <a:pt x="1165" y="777"/>
                      <a:pt x="1165" y="738"/>
                      <a:pt x="1165" y="699"/>
                    </a:cubicBezTo>
                    <a:cubicBezTo>
                      <a:pt x="1126" y="699"/>
                      <a:pt x="1088" y="699"/>
                      <a:pt x="1048" y="699"/>
                    </a:cubicBezTo>
                    <a:cubicBezTo>
                      <a:pt x="1048" y="660"/>
                      <a:pt x="1048" y="622"/>
                      <a:pt x="1048" y="582"/>
                    </a:cubicBezTo>
                    <a:cubicBezTo>
                      <a:pt x="856" y="582"/>
                      <a:pt x="664" y="582"/>
                      <a:pt x="466" y="582"/>
                    </a:cubicBezTo>
                    <a:cubicBezTo>
                      <a:pt x="447" y="506"/>
                      <a:pt x="427" y="429"/>
                      <a:pt x="408" y="349"/>
                    </a:cubicBezTo>
                    <a:cubicBezTo>
                      <a:pt x="271" y="474"/>
                      <a:pt x="190" y="588"/>
                      <a:pt x="116" y="757"/>
                    </a:cubicBezTo>
                    <a:cubicBezTo>
                      <a:pt x="78" y="738"/>
                      <a:pt x="40" y="719"/>
                      <a:pt x="0" y="699"/>
                    </a:cubicBezTo>
                    <a:cubicBezTo>
                      <a:pt x="15" y="676"/>
                      <a:pt x="31" y="654"/>
                      <a:pt x="47" y="631"/>
                    </a:cubicBezTo>
                    <a:cubicBezTo>
                      <a:pt x="68" y="600"/>
                      <a:pt x="88" y="569"/>
                      <a:pt x="109" y="539"/>
                    </a:cubicBezTo>
                    <a:cubicBezTo>
                      <a:pt x="115" y="531"/>
                      <a:pt x="115" y="531"/>
                      <a:pt x="142" y="491"/>
                    </a:cubicBezTo>
                    <a:cubicBezTo>
                      <a:pt x="214" y="383"/>
                      <a:pt x="273" y="276"/>
                      <a:pt x="321" y="155"/>
                    </a:cubicBezTo>
                    <a:cubicBezTo>
                      <a:pt x="330" y="142"/>
                      <a:pt x="340" y="130"/>
                      <a:pt x="349" y="116"/>
                    </a:cubicBezTo>
                    <a:cubicBezTo>
                      <a:pt x="411" y="111"/>
                      <a:pt x="411" y="111"/>
                      <a:pt x="466" y="116"/>
                    </a:cubicBezTo>
                    <a:cubicBezTo>
                      <a:pt x="466" y="78"/>
                      <a:pt x="466" y="40"/>
                      <a:pt x="46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39" name="ICON_TOOL_MODELS_path_031"/>
              <p:cNvSpPr/>
              <p:nvPr/>
            </p:nvSpPr>
            <p:spPr>
              <a:xfrm>
                <a:off x="5274324" y="5280223"/>
                <a:ext cx="31064" cy="16272"/>
              </a:xfrm>
              <a:custGeom>
                <a:avLst/>
                <a:gdLst/>
                <a:ahLst/>
                <a:cxnLst/>
                <a:rect l="0" t="0" r="r" b="b"/>
                <a:pathLst>
                  <a:path w="2446" h="1281" fill="norm" stroke="0">
                    <a:moveTo>
                      <a:pt x="1980" y="0"/>
                    </a:moveTo>
                    <a:cubicBezTo>
                      <a:pt x="2019" y="0"/>
                      <a:pt x="2057" y="0"/>
                      <a:pt x="2097" y="0"/>
                    </a:cubicBezTo>
                    <a:cubicBezTo>
                      <a:pt x="2097" y="38"/>
                      <a:pt x="2097" y="77"/>
                      <a:pt x="2097" y="116"/>
                    </a:cubicBezTo>
                    <a:cubicBezTo>
                      <a:pt x="2135" y="116"/>
                      <a:pt x="2173" y="116"/>
                      <a:pt x="2213" y="116"/>
                    </a:cubicBezTo>
                    <a:cubicBezTo>
                      <a:pt x="2213" y="155"/>
                      <a:pt x="2213" y="193"/>
                      <a:pt x="2213" y="233"/>
                    </a:cubicBezTo>
                    <a:cubicBezTo>
                      <a:pt x="2290" y="233"/>
                      <a:pt x="2367" y="233"/>
                      <a:pt x="2446" y="233"/>
                    </a:cubicBezTo>
                    <a:cubicBezTo>
                      <a:pt x="2446" y="348"/>
                      <a:pt x="2446" y="464"/>
                      <a:pt x="2446" y="582"/>
                    </a:cubicBezTo>
                    <a:cubicBezTo>
                      <a:pt x="2408" y="582"/>
                      <a:pt x="2369" y="582"/>
                      <a:pt x="2330" y="582"/>
                    </a:cubicBezTo>
                    <a:cubicBezTo>
                      <a:pt x="2330" y="621"/>
                      <a:pt x="2330" y="659"/>
                      <a:pt x="2330" y="699"/>
                    </a:cubicBezTo>
                    <a:cubicBezTo>
                      <a:pt x="2291" y="699"/>
                      <a:pt x="2253" y="699"/>
                      <a:pt x="2213" y="699"/>
                    </a:cubicBezTo>
                    <a:cubicBezTo>
                      <a:pt x="2213" y="776"/>
                      <a:pt x="2213" y="853"/>
                      <a:pt x="2213" y="932"/>
                    </a:cubicBezTo>
                    <a:cubicBezTo>
                      <a:pt x="1790" y="932"/>
                      <a:pt x="1367" y="932"/>
                      <a:pt x="932" y="932"/>
                    </a:cubicBezTo>
                    <a:cubicBezTo>
                      <a:pt x="932" y="970"/>
                      <a:pt x="932" y="1009"/>
                      <a:pt x="932" y="1048"/>
                    </a:cubicBezTo>
                    <a:cubicBezTo>
                      <a:pt x="855" y="1048"/>
                      <a:pt x="778" y="1048"/>
                      <a:pt x="699" y="1048"/>
                    </a:cubicBezTo>
                    <a:cubicBezTo>
                      <a:pt x="699" y="1087"/>
                      <a:pt x="699" y="1125"/>
                      <a:pt x="699" y="1165"/>
                    </a:cubicBezTo>
                    <a:cubicBezTo>
                      <a:pt x="622" y="1165"/>
                      <a:pt x="545" y="1165"/>
                      <a:pt x="466" y="1165"/>
                    </a:cubicBezTo>
                    <a:cubicBezTo>
                      <a:pt x="466" y="1203"/>
                      <a:pt x="466" y="1242"/>
                      <a:pt x="466" y="1281"/>
                    </a:cubicBezTo>
                    <a:cubicBezTo>
                      <a:pt x="389" y="1281"/>
                      <a:pt x="312" y="1281"/>
                      <a:pt x="233" y="1281"/>
                    </a:cubicBezTo>
                    <a:cubicBezTo>
                      <a:pt x="233" y="1243"/>
                      <a:pt x="233" y="1204"/>
                      <a:pt x="233" y="1165"/>
                    </a:cubicBezTo>
                    <a:cubicBezTo>
                      <a:pt x="182" y="1128"/>
                      <a:pt x="182" y="1128"/>
                      <a:pt x="116" y="1099"/>
                    </a:cubicBezTo>
                    <a:cubicBezTo>
                      <a:pt x="95" y="1089"/>
                      <a:pt x="73" y="1080"/>
                      <a:pt x="51" y="1070"/>
                    </a:cubicBezTo>
                    <a:cubicBezTo>
                      <a:pt x="34" y="1063"/>
                      <a:pt x="17" y="1056"/>
                      <a:pt x="0" y="1048"/>
                    </a:cubicBezTo>
                    <a:cubicBezTo>
                      <a:pt x="120" y="953"/>
                      <a:pt x="196" y="917"/>
                      <a:pt x="349" y="932"/>
                    </a:cubicBezTo>
                    <a:cubicBezTo>
                      <a:pt x="349" y="893"/>
                      <a:pt x="349" y="855"/>
                      <a:pt x="349" y="815"/>
                    </a:cubicBezTo>
                    <a:cubicBezTo>
                      <a:pt x="388" y="815"/>
                      <a:pt x="426" y="815"/>
                      <a:pt x="466" y="815"/>
                    </a:cubicBezTo>
                    <a:cubicBezTo>
                      <a:pt x="466" y="777"/>
                      <a:pt x="466" y="738"/>
                      <a:pt x="466" y="699"/>
                    </a:cubicBezTo>
                    <a:cubicBezTo>
                      <a:pt x="620" y="699"/>
                      <a:pt x="773" y="699"/>
                      <a:pt x="932" y="699"/>
                    </a:cubicBezTo>
                    <a:cubicBezTo>
                      <a:pt x="932" y="660"/>
                      <a:pt x="932" y="622"/>
                      <a:pt x="932" y="582"/>
                    </a:cubicBezTo>
                    <a:cubicBezTo>
                      <a:pt x="1086" y="582"/>
                      <a:pt x="1239" y="582"/>
                      <a:pt x="1398" y="582"/>
                    </a:cubicBezTo>
                    <a:cubicBezTo>
                      <a:pt x="1398" y="544"/>
                      <a:pt x="1398" y="506"/>
                      <a:pt x="1398" y="466"/>
                    </a:cubicBezTo>
                    <a:cubicBezTo>
                      <a:pt x="1436" y="466"/>
                      <a:pt x="1475" y="466"/>
                      <a:pt x="1514" y="466"/>
                    </a:cubicBezTo>
                    <a:cubicBezTo>
                      <a:pt x="1514" y="427"/>
                      <a:pt x="1514" y="389"/>
                      <a:pt x="1514" y="349"/>
                    </a:cubicBezTo>
                    <a:cubicBezTo>
                      <a:pt x="1553" y="349"/>
                      <a:pt x="1591" y="349"/>
                      <a:pt x="1631" y="349"/>
                    </a:cubicBezTo>
                    <a:cubicBezTo>
                      <a:pt x="1631" y="311"/>
                      <a:pt x="1631" y="273"/>
                      <a:pt x="1631" y="233"/>
                    </a:cubicBezTo>
                    <a:cubicBezTo>
                      <a:pt x="1708" y="233"/>
                      <a:pt x="1784" y="233"/>
                      <a:pt x="1864" y="233"/>
                    </a:cubicBezTo>
                    <a:cubicBezTo>
                      <a:pt x="1864" y="195"/>
                      <a:pt x="1864" y="156"/>
                      <a:pt x="1864" y="116"/>
                    </a:cubicBezTo>
                    <a:cubicBezTo>
                      <a:pt x="1902" y="116"/>
                      <a:pt x="1941" y="116"/>
                      <a:pt x="1980" y="116"/>
                    </a:cubicBezTo>
                    <a:cubicBezTo>
                      <a:pt x="1980" y="78"/>
                      <a:pt x="1980" y="40"/>
                      <a:pt x="198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40" name="ICON_TOOL_MODELS_path_032"/>
              <p:cNvSpPr/>
              <p:nvPr/>
            </p:nvSpPr>
            <p:spPr>
              <a:xfrm>
                <a:off x="5268407" y="5130818"/>
                <a:ext cx="44378" cy="13313"/>
              </a:xfrm>
              <a:custGeom>
                <a:avLst/>
                <a:gdLst/>
                <a:ahLst/>
                <a:cxnLst/>
                <a:rect l="0" t="0" r="r" b="b"/>
                <a:pathLst>
                  <a:path w="3494" h="1048" fill="norm" stroke="0">
                    <a:moveTo>
                      <a:pt x="1398" y="0"/>
                    </a:moveTo>
                    <a:cubicBezTo>
                      <a:pt x="1513" y="0"/>
                      <a:pt x="1628" y="0"/>
                      <a:pt x="1747" y="0"/>
                    </a:cubicBezTo>
                    <a:cubicBezTo>
                      <a:pt x="1747" y="38"/>
                      <a:pt x="1747" y="77"/>
                      <a:pt x="1747" y="116"/>
                    </a:cubicBezTo>
                    <a:cubicBezTo>
                      <a:pt x="1786" y="116"/>
                      <a:pt x="1824" y="116"/>
                      <a:pt x="1864" y="116"/>
                    </a:cubicBezTo>
                    <a:cubicBezTo>
                      <a:pt x="1864" y="155"/>
                      <a:pt x="1864" y="193"/>
                      <a:pt x="1864" y="233"/>
                    </a:cubicBezTo>
                    <a:cubicBezTo>
                      <a:pt x="1941" y="233"/>
                      <a:pt x="2017" y="233"/>
                      <a:pt x="2097" y="233"/>
                    </a:cubicBezTo>
                    <a:cubicBezTo>
                      <a:pt x="2097" y="271"/>
                      <a:pt x="2097" y="310"/>
                      <a:pt x="2097" y="349"/>
                    </a:cubicBezTo>
                    <a:cubicBezTo>
                      <a:pt x="2212" y="349"/>
                      <a:pt x="2327" y="349"/>
                      <a:pt x="2446" y="349"/>
                    </a:cubicBezTo>
                    <a:cubicBezTo>
                      <a:pt x="2446" y="388"/>
                      <a:pt x="2446" y="426"/>
                      <a:pt x="2446" y="466"/>
                    </a:cubicBezTo>
                    <a:cubicBezTo>
                      <a:pt x="2754" y="466"/>
                      <a:pt x="3061" y="466"/>
                      <a:pt x="3378" y="466"/>
                    </a:cubicBezTo>
                    <a:cubicBezTo>
                      <a:pt x="3378" y="485"/>
                      <a:pt x="3378" y="504"/>
                      <a:pt x="3378" y="524"/>
                    </a:cubicBezTo>
                    <a:cubicBezTo>
                      <a:pt x="3224" y="524"/>
                      <a:pt x="3070" y="524"/>
                      <a:pt x="2912" y="524"/>
                    </a:cubicBezTo>
                    <a:cubicBezTo>
                      <a:pt x="2912" y="582"/>
                      <a:pt x="2912" y="639"/>
                      <a:pt x="2912" y="699"/>
                    </a:cubicBezTo>
                    <a:cubicBezTo>
                      <a:pt x="2925" y="698"/>
                      <a:pt x="2939" y="696"/>
                      <a:pt x="2953" y="695"/>
                    </a:cubicBezTo>
                    <a:cubicBezTo>
                      <a:pt x="3251" y="672"/>
                      <a:pt x="3251" y="672"/>
                      <a:pt x="3378" y="699"/>
                    </a:cubicBezTo>
                    <a:cubicBezTo>
                      <a:pt x="3453" y="767"/>
                      <a:pt x="3477" y="833"/>
                      <a:pt x="3494" y="932"/>
                    </a:cubicBezTo>
                    <a:cubicBezTo>
                      <a:pt x="3456" y="932"/>
                      <a:pt x="3417" y="932"/>
                      <a:pt x="3378" y="932"/>
                    </a:cubicBezTo>
                    <a:cubicBezTo>
                      <a:pt x="3378" y="970"/>
                      <a:pt x="3378" y="1009"/>
                      <a:pt x="3378" y="1048"/>
                    </a:cubicBezTo>
                    <a:cubicBezTo>
                      <a:pt x="3263" y="1048"/>
                      <a:pt x="3147" y="1048"/>
                      <a:pt x="3028" y="1048"/>
                    </a:cubicBezTo>
                    <a:cubicBezTo>
                      <a:pt x="3028" y="1010"/>
                      <a:pt x="3028" y="971"/>
                      <a:pt x="3028" y="932"/>
                    </a:cubicBezTo>
                    <a:cubicBezTo>
                      <a:pt x="2913" y="932"/>
                      <a:pt x="2798" y="932"/>
                      <a:pt x="2679" y="932"/>
                    </a:cubicBezTo>
                    <a:cubicBezTo>
                      <a:pt x="2679" y="893"/>
                      <a:pt x="2679" y="855"/>
                      <a:pt x="2679" y="815"/>
                    </a:cubicBezTo>
                    <a:cubicBezTo>
                      <a:pt x="2602" y="815"/>
                      <a:pt x="2525" y="815"/>
                      <a:pt x="2446" y="815"/>
                    </a:cubicBezTo>
                    <a:cubicBezTo>
                      <a:pt x="2446" y="777"/>
                      <a:pt x="2446" y="738"/>
                      <a:pt x="2446" y="699"/>
                    </a:cubicBezTo>
                    <a:cubicBezTo>
                      <a:pt x="2408" y="699"/>
                      <a:pt x="2369" y="699"/>
                      <a:pt x="2330" y="699"/>
                    </a:cubicBezTo>
                    <a:cubicBezTo>
                      <a:pt x="2330" y="660"/>
                      <a:pt x="2330" y="622"/>
                      <a:pt x="2330" y="582"/>
                    </a:cubicBezTo>
                    <a:cubicBezTo>
                      <a:pt x="2176" y="582"/>
                      <a:pt x="2022" y="582"/>
                      <a:pt x="1864" y="582"/>
                    </a:cubicBezTo>
                    <a:cubicBezTo>
                      <a:pt x="1864" y="544"/>
                      <a:pt x="1864" y="506"/>
                      <a:pt x="1864" y="466"/>
                    </a:cubicBezTo>
                    <a:cubicBezTo>
                      <a:pt x="1825" y="466"/>
                      <a:pt x="1787" y="466"/>
                      <a:pt x="1747" y="466"/>
                    </a:cubicBezTo>
                    <a:cubicBezTo>
                      <a:pt x="1747" y="427"/>
                      <a:pt x="1747" y="389"/>
                      <a:pt x="1747" y="349"/>
                    </a:cubicBezTo>
                    <a:cubicBezTo>
                      <a:pt x="1670" y="349"/>
                      <a:pt x="1593" y="349"/>
                      <a:pt x="1514" y="349"/>
                    </a:cubicBezTo>
                    <a:cubicBezTo>
                      <a:pt x="1514" y="388"/>
                      <a:pt x="1514" y="426"/>
                      <a:pt x="1514" y="466"/>
                    </a:cubicBezTo>
                    <a:cubicBezTo>
                      <a:pt x="1437" y="466"/>
                      <a:pt x="1360" y="466"/>
                      <a:pt x="1281" y="466"/>
                    </a:cubicBezTo>
                    <a:cubicBezTo>
                      <a:pt x="1281" y="504"/>
                      <a:pt x="1281" y="543"/>
                      <a:pt x="1281" y="582"/>
                    </a:cubicBezTo>
                    <a:cubicBezTo>
                      <a:pt x="1166" y="582"/>
                      <a:pt x="1051" y="582"/>
                      <a:pt x="932" y="582"/>
                    </a:cubicBezTo>
                    <a:cubicBezTo>
                      <a:pt x="932" y="621"/>
                      <a:pt x="932" y="659"/>
                      <a:pt x="932" y="699"/>
                    </a:cubicBezTo>
                    <a:cubicBezTo>
                      <a:pt x="893" y="699"/>
                      <a:pt x="855" y="699"/>
                      <a:pt x="815" y="699"/>
                    </a:cubicBezTo>
                    <a:cubicBezTo>
                      <a:pt x="815" y="737"/>
                      <a:pt x="815" y="776"/>
                      <a:pt x="815" y="815"/>
                    </a:cubicBezTo>
                    <a:cubicBezTo>
                      <a:pt x="738" y="815"/>
                      <a:pt x="662" y="815"/>
                      <a:pt x="582" y="815"/>
                    </a:cubicBezTo>
                    <a:cubicBezTo>
                      <a:pt x="582" y="854"/>
                      <a:pt x="582" y="892"/>
                      <a:pt x="582" y="932"/>
                    </a:cubicBezTo>
                    <a:cubicBezTo>
                      <a:pt x="565" y="930"/>
                      <a:pt x="547" y="929"/>
                      <a:pt x="529" y="928"/>
                    </a:cubicBezTo>
                    <a:cubicBezTo>
                      <a:pt x="323" y="919"/>
                      <a:pt x="185" y="960"/>
                      <a:pt x="0" y="1048"/>
                    </a:cubicBezTo>
                    <a:cubicBezTo>
                      <a:pt x="0" y="1010"/>
                      <a:pt x="0" y="971"/>
                      <a:pt x="0" y="932"/>
                    </a:cubicBezTo>
                    <a:cubicBezTo>
                      <a:pt x="115" y="893"/>
                      <a:pt x="231" y="855"/>
                      <a:pt x="349" y="815"/>
                    </a:cubicBezTo>
                    <a:cubicBezTo>
                      <a:pt x="349" y="777"/>
                      <a:pt x="349" y="738"/>
                      <a:pt x="349" y="699"/>
                    </a:cubicBezTo>
                    <a:cubicBezTo>
                      <a:pt x="426" y="699"/>
                      <a:pt x="503" y="699"/>
                      <a:pt x="582" y="699"/>
                    </a:cubicBezTo>
                    <a:cubicBezTo>
                      <a:pt x="582" y="660"/>
                      <a:pt x="582" y="622"/>
                      <a:pt x="582" y="582"/>
                    </a:cubicBezTo>
                    <a:cubicBezTo>
                      <a:pt x="621" y="582"/>
                      <a:pt x="659" y="582"/>
                      <a:pt x="699" y="582"/>
                    </a:cubicBezTo>
                    <a:cubicBezTo>
                      <a:pt x="699" y="544"/>
                      <a:pt x="699" y="506"/>
                      <a:pt x="699" y="466"/>
                    </a:cubicBezTo>
                    <a:cubicBezTo>
                      <a:pt x="776" y="466"/>
                      <a:pt x="853" y="466"/>
                      <a:pt x="932" y="466"/>
                    </a:cubicBezTo>
                    <a:cubicBezTo>
                      <a:pt x="932" y="427"/>
                      <a:pt x="932" y="389"/>
                      <a:pt x="932" y="349"/>
                    </a:cubicBezTo>
                    <a:cubicBezTo>
                      <a:pt x="970" y="349"/>
                      <a:pt x="1009" y="349"/>
                      <a:pt x="1048" y="349"/>
                    </a:cubicBezTo>
                    <a:cubicBezTo>
                      <a:pt x="1048" y="311"/>
                      <a:pt x="1048" y="273"/>
                      <a:pt x="1048" y="233"/>
                    </a:cubicBezTo>
                    <a:cubicBezTo>
                      <a:pt x="1087" y="233"/>
                      <a:pt x="1125" y="233"/>
                      <a:pt x="1165" y="233"/>
                    </a:cubicBezTo>
                    <a:cubicBezTo>
                      <a:pt x="1165" y="195"/>
                      <a:pt x="1165" y="156"/>
                      <a:pt x="1165" y="116"/>
                    </a:cubicBezTo>
                    <a:cubicBezTo>
                      <a:pt x="1242" y="116"/>
                      <a:pt x="1319" y="116"/>
                      <a:pt x="1398" y="116"/>
                    </a:cubicBezTo>
                    <a:cubicBezTo>
                      <a:pt x="1398" y="78"/>
                      <a:pt x="1398" y="40"/>
                      <a:pt x="139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41" name="ICON_TOOL_MODELS_path_033"/>
              <p:cNvSpPr/>
              <p:nvPr/>
            </p:nvSpPr>
            <p:spPr>
              <a:xfrm>
                <a:off x="5275064" y="5185551"/>
                <a:ext cx="54248" cy="13313"/>
              </a:xfrm>
              <a:custGeom>
                <a:avLst/>
                <a:gdLst/>
                <a:ahLst/>
                <a:cxnLst/>
                <a:rect l="0" t="0" r="r" b="b"/>
                <a:pathLst>
                  <a:path w="4272" h="1048" fill="norm" stroke="0">
                    <a:moveTo>
                      <a:pt x="291" y="0"/>
                    </a:moveTo>
                    <a:cubicBezTo>
                      <a:pt x="522" y="0"/>
                      <a:pt x="752" y="0"/>
                      <a:pt x="990" y="0"/>
                    </a:cubicBezTo>
                    <a:cubicBezTo>
                      <a:pt x="990" y="58"/>
                      <a:pt x="990" y="115"/>
                      <a:pt x="990" y="175"/>
                    </a:cubicBezTo>
                    <a:cubicBezTo>
                      <a:pt x="1014" y="174"/>
                      <a:pt x="1038" y="173"/>
                      <a:pt x="1062" y="173"/>
                    </a:cubicBezTo>
                    <a:cubicBezTo>
                      <a:pt x="1094" y="172"/>
                      <a:pt x="1126" y="172"/>
                      <a:pt x="1157" y="171"/>
                    </a:cubicBezTo>
                    <a:cubicBezTo>
                      <a:pt x="1173" y="171"/>
                      <a:pt x="1189" y="170"/>
                      <a:pt x="1205" y="170"/>
                    </a:cubicBezTo>
                    <a:cubicBezTo>
                      <a:pt x="1307" y="168"/>
                      <a:pt x="1365" y="185"/>
                      <a:pt x="1456" y="233"/>
                    </a:cubicBezTo>
                    <a:cubicBezTo>
                      <a:pt x="1518" y="239"/>
                      <a:pt x="1518" y="239"/>
                      <a:pt x="1580" y="237"/>
                    </a:cubicBezTo>
                    <a:cubicBezTo>
                      <a:pt x="1590" y="236"/>
                      <a:pt x="1590" y="236"/>
                      <a:pt x="1642" y="235"/>
                    </a:cubicBezTo>
                    <a:cubicBezTo>
                      <a:pt x="1658" y="234"/>
                      <a:pt x="1673" y="234"/>
                      <a:pt x="1689" y="233"/>
                    </a:cubicBezTo>
                    <a:cubicBezTo>
                      <a:pt x="1689" y="271"/>
                      <a:pt x="1689" y="310"/>
                      <a:pt x="1689" y="349"/>
                    </a:cubicBezTo>
                    <a:cubicBezTo>
                      <a:pt x="1727" y="349"/>
                      <a:pt x="1766" y="349"/>
                      <a:pt x="1805" y="349"/>
                    </a:cubicBezTo>
                    <a:cubicBezTo>
                      <a:pt x="1805" y="388"/>
                      <a:pt x="1805" y="426"/>
                      <a:pt x="1805" y="466"/>
                    </a:cubicBezTo>
                    <a:cubicBezTo>
                      <a:pt x="1844" y="466"/>
                      <a:pt x="1882" y="466"/>
                      <a:pt x="1922" y="466"/>
                    </a:cubicBezTo>
                    <a:cubicBezTo>
                      <a:pt x="1922" y="504"/>
                      <a:pt x="1922" y="543"/>
                      <a:pt x="1922" y="582"/>
                    </a:cubicBezTo>
                    <a:cubicBezTo>
                      <a:pt x="1960" y="582"/>
                      <a:pt x="1999" y="582"/>
                      <a:pt x="2038" y="582"/>
                    </a:cubicBezTo>
                    <a:cubicBezTo>
                      <a:pt x="2038" y="621"/>
                      <a:pt x="2038" y="659"/>
                      <a:pt x="2038" y="699"/>
                    </a:cubicBezTo>
                    <a:cubicBezTo>
                      <a:pt x="2115" y="699"/>
                      <a:pt x="2192" y="699"/>
                      <a:pt x="2271" y="699"/>
                    </a:cubicBezTo>
                    <a:cubicBezTo>
                      <a:pt x="2271" y="737"/>
                      <a:pt x="2271" y="776"/>
                      <a:pt x="2271" y="815"/>
                    </a:cubicBezTo>
                    <a:cubicBezTo>
                      <a:pt x="2348" y="815"/>
                      <a:pt x="2425" y="815"/>
                      <a:pt x="2504" y="815"/>
                    </a:cubicBezTo>
                    <a:cubicBezTo>
                      <a:pt x="2504" y="777"/>
                      <a:pt x="2504" y="738"/>
                      <a:pt x="2504" y="699"/>
                    </a:cubicBezTo>
                    <a:cubicBezTo>
                      <a:pt x="2466" y="699"/>
                      <a:pt x="2427" y="699"/>
                      <a:pt x="2388" y="699"/>
                    </a:cubicBezTo>
                    <a:cubicBezTo>
                      <a:pt x="2388" y="660"/>
                      <a:pt x="2388" y="622"/>
                      <a:pt x="2388" y="582"/>
                    </a:cubicBezTo>
                    <a:cubicBezTo>
                      <a:pt x="2349" y="582"/>
                      <a:pt x="2311" y="582"/>
                      <a:pt x="2271" y="582"/>
                    </a:cubicBezTo>
                    <a:cubicBezTo>
                      <a:pt x="2271" y="544"/>
                      <a:pt x="2271" y="506"/>
                      <a:pt x="2271" y="466"/>
                    </a:cubicBezTo>
                    <a:cubicBezTo>
                      <a:pt x="2233" y="466"/>
                      <a:pt x="2194" y="466"/>
                      <a:pt x="2155" y="466"/>
                    </a:cubicBezTo>
                    <a:cubicBezTo>
                      <a:pt x="2155" y="427"/>
                      <a:pt x="2155" y="389"/>
                      <a:pt x="2155" y="349"/>
                    </a:cubicBezTo>
                    <a:cubicBezTo>
                      <a:pt x="2193" y="349"/>
                      <a:pt x="2232" y="349"/>
                      <a:pt x="2271" y="349"/>
                    </a:cubicBezTo>
                    <a:cubicBezTo>
                      <a:pt x="2271" y="311"/>
                      <a:pt x="2271" y="273"/>
                      <a:pt x="2271" y="233"/>
                    </a:cubicBezTo>
                    <a:cubicBezTo>
                      <a:pt x="2348" y="233"/>
                      <a:pt x="2425" y="233"/>
                      <a:pt x="2504" y="233"/>
                    </a:cubicBezTo>
                    <a:cubicBezTo>
                      <a:pt x="2504" y="271"/>
                      <a:pt x="2504" y="310"/>
                      <a:pt x="2504" y="349"/>
                    </a:cubicBezTo>
                    <a:cubicBezTo>
                      <a:pt x="2581" y="349"/>
                      <a:pt x="2658" y="349"/>
                      <a:pt x="2737" y="349"/>
                    </a:cubicBezTo>
                    <a:cubicBezTo>
                      <a:pt x="2737" y="465"/>
                      <a:pt x="2737" y="580"/>
                      <a:pt x="2737" y="699"/>
                    </a:cubicBezTo>
                    <a:cubicBezTo>
                      <a:pt x="3434" y="721"/>
                      <a:pt x="3434" y="721"/>
                      <a:pt x="3727" y="582"/>
                    </a:cubicBezTo>
                    <a:cubicBezTo>
                      <a:pt x="3718" y="573"/>
                      <a:pt x="3718" y="573"/>
                      <a:pt x="3669" y="524"/>
                    </a:cubicBezTo>
                    <a:cubicBezTo>
                      <a:pt x="3663" y="455"/>
                      <a:pt x="3663" y="455"/>
                      <a:pt x="3665" y="375"/>
                    </a:cubicBezTo>
                    <a:cubicBezTo>
                      <a:pt x="3666" y="348"/>
                      <a:pt x="3666" y="322"/>
                      <a:pt x="3667" y="295"/>
                    </a:cubicBezTo>
                    <a:cubicBezTo>
                      <a:pt x="3668" y="274"/>
                      <a:pt x="3668" y="254"/>
                      <a:pt x="3669" y="233"/>
                    </a:cubicBezTo>
                    <a:cubicBezTo>
                      <a:pt x="3707" y="233"/>
                      <a:pt x="3746" y="233"/>
                      <a:pt x="3786" y="233"/>
                    </a:cubicBezTo>
                    <a:cubicBezTo>
                      <a:pt x="3786" y="310"/>
                      <a:pt x="3786" y="387"/>
                      <a:pt x="3786" y="466"/>
                    </a:cubicBezTo>
                    <a:cubicBezTo>
                      <a:pt x="3824" y="466"/>
                      <a:pt x="3862" y="466"/>
                      <a:pt x="3902" y="466"/>
                    </a:cubicBezTo>
                    <a:cubicBezTo>
                      <a:pt x="3902" y="504"/>
                      <a:pt x="3902" y="543"/>
                      <a:pt x="3902" y="582"/>
                    </a:cubicBezTo>
                    <a:cubicBezTo>
                      <a:pt x="3949" y="576"/>
                      <a:pt x="3997" y="568"/>
                      <a:pt x="4044" y="561"/>
                    </a:cubicBezTo>
                    <a:cubicBezTo>
                      <a:pt x="4057" y="559"/>
                      <a:pt x="4057" y="559"/>
                      <a:pt x="4124" y="548"/>
                    </a:cubicBezTo>
                    <a:cubicBezTo>
                      <a:pt x="4193" y="524"/>
                      <a:pt x="4193" y="524"/>
                      <a:pt x="4232" y="464"/>
                    </a:cubicBezTo>
                    <a:cubicBezTo>
                      <a:pt x="4238" y="445"/>
                      <a:pt x="4245" y="427"/>
                      <a:pt x="4251" y="408"/>
                    </a:cubicBezTo>
                    <a:cubicBezTo>
                      <a:pt x="4272" y="518"/>
                      <a:pt x="4272" y="518"/>
                      <a:pt x="4251" y="582"/>
                    </a:cubicBezTo>
                    <a:cubicBezTo>
                      <a:pt x="4103" y="699"/>
                      <a:pt x="3927" y="719"/>
                      <a:pt x="3745" y="732"/>
                    </a:cubicBezTo>
                    <a:cubicBezTo>
                      <a:pt x="3699" y="735"/>
                      <a:pt x="3653" y="739"/>
                      <a:pt x="3606" y="743"/>
                    </a:cubicBezTo>
                    <a:cubicBezTo>
                      <a:pt x="3586" y="744"/>
                      <a:pt x="3566" y="746"/>
                      <a:pt x="3545" y="747"/>
                    </a:cubicBezTo>
                    <a:cubicBezTo>
                      <a:pt x="3494" y="757"/>
                      <a:pt x="3494" y="757"/>
                      <a:pt x="3436" y="815"/>
                    </a:cubicBezTo>
                    <a:cubicBezTo>
                      <a:pt x="3376" y="822"/>
                      <a:pt x="3376" y="822"/>
                      <a:pt x="3303" y="821"/>
                    </a:cubicBezTo>
                    <a:cubicBezTo>
                      <a:pt x="3277" y="821"/>
                      <a:pt x="3251" y="821"/>
                      <a:pt x="3224" y="820"/>
                    </a:cubicBezTo>
                    <a:cubicBezTo>
                      <a:pt x="3197" y="820"/>
                      <a:pt x="3169" y="819"/>
                      <a:pt x="3141" y="819"/>
                    </a:cubicBezTo>
                    <a:cubicBezTo>
                      <a:pt x="3114" y="819"/>
                      <a:pt x="3086" y="818"/>
                      <a:pt x="3058" y="818"/>
                    </a:cubicBezTo>
                    <a:cubicBezTo>
                      <a:pt x="2990" y="817"/>
                      <a:pt x="2922" y="817"/>
                      <a:pt x="2854" y="815"/>
                    </a:cubicBezTo>
                    <a:cubicBezTo>
                      <a:pt x="2854" y="854"/>
                      <a:pt x="2854" y="892"/>
                      <a:pt x="2854" y="932"/>
                    </a:cubicBezTo>
                    <a:cubicBezTo>
                      <a:pt x="2738" y="932"/>
                      <a:pt x="2623" y="932"/>
                      <a:pt x="2504" y="932"/>
                    </a:cubicBezTo>
                    <a:cubicBezTo>
                      <a:pt x="2504" y="970"/>
                      <a:pt x="2504" y="1009"/>
                      <a:pt x="2504" y="1048"/>
                    </a:cubicBezTo>
                    <a:cubicBezTo>
                      <a:pt x="2351" y="1048"/>
                      <a:pt x="2197" y="1048"/>
                      <a:pt x="2038" y="1048"/>
                    </a:cubicBezTo>
                    <a:cubicBezTo>
                      <a:pt x="2038" y="1010"/>
                      <a:pt x="2038" y="971"/>
                      <a:pt x="2038" y="932"/>
                    </a:cubicBezTo>
                    <a:cubicBezTo>
                      <a:pt x="2000" y="932"/>
                      <a:pt x="1961" y="932"/>
                      <a:pt x="1922" y="932"/>
                    </a:cubicBezTo>
                    <a:cubicBezTo>
                      <a:pt x="1922" y="893"/>
                      <a:pt x="1922" y="855"/>
                      <a:pt x="1922" y="815"/>
                    </a:cubicBezTo>
                    <a:cubicBezTo>
                      <a:pt x="1883" y="815"/>
                      <a:pt x="1845" y="815"/>
                      <a:pt x="1805" y="815"/>
                    </a:cubicBezTo>
                    <a:cubicBezTo>
                      <a:pt x="1805" y="777"/>
                      <a:pt x="1805" y="738"/>
                      <a:pt x="1805" y="699"/>
                    </a:cubicBezTo>
                    <a:cubicBezTo>
                      <a:pt x="1767" y="699"/>
                      <a:pt x="1729" y="699"/>
                      <a:pt x="1689" y="699"/>
                    </a:cubicBezTo>
                    <a:cubicBezTo>
                      <a:pt x="1689" y="660"/>
                      <a:pt x="1689" y="622"/>
                      <a:pt x="1689" y="582"/>
                    </a:cubicBezTo>
                    <a:cubicBezTo>
                      <a:pt x="1650" y="582"/>
                      <a:pt x="1612" y="582"/>
                      <a:pt x="1572" y="582"/>
                    </a:cubicBezTo>
                    <a:cubicBezTo>
                      <a:pt x="1572" y="544"/>
                      <a:pt x="1572" y="506"/>
                      <a:pt x="1572" y="466"/>
                    </a:cubicBezTo>
                    <a:cubicBezTo>
                      <a:pt x="1534" y="466"/>
                      <a:pt x="1496" y="466"/>
                      <a:pt x="1456" y="466"/>
                    </a:cubicBezTo>
                    <a:cubicBezTo>
                      <a:pt x="1456" y="427"/>
                      <a:pt x="1456" y="389"/>
                      <a:pt x="1456" y="349"/>
                    </a:cubicBezTo>
                    <a:cubicBezTo>
                      <a:pt x="1299" y="286"/>
                      <a:pt x="1152" y="279"/>
                      <a:pt x="984" y="273"/>
                    </a:cubicBezTo>
                    <a:cubicBezTo>
                      <a:pt x="956" y="272"/>
                      <a:pt x="928" y="270"/>
                      <a:pt x="899" y="269"/>
                    </a:cubicBezTo>
                    <a:cubicBezTo>
                      <a:pt x="824" y="266"/>
                      <a:pt x="750" y="263"/>
                      <a:pt x="675" y="260"/>
                    </a:cubicBezTo>
                    <a:cubicBezTo>
                      <a:pt x="599" y="257"/>
                      <a:pt x="523" y="254"/>
                      <a:pt x="447" y="251"/>
                    </a:cubicBezTo>
                    <a:cubicBezTo>
                      <a:pt x="298" y="245"/>
                      <a:pt x="149" y="239"/>
                      <a:pt x="0" y="233"/>
                    </a:cubicBezTo>
                    <a:cubicBezTo>
                      <a:pt x="0" y="214"/>
                      <a:pt x="0" y="195"/>
                      <a:pt x="0" y="175"/>
                    </a:cubicBezTo>
                    <a:cubicBezTo>
                      <a:pt x="96" y="175"/>
                      <a:pt x="192" y="175"/>
                      <a:pt x="291" y="175"/>
                    </a:cubicBezTo>
                    <a:cubicBezTo>
                      <a:pt x="291" y="117"/>
                      <a:pt x="291" y="59"/>
                      <a:pt x="29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42" name="ICON_TOOL_MODELS_path_034"/>
              <p:cNvSpPr/>
              <p:nvPr/>
            </p:nvSpPr>
            <p:spPr>
              <a:xfrm>
                <a:off x="5160352" y="5238064"/>
                <a:ext cx="11904" cy="35502"/>
              </a:xfrm>
              <a:custGeom>
                <a:avLst/>
                <a:gdLst/>
                <a:ahLst/>
                <a:cxnLst/>
                <a:rect l="0" t="0" r="r" b="b"/>
                <a:pathLst>
                  <a:path w="937" h="2795" fill="norm" stroke="0">
                    <a:moveTo>
                      <a:pt x="588" y="0"/>
                    </a:moveTo>
                    <a:cubicBezTo>
                      <a:pt x="626" y="19"/>
                      <a:pt x="665" y="38"/>
                      <a:pt x="704" y="58"/>
                    </a:cubicBezTo>
                    <a:cubicBezTo>
                      <a:pt x="685" y="77"/>
                      <a:pt x="666" y="97"/>
                      <a:pt x="646" y="116"/>
                    </a:cubicBezTo>
                    <a:cubicBezTo>
                      <a:pt x="637" y="157"/>
                      <a:pt x="637" y="157"/>
                      <a:pt x="634" y="203"/>
                    </a:cubicBezTo>
                    <a:cubicBezTo>
                      <a:pt x="634" y="212"/>
                      <a:pt x="634" y="212"/>
                      <a:pt x="631" y="256"/>
                    </a:cubicBezTo>
                    <a:cubicBezTo>
                      <a:pt x="630" y="266"/>
                      <a:pt x="630" y="266"/>
                      <a:pt x="628" y="313"/>
                    </a:cubicBezTo>
                    <a:cubicBezTo>
                      <a:pt x="626" y="333"/>
                      <a:pt x="625" y="352"/>
                      <a:pt x="624" y="372"/>
                    </a:cubicBezTo>
                    <a:cubicBezTo>
                      <a:pt x="620" y="433"/>
                      <a:pt x="617" y="495"/>
                      <a:pt x="613" y="557"/>
                    </a:cubicBezTo>
                    <a:cubicBezTo>
                      <a:pt x="611" y="599"/>
                      <a:pt x="608" y="641"/>
                      <a:pt x="606" y="682"/>
                    </a:cubicBezTo>
                    <a:cubicBezTo>
                      <a:pt x="600" y="785"/>
                      <a:pt x="594" y="887"/>
                      <a:pt x="588" y="990"/>
                    </a:cubicBezTo>
                    <a:cubicBezTo>
                      <a:pt x="626" y="990"/>
                      <a:pt x="665" y="990"/>
                      <a:pt x="704" y="990"/>
                    </a:cubicBezTo>
                    <a:cubicBezTo>
                      <a:pt x="704" y="1105"/>
                      <a:pt x="704" y="1221"/>
                      <a:pt x="704" y="1339"/>
                    </a:cubicBezTo>
                    <a:cubicBezTo>
                      <a:pt x="743" y="1339"/>
                      <a:pt x="781" y="1339"/>
                      <a:pt x="821" y="1339"/>
                    </a:cubicBezTo>
                    <a:cubicBezTo>
                      <a:pt x="821" y="1416"/>
                      <a:pt x="821" y="1493"/>
                      <a:pt x="821" y="1572"/>
                    </a:cubicBezTo>
                    <a:cubicBezTo>
                      <a:pt x="859" y="1572"/>
                      <a:pt x="898" y="1572"/>
                      <a:pt x="937" y="1572"/>
                    </a:cubicBezTo>
                    <a:cubicBezTo>
                      <a:pt x="937" y="1688"/>
                      <a:pt x="937" y="1803"/>
                      <a:pt x="937" y="1922"/>
                    </a:cubicBezTo>
                    <a:cubicBezTo>
                      <a:pt x="899" y="1922"/>
                      <a:pt x="860" y="1922"/>
                      <a:pt x="821" y="1922"/>
                    </a:cubicBezTo>
                    <a:cubicBezTo>
                      <a:pt x="821" y="1960"/>
                      <a:pt x="821" y="1999"/>
                      <a:pt x="821" y="2038"/>
                    </a:cubicBezTo>
                    <a:cubicBezTo>
                      <a:pt x="782" y="2038"/>
                      <a:pt x="744" y="2038"/>
                      <a:pt x="704" y="2038"/>
                    </a:cubicBezTo>
                    <a:cubicBezTo>
                      <a:pt x="704" y="2115"/>
                      <a:pt x="704" y="2192"/>
                      <a:pt x="704" y="2271"/>
                    </a:cubicBezTo>
                    <a:cubicBezTo>
                      <a:pt x="666" y="2271"/>
                      <a:pt x="627" y="2271"/>
                      <a:pt x="588" y="2271"/>
                    </a:cubicBezTo>
                    <a:cubicBezTo>
                      <a:pt x="588" y="2310"/>
                      <a:pt x="588" y="2348"/>
                      <a:pt x="588" y="2388"/>
                    </a:cubicBezTo>
                    <a:cubicBezTo>
                      <a:pt x="511" y="2388"/>
                      <a:pt x="434" y="2388"/>
                      <a:pt x="355" y="2388"/>
                    </a:cubicBezTo>
                    <a:cubicBezTo>
                      <a:pt x="355" y="2426"/>
                      <a:pt x="355" y="2465"/>
                      <a:pt x="355" y="2504"/>
                    </a:cubicBezTo>
                    <a:cubicBezTo>
                      <a:pt x="316" y="2504"/>
                      <a:pt x="278" y="2504"/>
                      <a:pt x="238" y="2504"/>
                    </a:cubicBezTo>
                    <a:cubicBezTo>
                      <a:pt x="219" y="2600"/>
                      <a:pt x="200" y="2696"/>
                      <a:pt x="180" y="2795"/>
                    </a:cubicBezTo>
                    <a:cubicBezTo>
                      <a:pt x="7" y="2637"/>
                      <a:pt x="7" y="2637"/>
                      <a:pt x="0" y="2557"/>
                    </a:cubicBezTo>
                    <a:cubicBezTo>
                      <a:pt x="2" y="2539"/>
                      <a:pt x="4" y="2522"/>
                      <a:pt x="5" y="2504"/>
                    </a:cubicBezTo>
                    <a:cubicBezTo>
                      <a:pt x="44" y="2504"/>
                      <a:pt x="82" y="2504"/>
                      <a:pt x="122" y="2504"/>
                    </a:cubicBezTo>
                    <a:cubicBezTo>
                      <a:pt x="122" y="2427"/>
                      <a:pt x="122" y="2351"/>
                      <a:pt x="122" y="2271"/>
                    </a:cubicBezTo>
                    <a:cubicBezTo>
                      <a:pt x="160" y="2271"/>
                      <a:pt x="199" y="2271"/>
                      <a:pt x="238" y="2271"/>
                    </a:cubicBezTo>
                    <a:cubicBezTo>
                      <a:pt x="238" y="2194"/>
                      <a:pt x="238" y="2118"/>
                      <a:pt x="238" y="2038"/>
                    </a:cubicBezTo>
                    <a:cubicBezTo>
                      <a:pt x="277" y="2038"/>
                      <a:pt x="315" y="2038"/>
                      <a:pt x="355" y="2038"/>
                    </a:cubicBezTo>
                    <a:cubicBezTo>
                      <a:pt x="355" y="2000"/>
                      <a:pt x="355" y="1961"/>
                      <a:pt x="355" y="1922"/>
                    </a:cubicBezTo>
                    <a:cubicBezTo>
                      <a:pt x="393" y="1922"/>
                      <a:pt x="432" y="1922"/>
                      <a:pt x="471" y="1922"/>
                    </a:cubicBezTo>
                    <a:cubicBezTo>
                      <a:pt x="471" y="1883"/>
                      <a:pt x="471" y="1845"/>
                      <a:pt x="471" y="1805"/>
                    </a:cubicBezTo>
                    <a:cubicBezTo>
                      <a:pt x="510" y="1805"/>
                      <a:pt x="548" y="1805"/>
                      <a:pt x="588" y="1805"/>
                    </a:cubicBezTo>
                    <a:cubicBezTo>
                      <a:pt x="588" y="1767"/>
                      <a:pt x="588" y="1729"/>
                      <a:pt x="588" y="1689"/>
                    </a:cubicBezTo>
                    <a:cubicBezTo>
                      <a:pt x="549" y="1689"/>
                      <a:pt x="511" y="1689"/>
                      <a:pt x="471" y="1689"/>
                    </a:cubicBezTo>
                    <a:cubicBezTo>
                      <a:pt x="471" y="1612"/>
                      <a:pt x="471" y="1535"/>
                      <a:pt x="471" y="1456"/>
                    </a:cubicBezTo>
                    <a:cubicBezTo>
                      <a:pt x="433" y="1456"/>
                      <a:pt x="395" y="1456"/>
                      <a:pt x="355" y="1456"/>
                    </a:cubicBezTo>
                    <a:cubicBezTo>
                      <a:pt x="355" y="1418"/>
                      <a:pt x="355" y="1379"/>
                      <a:pt x="355" y="1339"/>
                    </a:cubicBezTo>
                    <a:cubicBezTo>
                      <a:pt x="316" y="1339"/>
                      <a:pt x="278" y="1339"/>
                      <a:pt x="238" y="1339"/>
                    </a:cubicBezTo>
                    <a:cubicBezTo>
                      <a:pt x="238" y="1301"/>
                      <a:pt x="238" y="1263"/>
                      <a:pt x="238" y="1223"/>
                    </a:cubicBezTo>
                    <a:cubicBezTo>
                      <a:pt x="200" y="1223"/>
                      <a:pt x="162" y="1223"/>
                      <a:pt x="122" y="1223"/>
                    </a:cubicBezTo>
                    <a:cubicBezTo>
                      <a:pt x="122" y="1108"/>
                      <a:pt x="122" y="992"/>
                      <a:pt x="122" y="874"/>
                    </a:cubicBezTo>
                    <a:cubicBezTo>
                      <a:pt x="160" y="874"/>
                      <a:pt x="199" y="874"/>
                      <a:pt x="238" y="874"/>
                    </a:cubicBezTo>
                    <a:cubicBezTo>
                      <a:pt x="238" y="835"/>
                      <a:pt x="238" y="797"/>
                      <a:pt x="238" y="757"/>
                    </a:cubicBezTo>
                    <a:cubicBezTo>
                      <a:pt x="277" y="757"/>
                      <a:pt x="315" y="757"/>
                      <a:pt x="355" y="757"/>
                    </a:cubicBezTo>
                    <a:cubicBezTo>
                      <a:pt x="355" y="719"/>
                      <a:pt x="355" y="680"/>
                      <a:pt x="355" y="641"/>
                    </a:cubicBezTo>
                    <a:cubicBezTo>
                      <a:pt x="393" y="641"/>
                      <a:pt x="432" y="641"/>
                      <a:pt x="471" y="641"/>
                    </a:cubicBezTo>
                    <a:cubicBezTo>
                      <a:pt x="471" y="602"/>
                      <a:pt x="471" y="564"/>
                      <a:pt x="471" y="524"/>
                    </a:cubicBezTo>
                    <a:cubicBezTo>
                      <a:pt x="433" y="524"/>
                      <a:pt x="395" y="524"/>
                      <a:pt x="355" y="524"/>
                    </a:cubicBezTo>
                    <a:cubicBezTo>
                      <a:pt x="355" y="486"/>
                      <a:pt x="355" y="447"/>
                      <a:pt x="355" y="408"/>
                    </a:cubicBezTo>
                    <a:cubicBezTo>
                      <a:pt x="413" y="408"/>
                      <a:pt x="470" y="408"/>
                      <a:pt x="530" y="408"/>
                    </a:cubicBezTo>
                    <a:cubicBezTo>
                      <a:pt x="529" y="383"/>
                      <a:pt x="528" y="359"/>
                      <a:pt x="528" y="333"/>
                    </a:cubicBezTo>
                    <a:cubicBezTo>
                      <a:pt x="527" y="301"/>
                      <a:pt x="526" y="269"/>
                      <a:pt x="526" y="237"/>
                    </a:cubicBezTo>
                    <a:cubicBezTo>
                      <a:pt x="525" y="220"/>
                      <a:pt x="525" y="204"/>
                      <a:pt x="524" y="188"/>
                    </a:cubicBezTo>
                    <a:cubicBezTo>
                      <a:pt x="524" y="144"/>
                      <a:pt x="527" y="101"/>
                      <a:pt x="530" y="58"/>
                    </a:cubicBezTo>
                    <a:cubicBezTo>
                      <a:pt x="549" y="39"/>
                      <a:pt x="568" y="20"/>
                      <a:pt x="58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43" name="ICON_TOOL_MODELS_path_035"/>
              <p:cNvSpPr/>
              <p:nvPr/>
            </p:nvSpPr>
            <p:spPr>
              <a:xfrm>
                <a:off x="5255094" y="5154486"/>
                <a:ext cx="8876" cy="30325"/>
              </a:xfrm>
              <a:custGeom>
                <a:avLst/>
                <a:gdLst/>
                <a:ahLst/>
                <a:cxnLst/>
                <a:rect l="0" t="0" r="r" b="b"/>
                <a:pathLst>
                  <a:path w="699" h="2388" fill="norm" stroke="0">
                    <a:moveTo>
                      <a:pt x="0" y="0"/>
                    </a:moveTo>
                    <a:cubicBezTo>
                      <a:pt x="19" y="10"/>
                      <a:pt x="19" y="10"/>
                      <a:pt x="116" y="58"/>
                    </a:cubicBezTo>
                    <a:cubicBezTo>
                      <a:pt x="131" y="107"/>
                      <a:pt x="131" y="107"/>
                      <a:pt x="130" y="166"/>
                    </a:cubicBezTo>
                    <a:cubicBezTo>
                      <a:pt x="130" y="189"/>
                      <a:pt x="130" y="211"/>
                      <a:pt x="130" y="234"/>
                    </a:cubicBezTo>
                    <a:cubicBezTo>
                      <a:pt x="129" y="257"/>
                      <a:pt x="128" y="281"/>
                      <a:pt x="128" y="306"/>
                    </a:cubicBezTo>
                    <a:cubicBezTo>
                      <a:pt x="128" y="330"/>
                      <a:pt x="128" y="355"/>
                      <a:pt x="127" y="380"/>
                    </a:cubicBezTo>
                    <a:cubicBezTo>
                      <a:pt x="127" y="459"/>
                      <a:pt x="125" y="537"/>
                      <a:pt x="124" y="615"/>
                    </a:cubicBezTo>
                    <a:cubicBezTo>
                      <a:pt x="123" y="668"/>
                      <a:pt x="123" y="721"/>
                      <a:pt x="122" y="774"/>
                    </a:cubicBezTo>
                    <a:cubicBezTo>
                      <a:pt x="121" y="904"/>
                      <a:pt x="119" y="1035"/>
                      <a:pt x="116" y="1165"/>
                    </a:cubicBezTo>
                    <a:cubicBezTo>
                      <a:pt x="193" y="1165"/>
                      <a:pt x="270" y="1165"/>
                      <a:pt x="349" y="1165"/>
                    </a:cubicBezTo>
                    <a:cubicBezTo>
                      <a:pt x="349" y="1088"/>
                      <a:pt x="349" y="1011"/>
                      <a:pt x="349" y="932"/>
                    </a:cubicBezTo>
                    <a:cubicBezTo>
                      <a:pt x="388" y="932"/>
                      <a:pt x="426" y="932"/>
                      <a:pt x="466" y="932"/>
                    </a:cubicBezTo>
                    <a:cubicBezTo>
                      <a:pt x="466" y="817"/>
                      <a:pt x="466" y="701"/>
                      <a:pt x="466" y="582"/>
                    </a:cubicBezTo>
                    <a:cubicBezTo>
                      <a:pt x="543" y="582"/>
                      <a:pt x="620" y="582"/>
                      <a:pt x="699" y="582"/>
                    </a:cubicBezTo>
                    <a:cubicBezTo>
                      <a:pt x="699" y="736"/>
                      <a:pt x="699" y="890"/>
                      <a:pt x="699" y="1048"/>
                    </a:cubicBezTo>
                    <a:cubicBezTo>
                      <a:pt x="660" y="1048"/>
                      <a:pt x="622" y="1048"/>
                      <a:pt x="582" y="1048"/>
                    </a:cubicBezTo>
                    <a:cubicBezTo>
                      <a:pt x="582" y="1394"/>
                      <a:pt x="582" y="1740"/>
                      <a:pt x="582" y="2097"/>
                    </a:cubicBezTo>
                    <a:cubicBezTo>
                      <a:pt x="544" y="2097"/>
                      <a:pt x="506" y="2097"/>
                      <a:pt x="466" y="2097"/>
                    </a:cubicBezTo>
                    <a:cubicBezTo>
                      <a:pt x="466" y="2135"/>
                      <a:pt x="466" y="2173"/>
                      <a:pt x="466" y="2213"/>
                    </a:cubicBezTo>
                    <a:cubicBezTo>
                      <a:pt x="389" y="2213"/>
                      <a:pt x="312" y="2213"/>
                      <a:pt x="233" y="2213"/>
                    </a:cubicBezTo>
                    <a:cubicBezTo>
                      <a:pt x="214" y="2271"/>
                      <a:pt x="195" y="2328"/>
                      <a:pt x="175" y="2388"/>
                    </a:cubicBezTo>
                    <a:cubicBezTo>
                      <a:pt x="165" y="2359"/>
                      <a:pt x="165" y="2359"/>
                      <a:pt x="116" y="2213"/>
                    </a:cubicBezTo>
                    <a:cubicBezTo>
                      <a:pt x="78" y="2213"/>
                      <a:pt x="40" y="2213"/>
                      <a:pt x="0" y="2213"/>
                    </a:cubicBezTo>
                    <a:cubicBezTo>
                      <a:pt x="0" y="1483"/>
                      <a:pt x="0" y="752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44" name="ICON_TOOL_MODELS_path_036"/>
              <p:cNvSpPr/>
              <p:nvPr/>
            </p:nvSpPr>
            <p:spPr>
              <a:xfrm>
                <a:off x="5271366" y="5329779"/>
                <a:ext cx="50295" cy="9615"/>
              </a:xfrm>
              <a:custGeom>
                <a:avLst/>
                <a:gdLst/>
                <a:ahLst/>
                <a:cxnLst/>
                <a:rect l="0" t="0" r="r" b="b"/>
                <a:pathLst>
                  <a:path w="3960" h="757" fill="norm" stroke="0">
                    <a:moveTo>
                      <a:pt x="2388" y="0"/>
                    </a:moveTo>
                    <a:cubicBezTo>
                      <a:pt x="2393" y="27"/>
                      <a:pt x="2398" y="55"/>
                      <a:pt x="2403" y="83"/>
                    </a:cubicBezTo>
                    <a:cubicBezTo>
                      <a:pt x="2423" y="143"/>
                      <a:pt x="2435" y="168"/>
                      <a:pt x="2491" y="200"/>
                    </a:cubicBezTo>
                    <a:cubicBezTo>
                      <a:pt x="2552" y="219"/>
                      <a:pt x="2612" y="232"/>
                      <a:pt x="2675" y="244"/>
                    </a:cubicBezTo>
                    <a:cubicBezTo>
                      <a:pt x="2698" y="248"/>
                      <a:pt x="2722" y="253"/>
                      <a:pt x="2745" y="258"/>
                    </a:cubicBezTo>
                    <a:cubicBezTo>
                      <a:pt x="3163" y="333"/>
                      <a:pt x="3562" y="322"/>
                      <a:pt x="3960" y="175"/>
                    </a:cubicBezTo>
                    <a:cubicBezTo>
                      <a:pt x="3960" y="213"/>
                      <a:pt x="3960" y="252"/>
                      <a:pt x="3960" y="291"/>
                    </a:cubicBezTo>
                    <a:cubicBezTo>
                      <a:pt x="3717" y="391"/>
                      <a:pt x="3502" y="425"/>
                      <a:pt x="3239" y="420"/>
                    </a:cubicBezTo>
                    <a:cubicBezTo>
                      <a:pt x="3184" y="419"/>
                      <a:pt x="3129" y="418"/>
                      <a:pt x="3073" y="419"/>
                    </a:cubicBezTo>
                    <a:cubicBezTo>
                      <a:pt x="3038" y="418"/>
                      <a:pt x="3003" y="418"/>
                      <a:pt x="2967" y="417"/>
                    </a:cubicBezTo>
                    <a:cubicBezTo>
                      <a:pt x="2951" y="417"/>
                      <a:pt x="2934" y="417"/>
                      <a:pt x="2917" y="417"/>
                    </a:cubicBezTo>
                    <a:cubicBezTo>
                      <a:pt x="2802" y="414"/>
                      <a:pt x="2802" y="414"/>
                      <a:pt x="2737" y="349"/>
                    </a:cubicBezTo>
                    <a:cubicBezTo>
                      <a:pt x="2672" y="337"/>
                      <a:pt x="2672" y="337"/>
                      <a:pt x="2591" y="331"/>
                    </a:cubicBezTo>
                    <a:cubicBezTo>
                      <a:pt x="2563" y="329"/>
                      <a:pt x="2534" y="326"/>
                      <a:pt x="2504" y="324"/>
                    </a:cubicBezTo>
                    <a:cubicBezTo>
                      <a:pt x="2474" y="321"/>
                      <a:pt x="2444" y="319"/>
                      <a:pt x="2413" y="317"/>
                    </a:cubicBezTo>
                    <a:cubicBezTo>
                      <a:pt x="2383" y="314"/>
                      <a:pt x="2352" y="312"/>
                      <a:pt x="2321" y="309"/>
                    </a:cubicBezTo>
                    <a:cubicBezTo>
                      <a:pt x="2246" y="303"/>
                      <a:pt x="2172" y="297"/>
                      <a:pt x="2097" y="291"/>
                    </a:cubicBezTo>
                    <a:cubicBezTo>
                      <a:pt x="2097" y="330"/>
                      <a:pt x="2097" y="368"/>
                      <a:pt x="2097" y="408"/>
                    </a:cubicBezTo>
                    <a:cubicBezTo>
                      <a:pt x="2058" y="408"/>
                      <a:pt x="2020" y="408"/>
                      <a:pt x="1980" y="408"/>
                    </a:cubicBezTo>
                    <a:cubicBezTo>
                      <a:pt x="1980" y="446"/>
                      <a:pt x="1980" y="485"/>
                      <a:pt x="1980" y="524"/>
                    </a:cubicBezTo>
                    <a:cubicBezTo>
                      <a:pt x="1903" y="524"/>
                      <a:pt x="1826" y="524"/>
                      <a:pt x="1747" y="524"/>
                    </a:cubicBezTo>
                    <a:cubicBezTo>
                      <a:pt x="1747" y="563"/>
                      <a:pt x="1747" y="601"/>
                      <a:pt x="1747" y="641"/>
                    </a:cubicBezTo>
                    <a:cubicBezTo>
                      <a:pt x="1670" y="641"/>
                      <a:pt x="1593" y="641"/>
                      <a:pt x="1514" y="641"/>
                    </a:cubicBezTo>
                    <a:cubicBezTo>
                      <a:pt x="1514" y="679"/>
                      <a:pt x="1514" y="717"/>
                      <a:pt x="1514" y="757"/>
                    </a:cubicBezTo>
                    <a:cubicBezTo>
                      <a:pt x="1130" y="757"/>
                      <a:pt x="745" y="757"/>
                      <a:pt x="349" y="757"/>
                    </a:cubicBezTo>
                    <a:cubicBezTo>
                      <a:pt x="349" y="719"/>
                      <a:pt x="349" y="680"/>
                      <a:pt x="349" y="641"/>
                    </a:cubicBezTo>
                    <a:cubicBezTo>
                      <a:pt x="234" y="641"/>
                      <a:pt x="119" y="641"/>
                      <a:pt x="0" y="641"/>
                    </a:cubicBezTo>
                    <a:cubicBezTo>
                      <a:pt x="0" y="621"/>
                      <a:pt x="0" y="602"/>
                      <a:pt x="0" y="582"/>
                    </a:cubicBezTo>
                    <a:cubicBezTo>
                      <a:pt x="343" y="498"/>
                      <a:pt x="698" y="519"/>
                      <a:pt x="1048" y="524"/>
                    </a:cubicBezTo>
                    <a:cubicBezTo>
                      <a:pt x="1048" y="486"/>
                      <a:pt x="1048" y="447"/>
                      <a:pt x="1048" y="408"/>
                    </a:cubicBezTo>
                    <a:cubicBezTo>
                      <a:pt x="1087" y="408"/>
                      <a:pt x="1125" y="408"/>
                      <a:pt x="1165" y="408"/>
                    </a:cubicBezTo>
                    <a:cubicBezTo>
                      <a:pt x="1175" y="328"/>
                      <a:pt x="1180" y="254"/>
                      <a:pt x="1165" y="175"/>
                    </a:cubicBezTo>
                    <a:cubicBezTo>
                      <a:pt x="1111" y="117"/>
                      <a:pt x="1062" y="94"/>
                      <a:pt x="990" y="58"/>
                    </a:cubicBezTo>
                    <a:cubicBezTo>
                      <a:pt x="1086" y="58"/>
                      <a:pt x="1182" y="58"/>
                      <a:pt x="1281" y="58"/>
                    </a:cubicBezTo>
                    <a:cubicBezTo>
                      <a:pt x="1281" y="97"/>
                      <a:pt x="1281" y="135"/>
                      <a:pt x="1281" y="175"/>
                    </a:cubicBezTo>
                    <a:cubicBezTo>
                      <a:pt x="1550" y="175"/>
                      <a:pt x="1819" y="175"/>
                      <a:pt x="2097" y="175"/>
                    </a:cubicBezTo>
                    <a:cubicBezTo>
                      <a:pt x="2097" y="136"/>
                      <a:pt x="2097" y="98"/>
                      <a:pt x="2097" y="58"/>
                    </a:cubicBezTo>
                    <a:cubicBezTo>
                      <a:pt x="2193" y="39"/>
                      <a:pt x="2289" y="20"/>
                      <a:pt x="238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45" name="ICON_TOOL_MODELS_path_037"/>
              <p:cNvSpPr/>
              <p:nvPr/>
            </p:nvSpPr>
            <p:spPr>
              <a:xfrm>
                <a:off x="5305389" y="5201066"/>
                <a:ext cx="34023" cy="15549"/>
              </a:xfrm>
              <a:custGeom>
                <a:avLst/>
                <a:gdLst/>
                <a:ahLst/>
                <a:cxnLst/>
                <a:rect l="0" t="0" r="r" b="b"/>
                <a:pathLst>
                  <a:path w="2679" h="1224" fill="norm" stroke="0">
                    <a:moveTo>
                      <a:pt x="2097" y="60"/>
                    </a:moveTo>
                    <a:cubicBezTo>
                      <a:pt x="2097" y="98"/>
                      <a:pt x="2097" y="136"/>
                      <a:pt x="2097" y="176"/>
                    </a:cubicBezTo>
                    <a:cubicBezTo>
                      <a:pt x="2135" y="176"/>
                      <a:pt x="2173" y="176"/>
                      <a:pt x="2213" y="176"/>
                    </a:cubicBezTo>
                    <a:cubicBezTo>
                      <a:pt x="2213" y="214"/>
                      <a:pt x="2213" y="253"/>
                      <a:pt x="2213" y="293"/>
                    </a:cubicBezTo>
                    <a:cubicBezTo>
                      <a:pt x="2252" y="293"/>
                      <a:pt x="2290" y="293"/>
                      <a:pt x="2330" y="293"/>
                    </a:cubicBezTo>
                    <a:cubicBezTo>
                      <a:pt x="2330" y="331"/>
                      <a:pt x="2330" y="369"/>
                      <a:pt x="2330" y="409"/>
                    </a:cubicBezTo>
                    <a:cubicBezTo>
                      <a:pt x="2368" y="409"/>
                      <a:pt x="2406" y="409"/>
                      <a:pt x="2446" y="409"/>
                    </a:cubicBezTo>
                    <a:cubicBezTo>
                      <a:pt x="2446" y="447"/>
                      <a:pt x="2446" y="486"/>
                      <a:pt x="2446" y="525"/>
                    </a:cubicBezTo>
                    <a:cubicBezTo>
                      <a:pt x="2484" y="525"/>
                      <a:pt x="2523" y="525"/>
                      <a:pt x="2562" y="525"/>
                    </a:cubicBezTo>
                    <a:cubicBezTo>
                      <a:pt x="2562" y="564"/>
                      <a:pt x="2562" y="602"/>
                      <a:pt x="2562" y="642"/>
                    </a:cubicBezTo>
                    <a:cubicBezTo>
                      <a:pt x="2601" y="642"/>
                      <a:pt x="2639" y="642"/>
                      <a:pt x="2679" y="642"/>
                    </a:cubicBezTo>
                    <a:cubicBezTo>
                      <a:pt x="2679" y="719"/>
                      <a:pt x="2679" y="796"/>
                      <a:pt x="2679" y="875"/>
                    </a:cubicBezTo>
                    <a:cubicBezTo>
                      <a:pt x="2641" y="875"/>
                      <a:pt x="2602" y="875"/>
                      <a:pt x="2562" y="875"/>
                    </a:cubicBezTo>
                    <a:cubicBezTo>
                      <a:pt x="2562" y="952"/>
                      <a:pt x="2562" y="1029"/>
                      <a:pt x="2562" y="1108"/>
                    </a:cubicBezTo>
                    <a:cubicBezTo>
                      <a:pt x="2409" y="1146"/>
                      <a:pt x="2255" y="1185"/>
                      <a:pt x="2097" y="1224"/>
                    </a:cubicBezTo>
                    <a:cubicBezTo>
                      <a:pt x="2097" y="1186"/>
                      <a:pt x="2097" y="1147"/>
                      <a:pt x="2097" y="1108"/>
                    </a:cubicBezTo>
                    <a:cubicBezTo>
                      <a:pt x="2058" y="1108"/>
                      <a:pt x="2020" y="1108"/>
                      <a:pt x="1980" y="1108"/>
                    </a:cubicBezTo>
                    <a:cubicBezTo>
                      <a:pt x="1980" y="1031"/>
                      <a:pt x="1980" y="954"/>
                      <a:pt x="1980" y="875"/>
                    </a:cubicBezTo>
                    <a:cubicBezTo>
                      <a:pt x="2019" y="875"/>
                      <a:pt x="2057" y="875"/>
                      <a:pt x="2097" y="875"/>
                    </a:cubicBezTo>
                    <a:cubicBezTo>
                      <a:pt x="2097" y="760"/>
                      <a:pt x="2097" y="644"/>
                      <a:pt x="2097" y="525"/>
                    </a:cubicBezTo>
                    <a:cubicBezTo>
                      <a:pt x="2058" y="525"/>
                      <a:pt x="2020" y="525"/>
                      <a:pt x="1980" y="525"/>
                    </a:cubicBezTo>
                    <a:cubicBezTo>
                      <a:pt x="1980" y="564"/>
                      <a:pt x="1980" y="602"/>
                      <a:pt x="1980" y="642"/>
                    </a:cubicBezTo>
                    <a:cubicBezTo>
                      <a:pt x="1903" y="642"/>
                      <a:pt x="1826" y="642"/>
                      <a:pt x="1747" y="642"/>
                    </a:cubicBezTo>
                    <a:cubicBezTo>
                      <a:pt x="1747" y="604"/>
                      <a:pt x="1747" y="565"/>
                      <a:pt x="1747" y="525"/>
                    </a:cubicBezTo>
                    <a:cubicBezTo>
                      <a:pt x="1709" y="525"/>
                      <a:pt x="1670" y="525"/>
                      <a:pt x="1631" y="525"/>
                    </a:cubicBezTo>
                    <a:cubicBezTo>
                      <a:pt x="1631" y="487"/>
                      <a:pt x="1631" y="449"/>
                      <a:pt x="1631" y="409"/>
                    </a:cubicBezTo>
                    <a:cubicBezTo>
                      <a:pt x="1592" y="409"/>
                      <a:pt x="1554" y="409"/>
                      <a:pt x="1514" y="409"/>
                    </a:cubicBezTo>
                    <a:cubicBezTo>
                      <a:pt x="1514" y="371"/>
                      <a:pt x="1514" y="332"/>
                      <a:pt x="1514" y="293"/>
                    </a:cubicBezTo>
                    <a:cubicBezTo>
                      <a:pt x="1447" y="291"/>
                      <a:pt x="1381" y="290"/>
                      <a:pt x="1314" y="289"/>
                    </a:cubicBezTo>
                    <a:cubicBezTo>
                      <a:pt x="1305" y="289"/>
                      <a:pt x="1305" y="289"/>
                      <a:pt x="1257" y="287"/>
                    </a:cubicBezTo>
                    <a:cubicBezTo>
                      <a:pt x="1238" y="287"/>
                      <a:pt x="1220" y="287"/>
                      <a:pt x="1201" y="287"/>
                    </a:cubicBezTo>
                    <a:cubicBezTo>
                      <a:pt x="1185" y="287"/>
                      <a:pt x="1168" y="286"/>
                      <a:pt x="1151" y="286"/>
                    </a:cubicBezTo>
                    <a:cubicBezTo>
                      <a:pt x="1107" y="293"/>
                      <a:pt x="1107" y="293"/>
                      <a:pt x="1048" y="351"/>
                    </a:cubicBezTo>
                    <a:cubicBezTo>
                      <a:pt x="987" y="355"/>
                      <a:pt x="931" y="356"/>
                      <a:pt x="870" y="354"/>
                    </a:cubicBezTo>
                    <a:cubicBezTo>
                      <a:pt x="854" y="354"/>
                      <a:pt x="837" y="354"/>
                      <a:pt x="820" y="354"/>
                    </a:cubicBezTo>
                    <a:cubicBezTo>
                      <a:pt x="780" y="353"/>
                      <a:pt x="739" y="352"/>
                      <a:pt x="699" y="351"/>
                    </a:cubicBezTo>
                    <a:cubicBezTo>
                      <a:pt x="699" y="408"/>
                      <a:pt x="699" y="466"/>
                      <a:pt x="699" y="525"/>
                    </a:cubicBezTo>
                    <a:cubicBezTo>
                      <a:pt x="468" y="525"/>
                      <a:pt x="238" y="525"/>
                      <a:pt x="0" y="525"/>
                    </a:cubicBezTo>
                    <a:cubicBezTo>
                      <a:pt x="0" y="487"/>
                      <a:pt x="0" y="449"/>
                      <a:pt x="0" y="409"/>
                    </a:cubicBezTo>
                    <a:cubicBezTo>
                      <a:pt x="154" y="409"/>
                      <a:pt x="308" y="409"/>
                      <a:pt x="466" y="409"/>
                    </a:cubicBezTo>
                    <a:cubicBezTo>
                      <a:pt x="466" y="371"/>
                      <a:pt x="466" y="332"/>
                      <a:pt x="466" y="293"/>
                    </a:cubicBezTo>
                    <a:cubicBezTo>
                      <a:pt x="480" y="292"/>
                      <a:pt x="493" y="291"/>
                      <a:pt x="508" y="290"/>
                    </a:cubicBezTo>
                    <a:cubicBezTo>
                      <a:pt x="749" y="273"/>
                      <a:pt x="967" y="258"/>
                      <a:pt x="1183" y="143"/>
                    </a:cubicBezTo>
                    <a:cubicBezTo>
                      <a:pt x="1458" y="0"/>
                      <a:pt x="1796" y="45"/>
                      <a:pt x="2097" y="6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46" name="ICON_TOOL_MODELS_path_038"/>
              <p:cNvSpPr/>
              <p:nvPr/>
            </p:nvSpPr>
            <p:spPr>
              <a:xfrm>
                <a:off x="5113085" y="5181853"/>
                <a:ext cx="17751" cy="18491"/>
              </a:xfrm>
              <a:custGeom>
                <a:avLst/>
                <a:gdLst/>
                <a:ahLst/>
                <a:cxnLst/>
                <a:rect l="0" t="0" r="r" b="b"/>
                <a:pathLst>
                  <a:path w="1398" h="1456" fill="norm" stroke="0">
                    <a:moveTo>
                      <a:pt x="1281" y="0"/>
                    </a:moveTo>
                    <a:cubicBezTo>
                      <a:pt x="1320" y="19"/>
                      <a:pt x="1358" y="38"/>
                      <a:pt x="1398" y="58"/>
                    </a:cubicBezTo>
                    <a:cubicBezTo>
                      <a:pt x="1359" y="174"/>
                      <a:pt x="1321" y="289"/>
                      <a:pt x="1281" y="408"/>
                    </a:cubicBezTo>
                    <a:cubicBezTo>
                      <a:pt x="1243" y="408"/>
                      <a:pt x="1204" y="408"/>
                      <a:pt x="1165" y="408"/>
                    </a:cubicBezTo>
                    <a:cubicBezTo>
                      <a:pt x="1165" y="715"/>
                      <a:pt x="1165" y="1023"/>
                      <a:pt x="1165" y="1339"/>
                    </a:cubicBezTo>
                    <a:cubicBezTo>
                      <a:pt x="1146" y="1263"/>
                      <a:pt x="1126" y="1186"/>
                      <a:pt x="1107" y="1107"/>
                    </a:cubicBezTo>
                    <a:cubicBezTo>
                      <a:pt x="1049" y="1107"/>
                      <a:pt x="991" y="1107"/>
                      <a:pt x="932" y="1107"/>
                    </a:cubicBezTo>
                    <a:cubicBezTo>
                      <a:pt x="932" y="1222"/>
                      <a:pt x="932" y="1337"/>
                      <a:pt x="932" y="1456"/>
                    </a:cubicBezTo>
                    <a:cubicBezTo>
                      <a:pt x="855" y="1456"/>
                      <a:pt x="778" y="1456"/>
                      <a:pt x="699" y="1456"/>
                    </a:cubicBezTo>
                    <a:cubicBezTo>
                      <a:pt x="699" y="1341"/>
                      <a:pt x="699" y="1225"/>
                      <a:pt x="699" y="1107"/>
                    </a:cubicBezTo>
                    <a:cubicBezTo>
                      <a:pt x="660" y="1107"/>
                      <a:pt x="622" y="1107"/>
                      <a:pt x="582" y="1107"/>
                    </a:cubicBezTo>
                    <a:cubicBezTo>
                      <a:pt x="582" y="991"/>
                      <a:pt x="582" y="876"/>
                      <a:pt x="582" y="757"/>
                    </a:cubicBezTo>
                    <a:cubicBezTo>
                      <a:pt x="544" y="757"/>
                      <a:pt x="506" y="757"/>
                      <a:pt x="466" y="757"/>
                    </a:cubicBezTo>
                    <a:cubicBezTo>
                      <a:pt x="466" y="796"/>
                      <a:pt x="466" y="834"/>
                      <a:pt x="466" y="874"/>
                    </a:cubicBezTo>
                    <a:cubicBezTo>
                      <a:pt x="389" y="874"/>
                      <a:pt x="312" y="874"/>
                      <a:pt x="233" y="874"/>
                    </a:cubicBezTo>
                    <a:cubicBezTo>
                      <a:pt x="233" y="912"/>
                      <a:pt x="233" y="950"/>
                      <a:pt x="233" y="990"/>
                    </a:cubicBezTo>
                    <a:cubicBezTo>
                      <a:pt x="156" y="990"/>
                      <a:pt x="79" y="990"/>
                      <a:pt x="0" y="990"/>
                    </a:cubicBezTo>
                    <a:cubicBezTo>
                      <a:pt x="0" y="913"/>
                      <a:pt x="0" y="836"/>
                      <a:pt x="0" y="757"/>
                    </a:cubicBezTo>
                    <a:cubicBezTo>
                      <a:pt x="38" y="757"/>
                      <a:pt x="77" y="757"/>
                      <a:pt x="116" y="757"/>
                    </a:cubicBezTo>
                    <a:cubicBezTo>
                      <a:pt x="116" y="719"/>
                      <a:pt x="116" y="680"/>
                      <a:pt x="116" y="641"/>
                    </a:cubicBezTo>
                    <a:cubicBezTo>
                      <a:pt x="155" y="641"/>
                      <a:pt x="193" y="641"/>
                      <a:pt x="233" y="641"/>
                    </a:cubicBezTo>
                    <a:cubicBezTo>
                      <a:pt x="233" y="602"/>
                      <a:pt x="233" y="564"/>
                      <a:pt x="233" y="524"/>
                    </a:cubicBezTo>
                    <a:cubicBezTo>
                      <a:pt x="271" y="524"/>
                      <a:pt x="310" y="524"/>
                      <a:pt x="349" y="524"/>
                    </a:cubicBezTo>
                    <a:cubicBezTo>
                      <a:pt x="349" y="486"/>
                      <a:pt x="349" y="447"/>
                      <a:pt x="349" y="408"/>
                    </a:cubicBezTo>
                    <a:cubicBezTo>
                      <a:pt x="388" y="408"/>
                      <a:pt x="426" y="408"/>
                      <a:pt x="466" y="408"/>
                    </a:cubicBezTo>
                    <a:cubicBezTo>
                      <a:pt x="466" y="369"/>
                      <a:pt x="466" y="331"/>
                      <a:pt x="466" y="291"/>
                    </a:cubicBezTo>
                    <a:cubicBezTo>
                      <a:pt x="504" y="291"/>
                      <a:pt x="543" y="291"/>
                      <a:pt x="582" y="291"/>
                    </a:cubicBezTo>
                    <a:cubicBezTo>
                      <a:pt x="582" y="253"/>
                      <a:pt x="582" y="214"/>
                      <a:pt x="582" y="175"/>
                    </a:cubicBezTo>
                    <a:cubicBezTo>
                      <a:pt x="621" y="175"/>
                      <a:pt x="659" y="175"/>
                      <a:pt x="699" y="175"/>
                    </a:cubicBezTo>
                    <a:cubicBezTo>
                      <a:pt x="699" y="136"/>
                      <a:pt x="699" y="98"/>
                      <a:pt x="699" y="58"/>
                    </a:cubicBezTo>
                    <a:cubicBezTo>
                      <a:pt x="757" y="77"/>
                      <a:pt x="814" y="97"/>
                      <a:pt x="874" y="116"/>
                    </a:cubicBezTo>
                    <a:cubicBezTo>
                      <a:pt x="872" y="132"/>
                      <a:pt x="871" y="148"/>
                      <a:pt x="870" y="164"/>
                    </a:cubicBezTo>
                    <a:cubicBezTo>
                      <a:pt x="875" y="254"/>
                      <a:pt x="901" y="323"/>
                      <a:pt x="932" y="408"/>
                    </a:cubicBezTo>
                    <a:cubicBezTo>
                      <a:pt x="970" y="408"/>
                      <a:pt x="1009" y="408"/>
                      <a:pt x="1048" y="408"/>
                    </a:cubicBezTo>
                    <a:cubicBezTo>
                      <a:pt x="1048" y="369"/>
                      <a:pt x="1048" y="331"/>
                      <a:pt x="1048" y="291"/>
                    </a:cubicBezTo>
                    <a:cubicBezTo>
                      <a:pt x="1087" y="291"/>
                      <a:pt x="1125" y="291"/>
                      <a:pt x="1165" y="291"/>
                    </a:cubicBezTo>
                    <a:cubicBezTo>
                      <a:pt x="1203" y="195"/>
                      <a:pt x="1242" y="99"/>
                      <a:pt x="128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47" name="ICON_TOOL_MODELS_path_039"/>
              <p:cNvSpPr/>
              <p:nvPr/>
            </p:nvSpPr>
            <p:spPr>
              <a:xfrm>
                <a:off x="5383790" y="5145611"/>
                <a:ext cx="8876" cy="32544"/>
              </a:xfrm>
              <a:custGeom>
                <a:avLst/>
                <a:gdLst/>
                <a:ahLst/>
                <a:cxnLst/>
                <a:rect l="0" t="0" r="r" b="b"/>
                <a:pathLst>
                  <a:path w="699" h="2562" fill="norm" stroke="0">
                    <a:moveTo>
                      <a:pt x="0" y="0"/>
                    </a:moveTo>
                    <a:cubicBezTo>
                      <a:pt x="77" y="0"/>
                      <a:pt x="154" y="0"/>
                      <a:pt x="233" y="0"/>
                    </a:cubicBezTo>
                    <a:cubicBezTo>
                      <a:pt x="233" y="38"/>
                      <a:pt x="233" y="77"/>
                      <a:pt x="233" y="116"/>
                    </a:cubicBezTo>
                    <a:cubicBezTo>
                      <a:pt x="271" y="116"/>
                      <a:pt x="310" y="116"/>
                      <a:pt x="349" y="116"/>
                    </a:cubicBezTo>
                    <a:cubicBezTo>
                      <a:pt x="349" y="78"/>
                      <a:pt x="349" y="40"/>
                      <a:pt x="349" y="0"/>
                    </a:cubicBezTo>
                    <a:cubicBezTo>
                      <a:pt x="388" y="0"/>
                      <a:pt x="426" y="0"/>
                      <a:pt x="466" y="0"/>
                    </a:cubicBezTo>
                    <a:cubicBezTo>
                      <a:pt x="466" y="38"/>
                      <a:pt x="466" y="77"/>
                      <a:pt x="466" y="116"/>
                    </a:cubicBezTo>
                    <a:cubicBezTo>
                      <a:pt x="504" y="116"/>
                      <a:pt x="543" y="116"/>
                      <a:pt x="582" y="116"/>
                    </a:cubicBezTo>
                    <a:cubicBezTo>
                      <a:pt x="582" y="155"/>
                      <a:pt x="582" y="193"/>
                      <a:pt x="582" y="233"/>
                    </a:cubicBezTo>
                    <a:cubicBezTo>
                      <a:pt x="621" y="233"/>
                      <a:pt x="659" y="233"/>
                      <a:pt x="699" y="233"/>
                    </a:cubicBezTo>
                    <a:cubicBezTo>
                      <a:pt x="699" y="310"/>
                      <a:pt x="699" y="387"/>
                      <a:pt x="699" y="466"/>
                    </a:cubicBezTo>
                    <a:cubicBezTo>
                      <a:pt x="660" y="466"/>
                      <a:pt x="622" y="466"/>
                      <a:pt x="582" y="466"/>
                    </a:cubicBezTo>
                    <a:cubicBezTo>
                      <a:pt x="582" y="543"/>
                      <a:pt x="582" y="620"/>
                      <a:pt x="582" y="699"/>
                    </a:cubicBezTo>
                    <a:cubicBezTo>
                      <a:pt x="544" y="699"/>
                      <a:pt x="506" y="699"/>
                      <a:pt x="466" y="699"/>
                    </a:cubicBezTo>
                    <a:cubicBezTo>
                      <a:pt x="466" y="737"/>
                      <a:pt x="466" y="776"/>
                      <a:pt x="466" y="815"/>
                    </a:cubicBezTo>
                    <a:cubicBezTo>
                      <a:pt x="427" y="815"/>
                      <a:pt x="389" y="815"/>
                      <a:pt x="349" y="815"/>
                    </a:cubicBezTo>
                    <a:cubicBezTo>
                      <a:pt x="349" y="1084"/>
                      <a:pt x="349" y="1353"/>
                      <a:pt x="349" y="1631"/>
                    </a:cubicBezTo>
                    <a:cubicBezTo>
                      <a:pt x="388" y="1631"/>
                      <a:pt x="426" y="1631"/>
                      <a:pt x="466" y="1631"/>
                    </a:cubicBezTo>
                    <a:cubicBezTo>
                      <a:pt x="466" y="1708"/>
                      <a:pt x="466" y="1784"/>
                      <a:pt x="466" y="1864"/>
                    </a:cubicBezTo>
                    <a:cubicBezTo>
                      <a:pt x="504" y="1864"/>
                      <a:pt x="543" y="1864"/>
                      <a:pt x="582" y="1864"/>
                    </a:cubicBezTo>
                    <a:cubicBezTo>
                      <a:pt x="582" y="1941"/>
                      <a:pt x="582" y="2017"/>
                      <a:pt x="582" y="2097"/>
                    </a:cubicBezTo>
                    <a:cubicBezTo>
                      <a:pt x="621" y="2097"/>
                      <a:pt x="659" y="2097"/>
                      <a:pt x="699" y="2097"/>
                    </a:cubicBezTo>
                    <a:cubicBezTo>
                      <a:pt x="699" y="2173"/>
                      <a:pt x="699" y="2250"/>
                      <a:pt x="699" y="2330"/>
                    </a:cubicBezTo>
                    <a:cubicBezTo>
                      <a:pt x="660" y="2330"/>
                      <a:pt x="622" y="2330"/>
                      <a:pt x="582" y="2330"/>
                    </a:cubicBezTo>
                    <a:cubicBezTo>
                      <a:pt x="582" y="2368"/>
                      <a:pt x="582" y="2406"/>
                      <a:pt x="582" y="2446"/>
                    </a:cubicBezTo>
                    <a:cubicBezTo>
                      <a:pt x="506" y="2446"/>
                      <a:pt x="429" y="2446"/>
                      <a:pt x="349" y="2446"/>
                    </a:cubicBezTo>
                    <a:cubicBezTo>
                      <a:pt x="349" y="2484"/>
                      <a:pt x="349" y="2523"/>
                      <a:pt x="349" y="2562"/>
                    </a:cubicBezTo>
                    <a:cubicBezTo>
                      <a:pt x="261" y="2536"/>
                      <a:pt x="188" y="2506"/>
                      <a:pt x="116" y="2446"/>
                    </a:cubicBezTo>
                    <a:cubicBezTo>
                      <a:pt x="86" y="2346"/>
                      <a:pt x="94" y="2251"/>
                      <a:pt x="102" y="2148"/>
                    </a:cubicBezTo>
                    <a:cubicBezTo>
                      <a:pt x="103" y="2120"/>
                      <a:pt x="104" y="2093"/>
                      <a:pt x="105" y="2065"/>
                    </a:cubicBezTo>
                    <a:cubicBezTo>
                      <a:pt x="108" y="1998"/>
                      <a:pt x="112" y="1931"/>
                      <a:pt x="116" y="1864"/>
                    </a:cubicBezTo>
                    <a:cubicBezTo>
                      <a:pt x="155" y="1864"/>
                      <a:pt x="193" y="1864"/>
                      <a:pt x="233" y="1864"/>
                    </a:cubicBezTo>
                    <a:cubicBezTo>
                      <a:pt x="233" y="1441"/>
                      <a:pt x="233" y="1018"/>
                      <a:pt x="233" y="582"/>
                    </a:cubicBezTo>
                    <a:cubicBezTo>
                      <a:pt x="195" y="582"/>
                      <a:pt x="156" y="582"/>
                      <a:pt x="116" y="582"/>
                    </a:cubicBezTo>
                    <a:cubicBezTo>
                      <a:pt x="116" y="467"/>
                      <a:pt x="116" y="352"/>
                      <a:pt x="116" y="233"/>
                    </a:cubicBezTo>
                    <a:cubicBezTo>
                      <a:pt x="78" y="233"/>
                      <a:pt x="40" y="233"/>
                      <a:pt x="0" y="233"/>
                    </a:cubicBezTo>
                    <a:cubicBezTo>
                      <a:pt x="0" y="156"/>
                      <a:pt x="0" y="7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48" name="ICON_TOOL_MODELS_path_040"/>
              <p:cNvSpPr/>
              <p:nvPr/>
            </p:nvSpPr>
            <p:spPr>
              <a:xfrm>
                <a:off x="5161901" y="5329039"/>
                <a:ext cx="31064" cy="8876"/>
              </a:xfrm>
              <a:custGeom>
                <a:avLst/>
                <a:gdLst/>
                <a:ahLst/>
                <a:cxnLst/>
                <a:rect l="0" t="0" r="r" b="b"/>
                <a:pathLst>
                  <a:path w="2446" h="699" fill="norm" stroke="0">
                    <a:moveTo>
                      <a:pt x="0" y="0"/>
                    </a:moveTo>
                    <a:cubicBezTo>
                      <a:pt x="77" y="0"/>
                      <a:pt x="154" y="0"/>
                      <a:pt x="233" y="0"/>
                    </a:cubicBezTo>
                    <a:cubicBezTo>
                      <a:pt x="233" y="38"/>
                      <a:pt x="233" y="77"/>
                      <a:pt x="233" y="116"/>
                    </a:cubicBezTo>
                    <a:cubicBezTo>
                      <a:pt x="310" y="116"/>
                      <a:pt x="387" y="116"/>
                      <a:pt x="466" y="116"/>
                    </a:cubicBezTo>
                    <a:cubicBezTo>
                      <a:pt x="466" y="155"/>
                      <a:pt x="466" y="193"/>
                      <a:pt x="466" y="233"/>
                    </a:cubicBezTo>
                    <a:cubicBezTo>
                      <a:pt x="812" y="233"/>
                      <a:pt x="1158" y="233"/>
                      <a:pt x="1514" y="233"/>
                    </a:cubicBezTo>
                    <a:cubicBezTo>
                      <a:pt x="1514" y="195"/>
                      <a:pt x="1514" y="156"/>
                      <a:pt x="1514" y="116"/>
                    </a:cubicBezTo>
                    <a:cubicBezTo>
                      <a:pt x="1630" y="116"/>
                      <a:pt x="1745" y="116"/>
                      <a:pt x="1864" y="116"/>
                    </a:cubicBezTo>
                    <a:cubicBezTo>
                      <a:pt x="1864" y="78"/>
                      <a:pt x="1864" y="40"/>
                      <a:pt x="1864" y="0"/>
                    </a:cubicBezTo>
                    <a:cubicBezTo>
                      <a:pt x="1941" y="0"/>
                      <a:pt x="2017" y="0"/>
                      <a:pt x="2097" y="0"/>
                    </a:cubicBezTo>
                    <a:cubicBezTo>
                      <a:pt x="2097" y="38"/>
                      <a:pt x="2097" y="77"/>
                      <a:pt x="2097" y="116"/>
                    </a:cubicBezTo>
                    <a:cubicBezTo>
                      <a:pt x="2135" y="116"/>
                      <a:pt x="2173" y="116"/>
                      <a:pt x="2213" y="116"/>
                    </a:cubicBezTo>
                    <a:cubicBezTo>
                      <a:pt x="2213" y="193"/>
                      <a:pt x="2213" y="270"/>
                      <a:pt x="2213" y="349"/>
                    </a:cubicBezTo>
                    <a:cubicBezTo>
                      <a:pt x="2252" y="349"/>
                      <a:pt x="2290" y="349"/>
                      <a:pt x="2330" y="349"/>
                    </a:cubicBezTo>
                    <a:cubicBezTo>
                      <a:pt x="2330" y="388"/>
                      <a:pt x="2330" y="426"/>
                      <a:pt x="2330" y="466"/>
                    </a:cubicBezTo>
                    <a:cubicBezTo>
                      <a:pt x="2368" y="466"/>
                      <a:pt x="2406" y="466"/>
                      <a:pt x="2446" y="466"/>
                    </a:cubicBezTo>
                    <a:cubicBezTo>
                      <a:pt x="2446" y="543"/>
                      <a:pt x="2446" y="620"/>
                      <a:pt x="2446" y="699"/>
                    </a:cubicBezTo>
                    <a:cubicBezTo>
                      <a:pt x="2408" y="699"/>
                      <a:pt x="2369" y="699"/>
                      <a:pt x="2330" y="699"/>
                    </a:cubicBezTo>
                    <a:cubicBezTo>
                      <a:pt x="2330" y="660"/>
                      <a:pt x="2330" y="622"/>
                      <a:pt x="2330" y="582"/>
                    </a:cubicBezTo>
                    <a:cubicBezTo>
                      <a:pt x="2214" y="582"/>
                      <a:pt x="2099" y="582"/>
                      <a:pt x="1980" y="582"/>
                    </a:cubicBezTo>
                    <a:cubicBezTo>
                      <a:pt x="1980" y="544"/>
                      <a:pt x="1980" y="506"/>
                      <a:pt x="1980" y="466"/>
                    </a:cubicBezTo>
                    <a:cubicBezTo>
                      <a:pt x="1826" y="466"/>
                      <a:pt x="1673" y="466"/>
                      <a:pt x="1514" y="466"/>
                    </a:cubicBezTo>
                    <a:cubicBezTo>
                      <a:pt x="1514" y="504"/>
                      <a:pt x="1514" y="543"/>
                      <a:pt x="1514" y="582"/>
                    </a:cubicBezTo>
                    <a:cubicBezTo>
                      <a:pt x="1168" y="582"/>
                      <a:pt x="822" y="582"/>
                      <a:pt x="466" y="582"/>
                    </a:cubicBezTo>
                    <a:cubicBezTo>
                      <a:pt x="466" y="544"/>
                      <a:pt x="466" y="506"/>
                      <a:pt x="466" y="466"/>
                    </a:cubicBezTo>
                    <a:cubicBezTo>
                      <a:pt x="427" y="466"/>
                      <a:pt x="389" y="466"/>
                      <a:pt x="349" y="466"/>
                    </a:cubicBezTo>
                    <a:cubicBezTo>
                      <a:pt x="349" y="427"/>
                      <a:pt x="349" y="389"/>
                      <a:pt x="349" y="349"/>
                    </a:cubicBezTo>
                    <a:cubicBezTo>
                      <a:pt x="311" y="349"/>
                      <a:pt x="273" y="349"/>
                      <a:pt x="233" y="349"/>
                    </a:cubicBezTo>
                    <a:cubicBezTo>
                      <a:pt x="233" y="311"/>
                      <a:pt x="233" y="273"/>
                      <a:pt x="233" y="233"/>
                    </a:cubicBezTo>
                    <a:cubicBezTo>
                      <a:pt x="224" y="234"/>
                      <a:pt x="224" y="234"/>
                      <a:pt x="178" y="240"/>
                    </a:cubicBezTo>
                    <a:cubicBezTo>
                      <a:pt x="158" y="238"/>
                      <a:pt x="138" y="235"/>
                      <a:pt x="116" y="233"/>
                    </a:cubicBezTo>
                    <a:cubicBezTo>
                      <a:pt x="84" y="182"/>
                      <a:pt x="84" y="182"/>
                      <a:pt x="58" y="116"/>
                    </a:cubicBezTo>
                    <a:cubicBezTo>
                      <a:pt x="47" y="95"/>
                      <a:pt x="37" y="73"/>
                      <a:pt x="26" y="51"/>
                    </a:cubicBezTo>
                    <a:cubicBezTo>
                      <a:pt x="17" y="34"/>
                      <a:pt x="9" y="1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49" name="ICON_TOOL_MODELS_path_041"/>
              <p:cNvSpPr/>
              <p:nvPr/>
            </p:nvSpPr>
            <p:spPr>
              <a:xfrm>
                <a:off x="5366039" y="5260253"/>
                <a:ext cx="8876" cy="26627"/>
              </a:xfrm>
              <a:custGeom>
                <a:avLst/>
                <a:gdLst/>
                <a:ahLst/>
                <a:cxnLst/>
                <a:rect l="0" t="0" r="r" b="b"/>
                <a:pathLst>
                  <a:path w="699" h="2097" fill="norm" stroke="0">
                    <a:moveTo>
                      <a:pt x="408" y="0"/>
                    </a:moveTo>
                    <a:cubicBezTo>
                      <a:pt x="572" y="124"/>
                      <a:pt x="572" y="124"/>
                      <a:pt x="591" y="217"/>
                    </a:cubicBezTo>
                    <a:cubicBezTo>
                      <a:pt x="598" y="320"/>
                      <a:pt x="591" y="422"/>
                      <a:pt x="582" y="524"/>
                    </a:cubicBezTo>
                    <a:cubicBezTo>
                      <a:pt x="621" y="524"/>
                      <a:pt x="659" y="524"/>
                      <a:pt x="699" y="524"/>
                    </a:cubicBezTo>
                    <a:cubicBezTo>
                      <a:pt x="699" y="755"/>
                      <a:pt x="699" y="985"/>
                      <a:pt x="699" y="1223"/>
                    </a:cubicBezTo>
                    <a:cubicBezTo>
                      <a:pt x="660" y="1223"/>
                      <a:pt x="622" y="1223"/>
                      <a:pt x="582" y="1223"/>
                    </a:cubicBezTo>
                    <a:cubicBezTo>
                      <a:pt x="582" y="1415"/>
                      <a:pt x="582" y="1607"/>
                      <a:pt x="582" y="1805"/>
                    </a:cubicBezTo>
                    <a:cubicBezTo>
                      <a:pt x="544" y="1805"/>
                      <a:pt x="506" y="1805"/>
                      <a:pt x="466" y="1805"/>
                    </a:cubicBezTo>
                    <a:cubicBezTo>
                      <a:pt x="466" y="1844"/>
                      <a:pt x="466" y="1882"/>
                      <a:pt x="466" y="1922"/>
                    </a:cubicBezTo>
                    <a:cubicBezTo>
                      <a:pt x="427" y="1922"/>
                      <a:pt x="389" y="1922"/>
                      <a:pt x="349" y="1922"/>
                    </a:cubicBezTo>
                    <a:cubicBezTo>
                      <a:pt x="330" y="1980"/>
                      <a:pt x="311" y="2037"/>
                      <a:pt x="291" y="2097"/>
                    </a:cubicBezTo>
                    <a:cubicBezTo>
                      <a:pt x="272" y="2000"/>
                      <a:pt x="253" y="1904"/>
                      <a:pt x="233" y="1805"/>
                    </a:cubicBezTo>
                    <a:cubicBezTo>
                      <a:pt x="195" y="1805"/>
                      <a:pt x="156" y="1805"/>
                      <a:pt x="116" y="1805"/>
                    </a:cubicBezTo>
                    <a:cubicBezTo>
                      <a:pt x="116" y="1767"/>
                      <a:pt x="116" y="1729"/>
                      <a:pt x="116" y="1689"/>
                    </a:cubicBezTo>
                    <a:cubicBezTo>
                      <a:pt x="78" y="1689"/>
                      <a:pt x="40" y="1689"/>
                      <a:pt x="0" y="1689"/>
                    </a:cubicBezTo>
                    <a:cubicBezTo>
                      <a:pt x="0" y="1650"/>
                      <a:pt x="0" y="1612"/>
                      <a:pt x="0" y="1572"/>
                    </a:cubicBezTo>
                    <a:cubicBezTo>
                      <a:pt x="38" y="1572"/>
                      <a:pt x="77" y="1572"/>
                      <a:pt x="116" y="1572"/>
                    </a:cubicBezTo>
                    <a:cubicBezTo>
                      <a:pt x="116" y="1534"/>
                      <a:pt x="116" y="1496"/>
                      <a:pt x="116" y="1456"/>
                    </a:cubicBezTo>
                    <a:cubicBezTo>
                      <a:pt x="155" y="1456"/>
                      <a:pt x="193" y="1456"/>
                      <a:pt x="233" y="1456"/>
                    </a:cubicBezTo>
                    <a:cubicBezTo>
                      <a:pt x="233" y="1341"/>
                      <a:pt x="233" y="1225"/>
                      <a:pt x="233" y="1107"/>
                    </a:cubicBezTo>
                    <a:cubicBezTo>
                      <a:pt x="310" y="1107"/>
                      <a:pt x="387" y="1107"/>
                      <a:pt x="466" y="1107"/>
                    </a:cubicBezTo>
                    <a:cubicBezTo>
                      <a:pt x="466" y="1068"/>
                      <a:pt x="466" y="1030"/>
                      <a:pt x="466" y="990"/>
                    </a:cubicBezTo>
                    <a:cubicBezTo>
                      <a:pt x="389" y="990"/>
                      <a:pt x="312" y="990"/>
                      <a:pt x="233" y="990"/>
                    </a:cubicBezTo>
                    <a:cubicBezTo>
                      <a:pt x="233" y="836"/>
                      <a:pt x="233" y="683"/>
                      <a:pt x="233" y="524"/>
                    </a:cubicBezTo>
                    <a:cubicBezTo>
                      <a:pt x="195" y="524"/>
                      <a:pt x="156" y="524"/>
                      <a:pt x="116" y="524"/>
                    </a:cubicBezTo>
                    <a:cubicBezTo>
                      <a:pt x="116" y="447"/>
                      <a:pt x="116" y="370"/>
                      <a:pt x="116" y="291"/>
                    </a:cubicBezTo>
                    <a:cubicBezTo>
                      <a:pt x="78" y="291"/>
                      <a:pt x="40" y="291"/>
                      <a:pt x="0" y="291"/>
                    </a:cubicBezTo>
                    <a:cubicBezTo>
                      <a:pt x="0" y="214"/>
                      <a:pt x="0" y="137"/>
                      <a:pt x="0" y="58"/>
                    </a:cubicBezTo>
                    <a:cubicBezTo>
                      <a:pt x="77" y="58"/>
                      <a:pt x="154" y="58"/>
                      <a:pt x="233" y="58"/>
                    </a:cubicBezTo>
                    <a:cubicBezTo>
                      <a:pt x="233" y="135"/>
                      <a:pt x="233" y="212"/>
                      <a:pt x="233" y="291"/>
                    </a:cubicBezTo>
                    <a:cubicBezTo>
                      <a:pt x="310" y="272"/>
                      <a:pt x="387" y="253"/>
                      <a:pt x="466" y="233"/>
                    </a:cubicBezTo>
                    <a:cubicBezTo>
                      <a:pt x="447" y="156"/>
                      <a:pt x="427" y="79"/>
                      <a:pt x="40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50" name="ICON_TOOL_MODELS_path_042"/>
              <p:cNvSpPr/>
              <p:nvPr/>
            </p:nvSpPr>
            <p:spPr>
              <a:xfrm>
                <a:off x="5334974" y="5250638"/>
                <a:ext cx="13313" cy="31064"/>
              </a:xfrm>
              <a:custGeom>
                <a:avLst/>
                <a:gdLst/>
                <a:ahLst/>
                <a:cxnLst/>
                <a:rect l="0" t="0" r="r" b="b"/>
                <a:pathLst>
                  <a:path w="1048" h="2446" fill="norm" stroke="0">
                    <a:moveTo>
                      <a:pt x="0" y="0"/>
                    </a:moveTo>
                    <a:cubicBezTo>
                      <a:pt x="115" y="0"/>
                      <a:pt x="231" y="0"/>
                      <a:pt x="349" y="0"/>
                    </a:cubicBezTo>
                    <a:cubicBezTo>
                      <a:pt x="349" y="38"/>
                      <a:pt x="349" y="77"/>
                      <a:pt x="349" y="116"/>
                    </a:cubicBezTo>
                    <a:cubicBezTo>
                      <a:pt x="426" y="116"/>
                      <a:pt x="503" y="116"/>
                      <a:pt x="582" y="116"/>
                    </a:cubicBezTo>
                    <a:cubicBezTo>
                      <a:pt x="582" y="155"/>
                      <a:pt x="582" y="193"/>
                      <a:pt x="582" y="233"/>
                    </a:cubicBezTo>
                    <a:cubicBezTo>
                      <a:pt x="621" y="233"/>
                      <a:pt x="659" y="233"/>
                      <a:pt x="699" y="233"/>
                    </a:cubicBezTo>
                    <a:cubicBezTo>
                      <a:pt x="699" y="310"/>
                      <a:pt x="699" y="387"/>
                      <a:pt x="699" y="466"/>
                    </a:cubicBezTo>
                    <a:cubicBezTo>
                      <a:pt x="737" y="466"/>
                      <a:pt x="776" y="466"/>
                      <a:pt x="815" y="466"/>
                    </a:cubicBezTo>
                    <a:cubicBezTo>
                      <a:pt x="815" y="504"/>
                      <a:pt x="815" y="543"/>
                      <a:pt x="815" y="582"/>
                    </a:cubicBezTo>
                    <a:cubicBezTo>
                      <a:pt x="854" y="582"/>
                      <a:pt x="892" y="582"/>
                      <a:pt x="932" y="582"/>
                    </a:cubicBezTo>
                    <a:cubicBezTo>
                      <a:pt x="932" y="621"/>
                      <a:pt x="932" y="659"/>
                      <a:pt x="932" y="699"/>
                    </a:cubicBezTo>
                    <a:cubicBezTo>
                      <a:pt x="970" y="699"/>
                      <a:pt x="1009" y="699"/>
                      <a:pt x="1048" y="699"/>
                    </a:cubicBezTo>
                    <a:cubicBezTo>
                      <a:pt x="1048" y="737"/>
                      <a:pt x="1048" y="776"/>
                      <a:pt x="1048" y="815"/>
                    </a:cubicBezTo>
                    <a:cubicBezTo>
                      <a:pt x="971" y="815"/>
                      <a:pt x="895" y="815"/>
                      <a:pt x="815" y="815"/>
                    </a:cubicBezTo>
                    <a:cubicBezTo>
                      <a:pt x="815" y="854"/>
                      <a:pt x="815" y="892"/>
                      <a:pt x="815" y="932"/>
                    </a:cubicBezTo>
                    <a:cubicBezTo>
                      <a:pt x="777" y="932"/>
                      <a:pt x="738" y="932"/>
                      <a:pt x="699" y="932"/>
                    </a:cubicBezTo>
                    <a:cubicBezTo>
                      <a:pt x="699" y="1278"/>
                      <a:pt x="699" y="1624"/>
                      <a:pt x="699" y="1980"/>
                    </a:cubicBezTo>
                    <a:cubicBezTo>
                      <a:pt x="737" y="1980"/>
                      <a:pt x="776" y="1980"/>
                      <a:pt x="815" y="1980"/>
                    </a:cubicBezTo>
                    <a:cubicBezTo>
                      <a:pt x="815" y="2095"/>
                      <a:pt x="815" y="2211"/>
                      <a:pt x="815" y="2330"/>
                    </a:cubicBezTo>
                    <a:cubicBezTo>
                      <a:pt x="662" y="2368"/>
                      <a:pt x="508" y="2406"/>
                      <a:pt x="349" y="2446"/>
                    </a:cubicBezTo>
                    <a:cubicBezTo>
                      <a:pt x="349" y="2369"/>
                      <a:pt x="349" y="2292"/>
                      <a:pt x="349" y="2213"/>
                    </a:cubicBezTo>
                    <a:cubicBezTo>
                      <a:pt x="388" y="2213"/>
                      <a:pt x="426" y="2213"/>
                      <a:pt x="466" y="2213"/>
                    </a:cubicBezTo>
                    <a:cubicBezTo>
                      <a:pt x="466" y="2136"/>
                      <a:pt x="466" y="2059"/>
                      <a:pt x="466" y="1980"/>
                    </a:cubicBezTo>
                    <a:cubicBezTo>
                      <a:pt x="504" y="1980"/>
                      <a:pt x="543" y="1980"/>
                      <a:pt x="582" y="1980"/>
                    </a:cubicBezTo>
                    <a:cubicBezTo>
                      <a:pt x="582" y="1634"/>
                      <a:pt x="582" y="1288"/>
                      <a:pt x="582" y="932"/>
                    </a:cubicBezTo>
                    <a:cubicBezTo>
                      <a:pt x="544" y="932"/>
                      <a:pt x="506" y="932"/>
                      <a:pt x="466" y="932"/>
                    </a:cubicBezTo>
                    <a:cubicBezTo>
                      <a:pt x="466" y="855"/>
                      <a:pt x="466" y="778"/>
                      <a:pt x="466" y="699"/>
                    </a:cubicBezTo>
                    <a:cubicBezTo>
                      <a:pt x="427" y="699"/>
                      <a:pt x="389" y="699"/>
                      <a:pt x="349" y="699"/>
                    </a:cubicBezTo>
                    <a:cubicBezTo>
                      <a:pt x="349" y="622"/>
                      <a:pt x="349" y="545"/>
                      <a:pt x="349" y="466"/>
                    </a:cubicBezTo>
                    <a:cubicBezTo>
                      <a:pt x="311" y="466"/>
                      <a:pt x="273" y="466"/>
                      <a:pt x="233" y="466"/>
                    </a:cubicBezTo>
                    <a:cubicBezTo>
                      <a:pt x="233" y="427"/>
                      <a:pt x="233" y="389"/>
                      <a:pt x="233" y="349"/>
                    </a:cubicBezTo>
                    <a:cubicBezTo>
                      <a:pt x="195" y="349"/>
                      <a:pt x="156" y="349"/>
                      <a:pt x="116" y="349"/>
                    </a:cubicBezTo>
                    <a:cubicBezTo>
                      <a:pt x="116" y="311"/>
                      <a:pt x="116" y="273"/>
                      <a:pt x="116" y="233"/>
                    </a:cubicBezTo>
                    <a:cubicBezTo>
                      <a:pt x="78" y="233"/>
                      <a:pt x="40" y="233"/>
                      <a:pt x="0" y="233"/>
                    </a:cubicBezTo>
                    <a:cubicBezTo>
                      <a:pt x="0" y="156"/>
                      <a:pt x="0" y="7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51" name="ICON_TOOL_MODELS_path_043"/>
              <p:cNvSpPr/>
              <p:nvPr/>
            </p:nvSpPr>
            <p:spPr>
              <a:xfrm>
                <a:off x="5230686" y="5274306"/>
                <a:ext cx="14053" cy="39940"/>
              </a:xfrm>
              <a:custGeom>
                <a:avLst/>
                <a:gdLst/>
                <a:ahLst/>
                <a:cxnLst/>
                <a:rect l="0" t="0" r="r" b="b"/>
                <a:pathLst>
                  <a:path w="1107" h="3145" fill="norm" stroke="0">
                    <a:moveTo>
                      <a:pt x="0" y="0"/>
                    </a:moveTo>
                    <a:cubicBezTo>
                      <a:pt x="58" y="0"/>
                      <a:pt x="115" y="0"/>
                      <a:pt x="175" y="0"/>
                    </a:cubicBezTo>
                    <a:cubicBezTo>
                      <a:pt x="175" y="38"/>
                      <a:pt x="175" y="77"/>
                      <a:pt x="175" y="116"/>
                    </a:cubicBezTo>
                    <a:cubicBezTo>
                      <a:pt x="252" y="116"/>
                      <a:pt x="328" y="116"/>
                      <a:pt x="408" y="116"/>
                    </a:cubicBezTo>
                    <a:cubicBezTo>
                      <a:pt x="408" y="155"/>
                      <a:pt x="408" y="193"/>
                      <a:pt x="408" y="233"/>
                    </a:cubicBezTo>
                    <a:cubicBezTo>
                      <a:pt x="446" y="233"/>
                      <a:pt x="485" y="233"/>
                      <a:pt x="524" y="233"/>
                    </a:cubicBezTo>
                    <a:cubicBezTo>
                      <a:pt x="524" y="271"/>
                      <a:pt x="524" y="310"/>
                      <a:pt x="524" y="349"/>
                    </a:cubicBezTo>
                    <a:cubicBezTo>
                      <a:pt x="601" y="349"/>
                      <a:pt x="678" y="349"/>
                      <a:pt x="757" y="349"/>
                    </a:cubicBezTo>
                    <a:cubicBezTo>
                      <a:pt x="757" y="388"/>
                      <a:pt x="757" y="426"/>
                      <a:pt x="757" y="466"/>
                    </a:cubicBezTo>
                    <a:cubicBezTo>
                      <a:pt x="834" y="466"/>
                      <a:pt x="911" y="466"/>
                      <a:pt x="990" y="466"/>
                    </a:cubicBezTo>
                    <a:cubicBezTo>
                      <a:pt x="990" y="504"/>
                      <a:pt x="990" y="543"/>
                      <a:pt x="990" y="582"/>
                    </a:cubicBezTo>
                    <a:cubicBezTo>
                      <a:pt x="1028" y="582"/>
                      <a:pt x="1067" y="582"/>
                      <a:pt x="1107" y="582"/>
                    </a:cubicBezTo>
                    <a:cubicBezTo>
                      <a:pt x="1107" y="1428"/>
                      <a:pt x="1107" y="2274"/>
                      <a:pt x="1107" y="3145"/>
                    </a:cubicBezTo>
                    <a:cubicBezTo>
                      <a:pt x="1087" y="3145"/>
                      <a:pt x="1068" y="3145"/>
                      <a:pt x="1048" y="3145"/>
                    </a:cubicBezTo>
                    <a:cubicBezTo>
                      <a:pt x="1048" y="2568"/>
                      <a:pt x="1048" y="1992"/>
                      <a:pt x="1048" y="1398"/>
                    </a:cubicBezTo>
                    <a:cubicBezTo>
                      <a:pt x="952" y="1398"/>
                      <a:pt x="856" y="1398"/>
                      <a:pt x="757" y="1398"/>
                    </a:cubicBezTo>
                    <a:cubicBezTo>
                      <a:pt x="757" y="1359"/>
                      <a:pt x="757" y="1321"/>
                      <a:pt x="757" y="1281"/>
                    </a:cubicBezTo>
                    <a:cubicBezTo>
                      <a:pt x="719" y="1281"/>
                      <a:pt x="680" y="1281"/>
                      <a:pt x="641" y="1281"/>
                    </a:cubicBezTo>
                    <a:cubicBezTo>
                      <a:pt x="641" y="1127"/>
                      <a:pt x="641" y="974"/>
                      <a:pt x="641" y="815"/>
                    </a:cubicBezTo>
                    <a:cubicBezTo>
                      <a:pt x="602" y="815"/>
                      <a:pt x="564" y="815"/>
                      <a:pt x="524" y="815"/>
                    </a:cubicBezTo>
                    <a:cubicBezTo>
                      <a:pt x="524" y="738"/>
                      <a:pt x="524" y="662"/>
                      <a:pt x="524" y="582"/>
                    </a:cubicBezTo>
                    <a:cubicBezTo>
                      <a:pt x="486" y="582"/>
                      <a:pt x="447" y="582"/>
                      <a:pt x="408" y="582"/>
                    </a:cubicBezTo>
                    <a:cubicBezTo>
                      <a:pt x="408" y="544"/>
                      <a:pt x="408" y="506"/>
                      <a:pt x="408" y="466"/>
                    </a:cubicBezTo>
                    <a:cubicBezTo>
                      <a:pt x="369" y="466"/>
                      <a:pt x="331" y="466"/>
                      <a:pt x="291" y="466"/>
                    </a:cubicBezTo>
                    <a:cubicBezTo>
                      <a:pt x="291" y="427"/>
                      <a:pt x="291" y="389"/>
                      <a:pt x="291" y="349"/>
                    </a:cubicBezTo>
                    <a:cubicBezTo>
                      <a:pt x="214" y="349"/>
                      <a:pt x="137" y="349"/>
                      <a:pt x="58" y="349"/>
                    </a:cubicBezTo>
                    <a:cubicBezTo>
                      <a:pt x="39" y="234"/>
                      <a:pt x="20" y="11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52" name="ICON_TOOL_MODELS_path_044"/>
              <p:cNvSpPr/>
              <p:nvPr/>
            </p:nvSpPr>
            <p:spPr>
              <a:xfrm>
                <a:off x="5170776" y="5087180"/>
                <a:ext cx="24408" cy="9615"/>
              </a:xfrm>
              <a:custGeom>
                <a:avLst/>
                <a:gdLst/>
                <a:ahLst/>
                <a:cxnLst/>
                <a:rect l="0" t="0" r="r" b="b"/>
                <a:pathLst>
                  <a:path w="1922" h="757" fill="norm" stroke="0">
                    <a:moveTo>
                      <a:pt x="1922" y="0"/>
                    </a:moveTo>
                    <a:cubicBezTo>
                      <a:pt x="1922" y="228"/>
                      <a:pt x="1922" y="228"/>
                      <a:pt x="1864" y="291"/>
                    </a:cubicBezTo>
                    <a:cubicBezTo>
                      <a:pt x="1784" y="306"/>
                      <a:pt x="1707" y="302"/>
                      <a:pt x="1627" y="298"/>
                    </a:cubicBezTo>
                    <a:cubicBezTo>
                      <a:pt x="1605" y="298"/>
                      <a:pt x="1583" y="297"/>
                      <a:pt x="1561" y="297"/>
                    </a:cubicBezTo>
                    <a:cubicBezTo>
                      <a:pt x="1506" y="296"/>
                      <a:pt x="1452" y="294"/>
                      <a:pt x="1398" y="291"/>
                    </a:cubicBezTo>
                    <a:cubicBezTo>
                      <a:pt x="1398" y="253"/>
                      <a:pt x="1398" y="214"/>
                      <a:pt x="1398" y="175"/>
                    </a:cubicBezTo>
                    <a:cubicBezTo>
                      <a:pt x="1282" y="175"/>
                      <a:pt x="1167" y="175"/>
                      <a:pt x="1048" y="175"/>
                    </a:cubicBezTo>
                    <a:cubicBezTo>
                      <a:pt x="1048" y="213"/>
                      <a:pt x="1048" y="252"/>
                      <a:pt x="1048" y="291"/>
                    </a:cubicBezTo>
                    <a:cubicBezTo>
                      <a:pt x="971" y="291"/>
                      <a:pt x="895" y="291"/>
                      <a:pt x="815" y="291"/>
                    </a:cubicBezTo>
                    <a:cubicBezTo>
                      <a:pt x="815" y="368"/>
                      <a:pt x="815" y="445"/>
                      <a:pt x="815" y="524"/>
                    </a:cubicBezTo>
                    <a:cubicBezTo>
                      <a:pt x="1123" y="524"/>
                      <a:pt x="1430" y="524"/>
                      <a:pt x="1747" y="524"/>
                    </a:cubicBezTo>
                    <a:cubicBezTo>
                      <a:pt x="1747" y="601"/>
                      <a:pt x="1747" y="678"/>
                      <a:pt x="1747" y="757"/>
                    </a:cubicBezTo>
                    <a:cubicBezTo>
                      <a:pt x="1401" y="757"/>
                      <a:pt x="1055" y="757"/>
                      <a:pt x="699" y="757"/>
                    </a:cubicBezTo>
                    <a:cubicBezTo>
                      <a:pt x="699" y="719"/>
                      <a:pt x="699" y="680"/>
                      <a:pt x="699" y="641"/>
                    </a:cubicBezTo>
                    <a:cubicBezTo>
                      <a:pt x="660" y="641"/>
                      <a:pt x="622" y="641"/>
                      <a:pt x="582" y="641"/>
                    </a:cubicBezTo>
                    <a:cubicBezTo>
                      <a:pt x="582" y="602"/>
                      <a:pt x="582" y="564"/>
                      <a:pt x="582" y="524"/>
                    </a:cubicBezTo>
                    <a:cubicBezTo>
                      <a:pt x="544" y="524"/>
                      <a:pt x="506" y="524"/>
                      <a:pt x="466" y="524"/>
                    </a:cubicBezTo>
                    <a:cubicBezTo>
                      <a:pt x="466" y="486"/>
                      <a:pt x="466" y="447"/>
                      <a:pt x="466" y="408"/>
                    </a:cubicBezTo>
                    <a:cubicBezTo>
                      <a:pt x="312" y="388"/>
                      <a:pt x="158" y="369"/>
                      <a:pt x="0" y="349"/>
                    </a:cubicBezTo>
                    <a:cubicBezTo>
                      <a:pt x="0" y="330"/>
                      <a:pt x="0" y="311"/>
                      <a:pt x="0" y="291"/>
                    </a:cubicBezTo>
                    <a:cubicBezTo>
                      <a:pt x="115" y="291"/>
                      <a:pt x="231" y="291"/>
                      <a:pt x="349" y="291"/>
                    </a:cubicBezTo>
                    <a:cubicBezTo>
                      <a:pt x="349" y="253"/>
                      <a:pt x="349" y="214"/>
                      <a:pt x="349" y="175"/>
                    </a:cubicBezTo>
                    <a:cubicBezTo>
                      <a:pt x="426" y="175"/>
                      <a:pt x="503" y="175"/>
                      <a:pt x="582" y="175"/>
                    </a:cubicBezTo>
                    <a:cubicBezTo>
                      <a:pt x="582" y="136"/>
                      <a:pt x="582" y="98"/>
                      <a:pt x="582" y="58"/>
                    </a:cubicBezTo>
                    <a:cubicBezTo>
                      <a:pt x="1024" y="39"/>
                      <a:pt x="1466" y="20"/>
                      <a:pt x="192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53" name="ICON_TOOL_MODELS_path_045"/>
              <p:cNvSpPr/>
              <p:nvPr/>
            </p:nvSpPr>
            <p:spPr>
              <a:xfrm>
                <a:off x="5210716" y="5071648"/>
                <a:ext cx="28106" cy="11895"/>
              </a:xfrm>
              <a:custGeom>
                <a:avLst/>
                <a:gdLst/>
                <a:ahLst/>
                <a:cxnLst/>
                <a:rect l="0" t="0" r="r" b="b"/>
                <a:pathLst>
                  <a:path w="2213" h="937" fill="norm" stroke="0">
                    <a:moveTo>
                      <a:pt x="233" y="0"/>
                    </a:moveTo>
                    <a:cubicBezTo>
                      <a:pt x="579" y="0"/>
                      <a:pt x="925" y="0"/>
                      <a:pt x="1281" y="0"/>
                    </a:cubicBezTo>
                    <a:cubicBezTo>
                      <a:pt x="1281" y="38"/>
                      <a:pt x="1281" y="77"/>
                      <a:pt x="1281" y="116"/>
                    </a:cubicBezTo>
                    <a:cubicBezTo>
                      <a:pt x="1358" y="116"/>
                      <a:pt x="1435" y="116"/>
                      <a:pt x="1514" y="116"/>
                    </a:cubicBezTo>
                    <a:cubicBezTo>
                      <a:pt x="1514" y="155"/>
                      <a:pt x="1514" y="193"/>
                      <a:pt x="1514" y="233"/>
                    </a:cubicBezTo>
                    <a:cubicBezTo>
                      <a:pt x="1591" y="233"/>
                      <a:pt x="1668" y="233"/>
                      <a:pt x="1747" y="233"/>
                    </a:cubicBezTo>
                    <a:cubicBezTo>
                      <a:pt x="1747" y="271"/>
                      <a:pt x="1747" y="310"/>
                      <a:pt x="1747" y="349"/>
                    </a:cubicBezTo>
                    <a:cubicBezTo>
                      <a:pt x="1824" y="349"/>
                      <a:pt x="1901" y="349"/>
                      <a:pt x="1980" y="349"/>
                    </a:cubicBezTo>
                    <a:cubicBezTo>
                      <a:pt x="1980" y="388"/>
                      <a:pt x="1980" y="426"/>
                      <a:pt x="1980" y="466"/>
                    </a:cubicBezTo>
                    <a:cubicBezTo>
                      <a:pt x="2019" y="466"/>
                      <a:pt x="2057" y="466"/>
                      <a:pt x="2097" y="466"/>
                    </a:cubicBezTo>
                    <a:cubicBezTo>
                      <a:pt x="2097" y="504"/>
                      <a:pt x="2097" y="543"/>
                      <a:pt x="2097" y="582"/>
                    </a:cubicBezTo>
                    <a:cubicBezTo>
                      <a:pt x="2135" y="582"/>
                      <a:pt x="2173" y="582"/>
                      <a:pt x="2213" y="582"/>
                    </a:cubicBezTo>
                    <a:cubicBezTo>
                      <a:pt x="2177" y="733"/>
                      <a:pt x="2111" y="844"/>
                      <a:pt x="1980" y="932"/>
                    </a:cubicBezTo>
                    <a:cubicBezTo>
                      <a:pt x="1916" y="937"/>
                      <a:pt x="1916" y="937"/>
                      <a:pt x="1864" y="932"/>
                    </a:cubicBezTo>
                    <a:cubicBezTo>
                      <a:pt x="1864" y="893"/>
                      <a:pt x="1864" y="855"/>
                      <a:pt x="1864" y="815"/>
                    </a:cubicBezTo>
                    <a:cubicBezTo>
                      <a:pt x="1825" y="815"/>
                      <a:pt x="1787" y="815"/>
                      <a:pt x="1747" y="815"/>
                    </a:cubicBezTo>
                    <a:cubicBezTo>
                      <a:pt x="1747" y="777"/>
                      <a:pt x="1747" y="738"/>
                      <a:pt x="1747" y="699"/>
                    </a:cubicBezTo>
                    <a:cubicBezTo>
                      <a:pt x="1709" y="699"/>
                      <a:pt x="1670" y="699"/>
                      <a:pt x="1631" y="699"/>
                    </a:cubicBezTo>
                    <a:cubicBezTo>
                      <a:pt x="1631" y="660"/>
                      <a:pt x="1631" y="622"/>
                      <a:pt x="1631" y="582"/>
                    </a:cubicBezTo>
                    <a:cubicBezTo>
                      <a:pt x="1592" y="582"/>
                      <a:pt x="1554" y="582"/>
                      <a:pt x="1514" y="582"/>
                    </a:cubicBezTo>
                    <a:cubicBezTo>
                      <a:pt x="1514" y="544"/>
                      <a:pt x="1514" y="506"/>
                      <a:pt x="1514" y="466"/>
                    </a:cubicBezTo>
                    <a:cubicBezTo>
                      <a:pt x="1476" y="466"/>
                      <a:pt x="1437" y="466"/>
                      <a:pt x="1398" y="466"/>
                    </a:cubicBezTo>
                    <a:cubicBezTo>
                      <a:pt x="1398" y="427"/>
                      <a:pt x="1398" y="389"/>
                      <a:pt x="1398" y="349"/>
                    </a:cubicBezTo>
                    <a:cubicBezTo>
                      <a:pt x="1359" y="349"/>
                      <a:pt x="1321" y="349"/>
                      <a:pt x="1281" y="349"/>
                    </a:cubicBezTo>
                    <a:cubicBezTo>
                      <a:pt x="1281" y="311"/>
                      <a:pt x="1281" y="273"/>
                      <a:pt x="1281" y="233"/>
                    </a:cubicBezTo>
                    <a:cubicBezTo>
                      <a:pt x="1204" y="233"/>
                      <a:pt x="1127" y="233"/>
                      <a:pt x="1048" y="233"/>
                    </a:cubicBezTo>
                    <a:cubicBezTo>
                      <a:pt x="1048" y="271"/>
                      <a:pt x="1048" y="310"/>
                      <a:pt x="1048" y="349"/>
                    </a:cubicBezTo>
                    <a:cubicBezTo>
                      <a:pt x="856" y="349"/>
                      <a:pt x="664" y="349"/>
                      <a:pt x="466" y="349"/>
                    </a:cubicBezTo>
                    <a:cubicBezTo>
                      <a:pt x="466" y="311"/>
                      <a:pt x="466" y="273"/>
                      <a:pt x="466" y="233"/>
                    </a:cubicBezTo>
                    <a:cubicBezTo>
                      <a:pt x="312" y="214"/>
                      <a:pt x="158" y="195"/>
                      <a:pt x="0" y="175"/>
                    </a:cubicBezTo>
                    <a:cubicBezTo>
                      <a:pt x="77" y="155"/>
                      <a:pt x="154" y="136"/>
                      <a:pt x="233" y="116"/>
                    </a:cubicBezTo>
                    <a:cubicBezTo>
                      <a:pt x="233" y="78"/>
                      <a:pt x="233" y="40"/>
                      <a:pt x="2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54" name="ICON_TOOL_MODELS_path_046"/>
              <p:cNvSpPr/>
              <p:nvPr/>
            </p:nvSpPr>
            <p:spPr>
              <a:xfrm>
                <a:off x="5308347" y="5289099"/>
                <a:ext cx="19970" cy="14053"/>
              </a:xfrm>
              <a:custGeom>
                <a:avLst/>
                <a:gdLst/>
                <a:ahLst/>
                <a:cxnLst/>
                <a:rect l="0" t="0" r="r" b="b"/>
                <a:pathLst>
                  <a:path w="1572" h="1107" fill="norm" stroke="0">
                    <a:moveTo>
                      <a:pt x="349" y="0"/>
                    </a:moveTo>
                    <a:cubicBezTo>
                      <a:pt x="753" y="0"/>
                      <a:pt x="1157" y="0"/>
                      <a:pt x="1572" y="0"/>
                    </a:cubicBezTo>
                    <a:cubicBezTo>
                      <a:pt x="1572" y="19"/>
                      <a:pt x="1572" y="38"/>
                      <a:pt x="1572" y="58"/>
                    </a:cubicBezTo>
                    <a:cubicBezTo>
                      <a:pt x="1246" y="135"/>
                      <a:pt x="916" y="122"/>
                      <a:pt x="582" y="116"/>
                    </a:cubicBezTo>
                    <a:cubicBezTo>
                      <a:pt x="582" y="193"/>
                      <a:pt x="582" y="270"/>
                      <a:pt x="582" y="349"/>
                    </a:cubicBezTo>
                    <a:cubicBezTo>
                      <a:pt x="621" y="349"/>
                      <a:pt x="659" y="349"/>
                      <a:pt x="699" y="349"/>
                    </a:cubicBezTo>
                    <a:cubicBezTo>
                      <a:pt x="699" y="388"/>
                      <a:pt x="699" y="426"/>
                      <a:pt x="699" y="466"/>
                    </a:cubicBezTo>
                    <a:cubicBezTo>
                      <a:pt x="737" y="466"/>
                      <a:pt x="776" y="466"/>
                      <a:pt x="815" y="466"/>
                    </a:cubicBezTo>
                    <a:cubicBezTo>
                      <a:pt x="815" y="504"/>
                      <a:pt x="815" y="543"/>
                      <a:pt x="815" y="582"/>
                    </a:cubicBezTo>
                    <a:cubicBezTo>
                      <a:pt x="854" y="582"/>
                      <a:pt x="892" y="582"/>
                      <a:pt x="932" y="582"/>
                    </a:cubicBezTo>
                    <a:cubicBezTo>
                      <a:pt x="932" y="621"/>
                      <a:pt x="932" y="659"/>
                      <a:pt x="932" y="699"/>
                    </a:cubicBezTo>
                    <a:cubicBezTo>
                      <a:pt x="893" y="699"/>
                      <a:pt x="855" y="699"/>
                      <a:pt x="815" y="699"/>
                    </a:cubicBezTo>
                    <a:cubicBezTo>
                      <a:pt x="815" y="737"/>
                      <a:pt x="815" y="776"/>
                      <a:pt x="815" y="815"/>
                    </a:cubicBezTo>
                    <a:cubicBezTo>
                      <a:pt x="777" y="815"/>
                      <a:pt x="738" y="815"/>
                      <a:pt x="699" y="815"/>
                    </a:cubicBezTo>
                    <a:cubicBezTo>
                      <a:pt x="699" y="854"/>
                      <a:pt x="699" y="892"/>
                      <a:pt x="699" y="932"/>
                    </a:cubicBezTo>
                    <a:cubicBezTo>
                      <a:pt x="545" y="932"/>
                      <a:pt x="391" y="932"/>
                      <a:pt x="233" y="932"/>
                    </a:cubicBezTo>
                    <a:cubicBezTo>
                      <a:pt x="214" y="989"/>
                      <a:pt x="195" y="1047"/>
                      <a:pt x="175" y="1107"/>
                    </a:cubicBezTo>
                    <a:cubicBezTo>
                      <a:pt x="155" y="1049"/>
                      <a:pt x="136" y="991"/>
                      <a:pt x="116" y="932"/>
                    </a:cubicBezTo>
                    <a:cubicBezTo>
                      <a:pt x="78" y="932"/>
                      <a:pt x="40" y="932"/>
                      <a:pt x="0" y="932"/>
                    </a:cubicBezTo>
                    <a:cubicBezTo>
                      <a:pt x="0" y="778"/>
                      <a:pt x="0" y="624"/>
                      <a:pt x="0" y="466"/>
                    </a:cubicBezTo>
                    <a:cubicBezTo>
                      <a:pt x="38" y="466"/>
                      <a:pt x="77" y="466"/>
                      <a:pt x="116" y="466"/>
                    </a:cubicBezTo>
                    <a:cubicBezTo>
                      <a:pt x="116" y="427"/>
                      <a:pt x="116" y="389"/>
                      <a:pt x="116" y="349"/>
                    </a:cubicBezTo>
                    <a:cubicBezTo>
                      <a:pt x="155" y="349"/>
                      <a:pt x="193" y="349"/>
                      <a:pt x="233" y="349"/>
                    </a:cubicBezTo>
                    <a:cubicBezTo>
                      <a:pt x="233" y="311"/>
                      <a:pt x="233" y="273"/>
                      <a:pt x="233" y="233"/>
                    </a:cubicBezTo>
                    <a:cubicBezTo>
                      <a:pt x="271" y="233"/>
                      <a:pt x="310" y="233"/>
                      <a:pt x="349" y="233"/>
                    </a:cubicBezTo>
                    <a:cubicBezTo>
                      <a:pt x="349" y="156"/>
                      <a:pt x="349" y="79"/>
                      <a:pt x="34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55" name="ICON_TOOL_MODELS_path_047"/>
              <p:cNvSpPr/>
              <p:nvPr/>
            </p:nvSpPr>
            <p:spPr>
              <a:xfrm>
                <a:off x="5297874" y="5217355"/>
                <a:ext cx="19349" cy="23668"/>
              </a:xfrm>
              <a:custGeom>
                <a:avLst/>
                <a:gdLst/>
                <a:ahLst/>
                <a:cxnLst/>
                <a:rect l="0" t="0" r="r" b="b"/>
                <a:pathLst>
                  <a:path w="1524" h="1864" fill="norm" stroke="0">
                    <a:moveTo>
                      <a:pt x="184" y="0"/>
                    </a:moveTo>
                    <a:cubicBezTo>
                      <a:pt x="203" y="0"/>
                      <a:pt x="223" y="0"/>
                      <a:pt x="242" y="0"/>
                    </a:cubicBezTo>
                    <a:cubicBezTo>
                      <a:pt x="245" y="47"/>
                      <a:pt x="248" y="95"/>
                      <a:pt x="250" y="142"/>
                    </a:cubicBezTo>
                    <a:cubicBezTo>
                      <a:pt x="251" y="168"/>
                      <a:pt x="252" y="195"/>
                      <a:pt x="254" y="222"/>
                    </a:cubicBezTo>
                    <a:cubicBezTo>
                      <a:pt x="250" y="245"/>
                      <a:pt x="246" y="268"/>
                      <a:pt x="242" y="291"/>
                    </a:cubicBezTo>
                    <a:cubicBezTo>
                      <a:pt x="223" y="301"/>
                      <a:pt x="223" y="301"/>
                      <a:pt x="126" y="349"/>
                    </a:cubicBezTo>
                    <a:cubicBezTo>
                      <a:pt x="164" y="446"/>
                      <a:pt x="203" y="542"/>
                      <a:pt x="242" y="641"/>
                    </a:cubicBezTo>
                    <a:cubicBezTo>
                      <a:pt x="358" y="641"/>
                      <a:pt x="473" y="641"/>
                      <a:pt x="592" y="641"/>
                    </a:cubicBezTo>
                    <a:cubicBezTo>
                      <a:pt x="592" y="679"/>
                      <a:pt x="592" y="717"/>
                      <a:pt x="592" y="757"/>
                    </a:cubicBezTo>
                    <a:cubicBezTo>
                      <a:pt x="630" y="757"/>
                      <a:pt x="669" y="757"/>
                      <a:pt x="708" y="757"/>
                    </a:cubicBezTo>
                    <a:cubicBezTo>
                      <a:pt x="708" y="796"/>
                      <a:pt x="708" y="834"/>
                      <a:pt x="708" y="874"/>
                    </a:cubicBezTo>
                    <a:cubicBezTo>
                      <a:pt x="747" y="874"/>
                      <a:pt x="785" y="874"/>
                      <a:pt x="825" y="874"/>
                    </a:cubicBezTo>
                    <a:cubicBezTo>
                      <a:pt x="825" y="912"/>
                      <a:pt x="825" y="950"/>
                      <a:pt x="825" y="990"/>
                    </a:cubicBezTo>
                    <a:cubicBezTo>
                      <a:pt x="863" y="990"/>
                      <a:pt x="902" y="990"/>
                      <a:pt x="941" y="990"/>
                    </a:cubicBezTo>
                    <a:cubicBezTo>
                      <a:pt x="941" y="1067"/>
                      <a:pt x="941" y="1144"/>
                      <a:pt x="941" y="1223"/>
                    </a:cubicBezTo>
                    <a:cubicBezTo>
                      <a:pt x="1133" y="1223"/>
                      <a:pt x="1326" y="1223"/>
                      <a:pt x="1524" y="1223"/>
                    </a:cubicBezTo>
                    <a:cubicBezTo>
                      <a:pt x="1524" y="1300"/>
                      <a:pt x="1524" y="1377"/>
                      <a:pt x="1524" y="1456"/>
                    </a:cubicBezTo>
                    <a:cubicBezTo>
                      <a:pt x="1331" y="1456"/>
                      <a:pt x="1139" y="1456"/>
                      <a:pt x="941" y="1456"/>
                    </a:cubicBezTo>
                    <a:cubicBezTo>
                      <a:pt x="941" y="1590"/>
                      <a:pt x="941" y="1725"/>
                      <a:pt x="941" y="1864"/>
                    </a:cubicBezTo>
                    <a:cubicBezTo>
                      <a:pt x="825" y="1805"/>
                      <a:pt x="825" y="1805"/>
                      <a:pt x="801" y="1767"/>
                    </a:cubicBezTo>
                    <a:cubicBezTo>
                      <a:pt x="797" y="1752"/>
                      <a:pt x="792" y="1738"/>
                      <a:pt x="788" y="1723"/>
                    </a:cubicBezTo>
                    <a:cubicBezTo>
                      <a:pt x="783" y="1708"/>
                      <a:pt x="778" y="1692"/>
                      <a:pt x="773" y="1676"/>
                    </a:cubicBezTo>
                    <a:cubicBezTo>
                      <a:pt x="769" y="1660"/>
                      <a:pt x="764" y="1644"/>
                      <a:pt x="759" y="1627"/>
                    </a:cubicBezTo>
                    <a:cubicBezTo>
                      <a:pt x="754" y="1611"/>
                      <a:pt x="749" y="1594"/>
                      <a:pt x="744" y="1577"/>
                    </a:cubicBezTo>
                    <a:cubicBezTo>
                      <a:pt x="732" y="1537"/>
                      <a:pt x="720" y="1497"/>
                      <a:pt x="708" y="1456"/>
                    </a:cubicBezTo>
                    <a:cubicBezTo>
                      <a:pt x="670" y="1456"/>
                      <a:pt x="631" y="1456"/>
                      <a:pt x="592" y="1456"/>
                    </a:cubicBezTo>
                    <a:cubicBezTo>
                      <a:pt x="592" y="1418"/>
                      <a:pt x="592" y="1379"/>
                      <a:pt x="592" y="1339"/>
                    </a:cubicBezTo>
                    <a:cubicBezTo>
                      <a:pt x="553" y="1339"/>
                      <a:pt x="515" y="1339"/>
                      <a:pt x="475" y="1339"/>
                    </a:cubicBezTo>
                    <a:cubicBezTo>
                      <a:pt x="475" y="1263"/>
                      <a:pt x="475" y="1186"/>
                      <a:pt x="475" y="1107"/>
                    </a:cubicBezTo>
                    <a:cubicBezTo>
                      <a:pt x="437" y="1107"/>
                      <a:pt x="398" y="1107"/>
                      <a:pt x="359" y="1107"/>
                    </a:cubicBezTo>
                    <a:cubicBezTo>
                      <a:pt x="359" y="1068"/>
                      <a:pt x="359" y="1030"/>
                      <a:pt x="359" y="990"/>
                    </a:cubicBezTo>
                    <a:cubicBezTo>
                      <a:pt x="320" y="990"/>
                      <a:pt x="282" y="990"/>
                      <a:pt x="242" y="990"/>
                    </a:cubicBezTo>
                    <a:cubicBezTo>
                      <a:pt x="242" y="913"/>
                      <a:pt x="242" y="836"/>
                      <a:pt x="242" y="757"/>
                    </a:cubicBezTo>
                    <a:cubicBezTo>
                      <a:pt x="204" y="757"/>
                      <a:pt x="165" y="757"/>
                      <a:pt x="126" y="757"/>
                    </a:cubicBezTo>
                    <a:cubicBezTo>
                      <a:pt x="15" y="640"/>
                      <a:pt x="0" y="488"/>
                      <a:pt x="2" y="335"/>
                    </a:cubicBezTo>
                    <a:cubicBezTo>
                      <a:pt x="4" y="281"/>
                      <a:pt x="6" y="228"/>
                      <a:pt x="9" y="175"/>
                    </a:cubicBezTo>
                    <a:cubicBezTo>
                      <a:pt x="48" y="175"/>
                      <a:pt x="86" y="175"/>
                      <a:pt x="126" y="175"/>
                    </a:cubicBezTo>
                    <a:cubicBezTo>
                      <a:pt x="145" y="117"/>
                      <a:pt x="164" y="59"/>
                      <a:pt x="18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56" name="ICON_TOOL_MODELS_path_048"/>
              <p:cNvSpPr/>
              <p:nvPr/>
            </p:nvSpPr>
            <p:spPr>
              <a:xfrm>
                <a:off x="5157463" y="5273567"/>
                <a:ext cx="11834" cy="19452"/>
              </a:xfrm>
              <a:custGeom>
                <a:avLst/>
                <a:gdLst/>
                <a:ahLst/>
                <a:cxnLst/>
                <a:rect l="0" t="0" r="r" b="b"/>
                <a:pathLst>
                  <a:path w="932" h="1532" fill="norm" stroke="0">
                    <a:moveTo>
                      <a:pt x="349" y="0"/>
                    </a:moveTo>
                    <a:cubicBezTo>
                      <a:pt x="349" y="96"/>
                      <a:pt x="349" y="192"/>
                      <a:pt x="349" y="291"/>
                    </a:cubicBezTo>
                    <a:cubicBezTo>
                      <a:pt x="388" y="291"/>
                      <a:pt x="426" y="291"/>
                      <a:pt x="466" y="291"/>
                    </a:cubicBezTo>
                    <a:cubicBezTo>
                      <a:pt x="466" y="330"/>
                      <a:pt x="466" y="368"/>
                      <a:pt x="466" y="408"/>
                    </a:cubicBezTo>
                    <a:cubicBezTo>
                      <a:pt x="504" y="408"/>
                      <a:pt x="543" y="408"/>
                      <a:pt x="582" y="408"/>
                    </a:cubicBezTo>
                    <a:cubicBezTo>
                      <a:pt x="582" y="446"/>
                      <a:pt x="582" y="485"/>
                      <a:pt x="582" y="524"/>
                    </a:cubicBezTo>
                    <a:cubicBezTo>
                      <a:pt x="621" y="524"/>
                      <a:pt x="659" y="524"/>
                      <a:pt x="699" y="524"/>
                    </a:cubicBezTo>
                    <a:cubicBezTo>
                      <a:pt x="699" y="563"/>
                      <a:pt x="699" y="601"/>
                      <a:pt x="699" y="641"/>
                    </a:cubicBezTo>
                    <a:cubicBezTo>
                      <a:pt x="737" y="641"/>
                      <a:pt x="776" y="641"/>
                      <a:pt x="815" y="641"/>
                    </a:cubicBezTo>
                    <a:cubicBezTo>
                      <a:pt x="815" y="717"/>
                      <a:pt x="815" y="794"/>
                      <a:pt x="815" y="874"/>
                    </a:cubicBezTo>
                    <a:cubicBezTo>
                      <a:pt x="854" y="874"/>
                      <a:pt x="892" y="874"/>
                      <a:pt x="932" y="874"/>
                    </a:cubicBezTo>
                    <a:cubicBezTo>
                      <a:pt x="932" y="1066"/>
                      <a:pt x="932" y="1258"/>
                      <a:pt x="932" y="1456"/>
                    </a:cubicBezTo>
                    <a:cubicBezTo>
                      <a:pt x="879" y="1469"/>
                      <a:pt x="826" y="1482"/>
                      <a:pt x="772" y="1496"/>
                    </a:cubicBezTo>
                    <a:cubicBezTo>
                      <a:pt x="756" y="1501"/>
                      <a:pt x="739" y="1505"/>
                      <a:pt x="723" y="1510"/>
                    </a:cubicBezTo>
                    <a:cubicBezTo>
                      <a:pt x="618" y="1532"/>
                      <a:pt x="547" y="1507"/>
                      <a:pt x="455" y="1454"/>
                    </a:cubicBezTo>
                    <a:cubicBezTo>
                      <a:pt x="379" y="1392"/>
                      <a:pt x="344" y="1344"/>
                      <a:pt x="331" y="1249"/>
                    </a:cubicBezTo>
                    <a:cubicBezTo>
                      <a:pt x="324" y="1139"/>
                      <a:pt x="329" y="1030"/>
                      <a:pt x="335" y="921"/>
                    </a:cubicBezTo>
                    <a:cubicBezTo>
                      <a:pt x="336" y="882"/>
                      <a:pt x="337" y="844"/>
                      <a:pt x="338" y="805"/>
                    </a:cubicBezTo>
                    <a:cubicBezTo>
                      <a:pt x="341" y="712"/>
                      <a:pt x="345" y="618"/>
                      <a:pt x="349" y="524"/>
                    </a:cubicBezTo>
                    <a:cubicBezTo>
                      <a:pt x="311" y="524"/>
                      <a:pt x="273" y="524"/>
                      <a:pt x="233" y="524"/>
                    </a:cubicBezTo>
                    <a:cubicBezTo>
                      <a:pt x="233" y="486"/>
                      <a:pt x="233" y="447"/>
                      <a:pt x="233" y="408"/>
                    </a:cubicBezTo>
                    <a:cubicBezTo>
                      <a:pt x="195" y="408"/>
                      <a:pt x="156" y="408"/>
                      <a:pt x="116" y="408"/>
                    </a:cubicBezTo>
                    <a:cubicBezTo>
                      <a:pt x="116" y="369"/>
                      <a:pt x="116" y="331"/>
                      <a:pt x="116" y="291"/>
                    </a:cubicBezTo>
                    <a:cubicBezTo>
                      <a:pt x="78" y="291"/>
                      <a:pt x="40" y="291"/>
                      <a:pt x="0" y="291"/>
                    </a:cubicBezTo>
                    <a:cubicBezTo>
                      <a:pt x="0" y="253"/>
                      <a:pt x="0" y="214"/>
                      <a:pt x="0" y="175"/>
                    </a:cubicBezTo>
                    <a:cubicBezTo>
                      <a:pt x="38" y="175"/>
                      <a:pt x="77" y="175"/>
                      <a:pt x="116" y="175"/>
                    </a:cubicBezTo>
                    <a:cubicBezTo>
                      <a:pt x="116" y="136"/>
                      <a:pt x="116" y="98"/>
                      <a:pt x="116" y="58"/>
                    </a:cubicBezTo>
                    <a:cubicBezTo>
                      <a:pt x="144" y="48"/>
                      <a:pt x="172" y="39"/>
                      <a:pt x="200" y="29"/>
                    </a:cubicBezTo>
                    <a:cubicBezTo>
                      <a:pt x="216" y="24"/>
                      <a:pt x="231" y="18"/>
                      <a:pt x="247" y="13"/>
                    </a:cubicBezTo>
                    <a:cubicBezTo>
                      <a:pt x="291" y="0"/>
                      <a:pt x="291" y="0"/>
                      <a:pt x="34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57" name="ICON_TOOL_MODELS_path_049"/>
              <p:cNvSpPr/>
              <p:nvPr/>
            </p:nvSpPr>
            <p:spPr>
              <a:xfrm>
                <a:off x="5198882" y="5345311"/>
                <a:ext cx="28106" cy="8876"/>
              </a:xfrm>
              <a:custGeom>
                <a:avLst/>
                <a:gdLst/>
                <a:ahLst/>
                <a:cxnLst/>
                <a:rect l="0" t="0" r="r" b="b"/>
                <a:pathLst>
                  <a:path w="2213" h="699" fill="norm" stroke="0">
                    <a:moveTo>
                      <a:pt x="0" y="0"/>
                    </a:moveTo>
                    <a:cubicBezTo>
                      <a:pt x="115" y="0"/>
                      <a:pt x="231" y="0"/>
                      <a:pt x="349" y="0"/>
                    </a:cubicBezTo>
                    <a:cubicBezTo>
                      <a:pt x="349" y="38"/>
                      <a:pt x="349" y="77"/>
                      <a:pt x="349" y="116"/>
                    </a:cubicBezTo>
                    <a:cubicBezTo>
                      <a:pt x="426" y="116"/>
                      <a:pt x="503" y="116"/>
                      <a:pt x="582" y="116"/>
                    </a:cubicBezTo>
                    <a:cubicBezTo>
                      <a:pt x="582" y="155"/>
                      <a:pt x="582" y="193"/>
                      <a:pt x="582" y="233"/>
                    </a:cubicBezTo>
                    <a:cubicBezTo>
                      <a:pt x="736" y="233"/>
                      <a:pt x="890" y="233"/>
                      <a:pt x="1048" y="233"/>
                    </a:cubicBezTo>
                    <a:cubicBezTo>
                      <a:pt x="1048" y="271"/>
                      <a:pt x="1048" y="310"/>
                      <a:pt x="1048" y="349"/>
                    </a:cubicBezTo>
                    <a:cubicBezTo>
                      <a:pt x="1394" y="349"/>
                      <a:pt x="1740" y="349"/>
                      <a:pt x="2097" y="349"/>
                    </a:cubicBezTo>
                    <a:cubicBezTo>
                      <a:pt x="2097" y="388"/>
                      <a:pt x="2097" y="426"/>
                      <a:pt x="2097" y="466"/>
                    </a:cubicBezTo>
                    <a:cubicBezTo>
                      <a:pt x="2135" y="466"/>
                      <a:pt x="2173" y="466"/>
                      <a:pt x="2213" y="466"/>
                    </a:cubicBezTo>
                    <a:cubicBezTo>
                      <a:pt x="2213" y="504"/>
                      <a:pt x="2213" y="543"/>
                      <a:pt x="2213" y="582"/>
                    </a:cubicBezTo>
                    <a:cubicBezTo>
                      <a:pt x="2021" y="582"/>
                      <a:pt x="1829" y="582"/>
                      <a:pt x="1631" y="582"/>
                    </a:cubicBezTo>
                    <a:cubicBezTo>
                      <a:pt x="1631" y="621"/>
                      <a:pt x="1631" y="659"/>
                      <a:pt x="1631" y="699"/>
                    </a:cubicBezTo>
                    <a:cubicBezTo>
                      <a:pt x="1438" y="699"/>
                      <a:pt x="1246" y="699"/>
                      <a:pt x="1048" y="699"/>
                    </a:cubicBezTo>
                    <a:cubicBezTo>
                      <a:pt x="1048" y="660"/>
                      <a:pt x="1048" y="622"/>
                      <a:pt x="1048" y="582"/>
                    </a:cubicBezTo>
                    <a:cubicBezTo>
                      <a:pt x="933" y="582"/>
                      <a:pt x="818" y="582"/>
                      <a:pt x="699" y="582"/>
                    </a:cubicBezTo>
                    <a:cubicBezTo>
                      <a:pt x="699" y="544"/>
                      <a:pt x="699" y="506"/>
                      <a:pt x="699" y="466"/>
                    </a:cubicBezTo>
                    <a:cubicBezTo>
                      <a:pt x="584" y="466"/>
                      <a:pt x="468" y="466"/>
                      <a:pt x="349" y="466"/>
                    </a:cubicBezTo>
                    <a:cubicBezTo>
                      <a:pt x="349" y="427"/>
                      <a:pt x="349" y="389"/>
                      <a:pt x="349" y="349"/>
                    </a:cubicBezTo>
                    <a:cubicBezTo>
                      <a:pt x="311" y="349"/>
                      <a:pt x="273" y="349"/>
                      <a:pt x="233" y="349"/>
                    </a:cubicBezTo>
                    <a:cubicBezTo>
                      <a:pt x="233" y="273"/>
                      <a:pt x="233" y="196"/>
                      <a:pt x="233" y="116"/>
                    </a:cubicBezTo>
                    <a:cubicBezTo>
                      <a:pt x="156" y="116"/>
                      <a:pt x="79" y="116"/>
                      <a:pt x="0" y="116"/>
                    </a:cubicBezTo>
                    <a:cubicBezTo>
                      <a:pt x="0" y="78"/>
                      <a:pt x="0" y="4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58" name="ICON_TOOL_MODELS_path_050"/>
              <p:cNvSpPr/>
              <p:nvPr/>
            </p:nvSpPr>
            <p:spPr>
              <a:xfrm>
                <a:off x="5326099" y="5167060"/>
                <a:ext cx="10355" cy="23668"/>
              </a:xfrm>
              <a:custGeom>
                <a:avLst/>
                <a:gdLst/>
                <a:ahLst/>
                <a:cxnLst/>
                <a:rect l="0" t="0" r="r" b="b"/>
                <a:pathLst>
                  <a:path w="815" h="1864" fill="norm" stroke="0">
                    <a:moveTo>
                      <a:pt x="349" y="0"/>
                    </a:moveTo>
                    <a:cubicBezTo>
                      <a:pt x="408" y="15"/>
                      <a:pt x="408" y="15"/>
                      <a:pt x="466" y="58"/>
                    </a:cubicBezTo>
                    <a:cubicBezTo>
                      <a:pt x="477" y="137"/>
                      <a:pt x="472" y="213"/>
                      <a:pt x="466" y="291"/>
                    </a:cubicBezTo>
                    <a:cubicBezTo>
                      <a:pt x="504" y="291"/>
                      <a:pt x="543" y="291"/>
                      <a:pt x="582" y="291"/>
                    </a:cubicBezTo>
                    <a:cubicBezTo>
                      <a:pt x="582" y="368"/>
                      <a:pt x="582" y="445"/>
                      <a:pt x="582" y="524"/>
                    </a:cubicBezTo>
                    <a:cubicBezTo>
                      <a:pt x="621" y="524"/>
                      <a:pt x="659" y="524"/>
                      <a:pt x="699" y="524"/>
                    </a:cubicBezTo>
                    <a:cubicBezTo>
                      <a:pt x="699" y="563"/>
                      <a:pt x="699" y="601"/>
                      <a:pt x="699" y="641"/>
                    </a:cubicBezTo>
                    <a:cubicBezTo>
                      <a:pt x="737" y="641"/>
                      <a:pt x="776" y="641"/>
                      <a:pt x="815" y="641"/>
                    </a:cubicBezTo>
                    <a:cubicBezTo>
                      <a:pt x="815" y="717"/>
                      <a:pt x="815" y="794"/>
                      <a:pt x="815" y="874"/>
                    </a:cubicBezTo>
                    <a:cubicBezTo>
                      <a:pt x="777" y="874"/>
                      <a:pt x="738" y="874"/>
                      <a:pt x="699" y="874"/>
                    </a:cubicBezTo>
                    <a:cubicBezTo>
                      <a:pt x="699" y="912"/>
                      <a:pt x="699" y="950"/>
                      <a:pt x="699" y="990"/>
                    </a:cubicBezTo>
                    <a:cubicBezTo>
                      <a:pt x="660" y="990"/>
                      <a:pt x="622" y="990"/>
                      <a:pt x="582" y="990"/>
                    </a:cubicBezTo>
                    <a:cubicBezTo>
                      <a:pt x="582" y="1067"/>
                      <a:pt x="582" y="1144"/>
                      <a:pt x="582" y="1223"/>
                    </a:cubicBezTo>
                    <a:cubicBezTo>
                      <a:pt x="544" y="1223"/>
                      <a:pt x="506" y="1223"/>
                      <a:pt x="466" y="1223"/>
                    </a:cubicBezTo>
                    <a:cubicBezTo>
                      <a:pt x="463" y="1240"/>
                      <a:pt x="460" y="1257"/>
                      <a:pt x="457" y="1274"/>
                    </a:cubicBezTo>
                    <a:cubicBezTo>
                      <a:pt x="420" y="1478"/>
                      <a:pt x="360" y="1669"/>
                      <a:pt x="291" y="1864"/>
                    </a:cubicBezTo>
                    <a:cubicBezTo>
                      <a:pt x="236" y="1687"/>
                      <a:pt x="226" y="1524"/>
                      <a:pt x="233" y="1339"/>
                    </a:cubicBezTo>
                    <a:cubicBezTo>
                      <a:pt x="195" y="1339"/>
                      <a:pt x="156" y="1339"/>
                      <a:pt x="116" y="1339"/>
                    </a:cubicBezTo>
                    <a:cubicBezTo>
                      <a:pt x="116" y="1301"/>
                      <a:pt x="116" y="1263"/>
                      <a:pt x="116" y="1223"/>
                    </a:cubicBezTo>
                    <a:cubicBezTo>
                      <a:pt x="78" y="1223"/>
                      <a:pt x="40" y="1223"/>
                      <a:pt x="0" y="1223"/>
                    </a:cubicBezTo>
                    <a:cubicBezTo>
                      <a:pt x="0" y="1185"/>
                      <a:pt x="0" y="1146"/>
                      <a:pt x="0" y="1107"/>
                    </a:cubicBezTo>
                    <a:cubicBezTo>
                      <a:pt x="38" y="1107"/>
                      <a:pt x="77" y="1107"/>
                      <a:pt x="116" y="1107"/>
                    </a:cubicBezTo>
                    <a:cubicBezTo>
                      <a:pt x="116" y="1068"/>
                      <a:pt x="116" y="1030"/>
                      <a:pt x="116" y="990"/>
                    </a:cubicBezTo>
                    <a:cubicBezTo>
                      <a:pt x="155" y="990"/>
                      <a:pt x="193" y="990"/>
                      <a:pt x="233" y="990"/>
                    </a:cubicBezTo>
                    <a:cubicBezTo>
                      <a:pt x="233" y="836"/>
                      <a:pt x="233" y="683"/>
                      <a:pt x="233" y="524"/>
                    </a:cubicBezTo>
                    <a:cubicBezTo>
                      <a:pt x="195" y="524"/>
                      <a:pt x="156" y="524"/>
                      <a:pt x="116" y="524"/>
                    </a:cubicBezTo>
                    <a:cubicBezTo>
                      <a:pt x="116" y="447"/>
                      <a:pt x="116" y="370"/>
                      <a:pt x="116" y="291"/>
                    </a:cubicBezTo>
                    <a:cubicBezTo>
                      <a:pt x="155" y="291"/>
                      <a:pt x="193" y="291"/>
                      <a:pt x="233" y="291"/>
                    </a:cubicBezTo>
                    <a:cubicBezTo>
                      <a:pt x="232" y="282"/>
                      <a:pt x="232" y="282"/>
                      <a:pt x="226" y="237"/>
                    </a:cubicBezTo>
                    <a:cubicBezTo>
                      <a:pt x="228" y="216"/>
                      <a:pt x="230" y="196"/>
                      <a:pt x="233" y="175"/>
                    </a:cubicBezTo>
                    <a:cubicBezTo>
                      <a:pt x="272" y="155"/>
                      <a:pt x="311" y="136"/>
                      <a:pt x="349" y="116"/>
                    </a:cubicBezTo>
                    <a:cubicBezTo>
                      <a:pt x="357" y="55"/>
                      <a:pt x="357" y="55"/>
                      <a:pt x="34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59" name="ICON_TOOL_MODELS_path_051"/>
              <p:cNvSpPr/>
              <p:nvPr/>
            </p:nvSpPr>
            <p:spPr>
              <a:xfrm>
                <a:off x="5400062" y="5189988"/>
                <a:ext cx="10355" cy="20710"/>
              </a:xfrm>
              <a:custGeom>
                <a:avLst/>
                <a:gdLst/>
                <a:ahLst/>
                <a:cxnLst/>
                <a:rect l="0" t="0" r="r" b="b"/>
                <a:pathLst>
                  <a:path w="815" h="1631" fill="norm" stroke="0">
                    <a:moveTo>
                      <a:pt x="233" y="0"/>
                    </a:moveTo>
                    <a:cubicBezTo>
                      <a:pt x="271" y="0"/>
                      <a:pt x="310" y="0"/>
                      <a:pt x="349" y="0"/>
                    </a:cubicBezTo>
                    <a:cubicBezTo>
                      <a:pt x="349" y="38"/>
                      <a:pt x="349" y="77"/>
                      <a:pt x="349" y="116"/>
                    </a:cubicBezTo>
                    <a:cubicBezTo>
                      <a:pt x="388" y="116"/>
                      <a:pt x="426" y="116"/>
                      <a:pt x="466" y="116"/>
                    </a:cubicBezTo>
                    <a:cubicBezTo>
                      <a:pt x="466" y="309"/>
                      <a:pt x="466" y="501"/>
                      <a:pt x="466" y="699"/>
                    </a:cubicBezTo>
                    <a:cubicBezTo>
                      <a:pt x="504" y="699"/>
                      <a:pt x="543" y="699"/>
                      <a:pt x="582" y="699"/>
                    </a:cubicBezTo>
                    <a:cubicBezTo>
                      <a:pt x="582" y="737"/>
                      <a:pt x="582" y="776"/>
                      <a:pt x="582" y="815"/>
                    </a:cubicBezTo>
                    <a:cubicBezTo>
                      <a:pt x="621" y="815"/>
                      <a:pt x="659" y="815"/>
                      <a:pt x="699" y="815"/>
                    </a:cubicBezTo>
                    <a:cubicBezTo>
                      <a:pt x="699" y="854"/>
                      <a:pt x="699" y="892"/>
                      <a:pt x="699" y="932"/>
                    </a:cubicBezTo>
                    <a:cubicBezTo>
                      <a:pt x="737" y="932"/>
                      <a:pt x="776" y="932"/>
                      <a:pt x="815" y="932"/>
                    </a:cubicBezTo>
                    <a:cubicBezTo>
                      <a:pt x="815" y="970"/>
                      <a:pt x="815" y="1009"/>
                      <a:pt x="815" y="1048"/>
                    </a:cubicBezTo>
                    <a:cubicBezTo>
                      <a:pt x="777" y="1048"/>
                      <a:pt x="738" y="1048"/>
                      <a:pt x="699" y="1048"/>
                    </a:cubicBezTo>
                    <a:cubicBezTo>
                      <a:pt x="699" y="1125"/>
                      <a:pt x="699" y="1202"/>
                      <a:pt x="699" y="1281"/>
                    </a:cubicBezTo>
                    <a:cubicBezTo>
                      <a:pt x="737" y="1281"/>
                      <a:pt x="776" y="1281"/>
                      <a:pt x="815" y="1281"/>
                    </a:cubicBezTo>
                    <a:cubicBezTo>
                      <a:pt x="815" y="1397"/>
                      <a:pt x="815" y="1512"/>
                      <a:pt x="815" y="1631"/>
                    </a:cubicBezTo>
                    <a:cubicBezTo>
                      <a:pt x="738" y="1631"/>
                      <a:pt x="662" y="1631"/>
                      <a:pt x="582" y="1631"/>
                    </a:cubicBezTo>
                    <a:cubicBezTo>
                      <a:pt x="582" y="1477"/>
                      <a:pt x="582" y="1323"/>
                      <a:pt x="582" y="1165"/>
                    </a:cubicBezTo>
                    <a:cubicBezTo>
                      <a:pt x="506" y="1165"/>
                      <a:pt x="429" y="1165"/>
                      <a:pt x="349" y="1165"/>
                    </a:cubicBezTo>
                    <a:cubicBezTo>
                      <a:pt x="349" y="1203"/>
                      <a:pt x="349" y="1242"/>
                      <a:pt x="349" y="1281"/>
                    </a:cubicBezTo>
                    <a:cubicBezTo>
                      <a:pt x="311" y="1281"/>
                      <a:pt x="273" y="1281"/>
                      <a:pt x="233" y="1281"/>
                    </a:cubicBezTo>
                    <a:cubicBezTo>
                      <a:pt x="229" y="1255"/>
                      <a:pt x="226" y="1229"/>
                      <a:pt x="222" y="1202"/>
                    </a:cubicBezTo>
                    <a:cubicBezTo>
                      <a:pt x="194" y="994"/>
                      <a:pt x="161" y="788"/>
                      <a:pt x="116" y="582"/>
                    </a:cubicBezTo>
                    <a:cubicBezTo>
                      <a:pt x="78" y="582"/>
                      <a:pt x="40" y="582"/>
                      <a:pt x="0" y="582"/>
                    </a:cubicBezTo>
                    <a:cubicBezTo>
                      <a:pt x="0" y="429"/>
                      <a:pt x="0" y="275"/>
                      <a:pt x="0" y="116"/>
                    </a:cubicBezTo>
                    <a:cubicBezTo>
                      <a:pt x="77" y="116"/>
                      <a:pt x="154" y="116"/>
                      <a:pt x="233" y="116"/>
                    </a:cubicBezTo>
                    <a:cubicBezTo>
                      <a:pt x="233" y="78"/>
                      <a:pt x="233" y="40"/>
                      <a:pt x="2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60" name="ICON_TOOL_MODELS_path_052"/>
              <p:cNvSpPr/>
              <p:nvPr/>
            </p:nvSpPr>
            <p:spPr>
              <a:xfrm>
                <a:off x="5090896" y="5221053"/>
                <a:ext cx="10355" cy="19230"/>
              </a:xfrm>
              <a:custGeom>
                <a:avLst/>
                <a:gdLst/>
                <a:ahLst/>
                <a:cxnLst/>
                <a:rect l="0" t="0" r="r" b="b"/>
                <a:pathLst>
                  <a:path w="815" h="1514" fill="norm" stroke="0">
                    <a:moveTo>
                      <a:pt x="349" y="0"/>
                    </a:moveTo>
                    <a:cubicBezTo>
                      <a:pt x="388" y="0"/>
                      <a:pt x="426" y="0"/>
                      <a:pt x="466" y="0"/>
                    </a:cubicBezTo>
                    <a:cubicBezTo>
                      <a:pt x="467" y="16"/>
                      <a:pt x="469" y="31"/>
                      <a:pt x="470" y="47"/>
                    </a:cubicBezTo>
                    <a:cubicBezTo>
                      <a:pt x="477" y="118"/>
                      <a:pt x="484" y="188"/>
                      <a:pt x="491" y="258"/>
                    </a:cubicBezTo>
                    <a:cubicBezTo>
                      <a:pt x="494" y="283"/>
                      <a:pt x="496" y="307"/>
                      <a:pt x="498" y="333"/>
                    </a:cubicBezTo>
                    <a:cubicBezTo>
                      <a:pt x="500" y="344"/>
                      <a:pt x="500" y="344"/>
                      <a:pt x="506" y="404"/>
                    </a:cubicBezTo>
                    <a:cubicBezTo>
                      <a:pt x="508" y="425"/>
                      <a:pt x="510" y="447"/>
                      <a:pt x="512" y="469"/>
                    </a:cubicBezTo>
                    <a:cubicBezTo>
                      <a:pt x="524" y="524"/>
                      <a:pt x="524" y="524"/>
                      <a:pt x="582" y="582"/>
                    </a:cubicBezTo>
                    <a:cubicBezTo>
                      <a:pt x="587" y="643"/>
                      <a:pt x="588" y="700"/>
                      <a:pt x="586" y="761"/>
                    </a:cubicBezTo>
                    <a:cubicBezTo>
                      <a:pt x="586" y="777"/>
                      <a:pt x="585" y="794"/>
                      <a:pt x="585" y="810"/>
                    </a:cubicBezTo>
                    <a:cubicBezTo>
                      <a:pt x="585" y="851"/>
                      <a:pt x="583" y="891"/>
                      <a:pt x="582" y="932"/>
                    </a:cubicBezTo>
                    <a:cubicBezTo>
                      <a:pt x="621" y="932"/>
                      <a:pt x="659" y="932"/>
                      <a:pt x="699" y="932"/>
                    </a:cubicBezTo>
                    <a:cubicBezTo>
                      <a:pt x="699" y="1009"/>
                      <a:pt x="699" y="1086"/>
                      <a:pt x="699" y="1165"/>
                    </a:cubicBezTo>
                    <a:cubicBezTo>
                      <a:pt x="737" y="1165"/>
                      <a:pt x="776" y="1165"/>
                      <a:pt x="815" y="1165"/>
                    </a:cubicBezTo>
                    <a:cubicBezTo>
                      <a:pt x="815" y="1280"/>
                      <a:pt x="815" y="1395"/>
                      <a:pt x="815" y="1514"/>
                    </a:cubicBezTo>
                    <a:cubicBezTo>
                      <a:pt x="700" y="1514"/>
                      <a:pt x="585" y="1514"/>
                      <a:pt x="466" y="1514"/>
                    </a:cubicBezTo>
                    <a:cubicBezTo>
                      <a:pt x="466" y="1476"/>
                      <a:pt x="466" y="1437"/>
                      <a:pt x="466" y="1398"/>
                    </a:cubicBezTo>
                    <a:cubicBezTo>
                      <a:pt x="427" y="1398"/>
                      <a:pt x="389" y="1398"/>
                      <a:pt x="349" y="1398"/>
                    </a:cubicBezTo>
                    <a:cubicBezTo>
                      <a:pt x="349" y="1282"/>
                      <a:pt x="349" y="1167"/>
                      <a:pt x="349" y="1048"/>
                    </a:cubicBezTo>
                    <a:cubicBezTo>
                      <a:pt x="311" y="1048"/>
                      <a:pt x="273" y="1048"/>
                      <a:pt x="233" y="1048"/>
                    </a:cubicBezTo>
                    <a:cubicBezTo>
                      <a:pt x="233" y="1010"/>
                      <a:pt x="233" y="971"/>
                      <a:pt x="233" y="932"/>
                    </a:cubicBezTo>
                    <a:cubicBezTo>
                      <a:pt x="195" y="932"/>
                      <a:pt x="156" y="932"/>
                      <a:pt x="116" y="932"/>
                    </a:cubicBezTo>
                    <a:cubicBezTo>
                      <a:pt x="116" y="893"/>
                      <a:pt x="116" y="855"/>
                      <a:pt x="116" y="815"/>
                    </a:cubicBezTo>
                    <a:cubicBezTo>
                      <a:pt x="78" y="815"/>
                      <a:pt x="40" y="815"/>
                      <a:pt x="0" y="815"/>
                    </a:cubicBezTo>
                    <a:cubicBezTo>
                      <a:pt x="0" y="662"/>
                      <a:pt x="0" y="508"/>
                      <a:pt x="0" y="349"/>
                    </a:cubicBezTo>
                    <a:cubicBezTo>
                      <a:pt x="77" y="349"/>
                      <a:pt x="154" y="349"/>
                      <a:pt x="233" y="349"/>
                    </a:cubicBezTo>
                    <a:cubicBezTo>
                      <a:pt x="233" y="311"/>
                      <a:pt x="233" y="273"/>
                      <a:pt x="233" y="233"/>
                    </a:cubicBezTo>
                    <a:cubicBezTo>
                      <a:pt x="271" y="233"/>
                      <a:pt x="310" y="233"/>
                      <a:pt x="349" y="233"/>
                    </a:cubicBezTo>
                    <a:cubicBezTo>
                      <a:pt x="349" y="156"/>
                      <a:pt x="349" y="79"/>
                      <a:pt x="34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61" name="ICON_TOOL_MODELS_path_053"/>
              <p:cNvSpPr/>
              <p:nvPr/>
            </p:nvSpPr>
            <p:spPr>
              <a:xfrm>
                <a:off x="5108647" y="5262472"/>
                <a:ext cx="7396" cy="17751"/>
              </a:xfrm>
              <a:custGeom>
                <a:avLst/>
                <a:gdLst/>
                <a:ahLst/>
                <a:cxnLst/>
                <a:rect l="0" t="0" r="r" b="b"/>
                <a:pathLst>
                  <a:path w="582" h="1398" fill="norm" stroke="0">
                    <a:moveTo>
                      <a:pt x="116" y="0"/>
                    </a:moveTo>
                    <a:cubicBezTo>
                      <a:pt x="155" y="0"/>
                      <a:pt x="193" y="0"/>
                      <a:pt x="233" y="0"/>
                    </a:cubicBezTo>
                    <a:cubicBezTo>
                      <a:pt x="233" y="38"/>
                      <a:pt x="233" y="77"/>
                      <a:pt x="233" y="116"/>
                    </a:cubicBezTo>
                    <a:cubicBezTo>
                      <a:pt x="271" y="116"/>
                      <a:pt x="310" y="116"/>
                      <a:pt x="349" y="116"/>
                    </a:cubicBezTo>
                    <a:cubicBezTo>
                      <a:pt x="349" y="78"/>
                      <a:pt x="349" y="40"/>
                      <a:pt x="349" y="0"/>
                    </a:cubicBezTo>
                    <a:cubicBezTo>
                      <a:pt x="426" y="0"/>
                      <a:pt x="503" y="0"/>
                      <a:pt x="582" y="0"/>
                    </a:cubicBezTo>
                    <a:cubicBezTo>
                      <a:pt x="582" y="192"/>
                      <a:pt x="582" y="384"/>
                      <a:pt x="582" y="582"/>
                    </a:cubicBezTo>
                    <a:cubicBezTo>
                      <a:pt x="544" y="582"/>
                      <a:pt x="506" y="582"/>
                      <a:pt x="466" y="582"/>
                    </a:cubicBezTo>
                    <a:cubicBezTo>
                      <a:pt x="466" y="698"/>
                      <a:pt x="466" y="813"/>
                      <a:pt x="466" y="932"/>
                    </a:cubicBezTo>
                    <a:cubicBezTo>
                      <a:pt x="427" y="932"/>
                      <a:pt x="389" y="932"/>
                      <a:pt x="349" y="932"/>
                    </a:cubicBezTo>
                    <a:cubicBezTo>
                      <a:pt x="349" y="970"/>
                      <a:pt x="349" y="1009"/>
                      <a:pt x="349" y="1048"/>
                    </a:cubicBezTo>
                    <a:cubicBezTo>
                      <a:pt x="311" y="1048"/>
                      <a:pt x="273" y="1048"/>
                      <a:pt x="233" y="1048"/>
                    </a:cubicBezTo>
                    <a:cubicBezTo>
                      <a:pt x="233" y="1164"/>
                      <a:pt x="233" y="1279"/>
                      <a:pt x="233" y="1398"/>
                    </a:cubicBezTo>
                    <a:cubicBezTo>
                      <a:pt x="156" y="1398"/>
                      <a:pt x="79" y="1398"/>
                      <a:pt x="0" y="1398"/>
                    </a:cubicBezTo>
                    <a:cubicBezTo>
                      <a:pt x="0" y="975"/>
                      <a:pt x="0" y="552"/>
                      <a:pt x="0" y="116"/>
                    </a:cubicBezTo>
                    <a:cubicBezTo>
                      <a:pt x="38" y="116"/>
                      <a:pt x="77" y="116"/>
                      <a:pt x="116" y="116"/>
                    </a:cubicBezTo>
                    <a:cubicBezTo>
                      <a:pt x="116" y="78"/>
                      <a:pt x="116" y="40"/>
                      <a:pt x="11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62" name="ICON_TOOL_MODELS_path_054"/>
              <p:cNvSpPr/>
              <p:nvPr/>
            </p:nvSpPr>
            <p:spPr>
              <a:xfrm>
                <a:off x="5237343" y="5189249"/>
                <a:ext cx="7396" cy="56952"/>
              </a:xfrm>
              <a:custGeom>
                <a:avLst/>
                <a:gdLst/>
                <a:ahLst/>
                <a:cxnLst/>
                <a:rect l="0" t="0" r="r" b="b"/>
                <a:pathLst>
                  <a:path w="582" h="4484" fill="norm" stroke="0">
                    <a:moveTo>
                      <a:pt x="524" y="0"/>
                    </a:moveTo>
                    <a:cubicBezTo>
                      <a:pt x="543" y="0"/>
                      <a:pt x="563" y="0"/>
                      <a:pt x="582" y="0"/>
                    </a:cubicBezTo>
                    <a:cubicBezTo>
                      <a:pt x="582" y="1480"/>
                      <a:pt x="582" y="2960"/>
                      <a:pt x="582" y="4484"/>
                    </a:cubicBezTo>
                    <a:cubicBezTo>
                      <a:pt x="563" y="4484"/>
                      <a:pt x="544" y="4484"/>
                      <a:pt x="524" y="4484"/>
                    </a:cubicBezTo>
                    <a:cubicBezTo>
                      <a:pt x="524" y="3985"/>
                      <a:pt x="524" y="3485"/>
                      <a:pt x="524" y="2970"/>
                    </a:cubicBezTo>
                    <a:cubicBezTo>
                      <a:pt x="428" y="2970"/>
                      <a:pt x="332" y="2970"/>
                      <a:pt x="233" y="2970"/>
                    </a:cubicBezTo>
                    <a:cubicBezTo>
                      <a:pt x="233" y="2893"/>
                      <a:pt x="233" y="2816"/>
                      <a:pt x="233" y="2737"/>
                    </a:cubicBezTo>
                    <a:cubicBezTo>
                      <a:pt x="329" y="2737"/>
                      <a:pt x="425" y="2737"/>
                      <a:pt x="524" y="2737"/>
                    </a:cubicBezTo>
                    <a:cubicBezTo>
                      <a:pt x="524" y="2161"/>
                      <a:pt x="524" y="1584"/>
                      <a:pt x="524" y="990"/>
                    </a:cubicBezTo>
                    <a:cubicBezTo>
                      <a:pt x="466" y="990"/>
                      <a:pt x="409" y="990"/>
                      <a:pt x="349" y="990"/>
                    </a:cubicBezTo>
                    <a:cubicBezTo>
                      <a:pt x="349" y="952"/>
                      <a:pt x="349" y="913"/>
                      <a:pt x="349" y="874"/>
                    </a:cubicBezTo>
                    <a:cubicBezTo>
                      <a:pt x="273" y="874"/>
                      <a:pt x="196" y="874"/>
                      <a:pt x="116" y="874"/>
                    </a:cubicBezTo>
                    <a:cubicBezTo>
                      <a:pt x="116" y="758"/>
                      <a:pt x="116" y="643"/>
                      <a:pt x="116" y="524"/>
                    </a:cubicBezTo>
                    <a:cubicBezTo>
                      <a:pt x="78" y="524"/>
                      <a:pt x="40" y="524"/>
                      <a:pt x="0" y="524"/>
                    </a:cubicBezTo>
                    <a:cubicBezTo>
                      <a:pt x="0" y="447"/>
                      <a:pt x="0" y="370"/>
                      <a:pt x="0" y="291"/>
                    </a:cubicBezTo>
                    <a:cubicBezTo>
                      <a:pt x="115" y="291"/>
                      <a:pt x="231" y="291"/>
                      <a:pt x="349" y="291"/>
                    </a:cubicBezTo>
                    <a:cubicBezTo>
                      <a:pt x="349" y="330"/>
                      <a:pt x="349" y="368"/>
                      <a:pt x="349" y="408"/>
                    </a:cubicBezTo>
                    <a:cubicBezTo>
                      <a:pt x="407" y="408"/>
                      <a:pt x="465" y="408"/>
                      <a:pt x="524" y="408"/>
                    </a:cubicBezTo>
                    <a:cubicBezTo>
                      <a:pt x="524" y="273"/>
                      <a:pt x="524" y="139"/>
                      <a:pt x="52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63" name="ICON_TOOL_MODELS_path_055"/>
              <p:cNvSpPr/>
              <p:nvPr/>
            </p:nvSpPr>
            <p:spPr>
              <a:xfrm>
                <a:off x="5255611" y="5292058"/>
                <a:ext cx="6879" cy="27366"/>
              </a:xfrm>
              <a:custGeom>
                <a:avLst/>
                <a:gdLst/>
                <a:ahLst/>
                <a:cxnLst/>
                <a:rect l="0" t="0" r="r" b="b"/>
                <a:pathLst>
                  <a:path w="542" h="2155" fill="norm" stroke="0">
                    <a:moveTo>
                      <a:pt x="76" y="0"/>
                    </a:moveTo>
                    <a:cubicBezTo>
                      <a:pt x="191" y="38"/>
                      <a:pt x="306" y="77"/>
                      <a:pt x="425" y="116"/>
                    </a:cubicBezTo>
                    <a:cubicBezTo>
                      <a:pt x="425" y="155"/>
                      <a:pt x="425" y="193"/>
                      <a:pt x="425" y="233"/>
                    </a:cubicBezTo>
                    <a:cubicBezTo>
                      <a:pt x="464" y="233"/>
                      <a:pt x="502" y="233"/>
                      <a:pt x="542" y="233"/>
                    </a:cubicBezTo>
                    <a:cubicBezTo>
                      <a:pt x="542" y="310"/>
                      <a:pt x="542" y="387"/>
                      <a:pt x="542" y="466"/>
                    </a:cubicBezTo>
                    <a:cubicBezTo>
                      <a:pt x="503" y="466"/>
                      <a:pt x="465" y="466"/>
                      <a:pt x="425" y="466"/>
                    </a:cubicBezTo>
                    <a:cubicBezTo>
                      <a:pt x="425" y="504"/>
                      <a:pt x="425" y="543"/>
                      <a:pt x="425" y="582"/>
                    </a:cubicBezTo>
                    <a:cubicBezTo>
                      <a:pt x="387" y="582"/>
                      <a:pt x="348" y="582"/>
                      <a:pt x="309" y="582"/>
                    </a:cubicBezTo>
                    <a:cubicBezTo>
                      <a:pt x="309" y="890"/>
                      <a:pt x="309" y="1197"/>
                      <a:pt x="309" y="1514"/>
                    </a:cubicBezTo>
                    <a:cubicBezTo>
                      <a:pt x="347" y="1514"/>
                      <a:pt x="386" y="1514"/>
                      <a:pt x="425" y="1514"/>
                    </a:cubicBezTo>
                    <a:cubicBezTo>
                      <a:pt x="452" y="1819"/>
                      <a:pt x="452" y="1819"/>
                      <a:pt x="390" y="1922"/>
                    </a:cubicBezTo>
                    <a:cubicBezTo>
                      <a:pt x="346" y="1965"/>
                      <a:pt x="300" y="2001"/>
                      <a:pt x="250" y="2038"/>
                    </a:cubicBezTo>
                    <a:cubicBezTo>
                      <a:pt x="211" y="2076"/>
                      <a:pt x="172" y="2115"/>
                      <a:pt x="134" y="2155"/>
                    </a:cubicBezTo>
                    <a:cubicBezTo>
                      <a:pt x="130" y="2127"/>
                      <a:pt x="127" y="2100"/>
                      <a:pt x="123" y="2072"/>
                    </a:cubicBezTo>
                    <a:cubicBezTo>
                      <a:pt x="118" y="2035"/>
                      <a:pt x="113" y="1999"/>
                      <a:pt x="108" y="1962"/>
                    </a:cubicBezTo>
                    <a:cubicBezTo>
                      <a:pt x="106" y="1944"/>
                      <a:pt x="104" y="1926"/>
                      <a:pt x="102" y="1907"/>
                    </a:cubicBezTo>
                    <a:cubicBezTo>
                      <a:pt x="99" y="1890"/>
                      <a:pt x="97" y="1872"/>
                      <a:pt x="94" y="1853"/>
                    </a:cubicBezTo>
                    <a:cubicBezTo>
                      <a:pt x="92" y="1837"/>
                      <a:pt x="90" y="1821"/>
                      <a:pt x="88" y="1804"/>
                    </a:cubicBezTo>
                    <a:cubicBezTo>
                      <a:pt x="76" y="1747"/>
                      <a:pt x="76" y="1747"/>
                      <a:pt x="46" y="1673"/>
                    </a:cubicBezTo>
                    <a:cubicBezTo>
                      <a:pt x="0" y="1538"/>
                      <a:pt x="9" y="1397"/>
                      <a:pt x="10" y="1256"/>
                    </a:cubicBezTo>
                    <a:cubicBezTo>
                      <a:pt x="10" y="1225"/>
                      <a:pt x="10" y="1194"/>
                      <a:pt x="10" y="1164"/>
                    </a:cubicBezTo>
                    <a:cubicBezTo>
                      <a:pt x="10" y="1100"/>
                      <a:pt x="10" y="1036"/>
                      <a:pt x="10" y="972"/>
                    </a:cubicBezTo>
                    <a:cubicBezTo>
                      <a:pt x="10" y="890"/>
                      <a:pt x="10" y="808"/>
                      <a:pt x="10" y="727"/>
                    </a:cubicBezTo>
                    <a:cubicBezTo>
                      <a:pt x="9" y="663"/>
                      <a:pt x="10" y="600"/>
                      <a:pt x="10" y="537"/>
                    </a:cubicBezTo>
                    <a:cubicBezTo>
                      <a:pt x="10" y="507"/>
                      <a:pt x="10" y="477"/>
                      <a:pt x="10" y="447"/>
                    </a:cubicBezTo>
                    <a:cubicBezTo>
                      <a:pt x="9" y="404"/>
                      <a:pt x="10" y="362"/>
                      <a:pt x="10" y="320"/>
                    </a:cubicBezTo>
                    <a:cubicBezTo>
                      <a:pt x="10" y="296"/>
                      <a:pt x="10" y="272"/>
                      <a:pt x="10" y="248"/>
                    </a:cubicBezTo>
                    <a:cubicBezTo>
                      <a:pt x="18" y="175"/>
                      <a:pt x="18" y="175"/>
                      <a:pt x="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64" name="ICON_TOOL_MODELS_path_056"/>
              <p:cNvSpPr/>
              <p:nvPr/>
            </p:nvSpPr>
            <p:spPr>
              <a:xfrm>
                <a:off x="5318702" y="5223743"/>
                <a:ext cx="13555" cy="23197"/>
              </a:xfrm>
              <a:custGeom>
                <a:avLst/>
                <a:gdLst/>
                <a:ahLst/>
                <a:cxnLst/>
                <a:rect l="0" t="0" r="r" b="b"/>
                <a:pathLst>
                  <a:path w="1067" h="1827" fill="norm" stroke="0">
                    <a:moveTo>
                      <a:pt x="582" y="21"/>
                    </a:moveTo>
                    <a:cubicBezTo>
                      <a:pt x="787" y="0"/>
                      <a:pt x="787" y="0"/>
                      <a:pt x="868" y="60"/>
                    </a:cubicBezTo>
                    <a:cubicBezTo>
                      <a:pt x="898" y="92"/>
                      <a:pt x="927" y="124"/>
                      <a:pt x="954" y="158"/>
                    </a:cubicBezTo>
                    <a:cubicBezTo>
                      <a:pt x="966" y="170"/>
                      <a:pt x="978" y="183"/>
                      <a:pt x="990" y="196"/>
                    </a:cubicBezTo>
                    <a:cubicBezTo>
                      <a:pt x="1009" y="196"/>
                      <a:pt x="1028" y="196"/>
                      <a:pt x="1048" y="196"/>
                    </a:cubicBezTo>
                    <a:cubicBezTo>
                      <a:pt x="1067" y="435"/>
                      <a:pt x="1017" y="616"/>
                      <a:pt x="932" y="836"/>
                    </a:cubicBezTo>
                    <a:cubicBezTo>
                      <a:pt x="893" y="836"/>
                      <a:pt x="855" y="836"/>
                      <a:pt x="815" y="836"/>
                    </a:cubicBezTo>
                    <a:cubicBezTo>
                      <a:pt x="815" y="952"/>
                      <a:pt x="815" y="1067"/>
                      <a:pt x="815" y="1186"/>
                    </a:cubicBezTo>
                    <a:cubicBezTo>
                      <a:pt x="777" y="1186"/>
                      <a:pt x="738" y="1186"/>
                      <a:pt x="699" y="1186"/>
                    </a:cubicBezTo>
                    <a:cubicBezTo>
                      <a:pt x="699" y="1263"/>
                      <a:pt x="699" y="1340"/>
                      <a:pt x="699" y="1419"/>
                    </a:cubicBezTo>
                    <a:cubicBezTo>
                      <a:pt x="660" y="1419"/>
                      <a:pt x="622" y="1419"/>
                      <a:pt x="582" y="1419"/>
                    </a:cubicBezTo>
                    <a:cubicBezTo>
                      <a:pt x="584" y="1443"/>
                      <a:pt x="585" y="1468"/>
                      <a:pt x="586" y="1493"/>
                    </a:cubicBezTo>
                    <a:cubicBezTo>
                      <a:pt x="588" y="1526"/>
                      <a:pt x="589" y="1558"/>
                      <a:pt x="590" y="1590"/>
                    </a:cubicBezTo>
                    <a:cubicBezTo>
                      <a:pt x="590" y="1598"/>
                      <a:pt x="590" y="1598"/>
                      <a:pt x="593" y="1639"/>
                    </a:cubicBezTo>
                    <a:cubicBezTo>
                      <a:pt x="594" y="1686"/>
                      <a:pt x="594" y="1686"/>
                      <a:pt x="582" y="1768"/>
                    </a:cubicBezTo>
                    <a:cubicBezTo>
                      <a:pt x="544" y="1788"/>
                      <a:pt x="506" y="1807"/>
                      <a:pt x="466" y="1827"/>
                    </a:cubicBezTo>
                    <a:cubicBezTo>
                      <a:pt x="466" y="1654"/>
                      <a:pt x="466" y="1481"/>
                      <a:pt x="466" y="1302"/>
                    </a:cubicBezTo>
                    <a:cubicBezTo>
                      <a:pt x="389" y="1302"/>
                      <a:pt x="312" y="1302"/>
                      <a:pt x="233" y="1302"/>
                    </a:cubicBezTo>
                    <a:cubicBezTo>
                      <a:pt x="233" y="1264"/>
                      <a:pt x="233" y="1226"/>
                      <a:pt x="233" y="1186"/>
                    </a:cubicBezTo>
                    <a:cubicBezTo>
                      <a:pt x="195" y="1186"/>
                      <a:pt x="156" y="1186"/>
                      <a:pt x="116" y="1186"/>
                    </a:cubicBezTo>
                    <a:cubicBezTo>
                      <a:pt x="116" y="1147"/>
                      <a:pt x="116" y="1109"/>
                      <a:pt x="116" y="1069"/>
                    </a:cubicBezTo>
                    <a:cubicBezTo>
                      <a:pt x="78" y="1069"/>
                      <a:pt x="40" y="1069"/>
                      <a:pt x="0" y="1069"/>
                    </a:cubicBezTo>
                    <a:cubicBezTo>
                      <a:pt x="0" y="993"/>
                      <a:pt x="0" y="916"/>
                      <a:pt x="0" y="836"/>
                    </a:cubicBezTo>
                    <a:cubicBezTo>
                      <a:pt x="192" y="836"/>
                      <a:pt x="384" y="836"/>
                      <a:pt x="582" y="836"/>
                    </a:cubicBezTo>
                    <a:cubicBezTo>
                      <a:pt x="582" y="798"/>
                      <a:pt x="582" y="760"/>
                      <a:pt x="582" y="720"/>
                    </a:cubicBezTo>
                    <a:cubicBezTo>
                      <a:pt x="659" y="701"/>
                      <a:pt x="736" y="682"/>
                      <a:pt x="815" y="662"/>
                    </a:cubicBezTo>
                    <a:cubicBezTo>
                      <a:pt x="815" y="566"/>
                      <a:pt x="815" y="470"/>
                      <a:pt x="815" y="371"/>
                    </a:cubicBezTo>
                    <a:cubicBezTo>
                      <a:pt x="777" y="371"/>
                      <a:pt x="738" y="371"/>
                      <a:pt x="699" y="371"/>
                    </a:cubicBezTo>
                    <a:cubicBezTo>
                      <a:pt x="699" y="332"/>
                      <a:pt x="699" y="294"/>
                      <a:pt x="699" y="254"/>
                    </a:cubicBezTo>
                    <a:cubicBezTo>
                      <a:pt x="660" y="254"/>
                      <a:pt x="622" y="254"/>
                      <a:pt x="582" y="254"/>
                    </a:cubicBezTo>
                    <a:cubicBezTo>
                      <a:pt x="582" y="177"/>
                      <a:pt x="582" y="100"/>
                      <a:pt x="582" y="21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65" name="ICON_TOOL_MODELS_path_057"/>
              <p:cNvSpPr/>
              <p:nvPr/>
            </p:nvSpPr>
            <p:spPr>
              <a:xfrm>
                <a:off x="5123440" y="5144131"/>
                <a:ext cx="10355" cy="29585"/>
              </a:xfrm>
              <a:custGeom>
                <a:avLst/>
                <a:gdLst/>
                <a:ahLst/>
                <a:cxnLst/>
                <a:rect l="0" t="0" r="r" b="b"/>
                <a:pathLst>
                  <a:path w="815" h="2330" fill="norm" stroke="0">
                    <a:moveTo>
                      <a:pt x="466" y="0"/>
                    </a:moveTo>
                    <a:cubicBezTo>
                      <a:pt x="472" y="19"/>
                      <a:pt x="479" y="38"/>
                      <a:pt x="486" y="58"/>
                    </a:cubicBezTo>
                    <a:cubicBezTo>
                      <a:pt x="498" y="77"/>
                      <a:pt x="511" y="97"/>
                      <a:pt x="524" y="116"/>
                    </a:cubicBezTo>
                    <a:cubicBezTo>
                      <a:pt x="594" y="128"/>
                      <a:pt x="594" y="128"/>
                      <a:pt x="673" y="124"/>
                    </a:cubicBezTo>
                    <a:cubicBezTo>
                      <a:pt x="687" y="123"/>
                      <a:pt x="687" y="123"/>
                      <a:pt x="754" y="121"/>
                    </a:cubicBezTo>
                    <a:cubicBezTo>
                      <a:pt x="774" y="119"/>
                      <a:pt x="794" y="118"/>
                      <a:pt x="815" y="116"/>
                    </a:cubicBezTo>
                    <a:cubicBezTo>
                      <a:pt x="815" y="155"/>
                      <a:pt x="815" y="193"/>
                      <a:pt x="815" y="233"/>
                    </a:cubicBezTo>
                    <a:cubicBezTo>
                      <a:pt x="777" y="233"/>
                      <a:pt x="738" y="233"/>
                      <a:pt x="699" y="233"/>
                    </a:cubicBezTo>
                    <a:cubicBezTo>
                      <a:pt x="699" y="271"/>
                      <a:pt x="699" y="310"/>
                      <a:pt x="699" y="349"/>
                    </a:cubicBezTo>
                    <a:cubicBezTo>
                      <a:pt x="660" y="349"/>
                      <a:pt x="622" y="349"/>
                      <a:pt x="582" y="349"/>
                    </a:cubicBezTo>
                    <a:cubicBezTo>
                      <a:pt x="582" y="426"/>
                      <a:pt x="582" y="503"/>
                      <a:pt x="582" y="582"/>
                    </a:cubicBezTo>
                    <a:cubicBezTo>
                      <a:pt x="544" y="582"/>
                      <a:pt x="506" y="582"/>
                      <a:pt x="466" y="582"/>
                    </a:cubicBezTo>
                    <a:cubicBezTo>
                      <a:pt x="466" y="621"/>
                      <a:pt x="466" y="659"/>
                      <a:pt x="466" y="699"/>
                    </a:cubicBezTo>
                    <a:cubicBezTo>
                      <a:pt x="427" y="699"/>
                      <a:pt x="389" y="699"/>
                      <a:pt x="349" y="699"/>
                    </a:cubicBezTo>
                    <a:cubicBezTo>
                      <a:pt x="349" y="737"/>
                      <a:pt x="349" y="776"/>
                      <a:pt x="349" y="815"/>
                    </a:cubicBezTo>
                    <a:cubicBezTo>
                      <a:pt x="311" y="815"/>
                      <a:pt x="273" y="815"/>
                      <a:pt x="233" y="815"/>
                    </a:cubicBezTo>
                    <a:cubicBezTo>
                      <a:pt x="233" y="892"/>
                      <a:pt x="233" y="969"/>
                      <a:pt x="233" y="1048"/>
                    </a:cubicBezTo>
                    <a:cubicBezTo>
                      <a:pt x="271" y="1048"/>
                      <a:pt x="310" y="1048"/>
                      <a:pt x="349" y="1048"/>
                    </a:cubicBezTo>
                    <a:cubicBezTo>
                      <a:pt x="349" y="1164"/>
                      <a:pt x="349" y="1279"/>
                      <a:pt x="349" y="1398"/>
                    </a:cubicBezTo>
                    <a:cubicBezTo>
                      <a:pt x="311" y="1398"/>
                      <a:pt x="273" y="1398"/>
                      <a:pt x="233" y="1398"/>
                    </a:cubicBezTo>
                    <a:cubicBezTo>
                      <a:pt x="233" y="1420"/>
                      <a:pt x="233" y="1442"/>
                      <a:pt x="233" y="1464"/>
                    </a:cubicBezTo>
                    <a:cubicBezTo>
                      <a:pt x="233" y="1753"/>
                      <a:pt x="233" y="2041"/>
                      <a:pt x="233" y="2330"/>
                    </a:cubicBezTo>
                    <a:cubicBezTo>
                      <a:pt x="164" y="2278"/>
                      <a:pt x="122" y="2246"/>
                      <a:pt x="107" y="2160"/>
                    </a:cubicBezTo>
                    <a:cubicBezTo>
                      <a:pt x="105" y="2097"/>
                      <a:pt x="106" y="2035"/>
                      <a:pt x="109" y="1973"/>
                    </a:cubicBezTo>
                    <a:cubicBezTo>
                      <a:pt x="110" y="1951"/>
                      <a:pt x="110" y="1929"/>
                      <a:pt x="111" y="1907"/>
                    </a:cubicBezTo>
                    <a:cubicBezTo>
                      <a:pt x="112" y="1854"/>
                      <a:pt x="114" y="1800"/>
                      <a:pt x="116" y="1747"/>
                    </a:cubicBezTo>
                    <a:cubicBezTo>
                      <a:pt x="78" y="1747"/>
                      <a:pt x="40" y="1747"/>
                      <a:pt x="0" y="1747"/>
                    </a:cubicBezTo>
                    <a:cubicBezTo>
                      <a:pt x="0" y="1478"/>
                      <a:pt x="0" y="1209"/>
                      <a:pt x="0" y="932"/>
                    </a:cubicBezTo>
                    <a:cubicBezTo>
                      <a:pt x="38" y="932"/>
                      <a:pt x="77" y="932"/>
                      <a:pt x="116" y="932"/>
                    </a:cubicBezTo>
                    <a:cubicBezTo>
                      <a:pt x="116" y="778"/>
                      <a:pt x="116" y="624"/>
                      <a:pt x="116" y="466"/>
                    </a:cubicBezTo>
                    <a:cubicBezTo>
                      <a:pt x="155" y="466"/>
                      <a:pt x="193" y="466"/>
                      <a:pt x="233" y="466"/>
                    </a:cubicBezTo>
                    <a:cubicBezTo>
                      <a:pt x="233" y="427"/>
                      <a:pt x="233" y="389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53" y="329"/>
                      <a:pt x="356" y="309"/>
                      <a:pt x="360" y="288"/>
                    </a:cubicBezTo>
                    <a:cubicBezTo>
                      <a:pt x="365" y="261"/>
                      <a:pt x="370" y="235"/>
                      <a:pt x="375" y="207"/>
                    </a:cubicBezTo>
                    <a:cubicBezTo>
                      <a:pt x="380" y="181"/>
                      <a:pt x="384" y="155"/>
                      <a:pt x="389" y="128"/>
                    </a:cubicBezTo>
                    <a:cubicBezTo>
                      <a:pt x="408" y="58"/>
                      <a:pt x="408" y="58"/>
                      <a:pt x="46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66" name="ICON_TOOL_MODELS_path_058"/>
              <p:cNvSpPr/>
              <p:nvPr/>
            </p:nvSpPr>
            <p:spPr>
              <a:xfrm>
                <a:off x="5256573" y="5196645"/>
                <a:ext cx="6947" cy="17012"/>
              </a:xfrm>
              <a:custGeom>
                <a:avLst/>
                <a:gdLst/>
                <a:ahLst/>
                <a:cxnLst/>
                <a:rect l="0" t="0" r="r" b="b"/>
                <a:pathLst>
                  <a:path w="547" h="1339" fill="norm" stroke="0">
                    <a:moveTo>
                      <a:pt x="116" y="0"/>
                    </a:moveTo>
                    <a:cubicBezTo>
                      <a:pt x="174" y="22"/>
                      <a:pt x="231" y="45"/>
                      <a:pt x="288" y="69"/>
                    </a:cubicBezTo>
                    <a:cubicBezTo>
                      <a:pt x="304" y="75"/>
                      <a:pt x="320" y="81"/>
                      <a:pt x="337" y="87"/>
                    </a:cubicBezTo>
                    <a:cubicBezTo>
                      <a:pt x="414" y="122"/>
                      <a:pt x="456" y="152"/>
                      <a:pt x="491" y="230"/>
                    </a:cubicBezTo>
                    <a:cubicBezTo>
                      <a:pt x="547" y="458"/>
                      <a:pt x="518" y="690"/>
                      <a:pt x="499" y="921"/>
                    </a:cubicBezTo>
                    <a:cubicBezTo>
                      <a:pt x="496" y="962"/>
                      <a:pt x="492" y="1002"/>
                      <a:pt x="489" y="1043"/>
                    </a:cubicBezTo>
                    <a:cubicBezTo>
                      <a:pt x="482" y="1142"/>
                      <a:pt x="474" y="1241"/>
                      <a:pt x="466" y="1339"/>
                    </a:cubicBezTo>
                    <a:cubicBezTo>
                      <a:pt x="351" y="1339"/>
                      <a:pt x="235" y="1339"/>
                      <a:pt x="116" y="1339"/>
                    </a:cubicBezTo>
                    <a:cubicBezTo>
                      <a:pt x="116" y="1301"/>
                      <a:pt x="116" y="1263"/>
                      <a:pt x="116" y="1223"/>
                    </a:cubicBezTo>
                    <a:cubicBezTo>
                      <a:pt x="78" y="1223"/>
                      <a:pt x="40" y="1223"/>
                      <a:pt x="0" y="1223"/>
                    </a:cubicBezTo>
                    <a:cubicBezTo>
                      <a:pt x="0" y="877"/>
                      <a:pt x="0" y="531"/>
                      <a:pt x="0" y="175"/>
                    </a:cubicBezTo>
                    <a:cubicBezTo>
                      <a:pt x="38" y="175"/>
                      <a:pt x="77" y="175"/>
                      <a:pt x="116" y="175"/>
                    </a:cubicBezTo>
                    <a:cubicBezTo>
                      <a:pt x="116" y="117"/>
                      <a:pt x="116" y="59"/>
                      <a:pt x="1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67" name="ICON_TOOL_MODELS_path_059"/>
              <p:cNvSpPr/>
              <p:nvPr/>
            </p:nvSpPr>
            <p:spPr>
              <a:xfrm>
                <a:off x="5275804" y="5346790"/>
                <a:ext cx="25147" cy="7396"/>
              </a:xfrm>
              <a:custGeom>
                <a:avLst/>
                <a:gdLst/>
                <a:ahLst/>
                <a:cxnLst/>
                <a:rect l="0" t="0" r="r" b="b"/>
                <a:pathLst>
                  <a:path w="1980" h="582" fill="norm" stroke="0">
                    <a:moveTo>
                      <a:pt x="1514" y="0"/>
                    </a:moveTo>
                    <a:cubicBezTo>
                      <a:pt x="1668" y="0"/>
                      <a:pt x="1822" y="0"/>
                      <a:pt x="1980" y="0"/>
                    </a:cubicBezTo>
                    <a:cubicBezTo>
                      <a:pt x="1901" y="182"/>
                      <a:pt x="1901" y="182"/>
                      <a:pt x="1864" y="233"/>
                    </a:cubicBezTo>
                    <a:cubicBezTo>
                      <a:pt x="1801" y="240"/>
                      <a:pt x="1801" y="240"/>
                      <a:pt x="1747" y="233"/>
                    </a:cubicBezTo>
                    <a:cubicBezTo>
                      <a:pt x="1747" y="271"/>
                      <a:pt x="1747" y="310"/>
                      <a:pt x="1747" y="349"/>
                    </a:cubicBezTo>
                    <a:cubicBezTo>
                      <a:pt x="1593" y="349"/>
                      <a:pt x="1440" y="349"/>
                      <a:pt x="1281" y="349"/>
                    </a:cubicBezTo>
                    <a:cubicBezTo>
                      <a:pt x="1281" y="388"/>
                      <a:pt x="1281" y="426"/>
                      <a:pt x="1281" y="466"/>
                    </a:cubicBezTo>
                    <a:cubicBezTo>
                      <a:pt x="1204" y="466"/>
                      <a:pt x="1127" y="466"/>
                      <a:pt x="1048" y="466"/>
                    </a:cubicBezTo>
                    <a:cubicBezTo>
                      <a:pt x="1048" y="504"/>
                      <a:pt x="1048" y="543"/>
                      <a:pt x="1048" y="582"/>
                    </a:cubicBezTo>
                    <a:cubicBezTo>
                      <a:pt x="895" y="582"/>
                      <a:pt x="741" y="582"/>
                      <a:pt x="582" y="582"/>
                    </a:cubicBezTo>
                    <a:cubicBezTo>
                      <a:pt x="582" y="544"/>
                      <a:pt x="582" y="506"/>
                      <a:pt x="582" y="466"/>
                    </a:cubicBezTo>
                    <a:cubicBezTo>
                      <a:pt x="390" y="466"/>
                      <a:pt x="198" y="466"/>
                      <a:pt x="0" y="466"/>
                    </a:cubicBezTo>
                    <a:cubicBezTo>
                      <a:pt x="0" y="389"/>
                      <a:pt x="0" y="312"/>
                      <a:pt x="0" y="233"/>
                    </a:cubicBezTo>
                    <a:cubicBezTo>
                      <a:pt x="384" y="233"/>
                      <a:pt x="769" y="233"/>
                      <a:pt x="1165" y="233"/>
                    </a:cubicBezTo>
                    <a:cubicBezTo>
                      <a:pt x="1165" y="195"/>
                      <a:pt x="1165" y="156"/>
                      <a:pt x="1165" y="116"/>
                    </a:cubicBezTo>
                    <a:cubicBezTo>
                      <a:pt x="1280" y="116"/>
                      <a:pt x="1395" y="116"/>
                      <a:pt x="1514" y="116"/>
                    </a:cubicBezTo>
                    <a:cubicBezTo>
                      <a:pt x="1514" y="78"/>
                      <a:pt x="1514" y="40"/>
                      <a:pt x="151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68" name="ICON_TOOL_MODELS_path_060"/>
              <p:cNvSpPr/>
              <p:nvPr/>
            </p:nvSpPr>
            <p:spPr>
              <a:xfrm>
                <a:off x="5259532" y="5071395"/>
                <a:ext cx="31064" cy="12827"/>
              </a:xfrm>
              <a:custGeom>
                <a:avLst/>
                <a:gdLst/>
                <a:ahLst/>
                <a:cxnLst/>
                <a:rect l="0" t="0" r="r" b="b"/>
                <a:pathLst>
                  <a:path w="2446" h="1010" fill="norm" stroke="0">
                    <a:moveTo>
                      <a:pt x="1048" y="20"/>
                    </a:moveTo>
                    <a:cubicBezTo>
                      <a:pt x="1210" y="15"/>
                      <a:pt x="1371" y="12"/>
                      <a:pt x="1533" y="10"/>
                    </a:cubicBezTo>
                    <a:cubicBezTo>
                      <a:pt x="1588" y="9"/>
                      <a:pt x="1643" y="8"/>
                      <a:pt x="1698" y="7"/>
                    </a:cubicBezTo>
                    <a:cubicBezTo>
                      <a:pt x="1777" y="5"/>
                      <a:pt x="1856" y="4"/>
                      <a:pt x="1936" y="3"/>
                    </a:cubicBezTo>
                    <a:cubicBezTo>
                      <a:pt x="1960" y="2"/>
                      <a:pt x="1984" y="1"/>
                      <a:pt x="2009" y="0"/>
                    </a:cubicBezTo>
                    <a:cubicBezTo>
                      <a:pt x="2201" y="0"/>
                      <a:pt x="2306" y="67"/>
                      <a:pt x="2446" y="195"/>
                    </a:cubicBezTo>
                    <a:cubicBezTo>
                      <a:pt x="2434" y="193"/>
                      <a:pt x="2434" y="193"/>
                      <a:pt x="2371" y="182"/>
                    </a:cubicBezTo>
                    <a:cubicBezTo>
                      <a:pt x="2122" y="142"/>
                      <a:pt x="1883" y="130"/>
                      <a:pt x="1631" y="136"/>
                    </a:cubicBezTo>
                    <a:cubicBezTo>
                      <a:pt x="1631" y="175"/>
                      <a:pt x="1631" y="213"/>
                      <a:pt x="1631" y="253"/>
                    </a:cubicBezTo>
                    <a:cubicBezTo>
                      <a:pt x="1515" y="253"/>
                      <a:pt x="1400" y="253"/>
                      <a:pt x="1281" y="253"/>
                    </a:cubicBezTo>
                    <a:cubicBezTo>
                      <a:pt x="1281" y="291"/>
                      <a:pt x="1281" y="330"/>
                      <a:pt x="1281" y="369"/>
                    </a:cubicBezTo>
                    <a:cubicBezTo>
                      <a:pt x="1204" y="369"/>
                      <a:pt x="1127" y="369"/>
                      <a:pt x="1048" y="369"/>
                    </a:cubicBezTo>
                    <a:cubicBezTo>
                      <a:pt x="1048" y="408"/>
                      <a:pt x="1048" y="446"/>
                      <a:pt x="1048" y="486"/>
                    </a:cubicBezTo>
                    <a:cubicBezTo>
                      <a:pt x="1010" y="486"/>
                      <a:pt x="971" y="486"/>
                      <a:pt x="932" y="486"/>
                    </a:cubicBezTo>
                    <a:cubicBezTo>
                      <a:pt x="932" y="524"/>
                      <a:pt x="932" y="563"/>
                      <a:pt x="932" y="602"/>
                    </a:cubicBezTo>
                    <a:cubicBezTo>
                      <a:pt x="920" y="601"/>
                      <a:pt x="920" y="601"/>
                      <a:pt x="859" y="594"/>
                    </a:cubicBezTo>
                    <a:cubicBezTo>
                      <a:pt x="763" y="586"/>
                      <a:pt x="678" y="585"/>
                      <a:pt x="582" y="602"/>
                    </a:cubicBezTo>
                    <a:cubicBezTo>
                      <a:pt x="536" y="661"/>
                      <a:pt x="518" y="714"/>
                      <a:pt x="494" y="784"/>
                    </a:cubicBezTo>
                    <a:cubicBezTo>
                      <a:pt x="489" y="793"/>
                      <a:pt x="489" y="793"/>
                      <a:pt x="466" y="835"/>
                    </a:cubicBezTo>
                    <a:cubicBezTo>
                      <a:pt x="406" y="846"/>
                      <a:pt x="356" y="839"/>
                      <a:pt x="296" y="832"/>
                    </a:cubicBezTo>
                    <a:cubicBezTo>
                      <a:pt x="174" y="838"/>
                      <a:pt x="88" y="931"/>
                      <a:pt x="0" y="1010"/>
                    </a:cubicBezTo>
                    <a:cubicBezTo>
                      <a:pt x="0" y="952"/>
                      <a:pt x="0" y="895"/>
                      <a:pt x="0" y="835"/>
                    </a:cubicBezTo>
                    <a:cubicBezTo>
                      <a:pt x="38" y="835"/>
                      <a:pt x="77" y="835"/>
                      <a:pt x="116" y="835"/>
                    </a:cubicBezTo>
                    <a:cubicBezTo>
                      <a:pt x="116" y="797"/>
                      <a:pt x="116" y="758"/>
                      <a:pt x="116" y="719"/>
                    </a:cubicBezTo>
                    <a:cubicBezTo>
                      <a:pt x="155" y="719"/>
                      <a:pt x="193" y="719"/>
                      <a:pt x="233" y="719"/>
                    </a:cubicBezTo>
                    <a:cubicBezTo>
                      <a:pt x="233" y="680"/>
                      <a:pt x="233" y="642"/>
                      <a:pt x="233" y="602"/>
                    </a:cubicBezTo>
                    <a:cubicBezTo>
                      <a:pt x="271" y="602"/>
                      <a:pt x="310" y="602"/>
                      <a:pt x="349" y="602"/>
                    </a:cubicBezTo>
                    <a:cubicBezTo>
                      <a:pt x="349" y="564"/>
                      <a:pt x="349" y="525"/>
                      <a:pt x="349" y="486"/>
                    </a:cubicBezTo>
                    <a:cubicBezTo>
                      <a:pt x="388" y="486"/>
                      <a:pt x="426" y="486"/>
                      <a:pt x="466" y="486"/>
                    </a:cubicBezTo>
                    <a:cubicBezTo>
                      <a:pt x="466" y="447"/>
                      <a:pt x="466" y="409"/>
                      <a:pt x="466" y="369"/>
                    </a:cubicBezTo>
                    <a:cubicBezTo>
                      <a:pt x="504" y="369"/>
                      <a:pt x="543" y="369"/>
                      <a:pt x="582" y="369"/>
                    </a:cubicBezTo>
                    <a:cubicBezTo>
                      <a:pt x="582" y="331"/>
                      <a:pt x="582" y="292"/>
                      <a:pt x="582" y="253"/>
                    </a:cubicBezTo>
                    <a:cubicBezTo>
                      <a:pt x="659" y="253"/>
                      <a:pt x="736" y="253"/>
                      <a:pt x="815" y="253"/>
                    </a:cubicBezTo>
                    <a:cubicBezTo>
                      <a:pt x="815" y="214"/>
                      <a:pt x="815" y="176"/>
                      <a:pt x="815" y="136"/>
                    </a:cubicBezTo>
                    <a:cubicBezTo>
                      <a:pt x="892" y="136"/>
                      <a:pt x="969" y="136"/>
                      <a:pt x="1048" y="136"/>
                    </a:cubicBezTo>
                    <a:cubicBezTo>
                      <a:pt x="1048" y="98"/>
                      <a:pt x="1048" y="60"/>
                      <a:pt x="1048" y="2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69" name="ICON_TOOL_MODELS_path_061"/>
              <p:cNvSpPr/>
              <p:nvPr/>
            </p:nvSpPr>
            <p:spPr>
              <a:xfrm>
                <a:off x="5126183" y="5252857"/>
                <a:ext cx="7612" cy="28846"/>
              </a:xfrm>
              <a:custGeom>
                <a:avLst/>
                <a:gdLst/>
                <a:ahLst/>
                <a:cxnLst/>
                <a:rect l="0" t="0" r="r" b="b"/>
                <a:pathLst>
                  <a:path w="599" h="2271" fill="norm" stroke="0">
                    <a:moveTo>
                      <a:pt x="250" y="0"/>
                    </a:moveTo>
                    <a:cubicBezTo>
                      <a:pt x="288" y="19"/>
                      <a:pt x="327" y="38"/>
                      <a:pt x="366" y="58"/>
                    </a:cubicBezTo>
                    <a:cubicBezTo>
                      <a:pt x="328" y="193"/>
                      <a:pt x="290" y="327"/>
                      <a:pt x="250" y="466"/>
                    </a:cubicBezTo>
                    <a:cubicBezTo>
                      <a:pt x="308" y="476"/>
                      <a:pt x="308" y="476"/>
                      <a:pt x="599" y="524"/>
                    </a:cubicBezTo>
                    <a:cubicBezTo>
                      <a:pt x="599" y="639"/>
                      <a:pt x="599" y="755"/>
                      <a:pt x="599" y="874"/>
                    </a:cubicBezTo>
                    <a:cubicBezTo>
                      <a:pt x="561" y="874"/>
                      <a:pt x="522" y="874"/>
                      <a:pt x="483" y="874"/>
                    </a:cubicBezTo>
                    <a:cubicBezTo>
                      <a:pt x="483" y="989"/>
                      <a:pt x="483" y="1104"/>
                      <a:pt x="483" y="1223"/>
                    </a:cubicBezTo>
                    <a:cubicBezTo>
                      <a:pt x="444" y="1223"/>
                      <a:pt x="406" y="1223"/>
                      <a:pt x="366" y="1223"/>
                    </a:cubicBezTo>
                    <a:cubicBezTo>
                      <a:pt x="366" y="1261"/>
                      <a:pt x="366" y="1300"/>
                      <a:pt x="366" y="1339"/>
                    </a:cubicBezTo>
                    <a:cubicBezTo>
                      <a:pt x="270" y="1339"/>
                      <a:pt x="174" y="1339"/>
                      <a:pt x="75" y="1339"/>
                    </a:cubicBezTo>
                    <a:cubicBezTo>
                      <a:pt x="77" y="1362"/>
                      <a:pt x="79" y="1384"/>
                      <a:pt x="81" y="1406"/>
                    </a:cubicBezTo>
                    <a:cubicBezTo>
                      <a:pt x="87" y="1489"/>
                      <a:pt x="94" y="1571"/>
                      <a:pt x="100" y="1653"/>
                    </a:cubicBezTo>
                    <a:cubicBezTo>
                      <a:pt x="103" y="1689"/>
                      <a:pt x="106" y="1724"/>
                      <a:pt x="109" y="1760"/>
                    </a:cubicBezTo>
                    <a:cubicBezTo>
                      <a:pt x="113" y="1811"/>
                      <a:pt x="117" y="1863"/>
                      <a:pt x="121" y="1914"/>
                    </a:cubicBezTo>
                    <a:cubicBezTo>
                      <a:pt x="122" y="1930"/>
                      <a:pt x="123" y="1945"/>
                      <a:pt x="125" y="1961"/>
                    </a:cubicBezTo>
                    <a:cubicBezTo>
                      <a:pt x="133" y="2065"/>
                      <a:pt x="135" y="2167"/>
                      <a:pt x="133" y="2271"/>
                    </a:cubicBezTo>
                    <a:cubicBezTo>
                      <a:pt x="77" y="2234"/>
                      <a:pt x="51" y="2213"/>
                      <a:pt x="17" y="2155"/>
                    </a:cubicBezTo>
                    <a:cubicBezTo>
                      <a:pt x="0" y="2049"/>
                      <a:pt x="3" y="1944"/>
                      <a:pt x="6" y="1838"/>
                    </a:cubicBezTo>
                    <a:cubicBezTo>
                      <a:pt x="6" y="1807"/>
                      <a:pt x="6" y="1775"/>
                      <a:pt x="6" y="1744"/>
                    </a:cubicBezTo>
                    <a:cubicBezTo>
                      <a:pt x="7" y="1662"/>
                      <a:pt x="8" y="1581"/>
                      <a:pt x="9" y="1499"/>
                    </a:cubicBezTo>
                    <a:cubicBezTo>
                      <a:pt x="10" y="1415"/>
                      <a:pt x="11" y="1332"/>
                      <a:pt x="11" y="1248"/>
                    </a:cubicBezTo>
                    <a:cubicBezTo>
                      <a:pt x="13" y="1085"/>
                      <a:pt x="15" y="921"/>
                      <a:pt x="17" y="757"/>
                    </a:cubicBezTo>
                    <a:cubicBezTo>
                      <a:pt x="55" y="757"/>
                      <a:pt x="94" y="757"/>
                      <a:pt x="133" y="757"/>
                    </a:cubicBezTo>
                    <a:cubicBezTo>
                      <a:pt x="132" y="737"/>
                      <a:pt x="131" y="716"/>
                      <a:pt x="129" y="695"/>
                    </a:cubicBezTo>
                    <a:cubicBezTo>
                      <a:pt x="120" y="445"/>
                      <a:pt x="172" y="236"/>
                      <a:pt x="25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70" name="ICON_TOOL_MODELS_path_062"/>
              <p:cNvSpPr/>
              <p:nvPr/>
            </p:nvSpPr>
            <p:spPr>
              <a:xfrm>
                <a:off x="5358642" y="5168539"/>
                <a:ext cx="16272" cy="13313"/>
              </a:xfrm>
              <a:custGeom>
                <a:avLst/>
                <a:gdLst/>
                <a:ahLst/>
                <a:cxnLst/>
                <a:rect l="0" t="0" r="r" b="b"/>
                <a:pathLst>
                  <a:path w="1281" h="1048" fill="norm" stroke="0">
                    <a:moveTo>
                      <a:pt x="1281" y="0"/>
                    </a:moveTo>
                    <a:cubicBezTo>
                      <a:pt x="1281" y="135"/>
                      <a:pt x="1281" y="269"/>
                      <a:pt x="1281" y="408"/>
                    </a:cubicBezTo>
                    <a:cubicBezTo>
                      <a:pt x="1243" y="408"/>
                      <a:pt x="1204" y="408"/>
                      <a:pt x="1165" y="408"/>
                    </a:cubicBezTo>
                    <a:cubicBezTo>
                      <a:pt x="1165" y="523"/>
                      <a:pt x="1165" y="638"/>
                      <a:pt x="1165" y="757"/>
                    </a:cubicBezTo>
                    <a:cubicBezTo>
                      <a:pt x="1126" y="757"/>
                      <a:pt x="1088" y="757"/>
                      <a:pt x="1048" y="757"/>
                    </a:cubicBezTo>
                    <a:cubicBezTo>
                      <a:pt x="1050" y="766"/>
                      <a:pt x="1050" y="766"/>
                      <a:pt x="1057" y="809"/>
                    </a:cubicBezTo>
                    <a:cubicBezTo>
                      <a:pt x="1048" y="874"/>
                      <a:pt x="1048" y="874"/>
                      <a:pt x="985" y="923"/>
                    </a:cubicBezTo>
                    <a:cubicBezTo>
                      <a:pt x="958" y="939"/>
                      <a:pt x="930" y="954"/>
                      <a:pt x="903" y="968"/>
                    </a:cubicBezTo>
                    <a:cubicBezTo>
                      <a:pt x="889" y="976"/>
                      <a:pt x="875" y="984"/>
                      <a:pt x="861" y="992"/>
                    </a:cubicBezTo>
                    <a:cubicBezTo>
                      <a:pt x="826" y="1011"/>
                      <a:pt x="792" y="1030"/>
                      <a:pt x="757" y="1048"/>
                    </a:cubicBezTo>
                    <a:cubicBezTo>
                      <a:pt x="738" y="991"/>
                      <a:pt x="719" y="933"/>
                      <a:pt x="699" y="874"/>
                    </a:cubicBezTo>
                    <a:cubicBezTo>
                      <a:pt x="660" y="874"/>
                      <a:pt x="622" y="874"/>
                      <a:pt x="582" y="874"/>
                    </a:cubicBezTo>
                    <a:cubicBezTo>
                      <a:pt x="582" y="835"/>
                      <a:pt x="582" y="797"/>
                      <a:pt x="582" y="757"/>
                    </a:cubicBezTo>
                    <a:cubicBezTo>
                      <a:pt x="544" y="757"/>
                      <a:pt x="506" y="757"/>
                      <a:pt x="466" y="757"/>
                    </a:cubicBezTo>
                    <a:cubicBezTo>
                      <a:pt x="466" y="719"/>
                      <a:pt x="466" y="680"/>
                      <a:pt x="466" y="641"/>
                    </a:cubicBezTo>
                    <a:cubicBezTo>
                      <a:pt x="427" y="641"/>
                      <a:pt x="389" y="641"/>
                      <a:pt x="349" y="641"/>
                    </a:cubicBezTo>
                    <a:cubicBezTo>
                      <a:pt x="349" y="602"/>
                      <a:pt x="349" y="564"/>
                      <a:pt x="349" y="524"/>
                    </a:cubicBezTo>
                    <a:cubicBezTo>
                      <a:pt x="234" y="486"/>
                      <a:pt x="119" y="447"/>
                      <a:pt x="0" y="408"/>
                    </a:cubicBezTo>
                    <a:cubicBezTo>
                      <a:pt x="219" y="342"/>
                      <a:pt x="219" y="342"/>
                      <a:pt x="284" y="377"/>
                    </a:cubicBezTo>
                    <a:cubicBezTo>
                      <a:pt x="384" y="424"/>
                      <a:pt x="481" y="414"/>
                      <a:pt x="590" y="411"/>
                    </a:cubicBezTo>
                    <a:cubicBezTo>
                      <a:pt x="611" y="411"/>
                      <a:pt x="633" y="411"/>
                      <a:pt x="655" y="411"/>
                    </a:cubicBezTo>
                    <a:cubicBezTo>
                      <a:pt x="709" y="410"/>
                      <a:pt x="762" y="409"/>
                      <a:pt x="815" y="408"/>
                    </a:cubicBezTo>
                    <a:cubicBezTo>
                      <a:pt x="815" y="369"/>
                      <a:pt x="815" y="331"/>
                      <a:pt x="815" y="291"/>
                    </a:cubicBezTo>
                    <a:cubicBezTo>
                      <a:pt x="892" y="291"/>
                      <a:pt x="969" y="291"/>
                      <a:pt x="1048" y="291"/>
                    </a:cubicBezTo>
                    <a:cubicBezTo>
                      <a:pt x="1048" y="253"/>
                      <a:pt x="1048" y="214"/>
                      <a:pt x="1048" y="175"/>
                    </a:cubicBezTo>
                    <a:cubicBezTo>
                      <a:pt x="1084" y="125"/>
                      <a:pt x="1084" y="125"/>
                      <a:pt x="1132" y="80"/>
                    </a:cubicBezTo>
                    <a:cubicBezTo>
                      <a:pt x="1148" y="65"/>
                      <a:pt x="1163" y="50"/>
                      <a:pt x="1179" y="34"/>
                    </a:cubicBezTo>
                    <a:cubicBezTo>
                      <a:pt x="1223" y="0"/>
                      <a:pt x="1223" y="0"/>
                      <a:pt x="128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71" name="ICON_TOOL_MODELS_path_063"/>
              <p:cNvSpPr/>
              <p:nvPr/>
            </p:nvSpPr>
            <p:spPr>
              <a:xfrm>
                <a:off x="5212195" y="5144131"/>
                <a:ext cx="19970" cy="8876"/>
              </a:xfrm>
              <a:custGeom>
                <a:avLst/>
                <a:gdLst/>
                <a:ahLst/>
                <a:cxnLst/>
                <a:rect l="0" t="0" r="r" b="b"/>
                <a:pathLst>
                  <a:path w="1572" h="699" fill="norm" stroke="0">
                    <a:moveTo>
                      <a:pt x="233" y="0"/>
                    </a:moveTo>
                    <a:cubicBezTo>
                      <a:pt x="348" y="0"/>
                      <a:pt x="464" y="0"/>
                      <a:pt x="582" y="0"/>
                    </a:cubicBezTo>
                    <a:cubicBezTo>
                      <a:pt x="582" y="38"/>
                      <a:pt x="582" y="77"/>
                      <a:pt x="582" y="116"/>
                    </a:cubicBezTo>
                    <a:cubicBezTo>
                      <a:pt x="621" y="116"/>
                      <a:pt x="659" y="116"/>
                      <a:pt x="699" y="116"/>
                    </a:cubicBezTo>
                    <a:cubicBezTo>
                      <a:pt x="699" y="155"/>
                      <a:pt x="699" y="193"/>
                      <a:pt x="699" y="233"/>
                    </a:cubicBezTo>
                    <a:cubicBezTo>
                      <a:pt x="737" y="233"/>
                      <a:pt x="776" y="233"/>
                      <a:pt x="815" y="233"/>
                    </a:cubicBezTo>
                    <a:cubicBezTo>
                      <a:pt x="815" y="271"/>
                      <a:pt x="815" y="310"/>
                      <a:pt x="815" y="349"/>
                    </a:cubicBezTo>
                    <a:cubicBezTo>
                      <a:pt x="892" y="349"/>
                      <a:pt x="969" y="349"/>
                      <a:pt x="1048" y="349"/>
                    </a:cubicBezTo>
                    <a:cubicBezTo>
                      <a:pt x="1048" y="388"/>
                      <a:pt x="1048" y="426"/>
                      <a:pt x="1048" y="466"/>
                    </a:cubicBezTo>
                    <a:cubicBezTo>
                      <a:pt x="1221" y="485"/>
                      <a:pt x="1394" y="504"/>
                      <a:pt x="1572" y="524"/>
                    </a:cubicBezTo>
                    <a:cubicBezTo>
                      <a:pt x="1572" y="543"/>
                      <a:pt x="1572" y="563"/>
                      <a:pt x="1572" y="582"/>
                    </a:cubicBezTo>
                    <a:cubicBezTo>
                      <a:pt x="1284" y="582"/>
                      <a:pt x="996" y="582"/>
                      <a:pt x="699" y="582"/>
                    </a:cubicBezTo>
                    <a:cubicBezTo>
                      <a:pt x="699" y="621"/>
                      <a:pt x="699" y="659"/>
                      <a:pt x="699" y="699"/>
                    </a:cubicBezTo>
                    <a:cubicBezTo>
                      <a:pt x="584" y="699"/>
                      <a:pt x="468" y="699"/>
                      <a:pt x="349" y="699"/>
                    </a:cubicBezTo>
                    <a:cubicBezTo>
                      <a:pt x="349" y="660"/>
                      <a:pt x="349" y="622"/>
                      <a:pt x="349" y="582"/>
                    </a:cubicBezTo>
                    <a:cubicBezTo>
                      <a:pt x="311" y="582"/>
                      <a:pt x="273" y="582"/>
                      <a:pt x="233" y="582"/>
                    </a:cubicBezTo>
                    <a:cubicBezTo>
                      <a:pt x="233" y="506"/>
                      <a:pt x="233" y="429"/>
                      <a:pt x="233" y="349"/>
                    </a:cubicBezTo>
                    <a:cubicBezTo>
                      <a:pt x="195" y="349"/>
                      <a:pt x="156" y="349"/>
                      <a:pt x="116" y="349"/>
                    </a:cubicBezTo>
                    <a:cubicBezTo>
                      <a:pt x="119" y="331"/>
                      <a:pt x="121" y="313"/>
                      <a:pt x="124" y="295"/>
                    </a:cubicBezTo>
                    <a:cubicBezTo>
                      <a:pt x="121" y="274"/>
                      <a:pt x="119" y="254"/>
                      <a:pt x="116" y="233"/>
                    </a:cubicBezTo>
                    <a:cubicBezTo>
                      <a:pt x="58" y="197"/>
                      <a:pt x="58" y="197"/>
                      <a:pt x="0" y="175"/>
                    </a:cubicBezTo>
                    <a:cubicBezTo>
                      <a:pt x="77" y="155"/>
                      <a:pt x="154" y="136"/>
                      <a:pt x="233" y="116"/>
                    </a:cubicBezTo>
                    <a:cubicBezTo>
                      <a:pt x="233" y="78"/>
                      <a:pt x="233" y="40"/>
                      <a:pt x="2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72" name="ICON_TOOL_MODELS_path_064"/>
              <p:cNvSpPr/>
              <p:nvPr/>
            </p:nvSpPr>
            <p:spPr>
              <a:xfrm>
                <a:off x="5324619" y="5138954"/>
                <a:ext cx="13313" cy="17751"/>
              </a:xfrm>
              <a:custGeom>
                <a:avLst/>
                <a:gdLst/>
                <a:ahLst/>
                <a:cxnLst/>
                <a:rect l="0" t="0" r="r" b="b"/>
                <a:pathLst>
                  <a:path w="1048" h="1398" fill="norm" stroke="0">
                    <a:moveTo>
                      <a:pt x="0" y="0"/>
                    </a:moveTo>
                    <a:cubicBezTo>
                      <a:pt x="182" y="125"/>
                      <a:pt x="182" y="125"/>
                      <a:pt x="233" y="175"/>
                    </a:cubicBezTo>
                    <a:cubicBezTo>
                      <a:pt x="240" y="239"/>
                      <a:pt x="240" y="239"/>
                      <a:pt x="233" y="291"/>
                    </a:cubicBezTo>
                    <a:cubicBezTo>
                      <a:pt x="271" y="291"/>
                      <a:pt x="310" y="291"/>
                      <a:pt x="349" y="291"/>
                    </a:cubicBezTo>
                    <a:cubicBezTo>
                      <a:pt x="349" y="330"/>
                      <a:pt x="349" y="368"/>
                      <a:pt x="349" y="408"/>
                    </a:cubicBezTo>
                    <a:cubicBezTo>
                      <a:pt x="388" y="408"/>
                      <a:pt x="426" y="408"/>
                      <a:pt x="466" y="408"/>
                    </a:cubicBezTo>
                    <a:cubicBezTo>
                      <a:pt x="466" y="369"/>
                      <a:pt x="466" y="331"/>
                      <a:pt x="466" y="291"/>
                    </a:cubicBezTo>
                    <a:cubicBezTo>
                      <a:pt x="543" y="291"/>
                      <a:pt x="620" y="291"/>
                      <a:pt x="699" y="291"/>
                    </a:cubicBezTo>
                    <a:cubicBezTo>
                      <a:pt x="699" y="330"/>
                      <a:pt x="699" y="368"/>
                      <a:pt x="699" y="408"/>
                    </a:cubicBezTo>
                    <a:cubicBezTo>
                      <a:pt x="737" y="408"/>
                      <a:pt x="776" y="408"/>
                      <a:pt x="815" y="408"/>
                    </a:cubicBezTo>
                    <a:cubicBezTo>
                      <a:pt x="815" y="523"/>
                      <a:pt x="815" y="638"/>
                      <a:pt x="815" y="757"/>
                    </a:cubicBezTo>
                    <a:cubicBezTo>
                      <a:pt x="854" y="757"/>
                      <a:pt x="892" y="757"/>
                      <a:pt x="932" y="757"/>
                    </a:cubicBezTo>
                    <a:cubicBezTo>
                      <a:pt x="932" y="796"/>
                      <a:pt x="932" y="834"/>
                      <a:pt x="932" y="874"/>
                    </a:cubicBezTo>
                    <a:cubicBezTo>
                      <a:pt x="970" y="874"/>
                      <a:pt x="1009" y="874"/>
                      <a:pt x="1048" y="874"/>
                    </a:cubicBezTo>
                    <a:cubicBezTo>
                      <a:pt x="1048" y="950"/>
                      <a:pt x="1048" y="1027"/>
                      <a:pt x="1048" y="1107"/>
                    </a:cubicBezTo>
                    <a:cubicBezTo>
                      <a:pt x="952" y="1107"/>
                      <a:pt x="856" y="1107"/>
                      <a:pt x="757" y="1107"/>
                    </a:cubicBezTo>
                    <a:cubicBezTo>
                      <a:pt x="776" y="1203"/>
                      <a:pt x="796" y="1299"/>
                      <a:pt x="815" y="1398"/>
                    </a:cubicBezTo>
                    <a:cubicBezTo>
                      <a:pt x="777" y="1379"/>
                      <a:pt x="738" y="1359"/>
                      <a:pt x="699" y="1339"/>
                    </a:cubicBezTo>
                    <a:cubicBezTo>
                      <a:pt x="688" y="1283"/>
                      <a:pt x="688" y="1283"/>
                      <a:pt x="692" y="1219"/>
                    </a:cubicBezTo>
                    <a:cubicBezTo>
                      <a:pt x="693" y="1198"/>
                      <a:pt x="694" y="1177"/>
                      <a:pt x="695" y="1155"/>
                    </a:cubicBezTo>
                    <a:cubicBezTo>
                      <a:pt x="695" y="1147"/>
                      <a:pt x="695" y="1147"/>
                      <a:pt x="699" y="1107"/>
                    </a:cubicBezTo>
                    <a:cubicBezTo>
                      <a:pt x="682" y="1109"/>
                      <a:pt x="664" y="1112"/>
                      <a:pt x="646" y="1115"/>
                    </a:cubicBezTo>
                    <a:cubicBezTo>
                      <a:pt x="582" y="1107"/>
                      <a:pt x="582" y="1107"/>
                      <a:pt x="535" y="1049"/>
                    </a:cubicBezTo>
                    <a:cubicBezTo>
                      <a:pt x="520" y="1024"/>
                      <a:pt x="505" y="998"/>
                      <a:pt x="491" y="972"/>
                    </a:cubicBezTo>
                    <a:cubicBezTo>
                      <a:pt x="484" y="959"/>
                      <a:pt x="476" y="945"/>
                      <a:pt x="469" y="932"/>
                    </a:cubicBezTo>
                    <a:cubicBezTo>
                      <a:pt x="416" y="837"/>
                      <a:pt x="377" y="745"/>
                      <a:pt x="349" y="641"/>
                    </a:cubicBezTo>
                    <a:cubicBezTo>
                      <a:pt x="311" y="641"/>
                      <a:pt x="273" y="641"/>
                      <a:pt x="233" y="641"/>
                    </a:cubicBezTo>
                    <a:cubicBezTo>
                      <a:pt x="233" y="564"/>
                      <a:pt x="233" y="487"/>
                      <a:pt x="233" y="408"/>
                    </a:cubicBezTo>
                    <a:cubicBezTo>
                      <a:pt x="195" y="408"/>
                      <a:pt x="156" y="408"/>
                      <a:pt x="116" y="408"/>
                    </a:cubicBezTo>
                    <a:cubicBezTo>
                      <a:pt x="116" y="369"/>
                      <a:pt x="116" y="331"/>
                      <a:pt x="116" y="291"/>
                    </a:cubicBezTo>
                    <a:cubicBezTo>
                      <a:pt x="78" y="291"/>
                      <a:pt x="40" y="291"/>
                      <a:pt x="0" y="291"/>
                    </a:cubicBezTo>
                    <a:cubicBezTo>
                      <a:pt x="0" y="195"/>
                      <a:pt x="0" y="9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73" name="ICON_TOOL_MODELS_path_065"/>
              <p:cNvSpPr/>
              <p:nvPr/>
            </p:nvSpPr>
            <p:spPr>
              <a:xfrm>
                <a:off x="5291336" y="5074606"/>
                <a:ext cx="14053" cy="13510"/>
              </a:xfrm>
              <a:custGeom>
                <a:avLst/>
                <a:gdLst/>
                <a:ahLst/>
                <a:cxnLst/>
                <a:rect l="0" t="0" r="r" b="b"/>
                <a:pathLst>
                  <a:path w="1107" h="1064" fill="norm" stroke="0">
                    <a:moveTo>
                      <a:pt x="0" y="0"/>
                    </a:moveTo>
                    <a:cubicBezTo>
                      <a:pt x="96" y="0"/>
                      <a:pt x="192" y="0"/>
                      <a:pt x="291" y="0"/>
                    </a:cubicBezTo>
                    <a:cubicBezTo>
                      <a:pt x="291" y="38"/>
                      <a:pt x="291" y="77"/>
                      <a:pt x="291" y="116"/>
                    </a:cubicBezTo>
                    <a:cubicBezTo>
                      <a:pt x="330" y="116"/>
                      <a:pt x="368" y="116"/>
                      <a:pt x="408" y="116"/>
                    </a:cubicBezTo>
                    <a:cubicBezTo>
                      <a:pt x="408" y="155"/>
                      <a:pt x="408" y="193"/>
                      <a:pt x="408" y="233"/>
                    </a:cubicBezTo>
                    <a:cubicBezTo>
                      <a:pt x="446" y="233"/>
                      <a:pt x="485" y="233"/>
                      <a:pt x="524" y="233"/>
                    </a:cubicBezTo>
                    <a:cubicBezTo>
                      <a:pt x="524" y="271"/>
                      <a:pt x="524" y="310"/>
                      <a:pt x="524" y="349"/>
                    </a:cubicBezTo>
                    <a:cubicBezTo>
                      <a:pt x="563" y="349"/>
                      <a:pt x="601" y="349"/>
                      <a:pt x="641" y="349"/>
                    </a:cubicBezTo>
                    <a:cubicBezTo>
                      <a:pt x="641" y="388"/>
                      <a:pt x="641" y="426"/>
                      <a:pt x="641" y="466"/>
                    </a:cubicBezTo>
                    <a:cubicBezTo>
                      <a:pt x="679" y="466"/>
                      <a:pt x="717" y="466"/>
                      <a:pt x="757" y="466"/>
                    </a:cubicBezTo>
                    <a:cubicBezTo>
                      <a:pt x="757" y="504"/>
                      <a:pt x="757" y="543"/>
                      <a:pt x="757" y="582"/>
                    </a:cubicBezTo>
                    <a:cubicBezTo>
                      <a:pt x="796" y="582"/>
                      <a:pt x="834" y="582"/>
                      <a:pt x="874" y="582"/>
                    </a:cubicBezTo>
                    <a:cubicBezTo>
                      <a:pt x="874" y="659"/>
                      <a:pt x="874" y="736"/>
                      <a:pt x="874" y="815"/>
                    </a:cubicBezTo>
                    <a:cubicBezTo>
                      <a:pt x="912" y="815"/>
                      <a:pt x="950" y="815"/>
                      <a:pt x="990" y="815"/>
                    </a:cubicBezTo>
                    <a:cubicBezTo>
                      <a:pt x="990" y="854"/>
                      <a:pt x="990" y="892"/>
                      <a:pt x="990" y="932"/>
                    </a:cubicBezTo>
                    <a:cubicBezTo>
                      <a:pt x="1028" y="932"/>
                      <a:pt x="1067" y="932"/>
                      <a:pt x="1107" y="932"/>
                    </a:cubicBezTo>
                    <a:cubicBezTo>
                      <a:pt x="1090" y="990"/>
                      <a:pt x="1090" y="990"/>
                      <a:pt x="1048" y="1048"/>
                    </a:cubicBezTo>
                    <a:cubicBezTo>
                      <a:pt x="979" y="1064"/>
                      <a:pt x="911" y="1059"/>
                      <a:pt x="841" y="1056"/>
                    </a:cubicBezTo>
                    <a:cubicBezTo>
                      <a:pt x="822" y="1055"/>
                      <a:pt x="802" y="1055"/>
                      <a:pt x="783" y="1054"/>
                    </a:cubicBezTo>
                    <a:cubicBezTo>
                      <a:pt x="735" y="1053"/>
                      <a:pt x="688" y="1051"/>
                      <a:pt x="641" y="1048"/>
                    </a:cubicBezTo>
                    <a:cubicBezTo>
                      <a:pt x="641" y="1010"/>
                      <a:pt x="641" y="971"/>
                      <a:pt x="641" y="932"/>
                    </a:cubicBezTo>
                    <a:cubicBezTo>
                      <a:pt x="602" y="932"/>
                      <a:pt x="564" y="932"/>
                      <a:pt x="524" y="932"/>
                    </a:cubicBezTo>
                    <a:cubicBezTo>
                      <a:pt x="524" y="893"/>
                      <a:pt x="524" y="855"/>
                      <a:pt x="524" y="815"/>
                    </a:cubicBezTo>
                    <a:cubicBezTo>
                      <a:pt x="486" y="815"/>
                      <a:pt x="447" y="815"/>
                      <a:pt x="408" y="815"/>
                    </a:cubicBezTo>
                    <a:cubicBezTo>
                      <a:pt x="408" y="777"/>
                      <a:pt x="408" y="738"/>
                      <a:pt x="408" y="699"/>
                    </a:cubicBezTo>
                    <a:cubicBezTo>
                      <a:pt x="369" y="699"/>
                      <a:pt x="331" y="699"/>
                      <a:pt x="291" y="699"/>
                    </a:cubicBezTo>
                    <a:cubicBezTo>
                      <a:pt x="291" y="622"/>
                      <a:pt x="291" y="545"/>
                      <a:pt x="291" y="466"/>
                    </a:cubicBezTo>
                    <a:cubicBezTo>
                      <a:pt x="253" y="466"/>
                      <a:pt x="214" y="466"/>
                      <a:pt x="175" y="466"/>
                    </a:cubicBezTo>
                    <a:cubicBezTo>
                      <a:pt x="175" y="427"/>
                      <a:pt x="175" y="389"/>
                      <a:pt x="175" y="349"/>
                    </a:cubicBezTo>
                    <a:cubicBezTo>
                      <a:pt x="136" y="349"/>
                      <a:pt x="98" y="349"/>
                      <a:pt x="58" y="349"/>
                    </a:cubicBezTo>
                    <a:cubicBezTo>
                      <a:pt x="39" y="234"/>
                      <a:pt x="20" y="11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74" name="ICON_TOOL_MODELS_path_066"/>
              <p:cNvSpPr/>
              <p:nvPr/>
            </p:nvSpPr>
            <p:spPr>
              <a:xfrm>
                <a:off x="5354205" y="5130818"/>
                <a:ext cx="11834" cy="10355"/>
              </a:xfrm>
              <a:custGeom>
                <a:avLst/>
                <a:gdLst/>
                <a:ahLst/>
                <a:cxnLst/>
                <a:rect l="0" t="0" r="r" b="b"/>
                <a:pathLst>
                  <a:path w="932" h="815" fill="norm" stroke="0">
                    <a:moveTo>
                      <a:pt x="0" y="0"/>
                    </a:moveTo>
                    <a:cubicBezTo>
                      <a:pt x="115" y="0"/>
                      <a:pt x="231" y="0"/>
                      <a:pt x="349" y="0"/>
                    </a:cubicBezTo>
                    <a:cubicBezTo>
                      <a:pt x="349" y="38"/>
                      <a:pt x="349" y="77"/>
                      <a:pt x="349" y="116"/>
                    </a:cubicBezTo>
                    <a:cubicBezTo>
                      <a:pt x="426" y="116"/>
                      <a:pt x="503" y="116"/>
                      <a:pt x="582" y="116"/>
                    </a:cubicBezTo>
                    <a:cubicBezTo>
                      <a:pt x="582" y="155"/>
                      <a:pt x="582" y="193"/>
                      <a:pt x="582" y="233"/>
                    </a:cubicBezTo>
                    <a:cubicBezTo>
                      <a:pt x="621" y="233"/>
                      <a:pt x="659" y="233"/>
                      <a:pt x="699" y="233"/>
                    </a:cubicBezTo>
                    <a:cubicBezTo>
                      <a:pt x="699" y="271"/>
                      <a:pt x="699" y="310"/>
                      <a:pt x="699" y="349"/>
                    </a:cubicBezTo>
                    <a:cubicBezTo>
                      <a:pt x="737" y="349"/>
                      <a:pt x="776" y="349"/>
                      <a:pt x="815" y="349"/>
                    </a:cubicBezTo>
                    <a:cubicBezTo>
                      <a:pt x="815" y="388"/>
                      <a:pt x="815" y="426"/>
                      <a:pt x="815" y="466"/>
                    </a:cubicBezTo>
                    <a:cubicBezTo>
                      <a:pt x="854" y="466"/>
                      <a:pt x="892" y="466"/>
                      <a:pt x="932" y="466"/>
                    </a:cubicBezTo>
                    <a:cubicBezTo>
                      <a:pt x="932" y="504"/>
                      <a:pt x="932" y="543"/>
                      <a:pt x="932" y="582"/>
                    </a:cubicBezTo>
                    <a:cubicBezTo>
                      <a:pt x="893" y="582"/>
                      <a:pt x="855" y="582"/>
                      <a:pt x="815" y="582"/>
                    </a:cubicBezTo>
                    <a:cubicBezTo>
                      <a:pt x="815" y="621"/>
                      <a:pt x="815" y="659"/>
                      <a:pt x="815" y="699"/>
                    </a:cubicBezTo>
                    <a:cubicBezTo>
                      <a:pt x="777" y="699"/>
                      <a:pt x="738" y="699"/>
                      <a:pt x="699" y="699"/>
                    </a:cubicBezTo>
                    <a:cubicBezTo>
                      <a:pt x="699" y="737"/>
                      <a:pt x="699" y="776"/>
                      <a:pt x="699" y="815"/>
                    </a:cubicBezTo>
                    <a:cubicBezTo>
                      <a:pt x="660" y="815"/>
                      <a:pt x="622" y="815"/>
                      <a:pt x="582" y="815"/>
                    </a:cubicBezTo>
                    <a:cubicBezTo>
                      <a:pt x="582" y="777"/>
                      <a:pt x="582" y="738"/>
                      <a:pt x="582" y="699"/>
                    </a:cubicBezTo>
                    <a:cubicBezTo>
                      <a:pt x="506" y="699"/>
                      <a:pt x="429" y="699"/>
                      <a:pt x="349" y="699"/>
                    </a:cubicBezTo>
                    <a:cubicBezTo>
                      <a:pt x="349" y="660"/>
                      <a:pt x="349" y="622"/>
                      <a:pt x="349" y="582"/>
                    </a:cubicBezTo>
                    <a:cubicBezTo>
                      <a:pt x="273" y="582"/>
                      <a:pt x="196" y="582"/>
                      <a:pt x="116" y="582"/>
                    </a:cubicBezTo>
                    <a:cubicBezTo>
                      <a:pt x="116" y="544"/>
                      <a:pt x="116" y="506"/>
                      <a:pt x="116" y="466"/>
                    </a:cubicBezTo>
                    <a:cubicBezTo>
                      <a:pt x="78" y="466"/>
                      <a:pt x="40" y="466"/>
                      <a:pt x="0" y="466"/>
                    </a:cubicBezTo>
                    <a:cubicBezTo>
                      <a:pt x="0" y="312"/>
                      <a:pt x="0" y="15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75" name="ICON_TOOL_MODELS_path_067"/>
              <p:cNvSpPr/>
              <p:nvPr/>
            </p:nvSpPr>
            <p:spPr>
              <a:xfrm>
                <a:off x="5266928" y="5299454"/>
                <a:ext cx="8876" cy="25147"/>
              </a:xfrm>
              <a:custGeom>
                <a:avLst/>
                <a:gdLst/>
                <a:ahLst/>
                <a:cxnLst/>
                <a:rect l="0" t="0" r="r" b="b"/>
                <a:pathLst>
                  <a:path w="699" h="1980" fill="norm" stroke="0">
                    <a:moveTo>
                      <a:pt x="0" y="0"/>
                    </a:moveTo>
                    <a:cubicBezTo>
                      <a:pt x="77" y="0"/>
                      <a:pt x="154" y="0"/>
                      <a:pt x="233" y="0"/>
                    </a:cubicBezTo>
                    <a:cubicBezTo>
                      <a:pt x="233" y="38"/>
                      <a:pt x="233" y="77"/>
                      <a:pt x="233" y="116"/>
                    </a:cubicBezTo>
                    <a:cubicBezTo>
                      <a:pt x="271" y="116"/>
                      <a:pt x="310" y="116"/>
                      <a:pt x="349" y="116"/>
                    </a:cubicBezTo>
                    <a:cubicBezTo>
                      <a:pt x="347" y="134"/>
                      <a:pt x="345" y="153"/>
                      <a:pt x="342" y="171"/>
                    </a:cubicBezTo>
                    <a:cubicBezTo>
                      <a:pt x="343" y="181"/>
                      <a:pt x="343" y="181"/>
                      <a:pt x="349" y="233"/>
                    </a:cubicBezTo>
                    <a:cubicBezTo>
                      <a:pt x="400" y="266"/>
                      <a:pt x="400" y="266"/>
                      <a:pt x="466" y="291"/>
                    </a:cubicBezTo>
                    <a:cubicBezTo>
                      <a:pt x="531" y="317"/>
                      <a:pt x="531" y="317"/>
                      <a:pt x="582" y="349"/>
                    </a:cubicBezTo>
                    <a:cubicBezTo>
                      <a:pt x="590" y="411"/>
                      <a:pt x="590" y="411"/>
                      <a:pt x="582" y="466"/>
                    </a:cubicBezTo>
                    <a:cubicBezTo>
                      <a:pt x="544" y="466"/>
                      <a:pt x="506" y="466"/>
                      <a:pt x="466" y="466"/>
                    </a:cubicBezTo>
                    <a:cubicBezTo>
                      <a:pt x="466" y="850"/>
                      <a:pt x="466" y="1235"/>
                      <a:pt x="466" y="1631"/>
                    </a:cubicBezTo>
                    <a:cubicBezTo>
                      <a:pt x="504" y="1631"/>
                      <a:pt x="543" y="1631"/>
                      <a:pt x="582" y="1631"/>
                    </a:cubicBezTo>
                    <a:cubicBezTo>
                      <a:pt x="582" y="1669"/>
                      <a:pt x="582" y="1708"/>
                      <a:pt x="582" y="1747"/>
                    </a:cubicBezTo>
                    <a:cubicBezTo>
                      <a:pt x="621" y="1747"/>
                      <a:pt x="659" y="1747"/>
                      <a:pt x="699" y="1747"/>
                    </a:cubicBezTo>
                    <a:cubicBezTo>
                      <a:pt x="699" y="1824"/>
                      <a:pt x="699" y="1901"/>
                      <a:pt x="699" y="1980"/>
                    </a:cubicBezTo>
                    <a:cubicBezTo>
                      <a:pt x="584" y="1980"/>
                      <a:pt x="468" y="1980"/>
                      <a:pt x="349" y="1980"/>
                    </a:cubicBezTo>
                    <a:cubicBezTo>
                      <a:pt x="349" y="1519"/>
                      <a:pt x="349" y="1058"/>
                      <a:pt x="349" y="582"/>
                    </a:cubicBezTo>
                    <a:cubicBezTo>
                      <a:pt x="311" y="582"/>
                      <a:pt x="273" y="582"/>
                      <a:pt x="233" y="582"/>
                    </a:cubicBezTo>
                    <a:cubicBezTo>
                      <a:pt x="233" y="544"/>
                      <a:pt x="233" y="506"/>
                      <a:pt x="233" y="466"/>
                    </a:cubicBezTo>
                    <a:cubicBezTo>
                      <a:pt x="156" y="466"/>
                      <a:pt x="79" y="466"/>
                      <a:pt x="0" y="466"/>
                    </a:cubicBezTo>
                    <a:cubicBezTo>
                      <a:pt x="0" y="312"/>
                      <a:pt x="0" y="15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76" name="ICON_TOOL_MODELS_path_068"/>
              <p:cNvSpPr/>
              <p:nvPr/>
            </p:nvSpPr>
            <p:spPr>
              <a:xfrm>
                <a:off x="5204799" y="5226970"/>
                <a:ext cx="8876" cy="21449"/>
              </a:xfrm>
              <a:custGeom>
                <a:avLst/>
                <a:gdLst/>
                <a:ahLst/>
                <a:cxnLst/>
                <a:rect l="0" t="0" r="r" b="b"/>
                <a:pathLst>
                  <a:path w="699" h="1689" fill="norm" stroke="0">
                    <a:moveTo>
                      <a:pt x="349" y="0"/>
                    </a:moveTo>
                    <a:cubicBezTo>
                      <a:pt x="389" y="16"/>
                      <a:pt x="427" y="34"/>
                      <a:pt x="466" y="51"/>
                    </a:cubicBezTo>
                    <a:cubicBezTo>
                      <a:pt x="488" y="60"/>
                      <a:pt x="509" y="70"/>
                      <a:pt x="531" y="80"/>
                    </a:cubicBezTo>
                    <a:cubicBezTo>
                      <a:pt x="548" y="92"/>
                      <a:pt x="565" y="104"/>
                      <a:pt x="582" y="116"/>
                    </a:cubicBezTo>
                    <a:cubicBezTo>
                      <a:pt x="590" y="179"/>
                      <a:pt x="590" y="179"/>
                      <a:pt x="582" y="233"/>
                    </a:cubicBezTo>
                    <a:cubicBezTo>
                      <a:pt x="544" y="233"/>
                      <a:pt x="506" y="233"/>
                      <a:pt x="466" y="233"/>
                    </a:cubicBezTo>
                    <a:cubicBezTo>
                      <a:pt x="466" y="310"/>
                      <a:pt x="466" y="387"/>
                      <a:pt x="466" y="466"/>
                    </a:cubicBezTo>
                    <a:cubicBezTo>
                      <a:pt x="504" y="466"/>
                      <a:pt x="543" y="466"/>
                      <a:pt x="582" y="466"/>
                    </a:cubicBezTo>
                    <a:cubicBezTo>
                      <a:pt x="582" y="543"/>
                      <a:pt x="582" y="620"/>
                      <a:pt x="582" y="699"/>
                    </a:cubicBezTo>
                    <a:cubicBezTo>
                      <a:pt x="621" y="699"/>
                      <a:pt x="659" y="699"/>
                      <a:pt x="699" y="699"/>
                    </a:cubicBezTo>
                    <a:cubicBezTo>
                      <a:pt x="699" y="776"/>
                      <a:pt x="699" y="853"/>
                      <a:pt x="699" y="932"/>
                    </a:cubicBezTo>
                    <a:cubicBezTo>
                      <a:pt x="622" y="951"/>
                      <a:pt x="545" y="970"/>
                      <a:pt x="466" y="990"/>
                    </a:cubicBezTo>
                    <a:cubicBezTo>
                      <a:pt x="466" y="1221"/>
                      <a:pt x="466" y="1451"/>
                      <a:pt x="466" y="1689"/>
                    </a:cubicBezTo>
                    <a:cubicBezTo>
                      <a:pt x="427" y="1670"/>
                      <a:pt x="389" y="1650"/>
                      <a:pt x="349" y="1631"/>
                    </a:cubicBezTo>
                    <a:cubicBezTo>
                      <a:pt x="339" y="1573"/>
                      <a:pt x="336" y="1530"/>
                      <a:pt x="338" y="1472"/>
                    </a:cubicBezTo>
                    <a:cubicBezTo>
                      <a:pt x="338" y="1457"/>
                      <a:pt x="338" y="1441"/>
                      <a:pt x="339" y="1425"/>
                    </a:cubicBezTo>
                    <a:cubicBezTo>
                      <a:pt x="339" y="1376"/>
                      <a:pt x="341" y="1327"/>
                      <a:pt x="342" y="1278"/>
                    </a:cubicBezTo>
                    <a:cubicBezTo>
                      <a:pt x="343" y="1244"/>
                      <a:pt x="343" y="1211"/>
                      <a:pt x="344" y="1177"/>
                    </a:cubicBezTo>
                    <a:cubicBezTo>
                      <a:pt x="345" y="1096"/>
                      <a:pt x="347" y="1014"/>
                      <a:pt x="349" y="932"/>
                    </a:cubicBezTo>
                    <a:cubicBezTo>
                      <a:pt x="311" y="932"/>
                      <a:pt x="273" y="932"/>
                      <a:pt x="233" y="932"/>
                    </a:cubicBezTo>
                    <a:cubicBezTo>
                      <a:pt x="233" y="855"/>
                      <a:pt x="233" y="778"/>
                      <a:pt x="233" y="699"/>
                    </a:cubicBezTo>
                    <a:cubicBezTo>
                      <a:pt x="195" y="699"/>
                      <a:pt x="156" y="699"/>
                      <a:pt x="116" y="699"/>
                    </a:cubicBezTo>
                    <a:cubicBezTo>
                      <a:pt x="116" y="622"/>
                      <a:pt x="116" y="545"/>
                      <a:pt x="116" y="466"/>
                    </a:cubicBezTo>
                    <a:cubicBezTo>
                      <a:pt x="78" y="466"/>
                      <a:pt x="40" y="466"/>
                      <a:pt x="0" y="466"/>
                    </a:cubicBezTo>
                    <a:cubicBezTo>
                      <a:pt x="16" y="427"/>
                      <a:pt x="34" y="388"/>
                      <a:pt x="51" y="349"/>
                    </a:cubicBezTo>
                    <a:cubicBezTo>
                      <a:pt x="60" y="328"/>
                      <a:pt x="70" y="306"/>
                      <a:pt x="80" y="284"/>
                    </a:cubicBezTo>
                    <a:cubicBezTo>
                      <a:pt x="92" y="267"/>
                      <a:pt x="104" y="250"/>
                      <a:pt x="116" y="233"/>
                    </a:cubicBezTo>
                    <a:cubicBezTo>
                      <a:pt x="179" y="226"/>
                      <a:pt x="179" y="226"/>
                      <a:pt x="233" y="233"/>
                    </a:cubicBezTo>
                    <a:cubicBezTo>
                      <a:pt x="233" y="195"/>
                      <a:pt x="233" y="156"/>
                      <a:pt x="233" y="116"/>
                    </a:cubicBezTo>
                    <a:cubicBezTo>
                      <a:pt x="271" y="116"/>
                      <a:pt x="310" y="116"/>
                      <a:pt x="349" y="116"/>
                    </a:cubicBezTo>
                    <a:cubicBezTo>
                      <a:pt x="349" y="78"/>
                      <a:pt x="349" y="40"/>
                      <a:pt x="34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77" name="ICON_TOOL_MODELS_path_069"/>
              <p:cNvSpPr/>
              <p:nvPr/>
            </p:nvSpPr>
            <p:spPr>
              <a:xfrm>
                <a:off x="5207758" y="5334956"/>
                <a:ext cx="23668" cy="4438"/>
              </a:xfrm>
              <a:custGeom>
                <a:avLst/>
                <a:gdLst/>
                <a:ahLst/>
                <a:cxnLst/>
                <a:rect l="0" t="0" r="r" b="b"/>
                <a:pathLst>
                  <a:path w="1864" h="349" fill="norm" stroke="0">
                    <a:moveTo>
                      <a:pt x="349" y="0"/>
                    </a:moveTo>
                    <a:cubicBezTo>
                      <a:pt x="657" y="0"/>
                      <a:pt x="964" y="0"/>
                      <a:pt x="1281" y="0"/>
                    </a:cubicBezTo>
                    <a:cubicBezTo>
                      <a:pt x="1281" y="38"/>
                      <a:pt x="1281" y="77"/>
                      <a:pt x="1281" y="116"/>
                    </a:cubicBezTo>
                    <a:cubicBezTo>
                      <a:pt x="1484" y="124"/>
                      <a:pt x="1667" y="105"/>
                      <a:pt x="1864" y="58"/>
                    </a:cubicBezTo>
                    <a:cubicBezTo>
                      <a:pt x="1654" y="246"/>
                      <a:pt x="1654" y="246"/>
                      <a:pt x="1500" y="244"/>
                    </a:cubicBezTo>
                    <a:cubicBezTo>
                      <a:pt x="1466" y="241"/>
                      <a:pt x="1432" y="238"/>
                      <a:pt x="1398" y="233"/>
                    </a:cubicBezTo>
                    <a:cubicBezTo>
                      <a:pt x="1398" y="271"/>
                      <a:pt x="1398" y="310"/>
                      <a:pt x="1398" y="349"/>
                    </a:cubicBezTo>
                    <a:cubicBezTo>
                      <a:pt x="1052" y="349"/>
                      <a:pt x="706" y="349"/>
                      <a:pt x="349" y="349"/>
                    </a:cubicBezTo>
                    <a:cubicBezTo>
                      <a:pt x="349" y="311"/>
                      <a:pt x="349" y="273"/>
                      <a:pt x="349" y="233"/>
                    </a:cubicBezTo>
                    <a:cubicBezTo>
                      <a:pt x="234" y="195"/>
                      <a:pt x="119" y="156"/>
                      <a:pt x="0" y="116"/>
                    </a:cubicBezTo>
                    <a:cubicBezTo>
                      <a:pt x="215" y="52"/>
                      <a:pt x="215" y="52"/>
                      <a:pt x="306" y="84"/>
                    </a:cubicBezTo>
                    <a:cubicBezTo>
                      <a:pt x="320" y="95"/>
                      <a:pt x="335" y="105"/>
                      <a:pt x="349" y="116"/>
                    </a:cubicBezTo>
                    <a:cubicBezTo>
                      <a:pt x="349" y="78"/>
                      <a:pt x="349" y="40"/>
                      <a:pt x="34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78" name="ICON_TOOL_MODELS_path_070"/>
              <p:cNvSpPr/>
              <p:nvPr/>
            </p:nvSpPr>
            <p:spPr>
              <a:xfrm>
                <a:off x="5221071" y="5185551"/>
                <a:ext cx="23668" cy="8876"/>
              </a:xfrm>
              <a:custGeom>
                <a:avLst/>
                <a:gdLst/>
                <a:ahLst/>
                <a:cxnLst/>
                <a:rect l="0" t="0" r="r" b="b"/>
                <a:pathLst>
                  <a:path w="1864" h="699" fill="norm" stroke="0">
                    <a:moveTo>
                      <a:pt x="1864" y="116"/>
                    </a:moveTo>
                    <a:cubicBezTo>
                      <a:pt x="1844" y="309"/>
                      <a:pt x="1825" y="501"/>
                      <a:pt x="1805" y="699"/>
                    </a:cubicBezTo>
                    <a:cubicBezTo>
                      <a:pt x="1748" y="699"/>
                      <a:pt x="1690" y="699"/>
                      <a:pt x="1631" y="699"/>
                    </a:cubicBezTo>
                    <a:cubicBezTo>
                      <a:pt x="1631" y="660"/>
                      <a:pt x="1631" y="622"/>
                      <a:pt x="1631" y="582"/>
                    </a:cubicBezTo>
                    <a:cubicBezTo>
                      <a:pt x="1093" y="582"/>
                      <a:pt x="554" y="582"/>
                      <a:pt x="0" y="582"/>
                    </a:cubicBezTo>
                    <a:cubicBezTo>
                      <a:pt x="0" y="544"/>
                      <a:pt x="0" y="506"/>
                      <a:pt x="0" y="466"/>
                    </a:cubicBezTo>
                    <a:cubicBezTo>
                      <a:pt x="7" y="466"/>
                      <a:pt x="7" y="466"/>
                      <a:pt x="41" y="465"/>
                    </a:cubicBezTo>
                    <a:cubicBezTo>
                      <a:pt x="182" y="461"/>
                      <a:pt x="322" y="456"/>
                      <a:pt x="463" y="451"/>
                    </a:cubicBezTo>
                    <a:cubicBezTo>
                      <a:pt x="516" y="449"/>
                      <a:pt x="568" y="447"/>
                      <a:pt x="621" y="446"/>
                    </a:cubicBezTo>
                    <a:cubicBezTo>
                      <a:pt x="696" y="444"/>
                      <a:pt x="772" y="441"/>
                      <a:pt x="847" y="437"/>
                    </a:cubicBezTo>
                    <a:cubicBezTo>
                      <a:pt x="871" y="437"/>
                      <a:pt x="894" y="437"/>
                      <a:pt x="918" y="436"/>
                    </a:cubicBezTo>
                    <a:cubicBezTo>
                      <a:pt x="1047" y="430"/>
                      <a:pt x="1113" y="414"/>
                      <a:pt x="1203" y="318"/>
                    </a:cubicBezTo>
                    <a:cubicBezTo>
                      <a:pt x="1215" y="302"/>
                      <a:pt x="1228" y="287"/>
                      <a:pt x="1241" y="270"/>
                    </a:cubicBezTo>
                    <a:cubicBezTo>
                      <a:pt x="1281" y="233"/>
                      <a:pt x="1281" y="233"/>
                      <a:pt x="1344" y="228"/>
                    </a:cubicBezTo>
                    <a:cubicBezTo>
                      <a:pt x="1362" y="229"/>
                      <a:pt x="1380" y="231"/>
                      <a:pt x="1398" y="233"/>
                    </a:cubicBezTo>
                    <a:cubicBezTo>
                      <a:pt x="1397" y="224"/>
                      <a:pt x="1397" y="224"/>
                      <a:pt x="1391" y="179"/>
                    </a:cubicBezTo>
                    <a:cubicBezTo>
                      <a:pt x="1398" y="116"/>
                      <a:pt x="1398" y="116"/>
                      <a:pt x="1440" y="76"/>
                    </a:cubicBezTo>
                    <a:cubicBezTo>
                      <a:pt x="1450" y="70"/>
                      <a:pt x="1450" y="70"/>
                      <a:pt x="1500" y="44"/>
                    </a:cubicBezTo>
                    <a:cubicBezTo>
                      <a:pt x="1519" y="33"/>
                      <a:pt x="1538" y="21"/>
                      <a:pt x="1557" y="10"/>
                    </a:cubicBezTo>
                    <a:cubicBezTo>
                      <a:pt x="1631" y="0"/>
                      <a:pt x="1631" y="0"/>
                      <a:pt x="1864" y="1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79" name="ICON_TOOL_MODELS_path_071"/>
              <p:cNvSpPr/>
              <p:nvPr/>
            </p:nvSpPr>
            <p:spPr>
              <a:xfrm>
                <a:off x="5114564" y="5287620"/>
                <a:ext cx="11927" cy="14793"/>
              </a:xfrm>
              <a:custGeom>
                <a:avLst/>
                <a:gdLst/>
                <a:ahLst/>
                <a:cxnLst/>
                <a:rect l="0" t="0" r="r" b="b"/>
                <a:pathLst>
                  <a:path w="939" h="1165" fill="norm" stroke="0">
                    <a:moveTo>
                      <a:pt x="116" y="0"/>
                    </a:moveTo>
                    <a:cubicBezTo>
                      <a:pt x="193" y="0"/>
                      <a:pt x="270" y="0"/>
                      <a:pt x="349" y="0"/>
                    </a:cubicBezTo>
                    <a:cubicBezTo>
                      <a:pt x="349" y="77"/>
                      <a:pt x="349" y="154"/>
                      <a:pt x="349" y="233"/>
                    </a:cubicBezTo>
                    <a:cubicBezTo>
                      <a:pt x="388" y="233"/>
                      <a:pt x="426" y="233"/>
                      <a:pt x="466" y="233"/>
                    </a:cubicBezTo>
                    <a:cubicBezTo>
                      <a:pt x="466" y="310"/>
                      <a:pt x="466" y="387"/>
                      <a:pt x="466" y="466"/>
                    </a:cubicBezTo>
                    <a:cubicBezTo>
                      <a:pt x="504" y="466"/>
                      <a:pt x="543" y="466"/>
                      <a:pt x="582" y="466"/>
                    </a:cubicBezTo>
                    <a:cubicBezTo>
                      <a:pt x="582" y="543"/>
                      <a:pt x="582" y="620"/>
                      <a:pt x="582" y="699"/>
                    </a:cubicBezTo>
                    <a:cubicBezTo>
                      <a:pt x="621" y="699"/>
                      <a:pt x="659" y="699"/>
                      <a:pt x="699" y="699"/>
                    </a:cubicBezTo>
                    <a:cubicBezTo>
                      <a:pt x="698" y="708"/>
                      <a:pt x="698" y="708"/>
                      <a:pt x="692" y="753"/>
                    </a:cubicBezTo>
                    <a:cubicBezTo>
                      <a:pt x="694" y="774"/>
                      <a:pt x="696" y="794"/>
                      <a:pt x="699" y="815"/>
                    </a:cubicBezTo>
                    <a:cubicBezTo>
                      <a:pt x="750" y="848"/>
                      <a:pt x="750" y="848"/>
                      <a:pt x="815" y="874"/>
                    </a:cubicBezTo>
                    <a:cubicBezTo>
                      <a:pt x="881" y="899"/>
                      <a:pt x="881" y="899"/>
                      <a:pt x="932" y="932"/>
                    </a:cubicBezTo>
                    <a:cubicBezTo>
                      <a:pt x="939" y="994"/>
                      <a:pt x="939" y="994"/>
                      <a:pt x="932" y="1048"/>
                    </a:cubicBezTo>
                    <a:cubicBezTo>
                      <a:pt x="914" y="1046"/>
                      <a:pt x="896" y="1044"/>
                      <a:pt x="877" y="1041"/>
                    </a:cubicBezTo>
                    <a:cubicBezTo>
                      <a:pt x="857" y="1043"/>
                      <a:pt x="836" y="1046"/>
                      <a:pt x="815" y="1048"/>
                    </a:cubicBezTo>
                    <a:cubicBezTo>
                      <a:pt x="779" y="1107"/>
                      <a:pt x="779" y="1107"/>
                      <a:pt x="757" y="1165"/>
                    </a:cubicBezTo>
                    <a:cubicBezTo>
                      <a:pt x="738" y="1146"/>
                      <a:pt x="719" y="1126"/>
                      <a:pt x="699" y="1107"/>
                    </a:cubicBezTo>
                    <a:cubicBezTo>
                      <a:pt x="660" y="1126"/>
                      <a:pt x="622" y="1145"/>
                      <a:pt x="582" y="1165"/>
                    </a:cubicBezTo>
                    <a:cubicBezTo>
                      <a:pt x="582" y="1088"/>
                      <a:pt x="582" y="1011"/>
                      <a:pt x="582" y="932"/>
                    </a:cubicBezTo>
                    <a:cubicBezTo>
                      <a:pt x="544" y="932"/>
                      <a:pt x="506" y="932"/>
                      <a:pt x="466" y="932"/>
                    </a:cubicBezTo>
                    <a:cubicBezTo>
                      <a:pt x="466" y="893"/>
                      <a:pt x="466" y="855"/>
                      <a:pt x="466" y="815"/>
                    </a:cubicBezTo>
                    <a:cubicBezTo>
                      <a:pt x="427" y="815"/>
                      <a:pt x="389" y="815"/>
                      <a:pt x="349" y="815"/>
                    </a:cubicBezTo>
                    <a:cubicBezTo>
                      <a:pt x="349" y="777"/>
                      <a:pt x="349" y="738"/>
                      <a:pt x="349" y="699"/>
                    </a:cubicBezTo>
                    <a:cubicBezTo>
                      <a:pt x="311" y="699"/>
                      <a:pt x="273" y="699"/>
                      <a:pt x="233" y="699"/>
                    </a:cubicBezTo>
                    <a:cubicBezTo>
                      <a:pt x="233" y="660"/>
                      <a:pt x="233" y="622"/>
                      <a:pt x="233" y="582"/>
                    </a:cubicBezTo>
                    <a:cubicBezTo>
                      <a:pt x="195" y="582"/>
                      <a:pt x="156" y="582"/>
                      <a:pt x="116" y="582"/>
                    </a:cubicBezTo>
                    <a:cubicBezTo>
                      <a:pt x="116" y="544"/>
                      <a:pt x="116" y="506"/>
                      <a:pt x="116" y="466"/>
                    </a:cubicBezTo>
                    <a:cubicBezTo>
                      <a:pt x="78" y="466"/>
                      <a:pt x="40" y="466"/>
                      <a:pt x="0" y="466"/>
                    </a:cubicBezTo>
                    <a:cubicBezTo>
                      <a:pt x="0" y="351"/>
                      <a:pt x="0" y="235"/>
                      <a:pt x="0" y="116"/>
                    </a:cubicBezTo>
                    <a:cubicBezTo>
                      <a:pt x="38" y="116"/>
                      <a:pt x="77" y="116"/>
                      <a:pt x="116" y="116"/>
                    </a:cubicBezTo>
                    <a:cubicBezTo>
                      <a:pt x="116" y="78"/>
                      <a:pt x="116" y="40"/>
                      <a:pt x="11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80" name="ICON_TOOL_MODELS_path_072"/>
              <p:cNvSpPr/>
              <p:nvPr/>
            </p:nvSpPr>
            <p:spPr>
              <a:xfrm>
                <a:off x="5206278" y="5114546"/>
                <a:ext cx="10355" cy="17751"/>
              </a:xfrm>
              <a:custGeom>
                <a:avLst/>
                <a:gdLst/>
                <a:ahLst/>
                <a:cxnLst/>
                <a:rect l="0" t="0" r="r" b="b"/>
                <a:pathLst>
                  <a:path w="815" h="1398" fill="norm" stroke="0">
                    <a:moveTo>
                      <a:pt x="349" y="0"/>
                    </a:moveTo>
                    <a:cubicBezTo>
                      <a:pt x="465" y="0"/>
                      <a:pt x="580" y="0"/>
                      <a:pt x="699" y="0"/>
                    </a:cubicBezTo>
                    <a:cubicBezTo>
                      <a:pt x="699" y="38"/>
                      <a:pt x="699" y="77"/>
                      <a:pt x="699" y="116"/>
                    </a:cubicBezTo>
                    <a:cubicBezTo>
                      <a:pt x="737" y="116"/>
                      <a:pt x="776" y="116"/>
                      <a:pt x="815" y="116"/>
                    </a:cubicBezTo>
                    <a:cubicBezTo>
                      <a:pt x="815" y="155"/>
                      <a:pt x="815" y="193"/>
                      <a:pt x="815" y="233"/>
                    </a:cubicBezTo>
                    <a:cubicBezTo>
                      <a:pt x="777" y="233"/>
                      <a:pt x="738" y="233"/>
                      <a:pt x="699" y="233"/>
                    </a:cubicBezTo>
                    <a:cubicBezTo>
                      <a:pt x="699" y="271"/>
                      <a:pt x="699" y="310"/>
                      <a:pt x="699" y="349"/>
                    </a:cubicBezTo>
                    <a:cubicBezTo>
                      <a:pt x="622" y="349"/>
                      <a:pt x="545" y="349"/>
                      <a:pt x="466" y="349"/>
                    </a:cubicBezTo>
                    <a:cubicBezTo>
                      <a:pt x="466" y="465"/>
                      <a:pt x="466" y="580"/>
                      <a:pt x="466" y="699"/>
                    </a:cubicBezTo>
                    <a:cubicBezTo>
                      <a:pt x="427" y="699"/>
                      <a:pt x="389" y="699"/>
                      <a:pt x="349" y="699"/>
                    </a:cubicBezTo>
                    <a:cubicBezTo>
                      <a:pt x="349" y="737"/>
                      <a:pt x="349" y="776"/>
                      <a:pt x="349" y="815"/>
                    </a:cubicBezTo>
                    <a:cubicBezTo>
                      <a:pt x="311" y="815"/>
                      <a:pt x="273" y="815"/>
                      <a:pt x="233" y="815"/>
                    </a:cubicBezTo>
                    <a:cubicBezTo>
                      <a:pt x="214" y="1008"/>
                      <a:pt x="195" y="1200"/>
                      <a:pt x="175" y="1398"/>
                    </a:cubicBezTo>
                    <a:cubicBezTo>
                      <a:pt x="117" y="1398"/>
                      <a:pt x="59" y="1398"/>
                      <a:pt x="0" y="1398"/>
                    </a:cubicBezTo>
                    <a:cubicBezTo>
                      <a:pt x="19" y="1379"/>
                      <a:pt x="38" y="1359"/>
                      <a:pt x="58" y="1339"/>
                    </a:cubicBezTo>
                    <a:cubicBezTo>
                      <a:pt x="67" y="1284"/>
                      <a:pt x="67" y="1284"/>
                      <a:pt x="70" y="1215"/>
                    </a:cubicBezTo>
                    <a:cubicBezTo>
                      <a:pt x="71" y="1190"/>
                      <a:pt x="73" y="1164"/>
                      <a:pt x="74" y="1138"/>
                    </a:cubicBezTo>
                    <a:cubicBezTo>
                      <a:pt x="75" y="1110"/>
                      <a:pt x="76" y="1082"/>
                      <a:pt x="77" y="1054"/>
                    </a:cubicBezTo>
                    <a:cubicBezTo>
                      <a:pt x="78" y="1025"/>
                      <a:pt x="79" y="997"/>
                      <a:pt x="80" y="968"/>
                    </a:cubicBezTo>
                    <a:cubicBezTo>
                      <a:pt x="84" y="892"/>
                      <a:pt x="86" y="817"/>
                      <a:pt x="89" y="742"/>
                    </a:cubicBezTo>
                    <a:cubicBezTo>
                      <a:pt x="92" y="665"/>
                      <a:pt x="95" y="588"/>
                      <a:pt x="99" y="511"/>
                    </a:cubicBezTo>
                    <a:cubicBezTo>
                      <a:pt x="105" y="360"/>
                      <a:pt x="111" y="209"/>
                      <a:pt x="116" y="58"/>
                    </a:cubicBezTo>
                    <a:cubicBezTo>
                      <a:pt x="193" y="77"/>
                      <a:pt x="270" y="97"/>
                      <a:pt x="349" y="116"/>
                    </a:cubicBezTo>
                    <a:cubicBezTo>
                      <a:pt x="349" y="78"/>
                      <a:pt x="349" y="40"/>
                      <a:pt x="34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81" name="ICON_TOOL_MODELS_path_073"/>
              <p:cNvSpPr/>
              <p:nvPr/>
            </p:nvSpPr>
            <p:spPr>
              <a:xfrm>
                <a:off x="5351246" y="5095223"/>
                <a:ext cx="8876" cy="14885"/>
              </a:xfrm>
              <a:custGeom>
                <a:avLst/>
                <a:gdLst/>
                <a:ahLst/>
                <a:cxnLst/>
                <a:rect l="0" t="0" r="r" b="b"/>
                <a:pathLst>
                  <a:path w="699" h="1172" fill="norm" stroke="0">
                    <a:moveTo>
                      <a:pt x="116" y="7"/>
                    </a:moveTo>
                    <a:cubicBezTo>
                      <a:pt x="136" y="46"/>
                      <a:pt x="155" y="84"/>
                      <a:pt x="175" y="124"/>
                    </a:cubicBezTo>
                    <a:cubicBezTo>
                      <a:pt x="182" y="105"/>
                      <a:pt x="189" y="85"/>
                      <a:pt x="197" y="66"/>
                    </a:cubicBezTo>
                    <a:cubicBezTo>
                      <a:pt x="209" y="46"/>
                      <a:pt x="221" y="27"/>
                      <a:pt x="233" y="7"/>
                    </a:cubicBezTo>
                    <a:cubicBezTo>
                      <a:pt x="295" y="0"/>
                      <a:pt x="295" y="0"/>
                      <a:pt x="349" y="7"/>
                    </a:cubicBezTo>
                    <a:cubicBezTo>
                      <a:pt x="349" y="46"/>
                      <a:pt x="349" y="84"/>
                      <a:pt x="349" y="124"/>
                    </a:cubicBezTo>
                    <a:cubicBezTo>
                      <a:pt x="388" y="124"/>
                      <a:pt x="426" y="124"/>
                      <a:pt x="466" y="124"/>
                    </a:cubicBezTo>
                    <a:cubicBezTo>
                      <a:pt x="466" y="201"/>
                      <a:pt x="466" y="278"/>
                      <a:pt x="466" y="357"/>
                    </a:cubicBezTo>
                    <a:cubicBezTo>
                      <a:pt x="504" y="357"/>
                      <a:pt x="543" y="357"/>
                      <a:pt x="582" y="357"/>
                    </a:cubicBezTo>
                    <a:cubicBezTo>
                      <a:pt x="582" y="395"/>
                      <a:pt x="582" y="434"/>
                      <a:pt x="582" y="473"/>
                    </a:cubicBezTo>
                    <a:cubicBezTo>
                      <a:pt x="621" y="473"/>
                      <a:pt x="659" y="473"/>
                      <a:pt x="699" y="473"/>
                    </a:cubicBezTo>
                    <a:cubicBezTo>
                      <a:pt x="699" y="550"/>
                      <a:pt x="699" y="627"/>
                      <a:pt x="699" y="706"/>
                    </a:cubicBezTo>
                    <a:cubicBezTo>
                      <a:pt x="660" y="706"/>
                      <a:pt x="622" y="706"/>
                      <a:pt x="582" y="706"/>
                    </a:cubicBezTo>
                    <a:cubicBezTo>
                      <a:pt x="582" y="783"/>
                      <a:pt x="582" y="860"/>
                      <a:pt x="582" y="939"/>
                    </a:cubicBezTo>
                    <a:cubicBezTo>
                      <a:pt x="544" y="939"/>
                      <a:pt x="506" y="939"/>
                      <a:pt x="466" y="939"/>
                    </a:cubicBezTo>
                    <a:cubicBezTo>
                      <a:pt x="466" y="1016"/>
                      <a:pt x="466" y="1093"/>
                      <a:pt x="466" y="1172"/>
                    </a:cubicBezTo>
                    <a:cubicBezTo>
                      <a:pt x="427" y="1172"/>
                      <a:pt x="389" y="1172"/>
                      <a:pt x="349" y="1172"/>
                    </a:cubicBezTo>
                    <a:cubicBezTo>
                      <a:pt x="349" y="1057"/>
                      <a:pt x="349" y="941"/>
                      <a:pt x="349" y="823"/>
                    </a:cubicBezTo>
                    <a:cubicBezTo>
                      <a:pt x="311" y="823"/>
                      <a:pt x="273" y="823"/>
                      <a:pt x="233" y="823"/>
                    </a:cubicBezTo>
                    <a:cubicBezTo>
                      <a:pt x="233" y="746"/>
                      <a:pt x="233" y="669"/>
                      <a:pt x="233" y="590"/>
                    </a:cubicBezTo>
                    <a:cubicBezTo>
                      <a:pt x="195" y="590"/>
                      <a:pt x="156" y="590"/>
                      <a:pt x="116" y="590"/>
                    </a:cubicBezTo>
                    <a:cubicBezTo>
                      <a:pt x="116" y="513"/>
                      <a:pt x="116" y="436"/>
                      <a:pt x="116" y="357"/>
                    </a:cubicBezTo>
                    <a:cubicBezTo>
                      <a:pt x="78" y="357"/>
                      <a:pt x="40" y="357"/>
                      <a:pt x="0" y="357"/>
                    </a:cubicBezTo>
                    <a:cubicBezTo>
                      <a:pt x="0" y="280"/>
                      <a:pt x="0" y="203"/>
                      <a:pt x="0" y="124"/>
                    </a:cubicBezTo>
                    <a:cubicBezTo>
                      <a:pt x="38" y="124"/>
                      <a:pt x="77" y="124"/>
                      <a:pt x="116" y="124"/>
                    </a:cubicBezTo>
                    <a:cubicBezTo>
                      <a:pt x="116" y="85"/>
                      <a:pt x="116" y="47"/>
                      <a:pt x="116" y="7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82" name="ICON_TOOL_MODELS_path_074"/>
              <p:cNvSpPr/>
              <p:nvPr/>
            </p:nvSpPr>
            <p:spPr>
              <a:xfrm>
                <a:off x="5403020" y="5212177"/>
                <a:ext cx="7396" cy="17751"/>
              </a:xfrm>
              <a:custGeom>
                <a:avLst/>
                <a:gdLst/>
                <a:ahLst/>
                <a:cxnLst/>
                <a:rect l="0" t="0" r="r" b="b"/>
                <a:pathLst>
                  <a:path w="582" h="1398" fill="norm" stroke="0">
                    <a:moveTo>
                      <a:pt x="116" y="0"/>
                    </a:moveTo>
                    <a:cubicBezTo>
                      <a:pt x="155" y="0"/>
                      <a:pt x="193" y="0"/>
                      <a:pt x="233" y="0"/>
                    </a:cubicBezTo>
                    <a:cubicBezTo>
                      <a:pt x="233" y="192"/>
                      <a:pt x="233" y="384"/>
                      <a:pt x="233" y="582"/>
                    </a:cubicBezTo>
                    <a:cubicBezTo>
                      <a:pt x="271" y="582"/>
                      <a:pt x="310" y="582"/>
                      <a:pt x="349" y="582"/>
                    </a:cubicBezTo>
                    <a:cubicBezTo>
                      <a:pt x="349" y="621"/>
                      <a:pt x="349" y="659"/>
                      <a:pt x="349" y="699"/>
                    </a:cubicBezTo>
                    <a:cubicBezTo>
                      <a:pt x="388" y="699"/>
                      <a:pt x="426" y="699"/>
                      <a:pt x="466" y="699"/>
                    </a:cubicBezTo>
                    <a:cubicBezTo>
                      <a:pt x="466" y="737"/>
                      <a:pt x="466" y="776"/>
                      <a:pt x="466" y="815"/>
                    </a:cubicBezTo>
                    <a:cubicBezTo>
                      <a:pt x="504" y="815"/>
                      <a:pt x="543" y="815"/>
                      <a:pt x="582" y="815"/>
                    </a:cubicBezTo>
                    <a:cubicBezTo>
                      <a:pt x="582" y="1008"/>
                      <a:pt x="582" y="1200"/>
                      <a:pt x="582" y="1398"/>
                    </a:cubicBezTo>
                    <a:cubicBezTo>
                      <a:pt x="506" y="1398"/>
                      <a:pt x="429" y="1398"/>
                      <a:pt x="349" y="1398"/>
                    </a:cubicBezTo>
                    <a:cubicBezTo>
                      <a:pt x="349" y="1321"/>
                      <a:pt x="349" y="1244"/>
                      <a:pt x="349" y="1165"/>
                    </a:cubicBezTo>
                    <a:cubicBezTo>
                      <a:pt x="234" y="1165"/>
                      <a:pt x="119" y="1165"/>
                      <a:pt x="0" y="1165"/>
                    </a:cubicBezTo>
                    <a:cubicBezTo>
                      <a:pt x="0" y="1049"/>
                      <a:pt x="0" y="934"/>
                      <a:pt x="0" y="815"/>
                    </a:cubicBezTo>
                    <a:cubicBezTo>
                      <a:pt x="38" y="815"/>
                      <a:pt x="77" y="815"/>
                      <a:pt x="116" y="815"/>
                    </a:cubicBezTo>
                    <a:cubicBezTo>
                      <a:pt x="116" y="546"/>
                      <a:pt x="116" y="277"/>
                      <a:pt x="11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83" name="ICON_TOOL_MODELS_path_075"/>
              <p:cNvSpPr/>
              <p:nvPr/>
            </p:nvSpPr>
            <p:spPr>
              <a:xfrm>
                <a:off x="5256573" y="5120463"/>
                <a:ext cx="4438" cy="19230"/>
              </a:xfrm>
              <a:custGeom>
                <a:avLst/>
                <a:gdLst/>
                <a:ahLst/>
                <a:cxnLst/>
                <a:rect l="0" t="0" r="r" b="b"/>
                <a:pathLst>
                  <a:path w="349" h="1514" fill="norm" stroke="0">
                    <a:moveTo>
                      <a:pt x="0" y="0"/>
                    </a:moveTo>
                    <a:cubicBezTo>
                      <a:pt x="77" y="0"/>
                      <a:pt x="154" y="0"/>
                      <a:pt x="233" y="0"/>
                    </a:cubicBezTo>
                    <a:cubicBezTo>
                      <a:pt x="233" y="115"/>
                      <a:pt x="233" y="231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49" y="503"/>
                      <a:pt x="349" y="657"/>
                      <a:pt x="349" y="815"/>
                    </a:cubicBezTo>
                    <a:cubicBezTo>
                      <a:pt x="311" y="815"/>
                      <a:pt x="273" y="815"/>
                      <a:pt x="233" y="815"/>
                    </a:cubicBezTo>
                    <a:cubicBezTo>
                      <a:pt x="233" y="1046"/>
                      <a:pt x="233" y="1277"/>
                      <a:pt x="233" y="1514"/>
                    </a:cubicBezTo>
                    <a:cubicBezTo>
                      <a:pt x="195" y="1514"/>
                      <a:pt x="156" y="1514"/>
                      <a:pt x="116" y="1514"/>
                    </a:cubicBezTo>
                    <a:cubicBezTo>
                      <a:pt x="116" y="1476"/>
                      <a:pt x="116" y="1437"/>
                      <a:pt x="116" y="1398"/>
                    </a:cubicBezTo>
                    <a:cubicBezTo>
                      <a:pt x="78" y="1398"/>
                      <a:pt x="40" y="1398"/>
                      <a:pt x="0" y="1398"/>
                    </a:cubicBezTo>
                    <a:cubicBezTo>
                      <a:pt x="0" y="936"/>
                      <a:pt x="0" y="4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40" cap="flat">
                <a:noFill/>
              </a:ln>
            </p:spPr>
          </p:sp>
          <p:sp>
            <p:nvSpPr>
              <p:cNvPr id="1284" name="ICON_TOOL_MODELS_path_076"/>
              <p:cNvSpPr/>
              <p:nvPr/>
            </p:nvSpPr>
            <p:spPr>
              <a:xfrm>
                <a:off x="5386748" y="5243242"/>
                <a:ext cx="11834" cy="11834"/>
              </a:xfrm>
              <a:custGeom>
                <a:avLst/>
                <a:gdLst/>
                <a:ahLst/>
                <a:cxnLst/>
                <a:rect l="0" t="0" r="r" b="b"/>
                <a:pathLst>
                  <a:path w="932" h="932" fill="norm" stroke="0">
                    <a:moveTo>
                      <a:pt x="699" y="0"/>
                    </a:moveTo>
                    <a:cubicBezTo>
                      <a:pt x="737" y="0"/>
                      <a:pt x="776" y="0"/>
                      <a:pt x="815" y="0"/>
                    </a:cubicBezTo>
                    <a:cubicBezTo>
                      <a:pt x="815" y="77"/>
                      <a:pt x="815" y="154"/>
                      <a:pt x="815" y="233"/>
                    </a:cubicBezTo>
                    <a:cubicBezTo>
                      <a:pt x="854" y="233"/>
                      <a:pt x="892" y="233"/>
                      <a:pt x="932" y="233"/>
                    </a:cubicBezTo>
                    <a:cubicBezTo>
                      <a:pt x="932" y="310"/>
                      <a:pt x="932" y="387"/>
                      <a:pt x="932" y="466"/>
                    </a:cubicBezTo>
                    <a:cubicBezTo>
                      <a:pt x="893" y="466"/>
                      <a:pt x="855" y="466"/>
                      <a:pt x="815" y="466"/>
                    </a:cubicBezTo>
                    <a:cubicBezTo>
                      <a:pt x="815" y="543"/>
                      <a:pt x="815" y="620"/>
                      <a:pt x="815" y="699"/>
                    </a:cubicBezTo>
                    <a:cubicBezTo>
                      <a:pt x="777" y="699"/>
                      <a:pt x="738" y="699"/>
                      <a:pt x="699" y="699"/>
                    </a:cubicBezTo>
                    <a:cubicBezTo>
                      <a:pt x="699" y="737"/>
                      <a:pt x="699" y="776"/>
                      <a:pt x="699" y="815"/>
                    </a:cubicBezTo>
                    <a:cubicBezTo>
                      <a:pt x="622" y="815"/>
                      <a:pt x="545" y="815"/>
                      <a:pt x="466" y="815"/>
                    </a:cubicBezTo>
                    <a:cubicBezTo>
                      <a:pt x="466" y="854"/>
                      <a:pt x="466" y="892"/>
                      <a:pt x="466" y="932"/>
                    </a:cubicBezTo>
                    <a:cubicBezTo>
                      <a:pt x="312" y="932"/>
                      <a:pt x="158" y="932"/>
                      <a:pt x="0" y="932"/>
                    </a:cubicBezTo>
                    <a:cubicBezTo>
                      <a:pt x="80" y="750"/>
                      <a:pt x="80" y="750"/>
                      <a:pt x="116" y="699"/>
                    </a:cubicBezTo>
                    <a:cubicBezTo>
                      <a:pt x="179" y="692"/>
                      <a:pt x="179" y="692"/>
                      <a:pt x="233" y="699"/>
                    </a:cubicBezTo>
                    <a:cubicBezTo>
                      <a:pt x="233" y="660"/>
                      <a:pt x="233" y="622"/>
                      <a:pt x="233" y="582"/>
                    </a:cubicBezTo>
                    <a:cubicBezTo>
                      <a:pt x="271" y="582"/>
                      <a:pt x="310" y="582"/>
                      <a:pt x="349" y="582"/>
                    </a:cubicBezTo>
                    <a:cubicBezTo>
                      <a:pt x="349" y="544"/>
                      <a:pt x="349" y="506"/>
                      <a:pt x="349" y="466"/>
                    </a:cubicBezTo>
                    <a:cubicBezTo>
                      <a:pt x="388" y="466"/>
                      <a:pt x="426" y="466"/>
                      <a:pt x="466" y="466"/>
                    </a:cubicBezTo>
                    <a:cubicBezTo>
                      <a:pt x="466" y="427"/>
                      <a:pt x="466" y="389"/>
                      <a:pt x="466" y="349"/>
                    </a:cubicBezTo>
                    <a:cubicBezTo>
                      <a:pt x="504" y="349"/>
                      <a:pt x="543" y="349"/>
                      <a:pt x="582" y="349"/>
                    </a:cubicBezTo>
                    <a:cubicBezTo>
                      <a:pt x="586" y="329"/>
                      <a:pt x="589" y="309"/>
                      <a:pt x="593" y="288"/>
                    </a:cubicBezTo>
                    <a:cubicBezTo>
                      <a:pt x="598" y="261"/>
                      <a:pt x="603" y="235"/>
                      <a:pt x="608" y="207"/>
                    </a:cubicBezTo>
                    <a:cubicBezTo>
                      <a:pt x="613" y="181"/>
                      <a:pt x="617" y="155"/>
                      <a:pt x="622" y="128"/>
                    </a:cubicBezTo>
                    <a:cubicBezTo>
                      <a:pt x="641" y="58"/>
                      <a:pt x="641" y="58"/>
                      <a:pt x="69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85" name="ICON_TOOL_MODELS_path_077"/>
              <p:cNvSpPr/>
              <p:nvPr/>
            </p:nvSpPr>
            <p:spPr>
              <a:xfrm>
                <a:off x="5232905" y="5144131"/>
                <a:ext cx="11834" cy="10355"/>
              </a:xfrm>
              <a:custGeom>
                <a:avLst/>
                <a:gdLst/>
                <a:ahLst/>
                <a:cxnLst/>
                <a:rect l="0" t="0" r="r" b="b"/>
                <a:pathLst>
                  <a:path w="932" h="815" fill="norm" stroke="0">
                    <a:moveTo>
                      <a:pt x="582" y="0"/>
                    </a:moveTo>
                    <a:cubicBezTo>
                      <a:pt x="717" y="37"/>
                      <a:pt x="779" y="74"/>
                      <a:pt x="874" y="175"/>
                    </a:cubicBezTo>
                    <a:cubicBezTo>
                      <a:pt x="893" y="175"/>
                      <a:pt x="912" y="175"/>
                      <a:pt x="932" y="175"/>
                    </a:cubicBezTo>
                    <a:cubicBezTo>
                      <a:pt x="932" y="271"/>
                      <a:pt x="932" y="367"/>
                      <a:pt x="932" y="466"/>
                    </a:cubicBezTo>
                    <a:cubicBezTo>
                      <a:pt x="893" y="466"/>
                      <a:pt x="855" y="466"/>
                      <a:pt x="815" y="466"/>
                    </a:cubicBezTo>
                    <a:cubicBezTo>
                      <a:pt x="815" y="504"/>
                      <a:pt x="815" y="543"/>
                      <a:pt x="815" y="582"/>
                    </a:cubicBezTo>
                    <a:cubicBezTo>
                      <a:pt x="777" y="582"/>
                      <a:pt x="738" y="582"/>
                      <a:pt x="699" y="582"/>
                    </a:cubicBezTo>
                    <a:cubicBezTo>
                      <a:pt x="699" y="621"/>
                      <a:pt x="699" y="659"/>
                      <a:pt x="699" y="699"/>
                    </a:cubicBezTo>
                    <a:cubicBezTo>
                      <a:pt x="622" y="699"/>
                      <a:pt x="545" y="699"/>
                      <a:pt x="466" y="699"/>
                    </a:cubicBezTo>
                    <a:cubicBezTo>
                      <a:pt x="466" y="737"/>
                      <a:pt x="466" y="776"/>
                      <a:pt x="466" y="815"/>
                    </a:cubicBezTo>
                    <a:cubicBezTo>
                      <a:pt x="427" y="815"/>
                      <a:pt x="389" y="815"/>
                      <a:pt x="349" y="815"/>
                    </a:cubicBezTo>
                    <a:cubicBezTo>
                      <a:pt x="349" y="777"/>
                      <a:pt x="349" y="738"/>
                      <a:pt x="349" y="699"/>
                    </a:cubicBezTo>
                    <a:cubicBezTo>
                      <a:pt x="234" y="699"/>
                      <a:pt x="119" y="699"/>
                      <a:pt x="0" y="699"/>
                    </a:cubicBezTo>
                    <a:cubicBezTo>
                      <a:pt x="0" y="641"/>
                      <a:pt x="0" y="584"/>
                      <a:pt x="0" y="524"/>
                    </a:cubicBezTo>
                    <a:cubicBezTo>
                      <a:pt x="19" y="543"/>
                      <a:pt x="38" y="563"/>
                      <a:pt x="58" y="582"/>
                    </a:cubicBezTo>
                    <a:cubicBezTo>
                      <a:pt x="65" y="563"/>
                      <a:pt x="73" y="544"/>
                      <a:pt x="80" y="524"/>
                    </a:cubicBezTo>
                    <a:cubicBezTo>
                      <a:pt x="92" y="505"/>
                      <a:pt x="104" y="486"/>
                      <a:pt x="116" y="466"/>
                    </a:cubicBezTo>
                    <a:cubicBezTo>
                      <a:pt x="178" y="459"/>
                      <a:pt x="178" y="459"/>
                      <a:pt x="233" y="466"/>
                    </a:cubicBezTo>
                    <a:cubicBezTo>
                      <a:pt x="233" y="427"/>
                      <a:pt x="233" y="389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49" y="311"/>
                      <a:pt x="349" y="273"/>
                      <a:pt x="349" y="233"/>
                    </a:cubicBezTo>
                    <a:cubicBezTo>
                      <a:pt x="388" y="233"/>
                      <a:pt x="426" y="233"/>
                      <a:pt x="466" y="233"/>
                    </a:cubicBezTo>
                    <a:cubicBezTo>
                      <a:pt x="466" y="195"/>
                      <a:pt x="466" y="156"/>
                      <a:pt x="466" y="116"/>
                    </a:cubicBezTo>
                    <a:cubicBezTo>
                      <a:pt x="504" y="116"/>
                      <a:pt x="543" y="116"/>
                      <a:pt x="582" y="116"/>
                    </a:cubicBezTo>
                    <a:cubicBezTo>
                      <a:pt x="582" y="78"/>
                      <a:pt x="582" y="40"/>
                      <a:pt x="58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86" name="ICON_TOOL_MODELS_path_078"/>
              <p:cNvSpPr/>
              <p:nvPr/>
            </p:nvSpPr>
            <p:spPr>
              <a:xfrm>
                <a:off x="5299472" y="5249899"/>
                <a:ext cx="8876" cy="14793"/>
              </a:xfrm>
              <a:custGeom>
                <a:avLst/>
                <a:gdLst/>
                <a:ahLst/>
                <a:cxnLst/>
                <a:rect l="0" t="0" r="r" b="b"/>
                <a:pathLst>
                  <a:path w="699" h="1165" fill="norm" stroke="0">
                    <a:moveTo>
                      <a:pt x="291" y="0"/>
                    </a:moveTo>
                    <a:cubicBezTo>
                      <a:pt x="349" y="19"/>
                      <a:pt x="407" y="38"/>
                      <a:pt x="466" y="58"/>
                    </a:cubicBezTo>
                    <a:cubicBezTo>
                      <a:pt x="466" y="97"/>
                      <a:pt x="466" y="135"/>
                      <a:pt x="466" y="175"/>
                    </a:cubicBezTo>
                    <a:cubicBezTo>
                      <a:pt x="504" y="175"/>
                      <a:pt x="543" y="175"/>
                      <a:pt x="582" y="175"/>
                    </a:cubicBezTo>
                    <a:cubicBezTo>
                      <a:pt x="582" y="213"/>
                      <a:pt x="582" y="252"/>
                      <a:pt x="582" y="291"/>
                    </a:cubicBezTo>
                    <a:cubicBezTo>
                      <a:pt x="621" y="291"/>
                      <a:pt x="659" y="291"/>
                      <a:pt x="699" y="291"/>
                    </a:cubicBezTo>
                    <a:cubicBezTo>
                      <a:pt x="699" y="368"/>
                      <a:pt x="699" y="445"/>
                      <a:pt x="699" y="524"/>
                    </a:cubicBezTo>
                    <a:cubicBezTo>
                      <a:pt x="660" y="524"/>
                      <a:pt x="622" y="524"/>
                      <a:pt x="582" y="524"/>
                    </a:cubicBezTo>
                    <a:cubicBezTo>
                      <a:pt x="582" y="563"/>
                      <a:pt x="582" y="601"/>
                      <a:pt x="582" y="641"/>
                    </a:cubicBezTo>
                    <a:cubicBezTo>
                      <a:pt x="544" y="641"/>
                      <a:pt x="506" y="641"/>
                      <a:pt x="466" y="641"/>
                    </a:cubicBezTo>
                    <a:cubicBezTo>
                      <a:pt x="466" y="717"/>
                      <a:pt x="466" y="794"/>
                      <a:pt x="466" y="874"/>
                    </a:cubicBezTo>
                    <a:cubicBezTo>
                      <a:pt x="427" y="874"/>
                      <a:pt x="389" y="874"/>
                      <a:pt x="349" y="874"/>
                    </a:cubicBezTo>
                    <a:cubicBezTo>
                      <a:pt x="330" y="970"/>
                      <a:pt x="311" y="1066"/>
                      <a:pt x="291" y="1165"/>
                    </a:cubicBezTo>
                    <a:cubicBezTo>
                      <a:pt x="123" y="1024"/>
                      <a:pt x="123" y="1024"/>
                      <a:pt x="105" y="927"/>
                    </a:cubicBezTo>
                    <a:cubicBezTo>
                      <a:pt x="105" y="869"/>
                      <a:pt x="109" y="814"/>
                      <a:pt x="116" y="757"/>
                    </a:cubicBezTo>
                    <a:cubicBezTo>
                      <a:pt x="155" y="757"/>
                      <a:pt x="193" y="757"/>
                      <a:pt x="233" y="757"/>
                    </a:cubicBezTo>
                    <a:cubicBezTo>
                      <a:pt x="233" y="680"/>
                      <a:pt x="233" y="603"/>
                      <a:pt x="233" y="524"/>
                    </a:cubicBezTo>
                    <a:cubicBezTo>
                      <a:pt x="195" y="524"/>
                      <a:pt x="156" y="524"/>
                      <a:pt x="116" y="524"/>
                    </a:cubicBezTo>
                    <a:cubicBezTo>
                      <a:pt x="116" y="486"/>
                      <a:pt x="116" y="447"/>
                      <a:pt x="116" y="408"/>
                    </a:cubicBezTo>
                    <a:cubicBezTo>
                      <a:pt x="78" y="408"/>
                      <a:pt x="40" y="408"/>
                      <a:pt x="0" y="408"/>
                    </a:cubicBezTo>
                    <a:cubicBezTo>
                      <a:pt x="0" y="369"/>
                      <a:pt x="0" y="331"/>
                      <a:pt x="0" y="291"/>
                    </a:cubicBezTo>
                    <a:cubicBezTo>
                      <a:pt x="38" y="291"/>
                      <a:pt x="77" y="291"/>
                      <a:pt x="116" y="291"/>
                    </a:cubicBezTo>
                    <a:cubicBezTo>
                      <a:pt x="116" y="253"/>
                      <a:pt x="116" y="214"/>
                      <a:pt x="116" y="175"/>
                    </a:cubicBezTo>
                    <a:cubicBezTo>
                      <a:pt x="155" y="175"/>
                      <a:pt x="193" y="175"/>
                      <a:pt x="233" y="175"/>
                    </a:cubicBezTo>
                    <a:cubicBezTo>
                      <a:pt x="252" y="117"/>
                      <a:pt x="271" y="59"/>
                      <a:pt x="29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87" name="ICON_TOOL_MODELS_path_079"/>
              <p:cNvSpPr/>
              <p:nvPr/>
            </p:nvSpPr>
            <p:spPr>
              <a:xfrm>
                <a:off x="5110126" y="5228449"/>
                <a:ext cx="8876" cy="13313"/>
              </a:xfrm>
              <a:custGeom>
                <a:avLst/>
                <a:gdLst/>
                <a:ahLst/>
                <a:cxnLst/>
                <a:rect l="0" t="0" r="r" b="b"/>
                <a:pathLst>
                  <a:path w="699" h="1048" fill="norm" stroke="0">
                    <a:moveTo>
                      <a:pt x="233" y="0"/>
                    </a:moveTo>
                    <a:cubicBezTo>
                      <a:pt x="310" y="0"/>
                      <a:pt x="387" y="0"/>
                      <a:pt x="466" y="0"/>
                    </a:cubicBezTo>
                    <a:cubicBezTo>
                      <a:pt x="466" y="154"/>
                      <a:pt x="466" y="308"/>
                      <a:pt x="466" y="466"/>
                    </a:cubicBezTo>
                    <a:cubicBezTo>
                      <a:pt x="504" y="466"/>
                      <a:pt x="543" y="466"/>
                      <a:pt x="582" y="466"/>
                    </a:cubicBezTo>
                    <a:cubicBezTo>
                      <a:pt x="582" y="504"/>
                      <a:pt x="582" y="543"/>
                      <a:pt x="582" y="582"/>
                    </a:cubicBezTo>
                    <a:cubicBezTo>
                      <a:pt x="621" y="582"/>
                      <a:pt x="659" y="582"/>
                      <a:pt x="699" y="582"/>
                    </a:cubicBezTo>
                    <a:cubicBezTo>
                      <a:pt x="699" y="659"/>
                      <a:pt x="699" y="736"/>
                      <a:pt x="699" y="815"/>
                    </a:cubicBezTo>
                    <a:cubicBezTo>
                      <a:pt x="660" y="815"/>
                      <a:pt x="622" y="815"/>
                      <a:pt x="582" y="815"/>
                    </a:cubicBezTo>
                    <a:cubicBezTo>
                      <a:pt x="582" y="892"/>
                      <a:pt x="582" y="969"/>
                      <a:pt x="582" y="1048"/>
                    </a:cubicBezTo>
                    <a:cubicBezTo>
                      <a:pt x="544" y="1048"/>
                      <a:pt x="506" y="1048"/>
                      <a:pt x="466" y="1048"/>
                    </a:cubicBezTo>
                    <a:cubicBezTo>
                      <a:pt x="466" y="1010"/>
                      <a:pt x="466" y="971"/>
                      <a:pt x="466" y="932"/>
                    </a:cubicBezTo>
                    <a:cubicBezTo>
                      <a:pt x="427" y="932"/>
                      <a:pt x="389" y="932"/>
                      <a:pt x="349" y="932"/>
                    </a:cubicBezTo>
                    <a:cubicBezTo>
                      <a:pt x="349" y="893"/>
                      <a:pt x="349" y="855"/>
                      <a:pt x="349" y="815"/>
                    </a:cubicBezTo>
                    <a:cubicBezTo>
                      <a:pt x="311" y="815"/>
                      <a:pt x="273" y="815"/>
                      <a:pt x="233" y="815"/>
                    </a:cubicBezTo>
                    <a:cubicBezTo>
                      <a:pt x="233" y="738"/>
                      <a:pt x="233" y="662"/>
                      <a:pt x="233" y="582"/>
                    </a:cubicBezTo>
                    <a:cubicBezTo>
                      <a:pt x="195" y="582"/>
                      <a:pt x="156" y="582"/>
                      <a:pt x="116" y="582"/>
                    </a:cubicBezTo>
                    <a:cubicBezTo>
                      <a:pt x="116" y="506"/>
                      <a:pt x="116" y="429"/>
                      <a:pt x="116" y="349"/>
                    </a:cubicBezTo>
                    <a:cubicBezTo>
                      <a:pt x="78" y="349"/>
                      <a:pt x="40" y="349"/>
                      <a:pt x="0" y="349"/>
                    </a:cubicBezTo>
                    <a:cubicBezTo>
                      <a:pt x="0" y="253"/>
                      <a:pt x="0" y="157"/>
                      <a:pt x="0" y="58"/>
                    </a:cubicBezTo>
                    <a:cubicBezTo>
                      <a:pt x="77" y="77"/>
                      <a:pt x="154" y="97"/>
                      <a:pt x="233" y="116"/>
                    </a:cubicBezTo>
                    <a:cubicBezTo>
                      <a:pt x="233" y="78"/>
                      <a:pt x="233" y="40"/>
                      <a:pt x="2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88" name="ICON_TOOL_MODELS_path_080"/>
              <p:cNvSpPr/>
              <p:nvPr/>
            </p:nvSpPr>
            <p:spPr>
              <a:xfrm>
                <a:off x="5368997" y="5149309"/>
                <a:ext cx="7575" cy="19230"/>
              </a:xfrm>
              <a:custGeom>
                <a:avLst/>
                <a:gdLst/>
                <a:ahLst/>
                <a:cxnLst/>
                <a:rect l="0" t="0" r="r" b="b"/>
                <a:pathLst>
                  <a:path w="596" h="1514" fill="norm" stroke="0">
                    <a:moveTo>
                      <a:pt x="291" y="0"/>
                    </a:moveTo>
                    <a:cubicBezTo>
                      <a:pt x="310" y="58"/>
                      <a:pt x="330" y="115"/>
                      <a:pt x="349" y="175"/>
                    </a:cubicBezTo>
                    <a:cubicBezTo>
                      <a:pt x="388" y="175"/>
                      <a:pt x="426" y="175"/>
                      <a:pt x="466" y="175"/>
                    </a:cubicBezTo>
                    <a:cubicBezTo>
                      <a:pt x="466" y="290"/>
                      <a:pt x="466" y="405"/>
                      <a:pt x="466" y="524"/>
                    </a:cubicBezTo>
                    <a:cubicBezTo>
                      <a:pt x="504" y="524"/>
                      <a:pt x="543" y="524"/>
                      <a:pt x="582" y="524"/>
                    </a:cubicBezTo>
                    <a:cubicBezTo>
                      <a:pt x="585" y="656"/>
                      <a:pt x="587" y="787"/>
                      <a:pt x="589" y="919"/>
                    </a:cubicBezTo>
                    <a:cubicBezTo>
                      <a:pt x="589" y="964"/>
                      <a:pt x="590" y="1009"/>
                      <a:pt x="591" y="1053"/>
                    </a:cubicBezTo>
                    <a:cubicBezTo>
                      <a:pt x="593" y="1118"/>
                      <a:pt x="593" y="1182"/>
                      <a:pt x="594" y="1246"/>
                    </a:cubicBezTo>
                    <a:cubicBezTo>
                      <a:pt x="594" y="1267"/>
                      <a:pt x="595" y="1287"/>
                      <a:pt x="596" y="1307"/>
                    </a:cubicBezTo>
                    <a:cubicBezTo>
                      <a:pt x="596" y="1326"/>
                      <a:pt x="596" y="1345"/>
                      <a:pt x="596" y="1364"/>
                    </a:cubicBezTo>
                    <a:cubicBezTo>
                      <a:pt x="596" y="1380"/>
                      <a:pt x="596" y="1397"/>
                      <a:pt x="596" y="1414"/>
                    </a:cubicBezTo>
                    <a:cubicBezTo>
                      <a:pt x="592" y="1428"/>
                      <a:pt x="587" y="1442"/>
                      <a:pt x="582" y="1456"/>
                    </a:cubicBezTo>
                    <a:cubicBezTo>
                      <a:pt x="544" y="1475"/>
                      <a:pt x="506" y="1494"/>
                      <a:pt x="466" y="1514"/>
                    </a:cubicBezTo>
                    <a:cubicBezTo>
                      <a:pt x="466" y="1341"/>
                      <a:pt x="466" y="1168"/>
                      <a:pt x="466" y="990"/>
                    </a:cubicBezTo>
                    <a:cubicBezTo>
                      <a:pt x="427" y="990"/>
                      <a:pt x="389" y="990"/>
                      <a:pt x="349" y="990"/>
                    </a:cubicBezTo>
                    <a:cubicBezTo>
                      <a:pt x="349" y="952"/>
                      <a:pt x="349" y="913"/>
                      <a:pt x="349" y="874"/>
                    </a:cubicBezTo>
                    <a:cubicBezTo>
                      <a:pt x="273" y="874"/>
                      <a:pt x="196" y="874"/>
                      <a:pt x="116" y="874"/>
                    </a:cubicBezTo>
                    <a:cubicBezTo>
                      <a:pt x="116" y="835"/>
                      <a:pt x="116" y="797"/>
                      <a:pt x="116" y="757"/>
                    </a:cubicBezTo>
                    <a:cubicBezTo>
                      <a:pt x="78" y="757"/>
                      <a:pt x="40" y="757"/>
                      <a:pt x="0" y="757"/>
                    </a:cubicBezTo>
                    <a:cubicBezTo>
                      <a:pt x="0" y="680"/>
                      <a:pt x="0" y="603"/>
                      <a:pt x="0" y="524"/>
                    </a:cubicBezTo>
                    <a:cubicBezTo>
                      <a:pt x="38" y="524"/>
                      <a:pt x="77" y="524"/>
                      <a:pt x="116" y="524"/>
                    </a:cubicBezTo>
                    <a:cubicBezTo>
                      <a:pt x="116" y="486"/>
                      <a:pt x="116" y="447"/>
                      <a:pt x="116" y="408"/>
                    </a:cubicBezTo>
                    <a:cubicBezTo>
                      <a:pt x="155" y="408"/>
                      <a:pt x="193" y="408"/>
                      <a:pt x="233" y="408"/>
                    </a:cubicBezTo>
                    <a:cubicBezTo>
                      <a:pt x="252" y="273"/>
                      <a:pt x="271" y="139"/>
                      <a:pt x="29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89" name="ICON_TOOL_MODELS_path_081"/>
              <p:cNvSpPr/>
              <p:nvPr/>
            </p:nvSpPr>
            <p:spPr>
              <a:xfrm>
                <a:off x="5175214" y="5279484"/>
                <a:ext cx="11094" cy="14053"/>
              </a:xfrm>
              <a:custGeom>
                <a:avLst/>
                <a:gdLst/>
                <a:ahLst/>
                <a:cxnLst/>
                <a:rect l="0" t="0" r="r" b="b"/>
                <a:pathLst>
                  <a:path w="874" h="1107" fill="norm" stroke="0">
                    <a:moveTo>
                      <a:pt x="0" y="0"/>
                    </a:moveTo>
                    <a:cubicBezTo>
                      <a:pt x="58" y="19"/>
                      <a:pt x="115" y="38"/>
                      <a:pt x="175" y="58"/>
                    </a:cubicBezTo>
                    <a:cubicBezTo>
                      <a:pt x="175" y="174"/>
                      <a:pt x="175" y="289"/>
                      <a:pt x="175" y="408"/>
                    </a:cubicBezTo>
                    <a:cubicBezTo>
                      <a:pt x="271" y="408"/>
                      <a:pt x="367" y="408"/>
                      <a:pt x="466" y="408"/>
                    </a:cubicBezTo>
                    <a:cubicBezTo>
                      <a:pt x="466" y="369"/>
                      <a:pt x="466" y="331"/>
                      <a:pt x="466" y="291"/>
                    </a:cubicBezTo>
                    <a:cubicBezTo>
                      <a:pt x="543" y="291"/>
                      <a:pt x="620" y="291"/>
                      <a:pt x="699" y="291"/>
                    </a:cubicBezTo>
                    <a:cubicBezTo>
                      <a:pt x="699" y="302"/>
                      <a:pt x="699" y="302"/>
                      <a:pt x="702" y="354"/>
                    </a:cubicBezTo>
                    <a:cubicBezTo>
                      <a:pt x="707" y="430"/>
                      <a:pt x="712" y="507"/>
                      <a:pt x="717" y="583"/>
                    </a:cubicBezTo>
                    <a:cubicBezTo>
                      <a:pt x="720" y="616"/>
                      <a:pt x="722" y="650"/>
                      <a:pt x="723" y="683"/>
                    </a:cubicBezTo>
                    <a:cubicBezTo>
                      <a:pt x="726" y="730"/>
                      <a:pt x="729" y="778"/>
                      <a:pt x="733" y="826"/>
                    </a:cubicBezTo>
                    <a:cubicBezTo>
                      <a:pt x="735" y="854"/>
                      <a:pt x="737" y="883"/>
                      <a:pt x="739" y="913"/>
                    </a:cubicBezTo>
                    <a:cubicBezTo>
                      <a:pt x="762" y="1012"/>
                      <a:pt x="797" y="1042"/>
                      <a:pt x="874" y="1107"/>
                    </a:cubicBezTo>
                    <a:cubicBezTo>
                      <a:pt x="777" y="1107"/>
                      <a:pt x="681" y="1107"/>
                      <a:pt x="582" y="1107"/>
                    </a:cubicBezTo>
                    <a:cubicBezTo>
                      <a:pt x="582" y="1068"/>
                      <a:pt x="582" y="1030"/>
                      <a:pt x="582" y="990"/>
                    </a:cubicBezTo>
                    <a:cubicBezTo>
                      <a:pt x="506" y="990"/>
                      <a:pt x="429" y="990"/>
                      <a:pt x="349" y="990"/>
                    </a:cubicBezTo>
                    <a:cubicBezTo>
                      <a:pt x="349" y="952"/>
                      <a:pt x="349" y="913"/>
                      <a:pt x="349" y="874"/>
                    </a:cubicBezTo>
                    <a:cubicBezTo>
                      <a:pt x="311" y="874"/>
                      <a:pt x="273" y="874"/>
                      <a:pt x="233" y="874"/>
                    </a:cubicBezTo>
                    <a:cubicBezTo>
                      <a:pt x="233" y="797"/>
                      <a:pt x="233" y="720"/>
                      <a:pt x="233" y="641"/>
                    </a:cubicBezTo>
                    <a:cubicBezTo>
                      <a:pt x="195" y="641"/>
                      <a:pt x="156" y="641"/>
                      <a:pt x="116" y="641"/>
                    </a:cubicBezTo>
                    <a:cubicBezTo>
                      <a:pt x="115" y="625"/>
                      <a:pt x="114" y="610"/>
                      <a:pt x="112" y="594"/>
                    </a:cubicBezTo>
                    <a:cubicBezTo>
                      <a:pt x="105" y="525"/>
                      <a:pt x="98" y="455"/>
                      <a:pt x="91" y="386"/>
                    </a:cubicBezTo>
                    <a:cubicBezTo>
                      <a:pt x="89" y="362"/>
                      <a:pt x="86" y="338"/>
                      <a:pt x="84" y="313"/>
                    </a:cubicBezTo>
                    <a:cubicBezTo>
                      <a:pt x="82" y="290"/>
                      <a:pt x="79" y="267"/>
                      <a:pt x="77" y="243"/>
                    </a:cubicBezTo>
                    <a:cubicBezTo>
                      <a:pt x="76" y="232"/>
                      <a:pt x="76" y="232"/>
                      <a:pt x="70" y="178"/>
                    </a:cubicBezTo>
                    <a:cubicBezTo>
                      <a:pt x="57" y="111"/>
                      <a:pt x="33" y="6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90" name="ICON_TOOL_MODELS_path_082"/>
              <p:cNvSpPr/>
              <p:nvPr/>
            </p:nvSpPr>
            <p:spPr>
              <a:xfrm>
                <a:off x="5139712" y="5211438"/>
                <a:ext cx="20710" cy="9615"/>
              </a:xfrm>
              <a:custGeom>
                <a:avLst/>
                <a:gdLst/>
                <a:ahLst/>
                <a:cxnLst/>
                <a:rect l="0" t="0" r="r" b="b"/>
                <a:pathLst>
                  <a:path w="1631" h="757" fill="norm" stroke="0">
                    <a:moveTo>
                      <a:pt x="0" y="0"/>
                    </a:moveTo>
                    <a:cubicBezTo>
                      <a:pt x="461" y="19"/>
                      <a:pt x="923" y="38"/>
                      <a:pt x="1398" y="58"/>
                    </a:cubicBezTo>
                    <a:cubicBezTo>
                      <a:pt x="1398" y="97"/>
                      <a:pt x="1398" y="135"/>
                      <a:pt x="1398" y="175"/>
                    </a:cubicBezTo>
                    <a:cubicBezTo>
                      <a:pt x="1436" y="175"/>
                      <a:pt x="1475" y="175"/>
                      <a:pt x="1514" y="175"/>
                    </a:cubicBezTo>
                    <a:cubicBezTo>
                      <a:pt x="1514" y="213"/>
                      <a:pt x="1514" y="252"/>
                      <a:pt x="1514" y="291"/>
                    </a:cubicBezTo>
                    <a:cubicBezTo>
                      <a:pt x="1553" y="291"/>
                      <a:pt x="1591" y="291"/>
                      <a:pt x="1631" y="291"/>
                    </a:cubicBezTo>
                    <a:cubicBezTo>
                      <a:pt x="1620" y="316"/>
                      <a:pt x="1609" y="342"/>
                      <a:pt x="1598" y="368"/>
                    </a:cubicBezTo>
                    <a:cubicBezTo>
                      <a:pt x="1561" y="476"/>
                      <a:pt x="1587" y="538"/>
                      <a:pt x="1631" y="641"/>
                    </a:cubicBezTo>
                    <a:cubicBezTo>
                      <a:pt x="1592" y="660"/>
                      <a:pt x="1592" y="660"/>
                      <a:pt x="1398" y="757"/>
                    </a:cubicBezTo>
                    <a:cubicBezTo>
                      <a:pt x="1398" y="642"/>
                      <a:pt x="1398" y="526"/>
                      <a:pt x="1398" y="408"/>
                    </a:cubicBezTo>
                    <a:cubicBezTo>
                      <a:pt x="1244" y="408"/>
                      <a:pt x="1090" y="408"/>
                      <a:pt x="932" y="408"/>
                    </a:cubicBezTo>
                    <a:cubicBezTo>
                      <a:pt x="932" y="369"/>
                      <a:pt x="932" y="331"/>
                      <a:pt x="932" y="291"/>
                    </a:cubicBezTo>
                    <a:cubicBezTo>
                      <a:pt x="893" y="291"/>
                      <a:pt x="855" y="291"/>
                      <a:pt x="815" y="291"/>
                    </a:cubicBezTo>
                    <a:cubicBezTo>
                      <a:pt x="815" y="253"/>
                      <a:pt x="815" y="214"/>
                      <a:pt x="815" y="175"/>
                    </a:cubicBezTo>
                    <a:cubicBezTo>
                      <a:pt x="801" y="175"/>
                      <a:pt x="787" y="175"/>
                      <a:pt x="772" y="176"/>
                    </a:cubicBezTo>
                    <a:cubicBezTo>
                      <a:pt x="245" y="185"/>
                      <a:pt x="245" y="185"/>
                      <a:pt x="0" y="116"/>
                    </a:cubicBezTo>
                    <a:cubicBezTo>
                      <a:pt x="0" y="78"/>
                      <a:pt x="0" y="4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91" name="ICON_TOOL_MODELS_path_083"/>
              <p:cNvSpPr/>
              <p:nvPr/>
            </p:nvSpPr>
            <p:spPr>
              <a:xfrm>
                <a:off x="5192965" y="5301673"/>
                <a:ext cx="8876" cy="21449"/>
              </a:xfrm>
              <a:custGeom>
                <a:avLst/>
                <a:gdLst/>
                <a:ahLst/>
                <a:cxnLst/>
                <a:rect l="0" t="0" r="r" b="b"/>
                <a:pathLst>
                  <a:path w="699" h="1689" fill="norm" stroke="0">
                    <a:moveTo>
                      <a:pt x="0" y="0"/>
                    </a:moveTo>
                    <a:cubicBezTo>
                      <a:pt x="175" y="58"/>
                      <a:pt x="175" y="58"/>
                      <a:pt x="205" y="115"/>
                    </a:cubicBezTo>
                    <a:cubicBezTo>
                      <a:pt x="208" y="136"/>
                      <a:pt x="211" y="157"/>
                      <a:pt x="215" y="178"/>
                    </a:cubicBezTo>
                    <a:cubicBezTo>
                      <a:pt x="219" y="199"/>
                      <a:pt x="222" y="221"/>
                      <a:pt x="226" y="242"/>
                    </a:cubicBezTo>
                    <a:cubicBezTo>
                      <a:pt x="229" y="258"/>
                      <a:pt x="231" y="275"/>
                      <a:pt x="233" y="291"/>
                    </a:cubicBezTo>
                    <a:cubicBezTo>
                      <a:pt x="272" y="275"/>
                      <a:pt x="311" y="258"/>
                      <a:pt x="349" y="240"/>
                    </a:cubicBezTo>
                    <a:cubicBezTo>
                      <a:pt x="371" y="231"/>
                      <a:pt x="393" y="221"/>
                      <a:pt x="415" y="212"/>
                    </a:cubicBezTo>
                    <a:cubicBezTo>
                      <a:pt x="423" y="205"/>
                      <a:pt x="423" y="205"/>
                      <a:pt x="466" y="175"/>
                    </a:cubicBezTo>
                    <a:cubicBezTo>
                      <a:pt x="473" y="112"/>
                      <a:pt x="473" y="112"/>
                      <a:pt x="466" y="58"/>
                    </a:cubicBezTo>
                    <a:cubicBezTo>
                      <a:pt x="504" y="58"/>
                      <a:pt x="543" y="58"/>
                      <a:pt x="582" y="58"/>
                    </a:cubicBezTo>
                    <a:cubicBezTo>
                      <a:pt x="582" y="97"/>
                      <a:pt x="582" y="135"/>
                      <a:pt x="582" y="175"/>
                    </a:cubicBezTo>
                    <a:cubicBezTo>
                      <a:pt x="621" y="175"/>
                      <a:pt x="659" y="175"/>
                      <a:pt x="699" y="175"/>
                    </a:cubicBezTo>
                    <a:cubicBezTo>
                      <a:pt x="699" y="290"/>
                      <a:pt x="699" y="405"/>
                      <a:pt x="699" y="524"/>
                    </a:cubicBezTo>
                    <a:cubicBezTo>
                      <a:pt x="622" y="524"/>
                      <a:pt x="545" y="524"/>
                      <a:pt x="466" y="524"/>
                    </a:cubicBezTo>
                    <a:cubicBezTo>
                      <a:pt x="466" y="486"/>
                      <a:pt x="466" y="447"/>
                      <a:pt x="466" y="408"/>
                    </a:cubicBezTo>
                    <a:cubicBezTo>
                      <a:pt x="408" y="408"/>
                      <a:pt x="351" y="408"/>
                      <a:pt x="291" y="408"/>
                    </a:cubicBezTo>
                    <a:cubicBezTo>
                      <a:pt x="310" y="600"/>
                      <a:pt x="330" y="792"/>
                      <a:pt x="349" y="990"/>
                    </a:cubicBezTo>
                    <a:cubicBezTo>
                      <a:pt x="388" y="990"/>
                      <a:pt x="426" y="990"/>
                      <a:pt x="466" y="990"/>
                    </a:cubicBezTo>
                    <a:cubicBezTo>
                      <a:pt x="466" y="1067"/>
                      <a:pt x="466" y="1144"/>
                      <a:pt x="466" y="1223"/>
                    </a:cubicBezTo>
                    <a:cubicBezTo>
                      <a:pt x="427" y="1223"/>
                      <a:pt x="389" y="1223"/>
                      <a:pt x="349" y="1223"/>
                    </a:cubicBezTo>
                    <a:cubicBezTo>
                      <a:pt x="349" y="1242"/>
                      <a:pt x="349" y="1261"/>
                      <a:pt x="349" y="1281"/>
                    </a:cubicBezTo>
                    <a:cubicBezTo>
                      <a:pt x="349" y="1417"/>
                      <a:pt x="349" y="1553"/>
                      <a:pt x="349" y="1689"/>
                    </a:cubicBezTo>
                    <a:cubicBezTo>
                      <a:pt x="298" y="1650"/>
                      <a:pt x="267" y="1626"/>
                      <a:pt x="233" y="1572"/>
                    </a:cubicBezTo>
                    <a:cubicBezTo>
                      <a:pt x="223" y="1494"/>
                      <a:pt x="226" y="1418"/>
                      <a:pt x="233" y="1339"/>
                    </a:cubicBezTo>
                    <a:cubicBezTo>
                      <a:pt x="195" y="1339"/>
                      <a:pt x="156" y="1339"/>
                      <a:pt x="116" y="1339"/>
                    </a:cubicBezTo>
                    <a:cubicBezTo>
                      <a:pt x="116" y="1224"/>
                      <a:pt x="116" y="1109"/>
                      <a:pt x="116" y="990"/>
                    </a:cubicBezTo>
                    <a:cubicBezTo>
                      <a:pt x="155" y="990"/>
                      <a:pt x="193" y="990"/>
                      <a:pt x="233" y="990"/>
                    </a:cubicBezTo>
                    <a:cubicBezTo>
                      <a:pt x="233" y="798"/>
                      <a:pt x="233" y="606"/>
                      <a:pt x="233" y="408"/>
                    </a:cubicBezTo>
                    <a:cubicBezTo>
                      <a:pt x="195" y="408"/>
                      <a:pt x="156" y="408"/>
                      <a:pt x="116" y="408"/>
                    </a:cubicBezTo>
                    <a:cubicBezTo>
                      <a:pt x="78" y="273"/>
                      <a:pt x="40" y="13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92" name="ICON_TOOL_MODELS_path_084"/>
              <p:cNvSpPr/>
              <p:nvPr/>
            </p:nvSpPr>
            <p:spPr>
              <a:xfrm>
                <a:off x="5253615" y="5061293"/>
                <a:ext cx="19230" cy="11834"/>
              </a:xfrm>
              <a:custGeom>
                <a:avLst/>
                <a:gdLst/>
                <a:ahLst/>
                <a:cxnLst/>
                <a:rect l="0" t="0" r="r" b="b"/>
                <a:pathLst>
                  <a:path w="1514" h="932" fill="norm" stroke="0">
                    <a:moveTo>
                      <a:pt x="815" y="0"/>
                    </a:moveTo>
                    <a:cubicBezTo>
                      <a:pt x="1046" y="0"/>
                      <a:pt x="1277" y="0"/>
                      <a:pt x="1514" y="0"/>
                    </a:cubicBezTo>
                    <a:cubicBezTo>
                      <a:pt x="1514" y="38"/>
                      <a:pt x="1514" y="77"/>
                      <a:pt x="1514" y="116"/>
                    </a:cubicBezTo>
                    <a:cubicBezTo>
                      <a:pt x="1399" y="116"/>
                      <a:pt x="1284" y="116"/>
                      <a:pt x="1165" y="116"/>
                    </a:cubicBezTo>
                    <a:cubicBezTo>
                      <a:pt x="1165" y="155"/>
                      <a:pt x="1165" y="193"/>
                      <a:pt x="1165" y="233"/>
                    </a:cubicBezTo>
                    <a:cubicBezTo>
                      <a:pt x="1088" y="233"/>
                      <a:pt x="1011" y="233"/>
                      <a:pt x="932" y="233"/>
                    </a:cubicBezTo>
                    <a:cubicBezTo>
                      <a:pt x="932" y="271"/>
                      <a:pt x="932" y="310"/>
                      <a:pt x="932" y="349"/>
                    </a:cubicBezTo>
                    <a:cubicBezTo>
                      <a:pt x="855" y="349"/>
                      <a:pt x="778" y="349"/>
                      <a:pt x="699" y="349"/>
                    </a:cubicBezTo>
                    <a:cubicBezTo>
                      <a:pt x="699" y="388"/>
                      <a:pt x="699" y="426"/>
                      <a:pt x="699" y="466"/>
                    </a:cubicBezTo>
                    <a:cubicBezTo>
                      <a:pt x="683" y="463"/>
                      <a:pt x="668" y="460"/>
                      <a:pt x="652" y="458"/>
                    </a:cubicBezTo>
                    <a:cubicBezTo>
                      <a:pt x="584" y="451"/>
                      <a:pt x="532" y="449"/>
                      <a:pt x="466" y="466"/>
                    </a:cubicBezTo>
                    <a:cubicBezTo>
                      <a:pt x="426" y="518"/>
                      <a:pt x="407" y="570"/>
                      <a:pt x="383" y="632"/>
                    </a:cubicBezTo>
                    <a:cubicBezTo>
                      <a:pt x="322" y="755"/>
                      <a:pt x="217" y="840"/>
                      <a:pt x="116" y="932"/>
                    </a:cubicBezTo>
                    <a:cubicBezTo>
                      <a:pt x="78" y="913"/>
                      <a:pt x="40" y="893"/>
                      <a:pt x="0" y="874"/>
                    </a:cubicBezTo>
                    <a:cubicBezTo>
                      <a:pt x="6" y="869"/>
                      <a:pt x="6" y="869"/>
                      <a:pt x="36" y="848"/>
                    </a:cubicBezTo>
                    <a:cubicBezTo>
                      <a:pt x="203" y="709"/>
                      <a:pt x="214" y="554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49" y="311"/>
                      <a:pt x="349" y="273"/>
                      <a:pt x="349" y="233"/>
                    </a:cubicBezTo>
                    <a:cubicBezTo>
                      <a:pt x="388" y="233"/>
                      <a:pt x="426" y="233"/>
                      <a:pt x="466" y="233"/>
                    </a:cubicBezTo>
                    <a:cubicBezTo>
                      <a:pt x="466" y="195"/>
                      <a:pt x="466" y="156"/>
                      <a:pt x="466" y="116"/>
                    </a:cubicBezTo>
                    <a:cubicBezTo>
                      <a:pt x="581" y="116"/>
                      <a:pt x="697" y="116"/>
                      <a:pt x="815" y="116"/>
                    </a:cubicBezTo>
                    <a:cubicBezTo>
                      <a:pt x="815" y="78"/>
                      <a:pt x="815" y="40"/>
                      <a:pt x="81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93" name="ICON_TOOL_MODELS_path_085"/>
              <p:cNvSpPr/>
              <p:nvPr/>
            </p:nvSpPr>
            <p:spPr>
              <a:xfrm>
                <a:off x="5308347" y="5143392"/>
                <a:ext cx="11834" cy="8136"/>
              </a:xfrm>
              <a:custGeom>
                <a:avLst/>
                <a:gdLst/>
                <a:ahLst/>
                <a:cxnLst/>
                <a:rect l="0" t="0" r="r" b="b"/>
                <a:pathLst>
                  <a:path w="932" h="641" fill="norm" stroke="0">
                    <a:moveTo>
                      <a:pt x="648" y="17"/>
                    </a:moveTo>
                    <a:cubicBezTo>
                      <a:pt x="699" y="58"/>
                      <a:pt x="699" y="58"/>
                      <a:pt x="710" y="115"/>
                    </a:cubicBezTo>
                    <a:cubicBezTo>
                      <a:pt x="710" y="125"/>
                      <a:pt x="710" y="125"/>
                      <a:pt x="706" y="178"/>
                    </a:cubicBezTo>
                    <a:cubicBezTo>
                      <a:pt x="705" y="199"/>
                      <a:pt x="704" y="221"/>
                      <a:pt x="703" y="242"/>
                    </a:cubicBezTo>
                    <a:cubicBezTo>
                      <a:pt x="702" y="250"/>
                      <a:pt x="702" y="250"/>
                      <a:pt x="699" y="291"/>
                    </a:cubicBezTo>
                    <a:cubicBezTo>
                      <a:pt x="737" y="291"/>
                      <a:pt x="776" y="291"/>
                      <a:pt x="815" y="291"/>
                    </a:cubicBezTo>
                    <a:cubicBezTo>
                      <a:pt x="815" y="330"/>
                      <a:pt x="815" y="368"/>
                      <a:pt x="815" y="408"/>
                    </a:cubicBezTo>
                    <a:cubicBezTo>
                      <a:pt x="854" y="408"/>
                      <a:pt x="892" y="408"/>
                      <a:pt x="932" y="408"/>
                    </a:cubicBezTo>
                    <a:cubicBezTo>
                      <a:pt x="932" y="485"/>
                      <a:pt x="932" y="561"/>
                      <a:pt x="932" y="641"/>
                    </a:cubicBezTo>
                    <a:cubicBezTo>
                      <a:pt x="663" y="641"/>
                      <a:pt x="394" y="641"/>
                      <a:pt x="116" y="641"/>
                    </a:cubicBezTo>
                    <a:cubicBezTo>
                      <a:pt x="116" y="602"/>
                      <a:pt x="116" y="564"/>
                      <a:pt x="116" y="524"/>
                    </a:cubicBezTo>
                    <a:cubicBezTo>
                      <a:pt x="78" y="524"/>
                      <a:pt x="40" y="524"/>
                      <a:pt x="0" y="524"/>
                    </a:cubicBezTo>
                    <a:cubicBezTo>
                      <a:pt x="0" y="486"/>
                      <a:pt x="0" y="447"/>
                      <a:pt x="0" y="408"/>
                    </a:cubicBezTo>
                    <a:cubicBezTo>
                      <a:pt x="38" y="408"/>
                      <a:pt x="77" y="408"/>
                      <a:pt x="116" y="408"/>
                    </a:cubicBezTo>
                    <a:cubicBezTo>
                      <a:pt x="116" y="369"/>
                      <a:pt x="116" y="331"/>
                      <a:pt x="116" y="291"/>
                    </a:cubicBezTo>
                    <a:cubicBezTo>
                      <a:pt x="193" y="291"/>
                      <a:pt x="270" y="291"/>
                      <a:pt x="349" y="291"/>
                    </a:cubicBezTo>
                    <a:cubicBezTo>
                      <a:pt x="349" y="253"/>
                      <a:pt x="349" y="214"/>
                      <a:pt x="349" y="175"/>
                    </a:cubicBezTo>
                    <a:cubicBezTo>
                      <a:pt x="396" y="123"/>
                      <a:pt x="396" y="123"/>
                      <a:pt x="459" y="76"/>
                    </a:cubicBezTo>
                    <a:cubicBezTo>
                      <a:pt x="479" y="61"/>
                      <a:pt x="499" y="45"/>
                      <a:pt x="520" y="28"/>
                    </a:cubicBezTo>
                    <a:cubicBezTo>
                      <a:pt x="582" y="0"/>
                      <a:pt x="582" y="0"/>
                      <a:pt x="648" y="17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94" name="ICON_TOOL_MODELS_path_086"/>
              <p:cNvSpPr/>
              <p:nvPr/>
            </p:nvSpPr>
            <p:spPr>
              <a:xfrm>
                <a:off x="5238822" y="5118984"/>
                <a:ext cx="5917" cy="11973"/>
              </a:xfrm>
              <a:custGeom>
                <a:avLst/>
                <a:gdLst/>
                <a:ahLst/>
                <a:cxnLst/>
                <a:rect l="0" t="0" r="r" b="b"/>
                <a:pathLst>
                  <a:path w="466" h="943" fill="norm" stroke="0">
                    <a:moveTo>
                      <a:pt x="0" y="0"/>
                    </a:moveTo>
                    <a:cubicBezTo>
                      <a:pt x="319" y="64"/>
                      <a:pt x="319" y="64"/>
                      <a:pt x="408" y="175"/>
                    </a:cubicBezTo>
                    <a:cubicBezTo>
                      <a:pt x="427" y="175"/>
                      <a:pt x="446" y="175"/>
                      <a:pt x="466" y="175"/>
                    </a:cubicBezTo>
                    <a:cubicBezTo>
                      <a:pt x="466" y="367"/>
                      <a:pt x="466" y="559"/>
                      <a:pt x="466" y="757"/>
                    </a:cubicBezTo>
                    <a:cubicBezTo>
                      <a:pt x="427" y="757"/>
                      <a:pt x="389" y="757"/>
                      <a:pt x="349" y="757"/>
                    </a:cubicBezTo>
                    <a:cubicBezTo>
                      <a:pt x="317" y="795"/>
                      <a:pt x="317" y="795"/>
                      <a:pt x="291" y="844"/>
                    </a:cubicBezTo>
                    <a:cubicBezTo>
                      <a:pt x="263" y="893"/>
                      <a:pt x="263" y="893"/>
                      <a:pt x="233" y="932"/>
                    </a:cubicBezTo>
                    <a:cubicBezTo>
                      <a:pt x="167" y="943"/>
                      <a:pt x="167" y="943"/>
                      <a:pt x="116" y="932"/>
                    </a:cubicBezTo>
                    <a:cubicBezTo>
                      <a:pt x="116" y="893"/>
                      <a:pt x="116" y="855"/>
                      <a:pt x="116" y="815"/>
                    </a:cubicBezTo>
                    <a:cubicBezTo>
                      <a:pt x="78" y="815"/>
                      <a:pt x="40" y="815"/>
                      <a:pt x="0" y="815"/>
                    </a:cubicBezTo>
                    <a:cubicBezTo>
                      <a:pt x="0" y="546"/>
                      <a:pt x="0" y="27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95" name="ICON_TOOL_MODELS_path_087"/>
              <p:cNvSpPr/>
              <p:nvPr/>
            </p:nvSpPr>
            <p:spPr>
              <a:xfrm>
                <a:off x="5166338" y="5184043"/>
                <a:ext cx="7396" cy="17780"/>
              </a:xfrm>
              <a:custGeom>
                <a:avLst/>
                <a:gdLst/>
                <a:ahLst/>
                <a:cxnLst/>
                <a:rect l="0" t="0" r="r" b="b"/>
                <a:pathLst>
                  <a:path w="582" h="1400" fill="norm" stroke="0">
                    <a:moveTo>
                      <a:pt x="466" y="2"/>
                    </a:moveTo>
                    <a:cubicBezTo>
                      <a:pt x="466" y="41"/>
                      <a:pt x="466" y="79"/>
                      <a:pt x="466" y="119"/>
                    </a:cubicBezTo>
                    <a:cubicBezTo>
                      <a:pt x="504" y="119"/>
                      <a:pt x="543" y="119"/>
                      <a:pt x="582" y="119"/>
                    </a:cubicBezTo>
                    <a:cubicBezTo>
                      <a:pt x="582" y="196"/>
                      <a:pt x="582" y="272"/>
                      <a:pt x="582" y="352"/>
                    </a:cubicBezTo>
                    <a:cubicBezTo>
                      <a:pt x="544" y="352"/>
                      <a:pt x="506" y="352"/>
                      <a:pt x="466" y="352"/>
                    </a:cubicBezTo>
                    <a:cubicBezTo>
                      <a:pt x="466" y="467"/>
                      <a:pt x="466" y="582"/>
                      <a:pt x="466" y="701"/>
                    </a:cubicBezTo>
                    <a:cubicBezTo>
                      <a:pt x="427" y="701"/>
                      <a:pt x="389" y="701"/>
                      <a:pt x="349" y="701"/>
                    </a:cubicBezTo>
                    <a:cubicBezTo>
                      <a:pt x="349" y="740"/>
                      <a:pt x="349" y="778"/>
                      <a:pt x="349" y="818"/>
                    </a:cubicBezTo>
                    <a:cubicBezTo>
                      <a:pt x="311" y="818"/>
                      <a:pt x="273" y="818"/>
                      <a:pt x="233" y="818"/>
                    </a:cubicBezTo>
                    <a:cubicBezTo>
                      <a:pt x="214" y="1010"/>
                      <a:pt x="195" y="1202"/>
                      <a:pt x="175" y="1400"/>
                    </a:cubicBezTo>
                    <a:cubicBezTo>
                      <a:pt x="117" y="1400"/>
                      <a:pt x="59" y="1400"/>
                      <a:pt x="0" y="1400"/>
                    </a:cubicBezTo>
                    <a:cubicBezTo>
                      <a:pt x="19" y="1381"/>
                      <a:pt x="38" y="1362"/>
                      <a:pt x="58" y="1342"/>
                    </a:cubicBezTo>
                    <a:cubicBezTo>
                      <a:pt x="67" y="1286"/>
                      <a:pt x="67" y="1286"/>
                      <a:pt x="70" y="1218"/>
                    </a:cubicBezTo>
                    <a:cubicBezTo>
                      <a:pt x="71" y="1192"/>
                      <a:pt x="73" y="1166"/>
                      <a:pt x="74" y="1140"/>
                    </a:cubicBezTo>
                    <a:cubicBezTo>
                      <a:pt x="75" y="1112"/>
                      <a:pt x="76" y="1084"/>
                      <a:pt x="77" y="1056"/>
                    </a:cubicBezTo>
                    <a:cubicBezTo>
                      <a:pt x="78" y="1027"/>
                      <a:pt x="79" y="999"/>
                      <a:pt x="80" y="970"/>
                    </a:cubicBezTo>
                    <a:cubicBezTo>
                      <a:pt x="84" y="895"/>
                      <a:pt x="86" y="819"/>
                      <a:pt x="89" y="744"/>
                    </a:cubicBezTo>
                    <a:cubicBezTo>
                      <a:pt x="92" y="667"/>
                      <a:pt x="95" y="590"/>
                      <a:pt x="99" y="513"/>
                    </a:cubicBezTo>
                    <a:cubicBezTo>
                      <a:pt x="105" y="362"/>
                      <a:pt x="111" y="211"/>
                      <a:pt x="116" y="61"/>
                    </a:cubicBezTo>
                    <a:cubicBezTo>
                      <a:pt x="153" y="51"/>
                      <a:pt x="189" y="41"/>
                      <a:pt x="226" y="31"/>
                    </a:cubicBezTo>
                    <a:cubicBezTo>
                      <a:pt x="246" y="26"/>
                      <a:pt x="266" y="21"/>
                      <a:pt x="287" y="15"/>
                    </a:cubicBezTo>
                    <a:cubicBezTo>
                      <a:pt x="349" y="2"/>
                      <a:pt x="403" y="0"/>
                      <a:pt x="466" y="2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96" name="ICON_TOOL_MODELS_path_088"/>
              <p:cNvSpPr/>
              <p:nvPr/>
            </p:nvSpPr>
            <p:spPr>
              <a:xfrm>
                <a:off x="5138232" y="5166320"/>
                <a:ext cx="16272" cy="8136"/>
              </a:xfrm>
              <a:custGeom>
                <a:avLst/>
                <a:gdLst/>
                <a:ahLst/>
                <a:cxnLst/>
                <a:rect l="0" t="0" r="r" b="b"/>
                <a:pathLst>
                  <a:path w="1281" h="641" fill="norm" stroke="0">
                    <a:moveTo>
                      <a:pt x="815" y="0"/>
                    </a:moveTo>
                    <a:cubicBezTo>
                      <a:pt x="892" y="0"/>
                      <a:pt x="969" y="0"/>
                      <a:pt x="1048" y="0"/>
                    </a:cubicBezTo>
                    <a:cubicBezTo>
                      <a:pt x="1048" y="38"/>
                      <a:pt x="1048" y="77"/>
                      <a:pt x="1048" y="116"/>
                    </a:cubicBezTo>
                    <a:cubicBezTo>
                      <a:pt x="1010" y="116"/>
                      <a:pt x="971" y="116"/>
                      <a:pt x="932" y="116"/>
                    </a:cubicBezTo>
                    <a:cubicBezTo>
                      <a:pt x="932" y="155"/>
                      <a:pt x="932" y="193"/>
                      <a:pt x="932" y="233"/>
                    </a:cubicBezTo>
                    <a:cubicBezTo>
                      <a:pt x="1047" y="214"/>
                      <a:pt x="1162" y="195"/>
                      <a:pt x="1281" y="175"/>
                    </a:cubicBezTo>
                    <a:cubicBezTo>
                      <a:pt x="1209" y="298"/>
                      <a:pt x="1209" y="298"/>
                      <a:pt x="1165" y="349"/>
                    </a:cubicBezTo>
                    <a:cubicBezTo>
                      <a:pt x="1099" y="360"/>
                      <a:pt x="1099" y="360"/>
                      <a:pt x="1048" y="349"/>
                    </a:cubicBezTo>
                    <a:cubicBezTo>
                      <a:pt x="1048" y="388"/>
                      <a:pt x="1048" y="426"/>
                      <a:pt x="1048" y="466"/>
                    </a:cubicBezTo>
                    <a:cubicBezTo>
                      <a:pt x="856" y="466"/>
                      <a:pt x="664" y="466"/>
                      <a:pt x="466" y="466"/>
                    </a:cubicBezTo>
                    <a:cubicBezTo>
                      <a:pt x="466" y="504"/>
                      <a:pt x="466" y="543"/>
                      <a:pt x="466" y="582"/>
                    </a:cubicBezTo>
                    <a:cubicBezTo>
                      <a:pt x="312" y="602"/>
                      <a:pt x="158" y="621"/>
                      <a:pt x="0" y="641"/>
                    </a:cubicBezTo>
                    <a:cubicBezTo>
                      <a:pt x="0" y="602"/>
                      <a:pt x="0" y="564"/>
                      <a:pt x="0" y="524"/>
                    </a:cubicBezTo>
                    <a:cubicBezTo>
                      <a:pt x="38" y="524"/>
                      <a:pt x="77" y="524"/>
                      <a:pt x="116" y="524"/>
                    </a:cubicBezTo>
                    <a:cubicBezTo>
                      <a:pt x="116" y="466"/>
                      <a:pt x="116" y="409"/>
                      <a:pt x="116" y="349"/>
                    </a:cubicBezTo>
                    <a:cubicBezTo>
                      <a:pt x="155" y="349"/>
                      <a:pt x="193" y="349"/>
                      <a:pt x="233" y="349"/>
                    </a:cubicBezTo>
                    <a:cubicBezTo>
                      <a:pt x="233" y="311"/>
                      <a:pt x="233" y="273"/>
                      <a:pt x="233" y="233"/>
                    </a:cubicBezTo>
                    <a:cubicBezTo>
                      <a:pt x="387" y="233"/>
                      <a:pt x="540" y="233"/>
                      <a:pt x="699" y="233"/>
                    </a:cubicBezTo>
                    <a:cubicBezTo>
                      <a:pt x="699" y="195"/>
                      <a:pt x="699" y="156"/>
                      <a:pt x="699" y="116"/>
                    </a:cubicBezTo>
                    <a:cubicBezTo>
                      <a:pt x="737" y="116"/>
                      <a:pt x="776" y="116"/>
                      <a:pt x="815" y="116"/>
                    </a:cubicBezTo>
                    <a:cubicBezTo>
                      <a:pt x="815" y="78"/>
                      <a:pt x="815" y="40"/>
                      <a:pt x="81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97" name="ICON_TOOL_MODELS_path_089"/>
              <p:cNvSpPr/>
              <p:nvPr/>
            </p:nvSpPr>
            <p:spPr>
              <a:xfrm>
                <a:off x="5277283" y="5101233"/>
                <a:ext cx="10355" cy="18491"/>
              </a:xfrm>
              <a:custGeom>
                <a:avLst/>
                <a:gdLst/>
                <a:ahLst/>
                <a:cxnLst/>
                <a:rect l="0" t="0" r="r" b="b"/>
                <a:pathLst>
                  <a:path w="815" h="1456" fill="norm" stroke="0">
                    <a:moveTo>
                      <a:pt x="582" y="0"/>
                    </a:moveTo>
                    <a:cubicBezTo>
                      <a:pt x="659" y="0"/>
                      <a:pt x="736" y="0"/>
                      <a:pt x="815" y="0"/>
                    </a:cubicBezTo>
                    <a:cubicBezTo>
                      <a:pt x="815" y="77"/>
                      <a:pt x="815" y="154"/>
                      <a:pt x="815" y="233"/>
                    </a:cubicBezTo>
                    <a:cubicBezTo>
                      <a:pt x="777" y="233"/>
                      <a:pt x="738" y="233"/>
                      <a:pt x="699" y="233"/>
                    </a:cubicBezTo>
                    <a:cubicBezTo>
                      <a:pt x="660" y="348"/>
                      <a:pt x="622" y="464"/>
                      <a:pt x="582" y="582"/>
                    </a:cubicBezTo>
                    <a:cubicBezTo>
                      <a:pt x="544" y="582"/>
                      <a:pt x="506" y="582"/>
                      <a:pt x="466" y="582"/>
                    </a:cubicBezTo>
                    <a:cubicBezTo>
                      <a:pt x="466" y="871"/>
                      <a:pt x="466" y="1159"/>
                      <a:pt x="466" y="1456"/>
                    </a:cubicBezTo>
                    <a:cubicBezTo>
                      <a:pt x="349" y="1339"/>
                      <a:pt x="349" y="1339"/>
                      <a:pt x="336" y="1289"/>
                    </a:cubicBezTo>
                    <a:cubicBezTo>
                      <a:pt x="337" y="1272"/>
                      <a:pt x="337" y="1256"/>
                      <a:pt x="338" y="1239"/>
                    </a:cubicBezTo>
                    <a:cubicBezTo>
                      <a:pt x="338" y="1221"/>
                      <a:pt x="339" y="1203"/>
                      <a:pt x="339" y="1184"/>
                    </a:cubicBezTo>
                    <a:cubicBezTo>
                      <a:pt x="340" y="1166"/>
                      <a:pt x="341" y="1147"/>
                      <a:pt x="342" y="1128"/>
                    </a:cubicBezTo>
                    <a:cubicBezTo>
                      <a:pt x="343" y="1109"/>
                      <a:pt x="343" y="1091"/>
                      <a:pt x="344" y="1071"/>
                    </a:cubicBezTo>
                    <a:cubicBezTo>
                      <a:pt x="345" y="1025"/>
                      <a:pt x="347" y="978"/>
                      <a:pt x="349" y="932"/>
                    </a:cubicBezTo>
                    <a:cubicBezTo>
                      <a:pt x="311" y="932"/>
                      <a:pt x="273" y="932"/>
                      <a:pt x="233" y="932"/>
                    </a:cubicBezTo>
                    <a:cubicBezTo>
                      <a:pt x="233" y="893"/>
                      <a:pt x="233" y="855"/>
                      <a:pt x="233" y="815"/>
                    </a:cubicBezTo>
                    <a:cubicBezTo>
                      <a:pt x="195" y="815"/>
                      <a:pt x="156" y="815"/>
                      <a:pt x="116" y="815"/>
                    </a:cubicBezTo>
                    <a:cubicBezTo>
                      <a:pt x="116" y="777"/>
                      <a:pt x="116" y="738"/>
                      <a:pt x="116" y="699"/>
                    </a:cubicBezTo>
                    <a:cubicBezTo>
                      <a:pt x="78" y="699"/>
                      <a:pt x="40" y="699"/>
                      <a:pt x="0" y="699"/>
                    </a:cubicBezTo>
                    <a:cubicBezTo>
                      <a:pt x="0" y="622"/>
                      <a:pt x="0" y="545"/>
                      <a:pt x="0" y="466"/>
                    </a:cubicBezTo>
                    <a:cubicBezTo>
                      <a:pt x="38" y="466"/>
                      <a:pt x="77" y="466"/>
                      <a:pt x="116" y="466"/>
                    </a:cubicBezTo>
                    <a:cubicBezTo>
                      <a:pt x="116" y="427"/>
                      <a:pt x="116" y="389"/>
                      <a:pt x="116" y="349"/>
                    </a:cubicBezTo>
                    <a:cubicBezTo>
                      <a:pt x="155" y="349"/>
                      <a:pt x="193" y="349"/>
                      <a:pt x="233" y="349"/>
                    </a:cubicBezTo>
                    <a:cubicBezTo>
                      <a:pt x="233" y="388"/>
                      <a:pt x="233" y="426"/>
                      <a:pt x="233" y="466"/>
                    </a:cubicBezTo>
                    <a:cubicBezTo>
                      <a:pt x="314" y="480"/>
                      <a:pt x="385" y="486"/>
                      <a:pt x="466" y="466"/>
                    </a:cubicBezTo>
                    <a:cubicBezTo>
                      <a:pt x="563" y="364"/>
                      <a:pt x="589" y="239"/>
                      <a:pt x="590" y="102"/>
                    </a:cubicBezTo>
                    <a:cubicBezTo>
                      <a:pt x="587" y="68"/>
                      <a:pt x="585" y="35"/>
                      <a:pt x="58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98" name="ICON_TOOL_MODELS_path_090"/>
              <p:cNvSpPr/>
              <p:nvPr/>
            </p:nvSpPr>
            <p:spPr>
              <a:xfrm>
                <a:off x="5300951" y="5343832"/>
                <a:ext cx="19230" cy="2959"/>
              </a:xfrm>
              <a:custGeom>
                <a:avLst/>
                <a:gdLst/>
                <a:ahLst/>
                <a:cxnLst/>
                <a:rect l="0" t="0" r="r" b="b"/>
                <a:pathLst>
                  <a:path w="1514" h="233" fill="norm" stroke="0">
                    <a:moveTo>
                      <a:pt x="233" y="0"/>
                    </a:moveTo>
                    <a:cubicBezTo>
                      <a:pt x="656" y="0"/>
                      <a:pt x="1079" y="0"/>
                      <a:pt x="1514" y="0"/>
                    </a:cubicBezTo>
                    <a:cubicBezTo>
                      <a:pt x="1514" y="77"/>
                      <a:pt x="1514" y="154"/>
                      <a:pt x="1514" y="233"/>
                    </a:cubicBezTo>
                    <a:cubicBezTo>
                      <a:pt x="1015" y="233"/>
                      <a:pt x="515" y="233"/>
                      <a:pt x="0" y="233"/>
                    </a:cubicBezTo>
                    <a:cubicBezTo>
                      <a:pt x="0" y="195"/>
                      <a:pt x="0" y="156"/>
                      <a:pt x="0" y="116"/>
                    </a:cubicBezTo>
                    <a:cubicBezTo>
                      <a:pt x="77" y="116"/>
                      <a:pt x="154" y="116"/>
                      <a:pt x="233" y="116"/>
                    </a:cubicBezTo>
                    <a:cubicBezTo>
                      <a:pt x="233" y="78"/>
                      <a:pt x="233" y="40"/>
                      <a:pt x="2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299" name="ICON_TOOL_MODELS_path_091"/>
              <p:cNvSpPr/>
              <p:nvPr/>
            </p:nvSpPr>
            <p:spPr>
              <a:xfrm>
                <a:off x="5167818" y="5074606"/>
                <a:ext cx="20710" cy="5917"/>
              </a:xfrm>
              <a:custGeom>
                <a:avLst/>
                <a:gdLst/>
                <a:ahLst/>
                <a:cxnLst/>
                <a:rect l="0" t="0" r="r" b="b"/>
                <a:pathLst>
                  <a:path w="1631" h="466" fill="norm" stroke="0">
                    <a:moveTo>
                      <a:pt x="349" y="0"/>
                    </a:moveTo>
                    <a:cubicBezTo>
                      <a:pt x="503" y="0"/>
                      <a:pt x="657" y="0"/>
                      <a:pt x="815" y="0"/>
                    </a:cubicBezTo>
                    <a:cubicBezTo>
                      <a:pt x="815" y="38"/>
                      <a:pt x="815" y="77"/>
                      <a:pt x="815" y="116"/>
                    </a:cubicBezTo>
                    <a:cubicBezTo>
                      <a:pt x="1084" y="116"/>
                      <a:pt x="1353" y="116"/>
                      <a:pt x="1631" y="116"/>
                    </a:cubicBezTo>
                    <a:cubicBezTo>
                      <a:pt x="1631" y="155"/>
                      <a:pt x="1631" y="193"/>
                      <a:pt x="1631" y="233"/>
                    </a:cubicBezTo>
                    <a:cubicBezTo>
                      <a:pt x="1323" y="233"/>
                      <a:pt x="1016" y="233"/>
                      <a:pt x="699" y="233"/>
                    </a:cubicBezTo>
                    <a:cubicBezTo>
                      <a:pt x="699" y="271"/>
                      <a:pt x="699" y="310"/>
                      <a:pt x="699" y="349"/>
                    </a:cubicBezTo>
                    <a:cubicBezTo>
                      <a:pt x="584" y="349"/>
                      <a:pt x="468" y="349"/>
                      <a:pt x="349" y="349"/>
                    </a:cubicBezTo>
                    <a:cubicBezTo>
                      <a:pt x="349" y="388"/>
                      <a:pt x="349" y="426"/>
                      <a:pt x="349" y="466"/>
                    </a:cubicBezTo>
                    <a:cubicBezTo>
                      <a:pt x="234" y="466"/>
                      <a:pt x="119" y="466"/>
                      <a:pt x="0" y="466"/>
                    </a:cubicBezTo>
                    <a:cubicBezTo>
                      <a:pt x="0" y="427"/>
                      <a:pt x="0" y="389"/>
                      <a:pt x="0" y="349"/>
                    </a:cubicBezTo>
                    <a:cubicBezTo>
                      <a:pt x="38" y="349"/>
                      <a:pt x="77" y="349"/>
                      <a:pt x="116" y="349"/>
                    </a:cubicBezTo>
                    <a:cubicBezTo>
                      <a:pt x="116" y="311"/>
                      <a:pt x="116" y="273"/>
                      <a:pt x="116" y="233"/>
                    </a:cubicBezTo>
                    <a:cubicBezTo>
                      <a:pt x="155" y="233"/>
                      <a:pt x="193" y="233"/>
                      <a:pt x="233" y="233"/>
                    </a:cubicBezTo>
                    <a:cubicBezTo>
                      <a:pt x="233" y="195"/>
                      <a:pt x="233" y="156"/>
                      <a:pt x="233" y="116"/>
                    </a:cubicBezTo>
                    <a:cubicBezTo>
                      <a:pt x="271" y="116"/>
                      <a:pt x="310" y="116"/>
                      <a:pt x="349" y="116"/>
                    </a:cubicBezTo>
                    <a:cubicBezTo>
                      <a:pt x="349" y="78"/>
                      <a:pt x="349" y="40"/>
                      <a:pt x="34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00" name="ICON_TOOL_MODELS_path_092"/>
              <p:cNvSpPr/>
              <p:nvPr/>
            </p:nvSpPr>
            <p:spPr>
              <a:xfrm>
                <a:off x="5237343" y="5314246"/>
                <a:ext cx="7396" cy="11094"/>
              </a:xfrm>
              <a:custGeom>
                <a:avLst/>
                <a:gdLst/>
                <a:ahLst/>
                <a:cxnLst/>
                <a:rect l="0" t="0" r="r" b="b"/>
                <a:pathLst>
                  <a:path w="582" h="874" fill="norm" stroke="0">
                    <a:moveTo>
                      <a:pt x="0" y="0"/>
                    </a:moveTo>
                    <a:cubicBezTo>
                      <a:pt x="77" y="0"/>
                      <a:pt x="154" y="0"/>
                      <a:pt x="233" y="0"/>
                    </a:cubicBezTo>
                    <a:cubicBezTo>
                      <a:pt x="233" y="38"/>
                      <a:pt x="233" y="77"/>
                      <a:pt x="233" y="116"/>
                    </a:cubicBezTo>
                    <a:cubicBezTo>
                      <a:pt x="348" y="78"/>
                      <a:pt x="464" y="40"/>
                      <a:pt x="582" y="0"/>
                    </a:cubicBezTo>
                    <a:cubicBezTo>
                      <a:pt x="582" y="154"/>
                      <a:pt x="582" y="308"/>
                      <a:pt x="582" y="466"/>
                    </a:cubicBezTo>
                    <a:cubicBezTo>
                      <a:pt x="544" y="466"/>
                      <a:pt x="506" y="466"/>
                      <a:pt x="466" y="466"/>
                    </a:cubicBezTo>
                    <a:cubicBezTo>
                      <a:pt x="467" y="490"/>
                      <a:pt x="469" y="515"/>
                      <a:pt x="470" y="540"/>
                    </a:cubicBezTo>
                    <a:cubicBezTo>
                      <a:pt x="471" y="573"/>
                      <a:pt x="472" y="605"/>
                      <a:pt x="473" y="637"/>
                    </a:cubicBezTo>
                    <a:cubicBezTo>
                      <a:pt x="474" y="645"/>
                      <a:pt x="474" y="645"/>
                      <a:pt x="476" y="686"/>
                    </a:cubicBezTo>
                    <a:cubicBezTo>
                      <a:pt x="477" y="733"/>
                      <a:pt x="477" y="733"/>
                      <a:pt x="466" y="815"/>
                    </a:cubicBezTo>
                    <a:cubicBezTo>
                      <a:pt x="407" y="856"/>
                      <a:pt x="407" y="856"/>
                      <a:pt x="349" y="874"/>
                    </a:cubicBezTo>
                    <a:cubicBezTo>
                      <a:pt x="351" y="865"/>
                      <a:pt x="351" y="865"/>
                      <a:pt x="357" y="819"/>
                    </a:cubicBezTo>
                    <a:cubicBezTo>
                      <a:pt x="354" y="799"/>
                      <a:pt x="352" y="778"/>
                      <a:pt x="349" y="757"/>
                    </a:cubicBezTo>
                    <a:cubicBezTo>
                      <a:pt x="330" y="747"/>
                      <a:pt x="311" y="738"/>
                      <a:pt x="291" y="728"/>
                    </a:cubicBezTo>
                    <a:cubicBezTo>
                      <a:pt x="272" y="718"/>
                      <a:pt x="253" y="709"/>
                      <a:pt x="233" y="699"/>
                    </a:cubicBezTo>
                    <a:cubicBezTo>
                      <a:pt x="226" y="637"/>
                      <a:pt x="226" y="637"/>
                      <a:pt x="233" y="582"/>
                    </a:cubicBezTo>
                    <a:cubicBezTo>
                      <a:pt x="195" y="582"/>
                      <a:pt x="156" y="582"/>
                      <a:pt x="116" y="582"/>
                    </a:cubicBezTo>
                    <a:cubicBezTo>
                      <a:pt x="116" y="544"/>
                      <a:pt x="116" y="506"/>
                      <a:pt x="116" y="466"/>
                    </a:cubicBezTo>
                    <a:cubicBezTo>
                      <a:pt x="78" y="466"/>
                      <a:pt x="40" y="466"/>
                      <a:pt x="0" y="466"/>
                    </a:cubicBezTo>
                    <a:cubicBezTo>
                      <a:pt x="0" y="312"/>
                      <a:pt x="0" y="15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01" name="ICON_TOOL_MODELS_path_093"/>
              <p:cNvSpPr/>
              <p:nvPr/>
            </p:nvSpPr>
            <p:spPr>
              <a:xfrm>
                <a:off x="5163380" y="5224012"/>
                <a:ext cx="9020" cy="11094"/>
              </a:xfrm>
              <a:custGeom>
                <a:avLst/>
                <a:gdLst/>
                <a:ahLst/>
                <a:cxnLst/>
                <a:rect l="0" t="0" r="r" b="b"/>
                <a:pathLst>
                  <a:path w="710" h="874" fill="norm" stroke="0">
                    <a:moveTo>
                      <a:pt x="291" y="0"/>
                    </a:moveTo>
                    <a:cubicBezTo>
                      <a:pt x="298" y="19"/>
                      <a:pt x="306" y="38"/>
                      <a:pt x="313" y="58"/>
                    </a:cubicBezTo>
                    <a:cubicBezTo>
                      <a:pt x="319" y="68"/>
                      <a:pt x="319" y="68"/>
                      <a:pt x="349" y="116"/>
                    </a:cubicBezTo>
                    <a:cubicBezTo>
                      <a:pt x="388" y="116"/>
                      <a:pt x="426" y="116"/>
                      <a:pt x="466" y="116"/>
                    </a:cubicBezTo>
                    <a:cubicBezTo>
                      <a:pt x="466" y="193"/>
                      <a:pt x="466" y="270"/>
                      <a:pt x="466" y="349"/>
                    </a:cubicBezTo>
                    <a:cubicBezTo>
                      <a:pt x="504" y="349"/>
                      <a:pt x="543" y="349"/>
                      <a:pt x="582" y="349"/>
                    </a:cubicBezTo>
                    <a:cubicBezTo>
                      <a:pt x="582" y="388"/>
                      <a:pt x="582" y="426"/>
                      <a:pt x="582" y="466"/>
                    </a:cubicBezTo>
                    <a:cubicBezTo>
                      <a:pt x="621" y="466"/>
                      <a:pt x="659" y="466"/>
                      <a:pt x="699" y="466"/>
                    </a:cubicBezTo>
                    <a:cubicBezTo>
                      <a:pt x="702" y="523"/>
                      <a:pt x="704" y="580"/>
                      <a:pt x="706" y="637"/>
                    </a:cubicBezTo>
                    <a:cubicBezTo>
                      <a:pt x="707" y="645"/>
                      <a:pt x="707" y="645"/>
                      <a:pt x="709" y="686"/>
                    </a:cubicBezTo>
                    <a:cubicBezTo>
                      <a:pt x="710" y="733"/>
                      <a:pt x="710" y="733"/>
                      <a:pt x="699" y="815"/>
                    </a:cubicBezTo>
                    <a:cubicBezTo>
                      <a:pt x="644" y="857"/>
                      <a:pt x="644" y="857"/>
                      <a:pt x="582" y="874"/>
                    </a:cubicBezTo>
                    <a:cubicBezTo>
                      <a:pt x="517" y="855"/>
                      <a:pt x="517" y="855"/>
                      <a:pt x="466" y="815"/>
                    </a:cubicBezTo>
                    <a:cubicBezTo>
                      <a:pt x="466" y="777"/>
                      <a:pt x="466" y="738"/>
                      <a:pt x="466" y="699"/>
                    </a:cubicBezTo>
                    <a:cubicBezTo>
                      <a:pt x="389" y="699"/>
                      <a:pt x="312" y="699"/>
                      <a:pt x="233" y="699"/>
                    </a:cubicBezTo>
                    <a:cubicBezTo>
                      <a:pt x="233" y="660"/>
                      <a:pt x="233" y="622"/>
                      <a:pt x="233" y="582"/>
                    </a:cubicBezTo>
                    <a:cubicBezTo>
                      <a:pt x="195" y="582"/>
                      <a:pt x="156" y="582"/>
                      <a:pt x="116" y="582"/>
                    </a:cubicBezTo>
                    <a:cubicBezTo>
                      <a:pt x="116" y="506"/>
                      <a:pt x="116" y="429"/>
                      <a:pt x="116" y="349"/>
                    </a:cubicBezTo>
                    <a:cubicBezTo>
                      <a:pt x="78" y="349"/>
                      <a:pt x="40" y="349"/>
                      <a:pt x="0" y="349"/>
                    </a:cubicBezTo>
                    <a:cubicBezTo>
                      <a:pt x="0" y="273"/>
                      <a:pt x="0" y="196"/>
                      <a:pt x="0" y="116"/>
                    </a:cubicBezTo>
                    <a:cubicBezTo>
                      <a:pt x="96" y="116"/>
                      <a:pt x="192" y="116"/>
                      <a:pt x="291" y="116"/>
                    </a:cubicBezTo>
                    <a:cubicBezTo>
                      <a:pt x="291" y="78"/>
                      <a:pt x="291" y="40"/>
                      <a:pt x="29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02" name="ICON_TOOL_MODELS_path_094"/>
              <p:cNvSpPr/>
              <p:nvPr/>
            </p:nvSpPr>
            <p:spPr>
              <a:xfrm>
                <a:off x="5175214" y="5264691"/>
                <a:ext cx="22189" cy="8876"/>
              </a:xfrm>
              <a:custGeom>
                <a:avLst/>
                <a:gdLst/>
                <a:ahLst/>
                <a:cxnLst/>
                <a:rect l="0" t="0" r="r" b="b"/>
                <a:pathLst>
                  <a:path w="1747" h="699" fill="norm" stroke="0">
                    <a:moveTo>
                      <a:pt x="1689" y="0"/>
                    </a:moveTo>
                    <a:cubicBezTo>
                      <a:pt x="1708" y="38"/>
                      <a:pt x="1727" y="77"/>
                      <a:pt x="1747" y="116"/>
                    </a:cubicBezTo>
                    <a:cubicBezTo>
                      <a:pt x="1734" y="118"/>
                      <a:pt x="1734" y="118"/>
                      <a:pt x="1670" y="125"/>
                    </a:cubicBezTo>
                    <a:cubicBezTo>
                      <a:pt x="1459" y="151"/>
                      <a:pt x="1268" y="191"/>
                      <a:pt x="1069" y="268"/>
                    </a:cubicBezTo>
                    <a:cubicBezTo>
                      <a:pt x="978" y="295"/>
                      <a:pt x="910" y="295"/>
                      <a:pt x="815" y="291"/>
                    </a:cubicBezTo>
                    <a:cubicBezTo>
                      <a:pt x="815" y="330"/>
                      <a:pt x="815" y="368"/>
                      <a:pt x="815" y="408"/>
                    </a:cubicBezTo>
                    <a:cubicBezTo>
                      <a:pt x="777" y="408"/>
                      <a:pt x="738" y="408"/>
                      <a:pt x="699" y="408"/>
                    </a:cubicBezTo>
                    <a:cubicBezTo>
                      <a:pt x="699" y="446"/>
                      <a:pt x="699" y="485"/>
                      <a:pt x="699" y="524"/>
                    </a:cubicBezTo>
                    <a:cubicBezTo>
                      <a:pt x="612" y="524"/>
                      <a:pt x="524" y="524"/>
                      <a:pt x="437" y="524"/>
                    </a:cubicBezTo>
                    <a:cubicBezTo>
                      <a:pt x="422" y="524"/>
                      <a:pt x="407" y="524"/>
                      <a:pt x="391" y="524"/>
                    </a:cubicBezTo>
                    <a:cubicBezTo>
                      <a:pt x="357" y="524"/>
                      <a:pt x="322" y="522"/>
                      <a:pt x="288" y="519"/>
                    </a:cubicBezTo>
                    <a:cubicBezTo>
                      <a:pt x="209" y="526"/>
                      <a:pt x="170" y="563"/>
                      <a:pt x="109" y="612"/>
                    </a:cubicBezTo>
                    <a:cubicBezTo>
                      <a:pt x="89" y="628"/>
                      <a:pt x="68" y="644"/>
                      <a:pt x="47" y="661"/>
                    </a:cubicBezTo>
                    <a:cubicBezTo>
                      <a:pt x="31" y="673"/>
                      <a:pt x="16" y="686"/>
                      <a:pt x="0" y="699"/>
                    </a:cubicBezTo>
                    <a:cubicBezTo>
                      <a:pt x="0" y="641"/>
                      <a:pt x="0" y="584"/>
                      <a:pt x="0" y="524"/>
                    </a:cubicBezTo>
                    <a:cubicBezTo>
                      <a:pt x="38" y="524"/>
                      <a:pt x="77" y="524"/>
                      <a:pt x="116" y="524"/>
                    </a:cubicBezTo>
                    <a:cubicBezTo>
                      <a:pt x="116" y="486"/>
                      <a:pt x="116" y="447"/>
                      <a:pt x="116" y="408"/>
                    </a:cubicBezTo>
                    <a:cubicBezTo>
                      <a:pt x="155" y="408"/>
                      <a:pt x="193" y="408"/>
                      <a:pt x="233" y="408"/>
                    </a:cubicBezTo>
                    <a:cubicBezTo>
                      <a:pt x="233" y="369"/>
                      <a:pt x="233" y="331"/>
                      <a:pt x="233" y="291"/>
                    </a:cubicBezTo>
                    <a:cubicBezTo>
                      <a:pt x="271" y="291"/>
                      <a:pt x="310" y="291"/>
                      <a:pt x="349" y="291"/>
                    </a:cubicBezTo>
                    <a:cubicBezTo>
                      <a:pt x="349" y="253"/>
                      <a:pt x="349" y="214"/>
                      <a:pt x="349" y="175"/>
                    </a:cubicBezTo>
                    <a:cubicBezTo>
                      <a:pt x="388" y="175"/>
                      <a:pt x="426" y="175"/>
                      <a:pt x="466" y="175"/>
                    </a:cubicBezTo>
                    <a:cubicBezTo>
                      <a:pt x="466" y="136"/>
                      <a:pt x="466" y="98"/>
                      <a:pt x="466" y="58"/>
                    </a:cubicBezTo>
                    <a:cubicBezTo>
                      <a:pt x="581" y="58"/>
                      <a:pt x="697" y="58"/>
                      <a:pt x="815" y="58"/>
                    </a:cubicBezTo>
                    <a:cubicBezTo>
                      <a:pt x="815" y="97"/>
                      <a:pt x="815" y="135"/>
                      <a:pt x="815" y="175"/>
                    </a:cubicBezTo>
                    <a:cubicBezTo>
                      <a:pt x="882" y="167"/>
                      <a:pt x="949" y="158"/>
                      <a:pt x="1016" y="149"/>
                    </a:cubicBezTo>
                    <a:cubicBezTo>
                      <a:pt x="1034" y="147"/>
                      <a:pt x="1053" y="145"/>
                      <a:pt x="1073" y="142"/>
                    </a:cubicBezTo>
                    <a:cubicBezTo>
                      <a:pt x="1091" y="140"/>
                      <a:pt x="1109" y="137"/>
                      <a:pt x="1128" y="135"/>
                    </a:cubicBezTo>
                    <a:cubicBezTo>
                      <a:pt x="1145" y="133"/>
                      <a:pt x="1162" y="131"/>
                      <a:pt x="1179" y="128"/>
                    </a:cubicBezTo>
                    <a:cubicBezTo>
                      <a:pt x="1223" y="116"/>
                      <a:pt x="1223" y="116"/>
                      <a:pt x="1281" y="58"/>
                    </a:cubicBezTo>
                    <a:cubicBezTo>
                      <a:pt x="1325" y="46"/>
                      <a:pt x="1325" y="46"/>
                      <a:pt x="1376" y="40"/>
                    </a:cubicBezTo>
                    <a:cubicBezTo>
                      <a:pt x="1394" y="37"/>
                      <a:pt x="1413" y="35"/>
                      <a:pt x="1431" y="32"/>
                    </a:cubicBezTo>
                    <a:cubicBezTo>
                      <a:pt x="1450" y="30"/>
                      <a:pt x="1469" y="28"/>
                      <a:pt x="1489" y="26"/>
                    </a:cubicBezTo>
                    <a:cubicBezTo>
                      <a:pt x="1508" y="23"/>
                      <a:pt x="1527" y="20"/>
                      <a:pt x="1547" y="18"/>
                    </a:cubicBezTo>
                    <a:cubicBezTo>
                      <a:pt x="1594" y="12"/>
                      <a:pt x="1642" y="6"/>
                      <a:pt x="168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03" name="ICON_TOOL_MODELS_path_095"/>
              <p:cNvSpPr/>
              <p:nvPr/>
            </p:nvSpPr>
            <p:spPr>
              <a:xfrm>
                <a:off x="5371956" y="5241597"/>
                <a:ext cx="11834" cy="9041"/>
              </a:xfrm>
              <a:custGeom>
                <a:avLst/>
                <a:gdLst/>
                <a:ahLst/>
                <a:cxnLst/>
                <a:rect l="0" t="0" r="r" b="b"/>
                <a:pathLst>
                  <a:path w="932" h="712" fill="norm" stroke="0">
                    <a:moveTo>
                      <a:pt x="466" y="13"/>
                    </a:moveTo>
                    <a:cubicBezTo>
                      <a:pt x="522" y="10"/>
                      <a:pt x="577" y="8"/>
                      <a:pt x="633" y="6"/>
                    </a:cubicBezTo>
                    <a:cubicBezTo>
                      <a:pt x="649" y="5"/>
                      <a:pt x="665" y="4"/>
                      <a:pt x="681" y="3"/>
                    </a:cubicBezTo>
                    <a:cubicBezTo>
                      <a:pt x="797" y="0"/>
                      <a:pt x="797" y="0"/>
                      <a:pt x="853" y="39"/>
                    </a:cubicBezTo>
                    <a:cubicBezTo>
                      <a:pt x="885" y="72"/>
                      <a:pt x="885" y="72"/>
                      <a:pt x="932" y="130"/>
                    </a:cubicBezTo>
                    <a:cubicBezTo>
                      <a:pt x="893" y="130"/>
                      <a:pt x="855" y="130"/>
                      <a:pt x="815" y="130"/>
                    </a:cubicBezTo>
                    <a:cubicBezTo>
                      <a:pt x="815" y="168"/>
                      <a:pt x="815" y="206"/>
                      <a:pt x="815" y="246"/>
                    </a:cubicBezTo>
                    <a:cubicBezTo>
                      <a:pt x="777" y="246"/>
                      <a:pt x="738" y="246"/>
                      <a:pt x="699" y="246"/>
                    </a:cubicBezTo>
                    <a:cubicBezTo>
                      <a:pt x="699" y="284"/>
                      <a:pt x="699" y="323"/>
                      <a:pt x="699" y="362"/>
                    </a:cubicBezTo>
                    <a:cubicBezTo>
                      <a:pt x="660" y="362"/>
                      <a:pt x="622" y="362"/>
                      <a:pt x="582" y="362"/>
                    </a:cubicBezTo>
                    <a:cubicBezTo>
                      <a:pt x="582" y="401"/>
                      <a:pt x="582" y="439"/>
                      <a:pt x="582" y="479"/>
                    </a:cubicBezTo>
                    <a:cubicBezTo>
                      <a:pt x="544" y="479"/>
                      <a:pt x="506" y="479"/>
                      <a:pt x="466" y="479"/>
                    </a:cubicBezTo>
                    <a:cubicBezTo>
                      <a:pt x="466" y="517"/>
                      <a:pt x="466" y="556"/>
                      <a:pt x="466" y="595"/>
                    </a:cubicBezTo>
                    <a:cubicBezTo>
                      <a:pt x="389" y="595"/>
                      <a:pt x="312" y="595"/>
                      <a:pt x="233" y="595"/>
                    </a:cubicBezTo>
                    <a:cubicBezTo>
                      <a:pt x="233" y="634"/>
                      <a:pt x="233" y="672"/>
                      <a:pt x="233" y="712"/>
                    </a:cubicBezTo>
                    <a:cubicBezTo>
                      <a:pt x="175" y="692"/>
                      <a:pt x="175" y="692"/>
                      <a:pt x="116" y="654"/>
                    </a:cubicBezTo>
                    <a:cubicBezTo>
                      <a:pt x="105" y="584"/>
                      <a:pt x="105" y="584"/>
                      <a:pt x="109" y="504"/>
                    </a:cubicBezTo>
                    <a:cubicBezTo>
                      <a:pt x="110" y="478"/>
                      <a:pt x="111" y="451"/>
                      <a:pt x="112" y="424"/>
                    </a:cubicBezTo>
                    <a:cubicBezTo>
                      <a:pt x="114" y="404"/>
                      <a:pt x="115" y="383"/>
                      <a:pt x="116" y="362"/>
                    </a:cubicBezTo>
                    <a:cubicBezTo>
                      <a:pt x="78" y="362"/>
                      <a:pt x="40" y="362"/>
                      <a:pt x="0" y="362"/>
                    </a:cubicBezTo>
                    <a:cubicBezTo>
                      <a:pt x="0" y="324"/>
                      <a:pt x="0" y="286"/>
                      <a:pt x="0" y="246"/>
                    </a:cubicBezTo>
                    <a:cubicBezTo>
                      <a:pt x="38" y="246"/>
                      <a:pt x="77" y="246"/>
                      <a:pt x="116" y="246"/>
                    </a:cubicBezTo>
                    <a:cubicBezTo>
                      <a:pt x="116" y="208"/>
                      <a:pt x="116" y="169"/>
                      <a:pt x="116" y="130"/>
                    </a:cubicBezTo>
                    <a:cubicBezTo>
                      <a:pt x="232" y="130"/>
                      <a:pt x="347" y="130"/>
                      <a:pt x="466" y="130"/>
                    </a:cubicBezTo>
                    <a:cubicBezTo>
                      <a:pt x="466" y="91"/>
                      <a:pt x="466" y="53"/>
                      <a:pt x="466" y="13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04" name="ICON_TOOL_MODELS_path_096"/>
              <p:cNvSpPr/>
              <p:nvPr/>
            </p:nvSpPr>
            <p:spPr>
              <a:xfrm>
                <a:off x="5342370" y="5296495"/>
                <a:ext cx="20710" cy="9615"/>
              </a:xfrm>
              <a:custGeom>
                <a:avLst/>
                <a:gdLst/>
                <a:ahLst/>
                <a:cxnLst/>
                <a:rect l="0" t="0" r="r" b="b"/>
                <a:pathLst>
                  <a:path w="1631" h="757" fill="norm" stroke="0">
                    <a:moveTo>
                      <a:pt x="1281" y="0"/>
                    </a:moveTo>
                    <a:cubicBezTo>
                      <a:pt x="1339" y="10"/>
                      <a:pt x="1339" y="10"/>
                      <a:pt x="1631" y="58"/>
                    </a:cubicBezTo>
                    <a:cubicBezTo>
                      <a:pt x="1611" y="68"/>
                      <a:pt x="1611" y="68"/>
                      <a:pt x="1514" y="116"/>
                    </a:cubicBezTo>
                    <a:cubicBezTo>
                      <a:pt x="1507" y="178"/>
                      <a:pt x="1507" y="178"/>
                      <a:pt x="1514" y="233"/>
                    </a:cubicBezTo>
                    <a:cubicBezTo>
                      <a:pt x="1476" y="233"/>
                      <a:pt x="1437" y="233"/>
                      <a:pt x="1398" y="233"/>
                    </a:cubicBezTo>
                    <a:cubicBezTo>
                      <a:pt x="1398" y="271"/>
                      <a:pt x="1398" y="310"/>
                      <a:pt x="1398" y="349"/>
                    </a:cubicBezTo>
                    <a:cubicBezTo>
                      <a:pt x="1321" y="349"/>
                      <a:pt x="1244" y="349"/>
                      <a:pt x="1165" y="349"/>
                    </a:cubicBezTo>
                    <a:cubicBezTo>
                      <a:pt x="1165" y="388"/>
                      <a:pt x="1165" y="426"/>
                      <a:pt x="1165" y="466"/>
                    </a:cubicBezTo>
                    <a:cubicBezTo>
                      <a:pt x="1088" y="466"/>
                      <a:pt x="1011" y="466"/>
                      <a:pt x="932" y="466"/>
                    </a:cubicBezTo>
                    <a:cubicBezTo>
                      <a:pt x="932" y="504"/>
                      <a:pt x="932" y="543"/>
                      <a:pt x="932" y="582"/>
                    </a:cubicBezTo>
                    <a:cubicBezTo>
                      <a:pt x="855" y="582"/>
                      <a:pt x="778" y="582"/>
                      <a:pt x="699" y="582"/>
                    </a:cubicBezTo>
                    <a:cubicBezTo>
                      <a:pt x="699" y="621"/>
                      <a:pt x="699" y="659"/>
                      <a:pt x="699" y="699"/>
                    </a:cubicBezTo>
                    <a:cubicBezTo>
                      <a:pt x="584" y="708"/>
                      <a:pt x="584" y="708"/>
                      <a:pt x="0" y="757"/>
                    </a:cubicBezTo>
                    <a:cubicBezTo>
                      <a:pt x="0" y="719"/>
                      <a:pt x="0" y="680"/>
                      <a:pt x="0" y="641"/>
                    </a:cubicBezTo>
                    <a:cubicBezTo>
                      <a:pt x="154" y="621"/>
                      <a:pt x="308" y="602"/>
                      <a:pt x="466" y="582"/>
                    </a:cubicBezTo>
                    <a:cubicBezTo>
                      <a:pt x="466" y="544"/>
                      <a:pt x="466" y="506"/>
                      <a:pt x="466" y="466"/>
                    </a:cubicBezTo>
                    <a:cubicBezTo>
                      <a:pt x="504" y="466"/>
                      <a:pt x="543" y="466"/>
                      <a:pt x="582" y="466"/>
                    </a:cubicBezTo>
                    <a:cubicBezTo>
                      <a:pt x="582" y="427"/>
                      <a:pt x="582" y="389"/>
                      <a:pt x="582" y="349"/>
                    </a:cubicBezTo>
                    <a:cubicBezTo>
                      <a:pt x="736" y="349"/>
                      <a:pt x="890" y="349"/>
                      <a:pt x="1048" y="349"/>
                    </a:cubicBezTo>
                    <a:cubicBezTo>
                      <a:pt x="1048" y="311"/>
                      <a:pt x="1048" y="273"/>
                      <a:pt x="1048" y="233"/>
                    </a:cubicBezTo>
                    <a:cubicBezTo>
                      <a:pt x="1087" y="233"/>
                      <a:pt x="1125" y="233"/>
                      <a:pt x="1165" y="233"/>
                    </a:cubicBezTo>
                    <a:cubicBezTo>
                      <a:pt x="1165" y="195"/>
                      <a:pt x="1165" y="156"/>
                      <a:pt x="1165" y="116"/>
                    </a:cubicBezTo>
                    <a:cubicBezTo>
                      <a:pt x="1203" y="116"/>
                      <a:pt x="1242" y="116"/>
                      <a:pt x="1281" y="116"/>
                    </a:cubicBezTo>
                    <a:cubicBezTo>
                      <a:pt x="1281" y="78"/>
                      <a:pt x="1281" y="40"/>
                      <a:pt x="128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05" name="ICON_TOOL_MODELS_path_097"/>
              <p:cNvSpPr/>
              <p:nvPr/>
            </p:nvSpPr>
            <p:spPr>
              <a:xfrm>
                <a:off x="5308347" y="5073127"/>
                <a:ext cx="17751" cy="5917"/>
              </a:xfrm>
              <a:custGeom>
                <a:avLst/>
                <a:gdLst/>
                <a:ahLst/>
                <a:cxnLst/>
                <a:rect l="0" t="0" r="r" b="b"/>
                <a:pathLst>
                  <a:path w="1398" h="466" fill="norm" stroke="0">
                    <a:moveTo>
                      <a:pt x="0" y="0"/>
                    </a:moveTo>
                    <a:cubicBezTo>
                      <a:pt x="192" y="0"/>
                      <a:pt x="384" y="0"/>
                      <a:pt x="582" y="0"/>
                    </a:cubicBezTo>
                    <a:cubicBezTo>
                      <a:pt x="582" y="38"/>
                      <a:pt x="582" y="77"/>
                      <a:pt x="582" y="116"/>
                    </a:cubicBezTo>
                    <a:cubicBezTo>
                      <a:pt x="698" y="116"/>
                      <a:pt x="813" y="116"/>
                      <a:pt x="932" y="116"/>
                    </a:cubicBezTo>
                    <a:cubicBezTo>
                      <a:pt x="932" y="155"/>
                      <a:pt x="932" y="193"/>
                      <a:pt x="932" y="233"/>
                    </a:cubicBezTo>
                    <a:cubicBezTo>
                      <a:pt x="956" y="232"/>
                      <a:pt x="981" y="230"/>
                      <a:pt x="1006" y="229"/>
                    </a:cubicBezTo>
                    <a:cubicBezTo>
                      <a:pt x="1038" y="228"/>
                      <a:pt x="1071" y="227"/>
                      <a:pt x="1103" y="226"/>
                    </a:cubicBezTo>
                    <a:cubicBezTo>
                      <a:pt x="1119" y="225"/>
                      <a:pt x="1135" y="224"/>
                      <a:pt x="1152" y="223"/>
                    </a:cubicBezTo>
                    <a:cubicBezTo>
                      <a:pt x="1199" y="222"/>
                      <a:pt x="1199" y="222"/>
                      <a:pt x="1281" y="233"/>
                    </a:cubicBezTo>
                    <a:cubicBezTo>
                      <a:pt x="1318" y="284"/>
                      <a:pt x="1318" y="284"/>
                      <a:pt x="1339" y="349"/>
                    </a:cubicBezTo>
                    <a:cubicBezTo>
                      <a:pt x="1359" y="388"/>
                      <a:pt x="1378" y="427"/>
                      <a:pt x="1398" y="466"/>
                    </a:cubicBezTo>
                    <a:cubicBezTo>
                      <a:pt x="1382" y="462"/>
                      <a:pt x="1366" y="458"/>
                      <a:pt x="1350" y="454"/>
                    </a:cubicBezTo>
                    <a:cubicBezTo>
                      <a:pt x="1118" y="403"/>
                      <a:pt x="888" y="389"/>
                      <a:pt x="652" y="375"/>
                    </a:cubicBezTo>
                    <a:cubicBezTo>
                      <a:pt x="611" y="372"/>
                      <a:pt x="570" y="370"/>
                      <a:pt x="529" y="367"/>
                    </a:cubicBezTo>
                    <a:cubicBezTo>
                      <a:pt x="430" y="361"/>
                      <a:pt x="332" y="355"/>
                      <a:pt x="233" y="349"/>
                    </a:cubicBezTo>
                    <a:cubicBezTo>
                      <a:pt x="234" y="331"/>
                      <a:pt x="235" y="312"/>
                      <a:pt x="236" y="293"/>
                    </a:cubicBezTo>
                    <a:cubicBezTo>
                      <a:pt x="235" y="273"/>
                      <a:pt x="234" y="253"/>
                      <a:pt x="233" y="233"/>
                    </a:cubicBezTo>
                    <a:cubicBezTo>
                      <a:pt x="182" y="200"/>
                      <a:pt x="182" y="200"/>
                      <a:pt x="116" y="175"/>
                    </a:cubicBezTo>
                    <a:cubicBezTo>
                      <a:pt x="51" y="149"/>
                      <a:pt x="51" y="149"/>
                      <a:pt x="0" y="116"/>
                    </a:cubicBezTo>
                    <a:cubicBezTo>
                      <a:pt x="0" y="78"/>
                      <a:pt x="0" y="4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06" name="ICON_TOOL_MODELS_path_098"/>
              <p:cNvSpPr/>
              <p:nvPr/>
            </p:nvSpPr>
            <p:spPr>
              <a:xfrm>
                <a:off x="5238822" y="5246200"/>
                <a:ext cx="5917" cy="25147"/>
              </a:xfrm>
              <a:custGeom>
                <a:avLst/>
                <a:gdLst/>
                <a:ahLst/>
                <a:cxnLst/>
                <a:rect l="0" t="0" r="r" b="b"/>
                <a:pathLst>
                  <a:path w="466" h="1980" fill="norm" stroke="0">
                    <a:moveTo>
                      <a:pt x="466" y="0"/>
                    </a:moveTo>
                    <a:cubicBezTo>
                      <a:pt x="466" y="653"/>
                      <a:pt x="466" y="1307"/>
                      <a:pt x="466" y="1980"/>
                    </a:cubicBezTo>
                    <a:cubicBezTo>
                      <a:pt x="389" y="1980"/>
                      <a:pt x="312" y="1980"/>
                      <a:pt x="233" y="1980"/>
                    </a:cubicBezTo>
                    <a:cubicBezTo>
                      <a:pt x="233" y="1942"/>
                      <a:pt x="233" y="1903"/>
                      <a:pt x="233" y="1864"/>
                    </a:cubicBezTo>
                    <a:cubicBezTo>
                      <a:pt x="175" y="1844"/>
                      <a:pt x="118" y="1825"/>
                      <a:pt x="58" y="1805"/>
                    </a:cubicBezTo>
                    <a:cubicBezTo>
                      <a:pt x="100" y="1792"/>
                      <a:pt x="142" y="1779"/>
                      <a:pt x="183" y="1766"/>
                    </a:cubicBezTo>
                    <a:cubicBezTo>
                      <a:pt x="243" y="1743"/>
                      <a:pt x="295" y="1723"/>
                      <a:pt x="349" y="1689"/>
                    </a:cubicBezTo>
                    <a:cubicBezTo>
                      <a:pt x="366" y="1636"/>
                      <a:pt x="366" y="1636"/>
                      <a:pt x="368" y="1570"/>
                    </a:cubicBezTo>
                    <a:cubicBezTo>
                      <a:pt x="369" y="1546"/>
                      <a:pt x="370" y="1521"/>
                      <a:pt x="372" y="1496"/>
                    </a:cubicBezTo>
                    <a:cubicBezTo>
                      <a:pt x="372" y="1469"/>
                      <a:pt x="373" y="1443"/>
                      <a:pt x="374" y="1416"/>
                    </a:cubicBezTo>
                    <a:cubicBezTo>
                      <a:pt x="375" y="1389"/>
                      <a:pt x="376" y="1362"/>
                      <a:pt x="377" y="1334"/>
                    </a:cubicBezTo>
                    <a:cubicBezTo>
                      <a:pt x="380" y="1262"/>
                      <a:pt x="382" y="1190"/>
                      <a:pt x="384" y="1118"/>
                    </a:cubicBezTo>
                    <a:cubicBezTo>
                      <a:pt x="387" y="1045"/>
                      <a:pt x="390" y="971"/>
                      <a:pt x="393" y="898"/>
                    </a:cubicBezTo>
                    <a:cubicBezTo>
                      <a:pt x="398" y="754"/>
                      <a:pt x="403" y="610"/>
                      <a:pt x="408" y="466"/>
                    </a:cubicBezTo>
                    <a:cubicBezTo>
                      <a:pt x="350" y="466"/>
                      <a:pt x="292" y="466"/>
                      <a:pt x="233" y="466"/>
                    </a:cubicBezTo>
                    <a:cubicBezTo>
                      <a:pt x="233" y="427"/>
                      <a:pt x="233" y="389"/>
                      <a:pt x="233" y="349"/>
                    </a:cubicBezTo>
                    <a:cubicBezTo>
                      <a:pt x="195" y="349"/>
                      <a:pt x="156" y="349"/>
                      <a:pt x="116" y="349"/>
                    </a:cubicBezTo>
                    <a:cubicBezTo>
                      <a:pt x="116" y="388"/>
                      <a:pt x="116" y="426"/>
                      <a:pt x="116" y="466"/>
                    </a:cubicBezTo>
                    <a:cubicBezTo>
                      <a:pt x="78" y="466"/>
                      <a:pt x="40" y="466"/>
                      <a:pt x="0" y="466"/>
                    </a:cubicBezTo>
                    <a:cubicBezTo>
                      <a:pt x="0" y="351"/>
                      <a:pt x="0" y="235"/>
                      <a:pt x="0" y="116"/>
                    </a:cubicBezTo>
                    <a:cubicBezTo>
                      <a:pt x="67" y="97"/>
                      <a:pt x="133" y="78"/>
                      <a:pt x="200" y="58"/>
                    </a:cubicBezTo>
                    <a:cubicBezTo>
                      <a:pt x="219" y="53"/>
                      <a:pt x="238" y="47"/>
                      <a:pt x="258" y="41"/>
                    </a:cubicBezTo>
                    <a:cubicBezTo>
                      <a:pt x="276" y="36"/>
                      <a:pt x="294" y="31"/>
                      <a:pt x="313" y="26"/>
                    </a:cubicBezTo>
                    <a:cubicBezTo>
                      <a:pt x="330" y="21"/>
                      <a:pt x="346" y="16"/>
                      <a:pt x="364" y="11"/>
                    </a:cubicBezTo>
                    <a:cubicBezTo>
                      <a:pt x="408" y="0"/>
                      <a:pt x="408" y="0"/>
                      <a:pt x="46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07" name="ICON_TOOL_MODELS_path_099"/>
              <p:cNvSpPr/>
              <p:nvPr/>
            </p:nvSpPr>
            <p:spPr>
              <a:xfrm>
                <a:off x="5096813" y="5182592"/>
                <a:ext cx="10355" cy="11834"/>
              </a:xfrm>
              <a:custGeom>
                <a:avLst/>
                <a:gdLst/>
                <a:ahLst/>
                <a:cxnLst/>
                <a:rect l="0" t="0" r="r" b="b"/>
                <a:pathLst>
                  <a:path w="815" h="932" fill="norm" stroke="0">
                    <a:moveTo>
                      <a:pt x="466" y="0"/>
                    </a:moveTo>
                    <a:cubicBezTo>
                      <a:pt x="581" y="0"/>
                      <a:pt x="697" y="0"/>
                      <a:pt x="815" y="0"/>
                    </a:cubicBezTo>
                    <a:cubicBezTo>
                      <a:pt x="815" y="38"/>
                      <a:pt x="815" y="77"/>
                      <a:pt x="815" y="116"/>
                    </a:cubicBezTo>
                    <a:cubicBezTo>
                      <a:pt x="777" y="116"/>
                      <a:pt x="738" y="116"/>
                      <a:pt x="699" y="116"/>
                    </a:cubicBezTo>
                    <a:cubicBezTo>
                      <a:pt x="699" y="193"/>
                      <a:pt x="699" y="270"/>
                      <a:pt x="699" y="349"/>
                    </a:cubicBezTo>
                    <a:cubicBezTo>
                      <a:pt x="660" y="349"/>
                      <a:pt x="622" y="349"/>
                      <a:pt x="582" y="349"/>
                    </a:cubicBezTo>
                    <a:cubicBezTo>
                      <a:pt x="582" y="388"/>
                      <a:pt x="582" y="426"/>
                      <a:pt x="582" y="466"/>
                    </a:cubicBezTo>
                    <a:cubicBezTo>
                      <a:pt x="544" y="466"/>
                      <a:pt x="506" y="466"/>
                      <a:pt x="466" y="466"/>
                    </a:cubicBezTo>
                    <a:cubicBezTo>
                      <a:pt x="466" y="543"/>
                      <a:pt x="466" y="620"/>
                      <a:pt x="466" y="699"/>
                    </a:cubicBezTo>
                    <a:cubicBezTo>
                      <a:pt x="427" y="699"/>
                      <a:pt x="389" y="699"/>
                      <a:pt x="349" y="699"/>
                    </a:cubicBezTo>
                    <a:cubicBezTo>
                      <a:pt x="349" y="776"/>
                      <a:pt x="349" y="853"/>
                      <a:pt x="349" y="932"/>
                    </a:cubicBezTo>
                    <a:cubicBezTo>
                      <a:pt x="311" y="932"/>
                      <a:pt x="273" y="932"/>
                      <a:pt x="233" y="932"/>
                    </a:cubicBezTo>
                    <a:cubicBezTo>
                      <a:pt x="233" y="893"/>
                      <a:pt x="233" y="855"/>
                      <a:pt x="233" y="815"/>
                    </a:cubicBezTo>
                    <a:cubicBezTo>
                      <a:pt x="156" y="815"/>
                      <a:pt x="79" y="815"/>
                      <a:pt x="0" y="815"/>
                    </a:cubicBezTo>
                    <a:cubicBezTo>
                      <a:pt x="0" y="738"/>
                      <a:pt x="0" y="662"/>
                      <a:pt x="0" y="582"/>
                    </a:cubicBezTo>
                    <a:cubicBezTo>
                      <a:pt x="38" y="582"/>
                      <a:pt x="77" y="582"/>
                      <a:pt x="116" y="582"/>
                    </a:cubicBezTo>
                    <a:cubicBezTo>
                      <a:pt x="116" y="544"/>
                      <a:pt x="116" y="506"/>
                      <a:pt x="116" y="466"/>
                    </a:cubicBezTo>
                    <a:cubicBezTo>
                      <a:pt x="193" y="466"/>
                      <a:pt x="270" y="466"/>
                      <a:pt x="349" y="466"/>
                    </a:cubicBezTo>
                    <a:cubicBezTo>
                      <a:pt x="349" y="351"/>
                      <a:pt x="349" y="235"/>
                      <a:pt x="349" y="116"/>
                    </a:cubicBezTo>
                    <a:cubicBezTo>
                      <a:pt x="388" y="116"/>
                      <a:pt x="426" y="116"/>
                      <a:pt x="466" y="116"/>
                    </a:cubicBezTo>
                    <a:cubicBezTo>
                      <a:pt x="466" y="78"/>
                      <a:pt x="466" y="40"/>
                      <a:pt x="46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08" name="ICON_TOOL_MODELS_path_100"/>
              <p:cNvSpPr/>
              <p:nvPr/>
            </p:nvSpPr>
            <p:spPr>
              <a:xfrm>
                <a:off x="5119002" y="5243150"/>
                <a:ext cx="11834" cy="9707"/>
              </a:xfrm>
              <a:custGeom>
                <a:avLst/>
                <a:gdLst/>
                <a:ahLst/>
                <a:cxnLst/>
                <a:rect l="0" t="0" r="r" b="b"/>
                <a:pathLst>
                  <a:path w="932" h="764" fill="norm" stroke="0">
                    <a:moveTo>
                      <a:pt x="298" y="4"/>
                    </a:moveTo>
                    <a:cubicBezTo>
                      <a:pt x="315" y="4"/>
                      <a:pt x="331" y="4"/>
                      <a:pt x="347" y="4"/>
                    </a:cubicBezTo>
                    <a:cubicBezTo>
                      <a:pt x="387" y="5"/>
                      <a:pt x="426" y="6"/>
                      <a:pt x="466" y="7"/>
                    </a:cubicBezTo>
                    <a:cubicBezTo>
                      <a:pt x="466" y="46"/>
                      <a:pt x="466" y="84"/>
                      <a:pt x="466" y="124"/>
                    </a:cubicBezTo>
                    <a:cubicBezTo>
                      <a:pt x="504" y="124"/>
                      <a:pt x="543" y="124"/>
                      <a:pt x="582" y="124"/>
                    </a:cubicBezTo>
                    <a:cubicBezTo>
                      <a:pt x="582" y="162"/>
                      <a:pt x="582" y="201"/>
                      <a:pt x="582" y="240"/>
                    </a:cubicBezTo>
                    <a:cubicBezTo>
                      <a:pt x="659" y="240"/>
                      <a:pt x="736" y="240"/>
                      <a:pt x="815" y="240"/>
                    </a:cubicBezTo>
                    <a:cubicBezTo>
                      <a:pt x="815" y="279"/>
                      <a:pt x="815" y="317"/>
                      <a:pt x="815" y="357"/>
                    </a:cubicBezTo>
                    <a:cubicBezTo>
                      <a:pt x="854" y="357"/>
                      <a:pt x="892" y="357"/>
                      <a:pt x="932" y="357"/>
                    </a:cubicBezTo>
                    <a:cubicBezTo>
                      <a:pt x="932" y="434"/>
                      <a:pt x="932" y="510"/>
                      <a:pt x="932" y="590"/>
                    </a:cubicBezTo>
                    <a:cubicBezTo>
                      <a:pt x="893" y="590"/>
                      <a:pt x="855" y="590"/>
                      <a:pt x="815" y="590"/>
                    </a:cubicBezTo>
                    <a:cubicBezTo>
                      <a:pt x="796" y="647"/>
                      <a:pt x="777" y="705"/>
                      <a:pt x="757" y="764"/>
                    </a:cubicBezTo>
                    <a:cubicBezTo>
                      <a:pt x="738" y="707"/>
                      <a:pt x="719" y="649"/>
                      <a:pt x="699" y="590"/>
                    </a:cubicBezTo>
                    <a:cubicBezTo>
                      <a:pt x="660" y="590"/>
                      <a:pt x="622" y="590"/>
                      <a:pt x="582" y="590"/>
                    </a:cubicBezTo>
                    <a:cubicBezTo>
                      <a:pt x="582" y="551"/>
                      <a:pt x="582" y="513"/>
                      <a:pt x="582" y="473"/>
                    </a:cubicBezTo>
                    <a:cubicBezTo>
                      <a:pt x="506" y="473"/>
                      <a:pt x="429" y="473"/>
                      <a:pt x="349" y="473"/>
                    </a:cubicBezTo>
                    <a:cubicBezTo>
                      <a:pt x="349" y="435"/>
                      <a:pt x="349" y="396"/>
                      <a:pt x="349" y="357"/>
                    </a:cubicBezTo>
                    <a:cubicBezTo>
                      <a:pt x="311" y="357"/>
                      <a:pt x="273" y="357"/>
                      <a:pt x="233" y="357"/>
                    </a:cubicBezTo>
                    <a:cubicBezTo>
                      <a:pt x="233" y="318"/>
                      <a:pt x="233" y="280"/>
                      <a:pt x="233" y="240"/>
                    </a:cubicBezTo>
                    <a:cubicBezTo>
                      <a:pt x="195" y="240"/>
                      <a:pt x="156" y="240"/>
                      <a:pt x="116" y="240"/>
                    </a:cubicBezTo>
                    <a:cubicBezTo>
                      <a:pt x="119" y="222"/>
                      <a:pt x="121" y="204"/>
                      <a:pt x="124" y="186"/>
                    </a:cubicBezTo>
                    <a:cubicBezTo>
                      <a:pt x="121" y="165"/>
                      <a:pt x="119" y="145"/>
                      <a:pt x="116" y="124"/>
                    </a:cubicBezTo>
                    <a:cubicBezTo>
                      <a:pt x="58" y="87"/>
                      <a:pt x="58" y="87"/>
                      <a:pt x="0" y="65"/>
                    </a:cubicBezTo>
                    <a:cubicBezTo>
                      <a:pt x="102" y="2"/>
                      <a:pt x="182" y="0"/>
                      <a:pt x="298" y="4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09" name="ICON_TOOL_MODELS_path_101"/>
              <p:cNvSpPr/>
              <p:nvPr/>
            </p:nvSpPr>
            <p:spPr>
              <a:xfrm>
                <a:off x="5176693" y="5221053"/>
                <a:ext cx="16272" cy="5917"/>
              </a:xfrm>
              <a:custGeom>
                <a:avLst/>
                <a:gdLst/>
                <a:ahLst/>
                <a:cxnLst/>
                <a:rect l="0" t="0" r="r" b="b"/>
                <a:pathLst>
                  <a:path w="1281" h="466" fill="norm" stroke="0">
                    <a:moveTo>
                      <a:pt x="0" y="0"/>
                    </a:moveTo>
                    <a:cubicBezTo>
                      <a:pt x="154" y="0"/>
                      <a:pt x="308" y="0"/>
                      <a:pt x="466" y="0"/>
                    </a:cubicBezTo>
                    <a:cubicBezTo>
                      <a:pt x="466" y="38"/>
                      <a:pt x="466" y="77"/>
                      <a:pt x="466" y="116"/>
                    </a:cubicBezTo>
                    <a:cubicBezTo>
                      <a:pt x="543" y="116"/>
                      <a:pt x="620" y="116"/>
                      <a:pt x="699" y="116"/>
                    </a:cubicBezTo>
                    <a:cubicBezTo>
                      <a:pt x="699" y="155"/>
                      <a:pt x="699" y="193"/>
                      <a:pt x="699" y="233"/>
                    </a:cubicBezTo>
                    <a:cubicBezTo>
                      <a:pt x="891" y="233"/>
                      <a:pt x="1083" y="233"/>
                      <a:pt x="1281" y="233"/>
                    </a:cubicBezTo>
                    <a:cubicBezTo>
                      <a:pt x="1281" y="271"/>
                      <a:pt x="1281" y="310"/>
                      <a:pt x="1281" y="349"/>
                    </a:cubicBezTo>
                    <a:cubicBezTo>
                      <a:pt x="1012" y="349"/>
                      <a:pt x="743" y="349"/>
                      <a:pt x="466" y="349"/>
                    </a:cubicBezTo>
                    <a:cubicBezTo>
                      <a:pt x="466" y="388"/>
                      <a:pt x="466" y="426"/>
                      <a:pt x="466" y="466"/>
                    </a:cubicBezTo>
                    <a:cubicBezTo>
                      <a:pt x="389" y="466"/>
                      <a:pt x="312" y="466"/>
                      <a:pt x="233" y="466"/>
                    </a:cubicBezTo>
                    <a:cubicBezTo>
                      <a:pt x="233" y="427"/>
                      <a:pt x="233" y="389"/>
                      <a:pt x="233" y="349"/>
                    </a:cubicBezTo>
                    <a:cubicBezTo>
                      <a:pt x="195" y="349"/>
                      <a:pt x="156" y="349"/>
                      <a:pt x="116" y="349"/>
                    </a:cubicBezTo>
                    <a:cubicBezTo>
                      <a:pt x="116" y="311"/>
                      <a:pt x="116" y="273"/>
                      <a:pt x="116" y="233"/>
                    </a:cubicBezTo>
                    <a:cubicBezTo>
                      <a:pt x="78" y="233"/>
                      <a:pt x="40" y="233"/>
                      <a:pt x="0" y="233"/>
                    </a:cubicBezTo>
                    <a:cubicBezTo>
                      <a:pt x="0" y="156"/>
                      <a:pt x="0" y="7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10" name="ICON_TOOL_MODELS_path_102"/>
              <p:cNvSpPr/>
              <p:nvPr/>
            </p:nvSpPr>
            <p:spPr>
              <a:xfrm>
                <a:off x="5340891" y="5165581"/>
                <a:ext cx="17012" cy="6657"/>
              </a:xfrm>
              <a:custGeom>
                <a:avLst/>
                <a:gdLst/>
                <a:ahLst/>
                <a:cxnLst/>
                <a:rect l="0" t="0" r="r" b="b"/>
                <a:pathLst>
                  <a:path w="1339" h="524" fill="norm" stroke="0">
                    <a:moveTo>
                      <a:pt x="0" y="0"/>
                    </a:moveTo>
                    <a:cubicBezTo>
                      <a:pt x="7" y="5"/>
                      <a:pt x="7" y="5"/>
                      <a:pt x="43" y="29"/>
                    </a:cubicBezTo>
                    <a:cubicBezTo>
                      <a:pt x="148" y="71"/>
                      <a:pt x="245" y="64"/>
                      <a:pt x="357" y="62"/>
                    </a:cubicBezTo>
                    <a:cubicBezTo>
                      <a:pt x="378" y="62"/>
                      <a:pt x="400" y="61"/>
                      <a:pt x="422" y="61"/>
                    </a:cubicBezTo>
                    <a:cubicBezTo>
                      <a:pt x="476" y="60"/>
                      <a:pt x="529" y="59"/>
                      <a:pt x="582" y="58"/>
                    </a:cubicBezTo>
                    <a:cubicBezTo>
                      <a:pt x="582" y="174"/>
                      <a:pt x="582" y="289"/>
                      <a:pt x="582" y="408"/>
                    </a:cubicBezTo>
                    <a:cubicBezTo>
                      <a:pt x="832" y="427"/>
                      <a:pt x="1082" y="446"/>
                      <a:pt x="1339" y="466"/>
                    </a:cubicBezTo>
                    <a:cubicBezTo>
                      <a:pt x="1339" y="485"/>
                      <a:pt x="1339" y="504"/>
                      <a:pt x="1339" y="524"/>
                    </a:cubicBezTo>
                    <a:cubicBezTo>
                      <a:pt x="974" y="524"/>
                      <a:pt x="609" y="524"/>
                      <a:pt x="233" y="524"/>
                    </a:cubicBezTo>
                    <a:cubicBezTo>
                      <a:pt x="233" y="486"/>
                      <a:pt x="233" y="447"/>
                      <a:pt x="233" y="408"/>
                    </a:cubicBezTo>
                    <a:cubicBezTo>
                      <a:pt x="195" y="408"/>
                      <a:pt x="156" y="408"/>
                      <a:pt x="116" y="408"/>
                    </a:cubicBezTo>
                    <a:cubicBezTo>
                      <a:pt x="116" y="331"/>
                      <a:pt x="116" y="254"/>
                      <a:pt x="116" y="175"/>
                    </a:cubicBezTo>
                    <a:cubicBezTo>
                      <a:pt x="78" y="175"/>
                      <a:pt x="40" y="175"/>
                      <a:pt x="0" y="175"/>
                    </a:cubicBezTo>
                    <a:cubicBezTo>
                      <a:pt x="0" y="117"/>
                      <a:pt x="0" y="5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11" name="ICON_TOOL_MODELS_path_103"/>
              <p:cNvSpPr/>
              <p:nvPr/>
            </p:nvSpPr>
            <p:spPr>
              <a:xfrm>
                <a:off x="5190007" y="5209959"/>
                <a:ext cx="10355" cy="9615"/>
              </a:xfrm>
              <a:custGeom>
                <a:avLst/>
                <a:gdLst/>
                <a:ahLst/>
                <a:cxnLst/>
                <a:rect l="0" t="0" r="r" b="b"/>
                <a:pathLst>
                  <a:path w="815" h="757" fill="norm" stroke="0">
                    <a:moveTo>
                      <a:pt x="757" y="0"/>
                    </a:moveTo>
                    <a:cubicBezTo>
                      <a:pt x="776" y="0"/>
                      <a:pt x="796" y="0"/>
                      <a:pt x="815" y="0"/>
                    </a:cubicBezTo>
                    <a:cubicBezTo>
                      <a:pt x="815" y="96"/>
                      <a:pt x="815" y="192"/>
                      <a:pt x="815" y="291"/>
                    </a:cubicBezTo>
                    <a:cubicBezTo>
                      <a:pt x="777" y="291"/>
                      <a:pt x="738" y="291"/>
                      <a:pt x="699" y="291"/>
                    </a:cubicBezTo>
                    <a:cubicBezTo>
                      <a:pt x="699" y="368"/>
                      <a:pt x="699" y="445"/>
                      <a:pt x="699" y="524"/>
                    </a:cubicBezTo>
                    <a:cubicBezTo>
                      <a:pt x="660" y="524"/>
                      <a:pt x="622" y="524"/>
                      <a:pt x="582" y="524"/>
                    </a:cubicBezTo>
                    <a:cubicBezTo>
                      <a:pt x="546" y="575"/>
                      <a:pt x="546" y="575"/>
                      <a:pt x="517" y="641"/>
                    </a:cubicBezTo>
                    <a:cubicBezTo>
                      <a:pt x="512" y="651"/>
                      <a:pt x="512" y="651"/>
                      <a:pt x="487" y="706"/>
                    </a:cubicBezTo>
                    <a:cubicBezTo>
                      <a:pt x="480" y="723"/>
                      <a:pt x="473" y="740"/>
                      <a:pt x="466" y="757"/>
                    </a:cubicBezTo>
                    <a:cubicBezTo>
                      <a:pt x="466" y="699"/>
                      <a:pt x="466" y="642"/>
                      <a:pt x="466" y="582"/>
                    </a:cubicBezTo>
                    <a:cubicBezTo>
                      <a:pt x="389" y="563"/>
                      <a:pt x="312" y="544"/>
                      <a:pt x="233" y="524"/>
                    </a:cubicBezTo>
                    <a:cubicBezTo>
                      <a:pt x="233" y="486"/>
                      <a:pt x="233" y="447"/>
                      <a:pt x="233" y="408"/>
                    </a:cubicBezTo>
                    <a:cubicBezTo>
                      <a:pt x="156" y="408"/>
                      <a:pt x="79" y="408"/>
                      <a:pt x="0" y="408"/>
                    </a:cubicBezTo>
                    <a:cubicBezTo>
                      <a:pt x="0" y="331"/>
                      <a:pt x="0" y="254"/>
                      <a:pt x="0" y="175"/>
                    </a:cubicBezTo>
                    <a:cubicBezTo>
                      <a:pt x="77" y="175"/>
                      <a:pt x="154" y="175"/>
                      <a:pt x="233" y="175"/>
                    </a:cubicBezTo>
                    <a:cubicBezTo>
                      <a:pt x="233" y="136"/>
                      <a:pt x="233" y="98"/>
                      <a:pt x="233" y="58"/>
                    </a:cubicBezTo>
                    <a:cubicBezTo>
                      <a:pt x="271" y="58"/>
                      <a:pt x="310" y="58"/>
                      <a:pt x="349" y="58"/>
                    </a:cubicBezTo>
                    <a:cubicBezTo>
                      <a:pt x="349" y="97"/>
                      <a:pt x="349" y="135"/>
                      <a:pt x="349" y="175"/>
                    </a:cubicBezTo>
                    <a:cubicBezTo>
                      <a:pt x="407" y="168"/>
                      <a:pt x="464" y="161"/>
                      <a:pt x="521" y="153"/>
                    </a:cubicBezTo>
                    <a:cubicBezTo>
                      <a:pt x="529" y="152"/>
                      <a:pt x="529" y="152"/>
                      <a:pt x="570" y="147"/>
                    </a:cubicBezTo>
                    <a:cubicBezTo>
                      <a:pt x="617" y="141"/>
                      <a:pt x="617" y="141"/>
                      <a:pt x="699" y="116"/>
                    </a:cubicBezTo>
                    <a:cubicBezTo>
                      <a:pt x="735" y="56"/>
                      <a:pt x="735" y="56"/>
                      <a:pt x="75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12" name="ICON_TOOL_MODELS_path_104"/>
              <p:cNvSpPr/>
              <p:nvPr/>
            </p:nvSpPr>
            <p:spPr>
              <a:xfrm>
                <a:off x="5382311" y="5189988"/>
                <a:ext cx="7396" cy="13313"/>
              </a:xfrm>
              <a:custGeom>
                <a:avLst/>
                <a:gdLst/>
                <a:ahLst/>
                <a:cxnLst/>
                <a:rect l="0" t="0" r="r" b="b"/>
                <a:pathLst>
                  <a:path w="582" h="1048" fill="norm" stroke="0">
                    <a:moveTo>
                      <a:pt x="175" y="0"/>
                    </a:moveTo>
                    <a:cubicBezTo>
                      <a:pt x="182" y="19"/>
                      <a:pt x="189" y="38"/>
                      <a:pt x="197" y="58"/>
                    </a:cubicBezTo>
                    <a:cubicBezTo>
                      <a:pt x="209" y="77"/>
                      <a:pt x="221" y="97"/>
                      <a:pt x="233" y="116"/>
                    </a:cubicBezTo>
                    <a:cubicBezTo>
                      <a:pt x="271" y="116"/>
                      <a:pt x="310" y="116"/>
                      <a:pt x="349" y="116"/>
                    </a:cubicBezTo>
                    <a:cubicBezTo>
                      <a:pt x="349" y="193"/>
                      <a:pt x="349" y="270"/>
                      <a:pt x="349" y="349"/>
                    </a:cubicBezTo>
                    <a:cubicBezTo>
                      <a:pt x="388" y="349"/>
                      <a:pt x="426" y="349"/>
                      <a:pt x="466" y="349"/>
                    </a:cubicBezTo>
                    <a:cubicBezTo>
                      <a:pt x="466" y="426"/>
                      <a:pt x="466" y="503"/>
                      <a:pt x="466" y="582"/>
                    </a:cubicBezTo>
                    <a:cubicBezTo>
                      <a:pt x="504" y="582"/>
                      <a:pt x="543" y="582"/>
                      <a:pt x="582" y="582"/>
                    </a:cubicBezTo>
                    <a:cubicBezTo>
                      <a:pt x="582" y="698"/>
                      <a:pt x="582" y="813"/>
                      <a:pt x="582" y="932"/>
                    </a:cubicBezTo>
                    <a:cubicBezTo>
                      <a:pt x="506" y="932"/>
                      <a:pt x="429" y="932"/>
                      <a:pt x="349" y="932"/>
                    </a:cubicBezTo>
                    <a:cubicBezTo>
                      <a:pt x="349" y="970"/>
                      <a:pt x="349" y="1009"/>
                      <a:pt x="349" y="1048"/>
                    </a:cubicBezTo>
                    <a:cubicBezTo>
                      <a:pt x="310" y="1032"/>
                      <a:pt x="272" y="1015"/>
                      <a:pt x="233" y="997"/>
                    </a:cubicBezTo>
                    <a:cubicBezTo>
                      <a:pt x="211" y="988"/>
                      <a:pt x="190" y="978"/>
                      <a:pt x="167" y="969"/>
                    </a:cubicBezTo>
                    <a:cubicBezTo>
                      <a:pt x="151" y="957"/>
                      <a:pt x="134" y="944"/>
                      <a:pt x="116" y="932"/>
                    </a:cubicBezTo>
                    <a:cubicBezTo>
                      <a:pt x="109" y="870"/>
                      <a:pt x="109" y="870"/>
                      <a:pt x="116" y="815"/>
                    </a:cubicBezTo>
                    <a:cubicBezTo>
                      <a:pt x="155" y="815"/>
                      <a:pt x="193" y="815"/>
                      <a:pt x="233" y="815"/>
                    </a:cubicBezTo>
                    <a:cubicBezTo>
                      <a:pt x="233" y="777"/>
                      <a:pt x="233" y="738"/>
                      <a:pt x="233" y="699"/>
                    </a:cubicBezTo>
                    <a:cubicBezTo>
                      <a:pt x="271" y="699"/>
                      <a:pt x="310" y="699"/>
                      <a:pt x="349" y="699"/>
                    </a:cubicBezTo>
                    <a:cubicBezTo>
                      <a:pt x="349" y="641"/>
                      <a:pt x="349" y="584"/>
                      <a:pt x="349" y="524"/>
                    </a:cubicBezTo>
                    <a:cubicBezTo>
                      <a:pt x="273" y="505"/>
                      <a:pt x="196" y="486"/>
                      <a:pt x="116" y="466"/>
                    </a:cubicBezTo>
                    <a:cubicBezTo>
                      <a:pt x="116" y="427"/>
                      <a:pt x="116" y="389"/>
                      <a:pt x="116" y="349"/>
                    </a:cubicBezTo>
                    <a:cubicBezTo>
                      <a:pt x="78" y="349"/>
                      <a:pt x="40" y="349"/>
                      <a:pt x="0" y="349"/>
                    </a:cubicBezTo>
                    <a:cubicBezTo>
                      <a:pt x="0" y="273"/>
                      <a:pt x="0" y="196"/>
                      <a:pt x="0" y="116"/>
                    </a:cubicBezTo>
                    <a:cubicBezTo>
                      <a:pt x="58" y="116"/>
                      <a:pt x="115" y="116"/>
                      <a:pt x="175" y="116"/>
                    </a:cubicBezTo>
                    <a:cubicBezTo>
                      <a:pt x="175" y="78"/>
                      <a:pt x="175" y="40"/>
                      <a:pt x="17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13" name="ICON_TOOL_MODELS_path_105"/>
              <p:cNvSpPr/>
              <p:nvPr/>
            </p:nvSpPr>
            <p:spPr>
              <a:xfrm>
                <a:off x="5268407" y="5111588"/>
                <a:ext cx="10355" cy="10355"/>
              </a:xfrm>
              <a:custGeom>
                <a:avLst/>
                <a:gdLst/>
                <a:ahLst/>
                <a:cxnLst/>
                <a:rect l="0" t="0" r="r" b="b"/>
                <a:pathLst>
                  <a:path w="815" h="815" fill="norm" stroke="0">
                    <a:moveTo>
                      <a:pt x="0" y="0"/>
                    </a:moveTo>
                    <a:cubicBezTo>
                      <a:pt x="38" y="0"/>
                      <a:pt x="77" y="0"/>
                      <a:pt x="116" y="0"/>
                    </a:cubicBezTo>
                    <a:cubicBezTo>
                      <a:pt x="116" y="38"/>
                      <a:pt x="116" y="77"/>
                      <a:pt x="116" y="116"/>
                    </a:cubicBezTo>
                    <a:cubicBezTo>
                      <a:pt x="155" y="116"/>
                      <a:pt x="193" y="116"/>
                      <a:pt x="233" y="116"/>
                    </a:cubicBezTo>
                    <a:cubicBezTo>
                      <a:pt x="233" y="193"/>
                      <a:pt x="233" y="270"/>
                      <a:pt x="233" y="349"/>
                    </a:cubicBezTo>
                    <a:cubicBezTo>
                      <a:pt x="271" y="349"/>
                      <a:pt x="310" y="349"/>
                      <a:pt x="349" y="349"/>
                    </a:cubicBezTo>
                    <a:cubicBezTo>
                      <a:pt x="349" y="388"/>
                      <a:pt x="349" y="426"/>
                      <a:pt x="349" y="466"/>
                    </a:cubicBezTo>
                    <a:cubicBezTo>
                      <a:pt x="503" y="466"/>
                      <a:pt x="657" y="466"/>
                      <a:pt x="815" y="466"/>
                    </a:cubicBezTo>
                    <a:cubicBezTo>
                      <a:pt x="815" y="543"/>
                      <a:pt x="815" y="620"/>
                      <a:pt x="815" y="699"/>
                    </a:cubicBezTo>
                    <a:cubicBezTo>
                      <a:pt x="777" y="699"/>
                      <a:pt x="738" y="699"/>
                      <a:pt x="699" y="699"/>
                    </a:cubicBezTo>
                    <a:cubicBezTo>
                      <a:pt x="699" y="737"/>
                      <a:pt x="699" y="776"/>
                      <a:pt x="699" y="815"/>
                    </a:cubicBezTo>
                    <a:cubicBezTo>
                      <a:pt x="660" y="815"/>
                      <a:pt x="622" y="815"/>
                      <a:pt x="582" y="815"/>
                    </a:cubicBezTo>
                    <a:cubicBezTo>
                      <a:pt x="582" y="777"/>
                      <a:pt x="582" y="738"/>
                      <a:pt x="582" y="699"/>
                    </a:cubicBezTo>
                    <a:cubicBezTo>
                      <a:pt x="467" y="699"/>
                      <a:pt x="352" y="699"/>
                      <a:pt x="233" y="699"/>
                    </a:cubicBezTo>
                    <a:cubicBezTo>
                      <a:pt x="233" y="660"/>
                      <a:pt x="233" y="622"/>
                      <a:pt x="233" y="582"/>
                    </a:cubicBezTo>
                    <a:cubicBezTo>
                      <a:pt x="195" y="582"/>
                      <a:pt x="156" y="582"/>
                      <a:pt x="116" y="582"/>
                    </a:cubicBezTo>
                    <a:cubicBezTo>
                      <a:pt x="116" y="544"/>
                      <a:pt x="116" y="506"/>
                      <a:pt x="116" y="466"/>
                    </a:cubicBezTo>
                    <a:cubicBezTo>
                      <a:pt x="78" y="466"/>
                      <a:pt x="40" y="466"/>
                      <a:pt x="0" y="466"/>
                    </a:cubicBezTo>
                    <a:cubicBezTo>
                      <a:pt x="0" y="312"/>
                      <a:pt x="0" y="15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14" name="ICON_TOOL_MODELS_path_106"/>
              <p:cNvSpPr/>
              <p:nvPr/>
            </p:nvSpPr>
            <p:spPr>
              <a:xfrm>
                <a:off x="5333495" y="5330518"/>
                <a:ext cx="11834" cy="8876"/>
              </a:xfrm>
              <a:custGeom>
                <a:avLst/>
                <a:gdLst/>
                <a:ahLst/>
                <a:cxnLst/>
                <a:rect l="0" t="0" r="r" b="b"/>
                <a:pathLst>
                  <a:path w="932" h="699" fill="norm" stroke="0">
                    <a:moveTo>
                      <a:pt x="699" y="0"/>
                    </a:moveTo>
                    <a:cubicBezTo>
                      <a:pt x="776" y="0"/>
                      <a:pt x="853" y="0"/>
                      <a:pt x="932" y="0"/>
                    </a:cubicBezTo>
                    <a:cubicBezTo>
                      <a:pt x="932" y="77"/>
                      <a:pt x="932" y="154"/>
                      <a:pt x="932" y="233"/>
                    </a:cubicBezTo>
                    <a:cubicBezTo>
                      <a:pt x="893" y="233"/>
                      <a:pt x="855" y="233"/>
                      <a:pt x="815" y="233"/>
                    </a:cubicBezTo>
                    <a:cubicBezTo>
                      <a:pt x="815" y="271"/>
                      <a:pt x="815" y="310"/>
                      <a:pt x="815" y="349"/>
                    </a:cubicBezTo>
                    <a:cubicBezTo>
                      <a:pt x="777" y="349"/>
                      <a:pt x="738" y="349"/>
                      <a:pt x="699" y="349"/>
                    </a:cubicBezTo>
                    <a:cubicBezTo>
                      <a:pt x="699" y="388"/>
                      <a:pt x="699" y="426"/>
                      <a:pt x="699" y="466"/>
                    </a:cubicBezTo>
                    <a:cubicBezTo>
                      <a:pt x="660" y="466"/>
                      <a:pt x="622" y="466"/>
                      <a:pt x="582" y="466"/>
                    </a:cubicBezTo>
                    <a:cubicBezTo>
                      <a:pt x="582" y="504"/>
                      <a:pt x="582" y="543"/>
                      <a:pt x="582" y="582"/>
                    </a:cubicBezTo>
                    <a:cubicBezTo>
                      <a:pt x="544" y="582"/>
                      <a:pt x="506" y="582"/>
                      <a:pt x="466" y="582"/>
                    </a:cubicBezTo>
                    <a:cubicBezTo>
                      <a:pt x="466" y="621"/>
                      <a:pt x="466" y="659"/>
                      <a:pt x="466" y="699"/>
                    </a:cubicBezTo>
                    <a:cubicBezTo>
                      <a:pt x="312" y="699"/>
                      <a:pt x="158" y="699"/>
                      <a:pt x="0" y="699"/>
                    </a:cubicBezTo>
                    <a:cubicBezTo>
                      <a:pt x="62" y="535"/>
                      <a:pt x="62" y="535"/>
                      <a:pt x="116" y="466"/>
                    </a:cubicBezTo>
                    <a:cubicBezTo>
                      <a:pt x="197" y="445"/>
                      <a:pt x="268" y="452"/>
                      <a:pt x="349" y="466"/>
                    </a:cubicBezTo>
                    <a:cubicBezTo>
                      <a:pt x="349" y="427"/>
                      <a:pt x="349" y="389"/>
                      <a:pt x="349" y="349"/>
                    </a:cubicBezTo>
                    <a:cubicBezTo>
                      <a:pt x="388" y="349"/>
                      <a:pt x="426" y="349"/>
                      <a:pt x="466" y="349"/>
                    </a:cubicBezTo>
                    <a:cubicBezTo>
                      <a:pt x="466" y="311"/>
                      <a:pt x="466" y="273"/>
                      <a:pt x="466" y="233"/>
                    </a:cubicBezTo>
                    <a:cubicBezTo>
                      <a:pt x="504" y="233"/>
                      <a:pt x="543" y="233"/>
                      <a:pt x="582" y="233"/>
                    </a:cubicBezTo>
                    <a:cubicBezTo>
                      <a:pt x="582" y="195"/>
                      <a:pt x="582" y="156"/>
                      <a:pt x="582" y="116"/>
                    </a:cubicBezTo>
                    <a:cubicBezTo>
                      <a:pt x="621" y="116"/>
                      <a:pt x="659" y="116"/>
                      <a:pt x="699" y="116"/>
                    </a:cubicBezTo>
                    <a:cubicBezTo>
                      <a:pt x="699" y="78"/>
                      <a:pt x="699" y="40"/>
                      <a:pt x="69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15" name="ICON_TOOL_MODELS_path_107"/>
              <p:cNvSpPr/>
              <p:nvPr/>
            </p:nvSpPr>
            <p:spPr>
              <a:xfrm>
                <a:off x="5179651" y="5101871"/>
                <a:ext cx="23668" cy="5279"/>
              </a:xfrm>
              <a:custGeom>
                <a:avLst/>
                <a:gdLst/>
                <a:ahLst/>
                <a:cxnLst/>
                <a:rect l="0" t="0" r="r" b="b"/>
                <a:pathLst>
                  <a:path w="1864" h="416" fill="norm" stroke="0">
                    <a:moveTo>
                      <a:pt x="593" y="0"/>
                    </a:moveTo>
                    <a:cubicBezTo>
                      <a:pt x="606" y="0"/>
                      <a:pt x="606" y="0"/>
                      <a:pt x="670" y="0"/>
                    </a:cubicBezTo>
                    <a:cubicBezTo>
                      <a:pt x="696" y="0"/>
                      <a:pt x="723" y="0"/>
                      <a:pt x="750" y="1"/>
                    </a:cubicBezTo>
                    <a:cubicBezTo>
                      <a:pt x="776" y="0"/>
                      <a:pt x="802" y="0"/>
                      <a:pt x="829" y="0"/>
                    </a:cubicBezTo>
                    <a:cubicBezTo>
                      <a:pt x="1043" y="1"/>
                      <a:pt x="1043" y="1"/>
                      <a:pt x="1134" y="37"/>
                    </a:cubicBezTo>
                    <a:cubicBezTo>
                      <a:pt x="1266" y="90"/>
                      <a:pt x="1414" y="72"/>
                      <a:pt x="1554" y="70"/>
                    </a:cubicBezTo>
                    <a:cubicBezTo>
                      <a:pt x="1584" y="70"/>
                      <a:pt x="1614" y="69"/>
                      <a:pt x="1644" y="69"/>
                    </a:cubicBezTo>
                    <a:cubicBezTo>
                      <a:pt x="1718" y="68"/>
                      <a:pt x="1791" y="67"/>
                      <a:pt x="1864" y="66"/>
                    </a:cubicBezTo>
                    <a:cubicBezTo>
                      <a:pt x="1864" y="143"/>
                      <a:pt x="1864" y="220"/>
                      <a:pt x="1864" y="299"/>
                    </a:cubicBezTo>
                    <a:cubicBezTo>
                      <a:pt x="1825" y="299"/>
                      <a:pt x="1787" y="299"/>
                      <a:pt x="1747" y="299"/>
                    </a:cubicBezTo>
                    <a:cubicBezTo>
                      <a:pt x="1747" y="338"/>
                      <a:pt x="1747" y="376"/>
                      <a:pt x="1747" y="416"/>
                    </a:cubicBezTo>
                    <a:cubicBezTo>
                      <a:pt x="1670" y="416"/>
                      <a:pt x="1593" y="416"/>
                      <a:pt x="1514" y="416"/>
                    </a:cubicBezTo>
                    <a:cubicBezTo>
                      <a:pt x="1514" y="377"/>
                      <a:pt x="1514" y="339"/>
                      <a:pt x="1514" y="299"/>
                    </a:cubicBezTo>
                    <a:cubicBezTo>
                      <a:pt x="1437" y="299"/>
                      <a:pt x="1360" y="299"/>
                      <a:pt x="1281" y="299"/>
                    </a:cubicBezTo>
                    <a:cubicBezTo>
                      <a:pt x="1281" y="261"/>
                      <a:pt x="1281" y="222"/>
                      <a:pt x="1281" y="183"/>
                    </a:cubicBezTo>
                    <a:cubicBezTo>
                      <a:pt x="1101" y="134"/>
                      <a:pt x="929" y="118"/>
                      <a:pt x="743" y="117"/>
                    </a:cubicBezTo>
                    <a:cubicBezTo>
                      <a:pt x="722" y="117"/>
                      <a:pt x="701" y="117"/>
                      <a:pt x="680" y="116"/>
                    </a:cubicBezTo>
                    <a:cubicBezTo>
                      <a:pt x="671" y="116"/>
                      <a:pt x="671" y="116"/>
                      <a:pt x="622" y="117"/>
                    </a:cubicBezTo>
                    <a:cubicBezTo>
                      <a:pt x="613" y="117"/>
                      <a:pt x="613" y="117"/>
                      <a:pt x="569" y="117"/>
                    </a:cubicBezTo>
                    <a:cubicBezTo>
                      <a:pt x="524" y="124"/>
                      <a:pt x="524" y="124"/>
                      <a:pt x="466" y="183"/>
                    </a:cubicBezTo>
                    <a:cubicBezTo>
                      <a:pt x="417" y="195"/>
                      <a:pt x="417" y="195"/>
                      <a:pt x="358" y="201"/>
                    </a:cubicBezTo>
                    <a:cubicBezTo>
                      <a:pt x="337" y="204"/>
                      <a:pt x="317" y="206"/>
                      <a:pt x="295" y="208"/>
                    </a:cubicBezTo>
                    <a:cubicBezTo>
                      <a:pt x="273" y="211"/>
                      <a:pt x="252" y="213"/>
                      <a:pt x="229" y="215"/>
                    </a:cubicBezTo>
                    <a:cubicBezTo>
                      <a:pt x="207" y="218"/>
                      <a:pt x="185" y="220"/>
                      <a:pt x="163" y="223"/>
                    </a:cubicBezTo>
                    <a:cubicBezTo>
                      <a:pt x="109" y="229"/>
                      <a:pt x="54" y="235"/>
                      <a:pt x="0" y="241"/>
                    </a:cubicBezTo>
                    <a:cubicBezTo>
                      <a:pt x="0" y="202"/>
                      <a:pt x="0" y="164"/>
                      <a:pt x="0" y="124"/>
                    </a:cubicBezTo>
                    <a:cubicBezTo>
                      <a:pt x="12" y="123"/>
                      <a:pt x="24" y="122"/>
                      <a:pt x="37" y="120"/>
                    </a:cubicBezTo>
                    <a:cubicBezTo>
                      <a:pt x="91" y="113"/>
                      <a:pt x="146" y="106"/>
                      <a:pt x="200" y="99"/>
                    </a:cubicBezTo>
                    <a:cubicBezTo>
                      <a:pt x="219" y="97"/>
                      <a:pt x="238" y="94"/>
                      <a:pt x="258" y="92"/>
                    </a:cubicBezTo>
                    <a:cubicBezTo>
                      <a:pt x="276" y="90"/>
                      <a:pt x="294" y="87"/>
                      <a:pt x="313" y="85"/>
                    </a:cubicBezTo>
                    <a:cubicBezTo>
                      <a:pt x="330" y="83"/>
                      <a:pt x="346" y="80"/>
                      <a:pt x="364" y="78"/>
                    </a:cubicBezTo>
                    <a:cubicBezTo>
                      <a:pt x="462" y="51"/>
                      <a:pt x="478" y="1"/>
                      <a:pt x="5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16" name="ICON_TOOL_MODELS_path_108"/>
              <p:cNvSpPr/>
              <p:nvPr/>
            </p:nvSpPr>
            <p:spPr>
              <a:xfrm>
                <a:off x="5210716" y="5248419"/>
                <a:ext cx="11834" cy="8136"/>
              </a:xfrm>
              <a:custGeom>
                <a:avLst/>
                <a:gdLst/>
                <a:ahLst/>
                <a:cxnLst/>
                <a:rect l="0" t="0" r="r" b="b"/>
                <a:pathLst>
                  <a:path w="932" h="641" fill="norm" stroke="0">
                    <a:moveTo>
                      <a:pt x="0" y="0"/>
                    </a:moveTo>
                    <a:cubicBezTo>
                      <a:pt x="6" y="2"/>
                      <a:pt x="6" y="2"/>
                      <a:pt x="35" y="13"/>
                    </a:cubicBezTo>
                    <a:cubicBezTo>
                      <a:pt x="251" y="80"/>
                      <a:pt x="475" y="64"/>
                      <a:pt x="699" y="58"/>
                    </a:cubicBezTo>
                    <a:cubicBezTo>
                      <a:pt x="699" y="97"/>
                      <a:pt x="699" y="135"/>
                      <a:pt x="699" y="175"/>
                    </a:cubicBezTo>
                    <a:cubicBezTo>
                      <a:pt x="737" y="175"/>
                      <a:pt x="776" y="175"/>
                      <a:pt x="815" y="175"/>
                    </a:cubicBezTo>
                    <a:cubicBezTo>
                      <a:pt x="815" y="187"/>
                      <a:pt x="815" y="187"/>
                      <a:pt x="811" y="247"/>
                    </a:cubicBezTo>
                    <a:cubicBezTo>
                      <a:pt x="810" y="279"/>
                      <a:pt x="809" y="310"/>
                      <a:pt x="808" y="342"/>
                    </a:cubicBezTo>
                    <a:cubicBezTo>
                      <a:pt x="807" y="358"/>
                      <a:pt x="806" y="374"/>
                      <a:pt x="805" y="390"/>
                    </a:cubicBezTo>
                    <a:cubicBezTo>
                      <a:pt x="802" y="506"/>
                      <a:pt x="802" y="506"/>
                      <a:pt x="842" y="562"/>
                    </a:cubicBezTo>
                    <a:cubicBezTo>
                      <a:pt x="874" y="594"/>
                      <a:pt x="874" y="594"/>
                      <a:pt x="932" y="641"/>
                    </a:cubicBezTo>
                    <a:cubicBezTo>
                      <a:pt x="855" y="641"/>
                      <a:pt x="778" y="641"/>
                      <a:pt x="699" y="641"/>
                    </a:cubicBezTo>
                    <a:cubicBezTo>
                      <a:pt x="699" y="602"/>
                      <a:pt x="699" y="564"/>
                      <a:pt x="699" y="524"/>
                    </a:cubicBezTo>
                    <a:cubicBezTo>
                      <a:pt x="622" y="524"/>
                      <a:pt x="545" y="524"/>
                      <a:pt x="466" y="524"/>
                    </a:cubicBezTo>
                    <a:cubicBezTo>
                      <a:pt x="466" y="486"/>
                      <a:pt x="466" y="447"/>
                      <a:pt x="466" y="408"/>
                    </a:cubicBezTo>
                    <a:cubicBezTo>
                      <a:pt x="427" y="408"/>
                      <a:pt x="389" y="408"/>
                      <a:pt x="349" y="408"/>
                    </a:cubicBezTo>
                    <a:cubicBezTo>
                      <a:pt x="349" y="369"/>
                      <a:pt x="349" y="331"/>
                      <a:pt x="349" y="291"/>
                    </a:cubicBezTo>
                    <a:cubicBezTo>
                      <a:pt x="311" y="291"/>
                      <a:pt x="273" y="291"/>
                      <a:pt x="233" y="291"/>
                    </a:cubicBezTo>
                    <a:cubicBezTo>
                      <a:pt x="234" y="282"/>
                      <a:pt x="234" y="282"/>
                      <a:pt x="240" y="237"/>
                    </a:cubicBezTo>
                    <a:cubicBezTo>
                      <a:pt x="239" y="227"/>
                      <a:pt x="239" y="227"/>
                      <a:pt x="233" y="175"/>
                    </a:cubicBezTo>
                    <a:cubicBezTo>
                      <a:pt x="182" y="140"/>
                      <a:pt x="182" y="140"/>
                      <a:pt x="116" y="113"/>
                    </a:cubicBezTo>
                    <a:cubicBezTo>
                      <a:pt x="51" y="85"/>
                      <a:pt x="51" y="85"/>
                      <a:pt x="0" y="58"/>
                    </a:cubicBezTo>
                    <a:cubicBezTo>
                      <a:pt x="0" y="39"/>
                      <a:pt x="0" y="2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17" name="ICON_TOOL_MODELS_path_109"/>
              <p:cNvSpPr/>
              <p:nvPr/>
            </p:nvSpPr>
            <p:spPr>
              <a:xfrm>
                <a:off x="5374572" y="5184071"/>
                <a:ext cx="6259" cy="10355"/>
              </a:xfrm>
              <a:custGeom>
                <a:avLst/>
                <a:gdLst/>
                <a:ahLst/>
                <a:cxnLst/>
                <a:rect l="0" t="0" r="r" b="b"/>
                <a:pathLst>
                  <a:path w="493" h="815" fill="norm" stroke="0">
                    <a:moveTo>
                      <a:pt x="202" y="0"/>
                    </a:moveTo>
                    <a:cubicBezTo>
                      <a:pt x="259" y="0"/>
                      <a:pt x="317" y="0"/>
                      <a:pt x="376" y="0"/>
                    </a:cubicBezTo>
                    <a:cubicBezTo>
                      <a:pt x="376" y="38"/>
                      <a:pt x="376" y="77"/>
                      <a:pt x="376" y="116"/>
                    </a:cubicBezTo>
                    <a:cubicBezTo>
                      <a:pt x="415" y="116"/>
                      <a:pt x="453" y="116"/>
                      <a:pt x="493" y="116"/>
                    </a:cubicBezTo>
                    <a:cubicBezTo>
                      <a:pt x="454" y="270"/>
                      <a:pt x="416" y="424"/>
                      <a:pt x="376" y="582"/>
                    </a:cubicBezTo>
                    <a:cubicBezTo>
                      <a:pt x="415" y="582"/>
                      <a:pt x="453" y="582"/>
                      <a:pt x="493" y="582"/>
                    </a:cubicBezTo>
                    <a:cubicBezTo>
                      <a:pt x="493" y="659"/>
                      <a:pt x="493" y="736"/>
                      <a:pt x="493" y="815"/>
                    </a:cubicBezTo>
                    <a:cubicBezTo>
                      <a:pt x="378" y="815"/>
                      <a:pt x="262" y="815"/>
                      <a:pt x="143" y="815"/>
                    </a:cubicBezTo>
                    <a:cubicBezTo>
                      <a:pt x="143" y="700"/>
                      <a:pt x="143" y="585"/>
                      <a:pt x="143" y="466"/>
                    </a:cubicBezTo>
                    <a:cubicBezTo>
                      <a:pt x="105" y="466"/>
                      <a:pt x="67" y="466"/>
                      <a:pt x="27" y="466"/>
                    </a:cubicBezTo>
                    <a:cubicBezTo>
                      <a:pt x="0" y="269"/>
                      <a:pt x="0" y="269"/>
                      <a:pt x="66" y="181"/>
                    </a:cubicBezTo>
                    <a:cubicBezTo>
                      <a:pt x="97" y="151"/>
                      <a:pt x="130" y="122"/>
                      <a:pt x="163" y="94"/>
                    </a:cubicBezTo>
                    <a:cubicBezTo>
                      <a:pt x="170" y="88"/>
                      <a:pt x="170" y="88"/>
                      <a:pt x="202" y="58"/>
                    </a:cubicBezTo>
                    <a:cubicBezTo>
                      <a:pt x="202" y="39"/>
                      <a:pt x="202" y="20"/>
                      <a:pt x="20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18" name="ICON_TOOL_MODELS_path_110"/>
              <p:cNvSpPr/>
              <p:nvPr/>
            </p:nvSpPr>
            <p:spPr>
              <a:xfrm>
                <a:off x="5299472" y="5064251"/>
                <a:ext cx="8876" cy="7396"/>
              </a:xfrm>
              <a:custGeom>
                <a:avLst/>
                <a:gdLst/>
                <a:ahLst/>
                <a:cxnLst/>
                <a:rect l="0" t="0" r="r" b="b"/>
                <a:pathLst>
                  <a:path w="699" h="582" fill="norm" stroke="0">
                    <a:moveTo>
                      <a:pt x="116" y="0"/>
                    </a:moveTo>
                    <a:cubicBezTo>
                      <a:pt x="232" y="0"/>
                      <a:pt x="347" y="0"/>
                      <a:pt x="466" y="0"/>
                    </a:cubicBezTo>
                    <a:cubicBezTo>
                      <a:pt x="466" y="38"/>
                      <a:pt x="466" y="77"/>
                      <a:pt x="466" y="116"/>
                    </a:cubicBezTo>
                    <a:cubicBezTo>
                      <a:pt x="504" y="116"/>
                      <a:pt x="543" y="116"/>
                      <a:pt x="582" y="116"/>
                    </a:cubicBezTo>
                    <a:cubicBezTo>
                      <a:pt x="582" y="155"/>
                      <a:pt x="582" y="193"/>
                      <a:pt x="582" y="233"/>
                    </a:cubicBezTo>
                    <a:cubicBezTo>
                      <a:pt x="621" y="233"/>
                      <a:pt x="659" y="233"/>
                      <a:pt x="699" y="233"/>
                    </a:cubicBezTo>
                    <a:cubicBezTo>
                      <a:pt x="699" y="310"/>
                      <a:pt x="699" y="387"/>
                      <a:pt x="699" y="466"/>
                    </a:cubicBezTo>
                    <a:cubicBezTo>
                      <a:pt x="660" y="466"/>
                      <a:pt x="622" y="466"/>
                      <a:pt x="582" y="466"/>
                    </a:cubicBezTo>
                    <a:cubicBezTo>
                      <a:pt x="582" y="504"/>
                      <a:pt x="582" y="543"/>
                      <a:pt x="582" y="582"/>
                    </a:cubicBezTo>
                    <a:cubicBezTo>
                      <a:pt x="543" y="566"/>
                      <a:pt x="505" y="549"/>
                      <a:pt x="466" y="531"/>
                    </a:cubicBezTo>
                    <a:cubicBezTo>
                      <a:pt x="444" y="522"/>
                      <a:pt x="423" y="512"/>
                      <a:pt x="400" y="503"/>
                    </a:cubicBezTo>
                    <a:cubicBezTo>
                      <a:pt x="384" y="491"/>
                      <a:pt x="367" y="478"/>
                      <a:pt x="349" y="466"/>
                    </a:cubicBezTo>
                    <a:cubicBezTo>
                      <a:pt x="342" y="404"/>
                      <a:pt x="342" y="404"/>
                      <a:pt x="349" y="349"/>
                    </a:cubicBezTo>
                    <a:cubicBezTo>
                      <a:pt x="329" y="347"/>
                      <a:pt x="309" y="345"/>
                      <a:pt x="288" y="343"/>
                    </a:cubicBezTo>
                    <a:cubicBezTo>
                      <a:pt x="74" y="312"/>
                      <a:pt x="74" y="312"/>
                      <a:pt x="26" y="248"/>
                    </a:cubicBezTo>
                    <a:cubicBezTo>
                      <a:pt x="11" y="200"/>
                      <a:pt x="11" y="200"/>
                      <a:pt x="0" y="116"/>
                    </a:cubicBezTo>
                    <a:cubicBezTo>
                      <a:pt x="38" y="116"/>
                      <a:pt x="77" y="116"/>
                      <a:pt x="116" y="116"/>
                    </a:cubicBezTo>
                    <a:cubicBezTo>
                      <a:pt x="116" y="78"/>
                      <a:pt x="116" y="40"/>
                      <a:pt x="11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19" name="ICON_TOOL_MODELS_path_111"/>
              <p:cNvSpPr/>
              <p:nvPr/>
            </p:nvSpPr>
            <p:spPr>
              <a:xfrm>
                <a:off x="5104209" y="5244721"/>
                <a:ext cx="10355" cy="11834"/>
              </a:xfrm>
              <a:custGeom>
                <a:avLst/>
                <a:gdLst/>
                <a:ahLst/>
                <a:cxnLst/>
                <a:rect l="0" t="0" r="r" b="b"/>
                <a:pathLst>
                  <a:path w="815" h="932" fill="norm" stroke="0">
                    <a:moveTo>
                      <a:pt x="0" y="0"/>
                    </a:moveTo>
                    <a:cubicBezTo>
                      <a:pt x="174" y="60"/>
                      <a:pt x="293" y="164"/>
                      <a:pt x="422" y="291"/>
                    </a:cubicBezTo>
                    <a:cubicBezTo>
                      <a:pt x="430" y="299"/>
                      <a:pt x="430" y="299"/>
                      <a:pt x="470" y="337"/>
                    </a:cubicBezTo>
                    <a:cubicBezTo>
                      <a:pt x="484" y="352"/>
                      <a:pt x="499" y="367"/>
                      <a:pt x="514" y="382"/>
                    </a:cubicBezTo>
                    <a:cubicBezTo>
                      <a:pt x="527" y="395"/>
                      <a:pt x="540" y="409"/>
                      <a:pt x="554" y="422"/>
                    </a:cubicBezTo>
                    <a:cubicBezTo>
                      <a:pt x="590" y="478"/>
                      <a:pt x="584" y="517"/>
                      <a:pt x="582" y="582"/>
                    </a:cubicBezTo>
                    <a:cubicBezTo>
                      <a:pt x="633" y="615"/>
                      <a:pt x="633" y="615"/>
                      <a:pt x="699" y="641"/>
                    </a:cubicBezTo>
                    <a:cubicBezTo>
                      <a:pt x="764" y="666"/>
                      <a:pt x="764" y="666"/>
                      <a:pt x="815" y="699"/>
                    </a:cubicBezTo>
                    <a:cubicBezTo>
                      <a:pt x="815" y="737"/>
                      <a:pt x="815" y="776"/>
                      <a:pt x="815" y="815"/>
                    </a:cubicBezTo>
                    <a:cubicBezTo>
                      <a:pt x="738" y="815"/>
                      <a:pt x="662" y="815"/>
                      <a:pt x="582" y="815"/>
                    </a:cubicBezTo>
                    <a:cubicBezTo>
                      <a:pt x="582" y="854"/>
                      <a:pt x="582" y="892"/>
                      <a:pt x="582" y="932"/>
                    </a:cubicBezTo>
                    <a:cubicBezTo>
                      <a:pt x="467" y="893"/>
                      <a:pt x="352" y="855"/>
                      <a:pt x="233" y="815"/>
                    </a:cubicBezTo>
                    <a:cubicBezTo>
                      <a:pt x="233" y="738"/>
                      <a:pt x="233" y="662"/>
                      <a:pt x="233" y="582"/>
                    </a:cubicBezTo>
                    <a:cubicBezTo>
                      <a:pt x="271" y="582"/>
                      <a:pt x="310" y="582"/>
                      <a:pt x="349" y="582"/>
                    </a:cubicBezTo>
                    <a:cubicBezTo>
                      <a:pt x="273" y="347"/>
                      <a:pt x="161" y="18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  <p:sp>
            <p:nvSpPr>
              <p:cNvPr id="1320" name="ICON_TOOL_MODELS_path_112"/>
              <p:cNvSpPr/>
              <p:nvPr/>
            </p:nvSpPr>
            <p:spPr>
              <a:xfrm>
                <a:off x="5170776" y="5150788"/>
                <a:ext cx="7396" cy="8876"/>
              </a:xfrm>
              <a:custGeom>
                <a:avLst/>
                <a:gdLst/>
                <a:ahLst/>
                <a:cxnLst/>
                <a:rect l="0" t="0" r="r" b="b"/>
                <a:pathLst>
                  <a:path w="582" h="699" fill="norm" stroke="0">
                    <a:moveTo>
                      <a:pt x="291" y="0"/>
                    </a:moveTo>
                    <a:cubicBezTo>
                      <a:pt x="310" y="58"/>
                      <a:pt x="330" y="115"/>
                      <a:pt x="349" y="175"/>
                    </a:cubicBezTo>
                    <a:cubicBezTo>
                      <a:pt x="388" y="175"/>
                      <a:pt x="426" y="175"/>
                      <a:pt x="466" y="175"/>
                    </a:cubicBezTo>
                    <a:cubicBezTo>
                      <a:pt x="466" y="252"/>
                      <a:pt x="466" y="328"/>
                      <a:pt x="466" y="408"/>
                    </a:cubicBezTo>
                    <a:cubicBezTo>
                      <a:pt x="504" y="408"/>
                      <a:pt x="543" y="408"/>
                      <a:pt x="582" y="408"/>
                    </a:cubicBezTo>
                    <a:cubicBezTo>
                      <a:pt x="582" y="446"/>
                      <a:pt x="582" y="485"/>
                      <a:pt x="582" y="524"/>
                    </a:cubicBezTo>
                    <a:cubicBezTo>
                      <a:pt x="544" y="524"/>
                      <a:pt x="506" y="524"/>
                      <a:pt x="466" y="524"/>
                    </a:cubicBezTo>
                    <a:cubicBezTo>
                      <a:pt x="466" y="563"/>
                      <a:pt x="466" y="601"/>
                      <a:pt x="466" y="641"/>
                    </a:cubicBezTo>
                    <a:cubicBezTo>
                      <a:pt x="312" y="660"/>
                      <a:pt x="158" y="679"/>
                      <a:pt x="0" y="699"/>
                    </a:cubicBezTo>
                    <a:cubicBezTo>
                      <a:pt x="0" y="603"/>
                      <a:pt x="0" y="507"/>
                      <a:pt x="0" y="408"/>
                    </a:cubicBezTo>
                    <a:cubicBezTo>
                      <a:pt x="38" y="408"/>
                      <a:pt x="77" y="408"/>
                      <a:pt x="116" y="408"/>
                    </a:cubicBezTo>
                    <a:cubicBezTo>
                      <a:pt x="116" y="331"/>
                      <a:pt x="116" y="254"/>
                      <a:pt x="116" y="175"/>
                    </a:cubicBezTo>
                    <a:cubicBezTo>
                      <a:pt x="155" y="175"/>
                      <a:pt x="193" y="175"/>
                      <a:pt x="233" y="175"/>
                    </a:cubicBezTo>
                    <a:cubicBezTo>
                      <a:pt x="252" y="117"/>
                      <a:pt x="271" y="59"/>
                      <a:pt x="29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740" cap="flat">
                <a:noFill/>
              </a:ln>
            </p:spPr>
          </p:sp>
        </p:grpSp>
        <p:grpSp>
          <p:nvGrpSpPr>
            <p:cNvPr id="1321" name="ICON_TOOL_REPORT"/>
            <p:cNvGrpSpPr/>
            <p:nvPr/>
          </p:nvGrpSpPr>
          <p:grpSpPr>
            <a:xfrm>
              <a:off x="5119688" y="5413375"/>
              <a:ext cx="277812" cy="285750"/>
              <a:chOff x="5119688" y="5413375"/>
              <a:chExt cx="277812" cy="285750"/>
            </a:xfrm>
          </p:grpSpPr>
          <p:sp>
            <p:nvSpPr>
              <p:cNvPr id="1322" name="ICON_TOOL_REPORT_path_001"/>
              <p:cNvSpPr/>
              <p:nvPr/>
            </p:nvSpPr>
            <p:spPr>
              <a:xfrm>
                <a:off x="5150057" y="5427662"/>
                <a:ext cx="218940" cy="257266"/>
              </a:xfrm>
              <a:custGeom>
                <a:avLst/>
                <a:gdLst/>
                <a:ahLst/>
                <a:cxnLst/>
                <a:rect l="0" t="0" r="r" b="b"/>
                <a:pathLst>
                  <a:path w="17239" h="20257" fill="norm" stroke="0">
                    <a:moveTo>
                      <a:pt x="1080" y="0"/>
                    </a:moveTo>
                    <a:cubicBezTo>
                      <a:pt x="1131" y="17"/>
                      <a:pt x="1182" y="34"/>
                      <a:pt x="1234" y="51"/>
                    </a:cubicBezTo>
                    <a:cubicBezTo>
                      <a:pt x="1234" y="85"/>
                      <a:pt x="1234" y="119"/>
                      <a:pt x="1234" y="153"/>
                    </a:cubicBezTo>
                    <a:cubicBezTo>
                      <a:pt x="1744" y="148"/>
                      <a:pt x="2255" y="142"/>
                      <a:pt x="2766" y="136"/>
                    </a:cubicBezTo>
                    <a:cubicBezTo>
                      <a:pt x="3003" y="133"/>
                      <a:pt x="3240" y="130"/>
                      <a:pt x="3477" y="128"/>
                    </a:cubicBezTo>
                    <a:cubicBezTo>
                      <a:pt x="3684" y="126"/>
                      <a:pt x="3891" y="123"/>
                      <a:pt x="4097" y="121"/>
                    </a:cubicBezTo>
                    <a:cubicBezTo>
                      <a:pt x="4207" y="120"/>
                      <a:pt x="4316" y="118"/>
                      <a:pt x="4426" y="117"/>
                    </a:cubicBezTo>
                    <a:cubicBezTo>
                      <a:pt x="4529" y="116"/>
                      <a:pt x="4632" y="115"/>
                      <a:pt x="4735" y="114"/>
                    </a:cubicBezTo>
                    <a:cubicBezTo>
                      <a:pt x="4773" y="113"/>
                      <a:pt x="4810" y="113"/>
                      <a:pt x="4848" y="112"/>
                    </a:cubicBezTo>
                    <a:cubicBezTo>
                      <a:pt x="4900" y="112"/>
                      <a:pt x="4952" y="111"/>
                      <a:pt x="5003" y="110"/>
                    </a:cubicBezTo>
                    <a:cubicBezTo>
                      <a:pt x="5018" y="110"/>
                      <a:pt x="5033" y="110"/>
                      <a:pt x="5048" y="110"/>
                    </a:cubicBezTo>
                    <a:cubicBezTo>
                      <a:pt x="5150" y="108"/>
                      <a:pt x="5229" y="85"/>
                      <a:pt x="5325" y="51"/>
                    </a:cubicBezTo>
                    <a:cubicBezTo>
                      <a:pt x="5394" y="50"/>
                      <a:pt x="5394" y="50"/>
                      <a:pt x="5463" y="57"/>
                    </a:cubicBezTo>
                    <a:cubicBezTo>
                      <a:pt x="5487" y="60"/>
                      <a:pt x="5512" y="62"/>
                      <a:pt x="5538" y="65"/>
                    </a:cubicBezTo>
                    <a:cubicBezTo>
                      <a:pt x="5564" y="68"/>
                      <a:pt x="5590" y="71"/>
                      <a:pt x="5615" y="74"/>
                    </a:cubicBezTo>
                    <a:cubicBezTo>
                      <a:pt x="5642" y="76"/>
                      <a:pt x="5668" y="79"/>
                      <a:pt x="5695" y="82"/>
                    </a:cubicBezTo>
                    <a:cubicBezTo>
                      <a:pt x="5759" y="88"/>
                      <a:pt x="5823" y="95"/>
                      <a:pt x="5887" y="102"/>
                    </a:cubicBezTo>
                    <a:cubicBezTo>
                      <a:pt x="5887" y="204"/>
                      <a:pt x="5887" y="305"/>
                      <a:pt x="5887" y="409"/>
                    </a:cubicBezTo>
                    <a:cubicBezTo>
                      <a:pt x="6022" y="409"/>
                      <a:pt x="6157" y="409"/>
                      <a:pt x="6296" y="409"/>
                    </a:cubicBezTo>
                    <a:cubicBezTo>
                      <a:pt x="6279" y="367"/>
                      <a:pt x="6279" y="367"/>
                      <a:pt x="6194" y="153"/>
                    </a:cubicBezTo>
                    <a:cubicBezTo>
                      <a:pt x="6277" y="135"/>
                      <a:pt x="6360" y="117"/>
                      <a:pt x="6443" y="99"/>
                    </a:cubicBezTo>
                    <a:cubicBezTo>
                      <a:pt x="6467" y="94"/>
                      <a:pt x="6490" y="88"/>
                      <a:pt x="6515" y="83"/>
                    </a:cubicBezTo>
                    <a:cubicBezTo>
                      <a:pt x="6537" y="78"/>
                      <a:pt x="6560" y="73"/>
                      <a:pt x="6583" y="69"/>
                    </a:cubicBezTo>
                    <a:cubicBezTo>
                      <a:pt x="6604" y="64"/>
                      <a:pt x="6625" y="59"/>
                      <a:pt x="6647" y="55"/>
                    </a:cubicBezTo>
                    <a:cubicBezTo>
                      <a:pt x="6717" y="50"/>
                      <a:pt x="6746" y="70"/>
                      <a:pt x="6808" y="102"/>
                    </a:cubicBezTo>
                    <a:cubicBezTo>
                      <a:pt x="6864" y="109"/>
                      <a:pt x="6864" y="109"/>
                      <a:pt x="6924" y="109"/>
                    </a:cubicBezTo>
                    <a:cubicBezTo>
                      <a:pt x="6946" y="109"/>
                      <a:pt x="6968" y="109"/>
                      <a:pt x="6991" y="109"/>
                    </a:cubicBezTo>
                    <a:cubicBezTo>
                      <a:pt x="7002" y="109"/>
                      <a:pt x="7002" y="109"/>
                      <a:pt x="7060" y="109"/>
                    </a:cubicBezTo>
                    <a:cubicBezTo>
                      <a:pt x="7083" y="109"/>
                      <a:pt x="7105" y="109"/>
                      <a:pt x="7129" y="109"/>
                    </a:cubicBezTo>
                    <a:cubicBezTo>
                      <a:pt x="7140" y="109"/>
                      <a:pt x="7140" y="109"/>
                      <a:pt x="7196" y="109"/>
                    </a:cubicBezTo>
                    <a:cubicBezTo>
                      <a:pt x="7216" y="109"/>
                      <a:pt x="7236" y="109"/>
                      <a:pt x="7256" y="109"/>
                    </a:cubicBezTo>
                    <a:cubicBezTo>
                      <a:pt x="7309" y="103"/>
                      <a:pt x="7344" y="95"/>
                      <a:pt x="7393" y="77"/>
                    </a:cubicBezTo>
                    <a:cubicBezTo>
                      <a:pt x="7477" y="47"/>
                      <a:pt x="7553" y="44"/>
                      <a:pt x="7642" y="44"/>
                    </a:cubicBezTo>
                    <a:cubicBezTo>
                      <a:pt x="7658" y="44"/>
                      <a:pt x="7673" y="44"/>
                      <a:pt x="7689" y="44"/>
                    </a:cubicBezTo>
                    <a:cubicBezTo>
                      <a:pt x="7722" y="44"/>
                      <a:pt x="7754" y="44"/>
                      <a:pt x="7787" y="44"/>
                    </a:cubicBezTo>
                    <a:cubicBezTo>
                      <a:pt x="7837" y="45"/>
                      <a:pt x="7887" y="44"/>
                      <a:pt x="7937" y="44"/>
                    </a:cubicBezTo>
                    <a:cubicBezTo>
                      <a:pt x="7968" y="44"/>
                      <a:pt x="8000" y="44"/>
                      <a:pt x="8032" y="44"/>
                    </a:cubicBezTo>
                    <a:cubicBezTo>
                      <a:pt x="8039" y="44"/>
                      <a:pt x="8039" y="44"/>
                      <a:pt x="8077" y="44"/>
                    </a:cubicBezTo>
                    <a:cubicBezTo>
                      <a:pt x="8182" y="45"/>
                      <a:pt x="8182" y="45"/>
                      <a:pt x="8239" y="102"/>
                    </a:cubicBezTo>
                    <a:cubicBezTo>
                      <a:pt x="8292" y="109"/>
                      <a:pt x="8342" y="112"/>
                      <a:pt x="8395" y="113"/>
                    </a:cubicBezTo>
                    <a:cubicBezTo>
                      <a:pt x="8403" y="113"/>
                      <a:pt x="8403" y="113"/>
                      <a:pt x="8444" y="114"/>
                    </a:cubicBezTo>
                    <a:cubicBezTo>
                      <a:pt x="8497" y="116"/>
                      <a:pt x="8549" y="117"/>
                      <a:pt x="8602" y="118"/>
                    </a:cubicBezTo>
                    <a:cubicBezTo>
                      <a:pt x="8639" y="120"/>
                      <a:pt x="8676" y="121"/>
                      <a:pt x="8712" y="122"/>
                    </a:cubicBezTo>
                    <a:cubicBezTo>
                      <a:pt x="8809" y="125"/>
                      <a:pt x="8905" y="127"/>
                      <a:pt x="9001" y="129"/>
                    </a:cubicBezTo>
                    <a:cubicBezTo>
                      <a:pt x="9100" y="132"/>
                      <a:pt x="9198" y="135"/>
                      <a:pt x="9297" y="138"/>
                    </a:cubicBezTo>
                    <a:cubicBezTo>
                      <a:pt x="9490" y="143"/>
                      <a:pt x="9683" y="148"/>
                      <a:pt x="9876" y="153"/>
                    </a:cubicBezTo>
                    <a:cubicBezTo>
                      <a:pt x="9876" y="170"/>
                      <a:pt x="9876" y="187"/>
                      <a:pt x="9876" y="205"/>
                    </a:cubicBezTo>
                    <a:cubicBezTo>
                      <a:pt x="9682" y="213"/>
                      <a:pt x="9682" y="213"/>
                      <a:pt x="8700" y="256"/>
                    </a:cubicBezTo>
                    <a:cubicBezTo>
                      <a:pt x="8683" y="306"/>
                      <a:pt x="8666" y="357"/>
                      <a:pt x="8648" y="409"/>
                    </a:cubicBezTo>
                    <a:cubicBezTo>
                      <a:pt x="9188" y="409"/>
                      <a:pt x="9728" y="409"/>
                      <a:pt x="10285" y="409"/>
                    </a:cubicBezTo>
                    <a:cubicBezTo>
                      <a:pt x="10285" y="375"/>
                      <a:pt x="10285" y="342"/>
                      <a:pt x="10285" y="307"/>
                    </a:cubicBezTo>
                    <a:cubicBezTo>
                      <a:pt x="10319" y="307"/>
                      <a:pt x="10352" y="307"/>
                      <a:pt x="10387" y="307"/>
                    </a:cubicBezTo>
                    <a:cubicBezTo>
                      <a:pt x="10387" y="273"/>
                      <a:pt x="10387" y="239"/>
                      <a:pt x="10387" y="205"/>
                    </a:cubicBezTo>
                    <a:cubicBezTo>
                      <a:pt x="10623" y="205"/>
                      <a:pt x="10860" y="205"/>
                      <a:pt x="11103" y="205"/>
                    </a:cubicBezTo>
                    <a:cubicBezTo>
                      <a:pt x="11103" y="171"/>
                      <a:pt x="11103" y="137"/>
                      <a:pt x="11103" y="102"/>
                    </a:cubicBezTo>
                    <a:cubicBezTo>
                      <a:pt x="11386" y="91"/>
                      <a:pt x="11669" y="81"/>
                      <a:pt x="11952" y="72"/>
                    </a:cubicBezTo>
                    <a:cubicBezTo>
                      <a:pt x="12084" y="68"/>
                      <a:pt x="12216" y="63"/>
                      <a:pt x="12347" y="58"/>
                    </a:cubicBezTo>
                    <a:cubicBezTo>
                      <a:pt x="12474" y="52"/>
                      <a:pt x="12601" y="48"/>
                      <a:pt x="12728" y="45"/>
                    </a:cubicBezTo>
                    <a:cubicBezTo>
                      <a:pt x="12776" y="43"/>
                      <a:pt x="12825" y="41"/>
                      <a:pt x="12873" y="39"/>
                    </a:cubicBezTo>
                    <a:cubicBezTo>
                      <a:pt x="13291" y="20"/>
                      <a:pt x="13291" y="20"/>
                      <a:pt x="13409" y="117"/>
                    </a:cubicBezTo>
                    <a:cubicBezTo>
                      <a:pt x="13471" y="181"/>
                      <a:pt x="13515" y="250"/>
                      <a:pt x="13525" y="340"/>
                    </a:cubicBezTo>
                    <a:cubicBezTo>
                      <a:pt x="13522" y="380"/>
                      <a:pt x="13522" y="380"/>
                      <a:pt x="13515" y="421"/>
                    </a:cubicBezTo>
                    <a:cubicBezTo>
                      <a:pt x="13514" y="436"/>
                      <a:pt x="13512" y="450"/>
                      <a:pt x="13511" y="465"/>
                    </a:cubicBezTo>
                    <a:cubicBezTo>
                      <a:pt x="13506" y="510"/>
                      <a:pt x="13500" y="556"/>
                      <a:pt x="13494" y="601"/>
                    </a:cubicBezTo>
                    <a:cubicBezTo>
                      <a:pt x="13490" y="632"/>
                      <a:pt x="13487" y="663"/>
                      <a:pt x="13483" y="694"/>
                    </a:cubicBezTo>
                    <a:cubicBezTo>
                      <a:pt x="13475" y="770"/>
                      <a:pt x="13466" y="845"/>
                      <a:pt x="13455" y="920"/>
                    </a:cubicBezTo>
                    <a:cubicBezTo>
                      <a:pt x="13422" y="920"/>
                      <a:pt x="13388" y="920"/>
                      <a:pt x="13353" y="920"/>
                    </a:cubicBezTo>
                    <a:cubicBezTo>
                      <a:pt x="13353" y="954"/>
                      <a:pt x="13353" y="988"/>
                      <a:pt x="13353" y="1023"/>
                    </a:cubicBezTo>
                    <a:cubicBezTo>
                      <a:pt x="13319" y="1023"/>
                      <a:pt x="13285" y="1023"/>
                      <a:pt x="13251" y="1023"/>
                    </a:cubicBezTo>
                    <a:cubicBezTo>
                      <a:pt x="13251" y="1090"/>
                      <a:pt x="13251" y="1158"/>
                      <a:pt x="13251" y="1227"/>
                    </a:cubicBezTo>
                    <a:cubicBezTo>
                      <a:pt x="13217" y="1227"/>
                      <a:pt x="13183" y="1227"/>
                      <a:pt x="13148" y="1227"/>
                    </a:cubicBezTo>
                    <a:cubicBezTo>
                      <a:pt x="13148" y="1396"/>
                      <a:pt x="13148" y="1565"/>
                      <a:pt x="13148" y="1739"/>
                    </a:cubicBezTo>
                    <a:cubicBezTo>
                      <a:pt x="13182" y="1739"/>
                      <a:pt x="13216" y="1739"/>
                      <a:pt x="13251" y="1739"/>
                    </a:cubicBezTo>
                    <a:cubicBezTo>
                      <a:pt x="13251" y="1772"/>
                      <a:pt x="13251" y="1806"/>
                      <a:pt x="13251" y="1841"/>
                    </a:cubicBezTo>
                    <a:cubicBezTo>
                      <a:pt x="13301" y="1858"/>
                      <a:pt x="13352" y="1875"/>
                      <a:pt x="13404" y="1892"/>
                    </a:cubicBezTo>
                    <a:cubicBezTo>
                      <a:pt x="13405" y="1909"/>
                      <a:pt x="13405" y="1925"/>
                      <a:pt x="13405" y="1942"/>
                    </a:cubicBezTo>
                    <a:cubicBezTo>
                      <a:pt x="13409" y="2100"/>
                      <a:pt x="13414" y="2258"/>
                      <a:pt x="13419" y="2416"/>
                    </a:cubicBezTo>
                    <a:cubicBezTo>
                      <a:pt x="13421" y="2497"/>
                      <a:pt x="13424" y="2579"/>
                      <a:pt x="13426" y="2660"/>
                    </a:cubicBezTo>
                    <a:cubicBezTo>
                      <a:pt x="13428" y="2738"/>
                      <a:pt x="13430" y="2817"/>
                      <a:pt x="13433" y="2895"/>
                    </a:cubicBezTo>
                    <a:cubicBezTo>
                      <a:pt x="13434" y="2925"/>
                      <a:pt x="13434" y="2955"/>
                      <a:pt x="13435" y="2985"/>
                    </a:cubicBezTo>
                    <a:cubicBezTo>
                      <a:pt x="13438" y="3144"/>
                      <a:pt x="13453" y="3290"/>
                      <a:pt x="13501" y="3443"/>
                    </a:cubicBezTo>
                    <a:cubicBezTo>
                      <a:pt x="13505" y="3455"/>
                      <a:pt x="13509" y="3468"/>
                      <a:pt x="13514" y="3481"/>
                    </a:cubicBezTo>
                    <a:cubicBezTo>
                      <a:pt x="13543" y="3566"/>
                      <a:pt x="13579" y="3605"/>
                      <a:pt x="13657" y="3649"/>
                    </a:cubicBezTo>
                    <a:cubicBezTo>
                      <a:pt x="13694" y="3664"/>
                      <a:pt x="13731" y="3678"/>
                      <a:pt x="13768" y="3691"/>
                    </a:cubicBezTo>
                    <a:cubicBezTo>
                      <a:pt x="13806" y="3705"/>
                      <a:pt x="13844" y="3720"/>
                      <a:pt x="13881" y="3735"/>
                    </a:cubicBezTo>
                    <a:cubicBezTo>
                      <a:pt x="13897" y="3741"/>
                      <a:pt x="13914" y="3747"/>
                      <a:pt x="13931" y="3753"/>
                    </a:cubicBezTo>
                    <a:cubicBezTo>
                      <a:pt x="13943" y="3763"/>
                      <a:pt x="13954" y="3773"/>
                      <a:pt x="13967" y="3784"/>
                    </a:cubicBezTo>
                    <a:cubicBezTo>
                      <a:pt x="13967" y="3835"/>
                      <a:pt x="13967" y="3885"/>
                      <a:pt x="13967" y="3938"/>
                    </a:cubicBezTo>
                    <a:cubicBezTo>
                      <a:pt x="14085" y="3946"/>
                      <a:pt x="14085" y="3946"/>
                      <a:pt x="14683" y="3989"/>
                    </a:cubicBezTo>
                    <a:cubicBezTo>
                      <a:pt x="14683" y="4022"/>
                      <a:pt x="14683" y="4056"/>
                      <a:pt x="14683" y="4091"/>
                    </a:cubicBezTo>
                    <a:cubicBezTo>
                      <a:pt x="14750" y="4091"/>
                      <a:pt x="14818" y="4091"/>
                      <a:pt x="14887" y="4091"/>
                    </a:cubicBezTo>
                    <a:cubicBezTo>
                      <a:pt x="14887" y="4125"/>
                      <a:pt x="14887" y="4158"/>
                      <a:pt x="14887" y="4193"/>
                    </a:cubicBezTo>
                    <a:cubicBezTo>
                      <a:pt x="15123" y="4193"/>
                      <a:pt x="15360" y="4193"/>
                      <a:pt x="15603" y="4193"/>
                    </a:cubicBezTo>
                    <a:cubicBezTo>
                      <a:pt x="15603" y="4159"/>
                      <a:pt x="15603" y="4126"/>
                      <a:pt x="15603" y="4091"/>
                    </a:cubicBezTo>
                    <a:cubicBezTo>
                      <a:pt x="15670" y="4091"/>
                      <a:pt x="15738" y="4091"/>
                      <a:pt x="15808" y="4091"/>
                    </a:cubicBezTo>
                    <a:cubicBezTo>
                      <a:pt x="15808" y="4057"/>
                      <a:pt x="15808" y="4023"/>
                      <a:pt x="15808" y="3989"/>
                    </a:cubicBezTo>
                    <a:cubicBezTo>
                      <a:pt x="16246" y="3989"/>
                      <a:pt x="16685" y="3989"/>
                      <a:pt x="17137" y="3989"/>
                    </a:cubicBezTo>
                    <a:cubicBezTo>
                      <a:pt x="17137" y="4022"/>
                      <a:pt x="17137" y="4056"/>
                      <a:pt x="17137" y="4091"/>
                    </a:cubicBezTo>
                    <a:cubicBezTo>
                      <a:pt x="17171" y="4091"/>
                      <a:pt x="17205" y="4091"/>
                      <a:pt x="17239" y="4091"/>
                    </a:cubicBezTo>
                    <a:cubicBezTo>
                      <a:pt x="17239" y="4125"/>
                      <a:pt x="17239" y="4158"/>
                      <a:pt x="17239" y="4193"/>
                    </a:cubicBezTo>
                    <a:cubicBezTo>
                      <a:pt x="17138" y="4193"/>
                      <a:pt x="17037" y="4193"/>
                      <a:pt x="16933" y="4193"/>
                    </a:cubicBezTo>
                    <a:cubicBezTo>
                      <a:pt x="16933" y="4294"/>
                      <a:pt x="16933" y="4396"/>
                      <a:pt x="16933" y="4500"/>
                    </a:cubicBezTo>
                    <a:cubicBezTo>
                      <a:pt x="16966" y="4500"/>
                      <a:pt x="17000" y="4500"/>
                      <a:pt x="17035" y="4500"/>
                    </a:cubicBezTo>
                    <a:cubicBezTo>
                      <a:pt x="17035" y="4736"/>
                      <a:pt x="17035" y="4973"/>
                      <a:pt x="17035" y="5216"/>
                    </a:cubicBezTo>
                    <a:cubicBezTo>
                      <a:pt x="17069" y="5216"/>
                      <a:pt x="17102" y="5216"/>
                      <a:pt x="17137" y="5216"/>
                    </a:cubicBezTo>
                    <a:cubicBezTo>
                      <a:pt x="17137" y="7072"/>
                      <a:pt x="17137" y="8928"/>
                      <a:pt x="17137" y="10841"/>
                    </a:cubicBezTo>
                    <a:cubicBezTo>
                      <a:pt x="17070" y="10841"/>
                      <a:pt x="17002" y="10841"/>
                      <a:pt x="16933" y="10841"/>
                    </a:cubicBezTo>
                    <a:cubicBezTo>
                      <a:pt x="16933" y="10942"/>
                      <a:pt x="16933" y="11043"/>
                      <a:pt x="16933" y="11148"/>
                    </a:cubicBezTo>
                    <a:cubicBezTo>
                      <a:pt x="17000" y="11148"/>
                      <a:pt x="17068" y="11148"/>
                      <a:pt x="17137" y="11148"/>
                    </a:cubicBezTo>
                    <a:cubicBezTo>
                      <a:pt x="17137" y="11688"/>
                      <a:pt x="17137" y="12228"/>
                      <a:pt x="17137" y="12784"/>
                    </a:cubicBezTo>
                    <a:cubicBezTo>
                      <a:pt x="17070" y="12784"/>
                      <a:pt x="17002" y="12784"/>
                      <a:pt x="16933" y="12784"/>
                    </a:cubicBezTo>
                    <a:cubicBezTo>
                      <a:pt x="16933" y="12919"/>
                      <a:pt x="16933" y="13054"/>
                      <a:pt x="16933" y="13193"/>
                    </a:cubicBezTo>
                    <a:cubicBezTo>
                      <a:pt x="17034" y="13193"/>
                      <a:pt x="17135" y="13193"/>
                      <a:pt x="17239" y="13193"/>
                    </a:cubicBezTo>
                    <a:cubicBezTo>
                      <a:pt x="17239" y="13328"/>
                      <a:pt x="17239" y="13463"/>
                      <a:pt x="17239" y="13602"/>
                    </a:cubicBezTo>
                    <a:cubicBezTo>
                      <a:pt x="17138" y="13602"/>
                      <a:pt x="17037" y="13602"/>
                      <a:pt x="16933" y="13602"/>
                    </a:cubicBezTo>
                    <a:cubicBezTo>
                      <a:pt x="16933" y="14007"/>
                      <a:pt x="16933" y="14412"/>
                      <a:pt x="16933" y="14830"/>
                    </a:cubicBezTo>
                    <a:cubicBezTo>
                      <a:pt x="17000" y="14830"/>
                      <a:pt x="17068" y="14830"/>
                      <a:pt x="17137" y="14830"/>
                    </a:cubicBezTo>
                    <a:cubicBezTo>
                      <a:pt x="17137" y="14931"/>
                      <a:pt x="17137" y="15032"/>
                      <a:pt x="17137" y="15136"/>
                    </a:cubicBezTo>
                    <a:cubicBezTo>
                      <a:pt x="17070" y="15136"/>
                      <a:pt x="17002" y="15136"/>
                      <a:pt x="16933" y="15136"/>
                    </a:cubicBezTo>
                    <a:cubicBezTo>
                      <a:pt x="16933" y="16419"/>
                      <a:pt x="16933" y="17701"/>
                      <a:pt x="16933" y="19023"/>
                    </a:cubicBezTo>
                    <a:cubicBezTo>
                      <a:pt x="16899" y="19023"/>
                      <a:pt x="16865" y="19023"/>
                      <a:pt x="16830" y="19023"/>
                    </a:cubicBezTo>
                    <a:cubicBezTo>
                      <a:pt x="16830" y="19056"/>
                      <a:pt x="16830" y="19090"/>
                      <a:pt x="16830" y="19125"/>
                    </a:cubicBezTo>
                    <a:cubicBezTo>
                      <a:pt x="16797" y="19125"/>
                      <a:pt x="16763" y="19125"/>
                      <a:pt x="16728" y="19125"/>
                    </a:cubicBezTo>
                    <a:cubicBezTo>
                      <a:pt x="16728" y="19159"/>
                      <a:pt x="16728" y="19192"/>
                      <a:pt x="16728" y="19227"/>
                    </a:cubicBezTo>
                    <a:cubicBezTo>
                      <a:pt x="16762" y="19227"/>
                      <a:pt x="16795" y="19227"/>
                      <a:pt x="16830" y="19227"/>
                    </a:cubicBezTo>
                    <a:cubicBezTo>
                      <a:pt x="16830" y="19261"/>
                      <a:pt x="16830" y="19295"/>
                      <a:pt x="16830" y="19330"/>
                    </a:cubicBezTo>
                    <a:cubicBezTo>
                      <a:pt x="16864" y="19330"/>
                      <a:pt x="16898" y="19330"/>
                      <a:pt x="16933" y="19330"/>
                    </a:cubicBezTo>
                    <a:cubicBezTo>
                      <a:pt x="16933" y="19363"/>
                      <a:pt x="16933" y="19397"/>
                      <a:pt x="16933" y="19432"/>
                    </a:cubicBezTo>
                    <a:cubicBezTo>
                      <a:pt x="16966" y="19432"/>
                      <a:pt x="17000" y="19432"/>
                      <a:pt x="17035" y="19432"/>
                    </a:cubicBezTo>
                    <a:cubicBezTo>
                      <a:pt x="17035" y="19466"/>
                      <a:pt x="17035" y="19499"/>
                      <a:pt x="17035" y="19534"/>
                    </a:cubicBezTo>
                    <a:cubicBezTo>
                      <a:pt x="17085" y="19551"/>
                      <a:pt x="17136" y="19568"/>
                      <a:pt x="17188" y="19585"/>
                    </a:cubicBezTo>
                    <a:cubicBezTo>
                      <a:pt x="17168" y="19660"/>
                      <a:pt x="17146" y="19735"/>
                      <a:pt x="17124" y="19809"/>
                    </a:cubicBezTo>
                    <a:cubicBezTo>
                      <a:pt x="17121" y="19819"/>
                      <a:pt x="17121" y="19819"/>
                      <a:pt x="17107" y="19873"/>
                    </a:cubicBezTo>
                    <a:cubicBezTo>
                      <a:pt x="17101" y="19893"/>
                      <a:pt x="17095" y="19914"/>
                      <a:pt x="17088" y="19935"/>
                    </a:cubicBezTo>
                    <a:cubicBezTo>
                      <a:pt x="17083" y="19954"/>
                      <a:pt x="17078" y="19972"/>
                      <a:pt x="17072" y="19992"/>
                    </a:cubicBezTo>
                    <a:cubicBezTo>
                      <a:pt x="17010" y="20081"/>
                      <a:pt x="16933" y="20115"/>
                      <a:pt x="16830" y="20148"/>
                    </a:cubicBezTo>
                    <a:cubicBezTo>
                      <a:pt x="16699" y="20167"/>
                      <a:pt x="16564" y="20162"/>
                      <a:pt x="16431" y="20162"/>
                    </a:cubicBezTo>
                    <a:cubicBezTo>
                      <a:pt x="16390" y="20162"/>
                      <a:pt x="16350" y="20162"/>
                      <a:pt x="16309" y="20162"/>
                    </a:cubicBezTo>
                    <a:cubicBezTo>
                      <a:pt x="16197" y="20163"/>
                      <a:pt x="16085" y="20163"/>
                      <a:pt x="15973" y="20163"/>
                    </a:cubicBezTo>
                    <a:cubicBezTo>
                      <a:pt x="15852" y="20163"/>
                      <a:pt x="15731" y="20164"/>
                      <a:pt x="15610" y="20165"/>
                    </a:cubicBezTo>
                    <a:cubicBezTo>
                      <a:pt x="15401" y="20165"/>
                      <a:pt x="15192" y="20166"/>
                      <a:pt x="14982" y="20166"/>
                    </a:cubicBezTo>
                    <a:cubicBezTo>
                      <a:pt x="14763" y="20167"/>
                      <a:pt x="14543" y="20167"/>
                      <a:pt x="14324" y="20168"/>
                    </a:cubicBezTo>
                    <a:cubicBezTo>
                      <a:pt x="14310" y="20168"/>
                      <a:pt x="14297" y="20168"/>
                      <a:pt x="14283" y="20168"/>
                    </a:cubicBezTo>
                    <a:cubicBezTo>
                      <a:pt x="14213" y="20169"/>
                      <a:pt x="14144" y="20169"/>
                      <a:pt x="14074" y="20169"/>
                    </a:cubicBezTo>
                    <a:cubicBezTo>
                      <a:pt x="13583" y="20171"/>
                      <a:pt x="13092" y="20173"/>
                      <a:pt x="12601" y="20174"/>
                    </a:cubicBezTo>
                    <a:cubicBezTo>
                      <a:pt x="12571" y="20175"/>
                      <a:pt x="12542" y="20175"/>
                      <a:pt x="12512" y="20175"/>
                    </a:cubicBezTo>
                    <a:cubicBezTo>
                      <a:pt x="12497" y="20175"/>
                      <a:pt x="12483" y="20175"/>
                      <a:pt x="12467" y="20175"/>
                    </a:cubicBezTo>
                    <a:cubicBezTo>
                      <a:pt x="12393" y="20175"/>
                      <a:pt x="12319" y="20175"/>
                      <a:pt x="12244" y="20175"/>
                    </a:cubicBezTo>
                    <a:cubicBezTo>
                      <a:pt x="12229" y="20175"/>
                      <a:pt x="12215" y="20176"/>
                      <a:pt x="12199" y="20176"/>
                    </a:cubicBezTo>
                    <a:cubicBezTo>
                      <a:pt x="11856" y="20177"/>
                      <a:pt x="11513" y="20178"/>
                      <a:pt x="11170" y="20179"/>
                    </a:cubicBezTo>
                    <a:cubicBezTo>
                      <a:pt x="11156" y="20179"/>
                      <a:pt x="11141" y="20179"/>
                      <a:pt x="11126" y="20179"/>
                    </a:cubicBezTo>
                    <a:cubicBezTo>
                      <a:pt x="10790" y="20180"/>
                      <a:pt x="10455" y="20181"/>
                      <a:pt x="10119" y="20183"/>
                    </a:cubicBezTo>
                    <a:cubicBezTo>
                      <a:pt x="10105" y="20183"/>
                      <a:pt x="10091" y="20183"/>
                      <a:pt x="10076" y="20183"/>
                    </a:cubicBezTo>
                    <a:cubicBezTo>
                      <a:pt x="9950" y="20183"/>
                      <a:pt x="9823" y="20184"/>
                      <a:pt x="9696" y="20184"/>
                    </a:cubicBezTo>
                    <a:cubicBezTo>
                      <a:pt x="9380" y="20185"/>
                      <a:pt x="9063" y="20186"/>
                      <a:pt x="8747" y="20187"/>
                    </a:cubicBezTo>
                    <a:cubicBezTo>
                      <a:pt x="8527" y="20188"/>
                      <a:pt x="8306" y="20188"/>
                      <a:pt x="8086" y="20189"/>
                    </a:cubicBezTo>
                    <a:cubicBezTo>
                      <a:pt x="7967" y="20190"/>
                      <a:pt x="7847" y="20190"/>
                      <a:pt x="7728" y="20190"/>
                    </a:cubicBezTo>
                    <a:cubicBezTo>
                      <a:pt x="7619" y="20190"/>
                      <a:pt x="7510" y="20191"/>
                      <a:pt x="7400" y="20191"/>
                    </a:cubicBezTo>
                    <a:cubicBezTo>
                      <a:pt x="7361" y="20191"/>
                      <a:pt x="7321" y="20191"/>
                      <a:pt x="7282" y="20191"/>
                    </a:cubicBezTo>
                    <a:cubicBezTo>
                      <a:pt x="7228" y="20191"/>
                      <a:pt x="7174" y="20192"/>
                      <a:pt x="7121" y="20192"/>
                    </a:cubicBezTo>
                    <a:cubicBezTo>
                      <a:pt x="7105" y="20192"/>
                      <a:pt x="7089" y="20192"/>
                      <a:pt x="7073" y="20192"/>
                    </a:cubicBezTo>
                    <a:cubicBezTo>
                      <a:pt x="6967" y="20193"/>
                      <a:pt x="6967" y="20193"/>
                      <a:pt x="6910" y="20250"/>
                    </a:cubicBezTo>
                    <a:cubicBezTo>
                      <a:pt x="6857" y="20255"/>
                      <a:pt x="6809" y="20257"/>
                      <a:pt x="6756" y="20256"/>
                    </a:cubicBezTo>
                    <a:cubicBezTo>
                      <a:pt x="6742" y="20257"/>
                      <a:pt x="6728" y="20257"/>
                      <a:pt x="6714" y="20257"/>
                    </a:cubicBezTo>
                    <a:cubicBezTo>
                      <a:pt x="6609" y="20256"/>
                      <a:pt x="6609" y="20256"/>
                      <a:pt x="6552" y="20199"/>
                    </a:cubicBezTo>
                    <a:cubicBezTo>
                      <a:pt x="6502" y="20194"/>
                      <a:pt x="6456" y="20192"/>
                      <a:pt x="6406" y="20192"/>
                    </a:cubicBezTo>
                    <a:cubicBezTo>
                      <a:pt x="6399" y="20192"/>
                      <a:pt x="6399" y="20192"/>
                      <a:pt x="6361" y="20192"/>
                    </a:cubicBezTo>
                    <a:cubicBezTo>
                      <a:pt x="6310" y="20192"/>
                      <a:pt x="6260" y="20192"/>
                      <a:pt x="6209" y="20192"/>
                    </a:cubicBezTo>
                    <a:cubicBezTo>
                      <a:pt x="6173" y="20192"/>
                      <a:pt x="6136" y="20192"/>
                      <a:pt x="6100" y="20192"/>
                    </a:cubicBezTo>
                    <a:cubicBezTo>
                      <a:pt x="6002" y="20192"/>
                      <a:pt x="5903" y="20192"/>
                      <a:pt x="5805" y="20192"/>
                    </a:cubicBezTo>
                    <a:cubicBezTo>
                      <a:pt x="5702" y="20192"/>
                      <a:pt x="5599" y="20192"/>
                      <a:pt x="5496" y="20192"/>
                    </a:cubicBezTo>
                    <a:cubicBezTo>
                      <a:pt x="5323" y="20192"/>
                      <a:pt x="5151" y="20192"/>
                      <a:pt x="4978" y="20192"/>
                    </a:cubicBezTo>
                    <a:cubicBezTo>
                      <a:pt x="4778" y="20192"/>
                      <a:pt x="4578" y="20192"/>
                      <a:pt x="4378" y="20192"/>
                    </a:cubicBezTo>
                    <a:cubicBezTo>
                      <a:pt x="4206" y="20192"/>
                      <a:pt x="4035" y="20192"/>
                      <a:pt x="3863" y="20192"/>
                    </a:cubicBezTo>
                    <a:cubicBezTo>
                      <a:pt x="3761" y="20192"/>
                      <a:pt x="3658" y="20192"/>
                      <a:pt x="3556" y="20192"/>
                    </a:cubicBezTo>
                    <a:cubicBezTo>
                      <a:pt x="3459" y="20192"/>
                      <a:pt x="3363" y="20192"/>
                      <a:pt x="3267" y="20192"/>
                    </a:cubicBezTo>
                    <a:cubicBezTo>
                      <a:pt x="3231" y="20192"/>
                      <a:pt x="3196" y="20192"/>
                      <a:pt x="3160" y="20192"/>
                    </a:cubicBezTo>
                    <a:cubicBezTo>
                      <a:pt x="3112" y="20192"/>
                      <a:pt x="3064" y="20192"/>
                      <a:pt x="3016" y="20192"/>
                    </a:cubicBezTo>
                    <a:cubicBezTo>
                      <a:pt x="3009" y="20192"/>
                      <a:pt x="3009" y="20192"/>
                      <a:pt x="2973" y="20192"/>
                    </a:cubicBezTo>
                    <a:cubicBezTo>
                      <a:pt x="2876" y="20193"/>
                      <a:pt x="2876" y="20193"/>
                      <a:pt x="2819" y="20250"/>
                    </a:cubicBezTo>
                    <a:cubicBezTo>
                      <a:pt x="2764" y="20255"/>
                      <a:pt x="2714" y="20257"/>
                      <a:pt x="2659" y="20257"/>
                    </a:cubicBezTo>
                    <a:cubicBezTo>
                      <a:pt x="2651" y="20257"/>
                      <a:pt x="2651" y="20257"/>
                      <a:pt x="2612" y="20257"/>
                    </a:cubicBezTo>
                    <a:cubicBezTo>
                      <a:pt x="2578" y="20257"/>
                      <a:pt x="2545" y="20257"/>
                      <a:pt x="2512" y="20257"/>
                    </a:cubicBezTo>
                    <a:cubicBezTo>
                      <a:pt x="2461" y="20256"/>
                      <a:pt x="2410" y="20257"/>
                      <a:pt x="2359" y="20257"/>
                    </a:cubicBezTo>
                    <a:cubicBezTo>
                      <a:pt x="2327" y="20257"/>
                      <a:pt x="2295" y="20257"/>
                      <a:pt x="2263" y="20257"/>
                    </a:cubicBezTo>
                    <a:cubicBezTo>
                      <a:pt x="2248" y="20257"/>
                      <a:pt x="2232" y="20257"/>
                      <a:pt x="2217" y="20257"/>
                    </a:cubicBezTo>
                    <a:cubicBezTo>
                      <a:pt x="2109" y="20256"/>
                      <a:pt x="2109" y="20256"/>
                      <a:pt x="2052" y="20199"/>
                    </a:cubicBezTo>
                    <a:cubicBezTo>
                      <a:pt x="1995" y="20193"/>
                      <a:pt x="1942" y="20190"/>
                      <a:pt x="1885" y="20190"/>
                    </a:cubicBezTo>
                    <a:cubicBezTo>
                      <a:pt x="1868" y="20190"/>
                      <a:pt x="1851" y="20189"/>
                      <a:pt x="1833" y="20189"/>
                    </a:cubicBezTo>
                    <a:cubicBezTo>
                      <a:pt x="1796" y="20188"/>
                      <a:pt x="1759" y="20188"/>
                      <a:pt x="1721" y="20187"/>
                    </a:cubicBezTo>
                    <a:cubicBezTo>
                      <a:pt x="1662" y="20186"/>
                      <a:pt x="1603" y="20185"/>
                      <a:pt x="1544" y="20184"/>
                    </a:cubicBezTo>
                    <a:cubicBezTo>
                      <a:pt x="1376" y="20180"/>
                      <a:pt x="1208" y="20177"/>
                      <a:pt x="1039" y="20174"/>
                    </a:cubicBezTo>
                    <a:cubicBezTo>
                      <a:pt x="937" y="20173"/>
                      <a:pt x="834" y="20171"/>
                      <a:pt x="731" y="20168"/>
                    </a:cubicBezTo>
                    <a:cubicBezTo>
                      <a:pt x="692" y="20168"/>
                      <a:pt x="653" y="20167"/>
                      <a:pt x="614" y="20166"/>
                    </a:cubicBezTo>
                    <a:cubicBezTo>
                      <a:pt x="193" y="20162"/>
                      <a:pt x="193" y="20162"/>
                      <a:pt x="58" y="20045"/>
                    </a:cubicBezTo>
                    <a:cubicBezTo>
                      <a:pt x="29" y="19994"/>
                      <a:pt x="20" y="19951"/>
                      <a:pt x="16" y="19892"/>
                    </a:cubicBezTo>
                    <a:cubicBezTo>
                      <a:pt x="15" y="19885"/>
                      <a:pt x="15" y="19885"/>
                      <a:pt x="10" y="19852"/>
                    </a:cubicBezTo>
                    <a:cubicBezTo>
                      <a:pt x="0" y="19767"/>
                      <a:pt x="4" y="19705"/>
                      <a:pt x="58" y="19636"/>
                    </a:cubicBezTo>
                    <a:cubicBezTo>
                      <a:pt x="91" y="19636"/>
                      <a:pt x="125" y="19636"/>
                      <a:pt x="160" y="19636"/>
                    </a:cubicBezTo>
                    <a:cubicBezTo>
                      <a:pt x="160" y="19265"/>
                      <a:pt x="160" y="18894"/>
                      <a:pt x="160" y="18511"/>
                    </a:cubicBezTo>
                    <a:cubicBezTo>
                      <a:pt x="194" y="18511"/>
                      <a:pt x="227" y="18511"/>
                      <a:pt x="262" y="18511"/>
                    </a:cubicBezTo>
                    <a:cubicBezTo>
                      <a:pt x="262" y="18376"/>
                      <a:pt x="262" y="18241"/>
                      <a:pt x="262" y="18102"/>
                    </a:cubicBezTo>
                    <a:cubicBezTo>
                      <a:pt x="228" y="18102"/>
                      <a:pt x="195" y="18102"/>
                      <a:pt x="160" y="18102"/>
                    </a:cubicBezTo>
                    <a:cubicBezTo>
                      <a:pt x="160" y="18035"/>
                      <a:pt x="160" y="17967"/>
                      <a:pt x="160" y="17898"/>
                    </a:cubicBezTo>
                    <a:cubicBezTo>
                      <a:pt x="194" y="17898"/>
                      <a:pt x="227" y="17898"/>
                      <a:pt x="262" y="17898"/>
                    </a:cubicBezTo>
                    <a:cubicBezTo>
                      <a:pt x="262" y="14286"/>
                      <a:pt x="262" y="10675"/>
                      <a:pt x="262" y="6955"/>
                    </a:cubicBezTo>
                    <a:cubicBezTo>
                      <a:pt x="228" y="6955"/>
                      <a:pt x="195" y="6955"/>
                      <a:pt x="160" y="6955"/>
                    </a:cubicBezTo>
                    <a:cubicBezTo>
                      <a:pt x="160" y="6887"/>
                      <a:pt x="160" y="6820"/>
                      <a:pt x="160" y="6750"/>
                    </a:cubicBezTo>
                    <a:cubicBezTo>
                      <a:pt x="194" y="6750"/>
                      <a:pt x="227" y="6750"/>
                      <a:pt x="262" y="6750"/>
                    </a:cubicBezTo>
                    <a:cubicBezTo>
                      <a:pt x="262" y="5839"/>
                      <a:pt x="262" y="4928"/>
                      <a:pt x="262" y="3989"/>
                    </a:cubicBezTo>
                    <a:cubicBezTo>
                      <a:pt x="228" y="3989"/>
                      <a:pt x="195" y="3989"/>
                      <a:pt x="160" y="3989"/>
                    </a:cubicBezTo>
                    <a:cubicBezTo>
                      <a:pt x="160" y="3921"/>
                      <a:pt x="160" y="3854"/>
                      <a:pt x="160" y="3784"/>
                    </a:cubicBezTo>
                    <a:cubicBezTo>
                      <a:pt x="194" y="3784"/>
                      <a:pt x="227" y="3784"/>
                      <a:pt x="262" y="3784"/>
                    </a:cubicBezTo>
                    <a:cubicBezTo>
                      <a:pt x="262" y="3683"/>
                      <a:pt x="262" y="3582"/>
                      <a:pt x="262" y="3477"/>
                    </a:cubicBezTo>
                    <a:cubicBezTo>
                      <a:pt x="195" y="3477"/>
                      <a:pt x="127" y="3477"/>
                      <a:pt x="58" y="3477"/>
                    </a:cubicBezTo>
                    <a:cubicBezTo>
                      <a:pt x="58" y="3376"/>
                      <a:pt x="58" y="3275"/>
                      <a:pt x="58" y="3170"/>
                    </a:cubicBezTo>
                    <a:cubicBezTo>
                      <a:pt x="125" y="3170"/>
                      <a:pt x="193" y="3170"/>
                      <a:pt x="262" y="3170"/>
                    </a:cubicBezTo>
                    <a:cubicBezTo>
                      <a:pt x="262" y="2259"/>
                      <a:pt x="262" y="1348"/>
                      <a:pt x="262" y="409"/>
                    </a:cubicBezTo>
                    <a:cubicBezTo>
                      <a:pt x="397" y="409"/>
                      <a:pt x="532" y="409"/>
                      <a:pt x="671" y="409"/>
                    </a:cubicBezTo>
                    <a:cubicBezTo>
                      <a:pt x="637" y="325"/>
                      <a:pt x="604" y="240"/>
                      <a:pt x="569" y="153"/>
                    </a:cubicBezTo>
                    <a:cubicBezTo>
                      <a:pt x="721" y="153"/>
                      <a:pt x="873" y="153"/>
                      <a:pt x="1029" y="153"/>
                    </a:cubicBezTo>
                    <a:cubicBezTo>
                      <a:pt x="1046" y="103"/>
                      <a:pt x="1063" y="52"/>
                      <a:pt x="1080" y="0"/>
                    </a:cubicBezTo>
                    <a:close/>
                    <a:moveTo>
                      <a:pt x="6092" y="2250"/>
                    </a:moveTo>
                    <a:cubicBezTo>
                      <a:pt x="6074" y="2299"/>
                      <a:pt x="6074" y="2299"/>
                      <a:pt x="6077" y="2349"/>
                    </a:cubicBezTo>
                    <a:cubicBezTo>
                      <a:pt x="6077" y="2368"/>
                      <a:pt x="6078" y="2386"/>
                      <a:pt x="6078" y="2404"/>
                    </a:cubicBezTo>
                    <a:cubicBezTo>
                      <a:pt x="6079" y="2423"/>
                      <a:pt x="6081" y="2442"/>
                      <a:pt x="6082" y="2461"/>
                    </a:cubicBezTo>
                    <a:cubicBezTo>
                      <a:pt x="6083" y="2480"/>
                      <a:pt x="6083" y="2499"/>
                      <a:pt x="6084" y="2519"/>
                    </a:cubicBezTo>
                    <a:cubicBezTo>
                      <a:pt x="6086" y="2566"/>
                      <a:pt x="6089" y="2612"/>
                      <a:pt x="6092" y="2659"/>
                    </a:cubicBezTo>
                    <a:cubicBezTo>
                      <a:pt x="6024" y="2659"/>
                      <a:pt x="5957" y="2659"/>
                      <a:pt x="5887" y="2659"/>
                    </a:cubicBezTo>
                    <a:cubicBezTo>
                      <a:pt x="5887" y="2693"/>
                      <a:pt x="5887" y="2727"/>
                      <a:pt x="5887" y="2761"/>
                    </a:cubicBezTo>
                    <a:cubicBezTo>
                      <a:pt x="5786" y="2761"/>
                      <a:pt x="5685" y="2761"/>
                      <a:pt x="5580" y="2761"/>
                    </a:cubicBezTo>
                    <a:cubicBezTo>
                      <a:pt x="5580" y="2728"/>
                      <a:pt x="5580" y="2694"/>
                      <a:pt x="5580" y="2659"/>
                    </a:cubicBezTo>
                    <a:cubicBezTo>
                      <a:pt x="5412" y="2659"/>
                      <a:pt x="5243" y="2659"/>
                      <a:pt x="5069" y="2659"/>
                    </a:cubicBezTo>
                    <a:cubicBezTo>
                      <a:pt x="5069" y="2693"/>
                      <a:pt x="5069" y="2727"/>
                      <a:pt x="5069" y="2761"/>
                    </a:cubicBezTo>
                    <a:cubicBezTo>
                      <a:pt x="5001" y="2761"/>
                      <a:pt x="4934" y="2761"/>
                      <a:pt x="4864" y="2761"/>
                    </a:cubicBezTo>
                    <a:cubicBezTo>
                      <a:pt x="4864" y="2795"/>
                      <a:pt x="4864" y="2829"/>
                      <a:pt x="4864" y="2864"/>
                    </a:cubicBezTo>
                    <a:cubicBezTo>
                      <a:pt x="4729" y="2864"/>
                      <a:pt x="4594" y="2864"/>
                      <a:pt x="4455" y="2864"/>
                    </a:cubicBezTo>
                    <a:cubicBezTo>
                      <a:pt x="4455" y="2897"/>
                      <a:pt x="4455" y="2931"/>
                      <a:pt x="4455" y="2966"/>
                    </a:cubicBezTo>
                    <a:cubicBezTo>
                      <a:pt x="4354" y="2966"/>
                      <a:pt x="4253" y="2966"/>
                      <a:pt x="4148" y="2966"/>
                    </a:cubicBezTo>
                    <a:cubicBezTo>
                      <a:pt x="4148" y="3000"/>
                      <a:pt x="4148" y="3033"/>
                      <a:pt x="4148" y="3068"/>
                    </a:cubicBezTo>
                    <a:cubicBezTo>
                      <a:pt x="4047" y="3068"/>
                      <a:pt x="3946" y="3068"/>
                      <a:pt x="3842" y="3068"/>
                    </a:cubicBezTo>
                    <a:cubicBezTo>
                      <a:pt x="3842" y="3102"/>
                      <a:pt x="3842" y="3136"/>
                      <a:pt x="3842" y="3170"/>
                    </a:cubicBezTo>
                    <a:cubicBezTo>
                      <a:pt x="3774" y="3170"/>
                      <a:pt x="3707" y="3170"/>
                      <a:pt x="3637" y="3170"/>
                    </a:cubicBezTo>
                    <a:cubicBezTo>
                      <a:pt x="3637" y="3204"/>
                      <a:pt x="3637" y="3238"/>
                      <a:pt x="3637" y="3273"/>
                    </a:cubicBezTo>
                    <a:cubicBezTo>
                      <a:pt x="3570" y="3273"/>
                      <a:pt x="3502" y="3273"/>
                      <a:pt x="3433" y="3273"/>
                    </a:cubicBezTo>
                    <a:cubicBezTo>
                      <a:pt x="3433" y="3306"/>
                      <a:pt x="3433" y="3340"/>
                      <a:pt x="3433" y="3375"/>
                    </a:cubicBezTo>
                    <a:cubicBezTo>
                      <a:pt x="3399" y="3375"/>
                      <a:pt x="3365" y="3375"/>
                      <a:pt x="3330" y="3375"/>
                    </a:cubicBezTo>
                    <a:cubicBezTo>
                      <a:pt x="3330" y="3409"/>
                      <a:pt x="3330" y="3442"/>
                      <a:pt x="3330" y="3477"/>
                    </a:cubicBezTo>
                    <a:cubicBezTo>
                      <a:pt x="3297" y="3477"/>
                      <a:pt x="3263" y="3477"/>
                      <a:pt x="3228" y="3477"/>
                    </a:cubicBezTo>
                    <a:cubicBezTo>
                      <a:pt x="3228" y="3511"/>
                      <a:pt x="3228" y="3545"/>
                      <a:pt x="3228" y="3580"/>
                    </a:cubicBezTo>
                    <a:cubicBezTo>
                      <a:pt x="3160" y="3580"/>
                      <a:pt x="3093" y="3580"/>
                      <a:pt x="3023" y="3580"/>
                    </a:cubicBezTo>
                    <a:cubicBezTo>
                      <a:pt x="3023" y="3613"/>
                      <a:pt x="3023" y="3647"/>
                      <a:pt x="3023" y="3682"/>
                    </a:cubicBezTo>
                    <a:cubicBezTo>
                      <a:pt x="2990" y="3682"/>
                      <a:pt x="2956" y="3682"/>
                      <a:pt x="2921" y="3682"/>
                    </a:cubicBezTo>
                    <a:cubicBezTo>
                      <a:pt x="2921" y="3716"/>
                      <a:pt x="2921" y="3749"/>
                      <a:pt x="2921" y="3784"/>
                    </a:cubicBezTo>
                    <a:cubicBezTo>
                      <a:pt x="2887" y="3784"/>
                      <a:pt x="2854" y="3784"/>
                      <a:pt x="2819" y="3784"/>
                    </a:cubicBezTo>
                    <a:cubicBezTo>
                      <a:pt x="2819" y="3818"/>
                      <a:pt x="2819" y="3852"/>
                      <a:pt x="2819" y="3886"/>
                    </a:cubicBezTo>
                    <a:cubicBezTo>
                      <a:pt x="2785" y="3886"/>
                      <a:pt x="2751" y="3886"/>
                      <a:pt x="2717" y="3886"/>
                    </a:cubicBezTo>
                    <a:cubicBezTo>
                      <a:pt x="2717" y="3920"/>
                      <a:pt x="2717" y="3954"/>
                      <a:pt x="2717" y="3989"/>
                    </a:cubicBezTo>
                    <a:cubicBezTo>
                      <a:pt x="2683" y="3989"/>
                      <a:pt x="2649" y="3989"/>
                      <a:pt x="2614" y="3989"/>
                    </a:cubicBezTo>
                    <a:cubicBezTo>
                      <a:pt x="2614" y="4056"/>
                      <a:pt x="2614" y="4124"/>
                      <a:pt x="2614" y="4193"/>
                    </a:cubicBezTo>
                    <a:cubicBezTo>
                      <a:pt x="2581" y="4193"/>
                      <a:pt x="2547" y="4193"/>
                      <a:pt x="2512" y="4193"/>
                    </a:cubicBezTo>
                    <a:cubicBezTo>
                      <a:pt x="2512" y="4227"/>
                      <a:pt x="2512" y="4261"/>
                      <a:pt x="2512" y="4295"/>
                    </a:cubicBezTo>
                    <a:cubicBezTo>
                      <a:pt x="2478" y="4295"/>
                      <a:pt x="2445" y="4295"/>
                      <a:pt x="2410" y="4295"/>
                    </a:cubicBezTo>
                    <a:cubicBezTo>
                      <a:pt x="2410" y="4329"/>
                      <a:pt x="2410" y="4363"/>
                      <a:pt x="2410" y="4398"/>
                    </a:cubicBezTo>
                    <a:cubicBezTo>
                      <a:pt x="2376" y="4398"/>
                      <a:pt x="2342" y="4398"/>
                      <a:pt x="2308" y="4398"/>
                    </a:cubicBezTo>
                    <a:cubicBezTo>
                      <a:pt x="2308" y="4465"/>
                      <a:pt x="2308" y="4533"/>
                      <a:pt x="2308" y="4602"/>
                    </a:cubicBezTo>
                    <a:cubicBezTo>
                      <a:pt x="2274" y="4602"/>
                      <a:pt x="2240" y="4602"/>
                      <a:pt x="2205" y="4602"/>
                    </a:cubicBezTo>
                    <a:cubicBezTo>
                      <a:pt x="2205" y="4670"/>
                      <a:pt x="2205" y="4737"/>
                      <a:pt x="2205" y="4807"/>
                    </a:cubicBezTo>
                    <a:cubicBezTo>
                      <a:pt x="2172" y="4807"/>
                      <a:pt x="2138" y="4807"/>
                      <a:pt x="2103" y="4807"/>
                    </a:cubicBezTo>
                    <a:cubicBezTo>
                      <a:pt x="2103" y="4874"/>
                      <a:pt x="2103" y="4942"/>
                      <a:pt x="2103" y="5011"/>
                    </a:cubicBezTo>
                    <a:cubicBezTo>
                      <a:pt x="2069" y="5011"/>
                      <a:pt x="2035" y="5011"/>
                      <a:pt x="2001" y="5011"/>
                    </a:cubicBezTo>
                    <a:cubicBezTo>
                      <a:pt x="2001" y="5079"/>
                      <a:pt x="2001" y="5146"/>
                      <a:pt x="2001" y="5216"/>
                    </a:cubicBezTo>
                    <a:cubicBezTo>
                      <a:pt x="1967" y="5216"/>
                      <a:pt x="1933" y="5216"/>
                      <a:pt x="1898" y="5216"/>
                    </a:cubicBezTo>
                    <a:cubicBezTo>
                      <a:pt x="1898" y="5351"/>
                      <a:pt x="1898" y="5486"/>
                      <a:pt x="1898" y="5625"/>
                    </a:cubicBezTo>
                    <a:cubicBezTo>
                      <a:pt x="1865" y="5625"/>
                      <a:pt x="1831" y="5625"/>
                      <a:pt x="1796" y="5625"/>
                    </a:cubicBezTo>
                    <a:cubicBezTo>
                      <a:pt x="1796" y="6199"/>
                      <a:pt x="1796" y="6772"/>
                      <a:pt x="1796" y="7364"/>
                    </a:cubicBezTo>
                    <a:cubicBezTo>
                      <a:pt x="1830" y="7364"/>
                      <a:pt x="1864" y="7364"/>
                      <a:pt x="1898" y="7364"/>
                    </a:cubicBezTo>
                    <a:cubicBezTo>
                      <a:pt x="1898" y="7465"/>
                      <a:pt x="1898" y="7566"/>
                      <a:pt x="1898" y="7670"/>
                    </a:cubicBezTo>
                    <a:cubicBezTo>
                      <a:pt x="1932" y="7670"/>
                      <a:pt x="1966" y="7670"/>
                      <a:pt x="2001" y="7670"/>
                    </a:cubicBezTo>
                    <a:cubicBezTo>
                      <a:pt x="2001" y="7772"/>
                      <a:pt x="2001" y="7873"/>
                      <a:pt x="2001" y="7977"/>
                    </a:cubicBezTo>
                    <a:cubicBezTo>
                      <a:pt x="2034" y="7977"/>
                      <a:pt x="2068" y="7977"/>
                      <a:pt x="2103" y="7977"/>
                    </a:cubicBezTo>
                    <a:cubicBezTo>
                      <a:pt x="2103" y="8045"/>
                      <a:pt x="2103" y="8112"/>
                      <a:pt x="2103" y="8182"/>
                    </a:cubicBezTo>
                    <a:cubicBezTo>
                      <a:pt x="2137" y="8182"/>
                      <a:pt x="2170" y="8182"/>
                      <a:pt x="2205" y="8182"/>
                    </a:cubicBezTo>
                    <a:cubicBezTo>
                      <a:pt x="2205" y="8249"/>
                      <a:pt x="2205" y="8317"/>
                      <a:pt x="2205" y="8386"/>
                    </a:cubicBezTo>
                    <a:cubicBezTo>
                      <a:pt x="2239" y="8386"/>
                      <a:pt x="2273" y="8386"/>
                      <a:pt x="2308" y="8386"/>
                    </a:cubicBezTo>
                    <a:cubicBezTo>
                      <a:pt x="2308" y="8420"/>
                      <a:pt x="2308" y="8454"/>
                      <a:pt x="2308" y="8489"/>
                    </a:cubicBezTo>
                    <a:cubicBezTo>
                      <a:pt x="2341" y="8489"/>
                      <a:pt x="2375" y="8489"/>
                      <a:pt x="2410" y="8489"/>
                    </a:cubicBezTo>
                    <a:cubicBezTo>
                      <a:pt x="2410" y="8556"/>
                      <a:pt x="2410" y="8624"/>
                      <a:pt x="2410" y="8693"/>
                    </a:cubicBezTo>
                    <a:cubicBezTo>
                      <a:pt x="2444" y="8693"/>
                      <a:pt x="2477" y="8693"/>
                      <a:pt x="2512" y="8693"/>
                    </a:cubicBezTo>
                    <a:cubicBezTo>
                      <a:pt x="2512" y="8727"/>
                      <a:pt x="2512" y="8761"/>
                      <a:pt x="2512" y="8795"/>
                    </a:cubicBezTo>
                    <a:cubicBezTo>
                      <a:pt x="2546" y="8795"/>
                      <a:pt x="2580" y="8795"/>
                      <a:pt x="2614" y="8795"/>
                    </a:cubicBezTo>
                    <a:cubicBezTo>
                      <a:pt x="2614" y="8829"/>
                      <a:pt x="2614" y="8863"/>
                      <a:pt x="2614" y="8898"/>
                    </a:cubicBezTo>
                    <a:cubicBezTo>
                      <a:pt x="2648" y="8898"/>
                      <a:pt x="2682" y="8898"/>
                      <a:pt x="2717" y="8898"/>
                    </a:cubicBezTo>
                    <a:cubicBezTo>
                      <a:pt x="2717" y="8931"/>
                      <a:pt x="2717" y="8965"/>
                      <a:pt x="2717" y="9000"/>
                    </a:cubicBezTo>
                    <a:cubicBezTo>
                      <a:pt x="2750" y="9000"/>
                      <a:pt x="2784" y="9000"/>
                      <a:pt x="2819" y="9000"/>
                    </a:cubicBezTo>
                    <a:cubicBezTo>
                      <a:pt x="2819" y="9067"/>
                      <a:pt x="2819" y="9135"/>
                      <a:pt x="2819" y="9205"/>
                    </a:cubicBezTo>
                    <a:cubicBezTo>
                      <a:pt x="2886" y="9205"/>
                      <a:pt x="2954" y="9205"/>
                      <a:pt x="3023" y="9205"/>
                    </a:cubicBezTo>
                    <a:cubicBezTo>
                      <a:pt x="3023" y="9238"/>
                      <a:pt x="3023" y="9272"/>
                      <a:pt x="3023" y="9307"/>
                    </a:cubicBezTo>
                    <a:cubicBezTo>
                      <a:pt x="3057" y="9307"/>
                      <a:pt x="3091" y="9307"/>
                      <a:pt x="3126" y="9307"/>
                    </a:cubicBezTo>
                    <a:cubicBezTo>
                      <a:pt x="3126" y="9341"/>
                      <a:pt x="3126" y="9374"/>
                      <a:pt x="3126" y="9409"/>
                    </a:cubicBezTo>
                    <a:cubicBezTo>
                      <a:pt x="3159" y="9409"/>
                      <a:pt x="3193" y="9409"/>
                      <a:pt x="3228" y="9409"/>
                    </a:cubicBezTo>
                    <a:cubicBezTo>
                      <a:pt x="3228" y="9443"/>
                      <a:pt x="3228" y="9477"/>
                      <a:pt x="3228" y="9511"/>
                    </a:cubicBezTo>
                    <a:cubicBezTo>
                      <a:pt x="3262" y="9511"/>
                      <a:pt x="3295" y="9511"/>
                      <a:pt x="3330" y="9511"/>
                    </a:cubicBezTo>
                    <a:cubicBezTo>
                      <a:pt x="3330" y="9545"/>
                      <a:pt x="3330" y="9579"/>
                      <a:pt x="3330" y="9614"/>
                    </a:cubicBezTo>
                    <a:cubicBezTo>
                      <a:pt x="3398" y="9614"/>
                      <a:pt x="3465" y="9614"/>
                      <a:pt x="3535" y="9614"/>
                    </a:cubicBezTo>
                    <a:cubicBezTo>
                      <a:pt x="3535" y="9647"/>
                      <a:pt x="3535" y="9681"/>
                      <a:pt x="3535" y="9716"/>
                    </a:cubicBezTo>
                    <a:cubicBezTo>
                      <a:pt x="3569" y="9716"/>
                      <a:pt x="3602" y="9716"/>
                      <a:pt x="3637" y="9716"/>
                    </a:cubicBezTo>
                    <a:cubicBezTo>
                      <a:pt x="3637" y="9750"/>
                      <a:pt x="3637" y="9783"/>
                      <a:pt x="3637" y="9818"/>
                    </a:cubicBezTo>
                    <a:cubicBezTo>
                      <a:pt x="3705" y="9818"/>
                      <a:pt x="3772" y="9818"/>
                      <a:pt x="3842" y="9818"/>
                    </a:cubicBezTo>
                    <a:cubicBezTo>
                      <a:pt x="3842" y="9852"/>
                      <a:pt x="3842" y="9886"/>
                      <a:pt x="3842" y="9920"/>
                    </a:cubicBezTo>
                    <a:cubicBezTo>
                      <a:pt x="3875" y="9920"/>
                      <a:pt x="3909" y="9920"/>
                      <a:pt x="3944" y="9920"/>
                    </a:cubicBezTo>
                    <a:cubicBezTo>
                      <a:pt x="3944" y="9954"/>
                      <a:pt x="3944" y="9988"/>
                      <a:pt x="3944" y="10023"/>
                    </a:cubicBezTo>
                    <a:cubicBezTo>
                      <a:pt x="4011" y="10023"/>
                      <a:pt x="4079" y="10023"/>
                      <a:pt x="4148" y="10023"/>
                    </a:cubicBezTo>
                    <a:cubicBezTo>
                      <a:pt x="4148" y="10056"/>
                      <a:pt x="4148" y="10090"/>
                      <a:pt x="4148" y="10125"/>
                    </a:cubicBezTo>
                    <a:cubicBezTo>
                      <a:pt x="4520" y="10125"/>
                      <a:pt x="4891" y="10125"/>
                      <a:pt x="5273" y="10125"/>
                    </a:cubicBezTo>
                    <a:cubicBezTo>
                      <a:pt x="5273" y="10159"/>
                      <a:pt x="5273" y="10192"/>
                      <a:pt x="5273" y="10227"/>
                    </a:cubicBezTo>
                    <a:cubicBezTo>
                      <a:pt x="5408" y="10227"/>
                      <a:pt x="5543" y="10227"/>
                      <a:pt x="5683" y="10227"/>
                    </a:cubicBezTo>
                    <a:cubicBezTo>
                      <a:pt x="5683" y="10194"/>
                      <a:pt x="5683" y="10160"/>
                      <a:pt x="5683" y="10125"/>
                    </a:cubicBezTo>
                    <a:cubicBezTo>
                      <a:pt x="5953" y="10125"/>
                      <a:pt x="6223" y="10125"/>
                      <a:pt x="6501" y="10125"/>
                    </a:cubicBezTo>
                    <a:cubicBezTo>
                      <a:pt x="6501" y="10091"/>
                      <a:pt x="6501" y="10058"/>
                      <a:pt x="6501" y="10023"/>
                    </a:cubicBezTo>
                    <a:cubicBezTo>
                      <a:pt x="6636" y="10023"/>
                      <a:pt x="6771" y="10023"/>
                      <a:pt x="6910" y="10023"/>
                    </a:cubicBezTo>
                    <a:cubicBezTo>
                      <a:pt x="6910" y="9989"/>
                      <a:pt x="6910" y="9955"/>
                      <a:pt x="6910" y="9920"/>
                    </a:cubicBezTo>
                    <a:cubicBezTo>
                      <a:pt x="6977" y="9920"/>
                      <a:pt x="7045" y="9920"/>
                      <a:pt x="7114" y="9920"/>
                    </a:cubicBezTo>
                    <a:cubicBezTo>
                      <a:pt x="7114" y="9887"/>
                      <a:pt x="7114" y="9853"/>
                      <a:pt x="7114" y="9818"/>
                    </a:cubicBezTo>
                    <a:cubicBezTo>
                      <a:pt x="7182" y="9818"/>
                      <a:pt x="7249" y="9818"/>
                      <a:pt x="7319" y="9818"/>
                    </a:cubicBezTo>
                    <a:cubicBezTo>
                      <a:pt x="7319" y="9784"/>
                      <a:pt x="7319" y="9751"/>
                      <a:pt x="7319" y="9716"/>
                    </a:cubicBezTo>
                    <a:cubicBezTo>
                      <a:pt x="7353" y="9716"/>
                      <a:pt x="7386" y="9716"/>
                      <a:pt x="7421" y="9716"/>
                    </a:cubicBezTo>
                    <a:cubicBezTo>
                      <a:pt x="7421" y="9682"/>
                      <a:pt x="7421" y="9648"/>
                      <a:pt x="7421" y="9614"/>
                    </a:cubicBezTo>
                    <a:cubicBezTo>
                      <a:pt x="7489" y="9614"/>
                      <a:pt x="7556" y="9614"/>
                      <a:pt x="7626" y="9614"/>
                    </a:cubicBezTo>
                    <a:cubicBezTo>
                      <a:pt x="7626" y="9580"/>
                      <a:pt x="7626" y="9546"/>
                      <a:pt x="7626" y="9511"/>
                    </a:cubicBezTo>
                    <a:cubicBezTo>
                      <a:pt x="7659" y="9511"/>
                      <a:pt x="7693" y="9511"/>
                      <a:pt x="7728" y="9511"/>
                    </a:cubicBezTo>
                    <a:cubicBezTo>
                      <a:pt x="7728" y="9478"/>
                      <a:pt x="7728" y="9444"/>
                      <a:pt x="7728" y="9409"/>
                    </a:cubicBezTo>
                    <a:cubicBezTo>
                      <a:pt x="7762" y="9409"/>
                      <a:pt x="7795" y="9409"/>
                      <a:pt x="7830" y="9409"/>
                    </a:cubicBezTo>
                    <a:cubicBezTo>
                      <a:pt x="7830" y="9375"/>
                      <a:pt x="7830" y="9342"/>
                      <a:pt x="7830" y="9307"/>
                    </a:cubicBezTo>
                    <a:cubicBezTo>
                      <a:pt x="7898" y="9307"/>
                      <a:pt x="7965" y="9307"/>
                      <a:pt x="8035" y="9307"/>
                    </a:cubicBezTo>
                    <a:cubicBezTo>
                      <a:pt x="8035" y="9273"/>
                      <a:pt x="8035" y="9239"/>
                      <a:pt x="8035" y="9205"/>
                    </a:cubicBezTo>
                    <a:cubicBezTo>
                      <a:pt x="8069" y="9205"/>
                      <a:pt x="8102" y="9205"/>
                      <a:pt x="8137" y="9205"/>
                    </a:cubicBezTo>
                    <a:cubicBezTo>
                      <a:pt x="8137" y="9171"/>
                      <a:pt x="8137" y="9137"/>
                      <a:pt x="8137" y="9102"/>
                    </a:cubicBezTo>
                    <a:cubicBezTo>
                      <a:pt x="8205" y="9102"/>
                      <a:pt x="8272" y="9102"/>
                      <a:pt x="8342" y="9102"/>
                    </a:cubicBezTo>
                    <a:cubicBezTo>
                      <a:pt x="8342" y="9069"/>
                      <a:pt x="8342" y="9035"/>
                      <a:pt x="8342" y="9000"/>
                    </a:cubicBezTo>
                    <a:cubicBezTo>
                      <a:pt x="8443" y="9000"/>
                      <a:pt x="8544" y="9000"/>
                      <a:pt x="8648" y="9000"/>
                    </a:cubicBezTo>
                    <a:cubicBezTo>
                      <a:pt x="8648" y="8966"/>
                      <a:pt x="8648" y="8933"/>
                      <a:pt x="8648" y="8898"/>
                    </a:cubicBezTo>
                    <a:cubicBezTo>
                      <a:pt x="8682" y="8898"/>
                      <a:pt x="8716" y="8898"/>
                      <a:pt x="8751" y="8898"/>
                    </a:cubicBezTo>
                    <a:cubicBezTo>
                      <a:pt x="8751" y="8695"/>
                      <a:pt x="8751" y="8493"/>
                      <a:pt x="8751" y="8284"/>
                    </a:cubicBezTo>
                    <a:cubicBezTo>
                      <a:pt x="8784" y="8284"/>
                      <a:pt x="8818" y="8284"/>
                      <a:pt x="8853" y="8284"/>
                    </a:cubicBezTo>
                    <a:cubicBezTo>
                      <a:pt x="8853" y="8217"/>
                      <a:pt x="8853" y="8149"/>
                      <a:pt x="8853" y="8080"/>
                    </a:cubicBezTo>
                    <a:cubicBezTo>
                      <a:pt x="8887" y="8080"/>
                      <a:pt x="8920" y="8080"/>
                      <a:pt x="8955" y="8080"/>
                    </a:cubicBezTo>
                    <a:cubicBezTo>
                      <a:pt x="8955" y="7978"/>
                      <a:pt x="8955" y="7877"/>
                      <a:pt x="8955" y="7773"/>
                    </a:cubicBezTo>
                    <a:cubicBezTo>
                      <a:pt x="8989" y="7773"/>
                      <a:pt x="9023" y="7773"/>
                      <a:pt x="9058" y="7773"/>
                    </a:cubicBezTo>
                    <a:cubicBezTo>
                      <a:pt x="9058" y="7705"/>
                      <a:pt x="9058" y="7638"/>
                      <a:pt x="9058" y="7568"/>
                    </a:cubicBezTo>
                    <a:cubicBezTo>
                      <a:pt x="9091" y="7568"/>
                      <a:pt x="9125" y="7568"/>
                      <a:pt x="9160" y="7568"/>
                    </a:cubicBezTo>
                    <a:cubicBezTo>
                      <a:pt x="9160" y="7501"/>
                      <a:pt x="9160" y="7433"/>
                      <a:pt x="9160" y="7364"/>
                    </a:cubicBezTo>
                    <a:cubicBezTo>
                      <a:pt x="9194" y="7364"/>
                      <a:pt x="9227" y="7364"/>
                      <a:pt x="9262" y="7364"/>
                    </a:cubicBezTo>
                    <a:cubicBezTo>
                      <a:pt x="9262" y="7330"/>
                      <a:pt x="9262" y="7296"/>
                      <a:pt x="9262" y="7261"/>
                    </a:cubicBezTo>
                    <a:cubicBezTo>
                      <a:pt x="9296" y="7261"/>
                      <a:pt x="9330" y="7261"/>
                      <a:pt x="9364" y="7261"/>
                    </a:cubicBezTo>
                    <a:cubicBezTo>
                      <a:pt x="9364" y="7228"/>
                      <a:pt x="9364" y="7194"/>
                      <a:pt x="9364" y="7159"/>
                    </a:cubicBezTo>
                    <a:cubicBezTo>
                      <a:pt x="9398" y="7159"/>
                      <a:pt x="9432" y="7159"/>
                      <a:pt x="9467" y="7159"/>
                    </a:cubicBezTo>
                    <a:cubicBezTo>
                      <a:pt x="9467" y="7125"/>
                      <a:pt x="9467" y="7092"/>
                      <a:pt x="9467" y="7057"/>
                    </a:cubicBezTo>
                    <a:cubicBezTo>
                      <a:pt x="9500" y="7057"/>
                      <a:pt x="9534" y="7057"/>
                      <a:pt x="9569" y="7057"/>
                    </a:cubicBezTo>
                    <a:cubicBezTo>
                      <a:pt x="9569" y="6888"/>
                      <a:pt x="9569" y="6719"/>
                      <a:pt x="9569" y="6545"/>
                    </a:cubicBezTo>
                    <a:cubicBezTo>
                      <a:pt x="9535" y="6545"/>
                      <a:pt x="9501" y="6545"/>
                      <a:pt x="9467" y="6545"/>
                    </a:cubicBezTo>
                    <a:cubicBezTo>
                      <a:pt x="9467" y="6512"/>
                      <a:pt x="9467" y="6478"/>
                      <a:pt x="9467" y="6443"/>
                    </a:cubicBezTo>
                    <a:cubicBezTo>
                      <a:pt x="9433" y="6443"/>
                      <a:pt x="9399" y="6443"/>
                      <a:pt x="9364" y="6443"/>
                    </a:cubicBezTo>
                    <a:cubicBezTo>
                      <a:pt x="9364" y="6409"/>
                      <a:pt x="9364" y="6376"/>
                      <a:pt x="9364" y="6341"/>
                    </a:cubicBezTo>
                    <a:cubicBezTo>
                      <a:pt x="9263" y="6341"/>
                      <a:pt x="9162" y="6341"/>
                      <a:pt x="9058" y="6341"/>
                    </a:cubicBezTo>
                    <a:cubicBezTo>
                      <a:pt x="9058" y="6307"/>
                      <a:pt x="9058" y="6273"/>
                      <a:pt x="9058" y="6239"/>
                    </a:cubicBezTo>
                    <a:cubicBezTo>
                      <a:pt x="8990" y="6239"/>
                      <a:pt x="8923" y="6239"/>
                      <a:pt x="8853" y="6239"/>
                    </a:cubicBezTo>
                    <a:cubicBezTo>
                      <a:pt x="8853" y="6205"/>
                      <a:pt x="8853" y="6171"/>
                      <a:pt x="8853" y="6136"/>
                    </a:cubicBezTo>
                    <a:cubicBezTo>
                      <a:pt x="8819" y="6136"/>
                      <a:pt x="8785" y="6136"/>
                      <a:pt x="8751" y="6136"/>
                    </a:cubicBezTo>
                    <a:cubicBezTo>
                      <a:pt x="8751" y="6170"/>
                      <a:pt x="8751" y="6204"/>
                      <a:pt x="8751" y="6239"/>
                    </a:cubicBezTo>
                    <a:cubicBezTo>
                      <a:pt x="8649" y="6239"/>
                      <a:pt x="8548" y="6239"/>
                      <a:pt x="8444" y="6239"/>
                    </a:cubicBezTo>
                    <a:cubicBezTo>
                      <a:pt x="8444" y="6306"/>
                      <a:pt x="8444" y="6374"/>
                      <a:pt x="8444" y="6443"/>
                    </a:cubicBezTo>
                    <a:cubicBezTo>
                      <a:pt x="8005" y="6443"/>
                      <a:pt x="7566" y="6443"/>
                      <a:pt x="7114" y="6443"/>
                    </a:cubicBezTo>
                    <a:cubicBezTo>
                      <a:pt x="7114" y="6409"/>
                      <a:pt x="7114" y="6376"/>
                      <a:pt x="7114" y="6341"/>
                    </a:cubicBezTo>
                    <a:cubicBezTo>
                      <a:pt x="7081" y="6341"/>
                      <a:pt x="7047" y="6341"/>
                      <a:pt x="7012" y="6341"/>
                    </a:cubicBezTo>
                    <a:cubicBezTo>
                      <a:pt x="7012" y="6307"/>
                      <a:pt x="7012" y="6273"/>
                      <a:pt x="7012" y="6239"/>
                    </a:cubicBezTo>
                    <a:cubicBezTo>
                      <a:pt x="6911" y="6239"/>
                      <a:pt x="6810" y="6239"/>
                      <a:pt x="6705" y="6239"/>
                    </a:cubicBezTo>
                    <a:cubicBezTo>
                      <a:pt x="6705" y="6272"/>
                      <a:pt x="6705" y="6306"/>
                      <a:pt x="6705" y="6341"/>
                    </a:cubicBezTo>
                    <a:cubicBezTo>
                      <a:pt x="6672" y="6341"/>
                      <a:pt x="6638" y="6341"/>
                      <a:pt x="6603" y="6341"/>
                    </a:cubicBezTo>
                    <a:cubicBezTo>
                      <a:pt x="6603" y="6375"/>
                      <a:pt x="6603" y="6408"/>
                      <a:pt x="6603" y="6443"/>
                    </a:cubicBezTo>
                    <a:cubicBezTo>
                      <a:pt x="6299" y="6443"/>
                      <a:pt x="5995" y="6443"/>
                      <a:pt x="5683" y="6443"/>
                    </a:cubicBezTo>
                    <a:cubicBezTo>
                      <a:pt x="5683" y="6409"/>
                      <a:pt x="5683" y="6376"/>
                      <a:pt x="5683" y="6341"/>
                    </a:cubicBezTo>
                    <a:cubicBezTo>
                      <a:pt x="5649" y="6341"/>
                      <a:pt x="5615" y="6341"/>
                      <a:pt x="5580" y="6341"/>
                    </a:cubicBezTo>
                    <a:cubicBezTo>
                      <a:pt x="5580" y="5632"/>
                      <a:pt x="5580" y="4923"/>
                      <a:pt x="5580" y="4193"/>
                    </a:cubicBezTo>
                    <a:cubicBezTo>
                      <a:pt x="5547" y="4193"/>
                      <a:pt x="5513" y="4193"/>
                      <a:pt x="5478" y="4193"/>
                    </a:cubicBezTo>
                    <a:cubicBezTo>
                      <a:pt x="5478" y="3991"/>
                      <a:pt x="5478" y="3788"/>
                      <a:pt x="5478" y="3580"/>
                    </a:cubicBezTo>
                    <a:cubicBezTo>
                      <a:pt x="5512" y="3580"/>
                      <a:pt x="5545" y="3580"/>
                      <a:pt x="5580" y="3580"/>
                    </a:cubicBezTo>
                    <a:cubicBezTo>
                      <a:pt x="5580" y="3512"/>
                      <a:pt x="5580" y="3445"/>
                      <a:pt x="5580" y="3375"/>
                    </a:cubicBezTo>
                    <a:cubicBezTo>
                      <a:pt x="5614" y="3375"/>
                      <a:pt x="5648" y="3375"/>
                      <a:pt x="5683" y="3375"/>
                    </a:cubicBezTo>
                    <a:cubicBezTo>
                      <a:pt x="5683" y="3341"/>
                      <a:pt x="5683" y="3308"/>
                      <a:pt x="5683" y="3273"/>
                    </a:cubicBezTo>
                    <a:cubicBezTo>
                      <a:pt x="5716" y="3273"/>
                      <a:pt x="5750" y="3273"/>
                      <a:pt x="5785" y="3273"/>
                    </a:cubicBezTo>
                    <a:cubicBezTo>
                      <a:pt x="5785" y="3306"/>
                      <a:pt x="5785" y="3340"/>
                      <a:pt x="5785" y="3375"/>
                    </a:cubicBezTo>
                    <a:cubicBezTo>
                      <a:pt x="5886" y="3375"/>
                      <a:pt x="5987" y="3375"/>
                      <a:pt x="6092" y="3375"/>
                    </a:cubicBezTo>
                    <a:cubicBezTo>
                      <a:pt x="6092" y="4219"/>
                      <a:pt x="6092" y="5062"/>
                      <a:pt x="6092" y="5932"/>
                    </a:cubicBezTo>
                    <a:cubicBezTo>
                      <a:pt x="7340" y="5932"/>
                      <a:pt x="8589" y="5932"/>
                      <a:pt x="9876" y="5932"/>
                    </a:cubicBezTo>
                    <a:cubicBezTo>
                      <a:pt x="9876" y="5628"/>
                      <a:pt x="9876" y="5324"/>
                      <a:pt x="9876" y="5011"/>
                    </a:cubicBezTo>
                    <a:cubicBezTo>
                      <a:pt x="9842" y="5011"/>
                      <a:pt x="9808" y="5011"/>
                      <a:pt x="9773" y="5011"/>
                    </a:cubicBezTo>
                    <a:cubicBezTo>
                      <a:pt x="9773" y="4876"/>
                      <a:pt x="9773" y="4741"/>
                      <a:pt x="9773" y="4602"/>
                    </a:cubicBezTo>
                    <a:cubicBezTo>
                      <a:pt x="9740" y="4602"/>
                      <a:pt x="9706" y="4602"/>
                      <a:pt x="9671" y="4602"/>
                    </a:cubicBezTo>
                    <a:cubicBezTo>
                      <a:pt x="9671" y="4535"/>
                      <a:pt x="9671" y="4467"/>
                      <a:pt x="9671" y="4398"/>
                    </a:cubicBezTo>
                    <a:cubicBezTo>
                      <a:pt x="9637" y="4398"/>
                      <a:pt x="9604" y="4398"/>
                      <a:pt x="9569" y="4398"/>
                    </a:cubicBezTo>
                    <a:cubicBezTo>
                      <a:pt x="9569" y="4296"/>
                      <a:pt x="9569" y="4195"/>
                      <a:pt x="9569" y="4091"/>
                    </a:cubicBezTo>
                    <a:cubicBezTo>
                      <a:pt x="9535" y="4091"/>
                      <a:pt x="9501" y="4091"/>
                      <a:pt x="9467" y="4091"/>
                    </a:cubicBezTo>
                    <a:cubicBezTo>
                      <a:pt x="9467" y="4057"/>
                      <a:pt x="9467" y="4023"/>
                      <a:pt x="9467" y="3989"/>
                    </a:cubicBezTo>
                    <a:cubicBezTo>
                      <a:pt x="9433" y="3989"/>
                      <a:pt x="9399" y="3989"/>
                      <a:pt x="9364" y="3989"/>
                    </a:cubicBezTo>
                    <a:cubicBezTo>
                      <a:pt x="9364" y="3921"/>
                      <a:pt x="9364" y="3854"/>
                      <a:pt x="9364" y="3784"/>
                    </a:cubicBezTo>
                    <a:cubicBezTo>
                      <a:pt x="9331" y="3784"/>
                      <a:pt x="9297" y="3784"/>
                      <a:pt x="9262" y="3784"/>
                    </a:cubicBezTo>
                    <a:cubicBezTo>
                      <a:pt x="9262" y="3717"/>
                      <a:pt x="9262" y="3649"/>
                      <a:pt x="9262" y="3580"/>
                    </a:cubicBezTo>
                    <a:cubicBezTo>
                      <a:pt x="9228" y="3580"/>
                      <a:pt x="9195" y="3580"/>
                      <a:pt x="9160" y="3580"/>
                    </a:cubicBezTo>
                    <a:cubicBezTo>
                      <a:pt x="9161" y="3564"/>
                      <a:pt x="9163" y="3549"/>
                      <a:pt x="9165" y="3533"/>
                    </a:cubicBezTo>
                    <a:cubicBezTo>
                      <a:pt x="9160" y="3477"/>
                      <a:pt x="9160" y="3477"/>
                      <a:pt x="9125" y="3437"/>
                    </a:cubicBezTo>
                    <a:cubicBezTo>
                      <a:pt x="9110" y="3424"/>
                      <a:pt x="9094" y="3411"/>
                      <a:pt x="9078" y="3398"/>
                    </a:cubicBezTo>
                    <a:cubicBezTo>
                      <a:pt x="9069" y="3391"/>
                      <a:pt x="9069" y="3391"/>
                      <a:pt x="9025" y="3354"/>
                    </a:cubicBezTo>
                    <a:cubicBezTo>
                      <a:pt x="9006" y="3339"/>
                      <a:pt x="8987" y="3324"/>
                      <a:pt x="8968" y="3308"/>
                    </a:cubicBezTo>
                    <a:cubicBezTo>
                      <a:pt x="8842" y="3203"/>
                      <a:pt x="8729" y="3104"/>
                      <a:pt x="8636" y="2969"/>
                    </a:cubicBezTo>
                    <a:cubicBezTo>
                      <a:pt x="8562" y="2868"/>
                      <a:pt x="8562" y="2868"/>
                      <a:pt x="8489" y="2848"/>
                    </a:cubicBezTo>
                    <a:cubicBezTo>
                      <a:pt x="8437" y="2848"/>
                      <a:pt x="8392" y="2852"/>
                      <a:pt x="8342" y="2864"/>
                    </a:cubicBezTo>
                    <a:cubicBezTo>
                      <a:pt x="8342" y="2830"/>
                      <a:pt x="8342" y="2796"/>
                      <a:pt x="8342" y="2761"/>
                    </a:cubicBezTo>
                    <a:cubicBezTo>
                      <a:pt x="8308" y="2761"/>
                      <a:pt x="8274" y="2761"/>
                      <a:pt x="8239" y="2761"/>
                    </a:cubicBezTo>
                    <a:cubicBezTo>
                      <a:pt x="8239" y="2728"/>
                      <a:pt x="8239" y="2694"/>
                      <a:pt x="8239" y="2659"/>
                    </a:cubicBezTo>
                    <a:cubicBezTo>
                      <a:pt x="8172" y="2659"/>
                      <a:pt x="8104" y="2659"/>
                      <a:pt x="8035" y="2659"/>
                    </a:cubicBezTo>
                    <a:cubicBezTo>
                      <a:pt x="8035" y="2625"/>
                      <a:pt x="8035" y="2592"/>
                      <a:pt x="8035" y="2557"/>
                    </a:cubicBezTo>
                    <a:cubicBezTo>
                      <a:pt x="7967" y="2557"/>
                      <a:pt x="7900" y="2557"/>
                      <a:pt x="7830" y="2557"/>
                    </a:cubicBezTo>
                    <a:cubicBezTo>
                      <a:pt x="7830" y="2523"/>
                      <a:pt x="7830" y="2489"/>
                      <a:pt x="7830" y="2455"/>
                    </a:cubicBezTo>
                    <a:cubicBezTo>
                      <a:pt x="7763" y="2455"/>
                      <a:pt x="7695" y="2455"/>
                      <a:pt x="7626" y="2455"/>
                    </a:cubicBezTo>
                    <a:cubicBezTo>
                      <a:pt x="7626" y="2421"/>
                      <a:pt x="7626" y="2387"/>
                      <a:pt x="7626" y="2352"/>
                    </a:cubicBezTo>
                    <a:cubicBezTo>
                      <a:pt x="7417" y="2244"/>
                      <a:pt x="7242" y="2238"/>
                      <a:pt x="7012" y="2250"/>
                    </a:cubicBezTo>
                    <a:cubicBezTo>
                      <a:pt x="7012" y="2216"/>
                      <a:pt x="7012" y="2183"/>
                      <a:pt x="7012" y="2148"/>
                    </a:cubicBezTo>
                    <a:cubicBezTo>
                      <a:pt x="6906" y="2145"/>
                      <a:pt x="6799" y="2143"/>
                      <a:pt x="6693" y="2142"/>
                    </a:cubicBezTo>
                    <a:cubicBezTo>
                      <a:pt x="6657" y="2142"/>
                      <a:pt x="6620" y="2141"/>
                      <a:pt x="6584" y="2140"/>
                    </a:cubicBezTo>
                    <a:cubicBezTo>
                      <a:pt x="6532" y="2139"/>
                      <a:pt x="6480" y="2138"/>
                      <a:pt x="6428" y="2138"/>
                    </a:cubicBezTo>
                    <a:cubicBezTo>
                      <a:pt x="6412" y="2137"/>
                      <a:pt x="6396" y="2137"/>
                      <a:pt x="6379" y="2136"/>
                    </a:cubicBezTo>
                    <a:cubicBezTo>
                      <a:pt x="6262" y="2136"/>
                      <a:pt x="6176" y="2166"/>
                      <a:pt x="6092" y="2250"/>
                    </a:cubicBezTo>
                    <a:close/>
                    <a:moveTo>
                      <a:pt x="10592" y="6750"/>
                    </a:moveTo>
                    <a:cubicBezTo>
                      <a:pt x="10592" y="6784"/>
                      <a:pt x="10592" y="6817"/>
                      <a:pt x="10592" y="6852"/>
                    </a:cubicBezTo>
                    <a:cubicBezTo>
                      <a:pt x="10558" y="6852"/>
                      <a:pt x="10524" y="6852"/>
                      <a:pt x="10489" y="6852"/>
                    </a:cubicBezTo>
                    <a:cubicBezTo>
                      <a:pt x="10489" y="6886"/>
                      <a:pt x="10489" y="6920"/>
                      <a:pt x="10489" y="6955"/>
                    </a:cubicBezTo>
                    <a:cubicBezTo>
                      <a:pt x="10456" y="6955"/>
                      <a:pt x="10422" y="6955"/>
                      <a:pt x="10387" y="6955"/>
                    </a:cubicBezTo>
                    <a:cubicBezTo>
                      <a:pt x="10387" y="6988"/>
                      <a:pt x="10387" y="7022"/>
                      <a:pt x="10387" y="7057"/>
                    </a:cubicBezTo>
                    <a:cubicBezTo>
                      <a:pt x="10353" y="7057"/>
                      <a:pt x="10320" y="7057"/>
                      <a:pt x="10285" y="7057"/>
                    </a:cubicBezTo>
                    <a:cubicBezTo>
                      <a:pt x="10285" y="7091"/>
                      <a:pt x="10285" y="7124"/>
                      <a:pt x="10285" y="7159"/>
                    </a:cubicBezTo>
                    <a:cubicBezTo>
                      <a:pt x="10217" y="7159"/>
                      <a:pt x="10150" y="7159"/>
                      <a:pt x="10080" y="7159"/>
                    </a:cubicBezTo>
                    <a:cubicBezTo>
                      <a:pt x="10080" y="7227"/>
                      <a:pt x="10080" y="7294"/>
                      <a:pt x="10080" y="7364"/>
                    </a:cubicBezTo>
                    <a:cubicBezTo>
                      <a:pt x="10114" y="7364"/>
                      <a:pt x="10148" y="7364"/>
                      <a:pt x="10183" y="7364"/>
                    </a:cubicBezTo>
                    <a:cubicBezTo>
                      <a:pt x="10183" y="7397"/>
                      <a:pt x="10183" y="7431"/>
                      <a:pt x="10183" y="7466"/>
                    </a:cubicBezTo>
                    <a:cubicBezTo>
                      <a:pt x="10216" y="7466"/>
                      <a:pt x="10250" y="7466"/>
                      <a:pt x="10285" y="7466"/>
                    </a:cubicBezTo>
                    <a:cubicBezTo>
                      <a:pt x="10285" y="7533"/>
                      <a:pt x="10285" y="7601"/>
                      <a:pt x="10285" y="7670"/>
                    </a:cubicBezTo>
                    <a:cubicBezTo>
                      <a:pt x="10319" y="7670"/>
                      <a:pt x="10352" y="7670"/>
                      <a:pt x="10387" y="7670"/>
                    </a:cubicBezTo>
                    <a:cubicBezTo>
                      <a:pt x="10387" y="7704"/>
                      <a:pt x="10387" y="7738"/>
                      <a:pt x="10387" y="7773"/>
                    </a:cubicBezTo>
                    <a:cubicBezTo>
                      <a:pt x="10421" y="7773"/>
                      <a:pt x="10455" y="7773"/>
                      <a:pt x="10489" y="7773"/>
                    </a:cubicBezTo>
                    <a:cubicBezTo>
                      <a:pt x="10489" y="7806"/>
                      <a:pt x="10489" y="7840"/>
                      <a:pt x="10489" y="7875"/>
                    </a:cubicBezTo>
                    <a:cubicBezTo>
                      <a:pt x="10861" y="7875"/>
                      <a:pt x="11232" y="7875"/>
                      <a:pt x="11614" y="7875"/>
                    </a:cubicBezTo>
                    <a:cubicBezTo>
                      <a:pt x="11614" y="7841"/>
                      <a:pt x="11614" y="7808"/>
                      <a:pt x="11614" y="7773"/>
                    </a:cubicBezTo>
                    <a:cubicBezTo>
                      <a:pt x="11648" y="7773"/>
                      <a:pt x="11682" y="7773"/>
                      <a:pt x="11717" y="7773"/>
                    </a:cubicBezTo>
                    <a:cubicBezTo>
                      <a:pt x="11717" y="7739"/>
                      <a:pt x="11717" y="7705"/>
                      <a:pt x="11717" y="7670"/>
                    </a:cubicBezTo>
                    <a:cubicBezTo>
                      <a:pt x="12797" y="7670"/>
                      <a:pt x="13877" y="7670"/>
                      <a:pt x="14989" y="7670"/>
                    </a:cubicBezTo>
                    <a:cubicBezTo>
                      <a:pt x="14989" y="7637"/>
                      <a:pt x="14989" y="7603"/>
                      <a:pt x="14989" y="7568"/>
                    </a:cubicBezTo>
                    <a:cubicBezTo>
                      <a:pt x="15023" y="7568"/>
                      <a:pt x="15057" y="7568"/>
                      <a:pt x="15092" y="7568"/>
                    </a:cubicBezTo>
                    <a:cubicBezTo>
                      <a:pt x="15092" y="7501"/>
                      <a:pt x="15092" y="7433"/>
                      <a:pt x="15092" y="7364"/>
                    </a:cubicBezTo>
                    <a:cubicBezTo>
                      <a:pt x="15125" y="7364"/>
                      <a:pt x="15159" y="7364"/>
                      <a:pt x="15194" y="7364"/>
                    </a:cubicBezTo>
                    <a:cubicBezTo>
                      <a:pt x="15194" y="7262"/>
                      <a:pt x="15194" y="7161"/>
                      <a:pt x="15194" y="7057"/>
                    </a:cubicBezTo>
                    <a:cubicBezTo>
                      <a:pt x="15160" y="7057"/>
                      <a:pt x="15126" y="7057"/>
                      <a:pt x="15092" y="7057"/>
                    </a:cubicBezTo>
                    <a:cubicBezTo>
                      <a:pt x="15092" y="6989"/>
                      <a:pt x="15092" y="6922"/>
                      <a:pt x="15092" y="6852"/>
                    </a:cubicBezTo>
                    <a:cubicBezTo>
                      <a:pt x="15058" y="6852"/>
                      <a:pt x="15024" y="6852"/>
                      <a:pt x="14989" y="6852"/>
                    </a:cubicBezTo>
                    <a:cubicBezTo>
                      <a:pt x="14989" y="6819"/>
                      <a:pt x="14989" y="6785"/>
                      <a:pt x="14989" y="6750"/>
                    </a:cubicBezTo>
                    <a:cubicBezTo>
                      <a:pt x="13538" y="6750"/>
                      <a:pt x="12087" y="6750"/>
                      <a:pt x="10592" y="6750"/>
                    </a:cubicBezTo>
                    <a:close/>
                    <a:moveTo>
                      <a:pt x="10489" y="8795"/>
                    </a:moveTo>
                    <a:cubicBezTo>
                      <a:pt x="10489" y="8829"/>
                      <a:pt x="10489" y="8863"/>
                      <a:pt x="10489" y="8898"/>
                    </a:cubicBezTo>
                    <a:cubicBezTo>
                      <a:pt x="10456" y="8898"/>
                      <a:pt x="10422" y="8898"/>
                      <a:pt x="10387" y="8898"/>
                    </a:cubicBezTo>
                    <a:cubicBezTo>
                      <a:pt x="10387" y="8965"/>
                      <a:pt x="10387" y="9033"/>
                      <a:pt x="10387" y="9102"/>
                    </a:cubicBezTo>
                    <a:cubicBezTo>
                      <a:pt x="10353" y="9102"/>
                      <a:pt x="10320" y="9102"/>
                      <a:pt x="10285" y="9102"/>
                    </a:cubicBezTo>
                    <a:cubicBezTo>
                      <a:pt x="10285" y="9204"/>
                      <a:pt x="10285" y="9305"/>
                      <a:pt x="10285" y="9409"/>
                    </a:cubicBezTo>
                    <a:cubicBezTo>
                      <a:pt x="10319" y="9409"/>
                      <a:pt x="10352" y="9409"/>
                      <a:pt x="10387" y="9409"/>
                    </a:cubicBezTo>
                    <a:cubicBezTo>
                      <a:pt x="10387" y="9443"/>
                      <a:pt x="10387" y="9477"/>
                      <a:pt x="10387" y="9511"/>
                    </a:cubicBezTo>
                    <a:cubicBezTo>
                      <a:pt x="10421" y="9511"/>
                      <a:pt x="10455" y="9511"/>
                      <a:pt x="10489" y="9511"/>
                    </a:cubicBezTo>
                    <a:cubicBezTo>
                      <a:pt x="10489" y="9545"/>
                      <a:pt x="10489" y="9579"/>
                      <a:pt x="10489" y="9614"/>
                    </a:cubicBezTo>
                    <a:cubicBezTo>
                      <a:pt x="10523" y="9614"/>
                      <a:pt x="10557" y="9614"/>
                      <a:pt x="10592" y="9614"/>
                    </a:cubicBezTo>
                    <a:cubicBezTo>
                      <a:pt x="10592" y="9647"/>
                      <a:pt x="10592" y="9681"/>
                      <a:pt x="10592" y="9716"/>
                    </a:cubicBezTo>
                    <a:cubicBezTo>
                      <a:pt x="12043" y="9716"/>
                      <a:pt x="13494" y="9716"/>
                      <a:pt x="14989" y="9716"/>
                    </a:cubicBezTo>
                    <a:cubicBezTo>
                      <a:pt x="14989" y="9682"/>
                      <a:pt x="14989" y="9648"/>
                      <a:pt x="14989" y="9614"/>
                    </a:cubicBezTo>
                    <a:cubicBezTo>
                      <a:pt x="15023" y="9614"/>
                      <a:pt x="15057" y="9614"/>
                      <a:pt x="15092" y="9614"/>
                    </a:cubicBezTo>
                    <a:cubicBezTo>
                      <a:pt x="15092" y="9546"/>
                      <a:pt x="15092" y="9479"/>
                      <a:pt x="15092" y="9409"/>
                    </a:cubicBezTo>
                    <a:cubicBezTo>
                      <a:pt x="15125" y="9409"/>
                      <a:pt x="15159" y="9409"/>
                      <a:pt x="15194" y="9409"/>
                    </a:cubicBezTo>
                    <a:cubicBezTo>
                      <a:pt x="15194" y="9308"/>
                      <a:pt x="15194" y="9207"/>
                      <a:pt x="15194" y="9102"/>
                    </a:cubicBezTo>
                    <a:cubicBezTo>
                      <a:pt x="15160" y="9102"/>
                      <a:pt x="15126" y="9102"/>
                      <a:pt x="15092" y="9102"/>
                    </a:cubicBezTo>
                    <a:cubicBezTo>
                      <a:pt x="15092" y="9035"/>
                      <a:pt x="15092" y="8967"/>
                      <a:pt x="15092" y="8898"/>
                    </a:cubicBezTo>
                    <a:cubicBezTo>
                      <a:pt x="15058" y="8898"/>
                      <a:pt x="15024" y="8898"/>
                      <a:pt x="14989" y="8898"/>
                    </a:cubicBezTo>
                    <a:cubicBezTo>
                      <a:pt x="14989" y="8864"/>
                      <a:pt x="14989" y="8830"/>
                      <a:pt x="14989" y="8795"/>
                    </a:cubicBezTo>
                    <a:cubicBezTo>
                      <a:pt x="13504" y="8795"/>
                      <a:pt x="12019" y="8795"/>
                      <a:pt x="10489" y="8795"/>
                    </a:cubicBezTo>
                    <a:close/>
                    <a:moveTo>
                      <a:pt x="2103" y="11557"/>
                    </a:moveTo>
                    <a:cubicBezTo>
                      <a:pt x="2103" y="11591"/>
                      <a:pt x="2103" y="11624"/>
                      <a:pt x="2103" y="11659"/>
                    </a:cubicBezTo>
                    <a:cubicBezTo>
                      <a:pt x="2035" y="11659"/>
                      <a:pt x="1968" y="11659"/>
                      <a:pt x="1898" y="11659"/>
                    </a:cubicBezTo>
                    <a:cubicBezTo>
                      <a:pt x="1898" y="11693"/>
                      <a:pt x="1898" y="11727"/>
                      <a:pt x="1898" y="11761"/>
                    </a:cubicBezTo>
                    <a:cubicBezTo>
                      <a:pt x="1865" y="11761"/>
                      <a:pt x="1831" y="11761"/>
                      <a:pt x="1796" y="11761"/>
                    </a:cubicBezTo>
                    <a:cubicBezTo>
                      <a:pt x="1796" y="11795"/>
                      <a:pt x="1796" y="11829"/>
                      <a:pt x="1796" y="11864"/>
                    </a:cubicBezTo>
                    <a:cubicBezTo>
                      <a:pt x="1762" y="11864"/>
                      <a:pt x="1729" y="11864"/>
                      <a:pt x="1694" y="11864"/>
                    </a:cubicBezTo>
                    <a:cubicBezTo>
                      <a:pt x="1694" y="11931"/>
                      <a:pt x="1694" y="11999"/>
                      <a:pt x="1694" y="12068"/>
                    </a:cubicBezTo>
                    <a:cubicBezTo>
                      <a:pt x="1728" y="12068"/>
                      <a:pt x="1761" y="12068"/>
                      <a:pt x="1796" y="12068"/>
                    </a:cubicBezTo>
                    <a:cubicBezTo>
                      <a:pt x="1796" y="12102"/>
                      <a:pt x="1796" y="12136"/>
                      <a:pt x="1796" y="12170"/>
                    </a:cubicBezTo>
                    <a:cubicBezTo>
                      <a:pt x="1830" y="12170"/>
                      <a:pt x="1864" y="12170"/>
                      <a:pt x="1898" y="12170"/>
                    </a:cubicBezTo>
                    <a:cubicBezTo>
                      <a:pt x="1898" y="12204"/>
                      <a:pt x="1898" y="12238"/>
                      <a:pt x="1898" y="12273"/>
                    </a:cubicBezTo>
                    <a:cubicBezTo>
                      <a:pt x="1932" y="12273"/>
                      <a:pt x="1966" y="12273"/>
                      <a:pt x="2001" y="12273"/>
                    </a:cubicBezTo>
                    <a:cubicBezTo>
                      <a:pt x="2001" y="12306"/>
                      <a:pt x="2001" y="12340"/>
                      <a:pt x="2001" y="12375"/>
                    </a:cubicBezTo>
                    <a:cubicBezTo>
                      <a:pt x="2034" y="12375"/>
                      <a:pt x="2068" y="12375"/>
                      <a:pt x="2103" y="12375"/>
                    </a:cubicBezTo>
                    <a:cubicBezTo>
                      <a:pt x="2103" y="12409"/>
                      <a:pt x="2103" y="12442"/>
                      <a:pt x="2103" y="12477"/>
                    </a:cubicBezTo>
                    <a:cubicBezTo>
                      <a:pt x="2137" y="12477"/>
                      <a:pt x="2170" y="12477"/>
                      <a:pt x="2205" y="12477"/>
                    </a:cubicBezTo>
                    <a:cubicBezTo>
                      <a:pt x="2205" y="12511"/>
                      <a:pt x="2205" y="12545"/>
                      <a:pt x="2205" y="12580"/>
                    </a:cubicBezTo>
                    <a:cubicBezTo>
                      <a:pt x="2374" y="12580"/>
                      <a:pt x="2543" y="12580"/>
                      <a:pt x="2717" y="12580"/>
                    </a:cubicBezTo>
                    <a:cubicBezTo>
                      <a:pt x="2717" y="12546"/>
                      <a:pt x="2717" y="12512"/>
                      <a:pt x="2717" y="12477"/>
                    </a:cubicBezTo>
                    <a:cubicBezTo>
                      <a:pt x="2953" y="12477"/>
                      <a:pt x="3189" y="12477"/>
                      <a:pt x="3433" y="12477"/>
                    </a:cubicBezTo>
                    <a:cubicBezTo>
                      <a:pt x="3433" y="12511"/>
                      <a:pt x="3433" y="12545"/>
                      <a:pt x="3433" y="12580"/>
                    </a:cubicBezTo>
                    <a:cubicBezTo>
                      <a:pt x="4918" y="12580"/>
                      <a:pt x="6403" y="12580"/>
                      <a:pt x="7933" y="12580"/>
                    </a:cubicBezTo>
                    <a:cubicBezTo>
                      <a:pt x="7933" y="12613"/>
                      <a:pt x="7933" y="12647"/>
                      <a:pt x="7933" y="12682"/>
                    </a:cubicBezTo>
                    <a:cubicBezTo>
                      <a:pt x="8034" y="12682"/>
                      <a:pt x="8135" y="12682"/>
                      <a:pt x="8239" y="12682"/>
                    </a:cubicBezTo>
                    <a:cubicBezTo>
                      <a:pt x="8239" y="12648"/>
                      <a:pt x="8239" y="12614"/>
                      <a:pt x="8239" y="12580"/>
                    </a:cubicBezTo>
                    <a:cubicBezTo>
                      <a:pt x="8341" y="12580"/>
                      <a:pt x="8442" y="12580"/>
                      <a:pt x="8546" y="12580"/>
                    </a:cubicBezTo>
                    <a:cubicBezTo>
                      <a:pt x="8546" y="12546"/>
                      <a:pt x="8546" y="12512"/>
                      <a:pt x="8546" y="12477"/>
                    </a:cubicBezTo>
                    <a:cubicBezTo>
                      <a:pt x="8749" y="12477"/>
                      <a:pt x="8951" y="12477"/>
                      <a:pt x="9160" y="12477"/>
                    </a:cubicBezTo>
                    <a:cubicBezTo>
                      <a:pt x="9160" y="12444"/>
                      <a:pt x="9160" y="12410"/>
                      <a:pt x="9160" y="12375"/>
                    </a:cubicBezTo>
                    <a:cubicBezTo>
                      <a:pt x="9194" y="12375"/>
                      <a:pt x="9227" y="12375"/>
                      <a:pt x="9262" y="12375"/>
                    </a:cubicBezTo>
                    <a:cubicBezTo>
                      <a:pt x="9262" y="12341"/>
                      <a:pt x="9262" y="12308"/>
                      <a:pt x="9262" y="12273"/>
                    </a:cubicBezTo>
                    <a:cubicBezTo>
                      <a:pt x="9296" y="12273"/>
                      <a:pt x="9330" y="12273"/>
                      <a:pt x="9364" y="12273"/>
                    </a:cubicBezTo>
                    <a:cubicBezTo>
                      <a:pt x="9364" y="12205"/>
                      <a:pt x="9364" y="12138"/>
                      <a:pt x="9364" y="12068"/>
                    </a:cubicBezTo>
                    <a:cubicBezTo>
                      <a:pt x="9398" y="12068"/>
                      <a:pt x="9432" y="12068"/>
                      <a:pt x="9467" y="12068"/>
                    </a:cubicBezTo>
                    <a:cubicBezTo>
                      <a:pt x="9467" y="11933"/>
                      <a:pt x="9467" y="11798"/>
                      <a:pt x="9467" y="11659"/>
                    </a:cubicBezTo>
                    <a:cubicBezTo>
                      <a:pt x="9433" y="11659"/>
                      <a:pt x="9399" y="11659"/>
                      <a:pt x="9364" y="11659"/>
                    </a:cubicBezTo>
                    <a:cubicBezTo>
                      <a:pt x="9364" y="11625"/>
                      <a:pt x="9364" y="11592"/>
                      <a:pt x="9364" y="11557"/>
                    </a:cubicBezTo>
                    <a:cubicBezTo>
                      <a:pt x="6968" y="11557"/>
                      <a:pt x="4572" y="11557"/>
                      <a:pt x="2103" y="11557"/>
                    </a:cubicBezTo>
                    <a:close/>
                    <a:moveTo>
                      <a:pt x="13066" y="12029"/>
                    </a:moveTo>
                    <a:cubicBezTo>
                      <a:pt x="12989" y="12178"/>
                      <a:pt x="13016" y="12373"/>
                      <a:pt x="13021" y="12536"/>
                    </a:cubicBezTo>
                    <a:cubicBezTo>
                      <a:pt x="13022" y="12581"/>
                      <a:pt x="13022" y="12627"/>
                      <a:pt x="13022" y="12672"/>
                    </a:cubicBezTo>
                    <a:cubicBezTo>
                      <a:pt x="13023" y="12792"/>
                      <a:pt x="13026" y="12911"/>
                      <a:pt x="13029" y="13030"/>
                    </a:cubicBezTo>
                    <a:cubicBezTo>
                      <a:pt x="13031" y="13152"/>
                      <a:pt x="13032" y="13274"/>
                      <a:pt x="13034" y="13397"/>
                    </a:cubicBezTo>
                    <a:cubicBezTo>
                      <a:pt x="13036" y="13636"/>
                      <a:pt x="13041" y="13875"/>
                      <a:pt x="13046" y="14114"/>
                    </a:cubicBezTo>
                    <a:cubicBezTo>
                      <a:pt x="13080" y="14114"/>
                      <a:pt x="13114" y="14114"/>
                      <a:pt x="13148" y="14114"/>
                    </a:cubicBezTo>
                    <a:cubicBezTo>
                      <a:pt x="13148" y="14249"/>
                      <a:pt x="13148" y="14384"/>
                      <a:pt x="13148" y="14523"/>
                    </a:cubicBezTo>
                    <a:cubicBezTo>
                      <a:pt x="13115" y="14523"/>
                      <a:pt x="13081" y="14523"/>
                      <a:pt x="13046" y="14523"/>
                    </a:cubicBezTo>
                    <a:cubicBezTo>
                      <a:pt x="13046" y="15636"/>
                      <a:pt x="13046" y="16750"/>
                      <a:pt x="13046" y="17898"/>
                    </a:cubicBezTo>
                    <a:cubicBezTo>
                      <a:pt x="13080" y="17898"/>
                      <a:pt x="13114" y="17898"/>
                      <a:pt x="13148" y="17898"/>
                    </a:cubicBezTo>
                    <a:cubicBezTo>
                      <a:pt x="13148" y="18201"/>
                      <a:pt x="13148" y="18505"/>
                      <a:pt x="13148" y="18818"/>
                    </a:cubicBezTo>
                    <a:cubicBezTo>
                      <a:pt x="13182" y="18818"/>
                      <a:pt x="13216" y="18818"/>
                      <a:pt x="13251" y="18818"/>
                    </a:cubicBezTo>
                    <a:cubicBezTo>
                      <a:pt x="13251" y="18852"/>
                      <a:pt x="13251" y="18886"/>
                      <a:pt x="13251" y="18920"/>
                    </a:cubicBezTo>
                    <a:cubicBezTo>
                      <a:pt x="13824" y="18920"/>
                      <a:pt x="14398" y="18920"/>
                      <a:pt x="14989" y="18920"/>
                    </a:cubicBezTo>
                    <a:cubicBezTo>
                      <a:pt x="14989" y="18887"/>
                      <a:pt x="14989" y="18853"/>
                      <a:pt x="14989" y="18818"/>
                    </a:cubicBezTo>
                    <a:cubicBezTo>
                      <a:pt x="15023" y="18818"/>
                      <a:pt x="15057" y="18818"/>
                      <a:pt x="15092" y="18818"/>
                    </a:cubicBezTo>
                    <a:cubicBezTo>
                      <a:pt x="15092" y="18784"/>
                      <a:pt x="15092" y="18751"/>
                      <a:pt x="15092" y="18716"/>
                    </a:cubicBezTo>
                    <a:cubicBezTo>
                      <a:pt x="15125" y="18716"/>
                      <a:pt x="15159" y="18716"/>
                      <a:pt x="15194" y="18716"/>
                    </a:cubicBezTo>
                    <a:cubicBezTo>
                      <a:pt x="15194" y="18682"/>
                      <a:pt x="15194" y="18648"/>
                      <a:pt x="15194" y="18614"/>
                    </a:cubicBezTo>
                    <a:cubicBezTo>
                      <a:pt x="15228" y="18614"/>
                      <a:pt x="15261" y="18614"/>
                      <a:pt x="15296" y="18614"/>
                    </a:cubicBezTo>
                    <a:cubicBezTo>
                      <a:pt x="15296" y="18580"/>
                      <a:pt x="15296" y="18546"/>
                      <a:pt x="15296" y="18511"/>
                    </a:cubicBezTo>
                    <a:cubicBezTo>
                      <a:pt x="15330" y="18511"/>
                      <a:pt x="15364" y="18511"/>
                      <a:pt x="15398" y="18511"/>
                    </a:cubicBezTo>
                    <a:cubicBezTo>
                      <a:pt x="15398" y="18376"/>
                      <a:pt x="15398" y="18241"/>
                      <a:pt x="15398" y="18102"/>
                    </a:cubicBezTo>
                    <a:cubicBezTo>
                      <a:pt x="15365" y="18102"/>
                      <a:pt x="15331" y="18102"/>
                      <a:pt x="15296" y="18102"/>
                    </a:cubicBezTo>
                    <a:cubicBezTo>
                      <a:pt x="15296" y="17934"/>
                      <a:pt x="15296" y="17765"/>
                      <a:pt x="15296" y="17591"/>
                    </a:cubicBezTo>
                    <a:cubicBezTo>
                      <a:pt x="15262" y="17591"/>
                      <a:pt x="15229" y="17591"/>
                      <a:pt x="15194" y="17591"/>
                    </a:cubicBezTo>
                    <a:cubicBezTo>
                      <a:pt x="15194" y="17557"/>
                      <a:pt x="15194" y="17523"/>
                      <a:pt x="15194" y="17489"/>
                    </a:cubicBezTo>
                    <a:cubicBezTo>
                      <a:pt x="15160" y="17489"/>
                      <a:pt x="15126" y="17489"/>
                      <a:pt x="15092" y="17489"/>
                    </a:cubicBezTo>
                    <a:cubicBezTo>
                      <a:pt x="15092" y="15666"/>
                      <a:pt x="15092" y="13844"/>
                      <a:pt x="15092" y="11966"/>
                    </a:cubicBezTo>
                    <a:cubicBezTo>
                      <a:pt x="15024" y="11966"/>
                      <a:pt x="14957" y="11966"/>
                      <a:pt x="14887" y="11966"/>
                    </a:cubicBezTo>
                    <a:cubicBezTo>
                      <a:pt x="14887" y="11932"/>
                      <a:pt x="14887" y="11898"/>
                      <a:pt x="14887" y="11864"/>
                    </a:cubicBezTo>
                    <a:cubicBezTo>
                      <a:pt x="14685" y="11859"/>
                      <a:pt x="14483" y="11855"/>
                      <a:pt x="14280" y="11853"/>
                    </a:cubicBezTo>
                    <a:cubicBezTo>
                      <a:pt x="14186" y="11852"/>
                      <a:pt x="14092" y="11851"/>
                      <a:pt x="13998" y="11848"/>
                    </a:cubicBezTo>
                    <a:cubicBezTo>
                      <a:pt x="13908" y="11846"/>
                      <a:pt x="13817" y="11845"/>
                      <a:pt x="13726" y="11844"/>
                    </a:cubicBezTo>
                    <a:cubicBezTo>
                      <a:pt x="13691" y="11844"/>
                      <a:pt x="13657" y="11843"/>
                      <a:pt x="13622" y="11842"/>
                    </a:cubicBezTo>
                    <a:cubicBezTo>
                      <a:pt x="13412" y="11836"/>
                      <a:pt x="13202" y="11845"/>
                      <a:pt x="13066" y="12029"/>
                    </a:cubicBezTo>
                    <a:close/>
                    <a:moveTo>
                      <a:pt x="4046" y="13500"/>
                    </a:moveTo>
                    <a:cubicBezTo>
                      <a:pt x="4046" y="13534"/>
                      <a:pt x="4046" y="13567"/>
                      <a:pt x="4046" y="13602"/>
                    </a:cubicBezTo>
                    <a:cubicBezTo>
                      <a:pt x="3439" y="13602"/>
                      <a:pt x="2831" y="13602"/>
                      <a:pt x="2205" y="13602"/>
                    </a:cubicBezTo>
                    <a:cubicBezTo>
                      <a:pt x="2205" y="13636"/>
                      <a:pt x="2205" y="13670"/>
                      <a:pt x="2205" y="13705"/>
                    </a:cubicBezTo>
                    <a:cubicBezTo>
                      <a:pt x="2172" y="13705"/>
                      <a:pt x="2138" y="13705"/>
                      <a:pt x="2103" y="13705"/>
                    </a:cubicBezTo>
                    <a:cubicBezTo>
                      <a:pt x="2103" y="13738"/>
                      <a:pt x="2103" y="13772"/>
                      <a:pt x="2103" y="13807"/>
                    </a:cubicBezTo>
                    <a:cubicBezTo>
                      <a:pt x="2069" y="13807"/>
                      <a:pt x="2035" y="13807"/>
                      <a:pt x="2001" y="13807"/>
                    </a:cubicBezTo>
                    <a:cubicBezTo>
                      <a:pt x="2001" y="13841"/>
                      <a:pt x="2001" y="13874"/>
                      <a:pt x="2001" y="13909"/>
                    </a:cubicBezTo>
                    <a:cubicBezTo>
                      <a:pt x="1967" y="13909"/>
                      <a:pt x="1933" y="13909"/>
                      <a:pt x="1898" y="13909"/>
                    </a:cubicBezTo>
                    <a:cubicBezTo>
                      <a:pt x="1898" y="14010"/>
                      <a:pt x="1898" y="14112"/>
                      <a:pt x="1898" y="14216"/>
                    </a:cubicBezTo>
                    <a:cubicBezTo>
                      <a:pt x="1932" y="14216"/>
                      <a:pt x="1966" y="14216"/>
                      <a:pt x="2001" y="14216"/>
                    </a:cubicBezTo>
                    <a:cubicBezTo>
                      <a:pt x="2001" y="14283"/>
                      <a:pt x="2001" y="14351"/>
                      <a:pt x="2001" y="14420"/>
                    </a:cubicBezTo>
                    <a:cubicBezTo>
                      <a:pt x="2034" y="14420"/>
                      <a:pt x="2068" y="14420"/>
                      <a:pt x="2103" y="14420"/>
                    </a:cubicBezTo>
                    <a:cubicBezTo>
                      <a:pt x="2103" y="14454"/>
                      <a:pt x="2103" y="14488"/>
                      <a:pt x="2103" y="14523"/>
                    </a:cubicBezTo>
                    <a:cubicBezTo>
                      <a:pt x="2238" y="14523"/>
                      <a:pt x="2373" y="14523"/>
                      <a:pt x="2512" y="14523"/>
                    </a:cubicBezTo>
                    <a:cubicBezTo>
                      <a:pt x="2512" y="14556"/>
                      <a:pt x="2512" y="14590"/>
                      <a:pt x="2512" y="14625"/>
                    </a:cubicBezTo>
                    <a:cubicBezTo>
                      <a:pt x="2647" y="14625"/>
                      <a:pt x="2782" y="14625"/>
                      <a:pt x="2921" y="14625"/>
                    </a:cubicBezTo>
                    <a:cubicBezTo>
                      <a:pt x="2921" y="14659"/>
                      <a:pt x="2921" y="14692"/>
                      <a:pt x="2921" y="14727"/>
                    </a:cubicBezTo>
                    <a:cubicBezTo>
                      <a:pt x="3360" y="14727"/>
                      <a:pt x="3799" y="14727"/>
                      <a:pt x="4251" y="14727"/>
                    </a:cubicBezTo>
                    <a:cubicBezTo>
                      <a:pt x="4251" y="14694"/>
                      <a:pt x="4251" y="14660"/>
                      <a:pt x="4251" y="14625"/>
                    </a:cubicBezTo>
                    <a:cubicBezTo>
                      <a:pt x="4318" y="14625"/>
                      <a:pt x="4386" y="14625"/>
                      <a:pt x="4455" y="14625"/>
                    </a:cubicBezTo>
                    <a:cubicBezTo>
                      <a:pt x="4455" y="14591"/>
                      <a:pt x="4455" y="14558"/>
                      <a:pt x="4455" y="14523"/>
                    </a:cubicBezTo>
                    <a:cubicBezTo>
                      <a:pt x="5097" y="14523"/>
                      <a:pt x="5738" y="14523"/>
                      <a:pt x="6398" y="14523"/>
                    </a:cubicBezTo>
                    <a:cubicBezTo>
                      <a:pt x="6398" y="14556"/>
                      <a:pt x="6398" y="14590"/>
                      <a:pt x="6398" y="14625"/>
                    </a:cubicBezTo>
                    <a:cubicBezTo>
                      <a:pt x="6432" y="14625"/>
                      <a:pt x="6466" y="14625"/>
                      <a:pt x="6501" y="14625"/>
                    </a:cubicBezTo>
                    <a:cubicBezTo>
                      <a:pt x="6501" y="14659"/>
                      <a:pt x="6501" y="14692"/>
                      <a:pt x="6501" y="14727"/>
                    </a:cubicBezTo>
                    <a:cubicBezTo>
                      <a:pt x="6737" y="14727"/>
                      <a:pt x="6973" y="14727"/>
                      <a:pt x="7217" y="14727"/>
                    </a:cubicBezTo>
                    <a:cubicBezTo>
                      <a:pt x="7217" y="14694"/>
                      <a:pt x="7217" y="14660"/>
                      <a:pt x="7217" y="14625"/>
                    </a:cubicBezTo>
                    <a:cubicBezTo>
                      <a:pt x="7250" y="14625"/>
                      <a:pt x="7284" y="14625"/>
                      <a:pt x="7319" y="14625"/>
                    </a:cubicBezTo>
                    <a:cubicBezTo>
                      <a:pt x="7319" y="14591"/>
                      <a:pt x="7319" y="14558"/>
                      <a:pt x="7319" y="14523"/>
                    </a:cubicBezTo>
                    <a:cubicBezTo>
                      <a:pt x="7386" y="14523"/>
                      <a:pt x="7454" y="14523"/>
                      <a:pt x="7523" y="14523"/>
                    </a:cubicBezTo>
                    <a:cubicBezTo>
                      <a:pt x="7523" y="14489"/>
                      <a:pt x="7523" y="14455"/>
                      <a:pt x="7523" y="14420"/>
                    </a:cubicBezTo>
                    <a:cubicBezTo>
                      <a:pt x="7557" y="14420"/>
                      <a:pt x="7591" y="14420"/>
                      <a:pt x="7626" y="14420"/>
                    </a:cubicBezTo>
                    <a:cubicBezTo>
                      <a:pt x="7626" y="14387"/>
                      <a:pt x="7626" y="14353"/>
                      <a:pt x="7626" y="14318"/>
                    </a:cubicBezTo>
                    <a:cubicBezTo>
                      <a:pt x="7659" y="14318"/>
                      <a:pt x="7693" y="14318"/>
                      <a:pt x="7728" y="14318"/>
                    </a:cubicBezTo>
                    <a:cubicBezTo>
                      <a:pt x="7728" y="14284"/>
                      <a:pt x="7728" y="14251"/>
                      <a:pt x="7728" y="14216"/>
                    </a:cubicBezTo>
                    <a:cubicBezTo>
                      <a:pt x="7795" y="14216"/>
                      <a:pt x="7863" y="14216"/>
                      <a:pt x="7933" y="14216"/>
                    </a:cubicBezTo>
                    <a:cubicBezTo>
                      <a:pt x="7933" y="14182"/>
                      <a:pt x="7933" y="14148"/>
                      <a:pt x="7933" y="14114"/>
                    </a:cubicBezTo>
                    <a:cubicBezTo>
                      <a:pt x="7966" y="14114"/>
                      <a:pt x="8000" y="14114"/>
                      <a:pt x="8035" y="14114"/>
                    </a:cubicBezTo>
                    <a:cubicBezTo>
                      <a:pt x="8035" y="14012"/>
                      <a:pt x="8035" y="13911"/>
                      <a:pt x="8035" y="13807"/>
                    </a:cubicBezTo>
                    <a:cubicBezTo>
                      <a:pt x="8001" y="13807"/>
                      <a:pt x="7967" y="13807"/>
                      <a:pt x="7933" y="13807"/>
                    </a:cubicBezTo>
                    <a:cubicBezTo>
                      <a:pt x="7933" y="13773"/>
                      <a:pt x="7933" y="13739"/>
                      <a:pt x="7933" y="13705"/>
                    </a:cubicBezTo>
                    <a:cubicBezTo>
                      <a:pt x="7831" y="13705"/>
                      <a:pt x="7730" y="13705"/>
                      <a:pt x="7626" y="13705"/>
                    </a:cubicBezTo>
                    <a:cubicBezTo>
                      <a:pt x="7626" y="13671"/>
                      <a:pt x="7626" y="13637"/>
                      <a:pt x="7626" y="13602"/>
                    </a:cubicBezTo>
                    <a:cubicBezTo>
                      <a:pt x="6782" y="13602"/>
                      <a:pt x="5938" y="13602"/>
                      <a:pt x="5069" y="13602"/>
                    </a:cubicBezTo>
                    <a:cubicBezTo>
                      <a:pt x="5069" y="13569"/>
                      <a:pt x="5069" y="13535"/>
                      <a:pt x="5069" y="13500"/>
                    </a:cubicBezTo>
                    <a:cubicBezTo>
                      <a:pt x="4731" y="13500"/>
                      <a:pt x="4394" y="13500"/>
                      <a:pt x="4046" y="13500"/>
                    </a:cubicBezTo>
                    <a:close/>
                    <a:moveTo>
                      <a:pt x="11308" y="13705"/>
                    </a:moveTo>
                    <a:cubicBezTo>
                      <a:pt x="11308" y="13738"/>
                      <a:pt x="11308" y="13772"/>
                      <a:pt x="11308" y="13807"/>
                    </a:cubicBezTo>
                    <a:cubicBezTo>
                      <a:pt x="11038" y="13807"/>
                      <a:pt x="10768" y="13807"/>
                      <a:pt x="10489" y="13807"/>
                    </a:cubicBezTo>
                    <a:cubicBezTo>
                      <a:pt x="10489" y="13841"/>
                      <a:pt x="10489" y="13874"/>
                      <a:pt x="10489" y="13909"/>
                    </a:cubicBezTo>
                    <a:cubicBezTo>
                      <a:pt x="10456" y="13909"/>
                      <a:pt x="10422" y="13909"/>
                      <a:pt x="10387" y="13909"/>
                    </a:cubicBezTo>
                    <a:cubicBezTo>
                      <a:pt x="10387" y="14888"/>
                      <a:pt x="10387" y="15867"/>
                      <a:pt x="10387" y="16875"/>
                    </a:cubicBezTo>
                    <a:cubicBezTo>
                      <a:pt x="10353" y="16875"/>
                      <a:pt x="10320" y="16875"/>
                      <a:pt x="10285" y="16875"/>
                    </a:cubicBezTo>
                    <a:cubicBezTo>
                      <a:pt x="10285" y="16909"/>
                      <a:pt x="10285" y="16942"/>
                      <a:pt x="10285" y="16977"/>
                    </a:cubicBezTo>
                    <a:cubicBezTo>
                      <a:pt x="10217" y="16977"/>
                      <a:pt x="10150" y="16977"/>
                      <a:pt x="10080" y="16977"/>
                    </a:cubicBezTo>
                    <a:cubicBezTo>
                      <a:pt x="10080" y="16640"/>
                      <a:pt x="10080" y="16302"/>
                      <a:pt x="10080" y="15955"/>
                    </a:cubicBezTo>
                    <a:cubicBezTo>
                      <a:pt x="10013" y="15955"/>
                      <a:pt x="9945" y="15955"/>
                      <a:pt x="9876" y="15955"/>
                    </a:cubicBezTo>
                    <a:cubicBezTo>
                      <a:pt x="9876" y="16292"/>
                      <a:pt x="9876" y="16630"/>
                      <a:pt x="9876" y="16977"/>
                    </a:cubicBezTo>
                    <a:cubicBezTo>
                      <a:pt x="9808" y="16977"/>
                      <a:pt x="9741" y="16977"/>
                      <a:pt x="9671" y="16977"/>
                    </a:cubicBezTo>
                    <a:cubicBezTo>
                      <a:pt x="9671" y="16539"/>
                      <a:pt x="9671" y="16100"/>
                      <a:pt x="9671" y="15648"/>
                    </a:cubicBezTo>
                    <a:cubicBezTo>
                      <a:pt x="9637" y="15648"/>
                      <a:pt x="9604" y="15648"/>
                      <a:pt x="9569" y="15648"/>
                    </a:cubicBezTo>
                    <a:cubicBezTo>
                      <a:pt x="9569" y="15614"/>
                      <a:pt x="9569" y="15580"/>
                      <a:pt x="9569" y="15545"/>
                    </a:cubicBezTo>
                    <a:cubicBezTo>
                      <a:pt x="9299" y="15545"/>
                      <a:pt x="9029" y="15545"/>
                      <a:pt x="8751" y="15545"/>
                    </a:cubicBezTo>
                    <a:cubicBezTo>
                      <a:pt x="8751" y="15512"/>
                      <a:pt x="8751" y="15478"/>
                      <a:pt x="8751" y="15443"/>
                    </a:cubicBezTo>
                    <a:cubicBezTo>
                      <a:pt x="8582" y="15443"/>
                      <a:pt x="8413" y="15443"/>
                      <a:pt x="8239" y="15443"/>
                    </a:cubicBezTo>
                    <a:cubicBezTo>
                      <a:pt x="8239" y="15477"/>
                      <a:pt x="8239" y="15511"/>
                      <a:pt x="8239" y="15545"/>
                    </a:cubicBezTo>
                    <a:cubicBezTo>
                      <a:pt x="8071" y="15545"/>
                      <a:pt x="7902" y="15545"/>
                      <a:pt x="7728" y="15545"/>
                    </a:cubicBezTo>
                    <a:cubicBezTo>
                      <a:pt x="7728" y="15579"/>
                      <a:pt x="7728" y="15613"/>
                      <a:pt x="7728" y="15648"/>
                    </a:cubicBezTo>
                    <a:cubicBezTo>
                      <a:pt x="7694" y="15648"/>
                      <a:pt x="7660" y="15648"/>
                      <a:pt x="7626" y="15648"/>
                    </a:cubicBezTo>
                    <a:cubicBezTo>
                      <a:pt x="7626" y="15715"/>
                      <a:pt x="7626" y="15783"/>
                      <a:pt x="7626" y="15852"/>
                    </a:cubicBezTo>
                    <a:cubicBezTo>
                      <a:pt x="7592" y="15852"/>
                      <a:pt x="7558" y="15852"/>
                      <a:pt x="7523" y="15852"/>
                    </a:cubicBezTo>
                    <a:cubicBezTo>
                      <a:pt x="7523" y="15886"/>
                      <a:pt x="7523" y="15920"/>
                      <a:pt x="7523" y="15955"/>
                    </a:cubicBezTo>
                    <a:cubicBezTo>
                      <a:pt x="7490" y="15955"/>
                      <a:pt x="7456" y="15955"/>
                      <a:pt x="7421" y="15955"/>
                    </a:cubicBezTo>
                    <a:cubicBezTo>
                      <a:pt x="7421" y="15988"/>
                      <a:pt x="7421" y="16022"/>
                      <a:pt x="7421" y="16057"/>
                    </a:cubicBezTo>
                    <a:cubicBezTo>
                      <a:pt x="7387" y="16057"/>
                      <a:pt x="7354" y="16057"/>
                      <a:pt x="7319" y="16057"/>
                    </a:cubicBezTo>
                    <a:cubicBezTo>
                      <a:pt x="7319" y="16158"/>
                      <a:pt x="7319" y="16259"/>
                      <a:pt x="7319" y="16364"/>
                    </a:cubicBezTo>
                    <a:cubicBezTo>
                      <a:pt x="7353" y="16364"/>
                      <a:pt x="7386" y="16364"/>
                      <a:pt x="7421" y="16364"/>
                    </a:cubicBezTo>
                    <a:cubicBezTo>
                      <a:pt x="7421" y="16634"/>
                      <a:pt x="7421" y="16904"/>
                      <a:pt x="7421" y="17182"/>
                    </a:cubicBezTo>
                    <a:cubicBezTo>
                      <a:pt x="7455" y="17182"/>
                      <a:pt x="7489" y="17182"/>
                      <a:pt x="7523" y="17182"/>
                    </a:cubicBezTo>
                    <a:cubicBezTo>
                      <a:pt x="7523" y="17249"/>
                      <a:pt x="7523" y="17317"/>
                      <a:pt x="7523" y="17386"/>
                    </a:cubicBezTo>
                    <a:cubicBezTo>
                      <a:pt x="7557" y="17386"/>
                      <a:pt x="7591" y="17386"/>
                      <a:pt x="7626" y="17386"/>
                    </a:cubicBezTo>
                    <a:cubicBezTo>
                      <a:pt x="7626" y="17791"/>
                      <a:pt x="7626" y="18196"/>
                      <a:pt x="7626" y="18614"/>
                    </a:cubicBezTo>
                    <a:cubicBezTo>
                      <a:pt x="7659" y="18614"/>
                      <a:pt x="7693" y="18614"/>
                      <a:pt x="7728" y="18614"/>
                    </a:cubicBezTo>
                    <a:cubicBezTo>
                      <a:pt x="7728" y="18647"/>
                      <a:pt x="7728" y="18681"/>
                      <a:pt x="7728" y="18716"/>
                    </a:cubicBezTo>
                    <a:cubicBezTo>
                      <a:pt x="8032" y="18716"/>
                      <a:pt x="8335" y="18716"/>
                      <a:pt x="8648" y="18716"/>
                    </a:cubicBezTo>
                    <a:cubicBezTo>
                      <a:pt x="8648" y="18750"/>
                      <a:pt x="8648" y="18783"/>
                      <a:pt x="8648" y="18818"/>
                    </a:cubicBezTo>
                    <a:cubicBezTo>
                      <a:pt x="8682" y="18818"/>
                      <a:pt x="8716" y="18818"/>
                      <a:pt x="8751" y="18818"/>
                    </a:cubicBezTo>
                    <a:cubicBezTo>
                      <a:pt x="8751" y="18852"/>
                      <a:pt x="8751" y="18886"/>
                      <a:pt x="8751" y="18920"/>
                    </a:cubicBezTo>
                    <a:cubicBezTo>
                      <a:pt x="8987" y="18920"/>
                      <a:pt x="9223" y="18920"/>
                      <a:pt x="9467" y="18920"/>
                    </a:cubicBezTo>
                    <a:cubicBezTo>
                      <a:pt x="9467" y="18887"/>
                      <a:pt x="9467" y="18853"/>
                      <a:pt x="9467" y="18818"/>
                    </a:cubicBezTo>
                    <a:cubicBezTo>
                      <a:pt x="9500" y="18818"/>
                      <a:pt x="9534" y="18818"/>
                      <a:pt x="9569" y="18818"/>
                    </a:cubicBezTo>
                    <a:cubicBezTo>
                      <a:pt x="9569" y="18751"/>
                      <a:pt x="9569" y="18683"/>
                      <a:pt x="9569" y="18614"/>
                    </a:cubicBezTo>
                    <a:cubicBezTo>
                      <a:pt x="9603" y="18614"/>
                      <a:pt x="9636" y="18614"/>
                      <a:pt x="9671" y="18614"/>
                    </a:cubicBezTo>
                    <a:cubicBezTo>
                      <a:pt x="9671" y="18580"/>
                      <a:pt x="9671" y="18546"/>
                      <a:pt x="9671" y="18511"/>
                    </a:cubicBezTo>
                    <a:cubicBezTo>
                      <a:pt x="9705" y="18511"/>
                      <a:pt x="9739" y="18511"/>
                      <a:pt x="9773" y="18511"/>
                    </a:cubicBezTo>
                    <a:cubicBezTo>
                      <a:pt x="9773" y="18478"/>
                      <a:pt x="9773" y="18444"/>
                      <a:pt x="9773" y="18409"/>
                    </a:cubicBezTo>
                    <a:cubicBezTo>
                      <a:pt x="9841" y="18409"/>
                      <a:pt x="9908" y="18409"/>
                      <a:pt x="9978" y="18409"/>
                    </a:cubicBezTo>
                    <a:cubicBezTo>
                      <a:pt x="9978" y="18375"/>
                      <a:pt x="9978" y="18342"/>
                      <a:pt x="9978" y="18307"/>
                    </a:cubicBezTo>
                    <a:cubicBezTo>
                      <a:pt x="9877" y="18307"/>
                      <a:pt x="9775" y="18307"/>
                      <a:pt x="9671" y="18307"/>
                    </a:cubicBezTo>
                    <a:cubicBezTo>
                      <a:pt x="9671" y="18239"/>
                      <a:pt x="9671" y="18172"/>
                      <a:pt x="9671" y="18102"/>
                    </a:cubicBezTo>
                    <a:cubicBezTo>
                      <a:pt x="9722" y="18119"/>
                      <a:pt x="9722" y="18119"/>
                      <a:pt x="9978" y="18205"/>
                    </a:cubicBezTo>
                    <a:cubicBezTo>
                      <a:pt x="9978" y="18171"/>
                      <a:pt x="9978" y="18137"/>
                      <a:pt x="9978" y="18102"/>
                    </a:cubicBezTo>
                    <a:cubicBezTo>
                      <a:pt x="10012" y="18102"/>
                      <a:pt x="10045" y="18102"/>
                      <a:pt x="10080" y="18102"/>
                    </a:cubicBezTo>
                    <a:cubicBezTo>
                      <a:pt x="10080" y="18069"/>
                      <a:pt x="10080" y="18035"/>
                      <a:pt x="10080" y="18000"/>
                    </a:cubicBezTo>
                    <a:cubicBezTo>
                      <a:pt x="10148" y="18000"/>
                      <a:pt x="10215" y="18000"/>
                      <a:pt x="10285" y="18000"/>
                    </a:cubicBezTo>
                    <a:cubicBezTo>
                      <a:pt x="10285" y="18034"/>
                      <a:pt x="10285" y="18067"/>
                      <a:pt x="10285" y="18102"/>
                    </a:cubicBezTo>
                    <a:cubicBezTo>
                      <a:pt x="10319" y="18102"/>
                      <a:pt x="10352" y="18102"/>
                      <a:pt x="10387" y="18102"/>
                    </a:cubicBezTo>
                    <a:cubicBezTo>
                      <a:pt x="10387" y="18271"/>
                      <a:pt x="10387" y="18440"/>
                      <a:pt x="10387" y="18614"/>
                    </a:cubicBezTo>
                    <a:cubicBezTo>
                      <a:pt x="10421" y="18614"/>
                      <a:pt x="10455" y="18614"/>
                      <a:pt x="10489" y="18614"/>
                    </a:cubicBezTo>
                    <a:cubicBezTo>
                      <a:pt x="10489" y="18647"/>
                      <a:pt x="10489" y="18681"/>
                      <a:pt x="10489" y="18716"/>
                    </a:cubicBezTo>
                    <a:cubicBezTo>
                      <a:pt x="10928" y="18716"/>
                      <a:pt x="11367" y="18716"/>
                      <a:pt x="11819" y="18716"/>
                    </a:cubicBezTo>
                    <a:cubicBezTo>
                      <a:pt x="11819" y="18750"/>
                      <a:pt x="11819" y="18783"/>
                      <a:pt x="11819" y="18818"/>
                    </a:cubicBezTo>
                    <a:cubicBezTo>
                      <a:pt x="11886" y="18818"/>
                      <a:pt x="11954" y="18818"/>
                      <a:pt x="12023" y="18818"/>
                    </a:cubicBezTo>
                    <a:cubicBezTo>
                      <a:pt x="12023" y="18852"/>
                      <a:pt x="12023" y="18886"/>
                      <a:pt x="12023" y="18920"/>
                    </a:cubicBezTo>
                    <a:cubicBezTo>
                      <a:pt x="12091" y="18920"/>
                      <a:pt x="12158" y="18920"/>
                      <a:pt x="12228" y="18920"/>
                    </a:cubicBezTo>
                    <a:cubicBezTo>
                      <a:pt x="12228" y="18887"/>
                      <a:pt x="12228" y="18853"/>
                      <a:pt x="12228" y="18818"/>
                    </a:cubicBezTo>
                    <a:cubicBezTo>
                      <a:pt x="12262" y="18818"/>
                      <a:pt x="12295" y="18818"/>
                      <a:pt x="12330" y="18818"/>
                    </a:cubicBezTo>
                    <a:cubicBezTo>
                      <a:pt x="12330" y="18784"/>
                      <a:pt x="12330" y="18751"/>
                      <a:pt x="12330" y="18716"/>
                    </a:cubicBezTo>
                    <a:cubicBezTo>
                      <a:pt x="12398" y="18716"/>
                      <a:pt x="12465" y="18716"/>
                      <a:pt x="12535" y="18716"/>
                    </a:cubicBezTo>
                    <a:cubicBezTo>
                      <a:pt x="12535" y="18682"/>
                      <a:pt x="12535" y="18648"/>
                      <a:pt x="12535" y="18614"/>
                    </a:cubicBezTo>
                    <a:cubicBezTo>
                      <a:pt x="12602" y="18614"/>
                      <a:pt x="12670" y="18614"/>
                      <a:pt x="12739" y="18614"/>
                    </a:cubicBezTo>
                    <a:cubicBezTo>
                      <a:pt x="12739" y="18546"/>
                      <a:pt x="12739" y="18479"/>
                      <a:pt x="12739" y="18409"/>
                    </a:cubicBezTo>
                    <a:cubicBezTo>
                      <a:pt x="12773" y="18409"/>
                      <a:pt x="12807" y="18409"/>
                      <a:pt x="12842" y="18409"/>
                    </a:cubicBezTo>
                    <a:cubicBezTo>
                      <a:pt x="12842" y="18173"/>
                      <a:pt x="12842" y="17937"/>
                      <a:pt x="12842" y="17693"/>
                    </a:cubicBezTo>
                    <a:cubicBezTo>
                      <a:pt x="12875" y="17693"/>
                      <a:pt x="12909" y="17693"/>
                      <a:pt x="12944" y="17693"/>
                    </a:cubicBezTo>
                    <a:cubicBezTo>
                      <a:pt x="12944" y="17626"/>
                      <a:pt x="12944" y="17558"/>
                      <a:pt x="12944" y="17489"/>
                    </a:cubicBezTo>
                    <a:cubicBezTo>
                      <a:pt x="12910" y="17489"/>
                      <a:pt x="12876" y="17489"/>
                      <a:pt x="12842" y="17489"/>
                    </a:cubicBezTo>
                    <a:cubicBezTo>
                      <a:pt x="12842" y="16982"/>
                      <a:pt x="12842" y="16476"/>
                      <a:pt x="12842" y="15955"/>
                    </a:cubicBezTo>
                    <a:cubicBezTo>
                      <a:pt x="12875" y="15955"/>
                      <a:pt x="12909" y="15955"/>
                      <a:pt x="12944" y="15955"/>
                    </a:cubicBezTo>
                    <a:cubicBezTo>
                      <a:pt x="12944" y="15685"/>
                      <a:pt x="12944" y="15415"/>
                      <a:pt x="12944" y="15136"/>
                    </a:cubicBezTo>
                    <a:cubicBezTo>
                      <a:pt x="12910" y="15136"/>
                      <a:pt x="12876" y="15136"/>
                      <a:pt x="12842" y="15136"/>
                    </a:cubicBezTo>
                    <a:cubicBezTo>
                      <a:pt x="12842" y="14900"/>
                      <a:pt x="12842" y="14664"/>
                      <a:pt x="12842" y="14420"/>
                    </a:cubicBezTo>
                    <a:cubicBezTo>
                      <a:pt x="12774" y="14420"/>
                      <a:pt x="12707" y="14420"/>
                      <a:pt x="12637" y="14420"/>
                    </a:cubicBezTo>
                    <a:cubicBezTo>
                      <a:pt x="12637" y="14589"/>
                      <a:pt x="12637" y="14758"/>
                      <a:pt x="12637" y="14932"/>
                    </a:cubicBezTo>
                    <a:cubicBezTo>
                      <a:pt x="12603" y="14932"/>
                      <a:pt x="12570" y="14932"/>
                      <a:pt x="12535" y="14932"/>
                    </a:cubicBezTo>
                    <a:cubicBezTo>
                      <a:pt x="12535" y="15708"/>
                      <a:pt x="12535" y="16484"/>
                      <a:pt x="12535" y="17284"/>
                    </a:cubicBezTo>
                    <a:cubicBezTo>
                      <a:pt x="12569" y="17284"/>
                      <a:pt x="12602" y="17284"/>
                      <a:pt x="12637" y="17284"/>
                    </a:cubicBezTo>
                    <a:cubicBezTo>
                      <a:pt x="12637" y="17622"/>
                      <a:pt x="12637" y="17959"/>
                      <a:pt x="12637" y="18307"/>
                    </a:cubicBezTo>
                    <a:cubicBezTo>
                      <a:pt x="12603" y="18307"/>
                      <a:pt x="12570" y="18307"/>
                      <a:pt x="12535" y="18307"/>
                    </a:cubicBezTo>
                    <a:cubicBezTo>
                      <a:pt x="12535" y="18341"/>
                      <a:pt x="12535" y="18374"/>
                      <a:pt x="12535" y="18409"/>
                    </a:cubicBezTo>
                    <a:cubicBezTo>
                      <a:pt x="12467" y="18409"/>
                      <a:pt x="12400" y="18409"/>
                      <a:pt x="12330" y="18409"/>
                    </a:cubicBezTo>
                    <a:cubicBezTo>
                      <a:pt x="12330" y="16992"/>
                      <a:pt x="12330" y="15574"/>
                      <a:pt x="12330" y="14114"/>
                    </a:cubicBezTo>
                    <a:cubicBezTo>
                      <a:pt x="12398" y="14114"/>
                      <a:pt x="12465" y="14114"/>
                      <a:pt x="12535" y="14114"/>
                    </a:cubicBezTo>
                    <a:cubicBezTo>
                      <a:pt x="12535" y="14147"/>
                      <a:pt x="12535" y="14181"/>
                      <a:pt x="12535" y="14216"/>
                    </a:cubicBezTo>
                    <a:cubicBezTo>
                      <a:pt x="12569" y="14216"/>
                      <a:pt x="12602" y="14216"/>
                      <a:pt x="12637" y="14216"/>
                    </a:cubicBezTo>
                    <a:cubicBezTo>
                      <a:pt x="12637" y="14250"/>
                      <a:pt x="12637" y="14283"/>
                      <a:pt x="12637" y="14318"/>
                    </a:cubicBezTo>
                    <a:cubicBezTo>
                      <a:pt x="12718" y="14297"/>
                      <a:pt x="12781" y="14274"/>
                      <a:pt x="12842" y="14216"/>
                    </a:cubicBezTo>
                    <a:cubicBezTo>
                      <a:pt x="12861" y="14111"/>
                      <a:pt x="12854" y="14014"/>
                      <a:pt x="12842" y="13909"/>
                    </a:cubicBezTo>
                    <a:cubicBezTo>
                      <a:pt x="12808" y="13909"/>
                      <a:pt x="12774" y="13909"/>
                      <a:pt x="12739" y="13909"/>
                    </a:cubicBezTo>
                    <a:cubicBezTo>
                      <a:pt x="12739" y="13875"/>
                      <a:pt x="12739" y="13842"/>
                      <a:pt x="12739" y="13807"/>
                    </a:cubicBezTo>
                    <a:cubicBezTo>
                      <a:pt x="12672" y="13807"/>
                      <a:pt x="12604" y="13807"/>
                      <a:pt x="12535" y="13807"/>
                    </a:cubicBezTo>
                    <a:cubicBezTo>
                      <a:pt x="12535" y="13773"/>
                      <a:pt x="12535" y="13739"/>
                      <a:pt x="12535" y="13705"/>
                    </a:cubicBezTo>
                    <a:cubicBezTo>
                      <a:pt x="12130" y="13705"/>
                      <a:pt x="11725" y="13705"/>
                      <a:pt x="11308" y="13705"/>
                    </a:cubicBezTo>
                    <a:close/>
                    <a:moveTo>
                      <a:pt x="2512" y="15443"/>
                    </a:moveTo>
                    <a:cubicBezTo>
                      <a:pt x="2512" y="15477"/>
                      <a:pt x="2512" y="15511"/>
                      <a:pt x="2512" y="15545"/>
                    </a:cubicBezTo>
                    <a:cubicBezTo>
                      <a:pt x="2445" y="15545"/>
                      <a:pt x="2377" y="15545"/>
                      <a:pt x="2308" y="15545"/>
                    </a:cubicBezTo>
                    <a:cubicBezTo>
                      <a:pt x="2308" y="15579"/>
                      <a:pt x="2308" y="15613"/>
                      <a:pt x="2308" y="15648"/>
                    </a:cubicBezTo>
                    <a:cubicBezTo>
                      <a:pt x="2274" y="15648"/>
                      <a:pt x="2240" y="15648"/>
                      <a:pt x="2205" y="15648"/>
                    </a:cubicBezTo>
                    <a:cubicBezTo>
                      <a:pt x="2205" y="15681"/>
                      <a:pt x="2205" y="15715"/>
                      <a:pt x="2205" y="15750"/>
                    </a:cubicBezTo>
                    <a:cubicBezTo>
                      <a:pt x="2138" y="15750"/>
                      <a:pt x="2070" y="15750"/>
                      <a:pt x="2001" y="15750"/>
                    </a:cubicBezTo>
                    <a:cubicBezTo>
                      <a:pt x="2001" y="15784"/>
                      <a:pt x="2001" y="15817"/>
                      <a:pt x="2001" y="15852"/>
                    </a:cubicBezTo>
                    <a:cubicBezTo>
                      <a:pt x="1933" y="15852"/>
                      <a:pt x="1866" y="15852"/>
                      <a:pt x="1796" y="15852"/>
                    </a:cubicBezTo>
                    <a:cubicBezTo>
                      <a:pt x="1796" y="15886"/>
                      <a:pt x="1796" y="15920"/>
                      <a:pt x="1796" y="15955"/>
                    </a:cubicBezTo>
                    <a:cubicBezTo>
                      <a:pt x="1762" y="15955"/>
                      <a:pt x="1729" y="15955"/>
                      <a:pt x="1694" y="15955"/>
                    </a:cubicBezTo>
                    <a:cubicBezTo>
                      <a:pt x="1694" y="15988"/>
                      <a:pt x="1694" y="16022"/>
                      <a:pt x="1694" y="16057"/>
                    </a:cubicBezTo>
                    <a:cubicBezTo>
                      <a:pt x="1660" y="16057"/>
                      <a:pt x="1626" y="16057"/>
                      <a:pt x="1592" y="16057"/>
                    </a:cubicBezTo>
                    <a:cubicBezTo>
                      <a:pt x="1592" y="16158"/>
                      <a:pt x="1592" y="16259"/>
                      <a:pt x="1592" y="16364"/>
                    </a:cubicBezTo>
                    <a:cubicBezTo>
                      <a:pt x="1625" y="16364"/>
                      <a:pt x="1659" y="16364"/>
                      <a:pt x="1694" y="16364"/>
                    </a:cubicBezTo>
                    <a:cubicBezTo>
                      <a:pt x="1694" y="16397"/>
                      <a:pt x="1694" y="16431"/>
                      <a:pt x="1694" y="16466"/>
                    </a:cubicBezTo>
                    <a:cubicBezTo>
                      <a:pt x="1728" y="16466"/>
                      <a:pt x="1761" y="16466"/>
                      <a:pt x="1796" y="16466"/>
                    </a:cubicBezTo>
                    <a:cubicBezTo>
                      <a:pt x="1796" y="16500"/>
                      <a:pt x="1796" y="16533"/>
                      <a:pt x="1796" y="16568"/>
                    </a:cubicBezTo>
                    <a:cubicBezTo>
                      <a:pt x="1897" y="16568"/>
                      <a:pt x="1999" y="16568"/>
                      <a:pt x="2103" y="16568"/>
                    </a:cubicBezTo>
                    <a:cubicBezTo>
                      <a:pt x="2103" y="16602"/>
                      <a:pt x="2103" y="16636"/>
                      <a:pt x="2103" y="16670"/>
                    </a:cubicBezTo>
                    <a:cubicBezTo>
                      <a:pt x="2204" y="16670"/>
                      <a:pt x="2305" y="16670"/>
                      <a:pt x="2410" y="16670"/>
                    </a:cubicBezTo>
                    <a:cubicBezTo>
                      <a:pt x="2410" y="16704"/>
                      <a:pt x="2410" y="16738"/>
                      <a:pt x="2410" y="16773"/>
                    </a:cubicBezTo>
                    <a:cubicBezTo>
                      <a:pt x="2444" y="16773"/>
                      <a:pt x="2477" y="16773"/>
                      <a:pt x="2512" y="16773"/>
                    </a:cubicBezTo>
                    <a:cubicBezTo>
                      <a:pt x="2512" y="16806"/>
                      <a:pt x="2512" y="16840"/>
                      <a:pt x="2512" y="16875"/>
                    </a:cubicBezTo>
                    <a:cubicBezTo>
                      <a:pt x="2681" y="16875"/>
                      <a:pt x="2850" y="16875"/>
                      <a:pt x="3023" y="16875"/>
                    </a:cubicBezTo>
                    <a:cubicBezTo>
                      <a:pt x="3023" y="16841"/>
                      <a:pt x="3023" y="16808"/>
                      <a:pt x="3023" y="16773"/>
                    </a:cubicBezTo>
                    <a:cubicBezTo>
                      <a:pt x="3091" y="16773"/>
                      <a:pt x="3158" y="16773"/>
                      <a:pt x="3228" y="16773"/>
                    </a:cubicBezTo>
                    <a:cubicBezTo>
                      <a:pt x="3228" y="16739"/>
                      <a:pt x="3228" y="16705"/>
                      <a:pt x="3228" y="16670"/>
                    </a:cubicBezTo>
                    <a:cubicBezTo>
                      <a:pt x="4139" y="16670"/>
                      <a:pt x="5050" y="16670"/>
                      <a:pt x="5989" y="16670"/>
                    </a:cubicBezTo>
                    <a:cubicBezTo>
                      <a:pt x="5989" y="16637"/>
                      <a:pt x="5989" y="16603"/>
                      <a:pt x="5989" y="16568"/>
                    </a:cubicBezTo>
                    <a:cubicBezTo>
                      <a:pt x="6023" y="16568"/>
                      <a:pt x="6057" y="16568"/>
                      <a:pt x="6092" y="16568"/>
                    </a:cubicBezTo>
                    <a:cubicBezTo>
                      <a:pt x="6092" y="16534"/>
                      <a:pt x="6092" y="16501"/>
                      <a:pt x="6092" y="16466"/>
                    </a:cubicBezTo>
                    <a:cubicBezTo>
                      <a:pt x="6125" y="16466"/>
                      <a:pt x="6159" y="16466"/>
                      <a:pt x="6194" y="16466"/>
                    </a:cubicBezTo>
                    <a:cubicBezTo>
                      <a:pt x="6194" y="16432"/>
                      <a:pt x="6194" y="16398"/>
                      <a:pt x="6194" y="16364"/>
                    </a:cubicBezTo>
                    <a:cubicBezTo>
                      <a:pt x="6228" y="16364"/>
                      <a:pt x="6261" y="16364"/>
                      <a:pt x="6296" y="16364"/>
                    </a:cubicBezTo>
                    <a:cubicBezTo>
                      <a:pt x="6296" y="16296"/>
                      <a:pt x="6296" y="16229"/>
                      <a:pt x="6296" y="16159"/>
                    </a:cubicBezTo>
                    <a:cubicBezTo>
                      <a:pt x="6330" y="16159"/>
                      <a:pt x="6364" y="16159"/>
                      <a:pt x="6398" y="16159"/>
                    </a:cubicBezTo>
                    <a:cubicBezTo>
                      <a:pt x="6398" y="16125"/>
                      <a:pt x="6398" y="16092"/>
                      <a:pt x="6398" y="16057"/>
                    </a:cubicBezTo>
                    <a:cubicBezTo>
                      <a:pt x="6432" y="16057"/>
                      <a:pt x="6466" y="16057"/>
                      <a:pt x="6501" y="16057"/>
                    </a:cubicBezTo>
                    <a:cubicBezTo>
                      <a:pt x="6501" y="15989"/>
                      <a:pt x="6501" y="15922"/>
                      <a:pt x="6501" y="15852"/>
                    </a:cubicBezTo>
                    <a:cubicBezTo>
                      <a:pt x="6399" y="15852"/>
                      <a:pt x="6298" y="15852"/>
                      <a:pt x="6194" y="15852"/>
                    </a:cubicBezTo>
                    <a:cubicBezTo>
                      <a:pt x="6194" y="15819"/>
                      <a:pt x="6194" y="15785"/>
                      <a:pt x="6194" y="15750"/>
                    </a:cubicBezTo>
                    <a:cubicBezTo>
                      <a:pt x="6160" y="15750"/>
                      <a:pt x="6126" y="15750"/>
                      <a:pt x="6092" y="15750"/>
                    </a:cubicBezTo>
                    <a:cubicBezTo>
                      <a:pt x="6092" y="15716"/>
                      <a:pt x="6092" y="15683"/>
                      <a:pt x="6092" y="15648"/>
                    </a:cubicBezTo>
                    <a:cubicBezTo>
                      <a:pt x="6058" y="15648"/>
                      <a:pt x="6024" y="15648"/>
                      <a:pt x="5989" y="15648"/>
                    </a:cubicBezTo>
                    <a:cubicBezTo>
                      <a:pt x="5989" y="15614"/>
                      <a:pt x="5989" y="15580"/>
                      <a:pt x="5989" y="15545"/>
                    </a:cubicBezTo>
                    <a:cubicBezTo>
                      <a:pt x="5922" y="15545"/>
                      <a:pt x="5854" y="15545"/>
                      <a:pt x="5785" y="15545"/>
                    </a:cubicBezTo>
                    <a:cubicBezTo>
                      <a:pt x="5785" y="15512"/>
                      <a:pt x="5785" y="15478"/>
                      <a:pt x="5785" y="15443"/>
                    </a:cubicBezTo>
                    <a:cubicBezTo>
                      <a:pt x="5717" y="15443"/>
                      <a:pt x="5650" y="15443"/>
                      <a:pt x="5580" y="15443"/>
                    </a:cubicBezTo>
                    <a:cubicBezTo>
                      <a:pt x="5580" y="15477"/>
                      <a:pt x="5580" y="15511"/>
                      <a:pt x="5580" y="15545"/>
                    </a:cubicBezTo>
                    <a:cubicBezTo>
                      <a:pt x="5513" y="15545"/>
                      <a:pt x="5445" y="15545"/>
                      <a:pt x="5376" y="15545"/>
                    </a:cubicBezTo>
                    <a:cubicBezTo>
                      <a:pt x="5376" y="15579"/>
                      <a:pt x="5376" y="15613"/>
                      <a:pt x="5376" y="15648"/>
                    </a:cubicBezTo>
                    <a:cubicBezTo>
                      <a:pt x="5173" y="15648"/>
                      <a:pt x="4971" y="15648"/>
                      <a:pt x="4762" y="15648"/>
                    </a:cubicBezTo>
                    <a:cubicBezTo>
                      <a:pt x="4762" y="15681"/>
                      <a:pt x="4762" y="15715"/>
                      <a:pt x="4762" y="15750"/>
                    </a:cubicBezTo>
                    <a:cubicBezTo>
                      <a:pt x="4627" y="15750"/>
                      <a:pt x="4492" y="15750"/>
                      <a:pt x="4353" y="15750"/>
                    </a:cubicBezTo>
                    <a:cubicBezTo>
                      <a:pt x="4353" y="15716"/>
                      <a:pt x="4353" y="15683"/>
                      <a:pt x="4353" y="15648"/>
                    </a:cubicBezTo>
                    <a:cubicBezTo>
                      <a:pt x="3880" y="15648"/>
                      <a:pt x="3408" y="15648"/>
                      <a:pt x="2921" y="15648"/>
                    </a:cubicBezTo>
                    <a:cubicBezTo>
                      <a:pt x="2921" y="15614"/>
                      <a:pt x="2921" y="15580"/>
                      <a:pt x="2921" y="15545"/>
                    </a:cubicBezTo>
                    <a:cubicBezTo>
                      <a:pt x="2854" y="15545"/>
                      <a:pt x="2786" y="15545"/>
                      <a:pt x="2717" y="15545"/>
                    </a:cubicBezTo>
                    <a:cubicBezTo>
                      <a:pt x="2717" y="15512"/>
                      <a:pt x="2717" y="15478"/>
                      <a:pt x="2717" y="15443"/>
                    </a:cubicBezTo>
                    <a:cubicBezTo>
                      <a:pt x="2649" y="15443"/>
                      <a:pt x="2582" y="15443"/>
                      <a:pt x="2512" y="15443"/>
                    </a:cubicBezTo>
                    <a:close/>
                    <a:moveTo>
                      <a:pt x="4353" y="17591"/>
                    </a:moveTo>
                    <a:cubicBezTo>
                      <a:pt x="4353" y="17625"/>
                      <a:pt x="4353" y="17658"/>
                      <a:pt x="4353" y="17693"/>
                    </a:cubicBezTo>
                    <a:cubicBezTo>
                      <a:pt x="4285" y="17693"/>
                      <a:pt x="4218" y="17693"/>
                      <a:pt x="4148" y="17693"/>
                    </a:cubicBezTo>
                    <a:cubicBezTo>
                      <a:pt x="4148" y="17727"/>
                      <a:pt x="4148" y="17761"/>
                      <a:pt x="4148" y="17795"/>
                    </a:cubicBezTo>
                    <a:cubicBezTo>
                      <a:pt x="3473" y="17795"/>
                      <a:pt x="2798" y="17795"/>
                      <a:pt x="2103" y="17795"/>
                    </a:cubicBezTo>
                    <a:cubicBezTo>
                      <a:pt x="2103" y="17829"/>
                      <a:pt x="2103" y="17863"/>
                      <a:pt x="2103" y="17898"/>
                    </a:cubicBezTo>
                    <a:cubicBezTo>
                      <a:pt x="2069" y="17898"/>
                      <a:pt x="2035" y="17898"/>
                      <a:pt x="2001" y="17898"/>
                    </a:cubicBezTo>
                    <a:cubicBezTo>
                      <a:pt x="2001" y="17965"/>
                      <a:pt x="2001" y="18033"/>
                      <a:pt x="2001" y="18102"/>
                    </a:cubicBezTo>
                    <a:cubicBezTo>
                      <a:pt x="1967" y="18102"/>
                      <a:pt x="1933" y="18102"/>
                      <a:pt x="1898" y="18102"/>
                    </a:cubicBezTo>
                    <a:cubicBezTo>
                      <a:pt x="1898" y="18237"/>
                      <a:pt x="1898" y="18372"/>
                      <a:pt x="1898" y="18511"/>
                    </a:cubicBezTo>
                    <a:cubicBezTo>
                      <a:pt x="1932" y="18511"/>
                      <a:pt x="1966" y="18511"/>
                      <a:pt x="2001" y="18511"/>
                    </a:cubicBezTo>
                    <a:cubicBezTo>
                      <a:pt x="2001" y="18545"/>
                      <a:pt x="2001" y="18579"/>
                      <a:pt x="2001" y="18614"/>
                    </a:cubicBezTo>
                    <a:cubicBezTo>
                      <a:pt x="2034" y="18614"/>
                      <a:pt x="2068" y="18614"/>
                      <a:pt x="2103" y="18614"/>
                    </a:cubicBezTo>
                    <a:cubicBezTo>
                      <a:pt x="2103" y="18681"/>
                      <a:pt x="2103" y="18749"/>
                      <a:pt x="2103" y="18818"/>
                    </a:cubicBezTo>
                    <a:cubicBezTo>
                      <a:pt x="2137" y="18818"/>
                      <a:pt x="2170" y="18818"/>
                      <a:pt x="2205" y="18818"/>
                    </a:cubicBezTo>
                    <a:cubicBezTo>
                      <a:pt x="2205" y="18852"/>
                      <a:pt x="2205" y="18886"/>
                      <a:pt x="2205" y="18920"/>
                    </a:cubicBezTo>
                    <a:cubicBezTo>
                      <a:pt x="2442" y="18920"/>
                      <a:pt x="2678" y="18920"/>
                      <a:pt x="2921" y="18920"/>
                    </a:cubicBezTo>
                    <a:cubicBezTo>
                      <a:pt x="2921" y="18887"/>
                      <a:pt x="2921" y="18853"/>
                      <a:pt x="2921" y="18818"/>
                    </a:cubicBezTo>
                    <a:cubicBezTo>
                      <a:pt x="2989" y="18818"/>
                      <a:pt x="3056" y="18818"/>
                      <a:pt x="3126" y="18818"/>
                    </a:cubicBezTo>
                    <a:cubicBezTo>
                      <a:pt x="3126" y="18784"/>
                      <a:pt x="3126" y="18751"/>
                      <a:pt x="3126" y="18716"/>
                    </a:cubicBezTo>
                    <a:cubicBezTo>
                      <a:pt x="3396" y="18716"/>
                      <a:pt x="3666" y="18716"/>
                      <a:pt x="3944" y="18716"/>
                    </a:cubicBezTo>
                    <a:cubicBezTo>
                      <a:pt x="3944" y="18750"/>
                      <a:pt x="3944" y="18783"/>
                      <a:pt x="3944" y="18818"/>
                    </a:cubicBezTo>
                    <a:cubicBezTo>
                      <a:pt x="4011" y="18818"/>
                      <a:pt x="4079" y="18818"/>
                      <a:pt x="4148" y="18818"/>
                    </a:cubicBezTo>
                    <a:cubicBezTo>
                      <a:pt x="4148" y="18852"/>
                      <a:pt x="4148" y="18886"/>
                      <a:pt x="4148" y="18920"/>
                    </a:cubicBezTo>
                    <a:cubicBezTo>
                      <a:pt x="4182" y="18920"/>
                      <a:pt x="4216" y="18920"/>
                      <a:pt x="4251" y="18920"/>
                    </a:cubicBezTo>
                    <a:cubicBezTo>
                      <a:pt x="4251" y="18887"/>
                      <a:pt x="4251" y="18853"/>
                      <a:pt x="4251" y="18818"/>
                    </a:cubicBezTo>
                    <a:cubicBezTo>
                      <a:pt x="4318" y="18818"/>
                      <a:pt x="4386" y="18818"/>
                      <a:pt x="4455" y="18818"/>
                    </a:cubicBezTo>
                    <a:cubicBezTo>
                      <a:pt x="4455" y="18784"/>
                      <a:pt x="4455" y="18751"/>
                      <a:pt x="4455" y="18716"/>
                    </a:cubicBezTo>
                    <a:cubicBezTo>
                      <a:pt x="4590" y="18716"/>
                      <a:pt x="4725" y="18716"/>
                      <a:pt x="4864" y="18716"/>
                    </a:cubicBezTo>
                    <a:cubicBezTo>
                      <a:pt x="4864" y="18682"/>
                      <a:pt x="4864" y="18648"/>
                      <a:pt x="4864" y="18614"/>
                    </a:cubicBezTo>
                    <a:cubicBezTo>
                      <a:pt x="4898" y="18614"/>
                      <a:pt x="4932" y="18614"/>
                      <a:pt x="4967" y="18614"/>
                    </a:cubicBezTo>
                    <a:cubicBezTo>
                      <a:pt x="4967" y="18580"/>
                      <a:pt x="4967" y="18546"/>
                      <a:pt x="4967" y="18511"/>
                    </a:cubicBezTo>
                    <a:cubicBezTo>
                      <a:pt x="5000" y="18511"/>
                      <a:pt x="5034" y="18511"/>
                      <a:pt x="5069" y="18511"/>
                    </a:cubicBezTo>
                    <a:cubicBezTo>
                      <a:pt x="5069" y="18478"/>
                      <a:pt x="5069" y="18444"/>
                      <a:pt x="5069" y="18409"/>
                    </a:cubicBezTo>
                    <a:cubicBezTo>
                      <a:pt x="5103" y="18409"/>
                      <a:pt x="5136" y="18409"/>
                      <a:pt x="5171" y="18409"/>
                    </a:cubicBezTo>
                    <a:cubicBezTo>
                      <a:pt x="5171" y="18375"/>
                      <a:pt x="5171" y="18342"/>
                      <a:pt x="5171" y="18307"/>
                    </a:cubicBezTo>
                    <a:cubicBezTo>
                      <a:pt x="5205" y="18307"/>
                      <a:pt x="5239" y="18307"/>
                      <a:pt x="5273" y="18307"/>
                    </a:cubicBezTo>
                    <a:cubicBezTo>
                      <a:pt x="5273" y="18239"/>
                      <a:pt x="5273" y="18172"/>
                      <a:pt x="5273" y="18102"/>
                    </a:cubicBezTo>
                    <a:cubicBezTo>
                      <a:pt x="5240" y="18102"/>
                      <a:pt x="5206" y="18102"/>
                      <a:pt x="5171" y="18102"/>
                    </a:cubicBezTo>
                    <a:cubicBezTo>
                      <a:pt x="5171" y="18035"/>
                      <a:pt x="5171" y="17967"/>
                      <a:pt x="5171" y="17898"/>
                    </a:cubicBezTo>
                    <a:cubicBezTo>
                      <a:pt x="5137" y="17898"/>
                      <a:pt x="5104" y="17898"/>
                      <a:pt x="5069" y="17898"/>
                    </a:cubicBezTo>
                    <a:cubicBezTo>
                      <a:pt x="5069" y="17864"/>
                      <a:pt x="5069" y="17830"/>
                      <a:pt x="5069" y="17795"/>
                    </a:cubicBezTo>
                    <a:cubicBezTo>
                      <a:pt x="5001" y="17795"/>
                      <a:pt x="4934" y="17795"/>
                      <a:pt x="4864" y="17795"/>
                    </a:cubicBezTo>
                    <a:cubicBezTo>
                      <a:pt x="4864" y="17762"/>
                      <a:pt x="4864" y="17728"/>
                      <a:pt x="4864" y="17693"/>
                    </a:cubicBezTo>
                    <a:cubicBezTo>
                      <a:pt x="4831" y="17693"/>
                      <a:pt x="4797" y="17693"/>
                      <a:pt x="4762" y="17693"/>
                    </a:cubicBezTo>
                    <a:cubicBezTo>
                      <a:pt x="4762" y="17659"/>
                      <a:pt x="4762" y="17626"/>
                      <a:pt x="4762" y="17591"/>
                    </a:cubicBezTo>
                    <a:cubicBezTo>
                      <a:pt x="4627" y="17591"/>
                      <a:pt x="4492" y="17591"/>
                      <a:pt x="4353" y="17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9" cap="flat">
                <a:noFill/>
              </a:ln>
            </p:spPr>
          </p:sp>
          <p:sp>
            <p:nvSpPr>
              <p:cNvPr id="1323" name="ICON_TOOL_REPORT_path_002"/>
              <p:cNvSpPr/>
              <p:nvPr/>
            </p:nvSpPr>
            <p:spPr>
              <a:xfrm>
                <a:off x="5137799" y="5419869"/>
                <a:ext cx="241589" cy="272761"/>
              </a:xfrm>
              <a:custGeom>
                <a:avLst/>
                <a:gdLst/>
                <a:ahLst/>
                <a:cxnLst/>
                <a:rect l="0" t="0" r="r" b="b"/>
                <a:pathLst>
                  <a:path w="19023" h="21477" fill="norm" stroke="0">
                    <a:moveTo>
                      <a:pt x="1125" y="0"/>
                    </a:moveTo>
                    <a:cubicBezTo>
                      <a:pt x="5681" y="0"/>
                      <a:pt x="10238" y="0"/>
                      <a:pt x="14932" y="0"/>
                    </a:cubicBezTo>
                    <a:cubicBezTo>
                      <a:pt x="14932" y="34"/>
                      <a:pt x="14932" y="67"/>
                      <a:pt x="14932" y="102"/>
                    </a:cubicBezTo>
                    <a:cubicBezTo>
                      <a:pt x="15033" y="102"/>
                      <a:pt x="15134" y="102"/>
                      <a:pt x="15239" y="102"/>
                    </a:cubicBezTo>
                    <a:cubicBezTo>
                      <a:pt x="15239" y="136"/>
                      <a:pt x="15239" y="170"/>
                      <a:pt x="15239" y="205"/>
                    </a:cubicBezTo>
                    <a:cubicBezTo>
                      <a:pt x="15272" y="205"/>
                      <a:pt x="15306" y="205"/>
                      <a:pt x="15341" y="205"/>
                    </a:cubicBezTo>
                    <a:cubicBezTo>
                      <a:pt x="15341" y="238"/>
                      <a:pt x="15341" y="272"/>
                      <a:pt x="15341" y="307"/>
                    </a:cubicBezTo>
                    <a:cubicBezTo>
                      <a:pt x="15356" y="305"/>
                      <a:pt x="15371" y="303"/>
                      <a:pt x="15387" y="302"/>
                    </a:cubicBezTo>
                    <a:cubicBezTo>
                      <a:pt x="15443" y="307"/>
                      <a:pt x="15443" y="307"/>
                      <a:pt x="15484" y="341"/>
                    </a:cubicBezTo>
                    <a:cubicBezTo>
                      <a:pt x="15490" y="349"/>
                      <a:pt x="15490" y="349"/>
                      <a:pt x="15522" y="389"/>
                    </a:cubicBezTo>
                    <a:cubicBezTo>
                      <a:pt x="15537" y="407"/>
                      <a:pt x="15551" y="424"/>
                      <a:pt x="15566" y="442"/>
                    </a:cubicBezTo>
                    <a:cubicBezTo>
                      <a:pt x="15574" y="451"/>
                      <a:pt x="15574" y="451"/>
                      <a:pt x="15613" y="499"/>
                    </a:cubicBezTo>
                    <a:cubicBezTo>
                      <a:pt x="15733" y="642"/>
                      <a:pt x="15850" y="764"/>
                      <a:pt x="15999" y="876"/>
                    </a:cubicBezTo>
                    <a:cubicBezTo>
                      <a:pt x="16061" y="924"/>
                      <a:pt x="16119" y="974"/>
                      <a:pt x="16175" y="1029"/>
                    </a:cubicBezTo>
                    <a:cubicBezTo>
                      <a:pt x="16192" y="1045"/>
                      <a:pt x="16208" y="1061"/>
                      <a:pt x="16226" y="1077"/>
                    </a:cubicBezTo>
                    <a:cubicBezTo>
                      <a:pt x="16267" y="1133"/>
                      <a:pt x="16269" y="1160"/>
                      <a:pt x="16261" y="1227"/>
                    </a:cubicBezTo>
                    <a:cubicBezTo>
                      <a:pt x="16277" y="1226"/>
                      <a:pt x="16292" y="1224"/>
                      <a:pt x="16308" y="1223"/>
                    </a:cubicBezTo>
                    <a:cubicBezTo>
                      <a:pt x="16364" y="1227"/>
                      <a:pt x="16364" y="1227"/>
                      <a:pt x="16399" y="1255"/>
                    </a:cubicBezTo>
                    <a:cubicBezTo>
                      <a:pt x="16409" y="1269"/>
                      <a:pt x="16420" y="1282"/>
                      <a:pt x="16431" y="1296"/>
                    </a:cubicBezTo>
                    <a:cubicBezTo>
                      <a:pt x="16444" y="1311"/>
                      <a:pt x="16457" y="1326"/>
                      <a:pt x="16470" y="1342"/>
                    </a:cubicBezTo>
                    <a:cubicBezTo>
                      <a:pt x="16477" y="1351"/>
                      <a:pt x="16477" y="1351"/>
                      <a:pt x="16512" y="1394"/>
                    </a:cubicBezTo>
                    <a:cubicBezTo>
                      <a:pt x="16544" y="1432"/>
                      <a:pt x="16576" y="1470"/>
                      <a:pt x="16609" y="1508"/>
                    </a:cubicBezTo>
                    <a:cubicBezTo>
                      <a:pt x="16617" y="1518"/>
                      <a:pt x="16626" y="1528"/>
                      <a:pt x="16635" y="1539"/>
                    </a:cubicBezTo>
                    <a:cubicBezTo>
                      <a:pt x="16752" y="1673"/>
                      <a:pt x="16877" y="1799"/>
                      <a:pt x="17003" y="1925"/>
                    </a:cubicBezTo>
                    <a:cubicBezTo>
                      <a:pt x="17009" y="1931"/>
                      <a:pt x="17009" y="1931"/>
                      <a:pt x="17041" y="1963"/>
                    </a:cubicBezTo>
                    <a:cubicBezTo>
                      <a:pt x="17105" y="2027"/>
                      <a:pt x="17170" y="2091"/>
                      <a:pt x="17234" y="2156"/>
                    </a:cubicBezTo>
                    <a:cubicBezTo>
                      <a:pt x="17300" y="2221"/>
                      <a:pt x="17366" y="2287"/>
                      <a:pt x="17431" y="2353"/>
                    </a:cubicBezTo>
                    <a:cubicBezTo>
                      <a:pt x="17483" y="2404"/>
                      <a:pt x="17534" y="2456"/>
                      <a:pt x="17586" y="2508"/>
                    </a:cubicBezTo>
                    <a:cubicBezTo>
                      <a:pt x="17610" y="2532"/>
                      <a:pt x="17634" y="2556"/>
                      <a:pt x="17658" y="2580"/>
                    </a:cubicBezTo>
                    <a:cubicBezTo>
                      <a:pt x="17800" y="2722"/>
                      <a:pt x="17944" y="2856"/>
                      <a:pt x="18100" y="2981"/>
                    </a:cubicBezTo>
                    <a:cubicBezTo>
                      <a:pt x="18212" y="3071"/>
                      <a:pt x="18302" y="3171"/>
                      <a:pt x="18393" y="3282"/>
                    </a:cubicBezTo>
                    <a:cubicBezTo>
                      <a:pt x="18563" y="3489"/>
                      <a:pt x="18563" y="3489"/>
                      <a:pt x="18687" y="3558"/>
                    </a:cubicBezTo>
                    <a:cubicBezTo>
                      <a:pt x="18716" y="3580"/>
                      <a:pt x="18716" y="3580"/>
                      <a:pt x="18726" y="3637"/>
                    </a:cubicBezTo>
                    <a:cubicBezTo>
                      <a:pt x="18724" y="3644"/>
                      <a:pt x="18724" y="3644"/>
                      <a:pt x="18716" y="3682"/>
                    </a:cubicBezTo>
                    <a:cubicBezTo>
                      <a:pt x="18750" y="3682"/>
                      <a:pt x="18783" y="3682"/>
                      <a:pt x="18818" y="3682"/>
                    </a:cubicBezTo>
                    <a:cubicBezTo>
                      <a:pt x="18818" y="3749"/>
                      <a:pt x="18818" y="3817"/>
                      <a:pt x="18818" y="3886"/>
                    </a:cubicBezTo>
                    <a:cubicBezTo>
                      <a:pt x="18852" y="3886"/>
                      <a:pt x="18886" y="3886"/>
                      <a:pt x="18920" y="3886"/>
                    </a:cubicBezTo>
                    <a:cubicBezTo>
                      <a:pt x="18920" y="3954"/>
                      <a:pt x="18920" y="4021"/>
                      <a:pt x="18920" y="4091"/>
                    </a:cubicBezTo>
                    <a:cubicBezTo>
                      <a:pt x="18954" y="4091"/>
                      <a:pt x="18988" y="4091"/>
                      <a:pt x="19023" y="4091"/>
                    </a:cubicBezTo>
                    <a:cubicBezTo>
                      <a:pt x="19023" y="9457"/>
                      <a:pt x="19023" y="14823"/>
                      <a:pt x="19023" y="20352"/>
                    </a:cubicBezTo>
                    <a:cubicBezTo>
                      <a:pt x="18989" y="20352"/>
                      <a:pt x="18955" y="20352"/>
                      <a:pt x="18920" y="20352"/>
                    </a:cubicBezTo>
                    <a:cubicBezTo>
                      <a:pt x="18920" y="20454"/>
                      <a:pt x="18920" y="20555"/>
                      <a:pt x="18920" y="20659"/>
                    </a:cubicBezTo>
                    <a:cubicBezTo>
                      <a:pt x="18887" y="20659"/>
                      <a:pt x="18853" y="20659"/>
                      <a:pt x="18818" y="20659"/>
                    </a:cubicBezTo>
                    <a:cubicBezTo>
                      <a:pt x="18818" y="20727"/>
                      <a:pt x="18818" y="20794"/>
                      <a:pt x="18818" y="20864"/>
                    </a:cubicBezTo>
                    <a:cubicBezTo>
                      <a:pt x="18784" y="20864"/>
                      <a:pt x="18751" y="20864"/>
                      <a:pt x="18716" y="20864"/>
                    </a:cubicBezTo>
                    <a:cubicBezTo>
                      <a:pt x="18718" y="20878"/>
                      <a:pt x="18720" y="20893"/>
                      <a:pt x="18722" y="20908"/>
                    </a:cubicBezTo>
                    <a:cubicBezTo>
                      <a:pt x="18714" y="20986"/>
                      <a:pt x="18674" y="21022"/>
                      <a:pt x="18620" y="21075"/>
                    </a:cubicBezTo>
                    <a:cubicBezTo>
                      <a:pt x="18616" y="21079"/>
                      <a:pt x="18616" y="21079"/>
                      <a:pt x="18593" y="21103"/>
                    </a:cubicBezTo>
                    <a:cubicBezTo>
                      <a:pt x="18546" y="21149"/>
                      <a:pt x="18519" y="21170"/>
                      <a:pt x="18453" y="21176"/>
                    </a:cubicBezTo>
                    <a:cubicBezTo>
                      <a:pt x="18439" y="21174"/>
                      <a:pt x="18424" y="21173"/>
                      <a:pt x="18409" y="21170"/>
                    </a:cubicBezTo>
                    <a:cubicBezTo>
                      <a:pt x="18409" y="21204"/>
                      <a:pt x="18409" y="21238"/>
                      <a:pt x="18409" y="21273"/>
                    </a:cubicBezTo>
                    <a:cubicBezTo>
                      <a:pt x="18342" y="21273"/>
                      <a:pt x="18274" y="21273"/>
                      <a:pt x="18205" y="21273"/>
                    </a:cubicBezTo>
                    <a:cubicBezTo>
                      <a:pt x="18205" y="21306"/>
                      <a:pt x="18205" y="21340"/>
                      <a:pt x="18205" y="21375"/>
                    </a:cubicBezTo>
                    <a:cubicBezTo>
                      <a:pt x="18137" y="21375"/>
                      <a:pt x="18070" y="21375"/>
                      <a:pt x="18000" y="21375"/>
                    </a:cubicBezTo>
                    <a:cubicBezTo>
                      <a:pt x="18000" y="21409"/>
                      <a:pt x="18000" y="21442"/>
                      <a:pt x="18000" y="21477"/>
                    </a:cubicBezTo>
                    <a:cubicBezTo>
                      <a:pt x="12397" y="21477"/>
                      <a:pt x="6795" y="21477"/>
                      <a:pt x="1023" y="21477"/>
                    </a:cubicBezTo>
                    <a:cubicBezTo>
                      <a:pt x="1023" y="21444"/>
                      <a:pt x="1023" y="21410"/>
                      <a:pt x="1023" y="21375"/>
                    </a:cubicBezTo>
                    <a:cubicBezTo>
                      <a:pt x="955" y="21375"/>
                      <a:pt x="888" y="21375"/>
                      <a:pt x="818" y="21375"/>
                    </a:cubicBezTo>
                    <a:cubicBezTo>
                      <a:pt x="818" y="21341"/>
                      <a:pt x="818" y="21308"/>
                      <a:pt x="818" y="21273"/>
                    </a:cubicBezTo>
                    <a:cubicBezTo>
                      <a:pt x="751" y="21273"/>
                      <a:pt x="683" y="21273"/>
                      <a:pt x="614" y="21273"/>
                    </a:cubicBezTo>
                    <a:cubicBezTo>
                      <a:pt x="614" y="21239"/>
                      <a:pt x="614" y="21205"/>
                      <a:pt x="614" y="21170"/>
                    </a:cubicBezTo>
                    <a:cubicBezTo>
                      <a:pt x="599" y="21172"/>
                      <a:pt x="584" y="21174"/>
                      <a:pt x="569" y="21176"/>
                    </a:cubicBezTo>
                    <a:cubicBezTo>
                      <a:pt x="491" y="21168"/>
                      <a:pt x="455" y="21129"/>
                      <a:pt x="403" y="21075"/>
                    </a:cubicBezTo>
                    <a:cubicBezTo>
                      <a:pt x="398" y="21070"/>
                      <a:pt x="398" y="21070"/>
                      <a:pt x="375" y="21048"/>
                    </a:cubicBezTo>
                    <a:cubicBezTo>
                      <a:pt x="329" y="21001"/>
                      <a:pt x="308" y="20974"/>
                      <a:pt x="301" y="20908"/>
                    </a:cubicBezTo>
                    <a:cubicBezTo>
                      <a:pt x="303" y="20893"/>
                      <a:pt x="305" y="20879"/>
                      <a:pt x="307" y="20864"/>
                    </a:cubicBezTo>
                    <a:cubicBezTo>
                      <a:pt x="273" y="20864"/>
                      <a:pt x="239" y="20864"/>
                      <a:pt x="205" y="20864"/>
                    </a:cubicBezTo>
                    <a:cubicBezTo>
                      <a:pt x="205" y="20796"/>
                      <a:pt x="205" y="20729"/>
                      <a:pt x="205" y="20659"/>
                    </a:cubicBezTo>
                    <a:cubicBezTo>
                      <a:pt x="171" y="20659"/>
                      <a:pt x="137" y="20659"/>
                      <a:pt x="102" y="20659"/>
                    </a:cubicBezTo>
                    <a:cubicBezTo>
                      <a:pt x="102" y="14348"/>
                      <a:pt x="102" y="8037"/>
                      <a:pt x="102" y="1534"/>
                    </a:cubicBezTo>
                    <a:cubicBezTo>
                      <a:pt x="69" y="1534"/>
                      <a:pt x="35" y="1534"/>
                      <a:pt x="0" y="1534"/>
                    </a:cubicBezTo>
                    <a:cubicBezTo>
                      <a:pt x="0" y="1433"/>
                      <a:pt x="0" y="1332"/>
                      <a:pt x="0" y="1227"/>
                    </a:cubicBezTo>
                    <a:cubicBezTo>
                      <a:pt x="34" y="1227"/>
                      <a:pt x="67" y="1227"/>
                      <a:pt x="102" y="1227"/>
                    </a:cubicBezTo>
                    <a:cubicBezTo>
                      <a:pt x="102" y="1092"/>
                      <a:pt x="102" y="957"/>
                      <a:pt x="102" y="818"/>
                    </a:cubicBezTo>
                    <a:cubicBezTo>
                      <a:pt x="136" y="818"/>
                      <a:pt x="170" y="818"/>
                      <a:pt x="205" y="818"/>
                    </a:cubicBezTo>
                    <a:cubicBezTo>
                      <a:pt x="205" y="751"/>
                      <a:pt x="205" y="683"/>
                      <a:pt x="205" y="614"/>
                    </a:cubicBezTo>
                    <a:cubicBezTo>
                      <a:pt x="238" y="614"/>
                      <a:pt x="272" y="614"/>
                      <a:pt x="307" y="614"/>
                    </a:cubicBezTo>
                    <a:cubicBezTo>
                      <a:pt x="305" y="599"/>
                      <a:pt x="303" y="584"/>
                      <a:pt x="301" y="569"/>
                    </a:cubicBezTo>
                    <a:cubicBezTo>
                      <a:pt x="309" y="491"/>
                      <a:pt x="348" y="455"/>
                      <a:pt x="403" y="403"/>
                    </a:cubicBezTo>
                    <a:cubicBezTo>
                      <a:pt x="412" y="393"/>
                      <a:pt x="420" y="384"/>
                      <a:pt x="430" y="375"/>
                    </a:cubicBezTo>
                    <a:cubicBezTo>
                      <a:pt x="476" y="329"/>
                      <a:pt x="503" y="308"/>
                      <a:pt x="569" y="301"/>
                    </a:cubicBezTo>
                    <a:cubicBezTo>
                      <a:pt x="584" y="303"/>
                      <a:pt x="599" y="305"/>
                      <a:pt x="614" y="307"/>
                    </a:cubicBezTo>
                    <a:cubicBezTo>
                      <a:pt x="614" y="273"/>
                      <a:pt x="614" y="239"/>
                      <a:pt x="614" y="205"/>
                    </a:cubicBezTo>
                    <a:cubicBezTo>
                      <a:pt x="792" y="120"/>
                      <a:pt x="926" y="87"/>
                      <a:pt x="1125" y="102"/>
                    </a:cubicBezTo>
                    <a:cubicBezTo>
                      <a:pt x="1125" y="69"/>
                      <a:pt x="1125" y="35"/>
                      <a:pt x="1125" y="0"/>
                    </a:cubicBezTo>
                    <a:close/>
                    <a:moveTo>
                      <a:pt x="2045" y="614"/>
                    </a:moveTo>
                    <a:cubicBezTo>
                      <a:pt x="2029" y="631"/>
                      <a:pt x="2012" y="647"/>
                      <a:pt x="1994" y="665"/>
                    </a:cubicBezTo>
                    <a:cubicBezTo>
                      <a:pt x="1955" y="673"/>
                      <a:pt x="1955" y="673"/>
                      <a:pt x="1909" y="675"/>
                    </a:cubicBezTo>
                    <a:cubicBezTo>
                      <a:pt x="1891" y="676"/>
                      <a:pt x="1874" y="677"/>
                      <a:pt x="1856" y="678"/>
                    </a:cubicBezTo>
                    <a:cubicBezTo>
                      <a:pt x="1837" y="679"/>
                      <a:pt x="1818" y="680"/>
                      <a:pt x="1799" y="681"/>
                    </a:cubicBezTo>
                    <a:cubicBezTo>
                      <a:pt x="1780" y="682"/>
                      <a:pt x="1761" y="683"/>
                      <a:pt x="1741" y="684"/>
                    </a:cubicBezTo>
                    <a:cubicBezTo>
                      <a:pt x="1679" y="688"/>
                      <a:pt x="1618" y="691"/>
                      <a:pt x="1556" y="694"/>
                    </a:cubicBezTo>
                    <a:cubicBezTo>
                      <a:pt x="1515" y="696"/>
                      <a:pt x="1473" y="698"/>
                      <a:pt x="1432" y="700"/>
                    </a:cubicBezTo>
                    <a:cubicBezTo>
                      <a:pt x="1329" y="706"/>
                      <a:pt x="1227" y="711"/>
                      <a:pt x="1125" y="716"/>
                    </a:cubicBezTo>
                    <a:cubicBezTo>
                      <a:pt x="1125" y="750"/>
                      <a:pt x="1125" y="783"/>
                      <a:pt x="1125" y="818"/>
                    </a:cubicBezTo>
                    <a:cubicBezTo>
                      <a:pt x="1091" y="818"/>
                      <a:pt x="1058" y="818"/>
                      <a:pt x="1023" y="818"/>
                    </a:cubicBezTo>
                    <a:cubicBezTo>
                      <a:pt x="1023" y="852"/>
                      <a:pt x="1023" y="886"/>
                      <a:pt x="1023" y="920"/>
                    </a:cubicBezTo>
                    <a:cubicBezTo>
                      <a:pt x="989" y="920"/>
                      <a:pt x="955" y="920"/>
                      <a:pt x="920" y="920"/>
                    </a:cubicBezTo>
                    <a:cubicBezTo>
                      <a:pt x="920" y="954"/>
                      <a:pt x="920" y="988"/>
                      <a:pt x="920" y="1023"/>
                    </a:cubicBezTo>
                    <a:cubicBezTo>
                      <a:pt x="887" y="1023"/>
                      <a:pt x="853" y="1023"/>
                      <a:pt x="818" y="1023"/>
                    </a:cubicBezTo>
                    <a:cubicBezTo>
                      <a:pt x="818" y="7401"/>
                      <a:pt x="818" y="13780"/>
                      <a:pt x="818" y="20352"/>
                    </a:cubicBezTo>
                    <a:cubicBezTo>
                      <a:pt x="852" y="20352"/>
                      <a:pt x="886" y="20352"/>
                      <a:pt x="920" y="20352"/>
                    </a:cubicBezTo>
                    <a:cubicBezTo>
                      <a:pt x="920" y="20420"/>
                      <a:pt x="920" y="20487"/>
                      <a:pt x="920" y="20557"/>
                    </a:cubicBezTo>
                    <a:cubicBezTo>
                      <a:pt x="954" y="20557"/>
                      <a:pt x="988" y="20557"/>
                      <a:pt x="1023" y="20557"/>
                    </a:cubicBezTo>
                    <a:cubicBezTo>
                      <a:pt x="1021" y="20573"/>
                      <a:pt x="1020" y="20588"/>
                      <a:pt x="1018" y="20604"/>
                    </a:cubicBezTo>
                    <a:cubicBezTo>
                      <a:pt x="1023" y="20659"/>
                      <a:pt x="1023" y="20659"/>
                      <a:pt x="1053" y="20691"/>
                    </a:cubicBezTo>
                    <a:cubicBezTo>
                      <a:pt x="1238" y="20789"/>
                      <a:pt x="1433" y="20778"/>
                      <a:pt x="1637" y="20781"/>
                    </a:cubicBezTo>
                    <a:cubicBezTo>
                      <a:pt x="1677" y="20782"/>
                      <a:pt x="1716" y="20782"/>
                      <a:pt x="1756" y="20783"/>
                    </a:cubicBezTo>
                    <a:cubicBezTo>
                      <a:pt x="1860" y="20786"/>
                      <a:pt x="1964" y="20787"/>
                      <a:pt x="2068" y="20789"/>
                    </a:cubicBezTo>
                    <a:cubicBezTo>
                      <a:pt x="2235" y="20792"/>
                      <a:pt x="2402" y="20795"/>
                      <a:pt x="2569" y="20799"/>
                    </a:cubicBezTo>
                    <a:cubicBezTo>
                      <a:pt x="2627" y="20800"/>
                      <a:pt x="2685" y="20801"/>
                      <a:pt x="2744" y="20802"/>
                    </a:cubicBezTo>
                    <a:cubicBezTo>
                      <a:pt x="2779" y="20802"/>
                      <a:pt x="2815" y="20803"/>
                      <a:pt x="2850" y="20804"/>
                    </a:cubicBezTo>
                    <a:cubicBezTo>
                      <a:pt x="2866" y="20804"/>
                      <a:pt x="2883" y="20804"/>
                      <a:pt x="2899" y="20804"/>
                    </a:cubicBezTo>
                    <a:cubicBezTo>
                      <a:pt x="3011" y="20807"/>
                      <a:pt x="3011" y="20807"/>
                      <a:pt x="3068" y="20864"/>
                    </a:cubicBezTo>
                    <a:cubicBezTo>
                      <a:pt x="3123" y="20869"/>
                      <a:pt x="3174" y="20871"/>
                      <a:pt x="3228" y="20870"/>
                    </a:cubicBezTo>
                    <a:cubicBezTo>
                      <a:pt x="3244" y="20870"/>
                      <a:pt x="3259" y="20871"/>
                      <a:pt x="3276" y="20871"/>
                    </a:cubicBezTo>
                    <a:cubicBezTo>
                      <a:pt x="3309" y="20871"/>
                      <a:pt x="3342" y="20871"/>
                      <a:pt x="3375" y="20870"/>
                    </a:cubicBezTo>
                    <a:cubicBezTo>
                      <a:pt x="3426" y="20870"/>
                      <a:pt x="3477" y="20870"/>
                      <a:pt x="3528" y="20871"/>
                    </a:cubicBezTo>
                    <a:cubicBezTo>
                      <a:pt x="3560" y="20871"/>
                      <a:pt x="3592" y="20871"/>
                      <a:pt x="3624" y="20870"/>
                    </a:cubicBezTo>
                    <a:cubicBezTo>
                      <a:pt x="3640" y="20871"/>
                      <a:pt x="3655" y="20871"/>
                      <a:pt x="3670" y="20871"/>
                    </a:cubicBezTo>
                    <a:cubicBezTo>
                      <a:pt x="3778" y="20870"/>
                      <a:pt x="3778" y="20870"/>
                      <a:pt x="3835" y="20812"/>
                    </a:cubicBezTo>
                    <a:cubicBezTo>
                      <a:pt x="3885" y="20807"/>
                      <a:pt x="3931" y="20806"/>
                      <a:pt x="3981" y="20806"/>
                    </a:cubicBezTo>
                    <a:cubicBezTo>
                      <a:pt x="3996" y="20806"/>
                      <a:pt x="4011" y="20806"/>
                      <a:pt x="4026" y="20806"/>
                    </a:cubicBezTo>
                    <a:cubicBezTo>
                      <a:pt x="4077" y="20806"/>
                      <a:pt x="4128" y="20806"/>
                      <a:pt x="4178" y="20806"/>
                    </a:cubicBezTo>
                    <a:cubicBezTo>
                      <a:pt x="4214" y="20806"/>
                      <a:pt x="4251" y="20806"/>
                      <a:pt x="4287" y="20806"/>
                    </a:cubicBezTo>
                    <a:cubicBezTo>
                      <a:pt x="4385" y="20805"/>
                      <a:pt x="4484" y="20805"/>
                      <a:pt x="4582" y="20806"/>
                    </a:cubicBezTo>
                    <a:cubicBezTo>
                      <a:pt x="4685" y="20806"/>
                      <a:pt x="4788" y="20806"/>
                      <a:pt x="4891" y="20806"/>
                    </a:cubicBezTo>
                    <a:cubicBezTo>
                      <a:pt x="5064" y="20805"/>
                      <a:pt x="5237" y="20806"/>
                      <a:pt x="5409" y="20806"/>
                    </a:cubicBezTo>
                    <a:cubicBezTo>
                      <a:pt x="5609" y="20806"/>
                      <a:pt x="5809" y="20806"/>
                      <a:pt x="6009" y="20806"/>
                    </a:cubicBezTo>
                    <a:cubicBezTo>
                      <a:pt x="6181" y="20805"/>
                      <a:pt x="6352" y="20805"/>
                      <a:pt x="6524" y="20806"/>
                    </a:cubicBezTo>
                    <a:cubicBezTo>
                      <a:pt x="6626" y="20806"/>
                      <a:pt x="6729" y="20806"/>
                      <a:pt x="6831" y="20806"/>
                    </a:cubicBezTo>
                    <a:cubicBezTo>
                      <a:pt x="6928" y="20805"/>
                      <a:pt x="7024" y="20805"/>
                      <a:pt x="7120" y="20806"/>
                    </a:cubicBezTo>
                    <a:cubicBezTo>
                      <a:pt x="7156" y="20806"/>
                      <a:pt x="7191" y="20806"/>
                      <a:pt x="7227" y="20806"/>
                    </a:cubicBezTo>
                    <a:cubicBezTo>
                      <a:pt x="7275" y="20806"/>
                      <a:pt x="7323" y="20806"/>
                      <a:pt x="7371" y="20806"/>
                    </a:cubicBezTo>
                    <a:cubicBezTo>
                      <a:pt x="7386" y="20806"/>
                      <a:pt x="7400" y="20806"/>
                      <a:pt x="7414" y="20806"/>
                    </a:cubicBezTo>
                    <a:cubicBezTo>
                      <a:pt x="7511" y="20807"/>
                      <a:pt x="7511" y="20807"/>
                      <a:pt x="7568" y="20864"/>
                    </a:cubicBezTo>
                    <a:cubicBezTo>
                      <a:pt x="7621" y="20869"/>
                      <a:pt x="7669" y="20871"/>
                      <a:pt x="7722" y="20870"/>
                    </a:cubicBezTo>
                    <a:cubicBezTo>
                      <a:pt x="7736" y="20870"/>
                      <a:pt x="7750" y="20870"/>
                      <a:pt x="7764" y="20871"/>
                    </a:cubicBezTo>
                    <a:cubicBezTo>
                      <a:pt x="7869" y="20870"/>
                      <a:pt x="7869" y="20870"/>
                      <a:pt x="7926" y="20812"/>
                    </a:cubicBezTo>
                    <a:cubicBezTo>
                      <a:pt x="7980" y="20807"/>
                      <a:pt x="8032" y="20805"/>
                      <a:pt x="8086" y="20806"/>
                    </a:cubicBezTo>
                    <a:cubicBezTo>
                      <a:pt x="8103" y="20806"/>
                      <a:pt x="8119" y="20805"/>
                      <a:pt x="8136" y="20805"/>
                    </a:cubicBezTo>
                    <a:cubicBezTo>
                      <a:pt x="8193" y="20805"/>
                      <a:pt x="8249" y="20805"/>
                      <a:pt x="8306" y="20805"/>
                    </a:cubicBezTo>
                    <a:cubicBezTo>
                      <a:pt x="8346" y="20805"/>
                      <a:pt x="8387" y="20805"/>
                      <a:pt x="8427" y="20805"/>
                    </a:cubicBezTo>
                    <a:cubicBezTo>
                      <a:pt x="8539" y="20804"/>
                      <a:pt x="8651" y="20804"/>
                      <a:pt x="8763" y="20804"/>
                    </a:cubicBezTo>
                    <a:cubicBezTo>
                      <a:pt x="8884" y="20804"/>
                      <a:pt x="9005" y="20803"/>
                      <a:pt x="9125" y="20803"/>
                    </a:cubicBezTo>
                    <a:cubicBezTo>
                      <a:pt x="9335" y="20802"/>
                      <a:pt x="9544" y="20801"/>
                      <a:pt x="9753" y="20801"/>
                    </a:cubicBezTo>
                    <a:cubicBezTo>
                      <a:pt x="10070" y="20800"/>
                      <a:pt x="10386" y="20799"/>
                      <a:pt x="10703" y="20798"/>
                    </a:cubicBezTo>
                    <a:cubicBezTo>
                      <a:pt x="10830" y="20797"/>
                      <a:pt x="10957" y="20797"/>
                      <a:pt x="11084" y="20796"/>
                    </a:cubicBezTo>
                    <a:cubicBezTo>
                      <a:pt x="11098" y="20796"/>
                      <a:pt x="11112" y="20796"/>
                      <a:pt x="11127" y="20796"/>
                    </a:cubicBezTo>
                    <a:cubicBezTo>
                      <a:pt x="11463" y="20795"/>
                      <a:pt x="11799" y="20794"/>
                      <a:pt x="12135" y="20792"/>
                    </a:cubicBezTo>
                    <a:cubicBezTo>
                      <a:pt x="12150" y="20792"/>
                      <a:pt x="12165" y="20792"/>
                      <a:pt x="12180" y="20792"/>
                    </a:cubicBezTo>
                    <a:cubicBezTo>
                      <a:pt x="12523" y="20791"/>
                      <a:pt x="12866" y="20790"/>
                      <a:pt x="13209" y="20789"/>
                    </a:cubicBezTo>
                    <a:cubicBezTo>
                      <a:pt x="13224" y="20789"/>
                      <a:pt x="13239" y="20789"/>
                      <a:pt x="13254" y="20789"/>
                    </a:cubicBezTo>
                    <a:cubicBezTo>
                      <a:pt x="13328" y="20789"/>
                      <a:pt x="13403" y="20789"/>
                      <a:pt x="13477" y="20788"/>
                    </a:cubicBezTo>
                    <a:cubicBezTo>
                      <a:pt x="13492" y="20788"/>
                      <a:pt x="13507" y="20788"/>
                      <a:pt x="13522" y="20788"/>
                    </a:cubicBezTo>
                    <a:cubicBezTo>
                      <a:pt x="13551" y="20788"/>
                      <a:pt x="13581" y="20788"/>
                      <a:pt x="13611" y="20788"/>
                    </a:cubicBezTo>
                    <a:cubicBezTo>
                      <a:pt x="14101" y="20787"/>
                      <a:pt x="14591" y="20785"/>
                      <a:pt x="15081" y="20783"/>
                    </a:cubicBezTo>
                    <a:cubicBezTo>
                      <a:pt x="15151" y="20783"/>
                      <a:pt x="15220" y="20782"/>
                      <a:pt x="15289" y="20782"/>
                    </a:cubicBezTo>
                    <a:cubicBezTo>
                      <a:pt x="15303" y="20782"/>
                      <a:pt x="15316" y="20782"/>
                      <a:pt x="15330" y="20782"/>
                    </a:cubicBezTo>
                    <a:cubicBezTo>
                      <a:pt x="15550" y="20781"/>
                      <a:pt x="15769" y="20780"/>
                      <a:pt x="15988" y="20780"/>
                    </a:cubicBezTo>
                    <a:cubicBezTo>
                      <a:pt x="16209" y="20780"/>
                      <a:pt x="16429" y="20779"/>
                      <a:pt x="16650" y="20778"/>
                    </a:cubicBezTo>
                    <a:cubicBezTo>
                      <a:pt x="16769" y="20777"/>
                      <a:pt x="16889" y="20777"/>
                      <a:pt x="17008" y="20777"/>
                    </a:cubicBezTo>
                    <a:cubicBezTo>
                      <a:pt x="17117" y="20777"/>
                      <a:pt x="17227" y="20776"/>
                      <a:pt x="17336" y="20776"/>
                    </a:cubicBezTo>
                    <a:cubicBezTo>
                      <a:pt x="17376" y="20775"/>
                      <a:pt x="17415" y="20775"/>
                      <a:pt x="17455" y="20775"/>
                    </a:cubicBezTo>
                    <a:cubicBezTo>
                      <a:pt x="17808" y="20777"/>
                      <a:pt x="17808" y="20777"/>
                      <a:pt x="17969" y="20691"/>
                    </a:cubicBezTo>
                    <a:cubicBezTo>
                      <a:pt x="18000" y="20659"/>
                      <a:pt x="18000" y="20659"/>
                      <a:pt x="18005" y="20604"/>
                    </a:cubicBezTo>
                    <a:cubicBezTo>
                      <a:pt x="18003" y="20589"/>
                      <a:pt x="18002" y="20573"/>
                      <a:pt x="18000" y="20557"/>
                    </a:cubicBezTo>
                    <a:cubicBezTo>
                      <a:pt x="18016" y="20559"/>
                      <a:pt x="18031" y="20560"/>
                      <a:pt x="18048" y="20562"/>
                    </a:cubicBezTo>
                    <a:cubicBezTo>
                      <a:pt x="18102" y="20557"/>
                      <a:pt x="18102" y="20557"/>
                      <a:pt x="18135" y="20519"/>
                    </a:cubicBezTo>
                    <a:cubicBezTo>
                      <a:pt x="18197" y="20391"/>
                      <a:pt x="18218" y="20290"/>
                      <a:pt x="18205" y="20148"/>
                    </a:cubicBezTo>
                    <a:cubicBezTo>
                      <a:pt x="18238" y="20148"/>
                      <a:pt x="18272" y="20148"/>
                      <a:pt x="18307" y="20148"/>
                    </a:cubicBezTo>
                    <a:cubicBezTo>
                      <a:pt x="18307" y="16604"/>
                      <a:pt x="18307" y="13060"/>
                      <a:pt x="18307" y="9409"/>
                    </a:cubicBezTo>
                    <a:cubicBezTo>
                      <a:pt x="18341" y="9409"/>
                      <a:pt x="18374" y="9409"/>
                      <a:pt x="18409" y="9409"/>
                    </a:cubicBezTo>
                    <a:cubicBezTo>
                      <a:pt x="18409" y="9038"/>
                      <a:pt x="18409" y="8667"/>
                      <a:pt x="18409" y="8284"/>
                    </a:cubicBezTo>
                    <a:cubicBezTo>
                      <a:pt x="18375" y="8284"/>
                      <a:pt x="18342" y="8284"/>
                      <a:pt x="18307" y="8284"/>
                    </a:cubicBezTo>
                    <a:cubicBezTo>
                      <a:pt x="18307" y="7744"/>
                      <a:pt x="18307" y="7204"/>
                      <a:pt x="18307" y="6648"/>
                    </a:cubicBezTo>
                    <a:cubicBezTo>
                      <a:pt x="18341" y="6648"/>
                      <a:pt x="18374" y="6648"/>
                      <a:pt x="18409" y="6648"/>
                    </a:cubicBezTo>
                    <a:cubicBezTo>
                      <a:pt x="18409" y="6614"/>
                      <a:pt x="18409" y="6580"/>
                      <a:pt x="18409" y="6545"/>
                    </a:cubicBezTo>
                    <a:cubicBezTo>
                      <a:pt x="18477" y="6545"/>
                      <a:pt x="18544" y="6545"/>
                      <a:pt x="18614" y="6545"/>
                    </a:cubicBezTo>
                    <a:cubicBezTo>
                      <a:pt x="18614" y="6343"/>
                      <a:pt x="18614" y="6140"/>
                      <a:pt x="18614" y="5932"/>
                    </a:cubicBezTo>
                    <a:cubicBezTo>
                      <a:pt x="18546" y="5932"/>
                      <a:pt x="18479" y="5932"/>
                      <a:pt x="18409" y="5932"/>
                    </a:cubicBezTo>
                    <a:cubicBezTo>
                      <a:pt x="18409" y="5898"/>
                      <a:pt x="18409" y="5864"/>
                      <a:pt x="18409" y="5830"/>
                    </a:cubicBezTo>
                    <a:cubicBezTo>
                      <a:pt x="18375" y="5830"/>
                      <a:pt x="18342" y="5830"/>
                      <a:pt x="18307" y="5830"/>
                    </a:cubicBezTo>
                    <a:cubicBezTo>
                      <a:pt x="18307" y="5492"/>
                      <a:pt x="18307" y="5155"/>
                      <a:pt x="18307" y="4807"/>
                    </a:cubicBezTo>
                    <a:cubicBezTo>
                      <a:pt x="18341" y="4807"/>
                      <a:pt x="18374" y="4807"/>
                      <a:pt x="18409" y="4807"/>
                    </a:cubicBezTo>
                    <a:cubicBezTo>
                      <a:pt x="18409" y="4739"/>
                      <a:pt x="18409" y="4672"/>
                      <a:pt x="18409" y="4602"/>
                    </a:cubicBezTo>
                    <a:cubicBezTo>
                      <a:pt x="18342" y="4602"/>
                      <a:pt x="18274" y="4602"/>
                      <a:pt x="18205" y="4602"/>
                    </a:cubicBezTo>
                    <a:cubicBezTo>
                      <a:pt x="18205" y="4569"/>
                      <a:pt x="18205" y="4535"/>
                      <a:pt x="18205" y="4500"/>
                    </a:cubicBezTo>
                    <a:cubicBezTo>
                      <a:pt x="18188" y="4500"/>
                      <a:pt x="18172" y="4500"/>
                      <a:pt x="18155" y="4500"/>
                    </a:cubicBezTo>
                    <a:cubicBezTo>
                      <a:pt x="17757" y="4498"/>
                      <a:pt x="17359" y="4495"/>
                      <a:pt x="16960" y="4491"/>
                    </a:cubicBezTo>
                    <a:cubicBezTo>
                      <a:pt x="16768" y="4489"/>
                      <a:pt x="16575" y="4487"/>
                      <a:pt x="16383" y="4486"/>
                    </a:cubicBezTo>
                    <a:cubicBezTo>
                      <a:pt x="16215" y="4485"/>
                      <a:pt x="16047" y="4484"/>
                      <a:pt x="15879" y="4482"/>
                    </a:cubicBezTo>
                    <a:cubicBezTo>
                      <a:pt x="15790" y="4481"/>
                      <a:pt x="15701" y="4480"/>
                      <a:pt x="15612" y="4480"/>
                    </a:cubicBezTo>
                    <a:cubicBezTo>
                      <a:pt x="14929" y="4480"/>
                      <a:pt x="14929" y="4480"/>
                      <a:pt x="14727" y="4298"/>
                    </a:cubicBezTo>
                    <a:cubicBezTo>
                      <a:pt x="14711" y="4280"/>
                      <a:pt x="14694" y="4263"/>
                      <a:pt x="14676" y="4244"/>
                    </a:cubicBezTo>
                    <a:cubicBezTo>
                      <a:pt x="14667" y="4236"/>
                      <a:pt x="14667" y="4236"/>
                      <a:pt x="14621" y="4195"/>
                    </a:cubicBezTo>
                    <a:cubicBezTo>
                      <a:pt x="14424" y="3976"/>
                      <a:pt x="14454" y="3621"/>
                      <a:pt x="14450" y="3347"/>
                    </a:cubicBezTo>
                    <a:cubicBezTo>
                      <a:pt x="14449" y="3300"/>
                      <a:pt x="14448" y="3253"/>
                      <a:pt x="14447" y="3207"/>
                    </a:cubicBezTo>
                    <a:cubicBezTo>
                      <a:pt x="14445" y="3085"/>
                      <a:pt x="14443" y="2964"/>
                      <a:pt x="14441" y="2842"/>
                    </a:cubicBezTo>
                    <a:cubicBezTo>
                      <a:pt x="14439" y="2718"/>
                      <a:pt x="14436" y="2593"/>
                      <a:pt x="14434" y="2469"/>
                    </a:cubicBezTo>
                    <a:cubicBezTo>
                      <a:pt x="14429" y="2226"/>
                      <a:pt x="14424" y="1982"/>
                      <a:pt x="14420" y="1739"/>
                    </a:cubicBezTo>
                    <a:cubicBezTo>
                      <a:pt x="14454" y="1739"/>
                      <a:pt x="14488" y="1739"/>
                      <a:pt x="14523" y="1739"/>
                    </a:cubicBezTo>
                    <a:cubicBezTo>
                      <a:pt x="14528" y="1611"/>
                      <a:pt x="14532" y="1484"/>
                      <a:pt x="14534" y="1357"/>
                    </a:cubicBezTo>
                    <a:cubicBezTo>
                      <a:pt x="14535" y="1313"/>
                      <a:pt x="14536" y="1270"/>
                      <a:pt x="14538" y="1227"/>
                    </a:cubicBezTo>
                    <a:cubicBezTo>
                      <a:pt x="14541" y="1164"/>
                      <a:pt x="14542" y="1102"/>
                      <a:pt x="14543" y="1039"/>
                    </a:cubicBezTo>
                    <a:cubicBezTo>
                      <a:pt x="14544" y="1020"/>
                      <a:pt x="14545" y="1001"/>
                      <a:pt x="14546" y="982"/>
                    </a:cubicBezTo>
                    <a:cubicBezTo>
                      <a:pt x="14546" y="871"/>
                      <a:pt x="14520" y="793"/>
                      <a:pt x="14454" y="703"/>
                    </a:cubicBezTo>
                    <a:cubicBezTo>
                      <a:pt x="14279" y="547"/>
                      <a:pt x="14022" y="588"/>
                      <a:pt x="13802" y="593"/>
                    </a:cubicBezTo>
                    <a:cubicBezTo>
                      <a:pt x="13734" y="594"/>
                      <a:pt x="13665" y="594"/>
                      <a:pt x="13597" y="595"/>
                    </a:cubicBezTo>
                    <a:cubicBezTo>
                      <a:pt x="13468" y="595"/>
                      <a:pt x="13339" y="597"/>
                      <a:pt x="13210" y="599"/>
                    </a:cubicBezTo>
                    <a:cubicBezTo>
                      <a:pt x="13063" y="601"/>
                      <a:pt x="12916" y="602"/>
                      <a:pt x="12769" y="603"/>
                    </a:cubicBezTo>
                    <a:cubicBezTo>
                      <a:pt x="12468" y="605"/>
                      <a:pt x="12166" y="609"/>
                      <a:pt x="11864" y="614"/>
                    </a:cubicBezTo>
                    <a:cubicBezTo>
                      <a:pt x="11864" y="647"/>
                      <a:pt x="11864" y="681"/>
                      <a:pt x="11864" y="716"/>
                    </a:cubicBezTo>
                    <a:cubicBezTo>
                      <a:pt x="11524" y="710"/>
                      <a:pt x="11185" y="705"/>
                      <a:pt x="10846" y="699"/>
                    </a:cubicBezTo>
                    <a:cubicBezTo>
                      <a:pt x="10689" y="696"/>
                      <a:pt x="10531" y="693"/>
                      <a:pt x="10374" y="690"/>
                    </a:cubicBezTo>
                    <a:cubicBezTo>
                      <a:pt x="10237" y="688"/>
                      <a:pt x="10099" y="686"/>
                      <a:pt x="9962" y="683"/>
                    </a:cubicBezTo>
                    <a:cubicBezTo>
                      <a:pt x="9889" y="682"/>
                      <a:pt x="9817" y="681"/>
                      <a:pt x="9744" y="680"/>
                    </a:cubicBezTo>
                    <a:cubicBezTo>
                      <a:pt x="9676" y="679"/>
                      <a:pt x="9607" y="677"/>
                      <a:pt x="9539" y="676"/>
                    </a:cubicBezTo>
                    <a:cubicBezTo>
                      <a:pt x="9502" y="675"/>
                      <a:pt x="9465" y="675"/>
                      <a:pt x="9428" y="674"/>
                    </a:cubicBezTo>
                    <a:cubicBezTo>
                      <a:pt x="9406" y="674"/>
                      <a:pt x="9384" y="673"/>
                      <a:pt x="9361" y="673"/>
                    </a:cubicBezTo>
                    <a:cubicBezTo>
                      <a:pt x="9351" y="673"/>
                      <a:pt x="9351" y="673"/>
                      <a:pt x="9303" y="672"/>
                    </a:cubicBezTo>
                    <a:cubicBezTo>
                      <a:pt x="9256" y="665"/>
                      <a:pt x="9256" y="665"/>
                      <a:pt x="9205" y="614"/>
                    </a:cubicBezTo>
                    <a:cubicBezTo>
                      <a:pt x="9164" y="607"/>
                      <a:pt x="9164" y="607"/>
                      <a:pt x="9115" y="607"/>
                    </a:cubicBezTo>
                    <a:cubicBezTo>
                      <a:pt x="9097" y="607"/>
                      <a:pt x="9079" y="607"/>
                      <a:pt x="9060" y="607"/>
                    </a:cubicBezTo>
                    <a:cubicBezTo>
                      <a:pt x="9040" y="607"/>
                      <a:pt x="9020" y="607"/>
                      <a:pt x="9000" y="607"/>
                    </a:cubicBezTo>
                    <a:cubicBezTo>
                      <a:pt x="8990" y="607"/>
                      <a:pt x="8990" y="607"/>
                      <a:pt x="8939" y="607"/>
                    </a:cubicBezTo>
                    <a:cubicBezTo>
                      <a:pt x="8896" y="607"/>
                      <a:pt x="8853" y="607"/>
                      <a:pt x="8810" y="607"/>
                    </a:cubicBezTo>
                    <a:cubicBezTo>
                      <a:pt x="8745" y="607"/>
                      <a:pt x="8679" y="607"/>
                      <a:pt x="8613" y="607"/>
                    </a:cubicBezTo>
                    <a:cubicBezTo>
                      <a:pt x="8572" y="607"/>
                      <a:pt x="8530" y="607"/>
                      <a:pt x="8489" y="607"/>
                    </a:cubicBezTo>
                    <a:cubicBezTo>
                      <a:pt x="8479" y="607"/>
                      <a:pt x="8479" y="607"/>
                      <a:pt x="8429" y="607"/>
                    </a:cubicBezTo>
                    <a:cubicBezTo>
                      <a:pt x="8411" y="607"/>
                      <a:pt x="8392" y="607"/>
                      <a:pt x="8374" y="607"/>
                    </a:cubicBezTo>
                    <a:cubicBezTo>
                      <a:pt x="8366" y="607"/>
                      <a:pt x="8366" y="607"/>
                      <a:pt x="8325" y="607"/>
                    </a:cubicBezTo>
                    <a:cubicBezTo>
                      <a:pt x="8284" y="614"/>
                      <a:pt x="8284" y="614"/>
                      <a:pt x="8233" y="665"/>
                    </a:cubicBezTo>
                    <a:cubicBezTo>
                      <a:pt x="8190" y="671"/>
                      <a:pt x="8190" y="671"/>
                      <a:pt x="8140" y="672"/>
                    </a:cubicBezTo>
                    <a:cubicBezTo>
                      <a:pt x="8122" y="672"/>
                      <a:pt x="8104" y="672"/>
                      <a:pt x="8086" y="672"/>
                    </a:cubicBezTo>
                    <a:cubicBezTo>
                      <a:pt x="8067" y="672"/>
                      <a:pt x="8048" y="671"/>
                      <a:pt x="8028" y="671"/>
                    </a:cubicBezTo>
                    <a:cubicBezTo>
                      <a:pt x="8019" y="671"/>
                      <a:pt x="8019" y="671"/>
                      <a:pt x="7971" y="672"/>
                    </a:cubicBezTo>
                    <a:cubicBezTo>
                      <a:pt x="7953" y="672"/>
                      <a:pt x="7935" y="672"/>
                      <a:pt x="7917" y="672"/>
                    </a:cubicBezTo>
                    <a:cubicBezTo>
                      <a:pt x="7900" y="672"/>
                      <a:pt x="7883" y="671"/>
                      <a:pt x="7866" y="671"/>
                    </a:cubicBezTo>
                    <a:cubicBezTo>
                      <a:pt x="7824" y="665"/>
                      <a:pt x="7824" y="665"/>
                      <a:pt x="7773" y="614"/>
                    </a:cubicBezTo>
                    <a:cubicBezTo>
                      <a:pt x="7720" y="609"/>
                      <a:pt x="7672" y="606"/>
                      <a:pt x="7619" y="607"/>
                    </a:cubicBezTo>
                    <a:cubicBezTo>
                      <a:pt x="7612" y="607"/>
                      <a:pt x="7612" y="607"/>
                      <a:pt x="7577" y="607"/>
                    </a:cubicBezTo>
                    <a:cubicBezTo>
                      <a:pt x="7472" y="607"/>
                      <a:pt x="7472" y="607"/>
                      <a:pt x="7415" y="665"/>
                    </a:cubicBezTo>
                    <a:cubicBezTo>
                      <a:pt x="7372" y="671"/>
                      <a:pt x="7372" y="671"/>
                      <a:pt x="7322" y="672"/>
                    </a:cubicBezTo>
                    <a:cubicBezTo>
                      <a:pt x="7304" y="672"/>
                      <a:pt x="7286" y="672"/>
                      <a:pt x="7267" y="672"/>
                    </a:cubicBezTo>
                    <a:cubicBezTo>
                      <a:pt x="7249" y="672"/>
                      <a:pt x="7230" y="671"/>
                      <a:pt x="7210" y="671"/>
                    </a:cubicBezTo>
                    <a:cubicBezTo>
                      <a:pt x="7201" y="671"/>
                      <a:pt x="7201" y="671"/>
                      <a:pt x="7153" y="672"/>
                    </a:cubicBezTo>
                    <a:cubicBezTo>
                      <a:pt x="7135" y="672"/>
                      <a:pt x="7117" y="672"/>
                      <a:pt x="7098" y="672"/>
                    </a:cubicBezTo>
                    <a:cubicBezTo>
                      <a:pt x="7082" y="672"/>
                      <a:pt x="7065" y="671"/>
                      <a:pt x="7048" y="671"/>
                    </a:cubicBezTo>
                    <a:cubicBezTo>
                      <a:pt x="7006" y="665"/>
                      <a:pt x="7006" y="665"/>
                      <a:pt x="6955" y="614"/>
                    </a:cubicBezTo>
                    <a:cubicBezTo>
                      <a:pt x="6918" y="607"/>
                      <a:pt x="6918" y="607"/>
                      <a:pt x="6874" y="607"/>
                    </a:cubicBezTo>
                    <a:cubicBezTo>
                      <a:pt x="6866" y="607"/>
                      <a:pt x="6866" y="607"/>
                      <a:pt x="6825" y="607"/>
                    </a:cubicBezTo>
                    <a:cubicBezTo>
                      <a:pt x="6817" y="607"/>
                      <a:pt x="6817" y="607"/>
                      <a:pt x="6772" y="607"/>
                    </a:cubicBezTo>
                    <a:cubicBezTo>
                      <a:pt x="6763" y="607"/>
                      <a:pt x="6763" y="607"/>
                      <a:pt x="6718" y="607"/>
                    </a:cubicBezTo>
                    <a:cubicBezTo>
                      <a:pt x="6680" y="607"/>
                      <a:pt x="6642" y="607"/>
                      <a:pt x="6604" y="607"/>
                    </a:cubicBezTo>
                    <a:cubicBezTo>
                      <a:pt x="6546" y="607"/>
                      <a:pt x="6487" y="607"/>
                      <a:pt x="6429" y="607"/>
                    </a:cubicBezTo>
                    <a:cubicBezTo>
                      <a:pt x="6392" y="607"/>
                      <a:pt x="6355" y="607"/>
                      <a:pt x="6319" y="607"/>
                    </a:cubicBezTo>
                    <a:cubicBezTo>
                      <a:pt x="6301" y="607"/>
                      <a:pt x="6284" y="607"/>
                      <a:pt x="6266" y="607"/>
                    </a:cubicBezTo>
                    <a:cubicBezTo>
                      <a:pt x="6249" y="607"/>
                      <a:pt x="6233" y="607"/>
                      <a:pt x="6216" y="607"/>
                    </a:cubicBezTo>
                    <a:cubicBezTo>
                      <a:pt x="6209" y="607"/>
                      <a:pt x="6209" y="607"/>
                      <a:pt x="6173" y="607"/>
                    </a:cubicBezTo>
                    <a:cubicBezTo>
                      <a:pt x="6136" y="614"/>
                      <a:pt x="6136" y="614"/>
                      <a:pt x="6085" y="665"/>
                    </a:cubicBezTo>
                    <a:cubicBezTo>
                      <a:pt x="6033" y="670"/>
                      <a:pt x="5985" y="672"/>
                      <a:pt x="5933" y="671"/>
                    </a:cubicBezTo>
                    <a:cubicBezTo>
                      <a:pt x="5925" y="671"/>
                      <a:pt x="5925" y="671"/>
                      <a:pt x="5885" y="672"/>
                    </a:cubicBezTo>
                    <a:cubicBezTo>
                      <a:pt x="5831" y="672"/>
                      <a:pt x="5778" y="672"/>
                      <a:pt x="5725" y="671"/>
                    </a:cubicBezTo>
                    <a:cubicBezTo>
                      <a:pt x="5687" y="671"/>
                      <a:pt x="5649" y="672"/>
                      <a:pt x="5611" y="672"/>
                    </a:cubicBezTo>
                    <a:cubicBezTo>
                      <a:pt x="5507" y="672"/>
                      <a:pt x="5404" y="672"/>
                      <a:pt x="5300" y="672"/>
                    </a:cubicBezTo>
                    <a:cubicBezTo>
                      <a:pt x="5192" y="672"/>
                      <a:pt x="5084" y="672"/>
                      <a:pt x="4975" y="672"/>
                    </a:cubicBezTo>
                    <a:cubicBezTo>
                      <a:pt x="4793" y="672"/>
                      <a:pt x="4611" y="672"/>
                      <a:pt x="4429" y="671"/>
                    </a:cubicBezTo>
                    <a:cubicBezTo>
                      <a:pt x="4219" y="671"/>
                      <a:pt x="4009" y="671"/>
                      <a:pt x="3798" y="672"/>
                    </a:cubicBezTo>
                    <a:cubicBezTo>
                      <a:pt x="3618" y="672"/>
                      <a:pt x="3437" y="672"/>
                      <a:pt x="3257" y="672"/>
                    </a:cubicBezTo>
                    <a:cubicBezTo>
                      <a:pt x="3149" y="672"/>
                      <a:pt x="3041" y="672"/>
                      <a:pt x="2933" y="672"/>
                    </a:cubicBezTo>
                    <a:cubicBezTo>
                      <a:pt x="2832" y="672"/>
                      <a:pt x="2730" y="672"/>
                      <a:pt x="2629" y="671"/>
                    </a:cubicBezTo>
                    <a:cubicBezTo>
                      <a:pt x="2592" y="671"/>
                      <a:pt x="2554" y="671"/>
                      <a:pt x="2517" y="672"/>
                    </a:cubicBezTo>
                    <a:cubicBezTo>
                      <a:pt x="2466" y="672"/>
                      <a:pt x="2415" y="672"/>
                      <a:pt x="2364" y="671"/>
                    </a:cubicBezTo>
                    <a:cubicBezTo>
                      <a:pt x="2357" y="671"/>
                      <a:pt x="2357" y="671"/>
                      <a:pt x="2320" y="672"/>
                    </a:cubicBezTo>
                    <a:cubicBezTo>
                      <a:pt x="2245" y="671"/>
                      <a:pt x="2186" y="662"/>
                      <a:pt x="2115" y="636"/>
                    </a:cubicBezTo>
                    <a:cubicBezTo>
                      <a:pt x="2092" y="628"/>
                      <a:pt x="2069" y="621"/>
                      <a:pt x="2045" y="614"/>
                    </a:cubicBezTo>
                    <a:close/>
                    <a:moveTo>
                      <a:pt x="15136" y="1227"/>
                    </a:moveTo>
                    <a:cubicBezTo>
                      <a:pt x="15136" y="2037"/>
                      <a:pt x="15136" y="2847"/>
                      <a:pt x="15136" y="3682"/>
                    </a:cubicBezTo>
                    <a:cubicBezTo>
                      <a:pt x="15170" y="3682"/>
                      <a:pt x="15204" y="3682"/>
                      <a:pt x="15239" y="3682"/>
                    </a:cubicBezTo>
                    <a:cubicBezTo>
                      <a:pt x="15239" y="3716"/>
                      <a:pt x="15239" y="3749"/>
                      <a:pt x="15239" y="3784"/>
                    </a:cubicBezTo>
                    <a:cubicBezTo>
                      <a:pt x="16049" y="3784"/>
                      <a:pt x="16859" y="3784"/>
                      <a:pt x="17693" y="3784"/>
                    </a:cubicBezTo>
                    <a:cubicBezTo>
                      <a:pt x="17693" y="3717"/>
                      <a:pt x="17693" y="3649"/>
                      <a:pt x="17693" y="3580"/>
                    </a:cubicBezTo>
                    <a:cubicBezTo>
                      <a:pt x="17659" y="3580"/>
                      <a:pt x="17626" y="3580"/>
                      <a:pt x="17591" y="3580"/>
                    </a:cubicBezTo>
                    <a:cubicBezTo>
                      <a:pt x="17591" y="3546"/>
                      <a:pt x="17591" y="3512"/>
                      <a:pt x="17591" y="3477"/>
                    </a:cubicBezTo>
                    <a:cubicBezTo>
                      <a:pt x="17557" y="3477"/>
                      <a:pt x="17523" y="3477"/>
                      <a:pt x="17489" y="3477"/>
                    </a:cubicBezTo>
                    <a:cubicBezTo>
                      <a:pt x="17489" y="3444"/>
                      <a:pt x="17489" y="3410"/>
                      <a:pt x="17489" y="3375"/>
                    </a:cubicBezTo>
                    <a:cubicBezTo>
                      <a:pt x="17455" y="3375"/>
                      <a:pt x="17421" y="3375"/>
                      <a:pt x="17386" y="3375"/>
                    </a:cubicBezTo>
                    <a:cubicBezTo>
                      <a:pt x="17386" y="3341"/>
                      <a:pt x="17386" y="3308"/>
                      <a:pt x="17386" y="3273"/>
                    </a:cubicBezTo>
                    <a:cubicBezTo>
                      <a:pt x="17353" y="3273"/>
                      <a:pt x="17319" y="3273"/>
                      <a:pt x="17284" y="3273"/>
                    </a:cubicBezTo>
                    <a:cubicBezTo>
                      <a:pt x="17284" y="3239"/>
                      <a:pt x="17284" y="3205"/>
                      <a:pt x="17284" y="3170"/>
                    </a:cubicBezTo>
                    <a:cubicBezTo>
                      <a:pt x="17250" y="3170"/>
                      <a:pt x="17217" y="3170"/>
                      <a:pt x="17182" y="3170"/>
                    </a:cubicBezTo>
                    <a:cubicBezTo>
                      <a:pt x="17182" y="3137"/>
                      <a:pt x="17182" y="3103"/>
                      <a:pt x="17182" y="3068"/>
                    </a:cubicBezTo>
                    <a:cubicBezTo>
                      <a:pt x="17148" y="3068"/>
                      <a:pt x="17114" y="3068"/>
                      <a:pt x="17080" y="3068"/>
                    </a:cubicBezTo>
                    <a:cubicBezTo>
                      <a:pt x="17080" y="3034"/>
                      <a:pt x="17080" y="3001"/>
                      <a:pt x="17080" y="2966"/>
                    </a:cubicBezTo>
                    <a:cubicBezTo>
                      <a:pt x="17046" y="2966"/>
                      <a:pt x="17012" y="2966"/>
                      <a:pt x="16977" y="2966"/>
                    </a:cubicBezTo>
                    <a:cubicBezTo>
                      <a:pt x="16977" y="2932"/>
                      <a:pt x="16977" y="2898"/>
                      <a:pt x="16977" y="2864"/>
                    </a:cubicBezTo>
                    <a:cubicBezTo>
                      <a:pt x="16944" y="2864"/>
                      <a:pt x="16910" y="2864"/>
                      <a:pt x="16875" y="2864"/>
                    </a:cubicBezTo>
                    <a:cubicBezTo>
                      <a:pt x="16875" y="2830"/>
                      <a:pt x="16875" y="2796"/>
                      <a:pt x="16875" y="2761"/>
                    </a:cubicBezTo>
                    <a:cubicBezTo>
                      <a:pt x="16841" y="2761"/>
                      <a:pt x="16808" y="2761"/>
                      <a:pt x="16773" y="2761"/>
                    </a:cubicBezTo>
                    <a:cubicBezTo>
                      <a:pt x="16773" y="2728"/>
                      <a:pt x="16773" y="2694"/>
                      <a:pt x="16773" y="2659"/>
                    </a:cubicBezTo>
                    <a:cubicBezTo>
                      <a:pt x="16739" y="2659"/>
                      <a:pt x="16705" y="2659"/>
                      <a:pt x="16670" y="2659"/>
                    </a:cubicBezTo>
                    <a:cubicBezTo>
                      <a:pt x="16670" y="2625"/>
                      <a:pt x="16670" y="2592"/>
                      <a:pt x="16670" y="2557"/>
                    </a:cubicBezTo>
                    <a:cubicBezTo>
                      <a:pt x="16637" y="2557"/>
                      <a:pt x="16603" y="2557"/>
                      <a:pt x="16568" y="2557"/>
                    </a:cubicBezTo>
                    <a:cubicBezTo>
                      <a:pt x="16568" y="2523"/>
                      <a:pt x="16568" y="2489"/>
                      <a:pt x="16568" y="2455"/>
                    </a:cubicBezTo>
                    <a:cubicBezTo>
                      <a:pt x="16534" y="2455"/>
                      <a:pt x="16501" y="2455"/>
                      <a:pt x="16466" y="2455"/>
                    </a:cubicBezTo>
                    <a:cubicBezTo>
                      <a:pt x="16466" y="2421"/>
                      <a:pt x="16466" y="2387"/>
                      <a:pt x="16466" y="2352"/>
                    </a:cubicBezTo>
                    <a:cubicBezTo>
                      <a:pt x="16432" y="2352"/>
                      <a:pt x="16398" y="2352"/>
                      <a:pt x="16364" y="2352"/>
                    </a:cubicBezTo>
                    <a:cubicBezTo>
                      <a:pt x="16364" y="2319"/>
                      <a:pt x="16364" y="2285"/>
                      <a:pt x="16364" y="2250"/>
                    </a:cubicBezTo>
                    <a:cubicBezTo>
                      <a:pt x="16330" y="2250"/>
                      <a:pt x="16296" y="2250"/>
                      <a:pt x="16261" y="2250"/>
                    </a:cubicBezTo>
                    <a:cubicBezTo>
                      <a:pt x="16261" y="2216"/>
                      <a:pt x="16261" y="2183"/>
                      <a:pt x="16261" y="2148"/>
                    </a:cubicBezTo>
                    <a:cubicBezTo>
                      <a:pt x="16228" y="2148"/>
                      <a:pt x="16194" y="2148"/>
                      <a:pt x="16159" y="2148"/>
                    </a:cubicBezTo>
                    <a:cubicBezTo>
                      <a:pt x="16159" y="2114"/>
                      <a:pt x="16159" y="2080"/>
                      <a:pt x="16159" y="2045"/>
                    </a:cubicBezTo>
                    <a:cubicBezTo>
                      <a:pt x="16125" y="2045"/>
                      <a:pt x="16092" y="2045"/>
                      <a:pt x="16057" y="2045"/>
                    </a:cubicBezTo>
                    <a:cubicBezTo>
                      <a:pt x="16057" y="2012"/>
                      <a:pt x="16057" y="1978"/>
                      <a:pt x="16057" y="1943"/>
                    </a:cubicBezTo>
                    <a:cubicBezTo>
                      <a:pt x="16023" y="1943"/>
                      <a:pt x="15989" y="1943"/>
                      <a:pt x="15955" y="1943"/>
                    </a:cubicBezTo>
                    <a:cubicBezTo>
                      <a:pt x="15955" y="1909"/>
                      <a:pt x="15955" y="1876"/>
                      <a:pt x="15955" y="1841"/>
                    </a:cubicBezTo>
                    <a:cubicBezTo>
                      <a:pt x="15921" y="1841"/>
                      <a:pt x="15887" y="1841"/>
                      <a:pt x="15852" y="1841"/>
                    </a:cubicBezTo>
                    <a:cubicBezTo>
                      <a:pt x="15852" y="1807"/>
                      <a:pt x="15852" y="1773"/>
                      <a:pt x="15852" y="1739"/>
                    </a:cubicBezTo>
                    <a:cubicBezTo>
                      <a:pt x="15819" y="1739"/>
                      <a:pt x="15785" y="1739"/>
                      <a:pt x="15750" y="1739"/>
                    </a:cubicBezTo>
                    <a:cubicBezTo>
                      <a:pt x="15750" y="1705"/>
                      <a:pt x="15750" y="1671"/>
                      <a:pt x="15750" y="1636"/>
                    </a:cubicBezTo>
                    <a:cubicBezTo>
                      <a:pt x="15716" y="1636"/>
                      <a:pt x="15683" y="1636"/>
                      <a:pt x="15648" y="1636"/>
                    </a:cubicBezTo>
                    <a:cubicBezTo>
                      <a:pt x="15648" y="1603"/>
                      <a:pt x="15648" y="1569"/>
                      <a:pt x="15648" y="1534"/>
                    </a:cubicBezTo>
                    <a:cubicBezTo>
                      <a:pt x="15614" y="1534"/>
                      <a:pt x="15580" y="1534"/>
                      <a:pt x="15545" y="1534"/>
                    </a:cubicBezTo>
                    <a:cubicBezTo>
                      <a:pt x="15545" y="1500"/>
                      <a:pt x="15545" y="1467"/>
                      <a:pt x="15545" y="1432"/>
                    </a:cubicBezTo>
                    <a:cubicBezTo>
                      <a:pt x="15512" y="1432"/>
                      <a:pt x="15478" y="1432"/>
                      <a:pt x="15443" y="1432"/>
                    </a:cubicBezTo>
                    <a:cubicBezTo>
                      <a:pt x="15443" y="1398"/>
                      <a:pt x="15443" y="1364"/>
                      <a:pt x="15443" y="1330"/>
                    </a:cubicBezTo>
                    <a:cubicBezTo>
                      <a:pt x="15409" y="1330"/>
                      <a:pt x="15376" y="1330"/>
                      <a:pt x="15341" y="1330"/>
                    </a:cubicBezTo>
                    <a:cubicBezTo>
                      <a:pt x="15341" y="1296"/>
                      <a:pt x="15341" y="1262"/>
                      <a:pt x="15341" y="1227"/>
                    </a:cubicBezTo>
                    <a:cubicBezTo>
                      <a:pt x="15273" y="1227"/>
                      <a:pt x="15206" y="1227"/>
                      <a:pt x="15136" y="1227"/>
                    </a:cubicBezTo>
                    <a:close/>
                  </a:path>
                </a:pathLst>
              </a:custGeom>
              <a:solidFill>
                <a:srgbClr val="251047"/>
              </a:solidFill>
              <a:ln w="649" cap="flat">
                <a:noFill/>
              </a:ln>
            </p:spPr>
          </p:sp>
          <p:sp>
            <p:nvSpPr>
              <p:cNvPr id="1324" name="ICON_TOOL_REPORT_path_003"/>
              <p:cNvSpPr/>
              <p:nvPr/>
            </p:nvSpPr>
            <p:spPr>
              <a:xfrm>
                <a:off x="5172869" y="5461433"/>
                <a:ext cx="98714" cy="96116"/>
              </a:xfrm>
              <a:custGeom>
                <a:avLst/>
                <a:gdLst/>
                <a:ahLst/>
                <a:cxnLst/>
                <a:rect l="0" t="0" r="r" b="b"/>
                <a:pathLst>
                  <a:path w="7773" h="7568" fill="norm" stroke="0">
                    <a:moveTo>
                      <a:pt x="3273" y="0"/>
                    </a:moveTo>
                    <a:cubicBezTo>
                      <a:pt x="3441" y="0"/>
                      <a:pt x="3610" y="0"/>
                      <a:pt x="3784" y="0"/>
                    </a:cubicBezTo>
                    <a:cubicBezTo>
                      <a:pt x="3784" y="34"/>
                      <a:pt x="3784" y="67"/>
                      <a:pt x="3784" y="102"/>
                    </a:cubicBezTo>
                    <a:cubicBezTo>
                      <a:pt x="3885" y="102"/>
                      <a:pt x="3987" y="102"/>
                      <a:pt x="4091" y="102"/>
                    </a:cubicBezTo>
                    <a:cubicBezTo>
                      <a:pt x="4091" y="69"/>
                      <a:pt x="4091" y="35"/>
                      <a:pt x="4091" y="0"/>
                    </a:cubicBezTo>
                    <a:cubicBezTo>
                      <a:pt x="4158" y="0"/>
                      <a:pt x="4226" y="0"/>
                      <a:pt x="4295" y="0"/>
                    </a:cubicBezTo>
                    <a:cubicBezTo>
                      <a:pt x="4295" y="236"/>
                      <a:pt x="4295" y="473"/>
                      <a:pt x="4295" y="716"/>
                    </a:cubicBezTo>
                    <a:cubicBezTo>
                      <a:pt x="4194" y="716"/>
                      <a:pt x="4093" y="716"/>
                      <a:pt x="3989" y="716"/>
                    </a:cubicBezTo>
                    <a:cubicBezTo>
                      <a:pt x="3989" y="682"/>
                      <a:pt x="3989" y="648"/>
                      <a:pt x="3989" y="614"/>
                    </a:cubicBezTo>
                    <a:cubicBezTo>
                      <a:pt x="3955" y="614"/>
                      <a:pt x="3921" y="614"/>
                      <a:pt x="3886" y="614"/>
                    </a:cubicBezTo>
                    <a:cubicBezTo>
                      <a:pt x="3886" y="647"/>
                      <a:pt x="3886" y="681"/>
                      <a:pt x="3886" y="716"/>
                    </a:cubicBezTo>
                    <a:cubicBezTo>
                      <a:pt x="3853" y="716"/>
                      <a:pt x="3819" y="716"/>
                      <a:pt x="3784" y="716"/>
                    </a:cubicBezTo>
                    <a:cubicBezTo>
                      <a:pt x="3784" y="783"/>
                      <a:pt x="3784" y="851"/>
                      <a:pt x="3784" y="920"/>
                    </a:cubicBezTo>
                    <a:cubicBezTo>
                      <a:pt x="3750" y="920"/>
                      <a:pt x="3717" y="920"/>
                      <a:pt x="3682" y="920"/>
                    </a:cubicBezTo>
                    <a:cubicBezTo>
                      <a:pt x="3682" y="1123"/>
                      <a:pt x="3682" y="1325"/>
                      <a:pt x="3682" y="1534"/>
                    </a:cubicBezTo>
                    <a:cubicBezTo>
                      <a:pt x="3716" y="1534"/>
                      <a:pt x="3749" y="1534"/>
                      <a:pt x="3784" y="1534"/>
                    </a:cubicBezTo>
                    <a:cubicBezTo>
                      <a:pt x="3784" y="2243"/>
                      <a:pt x="3784" y="2952"/>
                      <a:pt x="3784" y="3682"/>
                    </a:cubicBezTo>
                    <a:cubicBezTo>
                      <a:pt x="3818" y="3682"/>
                      <a:pt x="3852" y="3682"/>
                      <a:pt x="3886" y="3682"/>
                    </a:cubicBezTo>
                    <a:cubicBezTo>
                      <a:pt x="3886" y="3716"/>
                      <a:pt x="3886" y="3749"/>
                      <a:pt x="3886" y="3784"/>
                    </a:cubicBezTo>
                    <a:cubicBezTo>
                      <a:pt x="4190" y="3784"/>
                      <a:pt x="4494" y="3784"/>
                      <a:pt x="4807" y="3784"/>
                    </a:cubicBezTo>
                    <a:cubicBezTo>
                      <a:pt x="4807" y="3750"/>
                      <a:pt x="4807" y="3717"/>
                      <a:pt x="4807" y="3682"/>
                    </a:cubicBezTo>
                    <a:cubicBezTo>
                      <a:pt x="4841" y="3682"/>
                      <a:pt x="4874" y="3682"/>
                      <a:pt x="4909" y="3682"/>
                    </a:cubicBezTo>
                    <a:cubicBezTo>
                      <a:pt x="4909" y="3648"/>
                      <a:pt x="4909" y="3614"/>
                      <a:pt x="4909" y="3580"/>
                    </a:cubicBezTo>
                    <a:cubicBezTo>
                      <a:pt x="5010" y="3580"/>
                      <a:pt x="5112" y="3580"/>
                      <a:pt x="5216" y="3580"/>
                    </a:cubicBezTo>
                    <a:cubicBezTo>
                      <a:pt x="5216" y="3613"/>
                      <a:pt x="5216" y="3647"/>
                      <a:pt x="5216" y="3682"/>
                    </a:cubicBezTo>
                    <a:cubicBezTo>
                      <a:pt x="5250" y="3682"/>
                      <a:pt x="5283" y="3682"/>
                      <a:pt x="5318" y="3682"/>
                    </a:cubicBezTo>
                    <a:cubicBezTo>
                      <a:pt x="5318" y="3716"/>
                      <a:pt x="5318" y="3749"/>
                      <a:pt x="5318" y="3784"/>
                    </a:cubicBezTo>
                    <a:cubicBezTo>
                      <a:pt x="5757" y="3784"/>
                      <a:pt x="6196" y="3784"/>
                      <a:pt x="6648" y="3784"/>
                    </a:cubicBezTo>
                    <a:cubicBezTo>
                      <a:pt x="6648" y="3717"/>
                      <a:pt x="6648" y="3649"/>
                      <a:pt x="6648" y="3580"/>
                    </a:cubicBezTo>
                    <a:cubicBezTo>
                      <a:pt x="6749" y="3580"/>
                      <a:pt x="6850" y="3580"/>
                      <a:pt x="6955" y="3580"/>
                    </a:cubicBezTo>
                    <a:cubicBezTo>
                      <a:pt x="6955" y="3546"/>
                      <a:pt x="6955" y="3512"/>
                      <a:pt x="6955" y="3477"/>
                    </a:cubicBezTo>
                    <a:cubicBezTo>
                      <a:pt x="6988" y="3477"/>
                      <a:pt x="7022" y="3477"/>
                      <a:pt x="7057" y="3477"/>
                    </a:cubicBezTo>
                    <a:cubicBezTo>
                      <a:pt x="7057" y="3511"/>
                      <a:pt x="7057" y="3545"/>
                      <a:pt x="7057" y="3580"/>
                    </a:cubicBezTo>
                    <a:cubicBezTo>
                      <a:pt x="7124" y="3580"/>
                      <a:pt x="7192" y="3580"/>
                      <a:pt x="7261" y="3580"/>
                    </a:cubicBezTo>
                    <a:cubicBezTo>
                      <a:pt x="7261" y="3613"/>
                      <a:pt x="7261" y="3647"/>
                      <a:pt x="7261" y="3682"/>
                    </a:cubicBezTo>
                    <a:cubicBezTo>
                      <a:pt x="7363" y="3682"/>
                      <a:pt x="7464" y="3682"/>
                      <a:pt x="7568" y="3682"/>
                    </a:cubicBezTo>
                    <a:cubicBezTo>
                      <a:pt x="7568" y="3716"/>
                      <a:pt x="7568" y="3749"/>
                      <a:pt x="7568" y="3784"/>
                    </a:cubicBezTo>
                    <a:cubicBezTo>
                      <a:pt x="7602" y="3784"/>
                      <a:pt x="7636" y="3784"/>
                      <a:pt x="7670" y="3784"/>
                    </a:cubicBezTo>
                    <a:cubicBezTo>
                      <a:pt x="7670" y="3818"/>
                      <a:pt x="7670" y="3852"/>
                      <a:pt x="7670" y="3886"/>
                    </a:cubicBezTo>
                    <a:cubicBezTo>
                      <a:pt x="7704" y="3886"/>
                      <a:pt x="7738" y="3886"/>
                      <a:pt x="7773" y="3886"/>
                    </a:cubicBezTo>
                    <a:cubicBezTo>
                      <a:pt x="7773" y="4055"/>
                      <a:pt x="7773" y="4224"/>
                      <a:pt x="7773" y="4398"/>
                    </a:cubicBezTo>
                    <a:cubicBezTo>
                      <a:pt x="7739" y="4398"/>
                      <a:pt x="7705" y="4398"/>
                      <a:pt x="7670" y="4398"/>
                    </a:cubicBezTo>
                    <a:cubicBezTo>
                      <a:pt x="7670" y="4431"/>
                      <a:pt x="7670" y="4465"/>
                      <a:pt x="7670" y="4500"/>
                    </a:cubicBezTo>
                    <a:cubicBezTo>
                      <a:pt x="7637" y="4500"/>
                      <a:pt x="7603" y="4500"/>
                      <a:pt x="7568" y="4500"/>
                    </a:cubicBezTo>
                    <a:cubicBezTo>
                      <a:pt x="7568" y="4534"/>
                      <a:pt x="7568" y="4567"/>
                      <a:pt x="7568" y="4602"/>
                    </a:cubicBezTo>
                    <a:cubicBezTo>
                      <a:pt x="7534" y="4602"/>
                      <a:pt x="7501" y="4602"/>
                      <a:pt x="7466" y="4602"/>
                    </a:cubicBezTo>
                    <a:cubicBezTo>
                      <a:pt x="7466" y="4636"/>
                      <a:pt x="7466" y="4670"/>
                      <a:pt x="7466" y="4705"/>
                    </a:cubicBezTo>
                    <a:cubicBezTo>
                      <a:pt x="7432" y="4705"/>
                      <a:pt x="7398" y="4705"/>
                      <a:pt x="7364" y="4705"/>
                    </a:cubicBezTo>
                    <a:cubicBezTo>
                      <a:pt x="7364" y="4772"/>
                      <a:pt x="7364" y="4840"/>
                      <a:pt x="7364" y="4909"/>
                    </a:cubicBezTo>
                    <a:cubicBezTo>
                      <a:pt x="7330" y="4909"/>
                      <a:pt x="7296" y="4909"/>
                      <a:pt x="7261" y="4909"/>
                    </a:cubicBezTo>
                    <a:cubicBezTo>
                      <a:pt x="7261" y="4977"/>
                      <a:pt x="7261" y="5044"/>
                      <a:pt x="7261" y="5114"/>
                    </a:cubicBezTo>
                    <a:cubicBezTo>
                      <a:pt x="7228" y="5114"/>
                      <a:pt x="7194" y="5114"/>
                      <a:pt x="7159" y="5114"/>
                    </a:cubicBezTo>
                    <a:cubicBezTo>
                      <a:pt x="7159" y="5215"/>
                      <a:pt x="7159" y="5316"/>
                      <a:pt x="7159" y="5420"/>
                    </a:cubicBezTo>
                    <a:cubicBezTo>
                      <a:pt x="7125" y="5420"/>
                      <a:pt x="7092" y="5420"/>
                      <a:pt x="7057" y="5420"/>
                    </a:cubicBezTo>
                    <a:cubicBezTo>
                      <a:pt x="7057" y="5488"/>
                      <a:pt x="7057" y="5555"/>
                      <a:pt x="7057" y="5625"/>
                    </a:cubicBezTo>
                    <a:cubicBezTo>
                      <a:pt x="7023" y="5625"/>
                      <a:pt x="6989" y="5625"/>
                      <a:pt x="6955" y="5625"/>
                    </a:cubicBezTo>
                    <a:cubicBezTo>
                      <a:pt x="6955" y="5827"/>
                      <a:pt x="6955" y="6030"/>
                      <a:pt x="6955" y="6239"/>
                    </a:cubicBezTo>
                    <a:cubicBezTo>
                      <a:pt x="6921" y="6239"/>
                      <a:pt x="6887" y="6239"/>
                      <a:pt x="6852" y="6239"/>
                    </a:cubicBezTo>
                    <a:cubicBezTo>
                      <a:pt x="6852" y="6272"/>
                      <a:pt x="6852" y="6306"/>
                      <a:pt x="6852" y="6341"/>
                    </a:cubicBezTo>
                    <a:cubicBezTo>
                      <a:pt x="6751" y="6341"/>
                      <a:pt x="6650" y="6341"/>
                      <a:pt x="6545" y="6341"/>
                    </a:cubicBezTo>
                    <a:cubicBezTo>
                      <a:pt x="6545" y="6375"/>
                      <a:pt x="6545" y="6408"/>
                      <a:pt x="6545" y="6443"/>
                    </a:cubicBezTo>
                    <a:cubicBezTo>
                      <a:pt x="6478" y="6443"/>
                      <a:pt x="6410" y="6443"/>
                      <a:pt x="6341" y="6443"/>
                    </a:cubicBezTo>
                    <a:cubicBezTo>
                      <a:pt x="6341" y="6477"/>
                      <a:pt x="6341" y="6511"/>
                      <a:pt x="6341" y="6545"/>
                    </a:cubicBezTo>
                    <a:cubicBezTo>
                      <a:pt x="6307" y="6545"/>
                      <a:pt x="6273" y="6545"/>
                      <a:pt x="6239" y="6545"/>
                    </a:cubicBezTo>
                    <a:cubicBezTo>
                      <a:pt x="6239" y="6579"/>
                      <a:pt x="6239" y="6613"/>
                      <a:pt x="6239" y="6648"/>
                    </a:cubicBezTo>
                    <a:cubicBezTo>
                      <a:pt x="6171" y="6648"/>
                      <a:pt x="6104" y="6648"/>
                      <a:pt x="6034" y="6648"/>
                    </a:cubicBezTo>
                    <a:cubicBezTo>
                      <a:pt x="6034" y="6681"/>
                      <a:pt x="6034" y="6715"/>
                      <a:pt x="6034" y="6750"/>
                    </a:cubicBezTo>
                    <a:cubicBezTo>
                      <a:pt x="6000" y="6750"/>
                      <a:pt x="5967" y="6750"/>
                      <a:pt x="5932" y="6750"/>
                    </a:cubicBezTo>
                    <a:cubicBezTo>
                      <a:pt x="5932" y="6784"/>
                      <a:pt x="5932" y="6817"/>
                      <a:pt x="5932" y="6852"/>
                    </a:cubicBezTo>
                    <a:cubicBezTo>
                      <a:pt x="5898" y="6852"/>
                      <a:pt x="5864" y="6852"/>
                      <a:pt x="5830" y="6852"/>
                    </a:cubicBezTo>
                    <a:cubicBezTo>
                      <a:pt x="5830" y="6886"/>
                      <a:pt x="5830" y="6920"/>
                      <a:pt x="5830" y="6955"/>
                    </a:cubicBezTo>
                    <a:cubicBezTo>
                      <a:pt x="5762" y="6955"/>
                      <a:pt x="5695" y="6955"/>
                      <a:pt x="5625" y="6955"/>
                    </a:cubicBezTo>
                    <a:cubicBezTo>
                      <a:pt x="5625" y="6988"/>
                      <a:pt x="5625" y="7022"/>
                      <a:pt x="5625" y="7057"/>
                    </a:cubicBezTo>
                    <a:cubicBezTo>
                      <a:pt x="5591" y="7057"/>
                      <a:pt x="5558" y="7057"/>
                      <a:pt x="5523" y="7057"/>
                    </a:cubicBezTo>
                    <a:cubicBezTo>
                      <a:pt x="5523" y="7091"/>
                      <a:pt x="5523" y="7124"/>
                      <a:pt x="5523" y="7159"/>
                    </a:cubicBezTo>
                    <a:cubicBezTo>
                      <a:pt x="5455" y="7159"/>
                      <a:pt x="5388" y="7159"/>
                      <a:pt x="5318" y="7159"/>
                    </a:cubicBezTo>
                    <a:cubicBezTo>
                      <a:pt x="5318" y="7193"/>
                      <a:pt x="5318" y="7227"/>
                      <a:pt x="5318" y="7261"/>
                    </a:cubicBezTo>
                    <a:cubicBezTo>
                      <a:pt x="5251" y="7261"/>
                      <a:pt x="5183" y="7261"/>
                      <a:pt x="5114" y="7261"/>
                    </a:cubicBezTo>
                    <a:cubicBezTo>
                      <a:pt x="5114" y="7295"/>
                      <a:pt x="5114" y="7329"/>
                      <a:pt x="5114" y="7364"/>
                    </a:cubicBezTo>
                    <a:cubicBezTo>
                      <a:pt x="4979" y="7364"/>
                      <a:pt x="4844" y="7364"/>
                      <a:pt x="4705" y="7364"/>
                    </a:cubicBezTo>
                    <a:cubicBezTo>
                      <a:pt x="4705" y="7397"/>
                      <a:pt x="4705" y="7431"/>
                      <a:pt x="4705" y="7466"/>
                    </a:cubicBezTo>
                    <a:cubicBezTo>
                      <a:pt x="4435" y="7466"/>
                      <a:pt x="4165" y="7466"/>
                      <a:pt x="3886" y="7466"/>
                    </a:cubicBezTo>
                    <a:cubicBezTo>
                      <a:pt x="3886" y="7500"/>
                      <a:pt x="3886" y="7533"/>
                      <a:pt x="3886" y="7568"/>
                    </a:cubicBezTo>
                    <a:cubicBezTo>
                      <a:pt x="3751" y="7568"/>
                      <a:pt x="3616" y="7568"/>
                      <a:pt x="3477" y="7568"/>
                    </a:cubicBezTo>
                    <a:cubicBezTo>
                      <a:pt x="3477" y="7534"/>
                      <a:pt x="3477" y="7501"/>
                      <a:pt x="3477" y="7466"/>
                    </a:cubicBezTo>
                    <a:cubicBezTo>
                      <a:pt x="3106" y="7466"/>
                      <a:pt x="2735" y="7466"/>
                      <a:pt x="2352" y="7466"/>
                    </a:cubicBezTo>
                    <a:cubicBezTo>
                      <a:pt x="2352" y="7432"/>
                      <a:pt x="2352" y="7398"/>
                      <a:pt x="2352" y="7364"/>
                    </a:cubicBezTo>
                    <a:cubicBezTo>
                      <a:pt x="2285" y="7364"/>
                      <a:pt x="2217" y="7364"/>
                      <a:pt x="2148" y="7364"/>
                    </a:cubicBezTo>
                    <a:cubicBezTo>
                      <a:pt x="2148" y="7330"/>
                      <a:pt x="2148" y="7296"/>
                      <a:pt x="2148" y="7261"/>
                    </a:cubicBezTo>
                    <a:cubicBezTo>
                      <a:pt x="2114" y="7261"/>
                      <a:pt x="2080" y="7261"/>
                      <a:pt x="2045" y="7261"/>
                    </a:cubicBezTo>
                    <a:cubicBezTo>
                      <a:pt x="2045" y="7228"/>
                      <a:pt x="2045" y="7194"/>
                      <a:pt x="2045" y="7159"/>
                    </a:cubicBezTo>
                    <a:cubicBezTo>
                      <a:pt x="1978" y="7159"/>
                      <a:pt x="1910" y="7159"/>
                      <a:pt x="1841" y="7159"/>
                    </a:cubicBezTo>
                    <a:cubicBezTo>
                      <a:pt x="1841" y="7125"/>
                      <a:pt x="1841" y="7092"/>
                      <a:pt x="1841" y="7057"/>
                    </a:cubicBezTo>
                    <a:cubicBezTo>
                      <a:pt x="1807" y="7057"/>
                      <a:pt x="1773" y="7057"/>
                      <a:pt x="1739" y="7057"/>
                    </a:cubicBezTo>
                    <a:cubicBezTo>
                      <a:pt x="1739" y="7023"/>
                      <a:pt x="1739" y="6989"/>
                      <a:pt x="1739" y="6955"/>
                    </a:cubicBezTo>
                    <a:cubicBezTo>
                      <a:pt x="1671" y="6955"/>
                      <a:pt x="1604" y="6955"/>
                      <a:pt x="1534" y="6955"/>
                    </a:cubicBezTo>
                    <a:cubicBezTo>
                      <a:pt x="1534" y="6921"/>
                      <a:pt x="1534" y="6887"/>
                      <a:pt x="1534" y="6852"/>
                    </a:cubicBezTo>
                    <a:cubicBezTo>
                      <a:pt x="1500" y="6852"/>
                      <a:pt x="1467" y="6852"/>
                      <a:pt x="1432" y="6852"/>
                    </a:cubicBezTo>
                    <a:cubicBezTo>
                      <a:pt x="1432" y="6819"/>
                      <a:pt x="1432" y="6785"/>
                      <a:pt x="1432" y="6750"/>
                    </a:cubicBezTo>
                    <a:cubicBezTo>
                      <a:pt x="1398" y="6750"/>
                      <a:pt x="1364" y="6750"/>
                      <a:pt x="1330" y="6750"/>
                    </a:cubicBezTo>
                    <a:cubicBezTo>
                      <a:pt x="1330" y="6716"/>
                      <a:pt x="1330" y="6683"/>
                      <a:pt x="1330" y="6648"/>
                    </a:cubicBezTo>
                    <a:cubicBezTo>
                      <a:pt x="1296" y="6648"/>
                      <a:pt x="1262" y="6648"/>
                      <a:pt x="1227" y="6648"/>
                    </a:cubicBezTo>
                    <a:cubicBezTo>
                      <a:pt x="1227" y="6614"/>
                      <a:pt x="1227" y="6580"/>
                      <a:pt x="1227" y="6545"/>
                    </a:cubicBezTo>
                    <a:cubicBezTo>
                      <a:pt x="1160" y="6545"/>
                      <a:pt x="1092" y="6545"/>
                      <a:pt x="1023" y="6545"/>
                    </a:cubicBezTo>
                    <a:cubicBezTo>
                      <a:pt x="1023" y="6478"/>
                      <a:pt x="1023" y="6410"/>
                      <a:pt x="1023" y="6341"/>
                    </a:cubicBezTo>
                    <a:cubicBezTo>
                      <a:pt x="989" y="6341"/>
                      <a:pt x="955" y="6341"/>
                      <a:pt x="920" y="6341"/>
                    </a:cubicBezTo>
                    <a:cubicBezTo>
                      <a:pt x="920" y="6307"/>
                      <a:pt x="920" y="6273"/>
                      <a:pt x="920" y="6239"/>
                    </a:cubicBezTo>
                    <a:cubicBezTo>
                      <a:pt x="887" y="6239"/>
                      <a:pt x="853" y="6239"/>
                      <a:pt x="818" y="6239"/>
                    </a:cubicBezTo>
                    <a:cubicBezTo>
                      <a:pt x="818" y="6205"/>
                      <a:pt x="818" y="6171"/>
                      <a:pt x="818" y="6136"/>
                    </a:cubicBezTo>
                    <a:cubicBezTo>
                      <a:pt x="784" y="6136"/>
                      <a:pt x="751" y="6136"/>
                      <a:pt x="716" y="6136"/>
                    </a:cubicBezTo>
                    <a:cubicBezTo>
                      <a:pt x="716" y="6103"/>
                      <a:pt x="716" y="6069"/>
                      <a:pt x="716" y="6034"/>
                    </a:cubicBezTo>
                    <a:cubicBezTo>
                      <a:pt x="682" y="6034"/>
                      <a:pt x="648" y="6034"/>
                      <a:pt x="614" y="6034"/>
                    </a:cubicBezTo>
                    <a:cubicBezTo>
                      <a:pt x="614" y="5967"/>
                      <a:pt x="614" y="5899"/>
                      <a:pt x="614" y="5830"/>
                    </a:cubicBezTo>
                    <a:cubicBezTo>
                      <a:pt x="580" y="5830"/>
                      <a:pt x="546" y="5830"/>
                      <a:pt x="511" y="5830"/>
                    </a:cubicBezTo>
                    <a:cubicBezTo>
                      <a:pt x="511" y="5796"/>
                      <a:pt x="511" y="5762"/>
                      <a:pt x="511" y="5727"/>
                    </a:cubicBezTo>
                    <a:cubicBezTo>
                      <a:pt x="478" y="5727"/>
                      <a:pt x="444" y="5727"/>
                      <a:pt x="409" y="5727"/>
                    </a:cubicBezTo>
                    <a:cubicBezTo>
                      <a:pt x="409" y="5660"/>
                      <a:pt x="409" y="5592"/>
                      <a:pt x="409" y="5523"/>
                    </a:cubicBezTo>
                    <a:cubicBezTo>
                      <a:pt x="375" y="5523"/>
                      <a:pt x="342" y="5523"/>
                      <a:pt x="307" y="5523"/>
                    </a:cubicBezTo>
                    <a:cubicBezTo>
                      <a:pt x="307" y="5455"/>
                      <a:pt x="307" y="5388"/>
                      <a:pt x="307" y="5318"/>
                    </a:cubicBezTo>
                    <a:cubicBezTo>
                      <a:pt x="273" y="5318"/>
                      <a:pt x="239" y="5318"/>
                      <a:pt x="205" y="5318"/>
                    </a:cubicBezTo>
                    <a:cubicBezTo>
                      <a:pt x="205" y="5217"/>
                      <a:pt x="205" y="5116"/>
                      <a:pt x="205" y="5011"/>
                    </a:cubicBezTo>
                    <a:cubicBezTo>
                      <a:pt x="171" y="5011"/>
                      <a:pt x="137" y="5011"/>
                      <a:pt x="102" y="5011"/>
                    </a:cubicBezTo>
                    <a:cubicBezTo>
                      <a:pt x="102" y="4910"/>
                      <a:pt x="102" y="4809"/>
                      <a:pt x="102" y="4705"/>
                    </a:cubicBezTo>
                    <a:cubicBezTo>
                      <a:pt x="69" y="4705"/>
                      <a:pt x="35" y="4705"/>
                      <a:pt x="0" y="4705"/>
                    </a:cubicBezTo>
                    <a:cubicBezTo>
                      <a:pt x="0" y="4131"/>
                      <a:pt x="0" y="3557"/>
                      <a:pt x="0" y="2966"/>
                    </a:cubicBezTo>
                    <a:cubicBezTo>
                      <a:pt x="34" y="2966"/>
                      <a:pt x="67" y="2966"/>
                      <a:pt x="102" y="2966"/>
                    </a:cubicBezTo>
                    <a:cubicBezTo>
                      <a:pt x="102" y="2831"/>
                      <a:pt x="102" y="2696"/>
                      <a:pt x="102" y="2557"/>
                    </a:cubicBezTo>
                    <a:cubicBezTo>
                      <a:pt x="136" y="2557"/>
                      <a:pt x="170" y="2557"/>
                      <a:pt x="205" y="2557"/>
                    </a:cubicBezTo>
                    <a:cubicBezTo>
                      <a:pt x="205" y="2489"/>
                      <a:pt x="205" y="2422"/>
                      <a:pt x="205" y="2352"/>
                    </a:cubicBezTo>
                    <a:cubicBezTo>
                      <a:pt x="238" y="2352"/>
                      <a:pt x="272" y="2352"/>
                      <a:pt x="307" y="2352"/>
                    </a:cubicBezTo>
                    <a:cubicBezTo>
                      <a:pt x="307" y="2285"/>
                      <a:pt x="307" y="2217"/>
                      <a:pt x="307" y="2148"/>
                    </a:cubicBezTo>
                    <a:cubicBezTo>
                      <a:pt x="341" y="2148"/>
                      <a:pt x="374" y="2148"/>
                      <a:pt x="409" y="2148"/>
                    </a:cubicBezTo>
                    <a:cubicBezTo>
                      <a:pt x="409" y="2080"/>
                      <a:pt x="409" y="2013"/>
                      <a:pt x="409" y="1943"/>
                    </a:cubicBezTo>
                    <a:cubicBezTo>
                      <a:pt x="443" y="1943"/>
                      <a:pt x="477" y="1943"/>
                      <a:pt x="511" y="1943"/>
                    </a:cubicBezTo>
                    <a:cubicBezTo>
                      <a:pt x="511" y="1876"/>
                      <a:pt x="511" y="1808"/>
                      <a:pt x="511" y="1739"/>
                    </a:cubicBezTo>
                    <a:cubicBezTo>
                      <a:pt x="545" y="1739"/>
                      <a:pt x="579" y="1739"/>
                      <a:pt x="614" y="1739"/>
                    </a:cubicBezTo>
                    <a:cubicBezTo>
                      <a:pt x="614" y="1705"/>
                      <a:pt x="614" y="1671"/>
                      <a:pt x="614" y="1636"/>
                    </a:cubicBezTo>
                    <a:cubicBezTo>
                      <a:pt x="647" y="1636"/>
                      <a:pt x="681" y="1636"/>
                      <a:pt x="716" y="1636"/>
                    </a:cubicBezTo>
                    <a:cubicBezTo>
                      <a:pt x="716" y="1603"/>
                      <a:pt x="716" y="1569"/>
                      <a:pt x="716" y="1534"/>
                    </a:cubicBezTo>
                    <a:cubicBezTo>
                      <a:pt x="750" y="1534"/>
                      <a:pt x="783" y="1534"/>
                      <a:pt x="818" y="1534"/>
                    </a:cubicBezTo>
                    <a:cubicBezTo>
                      <a:pt x="818" y="1467"/>
                      <a:pt x="818" y="1399"/>
                      <a:pt x="818" y="1330"/>
                    </a:cubicBezTo>
                    <a:cubicBezTo>
                      <a:pt x="852" y="1330"/>
                      <a:pt x="886" y="1330"/>
                      <a:pt x="920" y="1330"/>
                    </a:cubicBezTo>
                    <a:cubicBezTo>
                      <a:pt x="920" y="1296"/>
                      <a:pt x="920" y="1262"/>
                      <a:pt x="920" y="1227"/>
                    </a:cubicBezTo>
                    <a:cubicBezTo>
                      <a:pt x="954" y="1227"/>
                      <a:pt x="988" y="1227"/>
                      <a:pt x="1023" y="1227"/>
                    </a:cubicBezTo>
                    <a:cubicBezTo>
                      <a:pt x="1023" y="1194"/>
                      <a:pt x="1023" y="1160"/>
                      <a:pt x="1023" y="1125"/>
                    </a:cubicBezTo>
                    <a:cubicBezTo>
                      <a:pt x="1056" y="1125"/>
                      <a:pt x="1090" y="1125"/>
                      <a:pt x="1125" y="1125"/>
                    </a:cubicBezTo>
                    <a:cubicBezTo>
                      <a:pt x="1125" y="1091"/>
                      <a:pt x="1125" y="1058"/>
                      <a:pt x="1125" y="1023"/>
                    </a:cubicBezTo>
                    <a:cubicBezTo>
                      <a:pt x="1159" y="1023"/>
                      <a:pt x="1192" y="1023"/>
                      <a:pt x="1227" y="1023"/>
                    </a:cubicBezTo>
                    <a:cubicBezTo>
                      <a:pt x="1227" y="989"/>
                      <a:pt x="1227" y="955"/>
                      <a:pt x="1227" y="920"/>
                    </a:cubicBezTo>
                    <a:cubicBezTo>
                      <a:pt x="1295" y="920"/>
                      <a:pt x="1362" y="920"/>
                      <a:pt x="1432" y="920"/>
                    </a:cubicBezTo>
                    <a:cubicBezTo>
                      <a:pt x="1432" y="887"/>
                      <a:pt x="1432" y="853"/>
                      <a:pt x="1432" y="818"/>
                    </a:cubicBezTo>
                    <a:cubicBezTo>
                      <a:pt x="1466" y="818"/>
                      <a:pt x="1499" y="818"/>
                      <a:pt x="1534" y="818"/>
                    </a:cubicBezTo>
                    <a:cubicBezTo>
                      <a:pt x="1534" y="784"/>
                      <a:pt x="1534" y="751"/>
                      <a:pt x="1534" y="716"/>
                    </a:cubicBezTo>
                    <a:cubicBezTo>
                      <a:pt x="1568" y="716"/>
                      <a:pt x="1602" y="716"/>
                      <a:pt x="1636" y="716"/>
                    </a:cubicBezTo>
                    <a:cubicBezTo>
                      <a:pt x="1636" y="682"/>
                      <a:pt x="1636" y="648"/>
                      <a:pt x="1636" y="614"/>
                    </a:cubicBezTo>
                    <a:cubicBezTo>
                      <a:pt x="1704" y="614"/>
                      <a:pt x="1771" y="614"/>
                      <a:pt x="1841" y="614"/>
                    </a:cubicBezTo>
                    <a:cubicBezTo>
                      <a:pt x="1841" y="580"/>
                      <a:pt x="1841" y="546"/>
                      <a:pt x="1841" y="511"/>
                    </a:cubicBezTo>
                    <a:cubicBezTo>
                      <a:pt x="1908" y="511"/>
                      <a:pt x="1976" y="511"/>
                      <a:pt x="2045" y="511"/>
                    </a:cubicBezTo>
                    <a:cubicBezTo>
                      <a:pt x="2045" y="478"/>
                      <a:pt x="2045" y="444"/>
                      <a:pt x="2045" y="409"/>
                    </a:cubicBezTo>
                    <a:cubicBezTo>
                      <a:pt x="2147" y="409"/>
                      <a:pt x="2248" y="409"/>
                      <a:pt x="2352" y="409"/>
                    </a:cubicBezTo>
                    <a:cubicBezTo>
                      <a:pt x="2352" y="375"/>
                      <a:pt x="2352" y="342"/>
                      <a:pt x="2352" y="307"/>
                    </a:cubicBezTo>
                    <a:cubicBezTo>
                      <a:pt x="2454" y="307"/>
                      <a:pt x="2555" y="307"/>
                      <a:pt x="2659" y="307"/>
                    </a:cubicBezTo>
                    <a:cubicBezTo>
                      <a:pt x="2659" y="273"/>
                      <a:pt x="2659" y="239"/>
                      <a:pt x="2659" y="205"/>
                    </a:cubicBezTo>
                    <a:cubicBezTo>
                      <a:pt x="2794" y="205"/>
                      <a:pt x="2929" y="205"/>
                      <a:pt x="3068" y="205"/>
                    </a:cubicBezTo>
                    <a:cubicBezTo>
                      <a:pt x="3068" y="171"/>
                      <a:pt x="3068" y="137"/>
                      <a:pt x="3068" y="102"/>
                    </a:cubicBezTo>
                    <a:cubicBezTo>
                      <a:pt x="3136" y="102"/>
                      <a:pt x="3203" y="102"/>
                      <a:pt x="3273" y="102"/>
                    </a:cubicBezTo>
                    <a:cubicBezTo>
                      <a:pt x="3273" y="69"/>
                      <a:pt x="3273" y="35"/>
                      <a:pt x="327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25" name="ICON_TOOL_REPORT_path_004"/>
              <p:cNvSpPr/>
              <p:nvPr/>
            </p:nvSpPr>
            <p:spPr>
              <a:xfrm>
                <a:off x="5243007" y="5601710"/>
                <a:ext cx="71438" cy="66242"/>
              </a:xfrm>
              <a:custGeom>
                <a:avLst/>
                <a:gdLst/>
                <a:ahLst/>
                <a:cxnLst/>
                <a:rect l="0" t="0" r="r" b="b"/>
                <a:pathLst>
                  <a:path w="5625" h="5216" fill="norm" stroke="0">
                    <a:moveTo>
                      <a:pt x="3989" y="0"/>
                    </a:moveTo>
                    <a:cubicBezTo>
                      <a:pt x="4394" y="0"/>
                      <a:pt x="4799" y="0"/>
                      <a:pt x="5216" y="0"/>
                    </a:cubicBezTo>
                    <a:cubicBezTo>
                      <a:pt x="5216" y="34"/>
                      <a:pt x="5216" y="67"/>
                      <a:pt x="5216" y="102"/>
                    </a:cubicBezTo>
                    <a:cubicBezTo>
                      <a:pt x="5283" y="102"/>
                      <a:pt x="5351" y="102"/>
                      <a:pt x="5420" y="102"/>
                    </a:cubicBezTo>
                    <a:cubicBezTo>
                      <a:pt x="5420" y="136"/>
                      <a:pt x="5420" y="170"/>
                      <a:pt x="5420" y="205"/>
                    </a:cubicBezTo>
                    <a:cubicBezTo>
                      <a:pt x="5454" y="205"/>
                      <a:pt x="5488" y="205"/>
                      <a:pt x="5523" y="205"/>
                    </a:cubicBezTo>
                    <a:cubicBezTo>
                      <a:pt x="5535" y="310"/>
                      <a:pt x="5542" y="407"/>
                      <a:pt x="5523" y="511"/>
                    </a:cubicBezTo>
                    <a:cubicBezTo>
                      <a:pt x="5462" y="569"/>
                      <a:pt x="5399" y="593"/>
                      <a:pt x="5318" y="614"/>
                    </a:cubicBezTo>
                    <a:cubicBezTo>
                      <a:pt x="5318" y="580"/>
                      <a:pt x="5318" y="546"/>
                      <a:pt x="5318" y="511"/>
                    </a:cubicBezTo>
                    <a:cubicBezTo>
                      <a:pt x="5284" y="511"/>
                      <a:pt x="5251" y="511"/>
                      <a:pt x="5216" y="511"/>
                    </a:cubicBezTo>
                    <a:cubicBezTo>
                      <a:pt x="5216" y="478"/>
                      <a:pt x="5216" y="444"/>
                      <a:pt x="5216" y="409"/>
                    </a:cubicBezTo>
                    <a:cubicBezTo>
                      <a:pt x="5148" y="409"/>
                      <a:pt x="5081" y="409"/>
                      <a:pt x="5011" y="409"/>
                    </a:cubicBezTo>
                    <a:cubicBezTo>
                      <a:pt x="5011" y="1827"/>
                      <a:pt x="5011" y="3244"/>
                      <a:pt x="5011" y="4705"/>
                    </a:cubicBezTo>
                    <a:cubicBezTo>
                      <a:pt x="5079" y="4705"/>
                      <a:pt x="5146" y="4705"/>
                      <a:pt x="5216" y="4705"/>
                    </a:cubicBezTo>
                    <a:cubicBezTo>
                      <a:pt x="5216" y="4671"/>
                      <a:pt x="5216" y="4637"/>
                      <a:pt x="5216" y="4602"/>
                    </a:cubicBezTo>
                    <a:cubicBezTo>
                      <a:pt x="5250" y="4602"/>
                      <a:pt x="5283" y="4602"/>
                      <a:pt x="5318" y="4602"/>
                    </a:cubicBezTo>
                    <a:cubicBezTo>
                      <a:pt x="5318" y="4265"/>
                      <a:pt x="5318" y="3927"/>
                      <a:pt x="5318" y="3580"/>
                    </a:cubicBezTo>
                    <a:cubicBezTo>
                      <a:pt x="5284" y="3580"/>
                      <a:pt x="5251" y="3580"/>
                      <a:pt x="5216" y="3580"/>
                    </a:cubicBezTo>
                    <a:cubicBezTo>
                      <a:pt x="5216" y="2803"/>
                      <a:pt x="5216" y="2027"/>
                      <a:pt x="5216" y="1227"/>
                    </a:cubicBezTo>
                    <a:cubicBezTo>
                      <a:pt x="5250" y="1227"/>
                      <a:pt x="5283" y="1227"/>
                      <a:pt x="5318" y="1227"/>
                    </a:cubicBezTo>
                    <a:cubicBezTo>
                      <a:pt x="5318" y="1059"/>
                      <a:pt x="5318" y="890"/>
                      <a:pt x="5318" y="716"/>
                    </a:cubicBezTo>
                    <a:cubicBezTo>
                      <a:pt x="5386" y="716"/>
                      <a:pt x="5453" y="716"/>
                      <a:pt x="5523" y="716"/>
                    </a:cubicBezTo>
                    <a:cubicBezTo>
                      <a:pt x="5523" y="952"/>
                      <a:pt x="5523" y="1188"/>
                      <a:pt x="5523" y="1432"/>
                    </a:cubicBezTo>
                    <a:cubicBezTo>
                      <a:pt x="5556" y="1432"/>
                      <a:pt x="5590" y="1432"/>
                      <a:pt x="5625" y="1432"/>
                    </a:cubicBezTo>
                    <a:cubicBezTo>
                      <a:pt x="5625" y="1702"/>
                      <a:pt x="5625" y="1972"/>
                      <a:pt x="5625" y="2250"/>
                    </a:cubicBezTo>
                    <a:cubicBezTo>
                      <a:pt x="5591" y="2250"/>
                      <a:pt x="5558" y="2250"/>
                      <a:pt x="5523" y="2250"/>
                    </a:cubicBezTo>
                    <a:cubicBezTo>
                      <a:pt x="5523" y="2756"/>
                      <a:pt x="5523" y="3262"/>
                      <a:pt x="5523" y="3784"/>
                    </a:cubicBezTo>
                    <a:cubicBezTo>
                      <a:pt x="5556" y="3784"/>
                      <a:pt x="5590" y="3784"/>
                      <a:pt x="5625" y="3784"/>
                    </a:cubicBezTo>
                    <a:cubicBezTo>
                      <a:pt x="5625" y="3852"/>
                      <a:pt x="5625" y="3919"/>
                      <a:pt x="5625" y="3989"/>
                    </a:cubicBezTo>
                    <a:cubicBezTo>
                      <a:pt x="5591" y="3989"/>
                      <a:pt x="5558" y="3989"/>
                      <a:pt x="5523" y="3989"/>
                    </a:cubicBezTo>
                    <a:cubicBezTo>
                      <a:pt x="5523" y="4225"/>
                      <a:pt x="5523" y="4461"/>
                      <a:pt x="5523" y="4705"/>
                    </a:cubicBezTo>
                    <a:cubicBezTo>
                      <a:pt x="5489" y="4705"/>
                      <a:pt x="5455" y="4705"/>
                      <a:pt x="5420" y="4705"/>
                    </a:cubicBezTo>
                    <a:cubicBezTo>
                      <a:pt x="5420" y="4772"/>
                      <a:pt x="5420" y="4840"/>
                      <a:pt x="5420" y="4909"/>
                    </a:cubicBezTo>
                    <a:cubicBezTo>
                      <a:pt x="5353" y="4909"/>
                      <a:pt x="5285" y="4909"/>
                      <a:pt x="5216" y="4909"/>
                    </a:cubicBezTo>
                    <a:cubicBezTo>
                      <a:pt x="5216" y="4943"/>
                      <a:pt x="5216" y="4977"/>
                      <a:pt x="5216" y="5011"/>
                    </a:cubicBezTo>
                    <a:cubicBezTo>
                      <a:pt x="5148" y="5011"/>
                      <a:pt x="5081" y="5011"/>
                      <a:pt x="5011" y="5011"/>
                    </a:cubicBezTo>
                    <a:cubicBezTo>
                      <a:pt x="5011" y="5045"/>
                      <a:pt x="5011" y="5079"/>
                      <a:pt x="5011" y="5114"/>
                    </a:cubicBezTo>
                    <a:cubicBezTo>
                      <a:pt x="4978" y="5114"/>
                      <a:pt x="4944" y="5114"/>
                      <a:pt x="4909" y="5114"/>
                    </a:cubicBezTo>
                    <a:cubicBezTo>
                      <a:pt x="4909" y="5147"/>
                      <a:pt x="4909" y="5181"/>
                      <a:pt x="4909" y="5216"/>
                    </a:cubicBezTo>
                    <a:cubicBezTo>
                      <a:pt x="4842" y="5216"/>
                      <a:pt x="4774" y="5216"/>
                      <a:pt x="4705" y="5216"/>
                    </a:cubicBezTo>
                    <a:cubicBezTo>
                      <a:pt x="4705" y="5182"/>
                      <a:pt x="4705" y="5148"/>
                      <a:pt x="4705" y="5114"/>
                    </a:cubicBezTo>
                    <a:cubicBezTo>
                      <a:pt x="4637" y="5114"/>
                      <a:pt x="4570" y="5114"/>
                      <a:pt x="4500" y="5114"/>
                    </a:cubicBezTo>
                    <a:cubicBezTo>
                      <a:pt x="4500" y="5080"/>
                      <a:pt x="4500" y="5046"/>
                      <a:pt x="4500" y="5011"/>
                    </a:cubicBezTo>
                    <a:cubicBezTo>
                      <a:pt x="4061" y="5011"/>
                      <a:pt x="3623" y="5011"/>
                      <a:pt x="3170" y="5011"/>
                    </a:cubicBezTo>
                    <a:cubicBezTo>
                      <a:pt x="3170" y="4978"/>
                      <a:pt x="3170" y="4944"/>
                      <a:pt x="3170" y="4909"/>
                    </a:cubicBezTo>
                    <a:cubicBezTo>
                      <a:pt x="3137" y="4909"/>
                      <a:pt x="3103" y="4909"/>
                      <a:pt x="3068" y="4909"/>
                    </a:cubicBezTo>
                    <a:cubicBezTo>
                      <a:pt x="3068" y="4740"/>
                      <a:pt x="3068" y="4572"/>
                      <a:pt x="3068" y="4398"/>
                    </a:cubicBezTo>
                    <a:cubicBezTo>
                      <a:pt x="3034" y="4398"/>
                      <a:pt x="3001" y="4398"/>
                      <a:pt x="2966" y="4398"/>
                    </a:cubicBezTo>
                    <a:cubicBezTo>
                      <a:pt x="2966" y="4364"/>
                      <a:pt x="2966" y="4330"/>
                      <a:pt x="2966" y="4295"/>
                    </a:cubicBezTo>
                    <a:cubicBezTo>
                      <a:pt x="2898" y="4295"/>
                      <a:pt x="2831" y="4295"/>
                      <a:pt x="2761" y="4295"/>
                    </a:cubicBezTo>
                    <a:cubicBezTo>
                      <a:pt x="2761" y="4329"/>
                      <a:pt x="2761" y="4363"/>
                      <a:pt x="2761" y="4398"/>
                    </a:cubicBezTo>
                    <a:cubicBezTo>
                      <a:pt x="2728" y="4398"/>
                      <a:pt x="2694" y="4398"/>
                      <a:pt x="2659" y="4398"/>
                    </a:cubicBezTo>
                    <a:cubicBezTo>
                      <a:pt x="2659" y="4431"/>
                      <a:pt x="2659" y="4465"/>
                      <a:pt x="2659" y="4500"/>
                    </a:cubicBezTo>
                    <a:cubicBezTo>
                      <a:pt x="2608" y="4483"/>
                      <a:pt x="2608" y="4483"/>
                      <a:pt x="2352" y="4398"/>
                    </a:cubicBezTo>
                    <a:cubicBezTo>
                      <a:pt x="2352" y="4465"/>
                      <a:pt x="2352" y="4533"/>
                      <a:pt x="2352" y="4602"/>
                    </a:cubicBezTo>
                    <a:cubicBezTo>
                      <a:pt x="2454" y="4602"/>
                      <a:pt x="2555" y="4602"/>
                      <a:pt x="2659" y="4602"/>
                    </a:cubicBezTo>
                    <a:cubicBezTo>
                      <a:pt x="2659" y="4636"/>
                      <a:pt x="2659" y="4670"/>
                      <a:pt x="2659" y="4705"/>
                    </a:cubicBezTo>
                    <a:cubicBezTo>
                      <a:pt x="2592" y="4705"/>
                      <a:pt x="2524" y="4705"/>
                      <a:pt x="2455" y="4705"/>
                    </a:cubicBezTo>
                    <a:cubicBezTo>
                      <a:pt x="2455" y="4738"/>
                      <a:pt x="2455" y="4772"/>
                      <a:pt x="2455" y="4807"/>
                    </a:cubicBezTo>
                    <a:cubicBezTo>
                      <a:pt x="2421" y="4807"/>
                      <a:pt x="2387" y="4807"/>
                      <a:pt x="2352" y="4807"/>
                    </a:cubicBezTo>
                    <a:cubicBezTo>
                      <a:pt x="2352" y="4841"/>
                      <a:pt x="2352" y="4874"/>
                      <a:pt x="2352" y="4909"/>
                    </a:cubicBezTo>
                    <a:cubicBezTo>
                      <a:pt x="2319" y="4909"/>
                      <a:pt x="2285" y="4909"/>
                      <a:pt x="2250" y="4909"/>
                    </a:cubicBezTo>
                    <a:cubicBezTo>
                      <a:pt x="2250" y="4977"/>
                      <a:pt x="2250" y="5044"/>
                      <a:pt x="2250" y="5114"/>
                    </a:cubicBezTo>
                    <a:cubicBezTo>
                      <a:pt x="2216" y="5114"/>
                      <a:pt x="2183" y="5114"/>
                      <a:pt x="2148" y="5114"/>
                    </a:cubicBezTo>
                    <a:cubicBezTo>
                      <a:pt x="2148" y="5147"/>
                      <a:pt x="2148" y="5181"/>
                      <a:pt x="2148" y="5216"/>
                    </a:cubicBezTo>
                    <a:cubicBezTo>
                      <a:pt x="1911" y="5216"/>
                      <a:pt x="1675" y="5216"/>
                      <a:pt x="1432" y="5216"/>
                    </a:cubicBezTo>
                    <a:cubicBezTo>
                      <a:pt x="1432" y="5182"/>
                      <a:pt x="1432" y="5148"/>
                      <a:pt x="1432" y="5114"/>
                    </a:cubicBezTo>
                    <a:cubicBezTo>
                      <a:pt x="1398" y="5114"/>
                      <a:pt x="1364" y="5114"/>
                      <a:pt x="1330" y="5114"/>
                    </a:cubicBezTo>
                    <a:cubicBezTo>
                      <a:pt x="1330" y="5080"/>
                      <a:pt x="1330" y="5046"/>
                      <a:pt x="1330" y="5011"/>
                    </a:cubicBezTo>
                    <a:cubicBezTo>
                      <a:pt x="1026" y="5011"/>
                      <a:pt x="722" y="5011"/>
                      <a:pt x="409" y="5011"/>
                    </a:cubicBezTo>
                    <a:cubicBezTo>
                      <a:pt x="409" y="4978"/>
                      <a:pt x="409" y="4944"/>
                      <a:pt x="409" y="4909"/>
                    </a:cubicBezTo>
                    <a:cubicBezTo>
                      <a:pt x="375" y="4909"/>
                      <a:pt x="342" y="4909"/>
                      <a:pt x="307" y="4909"/>
                    </a:cubicBezTo>
                    <a:cubicBezTo>
                      <a:pt x="307" y="4504"/>
                      <a:pt x="307" y="4099"/>
                      <a:pt x="307" y="3682"/>
                    </a:cubicBezTo>
                    <a:cubicBezTo>
                      <a:pt x="273" y="3682"/>
                      <a:pt x="239" y="3682"/>
                      <a:pt x="205" y="3682"/>
                    </a:cubicBezTo>
                    <a:cubicBezTo>
                      <a:pt x="205" y="3614"/>
                      <a:pt x="205" y="3547"/>
                      <a:pt x="205" y="3477"/>
                    </a:cubicBezTo>
                    <a:cubicBezTo>
                      <a:pt x="171" y="3477"/>
                      <a:pt x="137" y="3477"/>
                      <a:pt x="102" y="3477"/>
                    </a:cubicBezTo>
                    <a:cubicBezTo>
                      <a:pt x="102" y="3207"/>
                      <a:pt x="102" y="2937"/>
                      <a:pt x="102" y="2659"/>
                    </a:cubicBezTo>
                    <a:cubicBezTo>
                      <a:pt x="69" y="2659"/>
                      <a:pt x="35" y="2659"/>
                      <a:pt x="0" y="2659"/>
                    </a:cubicBezTo>
                    <a:cubicBezTo>
                      <a:pt x="0" y="2558"/>
                      <a:pt x="0" y="2457"/>
                      <a:pt x="0" y="2352"/>
                    </a:cubicBezTo>
                    <a:cubicBezTo>
                      <a:pt x="34" y="2352"/>
                      <a:pt x="67" y="2352"/>
                      <a:pt x="102" y="2352"/>
                    </a:cubicBezTo>
                    <a:cubicBezTo>
                      <a:pt x="102" y="2319"/>
                      <a:pt x="102" y="2285"/>
                      <a:pt x="102" y="2250"/>
                    </a:cubicBezTo>
                    <a:cubicBezTo>
                      <a:pt x="136" y="2250"/>
                      <a:pt x="170" y="2250"/>
                      <a:pt x="205" y="2250"/>
                    </a:cubicBezTo>
                    <a:cubicBezTo>
                      <a:pt x="205" y="2216"/>
                      <a:pt x="205" y="2183"/>
                      <a:pt x="205" y="2148"/>
                    </a:cubicBezTo>
                    <a:cubicBezTo>
                      <a:pt x="238" y="2148"/>
                      <a:pt x="272" y="2148"/>
                      <a:pt x="307" y="2148"/>
                    </a:cubicBezTo>
                    <a:cubicBezTo>
                      <a:pt x="307" y="2080"/>
                      <a:pt x="307" y="2013"/>
                      <a:pt x="307" y="1943"/>
                    </a:cubicBezTo>
                    <a:cubicBezTo>
                      <a:pt x="341" y="1943"/>
                      <a:pt x="374" y="1943"/>
                      <a:pt x="409" y="1943"/>
                    </a:cubicBezTo>
                    <a:cubicBezTo>
                      <a:pt x="409" y="1909"/>
                      <a:pt x="409" y="1876"/>
                      <a:pt x="409" y="1841"/>
                    </a:cubicBezTo>
                    <a:cubicBezTo>
                      <a:pt x="578" y="1841"/>
                      <a:pt x="747" y="1841"/>
                      <a:pt x="920" y="1841"/>
                    </a:cubicBezTo>
                    <a:cubicBezTo>
                      <a:pt x="920" y="1807"/>
                      <a:pt x="920" y="1773"/>
                      <a:pt x="920" y="1739"/>
                    </a:cubicBezTo>
                    <a:cubicBezTo>
                      <a:pt x="1089" y="1739"/>
                      <a:pt x="1258" y="1739"/>
                      <a:pt x="1432" y="1739"/>
                    </a:cubicBezTo>
                    <a:cubicBezTo>
                      <a:pt x="1432" y="1772"/>
                      <a:pt x="1432" y="1806"/>
                      <a:pt x="1432" y="1841"/>
                    </a:cubicBezTo>
                    <a:cubicBezTo>
                      <a:pt x="1702" y="1841"/>
                      <a:pt x="1972" y="1841"/>
                      <a:pt x="2250" y="1841"/>
                    </a:cubicBezTo>
                    <a:cubicBezTo>
                      <a:pt x="2250" y="1875"/>
                      <a:pt x="2250" y="1908"/>
                      <a:pt x="2250" y="1943"/>
                    </a:cubicBezTo>
                    <a:cubicBezTo>
                      <a:pt x="2284" y="1943"/>
                      <a:pt x="2317" y="1943"/>
                      <a:pt x="2352" y="1943"/>
                    </a:cubicBezTo>
                    <a:cubicBezTo>
                      <a:pt x="2352" y="2382"/>
                      <a:pt x="2352" y="2821"/>
                      <a:pt x="2352" y="3273"/>
                    </a:cubicBezTo>
                    <a:cubicBezTo>
                      <a:pt x="2420" y="3273"/>
                      <a:pt x="2487" y="3273"/>
                      <a:pt x="2557" y="3273"/>
                    </a:cubicBezTo>
                    <a:cubicBezTo>
                      <a:pt x="2557" y="2935"/>
                      <a:pt x="2557" y="2598"/>
                      <a:pt x="2557" y="2250"/>
                    </a:cubicBezTo>
                    <a:cubicBezTo>
                      <a:pt x="2624" y="2250"/>
                      <a:pt x="2692" y="2250"/>
                      <a:pt x="2761" y="2250"/>
                    </a:cubicBezTo>
                    <a:cubicBezTo>
                      <a:pt x="2761" y="2587"/>
                      <a:pt x="2761" y="2925"/>
                      <a:pt x="2761" y="3273"/>
                    </a:cubicBezTo>
                    <a:cubicBezTo>
                      <a:pt x="2829" y="3273"/>
                      <a:pt x="2896" y="3273"/>
                      <a:pt x="2966" y="3273"/>
                    </a:cubicBezTo>
                    <a:cubicBezTo>
                      <a:pt x="2966" y="3239"/>
                      <a:pt x="2966" y="3205"/>
                      <a:pt x="2966" y="3170"/>
                    </a:cubicBezTo>
                    <a:cubicBezTo>
                      <a:pt x="3000" y="3170"/>
                      <a:pt x="3033" y="3170"/>
                      <a:pt x="3068" y="3170"/>
                    </a:cubicBezTo>
                    <a:cubicBezTo>
                      <a:pt x="3068" y="2192"/>
                      <a:pt x="3068" y="1213"/>
                      <a:pt x="3068" y="205"/>
                    </a:cubicBezTo>
                    <a:cubicBezTo>
                      <a:pt x="3102" y="205"/>
                      <a:pt x="3136" y="205"/>
                      <a:pt x="3170" y="205"/>
                    </a:cubicBezTo>
                    <a:cubicBezTo>
                      <a:pt x="3170" y="171"/>
                      <a:pt x="3170" y="137"/>
                      <a:pt x="3170" y="102"/>
                    </a:cubicBezTo>
                    <a:cubicBezTo>
                      <a:pt x="3440" y="102"/>
                      <a:pt x="3710" y="102"/>
                      <a:pt x="3989" y="102"/>
                    </a:cubicBezTo>
                    <a:cubicBezTo>
                      <a:pt x="3989" y="69"/>
                      <a:pt x="3989" y="35"/>
                      <a:pt x="398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26" name="ICON_TOOL_REPORT_path_005"/>
              <p:cNvSpPr/>
              <p:nvPr/>
            </p:nvSpPr>
            <p:spPr>
              <a:xfrm>
                <a:off x="5315265" y="5577891"/>
                <a:ext cx="26456" cy="87464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6887" fill="norm" stroke="0">
                    <a:moveTo>
                      <a:pt x="665" y="15"/>
                    </a:moveTo>
                    <a:cubicBezTo>
                      <a:pt x="700" y="15"/>
                      <a:pt x="735" y="15"/>
                      <a:pt x="771" y="16"/>
                    </a:cubicBezTo>
                    <a:cubicBezTo>
                      <a:pt x="862" y="16"/>
                      <a:pt x="954" y="18"/>
                      <a:pt x="1046" y="21"/>
                    </a:cubicBezTo>
                    <a:cubicBezTo>
                      <a:pt x="1140" y="23"/>
                      <a:pt x="1234" y="24"/>
                      <a:pt x="1328" y="25"/>
                    </a:cubicBezTo>
                    <a:cubicBezTo>
                      <a:pt x="1511" y="27"/>
                      <a:pt x="1695" y="30"/>
                      <a:pt x="1879" y="35"/>
                    </a:cubicBezTo>
                    <a:cubicBezTo>
                      <a:pt x="1879" y="68"/>
                      <a:pt x="1879" y="102"/>
                      <a:pt x="1879" y="137"/>
                    </a:cubicBezTo>
                    <a:cubicBezTo>
                      <a:pt x="1946" y="137"/>
                      <a:pt x="2014" y="137"/>
                      <a:pt x="2083" y="137"/>
                    </a:cubicBezTo>
                    <a:cubicBezTo>
                      <a:pt x="2083" y="2331"/>
                      <a:pt x="2083" y="4524"/>
                      <a:pt x="2083" y="6785"/>
                    </a:cubicBezTo>
                    <a:cubicBezTo>
                      <a:pt x="2049" y="6785"/>
                      <a:pt x="2016" y="6785"/>
                      <a:pt x="1981" y="6785"/>
                    </a:cubicBezTo>
                    <a:cubicBezTo>
                      <a:pt x="1981" y="6818"/>
                      <a:pt x="1981" y="6852"/>
                      <a:pt x="1981" y="6887"/>
                    </a:cubicBezTo>
                    <a:cubicBezTo>
                      <a:pt x="1407" y="6887"/>
                      <a:pt x="833" y="6887"/>
                      <a:pt x="242" y="6887"/>
                    </a:cubicBezTo>
                    <a:cubicBezTo>
                      <a:pt x="242" y="6853"/>
                      <a:pt x="242" y="6819"/>
                      <a:pt x="242" y="6785"/>
                    </a:cubicBezTo>
                    <a:cubicBezTo>
                      <a:pt x="208" y="6785"/>
                      <a:pt x="175" y="6785"/>
                      <a:pt x="140" y="6785"/>
                    </a:cubicBezTo>
                    <a:cubicBezTo>
                      <a:pt x="140" y="6548"/>
                      <a:pt x="140" y="6312"/>
                      <a:pt x="140" y="6069"/>
                    </a:cubicBezTo>
                    <a:cubicBezTo>
                      <a:pt x="106" y="6069"/>
                      <a:pt x="72" y="6069"/>
                      <a:pt x="38" y="6069"/>
                    </a:cubicBezTo>
                    <a:cubicBezTo>
                      <a:pt x="38" y="4955"/>
                      <a:pt x="38" y="3841"/>
                      <a:pt x="38" y="2694"/>
                    </a:cubicBezTo>
                    <a:cubicBezTo>
                      <a:pt x="71" y="2694"/>
                      <a:pt x="105" y="2694"/>
                      <a:pt x="140" y="2694"/>
                    </a:cubicBezTo>
                    <a:cubicBezTo>
                      <a:pt x="140" y="2559"/>
                      <a:pt x="140" y="2424"/>
                      <a:pt x="140" y="2285"/>
                    </a:cubicBezTo>
                    <a:cubicBezTo>
                      <a:pt x="106" y="2285"/>
                      <a:pt x="72" y="2285"/>
                      <a:pt x="38" y="2285"/>
                    </a:cubicBezTo>
                    <a:cubicBezTo>
                      <a:pt x="32" y="2022"/>
                      <a:pt x="27" y="1758"/>
                      <a:pt x="24" y="1495"/>
                    </a:cubicBezTo>
                    <a:cubicBezTo>
                      <a:pt x="23" y="1373"/>
                      <a:pt x="21" y="1251"/>
                      <a:pt x="18" y="1129"/>
                    </a:cubicBezTo>
                    <a:cubicBezTo>
                      <a:pt x="16" y="1011"/>
                      <a:pt x="14" y="892"/>
                      <a:pt x="13" y="774"/>
                    </a:cubicBezTo>
                    <a:cubicBezTo>
                      <a:pt x="13" y="730"/>
                      <a:pt x="12" y="685"/>
                      <a:pt x="11" y="640"/>
                    </a:cubicBezTo>
                    <a:cubicBezTo>
                      <a:pt x="0" y="279"/>
                      <a:pt x="0" y="279"/>
                      <a:pt x="83" y="166"/>
                    </a:cubicBezTo>
                    <a:cubicBezTo>
                      <a:pt x="241" y="0"/>
                      <a:pt x="452" y="8"/>
                      <a:pt x="665" y="15"/>
                    </a:cubicBezTo>
                    <a:close/>
                  </a:path>
                </a:pathLst>
              </a:custGeom>
              <a:solidFill>
                <a:srgbClr val="E24798"/>
              </a:solidFill>
              <a:ln w="649" cap="flat">
                <a:noFill/>
              </a:ln>
            </p:spPr>
          </p:sp>
          <p:sp>
            <p:nvSpPr>
              <p:cNvPr id="1327" name="ICON_TOOL_REPORT_path_006"/>
              <p:cNvSpPr/>
              <p:nvPr/>
            </p:nvSpPr>
            <p:spPr>
              <a:xfrm>
                <a:off x="5227135" y="5454764"/>
                <a:ext cx="48344" cy="48232"/>
              </a:xfrm>
              <a:custGeom>
                <a:avLst/>
                <a:gdLst/>
                <a:ahLst/>
                <a:cxnLst/>
                <a:rect l="0" t="0" r="r" b="b"/>
                <a:pathLst>
                  <a:path w="3807" h="3798" fill="norm" stroke="0">
                    <a:moveTo>
                      <a:pt x="359" y="4"/>
                    </a:moveTo>
                    <a:cubicBezTo>
                      <a:pt x="375" y="4"/>
                      <a:pt x="392" y="4"/>
                      <a:pt x="410" y="4"/>
                    </a:cubicBezTo>
                    <a:cubicBezTo>
                      <a:pt x="463" y="5"/>
                      <a:pt x="516" y="6"/>
                      <a:pt x="569" y="7"/>
                    </a:cubicBezTo>
                    <a:cubicBezTo>
                      <a:pt x="605" y="8"/>
                      <a:pt x="642" y="8"/>
                      <a:pt x="678" y="9"/>
                    </a:cubicBezTo>
                    <a:cubicBezTo>
                      <a:pt x="766" y="10"/>
                      <a:pt x="855" y="12"/>
                      <a:pt x="943" y="14"/>
                    </a:cubicBezTo>
                    <a:cubicBezTo>
                      <a:pt x="943" y="47"/>
                      <a:pt x="943" y="81"/>
                      <a:pt x="943" y="116"/>
                    </a:cubicBezTo>
                    <a:cubicBezTo>
                      <a:pt x="966" y="115"/>
                      <a:pt x="989" y="114"/>
                      <a:pt x="1012" y="112"/>
                    </a:cubicBezTo>
                    <a:cubicBezTo>
                      <a:pt x="1219" y="105"/>
                      <a:pt x="1370" y="122"/>
                      <a:pt x="1557" y="218"/>
                    </a:cubicBezTo>
                    <a:cubicBezTo>
                      <a:pt x="1557" y="252"/>
                      <a:pt x="1557" y="286"/>
                      <a:pt x="1557" y="321"/>
                    </a:cubicBezTo>
                    <a:cubicBezTo>
                      <a:pt x="1624" y="321"/>
                      <a:pt x="1692" y="321"/>
                      <a:pt x="1761" y="321"/>
                    </a:cubicBezTo>
                    <a:cubicBezTo>
                      <a:pt x="1761" y="354"/>
                      <a:pt x="1761" y="388"/>
                      <a:pt x="1761" y="423"/>
                    </a:cubicBezTo>
                    <a:cubicBezTo>
                      <a:pt x="1829" y="423"/>
                      <a:pt x="1896" y="423"/>
                      <a:pt x="1966" y="423"/>
                    </a:cubicBezTo>
                    <a:cubicBezTo>
                      <a:pt x="1966" y="457"/>
                      <a:pt x="1966" y="490"/>
                      <a:pt x="1966" y="525"/>
                    </a:cubicBezTo>
                    <a:cubicBezTo>
                      <a:pt x="2033" y="525"/>
                      <a:pt x="2101" y="525"/>
                      <a:pt x="2170" y="525"/>
                    </a:cubicBezTo>
                    <a:cubicBezTo>
                      <a:pt x="2170" y="559"/>
                      <a:pt x="2170" y="593"/>
                      <a:pt x="2170" y="627"/>
                    </a:cubicBezTo>
                    <a:cubicBezTo>
                      <a:pt x="2204" y="627"/>
                      <a:pt x="2238" y="627"/>
                      <a:pt x="2272" y="627"/>
                    </a:cubicBezTo>
                    <a:cubicBezTo>
                      <a:pt x="2272" y="661"/>
                      <a:pt x="2272" y="695"/>
                      <a:pt x="2272" y="730"/>
                    </a:cubicBezTo>
                    <a:cubicBezTo>
                      <a:pt x="2285" y="727"/>
                      <a:pt x="2298" y="725"/>
                      <a:pt x="2311" y="723"/>
                    </a:cubicBezTo>
                    <a:cubicBezTo>
                      <a:pt x="2396" y="714"/>
                      <a:pt x="2454" y="712"/>
                      <a:pt x="2523" y="765"/>
                    </a:cubicBezTo>
                    <a:cubicBezTo>
                      <a:pt x="2569" y="815"/>
                      <a:pt x="2611" y="867"/>
                      <a:pt x="2653" y="921"/>
                    </a:cubicBezTo>
                    <a:cubicBezTo>
                      <a:pt x="2774" y="1071"/>
                      <a:pt x="2889" y="1194"/>
                      <a:pt x="3047" y="1303"/>
                    </a:cubicBezTo>
                    <a:cubicBezTo>
                      <a:pt x="3091" y="1343"/>
                      <a:pt x="3091" y="1343"/>
                      <a:pt x="3097" y="1400"/>
                    </a:cubicBezTo>
                    <a:cubicBezTo>
                      <a:pt x="3095" y="1415"/>
                      <a:pt x="3093" y="1430"/>
                      <a:pt x="3091" y="1446"/>
                    </a:cubicBezTo>
                    <a:cubicBezTo>
                      <a:pt x="3124" y="1446"/>
                      <a:pt x="3158" y="1446"/>
                      <a:pt x="3193" y="1446"/>
                    </a:cubicBezTo>
                    <a:cubicBezTo>
                      <a:pt x="3193" y="1513"/>
                      <a:pt x="3193" y="1581"/>
                      <a:pt x="3193" y="1650"/>
                    </a:cubicBezTo>
                    <a:cubicBezTo>
                      <a:pt x="3227" y="1650"/>
                      <a:pt x="3260" y="1650"/>
                      <a:pt x="3295" y="1650"/>
                    </a:cubicBezTo>
                    <a:cubicBezTo>
                      <a:pt x="3295" y="1718"/>
                      <a:pt x="3295" y="1785"/>
                      <a:pt x="3295" y="1855"/>
                    </a:cubicBezTo>
                    <a:cubicBezTo>
                      <a:pt x="3329" y="1855"/>
                      <a:pt x="3363" y="1855"/>
                      <a:pt x="3397" y="1855"/>
                    </a:cubicBezTo>
                    <a:cubicBezTo>
                      <a:pt x="3397" y="1888"/>
                      <a:pt x="3397" y="1922"/>
                      <a:pt x="3397" y="1957"/>
                    </a:cubicBezTo>
                    <a:cubicBezTo>
                      <a:pt x="3431" y="1957"/>
                      <a:pt x="3465" y="1957"/>
                      <a:pt x="3500" y="1957"/>
                    </a:cubicBezTo>
                    <a:cubicBezTo>
                      <a:pt x="3500" y="2058"/>
                      <a:pt x="3500" y="2159"/>
                      <a:pt x="3500" y="2264"/>
                    </a:cubicBezTo>
                    <a:cubicBezTo>
                      <a:pt x="3534" y="2264"/>
                      <a:pt x="3567" y="2264"/>
                      <a:pt x="3602" y="2264"/>
                    </a:cubicBezTo>
                    <a:cubicBezTo>
                      <a:pt x="3602" y="2331"/>
                      <a:pt x="3602" y="2399"/>
                      <a:pt x="3602" y="2468"/>
                    </a:cubicBezTo>
                    <a:cubicBezTo>
                      <a:pt x="3636" y="2468"/>
                      <a:pt x="3670" y="2468"/>
                      <a:pt x="3704" y="2468"/>
                    </a:cubicBezTo>
                    <a:cubicBezTo>
                      <a:pt x="3704" y="2603"/>
                      <a:pt x="3704" y="2738"/>
                      <a:pt x="3704" y="2877"/>
                    </a:cubicBezTo>
                    <a:cubicBezTo>
                      <a:pt x="3738" y="2877"/>
                      <a:pt x="3772" y="2877"/>
                      <a:pt x="3807" y="2877"/>
                    </a:cubicBezTo>
                    <a:cubicBezTo>
                      <a:pt x="3807" y="3181"/>
                      <a:pt x="3807" y="3485"/>
                      <a:pt x="3807" y="3798"/>
                    </a:cubicBezTo>
                    <a:cubicBezTo>
                      <a:pt x="2558" y="3798"/>
                      <a:pt x="1309" y="3798"/>
                      <a:pt x="22" y="3798"/>
                    </a:cubicBezTo>
                    <a:cubicBezTo>
                      <a:pt x="19" y="3192"/>
                      <a:pt x="16" y="2587"/>
                      <a:pt x="13" y="1963"/>
                    </a:cubicBezTo>
                    <a:cubicBezTo>
                      <a:pt x="12" y="1772"/>
                      <a:pt x="10" y="1581"/>
                      <a:pt x="9" y="1384"/>
                    </a:cubicBezTo>
                    <a:cubicBezTo>
                      <a:pt x="8" y="1150"/>
                      <a:pt x="8" y="1150"/>
                      <a:pt x="8" y="1041"/>
                    </a:cubicBezTo>
                    <a:cubicBezTo>
                      <a:pt x="8" y="965"/>
                      <a:pt x="7" y="889"/>
                      <a:pt x="6" y="812"/>
                    </a:cubicBezTo>
                    <a:cubicBezTo>
                      <a:pt x="5" y="715"/>
                      <a:pt x="5" y="617"/>
                      <a:pt x="5" y="520"/>
                    </a:cubicBezTo>
                    <a:cubicBezTo>
                      <a:pt x="5" y="484"/>
                      <a:pt x="5" y="449"/>
                      <a:pt x="4" y="413"/>
                    </a:cubicBezTo>
                    <a:cubicBezTo>
                      <a:pt x="0" y="147"/>
                      <a:pt x="0" y="147"/>
                      <a:pt x="55" y="72"/>
                    </a:cubicBezTo>
                    <a:cubicBezTo>
                      <a:pt x="149" y="5"/>
                      <a:pt x="246" y="0"/>
                      <a:pt x="359" y="4"/>
                    </a:cubicBezTo>
                    <a:close/>
                  </a:path>
                </a:pathLst>
              </a:custGeom>
              <a:solidFill>
                <a:srgbClr val="E24798"/>
              </a:solidFill>
              <a:ln w="649" cap="flat">
                <a:noFill/>
              </a:ln>
            </p:spPr>
          </p:sp>
          <p:sp>
            <p:nvSpPr>
              <p:cNvPr id="1328" name="ICON_TOOL_REPORT_path_007"/>
              <p:cNvSpPr/>
              <p:nvPr/>
            </p:nvSpPr>
            <p:spPr>
              <a:xfrm>
                <a:off x="5171570" y="5574434"/>
                <a:ext cx="98714" cy="14288"/>
              </a:xfrm>
              <a:custGeom>
                <a:avLst/>
                <a:gdLst/>
                <a:ahLst/>
                <a:cxnLst/>
                <a:rect l="0" t="0" r="r" b="b"/>
                <a:pathLst>
                  <a:path w="7773" h="1125" fill="norm" stroke="0">
                    <a:moveTo>
                      <a:pt x="409" y="0"/>
                    </a:moveTo>
                    <a:cubicBezTo>
                      <a:pt x="2805" y="0"/>
                      <a:pt x="5202" y="0"/>
                      <a:pt x="7670" y="0"/>
                    </a:cubicBezTo>
                    <a:cubicBezTo>
                      <a:pt x="7670" y="34"/>
                      <a:pt x="7670" y="67"/>
                      <a:pt x="7670" y="102"/>
                    </a:cubicBezTo>
                    <a:cubicBezTo>
                      <a:pt x="7704" y="102"/>
                      <a:pt x="7738" y="102"/>
                      <a:pt x="7773" y="102"/>
                    </a:cubicBezTo>
                    <a:cubicBezTo>
                      <a:pt x="7773" y="237"/>
                      <a:pt x="7773" y="372"/>
                      <a:pt x="7773" y="511"/>
                    </a:cubicBezTo>
                    <a:cubicBezTo>
                      <a:pt x="7739" y="511"/>
                      <a:pt x="7705" y="511"/>
                      <a:pt x="7670" y="511"/>
                    </a:cubicBezTo>
                    <a:cubicBezTo>
                      <a:pt x="7670" y="579"/>
                      <a:pt x="7670" y="646"/>
                      <a:pt x="7670" y="716"/>
                    </a:cubicBezTo>
                    <a:cubicBezTo>
                      <a:pt x="7637" y="716"/>
                      <a:pt x="7603" y="716"/>
                      <a:pt x="7568" y="716"/>
                    </a:cubicBezTo>
                    <a:cubicBezTo>
                      <a:pt x="7568" y="750"/>
                      <a:pt x="7568" y="783"/>
                      <a:pt x="7568" y="818"/>
                    </a:cubicBezTo>
                    <a:cubicBezTo>
                      <a:pt x="7534" y="818"/>
                      <a:pt x="7501" y="818"/>
                      <a:pt x="7466" y="818"/>
                    </a:cubicBezTo>
                    <a:cubicBezTo>
                      <a:pt x="7466" y="852"/>
                      <a:pt x="7466" y="886"/>
                      <a:pt x="7466" y="920"/>
                    </a:cubicBezTo>
                    <a:cubicBezTo>
                      <a:pt x="7263" y="920"/>
                      <a:pt x="7061" y="920"/>
                      <a:pt x="6852" y="920"/>
                    </a:cubicBezTo>
                    <a:cubicBezTo>
                      <a:pt x="6852" y="954"/>
                      <a:pt x="6852" y="988"/>
                      <a:pt x="6852" y="1023"/>
                    </a:cubicBezTo>
                    <a:cubicBezTo>
                      <a:pt x="6751" y="1023"/>
                      <a:pt x="6650" y="1023"/>
                      <a:pt x="6545" y="1023"/>
                    </a:cubicBezTo>
                    <a:cubicBezTo>
                      <a:pt x="6545" y="1056"/>
                      <a:pt x="6545" y="1090"/>
                      <a:pt x="6545" y="1125"/>
                    </a:cubicBezTo>
                    <a:cubicBezTo>
                      <a:pt x="6444" y="1125"/>
                      <a:pt x="6343" y="1125"/>
                      <a:pt x="6239" y="1125"/>
                    </a:cubicBezTo>
                    <a:cubicBezTo>
                      <a:pt x="6239" y="1091"/>
                      <a:pt x="6239" y="1058"/>
                      <a:pt x="6239" y="1023"/>
                    </a:cubicBezTo>
                    <a:cubicBezTo>
                      <a:pt x="4754" y="1023"/>
                      <a:pt x="3269" y="1023"/>
                      <a:pt x="1739" y="1023"/>
                    </a:cubicBezTo>
                    <a:cubicBezTo>
                      <a:pt x="1739" y="989"/>
                      <a:pt x="1739" y="955"/>
                      <a:pt x="1739" y="920"/>
                    </a:cubicBezTo>
                    <a:cubicBezTo>
                      <a:pt x="1502" y="920"/>
                      <a:pt x="1266" y="920"/>
                      <a:pt x="1023" y="920"/>
                    </a:cubicBezTo>
                    <a:cubicBezTo>
                      <a:pt x="1023" y="954"/>
                      <a:pt x="1023" y="988"/>
                      <a:pt x="1023" y="1023"/>
                    </a:cubicBezTo>
                    <a:cubicBezTo>
                      <a:pt x="854" y="1023"/>
                      <a:pt x="685" y="1023"/>
                      <a:pt x="511" y="1023"/>
                    </a:cubicBezTo>
                    <a:cubicBezTo>
                      <a:pt x="511" y="989"/>
                      <a:pt x="511" y="955"/>
                      <a:pt x="511" y="920"/>
                    </a:cubicBezTo>
                    <a:cubicBezTo>
                      <a:pt x="478" y="920"/>
                      <a:pt x="444" y="920"/>
                      <a:pt x="409" y="920"/>
                    </a:cubicBezTo>
                    <a:cubicBezTo>
                      <a:pt x="409" y="887"/>
                      <a:pt x="409" y="853"/>
                      <a:pt x="409" y="818"/>
                    </a:cubicBezTo>
                    <a:cubicBezTo>
                      <a:pt x="375" y="818"/>
                      <a:pt x="342" y="818"/>
                      <a:pt x="307" y="818"/>
                    </a:cubicBezTo>
                    <a:cubicBezTo>
                      <a:pt x="307" y="784"/>
                      <a:pt x="307" y="751"/>
                      <a:pt x="307" y="716"/>
                    </a:cubicBezTo>
                    <a:cubicBezTo>
                      <a:pt x="273" y="716"/>
                      <a:pt x="239" y="716"/>
                      <a:pt x="205" y="716"/>
                    </a:cubicBezTo>
                    <a:cubicBezTo>
                      <a:pt x="205" y="682"/>
                      <a:pt x="205" y="648"/>
                      <a:pt x="205" y="614"/>
                    </a:cubicBezTo>
                    <a:cubicBezTo>
                      <a:pt x="171" y="614"/>
                      <a:pt x="137" y="614"/>
                      <a:pt x="102" y="614"/>
                    </a:cubicBezTo>
                    <a:cubicBezTo>
                      <a:pt x="102" y="580"/>
                      <a:pt x="102" y="546"/>
                      <a:pt x="102" y="511"/>
                    </a:cubicBezTo>
                    <a:cubicBezTo>
                      <a:pt x="69" y="511"/>
                      <a:pt x="35" y="511"/>
                      <a:pt x="0" y="511"/>
                    </a:cubicBezTo>
                    <a:cubicBezTo>
                      <a:pt x="0" y="444"/>
                      <a:pt x="0" y="376"/>
                      <a:pt x="0" y="307"/>
                    </a:cubicBezTo>
                    <a:cubicBezTo>
                      <a:pt x="34" y="307"/>
                      <a:pt x="68" y="307"/>
                      <a:pt x="102" y="307"/>
                    </a:cubicBezTo>
                    <a:cubicBezTo>
                      <a:pt x="102" y="273"/>
                      <a:pt x="102" y="239"/>
                      <a:pt x="102" y="205"/>
                    </a:cubicBezTo>
                    <a:cubicBezTo>
                      <a:pt x="136" y="205"/>
                      <a:pt x="170" y="205"/>
                      <a:pt x="205" y="205"/>
                    </a:cubicBezTo>
                    <a:cubicBezTo>
                      <a:pt x="205" y="171"/>
                      <a:pt x="205" y="137"/>
                      <a:pt x="205" y="102"/>
                    </a:cubicBezTo>
                    <a:cubicBezTo>
                      <a:pt x="272" y="102"/>
                      <a:pt x="340" y="102"/>
                      <a:pt x="409" y="102"/>
                    </a:cubicBezTo>
                    <a:cubicBezTo>
                      <a:pt x="409" y="69"/>
                      <a:pt x="409" y="35"/>
                      <a:pt x="40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29" name="ICON_TOOL_REPORT_path_008"/>
              <p:cNvSpPr/>
              <p:nvPr/>
            </p:nvSpPr>
            <p:spPr>
              <a:xfrm>
                <a:off x="5147939" y="5428961"/>
                <a:ext cx="15188" cy="251980"/>
              </a:xfrm>
              <a:custGeom>
                <a:avLst/>
                <a:gdLst/>
                <a:ahLst/>
                <a:cxnLst/>
                <a:rect l="0" t="0" r="r" b="b"/>
                <a:pathLst>
                  <a:path w="1196" h="19841" fill="norm" stroke="0">
                    <a:moveTo>
                      <a:pt x="327" y="0"/>
                    </a:moveTo>
                    <a:cubicBezTo>
                      <a:pt x="613" y="0"/>
                      <a:pt x="900" y="0"/>
                      <a:pt x="1196" y="0"/>
                    </a:cubicBezTo>
                    <a:cubicBezTo>
                      <a:pt x="1196" y="17"/>
                      <a:pt x="1196" y="34"/>
                      <a:pt x="1196" y="51"/>
                    </a:cubicBezTo>
                    <a:cubicBezTo>
                      <a:pt x="1061" y="68"/>
                      <a:pt x="926" y="85"/>
                      <a:pt x="787" y="102"/>
                    </a:cubicBezTo>
                    <a:cubicBezTo>
                      <a:pt x="804" y="170"/>
                      <a:pt x="821" y="237"/>
                      <a:pt x="838" y="307"/>
                    </a:cubicBezTo>
                    <a:cubicBezTo>
                      <a:pt x="703" y="307"/>
                      <a:pt x="568" y="307"/>
                      <a:pt x="429" y="307"/>
                    </a:cubicBezTo>
                    <a:cubicBezTo>
                      <a:pt x="429" y="1218"/>
                      <a:pt x="429" y="2129"/>
                      <a:pt x="429" y="3068"/>
                    </a:cubicBezTo>
                    <a:cubicBezTo>
                      <a:pt x="361" y="3068"/>
                      <a:pt x="294" y="3068"/>
                      <a:pt x="224" y="3068"/>
                    </a:cubicBezTo>
                    <a:cubicBezTo>
                      <a:pt x="224" y="3169"/>
                      <a:pt x="224" y="3271"/>
                      <a:pt x="224" y="3375"/>
                    </a:cubicBezTo>
                    <a:cubicBezTo>
                      <a:pt x="292" y="3375"/>
                      <a:pt x="359" y="3375"/>
                      <a:pt x="429" y="3375"/>
                    </a:cubicBezTo>
                    <a:cubicBezTo>
                      <a:pt x="429" y="3476"/>
                      <a:pt x="429" y="3577"/>
                      <a:pt x="429" y="3682"/>
                    </a:cubicBezTo>
                    <a:cubicBezTo>
                      <a:pt x="395" y="3682"/>
                      <a:pt x="361" y="3682"/>
                      <a:pt x="327" y="3682"/>
                    </a:cubicBezTo>
                    <a:cubicBezTo>
                      <a:pt x="327" y="3749"/>
                      <a:pt x="327" y="3817"/>
                      <a:pt x="327" y="3886"/>
                    </a:cubicBezTo>
                    <a:cubicBezTo>
                      <a:pt x="360" y="3886"/>
                      <a:pt x="394" y="3886"/>
                      <a:pt x="429" y="3886"/>
                    </a:cubicBezTo>
                    <a:cubicBezTo>
                      <a:pt x="429" y="4798"/>
                      <a:pt x="429" y="5709"/>
                      <a:pt x="429" y="6648"/>
                    </a:cubicBezTo>
                    <a:cubicBezTo>
                      <a:pt x="395" y="6648"/>
                      <a:pt x="361" y="6648"/>
                      <a:pt x="327" y="6648"/>
                    </a:cubicBezTo>
                    <a:cubicBezTo>
                      <a:pt x="327" y="6715"/>
                      <a:pt x="327" y="6783"/>
                      <a:pt x="327" y="6852"/>
                    </a:cubicBezTo>
                    <a:cubicBezTo>
                      <a:pt x="360" y="6852"/>
                      <a:pt x="394" y="6852"/>
                      <a:pt x="429" y="6852"/>
                    </a:cubicBezTo>
                    <a:cubicBezTo>
                      <a:pt x="429" y="10464"/>
                      <a:pt x="429" y="14075"/>
                      <a:pt x="429" y="17795"/>
                    </a:cubicBezTo>
                    <a:cubicBezTo>
                      <a:pt x="395" y="17795"/>
                      <a:pt x="361" y="17795"/>
                      <a:pt x="327" y="17795"/>
                    </a:cubicBezTo>
                    <a:cubicBezTo>
                      <a:pt x="327" y="17863"/>
                      <a:pt x="327" y="17930"/>
                      <a:pt x="327" y="18000"/>
                    </a:cubicBezTo>
                    <a:cubicBezTo>
                      <a:pt x="360" y="18000"/>
                      <a:pt x="394" y="18000"/>
                      <a:pt x="429" y="18000"/>
                    </a:cubicBezTo>
                    <a:cubicBezTo>
                      <a:pt x="429" y="18135"/>
                      <a:pt x="429" y="18270"/>
                      <a:pt x="429" y="18409"/>
                    </a:cubicBezTo>
                    <a:cubicBezTo>
                      <a:pt x="395" y="18409"/>
                      <a:pt x="361" y="18409"/>
                      <a:pt x="327" y="18409"/>
                    </a:cubicBezTo>
                    <a:cubicBezTo>
                      <a:pt x="327" y="18780"/>
                      <a:pt x="327" y="19152"/>
                      <a:pt x="327" y="19534"/>
                    </a:cubicBezTo>
                    <a:cubicBezTo>
                      <a:pt x="293" y="19534"/>
                      <a:pt x="259" y="19534"/>
                      <a:pt x="224" y="19534"/>
                    </a:cubicBezTo>
                    <a:cubicBezTo>
                      <a:pt x="224" y="19635"/>
                      <a:pt x="224" y="19737"/>
                      <a:pt x="224" y="19841"/>
                    </a:cubicBezTo>
                    <a:cubicBezTo>
                      <a:pt x="191" y="19841"/>
                      <a:pt x="157" y="19841"/>
                      <a:pt x="122" y="19841"/>
                    </a:cubicBezTo>
                    <a:cubicBezTo>
                      <a:pt x="122" y="19773"/>
                      <a:pt x="122" y="19706"/>
                      <a:pt x="122" y="19636"/>
                    </a:cubicBezTo>
                    <a:cubicBezTo>
                      <a:pt x="88" y="19636"/>
                      <a:pt x="55" y="19636"/>
                      <a:pt x="20" y="19636"/>
                    </a:cubicBezTo>
                    <a:cubicBezTo>
                      <a:pt x="16" y="18826"/>
                      <a:pt x="14" y="18015"/>
                      <a:pt x="12" y="17204"/>
                    </a:cubicBezTo>
                    <a:cubicBezTo>
                      <a:pt x="12" y="17108"/>
                      <a:pt x="12" y="17012"/>
                      <a:pt x="11" y="16917"/>
                    </a:cubicBezTo>
                    <a:cubicBezTo>
                      <a:pt x="11" y="16907"/>
                      <a:pt x="11" y="16907"/>
                      <a:pt x="11" y="16859"/>
                    </a:cubicBezTo>
                    <a:cubicBezTo>
                      <a:pt x="11" y="16550"/>
                      <a:pt x="9" y="16242"/>
                      <a:pt x="8" y="15933"/>
                    </a:cubicBezTo>
                    <a:cubicBezTo>
                      <a:pt x="6" y="15617"/>
                      <a:pt x="6" y="15300"/>
                      <a:pt x="5" y="14983"/>
                    </a:cubicBezTo>
                    <a:cubicBezTo>
                      <a:pt x="5" y="14788"/>
                      <a:pt x="5" y="14593"/>
                      <a:pt x="3" y="14397"/>
                    </a:cubicBezTo>
                    <a:cubicBezTo>
                      <a:pt x="2" y="14263"/>
                      <a:pt x="2" y="14129"/>
                      <a:pt x="2" y="13995"/>
                    </a:cubicBezTo>
                    <a:cubicBezTo>
                      <a:pt x="2" y="13918"/>
                      <a:pt x="2" y="13841"/>
                      <a:pt x="1" y="13763"/>
                    </a:cubicBezTo>
                    <a:cubicBezTo>
                      <a:pt x="1" y="13692"/>
                      <a:pt x="1" y="13622"/>
                      <a:pt x="1" y="13551"/>
                    </a:cubicBezTo>
                    <a:cubicBezTo>
                      <a:pt x="1" y="13513"/>
                      <a:pt x="1" y="13476"/>
                      <a:pt x="0" y="13438"/>
                    </a:cubicBezTo>
                    <a:cubicBezTo>
                      <a:pt x="2" y="13283"/>
                      <a:pt x="34" y="13201"/>
                      <a:pt x="140" y="13087"/>
                    </a:cubicBezTo>
                    <a:cubicBezTo>
                      <a:pt x="194" y="13010"/>
                      <a:pt x="179" y="12940"/>
                      <a:pt x="166" y="12850"/>
                    </a:cubicBezTo>
                    <a:cubicBezTo>
                      <a:pt x="162" y="12828"/>
                      <a:pt x="158" y="12806"/>
                      <a:pt x="154" y="12784"/>
                    </a:cubicBezTo>
                    <a:cubicBezTo>
                      <a:pt x="129" y="12633"/>
                      <a:pt x="113" y="12516"/>
                      <a:pt x="166" y="12370"/>
                    </a:cubicBezTo>
                    <a:cubicBezTo>
                      <a:pt x="173" y="12324"/>
                      <a:pt x="173" y="12324"/>
                      <a:pt x="149" y="12279"/>
                    </a:cubicBezTo>
                    <a:cubicBezTo>
                      <a:pt x="116" y="12209"/>
                      <a:pt x="114" y="12156"/>
                      <a:pt x="112" y="12079"/>
                    </a:cubicBezTo>
                    <a:cubicBezTo>
                      <a:pt x="111" y="12065"/>
                      <a:pt x="111" y="12051"/>
                      <a:pt x="110" y="12036"/>
                    </a:cubicBezTo>
                    <a:cubicBezTo>
                      <a:pt x="108" y="11990"/>
                      <a:pt x="107" y="11944"/>
                      <a:pt x="106" y="11898"/>
                    </a:cubicBezTo>
                    <a:cubicBezTo>
                      <a:pt x="105" y="11866"/>
                      <a:pt x="104" y="11834"/>
                      <a:pt x="103" y="11803"/>
                    </a:cubicBezTo>
                    <a:cubicBezTo>
                      <a:pt x="100" y="11719"/>
                      <a:pt x="97" y="11635"/>
                      <a:pt x="95" y="11551"/>
                    </a:cubicBezTo>
                    <a:cubicBezTo>
                      <a:pt x="92" y="11465"/>
                      <a:pt x="89" y="11379"/>
                      <a:pt x="87" y="11294"/>
                    </a:cubicBezTo>
                    <a:cubicBezTo>
                      <a:pt x="81" y="11126"/>
                      <a:pt x="76" y="10958"/>
                      <a:pt x="71" y="10790"/>
                    </a:cubicBezTo>
                    <a:cubicBezTo>
                      <a:pt x="54" y="10790"/>
                      <a:pt x="37" y="10790"/>
                      <a:pt x="20" y="10790"/>
                    </a:cubicBezTo>
                    <a:cubicBezTo>
                      <a:pt x="20" y="10621"/>
                      <a:pt x="20" y="10452"/>
                      <a:pt x="20" y="10278"/>
                    </a:cubicBezTo>
                    <a:cubicBezTo>
                      <a:pt x="37" y="10278"/>
                      <a:pt x="54" y="10278"/>
                      <a:pt x="71" y="10278"/>
                    </a:cubicBezTo>
                    <a:cubicBezTo>
                      <a:pt x="71" y="10264"/>
                      <a:pt x="72" y="10250"/>
                      <a:pt x="73" y="10236"/>
                    </a:cubicBezTo>
                    <a:cubicBezTo>
                      <a:pt x="78" y="10104"/>
                      <a:pt x="83" y="9973"/>
                      <a:pt x="88" y="9841"/>
                    </a:cubicBezTo>
                    <a:cubicBezTo>
                      <a:pt x="91" y="9773"/>
                      <a:pt x="94" y="9706"/>
                      <a:pt x="96" y="9638"/>
                    </a:cubicBezTo>
                    <a:cubicBezTo>
                      <a:pt x="99" y="9560"/>
                      <a:pt x="103" y="9482"/>
                      <a:pt x="106" y="9404"/>
                    </a:cubicBezTo>
                    <a:cubicBezTo>
                      <a:pt x="107" y="9380"/>
                      <a:pt x="108" y="9356"/>
                      <a:pt x="108" y="9331"/>
                    </a:cubicBezTo>
                    <a:cubicBezTo>
                      <a:pt x="109" y="9308"/>
                      <a:pt x="111" y="9286"/>
                      <a:pt x="112" y="9262"/>
                    </a:cubicBezTo>
                    <a:cubicBezTo>
                      <a:pt x="112" y="9253"/>
                      <a:pt x="112" y="9253"/>
                      <a:pt x="114" y="9202"/>
                    </a:cubicBezTo>
                    <a:cubicBezTo>
                      <a:pt x="122" y="9153"/>
                      <a:pt x="122" y="9153"/>
                      <a:pt x="173" y="9102"/>
                    </a:cubicBezTo>
                    <a:cubicBezTo>
                      <a:pt x="179" y="9050"/>
                      <a:pt x="179" y="9050"/>
                      <a:pt x="178" y="8985"/>
                    </a:cubicBezTo>
                    <a:cubicBezTo>
                      <a:pt x="178" y="8963"/>
                      <a:pt x="178" y="8940"/>
                      <a:pt x="178" y="8916"/>
                    </a:cubicBezTo>
                    <a:cubicBezTo>
                      <a:pt x="177" y="8892"/>
                      <a:pt x="177" y="8868"/>
                      <a:pt x="176" y="8843"/>
                    </a:cubicBezTo>
                    <a:cubicBezTo>
                      <a:pt x="176" y="8819"/>
                      <a:pt x="176" y="8795"/>
                      <a:pt x="176" y="8770"/>
                    </a:cubicBezTo>
                    <a:cubicBezTo>
                      <a:pt x="175" y="8710"/>
                      <a:pt x="174" y="8651"/>
                      <a:pt x="173" y="8591"/>
                    </a:cubicBezTo>
                    <a:cubicBezTo>
                      <a:pt x="123" y="8574"/>
                      <a:pt x="72" y="8557"/>
                      <a:pt x="20" y="8540"/>
                    </a:cubicBezTo>
                    <a:cubicBezTo>
                      <a:pt x="20" y="5823"/>
                      <a:pt x="20" y="3106"/>
                      <a:pt x="20" y="307"/>
                    </a:cubicBezTo>
                    <a:cubicBezTo>
                      <a:pt x="54" y="307"/>
                      <a:pt x="87" y="307"/>
                      <a:pt x="122" y="307"/>
                    </a:cubicBezTo>
                    <a:cubicBezTo>
                      <a:pt x="122" y="273"/>
                      <a:pt x="122" y="239"/>
                      <a:pt x="122" y="205"/>
                    </a:cubicBezTo>
                    <a:cubicBezTo>
                      <a:pt x="156" y="205"/>
                      <a:pt x="190" y="205"/>
                      <a:pt x="224" y="205"/>
                    </a:cubicBezTo>
                    <a:cubicBezTo>
                      <a:pt x="224" y="171"/>
                      <a:pt x="224" y="137"/>
                      <a:pt x="224" y="102"/>
                    </a:cubicBezTo>
                    <a:cubicBezTo>
                      <a:pt x="258" y="102"/>
                      <a:pt x="292" y="102"/>
                      <a:pt x="327" y="102"/>
                    </a:cubicBezTo>
                    <a:cubicBezTo>
                      <a:pt x="327" y="69"/>
                      <a:pt x="327" y="35"/>
                      <a:pt x="32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30" name="ICON_TOOL_REPORT_path_009"/>
              <p:cNvSpPr/>
              <p:nvPr/>
            </p:nvSpPr>
            <p:spPr>
              <a:xfrm>
                <a:off x="5174168" y="5599112"/>
                <a:ext cx="77932" cy="15586"/>
              </a:xfrm>
              <a:custGeom>
                <a:avLst/>
                <a:gdLst/>
                <a:ahLst/>
                <a:cxnLst/>
                <a:rect l="0" t="0" r="r" b="b"/>
                <a:pathLst>
                  <a:path w="6136" h="1227" fill="norm" stroke="0">
                    <a:moveTo>
                      <a:pt x="2148" y="0"/>
                    </a:moveTo>
                    <a:cubicBezTo>
                      <a:pt x="2485" y="0"/>
                      <a:pt x="2823" y="0"/>
                      <a:pt x="3170" y="0"/>
                    </a:cubicBezTo>
                    <a:cubicBezTo>
                      <a:pt x="3170" y="34"/>
                      <a:pt x="3170" y="67"/>
                      <a:pt x="3170" y="102"/>
                    </a:cubicBezTo>
                    <a:cubicBezTo>
                      <a:pt x="4014" y="102"/>
                      <a:pt x="4858" y="102"/>
                      <a:pt x="5727" y="102"/>
                    </a:cubicBezTo>
                    <a:cubicBezTo>
                      <a:pt x="5727" y="136"/>
                      <a:pt x="5727" y="170"/>
                      <a:pt x="5727" y="205"/>
                    </a:cubicBezTo>
                    <a:cubicBezTo>
                      <a:pt x="5829" y="205"/>
                      <a:pt x="5930" y="205"/>
                      <a:pt x="6034" y="205"/>
                    </a:cubicBezTo>
                    <a:cubicBezTo>
                      <a:pt x="6034" y="238"/>
                      <a:pt x="6034" y="272"/>
                      <a:pt x="6034" y="307"/>
                    </a:cubicBezTo>
                    <a:cubicBezTo>
                      <a:pt x="6068" y="307"/>
                      <a:pt x="6102" y="307"/>
                      <a:pt x="6136" y="307"/>
                    </a:cubicBezTo>
                    <a:cubicBezTo>
                      <a:pt x="6136" y="408"/>
                      <a:pt x="6136" y="509"/>
                      <a:pt x="6136" y="614"/>
                    </a:cubicBezTo>
                    <a:cubicBezTo>
                      <a:pt x="6103" y="614"/>
                      <a:pt x="6069" y="614"/>
                      <a:pt x="6034" y="614"/>
                    </a:cubicBezTo>
                    <a:cubicBezTo>
                      <a:pt x="6034" y="647"/>
                      <a:pt x="6034" y="681"/>
                      <a:pt x="6034" y="716"/>
                    </a:cubicBezTo>
                    <a:cubicBezTo>
                      <a:pt x="5967" y="716"/>
                      <a:pt x="5899" y="716"/>
                      <a:pt x="5830" y="716"/>
                    </a:cubicBezTo>
                    <a:cubicBezTo>
                      <a:pt x="5830" y="750"/>
                      <a:pt x="5830" y="783"/>
                      <a:pt x="5830" y="818"/>
                    </a:cubicBezTo>
                    <a:cubicBezTo>
                      <a:pt x="5796" y="818"/>
                      <a:pt x="5762" y="818"/>
                      <a:pt x="5727" y="818"/>
                    </a:cubicBezTo>
                    <a:cubicBezTo>
                      <a:pt x="5727" y="852"/>
                      <a:pt x="5727" y="886"/>
                      <a:pt x="5727" y="920"/>
                    </a:cubicBezTo>
                    <a:cubicBezTo>
                      <a:pt x="5694" y="920"/>
                      <a:pt x="5660" y="920"/>
                      <a:pt x="5625" y="920"/>
                    </a:cubicBezTo>
                    <a:cubicBezTo>
                      <a:pt x="5625" y="954"/>
                      <a:pt x="5625" y="988"/>
                      <a:pt x="5625" y="1023"/>
                    </a:cubicBezTo>
                    <a:cubicBezTo>
                      <a:pt x="5558" y="1023"/>
                      <a:pt x="5490" y="1023"/>
                      <a:pt x="5420" y="1023"/>
                    </a:cubicBezTo>
                    <a:cubicBezTo>
                      <a:pt x="5420" y="1056"/>
                      <a:pt x="5420" y="1090"/>
                      <a:pt x="5420" y="1125"/>
                    </a:cubicBezTo>
                    <a:cubicBezTo>
                      <a:pt x="5387" y="1125"/>
                      <a:pt x="5353" y="1125"/>
                      <a:pt x="5318" y="1125"/>
                    </a:cubicBezTo>
                    <a:cubicBezTo>
                      <a:pt x="5318" y="1159"/>
                      <a:pt x="5318" y="1192"/>
                      <a:pt x="5318" y="1227"/>
                    </a:cubicBezTo>
                    <a:cubicBezTo>
                      <a:pt x="5082" y="1227"/>
                      <a:pt x="4846" y="1227"/>
                      <a:pt x="4602" y="1227"/>
                    </a:cubicBezTo>
                    <a:cubicBezTo>
                      <a:pt x="4602" y="1194"/>
                      <a:pt x="4602" y="1160"/>
                      <a:pt x="4602" y="1125"/>
                    </a:cubicBezTo>
                    <a:cubicBezTo>
                      <a:pt x="4569" y="1125"/>
                      <a:pt x="4535" y="1125"/>
                      <a:pt x="4500" y="1125"/>
                    </a:cubicBezTo>
                    <a:cubicBezTo>
                      <a:pt x="4500" y="1091"/>
                      <a:pt x="4500" y="1058"/>
                      <a:pt x="4500" y="1023"/>
                    </a:cubicBezTo>
                    <a:cubicBezTo>
                      <a:pt x="3859" y="1023"/>
                      <a:pt x="3217" y="1023"/>
                      <a:pt x="2557" y="1023"/>
                    </a:cubicBezTo>
                    <a:cubicBezTo>
                      <a:pt x="2557" y="1056"/>
                      <a:pt x="2557" y="1090"/>
                      <a:pt x="2557" y="1125"/>
                    </a:cubicBezTo>
                    <a:cubicBezTo>
                      <a:pt x="2489" y="1125"/>
                      <a:pt x="2422" y="1125"/>
                      <a:pt x="2352" y="1125"/>
                    </a:cubicBezTo>
                    <a:cubicBezTo>
                      <a:pt x="2352" y="1159"/>
                      <a:pt x="2352" y="1192"/>
                      <a:pt x="2352" y="1227"/>
                    </a:cubicBezTo>
                    <a:cubicBezTo>
                      <a:pt x="1914" y="1227"/>
                      <a:pt x="1475" y="1227"/>
                      <a:pt x="1023" y="1227"/>
                    </a:cubicBezTo>
                    <a:cubicBezTo>
                      <a:pt x="1023" y="1194"/>
                      <a:pt x="1023" y="1160"/>
                      <a:pt x="1023" y="1125"/>
                    </a:cubicBezTo>
                    <a:cubicBezTo>
                      <a:pt x="888" y="1125"/>
                      <a:pt x="753" y="1125"/>
                      <a:pt x="614" y="1125"/>
                    </a:cubicBezTo>
                    <a:cubicBezTo>
                      <a:pt x="614" y="1091"/>
                      <a:pt x="614" y="1058"/>
                      <a:pt x="614" y="1023"/>
                    </a:cubicBezTo>
                    <a:cubicBezTo>
                      <a:pt x="479" y="1023"/>
                      <a:pt x="344" y="1023"/>
                      <a:pt x="205" y="1023"/>
                    </a:cubicBezTo>
                    <a:cubicBezTo>
                      <a:pt x="205" y="989"/>
                      <a:pt x="205" y="955"/>
                      <a:pt x="205" y="920"/>
                    </a:cubicBezTo>
                    <a:cubicBezTo>
                      <a:pt x="171" y="920"/>
                      <a:pt x="137" y="920"/>
                      <a:pt x="102" y="920"/>
                    </a:cubicBezTo>
                    <a:cubicBezTo>
                      <a:pt x="102" y="853"/>
                      <a:pt x="102" y="785"/>
                      <a:pt x="102" y="716"/>
                    </a:cubicBezTo>
                    <a:cubicBezTo>
                      <a:pt x="69" y="716"/>
                      <a:pt x="35" y="716"/>
                      <a:pt x="0" y="716"/>
                    </a:cubicBezTo>
                    <a:cubicBezTo>
                      <a:pt x="0" y="615"/>
                      <a:pt x="0" y="513"/>
                      <a:pt x="0" y="409"/>
                    </a:cubicBezTo>
                    <a:cubicBezTo>
                      <a:pt x="34" y="409"/>
                      <a:pt x="67" y="409"/>
                      <a:pt x="102" y="409"/>
                    </a:cubicBezTo>
                    <a:cubicBezTo>
                      <a:pt x="102" y="375"/>
                      <a:pt x="102" y="342"/>
                      <a:pt x="102" y="307"/>
                    </a:cubicBezTo>
                    <a:cubicBezTo>
                      <a:pt x="136" y="307"/>
                      <a:pt x="170" y="307"/>
                      <a:pt x="205" y="307"/>
                    </a:cubicBezTo>
                    <a:cubicBezTo>
                      <a:pt x="205" y="273"/>
                      <a:pt x="205" y="239"/>
                      <a:pt x="205" y="205"/>
                    </a:cubicBezTo>
                    <a:cubicBezTo>
                      <a:pt x="238" y="205"/>
                      <a:pt x="272" y="205"/>
                      <a:pt x="307" y="205"/>
                    </a:cubicBezTo>
                    <a:cubicBezTo>
                      <a:pt x="307" y="171"/>
                      <a:pt x="307" y="137"/>
                      <a:pt x="307" y="102"/>
                    </a:cubicBezTo>
                    <a:cubicBezTo>
                      <a:pt x="914" y="102"/>
                      <a:pt x="1522" y="102"/>
                      <a:pt x="2148" y="102"/>
                    </a:cubicBezTo>
                    <a:cubicBezTo>
                      <a:pt x="2148" y="69"/>
                      <a:pt x="2148" y="35"/>
                      <a:pt x="214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31" name="ICON_TOOL_REPORT_path_010"/>
              <p:cNvSpPr/>
              <p:nvPr/>
            </p:nvSpPr>
            <p:spPr>
              <a:xfrm>
                <a:off x="5327434" y="5476370"/>
                <a:ext cx="46759" cy="204571"/>
              </a:xfrm>
              <a:custGeom>
                <a:avLst/>
                <a:gdLst/>
                <a:ahLst/>
                <a:cxnLst/>
                <a:rect l="0" t="0" r="r" b="b"/>
                <a:pathLst>
                  <a:path w="3682" h="16108" fill="norm" stroke="0">
                    <a:moveTo>
                      <a:pt x="0" y="0"/>
                    </a:moveTo>
                    <a:cubicBezTo>
                      <a:pt x="540" y="8"/>
                      <a:pt x="540" y="8"/>
                      <a:pt x="3273" y="51"/>
                    </a:cubicBezTo>
                    <a:cubicBezTo>
                      <a:pt x="3273" y="85"/>
                      <a:pt x="3273" y="119"/>
                      <a:pt x="3273" y="153"/>
                    </a:cubicBezTo>
                    <a:cubicBezTo>
                      <a:pt x="3340" y="153"/>
                      <a:pt x="3408" y="153"/>
                      <a:pt x="3477" y="153"/>
                    </a:cubicBezTo>
                    <a:cubicBezTo>
                      <a:pt x="3477" y="221"/>
                      <a:pt x="3477" y="288"/>
                      <a:pt x="3477" y="358"/>
                    </a:cubicBezTo>
                    <a:cubicBezTo>
                      <a:pt x="3444" y="358"/>
                      <a:pt x="3410" y="358"/>
                      <a:pt x="3375" y="358"/>
                    </a:cubicBezTo>
                    <a:cubicBezTo>
                      <a:pt x="3375" y="695"/>
                      <a:pt x="3375" y="1033"/>
                      <a:pt x="3375" y="1381"/>
                    </a:cubicBezTo>
                    <a:cubicBezTo>
                      <a:pt x="3409" y="1381"/>
                      <a:pt x="3442" y="1381"/>
                      <a:pt x="3477" y="1381"/>
                    </a:cubicBezTo>
                    <a:cubicBezTo>
                      <a:pt x="3477" y="1414"/>
                      <a:pt x="3477" y="1448"/>
                      <a:pt x="3477" y="1483"/>
                    </a:cubicBezTo>
                    <a:cubicBezTo>
                      <a:pt x="3545" y="1483"/>
                      <a:pt x="3612" y="1483"/>
                      <a:pt x="3682" y="1483"/>
                    </a:cubicBezTo>
                    <a:cubicBezTo>
                      <a:pt x="3682" y="1685"/>
                      <a:pt x="3682" y="1888"/>
                      <a:pt x="3682" y="2097"/>
                    </a:cubicBezTo>
                    <a:cubicBezTo>
                      <a:pt x="3614" y="2097"/>
                      <a:pt x="3547" y="2097"/>
                      <a:pt x="3477" y="2097"/>
                    </a:cubicBezTo>
                    <a:cubicBezTo>
                      <a:pt x="3477" y="2130"/>
                      <a:pt x="3477" y="2164"/>
                      <a:pt x="3477" y="2199"/>
                    </a:cubicBezTo>
                    <a:cubicBezTo>
                      <a:pt x="3444" y="2199"/>
                      <a:pt x="3410" y="2199"/>
                      <a:pt x="3375" y="2199"/>
                    </a:cubicBezTo>
                    <a:cubicBezTo>
                      <a:pt x="3375" y="2739"/>
                      <a:pt x="3375" y="3279"/>
                      <a:pt x="3375" y="3835"/>
                    </a:cubicBezTo>
                    <a:cubicBezTo>
                      <a:pt x="3409" y="3835"/>
                      <a:pt x="3442" y="3835"/>
                      <a:pt x="3477" y="3835"/>
                    </a:cubicBezTo>
                    <a:cubicBezTo>
                      <a:pt x="3477" y="4206"/>
                      <a:pt x="3477" y="4578"/>
                      <a:pt x="3477" y="4960"/>
                    </a:cubicBezTo>
                    <a:cubicBezTo>
                      <a:pt x="3444" y="4960"/>
                      <a:pt x="3410" y="4960"/>
                      <a:pt x="3375" y="4960"/>
                    </a:cubicBezTo>
                    <a:cubicBezTo>
                      <a:pt x="3375" y="8504"/>
                      <a:pt x="3375" y="12048"/>
                      <a:pt x="3375" y="15699"/>
                    </a:cubicBezTo>
                    <a:cubicBezTo>
                      <a:pt x="3341" y="15699"/>
                      <a:pt x="3308" y="15699"/>
                      <a:pt x="3273" y="15699"/>
                    </a:cubicBezTo>
                    <a:cubicBezTo>
                      <a:pt x="3270" y="15716"/>
                      <a:pt x="3267" y="15732"/>
                      <a:pt x="3263" y="15749"/>
                    </a:cubicBezTo>
                    <a:cubicBezTo>
                      <a:pt x="3240" y="15873"/>
                      <a:pt x="3214" y="15990"/>
                      <a:pt x="3170" y="16108"/>
                    </a:cubicBezTo>
                    <a:cubicBezTo>
                      <a:pt x="3137" y="16091"/>
                      <a:pt x="3103" y="16074"/>
                      <a:pt x="3068" y="16057"/>
                    </a:cubicBezTo>
                    <a:cubicBezTo>
                      <a:pt x="3102" y="15956"/>
                      <a:pt x="3136" y="15854"/>
                      <a:pt x="3170" y="15750"/>
                    </a:cubicBezTo>
                    <a:cubicBezTo>
                      <a:pt x="3137" y="15733"/>
                      <a:pt x="3103" y="15716"/>
                      <a:pt x="3068" y="15699"/>
                    </a:cubicBezTo>
                    <a:cubicBezTo>
                      <a:pt x="3062" y="15645"/>
                      <a:pt x="3062" y="15645"/>
                      <a:pt x="3068" y="15597"/>
                    </a:cubicBezTo>
                    <a:cubicBezTo>
                      <a:pt x="3034" y="15597"/>
                      <a:pt x="3001" y="15597"/>
                      <a:pt x="2966" y="15597"/>
                    </a:cubicBezTo>
                    <a:cubicBezTo>
                      <a:pt x="2966" y="15563"/>
                      <a:pt x="2966" y="15529"/>
                      <a:pt x="2966" y="15494"/>
                    </a:cubicBezTo>
                    <a:cubicBezTo>
                      <a:pt x="2932" y="15494"/>
                      <a:pt x="2898" y="15494"/>
                      <a:pt x="2864" y="15494"/>
                    </a:cubicBezTo>
                    <a:cubicBezTo>
                      <a:pt x="2864" y="15461"/>
                      <a:pt x="2864" y="15427"/>
                      <a:pt x="2864" y="15392"/>
                    </a:cubicBezTo>
                    <a:cubicBezTo>
                      <a:pt x="2830" y="15392"/>
                      <a:pt x="2796" y="15392"/>
                      <a:pt x="2761" y="15392"/>
                    </a:cubicBezTo>
                    <a:cubicBezTo>
                      <a:pt x="2761" y="15358"/>
                      <a:pt x="2761" y="15325"/>
                      <a:pt x="2761" y="15290"/>
                    </a:cubicBezTo>
                    <a:cubicBezTo>
                      <a:pt x="2795" y="15290"/>
                      <a:pt x="2829" y="15290"/>
                      <a:pt x="2864" y="15290"/>
                    </a:cubicBezTo>
                    <a:cubicBezTo>
                      <a:pt x="2864" y="15256"/>
                      <a:pt x="2864" y="15222"/>
                      <a:pt x="2864" y="15188"/>
                    </a:cubicBezTo>
                    <a:cubicBezTo>
                      <a:pt x="2897" y="15188"/>
                      <a:pt x="2931" y="15188"/>
                      <a:pt x="2966" y="15188"/>
                    </a:cubicBezTo>
                    <a:cubicBezTo>
                      <a:pt x="2966" y="13905"/>
                      <a:pt x="2966" y="12623"/>
                      <a:pt x="2966" y="11301"/>
                    </a:cubicBezTo>
                    <a:cubicBezTo>
                      <a:pt x="3033" y="11301"/>
                      <a:pt x="3101" y="11301"/>
                      <a:pt x="3170" y="11301"/>
                    </a:cubicBezTo>
                    <a:cubicBezTo>
                      <a:pt x="3170" y="11200"/>
                      <a:pt x="3170" y="11099"/>
                      <a:pt x="3170" y="10994"/>
                    </a:cubicBezTo>
                    <a:cubicBezTo>
                      <a:pt x="3103" y="10994"/>
                      <a:pt x="3035" y="10994"/>
                      <a:pt x="2966" y="10994"/>
                    </a:cubicBezTo>
                    <a:cubicBezTo>
                      <a:pt x="2966" y="10589"/>
                      <a:pt x="2966" y="10184"/>
                      <a:pt x="2966" y="9767"/>
                    </a:cubicBezTo>
                    <a:cubicBezTo>
                      <a:pt x="3067" y="9767"/>
                      <a:pt x="3168" y="9767"/>
                      <a:pt x="3273" y="9767"/>
                    </a:cubicBezTo>
                    <a:cubicBezTo>
                      <a:pt x="3273" y="9632"/>
                      <a:pt x="3273" y="9497"/>
                      <a:pt x="3273" y="9358"/>
                    </a:cubicBezTo>
                    <a:cubicBezTo>
                      <a:pt x="3171" y="9358"/>
                      <a:pt x="3070" y="9358"/>
                      <a:pt x="2966" y="9358"/>
                    </a:cubicBezTo>
                    <a:cubicBezTo>
                      <a:pt x="2966" y="9223"/>
                      <a:pt x="2966" y="9088"/>
                      <a:pt x="2966" y="8949"/>
                    </a:cubicBezTo>
                    <a:cubicBezTo>
                      <a:pt x="3033" y="8949"/>
                      <a:pt x="3101" y="8949"/>
                      <a:pt x="3170" y="8949"/>
                    </a:cubicBezTo>
                    <a:cubicBezTo>
                      <a:pt x="3170" y="8409"/>
                      <a:pt x="3170" y="7869"/>
                      <a:pt x="3170" y="7312"/>
                    </a:cubicBezTo>
                    <a:cubicBezTo>
                      <a:pt x="3103" y="7312"/>
                      <a:pt x="3035" y="7312"/>
                      <a:pt x="2966" y="7312"/>
                    </a:cubicBezTo>
                    <a:cubicBezTo>
                      <a:pt x="2966" y="7211"/>
                      <a:pt x="2966" y="7110"/>
                      <a:pt x="2966" y="7006"/>
                    </a:cubicBezTo>
                    <a:cubicBezTo>
                      <a:pt x="3033" y="7006"/>
                      <a:pt x="3101" y="7006"/>
                      <a:pt x="3170" y="7006"/>
                    </a:cubicBezTo>
                    <a:cubicBezTo>
                      <a:pt x="3170" y="5149"/>
                      <a:pt x="3170" y="3293"/>
                      <a:pt x="3170" y="1381"/>
                    </a:cubicBezTo>
                    <a:cubicBezTo>
                      <a:pt x="3137" y="1381"/>
                      <a:pt x="3103" y="1381"/>
                      <a:pt x="3068" y="1381"/>
                    </a:cubicBezTo>
                    <a:cubicBezTo>
                      <a:pt x="3068" y="1144"/>
                      <a:pt x="3068" y="908"/>
                      <a:pt x="3068" y="665"/>
                    </a:cubicBezTo>
                    <a:cubicBezTo>
                      <a:pt x="3034" y="665"/>
                      <a:pt x="3001" y="665"/>
                      <a:pt x="2966" y="665"/>
                    </a:cubicBezTo>
                    <a:cubicBezTo>
                      <a:pt x="2966" y="564"/>
                      <a:pt x="2966" y="462"/>
                      <a:pt x="2966" y="358"/>
                    </a:cubicBezTo>
                    <a:cubicBezTo>
                      <a:pt x="3067" y="358"/>
                      <a:pt x="3168" y="358"/>
                      <a:pt x="3273" y="358"/>
                    </a:cubicBezTo>
                    <a:cubicBezTo>
                      <a:pt x="3273" y="324"/>
                      <a:pt x="3273" y="290"/>
                      <a:pt x="3273" y="256"/>
                    </a:cubicBezTo>
                    <a:cubicBezTo>
                      <a:pt x="3239" y="256"/>
                      <a:pt x="3205" y="256"/>
                      <a:pt x="3170" y="256"/>
                    </a:cubicBezTo>
                    <a:cubicBezTo>
                      <a:pt x="3170" y="222"/>
                      <a:pt x="3170" y="188"/>
                      <a:pt x="3170" y="153"/>
                    </a:cubicBezTo>
                    <a:cubicBezTo>
                      <a:pt x="2732" y="153"/>
                      <a:pt x="2293" y="153"/>
                      <a:pt x="1841" y="153"/>
                    </a:cubicBezTo>
                    <a:cubicBezTo>
                      <a:pt x="1841" y="187"/>
                      <a:pt x="1841" y="221"/>
                      <a:pt x="1841" y="256"/>
                    </a:cubicBezTo>
                    <a:cubicBezTo>
                      <a:pt x="1773" y="256"/>
                      <a:pt x="1706" y="256"/>
                      <a:pt x="1636" y="256"/>
                    </a:cubicBezTo>
                    <a:cubicBezTo>
                      <a:pt x="1636" y="289"/>
                      <a:pt x="1636" y="323"/>
                      <a:pt x="1636" y="358"/>
                    </a:cubicBezTo>
                    <a:cubicBezTo>
                      <a:pt x="1400" y="358"/>
                      <a:pt x="1164" y="358"/>
                      <a:pt x="920" y="358"/>
                    </a:cubicBezTo>
                    <a:cubicBezTo>
                      <a:pt x="920" y="324"/>
                      <a:pt x="920" y="290"/>
                      <a:pt x="920" y="256"/>
                    </a:cubicBezTo>
                    <a:cubicBezTo>
                      <a:pt x="853" y="256"/>
                      <a:pt x="785" y="256"/>
                      <a:pt x="716" y="256"/>
                    </a:cubicBezTo>
                    <a:cubicBezTo>
                      <a:pt x="716" y="222"/>
                      <a:pt x="716" y="188"/>
                      <a:pt x="716" y="153"/>
                    </a:cubicBezTo>
                    <a:cubicBezTo>
                      <a:pt x="703" y="154"/>
                      <a:pt x="691" y="154"/>
                      <a:pt x="678" y="154"/>
                    </a:cubicBezTo>
                    <a:cubicBezTo>
                      <a:pt x="215" y="163"/>
                      <a:pt x="215" y="163"/>
                      <a:pt x="0" y="102"/>
                    </a:cubicBezTo>
                    <a:cubicBezTo>
                      <a:pt x="0" y="69"/>
                      <a:pt x="0" y="35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32" name="ICON_TOOL_REPORT_path_011"/>
              <p:cNvSpPr/>
              <p:nvPr/>
            </p:nvSpPr>
            <p:spPr>
              <a:xfrm>
                <a:off x="5170271" y="5623791"/>
                <a:ext cx="62345" cy="18184"/>
              </a:xfrm>
              <a:custGeom>
                <a:avLst/>
                <a:gdLst/>
                <a:ahLst/>
                <a:cxnLst/>
                <a:rect l="0" t="0" r="r" b="b"/>
                <a:pathLst>
                  <a:path w="4909" h="1432" fill="norm" stroke="0">
                    <a:moveTo>
                      <a:pt x="920" y="0"/>
                    </a:moveTo>
                    <a:cubicBezTo>
                      <a:pt x="988" y="0"/>
                      <a:pt x="1055" y="0"/>
                      <a:pt x="1125" y="0"/>
                    </a:cubicBezTo>
                    <a:cubicBezTo>
                      <a:pt x="1125" y="34"/>
                      <a:pt x="1125" y="67"/>
                      <a:pt x="1125" y="102"/>
                    </a:cubicBezTo>
                    <a:cubicBezTo>
                      <a:pt x="1192" y="102"/>
                      <a:pt x="1260" y="102"/>
                      <a:pt x="1330" y="102"/>
                    </a:cubicBezTo>
                    <a:cubicBezTo>
                      <a:pt x="1330" y="136"/>
                      <a:pt x="1330" y="170"/>
                      <a:pt x="1330" y="205"/>
                    </a:cubicBezTo>
                    <a:cubicBezTo>
                      <a:pt x="1802" y="205"/>
                      <a:pt x="2275" y="205"/>
                      <a:pt x="2761" y="205"/>
                    </a:cubicBezTo>
                    <a:cubicBezTo>
                      <a:pt x="2761" y="238"/>
                      <a:pt x="2761" y="272"/>
                      <a:pt x="2761" y="307"/>
                    </a:cubicBezTo>
                    <a:cubicBezTo>
                      <a:pt x="2896" y="307"/>
                      <a:pt x="3031" y="307"/>
                      <a:pt x="3170" y="307"/>
                    </a:cubicBezTo>
                    <a:cubicBezTo>
                      <a:pt x="3170" y="273"/>
                      <a:pt x="3170" y="239"/>
                      <a:pt x="3170" y="205"/>
                    </a:cubicBezTo>
                    <a:cubicBezTo>
                      <a:pt x="3373" y="205"/>
                      <a:pt x="3575" y="205"/>
                      <a:pt x="3784" y="205"/>
                    </a:cubicBezTo>
                    <a:cubicBezTo>
                      <a:pt x="3784" y="171"/>
                      <a:pt x="3784" y="137"/>
                      <a:pt x="3784" y="102"/>
                    </a:cubicBezTo>
                    <a:cubicBezTo>
                      <a:pt x="3852" y="102"/>
                      <a:pt x="3919" y="102"/>
                      <a:pt x="3989" y="102"/>
                    </a:cubicBezTo>
                    <a:cubicBezTo>
                      <a:pt x="3989" y="69"/>
                      <a:pt x="3989" y="35"/>
                      <a:pt x="3989" y="0"/>
                    </a:cubicBezTo>
                    <a:cubicBezTo>
                      <a:pt x="4056" y="0"/>
                      <a:pt x="4124" y="0"/>
                      <a:pt x="4193" y="0"/>
                    </a:cubicBezTo>
                    <a:cubicBezTo>
                      <a:pt x="4193" y="34"/>
                      <a:pt x="4193" y="67"/>
                      <a:pt x="4193" y="102"/>
                    </a:cubicBezTo>
                    <a:cubicBezTo>
                      <a:pt x="4261" y="102"/>
                      <a:pt x="4328" y="102"/>
                      <a:pt x="4398" y="102"/>
                    </a:cubicBezTo>
                    <a:cubicBezTo>
                      <a:pt x="4398" y="136"/>
                      <a:pt x="4398" y="170"/>
                      <a:pt x="4398" y="205"/>
                    </a:cubicBezTo>
                    <a:cubicBezTo>
                      <a:pt x="4431" y="205"/>
                      <a:pt x="4465" y="205"/>
                      <a:pt x="4500" y="205"/>
                    </a:cubicBezTo>
                    <a:cubicBezTo>
                      <a:pt x="4500" y="238"/>
                      <a:pt x="4500" y="272"/>
                      <a:pt x="4500" y="307"/>
                    </a:cubicBezTo>
                    <a:cubicBezTo>
                      <a:pt x="4534" y="307"/>
                      <a:pt x="4567" y="307"/>
                      <a:pt x="4602" y="307"/>
                    </a:cubicBezTo>
                    <a:cubicBezTo>
                      <a:pt x="4602" y="341"/>
                      <a:pt x="4602" y="374"/>
                      <a:pt x="4602" y="409"/>
                    </a:cubicBezTo>
                    <a:cubicBezTo>
                      <a:pt x="4704" y="409"/>
                      <a:pt x="4805" y="409"/>
                      <a:pt x="4909" y="409"/>
                    </a:cubicBezTo>
                    <a:cubicBezTo>
                      <a:pt x="4909" y="477"/>
                      <a:pt x="4909" y="544"/>
                      <a:pt x="4909" y="614"/>
                    </a:cubicBezTo>
                    <a:cubicBezTo>
                      <a:pt x="4875" y="614"/>
                      <a:pt x="4842" y="614"/>
                      <a:pt x="4807" y="614"/>
                    </a:cubicBezTo>
                    <a:cubicBezTo>
                      <a:pt x="4807" y="647"/>
                      <a:pt x="4807" y="681"/>
                      <a:pt x="4807" y="716"/>
                    </a:cubicBezTo>
                    <a:cubicBezTo>
                      <a:pt x="4773" y="716"/>
                      <a:pt x="4739" y="716"/>
                      <a:pt x="4705" y="716"/>
                    </a:cubicBezTo>
                    <a:cubicBezTo>
                      <a:pt x="4705" y="783"/>
                      <a:pt x="4705" y="851"/>
                      <a:pt x="4705" y="920"/>
                    </a:cubicBezTo>
                    <a:cubicBezTo>
                      <a:pt x="4671" y="920"/>
                      <a:pt x="4637" y="920"/>
                      <a:pt x="4602" y="920"/>
                    </a:cubicBezTo>
                    <a:cubicBezTo>
                      <a:pt x="4602" y="954"/>
                      <a:pt x="4602" y="988"/>
                      <a:pt x="4602" y="1023"/>
                    </a:cubicBezTo>
                    <a:cubicBezTo>
                      <a:pt x="4569" y="1023"/>
                      <a:pt x="4535" y="1023"/>
                      <a:pt x="4500" y="1023"/>
                    </a:cubicBezTo>
                    <a:cubicBezTo>
                      <a:pt x="4500" y="1056"/>
                      <a:pt x="4500" y="1090"/>
                      <a:pt x="4500" y="1125"/>
                    </a:cubicBezTo>
                    <a:cubicBezTo>
                      <a:pt x="4466" y="1125"/>
                      <a:pt x="4433" y="1125"/>
                      <a:pt x="4398" y="1125"/>
                    </a:cubicBezTo>
                    <a:cubicBezTo>
                      <a:pt x="4398" y="1159"/>
                      <a:pt x="4398" y="1192"/>
                      <a:pt x="4398" y="1227"/>
                    </a:cubicBezTo>
                    <a:cubicBezTo>
                      <a:pt x="3486" y="1227"/>
                      <a:pt x="2575" y="1227"/>
                      <a:pt x="1636" y="1227"/>
                    </a:cubicBezTo>
                    <a:cubicBezTo>
                      <a:pt x="1636" y="1261"/>
                      <a:pt x="1636" y="1295"/>
                      <a:pt x="1636" y="1330"/>
                    </a:cubicBezTo>
                    <a:cubicBezTo>
                      <a:pt x="1569" y="1330"/>
                      <a:pt x="1501" y="1330"/>
                      <a:pt x="1432" y="1330"/>
                    </a:cubicBezTo>
                    <a:cubicBezTo>
                      <a:pt x="1432" y="1363"/>
                      <a:pt x="1432" y="1397"/>
                      <a:pt x="1432" y="1432"/>
                    </a:cubicBezTo>
                    <a:cubicBezTo>
                      <a:pt x="1263" y="1432"/>
                      <a:pt x="1094" y="1432"/>
                      <a:pt x="920" y="1432"/>
                    </a:cubicBezTo>
                    <a:cubicBezTo>
                      <a:pt x="920" y="1398"/>
                      <a:pt x="920" y="1364"/>
                      <a:pt x="920" y="1330"/>
                    </a:cubicBezTo>
                    <a:cubicBezTo>
                      <a:pt x="887" y="1330"/>
                      <a:pt x="853" y="1330"/>
                      <a:pt x="818" y="1330"/>
                    </a:cubicBezTo>
                    <a:cubicBezTo>
                      <a:pt x="818" y="1296"/>
                      <a:pt x="818" y="1262"/>
                      <a:pt x="818" y="1227"/>
                    </a:cubicBezTo>
                    <a:cubicBezTo>
                      <a:pt x="717" y="1227"/>
                      <a:pt x="616" y="1227"/>
                      <a:pt x="511" y="1227"/>
                    </a:cubicBezTo>
                    <a:cubicBezTo>
                      <a:pt x="511" y="1194"/>
                      <a:pt x="511" y="1160"/>
                      <a:pt x="511" y="1125"/>
                    </a:cubicBezTo>
                    <a:cubicBezTo>
                      <a:pt x="410" y="1125"/>
                      <a:pt x="309" y="1125"/>
                      <a:pt x="205" y="1125"/>
                    </a:cubicBezTo>
                    <a:cubicBezTo>
                      <a:pt x="205" y="1091"/>
                      <a:pt x="205" y="1058"/>
                      <a:pt x="205" y="1023"/>
                    </a:cubicBezTo>
                    <a:cubicBezTo>
                      <a:pt x="171" y="1023"/>
                      <a:pt x="137" y="1023"/>
                      <a:pt x="102" y="1023"/>
                    </a:cubicBezTo>
                    <a:cubicBezTo>
                      <a:pt x="102" y="989"/>
                      <a:pt x="102" y="955"/>
                      <a:pt x="102" y="920"/>
                    </a:cubicBezTo>
                    <a:cubicBezTo>
                      <a:pt x="69" y="920"/>
                      <a:pt x="35" y="920"/>
                      <a:pt x="0" y="920"/>
                    </a:cubicBezTo>
                    <a:cubicBezTo>
                      <a:pt x="0" y="819"/>
                      <a:pt x="0" y="718"/>
                      <a:pt x="0" y="614"/>
                    </a:cubicBezTo>
                    <a:cubicBezTo>
                      <a:pt x="34" y="614"/>
                      <a:pt x="67" y="614"/>
                      <a:pt x="102" y="614"/>
                    </a:cubicBezTo>
                    <a:cubicBezTo>
                      <a:pt x="102" y="580"/>
                      <a:pt x="102" y="546"/>
                      <a:pt x="102" y="511"/>
                    </a:cubicBezTo>
                    <a:cubicBezTo>
                      <a:pt x="136" y="511"/>
                      <a:pt x="170" y="511"/>
                      <a:pt x="205" y="511"/>
                    </a:cubicBezTo>
                    <a:cubicBezTo>
                      <a:pt x="205" y="478"/>
                      <a:pt x="205" y="444"/>
                      <a:pt x="205" y="409"/>
                    </a:cubicBezTo>
                    <a:cubicBezTo>
                      <a:pt x="272" y="409"/>
                      <a:pt x="340" y="409"/>
                      <a:pt x="409" y="409"/>
                    </a:cubicBezTo>
                    <a:cubicBezTo>
                      <a:pt x="409" y="375"/>
                      <a:pt x="409" y="342"/>
                      <a:pt x="409" y="307"/>
                    </a:cubicBezTo>
                    <a:cubicBezTo>
                      <a:pt x="477" y="307"/>
                      <a:pt x="544" y="307"/>
                      <a:pt x="614" y="307"/>
                    </a:cubicBezTo>
                    <a:cubicBezTo>
                      <a:pt x="614" y="273"/>
                      <a:pt x="614" y="239"/>
                      <a:pt x="614" y="205"/>
                    </a:cubicBezTo>
                    <a:cubicBezTo>
                      <a:pt x="647" y="205"/>
                      <a:pt x="681" y="205"/>
                      <a:pt x="716" y="205"/>
                    </a:cubicBezTo>
                    <a:cubicBezTo>
                      <a:pt x="716" y="171"/>
                      <a:pt x="716" y="137"/>
                      <a:pt x="716" y="102"/>
                    </a:cubicBezTo>
                    <a:cubicBezTo>
                      <a:pt x="783" y="102"/>
                      <a:pt x="851" y="102"/>
                      <a:pt x="920" y="102"/>
                    </a:cubicBezTo>
                    <a:cubicBezTo>
                      <a:pt x="920" y="69"/>
                      <a:pt x="920" y="35"/>
                      <a:pt x="92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33" name="ICON_TOOL_REPORT_path_012"/>
              <p:cNvSpPr/>
              <p:nvPr/>
            </p:nvSpPr>
            <p:spPr>
              <a:xfrm>
                <a:off x="5278077" y="5513388"/>
                <a:ext cx="64943" cy="14288"/>
              </a:xfrm>
              <a:custGeom>
                <a:avLst/>
                <a:gdLst/>
                <a:ahLst/>
                <a:cxnLst/>
                <a:rect l="0" t="0" r="r" b="b"/>
                <a:pathLst>
                  <a:path w="5114" h="1125" fill="norm" stroke="0">
                    <a:moveTo>
                      <a:pt x="511" y="0"/>
                    </a:moveTo>
                    <a:cubicBezTo>
                      <a:pt x="1963" y="0"/>
                      <a:pt x="3414" y="0"/>
                      <a:pt x="4909" y="0"/>
                    </a:cubicBezTo>
                    <a:cubicBezTo>
                      <a:pt x="4909" y="34"/>
                      <a:pt x="4909" y="67"/>
                      <a:pt x="4909" y="102"/>
                    </a:cubicBezTo>
                    <a:cubicBezTo>
                      <a:pt x="4943" y="102"/>
                      <a:pt x="4977" y="102"/>
                      <a:pt x="5011" y="102"/>
                    </a:cubicBezTo>
                    <a:cubicBezTo>
                      <a:pt x="5011" y="170"/>
                      <a:pt x="5011" y="237"/>
                      <a:pt x="5011" y="307"/>
                    </a:cubicBezTo>
                    <a:cubicBezTo>
                      <a:pt x="5045" y="307"/>
                      <a:pt x="5079" y="307"/>
                      <a:pt x="5114" y="307"/>
                    </a:cubicBezTo>
                    <a:cubicBezTo>
                      <a:pt x="5114" y="408"/>
                      <a:pt x="5114" y="509"/>
                      <a:pt x="5114" y="614"/>
                    </a:cubicBezTo>
                    <a:cubicBezTo>
                      <a:pt x="5080" y="614"/>
                      <a:pt x="5046" y="614"/>
                      <a:pt x="5011" y="614"/>
                    </a:cubicBezTo>
                    <a:cubicBezTo>
                      <a:pt x="5011" y="681"/>
                      <a:pt x="5011" y="749"/>
                      <a:pt x="5011" y="818"/>
                    </a:cubicBezTo>
                    <a:cubicBezTo>
                      <a:pt x="4978" y="818"/>
                      <a:pt x="4944" y="818"/>
                      <a:pt x="4909" y="818"/>
                    </a:cubicBezTo>
                    <a:cubicBezTo>
                      <a:pt x="4909" y="852"/>
                      <a:pt x="4909" y="886"/>
                      <a:pt x="4909" y="920"/>
                    </a:cubicBezTo>
                    <a:cubicBezTo>
                      <a:pt x="3829" y="920"/>
                      <a:pt x="2749" y="920"/>
                      <a:pt x="1636" y="920"/>
                    </a:cubicBezTo>
                    <a:cubicBezTo>
                      <a:pt x="1636" y="954"/>
                      <a:pt x="1636" y="988"/>
                      <a:pt x="1636" y="1023"/>
                    </a:cubicBezTo>
                    <a:cubicBezTo>
                      <a:pt x="1603" y="1023"/>
                      <a:pt x="1569" y="1023"/>
                      <a:pt x="1534" y="1023"/>
                    </a:cubicBezTo>
                    <a:cubicBezTo>
                      <a:pt x="1534" y="1056"/>
                      <a:pt x="1534" y="1090"/>
                      <a:pt x="1534" y="1125"/>
                    </a:cubicBezTo>
                    <a:cubicBezTo>
                      <a:pt x="1163" y="1125"/>
                      <a:pt x="792" y="1125"/>
                      <a:pt x="409" y="1125"/>
                    </a:cubicBezTo>
                    <a:cubicBezTo>
                      <a:pt x="409" y="1091"/>
                      <a:pt x="409" y="1058"/>
                      <a:pt x="409" y="1023"/>
                    </a:cubicBezTo>
                    <a:cubicBezTo>
                      <a:pt x="375" y="1023"/>
                      <a:pt x="342" y="1023"/>
                      <a:pt x="307" y="1023"/>
                    </a:cubicBezTo>
                    <a:cubicBezTo>
                      <a:pt x="307" y="989"/>
                      <a:pt x="307" y="955"/>
                      <a:pt x="307" y="920"/>
                    </a:cubicBezTo>
                    <a:cubicBezTo>
                      <a:pt x="273" y="920"/>
                      <a:pt x="239" y="920"/>
                      <a:pt x="205" y="920"/>
                    </a:cubicBezTo>
                    <a:cubicBezTo>
                      <a:pt x="205" y="853"/>
                      <a:pt x="205" y="785"/>
                      <a:pt x="205" y="716"/>
                    </a:cubicBezTo>
                    <a:cubicBezTo>
                      <a:pt x="171" y="716"/>
                      <a:pt x="137" y="716"/>
                      <a:pt x="102" y="716"/>
                    </a:cubicBezTo>
                    <a:cubicBezTo>
                      <a:pt x="102" y="682"/>
                      <a:pt x="102" y="648"/>
                      <a:pt x="102" y="614"/>
                    </a:cubicBezTo>
                    <a:cubicBezTo>
                      <a:pt x="69" y="614"/>
                      <a:pt x="35" y="614"/>
                      <a:pt x="0" y="614"/>
                    </a:cubicBezTo>
                    <a:cubicBezTo>
                      <a:pt x="0" y="546"/>
                      <a:pt x="0" y="479"/>
                      <a:pt x="0" y="409"/>
                    </a:cubicBezTo>
                    <a:cubicBezTo>
                      <a:pt x="67" y="409"/>
                      <a:pt x="135" y="409"/>
                      <a:pt x="205" y="409"/>
                    </a:cubicBezTo>
                    <a:cubicBezTo>
                      <a:pt x="205" y="375"/>
                      <a:pt x="205" y="342"/>
                      <a:pt x="205" y="307"/>
                    </a:cubicBezTo>
                    <a:cubicBezTo>
                      <a:pt x="238" y="307"/>
                      <a:pt x="272" y="307"/>
                      <a:pt x="307" y="307"/>
                    </a:cubicBezTo>
                    <a:cubicBezTo>
                      <a:pt x="307" y="273"/>
                      <a:pt x="307" y="239"/>
                      <a:pt x="307" y="205"/>
                    </a:cubicBezTo>
                    <a:cubicBezTo>
                      <a:pt x="341" y="205"/>
                      <a:pt x="374" y="205"/>
                      <a:pt x="409" y="205"/>
                    </a:cubicBezTo>
                    <a:cubicBezTo>
                      <a:pt x="409" y="171"/>
                      <a:pt x="409" y="137"/>
                      <a:pt x="409" y="102"/>
                    </a:cubicBezTo>
                    <a:cubicBezTo>
                      <a:pt x="443" y="102"/>
                      <a:pt x="477" y="102"/>
                      <a:pt x="511" y="102"/>
                    </a:cubicBezTo>
                    <a:cubicBezTo>
                      <a:pt x="511" y="69"/>
                      <a:pt x="511" y="35"/>
                      <a:pt x="51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34" name="ICON_TOOL_REPORT_path_013"/>
              <p:cNvSpPr/>
              <p:nvPr/>
            </p:nvSpPr>
            <p:spPr>
              <a:xfrm>
                <a:off x="5280674" y="5539365"/>
                <a:ext cx="62345" cy="11690"/>
              </a:xfrm>
              <a:custGeom>
                <a:avLst/>
                <a:gdLst/>
                <a:ahLst/>
                <a:cxnLst/>
                <a:rect l="0" t="0" r="r" b="b"/>
                <a:pathLst>
                  <a:path w="4909" h="920" fill="norm" stroke="0">
                    <a:moveTo>
                      <a:pt x="205" y="0"/>
                    </a:moveTo>
                    <a:cubicBezTo>
                      <a:pt x="1690" y="0"/>
                      <a:pt x="3175" y="0"/>
                      <a:pt x="4705" y="0"/>
                    </a:cubicBezTo>
                    <a:cubicBezTo>
                      <a:pt x="4705" y="34"/>
                      <a:pt x="4705" y="67"/>
                      <a:pt x="4705" y="102"/>
                    </a:cubicBezTo>
                    <a:cubicBezTo>
                      <a:pt x="4738" y="102"/>
                      <a:pt x="4772" y="102"/>
                      <a:pt x="4807" y="102"/>
                    </a:cubicBezTo>
                    <a:cubicBezTo>
                      <a:pt x="4807" y="170"/>
                      <a:pt x="4807" y="237"/>
                      <a:pt x="4807" y="307"/>
                    </a:cubicBezTo>
                    <a:cubicBezTo>
                      <a:pt x="4841" y="307"/>
                      <a:pt x="4874" y="307"/>
                      <a:pt x="4909" y="307"/>
                    </a:cubicBezTo>
                    <a:cubicBezTo>
                      <a:pt x="4909" y="408"/>
                      <a:pt x="4909" y="509"/>
                      <a:pt x="4909" y="614"/>
                    </a:cubicBezTo>
                    <a:cubicBezTo>
                      <a:pt x="4875" y="614"/>
                      <a:pt x="4842" y="614"/>
                      <a:pt x="4807" y="614"/>
                    </a:cubicBezTo>
                    <a:cubicBezTo>
                      <a:pt x="4807" y="681"/>
                      <a:pt x="4807" y="749"/>
                      <a:pt x="4807" y="818"/>
                    </a:cubicBezTo>
                    <a:cubicBezTo>
                      <a:pt x="4773" y="818"/>
                      <a:pt x="4739" y="818"/>
                      <a:pt x="4705" y="818"/>
                    </a:cubicBezTo>
                    <a:cubicBezTo>
                      <a:pt x="4705" y="852"/>
                      <a:pt x="4705" y="886"/>
                      <a:pt x="4705" y="920"/>
                    </a:cubicBezTo>
                    <a:cubicBezTo>
                      <a:pt x="3253" y="920"/>
                      <a:pt x="1802" y="920"/>
                      <a:pt x="307" y="920"/>
                    </a:cubicBezTo>
                    <a:cubicBezTo>
                      <a:pt x="307" y="887"/>
                      <a:pt x="307" y="853"/>
                      <a:pt x="307" y="818"/>
                    </a:cubicBezTo>
                    <a:cubicBezTo>
                      <a:pt x="273" y="818"/>
                      <a:pt x="239" y="818"/>
                      <a:pt x="205" y="818"/>
                    </a:cubicBezTo>
                    <a:cubicBezTo>
                      <a:pt x="205" y="784"/>
                      <a:pt x="205" y="751"/>
                      <a:pt x="205" y="716"/>
                    </a:cubicBezTo>
                    <a:cubicBezTo>
                      <a:pt x="171" y="716"/>
                      <a:pt x="137" y="716"/>
                      <a:pt x="102" y="716"/>
                    </a:cubicBezTo>
                    <a:cubicBezTo>
                      <a:pt x="102" y="682"/>
                      <a:pt x="102" y="648"/>
                      <a:pt x="102" y="614"/>
                    </a:cubicBezTo>
                    <a:cubicBezTo>
                      <a:pt x="69" y="614"/>
                      <a:pt x="35" y="614"/>
                      <a:pt x="0" y="614"/>
                    </a:cubicBezTo>
                    <a:cubicBezTo>
                      <a:pt x="0" y="512"/>
                      <a:pt x="0" y="411"/>
                      <a:pt x="0" y="307"/>
                    </a:cubicBezTo>
                    <a:cubicBezTo>
                      <a:pt x="34" y="307"/>
                      <a:pt x="67" y="307"/>
                      <a:pt x="102" y="307"/>
                    </a:cubicBezTo>
                    <a:cubicBezTo>
                      <a:pt x="102" y="239"/>
                      <a:pt x="102" y="172"/>
                      <a:pt x="102" y="102"/>
                    </a:cubicBezTo>
                    <a:cubicBezTo>
                      <a:pt x="136" y="102"/>
                      <a:pt x="170" y="102"/>
                      <a:pt x="205" y="102"/>
                    </a:cubicBezTo>
                    <a:cubicBezTo>
                      <a:pt x="205" y="69"/>
                      <a:pt x="205" y="35"/>
                      <a:pt x="20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35" name="ICON_TOOL_REPORT_path_014"/>
              <p:cNvSpPr/>
              <p:nvPr/>
            </p:nvSpPr>
            <p:spPr>
              <a:xfrm>
                <a:off x="5330031" y="5435456"/>
                <a:ext cx="32472" cy="32472"/>
              </a:xfrm>
              <a:custGeom>
                <a:avLst/>
                <a:gdLst/>
                <a:ahLst/>
                <a:cxnLst/>
                <a:rect l="0" t="0" r="r" b="b"/>
                <a:pathLst>
                  <a:path w="2557" h="2557" fill="norm" stroke="0">
                    <a:moveTo>
                      <a:pt x="0" y="0"/>
                    </a:moveTo>
                    <a:cubicBezTo>
                      <a:pt x="67" y="0"/>
                      <a:pt x="135" y="0"/>
                      <a:pt x="205" y="0"/>
                    </a:cubicBezTo>
                    <a:cubicBezTo>
                      <a:pt x="205" y="34"/>
                      <a:pt x="205" y="67"/>
                      <a:pt x="205" y="102"/>
                    </a:cubicBezTo>
                    <a:cubicBezTo>
                      <a:pt x="238" y="102"/>
                      <a:pt x="272" y="102"/>
                      <a:pt x="307" y="102"/>
                    </a:cubicBezTo>
                    <a:cubicBezTo>
                      <a:pt x="307" y="136"/>
                      <a:pt x="307" y="170"/>
                      <a:pt x="307" y="205"/>
                    </a:cubicBezTo>
                    <a:cubicBezTo>
                      <a:pt x="341" y="205"/>
                      <a:pt x="374" y="205"/>
                      <a:pt x="409" y="205"/>
                    </a:cubicBezTo>
                    <a:cubicBezTo>
                      <a:pt x="409" y="238"/>
                      <a:pt x="409" y="272"/>
                      <a:pt x="409" y="307"/>
                    </a:cubicBezTo>
                    <a:cubicBezTo>
                      <a:pt x="443" y="307"/>
                      <a:pt x="477" y="307"/>
                      <a:pt x="511" y="307"/>
                    </a:cubicBezTo>
                    <a:cubicBezTo>
                      <a:pt x="511" y="341"/>
                      <a:pt x="511" y="374"/>
                      <a:pt x="511" y="409"/>
                    </a:cubicBezTo>
                    <a:cubicBezTo>
                      <a:pt x="545" y="409"/>
                      <a:pt x="579" y="409"/>
                      <a:pt x="614" y="409"/>
                    </a:cubicBezTo>
                    <a:cubicBezTo>
                      <a:pt x="614" y="443"/>
                      <a:pt x="614" y="477"/>
                      <a:pt x="614" y="511"/>
                    </a:cubicBezTo>
                    <a:cubicBezTo>
                      <a:pt x="647" y="511"/>
                      <a:pt x="681" y="511"/>
                      <a:pt x="716" y="511"/>
                    </a:cubicBezTo>
                    <a:cubicBezTo>
                      <a:pt x="716" y="545"/>
                      <a:pt x="716" y="579"/>
                      <a:pt x="716" y="614"/>
                    </a:cubicBezTo>
                    <a:cubicBezTo>
                      <a:pt x="750" y="614"/>
                      <a:pt x="783" y="614"/>
                      <a:pt x="818" y="614"/>
                    </a:cubicBezTo>
                    <a:cubicBezTo>
                      <a:pt x="818" y="647"/>
                      <a:pt x="818" y="681"/>
                      <a:pt x="818" y="716"/>
                    </a:cubicBezTo>
                    <a:cubicBezTo>
                      <a:pt x="852" y="716"/>
                      <a:pt x="886" y="716"/>
                      <a:pt x="920" y="716"/>
                    </a:cubicBezTo>
                    <a:cubicBezTo>
                      <a:pt x="920" y="750"/>
                      <a:pt x="920" y="783"/>
                      <a:pt x="920" y="818"/>
                    </a:cubicBezTo>
                    <a:cubicBezTo>
                      <a:pt x="954" y="818"/>
                      <a:pt x="988" y="818"/>
                      <a:pt x="1023" y="818"/>
                    </a:cubicBezTo>
                    <a:cubicBezTo>
                      <a:pt x="1023" y="852"/>
                      <a:pt x="1023" y="886"/>
                      <a:pt x="1023" y="920"/>
                    </a:cubicBezTo>
                    <a:cubicBezTo>
                      <a:pt x="1056" y="920"/>
                      <a:pt x="1090" y="920"/>
                      <a:pt x="1125" y="920"/>
                    </a:cubicBezTo>
                    <a:cubicBezTo>
                      <a:pt x="1125" y="954"/>
                      <a:pt x="1125" y="988"/>
                      <a:pt x="1125" y="1023"/>
                    </a:cubicBezTo>
                    <a:cubicBezTo>
                      <a:pt x="1159" y="1023"/>
                      <a:pt x="1192" y="1023"/>
                      <a:pt x="1227" y="1023"/>
                    </a:cubicBezTo>
                    <a:cubicBezTo>
                      <a:pt x="1227" y="1056"/>
                      <a:pt x="1227" y="1090"/>
                      <a:pt x="1227" y="1125"/>
                    </a:cubicBezTo>
                    <a:cubicBezTo>
                      <a:pt x="1261" y="1125"/>
                      <a:pt x="1295" y="1125"/>
                      <a:pt x="1330" y="1125"/>
                    </a:cubicBezTo>
                    <a:cubicBezTo>
                      <a:pt x="1330" y="1159"/>
                      <a:pt x="1330" y="1192"/>
                      <a:pt x="1330" y="1227"/>
                    </a:cubicBezTo>
                    <a:cubicBezTo>
                      <a:pt x="1363" y="1227"/>
                      <a:pt x="1397" y="1227"/>
                      <a:pt x="1432" y="1227"/>
                    </a:cubicBezTo>
                    <a:cubicBezTo>
                      <a:pt x="1432" y="1261"/>
                      <a:pt x="1432" y="1295"/>
                      <a:pt x="1432" y="1330"/>
                    </a:cubicBezTo>
                    <a:cubicBezTo>
                      <a:pt x="1466" y="1330"/>
                      <a:pt x="1499" y="1330"/>
                      <a:pt x="1534" y="1330"/>
                    </a:cubicBezTo>
                    <a:cubicBezTo>
                      <a:pt x="1534" y="1363"/>
                      <a:pt x="1534" y="1397"/>
                      <a:pt x="1534" y="1432"/>
                    </a:cubicBezTo>
                    <a:cubicBezTo>
                      <a:pt x="1568" y="1432"/>
                      <a:pt x="1602" y="1432"/>
                      <a:pt x="1636" y="1432"/>
                    </a:cubicBezTo>
                    <a:cubicBezTo>
                      <a:pt x="1636" y="1466"/>
                      <a:pt x="1636" y="1499"/>
                      <a:pt x="1636" y="1534"/>
                    </a:cubicBezTo>
                    <a:cubicBezTo>
                      <a:pt x="1670" y="1534"/>
                      <a:pt x="1704" y="1534"/>
                      <a:pt x="1739" y="1534"/>
                    </a:cubicBezTo>
                    <a:cubicBezTo>
                      <a:pt x="1739" y="1568"/>
                      <a:pt x="1739" y="1602"/>
                      <a:pt x="1739" y="1636"/>
                    </a:cubicBezTo>
                    <a:cubicBezTo>
                      <a:pt x="1772" y="1636"/>
                      <a:pt x="1806" y="1636"/>
                      <a:pt x="1841" y="1636"/>
                    </a:cubicBezTo>
                    <a:cubicBezTo>
                      <a:pt x="1841" y="1670"/>
                      <a:pt x="1841" y="1704"/>
                      <a:pt x="1841" y="1739"/>
                    </a:cubicBezTo>
                    <a:cubicBezTo>
                      <a:pt x="1875" y="1739"/>
                      <a:pt x="1908" y="1739"/>
                      <a:pt x="1943" y="1739"/>
                    </a:cubicBezTo>
                    <a:cubicBezTo>
                      <a:pt x="1943" y="1772"/>
                      <a:pt x="1943" y="1806"/>
                      <a:pt x="1943" y="1841"/>
                    </a:cubicBezTo>
                    <a:cubicBezTo>
                      <a:pt x="1977" y="1841"/>
                      <a:pt x="2011" y="1841"/>
                      <a:pt x="2045" y="1841"/>
                    </a:cubicBezTo>
                    <a:cubicBezTo>
                      <a:pt x="2045" y="1875"/>
                      <a:pt x="2045" y="1908"/>
                      <a:pt x="2045" y="1943"/>
                    </a:cubicBezTo>
                    <a:cubicBezTo>
                      <a:pt x="2079" y="1943"/>
                      <a:pt x="2113" y="1943"/>
                      <a:pt x="2148" y="1943"/>
                    </a:cubicBezTo>
                    <a:cubicBezTo>
                      <a:pt x="2148" y="1977"/>
                      <a:pt x="2148" y="2011"/>
                      <a:pt x="2148" y="2045"/>
                    </a:cubicBezTo>
                    <a:cubicBezTo>
                      <a:pt x="2181" y="2045"/>
                      <a:pt x="2215" y="2045"/>
                      <a:pt x="2250" y="2045"/>
                    </a:cubicBezTo>
                    <a:cubicBezTo>
                      <a:pt x="2250" y="2079"/>
                      <a:pt x="2250" y="2113"/>
                      <a:pt x="2250" y="2148"/>
                    </a:cubicBezTo>
                    <a:cubicBezTo>
                      <a:pt x="2284" y="2148"/>
                      <a:pt x="2317" y="2148"/>
                      <a:pt x="2352" y="2148"/>
                    </a:cubicBezTo>
                    <a:cubicBezTo>
                      <a:pt x="2352" y="2181"/>
                      <a:pt x="2352" y="2215"/>
                      <a:pt x="2352" y="2250"/>
                    </a:cubicBezTo>
                    <a:cubicBezTo>
                      <a:pt x="2386" y="2250"/>
                      <a:pt x="2420" y="2250"/>
                      <a:pt x="2455" y="2250"/>
                    </a:cubicBezTo>
                    <a:cubicBezTo>
                      <a:pt x="2455" y="2284"/>
                      <a:pt x="2455" y="2317"/>
                      <a:pt x="2455" y="2352"/>
                    </a:cubicBezTo>
                    <a:cubicBezTo>
                      <a:pt x="2488" y="2352"/>
                      <a:pt x="2522" y="2352"/>
                      <a:pt x="2557" y="2352"/>
                    </a:cubicBezTo>
                    <a:cubicBezTo>
                      <a:pt x="2557" y="2420"/>
                      <a:pt x="2557" y="2487"/>
                      <a:pt x="2557" y="2557"/>
                    </a:cubicBezTo>
                    <a:cubicBezTo>
                      <a:pt x="1747" y="2557"/>
                      <a:pt x="937" y="2557"/>
                      <a:pt x="102" y="2557"/>
                    </a:cubicBezTo>
                    <a:cubicBezTo>
                      <a:pt x="102" y="2523"/>
                      <a:pt x="102" y="2489"/>
                      <a:pt x="102" y="2455"/>
                    </a:cubicBezTo>
                    <a:cubicBezTo>
                      <a:pt x="69" y="2455"/>
                      <a:pt x="35" y="2455"/>
                      <a:pt x="0" y="2455"/>
                    </a:cubicBezTo>
                    <a:cubicBezTo>
                      <a:pt x="0" y="1645"/>
                      <a:pt x="0" y="835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36" name="ICON_TOOL_REPORT_path_015"/>
              <p:cNvSpPr/>
              <p:nvPr/>
            </p:nvSpPr>
            <p:spPr>
              <a:xfrm>
                <a:off x="5174168" y="5651067"/>
                <a:ext cx="42862" cy="16885"/>
              </a:xfrm>
              <a:custGeom>
                <a:avLst/>
                <a:gdLst/>
                <a:ahLst/>
                <a:cxnLst/>
                <a:rect l="0" t="0" r="r" b="b"/>
                <a:pathLst>
                  <a:path w="3375" h="1330" fill="norm" stroke="0">
                    <a:moveTo>
                      <a:pt x="2455" y="0"/>
                    </a:moveTo>
                    <a:cubicBezTo>
                      <a:pt x="2590" y="0"/>
                      <a:pt x="2725" y="0"/>
                      <a:pt x="2864" y="0"/>
                    </a:cubicBezTo>
                    <a:cubicBezTo>
                      <a:pt x="2864" y="34"/>
                      <a:pt x="2864" y="67"/>
                      <a:pt x="2864" y="102"/>
                    </a:cubicBezTo>
                    <a:cubicBezTo>
                      <a:pt x="2897" y="102"/>
                      <a:pt x="2931" y="102"/>
                      <a:pt x="2966" y="102"/>
                    </a:cubicBezTo>
                    <a:cubicBezTo>
                      <a:pt x="2966" y="136"/>
                      <a:pt x="2966" y="170"/>
                      <a:pt x="2966" y="205"/>
                    </a:cubicBezTo>
                    <a:cubicBezTo>
                      <a:pt x="3033" y="205"/>
                      <a:pt x="3101" y="205"/>
                      <a:pt x="3170" y="205"/>
                    </a:cubicBezTo>
                    <a:cubicBezTo>
                      <a:pt x="3170" y="238"/>
                      <a:pt x="3170" y="272"/>
                      <a:pt x="3170" y="307"/>
                    </a:cubicBezTo>
                    <a:cubicBezTo>
                      <a:pt x="3204" y="307"/>
                      <a:pt x="3238" y="307"/>
                      <a:pt x="3273" y="307"/>
                    </a:cubicBezTo>
                    <a:cubicBezTo>
                      <a:pt x="3273" y="374"/>
                      <a:pt x="3273" y="442"/>
                      <a:pt x="3273" y="511"/>
                    </a:cubicBezTo>
                    <a:cubicBezTo>
                      <a:pt x="3306" y="511"/>
                      <a:pt x="3340" y="511"/>
                      <a:pt x="3375" y="511"/>
                    </a:cubicBezTo>
                    <a:cubicBezTo>
                      <a:pt x="3375" y="579"/>
                      <a:pt x="3375" y="646"/>
                      <a:pt x="3375" y="716"/>
                    </a:cubicBezTo>
                    <a:cubicBezTo>
                      <a:pt x="3341" y="716"/>
                      <a:pt x="3308" y="716"/>
                      <a:pt x="3273" y="716"/>
                    </a:cubicBezTo>
                    <a:cubicBezTo>
                      <a:pt x="3273" y="750"/>
                      <a:pt x="3273" y="783"/>
                      <a:pt x="3273" y="818"/>
                    </a:cubicBezTo>
                    <a:cubicBezTo>
                      <a:pt x="3239" y="818"/>
                      <a:pt x="3205" y="818"/>
                      <a:pt x="3170" y="818"/>
                    </a:cubicBezTo>
                    <a:cubicBezTo>
                      <a:pt x="3170" y="852"/>
                      <a:pt x="3170" y="886"/>
                      <a:pt x="3170" y="920"/>
                    </a:cubicBezTo>
                    <a:cubicBezTo>
                      <a:pt x="3137" y="920"/>
                      <a:pt x="3103" y="920"/>
                      <a:pt x="3068" y="920"/>
                    </a:cubicBezTo>
                    <a:cubicBezTo>
                      <a:pt x="3068" y="954"/>
                      <a:pt x="3068" y="988"/>
                      <a:pt x="3068" y="1023"/>
                    </a:cubicBezTo>
                    <a:cubicBezTo>
                      <a:pt x="3034" y="1023"/>
                      <a:pt x="3001" y="1023"/>
                      <a:pt x="2966" y="1023"/>
                    </a:cubicBezTo>
                    <a:cubicBezTo>
                      <a:pt x="2966" y="1056"/>
                      <a:pt x="2966" y="1090"/>
                      <a:pt x="2966" y="1125"/>
                    </a:cubicBezTo>
                    <a:cubicBezTo>
                      <a:pt x="2831" y="1125"/>
                      <a:pt x="2696" y="1125"/>
                      <a:pt x="2557" y="1125"/>
                    </a:cubicBezTo>
                    <a:cubicBezTo>
                      <a:pt x="2557" y="1159"/>
                      <a:pt x="2557" y="1192"/>
                      <a:pt x="2557" y="1227"/>
                    </a:cubicBezTo>
                    <a:cubicBezTo>
                      <a:pt x="2489" y="1227"/>
                      <a:pt x="2422" y="1227"/>
                      <a:pt x="2352" y="1227"/>
                    </a:cubicBezTo>
                    <a:cubicBezTo>
                      <a:pt x="2352" y="1261"/>
                      <a:pt x="2352" y="1295"/>
                      <a:pt x="2352" y="1330"/>
                    </a:cubicBezTo>
                    <a:cubicBezTo>
                      <a:pt x="2319" y="1330"/>
                      <a:pt x="2285" y="1330"/>
                      <a:pt x="2250" y="1330"/>
                    </a:cubicBezTo>
                    <a:cubicBezTo>
                      <a:pt x="2250" y="1296"/>
                      <a:pt x="2250" y="1262"/>
                      <a:pt x="2250" y="1227"/>
                    </a:cubicBezTo>
                    <a:cubicBezTo>
                      <a:pt x="2183" y="1227"/>
                      <a:pt x="2115" y="1227"/>
                      <a:pt x="2045" y="1227"/>
                    </a:cubicBezTo>
                    <a:cubicBezTo>
                      <a:pt x="2045" y="1194"/>
                      <a:pt x="2045" y="1160"/>
                      <a:pt x="2045" y="1125"/>
                    </a:cubicBezTo>
                    <a:cubicBezTo>
                      <a:pt x="1775" y="1125"/>
                      <a:pt x="1505" y="1125"/>
                      <a:pt x="1227" y="1125"/>
                    </a:cubicBezTo>
                    <a:cubicBezTo>
                      <a:pt x="1227" y="1159"/>
                      <a:pt x="1227" y="1192"/>
                      <a:pt x="1227" y="1227"/>
                    </a:cubicBezTo>
                    <a:cubicBezTo>
                      <a:pt x="1160" y="1227"/>
                      <a:pt x="1092" y="1227"/>
                      <a:pt x="1023" y="1227"/>
                    </a:cubicBezTo>
                    <a:cubicBezTo>
                      <a:pt x="1023" y="1261"/>
                      <a:pt x="1023" y="1295"/>
                      <a:pt x="1023" y="1330"/>
                    </a:cubicBezTo>
                    <a:cubicBezTo>
                      <a:pt x="786" y="1330"/>
                      <a:pt x="550" y="1330"/>
                      <a:pt x="307" y="1330"/>
                    </a:cubicBezTo>
                    <a:cubicBezTo>
                      <a:pt x="307" y="1296"/>
                      <a:pt x="307" y="1262"/>
                      <a:pt x="307" y="1227"/>
                    </a:cubicBezTo>
                    <a:cubicBezTo>
                      <a:pt x="273" y="1227"/>
                      <a:pt x="239" y="1227"/>
                      <a:pt x="205" y="1227"/>
                    </a:cubicBezTo>
                    <a:cubicBezTo>
                      <a:pt x="205" y="1160"/>
                      <a:pt x="205" y="1092"/>
                      <a:pt x="205" y="1023"/>
                    </a:cubicBezTo>
                    <a:cubicBezTo>
                      <a:pt x="171" y="1023"/>
                      <a:pt x="137" y="1023"/>
                      <a:pt x="102" y="1023"/>
                    </a:cubicBezTo>
                    <a:cubicBezTo>
                      <a:pt x="102" y="989"/>
                      <a:pt x="102" y="955"/>
                      <a:pt x="102" y="920"/>
                    </a:cubicBezTo>
                    <a:cubicBezTo>
                      <a:pt x="69" y="920"/>
                      <a:pt x="35" y="920"/>
                      <a:pt x="0" y="920"/>
                    </a:cubicBezTo>
                    <a:cubicBezTo>
                      <a:pt x="0" y="785"/>
                      <a:pt x="0" y="650"/>
                      <a:pt x="0" y="511"/>
                    </a:cubicBezTo>
                    <a:cubicBezTo>
                      <a:pt x="34" y="511"/>
                      <a:pt x="67" y="511"/>
                      <a:pt x="102" y="511"/>
                    </a:cubicBezTo>
                    <a:cubicBezTo>
                      <a:pt x="102" y="444"/>
                      <a:pt x="102" y="376"/>
                      <a:pt x="102" y="307"/>
                    </a:cubicBezTo>
                    <a:cubicBezTo>
                      <a:pt x="136" y="307"/>
                      <a:pt x="170" y="307"/>
                      <a:pt x="205" y="307"/>
                    </a:cubicBezTo>
                    <a:cubicBezTo>
                      <a:pt x="205" y="273"/>
                      <a:pt x="205" y="239"/>
                      <a:pt x="205" y="205"/>
                    </a:cubicBezTo>
                    <a:cubicBezTo>
                      <a:pt x="880" y="205"/>
                      <a:pt x="1555" y="205"/>
                      <a:pt x="2250" y="205"/>
                    </a:cubicBezTo>
                    <a:cubicBezTo>
                      <a:pt x="2250" y="171"/>
                      <a:pt x="2250" y="137"/>
                      <a:pt x="2250" y="102"/>
                    </a:cubicBezTo>
                    <a:cubicBezTo>
                      <a:pt x="2317" y="102"/>
                      <a:pt x="2385" y="102"/>
                      <a:pt x="2455" y="102"/>
                    </a:cubicBezTo>
                    <a:cubicBezTo>
                      <a:pt x="2455" y="69"/>
                      <a:pt x="2455" y="35"/>
                      <a:pt x="245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37" name="ICON_TOOL_REPORT_path_016"/>
              <p:cNvSpPr/>
              <p:nvPr/>
            </p:nvSpPr>
            <p:spPr>
              <a:xfrm>
                <a:off x="5155984" y="5415973"/>
                <a:ext cx="168852" cy="3897"/>
              </a:xfrm>
              <a:custGeom>
                <a:avLst/>
                <a:gdLst/>
                <a:ahLst/>
                <a:cxnLst/>
                <a:rect l="0" t="0" r="r" b="b"/>
                <a:pathLst>
                  <a:path w="13295" h="307" fill="norm" stroke="0">
                    <a:moveTo>
                      <a:pt x="2352" y="0"/>
                    </a:moveTo>
                    <a:cubicBezTo>
                      <a:pt x="2724" y="0"/>
                      <a:pt x="3095" y="0"/>
                      <a:pt x="3477" y="0"/>
                    </a:cubicBezTo>
                    <a:cubicBezTo>
                      <a:pt x="3477" y="34"/>
                      <a:pt x="3477" y="67"/>
                      <a:pt x="3477" y="102"/>
                    </a:cubicBezTo>
                    <a:cubicBezTo>
                      <a:pt x="3747" y="102"/>
                      <a:pt x="4017" y="102"/>
                      <a:pt x="4295" y="102"/>
                    </a:cubicBezTo>
                    <a:cubicBezTo>
                      <a:pt x="4295" y="136"/>
                      <a:pt x="4295" y="170"/>
                      <a:pt x="4295" y="205"/>
                    </a:cubicBezTo>
                    <a:cubicBezTo>
                      <a:pt x="4363" y="205"/>
                      <a:pt x="4430" y="205"/>
                      <a:pt x="4500" y="205"/>
                    </a:cubicBezTo>
                    <a:cubicBezTo>
                      <a:pt x="4500" y="171"/>
                      <a:pt x="4500" y="137"/>
                      <a:pt x="4500" y="102"/>
                    </a:cubicBezTo>
                    <a:cubicBezTo>
                      <a:pt x="4973" y="102"/>
                      <a:pt x="5445" y="102"/>
                      <a:pt x="5932" y="102"/>
                    </a:cubicBezTo>
                    <a:cubicBezTo>
                      <a:pt x="5932" y="69"/>
                      <a:pt x="5932" y="35"/>
                      <a:pt x="5932" y="0"/>
                    </a:cubicBezTo>
                    <a:cubicBezTo>
                      <a:pt x="6101" y="0"/>
                      <a:pt x="6269" y="0"/>
                      <a:pt x="6443" y="0"/>
                    </a:cubicBezTo>
                    <a:cubicBezTo>
                      <a:pt x="6443" y="34"/>
                      <a:pt x="6443" y="67"/>
                      <a:pt x="6443" y="102"/>
                    </a:cubicBezTo>
                    <a:cubicBezTo>
                      <a:pt x="6511" y="102"/>
                      <a:pt x="6578" y="102"/>
                      <a:pt x="6648" y="102"/>
                    </a:cubicBezTo>
                    <a:cubicBezTo>
                      <a:pt x="6648" y="69"/>
                      <a:pt x="6648" y="35"/>
                      <a:pt x="6648" y="0"/>
                    </a:cubicBezTo>
                    <a:cubicBezTo>
                      <a:pt x="6985" y="0"/>
                      <a:pt x="7323" y="0"/>
                      <a:pt x="7670" y="0"/>
                    </a:cubicBezTo>
                    <a:cubicBezTo>
                      <a:pt x="7670" y="34"/>
                      <a:pt x="7670" y="67"/>
                      <a:pt x="7670" y="102"/>
                    </a:cubicBezTo>
                    <a:cubicBezTo>
                      <a:pt x="7738" y="102"/>
                      <a:pt x="7805" y="102"/>
                      <a:pt x="7875" y="102"/>
                    </a:cubicBezTo>
                    <a:cubicBezTo>
                      <a:pt x="7875" y="136"/>
                      <a:pt x="7875" y="170"/>
                      <a:pt x="7875" y="205"/>
                    </a:cubicBezTo>
                    <a:cubicBezTo>
                      <a:pt x="8078" y="205"/>
                      <a:pt x="8280" y="205"/>
                      <a:pt x="8489" y="205"/>
                    </a:cubicBezTo>
                    <a:cubicBezTo>
                      <a:pt x="8489" y="171"/>
                      <a:pt x="8489" y="137"/>
                      <a:pt x="8489" y="102"/>
                    </a:cubicBezTo>
                    <a:cubicBezTo>
                      <a:pt x="9197" y="102"/>
                      <a:pt x="9906" y="102"/>
                      <a:pt x="10636" y="102"/>
                    </a:cubicBezTo>
                    <a:cubicBezTo>
                      <a:pt x="10636" y="69"/>
                      <a:pt x="10636" y="35"/>
                      <a:pt x="10636" y="0"/>
                    </a:cubicBezTo>
                    <a:cubicBezTo>
                      <a:pt x="11143" y="0"/>
                      <a:pt x="11649" y="0"/>
                      <a:pt x="12170" y="0"/>
                    </a:cubicBezTo>
                    <a:cubicBezTo>
                      <a:pt x="12170" y="34"/>
                      <a:pt x="12170" y="67"/>
                      <a:pt x="12170" y="102"/>
                    </a:cubicBezTo>
                    <a:cubicBezTo>
                      <a:pt x="12542" y="102"/>
                      <a:pt x="12913" y="102"/>
                      <a:pt x="13295" y="102"/>
                    </a:cubicBezTo>
                    <a:cubicBezTo>
                      <a:pt x="13295" y="170"/>
                      <a:pt x="13295" y="237"/>
                      <a:pt x="13295" y="307"/>
                    </a:cubicBezTo>
                    <a:cubicBezTo>
                      <a:pt x="8908" y="307"/>
                      <a:pt x="4520" y="307"/>
                      <a:pt x="0" y="307"/>
                    </a:cubicBezTo>
                    <a:cubicBezTo>
                      <a:pt x="0" y="239"/>
                      <a:pt x="0" y="172"/>
                      <a:pt x="0" y="102"/>
                    </a:cubicBezTo>
                    <a:cubicBezTo>
                      <a:pt x="776" y="102"/>
                      <a:pt x="1553" y="102"/>
                      <a:pt x="2352" y="102"/>
                    </a:cubicBezTo>
                    <a:cubicBezTo>
                      <a:pt x="2352" y="69"/>
                      <a:pt x="2352" y="35"/>
                      <a:pt x="235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38" name="ICON_TOOL_REPORT_path_017"/>
              <p:cNvSpPr/>
              <p:nvPr/>
            </p:nvSpPr>
            <p:spPr>
              <a:xfrm>
                <a:off x="5150788" y="5692631"/>
                <a:ext cx="215611" cy="3897"/>
              </a:xfrm>
              <a:custGeom>
                <a:avLst/>
                <a:gdLst/>
                <a:ahLst/>
                <a:cxnLst/>
                <a:rect l="0" t="0" r="r" b="b"/>
                <a:pathLst>
                  <a:path w="16977" h="307" fill="norm" stroke="0">
                    <a:moveTo>
                      <a:pt x="0" y="0"/>
                    </a:moveTo>
                    <a:cubicBezTo>
                      <a:pt x="5603" y="0"/>
                      <a:pt x="11205" y="0"/>
                      <a:pt x="16977" y="0"/>
                    </a:cubicBezTo>
                    <a:cubicBezTo>
                      <a:pt x="16960" y="34"/>
                      <a:pt x="16944" y="67"/>
                      <a:pt x="16926" y="102"/>
                    </a:cubicBezTo>
                    <a:cubicBezTo>
                      <a:pt x="16875" y="115"/>
                      <a:pt x="16875" y="115"/>
                      <a:pt x="16812" y="114"/>
                    </a:cubicBezTo>
                    <a:cubicBezTo>
                      <a:pt x="16801" y="114"/>
                      <a:pt x="16801" y="114"/>
                      <a:pt x="16741" y="114"/>
                    </a:cubicBezTo>
                    <a:cubicBezTo>
                      <a:pt x="16715" y="113"/>
                      <a:pt x="16690" y="113"/>
                      <a:pt x="16664" y="112"/>
                    </a:cubicBezTo>
                    <a:cubicBezTo>
                      <a:pt x="16638" y="112"/>
                      <a:pt x="16611" y="112"/>
                      <a:pt x="16585" y="112"/>
                    </a:cubicBezTo>
                    <a:cubicBezTo>
                      <a:pt x="16516" y="111"/>
                      <a:pt x="16447" y="110"/>
                      <a:pt x="16377" y="109"/>
                    </a:cubicBezTo>
                    <a:cubicBezTo>
                      <a:pt x="16307" y="108"/>
                      <a:pt x="16236" y="108"/>
                      <a:pt x="16166" y="107"/>
                    </a:cubicBezTo>
                    <a:cubicBezTo>
                      <a:pt x="16027" y="106"/>
                      <a:pt x="15889" y="104"/>
                      <a:pt x="15750" y="102"/>
                    </a:cubicBezTo>
                    <a:cubicBezTo>
                      <a:pt x="15750" y="136"/>
                      <a:pt x="15750" y="170"/>
                      <a:pt x="15750" y="205"/>
                    </a:cubicBezTo>
                    <a:cubicBezTo>
                      <a:pt x="15615" y="205"/>
                      <a:pt x="15480" y="205"/>
                      <a:pt x="15341" y="205"/>
                    </a:cubicBezTo>
                    <a:cubicBezTo>
                      <a:pt x="15341" y="238"/>
                      <a:pt x="15341" y="272"/>
                      <a:pt x="15341" y="307"/>
                    </a:cubicBezTo>
                    <a:cubicBezTo>
                      <a:pt x="15071" y="307"/>
                      <a:pt x="14801" y="307"/>
                      <a:pt x="14523" y="307"/>
                    </a:cubicBezTo>
                    <a:cubicBezTo>
                      <a:pt x="14523" y="273"/>
                      <a:pt x="14523" y="239"/>
                      <a:pt x="14523" y="205"/>
                    </a:cubicBezTo>
                    <a:cubicBezTo>
                      <a:pt x="14455" y="205"/>
                      <a:pt x="14388" y="205"/>
                      <a:pt x="14318" y="205"/>
                    </a:cubicBezTo>
                    <a:cubicBezTo>
                      <a:pt x="14318" y="171"/>
                      <a:pt x="14318" y="137"/>
                      <a:pt x="14318" y="102"/>
                    </a:cubicBezTo>
                    <a:cubicBezTo>
                      <a:pt x="13204" y="102"/>
                      <a:pt x="12091" y="102"/>
                      <a:pt x="10943" y="102"/>
                    </a:cubicBezTo>
                    <a:cubicBezTo>
                      <a:pt x="10943" y="136"/>
                      <a:pt x="10943" y="170"/>
                      <a:pt x="10943" y="205"/>
                    </a:cubicBezTo>
                    <a:cubicBezTo>
                      <a:pt x="10842" y="205"/>
                      <a:pt x="10741" y="205"/>
                      <a:pt x="10636" y="205"/>
                    </a:cubicBezTo>
                    <a:cubicBezTo>
                      <a:pt x="10636" y="171"/>
                      <a:pt x="10636" y="137"/>
                      <a:pt x="10636" y="102"/>
                    </a:cubicBezTo>
                    <a:cubicBezTo>
                      <a:pt x="10535" y="102"/>
                      <a:pt x="10434" y="102"/>
                      <a:pt x="10330" y="102"/>
                    </a:cubicBezTo>
                    <a:cubicBezTo>
                      <a:pt x="10330" y="136"/>
                      <a:pt x="10330" y="170"/>
                      <a:pt x="10330" y="205"/>
                    </a:cubicBezTo>
                    <a:cubicBezTo>
                      <a:pt x="10262" y="205"/>
                      <a:pt x="10195" y="205"/>
                      <a:pt x="10125" y="205"/>
                    </a:cubicBezTo>
                    <a:cubicBezTo>
                      <a:pt x="10125" y="171"/>
                      <a:pt x="10125" y="137"/>
                      <a:pt x="10125" y="102"/>
                    </a:cubicBezTo>
                    <a:cubicBezTo>
                      <a:pt x="10024" y="102"/>
                      <a:pt x="9923" y="102"/>
                      <a:pt x="9818" y="102"/>
                    </a:cubicBezTo>
                    <a:cubicBezTo>
                      <a:pt x="9818" y="136"/>
                      <a:pt x="9818" y="170"/>
                      <a:pt x="9818" y="205"/>
                    </a:cubicBezTo>
                    <a:cubicBezTo>
                      <a:pt x="9649" y="205"/>
                      <a:pt x="9481" y="205"/>
                      <a:pt x="9307" y="205"/>
                    </a:cubicBezTo>
                    <a:cubicBezTo>
                      <a:pt x="9307" y="171"/>
                      <a:pt x="9307" y="137"/>
                      <a:pt x="9307" y="102"/>
                    </a:cubicBezTo>
                    <a:cubicBezTo>
                      <a:pt x="8699" y="102"/>
                      <a:pt x="8092" y="102"/>
                      <a:pt x="7466" y="102"/>
                    </a:cubicBezTo>
                    <a:cubicBezTo>
                      <a:pt x="7466" y="136"/>
                      <a:pt x="7466" y="170"/>
                      <a:pt x="7466" y="205"/>
                    </a:cubicBezTo>
                    <a:cubicBezTo>
                      <a:pt x="7432" y="205"/>
                      <a:pt x="7398" y="205"/>
                      <a:pt x="7364" y="205"/>
                    </a:cubicBezTo>
                    <a:cubicBezTo>
                      <a:pt x="7364" y="171"/>
                      <a:pt x="7364" y="137"/>
                      <a:pt x="7364" y="102"/>
                    </a:cubicBezTo>
                    <a:cubicBezTo>
                      <a:pt x="6925" y="102"/>
                      <a:pt x="6486" y="102"/>
                      <a:pt x="6034" y="102"/>
                    </a:cubicBezTo>
                    <a:cubicBezTo>
                      <a:pt x="6034" y="136"/>
                      <a:pt x="6034" y="170"/>
                      <a:pt x="6034" y="205"/>
                    </a:cubicBezTo>
                    <a:cubicBezTo>
                      <a:pt x="5730" y="205"/>
                      <a:pt x="5427" y="205"/>
                      <a:pt x="5114" y="205"/>
                    </a:cubicBezTo>
                    <a:cubicBezTo>
                      <a:pt x="5114" y="171"/>
                      <a:pt x="5114" y="137"/>
                      <a:pt x="5114" y="102"/>
                    </a:cubicBezTo>
                    <a:cubicBezTo>
                      <a:pt x="4506" y="102"/>
                      <a:pt x="3899" y="102"/>
                      <a:pt x="3273" y="102"/>
                    </a:cubicBezTo>
                    <a:cubicBezTo>
                      <a:pt x="3273" y="136"/>
                      <a:pt x="3273" y="170"/>
                      <a:pt x="3273" y="205"/>
                    </a:cubicBezTo>
                    <a:cubicBezTo>
                      <a:pt x="3104" y="205"/>
                      <a:pt x="2935" y="205"/>
                      <a:pt x="2761" y="205"/>
                    </a:cubicBezTo>
                    <a:cubicBezTo>
                      <a:pt x="2761" y="171"/>
                      <a:pt x="2761" y="137"/>
                      <a:pt x="2761" y="102"/>
                    </a:cubicBezTo>
                    <a:cubicBezTo>
                      <a:pt x="2221" y="102"/>
                      <a:pt x="1681" y="102"/>
                      <a:pt x="1125" y="102"/>
                    </a:cubicBezTo>
                    <a:cubicBezTo>
                      <a:pt x="1125" y="136"/>
                      <a:pt x="1125" y="170"/>
                      <a:pt x="1125" y="205"/>
                    </a:cubicBezTo>
                    <a:cubicBezTo>
                      <a:pt x="956" y="205"/>
                      <a:pt x="788" y="205"/>
                      <a:pt x="614" y="205"/>
                    </a:cubicBezTo>
                    <a:cubicBezTo>
                      <a:pt x="614" y="238"/>
                      <a:pt x="614" y="272"/>
                      <a:pt x="614" y="307"/>
                    </a:cubicBezTo>
                    <a:cubicBezTo>
                      <a:pt x="445" y="307"/>
                      <a:pt x="276" y="307"/>
                      <a:pt x="102" y="307"/>
                    </a:cubicBezTo>
                    <a:cubicBezTo>
                      <a:pt x="102" y="273"/>
                      <a:pt x="102" y="239"/>
                      <a:pt x="102" y="205"/>
                    </a:cubicBezTo>
                    <a:cubicBezTo>
                      <a:pt x="69" y="205"/>
                      <a:pt x="35" y="205"/>
                      <a:pt x="0" y="205"/>
                    </a:cubicBezTo>
                    <a:cubicBezTo>
                      <a:pt x="0" y="137"/>
                      <a:pt x="0" y="7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39" name="ICON_TOOL_REPORT_path_018"/>
              <p:cNvSpPr/>
              <p:nvPr/>
            </p:nvSpPr>
            <p:spPr>
              <a:xfrm>
                <a:off x="5133903" y="5439352"/>
                <a:ext cx="5195" cy="245485"/>
              </a:xfrm>
              <a:custGeom>
                <a:avLst/>
                <a:gdLst/>
                <a:ahLst/>
                <a:cxnLst/>
                <a:rect l="0" t="0" r="r" b="b"/>
                <a:pathLst>
                  <a:path w="409" h="19330" fill="norm" stroke="0">
                    <a:moveTo>
                      <a:pt x="307" y="0"/>
                    </a:moveTo>
                    <a:cubicBezTo>
                      <a:pt x="341" y="0"/>
                      <a:pt x="374" y="0"/>
                      <a:pt x="409" y="0"/>
                    </a:cubicBezTo>
                    <a:cubicBezTo>
                      <a:pt x="409" y="6311"/>
                      <a:pt x="409" y="12623"/>
                      <a:pt x="409" y="19125"/>
                    </a:cubicBezTo>
                    <a:cubicBezTo>
                      <a:pt x="375" y="19125"/>
                      <a:pt x="342" y="19125"/>
                      <a:pt x="307" y="19125"/>
                    </a:cubicBezTo>
                    <a:cubicBezTo>
                      <a:pt x="307" y="19159"/>
                      <a:pt x="307" y="19192"/>
                      <a:pt x="307" y="19227"/>
                    </a:cubicBezTo>
                    <a:cubicBezTo>
                      <a:pt x="273" y="19227"/>
                      <a:pt x="239" y="19227"/>
                      <a:pt x="205" y="19227"/>
                    </a:cubicBezTo>
                    <a:cubicBezTo>
                      <a:pt x="205" y="19261"/>
                      <a:pt x="205" y="19295"/>
                      <a:pt x="205" y="19330"/>
                    </a:cubicBezTo>
                    <a:cubicBezTo>
                      <a:pt x="171" y="19330"/>
                      <a:pt x="137" y="19330"/>
                      <a:pt x="102" y="19330"/>
                    </a:cubicBezTo>
                    <a:cubicBezTo>
                      <a:pt x="102" y="19296"/>
                      <a:pt x="102" y="19262"/>
                      <a:pt x="102" y="19227"/>
                    </a:cubicBezTo>
                    <a:cubicBezTo>
                      <a:pt x="69" y="19227"/>
                      <a:pt x="35" y="19227"/>
                      <a:pt x="0" y="19227"/>
                    </a:cubicBezTo>
                    <a:cubicBezTo>
                      <a:pt x="0" y="19194"/>
                      <a:pt x="0" y="19160"/>
                      <a:pt x="0" y="19125"/>
                    </a:cubicBezTo>
                    <a:cubicBezTo>
                      <a:pt x="34" y="19125"/>
                      <a:pt x="67" y="19125"/>
                      <a:pt x="102" y="19125"/>
                    </a:cubicBezTo>
                    <a:cubicBezTo>
                      <a:pt x="102" y="19091"/>
                      <a:pt x="102" y="19058"/>
                      <a:pt x="102" y="19023"/>
                    </a:cubicBezTo>
                    <a:cubicBezTo>
                      <a:pt x="170" y="19023"/>
                      <a:pt x="237" y="19023"/>
                      <a:pt x="307" y="19023"/>
                    </a:cubicBezTo>
                    <a:cubicBezTo>
                      <a:pt x="307" y="18685"/>
                      <a:pt x="307" y="18348"/>
                      <a:pt x="307" y="18000"/>
                    </a:cubicBezTo>
                    <a:cubicBezTo>
                      <a:pt x="273" y="18000"/>
                      <a:pt x="239" y="18000"/>
                      <a:pt x="205" y="18000"/>
                    </a:cubicBezTo>
                    <a:cubicBezTo>
                      <a:pt x="205" y="17933"/>
                      <a:pt x="205" y="17865"/>
                      <a:pt x="205" y="17795"/>
                    </a:cubicBezTo>
                    <a:cubicBezTo>
                      <a:pt x="171" y="17795"/>
                      <a:pt x="137" y="17795"/>
                      <a:pt x="102" y="17795"/>
                    </a:cubicBezTo>
                    <a:cubicBezTo>
                      <a:pt x="102" y="17728"/>
                      <a:pt x="102" y="17660"/>
                      <a:pt x="102" y="17591"/>
                    </a:cubicBezTo>
                    <a:cubicBezTo>
                      <a:pt x="136" y="17591"/>
                      <a:pt x="170" y="17591"/>
                      <a:pt x="205" y="17591"/>
                    </a:cubicBezTo>
                    <a:cubicBezTo>
                      <a:pt x="205" y="17557"/>
                      <a:pt x="205" y="17523"/>
                      <a:pt x="205" y="17489"/>
                    </a:cubicBezTo>
                    <a:cubicBezTo>
                      <a:pt x="238" y="17489"/>
                      <a:pt x="272" y="17489"/>
                      <a:pt x="307" y="17489"/>
                    </a:cubicBezTo>
                    <a:cubicBezTo>
                      <a:pt x="307" y="11717"/>
                      <a:pt x="307" y="5946"/>
                      <a:pt x="30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40" name="ICON_TOOL_REPORT_path_019"/>
              <p:cNvSpPr/>
              <p:nvPr/>
            </p:nvSpPr>
            <p:spPr>
              <a:xfrm>
                <a:off x="5259893" y="5427420"/>
                <a:ext cx="61047" cy="5438"/>
              </a:xfrm>
              <a:custGeom>
                <a:avLst/>
                <a:gdLst/>
                <a:ahLst/>
                <a:cxnLst/>
                <a:rect l="0" t="0" r="r" b="b"/>
                <a:pathLst>
                  <a:path w="4807" h="428" fill="norm" stroke="0">
                    <a:moveTo>
                      <a:pt x="2250" y="19"/>
                    </a:moveTo>
                    <a:cubicBezTo>
                      <a:pt x="2568" y="15"/>
                      <a:pt x="2887" y="13"/>
                      <a:pt x="3205" y="11"/>
                    </a:cubicBezTo>
                    <a:cubicBezTo>
                      <a:pt x="3353" y="10"/>
                      <a:pt x="3500" y="9"/>
                      <a:pt x="3648" y="8"/>
                    </a:cubicBezTo>
                    <a:cubicBezTo>
                      <a:pt x="3777" y="6"/>
                      <a:pt x="3906" y="5"/>
                      <a:pt x="4035" y="5"/>
                    </a:cubicBezTo>
                    <a:cubicBezTo>
                      <a:pt x="4103" y="4"/>
                      <a:pt x="4171" y="4"/>
                      <a:pt x="4239" y="3"/>
                    </a:cubicBezTo>
                    <a:cubicBezTo>
                      <a:pt x="4315" y="2"/>
                      <a:pt x="4391" y="2"/>
                      <a:pt x="4468" y="2"/>
                    </a:cubicBezTo>
                    <a:cubicBezTo>
                      <a:pt x="4479" y="1"/>
                      <a:pt x="4479" y="1"/>
                      <a:pt x="4536" y="0"/>
                    </a:cubicBezTo>
                    <a:cubicBezTo>
                      <a:pt x="4686" y="1"/>
                      <a:pt x="4686" y="1"/>
                      <a:pt x="4742" y="54"/>
                    </a:cubicBezTo>
                    <a:cubicBezTo>
                      <a:pt x="4768" y="93"/>
                      <a:pt x="4789" y="130"/>
                      <a:pt x="4807" y="172"/>
                    </a:cubicBezTo>
                    <a:cubicBezTo>
                      <a:pt x="4794" y="169"/>
                      <a:pt x="4781" y="165"/>
                      <a:pt x="4768" y="161"/>
                    </a:cubicBezTo>
                    <a:cubicBezTo>
                      <a:pt x="4537" y="105"/>
                      <a:pt x="4304" y="115"/>
                      <a:pt x="4068" y="116"/>
                    </a:cubicBezTo>
                    <a:cubicBezTo>
                      <a:pt x="4021" y="116"/>
                      <a:pt x="3974" y="117"/>
                      <a:pt x="3928" y="117"/>
                    </a:cubicBezTo>
                    <a:cubicBezTo>
                      <a:pt x="3806" y="117"/>
                      <a:pt x="3684" y="117"/>
                      <a:pt x="3562" y="118"/>
                    </a:cubicBezTo>
                    <a:cubicBezTo>
                      <a:pt x="3437" y="118"/>
                      <a:pt x="3312" y="119"/>
                      <a:pt x="3187" y="119"/>
                    </a:cubicBezTo>
                    <a:cubicBezTo>
                      <a:pt x="2943" y="119"/>
                      <a:pt x="2699" y="120"/>
                      <a:pt x="2455" y="121"/>
                    </a:cubicBezTo>
                    <a:cubicBezTo>
                      <a:pt x="2455" y="155"/>
                      <a:pt x="2455" y="189"/>
                      <a:pt x="2455" y="224"/>
                    </a:cubicBezTo>
                    <a:cubicBezTo>
                      <a:pt x="2218" y="224"/>
                      <a:pt x="1982" y="224"/>
                      <a:pt x="1739" y="224"/>
                    </a:cubicBezTo>
                    <a:cubicBezTo>
                      <a:pt x="1739" y="257"/>
                      <a:pt x="1739" y="291"/>
                      <a:pt x="1739" y="326"/>
                    </a:cubicBezTo>
                    <a:cubicBezTo>
                      <a:pt x="1705" y="326"/>
                      <a:pt x="1671" y="326"/>
                      <a:pt x="1636" y="326"/>
                    </a:cubicBezTo>
                    <a:cubicBezTo>
                      <a:pt x="1636" y="360"/>
                      <a:pt x="1636" y="393"/>
                      <a:pt x="1636" y="428"/>
                    </a:cubicBezTo>
                    <a:cubicBezTo>
                      <a:pt x="1096" y="428"/>
                      <a:pt x="556" y="428"/>
                      <a:pt x="0" y="428"/>
                    </a:cubicBezTo>
                    <a:cubicBezTo>
                      <a:pt x="17" y="361"/>
                      <a:pt x="34" y="293"/>
                      <a:pt x="51" y="224"/>
                    </a:cubicBezTo>
                    <a:cubicBezTo>
                      <a:pt x="439" y="224"/>
                      <a:pt x="827" y="224"/>
                      <a:pt x="1227" y="224"/>
                    </a:cubicBezTo>
                    <a:cubicBezTo>
                      <a:pt x="1227" y="190"/>
                      <a:pt x="1227" y="156"/>
                      <a:pt x="1227" y="121"/>
                    </a:cubicBezTo>
                    <a:cubicBezTo>
                      <a:pt x="1565" y="121"/>
                      <a:pt x="1902" y="121"/>
                      <a:pt x="2250" y="121"/>
                    </a:cubicBezTo>
                    <a:cubicBezTo>
                      <a:pt x="2250" y="88"/>
                      <a:pt x="2250" y="54"/>
                      <a:pt x="2250" y="19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41" name="ICON_TOOL_REPORT_path_020"/>
              <p:cNvSpPr/>
              <p:nvPr/>
            </p:nvSpPr>
            <p:spPr>
              <a:xfrm>
                <a:off x="5317043" y="5649768"/>
                <a:ext cx="28575" cy="18184"/>
              </a:xfrm>
              <a:custGeom>
                <a:avLst/>
                <a:gdLst/>
                <a:ahLst/>
                <a:cxnLst/>
                <a:rect l="0" t="0" r="r" b="b"/>
                <a:pathLst>
                  <a:path w="2250" h="1432" fill="norm" stroke="0">
                    <a:moveTo>
                      <a:pt x="1943" y="0"/>
                    </a:moveTo>
                    <a:cubicBezTo>
                      <a:pt x="1977" y="0"/>
                      <a:pt x="2011" y="0"/>
                      <a:pt x="2045" y="0"/>
                    </a:cubicBezTo>
                    <a:cubicBezTo>
                      <a:pt x="2045" y="34"/>
                      <a:pt x="2045" y="67"/>
                      <a:pt x="2045" y="102"/>
                    </a:cubicBezTo>
                    <a:cubicBezTo>
                      <a:pt x="2079" y="102"/>
                      <a:pt x="2113" y="102"/>
                      <a:pt x="2148" y="102"/>
                    </a:cubicBezTo>
                    <a:cubicBezTo>
                      <a:pt x="2148" y="271"/>
                      <a:pt x="2148" y="440"/>
                      <a:pt x="2148" y="614"/>
                    </a:cubicBezTo>
                    <a:cubicBezTo>
                      <a:pt x="2181" y="614"/>
                      <a:pt x="2215" y="614"/>
                      <a:pt x="2250" y="614"/>
                    </a:cubicBezTo>
                    <a:cubicBezTo>
                      <a:pt x="2250" y="749"/>
                      <a:pt x="2250" y="884"/>
                      <a:pt x="2250" y="1023"/>
                    </a:cubicBezTo>
                    <a:cubicBezTo>
                      <a:pt x="2216" y="1023"/>
                      <a:pt x="2183" y="1023"/>
                      <a:pt x="2148" y="1023"/>
                    </a:cubicBezTo>
                    <a:cubicBezTo>
                      <a:pt x="2148" y="1056"/>
                      <a:pt x="2148" y="1090"/>
                      <a:pt x="2148" y="1125"/>
                    </a:cubicBezTo>
                    <a:cubicBezTo>
                      <a:pt x="2114" y="1125"/>
                      <a:pt x="2080" y="1125"/>
                      <a:pt x="2045" y="1125"/>
                    </a:cubicBezTo>
                    <a:cubicBezTo>
                      <a:pt x="2045" y="1159"/>
                      <a:pt x="2045" y="1192"/>
                      <a:pt x="2045" y="1227"/>
                    </a:cubicBezTo>
                    <a:cubicBezTo>
                      <a:pt x="2012" y="1227"/>
                      <a:pt x="1978" y="1227"/>
                      <a:pt x="1943" y="1227"/>
                    </a:cubicBezTo>
                    <a:cubicBezTo>
                      <a:pt x="1943" y="1261"/>
                      <a:pt x="1943" y="1295"/>
                      <a:pt x="1943" y="1330"/>
                    </a:cubicBezTo>
                    <a:cubicBezTo>
                      <a:pt x="1909" y="1330"/>
                      <a:pt x="1876" y="1330"/>
                      <a:pt x="1841" y="1330"/>
                    </a:cubicBezTo>
                    <a:cubicBezTo>
                      <a:pt x="1841" y="1363"/>
                      <a:pt x="1841" y="1397"/>
                      <a:pt x="1841" y="1432"/>
                    </a:cubicBezTo>
                    <a:cubicBezTo>
                      <a:pt x="1267" y="1432"/>
                      <a:pt x="693" y="1432"/>
                      <a:pt x="102" y="1432"/>
                    </a:cubicBezTo>
                    <a:cubicBezTo>
                      <a:pt x="102" y="1398"/>
                      <a:pt x="102" y="1364"/>
                      <a:pt x="102" y="1330"/>
                    </a:cubicBezTo>
                    <a:cubicBezTo>
                      <a:pt x="69" y="1330"/>
                      <a:pt x="35" y="1330"/>
                      <a:pt x="0" y="1330"/>
                    </a:cubicBezTo>
                    <a:cubicBezTo>
                      <a:pt x="0" y="1262"/>
                      <a:pt x="0" y="1195"/>
                      <a:pt x="0" y="1125"/>
                    </a:cubicBezTo>
                    <a:cubicBezTo>
                      <a:pt x="34" y="1125"/>
                      <a:pt x="67" y="1125"/>
                      <a:pt x="102" y="1125"/>
                    </a:cubicBezTo>
                    <a:cubicBezTo>
                      <a:pt x="102" y="1159"/>
                      <a:pt x="102" y="1192"/>
                      <a:pt x="102" y="1227"/>
                    </a:cubicBezTo>
                    <a:cubicBezTo>
                      <a:pt x="676" y="1227"/>
                      <a:pt x="1250" y="1227"/>
                      <a:pt x="1841" y="1227"/>
                    </a:cubicBezTo>
                    <a:cubicBezTo>
                      <a:pt x="1841" y="1194"/>
                      <a:pt x="1841" y="1160"/>
                      <a:pt x="1841" y="1125"/>
                    </a:cubicBezTo>
                    <a:cubicBezTo>
                      <a:pt x="1875" y="1125"/>
                      <a:pt x="1908" y="1125"/>
                      <a:pt x="1943" y="1125"/>
                    </a:cubicBezTo>
                    <a:cubicBezTo>
                      <a:pt x="1943" y="754"/>
                      <a:pt x="1943" y="382"/>
                      <a:pt x="194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42" name="ICON_TOOL_REPORT_path_021"/>
              <p:cNvSpPr/>
              <p:nvPr/>
            </p:nvSpPr>
            <p:spPr>
              <a:xfrm>
                <a:off x="5213783" y="5427060"/>
                <a:ext cx="61696" cy="5797"/>
              </a:xfrm>
              <a:custGeom>
                <a:avLst/>
                <a:gdLst/>
                <a:ahLst/>
                <a:cxnLst/>
                <a:rect l="0" t="0" r="r" b="b"/>
                <a:pathLst>
                  <a:path w="4858" h="456" fill="norm" stroke="0">
                    <a:moveTo>
                      <a:pt x="512" y="33"/>
                    </a:moveTo>
                    <a:cubicBezTo>
                      <a:pt x="569" y="35"/>
                      <a:pt x="626" y="35"/>
                      <a:pt x="684" y="35"/>
                    </a:cubicBezTo>
                    <a:cubicBezTo>
                      <a:pt x="720" y="36"/>
                      <a:pt x="757" y="36"/>
                      <a:pt x="793" y="37"/>
                    </a:cubicBezTo>
                    <a:cubicBezTo>
                      <a:pt x="802" y="37"/>
                      <a:pt x="802" y="37"/>
                      <a:pt x="845" y="38"/>
                    </a:cubicBezTo>
                    <a:cubicBezTo>
                      <a:pt x="861" y="38"/>
                      <a:pt x="877" y="39"/>
                      <a:pt x="893" y="39"/>
                    </a:cubicBezTo>
                    <a:cubicBezTo>
                      <a:pt x="907" y="40"/>
                      <a:pt x="921" y="40"/>
                      <a:pt x="935" y="40"/>
                    </a:cubicBezTo>
                    <a:cubicBezTo>
                      <a:pt x="972" y="47"/>
                      <a:pt x="972" y="47"/>
                      <a:pt x="1023" y="99"/>
                    </a:cubicBezTo>
                    <a:cubicBezTo>
                      <a:pt x="1065" y="105"/>
                      <a:pt x="1065" y="105"/>
                      <a:pt x="1115" y="105"/>
                    </a:cubicBezTo>
                    <a:cubicBezTo>
                      <a:pt x="1133" y="105"/>
                      <a:pt x="1152" y="105"/>
                      <a:pt x="1170" y="106"/>
                    </a:cubicBezTo>
                    <a:cubicBezTo>
                      <a:pt x="1180" y="105"/>
                      <a:pt x="1180" y="105"/>
                      <a:pt x="1227" y="105"/>
                    </a:cubicBezTo>
                    <a:cubicBezTo>
                      <a:pt x="1246" y="105"/>
                      <a:pt x="1265" y="105"/>
                      <a:pt x="1284" y="106"/>
                    </a:cubicBezTo>
                    <a:cubicBezTo>
                      <a:pt x="1302" y="105"/>
                      <a:pt x="1320" y="105"/>
                      <a:pt x="1339" y="105"/>
                    </a:cubicBezTo>
                    <a:cubicBezTo>
                      <a:pt x="1356" y="105"/>
                      <a:pt x="1372" y="105"/>
                      <a:pt x="1389" y="105"/>
                    </a:cubicBezTo>
                    <a:cubicBezTo>
                      <a:pt x="1432" y="99"/>
                      <a:pt x="1432" y="99"/>
                      <a:pt x="1483" y="47"/>
                    </a:cubicBezTo>
                    <a:cubicBezTo>
                      <a:pt x="1536" y="42"/>
                      <a:pt x="1584" y="40"/>
                      <a:pt x="1636" y="41"/>
                    </a:cubicBezTo>
                    <a:cubicBezTo>
                      <a:pt x="1650" y="41"/>
                      <a:pt x="1664" y="41"/>
                      <a:pt x="1679" y="40"/>
                    </a:cubicBezTo>
                    <a:cubicBezTo>
                      <a:pt x="1783" y="41"/>
                      <a:pt x="1783" y="41"/>
                      <a:pt x="1841" y="99"/>
                    </a:cubicBezTo>
                    <a:cubicBezTo>
                      <a:pt x="1883" y="105"/>
                      <a:pt x="1883" y="105"/>
                      <a:pt x="1934" y="105"/>
                    </a:cubicBezTo>
                    <a:cubicBezTo>
                      <a:pt x="1952" y="105"/>
                      <a:pt x="1970" y="105"/>
                      <a:pt x="1988" y="106"/>
                    </a:cubicBezTo>
                    <a:cubicBezTo>
                      <a:pt x="1998" y="105"/>
                      <a:pt x="1998" y="105"/>
                      <a:pt x="2045" y="105"/>
                    </a:cubicBezTo>
                    <a:cubicBezTo>
                      <a:pt x="2064" y="105"/>
                      <a:pt x="2083" y="105"/>
                      <a:pt x="2103" y="106"/>
                    </a:cubicBezTo>
                    <a:cubicBezTo>
                      <a:pt x="2121" y="105"/>
                      <a:pt x="2139" y="105"/>
                      <a:pt x="2157" y="105"/>
                    </a:cubicBezTo>
                    <a:cubicBezTo>
                      <a:pt x="2174" y="105"/>
                      <a:pt x="2190" y="105"/>
                      <a:pt x="2207" y="105"/>
                    </a:cubicBezTo>
                    <a:cubicBezTo>
                      <a:pt x="2250" y="99"/>
                      <a:pt x="2250" y="99"/>
                      <a:pt x="2301" y="47"/>
                    </a:cubicBezTo>
                    <a:cubicBezTo>
                      <a:pt x="2342" y="41"/>
                      <a:pt x="2342" y="41"/>
                      <a:pt x="2391" y="41"/>
                    </a:cubicBezTo>
                    <a:cubicBezTo>
                      <a:pt x="2409" y="41"/>
                      <a:pt x="2427" y="41"/>
                      <a:pt x="2446" y="40"/>
                    </a:cubicBezTo>
                    <a:cubicBezTo>
                      <a:pt x="2456" y="40"/>
                      <a:pt x="2456" y="40"/>
                      <a:pt x="2506" y="41"/>
                    </a:cubicBezTo>
                    <a:cubicBezTo>
                      <a:pt x="2526" y="41"/>
                      <a:pt x="2546" y="41"/>
                      <a:pt x="2567" y="41"/>
                    </a:cubicBezTo>
                    <a:cubicBezTo>
                      <a:pt x="2610" y="40"/>
                      <a:pt x="2653" y="41"/>
                      <a:pt x="2695" y="41"/>
                    </a:cubicBezTo>
                    <a:cubicBezTo>
                      <a:pt x="2761" y="41"/>
                      <a:pt x="2827" y="41"/>
                      <a:pt x="2892" y="40"/>
                    </a:cubicBezTo>
                    <a:cubicBezTo>
                      <a:pt x="2934" y="40"/>
                      <a:pt x="2975" y="41"/>
                      <a:pt x="3017" y="41"/>
                    </a:cubicBezTo>
                    <a:cubicBezTo>
                      <a:pt x="3037" y="41"/>
                      <a:pt x="3056" y="40"/>
                      <a:pt x="3077" y="40"/>
                    </a:cubicBezTo>
                    <a:cubicBezTo>
                      <a:pt x="3095" y="40"/>
                      <a:pt x="3113" y="41"/>
                      <a:pt x="3132" y="41"/>
                    </a:cubicBezTo>
                    <a:cubicBezTo>
                      <a:pt x="3140" y="41"/>
                      <a:pt x="3140" y="41"/>
                      <a:pt x="3181" y="41"/>
                    </a:cubicBezTo>
                    <a:cubicBezTo>
                      <a:pt x="3222" y="47"/>
                      <a:pt x="3222" y="47"/>
                      <a:pt x="3273" y="99"/>
                    </a:cubicBezTo>
                    <a:cubicBezTo>
                      <a:pt x="3324" y="105"/>
                      <a:pt x="3372" y="108"/>
                      <a:pt x="3424" y="109"/>
                    </a:cubicBezTo>
                    <a:cubicBezTo>
                      <a:pt x="3439" y="110"/>
                      <a:pt x="3455" y="110"/>
                      <a:pt x="3471" y="111"/>
                    </a:cubicBezTo>
                    <a:cubicBezTo>
                      <a:pt x="3522" y="112"/>
                      <a:pt x="3573" y="113"/>
                      <a:pt x="3624" y="115"/>
                    </a:cubicBezTo>
                    <a:cubicBezTo>
                      <a:pt x="3660" y="116"/>
                      <a:pt x="3695" y="117"/>
                      <a:pt x="3731" y="118"/>
                    </a:cubicBezTo>
                    <a:cubicBezTo>
                      <a:pt x="3824" y="121"/>
                      <a:pt x="3918" y="123"/>
                      <a:pt x="4011" y="126"/>
                    </a:cubicBezTo>
                    <a:cubicBezTo>
                      <a:pt x="4106" y="128"/>
                      <a:pt x="4202" y="131"/>
                      <a:pt x="4297" y="134"/>
                    </a:cubicBezTo>
                    <a:cubicBezTo>
                      <a:pt x="4484" y="139"/>
                      <a:pt x="4671" y="145"/>
                      <a:pt x="4858" y="150"/>
                    </a:cubicBezTo>
                    <a:cubicBezTo>
                      <a:pt x="4858" y="167"/>
                      <a:pt x="4858" y="183"/>
                      <a:pt x="4858" y="201"/>
                    </a:cubicBezTo>
                    <a:cubicBezTo>
                      <a:pt x="4647" y="202"/>
                      <a:pt x="4437" y="203"/>
                      <a:pt x="4226" y="203"/>
                    </a:cubicBezTo>
                    <a:cubicBezTo>
                      <a:pt x="4128" y="204"/>
                      <a:pt x="4030" y="204"/>
                      <a:pt x="3932" y="205"/>
                    </a:cubicBezTo>
                    <a:cubicBezTo>
                      <a:pt x="3838" y="205"/>
                      <a:pt x="3743" y="206"/>
                      <a:pt x="3649" y="206"/>
                    </a:cubicBezTo>
                    <a:cubicBezTo>
                      <a:pt x="3613" y="206"/>
                      <a:pt x="3577" y="206"/>
                      <a:pt x="3541" y="206"/>
                    </a:cubicBezTo>
                    <a:cubicBezTo>
                      <a:pt x="3490" y="207"/>
                      <a:pt x="3440" y="207"/>
                      <a:pt x="3389" y="207"/>
                    </a:cubicBezTo>
                    <a:cubicBezTo>
                      <a:pt x="3374" y="207"/>
                      <a:pt x="3360" y="207"/>
                      <a:pt x="3345" y="207"/>
                    </a:cubicBezTo>
                    <a:cubicBezTo>
                      <a:pt x="3242" y="207"/>
                      <a:pt x="3164" y="184"/>
                      <a:pt x="3068" y="150"/>
                    </a:cubicBezTo>
                    <a:cubicBezTo>
                      <a:pt x="3023" y="143"/>
                      <a:pt x="3023" y="143"/>
                      <a:pt x="2986" y="143"/>
                    </a:cubicBezTo>
                    <a:cubicBezTo>
                      <a:pt x="2972" y="143"/>
                      <a:pt x="2958" y="143"/>
                      <a:pt x="2943" y="143"/>
                    </a:cubicBezTo>
                    <a:cubicBezTo>
                      <a:pt x="2928" y="143"/>
                      <a:pt x="2914" y="143"/>
                      <a:pt x="2898" y="143"/>
                    </a:cubicBezTo>
                    <a:cubicBezTo>
                      <a:pt x="2883" y="143"/>
                      <a:pt x="2867" y="143"/>
                      <a:pt x="2851" y="143"/>
                    </a:cubicBezTo>
                    <a:cubicBezTo>
                      <a:pt x="2819" y="143"/>
                      <a:pt x="2786" y="143"/>
                      <a:pt x="2754" y="143"/>
                    </a:cubicBezTo>
                    <a:cubicBezTo>
                      <a:pt x="2704" y="143"/>
                      <a:pt x="2654" y="143"/>
                      <a:pt x="2604" y="143"/>
                    </a:cubicBezTo>
                    <a:cubicBezTo>
                      <a:pt x="2572" y="143"/>
                      <a:pt x="2540" y="143"/>
                      <a:pt x="2508" y="143"/>
                    </a:cubicBezTo>
                    <a:cubicBezTo>
                      <a:pt x="2494" y="143"/>
                      <a:pt x="2479" y="143"/>
                      <a:pt x="2463" y="143"/>
                    </a:cubicBezTo>
                    <a:cubicBezTo>
                      <a:pt x="2358" y="144"/>
                      <a:pt x="2358" y="144"/>
                      <a:pt x="2301" y="201"/>
                    </a:cubicBezTo>
                    <a:cubicBezTo>
                      <a:pt x="2252" y="207"/>
                      <a:pt x="2252" y="207"/>
                      <a:pt x="2193" y="208"/>
                    </a:cubicBezTo>
                    <a:cubicBezTo>
                      <a:pt x="2182" y="208"/>
                      <a:pt x="2182" y="208"/>
                      <a:pt x="2128" y="208"/>
                    </a:cubicBezTo>
                    <a:cubicBezTo>
                      <a:pt x="2105" y="208"/>
                      <a:pt x="2082" y="207"/>
                      <a:pt x="2058" y="207"/>
                    </a:cubicBezTo>
                    <a:cubicBezTo>
                      <a:pt x="2035" y="207"/>
                      <a:pt x="2012" y="207"/>
                      <a:pt x="1987" y="207"/>
                    </a:cubicBezTo>
                    <a:cubicBezTo>
                      <a:pt x="1869" y="206"/>
                      <a:pt x="1763" y="200"/>
                      <a:pt x="1649" y="169"/>
                    </a:cubicBezTo>
                    <a:cubicBezTo>
                      <a:pt x="1499" y="129"/>
                      <a:pt x="1365" y="194"/>
                      <a:pt x="1227" y="252"/>
                    </a:cubicBezTo>
                    <a:cubicBezTo>
                      <a:pt x="1244" y="319"/>
                      <a:pt x="1261" y="387"/>
                      <a:pt x="1278" y="456"/>
                    </a:cubicBezTo>
                    <a:cubicBezTo>
                      <a:pt x="1143" y="456"/>
                      <a:pt x="1008" y="456"/>
                      <a:pt x="869" y="456"/>
                    </a:cubicBezTo>
                    <a:cubicBezTo>
                      <a:pt x="869" y="355"/>
                      <a:pt x="869" y="254"/>
                      <a:pt x="869" y="150"/>
                    </a:cubicBezTo>
                    <a:cubicBezTo>
                      <a:pt x="778" y="149"/>
                      <a:pt x="687" y="147"/>
                      <a:pt x="597" y="147"/>
                    </a:cubicBezTo>
                    <a:cubicBezTo>
                      <a:pt x="566" y="147"/>
                      <a:pt x="535" y="146"/>
                      <a:pt x="504" y="146"/>
                    </a:cubicBezTo>
                    <a:cubicBezTo>
                      <a:pt x="329" y="143"/>
                      <a:pt x="168" y="144"/>
                      <a:pt x="0" y="201"/>
                    </a:cubicBezTo>
                    <a:cubicBezTo>
                      <a:pt x="115" y="0"/>
                      <a:pt x="308" y="27"/>
                      <a:pt x="512" y="33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43" name="ICON_TOOL_REPORT_path_022"/>
              <p:cNvSpPr/>
              <p:nvPr/>
            </p:nvSpPr>
            <p:spPr>
              <a:xfrm>
                <a:off x="5317043" y="5429611"/>
                <a:ext cx="6494" cy="44161"/>
              </a:xfrm>
              <a:custGeom>
                <a:avLst/>
                <a:gdLst/>
                <a:ahLst/>
                <a:cxnLst/>
                <a:rect l="0" t="0" r="r" b="b"/>
                <a:pathLst>
                  <a:path w="511" h="3477" fill="norm" stroke="0">
                    <a:moveTo>
                      <a:pt x="307" y="0"/>
                    </a:moveTo>
                    <a:cubicBezTo>
                      <a:pt x="341" y="17"/>
                      <a:pt x="374" y="34"/>
                      <a:pt x="409" y="51"/>
                    </a:cubicBezTo>
                    <a:cubicBezTo>
                      <a:pt x="421" y="92"/>
                      <a:pt x="421" y="92"/>
                      <a:pt x="421" y="141"/>
                    </a:cubicBezTo>
                    <a:cubicBezTo>
                      <a:pt x="421" y="151"/>
                      <a:pt x="421" y="151"/>
                      <a:pt x="421" y="197"/>
                    </a:cubicBezTo>
                    <a:cubicBezTo>
                      <a:pt x="420" y="217"/>
                      <a:pt x="420" y="237"/>
                      <a:pt x="419" y="257"/>
                    </a:cubicBezTo>
                    <a:cubicBezTo>
                      <a:pt x="419" y="278"/>
                      <a:pt x="419" y="298"/>
                      <a:pt x="419" y="319"/>
                    </a:cubicBezTo>
                    <a:cubicBezTo>
                      <a:pt x="418" y="384"/>
                      <a:pt x="417" y="449"/>
                      <a:pt x="415" y="515"/>
                    </a:cubicBezTo>
                    <a:cubicBezTo>
                      <a:pt x="415" y="559"/>
                      <a:pt x="415" y="603"/>
                      <a:pt x="414" y="647"/>
                    </a:cubicBezTo>
                    <a:cubicBezTo>
                      <a:pt x="413" y="755"/>
                      <a:pt x="411" y="863"/>
                      <a:pt x="409" y="972"/>
                    </a:cubicBezTo>
                    <a:cubicBezTo>
                      <a:pt x="375" y="972"/>
                      <a:pt x="342" y="972"/>
                      <a:pt x="307" y="972"/>
                    </a:cubicBezTo>
                    <a:cubicBezTo>
                      <a:pt x="310" y="1238"/>
                      <a:pt x="314" y="1504"/>
                      <a:pt x="319" y="1770"/>
                    </a:cubicBezTo>
                    <a:cubicBezTo>
                      <a:pt x="321" y="1894"/>
                      <a:pt x="323" y="2018"/>
                      <a:pt x="325" y="2142"/>
                    </a:cubicBezTo>
                    <a:cubicBezTo>
                      <a:pt x="326" y="2261"/>
                      <a:pt x="328" y="2381"/>
                      <a:pt x="330" y="2501"/>
                    </a:cubicBezTo>
                    <a:cubicBezTo>
                      <a:pt x="331" y="2546"/>
                      <a:pt x="332" y="2591"/>
                      <a:pt x="332" y="2637"/>
                    </a:cubicBezTo>
                    <a:cubicBezTo>
                      <a:pt x="335" y="2946"/>
                      <a:pt x="382" y="3196"/>
                      <a:pt x="511" y="3477"/>
                    </a:cubicBezTo>
                    <a:cubicBezTo>
                      <a:pt x="454" y="3464"/>
                      <a:pt x="409" y="3453"/>
                      <a:pt x="358" y="3426"/>
                    </a:cubicBezTo>
                    <a:cubicBezTo>
                      <a:pt x="328" y="3376"/>
                      <a:pt x="313" y="3345"/>
                      <a:pt x="298" y="3290"/>
                    </a:cubicBezTo>
                    <a:cubicBezTo>
                      <a:pt x="294" y="3277"/>
                      <a:pt x="290" y="3263"/>
                      <a:pt x="286" y="3249"/>
                    </a:cubicBezTo>
                    <a:cubicBezTo>
                      <a:pt x="248" y="3111"/>
                      <a:pt x="240" y="2975"/>
                      <a:pt x="238" y="2833"/>
                    </a:cubicBezTo>
                    <a:cubicBezTo>
                      <a:pt x="238" y="2788"/>
                      <a:pt x="237" y="2743"/>
                      <a:pt x="236" y="2698"/>
                    </a:cubicBezTo>
                    <a:cubicBezTo>
                      <a:pt x="233" y="2587"/>
                      <a:pt x="231" y="2476"/>
                      <a:pt x="229" y="2364"/>
                    </a:cubicBezTo>
                    <a:cubicBezTo>
                      <a:pt x="228" y="2269"/>
                      <a:pt x="226" y="2175"/>
                      <a:pt x="223" y="2080"/>
                    </a:cubicBezTo>
                    <a:cubicBezTo>
                      <a:pt x="222" y="2035"/>
                      <a:pt x="222" y="1991"/>
                      <a:pt x="221" y="1947"/>
                    </a:cubicBezTo>
                    <a:cubicBezTo>
                      <a:pt x="221" y="1920"/>
                      <a:pt x="220" y="1893"/>
                      <a:pt x="219" y="1866"/>
                    </a:cubicBezTo>
                    <a:cubicBezTo>
                      <a:pt x="219" y="1843"/>
                      <a:pt x="219" y="1819"/>
                      <a:pt x="218" y="1795"/>
                    </a:cubicBezTo>
                    <a:cubicBezTo>
                      <a:pt x="214" y="1776"/>
                      <a:pt x="209" y="1758"/>
                      <a:pt x="205" y="1739"/>
                    </a:cubicBezTo>
                    <a:cubicBezTo>
                      <a:pt x="153" y="1708"/>
                      <a:pt x="153" y="1708"/>
                      <a:pt x="102" y="1688"/>
                    </a:cubicBezTo>
                    <a:cubicBezTo>
                      <a:pt x="96" y="1633"/>
                      <a:pt x="96" y="1633"/>
                      <a:pt x="102" y="1585"/>
                    </a:cubicBezTo>
                    <a:cubicBezTo>
                      <a:pt x="69" y="1585"/>
                      <a:pt x="35" y="1585"/>
                      <a:pt x="0" y="1585"/>
                    </a:cubicBezTo>
                    <a:cubicBezTo>
                      <a:pt x="0" y="1416"/>
                      <a:pt x="0" y="1248"/>
                      <a:pt x="0" y="1074"/>
                    </a:cubicBezTo>
                    <a:cubicBezTo>
                      <a:pt x="34" y="1074"/>
                      <a:pt x="67" y="1074"/>
                      <a:pt x="102" y="1074"/>
                    </a:cubicBezTo>
                    <a:cubicBezTo>
                      <a:pt x="102" y="1006"/>
                      <a:pt x="102" y="939"/>
                      <a:pt x="102" y="869"/>
                    </a:cubicBezTo>
                    <a:cubicBezTo>
                      <a:pt x="136" y="869"/>
                      <a:pt x="170" y="869"/>
                      <a:pt x="205" y="869"/>
                    </a:cubicBezTo>
                    <a:cubicBezTo>
                      <a:pt x="205" y="836"/>
                      <a:pt x="205" y="802"/>
                      <a:pt x="205" y="767"/>
                    </a:cubicBezTo>
                    <a:cubicBezTo>
                      <a:pt x="238" y="767"/>
                      <a:pt x="272" y="767"/>
                      <a:pt x="307" y="767"/>
                    </a:cubicBezTo>
                    <a:cubicBezTo>
                      <a:pt x="307" y="514"/>
                      <a:pt x="307" y="261"/>
                      <a:pt x="30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44" name="ICON_TOOL_REPORT_path_023"/>
              <p:cNvSpPr/>
              <p:nvPr/>
            </p:nvSpPr>
            <p:spPr>
              <a:xfrm>
                <a:off x="5148021" y="5565342"/>
                <a:ext cx="3028" cy="32472"/>
              </a:xfrm>
              <a:custGeom>
                <a:avLst/>
                <a:gdLst/>
                <a:ahLst/>
                <a:cxnLst/>
                <a:rect l="0" t="0" r="r" b="b"/>
                <a:pathLst>
                  <a:path w="238" h="2557" fill="norm" stroke="0">
                    <a:moveTo>
                      <a:pt x="64" y="0"/>
                    </a:moveTo>
                    <a:cubicBezTo>
                      <a:pt x="81" y="0"/>
                      <a:pt x="98" y="0"/>
                      <a:pt x="116" y="0"/>
                    </a:cubicBezTo>
                    <a:cubicBezTo>
                      <a:pt x="116" y="18"/>
                      <a:pt x="117" y="36"/>
                      <a:pt x="117" y="55"/>
                    </a:cubicBezTo>
                    <a:cubicBezTo>
                      <a:pt x="122" y="226"/>
                      <a:pt x="127" y="398"/>
                      <a:pt x="133" y="569"/>
                    </a:cubicBezTo>
                    <a:cubicBezTo>
                      <a:pt x="136" y="658"/>
                      <a:pt x="138" y="746"/>
                      <a:pt x="141" y="834"/>
                    </a:cubicBezTo>
                    <a:cubicBezTo>
                      <a:pt x="143" y="919"/>
                      <a:pt x="146" y="1004"/>
                      <a:pt x="149" y="1090"/>
                    </a:cubicBezTo>
                    <a:cubicBezTo>
                      <a:pt x="150" y="1122"/>
                      <a:pt x="151" y="1154"/>
                      <a:pt x="152" y="1187"/>
                    </a:cubicBezTo>
                    <a:cubicBezTo>
                      <a:pt x="156" y="1345"/>
                      <a:pt x="161" y="1497"/>
                      <a:pt x="209" y="1650"/>
                    </a:cubicBezTo>
                    <a:cubicBezTo>
                      <a:pt x="222" y="1708"/>
                      <a:pt x="197" y="1740"/>
                      <a:pt x="167" y="1790"/>
                    </a:cubicBezTo>
                    <a:cubicBezTo>
                      <a:pt x="162" y="1840"/>
                      <a:pt x="159" y="1886"/>
                      <a:pt x="160" y="1937"/>
                    </a:cubicBezTo>
                    <a:cubicBezTo>
                      <a:pt x="160" y="1944"/>
                      <a:pt x="160" y="1944"/>
                      <a:pt x="160" y="1978"/>
                    </a:cubicBezTo>
                    <a:cubicBezTo>
                      <a:pt x="162" y="2059"/>
                      <a:pt x="172" y="2125"/>
                      <a:pt x="199" y="2202"/>
                    </a:cubicBezTo>
                    <a:cubicBezTo>
                      <a:pt x="238" y="2331"/>
                      <a:pt x="172" y="2442"/>
                      <a:pt x="116" y="2557"/>
                    </a:cubicBezTo>
                    <a:cubicBezTo>
                      <a:pt x="65" y="2537"/>
                      <a:pt x="65" y="2537"/>
                      <a:pt x="13" y="2506"/>
                    </a:cubicBezTo>
                    <a:cubicBezTo>
                      <a:pt x="1" y="2461"/>
                      <a:pt x="1" y="2461"/>
                      <a:pt x="1" y="2407"/>
                    </a:cubicBezTo>
                    <a:cubicBezTo>
                      <a:pt x="0" y="2386"/>
                      <a:pt x="0" y="2365"/>
                      <a:pt x="0" y="2344"/>
                    </a:cubicBezTo>
                    <a:cubicBezTo>
                      <a:pt x="0" y="2333"/>
                      <a:pt x="0" y="2333"/>
                      <a:pt x="1" y="2275"/>
                    </a:cubicBezTo>
                    <a:cubicBezTo>
                      <a:pt x="1" y="2251"/>
                      <a:pt x="1" y="2228"/>
                      <a:pt x="1" y="2203"/>
                    </a:cubicBezTo>
                    <a:cubicBezTo>
                      <a:pt x="0" y="2138"/>
                      <a:pt x="1" y="2072"/>
                      <a:pt x="1" y="2007"/>
                    </a:cubicBezTo>
                    <a:cubicBezTo>
                      <a:pt x="2" y="1938"/>
                      <a:pt x="2" y="1870"/>
                      <a:pt x="2" y="1801"/>
                    </a:cubicBezTo>
                    <a:cubicBezTo>
                      <a:pt x="2" y="1686"/>
                      <a:pt x="2" y="1571"/>
                      <a:pt x="3" y="1456"/>
                    </a:cubicBezTo>
                    <a:cubicBezTo>
                      <a:pt x="4" y="1323"/>
                      <a:pt x="4" y="1190"/>
                      <a:pt x="4" y="1057"/>
                    </a:cubicBezTo>
                    <a:cubicBezTo>
                      <a:pt x="4" y="929"/>
                      <a:pt x="4" y="801"/>
                      <a:pt x="4" y="673"/>
                    </a:cubicBezTo>
                    <a:cubicBezTo>
                      <a:pt x="5" y="618"/>
                      <a:pt x="5" y="564"/>
                      <a:pt x="5" y="510"/>
                    </a:cubicBezTo>
                    <a:cubicBezTo>
                      <a:pt x="5" y="434"/>
                      <a:pt x="5" y="357"/>
                      <a:pt x="6" y="281"/>
                    </a:cubicBezTo>
                    <a:cubicBezTo>
                      <a:pt x="6" y="259"/>
                      <a:pt x="6" y="236"/>
                      <a:pt x="6" y="213"/>
                    </a:cubicBezTo>
                    <a:cubicBezTo>
                      <a:pt x="6" y="192"/>
                      <a:pt x="6" y="171"/>
                      <a:pt x="6" y="150"/>
                    </a:cubicBezTo>
                    <a:cubicBezTo>
                      <a:pt x="7" y="132"/>
                      <a:pt x="7" y="114"/>
                      <a:pt x="7" y="96"/>
                    </a:cubicBezTo>
                    <a:cubicBezTo>
                      <a:pt x="13" y="51"/>
                      <a:pt x="13" y="51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9" cap="flat">
                <a:noFill/>
              </a:ln>
            </p:spPr>
          </p:sp>
          <p:sp>
            <p:nvSpPr>
              <p:cNvPr id="1345" name="ICON_TOOL_REPORT_path_024"/>
              <p:cNvSpPr/>
              <p:nvPr/>
            </p:nvSpPr>
            <p:spPr>
              <a:xfrm>
                <a:off x="5148019" y="5536767"/>
                <a:ext cx="3036" cy="23380"/>
              </a:xfrm>
              <a:custGeom>
                <a:avLst/>
                <a:gdLst/>
                <a:ahLst/>
                <a:cxnLst/>
                <a:rect l="0" t="0" r="r" b="b"/>
                <a:pathLst>
                  <a:path w="239" h="1841" fill="norm" stroke="0">
                    <a:moveTo>
                      <a:pt x="65" y="0"/>
                    </a:moveTo>
                    <a:cubicBezTo>
                      <a:pt x="127" y="25"/>
                      <a:pt x="173" y="52"/>
                      <a:pt x="218" y="102"/>
                    </a:cubicBezTo>
                    <a:cubicBezTo>
                      <a:pt x="239" y="189"/>
                      <a:pt x="235" y="273"/>
                      <a:pt x="231" y="361"/>
                    </a:cubicBezTo>
                    <a:cubicBezTo>
                      <a:pt x="231" y="385"/>
                      <a:pt x="230" y="408"/>
                      <a:pt x="230" y="432"/>
                    </a:cubicBezTo>
                    <a:cubicBezTo>
                      <a:pt x="226" y="606"/>
                      <a:pt x="226" y="606"/>
                      <a:pt x="167" y="665"/>
                    </a:cubicBezTo>
                    <a:cubicBezTo>
                      <a:pt x="159" y="716"/>
                      <a:pt x="159" y="716"/>
                      <a:pt x="156" y="779"/>
                    </a:cubicBezTo>
                    <a:cubicBezTo>
                      <a:pt x="155" y="802"/>
                      <a:pt x="154" y="826"/>
                      <a:pt x="153" y="850"/>
                    </a:cubicBezTo>
                    <a:cubicBezTo>
                      <a:pt x="152" y="876"/>
                      <a:pt x="152" y="901"/>
                      <a:pt x="151" y="927"/>
                    </a:cubicBezTo>
                    <a:cubicBezTo>
                      <a:pt x="150" y="953"/>
                      <a:pt x="149" y="980"/>
                      <a:pt x="148" y="1006"/>
                    </a:cubicBezTo>
                    <a:cubicBezTo>
                      <a:pt x="145" y="1075"/>
                      <a:pt x="142" y="1144"/>
                      <a:pt x="140" y="1214"/>
                    </a:cubicBezTo>
                    <a:cubicBezTo>
                      <a:pt x="137" y="1284"/>
                      <a:pt x="134" y="1355"/>
                      <a:pt x="131" y="1425"/>
                    </a:cubicBezTo>
                    <a:cubicBezTo>
                      <a:pt x="126" y="1564"/>
                      <a:pt x="121" y="1702"/>
                      <a:pt x="116" y="1841"/>
                    </a:cubicBezTo>
                    <a:cubicBezTo>
                      <a:pt x="65" y="1826"/>
                      <a:pt x="65" y="1826"/>
                      <a:pt x="13" y="1790"/>
                    </a:cubicBezTo>
                    <a:cubicBezTo>
                      <a:pt x="3" y="1731"/>
                      <a:pt x="0" y="1684"/>
                      <a:pt x="1" y="1625"/>
                    </a:cubicBezTo>
                    <a:cubicBezTo>
                      <a:pt x="1" y="1608"/>
                      <a:pt x="1" y="1591"/>
                      <a:pt x="1" y="1574"/>
                    </a:cubicBezTo>
                    <a:cubicBezTo>
                      <a:pt x="1" y="1518"/>
                      <a:pt x="1" y="1462"/>
                      <a:pt x="2" y="1406"/>
                    </a:cubicBezTo>
                    <a:cubicBezTo>
                      <a:pt x="2" y="1367"/>
                      <a:pt x="2" y="1329"/>
                      <a:pt x="2" y="1290"/>
                    </a:cubicBezTo>
                    <a:cubicBezTo>
                      <a:pt x="2" y="1209"/>
                      <a:pt x="2" y="1127"/>
                      <a:pt x="3" y="1046"/>
                    </a:cubicBezTo>
                    <a:cubicBezTo>
                      <a:pt x="4" y="942"/>
                      <a:pt x="4" y="837"/>
                      <a:pt x="4" y="733"/>
                    </a:cubicBezTo>
                    <a:cubicBezTo>
                      <a:pt x="4" y="653"/>
                      <a:pt x="4" y="573"/>
                      <a:pt x="5" y="492"/>
                    </a:cubicBezTo>
                    <a:cubicBezTo>
                      <a:pt x="5" y="454"/>
                      <a:pt x="5" y="415"/>
                      <a:pt x="5" y="377"/>
                    </a:cubicBezTo>
                    <a:cubicBezTo>
                      <a:pt x="5" y="323"/>
                      <a:pt x="6" y="269"/>
                      <a:pt x="6" y="216"/>
                    </a:cubicBezTo>
                    <a:cubicBezTo>
                      <a:pt x="6" y="200"/>
                      <a:pt x="6" y="184"/>
                      <a:pt x="6" y="167"/>
                    </a:cubicBezTo>
                    <a:cubicBezTo>
                      <a:pt x="8" y="57"/>
                      <a:pt x="8" y="57"/>
                      <a:pt x="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9" cap="flat">
                <a:noFill/>
              </a:ln>
            </p:spPr>
          </p:sp>
          <p:sp>
            <p:nvSpPr>
              <p:cNvPr id="1346" name="ICON_TOOL_REPORT_path_025"/>
              <p:cNvSpPr/>
              <p:nvPr/>
            </p:nvSpPr>
            <p:spPr>
              <a:xfrm>
                <a:off x="5341640" y="5430179"/>
                <a:ext cx="9173" cy="7874"/>
              </a:xfrm>
              <a:custGeom>
                <a:avLst/>
                <a:gdLst/>
                <a:ahLst/>
                <a:cxnLst/>
                <a:rect l="0" t="0" r="r" b="b"/>
                <a:pathLst>
                  <a:path w="722" h="620" fill="norm" stroke="0">
                    <a:moveTo>
                      <a:pt x="109" y="6"/>
                    </a:moveTo>
                    <a:cubicBezTo>
                      <a:pt x="126" y="40"/>
                      <a:pt x="142" y="74"/>
                      <a:pt x="160" y="109"/>
                    </a:cubicBezTo>
                    <a:cubicBezTo>
                      <a:pt x="166" y="92"/>
                      <a:pt x="172" y="75"/>
                      <a:pt x="179" y="58"/>
                    </a:cubicBezTo>
                    <a:cubicBezTo>
                      <a:pt x="190" y="41"/>
                      <a:pt x="200" y="24"/>
                      <a:pt x="211" y="6"/>
                    </a:cubicBezTo>
                    <a:cubicBezTo>
                      <a:pt x="265" y="0"/>
                      <a:pt x="265" y="0"/>
                      <a:pt x="313" y="6"/>
                    </a:cubicBezTo>
                    <a:cubicBezTo>
                      <a:pt x="313" y="40"/>
                      <a:pt x="313" y="74"/>
                      <a:pt x="313" y="109"/>
                    </a:cubicBezTo>
                    <a:cubicBezTo>
                      <a:pt x="414" y="109"/>
                      <a:pt x="516" y="109"/>
                      <a:pt x="620" y="109"/>
                    </a:cubicBezTo>
                    <a:cubicBezTo>
                      <a:pt x="620" y="142"/>
                      <a:pt x="620" y="176"/>
                      <a:pt x="620" y="211"/>
                    </a:cubicBezTo>
                    <a:cubicBezTo>
                      <a:pt x="654" y="211"/>
                      <a:pt x="688" y="211"/>
                      <a:pt x="722" y="211"/>
                    </a:cubicBezTo>
                    <a:cubicBezTo>
                      <a:pt x="722" y="245"/>
                      <a:pt x="722" y="278"/>
                      <a:pt x="722" y="313"/>
                    </a:cubicBezTo>
                    <a:cubicBezTo>
                      <a:pt x="689" y="313"/>
                      <a:pt x="655" y="313"/>
                      <a:pt x="620" y="313"/>
                    </a:cubicBezTo>
                    <a:cubicBezTo>
                      <a:pt x="620" y="381"/>
                      <a:pt x="620" y="448"/>
                      <a:pt x="620" y="518"/>
                    </a:cubicBezTo>
                    <a:cubicBezTo>
                      <a:pt x="586" y="518"/>
                      <a:pt x="553" y="518"/>
                      <a:pt x="518" y="518"/>
                    </a:cubicBezTo>
                    <a:cubicBezTo>
                      <a:pt x="518" y="552"/>
                      <a:pt x="518" y="585"/>
                      <a:pt x="518" y="620"/>
                    </a:cubicBezTo>
                    <a:cubicBezTo>
                      <a:pt x="483" y="606"/>
                      <a:pt x="449" y="591"/>
                      <a:pt x="415" y="575"/>
                    </a:cubicBezTo>
                    <a:cubicBezTo>
                      <a:pt x="397" y="567"/>
                      <a:pt x="377" y="559"/>
                      <a:pt x="358" y="550"/>
                    </a:cubicBezTo>
                    <a:cubicBezTo>
                      <a:pt x="343" y="539"/>
                      <a:pt x="328" y="529"/>
                      <a:pt x="313" y="518"/>
                    </a:cubicBezTo>
                    <a:cubicBezTo>
                      <a:pt x="307" y="463"/>
                      <a:pt x="307" y="463"/>
                      <a:pt x="313" y="415"/>
                    </a:cubicBezTo>
                    <a:cubicBezTo>
                      <a:pt x="279" y="415"/>
                      <a:pt x="246" y="415"/>
                      <a:pt x="211" y="415"/>
                    </a:cubicBezTo>
                    <a:cubicBezTo>
                      <a:pt x="213" y="400"/>
                      <a:pt x="215" y="384"/>
                      <a:pt x="217" y="368"/>
                    </a:cubicBezTo>
                    <a:cubicBezTo>
                      <a:pt x="216" y="359"/>
                      <a:pt x="216" y="359"/>
                      <a:pt x="211" y="313"/>
                    </a:cubicBezTo>
                    <a:cubicBezTo>
                      <a:pt x="166" y="284"/>
                      <a:pt x="166" y="284"/>
                      <a:pt x="109" y="262"/>
                    </a:cubicBezTo>
                    <a:cubicBezTo>
                      <a:pt x="51" y="240"/>
                      <a:pt x="51" y="240"/>
                      <a:pt x="6" y="211"/>
                    </a:cubicBezTo>
                    <a:cubicBezTo>
                      <a:pt x="0" y="157"/>
                      <a:pt x="0" y="157"/>
                      <a:pt x="6" y="109"/>
                    </a:cubicBezTo>
                    <a:cubicBezTo>
                      <a:pt x="40" y="109"/>
                      <a:pt x="74" y="109"/>
                      <a:pt x="109" y="109"/>
                    </a:cubicBezTo>
                    <a:cubicBezTo>
                      <a:pt x="109" y="75"/>
                      <a:pt x="109" y="41"/>
                      <a:pt x="109" y="6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47" name="ICON_TOOL_REPORT_path_026"/>
              <p:cNvSpPr/>
              <p:nvPr/>
            </p:nvSpPr>
            <p:spPr>
              <a:xfrm>
                <a:off x="5165725" y="5428961"/>
                <a:ext cx="48058" cy="649"/>
              </a:xfrm>
              <a:custGeom>
                <a:avLst/>
                <a:gdLst/>
                <a:ahLst/>
                <a:cxnLst/>
                <a:rect l="0" t="0" r="r" b="b"/>
                <a:pathLst>
                  <a:path w="3784" h="51" fill="norm" stroke="0">
                    <a:moveTo>
                      <a:pt x="0" y="0"/>
                    </a:moveTo>
                    <a:cubicBezTo>
                      <a:pt x="1249" y="0"/>
                      <a:pt x="2498" y="0"/>
                      <a:pt x="3784" y="0"/>
                    </a:cubicBezTo>
                    <a:cubicBezTo>
                      <a:pt x="3784" y="17"/>
                      <a:pt x="3784" y="34"/>
                      <a:pt x="3784" y="51"/>
                    </a:cubicBezTo>
                    <a:cubicBezTo>
                      <a:pt x="2535" y="51"/>
                      <a:pt x="1287" y="51"/>
                      <a:pt x="0" y="51"/>
                    </a:cubicBezTo>
                    <a:cubicBezTo>
                      <a:pt x="0" y="34"/>
                      <a:pt x="0" y="1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48" name="ICON_TOOL_REPORT_path_027"/>
              <p:cNvSpPr/>
              <p:nvPr/>
            </p:nvSpPr>
            <p:spPr>
              <a:xfrm>
                <a:off x="5375491" y="5678343"/>
                <a:ext cx="7793" cy="7793"/>
              </a:xfrm>
              <a:custGeom>
                <a:avLst/>
                <a:gdLst/>
                <a:ahLst/>
                <a:cxnLst/>
                <a:rect l="0" t="0" r="r" b="b"/>
                <a:pathLst>
                  <a:path w="614" h="614" fill="norm" stroke="0">
                    <a:moveTo>
                      <a:pt x="205" y="0"/>
                    </a:moveTo>
                    <a:cubicBezTo>
                      <a:pt x="238" y="0"/>
                      <a:pt x="272" y="0"/>
                      <a:pt x="307" y="0"/>
                    </a:cubicBezTo>
                    <a:cubicBezTo>
                      <a:pt x="307" y="67"/>
                      <a:pt x="307" y="135"/>
                      <a:pt x="307" y="205"/>
                    </a:cubicBezTo>
                    <a:cubicBezTo>
                      <a:pt x="374" y="205"/>
                      <a:pt x="442" y="205"/>
                      <a:pt x="511" y="205"/>
                    </a:cubicBezTo>
                    <a:cubicBezTo>
                      <a:pt x="511" y="238"/>
                      <a:pt x="511" y="272"/>
                      <a:pt x="511" y="307"/>
                    </a:cubicBezTo>
                    <a:cubicBezTo>
                      <a:pt x="545" y="307"/>
                      <a:pt x="579" y="307"/>
                      <a:pt x="614" y="307"/>
                    </a:cubicBezTo>
                    <a:cubicBezTo>
                      <a:pt x="614" y="341"/>
                      <a:pt x="614" y="374"/>
                      <a:pt x="614" y="409"/>
                    </a:cubicBezTo>
                    <a:cubicBezTo>
                      <a:pt x="580" y="409"/>
                      <a:pt x="546" y="409"/>
                      <a:pt x="511" y="409"/>
                    </a:cubicBezTo>
                    <a:cubicBezTo>
                      <a:pt x="511" y="443"/>
                      <a:pt x="511" y="477"/>
                      <a:pt x="511" y="511"/>
                    </a:cubicBezTo>
                    <a:cubicBezTo>
                      <a:pt x="444" y="511"/>
                      <a:pt x="376" y="511"/>
                      <a:pt x="307" y="511"/>
                    </a:cubicBezTo>
                    <a:cubicBezTo>
                      <a:pt x="307" y="545"/>
                      <a:pt x="307" y="579"/>
                      <a:pt x="307" y="614"/>
                    </a:cubicBezTo>
                    <a:cubicBezTo>
                      <a:pt x="206" y="614"/>
                      <a:pt x="104" y="614"/>
                      <a:pt x="0" y="614"/>
                    </a:cubicBezTo>
                    <a:cubicBezTo>
                      <a:pt x="0" y="580"/>
                      <a:pt x="0" y="546"/>
                      <a:pt x="0" y="511"/>
                    </a:cubicBezTo>
                    <a:cubicBezTo>
                      <a:pt x="34" y="511"/>
                      <a:pt x="67" y="511"/>
                      <a:pt x="102" y="511"/>
                    </a:cubicBezTo>
                    <a:cubicBezTo>
                      <a:pt x="102" y="444"/>
                      <a:pt x="102" y="376"/>
                      <a:pt x="102" y="307"/>
                    </a:cubicBezTo>
                    <a:cubicBezTo>
                      <a:pt x="136" y="307"/>
                      <a:pt x="170" y="307"/>
                      <a:pt x="205" y="307"/>
                    </a:cubicBezTo>
                    <a:cubicBezTo>
                      <a:pt x="205" y="206"/>
                      <a:pt x="205" y="104"/>
                      <a:pt x="20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  <p:sp>
            <p:nvSpPr>
              <p:cNvPr id="1349" name="ICON_TOOL_REPORT_path_028"/>
              <p:cNvSpPr/>
              <p:nvPr/>
            </p:nvSpPr>
            <p:spPr>
              <a:xfrm>
                <a:off x="5366399" y="5454939"/>
                <a:ext cx="9092" cy="10391"/>
              </a:xfrm>
              <a:custGeom>
                <a:avLst/>
                <a:gdLst/>
                <a:ahLst/>
                <a:cxnLst/>
                <a:rect l="0" t="0" r="r" b="b"/>
                <a:pathLst>
                  <a:path w="716" h="818" fill="norm" stroke="0">
                    <a:moveTo>
                      <a:pt x="205" y="0"/>
                    </a:moveTo>
                    <a:cubicBezTo>
                      <a:pt x="272" y="0"/>
                      <a:pt x="340" y="0"/>
                      <a:pt x="409" y="0"/>
                    </a:cubicBezTo>
                    <a:cubicBezTo>
                      <a:pt x="409" y="34"/>
                      <a:pt x="409" y="67"/>
                      <a:pt x="409" y="102"/>
                    </a:cubicBezTo>
                    <a:cubicBezTo>
                      <a:pt x="443" y="102"/>
                      <a:pt x="477" y="102"/>
                      <a:pt x="511" y="102"/>
                    </a:cubicBezTo>
                    <a:cubicBezTo>
                      <a:pt x="511" y="136"/>
                      <a:pt x="511" y="170"/>
                      <a:pt x="511" y="205"/>
                    </a:cubicBezTo>
                    <a:cubicBezTo>
                      <a:pt x="478" y="205"/>
                      <a:pt x="444" y="205"/>
                      <a:pt x="409" y="205"/>
                    </a:cubicBezTo>
                    <a:cubicBezTo>
                      <a:pt x="464" y="456"/>
                      <a:pt x="538" y="631"/>
                      <a:pt x="716" y="818"/>
                    </a:cubicBezTo>
                    <a:cubicBezTo>
                      <a:pt x="563" y="766"/>
                      <a:pt x="459" y="675"/>
                      <a:pt x="345" y="562"/>
                    </a:cubicBezTo>
                    <a:cubicBezTo>
                      <a:pt x="338" y="556"/>
                      <a:pt x="338" y="556"/>
                      <a:pt x="303" y="522"/>
                    </a:cubicBezTo>
                    <a:cubicBezTo>
                      <a:pt x="291" y="509"/>
                      <a:pt x="278" y="496"/>
                      <a:pt x="264" y="483"/>
                    </a:cubicBezTo>
                    <a:cubicBezTo>
                      <a:pt x="253" y="471"/>
                      <a:pt x="241" y="459"/>
                      <a:pt x="229" y="447"/>
                    </a:cubicBezTo>
                    <a:cubicBezTo>
                      <a:pt x="197" y="398"/>
                      <a:pt x="203" y="364"/>
                      <a:pt x="205" y="307"/>
                    </a:cubicBezTo>
                    <a:cubicBezTo>
                      <a:pt x="160" y="278"/>
                      <a:pt x="160" y="278"/>
                      <a:pt x="102" y="256"/>
                    </a:cubicBezTo>
                    <a:cubicBezTo>
                      <a:pt x="45" y="233"/>
                      <a:pt x="45" y="233"/>
                      <a:pt x="0" y="205"/>
                    </a:cubicBezTo>
                    <a:cubicBezTo>
                      <a:pt x="0" y="171"/>
                      <a:pt x="0" y="137"/>
                      <a:pt x="0" y="102"/>
                    </a:cubicBezTo>
                    <a:cubicBezTo>
                      <a:pt x="67" y="102"/>
                      <a:pt x="135" y="102"/>
                      <a:pt x="205" y="102"/>
                    </a:cubicBezTo>
                    <a:cubicBezTo>
                      <a:pt x="205" y="69"/>
                      <a:pt x="205" y="35"/>
                      <a:pt x="20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49" cap="flat">
                <a:noFill/>
              </a:ln>
            </p:spPr>
          </p:sp>
        </p:grpSp>
        <p:grpSp>
          <p:nvGrpSpPr>
            <p:cNvPr id="1350" name="ICON_PYTHON_LOGO"/>
            <p:cNvGrpSpPr/>
            <p:nvPr/>
          </p:nvGrpSpPr>
          <p:grpSpPr>
            <a:xfrm>
              <a:off x="6191250" y="3135312"/>
              <a:ext cx="238125" cy="238125"/>
              <a:chOff x="6191250" y="3135312"/>
              <a:chExt cx="238125" cy="238125"/>
            </a:xfrm>
          </p:grpSpPr>
          <p:sp>
            <p:nvSpPr>
              <p:cNvPr id="1351" name="ICON_PYTHON_LOGO_path_001"/>
              <p:cNvSpPr/>
              <p:nvPr/>
            </p:nvSpPr>
            <p:spPr>
              <a:xfrm>
                <a:off x="6213120" y="3206941"/>
                <a:ext cx="196721" cy="118433"/>
              </a:xfrm>
              <a:custGeom>
                <a:avLst/>
                <a:gdLst/>
                <a:ahLst/>
                <a:cxnLst/>
                <a:rect l="0" t="0" r="r" b="b"/>
                <a:pathLst>
                  <a:path w="15490" h="9325" fill="norm" stroke="0">
                    <a:moveTo>
                      <a:pt x="844" y="41"/>
                    </a:moveTo>
                    <a:cubicBezTo>
                      <a:pt x="921" y="41"/>
                      <a:pt x="998" y="41"/>
                      <a:pt x="1074" y="40"/>
                    </a:cubicBezTo>
                    <a:cubicBezTo>
                      <a:pt x="1208" y="39"/>
                      <a:pt x="1342" y="40"/>
                      <a:pt x="1476" y="40"/>
                    </a:cubicBezTo>
                    <a:cubicBezTo>
                      <a:pt x="1676" y="42"/>
                      <a:pt x="1875" y="41"/>
                      <a:pt x="2074" y="41"/>
                    </a:cubicBezTo>
                    <a:cubicBezTo>
                      <a:pt x="2410" y="40"/>
                      <a:pt x="2745" y="40"/>
                      <a:pt x="3081" y="41"/>
                    </a:cubicBezTo>
                    <a:cubicBezTo>
                      <a:pt x="3413" y="42"/>
                      <a:pt x="3745" y="43"/>
                      <a:pt x="4077" y="43"/>
                    </a:cubicBezTo>
                    <a:cubicBezTo>
                      <a:pt x="4098" y="43"/>
                      <a:pt x="4119" y="43"/>
                      <a:pt x="4140" y="43"/>
                    </a:cubicBezTo>
                    <a:cubicBezTo>
                      <a:pt x="4224" y="43"/>
                      <a:pt x="4308" y="43"/>
                      <a:pt x="4392" y="43"/>
                    </a:cubicBezTo>
                    <a:cubicBezTo>
                      <a:pt x="4626" y="43"/>
                      <a:pt x="4861" y="43"/>
                      <a:pt x="5095" y="43"/>
                    </a:cubicBezTo>
                    <a:cubicBezTo>
                      <a:pt x="5106" y="43"/>
                      <a:pt x="5117" y="43"/>
                      <a:pt x="5128" y="43"/>
                    </a:cubicBezTo>
                    <a:cubicBezTo>
                      <a:pt x="5468" y="43"/>
                      <a:pt x="5808" y="43"/>
                      <a:pt x="6148" y="44"/>
                    </a:cubicBezTo>
                    <a:cubicBezTo>
                      <a:pt x="6159" y="44"/>
                      <a:pt x="6170" y="44"/>
                      <a:pt x="6181" y="44"/>
                    </a:cubicBezTo>
                    <a:cubicBezTo>
                      <a:pt x="6361" y="45"/>
                      <a:pt x="6540" y="45"/>
                      <a:pt x="6719" y="46"/>
                    </a:cubicBezTo>
                    <a:cubicBezTo>
                      <a:pt x="7429" y="47"/>
                      <a:pt x="8140" y="48"/>
                      <a:pt x="8850" y="48"/>
                    </a:cubicBezTo>
                    <a:cubicBezTo>
                      <a:pt x="8873" y="48"/>
                      <a:pt x="8895" y="48"/>
                      <a:pt x="8918" y="48"/>
                    </a:cubicBezTo>
                    <a:cubicBezTo>
                      <a:pt x="8951" y="48"/>
                      <a:pt x="8985" y="48"/>
                      <a:pt x="9019" y="48"/>
                    </a:cubicBezTo>
                    <a:cubicBezTo>
                      <a:pt x="9141" y="48"/>
                      <a:pt x="9264" y="48"/>
                      <a:pt x="9387" y="48"/>
                    </a:cubicBezTo>
                    <a:cubicBezTo>
                      <a:pt x="9393" y="48"/>
                      <a:pt x="9393" y="48"/>
                      <a:pt x="9421" y="48"/>
                    </a:cubicBezTo>
                    <a:cubicBezTo>
                      <a:pt x="10016" y="47"/>
                      <a:pt x="10612" y="48"/>
                      <a:pt x="11207" y="49"/>
                    </a:cubicBezTo>
                    <a:cubicBezTo>
                      <a:pt x="11228" y="49"/>
                      <a:pt x="11249" y="49"/>
                      <a:pt x="11270" y="49"/>
                    </a:cubicBezTo>
                    <a:cubicBezTo>
                      <a:pt x="11291" y="49"/>
                      <a:pt x="11312" y="49"/>
                      <a:pt x="11333" y="49"/>
                    </a:cubicBezTo>
                    <a:cubicBezTo>
                      <a:pt x="11338" y="49"/>
                      <a:pt x="11338" y="49"/>
                      <a:pt x="11364" y="49"/>
                    </a:cubicBezTo>
                    <a:cubicBezTo>
                      <a:pt x="11416" y="49"/>
                      <a:pt x="11469" y="49"/>
                      <a:pt x="11521" y="49"/>
                    </a:cubicBezTo>
                    <a:cubicBezTo>
                      <a:pt x="11749" y="49"/>
                      <a:pt x="11978" y="50"/>
                      <a:pt x="12206" y="50"/>
                    </a:cubicBezTo>
                    <a:cubicBezTo>
                      <a:pt x="12217" y="50"/>
                      <a:pt x="12227" y="50"/>
                      <a:pt x="12237" y="50"/>
                    </a:cubicBezTo>
                    <a:cubicBezTo>
                      <a:pt x="12289" y="50"/>
                      <a:pt x="12341" y="50"/>
                      <a:pt x="12393" y="50"/>
                    </a:cubicBezTo>
                    <a:cubicBezTo>
                      <a:pt x="12768" y="50"/>
                      <a:pt x="13142" y="50"/>
                      <a:pt x="13517" y="51"/>
                    </a:cubicBezTo>
                    <a:cubicBezTo>
                      <a:pt x="13715" y="52"/>
                      <a:pt x="13913" y="52"/>
                      <a:pt x="14111" y="52"/>
                    </a:cubicBezTo>
                    <a:cubicBezTo>
                      <a:pt x="14244" y="52"/>
                      <a:pt x="14376" y="52"/>
                      <a:pt x="14508" y="53"/>
                    </a:cubicBezTo>
                    <a:cubicBezTo>
                      <a:pt x="14584" y="53"/>
                      <a:pt x="14659" y="54"/>
                      <a:pt x="14735" y="53"/>
                    </a:cubicBezTo>
                    <a:cubicBezTo>
                      <a:pt x="14803" y="53"/>
                      <a:pt x="14872" y="53"/>
                      <a:pt x="14941" y="54"/>
                    </a:cubicBezTo>
                    <a:cubicBezTo>
                      <a:pt x="14965" y="54"/>
                      <a:pt x="14990" y="54"/>
                      <a:pt x="15015" y="54"/>
                    </a:cubicBezTo>
                    <a:cubicBezTo>
                      <a:pt x="15169" y="52"/>
                      <a:pt x="15268" y="74"/>
                      <a:pt x="15384" y="180"/>
                    </a:cubicBezTo>
                    <a:cubicBezTo>
                      <a:pt x="15420" y="224"/>
                      <a:pt x="15427" y="246"/>
                      <a:pt x="15428" y="302"/>
                    </a:cubicBezTo>
                    <a:cubicBezTo>
                      <a:pt x="15423" y="339"/>
                      <a:pt x="15423" y="339"/>
                      <a:pt x="15417" y="366"/>
                    </a:cubicBezTo>
                    <a:cubicBezTo>
                      <a:pt x="15441" y="366"/>
                      <a:pt x="15465" y="366"/>
                      <a:pt x="15490" y="366"/>
                    </a:cubicBezTo>
                    <a:cubicBezTo>
                      <a:pt x="15490" y="3242"/>
                      <a:pt x="15490" y="6118"/>
                      <a:pt x="15490" y="9082"/>
                    </a:cubicBezTo>
                    <a:cubicBezTo>
                      <a:pt x="15466" y="9082"/>
                      <a:pt x="15442" y="9082"/>
                      <a:pt x="15417" y="9082"/>
                    </a:cubicBezTo>
                    <a:cubicBezTo>
                      <a:pt x="15417" y="9106"/>
                      <a:pt x="15417" y="9130"/>
                      <a:pt x="15417" y="9155"/>
                    </a:cubicBezTo>
                    <a:cubicBezTo>
                      <a:pt x="15392" y="9155"/>
                      <a:pt x="15368" y="9155"/>
                      <a:pt x="15343" y="9155"/>
                    </a:cubicBezTo>
                    <a:cubicBezTo>
                      <a:pt x="15345" y="9160"/>
                      <a:pt x="15345" y="9160"/>
                      <a:pt x="15350" y="9187"/>
                    </a:cubicBezTo>
                    <a:cubicBezTo>
                      <a:pt x="15343" y="9233"/>
                      <a:pt x="15339" y="9239"/>
                      <a:pt x="15303" y="9267"/>
                    </a:cubicBezTo>
                    <a:cubicBezTo>
                      <a:pt x="15210" y="9325"/>
                      <a:pt x="15094" y="9311"/>
                      <a:pt x="14987" y="9311"/>
                    </a:cubicBezTo>
                    <a:cubicBezTo>
                      <a:pt x="14961" y="9311"/>
                      <a:pt x="14936" y="9311"/>
                      <a:pt x="14910" y="9311"/>
                    </a:cubicBezTo>
                    <a:cubicBezTo>
                      <a:pt x="14840" y="9311"/>
                      <a:pt x="14769" y="9311"/>
                      <a:pt x="14699" y="9311"/>
                    </a:cubicBezTo>
                    <a:cubicBezTo>
                      <a:pt x="14622" y="9311"/>
                      <a:pt x="14545" y="9311"/>
                      <a:pt x="14469" y="9311"/>
                    </a:cubicBezTo>
                    <a:cubicBezTo>
                      <a:pt x="14335" y="9311"/>
                      <a:pt x="14200" y="9311"/>
                      <a:pt x="14066" y="9311"/>
                    </a:cubicBezTo>
                    <a:cubicBezTo>
                      <a:pt x="13875" y="9311"/>
                      <a:pt x="13685" y="9311"/>
                      <a:pt x="13494" y="9311"/>
                    </a:cubicBezTo>
                    <a:cubicBezTo>
                      <a:pt x="13149" y="9312"/>
                      <a:pt x="12804" y="9312"/>
                      <a:pt x="12458" y="9311"/>
                    </a:cubicBezTo>
                    <a:cubicBezTo>
                      <a:pt x="12448" y="9311"/>
                      <a:pt x="12438" y="9311"/>
                      <a:pt x="12427" y="9311"/>
                    </a:cubicBezTo>
                    <a:cubicBezTo>
                      <a:pt x="12417" y="9311"/>
                      <a:pt x="12407" y="9311"/>
                      <a:pt x="12396" y="9311"/>
                    </a:cubicBezTo>
                    <a:cubicBezTo>
                      <a:pt x="12084" y="9311"/>
                      <a:pt x="11772" y="9311"/>
                      <a:pt x="11459" y="9311"/>
                    </a:cubicBezTo>
                    <a:cubicBezTo>
                      <a:pt x="11439" y="9311"/>
                      <a:pt x="11418" y="9311"/>
                      <a:pt x="11397" y="9311"/>
                    </a:cubicBezTo>
                    <a:cubicBezTo>
                      <a:pt x="11313" y="9311"/>
                      <a:pt x="11229" y="9311"/>
                      <a:pt x="11145" y="9311"/>
                    </a:cubicBezTo>
                    <a:cubicBezTo>
                      <a:pt x="10910" y="9311"/>
                      <a:pt x="10675" y="9311"/>
                      <a:pt x="10440" y="9311"/>
                    </a:cubicBezTo>
                    <a:cubicBezTo>
                      <a:pt x="10430" y="9311"/>
                      <a:pt x="10419" y="9311"/>
                      <a:pt x="10408" y="9311"/>
                    </a:cubicBezTo>
                    <a:cubicBezTo>
                      <a:pt x="10067" y="9311"/>
                      <a:pt x="9727" y="9311"/>
                      <a:pt x="9386" y="9311"/>
                    </a:cubicBezTo>
                    <a:cubicBezTo>
                      <a:pt x="9375" y="9311"/>
                      <a:pt x="9364" y="9311"/>
                      <a:pt x="9352" y="9311"/>
                    </a:cubicBezTo>
                    <a:cubicBezTo>
                      <a:pt x="9173" y="9311"/>
                      <a:pt x="8993" y="9311"/>
                      <a:pt x="8814" y="9311"/>
                    </a:cubicBezTo>
                    <a:cubicBezTo>
                      <a:pt x="8102" y="9311"/>
                      <a:pt x="7390" y="9311"/>
                      <a:pt x="6678" y="9311"/>
                    </a:cubicBezTo>
                    <a:cubicBezTo>
                      <a:pt x="6499" y="9311"/>
                      <a:pt x="6319" y="9311"/>
                      <a:pt x="6140" y="9311"/>
                    </a:cubicBezTo>
                    <a:cubicBezTo>
                      <a:pt x="6134" y="9311"/>
                      <a:pt x="6134" y="9311"/>
                      <a:pt x="6106" y="9311"/>
                    </a:cubicBezTo>
                    <a:cubicBezTo>
                      <a:pt x="5766" y="9311"/>
                      <a:pt x="5426" y="9311"/>
                      <a:pt x="5085" y="9311"/>
                    </a:cubicBezTo>
                    <a:cubicBezTo>
                      <a:pt x="5075" y="9311"/>
                      <a:pt x="5064" y="9311"/>
                      <a:pt x="5053" y="9311"/>
                    </a:cubicBezTo>
                    <a:cubicBezTo>
                      <a:pt x="4818" y="9311"/>
                      <a:pt x="4584" y="9311"/>
                      <a:pt x="4349" y="9311"/>
                    </a:cubicBezTo>
                    <a:cubicBezTo>
                      <a:pt x="4265" y="9311"/>
                      <a:pt x="4181" y="9311"/>
                      <a:pt x="4098" y="9311"/>
                    </a:cubicBezTo>
                    <a:cubicBezTo>
                      <a:pt x="4077" y="9311"/>
                      <a:pt x="4056" y="9311"/>
                      <a:pt x="4035" y="9311"/>
                    </a:cubicBezTo>
                    <a:cubicBezTo>
                      <a:pt x="3723" y="9311"/>
                      <a:pt x="3411" y="9311"/>
                      <a:pt x="3098" y="9311"/>
                    </a:cubicBezTo>
                    <a:cubicBezTo>
                      <a:pt x="3088" y="9311"/>
                      <a:pt x="3078" y="9311"/>
                      <a:pt x="3067" y="9311"/>
                    </a:cubicBezTo>
                    <a:cubicBezTo>
                      <a:pt x="3062" y="9311"/>
                      <a:pt x="3062" y="9311"/>
                      <a:pt x="3037" y="9311"/>
                    </a:cubicBezTo>
                    <a:cubicBezTo>
                      <a:pt x="2692" y="9312"/>
                      <a:pt x="2348" y="9311"/>
                      <a:pt x="2003" y="9311"/>
                    </a:cubicBezTo>
                    <a:cubicBezTo>
                      <a:pt x="1805" y="9311"/>
                      <a:pt x="1606" y="9311"/>
                      <a:pt x="1407" y="9311"/>
                    </a:cubicBezTo>
                    <a:cubicBezTo>
                      <a:pt x="1275" y="9311"/>
                      <a:pt x="1142" y="9311"/>
                      <a:pt x="1010" y="9311"/>
                    </a:cubicBezTo>
                    <a:cubicBezTo>
                      <a:pt x="934" y="9311"/>
                      <a:pt x="858" y="9311"/>
                      <a:pt x="783" y="9311"/>
                    </a:cubicBezTo>
                    <a:cubicBezTo>
                      <a:pt x="714" y="9311"/>
                      <a:pt x="645" y="9311"/>
                      <a:pt x="576" y="9311"/>
                    </a:cubicBezTo>
                    <a:cubicBezTo>
                      <a:pt x="552" y="9311"/>
                      <a:pt x="527" y="9311"/>
                      <a:pt x="502" y="9311"/>
                    </a:cubicBezTo>
                    <a:cubicBezTo>
                      <a:pt x="280" y="9312"/>
                      <a:pt x="280" y="9312"/>
                      <a:pt x="198" y="9248"/>
                    </a:cubicBezTo>
                    <a:cubicBezTo>
                      <a:pt x="182" y="9228"/>
                      <a:pt x="182" y="9228"/>
                      <a:pt x="175" y="9187"/>
                    </a:cubicBezTo>
                    <a:cubicBezTo>
                      <a:pt x="178" y="9176"/>
                      <a:pt x="180" y="9166"/>
                      <a:pt x="182" y="9155"/>
                    </a:cubicBezTo>
                    <a:cubicBezTo>
                      <a:pt x="158" y="9155"/>
                      <a:pt x="134" y="9155"/>
                      <a:pt x="109" y="9155"/>
                    </a:cubicBezTo>
                    <a:cubicBezTo>
                      <a:pt x="109" y="9107"/>
                      <a:pt x="109" y="9058"/>
                      <a:pt x="109" y="9008"/>
                    </a:cubicBezTo>
                    <a:cubicBezTo>
                      <a:pt x="85" y="9008"/>
                      <a:pt x="61" y="9008"/>
                      <a:pt x="36" y="9008"/>
                    </a:cubicBezTo>
                    <a:cubicBezTo>
                      <a:pt x="31" y="8185"/>
                      <a:pt x="27" y="7361"/>
                      <a:pt x="25" y="6537"/>
                    </a:cubicBezTo>
                    <a:cubicBezTo>
                      <a:pt x="25" y="6525"/>
                      <a:pt x="25" y="6513"/>
                      <a:pt x="25" y="6500"/>
                    </a:cubicBezTo>
                    <a:cubicBezTo>
                      <a:pt x="24" y="6235"/>
                      <a:pt x="23" y="5970"/>
                      <a:pt x="23" y="5704"/>
                    </a:cubicBezTo>
                    <a:cubicBezTo>
                      <a:pt x="22" y="5574"/>
                      <a:pt x="22" y="5444"/>
                      <a:pt x="22" y="5314"/>
                    </a:cubicBezTo>
                    <a:cubicBezTo>
                      <a:pt x="22" y="5301"/>
                      <a:pt x="22" y="5288"/>
                      <a:pt x="22" y="5275"/>
                    </a:cubicBezTo>
                    <a:cubicBezTo>
                      <a:pt x="21" y="4856"/>
                      <a:pt x="19" y="4437"/>
                      <a:pt x="16" y="4018"/>
                    </a:cubicBezTo>
                    <a:cubicBezTo>
                      <a:pt x="14" y="3587"/>
                      <a:pt x="12" y="3156"/>
                      <a:pt x="12" y="2725"/>
                    </a:cubicBezTo>
                    <a:cubicBezTo>
                      <a:pt x="12" y="2664"/>
                      <a:pt x="12" y="2603"/>
                      <a:pt x="11" y="2542"/>
                    </a:cubicBezTo>
                    <a:cubicBezTo>
                      <a:pt x="11" y="2530"/>
                      <a:pt x="11" y="2518"/>
                      <a:pt x="11" y="2506"/>
                    </a:cubicBezTo>
                    <a:cubicBezTo>
                      <a:pt x="11" y="2313"/>
                      <a:pt x="10" y="2121"/>
                      <a:pt x="8" y="1928"/>
                    </a:cubicBezTo>
                    <a:cubicBezTo>
                      <a:pt x="7" y="1734"/>
                      <a:pt x="6" y="1540"/>
                      <a:pt x="7" y="1346"/>
                    </a:cubicBezTo>
                    <a:cubicBezTo>
                      <a:pt x="7" y="1231"/>
                      <a:pt x="6" y="1116"/>
                      <a:pt x="5" y="1001"/>
                    </a:cubicBezTo>
                    <a:cubicBezTo>
                      <a:pt x="4" y="915"/>
                      <a:pt x="4" y="829"/>
                      <a:pt x="5" y="743"/>
                    </a:cubicBezTo>
                    <a:cubicBezTo>
                      <a:pt x="5" y="708"/>
                      <a:pt x="5" y="673"/>
                      <a:pt x="4" y="639"/>
                    </a:cubicBezTo>
                    <a:cubicBezTo>
                      <a:pt x="0" y="467"/>
                      <a:pt x="13" y="316"/>
                      <a:pt x="129" y="181"/>
                    </a:cubicBezTo>
                    <a:cubicBezTo>
                      <a:pt x="315" y="0"/>
                      <a:pt x="604" y="37"/>
                      <a:pt x="844" y="41"/>
                    </a:cubicBezTo>
                    <a:close/>
                    <a:moveTo>
                      <a:pt x="1427" y="1318"/>
                    </a:moveTo>
                    <a:cubicBezTo>
                      <a:pt x="1427" y="1342"/>
                      <a:pt x="1427" y="1366"/>
                      <a:pt x="1427" y="1391"/>
                    </a:cubicBezTo>
                    <a:cubicBezTo>
                      <a:pt x="1403" y="1391"/>
                      <a:pt x="1379" y="1391"/>
                      <a:pt x="1354" y="1391"/>
                    </a:cubicBezTo>
                    <a:cubicBezTo>
                      <a:pt x="1354" y="1415"/>
                      <a:pt x="1354" y="1440"/>
                      <a:pt x="1354" y="1464"/>
                    </a:cubicBezTo>
                    <a:cubicBezTo>
                      <a:pt x="1330" y="1464"/>
                      <a:pt x="1306" y="1464"/>
                      <a:pt x="1281" y="1464"/>
                    </a:cubicBezTo>
                    <a:cubicBezTo>
                      <a:pt x="1281" y="1561"/>
                      <a:pt x="1281" y="1658"/>
                      <a:pt x="1281" y="1757"/>
                    </a:cubicBezTo>
                    <a:cubicBezTo>
                      <a:pt x="1305" y="1757"/>
                      <a:pt x="1329" y="1757"/>
                      <a:pt x="1354" y="1757"/>
                    </a:cubicBezTo>
                    <a:cubicBezTo>
                      <a:pt x="1354" y="1806"/>
                      <a:pt x="1354" y="1854"/>
                      <a:pt x="1354" y="1904"/>
                    </a:cubicBezTo>
                    <a:cubicBezTo>
                      <a:pt x="1378" y="1904"/>
                      <a:pt x="1402" y="1904"/>
                      <a:pt x="1427" y="1904"/>
                    </a:cubicBezTo>
                    <a:cubicBezTo>
                      <a:pt x="1427" y="1928"/>
                      <a:pt x="1427" y="1952"/>
                      <a:pt x="1427" y="1977"/>
                    </a:cubicBezTo>
                    <a:cubicBezTo>
                      <a:pt x="1452" y="1977"/>
                      <a:pt x="1476" y="1977"/>
                      <a:pt x="1501" y="1977"/>
                    </a:cubicBezTo>
                    <a:cubicBezTo>
                      <a:pt x="1501" y="2001"/>
                      <a:pt x="1501" y="2026"/>
                      <a:pt x="1501" y="2050"/>
                    </a:cubicBezTo>
                    <a:cubicBezTo>
                      <a:pt x="1525" y="2050"/>
                      <a:pt x="1549" y="2050"/>
                      <a:pt x="1574" y="2050"/>
                    </a:cubicBezTo>
                    <a:cubicBezTo>
                      <a:pt x="1574" y="2075"/>
                      <a:pt x="1574" y="2099"/>
                      <a:pt x="1574" y="2124"/>
                    </a:cubicBezTo>
                    <a:cubicBezTo>
                      <a:pt x="1622" y="2124"/>
                      <a:pt x="1671" y="2124"/>
                      <a:pt x="1720" y="2124"/>
                    </a:cubicBezTo>
                    <a:cubicBezTo>
                      <a:pt x="1720" y="2148"/>
                      <a:pt x="1720" y="2172"/>
                      <a:pt x="1720" y="2197"/>
                    </a:cubicBezTo>
                    <a:cubicBezTo>
                      <a:pt x="1745" y="2197"/>
                      <a:pt x="1769" y="2197"/>
                      <a:pt x="1794" y="2197"/>
                    </a:cubicBezTo>
                    <a:cubicBezTo>
                      <a:pt x="1794" y="2221"/>
                      <a:pt x="1794" y="2245"/>
                      <a:pt x="1794" y="2270"/>
                    </a:cubicBezTo>
                    <a:cubicBezTo>
                      <a:pt x="1818" y="2270"/>
                      <a:pt x="1842" y="2270"/>
                      <a:pt x="1867" y="2270"/>
                    </a:cubicBezTo>
                    <a:cubicBezTo>
                      <a:pt x="1867" y="2294"/>
                      <a:pt x="1867" y="2318"/>
                      <a:pt x="1867" y="2343"/>
                    </a:cubicBezTo>
                    <a:cubicBezTo>
                      <a:pt x="1891" y="2343"/>
                      <a:pt x="1915" y="2343"/>
                      <a:pt x="1940" y="2343"/>
                    </a:cubicBezTo>
                    <a:cubicBezTo>
                      <a:pt x="1940" y="2368"/>
                      <a:pt x="1940" y="2392"/>
                      <a:pt x="1940" y="2417"/>
                    </a:cubicBezTo>
                    <a:cubicBezTo>
                      <a:pt x="1964" y="2417"/>
                      <a:pt x="1988" y="2417"/>
                      <a:pt x="2013" y="2417"/>
                    </a:cubicBezTo>
                    <a:cubicBezTo>
                      <a:pt x="2013" y="2465"/>
                      <a:pt x="2013" y="2513"/>
                      <a:pt x="2013" y="2563"/>
                    </a:cubicBezTo>
                    <a:cubicBezTo>
                      <a:pt x="1989" y="2563"/>
                      <a:pt x="1965" y="2563"/>
                      <a:pt x="1940" y="2563"/>
                    </a:cubicBezTo>
                    <a:cubicBezTo>
                      <a:pt x="1940" y="2587"/>
                      <a:pt x="1940" y="2611"/>
                      <a:pt x="1940" y="2636"/>
                    </a:cubicBezTo>
                    <a:cubicBezTo>
                      <a:pt x="1916" y="2636"/>
                      <a:pt x="1892" y="2636"/>
                      <a:pt x="1867" y="2636"/>
                    </a:cubicBezTo>
                    <a:cubicBezTo>
                      <a:pt x="1867" y="2661"/>
                      <a:pt x="1867" y="2685"/>
                      <a:pt x="1867" y="2710"/>
                    </a:cubicBezTo>
                    <a:cubicBezTo>
                      <a:pt x="1843" y="2710"/>
                      <a:pt x="1818" y="2710"/>
                      <a:pt x="1794" y="2710"/>
                    </a:cubicBezTo>
                    <a:cubicBezTo>
                      <a:pt x="1794" y="2734"/>
                      <a:pt x="1794" y="2758"/>
                      <a:pt x="1794" y="2783"/>
                    </a:cubicBezTo>
                    <a:cubicBezTo>
                      <a:pt x="1769" y="2783"/>
                      <a:pt x="1745" y="2783"/>
                      <a:pt x="1720" y="2783"/>
                    </a:cubicBezTo>
                    <a:cubicBezTo>
                      <a:pt x="1720" y="2807"/>
                      <a:pt x="1720" y="2831"/>
                      <a:pt x="1720" y="2856"/>
                    </a:cubicBezTo>
                    <a:cubicBezTo>
                      <a:pt x="1696" y="2856"/>
                      <a:pt x="1672" y="2856"/>
                      <a:pt x="1647" y="2856"/>
                    </a:cubicBezTo>
                    <a:cubicBezTo>
                      <a:pt x="1647" y="2880"/>
                      <a:pt x="1647" y="2904"/>
                      <a:pt x="1647" y="2929"/>
                    </a:cubicBezTo>
                    <a:cubicBezTo>
                      <a:pt x="1623" y="2929"/>
                      <a:pt x="1599" y="2929"/>
                      <a:pt x="1574" y="2929"/>
                    </a:cubicBezTo>
                    <a:cubicBezTo>
                      <a:pt x="1574" y="2953"/>
                      <a:pt x="1574" y="2978"/>
                      <a:pt x="1574" y="3003"/>
                    </a:cubicBezTo>
                    <a:cubicBezTo>
                      <a:pt x="1550" y="3003"/>
                      <a:pt x="1526" y="3003"/>
                      <a:pt x="1501" y="3003"/>
                    </a:cubicBezTo>
                    <a:cubicBezTo>
                      <a:pt x="1501" y="3027"/>
                      <a:pt x="1501" y="3051"/>
                      <a:pt x="1501" y="3076"/>
                    </a:cubicBezTo>
                    <a:cubicBezTo>
                      <a:pt x="1476" y="3076"/>
                      <a:pt x="1452" y="3076"/>
                      <a:pt x="1427" y="3076"/>
                    </a:cubicBezTo>
                    <a:cubicBezTo>
                      <a:pt x="1427" y="3100"/>
                      <a:pt x="1427" y="3124"/>
                      <a:pt x="1427" y="3149"/>
                    </a:cubicBezTo>
                    <a:cubicBezTo>
                      <a:pt x="1403" y="3149"/>
                      <a:pt x="1379" y="3149"/>
                      <a:pt x="1354" y="3149"/>
                    </a:cubicBezTo>
                    <a:cubicBezTo>
                      <a:pt x="1354" y="3173"/>
                      <a:pt x="1354" y="3197"/>
                      <a:pt x="1354" y="3222"/>
                    </a:cubicBezTo>
                    <a:cubicBezTo>
                      <a:pt x="1330" y="3222"/>
                      <a:pt x="1306" y="3222"/>
                      <a:pt x="1281" y="3222"/>
                    </a:cubicBezTo>
                    <a:cubicBezTo>
                      <a:pt x="1281" y="3319"/>
                      <a:pt x="1281" y="3416"/>
                      <a:pt x="1281" y="3515"/>
                    </a:cubicBezTo>
                    <a:cubicBezTo>
                      <a:pt x="1305" y="3515"/>
                      <a:pt x="1329" y="3515"/>
                      <a:pt x="1354" y="3515"/>
                    </a:cubicBezTo>
                    <a:cubicBezTo>
                      <a:pt x="1354" y="3539"/>
                      <a:pt x="1354" y="3564"/>
                      <a:pt x="1354" y="3589"/>
                    </a:cubicBezTo>
                    <a:cubicBezTo>
                      <a:pt x="1378" y="3589"/>
                      <a:pt x="1402" y="3589"/>
                      <a:pt x="1427" y="3589"/>
                    </a:cubicBezTo>
                    <a:cubicBezTo>
                      <a:pt x="1427" y="3613"/>
                      <a:pt x="1427" y="3637"/>
                      <a:pt x="1427" y="3662"/>
                    </a:cubicBezTo>
                    <a:cubicBezTo>
                      <a:pt x="1452" y="3662"/>
                      <a:pt x="1476" y="3662"/>
                      <a:pt x="1501" y="3662"/>
                    </a:cubicBezTo>
                    <a:cubicBezTo>
                      <a:pt x="1501" y="3686"/>
                      <a:pt x="1501" y="3710"/>
                      <a:pt x="1501" y="3735"/>
                    </a:cubicBezTo>
                    <a:cubicBezTo>
                      <a:pt x="1549" y="3735"/>
                      <a:pt x="1597" y="3735"/>
                      <a:pt x="1647" y="3735"/>
                    </a:cubicBezTo>
                    <a:cubicBezTo>
                      <a:pt x="1647" y="3711"/>
                      <a:pt x="1647" y="3687"/>
                      <a:pt x="1647" y="3662"/>
                    </a:cubicBezTo>
                    <a:cubicBezTo>
                      <a:pt x="1695" y="3662"/>
                      <a:pt x="1744" y="3662"/>
                      <a:pt x="1794" y="3662"/>
                    </a:cubicBezTo>
                    <a:cubicBezTo>
                      <a:pt x="1794" y="3638"/>
                      <a:pt x="1794" y="3613"/>
                      <a:pt x="1794" y="3589"/>
                    </a:cubicBezTo>
                    <a:cubicBezTo>
                      <a:pt x="1818" y="3589"/>
                      <a:pt x="1842" y="3589"/>
                      <a:pt x="1867" y="3589"/>
                    </a:cubicBezTo>
                    <a:cubicBezTo>
                      <a:pt x="1867" y="3564"/>
                      <a:pt x="1867" y="3540"/>
                      <a:pt x="1867" y="3515"/>
                    </a:cubicBezTo>
                    <a:cubicBezTo>
                      <a:pt x="1891" y="3515"/>
                      <a:pt x="1915" y="3515"/>
                      <a:pt x="1940" y="3515"/>
                    </a:cubicBezTo>
                    <a:cubicBezTo>
                      <a:pt x="1940" y="3491"/>
                      <a:pt x="1940" y="3467"/>
                      <a:pt x="1940" y="3442"/>
                    </a:cubicBezTo>
                    <a:cubicBezTo>
                      <a:pt x="1964" y="3442"/>
                      <a:pt x="1988" y="3442"/>
                      <a:pt x="2013" y="3442"/>
                    </a:cubicBezTo>
                    <a:cubicBezTo>
                      <a:pt x="2013" y="3418"/>
                      <a:pt x="2013" y="3394"/>
                      <a:pt x="2013" y="3369"/>
                    </a:cubicBezTo>
                    <a:cubicBezTo>
                      <a:pt x="2037" y="3369"/>
                      <a:pt x="2062" y="3369"/>
                      <a:pt x="2087" y="3369"/>
                    </a:cubicBezTo>
                    <a:cubicBezTo>
                      <a:pt x="2087" y="3345"/>
                      <a:pt x="2087" y="3320"/>
                      <a:pt x="2087" y="3296"/>
                    </a:cubicBezTo>
                    <a:cubicBezTo>
                      <a:pt x="2111" y="3296"/>
                      <a:pt x="2135" y="3296"/>
                      <a:pt x="2160" y="3296"/>
                    </a:cubicBezTo>
                    <a:cubicBezTo>
                      <a:pt x="2160" y="3271"/>
                      <a:pt x="2160" y="3247"/>
                      <a:pt x="2160" y="3222"/>
                    </a:cubicBezTo>
                    <a:cubicBezTo>
                      <a:pt x="2184" y="3222"/>
                      <a:pt x="2208" y="3222"/>
                      <a:pt x="2233" y="3222"/>
                    </a:cubicBezTo>
                    <a:cubicBezTo>
                      <a:pt x="2233" y="3198"/>
                      <a:pt x="2233" y="3174"/>
                      <a:pt x="2233" y="3149"/>
                    </a:cubicBezTo>
                    <a:cubicBezTo>
                      <a:pt x="2257" y="3149"/>
                      <a:pt x="2281" y="3149"/>
                      <a:pt x="2306" y="3149"/>
                    </a:cubicBezTo>
                    <a:cubicBezTo>
                      <a:pt x="2306" y="3125"/>
                      <a:pt x="2306" y="3101"/>
                      <a:pt x="2306" y="3076"/>
                    </a:cubicBezTo>
                    <a:cubicBezTo>
                      <a:pt x="2330" y="3076"/>
                      <a:pt x="2355" y="3076"/>
                      <a:pt x="2380" y="3076"/>
                    </a:cubicBezTo>
                    <a:cubicBezTo>
                      <a:pt x="2380" y="3052"/>
                      <a:pt x="2380" y="3027"/>
                      <a:pt x="2380" y="3003"/>
                    </a:cubicBezTo>
                    <a:cubicBezTo>
                      <a:pt x="2404" y="3003"/>
                      <a:pt x="2428" y="3003"/>
                      <a:pt x="2453" y="3003"/>
                    </a:cubicBezTo>
                    <a:cubicBezTo>
                      <a:pt x="2453" y="2978"/>
                      <a:pt x="2453" y="2954"/>
                      <a:pt x="2453" y="2929"/>
                    </a:cubicBezTo>
                    <a:cubicBezTo>
                      <a:pt x="2477" y="2929"/>
                      <a:pt x="2501" y="2929"/>
                      <a:pt x="2526" y="2929"/>
                    </a:cubicBezTo>
                    <a:cubicBezTo>
                      <a:pt x="2526" y="2905"/>
                      <a:pt x="2526" y="2881"/>
                      <a:pt x="2526" y="2856"/>
                    </a:cubicBezTo>
                    <a:cubicBezTo>
                      <a:pt x="2550" y="2856"/>
                      <a:pt x="2574" y="2856"/>
                      <a:pt x="2599" y="2856"/>
                    </a:cubicBezTo>
                    <a:cubicBezTo>
                      <a:pt x="2599" y="2832"/>
                      <a:pt x="2599" y="2808"/>
                      <a:pt x="2599" y="2783"/>
                    </a:cubicBezTo>
                    <a:cubicBezTo>
                      <a:pt x="2623" y="2783"/>
                      <a:pt x="2648" y="2783"/>
                      <a:pt x="2672" y="2783"/>
                    </a:cubicBezTo>
                    <a:cubicBezTo>
                      <a:pt x="2672" y="2759"/>
                      <a:pt x="2672" y="2734"/>
                      <a:pt x="2672" y="2710"/>
                    </a:cubicBezTo>
                    <a:cubicBezTo>
                      <a:pt x="2697" y="2710"/>
                      <a:pt x="2721" y="2710"/>
                      <a:pt x="2746" y="2710"/>
                    </a:cubicBezTo>
                    <a:cubicBezTo>
                      <a:pt x="2746" y="2661"/>
                      <a:pt x="2746" y="2613"/>
                      <a:pt x="2746" y="2563"/>
                    </a:cubicBezTo>
                    <a:cubicBezTo>
                      <a:pt x="2770" y="2563"/>
                      <a:pt x="2794" y="2563"/>
                      <a:pt x="2819" y="2563"/>
                    </a:cubicBezTo>
                    <a:cubicBezTo>
                      <a:pt x="2819" y="2515"/>
                      <a:pt x="2819" y="2466"/>
                      <a:pt x="2819" y="2417"/>
                    </a:cubicBezTo>
                    <a:cubicBezTo>
                      <a:pt x="2795" y="2417"/>
                      <a:pt x="2771" y="2417"/>
                      <a:pt x="2746" y="2417"/>
                    </a:cubicBezTo>
                    <a:cubicBezTo>
                      <a:pt x="2746" y="2368"/>
                      <a:pt x="2746" y="2320"/>
                      <a:pt x="2746" y="2270"/>
                    </a:cubicBezTo>
                    <a:cubicBezTo>
                      <a:pt x="2722" y="2270"/>
                      <a:pt x="2697" y="2270"/>
                      <a:pt x="2672" y="2270"/>
                    </a:cubicBezTo>
                    <a:cubicBezTo>
                      <a:pt x="2672" y="2246"/>
                      <a:pt x="2672" y="2222"/>
                      <a:pt x="2672" y="2197"/>
                    </a:cubicBezTo>
                    <a:cubicBezTo>
                      <a:pt x="2648" y="2197"/>
                      <a:pt x="2624" y="2197"/>
                      <a:pt x="2599" y="2197"/>
                    </a:cubicBezTo>
                    <a:cubicBezTo>
                      <a:pt x="2599" y="2173"/>
                      <a:pt x="2599" y="2149"/>
                      <a:pt x="2599" y="2124"/>
                    </a:cubicBezTo>
                    <a:cubicBezTo>
                      <a:pt x="2575" y="2124"/>
                      <a:pt x="2551" y="2124"/>
                      <a:pt x="2526" y="2124"/>
                    </a:cubicBezTo>
                    <a:cubicBezTo>
                      <a:pt x="2526" y="2099"/>
                      <a:pt x="2526" y="2075"/>
                      <a:pt x="2526" y="2050"/>
                    </a:cubicBezTo>
                    <a:cubicBezTo>
                      <a:pt x="2502" y="2050"/>
                      <a:pt x="2478" y="2050"/>
                      <a:pt x="2453" y="2050"/>
                    </a:cubicBezTo>
                    <a:cubicBezTo>
                      <a:pt x="2453" y="2026"/>
                      <a:pt x="2453" y="2002"/>
                      <a:pt x="2453" y="1977"/>
                    </a:cubicBezTo>
                    <a:cubicBezTo>
                      <a:pt x="2429" y="1977"/>
                      <a:pt x="2404" y="1977"/>
                      <a:pt x="2380" y="1977"/>
                    </a:cubicBezTo>
                    <a:cubicBezTo>
                      <a:pt x="2380" y="1953"/>
                      <a:pt x="2380" y="1929"/>
                      <a:pt x="2380" y="1904"/>
                    </a:cubicBezTo>
                    <a:cubicBezTo>
                      <a:pt x="2355" y="1904"/>
                      <a:pt x="2331" y="1904"/>
                      <a:pt x="2306" y="1904"/>
                    </a:cubicBezTo>
                    <a:cubicBezTo>
                      <a:pt x="2306" y="1880"/>
                      <a:pt x="2306" y="1856"/>
                      <a:pt x="2306" y="1831"/>
                    </a:cubicBezTo>
                    <a:cubicBezTo>
                      <a:pt x="2282" y="1831"/>
                      <a:pt x="2258" y="1831"/>
                      <a:pt x="2233" y="1831"/>
                    </a:cubicBezTo>
                    <a:cubicBezTo>
                      <a:pt x="2233" y="1807"/>
                      <a:pt x="2233" y="1782"/>
                      <a:pt x="2233" y="1757"/>
                    </a:cubicBezTo>
                    <a:cubicBezTo>
                      <a:pt x="2209" y="1757"/>
                      <a:pt x="2185" y="1757"/>
                      <a:pt x="2160" y="1757"/>
                    </a:cubicBezTo>
                    <a:cubicBezTo>
                      <a:pt x="2160" y="1733"/>
                      <a:pt x="2160" y="1709"/>
                      <a:pt x="2160" y="1684"/>
                    </a:cubicBezTo>
                    <a:cubicBezTo>
                      <a:pt x="2136" y="1684"/>
                      <a:pt x="2111" y="1684"/>
                      <a:pt x="2087" y="1684"/>
                    </a:cubicBezTo>
                    <a:cubicBezTo>
                      <a:pt x="2087" y="1660"/>
                      <a:pt x="2087" y="1636"/>
                      <a:pt x="2087" y="1611"/>
                    </a:cubicBezTo>
                    <a:cubicBezTo>
                      <a:pt x="2038" y="1611"/>
                      <a:pt x="1990" y="1611"/>
                      <a:pt x="1940" y="1611"/>
                    </a:cubicBezTo>
                    <a:cubicBezTo>
                      <a:pt x="1940" y="1587"/>
                      <a:pt x="1940" y="1563"/>
                      <a:pt x="1940" y="1538"/>
                    </a:cubicBezTo>
                    <a:cubicBezTo>
                      <a:pt x="1916" y="1538"/>
                      <a:pt x="1892" y="1538"/>
                      <a:pt x="1867" y="1538"/>
                    </a:cubicBezTo>
                    <a:cubicBezTo>
                      <a:pt x="1867" y="1514"/>
                      <a:pt x="1867" y="1489"/>
                      <a:pt x="1867" y="1464"/>
                    </a:cubicBezTo>
                    <a:cubicBezTo>
                      <a:pt x="1843" y="1464"/>
                      <a:pt x="1818" y="1464"/>
                      <a:pt x="1794" y="1464"/>
                    </a:cubicBezTo>
                    <a:cubicBezTo>
                      <a:pt x="1794" y="1440"/>
                      <a:pt x="1794" y="1416"/>
                      <a:pt x="1794" y="1391"/>
                    </a:cubicBezTo>
                    <a:cubicBezTo>
                      <a:pt x="1769" y="1391"/>
                      <a:pt x="1745" y="1391"/>
                      <a:pt x="1720" y="1391"/>
                    </a:cubicBezTo>
                    <a:cubicBezTo>
                      <a:pt x="1720" y="1367"/>
                      <a:pt x="1720" y="1343"/>
                      <a:pt x="1720" y="1318"/>
                    </a:cubicBezTo>
                    <a:cubicBezTo>
                      <a:pt x="1624" y="1318"/>
                      <a:pt x="1527" y="1318"/>
                      <a:pt x="1427" y="1318"/>
                    </a:cubicBezTo>
                    <a:close/>
                    <a:moveTo>
                      <a:pt x="3698" y="2050"/>
                    </a:moveTo>
                    <a:cubicBezTo>
                      <a:pt x="3698" y="2075"/>
                      <a:pt x="3698" y="2099"/>
                      <a:pt x="3698" y="2124"/>
                    </a:cubicBezTo>
                    <a:cubicBezTo>
                      <a:pt x="3674" y="2124"/>
                      <a:pt x="3650" y="2124"/>
                      <a:pt x="3625" y="2124"/>
                    </a:cubicBezTo>
                    <a:cubicBezTo>
                      <a:pt x="3625" y="2148"/>
                      <a:pt x="3625" y="2172"/>
                      <a:pt x="3625" y="2197"/>
                    </a:cubicBezTo>
                    <a:cubicBezTo>
                      <a:pt x="3600" y="2197"/>
                      <a:pt x="3576" y="2197"/>
                      <a:pt x="3551" y="2197"/>
                    </a:cubicBezTo>
                    <a:cubicBezTo>
                      <a:pt x="3551" y="2221"/>
                      <a:pt x="3551" y="2245"/>
                      <a:pt x="3551" y="2270"/>
                    </a:cubicBezTo>
                    <a:cubicBezTo>
                      <a:pt x="3527" y="2270"/>
                      <a:pt x="3503" y="2270"/>
                      <a:pt x="3478" y="2270"/>
                    </a:cubicBezTo>
                    <a:cubicBezTo>
                      <a:pt x="3478" y="2391"/>
                      <a:pt x="3478" y="2512"/>
                      <a:pt x="3478" y="2636"/>
                    </a:cubicBezTo>
                    <a:cubicBezTo>
                      <a:pt x="3502" y="2636"/>
                      <a:pt x="3527" y="2636"/>
                      <a:pt x="3551" y="2636"/>
                    </a:cubicBezTo>
                    <a:cubicBezTo>
                      <a:pt x="3551" y="2661"/>
                      <a:pt x="3551" y="2685"/>
                      <a:pt x="3551" y="2710"/>
                    </a:cubicBezTo>
                    <a:cubicBezTo>
                      <a:pt x="3576" y="2710"/>
                      <a:pt x="3600" y="2710"/>
                      <a:pt x="3625" y="2710"/>
                    </a:cubicBezTo>
                    <a:cubicBezTo>
                      <a:pt x="3625" y="2734"/>
                      <a:pt x="3625" y="2758"/>
                      <a:pt x="3625" y="2783"/>
                    </a:cubicBezTo>
                    <a:cubicBezTo>
                      <a:pt x="3649" y="2783"/>
                      <a:pt x="3673" y="2783"/>
                      <a:pt x="3698" y="2783"/>
                    </a:cubicBezTo>
                    <a:cubicBezTo>
                      <a:pt x="3698" y="2807"/>
                      <a:pt x="3698" y="2831"/>
                      <a:pt x="3698" y="2856"/>
                    </a:cubicBezTo>
                    <a:cubicBezTo>
                      <a:pt x="5245" y="2856"/>
                      <a:pt x="6792" y="2856"/>
                      <a:pt x="8385" y="2856"/>
                    </a:cubicBezTo>
                    <a:cubicBezTo>
                      <a:pt x="8385" y="2832"/>
                      <a:pt x="8385" y="2808"/>
                      <a:pt x="8385" y="2783"/>
                    </a:cubicBezTo>
                    <a:cubicBezTo>
                      <a:pt x="8410" y="2783"/>
                      <a:pt x="8434" y="2783"/>
                      <a:pt x="8459" y="2783"/>
                    </a:cubicBezTo>
                    <a:cubicBezTo>
                      <a:pt x="8459" y="2759"/>
                      <a:pt x="8459" y="2734"/>
                      <a:pt x="8459" y="2710"/>
                    </a:cubicBezTo>
                    <a:cubicBezTo>
                      <a:pt x="8483" y="2710"/>
                      <a:pt x="8507" y="2710"/>
                      <a:pt x="8532" y="2710"/>
                    </a:cubicBezTo>
                    <a:cubicBezTo>
                      <a:pt x="8532" y="2685"/>
                      <a:pt x="8532" y="2661"/>
                      <a:pt x="8532" y="2636"/>
                    </a:cubicBezTo>
                    <a:cubicBezTo>
                      <a:pt x="8556" y="2636"/>
                      <a:pt x="8580" y="2636"/>
                      <a:pt x="8605" y="2636"/>
                    </a:cubicBezTo>
                    <a:cubicBezTo>
                      <a:pt x="8605" y="2540"/>
                      <a:pt x="8605" y="2443"/>
                      <a:pt x="8605" y="2343"/>
                    </a:cubicBezTo>
                    <a:cubicBezTo>
                      <a:pt x="8581" y="2343"/>
                      <a:pt x="8557" y="2343"/>
                      <a:pt x="8532" y="2343"/>
                    </a:cubicBezTo>
                    <a:cubicBezTo>
                      <a:pt x="8532" y="2295"/>
                      <a:pt x="8532" y="2247"/>
                      <a:pt x="8532" y="2197"/>
                    </a:cubicBezTo>
                    <a:cubicBezTo>
                      <a:pt x="8508" y="2197"/>
                      <a:pt x="8484" y="2197"/>
                      <a:pt x="8459" y="2197"/>
                    </a:cubicBezTo>
                    <a:cubicBezTo>
                      <a:pt x="8459" y="2173"/>
                      <a:pt x="8459" y="2149"/>
                      <a:pt x="8459" y="2124"/>
                    </a:cubicBezTo>
                    <a:cubicBezTo>
                      <a:pt x="8434" y="2124"/>
                      <a:pt x="8410" y="2124"/>
                      <a:pt x="8385" y="2124"/>
                    </a:cubicBezTo>
                    <a:cubicBezTo>
                      <a:pt x="8385" y="2099"/>
                      <a:pt x="8385" y="2075"/>
                      <a:pt x="8385" y="2050"/>
                    </a:cubicBezTo>
                    <a:cubicBezTo>
                      <a:pt x="6839" y="2050"/>
                      <a:pt x="5292" y="2050"/>
                      <a:pt x="3698" y="2050"/>
                    </a:cubicBezTo>
                    <a:close/>
                    <a:moveTo>
                      <a:pt x="3771" y="3735"/>
                    </a:moveTo>
                    <a:cubicBezTo>
                      <a:pt x="3771" y="3759"/>
                      <a:pt x="3771" y="3783"/>
                      <a:pt x="3771" y="3808"/>
                    </a:cubicBezTo>
                    <a:cubicBezTo>
                      <a:pt x="3723" y="3808"/>
                      <a:pt x="3674" y="3808"/>
                      <a:pt x="3625" y="3808"/>
                    </a:cubicBezTo>
                    <a:cubicBezTo>
                      <a:pt x="3625" y="3832"/>
                      <a:pt x="3625" y="3857"/>
                      <a:pt x="3625" y="3881"/>
                    </a:cubicBezTo>
                    <a:cubicBezTo>
                      <a:pt x="3600" y="3881"/>
                      <a:pt x="3576" y="3881"/>
                      <a:pt x="3551" y="3881"/>
                    </a:cubicBezTo>
                    <a:cubicBezTo>
                      <a:pt x="3551" y="3906"/>
                      <a:pt x="3551" y="3930"/>
                      <a:pt x="3551" y="3955"/>
                    </a:cubicBezTo>
                    <a:cubicBezTo>
                      <a:pt x="3527" y="3955"/>
                      <a:pt x="3503" y="3955"/>
                      <a:pt x="3478" y="3955"/>
                    </a:cubicBezTo>
                    <a:cubicBezTo>
                      <a:pt x="3478" y="4100"/>
                      <a:pt x="3478" y="4245"/>
                      <a:pt x="3478" y="4394"/>
                    </a:cubicBezTo>
                    <a:cubicBezTo>
                      <a:pt x="3502" y="4394"/>
                      <a:pt x="3527" y="4394"/>
                      <a:pt x="3551" y="4394"/>
                    </a:cubicBezTo>
                    <a:cubicBezTo>
                      <a:pt x="3551" y="4418"/>
                      <a:pt x="3551" y="4443"/>
                      <a:pt x="3551" y="4467"/>
                    </a:cubicBezTo>
                    <a:cubicBezTo>
                      <a:pt x="3576" y="4467"/>
                      <a:pt x="3600" y="4467"/>
                      <a:pt x="3625" y="4467"/>
                    </a:cubicBezTo>
                    <a:cubicBezTo>
                      <a:pt x="3625" y="4492"/>
                      <a:pt x="3625" y="4516"/>
                      <a:pt x="3625" y="4541"/>
                    </a:cubicBezTo>
                    <a:cubicBezTo>
                      <a:pt x="3649" y="4541"/>
                      <a:pt x="3673" y="4541"/>
                      <a:pt x="3698" y="4541"/>
                    </a:cubicBezTo>
                    <a:cubicBezTo>
                      <a:pt x="3698" y="4565"/>
                      <a:pt x="3698" y="4589"/>
                      <a:pt x="3698" y="4614"/>
                    </a:cubicBezTo>
                    <a:cubicBezTo>
                      <a:pt x="4616" y="4614"/>
                      <a:pt x="5535" y="4614"/>
                      <a:pt x="6481" y="4614"/>
                    </a:cubicBezTo>
                    <a:cubicBezTo>
                      <a:pt x="6481" y="4590"/>
                      <a:pt x="6481" y="4566"/>
                      <a:pt x="6481" y="4541"/>
                    </a:cubicBezTo>
                    <a:cubicBezTo>
                      <a:pt x="6505" y="4541"/>
                      <a:pt x="6529" y="4541"/>
                      <a:pt x="6554" y="4541"/>
                    </a:cubicBezTo>
                    <a:cubicBezTo>
                      <a:pt x="6554" y="4516"/>
                      <a:pt x="6554" y="4492"/>
                      <a:pt x="6554" y="4467"/>
                    </a:cubicBezTo>
                    <a:cubicBezTo>
                      <a:pt x="6579" y="4467"/>
                      <a:pt x="6603" y="4467"/>
                      <a:pt x="6628" y="4467"/>
                    </a:cubicBezTo>
                    <a:cubicBezTo>
                      <a:pt x="6628" y="4443"/>
                      <a:pt x="6628" y="4419"/>
                      <a:pt x="6628" y="4394"/>
                    </a:cubicBezTo>
                    <a:cubicBezTo>
                      <a:pt x="6652" y="4394"/>
                      <a:pt x="6676" y="4394"/>
                      <a:pt x="6701" y="4394"/>
                    </a:cubicBezTo>
                    <a:cubicBezTo>
                      <a:pt x="6701" y="4249"/>
                      <a:pt x="6701" y="4104"/>
                      <a:pt x="6701" y="3955"/>
                    </a:cubicBezTo>
                    <a:cubicBezTo>
                      <a:pt x="6677" y="3955"/>
                      <a:pt x="6652" y="3955"/>
                      <a:pt x="6628" y="3955"/>
                    </a:cubicBezTo>
                    <a:cubicBezTo>
                      <a:pt x="6628" y="3931"/>
                      <a:pt x="6628" y="3906"/>
                      <a:pt x="6628" y="3881"/>
                    </a:cubicBezTo>
                    <a:cubicBezTo>
                      <a:pt x="6603" y="3881"/>
                      <a:pt x="6579" y="3881"/>
                      <a:pt x="6554" y="3881"/>
                    </a:cubicBezTo>
                    <a:cubicBezTo>
                      <a:pt x="6554" y="3857"/>
                      <a:pt x="6554" y="3833"/>
                      <a:pt x="6554" y="3808"/>
                    </a:cubicBezTo>
                    <a:cubicBezTo>
                      <a:pt x="6506" y="3808"/>
                      <a:pt x="6458" y="3808"/>
                      <a:pt x="6408" y="3808"/>
                    </a:cubicBezTo>
                    <a:cubicBezTo>
                      <a:pt x="6408" y="3784"/>
                      <a:pt x="6408" y="3760"/>
                      <a:pt x="6408" y="3735"/>
                    </a:cubicBezTo>
                    <a:cubicBezTo>
                      <a:pt x="5538" y="3735"/>
                      <a:pt x="4668" y="3735"/>
                      <a:pt x="3771" y="3735"/>
                    </a:cubicBezTo>
                    <a:close/>
                    <a:moveTo>
                      <a:pt x="7799" y="3735"/>
                    </a:moveTo>
                    <a:cubicBezTo>
                      <a:pt x="7799" y="3759"/>
                      <a:pt x="7799" y="3783"/>
                      <a:pt x="7799" y="3808"/>
                    </a:cubicBezTo>
                    <a:cubicBezTo>
                      <a:pt x="7751" y="3808"/>
                      <a:pt x="7703" y="3808"/>
                      <a:pt x="7653" y="3808"/>
                    </a:cubicBezTo>
                    <a:cubicBezTo>
                      <a:pt x="7653" y="3832"/>
                      <a:pt x="7653" y="3857"/>
                      <a:pt x="7653" y="3881"/>
                    </a:cubicBezTo>
                    <a:cubicBezTo>
                      <a:pt x="7629" y="3881"/>
                      <a:pt x="7605" y="3881"/>
                      <a:pt x="7580" y="3881"/>
                    </a:cubicBezTo>
                    <a:cubicBezTo>
                      <a:pt x="7580" y="3930"/>
                      <a:pt x="7580" y="3978"/>
                      <a:pt x="7580" y="4028"/>
                    </a:cubicBezTo>
                    <a:cubicBezTo>
                      <a:pt x="7556" y="4028"/>
                      <a:pt x="7531" y="4028"/>
                      <a:pt x="7506" y="4028"/>
                    </a:cubicBezTo>
                    <a:cubicBezTo>
                      <a:pt x="7506" y="4149"/>
                      <a:pt x="7506" y="4270"/>
                      <a:pt x="7506" y="4394"/>
                    </a:cubicBezTo>
                    <a:cubicBezTo>
                      <a:pt x="7531" y="4394"/>
                      <a:pt x="7555" y="4394"/>
                      <a:pt x="7580" y="4394"/>
                    </a:cubicBezTo>
                    <a:cubicBezTo>
                      <a:pt x="7580" y="4418"/>
                      <a:pt x="7580" y="4443"/>
                      <a:pt x="7580" y="4467"/>
                    </a:cubicBezTo>
                    <a:cubicBezTo>
                      <a:pt x="7604" y="4467"/>
                      <a:pt x="7628" y="4467"/>
                      <a:pt x="7653" y="4467"/>
                    </a:cubicBezTo>
                    <a:cubicBezTo>
                      <a:pt x="7653" y="4492"/>
                      <a:pt x="7653" y="4516"/>
                      <a:pt x="7653" y="4541"/>
                    </a:cubicBezTo>
                    <a:cubicBezTo>
                      <a:pt x="7677" y="4541"/>
                      <a:pt x="7701" y="4541"/>
                      <a:pt x="7726" y="4541"/>
                    </a:cubicBezTo>
                    <a:cubicBezTo>
                      <a:pt x="7726" y="4565"/>
                      <a:pt x="7726" y="4589"/>
                      <a:pt x="7726" y="4614"/>
                    </a:cubicBezTo>
                    <a:cubicBezTo>
                      <a:pt x="9249" y="4614"/>
                      <a:pt x="10772" y="4614"/>
                      <a:pt x="12340" y="4614"/>
                    </a:cubicBezTo>
                    <a:cubicBezTo>
                      <a:pt x="12340" y="4590"/>
                      <a:pt x="12340" y="4566"/>
                      <a:pt x="12340" y="4541"/>
                    </a:cubicBezTo>
                    <a:cubicBezTo>
                      <a:pt x="12389" y="4541"/>
                      <a:pt x="12437" y="4541"/>
                      <a:pt x="12487" y="4541"/>
                    </a:cubicBezTo>
                    <a:cubicBezTo>
                      <a:pt x="12487" y="4516"/>
                      <a:pt x="12487" y="4492"/>
                      <a:pt x="12487" y="4467"/>
                    </a:cubicBezTo>
                    <a:cubicBezTo>
                      <a:pt x="12511" y="4467"/>
                      <a:pt x="12535" y="4467"/>
                      <a:pt x="12560" y="4467"/>
                    </a:cubicBezTo>
                    <a:cubicBezTo>
                      <a:pt x="12560" y="4419"/>
                      <a:pt x="12560" y="4371"/>
                      <a:pt x="12560" y="4321"/>
                    </a:cubicBezTo>
                    <a:cubicBezTo>
                      <a:pt x="12584" y="4321"/>
                      <a:pt x="12609" y="4321"/>
                      <a:pt x="12633" y="4321"/>
                    </a:cubicBezTo>
                    <a:cubicBezTo>
                      <a:pt x="12633" y="4224"/>
                      <a:pt x="12633" y="4128"/>
                      <a:pt x="12633" y="4028"/>
                    </a:cubicBezTo>
                    <a:cubicBezTo>
                      <a:pt x="12609" y="4028"/>
                      <a:pt x="12585" y="4028"/>
                      <a:pt x="12560" y="4028"/>
                    </a:cubicBezTo>
                    <a:cubicBezTo>
                      <a:pt x="12560" y="3980"/>
                      <a:pt x="12560" y="3931"/>
                      <a:pt x="12560" y="3881"/>
                    </a:cubicBezTo>
                    <a:cubicBezTo>
                      <a:pt x="12536" y="3881"/>
                      <a:pt x="12512" y="3881"/>
                      <a:pt x="12487" y="3881"/>
                    </a:cubicBezTo>
                    <a:cubicBezTo>
                      <a:pt x="12487" y="3857"/>
                      <a:pt x="12487" y="3833"/>
                      <a:pt x="12487" y="3808"/>
                    </a:cubicBezTo>
                    <a:cubicBezTo>
                      <a:pt x="12414" y="3808"/>
                      <a:pt x="12342" y="3808"/>
                      <a:pt x="12267" y="3808"/>
                    </a:cubicBezTo>
                    <a:cubicBezTo>
                      <a:pt x="12267" y="3784"/>
                      <a:pt x="12267" y="3760"/>
                      <a:pt x="12267" y="3735"/>
                    </a:cubicBezTo>
                    <a:cubicBezTo>
                      <a:pt x="10793" y="3735"/>
                      <a:pt x="9318" y="3735"/>
                      <a:pt x="7799" y="3735"/>
                    </a:cubicBezTo>
                    <a:close/>
                    <a:moveTo>
                      <a:pt x="3698" y="5493"/>
                    </a:moveTo>
                    <a:cubicBezTo>
                      <a:pt x="3698" y="5517"/>
                      <a:pt x="3698" y="5541"/>
                      <a:pt x="3698" y="5566"/>
                    </a:cubicBezTo>
                    <a:cubicBezTo>
                      <a:pt x="3674" y="5566"/>
                      <a:pt x="3650" y="5566"/>
                      <a:pt x="3625" y="5566"/>
                    </a:cubicBezTo>
                    <a:cubicBezTo>
                      <a:pt x="3625" y="5590"/>
                      <a:pt x="3625" y="5614"/>
                      <a:pt x="3625" y="5639"/>
                    </a:cubicBezTo>
                    <a:cubicBezTo>
                      <a:pt x="3600" y="5639"/>
                      <a:pt x="3576" y="5639"/>
                      <a:pt x="3551" y="5639"/>
                    </a:cubicBezTo>
                    <a:cubicBezTo>
                      <a:pt x="3551" y="5663"/>
                      <a:pt x="3551" y="5688"/>
                      <a:pt x="3551" y="5713"/>
                    </a:cubicBezTo>
                    <a:cubicBezTo>
                      <a:pt x="3527" y="5713"/>
                      <a:pt x="3503" y="5713"/>
                      <a:pt x="3478" y="5713"/>
                    </a:cubicBezTo>
                    <a:cubicBezTo>
                      <a:pt x="3478" y="5833"/>
                      <a:pt x="3478" y="5954"/>
                      <a:pt x="3478" y="6079"/>
                    </a:cubicBezTo>
                    <a:cubicBezTo>
                      <a:pt x="3502" y="6079"/>
                      <a:pt x="3527" y="6079"/>
                      <a:pt x="3551" y="6079"/>
                    </a:cubicBezTo>
                    <a:cubicBezTo>
                      <a:pt x="3551" y="6103"/>
                      <a:pt x="3551" y="6127"/>
                      <a:pt x="3551" y="6152"/>
                    </a:cubicBezTo>
                    <a:cubicBezTo>
                      <a:pt x="3576" y="6152"/>
                      <a:pt x="3600" y="6152"/>
                      <a:pt x="3625" y="6152"/>
                    </a:cubicBezTo>
                    <a:cubicBezTo>
                      <a:pt x="3625" y="6176"/>
                      <a:pt x="3625" y="6200"/>
                      <a:pt x="3625" y="6225"/>
                    </a:cubicBezTo>
                    <a:cubicBezTo>
                      <a:pt x="3649" y="6225"/>
                      <a:pt x="3673" y="6225"/>
                      <a:pt x="3698" y="6225"/>
                    </a:cubicBezTo>
                    <a:cubicBezTo>
                      <a:pt x="3698" y="6249"/>
                      <a:pt x="3698" y="6274"/>
                      <a:pt x="3698" y="6298"/>
                    </a:cubicBezTo>
                    <a:cubicBezTo>
                      <a:pt x="5366" y="6298"/>
                      <a:pt x="7033" y="6298"/>
                      <a:pt x="8752" y="6298"/>
                    </a:cubicBezTo>
                    <a:cubicBezTo>
                      <a:pt x="8752" y="6274"/>
                      <a:pt x="8752" y="6250"/>
                      <a:pt x="8752" y="6225"/>
                    </a:cubicBezTo>
                    <a:cubicBezTo>
                      <a:pt x="8776" y="6225"/>
                      <a:pt x="8800" y="6225"/>
                      <a:pt x="8825" y="6225"/>
                    </a:cubicBezTo>
                    <a:cubicBezTo>
                      <a:pt x="8825" y="6201"/>
                      <a:pt x="8825" y="6177"/>
                      <a:pt x="8825" y="6152"/>
                    </a:cubicBezTo>
                    <a:cubicBezTo>
                      <a:pt x="8849" y="6152"/>
                      <a:pt x="8873" y="6152"/>
                      <a:pt x="8898" y="6152"/>
                    </a:cubicBezTo>
                    <a:cubicBezTo>
                      <a:pt x="8898" y="5983"/>
                      <a:pt x="8898" y="5814"/>
                      <a:pt x="8898" y="5639"/>
                    </a:cubicBezTo>
                    <a:cubicBezTo>
                      <a:pt x="8874" y="5639"/>
                      <a:pt x="8850" y="5639"/>
                      <a:pt x="8825" y="5639"/>
                    </a:cubicBezTo>
                    <a:cubicBezTo>
                      <a:pt x="8825" y="5615"/>
                      <a:pt x="8825" y="5591"/>
                      <a:pt x="8825" y="5566"/>
                    </a:cubicBezTo>
                    <a:cubicBezTo>
                      <a:pt x="8777" y="5566"/>
                      <a:pt x="8728" y="5566"/>
                      <a:pt x="8678" y="5566"/>
                    </a:cubicBezTo>
                    <a:cubicBezTo>
                      <a:pt x="8678" y="5542"/>
                      <a:pt x="8678" y="5518"/>
                      <a:pt x="8678" y="5493"/>
                    </a:cubicBezTo>
                    <a:cubicBezTo>
                      <a:pt x="7035" y="5493"/>
                      <a:pt x="5391" y="5493"/>
                      <a:pt x="3698" y="5493"/>
                    </a:cubicBezTo>
                    <a:close/>
                    <a:moveTo>
                      <a:pt x="3698" y="7177"/>
                    </a:moveTo>
                    <a:cubicBezTo>
                      <a:pt x="3698" y="7202"/>
                      <a:pt x="3698" y="7226"/>
                      <a:pt x="3698" y="7251"/>
                    </a:cubicBezTo>
                    <a:cubicBezTo>
                      <a:pt x="3674" y="7251"/>
                      <a:pt x="3650" y="7251"/>
                      <a:pt x="3625" y="7251"/>
                    </a:cubicBezTo>
                    <a:cubicBezTo>
                      <a:pt x="3625" y="7275"/>
                      <a:pt x="3625" y="7299"/>
                      <a:pt x="3625" y="7324"/>
                    </a:cubicBezTo>
                    <a:cubicBezTo>
                      <a:pt x="3600" y="7324"/>
                      <a:pt x="3576" y="7324"/>
                      <a:pt x="3551" y="7324"/>
                    </a:cubicBezTo>
                    <a:cubicBezTo>
                      <a:pt x="3551" y="7348"/>
                      <a:pt x="3551" y="7372"/>
                      <a:pt x="3551" y="7397"/>
                    </a:cubicBezTo>
                    <a:cubicBezTo>
                      <a:pt x="3527" y="7397"/>
                      <a:pt x="3503" y="7397"/>
                      <a:pt x="3478" y="7397"/>
                    </a:cubicBezTo>
                    <a:cubicBezTo>
                      <a:pt x="3478" y="7518"/>
                      <a:pt x="3478" y="7639"/>
                      <a:pt x="3478" y="7763"/>
                    </a:cubicBezTo>
                    <a:cubicBezTo>
                      <a:pt x="3502" y="7763"/>
                      <a:pt x="3527" y="7763"/>
                      <a:pt x="3551" y="7763"/>
                    </a:cubicBezTo>
                    <a:cubicBezTo>
                      <a:pt x="3551" y="7812"/>
                      <a:pt x="3551" y="7860"/>
                      <a:pt x="3551" y="7910"/>
                    </a:cubicBezTo>
                    <a:cubicBezTo>
                      <a:pt x="3576" y="7910"/>
                      <a:pt x="3600" y="7910"/>
                      <a:pt x="3625" y="7910"/>
                    </a:cubicBezTo>
                    <a:cubicBezTo>
                      <a:pt x="3625" y="7934"/>
                      <a:pt x="3625" y="7958"/>
                      <a:pt x="3625" y="7983"/>
                    </a:cubicBezTo>
                    <a:cubicBezTo>
                      <a:pt x="4906" y="7983"/>
                      <a:pt x="6187" y="7983"/>
                      <a:pt x="7506" y="7983"/>
                    </a:cubicBezTo>
                    <a:cubicBezTo>
                      <a:pt x="7506" y="7959"/>
                      <a:pt x="7506" y="7935"/>
                      <a:pt x="7506" y="7910"/>
                    </a:cubicBezTo>
                    <a:cubicBezTo>
                      <a:pt x="7531" y="7910"/>
                      <a:pt x="7555" y="7910"/>
                      <a:pt x="7580" y="7910"/>
                    </a:cubicBezTo>
                    <a:cubicBezTo>
                      <a:pt x="7580" y="7886"/>
                      <a:pt x="7580" y="7861"/>
                      <a:pt x="7580" y="7837"/>
                    </a:cubicBezTo>
                    <a:cubicBezTo>
                      <a:pt x="7604" y="7837"/>
                      <a:pt x="7628" y="7837"/>
                      <a:pt x="7653" y="7837"/>
                    </a:cubicBezTo>
                    <a:cubicBezTo>
                      <a:pt x="7653" y="7692"/>
                      <a:pt x="7653" y="7547"/>
                      <a:pt x="7653" y="7397"/>
                    </a:cubicBezTo>
                    <a:cubicBezTo>
                      <a:pt x="7629" y="7397"/>
                      <a:pt x="7605" y="7397"/>
                      <a:pt x="7580" y="7397"/>
                    </a:cubicBezTo>
                    <a:cubicBezTo>
                      <a:pt x="7580" y="7373"/>
                      <a:pt x="7580" y="7349"/>
                      <a:pt x="7580" y="7324"/>
                    </a:cubicBezTo>
                    <a:cubicBezTo>
                      <a:pt x="7556" y="7324"/>
                      <a:pt x="7531" y="7324"/>
                      <a:pt x="7506" y="7324"/>
                    </a:cubicBezTo>
                    <a:cubicBezTo>
                      <a:pt x="7506" y="7300"/>
                      <a:pt x="7506" y="7276"/>
                      <a:pt x="7506" y="7251"/>
                    </a:cubicBezTo>
                    <a:cubicBezTo>
                      <a:pt x="7482" y="7251"/>
                      <a:pt x="7458" y="7251"/>
                      <a:pt x="7433" y="7251"/>
                    </a:cubicBezTo>
                    <a:cubicBezTo>
                      <a:pt x="7433" y="7226"/>
                      <a:pt x="7433" y="7202"/>
                      <a:pt x="7433" y="7177"/>
                    </a:cubicBezTo>
                    <a:cubicBezTo>
                      <a:pt x="6201" y="7177"/>
                      <a:pt x="4968" y="7177"/>
                      <a:pt x="3698" y="7177"/>
                    </a:cubicBezTo>
                    <a:close/>
                    <a:moveTo>
                      <a:pt x="8752" y="7177"/>
                    </a:moveTo>
                    <a:cubicBezTo>
                      <a:pt x="8752" y="7202"/>
                      <a:pt x="8752" y="7226"/>
                      <a:pt x="8752" y="7251"/>
                    </a:cubicBezTo>
                    <a:cubicBezTo>
                      <a:pt x="8703" y="7251"/>
                      <a:pt x="8655" y="7251"/>
                      <a:pt x="8605" y="7251"/>
                    </a:cubicBezTo>
                    <a:cubicBezTo>
                      <a:pt x="8605" y="7275"/>
                      <a:pt x="8605" y="7299"/>
                      <a:pt x="8605" y="7324"/>
                    </a:cubicBezTo>
                    <a:cubicBezTo>
                      <a:pt x="8581" y="7324"/>
                      <a:pt x="8557" y="7324"/>
                      <a:pt x="8532" y="7324"/>
                    </a:cubicBezTo>
                    <a:cubicBezTo>
                      <a:pt x="8532" y="7396"/>
                      <a:pt x="8532" y="7469"/>
                      <a:pt x="8532" y="7544"/>
                    </a:cubicBezTo>
                    <a:cubicBezTo>
                      <a:pt x="8508" y="7544"/>
                      <a:pt x="8484" y="7544"/>
                      <a:pt x="8459" y="7544"/>
                    </a:cubicBezTo>
                    <a:cubicBezTo>
                      <a:pt x="8459" y="7592"/>
                      <a:pt x="8459" y="7640"/>
                      <a:pt x="8459" y="7690"/>
                    </a:cubicBezTo>
                    <a:cubicBezTo>
                      <a:pt x="8483" y="7690"/>
                      <a:pt x="8507" y="7690"/>
                      <a:pt x="8532" y="7690"/>
                    </a:cubicBezTo>
                    <a:cubicBezTo>
                      <a:pt x="8532" y="7738"/>
                      <a:pt x="8532" y="7787"/>
                      <a:pt x="8532" y="7837"/>
                    </a:cubicBezTo>
                    <a:cubicBezTo>
                      <a:pt x="8556" y="7837"/>
                      <a:pt x="8580" y="7837"/>
                      <a:pt x="8605" y="7837"/>
                    </a:cubicBezTo>
                    <a:cubicBezTo>
                      <a:pt x="8605" y="7861"/>
                      <a:pt x="8605" y="7885"/>
                      <a:pt x="8605" y="7910"/>
                    </a:cubicBezTo>
                    <a:cubicBezTo>
                      <a:pt x="8629" y="7910"/>
                      <a:pt x="8653" y="7910"/>
                      <a:pt x="8678" y="7910"/>
                    </a:cubicBezTo>
                    <a:cubicBezTo>
                      <a:pt x="8678" y="7934"/>
                      <a:pt x="8678" y="7958"/>
                      <a:pt x="8678" y="7983"/>
                    </a:cubicBezTo>
                    <a:cubicBezTo>
                      <a:pt x="9331" y="7983"/>
                      <a:pt x="9984" y="7983"/>
                      <a:pt x="10656" y="7983"/>
                    </a:cubicBezTo>
                    <a:cubicBezTo>
                      <a:pt x="10656" y="7959"/>
                      <a:pt x="10656" y="7935"/>
                      <a:pt x="10656" y="7910"/>
                    </a:cubicBezTo>
                    <a:cubicBezTo>
                      <a:pt x="10680" y="7910"/>
                      <a:pt x="10704" y="7910"/>
                      <a:pt x="10729" y="7910"/>
                    </a:cubicBezTo>
                    <a:cubicBezTo>
                      <a:pt x="10729" y="7886"/>
                      <a:pt x="10729" y="7861"/>
                      <a:pt x="10729" y="7837"/>
                    </a:cubicBezTo>
                    <a:cubicBezTo>
                      <a:pt x="10753" y="7837"/>
                      <a:pt x="10777" y="7837"/>
                      <a:pt x="10802" y="7837"/>
                    </a:cubicBezTo>
                    <a:cubicBezTo>
                      <a:pt x="10802" y="7812"/>
                      <a:pt x="10802" y="7788"/>
                      <a:pt x="10802" y="7763"/>
                    </a:cubicBezTo>
                    <a:cubicBezTo>
                      <a:pt x="10827" y="7763"/>
                      <a:pt x="10851" y="7763"/>
                      <a:pt x="10876" y="7763"/>
                    </a:cubicBezTo>
                    <a:cubicBezTo>
                      <a:pt x="10876" y="7667"/>
                      <a:pt x="10876" y="7570"/>
                      <a:pt x="10876" y="7470"/>
                    </a:cubicBezTo>
                    <a:cubicBezTo>
                      <a:pt x="10851" y="7470"/>
                      <a:pt x="10827" y="7470"/>
                      <a:pt x="10802" y="7470"/>
                    </a:cubicBezTo>
                    <a:cubicBezTo>
                      <a:pt x="10802" y="7422"/>
                      <a:pt x="10802" y="7374"/>
                      <a:pt x="10802" y="7324"/>
                    </a:cubicBezTo>
                    <a:cubicBezTo>
                      <a:pt x="10778" y="7324"/>
                      <a:pt x="10754" y="7324"/>
                      <a:pt x="10729" y="7324"/>
                    </a:cubicBezTo>
                    <a:cubicBezTo>
                      <a:pt x="10729" y="7300"/>
                      <a:pt x="10729" y="7276"/>
                      <a:pt x="10729" y="7251"/>
                    </a:cubicBezTo>
                    <a:cubicBezTo>
                      <a:pt x="10681" y="7251"/>
                      <a:pt x="10632" y="7251"/>
                      <a:pt x="10583" y="7251"/>
                    </a:cubicBezTo>
                    <a:cubicBezTo>
                      <a:pt x="10583" y="7226"/>
                      <a:pt x="10583" y="7202"/>
                      <a:pt x="10583" y="7177"/>
                    </a:cubicBezTo>
                    <a:cubicBezTo>
                      <a:pt x="9978" y="7177"/>
                      <a:pt x="9374" y="7177"/>
                      <a:pt x="8752" y="7177"/>
                    </a:cubicBezTo>
                    <a:close/>
                  </a:path>
                </a:pathLst>
              </a:custGeom>
              <a:solidFill>
                <a:srgbClr val="251047"/>
              </a:solidFill>
              <a:ln w="465" cap="flat">
                <a:noFill/>
              </a:ln>
            </p:spPr>
          </p:sp>
          <p:sp>
            <p:nvSpPr>
              <p:cNvPr id="1352" name="ICON_PYTHON_LOGO_path_002"/>
              <p:cNvSpPr/>
              <p:nvPr/>
            </p:nvSpPr>
            <p:spPr>
              <a:xfrm>
                <a:off x="6204634" y="3175377"/>
                <a:ext cx="213579" cy="146901"/>
              </a:xfrm>
              <a:custGeom>
                <a:avLst/>
                <a:gdLst/>
                <a:ahLst/>
                <a:cxnLst/>
                <a:rect l="0" t="0" r="r" b="b"/>
                <a:pathLst>
                  <a:path w="16817" h="11567" fill="norm" stroke="0">
                    <a:moveTo>
                      <a:pt x="16671" y="141"/>
                    </a:moveTo>
                    <a:cubicBezTo>
                      <a:pt x="16716" y="208"/>
                      <a:pt x="16714" y="284"/>
                      <a:pt x="16707" y="361"/>
                    </a:cubicBezTo>
                    <a:cubicBezTo>
                      <a:pt x="16647" y="361"/>
                      <a:pt x="16587" y="361"/>
                      <a:pt x="16524" y="361"/>
                    </a:cubicBezTo>
                    <a:cubicBezTo>
                      <a:pt x="16524" y="385"/>
                      <a:pt x="16524" y="409"/>
                      <a:pt x="16524" y="434"/>
                    </a:cubicBezTo>
                    <a:cubicBezTo>
                      <a:pt x="16500" y="434"/>
                      <a:pt x="16476" y="434"/>
                      <a:pt x="16451" y="434"/>
                    </a:cubicBezTo>
                    <a:cubicBezTo>
                      <a:pt x="16451" y="458"/>
                      <a:pt x="16451" y="483"/>
                      <a:pt x="16451" y="507"/>
                    </a:cubicBezTo>
                    <a:cubicBezTo>
                      <a:pt x="16475" y="507"/>
                      <a:pt x="16499" y="507"/>
                      <a:pt x="16524" y="507"/>
                    </a:cubicBezTo>
                    <a:cubicBezTo>
                      <a:pt x="16524" y="991"/>
                      <a:pt x="16524" y="1474"/>
                      <a:pt x="16524" y="1972"/>
                    </a:cubicBezTo>
                    <a:cubicBezTo>
                      <a:pt x="16573" y="1972"/>
                      <a:pt x="16621" y="1972"/>
                      <a:pt x="16671" y="1972"/>
                    </a:cubicBezTo>
                    <a:cubicBezTo>
                      <a:pt x="16671" y="1682"/>
                      <a:pt x="16671" y="1392"/>
                      <a:pt x="16671" y="1093"/>
                    </a:cubicBezTo>
                    <a:cubicBezTo>
                      <a:pt x="16719" y="1093"/>
                      <a:pt x="16767" y="1093"/>
                      <a:pt x="16817" y="1093"/>
                    </a:cubicBezTo>
                    <a:cubicBezTo>
                      <a:pt x="16817" y="1601"/>
                      <a:pt x="16817" y="2109"/>
                      <a:pt x="16817" y="2631"/>
                    </a:cubicBezTo>
                    <a:cubicBezTo>
                      <a:pt x="16769" y="2631"/>
                      <a:pt x="16721" y="2631"/>
                      <a:pt x="16671" y="2631"/>
                    </a:cubicBezTo>
                    <a:cubicBezTo>
                      <a:pt x="16671" y="2462"/>
                      <a:pt x="16671" y="2293"/>
                      <a:pt x="16671" y="2119"/>
                    </a:cubicBezTo>
                    <a:cubicBezTo>
                      <a:pt x="16622" y="2119"/>
                      <a:pt x="16574" y="2119"/>
                      <a:pt x="16524" y="2119"/>
                    </a:cubicBezTo>
                    <a:cubicBezTo>
                      <a:pt x="16524" y="2191"/>
                      <a:pt x="16524" y="2264"/>
                      <a:pt x="16524" y="2339"/>
                    </a:cubicBezTo>
                    <a:cubicBezTo>
                      <a:pt x="16500" y="2339"/>
                      <a:pt x="16476" y="2339"/>
                      <a:pt x="16451" y="2339"/>
                    </a:cubicBezTo>
                    <a:cubicBezTo>
                      <a:pt x="16451" y="2411"/>
                      <a:pt x="16451" y="2484"/>
                      <a:pt x="16451" y="2558"/>
                    </a:cubicBezTo>
                    <a:cubicBezTo>
                      <a:pt x="16475" y="2558"/>
                      <a:pt x="16499" y="2558"/>
                      <a:pt x="16524" y="2558"/>
                    </a:cubicBezTo>
                    <a:cubicBezTo>
                      <a:pt x="16524" y="2582"/>
                      <a:pt x="16524" y="2607"/>
                      <a:pt x="16524" y="2631"/>
                    </a:cubicBezTo>
                    <a:cubicBezTo>
                      <a:pt x="16500" y="2631"/>
                      <a:pt x="16476" y="2631"/>
                      <a:pt x="16451" y="2631"/>
                    </a:cubicBezTo>
                    <a:cubicBezTo>
                      <a:pt x="16451" y="2656"/>
                      <a:pt x="16451" y="2680"/>
                      <a:pt x="16451" y="2705"/>
                    </a:cubicBezTo>
                    <a:cubicBezTo>
                      <a:pt x="16427" y="2705"/>
                      <a:pt x="16403" y="2705"/>
                      <a:pt x="16378" y="2705"/>
                    </a:cubicBezTo>
                    <a:cubicBezTo>
                      <a:pt x="16378" y="2729"/>
                      <a:pt x="16378" y="2753"/>
                      <a:pt x="16378" y="2778"/>
                    </a:cubicBezTo>
                    <a:cubicBezTo>
                      <a:pt x="16329" y="2778"/>
                      <a:pt x="16281" y="2778"/>
                      <a:pt x="16231" y="2778"/>
                    </a:cubicBezTo>
                    <a:cubicBezTo>
                      <a:pt x="16231" y="2754"/>
                      <a:pt x="16231" y="2730"/>
                      <a:pt x="16231" y="2705"/>
                    </a:cubicBezTo>
                    <a:cubicBezTo>
                      <a:pt x="16207" y="2705"/>
                      <a:pt x="16183" y="2705"/>
                      <a:pt x="16158" y="2705"/>
                    </a:cubicBezTo>
                    <a:cubicBezTo>
                      <a:pt x="16158" y="2681"/>
                      <a:pt x="16158" y="2656"/>
                      <a:pt x="16158" y="2631"/>
                    </a:cubicBezTo>
                    <a:cubicBezTo>
                      <a:pt x="16073" y="2619"/>
                      <a:pt x="15989" y="2607"/>
                      <a:pt x="15902" y="2595"/>
                    </a:cubicBezTo>
                    <a:cubicBezTo>
                      <a:pt x="15902" y="2571"/>
                      <a:pt x="15902" y="2547"/>
                      <a:pt x="15902" y="2522"/>
                    </a:cubicBezTo>
                    <a:cubicBezTo>
                      <a:pt x="11467" y="2510"/>
                      <a:pt x="7031" y="2497"/>
                      <a:pt x="2462" y="2485"/>
                    </a:cubicBezTo>
                    <a:cubicBezTo>
                      <a:pt x="2462" y="2461"/>
                      <a:pt x="2462" y="2437"/>
                      <a:pt x="2462" y="2412"/>
                    </a:cubicBezTo>
                    <a:cubicBezTo>
                      <a:pt x="2365" y="2412"/>
                      <a:pt x="2268" y="2412"/>
                      <a:pt x="2169" y="2412"/>
                    </a:cubicBezTo>
                    <a:cubicBezTo>
                      <a:pt x="2169" y="2388"/>
                      <a:pt x="2169" y="2363"/>
                      <a:pt x="2169" y="2339"/>
                    </a:cubicBezTo>
                    <a:cubicBezTo>
                      <a:pt x="2000" y="2339"/>
                      <a:pt x="1830" y="2339"/>
                      <a:pt x="1656" y="2339"/>
                    </a:cubicBezTo>
                    <a:cubicBezTo>
                      <a:pt x="1656" y="2363"/>
                      <a:pt x="1656" y="2387"/>
                      <a:pt x="1656" y="2412"/>
                    </a:cubicBezTo>
                    <a:cubicBezTo>
                      <a:pt x="1632" y="2412"/>
                      <a:pt x="1608" y="2412"/>
                      <a:pt x="1583" y="2412"/>
                    </a:cubicBezTo>
                    <a:cubicBezTo>
                      <a:pt x="1583" y="2436"/>
                      <a:pt x="1583" y="2460"/>
                      <a:pt x="1583" y="2485"/>
                    </a:cubicBezTo>
                    <a:cubicBezTo>
                      <a:pt x="1579" y="2485"/>
                      <a:pt x="1579" y="2485"/>
                      <a:pt x="1560" y="2485"/>
                    </a:cubicBezTo>
                    <a:cubicBezTo>
                      <a:pt x="1480" y="2487"/>
                      <a:pt x="1401" y="2489"/>
                      <a:pt x="1321" y="2493"/>
                    </a:cubicBezTo>
                    <a:cubicBezTo>
                      <a:pt x="1291" y="2494"/>
                      <a:pt x="1262" y="2494"/>
                      <a:pt x="1232" y="2495"/>
                    </a:cubicBezTo>
                    <a:cubicBezTo>
                      <a:pt x="983" y="2499"/>
                      <a:pt x="983" y="2499"/>
                      <a:pt x="928" y="2554"/>
                    </a:cubicBezTo>
                    <a:cubicBezTo>
                      <a:pt x="910" y="2593"/>
                      <a:pt x="910" y="2593"/>
                      <a:pt x="898" y="2633"/>
                    </a:cubicBezTo>
                    <a:cubicBezTo>
                      <a:pt x="887" y="2668"/>
                      <a:pt x="887" y="2668"/>
                      <a:pt x="866" y="2687"/>
                    </a:cubicBezTo>
                    <a:cubicBezTo>
                      <a:pt x="826" y="2708"/>
                      <a:pt x="786" y="2724"/>
                      <a:pt x="745" y="2741"/>
                    </a:cubicBezTo>
                    <a:cubicBezTo>
                      <a:pt x="702" y="2771"/>
                      <a:pt x="694" y="2800"/>
                      <a:pt x="683" y="2850"/>
                    </a:cubicBezTo>
                    <a:cubicBezTo>
                      <a:pt x="657" y="3000"/>
                      <a:pt x="662" y="3153"/>
                      <a:pt x="662" y="3304"/>
                    </a:cubicBezTo>
                    <a:cubicBezTo>
                      <a:pt x="661" y="3339"/>
                      <a:pt x="661" y="3374"/>
                      <a:pt x="661" y="3409"/>
                    </a:cubicBezTo>
                    <a:cubicBezTo>
                      <a:pt x="661" y="3485"/>
                      <a:pt x="660" y="3561"/>
                      <a:pt x="660" y="3637"/>
                    </a:cubicBezTo>
                    <a:cubicBezTo>
                      <a:pt x="660" y="3750"/>
                      <a:pt x="659" y="3864"/>
                      <a:pt x="659" y="3977"/>
                    </a:cubicBezTo>
                    <a:cubicBezTo>
                      <a:pt x="658" y="4167"/>
                      <a:pt x="657" y="4357"/>
                      <a:pt x="657" y="4547"/>
                    </a:cubicBezTo>
                    <a:cubicBezTo>
                      <a:pt x="656" y="4735"/>
                      <a:pt x="655" y="4924"/>
                      <a:pt x="655" y="5112"/>
                    </a:cubicBezTo>
                    <a:cubicBezTo>
                      <a:pt x="655" y="5118"/>
                      <a:pt x="655" y="5118"/>
                      <a:pt x="654" y="5147"/>
                    </a:cubicBezTo>
                    <a:cubicBezTo>
                      <a:pt x="654" y="5207"/>
                      <a:pt x="654" y="5266"/>
                      <a:pt x="654" y="5326"/>
                    </a:cubicBezTo>
                    <a:cubicBezTo>
                      <a:pt x="652" y="5747"/>
                      <a:pt x="650" y="6168"/>
                      <a:pt x="649" y="6589"/>
                    </a:cubicBezTo>
                    <a:cubicBezTo>
                      <a:pt x="647" y="6998"/>
                      <a:pt x="646" y="7407"/>
                      <a:pt x="644" y="7816"/>
                    </a:cubicBezTo>
                    <a:cubicBezTo>
                      <a:pt x="644" y="7829"/>
                      <a:pt x="644" y="7842"/>
                      <a:pt x="644" y="7855"/>
                    </a:cubicBezTo>
                    <a:cubicBezTo>
                      <a:pt x="644" y="7981"/>
                      <a:pt x="643" y="8108"/>
                      <a:pt x="643" y="8235"/>
                    </a:cubicBezTo>
                    <a:cubicBezTo>
                      <a:pt x="642" y="8493"/>
                      <a:pt x="641" y="8751"/>
                      <a:pt x="640" y="9009"/>
                    </a:cubicBezTo>
                    <a:cubicBezTo>
                      <a:pt x="640" y="9015"/>
                      <a:pt x="640" y="9015"/>
                      <a:pt x="640" y="9045"/>
                    </a:cubicBezTo>
                    <a:cubicBezTo>
                      <a:pt x="636" y="9837"/>
                      <a:pt x="634" y="10629"/>
                      <a:pt x="631" y="11421"/>
                    </a:cubicBezTo>
                    <a:cubicBezTo>
                      <a:pt x="607" y="11421"/>
                      <a:pt x="582" y="11421"/>
                      <a:pt x="557" y="11421"/>
                    </a:cubicBezTo>
                    <a:cubicBezTo>
                      <a:pt x="557" y="11445"/>
                      <a:pt x="557" y="11469"/>
                      <a:pt x="557" y="11494"/>
                    </a:cubicBezTo>
                    <a:cubicBezTo>
                      <a:pt x="461" y="11494"/>
                      <a:pt x="364" y="11494"/>
                      <a:pt x="265" y="11494"/>
                    </a:cubicBezTo>
                    <a:cubicBezTo>
                      <a:pt x="265" y="11518"/>
                      <a:pt x="265" y="11542"/>
                      <a:pt x="265" y="11567"/>
                    </a:cubicBezTo>
                    <a:cubicBezTo>
                      <a:pt x="192" y="11567"/>
                      <a:pt x="119" y="11567"/>
                      <a:pt x="45" y="11567"/>
                    </a:cubicBezTo>
                    <a:cubicBezTo>
                      <a:pt x="45" y="9706"/>
                      <a:pt x="45" y="7845"/>
                      <a:pt x="45" y="5927"/>
                    </a:cubicBezTo>
                    <a:cubicBezTo>
                      <a:pt x="69" y="5927"/>
                      <a:pt x="93" y="5927"/>
                      <a:pt x="118" y="5927"/>
                    </a:cubicBezTo>
                    <a:cubicBezTo>
                      <a:pt x="118" y="5879"/>
                      <a:pt x="118" y="5831"/>
                      <a:pt x="118" y="5781"/>
                    </a:cubicBezTo>
                    <a:cubicBezTo>
                      <a:pt x="94" y="5781"/>
                      <a:pt x="70" y="5781"/>
                      <a:pt x="45" y="5781"/>
                    </a:cubicBezTo>
                    <a:cubicBezTo>
                      <a:pt x="45" y="5660"/>
                      <a:pt x="45" y="5539"/>
                      <a:pt x="45" y="5415"/>
                    </a:cubicBezTo>
                    <a:cubicBezTo>
                      <a:pt x="69" y="5415"/>
                      <a:pt x="93" y="5415"/>
                      <a:pt x="118" y="5415"/>
                    </a:cubicBezTo>
                    <a:cubicBezTo>
                      <a:pt x="118" y="5366"/>
                      <a:pt x="118" y="5318"/>
                      <a:pt x="118" y="5268"/>
                    </a:cubicBezTo>
                    <a:cubicBezTo>
                      <a:pt x="94" y="5268"/>
                      <a:pt x="70" y="5268"/>
                      <a:pt x="45" y="5268"/>
                    </a:cubicBezTo>
                    <a:cubicBezTo>
                      <a:pt x="45" y="4785"/>
                      <a:pt x="45" y="4301"/>
                      <a:pt x="45" y="3803"/>
                    </a:cubicBezTo>
                    <a:cubicBezTo>
                      <a:pt x="69" y="3803"/>
                      <a:pt x="93" y="3803"/>
                      <a:pt x="118" y="3803"/>
                    </a:cubicBezTo>
                    <a:cubicBezTo>
                      <a:pt x="118" y="3779"/>
                      <a:pt x="118" y="3755"/>
                      <a:pt x="118" y="3730"/>
                    </a:cubicBezTo>
                    <a:cubicBezTo>
                      <a:pt x="142" y="3730"/>
                      <a:pt x="166" y="3730"/>
                      <a:pt x="191" y="3730"/>
                    </a:cubicBezTo>
                    <a:cubicBezTo>
                      <a:pt x="191" y="3754"/>
                      <a:pt x="191" y="3778"/>
                      <a:pt x="191" y="3803"/>
                    </a:cubicBezTo>
                    <a:cubicBezTo>
                      <a:pt x="215" y="3803"/>
                      <a:pt x="240" y="3803"/>
                      <a:pt x="265" y="3803"/>
                    </a:cubicBezTo>
                    <a:cubicBezTo>
                      <a:pt x="265" y="3707"/>
                      <a:pt x="265" y="3610"/>
                      <a:pt x="265" y="3510"/>
                    </a:cubicBezTo>
                    <a:cubicBezTo>
                      <a:pt x="289" y="3510"/>
                      <a:pt x="313" y="3510"/>
                      <a:pt x="338" y="3510"/>
                    </a:cubicBezTo>
                    <a:cubicBezTo>
                      <a:pt x="338" y="3462"/>
                      <a:pt x="338" y="3414"/>
                      <a:pt x="338" y="3364"/>
                    </a:cubicBezTo>
                    <a:cubicBezTo>
                      <a:pt x="265" y="3364"/>
                      <a:pt x="193" y="3364"/>
                      <a:pt x="118" y="3364"/>
                    </a:cubicBezTo>
                    <a:cubicBezTo>
                      <a:pt x="118" y="3340"/>
                      <a:pt x="118" y="3316"/>
                      <a:pt x="118" y="3291"/>
                    </a:cubicBezTo>
                    <a:cubicBezTo>
                      <a:pt x="94" y="3291"/>
                      <a:pt x="70" y="3291"/>
                      <a:pt x="45" y="3291"/>
                    </a:cubicBezTo>
                    <a:cubicBezTo>
                      <a:pt x="45" y="3001"/>
                      <a:pt x="45" y="2711"/>
                      <a:pt x="45" y="2412"/>
                    </a:cubicBezTo>
                    <a:cubicBezTo>
                      <a:pt x="69" y="2412"/>
                      <a:pt x="93" y="2412"/>
                      <a:pt x="118" y="2412"/>
                    </a:cubicBezTo>
                    <a:cubicBezTo>
                      <a:pt x="118" y="2388"/>
                      <a:pt x="118" y="2363"/>
                      <a:pt x="118" y="2339"/>
                    </a:cubicBezTo>
                    <a:cubicBezTo>
                      <a:pt x="166" y="2339"/>
                      <a:pt x="215" y="2339"/>
                      <a:pt x="265" y="2339"/>
                    </a:cubicBezTo>
                    <a:cubicBezTo>
                      <a:pt x="265" y="2242"/>
                      <a:pt x="265" y="2145"/>
                      <a:pt x="265" y="2046"/>
                    </a:cubicBezTo>
                    <a:cubicBezTo>
                      <a:pt x="216" y="2046"/>
                      <a:pt x="168" y="2046"/>
                      <a:pt x="118" y="2046"/>
                    </a:cubicBezTo>
                    <a:cubicBezTo>
                      <a:pt x="118" y="2021"/>
                      <a:pt x="118" y="1997"/>
                      <a:pt x="118" y="1972"/>
                    </a:cubicBezTo>
                    <a:cubicBezTo>
                      <a:pt x="94" y="1972"/>
                      <a:pt x="70" y="1972"/>
                      <a:pt x="45" y="1972"/>
                    </a:cubicBezTo>
                    <a:cubicBezTo>
                      <a:pt x="38" y="1788"/>
                      <a:pt x="32" y="1604"/>
                      <a:pt x="27" y="1419"/>
                    </a:cubicBezTo>
                    <a:cubicBezTo>
                      <a:pt x="24" y="1334"/>
                      <a:pt x="21" y="1248"/>
                      <a:pt x="18" y="1163"/>
                    </a:cubicBezTo>
                    <a:cubicBezTo>
                      <a:pt x="15" y="1080"/>
                      <a:pt x="13" y="997"/>
                      <a:pt x="10" y="915"/>
                    </a:cubicBezTo>
                    <a:cubicBezTo>
                      <a:pt x="10" y="883"/>
                      <a:pt x="8" y="852"/>
                      <a:pt x="7" y="820"/>
                    </a:cubicBezTo>
                    <a:cubicBezTo>
                      <a:pt x="6" y="776"/>
                      <a:pt x="4" y="732"/>
                      <a:pt x="3" y="688"/>
                    </a:cubicBezTo>
                    <a:cubicBezTo>
                      <a:pt x="3" y="675"/>
                      <a:pt x="2" y="662"/>
                      <a:pt x="1" y="648"/>
                    </a:cubicBezTo>
                    <a:cubicBezTo>
                      <a:pt x="0" y="568"/>
                      <a:pt x="15" y="520"/>
                      <a:pt x="61" y="454"/>
                    </a:cubicBezTo>
                    <a:cubicBezTo>
                      <a:pt x="81" y="434"/>
                      <a:pt x="81" y="434"/>
                      <a:pt x="129" y="423"/>
                    </a:cubicBezTo>
                    <a:cubicBezTo>
                      <a:pt x="145" y="425"/>
                      <a:pt x="161" y="426"/>
                      <a:pt x="178" y="427"/>
                    </a:cubicBezTo>
                    <a:cubicBezTo>
                      <a:pt x="194" y="428"/>
                      <a:pt x="210" y="429"/>
                      <a:pt x="227" y="430"/>
                    </a:cubicBezTo>
                    <a:cubicBezTo>
                      <a:pt x="239" y="432"/>
                      <a:pt x="252" y="433"/>
                      <a:pt x="265" y="434"/>
                    </a:cubicBezTo>
                    <a:cubicBezTo>
                      <a:pt x="265" y="458"/>
                      <a:pt x="265" y="483"/>
                      <a:pt x="265" y="507"/>
                    </a:cubicBezTo>
                    <a:cubicBezTo>
                      <a:pt x="361" y="507"/>
                      <a:pt x="458" y="507"/>
                      <a:pt x="557" y="507"/>
                    </a:cubicBezTo>
                    <a:cubicBezTo>
                      <a:pt x="557" y="483"/>
                      <a:pt x="557" y="459"/>
                      <a:pt x="557" y="434"/>
                    </a:cubicBezTo>
                    <a:cubicBezTo>
                      <a:pt x="654" y="434"/>
                      <a:pt x="751" y="434"/>
                      <a:pt x="850" y="434"/>
                    </a:cubicBezTo>
                    <a:cubicBezTo>
                      <a:pt x="850" y="386"/>
                      <a:pt x="850" y="338"/>
                      <a:pt x="850" y="288"/>
                    </a:cubicBezTo>
                    <a:cubicBezTo>
                      <a:pt x="875" y="288"/>
                      <a:pt x="899" y="288"/>
                      <a:pt x="924" y="288"/>
                    </a:cubicBezTo>
                    <a:cubicBezTo>
                      <a:pt x="924" y="264"/>
                      <a:pt x="924" y="239"/>
                      <a:pt x="924" y="214"/>
                    </a:cubicBezTo>
                    <a:cubicBezTo>
                      <a:pt x="948" y="214"/>
                      <a:pt x="972" y="214"/>
                      <a:pt x="997" y="214"/>
                    </a:cubicBezTo>
                    <a:cubicBezTo>
                      <a:pt x="997" y="190"/>
                      <a:pt x="997" y="166"/>
                      <a:pt x="997" y="141"/>
                    </a:cubicBezTo>
                    <a:cubicBezTo>
                      <a:pt x="1045" y="141"/>
                      <a:pt x="1094" y="141"/>
                      <a:pt x="1143" y="141"/>
                    </a:cubicBezTo>
                    <a:cubicBezTo>
                      <a:pt x="1143" y="117"/>
                      <a:pt x="1143" y="93"/>
                      <a:pt x="1143" y="68"/>
                    </a:cubicBezTo>
                    <a:cubicBezTo>
                      <a:pt x="1554" y="68"/>
                      <a:pt x="1965" y="68"/>
                      <a:pt x="2389" y="68"/>
                    </a:cubicBezTo>
                    <a:cubicBezTo>
                      <a:pt x="2389" y="92"/>
                      <a:pt x="2389" y="116"/>
                      <a:pt x="2389" y="141"/>
                    </a:cubicBezTo>
                    <a:cubicBezTo>
                      <a:pt x="2775" y="141"/>
                      <a:pt x="3162" y="141"/>
                      <a:pt x="3560" y="141"/>
                    </a:cubicBezTo>
                    <a:cubicBezTo>
                      <a:pt x="3560" y="117"/>
                      <a:pt x="3560" y="93"/>
                      <a:pt x="3560" y="68"/>
                    </a:cubicBezTo>
                    <a:cubicBezTo>
                      <a:pt x="4068" y="68"/>
                      <a:pt x="4576" y="68"/>
                      <a:pt x="5098" y="68"/>
                    </a:cubicBezTo>
                    <a:cubicBezTo>
                      <a:pt x="5098" y="92"/>
                      <a:pt x="5098" y="116"/>
                      <a:pt x="5098" y="141"/>
                    </a:cubicBezTo>
                    <a:cubicBezTo>
                      <a:pt x="5123" y="141"/>
                      <a:pt x="5147" y="141"/>
                      <a:pt x="5172" y="141"/>
                    </a:cubicBezTo>
                    <a:cubicBezTo>
                      <a:pt x="5172" y="117"/>
                      <a:pt x="5172" y="93"/>
                      <a:pt x="5172" y="68"/>
                    </a:cubicBezTo>
                    <a:cubicBezTo>
                      <a:pt x="5583" y="68"/>
                      <a:pt x="5994" y="68"/>
                      <a:pt x="6417" y="68"/>
                    </a:cubicBezTo>
                    <a:cubicBezTo>
                      <a:pt x="6417" y="92"/>
                      <a:pt x="6417" y="116"/>
                      <a:pt x="6417" y="141"/>
                    </a:cubicBezTo>
                    <a:cubicBezTo>
                      <a:pt x="6562" y="141"/>
                      <a:pt x="6707" y="141"/>
                      <a:pt x="6856" y="141"/>
                    </a:cubicBezTo>
                    <a:cubicBezTo>
                      <a:pt x="6856" y="117"/>
                      <a:pt x="6856" y="93"/>
                      <a:pt x="6856" y="68"/>
                    </a:cubicBezTo>
                    <a:cubicBezTo>
                      <a:pt x="7219" y="68"/>
                      <a:pt x="7581" y="68"/>
                      <a:pt x="7955" y="68"/>
                    </a:cubicBezTo>
                    <a:cubicBezTo>
                      <a:pt x="7955" y="92"/>
                      <a:pt x="7955" y="116"/>
                      <a:pt x="7955" y="141"/>
                    </a:cubicBezTo>
                    <a:cubicBezTo>
                      <a:pt x="8003" y="141"/>
                      <a:pt x="8052" y="141"/>
                      <a:pt x="8101" y="141"/>
                    </a:cubicBezTo>
                    <a:cubicBezTo>
                      <a:pt x="8101" y="117"/>
                      <a:pt x="8101" y="93"/>
                      <a:pt x="8101" y="68"/>
                    </a:cubicBezTo>
                    <a:cubicBezTo>
                      <a:pt x="8174" y="68"/>
                      <a:pt x="8246" y="68"/>
                      <a:pt x="8321" y="68"/>
                    </a:cubicBezTo>
                    <a:cubicBezTo>
                      <a:pt x="8321" y="92"/>
                      <a:pt x="8321" y="116"/>
                      <a:pt x="8321" y="141"/>
                    </a:cubicBezTo>
                    <a:cubicBezTo>
                      <a:pt x="8418" y="141"/>
                      <a:pt x="8515" y="141"/>
                      <a:pt x="8614" y="141"/>
                    </a:cubicBezTo>
                    <a:cubicBezTo>
                      <a:pt x="8614" y="117"/>
                      <a:pt x="8614" y="93"/>
                      <a:pt x="8614" y="68"/>
                    </a:cubicBezTo>
                    <a:cubicBezTo>
                      <a:pt x="8783" y="68"/>
                      <a:pt x="8953" y="68"/>
                      <a:pt x="9127" y="68"/>
                    </a:cubicBezTo>
                    <a:cubicBezTo>
                      <a:pt x="9127" y="92"/>
                      <a:pt x="9127" y="116"/>
                      <a:pt x="9127" y="141"/>
                    </a:cubicBezTo>
                    <a:cubicBezTo>
                      <a:pt x="9175" y="141"/>
                      <a:pt x="9223" y="141"/>
                      <a:pt x="9273" y="141"/>
                    </a:cubicBezTo>
                    <a:cubicBezTo>
                      <a:pt x="9273" y="117"/>
                      <a:pt x="9273" y="93"/>
                      <a:pt x="9273" y="68"/>
                    </a:cubicBezTo>
                    <a:cubicBezTo>
                      <a:pt x="9612" y="68"/>
                      <a:pt x="9950" y="68"/>
                      <a:pt x="10299" y="68"/>
                    </a:cubicBezTo>
                    <a:cubicBezTo>
                      <a:pt x="10299" y="92"/>
                      <a:pt x="10299" y="116"/>
                      <a:pt x="10299" y="141"/>
                    </a:cubicBezTo>
                    <a:cubicBezTo>
                      <a:pt x="10347" y="141"/>
                      <a:pt x="10395" y="141"/>
                      <a:pt x="10445" y="141"/>
                    </a:cubicBezTo>
                    <a:cubicBezTo>
                      <a:pt x="10445" y="117"/>
                      <a:pt x="10445" y="93"/>
                      <a:pt x="10445" y="68"/>
                    </a:cubicBezTo>
                    <a:cubicBezTo>
                      <a:pt x="10566" y="68"/>
                      <a:pt x="10687" y="68"/>
                      <a:pt x="10811" y="68"/>
                    </a:cubicBezTo>
                    <a:cubicBezTo>
                      <a:pt x="10811" y="92"/>
                      <a:pt x="10811" y="116"/>
                      <a:pt x="10811" y="141"/>
                    </a:cubicBezTo>
                    <a:cubicBezTo>
                      <a:pt x="11005" y="141"/>
                      <a:pt x="11198" y="141"/>
                      <a:pt x="11397" y="141"/>
                    </a:cubicBezTo>
                    <a:cubicBezTo>
                      <a:pt x="11397" y="117"/>
                      <a:pt x="11397" y="93"/>
                      <a:pt x="11397" y="68"/>
                    </a:cubicBezTo>
                    <a:cubicBezTo>
                      <a:pt x="11567" y="68"/>
                      <a:pt x="11736" y="68"/>
                      <a:pt x="11910" y="68"/>
                    </a:cubicBezTo>
                    <a:cubicBezTo>
                      <a:pt x="11910" y="92"/>
                      <a:pt x="11910" y="116"/>
                      <a:pt x="11910" y="141"/>
                    </a:cubicBezTo>
                    <a:cubicBezTo>
                      <a:pt x="12007" y="141"/>
                      <a:pt x="12103" y="141"/>
                      <a:pt x="12203" y="141"/>
                    </a:cubicBezTo>
                    <a:cubicBezTo>
                      <a:pt x="12203" y="117"/>
                      <a:pt x="12203" y="93"/>
                      <a:pt x="12203" y="68"/>
                    </a:cubicBezTo>
                    <a:cubicBezTo>
                      <a:pt x="12251" y="68"/>
                      <a:pt x="12300" y="68"/>
                      <a:pt x="12349" y="68"/>
                    </a:cubicBezTo>
                    <a:cubicBezTo>
                      <a:pt x="12349" y="92"/>
                      <a:pt x="12349" y="116"/>
                      <a:pt x="12349" y="141"/>
                    </a:cubicBezTo>
                    <a:cubicBezTo>
                      <a:pt x="12567" y="141"/>
                      <a:pt x="12785" y="141"/>
                      <a:pt x="13009" y="141"/>
                    </a:cubicBezTo>
                    <a:cubicBezTo>
                      <a:pt x="13009" y="117"/>
                      <a:pt x="13009" y="93"/>
                      <a:pt x="13009" y="68"/>
                    </a:cubicBezTo>
                    <a:cubicBezTo>
                      <a:pt x="13226" y="68"/>
                      <a:pt x="13444" y="68"/>
                      <a:pt x="13668" y="68"/>
                    </a:cubicBezTo>
                    <a:cubicBezTo>
                      <a:pt x="13668" y="92"/>
                      <a:pt x="13668" y="116"/>
                      <a:pt x="13668" y="141"/>
                    </a:cubicBezTo>
                    <a:cubicBezTo>
                      <a:pt x="13789" y="141"/>
                      <a:pt x="13910" y="141"/>
                      <a:pt x="14034" y="141"/>
                    </a:cubicBezTo>
                    <a:cubicBezTo>
                      <a:pt x="14034" y="117"/>
                      <a:pt x="14034" y="93"/>
                      <a:pt x="14034" y="68"/>
                    </a:cubicBezTo>
                    <a:cubicBezTo>
                      <a:pt x="14227" y="68"/>
                      <a:pt x="14421" y="68"/>
                      <a:pt x="14620" y="68"/>
                    </a:cubicBezTo>
                    <a:cubicBezTo>
                      <a:pt x="14620" y="92"/>
                      <a:pt x="14620" y="116"/>
                      <a:pt x="14620" y="141"/>
                    </a:cubicBezTo>
                    <a:cubicBezTo>
                      <a:pt x="14717" y="141"/>
                      <a:pt x="14813" y="141"/>
                      <a:pt x="14913" y="141"/>
                    </a:cubicBezTo>
                    <a:cubicBezTo>
                      <a:pt x="14913" y="117"/>
                      <a:pt x="14913" y="93"/>
                      <a:pt x="14913" y="68"/>
                    </a:cubicBezTo>
                    <a:cubicBezTo>
                      <a:pt x="15130" y="68"/>
                      <a:pt x="15348" y="68"/>
                      <a:pt x="15572" y="68"/>
                    </a:cubicBezTo>
                    <a:cubicBezTo>
                      <a:pt x="15572" y="92"/>
                      <a:pt x="15572" y="116"/>
                      <a:pt x="15572" y="141"/>
                    </a:cubicBezTo>
                    <a:cubicBezTo>
                      <a:pt x="15669" y="141"/>
                      <a:pt x="15765" y="141"/>
                      <a:pt x="15865" y="141"/>
                    </a:cubicBezTo>
                    <a:cubicBezTo>
                      <a:pt x="15865" y="165"/>
                      <a:pt x="15865" y="190"/>
                      <a:pt x="15865" y="214"/>
                    </a:cubicBezTo>
                    <a:cubicBezTo>
                      <a:pt x="15913" y="214"/>
                      <a:pt x="15962" y="214"/>
                      <a:pt x="16012" y="214"/>
                    </a:cubicBezTo>
                    <a:cubicBezTo>
                      <a:pt x="16012" y="190"/>
                      <a:pt x="16012" y="166"/>
                      <a:pt x="16012" y="141"/>
                    </a:cubicBezTo>
                    <a:cubicBezTo>
                      <a:pt x="16060" y="141"/>
                      <a:pt x="16108" y="141"/>
                      <a:pt x="16158" y="141"/>
                    </a:cubicBezTo>
                    <a:cubicBezTo>
                      <a:pt x="16158" y="117"/>
                      <a:pt x="16158" y="93"/>
                      <a:pt x="16158" y="68"/>
                    </a:cubicBezTo>
                    <a:cubicBezTo>
                      <a:pt x="16321" y="0"/>
                      <a:pt x="16528" y="41"/>
                      <a:pt x="16671" y="141"/>
                    </a:cubicBezTo>
                    <a:close/>
                    <a:moveTo>
                      <a:pt x="1583" y="581"/>
                    </a:moveTo>
                    <a:cubicBezTo>
                      <a:pt x="1583" y="605"/>
                      <a:pt x="1583" y="629"/>
                      <a:pt x="1583" y="654"/>
                    </a:cubicBezTo>
                    <a:cubicBezTo>
                      <a:pt x="1559" y="654"/>
                      <a:pt x="1535" y="654"/>
                      <a:pt x="1510" y="654"/>
                    </a:cubicBezTo>
                    <a:cubicBezTo>
                      <a:pt x="1510" y="678"/>
                      <a:pt x="1510" y="702"/>
                      <a:pt x="1510" y="727"/>
                    </a:cubicBezTo>
                    <a:cubicBezTo>
                      <a:pt x="1501" y="729"/>
                      <a:pt x="1492" y="730"/>
                      <a:pt x="1483" y="731"/>
                    </a:cubicBezTo>
                    <a:cubicBezTo>
                      <a:pt x="1378" y="752"/>
                      <a:pt x="1286" y="790"/>
                      <a:pt x="1217" y="874"/>
                    </a:cubicBezTo>
                    <a:cubicBezTo>
                      <a:pt x="1205" y="925"/>
                      <a:pt x="1207" y="969"/>
                      <a:pt x="1217" y="1020"/>
                    </a:cubicBezTo>
                    <a:cubicBezTo>
                      <a:pt x="1192" y="1020"/>
                      <a:pt x="1168" y="1020"/>
                      <a:pt x="1143" y="1020"/>
                    </a:cubicBezTo>
                    <a:cubicBezTo>
                      <a:pt x="1143" y="1068"/>
                      <a:pt x="1143" y="1117"/>
                      <a:pt x="1143" y="1167"/>
                    </a:cubicBezTo>
                    <a:cubicBezTo>
                      <a:pt x="1119" y="1167"/>
                      <a:pt x="1095" y="1167"/>
                      <a:pt x="1070" y="1167"/>
                    </a:cubicBezTo>
                    <a:cubicBezTo>
                      <a:pt x="1070" y="1263"/>
                      <a:pt x="1070" y="1360"/>
                      <a:pt x="1070" y="1460"/>
                    </a:cubicBezTo>
                    <a:cubicBezTo>
                      <a:pt x="1094" y="1460"/>
                      <a:pt x="1119" y="1460"/>
                      <a:pt x="1143" y="1460"/>
                    </a:cubicBezTo>
                    <a:cubicBezTo>
                      <a:pt x="1143" y="1508"/>
                      <a:pt x="1143" y="1556"/>
                      <a:pt x="1143" y="1606"/>
                    </a:cubicBezTo>
                    <a:cubicBezTo>
                      <a:pt x="1168" y="1606"/>
                      <a:pt x="1192" y="1606"/>
                      <a:pt x="1217" y="1606"/>
                    </a:cubicBezTo>
                    <a:cubicBezTo>
                      <a:pt x="1217" y="1630"/>
                      <a:pt x="1217" y="1654"/>
                      <a:pt x="1217" y="1679"/>
                    </a:cubicBezTo>
                    <a:cubicBezTo>
                      <a:pt x="1241" y="1679"/>
                      <a:pt x="1265" y="1679"/>
                      <a:pt x="1290" y="1679"/>
                    </a:cubicBezTo>
                    <a:cubicBezTo>
                      <a:pt x="1290" y="1704"/>
                      <a:pt x="1290" y="1728"/>
                      <a:pt x="1290" y="1753"/>
                    </a:cubicBezTo>
                    <a:cubicBezTo>
                      <a:pt x="1338" y="1753"/>
                      <a:pt x="1387" y="1753"/>
                      <a:pt x="1436" y="1753"/>
                    </a:cubicBezTo>
                    <a:cubicBezTo>
                      <a:pt x="1436" y="1777"/>
                      <a:pt x="1436" y="1801"/>
                      <a:pt x="1436" y="1826"/>
                    </a:cubicBezTo>
                    <a:cubicBezTo>
                      <a:pt x="1581" y="1826"/>
                      <a:pt x="1726" y="1826"/>
                      <a:pt x="1876" y="1826"/>
                    </a:cubicBezTo>
                    <a:cubicBezTo>
                      <a:pt x="1876" y="1802"/>
                      <a:pt x="1876" y="1777"/>
                      <a:pt x="1876" y="1753"/>
                    </a:cubicBezTo>
                    <a:cubicBezTo>
                      <a:pt x="1885" y="1754"/>
                      <a:pt x="1894" y="1756"/>
                      <a:pt x="1903" y="1758"/>
                    </a:cubicBezTo>
                    <a:cubicBezTo>
                      <a:pt x="1968" y="1765"/>
                      <a:pt x="2008" y="1762"/>
                      <a:pt x="2065" y="1725"/>
                    </a:cubicBezTo>
                    <a:cubicBezTo>
                      <a:pt x="2162" y="1636"/>
                      <a:pt x="2162" y="1636"/>
                      <a:pt x="2178" y="1564"/>
                    </a:cubicBezTo>
                    <a:cubicBezTo>
                      <a:pt x="2178" y="1528"/>
                      <a:pt x="2176" y="1495"/>
                      <a:pt x="2169" y="1460"/>
                    </a:cubicBezTo>
                    <a:cubicBezTo>
                      <a:pt x="2193" y="1460"/>
                      <a:pt x="2217" y="1460"/>
                      <a:pt x="2242" y="1460"/>
                    </a:cubicBezTo>
                    <a:cubicBezTo>
                      <a:pt x="2242" y="1411"/>
                      <a:pt x="2242" y="1363"/>
                      <a:pt x="2242" y="1313"/>
                    </a:cubicBezTo>
                    <a:cubicBezTo>
                      <a:pt x="2266" y="1313"/>
                      <a:pt x="2290" y="1313"/>
                      <a:pt x="2315" y="1313"/>
                    </a:cubicBezTo>
                    <a:cubicBezTo>
                      <a:pt x="2315" y="1289"/>
                      <a:pt x="2315" y="1265"/>
                      <a:pt x="2315" y="1240"/>
                    </a:cubicBezTo>
                    <a:cubicBezTo>
                      <a:pt x="2339" y="1240"/>
                      <a:pt x="2364" y="1240"/>
                      <a:pt x="2389" y="1240"/>
                    </a:cubicBezTo>
                    <a:cubicBezTo>
                      <a:pt x="2389" y="1192"/>
                      <a:pt x="2389" y="1143"/>
                      <a:pt x="2389" y="1093"/>
                    </a:cubicBezTo>
                    <a:cubicBezTo>
                      <a:pt x="2364" y="1093"/>
                      <a:pt x="2340" y="1093"/>
                      <a:pt x="2315" y="1093"/>
                    </a:cubicBezTo>
                    <a:cubicBezTo>
                      <a:pt x="2315" y="1069"/>
                      <a:pt x="2315" y="1045"/>
                      <a:pt x="2315" y="1020"/>
                    </a:cubicBezTo>
                    <a:cubicBezTo>
                      <a:pt x="2291" y="1020"/>
                      <a:pt x="2267" y="1020"/>
                      <a:pt x="2242" y="1020"/>
                    </a:cubicBezTo>
                    <a:cubicBezTo>
                      <a:pt x="2242" y="948"/>
                      <a:pt x="2242" y="875"/>
                      <a:pt x="2242" y="800"/>
                    </a:cubicBezTo>
                    <a:cubicBezTo>
                      <a:pt x="2218" y="800"/>
                      <a:pt x="2194" y="800"/>
                      <a:pt x="2169" y="800"/>
                    </a:cubicBezTo>
                    <a:cubicBezTo>
                      <a:pt x="2169" y="776"/>
                      <a:pt x="2169" y="752"/>
                      <a:pt x="2169" y="727"/>
                    </a:cubicBezTo>
                    <a:cubicBezTo>
                      <a:pt x="2120" y="727"/>
                      <a:pt x="2072" y="727"/>
                      <a:pt x="2022" y="727"/>
                    </a:cubicBezTo>
                    <a:cubicBezTo>
                      <a:pt x="2022" y="703"/>
                      <a:pt x="2022" y="679"/>
                      <a:pt x="2022" y="654"/>
                    </a:cubicBezTo>
                    <a:cubicBezTo>
                      <a:pt x="1998" y="654"/>
                      <a:pt x="1974" y="654"/>
                      <a:pt x="1949" y="654"/>
                    </a:cubicBezTo>
                    <a:cubicBezTo>
                      <a:pt x="1949" y="630"/>
                      <a:pt x="1949" y="606"/>
                      <a:pt x="1949" y="581"/>
                    </a:cubicBezTo>
                    <a:cubicBezTo>
                      <a:pt x="1828" y="581"/>
                      <a:pt x="1707" y="581"/>
                      <a:pt x="1583" y="581"/>
                    </a:cubicBezTo>
                    <a:close/>
                    <a:moveTo>
                      <a:pt x="5538" y="654"/>
                    </a:moveTo>
                    <a:cubicBezTo>
                      <a:pt x="5538" y="678"/>
                      <a:pt x="5538" y="702"/>
                      <a:pt x="5538" y="727"/>
                    </a:cubicBezTo>
                    <a:cubicBezTo>
                      <a:pt x="5465" y="727"/>
                      <a:pt x="5393" y="727"/>
                      <a:pt x="5318" y="727"/>
                    </a:cubicBezTo>
                    <a:cubicBezTo>
                      <a:pt x="5318" y="751"/>
                      <a:pt x="5318" y="776"/>
                      <a:pt x="5318" y="800"/>
                    </a:cubicBezTo>
                    <a:cubicBezTo>
                      <a:pt x="5270" y="800"/>
                      <a:pt x="5222" y="800"/>
                      <a:pt x="5172" y="800"/>
                    </a:cubicBezTo>
                    <a:cubicBezTo>
                      <a:pt x="5172" y="825"/>
                      <a:pt x="5172" y="849"/>
                      <a:pt x="5172" y="874"/>
                    </a:cubicBezTo>
                    <a:cubicBezTo>
                      <a:pt x="5123" y="874"/>
                      <a:pt x="5075" y="874"/>
                      <a:pt x="5025" y="874"/>
                    </a:cubicBezTo>
                    <a:cubicBezTo>
                      <a:pt x="5025" y="898"/>
                      <a:pt x="5025" y="922"/>
                      <a:pt x="5025" y="947"/>
                    </a:cubicBezTo>
                    <a:cubicBezTo>
                      <a:pt x="5001" y="947"/>
                      <a:pt x="4977" y="947"/>
                      <a:pt x="4952" y="947"/>
                    </a:cubicBezTo>
                    <a:cubicBezTo>
                      <a:pt x="4952" y="971"/>
                      <a:pt x="4952" y="995"/>
                      <a:pt x="4952" y="1020"/>
                    </a:cubicBezTo>
                    <a:cubicBezTo>
                      <a:pt x="4928" y="1020"/>
                      <a:pt x="4904" y="1020"/>
                      <a:pt x="4879" y="1020"/>
                    </a:cubicBezTo>
                    <a:cubicBezTo>
                      <a:pt x="4879" y="1068"/>
                      <a:pt x="4879" y="1117"/>
                      <a:pt x="4879" y="1167"/>
                    </a:cubicBezTo>
                    <a:cubicBezTo>
                      <a:pt x="4903" y="1167"/>
                      <a:pt x="4927" y="1167"/>
                      <a:pt x="4952" y="1167"/>
                    </a:cubicBezTo>
                    <a:cubicBezTo>
                      <a:pt x="4952" y="1191"/>
                      <a:pt x="4952" y="1215"/>
                      <a:pt x="4952" y="1240"/>
                    </a:cubicBezTo>
                    <a:cubicBezTo>
                      <a:pt x="4976" y="1240"/>
                      <a:pt x="5000" y="1240"/>
                      <a:pt x="5025" y="1240"/>
                    </a:cubicBezTo>
                    <a:cubicBezTo>
                      <a:pt x="5025" y="1264"/>
                      <a:pt x="5025" y="1288"/>
                      <a:pt x="5025" y="1313"/>
                    </a:cubicBezTo>
                    <a:cubicBezTo>
                      <a:pt x="5049" y="1313"/>
                      <a:pt x="5074" y="1313"/>
                      <a:pt x="5098" y="1313"/>
                    </a:cubicBezTo>
                    <a:cubicBezTo>
                      <a:pt x="5098" y="1386"/>
                      <a:pt x="5098" y="1458"/>
                      <a:pt x="5098" y="1533"/>
                    </a:cubicBezTo>
                    <a:cubicBezTo>
                      <a:pt x="5123" y="1533"/>
                      <a:pt x="5147" y="1533"/>
                      <a:pt x="5172" y="1533"/>
                    </a:cubicBezTo>
                    <a:cubicBezTo>
                      <a:pt x="5172" y="1581"/>
                      <a:pt x="5172" y="1630"/>
                      <a:pt x="5172" y="1679"/>
                    </a:cubicBezTo>
                    <a:cubicBezTo>
                      <a:pt x="5196" y="1679"/>
                      <a:pt x="5220" y="1679"/>
                      <a:pt x="5245" y="1679"/>
                    </a:cubicBezTo>
                    <a:cubicBezTo>
                      <a:pt x="5245" y="1704"/>
                      <a:pt x="5245" y="1728"/>
                      <a:pt x="5245" y="1753"/>
                    </a:cubicBezTo>
                    <a:cubicBezTo>
                      <a:pt x="5293" y="1753"/>
                      <a:pt x="5342" y="1753"/>
                      <a:pt x="5391" y="1753"/>
                    </a:cubicBezTo>
                    <a:cubicBezTo>
                      <a:pt x="5391" y="1777"/>
                      <a:pt x="5391" y="1801"/>
                      <a:pt x="5391" y="1826"/>
                    </a:cubicBezTo>
                    <a:cubicBezTo>
                      <a:pt x="5561" y="1826"/>
                      <a:pt x="5730" y="1826"/>
                      <a:pt x="5904" y="1826"/>
                    </a:cubicBezTo>
                    <a:cubicBezTo>
                      <a:pt x="5904" y="1802"/>
                      <a:pt x="5904" y="1777"/>
                      <a:pt x="5904" y="1753"/>
                    </a:cubicBezTo>
                    <a:cubicBezTo>
                      <a:pt x="5928" y="1753"/>
                      <a:pt x="5953" y="1753"/>
                      <a:pt x="5977" y="1753"/>
                    </a:cubicBezTo>
                    <a:cubicBezTo>
                      <a:pt x="5977" y="1728"/>
                      <a:pt x="5977" y="1704"/>
                      <a:pt x="5977" y="1679"/>
                    </a:cubicBezTo>
                    <a:cubicBezTo>
                      <a:pt x="6002" y="1679"/>
                      <a:pt x="6026" y="1679"/>
                      <a:pt x="6051" y="1679"/>
                    </a:cubicBezTo>
                    <a:cubicBezTo>
                      <a:pt x="6051" y="1655"/>
                      <a:pt x="6051" y="1631"/>
                      <a:pt x="6051" y="1606"/>
                    </a:cubicBezTo>
                    <a:cubicBezTo>
                      <a:pt x="6075" y="1606"/>
                      <a:pt x="6099" y="1606"/>
                      <a:pt x="6124" y="1606"/>
                    </a:cubicBezTo>
                    <a:cubicBezTo>
                      <a:pt x="6124" y="1582"/>
                      <a:pt x="6124" y="1558"/>
                      <a:pt x="6124" y="1533"/>
                    </a:cubicBezTo>
                    <a:cubicBezTo>
                      <a:pt x="6148" y="1533"/>
                      <a:pt x="6172" y="1533"/>
                      <a:pt x="6197" y="1533"/>
                    </a:cubicBezTo>
                    <a:cubicBezTo>
                      <a:pt x="6197" y="1364"/>
                      <a:pt x="6197" y="1194"/>
                      <a:pt x="6197" y="1020"/>
                    </a:cubicBezTo>
                    <a:cubicBezTo>
                      <a:pt x="6173" y="1020"/>
                      <a:pt x="6149" y="1020"/>
                      <a:pt x="6124" y="1020"/>
                    </a:cubicBezTo>
                    <a:cubicBezTo>
                      <a:pt x="6124" y="996"/>
                      <a:pt x="6124" y="972"/>
                      <a:pt x="6124" y="947"/>
                    </a:cubicBezTo>
                    <a:cubicBezTo>
                      <a:pt x="6100" y="947"/>
                      <a:pt x="6076" y="947"/>
                      <a:pt x="6051" y="947"/>
                    </a:cubicBezTo>
                    <a:cubicBezTo>
                      <a:pt x="6051" y="923"/>
                      <a:pt x="6051" y="899"/>
                      <a:pt x="6051" y="874"/>
                    </a:cubicBezTo>
                    <a:cubicBezTo>
                      <a:pt x="6026" y="874"/>
                      <a:pt x="6002" y="874"/>
                      <a:pt x="5977" y="874"/>
                    </a:cubicBezTo>
                    <a:cubicBezTo>
                      <a:pt x="5977" y="849"/>
                      <a:pt x="5977" y="825"/>
                      <a:pt x="5977" y="800"/>
                    </a:cubicBezTo>
                    <a:cubicBezTo>
                      <a:pt x="5953" y="800"/>
                      <a:pt x="5929" y="800"/>
                      <a:pt x="5904" y="800"/>
                    </a:cubicBezTo>
                    <a:cubicBezTo>
                      <a:pt x="5904" y="776"/>
                      <a:pt x="5904" y="752"/>
                      <a:pt x="5904" y="727"/>
                    </a:cubicBezTo>
                    <a:cubicBezTo>
                      <a:pt x="5832" y="727"/>
                      <a:pt x="5759" y="727"/>
                      <a:pt x="5684" y="727"/>
                    </a:cubicBezTo>
                    <a:cubicBezTo>
                      <a:pt x="5684" y="703"/>
                      <a:pt x="5684" y="679"/>
                      <a:pt x="5684" y="654"/>
                    </a:cubicBezTo>
                    <a:cubicBezTo>
                      <a:pt x="5636" y="654"/>
                      <a:pt x="5588" y="654"/>
                      <a:pt x="5538" y="654"/>
                    </a:cubicBezTo>
                    <a:close/>
                    <a:moveTo>
                      <a:pt x="3414" y="727"/>
                    </a:moveTo>
                    <a:cubicBezTo>
                      <a:pt x="3414" y="751"/>
                      <a:pt x="3414" y="776"/>
                      <a:pt x="3414" y="800"/>
                    </a:cubicBezTo>
                    <a:cubicBezTo>
                      <a:pt x="3366" y="800"/>
                      <a:pt x="3317" y="800"/>
                      <a:pt x="3267" y="800"/>
                    </a:cubicBezTo>
                    <a:cubicBezTo>
                      <a:pt x="3267" y="825"/>
                      <a:pt x="3267" y="849"/>
                      <a:pt x="3267" y="874"/>
                    </a:cubicBezTo>
                    <a:cubicBezTo>
                      <a:pt x="3243" y="874"/>
                      <a:pt x="3219" y="874"/>
                      <a:pt x="3194" y="874"/>
                    </a:cubicBezTo>
                    <a:cubicBezTo>
                      <a:pt x="3194" y="922"/>
                      <a:pt x="3194" y="970"/>
                      <a:pt x="3194" y="1020"/>
                    </a:cubicBezTo>
                    <a:cubicBezTo>
                      <a:pt x="3170" y="1020"/>
                      <a:pt x="3146" y="1020"/>
                      <a:pt x="3121" y="1020"/>
                    </a:cubicBezTo>
                    <a:cubicBezTo>
                      <a:pt x="3121" y="1093"/>
                      <a:pt x="3121" y="1165"/>
                      <a:pt x="3121" y="1240"/>
                    </a:cubicBezTo>
                    <a:cubicBezTo>
                      <a:pt x="3097" y="1240"/>
                      <a:pt x="3073" y="1240"/>
                      <a:pt x="3048" y="1240"/>
                    </a:cubicBezTo>
                    <a:cubicBezTo>
                      <a:pt x="3048" y="1288"/>
                      <a:pt x="3048" y="1337"/>
                      <a:pt x="3048" y="1386"/>
                    </a:cubicBezTo>
                    <a:cubicBezTo>
                      <a:pt x="3072" y="1386"/>
                      <a:pt x="3096" y="1386"/>
                      <a:pt x="3121" y="1386"/>
                    </a:cubicBezTo>
                    <a:cubicBezTo>
                      <a:pt x="3121" y="1459"/>
                      <a:pt x="3121" y="1531"/>
                      <a:pt x="3121" y="1606"/>
                    </a:cubicBezTo>
                    <a:cubicBezTo>
                      <a:pt x="3097" y="1606"/>
                      <a:pt x="3073" y="1606"/>
                      <a:pt x="3048" y="1606"/>
                    </a:cubicBezTo>
                    <a:cubicBezTo>
                      <a:pt x="3048" y="1679"/>
                      <a:pt x="3048" y="1751"/>
                      <a:pt x="3048" y="1826"/>
                    </a:cubicBezTo>
                    <a:cubicBezTo>
                      <a:pt x="3096" y="1826"/>
                      <a:pt x="3144" y="1826"/>
                      <a:pt x="3194" y="1826"/>
                    </a:cubicBezTo>
                    <a:cubicBezTo>
                      <a:pt x="3194" y="1850"/>
                      <a:pt x="3194" y="1874"/>
                      <a:pt x="3194" y="1899"/>
                    </a:cubicBezTo>
                    <a:cubicBezTo>
                      <a:pt x="3243" y="1899"/>
                      <a:pt x="3291" y="1899"/>
                      <a:pt x="3341" y="1899"/>
                    </a:cubicBezTo>
                    <a:cubicBezTo>
                      <a:pt x="3341" y="1923"/>
                      <a:pt x="3341" y="1947"/>
                      <a:pt x="3341" y="1972"/>
                    </a:cubicBezTo>
                    <a:cubicBezTo>
                      <a:pt x="3413" y="1972"/>
                      <a:pt x="3486" y="1972"/>
                      <a:pt x="3560" y="1972"/>
                    </a:cubicBezTo>
                    <a:cubicBezTo>
                      <a:pt x="3560" y="1948"/>
                      <a:pt x="3560" y="1924"/>
                      <a:pt x="3560" y="1899"/>
                    </a:cubicBezTo>
                    <a:cubicBezTo>
                      <a:pt x="3705" y="1899"/>
                      <a:pt x="3850" y="1899"/>
                      <a:pt x="4000" y="1899"/>
                    </a:cubicBezTo>
                    <a:cubicBezTo>
                      <a:pt x="4000" y="1875"/>
                      <a:pt x="4000" y="1851"/>
                      <a:pt x="4000" y="1826"/>
                    </a:cubicBezTo>
                    <a:cubicBezTo>
                      <a:pt x="4048" y="1826"/>
                      <a:pt x="4097" y="1826"/>
                      <a:pt x="4146" y="1826"/>
                    </a:cubicBezTo>
                    <a:cubicBezTo>
                      <a:pt x="4146" y="1802"/>
                      <a:pt x="4146" y="1777"/>
                      <a:pt x="4146" y="1753"/>
                    </a:cubicBezTo>
                    <a:cubicBezTo>
                      <a:pt x="4171" y="1753"/>
                      <a:pt x="4195" y="1753"/>
                      <a:pt x="4220" y="1753"/>
                    </a:cubicBezTo>
                    <a:cubicBezTo>
                      <a:pt x="4220" y="1728"/>
                      <a:pt x="4220" y="1704"/>
                      <a:pt x="4220" y="1679"/>
                    </a:cubicBezTo>
                    <a:cubicBezTo>
                      <a:pt x="4244" y="1679"/>
                      <a:pt x="4268" y="1679"/>
                      <a:pt x="4293" y="1679"/>
                    </a:cubicBezTo>
                    <a:cubicBezTo>
                      <a:pt x="4293" y="1655"/>
                      <a:pt x="4293" y="1631"/>
                      <a:pt x="4293" y="1606"/>
                    </a:cubicBezTo>
                    <a:cubicBezTo>
                      <a:pt x="4317" y="1606"/>
                      <a:pt x="4341" y="1606"/>
                      <a:pt x="4366" y="1606"/>
                    </a:cubicBezTo>
                    <a:cubicBezTo>
                      <a:pt x="4366" y="1558"/>
                      <a:pt x="4366" y="1509"/>
                      <a:pt x="4366" y="1460"/>
                    </a:cubicBezTo>
                    <a:cubicBezTo>
                      <a:pt x="4390" y="1460"/>
                      <a:pt x="4414" y="1460"/>
                      <a:pt x="4439" y="1460"/>
                    </a:cubicBezTo>
                    <a:cubicBezTo>
                      <a:pt x="4439" y="1363"/>
                      <a:pt x="4439" y="1266"/>
                      <a:pt x="4439" y="1167"/>
                    </a:cubicBezTo>
                    <a:cubicBezTo>
                      <a:pt x="4415" y="1167"/>
                      <a:pt x="4391" y="1167"/>
                      <a:pt x="4366" y="1167"/>
                    </a:cubicBezTo>
                    <a:cubicBezTo>
                      <a:pt x="4366" y="1142"/>
                      <a:pt x="4366" y="1118"/>
                      <a:pt x="4366" y="1093"/>
                    </a:cubicBezTo>
                    <a:cubicBezTo>
                      <a:pt x="4318" y="1093"/>
                      <a:pt x="4269" y="1093"/>
                      <a:pt x="4220" y="1093"/>
                    </a:cubicBezTo>
                    <a:cubicBezTo>
                      <a:pt x="4220" y="1069"/>
                      <a:pt x="4220" y="1045"/>
                      <a:pt x="4220" y="1020"/>
                    </a:cubicBezTo>
                    <a:cubicBezTo>
                      <a:pt x="4195" y="1020"/>
                      <a:pt x="4171" y="1020"/>
                      <a:pt x="4146" y="1020"/>
                    </a:cubicBezTo>
                    <a:cubicBezTo>
                      <a:pt x="4146" y="996"/>
                      <a:pt x="4146" y="972"/>
                      <a:pt x="4146" y="947"/>
                    </a:cubicBezTo>
                    <a:cubicBezTo>
                      <a:pt x="4122" y="947"/>
                      <a:pt x="4098" y="947"/>
                      <a:pt x="4073" y="947"/>
                    </a:cubicBezTo>
                    <a:cubicBezTo>
                      <a:pt x="4073" y="923"/>
                      <a:pt x="4073" y="899"/>
                      <a:pt x="4073" y="874"/>
                    </a:cubicBezTo>
                    <a:cubicBezTo>
                      <a:pt x="4049" y="874"/>
                      <a:pt x="4025" y="874"/>
                      <a:pt x="4000" y="874"/>
                    </a:cubicBezTo>
                    <a:cubicBezTo>
                      <a:pt x="4000" y="849"/>
                      <a:pt x="4000" y="825"/>
                      <a:pt x="4000" y="800"/>
                    </a:cubicBezTo>
                    <a:cubicBezTo>
                      <a:pt x="3976" y="800"/>
                      <a:pt x="3952" y="800"/>
                      <a:pt x="3927" y="800"/>
                    </a:cubicBezTo>
                    <a:cubicBezTo>
                      <a:pt x="3927" y="776"/>
                      <a:pt x="3927" y="752"/>
                      <a:pt x="3927" y="727"/>
                    </a:cubicBezTo>
                    <a:cubicBezTo>
                      <a:pt x="3757" y="727"/>
                      <a:pt x="3588" y="727"/>
                      <a:pt x="3414" y="727"/>
                    </a:cubicBezTo>
                    <a:close/>
                    <a:moveTo>
                      <a:pt x="338" y="10835"/>
                    </a:moveTo>
                    <a:cubicBezTo>
                      <a:pt x="338" y="10859"/>
                      <a:pt x="338" y="10883"/>
                      <a:pt x="338" y="10908"/>
                    </a:cubicBezTo>
                    <a:cubicBezTo>
                      <a:pt x="314" y="10908"/>
                      <a:pt x="289" y="10908"/>
                      <a:pt x="265" y="10908"/>
                    </a:cubicBezTo>
                    <a:cubicBezTo>
                      <a:pt x="265" y="11053"/>
                      <a:pt x="265" y="11198"/>
                      <a:pt x="265" y="11347"/>
                    </a:cubicBezTo>
                    <a:cubicBezTo>
                      <a:pt x="313" y="11347"/>
                      <a:pt x="361" y="11347"/>
                      <a:pt x="411" y="11347"/>
                    </a:cubicBezTo>
                    <a:cubicBezTo>
                      <a:pt x="411" y="11299"/>
                      <a:pt x="411" y="11251"/>
                      <a:pt x="411" y="11201"/>
                    </a:cubicBezTo>
                    <a:cubicBezTo>
                      <a:pt x="435" y="11201"/>
                      <a:pt x="459" y="11201"/>
                      <a:pt x="484" y="11201"/>
                    </a:cubicBezTo>
                    <a:cubicBezTo>
                      <a:pt x="484" y="11104"/>
                      <a:pt x="484" y="11007"/>
                      <a:pt x="484" y="10908"/>
                    </a:cubicBezTo>
                    <a:cubicBezTo>
                      <a:pt x="460" y="10908"/>
                      <a:pt x="436" y="10908"/>
                      <a:pt x="411" y="10908"/>
                    </a:cubicBezTo>
                    <a:cubicBezTo>
                      <a:pt x="411" y="10884"/>
                      <a:pt x="411" y="10860"/>
                      <a:pt x="411" y="10835"/>
                    </a:cubicBezTo>
                    <a:cubicBezTo>
                      <a:pt x="387" y="10835"/>
                      <a:pt x="363" y="10835"/>
                      <a:pt x="338" y="10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465" cap="flat">
                <a:noFill/>
              </a:ln>
            </p:spPr>
          </p:sp>
          <p:sp>
            <p:nvSpPr>
              <p:cNvPr id="1353" name="ICON_PYTHON_LOGO_path_003"/>
              <p:cNvSpPr/>
              <p:nvPr/>
            </p:nvSpPr>
            <p:spPr>
              <a:xfrm>
                <a:off x="6197761" y="3168799"/>
                <a:ext cx="227893" cy="171152"/>
              </a:xfrm>
              <a:custGeom>
                <a:avLst/>
                <a:gdLst/>
                <a:ahLst/>
                <a:cxnLst/>
                <a:rect l="0" t="0" r="r" b="b"/>
                <a:pathLst>
                  <a:path w="17944" h="13477" fill="norm" stroke="0">
                    <a:moveTo>
                      <a:pt x="952" y="0"/>
                    </a:moveTo>
                    <a:cubicBezTo>
                      <a:pt x="6221" y="0"/>
                      <a:pt x="11490" y="0"/>
                      <a:pt x="16919" y="0"/>
                    </a:cubicBezTo>
                    <a:cubicBezTo>
                      <a:pt x="16919" y="24"/>
                      <a:pt x="16919" y="48"/>
                      <a:pt x="16919" y="73"/>
                    </a:cubicBezTo>
                    <a:cubicBezTo>
                      <a:pt x="16930" y="73"/>
                      <a:pt x="16940" y="72"/>
                      <a:pt x="16951" y="71"/>
                    </a:cubicBezTo>
                    <a:cubicBezTo>
                      <a:pt x="17000" y="69"/>
                      <a:pt x="17049" y="68"/>
                      <a:pt x="17097" y="66"/>
                    </a:cubicBezTo>
                    <a:cubicBezTo>
                      <a:pt x="17114" y="65"/>
                      <a:pt x="17131" y="65"/>
                      <a:pt x="17149" y="64"/>
                    </a:cubicBezTo>
                    <a:cubicBezTo>
                      <a:pt x="17272" y="61"/>
                      <a:pt x="17272" y="61"/>
                      <a:pt x="17309" y="96"/>
                    </a:cubicBezTo>
                    <a:cubicBezTo>
                      <a:pt x="17326" y="125"/>
                      <a:pt x="17326" y="125"/>
                      <a:pt x="17342" y="155"/>
                    </a:cubicBezTo>
                    <a:cubicBezTo>
                      <a:pt x="17371" y="205"/>
                      <a:pt x="17421" y="219"/>
                      <a:pt x="17473" y="240"/>
                    </a:cubicBezTo>
                    <a:cubicBezTo>
                      <a:pt x="17511" y="256"/>
                      <a:pt x="17543" y="272"/>
                      <a:pt x="17578" y="293"/>
                    </a:cubicBezTo>
                    <a:cubicBezTo>
                      <a:pt x="17585" y="333"/>
                      <a:pt x="17585" y="333"/>
                      <a:pt x="17578" y="366"/>
                    </a:cubicBezTo>
                    <a:cubicBezTo>
                      <a:pt x="17602" y="366"/>
                      <a:pt x="17626" y="366"/>
                      <a:pt x="17651" y="366"/>
                    </a:cubicBezTo>
                    <a:cubicBezTo>
                      <a:pt x="17651" y="390"/>
                      <a:pt x="17651" y="415"/>
                      <a:pt x="17651" y="439"/>
                    </a:cubicBezTo>
                    <a:cubicBezTo>
                      <a:pt x="17676" y="439"/>
                      <a:pt x="17700" y="439"/>
                      <a:pt x="17725" y="439"/>
                    </a:cubicBezTo>
                    <a:cubicBezTo>
                      <a:pt x="17725" y="488"/>
                      <a:pt x="17725" y="536"/>
                      <a:pt x="17725" y="586"/>
                    </a:cubicBezTo>
                    <a:cubicBezTo>
                      <a:pt x="17749" y="586"/>
                      <a:pt x="17773" y="586"/>
                      <a:pt x="17798" y="586"/>
                    </a:cubicBezTo>
                    <a:cubicBezTo>
                      <a:pt x="17798" y="610"/>
                      <a:pt x="17798" y="634"/>
                      <a:pt x="17798" y="659"/>
                    </a:cubicBezTo>
                    <a:cubicBezTo>
                      <a:pt x="17822" y="659"/>
                      <a:pt x="17846" y="659"/>
                      <a:pt x="17871" y="659"/>
                    </a:cubicBezTo>
                    <a:cubicBezTo>
                      <a:pt x="17871" y="756"/>
                      <a:pt x="17871" y="853"/>
                      <a:pt x="17871" y="952"/>
                    </a:cubicBezTo>
                    <a:cubicBezTo>
                      <a:pt x="17895" y="952"/>
                      <a:pt x="17919" y="952"/>
                      <a:pt x="17944" y="952"/>
                    </a:cubicBezTo>
                    <a:cubicBezTo>
                      <a:pt x="17944" y="1532"/>
                      <a:pt x="17944" y="2112"/>
                      <a:pt x="17944" y="2710"/>
                    </a:cubicBezTo>
                    <a:cubicBezTo>
                      <a:pt x="17920" y="2710"/>
                      <a:pt x="17896" y="2710"/>
                      <a:pt x="17871" y="2710"/>
                    </a:cubicBezTo>
                    <a:cubicBezTo>
                      <a:pt x="17871" y="3290"/>
                      <a:pt x="17871" y="3870"/>
                      <a:pt x="17871" y="4468"/>
                    </a:cubicBezTo>
                    <a:cubicBezTo>
                      <a:pt x="17895" y="4468"/>
                      <a:pt x="17919" y="4468"/>
                      <a:pt x="17944" y="4468"/>
                    </a:cubicBezTo>
                    <a:cubicBezTo>
                      <a:pt x="17944" y="5942"/>
                      <a:pt x="17944" y="7417"/>
                      <a:pt x="17944" y="8936"/>
                    </a:cubicBezTo>
                    <a:cubicBezTo>
                      <a:pt x="17920" y="8936"/>
                      <a:pt x="17896" y="8936"/>
                      <a:pt x="17871" y="8936"/>
                    </a:cubicBezTo>
                    <a:cubicBezTo>
                      <a:pt x="17871" y="9298"/>
                      <a:pt x="17871" y="9661"/>
                      <a:pt x="17871" y="10034"/>
                    </a:cubicBezTo>
                    <a:cubicBezTo>
                      <a:pt x="17895" y="10034"/>
                      <a:pt x="17919" y="10034"/>
                      <a:pt x="17944" y="10034"/>
                    </a:cubicBezTo>
                    <a:cubicBezTo>
                      <a:pt x="17944" y="10131"/>
                      <a:pt x="17944" y="10228"/>
                      <a:pt x="17944" y="10327"/>
                    </a:cubicBezTo>
                    <a:cubicBezTo>
                      <a:pt x="17920" y="10327"/>
                      <a:pt x="17896" y="10327"/>
                      <a:pt x="17871" y="10327"/>
                    </a:cubicBezTo>
                    <a:cubicBezTo>
                      <a:pt x="17871" y="10496"/>
                      <a:pt x="17871" y="10666"/>
                      <a:pt x="17871" y="10840"/>
                    </a:cubicBezTo>
                    <a:cubicBezTo>
                      <a:pt x="17895" y="10840"/>
                      <a:pt x="17919" y="10840"/>
                      <a:pt x="17944" y="10840"/>
                    </a:cubicBezTo>
                    <a:cubicBezTo>
                      <a:pt x="17944" y="11082"/>
                      <a:pt x="17944" y="11323"/>
                      <a:pt x="17944" y="11572"/>
                    </a:cubicBezTo>
                    <a:cubicBezTo>
                      <a:pt x="17920" y="11572"/>
                      <a:pt x="17896" y="11572"/>
                      <a:pt x="17871" y="11572"/>
                    </a:cubicBezTo>
                    <a:cubicBezTo>
                      <a:pt x="17871" y="12007"/>
                      <a:pt x="17871" y="12442"/>
                      <a:pt x="17871" y="12891"/>
                    </a:cubicBezTo>
                    <a:cubicBezTo>
                      <a:pt x="17847" y="12891"/>
                      <a:pt x="17823" y="12891"/>
                      <a:pt x="17798" y="12891"/>
                    </a:cubicBezTo>
                    <a:cubicBezTo>
                      <a:pt x="17798" y="12915"/>
                      <a:pt x="17798" y="12939"/>
                      <a:pt x="17798" y="12964"/>
                    </a:cubicBezTo>
                    <a:cubicBezTo>
                      <a:pt x="17774" y="12964"/>
                      <a:pt x="17750" y="12964"/>
                      <a:pt x="17725" y="12964"/>
                    </a:cubicBezTo>
                    <a:cubicBezTo>
                      <a:pt x="17725" y="12988"/>
                      <a:pt x="17725" y="13012"/>
                      <a:pt x="17725" y="13037"/>
                    </a:cubicBezTo>
                    <a:cubicBezTo>
                      <a:pt x="17700" y="13037"/>
                      <a:pt x="17676" y="13037"/>
                      <a:pt x="17651" y="13037"/>
                    </a:cubicBezTo>
                    <a:cubicBezTo>
                      <a:pt x="17651" y="13085"/>
                      <a:pt x="17651" y="13134"/>
                      <a:pt x="17651" y="13184"/>
                    </a:cubicBezTo>
                    <a:cubicBezTo>
                      <a:pt x="17627" y="13184"/>
                      <a:pt x="17603" y="13184"/>
                      <a:pt x="17578" y="13184"/>
                    </a:cubicBezTo>
                    <a:cubicBezTo>
                      <a:pt x="17578" y="13208"/>
                      <a:pt x="17578" y="13232"/>
                      <a:pt x="17578" y="13257"/>
                    </a:cubicBezTo>
                    <a:cubicBezTo>
                      <a:pt x="17554" y="13257"/>
                      <a:pt x="17530" y="13257"/>
                      <a:pt x="17505" y="13257"/>
                    </a:cubicBezTo>
                    <a:cubicBezTo>
                      <a:pt x="17505" y="13281"/>
                      <a:pt x="17505" y="13305"/>
                      <a:pt x="17505" y="13330"/>
                    </a:cubicBezTo>
                    <a:cubicBezTo>
                      <a:pt x="17457" y="13330"/>
                      <a:pt x="17408" y="13330"/>
                      <a:pt x="17358" y="13330"/>
                    </a:cubicBezTo>
                    <a:cubicBezTo>
                      <a:pt x="17358" y="13354"/>
                      <a:pt x="17358" y="13378"/>
                      <a:pt x="17358" y="13403"/>
                    </a:cubicBezTo>
                    <a:cubicBezTo>
                      <a:pt x="17310" y="13403"/>
                      <a:pt x="17262" y="13403"/>
                      <a:pt x="17212" y="13403"/>
                    </a:cubicBezTo>
                    <a:cubicBezTo>
                      <a:pt x="17212" y="13427"/>
                      <a:pt x="17212" y="13452"/>
                      <a:pt x="17212" y="13477"/>
                    </a:cubicBezTo>
                    <a:cubicBezTo>
                      <a:pt x="11750" y="13477"/>
                      <a:pt x="6287" y="13477"/>
                      <a:pt x="659" y="13477"/>
                    </a:cubicBezTo>
                    <a:cubicBezTo>
                      <a:pt x="659" y="13452"/>
                      <a:pt x="659" y="13428"/>
                      <a:pt x="659" y="13403"/>
                    </a:cubicBezTo>
                    <a:cubicBezTo>
                      <a:pt x="611" y="13403"/>
                      <a:pt x="562" y="13403"/>
                      <a:pt x="513" y="13403"/>
                    </a:cubicBezTo>
                    <a:cubicBezTo>
                      <a:pt x="513" y="13379"/>
                      <a:pt x="513" y="13355"/>
                      <a:pt x="513" y="13330"/>
                    </a:cubicBezTo>
                    <a:cubicBezTo>
                      <a:pt x="502" y="13332"/>
                      <a:pt x="492" y="13334"/>
                      <a:pt x="481" y="13336"/>
                    </a:cubicBezTo>
                    <a:cubicBezTo>
                      <a:pt x="439" y="13330"/>
                      <a:pt x="439" y="13330"/>
                      <a:pt x="403" y="13291"/>
                    </a:cubicBezTo>
                    <a:cubicBezTo>
                      <a:pt x="390" y="13275"/>
                      <a:pt x="378" y="13258"/>
                      <a:pt x="366" y="13241"/>
                    </a:cubicBezTo>
                    <a:cubicBezTo>
                      <a:pt x="322" y="13179"/>
                      <a:pt x="291" y="13143"/>
                      <a:pt x="220" y="13110"/>
                    </a:cubicBezTo>
                    <a:cubicBezTo>
                      <a:pt x="215" y="13071"/>
                      <a:pt x="215" y="13071"/>
                      <a:pt x="220" y="13037"/>
                    </a:cubicBezTo>
                    <a:cubicBezTo>
                      <a:pt x="196" y="13037"/>
                      <a:pt x="171" y="13037"/>
                      <a:pt x="146" y="13037"/>
                    </a:cubicBezTo>
                    <a:cubicBezTo>
                      <a:pt x="146" y="12989"/>
                      <a:pt x="146" y="12940"/>
                      <a:pt x="146" y="12891"/>
                    </a:cubicBezTo>
                    <a:cubicBezTo>
                      <a:pt x="122" y="12891"/>
                      <a:pt x="98" y="12891"/>
                      <a:pt x="73" y="12891"/>
                    </a:cubicBezTo>
                    <a:cubicBezTo>
                      <a:pt x="73" y="12794"/>
                      <a:pt x="73" y="12697"/>
                      <a:pt x="73" y="12598"/>
                    </a:cubicBezTo>
                    <a:cubicBezTo>
                      <a:pt x="49" y="12598"/>
                      <a:pt x="25" y="12598"/>
                      <a:pt x="0" y="12598"/>
                    </a:cubicBezTo>
                    <a:cubicBezTo>
                      <a:pt x="0" y="8730"/>
                      <a:pt x="0" y="4863"/>
                      <a:pt x="0" y="879"/>
                    </a:cubicBezTo>
                    <a:cubicBezTo>
                      <a:pt x="24" y="879"/>
                      <a:pt x="48" y="879"/>
                      <a:pt x="73" y="879"/>
                    </a:cubicBezTo>
                    <a:cubicBezTo>
                      <a:pt x="73" y="806"/>
                      <a:pt x="73" y="734"/>
                      <a:pt x="73" y="659"/>
                    </a:cubicBezTo>
                    <a:cubicBezTo>
                      <a:pt x="97" y="659"/>
                      <a:pt x="122" y="659"/>
                      <a:pt x="146" y="659"/>
                    </a:cubicBezTo>
                    <a:cubicBezTo>
                      <a:pt x="145" y="650"/>
                      <a:pt x="144" y="641"/>
                      <a:pt x="142" y="631"/>
                    </a:cubicBezTo>
                    <a:cubicBezTo>
                      <a:pt x="137" y="572"/>
                      <a:pt x="134" y="530"/>
                      <a:pt x="170" y="481"/>
                    </a:cubicBezTo>
                    <a:cubicBezTo>
                      <a:pt x="203" y="451"/>
                      <a:pt x="237" y="425"/>
                      <a:pt x="272" y="398"/>
                    </a:cubicBezTo>
                    <a:cubicBezTo>
                      <a:pt x="296" y="380"/>
                      <a:pt x="320" y="362"/>
                      <a:pt x="343" y="343"/>
                    </a:cubicBezTo>
                    <a:cubicBezTo>
                      <a:pt x="348" y="339"/>
                      <a:pt x="348" y="339"/>
                      <a:pt x="375" y="319"/>
                    </a:cubicBezTo>
                    <a:cubicBezTo>
                      <a:pt x="403" y="293"/>
                      <a:pt x="403" y="293"/>
                      <a:pt x="422" y="253"/>
                    </a:cubicBezTo>
                    <a:cubicBezTo>
                      <a:pt x="428" y="242"/>
                      <a:pt x="434" y="231"/>
                      <a:pt x="439" y="220"/>
                    </a:cubicBezTo>
                    <a:cubicBezTo>
                      <a:pt x="478" y="215"/>
                      <a:pt x="478" y="215"/>
                      <a:pt x="513" y="220"/>
                    </a:cubicBezTo>
                    <a:cubicBezTo>
                      <a:pt x="513" y="196"/>
                      <a:pt x="513" y="171"/>
                      <a:pt x="513" y="146"/>
                    </a:cubicBezTo>
                    <a:cubicBezTo>
                      <a:pt x="537" y="146"/>
                      <a:pt x="561" y="146"/>
                      <a:pt x="586" y="146"/>
                    </a:cubicBezTo>
                    <a:cubicBezTo>
                      <a:pt x="586" y="122"/>
                      <a:pt x="586" y="98"/>
                      <a:pt x="586" y="73"/>
                    </a:cubicBezTo>
                    <a:cubicBezTo>
                      <a:pt x="707" y="73"/>
                      <a:pt x="828" y="73"/>
                      <a:pt x="952" y="73"/>
                    </a:cubicBezTo>
                    <a:cubicBezTo>
                      <a:pt x="952" y="49"/>
                      <a:pt x="952" y="25"/>
                      <a:pt x="952" y="0"/>
                    </a:cubicBezTo>
                    <a:close/>
                    <a:moveTo>
                      <a:pt x="1025" y="513"/>
                    </a:moveTo>
                    <a:cubicBezTo>
                      <a:pt x="1025" y="537"/>
                      <a:pt x="1025" y="561"/>
                      <a:pt x="1025" y="586"/>
                    </a:cubicBezTo>
                    <a:cubicBezTo>
                      <a:pt x="977" y="586"/>
                      <a:pt x="929" y="586"/>
                      <a:pt x="879" y="586"/>
                    </a:cubicBezTo>
                    <a:cubicBezTo>
                      <a:pt x="879" y="610"/>
                      <a:pt x="879" y="634"/>
                      <a:pt x="879" y="659"/>
                    </a:cubicBezTo>
                    <a:cubicBezTo>
                      <a:pt x="831" y="659"/>
                      <a:pt x="782" y="659"/>
                      <a:pt x="732" y="659"/>
                    </a:cubicBezTo>
                    <a:cubicBezTo>
                      <a:pt x="732" y="683"/>
                      <a:pt x="732" y="708"/>
                      <a:pt x="732" y="732"/>
                    </a:cubicBezTo>
                    <a:cubicBezTo>
                      <a:pt x="708" y="732"/>
                      <a:pt x="684" y="732"/>
                      <a:pt x="659" y="732"/>
                    </a:cubicBezTo>
                    <a:cubicBezTo>
                      <a:pt x="659" y="757"/>
                      <a:pt x="659" y="781"/>
                      <a:pt x="659" y="806"/>
                    </a:cubicBezTo>
                    <a:cubicBezTo>
                      <a:pt x="635" y="806"/>
                      <a:pt x="611" y="806"/>
                      <a:pt x="586" y="806"/>
                    </a:cubicBezTo>
                    <a:cubicBezTo>
                      <a:pt x="530" y="951"/>
                      <a:pt x="502" y="1076"/>
                      <a:pt x="504" y="1233"/>
                    </a:cubicBezTo>
                    <a:cubicBezTo>
                      <a:pt x="504" y="1253"/>
                      <a:pt x="504" y="1273"/>
                      <a:pt x="503" y="1293"/>
                    </a:cubicBezTo>
                    <a:cubicBezTo>
                      <a:pt x="503" y="1348"/>
                      <a:pt x="503" y="1402"/>
                      <a:pt x="504" y="1457"/>
                    </a:cubicBezTo>
                    <a:cubicBezTo>
                      <a:pt x="504" y="1516"/>
                      <a:pt x="504" y="1575"/>
                      <a:pt x="504" y="1635"/>
                    </a:cubicBezTo>
                    <a:cubicBezTo>
                      <a:pt x="504" y="1739"/>
                      <a:pt x="504" y="1843"/>
                      <a:pt x="504" y="1947"/>
                    </a:cubicBezTo>
                    <a:cubicBezTo>
                      <a:pt x="504" y="2102"/>
                      <a:pt x="504" y="2256"/>
                      <a:pt x="504" y="2411"/>
                    </a:cubicBezTo>
                    <a:cubicBezTo>
                      <a:pt x="504" y="2671"/>
                      <a:pt x="505" y="2932"/>
                      <a:pt x="505" y="3192"/>
                    </a:cubicBezTo>
                    <a:cubicBezTo>
                      <a:pt x="505" y="3449"/>
                      <a:pt x="506" y="3707"/>
                      <a:pt x="506" y="3965"/>
                    </a:cubicBezTo>
                    <a:cubicBezTo>
                      <a:pt x="506" y="3981"/>
                      <a:pt x="506" y="3997"/>
                      <a:pt x="506" y="4013"/>
                    </a:cubicBezTo>
                    <a:cubicBezTo>
                      <a:pt x="506" y="4095"/>
                      <a:pt x="506" y="4176"/>
                      <a:pt x="506" y="4257"/>
                    </a:cubicBezTo>
                    <a:cubicBezTo>
                      <a:pt x="506" y="4834"/>
                      <a:pt x="506" y="5410"/>
                      <a:pt x="507" y="5986"/>
                    </a:cubicBezTo>
                    <a:cubicBezTo>
                      <a:pt x="508" y="6546"/>
                      <a:pt x="508" y="7106"/>
                      <a:pt x="509" y="7666"/>
                    </a:cubicBezTo>
                    <a:cubicBezTo>
                      <a:pt x="509" y="7683"/>
                      <a:pt x="509" y="7700"/>
                      <a:pt x="509" y="7718"/>
                    </a:cubicBezTo>
                    <a:cubicBezTo>
                      <a:pt x="509" y="7891"/>
                      <a:pt x="509" y="8065"/>
                      <a:pt x="509" y="8238"/>
                    </a:cubicBezTo>
                    <a:cubicBezTo>
                      <a:pt x="509" y="8591"/>
                      <a:pt x="509" y="8944"/>
                      <a:pt x="510" y="9297"/>
                    </a:cubicBezTo>
                    <a:cubicBezTo>
                      <a:pt x="510" y="9313"/>
                      <a:pt x="510" y="9330"/>
                      <a:pt x="510" y="9346"/>
                    </a:cubicBezTo>
                    <a:cubicBezTo>
                      <a:pt x="510" y="10430"/>
                      <a:pt x="511" y="11514"/>
                      <a:pt x="513" y="12598"/>
                    </a:cubicBezTo>
                    <a:cubicBezTo>
                      <a:pt x="537" y="12598"/>
                      <a:pt x="561" y="12598"/>
                      <a:pt x="586" y="12598"/>
                    </a:cubicBezTo>
                    <a:cubicBezTo>
                      <a:pt x="586" y="12622"/>
                      <a:pt x="586" y="12646"/>
                      <a:pt x="586" y="12671"/>
                    </a:cubicBezTo>
                    <a:cubicBezTo>
                      <a:pt x="610" y="12671"/>
                      <a:pt x="634" y="12671"/>
                      <a:pt x="659" y="12671"/>
                    </a:cubicBezTo>
                    <a:cubicBezTo>
                      <a:pt x="659" y="12719"/>
                      <a:pt x="659" y="12768"/>
                      <a:pt x="659" y="12817"/>
                    </a:cubicBezTo>
                    <a:cubicBezTo>
                      <a:pt x="683" y="12817"/>
                      <a:pt x="708" y="12817"/>
                      <a:pt x="732" y="12817"/>
                    </a:cubicBezTo>
                    <a:cubicBezTo>
                      <a:pt x="730" y="12828"/>
                      <a:pt x="728" y="12838"/>
                      <a:pt x="726" y="12849"/>
                    </a:cubicBezTo>
                    <a:cubicBezTo>
                      <a:pt x="733" y="12896"/>
                      <a:pt x="738" y="12901"/>
                      <a:pt x="774" y="12929"/>
                    </a:cubicBezTo>
                    <a:cubicBezTo>
                      <a:pt x="1027" y="13090"/>
                      <a:pt x="1329" y="13057"/>
                      <a:pt x="1617" y="13055"/>
                    </a:cubicBezTo>
                    <a:cubicBezTo>
                      <a:pt x="1698" y="13055"/>
                      <a:pt x="1780" y="13055"/>
                      <a:pt x="1861" y="13055"/>
                    </a:cubicBezTo>
                    <a:cubicBezTo>
                      <a:pt x="2004" y="13055"/>
                      <a:pt x="2147" y="13055"/>
                      <a:pt x="2290" y="13055"/>
                    </a:cubicBezTo>
                    <a:cubicBezTo>
                      <a:pt x="2443" y="13054"/>
                      <a:pt x="2596" y="13054"/>
                      <a:pt x="2750" y="13054"/>
                    </a:cubicBezTo>
                    <a:cubicBezTo>
                      <a:pt x="2759" y="13054"/>
                      <a:pt x="2769" y="13054"/>
                      <a:pt x="2779" y="13054"/>
                    </a:cubicBezTo>
                    <a:cubicBezTo>
                      <a:pt x="2829" y="13054"/>
                      <a:pt x="2878" y="13054"/>
                      <a:pt x="2927" y="13054"/>
                    </a:cubicBezTo>
                    <a:cubicBezTo>
                      <a:pt x="3285" y="13054"/>
                      <a:pt x="3642" y="13053"/>
                      <a:pt x="4000" y="13053"/>
                    </a:cubicBezTo>
                    <a:cubicBezTo>
                      <a:pt x="4354" y="13052"/>
                      <a:pt x="4707" y="13051"/>
                      <a:pt x="5061" y="13051"/>
                    </a:cubicBezTo>
                    <a:cubicBezTo>
                      <a:pt x="5072" y="13051"/>
                      <a:pt x="5083" y="13051"/>
                      <a:pt x="5095" y="13051"/>
                    </a:cubicBezTo>
                    <a:cubicBezTo>
                      <a:pt x="5195" y="13051"/>
                      <a:pt x="5296" y="13051"/>
                      <a:pt x="5396" y="13051"/>
                    </a:cubicBezTo>
                    <a:cubicBezTo>
                      <a:pt x="5646" y="13051"/>
                      <a:pt x="5896" y="13051"/>
                      <a:pt x="6145" y="13050"/>
                    </a:cubicBezTo>
                    <a:cubicBezTo>
                      <a:pt x="6157" y="13050"/>
                      <a:pt x="6168" y="13050"/>
                      <a:pt x="6180" y="13050"/>
                    </a:cubicBezTo>
                    <a:cubicBezTo>
                      <a:pt x="6732" y="13050"/>
                      <a:pt x="7285" y="13049"/>
                      <a:pt x="7838" y="13048"/>
                    </a:cubicBezTo>
                    <a:cubicBezTo>
                      <a:pt x="8030" y="13048"/>
                      <a:pt x="8221" y="13047"/>
                      <a:pt x="8413" y="13047"/>
                    </a:cubicBezTo>
                    <a:cubicBezTo>
                      <a:pt x="8425" y="13047"/>
                      <a:pt x="8437" y="13047"/>
                      <a:pt x="8449" y="13047"/>
                    </a:cubicBezTo>
                    <a:cubicBezTo>
                      <a:pt x="9002" y="13046"/>
                      <a:pt x="9556" y="13046"/>
                      <a:pt x="10109" y="13045"/>
                    </a:cubicBezTo>
                    <a:cubicBezTo>
                      <a:pt x="10145" y="13045"/>
                      <a:pt x="10180" y="13045"/>
                      <a:pt x="10216" y="13045"/>
                    </a:cubicBezTo>
                    <a:cubicBezTo>
                      <a:pt x="10455" y="13045"/>
                      <a:pt x="10693" y="13045"/>
                      <a:pt x="10931" y="13045"/>
                    </a:cubicBezTo>
                    <a:cubicBezTo>
                      <a:pt x="11404" y="13044"/>
                      <a:pt x="11878" y="13044"/>
                      <a:pt x="12352" y="13043"/>
                    </a:cubicBezTo>
                    <a:cubicBezTo>
                      <a:pt x="12374" y="13043"/>
                      <a:pt x="12397" y="13043"/>
                      <a:pt x="12419" y="13043"/>
                    </a:cubicBezTo>
                    <a:cubicBezTo>
                      <a:pt x="13434" y="13042"/>
                      <a:pt x="14450" y="13041"/>
                      <a:pt x="15465" y="13039"/>
                    </a:cubicBezTo>
                    <a:cubicBezTo>
                      <a:pt x="15474" y="13039"/>
                      <a:pt x="15484" y="13039"/>
                      <a:pt x="15493" y="13039"/>
                    </a:cubicBezTo>
                    <a:cubicBezTo>
                      <a:pt x="15969" y="13039"/>
                      <a:pt x="16444" y="13038"/>
                      <a:pt x="16919" y="13037"/>
                    </a:cubicBezTo>
                    <a:cubicBezTo>
                      <a:pt x="16919" y="13013"/>
                      <a:pt x="16919" y="12989"/>
                      <a:pt x="16919" y="12964"/>
                    </a:cubicBezTo>
                    <a:cubicBezTo>
                      <a:pt x="16967" y="12964"/>
                      <a:pt x="17016" y="12964"/>
                      <a:pt x="17065" y="12964"/>
                    </a:cubicBezTo>
                    <a:cubicBezTo>
                      <a:pt x="17065" y="12940"/>
                      <a:pt x="17065" y="12916"/>
                      <a:pt x="17065" y="12891"/>
                    </a:cubicBezTo>
                    <a:cubicBezTo>
                      <a:pt x="17114" y="12891"/>
                      <a:pt x="17162" y="12891"/>
                      <a:pt x="17212" y="12891"/>
                    </a:cubicBezTo>
                    <a:cubicBezTo>
                      <a:pt x="17212" y="12866"/>
                      <a:pt x="17212" y="12842"/>
                      <a:pt x="17212" y="12817"/>
                    </a:cubicBezTo>
                    <a:cubicBezTo>
                      <a:pt x="17236" y="12817"/>
                      <a:pt x="17260" y="12817"/>
                      <a:pt x="17285" y="12817"/>
                    </a:cubicBezTo>
                    <a:cubicBezTo>
                      <a:pt x="17285" y="12793"/>
                      <a:pt x="17285" y="12769"/>
                      <a:pt x="17285" y="12744"/>
                    </a:cubicBezTo>
                    <a:cubicBezTo>
                      <a:pt x="17309" y="12744"/>
                      <a:pt x="17333" y="12744"/>
                      <a:pt x="17358" y="12744"/>
                    </a:cubicBezTo>
                    <a:cubicBezTo>
                      <a:pt x="17459" y="12540"/>
                      <a:pt x="17442" y="12317"/>
                      <a:pt x="17441" y="12096"/>
                    </a:cubicBezTo>
                    <a:cubicBezTo>
                      <a:pt x="17440" y="12037"/>
                      <a:pt x="17441" y="11978"/>
                      <a:pt x="17441" y="11919"/>
                    </a:cubicBezTo>
                    <a:cubicBezTo>
                      <a:pt x="17441" y="11815"/>
                      <a:pt x="17441" y="11712"/>
                      <a:pt x="17440" y="11608"/>
                    </a:cubicBezTo>
                    <a:cubicBezTo>
                      <a:pt x="17440" y="11455"/>
                      <a:pt x="17440" y="11301"/>
                      <a:pt x="17440" y="11147"/>
                    </a:cubicBezTo>
                    <a:cubicBezTo>
                      <a:pt x="17440" y="10889"/>
                      <a:pt x="17440" y="10630"/>
                      <a:pt x="17439" y="10372"/>
                    </a:cubicBezTo>
                    <a:cubicBezTo>
                      <a:pt x="17439" y="10116"/>
                      <a:pt x="17439" y="9860"/>
                      <a:pt x="17439" y="9604"/>
                    </a:cubicBezTo>
                    <a:cubicBezTo>
                      <a:pt x="17439" y="9588"/>
                      <a:pt x="17439" y="9572"/>
                      <a:pt x="17439" y="9555"/>
                    </a:cubicBezTo>
                    <a:cubicBezTo>
                      <a:pt x="17439" y="9475"/>
                      <a:pt x="17439" y="9394"/>
                      <a:pt x="17438" y="9313"/>
                    </a:cubicBezTo>
                    <a:cubicBezTo>
                      <a:pt x="17438" y="8740"/>
                      <a:pt x="17438" y="8168"/>
                      <a:pt x="17437" y="7595"/>
                    </a:cubicBezTo>
                    <a:cubicBezTo>
                      <a:pt x="17437" y="7039"/>
                      <a:pt x="17436" y="6482"/>
                      <a:pt x="17436" y="5926"/>
                    </a:cubicBezTo>
                    <a:cubicBezTo>
                      <a:pt x="17436" y="5918"/>
                      <a:pt x="17436" y="5918"/>
                      <a:pt x="17436" y="5874"/>
                    </a:cubicBezTo>
                    <a:cubicBezTo>
                      <a:pt x="17436" y="5702"/>
                      <a:pt x="17435" y="5530"/>
                      <a:pt x="17435" y="5358"/>
                    </a:cubicBezTo>
                    <a:cubicBezTo>
                      <a:pt x="17435" y="5007"/>
                      <a:pt x="17435" y="4656"/>
                      <a:pt x="17435" y="4305"/>
                    </a:cubicBezTo>
                    <a:cubicBezTo>
                      <a:pt x="17435" y="4289"/>
                      <a:pt x="17435" y="4273"/>
                      <a:pt x="17435" y="4256"/>
                    </a:cubicBezTo>
                    <a:cubicBezTo>
                      <a:pt x="17434" y="3179"/>
                      <a:pt x="17433" y="2102"/>
                      <a:pt x="17432" y="1025"/>
                    </a:cubicBezTo>
                    <a:cubicBezTo>
                      <a:pt x="17407" y="1025"/>
                      <a:pt x="17383" y="1025"/>
                      <a:pt x="17358" y="1025"/>
                    </a:cubicBezTo>
                    <a:cubicBezTo>
                      <a:pt x="17356" y="1013"/>
                      <a:pt x="17354" y="1002"/>
                      <a:pt x="17352" y="989"/>
                    </a:cubicBezTo>
                    <a:cubicBezTo>
                      <a:pt x="17335" y="901"/>
                      <a:pt x="17316" y="817"/>
                      <a:pt x="17285" y="732"/>
                    </a:cubicBezTo>
                    <a:cubicBezTo>
                      <a:pt x="17261" y="732"/>
                      <a:pt x="17237" y="732"/>
                      <a:pt x="17212" y="732"/>
                    </a:cubicBezTo>
                    <a:cubicBezTo>
                      <a:pt x="17212" y="708"/>
                      <a:pt x="17212" y="684"/>
                      <a:pt x="17212" y="659"/>
                    </a:cubicBezTo>
                    <a:cubicBezTo>
                      <a:pt x="17188" y="659"/>
                      <a:pt x="17164" y="659"/>
                      <a:pt x="17139" y="659"/>
                    </a:cubicBezTo>
                    <a:cubicBezTo>
                      <a:pt x="17140" y="648"/>
                      <a:pt x="17141" y="637"/>
                      <a:pt x="17142" y="625"/>
                    </a:cubicBezTo>
                    <a:cubicBezTo>
                      <a:pt x="17139" y="586"/>
                      <a:pt x="17139" y="586"/>
                      <a:pt x="17116" y="563"/>
                    </a:cubicBezTo>
                    <a:cubicBezTo>
                      <a:pt x="16989" y="497"/>
                      <a:pt x="16864" y="503"/>
                      <a:pt x="16725" y="504"/>
                    </a:cubicBezTo>
                    <a:cubicBezTo>
                      <a:pt x="16697" y="504"/>
                      <a:pt x="16670" y="504"/>
                      <a:pt x="16643" y="503"/>
                    </a:cubicBezTo>
                    <a:cubicBezTo>
                      <a:pt x="16567" y="503"/>
                      <a:pt x="16492" y="503"/>
                      <a:pt x="16416" y="504"/>
                    </a:cubicBezTo>
                    <a:cubicBezTo>
                      <a:pt x="16334" y="504"/>
                      <a:pt x="16252" y="504"/>
                      <a:pt x="16170" y="504"/>
                    </a:cubicBezTo>
                    <a:cubicBezTo>
                      <a:pt x="16027" y="504"/>
                      <a:pt x="15883" y="504"/>
                      <a:pt x="15739" y="504"/>
                    </a:cubicBezTo>
                    <a:cubicBezTo>
                      <a:pt x="15585" y="504"/>
                      <a:pt x="15431" y="504"/>
                      <a:pt x="15277" y="504"/>
                    </a:cubicBezTo>
                    <a:cubicBezTo>
                      <a:pt x="15272" y="504"/>
                      <a:pt x="15272" y="504"/>
                      <a:pt x="15247" y="504"/>
                    </a:cubicBezTo>
                    <a:cubicBezTo>
                      <a:pt x="15198" y="504"/>
                      <a:pt x="15148" y="504"/>
                      <a:pt x="15098" y="504"/>
                    </a:cubicBezTo>
                    <a:cubicBezTo>
                      <a:pt x="14739" y="504"/>
                      <a:pt x="14379" y="505"/>
                      <a:pt x="14020" y="505"/>
                    </a:cubicBezTo>
                    <a:cubicBezTo>
                      <a:pt x="13664" y="505"/>
                      <a:pt x="13308" y="506"/>
                      <a:pt x="12952" y="506"/>
                    </a:cubicBezTo>
                    <a:cubicBezTo>
                      <a:pt x="12941" y="506"/>
                      <a:pt x="12930" y="506"/>
                      <a:pt x="12918" y="506"/>
                    </a:cubicBezTo>
                    <a:cubicBezTo>
                      <a:pt x="12817" y="506"/>
                      <a:pt x="12716" y="506"/>
                      <a:pt x="12615" y="506"/>
                    </a:cubicBezTo>
                    <a:cubicBezTo>
                      <a:pt x="12364" y="506"/>
                      <a:pt x="12113" y="506"/>
                      <a:pt x="11862" y="506"/>
                    </a:cubicBezTo>
                    <a:cubicBezTo>
                      <a:pt x="11856" y="506"/>
                      <a:pt x="11856" y="506"/>
                      <a:pt x="11828" y="506"/>
                    </a:cubicBezTo>
                    <a:cubicBezTo>
                      <a:pt x="11271" y="506"/>
                      <a:pt x="10715" y="507"/>
                      <a:pt x="10159" y="507"/>
                    </a:cubicBezTo>
                    <a:cubicBezTo>
                      <a:pt x="9966" y="507"/>
                      <a:pt x="9773" y="507"/>
                      <a:pt x="9581" y="508"/>
                    </a:cubicBezTo>
                    <a:cubicBezTo>
                      <a:pt x="9575" y="508"/>
                      <a:pt x="9575" y="508"/>
                      <a:pt x="9544" y="508"/>
                    </a:cubicBezTo>
                    <a:cubicBezTo>
                      <a:pt x="8988" y="508"/>
                      <a:pt x="8432" y="508"/>
                      <a:pt x="7875" y="509"/>
                    </a:cubicBezTo>
                    <a:cubicBezTo>
                      <a:pt x="7839" y="509"/>
                      <a:pt x="7803" y="509"/>
                      <a:pt x="7767" y="509"/>
                    </a:cubicBezTo>
                    <a:cubicBezTo>
                      <a:pt x="7528" y="509"/>
                      <a:pt x="7288" y="509"/>
                      <a:pt x="7049" y="509"/>
                    </a:cubicBezTo>
                    <a:cubicBezTo>
                      <a:pt x="6572" y="509"/>
                      <a:pt x="6096" y="509"/>
                      <a:pt x="5620" y="510"/>
                    </a:cubicBezTo>
                    <a:cubicBezTo>
                      <a:pt x="5597" y="510"/>
                      <a:pt x="5575" y="510"/>
                      <a:pt x="5552" y="510"/>
                    </a:cubicBezTo>
                    <a:cubicBezTo>
                      <a:pt x="4531" y="510"/>
                      <a:pt x="3510" y="511"/>
                      <a:pt x="2489" y="512"/>
                    </a:cubicBezTo>
                    <a:cubicBezTo>
                      <a:pt x="2479" y="512"/>
                      <a:pt x="2470" y="512"/>
                      <a:pt x="2460" y="512"/>
                    </a:cubicBezTo>
                    <a:cubicBezTo>
                      <a:pt x="1982" y="512"/>
                      <a:pt x="1504" y="512"/>
                      <a:pt x="1025" y="513"/>
                    </a:cubicBezTo>
                    <a:close/>
                  </a:path>
                </a:pathLst>
              </a:custGeom>
              <a:solidFill>
                <a:srgbClr val="251047"/>
              </a:solidFill>
              <a:ln w="465" cap="flat">
                <a:noFill/>
              </a:ln>
            </p:spPr>
          </p:sp>
          <p:sp>
            <p:nvSpPr>
              <p:cNvPr id="1354" name="ICON_PYTHON_LOGO_path_004"/>
              <p:cNvSpPr/>
              <p:nvPr/>
            </p:nvSpPr>
            <p:spPr>
              <a:xfrm>
                <a:off x="6206598" y="3323208"/>
                <a:ext cx="207489" cy="11043"/>
              </a:xfrm>
              <a:custGeom>
                <a:avLst/>
                <a:gdLst/>
                <a:ahLst/>
                <a:cxnLst/>
                <a:rect l="0" t="0" r="r" b="b"/>
                <a:pathLst>
                  <a:path w="16338" h="870" fill="norm" stroke="0">
                    <a:moveTo>
                      <a:pt x="183" y="0"/>
                    </a:moveTo>
                    <a:cubicBezTo>
                      <a:pt x="352" y="0"/>
                      <a:pt x="521" y="0"/>
                      <a:pt x="696" y="0"/>
                    </a:cubicBezTo>
                    <a:cubicBezTo>
                      <a:pt x="696" y="24"/>
                      <a:pt x="696" y="48"/>
                      <a:pt x="696" y="73"/>
                    </a:cubicBezTo>
                    <a:cubicBezTo>
                      <a:pt x="732" y="85"/>
                      <a:pt x="768" y="97"/>
                      <a:pt x="806" y="110"/>
                    </a:cubicBezTo>
                    <a:cubicBezTo>
                      <a:pt x="806" y="134"/>
                      <a:pt x="806" y="158"/>
                      <a:pt x="806" y="183"/>
                    </a:cubicBezTo>
                    <a:cubicBezTo>
                      <a:pt x="842" y="183"/>
                      <a:pt x="878" y="183"/>
                      <a:pt x="916" y="183"/>
                    </a:cubicBezTo>
                    <a:cubicBezTo>
                      <a:pt x="916" y="219"/>
                      <a:pt x="916" y="256"/>
                      <a:pt x="916" y="293"/>
                    </a:cubicBezTo>
                    <a:cubicBezTo>
                      <a:pt x="1157" y="293"/>
                      <a:pt x="1399" y="293"/>
                      <a:pt x="1648" y="293"/>
                    </a:cubicBezTo>
                    <a:cubicBezTo>
                      <a:pt x="1648" y="341"/>
                      <a:pt x="1648" y="390"/>
                      <a:pt x="1648" y="439"/>
                    </a:cubicBezTo>
                    <a:cubicBezTo>
                      <a:pt x="1696" y="439"/>
                      <a:pt x="1745" y="439"/>
                      <a:pt x="1794" y="439"/>
                    </a:cubicBezTo>
                    <a:cubicBezTo>
                      <a:pt x="1794" y="391"/>
                      <a:pt x="1794" y="343"/>
                      <a:pt x="1794" y="293"/>
                    </a:cubicBezTo>
                    <a:cubicBezTo>
                      <a:pt x="1819" y="293"/>
                      <a:pt x="1843" y="293"/>
                      <a:pt x="1868" y="293"/>
                    </a:cubicBezTo>
                    <a:cubicBezTo>
                      <a:pt x="1868" y="269"/>
                      <a:pt x="1868" y="245"/>
                      <a:pt x="1868" y="220"/>
                    </a:cubicBezTo>
                    <a:cubicBezTo>
                      <a:pt x="1940" y="220"/>
                      <a:pt x="2013" y="220"/>
                      <a:pt x="2087" y="220"/>
                    </a:cubicBezTo>
                    <a:cubicBezTo>
                      <a:pt x="2087" y="244"/>
                      <a:pt x="2087" y="268"/>
                      <a:pt x="2087" y="293"/>
                    </a:cubicBezTo>
                    <a:cubicBezTo>
                      <a:pt x="2498" y="293"/>
                      <a:pt x="2909" y="293"/>
                      <a:pt x="3333" y="293"/>
                    </a:cubicBezTo>
                    <a:cubicBezTo>
                      <a:pt x="3333" y="317"/>
                      <a:pt x="3333" y="341"/>
                      <a:pt x="3333" y="366"/>
                    </a:cubicBezTo>
                    <a:cubicBezTo>
                      <a:pt x="3405" y="366"/>
                      <a:pt x="3478" y="366"/>
                      <a:pt x="3552" y="366"/>
                    </a:cubicBezTo>
                    <a:cubicBezTo>
                      <a:pt x="3552" y="342"/>
                      <a:pt x="3552" y="318"/>
                      <a:pt x="3552" y="293"/>
                    </a:cubicBezTo>
                    <a:cubicBezTo>
                      <a:pt x="3601" y="293"/>
                      <a:pt x="3649" y="293"/>
                      <a:pt x="3699" y="293"/>
                    </a:cubicBezTo>
                    <a:cubicBezTo>
                      <a:pt x="3699" y="269"/>
                      <a:pt x="3699" y="245"/>
                      <a:pt x="3699" y="220"/>
                    </a:cubicBezTo>
                    <a:cubicBezTo>
                      <a:pt x="3747" y="220"/>
                      <a:pt x="3795" y="220"/>
                      <a:pt x="3845" y="220"/>
                    </a:cubicBezTo>
                    <a:cubicBezTo>
                      <a:pt x="3845" y="244"/>
                      <a:pt x="3845" y="268"/>
                      <a:pt x="3845" y="293"/>
                    </a:cubicBezTo>
                    <a:cubicBezTo>
                      <a:pt x="4933" y="293"/>
                      <a:pt x="6021" y="293"/>
                      <a:pt x="7141" y="293"/>
                    </a:cubicBezTo>
                    <a:cubicBezTo>
                      <a:pt x="7141" y="317"/>
                      <a:pt x="7141" y="341"/>
                      <a:pt x="7141" y="366"/>
                    </a:cubicBezTo>
                    <a:cubicBezTo>
                      <a:pt x="7189" y="366"/>
                      <a:pt x="7238" y="366"/>
                      <a:pt x="7288" y="366"/>
                    </a:cubicBezTo>
                    <a:cubicBezTo>
                      <a:pt x="7288" y="342"/>
                      <a:pt x="7288" y="318"/>
                      <a:pt x="7288" y="293"/>
                    </a:cubicBezTo>
                    <a:cubicBezTo>
                      <a:pt x="8230" y="293"/>
                      <a:pt x="9173" y="293"/>
                      <a:pt x="10144" y="293"/>
                    </a:cubicBezTo>
                    <a:cubicBezTo>
                      <a:pt x="10144" y="317"/>
                      <a:pt x="10144" y="341"/>
                      <a:pt x="10144" y="366"/>
                    </a:cubicBezTo>
                    <a:cubicBezTo>
                      <a:pt x="10289" y="366"/>
                      <a:pt x="10434" y="366"/>
                      <a:pt x="10583" y="366"/>
                    </a:cubicBezTo>
                    <a:cubicBezTo>
                      <a:pt x="10583" y="342"/>
                      <a:pt x="10583" y="318"/>
                      <a:pt x="10583" y="293"/>
                    </a:cubicBezTo>
                    <a:cubicBezTo>
                      <a:pt x="10680" y="293"/>
                      <a:pt x="10777" y="293"/>
                      <a:pt x="10876" y="293"/>
                    </a:cubicBezTo>
                    <a:cubicBezTo>
                      <a:pt x="10876" y="317"/>
                      <a:pt x="10876" y="341"/>
                      <a:pt x="10876" y="366"/>
                    </a:cubicBezTo>
                    <a:cubicBezTo>
                      <a:pt x="10973" y="366"/>
                      <a:pt x="11070" y="366"/>
                      <a:pt x="11169" y="366"/>
                    </a:cubicBezTo>
                    <a:cubicBezTo>
                      <a:pt x="11169" y="342"/>
                      <a:pt x="11169" y="318"/>
                      <a:pt x="11169" y="293"/>
                    </a:cubicBezTo>
                    <a:cubicBezTo>
                      <a:pt x="12088" y="293"/>
                      <a:pt x="13006" y="293"/>
                      <a:pt x="13953" y="293"/>
                    </a:cubicBezTo>
                    <a:cubicBezTo>
                      <a:pt x="13953" y="317"/>
                      <a:pt x="13953" y="341"/>
                      <a:pt x="13953" y="366"/>
                    </a:cubicBezTo>
                    <a:cubicBezTo>
                      <a:pt x="14001" y="366"/>
                      <a:pt x="14049" y="366"/>
                      <a:pt x="14099" y="366"/>
                    </a:cubicBezTo>
                    <a:cubicBezTo>
                      <a:pt x="14099" y="390"/>
                      <a:pt x="14099" y="415"/>
                      <a:pt x="14099" y="439"/>
                    </a:cubicBezTo>
                    <a:cubicBezTo>
                      <a:pt x="14123" y="439"/>
                      <a:pt x="14147" y="439"/>
                      <a:pt x="14172" y="439"/>
                    </a:cubicBezTo>
                    <a:cubicBezTo>
                      <a:pt x="14172" y="464"/>
                      <a:pt x="14172" y="488"/>
                      <a:pt x="14172" y="513"/>
                    </a:cubicBezTo>
                    <a:cubicBezTo>
                      <a:pt x="14197" y="513"/>
                      <a:pt x="14221" y="513"/>
                      <a:pt x="14246" y="513"/>
                    </a:cubicBezTo>
                    <a:cubicBezTo>
                      <a:pt x="14246" y="537"/>
                      <a:pt x="14246" y="561"/>
                      <a:pt x="14246" y="586"/>
                    </a:cubicBezTo>
                    <a:cubicBezTo>
                      <a:pt x="14270" y="586"/>
                      <a:pt x="14294" y="586"/>
                      <a:pt x="14319" y="586"/>
                    </a:cubicBezTo>
                    <a:cubicBezTo>
                      <a:pt x="14319" y="562"/>
                      <a:pt x="14319" y="538"/>
                      <a:pt x="14319" y="513"/>
                    </a:cubicBezTo>
                    <a:cubicBezTo>
                      <a:pt x="14343" y="513"/>
                      <a:pt x="14367" y="513"/>
                      <a:pt x="14392" y="513"/>
                    </a:cubicBezTo>
                    <a:cubicBezTo>
                      <a:pt x="14392" y="537"/>
                      <a:pt x="14392" y="561"/>
                      <a:pt x="14392" y="586"/>
                    </a:cubicBezTo>
                    <a:cubicBezTo>
                      <a:pt x="14513" y="586"/>
                      <a:pt x="14634" y="586"/>
                      <a:pt x="14758" y="586"/>
                    </a:cubicBezTo>
                    <a:cubicBezTo>
                      <a:pt x="14758" y="562"/>
                      <a:pt x="14758" y="538"/>
                      <a:pt x="14758" y="513"/>
                    </a:cubicBezTo>
                    <a:cubicBezTo>
                      <a:pt x="14782" y="513"/>
                      <a:pt x="14807" y="513"/>
                      <a:pt x="14832" y="513"/>
                    </a:cubicBezTo>
                    <a:cubicBezTo>
                      <a:pt x="14832" y="489"/>
                      <a:pt x="14832" y="464"/>
                      <a:pt x="14832" y="439"/>
                    </a:cubicBezTo>
                    <a:cubicBezTo>
                      <a:pt x="14856" y="439"/>
                      <a:pt x="14880" y="439"/>
                      <a:pt x="14905" y="439"/>
                    </a:cubicBezTo>
                    <a:cubicBezTo>
                      <a:pt x="14905" y="391"/>
                      <a:pt x="14905" y="343"/>
                      <a:pt x="14905" y="293"/>
                    </a:cubicBezTo>
                    <a:cubicBezTo>
                      <a:pt x="15171" y="293"/>
                      <a:pt x="15437" y="293"/>
                      <a:pt x="15710" y="293"/>
                    </a:cubicBezTo>
                    <a:cubicBezTo>
                      <a:pt x="15710" y="257"/>
                      <a:pt x="15710" y="220"/>
                      <a:pt x="15710" y="183"/>
                    </a:cubicBezTo>
                    <a:cubicBezTo>
                      <a:pt x="15783" y="171"/>
                      <a:pt x="15855" y="159"/>
                      <a:pt x="15930" y="146"/>
                    </a:cubicBezTo>
                    <a:cubicBezTo>
                      <a:pt x="15930" y="122"/>
                      <a:pt x="15930" y="98"/>
                      <a:pt x="15930" y="73"/>
                    </a:cubicBezTo>
                    <a:cubicBezTo>
                      <a:pt x="16051" y="73"/>
                      <a:pt x="16172" y="73"/>
                      <a:pt x="16296" y="73"/>
                    </a:cubicBezTo>
                    <a:cubicBezTo>
                      <a:pt x="16296" y="122"/>
                      <a:pt x="16296" y="170"/>
                      <a:pt x="16296" y="220"/>
                    </a:cubicBezTo>
                    <a:cubicBezTo>
                      <a:pt x="16248" y="220"/>
                      <a:pt x="16200" y="220"/>
                      <a:pt x="16150" y="220"/>
                    </a:cubicBezTo>
                    <a:cubicBezTo>
                      <a:pt x="16150" y="292"/>
                      <a:pt x="16150" y="365"/>
                      <a:pt x="16150" y="439"/>
                    </a:cubicBezTo>
                    <a:cubicBezTo>
                      <a:pt x="16174" y="439"/>
                      <a:pt x="16198" y="439"/>
                      <a:pt x="16223" y="439"/>
                    </a:cubicBezTo>
                    <a:cubicBezTo>
                      <a:pt x="16223" y="464"/>
                      <a:pt x="16223" y="488"/>
                      <a:pt x="16223" y="513"/>
                    </a:cubicBezTo>
                    <a:cubicBezTo>
                      <a:pt x="16199" y="513"/>
                      <a:pt x="16175" y="513"/>
                      <a:pt x="16150" y="513"/>
                    </a:cubicBezTo>
                    <a:cubicBezTo>
                      <a:pt x="16150" y="537"/>
                      <a:pt x="16150" y="561"/>
                      <a:pt x="16150" y="586"/>
                    </a:cubicBezTo>
                    <a:cubicBezTo>
                      <a:pt x="16161" y="585"/>
                      <a:pt x="16172" y="584"/>
                      <a:pt x="16183" y="583"/>
                    </a:cubicBezTo>
                    <a:cubicBezTo>
                      <a:pt x="16233" y="587"/>
                      <a:pt x="16248" y="601"/>
                      <a:pt x="16283" y="636"/>
                    </a:cubicBezTo>
                    <a:cubicBezTo>
                      <a:pt x="16292" y="646"/>
                      <a:pt x="16302" y="655"/>
                      <a:pt x="16312" y="665"/>
                    </a:cubicBezTo>
                    <a:cubicBezTo>
                      <a:pt x="16338" y="703"/>
                      <a:pt x="16335" y="724"/>
                      <a:pt x="16333" y="769"/>
                    </a:cubicBezTo>
                    <a:cubicBezTo>
                      <a:pt x="16133" y="870"/>
                      <a:pt x="15923" y="844"/>
                      <a:pt x="15708" y="830"/>
                    </a:cubicBezTo>
                    <a:cubicBezTo>
                      <a:pt x="15658" y="827"/>
                      <a:pt x="15609" y="825"/>
                      <a:pt x="15560" y="822"/>
                    </a:cubicBezTo>
                    <a:cubicBezTo>
                      <a:pt x="15463" y="817"/>
                      <a:pt x="15367" y="812"/>
                      <a:pt x="15271" y="806"/>
                    </a:cubicBezTo>
                    <a:cubicBezTo>
                      <a:pt x="15271" y="781"/>
                      <a:pt x="15271" y="757"/>
                      <a:pt x="15271" y="732"/>
                    </a:cubicBezTo>
                    <a:cubicBezTo>
                      <a:pt x="15247" y="732"/>
                      <a:pt x="15223" y="732"/>
                      <a:pt x="15198" y="732"/>
                    </a:cubicBezTo>
                    <a:cubicBezTo>
                      <a:pt x="15198" y="708"/>
                      <a:pt x="15198" y="684"/>
                      <a:pt x="15198" y="659"/>
                    </a:cubicBezTo>
                    <a:cubicBezTo>
                      <a:pt x="15149" y="659"/>
                      <a:pt x="15101" y="659"/>
                      <a:pt x="15051" y="659"/>
                    </a:cubicBezTo>
                    <a:cubicBezTo>
                      <a:pt x="15051" y="683"/>
                      <a:pt x="15051" y="708"/>
                      <a:pt x="15051" y="732"/>
                    </a:cubicBezTo>
                    <a:cubicBezTo>
                      <a:pt x="14979" y="732"/>
                      <a:pt x="14906" y="732"/>
                      <a:pt x="14832" y="732"/>
                    </a:cubicBezTo>
                    <a:cubicBezTo>
                      <a:pt x="14832" y="757"/>
                      <a:pt x="14832" y="781"/>
                      <a:pt x="14832" y="806"/>
                    </a:cubicBezTo>
                    <a:cubicBezTo>
                      <a:pt x="14300" y="806"/>
                      <a:pt x="13768" y="806"/>
                      <a:pt x="13220" y="806"/>
                    </a:cubicBezTo>
                    <a:cubicBezTo>
                      <a:pt x="13220" y="781"/>
                      <a:pt x="13220" y="757"/>
                      <a:pt x="13220" y="732"/>
                    </a:cubicBezTo>
                    <a:cubicBezTo>
                      <a:pt x="13027" y="732"/>
                      <a:pt x="12833" y="732"/>
                      <a:pt x="12634" y="732"/>
                    </a:cubicBezTo>
                    <a:cubicBezTo>
                      <a:pt x="12634" y="757"/>
                      <a:pt x="12634" y="781"/>
                      <a:pt x="12634" y="806"/>
                    </a:cubicBezTo>
                    <a:cubicBezTo>
                      <a:pt x="9033" y="806"/>
                      <a:pt x="5432" y="806"/>
                      <a:pt x="1721" y="806"/>
                    </a:cubicBezTo>
                    <a:cubicBezTo>
                      <a:pt x="1721" y="781"/>
                      <a:pt x="1721" y="757"/>
                      <a:pt x="1721" y="732"/>
                    </a:cubicBezTo>
                    <a:cubicBezTo>
                      <a:pt x="1697" y="732"/>
                      <a:pt x="1673" y="732"/>
                      <a:pt x="1648" y="732"/>
                    </a:cubicBezTo>
                    <a:cubicBezTo>
                      <a:pt x="1648" y="708"/>
                      <a:pt x="1648" y="684"/>
                      <a:pt x="1648" y="659"/>
                    </a:cubicBezTo>
                    <a:cubicBezTo>
                      <a:pt x="1527" y="659"/>
                      <a:pt x="1406" y="659"/>
                      <a:pt x="1282" y="659"/>
                    </a:cubicBezTo>
                    <a:cubicBezTo>
                      <a:pt x="1282" y="683"/>
                      <a:pt x="1282" y="708"/>
                      <a:pt x="1282" y="732"/>
                    </a:cubicBezTo>
                    <a:cubicBezTo>
                      <a:pt x="1185" y="732"/>
                      <a:pt x="1088" y="732"/>
                      <a:pt x="989" y="732"/>
                    </a:cubicBezTo>
                    <a:cubicBezTo>
                      <a:pt x="989" y="757"/>
                      <a:pt x="989" y="781"/>
                      <a:pt x="989" y="806"/>
                    </a:cubicBezTo>
                    <a:cubicBezTo>
                      <a:pt x="368" y="867"/>
                      <a:pt x="368" y="867"/>
                      <a:pt x="165" y="799"/>
                    </a:cubicBezTo>
                    <a:cubicBezTo>
                      <a:pt x="152" y="795"/>
                      <a:pt x="139" y="791"/>
                      <a:pt x="125" y="786"/>
                    </a:cubicBezTo>
                    <a:cubicBezTo>
                      <a:pt x="72" y="765"/>
                      <a:pt x="44" y="750"/>
                      <a:pt x="21" y="696"/>
                    </a:cubicBezTo>
                    <a:cubicBezTo>
                      <a:pt x="10" y="655"/>
                      <a:pt x="10" y="655"/>
                      <a:pt x="0" y="586"/>
                    </a:cubicBezTo>
                    <a:cubicBezTo>
                      <a:pt x="60" y="598"/>
                      <a:pt x="121" y="610"/>
                      <a:pt x="183" y="623"/>
                    </a:cubicBezTo>
                    <a:cubicBezTo>
                      <a:pt x="207" y="538"/>
                      <a:pt x="231" y="453"/>
                      <a:pt x="256" y="366"/>
                    </a:cubicBezTo>
                    <a:cubicBezTo>
                      <a:pt x="232" y="366"/>
                      <a:pt x="208" y="366"/>
                      <a:pt x="183" y="366"/>
                    </a:cubicBezTo>
                    <a:cubicBezTo>
                      <a:pt x="183" y="294"/>
                      <a:pt x="183" y="221"/>
                      <a:pt x="183" y="146"/>
                    </a:cubicBezTo>
                    <a:cubicBezTo>
                      <a:pt x="159" y="146"/>
                      <a:pt x="135" y="146"/>
                      <a:pt x="110" y="146"/>
                    </a:cubicBezTo>
                    <a:cubicBezTo>
                      <a:pt x="110" y="122"/>
                      <a:pt x="110" y="98"/>
                      <a:pt x="110" y="73"/>
                    </a:cubicBezTo>
                    <a:cubicBezTo>
                      <a:pt x="134" y="73"/>
                      <a:pt x="158" y="73"/>
                      <a:pt x="183" y="73"/>
                    </a:cubicBezTo>
                    <a:cubicBezTo>
                      <a:pt x="183" y="49"/>
                      <a:pt x="183" y="25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65" cap="flat">
                <a:noFill/>
              </a:ln>
            </p:spPr>
          </p:sp>
          <p:sp>
            <p:nvSpPr>
              <p:cNvPr id="1355" name="ICON_PYTHON_LOGO_path_005"/>
              <p:cNvSpPr/>
              <p:nvPr/>
            </p:nvSpPr>
            <p:spPr>
              <a:xfrm>
                <a:off x="6406121" y="3178101"/>
                <a:ext cx="13169" cy="155339"/>
              </a:xfrm>
              <a:custGeom>
                <a:avLst/>
                <a:gdLst/>
                <a:ahLst/>
                <a:cxnLst/>
                <a:rect l="0" t="0" r="r" b="b"/>
                <a:pathLst>
                  <a:path w="1037" h="12231" fill="norm" stroke="0">
                    <a:moveTo>
                      <a:pt x="806" y="0"/>
                    </a:moveTo>
                    <a:cubicBezTo>
                      <a:pt x="830" y="0"/>
                      <a:pt x="854" y="0"/>
                      <a:pt x="879" y="0"/>
                    </a:cubicBezTo>
                    <a:cubicBezTo>
                      <a:pt x="945" y="77"/>
                      <a:pt x="960" y="168"/>
                      <a:pt x="955" y="266"/>
                    </a:cubicBezTo>
                    <a:cubicBezTo>
                      <a:pt x="954" y="275"/>
                      <a:pt x="953" y="284"/>
                      <a:pt x="952" y="293"/>
                    </a:cubicBezTo>
                    <a:cubicBezTo>
                      <a:pt x="976" y="293"/>
                      <a:pt x="1000" y="293"/>
                      <a:pt x="1025" y="293"/>
                    </a:cubicBezTo>
                    <a:cubicBezTo>
                      <a:pt x="1027" y="1386"/>
                      <a:pt x="1028" y="2479"/>
                      <a:pt x="1029" y="3572"/>
                    </a:cubicBezTo>
                    <a:cubicBezTo>
                      <a:pt x="1029" y="3581"/>
                      <a:pt x="1029" y="3581"/>
                      <a:pt x="1029" y="3622"/>
                    </a:cubicBezTo>
                    <a:cubicBezTo>
                      <a:pt x="1029" y="3973"/>
                      <a:pt x="1029" y="4325"/>
                      <a:pt x="1029" y="4676"/>
                    </a:cubicBezTo>
                    <a:cubicBezTo>
                      <a:pt x="1029" y="4849"/>
                      <a:pt x="1029" y="5021"/>
                      <a:pt x="1029" y="5194"/>
                    </a:cubicBezTo>
                    <a:cubicBezTo>
                      <a:pt x="1029" y="5211"/>
                      <a:pt x="1029" y="5228"/>
                      <a:pt x="1029" y="5246"/>
                    </a:cubicBezTo>
                    <a:cubicBezTo>
                      <a:pt x="1030" y="5802"/>
                      <a:pt x="1030" y="6358"/>
                      <a:pt x="1031" y="6914"/>
                    </a:cubicBezTo>
                    <a:cubicBezTo>
                      <a:pt x="1032" y="7486"/>
                      <a:pt x="1032" y="8058"/>
                      <a:pt x="1032" y="8629"/>
                    </a:cubicBezTo>
                    <a:cubicBezTo>
                      <a:pt x="1032" y="8710"/>
                      <a:pt x="1032" y="8791"/>
                      <a:pt x="1032" y="8871"/>
                    </a:cubicBezTo>
                    <a:cubicBezTo>
                      <a:pt x="1032" y="8887"/>
                      <a:pt x="1032" y="8903"/>
                      <a:pt x="1032" y="8919"/>
                    </a:cubicBezTo>
                    <a:cubicBezTo>
                      <a:pt x="1032" y="9175"/>
                      <a:pt x="1033" y="9431"/>
                      <a:pt x="1033" y="9687"/>
                    </a:cubicBezTo>
                    <a:cubicBezTo>
                      <a:pt x="1034" y="9944"/>
                      <a:pt x="1034" y="10201"/>
                      <a:pt x="1034" y="10458"/>
                    </a:cubicBezTo>
                    <a:cubicBezTo>
                      <a:pt x="1034" y="10611"/>
                      <a:pt x="1034" y="10764"/>
                      <a:pt x="1034" y="10916"/>
                    </a:cubicBezTo>
                    <a:cubicBezTo>
                      <a:pt x="1035" y="11018"/>
                      <a:pt x="1035" y="11121"/>
                      <a:pt x="1034" y="11223"/>
                    </a:cubicBezTo>
                    <a:cubicBezTo>
                      <a:pt x="1034" y="11281"/>
                      <a:pt x="1034" y="11339"/>
                      <a:pt x="1035" y="11397"/>
                    </a:cubicBezTo>
                    <a:cubicBezTo>
                      <a:pt x="1037" y="11840"/>
                      <a:pt x="1037" y="11840"/>
                      <a:pt x="952" y="12012"/>
                    </a:cubicBezTo>
                    <a:cubicBezTo>
                      <a:pt x="928" y="12012"/>
                      <a:pt x="904" y="12012"/>
                      <a:pt x="879" y="12012"/>
                    </a:cubicBezTo>
                    <a:cubicBezTo>
                      <a:pt x="879" y="12036"/>
                      <a:pt x="879" y="12060"/>
                      <a:pt x="879" y="12085"/>
                    </a:cubicBezTo>
                    <a:cubicBezTo>
                      <a:pt x="855" y="12085"/>
                      <a:pt x="831" y="12085"/>
                      <a:pt x="806" y="12085"/>
                    </a:cubicBezTo>
                    <a:cubicBezTo>
                      <a:pt x="806" y="12109"/>
                      <a:pt x="806" y="12133"/>
                      <a:pt x="806" y="12158"/>
                    </a:cubicBezTo>
                    <a:cubicBezTo>
                      <a:pt x="757" y="12158"/>
                      <a:pt x="709" y="12158"/>
                      <a:pt x="659" y="12158"/>
                    </a:cubicBezTo>
                    <a:cubicBezTo>
                      <a:pt x="659" y="12182"/>
                      <a:pt x="659" y="12207"/>
                      <a:pt x="659" y="12231"/>
                    </a:cubicBezTo>
                    <a:cubicBezTo>
                      <a:pt x="611" y="12219"/>
                      <a:pt x="562" y="12207"/>
                      <a:pt x="513" y="12195"/>
                    </a:cubicBezTo>
                    <a:cubicBezTo>
                      <a:pt x="549" y="12195"/>
                      <a:pt x="585" y="12195"/>
                      <a:pt x="623" y="12195"/>
                    </a:cubicBezTo>
                    <a:cubicBezTo>
                      <a:pt x="623" y="12171"/>
                      <a:pt x="623" y="12146"/>
                      <a:pt x="623" y="12122"/>
                    </a:cubicBezTo>
                    <a:cubicBezTo>
                      <a:pt x="586" y="12109"/>
                      <a:pt x="550" y="12097"/>
                      <a:pt x="513" y="12085"/>
                    </a:cubicBezTo>
                    <a:cubicBezTo>
                      <a:pt x="513" y="12061"/>
                      <a:pt x="513" y="12037"/>
                      <a:pt x="513" y="12012"/>
                    </a:cubicBezTo>
                    <a:cubicBezTo>
                      <a:pt x="489" y="12012"/>
                      <a:pt x="464" y="12012"/>
                      <a:pt x="439" y="12012"/>
                    </a:cubicBezTo>
                    <a:cubicBezTo>
                      <a:pt x="439" y="11988"/>
                      <a:pt x="439" y="11963"/>
                      <a:pt x="439" y="11938"/>
                    </a:cubicBezTo>
                    <a:cubicBezTo>
                      <a:pt x="464" y="11938"/>
                      <a:pt x="488" y="11938"/>
                      <a:pt x="513" y="11938"/>
                    </a:cubicBezTo>
                    <a:cubicBezTo>
                      <a:pt x="513" y="11914"/>
                      <a:pt x="513" y="11890"/>
                      <a:pt x="513" y="11865"/>
                    </a:cubicBezTo>
                    <a:cubicBezTo>
                      <a:pt x="489" y="11865"/>
                      <a:pt x="464" y="11865"/>
                      <a:pt x="439" y="11865"/>
                    </a:cubicBezTo>
                    <a:cubicBezTo>
                      <a:pt x="439" y="11793"/>
                      <a:pt x="439" y="11720"/>
                      <a:pt x="439" y="11646"/>
                    </a:cubicBezTo>
                    <a:cubicBezTo>
                      <a:pt x="488" y="11646"/>
                      <a:pt x="536" y="11646"/>
                      <a:pt x="586" y="11646"/>
                    </a:cubicBezTo>
                    <a:cubicBezTo>
                      <a:pt x="586" y="11597"/>
                      <a:pt x="586" y="11549"/>
                      <a:pt x="586" y="11499"/>
                    </a:cubicBezTo>
                    <a:cubicBezTo>
                      <a:pt x="465" y="11499"/>
                      <a:pt x="344" y="11499"/>
                      <a:pt x="220" y="11499"/>
                    </a:cubicBezTo>
                    <a:cubicBezTo>
                      <a:pt x="220" y="11523"/>
                      <a:pt x="220" y="11547"/>
                      <a:pt x="220" y="11572"/>
                    </a:cubicBezTo>
                    <a:cubicBezTo>
                      <a:pt x="147" y="11584"/>
                      <a:pt x="75" y="11596"/>
                      <a:pt x="0" y="11609"/>
                    </a:cubicBezTo>
                    <a:cubicBezTo>
                      <a:pt x="45" y="11531"/>
                      <a:pt x="45" y="11531"/>
                      <a:pt x="73" y="11499"/>
                    </a:cubicBezTo>
                    <a:cubicBezTo>
                      <a:pt x="114" y="11492"/>
                      <a:pt x="114" y="11492"/>
                      <a:pt x="146" y="11499"/>
                    </a:cubicBezTo>
                    <a:cubicBezTo>
                      <a:pt x="146" y="11475"/>
                      <a:pt x="146" y="11451"/>
                      <a:pt x="146" y="11426"/>
                    </a:cubicBezTo>
                    <a:cubicBezTo>
                      <a:pt x="171" y="11426"/>
                      <a:pt x="195" y="11426"/>
                      <a:pt x="220" y="11426"/>
                    </a:cubicBezTo>
                    <a:cubicBezTo>
                      <a:pt x="220" y="11402"/>
                      <a:pt x="220" y="11377"/>
                      <a:pt x="220" y="11353"/>
                    </a:cubicBezTo>
                    <a:cubicBezTo>
                      <a:pt x="244" y="11353"/>
                      <a:pt x="268" y="11353"/>
                      <a:pt x="293" y="11353"/>
                    </a:cubicBezTo>
                    <a:cubicBezTo>
                      <a:pt x="293" y="8476"/>
                      <a:pt x="293" y="5600"/>
                      <a:pt x="293" y="2637"/>
                    </a:cubicBezTo>
                    <a:cubicBezTo>
                      <a:pt x="269" y="2637"/>
                      <a:pt x="245" y="2637"/>
                      <a:pt x="220" y="2637"/>
                    </a:cubicBezTo>
                    <a:cubicBezTo>
                      <a:pt x="221" y="2627"/>
                      <a:pt x="223" y="2617"/>
                      <a:pt x="225" y="2607"/>
                    </a:cubicBezTo>
                    <a:cubicBezTo>
                      <a:pt x="229" y="2564"/>
                      <a:pt x="231" y="2532"/>
                      <a:pt x="220" y="2490"/>
                    </a:cubicBezTo>
                    <a:cubicBezTo>
                      <a:pt x="175" y="2455"/>
                      <a:pt x="127" y="2435"/>
                      <a:pt x="73" y="2417"/>
                    </a:cubicBezTo>
                    <a:cubicBezTo>
                      <a:pt x="114" y="2392"/>
                      <a:pt x="137" y="2379"/>
                      <a:pt x="186" y="2385"/>
                    </a:cubicBezTo>
                    <a:cubicBezTo>
                      <a:pt x="198" y="2389"/>
                      <a:pt x="211" y="2392"/>
                      <a:pt x="224" y="2396"/>
                    </a:cubicBezTo>
                    <a:cubicBezTo>
                      <a:pt x="237" y="2400"/>
                      <a:pt x="250" y="2404"/>
                      <a:pt x="263" y="2408"/>
                    </a:cubicBezTo>
                    <a:cubicBezTo>
                      <a:pt x="268" y="2409"/>
                      <a:pt x="268" y="2409"/>
                      <a:pt x="293" y="2417"/>
                    </a:cubicBezTo>
                    <a:cubicBezTo>
                      <a:pt x="293" y="2441"/>
                      <a:pt x="293" y="2465"/>
                      <a:pt x="293" y="2490"/>
                    </a:cubicBezTo>
                    <a:cubicBezTo>
                      <a:pt x="317" y="2490"/>
                      <a:pt x="341" y="2490"/>
                      <a:pt x="366" y="2490"/>
                    </a:cubicBezTo>
                    <a:cubicBezTo>
                      <a:pt x="366" y="2514"/>
                      <a:pt x="366" y="2539"/>
                      <a:pt x="366" y="2563"/>
                    </a:cubicBezTo>
                    <a:cubicBezTo>
                      <a:pt x="415" y="2563"/>
                      <a:pt x="463" y="2563"/>
                      <a:pt x="513" y="2563"/>
                    </a:cubicBezTo>
                    <a:cubicBezTo>
                      <a:pt x="513" y="2539"/>
                      <a:pt x="513" y="2515"/>
                      <a:pt x="513" y="2490"/>
                    </a:cubicBezTo>
                    <a:cubicBezTo>
                      <a:pt x="537" y="2490"/>
                      <a:pt x="561" y="2490"/>
                      <a:pt x="586" y="2490"/>
                    </a:cubicBezTo>
                    <a:cubicBezTo>
                      <a:pt x="586" y="2466"/>
                      <a:pt x="586" y="2442"/>
                      <a:pt x="586" y="2417"/>
                    </a:cubicBezTo>
                    <a:cubicBezTo>
                      <a:pt x="610" y="2417"/>
                      <a:pt x="634" y="2417"/>
                      <a:pt x="659" y="2417"/>
                    </a:cubicBezTo>
                    <a:cubicBezTo>
                      <a:pt x="659" y="2393"/>
                      <a:pt x="659" y="2369"/>
                      <a:pt x="659" y="2344"/>
                    </a:cubicBezTo>
                    <a:cubicBezTo>
                      <a:pt x="635" y="2344"/>
                      <a:pt x="611" y="2344"/>
                      <a:pt x="586" y="2344"/>
                    </a:cubicBezTo>
                    <a:cubicBezTo>
                      <a:pt x="586" y="2271"/>
                      <a:pt x="586" y="2199"/>
                      <a:pt x="586" y="2124"/>
                    </a:cubicBezTo>
                    <a:cubicBezTo>
                      <a:pt x="610" y="2124"/>
                      <a:pt x="634" y="2124"/>
                      <a:pt x="659" y="2124"/>
                    </a:cubicBezTo>
                    <a:cubicBezTo>
                      <a:pt x="659" y="2052"/>
                      <a:pt x="659" y="1979"/>
                      <a:pt x="659" y="1904"/>
                    </a:cubicBezTo>
                    <a:cubicBezTo>
                      <a:pt x="708" y="1904"/>
                      <a:pt x="756" y="1904"/>
                      <a:pt x="806" y="1904"/>
                    </a:cubicBezTo>
                    <a:cubicBezTo>
                      <a:pt x="806" y="2073"/>
                      <a:pt x="806" y="2243"/>
                      <a:pt x="806" y="2417"/>
                    </a:cubicBezTo>
                    <a:cubicBezTo>
                      <a:pt x="854" y="2417"/>
                      <a:pt x="902" y="2417"/>
                      <a:pt x="952" y="2417"/>
                    </a:cubicBezTo>
                    <a:cubicBezTo>
                      <a:pt x="952" y="1909"/>
                      <a:pt x="952" y="1402"/>
                      <a:pt x="952" y="879"/>
                    </a:cubicBezTo>
                    <a:cubicBezTo>
                      <a:pt x="904" y="879"/>
                      <a:pt x="855" y="879"/>
                      <a:pt x="806" y="879"/>
                    </a:cubicBezTo>
                    <a:cubicBezTo>
                      <a:pt x="806" y="1169"/>
                      <a:pt x="806" y="1459"/>
                      <a:pt x="806" y="1758"/>
                    </a:cubicBezTo>
                    <a:cubicBezTo>
                      <a:pt x="757" y="1758"/>
                      <a:pt x="709" y="1758"/>
                      <a:pt x="659" y="1758"/>
                    </a:cubicBezTo>
                    <a:cubicBezTo>
                      <a:pt x="659" y="1274"/>
                      <a:pt x="659" y="791"/>
                      <a:pt x="659" y="293"/>
                    </a:cubicBezTo>
                    <a:cubicBezTo>
                      <a:pt x="635" y="293"/>
                      <a:pt x="611" y="293"/>
                      <a:pt x="586" y="293"/>
                    </a:cubicBezTo>
                    <a:cubicBezTo>
                      <a:pt x="586" y="269"/>
                      <a:pt x="586" y="245"/>
                      <a:pt x="586" y="220"/>
                    </a:cubicBezTo>
                    <a:cubicBezTo>
                      <a:pt x="610" y="220"/>
                      <a:pt x="634" y="220"/>
                      <a:pt x="659" y="220"/>
                    </a:cubicBezTo>
                    <a:cubicBezTo>
                      <a:pt x="659" y="196"/>
                      <a:pt x="659" y="171"/>
                      <a:pt x="659" y="146"/>
                    </a:cubicBezTo>
                    <a:cubicBezTo>
                      <a:pt x="720" y="146"/>
                      <a:pt x="780" y="146"/>
                      <a:pt x="842" y="146"/>
                    </a:cubicBezTo>
                    <a:cubicBezTo>
                      <a:pt x="830" y="98"/>
                      <a:pt x="818" y="50"/>
                      <a:pt x="806" y="0"/>
                    </a:cubicBezTo>
                    <a:close/>
                    <a:moveTo>
                      <a:pt x="439" y="2637"/>
                    </a:moveTo>
                    <a:cubicBezTo>
                      <a:pt x="439" y="2661"/>
                      <a:pt x="439" y="2685"/>
                      <a:pt x="439" y="2710"/>
                    </a:cubicBezTo>
                    <a:cubicBezTo>
                      <a:pt x="415" y="2710"/>
                      <a:pt x="391" y="2710"/>
                      <a:pt x="366" y="2710"/>
                    </a:cubicBezTo>
                    <a:cubicBezTo>
                      <a:pt x="366" y="5514"/>
                      <a:pt x="366" y="8317"/>
                      <a:pt x="366" y="11206"/>
                    </a:cubicBezTo>
                    <a:cubicBezTo>
                      <a:pt x="390" y="11206"/>
                      <a:pt x="415" y="11206"/>
                      <a:pt x="439" y="11206"/>
                    </a:cubicBezTo>
                    <a:cubicBezTo>
                      <a:pt x="439" y="11230"/>
                      <a:pt x="439" y="11254"/>
                      <a:pt x="439" y="11279"/>
                    </a:cubicBezTo>
                    <a:cubicBezTo>
                      <a:pt x="464" y="11279"/>
                      <a:pt x="488" y="11279"/>
                      <a:pt x="513" y="11279"/>
                    </a:cubicBezTo>
                    <a:cubicBezTo>
                      <a:pt x="513" y="11255"/>
                      <a:pt x="513" y="11231"/>
                      <a:pt x="513" y="11206"/>
                    </a:cubicBezTo>
                    <a:cubicBezTo>
                      <a:pt x="537" y="11206"/>
                      <a:pt x="561" y="11206"/>
                      <a:pt x="586" y="11206"/>
                    </a:cubicBezTo>
                    <a:cubicBezTo>
                      <a:pt x="586" y="11085"/>
                      <a:pt x="586" y="10964"/>
                      <a:pt x="586" y="10840"/>
                    </a:cubicBezTo>
                    <a:cubicBezTo>
                      <a:pt x="610" y="10840"/>
                      <a:pt x="634" y="10840"/>
                      <a:pt x="659" y="10840"/>
                    </a:cubicBezTo>
                    <a:cubicBezTo>
                      <a:pt x="659" y="10792"/>
                      <a:pt x="659" y="10743"/>
                      <a:pt x="659" y="10693"/>
                    </a:cubicBezTo>
                    <a:cubicBezTo>
                      <a:pt x="635" y="10693"/>
                      <a:pt x="611" y="10693"/>
                      <a:pt x="586" y="10693"/>
                    </a:cubicBezTo>
                    <a:cubicBezTo>
                      <a:pt x="586" y="10234"/>
                      <a:pt x="586" y="9775"/>
                      <a:pt x="586" y="9302"/>
                    </a:cubicBezTo>
                    <a:cubicBezTo>
                      <a:pt x="610" y="9302"/>
                      <a:pt x="634" y="9302"/>
                      <a:pt x="659" y="9302"/>
                    </a:cubicBezTo>
                    <a:cubicBezTo>
                      <a:pt x="659" y="9012"/>
                      <a:pt x="659" y="8722"/>
                      <a:pt x="659" y="8423"/>
                    </a:cubicBezTo>
                    <a:cubicBezTo>
                      <a:pt x="635" y="8423"/>
                      <a:pt x="611" y="8423"/>
                      <a:pt x="586" y="8423"/>
                    </a:cubicBezTo>
                    <a:cubicBezTo>
                      <a:pt x="586" y="7867"/>
                      <a:pt x="586" y="7311"/>
                      <a:pt x="586" y="6738"/>
                    </a:cubicBezTo>
                    <a:cubicBezTo>
                      <a:pt x="610" y="6738"/>
                      <a:pt x="634" y="6738"/>
                      <a:pt x="659" y="6738"/>
                    </a:cubicBezTo>
                    <a:cubicBezTo>
                      <a:pt x="659" y="5941"/>
                      <a:pt x="659" y="5143"/>
                      <a:pt x="659" y="4321"/>
                    </a:cubicBezTo>
                    <a:cubicBezTo>
                      <a:pt x="635" y="4321"/>
                      <a:pt x="611" y="4321"/>
                      <a:pt x="586" y="4321"/>
                    </a:cubicBezTo>
                    <a:cubicBezTo>
                      <a:pt x="586" y="4104"/>
                      <a:pt x="586" y="3886"/>
                      <a:pt x="586" y="3662"/>
                    </a:cubicBezTo>
                    <a:cubicBezTo>
                      <a:pt x="610" y="3662"/>
                      <a:pt x="634" y="3662"/>
                      <a:pt x="659" y="3662"/>
                    </a:cubicBezTo>
                    <a:cubicBezTo>
                      <a:pt x="659" y="3372"/>
                      <a:pt x="659" y="3082"/>
                      <a:pt x="659" y="2783"/>
                    </a:cubicBezTo>
                    <a:cubicBezTo>
                      <a:pt x="635" y="2783"/>
                      <a:pt x="611" y="2783"/>
                      <a:pt x="586" y="2783"/>
                    </a:cubicBezTo>
                    <a:cubicBezTo>
                      <a:pt x="586" y="2759"/>
                      <a:pt x="586" y="2735"/>
                      <a:pt x="586" y="2710"/>
                    </a:cubicBezTo>
                    <a:cubicBezTo>
                      <a:pt x="562" y="2710"/>
                      <a:pt x="538" y="2710"/>
                      <a:pt x="513" y="2710"/>
                    </a:cubicBezTo>
                    <a:cubicBezTo>
                      <a:pt x="513" y="2686"/>
                      <a:pt x="513" y="2662"/>
                      <a:pt x="513" y="2637"/>
                    </a:cubicBezTo>
                    <a:cubicBezTo>
                      <a:pt x="489" y="2637"/>
                      <a:pt x="464" y="2637"/>
                      <a:pt x="439" y="2637"/>
                    </a:cubicBezTo>
                    <a:close/>
                    <a:moveTo>
                      <a:pt x="806" y="2930"/>
                    </a:moveTo>
                    <a:cubicBezTo>
                      <a:pt x="806" y="3147"/>
                      <a:pt x="806" y="3365"/>
                      <a:pt x="806" y="3589"/>
                    </a:cubicBezTo>
                    <a:cubicBezTo>
                      <a:pt x="854" y="3589"/>
                      <a:pt x="902" y="3589"/>
                      <a:pt x="952" y="3589"/>
                    </a:cubicBezTo>
                    <a:cubicBezTo>
                      <a:pt x="952" y="3371"/>
                      <a:pt x="952" y="3154"/>
                      <a:pt x="952" y="2930"/>
                    </a:cubicBezTo>
                    <a:cubicBezTo>
                      <a:pt x="904" y="2930"/>
                      <a:pt x="855" y="2930"/>
                      <a:pt x="806" y="2930"/>
                    </a:cubicBezTo>
                    <a:close/>
                    <a:moveTo>
                      <a:pt x="806" y="3955"/>
                    </a:moveTo>
                    <a:cubicBezTo>
                      <a:pt x="806" y="4221"/>
                      <a:pt x="806" y="4487"/>
                      <a:pt x="806" y="4761"/>
                    </a:cubicBezTo>
                    <a:cubicBezTo>
                      <a:pt x="854" y="4761"/>
                      <a:pt x="902" y="4761"/>
                      <a:pt x="952" y="4761"/>
                    </a:cubicBezTo>
                    <a:cubicBezTo>
                      <a:pt x="952" y="4495"/>
                      <a:pt x="952" y="4229"/>
                      <a:pt x="952" y="3955"/>
                    </a:cubicBezTo>
                    <a:cubicBezTo>
                      <a:pt x="904" y="3955"/>
                      <a:pt x="855" y="3955"/>
                      <a:pt x="806" y="3955"/>
                    </a:cubicBezTo>
                    <a:close/>
                    <a:moveTo>
                      <a:pt x="806" y="7690"/>
                    </a:moveTo>
                    <a:cubicBezTo>
                      <a:pt x="806" y="7908"/>
                      <a:pt x="806" y="8125"/>
                      <a:pt x="806" y="8350"/>
                    </a:cubicBezTo>
                    <a:cubicBezTo>
                      <a:pt x="854" y="8350"/>
                      <a:pt x="902" y="8350"/>
                      <a:pt x="952" y="8350"/>
                    </a:cubicBezTo>
                    <a:cubicBezTo>
                      <a:pt x="952" y="8132"/>
                      <a:pt x="952" y="7915"/>
                      <a:pt x="952" y="7690"/>
                    </a:cubicBezTo>
                    <a:cubicBezTo>
                      <a:pt x="904" y="7690"/>
                      <a:pt x="855" y="7690"/>
                      <a:pt x="806" y="7690"/>
                    </a:cubicBezTo>
                    <a:close/>
                    <a:moveTo>
                      <a:pt x="806" y="8569"/>
                    </a:moveTo>
                    <a:cubicBezTo>
                      <a:pt x="806" y="8956"/>
                      <a:pt x="806" y="9343"/>
                      <a:pt x="806" y="9741"/>
                    </a:cubicBezTo>
                    <a:cubicBezTo>
                      <a:pt x="854" y="9741"/>
                      <a:pt x="902" y="9741"/>
                      <a:pt x="952" y="9741"/>
                    </a:cubicBezTo>
                    <a:cubicBezTo>
                      <a:pt x="952" y="9354"/>
                      <a:pt x="952" y="8968"/>
                      <a:pt x="952" y="8569"/>
                    </a:cubicBezTo>
                    <a:cubicBezTo>
                      <a:pt x="904" y="8569"/>
                      <a:pt x="855" y="8569"/>
                      <a:pt x="806" y="8569"/>
                    </a:cubicBezTo>
                    <a:close/>
                    <a:moveTo>
                      <a:pt x="806" y="9888"/>
                    </a:moveTo>
                    <a:cubicBezTo>
                      <a:pt x="806" y="10105"/>
                      <a:pt x="806" y="10323"/>
                      <a:pt x="806" y="10547"/>
                    </a:cubicBezTo>
                    <a:cubicBezTo>
                      <a:pt x="854" y="10547"/>
                      <a:pt x="902" y="10547"/>
                      <a:pt x="952" y="10547"/>
                    </a:cubicBezTo>
                    <a:cubicBezTo>
                      <a:pt x="952" y="10329"/>
                      <a:pt x="952" y="10112"/>
                      <a:pt x="952" y="9888"/>
                    </a:cubicBezTo>
                    <a:cubicBezTo>
                      <a:pt x="904" y="9888"/>
                      <a:pt x="855" y="9888"/>
                      <a:pt x="806" y="9888"/>
                    </a:cubicBezTo>
                    <a:close/>
                    <a:moveTo>
                      <a:pt x="806" y="11133"/>
                    </a:moveTo>
                    <a:cubicBezTo>
                      <a:pt x="806" y="11157"/>
                      <a:pt x="806" y="11181"/>
                      <a:pt x="806" y="11206"/>
                    </a:cubicBezTo>
                    <a:cubicBezTo>
                      <a:pt x="781" y="11206"/>
                      <a:pt x="757" y="11206"/>
                      <a:pt x="732" y="11206"/>
                    </a:cubicBezTo>
                    <a:cubicBezTo>
                      <a:pt x="732" y="11351"/>
                      <a:pt x="732" y="11496"/>
                      <a:pt x="732" y="11646"/>
                    </a:cubicBezTo>
                    <a:cubicBezTo>
                      <a:pt x="757" y="11646"/>
                      <a:pt x="781" y="11646"/>
                      <a:pt x="806" y="11646"/>
                    </a:cubicBezTo>
                    <a:cubicBezTo>
                      <a:pt x="818" y="11706"/>
                      <a:pt x="830" y="11766"/>
                      <a:pt x="842" y="11829"/>
                    </a:cubicBezTo>
                    <a:cubicBezTo>
                      <a:pt x="879" y="11829"/>
                      <a:pt x="915" y="11829"/>
                      <a:pt x="952" y="11829"/>
                    </a:cubicBezTo>
                    <a:cubicBezTo>
                      <a:pt x="1007" y="11688"/>
                      <a:pt x="985" y="11545"/>
                      <a:pt x="973" y="11398"/>
                    </a:cubicBezTo>
                    <a:cubicBezTo>
                      <a:pt x="971" y="11373"/>
                      <a:pt x="969" y="11347"/>
                      <a:pt x="967" y="11321"/>
                    </a:cubicBezTo>
                    <a:cubicBezTo>
                      <a:pt x="962" y="11258"/>
                      <a:pt x="957" y="11196"/>
                      <a:pt x="952" y="11133"/>
                    </a:cubicBezTo>
                    <a:cubicBezTo>
                      <a:pt x="904" y="11133"/>
                      <a:pt x="855" y="11133"/>
                      <a:pt x="806" y="11133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56" name="ICON_PYTHON_LOGO_path_006"/>
              <p:cNvSpPr/>
              <p:nvPr/>
            </p:nvSpPr>
            <p:spPr>
              <a:xfrm>
                <a:off x="6308452" y="3254375"/>
                <a:ext cx="65112" cy="11162"/>
              </a:xfrm>
              <a:custGeom>
                <a:avLst/>
                <a:gdLst/>
                <a:ahLst/>
                <a:cxnLst/>
                <a:rect l="0" t="0" r="r" b="b"/>
                <a:pathLst>
                  <a:path w="5127" h="879" fill="norm" stroke="0">
                    <a:moveTo>
                      <a:pt x="293" y="0"/>
                    </a:moveTo>
                    <a:cubicBezTo>
                      <a:pt x="1767" y="0"/>
                      <a:pt x="3242" y="0"/>
                      <a:pt x="4761" y="0"/>
                    </a:cubicBezTo>
                    <a:cubicBezTo>
                      <a:pt x="4761" y="24"/>
                      <a:pt x="4761" y="48"/>
                      <a:pt x="4761" y="73"/>
                    </a:cubicBezTo>
                    <a:cubicBezTo>
                      <a:pt x="4833" y="73"/>
                      <a:pt x="4906" y="73"/>
                      <a:pt x="4980" y="73"/>
                    </a:cubicBezTo>
                    <a:cubicBezTo>
                      <a:pt x="4980" y="97"/>
                      <a:pt x="4980" y="122"/>
                      <a:pt x="4980" y="146"/>
                    </a:cubicBezTo>
                    <a:cubicBezTo>
                      <a:pt x="5005" y="146"/>
                      <a:pt x="5029" y="146"/>
                      <a:pt x="5054" y="146"/>
                    </a:cubicBezTo>
                    <a:cubicBezTo>
                      <a:pt x="5054" y="195"/>
                      <a:pt x="5054" y="243"/>
                      <a:pt x="5054" y="293"/>
                    </a:cubicBezTo>
                    <a:cubicBezTo>
                      <a:pt x="5078" y="293"/>
                      <a:pt x="5102" y="293"/>
                      <a:pt x="5127" y="293"/>
                    </a:cubicBezTo>
                    <a:cubicBezTo>
                      <a:pt x="5127" y="390"/>
                      <a:pt x="5127" y="486"/>
                      <a:pt x="5127" y="586"/>
                    </a:cubicBezTo>
                    <a:cubicBezTo>
                      <a:pt x="5103" y="586"/>
                      <a:pt x="5079" y="586"/>
                      <a:pt x="5054" y="586"/>
                    </a:cubicBezTo>
                    <a:cubicBezTo>
                      <a:pt x="5054" y="634"/>
                      <a:pt x="5054" y="683"/>
                      <a:pt x="5054" y="732"/>
                    </a:cubicBezTo>
                    <a:cubicBezTo>
                      <a:pt x="5030" y="732"/>
                      <a:pt x="5005" y="732"/>
                      <a:pt x="4980" y="732"/>
                    </a:cubicBezTo>
                    <a:cubicBezTo>
                      <a:pt x="4980" y="757"/>
                      <a:pt x="4980" y="781"/>
                      <a:pt x="4980" y="806"/>
                    </a:cubicBezTo>
                    <a:cubicBezTo>
                      <a:pt x="4932" y="806"/>
                      <a:pt x="4884" y="806"/>
                      <a:pt x="4834" y="806"/>
                    </a:cubicBezTo>
                    <a:cubicBezTo>
                      <a:pt x="4834" y="830"/>
                      <a:pt x="4834" y="854"/>
                      <a:pt x="4834" y="879"/>
                    </a:cubicBezTo>
                    <a:cubicBezTo>
                      <a:pt x="3311" y="879"/>
                      <a:pt x="1789" y="879"/>
                      <a:pt x="220" y="879"/>
                    </a:cubicBezTo>
                    <a:cubicBezTo>
                      <a:pt x="220" y="855"/>
                      <a:pt x="220" y="831"/>
                      <a:pt x="220" y="806"/>
                    </a:cubicBezTo>
                    <a:cubicBezTo>
                      <a:pt x="196" y="806"/>
                      <a:pt x="171" y="806"/>
                      <a:pt x="146" y="806"/>
                    </a:cubicBezTo>
                    <a:cubicBezTo>
                      <a:pt x="146" y="781"/>
                      <a:pt x="146" y="757"/>
                      <a:pt x="146" y="732"/>
                    </a:cubicBezTo>
                    <a:cubicBezTo>
                      <a:pt x="122" y="732"/>
                      <a:pt x="98" y="732"/>
                      <a:pt x="73" y="732"/>
                    </a:cubicBezTo>
                    <a:cubicBezTo>
                      <a:pt x="73" y="708"/>
                      <a:pt x="73" y="684"/>
                      <a:pt x="73" y="659"/>
                    </a:cubicBezTo>
                    <a:cubicBezTo>
                      <a:pt x="49" y="659"/>
                      <a:pt x="25" y="659"/>
                      <a:pt x="0" y="659"/>
                    </a:cubicBezTo>
                    <a:cubicBezTo>
                      <a:pt x="0" y="538"/>
                      <a:pt x="0" y="417"/>
                      <a:pt x="0" y="293"/>
                    </a:cubicBezTo>
                    <a:cubicBezTo>
                      <a:pt x="24" y="293"/>
                      <a:pt x="48" y="293"/>
                      <a:pt x="73" y="293"/>
                    </a:cubicBezTo>
                    <a:cubicBezTo>
                      <a:pt x="73" y="245"/>
                      <a:pt x="73" y="196"/>
                      <a:pt x="73" y="146"/>
                    </a:cubicBezTo>
                    <a:cubicBezTo>
                      <a:pt x="97" y="146"/>
                      <a:pt x="122" y="146"/>
                      <a:pt x="146" y="146"/>
                    </a:cubicBezTo>
                    <a:cubicBezTo>
                      <a:pt x="146" y="122"/>
                      <a:pt x="146" y="98"/>
                      <a:pt x="146" y="73"/>
                    </a:cubicBezTo>
                    <a:cubicBezTo>
                      <a:pt x="195" y="73"/>
                      <a:pt x="243" y="73"/>
                      <a:pt x="293" y="73"/>
                    </a:cubicBezTo>
                    <a:cubicBezTo>
                      <a:pt x="293" y="49"/>
                      <a:pt x="293" y="25"/>
                      <a:pt x="2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57" name="ICON_PYTHON_LOGO_path_007"/>
              <p:cNvSpPr/>
              <p:nvPr/>
            </p:nvSpPr>
            <p:spPr>
              <a:xfrm>
                <a:off x="6257292" y="3276699"/>
                <a:ext cx="68833" cy="10232"/>
              </a:xfrm>
              <a:custGeom>
                <a:avLst/>
                <a:gdLst/>
                <a:ahLst/>
                <a:cxnLst/>
                <a:rect l="0" t="0" r="r" b="b"/>
                <a:pathLst>
                  <a:path w="5420" h="806" fill="norm" stroke="0">
                    <a:moveTo>
                      <a:pt x="220" y="0"/>
                    </a:moveTo>
                    <a:cubicBezTo>
                      <a:pt x="1863" y="0"/>
                      <a:pt x="3507" y="0"/>
                      <a:pt x="5200" y="0"/>
                    </a:cubicBezTo>
                    <a:cubicBezTo>
                      <a:pt x="5200" y="24"/>
                      <a:pt x="5200" y="48"/>
                      <a:pt x="5200" y="73"/>
                    </a:cubicBezTo>
                    <a:cubicBezTo>
                      <a:pt x="5249" y="73"/>
                      <a:pt x="5297" y="73"/>
                      <a:pt x="5347" y="73"/>
                    </a:cubicBezTo>
                    <a:cubicBezTo>
                      <a:pt x="5347" y="97"/>
                      <a:pt x="5347" y="122"/>
                      <a:pt x="5347" y="146"/>
                    </a:cubicBezTo>
                    <a:cubicBezTo>
                      <a:pt x="5371" y="146"/>
                      <a:pt x="5395" y="146"/>
                      <a:pt x="5420" y="146"/>
                    </a:cubicBezTo>
                    <a:cubicBezTo>
                      <a:pt x="5420" y="316"/>
                      <a:pt x="5420" y="485"/>
                      <a:pt x="5420" y="659"/>
                    </a:cubicBezTo>
                    <a:cubicBezTo>
                      <a:pt x="5396" y="659"/>
                      <a:pt x="5372" y="659"/>
                      <a:pt x="5347" y="659"/>
                    </a:cubicBezTo>
                    <a:cubicBezTo>
                      <a:pt x="5347" y="683"/>
                      <a:pt x="5347" y="708"/>
                      <a:pt x="5347" y="732"/>
                    </a:cubicBezTo>
                    <a:cubicBezTo>
                      <a:pt x="5323" y="732"/>
                      <a:pt x="5298" y="732"/>
                      <a:pt x="5273" y="732"/>
                    </a:cubicBezTo>
                    <a:cubicBezTo>
                      <a:pt x="5273" y="757"/>
                      <a:pt x="5273" y="781"/>
                      <a:pt x="5273" y="806"/>
                    </a:cubicBezTo>
                    <a:cubicBezTo>
                      <a:pt x="3606" y="806"/>
                      <a:pt x="1938" y="806"/>
                      <a:pt x="220" y="806"/>
                    </a:cubicBezTo>
                    <a:cubicBezTo>
                      <a:pt x="220" y="781"/>
                      <a:pt x="220" y="757"/>
                      <a:pt x="220" y="732"/>
                    </a:cubicBezTo>
                    <a:cubicBezTo>
                      <a:pt x="196" y="732"/>
                      <a:pt x="171" y="732"/>
                      <a:pt x="146" y="732"/>
                    </a:cubicBezTo>
                    <a:cubicBezTo>
                      <a:pt x="146" y="708"/>
                      <a:pt x="146" y="684"/>
                      <a:pt x="146" y="659"/>
                    </a:cubicBezTo>
                    <a:cubicBezTo>
                      <a:pt x="122" y="659"/>
                      <a:pt x="98" y="659"/>
                      <a:pt x="73" y="659"/>
                    </a:cubicBezTo>
                    <a:cubicBezTo>
                      <a:pt x="73" y="635"/>
                      <a:pt x="73" y="611"/>
                      <a:pt x="73" y="586"/>
                    </a:cubicBezTo>
                    <a:cubicBezTo>
                      <a:pt x="49" y="586"/>
                      <a:pt x="25" y="586"/>
                      <a:pt x="0" y="586"/>
                    </a:cubicBezTo>
                    <a:cubicBezTo>
                      <a:pt x="0" y="465"/>
                      <a:pt x="0" y="344"/>
                      <a:pt x="0" y="220"/>
                    </a:cubicBezTo>
                    <a:cubicBezTo>
                      <a:pt x="24" y="220"/>
                      <a:pt x="48" y="220"/>
                      <a:pt x="73" y="220"/>
                    </a:cubicBezTo>
                    <a:cubicBezTo>
                      <a:pt x="73" y="196"/>
                      <a:pt x="73" y="171"/>
                      <a:pt x="73" y="146"/>
                    </a:cubicBezTo>
                    <a:cubicBezTo>
                      <a:pt x="97" y="146"/>
                      <a:pt x="122" y="146"/>
                      <a:pt x="146" y="146"/>
                    </a:cubicBezTo>
                    <a:cubicBezTo>
                      <a:pt x="146" y="122"/>
                      <a:pt x="146" y="98"/>
                      <a:pt x="146" y="73"/>
                    </a:cubicBezTo>
                    <a:cubicBezTo>
                      <a:pt x="171" y="73"/>
                      <a:pt x="195" y="73"/>
                      <a:pt x="220" y="73"/>
                    </a:cubicBezTo>
                    <a:cubicBezTo>
                      <a:pt x="220" y="49"/>
                      <a:pt x="220" y="25"/>
                      <a:pt x="22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58" name="ICON_PYTHON_LOGO_path_008"/>
              <p:cNvSpPr/>
              <p:nvPr/>
            </p:nvSpPr>
            <p:spPr>
              <a:xfrm>
                <a:off x="6257292" y="3232981"/>
                <a:ext cx="65112" cy="10232"/>
              </a:xfrm>
              <a:custGeom>
                <a:avLst/>
                <a:gdLst/>
                <a:ahLst/>
                <a:cxnLst/>
                <a:rect l="0" t="0" r="r" b="b"/>
                <a:pathLst>
                  <a:path w="5127" h="806" fill="norm" stroke="0">
                    <a:moveTo>
                      <a:pt x="220" y="0"/>
                    </a:moveTo>
                    <a:cubicBezTo>
                      <a:pt x="1767" y="0"/>
                      <a:pt x="3313" y="0"/>
                      <a:pt x="4907" y="0"/>
                    </a:cubicBezTo>
                    <a:cubicBezTo>
                      <a:pt x="4907" y="24"/>
                      <a:pt x="4907" y="48"/>
                      <a:pt x="4907" y="73"/>
                    </a:cubicBezTo>
                    <a:cubicBezTo>
                      <a:pt x="4931" y="73"/>
                      <a:pt x="4956" y="73"/>
                      <a:pt x="4980" y="73"/>
                    </a:cubicBezTo>
                    <a:cubicBezTo>
                      <a:pt x="4980" y="97"/>
                      <a:pt x="4980" y="122"/>
                      <a:pt x="4980" y="146"/>
                    </a:cubicBezTo>
                    <a:cubicBezTo>
                      <a:pt x="5005" y="146"/>
                      <a:pt x="5029" y="146"/>
                      <a:pt x="5054" y="146"/>
                    </a:cubicBezTo>
                    <a:cubicBezTo>
                      <a:pt x="5054" y="195"/>
                      <a:pt x="5054" y="243"/>
                      <a:pt x="5054" y="293"/>
                    </a:cubicBezTo>
                    <a:cubicBezTo>
                      <a:pt x="5078" y="293"/>
                      <a:pt x="5102" y="293"/>
                      <a:pt x="5127" y="293"/>
                    </a:cubicBezTo>
                    <a:cubicBezTo>
                      <a:pt x="5127" y="390"/>
                      <a:pt x="5127" y="486"/>
                      <a:pt x="5127" y="586"/>
                    </a:cubicBezTo>
                    <a:cubicBezTo>
                      <a:pt x="5103" y="586"/>
                      <a:pt x="5079" y="586"/>
                      <a:pt x="5054" y="586"/>
                    </a:cubicBezTo>
                    <a:cubicBezTo>
                      <a:pt x="5054" y="610"/>
                      <a:pt x="5054" y="634"/>
                      <a:pt x="5054" y="659"/>
                    </a:cubicBezTo>
                    <a:cubicBezTo>
                      <a:pt x="5030" y="659"/>
                      <a:pt x="5005" y="659"/>
                      <a:pt x="4980" y="659"/>
                    </a:cubicBezTo>
                    <a:cubicBezTo>
                      <a:pt x="4980" y="683"/>
                      <a:pt x="4980" y="708"/>
                      <a:pt x="4980" y="732"/>
                    </a:cubicBezTo>
                    <a:cubicBezTo>
                      <a:pt x="4956" y="732"/>
                      <a:pt x="4932" y="732"/>
                      <a:pt x="4907" y="732"/>
                    </a:cubicBezTo>
                    <a:cubicBezTo>
                      <a:pt x="4907" y="757"/>
                      <a:pt x="4907" y="781"/>
                      <a:pt x="4907" y="806"/>
                    </a:cubicBezTo>
                    <a:cubicBezTo>
                      <a:pt x="3360" y="806"/>
                      <a:pt x="1813" y="806"/>
                      <a:pt x="220" y="806"/>
                    </a:cubicBezTo>
                    <a:cubicBezTo>
                      <a:pt x="220" y="781"/>
                      <a:pt x="220" y="757"/>
                      <a:pt x="220" y="732"/>
                    </a:cubicBezTo>
                    <a:cubicBezTo>
                      <a:pt x="196" y="732"/>
                      <a:pt x="171" y="732"/>
                      <a:pt x="146" y="732"/>
                    </a:cubicBezTo>
                    <a:cubicBezTo>
                      <a:pt x="146" y="708"/>
                      <a:pt x="146" y="684"/>
                      <a:pt x="146" y="659"/>
                    </a:cubicBezTo>
                    <a:cubicBezTo>
                      <a:pt x="122" y="659"/>
                      <a:pt x="98" y="659"/>
                      <a:pt x="73" y="659"/>
                    </a:cubicBezTo>
                    <a:cubicBezTo>
                      <a:pt x="73" y="635"/>
                      <a:pt x="73" y="611"/>
                      <a:pt x="73" y="586"/>
                    </a:cubicBezTo>
                    <a:cubicBezTo>
                      <a:pt x="49" y="586"/>
                      <a:pt x="25" y="586"/>
                      <a:pt x="0" y="586"/>
                    </a:cubicBezTo>
                    <a:cubicBezTo>
                      <a:pt x="0" y="465"/>
                      <a:pt x="0" y="344"/>
                      <a:pt x="0" y="220"/>
                    </a:cubicBezTo>
                    <a:cubicBezTo>
                      <a:pt x="24" y="220"/>
                      <a:pt x="48" y="220"/>
                      <a:pt x="73" y="220"/>
                    </a:cubicBezTo>
                    <a:cubicBezTo>
                      <a:pt x="73" y="196"/>
                      <a:pt x="73" y="171"/>
                      <a:pt x="73" y="146"/>
                    </a:cubicBezTo>
                    <a:cubicBezTo>
                      <a:pt x="97" y="146"/>
                      <a:pt x="122" y="146"/>
                      <a:pt x="146" y="146"/>
                    </a:cubicBezTo>
                    <a:cubicBezTo>
                      <a:pt x="146" y="122"/>
                      <a:pt x="146" y="98"/>
                      <a:pt x="146" y="73"/>
                    </a:cubicBezTo>
                    <a:cubicBezTo>
                      <a:pt x="171" y="73"/>
                      <a:pt x="195" y="73"/>
                      <a:pt x="220" y="73"/>
                    </a:cubicBezTo>
                    <a:cubicBezTo>
                      <a:pt x="220" y="49"/>
                      <a:pt x="220" y="25"/>
                      <a:pt x="22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59" name="ICON_PYTHON_LOGO_path_009"/>
              <p:cNvSpPr/>
              <p:nvPr/>
            </p:nvSpPr>
            <p:spPr>
              <a:xfrm>
                <a:off x="6257292" y="3298093"/>
                <a:ext cx="53020" cy="10232"/>
              </a:xfrm>
              <a:custGeom>
                <a:avLst/>
                <a:gdLst/>
                <a:ahLst/>
                <a:cxnLst/>
                <a:rect l="0" t="0" r="r" b="b"/>
                <a:pathLst>
                  <a:path w="4175" h="806" fill="norm" stroke="0">
                    <a:moveTo>
                      <a:pt x="220" y="0"/>
                    </a:moveTo>
                    <a:cubicBezTo>
                      <a:pt x="1452" y="0"/>
                      <a:pt x="2685" y="0"/>
                      <a:pt x="3955" y="0"/>
                    </a:cubicBezTo>
                    <a:cubicBezTo>
                      <a:pt x="3955" y="24"/>
                      <a:pt x="3955" y="48"/>
                      <a:pt x="3955" y="73"/>
                    </a:cubicBezTo>
                    <a:cubicBezTo>
                      <a:pt x="3979" y="73"/>
                      <a:pt x="4003" y="73"/>
                      <a:pt x="4028" y="73"/>
                    </a:cubicBezTo>
                    <a:cubicBezTo>
                      <a:pt x="4028" y="97"/>
                      <a:pt x="4028" y="122"/>
                      <a:pt x="4028" y="146"/>
                    </a:cubicBezTo>
                    <a:cubicBezTo>
                      <a:pt x="4052" y="146"/>
                      <a:pt x="4077" y="146"/>
                      <a:pt x="4102" y="146"/>
                    </a:cubicBezTo>
                    <a:cubicBezTo>
                      <a:pt x="4102" y="171"/>
                      <a:pt x="4102" y="195"/>
                      <a:pt x="4102" y="220"/>
                    </a:cubicBezTo>
                    <a:cubicBezTo>
                      <a:pt x="4126" y="220"/>
                      <a:pt x="4150" y="220"/>
                      <a:pt x="4175" y="220"/>
                    </a:cubicBezTo>
                    <a:cubicBezTo>
                      <a:pt x="4175" y="365"/>
                      <a:pt x="4175" y="510"/>
                      <a:pt x="4175" y="659"/>
                    </a:cubicBezTo>
                    <a:cubicBezTo>
                      <a:pt x="4151" y="659"/>
                      <a:pt x="4126" y="659"/>
                      <a:pt x="4102" y="659"/>
                    </a:cubicBezTo>
                    <a:cubicBezTo>
                      <a:pt x="4102" y="683"/>
                      <a:pt x="4102" y="708"/>
                      <a:pt x="4102" y="732"/>
                    </a:cubicBezTo>
                    <a:cubicBezTo>
                      <a:pt x="4077" y="732"/>
                      <a:pt x="4053" y="732"/>
                      <a:pt x="4028" y="732"/>
                    </a:cubicBezTo>
                    <a:cubicBezTo>
                      <a:pt x="4028" y="757"/>
                      <a:pt x="4028" y="781"/>
                      <a:pt x="4028" y="806"/>
                    </a:cubicBezTo>
                    <a:cubicBezTo>
                      <a:pt x="2747" y="806"/>
                      <a:pt x="1466" y="806"/>
                      <a:pt x="146" y="806"/>
                    </a:cubicBezTo>
                    <a:cubicBezTo>
                      <a:pt x="146" y="781"/>
                      <a:pt x="146" y="757"/>
                      <a:pt x="146" y="732"/>
                    </a:cubicBezTo>
                    <a:cubicBezTo>
                      <a:pt x="122" y="732"/>
                      <a:pt x="98" y="732"/>
                      <a:pt x="73" y="732"/>
                    </a:cubicBezTo>
                    <a:cubicBezTo>
                      <a:pt x="73" y="684"/>
                      <a:pt x="73" y="636"/>
                      <a:pt x="73" y="586"/>
                    </a:cubicBezTo>
                    <a:cubicBezTo>
                      <a:pt x="49" y="586"/>
                      <a:pt x="25" y="586"/>
                      <a:pt x="0" y="586"/>
                    </a:cubicBezTo>
                    <a:cubicBezTo>
                      <a:pt x="0" y="465"/>
                      <a:pt x="0" y="344"/>
                      <a:pt x="0" y="220"/>
                    </a:cubicBezTo>
                    <a:cubicBezTo>
                      <a:pt x="24" y="220"/>
                      <a:pt x="48" y="220"/>
                      <a:pt x="73" y="220"/>
                    </a:cubicBezTo>
                    <a:cubicBezTo>
                      <a:pt x="73" y="196"/>
                      <a:pt x="73" y="171"/>
                      <a:pt x="73" y="146"/>
                    </a:cubicBezTo>
                    <a:cubicBezTo>
                      <a:pt x="97" y="146"/>
                      <a:pt x="122" y="146"/>
                      <a:pt x="146" y="146"/>
                    </a:cubicBezTo>
                    <a:cubicBezTo>
                      <a:pt x="146" y="122"/>
                      <a:pt x="146" y="98"/>
                      <a:pt x="146" y="73"/>
                    </a:cubicBezTo>
                    <a:cubicBezTo>
                      <a:pt x="171" y="73"/>
                      <a:pt x="195" y="73"/>
                      <a:pt x="220" y="73"/>
                    </a:cubicBezTo>
                    <a:cubicBezTo>
                      <a:pt x="220" y="49"/>
                      <a:pt x="220" y="25"/>
                      <a:pt x="22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60" name="ICON_PYTHON_LOGO_path_010"/>
              <p:cNvSpPr/>
              <p:nvPr/>
            </p:nvSpPr>
            <p:spPr>
              <a:xfrm>
                <a:off x="6257292" y="3254375"/>
                <a:ext cx="40928" cy="11162"/>
              </a:xfrm>
              <a:custGeom>
                <a:avLst/>
                <a:gdLst/>
                <a:ahLst/>
                <a:cxnLst/>
                <a:rect l="0" t="0" r="r" b="b"/>
                <a:pathLst>
                  <a:path w="3223" h="879" fill="norm" stroke="0">
                    <a:moveTo>
                      <a:pt x="293" y="0"/>
                    </a:moveTo>
                    <a:cubicBezTo>
                      <a:pt x="1163" y="0"/>
                      <a:pt x="2033" y="0"/>
                      <a:pt x="2930" y="0"/>
                    </a:cubicBezTo>
                    <a:cubicBezTo>
                      <a:pt x="2930" y="24"/>
                      <a:pt x="2930" y="48"/>
                      <a:pt x="2930" y="73"/>
                    </a:cubicBezTo>
                    <a:cubicBezTo>
                      <a:pt x="2978" y="73"/>
                      <a:pt x="3026" y="73"/>
                      <a:pt x="3076" y="73"/>
                    </a:cubicBezTo>
                    <a:cubicBezTo>
                      <a:pt x="3076" y="97"/>
                      <a:pt x="3076" y="122"/>
                      <a:pt x="3076" y="146"/>
                    </a:cubicBezTo>
                    <a:cubicBezTo>
                      <a:pt x="3100" y="146"/>
                      <a:pt x="3125" y="146"/>
                      <a:pt x="3149" y="146"/>
                    </a:cubicBezTo>
                    <a:cubicBezTo>
                      <a:pt x="3149" y="171"/>
                      <a:pt x="3149" y="195"/>
                      <a:pt x="3149" y="220"/>
                    </a:cubicBezTo>
                    <a:cubicBezTo>
                      <a:pt x="3174" y="220"/>
                      <a:pt x="3198" y="220"/>
                      <a:pt x="3223" y="220"/>
                    </a:cubicBezTo>
                    <a:cubicBezTo>
                      <a:pt x="3223" y="365"/>
                      <a:pt x="3223" y="510"/>
                      <a:pt x="3223" y="659"/>
                    </a:cubicBezTo>
                    <a:cubicBezTo>
                      <a:pt x="3198" y="659"/>
                      <a:pt x="3174" y="659"/>
                      <a:pt x="3149" y="659"/>
                    </a:cubicBezTo>
                    <a:cubicBezTo>
                      <a:pt x="3149" y="683"/>
                      <a:pt x="3149" y="708"/>
                      <a:pt x="3149" y="732"/>
                    </a:cubicBezTo>
                    <a:cubicBezTo>
                      <a:pt x="3125" y="732"/>
                      <a:pt x="3101" y="732"/>
                      <a:pt x="3076" y="732"/>
                    </a:cubicBezTo>
                    <a:cubicBezTo>
                      <a:pt x="3076" y="757"/>
                      <a:pt x="3076" y="781"/>
                      <a:pt x="3076" y="806"/>
                    </a:cubicBezTo>
                    <a:cubicBezTo>
                      <a:pt x="3052" y="806"/>
                      <a:pt x="3028" y="806"/>
                      <a:pt x="3003" y="806"/>
                    </a:cubicBezTo>
                    <a:cubicBezTo>
                      <a:pt x="3003" y="830"/>
                      <a:pt x="3003" y="854"/>
                      <a:pt x="3003" y="879"/>
                    </a:cubicBezTo>
                    <a:cubicBezTo>
                      <a:pt x="2084" y="879"/>
                      <a:pt x="1166" y="879"/>
                      <a:pt x="220" y="879"/>
                    </a:cubicBezTo>
                    <a:cubicBezTo>
                      <a:pt x="220" y="855"/>
                      <a:pt x="220" y="831"/>
                      <a:pt x="220" y="806"/>
                    </a:cubicBezTo>
                    <a:cubicBezTo>
                      <a:pt x="196" y="806"/>
                      <a:pt x="171" y="806"/>
                      <a:pt x="146" y="806"/>
                    </a:cubicBezTo>
                    <a:cubicBezTo>
                      <a:pt x="146" y="781"/>
                      <a:pt x="146" y="757"/>
                      <a:pt x="146" y="732"/>
                    </a:cubicBezTo>
                    <a:cubicBezTo>
                      <a:pt x="122" y="732"/>
                      <a:pt x="98" y="732"/>
                      <a:pt x="73" y="732"/>
                    </a:cubicBezTo>
                    <a:cubicBezTo>
                      <a:pt x="73" y="708"/>
                      <a:pt x="73" y="684"/>
                      <a:pt x="73" y="659"/>
                    </a:cubicBezTo>
                    <a:cubicBezTo>
                      <a:pt x="49" y="659"/>
                      <a:pt x="25" y="659"/>
                      <a:pt x="0" y="659"/>
                    </a:cubicBezTo>
                    <a:cubicBezTo>
                      <a:pt x="0" y="514"/>
                      <a:pt x="0" y="369"/>
                      <a:pt x="0" y="220"/>
                    </a:cubicBezTo>
                    <a:cubicBezTo>
                      <a:pt x="24" y="220"/>
                      <a:pt x="48" y="220"/>
                      <a:pt x="73" y="220"/>
                    </a:cubicBezTo>
                    <a:cubicBezTo>
                      <a:pt x="73" y="196"/>
                      <a:pt x="73" y="171"/>
                      <a:pt x="73" y="146"/>
                    </a:cubicBezTo>
                    <a:cubicBezTo>
                      <a:pt x="97" y="146"/>
                      <a:pt x="122" y="146"/>
                      <a:pt x="146" y="146"/>
                    </a:cubicBezTo>
                    <a:cubicBezTo>
                      <a:pt x="146" y="122"/>
                      <a:pt x="146" y="98"/>
                      <a:pt x="146" y="73"/>
                    </a:cubicBezTo>
                    <a:cubicBezTo>
                      <a:pt x="195" y="73"/>
                      <a:pt x="243" y="73"/>
                      <a:pt x="293" y="73"/>
                    </a:cubicBezTo>
                    <a:cubicBezTo>
                      <a:pt x="293" y="49"/>
                      <a:pt x="293" y="25"/>
                      <a:pt x="2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61" name="ICON_PYTHON_LOGO_path_011"/>
              <p:cNvSpPr/>
              <p:nvPr/>
            </p:nvSpPr>
            <p:spPr>
              <a:xfrm>
                <a:off x="6208923" y="3339951"/>
                <a:ext cx="205569" cy="2791"/>
              </a:xfrm>
              <a:custGeom>
                <a:avLst/>
                <a:gdLst/>
                <a:ahLst/>
                <a:cxnLst/>
                <a:rect l="0" t="0" r="r" b="b"/>
                <a:pathLst>
                  <a:path w="16187" h="220" fill="norm" stroke="0">
                    <a:moveTo>
                      <a:pt x="0" y="0"/>
                    </a:moveTo>
                    <a:cubicBezTo>
                      <a:pt x="5342" y="0"/>
                      <a:pt x="10683" y="0"/>
                      <a:pt x="16187" y="0"/>
                    </a:cubicBezTo>
                    <a:cubicBezTo>
                      <a:pt x="16187" y="48"/>
                      <a:pt x="16187" y="97"/>
                      <a:pt x="16187" y="146"/>
                    </a:cubicBezTo>
                    <a:cubicBezTo>
                      <a:pt x="16066" y="146"/>
                      <a:pt x="15945" y="146"/>
                      <a:pt x="15820" y="146"/>
                    </a:cubicBezTo>
                    <a:cubicBezTo>
                      <a:pt x="15820" y="171"/>
                      <a:pt x="15820" y="195"/>
                      <a:pt x="15820" y="220"/>
                    </a:cubicBezTo>
                    <a:cubicBezTo>
                      <a:pt x="15603" y="220"/>
                      <a:pt x="15385" y="220"/>
                      <a:pt x="15161" y="220"/>
                    </a:cubicBezTo>
                    <a:cubicBezTo>
                      <a:pt x="15161" y="196"/>
                      <a:pt x="15161" y="171"/>
                      <a:pt x="15161" y="146"/>
                    </a:cubicBezTo>
                    <a:cubicBezTo>
                      <a:pt x="14629" y="146"/>
                      <a:pt x="14098" y="146"/>
                      <a:pt x="13550" y="146"/>
                    </a:cubicBezTo>
                    <a:cubicBezTo>
                      <a:pt x="13550" y="171"/>
                      <a:pt x="13550" y="195"/>
                      <a:pt x="13550" y="220"/>
                    </a:cubicBezTo>
                    <a:cubicBezTo>
                      <a:pt x="13381" y="220"/>
                      <a:pt x="13211" y="220"/>
                      <a:pt x="13037" y="220"/>
                    </a:cubicBezTo>
                    <a:cubicBezTo>
                      <a:pt x="13037" y="196"/>
                      <a:pt x="13037" y="171"/>
                      <a:pt x="13037" y="146"/>
                    </a:cubicBezTo>
                    <a:cubicBezTo>
                      <a:pt x="12844" y="146"/>
                      <a:pt x="12650" y="146"/>
                      <a:pt x="12451" y="146"/>
                    </a:cubicBezTo>
                    <a:cubicBezTo>
                      <a:pt x="12451" y="171"/>
                      <a:pt x="12451" y="195"/>
                      <a:pt x="12451" y="220"/>
                    </a:cubicBezTo>
                    <a:cubicBezTo>
                      <a:pt x="12306" y="220"/>
                      <a:pt x="12161" y="220"/>
                      <a:pt x="12012" y="220"/>
                    </a:cubicBezTo>
                    <a:cubicBezTo>
                      <a:pt x="12012" y="196"/>
                      <a:pt x="12012" y="171"/>
                      <a:pt x="12012" y="146"/>
                    </a:cubicBezTo>
                    <a:cubicBezTo>
                      <a:pt x="10682" y="146"/>
                      <a:pt x="9353" y="146"/>
                      <a:pt x="7983" y="146"/>
                    </a:cubicBezTo>
                    <a:cubicBezTo>
                      <a:pt x="7983" y="171"/>
                      <a:pt x="7983" y="195"/>
                      <a:pt x="7983" y="220"/>
                    </a:cubicBezTo>
                    <a:cubicBezTo>
                      <a:pt x="7863" y="220"/>
                      <a:pt x="7742" y="220"/>
                      <a:pt x="7617" y="220"/>
                    </a:cubicBezTo>
                    <a:cubicBezTo>
                      <a:pt x="7617" y="196"/>
                      <a:pt x="7617" y="171"/>
                      <a:pt x="7617" y="146"/>
                    </a:cubicBezTo>
                    <a:cubicBezTo>
                      <a:pt x="5369" y="146"/>
                      <a:pt x="3122" y="146"/>
                      <a:pt x="806" y="146"/>
                    </a:cubicBezTo>
                    <a:cubicBezTo>
                      <a:pt x="806" y="171"/>
                      <a:pt x="806" y="195"/>
                      <a:pt x="806" y="220"/>
                    </a:cubicBezTo>
                    <a:cubicBezTo>
                      <a:pt x="588" y="220"/>
                      <a:pt x="371" y="220"/>
                      <a:pt x="146" y="220"/>
                    </a:cubicBezTo>
                    <a:cubicBezTo>
                      <a:pt x="146" y="196"/>
                      <a:pt x="146" y="171"/>
                      <a:pt x="146" y="146"/>
                    </a:cubicBezTo>
                    <a:cubicBezTo>
                      <a:pt x="98" y="146"/>
                      <a:pt x="50" y="146"/>
                      <a:pt x="0" y="146"/>
                    </a:cubicBezTo>
                    <a:cubicBezTo>
                      <a:pt x="0" y="98"/>
                      <a:pt x="0" y="5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62" name="ICON_PYTHON_LOGO_path_012"/>
              <p:cNvSpPr/>
              <p:nvPr/>
            </p:nvSpPr>
            <p:spPr>
              <a:xfrm>
                <a:off x="6216830" y="3325068"/>
                <a:ext cx="189291" cy="5581"/>
              </a:xfrm>
              <a:custGeom>
                <a:avLst/>
                <a:gdLst/>
                <a:ahLst/>
                <a:cxnLst/>
                <a:rect l="0" t="0" r="r" b="b"/>
                <a:pathLst>
                  <a:path w="14905" h="439" fill="norm" stroke="0">
                    <a:moveTo>
                      <a:pt x="0" y="0"/>
                    </a:moveTo>
                    <a:cubicBezTo>
                      <a:pt x="4919" y="0"/>
                      <a:pt x="9837" y="0"/>
                      <a:pt x="14905" y="0"/>
                    </a:cubicBezTo>
                    <a:cubicBezTo>
                      <a:pt x="14905" y="48"/>
                      <a:pt x="14905" y="97"/>
                      <a:pt x="14905" y="146"/>
                    </a:cubicBezTo>
                    <a:cubicBezTo>
                      <a:pt x="14639" y="146"/>
                      <a:pt x="14373" y="146"/>
                      <a:pt x="14099" y="146"/>
                    </a:cubicBezTo>
                    <a:cubicBezTo>
                      <a:pt x="14099" y="195"/>
                      <a:pt x="14099" y="243"/>
                      <a:pt x="14099" y="293"/>
                    </a:cubicBezTo>
                    <a:cubicBezTo>
                      <a:pt x="14075" y="293"/>
                      <a:pt x="14051" y="293"/>
                      <a:pt x="14026" y="293"/>
                    </a:cubicBezTo>
                    <a:cubicBezTo>
                      <a:pt x="14026" y="317"/>
                      <a:pt x="14026" y="341"/>
                      <a:pt x="14026" y="366"/>
                    </a:cubicBezTo>
                    <a:cubicBezTo>
                      <a:pt x="14002" y="366"/>
                      <a:pt x="13978" y="366"/>
                      <a:pt x="13953" y="366"/>
                    </a:cubicBezTo>
                    <a:cubicBezTo>
                      <a:pt x="13953" y="390"/>
                      <a:pt x="13953" y="415"/>
                      <a:pt x="13953" y="439"/>
                    </a:cubicBezTo>
                    <a:cubicBezTo>
                      <a:pt x="13832" y="439"/>
                      <a:pt x="13711" y="439"/>
                      <a:pt x="13586" y="439"/>
                    </a:cubicBezTo>
                    <a:cubicBezTo>
                      <a:pt x="13586" y="415"/>
                      <a:pt x="13586" y="391"/>
                      <a:pt x="13586" y="366"/>
                    </a:cubicBezTo>
                    <a:cubicBezTo>
                      <a:pt x="13562" y="366"/>
                      <a:pt x="13538" y="366"/>
                      <a:pt x="13513" y="366"/>
                    </a:cubicBezTo>
                    <a:cubicBezTo>
                      <a:pt x="13513" y="390"/>
                      <a:pt x="13513" y="415"/>
                      <a:pt x="13513" y="439"/>
                    </a:cubicBezTo>
                    <a:cubicBezTo>
                      <a:pt x="13489" y="439"/>
                      <a:pt x="13465" y="439"/>
                      <a:pt x="13440" y="439"/>
                    </a:cubicBezTo>
                    <a:cubicBezTo>
                      <a:pt x="13440" y="415"/>
                      <a:pt x="13440" y="391"/>
                      <a:pt x="13440" y="366"/>
                    </a:cubicBezTo>
                    <a:cubicBezTo>
                      <a:pt x="13416" y="366"/>
                      <a:pt x="13392" y="366"/>
                      <a:pt x="13367" y="366"/>
                    </a:cubicBezTo>
                    <a:cubicBezTo>
                      <a:pt x="13367" y="342"/>
                      <a:pt x="13367" y="318"/>
                      <a:pt x="13367" y="293"/>
                    </a:cubicBezTo>
                    <a:cubicBezTo>
                      <a:pt x="13343" y="293"/>
                      <a:pt x="13318" y="293"/>
                      <a:pt x="13293" y="293"/>
                    </a:cubicBezTo>
                    <a:cubicBezTo>
                      <a:pt x="13293" y="269"/>
                      <a:pt x="13293" y="245"/>
                      <a:pt x="13293" y="220"/>
                    </a:cubicBezTo>
                    <a:cubicBezTo>
                      <a:pt x="13245" y="220"/>
                      <a:pt x="13197" y="220"/>
                      <a:pt x="13147" y="220"/>
                    </a:cubicBezTo>
                    <a:cubicBezTo>
                      <a:pt x="13147" y="196"/>
                      <a:pt x="13147" y="171"/>
                      <a:pt x="13147" y="146"/>
                    </a:cubicBezTo>
                    <a:cubicBezTo>
                      <a:pt x="12229" y="146"/>
                      <a:pt x="11310" y="146"/>
                      <a:pt x="10364" y="146"/>
                    </a:cubicBezTo>
                    <a:cubicBezTo>
                      <a:pt x="10364" y="171"/>
                      <a:pt x="10364" y="195"/>
                      <a:pt x="10364" y="220"/>
                    </a:cubicBezTo>
                    <a:cubicBezTo>
                      <a:pt x="10267" y="220"/>
                      <a:pt x="10170" y="220"/>
                      <a:pt x="10071" y="220"/>
                    </a:cubicBezTo>
                    <a:cubicBezTo>
                      <a:pt x="10071" y="196"/>
                      <a:pt x="10071" y="171"/>
                      <a:pt x="10071" y="146"/>
                    </a:cubicBezTo>
                    <a:cubicBezTo>
                      <a:pt x="9974" y="146"/>
                      <a:pt x="9877" y="146"/>
                      <a:pt x="9778" y="146"/>
                    </a:cubicBezTo>
                    <a:cubicBezTo>
                      <a:pt x="9778" y="171"/>
                      <a:pt x="9778" y="195"/>
                      <a:pt x="9778" y="220"/>
                    </a:cubicBezTo>
                    <a:cubicBezTo>
                      <a:pt x="9633" y="220"/>
                      <a:pt x="9488" y="220"/>
                      <a:pt x="9338" y="220"/>
                    </a:cubicBezTo>
                    <a:cubicBezTo>
                      <a:pt x="9338" y="196"/>
                      <a:pt x="9338" y="171"/>
                      <a:pt x="9338" y="146"/>
                    </a:cubicBezTo>
                    <a:cubicBezTo>
                      <a:pt x="8396" y="146"/>
                      <a:pt x="7453" y="146"/>
                      <a:pt x="6482" y="146"/>
                    </a:cubicBezTo>
                    <a:cubicBezTo>
                      <a:pt x="6482" y="171"/>
                      <a:pt x="6482" y="195"/>
                      <a:pt x="6482" y="220"/>
                    </a:cubicBezTo>
                    <a:cubicBezTo>
                      <a:pt x="6434" y="220"/>
                      <a:pt x="6385" y="220"/>
                      <a:pt x="6335" y="220"/>
                    </a:cubicBezTo>
                    <a:cubicBezTo>
                      <a:pt x="6335" y="196"/>
                      <a:pt x="6335" y="171"/>
                      <a:pt x="6335" y="146"/>
                    </a:cubicBezTo>
                    <a:cubicBezTo>
                      <a:pt x="5248" y="146"/>
                      <a:pt x="4160" y="146"/>
                      <a:pt x="3040" y="146"/>
                    </a:cubicBezTo>
                    <a:cubicBezTo>
                      <a:pt x="3040" y="122"/>
                      <a:pt x="3040" y="98"/>
                      <a:pt x="3040" y="73"/>
                    </a:cubicBezTo>
                    <a:cubicBezTo>
                      <a:pt x="2991" y="73"/>
                      <a:pt x="2943" y="73"/>
                      <a:pt x="2893" y="73"/>
                    </a:cubicBezTo>
                    <a:cubicBezTo>
                      <a:pt x="2893" y="97"/>
                      <a:pt x="2893" y="122"/>
                      <a:pt x="2893" y="146"/>
                    </a:cubicBezTo>
                    <a:cubicBezTo>
                      <a:pt x="2845" y="146"/>
                      <a:pt x="2796" y="146"/>
                      <a:pt x="2747" y="146"/>
                    </a:cubicBezTo>
                    <a:cubicBezTo>
                      <a:pt x="2747" y="171"/>
                      <a:pt x="2747" y="195"/>
                      <a:pt x="2747" y="220"/>
                    </a:cubicBezTo>
                    <a:cubicBezTo>
                      <a:pt x="2674" y="220"/>
                      <a:pt x="2602" y="220"/>
                      <a:pt x="2527" y="220"/>
                    </a:cubicBezTo>
                    <a:cubicBezTo>
                      <a:pt x="2527" y="196"/>
                      <a:pt x="2527" y="171"/>
                      <a:pt x="2527" y="146"/>
                    </a:cubicBezTo>
                    <a:cubicBezTo>
                      <a:pt x="2116" y="146"/>
                      <a:pt x="1705" y="146"/>
                      <a:pt x="1282" y="146"/>
                    </a:cubicBezTo>
                    <a:cubicBezTo>
                      <a:pt x="1282" y="122"/>
                      <a:pt x="1282" y="98"/>
                      <a:pt x="1282" y="73"/>
                    </a:cubicBezTo>
                    <a:cubicBezTo>
                      <a:pt x="1209" y="73"/>
                      <a:pt x="1137" y="73"/>
                      <a:pt x="1062" y="73"/>
                    </a:cubicBezTo>
                    <a:cubicBezTo>
                      <a:pt x="1062" y="97"/>
                      <a:pt x="1062" y="122"/>
                      <a:pt x="1062" y="146"/>
                    </a:cubicBezTo>
                    <a:cubicBezTo>
                      <a:pt x="1038" y="146"/>
                      <a:pt x="1014" y="146"/>
                      <a:pt x="989" y="146"/>
                    </a:cubicBezTo>
                    <a:cubicBezTo>
                      <a:pt x="989" y="195"/>
                      <a:pt x="989" y="243"/>
                      <a:pt x="989" y="293"/>
                    </a:cubicBezTo>
                    <a:cubicBezTo>
                      <a:pt x="940" y="293"/>
                      <a:pt x="892" y="293"/>
                      <a:pt x="842" y="293"/>
                    </a:cubicBezTo>
                    <a:cubicBezTo>
                      <a:pt x="842" y="245"/>
                      <a:pt x="842" y="196"/>
                      <a:pt x="842" y="146"/>
                    </a:cubicBezTo>
                    <a:cubicBezTo>
                      <a:pt x="601" y="146"/>
                      <a:pt x="359" y="146"/>
                      <a:pt x="110" y="146"/>
                    </a:cubicBezTo>
                    <a:cubicBezTo>
                      <a:pt x="110" y="110"/>
                      <a:pt x="110" y="74"/>
                      <a:pt x="110" y="37"/>
                    </a:cubicBezTo>
                    <a:cubicBezTo>
                      <a:pt x="74" y="25"/>
                      <a:pt x="37" y="12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63" name="ICON_PYTHON_LOGO_path_013"/>
              <p:cNvSpPr/>
              <p:nvPr/>
            </p:nvSpPr>
            <p:spPr>
              <a:xfrm>
                <a:off x="6410771" y="3211587"/>
                <a:ext cx="3721" cy="109761"/>
              </a:xfrm>
              <a:custGeom>
                <a:avLst/>
                <a:gdLst/>
                <a:ahLst/>
                <a:cxnLst/>
                <a:rect l="0" t="0" r="r" b="b"/>
                <a:pathLst>
                  <a:path w="293" h="8643" fill="norm" stroke="0">
                    <a:moveTo>
                      <a:pt x="73" y="0"/>
                    </a:moveTo>
                    <a:cubicBezTo>
                      <a:pt x="97" y="0"/>
                      <a:pt x="122" y="0"/>
                      <a:pt x="146" y="0"/>
                    </a:cubicBezTo>
                    <a:cubicBezTo>
                      <a:pt x="146" y="24"/>
                      <a:pt x="146" y="48"/>
                      <a:pt x="146" y="73"/>
                    </a:cubicBezTo>
                    <a:cubicBezTo>
                      <a:pt x="171" y="73"/>
                      <a:pt x="195" y="73"/>
                      <a:pt x="220" y="73"/>
                    </a:cubicBezTo>
                    <a:cubicBezTo>
                      <a:pt x="220" y="97"/>
                      <a:pt x="220" y="122"/>
                      <a:pt x="220" y="146"/>
                    </a:cubicBezTo>
                    <a:cubicBezTo>
                      <a:pt x="244" y="146"/>
                      <a:pt x="268" y="146"/>
                      <a:pt x="293" y="146"/>
                    </a:cubicBezTo>
                    <a:cubicBezTo>
                      <a:pt x="293" y="437"/>
                      <a:pt x="293" y="727"/>
                      <a:pt x="293" y="1025"/>
                    </a:cubicBezTo>
                    <a:cubicBezTo>
                      <a:pt x="269" y="1025"/>
                      <a:pt x="245" y="1025"/>
                      <a:pt x="220" y="1025"/>
                    </a:cubicBezTo>
                    <a:cubicBezTo>
                      <a:pt x="220" y="1243"/>
                      <a:pt x="220" y="1460"/>
                      <a:pt x="220" y="1685"/>
                    </a:cubicBezTo>
                    <a:cubicBezTo>
                      <a:pt x="244" y="1685"/>
                      <a:pt x="268" y="1685"/>
                      <a:pt x="293" y="1685"/>
                    </a:cubicBezTo>
                    <a:cubicBezTo>
                      <a:pt x="293" y="2482"/>
                      <a:pt x="293" y="3280"/>
                      <a:pt x="293" y="4102"/>
                    </a:cubicBezTo>
                    <a:cubicBezTo>
                      <a:pt x="269" y="4102"/>
                      <a:pt x="245" y="4102"/>
                      <a:pt x="220" y="4102"/>
                    </a:cubicBezTo>
                    <a:cubicBezTo>
                      <a:pt x="220" y="4657"/>
                      <a:pt x="220" y="5213"/>
                      <a:pt x="220" y="5786"/>
                    </a:cubicBezTo>
                    <a:cubicBezTo>
                      <a:pt x="244" y="5786"/>
                      <a:pt x="268" y="5786"/>
                      <a:pt x="293" y="5786"/>
                    </a:cubicBezTo>
                    <a:cubicBezTo>
                      <a:pt x="293" y="6076"/>
                      <a:pt x="293" y="6366"/>
                      <a:pt x="293" y="6665"/>
                    </a:cubicBezTo>
                    <a:cubicBezTo>
                      <a:pt x="269" y="6665"/>
                      <a:pt x="245" y="6665"/>
                      <a:pt x="220" y="6665"/>
                    </a:cubicBezTo>
                    <a:cubicBezTo>
                      <a:pt x="220" y="7124"/>
                      <a:pt x="220" y="7583"/>
                      <a:pt x="220" y="8057"/>
                    </a:cubicBezTo>
                    <a:cubicBezTo>
                      <a:pt x="244" y="8057"/>
                      <a:pt x="268" y="8057"/>
                      <a:pt x="293" y="8057"/>
                    </a:cubicBezTo>
                    <a:cubicBezTo>
                      <a:pt x="293" y="8105"/>
                      <a:pt x="293" y="8153"/>
                      <a:pt x="293" y="8203"/>
                    </a:cubicBezTo>
                    <a:cubicBezTo>
                      <a:pt x="269" y="8203"/>
                      <a:pt x="245" y="8203"/>
                      <a:pt x="220" y="8203"/>
                    </a:cubicBezTo>
                    <a:cubicBezTo>
                      <a:pt x="220" y="8324"/>
                      <a:pt x="220" y="8445"/>
                      <a:pt x="220" y="8569"/>
                    </a:cubicBezTo>
                    <a:cubicBezTo>
                      <a:pt x="196" y="8569"/>
                      <a:pt x="171" y="8569"/>
                      <a:pt x="146" y="8569"/>
                    </a:cubicBezTo>
                    <a:cubicBezTo>
                      <a:pt x="146" y="8594"/>
                      <a:pt x="146" y="8618"/>
                      <a:pt x="146" y="8643"/>
                    </a:cubicBezTo>
                    <a:cubicBezTo>
                      <a:pt x="122" y="8643"/>
                      <a:pt x="98" y="8643"/>
                      <a:pt x="73" y="8643"/>
                    </a:cubicBezTo>
                    <a:cubicBezTo>
                      <a:pt x="73" y="8618"/>
                      <a:pt x="73" y="8594"/>
                      <a:pt x="73" y="8569"/>
                    </a:cubicBezTo>
                    <a:cubicBezTo>
                      <a:pt x="49" y="8569"/>
                      <a:pt x="25" y="8569"/>
                      <a:pt x="0" y="8569"/>
                    </a:cubicBezTo>
                    <a:cubicBezTo>
                      <a:pt x="0" y="5766"/>
                      <a:pt x="0" y="2962"/>
                      <a:pt x="0" y="73"/>
                    </a:cubicBezTo>
                    <a:cubicBezTo>
                      <a:pt x="24" y="73"/>
                      <a:pt x="48" y="73"/>
                      <a:pt x="73" y="73"/>
                    </a:cubicBezTo>
                    <a:cubicBezTo>
                      <a:pt x="73" y="49"/>
                      <a:pt x="73" y="25"/>
                      <a:pt x="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65" cap="flat">
                <a:noFill/>
              </a:ln>
            </p:spPr>
          </p:sp>
          <p:sp>
            <p:nvSpPr>
              <p:cNvPr id="1364" name="ICON_PYTHON_LOGO_path_014"/>
              <p:cNvSpPr/>
              <p:nvPr/>
            </p:nvSpPr>
            <p:spPr>
              <a:xfrm>
                <a:off x="6193110" y="3199495"/>
                <a:ext cx="5581" cy="132085"/>
              </a:xfrm>
              <a:custGeom>
                <a:avLst/>
                <a:gdLst/>
                <a:ahLst/>
                <a:cxnLst/>
                <a:rect l="0" t="0" r="r" b="b"/>
                <a:pathLst>
                  <a:path w="439" h="10400" fill="norm" stroke="0">
                    <a:moveTo>
                      <a:pt x="73" y="0"/>
                    </a:moveTo>
                    <a:cubicBezTo>
                      <a:pt x="122" y="0"/>
                      <a:pt x="170" y="0"/>
                      <a:pt x="220" y="0"/>
                    </a:cubicBezTo>
                    <a:cubicBezTo>
                      <a:pt x="220" y="121"/>
                      <a:pt x="220" y="242"/>
                      <a:pt x="220" y="366"/>
                    </a:cubicBezTo>
                    <a:cubicBezTo>
                      <a:pt x="244" y="366"/>
                      <a:pt x="268" y="366"/>
                      <a:pt x="293" y="366"/>
                    </a:cubicBezTo>
                    <a:cubicBezTo>
                      <a:pt x="293" y="390"/>
                      <a:pt x="293" y="415"/>
                      <a:pt x="293" y="439"/>
                    </a:cubicBezTo>
                    <a:cubicBezTo>
                      <a:pt x="317" y="439"/>
                      <a:pt x="341" y="439"/>
                      <a:pt x="366" y="439"/>
                    </a:cubicBezTo>
                    <a:cubicBezTo>
                      <a:pt x="366" y="500"/>
                      <a:pt x="366" y="560"/>
                      <a:pt x="366" y="623"/>
                    </a:cubicBezTo>
                    <a:cubicBezTo>
                      <a:pt x="342" y="623"/>
                      <a:pt x="318" y="623"/>
                      <a:pt x="293" y="623"/>
                    </a:cubicBezTo>
                    <a:cubicBezTo>
                      <a:pt x="281" y="665"/>
                      <a:pt x="281" y="665"/>
                      <a:pt x="220" y="879"/>
                    </a:cubicBezTo>
                    <a:cubicBezTo>
                      <a:pt x="196" y="879"/>
                      <a:pt x="171" y="879"/>
                      <a:pt x="146" y="879"/>
                    </a:cubicBezTo>
                    <a:cubicBezTo>
                      <a:pt x="146" y="1048"/>
                      <a:pt x="146" y="1217"/>
                      <a:pt x="146" y="1392"/>
                    </a:cubicBezTo>
                    <a:cubicBezTo>
                      <a:pt x="171" y="1392"/>
                      <a:pt x="195" y="1392"/>
                      <a:pt x="220" y="1392"/>
                    </a:cubicBezTo>
                    <a:cubicBezTo>
                      <a:pt x="220" y="1406"/>
                      <a:pt x="221" y="1420"/>
                      <a:pt x="222" y="1434"/>
                    </a:cubicBezTo>
                    <a:cubicBezTo>
                      <a:pt x="225" y="1486"/>
                      <a:pt x="228" y="1539"/>
                      <a:pt x="231" y="1591"/>
                    </a:cubicBezTo>
                    <a:cubicBezTo>
                      <a:pt x="233" y="1614"/>
                      <a:pt x="234" y="1636"/>
                      <a:pt x="235" y="1659"/>
                    </a:cubicBezTo>
                    <a:cubicBezTo>
                      <a:pt x="237" y="1691"/>
                      <a:pt x="239" y="1724"/>
                      <a:pt x="241" y="1756"/>
                    </a:cubicBezTo>
                    <a:cubicBezTo>
                      <a:pt x="242" y="1766"/>
                      <a:pt x="242" y="1776"/>
                      <a:pt x="242" y="1787"/>
                    </a:cubicBezTo>
                    <a:cubicBezTo>
                      <a:pt x="246" y="1840"/>
                      <a:pt x="256" y="1873"/>
                      <a:pt x="292" y="1911"/>
                    </a:cubicBezTo>
                    <a:cubicBezTo>
                      <a:pt x="330" y="1941"/>
                      <a:pt x="330" y="1941"/>
                      <a:pt x="366" y="1941"/>
                    </a:cubicBezTo>
                    <a:cubicBezTo>
                      <a:pt x="366" y="2062"/>
                      <a:pt x="366" y="2183"/>
                      <a:pt x="366" y="2307"/>
                    </a:cubicBezTo>
                    <a:cubicBezTo>
                      <a:pt x="348" y="2313"/>
                      <a:pt x="348" y="2313"/>
                      <a:pt x="256" y="2344"/>
                    </a:cubicBezTo>
                    <a:cubicBezTo>
                      <a:pt x="250" y="2404"/>
                      <a:pt x="250" y="2404"/>
                      <a:pt x="220" y="2710"/>
                    </a:cubicBezTo>
                    <a:cubicBezTo>
                      <a:pt x="196" y="2710"/>
                      <a:pt x="171" y="2710"/>
                      <a:pt x="146" y="2710"/>
                    </a:cubicBezTo>
                    <a:cubicBezTo>
                      <a:pt x="146" y="3000"/>
                      <a:pt x="146" y="3290"/>
                      <a:pt x="146" y="3589"/>
                    </a:cubicBezTo>
                    <a:cubicBezTo>
                      <a:pt x="171" y="3589"/>
                      <a:pt x="195" y="3589"/>
                      <a:pt x="220" y="3589"/>
                    </a:cubicBezTo>
                    <a:cubicBezTo>
                      <a:pt x="220" y="3601"/>
                      <a:pt x="221" y="3612"/>
                      <a:pt x="222" y="3625"/>
                    </a:cubicBezTo>
                    <a:cubicBezTo>
                      <a:pt x="225" y="3669"/>
                      <a:pt x="228" y="3713"/>
                      <a:pt x="231" y="3757"/>
                    </a:cubicBezTo>
                    <a:cubicBezTo>
                      <a:pt x="233" y="3776"/>
                      <a:pt x="234" y="3795"/>
                      <a:pt x="235" y="3814"/>
                    </a:cubicBezTo>
                    <a:cubicBezTo>
                      <a:pt x="237" y="3842"/>
                      <a:pt x="239" y="3869"/>
                      <a:pt x="241" y="3896"/>
                    </a:cubicBezTo>
                    <a:cubicBezTo>
                      <a:pt x="242" y="3913"/>
                      <a:pt x="243" y="3929"/>
                      <a:pt x="245" y="3946"/>
                    </a:cubicBezTo>
                    <a:cubicBezTo>
                      <a:pt x="260" y="4007"/>
                      <a:pt x="282" y="4026"/>
                      <a:pt x="330" y="4065"/>
                    </a:cubicBezTo>
                    <a:cubicBezTo>
                      <a:pt x="342" y="4065"/>
                      <a:pt x="354" y="4065"/>
                      <a:pt x="366" y="4065"/>
                    </a:cubicBezTo>
                    <a:cubicBezTo>
                      <a:pt x="366" y="4137"/>
                      <a:pt x="366" y="4210"/>
                      <a:pt x="366" y="4285"/>
                    </a:cubicBezTo>
                    <a:cubicBezTo>
                      <a:pt x="348" y="4291"/>
                      <a:pt x="348" y="4291"/>
                      <a:pt x="256" y="4321"/>
                    </a:cubicBezTo>
                    <a:cubicBezTo>
                      <a:pt x="244" y="4539"/>
                      <a:pt x="232" y="4756"/>
                      <a:pt x="220" y="4980"/>
                    </a:cubicBezTo>
                    <a:cubicBezTo>
                      <a:pt x="196" y="4980"/>
                      <a:pt x="171" y="4980"/>
                      <a:pt x="146" y="4980"/>
                    </a:cubicBezTo>
                    <a:cubicBezTo>
                      <a:pt x="146" y="5053"/>
                      <a:pt x="146" y="5125"/>
                      <a:pt x="146" y="5200"/>
                    </a:cubicBezTo>
                    <a:cubicBezTo>
                      <a:pt x="171" y="5200"/>
                      <a:pt x="195" y="5200"/>
                      <a:pt x="220" y="5200"/>
                    </a:cubicBezTo>
                    <a:cubicBezTo>
                      <a:pt x="220" y="5539"/>
                      <a:pt x="220" y="5877"/>
                      <a:pt x="220" y="6226"/>
                    </a:cubicBezTo>
                    <a:cubicBezTo>
                      <a:pt x="196" y="6226"/>
                      <a:pt x="171" y="6226"/>
                      <a:pt x="146" y="6226"/>
                    </a:cubicBezTo>
                    <a:cubicBezTo>
                      <a:pt x="146" y="6491"/>
                      <a:pt x="146" y="6757"/>
                      <a:pt x="146" y="7031"/>
                    </a:cubicBezTo>
                    <a:cubicBezTo>
                      <a:pt x="171" y="7031"/>
                      <a:pt x="195" y="7031"/>
                      <a:pt x="220" y="7031"/>
                    </a:cubicBezTo>
                    <a:cubicBezTo>
                      <a:pt x="220" y="7225"/>
                      <a:pt x="220" y="7418"/>
                      <a:pt x="220" y="7617"/>
                    </a:cubicBezTo>
                    <a:cubicBezTo>
                      <a:pt x="196" y="7617"/>
                      <a:pt x="171" y="7617"/>
                      <a:pt x="146" y="7617"/>
                    </a:cubicBezTo>
                    <a:cubicBezTo>
                      <a:pt x="146" y="7690"/>
                      <a:pt x="146" y="7762"/>
                      <a:pt x="146" y="7837"/>
                    </a:cubicBezTo>
                    <a:cubicBezTo>
                      <a:pt x="171" y="7837"/>
                      <a:pt x="195" y="7837"/>
                      <a:pt x="220" y="7837"/>
                    </a:cubicBezTo>
                    <a:cubicBezTo>
                      <a:pt x="220" y="8054"/>
                      <a:pt x="220" y="8272"/>
                      <a:pt x="220" y="8496"/>
                    </a:cubicBezTo>
                    <a:cubicBezTo>
                      <a:pt x="196" y="8496"/>
                      <a:pt x="171" y="8496"/>
                      <a:pt x="146" y="8496"/>
                    </a:cubicBezTo>
                    <a:cubicBezTo>
                      <a:pt x="146" y="8883"/>
                      <a:pt x="146" y="9270"/>
                      <a:pt x="146" y="9668"/>
                    </a:cubicBezTo>
                    <a:cubicBezTo>
                      <a:pt x="171" y="9668"/>
                      <a:pt x="195" y="9668"/>
                      <a:pt x="220" y="9668"/>
                    </a:cubicBezTo>
                    <a:cubicBezTo>
                      <a:pt x="244" y="9728"/>
                      <a:pt x="268" y="9789"/>
                      <a:pt x="293" y="9851"/>
                    </a:cubicBezTo>
                    <a:cubicBezTo>
                      <a:pt x="317" y="9851"/>
                      <a:pt x="341" y="9851"/>
                      <a:pt x="366" y="9851"/>
                    </a:cubicBezTo>
                    <a:cubicBezTo>
                      <a:pt x="366" y="9960"/>
                      <a:pt x="366" y="10069"/>
                      <a:pt x="366" y="10181"/>
                    </a:cubicBezTo>
                    <a:cubicBezTo>
                      <a:pt x="390" y="10181"/>
                      <a:pt x="415" y="10181"/>
                      <a:pt x="439" y="10181"/>
                    </a:cubicBezTo>
                    <a:cubicBezTo>
                      <a:pt x="439" y="10253"/>
                      <a:pt x="439" y="10326"/>
                      <a:pt x="439" y="10400"/>
                    </a:cubicBezTo>
                    <a:cubicBezTo>
                      <a:pt x="367" y="10400"/>
                      <a:pt x="294" y="10400"/>
                      <a:pt x="220" y="10400"/>
                    </a:cubicBezTo>
                    <a:cubicBezTo>
                      <a:pt x="220" y="10376"/>
                      <a:pt x="220" y="10352"/>
                      <a:pt x="220" y="10327"/>
                    </a:cubicBezTo>
                    <a:cubicBezTo>
                      <a:pt x="196" y="10327"/>
                      <a:pt x="171" y="10327"/>
                      <a:pt x="146" y="10327"/>
                    </a:cubicBezTo>
                    <a:cubicBezTo>
                      <a:pt x="146" y="10303"/>
                      <a:pt x="146" y="10279"/>
                      <a:pt x="146" y="10254"/>
                    </a:cubicBezTo>
                    <a:cubicBezTo>
                      <a:pt x="122" y="10254"/>
                      <a:pt x="98" y="10254"/>
                      <a:pt x="73" y="10254"/>
                    </a:cubicBezTo>
                    <a:cubicBezTo>
                      <a:pt x="73" y="10109"/>
                      <a:pt x="73" y="9964"/>
                      <a:pt x="73" y="9814"/>
                    </a:cubicBezTo>
                    <a:cubicBezTo>
                      <a:pt x="49" y="9814"/>
                      <a:pt x="25" y="9814"/>
                      <a:pt x="0" y="9814"/>
                    </a:cubicBezTo>
                    <a:cubicBezTo>
                      <a:pt x="0" y="7978"/>
                      <a:pt x="0" y="6141"/>
                      <a:pt x="0" y="4248"/>
                    </a:cubicBezTo>
                    <a:cubicBezTo>
                      <a:pt x="24" y="4248"/>
                      <a:pt x="48" y="4248"/>
                      <a:pt x="73" y="4248"/>
                    </a:cubicBezTo>
                    <a:cubicBezTo>
                      <a:pt x="73" y="4151"/>
                      <a:pt x="73" y="4055"/>
                      <a:pt x="73" y="3955"/>
                    </a:cubicBezTo>
                    <a:cubicBezTo>
                      <a:pt x="49" y="3955"/>
                      <a:pt x="25" y="3955"/>
                      <a:pt x="0" y="3955"/>
                    </a:cubicBezTo>
                    <a:cubicBezTo>
                      <a:pt x="0" y="3496"/>
                      <a:pt x="0" y="3037"/>
                      <a:pt x="0" y="2563"/>
                    </a:cubicBezTo>
                    <a:cubicBezTo>
                      <a:pt x="24" y="2563"/>
                      <a:pt x="48" y="2563"/>
                      <a:pt x="73" y="2563"/>
                    </a:cubicBezTo>
                    <a:cubicBezTo>
                      <a:pt x="73" y="2491"/>
                      <a:pt x="73" y="2418"/>
                      <a:pt x="73" y="2344"/>
                    </a:cubicBezTo>
                    <a:cubicBezTo>
                      <a:pt x="49" y="2344"/>
                      <a:pt x="25" y="2344"/>
                      <a:pt x="0" y="2344"/>
                    </a:cubicBezTo>
                    <a:cubicBezTo>
                      <a:pt x="0" y="2271"/>
                      <a:pt x="0" y="2199"/>
                      <a:pt x="0" y="2124"/>
                    </a:cubicBezTo>
                    <a:cubicBezTo>
                      <a:pt x="24" y="2124"/>
                      <a:pt x="48" y="2124"/>
                      <a:pt x="73" y="2124"/>
                    </a:cubicBezTo>
                    <a:cubicBezTo>
                      <a:pt x="73" y="2052"/>
                      <a:pt x="73" y="1979"/>
                      <a:pt x="73" y="1904"/>
                    </a:cubicBezTo>
                    <a:cubicBezTo>
                      <a:pt x="49" y="1904"/>
                      <a:pt x="25" y="1904"/>
                      <a:pt x="0" y="1904"/>
                    </a:cubicBezTo>
                    <a:cubicBezTo>
                      <a:pt x="0" y="1493"/>
                      <a:pt x="0" y="1083"/>
                      <a:pt x="0" y="659"/>
                    </a:cubicBezTo>
                    <a:cubicBezTo>
                      <a:pt x="24" y="659"/>
                      <a:pt x="48" y="659"/>
                      <a:pt x="73" y="659"/>
                    </a:cubicBezTo>
                    <a:cubicBezTo>
                      <a:pt x="73" y="538"/>
                      <a:pt x="73" y="417"/>
                      <a:pt x="73" y="293"/>
                    </a:cubicBezTo>
                    <a:cubicBezTo>
                      <a:pt x="49" y="293"/>
                      <a:pt x="25" y="293"/>
                      <a:pt x="0" y="293"/>
                    </a:cubicBezTo>
                    <a:cubicBezTo>
                      <a:pt x="0" y="220"/>
                      <a:pt x="0" y="148"/>
                      <a:pt x="0" y="73"/>
                    </a:cubicBezTo>
                    <a:cubicBezTo>
                      <a:pt x="24" y="73"/>
                      <a:pt x="48" y="73"/>
                      <a:pt x="73" y="73"/>
                    </a:cubicBezTo>
                    <a:cubicBezTo>
                      <a:pt x="73" y="49"/>
                      <a:pt x="73" y="25"/>
                      <a:pt x="7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65" name="ICON_PYTHON_LOGO_path_015"/>
              <p:cNvSpPr/>
              <p:nvPr/>
            </p:nvSpPr>
            <p:spPr>
              <a:xfrm>
                <a:off x="6204212" y="3181356"/>
                <a:ext cx="10293" cy="150308"/>
              </a:xfrm>
              <a:custGeom>
                <a:avLst/>
                <a:gdLst/>
                <a:ahLst/>
                <a:cxnLst/>
                <a:rect l="0" t="0" r="r" b="b"/>
                <a:pathLst>
                  <a:path w="810" h="11835" fill="norm" stroke="0">
                    <a:moveTo>
                      <a:pt x="41" y="0"/>
                    </a:moveTo>
                    <a:cubicBezTo>
                      <a:pt x="70" y="98"/>
                      <a:pt x="83" y="186"/>
                      <a:pt x="82" y="288"/>
                    </a:cubicBezTo>
                    <a:cubicBezTo>
                      <a:pt x="82" y="301"/>
                      <a:pt x="82" y="314"/>
                      <a:pt x="82" y="328"/>
                    </a:cubicBezTo>
                    <a:cubicBezTo>
                      <a:pt x="82" y="371"/>
                      <a:pt x="82" y="414"/>
                      <a:pt x="82" y="457"/>
                    </a:cubicBezTo>
                    <a:cubicBezTo>
                      <a:pt x="82" y="487"/>
                      <a:pt x="81" y="518"/>
                      <a:pt x="81" y="548"/>
                    </a:cubicBezTo>
                    <a:cubicBezTo>
                      <a:pt x="81" y="627"/>
                      <a:pt x="81" y="706"/>
                      <a:pt x="81" y="785"/>
                    </a:cubicBezTo>
                    <a:cubicBezTo>
                      <a:pt x="80" y="865"/>
                      <a:pt x="80" y="946"/>
                      <a:pt x="80" y="1027"/>
                    </a:cubicBezTo>
                    <a:cubicBezTo>
                      <a:pt x="79" y="1185"/>
                      <a:pt x="79" y="1343"/>
                      <a:pt x="78" y="1501"/>
                    </a:cubicBezTo>
                    <a:cubicBezTo>
                      <a:pt x="102" y="1501"/>
                      <a:pt x="126" y="1501"/>
                      <a:pt x="151" y="1501"/>
                    </a:cubicBezTo>
                    <a:cubicBezTo>
                      <a:pt x="151" y="1526"/>
                      <a:pt x="151" y="1550"/>
                      <a:pt x="151" y="1575"/>
                    </a:cubicBezTo>
                    <a:cubicBezTo>
                      <a:pt x="200" y="1575"/>
                      <a:pt x="248" y="1575"/>
                      <a:pt x="298" y="1575"/>
                    </a:cubicBezTo>
                    <a:cubicBezTo>
                      <a:pt x="298" y="1671"/>
                      <a:pt x="298" y="1768"/>
                      <a:pt x="298" y="1868"/>
                    </a:cubicBezTo>
                    <a:cubicBezTo>
                      <a:pt x="249" y="1868"/>
                      <a:pt x="201" y="1868"/>
                      <a:pt x="151" y="1868"/>
                    </a:cubicBezTo>
                    <a:cubicBezTo>
                      <a:pt x="151" y="1892"/>
                      <a:pt x="151" y="1916"/>
                      <a:pt x="151" y="1941"/>
                    </a:cubicBezTo>
                    <a:cubicBezTo>
                      <a:pt x="127" y="1941"/>
                      <a:pt x="103" y="1941"/>
                      <a:pt x="78" y="1941"/>
                    </a:cubicBezTo>
                    <a:cubicBezTo>
                      <a:pt x="78" y="2231"/>
                      <a:pt x="78" y="2521"/>
                      <a:pt x="78" y="2820"/>
                    </a:cubicBezTo>
                    <a:cubicBezTo>
                      <a:pt x="102" y="2820"/>
                      <a:pt x="126" y="2820"/>
                      <a:pt x="151" y="2820"/>
                    </a:cubicBezTo>
                    <a:cubicBezTo>
                      <a:pt x="151" y="2844"/>
                      <a:pt x="151" y="2868"/>
                      <a:pt x="151" y="2893"/>
                    </a:cubicBezTo>
                    <a:cubicBezTo>
                      <a:pt x="224" y="2893"/>
                      <a:pt x="296" y="2893"/>
                      <a:pt x="371" y="2893"/>
                    </a:cubicBezTo>
                    <a:cubicBezTo>
                      <a:pt x="371" y="2941"/>
                      <a:pt x="371" y="2990"/>
                      <a:pt x="371" y="3040"/>
                    </a:cubicBezTo>
                    <a:cubicBezTo>
                      <a:pt x="347" y="3040"/>
                      <a:pt x="323" y="3040"/>
                      <a:pt x="298" y="3040"/>
                    </a:cubicBezTo>
                    <a:cubicBezTo>
                      <a:pt x="298" y="3136"/>
                      <a:pt x="298" y="3233"/>
                      <a:pt x="298" y="3333"/>
                    </a:cubicBezTo>
                    <a:cubicBezTo>
                      <a:pt x="274" y="3333"/>
                      <a:pt x="249" y="3333"/>
                      <a:pt x="225" y="3333"/>
                    </a:cubicBezTo>
                    <a:cubicBezTo>
                      <a:pt x="225" y="3308"/>
                      <a:pt x="225" y="3284"/>
                      <a:pt x="225" y="3259"/>
                    </a:cubicBezTo>
                    <a:cubicBezTo>
                      <a:pt x="200" y="3259"/>
                      <a:pt x="176" y="3259"/>
                      <a:pt x="151" y="3259"/>
                    </a:cubicBezTo>
                    <a:cubicBezTo>
                      <a:pt x="151" y="3283"/>
                      <a:pt x="151" y="3308"/>
                      <a:pt x="151" y="3333"/>
                    </a:cubicBezTo>
                    <a:cubicBezTo>
                      <a:pt x="127" y="3333"/>
                      <a:pt x="103" y="3333"/>
                      <a:pt x="78" y="3333"/>
                    </a:cubicBezTo>
                    <a:cubicBezTo>
                      <a:pt x="78" y="3816"/>
                      <a:pt x="78" y="4299"/>
                      <a:pt x="78" y="4797"/>
                    </a:cubicBezTo>
                    <a:cubicBezTo>
                      <a:pt x="102" y="4797"/>
                      <a:pt x="126" y="4797"/>
                      <a:pt x="151" y="4797"/>
                    </a:cubicBezTo>
                    <a:cubicBezTo>
                      <a:pt x="151" y="4846"/>
                      <a:pt x="151" y="4894"/>
                      <a:pt x="151" y="4944"/>
                    </a:cubicBezTo>
                    <a:cubicBezTo>
                      <a:pt x="127" y="4944"/>
                      <a:pt x="103" y="4944"/>
                      <a:pt x="78" y="4944"/>
                    </a:cubicBezTo>
                    <a:cubicBezTo>
                      <a:pt x="78" y="5065"/>
                      <a:pt x="78" y="5186"/>
                      <a:pt x="78" y="5310"/>
                    </a:cubicBezTo>
                    <a:cubicBezTo>
                      <a:pt x="102" y="5310"/>
                      <a:pt x="126" y="5310"/>
                      <a:pt x="151" y="5310"/>
                    </a:cubicBezTo>
                    <a:cubicBezTo>
                      <a:pt x="151" y="5358"/>
                      <a:pt x="151" y="5407"/>
                      <a:pt x="151" y="5457"/>
                    </a:cubicBezTo>
                    <a:cubicBezTo>
                      <a:pt x="127" y="5457"/>
                      <a:pt x="103" y="5457"/>
                      <a:pt x="78" y="5457"/>
                    </a:cubicBezTo>
                    <a:cubicBezTo>
                      <a:pt x="78" y="7318"/>
                      <a:pt x="78" y="9179"/>
                      <a:pt x="78" y="11096"/>
                    </a:cubicBezTo>
                    <a:cubicBezTo>
                      <a:pt x="151" y="11096"/>
                      <a:pt x="223" y="11096"/>
                      <a:pt x="298" y="11096"/>
                    </a:cubicBezTo>
                    <a:cubicBezTo>
                      <a:pt x="298" y="11072"/>
                      <a:pt x="298" y="11048"/>
                      <a:pt x="298" y="11023"/>
                    </a:cubicBezTo>
                    <a:cubicBezTo>
                      <a:pt x="394" y="11023"/>
                      <a:pt x="491" y="11023"/>
                      <a:pt x="591" y="11023"/>
                    </a:cubicBezTo>
                    <a:cubicBezTo>
                      <a:pt x="591" y="10999"/>
                      <a:pt x="591" y="10975"/>
                      <a:pt x="591" y="10950"/>
                    </a:cubicBezTo>
                    <a:cubicBezTo>
                      <a:pt x="615" y="10950"/>
                      <a:pt x="639" y="10950"/>
                      <a:pt x="664" y="10950"/>
                    </a:cubicBezTo>
                    <a:cubicBezTo>
                      <a:pt x="664" y="10932"/>
                      <a:pt x="664" y="10914"/>
                      <a:pt x="664" y="10896"/>
                    </a:cubicBezTo>
                    <a:cubicBezTo>
                      <a:pt x="663" y="10110"/>
                      <a:pt x="662" y="9325"/>
                      <a:pt x="661" y="8540"/>
                    </a:cubicBezTo>
                    <a:cubicBezTo>
                      <a:pt x="661" y="8534"/>
                      <a:pt x="661" y="8534"/>
                      <a:pt x="661" y="8503"/>
                    </a:cubicBezTo>
                    <a:cubicBezTo>
                      <a:pt x="661" y="8245"/>
                      <a:pt x="660" y="7986"/>
                      <a:pt x="660" y="7728"/>
                    </a:cubicBezTo>
                    <a:cubicBezTo>
                      <a:pt x="660" y="7601"/>
                      <a:pt x="660" y="7474"/>
                      <a:pt x="660" y="7348"/>
                    </a:cubicBezTo>
                    <a:cubicBezTo>
                      <a:pt x="660" y="7335"/>
                      <a:pt x="660" y="7322"/>
                      <a:pt x="660" y="7309"/>
                    </a:cubicBezTo>
                    <a:cubicBezTo>
                      <a:pt x="660" y="6901"/>
                      <a:pt x="659" y="6492"/>
                      <a:pt x="658" y="6083"/>
                    </a:cubicBezTo>
                    <a:cubicBezTo>
                      <a:pt x="658" y="5663"/>
                      <a:pt x="657" y="5243"/>
                      <a:pt x="657" y="4823"/>
                    </a:cubicBezTo>
                    <a:cubicBezTo>
                      <a:pt x="657" y="4763"/>
                      <a:pt x="657" y="4704"/>
                      <a:pt x="657" y="4644"/>
                    </a:cubicBezTo>
                    <a:cubicBezTo>
                      <a:pt x="657" y="4633"/>
                      <a:pt x="657" y="4621"/>
                      <a:pt x="657" y="4609"/>
                    </a:cubicBezTo>
                    <a:cubicBezTo>
                      <a:pt x="657" y="4421"/>
                      <a:pt x="657" y="4233"/>
                      <a:pt x="656" y="4045"/>
                    </a:cubicBezTo>
                    <a:cubicBezTo>
                      <a:pt x="656" y="3856"/>
                      <a:pt x="656" y="3667"/>
                      <a:pt x="656" y="3478"/>
                    </a:cubicBezTo>
                    <a:cubicBezTo>
                      <a:pt x="656" y="3366"/>
                      <a:pt x="656" y="3254"/>
                      <a:pt x="655" y="3141"/>
                    </a:cubicBezTo>
                    <a:cubicBezTo>
                      <a:pt x="655" y="3057"/>
                      <a:pt x="655" y="2974"/>
                      <a:pt x="655" y="2890"/>
                    </a:cubicBezTo>
                    <a:cubicBezTo>
                      <a:pt x="655" y="2856"/>
                      <a:pt x="655" y="2822"/>
                      <a:pt x="655" y="2788"/>
                    </a:cubicBezTo>
                    <a:cubicBezTo>
                      <a:pt x="654" y="2602"/>
                      <a:pt x="662" y="2442"/>
                      <a:pt x="737" y="2271"/>
                    </a:cubicBezTo>
                    <a:cubicBezTo>
                      <a:pt x="761" y="2283"/>
                      <a:pt x="786" y="2295"/>
                      <a:pt x="810" y="2307"/>
                    </a:cubicBezTo>
                    <a:cubicBezTo>
                      <a:pt x="798" y="2319"/>
                      <a:pt x="786" y="2331"/>
                      <a:pt x="774" y="2344"/>
                    </a:cubicBezTo>
                    <a:cubicBezTo>
                      <a:pt x="769" y="2371"/>
                      <a:pt x="769" y="2371"/>
                      <a:pt x="769" y="2404"/>
                    </a:cubicBezTo>
                    <a:cubicBezTo>
                      <a:pt x="769" y="2416"/>
                      <a:pt x="769" y="2429"/>
                      <a:pt x="769" y="2442"/>
                    </a:cubicBezTo>
                    <a:cubicBezTo>
                      <a:pt x="769" y="2456"/>
                      <a:pt x="769" y="2470"/>
                      <a:pt x="769" y="2484"/>
                    </a:cubicBezTo>
                    <a:cubicBezTo>
                      <a:pt x="769" y="2499"/>
                      <a:pt x="769" y="2513"/>
                      <a:pt x="768" y="2528"/>
                    </a:cubicBezTo>
                    <a:cubicBezTo>
                      <a:pt x="768" y="2578"/>
                      <a:pt x="768" y="2628"/>
                      <a:pt x="768" y="2678"/>
                    </a:cubicBezTo>
                    <a:cubicBezTo>
                      <a:pt x="768" y="2713"/>
                      <a:pt x="768" y="2749"/>
                      <a:pt x="768" y="2785"/>
                    </a:cubicBezTo>
                    <a:cubicBezTo>
                      <a:pt x="767" y="2863"/>
                      <a:pt x="767" y="2941"/>
                      <a:pt x="767" y="3020"/>
                    </a:cubicBezTo>
                    <a:cubicBezTo>
                      <a:pt x="766" y="3136"/>
                      <a:pt x="766" y="3252"/>
                      <a:pt x="765" y="3368"/>
                    </a:cubicBezTo>
                    <a:cubicBezTo>
                      <a:pt x="765" y="3564"/>
                      <a:pt x="764" y="3759"/>
                      <a:pt x="763" y="3955"/>
                    </a:cubicBezTo>
                    <a:cubicBezTo>
                      <a:pt x="763" y="4149"/>
                      <a:pt x="762" y="4342"/>
                      <a:pt x="761" y="4536"/>
                    </a:cubicBezTo>
                    <a:cubicBezTo>
                      <a:pt x="761" y="4542"/>
                      <a:pt x="761" y="4542"/>
                      <a:pt x="761" y="4572"/>
                    </a:cubicBezTo>
                    <a:cubicBezTo>
                      <a:pt x="761" y="4634"/>
                      <a:pt x="761" y="4695"/>
                      <a:pt x="760" y="4756"/>
                    </a:cubicBezTo>
                    <a:cubicBezTo>
                      <a:pt x="758" y="5189"/>
                      <a:pt x="757" y="5622"/>
                      <a:pt x="755" y="6055"/>
                    </a:cubicBezTo>
                    <a:cubicBezTo>
                      <a:pt x="754" y="6475"/>
                      <a:pt x="752" y="6896"/>
                      <a:pt x="751" y="7317"/>
                    </a:cubicBezTo>
                    <a:cubicBezTo>
                      <a:pt x="751" y="7330"/>
                      <a:pt x="751" y="7343"/>
                      <a:pt x="751" y="7356"/>
                    </a:cubicBezTo>
                    <a:cubicBezTo>
                      <a:pt x="750" y="7486"/>
                      <a:pt x="750" y="7616"/>
                      <a:pt x="749" y="7747"/>
                    </a:cubicBezTo>
                    <a:cubicBezTo>
                      <a:pt x="748" y="8012"/>
                      <a:pt x="747" y="8277"/>
                      <a:pt x="746" y="8542"/>
                    </a:cubicBezTo>
                    <a:cubicBezTo>
                      <a:pt x="746" y="8548"/>
                      <a:pt x="746" y="8548"/>
                      <a:pt x="746" y="8579"/>
                    </a:cubicBezTo>
                    <a:cubicBezTo>
                      <a:pt x="743" y="9394"/>
                      <a:pt x="740" y="10208"/>
                      <a:pt x="737" y="11023"/>
                    </a:cubicBezTo>
                    <a:cubicBezTo>
                      <a:pt x="761" y="11023"/>
                      <a:pt x="786" y="11023"/>
                      <a:pt x="810" y="11023"/>
                    </a:cubicBezTo>
                    <a:cubicBezTo>
                      <a:pt x="810" y="11071"/>
                      <a:pt x="810" y="11120"/>
                      <a:pt x="810" y="11169"/>
                    </a:cubicBezTo>
                    <a:cubicBezTo>
                      <a:pt x="665" y="11169"/>
                      <a:pt x="520" y="11169"/>
                      <a:pt x="371" y="11169"/>
                    </a:cubicBezTo>
                    <a:cubicBezTo>
                      <a:pt x="371" y="11194"/>
                      <a:pt x="371" y="11218"/>
                      <a:pt x="371" y="11243"/>
                    </a:cubicBezTo>
                    <a:cubicBezTo>
                      <a:pt x="347" y="11243"/>
                      <a:pt x="323" y="11243"/>
                      <a:pt x="298" y="11243"/>
                    </a:cubicBezTo>
                    <a:cubicBezTo>
                      <a:pt x="298" y="11267"/>
                      <a:pt x="298" y="11291"/>
                      <a:pt x="298" y="11316"/>
                    </a:cubicBezTo>
                    <a:cubicBezTo>
                      <a:pt x="322" y="11316"/>
                      <a:pt x="346" y="11316"/>
                      <a:pt x="371" y="11316"/>
                    </a:cubicBezTo>
                    <a:cubicBezTo>
                      <a:pt x="371" y="11388"/>
                      <a:pt x="371" y="11461"/>
                      <a:pt x="371" y="11536"/>
                    </a:cubicBezTo>
                    <a:cubicBezTo>
                      <a:pt x="395" y="11536"/>
                      <a:pt x="419" y="11536"/>
                      <a:pt x="444" y="11536"/>
                    </a:cubicBezTo>
                    <a:cubicBezTo>
                      <a:pt x="461" y="11731"/>
                      <a:pt x="461" y="11731"/>
                      <a:pt x="424" y="11786"/>
                    </a:cubicBezTo>
                    <a:cubicBezTo>
                      <a:pt x="359" y="11832"/>
                      <a:pt x="302" y="11835"/>
                      <a:pt x="225" y="11829"/>
                    </a:cubicBezTo>
                    <a:cubicBezTo>
                      <a:pt x="200" y="11829"/>
                      <a:pt x="176" y="11829"/>
                      <a:pt x="151" y="11829"/>
                    </a:cubicBezTo>
                    <a:cubicBezTo>
                      <a:pt x="151" y="11780"/>
                      <a:pt x="151" y="11732"/>
                      <a:pt x="151" y="11682"/>
                    </a:cubicBezTo>
                    <a:cubicBezTo>
                      <a:pt x="127" y="11682"/>
                      <a:pt x="103" y="11682"/>
                      <a:pt x="78" y="11682"/>
                    </a:cubicBezTo>
                    <a:cubicBezTo>
                      <a:pt x="78" y="11658"/>
                      <a:pt x="78" y="11634"/>
                      <a:pt x="78" y="11609"/>
                    </a:cubicBezTo>
                    <a:cubicBezTo>
                      <a:pt x="54" y="11609"/>
                      <a:pt x="30" y="11609"/>
                      <a:pt x="5" y="11609"/>
                    </a:cubicBezTo>
                    <a:cubicBezTo>
                      <a:pt x="4" y="10506"/>
                      <a:pt x="4" y="9403"/>
                      <a:pt x="3" y="8301"/>
                    </a:cubicBezTo>
                    <a:cubicBezTo>
                      <a:pt x="3" y="8284"/>
                      <a:pt x="3" y="8268"/>
                      <a:pt x="3" y="8251"/>
                    </a:cubicBezTo>
                    <a:cubicBezTo>
                      <a:pt x="3" y="7897"/>
                      <a:pt x="3" y="7542"/>
                      <a:pt x="3" y="7188"/>
                    </a:cubicBezTo>
                    <a:cubicBezTo>
                      <a:pt x="3" y="7014"/>
                      <a:pt x="3" y="6840"/>
                      <a:pt x="3" y="6667"/>
                    </a:cubicBezTo>
                    <a:cubicBezTo>
                      <a:pt x="3" y="6649"/>
                      <a:pt x="3" y="6632"/>
                      <a:pt x="3" y="6614"/>
                    </a:cubicBezTo>
                    <a:cubicBezTo>
                      <a:pt x="3" y="6053"/>
                      <a:pt x="2" y="5492"/>
                      <a:pt x="2" y="4931"/>
                    </a:cubicBezTo>
                    <a:cubicBezTo>
                      <a:pt x="2" y="4355"/>
                      <a:pt x="1" y="3779"/>
                      <a:pt x="1" y="3202"/>
                    </a:cubicBezTo>
                    <a:cubicBezTo>
                      <a:pt x="1" y="3121"/>
                      <a:pt x="1" y="3040"/>
                      <a:pt x="1" y="2958"/>
                    </a:cubicBezTo>
                    <a:cubicBezTo>
                      <a:pt x="1" y="2942"/>
                      <a:pt x="1" y="2926"/>
                      <a:pt x="1" y="2910"/>
                    </a:cubicBezTo>
                    <a:cubicBezTo>
                      <a:pt x="1" y="2652"/>
                      <a:pt x="1" y="2394"/>
                      <a:pt x="1" y="2136"/>
                    </a:cubicBezTo>
                    <a:cubicBezTo>
                      <a:pt x="1" y="1876"/>
                      <a:pt x="1" y="1617"/>
                      <a:pt x="1" y="1358"/>
                    </a:cubicBezTo>
                    <a:cubicBezTo>
                      <a:pt x="1" y="1204"/>
                      <a:pt x="1" y="1050"/>
                      <a:pt x="0" y="896"/>
                    </a:cubicBezTo>
                    <a:cubicBezTo>
                      <a:pt x="0" y="793"/>
                      <a:pt x="0" y="690"/>
                      <a:pt x="0" y="587"/>
                    </a:cubicBezTo>
                    <a:cubicBezTo>
                      <a:pt x="0" y="528"/>
                      <a:pt x="0" y="470"/>
                      <a:pt x="0" y="411"/>
                    </a:cubicBezTo>
                    <a:cubicBezTo>
                      <a:pt x="0" y="358"/>
                      <a:pt x="0" y="304"/>
                      <a:pt x="0" y="251"/>
                    </a:cubicBezTo>
                    <a:cubicBezTo>
                      <a:pt x="0" y="232"/>
                      <a:pt x="0" y="213"/>
                      <a:pt x="0" y="193"/>
                    </a:cubicBezTo>
                    <a:cubicBezTo>
                      <a:pt x="0" y="167"/>
                      <a:pt x="0" y="141"/>
                      <a:pt x="0" y="115"/>
                    </a:cubicBezTo>
                    <a:cubicBezTo>
                      <a:pt x="0" y="101"/>
                      <a:pt x="0" y="86"/>
                      <a:pt x="0" y="72"/>
                    </a:cubicBezTo>
                    <a:cubicBezTo>
                      <a:pt x="5" y="37"/>
                      <a:pt x="5" y="37"/>
                      <a:pt x="4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66" name="ICON_PYTHON_LOGO_path_016"/>
              <p:cNvSpPr/>
              <p:nvPr/>
            </p:nvSpPr>
            <p:spPr>
              <a:xfrm>
                <a:off x="6206133" y="3166008"/>
                <a:ext cx="209290" cy="3721"/>
              </a:xfrm>
              <a:custGeom>
                <a:avLst/>
                <a:gdLst/>
                <a:ahLst/>
                <a:cxnLst/>
                <a:rect l="0" t="0" r="r" b="b"/>
                <a:pathLst>
                  <a:path w="16479" h="293" fill="norm" stroke="0">
                    <a:moveTo>
                      <a:pt x="1758" y="0"/>
                    </a:moveTo>
                    <a:cubicBezTo>
                      <a:pt x="1806" y="0"/>
                      <a:pt x="1854" y="0"/>
                      <a:pt x="1904" y="0"/>
                    </a:cubicBezTo>
                    <a:cubicBezTo>
                      <a:pt x="1904" y="24"/>
                      <a:pt x="1904" y="48"/>
                      <a:pt x="1904" y="73"/>
                    </a:cubicBezTo>
                    <a:cubicBezTo>
                      <a:pt x="2098" y="73"/>
                      <a:pt x="2291" y="73"/>
                      <a:pt x="2490" y="73"/>
                    </a:cubicBezTo>
                    <a:cubicBezTo>
                      <a:pt x="2490" y="97"/>
                      <a:pt x="2490" y="122"/>
                      <a:pt x="2490" y="146"/>
                    </a:cubicBezTo>
                    <a:cubicBezTo>
                      <a:pt x="2587" y="146"/>
                      <a:pt x="2684" y="146"/>
                      <a:pt x="2783" y="146"/>
                    </a:cubicBezTo>
                    <a:cubicBezTo>
                      <a:pt x="2783" y="122"/>
                      <a:pt x="2783" y="98"/>
                      <a:pt x="2783" y="73"/>
                    </a:cubicBezTo>
                    <a:cubicBezTo>
                      <a:pt x="4161" y="73"/>
                      <a:pt x="5539" y="73"/>
                      <a:pt x="6958" y="73"/>
                    </a:cubicBezTo>
                    <a:cubicBezTo>
                      <a:pt x="6958" y="97"/>
                      <a:pt x="6958" y="122"/>
                      <a:pt x="6958" y="146"/>
                    </a:cubicBezTo>
                    <a:cubicBezTo>
                      <a:pt x="7538" y="146"/>
                      <a:pt x="8118" y="146"/>
                      <a:pt x="8716" y="146"/>
                    </a:cubicBezTo>
                    <a:cubicBezTo>
                      <a:pt x="8716" y="122"/>
                      <a:pt x="8716" y="98"/>
                      <a:pt x="8716" y="73"/>
                    </a:cubicBezTo>
                    <a:cubicBezTo>
                      <a:pt x="9103" y="73"/>
                      <a:pt x="9489" y="73"/>
                      <a:pt x="9888" y="73"/>
                    </a:cubicBezTo>
                    <a:cubicBezTo>
                      <a:pt x="9888" y="97"/>
                      <a:pt x="9888" y="122"/>
                      <a:pt x="9888" y="146"/>
                    </a:cubicBezTo>
                    <a:cubicBezTo>
                      <a:pt x="10444" y="146"/>
                      <a:pt x="11000" y="146"/>
                      <a:pt x="11572" y="146"/>
                    </a:cubicBezTo>
                    <a:cubicBezTo>
                      <a:pt x="11572" y="122"/>
                      <a:pt x="11572" y="98"/>
                      <a:pt x="11572" y="73"/>
                    </a:cubicBezTo>
                    <a:cubicBezTo>
                      <a:pt x="11669" y="73"/>
                      <a:pt x="11766" y="73"/>
                      <a:pt x="11865" y="73"/>
                    </a:cubicBezTo>
                    <a:cubicBezTo>
                      <a:pt x="11865" y="97"/>
                      <a:pt x="11865" y="122"/>
                      <a:pt x="11865" y="146"/>
                    </a:cubicBezTo>
                    <a:cubicBezTo>
                      <a:pt x="11938" y="146"/>
                      <a:pt x="12010" y="146"/>
                      <a:pt x="12085" y="146"/>
                    </a:cubicBezTo>
                    <a:cubicBezTo>
                      <a:pt x="12085" y="122"/>
                      <a:pt x="12085" y="98"/>
                      <a:pt x="12085" y="73"/>
                    </a:cubicBezTo>
                    <a:cubicBezTo>
                      <a:pt x="12133" y="73"/>
                      <a:pt x="12182" y="73"/>
                      <a:pt x="12231" y="73"/>
                    </a:cubicBezTo>
                    <a:cubicBezTo>
                      <a:pt x="12231" y="97"/>
                      <a:pt x="12231" y="122"/>
                      <a:pt x="12231" y="146"/>
                    </a:cubicBezTo>
                    <a:cubicBezTo>
                      <a:pt x="12570" y="146"/>
                      <a:pt x="12908" y="146"/>
                      <a:pt x="13257" y="146"/>
                    </a:cubicBezTo>
                    <a:cubicBezTo>
                      <a:pt x="13257" y="122"/>
                      <a:pt x="13257" y="98"/>
                      <a:pt x="13257" y="73"/>
                    </a:cubicBezTo>
                    <a:cubicBezTo>
                      <a:pt x="13644" y="73"/>
                      <a:pt x="14030" y="73"/>
                      <a:pt x="14429" y="73"/>
                    </a:cubicBezTo>
                    <a:cubicBezTo>
                      <a:pt x="14429" y="97"/>
                      <a:pt x="14429" y="122"/>
                      <a:pt x="14429" y="146"/>
                    </a:cubicBezTo>
                    <a:cubicBezTo>
                      <a:pt x="14767" y="146"/>
                      <a:pt x="15105" y="146"/>
                      <a:pt x="15454" y="146"/>
                    </a:cubicBezTo>
                    <a:cubicBezTo>
                      <a:pt x="15454" y="122"/>
                      <a:pt x="15454" y="98"/>
                      <a:pt x="15454" y="73"/>
                    </a:cubicBezTo>
                    <a:cubicBezTo>
                      <a:pt x="15502" y="73"/>
                      <a:pt x="15551" y="73"/>
                      <a:pt x="15601" y="73"/>
                    </a:cubicBezTo>
                    <a:cubicBezTo>
                      <a:pt x="15601" y="97"/>
                      <a:pt x="15601" y="122"/>
                      <a:pt x="15601" y="146"/>
                    </a:cubicBezTo>
                    <a:cubicBezTo>
                      <a:pt x="15746" y="146"/>
                      <a:pt x="15891" y="146"/>
                      <a:pt x="16040" y="146"/>
                    </a:cubicBezTo>
                    <a:cubicBezTo>
                      <a:pt x="16040" y="122"/>
                      <a:pt x="16040" y="98"/>
                      <a:pt x="16040" y="73"/>
                    </a:cubicBezTo>
                    <a:cubicBezTo>
                      <a:pt x="16088" y="73"/>
                      <a:pt x="16137" y="73"/>
                      <a:pt x="16187" y="73"/>
                    </a:cubicBezTo>
                    <a:cubicBezTo>
                      <a:pt x="16187" y="49"/>
                      <a:pt x="16187" y="25"/>
                      <a:pt x="16187" y="0"/>
                    </a:cubicBezTo>
                    <a:cubicBezTo>
                      <a:pt x="16211" y="0"/>
                      <a:pt x="16235" y="0"/>
                      <a:pt x="16260" y="0"/>
                    </a:cubicBezTo>
                    <a:cubicBezTo>
                      <a:pt x="16260" y="24"/>
                      <a:pt x="16260" y="48"/>
                      <a:pt x="16260" y="73"/>
                    </a:cubicBezTo>
                    <a:cubicBezTo>
                      <a:pt x="16284" y="73"/>
                      <a:pt x="16308" y="73"/>
                      <a:pt x="16333" y="73"/>
                    </a:cubicBezTo>
                    <a:cubicBezTo>
                      <a:pt x="16333" y="97"/>
                      <a:pt x="16333" y="122"/>
                      <a:pt x="16333" y="146"/>
                    </a:cubicBezTo>
                    <a:cubicBezTo>
                      <a:pt x="16381" y="146"/>
                      <a:pt x="16430" y="146"/>
                      <a:pt x="16479" y="146"/>
                    </a:cubicBezTo>
                    <a:cubicBezTo>
                      <a:pt x="16479" y="195"/>
                      <a:pt x="16479" y="243"/>
                      <a:pt x="16479" y="293"/>
                    </a:cubicBezTo>
                    <a:cubicBezTo>
                      <a:pt x="16407" y="293"/>
                      <a:pt x="16334" y="293"/>
                      <a:pt x="16260" y="293"/>
                    </a:cubicBezTo>
                    <a:cubicBezTo>
                      <a:pt x="16260" y="269"/>
                      <a:pt x="16260" y="245"/>
                      <a:pt x="16260" y="220"/>
                    </a:cubicBezTo>
                    <a:cubicBezTo>
                      <a:pt x="10991" y="220"/>
                      <a:pt x="5722" y="220"/>
                      <a:pt x="293" y="220"/>
                    </a:cubicBezTo>
                    <a:cubicBezTo>
                      <a:pt x="293" y="244"/>
                      <a:pt x="293" y="268"/>
                      <a:pt x="293" y="293"/>
                    </a:cubicBezTo>
                    <a:cubicBezTo>
                      <a:pt x="196" y="293"/>
                      <a:pt x="100" y="293"/>
                      <a:pt x="0" y="293"/>
                    </a:cubicBezTo>
                    <a:cubicBezTo>
                      <a:pt x="0" y="269"/>
                      <a:pt x="0" y="245"/>
                      <a:pt x="0" y="220"/>
                    </a:cubicBezTo>
                    <a:cubicBezTo>
                      <a:pt x="24" y="220"/>
                      <a:pt x="48" y="220"/>
                      <a:pt x="73" y="220"/>
                    </a:cubicBezTo>
                    <a:cubicBezTo>
                      <a:pt x="73" y="196"/>
                      <a:pt x="73" y="171"/>
                      <a:pt x="73" y="146"/>
                    </a:cubicBezTo>
                    <a:cubicBezTo>
                      <a:pt x="97" y="146"/>
                      <a:pt x="122" y="146"/>
                      <a:pt x="146" y="146"/>
                    </a:cubicBezTo>
                    <a:cubicBezTo>
                      <a:pt x="146" y="122"/>
                      <a:pt x="146" y="98"/>
                      <a:pt x="146" y="73"/>
                    </a:cubicBezTo>
                    <a:cubicBezTo>
                      <a:pt x="388" y="73"/>
                      <a:pt x="630" y="73"/>
                      <a:pt x="879" y="73"/>
                    </a:cubicBezTo>
                    <a:cubicBezTo>
                      <a:pt x="879" y="97"/>
                      <a:pt x="879" y="122"/>
                      <a:pt x="879" y="146"/>
                    </a:cubicBezTo>
                    <a:cubicBezTo>
                      <a:pt x="1096" y="146"/>
                      <a:pt x="1314" y="146"/>
                      <a:pt x="1538" y="146"/>
                    </a:cubicBezTo>
                    <a:cubicBezTo>
                      <a:pt x="1538" y="122"/>
                      <a:pt x="1538" y="98"/>
                      <a:pt x="1538" y="73"/>
                    </a:cubicBezTo>
                    <a:cubicBezTo>
                      <a:pt x="1611" y="73"/>
                      <a:pt x="1683" y="73"/>
                      <a:pt x="1758" y="73"/>
                    </a:cubicBezTo>
                    <a:cubicBezTo>
                      <a:pt x="1758" y="49"/>
                      <a:pt x="1758" y="25"/>
                      <a:pt x="175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67" name="ICON_PYTHON_LOGO_path_017"/>
              <p:cNvSpPr/>
              <p:nvPr/>
            </p:nvSpPr>
            <p:spPr>
              <a:xfrm>
                <a:off x="6205203" y="3175178"/>
                <a:ext cx="210220" cy="6643"/>
              </a:xfrm>
              <a:custGeom>
                <a:avLst/>
                <a:gdLst/>
                <a:ahLst/>
                <a:cxnLst/>
                <a:rect l="0" t="0" r="r" b="b"/>
                <a:pathLst>
                  <a:path w="16553" h="523" fill="norm" stroke="0">
                    <a:moveTo>
                      <a:pt x="439" y="10"/>
                    </a:moveTo>
                    <a:cubicBezTo>
                      <a:pt x="927" y="10"/>
                      <a:pt x="1415" y="10"/>
                      <a:pt x="1903" y="9"/>
                    </a:cubicBezTo>
                    <a:cubicBezTo>
                      <a:pt x="1912" y="9"/>
                      <a:pt x="1922" y="9"/>
                      <a:pt x="1932" y="9"/>
                    </a:cubicBezTo>
                    <a:cubicBezTo>
                      <a:pt x="2954" y="8"/>
                      <a:pt x="3977" y="8"/>
                      <a:pt x="5000" y="7"/>
                    </a:cubicBezTo>
                    <a:cubicBezTo>
                      <a:pt x="5023" y="7"/>
                      <a:pt x="5045" y="7"/>
                      <a:pt x="5068" y="7"/>
                    </a:cubicBezTo>
                    <a:cubicBezTo>
                      <a:pt x="5545" y="7"/>
                      <a:pt x="6022" y="7"/>
                      <a:pt x="6498" y="7"/>
                    </a:cubicBezTo>
                    <a:cubicBezTo>
                      <a:pt x="6738" y="7"/>
                      <a:pt x="6978" y="6"/>
                      <a:pt x="7217" y="6"/>
                    </a:cubicBezTo>
                    <a:cubicBezTo>
                      <a:pt x="7253" y="6"/>
                      <a:pt x="7289" y="6"/>
                      <a:pt x="7325" y="6"/>
                    </a:cubicBezTo>
                    <a:cubicBezTo>
                      <a:pt x="7882" y="6"/>
                      <a:pt x="8438" y="6"/>
                      <a:pt x="8995" y="5"/>
                    </a:cubicBezTo>
                    <a:cubicBezTo>
                      <a:pt x="9007" y="5"/>
                      <a:pt x="9019" y="5"/>
                      <a:pt x="9031" y="5"/>
                    </a:cubicBezTo>
                    <a:cubicBezTo>
                      <a:pt x="9224" y="5"/>
                      <a:pt x="9417" y="5"/>
                      <a:pt x="9610" y="5"/>
                    </a:cubicBezTo>
                    <a:cubicBezTo>
                      <a:pt x="10165" y="4"/>
                      <a:pt x="10721" y="4"/>
                      <a:pt x="11276" y="4"/>
                    </a:cubicBezTo>
                    <a:cubicBezTo>
                      <a:pt x="11288" y="4"/>
                      <a:pt x="11299" y="4"/>
                      <a:pt x="11311" y="4"/>
                    </a:cubicBezTo>
                    <a:cubicBezTo>
                      <a:pt x="11562" y="4"/>
                      <a:pt x="11812" y="4"/>
                      <a:pt x="12063" y="3"/>
                    </a:cubicBezTo>
                    <a:cubicBezTo>
                      <a:pt x="12164" y="3"/>
                      <a:pt x="12265" y="3"/>
                      <a:pt x="12366" y="3"/>
                    </a:cubicBezTo>
                    <a:cubicBezTo>
                      <a:pt x="12371" y="3"/>
                      <a:pt x="12371" y="3"/>
                      <a:pt x="12399" y="3"/>
                    </a:cubicBezTo>
                    <a:cubicBezTo>
                      <a:pt x="12755" y="3"/>
                      <a:pt x="13111" y="3"/>
                      <a:pt x="13467" y="3"/>
                    </a:cubicBezTo>
                    <a:cubicBezTo>
                      <a:pt x="13825" y="2"/>
                      <a:pt x="14184" y="2"/>
                      <a:pt x="14542" y="2"/>
                    </a:cubicBezTo>
                    <a:cubicBezTo>
                      <a:pt x="14592" y="2"/>
                      <a:pt x="14641" y="2"/>
                      <a:pt x="14691" y="2"/>
                    </a:cubicBezTo>
                    <a:cubicBezTo>
                      <a:pt x="14701" y="2"/>
                      <a:pt x="14710" y="2"/>
                      <a:pt x="14720" y="2"/>
                    </a:cubicBezTo>
                    <a:cubicBezTo>
                      <a:pt x="14874" y="2"/>
                      <a:pt x="15028" y="2"/>
                      <a:pt x="15182" y="2"/>
                    </a:cubicBezTo>
                    <a:cubicBezTo>
                      <a:pt x="15333" y="1"/>
                      <a:pt x="15484" y="1"/>
                      <a:pt x="15635" y="1"/>
                    </a:cubicBezTo>
                    <a:cubicBezTo>
                      <a:pt x="15716" y="2"/>
                      <a:pt x="15797" y="2"/>
                      <a:pt x="15878" y="1"/>
                    </a:cubicBezTo>
                    <a:cubicBezTo>
                      <a:pt x="15951" y="1"/>
                      <a:pt x="16025" y="1"/>
                      <a:pt x="16098" y="1"/>
                    </a:cubicBezTo>
                    <a:cubicBezTo>
                      <a:pt x="16125" y="1"/>
                      <a:pt x="16151" y="1"/>
                      <a:pt x="16178" y="1"/>
                    </a:cubicBezTo>
                    <a:cubicBezTo>
                      <a:pt x="16318" y="0"/>
                      <a:pt x="16433" y="0"/>
                      <a:pt x="16553" y="84"/>
                    </a:cubicBezTo>
                    <a:cubicBezTo>
                      <a:pt x="16541" y="108"/>
                      <a:pt x="16529" y="132"/>
                      <a:pt x="16516" y="157"/>
                    </a:cubicBezTo>
                    <a:cubicBezTo>
                      <a:pt x="16502" y="152"/>
                      <a:pt x="16489" y="146"/>
                      <a:pt x="16474" y="141"/>
                    </a:cubicBezTo>
                    <a:cubicBezTo>
                      <a:pt x="16349" y="95"/>
                      <a:pt x="16248" y="73"/>
                      <a:pt x="16113" y="84"/>
                    </a:cubicBezTo>
                    <a:cubicBezTo>
                      <a:pt x="16113" y="108"/>
                      <a:pt x="16113" y="132"/>
                      <a:pt x="16113" y="157"/>
                    </a:cubicBezTo>
                    <a:cubicBezTo>
                      <a:pt x="16065" y="157"/>
                      <a:pt x="16017" y="157"/>
                      <a:pt x="15967" y="157"/>
                    </a:cubicBezTo>
                    <a:cubicBezTo>
                      <a:pt x="15967" y="181"/>
                      <a:pt x="15967" y="205"/>
                      <a:pt x="15967" y="230"/>
                    </a:cubicBezTo>
                    <a:cubicBezTo>
                      <a:pt x="15918" y="230"/>
                      <a:pt x="15870" y="230"/>
                      <a:pt x="15820" y="230"/>
                    </a:cubicBezTo>
                    <a:cubicBezTo>
                      <a:pt x="15820" y="206"/>
                      <a:pt x="15820" y="182"/>
                      <a:pt x="15820" y="157"/>
                    </a:cubicBezTo>
                    <a:cubicBezTo>
                      <a:pt x="15724" y="157"/>
                      <a:pt x="15627" y="157"/>
                      <a:pt x="15527" y="157"/>
                    </a:cubicBezTo>
                    <a:cubicBezTo>
                      <a:pt x="15527" y="133"/>
                      <a:pt x="15527" y="109"/>
                      <a:pt x="15527" y="84"/>
                    </a:cubicBezTo>
                    <a:cubicBezTo>
                      <a:pt x="15310" y="84"/>
                      <a:pt x="15092" y="84"/>
                      <a:pt x="14868" y="84"/>
                    </a:cubicBezTo>
                    <a:cubicBezTo>
                      <a:pt x="14868" y="108"/>
                      <a:pt x="14868" y="132"/>
                      <a:pt x="14868" y="157"/>
                    </a:cubicBezTo>
                    <a:cubicBezTo>
                      <a:pt x="14771" y="157"/>
                      <a:pt x="14675" y="157"/>
                      <a:pt x="14575" y="157"/>
                    </a:cubicBezTo>
                    <a:cubicBezTo>
                      <a:pt x="14575" y="133"/>
                      <a:pt x="14575" y="109"/>
                      <a:pt x="14575" y="84"/>
                    </a:cubicBezTo>
                    <a:cubicBezTo>
                      <a:pt x="14382" y="84"/>
                      <a:pt x="14188" y="84"/>
                      <a:pt x="13989" y="84"/>
                    </a:cubicBezTo>
                    <a:cubicBezTo>
                      <a:pt x="13989" y="108"/>
                      <a:pt x="13989" y="132"/>
                      <a:pt x="13989" y="157"/>
                    </a:cubicBezTo>
                    <a:cubicBezTo>
                      <a:pt x="13868" y="157"/>
                      <a:pt x="13748" y="157"/>
                      <a:pt x="13623" y="157"/>
                    </a:cubicBezTo>
                    <a:cubicBezTo>
                      <a:pt x="13623" y="133"/>
                      <a:pt x="13623" y="109"/>
                      <a:pt x="13623" y="84"/>
                    </a:cubicBezTo>
                    <a:cubicBezTo>
                      <a:pt x="13406" y="84"/>
                      <a:pt x="13188" y="84"/>
                      <a:pt x="12964" y="84"/>
                    </a:cubicBezTo>
                    <a:cubicBezTo>
                      <a:pt x="12964" y="108"/>
                      <a:pt x="12964" y="132"/>
                      <a:pt x="12964" y="157"/>
                    </a:cubicBezTo>
                    <a:cubicBezTo>
                      <a:pt x="12746" y="157"/>
                      <a:pt x="12529" y="157"/>
                      <a:pt x="12305" y="157"/>
                    </a:cubicBezTo>
                    <a:cubicBezTo>
                      <a:pt x="12305" y="133"/>
                      <a:pt x="12305" y="109"/>
                      <a:pt x="12305" y="84"/>
                    </a:cubicBezTo>
                    <a:cubicBezTo>
                      <a:pt x="12256" y="84"/>
                      <a:pt x="12208" y="84"/>
                      <a:pt x="12158" y="84"/>
                    </a:cubicBezTo>
                    <a:cubicBezTo>
                      <a:pt x="12158" y="108"/>
                      <a:pt x="12158" y="132"/>
                      <a:pt x="12158" y="157"/>
                    </a:cubicBezTo>
                    <a:cubicBezTo>
                      <a:pt x="12062" y="157"/>
                      <a:pt x="11965" y="157"/>
                      <a:pt x="11865" y="157"/>
                    </a:cubicBezTo>
                    <a:cubicBezTo>
                      <a:pt x="11865" y="133"/>
                      <a:pt x="11865" y="109"/>
                      <a:pt x="11865" y="84"/>
                    </a:cubicBezTo>
                    <a:cubicBezTo>
                      <a:pt x="11696" y="84"/>
                      <a:pt x="11527" y="84"/>
                      <a:pt x="11353" y="84"/>
                    </a:cubicBezTo>
                    <a:cubicBezTo>
                      <a:pt x="11353" y="108"/>
                      <a:pt x="11353" y="132"/>
                      <a:pt x="11353" y="157"/>
                    </a:cubicBezTo>
                    <a:cubicBezTo>
                      <a:pt x="11159" y="157"/>
                      <a:pt x="10966" y="157"/>
                      <a:pt x="10767" y="157"/>
                    </a:cubicBezTo>
                    <a:cubicBezTo>
                      <a:pt x="10767" y="133"/>
                      <a:pt x="10767" y="109"/>
                      <a:pt x="10767" y="84"/>
                    </a:cubicBezTo>
                    <a:cubicBezTo>
                      <a:pt x="10646" y="84"/>
                      <a:pt x="10525" y="84"/>
                      <a:pt x="10400" y="84"/>
                    </a:cubicBezTo>
                    <a:cubicBezTo>
                      <a:pt x="10400" y="108"/>
                      <a:pt x="10400" y="132"/>
                      <a:pt x="10400" y="157"/>
                    </a:cubicBezTo>
                    <a:cubicBezTo>
                      <a:pt x="10352" y="157"/>
                      <a:pt x="10304" y="157"/>
                      <a:pt x="10254" y="157"/>
                    </a:cubicBezTo>
                    <a:cubicBezTo>
                      <a:pt x="10254" y="133"/>
                      <a:pt x="10254" y="109"/>
                      <a:pt x="10254" y="84"/>
                    </a:cubicBezTo>
                    <a:cubicBezTo>
                      <a:pt x="9916" y="84"/>
                      <a:pt x="9577" y="84"/>
                      <a:pt x="9229" y="84"/>
                    </a:cubicBezTo>
                    <a:cubicBezTo>
                      <a:pt x="9229" y="108"/>
                      <a:pt x="9229" y="132"/>
                      <a:pt x="9229" y="157"/>
                    </a:cubicBezTo>
                    <a:cubicBezTo>
                      <a:pt x="9180" y="157"/>
                      <a:pt x="9132" y="157"/>
                      <a:pt x="9082" y="157"/>
                    </a:cubicBezTo>
                    <a:cubicBezTo>
                      <a:pt x="9082" y="133"/>
                      <a:pt x="9082" y="109"/>
                      <a:pt x="9082" y="84"/>
                    </a:cubicBezTo>
                    <a:cubicBezTo>
                      <a:pt x="8913" y="84"/>
                      <a:pt x="8744" y="84"/>
                      <a:pt x="8569" y="84"/>
                    </a:cubicBezTo>
                    <a:cubicBezTo>
                      <a:pt x="8569" y="108"/>
                      <a:pt x="8569" y="132"/>
                      <a:pt x="8569" y="157"/>
                    </a:cubicBezTo>
                    <a:cubicBezTo>
                      <a:pt x="8473" y="157"/>
                      <a:pt x="8376" y="157"/>
                      <a:pt x="8276" y="157"/>
                    </a:cubicBezTo>
                    <a:cubicBezTo>
                      <a:pt x="8276" y="133"/>
                      <a:pt x="8276" y="109"/>
                      <a:pt x="8276" y="84"/>
                    </a:cubicBezTo>
                    <a:cubicBezTo>
                      <a:pt x="8204" y="84"/>
                      <a:pt x="8131" y="84"/>
                      <a:pt x="8057" y="84"/>
                    </a:cubicBezTo>
                    <a:cubicBezTo>
                      <a:pt x="8057" y="108"/>
                      <a:pt x="8057" y="132"/>
                      <a:pt x="8057" y="157"/>
                    </a:cubicBezTo>
                    <a:cubicBezTo>
                      <a:pt x="8008" y="157"/>
                      <a:pt x="7960" y="157"/>
                      <a:pt x="7910" y="157"/>
                    </a:cubicBezTo>
                    <a:cubicBezTo>
                      <a:pt x="7910" y="133"/>
                      <a:pt x="7910" y="109"/>
                      <a:pt x="7910" y="84"/>
                    </a:cubicBezTo>
                    <a:cubicBezTo>
                      <a:pt x="7548" y="84"/>
                      <a:pt x="7185" y="84"/>
                      <a:pt x="6812" y="84"/>
                    </a:cubicBezTo>
                    <a:cubicBezTo>
                      <a:pt x="6812" y="108"/>
                      <a:pt x="6812" y="132"/>
                      <a:pt x="6812" y="157"/>
                    </a:cubicBezTo>
                    <a:cubicBezTo>
                      <a:pt x="6667" y="157"/>
                      <a:pt x="6521" y="157"/>
                      <a:pt x="6372" y="157"/>
                    </a:cubicBezTo>
                    <a:cubicBezTo>
                      <a:pt x="6372" y="133"/>
                      <a:pt x="6372" y="109"/>
                      <a:pt x="6372" y="84"/>
                    </a:cubicBezTo>
                    <a:cubicBezTo>
                      <a:pt x="5961" y="84"/>
                      <a:pt x="5550" y="84"/>
                      <a:pt x="5127" y="84"/>
                    </a:cubicBezTo>
                    <a:cubicBezTo>
                      <a:pt x="5127" y="108"/>
                      <a:pt x="5127" y="132"/>
                      <a:pt x="5127" y="157"/>
                    </a:cubicBezTo>
                    <a:cubicBezTo>
                      <a:pt x="5103" y="157"/>
                      <a:pt x="5079" y="157"/>
                      <a:pt x="5054" y="157"/>
                    </a:cubicBezTo>
                    <a:cubicBezTo>
                      <a:pt x="5054" y="133"/>
                      <a:pt x="5054" y="109"/>
                      <a:pt x="5054" y="84"/>
                    </a:cubicBezTo>
                    <a:cubicBezTo>
                      <a:pt x="4546" y="84"/>
                      <a:pt x="4039" y="84"/>
                      <a:pt x="3516" y="84"/>
                    </a:cubicBezTo>
                    <a:cubicBezTo>
                      <a:pt x="3516" y="108"/>
                      <a:pt x="3516" y="132"/>
                      <a:pt x="3516" y="157"/>
                    </a:cubicBezTo>
                    <a:cubicBezTo>
                      <a:pt x="3129" y="157"/>
                      <a:pt x="2742" y="157"/>
                      <a:pt x="2344" y="157"/>
                    </a:cubicBezTo>
                    <a:cubicBezTo>
                      <a:pt x="2344" y="133"/>
                      <a:pt x="2344" y="109"/>
                      <a:pt x="2344" y="84"/>
                    </a:cubicBezTo>
                    <a:cubicBezTo>
                      <a:pt x="1933" y="84"/>
                      <a:pt x="1522" y="84"/>
                      <a:pt x="1099" y="84"/>
                    </a:cubicBezTo>
                    <a:cubicBezTo>
                      <a:pt x="1099" y="108"/>
                      <a:pt x="1099" y="132"/>
                      <a:pt x="1099" y="157"/>
                    </a:cubicBezTo>
                    <a:cubicBezTo>
                      <a:pt x="1050" y="157"/>
                      <a:pt x="1002" y="157"/>
                      <a:pt x="952" y="157"/>
                    </a:cubicBezTo>
                    <a:cubicBezTo>
                      <a:pt x="952" y="181"/>
                      <a:pt x="952" y="205"/>
                      <a:pt x="952" y="230"/>
                    </a:cubicBezTo>
                    <a:cubicBezTo>
                      <a:pt x="928" y="230"/>
                      <a:pt x="904" y="230"/>
                      <a:pt x="879" y="230"/>
                    </a:cubicBezTo>
                    <a:cubicBezTo>
                      <a:pt x="879" y="254"/>
                      <a:pt x="879" y="278"/>
                      <a:pt x="879" y="303"/>
                    </a:cubicBezTo>
                    <a:cubicBezTo>
                      <a:pt x="855" y="303"/>
                      <a:pt x="831" y="303"/>
                      <a:pt x="806" y="303"/>
                    </a:cubicBezTo>
                    <a:cubicBezTo>
                      <a:pt x="806" y="352"/>
                      <a:pt x="806" y="400"/>
                      <a:pt x="806" y="450"/>
                    </a:cubicBezTo>
                    <a:cubicBezTo>
                      <a:pt x="709" y="450"/>
                      <a:pt x="612" y="450"/>
                      <a:pt x="513" y="450"/>
                    </a:cubicBezTo>
                    <a:cubicBezTo>
                      <a:pt x="513" y="474"/>
                      <a:pt x="513" y="498"/>
                      <a:pt x="513" y="523"/>
                    </a:cubicBezTo>
                    <a:cubicBezTo>
                      <a:pt x="416" y="523"/>
                      <a:pt x="319" y="523"/>
                      <a:pt x="220" y="523"/>
                    </a:cubicBezTo>
                    <a:cubicBezTo>
                      <a:pt x="220" y="499"/>
                      <a:pt x="220" y="475"/>
                      <a:pt x="220" y="450"/>
                    </a:cubicBezTo>
                    <a:cubicBezTo>
                      <a:pt x="147" y="462"/>
                      <a:pt x="75" y="474"/>
                      <a:pt x="0" y="486"/>
                    </a:cubicBezTo>
                    <a:cubicBezTo>
                      <a:pt x="0" y="426"/>
                      <a:pt x="0" y="366"/>
                      <a:pt x="0" y="303"/>
                    </a:cubicBezTo>
                    <a:cubicBezTo>
                      <a:pt x="24" y="303"/>
                      <a:pt x="48" y="303"/>
                      <a:pt x="73" y="303"/>
                    </a:cubicBezTo>
                    <a:cubicBezTo>
                      <a:pt x="73" y="279"/>
                      <a:pt x="73" y="255"/>
                      <a:pt x="73" y="230"/>
                    </a:cubicBezTo>
                    <a:cubicBezTo>
                      <a:pt x="97" y="230"/>
                      <a:pt x="122" y="230"/>
                      <a:pt x="146" y="230"/>
                    </a:cubicBezTo>
                    <a:cubicBezTo>
                      <a:pt x="146" y="206"/>
                      <a:pt x="146" y="182"/>
                      <a:pt x="146" y="157"/>
                    </a:cubicBezTo>
                    <a:cubicBezTo>
                      <a:pt x="195" y="157"/>
                      <a:pt x="243" y="157"/>
                      <a:pt x="293" y="157"/>
                    </a:cubicBezTo>
                    <a:cubicBezTo>
                      <a:pt x="293" y="133"/>
                      <a:pt x="293" y="109"/>
                      <a:pt x="293" y="84"/>
                    </a:cubicBezTo>
                    <a:cubicBezTo>
                      <a:pt x="341" y="84"/>
                      <a:pt x="390" y="84"/>
                      <a:pt x="439" y="84"/>
                    </a:cubicBezTo>
                    <a:cubicBezTo>
                      <a:pt x="439" y="59"/>
                      <a:pt x="439" y="35"/>
                      <a:pt x="439" y="1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68" name="ICON_PYTHON_LOGO_path_018"/>
              <p:cNvSpPr/>
              <p:nvPr/>
            </p:nvSpPr>
            <p:spPr>
              <a:xfrm>
                <a:off x="6229387" y="3223679"/>
                <a:ext cx="19534" cy="30696"/>
              </a:xfrm>
              <a:custGeom>
                <a:avLst/>
                <a:gdLst/>
                <a:ahLst/>
                <a:cxnLst/>
                <a:rect l="0" t="0" r="r" b="b"/>
                <a:pathLst>
                  <a:path w="1538" h="2417" fill="norm" stroke="0">
                    <a:moveTo>
                      <a:pt x="146" y="0"/>
                    </a:moveTo>
                    <a:cubicBezTo>
                      <a:pt x="243" y="0"/>
                      <a:pt x="340" y="0"/>
                      <a:pt x="439" y="0"/>
                    </a:cubicBezTo>
                    <a:cubicBezTo>
                      <a:pt x="439" y="24"/>
                      <a:pt x="439" y="48"/>
                      <a:pt x="439" y="73"/>
                    </a:cubicBezTo>
                    <a:cubicBezTo>
                      <a:pt x="464" y="73"/>
                      <a:pt x="488" y="73"/>
                      <a:pt x="513" y="73"/>
                    </a:cubicBezTo>
                    <a:cubicBezTo>
                      <a:pt x="513" y="97"/>
                      <a:pt x="513" y="122"/>
                      <a:pt x="513" y="146"/>
                    </a:cubicBezTo>
                    <a:cubicBezTo>
                      <a:pt x="537" y="146"/>
                      <a:pt x="561" y="146"/>
                      <a:pt x="586" y="146"/>
                    </a:cubicBezTo>
                    <a:cubicBezTo>
                      <a:pt x="586" y="171"/>
                      <a:pt x="586" y="195"/>
                      <a:pt x="586" y="220"/>
                    </a:cubicBezTo>
                    <a:cubicBezTo>
                      <a:pt x="610" y="220"/>
                      <a:pt x="634" y="220"/>
                      <a:pt x="659" y="220"/>
                    </a:cubicBezTo>
                    <a:cubicBezTo>
                      <a:pt x="659" y="244"/>
                      <a:pt x="659" y="268"/>
                      <a:pt x="659" y="293"/>
                    </a:cubicBezTo>
                    <a:cubicBezTo>
                      <a:pt x="708" y="293"/>
                      <a:pt x="756" y="293"/>
                      <a:pt x="806" y="293"/>
                    </a:cubicBezTo>
                    <a:cubicBezTo>
                      <a:pt x="806" y="317"/>
                      <a:pt x="806" y="341"/>
                      <a:pt x="806" y="366"/>
                    </a:cubicBezTo>
                    <a:cubicBezTo>
                      <a:pt x="830" y="366"/>
                      <a:pt x="854" y="366"/>
                      <a:pt x="879" y="366"/>
                    </a:cubicBezTo>
                    <a:cubicBezTo>
                      <a:pt x="879" y="390"/>
                      <a:pt x="879" y="415"/>
                      <a:pt x="879" y="439"/>
                    </a:cubicBezTo>
                    <a:cubicBezTo>
                      <a:pt x="903" y="439"/>
                      <a:pt x="927" y="439"/>
                      <a:pt x="952" y="439"/>
                    </a:cubicBezTo>
                    <a:cubicBezTo>
                      <a:pt x="952" y="464"/>
                      <a:pt x="952" y="488"/>
                      <a:pt x="952" y="513"/>
                    </a:cubicBezTo>
                    <a:cubicBezTo>
                      <a:pt x="976" y="513"/>
                      <a:pt x="1000" y="513"/>
                      <a:pt x="1025" y="513"/>
                    </a:cubicBezTo>
                    <a:cubicBezTo>
                      <a:pt x="1025" y="537"/>
                      <a:pt x="1025" y="561"/>
                      <a:pt x="1025" y="586"/>
                    </a:cubicBezTo>
                    <a:cubicBezTo>
                      <a:pt x="1050" y="586"/>
                      <a:pt x="1074" y="586"/>
                      <a:pt x="1099" y="586"/>
                    </a:cubicBezTo>
                    <a:cubicBezTo>
                      <a:pt x="1099" y="610"/>
                      <a:pt x="1099" y="634"/>
                      <a:pt x="1099" y="659"/>
                    </a:cubicBezTo>
                    <a:cubicBezTo>
                      <a:pt x="1123" y="659"/>
                      <a:pt x="1147" y="659"/>
                      <a:pt x="1172" y="659"/>
                    </a:cubicBezTo>
                    <a:cubicBezTo>
                      <a:pt x="1172" y="683"/>
                      <a:pt x="1172" y="708"/>
                      <a:pt x="1172" y="732"/>
                    </a:cubicBezTo>
                    <a:cubicBezTo>
                      <a:pt x="1196" y="732"/>
                      <a:pt x="1220" y="732"/>
                      <a:pt x="1245" y="732"/>
                    </a:cubicBezTo>
                    <a:cubicBezTo>
                      <a:pt x="1245" y="757"/>
                      <a:pt x="1245" y="781"/>
                      <a:pt x="1245" y="806"/>
                    </a:cubicBezTo>
                    <a:cubicBezTo>
                      <a:pt x="1269" y="806"/>
                      <a:pt x="1293" y="806"/>
                      <a:pt x="1318" y="806"/>
                    </a:cubicBezTo>
                    <a:cubicBezTo>
                      <a:pt x="1318" y="830"/>
                      <a:pt x="1318" y="854"/>
                      <a:pt x="1318" y="879"/>
                    </a:cubicBezTo>
                    <a:cubicBezTo>
                      <a:pt x="1343" y="879"/>
                      <a:pt x="1367" y="879"/>
                      <a:pt x="1392" y="879"/>
                    </a:cubicBezTo>
                    <a:cubicBezTo>
                      <a:pt x="1392" y="903"/>
                      <a:pt x="1392" y="927"/>
                      <a:pt x="1392" y="952"/>
                    </a:cubicBezTo>
                    <a:cubicBezTo>
                      <a:pt x="1416" y="952"/>
                      <a:pt x="1440" y="952"/>
                      <a:pt x="1465" y="952"/>
                    </a:cubicBezTo>
                    <a:cubicBezTo>
                      <a:pt x="1465" y="1000"/>
                      <a:pt x="1465" y="1049"/>
                      <a:pt x="1465" y="1099"/>
                    </a:cubicBezTo>
                    <a:cubicBezTo>
                      <a:pt x="1489" y="1099"/>
                      <a:pt x="1513" y="1099"/>
                      <a:pt x="1538" y="1099"/>
                    </a:cubicBezTo>
                    <a:cubicBezTo>
                      <a:pt x="1538" y="1147"/>
                      <a:pt x="1538" y="1195"/>
                      <a:pt x="1538" y="1245"/>
                    </a:cubicBezTo>
                    <a:cubicBezTo>
                      <a:pt x="1514" y="1245"/>
                      <a:pt x="1490" y="1245"/>
                      <a:pt x="1465" y="1245"/>
                    </a:cubicBezTo>
                    <a:cubicBezTo>
                      <a:pt x="1465" y="1293"/>
                      <a:pt x="1465" y="1342"/>
                      <a:pt x="1465" y="1392"/>
                    </a:cubicBezTo>
                    <a:cubicBezTo>
                      <a:pt x="1441" y="1392"/>
                      <a:pt x="1417" y="1392"/>
                      <a:pt x="1392" y="1392"/>
                    </a:cubicBezTo>
                    <a:cubicBezTo>
                      <a:pt x="1392" y="1416"/>
                      <a:pt x="1392" y="1440"/>
                      <a:pt x="1392" y="1465"/>
                    </a:cubicBezTo>
                    <a:cubicBezTo>
                      <a:pt x="1367" y="1465"/>
                      <a:pt x="1343" y="1465"/>
                      <a:pt x="1318" y="1465"/>
                    </a:cubicBezTo>
                    <a:cubicBezTo>
                      <a:pt x="1318" y="1489"/>
                      <a:pt x="1318" y="1513"/>
                      <a:pt x="1318" y="1538"/>
                    </a:cubicBezTo>
                    <a:cubicBezTo>
                      <a:pt x="1294" y="1538"/>
                      <a:pt x="1270" y="1538"/>
                      <a:pt x="1245" y="1538"/>
                    </a:cubicBezTo>
                    <a:cubicBezTo>
                      <a:pt x="1245" y="1562"/>
                      <a:pt x="1245" y="1586"/>
                      <a:pt x="1245" y="1611"/>
                    </a:cubicBezTo>
                    <a:cubicBezTo>
                      <a:pt x="1221" y="1611"/>
                      <a:pt x="1197" y="1611"/>
                      <a:pt x="1172" y="1611"/>
                    </a:cubicBezTo>
                    <a:cubicBezTo>
                      <a:pt x="1172" y="1635"/>
                      <a:pt x="1172" y="1660"/>
                      <a:pt x="1172" y="1685"/>
                    </a:cubicBezTo>
                    <a:cubicBezTo>
                      <a:pt x="1148" y="1685"/>
                      <a:pt x="1124" y="1685"/>
                      <a:pt x="1099" y="1685"/>
                    </a:cubicBezTo>
                    <a:cubicBezTo>
                      <a:pt x="1099" y="1709"/>
                      <a:pt x="1099" y="1733"/>
                      <a:pt x="1099" y="1758"/>
                    </a:cubicBezTo>
                    <a:cubicBezTo>
                      <a:pt x="1074" y="1758"/>
                      <a:pt x="1050" y="1758"/>
                      <a:pt x="1025" y="1758"/>
                    </a:cubicBezTo>
                    <a:cubicBezTo>
                      <a:pt x="1025" y="1782"/>
                      <a:pt x="1025" y="1806"/>
                      <a:pt x="1025" y="1831"/>
                    </a:cubicBezTo>
                    <a:cubicBezTo>
                      <a:pt x="1001" y="1831"/>
                      <a:pt x="977" y="1831"/>
                      <a:pt x="952" y="1831"/>
                    </a:cubicBezTo>
                    <a:cubicBezTo>
                      <a:pt x="952" y="1855"/>
                      <a:pt x="952" y="1879"/>
                      <a:pt x="952" y="1904"/>
                    </a:cubicBezTo>
                    <a:cubicBezTo>
                      <a:pt x="928" y="1904"/>
                      <a:pt x="904" y="1904"/>
                      <a:pt x="879" y="1904"/>
                    </a:cubicBezTo>
                    <a:cubicBezTo>
                      <a:pt x="879" y="1928"/>
                      <a:pt x="879" y="1953"/>
                      <a:pt x="879" y="1978"/>
                    </a:cubicBezTo>
                    <a:cubicBezTo>
                      <a:pt x="855" y="1978"/>
                      <a:pt x="831" y="1978"/>
                      <a:pt x="806" y="1978"/>
                    </a:cubicBezTo>
                    <a:cubicBezTo>
                      <a:pt x="806" y="2002"/>
                      <a:pt x="806" y="2026"/>
                      <a:pt x="806" y="2051"/>
                    </a:cubicBezTo>
                    <a:cubicBezTo>
                      <a:pt x="781" y="2051"/>
                      <a:pt x="757" y="2051"/>
                      <a:pt x="732" y="2051"/>
                    </a:cubicBezTo>
                    <a:cubicBezTo>
                      <a:pt x="732" y="2075"/>
                      <a:pt x="732" y="2099"/>
                      <a:pt x="732" y="2124"/>
                    </a:cubicBezTo>
                    <a:cubicBezTo>
                      <a:pt x="708" y="2124"/>
                      <a:pt x="684" y="2124"/>
                      <a:pt x="659" y="2124"/>
                    </a:cubicBezTo>
                    <a:cubicBezTo>
                      <a:pt x="659" y="2148"/>
                      <a:pt x="659" y="2172"/>
                      <a:pt x="659" y="2197"/>
                    </a:cubicBezTo>
                    <a:cubicBezTo>
                      <a:pt x="635" y="2197"/>
                      <a:pt x="611" y="2197"/>
                      <a:pt x="586" y="2197"/>
                    </a:cubicBezTo>
                    <a:cubicBezTo>
                      <a:pt x="586" y="2221"/>
                      <a:pt x="586" y="2246"/>
                      <a:pt x="586" y="2271"/>
                    </a:cubicBezTo>
                    <a:cubicBezTo>
                      <a:pt x="562" y="2271"/>
                      <a:pt x="538" y="2271"/>
                      <a:pt x="513" y="2271"/>
                    </a:cubicBezTo>
                    <a:cubicBezTo>
                      <a:pt x="513" y="2295"/>
                      <a:pt x="513" y="2319"/>
                      <a:pt x="513" y="2344"/>
                    </a:cubicBezTo>
                    <a:cubicBezTo>
                      <a:pt x="464" y="2344"/>
                      <a:pt x="416" y="2344"/>
                      <a:pt x="366" y="2344"/>
                    </a:cubicBezTo>
                    <a:cubicBezTo>
                      <a:pt x="366" y="2368"/>
                      <a:pt x="366" y="2392"/>
                      <a:pt x="366" y="2417"/>
                    </a:cubicBezTo>
                    <a:cubicBezTo>
                      <a:pt x="318" y="2417"/>
                      <a:pt x="270" y="2417"/>
                      <a:pt x="220" y="2417"/>
                    </a:cubicBezTo>
                    <a:cubicBezTo>
                      <a:pt x="220" y="2393"/>
                      <a:pt x="220" y="2369"/>
                      <a:pt x="220" y="2344"/>
                    </a:cubicBezTo>
                    <a:cubicBezTo>
                      <a:pt x="196" y="2344"/>
                      <a:pt x="171" y="2344"/>
                      <a:pt x="146" y="2344"/>
                    </a:cubicBezTo>
                    <a:cubicBezTo>
                      <a:pt x="146" y="2320"/>
                      <a:pt x="146" y="2295"/>
                      <a:pt x="146" y="2271"/>
                    </a:cubicBezTo>
                    <a:cubicBezTo>
                      <a:pt x="122" y="2271"/>
                      <a:pt x="98" y="2271"/>
                      <a:pt x="73" y="2271"/>
                    </a:cubicBezTo>
                    <a:cubicBezTo>
                      <a:pt x="73" y="2246"/>
                      <a:pt x="73" y="2222"/>
                      <a:pt x="73" y="2197"/>
                    </a:cubicBezTo>
                    <a:cubicBezTo>
                      <a:pt x="49" y="2197"/>
                      <a:pt x="25" y="2197"/>
                      <a:pt x="0" y="2197"/>
                    </a:cubicBezTo>
                    <a:cubicBezTo>
                      <a:pt x="0" y="2101"/>
                      <a:pt x="0" y="2004"/>
                      <a:pt x="0" y="1904"/>
                    </a:cubicBezTo>
                    <a:cubicBezTo>
                      <a:pt x="24" y="1904"/>
                      <a:pt x="48" y="1904"/>
                      <a:pt x="73" y="1904"/>
                    </a:cubicBezTo>
                    <a:cubicBezTo>
                      <a:pt x="73" y="1880"/>
                      <a:pt x="73" y="1856"/>
                      <a:pt x="73" y="1831"/>
                    </a:cubicBezTo>
                    <a:cubicBezTo>
                      <a:pt x="97" y="1831"/>
                      <a:pt x="122" y="1831"/>
                      <a:pt x="146" y="1831"/>
                    </a:cubicBezTo>
                    <a:cubicBezTo>
                      <a:pt x="146" y="1807"/>
                      <a:pt x="146" y="1783"/>
                      <a:pt x="146" y="1758"/>
                    </a:cubicBezTo>
                    <a:cubicBezTo>
                      <a:pt x="171" y="1758"/>
                      <a:pt x="195" y="1758"/>
                      <a:pt x="220" y="1758"/>
                    </a:cubicBezTo>
                    <a:cubicBezTo>
                      <a:pt x="220" y="1734"/>
                      <a:pt x="220" y="1709"/>
                      <a:pt x="220" y="1685"/>
                    </a:cubicBezTo>
                    <a:cubicBezTo>
                      <a:pt x="244" y="1685"/>
                      <a:pt x="268" y="1685"/>
                      <a:pt x="293" y="1685"/>
                    </a:cubicBezTo>
                    <a:cubicBezTo>
                      <a:pt x="293" y="1660"/>
                      <a:pt x="293" y="1636"/>
                      <a:pt x="293" y="1611"/>
                    </a:cubicBezTo>
                    <a:cubicBezTo>
                      <a:pt x="317" y="1611"/>
                      <a:pt x="341" y="1611"/>
                      <a:pt x="366" y="1611"/>
                    </a:cubicBezTo>
                    <a:cubicBezTo>
                      <a:pt x="366" y="1587"/>
                      <a:pt x="366" y="1563"/>
                      <a:pt x="366" y="1538"/>
                    </a:cubicBezTo>
                    <a:cubicBezTo>
                      <a:pt x="390" y="1538"/>
                      <a:pt x="415" y="1538"/>
                      <a:pt x="439" y="1538"/>
                    </a:cubicBezTo>
                    <a:cubicBezTo>
                      <a:pt x="439" y="1514"/>
                      <a:pt x="439" y="1490"/>
                      <a:pt x="439" y="1465"/>
                    </a:cubicBezTo>
                    <a:cubicBezTo>
                      <a:pt x="464" y="1465"/>
                      <a:pt x="488" y="1465"/>
                      <a:pt x="513" y="1465"/>
                    </a:cubicBezTo>
                    <a:cubicBezTo>
                      <a:pt x="513" y="1441"/>
                      <a:pt x="513" y="1417"/>
                      <a:pt x="513" y="1392"/>
                    </a:cubicBezTo>
                    <a:cubicBezTo>
                      <a:pt x="537" y="1392"/>
                      <a:pt x="561" y="1392"/>
                      <a:pt x="586" y="1392"/>
                    </a:cubicBezTo>
                    <a:cubicBezTo>
                      <a:pt x="586" y="1367"/>
                      <a:pt x="586" y="1343"/>
                      <a:pt x="586" y="1318"/>
                    </a:cubicBezTo>
                    <a:cubicBezTo>
                      <a:pt x="610" y="1318"/>
                      <a:pt x="634" y="1318"/>
                      <a:pt x="659" y="1318"/>
                    </a:cubicBezTo>
                    <a:cubicBezTo>
                      <a:pt x="659" y="1294"/>
                      <a:pt x="659" y="1270"/>
                      <a:pt x="659" y="1245"/>
                    </a:cubicBezTo>
                    <a:cubicBezTo>
                      <a:pt x="683" y="1245"/>
                      <a:pt x="708" y="1245"/>
                      <a:pt x="732" y="1245"/>
                    </a:cubicBezTo>
                    <a:cubicBezTo>
                      <a:pt x="732" y="1197"/>
                      <a:pt x="732" y="1148"/>
                      <a:pt x="732" y="1099"/>
                    </a:cubicBezTo>
                    <a:cubicBezTo>
                      <a:pt x="708" y="1099"/>
                      <a:pt x="684" y="1099"/>
                      <a:pt x="659" y="1099"/>
                    </a:cubicBezTo>
                    <a:cubicBezTo>
                      <a:pt x="659" y="1074"/>
                      <a:pt x="659" y="1050"/>
                      <a:pt x="659" y="1025"/>
                    </a:cubicBezTo>
                    <a:cubicBezTo>
                      <a:pt x="635" y="1025"/>
                      <a:pt x="611" y="1025"/>
                      <a:pt x="586" y="1025"/>
                    </a:cubicBezTo>
                    <a:cubicBezTo>
                      <a:pt x="586" y="1001"/>
                      <a:pt x="586" y="977"/>
                      <a:pt x="586" y="952"/>
                    </a:cubicBezTo>
                    <a:cubicBezTo>
                      <a:pt x="562" y="952"/>
                      <a:pt x="538" y="952"/>
                      <a:pt x="513" y="952"/>
                    </a:cubicBezTo>
                    <a:cubicBezTo>
                      <a:pt x="513" y="928"/>
                      <a:pt x="513" y="904"/>
                      <a:pt x="513" y="879"/>
                    </a:cubicBezTo>
                    <a:cubicBezTo>
                      <a:pt x="489" y="879"/>
                      <a:pt x="464" y="879"/>
                      <a:pt x="439" y="879"/>
                    </a:cubicBezTo>
                    <a:cubicBezTo>
                      <a:pt x="439" y="855"/>
                      <a:pt x="439" y="831"/>
                      <a:pt x="439" y="806"/>
                    </a:cubicBezTo>
                    <a:cubicBezTo>
                      <a:pt x="391" y="806"/>
                      <a:pt x="343" y="806"/>
                      <a:pt x="293" y="806"/>
                    </a:cubicBezTo>
                    <a:cubicBezTo>
                      <a:pt x="293" y="781"/>
                      <a:pt x="293" y="757"/>
                      <a:pt x="293" y="732"/>
                    </a:cubicBezTo>
                    <a:cubicBezTo>
                      <a:pt x="269" y="732"/>
                      <a:pt x="245" y="732"/>
                      <a:pt x="220" y="732"/>
                    </a:cubicBezTo>
                    <a:cubicBezTo>
                      <a:pt x="220" y="708"/>
                      <a:pt x="220" y="684"/>
                      <a:pt x="220" y="659"/>
                    </a:cubicBezTo>
                    <a:cubicBezTo>
                      <a:pt x="196" y="659"/>
                      <a:pt x="171" y="659"/>
                      <a:pt x="146" y="659"/>
                    </a:cubicBezTo>
                    <a:cubicBezTo>
                      <a:pt x="146" y="635"/>
                      <a:pt x="146" y="611"/>
                      <a:pt x="146" y="586"/>
                    </a:cubicBezTo>
                    <a:cubicBezTo>
                      <a:pt x="122" y="586"/>
                      <a:pt x="98" y="586"/>
                      <a:pt x="73" y="586"/>
                    </a:cubicBezTo>
                    <a:cubicBezTo>
                      <a:pt x="73" y="538"/>
                      <a:pt x="73" y="489"/>
                      <a:pt x="73" y="439"/>
                    </a:cubicBezTo>
                    <a:cubicBezTo>
                      <a:pt x="49" y="439"/>
                      <a:pt x="25" y="439"/>
                      <a:pt x="0" y="439"/>
                    </a:cubicBezTo>
                    <a:cubicBezTo>
                      <a:pt x="0" y="343"/>
                      <a:pt x="0" y="246"/>
                      <a:pt x="0" y="146"/>
                    </a:cubicBezTo>
                    <a:cubicBezTo>
                      <a:pt x="24" y="146"/>
                      <a:pt x="48" y="146"/>
                      <a:pt x="73" y="146"/>
                    </a:cubicBezTo>
                    <a:cubicBezTo>
                      <a:pt x="73" y="122"/>
                      <a:pt x="73" y="98"/>
                      <a:pt x="73" y="73"/>
                    </a:cubicBezTo>
                    <a:cubicBezTo>
                      <a:pt x="97" y="73"/>
                      <a:pt x="122" y="73"/>
                      <a:pt x="146" y="73"/>
                    </a:cubicBezTo>
                    <a:cubicBezTo>
                      <a:pt x="146" y="49"/>
                      <a:pt x="146" y="25"/>
                      <a:pt x="146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465" cap="flat">
                <a:noFill/>
              </a:ln>
            </p:spPr>
          </p:sp>
          <p:sp>
            <p:nvSpPr>
              <p:cNvPr id="1369" name="ICON_PYTHON_LOGO_path_019"/>
              <p:cNvSpPr/>
              <p:nvPr/>
            </p:nvSpPr>
            <p:spPr>
              <a:xfrm>
                <a:off x="6320544" y="3298093"/>
                <a:ext cx="30696" cy="10232"/>
              </a:xfrm>
              <a:custGeom>
                <a:avLst/>
                <a:gdLst/>
                <a:ahLst/>
                <a:cxnLst/>
                <a:rect l="0" t="0" r="r" b="b"/>
                <a:pathLst>
                  <a:path w="2417" h="806" fill="norm" stroke="0">
                    <a:moveTo>
                      <a:pt x="293" y="0"/>
                    </a:moveTo>
                    <a:cubicBezTo>
                      <a:pt x="897" y="0"/>
                      <a:pt x="1501" y="0"/>
                      <a:pt x="2124" y="0"/>
                    </a:cubicBezTo>
                    <a:cubicBezTo>
                      <a:pt x="2124" y="24"/>
                      <a:pt x="2124" y="48"/>
                      <a:pt x="2124" y="73"/>
                    </a:cubicBezTo>
                    <a:cubicBezTo>
                      <a:pt x="2172" y="73"/>
                      <a:pt x="2221" y="73"/>
                      <a:pt x="2271" y="73"/>
                    </a:cubicBezTo>
                    <a:cubicBezTo>
                      <a:pt x="2271" y="97"/>
                      <a:pt x="2271" y="122"/>
                      <a:pt x="2271" y="146"/>
                    </a:cubicBezTo>
                    <a:cubicBezTo>
                      <a:pt x="2295" y="146"/>
                      <a:pt x="2319" y="146"/>
                      <a:pt x="2344" y="146"/>
                    </a:cubicBezTo>
                    <a:cubicBezTo>
                      <a:pt x="2344" y="195"/>
                      <a:pt x="2344" y="243"/>
                      <a:pt x="2344" y="293"/>
                    </a:cubicBezTo>
                    <a:cubicBezTo>
                      <a:pt x="2368" y="293"/>
                      <a:pt x="2392" y="293"/>
                      <a:pt x="2417" y="293"/>
                    </a:cubicBezTo>
                    <a:cubicBezTo>
                      <a:pt x="2417" y="390"/>
                      <a:pt x="2417" y="486"/>
                      <a:pt x="2417" y="586"/>
                    </a:cubicBezTo>
                    <a:cubicBezTo>
                      <a:pt x="2393" y="586"/>
                      <a:pt x="2369" y="586"/>
                      <a:pt x="2344" y="586"/>
                    </a:cubicBezTo>
                    <a:cubicBezTo>
                      <a:pt x="2344" y="610"/>
                      <a:pt x="2344" y="634"/>
                      <a:pt x="2344" y="659"/>
                    </a:cubicBezTo>
                    <a:cubicBezTo>
                      <a:pt x="2320" y="659"/>
                      <a:pt x="2295" y="659"/>
                      <a:pt x="2271" y="659"/>
                    </a:cubicBezTo>
                    <a:cubicBezTo>
                      <a:pt x="2271" y="683"/>
                      <a:pt x="2271" y="708"/>
                      <a:pt x="2271" y="732"/>
                    </a:cubicBezTo>
                    <a:cubicBezTo>
                      <a:pt x="2246" y="732"/>
                      <a:pt x="2222" y="732"/>
                      <a:pt x="2197" y="732"/>
                    </a:cubicBezTo>
                    <a:cubicBezTo>
                      <a:pt x="2197" y="757"/>
                      <a:pt x="2197" y="781"/>
                      <a:pt x="2197" y="806"/>
                    </a:cubicBezTo>
                    <a:cubicBezTo>
                      <a:pt x="1545" y="806"/>
                      <a:pt x="892" y="806"/>
                      <a:pt x="220" y="806"/>
                    </a:cubicBezTo>
                    <a:cubicBezTo>
                      <a:pt x="220" y="781"/>
                      <a:pt x="220" y="757"/>
                      <a:pt x="220" y="732"/>
                    </a:cubicBezTo>
                    <a:cubicBezTo>
                      <a:pt x="196" y="732"/>
                      <a:pt x="171" y="732"/>
                      <a:pt x="146" y="732"/>
                    </a:cubicBezTo>
                    <a:cubicBezTo>
                      <a:pt x="146" y="708"/>
                      <a:pt x="146" y="684"/>
                      <a:pt x="146" y="659"/>
                    </a:cubicBezTo>
                    <a:cubicBezTo>
                      <a:pt x="122" y="659"/>
                      <a:pt x="98" y="659"/>
                      <a:pt x="73" y="659"/>
                    </a:cubicBezTo>
                    <a:cubicBezTo>
                      <a:pt x="73" y="611"/>
                      <a:pt x="73" y="562"/>
                      <a:pt x="73" y="513"/>
                    </a:cubicBezTo>
                    <a:cubicBezTo>
                      <a:pt x="49" y="513"/>
                      <a:pt x="25" y="513"/>
                      <a:pt x="0" y="513"/>
                    </a:cubicBezTo>
                    <a:cubicBezTo>
                      <a:pt x="0" y="464"/>
                      <a:pt x="0" y="416"/>
                      <a:pt x="0" y="366"/>
                    </a:cubicBezTo>
                    <a:cubicBezTo>
                      <a:pt x="24" y="366"/>
                      <a:pt x="48" y="366"/>
                      <a:pt x="73" y="366"/>
                    </a:cubicBezTo>
                    <a:cubicBezTo>
                      <a:pt x="73" y="294"/>
                      <a:pt x="73" y="221"/>
                      <a:pt x="73" y="146"/>
                    </a:cubicBezTo>
                    <a:cubicBezTo>
                      <a:pt x="97" y="146"/>
                      <a:pt x="122" y="146"/>
                      <a:pt x="146" y="146"/>
                    </a:cubicBezTo>
                    <a:cubicBezTo>
                      <a:pt x="146" y="122"/>
                      <a:pt x="146" y="98"/>
                      <a:pt x="146" y="73"/>
                    </a:cubicBezTo>
                    <a:cubicBezTo>
                      <a:pt x="195" y="73"/>
                      <a:pt x="243" y="73"/>
                      <a:pt x="293" y="73"/>
                    </a:cubicBezTo>
                    <a:cubicBezTo>
                      <a:pt x="293" y="49"/>
                      <a:pt x="293" y="25"/>
                      <a:pt x="29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70" name="ICON_PYTHON_LOGO_path_020"/>
              <p:cNvSpPr/>
              <p:nvPr/>
            </p:nvSpPr>
            <p:spPr>
              <a:xfrm>
                <a:off x="6208923" y="3331580"/>
                <a:ext cx="203708" cy="2988"/>
              </a:xfrm>
              <a:custGeom>
                <a:avLst/>
                <a:gdLst/>
                <a:ahLst/>
                <a:cxnLst/>
                <a:rect l="0" t="0" r="r" b="b"/>
                <a:pathLst>
                  <a:path w="16040" h="235" fill="norm" stroke="0">
                    <a:moveTo>
                      <a:pt x="1099" y="0"/>
                    </a:moveTo>
                    <a:cubicBezTo>
                      <a:pt x="1219" y="0"/>
                      <a:pt x="1340" y="0"/>
                      <a:pt x="1465" y="0"/>
                    </a:cubicBezTo>
                    <a:cubicBezTo>
                      <a:pt x="1465" y="24"/>
                      <a:pt x="1465" y="48"/>
                      <a:pt x="1465" y="73"/>
                    </a:cubicBezTo>
                    <a:cubicBezTo>
                      <a:pt x="1489" y="73"/>
                      <a:pt x="1513" y="73"/>
                      <a:pt x="1538" y="73"/>
                    </a:cubicBezTo>
                    <a:cubicBezTo>
                      <a:pt x="1538" y="97"/>
                      <a:pt x="1538" y="122"/>
                      <a:pt x="1538" y="146"/>
                    </a:cubicBezTo>
                    <a:cubicBezTo>
                      <a:pt x="5139" y="146"/>
                      <a:pt x="8741" y="146"/>
                      <a:pt x="12451" y="146"/>
                    </a:cubicBezTo>
                    <a:cubicBezTo>
                      <a:pt x="12451" y="122"/>
                      <a:pt x="12451" y="98"/>
                      <a:pt x="12451" y="73"/>
                    </a:cubicBezTo>
                    <a:cubicBezTo>
                      <a:pt x="12645" y="73"/>
                      <a:pt x="12838" y="73"/>
                      <a:pt x="13037" y="73"/>
                    </a:cubicBezTo>
                    <a:cubicBezTo>
                      <a:pt x="13037" y="97"/>
                      <a:pt x="13037" y="122"/>
                      <a:pt x="13037" y="146"/>
                    </a:cubicBezTo>
                    <a:cubicBezTo>
                      <a:pt x="13569" y="146"/>
                      <a:pt x="14101" y="146"/>
                      <a:pt x="14648" y="146"/>
                    </a:cubicBezTo>
                    <a:cubicBezTo>
                      <a:pt x="14648" y="122"/>
                      <a:pt x="14648" y="98"/>
                      <a:pt x="14648" y="73"/>
                    </a:cubicBezTo>
                    <a:cubicBezTo>
                      <a:pt x="14721" y="73"/>
                      <a:pt x="14793" y="73"/>
                      <a:pt x="14868" y="73"/>
                    </a:cubicBezTo>
                    <a:cubicBezTo>
                      <a:pt x="14868" y="49"/>
                      <a:pt x="14868" y="25"/>
                      <a:pt x="14868" y="0"/>
                    </a:cubicBezTo>
                    <a:cubicBezTo>
                      <a:pt x="14917" y="0"/>
                      <a:pt x="14965" y="0"/>
                      <a:pt x="15015" y="0"/>
                    </a:cubicBezTo>
                    <a:cubicBezTo>
                      <a:pt x="15015" y="24"/>
                      <a:pt x="15015" y="48"/>
                      <a:pt x="15015" y="73"/>
                    </a:cubicBezTo>
                    <a:cubicBezTo>
                      <a:pt x="15039" y="73"/>
                      <a:pt x="15063" y="73"/>
                      <a:pt x="15088" y="73"/>
                    </a:cubicBezTo>
                    <a:cubicBezTo>
                      <a:pt x="15088" y="97"/>
                      <a:pt x="15088" y="122"/>
                      <a:pt x="15088" y="146"/>
                    </a:cubicBezTo>
                    <a:cubicBezTo>
                      <a:pt x="15402" y="146"/>
                      <a:pt x="15716" y="146"/>
                      <a:pt x="16040" y="146"/>
                    </a:cubicBezTo>
                    <a:cubicBezTo>
                      <a:pt x="16040" y="171"/>
                      <a:pt x="16040" y="195"/>
                      <a:pt x="16040" y="220"/>
                    </a:cubicBezTo>
                    <a:cubicBezTo>
                      <a:pt x="15554" y="220"/>
                      <a:pt x="15069" y="221"/>
                      <a:pt x="14583" y="221"/>
                    </a:cubicBezTo>
                    <a:cubicBezTo>
                      <a:pt x="14579" y="221"/>
                      <a:pt x="14579" y="221"/>
                      <a:pt x="14555" y="222"/>
                    </a:cubicBezTo>
                    <a:cubicBezTo>
                      <a:pt x="13537" y="223"/>
                      <a:pt x="12519" y="224"/>
                      <a:pt x="11501" y="224"/>
                    </a:cubicBezTo>
                    <a:cubicBezTo>
                      <a:pt x="11478" y="224"/>
                      <a:pt x="11455" y="224"/>
                      <a:pt x="11433" y="224"/>
                    </a:cubicBezTo>
                    <a:cubicBezTo>
                      <a:pt x="10958" y="225"/>
                      <a:pt x="10483" y="225"/>
                      <a:pt x="10009" y="225"/>
                    </a:cubicBezTo>
                    <a:cubicBezTo>
                      <a:pt x="9770" y="225"/>
                      <a:pt x="9532" y="226"/>
                      <a:pt x="9294" y="226"/>
                    </a:cubicBezTo>
                    <a:cubicBezTo>
                      <a:pt x="9258" y="226"/>
                      <a:pt x="9222" y="226"/>
                      <a:pt x="9186" y="226"/>
                    </a:cubicBezTo>
                    <a:cubicBezTo>
                      <a:pt x="8632" y="226"/>
                      <a:pt x="8078" y="227"/>
                      <a:pt x="7524" y="227"/>
                    </a:cubicBezTo>
                    <a:cubicBezTo>
                      <a:pt x="7512" y="227"/>
                      <a:pt x="7500" y="227"/>
                      <a:pt x="7488" y="227"/>
                    </a:cubicBezTo>
                    <a:cubicBezTo>
                      <a:pt x="7296" y="228"/>
                      <a:pt x="7104" y="228"/>
                      <a:pt x="6912" y="228"/>
                    </a:cubicBezTo>
                    <a:cubicBezTo>
                      <a:pt x="6359" y="229"/>
                      <a:pt x="5806" y="229"/>
                      <a:pt x="5253" y="230"/>
                    </a:cubicBezTo>
                    <a:cubicBezTo>
                      <a:pt x="5242" y="230"/>
                      <a:pt x="5230" y="230"/>
                      <a:pt x="5219" y="230"/>
                    </a:cubicBezTo>
                    <a:cubicBezTo>
                      <a:pt x="4969" y="230"/>
                      <a:pt x="4719" y="230"/>
                      <a:pt x="4470" y="230"/>
                    </a:cubicBezTo>
                    <a:cubicBezTo>
                      <a:pt x="4369" y="230"/>
                      <a:pt x="4269" y="230"/>
                      <a:pt x="4168" y="230"/>
                    </a:cubicBezTo>
                    <a:cubicBezTo>
                      <a:pt x="4157" y="230"/>
                      <a:pt x="4146" y="230"/>
                      <a:pt x="4135" y="230"/>
                    </a:cubicBezTo>
                    <a:cubicBezTo>
                      <a:pt x="3781" y="230"/>
                      <a:pt x="3427" y="231"/>
                      <a:pt x="3072" y="231"/>
                    </a:cubicBezTo>
                    <a:cubicBezTo>
                      <a:pt x="2716" y="232"/>
                      <a:pt x="2359" y="232"/>
                      <a:pt x="2002" y="232"/>
                    </a:cubicBezTo>
                    <a:cubicBezTo>
                      <a:pt x="1953" y="232"/>
                      <a:pt x="1903" y="232"/>
                      <a:pt x="1854" y="232"/>
                    </a:cubicBezTo>
                    <a:cubicBezTo>
                      <a:pt x="1844" y="232"/>
                      <a:pt x="1835" y="232"/>
                      <a:pt x="1825" y="232"/>
                    </a:cubicBezTo>
                    <a:cubicBezTo>
                      <a:pt x="1672" y="232"/>
                      <a:pt x="1519" y="232"/>
                      <a:pt x="1366" y="233"/>
                    </a:cubicBezTo>
                    <a:cubicBezTo>
                      <a:pt x="1215" y="233"/>
                      <a:pt x="1065" y="233"/>
                      <a:pt x="914" y="233"/>
                    </a:cubicBezTo>
                    <a:cubicBezTo>
                      <a:pt x="834" y="233"/>
                      <a:pt x="753" y="233"/>
                      <a:pt x="673" y="233"/>
                    </a:cubicBezTo>
                    <a:cubicBezTo>
                      <a:pt x="599" y="234"/>
                      <a:pt x="526" y="234"/>
                      <a:pt x="453" y="233"/>
                    </a:cubicBezTo>
                    <a:cubicBezTo>
                      <a:pt x="427" y="233"/>
                      <a:pt x="400" y="233"/>
                      <a:pt x="374" y="234"/>
                    </a:cubicBezTo>
                    <a:cubicBezTo>
                      <a:pt x="230" y="235"/>
                      <a:pt x="134" y="233"/>
                      <a:pt x="23" y="133"/>
                    </a:cubicBezTo>
                    <a:cubicBezTo>
                      <a:pt x="15" y="126"/>
                      <a:pt x="8" y="118"/>
                      <a:pt x="0" y="110"/>
                    </a:cubicBezTo>
                    <a:cubicBezTo>
                      <a:pt x="15" y="112"/>
                      <a:pt x="30" y="115"/>
                      <a:pt x="46" y="118"/>
                    </a:cubicBezTo>
                    <a:cubicBezTo>
                      <a:pt x="214" y="145"/>
                      <a:pt x="377" y="151"/>
                      <a:pt x="547" y="149"/>
                    </a:cubicBezTo>
                    <a:cubicBezTo>
                      <a:pt x="572" y="149"/>
                      <a:pt x="598" y="148"/>
                      <a:pt x="623" y="148"/>
                    </a:cubicBezTo>
                    <a:cubicBezTo>
                      <a:pt x="684" y="148"/>
                      <a:pt x="745" y="147"/>
                      <a:pt x="806" y="146"/>
                    </a:cubicBezTo>
                    <a:cubicBezTo>
                      <a:pt x="806" y="122"/>
                      <a:pt x="806" y="98"/>
                      <a:pt x="806" y="73"/>
                    </a:cubicBezTo>
                    <a:cubicBezTo>
                      <a:pt x="902" y="73"/>
                      <a:pt x="999" y="73"/>
                      <a:pt x="1099" y="73"/>
                    </a:cubicBezTo>
                    <a:cubicBezTo>
                      <a:pt x="1099" y="49"/>
                      <a:pt x="1099" y="25"/>
                      <a:pt x="109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71" name="ICON_PYTHON_LOGO_path_021"/>
              <p:cNvSpPr/>
              <p:nvPr/>
            </p:nvSpPr>
            <p:spPr>
              <a:xfrm>
                <a:off x="6243340" y="3184612"/>
                <a:ext cx="17673" cy="15813"/>
              </a:xfrm>
              <a:custGeom>
                <a:avLst/>
                <a:gdLst/>
                <a:ahLst/>
                <a:cxnLst/>
                <a:rect l="0" t="0" r="r" b="b"/>
                <a:pathLst>
                  <a:path w="1392" h="1245" fill="norm" stroke="0">
                    <a:moveTo>
                      <a:pt x="366" y="0"/>
                    </a:moveTo>
                    <a:cubicBezTo>
                      <a:pt x="535" y="0"/>
                      <a:pt x="705" y="0"/>
                      <a:pt x="879" y="0"/>
                    </a:cubicBezTo>
                    <a:cubicBezTo>
                      <a:pt x="879" y="24"/>
                      <a:pt x="879" y="48"/>
                      <a:pt x="879" y="73"/>
                    </a:cubicBezTo>
                    <a:cubicBezTo>
                      <a:pt x="903" y="73"/>
                      <a:pt x="927" y="73"/>
                      <a:pt x="952" y="73"/>
                    </a:cubicBezTo>
                    <a:cubicBezTo>
                      <a:pt x="952" y="97"/>
                      <a:pt x="952" y="122"/>
                      <a:pt x="952" y="146"/>
                    </a:cubicBezTo>
                    <a:cubicBezTo>
                      <a:pt x="976" y="146"/>
                      <a:pt x="1000" y="146"/>
                      <a:pt x="1025" y="146"/>
                    </a:cubicBezTo>
                    <a:cubicBezTo>
                      <a:pt x="1025" y="171"/>
                      <a:pt x="1025" y="195"/>
                      <a:pt x="1025" y="220"/>
                    </a:cubicBezTo>
                    <a:cubicBezTo>
                      <a:pt x="1050" y="220"/>
                      <a:pt x="1074" y="220"/>
                      <a:pt x="1099" y="220"/>
                    </a:cubicBezTo>
                    <a:cubicBezTo>
                      <a:pt x="1099" y="244"/>
                      <a:pt x="1099" y="268"/>
                      <a:pt x="1099" y="293"/>
                    </a:cubicBezTo>
                    <a:cubicBezTo>
                      <a:pt x="1123" y="293"/>
                      <a:pt x="1147" y="293"/>
                      <a:pt x="1172" y="293"/>
                    </a:cubicBezTo>
                    <a:cubicBezTo>
                      <a:pt x="1172" y="317"/>
                      <a:pt x="1172" y="341"/>
                      <a:pt x="1172" y="366"/>
                    </a:cubicBezTo>
                    <a:cubicBezTo>
                      <a:pt x="1220" y="366"/>
                      <a:pt x="1269" y="366"/>
                      <a:pt x="1318" y="366"/>
                    </a:cubicBezTo>
                    <a:cubicBezTo>
                      <a:pt x="1318" y="390"/>
                      <a:pt x="1318" y="415"/>
                      <a:pt x="1318" y="439"/>
                    </a:cubicBezTo>
                    <a:cubicBezTo>
                      <a:pt x="1343" y="439"/>
                      <a:pt x="1367" y="439"/>
                      <a:pt x="1392" y="439"/>
                    </a:cubicBezTo>
                    <a:cubicBezTo>
                      <a:pt x="1392" y="536"/>
                      <a:pt x="1392" y="633"/>
                      <a:pt x="1392" y="732"/>
                    </a:cubicBezTo>
                    <a:cubicBezTo>
                      <a:pt x="1367" y="732"/>
                      <a:pt x="1343" y="732"/>
                      <a:pt x="1318" y="732"/>
                    </a:cubicBezTo>
                    <a:cubicBezTo>
                      <a:pt x="1318" y="781"/>
                      <a:pt x="1318" y="829"/>
                      <a:pt x="1318" y="879"/>
                    </a:cubicBezTo>
                    <a:cubicBezTo>
                      <a:pt x="1294" y="879"/>
                      <a:pt x="1270" y="879"/>
                      <a:pt x="1245" y="879"/>
                    </a:cubicBezTo>
                    <a:cubicBezTo>
                      <a:pt x="1245" y="903"/>
                      <a:pt x="1245" y="927"/>
                      <a:pt x="1245" y="952"/>
                    </a:cubicBezTo>
                    <a:cubicBezTo>
                      <a:pt x="1221" y="952"/>
                      <a:pt x="1197" y="952"/>
                      <a:pt x="1172" y="952"/>
                    </a:cubicBezTo>
                    <a:cubicBezTo>
                      <a:pt x="1172" y="976"/>
                      <a:pt x="1172" y="1000"/>
                      <a:pt x="1172" y="1025"/>
                    </a:cubicBezTo>
                    <a:cubicBezTo>
                      <a:pt x="1148" y="1025"/>
                      <a:pt x="1124" y="1025"/>
                      <a:pt x="1099" y="1025"/>
                    </a:cubicBezTo>
                    <a:cubicBezTo>
                      <a:pt x="1099" y="1050"/>
                      <a:pt x="1099" y="1074"/>
                      <a:pt x="1099" y="1099"/>
                    </a:cubicBezTo>
                    <a:cubicBezTo>
                      <a:pt x="1050" y="1099"/>
                      <a:pt x="1002" y="1099"/>
                      <a:pt x="952" y="1099"/>
                    </a:cubicBezTo>
                    <a:cubicBezTo>
                      <a:pt x="952" y="1123"/>
                      <a:pt x="952" y="1147"/>
                      <a:pt x="952" y="1172"/>
                    </a:cubicBezTo>
                    <a:cubicBezTo>
                      <a:pt x="807" y="1172"/>
                      <a:pt x="662" y="1172"/>
                      <a:pt x="513" y="1172"/>
                    </a:cubicBezTo>
                    <a:cubicBezTo>
                      <a:pt x="513" y="1196"/>
                      <a:pt x="513" y="1220"/>
                      <a:pt x="513" y="1245"/>
                    </a:cubicBezTo>
                    <a:cubicBezTo>
                      <a:pt x="440" y="1245"/>
                      <a:pt x="368" y="1245"/>
                      <a:pt x="293" y="1245"/>
                    </a:cubicBezTo>
                    <a:cubicBezTo>
                      <a:pt x="293" y="1221"/>
                      <a:pt x="293" y="1197"/>
                      <a:pt x="293" y="1172"/>
                    </a:cubicBezTo>
                    <a:cubicBezTo>
                      <a:pt x="245" y="1172"/>
                      <a:pt x="196" y="1172"/>
                      <a:pt x="146" y="1172"/>
                    </a:cubicBezTo>
                    <a:cubicBezTo>
                      <a:pt x="146" y="1148"/>
                      <a:pt x="146" y="1124"/>
                      <a:pt x="146" y="1099"/>
                    </a:cubicBezTo>
                    <a:cubicBezTo>
                      <a:pt x="98" y="1099"/>
                      <a:pt x="50" y="1099"/>
                      <a:pt x="0" y="1099"/>
                    </a:cubicBezTo>
                    <a:cubicBezTo>
                      <a:pt x="0" y="1026"/>
                      <a:pt x="0" y="954"/>
                      <a:pt x="0" y="879"/>
                    </a:cubicBezTo>
                    <a:cubicBezTo>
                      <a:pt x="24" y="879"/>
                      <a:pt x="48" y="879"/>
                      <a:pt x="73" y="879"/>
                    </a:cubicBezTo>
                    <a:cubicBezTo>
                      <a:pt x="73" y="806"/>
                      <a:pt x="73" y="734"/>
                      <a:pt x="73" y="659"/>
                    </a:cubicBezTo>
                    <a:cubicBezTo>
                      <a:pt x="49" y="659"/>
                      <a:pt x="25" y="659"/>
                      <a:pt x="0" y="659"/>
                    </a:cubicBezTo>
                    <a:cubicBezTo>
                      <a:pt x="0" y="611"/>
                      <a:pt x="0" y="562"/>
                      <a:pt x="0" y="513"/>
                    </a:cubicBezTo>
                    <a:cubicBezTo>
                      <a:pt x="24" y="513"/>
                      <a:pt x="48" y="513"/>
                      <a:pt x="73" y="513"/>
                    </a:cubicBezTo>
                    <a:cubicBezTo>
                      <a:pt x="73" y="440"/>
                      <a:pt x="73" y="368"/>
                      <a:pt x="73" y="293"/>
                    </a:cubicBezTo>
                    <a:cubicBezTo>
                      <a:pt x="97" y="293"/>
                      <a:pt x="122" y="293"/>
                      <a:pt x="146" y="293"/>
                    </a:cubicBezTo>
                    <a:cubicBezTo>
                      <a:pt x="146" y="245"/>
                      <a:pt x="146" y="196"/>
                      <a:pt x="146" y="146"/>
                    </a:cubicBezTo>
                    <a:cubicBezTo>
                      <a:pt x="171" y="146"/>
                      <a:pt x="195" y="146"/>
                      <a:pt x="220" y="146"/>
                    </a:cubicBezTo>
                    <a:cubicBezTo>
                      <a:pt x="220" y="122"/>
                      <a:pt x="220" y="98"/>
                      <a:pt x="220" y="73"/>
                    </a:cubicBezTo>
                    <a:cubicBezTo>
                      <a:pt x="268" y="73"/>
                      <a:pt x="316" y="73"/>
                      <a:pt x="366" y="73"/>
                    </a:cubicBezTo>
                    <a:cubicBezTo>
                      <a:pt x="366" y="49"/>
                      <a:pt x="366" y="25"/>
                      <a:pt x="36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72" name="ICON_PYTHON_LOGO_path_022"/>
              <p:cNvSpPr/>
              <p:nvPr/>
            </p:nvSpPr>
            <p:spPr>
              <a:xfrm>
                <a:off x="6216830" y="3205076"/>
                <a:ext cx="189756" cy="2791"/>
              </a:xfrm>
              <a:custGeom>
                <a:avLst/>
                <a:gdLst/>
                <a:ahLst/>
                <a:cxnLst/>
                <a:rect l="0" t="0" r="r" b="b"/>
                <a:pathLst>
                  <a:path w="14941" h="220" fill="norm" stroke="0">
                    <a:moveTo>
                      <a:pt x="696" y="0"/>
                    </a:moveTo>
                    <a:cubicBezTo>
                      <a:pt x="865" y="0"/>
                      <a:pt x="1034" y="0"/>
                      <a:pt x="1208" y="0"/>
                    </a:cubicBezTo>
                    <a:cubicBezTo>
                      <a:pt x="1208" y="24"/>
                      <a:pt x="1208" y="48"/>
                      <a:pt x="1208" y="73"/>
                    </a:cubicBezTo>
                    <a:cubicBezTo>
                      <a:pt x="1305" y="73"/>
                      <a:pt x="1402" y="73"/>
                      <a:pt x="1501" y="73"/>
                    </a:cubicBezTo>
                    <a:cubicBezTo>
                      <a:pt x="1501" y="97"/>
                      <a:pt x="1501" y="122"/>
                      <a:pt x="1501" y="146"/>
                    </a:cubicBezTo>
                    <a:cubicBezTo>
                      <a:pt x="1513" y="146"/>
                      <a:pt x="1525" y="146"/>
                      <a:pt x="1537" y="146"/>
                    </a:cubicBezTo>
                    <a:cubicBezTo>
                      <a:pt x="2751" y="145"/>
                      <a:pt x="3965" y="144"/>
                      <a:pt x="5321" y="143"/>
                    </a:cubicBezTo>
                    <a:cubicBezTo>
                      <a:pt x="5340" y="143"/>
                      <a:pt x="5359" y="143"/>
                      <a:pt x="5378" y="143"/>
                    </a:cubicBezTo>
                    <a:cubicBezTo>
                      <a:pt x="5778" y="143"/>
                      <a:pt x="6177" y="143"/>
                      <a:pt x="6576" y="143"/>
                    </a:cubicBezTo>
                    <a:cubicBezTo>
                      <a:pt x="6777" y="143"/>
                      <a:pt x="6977" y="143"/>
                      <a:pt x="7178" y="142"/>
                    </a:cubicBezTo>
                    <a:cubicBezTo>
                      <a:pt x="7208" y="142"/>
                      <a:pt x="7239" y="142"/>
                      <a:pt x="7269" y="142"/>
                    </a:cubicBezTo>
                    <a:cubicBezTo>
                      <a:pt x="7735" y="142"/>
                      <a:pt x="8201" y="142"/>
                      <a:pt x="8667" y="141"/>
                    </a:cubicBezTo>
                    <a:cubicBezTo>
                      <a:pt x="8677" y="141"/>
                      <a:pt x="8687" y="141"/>
                      <a:pt x="8697" y="141"/>
                    </a:cubicBezTo>
                    <a:cubicBezTo>
                      <a:pt x="8859" y="141"/>
                      <a:pt x="9020" y="141"/>
                      <a:pt x="9182" y="141"/>
                    </a:cubicBezTo>
                    <a:cubicBezTo>
                      <a:pt x="9647" y="140"/>
                      <a:pt x="10113" y="140"/>
                      <a:pt x="10578" y="140"/>
                    </a:cubicBezTo>
                    <a:cubicBezTo>
                      <a:pt x="10588" y="140"/>
                      <a:pt x="10597" y="140"/>
                      <a:pt x="10607" y="140"/>
                    </a:cubicBezTo>
                    <a:cubicBezTo>
                      <a:pt x="10817" y="140"/>
                      <a:pt x="11027" y="140"/>
                      <a:pt x="11237" y="140"/>
                    </a:cubicBezTo>
                    <a:cubicBezTo>
                      <a:pt x="11321" y="140"/>
                      <a:pt x="11406" y="140"/>
                      <a:pt x="11490" y="140"/>
                    </a:cubicBezTo>
                    <a:cubicBezTo>
                      <a:pt x="11500" y="140"/>
                      <a:pt x="11509" y="140"/>
                      <a:pt x="11518" y="140"/>
                    </a:cubicBezTo>
                    <a:cubicBezTo>
                      <a:pt x="11816" y="139"/>
                      <a:pt x="12115" y="139"/>
                      <a:pt x="12413" y="139"/>
                    </a:cubicBezTo>
                    <a:cubicBezTo>
                      <a:pt x="12721" y="138"/>
                      <a:pt x="13030" y="138"/>
                      <a:pt x="13338" y="138"/>
                    </a:cubicBezTo>
                    <a:cubicBezTo>
                      <a:pt x="13516" y="138"/>
                      <a:pt x="13694" y="138"/>
                      <a:pt x="13872" y="138"/>
                    </a:cubicBezTo>
                    <a:cubicBezTo>
                      <a:pt x="13991" y="137"/>
                      <a:pt x="14110" y="137"/>
                      <a:pt x="14229" y="138"/>
                    </a:cubicBezTo>
                    <a:cubicBezTo>
                      <a:pt x="14296" y="138"/>
                      <a:pt x="14364" y="138"/>
                      <a:pt x="14432" y="137"/>
                    </a:cubicBezTo>
                    <a:cubicBezTo>
                      <a:pt x="14493" y="137"/>
                      <a:pt x="14555" y="137"/>
                      <a:pt x="14617" y="137"/>
                    </a:cubicBezTo>
                    <a:cubicBezTo>
                      <a:pt x="14639" y="137"/>
                      <a:pt x="14661" y="137"/>
                      <a:pt x="14683" y="137"/>
                    </a:cubicBezTo>
                    <a:cubicBezTo>
                      <a:pt x="14713" y="137"/>
                      <a:pt x="14743" y="137"/>
                      <a:pt x="14773" y="137"/>
                    </a:cubicBezTo>
                    <a:cubicBezTo>
                      <a:pt x="14790" y="137"/>
                      <a:pt x="14807" y="137"/>
                      <a:pt x="14824" y="137"/>
                    </a:cubicBezTo>
                    <a:cubicBezTo>
                      <a:pt x="14868" y="146"/>
                      <a:pt x="14868" y="146"/>
                      <a:pt x="14941" y="220"/>
                    </a:cubicBezTo>
                    <a:cubicBezTo>
                      <a:pt x="10011" y="220"/>
                      <a:pt x="5080" y="220"/>
                      <a:pt x="0" y="220"/>
                    </a:cubicBezTo>
                    <a:cubicBezTo>
                      <a:pt x="168" y="136"/>
                      <a:pt x="168" y="136"/>
                      <a:pt x="265" y="139"/>
                    </a:cubicBezTo>
                    <a:cubicBezTo>
                      <a:pt x="275" y="139"/>
                      <a:pt x="286" y="140"/>
                      <a:pt x="296" y="140"/>
                    </a:cubicBezTo>
                    <a:cubicBezTo>
                      <a:pt x="329" y="140"/>
                      <a:pt x="361" y="141"/>
                      <a:pt x="394" y="142"/>
                    </a:cubicBezTo>
                    <a:cubicBezTo>
                      <a:pt x="416" y="142"/>
                      <a:pt x="438" y="143"/>
                      <a:pt x="460" y="143"/>
                    </a:cubicBezTo>
                    <a:cubicBezTo>
                      <a:pt x="515" y="144"/>
                      <a:pt x="569" y="145"/>
                      <a:pt x="623" y="146"/>
                    </a:cubicBezTo>
                    <a:cubicBezTo>
                      <a:pt x="623" y="122"/>
                      <a:pt x="623" y="98"/>
                      <a:pt x="623" y="73"/>
                    </a:cubicBezTo>
                    <a:cubicBezTo>
                      <a:pt x="647" y="73"/>
                      <a:pt x="671" y="73"/>
                      <a:pt x="696" y="73"/>
                    </a:cubicBezTo>
                    <a:cubicBezTo>
                      <a:pt x="696" y="49"/>
                      <a:pt x="696" y="25"/>
                      <a:pt x="6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73" name="ICON_PYTHON_LOGO_path_023"/>
              <p:cNvSpPr/>
              <p:nvPr/>
            </p:nvSpPr>
            <p:spPr>
              <a:xfrm>
                <a:off x="6266594" y="3183682"/>
                <a:ext cx="16743" cy="14883"/>
              </a:xfrm>
              <a:custGeom>
                <a:avLst/>
                <a:gdLst/>
                <a:ahLst/>
                <a:cxnLst/>
                <a:rect l="0" t="0" r="r" b="b"/>
                <a:pathLst>
                  <a:path w="1318" h="1172" fill="norm" stroke="0">
                    <a:moveTo>
                      <a:pt x="659" y="0"/>
                    </a:moveTo>
                    <a:cubicBezTo>
                      <a:pt x="708" y="0"/>
                      <a:pt x="756" y="0"/>
                      <a:pt x="806" y="0"/>
                    </a:cubicBezTo>
                    <a:cubicBezTo>
                      <a:pt x="806" y="24"/>
                      <a:pt x="806" y="48"/>
                      <a:pt x="806" y="73"/>
                    </a:cubicBezTo>
                    <a:cubicBezTo>
                      <a:pt x="878" y="73"/>
                      <a:pt x="951" y="73"/>
                      <a:pt x="1025" y="73"/>
                    </a:cubicBezTo>
                    <a:cubicBezTo>
                      <a:pt x="1025" y="97"/>
                      <a:pt x="1025" y="122"/>
                      <a:pt x="1025" y="146"/>
                    </a:cubicBezTo>
                    <a:cubicBezTo>
                      <a:pt x="1050" y="146"/>
                      <a:pt x="1074" y="146"/>
                      <a:pt x="1099" y="146"/>
                    </a:cubicBezTo>
                    <a:cubicBezTo>
                      <a:pt x="1099" y="171"/>
                      <a:pt x="1099" y="195"/>
                      <a:pt x="1099" y="220"/>
                    </a:cubicBezTo>
                    <a:cubicBezTo>
                      <a:pt x="1123" y="220"/>
                      <a:pt x="1147" y="220"/>
                      <a:pt x="1172" y="220"/>
                    </a:cubicBezTo>
                    <a:cubicBezTo>
                      <a:pt x="1172" y="244"/>
                      <a:pt x="1172" y="268"/>
                      <a:pt x="1172" y="293"/>
                    </a:cubicBezTo>
                    <a:cubicBezTo>
                      <a:pt x="1196" y="293"/>
                      <a:pt x="1220" y="293"/>
                      <a:pt x="1245" y="293"/>
                    </a:cubicBezTo>
                    <a:cubicBezTo>
                      <a:pt x="1245" y="317"/>
                      <a:pt x="1245" y="341"/>
                      <a:pt x="1245" y="366"/>
                    </a:cubicBezTo>
                    <a:cubicBezTo>
                      <a:pt x="1269" y="366"/>
                      <a:pt x="1293" y="366"/>
                      <a:pt x="1318" y="366"/>
                    </a:cubicBezTo>
                    <a:cubicBezTo>
                      <a:pt x="1318" y="535"/>
                      <a:pt x="1318" y="705"/>
                      <a:pt x="1318" y="879"/>
                    </a:cubicBezTo>
                    <a:cubicBezTo>
                      <a:pt x="1294" y="879"/>
                      <a:pt x="1270" y="879"/>
                      <a:pt x="1245" y="879"/>
                    </a:cubicBezTo>
                    <a:cubicBezTo>
                      <a:pt x="1245" y="903"/>
                      <a:pt x="1245" y="927"/>
                      <a:pt x="1245" y="952"/>
                    </a:cubicBezTo>
                    <a:cubicBezTo>
                      <a:pt x="1221" y="952"/>
                      <a:pt x="1197" y="952"/>
                      <a:pt x="1172" y="952"/>
                    </a:cubicBezTo>
                    <a:cubicBezTo>
                      <a:pt x="1172" y="976"/>
                      <a:pt x="1172" y="1000"/>
                      <a:pt x="1172" y="1025"/>
                    </a:cubicBezTo>
                    <a:cubicBezTo>
                      <a:pt x="1148" y="1025"/>
                      <a:pt x="1124" y="1025"/>
                      <a:pt x="1099" y="1025"/>
                    </a:cubicBezTo>
                    <a:cubicBezTo>
                      <a:pt x="1099" y="1050"/>
                      <a:pt x="1099" y="1074"/>
                      <a:pt x="1099" y="1099"/>
                    </a:cubicBezTo>
                    <a:cubicBezTo>
                      <a:pt x="1074" y="1099"/>
                      <a:pt x="1050" y="1099"/>
                      <a:pt x="1025" y="1099"/>
                    </a:cubicBezTo>
                    <a:cubicBezTo>
                      <a:pt x="1025" y="1123"/>
                      <a:pt x="1025" y="1147"/>
                      <a:pt x="1025" y="1172"/>
                    </a:cubicBezTo>
                    <a:cubicBezTo>
                      <a:pt x="856" y="1172"/>
                      <a:pt x="687" y="1172"/>
                      <a:pt x="513" y="1172"/>
                    </a:cubicBezTo>
                    <a:cubicBezTo>
                      <a:pt x="513" y="1148"/>
                      <a:pt x="513" y="1124"/>
                      <a:pt x="513" y="1099"/>
                    </a:cubicBezTo>
                    <a:cubicBezTo>
                      <a:pt x="464" y="1099"/>
                      <a:pt x="416" y="1099"/>
                      <a:pt x="366" y="1099"/>
                    </a:cubicBezTo>
                    <a:cubicBezTo>
                      <a:pt x="366" y="1074"/>
                      <a:pt x="366" y="1050"/>
                      <a:pt x="366" y="1025"/>
                    </a:cubicBezTo>
                    <a:cubicBezTo>
                      <a:pt x="342" y="1025"/>
                      <a:pt x="318" y="1025"/>
                      <a:pt x="293" y="1025"/>
                    </a:cubicBezTo>
                    <a:cubicBezTo>
                      <a:pt x="293" y="977"/>
                      <a:pt x="293" y="929"/>
                      <a:pt x="293" y="879"/>
                    </a:cubicBezTo>
                    <a:cubicBezTo>
                      <a:pt x="269" y="879"/>
                      <a:pt x="245" y="879"/>
                      <a:pt x="220" y="879"/>
                    </a:cubicBezTo>
                    <a:cubicBezTo>
                      <a:pt x="220" y="806"/>
                      <a:pt x="220" y="734"/>
                      <a:pt x="220" y="659"/>
                    </a:cubicBezTo>
                    <a:cubicBezTo>
                      <a:pt x="196" y="659"/>
                      <a:pt x="171" y="659"/>
                      <a:pt x="146" y="659"/>
                    </a:cubicBezTo>
                    <a:cubicBezTo>
                      <a:pt x="146" y="635"/>
                      <a:pt x="146" y="611"/>
                      <a:pt x="146" y="586"/>
                    </a:cubicBezTo>
                    <a:cubicBezTo>
                      <a:pt x="122" y="586"/>
                      <a:pt x="98" y="586"/>
                      <a:pt x="73" y="586"/>
                    </a:cubicBezTo>
                    <a:cubicBezTo>
                      <a:pt x="73" y="562"/>
                      <a:pt x="73" y="538"/>
                      <a:pt x="73" y="513"/>
                    </a:cubicBezTo>
                    <a:cubicBezTo>
                      <a:pt x="49" y="513"/>
                      <a:pt x="25" y="513"/>
                      <a:pt x="0" y="513"/>
                    </a:cubicBezTo>
                    <a:cubicBezTo>
                      <a:pt x="0" y="464"/>
                      <a:pt x="0" y="416"/>
                      <a:pt x="0" y="366"/>
                    </a:cubicBezTo>
                    <a:cubicBezTo>
                      <a:pt x="24" y="366"/>
                      <a:pt x="48" y="366"/>
                      <a:pt x="73" y="366"/>
                    </a:cubicBezTo>
                    <a:cubicBezTo>
                      <a:pt x="73" y="342"/>
                      <a:pt x="73" y="318"/>
                      <a:pt x="73" y="293"/>
                    </a:cubicBezTo>
                    <a:cubicBezTo>
                      <a:pt x="97" y="293"/>
                      <a:pt x="122" y="293"/>
                      <a:pt x="146" y="293"/>
                    </a:cubicBezTo>
                    <a:cubicBezTo>
                      <a:pt x="146" y="269"/>
                      <a:pt x="146" y="245"/>
                      <a:pt x="146" y="220"/>
                    </a:cubicBezTo>
                    <a:cubicBezTo>
                      <a:pt x="195" y="220"/>
                      <a:pt x="243" y="220"/>
                      <a:pt x="293" y="220"/>
                    </a:cubicBezTo>
                    <a:cubicBezTo>
                      <a:pt x="293" y="196"/>
                      <a:pt x="293" y="171"/>
                      <a:pt x="293" y="146"/>
                    </a:cubicBezTo>
                    <a:cubicBezTo>
                      <a:pt x="341" y="146"/>
                      <a:pt x="390" y="146"/>
                      <a:pt x="439" y="146"/>
                    </a:cubicBezTo>
                    <a:cubicBezTo>
                      <a:pt x="439" y="122"/>
                      <a:pt x="439" y="98"/>
                      <a:pt x="439" y="73"/>
                    </a:cubicBezTo>
                    <a:cubicBezTo>
                      <a:pt x="512" y="73"/>
                      <a:pt x="584" y="73"/>
                      <a:pt x="659" y="73"/>
                    </a:cubicBezTo>
                    <a:cubicBezTo>
                      <a:pt x="659" y="49"/>
                      <a:pt x="659" y="25"/>
                      <a:pt x="65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74" name="ICON_PYTHON_LOGO_path_024"/>
              <p:cNvSpPr/>
              <p:nvPr/>
            </p:nvSpPr>
            <p:spPr>
              <a:xfrm>
                <a:off x="6218225" y="3184359"/>
                <a:ext cx="14883" cy="14205"/>
              </a:xfrm>
              <a:custGeom>
                <a:avLst/>
                <a:gdLst/>
                <a:ahLst/>
                <a:cxnLst/>
                <a:rect l="0" t="0" r="r" b="b"/>
                <a:pathLst>
                  <a:path w="1172" h="1119" fill="norm" stroke="0">
                    <a:moveTo>
                      <a:pt x="579" y="11"/>
                    </a:moveTo>
                    <a:cubicBezTo>
                      <a:pt x="601" y="11"/>
                      <a:pt x="623" y="12"/>
                      <a:pt x="645" y="13"/>
                    </a:cubicBezTo>
                    <a:cubicBezTo>
                      <a:pt x="699" y="14"/>
                      <a:pt x="752" y="17"/>
                      <a:pt x="806" y="20"/>
                    </a:cubicBezTo>
                    <a:cubicBezTo>
                      <a:pt x="806" y="44"/>
                      <a:pt x="806" y="68"/>
                      <a:pt x="806" y="93"/>
                    </a:cubicBezTo>
                    <a:cubicBezTo>
                      <a:pt x="854" y="93"/>
                      <a:pt x="902" y="93"/>
                      <a:pt x="952" y="93"/>
                    </a:cubicBezTo>
                    <a:cubicBezTo>
                      <a:pt x="952" y="117"/>
                      <a:pt x="952" y="141"/>
                      <a:pt x="952" y="166"/>
                    </a:cubicBezTo>
                    <a:cubicBezTo>
                      <a:pt x="976" y="166"/>
                      <a:pt x="1000" y="166"/>
                      <a:pt x="1025" y="166"/>
                    </a:cubicBezTo>
                    <a:cubicBezTo>
                      <a:pt x="1025" y="191"/>
                      <a:pt x="1025" y="215"/>
                      <a:pt x="1025" y="240"/>
                    </a:cubicBezTo>
                    <a:cubicBezTo>
                      <a:pt x="1050" y="240"/>
                      <a:pt x="1074" y="240"/>
                      <a:pt x="1099" y="240"/>
                    </a:cubicBezTo>
                    <a:cubicBezTo>
                      <a:pt x="1099" y="288"/>
                      <a:pt x="1099" y="336"/>
                      <a:pt x="1099" y="386"/>
                    </a:cubicBezTo>
                    <a:cubicBezTo>
                      <a:pt x="1123" y="386"/>
                      <a:pt x="1147" y="386"/>
                      <a:pt x="1172" y="386"/>
                    </a:cubicBezTo>
                    <a:cubicBezTo>
                      <a:pt x="1172" y="507"/>
                      <a:pt x="1172" y="628"/>
                      <a:pt x="1172" y="752"/>
                    </a:cubicBezTo>
                    <a:cubicBezTo>
                      <a:pt x="1148" y="752"/>
                      <a:pt x="1124" y="752"/>
                      <a:pt x="1099" y="752"/>
                    </a:cubicBezTo>
                    <a:cubicBezTo>
                      <a:pt x="1100" y="761"/>
                      <a:pt x="1102" y="770"/>
                      <a:pt x="1104" y="779"/>
                    </a:cubicBezTo>
                    <a:cubicBezTo>
                      <a:pt x="1111" y="845"/>
                      <a:pt x="1108" y="885"/>
                      <a:pt x="1071" y="941"/>
                    </a:cubicBezTo>
                    <a:cubicBezTo>
                      <a:pt x="982" y="1039"/>
                      <a:pt x="982" y="1039"/>
                      <a:pt x="910" y="1054"/>
                    </a:cubicBezTo>
                    <a:cubicBezTo>
                      <a:pt x="874" y="1054"/>
                      <a:pt x="841" y="1052"/>
                      <a:pt x="806" y="1045"/>
                    </a:cubicBezTo>
                    <a:cubicBezTo>
                      <a:pt x="806" y="1069"/>
                      <a:pt x="806" y="1094"/>
                      <a:pt x="806" y="1119"/>
                    </a:cubicBezTo>
                    <a:cubicBezTo>
                      <a:pt x="661" y="1119"/>
                      <a:pt x="516" y="1119"/>
                      <a:pt x="366" y="1119"/>
                    </a:cubicBezTo>
                    <a:cubicBezTo>
                      <a:pt x="366" y="1094"/>
                      <a:pt x="366" y="1070"/>
                      <a:pt x="366" y="1045"/>
                    </a:cubicBezTo>
                    <a:cubicBezTo>
                      <a:pt x="318" y="1045"/>
                      <a:pt x="269" y="1045"/>
                      <a:pt x="220" y="1045"/>
                    </a:cubicBezTo>
                    <a:cubicBezTo>
                      <a:pt x="220" y="1021"/>
                      <a:pt x="220" y="997"/>
                      <a:pt x="220" y="972"/>
                    </a:cubicBezTo>
                    <a:cubicBezTo>
                      <a:pt x="196" y="972"/>
                      <a:pt x="171" y="972"/>
                      <a:pt x="146" y="972"/>
                    </a:cubicBezTo>
                    <a:cubicBezTo>
                      <a:pt x="146" y="948"/>
                      <a:pt x="146" y="924"/>
                      <a:pt x="146" y="899"/>
                    </a:cubicBezTo>
                    <a:cubicBezTo>
                      <a:pt x="122" y="899"/>
                      <a:pt x="98" y="899"/>
                      <a:pt x="73" y="899"/>
                    </a:cubicBezTo>
                    <a:cubicBezTo>
                      <a:pt x="73" y="850"/>
                      <a:pt x="73" y="802"/>
                      <a:pt x="73" y="752"/>
                    </a:cubicBezTo>
                    <a:cubicBezTo>
                      <a:pt x="49" y="752"/>
                      <a:pt x="25" y="752"/>
                      <a:pt x="0" y="752"/>
                    </a:cubicBezTo>
                    <a:cubicBezTo>
                      <a:pt x="0" y="656"/>
                      <a:pt x="0" y="559"/>
                      <a:pt x="0" y="459"/>
                    </a:cubicBezTo>
                    <a:cubicBezTo>
                      <a:pt x="24" y="459"/>
                      <a:pt x="48" y="459"/>
                      <a:pt x="73" y="459"/>
                    </a:cubicBezTo>
                    <a:cubicBezTo>
                      <a:pt x="73" y="411"/>
                      <a:pt x="73" y="363"/>
                      <a:pt x="73" y="313"/>
                    </a:cubicBezTo>
                    <a:cubicBezTo>
                      <a:pt x="97" y="313"/>
                      <a:pt x="122" y="313"/>
                      <a:pt x="146" y="313"/>
                    </a:cubicBezTo>
                    <a:cubicBezTo>
                      <a:pt x="144" y="304"/>
                      <a:pt x="142" y="295"/>
                      <a:pt x="140" y="286"/>
                    </a:cubicBezTo>
                    <a:cubicBezTo>
                      <a:pt x="134" y="241"/>
                      <a:pt x="135" y="211"/>
                      <a:pt x="146" y="166"/>
                    </a:cubicBezTo>
                    <a:cubicBezTo>
                      <a:pt x="268" y="17"/>
                      <a:pt x="396" y="0"/>
                      <a:pt x="579" y="11"/>
                    </a:cubicBezTo>
                    <a:close/>
                  </a:path>
                </a:pathLst>
              </a:custGeom>
              <a:solidFill>
                <a:srgbClr val="E24798"/>
              </a:solidFill>
              <a:ln w="465" cap="flat">
                <a:noFill/>
              </a:ln>
            </p:spPr>
          </p:sp>
          <p:sp>
            <p:nvSpPr>
              <p:cNvPr id="1375" name="ICON_PYTHON_LOGO_path_025"/>
              <p:cNvSpPr/>
              <p:nvPr/>
            </p:nvSpPr>
            <p:spPr>
              <a:xfrm>
                <a:off x="6194971" y="3253445"/>
                <a:ext cx="2911" cy="71158"/>
              </a:xfrm>
              <a:custGeom>
                <a:avLst/>
                <a:gdLst/>
                <a:ahLst/>
                <a:cxnLst/>
                <a:rect l="0" t="0" r="r" b="b"/>
                <a:pathLst>
                  <a:path w="229" h="5603" fill="norm" stroke="0">
                    <a:moveTo>
                      <a:pt x="146" y="0"/>
                    </a:moveTo>
                    <a:cubicBezTo>
                      <a:pt x="183" y="13"/>
                      <a:pt x="183" y="13"/>
                      <a:pt x="220" y="37"/>
                    </a:cubicBezTo>
                    <a:cubicBezTo>
                      <a:pt x="229" y="77"/>
                      <a:pt x="229" y="77"/>
                      <a:pt x="229" y="128"/>
                    </a:cubicBezTo>
                    <a:cubicBezTo>
                      <a:pt x="229" y="138"/>
                      <a:pt x="229" y="147"/>
                      <a:pt x="229" y="157"/>
                    </a:cubicBezTo>
                    <a:cubicBezTo>
                      <a:pt x="229" y="189"/>
                      <a:pt x="229" y="220"/>
                      <a:pt x="229" y="252"/>
                    </a:cubicBezTo>
                    <a:cubicBezTo>
                      <a:pt x="229" y="275"/>
                      <a:pt x="229" y="298"/>
                      <a:pt x="229" y="321"/>
                    </a:cubicBezTo>
                    <a:cubicBezTo>
                      <a:pt x="229" y="385"/>
                      <a:pt x="229" y="448"/>
                      <a:pt x="228" y="511"/>
                    </a:cubicBezTo>
                    <a:cubicBezTo>
                      <a:pt x="228" y="580"/>
                      <a:pt x="228" y="648"/>
                      <a:pt x="228" y="716"/>
                    </a:cubicBezTo>
                    <a:cubicBezTo>
                      <a:pt x="228" y="835"/>
                      <a:pt x="228" y="953"/>
                      <a:pt x="227" y="1071"/>
                    </a:cubicBezTo>
                    <a:cubicBezTo>
                      <a:pt x="227" y="1242"/>
                      <a:pt x="227" y="1414"/>
                      <a:pt x="227" y="1585"/>
                    </a:cubicBezTo>
                    <a:cubicBezTo>
                      <a:pt x="226" y="1862"/>
                      <a:pt x="226" y="2140"/>
                      <a:pt x="225" y="2418"/>
                    </a:cubicBezTo>
                    <a:cubicBezTo>
                      <a:pt x="225" y="2687"/>
                      <a:pt x="224" y="2957"/>
                      <a:pt x="224" y="3227"/>
                    </a:cubicBezTo>
                    <a:cubicBezTo>
                      <a:pt x="224" y="3243"/>
                      <a:pt x="224" y="3260"/>
                      <a:pt x="224" y="3277"/>
                    </a:cubicBezTo>
                    <a:cubicBezTo>
                      <a:pt x="224" y="3361"/>
                      <a:pt x="223" y="3444"/>
                      <a:pt x="223" y="3527"/>
                    </a:cubicBezTo>
                    <a:cubicBezTo>
                      <a:pt x="223" y="4219"/>
                      <a:pt x="221" y="4911"/>
                      <a:pt x="220" y="5603"/>
                    </a:cubicBezTo>
                    <a:cubicBezTo>
                      <a:pt x="183" y="5603"/>
                      <a:pt x="147" y="5603"/>
                      <a:pt x="110" y="5603"/>
                    </a:cubicBezTo>
                    <a:cubicBezTo>
                      <a:pt x="98" y="5543"/>
                      <a:pt x="86" y="5482"/>
                      <a:pt x="73" y="5420"/>
                    </a:cubicBezTo>
                    <a:cubicBezTo>
                      <a:pt x="49" y="5420"/>
                      <a:pt x="25" y="5420"/>
                      <a:pt x="0" y="5420"/>
                    </a:cubicBezTo>
                    <a:cubicBezTo>
                      <a:pt x="0" y="5033"/>
                      <a:pt x="0" y="4646"/>
                      <a:pt x="0" y="4248"/>
                    </a:cubicBezTo>
                    <a:cubicBezTo>
                      <a:pt x="24" y="4248"/>
                      <a:pt x="48" y="4248"/>
                      <a:pt x="73" y="4248"/>
                    </a:cubicBezTo>
                    <a:cubicBezTo>
                      <a:pt x="73" y="4031"/>
                      <a:pt x="73" y="3813"/>
                      <a:pt x="73" y="3589"/>
                    </a:cubicBezTo>
                    <a:cubicBezTo>
                      <a:pt x="49" y="3589"/>
                      <a:pt x="25" y="3589"/>
                      <a:pt x="0" y="3589"/>
                    </a:cubicBezTo>
                    <a:cubicBezTo>
                      <a:pt x="0" y="3516"/>
                      <a:pt x="0" y="3444"/>
                      <a:pt x="0" y="3369"/>
                    </a:cubicBezTo>
                    <a:cubicBezTo>
                      <a:pt x="24" y="3369"/>
                      <a:pt x="48" y="3369"/>
                      <a:pt x="73" y="3369"/>
                    </a:cubicBezTo>
                    <a:cubicBezTo>
                      <a:pt x="73" y="3176"/>
                      <a:pt x="73" y="2982"/>
                      <a:pt x="73" y="2783"/>
                    </a:cubicBezTo>
                    <a:cubicBezTo>
                      <a:pt x="49" y="2783"/>
                      <a:pt x="25" y="2783"/>
                      <a:pt x="0" y="2783"/>
                    </a:cubicBezTo>
                    <a:cubicBezTo>
                      <a:pt x="0" y="2517"/>
                      <a:pt x="0" y="2251"/>
                      <a:pt x="0" y="1978"/>
                    </a:cubicBezTo>
                    <a:cubicBezTo>
                      <a:pt x="24" y="1978"/>
                      <a:pt x="48" y="1978"/>
                      <a:pt x="73" y="1978"/>
                    </a:cubicBezTo>
                    <a:cubicBezTo>
                      <a:pt x="73" y="1639"/>
                      <a:pt x="73" y="1301"/>
                      <a:pt x="73" y="952"/>
                    </a:cubicBezTo>
                    <a:cubicBezTo>
                      <a:pt x="49" y="952"/>
                      <a:pt x="25" y="952"/>
                      <a:pt x="0" y="952"/>
                    </a:cubicBezTo>
                    <a:cubicBezTo>
                      <a:pt x="0" y="880"/>
                      <a:pt x="0" y="807"/>
                      <a:pt x="0" y="732"/>
                    </a:cubicBezTo>
                    <a:cubicBezTo>
                      <a:pt x="24" y="732"/>
                      <a:pt x="48" y="732"/>
                      <a:pt x="73" y="732"/>
                    </a:cubicBezTo>
                    <a:cubicBezTo>
                      <a:pt x="73" y="728"/>
                      <a:pt x="73" y="728"/>
                      <a:pt x="73" y="708"/>
                    </a:cubicBezTo>
                    <a:cubicBezTo>
                      <a:pt x="71" y="624"/>
                      <a:pt x="70" y="539"/>
                      <a:pt x="69" y="455"/>
                    </a:cubicBezTo>
                    <a:cubicBezTo>
                      <a:pt x="69" y="423"/>
                      <a:pt x="68" y="392"/>
                      <a:pt x="68" y="360"/>
                    </a:cubicBezTo>
                    <a:cubicBezTo>
                      <a:pt x="67" y="315"/>
                      <a:pt x="66" y="270"/>
                      <a:pt x="66" y="225"/>
                    </a:cubicBezTo>
                    <a:cubicBezTo>
                      <a:pt x="66" y="211"/>
                      <a:pt x="65" y="197"/>
                      <a:pt x="65" y="182"/>
                    </a:cubicBezTo>
                    <a:cubicBezTo>
                      <a:pt x="65" y="73"/>
                      <a:pt x="65" y="73"/>
                      <a:pt x="110" y="27"/>
                    </a:cubicBezTo>
                    <a:cubicBezTo>
                      <a:pt x="122" y="18"/>
                      <a:pt x="134" y="9"/>
                      <a:pt x="1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65" cap="flat">
                <a:noFill/>
              </a:ln>
            </p:spPr>
          </p:sp>
          <p:sp>
            <p:nvSpPr>
              <p:cNvPr id="1376" name="ICON_PYTHON_LOGO_path_026"/>
              <p:cNvSpPr/>
              <p:nvPr/>
            </p:nvSpPr>
            <p:spPr>
              <a:xfrm>
                <a:off x="6194971" y="3228330"/>
                <a:ext cx="2906" cy="22827"/>
              </a:xfrm>
              <a:custGeom>
                <a:avLst/>
                <a:gdLst/>
                <a:ahLst/>
                <a:cxnLst/>
                <a:rect l="0" t="0" r="r" b="b"/>
                <a:pathLst>
                  <a:path w="229" h="1797" fill="norm" stroke="0">
                    <a:moveTo>
                      <a:pt x="146" y="0"/>
                    </a:moveTo>
                    <a:cubicBezTo>
                      <a:pt x="183" y="14"/>
                      <a:pt x="183" y="14"/>
                      <a:pt x="220" y="37"/>
                    </a:cubicBezTo>
                    <a:cubicBezTo>
                      <a:pt x="229" y="69"/>
                      <a:pt x="229" y="69"/>
                      <a:pt x="229" y="108"/>
                    </a:cubicBezTo>
                    <a:cubicBezTo>
                      <a:pt x="229" y="115"/>
                      <a:pt x="229" y="115"/>
                      <a:pt x="229" y="153"/>
                    </a:cubicBezTo>
                    <a:cubicBezTo>
                      <a:pt x="229" y="169"/>
                      <a:pt x="228" y="185"/>
                      <a:pt x="228" y="202"/>
                    </a:cubicBezTo>
                    <a:cubicBezTo>
                      <a:pt x="228" y="219"/>
                      <a:pt x="228" y="236"/>
                      <a:pt x="228" y="254"/>
                    </a:cubicBezTo>
                    <a:cubicBezTo>
                      <a:pt x="228" y="301"/>
                      <a:pt x="228" y="348"/>
                      <a:pt x="227" y="395"/>
                    </a:cubicBezTo>
                    <a:cubicBezTo>
                      <a:pt x="227" y="444"/>
                      <a:pt x="227" y="494"/>
                      <a:pt x="227" y="543"/>
                    </a:cubicBezTo>
                    <a:cubicBezTo>
                      <a:pt x="226" y="636"/>
                      <a:pt x="226" y="729"/>
                      <a:pt x="225" y="822"/>
                    </a:cubicBezTo>
                    <a:cubicBezTo>
                      <a:pt x="224" y="928"/>
                      <a:pt x="224" y="1034"/>
                      <a:pt x="223" y="1140"/>
                    </a:cubicBezTo>
                    <a:cubicBezTo>
                      <a:pt x="223" y="1358"/>
                      <a:pt x="221" y="1576"/>
                      <a:pt x="220" y="1794"/>
                    </a:cubicBezTo>
                    <a:cubicBezTo>
                      <a:pt x="136" y="1797"/>
                      <a:pt x="136" y="1797"/>
                      <a:pt x="110" y="1794"/>
                    </a:cubicBezTo>
                    <a:cubicBezTo>
                      <a:pt x="68" y="1743"/>
                      <a:pt x="69" y="1691"/>
                      <a:pt x="70" y="1626"/>
                    </a:cubicBezTo>
                    <a:cubicBezTo>
                      <a:pt x="70" y="1608"/>
                      <a:pt x="70" y="1590"/>
                      <a:pt x="70" y="1572"/>
                    </a:cubicBezTo>
                    <a:cubicBezTo>
                      <a:pt x="70" y="1553"/>
                      <a:pt x="71" y="1534"/>
                      <a:pt x="71" y="1515"/>
                    </a:cubicBezTo>
                    <a:cubicBezTo>
                      <a:pt x="71" y="1496"/>
                      <a:pt x="71" y="1477"/>
                      <a:pt x="71" y="1458"/>
                    </a:cubicBezTo>
                    <a:cubicBezTo>
                      <a:pt x="72" y="1411"/>
                      <a:pt x="72" y="1365"/>
                      <a:pt x="73" y="1318"/>
                    </a:cubicBezTo>
                    <a:cubicBezTo>
                      <a:pt x="49" y="1318"/>
                      <a:pt x="25" y="1318"/>
                      <a:pt x="0" y="1318"/>
                    </a:cubicBezTo>
                    <a:cubicBezTo>
                      <a:pt x="0" y="1028"/>
                      <a:pt x="0" y="738"/>
                      <a:pt x="0" y="439"/>
                    </a:cubicBezTo>
                    <a:cubicBezTo>
                      <a:pt x="24" y="439"/>
                      <a:pt x="48" y="439"/>
                      <a:pt x="73" y="439"/>
                    </a:cubicBezTo>
                    <a:cubicBezTo>
                      <a:pt x="73" y="434"/>
                      <a:pt x="73" y="434"/>
                      <a:pt x="72" y="407"/>
                    </a:cubicBezTo>
                    <a:cubicBezTo>
                      <a:pt x="71" y="358"/>
                      <a:pt x="70" y="310"/>
                      <a:pt x="69" y="261"/>
                    </a:cubicBezTo>
                    <a:cubicBezTo>
                      <a:pt x="68" y="244"/>
                      <a:pt x="67" y="227"/>
                      <a:pt x="67" y="210"/>
                    </a:cubicBezTo>
                    <a:cubicBezTo>
                      <a:pt x="65" y="87"/>
                      <a:pt x="65" y="87"/>
                      <a:pt x="90" y="45"/>
                    </a:cubicBezTo>
                    <a:cubicBezTo>
                      <a:pt x="110" y="25"/>
                      <a:pt x="110" y="25"/>
                      <a:pt x="1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65" cap="flat">
                <a:noFill/>
              </a:ln>
            </p:spPr>
          </p:sp>
          <p:sp>
            <p:nvSpPr>
              <p:cNvPr id="1377" name="ICON_PYTHON_LOGO_path_027"/>
              <p:cNvSpPr/>
              <p:nvPr/>
            </p:nvSpPr>
            <p:spPr>
              <a:xfrm>
                <a:off x="6193110" y="3181821"/>
                <a:ext cx="4651" cy="13953"/>
              </a:xfrm>
              <a:custGeom>
                <a:avLst/>
                <a:gdLst/>
                <a:ahLst/>
                <a:cxnLst/>
                <a:rect l="0" t="0" r="r" b="b"/>
                <a:pathLst>
                  <a:path w="366" h="1099" fill="norm" stroke="0">
                    <a:moveTo>
                      <a:pt x="0" y="0"/>
                    </a:moveTo>
                    <a:cubicBezTo>
                      <a:pt x="48" y="0"/>
                      <a:pt x="97" y="0"/>
                      <a:pt x="146" y="0"/>
                    </a:cubicBezTo>
                    <a:cubicBezTo>
                      <a:pt x="146" y="97"/>
                      <a:pt x="146" y="193"/>
                      <a:pt x="146" y="293"/>
                    </a:cubicBezTo>
                    <a:cubicBezTo>
                      <a:pt x="171" y="293"/>
                      <a:pt x="195" y="293"/>
                      <a:pt x="220" y="293"/>
                    </a:cubicBezTo>
                    <a:cubicBezTo>
                      <a:pt x="220" y="317"/>
                      <a:pt x="220" y="341"/>
                      <a:pt x="220" y="366"/>
                    </a:cubicBezTo>
                    <a:cubicBezTo>
                      <a:pt x="244" y="366"/>
                      <a:pt x="268" y="366"/>
                      <a:pt x="293" y="366"/>
                    </a:cubicBezTo>
                    <a:cubicBezTo>
                      <a:pt x="293" y="390"/>
                      <a:pt x="293" y="415"/>
                      <a:pt x="293" y="439"/>
                    </a:cubicBezTo>
                    <a:cubicBezTo>
                      <a:pt x="317" y="439"/>
                      <a:pt x="341" y="439"/>
                      <a:pt x="366" y="439"/>
                    </a:cubicBezTo>
                    <a:cubicBezTo>
                      <a:pt x="366" y="536"/>
                      <a:pt x="366" y="633"/>
                      <a:pt x="366" y="732"/>
                    </a:cubicBezTo>
                    <a:cubicBezTo>
                      <a:pt x="318" y="732"/>
                      <a:pt x="270" y="732"/>
                      <a:pt x="220" y="732"/>
                    </a:cubicBezTo>
                    <a:cubicBezTo>
                      <a:pt x="220" y="757"/>
                      <a:pt x="220" y="781"/>
                      <a:pt x="220" y="806"/>
                    </a:cubicBezTo>
                    <a:cubicBezTo>
                      <a:pt x="196" y="806"/>
                      <a:pt x="171" y="806"/>
                      <a:pt x="146" y="806"/>
                    </a:cubicBezTo>
                    <a:cubicBezTo>
                      <a:pt x="146" y="902"/>
                      <a:pt x="146" y="999"/>
                      <a:pt x="146" y="1099"/>
                    </a:cubicBezTo>
                    <a:cubicBezTo>
                      <a:pt x="98" y="1099"/>
                      <a:pt x="50" y="1099"/>
                      <a:pt x="0" y="1099"/>
                    </a:cubicBezTo>
                    <a:cubicBezTo>
                      <a:pt x="0" y="881"/>
                      <a:pt x="0" y="664"/>
                      <a:pt x="0" y="439"/>
                    </a:cubicBezTo>
                    <a:cubicBezTo>
                      <a:pt x="24" y="439"/>
                      <a:pt x="48" y="439"/>
                      <a:pt x="73" y="439"/>
                    </a:cubicBezTo>
                    <a:cubicBezTo>
                      <a:pt x="73" y="391"/>
                      <a:pt x="73" y="343"/>
                      <a:pt x="73" y="293"/>
                    </a:cubicBezTo>
                    <a:cubicBezTo>
                      <a:pt x="49" y="293"/>
                      <a:pt x="25" y="293"/>
                      <a:pt x="0" y="293"/>
                    </a:cubicBezTo>
                    <a:cubicBezTo>
                      <a:pt x="0" y="196"/>
                      <a:pt x="0" y="10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78" name="ICON_PYTHON_LOGO_path_028"/>
              <p:cNvSpPr/>
              <p:nvPr/>
            </p:nvSpPr>
            <p:spPr>
              <a:xfrm>
                <a:off x="6194971" y="3206936"/>
                <a:ext cx="2936" cy="17245"/>
              </a:xfrm>
              <a:custGeom>
                <a:avLst/>
                <a:gdLst/>
                <a:ahLst/>
                <a:cxnLst/>
                <a:rect l="0" t="0" r="r" b="b"/>
                <a:pathLst>
                  <a:path w="231" h="1358" fill="norm" stroke="0">
                    <a:moveTo>
                      <a:pt x="146" y="0"/>
                    </a:moveTo>
                    <a:cubicBezTo>
                      <a:pt x="183" y="10"/>
                      <a:pt x="183" y="10"/>
                      <a:pt x="220" y="37"/>
                    </a:cubicBezTo>
                    <a:cubicBezTo>
                      <a:pt x="231" y="78"/>
                      <a:pt x="229" y="119"/>
                      <a:pt x="228" y="162"/>
                    </a:cubicBezTo>
                    <a:cubicBezTo>
                      <a:pt x="228" y="175"/>
                      <a:pt x="228" y="188"/>
                      <a:pt x="228" y="201"/>
                    </a:cubicBezTo>
                    <a:cubicBezTo>
                      <a:pt x="228" y="243"/>
                      <a:pt x="227" y="286"/>
                      <a:pt x="227" y="329"/>
                    </a:cubicBezTo>
                    <a:cubicBezTo>
                      <a:pt x="227" y="358"/>
                      <a:pt x="227" y="388"/>
                      <a:pt x="227" y="417"/>
                    </a:cubicBezTo>
                    <a:cubicBezTo>
                      <a:pt x="226" y="495"/>
                      <a:pt x="226" y="573"/>
                      <a:pt x="225" y="650"/>
                    </a:cubicBezTo>
                    <a:cubicBezTo>
                      <a:pt x="224" y="730"/>
                      <a:pt x="224" y="809"/>
                      <a:pt x="223" y="888"/>
                    </a:cubicBezTo>
                    <a:cubicBezTo>
                      <a:pt x="223" y="1044"/>
                      <a:pt x="221" y="1199"/>
                      <a:pt x="220" y="1355"/>
                    </a:cubicBezTo>
                    <a:cubicBezTo>
                      <a:pt x="202" y="1356"/>
                      <a:pt x="184" y="1356"/>
                      <a:pt x="166" y="1357"/>
                    </a:cubicBezTo>
                    <a:cubicBezTo>
                      <a:pt x="156" y="1357"/>
                      <a:pt x="147" y="1358"/>
                      <a:pt x="136" y="1358"/>
                    </a:cubicBezTo>
                    <a:cubicBezTo>
                      <a:pt x="110" y="1355"/>
                      <a:pt x="110" y="1355"/>
                      <a:pt x="85" y="1325"/>
                    </a:cubicBezTo>
                    <a:cubicBezTo>
                      <a:pt x="71" y="1273"/>
                      <a:pt x="69" y="1224"/>
                      <a:pt x="70" y="1170"/>
                    </a:cubicBezTo>
                    <a:cubicBezTo>
                      <a:pt x="70" y="1160"/>
                      <a:pt x="70" y="1150"/>
                      <a:pt x="70" y="1139"/>
                    </a:cubicBezTo>
                    <a:cubicBezTo>
                      <a:pt x="70" y="1106"/>
                      <a:pt x="70" y="1072"/>
                      <a:pt x="71" y="1039"/>
                    </a:cubicBezTo>
                    <a:cubicBezTo>
                      <a:pt x="71" y="1017"/>
                      <a:pt x="71" y="994"/>
                      <a:pt x="71" y="971"/>
                    </a:cubicBezTo>
                    <a:cubicBezTo>
                      <a:pt x="72" y="916"/>
                      <a:pt x="72" y="861"/>
                      <a:pt x="73" y="806"/>
                    </a:cubicBezTo>
                    <a:cubicBezTo>
                      <a:pt x="49" y="806"/>
                      <a:pt x="25" y="806"/>
                      <a:pt x="0" y="806"/>
                    </a:cubicBezTo>
                    <a:cubicBezTo>
                      <a:pt x="0" y="636"/>
                      <a:pt x="0" y="467"/>
                      <a:pt x="0" y="293"/>
                    </a:cubicBezTo>
                    <a:cubicBezTo>
                      <a:pt x="24" y="293"/>
                      <a:pt x="48" y="293"/>
                      <a:pt x="73" y="293"/>
                    </a:cubicBezTo>
                    <a:cubicBezTo>
                      <a:pt x="74" y="285"/>
                      <a:pt x="75" y="278"/>
                      <a:pt x="76" y="270"/>
                    </a:cubicBezTo>
                    <a:cubicBezTo>
                      <a:pt x="80" y="236"/>
                      <a:pt x="85" y="201"/>
                      <a:pt x="89" y="167"/>
                    </a:cubicBezTo>
                    <a:cubicBezTo>
                      <a:pt x="90" y="161"/>
                      <a:pt x="90" y="161"/>
                      <a:pt x="94" y="131"/>
                    </a:cubicBezTo>
                    <a:cubicBezTo>
                      <a:pt x="94" y="125"/>
                      <a:pt x="94" y="125"/>
                      <a:pt x="98" y="96"/>
                    </a:cubicBezTo>
                    <a:cubicBezTo>
                      <a:pt x="100" y="86"/>
                      <a:pt x="101" y="75"/>
                      <a:pt x="102" y="64"/>
                    </a:cubicBezTo>
                    <a:cubicBezTo>
                      <a:pt x="110" y="37"/>
                      <a:pt x="110" y="37"/>
                      <a:pt x="1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65" cap="flat">
                <a:noFill/>
              </a:ln>
            </p:spPr>
          </p:sp>
          <p:sp>
            <p:nvSpPr>
              <p:cNvPr id="1379" name="ICON_PYTHON_LOGO_path_029"/>
              <p:cNvSpPr/>
              <p:nvPr/>
            </p:nvSpPr>
            <p:spPr>
              <a:xfrm>
                <a:off x="6416353" y="3286931"/>
                <a:ext cx="1860" cy="14883"/>
              </a:xfrm>
              <a:custGeom>
                <a:avLst/>
                <a:gdLst/>
                <a:ahLst/>
                <a:cxnLst/>
                <a:rect l="0" t="0" r="r" b="b"/>
                <a:pathLst>
                  <a:path w="146" h="1172" fill="norm" stroke="0">
                    <a:moveTo>
                      <a:pt x="0" y="0"/>
                    </a:moveTo>
                    <a:cubicBezTo>
                      <a:pt x="48" y="0"/>
                      <a:pt x="97" y="0"/>
                      <a:pt x="146" y="0"/>
                    </a:cubicBezTo>
                    <a:cubicBezTo>
                      <a:pt x="146" y="387"/>
                      <a:pt x="146" y="773"/>
                      <a:pt x="146" y="1172"/>
                    </a:cubicBezTo>
                    <a:cubicBezTo>
                      <a:pt x="98" y="1172"/>
                      <a:pt x="50" y="1172"/>
                      <a:pt x="0" y="1172"/>
                    </a:cubicBezTo>
                    <a:cubicBezTo>
                      <a:pt x="0" y="785"/>
                      <a:pt x="0" y="39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65" cap="flat">
                <a:noFill/>
              </a:ln>
            </p:spPr>
          </p:sp>
          <p:sp>
            <p:nvSpPr>
              <p:cNvPr id="1380" name="ICON_PYTHON_LOGO_path_030"/>
              <p:cNvSpPr/>
              <p:nvPr/>
            </p:nvSpPr>
            <p:spPr>
              <a:xfrm>
                <a:off x="6223806" y="3182751"/>
                <a:ext cx="11162" cy="9302"/>
              </a:xfrm>
              <a:custGeom>
                <a:avLst/>
                <a:gdLst/>
                <a:ahLst/>
                <a:cxnLst/>
                <a:rect l="0" t="0" r="r" b="b"/>
                <a:pathLst>
                  <a:path w="879" h="732" fill="norm" stroke="0">
                    <a:moveTo>
                      <a:pt x="73" y="0"/>
                    </a:moveTo>
                    <a:cubicBezTo>
                      <a:pt x="194" y="0"/>
                      <a:pt x="315" y="0"/>
                      <a:pt x="439" y="0"/>
                    </a:cubicBezTo>
                    <a:cubicBezTo>
                      <a:pt x="439" y="24"/>
                      <a:pt x="439" y="48"/>
                      <a:pt x="439" y="73"/>
                    </a:cubicBezTo>
                    <a:cubicBezTo>
                      <a:pt x="464" y="73"/>
                      <a:pt x="488" y="73"/>
                      <a:pt x="513" y="73"/>
                    </a:cubicBezTo>
                    <a:cubicBezTo>
                      <a:pt x="513" y="97"/>
                      <a:pt x="513" y="122"/>
                      <a:pt x="513" y="146"/>
                    </a:cubicBezTo>
                    <a:cubicBezTo>
                      <a:pt x="561" y="146"/>
                      <a:pt x="609" y="146"/>
                      <a:pt x="659" y="146"/>
                    </a:cubicBezTo>
                    <a:cubicBezTo>
                      <a:pt x="659" y="171"/>
                      <a:pt x="659" y="195"/>
                      <a:pt x="659" y="220"/>
                    </a:cubicBezTo>
                    <a:cubicBezTo>
                      <a:pt x="683" y="220"/>
                      <a:pt x="708" y="220"/>
                      <a:pt x="732" y="220"/>
                    </a:cubicBezTo>
                    <a:cubicBezTo>
                      <a:pt x="732" y="292"/>
                      <a:pt x="732" y="365"/>
                      <a:pt x="732" y="439"/>
                    </a:cubicBezTo>
                    <a:cubicBezTo>
                      <a:pt x="757" y="439"/>
                      <a:pt x="781" y="439"/>
                      <a:pt x="806" y="439"/>
                    </a:cubicBezTo>
                    <a:cubicBezTo>
                      <a:pt x="806" y="464"/>
                      <a:pt x="806" y="488"/>
                      <a:pt x="806" y="513"/>
                    </a:cubicBezTo>
                    <a:cubicBezTo>
                      <a:pt x="830" y="513"/>
                      <a:pt x="854" y="513"/>
                      <a:pt x="879" y="513"/>
                    </a:cubicBezTo>
                    <a:cubicBezTo>
                      <a:pt x="879" y="561"/>
                      <a:pt x="879" y="609"/>
                      <a:pt x="879" y="659"/>
                    </a:cubicBezTo>
                    <a:cubicBezTo>
                      <a:pt x="855" y="659"/>
                      <a:pt x="831" y="659"/>
                      <a:pt x="806" y="659"/>
                    </a:cubicBezTo>
                    <a:cubicBezTo>
                      <a:pt x="806" y="683"/>
                      <a:pt x="806" y="708"/>
                      <a:pt x="806" y="732"/>
                    </a:cubicBezTo>
                    <a:cubicBezTo>
                      <a:pt x="781" y="732"/>
                      <a:pt x="757" y="732"/>
                      <a:pt x="732" y="732"/>
                    </a:cubicBezTo>
                    <a:cubicBezTo>
                      <a:pt x="732" y="660"/>
                      <a:pt x="732" y="587"/>
                      <a:pt x="732" y="513"/>
                    </a:cubicBezTo>
                    <a:cubicBezTo>
                      <a:pt x="708" y="513"/>
                      <a:pt x="684" y="513"/>
                      <a:pt x="659" y="513"/>
                    </a:cubicBezTo>
                    <a:cubicBezTo>
                      <a:pt x="659" y="464"/>
                      <a:pt x="659" y="416"/>
                      <a:pt x="659" y="366"/>
                    </a:cubicBezTo>
                    <a:cubicBezTo>
                      <a:pt x="635" y="366"/>
                      <a:pt x="611" y="366"/>
                      <a:pt x="586" y="366"/>
                    </a:cubicBezTo>
                    <a:cubicBezTo>
                      <a:pt x="586" y="342"/>
                      <a:pt x="586" y="318"/>
                      <a:pt x="586" y="293"/>
                    </a:cubicBezTo>
                    <a:cubicBezTo>
                      <a:pt x="562" y="293"/>
                      <a:pt x="538" y="293"/>
                      <a:pt x="513" y="293"/>
                    </a:cubicBezTo>
                    <a:cubicBezTo>
                      <a:pt x="513" y="269"/>
                      <a:pt x="513" y="245"/>
                      <a:pt x="513" y="220"/>
                    </a:cubicBezTo>
                    <a:cubicBezTo>
                      <a:pt x="464" y="220"/>
                      <a:pt x="416" y="220"/>
                      <a:pt x="366" y="220"/>
                    </a:cubicBezTo>
                    <a:cubicBezTo>
                      <a:pt x="366" y="196"/>
                      <a:pt x="366" y="171"/>
                      <a:pt x="366" y="146"/>
                    </a:cubicBezTo>
                    <a:cubicBezTo>
                      <a:pt x="245" y="146"/>
                      <a:pt x="125" y="146"/>
                      <a:pt x="0" y="146"/>
                    </a:cubicBezTo>
                    <a:cubicBezTo>
                      <a:pt x="0" y="122"/>
                      <a:pt x="0" y="98"/>
                      <a:pt x="0" y="73"/>
                    </a:cubicBezTo>
                    <a:cubicBezTo>
                      <a:pt x="24" y="73"/>
                      <a:pt x="48" y="73"/>
                      <a:pt x="73" y="73"/>
                    </a:cubicBezTo>
                    <a:cubicBezTo>
                      <a:pt x="73" y="49"/>
                      <a:pt x="73" y="25"/>
                      <a:pt x="7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81" name="ICON_PYTHON_LOGO_path_031"/>
              <p:cNvSpPr/>
              <p:nvPr/>
            </p:nvSpPr>
            <p:spPr>
              <a:xfrm>
                <a:off x="6415422" y="3319487"/>
                <a:ext cx="3391" cy="9302"/>
              </a:xfrm>
              <a:custGeom>
                <a:avLst/>
                <a:gdLst/>
                <a:ahLst/>
                <a:cxnLst/>
                <a:rect l="0" t="0" r="r" b="b"/>
                <a:pathLst>
                  <a:path w="267" h="732" fill="norm" stroke="0">
                    <a:moveTo>
                      <a:pt x="73" y="0"/>
                    </a:moveTo>
                    <a:cubicBezTo>
                      <a:pt x="122" y="0"/>
                      <a:pt x="170" y="0"/>
                      <a:pt x="220" y="0"/>
                    </a:cubicBezTo>
                    <a:cubicBezTo>
                      <a:pt x="228" y="87"/>
                      <a:pt x="235" y="173"/>
                      <a:pt x="241" y="260"/>
                    </a:cubicBezTo>
                    <a:cubicBezTo>
                      <a:pt x="244" y="289"/>
                      <a:pt x="246" y="319"/>
                      <a:pt x="249" y="348"/>
                    </a:cubicBezTo>
                    <a:cubicBezTo>
                      <a:pt x="253" y="391"/>
                      <a:pt x="256" y="433"/>
                      <a:pt x="259" y="476"/>
                    </a:cubicBezTo>
                    <a:cubicBezTo>
                      <a:pt x="260" y="489"/>
                      <a:pt x="262" y="502"/>
                      <a:pt x="263" y="515"/>
                    </a:cubicBezTo>
                    <a:cubicBezTo>
                      <a:pt x="267" y="573"/>
                      <a:pt x="267" y="608"/>
                      <a:pt x="232" y="656"/>
                    </a:cubicBezTo>
                    <a:cubicBezTo>
                      <a:pt x="204" y="683"/>
                      <a:pt x="177" y="709"/>
                      <a:pt x="146" y="732"/>
                    </a:cubicBezTo>
                    <a:cubicBezTo>
                      <a:pt x="114" y="708"/>
                      <a:pt x="94" y="693"/>
                      <a:pt x="73" y="659"/>
                    </a:cubicBezTo>
                    <a:cubicBezTo>
                      <a:pt x="67" y="610"/>
                      <a:pt x="69" y="562"/>
                      <a:pt x="73" y="513"/>
                    </a:cubicBezTo>
                    <a:cubicBezTo>
                      <a:pt x="49" y="513"/>
                      <a:pt x="25" y="513"/>
                      <a:pt x="0" y="513"/>
                    </a:cubicBezTo>
                    <a:cubicBezTo>
                      <a:pt x="0" y="368"/>
                      <a:pt x="0" y="223"/>
                      <a:pt x="0" y="73"/>
                    </a:cubicBezTo>
                    <a:cubicBezTo>
                      <a:pt x="24" y="73"/>
                      <a:pt x="48" y="73"/>
                      <a:pt x="73" y="73"/>
                    </a:cubicBezTo>
                    <a:cubicBezTo>
                      <a:pt x="73" y="49"/>
                      <a:pt x="73" y="25"/>
                      <a:pt x="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65" cap="flat">
                <a:noFill/>
              </a:ln>
            </p:spPr>
          </p:sp>
          <p:sp>
            <p:nvSpPr>
              <p:cNvPr id="1382" name="ICON_PYTHON_LOGO_path_032"/>
              <p:cNvSpPr/>
              <p:nvPr/>
            </p:nvSpPr>
            <p:spPr>
              <a:xfrm>
                <a:off x="6417283" y="3169729"/>
                <a:ext cx="10232" cy="7441"/>
              </a:xfrm>
              <a:custGeom>
                <a:avLst/>
                <a:gdLst/>
                <a:ahLst/>
                <a:cxnLst/>
                <a:rect l="0" t="0" r="r" b="b"/>
                <a:pathLst>
                  <a:path w="806" h="586" fill="norm" stroke="0">
                    <a:moveTo>
                      <a:pt x="0" y="0"/>
                    </a:moveTo>
                    <a:cubicBezTo>
                      <a:pt x="48" y="0"/>
                      <a:pt x="97" y="0"/>
                      <a:pt x="146" y="0"/>
                    </a:cubicBezTo>
                    <a:cubicBezTo>
                      <a:pt x="146" y="24"/>
                      <a:pt x="146" y="48"/>
                      <a:pt x="146" y="73"/>
                    </a:cubicBezTo>
                    <a:cubicBezTo>
                      <a:pt x="195" y="73"/>
                      <a:pt x="243" y="73"/>
                      <a:pt x="293" y="73"/>
                    </a:cubicBezTo>
                    <a:cubicBezTo>
                      <a:pt x="293" y="97"/>
                      <a:pt x="293" y="122"/>
                      <a:pt x="293" y="146"/>
                    </a:cubicBezTo>
                    <a:cubicBezTo>
                      <a:pt x="341" y="146"/>
                      <a:pt x="390" y="146"/>
                      <a:pt x="439" y="146"/>
                    </a:cubicBezTo>
                    <a:cubicBezTo>
                      <a:pt x="439" y="171"/>
                      <a:pt x="439" y="195"/>
                      <a:pt x="439" y="220"/>
                    </a:cubicBezTo>
                    <a:cubicBezTo>
                      <a:pt x="464" y="220"/>
                      <a:pt x="488" y="220"/>
                      <a:pt x="513" y="220"/>
                    </a:cubicBezTo>
                    <a:cubicBezTo>
                      <a:pt x="513" y="244"/>
                      <a:pt x="513" y="268"/>
                      <a:pt x="513" y="293"/>
                    </a:cubicBezTo>
                    <a:cubicBezTo>
                      <a:pt x="537" y="293"/>
                      <a:pt x="561" y="293"/>
                      <a:pt x="586" y="293"/>
                    </a:cubicBezTo>
                    <a:cubicBezTo>
                      <a:pt x="586" y="317"/>
                      <a:pt x="586" y="341"/>
                      <a:pt x="586" y="366"/>
                    </a:cubicBezTo>
                    <a:cubicBezTo>
                      <a:pt x="634" y="366"/>
                      <a:pt x="683" y="366"/>
                      <a:pt x="732" y="366"/>
                    </a:cubicBezTo>
                    <a:cubicBezTo>
                      <a:pt x="732" y="390"/>
                      <a:pt x="732" y="415"/>
                      <a:pt x="732" y="439"/>
                    </a:cubicBezTo>
                    <a:cubicBezTo>
                      <a:pt x="757" y="439"/>
                      <a:pt x="781" y="439"/>
                      <a:pt x="806" y="439"/>
                    </a:cubicBezTo>
                    <a:cubicBezTo>
                      <a:pt x="806" y="464"/>
                      <a:pt x="806" y="488"/>
                      <a:pt x="806" y="513"/>
                    </a:cubicBezTo>
                    <a:cubicBezTo>
                      <a:pt x="757" y="513"/>
                      <a:pt x="709" y="513"/>
                      <a:pt x="659" y="513"/>
                    </a:cubicBezTo>
                    <a:cubicBezTo>
                      <a:pt x="659" y="537"/>
                      <a:pt x="659" y="561"/>
                      <a:pt x="659" y="586"/>
                    </a:cubicBezTo>
                    <a:cubicBezTo>
                      <a:pt x="611" y="586"/>
                      <a:pt x="562" y="586"/>
                      <a:pt x="513" y="586"/>
                    </a:cubicBezTo>
                    <a:cubicBezTo>
                      <a:pt x="513" y="562"/>
                      <a:pt x="513" y="538"/>
                      <a:pt x="513" y="513"/>
                    </a:cubicBezTo>
                    <a:cubicBezTo>
                      <a:pt x="489" y="513"/>
                      <a:pt x="464" y="513"/>
                      <a:pt x="439" y="513"/>
                    </a:cubicBezTo>
                    <a:cubicBezTo>
                      <a:pt x="439" y="464"/>
                      <a:pt x="439" y="416"/>
                      <a:pt x="439" y="366"/>
                    </a:cubicBezTo>
                    <a:cubicBezTo>
                      <a:pt x="415" y="366"/>
                      <a:pt x="391" y="366"/>
                      <a:pt x="366" y="366"/>
                    </a:cubicBezTo>
                    <a:cubicBezTo>
                      <a:pt x="366" y="342"/>
                      <a:pt x="366" y="318"/>
                      <a:pt x="366" y="293"/>
                    </a:cubicBezTo>
                    <a:cubicBezTo>
                      <a:pt x="342" y="293"/>
                      <a:pt x="318" y="293"/>
                      <a:pt x="293" y="293"/>
                    </a:cubicBezTo>
                    <a:cubicBezTo>
                      <a:pt x="293" y="269"/>
                      <a:pt x="293" y="245"/>
                      <a:pt x="293" y="220"/>
                    </a:cubicBezTo>
                    <a:cubicBezTo>
                      <a:pt x="278" y="216"/>
                      <a:pt x="263" y="213"/>
                      <a:pt x="247" y="209"/>
                    </a:cubicBezTo>
                    <a:cubicBezTo>
                      <a:pt x="90" y="167"/>
                      <a:pt x="90" y="167"/>
                      <a:pt x="42" y="109"/>
                    </a:cubicBezTo>
                    <a:cubicBezTo>
                      <a:pt x="23" y="69"/>
                      <a:pt x="23" y="6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  <p:sp>
            <p:nvSpPr>
              <p:cNvPr id="1383" name="ICON_PYTHON_LOGO_path_033"/>
              <p:cNvSpPr/>
              <p:nvPr/>
            </p:nvSpPr>
            <p:spPr>
              <a:xfrm>
                <a:off x="6416353" y="3228330"/>
                <a:ext cx="1860" cy="10232"/>
              </a:xfrm>
              <a:custGeom>
                <a:avLst/>
                <a:gdLst/>
                <a:ahLst/>
                <a:cxnLst/>
                <a:rect l="0" t="0" r="r" b="b"/>
                <a:pathLst>
                  <a:path w="146" h="806" fill="norm" stroke="0">
                    <a:moveTo>
                      <a:pt x="0" y="0"/>
                    </a:moveTo>
                    <a:cubicBezTo>
                      <a:pt x="48" y="0"/>
                      <a:pt x="97" y="0"/>
                      <a:pt x="146" y="0"/>
                    </a:cubicBezTo>
                    <a:cubicBezTo>
                      <a:pt x="146" y="266"/>
                      <a:pt x="146" y="532"/>
                      <a:pt x="146" y="806"/>
                    </a:cubicBezTo>
                    <a:cubicBezTo>
                      <a:pt x="98" y="806"/>
                      <a:pt x="50" y="806"/>
                      <a:pt x="0" y="806"/>
                    </a:cubicBezTo>
                    <a:cubicBezTo>
                      <a:pt x="0" y="540"/>
                      <a:pt x="0" y="27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65" cap="flat">
                <a:noFill/>
              </a:ln>
            </p:spPr>
          </p:sp>
          <p:sp>
            <p:nvSpPr>
              <p:cNvPr id="1384" name="ICON_PYTHON_LOGO_path_034"/>
              <p:cNvSpPr/>
              <p:nvPr/>
            </p:nvSpPr>
            <p:spPr>
              <a:xfrm>
                <a:off x="6416353" y="3303674"/>
                <a:ext cx="1860" cy="8372"/>
              </a:xfrm>
              <a:custGeom>
                <a:avLst/>
                <a:gdLst/>
                <a:ahLst/>
                <a:cxnLst/>
                <a:rect l="0" t="0" r="r" b="b"/>
                <a:pathLst>
                  <a:path w="146" h="659" fill="norm" stroke="0">
                    <a:moveTo>
                      <a:pt x="0" y="0"/>
                    </a:moveTo>
                    <a:cubicBezTo>
                      <a:pt x="48" y="0"/>
                      <a:pt x="97" y="0"/>
                      <a:pt x="146" y="0"/>
                    </a:cubicBezTo>
                    <a:cubicBezTo>
                      <a:pt x="146" y="218"/>
                      <a:pt x="146" y="435"/>
                      <a:pt x="146" y="659"/>
                    </a:cubicBezTo>
                    <a:cubicBezTo>
                      <a:pt x="98" y="659"/>
                      <a:pt x="50" y="659"/>
                      <a:pt x="0" y="659"/>
                    </a:cubicBezTo>
                    <a:cubicBezTo>
                      <a:pt x="0" y="442"/>
                      <a:pt x="0" y="22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65" cap="flat">
                <a:noFill/>
              </a:ln>
            </p:spPr>
          </p:sp>
          <p:sp>
            <p:nvSpPr>
              <p:cNvPr id="1385" name="ICON_PYTHON_LOGO_path_035"/>
              <p:cNvSpPr/>
              <p:nvPr/>
            </p:nvSpPr>
            <p:spPr>
              <a:xfrm>
                <a:off x="6416353" y="3275769"/>
                <a:ext cx="1860" cy="8372"/>
              </a:xfrm>
              <a:custGeom>
                <a:avLst/>
                <a:gdLst/>
                <a:ahLst/>
                <a:cxnLst/>
                <a:rect l="0" t="0" r="r" b="b"/>
                <a:pathLst>
                  <a:path w="146" h="659" fill="norm" stroke="0">
                    <a:moveTo>
                      <a:pt x="0" y="0"/>
                    </a:moveTo>
                    <a:cubicBezTo>
                      <a:pt x="48" y="0"/>
                      <a:pt x="97" y="0"/>
                      <a:pt x="146" y="0"/>
                    </a:cubicBezTo>
                    <a:cubicBezTo>
                      <a:pt x="146" y="218"/>
                      <a:pt x="146" y="435"/>
                      <a:pt x="146" y="659"/>
                    </a:cubicBezTo>
                    <a:cubicBezTo>
                      <a:pt x="98" y="659"/>
                      <a:pt x="50" y="659"/>
                      <a:pt x="0" y="659"/>
                    </a:cubicBezTo>
                    <a:cubicBezTo>
                      <a:pt x="0" y="442"/>
                      <a:pt x="0" y="22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65" cap="flat">
                <a:noFill/>
              </a:ln>
            </p:spPr>
          </p:sp>
          <p:sp>
            <p:nvSpPr>
              <p:cNvPr id="1386" name="ICON_PYTHON_LOGO_path_036"/>
              <p:cNvSpPr/>
              <p:nvPr/>
            </p:nvSpPr>
            <p:spPr>
              <a:xfrm>
                <a:off x="6416353" y="3215308"/>
                <a:ext cx="1860" cy="8372"/>
              </a:xfrm>
              <a:custGeom>
                <a:avLst/>
                <a:gdLst/>
                <a:ahLst/>
                <a:cxnLst/>
                <a:rect l="0" t="0" r="r" b="b"/>
                <a:pathLst>
                  <a:path w="146" h="659" fill="norm" stroke="0">
                    <a:moveTo>
                      <a:pt x="0" y="0"/>
                    </a:moveTo>
                    <a:cubicBezTo>
                      <a:pt x="48" y="0"/>
                      <a:pt x="97" y="0"/>
                      <a:pt x="146" y="0"/>
                    </a:cubicBezTo>
                    <a:cubicBezTo>
                      <a:pt x="146" y="218"/>
                      <a:pt x="146" y="435"/>
                      <a:pt x="146" y="659"/>
                    </a:cubicBezTo>
                    <a:cubicBezTo>
                      <a:pt x="98" y="659"/>
                      <a:pt x="50" y="659"/>
                      <a:pt x="0" y="659"/>
                    </a:cubicBezTo>
                    <a:cubicBezTo>
                      <a:pt x="0" y="442"/>
                      <a:pt x="0" y="22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65" cap="flat">
                <a:noFill/>
              </a:ln>
            </p:spPr>
          </p:sp>
          <p:sp>
            <p:nvSpPr>
              <p:cNvPr id="1387" name="ICON_PYTHON_LOGO_path_037"/>
              <p:cNvSpPr/>
              <p:nvPr/>
            </p:nvSpPr>
            <p:spPr>
              <a:xfrm>
                <a:off x="6207993" y="3312976"/>
                <a:ext cx="2791" cy="6511"/>
              </a:xfrm>
              <a:custGeom>
                <a:avLst/>
                <a:gdLst/>
                <a:ahLst/>
                <a:cxnLst/>
                <a:rect l="0" t="0" r="r" b="b"/>
                <a:pathLst>
                  <a:path w="220" h="513" fill="norm" stroke="0">
                    <a:moveTo>
                      <a:pt x="73" y="0"/>
                    </a:moveTo>
                    <a:cubicBezTo>
                      <a:pt x="97" y="0"/>
                      <a:pt x="122" y="0"/>
                      <a:pt x="146" y="0"/>
                    </a:cubicBezTo>
                    <a:cubicBezTo>
                      <a:pt x="146" y="24"/>
                      <a:pt x="146" y="48"/>
                      <a:pt x="146" y="73"/>
                    </a:cubicBezTo>
                    <a:cubicBezTo>
                      <a:pt x="171" y="73"/>
                      <a:pt x="195" y="73"/>
                      <a:pt x="220" y="73"/>
                    </a:cubicBezTo>
                    <a:cubicBezTo>
                      <a:pt x="220" y="170"/>
                      <a:pt x="220" y="267"/>
                      <a:pt x="220" y="366"/>
                    </a:cubicBezTo>
                    <a:cubicBezTo>
                      <a:pt x="196" y="366"/>
                      <a:pt x="171" y="366"/>
                      <a:pt x="146" y="366"/>
                    </a:cubicBezTo>
                    <a:cubicBezTo>
                      <a:pt x="146" y="415"/>
                      <a:pt x="146" y="463"/>
                      <a:pt x="146" y="513"/>
                    </a:cubicBezTo>
                    <a:cubicBezTo>
                      <a:pt x="98" y="513"/>
                      <a:pt x="50" y="513"/>
                      <a:pt x="0" y="513"/>
                    </a:cubicBezTo>
                    <a:cubicBezTo>
                      <a:pt x="0" y="368"/>
                      <a:pt x="0" y="223"/>
                      <a:pt x="0" y="73"/>
                    </a:cubicBezTo>
                    <a:cubicBezTo>
                      <a:pt x="24" y="73"/>
                      <a:pt x="48" y="73"/>
                      <a:pt x="73" y="73"/>
                    </a:cubicBezTo>
                    <a:cubicBezTo>
                      <a:pt x="73" y="49"/>
                      <a:pt x="73" y="25"/>
                      <a:pt x="7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65" cap="flat">
                <a:noFill/>
              </a:ln>
            </p:spPr>
          </p:sp>
        </p:grpSp>
        <p:sp>
          <p:nvSpPr>
            <p:cNvPr id="303" name="TXT_038"/>
            <p:cNvSpPr txBox="1"/>
            <p:nvPr/>
          </p:nvSpPr>
          <p:spPr>
            <a:xfrm>
              <a:off x="4968875" y="2889250"/>
              <a:ext cx="2960688" cy="2222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375" b="1" i="0" spc="0" lang="en-US">
                  <a:solidFill>
                    <a:srgbClr val="FFFFFF"/>
                  </a:solidFill>
                  <a:latin typeface="Source Sans Pro"/>
                  <a:ea typeface="微软雅黑"/>
                </a:defRPr>
              </a:pPr>
              <a:r>
                <a:rPr sz="1375" b="1" i="0" spc="0" lang="en-US">
                  <a:solidFill>
                    <a:srgbClr val="FFFFFF"/>
                  </a:solidFill>
                  <a:latin typeface="Source Sans Pro"/>
                  <a:ea typeface="微软雅黑"/>
                </a:rPr>
                <a:t>EEG analysis environment</a:t>
              </a:r>
              <a:endParaRPr sz="1375" b="1" i="0" spc="0" lang="en-US">
                <a:solidFill>
                  <a:srgbClr val="FFFFFF"/>
                </a:solidFill>
                <a:latin typeface="Source Sans Pro"/>
                <a:ea typeface="微软雅黑"/>
              </a:endParaRPr>
            </a:p>
          </p:txBody>
        </p:sp>
        <p:sp>
          <p:nvSpPr>
            <p:cNvPr id="307" name="TXT_042"/>
            <p:cNvSpPr txBox="1"/>
            <p:nvPr/>
          </p:nvSpPr>
          <p:spPr>
            <a:xfrm>
              <a:off x="6500812" y="3190875"/>
              <a:ext cx="1404938" cy="13493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125" b="1" i="0" spc="0" lang="en-US">
                  <a:solidFill>
                    <a:srgbClr val="0062FF"/>
                  </a:solidFill>
                  <a:latin typeface="Roboto Condensed"/>
                  <a:ea typeface="微软雅黑"/>
                </a:defRPr>
              </a:pPr>
              <a:r>
                <a:rPr sz="1125" b="1" i="0" spc="0" lang="en-US">
                  <a:solidFill>
                    <a:srgbClr val="0062FF"/>
                  </a:solidFill>
                  <a:latin typeface="Roboto Condensed"/>
                  <a:ea typeface="微软雅黑"/>
                </a:rPr>
                <a:t>Python scientific worker</a:t>
              </a:r>
              <a:endParaRPr sz="1125" b="1" i="0" spc="0" lang="en-US">
                <a:solidFill>
                  <a:srgbClr val="0062FF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10" name="TXT_045"/>
            <p:cNvSpPr txBox="1"/>
            <p:nvPr/>
          </p:nvSpPr>
          <p:spPr>
            <a:xfrm>
              <a:off x="5572125" y="3444875"/>
              <a:ext cx="1436688" cy="17462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Read data &amp; inspect quality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17" name="TXT_052"/>
            <p:cNvSpPr txBox="1"/>
            <p:nvPr/>
          </p:nvSpPr>
          <p:spPr>
            <a:xfrm>
              <a:off x="5588000" y="3778250"/>
              <a:ext cx="1539875" cy="1587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Preprocess &amp; remove artifacts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26" name="TXT_061"/>
            <p:cNvSpPr txBox="1"/>
            <p:nvPr/>
          </p:nvSpPr>
          <p:spPr>
            <a:xfrm>
              <a:off x="5595938" y="4111625"/>
              <a:ext cx="1476375" cy="13493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844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844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Segment &amp; compute features</a:t>
              </a:r>
              <a:endParaRPr sz="844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31" name="TXT_066"/>
            <p:cNvSpPr txBox="1"/>
            <p:nvPr/>
          </p:nvSpPr>
          <p:spPr>
            <a:xfrm>
              <a:off x="5603875" y="4437062"/>
              <a:ext cx="1587500" cy="1587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Visualize &amp; compare conditions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39" name="TXT_074"/>
            <p:cNvSpPr txBox="1"/>
            <p:nvPr/>
          </p:nvSpPr>
          <p:spPr>
            <a:xfrm>
              <a:off x="5588000" y="4770438"/>
              <a:ext cx="1357312" cy="16668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Run Python / MNE scripts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46" name="TXT_081"/>
            <p:cNvSpPr txBox="1"/>
            <p:nvPr/>
          </p:nvSpPr>
          <p:spPr>
            <a:xfrm>
              <a:off x="5603875" y="5127625"/>
              <a:ext cx="1912938" cy="13493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844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844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Query models &amp; run EEGNet / CAMER</a:t>
              </a:r>
              <a:endParaRPr sz="844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51" name="TXT_086"/>
            <p:cNvSpPr txBox="1"/>
            <p:nvPr/>
          </p:nvSpPr>
          <p:spPr>
            <a:xfrm>
              <a:off x="5588000" y="5468938"/>
              <a:ext cx="1651000" cy="17462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Export figures, tables &amp; reports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57" name="TXT_092"/>
            <p:cNvSpPr txBox="1"/>
            <p:nvPr/>
          </p:nvSpPr>
          <p:spPr>
            <a:xfrm>
              <a:off x="5635625" y="5802312"/>
              <a:ext cx="1547812" cy="16668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Tools selected to match the task</a:t>
              </a:r>
              <a:endParaRPr sz="969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4060" name="PORT_ENV_OUTPUT_0_from"/>
            <p:cNvSpPr/>
            <p:nvPr/>
          </p:nvSpPr>
          <p:spPr>
            <a:xfrm>
              <a:off x="8080311" y="3635375"/>
              <a:ext cx="128" cy="128"/>
            </a:xfrm>
            <a:prstGeom prst="rect">
              <a:avLst/>
            </a:prstGeom>
            <a:noFill/>
            <a:ln>
              <a:noFill/>
            </a:ln>
            <a:effectLst/>
          </p:spPr>
        </p:sp>
        <p:sp>
          <p:nvSpPr>
            <p:cNvPr id="4062" name="PORT_ENV_OUTPUT_1_from"/>
            <p:cNvSpPr/>
            <p:nvPr/>
          </p:nvSpPr>
          <p:spPr>
            <a:xfrm>
              <a:off x="8080311" y="4738688"/>
              <a:ext cx="128" cy="128"/>
            </a:xfrm>
            <a:prstGeom prst="rect">
              <a:avLst/>
            </a:prstGeom>
            <a:noFill/>
            <a:ln>
              <a:noFill/>
            </a:ln>
            <a:effectLst/>
          </p:spPr>
        </p:sp>
        <p:sp>
          <p:nvSpPr>
            <p:cNvPr id="4064" name="PORT_ENV_OUTPUT_2_from"/>
            <p:cNvSpPr/>
            <p:nvPr/>
          </p:nvSpPr>
          <p:spPr>
            <a:xfrm>
              <a:off x="8080311" y="5699125"/>
              <a:ext cx="128" cy="128"/>
            </a:xfrm>
            <a:prstGeom prst="rect">
              <a:avLst/>
            </a:prstGeom>
            <a:noFill/>
            <a:ln>
              <a:noFill/>
            </a:ln>
            <a:effectLst/>
          </p:spPr>
        </p:sp>
      </p:grpSp>
      <p:grpSp>
        <p:nvGrpSpPr>
          <p:cNvPr id="4051" name="MODULE_B_OUTPUTS"/>
          <p:cNvGrpSpPr/>
          <p:nvPr/>
        </p:nvGrpSpPr>
        <p:grpSpPr>
          <a:xfrm>
            <a:off x="8469312" y="2849562"/>
            <a:ext cx="3468688" cy="3698875"/>
            <a:chOff x="8469312" y="2849562"/>
            <a:chExt cx="3468688" cy="3698875"/>
          </a:xfrm>
        </p:grpSpPr>
        <p:sp>
          <p:nvSpPr>
            <p:cNvPr id="55" name="B_OUTPUTS"/>
            <p:cNvSpPr/>
            <p:nvPr/>
          </p:nvSpPr>
          <p:spPr>
            <a:xfrm>
              <a:off x="8469312" y="2849562"/>
              <a:ext cx="3468688" cy="3698875"/>
            </a:xfrm>
            <a:prstGeom prst="roundRect">
              <a:avLst>
                <a:gd name="adj" fmla="val 3432"/>
              </a:avLst>
            </a:prstGeom>
            <a:solidFill>
              <a:srgbClr val="FFFFFF"/>
            </a:solidFill>
            <a:ln w="14288" cap="rnd">
              <a:solidFill>
                <a:srgbClr val="A07BBD"/>
              </a:solidFill>
              <a:round/>
            </a:ln>
          </p:spPr>
        </p:sp>
        <p:sp>
          <p:nvSpPr>
            <p:cNvPr id="56" name="B_OUTPUTS_HEADER"/>
            <p:cNvSpPr/>
            <p:nvPr/>
          </p:nvSpPr>
          <p:spPr>
            <a:xfrm>
              <a:off x="8485188" y="2865438"/>
              <a:ext cx="3436938" cy="238125"/>
            </a:xfrm>
            <a:custGeom>
              <a:avLst/>
              <a:gdLst/>
              <a:ahLst/>
              <a:cxnLst/>
              <a:rect l="0" t="0" r="r" b="b"/>
              <a:pathLst>
                <a:path w="433000" h="30000" fill="norm" stroke="0">
                  <a:moveTo>
                    <a:pt x="15000" y="0"/>
                  </a:moveTo>
                  <a:lnTo>
                    <a:pt x="418000" y="0"/>
                  </a:lnTo>
                  <a:cubicBezTo>
                    <a:pt x="426284" y="0"/>
                    <a:pt x="433000" y="6716"/>
                    <a:pt x="433000" y="15000"/>
                  </a:cubicBezTo>
                  <a:lnTo>
                    <a:pt x="433000" y="30000"/>
                  </a:lnTo>
                  <a:lnTo>
                    <a:pt x="0" y="30000"/>
                  </a:lnTo>
                  <a:lnTo>
                    <a:pt x="0" y="15000"/>
                  </a:lnTo>
                  <a:cubicBezTo>
                    <a:pt x="0" y="6716"/>
                    <a:pt x="6716" y="0"/>
                    <a:pt x="1500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EDE1F5"/>
                </a:gs>
                <a:gs pos="100000">
                  <a:srgbClr val="F5ECF7"/>
                </a:gs>
              </a:gsLst>
              <a:lin ang="5400000" scaled="1"/>
            </a:gradFill>
            <a:ln w="11906" cap="rnd">
              <a:noFill/>
            </a:ln>
          </p:spPr>
        </p:sp>
        <p:grpSp>
          <p:nvGrpSpPr>
            <p:cNvPr id="4044" name="MODULE_OUT_SIGNALS"/>
            <p:cNvGrpSpPr/>
            <p:nvPr/>
          </p:nvGrpSpPr>
          <p:grpSpPr>
            <a:xfrm>
              <a:off x="8548688" y="3167062"/>
              <a:ext cx="3317875" cy="1095375"/>
              <a:chOff x="8548688" y="3167062"/>
              <a:chExt cx="3317875" cy="1095375"/>
            </a:xfrm>
          </p:grpSpPr>
          <p:sp>
            <p:nvSpPr>
              <p:cNvPr id="57" name="OUT_SIGNALS"/>
              <p:cNvSpPr/>
              <p:nvPr/>
            </p:nvSpPr>
            <p:spPr>
              <a:xfrm>
                <a:off x="8548688" y="3167062"/>
                <a:ext cx="3317875" cy="1095375"/>
              </a:xfrm>
              <a:prstGeom prst="roundRect">
                <a:avLst>
                  <a:gd name="adj" fmla="val 10145"/>
                </a:avLst>
              </a:prstGeom>
              <a:solidFill>
                <a:srgbClr val="FFFFFF"/>
              </a:solidFill>
              <a:ln w="8731" cap="rnd">
                <a:solidFill>
                  <a:srgbClr val="AA7BC3"/>
                </a:solidFill>
                <a:round/>
              </a:ln>
            </p:spPr>
          </p:sp>
          <p:sp>
            <p:nvSpPr>
              <p:cNvPr id="58" name="OUT_SIGNALS_HEADER"/>
              <p:cNvSpPr/>
              <p:nvPr/>
            </p:nvSpPr>
            <p:spPr>
              <a:xfrm>
                <a:off x="8556625" y="3175000"/>
                <a:ext cx="3302000" cy="158750"/>
              </a:xfrm>
              <a:custGeom>
                <a:avLst/>
                <a:gdLst/>
                <a:ahLst/>
                <a:cxnLst/>
                <a:rect l="0" t="0" r="r" b="b"/>
                <a:pathLst>
                  <a:path w="416000" h="20000" fill="norm" stroke="0">
                    <a:moveTo>
                      <a:pt x="13000" y="0"/>
                    </a:moveTo>
                    <a:lnTo>
                      <a:pt x="403000" y="0"/>
                    </a:lnTo>
                    <a:cubicBezTo>
                      <a:pt x="410180" y="0"/>
                      <a:pt x="416000" y="5820"/>
                      <a:pt x="416000" y="13000"/>
                    </a:cubicBezTo>
                    <a:lnTo>
                      <a:pt x="416000" y="20000"/>
                    </a:lnTo>
                    <a:lnTo>
                      <a:pt x="0" y="20000"/>
                    </a:lnTo>
                    <a:lnTo>
                      <a:pt x="0" y="13000"/>
                    </a:lnTo>
                    <a:cubicBezTo>
                      <a:pt x="0" y="5820"/>
                      <a:pt x="5820" y="0"/>
                      <a:pt x="1300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6E9F3"/>
                  </a:gs>
                  <a:gs pos="100000">
                    <a:srgbClr val="F2EDF8"/>
                  </a:gs>
                </a:gsLst>
                <a:lin ang="5400000" scaled="1"/>
              </a:gradFill>
              <a:ln w="11906" cap="rnd">
                <a:noFill/>
              </a:ln>
            </p:spPr>
          </p:sp>
          <p:sp>
            <p:nvSpPr>
              <p:cNvPr id="83" name="OUT_SCALE"/>
              <p:cNvSpPr/>
              <p:nvPr/>
            </p:nvSpPr>
            <p:spPr>
              <a:xfrm>
                <a:off x="9707562" y="4079875"/>
                <a:ext cx="341312" cy="8"/>
              </a:xfrm>
              <a:custGeom>
                <a:avLst/>
                <a:gdLst/>
                <a:ahLst/>
                <a:cxnLst/>
                <a:rect l="0" t="0" r="r" b="b"/>
                <a:pathLst>
                  <a:path w="43000" h="1" fill="none" stroke="1">
                    <a:moveTo>
                      <a:pt x="0" y="0"/>
                    </a:moveTo>
                    <a:lnTo>
                      <a:pt x="43000" y="0"/>
                    </a:lnTo>
                  </a:path>
                </a:pathLst>
              </a:custGeom>
              <a:noFill/>
              <a:ln w="6350" cap="rnd">
                <a:solidFill>
                  <a:srgbClr val="514870"/>
                </a:solidFill>
                <a:round/>
              </a:ln>
            </p:spPr>
          </p:sp>
          <p:sp>
            <p:nvSpPr>
              <p:cNvPr id="84" name="OUT_SCALE_L"/>
              <p:cNvSpPr/>
              <p:nvPr/>
            </p:nvSpPr>
            <p:spPr>
              <a:xfrm>
                <a:off x="9707562" y="4056062"/>
                <a:ext cx="8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1" h="6000" fill="none" stroke="1">
                    <a:moveTo>
                      <a:pt x="0" y="0"/>
                    </a:moveTo>
                    <a:lnTo>
                      <a:pt x="0" y="6000"/>
                    </a:lnTo>
                  </a:path>
                </a:pathLst>
              </a:custGeom>
              <a:noFill/>
              <a:ln w="6350" cap="rnd">
                <a:solidFill>
                  <a:srgbClr val="514870"/>
                </a:solidFill>
                <a:round/>
              </a:ln>
            </p:spPr>
          </p:sp>
          <p:sp>
            <p:nvSpPr>
              <p:cNvPr id="85" name="OUT_SCALE_R"/>
              <p:cNvSpPr/>
              <p:nvPr/>
            </p:nvSpPr>
            <p:spPr>
              <a:xfrm>
                <a:off x="10048875" y="4056062"/>
                <a:ext cx="8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1" h="6000" fill="none" stroke="1">
                    <a:moveTo>
                      <a:pt x="0" y="0"/>
                    </a:moveTo>
                    <a:lnTo>
                      <a:pt x="0" y="6000"/>
                    </a:lnTo>
                  </a:path>
                </a:pathLst>
              </a:custGeom>
              <a:noFill/>
              <a:ln w="6350" cap="rnd">
                <a:solidFill>
                  <a:srgbClr val="514870"/>
                </a:solidFill>
                <a:round/>
              </a:ln>
            </p:spPr>
          </p:sp>
          <p:sp>
            <p:nvSpPr>
              <p:cNvPr id="86" name="PSD_CALL_OUT"/>
              <p:cNvSpPr/>
              <p:nvPr/>
            </p:nvSpPr>
            <p:spPr>
              <a:xfrm>
                <a:off x="10795000" y="3579812"/>
                <a:ext cx="103188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13000" h="5000" fill="none" stroke="1">
                    <a:moveTo>
                      <a:pt x="0" y="5000"/>
                    </a:moveTo>
                    <a:lnTo>
                      <a:pt x="13000" y="0"/>
                    </a:lnTo>
                  </a:path>
                </a:pathLst>
              </a:custGeom>
              <a:noFill/>
              <a:ln w="5556" cap="rnd">
                <a:solidFill>
                  <a:srgbClr val="12102C"/>
                </a:solidFill>
                <a:round/>
              </a:ln>
            </p:spPr>
          </p:sp>
          <p:sp>
            <p:nvSpPr>
              <p:cNvPr id="87" name="PSD_PEAK"/>
              <p:cNvSpPr/>
              <p:nvPr/>
            </p:nvSpPr>
            <p:spPr>
              <a:xfrm>
                <a:off x="10771188" y="3603625"/>
                <a:ext cx="31750" cy="31750"/>
              </a:xfrm>
              <a:prstGeom prst="ellipse">
                <a:avLst/>
              </a:prstGeom>
              <a:solidFill>
                <a:srgbClr val="08052B"/>
              </a:solidFill>
              <a:ln w="7938" cap="rnd">
                <a:noFill/>
              </a:ln>
            </p:spPr>
          </p:sp>
          <p:grpSp>
            <p:nvGrpSpPr>
              <p:cNvPr id="1388" name="ICON_PSD_PLOT"/>
              <p:cNvGrpSpPr/>
              <p:nvPr/>
            </p:nvGrpSpPr>
            <p:grpSpPr>
              <a:xfrm>
                <a:off x="10398125" y="3468688"/>
                <a:ext cx="1317625" cy="563562"/>
                <a:chOff x="10398125" y="3468688"/>
                <a:chExt cx="1317625" cy="563562"/>
              </a:xfrm>
            </p:grpSpPr>
            <p:sp>
              <p:nvSpPr>
                <p:cNvPr id="1389" name="ICON_PSD_PLOT_path_001"/>
                <p:cNvSpPr/>
                <p:nvPr/>
              </p:nvSpPr>
              <p:spPr>
                <a:xfrm>
                  <a:off x="10398125" y="3468688"/>
                  <a:ext cx="1317625" cy="5635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3750" h="44375" fill="norm" stroke="0">
                      <a:moveTo>
                        <a:pt x="0" y="0"/>
                      </a:moveTo>
                      <a:cubicBezTo>
                        <a:pt x="34237" y="0"/>
                        <a:pt x="68475" y="0"/>
                        <a:pt x="103750" y="0"/>
                      </a:cubicBezTo>
                      <a:cubicBezTo>
                        <a:pt x="103750" y="14644"/>
                        <a:pt x="103750" y="29288"/>
                        <a:pt x="103750" y="44375"/>
                      </a:cubicBezTo>
                      <a:cubicBezTo>
                        <a:pt x="69513" y="44375"/>
                        <a:pt x="35275" y="44375"/>
                        <a:pt x="0" y="44375"/>
                      </a:cubicBezTo>
                      <a:cubicBezTo>
                        <a:pt x="0" y="29731"/>
                        <a:pt x="0" y="15087"/>
                        <a:pt x="0" y="0"/>
                      </a:cubicBezTo>
                      <a:close/>
                    </a:path>
                  </a:pathLst>
                </a:custGeom>
                <a:solidFill>
                  <a:srgbClr val="FDFDFD"/>
                </a:solidFill>
                <a:ln w="2646" cap="flat">
                  <a:noFill/>
                </a:ln>
              </p:spPr>
            </p:sp>
            <p:sp>
              <p:nvSpPr>
                <p:cNvPr id="1390" name="ICON_PSD_PLOT_path_002"/>
                <p:cNvSpPr/>
                <p:nvPr/>
              </p:nvSpPr>
              <p:spPr>
                <a:xfrm>
                  <a:off x="10398125" y="3468688"/>
                  <a:ext cx="1283642" cy="56439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1074" h="44441" fill="norm" stroke="0">
                      <a:moveTo>
                        <a:pt x="0" y="0"/>
                      </a:moveTo>
                      <a:cubicBezTo>
                        <a:pt x="825" y="0"/>
                        <a:pt x="1650" y="0"/>
                        <a:pt x="2500" y="0"/>
                      </a:cubicBezTo>
                      <a:cubicBezTo>
                        <a:pt x="2500" y="12788"/>
                        <a:pt x="2500" y="25575"/>
                        <a:pt x="2500" y="38750"/>
                      </a:cubicBezTo>
                      <a:cubicBezTo>
                        <a:pt x="3119" y="38681"/>
                        <a:pt x="3737" y="38613"/>
                        <a:pt x="4375" y="38542"/>
                      </a:cubicBezTo>
                      <a:cubicBezTo>
                        <a:pt x="4798" y="38529"/>
                        <a:pt x="5216" y="38521"/>
                        <a:pt x="5638" y="38529"/>
                      </a:cubicBezTo>
                      <a:cubicBezTo>
                        <a:pt x="5740" y="38530"/>
                        <a:pt x="5842" y="38531"/>
                        <a:pt x="5944" y="38531"/>
                      </a:cubicBezTo>
                      <a:cubicBezTo>
                        <a:pt x="6185" y="38534"/>
                        <a:pt x="6426" y="38537"/>
                        <a:pt x="6667" y="38542"/>
                      </a:cubicBezTo>
                      <a:cubicBezTo>
                        <a:pt x="6667" y="38404"/>
                        <a:pt x="6667" y="38267"/>
                        <a:pt x="6667" y="38125"/>
                      </a:cubicBezTo>
                      <a:cubicBezTo>
                        <a:pt x="6729" y="38128"/>
                        <a:pt x="6791" y="38131"/>
                        <a:pt x="6855" y="38135"/>
                      </a:cubicBezTo>
                      <a:cubicBezTo>
                        <a:pt x="7085" y="38146"/>
                        <a:pt x="7315" y="38153"/>
                        <a:pt x="7545" y="38159"/>
                      </a:cubicBezTo>
                      <a:cubicBezTo>
                        <a:pt x="7645" y="38163"/>
                        <a:pt x="7745" y="38167"/>
                        <a:pt x="7844" y="38172"/>
                      </a:cubicBezTo>
                      <a:cubicBezTo>
                        <a:pt x="8519" y="38208"/>
                        <a:pt x="8519" y="38208"/>
                        <a:pt x="8750" y="38125"/>
                      </a:cubicBezTo>
                      <a:cubicBezTo>
                        <a:pt x="8859" y="38009"/>
                        <a:pt x="8889" y="37876"/>
                        <a:pt x="8901" y="37720"/>
                      </a:cubicBezTo>
                      <a:cubicBezTo>
                        <a:pt x="8909" y="37635"/>
                        <a:pt x="8909" y="37635"/>
                        <a:pt x="8958" y="37500"/>
                      </a:cubicBezTo>
                      <a:cubicBezTo>
                        <a:pt x="9096" y="37500"/>
                        <a:pt x="9233" y="37500"/>
                        <a:pt x="9375" y="37500"/>
                      </a:cubicBezTo>
                      <a:cubicBezTo>
                        <a:pt x="9444" y="37225"/>
                        <a:pt x="9513" y="36950"/>
                        <a:pt x="9583" y="36667"/>
                      </a:cubicBezTo>
                      <a:cubicBezTo>
                        <a:pt x="10096" y="36662"/>
                        <a:pt x="10608" y="36658"/>
                        <a:pt x="11121" y="36656"/>
                      </a:cubicBezTo>
                      <a:cubicBezTo>
                        <a:pt x="11359" y="36655"/>
                        <a:pt x="11597" y="36653"/>
                        <a:pt x="11835" y="36651"/>
                      </a:cubicBezTo>
                      <a:cubicBezTo>
                        <a:pt x="12064" y="36649"/>
                        <a:pt x="12294" y="36647"/>
                        <a:pt x="12524" y="36647"/>
                      </a:cubicBezTo>
                      <a:cubicBezTo>
                        <a:pt x="12611" y="36646"/>
                        <a:pt x="12699" y="36646"/>
                        <a:pt x="12787" y="36645"/>
                      </a:cubicBezTo>
                      <a:cubicBezTo>
                        <a:pt x="12909" y="36643"/>
                        <a:pt x="13032" y="36643"/>
                        <a:pt x="13155" y="36643"/>
                      </a:cubicBezTo>
                      <a:cubicBezTo>
                        <a:pt x="13191" y="36642"/>
                        <a:pt x="13227" y="36641"/>
                        <a:pt x="13265" y="36641"/>
                      </a:cubicBezTo>
                      <a:cubicBezTo>
                        <a:pt x="13509" y="36643"/>
                        <a:pt x="13509" y="36643"/>
                        <a:pt x="13606" y="36713"/>
                      </a:cubicBezTo>
                      <a:cubicBezTo>
                        <a:pt x="13656" y="36765"/>
                        <a:pt x="13703" y="36820"/>
                        <a:pt x="13750" y="36875"/>
                      </a:cubicBezTo>
                      <a:cubicBezTo>
                        <a:pt x="13830" y="36908"/>
                        <a:pt x="13830" y="36908"/>
                        <a:pt x="13908" y="36918"/>
                      </a:cubicBezTo>
                      <a:cubicBezTo>
                        <a:pt x="13937" y="36922"/>
                        <a:pt x="13966" y="36926"/>
                        <a:pt x="13996" y="36930"/>
                      </a:cubicBezTo>
                      <a:cubicBezTo>
                        <a:pt x="14011" y="36932"/>
                        <a:pt x="14011" y="36932"/>
                        <a:pt x="14089" y="36941"/>
                      </a:cubicBezTo>
                      <a:cubicBezTo>
                        <a:pt x="14105" y="36943"/>
                        <a:pt x="14105" y="36943"/>
                        <a:pt x="14186" y="36954"/>
                      </a:cubicBezTo>
                      <a:cubicBezTo>
                        <a:pt x="14288" y="36967"/>
                        <a:pt x="14390" y="36980"/>
                        <a:pt x="14492" y="36992"/>
                      </a:cubicBezTo>
                      <a:cubicBezTo>
                        <a:pt x="14561" y="37001"/>
                        <a:pt x="14631" y="37010"/>
                        <a:pt x="14700" y="37019"/>
                      </a:cubicBezTo>
                      <a:cubicBezTo>
                        <a:pt x="14869" y="37042"/>
                        <a:pt x="15039" y="37063"/>
                        <a:pt x="15208" y="37083"/>
                      </a:cubicBezTo>
                      <a:cubicBezTo>
                        <a:pt x="15208" y="36946"/>
                        <a:pt x="15208" y="36808"/>
                        <a:pt x="15208" y="36667"/>
                      </a:cubicBezTo>
                      <a:cubicBezTo>
                        <a:pt x="15621" y="36598"/>
                        <a:pt x="16033" y="36529"/>
                        <a:pt x="16458" y="36458"/>
                      </a:cubicBezTo>
                      <a:cubicBezTo>
                        <a:pt x="16458" y="36321"/>
                        <a:pt x="16458" y="36183"/>
                        <a:pt x="16458" y="36042"/>
                      </a:cubicBezTo>
                      <a:cubicBezTo>
                        <a:pt x="16506" y="36040"/>
                        <a:pt x="16554" y="36038"/>
                        <a:pt x="16604" y="36036"/>
                      </a:cubicBezTo>
                      <a:cubicBezTo>
                        <a:pt x="17702" y="35984"/>
                        <a:pt x="18553" y="35793"/>
                        <a:pt x="19515" y="35259"/>
                      </a:cubicBezTo>
                      <a:cubicBezTo>
                        <a:pt x="19531" y="35249"/>
                        <a:pt x="19531" y="35249"/>
                        <a:pt x="19615" y="35203"/>
                      </a:cubicBezTo>
                      <a:cubicBezTo>
                        <a:pt x="19648" y="35184"/>
                        <a:pt x="19680" y="35166"/>
                        <a:pt x="19714" y="35147"/>
                      </a:cubicBezTo>
                      <a:cubicBezTo>
                        <a:pt x="19999" y="34992"/>
                        <a:pt x="20286" y="34899"/>
                        <a:pt x="20598" y="34814"/>
                      </a:cubicBezTo>
                      <a:cubicBezTo>
                        <a:pt x="21268" y="34628"/>
                        <a:pt x="21662" y="34290"/>
                        <a:pt x="22083" y="33750"/>
                      </a:cubicBezTo>
                      <a:cubicBezTo>
                        <a:pt x="22104" y="33724"/>
                        <a:pt x="22125" y="33697"/>
                        <a:pt x="22146" y="33670"/>
                      </a:cubicBezTo>
                      <a:cubicBezTo>
                        <a:pt x="23511" y="31940"/>
                        <a:pt x="23511" y="31940"/>
                        <a:pt x="23568" y="30891"/>
                      </a:cubicBezTo>
                      <a:cubicBezTo>
                        <a:pt x="23575" y="30763"/>
                        <a:pt x="23584" y="30636"/>
                        <a:pt x="23594" y="30508"/>
                      </a:cubicBezTo>
                      <a:cubicBezTo>
                        <a:pt x="23596" y="30476"/>
                        <a:pt x="23599" y="30444"/>
                        <a:pt x="23601" y="30411"/>
                      </a:cubicBezTo>
                      <a:cubicBezTo>
                        <a:pt x="23627" y="30134"/>
                        <a:pt x="23653" y="29860"/>
                        <a:pt x="23874" y="29669"/>
                      </a:cubicBezTo>
                      <a:cubicBezTo>
                        <a:pt x="24028" y="29556"/>
                        <a:pt x="24194" y="29465"/>
                        <a:pt x="24362" y="29375"/>
                      </a:cubicBezTo>
                      <a:cubicBezTo>
                        <a:pt x="24786" y="29145"/>
                        <a:pt x="25071" y="28965"/>
                        <a:pt x="25215" y="28487"/>
                      </a:cubicBezTo>
                      <a:cubicBezTo>
                        <a:pt x="25291" y="28198"/>
                        <a:pt x="25347" y="27906"/>
                        <a:pt x="25397" y="27612"/>
                      </a:cubicBezTo>
                      <a:cubicBezTo>
                        <a:pt x="25455" y="27280"/>
                        <a:pt x="25522" y="26949"/>
                        <a:pt x="25586" y="26618"/>
                      </a:cubicBezTo>
                      <a:cubicBezTo>
                        <a:pt x="25604" y="26528"/>
                        <a:pt x="25620" y="26439"/>
                        <a:pt x="25637" y="26350"/>
                      </a:cubicBezTo>
                      <a:cubicBezTo>
                        <a:pt x="25757" y="25712"/>
                        <a:pt x="25924" y="25115"/>
                        <a:pt x="26146" y="24505"/>
                      </a:cubicBezTo>
                      <a:cubicBezTo>
                        <a:pt x="26435" y="23711"/>
                        <a:pt x="26579" y="22920"/>
                        <a:pt x="26704" y="22088"/>
                      </a:cubicBezTo>
                      <a:cubicBezTo>
                        <a:pt x="26803" y="21436"/>
                        <a:pt x="26914" y="20817"/>
                        <a:pt x="27149" y="20200"/>
                      </a:cubicBezTo>
                      <a:cubicBezTo>
                        <a:pt x="27351" y="19664"/>
                        <a:pt x="27425" y="19107"/>
                        <a:pt x="27500" y="18542"/>
                      </a:cubicBezTo>
                      <a:cubicBezTo>
                        <a:pt x="27638" y="18542"/>
                        <a:pt x="27775" y="18542"/>
                        <a:pt x="27917" y="18542"/>
                      </a:cubicBezTo>
                      <a:cubicBezTo>
                        <a:pt x="27918" y="18526"/>
                        <a:pt x="27918" y="18526"/>
                        <a:pt x="27926" y="18447"/>
                      </a:cubicBezTo>
                      <a:cubicBezTo>
                        <a:pt x="28018" y="17568"/>
                        <a:pt x="28197" y="16711"/>
                        <a:pt x="28404" y="15853"/>
                      </a:cubicBezTo>
                      <a:cubicBezTo>
                        <a:pt x="28424" y="15769"/>
                        <a:pt x="28444" y="15684"/>
                        <a:pt x="28463" y="15600"/>
                      </a:cubicBezTo>
                      <a:cubicBezTo>
                        <a:pt x="28494" y="15465"/>
                        <a:pt x="28527" y="15330"/>
                        <a:pt x="28561" y="15196"/>
                      </a:cubicBezTo>
                      <a:cubicBezTo>
                        <a:pt x="28579" y="15122"/>
                        <a:pt x="28596" y="15048"/>
                        <a:pt x="28613" y="14974"/>
                      </a:cubicBezTo>
                      <a:cubicBezTo>
                        <a:pt x="28682" y="14707"/>
                        <a:pt x="28757" y="14560"/>
                        <a:pt x="28965" y="14376"/>
                      </a:cubicBezTo>
                      <a:cubicBezTo>
                        <a:pt x="29131" y="14224"/>
                        <a:pt x="29196" y="14132"/>
                        <a:pt x="29220" y="13906"/>
                      </a:cubicBezTo>
                      <a:cubicBezTo>
                        <a:pt x="29223" y="13810"/>
                        <a:pt x="29224" y="13713"/>
                        <a:pt x="29224" y="13616"/>
                      </a:cubicBezTo>
                      <a:cubicBezTo>
                        <a:pt x="29225" y="13563"/>
                        <a:pt x="29227" y="13510"/>
                        <a:pt x="29229" y="13458"/>
                      </a:cubicBezTo>
                      <a:cubicBezTo>
                        <a:pt x="29233" y="13347"/>
                        <a:pt x="29236" y="13236"/>
                        <a:pt x="29239" y="13126"/>
                      </a:cubicBezTo>
                      <a:cubicBezTo>
                        <a:pt x="29290" y="11423"/>
                        <a:pt x="29290" y="11423"/>
                        <a:pt x="29820" y="10873"/>
                      </a:cubicBezTo>
                      <a:cubicBezTo>
                        <a:pt x="30186" y="10560"/>
                        <a:pt x="30642" y="10471"/>
                        <a:pt x="31114" y="10504"/>
                      </a:cubicBezTo>
                      <a:cubicBezTo>
                        <a:pt x="31652" y="10564"/>
                        <a:pt x="32122" y="10775"/>
                        <a:pt x="32474" y="11195"/>
                      </a:cubicBezTo>
                      <a:cubicBezTo>
                        <a:pt x="32849" y="11710"/>
                        <a:pt x="32737" y="12373"/>
                        <a:pt x="32704" y="12975"/>
                      </a:cubicBezTo>
                      <a:cubicBezTo>
                        <a:pt x="32661" y="13735"/>
                        <a:pt x="32647" y="14294"/>
                        <a:pt x="33177" y="14896"/>
                      </a:cubicBezTo>
                      <a:cubicBezTo>
                        <a:pt x="33654" y="15453"/>
                        <a:pt x="33957" y="15996"/>
                        <a:pt x="34193" y="16693"/>
                      </a:cubicBezTo>
                      <a:cubicBezTo>
                        <a:pt x="34201" y="16718"/>
                        <a:pt x="34210" y="16743"/>
                        <a:pt x="34218" y="16768"/>
                      </a:cubicBezTo>
                      <a:cubicBezTo>
                        <a:pt x="34671" y="18113"/>
                        <a:pt x="34820" y="19540"/>
                        <a:pt x="34992" y="20943"/>
                      </a:cubicBezTo>
                      <a:cubicBezTo>
                        <a:pt x="35015" y="21125"/>
                        <a:pt x="35037" y="21307"/>
                        <a:pt x="35060" y="21489"/>
                      </a:cubicBezTo>
                      <a:cubicBezTo>
                        <a:pt x="35066" y="21533"/>
                        <a:pt x="35071" y="21577"/>
                        <a:pt x="35077" y="21622"/>
                      </a:cubicBezTo>
                      <a:cubicBezTo>
                        <a:pt x="35155" y="22231"/>
                        <a:pt x="35277" y="22802"/>
                        <a:pt x="35461" y="23387"/>
                      </a:cubicBezTo>
                      <a:cubicBezTo>
                        <a:pt x="35631" y="23927"/>
                        <a:pt x="35677" y="24419"/>
                        <a:pt x="35651" y="24987"/>
                      </a:cubicBezTo>
                      <a:cubicBezTo>
                        <a:pt x="35649" y="25071"/>
                        <a:pt x="35647" y="25154"/>
                        <a:pt x="35645" y="25238"/>
                      </a:cubicBezTo>
                      <a:cubicBezTo>
                        <a:pt x="35641" y="25437"/>
                        <a:pt x="35634" y="25635"/>
                        <a:pt x="35625" y="25833"/>
                      </a:cubicBezTo>
                      <a:cubicBezTo>
                        <a:pt x="35763" y="25833"/>
                        <a:pt x="35900" y="25833"/>
                        <a:pt x="36042" y="25833"/>
                      </a:cubicBezTo>
                      <a:cubicBezTo>
                        <a:pt x="36094" y="26031"/>
                        <a:pt x="36145" y="26229"/>
                        <a:pt x="36195" y="26426"/>
                      </a:cubicBezTo>
                      <a:cubicBezTo>
                        <a:pt x="36224" y="26538"/>
                        <a:pt x="36254" y="26650"/>
                        <a:pt x="36284" y="26761"/>
                      </a:cubicBezTo>
                      <a:cubicBezTo>
                        <a:pt x="36393" y="27177"/>
                        <a:pt x="36473" y="27581"/>
                        <a:pt x="36513" y="28009"/>
                      </a:cubicBezTo>
                      <a:cubicBezTo>
                        <a:pt x="36652" y="29319"/>
                        <a:pt x="37103" y="29982"/>
                        <a:pt x="38086" y="30806"/>
                      </a:cubicBezTo>
                      <a:cubicBezTo>
                        <a:pt x="38169" y="30877"/>
                        <a:pt x="38252" y="30948"/>
                        <a:pt x="38334" y="31020"/>
                      </a:cubicBezTo>
                      <a:cubicBezTo>
                        <a:pt x="38354" y="31037"/>
                        <a:pt x="38374" y="31054"/>
                        <a:pt x="38394" y="31072"/>
                      </a:cubicBezTo>
                      <a:cubicBezTo>
                        <a:pt x="38841" y="31469"/>
                        <a:pt x="38920" y="31924"/>
                        <a:pt x="38958" y="32500"/>
                      </a:cubicBezTo>
                      <a:cubicBezTo>
                        <a:pt x="39165" y="32500"/>
                        <a:pt x="39371" y="32500"/>
                        <a:pt x="39583" y="32500"/>
                      </a:cubicBezTo>
                      <a:cubicBezTo>
                        <a:pt x="39583" y="32981"/>
                        <a:pt x="39583" y="33462"/>
                        <a:pt x="39583" y="33958"/>
                      </a:cubicBezTo>
                      <a:cubicBezTo>
                        <a:pt x="39711" y="33934"/>
                        <a:pt x="39840" y="33909"/>
                        <a:pt x="39971" y="33884"/>
                      </a:cubicBezTo>
                      <a:cubicBezTo>
                        <a:pt x="41300" y="33650"/>
                        <a:pt x="41300" y="33650"/>
                        <a:pt x="41605" y="33812"/>
                      </a:cubicBezTo>
                      <a:cubicBezTo>
                        <a:pt x="41857" y="34014"/>
                        <a:pt x="41981" y="34284"/>
                        <a:pt x="42083" y="34583"/>
                      </a:cubicBezTo>
                      <a:cubicBezTo>
                        <a:pt x="42093" y="34610"/>
                        <a:pt x="42102" y="34637"/>
                        <a:pt x="42112" y="34665"/>
                      </a:cubicBezTo>
                      <a:cubicBezTo>
                        <a:pt x="42174" y="34846"/>
                        <a:pt x="42234" y="35026"/>
                        <a:pt x="42292" y="35208"/>
                      </a:cubicBezTo>
                      <a:cubicBezTo>
                        <a:pt x="42333" y="35193"/>
                        <a:pt x="42375" y="35178"/>
                        <a:pt x="42418" y="35163"/>
                      </a:cubicBezTo>
                      <a:cubicBezTo>
                        <a:pt x="43168" y="34911"/>
                        <a:pt x="43898" y="34844"/>
                        <a:pt x="44623" y="35192"/>
                      </a:cubicBezTo>
                      <a:cubicBezTo>
                        <a:pt x="45247" y="35506"/>
                        <a:pt x="45839" y="35881"/>
                        <a:pt x="46430" y="36254"/>
                      </a:cubicBezTo>
                      <a:cubicBezTo>
                        <a:pt x="46459" y="36272"/>
                        <a:pt x="46489" y="36291"/>
                        <a:pt x="46519" y="36310"/>
                      </a:cubicBezTo>
                      <a:cubicBezTo>
                        <a:pt x="46605" y="36364"/>
                        <a:pt x="46691" y="36419"/>
                        <a:pt x="46778" y="36473"/>
                      </a:cubicBezTo>
                      <a:cubicBezTo>
                        <a:pt x="46805" y="36490"/>
                        <a:pt x="46832" y="36507"/>
                        <a:pt x="46860" y="36525"/>
                      </a:cubicBezTo>
                      <a:cubicBezTo>
                        <a:pt x="46974" y="36597"/>
                        <a:pt x="47087" y="36669"/>
                        <a:pt x="47199" y="36744"/>
                      </a:cubicBezTo>
                      <a:cubicBezTo>
                        <a:pt x="47922" y="37224"/>
                        <a:pt x="48775" y="37165"/>
                        <a:pt x="49613" y="37191"/>
                      </a:cubicBezTo>
                      <a:cubicBezTo>
                        <a:pt x="49824" y="37197"/>
                        <a:pt x="50035" y="37205"/>
                        <a:pt x="50246" y="37216"/>
                      </a:cubicBezTo>
                      <a:cubicBezTo>
                        <a:pt x="50344" y="37220"/>
                        <a:pt x="50442" y="37222"/>
                        <a:pt x="50539" y="37223"/>
                      </a:cubicBezTo>
                      <a:cubicBezTo>
                        <a:pt x="50814" y="37233"/>
                        <a:pt x="51022" y="37244"/>
                        <a:pt x="51225" y="37442"/>
                      </a:cubicBezTo>
                      <a:cubicBezTo>
                        <a:pt x="51274" y="37497"/>
                        <a:pt x="51320" y="37555"/>
                        <a:pt x="51366" y="37613"/>
                      </a:cubicBezTo>
                      <a:cubicBezTo>
                        <a:pt x="51561" y="37815"/>
                        <a:pt x="51866" y="37800"/>
                        <a:pt x="52132" y="37826"/>
                      </a:cubicBezTo>
                      <a:cubicBezTo>
                        <a:pt x="52265" y="37845"/>
                        <a:pt x="52377" y="37863"/>
                        <a:pt x="52500" y="37917"/>
                      </a:cubicBezTo>
                      <a:cubicBezTo>
                        <a:pt x="52556" y="38009"/>
                        <a:pt x="52556" y="38009"/>
                        <a:pt x="52597" y="38119"/>
                      </a:cubicBezTo>
                      <a:cubicBezTo>
                        <a:pt x="52654" y="38257"/>
                        <a:pt x="52690" y="38321"/>
                        <a:pt x="52815" y="38406"/>
                      </a:cubicBezTo>
                      <a:cubicBezTo>
                        <a:pt x="53321" y="38607"/>
                        <a:pt x="53879" y="38573"/>
                        <a:pt x="54414" y="38569"/>
                      </a:cubicBezTo>
                      <a:cubicBezTo>
                        <a:pt x="54555" y="38568"/>
                        <a:pt x="54696" y="38568"/>
                        <a:pt x="54837" y="38570"/>
                      </a:cubicBezTo>
                      <a:cubicBezTo>
                        <a:pt x="56066" y="38579"/>
                        <a:pt x="56066" y="38579"/>
                        <a:pt x="56458" y="38333"/>
                      </a:cubicBezTo>
                      <a:cubicBezTo>
                        <a:pt x="56546" y="38232"/>
                        <a:pt x="56584" y="38133"/>
                        <a:pt x="56628" y="38008"/>
                      </a:cubicBezTo>
                      <a:cubicBezTo>
                        <a:pt x="56692" y="37879"/>
                        <a:pt x="56757" y="37791"/>
                        <a:pt x="56875" y="37708"/>
                      </a:cubicBezTo>
                      <a:cubicBezTo>
                        <a:pt x="57084" y="37642"/>
                        <a:pt x="57283" y="37626"/>
                        <a:pt x="57500" y="37617"/>
                      </a:cubicBezTo>
                      <a:cubicBezTo>
                        <a:pt x="57528" y="37615"/>
                        <a:pt x="57555" y="37612"/>
                        <a:pt x="57583" y="37610"/>
                      </a:cubicBezTo>
                      <a:cubicBezTo>
                        <a:pt x="57610" y="37608"/>
                        <a:pt x="57637" y="37605"/>
                        <a:pt x="57665" y="37603"/>
                      </a:cubicBezTo>
                      <a:cubicBezTo>
                        <a:pt x="57689" y="37601"/>
                        <a:pt x="57712" y="37599"/>
                        <a:pt x="57737" y="37597"/>
                      </a:cubicBezTo>
                      <a:cubicBezTo>
                        <a:pt x="57881" y="37610"/>
                        <a:pt x="58004" y="37628"/>
                        <a:pt x="58125" y="37708"/>
                      </a:cubicBezTo>
                      <a:cubicBezTo>
                        <a:pt x="58181" y="37805"/>
                        <a:pt x="58216" y="37903"/>
                        <a:pt x="58253" y="38008"/>
                      </a:cubicBezTo>
                      <a:cubicBezTo>
                        <a:pt x="58422" y="38474"/>
                        <a:pt x="58422" y="38474"/>
                        <a:pt x="58630" y="38592"/>
                      </a:cubicBezTo>
                      <a:cubicBezTo>
                        <a:pt x="58896" y="38672"/>
                        <a:pt x="59174" y="38659"/>
                        <a:pt x="59450" y="38655"/>
                      </a:cubicBezTo>
                      <a:cubicBezTo>
                        <a:pt x="59542" y="38657"/>
                        <a:pt x="59634" y="38659"/>
                        <a:pt x="59727" y="38662"/>
                      </a:cubicBezTo>
                      <a:cubicBezTo>
                        <a:pt x="59977" y="38668"/>
                        <a:pt x="60227" y="38668"/>
                        <a:pt x="60477" y="38668"/>
                      </a:cubicBezTo>
                      <a:cubicBezTo>
                        <a:pt x="60712" y="38669"/>
                        <a:pt x="60947" y="38673"/>
                        <a:pt x="61182" y="38678"/>
                      </a:cubicBezTo>
                      <a:cubicBezTo>
                        <a:pt x="61648" y="38686"/>
                        <a:pt x="62113" y="38691"/>
                        <a:pt x="62579" y="38694"/>
                      </a:cubicBezTo>
                      <a:cubicBezTo>
                        <a:pt x="63030" y="38696"/>
                        <a:pt x="63482" y="38700"/>
                        <a:pt x="63934" y="38707"/>
                      </a:cubicBezTo>
                      <a:cubicBezTo>
                        <a:pt x="63962" y="38707"/>
                        <a:pt x="63990" y="38707"/>
                        <a:pt x="64019" y="38708"/>
                      </a:cubicBezTo>
                      <a:cubicBezTo>
                        <a:pt x="64159" y="38710"/>
                        <a:pt x="64299" y="38712"/>
                        <a:pt x="64439" y="38714"/>
                      </a:cubicBezTo>
                      <a:cubicBezTo>
                        <a:pt x="65598" y="38731"/>
                        <a:pt x="66757" y="38743"/>
                        <a:pt x="67917" y="38750"/>
                      </a:cubicBezTo>
                      <a:cubicBezTo>
                        <a:pt x="67917" y="38544"/>
                        <a:pt x="67917" y="38337"/>
                        <a:pt x="67917" y="38125"/>
                      </a:cubicBezTo>
                      <a:cubicBezTo>
                        <a:pt x="68763" y="37995"/>
                        <a:pt x="68763" y="37995"/>
                        <a:pt x="69081" y="38206"/>
                      </a:cubicBezTo>
                      <a:cubicBezTo>
                        <a:pt x="69179" y="38295"/>
                        <a:pt x="69273" y="38386"/>
                        <a:pt x="69367" y="38480"/>
                      </a:cubicBezTo>
                      <a:cubicBezTo>
                        <a:pt x="69876" y="38975"/>
                        <a:pt x="70336" y="39068"/>
                        <a:pt x="71029" y="39063"/>
                      </a:cubicBezTo>
                      <a:cubicBezTo>
                        <a:pt x="71123" y="39062"/>
                        <a:pt x="71217" y="39059"/>
                        <a:pt x="71312" y="39056"/>
                      </a:cubicBezTo>
                      <a:cubicBezTo>
                        <a:pt x="71477" y="39053"/>
                        <a:pt x="71642" y="39054"/>
                        <a:pt x="71808" y="39054"/>
                      </a:cubicBezTo>
                      <a:cubicBezTo>
                        <a:pt x="72084" y="39053"/>
                        <a:pt x="72360" y="39050"/>
                        <a:pt x="72637" y="39044"/>
                      </a:cubicBezTo>
                      <a:cubicBezTo>
                        <a:pt x="72955" y="39038"/>
                        <a:pt x="73274" y="39035"/>
                        <a:pt x="73592" y="39036"/>
                      </a:cubicBezTo>
                      <a:cubicBezTo>
                        <a:pt x="73934" y="39036"/>
                        <a:pt x="74276" y="39033"/>
                        <a:pt x="74618" y="39029"/>
                      </a:cubicBezTo>
                      <a:cubicBezTo>
                        <a:pt x="74715" y="39028"/>
                        <a:pt x="74813" y="39028"/>
                        <a:pt x="74911" y="39028"/>
                      </a:cubicBezTo>
                      <a:cubicBezTo>
                        <a:pt x="75064" y="39028"/>
                        <a:pt x="75217" y="39025"/>
                        <a:pt x="75371" y="39021"/>
                      </a:cubicBezTo>
                      <a:cubicBezTo>
                        <a:pt x="75427" y="39020"/>
                        <a:pt x="75483" y="39019"/>
                        <a:pt x="75539" y="39019"/>
                      </a:cubicBezTo>
                      <a:cubicBezTo>
                        <a:pt x="75816" y="39020"/>
                        <a:pt x="76016" y="39007"/>
                        <a:pt x="76222" y="38808"/>
                      </a:cubicBezTo>
                      <a:cubicBezTo>
                        <a:pt x="76274" y="38752"/>
                        <a:pt x="76323" y="38694"/>
                        <a:pt x="76372" y="38636"/>
                      </a:cubicBezTo>
                      <a:cubicBezTo>
                        <a:pt x="76458" y="38542"/>
                        <a:pt x="76495" y="38510"/>
                        <a:pt x="76617" y="38488"/>
                      </a:cubicBezTo>
                      <a:cubicBezTo>
                        <a:pt x="76666" y="38487"/>
                        <a:pt x="76715" y="38487"/>
                        <a:pt x="76765" y="38486"/>
                      </a:cubicBezTo>
                      <a:cubicBezTo>
                        <a:pt x="76792" y="38486"/>
                        <a:pt x="76819" y="38486"/>
                        <a:pt x="76846" y="38485"/>
                      </a:cubicBezTo>
                      <a:cubicBezTo>
                        <a:pt x="76901" y="38485"/>
                        <a:pt x="76957" y="38486"/>
                        <a:pt x="77012" y="38487"/>
                      </a:cubicBezTo>
                      <a:cubicBezTo>
                        <a:pt x="77097" y="38490"/>
                        <a:pt x="77181" y="38487"/>
                        <a:pt x="77266" y="38485"/>
                      </a:cubicBezTo>
                      <a:cubicBezTo>
                        <a:pt x="77421" y="38484"/>
                        <a:pt x="77560" y="38493"/>
                        <a:pt x="77708" y="38542"/>
                      </a:cubicBezTo>
                      <a:cubicBezTo>
                        <a:pt x="77780" y="38648"/>
                        <a:pt x="77817" y="38750"/>
                        <a:pt x="77860" y="38870"/>
                      </a:cubicBezTo>
                      <a:cubicBezTo>
                        <a:pt x="77879" y="38899"/>
                        <a:pt x="77898" y="38928"/>
                        <a:pt x="77917" y="38958"/>
                      </a:cubicBezTo>
                      <a:cubicBezTo>
                        <a:pt x="78095" y="38994"/>
                        <a:pt x="78251" y="38950"/>
                        <a:pt x="78425" y="38906"/>
                      </a:cubicBezTo>
                      <a:cubicBezTo>
                        <a:pt x="78470" y="38898"/>
                        <a:pt x="78515" y="38890"/>
                        <a:pt x="78562" y="38881"/>
                      </a:cubicBezTo>
                      <a:cubicBezTo>
                        <a:pt x="78834" y="38821"/>
                        <a:pt x="78978" y="38746"/>
                        <a:pt x="79159" y="38534"/>
                      </a:cubicBezTo>
                      <a:cubicBezTo>
                        <a:pt x="79300" y="38379"/>
                        <a:pt x="79393" y="38309"/>
                        <a:pt x="79606" y="38294"/>
                      </a:cubicBezTo>
                      <a:cubicBezTo>
                        <a:pt x="79746" y="38292"/>
                        <a:pt x="79886" y="38299"/>
                        <a:pt x="80026" y="38307"/>
                      </a:cubicBezTo>
                      <a:cubicBezTo>
                        <a:pt x="80084" y="38309"/>
                        <a:pt x="80143" y="38311"/>
                        <a:pt x="80201" y="38313"/>
                      </a:cubicBezTo>
                      <a:cubicBezTo>
                        <a:pt x="80343" y="38317"/>
                        <a:pt x="80483" y="38325"/>
                        <a:pt x="80625" y="38333"/>
                      </a:cubicBezTo>
                      <a:cubicBezTo>
                        <a:pt x="80694" y="38608"/>
                        <a:pt x="80763" y="38883"/>
                        <a:pt x="80833" y="39167"/>
                      </a:cubicBezTo>
                      <a:cubicBezTo>
                        <a:pt x="80971" y="39160"/>
                        <a:pt x="81108" y="39154"/>
                        <a:pt x="81250" y="39147"/>
                      </a:cubicBezTo>
                      <a:cubicBezTo>
                        <a:pt x="81895" y="39118"/>
                        <a:pt x="82540" y="39092"/>
                        <a:pt x="83185" y="39066"/>
                      </a:cubicBezTo>
                      <a:cubicBezTo>
                        <a:pt x="83281" y="39062"/>
                        <a:pt x="83376" y="39059"/>
                        <a:pt x="83472" y="39055"/>
                      </a:cubicBezTo>
                      <a:cubicBezTo>
                        <a:pt x="85175" y="38986"/>
                        <a:pt x="86875" y="38950"/>
                        <a:pt x="88579" y="38959"/>
                      </a:cubicBezTo>
                      <a:cubicBezTo>
                        <a:pt x="88709" y="38959"/>
                        <a:pt x="88838" y="38960"/>
                        <a:pt x="88968" y="38960"/>
                      </a:cubicBezTo>
                      <a:cubicBezTo>
                        <a:pt x="89774" y="38964"/>
                        <a:pt x="90581" y="38969"/>
                        <a:pt x="91388" y="38980"/>
                      </a:cubicBezTo>
                      <a:cubicBezTo>
                        <a:pt x="91709" y="38984"/>
                        <a:pt x="92030" y="38987"/>
                        <a:pt x="92351" y="38989"/>
                      </a:cubicBezTo>
                      <a:cubicBezTo>
                        <a:pt x="92574" y="38990"/>
                        <a:pt x="92796" y="38994"/>
                        <a:pt x="93019" y="38998"/>
                      </a:cubicBezTo>
                      <a:cubicBezTo>
                        <a:pt x="93155" y="39001"/>
                        <a:pt x="93292" y="39001"/>
                        <a:pt x="93428" y="39002"/>
                      </a:cubicBezTo>
                      <a:cubicBezTo>
                        <a:pt x="93490" y="39002"/>
                        <a:pt x="93553" y="39003"/>
                        <a:pt x="93615" y="39005"/>
                      </a:cubicBezTo>
                      <a:cubicBezTo>
                        <a:pt x="94109" y="39020"/>
                        <a:pt x="94109" y="39020"/>
                        <a:pt x="94293" y="38865"/>
                      </a:cubicBezTo>
                      <a:cubicBezTo>
                        <a:pt x="94368" y="38792"/>
                        <a:pt x="94431" y="38718"/>
                        <a:pt x="94498" y="38636"/>
                      </a:cubicBezTo>
                      <a:cubicBezTo>
                        <a:pt x="94586" y="38538"/>
                        <a:pt x="94630" y="38510"/>
                        <a:pt x="94758" y="38488"/>
                      </a:cubicBezTo>
                      <a:cubicBezTo>
                        <a:pt x="94842" y="38484"/>
                        <a:pt x="94842" y="38484"/>
                        <a:pt x="94928" y="38486"/>
                      </a:cubicBezTo>
                      <a:cubicBezTo>
                        <a:pt x="94959" y="38486"/>
                        <a:pt x="94990" y="38486"/>
                        <a:pt x="95022" y="38485"/>
                      </a:cubicBezTo>
                      <a:cubicBezTo>
                        <a:pt x="95086" y="38485"/>
                        <a:pt x="95151" y="38486"/>
                        <a:pt x="95215" y="38487"/>
                      </a:cubicBezTo>
                      <a:cubicBezTo>
                        <a:pt x="95312" y="38490"/>
                        <a:pt x="95409" y="38487"/>
                        <a:pt x="95507" y="38485"/>
                      </a:cubicBezTo>
                      <a:cubicBezTo>
                        <a:pt x="95570" y="38485"/>
                        <a:pt x="95633" y="38485"/>
                        <a:pt x="95697" y="38486"/>
                      </a:cubicBezTo>
                      <a:cubicBezTo>
                        <a:pt x="95725" y="38485"/>
                        <a:pt x="95754" y="38485"/>
                        <a:pt x="95783" y="38484"/>
                      </a:cubicBezTo>
                      <a:cubicBezTo>
                        <a:pt x="95883" y="38489"/>
                        <a:pt x="95950" y="38500"/>
                        <a:pt x="96042" y="38542"/>
                      </a:cubicBezTo>
                      <a:cubicBezTo>
                        <a:pt x="96100" y="38609"/>
                        <a:pt x="96157" y="38679"/>
                        <a:pt x="96212" y="38749"/>
                      </a:cubicBezTo>
                      <a:cubicBezTo>
                        <a:pt x="96476" y="39030"/>
                        <a:pt x="96766" y="39019"/>
                        <a:pt x="97135" y="39032"/>
                      </a:cubicBezTo>
                      <a:cubicBezTo>
                        <a:pt x="97225" y="39034"/>
                        <a:pt x="97314" y="39035"/>
                        <a:pt x="97403" y="39037"/>
                      </a:cubicBezTo>
                      <a:cubicBezTo>
                        <a:pt x="97495" y="39041"/>
                        <a:pt x="97588" y="39044"/>
                        <a:pt x="97680" y="39048"/>
                      </a:cubicBezTo>
                      <a:cubicBezTo>
                        <a:pt x="97922" y="39058"/>
                        <a:pt x="98164" y="39065"/>
                        <a:pt x="98406" y="39071"/>
                      </a:cubicBezTo>
                      <a:cubicBezTo>
                        <a:pt x="98795" y="39082"/>
                        <a:pt x="99183" y="39096"/>
                        <a:pt x="99571" y="39111"/>
                      </a:cubicBezTo>
                      <a:cubicBezTo>
                        <a:pt x="99706" y="39115"/>
                        <a:pt x="99841" y="39119"/>
                        <a:pt x="99977" y="39122"/>
                      </a:cubicBezTo>
                      <a:cubicBezTo>
                        <a:pt x="100060" y="39125"/>
                        <a:pt x="100143" y="39128"/>
                        <a:pt x="100225" y="39130"/>
                      </a:cubicBezTo>
                      <a:cubicBezTo>
                        <a:pt x="100263" y="39131"/>
                        <a:pt x="100301" y="39132"/>
                        <a:pt x="100339" y="39132"/>
                      </a:cubicBezTo>
                      <a:cubicBezTo>
                        <a:pt x="100504" y="39139"/>
                        <a:pt x="100626" y="39146"/>
                        <a:pt x="100753" y="39259"/>
                      </a:cubicBezTo>
                      <a:cubicBezTo>
                        <a:pt x="100844" y="39390"/>
                        <a:pt x="100858" y="39448"/>
                        <a:pt x="100854" y="39606"/>
                      </a:cubicBezTo>
                      <a:cubicBezTo>
                        <a:pt x="100853" y="39628"/>
                        <a:pt x="100853" y="39628"/>
                        <a:pt x="100852" y="39743"/>
                      </a:cubicBezTo>
                      <a:cubicBezTo>
                        <a:pt x="100850" y="39791"/>
                        <a:pt x="100848" y="39839"/>
                        <a:pt x="100846" y="39889"/>
                      </a:cubicBezTo>
                      <a:cubicBezTo>
                        <a:pt x="100845" y="39966"/>
                        <a:pt x="100844" y="40042"/>
                        <a:pt x="100843" y="40119"/>
                      </a:cubicBezTo>
                      <a:cubicBezTo>
                        <a:pt x="100840" y="40280"/>
                        <a:pt x="100835" y="40441"/>
                        <a:pt x="100831" y="40602"/>
                      </a:cubicBezTo>
                      <a:cubicBezTo>
                        <a:pt x="100828" y="40735"/>
                        <a:pt x="100825" y="40868"/>
                        <a:pt x="100823" y="41001"/>
                      </a:cubicBezTo>
                      <a:cubicBezTo>
                        <a:pt x="100821" y="41100"/>
                        <a:pt x="100819" y="41200"/>
                        <a:pt x="100815" y="41299"/>
                      </a:cubicBezTo>
                      <a:cubicBezTo>
                        <a:pt x="100810" y="41642"/>
                        <a:pt x="100810" y="41642"/>
                        <a:pt x="100937" y="41774"/>
                      </a:cubicBezTo>
                      <a:cubicBezTo>
                        <a:pt x="100971" y="41808"/>
                        <a:pt x="101006" y="41841"/>
                        <a:pt x="101042" y="41875"/>
                      </a:cubicBezTo>
                      <a:cubicBezTo>
                        <a:pt x="101074" y="42028"/>
                        <a:pt x="101071" y="42180"/>
                        <a:pt x="101069" y="42336"/>
                      </a:cubicBezTo>
                      <a:cubicBezTo>
                        <a:pt x="101069" y="42359"/>
                        <a:pt x="101069" y="42359"/>
                        <a:pt x="101070" y="42473"/>
                      </a:cubicBezTo>
                      <a:cubicBezTo>
                        <a:pt x="101070" y="42568"/>
                        <a:pt x="101070" y="42663"/>
                        <a:pt x="101069" y="42758"/>
                      </a:cubicBezTo>
                      <a:cubicBezTo>
                        <a:pt x="101068" y="42902"/>
                        <a:pt x="101069" y="43047"/>
                        <a:pt x="101070" y="43191"/>
                      </a:cubicBezTo>
                      <a:cubicBezTo>
                        <a:pt x="101070" y="43284"/>
                        <a:pt x="101070" y="43377"/>
                        <a:pt x="101069" y="43469"/>
                      </a:cubicBezTo>
                      <a:cubicBezTo>
                        <a:pt x="101070" y="43512"/>
                        <a:pt x="101070" y="43555"/>
                        <a:pt x="101071" y="43599"/>
                      </a:cubicBezTo>
                      <a:cubicBezTo>
                        <a:pt x="101070" y="43640"/>
                        <a:pt x="101069" y="43681"/>
                        <a:pt x="101069" y="43723"/>
                      </a:cubicBezTo>
                      <a:cubicBezTo>
                        <a:pt x="101069" y="43741"/>
                        <a:pt x="101069" y="43741"/>
                        <a:pt x="101068" y="43831"/>
                      </a:cubicBezTo>
                      <a:cubicBezTo>
                        <a:pt x="101025" y="44041"/>
                        <a:pt x="100984" y="44215"/>
                        <a:pt x="100833" y="44375"/>
                      </a:cubicBezTo>
                      <a:cubicBezTo>
                        <a:pt x="100611" y="44441"/>
                        <a:pt x="100391" y="44430"/>
                        <a:pt x="100161" y="44427"/>
                      </a:cubicBezTo>
                      <a:cubicBezTo>
                        <a:pt x="100090" y="44427"/>
                        <a:pt x="100019" y="44428"/>
                        <a:pt x="99948" y="44428"/>
                      </a:cubicBezTo>
                      <a:cubicBezTo>
                        <a:pt x="99751" y="44430"/>
                        <a:pt x="99555" y="44429"/>
                        <a:pt x="99359" y="44427"/>
                      </a:cubicBezTo>
                      <a:cubicBezTo>
                        <a:pt x="99144" y="44426"/>
                        <a:pt x="98930" y="44427"/>
                        <a:pt x="98716" y="44428"/>
                      </a:cubicBezTo>
                      <a:cubicBezTo>
                        <a:pt x="98339" y="44429"/>
                        <a:pt x="97962" y="44429"/>
                        <a:pt x="97585" y="44427"/>
                      </a:cubicBezTo>
                      <a:cubicBezTo>
                        <a:pt x="97021" y="44425"/>
                        <a:pt x="96456" y="44425"/>
                        <a:pt x="95892" y="44426"/>
                      </a:cubicBezTo>
                      <a:cubicBezTo>
                        <a:pt x="94930" y="44427"/>
                        <a:pt x="93968" y="44426"/>
                        <a:pt x="93006" y="44425"/>
                      </a:cubicBezTo>
                      <a:cubicBezTo>
                        <a:pt x="92031" y="44423"/>
                        <a:pt x="91056" y="44422"/>
                        <a:pt x="90081" y="44422"/>
                      </a:cubicBezTo>
                      <a:cubicBezTo>
                        <a:pt x="90050" y="44422"/>
                        <a:pt x="90020" y="44422"/>
                        <a:pt x="89988" y="44422"/>
                      </a:cubicBezTo>
                      <a:cubicBezTo>
                        <a:pt x="89706" y="44422"/>
                        <a:pt x="89425" y="44422"/>
                        <a:pt x="89143" y="44422"/>
                      </a:cubicBezTo>
                      <a:cubicBezTo>
                        <a:pt x="88437" y="44423"/>
                        <a:pt x="87731" y="44423"/>
                        <a:pt x="87025" y="44423"/>
                      </a:cubicBezTo>
                      <a:cubicBezTo>
                        <a:pt x="86992" y="44423"/>
                        <a:pt x="86960" y="44423"/>
                        <a:pt x="86926" y="44423"/>
                      </a:cubicBezTo>
                      <a:cubicBezTo>
                        <a:pt x="85330" y="44423"/>
                        <a:pt x="83734" y="44421"/>
                        <a:pt x="82137" y="44419"/>
                      </a:cubicBezTo>
                      <a:cubicBezTo>
                        <a:pt x="81575" y="44419"/>
                        <a:pt x="81013" y="44418"/>
                        <a:pt x="80451" y="44417"/>
                      </a:cubicBezTo>
                      <a:cubicBezTo>
                        <a:pt x="80416" y="44417"/>
                        <a:pt x="80381" y="44417"/>
                        <a:pt x="80345" y="44417"/>
                      </a:cubicBezTo>
                      <a:cubicBezTo>
                        <a:pt x="78727" y="44415"/>
                        <a:pt x="77109" y="44415"/>
                        <a:pt x="75491" y="44415"/>
                      </a:cubicBezTo>
                      <a:cubicBezTo>
                        <a:pt x="75385" y="44415"/>
                        <a:pt x="75279" y="44415"/>
                        <a:pt x="75174" y="44415"/>
                      </a:cubicBezTo>
                      <a:cubicBezTo>
                        <a:pt x="74536" y="44414"/>
                        <a:pt x="73898" y="44414"/>
                        <a:pt x="73260" y="44414"/>
                      </a:cubicBezTo>
                      <a:cubicBezTo>
                        <a:pt x="71674" y="44414"/>
                        <a:pt x="70087" y="44414"/>
                        <a:pt x="68501" y="44413"/>
                      </a:cubicBezTo>
                      <a:cubicBezTo>
                        <a:pt x="68465" y="44413"/>
                        <a:pt x="68429" y="44413"/>
                        <a:pt x="68392" y="44413"/>
                      </a:cubicBezTo>
                      <a:cubicBezTo>
                        <a:pt x="66053" y="44412"/>
                        <a:pt x="63714" y="44411"/>
                        <a:pt x="61375" y="44409"/>
                      </a:cubicBezTo>
                      <a:cubicBezTo>
                        <a:pt x="61356" y="44409"/>
                        <a:pt x="61356" y="44409"/>
                        <a:pt x="61262" y="44409"/>
                      </a:cubicBezTo>
                      <a:cubicBezTo>
                        <a:pt x="60125" y="44408"/>
                        <a:pt x="58988" y="44408"/>
                        <a:pt x="57851" y="44406"/>
                      </a:cubicBezTo>
                      <a:cubicBezTo>
                        <a:pt x="56593" y="44406"/>
                        <a:pt x="55335" y="44405"/>
                        <a:pt x="54076" y="44404"/>
                      </a:cubicBezTo>
                      <a:cubicBezTo>
                        <a:pt x="54039" y="44404"/>
                        <a:pt x="54001" y="44404"/>
                        <a:pt x="53962" y="44404"/>
                      </a:cubicBezTo>
                      <a:cubicBezTo>
                        <a:pt x="50408" y="44401"/>
                        <a:pt x="46853" y="44399"/>
                        <a:pt x="43299" y="44398"/>
                      </a:cubicBezTo>
                      <a:cubicBezTo>
                        <a:pt x="43069" y="44398"/>
                        <a:pt x="42839" y="44398"/>
                        <a:pt x="42609" y="44398"/>
                      </a:cubicBezTo>
                      <a:cubicBezTo>
                        <a:pt x="40212" y="44397"/>
                        <a:pt x="37815" y="44396"/>
                        <a:pt x="35418" y="44395"/>
                      </a:cubicBezTo>
                      <a:cubicBezTo>
                        <a:pt x="35383" y="44395"/>
                        <a:pt x="35349" y="44395"/>
                        <a:pt x="35314" y="44395"/>
                      </a:cubicBezTo>
                      <a:cubicBezTo>
                        <a:pt x="35155" y="44395"/>
                        <a:pt x="34996" y="44395"/>
                        <a:pt x="34836" y="44395"/>
                      </a:cubicBezTo>
                      <a:cubicBezTo>
                        <a:pt x="23224" y="44391"/>
                        <a:pt x="11612" y="44383"/>
                        <a:pt x="0" y="44375"/>
                      </a:cubicBezTo>
                      <a:cubicBezTo>
                        <a:pt x="0" y="29731"/>
                        <a:pt x="0" y="15087"/>
                        <a:pt x="0" y="0"/>
                      </a:cubicBezTo>
                      <a:close/>
                    </a:path>
                  </a:pathLst>
                </a:custGeom>
                <a:solidFill>
                  <a:srgbClr val="D9E6FA"/>
                </a:solidFill>
                <a:ln w="2646" cap="flat">
                  <a:noFill/>
                </a:ln>
              </p:spPr>
            </p:sp>
            <p:sp>
              <p:nvSpPr>
                <p:cNvPr id="1391" name="ICON_PSD_PLOT_path_003"/>
                <p:cNvSpPr/>
                <p:nvPr/>
              </p:nvSpPr>
              <p:spPr>
                <a:xfrm>
                  <a:off x="10429875" y="3468688"/>
                  <a:ext cx="431271" cy="49234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3958" h="38767" fill="norm" stroke="0">
                      <a:moveTo>
                        <a:pt x="0" y="0"/>
                      </a:moveTo>
                      <a:cubicBezTo>
                        <a:pt x="10519" y="0"/>
                        <a:pt x="21038" y="0"/>
                        <a:pt x="31875" y="0"/>
                      </a:cubicBezTo>
                      <a:cubicBezTo>
                        <a:pt x="32115" y="1442"/>
                        <a:pt x="32115" y="1442"/>
                        <a:pt x="32111" y="2152"/>
                      </a:cubicBezTo>
                      <a:cubicBezTo>
                        <a:pt x="32111" y="2233"/>
                        <a:pt x="32111" y="2315"/>
                        <a:pt x="32112" y="2396"/>
                      </a:cubicBezTo>
                      <a:cubicBezTo>
                        <a:pt x="32112" y="2612"/>
                        <a:pt x="32111" y="2828"/>
                        <a:pt x="32110" y="3044"/>
                      </a:cubicBezTo>
                      <a:cubicBezTo>
                        <a:pt x="32109" y="3179"/>
                        <a:pt x="32109" y="3313"/>
                        <a:pt x="32109" y="3448"/>
                      </a:cubicBezTo>
                      <a:cubicBezTo>
                        <a:pt x="32105" y="5358"/>
                        <a:pt x="32007" y="7261"/>
                        <a:pt x="31875" y="9167"/>
                      </a:cubicBezTo>
                      <a:cubicBezTo>
                        <a:pt x="31889" y="9157"/>
                        <a:pt x="31889" y="9157"/>
                        <a:pt x="31961" y="9110"/>
                      </a:cubicBezTo>
                      <a:cubicBezTo>
                        <a:pt x="32070" y="9040"/>
                        <a:pt x="32179" y="8970"/>
                        <a:pt x="32288" y="8902"/>
                      </a:cubicBezTo>
                      <a:cubicBezTo>
                        <a:pt x="32335" y="8872"/>
                        <a:pt x="32381" y="8842"/>
                        <a:pt x="32428" y="8812"/>
                      </a:cubicBezTo>
                      <a:cubicBezTo>
                        <a:pt x="32925" y="8484"/>
                        <a:pt x="33367" y="8467"/>
                        <a:pt x="33958" y="8542"/>
                      </a:cubicBezTo>
                      <a:cubicBezTo>
                        <a:pt x="33946" y="8938"/>
                        <a:pt x="33930" y="9394"/>
                        <a:pt x="33645" y="9694"/>
                      </a:cubicBezTo>
                      <a:cubicBezTo>
                        <a:pt x="33519" y="9798"/>
                        <a:pt x="33384" y="9881"/>
                        <a:pt x="33242" y="9961"/>
                      </a:cubicBezTo>
                      <a:cubicBezTo>
                        <a:pt x="33219" y="9974"/>
                        <a:pt x="33197" y="9987"/>
                        <a:pt x="33173" y="10001"/>
                      </a:cubicBezTo>
                      <a:cubicBezTo>
                        <a:pt x="32879" y="10165"/>
                        <a:pt x="32629" y="10249"/>
                        <a:pt x="32292" y="10208"/>
                      </a:cubicBezTo>
                      <a:cubicBezTo>
                        <a:pt x="32297" y="10233"/>
                        <a:pt x="32303" y="10258"/>
                        <a:pt x="32309" y="10284"/>
                      </a:cubicBezTo>
                      <a:cubicBezTo>
                        <a:pt x="32324" y="10410"/>
                        <a:pt x="32322" y="10501"/>
                        <a:pt x="32292" y="10625"/>
                      </a:cubicBezTo>
                      <a:cubicBezTo>
                        <a:pt x="32172" y="10779"/>
                        <a:pt x="32035" y="10894"/>
                        <a:pt x="31881" y="11012"/>
                      </a:cubicBezTo>
                      <a:cubicBezTo>
                        <a:pt x="31811" y="11067"/>
                        <a:pt x="31743" y="11125"/>
                        <a:pt x="31675" y="11183"/>
                      </a:cubicBezTo>
                      <a:cubicBezTo>
                        <a:pt x="31630" y="11219"/>
                        <a:pt x="31585" y="11255"/>
                        <a:pt x="31539" y="11291"/>
                      </a:cubicBezTo>
                      <a:cubicBezTo>
                        <a:pt x="31519" y="11308"/>
                        <a:pt x="31500" y="11325"/>
                        <a:pt x="31480" y="11342"/>
                      </a:cubicBezTo>
                      <a:cubicBezTo>
                        <a:pt x="31208" y="11542"/>
                        <a:pt x="30997" y="11458"/>
                        <a:pt x="30625" y="11458"/>
                      </a:cubicBezTo>
                      <a:cubicBezTo>
                        <a:pt x="30625" y="12008"/>
                        <a:pt x="30625" y="12558"/>
                        <a:pt x="30625" y="13125"/>
                      </a:cubicBezTo>
                      <a:cubicBezTo>
                        <a:pt x="30487" y="13125"/>
                        <a:pt x="30350" y="13125"/>
                        <a:pt x="30208" y="13125"/>
                      </a:cubicBezTo>
                      <a:cubicBezTo>
                        <a:pt x="30277" y="13366"/>
                        <a:pt x="30277" y="13366"/>
                        <a:pt x="30625" y="14583"/>
                      </a:cubicBezTo>
                      <a:cubicBezTo>
                        <a:pt x="30000" y="14167"/>
                        <a:pt x="30000" y="14167"/>
                        <a:pt x="29942" y="13903"/>
                      </a:cubicBezTo>
                      <a:cubicBezTo>
                        <a:pt x="29948" y="13805"/>
                        <a:pt x="29957" y="13706"/>
                        <a:pt x="29968" y="13608"/>
                      </a:cubicBezTo>
                      <a:cubicBezTo>
                        <a:pt x="29971" y="13555"/>
                        <a:pt x="29974" y="13501"/>
                        <a:pt x="29977" y="13448"/>
                      </a:cubicBezTo>
                      <a:cubicBezTo>
                        <a:pt x="29988" y="13223"/>
                        <a:pt x="30008" y="12999"/>
                        <a:pt x="30029" y="12775"/>
                      </a:cubicBezTo>
                      <a:cubicBezTo>
                        <a:pt x="30116" y="11792"/>
                        <a:pt x="30116" y="11792"/>
                        <a:pt x="29840" y="11409"/>
                      </a:cubicBezTo>
                      <a:cubicBezTo>
                        <a:pt x="29449" y="10956"/>
                        <a:pt x="29006" y="10681"/>
                        <a:pt x="28411" y="10625"/>
                      </a:cubicBezTo>
                      <a:cubicBezTo>
                        <a:pt x="28380" y="10621"/>
                        <a:pt x="28348" y="10617"/>
                        <a:pt x="28315" y="10613"/>
                      </a:cubicBezTo>
                      <a:cubicBezTo>
                        <a:pt x="27813" y="10551"/>
                        <a:pt x="27813" y="10551"/>
                        <a:pt x="27605" y="10697"/>
                      </a:cubicBezTo>
                      <a:cubicBezTo>
                        <a:pt x="27450" y="10892"/>
                        <a:pt x="27379" y="11113"/>
                        <a:pt x="27330" y="11355"/>
                      </a:cubicBezTo>
                      <a:cubicBezTo>
                        <a:pt x="27292" y="11458"/>
                        <a:pt x="27292" y="11458"/>
                        <a:pt x="27186" y="11543"/>
                      </a:cubicBezTo>
                      <a:cubicBezTo>
                        <a:pt x="27039" y="11681"/>
                        <a:pt x="27053" y="11852"/>
                        <a:pt x="27044" y="12045"/>
                      </a:cubicBezTo>
                      <a:cubicBezTo>
                        <a:pt x="27043" y="12095"/>
                        <a:pt x="27041" y="12145"/>
                        <a:pt x="27039" y="12197"/>
                      </a:cubicBezTo>
                      <a:cubicBezTo>
                        <a:pt x="27037" y="12251"/>
                        <a:pt x="27034" y="12304"/>
                        <a:pt x="27031" y="12357"/>
                      </a:cubicBezTo>
                      <a:cubicBezTo>
                        <a:pt x="27018" y="12582"/>
                        <a:pt x="27007" y="12806"/>
                        <a:pt x="27000" y="13031"/>
                      </a:cubicBezTo>
                      <a:cubicBezTo>
                        <a:pt x="26976" y="13745"/>
                        <a:pt x="26884" y="14241"/>
                        <a:pt x="26482" y="14840"/>
                      </a:cubicBezTo>
                      <a:cubicBezTo>
                        <a:pt x="26231" y="15216"/>
                        <a:pt x="26125" y="15563"/>
                        <a:pt x="26049" y="16005"/>
                      </a:cubicBezTo>
                      <a:cubicBezTo>
                        <a:pt x="26021" y="16165"/>
                        <a:pt x="25988" y="16324"/>
                        <a:pt x="25955" y="16483"/>
                      </a:cubicBezTo>
                      <a:cubicBezTo>
                        <a:pt x="25939" y="16564"/>
                        <a:pt x="25922" y="16646"/>
                        <a:pt x="25906" y="16727"/>
                      </a:cubicBezTo>
                      <a:cubicBezTo>
                        <a:pt x="25832" y="17099"/>
                        <a:pt x="25748" y="17467"/>
                        <a:pt x="25650" y="17833"/>
                      </a:cubicBezTo>
                      <a:cubicBezTo>
                        <a:pt x="25634" y="17897"/>
                        <a:pt x="25617" y="17961"/>
                        <a:pt x="25602" y="18026"/>
                      </a:cubicBezTo>
                      <a:cubicBezTo>
                        <a:pt x="25581" y="18114"/>
                        <a:pt x="25558" y="18201"/>
                        <a:pt x="25534" y="18289"/>
                      </a:cubicBezTo>
                      <a:cubicBezTo>
                        <a:pt x="25521" y="18338"/>
                        <a:pt x="25509" y="18387"/>
                        <a:pt x="25496" y="18438"/>
                      </a:cubicBezTo>
                      <a:cubicBezTo>
                        <a:pt x="25417" y="18542"/>
                        <a:pt x="25417" y="18542"/>
                        <a:pt x="25316" y="18557"/>
                      </a:cubicBezTo>
                      <a:cubicBezTo>
                        <a:pt x="25210" y="18558"/>
                        <a:pt x="25106" y="18553"/>
                        <a:pt x="25000" y="18542"/>
                      </a:cubicBezTo>
                      <a:cubicBezTo>
                        <a:pt x="24998" y="18567"/>
                        <a:pt x="24997" y="18593"/>
                        <a:pt x="24995" y="18619"/>
                      </a:cubicBezTo>
                      <a:cubicBezTo>
                        <a:pt x="24847" y="20821"/>
                        <a:pt x="24847" y="20821"/>
                        <a:pt x="24529" y="21798"/>
                      </a:cubicBezTo>
                      <a:cubicBezTo>
                        <a:pt x="24519" y="21827"/>
                        <a:pt x="24510" y="21856"/>
                        <a:pt x="24500" y="21886"/>
                      </a:cubicBezTo>
                      <a:cubicBezTo>
                        <a:pt x="24491" y="21915"/>
                        <a:pt x="24481" y="21945"/>
                        <a:pt x="24471" y="21976"/>
                      </a:cubicBezTo>
                      <a:cubicBezTo>
                        <a:pt x="24374" y="22280"/>
                        <a:pt x="24299" y="22589"/>
                        <a:pt x="24224" y="22900"/>
                      </a:cubicBezTo>
                      <a:cubicBezTo>
                        <a:pt x="24210" y="22955"/>
                        <a:pt x="24197" y="23010"/>
                        <a:pt x="24184" y="23065"/>
                      </a:cubicBezTo>
                      <a:cubicBezTo>
                        <a:pt x="24130" y="23286"/>
                        <a:pt x="24077" y="23507"/>
                        <a:pt x="24025" y="23728"/>
                      </a:cubicBezTo>
                      <a:cubicBezTo>
                        <a:pt x="23988" y="23884"/>
                        <a:pt x="23951" y="24039"/>
                        <a:pt x="23913" y="24194"/>
                      </a:cubicBezTo>
                      <a:cubicBezTo>
                        <a:pt x="23906" y="24220"/>
                        <a:pt x="23900" y="24245"/>
                        <a:pt x="23894" y="24271"/>
                      </a:cubicBezTo>
                      <a:cubicBezTo>
                        <a:pt x="23804" y="24632"/>
                        <a:pt x="23683" y="24970"/>
                        <a:pt x="23534" y="25311"/>
                      </a:cubicBezTo>
                      <a:cubicBezTo>
                        <a:pt x="23374" y="25683"/>
                        <a:pt x="23280" y="26045"/>
                        <a:pt x="23224" y="26445"/>
                      </a:cubicBezTo>
                      <a:cubicBezTo>
                        <a:pt x="23220" y="26471"/>
                        <a:pt x="23216" y="26498"/>
                        <a:pt x="23212" y="26524"/>
                      </a:cubicBezTo>
                      <a:cubicBezTo>
                        <a:pt x="23178" y="26764"/>
                        <a:pt x="23147" y="27004"/>
                        <a:pt x="23119" y="27244"/>
                      </a:cubicBezTo>
                      <a:cubicBezTo>
                        <a:pt x="23025" y="28023"/>
                        <a:pt x="22864" y="28793"/>
                        <a:pt x="22292" y="29375"/>
                      </a:cubicBezTo>
                      <a:cubicBezTo>
                        <a:pt x="22118" y="29489"/>
                        <a:pt x="21933" y="29561"/>
                        <a:pt x="21740" y="29636"/>
                      </a:cubicBezTo>
                      <a:cubicBezTo>
                        <a:pt x="21549" y="29718"/>
                        <a:pt x="21442" y="29780"/>
                        <a:pt x="21363" y="29978"/>
                      </a:cubicBezTo>
                      <a:cubicBezTo>
                        <a:pt x="21308" y="30166"/>
                        <a:pt x="21278" y="30358"/>
                        <a:pt x="21253" y="30553"/>
                      </a:cubicBezTo>
                      <a:cubicBezTo>
                        <a:pt x="21225" y="30766"/>
                        <a:pt x="21183" y="30976"/>
                        <a:pt x="21142" y="31187"/>
                      </a:cubicBezTo>
                      <a:cubicBezTo>
                        <a:pt x="21138" y="31208"/>
                        <a:pt x="21138" y="31208"/>
                        <a:pt x="21118" y="31314"/>
                      </a:cubicBezTo>
                      <a:cubicBezTo>
                        <a:pt x="20929" y="32270"/>
                        <a:pt x="20358" y="33030"/>
                        <a:pt x="19792" y="33802"/>
                      </a:cubicBezTo>
                      <a:cubicBezTo>
                        <a:pt x="19765" y="33838"/>
                        <a:pt x="19739" y="33874"/>
                        <a:pt x="19712" y="33911"/>
                      </a:cubicBezTo>
                      <a:cubicBezTo>
                        <a:pt x="19053" y="34812"/>
                        <a:pt x="18425" y="35066"/>
                        <a:pt x="17361" y="35349"/>
                      </a:cubicBezTo>
                      <a:cubicBezTo>
                        <a:pt x="17225" y="35386"/>
                        <a:pt x="17089" y="35424"/>
                        <a:pt x="16953" y="35462"/>
                      </a:cubicBezTo>
                      <a:cubicBezTo>
                        <a:pt x="16909" y="35475"/>
                        <a:pt x="16865" y="35487"/>
                        <a:pt x="16820" y="35500"/>
                      </a:cubicBezTo>
                      <a:cubicBezTo>
                        <a:pt x="16554" y="35580"/>
                        <a:pt x="16358" y="35679"/>
                        <a:pt x="16142" y="35851"/>
                      </a:cubicBezTo>
                      <a:cubicBezTo>
                        <a:pt x="15761" y="36147"/>
                        <a:pt x="15316" y="36087"/>
                        <a:pt x="14857" y="36068"/>
                      </a:cubicBezTo>
                      <a:cubicBezTo>
                        <a:pt x="14769" y="36066"/>
                        <a:pt x="14682" y="36064"/>
                        <a:pt x="14594" y="36062"/>
                      </a:cubicBezTo>
                      <a:cubicBezTo>
                        <a:pt x="14382" y="36058"/>
                        <a:pt x="14170" y="36050"/>
                        <a:pt x="13958" y="36042"/>
                      </a:cubicBezTo>
                      <a:cubicBezTo>
                        <a:pt x="13958" y="36179"/>
                        <a:pt x="13958" y="36317"/>
                        <a:pt x="13958" y="36458"/>
                      </a:cubicBezTo>
                      <a:cubicBezTo>
                        <a:pt x="13546" y="36527"/>
                        <a:pt x="13133" y="36596"/>
                        <a:pt x="12708" y="36667"/>
                      </a:cubicBezTo>
                      <a:cubicBezTo>
                        <a:pt x="12708" y="36804"/>
                        <a:pt x="12708" y="36942"/>
                        <a:pt x="12708" y="37083"/>
                      </a:cubicBezTo>
                      <a:cubicBezTo>
                        <a:pt x="12504" y="37089"/>
                        <a:pt x="12301" y="37092"/>
                        <a:pt x="12097" y="37095"/>
                      </a:cubicBezTo>
                      <a:cubicBezTo>
                        <a:pt x="12027" y="37096"/>
                        <a:pt x="11958" y="37097"/>
                        <a:pt x="11889" y="37099"/>
                      </a:cubicBezTo>
                      <a:cubicBezTo>
                        <a:pt x="11789" y="37102"/>
                        <a:pt x="11689" y="37103"/>
                        <a:pt x="11589" y="37104"/>
                      </a:cubicBezTo>
                      <a:cubicBezTo>
                        <a:pt x="11559" y="37105"/>
                        <a:pt x="11528" y="37106"/>
                        <a:pt x="11496" y="37107"/>
                      </a:cubicBezTo>
                      <a:cubicBezTo>
                        <a:pt x="11467" y="37107"/>
                        <a:pt x="11438" y="37107"/>
                        <a:pt x="11408" y="37107"/>
                      </a:cubicBezTo>
                      <a:cubicBezTo>
                        <a:pt x="11382" y="37108"/>
                        <a:pt x="11357" y="37108"/>
                        <a:pt x="11330" y="37108"/>
                      </a:cubicBezTo>
                      <a:cubicBezTo>
                        <a:pt x="11250" y="37083"/>
                        <a:pt x="11250" y="37083"/>
                        <a:pt x="11160" y="36980"/>
                      </a:cubicBezTo>
                      <a:cubicBezTo>
                        <a:pt x="11041" y="36854"/>
                        <a:pt x="10936" y="36848"/>
                        <a:pt x="10767" y="36842"/>
                      </a:cubicBezTo>
                      <a:cubicBezTo>
                        <a:pt x="10731" y="36842"/>
                        <a:pt x="10695" y="36842"/>
                        <a:pt x="10658" y="36841"/>
                      </a:cubicBezTo>
                      <a:cubicBezTo>
                        <a:pt x="10620" y="36840"/>
                        <a:pt x="10581" y="36839"/>
                        <a:pt x="10542" y="36838"/>
                      </a:cubicBezTo>
                      <a:cubicBezTo>
                        <a:pt x="10415" y="36835"/>
                        <a:pt x="10289" y="36834"/>
                        <a:pt x="10163" y="36833"/>
                      </a:cubicBezTo>
                      <a:cubicBezTo>
                        <a:pt x="10075" y="36831"/>
                        <a:pt x="9987" y="36830"/>
                        <a:pt x="9899" y="36829"/>
                      </a:cubicBezTo>
                      <a:cubicBezTo>
                        <a:pt x="9715" y="36827"/>
                        <a:pt x="9530" y="36826"/>
                        <a:pt x="9346" y="36825"/>
                      </a:cubicBezTo>
                      <a:cubicBezTo>
                        <a:pt x="9110" y="36824"/>
                        <a:pt x="8874" y="36819"/>
                        <a:pt x="8638" y="36813"/>
                      </a:cubicBezTo>
                      <a:cubicBezTo>
                        <a:pt x="8456" y="36809"/>
                        <a:pt x="8275" y="36808"/>
                        <a:pt x="8093" y="36808"/>
                      </a:cubicBezTo>
                      <a:cubicBezTo>
                        <a:pt x="8006" y="36807"/>
                        <a:pt x="7919" y="36805"/>
                        <a:pt x="7832" y="36803"/>
                      </a:cubicBezTo>
                      <a:cubicBezTo>
                        <a:pt x="7279" y="36786"/>
                        <a:pt x="7279" y="36786"/>
                        <a:pt x="7083" y="36875"/>
                      </a:cubicBezTo>
                      <a:cubicBezTo>
                        <a:pt x="6947" y="37026"/>
                        <a:pt x="6925" y="37230"/>
                        <a:pt x="6892" y="37424"/>
                      </a:cubicBezTo>
                      <a:cubicBezTo>
                        <a:pt x="6831" y="37696"/>
                        <a:pt x="6574" y="37918"/>
                        <a:pt x="6355" y="38072"/>
                      </a:cubicBezTo>
                      <a:cubicBezTo>
                        <a:pt x="6000" y="38252"/>
                        <a:pt x="5554" y="38186"/>
                        <a:pt x="5169" y="38164"/>
                      </a:cubicBezTo>
                      <a:cubicBezTo>
                        <a:pt x="5072" y="38161"/>
                        <a:pt x="4974" y="38158"/>
                        <a:pt x="4877" y="38155"/>
                      </a:cubicBezTo>
                      <a:cubicBezTo>
                        <a:pt x="4640" y="38149"/>
                        <a:pt x="4403" y="38138"/>
                        <a:pt x="4167" y="38125"/>
                      </a:cubicBezTo>
                      <a:cubicBezTo>
                        <a:pt x="4167" y="38262"/>
                        <a:pt x="4167" y="38400"/>
                        <a:pt x="4167" y="38542"/>
                      </a:cubicBezTo>
                      <a:cubicBezTo>
                        <a:pt x="3875" y="38572"/>
                        <a:pt x="3583" y="38602"/>
                        <a:pt x="3291" y="38631"/>
                      </a:cubicBezTo>
                      <a:cubicBezTo>
                        <a:pt x="3192" y="38640"/>
                        <a:pt x="3094" y="38651"/>
                        <a:pt x="2996" y="38661"/>
                      </a:cubicBezTo>
                      <a:cubicBezTo>
                        <a:pt x="1989" y="38767"/>
                        <a:pt x="1022" y="38750"/>
                        <a:pt x="0" y="38750"/>
                      </a:cubicBezTo>
                      <a:cubicBezTo>
                        <a:pt x="0" y="25962"/>
                        <a:pt x="0" y="13175"/>
                        <a:pt x="0" y="0"/>
                      </a:cubicBezTo>
                      <a:close/>
                    </a:path>
                  </a:pathLst>
                </a:custGeom>
                <a:solidFill>
                  <a:srgbClr val="FCFCFD"/>
                </a:solidFill>
                <a:ln w="2646" cap="flat">
                  <a:noFill/>
                </a:ln>
              </p:spPr>
            </p:sp>
            <p:sp>
              <p:nvSpPr>
                <p:cNvPr id="1392" name="ICON_PSD_PLOT_path_004"/>
                <p:cNvSpPr/>
                <p:nvPr/>
              </p:nvSpPr>
              <p:spPr>
                <a:xfrm>
                  <a:off x="10410838" y="3468688"/>
                  <a:ext cx="1265224" cy="5556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9624" h="43750" fill="norm" stroke="0">
                      <a:moveTo>
                        <a:pt x="41" y="0"/>
                      </a:moveTo>
                      <a:cubicBezTo>
                        <a:pt x="522" y="0"/>
                        <a:pt x="1003" y="0"/>
                        <a:pt x="1499" y="0"/>
                      </a:cubicBezTo>
                      <a:cubicBezTo>
                        <a:pt x="1499" y="12788"/>
                        <a:pt x="1499" y="25575"/>
                        <a:pt x="1499" y="38750"/>
                      </a:cubicBezTo>
                      <a:cubicBezTo>
                        <a:pt x="2118" y="38681"/>
                        <a:pt x="2736" y="38613"/>
                        <a:pt x="3374" y="38542"/>
                      </a:cubicBezTo>
                      <a:cubicBezTo>
                        <a:pt x="3797" y="38529"/>
                        <a:pt x="4215" y="38521"/>
                        <a:pt x="4637" y="38529"/>
                      </a:cubicBezTo>
                      <a:cubicBezTo>
                        <a:pt x="4739" y="38530"/>
                        <a:pt x="4841" y="38531"/>
                        <a:pt x="4942" y="38531"/>
                      </a:cubicBezTo>
                      <a:cubicBezTo>
                        <a:pt x="5184" y="38534"/>
                        <a:pt x="5425" y="38537"/>
                        <a:pt x="5666" y="38542"/>
                      </a:cubicBezTo>
                      <a:cubicBezTo>
                        <a:pt x="5666" y="38404"/>
                        <a:pt x="5666" y="38267"/>
                        <a:pt x="5666" y="38125"/>
                      </a:cubicBezTo>
                      <a:cubicBezTo>
                        <a:pt x="5697" y="38127"/>
                        <a:pt x="5697" y="38127"/>
                        <a:pt x="5854" y="38135"/>
                      </a:cubicBezTo>
                      <a:cubicBezTo>
                        <a:pt x="6084" y="38146"/>
                        <a:pt x="6314" y="38153"/>
                        <a:pt x="6544" y="38159"/>
                      </a:cubicBezTo>
                      <a:cubicBezTo>
                        <a:pt x="6644" y="38163"/>
                        <a:pt x="6744" y="38167"/>
                        <a:pt x="6843" y="38172"/>
                      </a:cubicBezTo>
                      <a:cubicBezTo>
                        <a:pt x="7518" y="38208"/>
                        <a:pt x="7518" y="38208"/>
                        <a:pt x="7749" y="38125"/>
                      </a:cubicBezTo>
                      <a:cubicBezTo>
                        <a:pt x="7858" y="38009"/>
                        <a:pt x="7887" y="37876"/>
                        <a:pt x="7900" y="37720"/>
                      </a:cubicBezTo>
                      <a:cubicBezTo>
                        <a:pt x="7908" y="37635"/>
                        <a:pt x="7908" y="37635"/>
                        <a:pt x="7957" y="37500"/>
                      </a:cubicBezTo>
                      <a:cubicBezTo>
                        <a:pt x="8095" y="37500"/>
                        <a:pt x="8232" y="37500"/>
                        <a:pt x="8374" y="37500"/>
                      </a:cubicBezTo>
                      <a:cubicBezTo>
                        <a:pt x="8443" y="37225"/>
                        <a:pt x="8511" y="36950"/>
                        <a:pt x="8582" y="36667"/>
                      </a:cubicBezTo>
                      <a:cubicBezTo>
                        <a:pt x="9095" y="36662"/>
                        <a:pt x="9607" y="36658"/>
                        <a:pt x="10120" y="36656"/>
                      </a:cubicBezTo>
                      <a:cubicBezTo>
                        <a:pt x="10358" y="36655"/>
                        <a:pt x="10596" y="36653"/>
                        <a:pt x="10834" y="36651"/>
                      </a:cubicBezTo>
                      <a:cubicBezTo>
                        <a:pt x="11063" y="36649"/>
                        <a:pt x="11293" y="36647"/>
                        <a:pt x="11523" y="36647"/>
                      </a:cubicBezTo>
                      <a:cubicBezTo>
                        <a:pt x="11610" y="36646"/>
                        <a:pt x="11698" y="36646"/>
                        <a:pt x="11786" y="36645"/>
                      </a:cubicBezTo>
                      <a:cubicBezTo>
                        <a:pt x="11908" y="36643"/>
                        <a:pt x="12031" y="36643"/>
                        <a:pt x="12154" y="36643"/>
                      </a:cubicBezTo>
                      <a:cubicBezTo>
                        <a:pt x="12190" y="36642"/>
                        <a:pt x="12226" y="36641"/>
                        <a:pt x="12264" y="36641"/>
                      </a:cubicBezTo>
                      <a:cubicBezTo>
                        <a:pt x="12507" y="36643"/>
                        <a:pt x="12507" y="36643"/>
                        <a:pt x="12605" y="36713"/>
                      </a:cubicBezTo>
                      <a:cubicBezTo>
                        <a:pt x="12655" y="36765"/>
                        <a:pt x="12702" y="36820"/>
                        <a:pt x="12749" y="36875"/>
                      </a:cubicBezTo>
                      <a:cubicBezTo>
                        <a:pt x="12829" y="36908"/>
                        <a:pt x="12829" y="36908"/>
                        <a:pt x="12906" y="36918"/>
                      </a:cubicBezTo>
                      <a:cubicBezTo>
                        <a:pt x="12936" y="36922"/>
                        <a:pt x="12965" y="36926"/>
                        <a:pt x="12995" y="36930"/>
                      </a:cubicBezTo>
                      <a:cubicBezTo>
                        <a:pt x="13026" y="36934"/>
                        <a:pt x="13056" y="36937"/>
                        <a:pt x="13088" y="36941"/>
                      </a:cubicBezTo>
                      <a:cubicBezTo>
                        <a:pt x="13104" y="36943"/>
                        <a:pt x="13104" y="36943"/>
                        <a:pt x="13185" y="36954"/>
                      </a:cubicBezTo>
                      <a:cubicBezTo>
                        <a:pt x="13287" y="36967"/>
                        <a:pt x="13389" y="36980"/>
                        <a:pt x="13491" y="36992"/>
                      </a:cubicBezTo>
                      <a:cubicBezTo>
                        <a:pt x="13560" y="37001"/>
                        <a:pt x="13630" y="37010"/>
                        <a:pt x="13699" y="37019"/>
                      </a:cubicBezTo>
                      <a:cubicBezTo>
                        <a:pt x="13868" y="37042"/>
                        <a:pt x="14038" y="37063"/>
                        <a:pt x="14207" y="37083"/>
                      </a:cubicBezTo>
                      <a:cubicBezTo>
                        <a:pt x="14207" y="36946"/>
                        <a:pt x="14207" y="36808"/>
                        <a:pt x="14207" y="36667"/>
                      </a:cubicBezTo>
                      <a:cubicBezTo>
                        <a:pt x="14620" y="36598"/>
                        <a:pt x="15032" y="36529"/>
                        <a:pt x="15457" y="36458"/>
                      </a:cubicBezTo>
                      <a:cubicBezTo>
                        <a:pt x="15457" y="36321"/>
                        <a:pt x="15457" y="36183"/>
                        <a:pt x="15457" y="36042"/>
                      </a:cubicBezTo>
                      <a:cubicBezTo>
                        <a:pt x="15505" y="36040"/>
                        <a:pt x="15553" y="36038"/>
                        <a:pt x="15603" y="36036"/>
                      </a:cubicBezTo>
                      <a:cubicBezTo>
                        <a:pt x="16701" y="35984"/>
                        <a:pt x="17552" y="35793"/>
                        <a:pt x="18514" y="35259"/>
                      </a:cubicBezTo>
                      <a:cubicBezTo>
                        <a:pt x="18530" y="35249"/>
                        <a:pt x="18530" y="35249"/>
                        <a:pt x="18614" y="35203"/>
                      </a:cubicBezTo>
                      <a:cubicBezTo>
                        <a:pt x="18647" y="35184"/>
                        <a:pt x="18679" y="35166"/>
                        <a:pt x="18713" y="35147"/>
                      </a:cubicBezTo>
                      <a:cubicBezTo>
                        <a:pt x="18998" y="34992"/>
                        <a:pt x="19285" y="34899"/>
                        <a:pt x="19597" y="34814"/>
                      </a:cubicBezTo>
                      <a:cubicBezTo>
                        <a:pt x="20267" y="34628"/>
                        <a:pt x="20661" y="34290"/>
                        <a:pt x="21082" y="33750"/>
                      </a:cubicBezTo>
                      <a:cubicBezTo>
                        <a:pt x="21103" y="33724"/>
                        <a:pt x="21124" y="33697"/>
                        <a:pt x="21145" y="33670"/>
                      </a:cubicBezTo>
                      <a:cubicBezTo>
                        <a:pt x="22510" y="31940"/>
                        <a:pt x="22510" y="31940"/>
                        <a:pt x="22567" y="30891"/>
                      </a:cubicBezTo>
                      <a:cubicBezTo>
                        <a:pt x="22574" y="30763"/>
                        <a:pt x="22583" y="30636"/>
                        <a:pt x="22593" y="30508"/>
                      </a:cubicBezTo>
                      <a:cubicBezTo>
                        <a:pt x="22595" y="30476"/>
                        <a:pt x="22597" y="30444"/>
                        <a:pt x="22600" y="30411"/>
                      </a:cubicBezTo>
                      <a:cubicBezTo>
                        <a:pt x="22626" y="30134"/>
                        <a:pt x="22652" y="29860"/>
                        <a:pt x="22873" y="29669"/>
                      </a:cubicBezTo>
                      <a:cubicBezTo>
                        <a:pt x="23027" y="29556"/>
                        <a:pt x="23193" y="29465"/>
                        <a:pt x="23361" y="29375"/>
                      </a:cubicBezTo>
                      <a:cubicBezTo>
                        <a:pt x="23785" y="29145"/>
                        <a:pt x="24070" y="28965"/>
                        <a:pt x="24214" y="28487"/>
                      </a:cubicBezTo>
                      <a:cubicBezTo>
                        <a:pt x="24290" y="28198"/>
                        <a:pt x="24346" y="27906"/>
                        <a:pt x="24396" y="27612"/>
                      </a:cubicBezTo>
                      <a:cubicBezTo>
                        <a:pt x="24454" y="27280"/>
                        <a:pt x="24521" y="26949"/>
                        <a:pt x="24585" y="26618"/>
                      </a:cubicBezTo>
                      <a:cubicBezTo>
                        <a:pt x="24602" y="26528"/>
                        <a:pt x="24619" y="26439"/>
                        <a:pt x="24636" y="26350"/>
                      </a:cubicBezTo>
                      <a:cubicBezTo>
                        <a:pt x="24756" y="25712"/>
                        <a:pt x="24923" y="25115"/>
                        <a:pt x="25145" y="24505"/>
                      </a:cubicBezTo>
                      <a:cubicBezTo>
                        <a:pt x="25434" y="23711"/>
                        <a:pt x="25578" y="22920"/>
                        <a:pt x="25703" y="22088"/>
                      </a:cubicBezTo>
                      <a:cubicBezTo>
                        <a:pt x="25801" y="21436"/>
                        <a:pt x="25913" y="20817"/>
                        <a:pt x="26148" y="20200"/>
                      </a:cubicBezTo>
                      <a:cubicBezTo>
                        <a:pt x="26350" y="19664"/>
                        <a:pt x="26424" y="19107"/>
                        <a:pt x="26499" y="18542"/>
                      </a:cubicBezTo>
                      <a:cubicBezTo>
                        <a:pt x="26636" y="18542"/>
                        <a:pt x="26774" y="18542"/>
                        <a:pt x="26916" y="18542"/>
                      </a:cubicBezTo>
                      <a:cubicBezTo>
                        <a:pt x="26917" y="18526"/>
                        <a:pt x="26917" y="18526"/>
                        <a:pt x="26925" y="18447"/>
                      </a:cubicBezTo>
                      <a:cubicBezTo>
                        <a:pt x="27017" y="17568"/>
                        <a:pt x="27196" y="16711"/>
                        <a:pt x="27403" y="15853"/>
                      </a:cubicBezTo>
                      <a:cubicBezTo>
                        <a:pt x="27423" y="15769"/>
                        <a:pt x="27443" y="15684"/>
                        <a:pt x="27462" y="15600"/>
                      </a:cubicBezTo>
                      <a:cubicBezTo>
                        <a:pt x="27493" y="15465"/>
                        <a:pt x="27526" y="15330"/>
                        <a:pt x="27560" y="15196"/>
                      </a:cubicBezTo>
                      <a:cubicBezTo>
                        <a:pt x="27578" y="15122"/>
                        <a:pt x="27595" y="15048"/>
                        <a:pt x="27612" y="14974"/>
                      </a:cubicBezTo>
                      <a:cubicBezTo>
                        <a:pt x="27681" y="14707"/>
                        <a:pt x="27756" y="14560"/>
                        <a:pt x="27964" y="14376"/>
                      </a:cubicBezTo>
                      <a:cubicBezTo>
                        <a:pt x="28130" y="14224"/>
                        <a:pt x="28195" y="14132"/>
                        <a:pt x="28219" y="13906"/>
                      </a:cubicBezTo>
                      <a:cubicBezTo>
                        <a:pt x="28222" y="13810"/>
                        <a:pt x="28223" y="13713"/>
                        <a:pt x="28222" y="13616"/>
                      </a:cubicBezTo>
                      <a:cubicBezTo>
                        <a:pt x="28224" y="13563"/>
                        <a:pt x="28226" y="13510"/>
                        <a:pt x="28228" y="13458"/>
                      </a:cubicBezTo>
                      <a:cubicBezTo>
                        <a:pt x="28232" y="13347"/>
                        <a:pt x="28235" y="13236"/>
                        <a:pt x="28238" y="13126"/>
                      </a:cubicBezTo>
                      <a:cubicBezTo>
                        <a:pt x="28289" y="11423"/>
                        <a:pt x="28289" y="11423"/>
                        <a:pt x="28819" y="10873"/>
                      </a:cubicBezTo>
                      <a:cubicBezTo>
                        <a:pt x="29185" y="10560"/>
                        <a:pt x="29641" y="10471"/>
                        <a:pt x="30113" y="10504"/>
                      </a:cubicBezTo>
                      <a:cubicBezTo>
                        <a:pt x="30651" y="10564"/>
                        <a:pt x="31121" y="10775"/>
                        <a:pt x="31473" y="11195"/>
                      </a:cubicBezTo>
                      <a:cubicBezTo>
                        <a:pt x="31848" y="11710"/>
                        <a:pt x="31736" y="12373"/>
                        <a:pt x="31702" y="12975"/>
                      </a:cubicBezTo>
                      <a:cubicBezTo>
                        <a:pt x="31660" y="13735"/>
                        <a:pt x="31646" y="14294"/>
                        <a:pt x="32176" y="14896"/>
                      </a:cubicBezTo>
                      <a:cubicBezTo>
                        <a:pt x="32653" y="15453"/>
                        <a:pt x="32956" y="15996"/>
                        <a:pt x="33192" y="16693"/>
                      </a:cubicBezTo>
                      <a:cubicBezTo>
                        <a:pt x="33200" y="16718"/>
                        <a:pt x="33209" y="16743"/>
                        <a:pt x="33217" y="16768"/>
                      </a:cubicBezTo>
                      <a:cubicBezTo>
                        <a:pt x="33670" y="18113"/>
                        <a:pt x="33819" y="19540"/>
                        <a:pt x="33991" y="20943"/>
                      </a:cubicBezTo>
                      <a:cubicBezTo>
                        <a:pt x="34014" y="21125"/>
                        <a:pt x="34036" y="21307"/>
                        <a:pt x="34059" y="21489"/>
                      </a:cubicBezTo>
                      <a:cubicBezTo>
                        <a:pt x="34065" y="21533"/>
                        <a:pt x="34070" y="21577"/>
                        <a:pt x="34076" y="21622"/>
                      </a:cubicBezTo>
                      <a:cubicBezTo>
                        <a:pt x="34154" y="22231"/>
                        <a:pt x="34276" y="22802"/>
                        <a:pt x="34460" y="23387"/>
                      </a:cubicBezTo>
                      <a:cubicBezTo>
                        <a:pt x="34630" y="23927"/>
                        <a:pt x="34676" y="24419"/>
                        <a:pt x="34650" y="24987"/>
                      </a:cubicBezTo>
                      <a:cubicBezTo>
                        <a:pt x="34648" y="25071"/>
                        <a:pt x="34646" y="25154"/>
                        <a:pt x="34644" y="25238"/>
                      </a:cubicBezTo>
                      <a:cubicBezTo>
                        <a:pt x="34640" y="25437"/>
                        <a:pt x="34633" y="25635"/>
                        <a:pt x="34624" y="25833"/>
                      </a:cubicBezTo>
                      <a:cubicBezTo>
                        <a:pt x="34761" y="25833"/>
                        <a:pt x="34899" y="25833"/>
                        <a:pt x="35041" y="25833"/>
                      </a:cubicBezTo>
                      <a:cubicBezTo>
                        <a:pt x="35093" y="26031"/>
                        <a:pt x="35144" y="26229"/>
                        <a:pt x="35194" y="26426"/>
                      </a:cubicBezTo>
                      <a:cubicBezTo>
                        <a:pt x="35223" y="26538"/>
                        <a:pt x="35253" y="26650"/>
                        <a:pt x="35283" y="26761"/>
                      </a:cubicBezTo>
                      <a:cubicBezTo>
                        <a:pt x="35392" y="27177"/>
                        <a:pt x="35472" y="27581"/>
                        <a:pt x="35512" y="28009"/>
                      </a:cubicBezTo>
                      <a:cubicBezTo>
                        <a:pt x="35651" y="29319"/>
                        <a:pt x="36102" y="29982"/>
                        <a:pt x="37085" y="30806"/>
                      </a:cubicBezTo>
                      <a:cubicBezTo>
                        <a:pt x="37168" y="30877"/>
                        <a:pt x="37251" y="30948"/>
                        <a:pt x="37333" y="31020"/>
                      </a:cubicBezTo>
                      <a:cubicBezTo>
                        <a:pt x="37353" y="31037"/>
                        <a:pt x="37373" y="31054"/>
                        <a:pt x="37393" y="31072"/>
                      </a:cubicBezTo>
                      <a:cubicBezTo>
                        <a:pt x="37840" y="31469"/>
                        <a:pt x="37919" y="31924"/>
                        <a:pt x="37957" y="32500"/>
                      </a:cubicBezTo>
                      <a:cubicBezTo>
                        <a:pt x="38164" y="32500"/>
                        <a:pt x="38370" y="32500"/>
                        <a:pt x="38582" y="32500"/>
                      </a:cubicBezTo>
                      <a:cubicBezTo>
                        <a:pt x="38582" y="32981"/>
                        <a:pt x="38582" y="33462"/>
                        <a:pt x="38582" y="33958"/>
                      </a:cubicBezTo>
                      <a:cubicBezTo>
                        <a:pt x="38710" y="33934"/>
                        <a:pt x="38839" y="33909"/>
                        <a:pt x="38970" y="33884"/>
                      </a:cubicBezTo>
                      <a:cubicBezTo>
                        <a:pt x="40299" y="33650"/>
                        <a:pt x="40299" y="33650"/>
                        <a:pt x="40604" y="33812"/>
                      </a:cubicBezTo>
                      <a:cubicBezTo>
                        <a:pt x="40856" y="34014"/>
                        <a:pt x="40980" y="34284"/>
                        <a:pt x="41082" y="34583"/>
                      </a:cubicBezTo>
                      <a:cubicBezTo>
                        <a:pt x="41092" y="34610"/>
                        <a:pt x="41101" y="34637"/>
                        <a:pt x="41111" y="34665"/>
                      </a:cubicBezTo>
                      <a:cubicBezTo>
                        <a:pt x="41173" y="34846"/>
                        <a:pt x="41233" y="35026"/>
                        <a:pt x="41291" y="35208"/>
                      </a:cubicBezTo>
                      <a:cubicBezTo>
                        <a:pt x="41332" y="35193"/>
                        <a:pt x="41374" y="35178"/>
                        <a:pt x="41416" y="35163"/>
                      </a:cubicBezTo>
                      <a:cubicBezTo>
                        <a:pt x="42167" y="34911"/>
                        <a:pt x="42897" y="34844"/>
                        <a:pt x="43622" y="35192"/>
                      </a:cubicBezTo>
                      <a:cubicBezTo>
                        <a:pt x="44246" y="35506"/>
                        <a:pt x="44838" y="35881"/>
                        <a:pt x="45429" y="36254"/>
                      </a:cubicBezTo>
                      <a:cubicBezTo>
                        <a:pt x="45458" y="36272"/>
                        <a:pt x="45488" y="36291"/>
                        <a:pt x="45518" y="36310"/>
                      </a:cubicBezTo>
                      <a:cubicBezTo>
                        <a:pt x="45604" y="36364"/>
                        <a:pt x="45690" y="36419"/>
                        <a:pt x="45776" y="36473"/>
                      </a:cubicBezTo>
                      <a:cubicBezTo>
                        <a:pt x="45804" y="36490"/>
                        <a:pt x="45831" y="36507"/>
                        <a:pt x="45859" y="36525"/>
                      </a:cubicBezTo>
                      <a:cubicBezTo>
                        <a:pt x="45972" y="36597"/>
                        <a:pt x="46086" y="36669"/>
                        <a:pt x="46198" y="36744"/>
                      </a:cubicBezTo>
                      <a:cubicBezTo>
                        <a:pt x="46921" y="37224"/>
                        <a:pt x="47774" y="37165"/>
                        <a:pt x="48612" y="37191"/>
                      </a:cubicBezTo>
                      <a:cubicBezTo>
                        <a:pt x="48823" y="37197"/>
                        <a:pt x="49034" y="37205"/>
                        <a:pt x="49245" y="37216"/>
                      </a:cubicBezTo>
                      <a:cubicBezTo>
                        <a:pt x="49343" y="37220"/>
                        <a:pt x="49441" y="37222"/>
                        <a:pt x="49538" y="37223"/>
                      </a:cubicBezTo>
                      <a:cubicBezTo>
                        <a:pt x="49812" y="37233"/>
                        <a:pt x="50021" y="37244"/>
                        <a:pt x="50224" y="37442"/>
                      </a:cubicBezTo>
                      <a:cubicBezTo>
                        <a:pt x="50273" y="37497"/>
                        <a:pt x="50319" y="37555"/>
                        <a:pt x="50365" y="37613"/>
                      </a:cubicBezTo>
                      <a:cubicBezTo>
                        <a:pt x="50560" y="37815"/>
                        <a:pt x="50865" y="37800"/>
                        <a:pt x="51131" y="37826"/>
                      </a:cubicBezTo>
                      <a:cubicBezTo>
                        <a:pt x="51264" y="37845"/>
                        <a:pt x="51376" y="37863"/>
                        <a:pt x="51499" y="37917"/>
                      </a:cubicBezTo>
                      <a:cubicBezTo>
                        <a:pt x="51555" y="38009"/>
                        <a:pt x="51555" y="38009"/>
                        <a:pt x="51596" y="38119"/>
                      </a:cubicBezTo>
                      <a:cubicBezTo>
                        <a:pt x="51653" y="38257"/>
                        <a:pt x="51689" y="38321"/>
                        <a:pt x="51814" y="38406"/>
                      </a:cubicBezTo>
                      <a:cubicBezTo>
                        <a:pt x="52320" y="38607"/>
                        <a:pt x="52878" y="38573"/>
                        <a:pt x="53413" y="38569"/>
                      </a:cubicBezTo>
                      <a:cubicBezTo>
                        <a:pt x="53554" y="38568"/>
                        <a:pt x="53695" y="38568"/>
                        <a:pt x="53836" y="38570"/>
                      </a:cubicBezTo>
                      <a:cubicBezTo>
                        <a:pt x="55065" y="38579"/>
                        <a:pt x="55065" y="38579"/>
                        <a:pt x="55457" y="38333"/>
                      </a:cubicBezTo>
                      <a:cubicBezTo>
                        <a:pt x="55545" y="38232"/>
                        <a:pt x="55583" y="38133"/>
                        <a:pt x="55626" y="38008"/>
                      </a:cubicBezTo>
                      <a:cubicBezTo>
                        <a:pt x="55691" y="37879"/>
                        <a:pt x="55756" y="37791"/>
                        <a:pt x="55874" y="37708"/>
                      </a:cubicBezTo>
                      <a:cubicBezTo>
                        <a:pt x="56082" y="37642"/>
                        <a:pt x="56281" y="37626"/>
                        <a:pt x="56499" y="37617"/>
                      </a:cubicBezTo>
                      <a:cubicBezTo>
                        <a:pt x="56526" y="37615"/>
                        <a:pt x="56554" y="37612"/>
                        <a:pt x="56582" y="37610"/>
                      </a:cubicBezTo>
                      <a:cubicBezTo>
                        <a:pt x="56609" y="37608"/>
                        <a:pt x="56636" y="37605"/>
                        <a:pt x="56664" y="37603"/>
                      </a:cubicBezTo>
                      <a:cubicBezTo>
                        <a:pt x="56688" y="37601"/>
                        <a:pt x="56711" y="37599"/>
                        <a:pt x="56736" y="37597"/>
                      </a:cubicBezTo>
                      <a:cubicBezTo>
                        <a:pt x="56880" y="37610"/>
                        <a:pt x="57002" y="37628"/>
                        <a:pt x="57124" y="37708"/>
                      </a:cubicBezTo>
                      <a:cubicBezTo>
                        <a:pt x="57180" y="37805"/>
                        <a:pt x="57215" y="37903"/>
                        <a:pt x="57252" y="38008"/>
                      </a:cubicBezTo>
                      <a:cubicBezTo>
                        <a:pt x="57421" y="38474"/>
                        <a:pt x="57421" y="38474"/>
                        <a:pt x="57629" y="38592"/>
                      </a:cubicBezTo>
                      <a:cubicBezTo>
                        <a:pt x="57895" y="38672"/>
                        <a:pt x="58173" y="38659"/>
                        <a:pt x="58449" y="38655"/>
                      </a:cubicBezTo>
                      <a:cubicBezTo>
                        <a:pt x="58541" y="38657"/>
                        <a:pt x="58633" y="38659"/>
                        <a:pt x="58726" y="38662"/>
                      </a:cubicBezTo>
                      <a:cubicBezTo>
                        <a:pt x="58976" y="38668"/>
                        <a:pt x="59226" y="38668"/>
                        <a:pt x="59476" y="38668"/>
                      </a:cubicBezTo>
                      <a:cubicBezTo>
                        <a:pt x="59711" y="38669"/>
                        <a:pt x="59946" y="38673"/>
                        <a:pt x="60181" y="38678"/>
                      </a:cubicBezTo>
                      <a:cubicBezTo>
                        <a:pt x="60647" y="38686"/>
                        <a:pt x="61112" y="38691"/>
                        <a:pt x="61577" y="38694"/>
                      </a:cubicBezTo>
                      <a:cubicBezTo>
                        <a:pt x="62029" y="38696"/>
                        <a:pt x="62481" y="38700"/>
                        <a:pt x="62933" y="38707"/>
                      </a:cubicBezTo>
                      <a:cubicBezTo>
                        <a:pt x="62961" y="38707"/>
                        <a:pt x="62989" y="38707"/>
                        <a:pt x="63018" y="38708"/>
                      </a:cubicBezTo>
                      <a:cubicBezTo>
                        <a:pt x="63158" y="38710"/>
                        <a:pt x="63298" y="38712"/>
                        <a:pt x="63438" y="38714"/>
                      </a:cubicBezTo>
                      <a:cubicBezTo>
                        <a:pt x="64597" y="38731"/>
                        <a:pt x="65756" y="38743"/>
                        <a:pt x="66916" y="38750"/>
                      </a:cubicBezTo>
                      <a:cubicBezTo>
                        <a:pt x="66916" y="38544"/>
                        <a:pt x="66916" y="38337"/>
                        <a:pt x="66916" y="38125"/>
                      </a:cubicBezTo>
                      <a:cubicBezTo>
                        <a:pt x="67762" y="37995"/>
                        <a:pt x="67762" y="37995"/>
                        <a:pt x="68080" y="38206"/>
                      </a:cubicBezTo>
                      <a:cubicBezTo>
                        <a:pt x="68178" y="38295"/>
                        <a:pt x="68272" y="38386"/>
                        <a:pt x="68366" y="38480"/>
                      </a:cubicBezTo>
                      <a:cubicBezTo>
                        <a:pt x="68875" y="38975"/>
                        <a:pt x="69335" y="39068"/>
                        <a:pt x="70028" y="39063"/>
                      </a:cubicBezTo>
                      <a:cubicBezTo>
                        <a:pt x="70122" y="39062"/>
                        <a:pt x="70216" y="39059"/>
                        <a:pt x="70311" y="39056"/>
                      </a:cubicBezTo>
                      <a:cubicBezTo>
                        <a:pt x="70476" y="39053"/>
                        <a:pt x="70641" y="39054"/>
                        <a:pt x="70806" y="39054"/>
                      </a:cubicBezTo>
                      <a:cubicBezTo>
                        <a:pt x="71083" y="39053"/>
                        <a:pt x="71359" y="39050"/>
                        <a:pt x="71636" y="39044"/>
                      </a:cubicBezTo>
                      <a:cubicBezTo>
                        <a:pt x="71954" y="39038"/>
                        <a:pt x="72273" y="39035"/>
                        <a:pt x="72591" y="39036"/>
                      </a:cubicBezTo>
                      <a:cubicBezTo>
                        <a:pt x="72933" y="39036"/>
                        <a:pt x="73275" y="39033"/>
                        <a:pt x="73617" y="39029"/>
                      </a:cubicBezTo>
                      <a:cubicBezTo>
                        <a:pt x="73714" y="39028"/>
                        <a:pt x="73812" y="39028"/>
                        <a:pt x="73910" y="39028"/>
                      </a:cubicBezTo>
                      <a:cubicBezTo>
                        <a:pt x="74063" y="39028"/>
                        <a:pt x="74216" y="39025"/>
                        <a:pt x="74370" y="39021"/>
                      </a:cubicBezTo>
                      <a:cubicBezTo>
                        <a:pt x="74426" y="39020"/>
                        <a:pt x="74482" y="39019"/>
                        <a:pt x="74538" y="39019"/>
                      </a:cubicBezTo>
                      <a:cubicBezTo>
                        <a:pt x="74815" y="39020"/>
                        <a:pt x="75015" y="39007"/>
                        <a:pt x="75221" y="38808"/>
                      </a:cubicBezTo>
                      <a:cubicBezTo>
                        <a:pt x="75273" y="38752"/>
                        <a:pt x="75322" y="38694"/>
                        <a:pt x="75371" y="38636"/>
                      </a:cubicBezTo>
                      <a:cubicBezTo>
                        <a:pt x="75457" y="38542"/>
                        <a:pt x="75494" y="38510"/>
                        <a:pt x="75616" y="38488"/>
                      </a:cubicBezTo>
                      <a:cubicBezTo>
                        <a:pt x="75665" y="38487"/>
                        <a:pt x="75714" y="38487"/>
                        <a:pt x="75764" y="38486"/>
                      </a:cubicBezTo>
                      <a:cubicBezTo>
                        <a:pt x="75791" y="38486"/>
                        <a:pt x="75818" y="38486"/>
                        <a:pt x="75845" y="38485"/>
                      </a:cubicBezTo>
                      <a:cubicBezTo>
                        <a:pt x="75900" y="38485"/>
                        <a:pt x="75956" y="38486"/>
                        <a:pt x="76011" y="38487"/>
                      </a:cubicBezTo>
                      <a:cubicBezTo>
                        <a:pt x="76096" y="38490"/>
                        <a:pt x="76180" y="38487"/>
                        <a:pt x="76265" y="38485"/>
                      </a:cubicBezTo>
                      <a:cubicBezTo>
                        <a:pt x="76420" y="38484"/>
                        <a:pt x="76559" y="38493"/>
                        <a:pt x="76707" y="38542"/>
                      </a:cubicBezTo>
                      <a:cubicBezTo>
                        <a:pt x="76779" y="38648"/>
                        <a:pt x="76816" y="38750"/>
                        <a:pt x="76859" y="38870"/>
                      </a:cubicBezTo>
                      <a:cubicBezTo>
                        <a:pt x="76878" y="38899"/>
                        <a:pt x="76896" y="38928"/>
                        <a:pt x="76916" y="38958"/>
                      </a:cubicBezTo>
                      <a:cubicBezTo>
                        <a:pt x="77094" y="38994"/>
                        <a:pt x="77250" y="38950"/>
                        <a:pt x="77424" y="38906"/>
                      </a:cubicBezTo>
                      <a:cubicBezTo>
                        <a:pt x="77469" y="38898"/>
                        <a:pt x="77514" y="38890"/>
                        <a:pt x="77561" y="38881"/>
                      </a:cubicBezTo>
                      <a:cubicBezTo>
                        <a:pt x="77832" y="38821"/>
                        <a:pt x="77977" y="38746"/>
                        <a:pt x="78158" y="38534"/>
                      </a:cubicBezTo>
                      <a:cubicBezTo>
                        <a:pt x="78299" y="38379"/>
                        <a:pt x="78392" y="38309"/>
                        <a:pt x="78605" y="38294"/>
                      </a:cubicBezTo>
                      <a:cubicBezTo>
                        <a:pt x="78745" y="38292"/>
                        <a:pt x="78885" y="38299"/>
                        <a:pt x="79025" y="38307"/>
                      </a:cubicBezTo>
                      <a:cubicBezTo>
                        <a:pt x="79083" y="38309"/>
                        <a:pt x="79142" y="38311"/>
                        <a:pt x="79200" y="38313"/>
                      </a:cubicBezTo>
                      <a:cubicBezTo>
                        <a:pt x="79342" y="38317"/>
                        <a:pt x="79482" y="38325"/>
                        <a:pt x="79624" y="38333"/>
                      </a:cubicBezTo>
                      <a:cubicBezTo>
                        <a:pt x="79693" y="38608"/>
                        <a:pt x="79761" y="38883"/>
                        <a:pt x="79832" y="39167"/>
                      </a:cubicBezTo>
                      <a:cubicBezTo>
                        <a:pt x="79970" y="39160"/>
                        <a:pt x="80107" y="39154"/>
                        <a:pt x="80249" y="39147"/>
                      </a:cubicBezTo>
                      <a:cubicBezTo>
                        <a:pt x="80894" y="39118"/>
                        <a:pt x="81539" y="39092"/>
                        <a:pt x="82184" y="39066"/>
                      </a:cubicBezTo>
                      <a:cubicBezTo>
                        <a:pt x="82280" y="39062"/>
                        <a:pt x="82375" y="39059"/>
                        <a:pt x="82471" y="39055"/>
                      </a:cubicBezTo>
                      <a:cubicBezTo>
                        <a:pt x="84174" y="38986"/>
                        <a:pt x="85874" y="38950"/>
                        <a:pt x="87578" y="38959"/>
                      </a:cubicBezTo>
                      <a:cubicBezTo>
                        <a:pt x="87708" y="38959"/>
                        <a:pt x="87837" y="38960"/>
                        <a:pt x="87967" y="38960"/>
                      </a:cubicBezTo>
                      <a:cubicBezTo>
                        <a:pt x="88773" y="38964"/>
                        <a:pt x="89580" y="38969"/>
                        <a:pt x="90386" y="38980"/>
                      </a:cubicBezTo>
                      <a:cubicBezTo>
                        <a:pt x="90707" y="38984"/>
                        <a:pt x="91029" y="38987"/>
                        <a:pt x="91350" y="38989"/>
                      </a:cubicBezTo>
                      <a:cubicBezTo>
                        <a:pt x="91573" y="38990"/>
                        <a:pt x="91795" y="38994"/>
                        <a:pt x="92018" y="38998"/>
                      </a:cubicBezTo>
                      <a:cubicBezTo>
                        <a:pt x="92154" y="39001"/>
                        <a:pt x="92291" y="39001"/>
                        <a:pt x="92427" y="39002"/>
                      </a:cubicBezTo>
                      <a:cubicBezTo>
                        <a:pt x="92489" y="39002"/>
                        <a:pt x="92552" y="39003"/>
                        <a:pt x="92614" y="39005"/>
                      </a:cubicBezTo>
                      <a:cubicBezTo>
                        <a:pt x="93107" y="39020"/>
                        <a:pt x="93107" y="39020"/>
                        <a:pt x="93292" y="38865"/>
                      </a:cubicBezTo>
                      <a:cubicBezTo>
                        <a:pt x="93367" y="38792"/>
                        <a:pt x="93430" y="38718"/>
                        <a:pt x="93497" y="38636"/>
                      </a:cubicBezTo>
                      <a:cubicBezTo>
                        <a:pt x="93585" y="38538"/>
                        <a:pt x="93629" y="38510"/>
                        <a:pt x="93757" y="38488"/>
                      </a:cubicBezTo>
                      <a:cubicBezTo>
                        <a:pt x="93841" y="38484"/>
                        <a:pt x="93841" y="38484"/>
                        <a:pt x="93927" y="38486"/>
                      </a:cubicBezTo>
                      <a:cubicBezTo>
                        <a:pt x="93958" y="38486"/>
                        <a:pt x="93989" y="38486"/>
                        <a:pt x="94021" y="38485"/>
                      </a:cubicBezTo>
                      <a:cubicBezTo>
                        <a:pt x="94085" y="38485"/>
                        <a:pt x="94150" y="38486"/>
                        <a:pt x="94214" y="38487"/>
                      </a:cubicBezTo>
                      <a:cubicBezTo>
                        <a:pt x="94311" y="38490"/>
                        <a:pt x="94408" y="38487"/>
                        <a:pt x="94506" y="38485"/>
                      </a:cubicBezTo>
                      <a:cubicBezTo>
                        <a:pt x="94569" y="38485"/>
                        <a:pt x="94632" y="38485"/>
                        <a:pt x="94696" y="38486"/>
                      </a:cubicBezTo>
                      <a:cubicBezTo>
                        <a:pt x="94724" y="38485"/>
                        <a:pt x="94752" y="38485"/>
                        <a:pt x="94782" y="38484"/>
                      </a:cubicBezTo>
                      <a:cubicBezTo>
                        <a:pt x="94882" y="38489"/>
                        <a:pt x="94949" y="38500"/>
                        <a:pt x="95041" y="38542"/>
                      </a:cubicBezTo>
                      <a:cubicBezTo>
                        <a:pt x="95099" y="38609"/>
                        <a:pt x="95156" y="38678"/>
                        <a:pt x="95211" y="38748"/>
                      </a:cubicBezTo>
                      <a:cubicBezTo>
                        <a:pt x="95476" y="39030"/>
                        <a:pt x="95769" y="39022"/>
                        <a:pt x="96140" y="39037"/>
                      </a:cubicBezTo>
                      <a:cubicBezTo>
                        <a:pt x="96230" y="39040"/>
                        <a:pt x="96320" y="39042"/>
                        <a:pt x="96409" y="39045"/>
                      </a:cubicBezTo>
                      <a:cubicBezTo>
                        <a:pt x="96502" y="39049"/>
                        <a:pt x="96595" y="39053"/>
                        <a:pt x="96688" y="39057"/>
                      </a:cubicBezTo>
                      <a:cubicBezTo>
                        <a:pt x="96931" y="39067"/>
                        <a:pt x="97174" y="39076"/>
                        <a:pt x="97418" y="39084"/>
                      </a:cubicBezTo>
                      <a:cubicBezTo>
                        <a:pt x="97666" y="39092"/>
                        <a:pt x="97915" y="39103"/>
                        <a:pt x="98163" y="39113"/>
                      </a:cubicBezTo>
                      <a:cubicBezTo>
                        <a:pt x="98650" y="39133"/>
                        <a:pt x="99137" y="39150"/>
                        <a:pt x="99624" y="39167"/>
                      </a:cubicBezTo>
                      <a:cubicBezTo>
                        <a:pt x="99624" y="39579"/>
                        <a:pt x="99624" y="39992"/>
                        <a:pt x="99624" y="40417"/>
                      </a:cubicBezTo>
                      <a:cubicBezTo>
                        <a:pt x="99149" y="40431"/>
                        <a:pt x="98675" y="40442"/>
                        <a:pt x="98200" y="40449"/>
                      </a:cubicBezTo>
                      <a:cubicBezTo>
                        <a:pt x="97980" y="40452"/>
                        <a:pt x="97759" y="40457"/>
                        <a:pt x="97539" y="40464"/>
                      </a:cubicBezTo>
                      <a:cubicBezTo>
                        <a:pt x="95846" y="40517"/>
                        <a:pt x="95846" y="40517"/>
                        <a:pt x="95377" y="40107"/>
                      </a:cubicBezTo>
                      <a:cubicBezTo>
                        <a:pt x="95290" y="40024"/>
                        <a:pt x="95204" y="39941"/>
                        <a:pt x="95119" y="39856"/>
                      </a:cubicBezTo>
                      <a:cubicBezTo>
                        <a:pt x="94912" y="39685"/>
                        <a:pt x="94659" y="39701"/>
                        <a:pt x="94403" y="39714"/>
                      </a:cubicBezTo>
                      <a:cubicBezTo>
                        <a:pt x="94377" y="39712"/>
                        <a:pt x="94377" y="39712"/>
                        <a:pt x="94249" y="39706"/>
                      </a:cubicBezTo>
                      <a:cubicBezTo>
                        <a:pt x="94048" y="39709"/>
                        <a:pt x="93872" y="39716"/>
                        <a:pt x="93720" y="39856"/>
                      </a:cubicBezTo>
                      <a:cubicBezTo>
                        <a:pt x="93674" y="39909"/>
                        <a:pt x="93628" y="39963"/>
                        <a:pt x="93583" y="40018"/>
                      </a:cubicBezTo>
                      <a:cubicBezTo>
                        <a:pt x="93385" y="40254"/>
                        <a:pt x="93204" y="40446"/>
                        <a:pt x="92889" y="40486"/>
                      </a:cubicBezTo>
                      <a:cubicBezTo>
                        <a:pt x="92711" y="40495"/>
                        <a:pt x="92535" y="40491"/>
                        <a:pt x="92357" y="40485"/>
                      </a:cubicBezTo>
                      <a:cubicBezTo>
                        <a:pt x="92274" y="40484"/>
                        <a:pt x="92190" y="40484"/>
                        <a:pt x="92107" y="40484"/>
                      </a:cubicBezTo>
                      <a:cubicBezTo>
                        <a:pt x="91875" y="40483"/>
                        <a:pt x="91644" y="40478"/>
                        <a:pt x="91412" y="40472"/>
                      </a:cubicBezTo>
                      <a:cubicBezTo>
                        <a:pt x="91187" y="40467"/>
                        <a:pt x="90961" y="40465"/>
                        <a:pt x="90736" y="40462"/>
                      </a:cubicBezTo>
                      <a:cubicBezTo>
                        <a:pt x="90236" y="40456"/>
                        <a:pt x="89736" y="40446"/>
                        <a:pt x="89237" y="40435"/>
                      </a:cubicBezTo>
                      <a:cubicBezTo>
                        <a:pt x="88597" y="40421"/>
                        <a:pt x="87958" y="40410"/>
                        <a:pt x="87318" y="40400"/>
                      </a:cubicBezTo>
                      <a:cubicBezTo>
                        <a:pt x="86449" y="40387"/>
                        <a:pt x="85580" y="40372"/>
                        <a:pt x="84710" y="40355"/>
                      </a:cubicBezTo>
                      <a:cubicBezTo>
                        <a:pt x="84662" y="40355"/>
                        <a:pt x="84613" y="40354"/>
                        <a:pt x="84563" y="40353"/>
                      </a:cubicBezTo>
                      <a:cubicBezTo>
                        <a:pt x="84466" y="40351"/>
                        <a:pt x="84368" y="40349"/>
                        <a:pt x="84270" y="40347"/>
                      </a:cubicBezTo>
                      <a:cubicBezTo>
                        <a:pt x="83927" y="40340"/>
                        <a:pt x="83584" y="40334"/>
                        <a:pt x="83241" y="40329"/>
                      </a:cubicBezTo>
                      <a:cubicBezTo>
                        <a:pt x="82818" y="40322"/>
                        <a:pt x="82395" y="40314"/>
                        <a:pt x="81971" y="40304"/>
                      </a:cubicBezTo>
                      <a:cubicBezTo>
                        <a:pt x="81752" y="40298"/>
                        <a:pt x="81532" y="40294"/>
                        <a:pt x="81312" y="40291"/>
                      </a:cubicBezTo>
                      <a:cubicBezTo>
                        <a:pt x="81108" y="40288"/>
                        <a:pt x="80905" y="40284"/>
                        <a:pt x="80701" y="40278"/>
                      </a:cubicBezTo>
                      <a:cubicBezTo>
                        <a:pt x="80627" y="40276"/>
                        <a:pt x="80553" y="40275"/>
                        <a:pt x="80478" y="40274"/>
                      </a:cubicBezTo>
                      <a:cubicBezTo>
                        <a:pt x="79864" y="40270"/>
                        <a:pt x="79864" y="40270"/>
                        <a:pt x="79644" y="40057"/>
                      </a:cubicBezTo>
                      <a:cubicBezTo>
                        <a:pt x="79595" y="40002"/>
                        <a:pt x="79550" y="39944"/>
                        <a:pt x="79504" y="39886"/>
                      </a:cubicBezTo>
                      <a:cubicBezTo>
                        <a:pt x="79396" y="39770"/>
                        <a:pt x="79324" y="39755"/>
                        <a:pt x="79169" y="39736"/>
                      </a:cubicBezTo>
                      <a:cubicBezTo>
                        <a:pt x="79082" y="39735"/>
                        <a:pt x="78995" y="39736"/>
                        <a:pt x="78908" y="39740"/>
                      </a:cubicBezTo>
                      <a:cubicBezTo>
                        <a:pt x="78862" y="39740"/>
                        <a:pt x="78815" y="39741"/>
                        <a:pt x="78768" y="39742"/>
                      </a:cubicBezTo>
                      <a:cubicBezTo>
                        <a:pt x="78430" y="39760"/>
                        <a:pt x="78245" y="39844"/>
                        <a:pt x="77992" y="40059"/>
                      </a:cubicBezTo>
                      <a:cubicBezTo>
                        <a:pt x="77748" y="40247"/>
                        <a:pt x="77503" y="40248"/>
                        <a:pt x="77202" y="40248"/>
                      </a:cubicBezTo>
                      <a:cubicBezTo>
                        <a:pt x="77157" y="40248"/>
                        <a:pt x="77111" y="40248"/>
                        <a:pt x="77064" y="40248"/>
                      </a:cubicBezTo>
                      <a:cubicBezTo>
                        <a:pt x="76820" y="40239"/>
                        <a:pt x="76820" y="40239"/>
                        <a:pt x="76707" y="40208"/>
                      </a:cubicBezTo>
                      <a:cubicBezTo>
                        <a:pt x="76677" y="40173"/>
                        <a:pt x="76646" y="40137"/>
                        <a:pt x="76615" y="40101"/>
                      </a:cubicBezTo>
                      <a:cubicBezTo>
                        <a:pt x="76487" y="39989"/>
                        <a:pt x="76470" y="39986"/>
                        <a:pt x="76310" y="39992"/>
                      </a:cubicBezTo>
                      <a:cubicBezTo>
                        <a:pt x="76234" y="40000"/>
                        <a:pt x="76159" y="40008"/>
                        <a:pt x="76083" y="40018"/>
                      </a:cubicBezTo>
                      <a:cubicBezTo>
                        <a:pt x="76043" y="40022"/>
                        <a:pt x="76002" y="40027"/>
                        <a:pt x="75961" y="40031"/>
                      </a:cubicBezTo>
                      <a:cubicBezTo>
                        <a:pt x="75876" y="40041"/>
                        <a:pt x="75790" y="40051"/>
                        <a:pt x="75705" y="40062"/>
                      </a:cubicBezTo>
                      <a:cubicBezTo>
                        <a:pt x="75576" y="40078"/>
                        <a:pt x="75446" y="40092"/>
                        <a:pt x="75317" y="40106"/>
                      </a:cubicBezTo>
                      <a:cubicBezTo>
                        <a:pt x="75234" y="40115"/>
                        <a:pt x="75151" y="40125"/>
                        <a:pt x="75068" y="40135"/>
                      </a:cubicBezTo>
                      <a:cubicBezTo>
                        <a:pt x="75029" y="40139"/>
                        <a:pt x="74991" y="40143"/>
                        <a:pt x="74952" y="40148"/>
                      </a:cubicBezTo>
                      <a:cubicBezTo>
                        <a:pt x="74754" y="40174"/>
                        <a:pt x="74603" y="40214"/>
                        <a:pt x="74429" y="40314"/>
                      </a:cubicBezTo>
                      <a:cubicBezTo>
                        <a:pt x="74207" y="40427"/>
                        <a:pt x="74027" y="40446"/>
                        <a:pt x="73781" y="40444"/>
                      </a:cubicBezTo>
                      <a:cubicBezTo>
                        <a:pt x="73761" y="40444"/>
                        <a:pt x="73761" y="40444"/>
                        <a:pt x="73659" y="40445"/>
                      </a:cubicBezTo>
                      <a:cubicBezTo>
                        <a:pt x="73526" y="40446"/>
                        <a:pt x="73394" y="40445"/>
                        <a:pt x="73261" y="40444"/>
                      </a:cubicBezTo>
                      <a:cubicBezTo>
                        <a:pt x="73167" y="40444"/>
                        <a:pt x="73073" y="40445"/>
                        <a:pt x="72979" y="40445"/>
                      </a:cubicBezTo>
                      <a:cubicBezTo>
                        <a:pt x="72781" y="40445"/>
                        <a:pt x="72584" y="40445"/>
                        <a:pt x="72387" y="40444"/>
                      </a:cubicBezTo>
                      <a:cubicBezTo>
                        <a:pt x="72138" y="40443"/>
                        <a:pt x="71890" y="40443"/>
                        <a:pt x="71642" y="40445"/>
                      </a:cubicBezTo>
                      <a:cubicBezTo>
                        <a:pt x="69901" y="40452"/>
                        <a:pt x="69901" y="40452"/>
                        <a:pt x="69070" y="40360"/>
                      </a:cubicBezTo>
                      <a:cubicBezTo>
                        <a:pt x="69008" y="40353"/>
                        <a:pt x="68946" y="40348"/>
                        <a:pt x="68884" y="40343"/>
                      </a:cubicBezTo>
                      <a:cubicBezTo>
                        <a:pt x="68697" y="40328"/>
                        <a:pt x="68538" y="40307"/>
                        <a:pt x="68374" y="40208"/>
                      </a:cubicBezTo>
                      <a:cubicBezTo>
                        <a:pt x="68249" y="40021"/>
                        <a:pt x="68206" y="39801"/>
                        <a:pt x="68166" y="39583"/>
                      </a:cubicBezTo>
                      <a:cubicBezTo>
                        <a:pt x="68136" y="39596"/>
                        <a:pt x="68107" y="39608"/>
                        <a:pt x="68076" y="39621"/>
                      </a:cubicBezTo>
                      <a:cubicBezTo>
                        <a:pt x="66824" y="40119"/>
                        <a:pt x="65520" y="40058"/>
                        <a:pt x="64198" y="40042"/>
                      </a:cubicBezTo>
                      <a:cubicBezTo>
                        <a:pt x="63971" y="40040"/>
                        <a:pt x="63743" y="40038"/>
                        <a:pt x="63516" y="40036"/>
                      </a:cubicBezTo>
                      <a:cubicBezTo>
                        <a:pt x="62005" y="40028"/>
                        <a:pt x="60493" y="40011"/>
                        <a:pt x="58985" y="39928"/>
                      </a:cubicBezTo>
                      <a:cubicBezTo>
                        <a:pt x="58883" y="39922"/>
                        <a:pt x="58781" y="39917"/>
                        <a:pt x="58679" y="39912"/>
                      </a:cubicBezTo>
                      <a:cubicBezTo>
                        <a:pt x="57523" y="39856"/>
                        <a:pt x="57523" y="39856"/>
                        <a:pt x="57038" y="39460"/>
                      </a:cubicBezTo>
                      <a:cubicBezTo>
                        <a:pt x="56897" y="39362"/>
                        <a:pt x="56833" y="39350"/>
                        <a:pt x="56663" y="39365"/>
                      </a:cubicBezTo>
                      <a:cubicBezTo>
                        <a:pt x="56582" y="39383"/>
                        <a:pt x="56501" y="39404"/>
                        <a:pt x="56421" y="39427"/>
                      </a:cubicBezTo>
                      <a:cubicBezTo>
                        <a:pt x="56383" y="39435"/>
                        <a:pt x="56345" y="39444"/>
                        <a:pt x="56305" y="39452"/>
                      </a:cubicBezTo>
                      <a:cubicBezTo>
                        <a:pt x="56074" y="39509"/>
                        <a:pt x="55864" y="39586"/>
                        <a:pt x="55648" y="39684"/>
                      </a:cubicBezTo>
                      <a:cubicBezTo>
                        <a:pt x="55032" y="39960"/>
                        <a:pt x="54507" y="40067"/>
                        <a:pt x="53832" y="40054"/>
                      </a:cubicBezTo>
                      <a:cubicBezTo>
                        <a:pt x="53686" y="40052"/>
                        <a:pt x="53541" y="40054"/>
                        <a:pt x="53396" y="40057"/>
                      </a:cubicBezTo>
                      <a:cubicBezTo>
                        <a:pt x="52692" y="40059"/>
                        <a:pt x="51850" y="39946"/>
                        <a:pt x="51326" y="39425"/>
                      </a:cubicBezTo>
                      <a:cubicBezTo>
                        <a:pt x="51274" y="39370"/>
                        <a:pt x="51224" y="39314"/>
                        <a:pt x="51174" y="39258"/>
                      </a:cubicBezTo>
                      <a:cubicBezTo>
                        <a:pt x="50976" y="39038"/>
                        <a:pt x="50827" y="38907"/>
                        <a:pt x="50535" y="38842"/>
                      </a:cubicBezTo>
                      <a:cubicBezTo>
                        <a:pt x="50518" y="38838"/>
                        <a:pt x="50518" y="38838"/>
                        <a:pt x="50430" y="38817"/>
                      </a:cubicBezTo>
                      <a:cubicBezTo>
                        <a:pt x="49796" y="38684"/>
                        <a:pt x="49135" y="38679"/>
                        <a:pt x="48491" y="38646"/>
                      </a:cubicBezTo>
                      <a:cubicBezTo>
                        <a:pt x="47995" y="38620"/>
                        <a:pt x="47499" y="38591"/>
                        <a:pt x="47003" y="38549"/>
                      </a:cubicBezTo>
                      <a:cubicBezTo>
                        <a:pt x="46919" y="38542"/>
                        <a:pt x="46834" y="38536"/>
                        <a:pt x="46749" y="38530"/>
                      </a:cubicBezTo>
                      <a:cubicBezTo>
                        <a:pt x="46091" y="38482"/>
                        <a:pt x="46091" y="38482"/>
                        <a:pt x="45874" y="38333"/>
                      </a:cubicBezTo>
                      <a:cubicBezTo>
                        <a:pt x="45782" y="38170"/>
                        <a:pt x="45769" y="37994"/>
                        <a:pt x="45748" y="37810"/>
                      </a:cubicBezTo>
                      <a:cubicBezTo>
                        <a:pt x="45707" y="37535"/>
                        <a:pt x="45707" y="37535"/>
                        <a:pt x="45588" y="37434"/>
                      </a:cubicBezTo>
                      <a:cubicBezTo>
                        <a:pt x="45332" y="37301"/>
                        <a:pt x="45047" y="37240"/>
                        <a:pt x="44767" y="37175"/>
                      </a:cubicBezTo>
                      <a:cubicBezTo>
                        <a:pt x="44602" y="37133"/>
                        <a:pt x="44438" y="37089"/>
                        <a:pt x="44275" y="37044"/>
                      </a:cubicBezTo>
                      <a:cubicBezTo>
                        <a:pt x="44234" y="37032"/>
                        <a:pt x="44193" y="37021"/>
                        <a:pt x="44151" y="37010"/>
                      </a:cubicBezTo>
                      <a:cubicBezTo>
                        <a:pt x="43833" y="36913"/>
                        <a:pt x="43629" y="36757"/>
                        <a:pt x="43381" y="36540"/>
                      </a:cubicBezTo>
                      <a:cubicBezTo>
                        <a:pt x="43113" y="36312"/>
                        <a:pt x="42916" y="36213"/>
                        <a:pt x="42560" y="36223"/>
                      </a:cubicBezTo>
                      <a:cubicBezTo>
                        <a:pt x="42325" y="36243"/>
                        <a:pt x="42095" y="36277"/>
                        <a:pt x="41864" y="36315"/>
                      </a:cubicBezTo>
                      <a:cubicBezTo>
                        <a:pt x="41767" y="36328"/>
                        <a:pt x="41670" y="36341"/>
                        <a:pt x="41574" y="36354"/>
                      </a:cubicBezTo>
                      <a:cubicBezTo>
                        <a:pt x="41340" y="36385"/>
                        <a:pt x="41107" y="36420"/>
                        <a:pt x="40874" y="36458"/>
                      </a:cubicBezTo>
                      <a:cubicBezTo>
                        <a:pt x="40877" y="36415"/>
                        <a:pt x="40881" y="36371"/>
                        <a:pt x="40885" y="36326"/>
                      </a:cubicBezTo>
                      <a:cubicBezTo>
                        <a:pt x="40894" y="36158"/>
                        <a:pt x="40895" y="36000"/>
                        <a:pt x="40874" y="35833"/>
                      </a:cubicBezTo>
                      <a:cubicBezTo>
                        <a:pt x="40777" y="35747"/>
                        <a:pt x="40702" y="35729"/>
                        <a:pt x="40574" y="35716"/>
                      </a:cubicBezTo>
                      <a:cubicBezTo>
                        <a:pt x="40350" y="35687"/>
                        <a:pt x="40350" y="35687"/>
                        <a:pt x="40249" y="35625"/>
                      </a:cubicBezTo>
                      <a:cubicBezTo>
                        <a:pt x="40223" y="35552"/>
                        <a:pt x="40200" y="35478"/>
                        <a:pt x="40179" y="35403"/>
                      </a:cubicBezTo>
                      <a:cubicBezTo>
                        <a:pt x="40130" y="35289"/>
                        <a:pt x="40130" y="35289"/>
                        <a:pt x="40041" y="35208"/>
                      </a:cubicBezTo>
                      <a:cubicBezTo>
                        <a:pt x="39908" y="35201"/>
                        <a:pt x="39784" y="35229"/>
                        <a:pt x="39654" y="35256"/>
                      </a:cubicBezTo>
                      <a:cubicBezTo>
                        <a:pt x="38601" y="35455"/>
                        <a:pt x="38601" y="35455"/>
                        <a:pt x="38166" y="35208"/>
                      </a:cubicBezTo>
                      <a:cubicBezTo>
                        <a:pt x="37638" y="34691"/>
                        <a:pt x="37382" y="33866"/>
                        <a:pt x="37119" y="33191"/>
                      </a:cubicBezTo>
                      <a:cubicBezTo>
                        <a:pt x="36952" y="32766"/>
                        <a:pt x="36740" y="32386"/>
                        <a:pt x="36485" y="32007"/>
                      </a:cubicBezTo>
                      <a:cubicBezTo>
                        <a:pt x="36331" y="31772"/>
                        <a:pt x="36259" y="31618"/>
                        <a:pt x="36296" y="31335"/>
                      </a:cubicBezTo>
                      <a:cubicBezTo>
                        <a:pt x="36291" y="31250"/>
                        <a:pt x="36291" y="31250"/>
                        <a:pt x="36228" y="31192"/>
                      </a:cubicBezTo>
                      <a:cubicBezTo>
                        <a:pt x="36138" y="31147"/>
                        <a:pt x="36138" y="31147"/>
                        <a:pt x="36040" y="31111"/>
                      </a:cubicBezTo>
                      <a:cubicBezTo>
                        <a:pt x="35446" y="30885"/>
                        <a:pt x="34853" y="30460"/>
                        <a:pt x="34563" y="29877"/>
                      </a:cubicBezTo>
                      <a:cubicBezTo>
                        <a:pt x="34448" y="29569"/>
                        <a:pt x="34397" y="29249"/>
                        <a:pt x="34344" y="28926"/>
                      </a:cubicBezTo>
                      <a:cubicBezTo>
                        <a:pt x="34325" y="28821"/>
                        <a:pt x="34305" y="28717"/>
                        <a:pt x="34284" y="28613"/>
                      </a:cubicBezTo>
                      <a:cubicBezTo>
                        <a:pt x="34242" y="28392"/>
                        <a:pt x="34202" y="28171"/>
                        <a:pt x="34163" y="27949"/>
                      </a:cubicBezTo>
                      <a:cubicBezTo>
                        <a:pt x="34108" y="27629"/>
                        <a:pt x="34049" y="27311"/>
                        <a:pt x="33989" y="26992"/>
                      </a:cubicBezTo>
                      <a:cubicBezTo>
                        <a:pt x="33961" y="26844"/>
                        <a:pt x="33934" y="26697"/>
                        <a:pt x="33906" y="26549"/>
                      </a:cubicBezTo>
                      <a:cubicBezTo>
                        <a:pt x="33900" y="26520"/>
                        <a:pt x="33895" y="26490"/>
                        <a:pt x="33889" y="26460"/>
                      </a:cubicBezTo>
                      <a:cubicBezTo>
                        <a:pt x="33850" y="26252"/>
                        <a:pt x="33812" y="26044"/>
                        <a:pt x="33774" y="25835"/>
                      </a:cubicBezTo>
                      <a:cubicBezTo>
                        <a:pt x="33637" y="25079"/>
                        <a:pt x="33492" y="24325"/>
                        <a:pt x="33338" y="23572"/>
                      </a:cubicBezTo>
                      <a:cubicBezTo>
                        <a:pt x="33329" y="23525"/>
                        <a:pt x="33319" y="23478"/>
                        <a:pt x="33309" y="23429"/>
                      </a:cubicBezTo>
                      <a:cubicBezTo>
                        <a:pt x="33235" y="23068"/>
                        <a:pt x="33161" y="22706"/>
                        <a:pt x="33087" y="22345"/>
                      </a:cubicBezTo>
                      <a:cubicBezTo>
                        <a:pt x="33037" y="22101"/>
                        <a:pt x="32987" y="21856"/>
                        <a:pt x="32938" y="21612"/>
                      </a:cubicBezTo>
                      <a:cubicBezTo>
                        <a:pt x="32923" y="21535"/>
                        <a:pt x="32907" y="21459"/>
                        <a:pt x="32892" y="21382"/>
                      </a:cubicBezTo>
                      <a:cubicBezTo>
                        <a:pt x="32811" y="20987"/>
                        <a:pt x="32741" y="20596"/>
                        <a:pt x="32702" y="20194"/>
                      </a:cubicBezTo>
                      <a:cubicBezTo>
                        <a:pt x="32695" y="20125"/>
                        <a:pt x="32688" y="20057"/>
                        <a:pt x="32680" y="19989"/>
                      </a:cubicBezTo>
                      <a:cubicBezTo>
                        <a:pt x="32667" y="19862"/>
                        <a:pt x="32658" y="19736"/>
                        <a:pt x="32651" y="19609"/>
                      </a:cubicBezTo>
                      <a:cubicBezTo>
                        <a:pt x="32638" y="19447"/>
                        <a:pt x="32618" y="19313"/>
                        <a:pt x="32541" y="19167"/>
                      </a:cubicBezTo>
                      <a:cubicBezTo>
                        <a:pt x="32416" y="19091"/>
                        <a:pt x="32280" y="19062"/>
                        <a:pt x="32139" y="19029"/>
                      </a:cubicBezTo>
                      <a:cubicBezTo>
                        <a:pt x="31928" y="18976"/>
                        <a:pt x="31928" y="18976"/>
                        <a:pt x="31856" y="18874"/>
                      </a:cubicBezTo>
                      <a:cubicBezTo>
                        <a:pt x="31833" y="18762"/>
                        <a:pt x="31829" y="18662"/>
                        <a:pt x="31831" y="18548"/>
                      </a:cubicBezTo>
                      <a:cubicBezTo>
                        <a:pt x="31827" y="18464"/>
                        <a:pt x="31822" y="18379"/>
                        <a:pt x="31818" y="18294"/>
                      </a:cubicBezTo>
                      <a:cubicBezTo>
                        <a:pt x="31817" y="18250"/>
                        <a:pt x="31816" y="18205"/>
                        <a:pt x="31815" y="18159"/>
                      </a:cubicBezTo>
                      <a:cubicBezTo>
                        <a:pt x="31791" y="17261"/>
                        <a:pt x="31622" y="16475"/>
                        <a:pt x="31312" y="15634"/>
                      </a:cubicBezTo>
                      <a:cubicBezTo>
                        <a:pt x="31299" y="15598"/>
                        <a:pt x="31285" y="15561"/>
                        <a:pt x="31271" y="15524"/>
                      </a:cubicBezTo>
                      <a:cubicBezTo>
                        <a:pt x="31247" y="15458"/>
                        <a:pt x="31222" y="15392"/>
                        <a:pt x="31196" y="15327"/>
                      </a:cubicBezTo>
                      <a:cubicBezTo>
                        <a:pt x="31050" y="14946"/>
                        <a:pt x="30975" y="14572"/>
                        <a:pt x="30874" y="14167"/>
                      </a:cubicBezTo>
                      <a:cubicBezTo>
                        <a:pt x="30255" y="14167"/>
                        <a:pt x="29636" y="14167"/>
                        <a:pt x="28999" y="14167"/>
                      </a:cubicBezTo>
                      <a:cubicBezTo>
                        <a:pt x="28969" y="14420"/>
                        <a:pt x="28939" y="14674"/>
                        <a:pt x="28908" y="14935"/>
                      </a:cubicBezTo>
                      <a:cubicBezTo>
                        <a:pt x="28828" y="15590"/>
                        <a:pt x="28728" y="16231"/>
                        <a:pt x="28582" y="16875"/>
                      </a:cubicBezTo>
                      <a:cubicBezTo>
                        <a:pt x="28445" y="16875"/>
                        <a:pt x="28307" y="16875"/>
                        <a:pt x="28166" y="16875"/>
                      </a:cubicBezTo>
                      <a:cubicBezTo>
                        <a:pt x="28156" y="16938"/>
                        <a:pt x="28147" y="17001"/>
                        <a:pt x="28137" y="17065"/>
                      </a:cubicBezTo>
                      <a:cubicBezTo>
                        <a:pt x="27902" y="18602"/>
                        <a:pt x="27598" y="20106"/>
                        <a:pt x="27211" y="21612"/>
                      </a:cubicBezTo>
                      <a:cubicBezTo>
                        <a:pt x="27162" y="21800"/>
                        <a:pt x="27115" y="21989"/>
                        <a:pt x="27067" y="22178"/>
                      </a:cubicBezTo>
                      <a:cubicBezTo>
                        <a:pt x="26809" y="23204"/>
                        <a:pt x="26550" y="24230"/>
                        <a:pt x="26247" y="25244"/>
                      </a:cubicBezTo>
                      <a:cubicBezTo>
                        <a:pt x="26237" y="25276"/>
                        <a:pt x="26228" y="25307"/>
                        <a:pt x="26218" y="25340"/>
                      </a:cubicBezTo>
                      <a:cubicBezTo>
                        <a:pt x="26139" y="25604"/>
                        <a:pt x="26060" y="25869"/>
                        <a:pt x="25977" y="26132"/>
                      </a:cubicBezTo>
                      <a:cubicBezTo>
                        <a:pt x="25772" y="26790"/>
                        <a:pt x="25638" y="27419"/>
                        <a:pt x="25581" y="28108"/>
                      </a:cubicBezTo>
                      <a:cubicBezTo>
                        <a:pt x="25575" y="28177"/>
                        <a:pt x="25569" y="28246"/>
                        <a:pt x="25563" y="28315"/>
                      </a:cubicBezTo>
                      <a:cubicBezTo>
                        <a:pt x="25560" y="28348"/>
                        <a:pt x="25557" y="28382"/>
                        <a:pt x="25554" y="28417"/>
                      </a:cubicBezTo>
                      <a:cubicBezTo>
                        <a:pt x="25540" y="28585"/>
                        <a:pt x="25525" y="28752"/>
                        <a:pt x="25509" y="28919"/>
                      </a:cubicBezTo>
                      <a:cubicBezTo>
                        <a:pt x="25506" y="28951"/>
                        <a:pt x="25504" y="28984"/>
                        <a:pt x="25501" y="29016"/>
                      </a:cubicBezTo>
                      <a:cubicBezTo>
                        <a:pt x="25405" y="30051"/>
                        <a:pt x="25405" y="30051"/>
                        <a:pt x="25166" y="30292"/>
                      </a:cubicBezTo>
                      <a:cubicBezTo>
                        <a:pt x="24705" y="30590"/>
                        <a:pt x="24095" y="30512"/>
                        <a:pt x="23582" y="30417"/>
                      </a:cubicBezTo>
                      <a:cubicBezTo>
                        <a:pt x="23586" y="30460"/>
                        <a:pt x="23589" y="30503"/>
                        <a:pt x="23592" y="30547"/>
                      </a:cubicBezTo>
                      <a:cubicBezTo>
                        <a:pt x="23604" y="30707"/>
                        <a:pt x="23611" y="30868"/>
                        <a:pt x="23617" y="31028"/>
                      </a:cubicBezTo>
                      <a:cubicBezTo>
                        <a:pt x="23620" y="31098"/>
                        <a:pt x="23624" y="31167"/>
                        <a:pt x="23629" y="31236"/>
                      </a:cubicBezTo>
                      <a:cubicBezTo>
                        <a:pt x="23665" y="31706"/>
                        <a:pt x="23665" y="31706"/>
                        <a:pt x="23582" y="31875"/>
                      </a:cubicBezTo>
                      <a:cubicBezTo>
                        <a:pt x="23462" y="31959"/>
                        <a:pt x="23324" y="31981"/>
                        <a:pt x="23182" y="32010"/>
                      </a:cubicBezTo>
                      <a:cubicBezTo>
                        <a:pt x="23098" y="32030"/>
                        <a:pt x="23098" y="32030"/>
                        <a:pt x="22957" y="32083"/>
                      </a:cubicBezTo>
                      <a:cubicBezTo>
                        <a:pt x="22875" y="32262"/>
                        <a:pt x="22897" y="32425"/>
                        <a:pt x="22918" y="32617"/>
                      </a:cubicBezTo>
                      <a:cubicBezTo>
                        <a:pt x="22921" y="32666"/>
                        <a:pt x="22924" y="32715"/>
                        <a:pt x="22927" y="32765"/>
                      </a:cubicBezTo>
                      <a:cubicBezTo>
                        <a:pt x="22934" y="32885"/>
                        <a:pt x="22944" y="33005"/>
                        <a:pt x="22957" y="33125"/>
                      </a:cubicBezTo>
                      <a:cubicBezTo>
                        <a:pt x="22930" y="33118"/>
                        <a:pt x="22902" y="33110"/>
                        <a:pt x="22874" y="33103"/>
                      </a:cubicBezTo>
                      <a:cubicBezTo>
                        <a:pt x="22743" y="33083"/>
                        <a:pt x="22665" y="33077"/>
                        <a:pt x="22541" y="33125"/>
                      </a:cubicBezTo>
                      <a:cubicBezTo>
                        <a:pt x="22495" y="33225"/>
                        <a:pt x="22467" y="33308"/>
                        <a:pt x="22441" y="33413"/>
                      </a:cubicBezTo>
                      <a:cubicBezTo>
                        <a:pt x="22355" y="33751"/>
                        <a:pt x="22195" y="33903"/>
                        <a:pt x="21907" y="34094"/>
                      </a:cubicBezTo>
                      <a:cubicBezTo>
                        <a:pt x="21467" y="34389"/>
                        <a:pt x="21230" y="34645"/>
                        <a:pt x="21004" y="35130"/>
                      </a:cubicBezTo>
                      <a:cubicBezTo>
                        <a:pt x="20864" y="35414"/>
                        <a:pt x="20734" y="35621"/>
                        <a:pt x="20429" y="35728"/>
                      </a:cubicBezTo>
                      <a:cubicBezTo>
                        <a:pt x="20243" y="35784"/>
                        <a:pt x="20054" y="35827"/>
                        <a:pt x="19864" y="35867"/>
                      </a:cubicBezTo>
                      <a:cubicBezTo>
                        <a:pt x="19402" y="35964"/>
                        <a:pt x="19140" y="36056"/>
                        <a:pt x="18806" y="36402"/>
                      </a:cubicBezTo>
                      <a:cubicBezTo>
                        <a:pt x="18048" y="37185"/>
                        <a:pt x="16694" y="37172"/>
                        <a:pt x="15666" y="37292"/>
                      </a:cubicBezTo>
                      <a:cubicBezTo>
                        <a:pt x="15670" y="37319"/>
                        <a:pt x="15674" y="37346"/>
                        <a:pt x="15678" y="37375"/>
                      </a:cubicBezTo>
                      <a:cubicBezTo>
                        <a:pt x="15703" y="37664"/>
                        <a:pt x="15703" y="37664"/>
                        <a:pt x="15605" y="37781"/>
                      </a:cubicBezTo>
                      <a:cubicBezTo>
                        <a:pt x="15511" y="37845"/>
                        <a:pt x="15418" y="37893"/>
                        <a:pt x="15315" y="37940"/>
                      </a:cubicBezTo>
                      <a:cubicBezTo>
                        <a:pt x="15278" y="37958"/>
                        <a:pt x="15241" y="37975"/>
                        <a:pt x="15202" y="37994"/>
                      </a:cubicBezTo>
                      <a:cubicBezTo>
                        <a:pt x="14781" y="38174"/>
                        <a:pt x="14365" y="38181"/>
                        <a:pt x="13914" y="38168"/>
                      </a:cubicBezTo>
                      <a:cubicBezTo>
                        <a:pt x="13777" y="38164"/>
                        <a:pt x="13641" y="38164"/>
                        <a:pt x="13504" y="38164"/>
                      </a:cubicBezTo>
                      <a:cubicBezTo>
                        <a:pt x="13415" y="38163"/>
                        <a:pt x="13326" y="38161"/>
                        <a:pt x="13236" y="38160"/>
                      </a:cubicBezTo>
                      <a:cubicBezTo>
                        <a:pt x="13197" y="38160"/>
                        <a:pt x="13157" y="38160"/>
                        <a:pt x="13116" y="38159"/>
                      </a:cubicBezTo>
                      <a:cubicBezTo>
                        <a:pt x="12877" y="38151"/>
                        <a:pt x="12677" y="38105"/>
                        <a:pt x="12454" y="38022"/>
                      </a:cubicBezTo>
                      <a:cubicBezTo>
                        <a:pt x="12090" y="37889"/>
                        <a:pt x="11734" y="37875"/>
                        <a:pt x="11348" y="37867"/>
                      </a:cubicBezTo>
                      <a:cubicBezTo>
                        <a:pt x="11313" y="37866"/>
                        <a:pt x="11277" y="37865"/>
                        <a:pt x="11240" y="37864"/>
                      </a:cubicBezTo>
                      <a:cubicBezTo>
                        <a:pt x="11052" y="37860"/>
                        <a:pt x="10864" y="37857"/>
                        <a:pt x="10676" y="37855"/>
                      </a:cubicBezTo>
                      <a:cubicBezTo>
                        <a:pt x="10521" y="37853"/>
                        <a:pt x="10366" y="37849"/>
                        <a:pt x="10212" y="37842"/>
                      </a:cubicBezTo>
                      <a:cubicBezTo>
                        <a:pt x="8959" y="37790"/>
                        <a:pt x="8959" y="37790"/>
                        <a:pt x="8682" y="37999"/>
                      </a:cubicBezTo>
                      <a:cubicBezTo>
                        <a:pt x="8523" y="38198"/>
                        <a:pt x="8460" y="38411"/>
                        <a:pt x="8402" y="38656"/>
                      </a:cubicBezTo>
                      <a:cubicBezTo>
                        <a:pt x="8357" y="38807"/>
                        <a:pt x="8296" y="38872"/>
                        <a:pt x="8166" y="38958"/>
                      </a:cubicBezTo>
                      <a:cubicBezTo>
                        <a:pt x="8030" y="38993"/>
                        <a:pt x="7896" y="39002"/>
                        <a:pt x="7757" y="39010"/>
                      </a:cubicBezTo>
                      <a:cubicBezTo>
                        <a:pt x="7675" y="39016"/>
                        <a:pt x="7593" y="39023"/>
                        <a:pt x="7511" y="39030"/>
                      </a:cubicBezTo>
                      <a:cubicBezTo>
                        <a:pt x="7383" y="39040"/>
                        <a:pt x="7255" y="39049"/>
                        <a:pt x="7127" y="39058"/>
                      </a:cubicBezTo>
                      <a:cubicBezTo>
                        <a:pt x="7003" y="39066"/>
                        <a:pt x="6879" y="39077"/>
                        <a:pt x="6755" y="39088"/>
                      </a:cubicBezTo>
                      <a:cubicBezTo>
                        <a:pt x="6736" y="39089"/>
                        <a:pt x="6736" y="39089"/>
                        <a:pt x="6642" y="39093"/>
                      </a:cubicBezTo>
                      <a:cubicBezTo>
                        <a:pt x="6369" y="39119"/>
                        <a:pt x="6214" y="39215"/>
                        <a:pt x="6001" y="39375"/>
                      </a:cubicBezTo>
                      <a:cubicBezTo>
                        <a:pt x="5632" y="39644"/>
                        <a:pt x="5281" y="39652"/>
                        <a:pt x="4837" y="39662"/>
                      </a:cubicBezTo>
                      <a:cubicBezTo>
                        <a:pt x="4759" y="39666"/>
                        <a:pt x="4681" y="39669"/>
                        <a:pt x="4603" y="39673"/>
                      </a:cubicBezTo>
                      <a:cubicBezTo>
                        <a:pt x="4400" y="39683"/>
                        <a:pt x="4196" y="39690"/>
                        <a:pt x="3993" y="39696"/>
                      </a:cubicBezTo>
                      <a:cubicBezTo>
                        <a:pt x="3666" y="39707"/>
                        <a:pt x="3339" y="39721"/>
                        <a:pt x="3012" y="39736"/>
                      </a:cubicBezTo>
                      <a:cubicBezTo>
                        <a:pt x="2899" y="39740"/>
                        <a:pt x="2785" y="39744"/>
                        <a:pt x="2671" y="39747"/>
                      </a:cubicBezTo>
                      <a:cubicBezTo>
                        <a:pt x="2602" y="39750"/>
                        <a:pt x="2532" y="39753"/>
                        <a:pt x="2463" y="39755"/>
                      </a:cubicBezTo>
                      <a:cubicBezTo>
                        <a:pt x="2447" y="39756"/>
                        <a:pt x="2447" y="39756"/>
                        <a:pt x="2368" y="39757"/>
                      </a:cubicBezTo>
                      <a:cubicBezTo>
                        <a:pt x="2353" y="39758"/>
                        <a:pt x="2353" y="39758"/>
                        <a:pt x="2279" y="39761"/>
                      </a:cubicBezTo>
                      <a:cubicBezTo>
                        <a:pt x="2254" y="39762"/>
                        <a:pt x="2229" y="39763"/>
                        <a:pt x="2203" y="39764"/>
                      </a:cubicBezTo>
                      <a:cubicBezTo>
                        <a:pt x="2076" y="39809"/>
                        <a:pt x="1993" y="39893"/>
                        <a:pt x="1916" y="40000"/>
                      </a:cubicBezTo>
                      <a:cubicBezTo>
                        <a:pt x="1876" y="40111"/>
                        <a:pt x="1863" y="40223"/>
                        <a:pt x="1850" y="40339"/>
                      </a:cubicBezTo>
                      <a:cubicBezTo>
                        <a:pt x="1845" y="40371"/>
                        <a:pt x="1841" y="40404"/>
                        <a:pt x="1837" y="40436"/>
                      </a:cubicBezTo>
                      <a:cubicBezTo>
                        <a:pt x="1823" y="40538"/>
                        <a:pt x="1811" y="40640"/>
                        <a:pt x="1799" y="40742"/>
                      </a:cubicBezTo>
                      <a:cubicBezTo>
                        <a:pt x="1789" y="40811"/>
                        <a:pt x="1780" y="40881"/>
                        <a:pt x="1771" y="40950"/>
                      </a:cubicBezTo>
                      <a:cubicBezTo>
                        <a:pt x="1749" y="41119"/>
                        <a:pt x="1728" y="41289"/>
                        <a:pt x="1707" y="41458"/>
                      </a:cubicBezTo>
                      <a:cubicBezTo>
                        <a:pt x="1732" y="41458"/>
                        <a:pt x="1757" y="41458"/>
                        <a:pt x="1783" y="41458"/>
                      </a:cubicBezTo>
                      <a:cubicBezTo>
                        <a:pt x="3895" y="41457"/>
                        <a:pt x="6007" y="41456"/>
                        <a:pt x="8120" y="41455"/>
                      </a:cubicBezTo>
                      <a:cubicBezTo>
                        <a:pt x="8161" y="41455"/>
                        <a:pt x="8203" y="41455"/>
                        <a:pt x="8246" y="41455"/>
                      </a:cubicBezTo>
                      <a:cubicBezTo>
                        <a:pt x="12783" y="41453"/>
                        <a:pt x="17319" y="41451"/>
                        <a:pt x="21855" y="41450"/>
                      </a:cubicBezTo>
                      <a:cubicBezTo>
                        <a:pt x="21956" y="41450"/>
                        <a:pt x="22059" y="41449"/>
                        <a:pt x="22161" y="41449"/>
                      </a:cubicBezTo>
                      <a:cubicBezTo>
                        <a:pt x="24280" y="41449"/>
                        <a:pt x="26399" y="41448"/>
                        <a:pt x="28519" y="41448"/>
                      </a:cubicBezTo>
                      <a:cubicBezTo>
                        <a:pt x="28599" y="41448"/>
                        <a:pt x="28680" y="41448"/>
                        <a:pt x="28760" y="41448"/>
                      </a:cubicBezTo>
                      <a:cubicBezTo>
                        <a:pt x="28773" y="41448"/>
                        <a:pt x="28773" y="41448"/>
                        <a:pt x="28841" y="41448"/>
                      </a:cubicBezTo>
                      <a:cubicBezTo>
                        <a:pt x="29840" y="41447"/>
                        <a:pt x="30839" y="41447"/>
                        <a:pt x="31838" y="41447"/>
                      </a:cubicBezTo>
                      <a:cubicBezTo>
                        <a:pt x="31947" y="41447"/>
                        <a:pt x="32055" y="41447"/>
                        <a:pt x="32164" y="41447"/>
                      </a:cubicBezTo>
                      <a:cubicBezTo>
                        <a:pt x="34693" y="41446"/>
                        <a:pt x="37222" y="41445"/>
                        <a:pt x="39751" y="41444"/>
                      </a:cubicBezTo>
                      <a:cubicBezTo>
                        <a:pt x="39764" y="41444"/>
                        <a:pt x="39764" y="41444"/>
                        <a:pt x="39830" y="41444"/>
                      </a:cubicBezTo>
                      <a:cubicBezTo>
                        <a:pt x="40461" y="41444"/>
                        <a:pt x="41093" y="41443"/>
                        <a:pt x="41725" y="41443"/>
                      </a:cubicBezTo>
                      <a:cubicBezTo>
                        <a:pt x="45493" y="41441"/>
                        <a:pt x="49261" y="41439"/>
                        <a:pt x="57015" y="41438"/>
                      </a:cubicBezTo>
                      <a:cubicBezTo>
                        <a:pt x="57168" y="41438"/>
                        <a:pt x="57321" y="41438"/>
                        <a:pt x="57474" y="41438"/>
                      </a:cubicBezTo>
                      <a:cubicBezTo>
                        <a:pt x="62326" y="41438"/>
                        <a:pt x="67179" y="41439"/>
                        <a:pt x="99416" y="41667"/>
                      </a:cubicBezTo>
                      <a:cubicBezTo>
                        <a:pt x="99484" y="42010"/>
                        <a:pt x="99553" y="42354"/>
                        <a:pt x="99624" y="42708"/>
                      </a:cubicBezTo>
                      <a:cubicBezTo>
                        <a:pt x="99504" y="42675"/>
                        <a:pt x="99384" y="42641"/>
                        <a:pt x="99261" y="42606"/>
                      </a:cubicBezTo>
                      <a:cubicBezTo>
                        <a:pt x="98813" y="42489"/>
                        <a:pt x="98390" y="42471"/>
                        <a:pt x="97930" y="42474"/>
                      </a:cubicBezTo>
                      <a:cubicBezTo>
                        <a:pt x="97846" y="42474"/>
                        <a:pt x="97762" y="42474"/>
                        <a:pt x="97679" y="42474"/>
                      </a:cubicBezTo>
                      <a:cubicBezTo>
                        <a:pt x="97450" y="42473"/>
                        <a:pt x="97221" y="42474"/>
                        <a:pt x="96993" y="42475"/>
                      </a:cubicBezTo>
                      <a:cubicBezTo>
                        <a:pt x="96743" y="42475"/>
                        <a:pt x="96494" y="42475"/>
                        <a:pt x="96245" y="42474"/>
                      </a:cubicBezTo>
                      <a:cubicBezTo>
                        <a:pt x="95808" y="42474"/>
                        <a:pt x="95372" y="42474"/>
                        <a:pt x="94935" y="42475"/>
                      </a:cubicBezTo>
                      <a:cubicBezTo>
                        <a:pt x="94467" y="42476"/>
                        <a:pt x="93999" y="42476"/>
                        <a:pt x="93531" y="42476"/>
                      </a:cubicBezTo>
                      <a:cubicBezTo>
                        <a:pt x="93502" y="42476"/>
                        <a:pt x="93472" y="42476"/>
                        <a:pt x="93442" y="42476"/>
                      </a:cubicBezTo>
                      <a:cubicBezTo>
                        <a:pt x="93291" y="42476"/>
                        <a:pt x="93139" y="42476"/>
                        <a:pt x="92988" y="42476"/>
                      </a:cubicBezTo>
                      <a:cubicBezTo>
                        <a:pt x="91896" y="42476"/>
                        <a:pt x="90805" y="42477"/>
                        <a:pt x="89713" y="42478"/>
                      </a:cubicBezTo>
                      <a:cubicBezTo>
                        <a:pt x="88632" y="42479"/>
                        <a:pt x="87551" y="42480"/>
                        <a:pt x="86470" y="42480"/>
                      </a:cubicBezTo>
                      <a:cubicBezTo>
                        <a:pt x="86437" y="42480"/>
                        <a:pt x="86403" y="42480"/>
                        <a:pt x="86368" y="42480"/>
                      </a:cubicBezTo>
                      <a:cubicBezTo>
                        <a:pt x="86061" y="42480"/>
                        <a:pt x="85755" y="42480"/>
                        <a:pt x="85448" y="42480"/>
                      </a:cubicBezTo>
                      <a:cubicBezTo>
                        <a:pt x="84685" y="42481"/>
                        <a:pt x="83922" y="42481"/>
                        <a:pt x="83159" y="42481"/>
                      </a:cubicBezTo>
                      <a:cubicBezTo>
                        <a:pt x="83124" y="42481"/>
                        <a:pt x="83090" y="42481"/>
                        <a:pt x="83054" y="42481"/>
                      </a:cubicBezTo>
                      <a:cubicBezTo>
                        <a:pt x="81365" y="42482"/>
                        <a:pt x="79677" y="42483"/>
                        <a:pt x="77989" y="42484"/>
                      </a:cubicBezTo>
                      <a:cubicBezTo>
                        <a:pt x="77403" y="42485"/>
                        <a:pt x="76817" y="42485"/>
                        <a:pt x="76231" y="42486"/>
                      </a:cubicBezTo>
                      <a:cubicBezTo>
                        <a:pt x="76195" y="42486"/>
                        <a:pt x="76159" y="42486"/>
                        <a:pt x="76121" y="42486"/>
                      </a:cubicBezTo>
                      <a:cubicBezTo>
                        <a:pt x="74431" y="42487"/>
                        <a:pt x="72742" y="42488"/>
                        <a:pt x="71052" y="42489"/>
                      </a:cubicBezTo>
                      <a:cubicBezTo>
                        <a:pt x="70942" y="42489"/>
                        <a:pt x="70833" y="42489"/>
                        <a:pt x="70723" y="42489"/>
                      </a:cubicBezTo>
                      <a:cubicBezTo>
                        <a:pt x="69996" y="42489"/>
                        <a:pt x="69269" y="42489"/>
                        <a:pt x="68541" y="42489"/>
                      </a:cubicBezTo>
                      <a:cubicBezTo>
                        <a:pt x="67094" y="42490"/>
                        <a:pt x="65648" y="42491"/>
                        <a:pt x="64201" y="42491"/>
                      </a:cubicBezTo>
                      <a:cubicBezTo>
                        <a:pt x="64132" y="42491"/>
                        <a:pt x="64063" y="42491"/>
                        <a:pt x="63994" y="42491"/>
                      </a:cubicBezTo>
                      <a:cubicBezTo>
                        <a:pt x="60893" y="42493"/>
                        <a:pt x="57793" y="42494"/>
                        <a:pt x="54692" y="42497"/>
                      </a:cubicBezTo>
                      <a:cubicBezTo>
                        <a:pt x="54663" y="42497"/>
                        <a:pt x="54634" y="42497"/>
                        <a:pt x="54604" y="42497"/>
                      </a:cubicBezTo>
                      <a:cubicBezTo>
                        <a:pt x="53152" y="42498"/>
                        <a:pt x="51701" y="42499"/>
                        <a:pt x="50249" y="42500"/>
                      </a:cubicBezTo>
                      <a:cubicBezTo>
                        <a:pt x="50249" y="42844"/>
                        <a:pt x="50249" y="43188"/>
                        <a:pt x="50249" y="43542"/>
                      </a:cubicBezTo>
                      <a:cubicBezTo>
                        <a:pt x="50111" y="43542"/>
                        <a:pt x="49974" y="43542"/>
                        <a:pt x="49832" y="43542"/>
                      </a:cubicBezTo>
                      <a:cubicBezTo>
                        <a:pt x="49764" y="43267"/>
                        <a:pt x="49695" y="42992"/>
                        <a:pt x="49624" y="42708"/>
                      </a:cubicBezTo>
                      <a:cubicBezTo>
                        <a:pt x="41649" y="42708"/>
                        <a:pt x="33674" y="42708"/>
                        <a:pt x="25457" y="42708"/>
                      </a:cubicBezTo>
                      <a:cubicBezTo>
                        <a:pt x="25389" y="43052"/>
                        <a:pt x="25320" y="43396"/>
                        <a:pt x="25249" y="43750"/>
                      </a:cubicBezTo>
                      <a:cubicBezTo>
                        <a:pt x="24974" y="43750"/>
                        <a:pt x="24699" y="43750"/>
                        <a:pt x="24416" y="43750"/>
                      </a:cubicBezTo>
                      <a:cubicBezTo>
                        <a:pt x="24416" y="43337"/>
                        <a:pt x="24416" y="42925"/>
                        <a:pt x="24416" y="42500"/>
                      </a:cubicBezTo>
                      <a:cubicBezTo>
                        <a:pt x="16922" y="42569"/>
                        <a:pt x="9428" y="42637"/>
                        <a:pt x="1707" y="42708"/>
                      </a:cubicBezTo>
                      <a:cubicBezTo>
                        <a:pt x="1639" y="43052"/>
                        <a:pt x="1570" y="43396"/>
                        <a:pt x="1499" y="43750"/>
                      </a:cubicBezTo>
                      <a:cubicBezTo>
                        <a:pt x="1155" y="43681"/>
                        <a:pt x="811" y="43613"/>
                        <a:pt x="457" y="43542"/>
                      </a:cubicBezTo>
                      <a:cubicBezTo>
                        <a:pt x="457" y="43267"/>
                        <a:pt x="457" y="42992"/>
                        <a:pt x="457" y="42708"/>
                      </a:cubicBezTo>
                      <a:cubicBezTo>
                        <a:pt x="320" y="42708"/>
                        <a:pt x="182" y="42708"/>
                        <a:pt x="41" y="42708"/>
                      </a:cubicBezTo>
                      <a:cubicBezTo>
                        <a:pt x="55" y="42648"/>
                        <a:pt x="70" y="42587"/>
                        <a:pt x="85" y="42525"/>
                      </a:cubicBezTo>
                      <a:cubicBezTo>
                        <a:pt x="242" y="41842"/>
                        <a:pt x="279" y="41185"/>
                        <a:pt x="276" y="40487"/>
                      </a:cubicBezTo>
                      <a:cubicBezTo>
                        <a:pt x="276" y="40334"/>
                        <a:pt x="276" y="40180"/>
                        <a:pt x="277" y="40027"/>
                      </a:cubicBezTo>
                      <a:cubicBezTo>
                        <a:pt x="278" y="39729"/>
                        <a:pt x="278" y="39431"/>
                        <a:pt x="277" y="39132"/>
                      </a:cubicBezTo>
                      <a:cubicBezTo>
                        <a:pt x="277" y="38889"/>
                        <a:pt x="277" y="38646"/>
                        <a:pt x="277" y="38404"/>
                      </a:cubicBezTo>
                      <a:cubicBezTo>
                        <a:pt x="277" y="38369"/>
                        <a:pt x="277" y="38334"/>
                        <a:pt x="277" y="38298"/>
                      </a:cubicBezTo>
                      <a:cubicBezTo>
                        <a:pt x="277" y="38227"/>
                        <a:pt x="277" y="38156"/>
                        <a:pt x="277" y="38086"/>
                      </a:cubicBezTo>
                      <a:cubicBezTo>
                        <a:pt x="278" y="37425"/>
                        <a:pt x="277" y="36764"/>
                        <a:pt x="276" y="36103"/>
                      </a:cubicBezTo>
                      <a:cubicBezTo>
                        <a:pt x="275" y="35539"/>
                        <a:pt x="275" y="34974"/>
                        <a:pt x="276" y="34409"/>
                      </a:cubicBezTo>
                      <a:cubicBezTo>
                        <a:pt x="277" y="33750"/>
                        <a:pt x="278" y="33092"/>
                        <a:pt x="277" y="32433"/>
                      </a:cubicBezTo>
                      <a:cubicBezTo>
                        <a:pt x="277" y="32363"/>
                        <a:pt x="277" y="32292"/>
                        <a:pt x="277" y="32221"/>
                      </a:cubicBezTo>
                      <a:cubicBezTo>
                        <a:pt x="277" y="32187"/>
                        <a:pt x="277" y="32152"/>
                        <a:pt x="277" y="32116"/>
                      </a:cubicBezTo>
                      <a:cubicBezTo>
                        <a:pt x="276" y="31874"/>
                        <a:pt x="277" y="31632"/>
                        <a:pt x="277" y="31390"/>
                      </a:cubicBezTo>
                      <a:cubicBezTo>
                        <a:pt x="278" y="31094"/>
                        <a:pt x="278" y="30799"/>
                        <a:pt x="277" y="30503"/>
                      </a:cubicBezTo>
                      <a:cubicBezTo>
                        <a:pt x="276" y="30353"/>
                        <a:pt x="276" y="30202"/>
                        <a:pt x="277" y="30052"/>
                      </a:cubicBezTo>
                      <a:cubicBezTo>
                        <a:pt x="279" y="29432"/>
                        <a:pt x="257" y="28844"/>
                        <a:pt x="95" y="28241"/>
                      </a:cubicBezTo>
                      <a:cubicBezTo>
                        <a:pt x="67" y="28130"/>
                        <a:pt x="43" y="28030"/>
                        <a:pt x="41" y="27917"/>
                      </a:cubicBezTo>
                      <a:cubicBezTo>
                        <a:pt x="109" y="27846"/>
                        <a:pt x="178" y="27777"/>
                        <a:pt x="249" y="27708"/>
                      </a:cubicBezTo>
                      <a:cubicBezTo>
                        <a:pt x="282" y="27539"/>
                        <a:pt x="277" y="27370"/>
                        <a:pt x="275" y="27199"/>
                      </a:cubicBezTo>
                      <a:cubicBezTo>
                        <a:pt x="276" y="27146"/>
                        <a:pt x="276" y="27093"/>
                        <a:pt x="276" y="27040"/>
                      </a:cubicBezTo>
                      <a:cubicBezTo>
                        <a:pt x="277" y="26895"/>
                        <a:pt x="277" y="26750"/>
                        <a:pt x="276" y="26604"/>
                      </a:cubicBezTo>
                      <a:cubicBezTo>
                        <a:pt x="276" y="26448"/>
                        <a:pt x="276" y="26291"/>
                        <a:pt x="277" y="26134"/>
                      </a:cubicBezTo>
                      <a:cubicBezTo>
                        <a:pt x="278" y="25827"/>
                        <a:pt x="278" y="25520"/>
                        <a:pt x="277" y="25213"/>
                      </a:cubicBezTo>
                      <a:cubicBezTo>
                        <a:pt x="277" y="24963"/>
                        <a:pt x="277" y="24714"/>
                        <a:pt x="277" y="24464"/>
                      </a:cubicBezTo>
                      <a:cubicBezTo>
                        <a:pt x="277" y="24428"/>
                        <a:pt x="277" y="24392"/>
                        <a:pt x="277" y="24356"/>
                      </a:cubicBezTo>
                      <a:cubicBezTo>
                        <a:pt x="277" y="24284"/>
                        <a:pt x="277" y="24211"/>
                        <a:pt x="277" y="24139"/>
                      </a:cubicBezTo>
                      <a:cubicBezTo>
                        <a:pt x="278" y="23461"/>
                        <a:pt x="277" y="22782"/>
                        <a:pt x="276" y="22104"/>
                      </a:cubicBezTo>
                      <a:cubicBezTo>
                        <a:pt x="275" y="21523"/>
                        <a:pt x="275" y="20942"/>
                        <a:pt x="276" y="20362"/>
                      </a:cubicBezTo>
                      <a:cubicBezTo>
                        <a:pt x="277" y="19687"/>
                        <a:pt x="278" y="19012"/>
                        <a:pt x="277" y="18337"/>
                      </a:cubicBezTo>
                      <a:cubicBezTo>
                        <a:pt x="277" y="18264"/>
                        <a:pt x="277" y="18192"/>
                        <a:pt x="277" y="18120"/>
                      </a:cubicBezTo>
                      <a:cubicBezTo>
                        <a:pt x="277" y="18084"/>
                        <a:pt x="277" y="18049"/>
                        <a:pt x="277" y="18012"/>
                      </a:cubicBezTo>
                      <a:cubicBezTo>
                        <a:pt x="276" y="17763"/>
                        <a:pt x="277" y="17514"/>
                        <a:pt x="277" y="17266"/>
                      </a:cubicBezTo>
                      <a:cubicBezTo>
                        <a:pt x="278" y="16961"/>
                        <a:pt x="278" y="16657"/>
                        <a:pt x="277" y="16353"/>
                      </a:cubicBezTo>
                      <a:cubicBezTo>
                        <a:pt x="276" y="16197"/>
                        <a:pt x="276" y="16043"/>
                        <a:pt x="277" y="15888"/>
                      </a:cubicBezTo>
                      <a:cubicBezTo>
                        <a:pt x="279" y="15220"/>
                        <a:pt x="249" y="14600"/>
                        <a:pt x="41" y="13958"/>
                      </a:cubicBezTo>
                      <a:cubicBezTo>
                        <a:pt x="85" y="13957"/>
                        <a:pt x="130" y="13955"/>
                        <a:pt x="175" y="13954"/>
                      </a:cubicBezTo>
                      <a:cubicBezTo>
                        <a:pt x="366" y="13931"/>
                        <a:pt x="531" y="13894"/>
                        <a:pt x="666" y="13750"/>
                      </a:cubicBezTo>
                      <a:cubicBezTo>
                        <a:pt x="786" y="13417"/>
                        <a:pt x="738" y="13025"/>
                        <a:pt x="727" y="12675"/>
                      </a:cubicBezTo>
                      <a:cubicBezTo>
                        <a:pt x="722" y="12523"/>
                        <a:pt x="721" y="12370"/>
                        <a:pt x="720" y="12218"/>
                      </a:cubicBezTo>
                      <a:cubicBezTo>
                        <a:pt x="717" y="11919"/>
                        <a:pt x="711" y="11621"/>
                        <a:pt x="703" y="11322"/>
                      </a:cubicBezTo>
                      <a:cubicBezTo>
                        <a:pt x="695" y="10975"/>
                        <a:pt x="689" y="10627"/>
                        <a:pt x="684" y="10279"/>
                      </a:cubicBezTo>
                      <a:cubicBezTo>
                        <a:pt x="674" y="9658"/>
                        <a:pt x="661" y="9037"/>
                        <a:pt x="647" y="8417"/>
                      </a:cubicBezTo>
                      <a:cubicBezTo>
                        <a:pt x="632" y="7815"/>
                        <a:pt x="621" y="7213"/>
                        <a:pt x="612" y="6611"/>
                      </a:cubicBezTo>
                      <a:cubicBezTo>
                        <a:pt x="602" y="5955"/>
                        <a:pt x="591" y="5299"/>
                        <a:pt x="578" y="4644"/>
                      </a:cubicBezTo>
                      <a:cubicBezTo>
                        <a:pt x="576" y="4574"/>
                        <a:pt x="575" y="4504"/>
                        <a:pt x="574" y="4434"/>
                      </a:cubicBezTo>
                      <a:cubicBezTo>
                        <a:pt x="573" y="4399"/>
                        <a:pt x="572" y="4365"/>
                        <a:pt x="572" y="4329"/>
                      </a:cubicBezTo>
                      <a:cubicBezTo>
                        <a:pt x="567" y="4087"/>
                        <a:pt x="563" y="3845"/>
                        <a:pt x="559" y="3603"/>
                      </a:cubicBezTo>
                      <a:cubicBezTo>
                        <a:pt x="555" y="3307"/>
                        <a:pt x="549" y="3012"/>
                        <a:pt x="540" y="2716"/>
                      </a:cubicBezTo>
                      <a:cubicBezTo>
                        <a:pt x="536" y="2565"/>
                        <a:pt x="533" y="2415"/>
                        <a:pt x="531" y="2264"/>
                      </a:cubicBezTo>
                      <a:cubicBezTo>
                        <a:pt x="530" y="2100"/>
                        <a:pt x="525" y="1937"/>
                        <a:pt x="520" y="1773"/>
                      </a:cubicBezTo>
                      <a:cubicBezTo>
                        <a:pt x="520" y="1750"/>
                        <a:pt x="520" y="1750"/>
                        <a:pt x="519" y="1630"/>
                      </a:cubicBezTo>
                      <a:cubicBezTo>
                        <a:pt x="507" y="1357"/>
                        <a:pt x="449" y="1208"/>
                        <a:pt x="248" y="1023"/>
                      </a:cubicBezTo>
                      <a:cubicBezTo>
                        <a:pt x="210" y="991"/>
                        <a:pt x="172" y="960"/>
                        <a:pt x="134" y="928"/>
                      </a:cubicBezTo>
                      <a:cubicBezTo>
                        <a:pt x="26" y="819"/>
                        <a:pt x="10" y="760"/>
                        <a:pt x="0" y="610"/>
                      </a:cubicBezTo>
                      <a:cubicBezTo>
                        <a:pt x="2" y="537"/>
                        <a:pt x="7" y="464"/>
                        <a:pt x="15" y="391"/>
                      </a:cubicBezTo>
                      <a:cubicBezTo>
                        <a:pt x="23" y="262"/>
                        <a:pt x="32" y="133"/>
                        <a:pt x="41" y="0"/>
                      </a:cubicBezTo>
                      <a:close/>
                    </a:path>
                  </a:pathLst>
                </a:custGeom>
                <a:solidFill>
                  <a:srgbClr val="6494F2"/>
                </a:solidFill>
                <a:ln w="2646" cap="flat">
                  <a:noFill/>
                </a:ln>
              </p:spPr>
            </p:sp>
            <p:sp>
              <p:nvSpPr>
                <p:cNvPr id="1393" name="ICON_PSD_PLOT_path_005"/>
                <p:cNvSpPr/>
                <p:nvPr/>
              </p:nvSpPr>
              <p:spPr>
                <a:xfrm>
                  <a:off x="10681229" y="3467245"/>
                  <a:ext cx="179917" cy="4247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167" h="33447" fill="norm" stroke="0">
                      <a:moveTo>
                        <a:pt x="3616" y="66"/>
                      </a:moveTo>
                      <a:cubicBezTo>
                        <a:pt x="3709" y="66"/>
                        <a:pt x="3801" y="66"/>
                        <a:pt x="3894" y="66"/>
                      </a:cubicBezTo>
                      <a:cubicBezTo>
                        <a:pt x="4144" y="66"/>
                        <a:pt x="4394" y="68"/>
                        <a:pt x="4644" y="71"/>
                      </a:cubicBezTo>
                      <a:cubicBezTo>
                        <a:pt x="4879" y="74"/>
                        <a:pt x="5114" y="74"/>
                        <a:pt x="5349" y="75"/>
                      </a:cubicBezTo>
                      <a:cubicBezTo>
                        <a:pt x="5814" y="75"/>
                        <a:pt x="6280" y="78"/>
                        <a:pt x="6745" y="82"/>
                      </a:cubicBezTo>
                      <a:cubicBezTo>
                        <a:pt x="7197" y="86"/>
                        <a:pt x="7649" y="89"/>
                        <a:pt x="8101" y="91"/>
                      </a:cubicBezTo>
                      <a:cubicBezTo>
                        <a:pt x="8129" y="91"/>
                        <a:pt x="8157" y="91"/>
                        <a:pt x="8185" y="91"/>
                      </a:cubicBezTo>
                      <a:cubicBezTo>
                        <a:pt x="8325" y="91"/>
                        <a:pt x="8465" y="92"/>
                        <a:pt x="8605" y="93"/>
                      </a:cubicBezTo>
                      <a:cubicBezTo>
                        <a:pt x="9765" y="97"/>
                        <a:pt x="10924" y="104"/>
                        <a:pt x="12083" y="114"/>
                      </a:cubicBezTo>
                      <a:cubicBezTo>
                        <a:pt x="12217" y="834"/>
                        <a:pt x="12324" y="1530"/>
                        <a:pt x="12319" y="2265"/>
                      </a:cubicBezTo>
                      <a:cubicBezTo>
                        <a:pt x="12320" y="2347"/>
                        <a:pt x="12320" y="2428"/>
                        <a:pt x="12320" y="2510"/>
                      </a:cubicBezTo>
                      <a:cubicBezTo>
                        <a:pt x="12321" y="2725"/>
                        <a:pt x="12320" y="2941"/>
                        <a:pt x="12319" y="3157"/>
                      </a:cubicBezTo>
                      <a:cubicBezTo>
                        <a:pt x="12318" y="3292"/>
                        <a:pt x="12317" y="3427"/>
                        <a:pt x="12317" y="3562"/>
                      </a:cubicBezTo>
                      <a:cubicBezTo>
                        <a:pt x="12313" y="5472"/>
                        <a:pt x="12215" y="7375"/>
                        <a:pt x="12083" y="9280"/>
                      </a:cubicBezTo>
                      <a:cubicBezTo>
                        <a:pt x="12112" y="9261"/>
                        <a:pt x="12140" y="9243"/>
                        <a:pt x="12170" y="9224"/>
                      </a:cubicBezTo>
                      <a:cubicBezTo>
                        <a:pt x="12278" y="9153"/>
                        <a:pt x="12387" y="9084"/>
                        <a:pt x="12496" y="9015"/>
                      </a:cubicBezTo>
                      <a:cubicBezTo>
                        <a:pt x="12543" y="8986"/>
                        <a:pt x="12590" y="8956"/>
                        <a:pt x="12636" y="8925"/>
                      </a:cubicBezTo>
                      <a:cubicBezTo>
                        <a:pt x="13134" y="8598"/>
                        <a:pt x="13575" y="8581"/>
                        <a:pt x="14167" y="8655"/>
                      </a:cubicBezTo>
                      <a:cubicBezTo>
                        <a:pt x="14155" y="9051"/>
                        <a:pt x="14139" y="9508"/>
                        <a:pt x="13853" y="9808"/>
                      </a:cubicBezTo>
                      <a:cubicBezTo>
                        <a:pt x="13727" y="9911"/>
                        <a:pt x="13592" y="9995"/>
                        <a:pt x="13451" y="10075"/>
                      </a:cubicBezTo>
                      <a:cubicBezTo>
                        <a:pt x="13428" y="10088"/>
                        <a:pt x="13405" y="10101"/>
                        <a:pt x="13381" y="10114"/>
                      </a:cubicBezTo>
                      <a:cubicBezTo>
                        <a:pt x="13088" y="10279"/>
                        <a:pt x="12837" y="10363"/>
                        <a:pt x="12500" y="10322"/>
                      </a:cubicBezTo>
                      <a:cubicBezTo>
                        <a:pt x="12506" y="10347"/>
                        <a:pt x="12511" y="10372"/>
                        <a:pt x="12517" y="10398"/>
                      </a:cubicBezTo>
                      <a:cubicBezTo>
                        <a:pt x="12533" y="10524"/>
                        <a:pt x="12531" y="10614"/>
                        <a:pt x="12500" y="10739"/>
                      </a:cubicBezTo>
                      <a:cubicBezTo>
                        <a:pt x="12381" y="10892"/>
                        <a:pt x="12243" y="11008"/>
                        <a:pt x="12089" y="11126"/>
                      </a:cubicBezTo>
                      <a:cubicBezTo>
                        <a:pt x="12019" y="11181"/>
                        <a:pt x="11951" y="11238"/>
                        <a:pt x="11884" y="11296"/>
                      </a:cubicBezTo>
                      <a:cubicBezTo>
                        <a:pt x="11838" y="11332"/>
                        <a:pt x="11793" y="11368"/>
                        <a:pt x="11747" y="11404"/>
                      </a:cubicBezTo>
                      <a:cubicBezTo>
                        <a:pt x="11738" y="11413"/>
                        <a:pt x="11738" y="11413"/>
                        <a:pt x="11688" y="11455"/>
                      </a:cubicBezTo>
                      <a:cubicBezTo>
                        <a:pt x="11416" y="11656"/>
                        <a:pt x="11205" y="11572"/>
                        <a:pt x="10833" y="11572"/>
                      </a:cubicBezTo>
                      <a:cubicBezTo>
                        <a:pt x="10833" y="12122"/>
                        <a:pt x="10833" y="12672"/>
                        <a:pt x="10833" y="13239"/>
                      </a:cubicBezTo>
                      <a:cubicBezTo>
                        <a:pt x="10696" y="13239"/>
                        <a:pt x="10558" y="13239"/>
                        <a:pt x="10417" y="13239"/>
                      </a:cubicBezTo>
                      <a:cubicBezTo>
                        <a:pt x="10554" y="13720"/>
                        <a:pt x="10692" y="14201"/>
                        <a:pt x="10833" y="14697"/>
                      </a:cubicBezTo>
                      <a:cubicBezTo>
                        <a:pt x="10208" y="14280"/>
                        <a:pt x="10208" y="14280"/>
                        <a:pt x="10151" y="14017"/>
                      </a:cubicBezTo>
                      <a:cubicBezTo>
                        <a:pt x="10156" y="13918"/>
                        <a:pt x="10165" y="13820"/>
                        <a:pt x="10177" y="13722"/>
                      </a:cubicBezTo>
                      <a:cubicBezTo>
                        <a:pt x="10180" y="13669"/>
                        <a:pt x="10183" y="13615"/>
                        <a:pt x="10185" y="13562"/>
                      </a:cubicBezTo>
                      <a:cubicBezTo>
                        <a:pt x="10197" y="13337"/>
                        <a:pt x="10216" y="13113"/>
                        <a:pt x="10237" y="12888"/>
                      </a:cubicBezTo>
                      <a:cubicBezTo>
                        <a:pt x="10324" y="11906"/>
                        <a:pt x="10324" y="11906"/>
                        <a:pt x="10049" y="11522"/>
                      </a:cubicBezTo>
                      <a:cubicBezTo>
                        <a:pt x="9658" y="11070"/>
                        <a:pt x="9214" y="10795"/>
                        <a:pt x="8620" y="10739"/>
                      </a:cubicBezTo>
                      <a:cubicBezTo>
                        <a:pt x="8604" y="10736"/>
                        <a:pt x="8604" y="10736"/>
                        <a:pt x="8523" y="10726"/>
                      </a:cubicBezTo>
                      <a:cubicBezTo>
                        <a:pt x="8022" y="10665"/>
                        <a:pt x="8022" y="10665"/>
                        <a:pt x="7814" y="10811"/>
                      </a:cubicBezTo>
                      <a:cubicBezTo>
                        <a:pt x="7658" y="11006"/>
                        <a:pt x="7588" y="11226"/>
                        <a:pt x="7539" y="11468"/>
                      </a:cubicBezTo>
                      <a:cubicBezTo>
                        <a:pt x="7500" y="11572"/>
                        <a:pt x="7500" y="11572"/>
                        <a:pt x="7395" y="11656"/>
                      </a:cubicBezTo>
                      <a:cubicBezTo>
                        <a:pt x="7247" y="11795"/>
                        <a:pt x="7261" y="11966"/>
                        <a:pt x="7252" y="12158"/>
                      </a:cubicBezTo>
                      <a:cubicBezTo>
                        <a:pt x="7251" y="12209"/>
                        <a:pt x="7249" y="12259"/>
                        <a:pt x="7248" y="12311"/>
                      </a:cubicBezTo>
                      <a:cubicBezTo>
                        <a:pt x="7245" y="12364"/>
                        <a:pt x="7242" y="12417"/>
                        <a:pt x="7239" y="12471"/>
                      </a:cubicBezTo>
                      <a:cubicBezTo>
                        <a:pt x="7226" y="12695"/>
                        <a:pt x="7215" y="12920"/>
                        <a:pt x="7208" y="13145"/>
                      </a:cubicBezTo>
                      <a:cubicBezTo>
                        <a:pt x="7184" y="13859"/>
                        <a:pt x="7093" y="14355"/>
                        <a:pt x="6691" y="14954"/>
                      </a:cubicBezTo>
                      <a:cubicBezTo>
                        <a:pt x="6440" y="15330"/>
                        <a:pt x="6334" y="15677"/>
                        <a:pt x="6257" y="16119"/>
                      </a:cubicBezTo>
                      <a:cubicBezTo>
                        <a:pt x="6229" y="16279"/>
                        <a:pt x="6196" y="16438"/>
                        <a:pt x="6164" y="16597"/>
                      </a:cubicBezTo>
                      <a:cubicBezTo>
                        <a:pt x="6147" y="16678"/>
                        <a:pt x="6131" y="16759"/>
                        <a:pt x="6114" y="16840"/>
                      </a:cubicBezTo>
                      <a:cubicBezTo>
                        <a:pt x="6040" y="17212"/>
                        <a:pt x="5957" y="17581"/>
                        <a:pt x="5859" y="17947"/>
                      </a:cubicBezTo>
                      <a:cubicBezTo>
                        <a:pt x="5842" y="18011"/>
                        <a:pt x="5826" y="18075"/>
                        <a:pt x="5811" y="18139"/>
                      </a:cubicBezTo>
                      <a:cubicBezTo>
                        <a:pt x="5790" y="18228"/>
                        <a:pt x="5766" y="18315"/>
                        <a:pt x="5742" y="18402"/>
                      </a:cubicBezTo>
                      <a:cubicBezTo>
                        <a:pt x="5736" y="18427"/>
                        <a:pt x="5736" y="18427"/>
                        <a:pt x="5704" y="18551"/>
                      </a:cubicBezTo>
                      <a:cubicBezTo>
                        <a:pt x="5625" y="18655"/>
                        <a:pt x="5625" y="18655"/>
                        <a:pt x="5525" y="18671"/>
                      </a:cubicBezTo>
                      <a:cubicBezTo>
                        <a:pt x="5418" y="18671"/>
                        <a:pt x="5314" y="18666"/>
                        <a:pt x="5208" y="18655"/>
                      </a:cubicBezTo>
                      <a:cubicBezTo>
                        <a:pt x="5207" y="18681"/>
                        <a:pt x="5205" y="18706"/>
                        <a:pt x="5203" y="18733"/>
                      </a:cubicBezTo>
                      <a:cubicBezTo>
                        <a:pt x="5055" y="20935"/>
                        <a:pt x="5055" y="20935"/>
                        <a:pt x="4737" y="21911"/>
                      </a:cubicBezTo>
                      <a:cubicBezTo>
                        <a:pt x="4728" y="21940"/>
                        <a:pt x="4718" y="21969"/>
                        <a:pt x="4709" y="21999"/>
                      </a:cubicBezTo>
                      <a:cubicBezTo>
                        <a:pt x="4699" y="22029"/>
                        <a:pt x="4689" y="22059"/>
                        <a:pt x="4679" y="22089"/>
                      </a:cubicBezTo>
                      <a:cubicBezTo>
                        <a:pt x="4582" y="22394"/>
                        <a:pt x="4507" y="22703"/>
                        <a:pt x="4432" y="23013"/>
                      </a:cubicBezTo>
                      <a:cubicBezTo>
                        <a:pt x="4419" y="23068"/>
                        <a:pt x="4405" y="23124"/>
                        <a:pt x="4392" y="23179"/>
                      </a:cubicBezTo>
                      <a:cubicBezTo>
                        <a:pt x="4338" y="23400"/>
                        <a:pt x="4285" y="23620"/>
                        <a:pt x="4233" y="23842"/>
                      </a:cubicBezTo>
                      <a:cubicBezTo>
                        <a:pt x="4197" y="23997"/>
                        <a:pt x="4159" y="24153"/>
                        <a:pt x="4121" y="24308"/>
                      </a:cubicBezTo>
                      <a:cubicBezTo>
                        <a:pt x="4115" y="24333"/>
                        <a:pt x="4109" y="24359"/>
                        <a:pt x="4102" y="24385"/>
                      </a:cubicBezTo>
                      <a:cubicBezTo>
                        <a:pt x="4012" y="24746"/>
                        <a:pt x="3891" y="25083"/>
                        <a:pt x="3743" y="25424"/>
                      </a:cubicBezTo>
                      <a:cubicBezTo>
                        <a:pt x="3583" y="25797"/>
                        <a:pt x="3489" y="26159"/>
                        <a:pt x="3432" y="26559"/>
                      </a:cubicBezTo>
                      <a:cubicBezTo>
                        <a:pt x="3428" y="26585"/>
                        <a:pt x="3424" y="26611"/>
                        <a:pt x="3420" y="26638"/>
                      </a:cubicBezTo>
                      <a:cubicBezTo>
                        <a:pt x="3386" y="26877"/>
                        <a:pt x="3356" y="27117"/>
                        <a:pt x="3327" y="27358"/>
                      </a:cubicBezTo>
                      <a:cubicBezTo>
                        <a:pt x="3234" y="28137"/>
                        <a:pt x="3072" y="28906"/>
                        <a:pt x="2500" y="29489"/>
                      </a:cubicBezTo>
                      <a:cubicBezTo>
                        <a:pt x="2327" y="29603"/>
                        <a:pt x="2141" y="29675"/>
                        <a:pt x="1948" y="29749"/>
                      </a:cubicBezTo>
                      <a:cubicBezTo>
                        <a:pt x="1757" y="29832"/>
                        <a:pt x="1651" y="29893"/>
                        <a:pt x="1571" y="30091"/>
                      </a:cubicBezTo>
                      <a:cubicBezTo>
                        <a:pt x="1517" y="30280"/>
                        <a:pt x="1486" y="30472"/>
                        <a:pt x="1462" y="30667"/>
                      </a:cubicBezTo>
                      <a:cubicBezTo>
                        <a:pt x="1434" y="30878"/>
                        <a:pt x="1393" y="31087"/>
                        <a:pt x="1353" y="31296"/>
                      </a:cubicBezTo>
                      <a:cubicBezTo>
                        <a:pt x="1345" y="31338"/>
                        <a:pt x="1337" y="31379"/>
                        <a:pt x="1329" y="31422"/>
                      </a:cubicBezTo>
                      <a:cubicBezTo>
                        <a:pt x="1200" y="32074"/>
                        <a:pt x="910" y="32845"/>
                        <a:pt x="366" y="33260"/>
                      </a:cubicBezTo>
                      <a:cubicBezTo>
                        <a:pt x="248" y="33333"/>
                        <a:pt x="126" y="33389"/>
                        <a:pt x="0" y="33447"/>
                      </a:cubicBezTo>
                      <a:cubicBezTo>
                        <a:pt x="6" y="33437"/>
                        <a:pt x="6" y="33437"/>
                        <a:pt x="36" y="33386"/>
                      </a:cubicBezTo>
                      <a:cubicBezTo>
                        <a:pt x="374" y="32804"/>
                        <a:pt x="495" y="32290"/>
                        <a:pt x="547" y="31624"/>
                      </a:cubicBezTo>
                      <a:cubicBezTo>
                        <a:pt x="555" y="31538"/>
                        <a:pt x="563" y="31451"/>
                        <a:pt x="571" y="31364"/>
                      </a:cubicBezTo>
                      <a:cubicBezTo>
                        <a:pt x="591" y="31156"/>
                        <a:pt x="609" y="30947"/>
                        <a:pt x="625" y="30739"/>
                      </a:cubicBezTo>
                      <a:cubicBezTo>
                        <a:pt x="763" y="30739"/>
                        <a:pt x="900" y="30739"/>
                        <a:pt x="1042" y="30739"/>
                      </a:cubicBezTo>
                      <a:cubicBezTo>
                        <a:pt x="1045" y="30671"/>
                        <a:pt x="1048" y="30603"/>
                        <a:pt x="1051" y="30533"/>
                      </a:cubicBezTo>
                      <a:cubicBezTo>
                        <a:pt x="1077" y="30241"/>
                        <a:pt x="1109" y="29958"/>
                        <a:pt x="1250" y="29697"/>
                      </a:cubicBezTo>
                      <a:cubicBezTo>
                        <a:pt x="1405" y="29569"/>
                        <a:pt x="1576" y="29493"/>
                        <a:pt x="1758" y="29410"/>
                      </a:cubicBezTo>
                      <a:cubicBezTo>
                        <a:pt x="2118" y="29239"/>
                        <a:pt x="2341" y="29073"/>
                        <a:pt x="2484" y="28691"/>
                      </a:cubicBezTo>
                      <a:cubicBezTo>
                        <a:pt x="2790" y="27773"/>
                        <a:pt x="2755" y="26792"/>
                        <a:pt x="2710" y="25837"/>
                      </a:cubicBezTo>
                      <a:cubicBezTo>
                        <a:pt x="2708" y="25739"/>
                        <a:pt x="2708" y="25739"/>
                        <a:pt x="2715" y="25636"/>
                      </a:cubicBezTo>
                      <a:cubicBezTo>
                        <a:pt x="2726" y="25431"/>
                        <a:pt x="2710" y="25307"/>
                        <a:pt x="2606" y="25129"/>
                      </a:cubicBezTo>
                      <a:cubicBezTo>
                        <a:pt x="2451" y="24848"/>
                        <a:pt x="2470" y="24559"/>
                        <a:pt x="2472" y="24249"/>
                      </a:cubicBezTo>
                      <a:cubicBezTo>
                        <a:pt x="2472" y="24185"/>
                        <a:pt x="2472" y="24122"/>
                        <a:pt x="2472" y="24059"/>
                      </a:cubicBezTo>
                      <a:cubicBezTo>
                        <a:pt x="2471" y="23926"/>
                        <a:pt x="2472" y="23794"/>
                        <a:pt x="2473" y="23662"/>
                      </a:cubicBezTo>
                      <a:cubicBezTo>
                        <a:pt x="2474" y="23494"/>
                        <a:pt x="2473" y="23327"/>
                        <a:pt x="2472" y="23159"/>
                      </a:cubicBezTo>
                      <a:cubicBezTo>
                        <a:pt x="2471" y="23029"/>
                        <a:pt x="2472" y="22898"/>
                        <a:pt x="2472" y="22767"/>
                      </a:cubicBezTo>
                      <a:cubicBezTo>
                        <a:pt x="2472" y="22705"/>
                        <a:pt x="2472" y="22644"/>
                        <a:pt x="2472" y="22582"/>
                      </a:cubicBezTo>
                      <a:cubicBezTo>
                        <a:pt x="2469" y="22139"/>
                        <a:pt x="2545" y="21776"/>
                        <a:pt x="2708" y="21364"/>
                      </a:cubicBezTo>
                      <a:cubicBezTo>
                        <a:pt x="2571" y="21364"/>
                        <a:pt x="2433" y="21364"/>
                        <a:pt x="2292" y="21364"/>
                      </a:cubicBezTo>
                      <a:cubicBezTo>
                        <a:pt x="2429" y="20607"/>
                        <a:pt x="2567" y="19851"/>
                        <a:pt x="2708" y="19072"/>
                      </a:cubicBezTo>
                      <a:cubicBezTo>
                        <a:pt x="2571" y="19072"/>
                        <a:pt x="2433" y="19072"/>
                        <a:pt x="2292" y="19072"/>
                      </a:cubicBezTo>
                      <a:cubicBezTo>
                        <a:pt x="2299" y="19019"/>
                        <a:pt x="2305" y="18966"/>
                        <a:pt x="2312" y="18912"/>
                      </a:cubicBezTo>
                      <a:cubicBezTo>
                        <a:pt x="2467" y="17685"/>
                        <a:pt x="2516" y="16488"/>
                        <a:pt x="2468" y="15254"/>
                      </a:cubicBezTo>
                      <a:cubicBezTo>
                        <a:pt x="2466" y="15220"/>
                        <a:pt x="2465" y="15187"/>
                        <a:pt x="2464" y="15153"/>
                      </a:cubicBezTo>
                      <a:cubicBezTo>
                        <a:pt x="2441" y="14567"/>
                        <a:pt x="2414" y="13982"/>
                        <a:pt x="2386" y="13397"/>
                      </a:cubicBezTo>
                      <a:cubicBezTo>
                        <a:pt x="2364" y="12918"/>
                        <a:pt x="2343" y="12439"/>
                        <a:pt x="2324" y="11959"/>
                      </a:cubicBezTo>
                      <a:cubicBezTo>
                        <a:pt x="2323" y="11925"/>
                        <a:pt x="2322" y="11891"/>
                        <a:pt x="2320" y="11856"/>
                      </a:cubicBezTo>
                      <a:cubicBezTo>
                        <a:pt x="2276" y="10671"/>
                        <a:pt x="2326" y="9507"/>
                        <a:pt x="2418" y="8325"/>
                      </a:cubicBezTo>
                      <a:cubicBezTo>
                        <a:pt x="2428" y="8197"/>
                        <a:pt x="2438" y="8068"/>
                        <a:pt x="2448" y="7940"/>
                      </a:cubicBezTo>
                      <a:cubicBezTo>
                        <a:pt x="2451" y="7909"/>
                        <a:pt x="2453" y="7877"/>
                        <a:pt x="2455" y="7845"/>
                      </a:cubicBezTo>
                      <a:cubicBezTo>
                        <a:pt x="2530" y="6870"/>
                        <a:pt x="2532" y="5894"/>
                        <a:pt x="2527" y="4916"/>
                      </a:cubicBezTo>
                      <a:cubicBezTo>
                        <a:pt x="2526" y="4707"/>
                        <a:pt x="2526" y="4497"/>
                        <a:pt x="2527" y="4287"/>
                      </a:cubicBezTo>
                      <a:cubicBezTo>
                        <a:pt x="2529" y="3973"/>
                        <a:pt x="2529" y="3658"/>
                        <a:pt x="2528" y="3344"/>
                      </a:cubicBezTo>
                      <a:cubicBezTo>
                        <a:pt x="2528" y="3294"/>
                        <a:pt x="2527" y="3244"/>
                        <a:pt x="2527" y="3192"/>
                      </a:cubicBezTo>
                      <a:cubicBezTo>
                        <a:pt x="2524" y="2687"/>
                        <a:pt x="2509" y="2191"/>
                        <a:pt x="2437" y="1691"/>
                      </a:cubicBezTo>
                      <a:cubicBezTo>
                        <a:pt x="2432" y="1651"/>
                        <a:pt x="2426" y="1613"/>
                        <a:pt x="2420" y="1572"/>
                      </a:cubicBezTo>
                      <a:cubicBezTo>
                        <a:pt x="2394" y="1393"/>
                        <a:pt x="2364" y="1215"/>
                        <a:pt x="2328" y="1037"/>
                      </a:cubicBezTo>
                      <a:cubicBezTo>
                        <a:pt x="2317" y="975"/>
                        <a:pt x="2306" y="913"/>
                        <a:pt x="2296" y="851"/>
                      </a:cubicBezTo>
                      <a:cubicBezTo>
                        <a:pt x="2289" y="824"/>
                        <a:pt x="2283" y="798"/>
                        <a:pt x="2276" y="770"/>
                      </a:cubicBezTo>
                      <a:cubicBezTo>
                        <a:pt x="2253" y="626"/>
                        <a:pt x="2282" y="547"/>
                        <a:pt x="2353" y="419"/>
                      </a:cubicBezTo>
                      <a:cubicBezTo>
                        <a:pt x="2684" y="0"/>
                        <a:pt x="3121" y="58"/>
                        <a:pt x="3616" y="66"/>
                      </a:cubicBezTo>
                      <a:close/>
                    </a:path>
                  </a:pathLst>
                </a:custGeom>
                <a:solidFill>
                  <a:srgbClr val="D6E3F9"/>
                </a:solidFill>
                <a:ln w="2646" cap="flat">
                  <a:noFill/>
                </a:ln>
              </p:spPr>
            </p:sp>
            <p:sp>
              <p:nvSpPr>
                <p:cNvPr id="1394" name="ICON_PSD_PLOT_path_006"/>
                <p:cNvSpPr/>
                <p:nvPr/>
              </p:nvSpPr>
              <p:spPr>
                <a:xfrm>
                  <a:off x="10734146" y="3823229"/>
                  <a:ext cx="931333" cy="16973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3333" h="13365" fill="norm" stroke="0">
                      <a:moveTo>
                        <a:pt x="8333" y="0"/>
                      </a:moveTo>
                      <a:cubicBezTo>
                        <a:pt x="8486" y="52"/>
                        <a:pt x="8620" y="111"/>
                        <a:pt x="8750" y="208"/>
                      </a:cubicBezTo>
                      <a:cubicBezTo>
                        <a:pt x="8815" y="351"/>
                        <a:pt x="8817" y="492"/>
                        <a:pt x="8823" y="648"/>
                      </a:cubicBezTo>
                      <a:cubicBezTo>
                        <a:pt x="8832" y="737"/>
                        <a:pt x="8841" y="826"/>
                        <a:pt x="8850" y="914"/>
                      </a:cubicBezTo>
                      <a:cubicBezTo>
                        <a:pt x="8855" y="961"/>
                        <a:pt x="8859" y="1007"/>
                        <a:pt x="8864" y="1055"/>
                      </a:cubicBezTo>
                      <a:cubicBezTo>
                        <a:pt x="8987" y="2151"/>
                        <a:pt x="8987" y="2151"/>
                        <a:pt x="9335" y="2468"/>
                      </a:cubicBezTo>
                      <a:cubicBezTo>
                        <a:pt x="9534" y="2620"/>
                        <a:pt x="9750" y="2739"/>
                        <a:pt x="9974" y="2852"/>
                      </a:cubicBezTo>
                      <a:cubicBezTo>
                        <a:pt x="10827" y="3288"/>
                        <a:pt x="11169" y="3704"/>
                        <a:pt x="11562" y="4569"/>
                      </a:cubicBezTo>
                      <a:cubicBezTo>
                        <a:pt x="11670" y="4804"/>
                        <a:pt x="11790" y="5033"/>
                        <a:pt x="11910" y="5263"/>
                      </a:cubicBezTo>
                      <a:cubicBezTo>
                        <a:pt x="12009" y="5451"/>
                        <a:pt x="12106" y="5640"/>
                        <a:pt x="12204" y="5829"/>
                      </a:cubicBezTo>
                      <a:cubicBezTo>
                        <a:pt x="12239" y="5898"/>
                        <a:pt x="12275" y="5967"/>
                        <a:pt x="12311" y="6036"/>
                      </a:cubicBezTo>
                      <a:cubicBezTo>
                        <a:pt x="12378" y="6167"/>
                        <a:pt x="12444" y="6298"/>
                        <a:pt x="12510" y="6430"/>
                      </a:cubicBezTo>
                      <a:cubicBezTo>
                        <a:pt x="12520" y="6449"/>
                        <a:pt x="12520" y="6449"/>
                        <a:pt x="12571" y="6548"/>
                      </a:cubicBezTo>
                      <a:cubicBezTo>
                        <a:pt x="12697" y="6804"/>
                        <a:pt x="12735" y="7007"/>
                        <a:pt x="12708" y="7292"/>
                      </a:cubicBezTo>
                      <a:cubicBezTo>
                        <a:pt x="12730" y="7287"/>
                        <a:pt x="12752" y="7283"/>
                        <a:pt x="12774" y="7278"/>
                      </a:cubicBezTo>
                      <a:cubicBezTo>
                        <a:pt x="14407" y="6949"/>
                        <a:pt x="14407" y="6949"/>
                        <a:pt x="14827" y="7186"/>
                      </a:cubicBezTo>
                      <a:cubicBezTo>
                        <a:pt x="15086" y="7368"/>
                        <a:pt x="15309" y="7618"/>
                        <a:pt x="15417" y="7917"/>
                      </a:cubicBezTo>
                      <a:cubicBezTo>
                        <a:pt x="15447" y="8125"/>
                        <a:pt x="15435" y="8332"/>
                        <a:pt x="15417" y="8542"/>
                      </a:cubicBezTo>
                      <a:cubicBezTo>
                        <a:pt x="15441" y="8535"/>
                        <a:pt x="15465" y="8529"/>
                        <a:pt x="15490" y="8522"/>
                      </a:cubicBezTo>
                      <a:cubicBezTo>
                        <a:pt x="15746" y="8453"/>
                        <a:pt x="16003" y="8390"/>
                        <a:pt x="16261" y="8329"/>
                      </a:cubicBezTo>
                      <a:cubicBezTo>
                        <a:pt x="16357" y="8306"/>
                        <a:pt x="16452" y="8282"/>
                        <a:pt x="16547" y="8256"/>
                      </a:cubicBezTo>
                      <a:cubicBezTo>
                        <a:pt x="17316" y="8048"/>
                        <a:pt x="17316" y="8048"/>
                        <a:pt x="17617" y="8174"/>
                      </a:cubicBezTo>
                      <a:cubicBezTo>
                        <a:pt x="17845" y="8315"/>
                        <a:pt x="18038" y="8494"/>
                        <a:pt x="18237" y="8673"/>
                      </a:cubicBezTo>
                      <a:cubicBezTo>
                        <a:pt x="18383" y="8790"/>
                        <a:pt x="18538" y="8859"/>
                        <a:pt x="18712" y="8926"/>
                      </a:cubicBezTo>
                      <a:cubicBezTo>
                        <a:pt x="18727" y="8932"/>
                        <a:pt x="18727" y="8932"/>
                        <a:pt x="18803" y="8961"/>
                      </a:cubicBezTo>
                      <a:cubicBezTo>
                        <a:pt x="18863" y="8984"/>
                        <a:pt x="18924" y="9006"/>
                        <a:pt x="18984" y="9029"/>
                      </a:cubicBezTo>
                      <a:cubicBezTo>
                        <a:pt x="19427" y="9193"/>
                        <a:pt x="19856" y="9360"/>
                        <a:pt x="20195" y="9700"/>
                      </a:cubicBezTo>
                      <a:cubicBezTo>
                        <a:pt x="20220" y="9724"/>
                        <a:pt x="20244" y="9748"/>
                        <a:pt x="20269" y="9773"/>
                      </a:cubicBezTo>
                      <a:cubicBezTo>
                        <a:pt x="20396" y="9919"/>
                        <a:pt x="20427" y="10024"/>
                        <a:pt x="20422" y="10218"/>
                      </a:cubicBezTo>
                      <a:cubicBezTo>
                        <a:pt x="20421" y="10255"/>
                        <a:pt x="20420" y="10293"/>
                        <a:pt x="20420" y="10331"/>
                      </a:cubicBezTo>
                      <a:cubicBezTo>
                        <a:pt x="20419" y="10359"/>
                        <a:pt x="20418" y="10387"/>
                        <a:pt x="20417" y="10417"/>
                      </a:cubicBezTo>
                      <a:cubicBezTo>
                        <a:pt x="20466" y="10418"/>
                        <a:pt x="20515" y="10419"/>
                        <a:pt x="20565" y="10420"/>
                      </a:cubicBezTo>
                      <a:cubicBezTo>
                        <a:pt x="21034" y="10433"/>
                        <a:pt x="21502" y="10448"/>
                        <a:pt x="21971" y="10466"/>
                      </a:cubicBezTo>
                      <a:cubicBezTo>
                        <a:pt x="22212" y="10475"/>
                        <a:pt x="22452" y="10483"/>
                        <a:pt x="22693" y="10489"/>
                      </a:cubicBezTo>
                      <a:cubicBezTo>
                        <a:pt x="23644" y="10512"/>
                        <a:pt x="24552" y="10536"/>
                        <a:pt x="25435" y="10920"/>
                      </a:cubicBezTo>
                      <a:cubicBezTo>
                        <a:pt x="25466" y="10933"/>
                        <a:pt x="25496" y="10946"/>
                        <a:pt x="25527" y="10960"/>
                      </a:cubicBezTo>
                      <a:cubicBezTo>
                        <a:pt x="25858" y="11105"/>
                        <a:pt x="26066" y="11228"/>
                        <a:pt x="26203" y="11577"/>
                      </a:cubicBezTo>
                      <a:cubicBezTo>
                        <a:pt x="26260" y="11686"/>
                        <a:pt x="26299" y="11709"/>
                        <a:pt x="26413" y="11751"/>
                      </a:cubicBezTo>
                      <a:cubicBezTo>
                        <a:pt x="26478" y="11767"/>
                        <a:pt x="26544" y="11781"/>
                        <a:pt x="26610" y="11794"/>
                      </a:cubicBezTo>
                      <a:cubicBezTo>
                        <a:pt x="26646" y="11801"/>
                        <a:pt x="26682" y="11809"/>
                        <a:pt x="26719" y="11817"/>
                      </a:cubicBezTo>
                      <a:cubicBezTo>
                        <a:pt x="27209" y="11912"/>
                        <a:pt x="27706" y="11925"/>
                        <a:pt x="28203" y="11927"/>
                      </a:cubicBezTo>
                      <a:cubicBezTo>
                        <a:pt x="28254" y="11928"/>
                        <a:pt x="28304" y="11928"/>
                        <a:pt x="28356" y="11929"/>
                      </a:cubicBezTo>
                      <a:cubicBezTo>
                        <a:pt x="29044" y="11932"/>
                        <a:pt x="29565" y="11870"/>
                        <a:pt x="30151" y="11504"/>
                      </a:cubicBezTo>
                      <a:cubicBezTo>
                        <a:pt x="30516" y="11276"/>
                        <a:pt x="30767" y="11203"/>
                        <a:pt x="31198" y="11302"/>
                      </a:cubicBezTo>
                      <a:cubicBezTo>
                        <a:pt x="31393" y="11352"/>
                        <a:pt x="31578" y="11408"/>
                        <a:pt x="31754" y="11508"/>
                      </a:cubicBezTo>
                      <a:cubicBezTo>
                        <a:pt x="32048" y="11672"/>
                        <a:pt x="32316" y="11711"/>
                        <a:pt x="32648" y="11733"/>
                      </a:cubicBezTo>
                      <a:cubicBezTo>
                        <a:pt x="32706" y="11737"/>
                        <a:pt x="32764" y="11741"/>
                        <a:pt x="32823" y="11746"/>
                      </a:cubicBezTo>
                      <a:cubicBezTo>
                        <a:pt x="32984" y="11758"/>
                        <a:pt x="33146" y="11768"/>
                        <a:pt x="33308" y="11778"/>
                      </a:cubicBezTo>
                      <a:cubicBezTo>
                        <a:pt x="33412" y="11784"/>
                        <a:pt x="33516" y="11790"/>
                        <a:pt x="33619" y="11797"/>
                      </a:cubicBezTo>
                      <a:cubicBezTo>
                        <a:pt x="35154" y="11892"/>
                        <a:pt x="36691" y="11898"/>
                        <a:pt x="38228" y="11900"/>
                      </a:cubicBezTo>
                      <a:cubicBezTo>
                        <a:pt x="38429" y="11901"/>
                        <a:pt x="38630" y="11901"/>
                        <a:pt x="38831" y="11902"/>
                      </a:cubicBezTo>
                      <a:cubicBezTo>
                        <a:pt x="39184" y="11904"/>
                        <a:pt x="39537" y="11904"/>
                        <a:pt x="39890" y="11903"/>
                      </a:cubicBezTo>
                      <a:cubicBezTo>
                        <a:pt x="40010" y="11903"/>
                        <a:pt x="40130" y="11903"/>
                        <a:pt x="40249" y="11903"/>
                      </a:cubicBezTo>
                      <a:cubicBezTo>
                        <a:pt x="40388" y="11904"/>
                        <a:pt x="40528" y="11904"/>
                        <a:pt x="40667" y="11902"/>
                      </a:cubicBezTo>
                      <a:cubicBezTo>
                        <a:pt x="40741" y="11902"/>
                        <a:pt x="40816" y="11902"/>
                        <a:pt x="40891" y="11903"/>
                      </a:cubicBezTo>
                      <a:cubicBezTo>
                        <a:pt x="41213" y="11899"/>
                        <a:pt x="41213" y="11899"/>
                        <a:pt x="41323" y="11828"/>
                      </a:cubicBezTo>
                      <a:cubicBezTo>
                        <a:pt x="41377" y="11771"/>
                        <a:pt x="41377" y="11771"/>
                        <a:pt x="41458" y="11667"/>
                      </a:cubicBezTo>
                      <a:cubicBezTo>
                        <a:pt x="41637" y="11627"/>
                        <a:pt x="41815" y="11628"/>
                        <a:pt x="41997" y="11628"/>
                      </a:cubicBezTo>
                      <a:cubicBezTo>
                        <a:pt x="42083" y="11628"/>
                        <a:pt x="42169" y="11624"/>
                        <a:pt x="42256" y="11620"/>
                      </a:cubicBezTo>
                      <a:cubicBezTo>
                        <a:pt x="42311" y="11619"/>
                        <a:pt x="42366" y="11619"/>
                        <a:pt x="42422" y="11619"/>
                      </a:cubicBezTo>
                      <a:cubicBezTo>
                        <a:pt x="42472" y="11618"/>
                        <a:pt x="42522" y="11617"/>
                        <a:pt x="42573" y="11616"/>
                      </a:cubicBezTo>
                      <a:cubicBezTo>
                        <a:pt x="42708" y="11667"/>
                        <a:pt x="42708" y="11667"/>
                        <a:pt x="42751" y="11758"/>
                      </a:cubicBezTo>
                      <a:cubicBezTo>
                        <a:pt x="42765" y="11795"/>
                        <a:pt x="42779" y="11832"/>
                        <a:pt x="42793" y="11870"/>
                      </a:cubicBezTo>
                      <a:cubicBezTo>
                        <a:pt x="42857" y="12014"/>
                        <a:pt x="42888" y="12070"/>
                        <a:pt x="43034" y="12136"/>
                      </a:cubicBezTo>
                      <a:cubicBezTo>
                        <a:pt x="43196" y="12172"/>
                        <a:pt x="43356" y="12194"/>
                        <a:pt x="43521" y="12211"/>
                      </a:cubicBezTo>
                      <a:cubicBezTo>
                        <a:pt x="43585" y="12219"/>
                        <a:pt x="43650" y="12227"/>
                        <a:pt x="43714" y="12235"/>
                      </a:cubicBezTo>
                      <a:cubicBezTo>
                        <a:pt x="44567" y="12332"/>
                        <a:pt x="45428" y="12331"/>
                        <a:pt x="46286" y="12330"/>
                      </a:cubicBezTo>
                      <a:cubicBezTo>
                        <a:pt x="46479" y="12330"/>
                        <a:pt x="46673" y="12332"/>
                        <a:pt x="46867" y="12335"/>
                      </a:cubicBezTo>
                      <a:cubicBezTo>
                        <a:pt x="48825" y="12363"/>
                        <a:pt x="48825" y="12363"/>
                        <a:pt x="49746" y="11969"/>
                      </a:cubicBezTo>
                      <a:cubicBezTo>
                        <a:pt x="50112" y="11816"/>
                        <a:pt x="50658" y="11758"/>
                        <a:pt x="51042" y="11875"/>
                      </a:cubicBezTo>
                      <a:cubicBezTo>
                        <a:pt x="51058" y="11893"/>
                        <a:pt x="51058" y="11893"/>
                        <a:pt x="51138" y="11983"/>
                      </a:cubicBezTo>
                      <a:cubicBezTo>
                        <a:pt x="51250" y="12083"/>
                        <a:pt x="51250" y="12083"/>
                        <a:pt x="51404" y="12091"/>
                      </a:cubicBezTo>
                      <a:cubicBezTo>
                        <a:pt x="51464" y="12084"/>
                        <a:pt x="51523" y="12075"/>
                        <a:pt x="51582" y="12065"/>
                      </a:cubicBezTo>
                      <a:cubicBezTo>
                        <a:pt x="51598" y="12063"/>
                        <a:pt x="51598" y="12063"/>
                        <a:pt x="51678" y="12052"/>
                      </a:cubicBezTo>
                      <a:cubicBezTo>
                        <a:pt x="51744" y="12043"/>
                        <a:pt x="51811" y="12032"/>
                        <a:pt x="51877" y="12021"/>
                      </a:cubicBezTo>
                      <a:cubicBezTo>
                        <a:pt x="51979" y="12005"/>
                        <a:pt x="52080" y="11991"/>
                        <a:pt x="52182" y="11978"/>
                      </a:cubicBezTo>
                      <a:cubicBezTo>
                        <a:pt x="52247" y="11968"/>
                        <a:pt x="52311" y="11958"/>
                        <a:pt x="52376" y="11948"/>
                      </a:cubicBezTo>
                      <a:cubicBezTo>
                        <a:pt x="52406" y="11944"/>
                        <a:pt x="52437" y="11940"/>
                        <a:pt x="52468" y="11936"/>
                      </a:cubicBezTo>
                      <a:cubicBezTo>
                        <a:pt x="52682" y="11900"/>
                        <a:pt x="52764" y="11825"/>
                        <a:pt x="52917" y="11667"/>
                      </a:cubicBezTo>
                      <a:cubicBezTo>
                        <a:pt x="53084" y="11622"/>
                        <a:pt x="53252" y="11628"/>
                        <a:pt x="53425" y="11627"/>
                      </a:cubicBezTo>
                      <a:cubicBezTo>
                        <a:pt x="53470" y="11625"/>
                        <a:pt x="53515" y="11623"/>
                        <a:pt x="53562" y="11620"/>
                      </a:cubicBezTo>
                      <a:cubicBezTo>
                        <a:pt x="53706" y="11619"/>
                        <a:pt x="53819" y="11628"/>
                        <a:pt x="53958" y="11667"/>
                      </a:cubicBezTo>
                      <a:cubicBezTo>
                        <a:pt x="54048" y="11760"/>
                        <a:pt x="54048" y="11760"/>
                        <a:pt x="54136" y="11874"/>
                      </a:cubicBezTo>
                      <a:cubicBezTo>
                        <a:pt x="54309" y="12068"/>
                        <a:pt x="54460" y="12125"/>
                        <a:pt x="54717" y="12141"/>
                      </a:cubicBezTo>
                      <a:cubicBezTo>
                        <a:pt x="54855" y="12148"/>
                        <a:pt x="54993" y="12149"/>
                        <a:pt x="55130" y="12150"/>
                      </a:cubicBezTo>
                      <a:cubicBezTo>
                        <a:pt x="55207" y="12152"/>
                        <a:pt x="55283" y="12154"/>
                        <a:pt x="55360" y="12156"/>
                      </a:cubicBezTo>
                      <a:cubicBezTo>
                        <a:pt x="55568" y="12162"/>
                        <a:pt x="55776" y="12165"/>
                        <a:pt x="55985" y="12168"/>
                      </a:cubicBezTo>
                      <a:cubicBezTo>
                        <a:pt x="56206" y="12171"/>
                        <a:pt x="56428" y="12177"/>
                        <a:pt x="56650" y="12182"/>
                      </a:cubicBezTo>
                      <a:cubicBezTo>
                        <a:pt x="57077" y="12192"/>
                        <a:pt x="57504" y="12199"/>
                        <a:pt x="57931" y="12206"/>
                      </a:cubicBezTo>
                      <a:cubicBezTo>
                        <a:pt x="58274" y="12212"/>
                        <a:pt x="58617" y="12218"/>
                        <a:pt x="58960" y="12225"/>
                      </a:cubicBezTo>
                      <a:cubicBezTo>
                        <a:pt x="59008" y="12226"/>
                        <a:pt x="59056" y="12227"/>
                        <a:pt x="59106" y="12228"/>
                      </a:cubicBezTo>
                      <a:cubicBezTo>
                        <a:pt x="59204" y="12230"/>
                        <a:pt x="59302" y="12232"/>
                        <a:pt x="59400" y="12234"/>
                      </a:cubicBezTo>
                      <a:cubicBezTo>
                        <a:pt x="60358" y="12253"/>
                        <a:pt x="61316" y="12268"/>
                        <a:pt x="62274" y="12282"/>
                      </a:cubicBezTo>
                      <a:cubicBezTo>
                        <a:pt x="62296" y="12283"/>
                        <a:pt x="62296" y="12283"/>
                        <a:pt x="62407" y="12284"/>
                      </a:cubicBezTo>
                      <a:cubicBezTo>
                        <a:pt x="62429" y="12284"/>
                        <a:pt x="62429" y="12284"/>
                        <a:pt x="62539" y="12286"/>
                      </a:cubicBezTo>
                      <a:cubicBezTo>
                        <a:pt x="62918" y="12292"/>
                        <a:pt x="63297" y="12298"/>
                        <a:pt x="63677" y="12305"/>
                      </a:cubicBezTo>
                      <a:cubicBezTo>
                        <a:pt x="64284" y="12315"/>
                        <a:pt x="64891" y="12324"/>
                        <a:pt x="65498" y="12328"/>
                      </a:cubicBezTo>
                      <a:cubicBezTo>
                        <a:pt x="65694" y="12330"/>
                        <a:pt x="65889" y="12332"/>
                        <a:pt x="66085" y="12335"/>
                      </a:cubicBezTo>
                      <a:cubicBezTo>
                        <a:pt x="66309" y="12339"/>
                        <a:pt x="66533" y="12340"/>
                        <a:pt x="66758" y="12339"/>
                      </a:cubicBezTo>
                      <a:cubicBezTo>
                        <a:pt x="66836" y="12340"/>
                        <a:pt x="66914" y="12340"/>
                        <a:pt x="66993" y="12342"/>
                      </a:cubicBezTo>
                      <a:cubicBezTo>
                        <a:pt x="67481" y="12352"/>
                        <a:pt x="67830" y="12270"/>
                        <a:pt x="68256" y="12023"/>
                      </a:cubicBezTo>
                      <a:cubicBezTo>
                        <a:pt x="68565" y="11845"/>
                        <a:pt x="68815" y="11827"/>
                        <a:pt x="69167" y="11875"/>
                      </a:cubicBezTo>
                      <a:cubicBezTo>
                        <a:pt x="69167" y="12012"/>
                        <a:pt x="69167" y="12150"/>
                        <a:pt x="69167" y="12292"/>
                      </a:cubicBezTo>
                      <a:cubicBezTo>
                        <a:pt x="69182" y="12294"/>
                        <a:pt x="69182" y="12294"/>
                        <a:pt x="69259" y="12308"/>
                      </a:cubicBezTo>
                      <a:cubicBezTo>
                        <a:pt x="69398" y="12332"/>
                        <a:pt x="69536" y="12357"/>
                        <a:pt x="69675" y="12383"/>
                      </a:cubicBezTo>
                      <a:cubicBezTo>
                        <a:pt x="69723" y="12391"/>
                        <a:pt x="69770" y="12399"/>
                        <a:pt x="69820" y="12408"/>
                      </a:cubicBezTo>
                      <a:cubicBezTo>
                        <a:pt x="69866" y="12416"/>
                        <a:pt x="69912" y="12425"/>
                        <a:pt x="69960" y="12434"/>
                      </a:cubicBezTo>
                      <a:cubicBezTo>
                        <a:pt x="70003" y="12442"/>
                        <a:pt x="70045" y="12449"/>
                        <a:pt x="70089" y="12457"/>
                      </a:cubicBezTo>
                      <a:cubicBezTo>
                        <a:pt x="70208" y="12500"/>
                        <a:pt x="70208" y="12500"/>
                        <a:pt x="70302" y="12604"/>
                      </a:cubicBezTo>
                      <a:cubicBezTo>
                        <a:pt x="70444" y="12733"/>
                        <a:pt x="70519" y="12739"/>
                        <a:pt x="70708" y="12751"/>
                      </a:cubicBezTo>
                      <a:cubicBezTo>
                        <a:pt x="70736" y="12753"/>
                        <a:pt x="70765" y="12755"/>
                        <a:pt x="70794" y="12757"/>
                      </a:cubicBezTo>
                      <a:cubicBezTo>
                        <a:pt x="70888" y="12764"/>
                        <a:pt x="70981" y="12769"/>
                        <a:pt x="71075" y="12774"/>
                      </a:cubicBezTo>
                      <a:cubicBezTo>
                        <a:pt x="71140" y="12779"/>
                        <a:pt x="71205" y="12783"/>
                        <a:pt x="71270" y="12787"/>
                      </a:cubicBezTo>
                      <a:cubicBezTo>
                        <a:pt x="71441" y="12799"/>
                        <a:pt x="71612" y="12809"/>
                        <a:pt x="71783" y="12819"/>
                      </a:cubicBezTo>
                      <a:cubicBezTo>
                        <a:pt x="71958" y="12830"/>
                        <a:pt x="72132" y="12841"/>
                        <a:pt x="72307" y="12853"/>
                      </a:cubicBezTo>
                      <a:cubicBezTo>
                        <a:pt x="72649" y="12875"/>
                        <a:pt x="72991" y="12896"/>
                        <a:pt x="73333" y="12917"/>
                      </a:cubicBezTo>
                      <a:cubicBezTo>
                        <a:pt x="73333" y="12985"/>
                        <a:pt x="73333" y="13054"/>
                        <a:pt x="73333" y="13125"/>
                      </a:cubicBezTo>
                      <a:cubicBezTo>
                        <a:pt x="71077" y="13338"/>
                        <a:pt x="68831" y="13365"/>
                        <a:pt x="66566" y="13361"/>
                      </a:cubicBezTo>
                      <a:cubicBezTo>
                        <a:pt x="66189" y="13361"/>
                        <a:pt x="65812" y="13361"/>
                        <a:pt x="65435" y="13361"/>
                      </a:cubicBezTo>
                      <a:cubicBezTo>
                        <a:pt x="65407" y="13361"/>
                        <a:pt x="65379" y="13361"/>
                        <a:pt x="65350" y="13361"/>
                      </a:cubicBezTo>
                      <a:cubicBezTo>
                        <a:pt x="65236" y="13361"/>
                        <a:pt x="65123" y="13362"/>
                        <a:pt x="65009" y="13362"/>
                      </a:cubicBezTo>
                      <a:cubicBezTo>
                        <a:pt x="63739" y="13363"/>
                        <a:pt x="62470" y="13362"/>
                        <a:pt x="61201" y="13360"/>
                      </a:cubicBezTo>
                      <a:cubicBezTo>
                        <a:pt x="61168" y="13360"/>
                        <a:pt x="61136" y="13360"/>
                        <a:pt x="61102" y="13360"/>
                      </a:cubicBezTo>
                      <a:cubicBezTo>
                        <a:pt x="61036" y="13360"/>
                        <a:pt x="60970" y="13360"/>
                        <a:pt x="60904" y="13360"/>
                      </a:cubicBezTo>
                      <a:cubicBezTo>
                        <a:pt x="60408" y="13360"/>
                        <a:pt x="59911" y="13359"/>
                        <a:pt x="59414" y="13359"/>
                      </a:cubicBezTo>
                      <a:cubicBezTo>
                        <a:pt x="59381" y="13359"/>
                        <a:pt x="59348" y="13359"/>
                        <a:pt x="59314" y="13359"/>
                      </a:cubicBezTo>
                      <a:cubicBezTo>
                        <a:pt x="59180" y="13359"/>
                        <a:pt x="59046" y="13359"/>
                        <a:pt x="58913" y="13359"/>
                      </a:cubicBezTo>
                      <a:cubicBezTo>
                        <a:pt x="55002" y="13356"/>
                        <a:pt x="51091" y="13349"/>
                        <a:pt x="45261" y="13335"/>
                      </a:cubicBezTo>
                      <a:cubicBezTo>
                        <a:pt x="44915" y="13334"/>
                        <a:pt x="44570" y="13333"/>
                        <a:pt x="44225" y="13332"/>
                      </a:cubicBezTo>
                      <a:cubicBezTo>
                        <a:pt x="41245" y="13324"/>
                        <a:pt x="38265" y="13316"/>
                        <a:pt x="25620" y="13273"/>
                      </a:cubicBezTo>
                      <a:cubicBezTo>
                        <a:pt x="25460" y="13272"/>
                        <a:pt x="25300" y="13272"/>
                        <a:pt x="25140" y="13271"/>
                      </a:cubicBezTo>
                      <a:cubicBezTo>
                        <a:pt x="25108" y="13271"/>
                        <a:pt x="25076" y="13271"/>
                        <a:pt x="25044" y="13271"/>
                      </a:cubicBezTo>
                      <a:cubicBezTo>
                        <a:pt x="24883" y="13270"/>
                        <a:pt x="24723" y="13270"/>
                        <a:pt x="24563" y="13269"/>
                      </a:cubicBezTo>
                      <a:cubicBezTo>
                        <a:pt x="24547" y="13269"/>
                        <a:pt x="24547" y="13269"/>
                        <a:pt x="24467" y="13269"/>
                      </a:cubicBezTo>
                      <a:cubicBezTo>
                        <a:pt x="24403" y="13268"/>
                        <a:pt x="24339" y="13268"/>
                        <a:pt x="24275" y="13268"/>
                      </a:cubicBezTo>
                      <a:cubicBezTo>
                        <a:pt x="24115" y="13267"/>
                        <a:pt x="23954" y="13267"/>
                        <a:pt x="23794" y="13266"/>
                      </a:cubicBezTo>
                      <a:cubicBezTo>
                        <a:pt x="22317" y="13260"/>
                        <a:pt x="20840" y="13255"/>
                        <a:pt x="19363" y="13250"/>
                      </a:cubicBezTo>
                      <a:cubicBezTo>
                        <a:pt x="19331" y="13250"/>
                        <a:pt x="19299" y="13250"/>
                        <a:pt x="19266" y="13250"/>
                      </a:cubicBezTo>
                      <a:cubicBezTo>
                        <a:pt x="18848" y="13249"/>
                        <a:pt x="18430" y="13248"/>
                        <a:pt x="18012" y="13246"/>
                      </a:cubicBezTo>
                      <a:cubicBezTo>
                        <a:pt x="17948" y="13246"/>
                        <a:pt x="17884" y="13246"/>
                        <a:pt x="17820" y="13246"/>
                      </a:cubicBezTo>
                      <a:cubicBezTo>
                        <a:pt x="17788" y="13245"/>
                        <a:pt x="17756" y="13245"/>
                        <a:pt x="17724" y="13245"/>
                      </a:cubicBezTo>
                      <a:cubicBezTo>
                        <a:pt x="16253" y="13241"/>
                        <a:pt x="14783" y="13236"/>
                        <a:pt x="13312" y="13230"/>
                      </a:cubicBezTo>
                      <a:cubicBezTo>
                        <a:pt x="13282" y="13230"/>
                        <a:pt x="13252" y="13230"/>
                        <a:pt x="13221" y="13229"/>
                      </a:cubicBezTo>
                      <a:cubicBezTo>
                        <a:pt x="12565" y="13227"/>
                        <a:pt x="11908" y="13224"/>
                        <a:pt x="11252" y="13221"/>
                      </a:cubicBezTo>
                      <a:cubicBezTo>
                        <a:pt x="10989" y="13220"/>
                        <a:pt x="10726" y="13218"/>
                        <a:pt x="10463" y="13217"/>
                      </a:cubicBezTo>
                      <a:cubicBezTo>
                        <a:pt x="10434" y="13217"/>
                        <a:pt x="10406" y="13217"/>
                        <a:pt x="10376" y="13217"/>
                      </a:cubicBezTo>
                      <a:cubicBezTo>
                        <a:pt x="9458" y="13212"/>
                        <a:pt x="8540" y="13210"/>
                        <a:pt x="7622" y="13207"/>
                      </a:cubicBezTo>
                      <a:cubicBezTo>
                        <a:pt x="6684" y="13205"/>
                        <a:pt x="5746" y="13201"/>
                        <a:pt x="4808" y="13196"/>
                      </a:cubicBezTo>
                      <a:cubicBezTo>
                        <a:pt x="4270" y="13193"/>
                        <a:pt x="3733" y="13191"/>
                        <a:pt x="3196" y="13191"/>
                      </a:cubicBezTo>
                      <a:cubicBezTo>
                        <a:pt x="2838" y="13190"/>
                        <a:pt x="2481" y="13189"/>
                        <a:pt x="2124" y="13186"/>
                      </a:cubicBezTo>
                      <a:cubicBezTo>
                        <a:pt x="1920" y="13184"/>
                        <a:pt x="1717" y="13183"/>
                        <a:pt x="1514" y="13184"/>
                      </a:cubicBezTo>
                      <a:cubicBezTo>
                        <a:pt x="1329" y="13184"/>
                        <a:pt x="1144" y="13183"/>
                        <a:pt x="960" y="13180"/>
                      </a:cubicBezTo>
                      <a:cubicBezTo>
                        <a:pt x="893" y="13180"/>
                        <a:pt x="827" y="13180"/>
                        <a:pt x="760" y="13181"/>
                      </a:cubicBezTo>
                      <a:cubicBezTo>
                        <a:pt x="570" y="13183"/>
                        <a:pt x="391" y="13182"/>
                        <a:pt x="208" y="13125"/>
                      </a:cubicBezTo>
                      <a:cubicBezTo>
                        <a:pt x="95" y="12998"/>
                        <a:pt x="42" y="12873"/>
                        <a:pt x="0" y="12708"/>
                      </a:cubicBezTo>
                      <a:cubicBezTo>
                        <a:pt x="787" y="12508"/>
                        <a:pt x="1534" y="12469"/>
                        <a:pt x="2341" y="12465"/>
                      </a:cubicBezTo>
                      <a:cubicBezTo>
                        <a:pt x="2554" y="12464"/>
                        <a:pt x="2765" y="12460"/>
                        <a:pt x="2977" y="12456"/>
                      </a:cubicBezTo>
                      <a:cubicBezTo>
                        <a:pt x="3050" y="12455"/>
                        <a:pt x="3124" y="12454"/>
                        <a:pt x="3197" y="12452"/>
                      </a:cubicBezTo>
                      <a:cubicBezTo>
                        <a:pt x="3215" y="12452"/>
                        <a:pt x="3215" y="12452"/>
                        <a:pt x="3308" y="12450"/>
                      </a:cubicBezTo>
                      <a:cubicBezTo>
                        <a:pt x="3799" y="12442"/>
                        <a:pt x="4291" y="12435"/>
                        <a:pt x="4782" y="12432"/>
                      </a:cubicBezTo>
                      <a:cubicBezTo>
                        <a:pt x="5117" y="12430"/>
                        <a:pt x="5451" y="12426"/>
                        <a:pt x="5785" y="12418"/>
                      </a:cubicBezTo>
                      <a:cubicBezTo>
                        <a:pt x="5961" y="12414"/>
                        <a:pt x="6138" y="12411"/>
                        <a:pt x="6314" y="12412"/>
                      </a:cubicBezTo>
                      <a:cubicBezTo>
                        <a:pt x="7344" y="12417"/>
                        <a:pt x="7344" y="12417"/>
                        <a:pt x="7578" y="12229"/>
                      </a:cubicBezTo>
                      <a:cubicBezTo>
                        <a:pt x="7734" y="12001"/>
                        <a:pt x="7708" y="11723"/>
                        <a:pt x="7708" y="11458"/>
                      </a:cubicBezTo>
                      <a:cubicBezTo>
                        <a:pt x="7713" y="11349"/>
                        <a:pt x="7720" y="11239"/>
                        <a:pt x="7727" y="11130"/>
                      </a:cubicBezTo>
                      <a:cubicBezTo>
                        <a:pt x="7747" y="10766"/>
                        <a:pt x="7753" y="10402"/>
                        <a:pt x="7758" y="10038"/>
                      </a:cubicBezTo>
                      <a:cubicBezTo>
                        <a:pt x="7761" y="9851"/>
                        <a:pt x="7765" y="9663"/>
                        <a:pt x="7769" y="9475"/>
                      </a:cubicBezTo>
                      <a:cubicBezTo>
                        <a:pt x="7775" y="9196"/>
                        <a:pt x="7781" y="8918"/>
                        <a:pt x="7787" y="8639"/>
                      </a:cubicBezTo>
                      <a:cubicBezTo>
                        <a:pt x="7804" y="7772"/>
                        <a:pt x="7825" y="6905"/>
                        <a:pt x="7850" y="6038"/>
                      </a:cubicBezTo>
                      <a:cubicBezTo>
                        <a:pt x="7851" y="5997"/>
                        <a:pt x="7852" y="5956"/>
                        <a:pt x="7854" y="5914"/>
                      </a:cubicBezTo>
                      <a:cubicBezTo>
                        <a:pt x="7895" y="4479"/>
                        <a:pt x="7980" y="3055"/>
                        <a:pt x="8138" y="1627"/>
                      </a:cubicBezTo>
                      <a:cubicBezTo>
                        <a:pt x="8143" y="1584"/>
                        <a:pt x="8148" y="1540"/>
                        <a:pt x="8153" y="1495"/>
                      </a:cubicBezTo>
                      <a:cubicBezTo>
                        <a:pt x="8208" y="996"/>
                        <a:pt x="8268" y="498"/>
                        <a:pt x="8333" y="0"/>
                      </a:cubicBezTo>
                      <a:close/>
                    </a:path>
                  </a:pathLst>
                </a:custGeom>
                <a:solidFill>
                  <a:srgbClr val="F8F9FC"/>
                </a:solidFill>
                <a:ln w="2646" cap="flat">
                  <a:noFill/>
                </a:ln>
              </p:spPr>
            </p:sp>
            <p:sp>
              <p:nvSpPr>
                <p:cNvPr id="1395" name="ICON_PSD_PLOT_path_007"/>
                <p:cNvSpPr/>
                <p:nvPr/>
              </p:nvSpPr>
              <p:spPr>
                <a:xfrm>
                  <a:off x="10398125" y="3468688"/>
                  <a:ext cx="642938" cy="5635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0625" h="44375" fill="norm" stroke="0">
                      <a:moveTo>
                        <a:pt x="0" y="0"/>
                      </a:moveTo>
                      <a:cubicBezTo>
                        <a:pt x="344" y="0"/>
                        <a:pt x="688" y="0"/>
                        <a:pt x="1042" y="0"/>
                      </a:cubicBezTo>
                      <a:cubicBezTo>
                        <a:pt x="1216" y="207"/>
                        <a:pt x="1251" y="262"/>
                        <a:pt x="1302" y="508"/>
                      </a:cubicBezTo>
                      <a:cubicBezTo>
                        <a:pt x="1329" y="603"/>
                        <a:pt x="1356" y="698"/>
                        <a:pt x="1384" y="794"/>
                      </a:cubicBezTo>
                      <a:cubicBezTo>
                        <a:pt x="1393" y="836"/>
                        <a:pt x="1403" y="879"/>
                        <a:pt x="1413" y="922"/>
                      </a:cubicBezTo>
                      <a:cubicBezTo>
                        <a:pt x="1458" y="1042"/>
                        <a:pt x="1458" y="1042"/>
                        <a:pt x="1564" y="1122"/>
                      </a:cubicBezTo>
                      <a:cubicBezTo>
                        <a:pt x="1705" y="1261"/>
                        <a:pt x="1692" y="1414"/>
                        <a:pt x="1695" y="1603"/>
                      </a:cubicBezTo>
                      <a:cubicBezTo>
                        <a:pt x="1695" y="1651"/>
                        <a:pt x="1695" y="1699"/>
                        <a:pt x="1695" y="1748"/>
                      </a:cubicBezTo>
                      <a:cubicBezTo>
                        <a:pt x="1695" y="1799"/>
                        <a:pt x="1695" y="1850"/>
                        <a:pt x="1696" y="1903"/>
                      </a:cubicBezTo>
                      <a:cubicBezTo>
                        <a:pt x="1697" y="2045"/>
                        <a:pt x="1697" y="2186"/>
                        <a:pt x="1697" y="2328"/>
                      </a:cubicBezTo>
                      <a:cubicBezTo>
                        <a:pt x="1697" y="2481"/>
                        <a:pt x="1698" y="2634"/>
                        <a:pt x="1699" y="2786"/>
                      </a:cubicBezTo>
                      <a:cubicBezTo>
                        <a:pt x="1701" y="3086"/>
                        <a:pt x="1701" y="3385"/>
                        <a:pt x="1701" y="3684"/>
                      </a:cubicBezTo>
                      <a:cubicBezTo>
                        <a:pt x="1702" y="3928"/>
                        <a:pt x="1702" y="4171"/>
                        <a:pt x="1703" y="4414"/>
                      </a:cubicBezTo>
                      <a:cubicBezTo>
                        <a:pt x="1705" y="5103"/>
                        <a:pt x="1705" y="5793"/>
                        <a:pt x="1705" y="6482"/>
                      </a:cubicBezTo>
                      <a:cubicBezTo>
                        <a:pt x="1705" y="6519"/>
                        <a:pt x="1705" y="6556"/>
                        <a:pt x="1705" y="6595"/>
                      </a:cubicBezTo>
                      <a:cubicBezTo>
                        <a:pt x="1705" y="6632"/>
                        <a:pt x="1705" y="6669"/>
                        <a:pt x="1705" y="6708"/>
                      </a:cubicBezTo>
                      <a:cubicBezTo>
                        <a:pt x="1705" y="7311"/>
                        <a:pt x="1707" y="7914"/>
                        <a:pt x="1710" y="8518"/>
                      </a:cubicBezTo>
                      <a:cubicBezTo>
                        <a:pt x="1713" y="9137"/>
                        <a:pt x="1715" y="9756"/>
                        <a:pt x="1714" y="10376"/>
                      </a:cubicBezTo>
                      <a:cubicBezTo>
                        <a:pt x="1714" y="10724"/>
                        <a:pt x="1715" y="11072"/>
                        <a:pt x="1717" y="11419"/>
                      </a:cubicBezTo>
                      <a:cubicBezTo>
                        <a:pt x="1719" y="11715"/>
                        <a:pt x="1719" y="12011"/>
                        <a:pt x="1718" y="12308"/>
                      </a:cubicBezTo>
                      <a:cubicBezTo>
                        <a:pt x="1717" y="12459"/>
                        <a:pt x="1717" y="12610"/>
                        <a:pt x="1719" y="12761"/>
                      </a:cubicBezTo>
                      <a:cubicBezTo>
                        <a:pt x="1721" y="12925"/>
                        <a:pt x="1720" y="13088"/>
                        <a:pt x="1718" y="13252"/>
                      </a:cubicBezTo>
                      <a:cubicBezTo>
                        <a:pt x="1719" y="13300"/>
                        <a:pt x="1720" y="13348"/>
                        <a:pt x="1721" y="13397"/>
                      </a:cubicBezTo>
                      <a:cubicBezTo>
                        <a:pt x="1719" y="13528"/>
                        <a:pt x="1714" y="13628"/>
                        <a:pt x="1667" y="13750"/>
                      </a:cubicBezTo>
                      <a:cubicBezTo>
                        <a:pt x="1538" y="13853"/>
                        <a:pt x="1406" y="13909"/>
                        <a:pt x="1250" y="13958"/>
                      </a:cubicBezTo>
                      <a:cubicBezTo>
                        <a:pt x="1265" y="14004"/>
                        <a:pt x="1279" y="14049"/>
                        <a:pt x="1295" y="14096"/>
                      </a:cubicBezTo>
                      <a:cubicBezTo>
                        <a:pt x="1480" y="14716"/>
                        <a:pt x="1489" y="15324"/>
                        <a:pt x="1486" y="15965"/>
                      </a:cubicBezTo>
                      <a:cubicBezTo>
                        <a:pt x="1485" y="16121"/>
                        <a:pt x="1486" y="16277"/>
                        <a:pt x="1486" y="16433"/>
                      </a:cubicBezTo>
                      <a:cubicBezTo>
                        <a:pt x="1487" y="16737"/>
                        <a:pt x="1487" y="17041"/>
                        <a:pt x="1486" y="17345"/>
                      </a:cubicBezTo>
                      <a:cubicBezTo>
                        <a:pt x="1486" y="17592"/>
                        <a:pt x="1486" y="17840"/>
                        <a:pt x="1486" y="18087"/>
                      </a:cubicBezTo>
                      <a:cubicBezTo>
                        <a:pt x="1486" y="18123"/>
                        <a:pt x="1486" y="18158"/>
                        <a:pt x="1486" y="18195"/>
                      </a:cubicBezTo>
                      <a:cubicBezTo>
                        <a:pt x="1486" y="18267"/>
                        <a:pt x="1486" y="18339"/>
                        <a:pt x="1486" y="18411"/>
                      </a:cubicBezTo>
                      <a:cubicBezTo>
                        <a:pt x="1487" y="19084"/>
                        <a:pt x="1486" y="19757"/>
                        <a:pt x="1485" y="20431"/>
                      </a:cubicBezTo>
                      <a:cubicBezTo>
                        <a:pt x="1484" y="21006"/>
                        <a:pt x="1485" y="21581"/>
                        <a:pt x="1485" y="22157"/>
                      </a:cubicBezTo>
                      <a:cubicBezTo>
                        <a:pt x="1487" y="22828"/>
                        <a:pt x="1487" y="23499"/>
                        <a:pt x="1486" y="24169"/>
                      </a:cubicBezTo>
                      <a:cubicBezTo>
                        <a:pt x="1486" y="24241"/>
                        <a:pt x="1486" y="24313"/>
                        <a:pt x="1486" y="24385"/>
                      </a:cubicBezTo>
                      <a:cubicBezTo>
                        <a:pt x="1486" y="24420"/>
                        <a:pt x="1486" y="24455"/>
                        <a:pt x="1486" y="24492"/>
                      </a:cubicBezTo>
                      <a:cubicBezTo>
                        <a:pt x="1486" y="24738"/>
                        <a:pt x="1486" y="24985"/>
                        <a:pt x="1487" y="25231"/>
                      </a:cubicBezTo>
                      <a:cubicBezTo>
                        <a:pt x="1487" y="25533"/>
                        <a:pt x="1487" y="25835"/>
                        <a:pt x="1486" y="26136"/>
                      </a:cubicBezTo>
                      <a:cubicBezTo>
                        <a:pt x="1485" y="26289"/>
                        <a:pt x="1485" y="26443"/>
                        <a:pt x="1486" y="26596"/>
                      </a:cubicBezTo>
                      <a:cubicBezTo>
                        <a:pt x="1487" y="26763"/>
                        <a:pt x="1486" y="26931"/>
                        <a:pt x="1485" y="27098"/>
                      </a:cubicBezTo>
                      <a:cubicBezTo>
                        <a:pt x="1485" y="27124"/>
                        <a:pt x="1484" y="27151"/>
                        <a:pt x="1484" y="27178"/>
                      </a:cubicBezTo>
                      <a:cubicBezTo>
                        <a:pt x="1478" y="27607"/>
                        <a:pt x="1416" y="28012"/>
                        <a:pt x="1304" y="28427"/>
                      </a:cubicBezTo>
                      <a:cubicBezTo>
                        <a:pt x="1277" y="28537"/>
                        <a:pt x="1253" y="28636"/>
                        <a:pt x="1250" y="28750"/>
                      </a:cubicBezTo>
                      <a:cubicBezTo>
                        <a:pt x="1318" y="28821"/>
                        <a:pt x="1388" y="28890"/>
                        <a:pt x="1458" y="28958"/>
                      </a:cubicBezTo>
                      <a:cubicBezTo>
                        <a:pt x="1492" y="29124"/>
                        <a:pt x="1487" y="29290"/>
                        <a:pt x="1486" y="29459"/>
                      </a:cubicBezTo>
                      <a:cubicBezTo>
                        <a:pt x="1487" y="29510"/>
                        <a:pt x="1487" y="29561"/>
                        <a:pt x="1488" y="29614"/>
                      </a:cubicBezTo>
                      <a:cubicBezTo>
                        <a:pt x="1489" y="29757"/>
                        <a:pt x="1489" y="29899"/>
                        <a:pt x="1489" y="30042"/>
                      </a:cubicBezTo>
                      <a:cubicBezTo>
                        <a:pt x="1489" y="30195"/>
                        <a:pt x="1490" y="30349"/>
                        <a:pt x="1491" y="30503"/>
                      </a:cubicBezTo>
                      <a:cubicBezTo>
                        <a:pt x="1492" y="30804"/>
                        <a:pt x="1493" y="31105"/>
                        <a:pt x="1493" y="31406"/>
                      </a:cubicBezTo>
                      <a:cubicBezTo>
                        <a:pt x="1493" y="31652"/>
                        <a:pt x="1494" y="31897"/>
                        <a:pt x="1494" y="32142"/>
                      </a:cubicBezTo>
                      <a:cubicBezTo>
                        <a:pt x="1496" y="32839"/>
                        <a:pt x="1497" y="33536"/>
                        <a:pt x="1497" y="34233"/>
                      </a:cubicBezTo>
                      <a:cubicBezTo>
                        <a:pt x="1497" y="34270"/>
                        <a:pt x="1497" y="34308"/>
                        <a:pt x="1497" y="34346"/>
                      </a:cubicBezTo>
                      <a:cubicBezTo>
                        <a:pt x="1497" y="34384"/>
                        <a:pt x="1497" y="34422"/>
                        <a:pt x="1497" y="34460"/>
                      </a:cubicBezTo>
                      <a:cubicBezTo>
                        <a:pt x="1497" y="35068"/>
                        <a:pt x="1499" y="35675"/>
                        <a:pt x="1502" y="36283"/>
                      </a:cubicBezTo>
                      <a:cubicBezTo>
                        <a:pt x="1505" y="36908"/>
                        <a:pt x="1506" y="37533"/>
                        <a:pt x="1506" y="38158"/>
                      </a:cubicBezTo>
                      <a:cubicBezTo>
                        <a:pt x="1506" y="38509"/>
                        <a:pt x="1506" y="38859"/>
                        <a:pt x="1509" y="39209"/>
                      </a:cubicBezTo>
                      <a:cubicBezTo>
                        <a:pt x="1511" y="39508"/>
                        <a:pt x="1511" y="39807"/>
                        <a:pt x="1510" y="40106"/>
                      </a:cubicBezTo>
                      <a:cubicBezTo>
                        <a:pt x="1509" y="40258"/>
                        <a:pt x="1509" y="40410"/>
                        <a:pt x="1511" y="40562"/>
                      </a:cubicBezTo>
                      <a:cubicBezTo>
                        <a:pt x="1520" y="41370"/>
                        <a:pt x="1397" y="41982"/>
                        <a:pt x="1042" y="42708"/>
                      </a:cubicBezTo>
                      <a:cubicBezTo>
                        <a:pt x="1179" y="42708"/>
                        <a:pt x="1317" y="42708"/>
                        <a:pt x="1458" y="42708"/>
                      </a:cubicBezTo>
                      <a:cubicBezTo>
                        <a:pt x="1458" y="42983"/>
                        <a:pt x="1458" y="43258"/>
                        <a:pt x="1458" y="43542"/>
                      </a:cubicBezTo>
                      <a:cubicBezTo>
                        <a:pt x="1802" y="43610"/>
                        <a:pt x="2146" y="43679"/>
                        <a:pt x="2500" y="43750"/>
                      </a:cubicBezTo>
                      <a:cubicBezTo>
                        <a:pt x="2487" y="43242"/>
                        <a:pt x="2487" y="43242"/>
                        <a:pt x="2481" y="43083"/>
                      </a:cubicBezTo>
                      <a:cubicBezTo>
                        <a:pt x="2481" y="43041"/>
                        <a:pt x="2480" y="43000"/>
                        <a:pt x="2480" y="42956"/>
                      </a:cubicBezTo>
                      <a:cubicBezTo>
                        <a:pt x="2479" y="42914"/>
                        <a:pt x="2477" y="42871"/>
                        <a:pt x="2476" y="42828"/>
                      </a:cubicBezTo>
                      <a:cubicBezTo>
                        <a:pt x="2502" y="42698"/>
                        <a:pt x="2544" y="42634"/>
                        <a:pt x="2640" y="42544"/>
                      </a:cubicBezTo>
                      <a:cubicBezTo>
                        <a:pt x="2777" y="42456"/>
                        <a:pt x="2930" y="42472"/>
                        <a:pt x="3089" y="42474"/>
                      </a:cubicBezTo>
                      <a:cubicBezTo>
                        <a:pt x="3127" y="42474"/>
                        <a:pt x="3166" y="42474"/>
                        <a:pt x="3206" y="42474"/>
                      </a:cubicBezTo>
                      <a:cubicBezTo>
                        <a:pt x="3336" y="42473"/>
                        <a:pt x="3465" y="42474"/>
                        <a:pt x="3595" y="42475"/>
                      </a:cubicBezTo>
                      <a:cubicBezTo>
                        <a:pt x="3689" y="42475"/>
                        <a:pt x="3783" y="42475"/>
                        <a:pt x="3877" y="42474"/>
                      </a:cubicBezTo>
                      <a:cubicBezTo>
                        <a:pt x="4081" y="42474"/>
                        <a:pt x="4286" y="42474"/>
                        <a:pt x="4490" y="42475"/>
                      </a:cubicBezTo>
                      <a:cubicBezTo>
                        <a:pt x="4794" y="42476"/>
                        <a:pt x="5098" y="42476"/>
                        <a:pt x="5402" y="42476"/>
                      </a:cubicBezTo>
                      <a:cubicBezTo>
                        <a:pt x="5913" y="42476"/>
                        <a:pt x="6425" y="42477"/>
                        <a:pt x="6936" y="42478"/>
                      </a:cubicBezTo>
                      <a:cubicBezTo>
                        <a:pt x="7442" y="42479"/>
                        <a:pt x="7948" y="42480"/>
                        <a:pt x="8455" y="42480"/>
                      </a:cubicBezTo>
                      <a:cubicBezTo>
                        <a:pt x="8470" y="42480"/>
                        <a:pt x="8470" y="42480"/>
                        <a:pt x="8550" y="42480"/>
                      </a:cubicBezTo>
                      <a:cubicBezTo>
                        <a:pt x="8710" y="42480"/>
                        <a:pt x="8870" y="42480"/>
                        <a:pt x="9030" y="42480"/>
                      </a:cubicBezTo>
                      <a:cubicBezTo>
                        <a:pt x="10162" y="42481"/>
                        <a:pt x="11294" y="42482"/>
                        <a:pt x="12426" y="42484"/>
                      </a:cubicBezTo>
                      <a:cubicBezTo>
                        <a:pt x="13526" y="42486"/>
                        <a:pt x="14626" y="42488"/>
                        <a:pt x="15726" y="42489"/>
                      </a:cubicBezTo>
                      <a:cubicBezTo>
                        <a:pt x="15760" y="42489"/>
                        <a:pt x="15794" y="42489"/>
                        <a:pt x="15829" y="42489"/>
                      </a:cubicBezTo>
                      <a:cubicBezTo>
                        <a:pt x="16169" y="42489"/>
                        <a:pt x="16510" y="42489"/>
                        <a:pt x="16850" y="42489"/>
                      </a:cubicBezTo>
                      <a:cubicBezTo>
                        <a:pt x="17544" y="42490"/>
                        <a:pt x="18237" y="42491"/>
                        <a:pt x="18931" y="42491"/>
                      </a:cubicBezTo>
                      <a:cubicBezTo>
                        <a:pt x="18947" y="42491"/>
                        <a:pt x="18947" y="42491"/>
                        <a:pt x="19027" y="42491"/>
                      </a:cubicBezTo>
                      <a:cubicBezTo>
                        <a:pt x="21157" y="42493"/>
                        <a:pt x="23287" y="42496"/>
                        <a:pt x="25417" y="42500"/>
                      </a:cubicBezTo>
                      <a:cubicBezTo>
                        <a:pt x="25417" y="42913"/>
                        <a:pt x="25417" y="43325"/>
                        <a:pt x="25417" y="43750"/>
                      </a:cubicBezTo>
                      <a:cubicBezTo>
                        <a:pt x="25692" y="43750"/>
                        <a:pt x="25967" y="43750"/>
                        <a:pt x="26250" y="43750"/>
                      </a:cubicBezTo>
                      <a:cubicBezTo>
                        <a:pt x="26250" y="43406"/>
                        <a:pt x="26250" y="43062"/>
                        <a:pt x="26250" y="42708"/>
                      </a:cubicBezTo>
                      <a:cubicBezTo>
                        <a:pt x="34225" y="42708"/>
                        <a:pt x="42200" y="42708"/>
                        <a:pt x="50417" y="42708"/>
                      </a:cubicBezTo>
                      <a:cubicBezTo>
                        <a:pt x="50485" y="43258"/>
                        <a:pt x="50554" y="43808"/>
                        <a:pt x="50625" y="44375"/>
                      </a:cubicBezTo>
                      <a:cubicBezTo>
                        <a:pt x="33919" y="44375"/>
                        <a:pt x="17212" y="44375"/>
                        <a:pt x="0" y="44375"/>
                      </a:cubicBezTo>
                      <a:cubicBezTo>
                        <a:pt x="0" y="29731"/>
                        <a:pt x="0" y="15087"/>
                        <a:pt x="0" y="0"/>
                      </a:cubicBezTo>
                      <a:close/>
                    </a:path>
                  </a:pathLst>
                </a:custGeom>
                <a:solidFill>
                  <a:srgbClr val="F9F9F9"/>
                </a:solidFill>
                <a:ln w="2646" cap="flat">
                  <a:noFill/>
                </a:ln>
              </p:spPr>
            </p:sp>
            <p:sp>
              <p:nvSpPr>
                <p:cNvPr id="1396" name="ICON_PSD_PLOT_path_008"/>
                <p:cNvSpPr/>
                <p:nvPr/>
              </p:nvSpPr>
              <p:spPr>
                <a:xfrm>
                  <a:off x="10410838" y="3468688"/>
                  <a:ext cx="1265224" cy="5556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9624" h="43750" fill="norm" stroke="0">
                      <a:moveTo>
                        <a:pt x="41" y="0"/>
                      </a:moveTo>
                      <a:cubicBezTo>
                        <a:pt x="522" y="0"/>
                        <a:pt x="1003" y="0"/>
                        <a:pt x="1499" y="0"/>
                      </a:cubicBezTo>
                      <a:cubicBezTo>
                        <a:pt x="1568" y="13681"/>
                        <a:pt x="1636" y="27363"/>
                        <a:pt x="1707" y="41458"/>
                      </a:cubicBezTo>
                      <a:cubicBezTo>
                        <a:pt x="4239" y="41457"/>
                        <a:pt x="4239" y="41457"/>
                        <a:pt x="17051" y="41451"/>
                      </a:cubicBezTo>
                      <a:cubicBezTo>
                        <a:pt x="20117" y="41450"/>
                        <a:pt x="23184" y="41449"/>
                        <a:pt x="26250" y="41448"/>
                      </a:cubicBezTo>
                      <a:cubicBezTo>
                        <a:pt x="26347" y="41448"/>
                        <a:pt x="26444" y="41448"/>
                        <a:pt x="26541" y="41448"/>
                      </a:cubicBezTo>
                      <a:cubicBezTo>
                        <a:pt x="26590" y="41448"/>
                        <a:pt x="26638" y="41448"/>
                        <a:pt x="26688" y="41448"/>
                      </a:cubicBezTo>
                      <a:cubicBezTo>
                        <a:pt x="28377" y="41448"/>
                        <a:pt x="30066" y="41447"/>
                        <a:pt x="31755" y="41447"/>
                      </a:cubicBezTo>
                      <a:cubicBezTo>
                        <a:pt x="31919" y="41447"/>
                        <a:pt x="32082" y="41447"/>
                        <a:pt x="32246" y="41447"/>
                      </a:cubicBezTo>
                      <a:cubicBezTo>
                        <a:pt x="34748" y="41446"/>
                        <a:pt x="37249" y="41445"/>
                        <a:pt x="39751" y="41444"/>
                      </a:cubicBezTo>
                      <a:cubicBezTo>
                        <a:pt x="39764" y="41444"/>
                        <a:pt x="39764" y="41444"/>
                        <a:pt x="39830" y="41444"/>
                      </a:cubicBezTo>
                      <a:cubicBezTo>
                        <a:pt x="40461" y="41444"/>
                        <a:pt x="41093" y="41443"/>
                        <a:pt x="41725" y="41443"/>
                      </a:cubicBezTo>
                      <a:cubicBezTo>
                        <a:pt x="45493" y="41441"/>
                        <a:pt x="49261" y="41439"/>
                        <a:pt x="57015" y="41438"/>
                      </a:cubicBezTo>
                      <a:cubicBezTo>
                        <a:pt x="57168" y="41438"/>
                        <a:pt x="57321" y="41438"/>
                        <a:pt x="57474" y="41438"/>
                      </a:cubicBezTo>
                      <a:cubicBezTo>
                        <a:pt x="62326" y="41438"/>
                        <a:pt x="67179" y="41439"/>
                        <a:pt x="99416" y="41667"/>
                      </a:cubicBezTo>
                      <a:cubicBezTo>
                        <a:pt x="99484" y="42010"/>
                        <a:pt x="99553" y="42354"/>
                        <a:pt x="99624" y="42708"/>
                      </a:cubicBezTo>
                      <a:cubicBezTo>
                        <a:pt x="99504" y="42675"/>
                        <a:pt x="99384" y="42641"/>
                        <a:pt x="99261" y="42606"/>
                      </a:cubicBezTo>
                      <a:cubicBezTo>
                        <a:pt x="98813" y="42489"/>
                        <a:pt x="98390" y="42471"/>
                        <a:pt x="97930" y="42474"/>
                      </a:cubicBezTo>
                      <a:cubicBezTo>
                        <a:pt x="97846" y="42474"/>
                        <a:pt x="97762" y="42474"/>
                        <a:pt x="97679" y="42474"/>
                      </a:cubicBezTo>
                      <a:cubicBezTo>
                        <a:pt x="97450" y="42473"/>
                        <a:pt x="97221" y="42474"/>
                        <a:pt x="96993" y="42475"/>
                      </a:cubicBezTo>
                      <a:cubicBezTo>
                        <a:pt x="96743" y="42475"/>
                        <a:pt x="96494" y="42475"/>
                        <a:pt x="96245" y="42474"/>
                      </a:cubicBezTo>
                      <a:cubicBezTo>
                        <a:pt x="95808" y="42474"/>
                        <a:pt x="95372" y="42474"/>
                        <a:pt x="94935" y="42475"/>
                      </a:cubicBezTo>
                      <a:cubicBezTo>
                        <a:pt x="94467" y="42476"/>
                        <a:pt x="93999" y="42476"/>
                        <a:pt x="93531" y="42476"/>
                      </a:cubicBezTo>
                      <a:cubicBezTo>
                        <a:pt x="93502" y="42476"/>
                        <a:pt x="93472" y="42476"/>
                        <a:pt x="93442" y="42476"/>
                      </a:cubicBezTo>
                      <a:cubicBezTo>
                        <a:pt x="93291" y="42476"/>
                        <a:pt x="93139" y="42476"/>
                        <a:pt x="92988" y="42476"/>
                      </a:cubicBezTo>
                      <a:cubicBezTo>
                        <a:pt x="91896" y="42476"/>
                        <a:pt x="90805" y="42477"/>
                        <a:pt x="89713" y="42478"/>
                      </a:cubicBezTo>
                      <a:cubicBezTo>
                        <a:pt x="88632" y="42479"/>
                        <a:pt x="87551" y="42480"/>
                        <a:pt x="86470" y="42480"/>
                      </a:cubicBezTo>
                      <a:cubicBezTo>
                        <a:pt x="86437" y="42480"/>
                        <a:pt x="86403" y="42480"/>
                        <a:pt x="86368" y="42480"/>
                      </a:cubicBezTo>
                      <a:cubicBezTo>
                        <a:pt x="86061" y="42480"/>
                        <a:pt x="85755" y="42480"/>
                        <a:pt x="85448" y="42480"/>
                      </a:cubicBezTo>
                      <a:cubicBezTo>
                        <a:pt x="84685" y="42481"/>
                        <a:pt x="83922" y="42481"/>
                        <a:pt x="83159" y="42481"/>
                      </a:cubicBezTo>
                      <a:cubicBezTo>
                        <a:pt x="83124" y="42481"/>
                        <a:pt x="83090" y="42481"/>
                        <a:pt x="83054" y="42481"/>
                      </a:cubicBezTo>
                      <a:cubicBezTo>
                        <a:pt x="81365" y="42482"/>
                        <a:pt x="79677" y="42483"/>
                        <a:pt x="77989" y="42484"/>
                      </a:cubicBezTo>
                      <a:cubicBezTo>
                        <a:pt x="77403" y="42485"/>
                        <a:pt x="76817" y="42485"/>
                        <a:pt x="76231" y="42486"/>
                      </a:cubicBezTo>
                      <a:cubicBezTo>
                        <a:pt x="76195" y="42486"/>
                        <a:pt x="76159" y="42486"/>
                        <a:pt x="76121" y="42486"/>
                      </a:cubicBezTo>
                      <a:cubicBezTo>
                        <a:pt x="74431" y="42487"/>
                        <a:pt x="72742" y="42488"/>
                        <a:pt x="71052" y="42489"/>
                      </a:cubicBezTo>
                      <a:cubicBezTo>
                        <a:pt x="70942" y="42489"/>
                        <a:pt x="70833" y="42489"/>
                        <a:pt x="70723" y="42489"/>
                      </a:cubicBezTo>
                      <a:cubicBezTo>
                        <a:pt x="69996" y="42489"/>
                        <a:pt x="69269" y="42489"/>
                        <a:pt x="68541" y="42489"/>
                      </a:cubicBezTo>
                      <a:cubicBezTo>
                        <a:pt x="67094" y="42490"/>
                        <a:pt x="65648" y="42491"/>
                        <a:pt x="64201" y="42491"/>
                      </a:cubicBezTo>
                      <a:cubicBezTo>
                        <a:pt x="64132" y="42491"/>
                        <a:pt x="64063" y="42491"/>
                        <a:pt x="63994" y="42491"/>
                      </a:cubicBezTo>
                      <a:cubicBezTo>
                        <a:pt x="60893" y="42493"/>
                        <a:pt x="57793" y="42494"/>
                        <a:pt x="54692" y="42497"/>
                      </a:cubicBezTo>
                      <a:cubicBezTo>
                        <a:pt x="54663" y="42497"/>
                        <a:pt x="54634" y="42497"/>
                        <a:pt x="54604" y="42497"/>
                      </a:cubicBezTo>
                      <a:cubicBezTo>
                        <a:pt x="53152" y="42498"/>
                        <a:pt x="51701" y="42499"/>
                        <a:pt x="50249" y="42500"/>
                      </a:cubicBezTo>
                      <a:cubicBezTo>
                        <a:pt x="50249" y="42844"/>
                        <a:pt x="50249" y="43188"/>
                        <a:pt x="50249" y="43542"/>
                      </a:cubicBezTo>
                      <a:cubicBezTo>
                        <a:pt x="50111" y="43542"/>
                        <a:pt x="49974" y="43542"/>
                        <a:pt x="49832" y="43542"/>
                      </a:cubicBezTo>
                      <a:cubicBezTo>
                        <a:pt x="49764" y="43267"/>
                        <a:pt x="49695" y="42992"/>
                        <a:pt x="49624" y="42708"/>
                      </a:cubicBezTo>
                      <a:cubicBezTo>
                        <a:pt x="41649" y="42708"/>
                        <a:pt x="33674" y="42708"/>
                        <a:pt x="25457" y="42708"/>
                      </a:cubicBezTo>
                      <a:cubicBezTo>
                        <a:pt x="25389" y="43052"/>
                        <a:pt x="25320" y="43396"/>
                        <a:pt x="25249" y="43750"/>
                      </a:cubicBezTo>
                      <a:cubicBezTo>
                        <a:pt x="24974" y="43750"/>
                        <a:pt x="24699" y="43750"/>
                        <a:pt x="24416" y="43750"/>
                      </a:cubicBezTo>
                      <a:cubicBezTo>
                        <a:pt x="24416" y="43337"/>
                        <a:pt x="24416" y="42925"/>
                        <a:pt x="24416" y="42500"/>
                      </a:cubicBezTo>
                      <a:cubicBezTo>
                        <a:pt x="16922" y="42569"/>
                        <a:pt x="9428" y="42637"/>
                        <a:pt x="1707" y="42708"/>
                      </a:cubicBezTo>
                      <a:cubicBezTo>
                        <a:pt x="1639" y="43052"/>
                        <a:pt x="1570" y="43396"/>
                        <a:pt x="1499" y="43750"/>
                      </a:cubicBezTo>
                      <a:cubicBezTo>
                        <a:pt x="1155" y="43681"/>
                        <a:pt x="811" y="43613"/>
                        <a:pt x="457" y="43542"/>
                      </a:cubicBezTo>
                      <a:cubicBezTo>
                        <a:pt x="457" y="43267"/>
                        <a:pt x="457" y="42992"/>
                        <a:pt x="457" y="42708"/>
                      </a:cubicBezTo>
                      <a:cubicBezTo>
                        <a:pt x="320" y="42708"/>
                        <a:pt x="182" y="42708"/>
                        <a:pt x="41" y="42708"/>
                      </a:cubicBezTo>
                      <a:cubicBezTo>
                        <a:pt x="55" y="42648"/>
                        <a:pt x="70" y="42587"/>
                        <a:pt x="85" y="42525"/>
                      </a:cubicBezTo>
                      <a:cubicBezTo>
                        <a:pt x="242" y="41842"/>
                        <a:pt x="279" y="41185"/>
                        <a:pt x="276" y="40487"/>
                      </a:cubicBezTo>
                      <a:cubicBezTo>
                        <a:pt x="276" y="40334"/>
                        <a:pt x="276" y="40180"/>
                        <a:pt x="277" y="40027"/>
                      </a:cubicBezTo>
                      <a:cubicBezTo>
                        <a:pt x="278" y="39729"/>
                        <a:pt x="278" y="39431"/>
                        <a:pt x="277" y="39132"/>
                      </a:cubicBezTo>
                      <a:cubicBezTo>
                        <a:pt x="277" y="38889"/>
                        <a:pt x="277" y="38646"/>
                        <a:pt x="277" y="38404"/>
                      </a:cubicBezTo>
                      <a:cubicBezTo>
                        <a:pt x="277" y="38369"/>
                        <a:pt x="277" y="38334"/>
                        <a:pt x="277" y="38298"/>
                      </a:cubicBezTo>
                      <a:cubicBezTo>
                        <a:pt x="277" y="38227"/>
                        <a:pt x="277" y="38156"/>
                        <a:pt x="277" y="38086"/>
                      </a:cubicBezTo>
                      <a:cubicBezTo>
                        <a:pt x="278" y="37425"/>
                        <a:pt x="277" y="36764"/>
                        <a:pt x="276" y="36103"/>
                      </a:cubicBezTo>
                      <a:cubicBezTo>
                        <a:pt x="275" y="35539"/>
                        <a:pt x="275" y="34974"/>
                        <a:pt x="276" y="34409"/>
                      </a:cubicBezTo>
                      <a:cubicBezTo>
                        <a:pt x="277" y="33750"/>
                        <a:pt x="278" y="33092"/>
                        <a:pt x="277" y="32433"/>
                      </a:cubicBezTo>
                      <a:cubicBezTo>
                        <a:pt x="277" y="32363"/>
                        <a:pt x="277" y="32292"/>
                        <a:pt x="277" y="32221"/>
                      </a:cubicBezTo>
                      <a:cubicBezTo>
                        <a:pt x="277" y="32187"/>
                        <a:pt x="277" y="32152"/>
                        <a:pt x="277" y="32116"/>
                      </a:cubicBezTo>
                      <a:cubicBezTo>
                        <a:pt x="276" y="31874"/>
                        <a:pt x="277" y="31632"/>
                        <a:pt x="277" y="31390"/>
                      </a:cubicBezTo>
                      <a:cubicBezTo>
                        <a:pt x="278" y="31094"/>
                        <a:pt x="278" y="30799"/>
                        <a:pt x="277" y="30503"/>
                      </a:cubicBezTo>
                      <a:cubicBezTo>
                        <a:pt x="276" y="30353"/>
                        <a:pt x="276" y="30202"/>
                        <a:pt x="277" y="30052"/>
                      </a:cubicBezTo>
                      <a:cubicBezTo>
                        <a:pt x="279" y="29432"/>
                        <a:pt x="257" y="28844"/>
                        <a:pt x="95" y="28241"/>
                      </a:cubicBezTo>
                      <a:cubicBezTo>
                        <a:pt x="67" y="28130"/>
                        <a:pt x="43" y="28030"/>
                        <a:pt x="41" y="27917"/>
                      </a:cubicBezTo>
                      <a:cubicBezTo>
                        <a:pt x="109" y="27846"/>
                        <a:pt x="178" y="27777"/>
                        <a:pt x="249" y="27708"/>
                      </a:cubicBezTo>
                      <a:cubicBezTo>
                        <a:pt x="282" y="27539"/>
                        <a:pt x="277" y="27370"/>
                        <a:pt x="275" y="27199"/>
                      </a:cubicBezTo>
                      <a:cubicBezTo>
                        <a:pt x="276" y="27146"/>
                        <a:pt x="276" y="27093"/>
                        <a:pt x="276" y="27040"/>
                      </a:cubicBezTo>
                      <a:cubicBezTo>
                        <a:pt x="277" y="26895"/>
                        <a:pt x="277" y="26750"/>
                        <a:pt x="276" y="26604"/>
                      </a:cubicBezTo>
                      <a:cubicBezTo>
                        <a:pt x="276" y="26448"/>
                        <a:pt x="276" y="26291"/>
                        <a:pt x="277" y="26134"/>
                      </a:cubicBezTo>
                      <a:cubicBezTo>
                        <a:pt x="278" y="25827"/>
                        <a:pt x="278" y="25520"/>
                        <a:pt x="277" y="25213"/>
                      </a:cubicBezTo>
                      <a:cubicBezTo>
                        <a:pt x="277" y="24963"/>
                        <a:pt x="277" y="24714"/>
                        <a:pt x="277" y="24464"/>
                      </a:cubicBezTo>
                      <a:cubicBezTo>
                        <a:pt x="277" y="24428"/>
                        <a:pt x="277" y="24392"/>
                        <a:pt x="277" y="24356"/>
                      </a:cubicBezTo>
                      <a:cubicBezTo>
                        <a:pt x="277" y="24284"/>
                        <a:pt x="277" y="24211"/>
                        <a:pt x="277" y="24139"/>
                      </a:cubicBezTo>
                      <a:cubicBezTo>
                        <a:pt x="278" y="23461"/>
                        <a:pt x="277" y="22782"/>
                        <a:pt x="276" y="22104"/>
                      </a:cubicBezTo>
                      <a:cubicBezTo>
                        <a:pt x="275" y="21523"/>
                        <a:pt x="275" y="20942"/>
                        <a:pt x="276" y="20362"/>
                      </a:cubicBezTo>
                      <a:cubicBezTo>
                        <a:pt x="277" y="19687"/>
                        <a:pt x="278" y="19012"/>
                        <a:pt x="277" y="18337"/>
                      </a:cubicBezTo>
                      <a:cubicBezTo>
                        <a:pt x="277" y="18264"/>
                        <a:pt x="277" y="18192"/>
                        <a:pt x="277" y="18120"/>
                      </a:cubicBezTo>
                      <a:cubicBezTo>
                        <a:pt x="277" y="18084"/>
                        <a:pt x="277" y="18049"/>
                        <a:pt x="277" y="18012"/>
                      </a:cubicBezTo>
                      <a:cubicBezTo>
                        <a:pt x="276" y="17763"/>
                        <a:pt x="277" y="17514"/>
                        <a:pt x="277" y="17266"/>
                      </a:cubicBezTo>
                      <a:cubicBezTo>
                        <a:pt x="278" y="16961"/>
                        <a:pt x="278" y="16657"/>
                        <a:pt x="277" y="16353"/>
                      </a:cubicBezTo>
                      <a:cubicBezTo>
                        <a:pt x="276" y="16197"/>
                        <a:pt x="276" y="16043"/>
                        <a:pt x="277" y="15888"/>
                      </a:cubicBezTo>
                      <a:cubicBezTo>
                        <a:pt x="279" y="15220"/>
                        <a:pt x="249" y="14600"/>
                        <a:pt x="41" y="13958"/>
                      </a:cubicBezTo>
                      <a:cubicBezTo>
                        <a:pt x="85" y="13957"/>
                        <a:pt x="130" y="13955"/>
                        <a:pt x="175" y="13954"/>
                      </a:cubicBezTo>
                      <a:cubicBezTo>
                        <a:pt x="366" y="13931"/>
                        <a:pt x="531" y="13894"/>
                        <a:pt x="666" y="13750"/>
                      </a:cubicBezTo>
                      <a:cubicBezTo>
                        <a:pt x="786" y="13417"/>
                        <a:pt x="738" y="13025"/>
                        <a:pt x="727" y="12675"/>
                      </a:cubicBezTo>
                      <a:cubicBezTo>
                        <a:pt x="722" y="12523"/>
                        <a:pt x="721" y="12370"/>
                        <a:pt x="720" y="12218"/>
                      </a:cubicBezTo>
                      <a:cubicBezTo>
                        <a:pt x="717" y="11919"/>
                        <a:pt x="711" y="11621"/>
                        <a:pt x="703" y="11322"/>
                      </a:cubicBezTo>
                      <a:cubicBezTo>
                        <a:pt x="695" y="10975"/>
                        <a:pt x="689" y="10627"/>
                        <a:pt x="684" y="10279"/>
                      </a:cubicBezTo>
                      <a:cubicBezTo>
                        <a:pt x="674" y="9658"/>
                        <a:pt x="661" y="9037"/>
                        <a:pt x="647" y="8417"/>
                      </a:cubicBezTo>
                      <a:cubicBezTo>
                        <a:pt x="632" y="7815"/>
                        <a:pt x="621" y="7213"/>
                        <a:pt x="612" y="6611"/>
                      </a:cubicBezTo>
                      <a:cubicBezTo>
                        <a:pt x="602" y="5955"/>
                        <a:pt x="591" y="5299"/>
                        <a:pt x="578" y="4644"/>
                      </a:cubicBezTo>
                      <a:cubicBezTo>
                        <a:pt x="576" y="4574"/>
                        <a:pt x="575" y="4504"/>
                        <a:pt x="574" y="4434"/>
                      </a:cubicBezTo>
                      <a:cubicBezTo>
                        <a:pt x="573" y="4399"/>
                        <a:pt x="572" y="4365"/>
                        <a:pt x="572" y="4329"/>
                      </a:cubicBezTo>
                      <a:cubicBezTo>
                        <a:pt x="567" y="4087"/>
                        <a:pt x="563" y="3845"/>
                        <a:pt x="559" y="3603"/>
                      </a:cubicBezTo>
                      <a:cubicBezTo>
                        <a:pt x="555" y="3307"/>
                        <a:pt x="549" y="3012"/>
                        <a:pt x="540" y="2716"/>
                      </a:cubicBezTo>
                      <a:cubicBezTo>
                        <a:pt x="536" y="2565"/>
                        <a:pt x="533" y="2415"/>
                        <a:pt x="531" y="2264"/>
                      </a:cubicBezTo>
                      <a:cubicBezTo>
                        <a:pt x="530" y="2100"/>
                        <a:pt x="525" y="1937"/>
                        <a:pt x="520" y="1773"/>
                      </a:cubicBezTo>
                      <a:cubicBezTo>
                        <a:pt x="520" y="1750"/>
                        <a:pt x="520" y="1750"/>
                        <a:pt x="519" y="1630"/>
                      </a:cubicBezTo>
                      <a:cubicBezTo>
                        <a:pt x="507" y="1357"/>
                        <a:pt x="449" y="1208"/>
                        <a:pt x="248" y="1023"/>
                      </a:cubicBezTo>
                      <a:cubicBezTo>
                        <a:pt x="210" y="991"/>
                        <a:pt x="172" y="960"/>
                        <a:pt x="134" y="928"/>
                      </a:cubicBezTo>
                      <a:cubicBezTo>
                        <a:pt x="26" y="819"/>
                        <a:pt x="10" y="760"/>
                        <a:pt x="0" y="610"/>
                      </a:cubicBezTo>
                      <a:cubicBezTo>
                        <a:pt x="2" y="537"/>
                        <a:pt x="7" y="464"/>
                        <a:pt x="15" y="391"/>
                      </a:cubicBezTo>
                      <a:cubicBezTo>
                        <a:pt x="23" y="262"/>
                        <a:pt x="32" y="133"/>
                        <a:pt x="41" y="0"/>
                      </a:cubicBezTo>
                      <a:close/>
                    </a:path>
                  </a:pathLst>
                </a:custGeom>
                <a:solidFill>
                  <a:srgbClr val="A5A3A7"/>
                </a:solidFill>
                <a:ln w="2646" cap="flat">
                  <a:noFill/>
                </a:ln>
              </p:spPr>
            </p:sp>
            <p:sp>
              <p:nvSpPr>
                <p:cNvPr id="1397" name="ICON_PSD_PLOT_path_009"/>
                <p:cNvSpPr/>
                <p:nvPr/>
              </p:nvSpPr>
              <p:spPr>
                <a:xfrm>
                  <a:off x="11051646" y="4011083"/>
                  <a:ext cx="616479" cy="211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8542" h="1667" fill="norm" stroke="0">
                      <a:moveTo>
                        <a:pt x="208" y="0"/>
                      </a:moveTo>
                      <a:cubicBezTo>
                        <a:pt x="8183" y="0"/>
                        <a:pt x="16158" y="0"/>
                        <a:pt x="24375" y="0"/>
                      </a:cubicBezTo>
                      <a:cubicBezTo>
                        <a:pt x="24375" y="344"/>
                        <a:pt x="24375" y="688"/>
                        <a:pt x="24375" y="1042"/>
                      </a:cubicBezTo>
                      <a:cubicBezTo>
                        <a:pt x="24719" y="1042"/>
                        <a:pt x="25062" y="1042"/>
                        <a:pt x="25417" y="1042"/>
                      </a:cubicBezTo>
                      <a:cubicBezTo>
                        <a:pt x="25417" y="698"/>
                        <a:pt x="25417" y="354"/>
                        <a:pt x="25417" y="0"/>
                      </a:cubicBezTo>
                      <a:cubicBezTo>
                        <a:pt x="33048" y="0"/>
                        <a:pt x="40679" y="0"/>
                        <a:pt x="48542" y="0"/>
                      </a:cubicBezTo>
                      <a:cubicBezTo>
                        <a:pt x="48542" y="550"/>
                        <a:pt x="48542" y="1100"/>
                        <a:pt x="48542" y="1667"/>
                      </a:cubicBezTo>
                      <a:cubicBezTo>
                        <a:pt x="32523" y="1667"/>
                        <a:pt x="16504" y="1667"/>
                        <a:pt x="0" y="1667"/>
                      </a:cubicBezTo>
                      <a:cubicBezTo>
                        <a:pt x="69" y="1323"/>
                        <a:pt x="138" y="979"/>
                        <a:pt x="208" y="625"/>
                      </a:cubicBezTo>
                      <a:cubicBezTo>
                        <a:pt x="208" y="419"/>
                        <a:pt x="208" y="212"/>
                        <a:pt x="208" y="0"/>
                      </a:cubicBezTo>
                      <a:close/>
                    </a:path>
                  </a:pathLst>
                </a:custGeom>
                <a:solidFill>
                  <a:srgbClr val="FAFAFA"/>
                </a:solidFill>
                <a:ln w="2646" cap="flat">
                  <a:noFill/>
                </a:ln>
              </p:spPr>
            </p:sp>
            <p:sp>
              <p:nvSpPr>
                <p:cNvPr id="1398" name="ICON_PSD_PLOT_path_010"/>
                <p:cNvSpPr/>
                <p:nvPr/>
              </p:nvSpPr>
              <p:spPr>
                <a:xfrm>
                  <a:off x="10432307" y="3899146"/>
                  <a:ext cx="283318" cy="9178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2309" h="7227" fill="norm" stroke="0">
                      <a:moveTo>
                        <a:pt x="21085" y="38"/>
                      </a:moveTo>
                      <a:cubicBezTo>
                        <a:pt x="21143" y="40"/>
                        <a:pt x="21201" y="42"/>
                        <a:pt x="21260" y="44"/>
                      </a:cubicBezTo>
                      <a:cubicBezTo>
                        <a:pt x="21401" y="48"/>
                        <a:pt x="21542" y="55"/>
                        <a:pt x="21684" y="64"/>
                      </a:cubicBezTo>
                      <a:cubicBezTo>
                        <a:pt x="21683" y="97"/>
                        <a:pt x="21682" y="130"/>
                        <a:pt x="21682" y="164"/>
                      </a:cubicBezTo>
                      <a:cubicBezTo>
                        <a:pt x="21668" y="965"/>
                        <a:pt x="21658" y="1767"/>
                        <a:pt x="21651" y="2569"/>
                      </a:cubicBezTo>
                      <a:cubicBezTo>
                        <a:pt x="21648" y="2956"/>
                        <a:pt x="21644" y="3344"/>
                        <a:pt x="21636" y="3731"/>
                      </a:cubicBezTo>
                      <a:cubicBezTo>
                        <a:pt x="21630" y="4070"/>
                        <a:pt x="21626" y="4407"/>
                        <a:pt x="21625" y="4746"/>
                      </a:cubicBezTo>
                      <a:cubicBezTo>
                        <a:pt x="21624" y="4925"/>
                        <a:pt x="21622" y="5103"/>
                        <a:pt x="21617" y="5282"/>
                      </a:cubicBezTo>
                      <a:cubicBezTo>
                        <a:pt x="21591" y="6375"/>
                        <a:pt x="21591" y="6375"/>
                        <a:pt x="21748" y="6624"/>
                      </a:cubicBezTo>
                      <a:cubicBezTo>
                        <a:pt x="21910" y="6790"/>
                        <a:pt x="22088" y="6874"/>
                        <a:pt x="22309" y="6939"/>
                      </a:cubicBezTo>
                      <a:cubicBezTo>
                        <a:pt x="21921" y="7227"/>
                        <a:pt x="21469" y="7176"/>
                        <a:pt x="21011" y="7172"/>
                      </a:cubicBezTo>
                      <a:cubicBezTo>
                        <a:pt x="20921" y="7173"/>
                        <a:pt x="20830" y="7173"/>
                        <a:pt x="20740" y="7173"/>
                      </a:cubicBezTo>
                      <a:cubicBezTo>
                        <a:pt x="20491" y="7173"/>
                        <a:pt x="20243" y="7173"/>
                        <a:pt x="19994" y="7171"/>
                      </a:cubicBezTo>
                      <a:cubicBezTo>
                        <a:pt x="19754" y="7171"/>
                        <a:pt x="19513" y="7171"/>
                        <a:pt x="19272" y="7171"/>
                      </a:cubicBezTo>
                      <a:cubicBezTo>
                        <a:pt x="18780" y="7171"/>
                        <a:pt x="18289" y="7171"/>
                        <a:pt x="17797" y="7169"/>
                      </a:cubicBezTo>
                      <a:cubicBezTo>
                        <a:pt x="17310" y="7168"/>
                        <a:pt x="16823" y="7167"/>
                        <a:pt x="16336" y="7167"/>
                      </a:cubicBezTo>
                      <a:cubicBezTo>
                        <a:pt x="16306" y="7167"/>
                        <a:pt x="16275" y="7167"/>
                        <a:pt x="16244" y="7167"/>
                      </a:cubicBezTo>
                      <a:cubicBezTo>
                        <a:pt x="16090" y="7167"/>
                        <a:pt x="15936" y="7167"/>
                        <a:pt x="15782" y="7167"/>
                      </a:cubicBezTo>
                      <a:cubicBezTo>
                        <a:pt x="14693" y="7166"/>
                        <a:pt x="13604" y="7165"/>
                        <a:pt x="12514" y="7163"/>
                      </a:cubicBezTo>
                      <a:cubicBezTo>
                        <a:pt x="11456" y="7161"/>
                        <a:pt x="10398" y="7160"/>
                        <a:pt x="9340" y="7159"/>
                      </a:cubicBezTo>
                      <a:cubicBezTo>
                        <a:pt x="9324" y="7159"/>
                        <a:pt x="9324" y="7159"/>
                        <a:pt x="9241" y="7159"/>
                      </a:cubicBezTo>
                      <a:cubicBezTo>
                        <a:pt x="8914" y="7158"/>
                        <a:pt x="8586" y="7158"/>
                        <a:pt x="8258" y="7158"/>
                      </a:cubicBezTo>
                      <a:cubicBezTo>
                        <a:pt x="7591" y="7157"/>
                        <a:pt x="6923" y="7157"/>
                        <a:pt x="6256" y="7156"/>
                      </a:cubicBezTo>
                      <a:cubicBezTo>
                        <a:pt x="6225" y="7156"/>
                        <a:pt x="6194" y="7156"/>
                        <a:pt x="6163" y="7156"/>
                      </a:cubicBezTo>
                      <a:cubicBezTo>
                        <a:pt x="4114" y="7154"/>
                        <a:pt x="2065" y="7151"/>
                        <a:pt x="17" y="7147"/>
                      </a:cubicBezTo>
                      <a:cubicBezTo>
                        <a:pt x="12" y="6979"/>
                        <a:pt x="9" y="6811"/>
                        <a:pt x="7" y="6643"/>
                      </a:cubicBezTo>
                      <a:cubicBezTo>
                        <a:pt x="6" y="6596"/>
                        <a:pt x="4" y="6548"/>
                        <a:pt x="3" y="6500"/>
                      </a:cubicBezTo>
                      <a:cubicBezTo>
                        <a:pt x="0" y="6229"/>
                        <a:pt x="3" y="6050"/>
                        <a:pt x="176" y="5837"/>
                      </a:cubicBezTo>
                      <a:cubicBezTo>
                        <a:pt x="456" y="5627"/>
                        <a:pt x="776" y="5624"/>
                        <a:pt x="1114" y="5619"/>
                      </a:cubicBezTo>
                      <a:cubicBezTo>
                        <a:pt x="1229" y="5617"/>
                        <a:pt x="1344" y="5613"/>
                        <a:pt x="1459" y="5608"/>
                      </a:cubicBezTo>
                      <a:cubicBezTo>
                        <a:pt x="1703" y="5598"/>
                        <a:pt x="1947" y="5591"/>
                        <a:pt x="2191" y="5585"/>
                      </a:cubicBezTo>
                      <a:cubicBezTo>
                        <a:pt x="2474" y="5577"/>
                        <a:pt x="2756" y="5569"/>
                        <a:pt x="3039" y="5556"/>
                      </a:cubicBezTo>
                      <a:cubicBezTo>
                        <a:pt x="3151" y="5552"/>
                        <a:pt x="3263" y="5551"/>
                        <a:pt x="3375" y="5549"/>
                      </a:cubicBezTo>
                      <a:cubicBezTo>
                        <a:pt x="3792" y="5536"/>
                        <a:pt x="4054" y="5465"/>
                        <a:pt x="4389" y="5213"/>
                      </a:cubicBezTo>
                      <a:cubicBezTo>
                        <a:pt x="4602" y="5053"/>
                        <a:pt x="4766" y="5007"/>
                        <a:pt x="5035" y="5014"/>
                      </a:cubicBezTo>
                      <a:cubicBezTo>
                        <a:pt x="5113" y="5012"/>
                        <a:pt x="5191" y="5009"/>
                        <a:pt x="5269" y="5006"/>
                      </a:cubicBezTo>
                      <a:cubicBezTo>
                        <a:pt x="5308" y="5005"/>
                        <a:pt x="5348" y="5004"/>
                        <a:pt x="5389" y="5003"/>
                      </a:cubicBezTo>
                      <a:cubicBezTo>
                        <a:pt x="6374" y="4970"/>
                        <a:pt x="6374" y="4970"/>
                        <a:pt x="6616" y="4745"/>
                      </a:cubicBezTo>
                      <a:cubicBezTo>
                        <a:pt x="6733" y="4613"/>
                        <a:pt x="6831" y="4467"/>
                        <a:pt x="6931" y="4322"/>
                      </a:cubicBezTo>
                      <a:cubicBezTo>
                        <a:pt x="7124" y="4045"/>
                        <a:pt x="7326" y="3853"/>
                        <a:pt x="7665" y="3783"/>
                      </a:cubicBezTo>
                      <a:cubicBezTo>
                        <a:pt x="8107" y="3721"/>
                        <a:pt x="8556" y="3728"/>
                        <a:pt x="9001" y="3736"/>
                      </a:cubicBezTo>
                      <a:cubicBezTo>
                        <a:pt x="9034" y="3736"/>
                        <a:pt x="9067" y="3737"/>
                        <a:pt x="9101" y="3737"/>
                      </a:cubicBezTo>
                      <a:cubicBezTo>
                        <a:pt x="9324" y="3741"/>
                        <a:pt x="9548" y="3748"/>
                        <a:pt x="9771" y="3757"/>
                      </a:cubicBezTo>
                      <a:cubicBezTo>
                        <a:pt x="9800" y="3758"/>
                        <a:pt x="9829" y="3759"/>
                        <a:pt x="9859" y="3760"/>
                      </a:cubicBezTo>
                      <a:cubicBezTo>
                        <a:pt x="10209" y="3775"/>
                        <a:pt x="10507" y="3829"/>
                        <a:pt x="10836" y="3949"/>
                      </a:cubicBezTo>
                      <a:cubicBezTo>
                        <a:pt x="11076" y="4034"/>
                        <a:pt x="11293" y="4053"/>
                        <a:pt x="11546" y="4050"/>
                      </a:cubicBezTo>
                      <a:cubicBezTo>
                        <a:pt x="11589" y="4050"/>
                        <a:pt x="11633" y="4050"/>
                        <a:pt x="11677" y="4051"/>
                      </a:cubicBezTo>
                      <a:cubicBezTo>
                        <a:pt x="11768" y="4051"/>
                        <a:pt x="11859" y="4050"/>
                        <a:pt x="11950" y="4049"/>
                      </a:cubicBezTo>
                      <a:cubicBezTo>
                        <a:pt x="12086" y="4048"/>
                        <a:pt x="12222" y="4049"/>
                        <a:pt x="12359" y="4051"/>
                      </a:cubicBezTo>
                      <a:cubicBezTo>
                        <a:pt x="12926" y="4052"/>
                        <a:pt x="13433" y="3981"/>
                        <a:pt x="13975" y="3814"/>
                      </a:cubicBezTo>
                      <a:cubicBezTo>
                        <a:pt x="13974" y="3785"/>
                        <a:pt x="13972" y="3757"/>
                        <a:pt x="13971" y="3727"/>
                      </a:cubicBezTo>
                      <a:cubicBezTo>
                        <a:pt x="13970" y="3690"/>
                        <a:pt x="13969" y="3652"/>
                        <a:pt x="13967" y="3613"/>
                      </a:cubicBezTo>
                      <a:cubicBezTo>
                        <a:pt x="13966" y="3576"/>
                        <a:pt x="13965" y="3539"/>
                        <a:pt x="13963" y="3501"/>
                      </a:cubicBezTo>
                      <a:cubicBezTo>
                        <a:pt x="13975" y="3397"/>
                        <a:pt x="13975" y="3397"/>
                        <a:pt x="14032" y="3325"/>
                      </a:cubicBezTo>
                      <a:cubicBezTo>
                        <a:pt x="14113" y="3262"/>
                        <a:pt x="14195" y="3220"/>
                        <a:pt x="14288" y="3176"/>
                      </a:cubicBezTo>
                      <a:cubicBezTo>
                        <a:pt x="14323" y="3159"/>
                        <a:pt x="14358" y="3141"/>
                        <a:pt x="14394" y="3123"/>
                      </a:cubicBezTo>
                      <a:cubicBezTo>
                        <a:pt x="14862" y="2919"/>
                        <a:pt x="15384" y="2895"/>
                        <a:pt x="15888" y="2862"/>
                      </a:cubicBezTo>
                      <a:cubicBezTo>
                        <a:pt x="16474" y="2816"/>
                        <a:pt x="16474" y="2816"/>
                        <a:pt x="16705" y="2570"/>
                      </a:cubicBezTo>
                      <a:cubicBezTo>
                        <a:pt x="16736" y="2533"/>
                        <a:pt x="16767" y="2496"/>
                        <a:pt x="16800" y="2458"/>
                      </a:cubicBezTo>
                      <a:cubicBezTo>
                        <a:pt x="16953" y="2288"/>
                        <a:pt x="17137" y="2224"/>
                        <a:pt x="17347" y="2147"/>
                      </a:cubicBezTo>
                      <a:cubicBezTo>
                        <a:pt x="17391" y="2130"/>
                        <a:pt x="17435" y="2113"/>
                        <a:pt x="17480" y="2095"/>
                      </a:cubicBezTo>
                      <a:cubicBezTo>
                        <a:pt x="17752" y="1991"/>
                        <a:pt x="18020" y="1916"/>
                        <a:pt x="18304" y="1857"/>
                      </a:cubicBezTo>
                      <a:cubicBezTo>
                        <a:pt x="19385" y="1621"/>
                        <a:pt x="19385" y="1621"/>
                        <a:pt x="19654" y="1211"/>
                      </a:cubicBezTo>
                      <a:cubicBezTo>
                        <a:pt x="19746" y="1058"/>
                        <a:pt x="19818" y="898"/>
                        <a:pt x="19891" y="735"/>
                      </a:cubicBezTo>
                      <a:cubicBezTo>
                        <a:pt x="20155" y="159"/>
                        <a:pt x="20484" y="0"/>
                        <a:pt x="21085" y="38"/>
                      </a:cubicBezTo>
                      <a:close/>
                    </a:path>
                  </a:pathLst>
                </a:custGeom>
                <a:solidFill>
                  <a:srgbClr val="F6F8FA"/>
                </a:solidFill>
                <a:ln w="2646" cap="flat">
                  <a:noFill/>
                </a:ln>
              </p:spPr>
            </p:sp>
            <p:sp>
              <p:nvSpPr>
                <p:cNvPr id="1399" name="ICON_PSD_PLOT_path_011"/>
                <p:cNvSpPr/>
                <p:nvPr/>
              </p:nvSpPr>
              <p:spPr>
                <a:xfrm>
                  <a:off x="10668000" y="3997461"/>
                  <a:ext cx="1008062" cy="2685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9375" h="2114" fill="norm" stroke="0">
                      <a:moveTo>
                        <a:pt x="6054" y="5"/>
                      </a:moveTo>
                      <a:cubicBezTo>
                        <a:pt x="6441" y="6"/>
                        <a:pt x="6828" y="6"/>
                        <a:pt x="7215" y="5"/>
                      </a:cubicBezTo>
                      <a:cubicBezTo>
                        <a:pt x="7937" y="5"/>
                        <a:pt x="8659" y="5"/>
                        <a:pt x="9381" y="6"/>
                      </a:cubicBezTo>
                      <a:cubicBezTo>
                        <a:pt x="10111" y="7"/>
                        <a:pt x="10840" y="7"/>
                        <a:pt x="11569" y="7"/>
                      </a:cubicBezTo>
                      <a:cubicBezTo>
                        <a:pt x="11616" y="7"/>
                        <a:pt x="11662" y="7"/>
                        <a:pt x="11710" y="7"/>
                      </a:cubicBezTo>
                      <a:cubicBezTo>
                        <a:pt x="11947" y="7"/>
                        <a:pt x="12184" y="7"/>
                        <a:pt x="12421" y="7"/>
                      </a:cubicBezTo>
                      <a:cubicBezTo>
                        <a:pt x="14127" y="7"/>
                        <a:pt x="15832" y="8"/>
                        <a:pt x="17538" y="9"/>
                      </a:cubicBezTo>
                      <a:cubicBezTo>
                        <a:pt x="17958" y="9"/>
                        <a:pt x="18377" y="10"/>
                        <a:pt x="18797" y="10"/>
                      </a:cubicBezTo>
                      <a:cubicBezTo>
                        <a:pt x="18823" y="10"/>
                        <a:pt x="18849" y="10"/>
                        <a:pt x="18876" y="10"/>
                      </a:cubicBezTo>
                      <a:cubicBezTo>
                        <a:pt x="20090" y="11"/>
                        <a:pt x="21304" y="11"/>
                        <a:pt x="22518" y="11"/>
                      </a:cubicBezTo>
                      <a:cubicBezTo>
                        <a:pt x="22598" y="11"/>
                        <a:pt x="22678" y="11"/>
                        <a:pt x="22757" y="11"/>
                      </a:cubicBezTo>
                      <a:cubicBezTo>
                        <a:pt x="23237" y="11"/>
                        <a:pt x="23718" y="11"/>
                        <a:pt x="24198" y="11"/>
                      </a:cubicBezTo>
                      <a:cubicBezTo>
                        <a:pt x="25391" y="11"/>
                        <a:pt x="26585" y="12"/>
                        <a:pt x="27778" y="12"/>
                      </a:cubicBezTo>
                      <a:cubicBezTo>
                        <a:pt x="27805" y="12"/>
                        <a:pt x="27832" y="12"/>
                        <a:pt x="27860" y="12"/>
                      </a:cubicBezTo>
                      <a:cubicBezTo>
                        <a:pt x="29615" y="12"/>
                        <a:pt x="31370" y="13"/>
                        <a:pt x="33125" y="14"/>
                      </a:cubicBezTo>
                      <a:cubicBezTo>
                        <a:pt x="33139" y="14"/>
                        <a:pt x="33139" y="14"/>
                        <a:pt x="33210" y="14"/>
                      </a:cubicBezTo>
                      <a:cubicBezTo>
                        <a:pt x="34061" y="14"/>
                        <a:pt x="34912" y="15"/>
                        <a:pt x="35764" y="15"/>
                      </a:cubicBezTo>
                      <a:cubicBezTo>
                        <a:pt x="36706" y="16"/>
                        <a:pt x="37648" y="16"/>
                        <a:pt x="38590" y="17"/>
                      </a:cubicBezTo>
                      <a:cubicBezTo>
                        <a:pt x="38604" y="17"/>
                        <a:pt x="38604" y="17"/>
                        <a:pt x="38675" y="17"/>
                      </a:cubicBezTo>
                      <a:cubicBezTo>
                        <a:pt x="41372" y="18"/>
                        <a:pt x="44068" y="19"/>
                        <a:pt x="46764" y="20"/>
                      </a:cubicBezTo>
                      <a:cubicBezTo>
                        <a:pt x="46878" y="20"/>
                        <a:pt x="46993" y="20"/>
                        <a:pt x="47107" y="20"/>
                      </a:cubicBezTo>
                      <a:cubicBezTo>
                        <a:pt x="48160" y="20"/>
                        <a:pt x="49212" y="20"/>
                        <a:pt x="50264" y="20"/>
                      </a:cubicBezTo>
                      <a:cubicBezTo>
                        <a:pt x="50293" y="20"/>
                        <a:pt x="50320" y="20"/>
                        <a:pt x="50349" y="20"/>
                      </a:cubicBezTo>
                      <a:cubicBezTo>
                        <a:pt x="50434" y="20"/>
                        <a:pt x="50519" y="20"/>
                        <a:pt x="50604" y="20"/>
                      </a:cubicBezTo>
                      <a:cubicBezTo>
                        <a:pt x="52892" y="21"/>
                        <a:pt x="55181" y="21"/>
                        <a:pt x="57469" y="22"/>
                      </a:cubicBezTo>
                      <a:cubicBezTo>
                        <a:pt x="57550" y="22"/>
                        <a:pt x="57631" y="22"/>
                        <a:pt x="57712" y="22"/>
                      </a:cubicBezTo>
                      <a:cubicBezTo>
                        <a:pt x="60332" y="23"/>
                        <a:pt x="62952" y="24"/>
                        <a:pt x="72236" y="28"/>
                      </a:cubicBezTo>
                      <a:cubicBezTo>
                        <a:pt x="72259" y="28"/>
                        <a:pt x="72259" y="28"/>
                        <a:pt x="72373" y="28"/>
                      </a:cubicBezTo>
                      <a:cubicBezTo>
                        <a:pt x="74637" y="29"/>
                        <a:pt x="76902" y="30"/>
                        <a:pt x="79167" y="31"/>
                      </a:cubicBezTo>
                      <a:cubicBezTo>
                        <a:pt x="79235" y="375"/>
                        <a:pt x="79304" y="719"/>
                        <a:pt x="79375" y="1073"/>
                      </a:cubicBezTo>
                      <a:cubicBezTo>
                        <a:pt x="79255" y="1039"/>
                        <a:pt x="79135" y="1005"/>
                        <a:pt x="79012" y="970"/>
                      </a:cubicBezTo>
                      <a:cubicBezTo>
                        <a:pt x="78564" y="853"/>
                        <a:pt x="78141" y="835"/>
                        <a:pt x="77681" y="839"/>
                      </a:cubicBezTo>
                      <a:cubicBezTo>
                        <a:pt x="77597" y="839"/>
                        <a:pt x="77514" y="838"/>
                        <a:pt x="77430" y="838"/>
                      </a:cubicBezTo>
                      <a:cubicBezTo>
                        <a:pt x="77201" y="837"/>
                        <a:pt x="76972" y="838"/>
                        <a:pt x="76744" y="839"/>
                      </a:cubicBezTo>
                      <a:cubicBezTo>
                        <a:pt x="76494" y="840"/>
                        <a:pt x="76245" y="839"/>
                        <a:pt x="75996" y="839"/>
                      </a:cubicBezTo>
                      <a:cubicBezTo>
                        <a:pt x="75559" y="838"/>
                        <a:pt x="75123" y="839"/>
                        <a:pt x="74686" y="839"/>
                      </a:cubicBezTo>
                      <a:cubicBezTo>
                        <a:pt x="74218" y="840"/>
                        <a:pt x="73750" y="841"/>
                        <a:pt x="73283" y="841"/>
                      </a:cubicBezTo>
                      <a:cubicBezTo>
                        <a:pt x="73253" y="841"/>
                        <a:pt x="73223" y="841"/>
                        <a:pt x="73193" y="841"/>
                      </a:cubicBezTo>
                      <a:cubicBezTo>
                        <a:pt x="73042" y="841"/>
                        <a:pt x="72890" y="841"/>
                        <a:pt x="72739" y="841"/>
                      </a:cubicBezTo>
                      <a:cubicBezTo>
                        <a:pt x="71647" y="840"/>
                        <a:pt x="70556" y="841"/>
                        <a:pt x="69464" y="842"/>
                      </a:cubicBezTo>
                      <a:cubicBezTo>
                        <a:pt x="68383" y="844"/>
                        <a:pt x="67302" y="844"/>
                        <a:pt x="66221" y="845"/>
                      </a:cubicBezTo>
                      <a:cubicBezTo>
                        <a:pt x="66188" y="845"/>
                        <a:pt x="66154" y="845"/>
                        <a:pt x="66119" y="845"/>
                      </a:cubicBezTo>
                      <a:cubicBezTo>
                        <a:pt x="65812" y="845"/>
                        <a:pt x="65506" y="845"/>
                        <a:pt x="65199" y="845"/>
                      </a:cubicBezTo>
                      <a:cubicBezTo>
                        <a:pt x="64436" y="845"/>
                        <a:pt x="63673" y="845"/>
                        <a:pt x="62910" y="845"/>
                      </a:cubicBezTo>
                      <a:cubicBezTo>
                        <a:pt x="62875" y="845"/>
                        <a:pt x="62841" y="845"/>
                        <a:pt x="62805" y="845"/>
                      </a:cubicBezTo>
                      <a:cubicBezTo>
                        <a:pt x="61116" y="846"/>
                        <a:pt x="59428" y="847"/>
                        <a:pt x="57740" y="849"/>
                      </a:cubicBezTo>
                      <a:cubicBezTo>
                        <a:pt x="57154" y="849"/>
                        <a:pt x="56568" y="850"/>
                        <a:pt x="55982" y="850"/>
                      </a:cubicBezTo>
                      <a:cubicBezTo>
                        <a:pt x="55946" y="850"/>
                        <a:pt x="55910" y="850"/>
                        <a:pt x="55872" y="850"/>
                      </a:cubicBezTo>
                      <a:cubicBezTo>
                        <a:pt x="54183" y="851"/>
                        <a:pt x="52493" y="852"/>
                        <a:pt x="50803" y="853"/>
                      </a:cubicBezTo>
                      <a:cubicBezTo>
                        <a:pt x="50694" y="853"/>
                        <a:pt x="50584" y="853"/>
                        <a:pt x="50474" y="853"/>
                      </a:cubicBezTo>
                      <a:cubicBezTo>
                        <a:pt x="49747" y="853"/>
                        <a:pt x="49020" y="854"/>
                        <a:pt x="48292" y="854"/>
                      </a:cubicBezTo>
                      <a:cubicBezTo>
                        <a:pt x="46845" y="854"/>
                        <a:pt x="45399" y="855"/>
                        <a:pt x="43951" y="855"/>
                      </a:cubicBezTo>
                      <a:cubicBezTo>
                        <a:pt x="43883" y="855"/>
                        <a:pt x="43814" y="855"/>
                        <a:pt x="43745" y="855"/>
                      </a:cubicBezTo>
                      <a:cubicBezTo>
                        <a:pt x="40644" y="857"/>
                        <a:pt x="37543" y="859"/>
                        <a:pt x="34443" y="861"/>
                      </a:cubicBezTo>
                      <a:cubicBezTo>
                        <a:pt x="34414" y="861"/>
                        <a:pt x="34385" y="861"/>
                        <a:pt x="34355" y="861"/>
                      </a:cubicBezTo>
                      <a:cubicBezTo>
                        <a:pt x="32903" y="862"/>
                        <a:pt x="31452" y="863"/>
                        <a:pt x="30000" y="864"/>
                      </a:cubicBezTo>
                      <a:cubicBezTo>
                        <a:pt x="30000" y="1208"/>
                        <a:pt x="30000" y="1552"/>
                        <a:pt x="30000" y="1906"/>
                      </a:cubicBezTo>
                      <a:cubicBezTo>
                        <a:pt x="29862" y="1906"/>
                        <a:pt x="29725" y="1906"/>
                        <a:pt x="29583" y="1906"/>
                      </a:cubicBezTo>
                      <a:cubicBezTo>
                        <a:pt x="29515" y="1631"/>
                        <a:pt x="29446" y="1356"/>
                        <a:pt x="29375" y="1073"/>
                      </a:cubicBezTo>
                      <a:cubicBezTo>
                        <a:pt x="21400" y="1073"/>
                        <a:pt x="13425" y="1073"/>
                        <a:pt x="5208" y="1073"/>
                      </a:cubicBezTo>
                      <a:cubicBezTo>
                        <a:pt x="5140" y="1416"/>
                        <a:pt x="5071" y="1760"/>
                        <a:pt x="5000" y="2114"/>
                      </a:cubicBezTo>
                      <a:cubicBezTo>
                        <a:pt x="4725" y="2114"/>
                        <a:pt x="4450" y="2114"/>
                        <a:pt x="4167" y="2114"/>
                      </a:cubicBezTo>
                      <a:cubicBezTo>
                        <a:pt x="4167" y="1633"/>
                        <a:pt x="4167" y="1152"/>
                        <a:pt x="4167" y="656"/>
                      </a:cubicBezTo>
                      <a:cubicBezTo>
                        <a:pt x="4055" y="658"/>
                        <a:pt x="3944" y="660"/>
                        <a:pt x="3829" y="662"/>
                      </a:cubicBezTo>
                      <a:cubicBezTo>
                        <a:pt x="3460" y="670"/>
                        <a:pt x="3091" y="674"/>
                        <a:pt x="2721" y="678"/>
                      </a:cubicBezTo>
                      <a:cubicBezTo>
                        <a:pt x="2498" y="680"/>
                        <a:pt x="2274" y="683"/>
                        <a:pt x="2050" y="687"/>
                      </a:cubicBezTo>
                      <a:cubicBezTo>
                        <a:pt x="1834" y="692"/>
                        <a:pt x="1618" y="694"/>
                        <a:pt x="1402" y="695"/>
                      </a:cubicBezTo>
                      <a:cubicBezTo>
                        <a:pt x="1320" y="696"/>
                        <a:pt x="1237" y="698"/>
                        <a:pt x="1155" y="700"/>
                      </a:cubicBezTo>
                      <a:cubicBezTo>
                        <a:pt x="1039" y="703"/>
                        <a:pt x="924" y="704"/>
                        <a:pt x="808" y="703"/>
                      </a:cubicBezTo>
                      <a:cubicBezTo>
                        <a:pt x="791" y="704"/>
                        <a:pt x="791" y="704"/>
                        <a:pt x="706" y="708"/>
                      </a:cubicBezTo>
                      <a:cubicBezTo>
                        <a:pt x="501" y="704"/>
                        <a:pt x="397" y="652"/>
                        <a:pt x="252" y="503"/>
                      </a:cubicBezTo>
                      <a:cubicBezTo>
                        <a:pt x="233" y="484"/>
                        <a:pt x="215" y="465"/>
                        <a:pt x="196" y="445"/>
                      </a:cubicBezTo>
                      <a:cubicBezTo>
                        <a:pt x="177" y="425"/>
                        <a:pt x="158" y="405"/>
                        <a:pt x="139" y="385"/>
                      </a:cubicBezTo>
                      <a:cubicBezTo>
                        <a:pt x="92" y="337"/>
                        <a:pt x="46" y="288"/>
                        <a:pt x="0" y="239"/>
                      </a:cubicBezTo>
                      <a:cubicBezTo>
                        <a:pt x="2020" y="77"/>
                        <a:pt x="4027" y="0"/>
                        <a:pt x="6054" y="5"/>
                      </a:cubicBezTo>
                      <a:close/>
                    </a:path>
                  </a:pathLst>
                </a:custGeom>
                <a:solidFill>
                  <a:srgbClr val="8C8B91"/>
                </a:solidFill>
                <a:ln w="2646" cap="flat">
                  <a:noFill/>
                </a:ln>
              </p:spPr>
            </p:sp>
            <p:sp>
              <p:nvSpPr>
                <p:cNvPr id="1400" name="ICON_PSD_PLOT_path_012"/>
                <p:cNvSpPr/>
                <p:nvPr/>
              </p:nvSpPr>
              <p:spPr>
                <a:xfrm>
                  <a:off x="10429874" y="3600928"/>
                  <a:ext cx="408940" cy="37575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2200" h="29587" fill="norm" stroke="0">
                      <a:moveTo>
                        <a:pt x="29252" y="244"/>
                      </a:moveTo>
                      <a:cubicBezTo>
                        <a:pt x="29665" y="419"/>
                        <a:pt x="30003" y="723"/>
                        <a:pt x="30176" y="1141"/>
                      </a:cubicBezTo>
                      <a:cubicBezTo>
                        <a:pt x="30304" y="1587"/>
                        <a:pt x="30230" y="2103"/>
                        <a:pt x="30204" y="2562"/>
                      </a:cubicBezTo>
                      <a:cubicBezTo>
                        <a:pt x="30161" y="3321"/>
                        <a:pt x="30146" y="3884"/>
                        <a:pt x="30677" y="4483"/>
                      </a:cubicBezTo>
                      <a:cubicBezTo>
                        <a:pt x="31207" y="5087"/>
                        <a:pt x="31484" y="5695"/>
                        <a:pt x="31732" y="6449"/>
                      </a:cubicBezTo>
                      <a:cubicBezTo>
                        <a:pt x="31741" y="6476"/>
                        <a:pt x="31750" y="6503"/>
                        <a:pt x="31759" y="6531"/>
                      </a:cubicBezTo>
                      <a:cubicBezTo>
                        <a:pt x="32071" y="7479"/>
                        <a:pt x="32200" y="8380"/>
                        <a:pt x="32083" y="9379"/>
                      </a:cubicBezTo>
                      <a:cubicBezTo>
                        <a:pt x="32015" y="9379"/>
                        <a:pt x="31946" y="9379"/>
                        <a:pt x="31875" y="9379"/>
                      </a:cubicBezTo>
                      <a:cubicBezTo>
                        <a:pt x="31875" y="8898"/>
                        <a:pt x="31875" y="8416"/>
                        <a:pt x="31875" y="7921"/>
                      </a:cubicBezTo>
                      <a:cubicBezTo>
                        <a:pt x="31669" y="7921"/>
                        <a:pt x="31463" y="7921"/>
                        <a:pt x="31250" y="7921"/>
                      </a:cubicBezTo>
                      <a:cubicBezTo>
                        <a:pt x="31319" y="8677"/>
                        <a:pt x="31388" y="9433"/>
                        <a:pt x="31458" y="10212"/>
                      </a:cubicBezTo>
                      <a:cubicBezTo>
                        <a:pt x="30987" y="9505"/>
                        <a:pt x="30987" y="9505"/>
                        <a:pt x="31055" y="9145"/>
                      </a:cubicBezTo>
                      <a:cubicBezTo>
                        <a:pt x="31062" y="9109"/>
                        <a:pt x="31069" y="9074"/>
                        <a:pt x="31076" y="9038"/>
                      </a:cubicBezTo>
                      <a:cubicBezTo>
                        <a:pt x="31097" y="8856"/>
                        <a:pt x="31097" y="8856"/>
                        <a:pt x="31042" y="8754"/>
                      </a:cubicBezTo>
                      <a:cubicBezTo>
                        <a:pt x="30969" y="8734"/>
                        <a:pt x="30896" y="8715"/>
                        <a:pt x="30822" y="8701"/>
                      </a:cubicBezTo>
                      <a:cubicBezTo>
                        <a:pt x="30672" y="8672"/>
                        <a:pt x="30538" y="8644"/>
                        <a:pt x="30417" y="8546"/>
                      </a:cubicBezTo>
                      <a:cubicBezTo>
                        <a:pt x="30304" y="8304"/>
                        <a:pt x="30322" y="8008"/>
                        <a:pt x="30316" y="7747"/>
                      </a:cubicBezTo>
                      <a:cubicBezTo>
                        <a:pt x="30292" y="6848"/>
                        <a:pt x="30123" y="6062"/>
                        <a:pt x="29813" y="5222"/>
                      </a:cubicBezTo>
                      <a:cubicBezTo>
                        <a:pt x="29800" y="5185"/>
                        <a:pt x="29786" y="5149"/>
                        <a:pt x="29773" y="5111"/>
                      </a:cubicBezTo>
                      <a:cubicBezTo>
                        <a:pt x="29748" y="5045"/>
                        <a:pt x="29723" y="4980"/>
                        <a:pt x="29697" y="4914"/>
                      </a:cubicBezTo>
                      <a:cubicBezTo>
                        <a:pt x="29551" y="4533"/>
                        <a:pt x="29476" y="4160"/>
                        <a:pt x="29375" y="3754"/>
                      </a:cubicBezTo>
                      <a:cubicBezTo>
                        <a:pt x="28756" y="3754"/>
                        <a:pt x="28138" y="3754"/>
                        <a:pt x="27500" y="3754"/>
                      </a:cubicBezTo>
                      <a:cubicBezTo>
                        <a:pt x="27470" y="4007"/>
                        <a:pt x="27440" y="4261"/>
                        <a:pt x="27409" y="4522"/>
                      </a:cubicBezTo>
                      <a:cubicBezTo>
                        <a:pt x="27329" y="5177"/>
                        <a:pt x="27229" y="5819"/>
                        <a:pt x="27083" y="6462"/>
                      </a:cubicBezTo>
                      <a:cubicBezTo>
                        <a:pt x="26946" y="6462"/>
                        <a:pt x="26808" y="6462"/>
                        <a:pt x="26667" y="6462"/>
                      </a:cubicBezTo>
                      <a:cubicBezTo>
                        <a:pt x="26657" y="6525"/>
                        <a:pt x="26648" y="6588"/>
                        <a:pt x="26638" y="6653"/>
                      </a:cubicBezTo>
                      <a:cubicBezTo>
                        <a:pt x="26404" y="8190"/>
                        <a:pt x="26099" y="9693"/>
                        <a:pt x="25712" y="11199"/>
                      </a:cubicBezTo>
                      <a:cubicBezTo>
                        <a:pt x="25664" y="11388"/>
                        <a:pt x="25616" y="11576"/>
                        <a:pt x="25568" y="11765"/>
                      </a:cubicBezTo>
                      <a:cubicBezTo>
                        <a:pt x="25310" y="12791"/>
                        <a:pt x="25051" y="13817"/>
                        <a:pt x="24748" y="14831"/>
                      </a:cubicBezTo>
                      <a:cubicBezTo>
                        <a:pt x="24738" y="14863"/>
                        <a:pt x="24729" y="14895"/>
                        <a:pt x="24719" y="14927"/>
                      </a:cubicBezTo>
                      <a:cubicBezTo>
                        <a:pt x="24640" y="15192"/>
                        <a:pt x="24561" y="15456"/>
                        <a:pt x="24479" y="15719"/>
                      </a:cubicBezTo>
                      <a:cubicBezTo>
                        <a:pt x="24273" y="16378"/>
                        <a:pt x="24139" y="17006"/>
                        <a:pt x="24082" y="17695"/>
                      </a:cubicBezTo>
                      <a:cubicBezTo>
                        <a:pt x="24076" y="17764"/>
                        <a:pt x="24070" y="17833"/>
                        <a:pt x="24064" y="17902"/>
                      </a:cubicBezTo>
                      <a:cubicBezTo>
                        <a:pt x="24061" y="17936"/>
                        <a:pt x="24058" y="17970"/>
                        <a:pt x="24055" y="18004"/>
                      </a:cubicBezTo>
                      <a:cubicBezTo>
                        <a:pt x="24041" y="18172"/>
                        <a:pt x="24026" y="18339"/>
                        <a:pt x="24010" y="18507"/>
                      </a:cubicBezTo>
                      <a:cubicBezTo>
                        <a:pt x="24008" y="18539"/>
                        <a:pt x="24005" y="18571"/>
                        <a:pt x="24002" y="18604"/>
                      </a:cubicBezTo>
                      <a:cubicBezTo>
                        <a:pt x="23906" y="19639"/>
                        <a:pt x="23906" y="19639"/>
                        <a:pt x="23667" y="19879"/>
                      </a:cubicBezTo>
                      <a:cubicBezTo>
                        <a:pt x="23206" y="20177"/>
                        <a:pt x="22596" y="20099"/>
                        <a:pt x="22083" y="20004"/>
                      </a:cubicBezTo>
                      <a:cubicBezTo>
                        <a:pt x="22087" y="20047"/>
                        <a:pt x="22090" y="20090"/>
                        <a:pt x="22093" y="20135"/>
                      </a:cubicBezTo>
                      <a:cubicBezTo>
                        <a:pt x="22105" y="20295"/>
                        <a:pt x="22112" y="20455"/>
                        <a:pt x="22118" y="20616"/>
                      </a:cubicBezTo>
                      <a:cubicBezTo>
                        <a:pt x="22121" y="20685"/>
                        <a:pt x="22125" y="20754"/>
                        <a:pt x="22131" y="20824"/>
                      </a:cubicBezTo>
                      <a:cubicBezTo>
                        <a:pt x="22166" y="21294"/>
                        <a:pt x="22166" y="21294"/>
                        <a:pt x="22083" y="21462"/>
                      </a:cubicBezTo>
                      <a:cubicBezTo>
                        <a:pt x="21963" y="21547"/>
                        <a:pt x="21825" y="21569"/>
                        <a:pt x="21683" y="21598"/>
                      </a:cubicBezTo>
                      <a:cubicBezTo>
                        <a:pt x="21599" y="21617"/>
                        <a:pt x="21599" y="21617"/>
                        <a:pt x="21458" y="21671"/>
                      </a:cubicBezTo>
                      <a:cubicBezTo>
                        <a:pt x="21376" y="21849"/>
                        <a:pt x="21398" y="22013"/>
                        <a:pt x="21419" y="22205"/>
                      </a:cubicBezTo>
                      <a:cubicBezTo>
                        <a:pt x="21422" y="22253"/>
                        <a:pt x="21425" y="22302"/>
                        <a:pt x="21428" y="22352"/>
                      </a:cubicBezTo>
                      <a:cubicBezTo>
                        <a:pt x="21435" y="22473"/>
                        <a:pt x="21445" y="22592"/>
                        <a:pt x="21458" y="22712"/>
                      </a:cubicBezTo>
                      <a:cubicBezTo>
                        <a:pt x="21431" y="22705"/>
                        <a:pt x="21403" y="22698"/>
                        <a:pt x="21375" y="22690"/>
                      </a:cubicBezTo>
                      <a:cubicBezTo>
                        <a:pt x="21244" y="22670"/>
                        <a:pt x="21166" y="22665"/>
                        <a:pt x="21042" y="22712"/>
                      </a:cubicBezTo>
                      <a:cubicBezTo>
                        <a:pt x="20996" y="22812"/>
                        <a:pt x="20968" y="22895"/>
                        <a:pt x="20942" y="23000"/>
                      </a:cubicBezTo>
                      <a:cubicBezTo>
                        <a:pt x="20856" y="23339"/>
                        <a:pt x="20696" y="23490"/>
                        <a:pt x="20409" y="23681"/>
                      </a:cubicBezTo>
                      <a:cubicBezTo>
                        <a:pt x="19968" y="23977"/>
                        <a:pt x="19731" y="24233"/>
                        <a:pt x="19505" y="24718"/>
                      </a:cubicBezTo>
                      <a:cubicBezTo>
                        <a:pt x="19365" y="25002"/>
                        <a:pt x="19235" y="25209"/>
                        <a:pt x="18930" y="25315"/>
                      </a:cubicBezTo>
                      <a:cubicBezTo>
                        <a:pt x="18744" y="25371"/>
                        <a:pt x="18555" y="25414"/>
                        <a:pt x="18365" y="25454"/>
                      </a:cubicBezTo>
                      <a:cubicBezTo>
                        <a:pt x="17903" y="25552"/>
                        <a:pt x="17641" y="25643"/>
                        <a:pt x="17307" y="25989"/>
                      </a:cubicBezTo>
                      <a:cubicBezTo>
                        <a:pt x="16549" y="26773"/>
                        <a:pt x="15195" y="26760"/>
                        <a:pt x="14167" y="26879"/>
                      </a:cubicBezTo>
                      <a:cubicBezTo>
                        <a:pt x="14171" y="26906"/>
                        <a:pt x="14175" y="26934"/>
                        <a:pt x="14179" y="26962"/>
                      </a:cubicBezTo>
                      <a:cubicBezTo>
                        <a:pt x="14204" y="27251"/>
                        <a:pt x="14204" y="27251"/>
                        <a:pt x="14106" y="27369"/>
                      </a:cubicBezTo>
                      <a:cubicBezTo>
                        <a:pt x="14012" y="27433"/>
                        <a:pt x="13919" y="27481"/>
                        <a:pt x="13816" y="27528"/>
                      </a:cubicBezTo>
                      <a:cubicBezTo>
                        <a:pt x="13779" y="27545"/>
                        <a:pt x="13742" y="27563"/>
                        <a:pt x="13703" y="27581"/>
                      </a:cubicBezTo>
                      <a:cubicBezTo>
                        <a:pt x="13282" y="27761"/>
                        <a:pt x="12866" y="27768"/>
                        <a:pt x="12415" y="27755"/>
                      </a:cubicBezTo>
                      <a:cubicBezTo>
                        <a:pt x="12278" y="27751"/>
                        <a:pt x="12142" y="27751"/>
                        <a:pt x="12005" y="27751"/>
                      </a:cubicBezTo>
                      <a:cubicBezTo>
                        <a:pt x="11916" y="27750"/>
                        <a:pt x="11827" y="27749"/>
                        <a:pt x="11738" y="27747"/>
                      </a:cubicBezTo>
                      <a:cubicBezTo>
                        <a:pt x="11698" y="27747"/>
                        <a:pt x="11658" y="27747"/>
                        <a:pt x="11617" y="27747"/>
                      </a:cubicBezTo>
                      <a:cubicBezTo>
                        <a:pt x="11379" y="27739"/>
                        <a:pt x="11179" y="27692"/>
                        <a:pt x="10956" y="27609"/>
                      </a:cubicBezTo>
                      <a:cubicBezTo>
                        <a:pt x="10591" y="27476"/>
                        <a:pt x="10235" y="27462"/>
                        <a:pt x="9850" y="27454"/>
                      </a:cubicBezTo>
                      <a:cubicBezTo>
                        <a:pt x="9814" y="27454"/>
                        <a:pt x="9778" y="27453"/>
                        <a:pt x="9741" y="27452"/>
                      </a:cubicBezTo>
                      <a:cubicBezTo>
                        <a:pt x="9553" y="27448"/>
                        <a:pt x="9365" y="27445"/>
                        <a:pt x="9177" y="27442"/>
                      </a:cubicBezTo>
                      <a:cubicBezTo>
                        <a:pt x="9022" y="27441"/>
                        <a:pt x="8868" y="27436"/>
                        <a:pt x="8713" y="27430"/>
                      </a:cubicBezTo>
                      <a:cubicBezTo>
                        <a:pt x="7460" y="27377"/>
                        <a:pt x="7460" y="27377"/>
                        <a:pt x="7183" y="27586"/>
                      </a:cubicBezTo>
                      <a:cubicBezTo>
                        <a:pt x="7024" y="27786"/>
                        <a:pt x="6961" y="27998"/>
                        <a:pt x="6903" y="28243"/>
                      </a:cubicBezTo>
                      <a:cubicBezTo>
                        <a:pt x="6858" y="28394"/>
                        <a:pt x="6797" y="28459"/>
                        <a:pt x="6667" y="28546"/>
                      </a:cubicBezTo>
                      <a:cubicBezTo>
                        <a:pt x="6531" y="28580"/>
                        <a:pt x="6398" y="28589"/>
                        <a:pt x="6258" y="28597"/>
                      </a:cubicBezTo>
                      <a:cubicBezTo>
                        <a:pt x="6176" y="28604"/>
                        <a:pt x="6094" y="28611"/>
                        <a:pt x="6013" y="28618"/>
                      </a:cubicBezTo>
                      <a:cubicBezTo>
                        <a:pt x="5885" y="28627"/>
                        <a:pt x="5757" y="28637"/>
                        <a:pt x="5629" y="28645"/>
                      </a:cubicBezTo>
                      <a:cubicBezTo>
                        <a:pt x="5504" y="28654"/>
                        <a:pt x="5380" y="28664"/>
                        <a:pt x="5256" y="28675"/>
                      </a:cubicBezTo>
                      <a:cubicBezTo>
                        <a:pt x="5237" y="28676"/>
                        <a:pt x="5237" y="28676"/>
                        <a:pt x="5143" y="28680"/>
                      </a:cubicBezTo>
                      <a:cubicBezTo>
                        <a:pt x="4870" y="28706"/>
                        <a:pt x="4715" y="28802"/>
                        <a:pt x="4501" y="28962"/>
                      </a:cubicBezTo>
                      <a:cubicBezTo>
                        <a:pt x="4135" y="29230"/>
                        <a:pt x="3788" y="29239"/>
                        <a:pt x="3346" y="29250"/>
                      </a:cubicBezTo>
                      <a:cubicBezTo>
                        <a:pt x="3268" y="29253"/>
                        <a:pt x="3191" y="29257"/>
                        <a:pt x="3113" y="29260"/>
                      </a:cubicBezTo>
                      <a:cubicBezTo>
                        <a:pt x="2911" y="29270"/>
                        <a:pt x="2709" y="29277"/>
                        <a:pt x="2506" y="29284"/>
                      </a:cubicBezTo>
                      <a:cubicBezTo>
                        <a:pt x="2182" y="29295"/>
                        <a:pt x="1858" y="29308"/>
                        <a:pt x="1533" y="29323"/>
                      </a:cubicBezTo>
                      <a:cubicBezTo>
                        <a:pt x="1421" y="29328"/>
                        <a:pt x="1309" y="29331"/>
                        <a:pt x="1196" y="29334"/>
                      </a:cubicBezTo>
                      <a:cubicBezTo>
                        <a:pt x="1127" y="29337"/>
                        <a:pt x="1057" y="29340"/>
                        <a:pt x="988" y="29343"/>
                      </a:cubicBezTo>
                      <a:cubicBezTo>
                        <a:pt x="972" y="29343"/>
                        <a:pt x="972" y="29343"/>
                        <a:pt x="895" y="29345"/>
                      </a:cubicBezTo>
                      <a:cubicBezTo>
                        <a:pt x="605" y="29359"/>
                        <a:pt x="501" y="29441"/>
                        <a:pt x="208" y="29587"/>
                      </a:cubicBezTo>
                      <a:cubicBezTo>
                        <a:pt x="140" y="29175"/>
                        <a:pt x="71" y="28762"/>
                        <a:pt x="0" y="28337"/>
                      </a:cubicBezTo>
                      <a:cubicBezTo>
                        <a:pt x="1398" y="28144"/>
                        <a:pt x="2758" y="28103"/>
                        <a:pt x="4167" y="28129"/>
                      </a:cubicBezTo>
                      <a:cubicBezTo>
                        <a:pt x="4167" y="27991"/>
                        <a:pt x="4167" y="27854"/>
                        <a:pt x="4167" y="27712"/>
                      </a:cubicBezTo>
                      <a:cubicBezTo>
                        <a:pt x="4198" y="27714"/>
                        <a:pt x="4198" y="27714"/>
                        <a:pt x="4355" y="27722"/>
                      </a:cubicBezTo>
                      <a:cubicBezTo>
                        <a:pt x="4585" y="27734"/>
                        <a:pt x="4815" y="27741"/>
                        <a:pt x="5045" y="27747"/>
                      </a:cubicBezTo>
                      <a:cubicBezTo>
                        <a:pt x="5145" y="27750"/>
                        <a:pt x="5245" y="27754"/>
                        <a:pt x="5344" y="27760"/>
                      </a:cubicBezTo>
                      <a:cubicBezTo>
                        <a:pt x="6019" y="27795"/>
                        <a:pt x="6019" y="27795"/>
                        <a:pt x="6250" y="27712"/>
                      </a:cubicBezTo>
                      <a:cubicBezTo>
                        <a:pt x="6359" y="27596"/>
                        <a:pt x="6389" y="27464"/>
                        <a:pt x="6401" y="27308"/>
                      </a:cubicBezTo>
                      <a:cubicBezTo>
                        <a:pt x="6409" y="27223"/>
                        <a:pt x="6409" y="27223"/>
                        <a:pt x="6458" y="27087"/>
                      </a:cubicBezTo>
                      <a:cubicBezTo>
                        <a:pt x="6596" y="27087"/>
                        <a:pt x="6733" y="27087"/>
                        <a:pt x="6875" y="27087"/>
                      </a:cubicBezTo>
                      <a:cubicBezTo>
                        <a:pt x="6909" y="26950"/>
                        <a:pt x="6909" y="26950"/>
                        <a:pt x="7083" y="26254"/>
                      </a:cubicBezTo>
                      <a:cubicBezTo>
                        <a:pt x="7596" y="26249"/>
                        <a:pt x="8108" y="26245"/>
                        <a:pt x="8621" y="26243"/>
                      </a:cubicBezTo>
                      <a:cubicBezTo>
                        <a:pt x="8859" y="26242"/>
                        <a:pt x="9097" y="26241"/>
                        <a:pt x="9335" y="26238"/>
                      </a:cubicBezTo>
                      <a:cubicBezTo>
                        <a:pt x="9564" y="26236"/>
                        <a:pt x="9794" y="26235"/>
                        <a:pt x="10024" y="26234"/>
                      </a:cubicBezTo>
                      <a:cubicBezTo>
                        <a:pt x="10111" y="26234"/>
                        <a:pt x="10199" y="26233"/>
                        <a:pt x="10287" y="26232"/>
                      </a:cubicBezTo>
                      <a:cubicBezTo>
                        <a:pt x="10409" y="26230"/>
                        <a:pt x="10532" y="26230"/>
                        <a:pt x="10655" y="26230"/>
                      </a:cubicBezTo>
                      <a:cubicBezTo>
                        <a:pt x="10691" y="26230"/>
                        <a:pt x="10727" y="26229"/>
                        <a:pt x="10765" y="26228"/>
                      </a:cubicBezTo>
                      <a:cubicBezTo>
                        <a:pt x="11009" y="26230"/>
                        <a:pt x="11009" y="26230"/>
                        <a:pt x="11106" y="26300"/>
                      </a:cubicBezTo>
                      <a:cubicBezTo>
                        <a:pt x="11156" y="26353"/>
                        <a:pt x="11203" y="26408"/>
                        <a:pt x="11250" y="26462"/>
                      </a:cubicBezTo>
                      <a:cubicBezTo>
                        <a:pt x="11330" y="26495"/>
                        <a:pt x="11330" y="26495"/>
                        <a:pt x="11408" y="26505"/>
                      </a:cubicBezTo>
                      <a:cubicBezTo>
                        <a:pt x="11422" y="26507"/>
                        <a:pt x="11422" y="26507"/>
                        <a:pt x="11496" y="26518"/>
                      </a:cubicBezTo>
                      <a:cubicBezTo>
                        <a:pt x="11527" y="26521"/>
                        <a:pt x="11558" y="26525"/>
                        <a:pt x="11589" y="26528"/>
                      </a:cubicBezTo>
                      <a:cubicBezTo>
                        <a:pt x="11605" y="26530"/>
                        <a:pt x="11605" y="26530"/>
                        <a:pt x="11687" y="26541"/>
                      </a:cubicBezTo>
                      <a:cubicBezTo>
                        <a:pt x="11788" y="26555"/>
                        <a:pt x="11890" y="26567"/>
                        <a:pt x="11992" y="26580"/>
                      </a:cubicBezTo>
                      <a:cubicBezTo>
                        <a:pt x="12062" y="26589"/>
                        <a:pt x="12131" y="26598"/>
                        <a:pt x="12200" y="26607"/>
                      </a:cubicBezTo>
                      <a:cubicBezTo>
                        <a:pt x="12369" y="26629"/>
                        <a:pt x="12539" y="26650"/>
                        <a:pt x="12708" y="26671"/>
                      </a:cubicBezTo>
                      <a:cubicBezTo>
                        <a:pt x="12708" y="26533"/>
                        <a:pt x="12708" y="26396"/>
                        <a:pt x="12708" y="26254"/>
                      </a:cubicBezTo>
                      <a:cubicBezTo>
                        <a:pt x="12915" y="26220"/>
                        <a:pt x="12915" y="26220"/>
                        <a:pt x="13958" y="26046"/>
                      </a:cubicBezTo>
                      <a:cubicBezTo>
                        <a:pt x="13958" y="25908"/>
                        <a:pt x="13958" y="25771"/>
                        <a:pt x="13958" y="25629"/>
                      </a:cubicBezTo>
                      <a:cubicBezTo>
                        <a:pt x="14006" y="25627"/>
                        <a:pt x="14055" y="25625"/>
                        <a:pt x="14104" y="25623"/>
                      </a:cubicBezTo>
                      <a:cubicBezTo>
                        <a:pt x="15202" y="25571"/>
                        <a:pt x="16053" y="25380"/>
                        <a:pt x="17015" y="24846"/>
                      </a:cubicBezTo>
                      <a:cubicBezTo>
                        <a:pt x="17048" y="24828"/>
                        <a:pt x="17081" y="24809"/>
                        <a:pt x="17115" y="24790"/>
                      </a:cubicBezTo>
                      <a:cubicBezTo>
                        <a:pt x="17148" y="24772"/>
                        <a:pt x="17180" y="24754"/>
                        <a:pt x="17214" y="24735"/>
                      </a:cubicBezTo>
                      <a:cubicBezTo>
                        <a:pt x="17499" y="24580"/>
                        <a:pt x="17786" y="24486"/>
                        <a:pt x="18098" y="24401"/>
                      </a:cubicBezTo>
                      <a:cubicBezTo>
                        <a:pt x="18769" y="24215"/>
                        <a:pt x="19162" y="23877"/>
                        <a:pt x="19583" y="23337"/>
                      </a:cubicBezTo>
                      <a:cubicBezTo>
                        <a:pt x="19604" y="23311"/>
                        <a:pt x="19625" y="23285"/>
                        <a:pt x="19646" y="23258"/>
                      </a:cubicBezTo>
                      <a:cubicBezTo>
                        <a:pt x="21011" y="21528"/>
                        <a:pt x="21011" y="21528"/>
                        <a:pt x="21068" y="20479"/>
                      </a:cubicBezTo>
                      <a:cubicBezTo>
                        <a:pt x="21076" y="20351"/>
                        <a:pt x="21084" y="20223"/>
                        <a:pt x="21094" y="20095"/>
                      </a:cubicBezTo>
                      <a:cubicBezTo>
                        <a:pt x="21096" y="20063"/>
                        <a:pt x="21099" y="20031"/>
                        <a:pt x="21101" y="19999"/>
                      </a:cubicBezTo>
                      <a:cubicBezTo>
                        <a:pt x="21127" y="19722"/>
                        <a:pt x="21153" y="19447"/>
                        <a:pt x="21374" y="19256"/>
                      </a:cubicBezTo>
                      <a:cubicBezTo>
                        <a:pt x="21528" y="19143"/>
                        <a:pt x="21694" y="19052"/>
                        <a:pt x="21862" y="18962"/>
                      </a:cubicBezTo>
                      <a:cubicBezTo>
                        <a:pt x="22286" y="18733"/>
                        <a:pt x="22571" y="18552"/>
                        <a:pt x="22715" y="18075"/>
                      </a:cubicBezTo>
                      <a:cubicBezTo>
                        <a:pt x="22791" y="17786"/>
                        <a:pt x="22847" y="17494"/>
                        <a:pt x="22897" y="17200"/>
                      </a:cubicBezTo>
                      <a:cubicBezTo>
                        <a:pt x="22955" y="16867"/>
                        <a:pt x="23022" y="16536"/>
                        <a:pt x="23086" y="16205"/>
                      </a:cubicBezTo>
                      <a:cubicBezTo>
                        <a:pt x="23104" y="16116"/>
                        <a:pt x="23121" y="16026"/>
                        <a:pt x="23137" y="15937"/>
                      </a:cubicBezTo>
                      <a:cubicBezTo>
                        <a:pt x="23257" y="15299"/>
                        <a:pt x="23424" y="14702"/>
                        <a:pt x="23646" y="14093"/>
                      </a:cubicBezTo>
                      <a:cubicBezTo>
                        <a:pt x="23935" y="13298"/>
                        <a:pt x="24079" y="12507"/>
                        <a:pt x="24204" y="11676"/>
                      </a:cubicBezTo>
                      <a:cubicBezTo>
                        <a:pt x="24303" y="11024"/>
                        <a:pt x="24414" y="10405"/>
                        <a:pt x="24649" y="9787"/>
                      </a:cubicBezTo>
                      <a:cubicBezTo>
                        <a:pt x="24851" y="9251"/>
                        <a:pt x="24925" y="8695"/>
                        <a:pt x="25000" y="8129"/>
                      </a:cubicBezTo>
                      <a:cubicBezTo>
                        <a:pt x="25138" y="8129"/>
                        <a:pt x="25275" y="8129"/>
                        <a:pt x="25417" y="8129"/>
                      </a:cubicBezTo>
                      <a:cubicBezTo>
                        <a:pt x="25420" y="8098"/>
                        <a:pt x="25423" y="8067"/>
                        <a:pt x="25426" y="8035"/>
                      </a:cubicBezTo>
                      <a:cubicBezTo>
                        <a:pt x="25518" y="7156"/>
                        <a:pt x="25697" y="6298"/>
                        <a:pt x="25904" y="5440"/>
                      </a:cubicBezTo>
                      <a:cubicBezTo>
                        <a:pt x="25924" y="5356"/>
                        <a:pt x="25944" y="5272"/>
                        <a:pt x="25963" y="5188"/>
                      </a:cubicBezTo>
                      <a:cubicBezTo>
                        <a:pt x="25995" y="5053"/>
                        <a:pt x="26027" y="4918"/>
                        <a:pt x="26061" y="4783"/>
                      </a:cubicBezTo>
                      <a:cubicBezTo>
                        <a:pt x="26079" y="4710"/>
                        <a:pt x="26096" y="4636"/>
                        <a:pt x="26113" y="4562"/>
                      </a:cubicBezTo>
                      <a:cubicBezTo>
                        <a:pt x="26183" y="4295"/>
                        <a:pt x="26257" y="4148"/>
                        <a:pt x="26465" y="3963"/>
                      </a:cubicBezTo>
                      <a:cubicBezTo>
                        <a:pt x="26632" y="3811"/>
                        <a:pt x="26696" y="3719"/>
                        <a:pt x="26720" y="3494"/>
                      </a:cubicBezTo>
                      <a:cubicBezTo>
                        <a:pt x="26723" y="3397"/>
                        <a:pt x="26724" y="3300"/>
                        <a:pt x="26724" y="3203"/>
                      </a:cubicBezTo>
                      <a:cubicBezTo>
                        <a:pt x="26725" y="3150"/>
                        <a:pt x="26727" y="3098"/>
                        <a:pt x="26729" y="3045"/>
                      </a:cubicBezTo>
                      <a:cubicBezTo>
                        <a:pt x="26733" y="2934"/>
                        <a:pt x="26736" y="2824"/>
                        <a:pt x="26739" y="2713"/>
                      </a:cubicBezTo>
                      <a:cubicBezTo>
                        <a:pt x="26790" y="1010"/>
                        <a:pt x="26790" y="1010"/>
                        <a:pt x="27321" y="460"/>
                      </a:cubicBezTo>
                      <a:cubicBezTo>
                        <a:pt x="27859" y="0"/>
                        <a:pt x="28615" y="7"/>
                        <a:pt x="29252" y="244"/>
                      </a:cubicBezTo>
                      <a:close/>
                    </a:path>
                  </a:pathLst>
                </a:custGeom>
                <a:solidFill>
                  <a:srgbClr val="3573F5"/>
                </a:solidFill>
                <a:ln w="2646" cap="flat">
                  <a:noFill/>
                </a:ln>
              </p:spPr>
            </p:sp>
            <p:sp>
              <p:nvSpPr>
                <p:cNvPr id="1401" name="ICON_PSD_PLOT_path_013"/>
                <p:cNvSpPr/>
                <p:nvPr/>
              </p:nvSpPr>
              <p:spPr>
                <a:xfrm>
                  <a:off x="10432521" y="3968750"/>
                  <a:ext cx="1249243" cy="635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8366" h="5000" fill="norm" stroke="0">
                      <a:moveTo>
                        <a:pt x="97917" y="0"/>
                      </a:moveTo>
                      <a:cubicBezTo>
                        <a:pt x="97985" y="0"/>
                        <a:pt x="98054" y="0"/>
                        <a:pt x="98125" y="0"/>
                      </a:cubicBezTo>
                      <a:cubicBezTo>
                        <a:pt x="98125" y="28"/>
                        <a:pt x="98124" y="56"/>
                        <a:pt x="98124" y="86"/>
                      </a:cubicBezTo>
                      <a:cubicBezTo>
                        <a:pt x="98119" y="352"/>
                        <a:pt x="98116" y="619"/>
                        <a:pt x="98114" y="886"/>
                      </a:cubicBezTo>
                      <a:cubicBezTo>
                        <a:pt x="98113" y="1023"/>
                        <a:pt x="98112" y="1160"/>
                        <a:pt x="98109" y="1297"/>
                      </a:cubicBezTo>
                      <a:cubicBezTo>
                        <a:pt x="98107" y="1455"/>
                        <a:pt x="98106" y="1612"/>
                        <a:pt x="98105" y="1770"/>
                      </a:cubicBezTo>
                      <a:cubicBezTo>
                        <a:pt x="98104" y="1819"/>
                        <a:pt x="98102" y="1868"/>
                        <a:pt x="98101" y="1919"/>
                      </a:cubicBezTo>
                      <a:cubicBezTo>
                        <a:pt x="98101" y="2267"/>
                        <a:pt x="98101" y="2267"/>
                        <a:pt x="98229" y="2400"/>
                      </a:cubicBezTo>
                      <a:cubicBezTo>
                        <a:pt x="98263" y="2433"/>
                        <a:pt x="98298" y="2466"/>
                        <a:pt x="98333" y="2500"/>
                      </a:cubicBezTo>
                      <a:cubicBezTo>
                        <a:pt x="98366" y="2653"/>
                        <a:pt x="98362" y="2805"/>
                        <a:pt x="98361" y="2961"/>
                      </a:cubicBezTo>
                      <a:cubicBezTo>
                        <a:pt x="98361" y="2984"/>
                        <a:pt x="98361" y="2984"/>
                        <a:pt x="98362" y="3098"/>
                      </a:cubicBezTo>
                      <a:cubicBezTo>
                        <a:pt x="98362" y="3193"/>
                        <a:pt x="98361" y="3288"/>
                        <a:pt x="98360" y="3383"/>
                      </a:cubicBezTo>
                      <a:cubicBezTo>
                        <a:pt x="98359" y="3527"/>
                        <a:pt x="98360" y="3672"/>
                        <a:pt x="98362" y="3816"/>
                      </a:cubicBezTo>
                      <a:cubicBezTo>
                        <a:pt x="98362" y="3909"/>
                        <a:pt x="98361" y="4002"/>
                        <a:pt x="98361" y="4094"/>
                      </a:cubicBezTo>
                      <a:cubicBezTo>
                        <a:pt x="98361" y="4137"/>
                        <a:pt x="98362" y="4180"/>
                        <a:pt x="98362" y="4224"/>
                      </a:cubicBezTo>
                      <a:cubicBezTo>
                        <a:pt x="98357" y="4536"/>
                        <a:pt x="98334" y="4760"/>
                        <a:pt x="98125" y="5000"/>
                      </a:cubicBezTo>
                      <a:cubicBezTo>
                        <a:pt x="97850" y="5000"/>
                        <a:pt x="97575" y="5000"/>
                        <a:pt x="97292" y="5000"/>
                      </a:cubicBezTo>
                      <a:cubicBezTo>
                        <a:pt x="97292" y="4450"/>
                        <a:pt x="97292" y="3900"/>
                        <a:pt x="97292" y="3333"/>
                      </a:cubicBezTo>
                      <a:cubicBezTo>
                        <a:pt x="89660" y="3333"/>
                        <a:pt x="82029" y="3333"/>
                        <a:pt x="74167" y="3333"/>
                      </a:cubicBezTo>
                      <a:cubicBezTo>
                        <a:pt x="74167" y="3677"/>
                        <a:pt x="74167" y="4021"/>
                        <a:pt x="74167" y="4375"/>
                      </a:cubicBezTo>
                      <a:cubicBezTo>
                        <a:pt x="73823" y="4375"/>
                        <a:pt x="73479" y="4375"/>
                        <a:pt x="73125" y="4375"/>
                      </a:cubicBezTo>
                      <a:cubicBezTo>
                        <a:pt x="73125" y="4031"/>
                        <a:pt x="73125" y="3688"/>
                        <a:pt x="73125" y="3333"/>
                      </a:cubicBezTo>
                      <a:cubicBezTo>
                        <a:pt x="65150" y="3333"/>
                        <a:pt x="57175" y="3333"/>
                        <a:pt x="48958" y="3333"/>
                      </a:cubicBezTo>
                      <a:cubicBezTo>
                        <a:pt x="49027" y="3746"/>
                        <a:pt x="49096" y="4158"/>
                        <a:pt x="49167" y="4583"/>
                      </a:cubicBezTo>
                      <a:cubicBezTo>
                        <a:pt x="49029" y="4721"/>
                        <a:pt x="48892" y="4858"/>
                        <a:pt x="48750" y="5000"/>
                      </a:cubicBezTo>
                      <a:cubicBezTo>
                        <a:pt x="48475" y="5000"/>
                        <a:pt x="48200" y="5000"/>
                        <a:pt x="47917" y="5000"/>
                      </a:cubicBezTo>
                      <a:cubicBezTo>
                        <a:pt x="47848" y="4450"/>
                        <a:pt x="47779" y="3900"/>
                        <a:pt x="47708" y="3333"/>
                      </a:cubicBezTo>
                      <a:cubicBezTo>
                        <a:pt x="39802" y="3333"/>
                        <a:pt x="31896" y="3333"/>
                        <a:pt x="23750" y="3333"/>
                      </a:cubicBezTo>
                      <a:cubicBezTo>
                        <a:pt x="23750" y="3265"/>
                        <a:pt x="23750" y="3196"/>
                        <a:pt x="23750" y="3125"/>
                      </a:cubicBezTo>
                      <a:cubicBezTo>
                        <a:pt x="31725" y="3125"/>
                        <a:pt x="39700" y="3125"/>
                        <a:pt x="47917" y="3125"/>
                      </a:cubicBezTo>
                      <a:cubicBezTo>
                        <a:pt x="47985" y="3469"/>
                        <a:pt x="48054" y="3812"/>
                        <a:pt x="48125" y="4167"/>
                      </a:cubicBezTo>
                      <a:cubicBezTo>
                        <a:pt x="48262" y="4167"/>
                        <a:pt x="48400" y="4167"/>
                        <a:pt x="48542" y="4167"/>
                      </a:cubicBezTo>
                      <a:cubicBezTo>
                        <a:pt x="48542" y="3823"/>
                        <a:pt x="48542" y="3479"/>
                        <a:pt x="48542" y="3125"/>
                      </a:cubicBezTo>
                      <a:cubicBezTo>
                        <a:pt x="51937" y="3092"/>
                        <a:pt x="55332" y="3061"/>
                        <a:pt x="84897" y="2881"/>
                      </a:cubicBezTo>
                      <a:cubicBezTo>
                        <a:pt x="84929" y="2881"/>
                        <a:pt x="84960" y="2881"/>
                        <a:pt x="84993" y="2881"/>
                      </a:cubicBezTo>
                      <a:cubicBezTo>
                        <a:pt x="85279" y="2880"/>
                        <a:pt x="85565" y="2880"/>
                        <a:pt x="85852" y="2880"/>
                      </a:cubicBezTo>
                      <a:cubicBezTo>
                        <a:pt x="86766" y="2879"/>
                        <a:pt x="87679" y="2876"/>
                        <a:pt x="88593" y="2874"/>
                      </a:cubicBezTo>
                      <a:cubicBezTo>
                        <a:pt x="89696" y="2870"/>
                        <a:pt x="90798" y="2868"/>
                        <a:pt x="91900" y="2869"/>
                      </a:cubicBezTo>
                      <a:cubicBezTo>
                        <a:pt x="92011" y="2869"/>
                        <a:pt x="92123" y="2869"/>
                        <a:pt x="92234" y="2869"/>
                      </a:cubicBezTo>
                      <a:cubicBezTo>
                        <a:pt x="92262" y="2869"/>
                        <a:pt x="92289" y="2869"/>
                        <a:pt x="92317" y="2869"/>
                      </a:cubicBezTo>
                      <a:cubicBezTo>
                        <a:pt x="92748" y="2869"/>
                        <a:pt x="93179" y="2868"/>
                        <a:pt x="93610" y="2866"/>
                      </a:cubicBezTo>
                      <a:cubicBezTo>
                        <a:pt x="94033" y="2864"/>
                        <a:pt x="94456" y="2864"/>
                        <a:pt x="94879" y="2865"/>
                      </a:cubicBezTo>
                      <a:cubicBezTo>
                        <a:pt x="95105" y="2866"/>
                        <a:pt x="95330" y="2866"/>
                        <a:pt x="95556" y="2864"/>
                      </a:cubicBezTo>
                      <a:cubicBezTo>
                        <a:pt x="97201" y="2852"/>
                        <a:pt x="97201" y="2852"/>
                        <a:pt x="97917" y="3333"/>
                      </a:cubicBezTo>
                      <a:cubicBezTo>
                        <a:pt x="97848" y="3058"/>
                        <a:pt x="97779" y="2783"/>
                        <a:pt x="97708" y="2500"/>
                      </a:cubicBezTo>
                      <a:cubicBezTo>
                        <a:pt x="94327" y="2462"/>
                        <a:pt x="90945" y="2429"/>
                        <a:pt x="55614" y="2226"/>
                      </a:cubicBezTo>
                      <a:cubicBezTo>
                        <a:pt x="55461" y="2226"/>
                        <a:pt x="55308" y="2225"/>
                        <a:pt x="55155" y="2225"/>
                      </a:cubicBezTo>
                      <a:cubicBezTo>
                        <a:pt x="50764" y="2213"/>
                        <a:pt x="46374" y="2201"/>
                        <a:pt x="39939" y="2185"/>
                      </a:cubicBezTo>
                      <a:cubicBezTo>
                        <a:pt x="39307" y="2184"/>
                        <a:pt x="38675" y="2182"/>
                        <a:pt x="38043" y="2181"/>
                      </a:cubicBezTo>
                      <a:cubicBezTo>
                        <a:pt x="38017" y="2181"/>
                        <a:pt x="37991" y="2181"/>
                        <a:pt x="37964" y="2181"/>
                      </a:cubicBezTo>
                      <a:cubicBezTo>
                        <a:pt x="35434" y="2174"/>
                        <a:pt x="32905" y="2168"/>
                        <a:pt x="30375" y="2161"/>
                      </a:cubicBezTo>
                      <a:cubicBezTo>
                        <a:pt x="30267" y="2161"/>
                        <a:pt x="30158" y="2161"/>
                        <a:pt x="30050" y="2160"/>
                      </a:cubicBezTo>
                      <a:cubicBezTo>
                        <a:pt x="29051" y="2158"/>
                        <a:pt x="28052" y="2155"/>
                        <a:pt x="27053" y="2152"/>
                      </a:cubicBezTo>
                      <a:cubicBezTo>
                        <a:pt x="27026" y="2152"/>
                        <a:pt x="27000" y="2152"/>
                        <a:pt x="26972" y="2152"/>
                      </a:cubicBezTo>
                      <a:cubicBezTo>
                        <a:pt x="26892" y="2152"/>
                        <a:pt x="26811" y="2152"/>
                        <a:pt x="26731" y="2151"/>
                      </a:cubicBezTo>
                      <a:cubicBezTo>
                        <a:pt x="24587" y="2146"/>
                        <a:pt x="22444" y="2140"/>
                        <a:pt x="20300" y="2135"/>
                      </a:cubicBezTo>
                      <a:cubicBezTo>
                        <a:pt x="20198" y="2134"/>
                        <a:pt x="20096" y="2134"/>
                        <a:pt x="19995" y="2134"/>
                      </a:cubicBezTo>
                      <a:cubicBezTo>
                        <a:pt x="15467" y="2122"/>
                        <a:pt x="10940" y="2110"/>
                        <a:pt x="6412" y="2099"/>
                      </a:cubicBezTo>
                      <a:cubicBezTo>
                        <a:pt x="6370" y="2099"/>
                        <a:pt x="6328" y="2099"/>
                        <a:pt x="6285" y="2099"/>
                      </a:cubicBezTo>
                      <a:cubicBezTo>
                        <a:pt x="4190" y="2094"/>
                        <a:pt x="2095" y="2089"/>
                        <a:pt x="0" y="2083"/>
                      </a:cubicBezTo>
                      <a:cubicBezTo>
                        <a:pt x="0" y="2015"/>
                        <a:pt x="0" y="1946"/>
                        <a:pt x="0" y="1875"/>
                      </a:cubicBezTo>
                      <a:cubicBezTo>
                        <a:pt x="15537" y="1841"/>
                        <a:pt x="15537" y="1841"/>
                        <a:pt x="94167" y="1667"/>
                      </a:cubicBezTo>
                      <a:cubicBezTo>
                        <a:pt x="93703" y="971"/>
                        <a:pt x="93703" y="971"/>
                        <a:pt x="93417" y="913"/>
                      </a:cubicBezTo>
                      <a:cubicBezTo>
                        <a:pt x="93399" y="910"/>
                        <a:pt x="93399" y="910"/>
                        <a:pt x="93307" y="898"/>
                      </a:cubicBezTo>
                      <a:cubicBezTo>
                        <a:pt x="93288" y="895"/>
                        <a:pt x="93288" y="895"/>
                        <a:pt x="93192" y="877"/>
                      </a:cubicBezTo>
                      <a:cubicBezTo>
                        <a:pt x="93101" y="860"/>
                        <a:pt x="93009" y="846"/>
                        <a:pt x="92917" y="833"/>
                      </a:cubicBezTo>
                      <a:cubicBezTo>
                        <a:pt x="92917" y="696"/>
                        <a:pt x="92917" y="558"/>
                        <a:pt x="92917" y="417"/>
                      </a:cubicBezTo>
                      <a:cubicBezTo>
                        <a:pt x="92573" y="485"/>
                        <a:pt x="92229" y="554"/>
                        <a:pt x="91875" y="625"/>
                      </a:cubicBezTo>
                      <a:cubicBezTo>
                        <a:pt x="92083" y="208"/>
                        <a:pt x="92083" y="208"/>
                        <a:pt x="92209" y="151"/>
                      </a:cubicBezTo>
                      <a:cubicBezTo>
                        <a:pt x="92475" y="141"/>
                        <a:pt x="92475" y="141"/>
                        <a:pt x="92587" y="142"/>
                      </a:cubicBezTo>
                      <a:cubicBezTo>
                        <a:pt x="92667" y="143"/>
                        <a:pt x="92746" y="138"/>
                        <a:pt x="92826" y="133"/>
                      </a:cubicBezTo>
                      <a:cubicBezTo>
                        <a:pt x="93039" y="128"/>
                        <a:pt x="93239" y="135"/>
                        <a:pt x="93413" y="271"/>
                      </a:cubicBezTo>
                      <a:cubicBezTo>
                        <a:pt x="93468" y="324"/>
                        <a:pt x="93524" y="376"/>
                        <a:pt x="93579" y="429"/>
                      </a:cubicBezTo>
                      <a:cubicBezTo>
                        <a:pt x="94232" y="1041"/>
                        <a:pt x="95118" y="951"/>
                        <a:pt x="95962" y="973"/>
                      </a:cubicBezTo>
                      <a:cubicBezTo>
                        <a:pt x="96183" y="979"/>
                        <a:pt x="96404" y="989"/>
                        <a:pt x="96624" y="998"/>
                      </a:cubicBezTo>
                      <a:cubicBezTo>
                        <a:pt x="97055" y="1016"/>
                        <a:pt x="97486" y="1030"/>
                        <a:pt x="97917" y="1042"/>
                      </a:cubicBezTo>
                      <a:cubicBezTo>
                        <a:pt x="97917" y="698"/>
                        <a:pt x="97917" y="354"/>
                        <a:pt x="97917" y="0"/>
                      </a:cubicBezTo>
                      <a:close/>
                    </a:path>
                  </a:pathLst>
                </a:custGeom>
                <a:solidFill>
                  <a:srgbClr val="BDBCC2"/>
                </a:solidFill>
                <a:ln w="2646" cap="flat">
                  <a:noFill/>
                </a:ln>
              </p:spPr>
            </p:sp>
            <p:sp>
              <p:nvSpPr>
                <p:cNvPr id="1402" name="ICON_PSD_PLOT_path_014"/>
                <p:cNvSpPr/>
                <p:nvPr/>
              </p:nvSpPr>
              <p:spPr>
                <a:xfrm>
                  <a:off x="10731500" y="4011083"/>
                  <a:ext cx="309562" cy="211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4375" h="1667" fill="norm" stroke="0">
                      <a:moveTo>
                        <a:pt x="208" y="0"/>
                      </a:moveTo>
                      <a:cubicBezTo>
                        <a:pt x="8115" y="0"/>
                        <a:pt x="16021" y="0"/>
                        <a:pt x="24167" y="0"/>
                      </a:cubicBezTo>
                      <a:cubicBezTo>
                        <a:pt x="24201" y="275"/>
                        <a:pt x="24201" y="275"/>
                        <a:pt x="24375" y="1667"/>
                      </a:cubicBezTo>
                      <a:cubicBezTo>
                        <a:pt x="16331" y="1667"/>
                        <a:pt x="8288" y="1667"/>
                        <a:pt x="0" y="1667"/>
                      </a:cubicBezTo>
                      <a:cubicBezTo>
                        <a:pt x="69" y="1117"/>
                        <a:pt x="138" y="567"/>
                        <a:pt x="208" y="0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2646" cap="flat">
                  <a:noFill/>
                </a:ln>
              </p:spPr>
            </p:sp>
            <p:sp>
              <p:nvSpPr>
                <p:cNvPr id="1403" name="ICON_PSD_PLOT_path_015"/>
                <p:cNvSpPr/>
                <p:nvPr/>
              </p:nvSpPr>
              <p:spPr>
                <a:xfrm>
                  <a:off x="10410838" y="3468688"/>
                  <a:ext cx="183078" cy="539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416" h="42500" fill="norm" stroke="0">
                      <a:moveTo>
                        <a:pt x="41" y="0"/>
                      </a:moveTo>
                      <a:cubicBezTo>
                        <a:pt x="522" y="0"/>
                        <a:pt x="1003" y="0"/>
                        <a:pt x="1499" y="0"/>
                      </a:cubicBezTo>
                      <a:cubicBezTo>
                        <a:pt x="1568" y="13750"/>
                        <a:pt x="1636" y="27500"/>
                        <a:pt x="1707" y="41667"/>
                      </a:cubicBezTo>
                      <a:cubicBezTo>
                        <a:pt x="3804" y="41701"/>
                        <a:pt x="3804" y="41701"/>
                        <a:pt x="14416" y="41875"/>
                      </a:cubicBezTo>
                      <a:cubicBezTo>
                        <a:pt x="14416" y="42012"/>
                        <a:pt x="14416" y="42150"/>
                        <a:pt x="14416" y="42292"/>
                      </a:cubicBezTo>
                      <a:cubicBezTo>
                        <a:pt x="9809" y="42360"/>
                        <a:pt x="5203" y="42429"/>
                        <a:pt x="457" y="42500"/>
                      </a:cubicBezTo>
                      <a:cubicBezTo>
                        <a:pt x="526" y="42156"/>
                        <a:pt x="595" y="41812"/>
                        <a:pt x="666" y="41458"/>
                      </a:cubicBezTo>
                      <a:cubicBezTo>
                        <a:pt x="683" y="41255"/>
                        <a:pt x="695" y="41066"/>
                        <a:pt x="694" y="40864"/>
                      </a:cubicBezTo>
                      <a:cubicBezTo>
                        <a:pt x="694" y="40813"/>
                        <a:pt x="694" y="40761"/>
                        <a:pt x="695" y="40709"/>
                      </a:cubicBezTo>
                      <a:cubicBezTo>
                        <a:pt x="696" y="40570"/>
                        <a:pt x="696" y="40431"/>
                        <a:pt x="696" y="40293"/>
                      </a:cubicBezTo>
                      <a:cubicBezTo>
                        <a:pt x="696" y="40142"/>
                        <a:pt x="697" y="39991"/>
                        <a:pt x="698" y="39840"/>
                      </a:cubicBezTo>
                      <a:cubicBezTo>
                        <a:pt x="700" y="39546"/>
                        <a:pt x="700" y="39252"/>
                        <a:pt x="700" y="38958"/>
                      </a:cubicBezTo>
                      <a:cubicBezTo>
                        <a:pt x="701" y="38718"/>
                        <a:pt x="701" y="38479"/>
                        <a:pt x="702" y="38240"/>
                      </a:cubicBezTo>
                      <a:cubicBezTo>
                        <a:pt x="704" y="37558"/>
                        <a:pt x="704" y="36877"/>
                        <a:pt x="704" y="36196"/>
                      </a:cubicBezTo>
                      <a:cubicBezTo>
                        <a:pt x="704" y="36159"/>
                        <a:pt x="704" y="36122"/>
                        <a:pt x="704" y="36085"/>
                      </a:cubicBezTo>
                      <a:cubicBezTo>
                        <a:pt x="704" y="36048"/>
                        <a:pt x="704" y="36012"/>
                        <a:pt x="704" y="35974"/>
                      </a:cubicBezTo>
                      <a:cubicBezTo>
                        <a:pt x="704" y="35381"/>
                        <a:pt x="706" y="34787"/>
                        <a:pt x="709" y="34194"/>
                      </a:cubicBezTo>
                      <a:cubicBezTo>
                        <a:pt x="712" y="33581"/>
                        <a:pt x="714" y="32969"/>
                        <a:pt x="713" y="32357"/>
                      </a:cubicBezTo>
                      <a:cubicBezTo>
                        <a:pt x="713" y="32015"/>
                        <a:pt x="714" y="31672"/>
                        <a:pt x="716" y="31330"/>
                      </a:cubicBezTo>
                      <a:cubicBezTo>
                        <a:pt x="718" y="31038"/>
                        <a:pt x="718" y="30747"/>
                        <a:pt x="717" y="30455"/>
                      </a:cubicBezTo>
                      <a:cubicBezTo>
                        <a:pt x="716" y="30307"/>
                        <a:pt x="716" y="30159"/>
                        <a:pt x="718" y="30011"/>
                      </a:cubicBezTo>
                      <a:cubicBezTo>
                        <a:pt x="725" y="29411"/>
                        <a:pt x="727" y="28899"/>
                        <a:pt x="358" y="28395"/>
                      </a:cubicBezTo>
                      <a:cubicBezTo>
                        <a:pt x="254" y="28240"/>
                        <a:pt x="254" y="28240"/>
                        <a:pt x="249" y="28125"/>
                      </a:cubicBezTo>
                      <a:cubicBezTo>
                        <a:pt x="327" y="28031"/>
                        <a:pt x="411" y="27954"/>
                        <a:pt x="504" y="27875"/>
                      </a:cubicBezTo>
                      <a:cubicBezTo>
                        <a:pt x="650" y="27743"/>
                        <a:pt x="700" y="27652"/>
                        <a:pt x="719" y="27456"/>
                      </a:cubicBezTo>
                      <a:cubicBezTo>
                        <a:pt x="721" y="27361"/>
                        <a:pt x="721" y="27266"/>
                        <a:pt x="720" y="27171"/>
                      </a:cubicBezTo>
                      <a:cubicBezTo>
                        <a:pt x="721" y="27117"/>
                        <a:pt x="721" y="27064"/>
                        <a:pt x="722" y="27011"/>
                      </a:cubicBezTo>
                      <a:cubicBezTo>
                        <a:pt x="725" y="26865"/>
                        <a:pt x="724" y="26720"/>
                        <a:pt x="723" y="26574"/>
                      </a:cubicBezTo>
                      <a:cubicBezTo>
                        <a:pt x="723" y="26417"/>
                        <a:pt x="725" y="26259"/>
                        <a:pt x="726" y="26102"/>
                      </a:cubicBezTo>
                      <a:cubicBezTo>
                        <a:pt x="729" y="25794"/>
                        <a:pt x="729" y="25486"/>
                        <a:pt x="729" y="25179"/>
                      </a:cubicBezTo>
                      <a:cubicBezTo>
                        <a:pt x="728" y="24928"/>
                        <a:pt x="729" y="24678"/>
                        <a:pt x="730" y="24428"/>
                      </a:cubicBezTo>
                      <a:cubicBezTo>
                        <a:pt x="730" y="24392"/>
                        <a:pt x="730" y="24356"/>
                        <a:pt x="730" y="24320"/>
                      </a:cubicBezTo>
                      <a:cubicBezTo>
                        <a:pt x="730" y="24247"/>
                        <a:pt x="730" y="24175"/>
                        <a:pt x="731" y="24102"/>
                      </a:cubicBezTo>
                      <a:cubicBezTo>
                        <a:pt x="733" y="23423"/>
                        <a:pt x="732" y="22744"/>
                        <a:pt x="731" y="22065"/>
                      </a:cubicBezTo>
                      <a:cubicBezTo>
                        <a:pt x="730" y="21444"/>
                        <a:pt x="732" y="20824"/>
                        <a:pt x="736" y="20203"/>
                      </a:cubicBezTo>
                      <a:cubicBezTo>
                        <a:pt x="740" y="19565"/>
                        <a:pt x="742" y="18927"/>
                        <a:pt x="741" y="18289"/>
                      </a:cubicBezTo>
                      <a:cubicBezTo>
                        <a:pt x="741" y="17931"/>
                        <a:pt x="741" y="17573"/>
                        <a:pt x="744" y="17215"/>
                      </a:cubicBezTo>
                      <a:cubicBezTo>
                        <a:pt x="747" y="16910"/>
                        <a:pt x="747" y="16606"/>
                        <a:pt x="745" y="16301"/>
                      </a:cubicBezTo>
                      <a:cubicBezTo>
                        <a:pt x="744" y="16146"/>
                        <a:pt x="743" y="15991"/>
                        <a:pt x="746" y="15835"/>
                      </a:cubicBezTo>
                      <a:cubicBezTo>
                        <a:pt x="760" y="14915"/>
                        <a:pt x="760" y="14915"/>
                        <a:pt x="600" y="14705"/>
                      </a:cubicBezTo>
                      <a:cubicBezTo>
                        <a:pt x="467" y="14590"/>
                        <a:pt x="333" y="14521"/>
                        <a:pt x="171" y="14456"/>
                      </a:cubicBezTo>
                      <a:cubicBezTo>
                        <a:pt x="128" y="14429"/>
                        <a:pt x="85" y="14402"/>
                        <a:pt x="41" y="14375"/>
                      </a:cubicBezTo>
                      <a:cubicBezTo>
                        <a:pt x="24" y="14255"/>
                        <a:pt x="47" y="14152"/>
                        <a:pt x="80" y="14036"/>
                      </a:cubicBezTo>
                      <a:cubicBezTo>
                        <a:pt x="84" y="14021"/>
                        <a:pt x="84" y="14021"/>
                        <a:pt x="106" y="13941"/>
                      </a:cubicBezTo>
                      <a:cubicBezTo>
                        <a:pt x="147" y="13860"/>
                        <a:pt x="180" y="13810"/>
                        <a:pt x="249" y="13750"/>
                      </a:cubicBezTo>
                      <a:cubicBezTo>
                        <a:pt x="351" y="13738"/>
                        <a:pt x="351" y="13738"/>
                        <a:pt x="464" y="13742"/>
                      </a:cubicBezTo>
                      <a:cubicBezTo>
                        <a:pt x="483" y="13743"/>
                        <a:pt x="483" y="13743"/>
                        <a:pt x="578" y="13746"/>
                      </a:cubicBezTo>
                      <a:cubicBezTo>
                        <a:pt x="593" y="13746"/>
                        <a:pt x="593" y="13746"/>
                        <a:pt x="666" y="13750"/>
                      </a:cubicBezTo>
                      <a:cubicBezTo>
                        <a:pt x="649" y="12165"/>
                        <a:pt x="629" y="10579"/>
                        <a:pt x="607" y="8994"/>
                      </a:cubicBezTo>
                      <a:cubicBezTo>
                        <a:pt x="605" y="8807"/>
                        <a:pt x="602" y="8620"/>
                        <a:pt x="600" y="8432"/>
                      </a:cubicBezTo>
                      <a:cubicBezTo>
                        <a:pt x="599" y="8395"/>
                        <a:pt x="599" y="8358"/>
                        <a:pt x="598" y="8319"/>
                      </a:cubicBezTo>
                      <a:cubicBezTo>
                        <a:pt x="590" y="7716"/>
                        <a:pt x="583" y="7113"/>
                        <a:pt x="577" y="6510"/>
                      </a:cubicBezTo>
                      <a:cubicBezTo>
                        <a:pt x="570" y="5890"/>
                        <a:pt x="562" y="5271"/>
                        <a:pt x="553" y="4652"/>
                      </a:cubicBezTo>
                      <a:cubicBezTo>
                        <a:pt x="547" y="4270"/>
                        <a:pt x="542" y="3888"/>
                        <a:pt x="539" y="3506"/>
                      </a:cubicBezTo>
                      <a:cubicBezTo>
                        <a:pt x="537" y="3244"/>
                        <a:pt x="533" y="2982"/>
                        <a:pt x="528" y="2720"/>
                      </a:cubicBezTo>
                      <a:cubicBezTo>
                        <a:pt x="525" y="2569"/>
                        <a:pt x="523" y="2418"/>
                        <a:pt x="523" y="2267"/>
                      </a:cubicBezTo>
                      <a:cubicBezTo>
                        <a:pt x="523" y="2103"/>
                        <a:pt x="519" y="1939"/>
                        <a:pt x="515" y="1775"/>
                      </a:cubicBezTo>
                      <a:cubicBezTo>
                        <a:pt x="515" y="1751"/>
                        <a:pt x="515" y="1751"/>
                        <a:pt x="516" y="1631"/>
                      </a:cubicBezTo>
                      <a:cubicBezTo>
                        <a:pt x="508" y="1391"/>
                        <a:pt x="480" y="1251"/>
                        <a:pt x="306" y="1076"/>
                      </a:cubicBezTo>
                      <a:cubicBezTo>
                        <a:pt x="250" y="1025"/>
                        <a:pt x="192" y="976"/>
                        <a:pt x="134" y="928"/>
                      </a:cubicBezTo>
                      <a:cubicBezTo>
                        <a:pt x="26" y="819"/>
                        <a:pt x="10" y="760"/>
                        <a:pt x="0" y="610"/>
                      </a:cubicBezTo>
                      <a:cubicBezTo>
                        <a:pt x="2" y="537"/>
                        <a:pt x="7" y="464"/>
                        <a:pt x="15" y="391"/>
                      </a:cubicBezTo>
                      <a:cubicBezTo>
                        <a:pt x="23" y="262"/>
                        <a:pt x="32" y="133"/>
                        <a:pt x="41" y="0"/>
                      </a:cubicBezTo>
                      <a:close/>
                    </a:path>
                  </a:pathLst>
                </a:custGeom>
                <a:solidFill>
                  <a:srgbClr val="737174"/>
                </a:solidFill>
                <a:ln w="2646" cap="flat">
                  <a:noFill/>
                </a:ln>
              </p:spPr>
            </p:sp>
            <p:sp>
              <p:nvSpPr>
                <p:cNvPr id="1404" name="ICON_PSD_PLOT_path_016"/>
                <p:cNvSpPr/>
                <p:nvPr/>
              </p:nvSpPr>
              <p:spPr>
                <a:xfrm>
                  <a:off x="11308291" y="3970786"/>
                  <a:ext cx="357188" cy="2221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8125" h="1749" fill="norm" stroke="0">
                      <a:moveTo>
                        <a:pt x="8077" y="9"/>
                      </a:moveTo>
                      <a:cubicBezTo>
                        <a:pt x="8123" y="9"/>
                        <a:pt x="8169" y="9"/>
                        <a:pt x="8216" y="9"/>
                      </a:cubicBezTo>
                      <a:cubicBezTo>
                        <a:pt x="8261" y="6"/>
                        <a:pt x="8307" y="4"/>
                        <a:pt x="8353" y="1"/>
                      </a:cubicBezTo>
                      <a:cubicBezTo>
                        <a:pt x="8498" y="0"/>
                        <a:pt x="8611" y="9"/>
                        <a:pt x="8750" y="48"/>
                      </a:cubicBezTo>
                      <a:cubicBezTo>
                        <a:pt x="8840" y="141"/>
                        <a:pt x="8840" y="141"/>
                        <a:pt x="8928" y="255"/>
                      </a:cubicBezTo>
                      <a:cubicBezTo>
                        <a:pt x="9101" y="449"/>
                        <a:pt x="9251" y="506"/>
                        <a:pt x="9509" y="523"/>
                      </a:cubicBezTo>
                      <a:cubicBezTo>
                        <a:pt x="9647" y="529"/>
                        <a:pt x="9784" y="530"/>
                        <a:pt x="9922" y="531"/>
                      </a:cubicBezTo>
                      <a:cubicBezTo>
                        <a:pt x="9999" y="533"/>
                        <a:pt x="10075" y="535"/>
                        <a:pt x="10152" y="537"/>
                      </a:cubicBezTo>
                      <a:cubicBezTo>
                        <a:pt x="10360" y="543"/>
                        <a:pt x="10568" y="546"/>
                        <a:pt x="10776" y="549"/>
                      </a:cubicBezTo>
                      <a:cubicBezTo>
                        <a:pt x="10998" y="552"/>
                        <a:pt x="11220" y="558"/>
                        <a:pt x="11442" y="563"/>
                      </a:cubicBezTo>
                      <a:cubicBezTo>
                        <a:pt x="11869" y="573"/>
                        <a:pt x="12295" y="581"/>
                        <a:pt x="12723" y="588"/>
                      </a:cubicBezTo>
                      <a:cubicBezTo>
                        <a:pt x="13065" y="593"/>
                        <a:pt x="13408" y="599"/>
                        <a:pt x="13751" y="606"/>
                      </a:cubicBezTo>
                      <a:cubicBezTo>
                        <a:pt x="13800" y="607"/>
                        <a:pt x="13848" y="608"/>
                        <a:pt x="13898" y="609"/>
                      </a:cubicBezTo>
                      <a:cubicBezTo>
                        <a:pt x="13996" y="611"/>
                        <a:pt x="14094" y="613"/>
                        <a:pt x="14192" y="615"/>
                      </a:cubicBezTo>
                      <a:cubicBezTo>
                        <a:pt x="15150" y="634"/>
                        <a:pt x="16108" y="650"/>
                        <a:pt x="17065" y="664"/>
                      </a:cubicBezTo>
                      <a:cubicBezTo>
                        <a:pt x="17109" y="664"/>
                        <a:pt x="17154" y="665"/>
                        <a:pt x="17199" y="665"/>
                      </a:cubicBezTo>
                      <a:cubicBezTo>
                        <a:pt x="17243" y="666"/>
                        <a:pt x="17286" y="667"/>
                        <a:pt x="17331" y="667"/>
                      </a:cubicBezTo>
                      <a:cubicBezTo>
                        <a:pt x="17710" y="673"/>
                        <a:pt x="18089" y="679"/>
                        <a:pt x="18468" y="686"/>
                      </a:cubicBezTo>
                      <a:cubicBezTo>
                        <a:pt x="19075" y="697"/>
                        <a:pt x="19683" y="705"/>
                        <a:pt x="20290" y="710"/>
                      </a:cubicBezTo>
                      <a:cubicBezTo>
                        <a:pt x="20485" y="711"/>
                        <a:pt x="20681" y="713"/>
                        <a:pt x="20877" y="716"/>
                      </a:cubicBezTo>
                      <a:cubicBezTo>
                        <a:pt x="21101" y="720"/>
                        <a:pt x="21325" y="721"/>
                        <a:pt x="21549" y="721"/>
                      </a:cubicBezTo>
                      <a:cubicBezTo>
                        <a:pt x="21628" y="721"/>
                        <a:pt x="21706" y="722"/>
                        <a:pt x="21785" y="723"/>
                      </a:cubicBezTo>
                      <a:cubicBezTo>
                        <a:pt x="22273" y="733"/>
                        <a:pt x="22622" y="651"/>
                        <a:pt x="23047" y="404"/>
                      </a:cubicBezTo>
                      <a:cubicBezTo>
                        <a:pt x="23356" y="226"/>
                        <a:pt x="23607" y="208"/>
                        <a:pt x="23958" y="256"/>
                      </a:cubicBezTo>
                      <a:cubicBezTo>
                        <a:pt x="23958" y="394"/>
                        <a:pt x="23958" y="531"/>
                        <a:pt x="23958" y="673"/>
                      </a:cubicBezTo>
                      <a:cubicBezTo>
                        <a:pt x="23989" y="678"/>
                        <a:pt x="24019" y="684"/>
                        <a:pt x="24051" y="689"/>
                      </a:cubicBezTo>
                      <a:cubicBezTo>
                        <a:pt x="24189" y="713"/>
                        <a:pt x="24328" y="739"/>
                        <a:pt x="24466" y="764"/>
                      </a:cubicBezTo>
                      <a:cubicBezTo>
                        <a:pt x="24514" y="772"/>
                        <a:pt x="24562" y="781"/>
                        <a:pt x="24611" y="789"/>
                      </a:cubicBezTo>
                      <a:cubicBezTo>
                        <a:pt x="24635" y="793"/>
                        <a:pt x="24635" y="793"/>
                        <a:pt x="24752" y="815"/>
                      </a:cubicBezTo>
                      <a:cubicBezTo>
                        <a:pt x="24773" y="819"/>
                        <a:pt x="24773" y="819"/>
                        <a:pt x="24881" y="839"/>
                      </a:cubicBezTo>
                      <a:cubicBezTo>
                        <a:pt x="25000" y="881"/>
                        <a:pt x="25000" y="881"/>
                        <a:pt x="25094" y="986"/>
                      </a:cubicBezTo>
                      <a:cubicBezTo>
                        <a:pt x="25236" y="1114"/>
                        <a:pt x="25310" y="1121"/>
                        <a:pt x="25500" y="1132"/>
                      </a:cubicBezTo>
                      <a:cubicBezTo>
                        <a:pt x="25528" y="1135"/>
                        <a:pt x="25557" y="1137"/>
                        <a:pt x="25586" y="1139"/>
                      </a:cubicBezTo>
                      <a:cubicBezTo>
                        <a:pt x="25680" y="1145"/>
                        <a:pt x="25773" y="1150"/>
                        <a:pt x="25867" y="1156"/>
                      </a:cubicBezTo>
                      <a:cubicBezTo>
                        <a:pt x="25932" y="1160"/>
                        <a:pt x="25997" y="1164"/>
                        <a:pt x="26062" y="1169"/>
                      </a:cubicBezTo>
                      <a:cubicBezTo>
                        <a:pt x="26233" y="1180"/>
                        <a:pt x="26404" y="1190"/>
                        <a:pt x="26575" y="1201"/>
                      </a:cubicBezTo>
                      <a:cubicBezTo>
                        <a:pt x="26749" y="1211"/>
                        <a:pt x="26924" y="1223"/>
                        <a:pt x="27099" y="1234"/>
                      </a:cubicBezTo>
                      <a:cubicBezTo>
                        <a:pt x="27441" y="1256"/>
                        <a:pt x="27783" y="1278"/>
                        <a:pt x="28125" y="1298"/>
                      </a:cubicBezTo>
                      <a:cubicBezTo>
                        <a:pt x="28125" y="1367"/>
                        <a:pt x="28125" y="1436"/>
                        <a:pt x="28125" y="1506"/>
                      </a:cubicBezTo>
                      <a:cubicBezTo>
                        <a:pt x="25687" y="1749"/>
                        <a:pt x="23248" y="1746"/>
                        <a:pt x="20800" y="1743"/>
                      </a:cubicBezTo>
                      <a:cubicBezTo>
                        <a:pt x="20394" y="1742"/>
                        <a:pt x="19987" y="1742"/>
                        <a:pt x="19581" y="1742"/>
                      </a:cubicBezTo>
                      <a:cubicBezTo>
                        <a:pt x="19552" y="1742"/>
                        <a:pt x="19523" y="1743"/>
                        <a:pt x="19492" y="1743"/>
                      </a:cubicBezTo>
                      <a:cubicBezTo>
                        <a:pt x="19374" y="1743"/>
                        <a:pt x="19255" y="1743"/>
                        <a:pt x="19136" y="1743"/>
                      </a:cubicBezTo>
                      <a:cubicBezTo>
                        <a:pt x="18033" y="1744"/>
                        <a:pt x="16930" y="1743"/>
                        <a:pt x="15827" y="1742"/>
                      </a:cubicBezTo>
                      <a:cubicBezTo>
                        <a:pt x="14849" y="1741"/>
                        <a:pt x="13871" y="1741"/>
                        <a:pt x="12893" y="1742"/>
                      </a:cubicBezTo>
                      <a:cubicBezTo>
                        <a:pt x="11787" y="1743"/>
                        <a:pt x="10682" y="1743"/>
                        <a:pt x="9576" y="1743"/>
                      </a:cubicBezTo>
                      <a:cubicBezTo>
                        <a:pt x="9459" y="1743"/>
                        <a:pt x="9341" y="1743"/>
                        <a:pt x="9224" y="1742"/>
                      </a:cubicBezTo>
                      <a:cubicBezTo>
                        <a:pt x="9209" y="1742"/>
                        <a:pt x="9209" y="1742"/>
                        <a:pt x="9136" y="1742"/>
                      </a:cubicBezTo>
                      <a:cubicBezTo>
                        <a:pt x="8699" y="1742"/>
                        <a:pt x="8263" y="1742"/>
                        <a:pt x="7827" y="1743"/>
                      </a:cubicBezTo>
                      <a:cubicBezTo>
                        <a:pt x="7333" y="1744"/>
                        <a:pt x="6838" y="1744"/>
                        <a:pt x="6344" y="1742"/>
                      </a:cubicBezTo>
                      <a:cubicBezTo>
                        <a:pt x="6092" y="1742"/>
                        <a:pt x="5840" y="1742"/>
                        <a:pt x="5588" y="1742"/>
                      </a:cubicBezTo>
                      <a:cubicBezTo>
                        <a:pt x="5358" y="1743"/>
                        <a:pt x="5128" y="1743"/>
                        <a:pt x="4897" y="1741"/>
                      </a:cubicBezTo>
                      <a:cubicBezTo>
                        <a:pt x="4814" y="1741"/>
                        <a:pt x="4730" y="1741"/>
                        <a:pt x="4647" y="1742"/>
                      </a:cubicBezTo>
                      <a:cubicBezTo>
                        <a:pt x="4534" y="1742"/>
                        <a:pt x="4421" y="1742"/>
                        <a:pt x="4308" y="1741"/>
                      </a:cubicBezTo>
                      <a:cubicBezTo>
                        <a:pt x="4291" y="1741"/>
                        <a:pt x="4291" y="1741"/>
                        <a:pt x="4209" y="1742"/>
                      </a:cubicBezTo>
                      <a:cubicBezTo>
                        <a:pt x="3990" y="1739"/>
                        <a:pt x="3990" y="1739"/>
                        <a:pt x="3896" y="1668"/>
                      </a:cubicBezTo>
                      <a:cubicBezTo>
                        <a:pt x="3846" y="1615"/>
                        <a:pt x="3798" y="1561"/>
                        <a:pt x="3750" y="1506"/>
                      </a:cubicBezTo>
                      <a:cubicBezTo>
                        <a:pt x="3635" y="1483"/>
                        <a:pt x="3543" y="1472"/>
                        <a:pt x="3427" y="1470"/>
                      </a:cubicBezTo>
                      <a:cubicBezTo>
                        <a:pt x="3411" y="1470"/>
                        <a:pt x="3411" y="1470"/>
                        <a:pt x="3330" y="1466"/>
                      </a:cubicBezTo>
                      <a:cubicBezTo>
                        <a:pt x="3261" y="1463"/>
                        <a:pt x="3192" y="1461"/>
                        <a:pt x="3124" y="1459"/>
                      </a:cubicBezTo>
                      <a:cubicBezTo>
                        <a:pt x="3014" y="1455"/>
                        <a:pt x="2904" y="1450"/>
                        <a:pt x="2795" y="1445"/>
                      </a:cubicBezTo>
                      <a:cubicBezTo>
                        <a:pt x="2484" y="1430"/>
                        <a:pt x="2172" y="1418"/>
                        <a:pt x="1861" y="1407"/>
                      </a:cubicBezTo>
                      <a:cubicBezTo>
                        <a:pt x="1670" y="1400"/>
                        <a:pt x="1479" y="1392"/>
                        <a:pt x="1289" y="1382"/>
                      </a:cubicBezTo>
                      <a:cubicBezTo>
                        <a:pt x="1216" y="1379"/>
                        <a:pt x="1144" y="1376"/>
                        <a:pt x="1072" y="1374"/>
                      </a:cubicBezTo>
                      <a:cubicBezTo>
                        <a:pt x="447" y="1359"/>
                        <a:pt x="447" y="1359"/>
                        <a:pt x="216" y="1144"/>
                      </a:cubicBezTo>
                      <a:cubicBezTo>
                        <a:pt x="138" y="1060"/>
                        <a:pt x="67" y="974"/>
                        <a:pt x="0" y="881"/>
                      </a:cubicBezTo>
                      <a:cubicBezTo>
                        <a:pt x="21" y="881"/>
                        <a:pt x="21" y="881"/>
                        <a:pt x="126" y="876"/>
                      </a:cubicBezTo>
                      <a:cubicBezTo>
                        <a:pt x="524" y="860"/>
                        <a:pt x="923" y="841"/>
                        <a:pt x="1321" y="821"/>
                      </a:cubicBezTo>
                      <a:cubicBezTo>
                        <a:pt x="1525" y="811"/>
                        <a:pt x="1730" y="801"/>
                        <a:pt x="1934" y="794"/>
                      </a:cubicBezTo>
                      <a:cubicBezTo>
                        <a:pt x="2851" y="757"/>
                        <a:pt x="3670" y="690"/>
                        <a:pt x="4526" y="347"/>
                      </a:cubicBezTo>
                      <a:cubicBezTo>
                        <a:pt x="4905" y="201"/>
                        <a:pt x="5442" y="137"/>
                        <a:pt x="5833" y="256"/>
                      </a:cubicBezTo>
                      <a:cubicBezTo>
                        <a:pt x="5849" y="274"/>
                        <a:pt x="5849" y="274"/>
                        <a:pt x="5930" y="364"/>
                      </a:cubicBezTo>
                      <a:cubicBezTo>
                        <a:pt x="6042" y="465"/>
                        <a:pt x="6042" y="465"/>
                        <a:pt x="6196" y="472"/>
                      </a:cubicBezTo>
                      <a:cubicBezTo>
                        <a:pt x="6255" y="465"/>
                        <a:pt x="6315" y="456"/>
                        <a:pt x="6374" y="447"/>
                      </a:cubicBezTo>
                      <a:cubicBezTo>
                        <a:pt x="6405" y="442"/>
                        <a:pt x="6437" y="438"/>
                        <a:pt x="6470" y="433"/>
                      </a:cubicBezTo>
                      <a:cubicBezTo>
                        <a:pt x="6536" y="424"/>
                        <a:pt x="6603" y="414"/>
                        <a:pt x="6669" y="403"/>
                      </a:cubicBezTo>
                      <a:cubicBezTo>
                        <a:pt x="6770" y="387"/>
                        <a:pt x="6872" y="373"/>
                        <a:pt x="6974" y="359"/>
                      </a:cubicBezTo>
                      <a:cubicBezTo>
                        <a:pt x="7038" y="349"/>
                        <a:pt x="7103" y="340"/>
                        <a:pt x="7168" y="330"/>
                      </a:cubicBezTo>
                      <a:cubicBezTo>
                        <a:pt x="7198" y="325"/>
                        <a:pt x="7228" y="321"/>
                        <a:pt x="7260" y="317"/>
                      </a:cubicBezTo>
                      <a:cubicBezTo>
                        <a:pt x="7596" y="260"/>
                        <a:pt x="7710" y="19"/>
                        <a:pt x="8077" y="9"/>
                      </a:cubicBezTo>
                      <a:close/>
                    </a:path>
                  </a:pathLst>
                </a:custGeom>
                <a:solidFill>
                  <a:srgbClr val="E4E9F4"/>
                </a:solidFill>
                <a:ln w="2646" cap="flat">
                  <a:noFill/>
                </a:ln>
              </p:spPr>
            </p:sp>
            <p:sp>
              <p:nvSpPr>
                <p:cNvPr id="1405" name="ICON_PSD_PLOT_path_017"/>
                <p:cNvSpPr/>
                <p:nvPr/>
              </p:nvSpPr>
              <p:spPr>
                <a:xfrm>
                  <a:off x="10747374" y="3600928"/>
                  <a:ext cx="91440" cy="1429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200" h="11254" fill="norm" stroke="0">
                      <a:moveTo>
                        <a:pt x="4252" y="244"/>
                      </a:moveTo>
                      <a:cubicBezTo>
                        <a:pt x="4665" y="419"/>
                        <a:pt x="5003" y="723"/>
                        <a:pt x="5176" y="1141"/>
                      </a:cubicBezTo>
                      <a:cubicBezTo>
                        <a:pt x="5304" y="1587"/>
                        <a:pt x="5230" y="2103"/>
                        <a:pt x="5204" y="2562"/>
                      </a:cubicBezTo>
                      <a:cubicBezTo>
                        <a:pt x="5161" y="3321"/>
                        <a:pt x="5146" y="3884"/>
                        <a:pt x="5677" y="4483"/>
                      </a:cubicBezTo>
                      <a:cubicBezTo>
                        <a:pt x="6207" y="5087"/>
                        <a:pt x="6484" y="5695"/>
                        <a:pt x="6732" y="6449"/>
                      </a:cubicBezTo>
                      <a:cubicBezTo>
                        <a:pt x="6741" y="6476"/>
                        <a:pt x="6750" y="6503"/>
                        <a:pt x="6759" y="6531"/>
                      </a:cubicBezTo>
                      <a:cubicBezTo>
                        <a:pt x="7071" y="7479"/>
                        <a:pt x="7200" y="8380"/>
                        <a:pt x="7083" y="9379"/>
                      </a:cubicBezTo>
                      <a:cubicBezTo>
                        <a:pt x="7015" y="9379"/>
                        <a:pt x="6946" y="9379"/>
                        <a:pt x="6875" y="9379"/>
                      </a:cubicBezTo>
                      <a:cubicBezTo>
                        <a:pt x="6875" y="8898"/>
                        <a:pt x="6875" y="8416"/>
                        <a:pt x="6875" y="7921"/>
                      </a:cubicBezTo>
                      <a:cubicBezTo>
                        <a:pt x="6669" y="7921"/>
                        <a:pt x="6463" y="7921"/>
                        <a:pt x="6250" y="7921"/>
                      </a:cubicBezTo>
                      <a:cubicBezTo>
                        <a:pt x="6319" y="8677"/>
                        <a:pt x="6388" y="9433"/>
                        <a:pt x="6458" y="10212"/>
                      </a:cubicBezTo>
                      <a:cubicBezTo>
                        <a:pt x="5987" y="9505"/>
                        <a:pt x="5987" y="9505"/>
                        <a:pt x="6055" y="9145"/>
                      </a:cubicBezTo>
                      <a:cubicBezTo>
                        <a:pt x="6062" y="9109"/>
                        <a:pt x="6069" y="9074"/>
                        <a:pt x="6076" y="9038"/>
                      </a:cubicBezTo>
                      <a:cubicBezTo>
                        <a:pt x="6097" y="8856"/>
                        <a:pt x="6097" y="8856"/>
                        <a:pt x="6042" y="8754"/>
                      </a:cubicBezTo>
                      <a:cubicBezTo>
                        <a:pt x="5969" y="8734"/>
                        <a:pt x="5896" y="8715"/>
                        <a:pt x="5822" y="8701"/>
                      </a:cubicBezTo>
                      <a:cubicBezTo>
                        <a:pt x="5672" y="8672"/>
                        <a:pt x="5538" y="8644"/>
                        <a:pt x="5417" y="8546"/>
                      </a:cubicBezTo>
                      <a:cubicBezTo>
                        <a:pt x="5304" y="8304"/>
                        <a:pt x="5322" y="8008"/>
                        <a:pt x="5316" y="7747"/>
                      </a:cubicBezTo>
                      <a:cubicBezTo>
                        <a:pt x="5292" y="6848"/>
                        <a:pt x="5123" y="6062"/>
                        <a:pt x="4813" y="5222"/>
                      </a:cubicBezTo>
                      <a:cubicBezTo>
                        <a:pt x="4800" y="5185"/>
                        <a:pt x="4786" y="5149"/>
                        <a:pt x="4773" y="5111"/>
                      </a:cubicBezTo>
                      <a:cubicBezTo>
                        <a:pt x="4748" y="5045"/>
                        <a:pt x="4723" y="4980"/>
                        <a:pt x="4697" y="4914"/>
                      </a:cubicBezTo>
                      <a:cubicBezTo>
                        <a:pt x="4551" y="4533"/>
                        <a:pt x="4476" y="4160"/>
                        <a:pt x="4375" y="3754"/>
                      </a:cubicBezTo>
                      <a:cubicBezTo>
                        <a:pt x="3756" y="3754"/>
                        <a:pt x="3138" y="3754"/>
                        <a:pt x="2500" y="3754"/>
                      </a:cubicBezTo>
                      <a:cubicBezTo>
                        <a:pt x="2470" y="4007"/>
                        <a:pt x="2440" y="4261"/>
                        <a:pt x="2409" y="4522"/>
                      </a:cubicBezTo>
                      <a:cubicBezTo>
                        <a:pt x="2329" y="5177"/>
                        <a:pt x="2229" y="5819"/>
                        <a:pt x="2083" y="6462"/>
                      </a:cubicBezTo>
                      <a:cubicBezTo>
                        <a:pt x="1946" y="6462"/>
                        <a:pt x="1808" y="6462"/>
                        <a:pt x="1667" y="6462"/>
                      </a:cubicBezTo>
                      <a:cubicBezTo>
                        <a:pt x="1656" y="6529"/>
                        <a:pt x="1646" y="6596"/>
                        <a:pt x="1635" y="6665"/>
                      </a:cubicBezTo>
                      <a:cubicBezTo>
                        <a:pt x="1586" y="6980"/>
                        <a:pt x="1535" y="7294"/>
                        <a:pt x="1484" y="7608"/>
                      </a:cubicBezTo>
                      <a:cubicBezTo>
                        <a:pt x="1480" y="7636"/>
                        <a:pt x="1475" y="7665"/>
                        <a:pt x="1471" y="7694"/>
                      </a:cubicBezTo>
                      <a:cubicBezTo>
                        <a:pt x="1309" y="8686"/>
                        <a:pt x="1104" y="9660"/>
                        <a:pt x="833" y="10629"/>
                      </a:cubicBezTo>
                      <a:cubicBezTo>
                        <a:pt x="805" y="10625"/>
                        <a:pt x="776" y="10622"/>
                        <a:pt x="746" y="10618"/>
                      </a:cubicBezTo>
                      <a:cubicBezTo>
                        <a:pt x="630" y="10609"/>
                        <a:pt x="531" y="10607"/>
                        <a:pt x="417" y="10629"/>
                      </a:cubicBezTo>
                      <a:cubicBezTo>
                        <a:pt x="337" y="10721"/>
                        <a:pt x="321" y="10824"/>
                        <a:pt x="300" y="10941"/>
                      </a:cubicBezTo>
                      <a:cubicBezTo>
                        <a:pt x="276" y="11052"/>
                        <a:pt x="249" y="11147"/>
                        <a:pt x="208" y="11254"/>
                      </a:cubicBezTo>
                      <a:cubicBezTo>
                        <a:pt x="140" y="11254"/>
                        <a:pt x="71" y="11254"/>
                        <a:pt x="0" y="11254"/>
                      </a:cubicBezTo>
                      <a:cubicBezTo>
                        <a:pt x="0" y="10223"/>
                        <a:pt x="0" y="9191"/>
                        <a:pt x="0" y="8129"/>
                      </a:cubicBezTo>
                      <a:cubicBezTo>
                        <a:pt x="138" y="8129"/>
                        <a:pt x="275" y="8129"/>
                        <a:pt x="417" y="8129"/>
                      </a:cubicBezTo>
                      <a:cubicBezTo>
                        <a:pt x="420" y="8098"/>
                        <a:pt x="423" y="8067"/>
                        <a:pt x="426" y="8035"/>
                      </a:cubicBezTo>
                      <a:cubicBezTo>
                        <a:pt x="518" y="7156"/>
                        <a:pt x="697" y="6298"/>
                        <a:pt x="904" y="5440"/>
                      </a:cubicBezTo>
                      <a:cubicBezTo>
                        <a:pt x="924" y="5356"/>
                        <a:pt x="944" y="5272"/>
                        <a:pt x="963" y="5188"/>
                      </a:cubicBezTo>
                      <a:cubicBezTo>
                        <a:pt x="995" y="5053"/>
                        <a:pt x="1027" y="4918"/>
                        <a:pt x="1061" y="4783"/>
                      </a:cubicBezTo>
                      <a:cubicBezTo>
                        <a:pt x="1079" y="4710"/>
                        <a:pt x="1096" y="4636"/>
                        <a:pt x="1113" y="4562"/>
                      </a:cubicBezTo>
                      <a:cubicBezTo>
                        <a:pt x="1183" y="4295"/>
                        <a:pt x="1257" y="4148"/>
                        <a:pt x="1465" y="3963"/>
                      </a:cubicBezTo>
                      <a:cubicBezTo>
                        <a:pt x="1632" y="3811"/>
                        <a:pt x="1696" y="3719"/>
                        <a:pt x="1720" y="3494"/>
                      </a:cubicBezTo>
                      <a:cubicBezTo>
                        <a:pt x="1723" y="3397"/>
                        <a:pt x="1724" y="3300"/>
                        <a:pt x="1724" y="3203"/>
                      </a:cubicBezTo>
                      <a:cubicBezTo>
                        <a:pt x="1725" y="3150"/>
                        <a:pt x="1727" y="3098"/>
                        <a:pt x="1729" y="3045"/>
                      </a:cubicBezTo>
                      <a:cubicBezTo>
                        <a:pt x="1733" y="2934"/>
                        <a:pt x="1736" y="2824"/>
                        <a:pt x="1739" y="2713"/>
                      </a:cubicBezTo>
                      <a:cubicBezTo>
                        <a:pt x="1790" y="1010"/>
                        <a:pt x="1790" y="1010"/>
                        <a:pt x="2321" y="460"/>
                      </a:cubicBezTo>
                      <a:cubicBezTo>
                        <a:pt x="2859" y="0"/>
                        <a:pt x="3615" y="7"/>
                        <a:pt x="4252" y="244"/>
                      </a:cubicBezTo>
                      <a:close/>
                    </a:path>
                  </a:pathLst>
                </a:custGeom>
                <a:solidFill>
                  <a:srgbClr val="5E9BFB"/>
                </a:solidFill>
                <a:ln w="2646" cap="flat">
                  <a:noFill/>
                </a:ln>
              </p:spPr>
            </p:sp>
            <p:sp>
              <p:nvSpPr>
                <p:cNvPr id="1406" name="ICON_PSD_PLOT_path_018"/>
                <p:cNvSpPr/>
                <p:nvPr/>
              </p:nvSpPr>
              <p:spPr>
                <a:xfrm>
                  <a:off x="10432521" y="3968750"/>
                  <a:ext cx="1246489" cy="2728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8149" h="2148" fill="norm" stroke="0">
                      <a:moveTo>
                        <a:pt x="97917" y="0"/>
                      </a:moveTo>
                      <a:cubicBezTo>
                        <a:pt x="97985" y="0"/>
                        <a:pt x="98054" y="0"/>
                        <a:pt x="98125" y="0"/>
                      </a:cubicBezTo>
                      <a:cubicBezTo>
                        <a:pt x="98130" y="230"/>
                        <a:pt x="98134" y="459"/>
                        <a:pt x="98136" y="689"/>
                      </a:cubicBezTo>
                      <a:cubicBezTo>
                        <a:pt x="98137" y="767"/>
                        <a:pt x="98139" y="845"/>
                        <a:pt x="98141" y="923"/>
                      </a:cubicBezTo>
                      <a:cubicBezTo>
                        <a:pt x="98143" y="1036"/>
                        <a:pt x="98144" y="1149"/>
                        <a:pt x="98145" y="1261"/>
                      </a:cubicBezTo>
                      <a:cubicBezTo>
                        <a:pt x="98146" y="1296"/>
                        <a:pt x="98147" y="1330"/>
                        <a:pt x="98149" y="1365"/>
                      </a:cubicBezTo>
                      <a:cubicBezTo>
                        <a:pt x="98149" y="1632"/>
                        <a:pt x="98107" y="1885"/>
                        <a:pt x="97917" y="2083"/>
                      </a:cubicBezTo>
                      <a:cubicBezTo>
                        <a:pt x="97701" y="2148"/>
                        <a:pt x="97487" y="2139"/>
                        <a:pt x="97263" y="2135"/>
                      </a:cubicBezTo>
                      <a:cubicBezTo>
                        <a:pt x="97194" y="2135"/>
                        <a:pt x="97125" y="2136"/>
                        <a:pt x="97056" y="2137"/>
                      </a:cubicBezTo>
                      <a:cubicBezTo>
                        <a:pt x="96865" y="2138"/>
                        <a:pt x="96675" y="2137"/>
                        <a:pt x="96484" y="2135"/>
                      </a:cubicBezTo>
                      <a:cubicBezTo>
                        <a:pt x="96276" y="2134"/>
                        <a:pt x="96068" y="2135"/>
                        <a:pt x="95860" y="2136"/>
                      </a:cubicBezTo>
                      <a:cubicBezTo>
                        <a:pt x="95494" y="2137"/>
                        <a:pt x="95128" y="2137"/>
                        <a:pt x="94762" y="2135"/>
                      </a:cubicBezTo>
                      <a:cubicBezTo>
                        <a:pt x="94214" y="2133"/>
                        <a:pt x="93666" y="2134"/>
                        <a:pt x="93117" y="2134"/>
                      </a:cubicBezTo>
                      <a:cubicBezTo>
                        <a:pt x="92183" y="2136"/>
                        <a:pt x="91249" y="2135"/>
                        <a:pt x="90315" y="2133"/>
                      </a:cubicBezTo>
                      <a:cubicBezTo>
                        <a:pt x="89369" y="2131"/>
                        <a:pt x="88422" y="2130"/>
                        <a:pt x="87475" y="2130"/>
                      </a:cubicBezTo>
                      <a:cubicBezTo>
                        <a:pt x="87445" y="2130"/>
                        <a:pt x="87415" y="2130"/>
                        <a:pt x="87384" y="2130"/>
                      </a:cubicBezTo>
                      <a:cubicBezTo>
                        <a:pt x="87111" y="2131"/>
                        <a:pt x="86837" y="2131"/>
                        <a:pt x="86564" y="2131"/>
                      </a:cubicBezTo>
                      <a:cubicBezTo>
                        <a:pt x="85878" y="2131"/>
                        <a:pt x="85192" y="2131"/>
                        <a:pt x="84507" y="2131"/>
                      </a:cubicBezTo>
                      <a:cubicBezTo>
                        <a:pt x="84475" y="2131"/>
                        <a:pt x="84444" y="2131"/>
                        <a:pt x="84411" y="2131"/>
                      </a:cubicBezTo>
                      <a:cubicBezTo>
                        <a:pt x="82861" y="2131"/>
                        <a:pt x="81311" y="2129"/>
                        <a:pt x="79761" y="2127"/>
                      </a:cubicBezTo>
                      <a:cubicBezTo>
                        <a:pt x="79215" y="2127"/>
                        <a:pt x="78669" y="2126"/>
                        <a:pt x="78123" y="2126"/>
                      </a:cubicBezTo>
                      <a:cubicBezTo>
                        <a:pt x="78089" y="2126"/>
                        <a:pt x="78055" y="2125"/>
                        <a:pt x="78020" y="2125"/>
                      </a:cubicBezTo>
                      <a:cubicBezTo>
                        <a:pt x="76449" y="2124"/>
                        <a:pt x="74878" y="2123"/>
                        <a:pt x="73307" y="2123"/>
                      </a:cubicBezTo>
                      <a:cubicBezTo>
                        <a:pt x="73204" y="2123"/>
                        <a:pt x="73101" y="2123"/>
                        <a:pt x="72999" y="2123"/>
                      </a:cubicBezTo>
                      <a:cubicBezTo>
                        <a:pt x="72379" y="2123"/>
                        <a:pt x="71760" y="2123"/>
                        <a:pt x="71140" y="2123"/>
                      </a:cubicBezTo>
                      <a:cubicBezTo>
                        <a:pt x="69600" y="2122"/>
                        <a:pt x="68060" y="2122"/>
                        <a:pt x="66520" y="2121"/>
                      </a:cubicBezTo>
                      <a:cubicBezTo>
                        <a:pt x="66485" y="2121"/>
                        <a:pt x="66449" y="2121"/>
                        <a:pt x="66413" y="2121"/>
                      </a:cubicBezTo>
                      <a:cubicBezTo>
                        <a:pt x="64142" y="2121"/>
                        <a:pt x="61871" y="2119"/>
                        <a:pt x="59599" y="2118"/>
                      </a:cubicBezTo>
                      <a:cubicBezTo>
                        <a:pt x="59563" y="2118"/>
                        <a:pt x="59527" y="2118"/>
                        <a:pt x="59489" y="2118"/>
                      </a:cubicBezTo>
                      <a:cubicBezTo>
                        <a:pt x="58385" y="2117"/>
                        <a:pt x="57281" y="2116"/>
                        <a:pt x="56177" y="2115"/>
                      </a:cubicBezTo>
                      <a:cubicBezTo>
                        <a:pt x="54955" y="2114"/>
                        <a:pt x="53734" y="2113"/>
                        <a:pt x="52512" y="2112"/>
                      </a:cubicBezTo>
                      <a:cubicBezTo>
                        <a:pt x="52494" y="2112"/>
                        <a:pt x="52494" y="2112"/>
                        <a:pt x="52401" y="2112"/>
                      </a:cubicBezTo>
                      <a:cubicBezTo>
                        <a:pt x="48912" y="2109"/>
                        <a:pt x="45423" y="2108"/>
                        <a:pt x="41934" y="2106"/>
                      </a:cubicBezTo>
                      <a:cubicBezTo>
                        <a:pt x="41786" y="2106"/>
                        <a:pt x="41638" y="2106"/>
                        <a:pt x="41491" y="2106"/>
                      </a:cubicBezTo>
                      <a:cubicBezTo>
                        <a:pt x="40131" y="2106"/>
                        <a:pt x="38771" y="2105"/>
                        <a:pt x="37411" y="2105"/>
                      </a:cubicBezTo>
                      <a:cubicBezTo>
                        <a:pt x="37375" y="2105"/>
                        <a:pt x="37339" y="2105"/>
                        <a:pt x="37302" y="2105"/>
                      </a:cubicBezTo>
                      <a:cubicBezTo>
                        <a:pt x="37192" y="2105"/>
                        <a:pt x="37083" y="2105"/>
                        <a:pt x="36973" y="2104"/>
                      </a:cubicBezTo>
                      <a:cubicBezTo>
                        <a:pt x="34016" y="2103"/>
                        <a:pt x="31058" y="2102"/>
                        <a:pt x="28101" y="2101"/>
                      </a:cubicBezTo>
                      <a:cubicBezTo>
                        <a:pt x="27996" y="2101"/>
                        <a:pt x="27892" y="2101"/>
                        <a:pt x="27788" y="2101"/>
                      </a:cubicBezTo>
                      <a:cubicBezTo>
                        <a:pt x="24398" y="2100"/>
                        <a:pt x="21009" y="2098"/>
                        <a:pt x="8985" y="2090"/>
                      </a:cubicBezTo>
                      <a:cubicBezTo>
                        <a:pt x="8956" y="2090"/>
                        <a:pt x="8926" y="2090"/>
                        <a:pt x="8896" y="2090"/>
                      </a:cubicBezTo>
                      <a:cubicBezTo>
                        <a:pt x="5931" y="2088"/>
                        <a:pt x="2965" y="2086"/>
                        <a:pt x="0" y="2083"/>
                      </a:cubicBezTo>
                      <a:cubicBezTo>
                        <a:pt x="0" y="2015"/>
                        <a:pt x="0" y="1946"/>
                        <a:pt x="0" y="1875"/>
                      </a:cubicBezTo>
                      <a:cubicBezTo>
                        <a:pt x="15537" y="1841"/>
                        <a:pt x="15537" y="1841"/>
                        <a:pt x="94167" y="1667"/>
                      </a:cubicBezTo>
                      <a:cubicBezTo>
                        <a:pt x="93703" y="971"/>
                        <a:pt x="93703" y="971"/>
                        <a:pt x="93417" y="913"/>
                      </a:cubicBezTo>
                      <a:cubicBezTo>
                        <a:pt x="93399" y="910"/>
                        <a:pt x="93399" y="910"/>
                        <a:pt x="93307" y="898"/>
                      </a:cubicBezTo>
                      <a:cubicBezTo>
                        <a:pt x="93288" y="895"/>
                        <a:pt x="93288" y="895"/>
                        <a:pt x="93192" y="877"/>
                      </a:cubicBezTo>
                      <a:cubicBezTo>
                        <a:pt x="93101" y="860"/>
                        <a:pt x="93009" y="846"/>
                        <a:pt x="92917" y="833"/>
                      </a:cubicBezTo>
                      <a:cubicBezTo>
                        <a:pt x="92917" y="696"/>
                        <a:pt x="92917" y="558"/>
                        <a:pt x="92917" y="417"/>
                      </a:cubicBezTo>
                      <a:cubicBezTo>
                        <a:pt x="92573" y="485"/>
                        <a:pt x="92229" y="554"/>
                        <a:pt x="91875" y="625"/>
                      </a:cubicBezTo>
                      <a:cubicBezTo>
                        <a:pt x="92083" y="208"/>
                        <a:pt x="92083" y="208"/>
                        <a:pt x="92209" y="151"/>
                      </a:cubicBezTo>
                      <a:cubicBezTo>
                        <a:pt x="92475" y="141"/>
                        <a:pt x="92475" y="141"/>
                        <a:pt x="92587" y="142"/>
                      </a:cubicBezTo>
                      <a:cubicBezTo>
                        <a:pt x="92667" y="143"/>
                        <a:pt x="92746" y="138"/>
                        <a:pt x="92826" y="133"/>
                      </a:cubicBezTo>
                      <a:cubicBezTo>
                        <a:pt x="93039" y="128"/>
                        <a:pt x="93239" y="135"/>
                        <a:pt x="93413" y="271"/>
                      </a:cubicBezTo>
                      <a:cubicBezTo>
                        <a:pt x="93468" y="324"/>
                        <a:pt x="93524" y="376"/>
                        <a:pt x="93579" y="429"/>
                      </a:cubicBezTo>
                      <a:cubicBezTo>
                        <a:pt x="94232" y="1041"/>
                        <a:pt x="95118" y="951"/>
                        <a:pt x="95962" y="973"/>
                      </a:cubicBezTo>
                      <a:cubicBezTo>
                        <a:pt x="96183" y="979"/>
                        <a:pt x="96404" y="989"/>
                        <a:pt x="96624" y="998"/>
                      </a:cubicBezTo>
                      <a:cubicBezTo>
                        <a:pt x="97055" y="1016"/>
                        <a:pt x="97486" y="1030"/>
                        <a:pt x="97917" y="1042"/>
                      </a:cubicBezTo>
                      <a:cubicBezTo>
                        <a:pt x="97917" y="698"/>
                        <a:pt x="97917" y="354"/>
                        <a:pt x="97917" y="0"/>
                      </a:cubicBezTo>
                      <a:close/>
                    </a:path>
                  </a:pathLst>
                </a:custGeom>
                <a:solidFill>
                  <a:srgbClr val="CECDD2"/>
                </a:solidFill>
                <a:ln w="2646" cap="flat">
                  <a:noFill/>
                </a:ln>
              </p:spPr>
            </p:sp>
            <p:sp>
              <p:nvSpPr>
                <p:cNvPr id="1407" name="ICON_PSD_PLOT_path_019"/>
                <p:cNvSpPr/>
                <p:nvPr/>
              </p:nvSpPr>
              <p:spPr>
                <a:xfrm>
                  <a:off x="10825969" y="3701521"/>
                  <a:ext cx="143923" cy="2301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332" h="18125" fill="norm" stroke="0">
                      <a:moveTo>
                        <a:pt x="61" y="0"/>
                      </a:moveTo>
                      <a:cubicBezTo>
                        <a:pt x="268" y="0"/>
                        <a:pt x="474" y="0"/>
                        <a:pt x="686" y="0"/>
                      </a:cubicBezTo>
                      <a:cubicBezTo>
                        <a:pt x="744" y="243"/>
                        <a:pt x="800" y="486"/>
                        <a:pt x="856" y="729"/>
                      </a:cubicBezTo>
                      <a:cubicBezTo>
                        <a:pt x="865" y="768"/>
                        <a:pt x="874" y="808"/>
                        <a:pt x="883" y="848"/>
                      </a:cubicBezTo>
                      <a:cubicBezTo>
                        <a:pt x="1024" y="1472"/>
                        <a:pt x="1147" y="2098"/>
                        <a:pt x="1263" y="2727"/>
                      </a:cubicBezTo>
                      <a:cubicBezTo>
                        <a:pt x="1269" y="2764"/>
                        <a:pt x="1276" y="2801"/>
                        <a:pt x="1283" y="2839"/>
                      </a:cubicBezTo>
                      <a:cubicBezTo>
                        <a:pt x="1353" y="3216"/>
                        <a:pt x="1422" y="3593"/>
                        <a:pt x="1489" y="3971"/>
                      </a:cubicBezTo>
                      <a:cubicBezTo>
                        <a:pt x="1515" y="4115"/>
                        <a:pt x="1541" y="4258"/>
                        <a:pt x="1567" y="4402"/>
                      </a:cubicBezTo>
                      <a:cubicBezTo>
                        <a:pt x="1579" y="4469"/>
                        <a:pt x="1591" y="4537"/>
                        <a:pt x="1603" y="4604"/>
                      </a:cubicBezTo>
                      <a:cubicBezTo>
                        <a:pt x="1662" y="4943"/>
                        <a:pt x="1725" y="5225"/>
                        <a:pt x="1894" y="5529"/>
                      </a:cubicBezTo>
                      <a:cubicBezTo>
                        <a:pt x="1973" y="5706"/>
                        <a:pt x="1962" y="5885"/>
                        <a:pt x="1957" y="6076"/>
                      </a:cubicBezTo>
                      <a:cubicBezTo>
                        <a:pt x="1956" y="6117"/>
                        <a:pt x="1956" y="6158"/>
                        <a:pt x="1956" y="6200"/>
                      </a:cubicBezTo>
                      <a:cubicBezTo>
                        <a:pt x="1955" y="6330"/>
                        <a:pt x="1952" y="6459"/>
                        <a:pt x="1949" y="6589"/>
                      </a:cubicBezTo>
                      <a:cubicBezTo>
                        <a:pt x="1948" y="6677"/>
                        <a:pt x="1947" y="6765"/>
                        <a:pt x="1947" y="6854"/>
                      </a:cubicBezTo>
                      <a:cubicBezTo>
                        <a:pt x="1944" y="7069"/>
                        <a:pt x="1941" y="7285"/>
                        <a:pt x="1936" y="7500"/>
                      </a:cubicBezTo>
                      <a:cubicBezTo>
                        <a:pt x="2074" y="7500"/>
                        <a:pt x="2211" y="7500"/>
                        <a:pt x="2353" y="7500"/>
                      </a:cubicBezTo>
                      <a:cubicBezTo>
                        <a:pt x="2405" y="7697"/>
                        <a:pt x="2456" y="7895"/>
                        <a:pt x="2507" y="8093"/>
                      </a:cubicBezTo>
                      <a:cubicBezTo>
                        <a:pt x="2536" y="8205"/>
                        <a:pt x="2566" y="8316"/>
                        <a:pt x="2596" y="8428"/>
                      </a:cubicBezTo>
                      <a:cubicBezTo>
                        <a:pt x="2704" y="8844"/>
                        <a:pt x="2784" y="9247"/>
                        <a:pt x="2824" y="9675"/>
                      </a:cubicBezTo>
                      <a:cubicBezTo>
                        <a:pt x="2963" y="10985"/>
                        <a:pt x="3414" y="11649"/>
                        <a:pt x="4398" y="12473"/>
                      </a:cubicBezTo>
                      <a:cubicBezTo>
                        <a:pt x="4481" y="12543"/>
                        <a:pt x="4563" y="12615"/>
                        <a:pt x="4646" y="12686"/>
                      </a:cubicBezTo>
                      <a:cubicBezTo>
                        <a:pt x="4665" y="12704"/>
                        <a:pt x="4685" y="12721"/>
                        <a:pt x="4706" y="12739"/>
                      </a:cubicBezTo>
                      <a:cubicBezTo>
                        <a:pt x="5152" y="13136"/>
                        <a:pt x="5232" y="13590"/>
                        <a:pt x="5270" y="14167"/>
                      </a:cubicBezTo>
                      <a:cubicBezTo>
                        <a:pt x="5476" y="14167"/>
                        <a:pt x="5682" y="14167"/>
                        <a:pt x="5895" y="14167"/>
                      </a:cubicBezTo>
                      <a:cubicBezTo>
                        <a:pt x="5895" y="14648"/>
                        <a:pt x="5895" y="15129"/>
                        <a:pt x="5895" y="15625"/>
                      </a:cubicBezTo>
                      <a:cubicBezTo>
                        <a:pt x="6023" y="15600"/>
                        <a:pt x="6151" y="15576"/>
                        <a:pt x="6283" y="15550"/>
                      </a:cubicBezTo>
                      <a:cubicBezTo>
                        <a:pt x="7611" y="15317"/>
                        <a:pt x="7611" y="15317"/>
                        <a:pt x="7917" y="15479"/>
                      </a:cubicBezTo>
                      <a:cubicBezTo>
                        <a:pt x="8168" y="15680"/>
                        <a:pt x="8292" y="15950"/>
                        <a:pt x="8395" y="16250"/>
                      </a:cubicBezTo>
                      <a:cubicBezTo>
                        <a:pt x="8404" y="16277"/>
                        <a:pt x="8414" y="16304"/>
                        <a:pt x="8423" y="16332"/>
                      </a:cubicBezTo>
                      <a:cubicBezTo>
                        <a:pt x="8486" y="16512"/>
                        <a:pt x="8545" y="16693"/>
                        <a:pt x="8603" y="16875"/>
                      </a:cubicBezTo>
                      <a:cubicBezTo>
                        <a:pt x="8614" y="16873"/>
                        <a:pt x="8614" y="16873"/>
                        <a:pt x="8669" y="16861"/>
                      </a:cubicBezTo>
                      <a:cubicBezTo>
                        <a:pt x="10310" y="16530"/>
                        <a:pt x="10310" y="16530"/>
                        <a:pt x="10722" y="16775"/>
                      </a:cubicBezTo>
                      <a:cubicBezTo>
                        <a:pt x="10974" y="16959"/>
                        <a:pt x="11192" y="17211"/>
                        <a:pt x="11311" y="17500"/>
                      </a:cubicBezTo>
                      <a:cubicBezTo>
                        <a:pt x="11332" y="17643"/>
                        <a:pt x="11331" y="17774"/>
                        <a:pt x="11311" y="17917"/>
                      </a:cubicBezTo>
                      <a:cubicBezTo>
                        <a:pt x="11290" y="17916"/>
                        <a:pt x="11290" y="17916"/>
                        <a:pt x="11182" y="17913"/>
                      </a:cubicBezTo>
                      <a:cubicBezTo>
                        <a:pt x="10162" y="17890"/>
                        <a:pt x="9191" y="17946"/>
                        <a:pt x="8186" y="18125"/>
                      </a:cubicBezTo>
                      <a:cubicBezTo>
                        <a:pt x="8190" y="18081"/>
                        <a:pt x="8193" y="18038"/>
                        <a:pt x="8197" y="17993"/>
                      </a:cubicBezTo>
                      <a:cubicBezTo>
                        <a:pt x="8206" y="17825"/>
                        <a:pt x="8208" y="17667"/>
                        <a:pt x="8186" y="17500"/>
                      </a:cubicBezTo>
                      <a:cubicBezTo>
                        <a:pt x="8090" y="17414"/>
                        <a:pt x="8015" y="17395"/>
                        <a:pt x="7887" y="17383"/>
                      </a:cubicBezTo>
                      <a:cubicBezTo>
                        <a:pt x="7663" y="17354"/>
                        <a:pt x="7663" y="17354"/>
                        <a:pt x="7561" y="17292"/>
                      </a:cubicBezTo>
                      <a:cubicBezTo>
                        <a:pt x="7536" y="17218"/>
                        <a:pt x="7513" y="17144"/>
                        <a:pt x="7491" y="17070"/>
                      </a:cubicBezTo>
                      <a:cubicBezTo>
                        <a:pt x="7442" y="16955"/>
                        <a:pt x="7442" y="16955"/>
                        <a:pt x="7353" y="16875"/>
                      </a:cubicBezTo>
                      <a:cubicBezTo>
                        <a:pt x="7221" y="16868"/>
                        <a:pt x="7096" y="16896"/>
                        <a:pt x="6967" y="16922"/>
                      </a:cubicBezTo>
                      <a:cubicBezTo>
                        <a:pt x="5913" y="17121"/>
                        <a:pt x="5913" y="17121"/>
                        <a:pt x="5478" y="16875"/>
                      </a:cubicBezTo>
                      <a:cubicBezTo>
                        <a:pt x="4950" y="16358"/>
                        <a:pt x="4695" y="15532"/>
                        <a:pt x="4432" y="14858"/>
                      </a:cubicBezTo>
                      <a:cubicBezTo>
                        <a:pt x="4264" y="14433"/>
                        <a:pt x="4053" y="14052"/>
                        <a:pt x="3798" y="13673"/>
                      </a:cubicBezTo>
                      <a:cubicBezTo>
                        <a:pt x="3644" y="13438"/>
                        <a:pt x="3572" y="13285"/>
                        <a:pt x="3608" y="13001"/>
                      </a:cubicBezTo>
                      <a:cubicBezTo>
                        <a:pt x="3603" y="12917"/>
                        <a:pt x="3603" y="12917"/>
                        <a:pt x="3540" y="12859"/>
                      </a:cubicBezTo>
                      <a:cubicBezTo>
                        <a:pt x="3450" y="12814"/>
                        <a:pt x="3450" y="12814"/>
                        <a:pt x="3352" y="12778"/>
                      </a:cubicBezTo>
                      <a:cubicBezTo>
                        <a:pt x="2758" y="12552"/>
                        <a:pt x="2170" y="12126"/>
                        <a:pt x="1875" y="11547"/>
                      </a:cubicBezTo>
                      <a:cubicBezTo>
                        <a:pt x="1761" y="11247"/>
                        <a:pt x="1709" y="10936"/>
                        <a:pt x="1656" y="10622"/>
                      </a:cubicBezTo>
                      <a:cubicBezTo>
                        <a:pt x="1637" y="10520"/>
                        <a:pt x="1617" y="10418"/>
                        <a:pt x="1597" y="10316"/>
                      </a:cubicBezTo>
                      <a:cubicBezTo>
                        <a:pt x="1549" y="10071"/>
                        <a:pt x="1504" y="9825"/>
                        <a:pt x="1461" y="9579"/>
                      </a:cubicBezTo>
                      <a:cubicBezTo>
                        <a:pt x="1426" y="9378"/>
                        <a:pt x="1389" y="9178"/>
                        <a:pt x="1351" y="8979"/>
                      </a:cubicBezTo>
                      <a:cubicBezTo>
                        <a:pt x="1346" y="8950"/>
                        <a:pt x="1340" y="8921"/>
                        <a:pt x="1335" y="8892"/>
                      </a:cubicBezTo>
                      <a:cubicBezTo>
                        <a:pt x="1324" y="8833"/>
                        <a:pt x="1313" y="8775"/>
                        <a:pt x="1302" y="8717"/>
                      </a:cubicBezTo>
                      <a:cubicBezTo>
                        <a:pt x="1177" y="8055"/>
                        <a:pt x="1059" y="7393"/>
                        <a:pt x="943" y="6730"/>
                      </a:cubicBezTo>
                      <a:cubicBezTo>
                        <a:pt x="890" y="6432"/>
                        <a:pt x="837" y="6134"/>
                        <a:pt x="783" y="5836"/>
                      </a:cubicBezTo>
                      <a:cubicBezTo>
                        <a:pt x="671" y="5213"/>
                        <a:pt x="562" y="4590"/>
                        <a:pt x="455" y="3966"/>
                      </a:cubicBezTo>
                      <a:cubicBezTo>
                        <a:pt x="427" y="3806"/>
                        <a:pt x="400" y="3646"/>
                        <a:pt x="372" y="3486"/>
                      </a:cubicBezTo>
                      <a:cubicBezTo>
                        <a:pt x="168" y="2317"/>
                        <a:pt x="0" y="1189"/>
                        <a:pt x="61" y="0"/>
                      </a:cubicBezTo>
                      <a:close/>
                    </a:path>
                  </a:pathLst>
                </a:custGeom>
                <a:solidFill>
                  <a:srgbClr val="6A99FA"/>
                </a:solidFill>
                <a:ln w="2646" cap="flat">
                  <a:noFill/>
                </a:ln>
              </p:spPr>
            </p:sp>
            <p:sp>
              <p:nvSpPr>
                <p:cNvPr id="1408" name="ICON_PSD_PLOT_path_020"/>
                <p:cNvSpPr/>
                <p:nvPr/>
              </p:nvSpPr>
              <p:spPr>
                <a:xfrm>
                  <a:off x="10956396" y="3918479"/>
                  <a:ext cx="301625" cy="5905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3750" h="4650" fill="norm" stroke="0">
                      <a:moveTo>
                        <a:pt x="625" y="0"/>
                      </a:moveTo>
                      <a:cubicBezTo>
                        <a:pt x="1040" y="201"/>
                        <a:pt x="1446" y="406"/>
                        <a:pt x="1842" y="643"/>
                      </a:cubicBezTo>
                      <a:cubicBezTo>
                        <a:pt x="3237" y="1478"/>
                        <a:pt x="4431" y="1813"/>
                        <a:pt x="6062" y="1828"/>
                      </a:cubicBezTo>
                      <a:cubicBezTo>
                        <a:pt x="6128" y="1829"/>
                        <a:pt x="6193" y="1830"/>
                        <a:pt x="6259" y="1831"/>
                      </a:cubicBezTo>
                      <a:cubicBezTo>
                        <a:pt x="6381" y="1833"/>
                        <a:pt x="6502" y="1831"/>
                        <a:pt x="6624" y="1828"/>
                      </a:cubicBezTo>
                      <a:cubicBezTo>
                        <a:pt x="6881" y="1826"/>
                        <a:pt x="7070" y="1835"/>
                        <a:pt x="7263" y="2024"/>
                      </a:cubicBezTo>
                      <a:cubicBezTo>
                        <a:pt x="7312" y="2079"/>
                        <a:pt x="7359" y="2137"/>
                        <a:pt x="7406" y="2195"/>
                      </a:cubicBezTo>
                      <a:cubicBezTo>
                        <a:pt x="7603" y="2397"/>
                        <a:pt x="7906" y="2383"/>
                        <a:pt x="8173" y="2410"/>
                      </a:cubicBezTo>
                      <a:cubicBezTo>
                        <a:pt x="8306" y="2428"/>
                        <a:pt x="8419" y="2446"/>
                        <a:pt x="8542" y="2500"/>
                      </a:cubicBezTo>
                      <a:cubicBezTo>
                        <a:pt x="8598" y="2592"/>
                        <a:pt x="8598" y="2592"/>
                        <a:pt x="8639" y="2702"/>
                      </a:cubicBezTo>
                      <a:cubicBezTo>
                        <a:pt x="8696" y="2840"/>
                        <a:pt x="8732" y="2904"/>
                        <a:pt x="8857" y="2989"/>
                      </a:cubicBezTo>
                      <a:cubicBezTo>
                        <a:pt x="9362" y="3190"/>
                        <a:pt x="9921" y="3157"/>
                        <a:pt x="10456" y="3152"/>
                      </a:cubicBezTo>
                      <a:cubicBezTo>
                        <a:pt x="10597" y="3151"/>
                        <a:pt x="10737" y="3152"/>
                        <a:pt x="10878" y="3153"/>
                      </a:cubicBezTo>
                      <a:cubicBezTo>
                        <a:pt x="12108" y="3162"/>
                        <a:pt x="12108" y="3162"/>
                        <a:pt x="12500" y="2917"/>
                      </a:cubicBezTo>
                      <a:cubicBezTo>
                        <a:pt x="12587" y="2816"/>
                        <a:pt x="12625" y="2716"/>
                        <a:pt x="12669" y="2591"/>
                      </a:cubicBezTo>
                      <a:cubicBezTo>
                        <a:pt x="12733" y="2462"/>
                        <a:pt x="12798" y="2374"/>
                        <a:pt x="12917" y="2292"/>
                      </a:cubicBezTo>
                      <a:cubicBezTo>
                        <a:pt x="13125" y="2226"/>
                        <a:pt x="13324" y="2209"/>
                        <a:pt x="13542" y="2200"/>
                      </a:cubicBezTo>
                      <a:cubicBezTo>
                        <a:pt x="13569" y="2198"/>
                        <a:pt x="13596" y="2196"/>
                        <a:pt x="13625" y="2193"/>
                      </a:cubicBezTo>
                      <a:cubicBezTo>
                        <a:pt x="13652" y="2191"/>
                        <a:pt x="13679" y="2189"/>
                        <a:pt x="13707" y="2187"/>
                      </a:cubicBezTo>
                      <a:cubicBezTo>
                        <a:pt x="13730" y="2185"/>
                        <a:pt x="13754" y="2182"/>
                        <a:pt x="13779" y="2180"/>
                      </a:cubicBezTo>
                      <a:cubicBezTo>
                        <a:pt x="13923" y="2194"/>
                        <a:pt x="14045" y="2212"/>
                        <a:pt x="14167" y="2292"/>
                      </a:cubicBezTo>
                      <a:cubicBezTo>
                        <a:pt x="14223" y="2389"/>
                        <a:pt x="14258" y="2486"/>
                        <a:pt x="14296" y="2591"/>
                      </a:cubicBezTo>
                      <a:cubicBezTo>
                        <a:pt x="14466" y="3058"/>
                        <a:pt x="14466" y="3058"/>
                        <a:pt x="14670" y="3175"/>
                      </a:cubicBezTo>
                      <a:cubicBezTo>
                        <a:pt x="14931" y="3255"/>
                        <a:pt x="15202" y="3242"/>
                        <a:pt x="15472" y="3239"/>
                      </a:cubicBezTo>
                      <a:cubicBezTo>
                        <a:pt x="15562" y="3241"/>
                        <a:pt x="15653" y="3243"/>
                        <a:pt x="15743" y="3245"/>
                      </a:cubicBezTo>
                      <a:cubicBezTo>
                        <a:pt x="15988" y="3251"/>
                        <a:pt x="16232" y="3252"/>
                        <a:pt x="16477" y="3252"/>
                      </a:cubicBezTo>
                      <a:cubicBezTo>
                        <a:pt x="16732" y="3252"/>
                        <a:pt x="16988" y="3257"/>
                        <a:pt x="17244" y="3262"/>
                      </a:cubicBezTo>
                      <a:cubicBezTo>
                        <a:pt x="17673" y="3270"/>
                        <a:pt x="18102" y="3275"/>
                        <a:pt x="18531" y="3277"/>
                      </a:cubicBezTo>
                      <a:cubicBezTo>
                        <a:pt x="18973" y="3279"/>
                        <a:pt x="19415" y="3284"/>
                        <a:pt x="19856" y="3290"/>
                      </a:cubicBezTo>
                      <a:cubicBezTo>
                        <a:pt x="19884" y="3290"/>
                        <a:pt x="19911" y="3291"/>
                        <a:pt x="19939" y="3291"/>
                      </a:cubicBezTo>
                      <a:cubicBezTo>
                        <a:pt x="20076" y="3293"/>
                        <a:pt x="20213" y="3295"/>
                        <a:pt x="20350" y="3298"/>
                      </a:cubicBezTo>
                      <a:cubicBezTo>
                        <a:pt x="21483" y="3315"/>
                        <a:pt x="22616" y="3326"/>
                        <a:pt x="23750" y="3333"/>
                      </a:cubicBezTo>
                      <a:cubicBezTo>
                        <a:pt x="23750" y="3402"/>
                        <a:pt x="23750" y="3471"/>
                        <a:pt x="23750" y="3542"/>
                      </a:cubicBezTo>
                      <a:cubicBezTo>
                        <a:pt x="21069" y="3610"/>
                        <a:pt x="18388" y="3679"/>
                        <a:pt x="15625" y="3750"/>
                      </a:cubicBezTo>
                      <a:cubicBezTo>
                        <a:pt x="16381" y="3819"/>
                        <a:pt x="17138" y="3887"/>
                        <a:pt x="17917" y="3958"/>
                      </a:cubicBezTo>
                      <a:cubicBezTo>
                        <a:pt x="17917" y="4096"/>
                        <a:pt x="17917" y="4233"/>
                        <a:pt x="17917" y="4375"/>
                      </a:cubicBezTo>
                      <a:cubicBezTo>
                        <a:pt x="17493" y="4385"/>
                        <a:pt x="17069" y="4392"/>
                        <a:pt x="16645" y="4397"/>
                      </a:cubicBezTo>
                      <a:cubicBezTo>
                        <a:pt x="16448" y="4399"/>
                        <a:pt x="16251" y="4402"/>
                        <a:pt x="16055" y="4406"/>
                      </a:cubicBezTo>
                      <a:cubicBezTo>
                        <a:pt x="15864" y="4411"/>
                        <a:pt x="15674" y="4414"/>
                        <a:pt x="15483" y="4415"/>
                      </a:cubicBezTo>
                      <a:cubicBezTo>
                        <a:pt x="15411" y="4415"/>
                        <a:pt x="15339" y="4417"/>
                        <a:pt x="15267" y="4419"/>
                      </a:cubicBezTo>
                      <a:cubicBezTo>
                        <a:pt x="14774" y="4434"/>
                        <a:pt x="14480" y="4359"/>
                        <a:pt x="14092" y="4049"/>
                      </a:cubicBezTo>
                      <a:cubicBezTo>
                        <a:pt x="13964" y="3951"/>
                        <a:pt x="13869" y="3935"/>
                        <a:pt x="13706" y="3949"/>
                      </a:cubicBezTo>
                      <a:cubicBezTo>
                        <a:pt x="13625" y="3966"/>
                        <a:pt x="13544" y="3987"/>
                        <a:pt x="13464" y="4010"/>
                      </a:cubicBezTo>
                      <a:cubicBezTo>
                        <a:pt x="13425" y="4019"/>
                        <a:pt x="13387" y="4027"/>
                        <a:pt x="13348" y="4036"/>
                      </a:cubicBezTo>
                      <a:cubicBezTo>
                        <a:pt x="13117" y="4092"/>
                        <a:pt x="12907" y="4170"/>
                        <a:pt x="12691" y="4268"/>
                      </a:cubicBezTo>
                      <a:cubicBezTo>
                        <a:pt x="12074" y="4544"/>
                        <a:pt x="11549" y="4650"/>
                        <a:pt x="10875" y="4638"/>
                      </a:cubicBezTo>
                      <a:cubicBezTo>
                        <a:pt x="10729" y="4635"/>
                        <a:pt x="10584" y="4638"/>
                        <a:pt x="10439" y="4640"/>
                      </a:cubicBezTo>
                      <a:cubicBezTo>
                        <a:pt x="9734" y="4642"/>
                        <a:pt x="8893" y="4530"/>
                        <a:pt x="8368" y="4009"/>
                      </a:cubicBezTo>
                      <a:cubicBezTo>
                        <a:pt x="8317" y="3953"/>
                        <a:pt x="8266" y="3897"/>
                        <a:pt x="8216" y="3841"/>
                      </a:cubicBezTo>
                      <a:cubicBezTo>
                        <a:pt x="8019" y="3621"/>
                        <a:pt x="7869" y="3491"/>
                        <a:pt x="7578" y="3425"/>
                      </a:cubicBezTo>
                      <a:cubicBezTo>
                        <a:pt x="7561" y="3421"/>
                        <a:pt x="7561" y="3421"/>
                        <a:pt x="7472" y="3400"/>
                      </a:cubicBezTo>
                      <a:cubicBezTo>
                        <a:pt x="6839" y="3267"/>
                        <a:pt x="6178" y="3263"/>
                        <a:pt x="5534" y="3229"/>
                      </a:cubicBezTo>
                      <a:cubicBezTo>
                        <a:pt x="5037" y="3203"/>
                        <a:pt x="4542" y="3174"/>
                        <a:pt x="4046" y="3132"/>
                      </a:cubicBezTo>
                      <a:cubicBezTo>
                        <a:pt x="3961" y="3125"/>
                        <a:pt x="3876" y="3119"/>
                        <a:pt x="3792" y="3114"/>
                      </a:cubicBezTo>
                      <a:cubicBezTo>
                        <a:pt x="3133" y="3066"/>
                        <a:pt x="3133" y="3066"/>
                        <a:pt x="2917" y="2917"/>
                      </a:cubicBezTo>
                      <a:cubicBezTo>
                        <a:pt x="2825" y="2753"/>
                        <a:pt x="2811" y="2576"/>
                        <a:pt x="2791" y="2392"/>
                      </a:cubicBezTo>
                      <a:cubicBezTo>
                        <a:pt x="2749" y="2117"/>
                        <a:pt x="2749" y="2117"/>
                        <a:pt x="2631" y="2019"/>
                      </a:cubicBezTo>
                      <a:cubicBezTo>
                        <a:pt x="2412" y="1910"/>
                        <a:pt x="2175" y="1855"/>
                        <a:pt x="1939" y="1801"/>
                      </a:cubicBezTo>
                      <a:cubicBezTo>
                        <a:pt x="1048" y="1593"/>
                        <a:pt x="575" y="1350"/>
                        <a:pt x="0" y="625"/>
                      </a:cubicBezTo>
                      <a:cubicBezTo>
                        <a:pt x="172" y="659"/>
                        <a:pt x="172" y="659"/>
                        <a:pt x="1042" y="833"/>
                      </a:cubicBezTo>
                      <a:cubicBezTo>
                        <a:pt x="904" y="558"/>
                        <a:pt x="767" y="283"/>
                        <a:pt x="625" y="0"/>
                      </a:cubicBezTo>
                      <a:close/>
                    </a:path>
                  </a:pathLst>
                </a:custGeom>
                <a:solidFill>
                  <a:srgbClr val="8DB1FB"/>
                </a:solidFill>
                <a:ln w="2646" cap="flat">
                  <a:noFill/>
                </a:ln>
              </p:spPr>
            </p:sp>
            <p:sp>
              <p:nvSpPr>
                <p:cNvPr id="1409" name="ICON_PSD_PLOT_path_021"/>
                <p:cNvSpPr/>
                <p:nvPr/>
              </p:nvSpPr>
              <p:spPr>
                <a:xfrm>
                  <a:off x="11186583" y="4000500"/>
                  <a:ext cx="489479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8542" h="833" fill="norm" stroke="0">
                      <a:moveTo>
                        <a:pt x="0" y="0"/>
                      </a:moveTo>
                      <a:cubicBezTo>
                        <a:pt x="12719" y="0"/>
                        <a:pt x="25438" y="0"/>
                        <a:pt x="38542" y="0"/>
                      </a:cubicBezTo>
                      <a:cubicBezTo>
                        <a:pt x="38542" y="275"/>
                        <a:pt x="38542" y="550"/>
                        <a:pt x="38542" y="833"/>
                      </a:cubicBezTo>
                      <a:cubicBezTo>
                        <a:pt x="38423" y="799"/>
                        <a:pt x="38305" y="766"/>
                        <a:pt x="38183" y="731"/>
                      </a:cubicBezTo>
                      <a:cubicBezTo>
                        <a:pt x="37712" y="607"/>
                        <a:pt x="37262" y="597"/>
                        <a:pt x="36778" y="601"/>
                      </a:cubicBezTo>
                      <a:cubicBezTo>
                        <a:pt x="36686" y="601"/>
                        <a:pt x="36595" y="601"/>
                        <a:pt x="36504" y="601"/>
                      </a:cubicBezTo>
                      <a:cubicBezTo>
                        <a:pt x="36255" y="601"/>
                        <a:pt x="36007" y="603"/>
                        <a:pt x="35758" y="604"/>
                      </a:cubicBezTo>
                      <a:cubicBezTo>
                        <a:pt x="35516" y="605"/>
                        <a:pt x="35274" y="605"/>
                        <a:pt x="35031" y="605"/>
                      </a:cubicBezTo>
                      <a:cubicBezTo>
                        <a:pt x="34534" y="606"/>
                        <a:pt x="34036" y="607"/>
                        <a:pt x="33538" y="609"/>
                      </a:cubicBezTo>
                      <a:cubicBezTo>
                        <a:pt x="32849" y="612"/>
                        <a:pt x="32159" y="613"/>
                        <a:pt x="31470" y="614"/>
                      </a:cubicBezTo>
                      <a:cubicBezTo>
                        <a:pt x="31144" y="615"/>
                        <a:pt x="30819" y="615"/>
                        <a:pt x="30493" y="616"/>
                      </a:cubicBezTo>
                      <a:cubicBezTo>
                        <a:pt x="30477" y="616"/>
                        <a:pt x="30477" y="616"/>
                        <a:pt x="30394" y="616"/>
                      </a:cubicBezTo>
                      <a:cubicBezTo>
                        <a:pt x="29889" y="617"/>
                        <a:pt x="29384" y="618"/>
                        <a:pt x="28879" y="619"/>
                      </a:cubicBezTo>
                      <a:cubicBezTo>
                        <a:pt x="28845" y="619"/>
                        <a:pt x="28811" y="619"/>
                        <a:pt x="28776" y="620"/>
                      </a:cubicBezTo>
                      <a:cubicBezTo>
                        <a:pt x="28638" y="620"/>
                        <a:pt x="28501" y="620"/>
                        <a:pt x="28363" y="621"/>
                      </a:cubicBezTo>
                      <a:cubicBezTo>
                        <a:pt x="25560" y="627"/>
                        <a:pt x="22757" y="629"/>
                        <a:pt x="19954" y="630"/>
                      </a:cubicBezTo>
                      <a:cubicBezTo>
                        <a:pt x="19783" y="630"/>
                        <a:pt x="19611" y="630"/>
                        <a:pt x="19440" y="630"/>
                      </a:cubicBezTo>
                      <a:cubicBezTo>
                        <a:pt x="15908" y="631"/>
                        <a:pt x="12377" y="631"/>
                        <a:pt x="6214" y="556"/>
                      </a:cubicBezTo>
                      <a:cubicBezTo>
                        <a:pt x="5780" y="549"/>
                        <a:pt x="5346" y="544"/>
                        <a:pt x="4912" y="538"/>
                      </a:cubicBezTo>
                      <a:cubicBezTo>
                        <a:pt x="4327" y="531"/>
                        <a:pt x="3742" y="523"/>
                        <a:pt x="3158" y="512"/>
                      </a:cubicBezTo>
                      <a:cubicBezTo>
                        <a:pt x="3102" y="511"/>
                        <a:pt x="3045" y="510"/>
                        <a:pt x="2989" y="509"/>
                      </a:cubicBezTo>
                      <a:cubicBezTo>
                        <a:pt x="2962" y="508"/>
                        <a:pt x="2934" y="508"/>
                        <a:pt x="2906" y="507"/>
                      </a:cubicBezTo>
                      <a:cubicBezTo>
                        <a:pt x="2720" y="504"/>
                        <a:pt x="2534" y="501"/>
                        <a:pt x="2348" y="499"/>
                      </a:cubicBezTo>
                      <a:cubicBezTo>
                        <a:pt x="2108" y="497"/>
                        <a:pt x="1868" y="492"/>
                        <a:pt x="1629" y="486"/>
                      </a:cubicBezTo>
                      <a:cubicBezTo>
                        <a:pt x="1544" y="484"/>
                        <a:pt x="1459" y="483"/>
                        <a:pt x="1374" y="483"/>
                      </a:cubicBezTo>
                      <a:cubicBezTo>
                        <a:pt x="1258" y="482"/>
                        <a:pt x="1143" y="479"/>
                        <a:pt x="1028" y="475"/>
                      </a:cubicBezTo>
                      <a:cubicBezTo>
                        <a:pt x="996" y="475"/>
                        <a:pt x="964" y="475"/>
                        <a:pt x="931" y="476"/>
                      </a:cubicBezTo>
                      <a:cubicBezTo>
                        <a:pt x="532" y="456"/>
                        <a:pt x="369" y="246"/>
                        <a:pt x="0" y="0"/>
                      </a:cubicBezTo>
                      <a:close/>
                    </a:path>
                  </a:pathLst>
                </a:custGeom>
                <a:solidFill>
                  <a:srgbClr val="7C7A80"/>
                </a:solidFill>
                <a:ln w="2646" cap="flat">
                  <a:noFill/>
                </a:ln>
              </p:spPr>
            </p:sp>
            <p:sp>
              <p:nvSpPr>
                <p:cNvPr id="1410" name="ICON_PSD_PLOT_path_022"/>
                <p:cNvSpPr/>
                <p:nvPr/>
              </p:nvSpPr>
              <p:spPr>
                <a:xfrm>
                  <a:off x="10410833" y="3468688"/>
                  <a:ext cx="19042" cy="49477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99" h="38958" fill="norm" stroke="0">
                      <a:moveTo>
                        <a:pt x="41" y="0"/>
                      </a:moveTo>
                      <a:cubicBezTo>
                        <a:pt x="522" y="0"/>
                        <a:pt x="1004" y="0"/>
                        <a:pt x="1499" y="0"/>
                      </a:cubicBezTo>
                      <a:cubicBezTo>
                        <a:pt x="1499" y="12856"/>
                        <a:pt x="1499" y="25712"/>
                        <a:pt x="1499" y="38958"/>
                      </a:cubicBezTo>
                      <a:cubicBezTo>
                        <a:pt x="1431" y="38958"/>
                        <a:pt x="1362" y="38958"/>
                        <a:pt x="1291" y="38958"/>
                      </a:cubicBezTo>
                      <a:cubicBezTo>
                        <a:pt x="1222" y="29952"/>
                        <a:pt x="1154" y="20946"/>
                        <a:pt x="1083" y="11667"/>
                      </a:cubicBezTo>
                      <a:cubicBezTo>
                        <a:pt x="1014" y="12285"/>
                        <a:pt x="945" y="12904"/>
                        <a:pt x="874" y="13542"/>
                      </a:cubicBezTo>
                      <a:cubicBezTo>
                        <a:pt x="806" y="13542"/>
                        <a:pt x="737" y="13542"/>
                        <a:pt x="666" y="13542"/>
                      </a:cubicBezTo>
                      <a:cubicBezTo>
                        <a:pt x="666" y="13529"/>
                        <a:pt x="666" y="13529"/>
                        <a:pt x="665" y="13463"/>
                      </a:cubicBezTo>
                      <a:cubicBezTo>
                        <a:pt x="648" y="11931"/>
                        <a:pt x="629" y="10398"/>
                        <a:pt x="608" y="8865"/>
                      </a:cubicBezTo>
                      <a:cubicBezTo>
                        <a:pt x="605" y="8681"/>
                        <a:pt x="602" y="8497"/>
                        <a:pt x="600" y="8313"/>
                      </a:cubicBezTo>
                      <a:cubicBezTo>
                        <a:pt x="599" y="8276"/>
                        <a:pt x="599" y="8240"/>
                        <a:pt x="598" y="8202"/>
                      </a:cubicBezTo>
                      <a:cubicBezTo>
                        <a:pt x="590" y="7609"/>
                        <a:pt x="583" y="7016"/>
                        <a:pt x="577" y="6423"/>
                      </a:cubicBezTo>
                      <a:cubicBezTo>
                        <a:pt x="570" y="5814"/>
                        <a:pt x="562" y="5205"/>
                        <a:pt x="553" y="4596"/>
                      </a:cubicBezTo>
                      <a:cubicBezTo>
                        <a:pt x="547" y="4220"/>
                        <a:pt x="542" y="3845"/>
                        <a:pt x="540" y="3469"/>
                      </a:cubicBezTo>
                      <a:cubicBezTo>
                        <a:pt x="537" y="3212"/>
                        <a:pt x="534" y="2954"/>
                        <a:pt x="529" y="2696"/>
                      </a:cubicBezTo>
                      <a:cubicBezTo>
                        <a:pt x="526" y="2548"/>
                        <a:pt x="524" y="2399"/>
                        <a:pt x="524" y="2251"/>
                      </a:cubicBezTo>
                      <a:cubicBezTo>
                        <a:pt x="521" y="1264"/>
                        <a:pt x="521" y="1264"/>
                        <a:pt x="306" y="1033"/>
                      </a:cubicBezTo>
                      <a:cubicBezTo>
                        <a:pt x="248" y="982"/>
                        <a:pt x="248" y="982"/>
                        <a:pt x="134" y="905"/>
                      </a:cubicBezTo>
                      <a:cubicBezTo>
                        <a:pt x="41" y="833"/>
                        <a:pt x="41" y="833"/>
                        <a:pt x="7" y="719"/>
                      </a:cubicBezTo>
                      <a:cubicBezTo>
                        <a:pt x="0" y="606"/>
                        <a:pt x="4" y="503"/>
                        <a:pt x="15" y="391"/>
                      </a:cubicBezTo>
                      <a:cubicBezTo>
                        <a:pt x="24" y="262"/>
                        <a:pt x="32" y="133"/>
                        <a:pt x="41" y="0"/>
                      </a:cubicBezTo>
                      <a:close/>
                    </a:path>
                  </a:pathLst>
                </a:custGeom>
                <a:solidFill>
                  <a:srgbClr val="929195"/>
                </a:solidFill>
                <a:ln w="2646" cap="flat">
                  <a:noFill/>
                </a:ln>
              </p:spPr>
            </p:sp>
            <p:sp>
              <p:nvSpPr>
                <p:cNvPr id="1411" name="ICON_PSD_PLOT_path_023"/>
                <p:cNvSpPr/>
                <p:nvPr/>
              </p:nvSpPr>
              <p:spPr>
                <a:xfrm>
                  <a:off x="10429876" y="3918432"/>
                  <a:ext cx="214312" cy="582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6875" h="4587" fill="norm" stroke="0">
                      <a:moveTo>
                        <a:pt x="16589" y="23"/>
                      </a:moveTo>
                      <a:cubicBezTo>
                        <a:pt x="16696" y="77"/>
                        <a:pt x="16784" y="133"/>
                        <a:pt x="16875" y="212"/>
                      </a:cubicBezTo>
                      <a:cubicBezTo>
                        <a:pt x="16463" y="630"/>
                        <a:pt x="16092" y="863"/>
                        <a:pt x="15503" y="897"/>
                      </a:cubicBezTo>
                      <a:cubicBezTo>
                        <a:pt x="14659" y="947"/>
                        <a:pt x="13981" y="1302"/>
                        <a:pt x="13242" y="1683"/>
                      </a:cubicBezTo>
                      <a:cubicBezTo>
                        <a:pt x="13214" y="1698"/>
                        <a:pt x="13185" y="1713"/>
                        <a:pt x="13155" y="1728"/>
                      </a:cubicBezTo>
                      <a:cubicBezTo>
                        <a:pt x="12796" y="1914"/>
                        <a:pt x="12439" y="2103"/>
                        <a:pt x="12083" y="2295"/>
                      </a:cubicBezTo>
                      <a:cubicBezTo>
                        <a:pt x="13193" y="2317"/>
                        <a:pt x="13193" y="2317"/>
                        <a:pt x="13711" y="2191"/>
                      </a:cubicBezTo>
                      <a:cubicBezTo>
                        <a:pt x="13792" y="2173"/>
                        <a:pt x="13874" y="2154"/>
                        <a:pt x="13955" y="2135"/>
                      </a:cubicBezTo>
                      <a:cubicBezTo>
                        <a:pt x="13995" y="2126"/>
                        <a:pt x="14035" y="2117"/>
                        <a:pt x="14076" y="2108"/>
                      </a:cubicBezTo>
                      <a:cubicBezTo>
                        <a:pt x="14091" y="2104"/>
                        <a:pt x="14091" y="2104"/>
                        <a:pt x="14167" y="2087"/>
                      </a:cubicBezTo>
                      <a:cubicBezTo>
                        <a:pt x="13659" y="2568"/>
                        <a:pt x="13256" y="2794"/>
                        <a:pt x="12550" y="2777"/>
                      </a:cubicBezTo>
                      <a:cubicBezTo>
                        <a:pt x="12505" y="2775"/>
                        <a:pt x="12461" y="2773"/>
                        <a:pt x="12415" y="2771"/>
                      </a:cubicBezTo>
                      <a:cubicBezTo>
                        <a:pt x="12278" y="2764"/>
                        <a:pt x="12142" y="2762"/>
                        <a:pt x="12005" y="2761"/>
                      </a:cubicBezTo>
                      <a:cubicBezTo>
                        <a:pt x="11916" y="2759"/>
                        <a:pt x="11826" y="2757"/>
                        <a:pt x="11737" y="2754"/>
                      </a:cubicBezTo>
                      <a:cubicBezTo>
                        <a:pt x="11698" y="2754"/>
                        <a:pt x="11658" y="2752"/>
                        <a:pt x="11617" y="2752"/>
                      </a:cubicBezTo>
                      <a:cubicBezTo>
                        <a:pt x="11379" y="2739"/>
                        <a:pt x="11178" y="2691"/>
                        <a:pt x="10955" y="2608"/>
                      </a:cubicBezTo>
                      <a:cubicBezTo>
                        <a:pt x="10591" y="2476"/>
                        <a:pt x="10235" y="2462"/>
                        <a:pt x="9849" y="2454"/>
                      </a:cubicBezTo>
                      <a:cubicBezTo>
                        <a:pt x="9814" y="2453"/>
                        <a:pt x="9778" y="2452"/>
                        <a:pt x="9741" y="2451"/>
                      </a:cubicBezTo>
                      <a:cubicBezTo>
                        <a:pt x="9553" y="2447"/>
                        <a:pt x="9365" y="2444"/>
                        <a:pt x="9176" y="2442"/>
                      </a:cubicBezTo>
                      <a:cubicBezTo>
                        <a:pt x="9022" y="2440"/>
                        <a:pt x="8867" y="2436"/>
                        <a:pt x="8713" y="2429"/>
                      </a:cubicBezTo>
                      <a:cubicBezTo>
                        <a:pt x="7460" y="2377"/>
                        <a:pt x="7460" y="2377"/>
                        <a:pt x="7183" y="2585"/>
                      </a:cubicBezTo>
                      <a:cubicBezTo>
                        <a:pt x="7024" y="2785"/>
                        <a:pt x="6961" y="2998"/>
                        <a:pt x="6903" y="3243"/>
                      </a:cubicBezTo>
                      <a:cubicBezTo>
                        <a:pt x="6858" y="3394"/>
                        <a:pt x="6797" y="3459"/>
                        <a:pt x="6667" y="3545"/>
                      </a:cubicBezTo>
                      <a:cubicBezTo>
                        <a:pt x="6531" y="3580"/>
                        <a:pt x="6397" y="3589"/>
                        <a:pt x="6258" y="3597"/>
                      </a:cubicBezTo>
                      <a:cubicBezTo>
                        <a:pt x="6176" y="3604"/>
                        <a:pt x="6094" y="3610"/>
                        <a:pt x="6012" y="3617"/>
                      </a:cubicBezTo>
                      <a:cubicBezTo>
                        <a:pt x="5884" y="3627"/>
                        <a:pt x="5756" y="3636"/>
                        <a:pt x="5628" y="3645"/>
                      </a:cubicBezTo>
                      <a:cubicBezTo>
                        <a:pt x="5504" y="3653"/>
                        <a:pt x="5380" y="3664"/>
                        <a:pt x="5255" y="3675"/>
                      </a:cubicBezTo>
                      <a:cubicBezTo>
                        <a:pt x="5218" y="3676"/>
                        <a:pt x="5181" y="3678"/>
                        <a:pt x="5143" y="3680"/>
                      </a:cubicBezTo>
                      <a:cubicBezTo>
                        <a:pt x="4870" y="3706"/>
                        <a:pt x="4715" y="3802"/>
                        <a:pt x="4501" y="3962"/>
                      </a:cubicBezTo>
                      <a:cubicBezTo>
                        <a:pt x="4135" y="4230"/>
                        <a:pt x="3788" y="4239"/>
                        <a:pt x="3345" y="4249"/>
                      </a:cubicBezTo>
                      <a:cubicBezTo>
                        <a:pt x="3268" y="4253"/>
                        <a:pt x="3190" y="4256"/>
                        <a:pt x="3113" y="4260"/>
                      </a:cubicBezTo>
                      <a:cubicBezTo>
                        <a:pt x="2911" y="4269"/>
                        <a:pt x="2709" y="4277"/>
                        <a:pt x="2506" y="4283"/>
                      </a:cubicBezTo>
                      <a:cubicBezTo>
                        <a:pt x="2182" y="4294"/>
                        <a:pt x="1857" y="4308"/>
                        <a:pt x="1533" y="4323"/>
                      </a:cubicBezTo>
                      <a:cubicBezTo>
                        <a:pt x="1421" y="4327"/>
                        <a:pt x="1309" y="4331"/>
                        <a:pt x="1196" y="4334"/>
                      </a:cubicBezTo>
                      <a:cubicBezTo>
                        <a:pt x="1126" y="4337"/>
                        <a:pt x="1057" y="4340"/>
                        <a:pt x="987" y="4343"/>
                      </a:cubicBezTo>
                      <a:cubicBezTo>
                        <a:pt x="957" y="4343"/>
                        <a:pt x="926" y="4344"/>
                        <a:pt x="895" y="4344"/>
                      </a:cubicBezTo>
                      <a:cubicBezTo>
                        <a:pt x="605" y="4358"/>
                        <a:pt x="501" y="4441"/>
                        <a:pt x="208" y="4587"/>
                      </a:cubicBezTo>
                      <a:cubicBezTo>
                        <a:pt x="140" y="4175"/>
                        <a:pt x="71" y="3762"/>
                        <a:pt x="0" y="3337"/>
                      </a:cubicBezTo>
                      <a:cubicBezTo>
                        <a:pt x="1398" y="3144"/>
                        <a:pt x="2758" y="3103"/>
                        <a:pt x="4167" y="3129"/>
                      </a:cubicBezTo>
                      <a:cubicBezTo>
                        <a:pt x="4167" y="2991"/>
                        <a:pt x="4167" y="2854"/>
                        <a:pt x="4167" y="2712"/>
                      </a:cubicBezTo>
                      <a:cubicBezTo>
                        <a:pt x="4229" y="2715"/>
                        <a:pt x="4291" y="2719"/>
                        <a:pt x="4355" y="2722"/>
                      </a:cubicBezTo>
                      <a:cubicBezTo>
                        <a:pt x="4585" y="2733"/>
                        <a:pt x="4815" y="2740"/>
                        <a:pt x="5045" y="2746"/>
                      </a:cubicBezTo>
                      <a:cubicBezTo>
                        <a:pt x="5145" y="2750"/>
                        <a:pt x="5245" y="2754"/>
                        <a:pt x="5344" y="2759"/>
                      </a:cubicBezTo>
                      <a:cubicBezTo>
                        <a:pt x="6019" y="2795"/>
                        <a:pt x="6019" y="2795"/>
                        <a:pt x="6250" y="2712"/>
                      </a:cubicBezTo>
                      <a:cubicBezTo>
                        <a:pt x="6359" y="2596"/>
                        <a:pt x="6389" y="2463"/>
                        <a:pt x="6401" y="2307"/>
                      </a:cubicBezTo>
                      <a:cubicBezTo>
                        <a:pt x="6409" y="2222"/>
                        <a:pt x="6409" y="2222"/>
                        <a:pt x="6458" y="2087"/>
                      </a:cubicBezTo>
                      <a:cubicBezTo>
                        <a:pt x="6596" y="2087"/>
                        <a:pt x="6733" y="2087"/>
                        <a:pt x="6875" y="2087"/>
                      </a:cubicBezTo>
                      <a:cubicBezTo>
                        <a:pt x="6944" y="1812"/>
                        <a:pt x="7013" y="1537"/>
                        <a:pt x="7083" y="1254"/>
                      </a:cubicBezTo>
                      <a:cubicBezTo>
                        <a:pt x="7596" y="1249"/>
                        <a:pt x="8108" y="1245"/>
                        <a:pt x="8621" y="1243"/>
                      </a:cubicBezTo>
                      <a:cubicBezTo>
                        <a:pt x="8859" y="1242"/>
                        <a:pt x="9097" y="1240"/>
                        <a:pt x="9335" y="1238"/>
                      </a:cubicBezTo>
                      <a:cubicBezTo>
                        <a:pt x="9564" y="1236"/>
                        <a:pt x="9794" y="1234"/>
                        <a:pt x="10024" y="1234"/>
                      </a:cubicBezTo>
                      <a:cubicBezTo>
                        <a:pt x="10111" y="1234"/>
                        <a:pt x="10199" y="1233"/>
                        <a:pt x="10286" y="1232"/>
                      </a:cubicBezTo>
                      <a:cubicBezTo>
                        <a:pt x="10409" y="1230"/>
                        <a:pt x="10532" y="1230"/>
                        <a:pt x="10655" y="1230"/>
                      </a:cubicBezTo>
                      <a:cubicBezTo>
                        <a:pt x="10673" y="1230"/>
                        <a:pt x="10673" y="1230"/>
                        <a:pt x="10765" y="1228"/>
                      </a:cubicBezTo>
                      <a:cubicBezTo>
                        <a:pt x="11009" y="1230"/>
                        <a:pt x="11009" y="1230"/>
                        <a:pt x="11106" y="1300"/>
                      </a:cubicBezTo>
                      <a:cubicBezTo>
                        <a:pt x="11156" y="1352"/>
                        <a:pt x="11203" y="1407"/>
                        <a:pt x="11250" y="1462"/>
                      </a:cubicBezTo>
                      <a:cubicBezTo>
                        <a:pt x="11330" y="1495"/>
                        <a:pt x="11330" y="1495"/>
                        <a:pt x="11408" y="1505"/>
                      </a:cubicBezTo>
                      <a:cubicBezTo>
                        <a:pt x="11437" y="1509"/>
                        <a:pt x="11466" y="1513"/>
                        <a:pt x="11496" y="1517"/>
                      </a:cubicBezTo>
                      <a:cubicBezTo>
                        <a:pt x="11527" y="1521"/>
                        <a:pt x="11558" y="1524"/>
                        <a:pt x="11589" y="1528"/>
                      </a:cubicBezTo>
                      <a:cubicBezTo>
                        <a:pt x="11621" y="1532"/>
                        <a:pt x="11654" y="1537"/>
                        <a:pt x="11686" y="1541"/>
                      </a:cubicBezTo>
                      <a:cubicBezTo>
                        <a:pt x="11788" y="1555"/>
                        <a:pt x="11890" y="1567"/>
                        <a:pt x="11992" y="1579"/>
                      </a:cubicBezTo>
                      <a:cubicBezTo>
                        <a:pt x="12061" y="1588"/>
                        <a:pt x="12131" y="1597"/>
                        <a:pt x="12200" y="1606"/>
                      </a:cubicBezTo>
                      <a:cubicBezTo>
                        <a:pt x="12369" y="1629"/>
                        <a:pt x="12539" y="1650"/>
                        <a:pt x="12708" y="1670"/>
                      </a:cubicBezTo>
                      <a:cubicBezTo>
                        <a:pt x="12708" y="1533"/>
                        <a:pt x="12708" y="1395"/>
                        <a:pt x="12708" y="1254"/>
                      </a:cubicBezTo>
                      <a:cubicBezTo>
                        <a:pt x="13121" y="1185"/>
                        <a:pt x="13533" y="1116"/>
                        <a:pt x="13958" y="1045"/>
                      </a:cubicBezTo>
                      <a:cubicBezTo>
                        <a:pt x="13958" y="908"/>
                        <a:pt x="13958" y="770"/>
                        <a:pt x="13958" y="629"/>
                      </a:cubicBezTo>
                      <a:cubicBezTo>
                        <a:pt x="14012" y="625"/>
                        <a:pt x="14065" y="620"/>
                        <a:pt x="14120" y="616"/>
                      </a:cubicBezTo>
                      <a:cubicBezTo>
                        <a:pt x="14322" y="600"/>
                        <a:pt x="14524" y="582"/>
                        <a:pt x="14725" y="562"/>
                      </a:cubicBezTo>
                      <a:cubicBezTo>
                        <a:pt x="14812" y="555"/>
                        <a:pt x="14898" y="548"/>
                        <a:pt x="14985" y="541"/>
                      </a:cubicBezTo>
                      <a:cubicBezTo>
                        <a:pt x="15490" y="502"/>
                        <a:pt x="15854" y="452"/>
                        <a:pt x="16255" y="131"/>
                      </a:cubicBezTo>
                      <a:cubicBezTo>
                        <a:pt x="16378" y="38"/>
                        <a:pt x="16433" y="0"/>
                        <a:pt x="16589" y="23"/>
                      </a:cubicBezTo>
                      <a:close/>
                    </a:path>
                  </a:pathLst>
                </a:custGeom>
                <a:solidFill>
                  <a:srgbClr val="78A5FA"/>
                </a:solidFill>
                <a:ln w="2646" cap="flat">
                  <a:noFill/>
                </a:ln>
              </p:spPr>
            </p:sp>
            <p:sp>
              <p:nvSpPr>
                <p:cNvPr id="1412" name="ICON_PSD_PLOT_path_024"/>
                <p:cNvSpPr/>
                <p:nvPr/>
              </p:nvSpPr>
              <p:spPr>
                <a:xfrm>
                  <a:off x="11424710" y="3960089"/>
                  <a:ext cx="251354" cy="2317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792" h="1824" fill="norm" stroke="0">
                      <a:moveTo>
                        <a:pt x="14345" y="0"/>
                      </a:moveTo>
                      <a:cubicBezTo>
                        <a:pt x="14389" y="2"/>
                        <a:pt x="14433" y="3"/>
                        <a:pt x="14479" y="5"/>
                      </a:cubicBezTo>
                      <a:cubicBezTo>
                        <a:pt x="14501" y="4"/>
                        <a:pt x="14501" y="4"/>
                        <a:pt x="14613" y="0"/>
                      </a:cubicBezTo>
                      <a:cubicBezTo>
                        <a:pt x="14755" y="2"/>
                        <a:pt x="14865" y="14"/>
                        <a:pt x="15000" y="57"/>
                      </a:cubicBezTo>
                      <a:cubicBezTo>
                        <a:pt x="15081" y="150"/>
                        <a:pt x="15081" y="150"/>
                        <a:pt x="15162" y="263"/>
                      </a:cubicBezTo>
                      <a:cubicBezTo>
                        <a:pt x="15361" y="491"/>
                        <a:pt x="15573" y="520"/>
                        <a:pt x="15865" y="540"/>
                      </a:cubicBezTo>
                      <a:cubicBezTo>
                        <a:pt x="16048" y="550"/>
                        <a:pt x="16231" y="555"/>
                        <a:pt x="16414" y="560"/>
                      </a:cubicBezTo>
                      <a:cubicBezTo>
                        <a:pt x="16512" y="564"/>
                        <a:pt x="16609" y="568"/>
                        <a:pt x="16707" y="572"/>
                      </a:cubicBezTo>
                      <a:cubicBezTo>
                        <a:pt x="16962" y="583"/>
                        <a:pt x="17218" y="591"/>
                        <a:pt x="17473" y="599"/>
                      </a:cubicBezTo>
                      <a:cubicBezTo>
                        <a:pt x="17735" y="607"/>
                        <a:pt x="17996" y="618"/>
                        <a:pt x="18257" y="628"/>
                      </a:cubicBezTo>
                      <a:cubicBezTo>
                        <a:pt x="18768" y="648"/>
                        <a:pt x="19280" y="666"/>
                        <a:pt x="19792" y="682"/>
                      </a:cubicBezTo>
                      <a:cubicBezTo>
                        <a:pt x="19792" y="1026"/>
                        <a:pt x="19792" y="1369"/>
                        <a:pt x="19792" y="1724"/>
                      </a:cubicBezTo>
                      <a:cubicBezTo>
                        <a:pt x="19317" y="1738"/>
                        <a:pt x="18843" y="1749"/>
                        <a:pt x="18368" y="1756"/>
                      </a:cubicBezTo>
                      <a:cubicBezTo>
                        <a:pt x="18148" y="1759"/>
                        <a:pt x="17927" y="1764"/>
                        <a:pt x="17707" y="1771"/>
                      </a:cubicBezTo>
                      <a:cubicBezTo>
                        <a:pt x="16014" y="1824"/>
                        <a:pt x="16014" y="1824"/>
                        <a:pt x="15546" y="1412"/>
                      </a:cubicBezTo>
                      <a:cubicBezTo>
                        <a:pt x="15486" y="1355"/>
                        <a:pt x="15427" y="1298"/>
                        <a:pt x="15368" y="1240"/>
                      </a:cubicBezTo>
                      <a:cubicBezTo>
                        <a:pt x="15187" y="1064"/>
                        <a:pt x="15027" y="1030"/>
                        <a:pt x="14780" y="1030"/>
                      </a:cubicBezTo>
                      <a:cubicBezTo>
                        <a:pt x="14727" y="1033"/>
                        <a:pt x="14675" y="1036"/>
                        <a:pt x="14623" y="1040"/>
                      </a:cubicBezTo>
                      <a:cubicBezTo>
                        <a:pt x="14542" y="1047"/>
                        <a:pt x="14461" y="1049"/>
                        <a:pt x="14380" y="1050"/>
                      </a:cubicBezTo>
                      <a:cubicBezTo>
                        <a:pt x="14235" y="1055"/>
                        <a:pt x="14100" y="1061"/>
                        <a:pt x="13958" y="1099"/>
                      </a:cubicBezTo>
                      <a:cubicBezTo>
                        <a:pt x="13932" y="1133"/>
                        <a:pt x="13906" y="1168"/>
                        <a:pt x="13880" y="1203"/>
                      </a:cubicBezTo>
                      <a:cubicBezTo>
                        <a:pt x="13736" y="1351"/>
                        <a:pt x="13566" y="1334"/>
                        <a:pt x="13370" y="1337"/>
                      </a:cubicBezTo>
                      <a:cubicBezTo>
                        <a:pt x="13317" y="1337"/>
                        <a:pt x="13265" y="1336"/>
                        <a:pt x="13212" y="1336"/>
                      </a:cubicBezTo>
                      <a:cubicBezTo>
                        <a:pt x="13156" y="1337"/>
                        <a:pt x="13100" y="1337"/>
                        <a:pt x="13045" y="1338"/>
                      </a:cubicBezTo>
                      <a:cubicBezTo>
                        <a:pt x="12891" y="1340"/>
                        <a:pt x="12737" y="1340"/>
                        <a:pt x="12584" y="1340"/>
                      </a:cubicBezTo>
                      <a:cubicBezTo>
                        <a:pt x="12418" y="1341"/>
                        <a:pt x="12253" y="1342"/>
                        <a:pt x="12087" y="1344"/>
                      </a:cubicBezTo>
                      <a:cubicBezTo>
                        <a:pt x="11725" y="1346"/>
                        <a:pt x="11363" y="1348"/>
                        <a:pt x="11001" y="1349"/>
                      </a:cubicBezTo>
                      <a:cubicBezTo>
                        <a:pt x="10775" y="1349"/>
                        <a:pt x="10549" y="1350"/>
                        <a:pt x="10323" y="1351"/>
                      </a:cubicBezTo>
                      <a:cubicBezTo>
                        <a:pt x="9698" y="1354"/>
                        <a:pt x="9072" y="1356"/>
                        <a:pt x="8447" y="1356"/>
                      </a:cubicBezTo>
                      <a:cubicBezTo>
                        <a:pt x="8427" y="1356"/>
                        <a:pt x="8427" y="1356"/>
                        <a:pt x="8325" y="1357"/>
                      </a:cubicBezTo>
                      <a:cubicBezTo>
                        <a:pt x="8305" y="1357"/>
                        <a:pt x="8305" y="1357"/>
                        <a:pt x="8204" y="1357"/>
                      </a:cubicBezTo>
                      <a:cubicBezTo>
                        <a:pt x="8122" y="1357"/>
                        <a:pt x="8041" y="1357"/>
                        <a:pt x="7960" y="1357"/>
                      </a:cubicBezTo>
                      <a:cubicBezTo>
                        <a:pt x="7920" y="1357"/>
                        <a:pt x="7879" y="1357"/>
                        <a:pt x="7838" y="1357"/>
                      </a:cubicBezTo>
                      <a:cubicBezTo>
                        <a:pt x="7184" y="1358"/>
                        <a:pt x="6530" y="1362"/>
                        <a:pt x="5876" y="1366"/>
                      </a:cubicBezTo>
                      <a:cubicBezTo>
                        <a:pt x="5205" y="1371"/>
                        <a:pt x="4534" y="1374"/>
                        <a:pt x="3862" y="1374"/>
                      </a:cubicBezTo>
                      <a:cubicBezTo>
                        <a:pt x="3486" y="1374"/>
                        <a:pt x="3109" y="1376"/>
                        <a:pt x="2732" y="1379"/>
                      </a:cubicBezTo>
                      <a:cubicBezTo>
                        <a:pt x="2411" y="1383"/>
                        <a:pt x="2090" y="1384"/>
                        <a:pt x="1769" y="1382"/>
                      </a:cubicBezTo>
                      <a:cubicBezTo>
                        <a:pt x="1605" y="1381"/>
                        <a:pt x="1442" y="1381"/>
                        <a:pt x="1278" y="1384"/>
                      </a:cubicBezTo>
                      <a:cubicBezTo>
                        <a:pt x="313" y="1401"/>
                        <a:pt x="313" y="1401"/>
                        <a:pt x="135" y="1242"/>
                      </a:cubicBezTo>
                      <a:cubicBezTo>
                        <a:pt x="22" y="1066"/>
                        <a:pt x="2" y="888"/>
                        <a:pt x="0" y="682"/>
                      </a:cubicBezTo>
                      <a:cubicBezTo>
                        <a:pt x="28" y="682"/>
                        <a:pt x="57" y="681"/>
                        <a:pt x="86" y="681"/>
                      </a:cubicBezTo>
                      <a:cubicBezTo>
                        <a:pt x="1776" y="664"/>
                        <a:pt x="3465" y="645"/>
                        <a:pt x="5154" y="624"/>
                      </a:cubicBezTo>
                      <a:cubicBezTo>
                        <a:pt x="5357" y="621"/>
                        <a:pt x="5560" y="618"/>
                        <a:pt x="5763" y="616"/>
                      </a:cubicBezTo>
                      <a:cubicBezTo>
                        <a:pt x="5803" y="615"/>
                        <a:pt x="5843" y="615"/>
                        <a:pt x="5885" y="614"/>
                      </a:cubicBezTo>
                      <a:cubicBezTo>
                        <a:pt x="6539" y="606"/>
                        <a:pt x="7192" y="599"/>
                        <a:pt x="7846" y="593"/>
                      </a:cubicBezTo>
                      <a:cubicBezTo>
                        <a:pt x="8517" y="586"/>
                        <a:pt x="9188" y="578"/>
                        <a:pt x="9859" y="569"/>
                      </a:cubicBezTo>
                      <a:cubicBezTo>
                        <a:pt x="10273" y="563"/>
                        <a:pt x="10687" y="559"/>
                        <a:pt x="11101" y="555"/>
                      </a:cubicBezTo>
                      <a:cubicBezTo>
                        <a:pt x="11385" y="553"/>
                        <a:pt x="11669" y="550"/>
                        <a:pt x="11953" y="545"/>
                      </a:cubicBezTo>
                      <a:cubicBezTo>
                        <a:pt x="12117" y="542"/>
                        <a:pt x="12280" y="540"/>
                        <a:pt x="12444" y="539"/>
                      </a:cubicBezTo>
                      <a:cubicBezTo>
                        <a:pt x="12594" y="539"/>
                        <a:pt x="12744" y="537"/>
                        <a:pt x="12894" y="533"/>
                      </a:cubicBezTo>
                      <a:cubicBezTo>
                        <a:pt x="12974" y="532"/>
                        <a:pt x="13054" y="532"/>
                        <a:pt x="13133" y="533"/>
                      </a:cubicBezTo>
                      <a:cubicBezTo>
                        <a:pt x="13382" y="525"/>
                        <a:pt x="13535" y="503"/>
                        <a:pt x="13716" y="323"/>
                      </a:cubicBezTo>
                      <a:cubicBezTo>
                        <a:pt x="13767" y="268"/>
                        <a:pt x="13815" y="210"/>
                        <a:pt x="13862" y="151"/>
                      </a:cubicBezTo>
                      <a:cubicBezTo>
                        <a:pt x="14008" y="8"/>
                        <a:pt x="14146" y="2"/>
                        <a:pt x="14345" y="0"/>
                      </a:cubicBezTo>
                      <a:close/>
                    </a:path>
                  </a:pathLst>
                </a:custGeom>
                <a:solidFill>
                  <a:srgbClr val="4787F5"/>
                </a:solidFill>
                <a:ln w="2646" cap="flat">
                  <a:noFill/>
                </a:ln>
              </p:spPr>
            </p:sp>
            <p:sp>
              <p:nvSpPr>
                <p:cNvPr id="1413" name="ICON_PSD_PLOT_path_025"/>
                <p:cNvSpPr/>
                <p:nvPr/>
              </p:nvSpPr>
              <p:spPr>
                <a:xfrm>
                  <a:off x="11390313" y="3955149"/>
                  <a:ext cx="285750" cy="2763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2500" h="2176" fill="norm" stroke="0">
                      <a:moveTo>
                        <a:pt x="1544" y="9"/>
                      </a:moveTo>
                      <a:cubicBezTo>
                        <a:pt x="1571" y="9"/>
                        <a:pt x="1599" y="10"/>
                        <a:pt x="1627" y="10"/>
                      </a:cubicBezTo>
                      <a:cubicBezTo>
                        <a:pt x="1714" y="11"/>
                        <a:pt x="1801" y="14"/>
                        <a:pt x="1888" y="16"/>
                      </a:cubicBezTo>
                      <a:cubicBezTo>
                        <a:pt x="1947" y="17"/>
                        <a:pt x="2006" y="18"/>
                        <a:pt x="2066" y="19"/>
                      </a:cubicBezTo>
                      <a:cubicBezTo>
                        <a:pt x="2211" y="21"/>
                        <a:pt x="2355" y="25"/>
                        <a:pt x="2500" y="29"/>
                      </a:cubicBezTo>
                      <a:cubicBezTo>
                        <a:pt x="2569" y="304"/>
                        <a:pt x="2638" y="579"/>
                        <a:pt x="2708" y="863"/>
                      </a:cubicBezTo>
                      <a:cubicBezTo>
                        <a:pt x="2846" y="856"/>
                        <a:pt x="2983" y="850"/>
                        <a:pt x="3125" y="844"/>
                      </a:cubicBezTo>
                      <a:cubicBezTo>
                        <a:pt x="3770" y="814"/>
                        <a:pt x="4415" y="788"/>
                        <a:pt x="5060" y="762"/>
                      </a:cubicBezTo>
                      <a:cubicBezTo>
                        <a:pt x="5156" y="759"/>
                        <a:pt x="5251" y="755"/>
                        <a:pt x="5347" y="751"/>
                      </a:cubicBezTo>
                      <a:cubicBezTo>
                        <a:pt x="7050" y="682"/>
                        <a:pt x="8750" y="646"/>
                        <a:pt x="10454" y="654"/>
                      </a:cubicBezTo>
                      <a:cubicBezTo>
                        <a:pt x="10584" y="655"/>
                        <a:pt x="10713" y="656"/>
                        <a:pt x="10843" y="656"/>
                      </a:cubicBezTo>
                      <a:cubicBezTo>
                        <a:pt x="11649" y="660"/>
                        <a:pt x="12456" y="664"/>
                        <a:pt x="13263" y="676"/>
                      </a:cubicBezTo>
                      <a:cubicBezTo>
                        <a:pt x="13584" y="680"/>
                        <a:pt x="13905" y="683"/>
                        <a:pt x="14226" y="685"/>
                      </a:cubicBezTo>
                      <a:cubicBezTo>
                        <a:pt x="14449" y="686"/>
                        <a:pt x="14671" y="690"/>
                        <a:pt x="14894" y="694"/>
                      </a:cubicBezTo>
                      <a:cubicBezTo>
                        <a:pt x="15030" y="697"/>
                        <a:pt x="15167" y="697"/>
                        <a:pt x="15303" y="698"/>
                      </a:cubicBezTo>
                      <a:cubicBezTo>
                        <a:pt x="15365" y="698"/>
                        <a:pt x="15428" y="699"/>
                        <a:pt x="15490" y="701"/>
                      </a:cubicBezTo>
                      <a:cubicBezTo>
                        <a:pt x="15984" y="716"/>
                        <a:pt x="15984" y="716"/>
                        <a:pt x="16168" y="560"/>
                      </a:cubicBezTo>
                      <a:cubicBezTo>
                        <a:pt x="16243" y="488"/>
                        <a:pt x="16306" y="414"/>
                        <a:pt x="16373" y="332"/>
                      </a:cubicBezTo>
                      <a:cubicBezTo>
                        <a:pt x="16461" y="234"/>
                        <a:pt x="16505" y="206"/>
                        <a:pt x="16633" y="184"/>
                      </a:cubicBezTo>
                      <a:cubicBezTo>
                        <a:pt x="16717" y="180"/>
                        <a:pt x="16717" y="180"/>
                        <a:pt x="16803" y="182"/>
                      </a:cubicBezTo>
                      <a:cubicBezTo>
                        <a:pt x="16834" y="182"/>
                        <a:pt x="16865" y="181"/>
                        <a:pt x="16897" y="181"/>
                      </a:cubicBezTo>
                      <a:cubicBezTo>
                        <a:pt x="16961" y="181"/>
                        <a:pt x="17025" y="181"/>
                        <a:pt x="17090" y="183"/>
                      </a:cubicBezTo>
                      <a:cubicBezTo>
                        <a:pt x="17188" y="186"/>
                        <a:pt x="17284" y="183"/>
                        <a:pt x="17382" y="181"/>
                      </a:cubicBezTo>
                      <a:cubicBezTo>
                        <a:pt x="17445" y="181"/>
                        <a:pt x="17508" y="181"/>
                        <a:pt x="17572" y="182"/>
                      </a:cubicBezTo>
                      <a:cubicBezTo>
                        <a:pt x="17600" y="181"/>
                        <a:pt x="17629" y="181"/>
                        <a:pt x="17658" y="180"/>
                      </a:cubicBezTo>
                      <a:cubicBezTo>
                        <a:pt x="17758" y="184"/>
                        <a:pt x="17825" y="196"/>
                        <a:pt x="17917" y="238"/>
                      </a:cubicBezTo>
                      <a:cubicBezTo>
                        <a:pt x="17975" y="305"/>
                        <a:pt x="18031" y="374"/>
                        <a:pt x="18087" y="444"/>
                      </a:cubicBezTo>
                      <a:cubicBezTo>
                        <a:pt x="18352" y="726"/>
                        <a:pt x="18645" y="718"/>
                        <a:pt x="19016" y="733"/>
                      </a:cubicBezTo>
                      <a:cubicBezTo>
                        <a:pt x="19106" y="736"/>
                        <a:pt x="19196" y="738"/>
                        <a:pt x="19285" y="741"/>
                      </a:cubicBezTo>
                      <a:cubicBezTo>
                        <a:pt x="19378" y="744"/>
                        <a:pt x="19471" y="749"/>
                        <a:pt x="19564" y="753"/>
                      </a:cubicBezTo>
                      <a:cubicBezTo>
                        <a:pt x="19807" y="764"/>
                        <a:pt x="20050" y="772"/>
                        <a:pt x="20293" y="780"/>
                      </a:cubicBezTo>
                      <a:cubicBezTo>
                        <a:pt x="20542" y="788"/>
                        <a:pt x="20791" y="799"/>
                        <a:pt x="21039" y="809"/>
                      </a:cubicBezTo>
                      <a:cubicBezTo>
                        <a:pt x="21526" y="829"/>
                        <a:pt x="22013" y="847"/>
                        <a:pt x="22500" y="863"/>
                      </a:cubicBezTo>
                      <a:cubicBezTo>
                        <a:pt x="22500" y="931"/>
                        <a:pt x="22500" y="1000"/>
                        <a:pt x="22500" y="1071"/>
                      </a:cubicBezTo>
                      <a:cubicBezTo>
                        <a:pt x="21937" y="1081"/>
                        <a:pt x="21374" y="1088"/>
                        <a:pt x="20810" y="1093"/>
                      </a:cubicBezTo>
                      <a:cubicBezTo>
                        <a:pt x="20549" y="1095"/>
                        <a:pt x="20287" y="1098"/>
                        <a:pt x="20026" y="1103"/>
                      </a:cubicBezTo>
                      <a:cubicBezTo>
                        <a:pt x="19773" y="1107"/>
                        <a:pt x="19520" y="1109"/>
                        <a:pt x="19268" y="1110"/>
                      </a:cubicBezTo>
                      <a:cubicBezTo>
                        <a:pt x="19172" y="1111"/>
                        <a:pt x="19075" y="1113"/>
                        <a:pt x="18979" y="1115"/>
                      </a:cubicBezTo>
                      <a:cubicBezTo>
                        <a:pt x="18145" y="1134"/>
                        <a:pt x="18145" y="1134"/>
                        <a:pt x="17921" y="922"/>
                      </a:cubicBezTo>
                      <a:cubicBezTo>
                        <a:pt x="17870" y="864"/>
                        <a:pt x="17870" y="864"/>
                        <a:pt x="17789" y="749"/>
                      </a:cubicBezTo>
                      <a:cubicBezTo>
                        <a:pt x="17685" y="627"/>
                        <a:pt x="17611" y="618"/>
                        <a:pt x="17454" y="599"/>
                      </a:cubicBezTo>
                      <a:cubicBezTo>
                        <a:pt x="17365" y="598"/>
                        <a:pt x="17276" y="599"/>
                        <a:pt x="17188" y="602"/>
                      </a:cubicBezTo>
                      <a:cubicBezTo>
                        <a:pt x="17143" y="601"/>
                        <a:pt x="17099" y="599"/>
                        <a:pt x="17053" y="597"/>
                      </a:cubicBezTo>
                      <a:cubicBezTo>
                        <a:pt x="16855" y="600"/>
                        <a:pt x="16716" y="605"/>
                        <a:pt x="16571" y="749"/>
                      </a:cubicBezTo>
                      <a:cubicBezTo>
                        <a:pt x="16555" y="768"/>
                        <a:pt x="16555" y="768"/>
                        <a:pt x="16478" y="863"/>
                      </a:cubicBezTo>
                      <a:cubicBezTo>
                        <a:pt x="16329" y="1026"/>
                        <a:pt x="16211" y="1102"/>
                        <a:pt x="15987" y="1122"/>
                      </a:cubicBezTo>
                      <a:cubicBezTo>
                        <a:pt x="15887" y="1124"/>
                        <a:pt x="15786" y="1124"/>
                        <a:pt x="15686" y="1121"/>
                      </a:cubicBezTo>
                      <a:cubicBezTo>
                        <a:pt x="15630" y="1121"/>
                        <a:pt x="15573" y="1122"/>
                        <a:pt x="15517" y="1122"/>
                      </a:cubicBezTo>
                      <a:cubicBezTo>
                        <a:pt x="15364" y="1123"/>
                        <a:pt x="15210" y="1121"/>
                        <a:pt x="15057" y="1119"/>
                      </a:cubicBezTo>
                      <a:cubicBezTo>
                        <a:pt x="14891" y="1118"/>
                        <a:pt x="14725" y="1118"/>
                        <a:pt x="14559" y="1119"/>
                      </a:cubicBezTo>
                      <a:cubicBezTo>
                        <a:pt x="14272" y="1119"/>
                        <a:pt x="13985" y="1117"/>
                        <a:pt x="13698" y="1115"/>
                      </a:cubicBezTo>
                      <a:cubicBezTo>
                        <a:pt x="13283" y="1112"/>
                        <a:pt x="12868" y="1111"/>
                        <a:pt x="12453" y="1110"/>
                      </a:cubicBezTo>
                      <a:cubicBezTo>
                        <a:pt x="11780" y="1109"/>
                        <a:pt x="11106" y="1106"/>
                        <a:pt x="10433" y="1103"/>
                      </a:cubicBezTo>
                      <a:cubicBezTo>
                        <a:pt x="9779" y="1099"/>
                        <a:pt x="9125" y="1096"/>
                        <a:pt x="8471" y="1094"/>
                      </a:cubicBezTo>
                      <a:cubicBezTo>
                        <a:pt x="8451" y="1094"/>
                        <a:pt x="8451" y="1094"/>
                        <a:pt x="8349" y="1094"/>
                      </a:cubicBezTo>
                      <a:cubicBezTo>
                        <a:pt x="8146" y="1093"/>
                        <a:pt x="7944" y="1093"/>
                        <a:pt x="7742" y="1092"/>
                      </a:cubicBezTo>
                      <a:cubicBezTo>
                        <a:pt x="6064" y="1088"/>
                        <a:pt x="4386" y="1080"/>
                        <a:pt x="2708" y="1071"/>
                      </a:cubicBezTo>
                      <a:cubicBezTo>
                        <a:pt x="2766" y="1219"/>
                        <a:pt x="2828" y="1356"/>
                        <a:pt x="2917" y="1488"/>
                      </a:cubicBezTo>
                      <a:cubicBezTo>
                        <a:pt x="3044" y="1533"/>
                        <a:pt x="3095" y="1543"/>
                        <a:pt x="3223" y="1536"/>
                      </a:cubicBezTo>
                      <a:cubicBezTo>
                        <a:pt x="3254" y="1536"/>
                        <a:pt x="3284" y="1537"/>
                        <a:pt x="3315" y="1537"/>
                      </a:cubicBezTo>
                      <a:cubicBezTo>
                        <a:pt x="3418" y="1537"/>
                        <a:pt x="3520" y="1534"/>
                        <a:pt x="3623" y="1532"/>
                      </a:cubicBezTo>
                      <a:cubicBezTo>
                        <a:pt x="3696" y="1531"/>
                        <a:pt x="3770" y="1531"/>
                        <a:pt x="3844" y="1531"/>
                      </a:cubicBezTo>
                      <a:cubicBezTo>
                        <a:pt x="4004" y="1530"/>
                        <a:pt x="4164" y="1528"/>
                        <a:pt x="4323" y="1525"/>
                      </a:cubicBezTo>
                      <a:cubicBezTo>
                        <a:pt x="4580" y="1521"/>
                        <a:pt x="4837" y="1519"/>
                        <a:pt x="5094" y="1517"/>
                      </a:cubicBezTo>
                      <a:cubicBezTo>
                        <a:pt x="5462" y="1515"/>
                        <a:pt x="5830" y="1512"/>
                        <a:pt x="6197" y="1507"/>
                      </a:cubicBezTo>
                      <a:cubicBezTo>
                        <a:pt x="7103" y="1496"/>
                        <a:pt x="8008" y="1493"/>
                        <a:pt x="8913" y="1489"/>
                      </a:cubicBezTo>
                      <a:cubicBezTo>
                        <a:pt x="9056" y="1489"/>
                        <a:pt x="9199" y="1488"/>
                        <a:pt x="9342" y="1487"/>
                      </a:cubicBezTo>
                      <a:cubicBezTo>
                        <a:pt x="10994" y="1480"/>
                        <a:pt x="12642" y="1511"/>
                        <a:pt x="14292" y="1588"/>
                      </a:cubicBezTo>
                      <a:cubicBezTo>
                        <a:pt x="14375" y="1592"/>
                        <a:pt x="14459" y="1596"/>
                        <a:pt x="14542" y="1599"/>
                      </a:cubicBezTo>
                      <a:cubicBezTo>
                        <a:pt x="15181" y="1629"/>
                        <a:pt x="15820" y="1660"/>
                        <a:pt x="16458" y="1696"/>
                      </a:cubicBezTo>
                      <a:cubicBezTo>
                        <a:pt x="16328" y="1879"/>
                        <a:pt x="16184" y="2069"/>
                        <a:pt x="15962" y="2137"/>
                      </a:cubicBezTo>
                      <a:cubicBezTo>
                        <a:pt x="15728" y="2176"/>
                        <a:pt x="15490" y="2165"/>
                        <a:pt x="15253" y="2161"/>
                      </a:cubicBezTo>
                      <a:cubicBezTo>
                        <a:pt x="15170" y="2160"/>
                        <a:pt x="15086" y="2160"/>
                        <a:pt x="15003" y="2161"/>
                      </a:cubicBezTo>
                      <a:cubicBezTo>
                        <a:pt x="14769" y="2160"/>
                        <a:pt x="14536" y="2158"/>
                        <a:pt x="14303" y="2154"/>
                      </a:cubicBezTo>
                      <a:cubicBezTo>
                        <a:pt x="14102" y="2151"/>
                        <a:pt x="13901" y="2150"/>
                        <a:pt x="13701" y="2148"/>
                      </a:cubicBezTo>
                      <a:cubicBezTo>
                        <a:pt x="13105" y="2143"/>
                        <a:pt x="12509" y="2134"/>
                        <a:pt x="11913" y="2124"/>
                      </a:cubicBezTo>
                      <a:cubicBezTo>
                        <a:pt x="11522" y="2117"/>
                        <a:pt x="11131" y="2111"/>
                        <a:pt x="10739" y="2105"/>
                      </a:cubicBezTo>
                      <a:cubicBezTo>
                        <a:pt x="9688" y="2090"/>
                        <a:pt x="8637" y="2073"/>
                        <a:pt x="7586" y="2052"/>
                      </a:cubicBezTo>
                      <a:cubicBezTo>
                        <a:pt x="7488" y="2050"/>
                        <a:pt x="7390" y="2048"/>
                        <a:pt x="7293" y="2046"/>
                      </a:cubicBezTo>
                      <a:cubicBezTo>
                        <a:pt x="7268" y="2045"/>
                        <a:pt x="7268" y="2045"/>
                        <a:pt x="7146" y="2043"/>
                      </a:cubicBezTo>
                      <a:cubicBezTo>
                        <a:pt x="6803" y="2036"/>
                        <a:pt x="6460" y="2030"/>
                        <a:pt x="6118" y="2025"/>
                      </a:cubicBezTo>
                      <a:cubicBezTo>
                        <a:pt x="5694" y="2018"/>
                        <a:pt x="5271" y="2010"/>
                        <a:pt x="4848" y="2000"/>
                      </a:cubicBezTo>
                      <a:cubicBezTo>
                        <a:pt x="4628" y="1994"/>
                        <a:pt x="4408" y="1990"/>
                        <a:pt x="4188" y="1987"/>
                      </a:cubicBezTo>
                      <a:cubicBezTo>
                        <a:pt x="3984" y="1984"/>
                        <a:pt x="3781" y="1980"/>
                        <a:pt x="3577" y="1974"/>
                      </a:cubicBezTo>
                      <a:cubicBezTo>
                        <a:pt x="3503" y="1972"/>
                        <a:pt x="3429" y="1971"/>
                        <a:pt x="3354" y="1970"/>
                      </a:cubicBezTo>
                      <a:cubicBezTo>
                        <a:pt x="2739" y="1966"/>
                        <a:pt x="2739" y="1966"/>
                        <a:pt x="2521" y="1753"/>
                      </a:cubicBezTo>
                      <a:cubicBezTo>
                        <a:pt x="2471" y="1698"/>
                        <a:pt x="2426" y="1640"/>
                        <a:pt x="2381" y="1581"/>
                      </a:cubicBezTo>
                      <a:cubicBezTo>
                        <a:pt x="2269" y="1464"/>
                        <a:pt x="2196" y="1454"/>
                        <a:pt x="2038" y="1440"/>
                      </a:cubicBezTo>
                      <a:cubicBezTo>
                        <a:pt x="1949" y="1440"/>
                        <a:pt x="1860" y="1444"/>
                        <a:pt x="1771" y="1449"/>
                      </a:cubicBezTo>
                      <a:cubicBezTo>
                        <a:pt x="1726" y="1449"/>
                        <a:pt x="1682" y="1449"/>
                        <a:pt x="1636" y="1449"/>
                      </a:cubicBezTo>
                      <a:cubicBezTo>
                        <a:pt x="1319" y="1458"/>
                        <a:pt x="1107" y="1538"/>
                        <a:pt x="833" y="1696"/>
                      </a:cubicBezTo>
                      <a:cubicBezTo>
                        <a:pt x="833" y="1490"/>
                        <a:pt x="833" y="1284"/>
                        <a:pt x="833" y="1071"/>
                      </a:cubicBezTo>
                      <a:cubicBezTo>
                        <a:pt x="558" y="1002"/>
                        <a:pt x="283" y="934"/>
                        <a:pt x="0" y="863"/>
                      </a:cubicBezTo>
                      <a:cubicBezTo>
                        <a:pt x="73" y="820"/>
                        <a:pt x="146" y="777"/>
                        <a:pt x="220" y="733"/>
                      </a:cubicBezTo>
                      <a:cubicBezTo>
                        <a:pt x="292" y="691"/>
                        <a:pt x="363" y="649"/>
                        <a:pt x="434" y="607"/>
                      </a:cubicBezTo>
                      <a:cubicBezTo>
                        <a:pt x="483" y="578"/>
                        <a:pt x="532" y="549"/>
                        <a:pt x="581" y="520"/>
                      </a:cubicBezTo>
                      <a:cubicBezTo>
                        <a:pt x="652" y="479"/>
                        <a:pt x="723" y="437"/>
                        <a:pt x="793" y="395"/>
                      </a:cubicBezTo>
                      <a:cubicBezTo>
                        <a:pt x="836" y="370"/>
                        <a:pt x="879" y="345"/>
                        <a:pt x="922" y="319"/>
                      </a:cubicBezTo>
                      <a:cubicBezTo>
                        <a:pt x="1042" y="238"/>
                        <a:pt x="1042" y="238"/>
                        <a:pt x="1143" y="125"/>
                      </a:cubicBezTo>
                      <a:cubicBezTo>
                        <a:pt x="1283" y="0"/>
                        <a:pt x="1359" y="5"/>
                        <a:pt x="1544" y="9"/>
                      </a:cubicBezTo>
                      <a:close/>
                    </a:path>
                  </a:pathLst>
                </a:custGeom>
                <a:solidFill>
                  <a:srgbClr val="93B8F8"/>
                </a:solidFill>
                <a:ln w="2646" cap="flat">
                  <a:noFill/>
                </a:ln>
              </p:spPr>
            </p:sp>
            <p:sp>
              <p:nvSpPr>
                <p:cNvPr id="1414" name="ICON_PSD_PLOT_path_026"/>
                <p:cNvSpPr/>
                <p:nvPr/>
              </p:nvSpPr>
              <p:spPr>
                <a:xfrm>
                  <a:off x="10734146" y="4008438"/>
                  <a:ext cx="624417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9167" h="1875" fill="norm" stroke="0">
                      <a:moveTo>
                        <a:pt x="0" y="0"/>
                      </a:moveTo>
                      <a:cubicBezTo>
                        <a:pt x="7975" y="0"/>
                        <a:pt x="15950" y="0"/>
                        <a:pt x="24167" y="0"/>
                      </a:cubicBezTo>
                      <a:cubicBezTo>
                        <a:pt x="24201" y="172"/>
                        <a:pt x="24201" y="172"/>
                        <a:pt x="24375" y="1042"/>
                      </a:cubicBezTo>
                      <a:cubicBezTo>
                        <a:pt x="24513" y="1042"/>
                        <a:pt x="24650" y="1042"/>
                        <a:pt x="24792" y="1042"/>
                      </a:cubicBezTo>
                      <a:cubicBezTo>
                        <a:pt x="24792" y="698"/>
                        <a:pt x="24792" y="354"/>
                        <a:pt x="24792" y="0"/>
                      </a:cubicBezTo>
                      <a:cubicBezTo>
                        <a:pt x="32835" y="0"/>
                        <a:pt x="40879" y="0"/>
                        <a:pt x="49167" y="0"/>
                      </a:cubicBezTo>
                      <a:cubicBezTo>
                        <a:pt x="49167" y="69"/>
                        <a:pt x="49167" y="137"/>
                        <a:pt x="49167" y="208"/>
                      </a:cubicBezTo>
                      <a:cubicBezTo>
                        <a:pt x="41260" y="208"/>
                        <a:pt x="33354" y="208"/>
                        <a:pt x="25208" y="208"/>
                      </a:cubicBezTo>
                      <a:cubicBezTo>
                        <a:pt x="25243" y="415"/>
                        <a:pt x="25243" y="415"/>
                        <a:pt x="25417" y="1458"/>
                      </a:cubicBezTo>
                      <a:cubicBezTo>
                        <a:pt x="25279" y="1596"/>
                        <a:pt x="25142" y="1733"/>
                        <a:pt x="25000" y="1875"/>
                      </a:cubicBezTo>
                      <a:cubicBezTo>
                        <a:pt x="24725" y="1875"/>
                        <a:pt x="24450" y="1875"/>
                        <a:pt x="24167" y="1875"/>
                      </a:cubicBezTo>
                      <a:cubicBezTo>
                        <a:pt x="24132" y="1600"/>
                        <a:pt x="24132" y="1600"/>
                        <a:pt x="23958" y="208"/>
                      </a:cubicBezTo>
                      <a:cubicBezTo>
                        <a:pt x="16052" y="208"/>
                        <a:pt x="8146" y="208"/>
                        <a:pt x="0" y="208"/>
                      </a:cubicBezTo>
                      <a:cubicBezTo>
                        <a:pt x="0" y="140"/>
                        <a:pt x="0" y="71"/>
                        <a:pt x="0" y="0"/>
                      </a:cubicBezTo>
                      <a:close/>
                    </a:path>
                  </a:pathLst>
                </a:custGeom>
                <a:solidFill>
                  <a:srgbClr val="D2D2D3"/>
                </a:solidFill>
                <a:ln w="2646" cap="flat">
                  <a:noFill/>
                </a:ln>
              </p:spPr>
            </p:sp>
            <p:sp>
              <p:nvSpPr>
                <p:cNvPr id="1415" name="ICON_PSD_PLOT_path_027"/>
                <p:cNvSpPr/>
                <p:nvPr/>
              </p:nvSpPr>
              <p:spPr>
                <a:xfrm>
                  <a:off x="10668000" y="3997626"/>
                  <a:ext cx="328083" cy="1117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833" h="880" fill="norm" stroke="0">
                      <a:moveTo>
                        <a:pt x="5228" y="5"/>
                      </a:moveTo>
                      <a:cubicBezTo>
                        <a:pt x="5395" y="5"/>
                        <a:pt x="5562" y="5"/>
                        <a:pt x="5729" y="5"/>
                      </a:cubicBezTo>
                      <a:cubicBezTo>
                        <a:pt x="9364" y="9"/>
                        <a:pt x="12999" y="64"/>
                        <a:pt x="16633" y="111"/>
                      </a:cubicBezTo>
                      <a:cubicBezTo>
                        <a:pt x="17336" y="120"/>
                        <a:pt x="18040" y="129"/>
                        <a:pt x="18743" y="137"/>
                      </a:cubicBezTo>
                      <a:cubicBezTo>
                        <a:pt x="18793" y="138"/>
                        <a:pt x="18844" y="139"/>
                        <a:pt x="18895" y="139"/>
                      </a:cubicBezTo>
                      <a:cubicBezTo>
                        <a:pt x="19148" y="142"/>
                        <a:pt x="19400" y="145"/>
                        <a:pt x="19652" y="149"/>
                      </a:cubicBezTo>
                      <a:cubicBezTo>
                        <a:pt x="21712" y="174"/>
                        <a:pt x="23773" y="200"/>
                        <a:pt x="25833" y="226"/>
                      </a:cubicBezTo>
                      <a:cubicBezTo>
                        <a:pt x="25833" y="295"/>
                        <a:pt x="25833" y="364"/>
                        <a:pt x="25833" y="435"/>
                      </a:cubicBezTo>
                      <a:cubicBezTo>
                        <a:pt x="24738" y="631"/>
                        <a:pt x="23663" y="679"/>
                        <a:pt x="22552" y="688"/>
                      </a:cubicBezTo>
                      <a:cubicBezTo>
                        <a:pt x="22313" y="690"/>
                        <a:pt x="22074" y="693"/>
                        <a:pt x="21834" y="696"/>
                      </a:cubicBezTo>
                      <a:cubicBezTo>
                        <a:pt x="21394" y="702"/>
                        <a:pt x="20953" y="706"/>
                        <a:pt x="20513" y="711"/>
                      </a:cubicBezTo>
                      <a:cubicBezTo>
                        <a:pt x="20104" y="715"/>
                        <a:pt x="19695" y="719"/>
                        <a:pt x="19286" y="723"/>
                      </a:cubicBezTo>
                      <a:cubicBezTo>
                        <a:pt x="19231" y="724"/>
                        <a:pt x="19176" y="725"/>
                        <a:pt x="19120" y="725"/>
                      </a:cubicBezTo>
                      <a:cubicBezTo>
                        <a:pt x="19037" y="726"/>
                        <a:pt x="18953" y="727"/>
                        <a:pt x="18870" y="728"/>
                      </a:cubicBezTo>
                      <a:cubicBezTo>
                        <a:pt x="18095" y="737"/>
                        <a:pt x="17320" y="745"/>
                        <a:pt x="16545" y="752"/>
                      </a:cubicBezTo>
                      <a:cubicBezTo>
                        <a:pt x="16530" y="752"/>
                        <a:pt x="16530" y="752"/>
                        <a:pt x="16457" y="753"/>
                      </a:cubicBezTo>
                      <a:cubicBezTo>
                        <a:pt x="16221" y="755"/>
                        <a:pt x="15984" y="758"/>
                        <a:pt x="15748" y="760"/>
                      </a:cubicBezTo>
                      <a:cubicBezTo>
                        <a:pt x="14833" y="769"/>
                        <a:pt x="13918" y="779"/>
                        <a:pt x="13003" y="790"/>
                      </a:cubicBezTo>
                      <a:cubicBezTo>
                        <a:pt x="11968" y="802"/>
                        <a:pt x="10933" y="813"/>
                        <a:pt x="9897" y="823"/>
                      </a:cubicBezTo>
                      <a:cubicBezTo>
                        <a:pt x="9785" y="824"/>
                        <a:pt x="9674" y="826"/>
                        <a:pt x="9562" y="827"/>
                      </a:cubicBezTo>
                      <a:cubicBezTo>
                        <a:pt x="9548" y="827"/>
                        <a:pt x="9548" y="827"/>
                        <a:pt x="9479" y="828"/>
                      </a:cubicBezTo>
                      <a:cubicBezTo>
                        <a:pt x="9099" y="831"/>
                        <a:pt x="8720" y="835"/>
                        <a:pt x="8340" y="840"/>
                      </a:cubicBezTo>
                      <a:cubicBezTo>
                        <a:pt x="6274" y="865"/>
                        <a:pt x="4210" y="880"/>
                        <a:pt x="2145" y="780"/>
                      </a:cubicBezTo>
                      <a:cubicBezTo>
                        <a:pt x="2023" y="774"/>
                        <a:pt x="1901" y="769"/>
                        <a:pt x="1779" y="765"/>
                      </a:cubicBezTo>
                      <a:cubicBezTo>
                        <a:pt x="1591" y="757"/>
                        <a:pt x="1403" y="747"/>
                        <a:pt x="1215" y="736"/>
                      </a:cubicBezTo>
                      <a:cubicBezTo>
                        <a:pt x="1147" y="732"/>
                        <a:pt x="1079" y="729"/>
                        <a:pt x="1011" y="726"/>
                      </a:cubicBezTo>
                      <a:cubicBezTo>
                        <a:pt x="663" y="713"/>
                        <a:pt x="414" y="691"/>
                        <a:pt x="165" y="429"/>
                      </a:cubicBezTo>
                      <a:cubicBezTo>
                        <a:pt x="108" y="363"/>
                        <a:pt x="53" y="296"/>
                        <a:pt x="0" y="226"/>
                      </a:cubicBezTo>
                      <a:cubicBezTo>
                        <a:pt x="1741" y="60"/>
                        <a:pt x="3479" y="0"/>
                        <a:pt x="5228" y="5"/>
                      </a:cubicBezTo>
                      <a:close/>
                    </a:path>
                  </a:pathLst>
                </a:custGeom>
                <a:solidFill>
                  <a:srgbClr val="747479"/>
                </a:solidFill>
                <a:ln w="2646" cap="flat">
                  <a:noFill/>
                </a:ln>
              </p:spPr>
            </p:sp>
            <p:sp>
              <p:nvSpPr>
                <p:cNvPr id="1416" name="ICON_PSD_PLOT_path_028"/>
                <p:cNvSpPr/>
                <p:nvPr/>
              </p:nvSpPr>
              <p:spPr>
                <a:xfrm>
                  <a:off x="10405081" y="3468135"/>
                  <a:ext cx="14907" cy="36567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74" h="28794" fill="norm" stroke="0">
                      <a:moveTo>
                        <a:pt x="77" y="44"/>
                      </a:moveTo>
                      <a:cubicBezTo>
                        <a:pt x="226" y="12"/>
                        <a:pt x="347" y="0"/>
                        <a:pt x="494" y="44"/>
                      </a:cubicBezTo>
                      <a:cubicBezTo>
                        <a:pt x="608" y="197"/>
                        <a:pt x="658" y="370"/>
                        <a:pt x="715" y="551"/>
                      </a:cubicBezTo>
                      <a:cubicBezTo>
                        <a:pt x="748" y="647"/>
                        <a:pt x="780" y="742"/>
                        <a:pt x="814" y="837"/>
                      </a:cubicBezTo>
                      <a:cubicBezTo>
                        <a:pt x="827" y="880"/>
                        <a:pt x="841" y="922"/>
                        <a:pt x="855" y="966"/>
                      </a:cubicBezTo>
                      <a:cubicBezTo>
                        <a:pt x="911" y="1085"/>
                        <a:pt x="911" y="1085"/>
                        <a:pt x="1016" y="1166"/>
                      </a:cubicBezTo>
                      <a:cubicBezTo>
                        <a:pt x="1158" y="1304"/>
                        <a:pt x="1145" y="1457"/>
                        <a:pt x="1148" y="1647"/>
                      </a:cubicBezTo>
                      <a:cubicBezTo>
                        <a:pt x="1147" y="1695"/>
                        <a:pt x="1147" y="1743"/>
                        <a:pt x="1147" y="1792"/>
                      </a:cubicBezTo>
                      <a:cubicBezTo>
                        <a:pt x="1147" y="1843"/>
                        <a:pt x="1148" y="1894"/>
                        <a:pt x="1148" y="1946"/>
                      </a:cubicBezTo>
                      <a:cubicBezTo>
                        <a:pt x="1150" y="2088"/>
                        <a:pt x="1150" y="2230"/>
                        <a:pt x="1149" y="2371"/>
                      </a:cubicBezTo>
                      <a:cubicBezTo>
                        <a:pt x="1149" y="2524"/>
                        <a:pt x="1150" y="2677"/>
                        <a:pt x="1151" y="2830"/>
                      </a:cubicBezTo>
                      <a:cubicBezTo>
                        <a:pt x="1153" y="3129"/>
                        <a:pt x="1154" y="3429"/>
                        <a:pt x="1154" y="3728"/>
                      </a:cubicBezTo>
                      <a:cubicBezTo>
                        <a:pt x="1154" y="3971"/>
                        <a:pt x="1154" y="4214"/>
                        <a:pt x="1155" y="4457"/>
                      </a:cubicBezTo>
                      <a:cubicBezTo>
                        <a:pt x="1157" y="5147"/>
                        <a:pt x="1158" y="5836"/>
                        <a:pt x="1157" y="6526"/>
                      </a:cubicBezTo>
                      <a:cubicBezTo>
                        <a:pt x="1157" y="6563"/>
                        <a:pt x="1157" y="6600"/>
                        <a:pt x="1157" y="6638"/>
                      </a:cubicBezTo>
                      <a:cubicBezTo>
                        <a:pt x="1157" y="6676"/>
                        <a:pt x="1157" y="6713"/>
                        <a:pt x="1157" y="6751"/>
                      </a:cubicBezTo>
                      <a:cubicBezTo>
                        <a:pt x="1157" y="7355"/>
                        <a:pt x="1159" y="7958"/>
                        <a:pt x="1162" y="8561"/>
                      </a:cubicBezTo>
                      <a:cubicBezTo>
                        <a:pt x="1165" y="9181"/>
                        <a:pt x="1167" y="9800"/>
                        <a:pt x="1167" y="10420"/>
                      </a:cubicBezTo>
                      <a:cubicBezTo>
                        <a:pt x="1167" y="10767"/>
                        <a:pt x="1167" y="11115"/>
                        <a:pt x="1169" y="11463"/>
                      </a:cubicBezTo>
                      <a:cubicBezTo>
                        <a:pt x="1171" y="11759"/>
                        <a:pt x="1172" y="12055"/>
                        <a:pt x="1170" y="12351"/>
                      </a:cubicBezTo>
                      <a:cubicBezTo>
                        <a:pt x="1170" y="12502"/>
                        <a:pt x="1170" y="12653"/>
                        <a:pt x="1171" y="12804"/>
                      </a:cubicBezTo>
                      <a:cubicBezTo>
                        <a:pt x="1173" y="12968"/>
                        <a:pt x="1172" y="13132"/>
                        <a:pt x="1170" y="13295"/>
                      </a:cubicBezTo>
                      <a:cubicBezTo>
                        <a:pt x="1171" y="13343"/>
                        <a:pt x="1173" y="13391"/>
                        <a:pt x="1174" y="13440"/>
                      </a:cubicBezTo>
                      <a:cubicBezTo>
                        <a:pt x="1171" y="13571"/>
                        <a:pt x="1166" y="13671"/>
                        <a:pt x="1119" y="13794"/>
                      </a:cubicBezTo>
                      <a:cubicBezTo>
                        <a:pt x="990" y="13896"/>
                        <a:pt x="859" y="13953"/>
                        <a:pt x="702" y="14002"/>
                      </a:cubicBezTo>
                      <a:cubicBezTo>
                        <a:pt x="717" y="14047"/>
                        <a:pt x="732" y="14093"/>
                        <a:pt x="747" y="14140"/>
                      </a:cubicBezTo>
                      <a:cubicBezTo>
                        <a:pt x="932" y="14759"/>
                        <a:pt x="942" y="15368"/>
                        <a:pt x="941" y="16009"/>
                      </a:cubicBezTo>
                      <a:cubicBezTo>
                        <a:pt x="941" y="16164"/>
                        <a:pt x="942" y="16320"/>
                        <a:pt x="943" y="16476"/>
                      </a:cubicBezTo>
                      <a:cubicBezTo>
                        <a:pt x="945" y="16780"/>
                        <a:pt x="945" y="17084"/>
                        <a:pt x="945" y="17388"/>
                      </a:cubicBezTo>
                      <a:cubicBezTo>
                        <a:pt x="946" y="17636"/>
                        <a:pt x="946" y="17884"/>
                        <a:pt x="947" y="18131"/>
                      </a:cubicBezTo>
                      <a:cubicBezTo>
                        <a:pt x="949" y="18836"/>
                        <a:pt x="949" y="19540"/>
                        <a:pt x="949" y="20245"/>
                      </a:cubicBezTo>
                      <a:cubicBezTo>
                        <a:pt x="949" y="20283"/>
                        <a:pt x="949" y="20320"/>
                        <a:pt x="949" y="20359"/>
                      </a:cubicBezTo>
                      <a:cubicBezTo>
                        <a:pt x="949" y="20397"/>
                        <a:pt x="949" y="20435"/>
                        <a:pt x="949" y="20474"/>
                      </a:cubicBezTo>
                      <a:cubicBezTo>
                        <a:pt x="949" y="21088"/>
                        <a:pt x="951" y="21701"/>
                        <a:pt x="954" y="22315"/>
                      </a:cubicBezTo>
                      <a:cubicBezTo>
                        <a:pt x="957" y="22947"/>
                        <a:pt x="959" y="23580"/>
                        <a:pt x="958" y="24213"/>
                      </a:cubicBezTo>
                      <a:cubicBezTo>
                        <a:pt x="958" y="24567"/>
                        <a:pt x="959" y="24921"/>
                        <a:pt x="961" y="25275"/>
                      </a:cubicBezTo>
                      <a:cubicBezTo>
                        <a:pt x="963" y="25577"/>
                        <a:pt x="963" y="25878"/>
                        <a:pt x="962" y="26180"/>
                      </a:cubicBezTo>
                      <a:cubicBezTo>
                        <a:pt x="961" y="26333"/>
                        <a:pt x="961" y="26486"/>
                        <a:pt x="963" y="26640"/>
                      </a:cubicBezTo>
                      <a:cubicBezTo>
                        <a:pt x="971" y="27340"/>
                        <a:pt x="962" y="28217"/>
                        <a:pt x="494" y="28794"/>
                      </a:cubicBezTo>
                      <a:cubicBezTo>
                        <a:pt x="425" y="28794"/>
                        <a:pt x="356" y="28794"/>
                        <a:pt x="286" y="28794"/>
                      </a:cubicBezTo>
                      <a:cubicBezTo>
                        <a:pt x="423" y="24256"/>
                        <a:pt x="561" y="19719"/>
                        <a:pt x="702" y="15044"/>
                      </a:cubicBezTo>
                      <a:cubicBezTo>
                        <a:pt x="565" y="15044"/>
                        <a:pt x="427" y="15044"/>
                        <a:pt x="286" y="15044"/>
                      </a:cubicBezTo>
                      <a:cubicBezTo>
                        <a:pt x="286" y="14562"/>
                        <a:pt x="286" y="14081"/>
                        <a:pt x="286" y="13585"/>
                      </a:cubicBezTo>
                      <a:cubicBezTo>
                        <a:pt x="492" y="13585"/>
                        <a:pt x="698" y="13585"/>
                        <a:pt x="911" y="13585"/>
                      </a:cubicBezTo>
                      <a:cubicBezTo>
                        <a:pt x="876" y="13506"/>
                        <a:pt x="842" y="13426"/>
                        <a:pt x="807" y="13344"/>
                      </a:cubicBezTo>
                      <a:cubicBezTo>
                        <a:pt x="640" y="12881"/>
                        <a:pt x="679" y="12389"/>
                        <a:pt x="687" y="11904"/>
                      </a:cubicBezTo>
                      <a:cubicBezTo>
                        <a:pt x="690" y="11762"/>
                        <a:pt x="690" y="11620"/>
                        <a:pt x="691" y="11478"/>
                      </a:cubicBezTo>
                      <a:cubicBezTo>
                        <a:pt x="694" y="11232"/>
                        <a:pt x="696" y="10986"/>
                        <a:pt x="699" y="10740"/>
                      </a:cubicBezTo>
                      <a:cubicBezTo>
                        <a:pt x="704" y="10351"/>
                        <a:pt x="707" y="9962"/>
                        <a:pt x="709" y="9574"/>
                      </a:cubicBezTo>
                      <a:cubicBezTo>
                        <a:pt x="710" y="9441"/>
                        <a:pt x="711" y="9307"/>
                        <a:pt x="712" y="9174"/>
                      </a:cubicBezTo>
                      <a:cubicBezTo>
                        <a:pt x="712" y="9141"/>
                        <a:pt x="712" y="9108"/>
                        <a:pt x="712" y="9073"/>
                      </a:cubicBezTo>
                      <a:cubicBezTo>
                        <a:pt x="715" y="8695"/>
                        <a:pt x="718" y="8318"/>
                        <a:pt x="721" y="7940"/>
                      </a:cubicBezTo>
                      <a:cubicBezTo>
                        <a:pt x="721" y="7905"/>
                        <a:pt x="721" y="7871"/>
                        <a:pt x="722" y="7835"/>
                      </a:cubicBezTo>
                      <a:cubicBezTo>
                        <a:pt x="726" y="7275"/>
                        <a:pt x="733" y="6715"/>
                        <a:pt x="739" y="6155"/>
                      </a:cubicBezTo>
                      <a:cubicBezTo>
                        <a:pt x="746" y="5579"/>
                        <a:pt x="750" y="5002"/>
                        <a:pt x="753" y="4426"/>
                      </a:cubicBezTo>
                      <a:cubicBezTo>
                        <a:pt x="754" y="4071"/>
                        <a:pt x="758" y="3716"/>
                        <a:pt x="764" y="3362"/>
                      </a:cubicBezTo>
                      <a:cubicBezTo>
                        <a:pt x="767" y="3119"/>
                        <a:pt x="769" y="2876"/>
                        <a:pt x="769" y="2633"/>
                      </a:cubicBezTo>
                      <a:cubicBezTo>
                        <a:pt x="769" y="2493"/>
                        <a:pt x="770" y="2353"/>
                        <a:pt x="774" y="2213"/>
                      </a:cubicBezTo>
                      <a:cubicBezTo>
                        <a:pt x="792" y="1520"/>
                        <a:pt x="792" y="1520"/>
                        <a:pt x="702" y="1294"/>
                      </a:cubicBezTo>
                      <a:cubicBezTo>
                        <a:pt x="564" y="1160"/>
                        <a:pt x="402" y="1136"/>
                        <a:pt x="217" y="1117"/>
                      </a:cubicBezTo>
                      <a:cubicBezTo>
                        <a:pt x="171" y="1106"/>
                        <a:pt x="125" y="1096"/>
                        <a:pt x="77" y="1085"/>
                      </a:cubicBezTo>
                      <a:cubicBezTo>
                        <a:pt x="0" y="903"/>
                        <a:pt x="17" y="745"/>
                        <a:pt x="38" y="551"/>
                      </a:cubicBezTo>
                      <a:cubicBezTo>
                        <a:pt x="41" y="503"/>
                        <a:pt x="44" y="454"/>
                        <a:pt x="47" y="404"/>
                      </a:cubicBezTo>
                      <a:cubicBezTo>
                        <a:pt x="54" y="283"/>
                        <a:pt x="64" y="164"/>
                        <a:pt x="77" y="44"/>
                      </a:cubicBezTo>
                      <a:close/>
                    </a:path>
                  </a:pathLst>
                </a:custGeom>
                <a:solidFill>
                  <a:srgbClr val="DAD9D9"/>
                </a:solidFill>
                <a:ln w="2646" cap="flat">
                  <a:noFill/>
                </a:ln>
              </p:spPr>
            </p:sp>
            <p:sp>
              <p:nvSpPr>
                <p:cNvPr id="1417" name="ICON_PSD_PLOT_path_029"/>
                <p:cNvSpPr/>
                <p:nvPr/>
              </p:nvSpPr>
              <p:spPr>
                <a:xfrm>
                  <a:off x="11437938" y="3973206"/>
                  <a:ext cx="227542" cy="167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7917" h="1316" fill="norm" stroke="0">
                      <a:moveTo>
                        <a:pt x="13750" y="66"/>
                      </a:moveTo>
                      <a:cubicBezTo>
                        <a:pt x="13750" y="203"/>
                        <a:pt x="13750" y="341"/>
                        <a:pt x="13750" y="483"/>
                      </a:cubicBezTo>
                      <a:cubicBezTo>
                        <a:pt x="13780" y="488"/>
                        <a:pt x="13811" y="493"/>
                        <a:pt x="13842" y="498"/>
                      </a:cubicBezTo>
                      <a:cubicBezTo>
                        <a:pt x="13981" y="522"/>
                        <a:pt x="14119" y="548"/>
                        <a:pt x="14258" y="574"/>
                      </a:cubicBezTo>
                      <a:cubicBezTo>
                        <a:pt x="14306" y="582"/>
                        <a:pt x="14354" y="590"/>
                        <a:pt x="14403" y="599"/>
                      </a:cubicBezTo>
                      <a:cubicBezTo>
                        <a:pt x="14426" y="603"/>
                        <a:pt x="14426" y="603"/>
                        <a:pt x="14544" y="625"/>
                      </a:cubicBezTo>
                      <a:cubicBezTo>
                        <a:pt x="14565" y="629"/>
                        <a:pt x="14565" y="629"/>
                        <a:pt x="14672" y="648"/>
                      </a:cubicBezTo>
                      <a:cubicBezTo>
                        <a:pt x="14792" y="691"/>
                        <a:pt x="14792" y="691"/>
                        <a:pt x="14885" y="795"/>
                      </a:cubicBezTo>
                      <a:cubicBezTo>
                        <a:pt x="15027" y="924"/>
                        <a:pt x="15102" y="930"/>
                        <a:pt x="15291" y="942"/>
                      </a:cubicBezTo>
                      <a:cubicBezTo>
                        <a:pt x="15320" y="944"/>
                        <a:pt x="15348" y="946"/>
                        <a:pt x="15378" y="948"/>
                      </a:cubicBezTo>
                      <a:cubicBezTo>
                        <a:pt x="15471" y="955"/>
                        <a:pt x="15565" y="960"/>
                        <a:pt x="15658" y="965"/>
                      </a:cubicBezTo>
                      <a:cubicBezTo>
                        <a:pt x="15724" y="969"/>
                        <a:pt x="15789" y="974"/>
                        <a:pt x="15854" y="978"/>
                      </a:cubicBezTo>
                      <a:cubicBezTo>
                        <a:pt x="16025" y="990"/>
                        <a:pt x="16195" y="1000"/>
                        <a:pt x="16366" y="1010"/>
                      </a:cubicBezTo>
                      <a:cubicBezTo>
                        <a:pt x="16541" y="1021"/>
                        <a:pt x="16715" y="1032"/>
                        <a:pt x="16890" y="1044"/>
                      </a:cubicBezTo>
                      <a:cubicBezTo>
                        <a:pt x="17232" y="1066"/>
                        <a:pt x="17574" y="1087"/>
                        <a:pt x="17917" y="1108"/>
                      </a:cubicBezTo>
                      <a:cubicBezTo>
                        <a:pt x="17917" y="1176"/>
                        <a:pt x="17917" y="1245"/>
                        <a:pt x="17917" y="1316"/>
                      </a:cubicBezTo>
                      <a:cubicBezTo>
                        <a:pt x="12004" y="1316"/>
                        <a:pt x="6092" y="1316"/>
                        <a:pt x="0" y="1316"/>
                      </a:cubicBezTo>
                      <a:cubicBezTo>
                        <a:pt x="69" y="1178"/>
                        <a:pt x="138" y="1041"/>
                        <a:pt x="208" y="899"/>
                      </a:cubicBezTo>
                      <a:cubicBezTo>
                        <a:pt x="369" y="851"/>
                        <a:pt x="465" y="836"/>
                        <a:pt x="627" y="836"/>
                      </a:cubicBezTo>
                      <a:cubicBezTo>
                        <a:pt x="648" y="835"/>
                        <a:pt x="648" y="835"/>
                        <a:pt x="754" y="831"/>
                      </a:cubicBezTo>
                      <a:cubicBezTo>
                        <a:pt x="893" y="825"/>
                        <a:pt x="1032" y="823"/>
                        <a:pt x="1171" y="820"/>
                      </a:cubicBezTo>
                      <a:cubicBezTo>
                        <a:pt x="1268" y="817"/>
                        <a:pt x="1365" y="813"/>
                        <a:pt x="1461" y="810"/>
                      </a:cubicBezTo>
                      <a:cubicBezTo>
                        <a:pt x="1716" y="800"/>
                        <a:pt x="1971" y="793"/>
                        <a:pt x="2226" y="786"/>
                      </a:cubicBezTo>
                      <a:cubicBezTo>
                        <a:pt x="2634" y="775"/>
                        <a:pt x="3041" y="762"/>
                        <a:pt x="3449" y="747"/>
                      </a:cubicBezTo>
                      <a:cubicBezTo>
                        <a:pt x="3591" y="742"/>
                        <a:pt x="3732" y="739"/>
                        <a:pt x="3874" y="735"/>
                      </a:cubicBezTo>
                      <a:cubicBezTo>
                        <a:pt x="3962" y="733"/>
                        <a:pt x="4050" y="730"/>
                        <a:pt x="4138" y="727"/>
                      </a:cubicBezTo>
                      <a:cubicBezTo>
                        <a:pt x="4177" y="726"/>
                        <a:pt x="4216" y="726"/>
                        <a:pt x="4256" y="725"/>
                      </a:cubicBezTo>
                      <a:cubicBezTo>
                        <a:pt x="4461" y="717"/>
                        <a:pt x="4598" y="691"/>
                        <a:pt x="4776" y="585"/>
                      </a:cubicBezTo>
                      <a:cubicBezTo>
                        <a:pt x="5068" y="426"/>
                        <a:pt x="5381" y="459"/>
                        <a:pt x="5703" y="465"/>
                      </a:cubicBezTo>
                      <a:cubicBezTo>
                        <a:pt x="5774" y="466"/>
                        <a:pt x="5845" y="467"/>
                        <a:pt x="5915" y="467"/>
                      </a:cubicBezTo>
                      <a:cubicBezTo>
                        <a:pt x="6066" y="469"/>
                        <a:pt x="6218" y="471"/>
                        <a:pt x="6369" y="473"/>
                      </a:cubicBezTo>
                      <a:cubicBezTo>
                        <a:pt x="6609" y="477"/>
                        <a:pt x="6849" y="479"/>
                        <a:pt x="7089" y="481"/>
                      </a:cubicBezTo>
                      <a:cubicBezTo>
                        <a:pt x="7771" y="486"/>
                        <a:pt x="8454" y="493"/>
                        <a:pt x="9136" y="502"/>
                      </a:cubicBezTo>
                      <a:cubicBezTo>
                        <a:pt x="9514" y="508"/>
                        <a:pt x="9891" y="511"/>
                        <a:pt x="10269" y="513"/>
                      </a:cubicBezTo>
                      <a:cubicBezTo>
                        <a:pt x="10468" y="514"/>
                        <a:pt x="10667" y="516"/>
                        <a:pt x="10866" y="520"/>
                      </a:cubicBezTo>
                      <a:cubicBezTo>
                        <a:pt x="12381" y="549"/>
                        <a:pt x="12381" y="549"/>
                        <a:pt x="12966" y="158"/>
                      </a:cubicBezTo>
                      <a:cubicBezTo>
                        <a:pt x="13206" y="0"/>
                        <a:pt x="13474" y="28"/>
                        <a:pt x="13750" y="66"/>
                      </a:cubicBezTo>
                      <a:close/>
                    </a:path>
                  </a:pathLst>
                </a:custGeom>
                <a:solidFill>
                  <a:srgbClr val="FAFCFE"/>
                </a:solidFill>
                <a:ln w="2646" cap="flat">
                  <a:noFill/>
                </a:ln>
              </p:spPr>
            </p:sp>
            <p:sp>
              <p:nvSpPr>
                <p:cNvPr id="1418" name="ICON_PSD_PLOT_path_030"/>
                <p:cNvSpPr/>
                <p:nvPr/>
              </p:nvSpPr>
              <p:spPr>
                <a:xfrm>
                  <a:off x="10580688" y="3839104"/>
                  <a:ext cx="140229" cy="1120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042" h="8823" fill="norm" stroke="0">
                      <a:moveTo>
                        <a:pt x="10833" y="0"/>
                      </a:moveTo>
                      <a:cubicBezTo>
                        <a:pt x="10868" y="137"/>
                        <a:pt x="10868" y="137"/>
                        <a:pt x="11042" y="833"/>
                      </a:cubicBezTo>
                      <a:cubicBezTo>
                        <a:pt x="10911" y="853"/>
                        <a:pt x="10781" y="871"/>
                        <a:pt x="10646" y="891"/>
                      </a:cubicBezTo>
                      <a:cubicBezTo>
                        <a:pt x="10420" y="939"/>
                        <a:pt x="10221" y="988"/>
                        <a:pt x="10088" y="1188"/>
                      </a:cubicBezTo>
                      <a:cubicBezTo>
                        <a:pt x="9990" y="1378"/>
                        <a:pt x="9931" y="1580"/>
                        <a:pt x="9870" y="1784"/>
                      </a:cubicBezTo>
                      <a:cubicBezTo>
                        <a:pt x="9844" y="1859"/>
                        <a:pt x="9819" y="1933"/>
                        <a:pt x="9793" y="2007"/>
                      </a:cubicBezTo>
                      <a:cubicBezTo>
                        <a:pt x="9665" y="2384"/>
                        <a:pt x="9567" y="2761"/>
                        <a:pt x="9496" y="3153"/>
                      </a:cubicBezTo>
                      <a:cubicBezTo>
                        <a:pt x="9329" y="4049"/>
                        <a:pt x="9143" y="4521"/>
                        <a:pt x="8384" y="5056"/>
                      </a:cubicBezTo>
                      <a:cubicBezTo>
                        <a:pt x="7998" y="5330"/>
                        <a:pt x="7814" y="5545"/>
                        <a:pt x="7617" y="5977"/>
                      </a:cubicBezTo>
                      <a:cubicBezTo>
                        <a:pt x="7481" y="6258"/>
                        <a:pt x="7356" y="6455"/>
                        <a:pt x="7056" y="6560"/>
                      </a:cubicBezTo>
                      <a:cubicBezTo>
                        <a:pt x="6837" y="6626"/>
                        <a:pt x="6615" y="6674"/>
                        <a:pt x="6392" y="6721"/>
                      </a:cubicBezTo>
                      <a:cubicBezTo>
                        <a:pt x="5969" y="6814"/>
                        <a:pt x="5716" y="6931"/>
                        <a:pt x="5409" y="7235"/>
                      </a:cubicBezTo>
                      <a:cubicBezTo>
                        <a:pt x="4859" y="7779"/>
                        <a:pt x="4245" y="7854"/>
                        <a:pt x="3500" y="7974"/>
                      </a:cubicBezTo>
                      <a:cubicBezTo>
                        <a:pt x="2930" y="8069"/>
                        <a:pt x="2446" y="8208"/>
                        <a:pt x="1927" y="8464"/>
                      </a:cubicBezTo>
                      <a:cubicBezTo>
                        <a:pt x="1273" y="8783"/>
                        <a:pt x="720" y="8823"/>
                        <a:pt x="0" y="8750"/>
                      </a:cubicBezTo>
                      <a:cubicBezTo>
                        <a:pt x="135" y="8360"/>
                        <a:pt x="351" y="8213"/>
                        <a:pt x="710" y="8034"/>
                      </a:cubicBezTo>
                      <a:cubicBezTo>
                        <a:pt x="760" y="8008"/>
                        <a:pt x="811" y="7981"/>
                        <a:pt x="861" y="7955"/>
                      </a:cubicBezTo>
                      <a:cubicBezTo>
                        <a:pt x="997" y="7885"/>
                        <a:pt x="1133" y="7817"/>
                        <a:pt x="1270" y="7750"/>
                      </a:cubicBezTo>
                      <a:cubicBezTo>
                        <a:pt x="1355" y="7708"/>
                        <a:pt x="1439" y="7666"/>
                        <a:pt x="1524" y="7623"/>
                      </a:cubicBezTo>
                      <a:cubicBezTo>
                        <a:pt x="2287" y="7240"/>
                        <a:pt x="3007" y="6971"/>
                        <a:pt x="3854" y="6829"/>
                      </a:cubicBezTo>
                      <a:cubicBezTo>
                        <a:pt x="4458" y="6727"/>
                        <a:pt x="4819" y="6558"/>
                        <a:pt x="5262" y="6137"/>
                      </a:cubicBezTo>
                      <a:cubicBezTo>
                        <a:pt x="5572" y="5847"/>
                        <a:pt x="5856" y="5735"/>
                        <a:pt x="6263" y="5625"/>
                      </a:cubicBezTo>
                      <a:cubicBezTo>
                        <a:pt x="6913" y="5442"/>
                        <a:pt x="7295" y="5112"/>
                        <a:pt x="7708" y="4583"/>
                      </a:cubicBezTo>
                      <a:cubicBezTo>
                        <a:pt x="7729" y="4557"/>
                        <a:pt x="7750" y="4531"/>
                        <a:pt x="7771" y="4504"/>
                      </a:cubicBezTo>
                      <a:cubicBezTo>
                        <a:pt x="8441" y="3655"/>
                        <a:pt x="9076" y="2808"/>
                        <a:pt x="9222" y="1710"/>
                      </a:cubicBezTo>
                      <a:cubicBezTo>
                        <a:pt x="9224" y="1694"/>
                        <a:pt x="9224" y="1694"/>
                        <a:pt x="9235" y="1611"/>
                      </a:cubicBezTo>
                      <a:cubicBezTo>
                        <a:pt x="9256" y="1450"/>
                        <a:pt x="9273" y="1289"/>
                        <a:pt x="9286" y="1127"/>
                      </a:cubicBezTo>
                      <a:cubicBezTo>
                        <a:pt x="9318" y="766"/>
                        <a:pt x="9380" y="533"/>
                        <a:pt x="9668" y="285"/>
                      </a:cubicBezTo>
                      <a:cubicBezTo>
                        <a:pt x="9881" y="153"/>
                        <a:pt x="10093" y="112"/>
                        <a:pt x="10339" y="78"/>
                      </a:cubicBezTo>
                      <a:cubicBezTo>
                        <a:pt x="10386" y="70"/>
                        <a:pt x="10434" y="62"/>
                        <a:pt x="10483" y="54"/>
                      </a:cubicBezTo>
                      <a:cubicBezTo>
                        <a:pt x="10600" y="34"/>
                        <a:pt x="10716" y="17"/>
                        <a:pt x="10833" y="0"/>
                      </a:cubicBezTo>
                      <a:close/>
                    </a:path>
                  </a:pathLst>
                </a:custGeom>
                <a:solidFill>
                  <a:srgbClr val="3378F3"/>
                </a:solidFill>
                <a:ln w="2646" cap="flat">
                  <a:noFill/>
                </a:ln>
              </p:spPr>
            </p:sp>
            <p:sp>
              <p:nvSpPr>
                <p:cNvPr id="1419" name="ICON_PSD_PLOT_path_031"/>
                <p:cNvSpPr/>
                <p:nvPr/>
              </p:nvSpPr>
              <p:spPr>
                <a:xfrm>
                  <a:off x="10769356" y="3600373"/>
                  <a:ext cx="45950" cy="4771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618" h="3757" fill="norm" stroke="0">
                      <a:moveTo>
                        <a:pt x="2257" y="195"/>
                      </a:moveTo>
                      <a:cubicBezTo>
                        <a:pt x="2766" y="350"/>
                        <a:pt x="3186" y="761"/>
                        <a:pt x="3441" y="1219"/>
                      </a:cubicBezTo>
                      <a:cubicBezTo>
                        <a:pt x="3618" y="1596"/>
                        <a:pt x="3602" y="2053"/>
                        <a:pt x="3502" y="2448"/>
                      </a:cubicBezTo>
                      <a:cubicBezTo>
                        <a:pt x="3484" y="2523"/>
                        <a:pt x="3467" y="2599"/>
                        <a:pt x="3452" y="2675"/>
                      </a:cubicBezTo>
                      <a:cubicBezTo>
                        <a:pt x="3381" y="3006"/>
                        <a:pt x="3299" y="3337"/>
                        <a:pt x="3061" y="3589"/>
                      </a:cubicBezTo>
                      <a:cubicBezTo>
                        <a:pt x="2729" y="3757"/>
                        <a:pt x="2348" y="3740"/>
                        <a:pt x="1984" y="3725"/>
                      </a:cubicBezTo>
                      <a:cubicBezTo>
                        <a:pt x="1839" y="3719"/>
                        <a:pt x="1696" y="3723"/>
                        <a:pt x="1551" y="3729"/>
                      </a:cubicBezTo>
                      <a:cubicBezTo>
                        <a:pt x="1215" y="3741"/>
                        <a:pt x="868" y="3744"/>
                        <a:pt x="561" y="3589"/>
                      </a:cubicBezTo>
                      <a:cubicBezTo>
                        <a:pt x="294" y="3306"/>
                        <a:pt x="217" y="2919"/>
                        <a:pt x="144" y="2548"/>
                      </a:cubicBezTo>
                      <a:cubicBezTo>
                        <a:pt x="137" y="2515"/>
                        <a:pt x="129" y="2482"/>
                        <a:pt x="121" y="2448"/>
                      </a:cubicBezTo>
                      <a:cubicBezTo>
                        <a:pt x="0" y="1922"/>
                        <a:pt x="54" y="1380"/>
                        <a:pt x="323" y="912"/>
                      </a:cubicBezTo>
                      <a:cubicBezTo>
                        <a:pt x="768" y="207"/>
                        <a:pt x="1456" y="0"/>
                        <a:pt x="2257" y="195"/>
                      </a:cubicBezTo>
                      <a:close/>
                    </a:path>
                  </a:pathLst>
                </a:custGeom>
                <a:solidFill>
                  <a:srgbClr val="05040D"/>
                </a:solidFill>
                <a:ln w="2646" cap="flat">
                  <a:noFill/>
                </a:ln>
              </p:spPr>
            </p:sp>
            <p:sp>
              <p:nvSpPr>
                <p:cNvPr id="1420" name="ICON_PSD_PLOT_path_032"/>
                <p:cNvSpPr/>
                <p:nvPr/>
              </p:nvSpPr>
              <p:spPr>
                <a:xfrm>
                  <a:off x="10823080" y="3754438"/>
                  <a:ext cx="38066" cy="19314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97" h="15208" fill="norm" stroke="0">
                      <a:moveTo>
                        <a:pt x="81" y="0"/>
                      </a:moveTo>
                      <a:cubicBezTo>
                        <a:pt x="218" y="0"/>
                        <a:pt x="356" y="0"/>
                        <a:pt x="497" y="0"/>
                      </a:cubicBezTo>
                      <a:cubicBezTo>
                        <a:pt x="557" y="259"/>
                        <a:pt x="616" y="519"/>
                        <a:pt x="675" y="778"/>
                      </a:cubicBezTo>
                      <a:cubicBezTo>
                        <a:pt x="695" y="866"/>
                        <a:pt x="716" y="954"/>
                        <a:pt x="736" y="1043"/>
                      </a:cubicBezTo>
                      <a:cubicBezTo>
                        <a:pt x="765" y="1170"/>
                        <a:pt x="794" y="1297"/>
                        <a:pt x="823" y="1424"/>
                      </a:cubicBezTo>
                      <a:cubicBezTo>
                        <a:pt x="832" y="1463"/>
                        <a:pt x="841" y="1502"/>
                        <a:pt x="850" y="1542"/>
                      </a:cubicBezTo>
                      <a:cubicBezTo>
                        <a:pt x="907" y="1797"/>
                        <a:pt x="922" y="2030"/>
                        <a:pt x="914" y="2292"/>
                      </a:cubicBezTo>
                      <a:cubicBezTo>
                        <a:pt x="1051" y="2292"/>
                        <a:pt x="1189" y="2292"/>
                        <a:pt x="1331" y="2292"/>
                      </a:cubicBezTo>
                      <a:cubicBezTo>
                        <a:pt x="1336" y="2324"/>
                        <a:pt x="1336" y="2324"/>
                        <a:pt x="1366" y="2485"/>
                      </a:cubicBezTo>
                      <a:cubicBezTo>
                        <a:pt x="1477" y="3089"/>
                        <a:pt x="1590" y="3693"/>
                        <a:pt x="1706" y="4296"/>
                      </a:cubicBezTo>
                      <a:cubicBezTo>
                        <a:pt x="1765" y="4607"/>
                        <a:pt x="1824" y="4917"/>
                        <a:pt x="1880" y="5228"/>
                      </a:cubicBezTo>
                      <a:cubicBezTo>
                        <a:pt x="1929" y="5499"/>
                        <a:pt x="1980" y="5770"/>
                        <a:pt x="2033" y="6040"/>
                      </a:cubicBezTo>
                      <a:cubicBezTo>
                        <a:pt x="2061" y="6183"/>
                        <a:pt x="2088" y="6326"/>
                        <a:pt x="2113" y="6469"/>
                      </a:cubicBezTo>
                      <a:cubicBezTo>
                        <a:pt x="2237" y="7176"/>
                        <a:pt x="2393" y="7686"/>
                        <a:pt x="2997" y="8125"/>
                      </a:cubicBezTo>
                      <a:cubicBezTo>
                        <a:pt x="2935" y="8119"/>
                        <a:pt x="2872" y="8113"/>
                        <a:pt x="2810" y="8107"/>
                      </a:cubicBezTo>
                      <a:cubicBezTo>
                        <a:pt x="2775" y="8104"/>
                        <a:pt x="2740" y="8100"/>
                        <a:pt x="2704" y="8097"/>
                      </a:cubicBezTo>
                      <a:cubicBezTo>
                        <a:pt x="2465" y="8070"/>
                        <a:pt x="2246" y="8015"/>
                        <a:pt x="2087" y="7825"/>
                      </a:cubicBezTo>
                      <a:cubicBezTo>
                        <a:pt x="1805" y="7339"/>
                        <a:pt x="1718" y="6761"/>
                        <a:pt x="1633" y="6213"/>
                      </a:cubicBezTo>
                      <a:cubicBezTo>
                        <a:pt x="1623" y="6156"/>
                        <a:pt x="1614" y="6098"/>
                        <a:pt x="1605" y="6041"/>
                      </a:cubicBezTo>
                      <a:cubicBezTo>
                        <a:pt x="1583" y="5902"/>
                        <a:pt x="1561" y="5764"/>
                        <a:pt x="1539" y="5625"/>
                      </a:cubicBezTo>
                      <a:cubicBezTo>
                        <a:pt x="1469" y="6167"/>
                        <a:pt x="1405" y="6710"/>
                        <a:pt x="1344" y="7252"/>
                      </a:cubicBezTo>
                      <a:cubicBezTo>
                        <a:pt x="1339" y="7295"/>
                        <a:pt x="1334" y="7337"/>
                        <a:pt x="1329" y="7380"/>
                      </a:cubicBezTo>
                      <a:cubicBezTo>
                        <a:pt x="1133" y="9132"/>
                        <a:pt x="1051" y="10882"/>
                        <a:pt x="992" y="12643"/>
                      </a:cubicBezTo>
                      <a:cubicBezTo>
                        <a:pt x="991" y="12675"/>
                        <a:pt x="990" y="12707"/>
                        <a:pt x="989" y="12740"/>
                      </a:cubicBezTo>
                      <a:cubicBezTo>
                        <a:pt x="961" y="13563"/>
                        <a:pt x="936" y="14385"/>
                        <a:pt x="914" y="15208"/>
                      </a:cubicBezTo>
                      <a:cubicBezTo>
                        <a:pt x="845" y="15208"/>
                        <a:pt x="776" y="15208"/>
                        <a:pt x="706" y="15208"/>
                      </a:cubicBezTo>
                      <a:cubicBezTo>
                        <a:pt x="537" y="13892"/>
                        <a:pt x="476" y="12621"/>
                        <a:pt x="581" y="11298"/>
                      </a:cubicBezTo>
                      <a:cubicBezTo>
                        <a:pt x="688" y="9932"/>
                        <a:pt x="742" y="8568"/>
                        <a:pt x="754" y="7198"/>
                      </a:cubicBezTo>
                      <a:cubicBezTo>
                        <a:pt x="754" y="7171"/>
                        <a:pt x="754" y="7143"/>
                        <a:pt x="754" y="7115"/>
                      </a:cubicBezTo>
                      <a:cubicBezTo>
                        <a:pt x="754" y="7087"/>
                        <a:pt x="755" y="7060"/>
                        <a:pt x="755" y="7031"/>
                      </a:cubicBezTo>
                      <a:cubicBezTo>
                        <a:pt x="757" y="6842"/>
                        <a:pt x="760" y="6652"/>
                        <a:pt x="765" y="6463"/>
                      </a:cubicBezTo>
                      <a:cubicBezTo>
                        <a:pt x="791" y="5274"/>
                        <a:pt x="731" y="4259"/>
                        <a:pt x="305" y="3142"/>
                      </a:cubicBezTo>
                      <a:cubicBezTo>
                        <a:pt x="56" y="2485"/>
                        <a:pt x="0" y="1909"/>
                        <a:pt x="38" y="1212"/>
                      </a:cubicBezTo>
                      <a:cubicBezTo>
                        <a:pt x="44" y="1074"/>
                        <a:pt x="47" y="936"/>
                        <a:pt x="50" y="797"/>
                      </a:cubicBezTo>
                      <a:cubicBezTo>
                        <a:pt x="57" y="531"/>
                        <a:pt x="68" y="266"/>
                        <a:pt x="81" y="0"/>
                      </a:cubicBezTo>
                      <a:close/>
                    </a:path>
                  </a:pathLst>
                </a:custGeom>
                <a:solidFill>
                  <a:srgbClr val="E0EBFD"/>
                </a:solidFill>
                <a:ln w="2646" cap="flat">
                  <a:noFill/>
                </a:ln>
              </p:spPr>
            </p:sp>
            <p:sp>
              <p:nvSpPr>
                <p:cNvPr id="1421" name="ICON_PSD_PLOT_path_033"/>
                <p:cNvSpPr/>
                <p:nvPr/>
              </p:nvSpPr>
              <p:spPr>
                <a:xfrm>
                  <a:off x="11186583" y="4000500"/>
                  <a:ext cx="243417" cy="899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167" h="708" fill="norm" stroke="0">
                      <a:moveTo>
                        <a:pt x="0" y="0"/>
                      </a:moveTo>
                      <a:cubicBezTo>
                        <a:pt x="6325" y="0"/>
                        <a:pt x="12650" y="0"/>
                        <a:pt x="19167" y="0"/>
                      </a:cubicBezTo>
                      <a:cubicBezTo>
                        <a:pt x="19167" y="69"/>
                        <a:pt x="19167" y="137"/>
                        <a:pt x="19167" y="208"/>
                      </a:cubicBezTo>
                      <a:cubicBezTo>
                        <a:pt x="15553" y="708"/>
                        <a:pt x="11962" y="656"/>
                        <a:pt x="8323" y="588"/>
                      </a:cubicBezTo>
                      <a:cubicBezTo>
                        <a:pt x="7710" y="576"/>
                        <a:pt x="7097" y="567"/>
                        <a:pt x="6484" y="560"/>
                      </a:cubicBezTo>
                      <a:cubicBezTo>
                        <a:pt x="5762" y="551"/>
                        <a:pt x="5040" y="541"/>
                        <a:pt x="4317" y="529"/>
                      </a:cubicBezTo>
                      <a:cubicBezTo>
                        <a:pt x="4240" y="527"/>
                        <a:pt x="4163" y="526"/>
                        <a:pt x="4086" y="525"/>
                      </a:cubicBezTo>
                      <a:cubicBezTo>
                        <a:pt x="4049" y="524"/>
                        <a:pt x="4011" y="524"/>
                        <a:pt x="3972" y="523"/>
                      </a:cubicBezTo>
                      <a:cubicBezTo>
                        <a:pt x="3708" y="519"/>
                        <a:pt x="3445" y="515"/>
                        <a:pt x="3181" y="512"/>
                      </a:cubicBezTo>
                      <a:cubicBezTo>
                        <a:pt x="2862" y="508"/>
                        <a:pt x="2543" y="503"/>
                        <a:pt x="2223" y="496"/>
                      </a:cubicBezTo>
                      <a:cubicBezTo>
                        <a:pt x="2061" y="492"/>
                        <a:pt x="1899" y="489"/>
                        <a:pt x="1737" y="488"/>
                      </a:cubicBezTo>
                      <a:cubicBezTo>
                        <a:pt x="1588" y="487"/>
                        <a:pt x="1439" y="484"/>
                        <a:pt x="1291" y="479"/>
                      </a:cubicBezTo>
                      <a:cubicBezTo>
                        <a:pt x="1212" y="478"/>
                        <a:pt x="1134" y="478"/>
                        <a:pt x="1056" y="478"/>
                      </a:cubicBezTo>
                      <a:cubicBezTo>
                        <a:pt x="567" y="459"/>
                        <a:pt x="468" y="312"/>
                        <a:pt x="0" y="0"/>
                      </a:cubicBezTo>
                      <a:close/>
                    </a:path>
                  </a:pathLst>
                </a:custGeom>
                <a:solidFill>
                  <a:srgbClr val="747379"/>
                </a:solidFill>
                <a:ln w="2646" cap="flat">
                  <a:noFill/>
                </a:ln>
              </p:spPr>
            </p:sp>
            <p:sp>
              <p:nvSpPr>
                <p:cNvPr id="1422" name="ICON_PSD_PLOT_path_034"/>
                <p:cNvSpPr/>
                <p:nvPr/>
              </p:nvSpPr>
              <p:spPr>
                <a:xfrm>
                  <a:off x="11284336" y="3960312"/>
                  <a:ext cx="116560" cy="2243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178" h="1767" fill="norm" stroke="0">
                      <a:moveTo>
                        <a:pt x="6999" y="9"/>
                      </a:moveTo>
                      <a:cubicBezTo>
                        <a:pt x="7131" y="4"/>
                        <a:pt x="7262" y="0"/>
                        <a:pt x="7394" y="0"/>
                      </a:cubicBezTo>
                      <a:cubicBezTo>
                        <a:pt x="7418" y="0"/>
                        <a:pt x="7418" y="0"/>
                        <a:pt x="7538" y="0"/>
                      </a:cubicBezTo>
                      <a:cubicBezTo>
                        <a:pt x="7929" y="14"/>
                        <a:pt x="7929" y="14"/>
                        <a:pt x="8060" y="126"/>
                      </a:cubicBezTo>
                      <a:cubicBezTo>
                        <a:pt x="8120" y="199"/>
                        <a:pt x="8178" y="273"/>
                        <a:pt x="8233" y="350"/>
                      </a:cubicBezTo>
                      <a:cubicBezTo>
                        <a:pt x="8475" y="581"/>
                        <a:pt x="8863" y="601"/>
                        <a:pt x="9178" y="664"/>
                      </a:cubicBezTo>
                      <a:cubicBezTo>
                        <a:pt x="9109" y="939"/>
                        <a:pt x="9040" y="1214"/>
                        <a:pt x="8970" y="1498"/>
                      </a:cubicBezTo>
                      <a:cubicBezTo>
                        <a:pt x="8800" y="1503"/>
                        <a:pt x="8631" y="1507"/>
                        <a:pt x="8462" y="1511"/>
                      </a:cubicBezTo>
                      <a:cubicBezTo>
                        <a:pt x="8414" y="1512"/>
                        <a:pt x="8366" y="1514"/>
                        <a:pt x="8316" y="1516"/>
                      </a:cubicBezTo>
                      <a:cubicBezTo>
                        <a:pt x="8293" y="1516"/>
                        <a:pt x="8293" y="1516"/>
                        <a:pt x="8176" y="1518"/>
                      </a:cubicBezTo>
                      <a:cubicBezTo>
                        <a:pt x="8134" y="1519"/>
                        <a:pt x="8091" y="1520"/>
                        <a:pt x="8047" y="1521"/>
                      </a:cubicBezTo>
                      <a:cubicBezTo>
                        <a:pt x="7928" y="1498"/>
                        <a:pt x="7928" y="1498"/>
                        <a:pt x="7834" y="1391"/>
                      </a:cubicBezTo>
                      <a:cubicBezTo>
                        <a:pt x="7707" y="1278"/>
                        <a:pt x="7691" y="1275"/>
                        <a:pt x="7530" y="1282"/>
                      </a:cubicBezTo>
                      <a:cubicBezTo>
                        <a:pt x="7455" y="1289"/>
                        <a:pt x="7379" y="1298"/>
                        <a:pt x="7304" y="1307"/>
                      </a:cubicBezTo>
                      <a:cubicBezTo>
                        <a:pt x="7264" y="1312"/>
                        <a:pt x="7223" y="1316"/>
                        <a:pt x="7181" y="1321"/>
                      </a:cubicBezTo>
                      <a:cubicBezTo>
                        <a:pt x="7096" y="1330"/>
                        <a:pt x="7011" y="1341"/>
                        <a:pt x="6926" y="1351"/>
                      </a:cubicBezTo>
                      <a:cubicBezTo>
                        <a:pt x="6796" y="1367"/>
                        <a:pt x="6667" y="1381"/>
                        <a:pt x="6538" y="1395"/>
                      </a:cubicBezTo>
                      <a:cubicBezTo>
                        <a:pt x="6454" y="1405"/>
                        <a:pt x="6371" y="1415"/>
                        <a:pt x="6288" y="1425"/>
                      </a:cubicBezTo>
                      <a:cubicBezTo>
                        <a:pt x="6250" y="1429"/>
                        <a:pt x="6212" y="1433"/>
                        <a:pt x="6172" y="1437"/>
                      </a:cubicBezTo>
                      <a:cubicBezTo>
                        <a:pt x="5974" y="1463"/>
                        <a:pt x="5828" y="1501"/>
                        <a:pt x="5655" y="1604"/>
                      </a:cubicBezTo>
                      <a:cubicBezTo>
                        <a:pt x="5351" y="1767"/>
                        <a:pt x="5016" y="1744"/>
                        <a:pt x="4679" y="1748"/>
                      </a:cubicBezTo>
                      <a:cubicBezTo>
                        <a:pt x="4605" y="1750"/>
                        <a:pt x="4531" y="1751"/>
                        <a:pt x="4457" y="1753"/>
                      </a:cubicBezTo>
                      <a:cubicBezTo>
                        <a:pt x="4221" y="1757"/>
                        <a:pt x="3985" y="1758"/>
                        <a:pt x="3748" y="1758"/>
                      </a:cubicBezTo>
                      <a:cubicBezTo>
                        <a:pt x="3728" y="1758"/>
                        <a:pt x="3728" y="1758"/>
                        <a:pt x="3628" y="1759"/>
                      </a:cubicBezTo>
                      <a:cubicBezTo>
                        <a:pt x="2632" y="1763"/>
                        <a:pt x="1676" y="1754"/>
                        <a:pt x="727" y="1420"/>
                      </a:cubicBezTo>
                      <a:cubicBezTo>
                        <a:pt x="689" y="1406"/>
                        <a:pt x="650" y="1393"/>
                        <a:pt x="610" y="1380"/>
                      </a:cubicBezTo>
                      <a:cubicBezTo>
                        <a:pt x="504" y="1342"/>
                        <a:pt x="401" y="1302"/>
                        <a:pt x="297" y="1259"/>
                      </a:cubicBezTo>
                      <a:cubicBezTo>
                        <a:pt x="282" y="1253"/>
                        <a:pt x="282" y="1253"/>
                        <a:pt x="207" y="1224"/>
                      </a:cubicBezTo>
                      <a:cubicBezTo>
                        <a:pt x="127" y="1186"/>
                        <a:pt x="127" y="1186"/>
                        <a:pt x="11" y="1081"/>
                      </a:cubicBezTo>
                      <a:cubicBezTo>
                        <a:pt x="0" y="980"/>
                        <a:pt x="0" y="980"/>
                        <a:pt x="4" y="866"/>
                      </a:cubicBezTo>
                      <a:cubicBezTo>
                        <a:pt x="5" y="829"/>
                        <a:pt x="6" y="791"/>
                        <a:pt x="7" y="752"/>
                      </a:cubicBezTo>
                      <a:cubicBezTo>
                        <a:pt x="9" y="723"/>
                        <a:pt x="10" y="694"/>
                        <a:pt x="11" y="664"/>
                      </a:cubicBezTo>
                      <a:cubicBezTo>
                        <a:pt x="39" y="665"/>
                        <a:pt x="67" y="665"/>
                        <a:pt x="96" y="666"/>
                      </a:cubicBezTo>
                      <a:cubicBezTo>
                        <a:pt x="783" y="675"/>
                        <a:pt x="1470" y="682"/>
                        <a:pt x="2158" y="686"/>
                      </a:cubicBezTo>
                      <a:cubicBezTo>
                        <a:pt x="2490" y="688"/>
                        <a:pt x="2822" y="691"/>
                        <a:pt x="3154" y="696"/>
                      </a:cubicBezTo>
                      <a:cubicBezTo>
                        <a:pt x="3445" y="700"/>
                        <a:pt x="3735" y="703"/>
                        <a:pt x="4025" y="704"/>
                      </a:cubicBezTo>
                      <a:cubicBezTo>
                        <a:pt x="4178" y="704"/>
                        <a:pt x="4331" y="705"/>
                        <a:pt x="4484" y="709"/>
                      </a:cubicBezTo>
                      <a:cubicBezTo>
                        <a:pt x="5247" y="723"/>
                        <a:pt x="6128" y="712"/>
                        <a:pt x="6748" y="189"/>
                      </a:cubicBezTo>
                      <a:cubicBezTo>
                        <a:pt x="6895" y="37"/>
                        <a:pt x="6895" y="37"/>
                        <a:pt x="6999" y="9"/>
                      </a:cubicBezTo>
                      <a:close/>
                    </a:path>
                  </a:pathLst>
                </a:custGeom>
                <a:solidFill>
                  <a:srgbClr val="367BF4"/>
                </a:solidFill>
                <a:ln w="2646" cap="flat">
                  <a:noFill/>
                </a:ln>
              </p:spPr>
            </p:sp>
            <p:sp>
              <p:nvSpPr>
                <p:cNvPr id="1423" name="ICON_PSD_PLOT_path_035"/>
                <p:cNvSpPr/>
                <p:nvPr/>
              </p:nvSpPr>
              <p:spPr>
                <a:xfrm>
                  <a:off x="10707245" y="3479141"/>
                  <a:ext cx="8797" cy="2250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93" h="17719" fill="norm" stroke="0">
                      <a:moveTo>
                        <a:pt x="355" y="0"/>
                      </a:moveTo>
                      <a:cubicBezTo>
                        <a:pt x="387" y="3"/>
                        <a:pt x="419" y="7"/>
                        <a:pt x="451" y="10"/>
                      </a:cubicBezTo>
                      <a:cubicBezTo>
                        <a:pt x="630" y="1631"/>
                        <a:pt x="683" y="3246"/>
                        <a:pt x="686" y="4876"/>
                      </a:cubicBezTo>
                      <a:cubicBezTo>
                        <a:pt x="686" y="5020"/>
                        <a:pt x="687" y="5164"/>
                        <a:pt x="688" y="5309"/>
                      </a:cubicBezTo>
                      <a:cubicBezTo>
                        <a:pt x="693" y="6326"/>
                        <a:pt x="664" y="7329"/>
                        <a:pt x="563" y="8341"/>
                      </a:cubicBezTo>
                      <a:cubicBezTo>
                        <a:pt x="462" y="9354"/>
                        <a:pt x="444" y="10345"/>
                        <a:pt x="484" y="11362"/>
                      </a:cubicBezTo>
                      <a:cubicBezTo>
                        <a:pt x="485" y="11395"/>
                        <a:pt x="487" y="11429"/>
                        <a:pt x="488" y="11463"/>
                      </a:cubicBezTo>
                      <a:cubicBezTo>
                        <a:pt x="506" y="11938"/>
                        <a:pt x="528" y="12414"/>
                        <a:pt x="551" y="12889"/>
                      </a:cubicBezTo>
                      <a:cubicBezTo>
                        <a:pt x="574" y="13371"/>
                        <a:pt x="596" y="13853"/>
                        <a:pt x="615" y="14335"/>
                      </a:cubicBezTo>
                      <a:cubicBezTo>
                        <a:pt x="621" y="14496"/>
                        <a:pt x="629" y="14656"/>
                        <a:pt x="637" y="14817"/>
                      </a:cubicBezTo>
                      <a:cubicBezTo>
                        <a:pt x="671" y="15469"/>
                        <a:pt x="675" y="16109"/>
                        <a:pt x="596" y="16759"/>
                      </a:cubicBezTo>
                      <a:cubicBezTo>
                        <a:pt x="588" y="16824"/>
                        <a:pt x="581" y="16888"/>
                        <a:pt x="574" y="16953"/>
                      </a:cubicBezTo>
                      <a:cubicBezTo>
                        <a:pt x="564" y="17043"/>
                        <a:pt x="552" y="17131"/>
                        <a:pt x="539" y="17221"/>
                      </a:cubicBezTo>
                      <a:cubicBezTo>
                        <a:pt x="532" y="17272"/>
                        <a:pt x="525" y="17323"/>
                        <a:pt x="519" y="17375"/>
                      </a:cubicBezTo>
                      <a:cubicBezTo>
                        <a:pt x="416" y="17581"/>
                        <a:pt x="241" y="17636"/>
                        <a:pt x="35" y="17719"/>
                      </a:cubicBezTo>
                      <a:cubicBezTo>
                        <a:pt x="30" y="15523"/>
                        <a:pt x="26" y="13327"/>
                        <a:pt x="24" y="11131"/>
                      </a:cubicBezTo>
                      <a:cubicBezTo>
                        <a:pt x="24" y="10872"/>
                        <a:pt x="24" y="10613"/>
                        <a:pt x="23" y="10354"/>
                      </a:cubicBezTo>
                      <a:cubicBezTo>
                        <a:pt x="23" y="10328"/>
                        <a:pt x="23" y="10302"/>
                        <a:pt x="23" y="10276"/>
                      </a:cubicBezTo>
                      <a:cubicBezTo>
                        <a:pt x="23" y="9414"/>
                        <a:pt x="21" y="8552"/>
                        <a:pt x="19" y="7690"/>
                      </a:cubicBezTo>
                      <a:cubicBezTo>
                        <a:pt x="17" y="6833"/>
                        <a:pt x="16" y="5976"/>
                        <a:pt x="15" y="5118"/>
                      </a:cubicBezTo>
                      <a:cubicBezTo>
                        <a:pt x="15" y="4589"/>
                        <a:pt x="14" y="4060"/>
                        <a:pt x="12" y="3531"/>
                      </a:cubicBezTo>
                      <a:cubicBezTo>
                        <a:pt x="11" y="3168"/>
                        <a:pt x="11" y="2805"/>
                        <a:pt x="11" y="2442"/>
                      </a:cubicBezTo>
                      <a:cubicBezTo>
                        <a:pt x="11" y="2233"/>
                        <a:pt x="11" y="2024"/>
                        <a:pt x="10" y="1815"/>
                      </a:cubicBezTo>
                      <a:cubicBezTo>
                        <a:pt x="9" y="1623"/>
                        <a:pt x="9" y="1431"/>
                        <a:pt x="10" y="1239"/>
                      </a:cubicBezTo>
                      <a:cubicBezTo>
                        <a:pt x="10" y="1170"/>
                        <a:pt x="10" y="1101"/>
                        <a:pt x="9" y="1031"/>
                      </a:cubicBezTo>
                      <a:cubicBezTo>
                        <a:pt x="0" y="33"/>
                        <a:pt x="0" y="33"/>
                        <a:pt x="355" y="0"/>
                      </a:cubicBezTo>
                      <a:close/>
                    </a:path>
                  </a:pathLst>
                </a:custGeom>
                <a:solidFill>
                  <a:srgbClr val="EAF0FB"/>
                </a:solidFill>
                <a:ln w="2646" cap="flat">
                  <a:noFill/>
                </a:ln>
              </p:spPr>
            </p:sp>
            <p:sp>
              <p:nvSpPr>
                <p:cNvPr id="1424" name="ICON_PSD_PLOT_path_036"/>
                <p:cNvSpPr/>
                <p:nvPr/>
              </p:nvSpPr>
              <p:spPr>
                <a:xfrm>
                  <a:off x="10892896" y="3894667"/>
                  <a:ext cx="76996" cy="3704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063" h="2917" fill="norm" stroke="0">
                      <a:moveTo>
                        <a:pt x="0" y="0"/>
                      </a:moveTo>
                      <a:cubicBezTo>
                        <a:pt x="138" y="137"/>
                        <a:pt x="275" y="275"/>
                        <a:pt x="417" y="417"/>
                      </a:cubicBezTo>
                      <a:cubicBezTo>
                        <a:pt x="606" y="429"/>
                        <a:pt x="713" y="423"/>
                        <a:pt x="891" y="382"/>
                      </a:cubicBezTo>
                      <a:cubicBezTo>
                        <a:pt x="982" y="368"/>
                        <a:pt x="1072" y="353"/>
                        <a:pt x="1163" y="339"/>
                      </a:cubicBezTo>
                      <a:cubicBezTo>
                        <a:pt x="1305" y="313"/>
                        <a:pt x="1445" y="286"/>
                        <a:pt x="1586" y="257"/>
                      </a:cubicBezTo>
                      <a:cubicBezTo>
                        <a:pt x="2345" y="105"/>
                        <a:pt x="2345" y="105"/>
                        <a:pt x="2603" y="277"/>
                      </a:cubicBezTo>
                      <a:cubicBezTo>
                        <a:pt x="2986" y="642"/>
                        <a:pt x="3221" y="1155"/>
                        <a:pt x="3333" y="1667"/>
                      </a:cubicBezTo>
                      <a:cubicBezTo>
                        <a:pt x="3355" y="1662"/>
                        <a:pt x="3377" y="1658"/>
                        <a:pt x="3399" y="1653"/>
                      </a:cubicBezTo>
                      <a:cubicBezTo>
                        <a:pt x="5040" y="1322"/>
                        <a:pt x="5040" y="1322"/>
                        <a:pt x="5452" y="1567"/>
                      </a:cubicBezTo>
                      <a:cubicBezTo>
                        <a:pt x="5704" y="1751"/>
                        <a:pt x="5922" y="2002"/>
                        <a:pt x="6042" y="2292"/>
                      </a:cubicBezTo>
                      <a:cubicBezTo>
                        <a:pt x="6063" y="2435"/>
                        <a:pt x="6062" y="2565"/>
                        <a:pt x="6042" y="2708"/>
                      </a:cubicBezTo>
                      <a:cubicBezTo>
                        <a:pt x="5999" y="2707"/>
                        <a:pt x="5956" y="2706"/>
                        <a:pt x="5912" y="2705"/>
                      </a:cubicBezTo>
                      <a:cubicBezTo>
                        <a:pt x="4892" y="2681"/>
                        <a:pt x="3921" y="2738"/>
                        <a:pt x="2917" y="2917"/>
                      </a:cubicBezTo>
                      <a:cubicBezTo>
                        <a:pt x="2920" y="2873"/>
                        <a:pt x="2924" y="2829"/>
                        <a:pt x="2927" y="2784"/>
                      </a:cubicBezTo>
                      <a:cubicBezTo>
                        <a:pt x="2937" y="2616"/>
                        <a:pt x="2938" y="2459"/>
                        <a:pt x="2917" y="2292"/>
                      </a:cubicBezTo>
                      <a:cubicBezTo>
                        <a:pt x="2820" y="2205"/>
                        <a:pt x="2745" y="2187"/>
                        <a:pt x="2617" y="2175"/>
                      </a:cubicBezTo>
                      <a:cubicBezTo>
                        <a:pt x="2498" y="2159"/>
                        <a:pt x="2397" y="2142"/>
                        <a:pt x="2292" y="2083"/>
                      </a:cubicBezTo>
                      <a:cubicBezTo>
                        <a:pt x="2246" y="1987"/>
                        <a:pt x="2246" y="1987"/>
                        <a:pt x="2205" y="1874"/>
                      </a:cubicBezTo>
                      <a:cubicBezTo>
                        <a:pt x="2112" y="1678"/>
                        <a:pt x="2112" y="1678"/>
                        <a:pt x="1992" y="1630"/>
                      </a:cubicBezTo>
                      <a:cubicBezTo>
                        <a:pt x="1877" y="1618"/>
                        <a:pt x="1769" y="1620"/>
                        <a:pt x="1653" y="1626"/>
                      </a:cubicBezTo>
                      <a:cubicBezTo>
                        <a:pt x="1632" y="1626"/>
                        <a:pt x="1632" y="1626"/>
                        <a:pt x="1528" y="1628"/>
                      </a:cubicBezTo>
                      <a:cubicBezTo>
                        <a:pt x="1396" y="1630"/>
                        <a:pt x="1264" y="1635"/>
                        <a:pt x="1133" y="1641"/>
                      </a:cubicBezTo>
                      <a:cubicBezTo>
                        <a:pt x="1043" y="1643"/>
                        <a:pt x="954" y="1645"/>
                        <a:pt x="865" y="1646"/>
                      </a:cubicBezTo>
                      <a:cubicBezTo>
                        <a:pt x="646" y="1651"/>
                        <a:pt x="427" y="1659"/>
                        <a:pt x="208" y="1667"/>
                      </a:cubicBezTo>
                      <a:cubicBezTo>
                        <a:pt x="140" y="1117"/>
                        <a:pt x="71" y="567"/>
                        <a:pt x="0" y="0"/>
                      </a:cubicBezTo>
                      <a:close/>
                    </a:path>
                  </a:pathLst>
                </a:custGeom>
                <a:solidFill>
                  <a:srgbClr val="2B6CF5"/>
                </a:solidFill>
                <a:ln w="2646" cap="flat">
                  <a:noFill/>
                </a:ln>
              </p:spPr>
            </p:sp>
            <p:sp>
              <p:nvSpPr>
                <p:cNvPr id="1425" name="ICON_PSD_PLOT_path_037"/>
                <p:cNvSpPr/>
                <p:nvPr/>
              </p:nvSpPr>
              <p:spPr>
                <a:xfrm>
                  <a:off x="10419292" y="3476625"/>
                  <a:ext cx="9049" cy="16404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12" h="12917" fill="norm" stroke="0">
                      <a:moveTo>
                        <a:pt x="0" y="0"/>
                      </a:moveTo>
                      <a:cubicBezTo>
                        <a:pt x="206" y="69"/>
                        <a:pt x="413" y="137"/>
                        <a:pt x="625" y="208"/>
                      </a:cubicBezTo>
                      <a:cubicBezTo>
                        <a:pt x="712" y="548"/>
                        <a:pt x="712" y="548"/>
                        <a:pt x="707" y="699"/>
                      </a:cubicBezTo>
                      <a:cubicBezTo>
                        <a:pt x="707" y="732"/>
                        <a:pt x="706" y="766"/>
                        <a:pt x="705" y="800"/>
                      </a:cubicBezTo>
                      <a:cubicBezTo>
                        <a:pt x="704" y="835"/>
                        <a:pt x="703" y="869"/>
                        <a:pt x="702" y="905"/>
                      </a:cubicBezTo>
                      <a:cubicBezTo>
                        <a:pt x="703" y="978"/>
                        <a:pt x="704" y="1051"/>
                        <a:pt x="705" y="1123"/>
                      </a:cubicBezTo>
                      <a:cubicBezTo>
                        <a:pt x="707" y="1322"/>
                        <a:pt x="705" y="1521"/>
                        <a:pt x="702" y="1720"/>
                      </a:cubicBezTo>
                      <a:cubicBezTo>
                        <a:pt x="700" y="1931"/>
                        <a:pt x="701" y="2142"/>
                        <a:pt x="701" y="2354"/>
                      </a:cubicBezTo>
                      <a:cubicBezTo>
                        <a:pt x="702" y="2761"/>
                        <a:pt x="699" y="3168"/>
                        <a:pt x="694" y="3576"/>
                      </a:cubicBezTo>
                      <a:cubicBezTo>
                        <a:pt x="691" y="3903"/>
                        <a:pt x="689" y="4230"/>
                        <a:pt x="688" y="4556"/>
                      </a:cubicBezTo>
                      <a:cubicBezTo>
                        <a:pt x="676" y="7361"/>
                        <a:pt x="577" y="10134"/>
                        <a:pt x="208" y="12917"/>
                      </a:cubicBezTo>
                      <a:cubicBezTo>
                        <a:pt x="140" y="12917"/>
                        <a:pt x="71" y="12917"/>
                        <a:pt x="0" y="12917"/>
                      </a:cubicBezTo>
                      <a:cubicBezTo>
                        <a:pt x="0" y="8654"/>
                        <a:pt x="0" y="4392"/>
                        <a:pt x="0" y="0"/>
                      </a:cubicBezTo>
                      <a:close/>
                    </a:path>
                  </a:pathLst>
                </a:custGeom>
                <a:solidFill>
                  <a:srgbClr val="89888A"/>
                </a:solidFill>
                <a:ln w="2646" cap="flat">
                  <a:noFill/>
                </a:ln>
              </p:spPr>
            </p:sp>
            <p:sp>
              <p:nvSpPr>
                <p:cNvPr id="1426" name="ICON_PSD_PLOT_path_038"/>
                <p:cNvSpPr/>
                <p:nvPr/>
              </p:nvSpPr>
              <p:spPr>
                <a:xfrm>
                  <a:off x="10766827" y="3579476"/>
                  <a:ext cx="89027" cy="7441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10" h="5860" fill="norm" stroke="0">
                      <a:moveTo>
                        <a:pt x="6828" y="0"/>
                      </a:moveTo>
                      <a:cubicBezTo>
                        <a:pt x="6934" y="12"/>
                        <a:pt x="6934" y="12"/>
                        <a:pt x="7010" y="26"/>
                      </a:cubicBezTo>
                      <a:cubicBezTo>
                        <a:pt x="6945" y="498"/>
                        <a:pt x="6844" y="879"/>
                        <a:pt x="6502" y="1224"/>
                      </a:cubicBezTo>
                      <a:cubicBezTo>
                        <a:pt x="6489" y="1238"/>
                        <a:pt x="6489" y="1238"/>
                        <a:pt x="6425" y="1305"/>
                      </a:cubicBezTo>
                      <a:cubicBezTo>
                        <a:pt x="6269" y="1449"/>
                        <a:pt x="6163" y="1500"/>
                        <a:pt x="5948" y="1501"/>
                      </a:cubicBezTo>
                      <a:cubicBezTo>
                        <a:pt x="5885" y="1497"/>
                        <a:pt x="5822" y="1492"/>
                        <a:pt x="5760" y="1485"/>
                      </a:cubicBezTo>
                      <a:cubicBezTo>
                        <a:pt x="5766" y="1510"/>
                        <a:pt x="5771" y="1535"/>
                        <a:pt x="5777" y="1560"/>
                      </a:cubicBezTo>
                      <a:cubicBezTo>
                        <a:pt x="5793" y="1687"/>
                        <a:pt x="5791" y="1777"/>
                        <a:pt x="5760" y="1901"/>
                      </a:cubicBezTo>
                      <a:cubicBezTo>
                        <a:pt x="5641" y="2055"/>
                        <a:pt x="5503" y="2171"/>
                        <a:pt x="5349" y="2289"/>
                      </a:cubicBezTo>
                      <a:cubicBezTo>
                        <a:pt x="5279" y="2344"/>
                        <a:pt x="5211" y="2401"/>
                        <a:pt x="5144" y="2459"/>
                      </a:cubicBezTo>
                      <a:cubicBezTo>
                        <a:pt x="5098" y="2495"/>
                        <a:pt x="5053" y="2531"/>
                        <a:pt x="5007" y="2567"/>
                      </a:cubicBezTo>
                      <a:cubicBezTo>
                        <a:pt x="4988" y="2584"/>
                        <a:pt x="4968" y="2601"/>
                        <a:pt x="4948" y="2618"/>
                      </a:cubicBezTo>
                      <a:cubicBezTo>
                        <a:pt x="4676" y="2819"/>
                        <a:pt x="4465" y="2735"/>
                        <a:pt x="4093" y="2735"/>
                      </a:cubicBezTo>
                      <a:cubicBezTo>
                        <a:pt x="4093" y="3285"/>
                        <a:pt x="4093" y="3835"/>
                        <a:pt x="4093" y="4401"/>
                      </a:cubicBezTo>
                      <a:cubicBezTo>
                        <a:pt x="3956" y="4401"/>
                        <a:pt x="3818" y="4401"/>
                        <a:pt x="3677" y="4401"/>
                      </a:cubicBezTo>
                      <a:cubicBezTo>
                        <a:pt x="3814" y="4883"/>
                        <a:pt x="3952" y="5364"/>
                        <a:pt x="4093" y="5860"/>
                      </a:cubicBezTo>
                      <a:cubicBezTo>
                        <a:pt x="3468" y="5443"/>
                        <a:pt x="3468" y="5443"/>
                        <a:pt x="3411" y="5180"/>
                      </a:cubicBezTo>
                      <a:cubicBezTo>
                        <a:pt x="3416" y="5081"/>
                        <a:pt x="3425" y="4983"/>
                        <a:pt x="3437" y="4885"/>
                      </a:cubicBezTo>
                      <a:cubicBezTo>
                        <a:pt x="3440" y="4831"/>
                        <a:pt x="3443" y="4778"/>
                        <a:pt x="3445" y="4725"/>
                      </a:cubicBezTo>
                      <a:cubicBezTo>
                        <a:pt x="3457" y="4500"/>
                        <a:pt x="3476" y="4275"/>
                        <a:pt x="3497" y="4051"/>
                      </a:cubicBezTo>
                      <a:cubicBezTo>
                        <a:pt x="3584" y="3069"/>
                        <a:pt x="3584" y="3069"/>
                        <a:pt x="3308" y="2685"/>
                      </a:cubicBezTo>
                      <a:cubicBezTo>
                        <a:pt x="2919" y="2234"/>
                        <a:pt x="2474" y="1955"/>
                        <a:pt x="1880" y="1901"/>
                      </a:cubicBezTo>
                      <a:cubicBezTo>
                        <a:pt x="1864" y="1900"/>
                        <a:pt x="1864" y="1900"/>
                        <a:pt x="1783" y="1890"/>
                      </a:cubicBezTo>
                      <a:cubicBezTo>
                        <a:pt x="1544" y="1865"/>
                        <a:pt x="1297" y="1839"/>
                        <a:pt x="1077" y="1954"/>
                      </a:cubicBezTo>
                      <a:cubicBezTo>
                        <a:pt x="887" y="2142"/>
                        <a:pt x="837" y="2401"/>
                        <a:pt x="779" y="2655"/>
                      </a:cubicBezTo>
                      <a:cubicBezTo>
                        <a:pt x="734" y="2843"/>
                        <a:pt x="678" y="3029"/>
                        <a:pt x="624" y="3215"/>
                      </a:cubicBezTo>
                      <a:cubicBezTo>
                        <a:pt x="576" y="3382"/>
                        <a:pt x="530" y="3549"/>
                        <a:pt x="488" y="3717"/>
                      </a:cubicBezTo>
                      <a:cubicBezTo>
                        <a:pt x="480" y="3748"/>
                        <a:pt x="472" y="3780"/>
                        <a:pt x="464" y="3812"/>
                      </a:cubicBezTo>
                      <a:cubicBezTo>
                        <a:pt x="448" y="3872"/>
                        <a:pt x="434" y="3932"/>
                        <a:pt x="420" y="3992"/>
                      </a:cubicBezTo>
                      <a:cubicBezTo>
                        <a:pt x="399" y="4073"/>
                        <a:pt x="399" y="4073"/>
                        <a:pt x="343" y="4193"/>
                      </a:cubicBezTo>
                      <a:cubicBezTo>
                        <a:pt x="233" y="4211"/>
                        <a:pt x="233" y="4211"/>
                        <a:pt x="135" y="4193"/>
                      </a:cubicBezTo>
                      <a:cubicBezTo>
                        <a:pt x="50" y="3439"/>
                        <a:pt x="0" y="2686"/>
                        <a:pt x="486" y="2056"/>
                      </a:cubicBezTo>
                      <a:cubicBezTo>
                        <a:pt x="742" y="1755"/>
                        <a:pt x="1023" y="1655"/>
                        <a:pt x="1412" y="1622"/>
                      </a:cubicBezTo>
                      <a:cubicBezTo>
                        <a:pt x="2192" y="1581"/>
                        <a:pt x="2928" y="1687"/>
                        <a:pt x="3677" y="1901"/>
                      </a:cubicBezTo>
                      <a:cubicBezTo>
                        <a:pt x="3686" y="1869"/>
                        <a:pt x="3696" y="1838"/>
                        <a:pt x="3706" y="1805"/>
                      </a:cubicBezTo>
                      <a:cubicBezTo>
                        <a:pt x="3749" y="1671"/>
                        <a:pt x="3788" y="1588"/>
                        <a:pt x="3885" y="1485"/>
                      </a:cubicBezTo>
                      <a:cubicBezTo>
                        <a:pt x="4098" y="1446"/>
                        <a:pt x="4296" y="1460"/>
                        <a:pt x="4510" y="1485"/>
                      </a:cubicBezTo>
                      <a:cubicBezTo>
                        <a:pt x="4506" y="1457"/>
                        <a:pt x="4502" y="1428"/>
                        <a:pt x="4498" y="1399"/>
                      </a:cubicBezTo>
                      <a:cubicBezTo>
                        <a:pt x="4488" y="1282"/>
                        <a:pt x="4486" y="1184"/>
                        <a:pt x="4510" y="1068"/>
                      </a:cubicBezTo>
                      <a:cubicBezTo>
                        <a:pt x="4611" y="973"/>
                        <a:pt x="4729" y="944"/>
                        <a:pt x="4860" y="905"/>
                      </a:cubicBezTo>
                      <a:cubicBezTo>
                        <a:pt x="4896" y="893"/>
                        <a:pt x="4932" y="881"/>
                        <a:pt x="4969" y="868"/>
                      </a:cubicBezTo>
                      <a:cubicBezTo>
                        <a:pt x="5085" y="829"/>
                        <a:pt x="5201" y="792"/>
                        <a:pt x="5317" y="756"/>
                      </a:cubicBezTo>
                      <a:cubicBezTo>
                        <a:pt x="5469" y="707"/>
                        <a:pt x="5621" y="658"/>
                        <a:pt x="5771" y="606"/>
                      </a:cubicBezTo>
                      <a:cubicBezTo>
                        <a:pt x="5808" y="594"/>
                        <a:pt x="5844" y="581"/>
                        <a:pt x="5882" y="568"/>
                      </a:cubicBezTo>
                      <a:cubicBezTo>
                        <a:pt x="6164" y="465"/>
                        <a:pt x="6309" y="338"/>
                        <a:pt x="6503" y="108"/>
                      </a:cubicBezTo>
                      <a:cubicBezTo>
                        <a:pt x="6616" y="6"/>
                        <a:pt x="6678" y="0"/>
                        <a:pt x="6828" y="0"/>
                      </a:cubicBezTo>
                      <a:close/>
                    </a:path>
                  </a:pathLst>
                </a:custGeom>
                <a:solidFill>
                  <a:srgbClr val="9FB0D3"/>
                </a:solidFill>
                <a:ln w="2646" cap="flat">
                  <a:noFill/>
                </a:ln>
              </p:spPr>
            </p:sp>
            <p:sp>
              <p:nvSpPr>
                <p:cNvPr id="1427" name="ICON_PSD_PLOT_path_039"/>
                <p:cNvSpPr/>
                <p:nvPr/>
              </p:nvSpPr>
              <p:spPr>
                <a:xfrm>
                  <a:off x="11183938" y="3951229"/>
                  <a:ext cx="201271" cy="3126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848" h="2462" fill="norm" stroke="0">
                      <a:moveTo>
                        <a:pt x="6042" y="130"/>
                      </a:moveTo>
                      <a:cubicBezTo>
                        <a:pt x="6888" y="0"/>
                        <a:pt x="6888" y="0"/>
                        <a:pt x="7206" y="211"/>
                      </a:cubicBezTo>
                      <a:cubicBezTo>
                        <a:pt x="7304" y="300"/>
                        <a:pt x="7398" y="391"/>
                        <a:pt x="7492" y="484"/>
                      </a:cubicBezTo>
                      <a:cubicBezTo>
                        <a:pt x="8001" y="980"/>
                        <a:pt x="8461" y="1072"/>
                        <a:pt x="9154" y="1068"/>
                      </a:cubicBezTo>
                      <a:cubicBezTo>
                        <a:pt x="9248" y="1066"/>
                        <a:pt x="9342" y="1064"/>
                        <a:pt x="9437" y="1061"/>
                      </a:cubicBezTo>
                      <a:cubicBezTo>
                        <a:pt x="9602" y="1058"/>
                        <a:pt x="9767" y="1058"/>
                        <a:pt x="9933" y="1058"/>
                      </a:cubicBezTo>
                      <a:cubicBezTo>
                        <a:pt x="10209" y="1058"/>
                        <a:pt x="10485" y="1054"/>
                        <a:pt x="10762" y="1049"/>
                      </a:cubicBezTo>
                      <a:cubicBezTo>
                        <a:pt x="11080" y="1042"/>
                        <a:pt x="11399" y="1040"/>
                        <a:pt x="11717" y="1040"/>
                      </a:cubicBezTo>
                      <a:cubicBezTo>
                        <a:pt x="12059" y="1040"/>
                        <a:pt x="12401" y="1038"/>
                        <a:pt x="12743" y="1034"/>
                      </a:cubicBezTo>
                      <a:cubicBezTo>
                        <a:pt x="12840" y="1033"/>
                        <a:pt x="12938" y="1033"/>
                        <a:pt x="13036" y="1033"/>
                      </a:cubicBezTo>
                      <a:cubicBezTo>
                        <a:pt x="13189" y="1032"/>
                        <a:pt x="13342" y="1029"/>
                        <a:pt x="13496" y="1025"/>
                      </a:cubicBezTo>
                      <a:cubicBezTo>
                        <a:pt x="13552" y="1024"/>
                        <a:pt x="13608" y="1024"/>
                        <a:pt x="13664" y="1024"/>
                      </a:cubicBezTo>
                      <a:cubicBezTo>
                        <a:pt x="13941" y="1025"/>
                        <a:pt x="14141" y="1012"/>
                        <a:pt x="14347" y="812"/>
                      </a:cubicBezTo>
                      <a:cubicBezTo>
                        <a:pt x="14399" y="756"/>
                        <a:pt x="14448" y="698"/>
                        <a:pt x="14497" y="640"/>
                      </a:cubicBezTo>
                      <a:cubicBezTo>
                        <a:pt x="14585" y="545"/>
                        <a:pt x="14620" y="515"/>
                        <a:pt x="14745" y="499"/>
                      </a:cubicBezTo>
                      <a:cubicBezTo>
                        <a:pt x="14796" y="501"/>
                        <a:pt x="14846" y="503"/>
                        <a:pt x="14897" y="506"/>
                      </a:cubicBezTo>
                      <a:cubicBezTo>
                        <a:pt x="14925" y="506"/>
                        <a:pt x="14952" y="507"/>
                        <a:pt x="14980" y="507"/>
                      </a:cubicBezTo>
                      <a:cubicBezTo>
                        <a:pt x="15065" y="510"/>
                        <a:pt x="15149" y="515"/>
                        <a:pt x="15234" y="520"/>
                      </a:cubicBezTo>
                      <a:cubicBezTo>
                        <a:pt x="15293" y="522"/>
                        <a:pt x="15351" y="524"/>
                        <a:pt x="15409" y="526"/>
                      </a:cubicBezTo>
                      <a:cubicBezTo>
                        <a:pt x="15551" y="530"/>
                        <a:pt x="15692" y="538"/>
                        <a:pt x="15833" y="546"/>
                      </a:cubicBezTo>
                      <a:cubicBezTo>
                        <a:pt x="15848" y="644"/>
                        <a:pt x="15848" y="644"/>
                        <a:pt x="15833" y="755"/>
                      </a:cubicBezTo>
                      <a:cubicBezTo>
                        <a:pt x="15735" y="810"/>
                        <a:pt x="15735" y="810"/>
                        <a:pt x="15596" y="851"/>
                      </a:cubicBezTo>
                      <a:cubicBezTo>
                        <a:pt x="15571" y="859"/>
                        <a:pt x="15546" y="867"/>
                        <a:pt x="15520" y="876"/>
                      </a:cubicBezTo>
                      <a:cubicBezTo>
                        <a:pt x="15438" y="901"/>
                        <a:pt x="15356" y="926"/>
                        <a:pt x="15273" y="950"/>
                      </a:cubicBezTo>
                      <a:cubicBezTo>
                        <a:pt x="15168" y="982"/>
                        <a:pt x="15063" y="1014"/>
                        <a:pt x="14959" y="1047"/>
                      </a:cubicBezTo>
                      <a:cubicBezTo>
                        <a:pt x="14944" y="1051"/>
                        <a:pt x="14944" y="1051"/>
                        <a:pt x="14871" y="1073"/>
                      </a:cubicBezTo>
                      <a:cubicBezTo>
                        <a:pt x="14695" y="1128"/>
                        <a:pt x="14533" y="1194"/>
                        <a:pt x="14368" y="1277"/>
                      </a:cubicBezTo>
                      <a:cubicBezTo>
                        <a:pt x="13574" y="1661"/>
                        <a:pt x="12819" y="1646"/>
                        <a:pt x="11952" y="1629"/>
                      </a:cubicBezTo>
                      <a:cubicBezTo>
                        <a:pt x="11835" y="1627"/>
                        <a:pt x="11717" y="1626"/>
                        <a:pt x="11600" y="1625"/>
                      </a:cubicBezTo>
                      <a:cubicBezTo>
                        <a:pt x="10364" y="1615"/>
                        <a:pt x="9142" y="1553"/>
                        <a:pt x="7917" y="1380"/>
                      </a:cubicBezTo>
                      <a:cubicBezTo>
                        <a:pt x="7950" y="1552"/>
                        <a:pt x="8005" y="1667"/>
                        <a:pt x="8125" y="1796"/>
                      </a:cubicBezTo>
                      <a:cubicBezTo>
                        <a:pt x="8386" y="1927"/>
                        <a:pt x="8688" y="1971"/>
                        <a:pt x="8971" y="2031"/>
                      </a:cubicBezTo>
                      <a:cubicBezTo>
                        <a:pt x="9051" y="2049"/>
                        <a:pt x="9130" y="2067"/>
                        <a:pt x="9209" y="2085"/>
                      </a:cubicBezTo>
                      <a:cubicBezTo>
                        <a:pt x="9403" y="2130"/>
                        <a:pt x="9597" y="2172"/>
                        <a:pt x="9792" y="2213"/>
                      </a:cubicBezTo>
                      <a:cubicBezTo>
                        <a:pt x="9276" y="2373"/>
                        <a:pt x="8821" y="2462"/>
                        <a:pt x="8284" y="2382"/>
                      </a:cubicBezTo>
                      <a:cubicBezTo>
                        <a:pt x="8188" y="2369"/>
                        <a:pt x="8092" y="2360"/>
                        <a:pt x="7996" y="2352"/>
                      </a:cubicBezTo>
                      <a:cubicBezTo>
                        <a:pt x="7934" y="2344"/>
                        <a:pt x="7872" y="2336"/>
                        <a:pt x="7810" y="2327"/>
                      </a:cubicBezTo>
                      <a:cubicBezTo>
                        <a:pt x="7796" y="2326"/>
                        <a:pt x="7796" y="2326"/>
                        <a:pt x="7725" y="2321"/>
                      </a:cubicBezTo>
                      <a:cubicBezTo>
                        <a:pt x="7621" y="2302"/>
                        <a:pt x="7578" y="2286"/>
                        <a:pt x="7500" y="2213"/>
                      </a:cubicBezTo>
                      <a:cubicBezTo>
                        <a:pt x="7401" y="2016"/>
                        <a:pt x="7347" y="1800"/>
                        <a:pt x="7292" y="1588"/>
                      </a:cubicBezTo>
                      <a:cubicBezTo>
                        <a:pt x="7263" y="1600"/>
                        <a:pt x="7235" y="1613"/>
                        <a:pt x="7206" y="1626"/>
                      </a:cubicBezTo>
                      <a:cubicBezTo>
                        <a:pt x="5907" y="2161"/>
                        <a:pt x="4506" y="2054"/>
                        <a:pt x="3130" y="2035"/>
                      </a:cubicBezTo>
                      <a:cubicBezTo>
                        <a:pt x="2788" y="2030"/>
                        <a:pt x="2446" y="2028"/>
                        <a:pt x="2104" y="2026"/>
                      </a:cubicBezTo>
                      <a:cubicBezTo>
                        <a:pt x="1402" y="2021"/>
                        <a:pt x="701" y="2014"/>
                        <a:pt x="0" y="2005"/>
                      </a:cubicBezTo>
                      <a:cubicBezTo>
                        <a:pt x="0" y="1936"/>
                        <a:pt x="0" y="1867"/>
                        <a:pt x="0" y="1796"/>
                      </a:cubicBezTo>
                      <a:cubicBezTo>
                        <a:pt x="29" y="1796"/>
                        <a:pt x="57" y="1795"/>
                        <a:pt x="87" y="1794"/>
                      </a:cubicBezTo>
                      <a:cubicBezTo>
                        <a:pt x="784" y="1777"/>
                        <a:pt x="1481" y="1758"/>
                        <a:pt x="2179" y="1736"/>
                      </a:cubicBezTo>
                      <a:cubicBezTo>
                        <a:pt x="2516" y="1726"/>
                        <a:pt x="2853" y="1716"/>
                        <a:pt x="3190" y="1708"/>
                      </a:cubicBezTo>
                      <a:cubicBezTo>
                        <a:pt x="3484" y="1701"/>
                        <a:pt x="3779" y="1693"/>
                        <a:pt x="4072" y="1683"/>
                      </a:cubicBezTo>
                      <a:cubicBezTo>
                        <a:pt x="4228" y="1678"/>
                        <a:pt x="4384" y="1673"/>
                        <a:pt x="4539" y="1671"/>
                      </a:cubicBezTo>
                      <a:cubicBezTo>
                        <a:pt x="4686" y="1668"/>
                        <a:pt x="4833" y="1663"/>
                        <a:pt x="4979" y="1657"/>
                      </a:cubicBezTo>
                      <a:cubicBezTo>
                        <a:pt x="5058" y="1654"/>
                        <a:pt x="5137" y="1654"/>
                        <a:pt x="5216" y="1653"/>
                      </a:cubicBezTo>
                      <a:cubicBezTo>
                        <a:pt x="5499" y="1639"/>
                        <a:pt x="5663" y="1588"/>
                        <a:pt x="5858" y="1378"/>
                      </a:cubicBezTo>
                      <a:cubicBezTo>
                        <a:pt x="5890" y="1341"/>
                        <a:pt x="5922" y="1303"/>
                        <a:pt x="5955" y="1265"/>
                      </a:cubicBezTo>
                      <a:cubicBezTo>
                        <a:pt x="6043" y="1170"/>
                        <a:pt x="6079" y="1140"/>
                        <a:pt x="6204" y="1124"/>
                      </a:cubicBezTo>
                      <a:cubicBezTo>
                        <a:pt x="6254" y="1126"/>
                        <a:pt x="6304" y="1128"/>
                        <a:pt x="6356" y="1131"/>
                      </a:cubicBezTo>
                      <a:cubicBezTo>
                        <a:pt x="6383" y="1131"/>
                        <a:pt x="6410" y="1132"/>
                        <a:pt x="6438" y="1132"/>
                      </a:cubicBezTo>
                      <a:cubicBezTo>
                        <a:pt x="6523" y="1135"/>
                        <a:pt x="6608" y="1140"/>
                        <a:pt x="6693" y="1145"/>
                      </a:cubicBezTo>
                      <a:cubicBezTo>
                        <a:pt x="6751" y="1147"/>
                        <a:pt x="6809" y="1149"/>
                        <a:pt x="6868" y="1151"/>
                      </a:cubicBezTo>
                      <a:cubicBezTo>
                        <a:pt x="7009" y="1155"/>
                        <a:pt x="7150" y="1163"/>
                        <a:pt x="7292" y="1171"/>
                      </a:cubicBezTo>
                      <a:cubicBezTo>
                        <a:pt x="7080" y="702"/>
                        <a:pt x="7080" y="702"/>
                        <a:pt x="6875" y="546"/>
                      </a:cubicBezTo>
                      <a:cubicBezTo>
                        <a:pt x="6605" y="468"/>
                        <a:pt x="6316" y="510"/>
                        <a:pt x="6042" y="546"/>
                      </a:cubicBezTo>
                      <a:cubicBezTo>
                        <a:pt x="6042" y="409"/>
                        <a:pt x="6042" y="271"/>
                        <a:pt x="6042" y="130"/>
                      </a:cubicBezTo>
                      <a:close/>
                    </a:path>
                  </a:pathLst>
                </a:custGeom>
                <a:solidFill>
                  <a:srgbClr val="9CBDF8"/>
                </a:solidFill>
                <a:ln w="2646" cap="flat">
                  <a:noFill/>
                </a:ln>
              </p:spPr>
            </p:sp>
            <p:sp>
              <p:nvSpPr>
                <p:cNvPr id="1428" name="ICON_PSD_PLOT_path_040"/>
                <p:cNvSpPr/>
                <p:nvPr/>
              </p:nvSpPr>
              <p:spPr>
                <a:xfrm>
                  <a:off x="11358562" y="4005422"/>
                  <a:ext cx="306917" cy="1889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4167" h="1488" fill="norm" stroke="0">
                      <a:moveTo>
                        <a:pt x="3252" y="5"/>
                      </a:moveTo>
                      <a:cubicBezTo>
                        <a:pt x="3530" y="6"/>
                        <a:pt x="3809" y="6"/>
                        <a:pt x="4087" y="5"/>
                      </a:cubicBezTo>
                      <a:cubicBezTo>
                        <a:pt x="4600" y="5"/>
                        <a:pt x="5113" y="6"/>
                        <a:pt x="5626" y="7"/>
                      </a:cubicBezTo>
                      <a:cubicBezTo>
                        <a:pt x="6134" y="8"/>
                        <a:pt x="6641" y="9"/>
                        <a:pt x="7148" y="9"/>
                      </a:cubicBezTo>
                      <a:cubicBezTo>
                        <a:pt x="7180" y="9"/>
                        <a:pt x="7211" y="9"/>
                        <a:pt x="7244" y="9"/>
                      </a:cubicBezTo>
                      <a:cubicBezTo>
                        <a:pt x="7405" y="9"/>
                        <a:pt x="7566" y="10"/>
                        <a:pt x="7727" y="10"/>
                      </a:cubicBezTo>
                      <a:cubicBezTo>
                        <a:pt x="8863" y="10"/>
                        <a:pt x="9999" y="11"/>
                        <a:pt x="11135" y="13"/>
                      </a:cubicBezTo>
                      <a:cubicBezTo>
                        <a:pt x="12238" y="15"/>
                        <a:pt x="13341" y="17"/>
                        <a:pt x="14444" y="18"/>
                      </a:cubicBezTo>
                      <a:cubicBezTo>
                        <a:pt x="14461" y="18"/>
                        <a:pt x="14461" y="18"/>
                        <a:pt x="14548" y="18"/>
                      </a:cubicBezTo>
                      <a:cubicBezTo>
                        <a:pt x="14890" y="18"/>
                        <a:pt x="15232" y="18"/>
                        <a:pt x="15574" y="19"/>
                      </a:cubicBezTo>
                      <a:cubicBezTo>
                        <a:pt x="16271" y="19"/>
                        <a:pt x="16968" y="20"/>
                        <a:pt x="17665" y="20"/>
                      </a:cubicBezTo>
                      <a:cubicBezTo>
                        <a:pt x="17697" y="20"/>
                        <a:pt x="17729" y="20"/>
                        <a:pt x="17762" y="20"/>
                      </a:cubicBezTo>
                      <a:cubicBezTo>
                        <a:pt x="19897" y="22"/>
                        <a:pt x="22032" y="26"/>
                        <a:pt x="24167" y="29"/>
                      </a:cubicBezTo>
                      <a:cubicBezTo>
                        <a:pt x="24167" y="98"/>
                        <a:pt x="24167" y="167"/>
                        <a:pt x="24167" y="238"/>
                      </a:cubicBezTo>
                      <a:cubicBezTo>
                        <a:pt x="16673" y="306"/>
                        <a:pt x="9179" y="375"/>
                        <a:pt x="1458" y="446"/>
                      </a:cubicBezTo>
                      <a:cubicBezTo>
                        <a:pt x="1390" y="790"/>
                        <a:pt x="1321" y="1133"/>
                        <a:pt x="1250" y="1488"/>
                      </a:cubicBezTo>
                      <a:cubicBezTo>
                        <a:pt x="906" y="1488"/>
                        <a:pt x="562" y="1488"/>
                        <a:pt x="208" y="1488"/>
                      </a:cubicBezTo>
                      <a:cubicBezTo>
                        <a:pt x="140" y="1075"/>
                        <a:pt x="71" y="663"/>
                        <a:pt x="0" y="238"/>
                      </a:cubicBezTo>
                      <a:cubicBezTo>
                        <a:pt x="1089" y="7"/>
                        <a:pt x="2142" y="0"/>
                        <a:pt x="3252" y="5"/>
                      </a:cubicBezTo>
                      <a:close/>
                    </a:path>
                  </a:pathLst>
                </a:custGeom>
                <a:solidFill>
                  <a:srgbClr val="A1A0A3"/>
                </a:solidFill>
                <a:ln w="2646" cap="flat">
                  <a:noFill/>
                </a:ln>
              </p:spPr>
            </p:sp>
            <p:sp>
              <p:nvSpPr>
                <p:cNvPr id="1429" name="ICON_PSD_PLOT_path_041"/>
                <p:cNvSpPr/>
                <p:nvPr/>
              </p:nvSpPr>
              <p:spPr>
                <a:xfrm>
                  <a:off x="10432521" y="4008438"/>
                  <a:ext cx="301927" cy="2411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3774" h="1899" fill="norm" stroke="0">
                      <a:moveTo>
                        <a:pt x="0" y="0"/>
                      </a:moveTo>
                      <a:cubicBezTo>
                        <a:pt x="7494" y="0"/>
                        <a:pt x="14987" y="0"/>
                        <a:pt x="22708" y="0"/>
                      </a:cubicBezTo>
                      <a:cubicBezTo>
                        <a:pt x="22708" y="413"/>
                        <a:pt x="22708" y="825"/>
                        <a:pt x="22708" y="1250"/>
                      </a:cubicBezTo>
                      <a:cubicBezTo>
                        <a:pt x="22983" y="1250"/>
                        <a:pt x="23258" y="1250"/>
                        <a:pt x="23542" y="1250"/>
                      </a:cubicBezTo>
                      <a:cubicBezTo>
                        <a:pt x="23542" y="906"/>
                        <a:pt x="23542" y="562"/>
                        <a:pt x="23542" y="208"/>
                      </a:cubicBezTo>
                      <a:cubicBezTo>
                        <a:pt x="23610" y="208"/>
                        <a:pt x="23679" y="208"/>
                        <a:pt x="23750" y="208"/>
                      </a:cubicBezTo>
                      <a:cubicBezTo>
                        <a:pt x="23755" y="412"/>
                        <a:pt x="23759" y="616"/>
                        <a:pt x="23761" y="820"/>
                      </a:cubicBezTo>
                      <a:cubicBezTo>
                        <a:pt x="23763" y="889"/>
                        <a:pt x="23764" y="959"/>
                        <a:pt x="23766" y="1028"/>
                      </a:cubicBezTo>
                      <a:cubicBezTo>
                        <a:pt x="23768" y="1128"/>
                        <a:pt x="23769" y="1228"/>
                        <a:pt x="23770" y="1327"/>
                      </a:cubicBezTo>
                      <a:cubicBezTo>
                        <a:pt x="23771" y="1358"/>
                        <a:pt x="23773" y="1389"/>
                        <a:pt x="23774" y="1421"/>
                      </a:cubicBezTo>
                      <a:cubicBezTo>
                        <a:pt x="23774" y="1585"/>
                        <a:pt x="23760" y="1652"/>
                        <a:pt x="23663" y="1791"/>
                      </a:cubicBezTo>
                      <a:cubicBezTo>
                        <a:pt x="23512" y="1895"/>
                        <a:pt x="23430" y="1899"/>
                        <a:pt x="23248" y="1895"/>
                      </a:cubicBezTo>
                      <a:cubicBezTo>
                        <a:pt x="23223" y="1895"/>
                        <a:pt x="23223" y="1895"/>
                        <a:pt x="23096" y="1894"/>
                      </a:cubicBezTo>
                      <a:cubicBezTo>
                        <a:pt x="23064" y="1893"/>
                        <a:pt x="23064" y="1893"/>
                        <a:pt x="22904" y="1888"/>
                      </a:cubicBezTo>
                      <a:cubicBezTo>
                        <a:pt x="22702" y="1884"/>
                        <a:pt x="22500" y="1879"/>
                        <a:pt x="22292" y="1875"/>
                      </a:cubicBezTo>
                      <a:cubicBezTo>
                        <a:pt x="22360" y="1325"/>
                        <a:pt x="22429" y="775"/>
                        <a:pt x="22500" y="208"/>
                      </a:cubicBezTo>
                      <a:cubicBezTo>
                        <a:pt x="15075" y="208"/>
                        <a:pt x="7650" y="208"/>
                        <a:pt x="0" y="208"/>
                      </a:cubicBezTo>
                      <a:cubicBezTo>
                        <a:pt x="0" y="140"/>
                        <a:pt x="0" y="71"/>
                        <a:pt x="0" y="0"/>
                      </a:cubicBezTo>
                      <a:close/>
                    </a:path>
                  </a:pathLst>
                </a:custGeom>
                <a:solidFill>
                  <a:srgbClr val="D1D0D2"/>
                </a:solidFill>
                <a:ln w="2646" cap="flat">
                  <a:noFill/>
                </a:ln>
              </p:spPr>
            </p:sp>
            <p:sp>
              <p:nvSpPr>
                <p:cNvPr id="1430" name="ICON_PSD_PLOT_path_042"/>
                <p:cNvSpPr/>
                <p:nvPr/>
              </p:nvSpPr>
              <p:spPr>
                <a:xfrm>
                  <a:off x="10720916" y="4005415"/>
                  <a:ext cx="317500" cy="1889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000" h="1488" fill="norm" stroke="0">
                      <a:moveTo>
                        <a:pt x="1851" y="5"/>
                      </a:moveTo>
                      <a:cubicBezTo>
                        <a:pt x="1951" y="5"/>
                        <a:pt x="2052" y="4"/>
                        <a:pt x="2152" y="4"/>
                      </a:cubicBezTo>
                      <a:cubicBezTo>
                        <a:pt x="2369" y="4"/>
                        <a:pt x="2586" y="4"/>
                        <a:pt x="2803" y="5"/>
                      </a:cubicBezTo>
                      <a:cubicBezTo>
                        <a:pt x="3125" y="6"/>
                        <a:pt x="3447" y="6"/>
                        <a:pt x="3770" y="6"/>
                      </a:cubicBezTo>
                      <a:cubicBezTo>
                        <a:pt x="4312" y="6"/>
                        <a:pt x="4855" y="6"/>
                        <a:pt x="5397" y="8"/>
                      </a:cubicBezTo>
                      <a:cubicBezTo>
                        <a:pt x="5934" y="9"/>
                        <a:pt x="6470" y="10"/>
                        <a:pt x="7007" y="10"/>
                      </a:cubicBezTo>
                      <a:cubicBezTo>
                        <a:pt x="7040" y="10"/>
                        <a:pt x="7074" y="10"/>
                        <a:pt x="7108" y="10"/>
                      </a:cubicBezTo>
                      <a:cubicBezTo>
                        <a:pt x="7278" y="10"/>
                        <a:pt x="7448" y="10"/>
                        <a:pt x="7618" y="10"/>
                      </a:cubicBezTo>
                      <a:cubicBezTo>
                        <a:pt x="8819" y="11"/>
                        <a:pt x="10020" y="12"/>
                        <a:pt x="11221" y="14"/>
                      </a:cubicBezTo>
                      <a:cubicBezTo>
                        <a:pt x="12388" y="16"/>
                        <a:pt x="13554" y="17"/>
                        <a:pt x="14721" y="18"/>
                      </a:cubicBezTo>
                      <a:cubicBezTo>
                        <a:pt x="14739" y="18"/>
                        <a:pt x="14739" y="18"/>
                        <a:pt x="14830" y="18"/>
                      </a:cubicBezTo>
                      <a:cubicBezTo>
                        <a:pt x="15191" y="19"/>
                        <a:pt x="15553" y="19"/>
                        <a:pt x="15914" y="19"/>
                      </a:cubicBezTo>
                      <a:cubicBezTo>
                        <a:pt x="16651" y="20"/>
                        <a:pt x="17387" y="20"/>
                        <a:pt x="18123" y="21"/>
                      </a:cubicBezTo>
                      <a:cubicBezTo>
                        <a:pt x="18157" y="21"/>
                        <a:pt x="18191" y="21"/>
                        <a:pt x="18226" y="21"/>
                      </a:cubicBezTo>
                      <a:cubicBezTo>
                        <a:pt x="20484" y="23"/>
                        <a:pt x="22742" y="26"/>
                        <a:pt x="25000" y="30"/>
                      </a:cubicBezTo>
                      <a:cubicBezTo>
                        <a:pt x="25000" y="98"/>
                        <a:pt x="25000" y="167"/>
                        <a:pt x="25000" y="238"/>
                      </a:cubicBezTo>
                      <a:cubicBezTo>
                        <a:pt x="21047" y="272"/>
                        <a:pt x="21047" y="272"/>
                        <a:pt x="1042" y="446"/>
                      </a:cubicBezTo>
                      <a:cubicBezTo>
                        <a:pt x="973" y="790"/>
                        <a:pt x="904" y="1134"/>
                        <a:pt x="833" y="1488"/>
                      </a:cubicBezTo>
                      <a:cubicBezTo>
                        <a:pt x="558" y="1488"/>
                        <a:pt x="283" y="1488"/>
                        <a:pt x="0" y="1488"/>
                      </a:cubicBezTo>
                      <a:cubicBezTo>
                        <a:pt x="0" y="1075"/>
                        <a:pt x="0" y="663"/>
                        <a:pt x="0" y="238"/>
                      </a:cubicBezTo>
                      <a:cubicBezTo>
                        <a:pt x="635" y="54"/>
                        <a:pt x="1193" y="0"/>
                        <a:pt x="1851" y="5"/>
                      </a:cubicBezTo>
                      <a:close/>
                    </a:path>
                  </a:pathLst>
                </a:custGeom>
                <a:solidFill>
                  <a:srgbClr val="9A9A9D"/>
                </a:solidFill>
                <a:ln w="2646" cap="flat">
                  <a:noFill/>
                </a:ln>
              </p:spPr>
            </p:sp>
            <p:sp>
              <p:nvSpPr>
                <p:cNvPr id="1431" name="ICON_PSD_PLOT_path_043"/>
                <p:cNvSpPr/>
                <p:nvPr/>
              </p:nvSpPr>
              <p:spPr>
                <a:xfrm>
                  <a:off x="11107208" y="3946166"/>
                  <a:ext cx="150812" cy="2860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875" h="2253" fill="norm" stroke="0">
                      <a:moveTo>
                        <a:pt x="1667" y="20"/>
                      </a:moveTo>
                      <a:cubicBezTo>
                        <a:pt x="1694" y="18"/>
                        <a:pt x="1721" y="15"/>
                        <a:pt x="1750" y="13"/>
                      </a:cubicBezTo>
                      <a:cubicBezTo>
                        <a:pt x="1777" y="11"/>
                        <a:pt x="1804" y="9"/>
                        <a:pt x="1832" y="6"/>
                      </a:cubicBezTo>
                      <a:cubicBezTo>
                        <a:pt x="1844" y="5"/>
                        <a:pt x="1844" y="5"/>
                        <a:pt x="1904" y="0"/>
                      </a:cubicBezTo>
                      <a:cubicBezTo>
                        <a:pt x="2048" y="13"/>
                        <a:pt x="2170" y="31"/>
                        <a:pt x="2292" y="112"/>
                      </a:cubicBezTo>
                      <a:cubicBezTo>
                        <a:pt x="2348" y="209"/>
                        <a:pt x="2383" y="306"/>
                        <a:pt x="2421" y="411"/>
                      </a:cubicBezTo>
                      <a:cubicBezTo>
                        <a:pt x="2591" y="877"/>
                        <a:pt x="2591" y="877"/>
                        <a:pt x="2795" y="995"/>
                      </a:cubicBezTo>
                      <a:cubicBezTo>
                        <a:pt x="3056" y="1075"/>
                        <a:pt x="3327" y="1062"/>
                        <a:pt x="3597" y="1059"/>
                      </a:cubicBezTo>
                      <a:cubicBezTo>
                        <a:pt x="3688" y="1060"/>
                        <a:pt x="3778" y="1063"/>
                        <a:pt x="3868" y="1065"/>
                      </a:cubicBezTo>
                      <a:cubicBezTo>
                        <a:pt x="4113" y="1071"/>
                        <a:pt x="4357" y="1072"/>
                        <a:pt x="4602" y="1071"/>
                      </a:cubicBezTo>
                      <a:cubicBezTo>
                        <a:pt x="4857" y="1072"/>
                        <a:pt x="5113" y="1077"/>
                        <a:pt x="5369" y="1082"/>
                      </a:cubicBezTo>
                      <a:cubicBezTo>
                        <a:pt x="5798" y="1090"/>
                        <a:pt x="6227" y="1094"/>
                        <a:pt x="6656" y="1097"/>
                      </a:cubicBezTo>
                      <a:cubicBezTo>
                        <a:pt x="7098" y="1099"/>
                        <a:pt x="7540" y="1104"/>
                        <a:pt x="7981" y="1110"/>
                      </a:cubicBezTo>
                      <a:cubicBezTo>
                        <a:pt x="8009" y="1110"/>
                        <a:pt x="8036" y="1111"/>
                        <a:pt x="8064" y="1111"/>
                      </a:cubicBezTo>
                      <a:cubicBezTo>
                        <a:pt x="8201" y="1113"/>
                        <a:pt x="8338" y="1115"/>
                        <a:pt x="8475" y="1118"/>
                      </a:cubicBezTo>
                      <a:cubicBezTo>
                        <a:pt x="9608" y="1135"/>
                        <a:pt x="10741" y="1146"/>
                        <a:pt x="11875" y="1153"/>
                      </a:cubicBezTo>
                      <a:cubicBezTo>
                        <a:pt x="11875" y="1222"/>
                        <a:pt x="11875" y="1291"/>
                        <a:pt x="11875" y="1362"/>
                      </a:cubicBezTo>
                      <a:cubicBezTo>
                        <a:pt x="9194" y="1430"/>
                        <a:pt x="6512" y="1499"/>
                        <a:pt x="3750" y="1570"/>
                      </a:cubicBezTo>
                      <a:cubicBezTo>
                        <a:pt x="4128" y="1604"/>
                        <a:pt x="4128" y="1604"/>
                        <a:pt x="6042" y="1778"/>
                      </a:cubicBezTo>
                      <a:cubicBezTo>
                        <a:pt x="6042" y="1916"/>
                        <a:pt x="6042" y="2053"/>
                        <a:pt x="6042" y="2195"/>
                      </a:cubicBezTo>
                      <a:cubicBezTo>
                        <a:pt x="5618" y="2205"/>
                        <a:pt x="5194" y="2212"/>
                        <a:pt x="4770" y="2216"/>
                      </a:cubicBezTo>
                      <a:cubicBezTo>
                        <a:pt x="4573" y="2219"/>
                        <a:pt x="4376" y="2222"/>
                        <a:pt x="4180" y="2226"/>
                      </a:cubicBezTo>
                      <a:cubicBezTo>
                        <a:pt x="3989" y="2231"/>
                        <a:pt x="3799" y="2233"/>
                        <a:pt x="3608" y="2234"/>
                      </a:cubicBezTo>
                      <a:cubicBezTo>
                        <a:pt x="3536" y="2235"/>
                        <a:pt x="3464" y="2237"/>
                        <a:pt x="3392" y="2239"/>
                      </a:cubicBezTo>
                      <a:cubicBezTo>
                        <a:pt x="2937" y="2253"/>
                        <a:pt x="2659" y="2202"/>
                        <a:pt x="2293" y="1925"/>
                      </a:cubicBezTo>
                      <a:cubicBezTo>
                        <a:pt x="2057" y="1749"/>
                        <a:pt x="2057" y="1749"/>
                        <a:pt x="1879" y="1750"/>
                      </a:cubicBezTo>
                      <a:cubicBezTo>
                        <a:pt x="1790" y="1763"/>
                        <a:pt x="1790" y="1763"/>
                        <a:pt x="1703" y="1783"/>
                      </a:cubicBezTo>
                      <a:cubicBezTo>
                        <a:pt x="1672" y="1788"/>
                        <a:pt x="1640" y="1794"/>
                        <a:pt x="1608" y="1799"/>
                      </a:cubicBezTo>
                      <a:cubicBezTo>
                        <a:pt x="1510" y="1816"/>
                        <a:pt x="1412" y="1836"/>
                        <a:pt x="1315" y="1856"/>
                      </a:cubicBezTo>
                      <a:cubicBezTo>
                        <a:pt x="1248" y="1869"/>
                        <a:pt x="1180" y="1880"/>
                        <a:pt x="1113" y="1892"/>
                      </a:cubicBezTo>
                      <a:cubicBezTo>
                        <a:pt x="950" y="1921"/>
                        <a:pt x="787" y="1953"/>
                        <a:pt x="625" y="1987"/>
                      </a:cubicBezTo>
                      <a:cubicBezTo>
                        <a:pt x="789" y="1680"/>
                        <a:pt x="967" y="1362"/>
                        <a:pt x="1250" y="1153"/>
                      </a:cubicBezTo>
                      <a:cubicBezTo>
                        <a:pt x="1589" y="1052"/>
                        <a:pt x="1947" y="1104"/>
                        <a:pt x="2292" y="1153"/>
                      </a:cubicBezTo>
                      <a:cubicBezTo>
                        <a:pt x="2292" y="947"/>
                        <a:pt x="2292" y="741"/>
                        <a:pt x="2292" y="528"/>
                      </a:cubicBezTo>
                      <a:cubicBezTo>
                        <a:pt x="2252" y="548"/>
                        <a:pt x="2212" y="568"/>
                        <a:pt x="2171" y="589"/>
                      </a:cubicBezTo>
                      <a:cubicBezTo>
                        <a:pt x="835" y="1252"/>
                        <a:pt x="835" y="1252"/>
                        <a:pt x="325" y="1088"/>
                      </a:cubicBezTo>
                      <a:cubicBezTo>
                        <a:pt x="211" y="1047"/>
                        <a:pt x="109" y="1001"/>
                        <a:pt x="0" y="945"/>
                      </a:cubicBezTo>
                      <a:cubicBezTo>
                        <a:pt x="40" y="937"/>
                        <a:pt x="81" y="929"/>
                        <a:pt x="122" y="921"/>
                      </a:cubicBezTo>
                      <a:cubicBezTo>
                        <a:pt x="570" y="815"/>
                        <a:pt x="570" y="815"/>
                        <a:pt x="675" y="665"/>
                      </a:cubicBezTo>
                      <a:cubicBezTo>
                        <a:pt x="716" y="581"/>
                        <a:pt x="755" y="496"/>
                        <a:pt x="794" y="411"/>
                      </a:cubicBezTo>
                      <a:cubicBezTo>
                        <a:pt x="980" y="46"/>
                        <a:pt x="1296" y="35"/>
                        <a:pt x="1667" y="20"/>
                      </a:cubicBezTo>
                      <a:close/>
                    </a:path>
                  </a:pathLst>
                </a:custGeom>
                <a:solidFill>
                  <a:srgbClr val="8DB1F7"/>
                </a:solidFill>
                <a:ln w="2646" cap="flat">
                  <a:noFill/>
                </a:ln>
              </p:spPr>
            </p:sp>
            <p:sp>
              <p:nvSpPr>
                <p:cNvPr id="1432" name="ICON_PSD_PLOT_path_044"/>
                <p:cNvSpPr/>
                <p:nvPr/>
              </p:nvSpPr>
              <p:spPr>
                <a:xfrm>
                  <a:off x="11048712" y="3952875"/>
                  <a:ext cx="88228" cy="2481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947" h="1954" fill="norm" stroke="0">
                      <a:moveTo>
                        <a:pt x="23" y="0"/>
                      </a:moveTo>
                      <a:cubicBezTo>
                        <a:pt x="681" y="88"/>
                        <a:pt x="1258" y="275"/>
                        <a:pt x="1872" y="521"/>
                      </a:cubicBezTo>
                      <a:cubicBezTo>
                        <a:pt x="2635" y="826"/>
                        <a:pt x="3372" y="972"/>
                        <a:pt x="4189" y="1042"/>
                      </a:cubicBezTo>
                      <a:cubicBezTo>
                        <a:pt x="4189" y="904"/>
                        <a:pt x="4189" y="767"/>
                        <a:pt x="4189" y="625"/>
                      </a:cubicBezTo>
                      <a:cubicBezTo>
                        <a:pt x="5987" y="165"/>
                        <a:pt x="5987" y="165"/>
                        <a:pt x="6898" y="0"/>
                      </a:cubicBezTo>
                      <a:cubicBezTo>
                        <a:pt x="6931" y="218"/>
                        <a:pt x="6947" y="408"/>
                        <a:pt x="6898" y="625"/>
                      </a:cubicBezTo>
                      <a:cubicBezTo>
                        <a:pt x="6754" y="735"/>
                        <a:pt x="6598" y="767"/>
                        <a:pt x="6424" y="803"/>
                      </a:cubicBezTo>
                      <a:cubicBezTo>
                        <a:pt x="6046" y="880"/>
                        <a:pt x="5684" y="966"/>
                        <a:pt x="5413" y="1252"/>
                      </a:cubicBezTo>
                      <a:cubicBezTo>
                        <a:pt x="5395" y="1271"/>
                        <a:pt x="5377" y="1290"/>
                        <a:pt x="5359" y="1310"/>
                      </a:cubicBezTo>
                      <a:cubicBezTo>
                        <a:pt x="5350" y="1320"/>
                        <a:pt x="5350" y="1320"/>
                        <a:pt x="5304" y="1368"/>
                      </a:cubicBezTo>
                      <a:cubicBezTo>
                        <a:pt x="4891" y="1803"/>
                        <a:pt x="4520" y="1924"/>
                        <a:pt x="3919" y="1950"/>
                      </a:cubicBezTo>
                      <a:cubicBezTo>
                        <a:pt x="3766" y="1953"/>
                        <a:pt x="3613" y="1954"/>
                        <a:pt x="3460" y="1953"/>
                      </a:cubicBezTo>
                      <a:cubicBezTo>
                        <a:pt x="3412" y="1954"/>
                        <a:pt x="3363" y="1954"/>
                        <a:pt x="3313" y="1954"/>
                      </a:cubicBezTo>
                      <a:cubicBezTo>
                        <a:pt x="2502" y="1954"/>
                        <a:pt x="1607" y="1814"/>
                        <a:pt x="1006" y="1222"/>
                      </a:cubicBezTo>
                      <a:cubicBezTo>
                        <a:pt x="933" y="1144"/>
                        <a:pt x="862" y="1065"/>
                        <a:pt x="792" y="984"/>
                      </a:cubicBezTo>
                      <a:cubicBezTo>
                        <a:pt x="628" y="801"/>
                        <a:pt x="431" y="680"/>
                        <a:pt x="213" y="570"/>
                      </a:cubicBezTo>
                      <a:cubicBezTo>
                        <a:pt x="133" y="524"/>
                        <a:pt x="79" y="490"/>
                        <a:pt x="23" y="417"/>
                      </a:cubicBezTo>
                      <a:cubicBezTo>
                        <a:pt x="0" y="275"/>
                        <a:pt x="6" y="142"/>
                        <a:pt x="23" y="0"/>
                      </a:cubicBezTo>
                      <a:close/>
                    </a:path>
                  </a:pathLst>
                </a:custGeom>
                <a:solidFill>
                  <a:srgbClr val="75A3EC"/>
                </a:solidFill>
                <a:ln w="2646" cap="flat">
                  <a:noFill/>
                </a:ln>
              </p:spPr>
            </p:sp>
            <p:sp>
              <p:nvSpPr>
                <p:cNvPr id="1433" name="ICON_PSD_PLOT_path_045"/>
                <p:cNvSpPr/>
                <p:nvPr/>
              </p:nvSpPr>
              <p:spPr>
                <a:xfrm>
                  <a:off x="10517188" y="3918432"/>
                  <a:ext cx="127000" cy="3548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000" h="2794" fill="norm" stroke="0">
                      <a:moveTo>
                        <a:pt x="9714" y="23"/>
                      </a:moveTo>
                      <a:cubicBezTo>
                        <a:pt x="9821" y="77"/>
                        <a:pt x="9909" y="133"/>
                        <a:pt x="10000" y="212"/>
                      </a:cubicBezTo>
                      <a:cubicBezTo>
                        <a:pt x="9588" y="630"/>
                        <a:pt x="9217" y="863"/>
                        <a:pt x="8628" y="897"/>
                      </a:cubicBezTo>
                      <a:cubicBezTo>
                        <a:pt x="7784" y="947"/>
                        <a:pt x="7106" y="1302"/>
                        <a:pt x="6367" y="1683"/>
                      </a:cubicBezTo>
                      <a:cubicBezTo>
                        <a:pt x="6339" y="1698"/>
                        <a:pt x="6310" y="1713"/>
                        <a:pt x="6280" y="1728"/>
                      </a:cubicBezTo>
                      <a:cubicBezTo>
                        <a:pt x="5921" y="1914"/>
                        <a:pt x="5564" y="2103"/>
                        <a:pt x="5208" y="2295"/>
                      </a:cubicBezTo>
                      <a:cubicBezTo>
                        <a:pt x="6318" y="2317"/>
                        <a:pt x="6318" y="2317"/>
                        <a:pt x="6836" y="2191"/>
                      </a:cubicBezTo>
                      <a:cubicBezTo>
                        <a:pt x="6917" y="2173"/>
                        <a:pt x="6999" y="2154"/>
                        <a:pt x="7080" y="2135"/>
                      </a:cubicBezTo>
                      <a:cubicBezTo>
                        <a:pt x="7120" y="2126"/>
                        <a:pt x="7160" y="2117"/>
                        <a:pt x="7201" y="2108"/>
                      </a:cubicBezTo>
                      <a:cubicBezTo>
                        <a:pt x="7216" y="2104"/>
                        <a:pt x="7216" y="2104"/>
                        <a:pt x="7292" y="2087"/>
                      </a:cubicBezTo>
                      <a:cubicBezTo>
                        <a:pt x="6784" y="2568"/>
                        <a:pt x="6381" y="2794"/>
                        <a:pt x="5675" y="2777"/>
                      </a:cubicBezTo>
                      <a:cubicBezTo>
                        <a:pt x="5630" y="2775"/>
                        <a:pt x="5586" y="2773"/>
                        <a:pt x="5540" y="2771"/>
                      </a:cubicBezTo>
                      <a:cubicBezTo>
                        <a:pt x="5403" y="2764"/>
                        <a:pt x="5267" y="2762"/>
                        <a:pt x="5130" y="2761"/>
                      </a:cubicBezTo>
                      <a:cubicBezTo>
                        <a:pt x="5041" y="2759"/>
                        <a:pt x="4951" y="2757"/>
                        <a:pt x="4862" y="2754"/>
                      </a:cubicBezTo>
                      <a:cubicBezTo>
                        <a:pt x="4823" y="2754"/>
                        <a:pt x="4783" y="2752"/>
                        <a:pt x="4742" y="2752"/>
                      </a:cubicBezTo>
                      <a:cubicBezTo>
                        <a:pt x="4503" y="2739"/>
                        <a:pt x="4302" y="2690"/>
                        <a:pt x="4079" y="2606"/>
                      </a:cubicBezTo>
                      <a:cubicBezTo>
                        <a:pt x="3721" y="2476"/>
                        <a:pt x="3382" y="2477"/>
                        <a:pt x="3005" y="2483"/>
                      </a:cubicBezTo>
                      <a:cubicBezTo>
                        <a:pt x="2936" y="2484"/>
                        <a:pt x="2867" y="2484"/>
                        <a:pt x="2798" y="2484"/>
                      </a:cubicBezTo>
                      <a:cubicBezTo>
                        <a:pt x="2618" y="2485"/>
                        <a:pt x="2438" y="2487"/>
                        <a:pt x="2258" y="2489"/>
                      </a:cubicBezTo>
                      <a:cubicBezTo>
                        <a:pt x="2074" y="2491"/>
                        <a:pt x="1890" y="2493"/>
                        <a:pt x="1705" y="2494"/>
                      </a:cubicBezTo>
                      <a:cubicBezTo>
                        <a:pt x="1345" y="2496"/>
                        <a:pt x="985" y="2499"/>
                        <a:pt x="625" y="2504"/>
                      </a:cubicBezTo>
                      <a:cubicBezTo>
                        <a:pt x="625" y="2366"/>
                        <a:pt x="625" y="2229"/>
                        <a:pt x="625" y="2087"/>
                      </a:cubicBezTo>
                      <a:cubicBezTo>
                        <a:pt x="1794" y="2087"/>
                        <a:pt x="2962" y="2087"/>
                        <a:pt x="4167" y="2087"/>
                      </a:cubicBezTo>
                      <a:cubicBezTo>
                        <a:pt x="4167" y="1950"/>
                        <a:pt x="4167" y="1812"/>
                        <a:pt x="4167" y="1670"/>
                      </a:cubicBezTo>
                      <a:cubicBezTo>
                        <a:pt x="3685" y="1665"/>
                        <a:pt x="3203" y="1662"/>
                        <a:pt x="2721" y="1660"/>
                      </a:cubicBezTo>
                      <a:cubicBezTo>
                        <a:pt x="2498" y="1659"/>
                        <a:pt x="2274" y="1657"/>
                        <a:pt x="2050" y="1655"/>
                      </a:cubicBezTo>
                      <a:cubicBezTo>
                        <a:pt x="1834" y="1652"/>
                        <a:pt x="1618" y="1651"/>
                        <a:pt x="1402" y="1651"/>
                      </a:cubicBezTo>
                      <a:cubicBezTo>
                        <a:pt x="1320" y="1650"/>
                        <a:pt x="1237" y="1649"/>
                        <a:pt x="1155" y="1648"/>
                      </a:cubicBezTo>
                      <a:cubicBezTo>
                        <a:pt x="327" y="1637"/>
                        <a:pt x="327" y="1637"/>
                        <a:pt x="0" y="1879"/>
                      </a:cubicBezTo>
                      <a:cubicBezTo>
                        <a:pt x="24" y="1655"/>
                        <a:pt x="54" y="1428"/>
                        <a:pt x="208" y="1254"/>
                      </a:cubicBezTo>
                      <a:cubicBezTo>
                        <a:pt x="472" y="1131"/>
                        <a:pt x="804" y="1176"/>
                        <a:pt x="1087" y="1185"/>
                      </a:cubicBezTo>
                      <a:cubicBezTo>
                        <a:pt x="1175" y="1186"/>
                        <a:pt x="1263" y="1186"/>
                        <a:pt x="1351" y="1186"/>
                      </a:cubicBezTo>
                      <a:cubicBezTo>
                        <a:pt x="1535" y="1188"/>
                        <a:pt x="1720" y="1190"/>
                        <a:pt x="1904" y="1195"/>
                      </a:cubicBezTo>
                      <a:cubicBezTo>
                        <a:pt x="2140" y="1201"/>
                        <a:pt x="2376" y="1203"/>
                        <a:pt x="2612" y="1204"/>
                      </a:cubicBezTo>
                      <a:cubicBezTo>
                        <a:pt x="2794" y="1205"/>
                        <a:pt x="2975" y="1207"/>
                        <a:pt x="3157" y="1210"/>
                      </a:cubicBezTo>
                      <a:cubicBezTo>
                        <a:pt x="3244" y="1211"/>
                        <a:pt x="3331" y="1212"/>
                        <a:pt x="3418" y="1213"/>
                      </a:cubicBezTo>
                      <a:cubicBezTo>
                        <a:pt x="3540" y="1214"/>
                        <a:pt x="3661" y="1217"/>
                        <a:pt x="3783" y="1220"/>
                      </a:cubicBezTo>
                      <a:cubicBezTo>
                        <a:pt x="3801" y="1220"/>
                        <a:pt x="3801" y="1220"/>
                        <a:pt x="3892" y="1221"/>
                      </a:cubicBezTo>
                      <a:cubicBezTo>
                        <a:pt x="4060" y="1227"/>
                        <a:pt x="4166" y="1232"/>
                        <a:pt x="4285" y="1357"/>
                      </a:cubicBezTo>
                      <a:cubicBezTo>
                        <a:pt x="4315" y="1392"/>
                        <a:pt x="4344" y="1426"/>
                        <a:pt x="4375" y="1462"/>
                      </a:cubicBezTo>
                      <a:cubicBezTo>
                        <a:pt x="4455" y="1495"/>
                        <a:pt x="4455" y="1495"/>
                        <a:pt x="4533" y="1505"/>
                      </a:cubicBezTo>
                      <a:cubicBezTo>
                        <a:pt x="4562" y="1509"/>
                        <a:pt x="4591" y="1513"/>
                        <a:pt x="4621" y="1517"/>
                      </a:cubicBezTo>
                      <a:cubicBezTo>
                        <a:pt x="4652" y="1521"/>
                        <a:pt x="4683" y="1524"/>
                        <a:pt x="4714" y="1528"/>
                      </a:cubicBezTo>
                      <a:cubicBezTo>
                        <a:pt x="4746" y="1532"/>
                        <a:pt x="4779" y="1537"/>
                        <a:pt x="4811" y="1541"/>
                      </a:cubicBezTo>
                      <a:cubicBezTo>
                        <a:pt x="4913" y="1555"/>
                        <a:pt x="5015" y="1567"/>
                        <a:pt x="5117" y="1579"/>
                      </a:cubicBezTo>
                      <a:cubicBezTo>
                        <a:pt x="5186" y="1588"/>
                        <a:pt x="5256" y="1597"/>
                        <a:pt x="5325" y="1606"/>
                      </a:cubicBezTo>
                      <a:cubicBezTo>
                        <a:pt x="5494" y="1629"/>
                        <a:pt x="5664" y="1650"/>
                        <a:pt x="5833" y="1670"/>
                      </a:cubicBezTo>
                      <a:cubicBezTo>
                        <a:pt x="5833" y="1533"/>
                        <a:pt x="5833" y="1395"/>
                        <a:pt x="5833" y="1254"/>
                      </a:cubicBezTo>
                      <a:cubicBezTo>
                        <a:pt x="6246" y="1185"/>
                        <a:pt x="6658" y="1116"/>
                        <a:pt x="7083" y="1045"/>
                      </a:cubicBezTo>
                      <a:cubicBezTo>
                        <a:pt x="7083" y="908"/>
                        <a:pt x="7083" y="770"/>
                        <a:pt x="7083" y="629"/>
                      </a:cubicBezTo>
                      <a:cubicBezTo>
                        <a:pt x="7137" y="625"/>
                        <a:pt x="7190" y="620"/>
                        <a:pt x="7245" y="616"/>
                      </a:cubicBezTo>
                      <a:cubicBezTo>
                        <a:pt x="7447" y="600"/>
                        <a:pt x="7649" y="582"/>
                        <a:pt x="7850" y="562"/>
                      </a:cubicBezTo>
                      <a:cubicBezTo>
                        <a:pt x="7937" y="555"/>
                        <a:pt x="8023" y="548"/>
                        <a:pt x="8110" y="541"/>
                      </a:cubicBezTo>
                      <a:cubicBezTo>
                        <a:pt x="8615" y="502"/>
                        <a:pt x="8979" y="452"/>
                        <a:pt x="9380" y="131"/>
                      </a:cubicBezTo>
                      <a:cubicBezTo>
                        <a:pt x="9503" y="38"/>
                        <a:pt x="9558" y="0"/>
                        <a:pt x="9714" y="23"/>
                      </a:cubicBezTo>
                      <a:close/>
                    </a:path>
                  </a:pathLst>
                </a:custGeom>
                <a:solidFill>
                  <a:srgbClr val="86ADF8"/>
                </a:solidFill>
                <a:ln w="2646" cap="flat">
                  <a:noFill/>
                </a:ln>
              </p:spPr>
            </p:sp>
            <p:sp>
              <p:nvSpPr>
                <p:cNvPr id="1434" name="ICON_PSD_PLOT_path_046"/>
                <p:cNvSpPr/>
                <p:nvPr/>
              </p:nvSpPr>
              <p:spPr>
                <a:xfrm>
                  <a:off x="11308290" y="3971095"/>
                  <a:ext cx="111125" cy="191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50" h="1505" fill="norm" stroke="0">
                      <a:moveTo>
                        <a:pt x="7828" y="0"/>
                      </a:moveTo>
                      <a:cubicBezTo>
                        <a:pt x="7849" y="1"/>
                        <a:pt x="7849" y="1"/>
                        <a:pt x="7957" y="3"/>
                      </a:cubicBezTo>
                      <a:cubicBezTo>
                        <a:pt x="7980" y="4"/>
                        <a:pt x="7980" y="4"/>
                        <a:pt x="8097" y="5"/>
                      </a:cubicBezTo>
                      <a:cubicBezTo>
                        <a:pt x="8121" y="6"/>
                        <a:pt x="8121" y="6"/>
                        <a:pt x="8242" y="11"/>
                      </a:cubicBezTo>
                      <a:cubicBezTo>
                        <a:pt x="8291" y="12"/>
                        <a:pt x="8340" y="12"/>
                        <a:pt x="8390" y="14"/>
                      </a:cubicBezTo>
                      <a:cubicBezTo>
                        <a:pt x="8510" y="16"/>
                        <a:pt x="8630" y="19"/>
                        <a:pt x="8750" y="24"/>
                      </a:cubicBezTo>
                      <a:cubicBezTo>
                        <a:pt x="8729" y="32"/>
                        <a:pt x="8708" y="40"/>
                        <a:pt x="8687" y="49"/>
                      </a:cubicBezTo>
                      <a:cubicBezTo>
                        <a:pt x="8202" y="248"/>
                        <a:pt x="7816" y="499"/>
                        <a:pt x="7448" y="870"/>
                      </a:cubicBezTo>
                      <a:cubicBezTo>
                        <a:pt x="7411" y="906"/>
                        <a:pt x="7375" y="943"/>
                        <a:pt x="7337" y="980"/>
                      </a:cubicBezTo>
                      <a:cubicBezTo>
                        <a:pt x="7085" y="1244"/>
                        <a:pt x="7085" y="1244"/>
                        <a:pt x="7080" y="1384"/>
                      </a:cubicBezTo>
                      <a:cubicBezTo>
                        <a:pt x="7081" y="1416"/>
                        <a:pt x="7082" y="1449"/>
                        <a:pt x="7083" y="1482"/>
                      </a:cubicBezTo>
                      <a:cubicBezTo>
                        <a:pt x="5391" y="1505"/>
                        <a:pt x="3701" y="1502"/>
                        <a:pt x="2011" y="1410"/>
                      </a:cubicBezTo>
                      <a:cubicBezTo>
                        <a:pt x="1901" y="1404"/>
                        <a:pt x="1792" y="1399"/>
                        <a:pt x="1683" y="1394"/>
                      </a:cubicBezTo>
                      <a:cubicBezTo>
                        <a:pt x="1510" y="1386"/>
                        <a:pt x="1338" y="1377"/>
                        <a:pt x="1166" y="1366"/>
                      </a:cubicBezTo>
                      <a:cubicBezTo>
                        <a:pt x="1103" y="1362"/>
                        <a:pt x="1040" y="1359"/>
                        <a:pt x="977" y="1356"/>
                      </a:cubicBezTo>
                      <a:cubicBezTo>
                        <a:pt x="646" y="1343"/>
                        <a:pt x="404" y="1308"/>
                        <a:pt x="168" y="1060"/>
                      </a:cubicBezTo>
                      <a:cubicBezTo>
                        <a:pt x="110" y="994"/>
                        <a:pt x="54" y="926"/>
                        <a:pt x="0" y="857"/>
                      </a:cubicBezTo>
                      <a:cubicBezTo>
                        <a:pt x="21" y="856"/>
                        <a:pt x="21" y="856"/>
                        <a:pt x="126" y="852"/>
                      </a:cubicBezTo>
                      <a:cubicBezTo>
                        <a:pt x="524" y="835"/>
                        <a:pt x="923" y="817"/>
                        <a:pt x="1321" y="797"/>
                      </a:cubicBezTo>
                      <a:cubicBezTo>
                        <a:pt x="1525" y="787"/>
                        <a:pt x="1730" y="777"/>
                        <a:pt x="1934" y="769"/>
                      </a:cubicBezTo>
                      <a:cubicBezTo>
                        <a:pt x="2851" y="733"/>
                        <a:pt x="3670" y="666"/>
                        <a:pt x="4526" y="322"/>
                      </a:cubicBezTo>
                      <a:cubicBezTo>
                        <a:pt x="4905" y="177"/>
                        <a:pt x="5442" y="113"/>
                        <a:pt x="5833" y="232"/>
                      </a:cubicBezTo>
                      <a:cubicBezTo>
                        <a:pt x="5849" y="250"/>
                        <a:pt x="5849" y="250"/>
                        <a:pt x="5930" y="339"/>
                      </a:cubicBezTo>
                      <a:cubicBezTo>
                        <a:pt x="6042" y="440"/>
                        <a:pt x="6042" y="440"/>
                        <a:pt x="6196" y="448"/>
                      </a:cubicBezTo>
                      <a:cubicBezTo>
                        <a:pt x="6255" y="441"/>
                        <a:pt x="6315" y="432"/>
                        <a:pt x="6374" y="423"/>
                      </a:cubicBezTo>
                      <a:cubicBezTo>
                        <a:pt x="6405" y="418"/>
                        <a:pt x="6437" y="414"/>
                        <a:pt x="6470" y="409"/>
                      </a:cubicBezTo>
                      <a:cubicBezTo>
                        <a:pt x="6536" y="399"/>
                        <a:pt x="6603" y="389"/>
                        <a:pt x="6669" y="379"/>
                      </a:cubicBezTo>
                      <a:cubicBezTo>
                        <a:pt x="6770" y="362"/>
                        <a:pt x="6872" y="348"/>
                        <a:pt x="6974" y="335"/>
                      </a:cubicBezTo>
                      <a:cubicBezTo>
                        <a:pt x="7038" y="325"/>
                        <a:pt x="7103" y="315"/>
                        <a:pt x="7168" y="305"/>
                      </a:cubicBezTo>
                      <a:cubicBezTo>
                        <a:pt x="7198" y="301"/>
                        <a:pt x="7228" y="297"/>
                        <a:pt x="7260" y="293"/>
                      </a:cubicBezTo>
                      <a:cubicBezTo>
                        <a:pt x="7508" y="251"/>
                        <a:pt x="7602" y="45"/>
                        <a:pt x="7828" y="0"/>
                      </a:cubicBezTo>
                      <a:close/>
                    </a:path>
                  </a:pathLst>
                </a:custGeom>
                <a:solidFill>
                  <a:srgbClr val="BDD5F8"/>
                </a:solidFill>
                <a:ln w="2646" cap="flat">
                  <a:noFill/>
                </a:ln>
              </p:spPr>
            </p:sp>
            <p:sp>
              <p:nvSpPr>
                <p:cNvPr id="1435" name="ICON_PSD_PLOT_path_047"/>
                <p:cNvSpPr/>
                <p:nvPr/>
              </p:nvSpPr>
              <p:spPr>
                <a:xfrm>
                  <a:off x="10681229" y="3759729"/>
                  <a:ext cx="45582" cy="13229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589" h="10417" fill="norm" stroke="0">
                      <a:moveTo>
                        <a:pt x="2500" y="0"/>
                      </a:moveTo>
                      <a:cubicBezTo>
                        <a:pt x="2569" y="0"/>
                        <a:pt x="2638" y="0"/>
                        <a:pt x="2708" y="0"/>
                      </a:cubicBezTo>
                      <a:cubicBezTo>
                        <a:pt x="2777" y="481"/>
                        <a:pt x="2846" y="962"/>
                        <a:pt x="2917" y="1458"/>
                      </a:cubicBezTo>
                      <a:cubicBezTo>
                        <a:pt x="3123" y="1321"/>
                        <a:pt x="3329" y="1183"/>
                        <a:pt x="3542" y="1042"/>
                      </a:cubicBezTo>
                      <a:cubicBezTo>
                        <a:pt x="3589" y="2089"/>
                        <a:pt x="3547" y="3104"/>
                        <a:pt x="3385" y="4138"/>
                      </a:cubicBezTo>
                      <a:cubicBezTo>
                        <a:pt x="3372" y="4217"/>
                        <a:pt x="3361" y="4297"/>
                        <a:pt x="3350" y="4376"/>
                      </a:cubicBezTo>
                      <a:cubicBezTo>
                        <a:pt x="3242" y="5129"/>
                        <a:pt x="3046" y="5896"/>
                        <a:pt x="2500" y="6458"/>
                      </a:cubicBezTo>
                      <a:cubicBezTo>
                        <a:pt x="2327" y="6573"/>
                        <a:pt x="2141" y="6644"/>
                        <a:pt x="1948" y="6719"/>
                      </a:cubicBezTo>
                      <a:cubicBezTo>
                        <a:pt x="1757" y="6801"/>
                        <a:pt x="1651" y="6863"/>
                        <a:pt x="1571" y="7061"/>
                      </a:cubicBezTo>
                      <a:cubicBezTo>
                        <a:pt x="1517" y="7250"/>
                        <a:pt x="1486" y="7441"/>
                        <a:pt x="1461" y="7636"/>
                      </a:cubicBezTo>
                      <a:cubicBezTo>
                        <a:pt x="1434" y="7848"/>
                        <a:pt x="1393" y="8057"/>
                        <a:pt x="1352" y="8266"/>
                      </a:cubicBezTo>
                      <a:cubicBezTo>
                        <a:pt x="1345" y="8307"/>
                        <a:pt x="1337" y="8349"/>
                        <a:pt x="1329" y="8392"/>
                      </a:cubicBezTo>
                      <a:cubicBezTo>
                        <a:pt x="1200" y="9044"/>
                        <a:pt x="910" y="9814"/>
                        <a:pt x="366" y="10230"/>
                      </a:cubicBezTo>
                      <a:cubicBezTo>
                        <a:pt x="247" y="10302"/>
                        <a:pt x="126" y="10359"/>
                        <a:pt x="0" y="10417"/>
                      </a:cubicBezTo>
                      <a:cubicBezTo>
                        <a:pt x="6" y="10407"/>
                        <a:pt x="6" y="10407"/>
                        <a:pt x="36" y="10356"/>
                      </a:cubicBezTo>
                      <a:cubicBezTo>
                        <a:pt x="374" y="9774"/>
                        <a:pt x="495" y="9260"/>
                        <a:pt x="547" y="8594"/>
                      </a:cubicBezTo>
                      <a:cubicBezTo>
                        <a:pt x="555" y="8507"/>
                        <a:pt x="563" y="8421"/>
                        <a:pt x="571" y="8334"/>
                      </a:cubicBezTo>
                      <a:cubicBezTo>
                        <a:pt x="591" y="8126"/>
                        <a:pt x="609" y="7917"/>
                        <a:pt x="625" y="7708"/>
                      </a:cubicBezTo>
                      <a:cubicBezTo>
                        <a:pt x="763" y="7708"/>
                        <a:pt x="900" y="7708"/>
                        <a:pt x="1042" y="7708"/>
                      </a:cubicBezTo>
                      <a:cubicBezTo>
                        <a:pt x="1045" y="7640"/>
                        <a:pt x="1048" y="7572"/>
                        <a:pt x="1051" y="7502"/>
                      </a:cubicBezTo>
                      <a:cubicBezTo>
                        <a:pt x="1077" y="7210"/>
                        <a:pt x="1109" y="6928"/>
                        <a:pt x="1250" y="6667"/>
                      </a:cubicBezTo>
                      <a:cubicBezTo>
                        <a:pt x="1405" y="6539"/>
                        <a:pt x="1576" y="6462"/>
                        <a:pt x="1758" y="6380"/>
                      </a:cubicBezTo>
                      <a:cubicBezTo>
                        <a:pt x="2118" y="6209"/>
                        <a:pt x="2341" y="6043"/>
                        <a:pt x="2484" y="5661"/>
                      </a:cubicBezTo>
                      <a:cubicBezTo>
                        <a:pt x="2790" y="4742"/>
                        <a:pt x="2755" y="3762"/>
                        <a:pt x="2710" y="2807"/>
                      </a:cubicBezTo>
                      <a:cubicBezTo>
                        <a:pt x="2708" y="2708"/>
                        <a:pt x="2708" y="2708"/>
                        <a:pt x="2715" y="2606"/>
                      </a:cubicBezTo>
                      <a:cubicBezTo>
                        <a:pt x="2726" y="2398"/>
                        <a:pt x="2707" y="2269"/>
                        <a:pt x="2605" y="2085"/>
                      </a:cubicBezTo>
                      <a:cubicBezTo>
                        <a:pt x="2481" y="1861"/>
                        <a:pt x="2473" y="1677"/>
                        <a:pt x="2480" y="1424"/>
                      </a:cubicBezTo>
                      <a:cubicBezTo>
                        <a:pt x="2480" y="1383"/>
                        <a:pt x="2480" y="1342"/>
                        <a:pt x="2481" y="1300"/>
                      </a:cubicBezTo>
                      <a:cubicBezTo>
                        <a:pt x="2482" y="1170"/>
                        <a:pt x="2484" y="1041"/>
                        <a:pt x="2487" y="911"/>
                      </a:cubicBezTo>
                      <a:cubicBezTo>
                        <a:pt x="2488" y="823"/>
                        <a:pt x="2489" y="735"/>
                        <a:pt x="2490" y="646"/>
                      </a:cubicBezTo>
                      <a:cubicBezTo>
                        <a:pt x="2492" y="431"/>
                        <a:pt x="2496" y="215"/>
                        <a:pt x="2500" y="0"/>
                      </a:cubicBezTo>
                      <a:close/>
                    </a:path>
                  </a:pathLst>
                </a:custGeom>
                <a:solidFill>
                  <a:srgbClr val="E0EBFD"/>
                </a:solidFill>
                <a:ln w="2646" cap="flat">
                  <a:noFill/>
                </a:ln>
              </p:spPr>
            </p:sp>
            <p:sp>
              <p:nvSpPr>
                <p:cNvPr id="1436" name="ICON_PSD_PLOT_path_048"/>
                <p:cNvSpPr/>
                <p:nvPr/>
              </p:nvSpPr>
              <p:spPr>
                <a:xfrm>
                  <a:off x="10416646" y="3897312"/>
                  <a:ext cx="16267" cy="11143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81" h="8774" fill="norm" stroke="0">
                      <a:moveTo>
                        <a:pt x="625" y="0"/>
                      </a:moveTo>
                      <a:cubicBezTo>
                        <a:pt x="694" y="0"/>
                        <a:pt x="763" y="0"/>
                        <a:pt x="833" y="0"/>
                      </a:cubicBezTo>
                      <a:cubicBezTo>
                        <a:pt x="834" y="13"/>
                        <a:pt x="834" y="13"/>
                        <a:pt x="836" y="78"/>
                      </a:cubicBezTo>
                      <a:cubicBezTo>
                        <a:pt x="858" y="713"/>
                        <a:pt x="880" y="1348"/>
                        <a:pt x="904" y="1983"/>
                      </a:cubicBezTo>
                      <a:cubicBezTo>
                        <a:pt x="915" y="2290"/>
                        <a:pt x="927" y="2598"/>
                        <a:pt x="937" y="2905"/>
                      </a:cubicBezTo>
                      <a:cubicBezTo>
                        <a:pt x="946" y="3173"/>
                        <a:pt x="956" y="3441"/>
                        <a:pt x="966" y="3709"/>
                      </a:cubicBezTo>
                      <a:cubicBezTo>
                        <a:pt x="971" y="3851"/>
                        <a:pt x="977" y="3992"/>
                        <a:pt x="981" y="4134"/>
                      </a:cubicBezTo>
                      <a:cubicBezTo>
                        <a:pt x="1000" y="4734"/>
                        <a:pt x="1048" y="5311"/>
                        <a:pt x="1177" y="5900"/>
                      </a:cubicBezTo>
                      <a:cubicBezTo>
                        <a:pt x="1247" y="6220"/>
                        <a:pt x="1281" y="6517"/>
                        <a:pt x="1278" y="6846"/>
                      </a:cubicBezTo>
                      <a:cubicBezTo>
                        <a:pt x="1278" y="6895"/>
                        <a:pt x="1278" y="6944"/>
                        <a:pt x="1278" y="6994"/>
                      </a:cubicBezTo>
                      <a:cubicBezTo>
                        <a:pt x="1278" y="7095"/>
                        <a:pt x="1278" y="7195"/>
                        <a:pt x="1277" y="7296"/>
                      </a:cubicBezTo>
                      <a:cubicBezTo>
                        <a:pt x="1276" y="7451"/>
                        <a:pt x="1277" y="7605"/>
                        <a:pt x="1279" y="7760"/>
                      </a:cubicBezTo>
                      <a:cubicBezTo>
                        <a:pt x="1278" y="7859"/>
                        <a:pt x="1278" y="7958"/>
                        <a:pt x="1278" y="8057"/>
                      </a:cubicBezTo>
                      <a:cubicBezTo>
                        <a:pt x="1278" y="8103"/>
                        <a:pt x="1279" y="8148"/>
                        <a:pt x="1279" y="8195"/>
                      </a:cubicBezTo>
                      <a:cubicBezTo>
                        <a:pt x="1274" y="8546"/>
                        <a:pt x="1274" y="8546"/>
                        <a:pt x="1160" y="8675"/>
                      </a:cubicBezTo>
                      <a:cubicBezTo>
                        <a:pt x="1024" y="8761"/>
                        <a:pt x="954" y="8774"/>
                        <a:pt x="794" y="8770"/>
                      </a:cubicBezTo>
                      <a:cubicBezTo>
                        <a:pt x="752" y="8770"/>
                        <a:pt x="710" y="8769"/>
                        <a:pt x="667" y="8769"/>
                      </a:cubicBezTo>
                      <a:cubicBezTo>
                        <a:pt x="614" y="8767"/>
                        <a:pt x="561" y="8765"/>
                        <a:pt x="508" y="8763"/>
                      </a:cubicBezTo>
                      <a:cubicBezTo>
                        <a:pt x="420" y="8761"/>
                        <a:pt x="332" y="8758"/>
                        <a:pt x="244" y="8756"/>
                      </a:cubicBezTo>
                      <a:cubicBezTo>
                        <a:pt x="198" y="8755"/>
                        <a:pt x="153" y="8754"/>
                        <a:pt x="105" y="8753"/>
                      </a:cubicBezTo>
                      <a:cubicBezTo>
                        <a:pt x="71" y="8752"/>
                        <a:pt x="36" y="8751"/>
                        <a:pt x="0" y="8750"/>
                      </a:cubicBezTo>
                      <a:cubicBezTo>
                        <a:pt x="3" y="8738"/>
                        <a:pt x="3" y="8738"/>
                        <a:pt x="18" y="8679"/>
                      </a:cubicBezTo>
                      <a:cubicBezTo>
                        <a:pt x="214" y="7881"/>
                        <a:pt x="248" y="7108"/>
                        <a:pt x="265" y="6291"/>
                      </a:cubicBezTo>
                      <a:cubicBezTo>
                        <a:pt x="269" y="6110"/>
                        <a:pt x="274" y="5929"/>
                        <a:pt x="279" y="5749"/>
                      </a:cubicBezTo>
                      <a:cubicBezTo>
                        <a:pt x="291" y="5291"/>
                        <a:pt x="302" y="4833"/>
                        <a:pt x="312" y="4375"/>
                      </a:cubicBezTo>
                      <a:cubicBezTo>
                        <a:pt x="324" y="3880"/>
                        <a:pt x="336" y="3386"/>
                        <a:pt x="350" y="2891"/>
                      </a:cubicBezTo>
                      <a:cubicBezTo>
                        <a:pt x="354" y="2712"/>
                        <a:pt x="359" y="2533"/>
                        <a:pt x="362" y="2355"/>
                      </a:cubicBezTo>
                      <a:cubicBezTo>
                        <a:pt x="379" y="1547"/>
                        <a:pt x="425" y="787"/>
                        <a:pt x="625" y="0"/>
                      </a:cubicBezTo>
                      <a:close/>
                    </a:path>
                  </a:pathLst>
                </a:custGeom>
                <a:solidFill>
                  <a:srgbClr val="696973"/>
                </a:solidFill>
                <a:ln w="2646" cap="flat">
                  <a:noFill/>
                </a:ln>
              </p:spPr>
            </p:sp>
            <p:sp>
              <p:nvSpPr>
                <p:cNvPr id="1437" name="ICON_PSD_PLOT_path_049"/>
                <p:cNvSpPr/>
                <p:nvPr/>
              </p:nvSpPr>
              <p:spPr>
                <a:xfrm>
                  <a:off x="10861146" y="3852333"/>
                  <a:ext cx="47625" cy="5820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750" h="4583" fill="norm" stroke="0">
                      <a:moveTo>
                        <a:pt x="833" y="0"/>
                      </a:moveTo>
                      <a:cubicBezTo>
                        <a:pt x="2333" y="1129"/>
                        <a:pt x="2333" y="1129"/>
                        <a:pt x="2469" y="1710"/>
                      </a:cubicBezTo>
                      <a:cubicBezTo>
                        <a:pt x="2495" y="1907"/>
                        <a:pt x="2506" y="2093"/>
                        <a:pt x="2500" y="2292"/>
                      </a:cubicBezTo>
                      <a:cubicBezTo>
                        <a:pt x="2706" y="2292"/>
                        <a:pt x="2913" y="2292"/>
                        <a:pt x="3125" y="2292"/>
                      </a:cubicBezTo>
                      <a:cubicBezTo>
                        <a:pt x="3118" y="2395"/>
                        <a:pt x="3110" y="2497"/>
                        <a:pt x="3103" y="2603"/>
                      </a:cubicBezTo>
                      <a:cubicBezTo>
                        <a:pt x="3098" y="2703"/>
                        <a:pt x="3094" y="2803"/>
                        <a:pt x="3091" y="2903"/>
                      </a:cubicBezTo>
                      <a:cubicBezTo>
                        <a:pt x="3088" y="2973"/>
                        <a:pt x="3083" y="3042"/>
                        <a:pt x="3078" y="3111"/>
                      </a:cubicBezTo>
                      <a:cubicBezTo>
                        <a:pt x="3042" y="3577"/>
                        <a:pt x="3042" y="3577"/>
                        <a:pt x="3125" y="3750"/>
                      </a:cubicBezTo>
                      <a:cubicBezTo>
                        <a:pt x="3306" y="3900"/>
                        <a:pt x="3523" y="3916"/>
                        <a:pt x="3750" y="3958"/>
                      </a:cubicBezTo>
                      <a:cubicBezTo>
                        <a:pt x="3406" y="3890"/>
                        <a:pt x="3062" y="3821"/>
                        <a:pt x="2708" y="3750"/>
                      </a:cubicBezTo>
                      <a:cubicBezTo>
                        <a:pt x="2640" y="4025"/>
                        <a:pt x="2571" y="4300"/>
                        <a:pt x="2500" y="4583"/>
                      </a:cubicBezTo>
                      <a:cubicBezTo>
                        <a:pt x="2472" y="4526"/>
                        <a:pt x="2443" y="4468"/>
                        <a:pt x="2414" y="4409"/>
                      </a:cubicBezTo>
                      <a:cubicBezTo>
                        <a:pt x="2295" y="4165"/>
                        <a:pt x="2175" y="3923"/>
                        <a:pt x="2054" y="3680"/>
                      </a:cubicBezTo>
                      <a:cubicBezTo>
                        <a:pt x="2030" y="3631"/>
                        <a:pt x="2006" y="3583"/>
                        <a:pt x="1982" y="3534"/>
                      </a:cubicBezTo>
                      <a:cubicBezTo>
                        <a:pt x="1380" y="2317"/>
                        <a:pt x="1380" y="2317"/>
                        <a:pt x="1003" y="1760"/>
                      </a:cubicBezTo>
                      <a:cubicBezTo>
                        <a:pt x="880" y="1572"/>
                        <a:pt x="821" y="1465"/>
                        <a:pt x="844" y="1239"/>
                      </a:cubicBezTo>
                      <a:cubicBezTo>
                        <a:pt x="851" y="1135"/>
                        <a:pt x="851" y="1135"/>
                        <a:pt x="833" y="1042"/>
                      </a:cubicBezTo>
                      <a:cubicBezTo>
                        <a:pt x="711" y="928"/>
                        <a:pt x="570" y="870"/>
                        <a:pt x="417" y="807"/>
                      </a:cubicBezTo>
                      <a:cubicBezTo>
                        <a:pt x="377" y="789"/>
                        <a:pt x="337" y="771"/>
                        <a:pt x="296" y="753"/>
                      </a:cubicBezTo>
                      <a:cubicBezTo>
                        <a:pt x="198" y="709"/>
                        <a:pt x="99" y="667"/>
                        <a:pt x="0" y="625"/>
                      </a:cubicBezTo>
                      <a:cubicBezTo>
                        <a:pt x="275" y="556"/>
                        <a:pt x="550" y="488"/>
                        <a:pt x="833" y="417"/>
                      </a:cubicBezTo>
                      <a:cubicBezTo>
                        <a:pt x="833" y="279"/>
                        <a:pt x="833" y="142"/>
                        <a:pt x="833" y="0"/>
                      </a:cubicBezTo>
                      <a:close/>
                    </a:path>
                  </a:pathLst>
                </a:custGeom>
                <a:solidFill>
                  <a:srgbClr val="6A98F9"/>
                </a:solidFill>
                <a:ln w="2646" cap="flat">
                  <a:noFill/>
                </a:ln>
              </p:spPr>
            </p:sp>
            <p:sp>
              <p:nvSpPr>
                <p:cNvPr id="1438" name="ICON_PSD_PLOT_path_050"/>
                <p:cNvSpPr/>
                <p:nvPr/>
              </p:nvSpPr>
              <p:spPr>
                <a:xfrm>
                  <a:off x="10652125" y="3881292"/>
                  <a:ext cx="66146" cy="1086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208" h="8553" fill="norm" stroke="0">
                      <a:moveTo>
                        <a:pt x="4583" y="11"/>
                      </a:moveTo>
                      <a:cubicBezTo>
                        <a:pt x="4627" y="549"/>
                        <a:pt x="4666" y="1087"/>
                        <a:pt x="4700" y="1626"/>
                      </a:cubicBezTo>
                      <a:cubicBezTo>
                        <a:pt x="4703" y="1667"/>
                        <a:pt x="4706" y="1708"/>
                        <a:pt x="4709" y="1750"/>
                      </a:cubicBezTo>
                      <a:cubicBezTo>
                        <a:pt x="4801" y="3200"/>
                        <a:pt x="4784" y="4630"/>
                        <a:pt x="4700" y="6079"/>
                      </a:cubicBezTo>
                      <a:cubicBezTo>
                        <a:pt x="4698" y="6126"/>
                        <a:pt x="4695" y="6172"/>
                        <a:pt x="4692" y="6220"/>
                      </a:cubicBezTo>
                      <a:cubicBezTo>
                        <a:pt x="4660" y="6790"/>
                        <a:pt x="4623" y="7359"/>
                        <a:pt x="4583" y="7928"/>
                      </a:cubicBezTo>
                      <a:cubicBezTo>
                        <a:pt x="4790" y="7928"/>
                        <a:pt x="4996" y="7928"/>
                        <a:pt x="5208" y="7928"/>
                      </a:cubicBezTo>
                      <a:cubicBezTo>
                        <a:pt x="5140" y="8066"/>
                        <a:pt x="5071" y="8203"/>
                        <a:pt x="5000" y="8345"/>
                      </a:cubicBezTo>
                      <a:cubicBezTo>
                        <a:pt x="4683" y="8275"/>
                        <a:pt x="4380" y="8188"/>
                        <a:pt x="4167" y="7928"/>
                      </a:cubicBezTo>
                      <a:cubicBezTo>
                        <a:pt x="4026" y="7506"/>
                        <a:pt x="4095" y="7018"/>
                        <a:pt x="4124" y="6582"/>
                      </a:cubicBezTo>
                      <a:cubicBezTo>
                        <a:pt x="4135" y="6402"/>
                        <a:pt x="4142" y="6222"/>
                        <a:pt x="4149" y="6042"/>
                      </a:cubicBezTo>
                      <a:cubicBezTo>
                        <a:pt x="4162" y="5702"/>
                        <a:pt x="4180" y="5362"/>
                        <a:pt x="4199" y="5022"/>
                      </a:cubicBezTo>
                      <a:cubicBezTo>
                        <a:pt x="4221" y="4634"/>
                        <a:pt x="4239" y="4247"/>
                        <a:pt x="4255" y="3859"/>
                      </a:cubicBezTo>
                      <a:cubicBezTo>
                        <a:pt x="4290" y="3062"/>
                        <a:pt x="4330" y="2266"/>
                        <a:pt x="4375" y="1470"/>
                      </a:cubicBezTo>
                      <a:cubicBezTo>
                        <a:pt x="4173" y="1521"/>
                        <a:pt x="3970" y="1574"/>
                        <a:pt x="3769" y="1629"/>
                      </a:cubicBezTo>
                      <a:cubicBezTo>
                        <a:pt x="3700" y="1647"/>
                        <a:pt x="3631" y="1665"/>
                        <a:pt x="3563" y="1683"/>
                      </a:cubicBezTo>
                      <a:cubicBezTo>
                        <a:pt x="2874" y="1857"/>
                        <a:pt x="2874" y="1857"/>
                        <a:pt x="2662" y="2146"/>
                      </a:cubicBezTo>
                      <a:cubicBezTo>
                        <a:pt x="2592" y="2267"/>
                        <a:pt x="2527" y="2390"/>
                        <a:pt x="2468" y="2517"/>
                      </a:cubicBezTo>
                      <a:cubicBezTo>
                        <a:pt x="2286" y="2902"/>
                        <a:pt x="2053" y="3285"/>
                        <a:pt x="1648" y="3453"/>
                      </a:cubicBezTo>
                      <a:cubicBezTo>
                        <a:pt x="1119" y="3634"/>
                        <a:pt x="555" y="3710"/>
                        <a:pt x="0" y="3761"/>
                      </a:cubicBezTo>
                      <a:cubicBezTo>
                        <a:pt x="303" y="3162"/>
                        <a:pt x="303" y="3162"/>
                        <a:pt x="578" y="3063"/>
                      </a:cubicBezTo>
                      <a:cubicBezTo>
                        <a:pt x="791" y="3006"/>
                        <a:pt x="1009" y="2970"/>
                        <a:pt x="1228" y="2942"/>
                      </a:cubicBezTo>
                      <a:cubicBezTo>
                        <a:pt x="1508" y="2903"/>
                        <a:pt x="1769" y="2853"/>
                        <a:pt x="1953" y="2622"/>
                      </a:cubicBezTo>
                      <a:cubicBezTo>
                        <a:pt x="2046" y="2475"/>
                        <a:pt x="2129" y="2324"/>
                        <a:pt x="2211" y="2171"/>
                      </a:cubicBezTo>
                      <a:cubicBezTo>
                        <a:pt x="2510" y="1613"/>
                        <a:pt x="2921" y="1240"/>
                        <a:pt x="3400" y="834"/>
                      </a:cubicBezTo>
                      <a:cubicBezTo>
                        <a:pt x="3486" y="760"/>
                        <a:pt x="3572" y="685"/>
                        <a:pt x="3657" y="609"/>
                      </a:cubicBezTo>
                      <a:cubicBezTo>
                        <a:pt x="3740" y="536"/>
                        <a:pt x="3823" y="464"/>
                        <a:pt x="3907" y="391"/>
                      </a:cubicBezTo>
                      <a:cubicBezTo>
                        <a:pt x="3965" y="341"/>
                        <a:pt x="4023" y="290"/>
                        <a:pt x="4081" y="239"/>
                      </a:cubicBezTo>
                      <a:cubicBezTo>
                        <a:pt x="4117" y="209"/>
                        <a:pt x="4153" y="179"/>
                        <a:pt x="4189" y="148"/>
                      </a:cubicBezTo>
                      <a:cubicBezTo>
                        <a:pt x="4220" y="121"/>
                        <a:pt x="4251" y="95"/>
                        <a:pt x="4283" y="68"/>
                      </a:cubicBezTo>
                      <a:cubicBezTo>
                        <a:pt x="4392" y="1"/>
                        <a:pt x="4458" y="0"/>
                        <a:pt x="4583" y="11"/>
                      </a:cubicBezTo>
                      <a:close/>
                      <a:moveTo>
                        <a:pt x="4583" y="8345"/>
                      </a:moveTo>
                      <a:cubicBezTo>
                        <a:pt x="5000" y="8553"/>
                        <a:pt x="5000" y="8553"/>
                        <a:pt x="5000" y="8553"/>
                      </a:cubicBezTo>
                      <a:lnTo>
                        <a:pt x="4583" y="8345"/>
                      </a:lnTo>
                      <a:close/>
                    </a:path>
                  </a:pathLst>
                </a:custGeom>
                <a:solidFill>
                  <a:srgbClr val="CDDFFB"/>
                </a:solidFill>
                <a:ln w="2646" cap="flat">
                  <a:noFill/>
                </a:ln>
              </p:spPr>
            </p:sp>
            <p:sp>
              <p:nvSpPr>
                <p:cNvPr id="1439" name="ICON_PSD_PLOT_path_051"/>
                <p:cNvSpPr/>
                <p:nvPr/>
              </p:nvSpPr>
              <p:spPr>
                <a:xfrm>
                  <a:off x="10411148" y="3582458"/>
                  <a:ext cx="16841" cy="1270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26" h="10000" fill="norm" stroke="0">
                      <a:moveTo>
                        <a:pt x="1058" y="0"/>
                      </a:moveTo>
                      <a:cubicBezTo>
                        <a:pt x="1127" y="0"/>
                        <a:pt x="1195" y="0"/>
                        <a:pt x="1266" y="0"/>
                      </a:cubicBezTo>
                      <a:cubicBezTo>
                        <a:pt x="1276" y="1184"/>
                        <a:pt x="1283" y="2367"/>
                        <a:pt x="1288" y="3551"/>
                      </a:cubicBezTo>
                      <a:cubicBezTo>
                        <a:pt x="1288" y="3691"/>
                        <a:pt x="1289" y="3831"/>
                        <a:pt x="1289" y="3971"/>
                      </a:cubicBezTo>
                      <a:cubicBezTo>
                        <a:pt x="1289" y="3999"/>
                        <a:pt x="1289" y="4027"/>
                        <a:pt x="1289" y="4056"/>
                      </a:cubicBezTo>
                      <a:cubicBezTo>
                        <a:pt x="1291" y="4506"/>
                        <a:pt x="1295" y="4956"/>
                        <a:pt x="1298" y="5406"/>
                      </a:cubicBezTo>
                      <a:cubicBezTo>
                        <a:pt x="1302" y="5869"/>
                        <a:pt x="1305" y="6331"/>
                        <a:pt x="1305" y="6794"/>
                      </a:cubicBezTo>
                      <a:cubicBezTo>
                        <a:pt x="1306" y="7054"/>
                        <a:pt x="1307" y="7313"/>
                        <a:pt x="1310" y="7573"/>
                      </a:cubicBezTo>
                      <a:cubicBezTo>
                        <a:pt x="1313" y="7817"/>
                        <a:pt x="1314" y="8062"/>
                        <a:pt x="1313" y="8307"/>
                      </a:cubicBezTo>
                      <a:cubicBezTo>
                        <a:pt x="1314" y="8396"/>
                        <a:pt x="1314" y="8486"/>
                        <a:pt x="1316" y="8575"/>
                      </a:cubicBezTo>
                      <a:cubicBezTo>
                        <a:pt x="1326" y="9171"/>
                        <a:pt x="1243" y="9543"/>
                        <a:pt x="850" y="10000"/>
                      </a:cubicBezTo>
                      <a:cubicBezTo>
                        <a:pt x="848" y="9949"/>
                        <a:pt x="847" y="9897"/>
                        <a:pt x="846" y="9845"/>
                      </a:cubicBezTo>
                      <a:cubicBezTo>
                        <a:pt x="834" y="9360"/>
                        <a:pt x="819" y="8876"/>
                        <a:pt x="800" y="8392"/>
                      </a:cubicBezTo>
                      <a:cubicBezTo>
                        <a:pt x="791" y="8143"/>
                        <a:pt x="783" y="7894"/>
                        <a:pt x="778" y="7645"/>
                      </a:cubicBezTo>
                      <a:cubicBezTo>
                        <a:pt x="772" y="7404"/>
                        <a:pt x="764" y="7164"/>
                        <a:pt x="753" y="6924"/>
                      </a:cubicBezTo>
                      <a:cubicBezTo>
                        <a:pt x="750" y="6832"/>
                        <a:pt x="747" y="6741"/>
                        <a:pt x="746" y="6649"/>
                      </a:cubicBezTo>
                      <a:cubicBezTo>
                        <a:pt x="735" y="5939"/>
                        <a:pt x="735" y="5939"/>
                        <a:pt x="574" y="5758"/>
                      </a:cubicBezTo>
                      <a:cubicBezTo>
                        <a:pt x="465" y="5671"/>
                        <a:pt x="357" y="5603"/>
                        <a:pt x="230" y="5545"/>
                      </a:cubicBezTo>
                      <a:cubicBezTo>
                        <a:pt x="80" y="5476"/>
                        <a:pt x="80" y="5476"/>
                        <a:pt x="16" y="5417"/>
                      </a:cubicBezTo>
                      <a:cubicBezTo>
                        <a:pt x="0" y="5300"/>
                        <a:pt x="22" y="5203"/>
                        <a:pt x="55" y="5091"/>
                      </a:cubicBezTo>
                      <a:cubicBezTo>
                        <a:pt x="64" y="5061"/>
                        <a:pt x="72" y="5032"/>
                        <a:pt x="81" y="5001"/>
                      </a:cubicBezTo>
                      <a:cubicBezTo>
                        <a:pt x="171" y="4829"/>
                        <a:pt x="252" y="4774"/>
                        <a:pt x="434" y="4706"/>
                      </a:cubicBezTo>
                      <a:cubicBezTo>
                        <a:pt x="627" y="4613"/>
                        <a:pt x="627" y="4613"/>
                        <a:pt x="686" y="4491"/>
                      </a:cubicBezTo>
                      <a:cubicBezTo>
                        <a:pt x="709" y="4373"/>
                        <a:pt x="720" y="4259"/>
                        <a:pt x="727" y="4139"/>
                      </a:cubicBezTo>
                      <a:cubicBezTo>
                        <a:pt x="731" y="4094"/>
                        <a:pt x="735" y="4049"/>
                        <a:pt x="739" y="4003"/>
                      </a:cubicBezTo>
                      <a:cubicBezTo>
                        <a:pt x="752" y="3856"/>
                        <a:pt x="763" y="3708"/>
                        <a:pt x="773" y="3560"/>
                      </a:cubicBezTo>
                      <a:cubicBezTo>
                        <a:pt x="782" y="3458"/>
                        <a:pt x="790" y="3355"/>
                        <a:pt x="799" y="3253"/>
                      </a:cubicBezTo>
                      <a:cubicBezTo>
                        <a:pt x="820" y="3011"/>
                        <a:pt x="839" y="2769"/>
                        <a:pt x="857" y="2527"/>
                      </a:cubicBezTo>
                      <a:cubicBezTo>
                        <a:pt x="877" y="2251"/>
                        <a:pt x="900" y="1976"/>
                        <a:pt x="923" y="1700"/>
                      </a:cubicBezTo>
                      <a:cubicBezTo>
                        <a:pt x="971" y="1134"/>
                        <a:pt x="1015" y="567"/>
                        <a:pt x="1058" y="0"/>
                      </a:cubicBezTo>
                      <a:close/>
                    </a:path>
                  </a:pathLst>
                </a:custGeom>
                <a:solidFill>
                  <a:srgbClr val="777477"/>
                </a:solidFill>
                <a:ln w="2646" cap="flat">
                  <a:noFill/>
                </a:ln>
              </p:spPr>
            </p:sp>
            <p:sp>
              <p:nvSpPr>
                <p:cNvPr id="1440" name="ICON_PSD_PLOT_path_052"/>
                <p:cNvSpPr/>
                <p:nvPr/>
              </p:nvSpPr>
              <p:spPr>
                <a:xfrm>
                  <a:off x="10827904" y="3468688"/>
                  <a:ext cx="33242" cy="12192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617" h="9600" fill="norm" stroke="0">
                      <a:moveTo>
                        <a:pt x="326" y="0"/>
                      </a:moveTo>
                      <a:cubicBezTo>
                        <a:pt x="694" y="603"/>
                        <a:pt x="803" y="1086"/>
                        <a:pt x="790" y="1785"/>
                      </a:cubicBezTo>
                      <a:cubicBezTo>
                        <a:pt x="790" y="1877"/>
                        <a:pt x="790" y="1968"/>
                        <a:pt x="790" y="2060"/>
                      </a:cubicBezTo>
                      <a:cubicBezTo>
                        <a:pt x="790" y="2304"/>
                        <a:pt x="787" y="2548"/>
                        <a:pt x="784" y="2791"/>
                      </a:cubicBezTo>
                      <a:cubicBezTo>
                        <a:pt x="781" y="2994"/>
                        <a:pt x="780" y="3197"/>
                        <a:pt x="779" y="3400"/>
                      </a:cubicBezTo>
                      <a:cubicBezTo>
                        <a:pt x="766" y="5326"/>
                        <a:pt x="670" y="7246"/>
                        <a:pt x="534" y="9167"/>
                      </a:cubicBezTo>
                      <a:cubicBezTo>
                        <a:pt x="563" y="9148"/>
                        <a:pt x="591" y="9129"/>
                        <a:pt x="620" y="9110"/>
                      </a:cubicBezTo>
                      <a:cubicBezTo>
                        <a:pt x="729" y="9040"/>
                        <a:pt x="838" y="8970"/>
                        <a:pt x="947" y="8902"/>
                      </a:cubicBezTo>
                      <a:cubicBezTo>
                        <a:pt x="994" y="8872"/>
                        <a:pt x="1040" y="8842"/>
                        <a:pt x="1087" y="8812"/>
                      </a:cubicBezTo>
                      <a:cubicBezTo>
                        <a:pt x="1599" y="8475"/>
                        <a:pt x="2001" y="8489"/>
                        <a:pt x="2617" y="8542"/>
                      </a:cubicBezTo>
                      <a:cubicBezTo>
                        <a:pt x="2549" y="8885"/>
                        <a:pt x="2480" y="9229"/>
                        <a:pt x="2409" y="9583"/>
                      </a:cubicBezTo>
                      <a:cubicBezTo>
                        <a:pt x="2272" y="9515"/>
                        <a:pt x="2134" y="9446"/>
                        <a:pt x="1992" y="9375"/>
                      </a:cubicBezTo>
                      <a:cubicBezTo>
                        <a:pt x="2061" y="9169"/>
                        <a:pt x="2130" y="8962"/>
                        <a:pt x="2201" y="8750"/>
                      </a:cubicBezTo>
                      <a:cubicBezTo>
                        <a:pt x="2160" y="8776"/>
                        <a:pt x="2119" y="8803"/>
                        <a:pt x="2077" y="8830"/>
                      </a:cubicBezTo>
                      <a:cubicBezTo>
                        <a:pt x="1923" y="8928"/>
                        <a:pt x="1768" y="9023"/>
                        <a:pt x="1612" y="9118"/>
                      </a:cubicBezTo>
                      <a:cubicBezTo>
                        <a:pt x="1545" y="9159"/>
                        <a:pt x="1479" y="9200"/>
                        <a:pt x="1413" y="9243"/>
                      </a:cubicBezTo>
                      <a:cubicBezTo>
                        <a:pt x="1317" y="9305"/>
                        <a:pt x="1220" y="9363"/>
                        <a:pt x="1122" y="9421"/>
                      </a:cubicBezTo>
                      <a:cubicBezTo>
                        <a:pt x="1094" y="9441"/>
                        <a:pt x="1065" y="9460"/>
                        <a:pt x="1036" y="9480"/>
                      </a:cubicBezTo>
                      <a:cubicBezTo>
                        <a:pt x="826" y="9600"/>
                        <a:pt x="640" y="9596"/>
                        <a:pt x="410" y="9539"/>
                      </a:cubicBezTo>
                      <a:cubicBezTo>
                        <a:pt x="295" y="9501"/>
                        <a:pt x="205" y="9460"/>
                        <a:pt x="117" y="9375"/>
                      </a:cubicBezTo>
                      <a:cubicBezTo>
                        <a:pt x="0" y="9133"/>
                        <a:pt x="40" y="8834"/>
                        <a:pt x="49" y="8573"/>
                      </a:cubicBezTo>
                      <a:cubicBezTo>
                        <a:pt x="50" y="8489"/>
                        <a:pt x="50" y="8405"/>
                        <a:pt x="50" y="8321"/>
                      </a:cubicBezTo>
                      <a:cubicBezTo>
                        <a:pt x="51" y="8091"/>
                        <a:pt x="56" y="7861"/>
                        <a:pt x="62" y="7631"/>
                      </a:cubicBezTo>
                      <a:cubicBezTo>
                        <a:pt x="66" y="7439"/>
                        <a:pt x="69" y="7246"/>
                        <a:pt x="71" y="7053"/>
                      </a:cubicBezTo>
                      <a:cubicBezTo>
                        <a:pt x="97" y="4701"/>
                        <a:pt x="210" y="2349"/>
                        <a:pt x="326" y="0"/>
                      </a:cubicBezTo>
                      <a:close/>
                    </a:path>
                  </a:pathLst>
                </a:custGeom>
                <a:solidFill>
                  <a:srgbClr val="E1EAFA"/>
                </a:solidFill>
                <a:ln w="2646" cap="flat">
                  <a:noFill/>
                </a:ln>
              </p:spPr>
            </p:sp>
            <p:sp>
              <p:nvSpPr>
                <p:cNvPr id="1441" name="ICON_PSD_PLOT_path_053"/>
                <p:cNvSpPr/>
                <p:nvPr/>
              </p:nvSpPr>
              <p:spPr>
                <a:xfrm>
                  <a:off x="10488082" y="3935430"/>
                  <a:ext cx="82021" cy="2778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458" h="2188" fill="norm" stroke="0">
                      <a:moveTo>
                        <a:pt x="3960" y="69"/>
                      </a:moveTo>
                      <a:cubicBezTo>
                        <a:pt x="4079" y="72"/>
                        <a:pt x="4197" y="73"/>
                        <a:pt x="4315" y="74"/>
                      </a:cubicBezTo>
                      <a:cubicBezTo>
                        <a:pt x="5052" y="80"/>
                        <a:pt x="5740" y="157"/>
                        <a:pt x="6458" y="332"/>
                      </a:cubicBezTo>
                      <a:cubicBezTo>
                        <a:pt x="6458" y="469"/>
                        <a:pt x="6458" y="607"/>
                        <a:pt x="6458" y="749"/>
                      </a:cubicBezTo>
                      <a:cubicBezTo>
                        <a:pt x="6436" y="748"/>
                        <a:pt x="6436" y="748"/>
                        <a:pt x="6325" y="744"/>
                      </a:cubicBezTo>
                      <a:cubicBezTo>
                        <a:pt x="5912" y="732"/>
                        <a:pt x="5498" y="722"/>
                        <a:pt x="5084" y="716"/>
                      </a:cubicBezTo>
                      <a:cubicBezTo>
                        <a:pt x="4871" y="713"/>
                        <a:pt x="4658" y="709"/>
                        <a:pt x="4446" y="701"/>
                      </a:cubicBezTo>
                      <a:cubicBezTo>
                        <a:pt x="4240" y="695"/>
                        <a:pt x="4035" y="691"/>
                        <a:pt x="3830" y="689"/>
                      </a:cubicBezTo>
                      <a:cubicBezTo>
                        <a:pt x="3751" y="688"/>
                        <a:pt x="3673" y="686"/>
                        <a:pt x="3595" y="683"/>
                      </a:cubicBezTo>
                      <a:cubicBezTo>
                        <a:pt x="3093" y="662"/>
                        <a:pt x="3093" y="662"/>
                        <a:pt x="2917" y="749"/>
                      </a:cubicBezTo>
                      <a:cubicBezTo>
                        <a:pt x="2785" y="905"/>
                        <a:pt x="2759" y="1103"/>
                        <a:pt x="2726" y="1300"/>
                      </a:cubicBezTo>
                      <a:cubicBezTo>
                        <a:pt x="2662" y="1566"/>
                        <a:pt x="2394" y="1741"/>
                        <a:pt x="2178" y="1881"/>
                      </a:cubicBezTo>
                      <a:cubicBezTo>
                        <a:pt x="1548" y="2188"/>
                        <a:pt x="679" y="2041"/>
                        <a:pt x="0" y="1999"/>
                      </a:cubicBezTo>
                      <a:cubicBezTo>
                        <a:pt x="0" y="1861"/>
                        <a:pt x="0" y="1724"/>
                        <a:pt x="0" y="1582"/>
                      </a:cubicBezTo>
                      <a:cubicBezTo>
                        <a:pt x="50" y="1579"/>
                        <a:pt x="99" y="1576"/>
                        <a:pt x="150" y="1573"/>
                      </a:cubicBezTo>
                      <a:cubicBezTo>
                        <a:pt x="334" y="1561"/>
                        <a:pt x="517" y="1545"/>
                        <a:pt x="701" y="1527"/>
                      </a:cubicBezTo>
                      <a:cubicBezTo>
                        <a:pt x="780" y="1520"/>
                        <a:pt x="860" y="1515"/>
                        <a:pt x="939" y="1510"/>
                      </a:cubicBezTo>
                      <a:cubicBezTo>
                        <a:pt x="1469" y="1477"/>
                        <a:pt x="1469" y="1477"/>
                        <a:pt x="1667" y="1374"/>
                      </a:cubicBezTo>
                      <a:cubicBezTo>
                        <a:pt x="1726" y="1266"/>
                        <a:pt x="1750" y="1207"/>
                        <a:pt x="1772" y="1091"/>
                      </a:cubicBezTo>
                      <a:cubicBezTo>
                        <a:pt x="1844" y="727"/>
                        <a:pt x="2036" y="538"/>
                        <a:pt x="2330" y="319"/>
                      </a:cubicBezTo>
                      <a:cubicBezTo>
                        <a:pt x="2828" y="0"/>
                        <a:pt x="3392" y="46"/>
                        <a:pt x="3960" y="69"/>
                      </a:cubicBezTo>
                      <a:close/>
                    </a:path>
                  </a:pathLst>
                </a:custGeom>
                <a:solidFill>
                  <a:srgbClr val="457DF8"/>
                </a:solidFill>
                <a:ln w="2646" cap="flat">
                  <a:noFill/>
                </a:ln>
              </p:spPr>
            </p:sp>
            <p:sp>
              <p:nvSpPr>
                <p:cNvPr id="1442" name="ICON_PSD_PLOT_path_054"/>
                <p:cNvSpPr/>
                <p:nvPr/>
              </p:nvSpPr>
              <p:spPr>
                <a:xfrm>
                  <a:off x="10410881" y="3468688"/>
                  <a:ext cx="18994" cy="1746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96" h="13750" fill="norm" stroke="0">
                      <a:moveTo>
                        <a:pt x="37" y="0"/>
                      </a:moveTo>
                      <a:cubicBezTo>
                        <a:pt x="519" y="0"/>
                        <a:pt x="1000" y="0"/>
                        <a:pt x="1496" y="0"/>
                      </a:cubicBezTo>
                      <a:cubicBezTo>
                        <a:pt x="1496" y="4538"/>
                        <a:pt x="1496" y="9075"/>
                        <a:pt x="1496" y="13750"/>
                      </a:cubicBezTo>
                      <a:cubicBezTo>
                        <a:pt x="1427" y="13750"/>
                        <a:pt x="1358" y="13750"/>
                        <a:pt x="1287" y="13750"/>
                      </a:cubicBezTo>
                      <a:cubicBezTo>
                        <a:pt x="1287" y="13723"/>
                        <a:pt x="1287" y="13695"/>
                        <a:pt x="1286" y="13668"/>
                      </a:cubicBezTo>
                      <a:cubicBezTo>
                        <a:pt x="1270" y="12053"/>
                        <a:pt x="1251" y="10439"/>
                        <a:pt x="1229" y="8824"/>
                      </a:cubicBezTo>
                      <a:cubicBezTo>
                        <a:pt x="1226" y="8630"/>
                        <a:pt x="1224" y="8437"/>
                        <a:pt x="1221" y="8243"/>
                      </a:cubicBezTo>
                      <a:cubicBezTo>
                        <a:pt x="1221" y="8204"/>
                        <a:pt x="1220" y="8166"/>
                        <a:pt x="1220" y="8126"/>
                      </a:cubicBezTo>
                      <a:cubicBezTo>
                        <a:pt x="1211" y="7501"/>
                        <a:pt x="1205" y="6876"/>
                        <a:pt x="1198" y="6251"/>
                      </a:cubicBezTo>
                      <a:cubicBezTo>
                        <a:pt x="1192" y="5610"/>
                        <a:pt x="1184" y="4969"/>
                        <a:pt x="1174" y="4328"/>
                      </a:cubicBezTo>
                      <a:cubicBezTo>
                        <a:pt x="1168" y="3932"/>
                        <a:pt x="1164" y="3537"/>
                        <a:pt x="1161" y="3141"/>
                      </a:cubicBezTo>
                      <a:cubicBezTo>
                        <a:pt x="1159" y="2870"/>
                        <a:pt x="1155" y="2599"/>
                        <a:pt x="1150" y="2327"/>
                      </a:cubicBezTo>
                      <a:cubicBezTo>
                        <a:pt x="1147" y="2171"/>
                        <a:pt x="1145" y="2014"/>
                        <a:pt x="1145" y="1858"/>
                      </a:cubicBezTo>
                      <a:cubicBezTo>
                        <a:pt x="1144" y="1714"/>
                        <a:pt x="1142" y="1571"/>
                        <a:pt x="1139" y="1428"/>
                      </a:cubicBezTo>
                      <a:cubicBezTo>
                        <a:pt x="1137" y="1351"/>
                        <a:pt x="1137" y="1275"/>
                        <a:pt x="1138" y="1198"/>
                      </a:cubicBezTo>
                      <a:cubicBezTo>
                        <a:pt x="1134" y="1064"/>
                        <a:pt x="1127" y="959"/>
                        <a:pt x="1079" y="833"/>
                      </a:cubicBezTo>
                      <a:cubicBezTo>
                        <a:pt x="943" y="724"/>
                        <a:pt x="830" y="684"/>
                        <a:pt x="662" y="625"/>
                      </a:cubicBezTo>
                      <a:cubicBezTo>
                        <a:pt x="594" y="831"/>
                        <a:pt x="525" y="1038"/>
                        <a:pt x="454" y="1250"/>
                      </a:cubicBezTo>
                      <a:cubicBezTo>
                        <a:pt x="61" y="955"/>
                        <a:pt x="61" y="955"/>
                        <a:pt x="17" y="732"/>
                      </a:cubicBezTo>
                      <a:cubicBezTo>
                        <a:pt x="0" y="484"/>
                        <a:pt x="21" y="250"/>
                        <a:pt x="37" y="0"/>
                      </a:cubicBezTo>
                      <a:close/>
                    </a:path>
                  </a:pathLst>
                </a:custGeom>
                <a:solidFill>
                  <a:srgbClr val="949294"/>
                </a:solidFill>
                <a:ln w="2646" cap="flat">
                  <a:noFill/>
                </a:ln>
              </p:spPr>
            </p:sp>
            <p:sp>
              <p:nvSpPr>
                <p:cNvPr id="1443" name="ICON_PSD_PLOT_path_055"/>
                <p:cNvSpPr/>
                <p:nvPr/>
              </p:nvSpPr>
              <p:spPr>
                <a:xfrm>
                  <a:off x="10734147" y="3981576"/>
                  <a:ext cx="85109" cy="903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701" h="711" fill="norm" stroke="0">
                      <a:moveTo>
                        <a:pt x="2185" y="4"/>
                      </a:moveTo>
                      <a:cubicBezTo>
                        <a:pt x="2327" y="4"/>
                        <a:pt x="2469" y="4"/>
                        <a:pt x="2611" y="4"/>
                      </a:cubicBezTo>
                      <a:cubicBezTo>
                        <a:pt x="2848" y="3"/>
                        <a:pt x="3085" y="4"/>
                        <a:pt x="3322" y="5"/>
                      </a:cubicBezTo>
                      <a:cubicBezTo>
                        <a:pt x="3596" y="6"/>
                        <a:pt x="3869" y="5"/>
                        <a:pt x="4142" y="4"/>
                      </a:cubicBezTo>
                      <a:cubicBezTo>
                        <a:pt x="4378" y="3"/>
                        <a:pt x="4615" y="3"/>
                        <a:pt x="4852" y="4"/>
                      </a:cubicBezTo>
                      <a:cubicBezTo>
                        <a:pt x="4992" y="4"/>
                        <a:pt x="5133" y="4"/>
                        <a:pt x="5273" y="3"/>
                      </a:cubicBezTo>
                      <a:cubicBezTo>
                        <a:pt x="5429" y="3"/>
                        <a:pt x="5585" y="4"/>
                        <a:pt x="5741" y="5"/>
                      </a:cubicBezTo>
                      <a:cubicBezTo>
                        <a:pt x="5787" y="4"/>
                        <a:pt x="5832" y="4"/>
                        <a:pt x="5879" y="4"/>
                      </a:cubicBezTo>
                      <a:cubicBezTo>
                        <a:pt x="6163" y="7"/>
                        <a:pt x="6454" y="33"/>
                        <a:pt x="6667" y="240"/>
                      </a:cubicBezTo>
                      <a:cubicBezTo>
                        <a:pt x="6701" y="385"/>
                        <a:pt x="6692" y="511"/>
                        <a:pt x="6667" y="657"/>
                      </a:cubicBezTo>
                      <a:cubicBezTo>
                        <a:pt x="5828" y="666"/>
                        <a:pt x="4990" y="674"/>
                        <a:pt x="4151" y="678"/>
                      </a:cubicBezTo>
                      <a:cubicBezTo>
                        <a:pt x="3762" y="680"/>
                        <a:pt x="3372" y="683"/>
                        <a:pt x="2983" y="688"/>
                      </a:cubicBezTo>
                      <a:cubicBezTo>
                        <a:pt x="2644" y="692"/>
                        <a:pt x="2305" y="695"/>
                        <a:pt x="1965" y="696"/>
                      </a:cubicBezTo>
                      <a:cubicBezTo>
                        <a:pt x="1786" y="696"/>
                        <a:pt x="1606" y="698"/>
                        <a:pt x="1426" y="701"/>
                      </a:cubicBezTo>
                      <a:cubicBezTo>
                        <a:pt x="1257" y="704"/>
                        <a:pt x="1088" y="705"/>
                        <a:pt x="919" y="704"/>
                      </a:cubicBezTo>
                      <a:cubicBezTo>
                        <a:pt x="857" y="704"/>
                        <a:pt x="795" y="705"/>
                        <a:pt x="733" y="706"/>
                      </a:cubicBezTo>
                      <a:cubicBezTo>
                        <a:pt x="552" y="711"/>
                        <a:pt x="383" y="711"/>
                        <a:pt x="208" y="657"/>
                      </a:cubicBezTo>
                      <a:cubicBezTo>
                        <a:pt x="96" y="529"/>
                        <a:pt x="43" y="403"/>
                        <a:pt x="0" y="240"/>
                      </a:cubicBezTo>
                      <a:cubicBezTo>
                        <a:pt x="732" y="60"/>
                        <a:pt x="1434" y="0"/>
                        <a:pt x="2185" y="4"/>
                      </a:cubicBezTo>
                      <a:close/>
                    </a:path>
                  </a:pathLst>
                </a:custGeom>
                <a:solidFill>
                  <a:srgbClr val="F3FAFE"/>
                </a:solidFill>
                <a:ln w="2646" cap="flat">
                  <a:noFill/>
                </a:ln>
              </p:spPr>
            </p:sp>
            <p:sp>
              <p:nvSpPr>
                <p:cNvPr id="1444" name="ICON_PSD_PLOT_path_056"/>
                <p:cNvSpPr/>
                <p:nvPr/>
              </p:nvSpPr>
              <p:spPr>
                <a:xfrm>
                  <a:off x="10826750" y="3701521"/>
                  <a:ext cx="16224" cy="6879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78" h="5417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36" y="54"/>
                        <a:pt x="648" y="107"/>
                        <a:pt x="660" y="162"/>
                      </a:cubicBezTo>
                      <a:cubicBezTo>
                        <a:pt x="704" y="364"/>
                        <a:pt x="747" y="565"/>
                        <a:pt x="792" y="767"/>
                      </a:cubicBezTo>
                      <a:cubicBezTo>
                        <a:pt x="810" y="853"/>
                        <a:pt x="829" y="940"/>
                        <a:pt x="848" y="1027"/>
                      </a:cubicBezTo>
                      <a:cubicBezTo>
                        <a:pt x="875" y="1152"/>
                        <a:pt x="903" y="1278"/>
                        <a:pt x="930" y="1404"/>
                      </a:cubicBezTo>
                      <a:cubicBezTo>
                        <a:pt x="938" y="1442"/>
                        <a:pt x="946" y="1479"/>
                        <a:pt x="955" y="1518"/>
                      </a:cubicBezTo>
                      <a:cubicBezTo>
                        <a:pt x="999" y="1717"/>
                        <a:pt x="1051" y="1905"/>
                        <a:pt x="1123" y="2095"/>
                      </a:cubicBezTo>
                      <a:cubicBezTo>
                        <a:pt x="1260" y="2468"/>
                        <a:pt x="1278" y="2804"/>
                        <a:pt x="1270" y="3199"/>
                      </a:cubicBezTo>
                      <a:cubicBezTo>
                        <a:pt x="1270" y="3264"/>
                        <a:pt x="1270" y="3328"/>
                        <a:pt x="1269" y="3392"/>
                      </a:cubicBezTo>
                      <a:cubicBezTo>
                        <a:pt x="1269" y="3560"/>
                        <a:pt x="1267" y="3728"/>
                        <a:pt x="1264" y="3895"/>
                      </a:cubicBezTo>
                      <a:cubicBezTo>
                        <a:pt x="1262" y="4067"/>
                        <a:pt x="1261" y="4239"/>
                        <a:pt x="1260" y="4410"/>
                      </a:cubicBezTo>
                      <a:cubicBezTo>
                        <a:pt x="1258" y="4746"/>
                        <a:pt x="1254" y="5081"/>
                        <a:pt x="1250" y="5417"/>
                      </a:cubicBezTo>
                      <a:cubicBezTo>
                        <a:pt x="745" y="4995"/>
                        <a:pt x="511" y="4641"/>
                        <a:pt x="391" y="3998"/>
                      </a:cubicBezTo>
                      <a:cubicBezTo>
                        <a:pt x="383" y="3959"/>
                        <a:pt x="375" y="3921"/>
                        <a:pt x="366" y="3882"/>
                      </a:cubicBezTo>
                      <a:cubicBezTo>
                        <a:pt x="102" y="2612"/>
                        <a:pt x="68" y="1292"/>
                        <a:pt x="0" y="0"/>
                      </a:cubicBezTo>
                      <a:close/>
                    </a:path>
                  </a:pathLst>
                </a:custGeom>
                <a:solidFill>
                  <a:srgbClr val="4C7EF7"/>
                </a:solidFill>
                <a:ln w="2646" cap="flat">
                  <a:noFill/>
                </a:ln>
              </p:spPr>
            </p:sp>
            <p:sp>
              <p:nvSpPr>
                <p:cNvPr id="1445" name="ICON_PSD_PLOT_path_057"/>
                <p:cNvSpPr/>
                <p:nvPr/>
              </p:nvSpPr>
              <p:spPr>
                <a:xfrm>
                  <a:off x="10810875" y="3659188"/>
                  <a:ext cx="27932" cy="714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99" h="5625" fill="norm" stroke="0">
                      <a:moveTo>
                        <a:pt x="625" y="0"/>
                      </a:moveTo>
                      <a:cubicBezTo>
                        <a:pt x="1220" y="469"/>
                        <a:pt x="1457" y="1027"/>
                        <a:pt x="1679" y="1728"/>
                      </a:cubicBezTo>
                      <a:cubicBezTo>
                        <a:pt x="1706" y="1811"/>
                        <a:pt x="1733" y="1894"/>
                        <a:pt x="1761" y="1976"/>
                      </a:cubicBezTo>
                      <a:cubicBezTo>
                        <a:pt x="2071" y="2919"/>
                        <a:pt x="2199" y="3798"/>
                        <a:pt x="2083" y="4792"/>
                      </a:cubicBezTo>
                      <a:cubicBezTo>
                        <a:pt x="2015" y="4792"/>
                        <a:pt x="1946" y="4792"/>
                        <a:pt x="1875" y="4792"/>
                      </a:cubicBezTo>
                      <a:cubicBezTo>
                        <a:pt x="1875" y="4310"/>
                        <a:pt x="1875" y="3829"/>
                        <a:pt x="1875" y="3333"/>
                      </a:cubicBezTo>
                      <a:cubicBezTo>
                        <a:pt x="1669" y="3333"/>
                        <a:pt x="1462" y="3333"/>
                        <a:pt x="1250" y="3333"/>
                      </a:cubicBezTo>
                      <a:cubicBezTo>
                        <a:pt x="1319" y="4090"/>
                        <a:pt x="1388" y="4846"/>
                        <a:pt x="1458" y="5625"/>
                      </a:cubicBezTo>
                      <a:cubicBezTo>
                        <a:pt x="987" y="4918"/>
                        <a:pt x="987" y="4918"/>
                        <a:pt x="1055" y="4557"/>
                      </a:cubicBezTo>
                      <a:cubicBezTo>
                        <a:pt x="1062" y="4522"/>
                        <a:pt x="1069" y="4487"/>
                        <a:pt x="1076" y="4451"/>
                      </a:cubicBezTo>
                      <a:cubicBezTo>
                        <a:pt x="1097" y="4268"/>
                        <a:pt x="1097" y="4268"/>
                        <a:pt x="1042" y="4167"/>
                      </a:cubicBezTo>
                      <a:cubicBezTo>
                        <a:pt x="970" y="4148"/>
                        <a:pt x="897" y="4129"/>
                        <a:pt x="824" y="4116"/>
                      </a:cubicBezTo>
                      <a:cubicBezTo>
                        <a:pt x="671" y="4088"/>
                        <a:pt x="538" y="4060"/>
                        <a:pt x="417" y="3958"/>
                      </a:cubicBezTo>
                      <a:cubicBezTo>
                        <a:pt x="277" y="3661"/>
                        <a:pt x="300" y="3290"/>
                        <a:pt x="286" y="2969"/>
                      </a:cubicBezTo>
                      <a:cubicBezTo>
                        <a:pt x="277" y="2826"/>
                        <a:pt x="267" y="2684"/>
                        <a:pt x="257" y="2541"/>
                      </a:cubicBezTo>
                      <a:cubicBezTo>
                        <a:pt x="250" y="2448"/>
                        <a:pt x="244" y="2355"/>
                        <a:pt x="237" y="2261"/>
                      </a:cubicBezTo>
                      <a:cubicBezTo>
                        <a:pt x="214" y="1908"/>
                        <a:pt x="168" y="1569"/>
                        <a:pt x="91" y="1224"/>
                      </a:cubicBezTo>
                      <a:cubicBezTo>
                        <a:pt x="82" y="1183"/>
                        <a:pt x="73" y="1141"/>
                        <a:pt x="63" y="1098"/>
                      </a:cubicBezTo>
                      <a:cubicBezTo>
                        <a:pt x="43" y="1010"/>
                        <a:pt x="22" y="921"/>
                        <a:pt x="0" y="833"/>
                      </a:cubicBezTo>
                      <a:cubicBezTo>
                        <a:pt x="348" y="1063"/>
                        <a:pt x="606" y="1308"/>
                        <a:pt x="695" y="1726"/>
                      </a:cubicBezTo>
                      <a:cubicBezTo>
                        <a:pt x="766" y="2120"/>
                        <a:pt x="804" y="2518"/>
                        <a:pt x="833" y="2917"/>
                      </a:cubicBezTo>
                      <a:cubicBezTo>
                        <a:pt x="971" y="2917"/>
                        <a:pt x="1108" y="2917"/>
                        <a:pt x="1250" y="2917"/>
                      </a:cubicBezTo>
                      <a:cubicBezTo>
                        <a:pt x="1100" y="1428"/>
                        <a:pt x="1100" y="1428"/>
                        <a:pt x="764" y="1042"/>
                      </a:cubicBezTo>
                      <a:cubicBezTo>
                        <a:pt x="521" y="744"/>
                        <a:pt x="597" y="360"/>
                        <a:pt x="625" y="0"/>
                      </a:cubicBezTo>
                      <a:close/>
                    </a:path>
                  </a:pathLst>
                </a:custGeom>
                <a:solidFill>
                  <a:srgbClr val="79A2FA"/>
                </a:solidFill>
                <a:ln w="2646" cap="flat">
                  <a:noFill/>
                </a:ln>
              </p:spPr>
            </p:sp>
            <p:sp>
              <p:nvSpPr>
                <p:cNvPr id="1446" name="ICON_PSD_PLOT_path_058"/>
                <p:cNvSpPr/>
                <p:nvPr/>
              </p:nvSpPr>
              <p:spPr>
                <a:xfrm>
                  <a:off x="10771188" y="3632729"/>
                  <a:ext cx="55864" cy="6389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399" h="5031" fill="norm" stroke="0">
                      <a:moveTo>
                        <a:pt x="0" y="0"/>
                      </a:moveTo>
                      <a:cubicBezTo>
                        <a:pt x="43" y="134"/>
                        <a:pt x="85" y="269"/>
                        <a:pt x="129" y="407"/>
                      </a:cubicBezTo>
                      <a:cubicBezTo>
                        <a:pt x="221" y="624"/>
                        <a:pt x="319" y="791"/>
                        <a:pt x="542" y="887"/>
                      </a:cubicBezTo>
                      <a:cubicBezTo>
                        <a:pt x="890" y="971"/>
                        <a:pt x="1247" y="979"/>
                        <a:pt x="1604" y="987"/>
                      </a:cubicBezTo>
                      <a:cubicBezTo>
                        <a:pt x="1752" y="991"/>
                        <a:pt x="1900" y="1000"/>
                        <a:pt x="2048" y="1008"/>
                      </a:cubicBezTo>
                      <a:cubicBezTo>
                        <a:pt x="2338" y="1024"/>
                        <a:pt x="2627" y="1034"/>
                        <a:pt x="2917" y="1042"/>
                      </a:cubicBezTo>
                      <a:cubicBezTo>
                        <a:pt x="2985" y="835"/>
                        <a:pt x="3054" y="629"/>
                        <a:pt x="3125" y="417"/>
                      </a:cubicBezTo>
                      <a:cubicBezTo>
                        <a:pt x="3339" y="917"/>
                        <a:pt x="3532" y="1420"/>
                        <a:pt x="3701" y="1938"/>
                      </a:cubicBezTo>
                      <a:cubicBezTo>
                        <a:pt x="3708" y="1959"/>
                        <a:pt x="3708" y="1959"/>
                        <a:pt x="3743" y="2064"/>
                      </a:cubicBezTo>
                      <a:cubicBezTo>
                        <a:pt x="3812" y="2276"/>
                        <a:pt x="3880" y="2489"/>
                        <a:pt x="3947" y="2701"/>
                      </a:cubicBezTo>
                      <a:cubicBezTo>
                        <a:pt x="3973" y="2780"/>
                        <a:pt x="3999" y="2860"/>
                        <a:pt x="4024" y="2939"/>
                      </a:cubicBezTo>
                      <a:cubicBezTo>
                        <a:pt x="4036" y="2976"/>
                        <a:pt x="4047" y="3013"/>
                        <a:pt x="4058" y="3050"/>
                      </a:cubicBezTo>
                      <a:cubicBezTo>
                        <a:pt x="4114" y="3219"/>
                        <a:pt x="4148" y="3316"/>
                        <a:pt x="4279" y="3441"/>
                      </a:cubicBezTo>
                      <a:cubicBezTo>
                        <a:pt x="4397" y="3564"/>
                        <a:pt x="4399" y="3623"/>
                        <a:pt x="4399" y="3788"/>
                      </a:cubicBezTo>
                      <a:cubicBezTo>
                        <a:pt x="4398" y="3819"/>
                        <a:pt x="4396" y="3849"/>
                        <a:pt x="4395" y="3881"/>
                      </a:cubicBezTo>
                      <a:cubicBezTo>
                        <a:pt x="4395" y="3913"/>
                        <a:pt x="4395" y="3945"/>
                        <a:pt x="4394" y="3978"/>
                      </a:cubicBezTo>
                      <a:cubicBezTo>
                        <a:pt x="4393" y="4080"/>
                        <a:pt x="4391" y="4182"/>
                        <a:pt x="4388" y="4284"/>
                      </a:cubicBezTo>
                      <a:cubicBezTo>
                        <a:pt x="4387" y="4353"/>
                        <a:pt x="4386" y="4423"/>
                        <a:pt x="4385" y="4492"/>
                      </a:cubicBezTo>
                      <a:cubicBezTo>
                        <a:pt x="4383" y="4661"/>
                        <a:pt x="4379" y="4831"/>
                        <a:pt x="4375" y="5000"/>
                      </a:cubicBezTo>
                      <a:cubicBezTo>
                        <a:pt x="4231" y="5021"/>
                        <a:pt x="4101" y="5031"/>
                        <a:pt x="3958" y="5000"/>
                      </a:cubicBezTo>
                      <a:cubicBezTo>
                        <a:pt x="3866" y="4896"/>
                        <a:pt x="3843" y="4774"/>
                        <a:pt x="3810" y="4641"/>
                      </a:cubicBezTo>
                      <a:cubicBezTo>
                        <a:pt x="3788" y="4563"/>
                        <a:pt x="3765" y="4485"/>
                        <a:pt x="3742" y="4407"/>
                      </a:cubicBezTo>
                      <a:cubicBezTo>
                        <a:pt x="3730" y="4366"/>
                        <a:pt x="3719" y="4324"/>
                        <a:pt x="3707" y="4282"/>
                      </a:cubicBezTo>
                      <a:cubicBezTo>
                        <a:pt x="3490" y="3497"/>
                        <a:pt x="3202" y="2813"/>
                        <a:pt x="2765" y="2127"/>
                      </a:cubicBezTo>
                      <a:cubicBezTo>
                        <a:pt x="2747" y="2099"/>
                        <a:pt x="2729" y="2070"/>
                        <a:pt x="2711" y="2041"/>
                      </a:cubicBezTo>
                      <a:cubicBezTo>
                        <a:pt x="2679" y="1990"/>
                        <a:pt x="2645" y="1939"/>
                        <a:pt x="2611" y="1888"/>
                      </a:cubicBezTo>
                      <a:cubicBezTo>
                        <a:pt x="2479" y="1680"/>
                        <a:pt x="2483" y="1492"/>
                        <a:pt x="2500" y="1250"/>
                      </a:cubicBezTo>
                      <a:cubicBezTo>
                        <a:pt x="2237" y="1234"/>
                        <a:pt x="1974" y="1223"/>
                        <a:pt x="1710" y="1216"/>
                      </a:cubicBezTo>
                      <a:cubicBezTo>
                        <a:pt x="1621" y="1212"/>
                        <a:pt x="1531" y="1208"/>
                        <a:pt x="1442" y="1203"/>
                      </a:cubicBezTo>
                      <a:cubicBezTo>
                        <a:pt x="839" y="1167"/>
                        <a:pt x="839" y="1167"/>
                        <a:pt x="625" y="1250"/>
                      </a:cubicBezTo>
                      <a:cubicBezTo>
                        <a:pt x="462" y="1418"/>
                        <a:pt x="437" y="1651"/>
                        <a:pt x="417" y="1875"/>
                      </a:cubicBezTo>
                      <a:cubicBezTo>
                        <a:pt x="417" y="1669"/>
                        <a:pt x="417" y="1462"/>
                        <a:pt x="417" y="1250"/>
                      </a:cubicBezTo>
                      <a:cubicBezTo>
                        <a:pt x="279" y="1250"/>
                        <a:pt x="142" y="1250"/>
                        <a:pt x="0" y="1250"/>
                      </a:cubicBezTo>
                      <a:cubicBezTo>
                        <a:pt x="0" y="837"/>
                        <a:pt x="0" y="425"/>
                        <a:pt x="0" y="0"/>
                      </a:cubicBezTo>
                      <a:close/>
                    </a:path>
                  </a:pathLst>
                </a:custGeom>
                <a:solidFill>
                  <a:srgbClr val="698EE2"/>
                </a:solidFill>
                <a:ln w="2646" cap="flat">
                  <a:noFill/>
                </a:ln>
              </p:spPr>
            </p:sp>
            <p:sp>
              <p:nvSpPr>
                <p:cNvPr id="1447" name="ICON_PSD_PLOT_path_059"/>
                <p:cNvSpPr/>
                <p:nvPr/>
              </p:nvSpPr>
              <p:spPr>
                <a:xfrm>
                  <a:off x="11599333" y="3968750"/>
                  <a:ext cx="79692" cy="2530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75" h="1993" fill="norm" stroke="0">
                      <a:moveTo>
                        <a:pt x="6042" y="0"/>
                      </a:moveTo>
                      <a:cubicBezTo>
                        <a:pt x="6110" y="0"/>
                        <a:pt x="6179" y="0"/>
                        <a:pt x="6250" y="0"/>
                      </a:cubicBezTo>
                      <a:cubicBezTo>
                        <a:pt x="6255" y="234"/>
                        <a:pt x="6259" y="467"/>
                        <a:pt x="6261" y="701"/>
                      </a:cubicBezTo>
                      <a:cubicBezTo>
                        <a:pt x="6262" y="780"/>
                        <a:pt x="6264" y="859"/>
                        <a:pt x="6266" y="939"/>
                      </a:cubicBezTo>
                      <a:cubicBezTo>
                        <a:pt x="6268" y="1053"/>
                        <a:pt x="6269" y="1168"/>
                        <a:pt x="6270" y="1282"/>
                      </a:cubicBezTo>
                      <a:cubicBezTo>
                        <a:pt x="6271" y="1317"/>
                        <a:pt x="6272" y="1353"/>
                        <a:pt x="6274" y="1389"/>
                      </a:cubicBezTo>
                      <a:cubicBezTo>
                        <a:pt x="6274" y="1406"/>
                        <a:pt x="6274" y="1406"/>
                        <a:pt x="6274" y="1490"/>
                      </a:cubicBezTo>
                      <a:cubicBezTo>
                        <a:pt x="6274" y="1519"/>
                        <a:pt x="6275" y="1548"/>
                        <a:pt x="6275" y="1578"/>
                      </a:cubicBezTo>
                      <a:cubicBezTo>
                        <a:pt x="6236" y="1716"/>
                        <a:pt x="6160" y="1801"/>
                        <a:pt x="6042" y="1875"/>
                      </a:cubicBezTo>
                      <a:cubicBezTo>
                        <a:pt x="5921" y="1907"/>
                        <a:pt x="5804" y="1910"/>
                        <a:pt x="5680" y="1912"/>
                      </a:cubicBezTo>
                      <a:cubicBezTo>
                        <a:pt x="5644" y="1913"/>
                        <a:pt x="5609" y="1915"/>
                        <a:pt x="5571" y="1916"/>
                      </a:cubicBezTo>
                      <a:cubicBezTo>
                        <a:pt x="5453" y="1920"/>
                        <a:pt x="5334" y="1923"/>
                        <a:pt x="5216" y="1925"/>
                      </a:cubicBezTo>
                      <a:cubicBezTo>
                        <a:pt x="5195" y="1925"/>
                        <a:pt x="5195" y="1925"/>
                        <a:pt x="5092" y="1927"/>
                      </a:cubicBezTo>
                      <a:cubicBezTo>
                        <a:pt x="4877" y="1931"/>
                        <a:pt x="4662" y="1935"/>
                        <a:pt x="4447" y="1936"/>
                      </a:cubicBezTo>
                      <a:cubicBezTo>
                        <a:pt x="4225" y="1939"/>
                        <a:pt x="4004" y="1946"/>
                        <a:pt x="3782" y="1954"/>
                      </a:cubicBezTo>
                      <a:cubicBezTo>
                        <a:pt x="3611" y="1960"/>
                        <a:pt x="3440" y="1961"/>
                        <a:pt x="3269" y="1962"/>
                      </a:cubicBezTo>
                      <a:cubicBezTo>
                        <a:pt x="3187" y="1963"/>
                        <a:pt x="3105" y="1966"/>
                        <a:pt x="3024" y="1969"/>
                      </a:cubicBezTo>
                      <a:cubicBezTo>
                        <a:pt x="2502" y="1993"/>
                        <a:pt x="2502" y="1993"/>
                        <a:pt x="2292" y="1875"/>
                      </a:cubicBezTo>
                      <a:cubicBezTo>
                        <a:pt x="2128" y="1687"/>
                        <a:pt x="2043" y="1464"/>
                        <a:pt x="1958" y="1233"/>
                      </a:cubicBezTo>
                      <a:cubicBezTo>
                        <a:pt x="1904" y="1091"/>
                        <a:pt x="1885" y="1049"/>
                        <a:pt x="1760" y="953"/>
                      </a:cubicBezTo>
                      <a:cubicBezTo>
                        <a:pt x="1648" y="913"/>
                        <a:pt x="1551" y="895"/>
                        <a:pt x="1432" y="885"/>
                      </a:cubicBezTo>
                      <a:cubicBezTo>
                        <a:pt x="1394" y="879"/>
                        <a:pt x="1356" y="873"/>
                        <a:pt x="1317" y="867"/>
                      </a:cubicBezTo>
                      <a:cubicBezTo>
                        <a:pt x="1226" y="852"/>
                        <a:pt x="1134" y="842"/>
                        <a:pt x="1042" y="833"/>
                      </a:cubicBezTo>
                      <a:cubicBezTo>
                        <a:pt x="1042" y="696"/>
                        <a:pt x="1042" y="558"/>
                        <a:pt x="1042" y="417"/>
                      </a:cubicBezTo>
                      <a:cubicBezTo>
                        <a:pt x="698" y="485"/>
                        <a:pt x="354" y="554"/>
                        <a:pt x="0" y="625"/>
                      </a:cubicBezTo>
                      <a:cubicBezTo>
                        <a:pt x="208" y="208"/>
                        <a:pt x="208" y="208"/>
                        <a:pt x="334" y="151"/>
                      </a:cubicBezTo>
                      <a:cubicBezTo>
                        <a:pt x="600" y="141"/>
                        <a:pt x="600" y="141"/>
                        <a:pt x="712" y="142"/>
                      </a:cubicBezTo>
                      <a:cubicBezTo>
                        <a:pt x="792" y="143"/>
                        <a:pt x="871" y="138"/>
                        <a:pt x="951" y="133"/>
                      </a:cubicBezTo>
                      <a:cubicBezTo>
                        <a:pt x="1164" y="128"/>
                        <a:pt x="1364" y="135"/>
                        <a:pt x="1538" y="271"/>
                      </a:cubicBezTo>
                      <a:cubicBezTo>
                        <a:pt x="1593" y="324"/>
                        <a:pt x="1649" y="376"/>
                        <a:pt x="1704" y="429"/>
                      </a:cubicBezTo>
                      <a:cubicBezTo>
                        <a:pt x="2357" y="1041"/>
                        <a:pt x="3243" y="951"/>
                        <a:pt x="4087" y="973"/>
                      </a:cubicBezTo>
                      <a:cubicBezTo>
                        <a:pt x="4308" y="979"/>
                        <a:pt x="4529" y="989"/>
                        <a:pt x="4749" y="998"/>
                      </a:cubicBezTo>
                      <a:cubicBezTo>
                        <a:pt x="5180" y="1016"/>
                        <a:pt x="5611" y="1030"/>
                        <a:pt x="6042" y="1042"/>
                      </a:cubicBezTo>
                      <a:cubicBezTo>
                        <a:pt x="6042" y="698"/>
                        <a:pt x="6042" y="354"/>
                        <a:pt x="6042" y="0"/>
                      </a:cubicBezTo>
                      <a:close/>
                    </a:path>
                  </a:pathLst>
                </a:custGeom>
                <a:solidFill>
                  <a:srgbClr val="CDDAF4"/>
                </a:solidFill>
                <a:ln w="2646" cap="flat">
                  <a:noFill/>
                </a:ln>
              </p:spPr>
            </p:sp>
            <p:sp>
              <p:nvSpPr>
                <p:cNvPr id="1448" name="ICON_PSD_PLOT_path_060"/>
                <p:cNvSpPr/>
                <p:nvPr/>
              </p:nvSpPr>
              <p:spPr>
                <a:xfrm>
                  <a:off x="11564938" y="4000500"/>
                  <a:ext cx="111125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50" h="833" fill="norm" stroke="0">
                      <a:moveTo>
                        <a:pt x="0" y="0"/>
                      </a:moveTo>
                      <a:cubicBezTo>
                        <a:pt x="2888" y="0"/>
                        <a:pt x="5775" y="0"/>
                        <a:pt x="8750" y="0"/>
                      </a:cubicBezTo>
                      <a:cubicBezTo>
                        <a:pt x="8750" y="275"/>
                        <a:pt x="8750" y="550"/>
                        <a:pt x="8750" y="833"/>
                      </a:cubicBezTo>
                      <a:cubicBezTo>
                        <a:pt x="8642" y="800"/>
                        <a:pt x="8535" y="767"/>
                        <a:pt x="8424" y="733"/>
                      </a:cubicBezTo>
                      <a:cubicBezTo>
                        <a:pt x="7820" y="571"/>
                        <a:pt x="7196" y="581"/>
                        <a:pt x="6576" y="569"/>
                      </a:cubicBezTo>
                      <a:cubicBezTo>
                        <a:pt x="6402" y="565"/>
                        <a:pt x="6228" y="560"/>
                        <a:pt x="6054" y="555"/>
                      </a:cubicBezTo>
                      <a:cubicBezTo>
                        <a:pt x="5649" y="543"/>
                        <a:pt x="5244" y="533"/>
                        <a:pt x="4839" y="524"/>
                      </a:cubicBezTo>
                      <a:cubicBezTo>
                        <a:pt x="4325" y="511"/>
                        <a:pt x="3812" y="498"/>
                        <a:pt x="3299" y="484"/>
                      </a:cubicBezTo>
                      <a:cubicBezTo>
                        <a:pt x="3127" y="479"/>
                        <a:pt x="2955" y="475"/>
                        <a:pt x="2783" y="471"/>
                      </a:cubicBezTo>
                      <a:cubicBezTo>
                        <a:pt x="1842" y="451"/>
                        <a:pt x="929" y="363"/>
                        <a:pt x="0" y="208"/>
                      </a:cubicBezTo>
                      <a:cubicBezTo>
                        <a:pt x="0" y="140"/>
                        <a:pt x="0" y="71"/>
                        <a:pt x="0" y="0"/>
                      </a:cubicBezTo>
                      <a:close/>
                    </a:path>
                  </a:pathLst>
                </a:custGeom>
                <a:solidFill>
                  <a:srgbClr val="7A787F"/>
                </a:solidFill>
                <a:ln w="2646" cap="flat">
                  <a:noFill/>
                </a:ln>
              </p:spPr>
            </p:sp>
            <p:sp>
              <p:nvSpPr>
                <p:cNvPr id="1449" name="ICON_PSD_PLOT_path_061"/>
                <p:cNvSpPr/>
                <p:nvPr/>
              </p:nvSpPr>
              <p:spPr>
                <a:xfrm>
                  <a:off x="11284479" y="3968750"/>
                  <a:ext cx="68792" cy="1474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417" h="1161" fill="norm" stroke="0">
                      <a:moveTo>
                        <a:pt x="0" y="0"/>
                      </a:moveTo>
                      <a:cubicBezTo>
                        <a:pt x="894" y="34"/>
                        <a:pt x="894" y="34"/>
                        <a:pt x="5417" y="208"/>
                      </a:cubicBezTo>
                      <a:cubicBezTo>
                        <a:pt x="5279" y="277"/>
                        <a:pt x="5279" y="277"/>
                        <a:pt x="4583" y="625"/>
                      </a:cubicBezTo>
                      <a:cubicBezTo>
                        <a:pt x="4858" y="762"/>
                        <a:pt x="5133" y="900"/>
                        <a:pt x="5417" y="1042"/>
                      </a:cubicBezTo>
                      <a:cubicBezTo>
                        <a:pt x="1858" y="1161"/>
                        <a:pt x="1858" y="1161"/>
                        <a:pt x="716" y="755"/>
                      </a:cubicBezTo>
                      <a:cubicBezTo>
                        <a:pt x="697" y="749"/>
                        <a:pt x="697" y="749"/>
                        <a:pt x="599" y="715"/>
                      </a:cubicBezTo>
                      <a:cubicBezTo>
                        <a:pt x="493" y="678"/>
                        <a:pt x="389" y="637"/>
                        <a:pt x="286" y="594"/>
                      </a:cubicBezTo>
                      <a:cubicBezTo>
                        <a:pt x="256" y="582"/>
                        <a:pt x="226" y="571"/>
                        <a:pt x="195" y="559"/>
                      </a:cubicBezTo>
                      <a:cubicBezTo>
                        <a:pt x="116" y="521"/>
                        <a:pt x="116" y="521"/>
                        <a:pt x="0" y="417"/>
                      </a:cubicBezTo>
                      <a:cubicBezTo>
                        <a:pt x="0" y="279"/>
                        <a:pt x="0" y="142"/>
                        <a:pt x="0" y="0"/>
                      </a:cubicBezTo>
                      <a:close/>
                    </a:path>
                  </a:pathLst>
                </a:custGeom>
                <a:solidFill>
                  <a:srgbClr val="4C86F1"/>
                </a:solidFill>
                <a:ln w="2646" cap="flat">
                  <a:noFill/>
                </a:ln>
              </p:spPr>
            </p:sp>
            <p:sp>
              <p:nvSpPr>
                <p:cNvPr id="1450" name="ICON_PSD_PLOT_path_062"/>
                <p:cNvSpPr/>
                <p:nvPr/>
              </p:nvSpPr>
              <p:spPr>
                <a:xfrm>
                  <a:off x="10580688" y="3918479"/>
                  <a:ext cx="68792" cy="3268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417" h="2573" fill="norm" stroke="0">
                      <a:moveTo>
                        <a:pt x="5000" y="0"/>
                      </a:moveTo>
                      <a:cubicBezTo>
                        <a:pt x="5168" y="28"/>
                        <a:pt x="5285" y="104"/>
                        <a:pt x="5417" y="208"/>
                      </a:cubicBezTo>
                      <a:cubicBezTo>
                        <a:pt x="5362" y="353"/>
                        <a:pt x="5306" y="498"/>
                        <a:pt x="5250" y="642"/>
                      </a:cubicBezTo>
                      <a:cubicBezTo>
                        <a:pt x="5222" y="715"/>
                        <a:pt x="5194" y="788"/>
                        <a:pt x="5166" y="861"/>
                      </a:cubicBezTo>
                      <a:cubicBezTo>
                        <a:pt x="5148" y="908"/>
                        <a:pt x="5130" y="954"/>
                        <a:pt x="5111" y="1002"/>
                      </a:cubicBezTo>
                      <a:cubicBezTo>
                        <a:pt x="5103" y="1023"/>
                        <a:pt x="5103" y="1023"/>
                        <a:pt x="5062" y="1131"/>
                      </a:cubicBezTo>
                      <a:cubicBezTo>
                        <a:pt x="4974" y="1300"/>
                        <a:pt x="4890" y="1426"/>
                        <a:pt x="4703" y="1488"/>
                      </a:cubicBezTo>
                      <a:cubicBezTo>
                        <a:pt x="4591" y="1512"/>
                        <a:pt x="4480" y="1531"/>
                        <a:pt x="4367" y="1548"/>
                      </a:cubicBezTo>
                      <a:cubicBezTo>
                        <a:pt x="4280" y="1563"/>
                        <a:pt x="4193" y="1578"/>
                        <a:pt x="4107" y="1593"/>
                      </a:cubicBezTo>
                      <a:cubicBezTo>
                        <a:pt x="4061" y="1601"/>
                        <a:pt x="4016" y="1609"/>
                        <a:pt x="3969" y="1616"/>
                      </a:cubicBezTo>
                      <a:cubicBezTo>
                        <a:pt x="3246" y="1741"/>
                        <a:pt x="2588" y="1890"/>
                        <a:pt x="1927" y="2214"/>
                      </a:cubicBezTo>
                      <a:cubicBezTo>
                        <a:pt x="1273" y="2533"/>
                        <a:pt x="721" y="2573"/>
                        <a:pt x="0" y="2500"/>
                      </a:cubicBezTo>
                      <a:cubicBezTo>
                        <a:pt x="135" y="2110"/>
                        <a:pt x="351" y="1963"/>
                        <a:pt x="710" y="1784"/>
                      </a:cubicBezTo>
                      <a:cubicBezTo>
                        <a:pt x="760" y="1757"/>
                        <a:pt x="811" y="1731"/>
                        <a:pt x="862" y="1705"/>
                      </a:cubicBezTo>
                      <a:cubicBezTo>
                        <a:pt x="997" y="1635"/>
                        <a:pt x="1133" y="1567"/>
                        <a:pt x="1270" y="1500"/>
                      </a:cubicBezTo>
                      <a:cubicBezTo>
                        <a:pt x="1354" y="1458"/>
                        <a:pt x="1439" y="1416"/>
                        <a:pt x="1523" y="1373"/>
                      </a:cubicBezTo>
                      <a:cubicBezTo>
                        <a:pt x="2331" y="969"/>
                        <a:pt x="3106" y="671"/>
                        <a:pt x="4007" y="538"/>
                      </a:cubicBezTo>
                      <a:cubicBezTo>
                        <a:pt x="4078" y="527"/>
                        <a:pt x="4149" y="516"/>
                        <a:pt x="4220" y="505"/>
                      </a:cubicBezTo>
                      <a:cubicBezTo>
                        <a:pt x="4254" y="499"/>
                        <a:pt x="4286" y="494"/>
                        <a:pt x="4321" y="489"/>
                      </a:cubicBezTo>
                      <a:cubicBezTo>
                        <a:pt x="4609" y="434"/>
                        <a:pt x="4727" y="294"/>
                        <a:pt x="4908" y="74"/>
                      </a:cubicBezTo>
                      <a:cubicBezTo>
                        <a:pt x="4923" y="61"/>
                        <a:pt x="4923" y="61"/>
                        <a:pt x="5000" y="0"/>
                      </a:cubicBezTo>
                      <a:close/>
                    </a:path>
                  </a:pathLst>
                </a:custGeom>
                <a:solidFill>
                  <a:srgbClr val="488AFB"/>
                </a:solidFill>
                <a:ln w="2646" cap="flat">
                  <a:noFill/>
                </a:ln>
              </p:spPr>
            </p:sp>
            <p:sp>
              <p:nvSpPr>
                <p:cNvPr id="1451" name="ICON_PSD_PLOT_path_063"/>
                <p:cNvSpPr/>
                <p:nvPr/>
              </p:nvSpPr>
              <p:spPr>
                <a:xfrm>
                  <a:off x="10419291" y="4005416"/>
                  <a:ext cx="158750" cy="1889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0" h="1488" fill="norm" stroke="0">
                      <a:moveTo>
                        <a:pt x="1916" y="5"/>
                      </a:moveTo>
                      <a:cubicBezTo>
                        <a:pt x="2059" y="6"/>
                        <a:pt x="2202" y="6"/>
                        <a:pt x="2344" y="6"/>
                      </a:cubicBezTo>
                      <a:cubicBezTo>
                        <a:pt x="2590" y="6"/>
                        <a:pt x="2836" y="6"/>
                        <a:pt x="3082" y="8"/>
                      </a:cubicBezTo>
                      <a:cubicBezTo>
                        <a:pt x="3438" y="9"/>
                        <a:pt x="3793" y="10"/>
                        <a:pt x="4149" y="10"/>
                      </a:cubicBezTo>
                      <a:cubicBezTo>
                        <a:pt x="4726" y="11"/>
                        <a:pt x="5304" y="12"/>
                        <a:pt x="5881" y="14"/>
                      </a:cubicBezTo>
                      <a:cubicBezTo>
                        <a:pt x="6441" y="16"/>
                        <a:pt x="7001" y="17"/>
                        <a:pt x="7561" y="18"/>
                      </a:cubicBezTo>
                      <a:cubicBezTo>
                        <a:pt x="7579" y="18"/>
                        <a:pt x="7579" y="18"/>
                        <a:pt x="7666" y="18"/>
                      </a:cubicBezTo>
                      <a:cubicBezTo>
                        <a:pt x="7840" y="19"/>
                        <a:pt x="8014" y="19"/>
                        <a:pt x="8188" y="19"/>
                      </a:cubicBezTo>
                      <a:cubicBezTo>
                        <a:pt x="9625" y="21"/>
                        <a:pt x="11062" y="25"/>
                        <a:pt x="12500" y="30"/>
                      </a:cubicBezTo>
                      <a:cubicBezTo>
                        <a:pt x="12500" y="98"/>
                        <a:pt x="12500" y="167"/>
                        <a:pt x="12500" y="238"/>
                      </a:cubicBezTo>
                      <a:cubicBezTo>
                        <a:pt x="10609" y="272"/>
                        <a:pt x="10609" y="272"/>
                        <a:pt x="1042" y="446"/>
                      </a:cubicBezTo>
                      <a:cubicBezTo>
                        <a:pt x="973" y="790"/>
                        <a:pt x="904" y="1134"/>
                        <a:pt x="833" y="1488"/>
                      </a:cubicBezTo>
                      <a:cubicBezTo>
                        <a:pt x="558" y="1419"/>
                        <a:pt x="283" y="1350"/>
                        <a:pt x="0" y="1280"/>
                      </a:cubicBezTo>
                      <a:cubicBezTo>
                        <a:pt x="0" y="936"/>
                        <a:pt x="0" y="592"/>
                        <a:pt x="0" y="238"/>
                      </a:cubicBezTo>
                      <a:cubicBezTo>
                        <a:pt x="652" y="43"/>
                        <a:pt x="1239" y="0"/>
                        <a:pt x="1916" y="5"/>
                      </a:cubicBezTo>
                      <a:close/>
                    </a:path>
                  </a:pathLst>
                </a:custGeom>
                <a:solidFill>
                  <a:srgbClr val="A09FA2"/>
                </a:solidFill>
                <a:ln w="2646" cap="flat">
                  <a:noFill/>
                </a:ln>
              </p:spPr>
            </p:sp>
            <p:sp>
              <p:nvSpPr>
                <p:cNvPr id="1452" name="ICON_PSD_PLOT_path_064"/>
                <p:cNvSpPr/>
                <p:nvPr/>
              </p:nvSpPr>
              <p:spPr>
                <a:xfrm>
                  <a:off x="10849261" y="3810000"/>
                  <a:ext cx="22984" cy="476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10" h="3750" fill="norm" stroke="0">
                      <a:moveTo>
                        <a:pt x="102" y="0"/>
                      </a:moveTo>
                      <a:cubicBezTo>
                        <a:pt x="662" y="112"/>
                        <a:pt x="662" y="112"/>
                        <a:pt x="805" y="321"/>
                      </a:cubicBezTo>
                      <a:cubicBezTo>
                        <a:pt x="853" y="466"/>
                        <a:pt x="884" y="610"/>
                        <a:pt x="911" y="761"/>
                      </a:cubicBezTo>
                      <a:cubicBezTo>
                        <a:pt x="923" y="816"/>
                        <a:pt x="935" y="870"/>
                        <a:pt x="947" y="925"/>
                      </a:cubicBezTo>
                      <a:cubicBezTo>
                        <a:pt x="979" y="1069"/>
                        <a:pt x="1008" y="1213"/>
                        <a:pt x="1036" y="1357"/>
                      </a:cubicBezTo>
                      <a:cubicBezTo>
                        <a:pt x="1081" y="1588"/>
                        <a:pt x="1129" y="1817"/>
                        <a:pt x="1180" y="2046"/>
                      </a:cubicBezTo>
                      <a:cubicBezTo>
                        <a:pt x="1197" y="2126"/>
                        <a:pt x="1211" y="2205"/>
                        <a:pt x="1226" y="2285"/>
                      </a:cubicBezTo>
                      <a:cubicBezTo>
                        <a:pt x="1300" y="2636"/>
                        <a:pt x="1414" y="2810"/>
                        <a:pt x="1680" y="3037"/>
                      </a:cubicBezTo>
                      <a:cubicBezTo>
                        <a:pt x="1774" y="3130"/>
                        <a:pt x="1798" y="3173"/>
                        <a:pt x="1810" y="3303"/>
                      </a:cubicBezTo>
                      <a:cubicBezTo>
                        <a:pt x="1806" y="3384"/>
                        <a:pt x="1806" y="3384"/>
                        <a:pt x="1795" y="3464"/>
                      </a:cubicBezTo>
                      <a:cubicBezTo>
                        <a:pt x="1794" y="3478"/>
                        <a:pt x="1794" y="3478"/>
                        <a:pt x="1790" y="3548"/>
                      </a:cubicBezTo>
                      <a:cubicBezTo>
                        <a:pt x="1785" y="3616"/>
                        <a:pt x="1777" y="3683"/>
                        <a:pt x="1769" y="3750"/>
                      </a:cubicBezTo>
                      <a:cubicBezTo>
                        <a:pt x="1608" y="3726"/>
                        <a:pt x="1448" y="3699"/>
                        <a:pt x="1287" y="3672"/>
                      </a:cubicBezTo>
                      <a:cubicBezTo>
                        <a:pt x="1265" y="3669"/>
                        <a:pt x="1265" y="3669"/>
                        <a:pt x="1153" y="3652"/>
                      </a:cubicBezTo>
                      <a:cubicBezTo>
                        <a:pt x="767" y="3583"/>
                        <a:pt x="363" y="3431"/>
                        <a:pt x="102" y="3125"/>
                      </a:cubicBezTo>
                      <a:cubicBezTo>
                        <a:pt x="0" y="2899"/>
                        <a:pt x="29" y="2642"/>
                        <a:pt x="41" y="2401"/>
                      </a:cubicBezTo>
                      <a:cubicBezTo>
                        <a:pt x="43" y="2331"/>
                        <a:pt x="44" y="2262"/>
                        <a:pt x="44" y="2192"/>
                      </a:cubicBezTo>
                      <a:cubicBezTo>
                        <a:pt x="46" y="2011"/>
                        <a:pt x="53" y="1829"/>
                        <a:pt x="60" y="1648"/>
                      </a:cubicBezTo>
                      <a:cubicBezTo>
                        <a:pt x="66" y="1462"/>
                        <a:pt x="69" y="1276"/>
                        <a:pt x="72" y="1090"/>
                      </a:cubicBezTo>
                      <a:cubicBezTo>
                        <a:pt x="79" y="727"/>
                        <a:pt x="89" y="364"/>
                        <a:pt x="102" y="0"/>
                      </a:cubicBezTo>
                      <a:close/>
                    </a:path>
                  </a:pathLst>
                </a:custGeom>
                <a:solidFill>
                  <a:srgbClr val="4B88FB"/>
                </a:solidFill>
                <a:ln w="2646" cap="flat">
                  <a:noFill/>
                </a:ln>
              </p:spPr>
            </p:sp>
            <p:sp>
              <p:nvSpPr>
                <p:cNvPr id="1453" name="ICON_PSD_PLOT_path_065"/>
                <p:cNvSpPr/>
                <p:nvPr/>
              </p:nvSpPr>
              <p:spPr>
                <a:xfrm>
                  <a:off x="10977564" y="4000123"/>
                  <a:ext cx="105833" cy="2219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3" h="1748" fill="norm" stroke="0">
                      <a:moveTo>
                        <a:pt x="2994" y="9"/>
                      </a:moveTo>
                      <a:cubicBezTo>
                        <a:pt x="3183" y="10"/>
                        <a:pt x="3372" y="10"/>
                        <a:pt x="3561" y="10"/>
                      </a:cubicBezTo>
                      <a:cubicBezTo>
                        <a:pt x="3916" y="11"/>
                        <a:pt x="4270" y="12"/>
                        <a:pt x="4625" y="15"/>
                      </a:cubicBezTo>
                      <a:cubicBezTo>
                        <a:pt x="5030" y="17"/>
                        <a:pt x="5435" y="18"/>
                        <a:pt x="5841" y="19"/>
                      </a:cubicBezTo>
                      <a:cubicBezTo>
                        <a:pt x="6671" y="21"/>
                        <a:pt x="7502" y="25"/>
                        <a:pt x="8333" y="30"/>
                      </a:cubicBezTo>
                      <a:cubicBezTo>
                        <a:pt x="8333" y="98"/>
                        <a:pt x="8333" y="167"/>
                        <a:pt x="8333" y="238"/>
                      </a:cubicBezTo>
                      <a:cubicBezTo>
                        <a:pt x="8305" y="238"/>
                        <a:pt x="8278" y="238"/>
                        <a:pt x="8249" y="237"/>
                      </a:cubicBezTo>
                      <a:cubicBezTo>
                        <a:pt x="7903" y="237"/>
                        <a:pt x="7559" y="246"/>
                        <a:pt x="7214" y="264"/>
                      </a:cubicBezTo>
                      <a:cubicBezTo>
                        <a:pt x="7200" y="265"/>
                        <a:pt x="7200" y="265"/>
                        <a:pt x="7132" y="268"/>
                      </a:cubicBezTo>
                      <a:cubicBezTo>
                        <a:pt x="6208" y="320"/>
                        <a:pt x="6208" y="320"/>
                        <a:pt x="5960" y="508"/>
                      </a:cubicBezTo>
                      <a:cubicBezTo>
                        <a:pt x="5774" y="723"/>
                        <a:pt x="5725" y="986"/>
                        <a:pt x="5693" y="1262"/>
                      </a:cubicBezTo>
                      <a:cubicBezTo>
                        <a:pt x="5690" y="1290"/>
                        <a:pt x="5687" y="1319"/>
                        <a:pt x="5684" y="1348"/>
                      </a:cubicBezTo>
                      <a:cubicBezTo>
                        <a:pt x="5676" y="1426"/>
                        <a:pt x="5675" y="1506"/>
                        <a:pt x="5674" y="1585"/>
                      </a:cubicBezTo>
                      <a:cubicBezTo>
                        <a:pt x="5658" y="1622"/>
                        <a:pt x="5642" y="1659"/>
                        <a:pt x="5625" y="1696"/>
                      </a:cubicBezTo>
                      <a:cubicBezTo>
                        <a:pt x="5478" y="1743"/>
                        <a:pt x="5354" y="1748"/>
                        <a:pt x="5208" y="1696"/>
                      </a:cubicBezTo>
                      <a:cubicBezTo>
                        <a:pt x="5116" y="1538"/>
                        <a:pt x="5086" y="1361"/>
                        <a:pt x="5042" y="1185"/>
                      </a:cubicBezTo>
                      <a:cubicBezTo>
                        <a:pt x="4888" y="714"/>
                        <a:pt x="4888" y="714"/>
                        <a:pt x="4688" y="591"/>
                      </a:cubicBezTo>
                      <a:cubicBezTo>
                        <a:pt x="4395" y="498"/>
                        <a:pt x="4087" y="503"/>
                        <a:pt x="3782" y="507"/>
                      </a:cubicBezTo>
                      <a:cubicBezTo>
                        <a:pt x="3649" y="508"/>
                        <a:pt x="3515" y="502"/>
                        <a:pt x="3382" y="498"/>
                      </a:cubicBezTo>
                      <a:cubicBezTo>
                        <a:pt x="3131" y="490"/>
                        <a:pt x="2879" y="487"/>
                        <a:pt x="2627" y="487"/>
                      </a:cubicBezTo>
                      <a:cubicBezTo>
                        <a:pt x="2341" y="486"/>
                        <a:pt x="2054" y="479"/>
                        <a:pt x="1768" y="472"/>
                      </a:cubicBezTo>
                      <a:cubicBezTo>
                        <a:pt x="1178" y="457"/>
                        <a:pt x="589" y="449"/>
                        <a:pt x="0" y="446"/>
                      </a:cubicBezTo>
                      <a:cubicBezTo>
                        <a:pt x="0" y="377"/>
                        <a:pt x="0" y="309"/>
                        <a:pt x="0" y="238"/>
                      </a:cubicBezTo>
                      <a:cubicBezTo>
                        <a:pt x="1004" y="63"/>
                        <a:pt x="1976" y="0"/>
                        <a:pt x="2994" y="9"/>
                      </a:cubicBezTo>
                      <a:close/>
                    </a:path>
                  </a:pathLst>
                </a:custGeom>
                <a:solidFill>
                  <a:srgbClr val="7D7C80"/>
                </a:solidFill>
                <a:ln w="2646" cap="flat">
                  <a:noFill/>
                </a:ln>
              </p:spPr>
            </p:sp>
            <p:sp>
              <p:nvSpPr>
                <p:cNvPr id="1454" name="ICON_PSD_PLOT_path_066"/>
                <p:cNvSpPr/>
                <p:nvPr/>
              </p:nvSpPr>
              <p:spPr>
                <a:xfrm>
                  <a:off x="10813522" y="3608099"/>
                  <a:ext cx="22439" cy="510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767" h="4023" fill="norm" stroke="0">
                      <a:moveTo>
                        <a:pt x="1585" y="334"/>
                      </a:moveTo>
                      <a:cubicBezTo>
                        <a:pt x="1767" y="617"/>
                        <a:pt x="1738" y="978"/>
                        <a:pt x="1732" y="1301"/>
                      </a:cubicBezTo>
                      <a:cubicBezTo>
                        <a:pt x="1731" y="1339"/>
                        <a:pt x="1731" y="1376"/>
                        <a:pt x="1731" y="1415"/>
                      </a:cubicBezTo>
                      <a:cubicBezTo>
                        <a:pt x="1723" y="2181"/>
                        <a:pt x="1723" y="2181"/>
                        <a:pt x="1462" y="2488"/>
                      </a:cubicBezTo>
                      <a:cubicBezTo>
                        <a:pt x="1181" y="2750"/>
                        <a:pt x="1044" y="2773"/>
                        <a:pt x="625" y="2773"/>
                      </a:cubicBezTo>
                      <a:cubicBezTo>
                        <a:pt x="625" y="3185"/>
                        <a:pt x="625" y="3598"/>
                        <a:pt x="625" y="4023"/>
                      </a:cubicBezTo>
                      <a:cubicBezTo>
                        <a:pt x="279" y="3400"/>
                        <a:pt x="109" y="2850"/>
                        <a:pt x="0" y="2148"/>
                      </a:cubicBezTo>
                      <a:cubicBezTo>
                        <a:pt x="138" y="2148"/>
                        <a:pt x="275" y="2148"/>
                        <a:pt x="417" y="2148"/>
                      </a:cubicBezTo>
                      <a:cubicBezTo>
                        <a:pt x="412" y="2099"/>
                        <a:pt x="408" y="2051"/>
                        <a:pt x="403" y="2001"/>
                      </a:cubicBezTo>
                      <a:cubicBezTo>
                        <a:pt x="294" y="687"/>
                        <a:pt x="294" y="687"/>
                        <a:pt x="492" y="355"/>
                      </a:cubicBezTo>
                      <a:cubicBezTo>
                        <a:pt x="593" y="258"/>
                        <a:pt x="681" y="201"/>
                        <a:pt x="807" y="143"/>
                      </a:cubicBezTo>
                      <a:cubicBezTo>
                        <a:pt x="843" y="126"/>
                        <a:pt x="880" y="109"/>
                        <a:pt x="917" y="91"/>
                      </a:cubicBezTo>
                      <a:cubicBezTo>
                        <a:pt x="1204" y="0"/>
                        <a:pt x="1403" y="105"/>
                        <a:pt x="1585" y="334"/>
                      </a:cubicBezTo>
                      <a:close/>
                    </a:path>
                  </a:pathLst>
                </a:custGeom>
                <a:solidFill>
                  <a:srgbClr val="E7ECF4"/>
                </a:solidFill>
                <a:ln w="2646" cap="flat">
                  <a:noFill/>
                </a:ln>
              </p:spPr>
            </p:sp>
            <p:sp>
              <p:nvSpPr>
                <p:cNvPr id="1455" name="ICON_PSD_PLOT_path_067"/>
                <p:cNvSpPr/>
                <p:nvPr/>
              </p:nvSpPr>
              <p:spPr>
                <a:xfrm>
                  <a:off x="10750021" y="3683000"/>
                  <a:ext cx="23812" cy="846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75" h="6667" fill="norm" stroke="0">
                      <a:moveTo>
                        <a:pt x="1458" y="0"/>
                      </a:moveTo>
                      <a:cubicBezTo>
                        <a:pt x="1714" y="684"/>
                        <a:pt x="1637" y="1254"/>
                        <a:pt x="1488" y="1953"/>
                      </a:cubicBezTo>
                      <a:cubicBezTo>
                        <a:pt x="1460" y="2085"/>
                        <a:pt x="1434" y="2218"/>
                        <a:pt x="1408" y="2351"/>
                      </a:cubicBezTo>
                      <a:cubicBezTo>
                        <a:pt x="1358" y="2609"/>
                        <a:pt x="1304" y="2867"/>
                        <a:pt x="1250" y="3125"/>
                      </a:cubicBezTo>
                      <a:cubicBezTo>
                        <a:pt x="1456" y="3056"/>
                        <a:pt x="1663" y="2988"/>
                        <a:pt x="1875" y="2917"/>
                      </a:cubicBezTo>
                      <a:cubicBezTo>
                        <a:pt x="1754" y="3666"/>
                        <a:pt x="1554" y="4306"/>
                        <a:pt x="1250" y="5000"/>
                      </a:cubicBezTo>
                      <a:cubicBezTo>
                        <a:pt x="1113" y="4931"/>
                        <a:pt x="975" y="4863"/>
                        <a:pt x="833" y="4792"/>
                      </a:cubicBezTo>
                      <a:cubicBezTo>
                        <a:pt x="837" y="4829"/>
                        <a:pt x="840" y="4865"/>
                        <a:pt x="843" y="4903"/>
                      </a:cubicBezTo>
                      <a:cubicBezTo>
                        <a:pt x="923" y="5929"/>
                        <a:pt x="923" y="5929"/>
                        <a:pt x="775" y="6115"/>
                      </a:cubicBezTo>
                      <a:cubicBezTo>
                        <a:pt x="667" y="6176"/>
                        <a:pt x="572" y="6196"/>
                        <a:pt x="449" y="6203"/>
                      </a:cubicBezTo>
                      <a:cubicBezTo>
                        <a:pt x="357" y="6208"/>
                        <a:pt x="294" y="6214"/>
                        <a:pt x="208" y="6250"/>
                      </a:cubicBezTo>
                      <a:cubicBezTo>
                        <a:pt x="148" y="6345"/>
                        <a:pt x="148" y="6345"/>
                        <a:pt x="94" y="6461"/>
                      </a:cubicBezTo>
                      <a:cubicBezTo>
                        <a:pt x="76" y="6499"/>
                        <a:pt x="59" y="6538"/>
                        <a:pt x="40" y="6577"/>
                      </a:cubicBezTo>
                      <a:cubicBezTo>
                        <a:pt x="27" y="6607"/>
                        <a:pt x="14" y="6636"/>
                        <a:pt x="0" y="6667"/>
                      </a:cubicBezTo>
                      <a:cubicBezTo>
                        <a:pt x="119" y="5381"/>
                        <a:pt x="386" y="4147"/>
                        <a:pt x="693" y="2894"/>
                      </a:cubicBezTo>
                      <a:cubicBezTo>
                        <a:pt x="742" y="2696"/>
                        <a:pt x="789" y="2499"/>
                        <a:pt x="836" y="2301"/>
                      </a:cubicBezTo>
                      <a:cubicBezTo>
                        <a:pt x="894" y="2062"/>
                        <a:pt x="951" y="1823"/>
                        <a:pt x="1009" y="1584"/>
                      </a:cubicBezTo>
                      <a:cubicBezTo>
                        <a:pt x="1014" y="1562"/>
                        <a:pt x="1014" y="1562"/>
                        <a:pt x="1041" y="1450"/>
                      </a:cubicBezTo>
                      <a:cubicBezTo>
                        <a:pt x="1160" y="959"/>
                        <a:pt x="1287" y="476"/>
                        <a:pt x="1458" y="0"/>
                      </a:cubicBezTo>
                      <a:close/>
                    </a:path>
                  </a:pathLst>
                </a:custGeom>
                <a:solidFill>
                  <a:srgbClr val="C1DDFD"/>
                </a:solidFill>
                <a:ln w="2646" cap="flat">
                  <a:noFill/>
                </a:ln>
              </p:spPr>
            </p:sp>
            <p:sp>
              <p:nvSpPr>
                <p:cNvPr id="1456" name="ICON_PSD_PLOT_path_068"/>
                <p:cNvSpPr/>
                <p:nvPr/>
              </p:nvSpPr>
              <p:spPr>
                <a:xfrm>
                  <a:off x="10923619" y="3910542"/>
                  <a:ext cx="46244" cy="211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641" h="1667" fill="norm" stroke="0">
                      <a:moveTo>
                        <a:pt x="81" y="0"/>
                      </a:moveTo>
                      <a:cubicBezTo>
                        <a:pt x="151" y="24"/>
                        <a:pt x="220" y="50"/>
                        <a:pt x="289" y="78"/>
                      </a:cubicBezTo>
                      <a:cubicBezTo>
                        <a:pt x="309" y="85"/>
                        <a:pt x="309" y="85"/>
                        <a:pt x="406" y="122"/>
                      </a:cubicBezTo>
                      <a:cubicBezTo>
                        <a:pt x="497" y="208"/>
                        <a:pt x="497" y="208"/>
                        <a:pt x="510" y="309"/>
                      </a:cubicBezTo>
                      <a:cubicBezTo>
                        <a:pt x="510" y="415"/>
                        <a:pt x="506" y="519"/>
                        <a:pt x="497" y="625"/>
                      </a:cubicBezTo>
                      <a:cubicBezTo>
                        <a:pt x="536" y="611"/>
                        <a:pt x="575" y="598"/>
                        <a:pt x="615" y="584"/>
                      </a:cubicBezTo>
                      <a:cubicBezTo>
                        <a:pt x="2132" y="56"/>
                        <a:pt x="2132" y="56"/>
                        <a:pt x="2889" y="362"/>
                      </a:cubicBezTo>
                      <a:cubicBezTo>
                        <a:pt x="3177" y="508"/>
                        <a:pt x="3483" y="743"/>
                        <a:pt x="3622" y="1042"/>
                      </a:cubicBezTo>
                      <a:cubicBezTo>
                        <a:pt x="3641" y="1183"/>
                        <a:pt x="3638" y="1316"/>
                        <a:pt x="3622" y="1458"/>
                      </a:cubicBezTo>
                      <a:cubicBezTo>
                        <a:pt x="3601" y="1458"/>
                        <a:pt x="3601" y="1458"/>
                        <a:pt x="3493" y="1455"/>
                      </a:cubicBezTo>
                      <a:cubicBezTo>
                        <a:pt x="2473" y="1431"/>
                        <a:pt x="1502" y="1488"/>
                        <a:pt x="497" y="1667"/>
                      </a:cubicBezTo>
                      <a:cubicBezTo>
                        <a:pt x="0" y="552"/>
                        <a:pt x="0" y="552"/>
                        <a:pt x="81" y="0"/>
                      </a:cubicBezTo>
                      <a:close/>
                    </a:path>
                  </a:pathLst>
                </a:custGeom>
                <a:solidFill>
                  <a:srgbClr val="1F67FA"/>
                </a:solidFill>
                <a:ln w="2646" cap="flat">
                  <a:noFill/>
                </a:ln>
              </p:spPr>
            </p:sp>
            <p:sp>
              <p:nvSpPr>
                <p:cNvPr id="1457" name="ICON_PSD_PLOT_path_069"/>
                <p:cNvSpPr/>
                <p:nvPr/>
              </p:nvSpPr>
              <p:spPr>
                <a:xfrm>
                  <a:off x="10405081" y="3468219"/>
                  <a:ext cx="12290" cy="16451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68" h="12954" fill="norm" stroke="0">
                      <a:moveTo>
                        <a:pt x="77" y="37"/>
                      </a:moveTo>
                      <a:cubicBezTo>
                        <a:pt x="224" y="9"/>
                        <a:pt x="348" y="0"/>
                        <a:pt x="494" y="37"/>
                      </a:cubicBezTo>
                      <a:cubicBezTo>
                        <a:pt x="614" y="166"/>
                        <a:pt x="666" y="317"/>
                        <a:pt x="725" y="482"/>
                      </a:cubicBezTo>
                      <a:cubicBezTo>
                        <a:pt x="743" y="529"/>
                        <a:pt x="760" y="576"/>
                        <a:pt x="779" y="624"/>
                      </a:cubicBezTo>
                      <a:cubicBezTo>
                        <a:pt x="961" y="1141"/>
                        <a:pt x="968" y="1660"/>
                        <a:pt x="959" y="2203"/>
                      </a:cubicBezTo>
                      <a:cubicBezTo>
                        <a:pt x="957" y="2348"/>
                        <a:pt x="958" y="2493"/>
                        <a:pt x="958" y="2638"/>
                      </a:cubicBezTo>
                      <a:cubicBezTo>
                        <a:pt x="958" y="2888"/>
                        <a:pt x="957" y="3138"/>
                        <a:pt x="955" y="3388"/>
                      </a:cubicBezTo>
                      <a:cubicBezTo>
                        <a:pt x="951" y="3749"/>
                        <a:pt x="950" y="4110"/>
                        <a:pt x="950" y="4471"/>
                      </a:cubicBezTo>
                      <a:cubicBezTo>
                        <a:pt x="949" y="5058"/>
                        <a:pt x="946" y="5644"/>
                        <a:pt x="942" y="6231"/>
                      </a:cubicBezTo>
                      <a:cubicBezTo>
                        <a:pt x="938" y="6800"/>
                        <a:pt x="935" y="7368"/>
                        <a:pt x="934" y="7937"/>
                      </a:cubicBezTo>
                      <a:cubicBezTo>
                        <a:pt x="933" y="7973"/>
                        <a:pt x="933" y="8008"/>
                        <a:pt x="933" y="8044"/>
                      </a:cubicBezTo>
                      <a:cubicBezTo>
                        <a:pt x="933" y="8220"/>
                        <a:pt x="932" y="8397"/>
                        <a:pt x="932" y="8574"/>
                      </a:cubicBezTo>
                      <a:cubicBezTo>
                        <a:pt x="927" y="10034"/>
                        <a:pt x="920" y="11494"/>
                        <a:pt x="911" y="12954"/>
                      </a:cubicBezTo>
                      <a:cubicBezTo>
                        <a:pt x="842" y="12954"/>
                        <a:pt x="773" y="12954"/>
                        <a:pt x="702" y="12954"/>
                      </a:cubicBezTo>
                      <a:cubicBezTo>
                        <a:pt x="702" y="12929"/>
                        <a:pt x="703" y="12904"/>
                        <a:pt x="703" y="12879"/>
                      </a:cubicBezTo>
                      <a:cubicBezTo>
                        <a:pt x="717" y="11421"/>
                        <a:pt x="728" y="9963"/>
                        <a:pt x="734" y="8505"/>
                      </a:cubicBezTo>
                      <a:cubicBezTo>
                        <a:pt x="735" y="8330"/>
                        <a:pt x="736" y="8155"/>
                        <a:pt x="737" y="7980"/>
                      </a:cubicBezTo>
                      <a:cubicBezTo>
                        <a:pt x="737" y="7946"/>
                        <a:pt x="737" y="7911"/>
                        <a:pt x="737" y="7875"/>
                      </a:cubicBezTo>
                      <a:cubicBezTo>
                        <a:pt x="740" y="7311"/>
                        <a:pt x="745" y="6746"/>
                        <a:pt x="750" y="6182"/>
                      </a:cubicBezTo>
                      <a:cubicBezTo>
                        <a:pt x="756" y="5603"/>
                        <a:pt x="760" y="5024"/>
                        <a:pt x="761" y="4445"/>
                      </a:cubicBezTo>
                      <a:cubicBezTo>
                        <a:pt x="762" y="4088"/>
                        <a:pt x="765" y="3731"/>
                        <a:pt x="770" y="3373"/>
                      </a:cubicBezTo>
                      <a:cubicBezTo>
                        <a:pt x="773" y="3128"/>
                        <a:pt x="774" y="2884"/>
                        <a:pt x="773" y="2639"/>
                      </a:cubicBezTo>
                      <a:cubicBezTo>
                        <a:pt x="773" y="2497"/>
                        <a:pt x="774" y="2356"/>
                        <a:pt x="777" y="2214"/>
                      </a:cubicBezTo>
                      <a:cubicBezTo>
                        <a:pt x="792" y="1516"/>
                        <a:pt x="792" y="1516"/>
                        <a:pt x="702" y="1287"/>
                      </a:cubicBezTo>
                      <a:cubicBezTo>
                        <a:pt x="564" y="1153"/>
                        <a:pt x="402" y="1129"/>
                        <a:pt x="217" y="1110"/>
                      </a:cubicBezTo>
                      <a:cubicBezTo>
                        <a:pt x="171" y="1100"/>
                        <a:pt x="125" y="1089"/>
                        <a:pt x="77" y="1079"/>
                      </a:cubicBezTo>
                      <a:cubicBezTo>
                        <a:pt x="0" y="897"/>
                        <a:pt x="17" y="739"/>
                        <a:pt x="38" y="545"/>
                      </a:cubicBezTo>
                      <a:cubicBezTo>
                        <a:pt x="41" y="496"/>
                        <a:pt x="44" y="447"/>
                        <a:pt x="47" y="397"/>
                      </a:cubicBezTo>
                      <a:cubicBezTo>
                        <a:pt x="54" y="276"/>
                        <a:pt x="64" y="157"/>
                        <a:pt x="77" y="37"/>
                      </a:cubicBezTo>
                      <a:close/>
                    </a:path>
                  </a:pathLst>
                </a:custGeom>
                <a:solidFill>
                  <a:srgbClr val="E8E8E8"/>
                </a:solidFill>
                <a:ln w="2646" cap="flat">
                  <a:noFill/>
                </a:ln>
              </p:spPr>
            </p:sp>
            <p:sp>
              <p:nvSpPr>
                <p:cNvPr id="1458" name="ICON_PSD_PLOT_path_070"/>
                <p:cNvSpPr/>
                <p:nvPr/>
              </p:nvSpPr>
              <p:spPr>
                <a:xfrm>
                  <a:off x="10720816" y="3733178"/>
                  <a:ext cx="17534" cy="585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81" h="4610" fill="norm" stroke="0">
                      <a:moveTo>
                        <a:pt x="1258" y="7"/>
                      </a:moveTo>
                      <a:cubicBezTo>
                        <a:pt x="1381" y="2639"/>
                        <a:pt x="1381" y="2639"/>
                        <a:pt x="958" y="3822"/>
                      </a:cubicBezTo>
                      <a:cubicBezTo>
                        <a:pt x="951" y="3843"/>
                        <a:pt x="951" y="3843"/>
                        <a:pt x="916" y="3944"/>
                      </a:cubicBezTo>
                      <a:cubicBezTo>
                        <a:pt x="876" y="4055"/>
                        <a:pt x="834" y="4166"/>
                        <a:pt x="790" y="4276"/>
                      </a:cubicBezTo>
                      <a:cubicBezTo>
                        <a:pt x="777" y="4308"/>
                        <a:pt x="765" y="4340"/>
                        <a:pt x="752" y="4374"/>
                      </a:cubicBezTo>
                      <a:cubicBezTo>
                        <a:pt x="714" y="4461"/>
                        <a:pt x="714" y="4461"/>
                        <a:pt x="633" y="4591"/>
                      </a:cubicBezTo>
                      <a:cubicBezTo>
                        <a:pt x="519" y="4610"/>
                        <a:pt x="519" y="4610"/>
                        <a:pt x="425" y="4591"/>
                      </a:cubicBezTo>
                      <a:cubicBezTo>
                        <a:pt x="419" y="4557"/>
                        <a:pt x="414" y="4524"/>
                        <a:pt x="409" y="4489"/>
                      </a:cubicBezTo>
                      <a:cubicBezTo>
                        <a:pt x="384" y="4332"/>
                        <a:pt x="359" y="4175"/>
                        <a:pt x="333" y="4018"/>
                      </a:cubicBezTo>
                      <a:cubicBezTo>
                        <a:pt x="329" y="3989"/>
                        <a:pt x="324" y="3961"/>
                        <a:pt x="320" y="3932"/>
                      </a:cubicBezTo>
                      <a:cubicBezTo>
                        <a:pt x="256" y="3533"/>
                        <a:pt x="179" y="3143"/>
                        <a:pt x="53" y="2759"/>
                      </a:cubicBezTo>
                      <a:cubicBezTo>
                        <a:pt x="44" y="2728"/>
                        <a:pt x="35" y="2697"/>
                        <a:pt x="26" y="2666"/>
                      </a:cubicBezTo>
                      <a:cubicBezTo>
                        <a:pt x="17" y="2640"/>
                        <a:pt x="9" y="2614"/>
                        <a:pt x="0" y="2588"/>
                      </a:cubicBezTo>
                      <a:cubicBezTo>
                        <a:pt x="8" y="2507"/>
                        <a:pt x="8" y="2507"/>
                        <a:pt x="105" y="2419"/>
                      </a:cubicBezTo>
                      <a:cubicBezTo>
                        <a:pt x="264" y="2272"/>
                        <a:pt x="277" y="2089"/>
                        <a:pt x="313" y="1883"/>
                      </a:cubicBezTo>
                      <a:cubicBezTo>
                        <a:pt x="329" y="1800"/>
                        <a:pt x="346" y="1717"/>
                        <a:pt x="362" y="1635"/>
                      </a:cubicBezTo>
                      <a:cubicBezTo>
                        <a:pt x="387" y="1505"/>
                        <a:pt x="411" y="1375"/>
                        <a:pt x="435" y="1245"/>
                      </a:cubicBezTo>
                      <a:cubicBezTo>
                        <a:pt x="594" y="374"/>
                        <a:pt x="594" y="374"/>
                        <a:pt x="946" y="65"/>
                      </a:cubicBezTo>
                      <a:cubicBezTo>
                        <a:pt x="1063" y="0"/>
                        <a:pt x="1127" y="2"/>
                        <a:pt x="1258" y="7"/>
                      </a:cubicBezTo>
                      <a:close/>
                    </a:path>
                  </a:pathLst>
                </a:custGeom>
                <a:solidFill>
                  <a:srgbClr val="E0EDFD"/>
                </a:solidFill>
                <a:ln w="2646" cap="flat">
                  <a:noFill/>
                </a:ln>
              </p:spPr>
            </p:sp>
            <p:sp>
              <p:nvSpPr>
                <p:cNvPr id="1459" name="ICON_PSD_PLOT_path_071"/>
                <p:cNvSpPr/>
                <p:nvPr/>
              </p:nvSpPr>
              <p:spPr>
                <a:xfrm>
                  <a:off x="10668000" y="4000500"/>
                  <a:ext cx="105833" cy="894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3" h="704" fill="norm" stroke="0">
                      <a:moveTo>
                        <a:pt x="0" y="0"/>
                      </a:moveTo>
                      <a:cubicBezTo>
                        <a:pt x="2750" y="0"/>
                        <a:pt x="5500" y="0"/>
                        <a:pt x="8333" y="0"/>
                      </a:cubicBezTo>
                      <a:cubicBezTo>
                        <a:pt x="8333" y="69"/>
                        <a:pt x="8333" y="137"/>
                        <a:pt x="8333" y="208"/>
                      </a:cubicBezTo>
                      <a:cubicBezTo>
                        <a:pt x="8296" y="210"/>
                        <a:pt x="8260" y="213"/>
                        <a:pt x="8222" y="215"/>
                      </a:cubicBezTo>
                      <a:cubicBezTo>
                        <a:pt x="7869" y="235"/>
                        <a:pt x="7517" y="257"/>
                        <a:pt x="7165" y="279"/>
                      </a:cubicBezTo>
                      <a:cubicBezTo>
                        <a:pt x="6984" y="290"/>
                        <a:pt x="6803" y="301"/>
                        <a:pt x="6622" y="312"/>
                      </a:cubicBezTo>
                      <a:cubicBezTo>
                        <a:pt x="6413" y="324"/>
                        <a:pt x="6203" y="337"/>
                        <a:pt x="5994" y="351"/>
                      </a:cubicBezTo>
                      <a:cubicBezTo>
                        <a:pt x="5959" y="353"/>
                        <a:pt x="5924" y="355"/>
                        <a:pt x="5889" y="358"/>
                      </a:cubicBezTo>
                      <a:cubicBezTo>
                        <a:pt x="5482" y="385"/>
                        <a:pt x="5101" y="432"/>
                        <a:pt x="4705" y="532"/>
                      </a:cubicBezTo>
                      <a:cubicBezTo>
                        <a:pt x="3989" y="704"/>
                        <a:pt x="3237" y="618"/>
                        <a:pt x="2509" y="575"/>
                      </a:cubicBezTo>
                      <a:cubicBezTo>
                        <a:pt x="2294" y="562"/>
                        <a:pt x="2079" y="552"/>
                        <a:pt x="1864" y="543"/>
                      </a:cubicBezTo>
                      <a:cubicBezTo>
                        <a:pt x="1696" y="536"/>
                        <a:pt x="1529" y="527"/>
                        <a:pt x="1361" y="517"/>
                      </a:cubicBezTo>
                      <a:cubicBezTo>
                        <a:pt x="1282" y="512"/>
                        <a:pt x="1203" y="509"/>
                        <a:pt x="1123" y="506"/>
                      </a:cubicBezTo>
                      <a:cubicBezTo>
                        <a:pt x="1013" y="501"/>
                        <a:pt x="902" y="494"/>
                        <a:pt x="792" y="486"/>
                      </a:cubicBezTo>
                      <a:cubicBezTo>
                        <a:pt x="760" y="486"/>
                        <a:pt x="728" y="485"/>
                        <a:pt x="695" y="484"/>
                      </a:cubicBezTo>
                      <a:cubicBezTo>
                        <a:pt x="336" y="453"/>
                        <a:pt x="293" y="293"/>
                        <a:pt x="0" y="0"/>
                      </a:cubicBezTo>
                      <a:close/>
                    </a:path>
                  </a:pathLst>
                </a:custGeom>
                <a:solidFill>
                  <a:srgbClr val="726E72"/>
                </a:solidFill>
                <a:ln w="2646" cap="flat">
                  <a:noFill/>
                </a:ln>
              </p:spPr>
            </p:sp>
            <p:sp>
              <p:nvSpPr>
                <p:cNvPr id="1460" name="ICON_PSD_PLOT_path_072"/>
                <p:cNvSpPr/>
                <p:nvPr/>
              </p:nvSpPr>
              <p:spPr>
                <a:xfrm>
                  <a:off x="10698239" y="3794125"/>
                  <a:ext cx="41926" cy="952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301" h="7500" fill="norm" stroke="0">
                      <a:moveTo>
                        <a:pt x="3036" y="0"/>
                      </a:moveTo>
                      <a:cubicBezTo>
                        <a:pt x="3104" y="0"/>
                        <a:pt x="3173" y="0"/>
                        <a:pt x="3244" y="0"/>
                      </a:cubicBezTo>
                      <a:cubicBezTo>
                        <a:pt x="3301" y="764"/>
                        <a:pt x="3223" y="1425"/>
                        <a:pt x="3020" y="2161"/>
                      </a:cubicBezTo>
                      <a:cubicBezTo>
                        <a:pt x="2799" y="2965"/>
                        <a:pt x="2708" y="3753"/>
                        <a:pt x="2619" y="4583"/>
                      </a:cubicBezTo>
                      <a:cubicBezTo>
                        <a:pt x="2344" y="4618"/>
                        <a:pt x="2344" y="4618"/>
                        <a:pt x="952" y="4792"/>
                      </a:cubicBezTo>
                      <a:cubicBezTo>
                        <a:pt x="991" y="5508"/>
                        <a:pt x="991" y="5508"/>
                        <a:pt x="1009" y="5733"/>
                      </a:cubicBezTo>
                      <a:cubicBezTo>
                        <a:pt x="1025" y="6103"/>
                        <a:pt x="1025" y="6103"/>
                        <a:pt x="952" y="6250"/>
                      </a:cubicBezTo>
                      <a:cubicBezTo>
                        <a:pt x="832" y="6334"/>
                        <a:pt x="694" y="6356"/>
                        <a:pt x="552" y="6385"/>
                      </a:cubicBezTo>
                      <a:cubicBezTo>
                        <a:pt x="468" y="6405"/>
                        <a:pt x="468" y="6405"/>
                        <a:pt x="327" y="6458"/>
                      </a:cubicBezTo>
                      <a:cubicBezTo>
                        <a:pt x="245" y="6637"/>
                        <a:pt x="267" y="6800"/>
                        <a:pt x="288" y="6992"/>
                      </a:cubicBezTo>
                      <a:cubicBezTo>
                        <a:pt x="290" y="7016"/>
                        <a:pt x="290" y="7016"/>
                        <a:pt x="297" y="7140"/>
                      </a:cubicBezTo>
                      <a:cubicBezTo>
                        <a:pt x="304" y="7260"/>
                        <a:pt x="314" y="7380"/>
                        <a:pt x="327" y="7500"/>
                      </a:cubicBezTo>
                      <a:cubicBezTo>
                        <a:pt x="259" y="7500"/>
                        <a:pt x="190" y="7500"/>
                        <a:pt x="119" y="7500"/>
                      </a:cubicBezTo>
                      <a:cubicBezTo>
                        <a:pt x="0" y="6736"/>
                        <a:pt x="125" y="6087"/>
                        <a:pt x="419" y="5374"/>
                      </a:cubicBezTo>
                      <a:cubicBezTo>
                        <a:pt x="453" y="5290"/>
                        <a:pt x="486" y="5206"/>
                        <a:pt x="517" y="5121"/>
                      </a:cubicBezTo>
                      <a:cubicBezTo>
                        <a:pt x="731" y="4554"/>
                        <a:pt x="731" y="4554"/>
                        <a:pt x="952" y="4375"/>
                      </a:cubicBezTo>
                      <a:cubicBezTo>
                        <a:pt x="1125" y="4329"/>
                        <a:pt x="1296" y="4326"/>
                        <a:pt x="1474" y="4318"/>
                      </a:cubicBezTo>
                      <a:cubicBezTo>
                        <a:pt x="1673" y="4303"/>
                        <a:pt x="1826" y="4277"/>
                        <a:pt x="1994" y="4167"/>
                      </a:cubicBezTo>
                      <a:cubicBezTo>
                        <a:pt x="2293" y="3761"/>
                        <a:pt x="2347" y="3137"/>
                        <a:pt x="2440" y="2656"/>
                      </a:cubicBezTo>
                      <a:cubicBezTo>
                        <a:pt x="2478" y="2464"/>
                        <a:pt x="2521" y="2272"/>
                        <a:pt x="2564" y="2081"/>
                      </a:cubicBezTo>
                      <a:cubicBezTo>
                        <a:pt x="2626" y="1798"/>
                        <a:pt x="2686" y="1515"/>
                        <a:pt x="2744" y="1231"/>
                      </a:cubicBezTo>
                      <a:cubicBezTo>
                        <a:pt x="2827" y="817"/>
                        <a:pt x="2930" y="409"/>
                        <a:pt x="3036" y="0"/>
                      </a:cubicBezTo>
                      <a:close/>
                    </a:path>
                  </a:pathLst>
                </a:custGeom>
                <a:solidFill>
                  <a:srgbClr val="87B2FC"/>
                </a:solidFill>
                <a:ln w="2646" cap="flat">
                  <a:noFill/>
                </a:ln>
              </p:spPr>
            </p:sp>
            <p:sp>
              <p:nvSpPr>
                <p:cNvPr id="1461" name="ICON_PSD_PLOT_path_073"/>
                <p:cNvSpPr/>
                <p:nvPr/>
              </p:nvSpPr>
              <p:spPr>
                <a:xfrm>
                  <a:off x="10746774" y="3687691"/>
                  <a:ext cx="17166" cy="5627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52" h="4431" fill="norm" stroke="0">
                      <a:moveTo>
                        <a:pt x="1297" y="47"/>
                      </a:moveTo>
                      <a:cubicBezTo>
                        <a:pt x="1352" y="1365"/>
                        <a:pt x="1283" y="2536"/>
                        <a:pt x="881" y="3797"/>
                      </a:cubicBezTo>
                      <a:cubicBezTo>
                        <a:pt x="852" y="3794"/>
                        <a:pt x="823" y="3790"/>
                        <a:pt x="794" y="3786"/>
                      </a:cubicBezTo>
                      <a:cubicBezTo>
                        <a:pt x="678" y="3778"/>
                        <a:pt x="578" y="3775"/>
                        <a:pt x="464" y="3797"/>
                      </a:cubicBezTo>
                      <a:cubicBezTo>
                        <a:pt x="384" y="3890"/>
                        <a:pt x="369" y="3992"/>
                        <a:pt x="347" y="4110"/>
                      </a:cubicBezTo>
                      <a:cubicBezTo>
                        <a:pt x="323" y="4221"/>
                        <a:pt x="296" y="4315"/>
                        <a:pt x="256" y="4422"/>
                      </a:cubicBezTo>
                      <a:cubicBezTo>
                        <a:pt x="148" y="4431"/>
                        <a:pt x="148" y="4431"/>
                        <a:pt x="47" y="4422"/>
                      </a:cubicBezTo>
                      <a:cubicBezTo>
                        <a:pt x="38" y="4127"/>
                        <a:pt x="30" y="3832"/>
                        <a:pt x="26" y="3537"/>
                      </a:cubicBezTo>
                      <a:cubicBezTo>
                        <a:pt x="24" y="3400"/>
                        <a:pt x="21" y="3263"/>
                        <a:pt x="16" y="3125"/>
                      </a:cubicBezTo>
                      <a:cubicBezTo>
                        <a:pt x="10" y="2968"/>
                        <a:pt x="9" y="2810"/>
                        <a:pt x="7" y="2652"/>
                      </a:cubicBezTo>
                      <a:cubicBezTo>
                        <a:pt x="4" y="2603"/>
                        <a:pt x="2" y="2554"/>
                        <a:pt x="0" y="2504"/>
                      </a:cubicBezTo>
                      <a:cubicBezTo>
                        <a:pt x="0" y="2367"/>
                        <a:pt x="2" y="2260"/>
                        <a:pt x="47" y="2131"/>
                      </a:cubicBezTo>
                      <a:cubicBezTo>
                        <a:pt x="149" y="2058"/>
                        <a:pt x="248" y="2018"/>
                        <a:pt x="365" y="1974"/>
                      </a:cubicBezTo>
                      <a:cubicBezTo>
                        <a:pt x="484" y="1912"/>
                        <a:pt x="505" y="1875"/>
                        <a:pt x="546" y="1749"/>
                      </a:cubicBezTo>
                      <a:cubicBezTo>
                        <a:pt x="562" y="1681"/>
                        <a:pt x="576" y="1613"/>
                        <a:pt x="589" y="1545"/>
                      </a:cubicBezTo>
                      <a:cubicBezTo>
                        <a:pt x="597" y="1509"/>
                        <a:pt x="605" y="1472"/>
                        <a:pt x="613" y="1435"/>
                      </a:cubicBezTo>
                      <a:cubicBezTo>
                        <a:pt x="639" y="1320"/>
                        <a:pt x="662" y="1205"/>
                        <a:pt x="685" y="1089"/>
                      </a:cubicBezTo>
                      <a:cubicBezTo>
                        <a:pt x="709" y="974"/>
                        <a:pt x="734" y="858"/>
                        <a:pt x="760" y="743"/>
                      </a:cubicBezTo>
                      <a:cubicBezTo>
                        <a:pt x="775" y="671"/>
                        <a:pt x="790" y="600"/>
                        <a:pt x="804" y="528"/>
                      </a:cubicBezTo>
                      <a:cubicBezTo>
                        <a:pt x="863" y="253"/>
                        <a:pt x="966" y="0"/>
                        <a:pt x="1297" y="47"/>
                      </a:cubicBezTo>
                      <a:close/>
                    </a:path>
                  </a:pathLst>
                </a:custGeom>
                <a:solidFill>
                  <a:srgbClr val="5895FC"/>
                </a:solidFill>
                <a:ln w="2646" cap="flat">
                  <a:noFill/>
                </a:ln>
              </p:spPr>
            </p:sp>
            <p:sp>
              <p:nvSpPr>
                <p:cNvPr id="1462" name="ICON_PSD_PLOT_path_074"/>
                <p:cNvSpPr/>
                <p:nvPr/>
              </p:nvSpPr>
              <p:spPr>
                <a:xfrm>
                  <a:off x="10689167" y="3839104"/>
                  <a:ext cx="31750" cy="555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00" h="4375" fill="norm" stroke="0">
                      <a:moveTo>
                        <a:pt x="2292" y="0"/>
                      </a:moveTo>
                      <a:cubicBezTo>
                        <a:pt x="2360" y="275"/>
                        <a:pt x="2429" y="550"/>
                        <a:pt x="2500" y="833"/>
                      </a:cubicBezTo>
                      <a:cubicBezTo>
                        <a:pt x="2370" y="853"/>
                        <a:pt x="2239" y="871"/>
                        <a:pt x="2105" y="891"/>
                      </a:cubicBezTo>
                      <a:cubicBezTo>
                        <a:pt x="1878" y="939"/>
                        <a:pt x="1680" y="988"/>
                        <a:pt x="1546" y="1188"/>
                      </a:cubicBezTo>
                      <a:cubicBezTo>
                        <a:pt x="1448" y="1378"/>
                        <a:pt x="1389" y="1580"/>
                        <a:pt x="1328" y="1784"/>
                      </a:cubicBezTo>
                      <a:cubicBezTo>
                        <a:pt x="1304" y="1858"/>
                        <a:pt x="1279" y="1931"/>
                        <a:pt x="1254" y="2005"/>
                      </a:cubicBezTo>
                      <a:cubicBezTo>
                        <a:pt x="997" y="2781"/>
                        <a:pt x="803" y="3578"/>
                        <a:pt x="625" y="4375"/>
                      </a:cubicBezTo>
                      <a:cubicBezTo>
                        <a:pt x="615" y="4332"/>
                        <a:pt x="605" y="4290"/>
                        <a:pt x="594" y="4246"/>
                      </a:cubicBezTo>
                      <a:cubicBezTo>
                        <a:pt x="474" y="3798"/>
                        <a:pt x="474" y="3798"/>
                        <a:pt x="310" y="3662"/>
                      </a:cubicBezTo>
                      <a:cubicBezTo>
                        <a:pt x="207" y="3613"/>
                        <a:pt x="109" y="3572"/>
                        <a:pt x="0" y="3542"/>
                      </a:cubicBezTo>
                      <a:cubicBezTo>
                        <a:pt x="18" y="3505"/>
                        <a:pt x="36" y="3469"/>
                        <a:pt x="54" y="3431"/>
                      </a:cubicBezTo>
                      <a:cubicBezTo>
                        <a:pt x="424" y="2666"/>
                        <a:pt x="699" y="1961"/>
                        <a:pt x="754" y="1106"/>
                      </a:cubicBezTo>
                      <a:cubicBezTo>
                        <a:pt x="781" y="757"/>
                        <a:pt x="849" y="525"/>
                        <a:pt x="1126" y="286"/>
                      </a:cubicBezTo>
                      <a:cubicBezTo>
                        <a:pt x="1339" y="153"/>
                        <a:pt x="1551" y="113"/>
                        <a:pt x="1797" y="78"/>
                      </a:cubicBezTo>
                      <a:cubicBezTo>
                        <a:pt x="1845" y="70"/>
                        <a:pt x="1892" y="62"/>
                        <a:pt x="1942" y="54"/>
                      </a:cubicBezTo>
                      <a:cubicBezTo>
                        <a:pt x="2058" y="34"/>
                        <a:pt x="2175" y="17"/>
                        <a:pt x="2292" y="0"/>
                      </a:cubicBezTo>
                      <a:close/>
                    </a:path>
                  </a:pathLst>
                </a:custGeom>
                <a:solidFill>
                  <a:srgbClr val="467FFA"/>
                </a:solidFill>
                <a:ln w="2646" cap="flat">
                  <a:noFill/>
                </a:ln>
              </p:spPr>
            </p:sp>
            <p:sp>
              <p:nvSpPr>
                <p:cNvPr id="1463" name="ICON_PSD_PLOT_path_075"/>
                <p:cNvSpPr/>
                <p:nvPr/>
              </p:nvSpPr>
              <p:spPr>
                <a:xfrm>
                  <a:off x="10707224" y="3709129"/>
                  <a:ext cx="9149" cy="8235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20" h="6484" fill="norm" stroke="0">
                      <a:moveTo>
                        <a:pt x="356" y="1"/>
                      </a:moveTo>
                      <a:cubicBezTo>
                        <a:pt x="461" y="0"/>
                        <a:pt x="558" y="8"/>
                        <a:pt x="661" y="26"/>
                      </a:cubicBezTo>
                      <a:cubicBezTo>
                        <a:pt x="720" y="902"/>
                        <a:pt x="640" y="1520"/>
                        <a:pt x="245" y="2318"/>
                      </a:cubicBezTo>
                      <a:cubicBezTo>
                        <a:pt x="382" y="2318"/>
                        <a:pt x="520" y="2318"/>
                        <a:pt x="661" y="2318"/>
                      </a:cubicBezTo>
                      <a:cubicBezTo>
                        <a:pt x="644" y="2830"/>
                        <a:pt x="624" y="3343"/>
                        <a:pt x="602" y="3855"/>
                      </a:cubicBezTo>
                      <a:cubicBezTo>
                        <a:pt x="591" y="4093"/>
                        <a:pt x="581" y="4331"/>
                        <a:pt x="574" y="4569"/>
                      </a:cubicBezTo>
                      <a:cubicBezTo>
                        <a:pt x="566" y="4799"/>
                        <a:pt x="556" y="5028"/>
                        <a:pt x="545" y="5258"/>
                      </a:cubicBezTo>
                      <a:cubicBezTo>
                        <a:pt x="541" y="5346"/>
                        <a:pt x="538" y="5433"/>
                        <a:pt x="536" y="5521"/>
                      </a:cubicBezTo>
                      <a:cubicBezTo>
                        <a:pt x="532" y="5644"/>
                        <a:pt x="526" y="5766"/>
                        <a:pt x="520" y="5889"/>
                      </a:cubicBezTo>
                      <a:cubicBezTo>
                        <a:pt x="519" y="5907"/>
                        <a:pt x="519" y="5907"/>
                        <a:pt x="518" y="5999"/>
                      </a:cubicBezTo>
                      <a:cubicBezTo>
                        <a:pt x="511" y="6106"/>
                        <a:pt x="502" y="6180"/>
                        <a:pt x="453" y="6276"/>
                      </a:cubicBezTo>
                      <a:cubicBezTo>
                        <a:pt x="323" y="6370"/>
                        <a:pt x="187" y="6430"/>
                        <a:pt x="36" y="6484"/>
                      </a:cubicBezTo>
                      <a:cubicBezTo>
                        <a:pt x="32" y="5704"/>
                        <a:pt x="28" y="4923"/>
                        <a:pt x="26" y="4143"/>
                      </a:cubicBezTo>
                      <a:cubicBezTo>
                        <a:pt x="25" y="3780"/>
                        <a:pt x="23" y="3418"/>
                        <a:pt x="21" y="3055"/>
                      </a:cubicBezTo>
                      <a:cubicBezTo>
                        <a:pt x="19" y="2739"/>
                        <a:pt x="17" y="2423"/>
                        <a:pt x="17" y="2107"/>
                      </a:cubicBezTo>
                      <a:cubicBezTo>
                        <a:pt x="17" y="1940"/>
                        <a:pt x="16" y="1773"/>
                        <a:pt x="15" y="1606"/>
                      </a:cubicBezTo>
                      <a:cubicBezTo>
                        <a:pt x="13" y="1448"/>
                        <a:pt x="13" y="1290"/>
                        <a:pt x="13" y="1132"/>
                      </a:cubicBezTo>
                      <a:cubicBezTo>
                        <a:pt x="13" y="1075"/>
                        <a:pt x="12" y="1017"/>
                        <a:pt x="12" y="960"/>
                      </a:cubicBezTo>
                      <a:cubicBezTo>
                        <a:pt x="0" y="80"/>
                        <a:pt x="0" y="80"/>
                        <a:pt x="356" y="1"/>
                      </a:cubicBezTo>
                      <a:close/>
                    </a:path>
                  </a:pathLst>
                </a:custGeom>
                <a:solidFill>
                  <a:srgbClr val="ECF2FD"/>
                </a:solidFill>
                <a:ln w="2646" cap="flat">
                  <a:noFill/>
                </a:ln>
              </p:spPr>
            </p:sp>
            <p:sp>
              <p:nvSpPr>
                <p:cNvPr id="1464" name="ICON_PSD_PLOT_path_076"/>
                <p:cNvSpPr/>
                <p:nvPr/>
              </p:nvSpPr>
              <p:spPr>
                <a:xfrm>
                  <a:off x="10956396" y="3918479"/>
                  <a:ext cx="43281" cy="2744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408" h="2161" fill="norm" stroke="0">
                      <a:moveTo>
                        <a:pt x="625" y="0"/>
                      </a:moveTo>
                      <a:cubicBezTo>
                        <a:pt x="861" y="118"/>
                        <a:pt x="1098" y="236"/>
                        <a:pt x="1334" y="354"/>
                      </a:cubicBezTo>
                      <a:cubicBezTo>
                        <a:pt x="1416" y="395"/>
                        <a:pt x="1498" y="436"/>
                        <a:pt x="1581" y="478"/>
                      </a:cubicBezTo>
                      <a:cubicBezTo>
                        <a:pt x="1829" y="602"/>
                        <a:pt x="2076" y="729"/>
                        <a:pt x="2322" y="859"/>
                      </a:cubicBezTo>
                      <a:cubicBezTo>
                        <a:pt x="2407" y="903"/>
                        <a:pt x="2492" y="946"/>
                        <a:pt x="2578" y="989"/>
                      </a:cubicBezTo>
                      <a:cubicBezTo>
                        <a:pt x="3280" y="1338"/>
                        <a:pt x="3280" y="1338"/>
                        <a:pt x="3371" y="1543"/>
                      </a:cubicBezTo>
                      <a:cubicBezTo>
                        <a:pt x="3408" y="1731"/>
                        <a:pt x="3382" y="1900"/>
                        <a:pt x="3333" y="2083"/>
                      </a:cubicBezTo>
                      <a:cubicBezTo>
                        <a:pt x="2563" y="2161"/>
                        <a:pt x="2014" y="2024"/>
                        <a:pt x="1334" y="1661"/>
                      </a:cubicBezTo>
                      <a:cubicBezTo>
                        <a:pt x="1219" y="1600"/>
                        <a:pt x="1103" y="1541"/>
                        <a:pt x="986" y="1483"/>
                      </a:cubicBezTo>
                      <a:cubicBezTo>
                        <a:pt x="873" y="1427"/>
                        <a:pt x="760" y="1369"/>
                        <a:pt x="648" y="1310"/>
                      </a:cubicBezTo>
                      <a:cubicBezTo>
                        <a:pt x="606" y="1290"/>
                        <a:pt x="565" y="1269"/>
                        <a:pt x="523" y="1248"/>
                      </a:cubicBezTo>
                      <a:cubicBezTo>
                        <a:pt x="485" y="1227"/>
                        <a:pt x="446" y="1206"/>
                        <a:pt x="407" y="1185"/>
                      </a:cubicBezTo>
                      <a:cubicBezTo>
                        <a:pt x="390" y="1176"/>
                        <a:pt x="390" y="1176"/>
                        <a:pt x="305" y="1131"/>
                      </a:cubicBezTo>
                      <a:cubicBezTo>
                        <a:pt x="208" y="1042"/>
                        <a:pt x="208" y="1042"/>
                        <a:pt x="0" y="625"/>
                      </a:cubicBezTo>
                      <a:cubicBezTo>
                        <a:pt x="172" y="659"/>
                        <a:pt x="172" y="659"/>
                        <a:pt x="1042" y="833"/>
                      </a:cubicBezTo>
                      <a:cubicBezTo>
                        <a:pt x="904" y="558"/>
                        <a:pt x="767" y="283"/>
                        <a:pt x="625" y="0"/>
                      </a:cubicBezTo>
                      <a:close/>
                    </a:path>
                  </a:pathLst>
                </a:custGeom>
                <a:solidFill>
                  <a:srgbClr val="548CFB"/>
                </a:solidFill>
                <a:ln w="2646" cap="flat">
                  <a:noFill/>
                </a:ln>
              </p:spPr>
            </p:sp>
            <p:sp>
              <p:nvSpPr>
                <p:cNvPr id="1465" name="ICON_PSD_PLOT_path_077"/>
                <p:cNvSpPr/>
                <p:nvPr/>
              </p:nvSpPr>
              <p:spPr>
                <a:xfrm>
                  <a:off x="10764993" y="3672330"/>
                  <a:ext cx="17441" cy="5100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73" h="4016" fill="norm" stroke="0">
                      <a:moveTo>
                        <a:pt x="1223" y="0"/>
                      </a:moveTo>
                      <a:cubicBezTo>
                        <a:pt x="1255" y="2"/>
                        <a:pt x="1288" y="5"/>
                        <a:pt x="1321" y="7"/>
                      </a:cubicBezTo>
                      <a:cubicBezTo>
                        <a:pt x="1332" y="292"/>
                        <a:pt x="1339" y="577"/>
                        <a:pt x="1344" y="863"/>
                      </a:cubicBezTo>
                      <a:cubicBezTo>
                        <a:pt x="1346" y="959"/>
                        <a:pt x="1349" y="1056"/>
                        <a:pt x="1352" y="1153"/>
                      </a:cubicBezTo>
                      <a:cubicBezTo>
                        <a:pt x="1373" y="1723"/>
                        <a:pt x="1373" y="2120"/>
                        <a:pt x="1009" y="2572"/>
                      </a:cubicBezTo>
                      <a:cubicBezTo>
                        <a:pt x="892" y="2720"/>
                        <a:pt x="838" y="2870"/>
                        <a:pt x="787" y="3050"/>
                      </a:cubicBezTo>
                      <a:cubicBezTo>
                        <a:pt x="779" y="3077"/>
                        <a:pt x="771" y="3104"/>
                        <a:pt x="763" y="3132"/>
                      </a:cubicBezTo>
                      <a:cubicBezTo>
                        <a:pt x="732" y="3243"/>
                        <a:pt x="702" y="3354"/>
                        <a:pt x="674" y="3465"/>
                      </a:cubicBezTo>
                      <a:cubicBezTo>
                        <a:pt x="629" y="3641"/>
                        <a:pt x="585" y="3810"/>
                        <a:pt x="488" y="3965"/>
                      </a:cubicBezTo>
                      <a:cubicBezTo>
                        <a:pt x="340" y="4016"/>
                        <a:pt x="221" y="4002"/>
                        <a:pt x="71" y="3965"/>
                      </a:cubicBezTo>
                      <a:cubicBezTo>
                        <a:pt x="0" y="3058"/>
                        <a:pt x="23" y="2256"/>
                        <a:pt x="357" y="1400"/>
                      </a:cubicBezTo>
                      <a:cubicBezTo>
                        <a:pt x="364" y="1383"/>
                        <a:pt x="364" y="1383"/>
                        <a:pt x="398" y="1296"/>
                      </a:cubicBezTo>
                      <a:cubicBezTo>
                        <a:pt x="539" y="936"/>
                        <a:pt x="704" y="597"/>
                        <a:pt x="913" y="271"/>
                      </a:cubicBezTo>
                      <a:cubicBezTo>
                        <a:pt x="929" y="245"/>
                        <a:pt x="946" y="218"/>
                        <a:pt x="964" y="190"/>
                      </a:cubicBezTo>
                      <a:cubicBezTo>
                        <a:pt x="1086" y="9"/>
                        <a:pt x="1086" y="9"/>
                        <a:pt x="1223" y="0"/>
                      </a:cubicBezTo>
                      <a:close/>
                    </a:path>
                  </a:pathLst>
                </a:custGeom>
                <a:solidFill>
                  <a:srgbClr val="E2EFFE"/>
                </a:solidFill>
                <a:ln w="2646" cap="flat">
                  <a:noFill/>
                </a:ln>
              </p:spPr>
            </p:sp>
            <p:sp>
              <p:nvSpPr>
                <p:cNvPr id="1466" name="ICON_PSD_PLOT_path_078"/>
                <p:cNvSpPr/>
                <p:nvPr/>
              </p:nvSpPr>
              <p:spPr>
                <a:xfrm>
                  <a:off x="10735993" y="3674936"/>
                  <a:ext cx="14727" cy="530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60" h="4177" fill="norm" stroke="0">
                      <a:moveTo>
                        <a:pt x="1105" y="10"/>
                      </a:moveTo>
                      <a:cubicBezTo>
                        <a:pt x="1160" y="1467"/>
                        <a:pt x="1086" y="2764"/>
                        <a:pt x="688" y="4177"/>
                      </a:cubicBezTo>
                      <a:cubicBezTo>
                        <a:pt x="482" y="4177"/>
                        <a:pt x="275" y="4177"/>
                        <a:pt x="63" y="4177"/>
                      </a:cubicBezTo>
                      <a:cubicBezTo>
                        <a:pt x="53" y="3888"/>
                        <a:pt x="45" y="3599"/>
                        <a:pt x="40" y="3309"/>
                      </a:cubicBezTo>
                      <a:cubicBezTo>
                        <a:pt x="38" y="3211"/>
                        <a:pt x="35" y="3113"/>
                        <a:pt x="31" y="3015"/>
                      </a:cubicBezTo>
                      <a:cubicBezTo>
                        <a:pt x="0" y="2139"/>
                        <a:pt x="0" y="2139"/>
                        <a:pt x="153" y="1960"/>
                      </a:cubicBezTo>
                      <a:cubicBezTo>
                        <a:pt x="227" y="1897"/>
                        <a:pt x="303" y="1837"/>
                        <a:pt x="380" y="1778"/>
                      </a:cubicBezTo>
                      <a:cubicBezTo>
                        <a:pt x="591" y="1563"/>
                        <a:pt x="573" y="1222"/>
                        <a:pt x="597" y="935"/>
                      </a:cubicBezTo>
                      <a:cubicBezTo>
                        <a:pt x="606" y="835"/>
                        <a:pt x="616" y="736"/>
                        <a:pt x="626" y="637"/>
                      </a:cubicBezTo>
                      <a:cubicBezTo>
                        <a:pt x="633" y="576"/>
                        <a:pt x="639" y="515"/>
                        <a:pt x="643" y="454"/>
                      </a:cubicBezTo>
                      <a:cubicBezTo>
                        <a:pt x="659" y="299"/>
                        <a:pt x="688" y="219"/>
                        <a:pt x="782" y="94"/>
                      </a:cubicBezTo>
                      <a:cubicBezTo>
                        <a:pt x="910" y="0"/>
                        <a:pt x="952" y="2"/>
                        <a:pt x="1105" y="10"/>
                      </a:cubicBezTo>
                      <a:close/>
                    </a:path>
                  </a:pathLst>
                </a:custGeom>
                <a:solidFill>
                  <a:srgbClr val="E0EAFC"/>
                </a:solidFill>
                <a:ln w="2646" cap="flat">
                  <a:noFill/>
                </a:ln>
              </p:spPr>
            </p:sp>
            <p:sp>
              <p:nvSpPr>
                <p:cNvPr id="1467" name="ICON_PSD_PLOT_path_079"/>
                <p:cNvSpPr/>
                <p:nvPr/>
              </p:nvSpPr>
              <p:spPr>
                <a:xfrm>
                  <a:off x="10818812" y="3579474"/>
                  <a:ext cx="37042" cy="2995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17" h="2359" fill="norm" stroke="0">
                      <a:moveTo>
                        <a:pt x="2734" y="1"/>
                      </a:moveTo>
                      <a:cubicBezTo>
                        <a:pt x="2840" y="12"/>
                        <a:pt x="2840" y="12"/>
                        <a:pt x="2917" y="27"/>
                      </a:cubicBezTo>
                      <a:cubicBezTo>
                        <a:pt x="2851" y="499"/>
                        <a:pt x="2751" y="879"/>
                        <a:pt x="2409" y="1225"/>
                      </a:cubicBezTo>
                      <a:cubicBezTo>
                        <a:pt x="2396" y="1238"/>
                        <a:pt x="2396" y="1238"/>
                        <a:pt x="2332" y="1305"/>
                      </a:cubicBezTo>
                      <a:cubicBezTo>
                        <a:pt x="2176" y="1450"/>
                        <a:pt x="2070" y="1500"/>
                        <a:pt x="1855" y="1501"/>
                      </a:cubicBezTo>
                      <a:cubicBezTo>
                        <a:pt x="1792" y="1497"/>
                        <a:pt x="1729" y="1492"/>
                        <a:pt x="1667" y="1485"/>
                      </a:cubicBezTo>
                      <a:cubicBezTo>
                        <a:pt x="1672" y="1512"/>
                        <a:pt x="1678" y="1540"/>
                        <a:pt x="1684" y="1568"/>
                      </a:cubicBezTo>
                      <a:cubicBezTo>
                        <a:pt x="1698" y="1692"/>
                        <a:pt x="1700" y="1781"/>
                        <a:pt x="1667" y="1902"/>
                      </a:cubicBezTo>
                      <a:cubicBezTo>
                        <a:pt x="1524" y="2022"/>
                        <a:pt x="1360" y="2075"/>
                        <a:pt x="1185" y="2136"/>
                      </a:cubicBezTo>
                      <a:cubicBezTo>
                        <a:pt x="1161" y="2145"/>
                        <a:pt x="1161" y="2145"/>
                        <a:pt x="1041" y="2190"/>
                      </a:cubicBezTo>
                      <a:cubicBezTo>
                        <a:pt x="674" y="2320"/>
                        <a:pt x="386" y="2359"/>
                        <a:pt x="0" y="2318"/>
                      </a:cubicBezTo>
                      <a:cubicBezTo>
                        <a:pt x="0" y="2112"/>
                        <a:pt x="0" y="1906"/>
                        <a:pt x="0" y="1693"/>
                      </a:cubicBezTo>
                      <a:cubicBezTo>
                        <a:pt x="138" y="1693"/>
                        <a:pt x="275" y="1693"/>
                        <a:pt x="417" y="1693"/>
                      </a:cubicBezTo>
                      <a:cubicBezTo>
                        <a:pt x="407" y="1652"/>
                        <a:pt x="398" y="1611"/>
                        <a:pt x="388" y="1568"/>
                      </a:cubicBezTo>
                      <a:cubicBezTo>
                        <a:pt x="361" y="1395"/>
                        <a:pt x="342" y="1231"/>
                        <a:pt x="417" y="1068"/>
                      </a:cubicBezTo>
                      <a:cubicBezTo>
                        <a:pt x="633" y="881"/>
                        <a:pt x="955" y="821"/>
                        <a:pt x="1224" y="743"/>
                      </a:cubicBezTo>
                      <a:cubicBezTo>
                        <a:pt x="1376" y="696"/>
                        <a:pt x="1527" y="648"/>
                        <a:pt x="1678" y="599"/>
                      </a:cubicBezTo>
                      <a:cubicBezTo>
                        <a:pt x="1714" y="587"/>
                        <a:pt x="1751" y="575"/>
                        <a:pt x="1788" y="563"/>
                      </a:cubicBezTo>
                      <a:cubicBezTo>
                        <a:pt x="2073" y="464"/>
                        <a:pt x="2216" y="339"/>
                        <a:pt x="2410" y="109"/>
                      </a:cubicBezTo>
                      <a:cubicBezTo>
                        <a:pt x="2522" y="6"/>
                        <a:pt x="2584" y="0"/>
                        <a:pt x="2734" y="1"/>
                      </a:cubicBezTo>
                      <a:close/>
                    </a:path>
                  </a:pathLst>
                </a:custGeom>
                <a:solidFill>
                  <a:srgbClr val="A9C3F1"/>
                </a:solidFill>
                <a:ln w="2646" cap="flat">
                  <a:noFill/>
                </a:ln>
              </p:spPr>
            </p:sp>
            <p:sp>
              <p:nvSpPr>
                <p:cNvPr id="1468" name="ICON_PSD_PLOT_path_080"/>
                <p:cNvSpPr/>
                <p:nvPr/>
              </p:nvSpPr>
              <p:spPr>
                <a:xfrm>
                  <a:off x="11353271" y="4000500"/>
                  <a:ext cx="76729" cy="830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042" h="654" fill="norm" stroke="0">
                      <a:moveTo>
                        <a:pt x="0" y="0"/>
                      </a:moveTo>
                      <a:cubicBezTo>
                        <a:pt x="1994" y="0"/>
                        <a:pt x="3987" y="0"/>
                        <a:pt x="6042" y="0"/>
                      </a:cubicBezTo>
                      <a:cubicBezTo>
                        <a:pt x="6042" y="69"/>
                        <a:pt x="6042" y="137"/>
                        <a:pt x="6042" y="208"/>
                      </a:cubicBezTo>
                      <a:cubicBezTo>
                        <a:pt x="5493" y="263"/>
                        <a:pt x="4944" y="318"/>
                        <a:pt x="4395" y="371"/>
                      </a:cubicBezTo>
                      <a:cubicBezTo>
                        <a:pt x="4140" y="396"/>
                        <a:pt x="3885" y="421"/>
                        <a:pt x="3630" y="447"/>
                      </a:cubicBezTo>
                      <a:cubicBezTo>
                        <a:pt x="1672" y="644"/>
                        <a:pt x="1672" y="644"/>
                        <a:pt x="926" y="651"/>
                      </a:cubicBezTo>
                      <a:cubicBezTo>
                        <a:pt x="879" y="652"/>
                        <a:pt x="831" y="653"/>
                        <a:pt x="782" y="654"/>
                      </a:cubicBezTo>
                      <a:cubicBezTo>
                        <a:pt x="523" y="651"/>
                        <a:pt x="312" y="602"/>
                        <a:pt x="73" y="502"/>
                      </a:cubicBezTo>
                      <a:cubicBezTo>
                        <a:pt x="0" y="417"/>
                        <a:pt x="0" y="417"/>
                        <a:pt x="0" y="0"/>
                      </a:cubicBezTo>
                      <a:close/>
                    </a:path>
                  </a:pathLst>
                </a:custGeom>
                <a:solidFill>
                  <a:srgbClr val="726E75"/>
                </a:solidFill>
                <a:ln w="2646" cap="flat">
                  <a:noFill/>
                </a:ln>
              </p:spPr>
            </p:sp>
            <p:sp>
              <p:nvSpPr>
                <p:cNvPr id="1469" name="ICON_PSD_PLOT_path_081"/>
                <p:cNvSpPr/>
                <p:nvPr/>
              </p:nvSpPr>
              <p:spPr>
                <a:xfrm>
                  <a:off x="11358561" y="4005407"/>
                  <a:ext cx="82021" cy="1890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458" h="1489" fill="norm" stroke="0">
                      <a:moveTo>
                        <a:pt x="2429" y="9"/>
                      </a:moveTo>
                      <a:cubicBezTo>
                        <a:pt x="2571" y="10"/>
                        <a:pt x="2714" y="11"/>
                        <a:pt x="2856" y="11"/>
                      </a:cubicBezTo>
                      <a:cubicBezTo>
                        <a:pt x="3124" y="11"/>
                        <a:pt x="3392" y="13"/>
                        <a:pt x="3660" y="15"/>
                      </a:cubicBezTo>
                      <a:cubicBezTo>
                        <a:pt x="3966" y="18"/>
                        <a:pt x="4271" y="19"/>
                        <a:pt x="4577" y="20"/>
                      </a:cubicBezTo>
                      <a:cubicBezTo>
                        <a:pt x="5204" y="22"/>
                        <a:pt x="5831" y="26"/>
                        <a:pt x="6458" y="30"/>
                      </a:cubicBezTo>
                      <a:cubicBezTo>
                        <a:pt x="6458" y="99"/>
                        <a:pt x="6458" y="168"/>
                        <a:pt x="6458" y="239"/>
                      </a:cubicBezTo>
                      <a:cubicBezTo>
                        <a:pt x="4808" y="307"/>
                        <a:pt x="3158" y="376"/>
                        <a:pt x="1458" y="447"/>
                      </a:cubicBezTo>
                      <a:cubicBezTo>
                        <a:pt x="1390" y="791"/>
                        <a:pt x="1321" y="1134"/>
                        <a:pt x="1250" y="1489"/>
                      </a:cubicBezTo>
                      <a:cubicBezTo>
                        <a:pt x="906" y="1489"/>
                        <a:pt x="562" y="1489"/>
                        <a:pt x="208" y="1489"/>
                      </a:cubicBezTo>
                      <a:cubicBezTo>
                        <a:pt x="140" y="1076"/>
                        <a:pt x="71" y="664"/>
                        <a:pt x="0" y="239"/>
                      </a:cubicBezTo>
                      <a:cubicBezTo>
                        <a:pt x="825" y="83"/>
                        <a:pt x="1590" y="0"/>
                        <a:pt x="2429" y="9"/>
                      </a:cubicBezTo>
                      <a:close/>
                    </a:path>
                  </a:pathLst>
                </a:custGeom>
                <a:solidFill>
                  <a:srgbClr val="A09DA0"/>
                </a:solidFill>
                <a:ln w="2646" cap="flat">
                  <a:noFill/>
                </a:ln>
              </p:spPr>
            </p:sp>
            <p:sp>
              <p:nvSpPr>
                <p:cNvPr id="1470" name="ICON_PSD_PLOT_path_082"/>
                <p:cNvSpPr/>
                <p:nvPr/>
              </p:nvSpPr>
              <p:spPr>
                <a:xfrm>
                  <a:off x="10800292" y="3662688"/>
                  <a:ext cx="16910" cy="4147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31" h="3266" fill="norm" stroke="0">
                      <a:moveTo>
                        <a:pt x="0" y="141"/>
                      </a:moveTo>
                      <a:cubicBezTo>
                        <a:pt x="605" y="0"/>
                        <a:pt x="605" y="0"/>
                        <a:pt x="833" y="141"/>
                      </a:cubicBezTo>
                      <a:cubicBezTo>
                        <a:pt x="1229" y="730"/>
                        <a:pt x="1286" y="1621"/>
                        <a:pt x="1312" y="2311"/>
                      </a:cubicBezTo>
                      <a:cubicBezTo>
                        <a:pt x="1314" y="2374"/>
                        <a:pt x="1317" y="2438"/>
                        <a:pt x="1321" y="2502"/>
                      </a:cubicBezTo>
                      <a:cubicBezTo>
                        <a:pt x="1323" y="2533"/>
                        <a:pt x="1325" y="2563"/>
                        <a:pt x="1326" y="2595"/>
                      </a:cubicBezTo>
                      <a:cubicBezTo>
                        <a:pt x="1328" y="2621"/>
                        <a:pt x="1330" y="2648"/>
                        <a:pt x="1331" y="2676"/>
                      </a:cubicBezTo>
                      <a:cubicBezTo>
                        <a:pt x="1326" y="2770"/>
                        <a:pt x="1326" y="2770"/>
                        <a:pt x="1250" y="3058"/>
                      </a:cubicBezTo>
                      <a:cubicBezTo>
                        <a:pt x="1044" y="3126"/>
                        <a:pt x="837" y="3195"/>
                        <a:pt x="625" y="3266"/>
                      </a:cubicBezTo>
                      <a:cubicBezTo>
                        <a:pt x="556" y="2716"/>
                        <a:pt x="487" y="2166"/>
                        <a:pt x="417" y="1599"/>
                      </a:cubicBezTo>
                      <a:cubicBezTo>
                        <a:pt x="279" y="1599"/>
                        <a:pt x="142" y="1599"/>
                        <a:pt x="0" y="1599"/>
                      </a:cubicBezTo>
                      <a:cubicBezTo>
                        <a:pt x="0" y="1118"/>
                        <a:pt x="0" y="637"/>
                        <a:pt x="0" y="141"/>
                      </a:cubicBezTo>
                      <a:close/>
                    </a:path>
                  </a:pathLst>
                </a:custGeom>
                <a:solidFill>
                  <a:srgbClr val="DDEBFD"/>
                </a:solidFill>
                <a:ln w="2646" cap="flat">
                  <a:noFill/>
                </a:ln>
              </p:spPr>
            </p:sp>
            <p:sp>
              <p:nvSpPr>
                <p:cNvPr id="1471" name="ICON_PSD_PLOT_path_083"/>
                <p:cNvSpPr/>
                <p:nvPr/>
              </p:nvSpPr>
              <p:spPr>
                <a:xfrm>
                  <a:off x="10681229" y="3823229"/>
                  <a:ext cx="39688" cy="6879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125" h="5417" fill="norm" stroke="0">
                      <a:moveTo>
                        <a:pt x="2917" y="0"/>
                      </a:moveTo>
                      <a:cubicBezTo>
                        <a:pt x="3016" y="133"/>
                        <a:pt x="3085" y="255"/>
                        <a:pt x="3125" y="417"/>
                      </a:cubicBezTo>
                      <a:cubicBezTo>
                        <a:pt x="3087" y="587"/>
                        <a:pt x="3012" y="723"/>
                        <a:pt x="2919" y="870"/>
                      </a:cubicBezTo>
                      <a:cubicBezTo>
                        <a:pt x="2879" y="936"/>
                        <a:pt x="2842" y="1004"/>
                        <a:pt x="2806" y="1072"/>
                      </a:cubicBezTo>
                      <a:cubicBezTo>
                        <a:pt x="2610" y="1396"/>
                        <a:pt x="2422" y="1502"/>
                        <a:pt x="2074" y="1644"/>
                      </a:cubicBezTo>
                      <a:cubicBezTo>
                        <a:pt x="1844" y="1743"/>
                        <a:pt x="1667" y="1822"/>
                        <a:pt x="1570" y="2063"/>
                      </a:cubicBezTo>
                      <a:cubicBezTo>
                        <a:pt x="1516" y="2251"/>
                        <a:pt x="1486" y="2442"/>
                        <a:pt x="1461" y="2636"/>
                      </a:cubicBezTo>
                      <a:cubicBezTo>
                        <a:pt x="1434" y="2848"/>
                        <a:pt x="1393" y="3057"/>
                        <a:pt x="1352" y="3266"/>
                      </a:cubicBezTo>
                      <a:cubicBezTo>
                        <a:pt x="1345" y="3307"/>
                        <a:pt x="1337" y="3349"/>
                        <a:pt x="1329" y="3392"/>
                      </a:cubicBezTo>
                      <a:cubicBezTo>
                        <a:pt x="1200" y="4044"/>
                        <a:pt x="910" y="4814"/>
                        <a:pt x="366" y="5230"/>
                      </a:cubicBezTo>
                      <a:cubicBezTo>
                        <a:pt x="247" y="5302"/>
                        <a:pt x="126" y="5359"/>
                        <a:pt x="0" y="5417"/>
                      </a:cubicBezTo>
                      <a:cubicBezTo>
                        <a:pt x="12" y="5397"/>
                        <a:pt x="24" y="5376"/>
                        <a:pt x="36" y="5356"/>
                      </a:cubicBezTo>
                      <a:cubicBezTo>
                        <a:pt x="374" y="4774"/>
                        <a:pt x="495" y="4260"/>
                        <a:pt x="547" y="3594"/>
                      </a:cubicBezTo>
                      <a:cubicBezTo>
                        <a:pt x="555" y="3507"/>
                        <a:pt x="563" y="3421"/>
                        <a:pt x="571" y="3334"/>
                      </a:cubicBezTo>
                      <a:cubicBezTo>
                        <a:pt x="591" y="3126"/>
                        <a:pt x="609" y="2917"/>
                        <a:pt x="625" y="2708"/>
                      </a:cubicBezTo>
                      <a:cubicBezTo>
                        <a:pt x="762" y="2708"/>
                        <a:pt x="900" y="2708"/>
                        <a:pt x="1042" y="2708"/>
                      </a:cubicBezTo>
                      <a:cubicBezTo>
                        <a:pt x="1042" y="2643"/>
                        <a:pt x="1043" y="2577"/>
                        <a:pt x="1043" y="2510"/>
                      </a:cubicBezTo>
                      <a:cubicBezTo>
                        <a:pt x="1090" y="1834"/>
                        <a:pt x="1090" y="1834"/>
                        <a:pt x="1308" y="1606"/>
                      </a:cubicBezTo>
                      <a:cubicBezTo>
                        <a:pt x="1504" y="1441"/>
                        <a:pt x="1727" y="1315"/>
                        <a:pt x="1948" y="1187"/>
                      </a:cubicBezTo>
                      <a:cubicBezTo>
                        <a:pt x="2465" y="887"/>
                        <a:pt x="2745" y="591"/>
                        <a:pt x="2917" y="0"/>
                      </a:cubicBezTo>
                      <a:close/>
                    </a:path>
                  </a:pathLst>
                </a:custGeom>
                <a:solidFill>
                  <a:srgbClr val="ABC5FC"/>
                </a:solidFill>
                <a:ln w="2646" cap="flat">
                  <a:noFill/>
                </a:ln>
              </p:spPr>
            </p:sp>
            <p:sp>
              <p:nvSpPr>
                <p:cNvPr id="1472" name="ICON_PSD_PLOT_path_084"/>
                <p:cNvSpPr/>
                <p:nvPr/>
              </p:nvSpPr>
              <p:spPr>
                <a:xfrm>
                  <a:off x="10734146" y="3791164"/>
                  <a:ext cx="18018" cy="5323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19" h="4191" fill="norm" stroke="0">
                      <a:moveTo>
                        <a:pt x="1250" y="25"/>
                      </a:moveTo>
                      <a:cubicBezTo>
                        <a:pt x="1419" y="2153"/>
                        <a:pt x="1419" y="2153"/>
                        <a:pt x="640" y="3076"/>
                      </a:cubicBezTo>
                      <a:cubicBezTo>
                        <a:pt x="417" y="3358"/>
                        <a:pt x="417" y="3358"/>
                        <a:pt x="0" y="4191"/>
                      </a:cubicBezTo>
                      <a:cubicBezTo>
                        <a:pt x="0" y="3435"/>
                        <a:pt x="0" y="2679"/>
                        <a:pt x="0" y="1900"/>
                      </a:cubicBezTo>
                      <a:cubicBezTo>
                        <a:pt x="206" y="1900"/>
                        <a:pt x="413" y="1900"/>
                        <a:pt x="625" y="1900"/>
                      </a:cubicBezTo>
                      <a:cubicBezTo>
                        <a:pt x="620" y="1799"/>
                        <a:pt x="615" y="1699"/>
                        <a:pt x="610" y="1595"/>
                      </a:cubicBezTo>
                      <a:cubicBezTo>
                        <a:pt x="607" y="1497"/>
                        <a:pt x="605" y="1398"/>
                        <a:pt x="602" y="1300"/>
                      </a:cubicBezTo>
                      <a:cubicBezTo>
                        <a:pt x="600" y="1232"/>
                        <a:pt x="597" y="1164"/>
                        <a:pt x="594" y="1096"/>
                      </a:cubicBezTo>
                      <a:cubicBezTo>
                        <a:pt x="561" y="472"/>
                        <a:pt x="561" y="472"/>
                        <a:pt x="766" y="241"/>
                      </a:cubicBezTo>
                      <a:cubicBezTo>
                        <a:pt x="921" y="89"/>
                        <a:pt x="1027" y="0"/>
                        <a:pt x="1250" y="25"/>
                      </a:cubicBezTo>
                      <a:close/>
                    </a:path>
                  </a:pathLst>
                </a:custGeom>
                <a:solidFill>
                  <a:srgbClr val="E0F0FD"/>
                </a:solidFill>
                <a:ln w="2646" cap="flat">
                  <a:noFill/>
                </a:ln>
              </p:spPr>
            </p:sp>
            <p:sp>
              <p:nvSpPr>
                <p:cNvPr id="1473" name="ICON_PSD_PLOT_path_085"/>
                <p:cNvSpPr/>
                <p:nvPr/>
              </p:nvSpPr>
              <p:spPr>
                <a:xfrm>
                  <a:off x="10722840" y="3720042"/>
                  <a:ext cx="28165" cy="873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218" h="6875" fill="norm" stroke="0">
                      <a:moveTo>
                        <a:pt x="1724" y="0"/>
                      </a:moveTo>
                      <a:cubicBezTo>
                        <a:pt x="1792" y="0"/>
                        <a:pt x="1861" y="0"/>
                        <a:pt x="1932" y="0"/>
                      </a:cubicBezTo>
                      <a:cubicBezTo>
                        <a:pt x="2218" y="2306"/>
                        <a:pt x="1082" y="4762"/>
                        <a:pt x="265" y="6875"/>
                      </a:cubicBezTo>
                      <a:cubicBezTo>
                        <a:pt x="0" y="6190"/>
                        <a:pt x="96" y="5717"/>
                        <a:pt x="330" y="5039"/>
                      </a:cubicBezTo>
                      <a:cubicBezTo>
                        <a:pt x="361" y="4946"/>
                        <a:pt x="390" y="4853"/>
                        <a:pt x="420" y="4760"/>
                      </a:cubicBezTo>
                      <a:cubicBezTo>
                        <a:pt x="479" y="4575"/>
                        <a:pt x="539" y="4391"/>
                        <a:pt x="600" y="4207"/>
                      </a:cubicBezTo>
                      <a:cubicBezTo>
                        <a:pt x="704" y="3892"/>
                        <a:pt x="799" y="3575"/>
                        <a:pt x="890" y="3255"/>
                      </a:cubicBezTo>
                      <a:cubicBezTo>
                        <a:pt x="898" y="3229"/>
                        <a:pt x="906" y="3202"/>
                        <a:pt x="914" y="3174"/>
                      </a:cubicBezTo>
                      <a:cubicBezTo>
                        <a:pt x="1214" y="2125"/>
                        <a:pt x="1463" y="1060"/>
                        <a:pt x="1724" y="0"/>
                      </a:cubicBezTo>
                      <a:close/>
                    </a:path>
                  </a:pathLst>
                </a:custGeom>
                <a:solidFill>
                  <a:srgbClr val="84AFFB"/>
                </a:solidFill>
                <a:ln w="2646" cap="flat">
                  <a:noFill/>
                </a:ln>
              </p:spPr>
            </p:sp>
            <p:sp>
              <p:nvSpPr>
                <p:cNvPr id="1474" name="ICON_PSD_PLOT_path_086"/>
                <p:cNvSpPr/>
                <p:nvPr/>
              </p:nvSpPr>
              <p:spPr>
                <a:xfrm>
                  <a:off x="10773833" y="3611562"/>
                  <a:ext cx="40666" cy="3640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202" h="2867" fill="norm" stroke="0">
                      <a:moveTo>
                        <a:pt x="2500" y="0"/>
                      </a:moveTo>
                      <a:cubicBezTo>
                        <a:pt x="3075" y="302"/>
                        <a:pt x="3075" y="302"/>
                        <a:pt x="3183" y="551"/>
                      </a:cubicBezTo>
                      <a:cubicBezTo>
                        <a:pt x="3202" y="706"/>
                        <a:pt x="3200" y="848"/>
                        <a:pt x="3190" y="1002"/>
                      </a:cubicBezTo>
                      <a:cubicBezTo>
                        <a:pt x="3191" y="1052"/>
                        <a:pt x="3191" y="1101"/>
                        <a:pt x="3192" y="1151"/>
                      </a:cubicBezTo>
                      <a:cubicBezTo>
                        <a:pt x="3187" y="1329"/>
                        <a:pt x="3161" y="1493"/>
                        <a:pt x="3125" y="1667"/>
                      </a:cubicBezTo>
                      <a:cubicBezTo>
                        <a:pt x="3117" y="1710"/>
                        <a:pt x="3109" y="1752"/>
                        <a:pt x="3101" y="1797"/>
                      </a:cubicBezTo>
                      <a:cubicBezTo>
                        <a:pt x="3034" y="2128"/>
                        <a:pt x="2954" y="2463"/>
                        <a:pt x="2708" y="2708"/>
                      </a:cubicBezTo>
                      <a:cubicBezTo>
                        <a:pt x="2341" y="2867"/>
                        <a:pt x="1910" y="2811"/>
                        <a:pt x="1521" y="2780"/>
                      </a:cubicBezTo>
                      <a:cubicBezTo>
                        <a:pt x="1373" y="2769"/>
                        <a:pt x="1225" y="2764"/>
                        <a:pt x="1077" y="2759"/>
                      </a:cubicBezTo>
                      <a:cubicBezTo>
                        <a:pt x="787" y="2748"/>
                        <a:pt x="498" y="2730"/>
                        <a:pt x="208" y="2708"/>
                      </a:cubicBezTo>
                      <a:cubicBezTo>
                        <a:pt x="140" y="2365"/>
                        <a:pt x="71" y="2021"/>
                        <a:pt x="0" y="1667"/>
                      </a:cubicBezTo>
                      <a:cubicBezTo>
                        <a:pt x="69" y="1701"/>
                        <a:pt x="69" y="1701"/>
                        <a:pt x="417" y="1875"/>
                      </a:cubicBezTo>
                      <a:cubicBezTo>
                        <a:pt x="436" y="2039"/>
                        <a:pt x="444" y="2137"/>
                        <a:pt x="417" y="2292"/>
                      </a:cubicBezTo>
                      <a:cubicBezTo>
                        <a:pt x="680" y="2267"/>
                        <a:pt x="943" y="2241"/>
                        <a:pt x="1206" y="2214"/>
                      </a:cubicBezTo>
                      <a:cubicBezTo>
                        <a:pt x="1296" y="2205"/>
                        <a:pt x="1385" y="2196"/>
                        <a:pt x="1475" y="2188"/>
                      </a:cubicBezTo>
                      <a:cubicBezTo>
                        <a:pt x="1604" y="2176"/>
                        <a:pt x="1732" y="2163"/>
                        <a:pt x="1861" y="2149"/>
                      </a:cubicBezTo>
                      <a:cubicBezTo>
                        <a:pt x="1901" y="2146"/>
                        <a:pt x="1941" y="2142"/>
                        <a:pt x="1982" y="2139"/>
                      </a:cubicBezTo>
                      <a:cubicBezTo>
                        <a:pt x="2158" y="2119"/>
                        <a:pt x="2270" y="2097"/>
                        <a:pt x="2421" y="2002"/>
                      </a:cubicBezTo>
                      <a:cubicBezTo>
                        <a:pt x="2536" y="1816"/>
                        <a:pt x="2526" y="1659"/>
                        <a:pt x="2520" y="1445"/>
                      </a:cubicBezTo>
                      <a:cubicBezTo>
                        <a:pt x="2520" y="1424"/>
                        <a:pt x="2520" y="1424"/>
                        <a:pt x="2519" y="1319"/>
                      </a:cubicBezTo>
                      <a:cubicBezTo>
                        <a:pt x="2518" y="1188"/>
                        <a:pt x="2516" y="1056"/>
                        <a:pt x="2513" y="925"/>
                      </a:cubicBezTo>
                      <a:cubicBezTo>
                        <a:pt x="2512" y="835"/>
                        <a:pt x="2511" y="746"/>
                        <a:pt x="2510" y="656"/>
                      </a:cubicBezTo>
                      <a:cubicBezTo>
                        <a:pt x="2508" y="438"/>
                        <a:pt x="2504" y="219"/>
                        <a:pt x="2500" y="0"/>
                      </a:cubicBezTo>
                      <a:close/>
                    </a:path>
                  </a:pathLst>
                </a:custGeom>
                <a:solidFill>
                  <a:srgbClr val="364575"/>
                </a:solidFill>
                <a:ln w="2646" cap="flat">
                  <a:noFill/>
                </a:ln>
              </p:spPr>
            </p:sp>
            <p:sp>
              <p:nvSpPr>
                <p:cNvPr id="1475" name="ICON_PSD_PLOT_path_087"/>
                <p:cNvSpPr/>
                <p:nvPr/>
              </p:nvSpPr>
              <p:spPr>
                <a:xfrm>
                  <a:off x="11048770" y="3952875"/>
                  <a:ext cx="47855" cy="211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768" h="1667" fill="norm" stroke="0">
                      <a:moveTo>
                        <a:pt x="18" y="0"/>
                      </a:moveTo>
                      <a:cubicBezTo>
                        <a:pt x="711" y="61"/>
                        <a:pt x="1194" y="263"/>
                        <a:pt x="1776" y="625"/>
                      </a:cubicBezTo>
                      <a:cubicBezTo>
                        <a:pt x="2427" y="1029"/>
                        <a:pt x="3004" y="1201"/>
                        <a:pt x="3768" y="1250"/>
                      </a:cubicBezTo>
                      <a:cubicBezTo>
                        <a:pt x="3768" y="1387"/>
                        <a:pt x="3768" y="1525"/>
                        <a:pt x="3768" y="1667"/>
                      </a:cubicBezTo>
                      <a:cubicBezTo>
                        <a:pt x="2652" y="1649"/>
                        <a:pt x="1678" y="1567"/>
                        <a:pt x="721" y="950"/>
                      </a:cubicBezTo>
                      <a:cubicBezTo>
                        <a:pt x="685" y="928"/>
                        <a:pt x="649" y="905"/>
                        <a:pt x="612" y="881"/>
                      </a:cubicBezTo>
                      <a:cubicBezTo>
                        <a:pt x="509" y="816"/>
                        <a:pt x="409" y="748"/>
                        <a:pt x="309" y="678"/>
                      </a:cubicBezTo>
                      <a:cubicBezTo>
                        <a:pt x="280" y="658"/>
                        <a:pt x="250" y="638"/>
                        <a:pt x="219" y="617"/>
                      </a:cubicBezTo>
                      <a:cubicBezTo>
                        <a:pt x="94" y="523"/>
                        <a:pt x="26" y="466"/>
                        <a:pt x="0" y="308"/>
                      </a:cubicBezTo>
                      <a:cubicBezTo>
                        <a:pt x="0" y="203"/>
                        <a:pt x="5" y="103"/>
                        <a:pt x="18" y="0"/>
                      </a:cubicBezTo>
                      <a:close/>
                    </a:path>
                  </a:pathLst>
                </a:custGeom>
                <a:solidFill>
                  <a:srgbClr val="437CEB"/>
                </a:solidFill>
                <a:ln w="2646" cap="flat">
                  <a:noFill/>
                </a:ln>
              </p:spPr>
            </p:sp>
            <p:sp>
              <p:nvSpPr>
                <p:cNvPr id="1476" name="ICON_PSD_PLOT_path_088"/>
                <p:cNvSpPr/>
                <p:nvPr/>
              </p:nvSpPr>
              <p:spPr>
                <a:xfrm>
                  <a:off x="11620500" y="3971396"/>
                  <a:ext cx="52917" cy="832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167" h="655" fill="norm" stroke="0">
                      <a:moveTo>
                        <a:pt x="0" y="0"/>
                      </a:moveTo>
                      <a:cubicBezTo>
                        <a:pt x="1375" y="0"/>
                        <a:pt x="2750" y="0"/>
                        <a:pt x="4167" y="0"/>
                      </a:cubicBezTo>
                      <a:cubicBezTo>
                        <a:pt x="4167" y="206"/>
                        <a:pt x="4167" y="413"/>
                        <a:pt x="4167" y="625"/>
                      </a:cubicBezTo>
                      <a:cubicBezTo>
                        <a:pt x="3746" y="630"/>
                        <a:pt x="3326" y="634"/>
                        <a:pt x="2906" y="636"/>
                      </a:cubicBezTo>
                      <a:cubicBezTo>
                        <a:pt x="2711" y="637"/>
                        <a:pt x="2516" y="638"/>
                        <a:pt x="2320" y="641"/>
                      </a:cubicBezTo>
                      <a:cubicBezTo>
                        <a:pt x="2131" y="643"/>
                        <a:pt x="1942" y="644"/>
                        <a:pt x="1753" y="645"/>
                      </a:cubicBezTo>
                      <a:cubicBezTo>
                        <a:pt x="1682" y="645"/>
                        <a:pt x="1610" y="646"/>
                        <a:pt x="1539" y="647"/>
                      </a:cubicBezTo>
                      <a:cubicBezTo>
                        <a:pt x="997" y="655"/>
                        <a:pt x="520" y="568"/>
                        <a:pt x="0" y="417"/>
                      </a:cubicBezTo>
                      <a:cubicBezTo>
                        <a:pt x="0" y="279"/>
                        <a:pt x="0" y="142"/>
                        <a:pt x="0" y="0"/>
                      </a:cubicBezTo>
                      <a:close/>
                    </a:path>
                  </a:pathLst>
                </a:custGeom>
                <a:solidFill>
                  <a:srgbClr val="2F75F0"/>
                </a:solidFill>
                <a:ln w="2646" cap="flat">
                  <a:noFill/>
                </a:ln>
              </p:spPr>
            </p:sp>
            <p:sp>
              <p:nvSpPr>
                <p:cNvPr id="1477" name="ICON_PSD_PLOT_path_089"/>
                <p:cNvSpPr/>
                <p:nvPr/>
              </p:nvSpPr>
              <p:spPr>
                <a:xfrm>
                  <a:off x="10748608" y="3735917"/>
                  <a:ext cx="19267" cy="5096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17" h="4013" fill="norm" stroke="0">
                      <a:moveTo>
                        <a:pt x="945" y="0"/>
                      </a:moveTo>
                      <a:cubicBezTo>
                        <a:pt x="1303" y="561"/>
                        <a:pt x="1517" y="1124"/>
                        <a:pt x="1381" y="1795"/>
                      </a:cubicBezTo>
                      <a:cubicBezTo>
                        <a:pt x="1269" y="2240"/>
                        <a:pt x="1051" y="2665"/>
                        <a:pt x="851" y="3076"/>
                      </a:cubicBezTo>
                      <a:cubicBezTo>
                        <a:pt x="768" y="3250"/>
                        <a:pt x="710" y="3419"/>
                        <a:pt x="661" y="3605"/>
                      </a:cubicBezTo>
                      <a:cubicBezTo>
                        <a:pt x="626" y="3734"/>
                        <a:pt x="592" y="3840"/>
                        <a:pt x="528" y="3958"/>
                      </a:cubicBezTo>
                      <a:cubicBezTo>
                        <a:pt x="379" y="4013"/>
                        <a:pt x="262" y="3998"/>
                        <a:pt x="111" y="3958"/>
                      </a:cubicBezTo>
                      <a:cubicBezTo>
                        <a:pt x="0" y="2605"/>
                        <a:pt x="0" y="2605"/>
                        <a:pt x="243" y="2276"/>
                      </a:cubicBezTo>
                      <a:cubicBezTo>
                        <a:pt x="325" y="2183"/>
                        <a:pt x="411" y="2096"/>
                        <a:pt x="498" y="2008"/>
                      </a:cubicBezTo>
                      <a:cubicBezTo>
                        <a:pt x="949" y="1498"/>
                        <a:pt x="902" y="649"/>
                        <a:pt x="945" y="0"/>
                      </a:cubicBezTo>
                      <a:close/>
                    </a:path>
                  </a:pathLst>
                </a:custGeom>
                <a:solidFill>
                  <a:srgbClr val="EAF8FE"/>
                </a:solidFill>
                <a:ln w="2646" cap="flat">
                  <a:noFill/>
                </a:ln>
              </p:spPr>
            </p:sp>
            <p:sp>
              <p:nvSpPr>
                <p:cNvPr id="1478" name="ICON_PSD_PLOT_path_090"/>
                <p:cNvSpPr/>
                <p:nvPr/>
              </p:nvSpPr>
              <p:spPr>
                <a:xfrm>
                  <a:off x="10739438" y="3735917"/>
                  <a:ext cx="17851" cy="5820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06" h="4583" fill="norm" stroke="0">
                      <a:moveTo>
                        <a:pt x="1042" y="0"/>
                      </a:moveTo>
                      <a:cubicBezTo>
                        <a:pt x="1406" y="785"/>
                        <a:pt x="1127" y="1519"/>
                        <a:pt x="902" y="2303"/>
                      </a:cubicBezTo>
                      <a:cubicBezTo>
                        <a:pt x="862" y="2444"/>
                        <a:pt x="825" y="2586"/>
                        <a:pt x="788" y="2728"/>
                      </a:cubicBezTo>
                      <a:cubicBezTo>
                        <a:pt x="751" y="2867"/>
                        <a:pt x="713" y="3005"/>
                        <a:pt x="674" y="3143"/>
                      </a:cubicBezTo>
                      <a:cubicBezTo>
                        <a:pt x="656" y="3209"/>
                        <a:pt x="639" y="3274"/>
                        <a:pt x="621" y="3339"/>
                      </a:cubicBezTo>
                      <a:cubicBezTo>
                        <a:pt x="493" y="3817"/>
                        <a:pt x="295" y="4186"/>
                        <a:pt x="0" y="4583"/>
                      </a:cubicBezTo>
                      <a:cubicBezTo>
                        <a:pt x="23" y="4225"/>
                        <a:pt x="46" y="3866"/>
                        <a:pt x="71" y="3507"/>
                      </a:cubicBezTo>
                      <a:cubicBezTo>
                        <a:pt x="82" y="3341"/>
                        <a:pt x="93" y="3174"/>
                        <a:pt x="104" y="3007"/>
                      </a:cubicBezTo>
                      <a:cubicBezTo>
                        <a:pt x="159" y="2132"/>
                        <a:pt x="252" y="1278"/>
                        <a:pt x="417" y="417"/>
                      </a:cubicBezTo>
                      <a:cubicBezTo>
                        <a:pt x="446" y="418"/>
                        <a:pt x="475" y="419"/>
                        <a:pt x="505" y="420"/>
                      </a:cubicBezTo>
                      <a:cubicBezTo>
                        <a:pt x="543" y="421"/>
                        <a:pt x="581" y="421"/>
                        <a:pt x="620" y="422"/>
                      </a:cubicBezTo>
                      <a:cubicBezTo>
                        <a:pt x="639" y="423"/>
                        <a:pt x="639" y="423"/>
                        <a:pt x="734" y="426"/>
                      </a:cubicBezTo>
                      <a:cubicBezTo>
                        <a:pt x="833" y="417"/>
                        <a:pt x="833" y="417"/>
                        <a:pt x="920" y="325"/>
                      </a:cubicBezTo>
                      <a:cubicBezTo>
                        <a:pt x="934" y="287"/>
                        <a:pt x="949" y="248"/>
                        <a:pt x="964" y="208"/>
                      </a:cubicBezTo>
                      <a:cubicBezTo>
                        <a:pt x="990" y="139"/>
                        <a:pt x="1016" y="69"/>
                        <a:pt x="1042" y="0"/>
                      </a:cubicBezTo>
                      <a:close/>
                    </a:path>
                  </a:pathLst>
                </a:custGeom>
                <a:solidFill>
                  <a:srgbClr val="5A92FA"/>
                </a:solidFill>
                <a:ln w="2646" cap="flat">
                  <a:noFill/>
                </a:ln>
              </p:spPr>
            </p:sp>
            <p:sp>
              <p:nvSpPr>
                <p:cNvPr id="1479" name="ICON_PSD_PLOT_path_091"/>
                <p:cNvSpPr/>
                <p:nvPr/>
              </p:nvSpPr>
              <p:spPr>
                <a:xfrm>
                  <a:off x="10712979" y="3807354"/>
                  <a:ext cx="20077" cy="4233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81" h="3333" fill="norm" stroke="0">
                      <a:moveTo>
                        <a:pt x="833" y="0"/>
                      </a:moveTo>
                      <a:cubicBezTo>
                        <a:pt x="1109" y="168"/>
                        <a:pt x="1336" y="313"/>
                        <a:pt x="1458" y="625"/>
                      </a:cubicBezTo>
                      <a:cubicBezTo>
                        <a:pt x="1581" y="1511"/>
                        <a:pt x="1227" y="2554"/>
                        <a:pt x="833" y="3333"/>
                      </a:cubicBezTo>
                      <a:cubicBezTo>
                        <a:pt x="808" y="3291"/>
                        <a:pt x="783" y="3248"/>
                        <a:pt x="757" y="3204"/>
                      </a:cubicBezTo>
                      <a:cubicBezTo>
                        <a:pt x="722" y="3147"/>
                        <a:pt x="686" y="3090"/>
                        <a:pt x="651" y="3034"/>
                      </a:cubicBezTo>
                      <a:cubicBezTo>
                        <a:pt x="635" y="3006"/>
                        <a:pt x="618" y="2978"/>
                        <a:pt x="601" y="2949"/>
                      </a:cubicBezTo>
                      <a:cubicBezTo>
                        <a:pt x="448" y="2707"/>
                        <a:pt x="262" y="2608"/>
                        <a:pt x="0" y="2500"/>
                      </a:cubicBezTo>
                      <a:cubicBezTo>
                        <a:pt x="18" y="2454"/>
                        <a:pt x="36" y="2408"/>
                        <a:pt x="54" y="2360"/>
                      </a:cubicBezTo>
                      <a:cubicBezTo>
                        <a:pt x="122" y="2185"/>
                        <a:pt x="189" y="2009"/>
                        <a:pt x="256" y="1834"/>
                      </a:cubicBezTo>
                      <a:cubicBezTo>
                        <a:pt x="284" y="1759"/>
                        <a:pt x="313" y="1683"/>
                        <a:pt x="342" y="1608"/>
                      </a:cubicBezTo>
                      <a:cubicBezTo>
                        <a:pt x="547" y="1079"/>
                        <a:pt x="708" y="553"/>
                        <a:pt x="833" y="0"/>
                      </a:cubicBezTo>
                      <a:close/>
                    </a:path>
                  </a:pathLst>
                </a:custGeom>
                <a:solidFill>
                  <a:srgbClr val="4D86FA"/>
                </a:solidFill>
                <a:ln w="2646" cap="flat">
                  <a:noFill/>
                </a:ln>
              </p:spPr>
            </p:sp>
            <p:sp>
              <p:nvSpPr>
                <p:cNvPr id="1480" name="ICON_PSD_PLOT_path_092"/>
                <p:cNvSpPr/>
                <p:nvPr/>
              </p:nvSpPr>
              <p:spPr>
                <a:xfrm>
                  <a:off x="10429875" y="3960812"/>
                  <a:ext cx="55562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375" h="1250" fill="norm" stroke="0">
                      <a:moveTo>
                        <a:pt x="0" y="0"/>
                      </a:moveTo>
                      <a:cubicBezTo>
                        <a:pt x="550" y="0"/>
                        <a:pt x="1100" y="0"/>
                        <a:pt x="1667" y="0"/>
                      </a:cubicBezTo>
                      <a:cubicBezTo>
                        <a:pt x="1598" y="34"/>
                        <a:pt x="1598" y="34"/>
                        <a:pt x="1250" y="208"/>
                      </a:cubicBezTo>
                      <a:cubicBezTo>
                        <a:pt x="1250" y="346"/>
                        <a:pt x="1250" y="483"/>
                        <a:pt x="1250" y="625"/>
                      </a:cubicBezTo>
                      <a:cubicBezTo>
                        <a:pt x="2281" y="556"/>
                        <a:pt x="3312" y="488"/>
                        <a:pt x="4375" y="417"/>
                      </a:cubicBezTo>
                      <a:cubicBezTo>
                        <a:pt x="4167" y="833"/>
                        <a:pt x="4167" y="833"/>
                        <a:pt x="4010" y="890"/>
                      </a:cubicBezTo>
                      <a:cubicBezTo>
                        <a:pt x="3948" y="894"/>
                        <a:pt x="3886" y="896"/>
                        <a:pt x="3825" y="896"/>
                      </a:cubicBezTo>
                      <a:cubicBezTo>
                        <a:pt x="3791" y="898"/>
                        <a:pt x="3757" y="900"/>
                        <a:pt x="3722" y="902"/>
                      </a:cubicBezTo>
                      <a:cubicBezTo>
                        <a:pt x="3610" y="907"/>
                        <a:pt x="3498" y="910"/>
                        <a:pt x="3386" y="912"/>
                      </a:cubicBezTo>
                      <a:cubicBezTo>
                        <a:pt x="3308" y="916"/>
                        <a:pt x="3230" y="919"/>
                        <a:pt x="3152" y="923"/>
                      </a:cubicBezTo>
                      <a:cubicBezTo>
                        <a:pt x="2946" y="933"/>
                        <a:pt x="2741" y="940"/>
                        <a:pt x="2535" y="946"/>
                      </a:cubicBezTo>
                      <a:cubicBezTo>
                        <a:pt x="2206" y="957"/>
                        <a:pt x="1878" y="971"/>
                        <a:pt x="1550" y="986"/>
                      </a:cubicBezTo>
                      <a:cubicBezTo>
                        <a:pt x="1435" y="990"/>
                        <a:pt x="1321" y="994"/>
                        <a:pt x="1207" y="997"/>
                      </a:cubicBezTo>
                      <a:cubicBezTo>
                        <a:pt x="1136" y="1000"/>
                        <a:pt x="1065" y="1003"/>
                        <a:pt x="994" y="1005"/>
                      </a:cubicBezTo>
                      <a:cubicBezTo>
                        <a:pt x="963" y="1006"/>
                        <a:pt x="931" y="1007"/>
                        <a:pt x="899" y="1007"/>
                      </a:cubicBezTo>
                      <a:cubicBezTo>
                        <a:pt x="607" y="1021"/>
                        <a:pt x="503" y="1103"/>
                        <a:pt x="208" y="1250"/>
                      </a:cubicBezTo>
                      <a:cubicBezTo>
                        <a:pt x="140" y="837"/>
                        <a:pt x="71" y="425"/>
                        <a:pt x="0" y="0"/>
                      </a:cubicBezTo>
                      <a:close/>
                    </a:path>
                  </a:pathLst>
                </a:custGeom>
                <a:solidFill>
                  <a:srgbClr val="7CA8ED"/>
                </a:solidFill>
                <a:ln w="2646" cap="flat">
                  <a:noFill/>
                </a:ln>
              </p:spPr>
            </p:sp>
            <p:sp>
              <p:nvSpPr>
                <p:cNvPr id="1481" name="ICON_PSD_PLOT_path_093"/>
                <p:cNvSpPr/>
                <p:nvPr/>
              </p:nvSpPr>
              <p:spPr>
                <a:xfrm>
                  <a:off x="10810573" y="3653896"/>
                  <a:ext cx="17037" cy="4277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41" h="3368" fill="norm" stroke="0">
                      <a:moveTo>
                        <a:pt x="24" y="0"/>
                      </a:moveTo>
                      <a:cubicBezTo>
                        <a:pt x="530" y="276"/>
                        <a:pt x="785" y="547"/>
                        <a:pt x="1000" y="1081"/>
                      </a:cubicBezTo>
                      <a:cubicBezTo>
                        <a:pt x="1014" y="1112"/>
                        <a:pt x="1027" y="1143"/>
                        <a:pt x="1040" y="1175"/>
                      </a:cubicBezTo>
                      <a:cubicBezTo>
                        <a:pt x="1338" y="1885"/>
                        <a:pt x="1341" y="2577"/>
                        <a:pt x="1274" y="3333"/>
                      </a:cubicBezTo>
                      <a:cubicBezTo>
                        <a:pt x="1129" y="3358"/>
                        <a:pt x="1001" y="3368"/>
                        <a:pt x="857" y="3333"/>
                      </a:cubicBezTo>
                      <a:cubicBezTo>
                        <a:pt x="757" y="3215"/>
                        <a:pt x="727" y="3078"/>
                        <a:pt x="687" y="2930"/>
                      </a:cubicBezTo>
                      <a:cubicBezTo>
                        <a:pt x="674" y="2889"/>
                        <a:pt x="661" y="2848"/>
                        <a:pt x="648" y="2806"/>
                      </a:cubicBezTo>
                      <a:cubicBezTo>
                        <a:pt x="607" y="2674"/>
                        <a:pt x="569" y="2541"/>
                        <a:pt x="532" y="2409"/>
                      </a:cubicBezTo>
                      <a:cubicBezTo>
                        <a:pt x="492" y="2277"/>
                        <a:pt x="453" y="2145"/>
                        <a:pt x="413" y="2014"/>
                      </a:cubicBezTo>
                      <a:cubicBezTo>
                        <a:pt x="388" y="1932"/>
                        <a:pt x="364" y="1850"/>
                        <a:pt x="340" y="1768"/>
                      </a:cubicBezTo>
                      <a:cubicBezTo>
                        <a:pt x="248" y="1457"/>
                        <a:pt x="248" y="1457"/>
                        <a:pt x="120" y="1346"/>
                      </a:cubicBezTo>
                      <a:cubicBezTo>
                        <a:pt x="24" y="1250"/>
                        <a:pt x="24" y="1250"/>
                        <a:pt x="0" y="1112"/>
                      </a:cubicBezTo>
                      <a:cubicBezTo>
                        <a:pt x="1" y="1060"/>
                        <a:pt x="2" y="1009"/>
                        <a:pt x="3" y="956"/>
                      </a:cubicBezTo>
                      <a:cubicBezTo>
                        <a:pt x="4" y="929"/>
                        <a:pt x="4" y="901"/>
                        <a:pt x="4" y="873"/>
                      </a:cubicBezTo>
                      <a:cubicBezTo>
                        <a:pt x="5" y="786"/>
                        <a:pt x="8" y="699"/>
                        <a:pt x="11" y="612"/>
                      </a:cubicBezTo>
                      <a:cubicBezTo>
                        <a:pt x="12" y="553"/>
                        <a:pt x="13" y="493"/>
                        <a:pt x="14" y="434"/>
                      </a:cubicBezTo>
                      <a:cubicBezTo>
                        <a:pt x="16" y="289"/>
                        <a:pt x="19" y="145"/>
                        <a:pt x="24" y="0"/>
                      </a:cubicBezTo>
                      <a:close/>
                    </a:path>
                  </a:pathLst>
                </a:custGeom>
                <a:solidFill>
                  <a:srgbClr val="356DF6"/>
                </a:solidFill>
                <a:ln w="2646" cap="flat">
                  <a:noFill/>
                </a:ln>
              </p:spPr>
            </p:sp>
            <p:sp>
              <p:nvSpPr>
                <p:cNvPr id="1482" name="ICON_PSD_PLOT_path_094"/>
                <p:cNvSpPr/>
                <p:nvPr/>
              </p:nvSpPr>
              <p:spPr>
                <a:xfrm>
                  <a:off x="10445314" y="3959938"/>
                  <a:ext cx="40558" cy="912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194" h="718" fill="norm" stroke="0">
                      <a:moveTo>
                        <a:pt x="1084" y="49"/>
                      </a:moveTo>
                      <a:cubicBezTo>
                        <a:pt x="1144" y="49"/>
                        <a:pt x="1204" y="49"/>
                        <a:pt x="1265" y="49"/>
                      </a:cubicBezTo>
                      <a:cubicBezTo>
                        <a:pt x="1421" y="50"/>
                        <a:pt x="1578" y="52"/>
                        <a:pt x="1735" y="55"/>
                      </a:cubicBezTo>
                      <a:cubicBezTo>
                        <a:pt x="1896" y="57"/>
                        <a:pt x="2056" y="58"/>
                        <a:pt x="2217" y="59"/>
                      </a:cubicBezTo>
                      <a:cubicBezTo>
                        <a:pt x="2531" y="61"/>
                        <a:pt x="2845" y="65"/>
                        <a:pt x="3159" y="69"/>
                      </a:cubicBezTo>
                      <a:cubicBezTo>
                        <a:pt x="3185" y="215"/>
                        <a:pt x="3194" y="341"/>
                        <a:pt x="3159" y="486"/>
                      </a:cubicBezTo>
                      <a:cubicBezTo>
                        <a:pt x="2970" y="683"/>
                        <a:pt x="2708" y="706"/>
                        <a:pt x="2447" y="717"/>
                      </a:cubicBezTo>
                      <a:cubicBezTo>
                        <a:pt x="2334" y="718"/>
                        <a:pt x="2222" y="716"/>
                        <a:pt x="2110" y="714"/>
                      </a:cubicBezTo>
                      <a:cubicBezTo>
                        <a:pt x="2049" y="714"/>
                        <a:pt x="1989" y="714"/>
                        <a:pt x="1929" y="713"/>
                      </a:cubicBezTo>
                      <a:cubicBezTo>
                        <a:pt x="1772" y="712"/>
                        <a:pt x="1615" y="710"/>
                        <a:pt x="1459" y="708"/>
                      </a:cubicBezTo>
                      <a:cubicBezTo>
                        <a:pt x="1298" y="706"/>
                        <a:pt x="1137" y="705"/>
                        <a:pt x="977" y="704"/>
                      </a:cubicBezTo>
                      <a:cubicBezTo>
                        <a:pt x="663" y="702"/>
                        <a:pt x="349" y="698"/>
                        <a:pt x="34" y="694"/>
                      </a:cubicBezTo>
                      <a:cubicBezTo>
                        <a:pt x="9" y="548"/>
                        <a:pt x="0" y="422"/>
                        <a:pt x="34" y="277"/>
                      </a:cubicBezTo>
                      <a:cubicBezTo>
                        <a:pt x="301" y="0"/>
                        <a:pt x="730" y="42"/>
                        <a:pt x="1084" y="49"/>
                      </a:cubicBezTo>
                      <a:close/>
                    </a:path>
                  </a:pathLst>
                </a:custGeom>
                <a:solidFill>
                  <a:srgbClr val="3481FA"/>
                </a:solidFill>
                <a:ln w="2646" cap="flat">
                  <a:noFill/>
                </a:ln>
              </p:spPr>
            </p:sp>
            <p:sp>
              <p:nvSpPr>
                <p:cNvPr id="1483" name="ICON_PSD_PLOT_path_095"/>
                <p:cNvSpPr/>
                <p:nvPr/>
              </p:nvSpPr>
              <p:spPr>
                <a:xfrm>
                  <a:off x="10578042" y="3918432"/>
                  <a:ext cx="66146" cy="2513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208" h="1979" fill="norm" stroke="0">
                      <a:moveTo>
                        <a:pt x="4922" y="23"/>
                      </a:moveTo>
                      <a:cubicBezTo>
                        <a:pt x="5030" y="77"/>
                        <a:pt x="5118" y="133"/>
                        <a:pt x="5208" y="212"/>
                      </a:cubicBezTo>
                      <a:cubicBezTo>
                        <a:pt x="4699" y="729"/>
                        <a:pt x="4288" y="880"/>
                        <a:pt x="3591" y="936"/>
                      </a:cubicBezTo>
                      <a:cubicBezTo>
                        <a:pt x="3029" y="985"/>
                        <a:pt x="2655" y="1168"/>
                        <a:pt x="2188" y="1475"/>
                      </a:cubicBezTo>
                      <a:cubicBezTo>
                        <a:pt x="1467" y="1947"/>
                        <a:pt x="841" y="1979"/>
                        <a:pt x="0" y="1879"/>
                      </a:cubicBezTo>
                      <a:cubicBezTo>
                        <a:pt x="0" y="1810"/>
                        <a:pt x="0" y="1741"/>
                        <a:pt x="0" y="1670"/>
                      </a:cubicBezTo>
                      <a:cubicBezTo>
                        <a:pt x="344" y="1670"/>
                        <a:pt x="688" y="1670"/>
                        <a:pt x="1042" y="1670"/>
                      </a:cubicBezTo>
                      <a:cubicBezTo>
                        <a:pt x="1042" y="1533"/>
                        <a:pt x="1042" y="1395"/>
                        <a:pt x="1042" y="1254"/>
                      </a:cubicBezTo>
                      <a:cubicBezTo>
                        <a:pt x="1454" y="1185"/>
                        <a:pt x="1867" y="1116"/>
                        <a:pt x="2292" y="1045"/>
                      </a:cubicBezTo>
                      <a:cubicBezTo>
                        <a:pt x="2292" y="908"/>
                        <a:pt x="2292" y="770"/>
                        <a:pt x="2292" y="629"/>
                      </a:cubicBezTo>
                      <a:cubicBezTo>
                        <a:pt x="2318" y="627"/>
                        <a:pt x="2318" y="627"/>
                        <a:pt x="2454" y="616"/>
                      </a:cubicBezTo>
                      <a:cubicBezTo>
                        <a:pt x="2656" y="600"/>
                        <a:pt x="2857" y="582"/>
                        <a:pt x="3058" y="562"/>
                      </a:cubicBezTo>
                      <a:cubicBezTo>
                        <a:pt x="3145" y="555"/>
                        <a:pt x="3232" y="548"/>
                        <a:pt x="3318" y="541"/>
                      </a:cubicBezTo>
                      <a:cubicBezTo>
                        <a:pt x="3823" y="502"/>
                        <a:pt x="4187" y="452"/>
                        <a:pt x="4589" y="131"/>
                      </a:cubicBezTo>
                      <a:cubicBezTo>
                        <a:pt x="4711" y="38"/>
                        <a:pt x="4766" y="0"/>
                        <a:pt x="4922" y="23"/>
                      </a:cubicBezTo>
                      <a:close/>
                    </a:path>
                  </a:pathLst>
                </a:custGeom>
                <a:solidFill>
                  <a:srgbClr val="ADCAFC"/>
                </a:solidFill>
                <a:ln w="2646" cap="flat">
                  <a:noFill/>
                </a:ln>
              </p:spPr>
            </p:sp>
            <p:sp>
              <p:nvSpPr>
                <p:cNvPr id="1484" name="ICON_PSD_PLOT_path_096"/>
                <p:cNvSpPr/>
                <p:nvPr/>
              </p:nvSpPr>
              <p:spPr>
                <a:xfrm>
                  <a:off x="10926704" y="3923771"/>
                  <a:ext cx="37629" cy="1639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63" h="1291" fill="norm" stroke="0">
                      <a:moveTo>
                        <a:pt x="46" y="0"/>
                      </a:moveTo>
                      <a:cubicBezTo>
                        <a:pt x="115" y="206"/>
                        <a:pt x="184" y="413"/>
                        <a:pt x="255" y="625"/>
                      </a:cubicBezTo>
                      <a:cubicBezTo>
                        <a:pt x="314" y="609"/>
                        <a:pt x="374" y="593"/>
                        <a:pt x="436" y="577"/>
                      </a:cubicBezTo>
                      <a:cubicBezTo>
                        <a:pt x="660" y="518"/>
                        <a:pt x="885" y="465"/>
                        <a:pt x="1110" y="413"/>
                      </a:cubicBezTo>
                      <a:cubicBezTo>
                        <a:pt x="1207" y="389"/>
                        <a:pt x="1304" y="365"/>
                        <a:pt x="1401" y="339"/>
                      </a:cubicBezTo>
                      <a:cubicBezTo>
                        <a:pt x="2184" y="131"/>
                        <a:pt x="2184" y="131"/>
                        <a:pt x="2446" y="263"/>
                      </a:cubicBezTo>
                      <a:cubicBezTo>
                        <a:pt x="2656" y="421"/>
                        <a:pt x="2817" y="616"/>
                        <a:pt x="2963" y="833"/>
                      </a:cubicBezTo>
                      <a:cubicBezTo>
                        <a:pt x="1330" y="1291"/>
                        <a:pt x="1330" y="1291"/>
                        <a:pt x="684" y="1289"/>
                      </a:cubicBezTo>
                      <a:cubicBezTo>
                        <a:pt x="643" y="1289"/>
                        <a:pt x="601" y="1289"/>
                        <a:pt x="559" y="1289"/>
                      </a:cubicBezTo>
                      <a:cubicBezTo>
                        <a:pt x="385" y="1283"/>
                        <a:pt x="277" y="1262"/>
                        <a:pt x="124" y="1177"/>
                      </a:cubicBezTo>
                      <a:cubicBezTo>
                        <a:pt x="0" y="962"/>
                        <a:pt x="24" y="751"/>
                        <a:pt x="33" y="508"/>
                      </a:cubicBezTo>
                      <a:cubicBezTo>
                        <a:pt x="34" y="459"/>
                        <a:pt x="35" y="410"/>
                        <a:pt x="36" y="360"/>
                      </a:cubicBezTo>
                      <a:cubicBezTo>
                        <a:pt x="39" y="240"/>
                        <a:pt x="42" y="120"/>
                        <a:pt x="46" y="0"/>
                      </a:cubicBezTo>
                      <a:close/>
                    </a:path>
                  </a:pathLst>
                </a:custGeom>
                <a:solidFill>
                  <a:srgbClr val="C1D7F8"/>
                </a:solidFill>
                <a:ln w="2646" cap="flat">
                  <a:noFill/>
                </a:ln>
              </p:spPr>
            </p:sp>
            <p:sp>
              <p:nvSpPr>
                <p:cNvPr id="1485" name="ICON_PSD_PLOT_path_097"/>
                <p:cNvSpPr/>
                <p:nvPr/>
              </p:nvSpPr>
              <p:spPr>
                <a:xfrm>
                  <a:off x="10416646" y="3976508"/>
                  <a:ext cx="16150" cy="3223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72" h="2538" fill="norm" stroke="0">
                      <a:moveTo>
                        <a:pt x="1042" y="14"/>
                      </a:moveTo>
                      <a:cubicBezTo>
                        <a:pt x="1074" y="309"/>
                        <a:pt x="1105" y="604"/>
                        <a:pt x="1134" y="900"/>
                      </a:cubicBezTo>
                      <a:cubicBezTo>
                        <a:pt x="1148" y="1037"/>
                        <a:pt x="1162" y="1174"/>
                        <a:pt x="1177" y="1311"/>
                      </a:cubicBezTo>
                      <a:cubicBezTo>
                        <a:pt x="1194" y="1469"/>
                        <a:pt x="1209" y="1626"/>
                        <a:pt x="1225" y="1784"/>
                      </a:cubicBezTo>
                      <a:cubicBezTo>
                        <a:pt x="1230" y="1833"/>
                        <a:pt x="1236" y="1882"/>
                        <a:pt x="1242" y="1933"/>
                      </a:cubicBezTo>
                      <a:cubicBezTo>
                        <a:pt x="1272" y="2259"/>
                        <a:pt x="1272" y="2259"/>
                        <a:pt x="1214" y="2384"/>
                      </a:cubicBezTo>
                      <a:cubicBezTo>
                        <a:pt x="1128" y="2481"/>
                        <a:pt x="1048" y="2513"/>
                        <a:pt x="922" y="2538"/>
                      </a:cubicBezTo>
                      <a:cubicBezTo>
                        <a:pt x="880" y="2537"/>
                        <a:pt x="837" y="2536"/>
                        <a:pt x="794" y="2535"/>
                      </a:cubicBezTo>
                      <a:cubicBezTo>
                        <a:pt x="752" y="2534"/>
                        <a:pt x="710" y="2534"/>
                        <a:pt x="667" y="2533"/>
                      </a:cubicBezTo>
                      <a:cubicBezTo>
                        <a:pt x="614" y="2531"/>
                        <a:pt x="562" y="2529"/>
                        <a:pt x="508" y="2527"/>
                      </a:cubicBezTo>
                      <a:cubicBezTo>
                        <a:pt x="340" y="2523"/>
                        <a:pt x="173" y="2519"/>
                        <a:pt x="0" y="2514"/>
                      </a:cubicBezTo>
                      <a:cubicBezTo>
                        <a:pt x="69" y="2170"/>
                        <a:pt x="137" y="1827"/>
                        <a:pt x="208" y="1472"/>
                      </a:cubicBezTo>
                      <a:cubicBezTo>
                        <a:pt x="346" y="1472"/>
                        <a:pt x="483" y="1472"/>
                        <a:pt x="625" y="1472"/>
                      </a:cubicBezTo>
                      <a:cubicBezTo>
                        <a:pt x="624" y="1436"/>
                        <a:pt x="623" y="1399"/>
                        <a:pt x="622" y="1361"/>
                      </a:cubicBezTo>
                      <a:cubicBezTo>
                        <a:pt x="618" y="1224"/>
                        <a:pt x="616" y="1087"/>
                        <a:pt x="614" y="950"/>
                      </a:cubicBezTo>
                      <a:cubicBezTo>
                        <a:pt x="612" y="891"/>
                        <a:pt x="611" y="831"/>
                        <a:pt x="609" y="772"/>
                      </a:cubicBezTo>
                      <a:cubicBezTo>
                        <a:pt x="607" y="687"/>
                        <a:pt x="606" y="602"/>
                        <a:pt x="605" y="516"/>
                      </a:cubicBezTo>
                      <a:cubicBezTo>
                        <a:pt x="604" y="465"/>
                        <a:pt x="602" y="414"/>
                        <a:pt x="601" y="361"/>
                      </a:cubicBezTo>
                      <a:cubicBezTo>
                        <a:pt x="646" y="99"/>
                        <a:pt x="787" y="0"/>
                        <a:pt x="1042" y="14"/>
                      </a:cubicBezTo>
                      <a:close/>
                    </a:path>
                  </a:pathLst>
                </a:custGeom>
                <a:solidFill>
                  <a:srgbClr val="6D6D75"/>
                </a:solidFill>
                <a:ln w="2646" cap="flat">
                  <a:noFill/>
                </a:ln>
              </p:spPr>
            </p:sp>
            <p:sp>
              <p:nvSpPr>
                <p:cNvPr id="1486" name="ICON_PSD_PLOT_path_098"/>
                <p:cNvSpPr/>
                <p:nvPr/>
              </p:nvSpPr>
              <p:spPr>
                <a:xfrm>
                  <a:off x="11001375" y="4008438"/>
                  <a:ext cx="50271" cy="185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958" h="1458" fill="norm" stroke="0">
                      <a:moveTo>
                        <a:pt x="0" y="0"/>
                      </a:moveTo>
                      <a:cubicBezTo>
                        <a:pt x="1031" y="0"/>
                        <a:pt x="2062" y="0"/>
                        <a:pt x="3125" y="0"/>
                      </a:cubicBezTo>
                      <a:cubicBezTo>
                        <a:pt x="3194" y="344"/>
                        <a:pt x="3263" y="688"/>
                        <a:pt x="3333" y="1042"/>
                      </a:cubicBezTo>
                      <a:cubicBezTo>
                        <a:pt x="3471" y="1042"/>
                        <a:pt x="3608" y="1042"/>
                        <a:pt x="3750" y="1042"/>
                      </a:cubicBezTo>
                      <a:cubicBezTo>
                        <a:pt x="3750" y="698"/>
                        <a:pt x="3750" y="354"/>
                        <a:pt x="3750" y="0"/>
                      </a:cubicBezTo>
                      <a:cubicBezTo>
                        <a:pt x="3819" y="0"/>
                        <a:pt x="3888" y="0"/>
                        <a:pt x="3958" y="0"/>
                      </a:cubicBezTo>
                      <a:cubicBezTo>
                        <a:pt x="3958" y="481"/>
                        <a:pt x="3958" y="962"/>
                        <a:pt x="3958" y="1458"/>
                      </a:cubicBezTo>
                      <a:cubicBezTo>
                        <a:pt x="3786" y="1424"/>
                        <a:pt x="3786" y="1424"/>
                        <a:pt x="2917" y="1250"/>
                      </a:cubicBezTo>
                      <a:cubicBezTo>
                        <a:pt x="2917" y="906"/>
                        <a:pt x="2917" y="562"/>
                        <a:pt x="2917" y="208"/>
                      </a:cubicBezTo>
                      <a:cubicBezTo>
                        <a:pt x="1954" y="208"/>
                        <a:pt x="992" y="208"/>
                        <a:pt x="0" y="208"/>
                      </a:cubicBezTo>
                      <a:cubicBezTo>
                        <a:pt x="0" y="140"/>
                        <a:pt x="0" y="71"/>
                        <a:pt x="0" y="0"/>
                      </a:cubicBezTo>
                      <a:close/>
                    </a:path>
                  </a:pathLst>
                </a:custGeom>
                <a:solidFill>
                  <a:srgbClr val="C0BFC1"/>
                </a:solidFill>
                <a:ln w="2646" cap="flat">
                  <a:noFill/>
                </a:ln>
              </p:spPr>
            </p:sp>
            <p:sp>
              <p:nvSpPr>
                <p:cNvPr id="1487" name="ICON_PSD_PLOT_path_099"/>
                <p:cNvSpPr/>
                <p:nvPr/>
              </p:nvSpPr>
              <p:spPr>
                <a:xfrm>
                  <a:off x="10895542" y="3897312"/>
                  <a:ext cx="39688" cy="264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125" h="2083" fill="norm" stroke="0">
                      <a:moveTo>
                        <a:pt x="2083" y="0"/>
                      </a:moveTo>
                      <a:cubicBezTo>
                        <a:pt x="2653" y="498"/>
                        <a:pt x="3041" y="880"/>
                        <a:pt x="3125" y="1667"/>
                      </a:cubicBezTo>
                      <a:cubicBezTo>
                        <a:pt x="2708" y="1667"/>
                        <a:pt x="2708" y="1667"/>
                        <a:pt x="2594" y="1661"/>
                      </a:cubicBezTo>
                      <a:cubicBezTo>
                        <a:pt x="2563" y="1663"/>
                        <a:pt x="2532" y="1665"/>
                        <a:pt x="2500" y="1667"/>
                      </a:cubicBezTo>
                      <a:cubicBezTo>
                        <a:pt x="2434" y="1758"/>
                        <a:pt x="2434" y="1758"/>
                        <a:pt x="2383" y="1875"/>
                      </a:cubicBezTo>
                      <a:cubicBezTo>
                        <a:pt x="2353" y="1944"/>
                        <a:pt x="2322" y="2014"/>
                        <a:pt x="2292" y="2083"/>
                      </a:cubicBezTo>
                      <a:cubicBezTo>
                        <a:pt x="2273" y="2039"/>
                        <a:pt x="2254" y="1994"/>
                        <a:pt x="2234" y="1948"/>
                      </a:cubicBezTo>
                      <a:cubicBezTo>
                        <a:pt x="2128" y="1731"/>
                        <a:pt x="2016" y="1506"/>
                        <a:pt x="1775" y="1424"/>
                      </a:cubicBezTo>
                      <a:cubicBezTo>
                        <a:pt x="1489" y="1379"/>
                        <a:pt x="1200" y="1401"/>
                        <a:pt x="911" y="1419"/>
                      </a:cubicBezTo>
                      <a:cubicBezTo>
                        <a:pt x="823" y="1423"/>
                        <a:pt x="735" y="1425"/>
                        <a:pt x="646" y="1428"/>
                      </a:cubicBezTo>
                      <a:cubicBezTo>
                        <a:pt x="431" y="1435"/>
                        <a:pt x="215" y="1445"/>
                        <a:pt x="0" y="1458"/>
                      </a:cubicBezTo>
                      <a:cubicBezTo>
                        <a:pt x="131" y="1080"/>
                        <a:pt x="131" y="1080"/>
                        <a:pt x="300" y="996"/>
                      </a:cubicBezTo>
                      <a:cubicBezTo>
                        <a:pt x="414" y="973"/>
                        <a:pt x="523" y="962"/>
                        <a:pt x="639" y="955"/>
                      </a:cubicBezTo>
                      <a:cubicBezTo>
                        <a:pt x="680" y="951"/>
                        <a:pt x="721" y="947"/>
                        <a:pt x="764" y="943"/>
                      </a:cubicBezTo>
                      <a:cubicBezTo>
                        <a:pt x="896" y="931"/>
                        <a:pt x="1027" y="921"/>
                        <a:pt x="1159" y="911"/>
                      </a:cubicBezTo>
                      <a:cubicBezTo>
                        <a:pt x="1248" y="904"/>
                        <a:pt x="1338" y="895"/>
                        <a:pt x="1427" y="887"/>
                      </a:cubicBezTo>
                      <a:cubicBezTo>
                        <a:pt x="1646" y="867"/>
                        <a:pt x="1864" y="850"/>
                        <a:pt x="2083" y="833"/>
                      </a:cubicBezTo>
                      <a:cubicBezTo>
                        <a:pt x="2083" y="558"/>
                        <a:pt x="2083" y="283"/>
                        <a:pt x="2083" y="0"/>
                      </a:cubicBezTo>
                      <a:close/>
                    </a:path>
                  </a:pathLst>
                </a:custGeom>
                <a:solidFill>
                  <a:srgbClr val="6FA2F5"/>
                </a:solidFill>
                <a:ln w="2646" cap="flat">
                  <a:noFill/>
                </a:ln>
              </p:spPr>
            </p:sp>
            <p:sp>
              <p:nvSpPr>
                <p:cNvPr id="1488" name="ICON_PSD_PLOT_path_100"/>
                <p:cNvSpPr/>
                <p:nvPr/>
              </p:nvSpPr>
              <p:spPr>
                <a:xfrm>
                  <a:off x="10736792" y="3770312"/>
                  <a:ext cx="21167" cy="4497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667" h="3542" fill="norm" stroke="0">
                      <a:moveTo>
                        <a:pt x="833" y="0"/>
                      </a:moveTo>
                      <a:cubicBezTo>
                        <a:pt x="902" y="0"/>
                        <a:pt x="971" y="0"/>
                        <a:pt x="1042" y="0"/>
                      </a:cubicBezTo>
                      <a:cubicBezTo>
                        <a:pt x="1042" y="413"/>
                        <a:pt x="1042" y="825"/>
                        <a:pt x="1042" y="1250"/>
                      </a:cubicBezTo>
                      <a:cubicBezTo>
                        <a:pt x="1179" y="1250"/>
                        <a:pt x="1317" y="1250"/>
                        <a:pt x="1458" y="1250"/>
                      </a:cubicBezTo>
                      <a:cubicBezTo>
                        <a:pt x="1534" y="1130"/>
                        <a:pt x="1560" y="1070"/>
                        <a:pt x="1589" y="938"/>
                      </a:cubicBezTo>
                      <a:cubicBezTo>
                        <a:pt x="1597" y="908"/>
                        <a:pt x="1605" y="878"/>
                        <a:pt x="1613" y="847"/>
                      </a:cubicBezTo>
                      <a:cubicBezTo>
                        <a:pt x="1633" y="774"/>
                        <a:pt x="1650" y="699"/>
                        <a:pt x="1667" y="625"/>
                      </a:cubicBezTo>
                      <a:cubicBezTo>
                        <a:pt x="1618" y="1353"/>
                        <a:pt x="1618" y="1353"/>
                        <a:pt x="1458" y="1667"/>
                      </a:cubicBezTo>
                      <a:cubicBezTo>
                        <a:pt x="1330" y="1763"/>
                        <a:pt x="1194" y="1804"/>
                        <a:pt x="1042" y="1849"/>
                      </a:cubicBezTo>
                      <a:cubicBezTo>
                        <a:pt x="873" y="1902"/>
                        <a:pt x="748" y="1954"/>
                        <a:pt x="625" y="2083"/>
                      </a:cubicBezTo>
                      <a:cubicBezTo>
                        <a:pt x="432" y="2519"/>
                        <a:pt x="439" y="3072"/>
                        <a:pt x="417" y="3542"/>
                      </a:cubicBezTo>
                      <a:cubicBezTo>
                        <a:pt x="279" y="3542"/>
                        <a:pt x="142" y="3542"/>
                        <a:pt x="0" y="3542"/>
                      </a:cubicBezTo>
                      <a:cubicBezTo>
                        <a:pt x="380" y="1252"/>
                        <a:pt x="380" y="1252"/>
                        <a:pt x="638" y="482"/>
                      </a:cubicBezTo>
                      <a:cubicBezTo>
                        <a:pt x="642" y="469"/>
                        <a:pt x="642" y="469"/>
                        <a:pt x="663" y="404"/>
                      </a:cubicBezTo>
                      <a:cubicBezTo>
                        <a:pt x="763" y="100"/>
                        <a:pt x="763" y="100"/>
                        <a:pt x="833" y="0"/>
                      </a:cubicBezTo>
                      <a:close/>
                    </a:path>
                  </a:pathLst>
                </a:custGeom>
                <a:solidFill>
                  <a:srgbClr val="CEE4FC"/>
                </a:solidFill>
                <a:ln w="2646" cap="flat">
                  <a:noFill/>
                </a:ln>
              </p:spPr>
            </p:sp>
            <p:sp>
              <p:nvSpPr>
                <p:cNvPr id="1489" name="ICON_PSD_PLOT_path_101"/>
                <p:cNvSpPr/>
                <p:nvPr/>
              </p:nvSpPr>
              <p:spPr>
                <a:xfrm>
                  <a:off x="10781772" y="3616414"/>
                  <a:ext cx="18521" cy="1631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58" h="1285" fill="norm" stroke="0">
                      <a:moveTo>
                        <a:pt x="846" y="22"/>
                      </a:moveTo>
                      <a:cubicBezTo>
                        <a:pt x="979" y="26"/>
                        <a:pt x="1113" y="30"/>
                        <a:pt x="1250" y="35"/>
                      </a:cubicBezTo>
                      <a:cubicBezTo>
                        <a:pt x="1319" y="447"/>
                        <a:pt x="1387" y="860"/>
                        <a:pt x="1458" y="1285"/>
                      </a:cubicBezTo>
                      <a:cubicBezTo>
                        <a:pt x="977" y="1285"/>
                        <a:pt x="496" y="1285"/>
                        <a:pt x="0" y="1285"/>
                      </a:cubicBezTo>
                      <a:cubicBezTo>
                        <a:pt x="30" y="1117"/>
                        <a:pt x="60" y="950"/>
                        <a:pt x="91" y="777"/>
                      </a:cubicBezTo>
                      <a:cubicBezTo>
                        <a:pt x="100" y="724"/>
                        <a:pt x="109" y="672"/>
                        <a:pt x="118" y="618"/>
                      </a:cubicBezTo>
                      <a:cubicBezTo>
                        <a:pt x="191" y="233"/>
                        <a:pt x="191" y="233"/>
                        <a:pt x="293" y="106"/>
                      </a:cubicBezTo>
                      <a:cubicBezTo>
                        <a:pt x="477" y="0"/>
                        <a:pt x="638" y="12"/>
                        <a:pt x="846" y="22"/>
                      </a:cubicBezTo>
                      <a:close/>
                    </a:path>
                  </a:pathLst>
                </a:custGeom>
                <a:solidFill>
                  <a:srgbClr val="1C1917"/>
                </a:solidFill>
                <a:ln w="2646" cap="flat">
                  <a:noFill/>
                </a:ln>
              </p:spPr>
            </p:sp>
            <p:sp>
              <p:nvSpPr>
                <p:cNvPr id="1490" name="ICON_PSD_PLOT_path_102"/>
                <p:cNvSpPr/>
                <p:nvPr/>
              </p:nvSpPr>
              <p:spPr>
                <a:xfrm>
                  <a:off x="11041062" y="4000500"/>
                  <a:ext cx="42333" cy="211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333" h="1667" fill="norm" stroke="0">
                      <a:moveTo>
                        <a:pt x="0" y="0"/>
                      </a:moveTo>
                      <a:cubicBezTo>
                        <a:pt x="1100" y="0"/>
                        <a:pt x="2200" y="0"/>
                        <a:pt x="3333" y="0"/>
                      </a:cubicBezTo>
                      <a:cubicBezTo>
                        <a:pt x="3333" y="69"/>
                        <a:pt x="3333" y="137"/>
                        <a:pt x="3333" y="208"/>
                      </a:cubicBezTo>
                      <a:cubicBezTo>
                        <a:pt x="3306" y="208"/>
                        <a:pt x="3278" y="208"/>
                        <a:pt x="3249" y="208"/>
                      </a:cubicBezTo>
                      <a:cubicBezTo>
                        <a:pt x="2904" y="207"/>
                        <a:pt x="2559" y="216"/>
                        <a:pt x="2214" y="234"/>
                      </a:cubicBezTo>
                      <a:cubicBezTo>
                        <a:pt x="2187" y="236"/>
                        <a:pt x="2160" y="237"/>
                        <a:pt x="2132" y="239"/>
                      </a:cubicBezTo>
                      <a:cubicBezTo>
                        <a:pt x="1208" y="291"/>
                        <a:pt x="1208" y="291"/>
                        <a:pt x="961" y="478"/>
                      </a:cubicBezTo>
                      <a:cubicBezTo>
                        <a:pt x="774" y="694"/>
                        <a:pt x="725" y="957"/>
                        <a:pt x="694" y="1233"/>
                      </a:cubicBezTo>
                      <a:cubicBezTo>
                        <a:pt x="690" y="1261"/>
                        <a:pt x="687" y="1289"/>
                        <a:pt x="684" y="1318"/>
                      </a:cubicBezTo>
                      <a:cubicBezTo>
                        <a:pt x="677" y="1397"/>
                        <a:pt x="675" y="1476"/>
                        <a:pt x="674" y="1555"/>
                      </a:cubicBezTo>
                      <a:cubicBezTo>
                        <a:pt x="658" y="1592"/>
                        <a:pt x="642" y="1629"/>
                        <a:pt x="625" y="1667"/>
                      </a:cubicBezTo>
                      <a:cubicBezTo>
                        <a:pt x="487" y="1667"/>
                        <a:pt x="350" y="1667"/>
                        <a:pt x="208" y="1667"/>
                      </a:cubicBezTo>
                      <a:cubicBezTo>
                        <a:pt x="140" y="1117"/>
                        <a:pt x="71" y="567"/>
                        <a:pt x="0" y="0"/>
                      </a:cubicBezTo>
                      <a:close/>
                    </a:path>
                  </a:pathLst>
                </a:custGeom>
                <a:solidFill>
                  <a:srgbClr val="727177"/>
                </a:solidFill>
                <a:ln w="2646" cap="flat">
                  <a:noFill/>
                </a:ln>
              </p:spPr>
            </p:sp>
            <p:sp>
              <p:nvSpPr>
                <p:cNvPr id="1491" name="ICON_PSD_PLOT_path_103"/>
                <p:cNvSpPr/>
                <p:nvPr/>
              </p:nvSpPr>
              <p:spPr>
                <a:xfrm>
                  <a:off x="11004021" y="3944760"/>
                  <a:ext cx="42333" cy="879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333" h="692" fill="norm" stroke="0">
                      <a:moveTo>
                        <a:pt x="3333" y="14"/>
                      </a:moveTo>
                      <a:cubicBezTo>
                        <a:pt x="3333" y="220"/>
                        <a:pt x="3333" y="426"/>
                        <a:pt x="3333" y="639"/>
                      </a:cubicBezTo>
                      <a:cubicBezTo>
                        <a:pt x="2930" y="648"/>
                        <a:pt x="2526" y="656"/>
                        <a:pt x="2122" y="661"/>
                      </a:cubicBezTo>
                      <a:cubicBezTo>
                        <a:pt x="1934" y="663"/>
                        <a:pt x="1747" y="666"/>
                        <a:pt x="1559" y="670"/>
                      </a:cubicBezTo>
                      <a:cubicBezTo>
                        <a:pt x="1378" y="675"/>
                        <a:pt x="1197" y="678"/>
                        <a:pt x="1016" y="679"/>
                      </a:cubicBezTo>
                      <a:cubicBezTo>
                        <a:pt x="947" y="679"/>
                        <a:pt x="878" y="681"/>
                        <a:pt x="809" y="683"/>
                      </a:cubicBezTo>
                      <a:cubicBezTo>
                        <a:pt x="602" y="690"/>
                        <a:pt x="410" y="692"/>
                        <a:pt x="208" y="639"/>
                      </a:cubicBezTo>
                      <a:cubicBezTo>
                        <a:pt x="90" y="512"/>
                        <a:pt x="39" y="390"/>
                        <a:pt x="0" y="222"/>
                      </a:cubicBezTo>
                      <a:cubicBezTo>
                        <a:pt x="281" y="195"/>
                        <a:pt x="561" y="167"/>
                        <a:pt x="843" y="141"/>
                      </a:cubicBezTo>
                      <a:cubicBezTo>
                        <a:pt x="973" y="129"/>
                        <a:pt x="1104" y="116"/>
                        <a:pt x="1234" y="103"/>
                      </a:cubicBezTo>
                      <a:cubicBezTo>
                        <a:pt x="1936" y="34"/>
                        <a:pt x="2628" y="0"/>
                        <a:pt x="3333" y="14"/>
                      </a:cubicBezTo>
                      <a:close/>
                    </a:path>
                  </a:pathLst>
                </a:custGeom>
                <a:solidFill>
                  <a:srgbClr val="3F7BFA"/>
                </a:solidFill>
                <a:ln w="2646" cap="flat">
                  <a:noFill/>
                </a:ln>
              </p:spPr>
            </p:sp>
            <p:sp>
              <p:nvSpPr>
                <p:cNvPr id="1492" name="ICON_PSD_PLOT_path_104"/>
                <p:cNvSpPr/>
                <p:nvPr/>
              </p:nvSpPr>
              <p:spPr>
                <a:xfrm>
                  <a:off x="10842315" y="3796771"/>
                  <a:ext cx="16185" cy="396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74" h="3125" fill="norm" stroke="0">
                      <a:moveTo>
                        <a:pt x="649" y="0"/>
                      </a:moveTo>
                      <a:cubicBezTo>
                        <a:pt x="787" y="0"/>
                        <a:pt x="924" y="0"/>
                        <a:pt x="1066" y="0"/>
                      </a:cubicBezTo>
                      <a:cubicBezTo>
                        <a:pt x="1135" y="413"/>
                        <a:pt x="1204" y="825"/>
                        <a:pt x="1274" y="1250"/>
                      </a:cubicBezTo>
                      <a:cubicBezTo>
                        <a:pt x="1137" y="1250"/>
                        <a:pt x="999" y="1250"/>
                        <a:pt x="858" y="1250"/>
                      </a:cubicBezTo>
                      <a:cubicBezTo>
                        <a:pt x="789" y="1869"/>
                        <a:pt x="720" y="2488"/>
                        <a:pt x="649" y="3125"/>
                      </a:cubicBezTo>
                      <a:cubicBezTo>
                        <a:pt x="581" y="3125"/>
                        <a:pt x="512" y="3125"/>
                        <a:pt x="441" y="3125"/>
                      </a:cubicBezTo>
                      <a:cubicBezTo>
                        <a:pt x="375" y="2844"/>
                        <a:pt x="312" y="2563"/>
                        <a:pt x="252" y="2281"/>
                      </a:cubicBezTo>
                      <a:cubicBezTo>
                        <a:pt x="231" y="2185"/>
                        <a:pt x="209" y="2090"/>
                        <a:pt x="187" y="1995"/>
                      </a:cubicBezTo>
                      <a:cubicBezTo>
                        <a:pt x="34" y="1339"/>
                        <a:pt x="0" y="846"/>
                        <a:pt x="233" y="208"/>
                      </a:cubicBezTo>
                      <a:cubicBezTo>
                        <a:pt x="301" y="346"/>
                        <a:pt x="370" y="483"/>
                        <a:pt x="441" y="625"/>
                      </a:cubicBezTo>
                      <a:cubicBezTo>
                        <a:pt x="451" y="580"/>
                        <a:pt x="461" y="535"/>
                        <a:pt x="472" y="488"/>
                      </a:cubicBezTo>
                      <a:cubicBezTo>
                        <a:pt x="487" y="430"/>
                        <a:pt x="503" y="371"/>
                        <a:pt x="519" y="312"/>
                      </a:cubicBezTo>
                      <a:cubicBezTo>
                        <a:pt x="526" y="283"/>
                        <a:pt x="532" y="253"/>
                        <a:pt x="539" y="222"/>
                      </a:cubicBezTo>
                      <a:cubicBezTo>
                        <a:pt x="563" y="137"/>
                        <a:pt x="563" y="137"/>
                        <a:pt x="649" y="0"/>
                      </a:cubicBezTo>
                      <a:close/>
                    </a:path>
                  </a:pathLst>
                </a:custGeom>
                <a:solidFill>
                  <a:srgbClr val="70A1FB"/>
                </a:solidFill>
                <a:ln w="2646" cap="flat">
                  <a:noFill/>
                </a:ln>
              </p:spPr>
            </p:sp>
            <p:sp>
              <p:nvSpPr>
                <p:cNvPr id="1493" name="ICON_PSD_PLOT_path_105"/>
                <p:cNvSpPr/>
                <p:nvPr/>
              </p:nvSpPr>
              <p:spPr>
                <a:xfrm>
                  <a:off x="10776479" y="3646294"/>
                  <a:ext cx="31750" cy="2347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00" h="1849" fill="norm" stroke="0">
                      <a:moveTo>
                        <a:pt x="208" y="182"/>
                      </a:moveTo>
                      <a:cubicBezTo>
                        <a:pt x="1846" y="0"/>
                        <a:pt x="1846" y="0"/>
                        <a:pt x="2155" y="237"/>
                      </a:cubicBezTo>
                      <a:cubicBezTo>
                        <a:pt x="2437" y="566"/>
                        <a:pt x="2441" y="1024"/>
                        <a:pt x="2500" y="1432"/>
                      </a:cubicBezTo>
                      <a:cubicBezTo>
                        <a:pt x="2019" y="1569"/>
                        <a:pt x="1538" y="1707"/>
                        <a:pt x="1042" y="1849"/>
                      </a:cubicBezTo>
                      <a:cubicBezTo>
                        <a:pt x="1042" y="1642"/>
                        <a:pt x="1042" y="1436"/>
                        <a:pt x="1042" y="1224"/>
                      </a:cubicBezTo>
                      <a:cubicBezTo>
                        <a:pt x="1317" y="1224"/>
                        <a:pt x="1592" y="1224"/>
                        <a:pt x="1875" y="1224"/>
                      </a:cubicBezTo>
                      <a:cubicBezTo>
                        <a:pt x="1875" y="949"/>
                        <a:pt x="1875" y="674"/>
                        <a:pt x="1875" y="390"/>
                      </a:cubicBezTo>
                      <a:cubicBezTo>
                        <a:pt x="1394" y="390"/>
                        <a:pt x="913" y="390"/>
                        <a:pt x="417" y="390"/>
                      </a:cubicBezTo>
                      <a:cubicBezTo>
                        <a:pt x="443" y="898"/>
                        <a:pt x="443" y="898"/>
                        <a:pt x="454" y="1057"/>
                      </a:cubicBezTo>
                      <a:cubicBezTo>
                        <a:pt x="455" y="1099"/>
                        <a:pt x="456" y="1141"/>
                        <a:pt x="457" y="1184"/>
                      </a:cubicBezTo>
                      <a:cubicBezTo>
                        <a:pt x="459" y="1205"/>
                        <a:pt x="459" y="1205"/>
                        <a:pt x="464" y="1312"/>
                      </a:cubicBezTo>
                      <a:cubicBezTo>
                        <a:pt x="417" y="1432"/>
                        <a:pt x="417" y="1432"/>
                        <a:pt x="0" y="1640"/>
                      </a:cubicBezTo>
                      <a:cubicBezTo>
                        <a:pt x="69" y="1159"/>
                        <a:pt x="138" y="678"/>
                        <a:pt x="208" y="182"/>
                      </a:cubicBezTo>
                      <a:close/>
                    </a:path>
                  </a:pathLst>
                </a:custGeom>
                <a:solidFill>
                  <a:srgbClr val="C5D6F7"/>
                </a:solidFill>
                <a:ln w="2646" cap="flat">
                  <a:noFill/>
                </a:ln>
              </p:spPr>
            </p:sp>
            <p:sp>
              <p:nvSpPr>
                <p:cNvPr id="1494" name="ICON_PSD_PLOT_path_106"/>
                <p:cNvSpPr/>
                <p:nvPr/>
              </p:nvSpPr>
              <p:spPr>
                <a:xfrm>
                  <a:off x="10419292" y="4005468"/>
                  <a:ext cx="39688" cy="188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125" h="1484" fill="norm" stroke="0">
                      <a:moveTo>
                        <a:pt x="2031" y="12"/>
                      </a:moveTo>
                      <a:cubicBezTo>
                        <a:pt x="2138" y="14"/>
                        <a:pt x="2244" y="15"/>
                        <a:pt x="2351" y="15"/>
                      </a:cubicBezTo>
                      <a:cubicBezTo>
                        <a:pt x="2609" y="18"/>
                        <a:pt x="2867" y="21"/>
                        <a:pt x="3125" y="25"/>
                      </a:cubicBezTo>
                      <a:cubicBezTo>
                        <a:pt x="3125" y="94"/>
                        <a:pt x="3125" y="163"/>
                        <a:pt x="3125" y="234"/>
                      </a:cubicBezTo>
                      <a:cubicBezTo>
                        <a:pt x="3112" y="234"/>
                        <a:pt x="3112" y="234"/>
                        <a:pt x="3047" y="235"/>
                      </a:cubicBezTo>
                      <a:cubicBezTo>
                        <a:pt x="1280" y="262"/>
                        <a:pt x="1280" y="262"/>
                        <a:pt x="973" y="494"/>
                      </a:cubicBezTo>
                      <a:cubicBezTo>
                        <a:pt x="791" y="711"/>
                        <a:pt x="798" y="995"/>
                        <a:pt x="806" y="1263"/>
                      </a:cubicBezTo>
                      <a:cubicBezTo>
                        <a:pt x="815" y="1336"/>
                        <a:pt x="824" y="1409"/>
                        <a:pt x="833" y="1484"/>
                      </a:cubicBezTo>
                      <a:cubicBezTo>
                        <a:pt x="558" y="1415"/>
                        <a:pt x="283" y="1346"/>
                        <a:pt x="0" y="1275"/>
                      </a:cubicBezTo>
                      <a:cubicBezTo>
                        <a:pt x="0" y="932"/>
                        <a:pt x="0" y="588"/>
                        <a:pt x="0" y="234"/>
                      </a:cubicBezTo>
                      <a:cubicBezTo>
                        <a:pt x="691" y="25"/>
                        <a:pt x="1313" y="0"/>
                        <a:pt x="2031" y="12"/>
                      </a:cubicBezTo>
                      <a:close/>
                    </a:path>
                  </a:pathLst>
                </a:custGeom>
                <a:solidFill>
                  <a:srgbClr val="9C9D9F"/>
                </a:solidFill>
                <a:ln w="2646" cap="flat">
                  <a:noFill/>
                </a:ln>
              </p:spPr>
            </p:sp>
            <p:sp>
              <p:nvSpPr>
                <p:cNvPr id="1495" name="ICON_PSD_PLOT_path_107"/>
                <p:cNvSpPr/>
                <p:nvPr/>
              </p:nvSpPr>
              <p:spPr>
                <a:xfrm>
                  <a:off x="10405084" y="3468211"/>
                  <a:ext cx="12237" cy="7191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64" h="5663" fill="norm" stroke="0">
                      <a:moveTo>
                        <a:pt x="77" y="38"/>
                      </a:moveTo>
                      <a:cubicBezTo>
                        <a:pt x="224" y="9"/>
                        <a:pt x="348" y="0"/>
                        <a:pt x="494" y="38"/>
                      </a:cubicBezTo>
                      <a:cubicBezTo>
                        <a:pt x="614" y="169"/>
                        <a:pt x="666" y="323"/>
                        <a:pt x="726" y="489"/>
                      </a:cubicBezTo>
                      <a:cubicBezTo>
                        <a:pt x="743" y="536"/>
                        <a:pt x="761" y="583"/>
                        <a:pt x="779" y="632"/>
                      </a:cubicBezTo>
                      <a:cubicBezTo>
                        <a:pt x="956" y="1146"/>
                        <a:pt x="964" y="1644"/>
                        <a:pt x="951" y="2184"/>
                      </a:cubicBezTo>
                      <a:cubicBezTo>
                        <a:pt x="950" y="2285"/>
                        <a:pt x="950" y="2386"/>
                        <a:pt x="949" y="2487"/>
                      </a:cubicBezTo>
                      <a:cubicBezTo>
                        <a:pt x="948" y="2723"/>
                        <a:pt x="945" y="2959"/>
                        <a:pt x="940" y="3196"/>
                      </a:cubicBezTo>
                      <a:cubicBezTo>
                        <a:pt x="936" y="3465"/>
                        <a:pt x="934" y="3735"/>
                        <a:pt x="931" y="4004"/>
                      </a:cubicBezTo>
                      <a:cubicBezTo>
                        <a:pt x="927" y="4557"/>
                        <a:pt x="920" y="5110"/>
                        <a:pt x="910" y="5663"/>
                      </a:cubicBezTo>
                      <a:cubicBezTo>
                        <a:pt x="842" y="5663"/>
                        <a:pt x="773" y="5663"/>
                        <a:pt x="702" y="5663"/>
                      </a:cubicBezTo>
                      <a:cubicBezTo>
                        <a:pt x="703" y="5640"/>
                        <a:pt x="703" y="5618"/>
                        <a:pt x="704" y="5595"/>
                      </a:cubicBezTo>
                      <a:cubicBezTo>
                        <a:pt x="718" y="5051"/>
                        <a:pt x="728" y="4506"/>
                        <a:pt x="734" y="3962"/>
                      </a:cubicBezTo>
                      <a:cubicBezTo>
                        <a:pt x="738" y="3699"/>
                        <a:pt x="742" y="3436"/>
                        <a:pt x="749" y="3173"/>
                      </a:cubicBezTo>
                      <a:cubicBezTo>
                        <a:pt x="756" y="2919"/>
                        <a:pt x="760" y="2665"/>
                        <a:pt x="761" y="2411"/>
                      </a:cubicBezTo>
                      <a:cubicBezTo>
                        <a:pt x="763" y="2314"/>
                        <a:pt x="765" y="2217"/>
                        <a:pt x="768" y="2120"/>
                      </a:cubicBezTo>
                      <a:cubicBezTo>
                        <a:pt x="789" y="1495"/>
                        <a:pt x="789" y="1495"/>
                        <a:pt x="702" y="1288"/>
                      </a:cubicBezTo>
                      <a:cubicBezTo>
                        <a:pt x="563" y="1161"/>
                        <a:pt x="399" y="1137"/>
                        <a:pt x="218" y="1115"/>
                      </a:cubicBezTo>
                      <a:cubicBezTo>
                        <a:pt x="171" y="1103"/>
                        <a:pt x="125" y="1091"/>
                        <a:pt x="77" y="1079"/>
                      </a:cubicBezTo>
                      <a:cubicBezTo>
                        <a:pt x="0" y="897"/>
                        <a:pt x="17" y="739"/>
                        <a:pt x="38" y="545"/>
                      </a:cubicBezTo>
                      <a:cubicBezTo>
                        <a:pt x="41" y="497"/>
                        <a:pt x="44" y="448"/>
                        <a:pt x="47" y="398"/>
                      </a:cubicBezTo>
                      <a:cubicBezTo>
                        <a:pt x="54" y="277"/>
                        <a:pt x="64" y="158"/>
                        <a:pt x="77" y="38"/>
                      </a:cubicBezTo>
                      <a:close/>
                    </a:path>
                  </a:pathLst>
                </a:custGeom>
                <a:solidFill>
                  <a:srgbClr val="E9E9E9"/>
                </a:solidFill>
                <a:ln w="2646" cap="flat">
                  <a:noFill/>
                </a:ln>
              </p:spPr>
            </p:sp>
            <p:sp>
              <p:nvSpPr>
                <p:cNvPr id="1496" name="ICON_PSD_PLOT_path_108"/>
                <p:cNvSpPr/>
                <p:nvPr/>
              </p:nvSpPr>
              <p:spPr>
                <a:xfrm>
                  <a:off x="10410881" y="3468688"/>
                  <a:ext cx="18994" cy="264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96" h="2083" fill="norm" stroke="0">
                      <a:moveTo>
                        <a:pt x="37" y="0"/>
                      </a:moveTo>
                      <a:cubicBezTo>
                        <a:pt x="519" y="0"/>
                        <a:pt x="1000" y="0"/>
                        <a:pt x="1496" y="0"/>
                      </a:cubicBezTo>
                      <a:cubicBezTo>
                        <a:pt x="1496" y="688"/>
                        <a:pt x="1496" y="1375"/>
                        <a:pt x="1496" y="2083"/>
                      </a:cubicBezTo>
                      <a:cubicBezTo>
                        <a:pt x="1427" y="2083"/>
                        <a:pt x="1358" y="2083"/>
                        <a:pt x="1287" y="2083"/>
                      </a:cubicBezTo>
                      <a:cubicBezTo>
                        <a:pt x="1283" y="2046"/>
                        <a:pt x="1279" y="2010"/>
                        <a:pt x="1275" y="1972"/>
                      </a:cubicBezTo>
                      <a:cubicBezTo>
                        <a:pt x="1258" y="1835"/>
                        <a:pt x="1240" y="1698"/>
                        <a:pt x="1221" y="1561"/>
                      </a:cubicBezTo>
                      <a:cubicBezTo>
                        <a:pt x="1213" y="1502"/>
                        <a:pt x="1206" y="1442"/>
                        <a:pt x="1199" y="1383"/>
                      </a:cubicBezTo>
                      <a:cubicBezTo>
                        <a:pt x="1144" y="889"/>
                        <a:pt x="1144" y="889"/>
                        <a:pt x="978" y="747"/>
                      </a:cubicBezTo>
                      <a:cubicBezTo>
                        <a:pt x="862" y="689"/>
                        <a:pt x="862" y="689"/>
                        <a:pt x="662" y="625"/>
                      </a:cubicBezTo>
                      <a:cubicBezTo>
                        <a:pt x="594" y="831"/>
                        <a:pt x="525" y="1038"/>
                        <a:pt x="454" y="1250"/>
                      </a:cubicBezTo>
                      <a:cubicBezTo>
                        <a:pt x="61" y="955"/>
                        <a:pt x="61" y="955"/>
                        <a:pt x="17" y="732"/>
                      </a:cubicBezTo>
                      <a:cubicBezTo>
                        <a:pt x="0" y="484"/>
                        <a:pt x="21" y="250"/>
                        <a:pt x="37" y="0"/>
                      </a:cubicBezTo>
                      <a:close/>
                    </a:path>
                  </a:pathLst>
                </a:custGeom>
                <a:solidFill>
                  <a:srgbClr val="A1A1A3"/>
                </a:solidFill>
                <a:ln w="2646" cap="flat">
                  <a:noFill/>
                </a:ln>
              </p:spPr>
            </p:sp>
            <p:sp>
              <p:nvSpPr>
                <p:cNvPr id="1497" name="ICON_PSD_PLOT_path_109"/>
                <p:cNvSpPr/>
                <p:nvPr/>
              </p:nvSpPr>
              <p:spPr>
                <a:xfrm>
                  <a:off x="10609792" y="3929062"/>
                  <a:ext cx="42333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333" h="1250" fill="norm" stroke="0">
                      <a:moveTo>
                        <a:pt x="2917" y="0"/>
                      </a:moveTo>
                      <a:cubicBezTo>
                        <a:pt x="3067" y="50"/>
                        <a:pt x="3199" y="125"/>
                        <a:pt x="3333" y="208"/>
                      </a:cubicBezTo>
                      <a:cubicBezTo>
                        <a:pt x="3270" y="525"/>
                        <a:pt x="3169" y="828"/>
                        <a:pt x="2917" y="1042"/>
                      </a:cubicBezTo>
                      <a:cubicBezTo>
                        <a:pt x="2485" y="1205"/>
                        <a:pt x="1992" y="1187"/>
                        <a:pt x="1536" y="1195"/>
                      </a:cubicBezTo>
                      <a:cubicBezTo>
                        <a:pt x="1363" y="1200"/>
                        <a:pt x="1190" y="1208"/>
                        <a:pt x="1016" y="1217"/>
                      </a:cubicBezTo>
                      <a:cubicBezTo>
                        <a:pt x="678" y="1232"/>
                        <a:pt x="339" y="1243"/>
                        <a:pt x="0" y="1250"/>
                      </a:cubicBezTo>
                      <a:cubicBezTo>
                        <a:pt x="548" y="766"/>
                        <a:pt x="962" y="535"/>
                        <a:pt x="1693" y="508"/>
                      </a:cubicBezTo>
                      <a:cubicBezTo>
                        <a:pt x="1837" y="501"/>
                        <a:pt x="1980" y="493"/>
                        <a:pt x="2124" y="481"/>
                      </a:cubicBezTo>
                      <a:cubicBezTo>
                        <a:pt x="2158" y="478"/>
                        <a:pt x="2192" y="476"/>
                        <a:pt x="2226" y="473"/>
                      </a:cubicBezTo>
                      <a:cubicBezTo>
                        <a:pt x="2463" y="445"/>
                        <a:pt x="2585" y="376"/>
                        <a:pt x="2733" y="190"/>
                      </a:cubicBezTo>
                      <a:cubicBezTo>
                        <a:pt x="2759" y="149"/>
                        <a:pt x="2786" y="109"/>
                        <a:pt x="2813" y="67"/>
                      </a:cubicBezTo>
                      <a:cubicBezTo>
                        <a:pt x="2830" y="56"/>
                        <a:pt x="2830" y="56"/>
                        <a:pt x="2917" y="0"/>
                      </a:cubicBezTo>
                      <a:close/>
                    </a:path>
                  </a:pathLst>
                </a:custGeom>
                <a:solidFill>
                  <a:srgbClr val="B6D3FC"/>
                </a:solidFill>
                <a:ln w="2646" cap="flat">
                  <a:noFill/>
                </a:ln>
              </p:spPr>
            </p:sp>
            <p:sp>
              <p:nvSpPr>
                <p:cNvPr id="1498" name="ICON_PSD_PLOT_path_110"/>
                <p:cNvSpPr/>
                <p:nvPr/>
              </p:nvSpPr>
              <p:spPr>
                <a:xfrm>
                  <a:off x="11104562" y="3951801"/>
                  <a:ext cx="32663" cy="1725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72" h="1358" fill="norm" stroke="0">
                      <a:moveTo>
                        <a:pt x="2500" y="85"/>
                      </a:moveTo>
                      <a:cubicBezTo>
                        <a:pt x="2572" y="513"/>
                        <a:pt x="2572" y="513"/>
                        <a:pt x="2500" y="710"/>
                      </a:cubicBezTo>
                      <a:cubicBezTo>
                        <a:pt x="2316" y="851"/>
                        <a:pt x="2111" y="892"/>
                        <a:pt x="1888" y="944"/>
                      </a:cubicBezTo>
                      <a:cubicBezTo>
                        <a:pt x="1801" y="967"/>
                        <a:pt x="1714" y="990"/>
                        <a:pt x="1627" y="1014"/>
                      </a:cubicBezTo>
                      <a:cubicBezTo>
                        <a:pt x="1573" y="1029"/>
                        <a:pt x="1519" y="1043"/>
                        <a:pt x="1464" y="1055"/>
                      </a:cubicBezTo>
                      <a:cubicBezTo>
                        <a:pt x="1319" y="1092"/>
                        <a:pt x="1250" y="1127"/>
                        <a:pt x="1143" y="1235"/>
                      </a:cubicBezTo>
                      <a:cubicBezTo>
                        <a:pt x="1042" y="1335"/>
                        <a:pt x="1042" y="1335"/>
                        <a:pt x="922" y="1358"/>
                      </a:cubicBezTo>
                      <a:cubicBezTo>
                        <a:pt x="880" y="1357"/>
                        <a:pt x="837" y="1356"/>
                        <a:pt x="794" y="1355"/>
                      </a:cubicBezTo>
                      <a:cubicBezTo>
                        <a:pt x="747" y="1354"/>
                        <a:pt x="701" y="1354"/>
                        <a:pt x="653" y="1353"/>
                      </a:cubicBezTo>
                      <a:cubicBezTo>
                        <a:pt x="605" y="1351"/>
                        <a:pt x="557" y="1349"/>
                        <a:pt x="508" y="1348"/>
                      </a:cubicBezTo>
                      <a:cubicBezTo>
                        <a:pt x="459" y="1347"/>
                        <a:pt x="410" y="1346"/>
                        <a:pt x="360" y="1345"/>
                      </a:cubicBezTo>
                      <a:cubicBezTo>
                        <a:pt x="240" y="1342"/>
                        <a:pt x="120" y="1339"/>
                        <a:pt x="0" y="1335"/>
                      </a:cubicBezTo>
                      <a:cubicBezTo>
                        <a:pt x="88" y="820"/>
                        <a:pt x="88" y="820"/>
                        <a:pt x="274" y="650"/>
                      </a:cubicBezTo>
                      <a:cubicBezTo>
                        <a:pt x="467" y="520"/>
                        <a:pt x="682" y="440"/>
                        <a:pt x="898" y="358"/>
                      </a:cubicBezTo>
                      <a:cubicBezTo>
                        <a:pt x="965" y="331"/>
                        <a:pt x="1031" y="304"/>
                        <a:pt x="1097" y="278"/>
                      </a:cubicBezTo>
                      <a:cubicBezTo>
                        <a:pt x="1566" y="93"/>
                        <a:pt x="1996" y="0"/>
                        <a:pt x="2500" y="85"/>
                      </a:cubicBezTo>
                      <a:close/>
                    </a:path>
                  </a:pathLst>
                </a:custGeom>
                <a:solidFill>
                  <a:srgbClr val="3F7EF3"/>
                </a:solidFill>
                <a:ln w="2646" cap="flat">
                  <a:noFill/>
                </a:ln>
              </p:spPr>
            </p:sp>
            <p:sp>
              <p:nvSpPr>
                <p:cNvPr id="1499" name="ICON_PSD_PLOT_path_111"/>
                <p:cNvSpPr/>
                <p:nvPr/>
              </p:nvSpPr>
              <p:spPr>
                <a:xfrm>
                  <a:off x="10765389" y="3594619"/>
                  <a:ext cx="32255" cy="381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40" h="3001" fill="norm" stroke="0">
                      <a:moveTo>
                        <a:pt x="1746" y="162"/>
                      </a:moveTo>
                      <a:cubicBezTo>
                        <a:pt x="1823" y="174"/>
                        <a:pt x="1900" y="186"/>
                        <a:pt x="1978" y="198"/>
                      </a:cubicBezTo>
                      <a:cubicBezTo>
                        <a:pt x="2166" y="227"/>
                        <a:pt x="2353" y="259"/>
                        <a:pt x="2540" y="292"/>
                      </a:cubicBezTo>
                      <a:cubicBezTo>
                        <a:pt x="2540" y="361"/>
                        <a:pt x="2540" y="430"/>
                        <a:pt x="2540" y="501"/>
                      </a:cubicBezTo>
                      <a:cubicBezTo>
                        <a:pt x="2498" y="496"/>
                        <a:pt x="2456" y="492"/>
                        <a:pt x="2413" y="488"/>
                      </a:cubicBezTo>
                      <a:cubicBezTo>
                        <a:pt x="1250" y="377"/>
                        <a:pt x="1250" y="377"/>
                        <a:pt x="975" y="579"/>
                      </a:cubicBezTo>
                      <a:cubicBezTo>
                        <a:pt x="826" y="775"/>
                        <a:pt x="754" y="995"/>
                        <a:pt x="704" y="1234"/>
                      </a:cubicBezTo>
                      <a:cubicBezTo>
                        <a:pt x="665" y="1334"/>
                        <a:pt x="665" y="1334"/>
                        <a:pt x="561" y="1430"/>
                      </a:cubicBezTo>
                      <a:cubicBezTo>
                        <a:pt x="425" y="1577"/>
                        <a:pt x="413" y="1688"/>
                        <a:pt x="391" y="1882"/>
                      </a:cubicBezTo>
                      <a:cubicBezTo>
                        <a:pt x="389" y="1898"/>
                        <a:pt x="389" y="1898"/>
                        <a:pt x="378" y="1979"/>
                      </a:cubicBezTo>
                      <a:cubicBezTo>
                        <a:pt x="364" y="2081"/>
                        <a:pt x="352" y="2183"/>
                        <a:pt x="339" y="2285"/>
                      </a:cubicBezTo>
                      <a:cubicBezTo>
                        <a:pt x="330" y="2354"/>
                        <a:pt x="321" y="2423"/>
                        <a:pt x="312" y="2493"/>
                      </a:cubicBezTo>
                      <a:cubicBezTo>
                        <a:pt x="290" y="2662"/>
                        <a:pt x="269" y="2831"/>
                        <a:pt x="248" y="3001"/>
                      </a:cubicBezTo>
                      <a:cubicBezTo>
                        <a:pt x="179" y="3001"/>
                        <a:pt x="111" y="3001"/>
                        <a:pt x="40" y="3001"/>
                      </a:cubicBezTo>
                      <a:cubicBezTo>
                        <a:pt x="35" y="2745"/>
                        <a:pt x="31" y="2490"/>
                        <a:pt x="29" y="2234"/>
                      </a:cubicBezTo>
                      <a:cubicBezTo>
                        <a:pt x="28" y="2147"/>
                        <a:pt x="26" y="2061"/>
                        <a:pt x="24" y="1974"/>
                      </a:cubicBezTo>
                      <a:cubicBezTo>
                        <a:pt x="0" y="794"/>
                        <a:pt x="0" y="794"/>
                        <a:pt x="305" y="433"/>
                      </a:cubicBezTo>
                      <a:cubicBezTo>
                        <a:pt x="735" y="0"/>
                        <a:pt x="1188" y="61"/>
                        <a:pt x="1746" y="162"/>
                      </a:cubicBezTo>
                      <a:close/>
                    </a:path>
                  </a:pathLst>
                </a:custGeom>
                <a:solidFill>
                  <a:srgbClr val="C5D8F0"/>
                </a:solidFill>
                <a:ln w="2646" cap="flat">
                  <a:noFill/>
                </a:ln>
              </p:spPr>
            </p:sp>
            <p:sp>
              <p:nvSpPr>
                <p:cNvPr id="1500" name="ICON_PSD_PLOT_path_112"/>
                <p:cNvSpPr/>
                <p:nvPr/>
              </p:nvSpPr>
              <p:spPr>
                <a:xfrm>
                  <a:off x="10715625" y="4011083"/>
                  <a:ext cx="18822" cy="2147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82" h="1691" fill="norm" stroke="0">
                      <a:moveTo>
                        <a:pt x="208" y="0"/>
                      </a:moveTo>
                      <a:cubicBezTo>
                        <a:pt x="277" y="0"/>
                        <a:pt x="346" y="0"/>
                        <a:pt x="417" y="0"/>
                      </a:cubicBezTo>
                      <a:cubicBezTo>
                        <a:pt x="417" y="344"/>
                        <a:pt x="417" y="688"/>
                        <a:pt x="417" y="1042"/>
                      </a:cubicBezTo>
                      <a:cubicBezTo>
                        <a:pt x="692" y="1042"/>
                        <a:pt x="967" y="1042"/>
                        <a:pt x="1250" y="1042"/>
                      </a:cubicBezTo>
                      <a:cubicBezTo>
                        <a:pt x="1250" y="698"/>
                        <a:pt x="1250" y="354"/>
                        <a:pt x="1250" y="0"/>
                      </a:cubicBezTo>
                      <a:cubicBezTo>
                        <a:pt x="1319" y="0"/>
                        <a:pt x="1388" y="0"/>
                        <a:pt x="1458" y="0"/>
                      </a:cubicBezTo>
                      <a:cubicBezTo>
                        <a:pt x="1464" y="204"/>
                        <a:pt x="1467" y="408"/>
                        <a:pt x="1470" y="612"/>
                      </a:cubicBezTo>
                      <a:cubicBezTo>
                        <a:pt x="1471" y="681"/>
                        <a:pt x="1472" y="750"/>
                        <a:pt x="1474" y="820"/>
                      </a:cubicBezTo>
                      <a:cubicBezTo>
                        <a:pt x="1477" y="919"/>
                        <a:pt x="1478" y="1019"/>
                        <a:pt x="1479" y="1119"/>
                      </a:cubicBezTo>
                      <a:cubicBezTo>
                        <a:pt x="1480" y="1150"/>
                        <a:pt x="1481" y="1181"/>
                        <a:pt x="1482" y="1212"/>
                      </a:cubicBezTo>
                      <a:cubicBezTo>
                        <a:pt x="1482" y="1377"/>
                        <a:pt x="1469" y="1444"/>
                        <a:pt x="1371" y="1582"/>
                      </a:cubicBezTo>
                      <a:cubicBezTo>
                        <a:pt x="1221" y="1687"/>
                        <a:pt x="1138" y="1691"/>
                        <a:pt x="956" y="1687"/>
                      </a:cubicBezTo>
                      <a:cubicBezTo>
                        <a:pt x="931" y="1687"/>
                        <a:pt x="931" y="1687"/>
                        <a:pt x="804" y="1685"/>
                      </a:cubicBezTo>
                      <a:cubicBezTo>
                        <a:pt x="772" y="1685"/>
                        <a:pt x="772" y="1685"/>
                        <a:pt x="612" y="1680"/>
                      </a:cubicBezTo>
                      <a:cubicBezTo>
                        <a:pt x="410" y="1675"/>
                        <a:pt x="208" y="1671"/>
                        <a:pt x="0" y="1667"/>
                      </a:cubicBezTo>
                      <a:cubicBezTo>
                        <a:pt x="69" y="1117"/>
                        <a:pt x="138" y="567"/>
                        <a:pt x="208" y="0"/>
                      </a:cubicBezTo>
                      <a:close/>
                    </a:path>
                  </a:pathLst>
                </a:custGeom>
                <a:solidFill>
                  <a:srgbClr val="DBDBDC"/>
                </a:solidFill>
                <a:ln w="2646" cap="flat">
                  <a:noFill/>
                </a:ln>
              </p:spPr>
            </p:sp>
            <p:sp>
              <p:nvSpPr>
                <p:cNvPr id="1501" name="ICON_PSD_PLOT_path_113"/>
                <p:cNvSpPr/>
                <p:nvPr/>
              </p:nvSpPr>
              <p:spPr>
                <a:xfrm>
                  <a:off x="11623146" y="4000500"/>
                  <a:ext cx="52917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167" h="833" fill="norm" stroke="0">
                      <a:moveTo>
                        <a:pt x="0" y="0"/>
                      </a:moveTo>
                      <a:cubicBezTo>
                        <a:pt x="1375" y="0"/>
                        <a:pt x="2750" y="0"/>
                        <a:pt x="4167" y="0"/>
                      </a:cubicBezTo>
                      <a:cubicBezTo>
                        <a:pt x="4167" y="275"/>
                        <a:pt x="4167" y="550"/>
                        <a:pt x="4167" y="833"/>
                      </a:cubicBezTo>
                      <a:cubicBezTo>
                        <a:pt x="4094" y="805"/>
                        <a:pt x="4022" y="776"/>
                        <a:pt x="3947" y="747"/>
                      </a:cubicBezTo>
                      <a:cubicBezTo>
                        <a:pt x="3128" y="435"/>
                        <a:pt x="2351" y="334"/>
                        <a:pt x="1479" y="291"/>
                      </a:cubicBezTo>
                      <a:cubicBezTo>
                        <a:pt x="1311" y="283"/>
                        <a:pt x="1143" y="272"/>
                        <a:pt x="976" y="262"/>
                      </a:cubicBezTo>
                      <a:cubicBezTo>
                        <a:pt x="651" y="242"/>
                        <a:pt x="325" y="225"/>
                        <a:pt x="0" y="208"/>
                      </a:cubicBezTo>
                      <a:cubicBezTo>
                        <a:pt x="0" y="140"/>
                        <a:pt x="0" y="71"/>
                        <a:pt x="0" y="0"/>
                      </a:cubicBezTo>
                      <a:close/>
                    </a:path>
                  </a:pathLst>
                </a:custGeom>
                <a:solidFill>
                  <a:srgbClr val="696872"/>
                </a:solidFill>
                <a:ln w="2646" cap="flat">
                  <a:noFill/>
                </a:ln>
              </p:spPr>
            </p:sp>
            <p:sp>
              <p:nvSpPr>
                <p:cNvPr id="1502" name="ICON_PSD_PLOT_path_114"/>
                <p:cNvSpPr/>
                <p:nvPr/>
              </p:nvSpPr>
              <p:spPr>
                <a:xfrm>
                  <a:off x="10715625" y="4000500"/>
                  <a:ext cx="58208" cy="818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583" h="645" fill="norm" stroke="0">
                      <a:moveTo>
                        <a:pt x="0" y="0"/>
                      </a:moveTo>
                      <a:cubicBezTo>
                        <a:pt x="1513" y="0"/>
                        <a:pt x="3025" y="0"/>
                        <a:pt x="4583" y="0"/>
                      </a:cubicBezTo>
                      <a:cubicBezTo>
                        <a:pt x="4583" y="69"/>
                        <a:pt x="4583" y="137"/>
                        <a:pt x="4583" y="208"/>
                      </a:cubicBezTo>
                      <a:cubicBezTo>
                        <a:pt x="4546" y="210"/>
                        <a:pt x="4510" y="213"/>
                        <a:pt x="4472" y="215"/>
                      </a:cubicBezTo>
                      <a:cubicBezTo>
                        <a:pt x="4119" y="235"/>
                        <a:pt x="3767" y="257"/>
                        <a:pt x="3415" y="279"/>
                      </a:cubicBezTo>
                      <a:cubicBezTo>
                        <a:pt x="3234" y="290"/>
                        <a:pt x="3053" y="301"/>
                        <a:pt x="2872" y="312"/>
                      </a:cubicBezTo>
                      <a:cubicBezTo>
                        <a:pt x="2697" y="322"/>
                        <a:pt x="2522" y="333"/>
                        <a:pt x="2347" y="344"/>
                      </a:cubicBezTo>
                      <a:cubicBezTo>
                        <a:pt x="2278" y="349"/>
                        <a:pt x="2209" y="353"/>
                        <a:pt x="2140" y="357"/>
                      </a:cubicBezTo>
                      <a:cubicBezTo>
                        <a:pt x="1799" y="378"/>
                        <a:pt x="1470" y="404"/>
                        <a:pt x="1139" y="493"/>
                      </a:cubicBezTo>
                      <a:cubicBezTo>
                        <a:pt x="1091" y="505"/>
                        <a:pt x="1044" y="517"/>
                        <a:pt x="995" y="530"/>
                      </a:cubicBezTo>
                      <a:cubicBezTo>
                        <a:pt x="862" y="567"/>
                        <a:pt x="862" y="567"/>
                        <a:pt x="741" y="612"/>
                      </a:cubicBezTo>
                      <a:cubicBezTo>
                        <a:pt x="628" y="645"/>
                        <a:pt x="628" y="645"/>
                        <a:pt x="417" y="625"/>
                      </a:cubicBezTo>
                      <a:cubicBezTo>
                        <a:pt x="279" y="419"/>
                        <a:pt x="142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666B75"/>
                </a:solidFill>
                <a:ln w="2646" cap="flat">
                  <a:noFill/>
                </a:ln>
              </p:spPr>
            </p:sp>
            <p:sp>
              <p:nvSpPr>
                <p:cNvPr id="1503" name="ICON_PSD_PLOT_path_115"/>
                <p:cNvSpPr/>
                <p:nvPr/>
              </p:nvSpPr>
              <p:spPr>
                <a:xfrm>
                  <a:off x="10734145" y="3981636"/>
                  <a:ext cx="47625" cy="888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750" h="699" fill="norm" stroke="0">
                      <a:moveTo>
                        <a:pt x="2369" y="13"/>
                      </a:moveTo>
                      <a:cubicBezTo>
                        <a:pt x="2525" y="15"/>
                        <a:pt x="2682" y="16"/>
                        <a:pt x="2838" y="17"/>
                      </a:cubicBezTo>
                      <a:cubicBezTo>
                        <a:pt x="3142" y="19"/>
                        <a:pt x="3446" y="22"/>
                        <a:pt x="3750" y="27"/>
                      </a:cubicBezTo>
                      <a:cubicBezTo>
                        <a:pt x="3750" y="96"/>
                        <a:pt x="3750" y="165"/>
                        <a:pt x="3750" y="235"/>
                      </a:cubicBezTo>
                      <a:cubicBezTo>
                        <a:pt x="3269" y="304"/>
                        <a:pt x="2788" y="373"/>
                        <a:pt x="2292" y="444"/>
                      </a:cubicBezTo>
                      <a:cubicBezTo>
                        <a:pt x="2292" y="512"/>
                        <a:pt x="2292" y="581"/>
                        <a:pt x="2292" y="652"/>
                      </a:cubicBezTo>
                      <a:cubicBezTo>
                        <a:pt x="1999" y="662"/>
                        <a:pt x="1706" y="670"/>
                        <a:pt x="1413" y="675"/>
                      </a:cubicBezTo>
                      <a:cubicBezTo>
                        <a:pt x="1314" y="677"/>
                        <a:pt x="1214" y="680"/>
                        <a:pt x="1114" y="684"/>
                      </a:cubicBezTo>
                      <a:cubicBezTo>
                        <a:pt x="971" y="689"/>
                        <a:pt x="828" y="691"/>
                        <a:pt x="685" y="693"/>
                      </a:cubicBezTo>
                      <a:cubicBezTo>
                        <a:pt x="640" y="695"/>
                        <a:pt x="595" y="697"/>
                        <a:pt x="550" y="699"/>
                      </a:cubicBezTo>
                      <a:cubicBezTo>
                        <a:pt x="423" y="699"/>
                        <a:pt x="327" y="697"/>
                        <a:pt x="208" y="652"/>
                      </a:cubicBezTo>
                      <a:cubicBezTo>
                        <a:pt x="106" y="523"/>
                        <a:pt x="50" y="391"/>
                        <a:pt x="0" y="235"/>
                      </a:cubicBezTo>
                      <a:cubicBezTo>
                        <a:pt x="799" y="29"/>
                        <a:pt x="1550" y="0"/>
                        <a:pt x="2369" y="13"/>
                      </a:cubicBezTo>
                      <a:close/>
                    </a:path>
                  </a:pathLst>
                </a:custGeom>
                <a:solidFill>
                  <a:srgbClr val="E8F2FD"/>
                </a:solidFill>
                <a:ln w="2646" cap="flat">
                  <a:noFill/>
                </a:ln>
              </p:spPr>
            </p:sp>
            <p:sp>
              <p:nvSpPr>
                <p:cNvPr id="1504" name="ICON_PSD_PLOT_path_116"/>
                <p:cNvSpPr/>
                <p:nvPr/>
              </p:nvSpPr>
              <p:spPr>
                <a:xfrm>
                  <a:off x="10762325" y="3648180"/>
                  <a:ext cx="14153" cy="3508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14" h="2762" fill="norm" stroke="0">
                      <a:moveTo>
                        <a:pt x="927" y="0"/>
                      </a:moveTo>
                      <a:cubicBezTo>
                        <a:pt x="1035" y="15"/>
                        <a:pt x="1035" y="15"/>
                        <a:pt x="1114" y="33"/>
                      </a:cubicBezTo>
                      <a:cubicBezTo>
                        <a:pt x="1024" y="711"/>
                        <a:pt x="830" y="1334"/>
                        <a:pt x="594" y="1974"/>
                      </a:cubicBezTo>
                      <a:cubicBezTo>
                        <a:pt x="580" y="2011"/>
                        <a:pt x="566" y="2050"/>
                        <a:pt x="552" y="2089"/>
                      </a:cubicBezTo>
                      <a:cubicBezTo>
                        <a:pt x="513" y="2197"/>
                        <a:pt x="472" y="2306"/>
                        <a:pt x="431" y="2414"/>
                      </a:cubicBezTo>
                      <a:cubicBezTo>
                        <a:pt x="425" y="2430"/>
                        <a:pt x="425" y="2430"/>
                        <a:pt x="395" y="2514"/>
                      </a:cubicBezTo>
                      <a:cubicBezTo>
                        <a:pt x="362" y="2597"/>
                        <a:pt x="333" y="2670"/>
                        <a:pt x="281" y="2742"/>
                      </a:cubicBezTo>
                      <a:cubicBezTo>
                        <a:pt x="168" y="2762"/>
                        <a:pt x="168" y="2762"/>
                        <a:pt x="73" y="2742"/>
                      </a:cubicBezTo>
                      <a:cubicBezTo>
                        <a:pt x="5" y="1962"/>
                        <a:pt x="0" y="1279"/>
                        <a:pt x="359" y="567"/>
                      </a:cubicBezTo>
                      <a:cubicBezTo>
                        <a:pt x="366" y="554"/>
                        <a:pt x="366" y="554"/>
                        <a:pt x="399" y="484"/>
                      </a:cubicBezTo>
                      <a:cubicBezTo>
                        <a:pt x="637" y="2"/>
                        <a:pt x="637" y="2"/>
                        <a:pt x="927" y="0"/>
                      </a:cubicBezTo>
                      <a:close/>
                    </a:path>
                  </a:pathLst>
                </a:custGeom>
                <a:solidFill>
                  <a:srgbClr val="2672F9"/>
                </a:solidFill>
                <a:ln w="2646" cap="flat">
                  <a:noFill/>
                </a:ln>
              </p:spPr>
            </p:sp>
            <p:sp>
              <p:nvSpPr>
                <p:cNvPr id="1505" name="ICON_PSD_PLOT_path_117"/>
                <p:cNvSpPr/>
                <p:nvPr/>
              </p:nvSpPr>
              <p:spPr>
                <a:xfrm>
                  <a:off x="10769891" y="3602228"/>
                  <a:ext cx="35692" cy="3050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810" h="2402" fill="norm" stroke="0">
                      <a:moveTo>
                        <a:pt x="1691" y="6"/>
                      </a:moveTo>
                      <a:cubicBezTo>
                        <a:pt x="1706" y="5"/>
                        <a:pt x="1706" y="5"/>
                        <a:pt x="1786" y="3"/>
                      </a:cubicBezTo>
                      <a:cubicBezTo>
                        <a:pt x="2029" y="0"/>
                        <a:pt x="2279" y="2"/>
                        <a:pt x="2465" y="177"/>
                      </a:cubicBezTo>
                      <a:cubicBezTo>
                        <a:pt x="2606" y="349"/>
                        <a:pt x="2711" y="536"/>
                        <a:pt x="2810" y="735"/>
                      </a:cubicBezTo>
                      <a:cubicBezTo>
                        <a:pt x="2763" y="732"/>
                        <a:pt x="2716" y="729"/>
                        <a:pt x="2667" y="725"/>
                      </a:cubicBezTo>
                      <a:cubicBezTo>
                        <a:pt x="1168" y="630"/>
                        <a:pt x="1168" y="630"/>
                        <a:pt x="814" y="906"/>
                      </a:cubicBezTo>
                      <a:cubicBezTo>
                        <a:pt x="433" y="1304"/>
                        <a:pt x="367" y="1875"/>
                        <a:pt x="310" y="2402"/>
                      </a:cubicBezTo>
                      <a:cubicBezTo>
                        <a:pt x="242" y="2402"/>
                        <a:pt x="173" y="2402"/>
                        <a:pt x="102" y="2402"/>
                      </a:cubicBezTo>
                      <a:cubicBezTo>
                        <a:pt x="11" y="1727"/>
                        <a:pt x="0" y="1115"/>
                        <a:pt x="428" y="553"/>
                      </a:cubicBezTo>
                      <a:cubicBezTo>
                        <a:pt x="770" y="118"/>
                        <a:pt x="1150" y="11"/>
                        <a:pt x="1691" y="6"/>
                      </a:cubicBezTo>
                      <a:close/>
                    </a:path>
                  </a:pathLst>
                </a:custGeom>
                <a:solidFill>
                  <a:srgbClr val="363A50"/>
                </a:solidFill>
                <a:ln w="2646" cap="flat">
                  <a:noFill/>
                </a:ln>
              </p:spPr>
            </p:sp>
            <p:sp>
              <p:nvSpPr>
                <p:cNvPr id="1506" name="ICON_PSD_PLOT_path_118"/>
                <p:cNvSpPr/>
                <p:nvPr/>
              </p:nvSpPr>
              <p:spPr>
                <a:xfrm>
                  <a:off x="10781771" y="3651250"/>
                  <a:ext cx="18521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58" h="1042" fill="norm" stroke="0">
                      <a:moveTo>
                        <a:pt x="0" y="0"/>
                      </a:moveTo>
                      <a:cubicBezTo>
                        <a:pt x="481" y="0"/>
                        <a:pt x="962" y="0"/>
                        <a:pt x="1458" y="0"/>
                      </a:cubicBezTo>
                      <a:cubicBezTo>
                        <a:pt x="1458" y="275"/>
                        <a:pt x="1458" y="550"/>
                        <a:pt x="1458" y="833"/>
                      </a:cubicBezTo>
                      <a:cubicBezTo>
                        <a:pt x="977" y="902"/>
                        <a:pt x="496" y="971"/>
                        <a:pt x="0" y="1042"/>
                      </a:cubicBezTo>
                      <a:cubicBezTo>
                        <a:pt x="0" y="698"/>
                        <a:pt x="0" y="354"/>
                        <a:pt x="0" y="0"/>
                      </a:cubicBezTo>
                      <a:close/>
                    </a:path>
                  </a:pathLst>
                </a:custGeom>
                <a:solidFill>
                  <a:srgbClr val="ECF3FB"/>
                </a:solidFill>
                <a:ln w="2646" cap="flat">
                  <a:noFill/>
                </a:ln>
              </p:spPr>
            </p:sp>
            <p:sp>
              <p:nvSpPr>
                <p:cNvPr id="1507" name="ICON_PSD_PLOT_path_119"/>
                <p:cNvSpPr/>
                <p:nvPr/>
              </p:nvSpPr>
              <p:spPr>
                <a:xfrm>
                  <a:off x="11676062" y="3995208"/>
                  <a:ext cx="12433" cy="3704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79" h="2917" fill="norm" stroke="0">
                      <a:moveTo>
                        <a:pt x="0" y="0"/>
                      </a:moveTo>
                      <a:cubicBezTo>
                        <a:pt x="305" y="81"/>
                        <a:pt x="611" y="184"/>
                        <a:pt x="833" y="417"/>
                      </a:cubicBezTo>
                      <a:cubicBezTo>
                        <a:pt x="979" y="753"/>
                        <a:pt x="943" y="1137"/>
                        <a:pt x="927" y="1495"/>
                      </a:cubicBezTo>
                      <a:cubicBezTo>
                        <a:pt x="924" y="1603"/>
                        <a:pt x="926" y="1709"/>
                        <a:pt x="928" y="1816"/>
                      </a:cubicBezTo>
                      <a:cubicBezTo>
                        <a:pt x="939" y="2598"/>
                        <a:pt x="939" y="2598"/>
                        <a:pt x="767" y="2777"/>
                      </a:cubicBezTo>
                      <a:cubicBezTo>
                        <a:pt x="591" y="2884"/>
                        <a:pt x="411" y="2908"/>
                        <a:pt x="208" y="2917"/>
                      </a:cubicBezTo>
                      <a:cubicBezTo>
                        <a:pt x="209" y="2886"/>
                        <a:pt x="209" y="2856"/>
                        <a:pt x="210" y="2825"/>
                      </a:cubicBezTo>
                      <a:cubicBezTo>
                        <a:pt x="214" y="2536"/>
                        <a:pt x="217" y="2249"/>
                        <a:pt x="219" y="1960"/>
                      </a:cubicBezTo>
                      <a:cubicBezTo>
                        <a:pt x="220" y="1812"/>
                        <a:pt x="222" y="1664"/>
                        <a:pt x="224" y="1516"/>
                      </a:cubicBezTo>
                      <a:cubicBezTo>
                        <a:pt x="226" y="1373"/>
                        <a:pt x="227" y="1230"/>
                        <a:pt x="228" y="1087"/>
                      </a:cubicBezTo>
                      <a:cubicBezTo>
                        <a:pt x="229" y="1032"/>
                        <a:pt x="229" y="978"/>
                        <a:pt x="230" y="924"/>
                      </a:cubicBezTo>
                      <a:cubicBezTo>
                        <a:pt x="237" y="564"/>
                        <a:pt x="195" y="306"/>
                        <a:pt x="0" y="0"/>
                      </a:cubicBezTo>
                      <a:close/>
                    </a:path>
                  </a:pathLst>
                </a:custGeom>
                <a:solidFill>
                  <a:srgbClr val="E4E4E7"/>
                </a:solidFill>
                <a:ln w="2646" cap="flat">
                  <a:noFill/>
                </a:ln>
              </p:spPr>
            </p:sp>
            <p:sp>
              <p:nvSpPr>
                <p:cNvPr id="1508" name="ICON_PSD_PLOT_path_120"/>
                <p:cNvSpPr/>
                <p:nvPr/>
              </p:nvSpPr>
              <p:spPr>
                <a:xfrm>
                  <a:off x="10580688" y="3935989"/>
                  <a:ext cx="31750" cy="153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00" h="1208" fill="norm" stroke="0">
                      <a:moveTo>
                        <a:pt x="2500" y="80"/>
                      </a:moveTo>
                      <a:cubicBezTo>
                        <a:pt x="2483" y="313"/>
                        <a:pt x="2440" y="518"/>
                        <a:pt x="2292" y="705"/>
                      </a:cubicBezTo>
                      <a:cubicBezTo>
                        <a:pt x="1635" y="1208"/>
                        <a:pt x="779" y="1174"/>
                        <a:pt x="0" y="1121"/>
                      </a:cubicBezTo>
                      <a:cubicBezTo>
                        <a:pt x="112" y="773"/>
                        <a:pt x="305" y="609"/>
                        <a:pt x="618" y="446"/>
                      </a:cubicBezTo>
                      <a:cubicBezTo>
                        <a:pt x="673" y="419"/>
                        <a:pt x="727" y="393"/>
                        <a:pt x="781" y="366"/>
                      </a:cubicBezTo>
                      <a:cubicBezTo>
                        <a:pt x="809" y="352"/>
                        <a:pt x="836" y="339"/>
                        <a:pt x="864" y="324"/>
                      </a:cubicBezTo>
                      <a:cubicBezTo>
                        <a:pt x="1410" y="54"/>
                        <a:pt x="1892" y="0"/>
                        <a:pt x="2500" y="80"/>
                      </a:cubicBezTo>
                      <a:close/>
                    </a:path>
                  </a:pathLst>
                </a:custGeom>
                <a:solidFill>
                  <a:srgbClr val="3977F2"/>
                </a:solidFill>
                <a:ln w="2646" cap="flat">
                  <a:noFill/>
                </a:ln>
              </p:spPr>
            </p:sp>
            <p:sp>
              <p:nvSpPr>
                <p:cNvPr id="1509" name="ICON_PSD_PLOT_path_121"/>
                <p:cNvSpPr/>
                <p:nvPr/>
              </p:nvSpPr>
              <p:spPr>
                <a:xfrm>
                  <a:off x="10725542" y="3786188"/>
                  <a:ext cx="11327" cy="3718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92" h="2928" fill="norm" stroke="0">
                      <a:moveTo>
                        <a:pt x="469" y="0"/>
                      </a:moveTo>
                      <a:cubicBezTo>
                        <a:pt x="696" y="214"/>
                        <a:pt x="877" y="438"/>
                        <a:pt x="892" y="760"/>
                      </a:cubicBezTo>
                      <a:cubicBezTo>
                        <a:pt x="852" y="1351"/>
                        <a:pt x="681" y="1924"/>
                        <a:pt x="469" y="2474"/>
                      </a:cubicBezTo>
                      <a:cubicBezTo>
                        <a:pt x="461" y="2496"/>
                        <a:pt x="461" y="2496"/>
                        <a:pt x="417" y="2610"/>
                      </a:cubicBezTo>
                      <a:cubicBezTo>
                        <a:pt x="400" y="2650"/>
                        <a:pt x="383" y="2691"/>
                        <a:pt x="365" y="2733"/>
                      </a:cubicBezTo>
                      <a:cubicBezTo>
                        <a:pt x="350" y="2768"/>
                        <a:pt x="335" y="2804"/>
                        <a:pt x="319" y="2841"/>
                      </a:cubicBezTo>
                      <a:cubicBezTo>
                        <a:pt x="300" y="2866"/>
                        <a:pt x="281" y="2891"/>
                        <a:pt x="261" y="2917"/>
                      </a:cubicBezTo>
                      <a:cubicBezTo>
                        <a:pt x="150" y="2928"/>
                        <a:pt x="150" y="2928"/>
                        <a:pt x="53" y="2917"/>
                      </a:cubicBezTo>
                      <a:cubicBezTo>
                        <a:pt x="0" y="1860"/>
                        <a:pt x="45" y="979"/>
                        <a:pt x="469" y="0"/>
                      </a:cubicBezTo>
                      <a:close/>
                    </a:path>
                  </a:pathLst>
                </a:custGeom>
                <a:solidFill>
                  <a:srgbClr val="3E7CF8"/>
                </a:solidFill>
                <a:ln w="2646" cap="flat">
                  <a:noFill/>
                </a:ln>
              </p:spPr>
            </p:sp>
            <p:sp>
              <p:nvSpPr>
                <p:cNvPr id="1510" name="ICON_PSD_PLOT_path_122"/>
                <p:cNvSpPr/>
                <p:nvPr/>
              </p:nvSpPr>
              <p:spPr>
                <a:xfrm>
                  <a:off x="11361208" y="3978201"/>
                  <a:ext cx="26458" cy="907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083" h="714" fill="norm" stroke="0">
                      <a:moveTo>
                        <a:pt x="208" y="89"/>
                      </a:moveTo>
                      <a:cubicBezTo>
                        <a:pt x="371" y="13"/>
                        <a:pt x="418" y="0"/>
                        <a:pt x="586" y="6"/>
                      </a:cubicBezTo>
                      <a:cubicBezTo>
                        <a:pt x="622" y="6"/>
                        <a:pt x="658" y="5"/>
                        <a:pt x="696" y="4"/>
                      </a:cubicBezTo>
                      <a:cubicBezTo>
                        <a:pt x="772" y="4"/>
                        <a:pt x="848" y="5"/>
                        <a:pt x="925" y="8"/>
                      </a:cubicBezTo>
                      <a:cubicBezTo>
                        <a:pt x="1042" y="11"/>
                        <a:pt x="1157" y="8"/>
                        <a:pt x="1274" y="4"/>
                      </a:cubicBezTo>
                      <a:cubicBezTo>
                        <a:pt x="1349" y="4"/>
                        <a:pt x="1423" y="5"/>
                        <a:pt x="1498" y="6"/>
                      </a:cubicBezTo>
                      <a:cubicBezTo>
                        <a:pt x="1532" y="5"/>
                        <a:pt x="1567" y="4"/>
                        <a:pt x="1603" y="2"/>
                      </a:cubicBezTo>
                      <a:cubicBezTo>
                        <a:pt x="1702" y="8"/>
                        <a:pt x="1702" y="8"/>
                        <a:pt x="1875" y="89"/>
                      </a:cubicBezTo>
                      <a:cubicBezTo>
                        <a:pt x="1944" y="295"/>
                        <a:pt x="2013" y="502"/>
                        <a:pt x="2083" y="714"/>
                      </a:cubicBezTo>
                      <a:cubicBezTo>
                        <a:pt x="1396" y="714"/>
                        <a:pt x="708" y="714"/>
                        <a:pt x="0" y="714"/>
                      </a:cubicBezTo>
                      <a:cubicBezTo>
                        <a:pt x="69" y="508"/>
                        <a:pt x="138" y="302"/>
                        <a:pt x="208" y="89"/>
                      </a:cubicBezTo>
                      <a:close/>
                    </a:path>
                  </a:pathLst>
                </a:custGeom>
                <a:solidFill>
                  <a:srgbClr val="F8FBFE"/>
                </a:solidFill>
                <a:ln w="2646" cap="flat">
                  <a:noFill/>
                </a:ln>
              </p:spPr>
            </p:sp>
            <p:sp>
              <p:nvSpPr>
                <p:cNvPr id="1511" name="ICON_PSD_PLOT_path_123"/>
                <p:cNvSpPr/>
                <p:nvPr/>
              </p:nvSpPr>
              <p:spPr>
                <a:xfrm>
                  <a:off x="10488083" y="3947583"/>
                  <a:ext cx="29263" cy="1407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304" h="1109" fill="norm" stroke="0">
                      <a:moveTo>
                        <a:pt x="2083" y="0"/>
                      </a:moveTo>
                      <a:cubicBezTo>
                        <a:pt x="2130" y="95"/>
                        <a:pt x="2172" y="189"/>
                        <a:pt x="2214" y="286"/>
                      </a:cubicBezTo>
                      <a:cubicBezTo>
                        <a:pt x="2227" y="313"/>
                        <a:pt x="2240" y="339"/>
                        <a:pt x="2254" y="366"/>
                      </a:cubicBezTo>
                      <a:cubicBezTo>
                        <a:pt x="2293" y="463"/>
                        <a:pt x="2304" y="521"/>
                        <a:pt x="2292" y="625"/>
                      </a:cubicBezTo>
                      <a:cubicBezTo>
                        <a:pt x="2197" y="821"/>
                        <a:pt x="2074" y="954"/>
                        <a:pt x="1875" y="1042"/>
                      </a:cubicBezTo>
                      <a:cubicBezTo>
                        <a:pt x="1560" y="1109"/>
                        <a:pt x="1231" y="1081"/>
                        <a:pt x="911" y="1068"/>
                      </a:cubicBezTo>
                      <a:cubicBezTo>
                        <a:pt x="823" y="1066"/>
                        <a:pt x="735" y="1064"/>
                        <a:pt x="646" y="1062"/>
                      </a:cubicBezTo>
                      <a:cubicBezTo>
                        <a:pt x="431" y="1058"/>
                        <a:pt x="215" y="1050"/>
                        <a:pt x="0" y="1042"/>
                      </a:cubicBezTo>
                      <a:cubicBezTo>
                        <a:pt x="0" y="904"/>
                        <a:pt x="0" y="767"/>
                        <a:pt x="0" y="625"/>
                      </a:cubicBezTo>
                      <a:cubicBezTo>
                        <a:pt x="48" y="614"/>
                        <a:pt x="97" y="602"/>
                        <a:pt x="146" y="590"/>
                      </a:cubicBezTo>
                      <a:cubicBezTo>
                        <a:pt x="327" y="547"/>
                        <a:pt x="508" y="503"/>
                        <a:pt x="689" y="458"/>
                      </a:cubicBezTo>
                      <a:cubicBezTo>
                        <a:pt x="767" y="439"/>
                        <a:pt x="845" y="421"/>
                        <a:pt x="923" y="402"/>
                      </a:cubicBezTo>
                      <a:cubicBezTo>
                        <a:pt x="1755" y="204"/>
                        <a:pt x="1755" y="204"/>
                        <a:pt x="2083" y="0"/>
                      </a:cubicBezTo>
                      <a:close/>
                    </a:path>
                  </a:pathLst>
                </a:custGeom>
                <a:solidFill>
                  <a:srgbClr val="3270F5"/>
                </a:solidFill>
                <a:ln w="2646" cap="flat">
                  <a:noFill/>
                </a:ln>
              </p:spPr>
            </p:sp>
            <p:sp>
              <p:nvSpPr>
                <p:cNvPr id="1512" name="ICON_PSD_PLOT_path_124"/>
                <p:cNvSpPr/>
                <p:nvPr/>
              </p:nvSpPr>
              <p:spPr>
                <a:xfrm>
                  <a:off x="10924302" y="3910542"/>
                  <a:ext cx="20045" cy="2277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78" h="1793" fill="norm" stroke="0">
                      <a:moveTo>
                        <a:pt x="27" y="0"/>
                      </a:moveTo>
                      <a:cubicBezTo>
                        <a:pt x="97" y="24"/>
                        <a:pt x="167" y="50"/>
                        <a:pt x="235" y="78"/>
                      </a:cubicBezTo>
                      <a:cubicBezTo>
                        <a:pt x="255" y="85"/>
                        <a:pt x="255" y="85"/>
                        <a:pt x="352" y="122"/>
                      </a:cubicBezTo>
                      <a:cubicBezTo>
                        <a:pt x="383" y="151"/>
                        <a:pt x="413" y="179"/>
                        <a:pt x="444" y="208"/>
                      </a:cubicBezTo>
                      <a:cubicBezTo>
                        <a:pt x="439" y="303"/>
                        <a:pt x="439" y="303"/>
                        <a:pt x="424" y="413"/>
                      </a:cubicBezTo>
                      <a:cubicBezTo>
                        <a:pt x="419" y="525"/>
                        <a:pt x="419" y="525"/>
                        <a:pt x="444" y="625"/>
                      </a:cubicBezTo>
                      <a:cubicBezTo>
                        <a:pt x="603" y="729"/>
                        <a:pt x="783" y="769"/>
                        <a:pt x="965" y="820"/>
                      </a:cubicBezTo>
                      <a:cubicBezTo>
                        <a:pt x="1446" y="979"/>
                        <a:pt x="1446" y="979"/>
                        <a:pt x="1535" y="1121"/>
                      </a:cubicBezTo>
                      <a:cubicBezTo>
                        <a:pt x="1578" y="1310"/>
                        <a:pt x="1540" y="1484"/>
                        <a:pt x="1485" y="1667"/>
                      </a:cubicBezTo>
                      <a:cubicBezTo>
                        <a:pt x="1145" y="1730"/>
                        <a:pt x="775" y="1793"/>
                        <a:pt x="444" y="1667"/>
                      </a:cubicBezTo>
                      <a:cubicBezTo>
                        <a:pt x="124" y="1340"/>
                        <a:pt x="17" y="773"/>
                        <a:pt x="0" y="328"/>
                      </a:cubicBezTo>
                      <a:cubicBezTo>
                        <a:pt x="1" y="217"/>
                        <a:pt x="11" y="109"/>
                        <a:pt x="27" y="0"/>
                      </a:cubicBezTo>
                      <a:close/>
                    </a:path>
                  </a:pathLst>
                </a:custGeom>
                <a:solidFill>
                  <a:srgbClr val="346EE9"/>
                </a:solidFill>
                <a:ln w="2646" cap="flat">
                  <a:noFill/>
                </a:ln>
              </p:spPr>
            </p:sp>
            <p:sp>
              <p:nvSpPr>
                <p:cNvPr id="1513" name="ICON_PSD_PLOT_path_125"/>
                <p:cNvSpPr/>
                <p:nvPr/>
              </p:nvSpPr>
              <p:spPr>
                <a:xfrm>
                  <a:off x="10841641" y="3775604"/>
                  <a:ext cx="9906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80" h="2500" fill="norm" stroke="0">
                      <a:moveTo>
                        <a:pt x="77" y="0"/>
                      </a:moveTo>
                      <a:cubicBezTo>
                        <a:pt x="338" y="192"/>
                        <a:pt x="638" y="415"/>
                        <a:pt x="737" y="736"/>
                      </a:cubicBezTo>
                      <a:cubicBezTo>
                        <a:pt x="780" y="1024"/>
                        <a:pt x="760" y="1312"/>
                        <a:pt x="742" y="1602"/>
                      </a:cubicBezTo>
                      <a:cubicBezTo>
                        <a:pt x="738" y="1689"/>
                        <a:pt x="736" y="1776"/>
                        <a:pt x="733" y="1864"/>
                      </a:cubicBezTo>
                      <a:cubicBezTo>
                        <a:pt x="726" y="2076"/>
                        <a:pt x="716" y="2288"/>
                        <a:pt x="702" y="2500"/>
                      </a:cubicBezTo>
                      <a:cubicBezTo>
                        <a:pt x="442" y="2308"/>
                        <a:pt x="142" y="2085"/>
                        <a:pt x="43" y="1764"/>
                      </a:cubicBezTo>
                      <a:cubicBezTo>
                        <a:pt x="0" y="1476"/>
                        <a:pt x="20" y="1188"/>
                        <a:pt x="38" y="898"/>
                      </a:cubicBezTo>
                      <a:cubicBezTo>
                        <a:pt x="42" y="811"/>
                        <a:pt x="44" y="724"/>
                        <a:pt x="47" y="636"/>
                      </a:cubicBezTo>
                      <a:cubicBezTo>
                        <a:pt x="54" y="424"/>
                        <a:pt x="64" y="212"/>
                        <a:pt x="77" y="0"/>
                      </a:cubicBezTo>
                      <a:close/>
                    </a:path>
                  </a:pathLst>
                </a:custGeom>
                <a:solidFill>
                  <a:srgbClr val="3472FB"/>
                </a:solidFill>
                <a:ln w="2646" cap="flat">
                  <a:noFill/>
                </a:ln>
              </p:spPr>
            </p:sp>
            <p:sp>
              <p:nvSpPr>
                <p:cNvPr id="1514" name="ICON_PSD_PLOT_path_126"/>
                <p:cNvSpPr/>
                <p:nvPr/>
              </p:nvSpPr>
              <p:spPr>
                <a:xfrm>
                  <a:off x="10816167" y="3714750"/>
                  <a:ext cx="8596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77" h="2500" fill="norm" stroke="0">
                      <a:moveTo>
                        <a:pt x="0" y="0"/>
                      </a:moveTo>
                      <a:cubicBezTo>
                        <a:pt x="138" y="0"/>
                        <a:pt x="275" y="0"/>
                        <a:pt x="417" y="0"/>
                      </a:cubicBezTo>
                      <a:cubicBezTo>
                        <a:pt x="462" y="255"/>
                        <a:pt x="503" y="510"/>
                        <a:pt x="540" y="767"/>
                      </a:cubicBezTo>
                      <a:cubicBezTo>
                        <a:pt x="553" y="854"/>
                        <a:pt x="567" y="940"/>
                        <a:pt x="583" y="1027"/>
                      </a:cubicBezTo>
                      <a:cubicBezTo>
                        <a:pt x="606" y="1152"/>
                        <a:pt x="623" y="1277"/>
                        <a:pt x="640" y="1404"/>
                      </a:cubicBezTo>
                      <a:cubicBezTo>
                        <a:pt x="648" y="1442"/>
                        <a:pt x="656" y="1479"/>
                        <a:pt x="664" y="1518"/>
                      </a:cubicBezTo>
                      <a:cubicBezTo>
                        <a:pt x="677" y="1632"/>
                        <a:pt x="677" y="1632"/>
                        <a:pt x="625" y="1875"/>
                      </a:cubicBezTo>
                      <a:cubicBezTo>
                        <a:pt x="419" y="2081"/>
                        <a:pt x="212" y="2288"/>
                        <a:pt x="0" y="2500"/>
                      </a:cubicBezTo>
                      <a:cubicBezTo>
                        <a:pt x="0" y="1675"/>
                        <a:pt x="0" y="850"/>
                        <a:pt x="0" y="0"/>
                      </a:cubicBezTo>
                      <a:close/>
                    </a:path>
                  </a:pathLst>
                </a:custGeom>
                <a:solidFill>
                  <a:srgbClr val="E8F7FE"/>
                </a:solidFill>
                <a:ln w="2646" cap="flat">
                  <a:noFill/>
                </a:ln>
              </p:spPr>
            </p:sp>
            <p:sp>
              <p:nvSpPr>
                <p:cNvPr id="1515" name="ICON_PSD_PLOT_path_127"/>
                <p:cNvSpPr/>
                <p:nvPr/>
              </p:nvSpPr>
              <p:spPr>
                <a:xfrm>
                  <a:off x="10810875" y="3669771"/>
                  <a:ext cx="13229" cy="4233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3333" fill="norm" stroke="0">
                      <a:moveTo>
                        <a:pt x="0" y="0"/>
                      </a:moveTo>
                      <a:cubicBezTo>
                        <a:pt x="261" y="192"/>
                        <a:pt x="561" y="415"/>
                        <a:pt x="659" y="736"/>
                      </a:cubicBezTo>
                      <a:cubicBezTo>
                        <a:pt x="702" y="1024"/>
                        <a:pt x="682" y="1312"/>
                        <a:pt x="664" y="1602"/>
                      </a:cubicBezTo>
                      <a:cubicBezTo>
                        <a:pt x="661" y="1689"/>
                        <a:pt x="658" y="1776"/>
                        <a:pt x="655" y="1864"/>
                      </a:cubicBezTo>
                      <a:cubicBezTo>
                        <a:pt x="649" y="2076"/>
                        <a:pt x="638" y="2288"/>
                        <a:pt x="625" y="2500"/>
                      </a:cubicBezTo>
                      <a:cubicBezTo>
                        <a:pt x="763" y="2500"/>
                        <a:pt x="900" y="2500"/>
                        <a:pt x="1042" y="2500"/>
                      </a:cubicBezTo>
                      <a:cubicBezTo>
                        <a:pt x="1042" y="2775"/>
                        <a:pt x="1042" y="3050"/>
                        <a:pt x="1042" y="3333"/>
                      </a:cubicBezTo>
                      <a:cubicBezTo>
                        <a:pt x="570" y="3268"/>
                        <a:pt x="570" y="3268"/>
                        <a:pt x="417" y="3125"/>
                      </a:cubicBezTo>
                      <a:cubicBezTo>
                        <a:pt x="279" y="2826"/>
                        <a:pt x="300" y="2458"/>
                        <a:pt x="286" y="2135"/>
                      </a:cubicBezTo>
                      <a:cubicBezTo>
                        <a:pt x="277" y="1993"/>
                        <a:pt x="267" y="1850"/>
                        <a:pt x="257" y="1708"/>
                      </a:cubicBezTo>
                      <a:cubicBezTo>
                        <a:pt x="250" y="1615"/>
                        <a:pt x="244" y="1521"/>
                        <a:pt x="237" y="1428"/>
                      </a:cubicBezTo>
                      <a:cubicBezTo>
                        <a:pt x="205" y="939"/>
                        <a:pt x="112" y="476"/>
                        <a:pt x="0" y="0"/>
                      </a:cubicBezTo>
                      <a:close/>
                    </a:path>
                  </a:pathLst>
                </a:custGeom>
                <a:solidFill>
                  <a:srgbClr val="ADCEFD"/>
                </a:solidFill>
                <a:ln w="2646" cap="flat">
                  <a:noFill/>
                </a:ln>
              </p:spPr>
            </p:sp>
            <p:sp>
              <p:nvSpPr>
                <p:cNvPr id="1516" name="ICON_PSD_PLOT_path_128"/>
                <p:cNvSpPr/>
                <p:nvPr/>
              </p:nvSpPr>
              <p:spPr>
                <a:xfrm>
                  <a:off x="10775053" y="3607501"/>
                  <a:ext cx="23125" cy="2289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21" h="1803" fill="norm" stroke="0">
                      <a:moveTo>
                        <a:pt x="1779" y="111"/>
                      </a:moveTo>
                      <a:cubicBezTo>
                        <a:pt x="1812" y="260"/>
                        <a:pt x="1821" y="381"/>
                        <a:pt x="1779" y="528"/>
                      </a:cubicBezTo>
                      <a:cubicBezTo>
                        <a:pt x="1649" y="643"/>
                        <a:pt x="1501" y="716"/>
                        <a:pt x="1346" y="791"/>
                      </a:cubicBezTo>
                      <a:cubicBezTo>
                        <a:pt x="739" y="1089"/>
                        <a:pt x="739" y="1089"/>
                        <a:pt x="636" y="1332"/>
                      </a:cubicBezTo>
                      <a:cubicBezTo>
                        <a:pt x="610" y="1419"/>
                        <a:pt x="595" y="1498"/>
                        <a:pt x="587" y="1588"/>
                      </a:cubicBezTo>
                      <a:cubicBezTo>
                        <a:pt x="579" y="1663"/>
                        <a:pt x="579" y="1663"/>
                        <a:pt x="529" y="1778"/>
                      </a:cubicBezTo>
                      <a:cubicBezTo>
                        <a:pt x="388" y="1803"/>
                        <a:pt x="254" y="1794"/>
                        <a:pt x="112" y="1778"/>
                      </a:cubicBezTo>
                      <a:cubicBezTo>
                        <a:pt x="0" y="807"/>
                        <a:pt x="0" y="807"/>
                        <a:pt x="283" y="440"/>
                      </a:cubicBezTo>
                      <a:cubicBezTo>
                        <a:pt x="700" y="0"/>
                        <a:pt x="1212" y="46"/>
                        <a:pt x="1779" y="111"/>
                      </a:cubicBezTo>
                      <a:close/>
                    </a:path>
                  </a:pathLst>
                </a:custGeom>
                <a:solidFill>
                  <a:srgbClr val="020106"/>
                </a:solidFill>
                <a:ln w="2646" cap="flat">
                  <a:noFill/>
                </a:ln>
              </p:spPr>
            </p:sp>
            <p:sp>
              <p:nvSpPr>
                <p:cNvPr id="1517" name="ICON_PSD_PLOT_path_129"/>
                <p:cNvSpPr/>
                <p:nvPr/>
              </p:nvSpPr>
              <p:spPr>
                <a:xfrm>
                  <a:off x="11665479" y="4003146"/>
                  <a:ext cx="13229" cy="211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1667" fill="norm" stroke="0">
                      <a:moveTo>
                        <a:pt x="833" y="0"/>
                      </a:moveTo>
                      <a:cubicBezTo>
                        <a:pt x="902" y="0"/>
                        <a:pt x="971" y="0"/>
                        <a:pt x="1042" y="0"/>
                      </a:cubicBezTo>
                      <a:cubicBezTo>
                        <a:pt x="1042" y="550"/>
                        <a:pt x="1042" y="1100"/>
                        <a:pt x="1042" y="1667"/>
                      </a:cubicBezTo>
                      <a:cubicBezTo>
                        <a:pt x="767" y="1667"/>
                        <a:pt x="492" y="1667"/>
                        <a:pt x="208" y="1667"/>
                      </a:cubicBezTo>
                      <a:cubicBezTo>
                        <a:pt x="140" y="1254"/>
                        <a:pt x="71" y="842"/>
                        <a:pt x="0" y="417"/>
                      </a:cubicBezTo>
                      <a:cubicBezTo>
                        <a:pt x="275" y="485"/>
                        <a:pt x="550" y="554"/>
                        <a:pt x="833" y="625"/>
                      </a:cubicBezTo>
                      <a:cubicBezTo>
                        <a:pt x="833" y="419"/>
                        <a:pt x="833" y="212"/>
                        <a:pt x="833" y="0"/>
                      </a:cubicBezTo>
                      <a:close/>
                    </a:path>
                  </a:pathLst>
                </a:custGeom>
                <a:solidFill>
                  <a:srgbClr val="9D9A9E"/>
                </a:solidFill>
                <a:ln w="2646" cap="flat">
                  <a:noFill/>
                </a:ln>
              </p:spPr>
            </p:sp>
            <p:sp>
              <p:nvSpPr>
                <p:cNvPr id="1518" name="ICON_PSD_PLOT_path_130"/>
                <p:cNvSpPr/>
                <p:nvPr/>
              </p:nvSpPr>
              <p:spPr>
                <a:xfrm>
                  <a:off x="10855277" y="3839104"/>
                  <a:ext cx="17124" cy="185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48" h="1458" fill="norm" stroke="0">
                      <a:moveTo>
                        <a:pt x="45" y="0"/>
                      </a:moveTo>
                      <a:cubicBezTo>
                        <a:pt x="225" y="104"/>
                        <a:pt x="403" y="212"/>
                        <a:pt x="579" y="322"/>
                      </a:cubicBezTo>
                      <a:cubicBezTo>
                        <a:pt x="640" y="359"/>
                        <a:pt x="700" y="395"/>
                        <a:pt x="761" y="430"/>
                      </a:cubicBezTo>
                      <a:cubicBezTo>
                        <a:pt x="1257" y="718"/>
                        <a:pt x="1257" y="718"/>
                        <a:pt x="1322" y="915"/>
                      </a:cubicBezTo>
                      <a:cubicBezTo>
                        <a:pt x="1348" y="1100"/>
                        <a:pt x="1329" y="1275"/>
                        <a:pt x="1295" y="1458"/>
                      </a:cubicBezTo>
                      <a:cubicBezTo>
                        <a:pt x="1126" y="1429"/>
                        <a:pt x="957" y="1398"/>
                        <a:pt x="788" y="1367"/>
                      </a:cubicBezTo>
                      <a:cubicBezTo>
                        <a:pt x="764" y="1363"/>
                        <a:pt x="764" y="1363"/>
                        <a:pt x="642" y="1342"/>
                      </a:cubicBezTo>
                      <a:cubicBezTo>
                        <a:pt x="244" y="1267"/>
                        <a:pt x="244" y="1267"/>
                        <a:pt x="117" y="1172"/>
                      </a:cubicBezTo>
                      <a:cubicBezTo>
                        <a:pt x="0" y="959"/>
                        <a:pt x="24" y="746"/>
                        <a:pt x="33" y="508"/>
                      </a:cubicBezTo>
                      <a:cubicBezTo>
                        <a:pt x="33" y="459"/>
                        <a:pt x="34" y="410"/>
                        <a:pt x="35" y="360"/>
                      </a:cubicBezTo>
                      <a:cubicBezTo>
                        <a:pt x="38" y="240"/>
                        <a:pt x="41" y="120"/>
                        <a:pt x="45" y="0"/>
                      </a:cubicBezTo>
                      <a:close/>
                    </a:path>
                  </a:pathLst>
                </a:custGeom>
                <a:solidFill>
                  <a:srgbClr val="2E6EFA"/>
                </a:solidFill>
                <a:ln w="2646" cap="flat">
                  <a:noFill/>
                </a:ln>
              </p:spPr>
            </p:sp>
            <p:sp>
              <p:nvSpPr>
                <p:cNvPr id="1519" name="ICON_PSD_PLOT_path_131"/>
                <p:cNvSpPr/>
                <p:nvPr/>
              </p:nvSpPr>
              <p:spPr>
                <a:xfrm>
                  <a:off x="10735979" y="3701521"/>
                  <a:ext cx="8750" cy="264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89" h="2083" fill="norm" stroke="0">
                      <a:moveTo>
                        <a:pt x="689" y="0"/>
                      </a:moveTo>
                      <a:cubicBezTo>
                        <a:pt x="689" y="688"/>
                        <a:pt x="689" y="1375"/>
                        <a:pt x="689" y="2083"/>
                      </a:cubicBezTo>
                      <a:cubicBezTo>
                        <a:pt x="483" y="2083"/>
                        <a:pt x="276" y="2083"/>
                        <a:pt x="64" y="2083"/>
                      </a:cubicBezTo>
                      <a:cubicBezTo>
                        <a:pt x="54" y="1854"/>
                        <a:pt x="46" y="1624"/>
                        <a:pt x="41" y="1394"/>
                      </a:cubicBezTo>
                      <a:cubicBezTo>
                        <a:pt x="39" y="1316"/>
                        <a:pt x="36" y="1238"/>
                        <a:pt x="32" y="1160"/>
                      </a:cubicBezTo>
                      <a:cubicBezTo>
                        <a:pt x="0" y="442"/>
                        <a:pt x="0" y="442"/>
                        <a:pt x="205" y="209"/>
                      </a:cubicBezTo>
                      <a:cubicBezTo>
                        <a:pt x="374" y="45"/>
                        <a:pt x="446" y="0"/>
                        <a:pt x="689" y="0"/>
                      </a:cubicBezTo>
                      <a:close/>
                    </a:path>
                  </a:pathLst>
                </a:custGeom>
                <a:solidFill>
                  <a:srgbClr val="EBF3FC"/>
                </a:solidFill>
                <a:ln w="2646" cap="flat">
                  <a:noFill/>
                </a:ln>
              </p:spPr>
            </p:sp>
            <p:sp>
              <p:nvSpPr>
                <p:cNvPr id="1520" name="ICON_PSD_PLOT_path_132"/>
                <p:cNvSpPr/>
                <p:nvPr/>
              </p:nvSpPr>
              <p:spPr>
                <a:xfrm>
                  <a:off x="11321521" y="3970938"/>
                  <a:ext cx="42765" cy="871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367" h="686" fill="norm" stroke="0">
                      <a:moveTo>
                        <a:pt x="3333" y="36"/>
                      </a:moveTo>
                      <a:cubicBezTo>
                        <a:pt x="3359" y="182"/>
                        <a:pt x="3367" y="308"/>
                        <a:pt x="3333" y="453"/>
                      </a:cubicBezTo>
                      <a:cubicBezTo>
                        <a:pt x="3163" y="634"/>
                        <a:pt x="2925" y="669"/>
                        <a:pt x="2686" y="683"/>
                      </a:cubicBezTo>
                      <a:cubicBezTo>
                        <a:pt x="2536" y="686"/>
                        <a:pt x="2387" y="684"/>
                        <a:pt x="2238" y="681"/>
                      </a:cubicBezTo>
                      <a:cubicBezTo>
                        <a:pt x="2173" y="681"/>
                        <a:pt x="2108" y="681"/>
                        <a:pt x="2044" y="680"/>
                      </a:cubicBezTo>
                      <a:cubicBezTo>
                        <a:pt x="1874" y="680"/>
                        <a:pt x="1705" y="678"/>
                        <a:pt x="1536" y="675"/>
                      </a:cubicBezTo>
                      <a:cubicBezTo>
                        <a:pt x="1363" y="673"/>
                        <a:pt x="1190" y="672"/>
                        <a:pt x="1016" y="671"/>
                      </a:cubicBezTo>
                      <a:cubicBezTo>
                        <a:pt x="678" y="669"/>
                        <a:pt x="339" y="665"/>
                        <a:pt x="0" y="661"/>
                      </a:cubicBezTo>
                      <a:cubicBezTo>
                        <a:pt x="0" y="592"/>
                        <a:pt x="0" y="524"/>
                        <a:pt x="0" y="453"/>
                      </a:cubicBezTo>
                      <a:cubicBezTo>
                        <a:pt x="311" y="398"/>
                        <a:pt x="623" y="343"/>
                        <a:pt x="935" y="290"/>
                      </a:cubicBezTo>
                      <a:cubicBezTo>
                        <a:pt x="1080" y="265"/>
                        <a:pt x="1224" y="240"/>
                        <a:pt x="1369" y="214"/>
                      </a:cubicBezTo>
                      <a:cubicBezTo>
                        <a:pt x="2027" y="97"/>
                        <a:pt x="2662" y="0"/>
                        <a:pt x="3333" y="36"/>
                      </a:cubicBezTo>
                      <a:close/>
                    </a:path>
                  </a:pathLst>
                </a:custGeom>
                <a:solidFill>
                  <a:srgbClr val="2D74EE"/>
                </a:solidFill>
                <a:ln w="2646" cap="flat">
                  <a:noFill/>
                </a:ln>
              </p:spPr>
            </p:sp>
            <p:sp>
              <p:nvSpPr>
                <p:cNvPr id="1521" name="ICON_PSD_PLOT_path_133"/>
                <p:cNvSpPr/>
                <p:nvPr/>
              </p:nvSpPr>
              <p:spPr>
                <a:xfrm>
                  <a:off x="11250083" y="3954243"/>
                  <a:ext cx="26458" cy="1561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083" h="1230" fill="norm" stroke="0">
                      <a:moveTo>
                        <a:pt x="1510" y="127"/>
                      </a:moveTo>
                      <a:cubicBezTo>
                        <a:pt x="1544" y="134"/>
                        <a:pt x="1578" y="141"/>
                        <a:pt x="1613" y="148"/>
                      </a:cubicBezTo>
                      <a:cubicBezTo>
                        <a:pt x="1752" y="195"/>
                        <a:pt x="1842" y="244"/>
                        <a:pt x="1911" y="379"/>
                      </a:cubicBezTo>
                      <a:cubicBezTo>
                        <a:pt x="1984" y="559"/>
                        <a:pt x="2036" y="745"/>
                        <a:pt x="2083" y="934"/>
                      </a:cubicBezTo>
                      <a:cubicBezTo>
                        <a:pt x="659" y="1230"/>
                        <a:pt x="659" y="1230"/>
                        <a:pt x="299" y="1008"/>
                      </a:cubicBezTo>
                      <a:cubicBezTo>
                        <a:pt x="188" y="921"/>
                        <a:pt x="93" y="832"/>
                        <a:pt x="0" y="726"/>
                      </a:cubicBezTo>
                      <a:cubicBezTo>
                        <a:pt x="985" y="0"/>
                        <a:pt x="985" y="0"/>
                        <a:pt x="1510" y="127"/>
                      </a:cubicBezTo>
                      <a:close/>
                    </a:path>
                  </a:pathLst>
                </a:custGeom>
                <a:solidFill>
                  <a:srgbClr val="598EF4"/>
                </a:solidFill>
                <a:ln w="2646" cap="flat">
                  <a:noFill/>
                </a:ln>
              </p:spPr>
            </p:sp>
            <p:sp>
              <p:nvSpPr>
                <p:cNvPr id="1522" name="ICON_PSD_PLOT_path_134"/>
                <p:cNvSpPr/>
                <p:nvPr/>
              </p:nvSpPr>
              <p:spPr>
                <a:xfrm>
                  <a:off x="10824104" y="3754438"/>
                  <a:ext cx="8821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95" h="1875" fill="norm" stroke="0">
                      <a:moveTo>
                        <a:pt x="0" y="0"/>
                      </a:moveTo>
                      <a:cubicBezTo>
                        <a:pt x="138" y="0"/>
                        <a:pt x="275" y="0"/>
                        <a:pt x="417" y="0"/>
                      </a:cubicBezTo>
                      <a:cubicBezTo>
                        <a:pt x="695" y="346"/>
                        <a:pt x="649" y="750"/>
                        <a:pt x="638" y="1172"/>
                      </a:cubicBezTo>
                      <a:cubicBezTo>
                        <a:pt x="637" y="1240"/>
                        <a:pt x="636" y="1309"/>
                        <a:pt x="635" y="1377"/>
                      </a:cubicBezTo>
                      <a:cubicBezTo>
                        <a:pt x="633" y="1543"/>
                        <a:pt x="629" y="1709"/>
                        <a:pt x="625" y="1875"/>
                      </a:cubicBezTo>
                      <a:cubicBezTo>
                        <a:pt x="419" y="1875"/>
                        <a:pt x="212" y="1875"/>
                        <a:pt x="0" y="1875"/>
                      </a:cubicBezTo>
                      <a:cubicBezTo>
                        <a:pt x="0" y="1256"/>
                        <a:pt x="0" y="637"/>
                        <a:pt x="0" y="0"/>
                      </a:cubicBezTo>
                      <a:close/>
                    </a:path>
                  </a:pathLst>
                </a:custGeom>
                <a:solidFill>
                  <a:srgbClr val="F3FBFC"/>
                </a:solidFill>
                <a:ln w="2646" cap="flat">
                  <a:noFill/>
                </a:ln>
              </p:spPr>
            </p:sp>
            <p:sp>
              <p:nvSpPr>
                <p:cNvPr id="1523" name="ICON_PSD_PLOT_path_135"/>
                <p:cNvSpPr/>
                <p:nvPr/>
              </p:nvSpPr>
              <p:spPr>
                <a:xfrm>
                  <a:off x="11107208" y="3945366"/>
                  <a:ext cx="29104" cy="1544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292" h="1216" fill="norm" stroke="0">
                      <a:moveTo>
                        <a:pt x="2292" y="175"/>
                      </a:moveTo>
                      <a:cubicBezTo>
                        <a:pt x="2292" y="381"/>
                        <a:pt x="2292" y="587"/>
                        <a:pt x="2292" y="800"/>
                      </a:cubicBezTo>
                      <a:cubicBezTo>
                        <a:pt x="1530" y="958"/>
                        <a:pt x="767" y="1093"/>
                        <a:pt x="0" y="1216"/>
                      </a:cubicBezTo>
                      <a:cubicBezTo>
                        <a:pt x="691" y="344"/>
                        <a:pt x="1163" y="0"/>
                        <a:pt x="2292" y="175"/>
                      </a:cubicBezTo>
                      <a:close/>
                    </a:path>
                  </a:pathLst>
                </a:custGeom>
                <a:solidFill>
                  <a:srgbClr val="9ABBFC"/>
                </a:solidFill>
                <a:ln w="2646" cap="flat">
                  <a:noFill/>
                </a:ln>
              </p:spPr>
            </p:sp>
            <p:sp>
              <p:nvSpPr>
                <p:cNvPr id="1524" name="ICON_PSD_PLOT_path_136"/>
                <p:cNvSpPr/>
                <p:nvPr/>
              </p:nvSpPr>
              <p:spPr>
                <a:xfrm>
                  <a:off x="11353271" y="4000500"/>
                  <a:ext cx="23812" cy="89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75" h="702" fill="norm" stroke="0">
                      <a:moveTo>
                        <a:pt x="0" y="0"/>
                      </a:moveTo>
                      <a:cubicBezTo>
                        <a:pt x="619" y="0"/>
                        <a:pt x="1237" y="0"/>
                        <a:pt x="1875" y="0"/>
                      </a:cubicBezTo>
                      <a:cubicBezTo>
                        <a:pt x="1806" y="206"/>
                        <a:pt x="1737" y="413"/>
                        <a:pt x="1667" y="625"/>
                      </a:cubicBezTo>
                      <a:cubicBezTo>
                        <a:pt x="1354" y="702"/>
                        <a:pt x="1354" y="702"/>
                        <a:pt x="1224" y="690"/>
                      </a:cubicBezTo>
                      <a:cubicBezTo>
                        <a:pt x="1112" y="681"/>
                        <a:pt x="1000" y="675"/>
                        <a:pt x="888" y="674"/>
                      </a:cubicBezTo>
                      <a:cubicBezTo>
                        <a:pt x="597" y="665"/>
                        <a:pt x="337" y="616"/>
                        <a:pt x="69" y="501"/>
                      </a:cubicBezTo>
                      <a:cubicBezTo>
                        <a:pt x="0" y="417"/>
                        <a:pt x="0" y="417"/>
                        <a:pt x="0" y="0"/>
                      </a:cubicBezTo>
                      <a:close/>
                    </a:path>
                  </a:pathLst>
                </a:custGeom>
                <a:solidFill>
                  <a:srgbClr val="666063"/>
                </a:solidFill>
                <a:ln w="2646" cap="flat">
                  <a:noFill/>
                </a:ln>
              </p:spPr>
            </p:sp>
            <p:sp>
              <p:nvSpPr>
                <p:cNvPr id="1525" name="ICON_PSD_PLOT_path_137"/>
                <p:cNvSpPr/>
                <p:nvPr/>
              </p:nvSpPr>
              <p:spPr>
                <a:xfrm>
                  <a:off x="10823310" y="3778250"/>
                  <a:ext cx="14023" cy="211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04" h="1667" fill="norm" stroke="0">
                      <a:moveTo>
                        <a:pt x="62" y="0"/>
                      </a:moveTo>
                      <a:cubicBezTo>
                        <a:pt x="337" y="0"/>
                        <a:pt x="612" y="0"/>
                        <a:pt x="896" y="0"/>
                      </a:cubicBezTo>
                      <a:cubicBezTo>
                        <a:pt x="965" y="344"/>
                        <a:pt x="1033" y="688"/>
                        <a:pt x="1104" y="1042"/>
                      </a:cubicBezTo>
                      <a:cubicBezTo>
                        <a:pt x="967" y="1042"/>
                        <a:pt x="829" y="1042"/>
                        <a:pt x="688" y="1042"/>
                      </a:cubicBezTo>
                      <a:cubicBezTo>
                        <a:pt x="612" y="1161"/>
                        <a:pt x="586" y="1222"/>
                        <a:pt x="557" y="1354"/>
                      </a:cubicBezTo>
                      <a:cubicBezTo>
                        <a:pt x="549" y="1384"/>
                        <a:pt x="541" y="1414"/>
                        <a:pt x="533" y="1445"/>
                      </a:cubicBezTo>
                      <a:cubicBezTo>
                        <a:pt x="513" y="1518"/>
                        <a:pt x="496" y="1592"/>
                        <a:pt x="479" y="1667"/>
                      </a:cubicBezTo>
                      <a:cubicBezTo>
                        <a:pt x="0" y="593"/>
                        <a:pt x="0" y="593"/>
                        <a:pt x="62" y="0"/>
                      </a:cubicBezTo>
                      <a:close/>
                    </a:path>
                  </a:pathLst>
                </a:custGeom>
                <a:solidFill>
                  <a:srgbClr val="E4F1FD"/>
                </a:solidFill>
                <a:ln w="2646" cap="flat">
                  <a:noFill/>
                </a:ln>
              </p:spPr>
            </p:sp>
            <p:sp>
              <p:nvSpPr>
                <p:cNvPr id="1526" name="ICON_PSD_PLOT_path_138"/>
                <p:cNvSpPr/>
                <p:nvPr/>
              </p:nvSpPr>
              <p:spPr>
                <a:xfrm>
                  <a:off x="10728042" y="3732956"/>
                  <a:ext cx="9800" cy="2412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72" h="1900" fill="norm" stroke="0">
                      <a:moveTo>
                        <a:pt x="689" y="25"/>
                      </a:moveTo>
                      <a:cubicBezTo>
                        <a:pt x="704" y="258"/>
                        <a:pt x="716" y="491"/>
                        <a:pt x="723" y="725"/>
                      </a:cubicBezTo>
                      <a:cubicBezTo>
                        <a:pt x="726" y="805"/>
                        <a:pt x="731" y="884"/>
                        <a:pt x="736" y="964"/>
                      </a:cubicBezTo>
                      <a:cubicBezTo>
                        <a:pt x="772" y="1498"/>
                        <a:pt x="772" y="1498"/>
                        <a:pt x="689" y="1691"/>
                      </a:cubicBezTo>
                      <a:cubicBezTo>
                        <a:pt x="517" y="1846"/>
                        <a:pt x="285" y="1874"/>
                        <a:pt x="64" y="1900"/>
                      </a:cubicBezTo>
                      <a:cubicBezTo>
                        <a:pt x="54" y="1700"/>
                        <a:pt x="46" y="1500"/>
                        <a:pt x="41" y="1300"/>
                      </a:cubicBezTo>
                      <a:cubicBezTo>
                        <a:pt x="39" y="1232"/>
                        <a:pt x="36" y="1164"/>
                        <a:pt x="32" y="1096"/>
                      </a:cubicBezTo>
                      <a:cubicBezTo>
                        <a:pt x="0" y="472"/>
                        <a:pt x="0" y="472"/>
                        <a:pt x="205" y="241"/>
                      </a:cubicBezTo>
                      <a:cubicBezTo>
                        <a:pt x="360" y="89"/>
                        <a:pt x="466" y="0"/>
                        <a:pt x="689" y="25"/>
                      </a:cubicBezTo>
                      <a:close/>
                    </a:path>
                  </a:pathLst>
                </a:custGeom>
                <a:solidFill>
                  <a:srgbClr val="F0F7FD"/>
                </a:solidFill>
                <a:ln w="2646" cap="flat">
                  <a:noFill/>
                </a:ln>
              </p:spPr>
            </p:sp>
            <p:sp>
              <p:nvSpPr>
                <p:cNvPr id="1527" name="ICON_PSD_PLOT_path_139"/>
                <p:cNvSpPr/>
                <p:nvPr/>
              </p:nvSpPr>
              <p:spPr>
                <a:xfrm>
                  <a:off x="10773833" y="3661833"/>
                  <a:ext cx="16187" cy="185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75" h="1458" fill="norm" stroke="0">
                      <a:moveTo>
                        <a:pt x="1042" y="0"/>
                      </a:moveTo>
                      <a:cubicBezTo>
                        <a:pt x="1275" y="560"/>
                        <a:pt x="1275" y="560"/>
                        <a:pt x="1250" y="833"/>
                      </a:cubicBezTo>
                      <a:cubicBezTo>
                        <a:pt x="1112" y="1048"/>
                        <a:pt x="854" y="1156"/>
                        <a:pt x="625" y="1250"/>
                      </a:cubicBezTo>
                      <a:cubicBezTo>
                        <a:pt x="556" y="1181"/>
                        <a:pt x="487" y="1113"/>
                        <a:pt x="417" y="1042"/>
                      </a:cubicBezTo>
                      <a:cubicBezTo>
                        <a:pt x="279" y="1179"/>
                        <a:pt x="142" y="1317"/>
                        <a:pt x="0" y="1458"/>
                      </a:cubicBezTo>
                      <a:cubicBezTo>
                        <a:pt x="69" y="554"/>
                        <a:pt x="69" y="554"/>
                        <a:pt x="300" y="326"/>
                      </a:cubicBezTo>
                      <a:cubicBezTo>
                        <a:pt x="528" y="175"/>
                        <a:pt x="780" y="78"/>
                        <a:pt x="1042" y="0"/>
                      </a:cubicBezTo>
                      <a:close/>
                    </a:path>
                  </a:pathLst>
                </a:custGeom>
                <a:solidFill>
                  <a:srgbClr val="E0E9FA"/>
                </a:solidFill>
                <a:ln w="2646" cap="flat">
                  <a:noFill/>
                </a:ln>
              </p:spPr>
            </p:sp>
            <p:sp>
              <p:nvSpPr>
                <p:cNvPr id="1528" name="ICON_PSD_PLOT_path_140"/>
                <p:cNvSpPr/>
                <p:nvPr/>
              </p:nvSpPr>
              <p:spPr>
                <a:xfrm>
                  <a:off x="10817574" y="3608917"/>
                  <a:ext cx="17301" cy="169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62" h="1332" fill="norm" stroke="0">
                      <a:moveTo>
                        <a:pt x="931" y="0"/>
                      </a:moveTo>
                      <a:cubicBezTo>
                        <a:pt x="1362" y="672"/>
                        <a:pt x="1362" y="672"/>
                        <a:pt x="1340" y="917"/>
                      </a:cubicBezTo>
                      <a:cubicBezTo>
                        <a:pt x="1288" y="1049"/>
                        <a:pt x="1205" y="1116"/>
                        <a:pt x="1094" y="1200"/>
                      </a:cubicBezTo>
                      <a:cubicBezTo>
                        <a:pt x="783" y="1332"/>
                        <a:pt x="394" y="1151"/>
                        <a:pt x="97" y="1042"/>
                      </a:cubicBezTo>
                      <a:cubicBezTo>
                        <a:pt x="48" y="833"/>
                        <a:pt x="0" y="617"/>
                        <a:pt x="97" y="417"/>
                      </a:cubicBezTo>
                      <a:cubicBezTo>
                        <a:pt x="332" y="214"/>
                        <a:pt x="643" y="106"/>
                        <a:pt x="931" y="0"/>
                      </a:cubicBezTo>
                      <a:close/>
                    </a:path>
                  </a:pathLst>
                </a:custGeom>
                <a:solidFill>
                  <a:srgbClr val="EDF4FA"/>
                </a:solidFill>
                <a:ln w="2646" cap="flat">
                  <a:noFill/>
                </a:ln>
              </p:spPr>
            </p:sp>
            <p:sp>
              <p:nvSpPr>
                <p:cNvPr id="1529" name="ICON_PSD_PLOT_path_141"/>
                <p:cNvSpPr/>
                <p:nvPr/>
              </p:nvSpPr>
              <p:spPr>
                <a:xfrm>
                  <a:off x="11358562" y="4011083"/>
                  <a:ext cx="15875" cy="2229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1756" fill="norm" stroke="0">
                      <a:moveTo>
                        <a:pt x="0" y="0"/>
                      </a:moveTo>
                      <a:cubicBezTo>
                        <a:pt x="69" y="0"/>
                        <a:pt x="138" y="0"/>
                        <a:pt x="208" y="0"/>
                      </a:cubicBezTo>
                      <a:cubicBezTo>
                        <a:pt x="208" y="344"/>
                        <a:pt x="208" y="688"/>
                        <a:pt x="208" y="1042"/>
                      </a:cubicBezTo>
                      <a:cubicBezTo>
                        <a:pt x="552" y="1042"/>
                        <a:pt x="896" y="1042"/>
                        <a:pt x="1250" y="1042"/>
                      </a:cubicBezTo>
                      <a:cubicBezTo>
                        <a:pt x="1188" y="1538"/>
                        <a:pt x="1188" y="1538"/>
                        <a:pt x="1042" y="1667"/>
                      </a:cubicBezTo>
                      <a:cubicBezTo>
                        <a:pt x="704" y="1756"/>
                        <a:pt x="340" y="1693"/>
                        <a:pt x="0" y="1667"/>
                      </a:cubicBezTo>
                      <a:cubicBezTo>
                        <a:pt x="0" y="1117"/>
                        <a:pt x="0" y="567"/>
                        <a:pt x="0" y="0"/>
                      </a:cubicBezTo>
                      <a:close/>
                    </a:path>
                  </a:pathLst>
                </a:custGeom>
                <a:solidFill>
                  <a:srgbClr val="CCCACA"/>
                </a:solidFill>
                <a:ln w="2646" cap="flat">
                  <a:noFill/>
                </a:ln>
              </p:spPr>
            </p:sp>
            <p:sp>
              <p:nvSpPr>
                <p:cNvPr id="1530" name="ICON_PSD_PLOT_path_142"/>
                <p:cNvSpPr/>
                <p:nvPr/>
              </p:nvSpPr>
              <p:spPr>
                <a:xfrm>
                  <a:off x="10715625" y="3980478"/>
                  <a:ext cx="31750" cy="104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00" h="826" fill="norm" stroke="0">
                      <a:moveTo>
                        <a:pt x="1484" y="79"/>
                      </a:moveTo>
                      <a:cubicBezTo>
                        <a:pt x="1583" y="82"/>
                        <a:pt x="1681" y="85"/>
                        <a:pt x="1780" y="88"/>
                      </a:cubicBezTo>
                      <a:cubicBezTo>
                        <a:pt x="2020" y="95"/>
                        <a:pt x="2260" y="105"/>
                        <a:pt x="2500" y="118"/>
                      </a:cubicBezTo>
                      <a:cubicBezTo>
                        <a:pt x="2028" y="547"/>
                        <a:pt x="1654" y="826"/>
                        <a:pt x="1001" y="798"/>
                      </a:cubicBezTo>
                      <a:cubicBezTo>
                        <a:pt x="928" y="793"/>
                        <a:pt x="855" y="788"/>
                        <a:pt x="781" y="782"/>
                      </a:cubicBezTo>
                      <a:cubicBezTo>
                        <a:pt x="705" y="779"/>
                        <a:pt x="628" y="776"/>
                        <a:pt x="552" y="774"/>
                      </a:cubicBezTo>
                      <a:cubicBezTo>
                        <a:pt x="367" y="767"/>
                        <a:pt x="184" y="756"/>
                        <a:pt x="0" y="743"/>
                      </a:cubicBezTo>
                      <a:cubicBezTo>
                        <a:pt x="294" y="0"/>
                        <a:pt x="754" y="39"/>
                        <a:pt x="1484" y="79"/>
                      </a:cubicBezTo>
                      <a:close/>
                    </a:path>
                  </a:pathLst>
                </a:custGeom>
                <a:solidFill>
                  <a:srgbClr val="DEEAF9"/>
                </a:solidFill>
                <a:ln w="2646" cap="flat">
                  <a:noFill/>
                </a:ln>
              </p:spPr>
            </p:sp>
            <p:sp>
              <p:nvSpPr>
                <p:cNvPr id="1531" name="ICON_PSD_PLOT_path_143"/>
                <p:cNvSpPr/>
                <p:nvPr/>
              </p:nvSpPr>
              <p:spPr>
                <a:xfrm>
                  <a:off x="10482792" y="3958167"/>
                  <a:ext cx="37042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17" h="1042" fill="norm" stroke="0">
                      <a:moveTo>
                        <a:pt x="2708" y="0"/>
                      </a:moveTo>
                      <a:cubicBezTo>
                        <a:pt x="2777" y="206"/>
                        <a:pt x="2846" y="413"/>
                        <a:pt x="2917" y="625"/>
                      </a:cubicBezTo>
                      <a:cubicBezTo>
                        <a:pt x="2865" y="630"/>
                        <a:pt x="2814" y="635"/>
                        <a:pt x="2761" y="641"/>
                      </a:cubicBezTo>
                      <a:cubicBezTo>
                        <a:pt x="1831" y="736"/>
                        <a:pt x="913" y="833"/>
                        <a:pt x="0" y="1042"/>
                      </a:cubicBezTo>
                      <a:cubicBezTo>
                        <a:pt x="264" y="695"/>
                        <a:pt x="521" y="401"/>
                        <a:pt x="968" y="330"/>
                      </a:cubicBezTo>
                      <a:cubicBezTo>
                        <a:pt x="1174" y="308"/>
                        <a:pt x="1381" y="295"/>
                        <a:pt x="1589" y="286"/>
                      </a:cubicBezTo>
                      <a:cubicBezTo>
                        <a:pt x="1716" y="279"/>
                        <a:pt x="1843" y="270"/>
                        <a:pt x="1971" y="261"/>
                      </a:cubicBezTo>
                      <a:cubicBezTo>
                        <a:pt x="2049" y="255"/>
                        <a:pt x="2128" y="251"/>
                        <a:pt x="2206" y="248"/>
                      </a:cubicBezTo>
                      <a:cubicBezTo>
                        <a:pt x="2242" y="246"/>
                        <a:pt x="2278" y="243"/>
                        <a:pt x="2314" y="241"/>
                      </a:cubicBezTo>
                      <a:cubicBezTo>
                        <a:pt x="2330" y="240"/>
                        <a:pt x="2330" y="240"/>
                        <a:pt x="2408" y="237"/>
                      </a:cubicBezTo>
                      <a:cubicBezTo>
                        <a:pt x="2500" y="208"/>
                        <a:pt x="2500" y="208"/>
                        <a:pt x="2708" y="0"/>
                      </a:cubicBezTo>
                      <a:close/>
                    </a:path>
                  </a:pathLst>
                </a:custGeom>
                <a:solidFill>
                  <a:srgbClr val="D3E4FC"/>
                </a:solidFill>
                <a:ln w="2646" cap="flat">
                  <a:noFill/>
                </a:ln>
              </p:spPr>
            </p:sp>
            <p:sp>
              <p:nvSpPr>
                <p:cNvPr id="1532" name="ICON_PSD_PLOT_path_144"/>
                <p:cNvSpPr/>
                <p:nvPr/>
              </p:nvSpPr>
              <p:spPr>
                <a:xfrm>
                  <a:off x="10702396" y="3839104"/>
                  <a:ext cx="18521" cy="185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58" h="1458" fill="norm" stroke="0">
                      <a:moveTo>
                        <a:pt x="1250" y="0"/>
                      </a:moveTo>
                      <a:cubicBezTo>
                        <a:pt x="1319" y="275"/>
                        <a:pt x="1388" y="550"/>
                        <a:pt x="1458" y="833"/>
                      </a:cubicBezTo>
                      <a:cubicBezTo>
                        <a:pt x="1388" y="861"/>
                        <a:pt x="1318" y="889"/>
                        <a:pt x="1245" y="917"/>
                      </a:cubicBezTo>
                      <a:cubicBezTo>
                        <a:pt x="1151" y="954"/>
                        <a:pt x="1058" y="991"/>
                        <a:pt x="964" y="1029"/>
                      </a:cubicBezTo>
                      <a:cubicBezTo>
                        <a:pt x="917" y="1047"/>
                        <a:pt x="871" y="1065"/>
                        <a:pt x="824" y="1084"/>
                      </a:cubicBezTo>
                      <a:cubicBezTo>
                        <a:pt x="541" y="1196"/>
                        <a:pt x="269" y="1317"/>
                        <a:pt x="0" y="1458"/>
                      </a:cubicBezTo>
                      <a:cubicBezTo>
                        <a:pt x="11" y="1166"/>
                        <a:pt x="51" y="877"/>
                        <a:pt x="208" y="625"/>
                      </a:cubicBezTo>
                      <a:cubicBezTo>
                        <a:pt x="511" y="353"/>
                        <a:pt x="887" y="177"/>
                        <a:pt x="1250" y="0"/>
                      </a:cubicBezTo>
                      <a:close/>
                    </a:path>
                  </a:pathLst>
                </a:custGeom>
                <a:solidFill>
                  <a:srgbClr val="1550F9"/>
                </a:solidFill>
                <a:ln w="2646" cap="flat">
                  <a:noFill/>
                </a:ln>
              </p:spPr>
            </p:sp>
            <p:sp>
              <p:nvSpPr>
                <p:cNvPr id="1533" name="ICON_PSD_PLOT_path_145"/>
                <p:cNvSpPr/>
                <p:nvPr/>
              </p:nvSpPr>
              <p:spPr>
                <a:xfrm>
                  <a:off x="10741295" y="3791479"/>
                  <a:ext cx="8726" cy="211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87" h="1667" fill="norm" stroke="0">
                      <a:moveTo>
                        <a:pt x="687" y="0"/>
                      </a:moveTo>
                      <a:cubicBezTo>
                        <a:pt x="687" y="550"/>
                        <a:pt x="687" y="1100"/>
                        <a:pt x="687" y="1667"/>
                      </a:cubicBezTo>
                      <a:cubicBezTo>
                        <a:pt x="481" y="1667"/>
                        <a:pt x="275" y="1667"/>
                        <a:pt x="62" y="1667"/>
                      </a:cubicBezTo>
                      <a:cubicBezTo>
                        <a:pt x="53" y="1496"/>
                        <a:pt x="44" y="1326"/>
                        <a:pt x="39" y="1155"/>
                      </a:cubicBezTo>
                      <a:cubicBezTo>
                        <a:pt x="37" y="1098"/>
                        <a:pt x="34" y="1040"/>
                        <a:pt x="31" y="982"/>
                      </a:cubicBezTo>
                      <a:cubicBezTo>
                        <a:pt x="0" y="482"/>
                        <a:pt x="0" y="482"/>
                        <a:pt x="149" y="283"/>
                      </a:cubicBezTo>
                      <a:cubicBezTo>
                        <a:pt x="319" y="93"/>
                        <a:pt x="423" y="0"/>
                        <a:pt x="687" y="0"/>
                      </a:cubicBezTo>
                      <a:close/>
                    </a:path>
                  </a:pathLst>
                </a:custGeom>
                <a:solidFill>
                  <a:srgbClr val="EDF8FD"/>
                </a:solidFill>
                <a:ln w="2646" cap="flat">
                  <a:noFill/>
                </a:ln>
              </p:spPr>
            </p:sp>
            <p:sp>
              <p:nvSpPr>
                <p:cNvPr id="1534" name="ICON_PSD_PLOT_path_146"/>
                <p:cNvSpPr/>
                <p:nvPr/>
              </p:nvSpPr>
              <p:spPr>
                <a:xfrm>
                  <a:off x="10723562" y="3743854"/>
                  <a:ext cx="13745" cy="264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82" h="2083" fill="norm" stroke="0">
                      <a:moveTo>
                        <a:pt x="208" y="0"/>
                      </a:moveTo>
                      <a:cubicBezTo>
                        <a:pt x="277" y="0"/>
                        <a:pt x="346" y="0"/>
                        <a:pt x="417" y="0"/>
                      </a:cubicBezTo>
                      <a:cubicBezTo>
                        <a:pt x="417" y="344"/>
                        <a:pt x="417" y="688"/>
                        <a:pt x="417" y="1042"/>
                      </a:cubicBezTo>
                      <a:cubicBezTo>
                        <a:pt x="623" y="973"/>
                        <a:pt x="829" y="904"/>
                        <a:pt x="1042" y="833"/>
                      </a:cubicBezTo>
                      <a:cubicBezTo>
                        <a:pt x="1053" y="1003"/>
                        <a:pt x="1061" y="1171"/>
                        <a:pt x="1068" y="1341"/>
                      </a:cubicBezTo>
                      <a:cubicBezTo>
                        <a:pt x="1069" y="1365"/>
                        <a:pt x="1069" y="1365"/>
                        <a:pt x="1078" y="1486"/>
                      </a:cubicBezTo>
                      <a:cubicBezTo>
                        <a:pt x="1082" y="1627"/>
                        <a:pt x="1082" y="1740"/>
                        <a:pt x="1042" y="1875"/>
                      </a:cubicBezTo>
                      <a:cubicBezTo>
                        <a:pt x="907" y="1989"/>
                        <a:pt x="795" y="2025"/>
                        <a:pt x="625" y="2083"/>
                      </a:cubicBezTo>
                      <a:cubicBezTo>
                        <a:pt x="556" y="1946"/>
                        <a:pt x="488" y="1808"/>
                        <a:pt x="417" y="1667"/>
                      </a:cubicBezTo>
                      <a:cubicBezTo>
                        <a:pt x="348" y="1701"/>
                        <a:pt x="348" y="1701"/>
                        <a:pt x="0" y="1875"/>
                      </a:cubicBezTo>
                      <a:cubicBezTo>
                        <a:pt x="69" y="1256"/>
                        <a:pt x="138" y="637"/>
                        <a:pt x="208" y="0"/>
                      </a:cubicBezTo>
                      <a:close/>
                    </a:path>
                  </a:pathLst>
                </a:custGeom>
                <a:solidFill>
                  <a:srgbClr val="DAE9FC"/>
                </a:solidFill>
                <a:ln w="2646" cap="flat">
                  <a:noFill/>
                </a:ln>
              </p:spPr>
            </p:sp>
            <p:sp>
              <p:nvSpPr>
                <p:cNvPr id="1535" name="ICON_PSD_PLOT_path_147"/>
                <p:cNvSpPr/>
                <p:nvPr/>
              </p:nvSpPr>
              <p:spPr>
                <a:xfrm>
                  <a:off x="10746322" y="3717253"/>
                  <a:ext cx="10372" cy="2660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17" h="2095" fill="norm" stroke="0">
                      <a:moveTo>
                        <a:pt x="708" y="11"/>
                      </a:moveTo>
                      <a:cubicBezTo>
                        <a:pt x="817" y="1369"/>
                        <a:pt x="817" y="1369"/>
                        <a:pt x="569" y="1706"/>
                      </a:cubicBezTo>
                      <a:cubicBezTo>
                        <a:pt x="425" y="1859"/>
                        <a:pt x="264" y="1987"/>
                        <a:pt x="83" y="2095"/>
                      </a:cubicBezTo>
                      <a:cubicBezTo>
                        <a:pt x="0" y="540"/>
                        <a:pt x="0" y="540"/>
                        <a:pt x="388" y="97"/>
                      </a:cubicBezTo>
                      <a:cubicBezTo>
                        <a:pt x="514" y="0"/>
                        <a:pt x="555" y="3"/>
                        <a:pt x="708" y="11"/>
                      </a:cubicBezTo>
                      <a:close/>
                    </a:path>
                  </a:pathLst>
                </a:custGeom>
                <a:solidFill>
                  <a:srgbClr val="2F74FC"/>
                </a:solidFill>
                <a:ln w="2646" cap="flat">
                  <a:noFill/>
                </a:ln>
              </p:spPr>
            </p:sp>
            <p:sp>
              <p:nvSpPr>
                <p:cNvPr id="1536" name="ICON_PSD_PLOT_path_148"/>
                <p:cNvSpPr/>
                <p:nvPr/>
              </p:nvSpPr>
              <p:spPr>
                <a:xfrm>
                  <a:off x="10752066" y="3664315"/>
                  <a:ext cx="9975" cy="2662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85" h="2096" fill="norm" stroke="0">
                      <a:moveTo>
                        <a:pt x="672" y="13"/>
                      </a:moveTo>
                      <a:cubicBezTo>
                        <a:pt x="785" y="1170"/>
                        <a:pt x="785" y="1170"/>
                        <a:pt x="457" y="1640"/>
                      </a:cubicBezTo>
                      <a:cubicBezTo>
                        <a:pt x="326" y="1798"/>
                        <a:pt x="188" y="1947"/>
                        <a:pt x="47" y="2096"/>
                      </a:cubicBezTo>
                      <a:cubicBezTo>
                        <a:pt x="37" y="1833"/>
                        <a:pt x="29" y="1570"/>
                        <a:pt x="24" y="1307"/>
                      </a:cubicBezTo>
                      <a:cubicBezTo>
                        <a:pt x="22" y="1217"/>
                        <a:pt x="19" y="1127"/>
                        <a:pt x="16" y="1038"/>
                      </a:cubicBezTo>
                      <a:cubicBezTo>
                        <a:pt x="11" y="909"/>
                        <a:pt x="9" y="781"/>
                        <a:pt x="7" y="652"/>
                      </a:cubicBezTo>
                      <a:cubicBezTo>
                        <a:pt x="4" y="612"/>
                        <a:pt x="2" y="572"/>
                        <a:pt x="0" y="531"/>
                      </a:cubicBezTo>
                      <a:cubicBezTo>
                        <a:pt x="0" y="414"/>
                        <a:pt x="4" y="330"/>
                        <a:pt x="47" y="221"/>
                      </a:cubicBezTo>
                      <a:cubicBezTo>
                        <a:pt x="235" y="66"/>
                        <a:pt x="430" y="0"/>
                        <a:pt x="672" y="13"/>
                      </a:cubicBezTo>
                      <a:close/>
                    </a:path>
                  </a:pathLst>
                </a:custGeom>
                <a:solidFill>
                  <a:srgbClr val="AED0FC"/>
                </a:solidFill>
                <a:ln w="2646" cap="flat">
                  <a:noFill/>
                </a:ln>
              </p:spPr>
            </p:sp>
            <p:sp>
              <p:nvSpPr>
                <p:cNvPr id="1537" name="ICON_PSD_PLOT_path_149"/>
                <p:cNvSpPr/>
                <p:nvPr/>
              </p:nvSpPr>
              <p:spPr>
                <a:xfrm>
                  <a:off x="10817683" y="3594976"/>
                  <a:ext cx="19651" cy="1452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47" h="1144" fill="norm" stroke="0">
                      <a:moveTo>
                        <a:pt x="1547" y="56"/>
                      </a:moveTo>
                      <a:cubicBezTo>
                        <a:pt x="1475" y="430"/>
                        <a:pt x="1377" y="707"/>
                        <a:pt x="1053" y="929"/>
                      </a:cubicBezTo>
                      <a:cubicBezTo>
                        <a:pt x="738" y="1129"/>
                        <a:pt x="451" y="1144"/>
                        <a:pt x="89" y="1098"/>
                      </a:cubicBezTo>
                      <a:cubicBezTo>
                        <a:pt x="0" y="604"/>
                        <a:pt x="0" y="604"/>
                        <a:pt x="137" y="402"/>
                      </a:cubicBezTo>
                      <a:cubicBezTo>
                        <a:pt x="527" y="0"/>
                        <a:pt x="1024" y="4"/>
                        <a:pt x="1547" y="56"/>
                      </a:cubicBezTo>
                      <a:close/>
                    </a:path>
                  </a:pathLst>
                </a:custGeom>
                <a:solidFill>
                  <a:srgbClr val="95AFE5"/>
                </a:solidFill>
                <a:ln w="2646" cap="flat">
                  <a:noFill/>
                </a:ln>
              </p:spPr>
            </p:sp>
            <p:sp>
              <p:nvSpPr>
                <p:cNvPr id="1538" name="ICON_PSD_PLOT_path_150"/>
                <p:cNvSpPr/>
                <p:nvPr/>
              </p:nvSpPr>
              <p:spPr>
                <a:xfrm>
                  <a:off x="10750021" y="3735917"/>
                  <a:ext cx="10583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2500" fill="norm" stroke="0">
                      <a:moveTo>
                        <a:pt x="417" y="0"/>
                      </a:moveTo>
                      <a:cubicBezTo>
                        <a:pt x="485" y="0"/>
                        <a:pt x="554" y="0"/>
                        <a:pt x="625" y="0"/>
                      </a:cubicBezTo>
                      <a:cubicBezTo>
                        <a:pt x="694" y="619"/>
                        <a:pt x="762" y="1238"/>
                        <a:pt x="833" y="1875"/>
                      </a:cubicBezTo>
                      <a:cubicBezTo>
                        <a:pt x="627" y="1944"/>
                        <a:pt x="421" y="2012"/>
                        <a:pt x="208" y="2083"/>
                      </a:cubicBezTo>
                      <a:cubicBezTo>
                        <a:pt x="47" y="2332"/>
                        <a:pt x="47" y="2332"/>
                        <a:pt x="0" y="2500"/>
                      </a:cubicBezTo>
                      <a:cubicBezTo>
                        <a:pt x="206" y="682"/>
                        <a:pt x="206" y="682"/>
                        <a:pt x="417" y="0"/>
                      </a:cubicBezTo>
                      <a:close/>
                    </a:path>
                  </a:pathLst>
                </a:custGeom>
                <a:solidFill>
                  <a:srgbClr val="BADBFE"/>
                </a:solidFill>
                <a:ln w="2646" cap="flat">
                  <a:noFill/>
                </a:ln>
              </p:spPr>
            </p:sp>
            <p:sp>
              <p:nvSpPr>
                <p:cNvPr id="1539" name="ICON_PSD_PLOT_path_151"/>
                <p:cNvSpPr/>
                <p:nvPr/>
              </p:nvSpPr>
              <p:spPr>
                <a:xfrm>
                  <a:off x="10754259" y="3688149"/>
                  <a:ext cx="8991" cy="2660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8" h="2095" fill="norm" stroke="0">
                      <a:moveTo>
                        <a:pt x="708" y="11"/>
                      </a:moveTo>
                      <a:cubicBezTo>
                        <a:pt x="689" y="275"/>
                        <a:pt x="666" y="538"/>
                        <a:pt x="642" y="801"/>
                      </a:cubicBezTo>
                      <a:cubicBezTo>
                        <a:pt x="634" y="890"/>
                        <a:pt x="627" y="980"/>
                        <a:pt x="620" y="1069"/>
                      </a:cubicBezTo>
                      <a:cubicBezTo>
                        <a:pt x="610" y="1199"/>
                        <a:pt x="598" y="1327"/>
                        <a:pt x="586" y="1456"/>
                      </a:cubicBezTo>
                      <a:cubicBezTo>
                        <a:pt x="584" y="1496"/>
                        <a:pt x="581" y="1536"/>
                        <a:pt x="579" y="1577"/>
                      </a:cubicBezTo>
                      <a:cubicBezTo>
                        <a:pt x="566" y="1694"/>
                        <a:pt x="552" y="1780"/>
                        <a:pt x="500" y="1886"/>
                      </a:cubicBezTo>
                      <a:cubicBezTo>
                        <a:pt x="370" y="1983"/>
                        <a:pt x="235" y="2042"/>
                        <a:pt x="83" y="2095"/>
                      </a:cubicBezTo>
                      <a:cubicBezTo>
                        <a:pt x="0" y="540"/>
                        <a:pt x="0" y="540"/>
                        <a:pt x="388" y="97"/>
                      </a:cubicBezTo>
                      <a:cubicBezTo>
                        <a:pt x="514" y="0"/>
                        <a:pt x="555" y="3"/>
                        <a:pt x="708" y="11"/>
                      </a:cubicBezTo>
                      <a:close/>
                    </a:path>
                  </a:pathLst>
                </a:custGeom>
                <a:solidFill>
                  <a:srgbClr val="2876FC"/>
                </a:solidFill>
                <a:ln w="2646" cap="flat">
                  <a:noFill/>
                </a:ln>
              </p:spPr>
            </p:sp>
            <p:sp>
              <p:nvSpPr>
                <p:cNvPr id="1540" name="ICON_PSD_PLOT_path_152"/>
                <p:cNvSpPr/>
                <p:nvPr/>
              </p:nvSpPr>
              <p:spPr>
                <a:xfrm>
                  <a:off x="10818812" y="3622146"/>
                  <a:ext cx="13229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1042" fill="norm" stroke="0">
                      <a:moveTo>
                        <a:pt x="0" y="0"/>
                      </a:moveTo>
                      <a:cubicBezTo>
                        <a:pt x="344" y="0"/>
                        <a:pt x="688" y="0"/>
                        <a:pt x="1042" y="0"/>
                      </a:cubicBezTo>
                      <a:cubicBezTo>
                        <a:pt x="973" y="344"/>
                        <a:pt x="904" y="688"/>
                        <a:pt x="833" y="1042"/>
                      </a:cubicBezTo>
                      <a:cubicBezTo>
                        <a:pt x="558" y="1042"/>
                        <a:pt x="283" y="1042"/>
                        <a:pt x="0" y="1042"/>
                      </a:cubicBezTo>
                      <a:cubicBezTo>
                        <a:pt x="0" y="698"/>
                        <a:pt x="0" y="354"/>
                        <a:pt x="0" y="0"/>
                      </a:cubicBezTo>
                      <a:close/>
                    </a:path>
                  </a:pathLst>
                </a:custGeom>
                <a:solidFill>
                  <a:srgbClr val="D9E1F3"/>
                </a:solidFill>
                <a:ln w="2646" cap="flat">
                  <a:noFill/>
                </a:ln>
              </p:spPr>
            </p:sp>
            <p:sp>
              <p:nvSpPr>
                <p:cNvPr id="1541" name="ICON_PSD_PLOT_path_153"/>
                <p:cNvSpPr/>
                <p:nvPr/>
              </p:nvSpPr>
              <p:spPr>
                <a:xfrm>
                  <a:off x="10813521" y="3971396"/>
                  <a:ext cx="21958" cy="1940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729" h="1528" fill="norm" stroke="0">
                      <a:moveTo>
                        <a:pt x="1458" y="0"/>
                      </a:moveTo>
                      <a:cubicBezTo>
                        <a:pt x="1729" y="700"/>
                        <a:pt x="1729" y="700"/>
                        <a:pt x="1617" y="1028"/>
                      </a:cubicBezTo>
                      <a:cubicBezTo>
                        <a:pt x="1530" y="1208"/>
                        <a:pt x="1426" y="1357"/>
                        <a:pt x="1250" y="1458"/>
                      </a:cubicBezTo>
                      <a:cubicBezTo>
                        <a:pt x="976" y="1528"/>
                        <a:pt x="693" y="1498"/>
                        <a:pt x="417" y="1458"/>
                      </a:cubicBezTo>
                      <a:cubicBezTo>
                        <a:pt x="421" y="1431"/>
                        <a:pt x="426" y="1403"/>
                        <a:pt x="431" y="1375"/>
                      </a:cubicBezTo>
                      <a:cubicBezTo>
                        <a:pt x="444" y="1252"/>
                        <a:pt x="448" y="1161"/>
                        <a:pt x="417" y="1042"/>
                      </a:cubicBezTo>
                      <a:cubicBezTo>
                        <a:pt x="289" y="940"/>
                        <a:pt x="153" y="885"/>
                        <a:pt x="0" y="833"/>
                      </a:cubicBezTo>
                      <a:cubicBezTo>
                        <a:pt x="37" y="830"/>
                        <a:pt x="74" y="827"/>
                        <a:pt x="111" y="824"/>
                      </a:cubicBezTo>
                      <a:cubicBezTo>
                        <a:pt x="1134" y="729"/>
                        <a:pt x="1134" y="729"/>
                        <a:pt x="1330" y="554"/>
                      </a:cubicBezTo>
                      <a:cubicBezTo>
                        <a:pt x="1435" y="380"/>
                        <a:pt x="1456" y="200"/>
                        <a:pt x="1458" y="0"/>
                      </a:cubicBezTo>
                      <a:close/>
                    </a:path>
                  </a:pathLst>
                </a:custGeom>
                <a:solidFill>
                  <a:srgbClr val="F0F7FC"/>
                </a:solidFill>
                <a:ln w="2646" cap="flat">
                  <a:noFill/>
                </a:ln>
              </p:spPr>
            </p:sp>
            <p:sp>
              <p:nvSpPr>
                <p:cNvPr id="1542" name="ICON_PSD_PLOT_path_154"/>
                <p:cNvSpPr/>
                <p:nvPr/>
              </p:nvSpPr>
              <p:spPr>
                <a:xfrm>
                  <a:off x="10698787" y="3857443"/>
                  <a:ext cx="12568" cy="3193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90" h="2514" fill="norm" stroke="0">
                      <a:moveTo>
                        <a:pt x="815" y="0"/>
                      </a:moveTo>
                      <a:cubicBezTo>
                        <a:pt x="846" y="5"/>
                        <a:pt x="877" y="9"/>
                        <a:pt x="909" y="14"/>
                      </a:cubicBezTo>
                      <a:cubicBezTo>
                        <a:pt x="990" y="917"/>
                        <a:pt x="990" y="917"/>
                        <a:pt x="909" y="1264"/>
                      </a:cubicBezTo>
                      <a:cubicBezTo>
                        <a:pt x="796" y="1380"/>
                        <a:pt x="662" y="1376"/>
                        <a:pt x="508" y="1388"/>
                      </a:cubicBezTo>
                      <a:cubicBezTo>
                        <a:pt x="413" y="1403"/>
                        <a:pt x="359" y="1412"/>
                        <a:pt x="284" y="1473"/>
                      </a:cubicBezTo>
                      <a:cubicBezTo>
                        <a:pt x="192" y="1804"/>
                        <a:pt x="248" y="2177"/>
                        <a:pt x="284" y="2514"/>
                      </a:cubicBezTo>
                      <a:cubicBezTo>
                        <a:pt x="215" y="2514"/>
                        <a:pt x="147" y="2514"/>
                        <a:pt x="76" y="2514"/>
                      </a:cubicBezTo>
                      <a:cubicBezTo>
                        <a:pt x="0" y="1788"/>
                        <a:pt x="36" y="1216"/>
                        <a:pt x="375" y="561"/>
                      </a:cubicBezTo>
                      <a:cubicBezTo>
                        <a:pt x="382" y="547"/>
                        <a:pt x="382" y="547"/>
                        <a:pt x="418" y="477"/>
                      </a:cubicBezTo>
                      <a:cubicBezTo>
                        <a:pt x="654" y="20"/>
                        <a:pt x="654" y="20"/>
                        <a:pt x="815" y="0"/>
                      </a:cubicBezTo>
                      <a:close/>
                    </a:path>
                  </a:pathLst>
                </a:custGeom>
                <a:solidFill>
                  <a:srgbClr val="9EC2FC"/>
                </a:solidFill>
                <a:ln w="2646" cap="flat">
                  <a:noFill/>
                </a:ln>
              </p:spPr>
            </p:sp>
            <p:sp>
              <p:nvSpPr>
                <p:cNvPr id="1543" name="ICON_PSD_PLOT_path_155"/>
                <p:cNvSpPr/>
                <p:nvPr/>
              </p:nvSpPr>
              <p:spPr>
                <a:xfrm>
                  <a:off x="10424583" y="3952875"/>
                  <a:ext cx="7938" cy="264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2083" fill="norm" stroke="0">
                      <a:moveTo>
                        <a:pt x="0" y="0"/>
                      </a:moveTo>
                      <a:cubicBezTo>
                        <a:pt x="479" y="959"/>
                        <a:pt x="479" y="959"/>
                        <a:pt x="547" y="1406"/>
                      </a:cubicBezTo>
                      <a:cubicBezTo>
                        <a:pt x="555" y="1452"/>
                        <a:pt x="563" y="1498"/>
                        <a:pt x="571" y="1545"/>
                      </a:cubicBezTo>
                      <a:cubicBezTo>
                        <a:pt x="590" y="1655"/>
                        <a:pt x="608" y="1765"/>
                        <a:pt x="625" y="1875"/>
                      </a:cubicBezTo>
                      <a:cubicBezTo>
                        <a:pt x="419" y="1944"/>
                        <a:pt x="212" y="2012"/>
                        <a:pt x="0" y="2083"/>
                      </a:cubicBezTo>
                      <a:cubicBezTo>
                        <a:pt x="0" y="1396"/>
                        <a:pt x="0" y="708"/>
                        <a:pt x="0" y="0"/>
                      </a:cubicBezTo>
                      <a:close/>
                    </a:path>
                  </a:pathLst>
                </a:custGeom>
                <a:solidFill>
                  <a:srgbClr val="4E597F"/>
                </a:solidFill>
                <a:ln w="2646" cap="flat">
                  <a:noFill/>
                </a:ln>
              </p:spPr>
            </p:sp>
            <p:sp>
              <p:nvSpPr>
                <p:cNvPr id="1544" name="ICON_PSD_PLOT_path_156"/>
                <p:cNvSpPr/>
                <p:nvPr/>
              </p:nvSpPr>
              <p:spPr>
                <a:xfrm>
                  <a:off x="10873176" y="3860271"/>
                  <a:ext cx="15298" cy="216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05" h="1705" fill="norm" stroke="0">
                      <a:moveTo>
                        <a:pt x="94" y="0"/>
                      </a:moveTo>
                      <a:cubicBezTo>
                        <a:pt x="460" y="71"/>
                        <a:pt x="746" y="168"/>
                        <a:pt x="967" y="482"/>
                      </a:cubicBezTo>
                      <a:cubicBezTo>
                        <a:pt x="1205" y="848"/>
                        <a:pt x="1178" y="1247"/>
                        <a:pt x="1136" y="1667"/>
                      </a:cubicBezTo>
                      <a:cubicBezTo>
                        <a:pt x="988" y="1698"/>
                        <a:pt x="867" y="1705"/>
                        <a:pt x="719" y="1667"/>
                      </a:cubicBezTo>
                      <a:cubicBezTo>
                        <a:pt x="572" y="1528"/>
                        <a:pt x="478" y="1360"/>
                        <a:pt x="381" y="1185"/>
                      </a:cubicBezTo>
                      <a:cubicBezTo>
                        <a:pt x="367" y="1161"/>
                        <a:pt x="353" y="1137"/>
                        <a:pt x="339" y="1113"/>
                      </a:cubicBezTo>
                      <a:cubicBezTo>
                        <a:pt x="126" y="746"/>
                        <a:pt x="0" y="429"/>
                        <a:pt x="94" y="0"/>
                      </a:cubicBezTo>
                      <a:close/>
                    </a:path>
                  </a:pathLst>
                </a:custGeom>
                <a:solidFill>
                  <a:srgbClr val="2662F5"/>
                </a:solidFill>
                <a:ln w="2646" cap="flat">
                  <a:noFill/>
                </a:ln>
              </p:spPr>
            </p:sp>
            <p:sp>
              <p:nvSpPr>
                <p:cNvPr id="1545" name="ICON_PSD_PLOT_path_157"/>
                <p:cNvSpPr/>
                <p:nvPr/>
              </p:nvSpPr>
              <p:spPr>
                <a:xfrm>
                  <a:off x="10861146" y="3852333"/>
                  <a:ext cx="21167" cy="142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667" h="1120" fill="norm" stroke="0">
                      <a:moveTo>
                        <a:pt x="833" y="0"/>
                      </a:moveTo>
                      <a:cubicBezTo>
                        <a:pt x="1108" y="275"/>
                        <a:pt x="1383" y="550"/>
                        <a:pt x="1667" y="833"/>
                      </a:cubicBezTo>
                      <a:cubicBezTo>
                        <a:pt x="569" y="1120"/>
                        <a:pt x="569" y="1120"/>
                        <a:pt x="317" y="990"/>
                      </a:cubicBezTo>
                      <a:cubicBezTo>
                        <a:pt x="141" y="819"/>
                        <a:pt x="95" y="654"/>
                        <a:pt x="0" y="417"/>
                      </a:cubicBezTo>
                      <a:cubicBezTo>
                        <a:pt x="275" y="417"/>
                        <a:pt x="550" y="417"/>
                        <a:pt x="833" y="417"/>
                      </a:cubicBezTo>
                      <a:cubicBezTo>
                        <a:pt x="833" y="279"/>
                        <a:pt x="833" y="142"/>
                        <a:pt x="833" y="0"/>
                      </a:cubicBezTo>
                      <a:close/>
                    </a:path>
                  </a:pathLst>
                </a:custGeom>
                <a:solidFill>
                  <a:srgbClr val="5787F6"/>
                </a:solidFill>
                <a:ln w="2646" cap="flat">
                  <a:noFill/>
                </a:ln>
              </p:spPr>
            </p:sp>
            <p:sp>
              <p:nvSpPr>
                <p:cNvPr id="1546" name="ICON_PSD_PLOT_path_158"/>
                <p:cNvSpPr/>
                <p:nvPr/>
              </p:nvSpPr>
              <p:spPr>
                <a:xfrm>
                  <a:off x="11599333" y="3970381"/>
                  <a:ext cx="29104" cy="1159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292" h="913" fill="norm" stroke="0">
                      <a:moveTo>
                        <a:pt x="334" y="19"/>
                      </a:moveTo>
                      <a:cubicBezTo>
                        <a:pt x="488" y="9"/>
                        <a:pt x="640" y="0"/>
                        <a:pt x="794" y="2"/>
                      </a:cubicBezTo>
                      <a:cubicBezTo>
                        <a:pt x="822" y="1"/>
                        <a:pt x="850" y="1"/>
                        <a:pt x="878" y="1"/>
                      </a:cubicBezTo>
                      <a:cubicBezTo>
                        <a:pt x="1285" y="1"/>
                        <a:pt x="1536" y="92"/>
                        <a:pt x="1835" y="368"/>
                      </a:cubicBezTo>
                      <a:cubicBezTo>
                        <a:pt x="1995" y="543"/>
                        <a:pt x="2142" y="729"/>
                        <a:pt x="2292" y="913"/>
                      </a:cubicBezTo>
                      <a:cubicBezTo>
                        <a:pt x="2085" y="879"/>
                        <a:pt x="2085" y="879"/>
                        <a:pt x="1042" y="705"/>
                      </a:cubicBezTo>
                      <a:cubicBezTo>
                        <a:pt x="1042" y="568"/>
                        <a:pt x="1042" y="430"/>
                        <a:pt x="1042" y="288"/>
                      </a:cubicBezTo>
                      <a:cubicBezTo>
                        <a:pt x="698" y="357"/>
                        <a:pt x="354" y="426"/>
                        <a:pt x="0" y="497"/>
                      </a:cubicBezTo>
                      <a:cubicBezTo>
                        <a:pt x="208" y="80"/>
                        <a:pt x="208" y="80"/>
                        <a:pt x="334" y="19"/>
                      </a:cubicBezTo>
                      <a:close/>
                    </a:path>
                  </a:pathLst>
                </a:custGeom>
                <a:solidFill>
                  <a:srgbClr val="B1CBF5"/>
                </a:solidFill>
                <a:ln w="2646" cap="flat">
                  <a:noFill/>
                </a:ln>
              </p:spPr>
            </p:sp>
            <p:sp>
              <p:nvSpPr>
                <p:cNvPr id="1547" name="ICON_PSD_PLOT_path_159"/>
                <p:cNvSpPr/>
                <p:nvPr/>
              </p:nvSpPr>
              <p:spPr>
                <a:xfrm>
                  <a:off x="10411355" y="3642737"/>
                  <a:ext cx="13229" cy="1116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879" fill="norm" stroke="0">
                      <a:moveTo>
                        <a:pt x="510" y="0"/>
                      </a:moveTo>
                      <a:cubicBezTo>
                        <a:pt x="688" y="9"/>
                        <a:pt x="865" y="28"/>
                        <a:pt x="1042" y="45"/>
                      </a:cubicBezTo>
                      <a:cubicBezTo>
                        <a:pt x="1042" y="320"/>
                        <a:pt x="1042" y="595"/>
                        <a:pt x="1042" y="879"/>
                      </a:cubicBezTo>
                      <a:cubicBezTo>
                        <a:pt x="698" y="810"/>
                        <a:pt x="354" y="741"/>
                        <a:pt x="0" y="670"/>
                      </a:cubicBezTo>
                      <a:cubicBezTo>
                        <a:pt x="109" y="15"/>
                        <a:pt x="109" y="15"/>
                        <a:pt x="510" y="0"/>
                      </a:cubicBezTo>
                      <a:close/>
                    </a:path>
                  </a:pathLst>
                </a:custGeom>
                <a:solidFill>
                  <a:srgbClr val="666567"/>
                </a:solidFill>
                <a:ln w="2646" cap="flat">
                  <a:noFill/>
                </a:ln>
              </p:spPr>
            </p:sp>
            <p:sp>
              <p:nvSpPr>
                <p:cNvPr id="1548" name="ICON_PSD_PLOT_path_160"/>
                <p:cNvSpPr/>
                <p:nvPr/>
              </p:nvSpPr>
              <p:spPr>
                <a:xfrm>
                  <a:off x="11355917" y="3963458"/>
                  <a:ext cx="26458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083" h="1042" fill="norm" stroke="0">
                      <a:moveTo>
                        <a:pt x="1042" y="0"/>
                      </a:moveTo>
                      <a:cubicBezTo>
                        <a:pt x="1110" y="137"/>
                        <a:pt x="1179" y="275"/>
                        <a:pt x="1250" y="417"/>
                      </a:cubicBezTo>
                      <a:cubicBezTo>
                        <a:pt x="1350" y="502"/>
                        <a:pt x="1350" y="502"/>
                        <a:pt x="1453" y="549"/>
                      </a:cubicBezTo>
                      <a:cubicBezTo>
                        <a:pt x="1469" y="556"/>
                        <a:pt x="1469" y="556"/>
                        <a:pt x="1554" y="597"/>
                      </a:cubicBezTo>
                      <a:cubicBezTo>
                        <a:pt x="1574" y="606"/>
                        <a:pt x="1574" y="606"/>
                        <a:pt x="1680" y="651"/>
                      </a:cubicBezTo>
                      <a:cubicBezTo>
                        <a:pt x="1813" y="711"/>
                        <a:pt x="1946" y="771"/>
                        <a:pt x="2083" y="833"/>
                      </a:cubicBezTo>
                      <a:cubicBezTo>
                        <a:pt x="1602" y="902"/>
                        <a:pt x="1121" y="971"/>
                        <a:pt x="625" y="1042"/>
                      </a:cubicBezTo>
                      <a:cubicBezTo>
                        <a:pt x="625" y="904"/>
                        <a:pt x="625" y="767"/>
                        <a:pt x="625" y="625"/>
                      </a:cubicBezTo>
                      <a:cubicBezTo>
                        <a:pt x="502" y="548"/>
                        <a:pt x="448" y="524"/>
                        <a:pt x="312" y="495"/>
                      </a:cubicBezTo>
                      <a:cubicBezTo>
                        <a:pt x="209" y="469"/>
                        <a:pt x="106" y="443"/>
                        <a:pt x="0" y="417"/>
                      </a:cubicBezTo>
                      <a:cubicBezTo>
                        <a:pt x="344" y="279"/>
                        <a:pt x="688" y="142"/>
                        <a:pt x="1042" y="0"/>
                      </a:cubicBezTo>
                      <a:close/>
                    </a:path>
                  </a:pathLst>
                </a:custGeom>
                <a:solidFill>
                  <a:srgbClr val="4D8FF9"/>
                </a:solidFill>
                <a:ln w="2646" cap="flat">
                  <a:noFill/>
                </a:ln>
              </p:spPr>
            </p:sp>
            <p:sp>
              <p:nvSpPr>
                <p:cNvPr id="1549" name="ICON_PSD_PLOT_path_161"/>
                <p:cNvSpPr/>
                <p:nvPr/>
              </p:nvSpPr>
              <p:spPr>
                <a:xfrm>
                  <a:off x="10580439" y="3947325"/>
                  <a:ext cx="26707" cy="1367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03" h="1077" fill="norm" stroke="0">
                      <a:moveTo>
                        <a:pt x="1798" y="0"/>
                      </a:moveTo>
                      <a:cubicBezTo>
                        <a:pt x="1834" y="2"/>
                        <a:pt x="1870" y="5"/>
                        <a:pt x="1908" y="7"/>
                      </a:cubicBezTo>
                      <a:cubicBezTo>
                        <a:pt x="1944" y="9"/>
                        <a:pt x="1981" y="11"/>
                        <a:pt x="2019" y="13"/>
                      </a:cubicBezTo>
                      <a:cubicBezTo>
                        <a:pt x="2047" y="15"/>
                        <a:pt x="2074" y="18"/>
                        <a:pt x="2103" y="20"/>
                      </a:cubicBezTo>
                      <a:cubicBezTo>
                        <a:pt x="2060" y="296"/>
                        <a:pt x="1983" y="553"/>
                        <a:pt x="1806" y="772"/>
                      </a:cubicBezTo>
                      <a:cubicBezTo>
                        <a:pt x="1359" y="1077"/>
                        <a:pt x="531" y="900"/>
                        <a:pt x="20" y="854"/>
                      </a:cubicBezTo>
                      <a:cubicBezTo>
                        <a:pt x="0" y="756"/>
                        <a:pt x="0" y="756"/>
                        <a:pt x="20" y="645"/>
                      </a:cubicBezTo>
                      <a:cubicBezTo>
                        <a:pt x="128" y="597"/>
                        <a:pt x="218" y="568"/>
                        <a:pt x="331" y="541"/>
                      </a:cubicBezTo>
                      <a:cubicBezTo>
                        <a:pt x="363" y="533"/>
                        <a:pt x="395" y="524"/>
                        <a:pt x="428" y="516"/>
                      </a:cubicBezTo>
                      <a:cubicBezTo>
                        <a:pt x="530" y="489"/>
                        <a:pt x="633" y="463"/>
                        <a:pt x="736" y="437"/>
                      </a:cubicBezTo>
                      <a:cubicBezTo>
                        <a:pt x="838" y="411"/>
                        <a:pt x="940" y="385"/>
                        <a:pt x="1041" y="359"/>
                      </a:cubicBezTo>
                      <a:cubicBezTo>
                        <a:pt x="1105" y="342"/>
                        <a:pt x="1168" y="326"/>
                        <a:pt x="1232" y="310"/>
                      </a:cubicBezTo>
                      <a:cubicBezTo>
                        <a:pt x="1384" y="271"/>
                        <a:pt x="1483" y="236"/>
                        <a:pt x="1589" y="119"/>
                      </a:cubicBezTo>
                      <a:cubicBezTo>
                        <a:pt x="1686" y="20"/>
                        <a:pt x="1686" y="20"/>
                        <a:pt x="1798" y="0"/>
                      </a:cubicBezTo>
                      <a:close/>
                    </a:path>
                  </a:pathLst>
                </a:custGeom>
                <a:solidFill>
                  <a:srgbClr val="E3EEFB"/>
                </a:solidFill>
                <a:ln w="2646" cap="flat">
                  <a:noFill/>
                </a:ln>
              </p:spPr>
            </p:sp>
            <p:sp>
              <p:nvSpPr>
                <p:cNvPr id="1550" name="ICON_PSD_PLOT_path_162"/>
                <p:cNvSpPr/>
                <p:nvPr/>
              </p:nvSpPr>
              <p:spPr>
                <a:xfrm>
                  <a:off x="10644188" y="3915600"/>
                  <a:ext cx="15875" cy="134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1060" fill="norm" stroke="0">
                      <a:moveTo>
                        <a:pt x="1250" y="18"/>
                      </a:moveTo>
                      <a:cubicBezTo>
                        <a:pt x="998" y="754"/>
                        <a:pt x="998" y="754"/>
                        <a:pt x="732" y="912"/>
                      </a:cubicBezTo>
                      <a:cubicBezTo>
                        <a:pt x="496" y="1000"/>
                        <a:pt x="250" y="1039"/>
                        <a:pt x="0" y="1060"/>
                      </a:cubicBezTo>
                      <a:cubicBezTo>
                        <a:pt x="59" y="924"/>
                        <a:pt x="120" y="790"/>
                        <a:pt x="182" y="656"/>
                      </a:cubicBezTo>
                      <a:cubicBezTo>
                        <a:pt x="199" y="618"/>
                        <a:pt x="215" y="580"/>
                        <a:pt x="232" y="541"/>
                      </a:cubicBezTo>
                      <a:cubicBezTo>
                        <a:pt x="350" y="292"/>
                        <a:pt x="465" y="159"/>
                        <a:pt x="721" y="50"/>
                      </a:cubicBezTo>
                      <a:cubicBezTo>
                        <a:pt x="899" y="0"/>
                        <a:pt x="1067" y="1"/>
                        <a:pt x="1250" y="18"/>
                      </a:cubicBezTo>
                      <a:close/>
                    </a:path>
                  </a:pathLst>
                </a:custGeom>
                <a:solidFill>
                  <a:srgbClr val="2370FB"/>
                </a:solidFill>
                <a:ln w="2646" cap="flat">
                  <a:noFill/>
                </a:ln>
              </p:spPr>
            </p:sp>
            <p:sp>
              <p:nvSpPr>
                <p:cNvPr id="1551" name="ICON_PSD_PLOT_path_163"/>
                <p:cNvSpPr/>
                <p:nvPr/>
              </p:nvSpPr>
              <p:spPr>
                <a:xfrm>
                  <a:off x="10649479" y="3910542"/>
                  <a:ext cx="23812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75" h="833" fill="norm" stroke="0">
                      <a:moveTo>
                        <a:pt x="1250" y="0"/>
                      </a:moveTo>
                      <a:cubicBezTo>
                        <a:pt x="1255" y="21"/>
                        <a:pt x="1255" y="21"/>
                        <a:pt x="1281" y="129"/>
                      </a:cubicBezTo>
                      <a:cubicBezTo>
                        <a:pt x="1297" y="186"/>
                        <a:pt x="1312" y="243"/>
                        <a:pt x="1328" y="300"/>
                      </a:cubicBezTo>
                      <a:cubicBezTo>
                        <a:pt x="1335" y="327"/>
                        <a:pt x="1341" y="356"/>
                        <a:pt x="1348" y="385"/>
                      </a:cubicBezTo>
                      <a:cubicBezTo>
                        <a:pt x="1372" y="468"/>
                        <a:pt x="1372" y="468"/>
                        <a:pt x="1458" y="625"/>
                      </a:cubicBezTo>
                      <a:cubicBezTo>
                        <a:pt x="1596" y="694"/>
                        <a:pt x="1733" y="762"/>
                        <a:pt x="1875" y="833"/>
                      </a:cubicBezTo>
                      <a:cubicBezTo>
                        <a:pt x="1531" y="833"/>
                        <a:pt x="1188" y="833"/>
                        <a:pt x="833" y="833"/>
                      </a:cubicBezTo>
                      <a:cubicBezTo>
                        <a:pt x="833" y="696"/>
                        <a:pt x="833" y="558"/>
                        <a:pt x="833" y="417"/>
                      </a:cubicBezTo>
                      <a:cubicBezTo>
                        <a:pt x="558" y="485"/>
                        <a:pt x="283" y="554"/>
                        <a:pt x="0" y="625"/>
                      </a:cubicBezTo>
                      <a:cubicBezTo>
                        <a:pt x="59" y="458"/>
                        <a:pt x="101" y="345"/>
                        <a:pt x="208" y="208"/>
                      </a:cubicBezTo>
                      <a:cubicBezTo>
                        <a:pt x="381" y="127"/>
                        <a:pt x="555" y="103"/>
                        <a:pt x="742" y="78"/>
                      </a:cubicBezTo>
                      <a:cubicBezTo>
                        <a:pt x="791" y="70"/>
                        <a:pt x="840" y="62"/>
                        <a:pt x="890" y="54"/>
                      </a:cubicBezTo>
                      <a:cubicBezTo>
                        <a:pt x="1010" y="34"/>
                        <a:pt x="1130" y="16"/>
                        <a:pt x="1250" y="0"/>
                      </a:cubicBezTo>
                      <a:close/>
                    </a:path>
                  </a:pathLst>
                </a:custGeom>
                <a:solidFill>
                  <a:srgbClr val="4D91FB"/>
                </a:solidFill>
                <a:ln w="2646" cap="flat">
                  <a:noFill/>
                </a:ln>
              </p:spPr>
            </p:sp>
            <p:sp>
              <p:nvSpPr>
                <p:cNvPr id="1552" name="ICON_PSD_PLOT_path_164"/>
                <p:cNvSpPr/>
                <p:nvPr/>
              </p:nvSpPr>
              <p:spPr>
                <a:xfrm>
                  <a:off x="10945812" y="3907896"/>
                  <a:ext cx="18521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58" h="833" fill="norm" stroke="0">
                      <a:moveTo>
                        <a:pt x="0" y="0"/>
                      </a:moveTo>
                      <a:cubicBezTo>
                        <a:pt x="413" y="0"/>
                        <a:pt x="825" y="0"/>
                        <a:pt x="1250" y="0"/>
                      </a:cubicBezTo>
                      <a:cubicBezTo>
                        <a:pt x="1319" y="275"/>
                        <a:pt x="1388" y="550"/>
                        <a:pt x="1458" y="833"/>
                      </a:cubicBezTo>
                      <a:cubicBezTo>
                        <a:pt x="977" y="765"/>
                        <a:pt x="496" y="696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C1D7FD"/>
                </a:solidFill>
                <a:ln w="2646" cap="flat">
                  <a:noFill/>
                </a:ln>
              </p:spPr>
            </p:sp>
            <p:sp>
              <p:nvSpPr>
                <p:cNvPr id="1553" name="ICON_PSD_PLOT_path_165"/>
                <p:cNvSpPr/>
                <p:nvPr/>
              </p:nvSpPr>
              <p:spPr>
                <a:xfrm>
                  <a:off x="10712979" y="3831013"/>
                  <a:ext cx="13832" cy="1867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89" h="1470" fill="norm" stroke="0">
                      <a:moveTo>
                        <a:pt x="1042" y="12"/>
                      </a:moveTo>
                      <a:cubicBezTo>
                        <a:pt x="1052" y="186"/>
                        <a:pt x="1060" y="360"/>
                        <a:pt x="1065" y="535"/>
                      </a:cubicBezTo>
                      <a:cubicBezTo>
                        <a:pt x="1067" y="594"/>
                        <a:pt x="1070" y="653"/>
                        <a:pt x="1073" y="712"/>
                      </a:cubicBezTo>
                      <a:cubicBezTo>
                        <a:pt x="1084" y="903"/>
                        <a:pt x="1089" y="1076"/>
                        <a:pt x="1042" y="1262"/>
                      </a:cubicBezTo>
                      <a:cubicBezTo>
                        <a:pt x="915" y="1377"/>
                        <a:pt x="789" y="1428"/>
                        <a:pt x="625" y="1470"/>
                      </a:cubicBezTo>
                      <a:cubicBezTo>
                        <a:pt x="615" y="1428"/>
                        <a:pt x="605" y="1385"/>
                        <a:pt x="594" y="1341"/>
                      </a:cubicBezTo>
                      <a:cubicBezTo>
                        <a:pt x="578" y="1284"/>
                        <a:pt x="563" y="1228"/>
                        <a:pt x="547" y="1171"/>
                      </a:cubicBezTo>
                      <a:cubicBezTo>
                        <a:pt x="540" y="1143"/>
                        <a:pt x="534" y="1115"/>
                        <a:pt x="527" y="1086"/>
                      </a:cubicBezTo>
                      <a:cubicBezTo>
                        <a:pt x="484" y="938"/>
                        <a:pt x="447" y="865"/>
                        <a:pt x="316" y="779"/>
                      </a:cubicBezTo>
                      <a:cubicBezTo>
                        <a:pt x="212" y="727"/>
                        <a:pt x="108" y="680"/>
                        <a:pt x="0" y="637"/>
                      </a:cubicBezTo>
                      <a:cubicBezTo>
                        <a:pt x="134" y="532"/>
                        <a:pt x="269" y="428"/>
                        <a:pt x="404" y="325"/>
                      </a:cubicBezTo>
                      <a:cubicBezTo>
                        <a:pt x="423" y="310"/>
                        <a:pt x="423" y="310"/>
                        <a:pt x="519" y="234"/>
                      </a:cubicBezTo>
                      <a:cubicBezTo>
                        <a:pt x="556" y="206"/>
                        <a:pt x="593" y="178"/>
                        <a:pt x="631" y="149"/>
                      </a:cubicBezTo>
                      <a:cubicBezTo>
                        <a:pt x="648" y="136"/>
                        <a:pt x="648" y="136"/>
                        <a:pt x="733" y="69"/>
                      </a:cubicBezTo>
                      <a:cubicBezTo>
                        <a:pt x="846" y="5"/>
                        <a:pt x="913" y="0"/>
                        <a:pt x="1042" y="12"/>
                      </a:cubicBezTo>
                      <a:close/>
                    </a:path>
                  </a:pathLst>
                </a:custGeom>
                <a:solidFill>
                  <a:srgbClr val="3D78FB"/>
                </a:solidFill>
                <a:ln w="2646" cap="flat">
                  <a:noFill/>
                </a:ln>
              </p:spPr>
            </p:sp>
            <p:sp>
              <p:nvSpPr>
                <p:cNvPr id="1554" name="ICON_PSD_PLOT_path_166"/>
                <p:cNvSpPr/>
                <p:nvPr/>
              </p:nvSpPr>
              <p:spPr>
                <a:xfrm>
                  <a:off x="10808229" y="3685646"/>
                  <a:ext cx="7938" cy="185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458" fill="norm" stroke="0">
                      <a:moveTo>
                        <a:pt x="0" y="0"/>
                      </a:moveTo>
                      <a:cubicBezTo>
                        <a:pt x="138" y="0"/>
                        <a:pt x="275" y="0"/>
                        <a:pt x="417" y="0"/>
                      </a:cubicBezTo>
                      <a:cubicBezTo>
                        <a:pt x="485" y="413"/>
                        <a:pt x="554" y="825"/>
                        <a:pt x="625" y="1250"/>
                      </a:cubicBezTo>
                      <a:cubicBezTo>
                        <a:pt x="419" y="1319"/>
                        <a:pt x="212" y="1387"/>
                        <a:pt x="0" y="1458"/>
                      </a:cubicBezTo>
                      <a:cubicBezTo>
                        <a:pt x="0" y="977"/>
                        <a:pt x="0" y="496"/>
                        <a:pt x="0" y="0"/>
                      </a:cubicBezTo>
                      <a:close/>
                    </a:path>
                  </a:pathLst>
                </a:custGeom>
                <a:solidFill>
                  <a:srgbClr val="E9F7FD"/>
                </a:solidFill>
                <a:ln w="2646" cap="flat">
                  <a:noFill/>
                </a:ln>
              </p:spPr>
            </p:sp>
            <p:sp>
              <p:nvSpPr>
                <p:cNvPr id="1555" name="ICON_PSD_PLOT_path_167"/>
                <p:cNvSpPr/>
                <p:nvPr/>
              </p:nvSpPr>
              <p:spPr>
                <a:xfrm>
                  <a:off x="10935229" y="3915833"/>
                  <a:ext cx="21167" cy="1387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667" h="1093" fill="norm" stroke="0">
                      <a:moveTo>
                        <a:pt x="833" y="0"/>
                      </a:moveTo>
                      <a:cubicBezTo>
                        <a:pt x="855" y="99"/>
                        <a:pt x="876" y="198"/>
                        <a:pt x="898" y="300"/>
                      </a:cubicBezTo>
                      <a:cubicBezTo>
                        <a:pt x="940" y="450"/>
                        <a:pt x="981" y="582"/>
                        <a:pt x="1113" y="675"/>
                      </a:cubicBezTo>
                      <a:cubicBezTo>
                        <a:pt x="1290" y="757"/>
                        <a:pt x="1475" y="799"/>
                        <a:pt x="1667" y="833"/>
                      </a:cubicBezTo>
                      <a:cubicBezTo>
                        <a:pt x="1339" y="957"/>
                        <a:pt x="979" y="1093"/>
                        <a:pt x="625" y="1042"/>
                      </a:cubicBezTo>
                      <a:cubicBezTo>
                        <a:pt x="328" y="849"/>
                        <a:pt x="161" y="514"/>
                        <a:pt x="0" y="208"/>
                      </a:cubicBezTo>
                      <a:cubicBezTo>
                        <a:pt x="275" y="140"/>
                        <a:pt x="550" y="71"/>
                        <a:pt x="833" y="0"/>
                      </a:cubicBezTo>
                      <a:close/>
                    </a:path>
                  </a:pathLst>
                </a:custGeom>
                <a:solidFill>
                  <a:srgbClr val="5894F8"/>
                </a:solidFill>
                <a:ln w="2646" cap="flat">
                  <a:noFill/>
                </a:ln>
              </p:spPr>
            </p:sp>
            <p:sp>
              <p:nvSpPr>
                <p:cNvPr id="1556" name="ICON_PSD_PLOT_path_168"/>
                <p:cNvSpPr/>
                <p:nvPr/>
              </p:nvSpPr>
              <p:spPr>
                <a:xfrm>
                  <a:off x="10892896" y="3881438"/>
                  <a:ext cx="15875" cy="211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1667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18" y="103"/>
                        <a:pt x="610" y="206"/>
                        <a:pt x="603" y="312"/>
                      </a:cubicBezTo>
                      <a:cubicBezTo>
                        <a:pt x="598" y="412"/>
                        <a:pt x="594" y="512"/>
                        <a:pt x="591" y="612"/>
                      </a:cubicBezTo>
                      <a:cubicBezTo>
                        <a:pt x="587" y="681"/>
                        <a:pt x="583" y="750"/>
                        <a:pt x="578" y="820"/>
                      </a:cubicBezTo>
                      <a:cubicBezTo>
                        <a:pt x="542" y="1286"/>
                        <a:pt x="542" y="1286"/>
                        <a:pt x="625" y="1458"/>
                      </a:cubicBezTo>
                      <a:cubicBezTo>
                        <a:pt x="806" y="1608"/>
                        <a:pt x="1023" y="1624"/>
                        <a:pt x="1250" y="1667"/>
                      </a:cubicBezTo>
                      <a:cubicBezTo>
                        <a:pt x="975" y="1667"/>
                        <a:pt x="700" y="1667"/>
                        <a:pt x="417" y="1667"/>
                      </a:cubicBezTo>
                      <a:cubicBezTo>
                        <a:pt x="279" y="1117"/>
                        <a:pt x="142" y="567"/>
                        <a:pt x="0" y="0"/>
                      </a:cubicBezTo>
                      <a:close/>
                    </a:path>
                  </a:pathLst>
                </a:custGeom>
                <a:solidFill>
                  <a:srgbClr val="AACBFB"/>
                </a:solidFill>
                <a:ln w="2646" cap="flat">
                  <a:noFill/>
                </a:ln>
              </p:spPr>
            </p:sp>
            <p:sp>
              <p:nvSpPr>
                <p:cNvPr id="1557" name="ICON_PSD_PLOT_path_169"/>
                <p:cNvSpPr/>
                <p:nvPr/>
              </p:nvSpPr>
              <p:spPr>
                <a:xfrm>
                  <a:off x="10747375" y="3690938"/>
                  <a:ext cx="8988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8" h="1875" fill="norm" stroke="0">
                      <a:moveTo>
                        <a:pt x="417" y="0"/>
                      </a:moveTo>
                      <a:cubicBezTo>
                        <a:pt x="485" y="0"/>
                        <a:pt x="554" y="0"/>
                        <a:pt x="625" y="0"/>
                      </a:cubicBezTo>
                      <a:cubicBezTo>
                        <a:pt x="640" y="234"/>
                        <a:pt x="652" y="467"/>
                        <a:pt x="659" y="701"/>
                      </a:cubicBezTo>
                      <a:cubicBezTo>
                        <a:pt x="662" y="780"/>
                        <a:pt x="667" y="860"/>
                        <a:pt x="672" y="939"/>
                      </a:cubicBezTo>
                      <a:cubicBezTo>
                        <a:pt x="708" y="1473"/>
                        <a:pt x="708" y="1473"/>
                        <a:pt x="625" y="1667"/>
                      </a:cubicBezTo>
                      <a:cubicBezTo>
                        <a:pt x="446" y="1827"/>
                        <a:pt x="232" y="1837"/>
                        <a:pt x="0" y="1875"/>
                      </a:cubicBezTo>
                      <a:cubicBezTo>
                        <a:pt x="0" y="1600"/>
                        <a:pt x="0" y="1325"/>
                        <a:pt x="0" y="1042"/>
                      </a:cubicBezTo>
                      <a:cubicBezTo>
                        <a:pt x="137" y="1042"/>
                        <a:pt x="275" y="1042"/>
                        <a:pt x="417" y="1042"/>
                      </a:cubicBezTo>
                      <a:cubicBezTo>
                        <a:pt x="417" y="698"/>
                        <a:pt x="417" y="354"/>
                        <a:pt x="417" y="0"/>
                      </a:cubicBezTo>
                      <a:close/>
                    </a:path>
                  </a:pathLst>
                </a:custGeom>
                <a:solidFill>
                  <a:srgbClr val="7FAEFC"/>
                </a:solidFill>
                <a:ln w="2646" cap="flat">
                  <a:noFill/>
                </a:ln>
              </p:spPr>
            </p:sp>
            <p:sp>
              <p:nvSpPr>
                <p:cNvPr id="1558" name="ICON_PSD_PLOT_path_170"/>
                <p:cNvSpPr/>
                <p:nvPr/>
              </p:nvSpPr>
              <p:spPr>
                <a:xfrm>
                  <a:off x="10818812" y="3659188"/>
                  <a:ext cx="10583" cy="264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2083" fill="norm" stroke="0">
                      <a:moveTo>
                        <a:pt x="0" y="0"/>
                      </a:moveTo>
                      <a:cubicBezTo>
                        <a:pt x="348" y="230"/>
                        <a:pt x="606" y="474"/>
                        <a:pt x="695" y="893"/>
                      </a:cubicBezTo>
                      <a:cubicBezTo>
                        <a:pt x="766" y="1286"/>
                        <a:pt x="804" y="1685"/>
                        <a:pt x="833" y="2083"/>
                      </a:cubicBezTo>
                      <a:cubicBezTo>
                        <a:pt x="219" y="1439"/>
                        <a:pt x="78" y="859"/>
                        <a:pt x="0" y="0"/>
                      </a:cubicBezTo>
                      <a:close/>
                    </a:path>
                  </a:pathLst>
                </a:custGeom>
                <a:solidFill>
                  <a:srgbClr val="88AFF9"/>
                </a:solidFill>
                <a:ln w="2646" cap="flat">
                  <a:noFill/>
                </a:ln>
              </p:spPr>
            </p:sp>
            <p:sp>
              <p:nvSpPr>
                <p:cNvPr id="1559" name="ICON_PSD_PLOT_path_171"/>
                <p:cNvSpPr/>
                <p:nvPr/>
              </p:nvSpPr>
              <p:spPr>
                <a:xfrm>
                  <a:off x="11363854" y="4008438"/>
                  <a:ext cx="7938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042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344"/>
                        <a:pt x="625" y="688"/>
                        <a:pt x="625" y="1042"/>
                      </a:cubicBezTo>
                      <a:cubicBezTo>
                        <a:pt x="419" y="1042"/>
                        <a:pt x="212" y="1042"/>
                        <a:pt x="0" y="1042"/>
                      </a:cubicBezTo>
                      <a:cubicBezTo>
                        <a:pt x="0" y="698"/>
                        <a:pt x="0" y="354"/>
                        <a:pt x="0" y="0"/>
                      </a:cubicBezTo>
                      <a:close/>
                    </a:path>
                  </a:pathLst>
                </a:custGeom>
                <a:solidFill>
                  <a:srgbClr val="8A8688"/>
                </a:solidFill>
                <a:ln w="2646" cap="flat">
                  <a:noFill/>
                </a:ln>
              </p:spPr>
            </p:sp>
            <p:sp>
              <p:nvSpPr>
                <p:cNvPr id="1560" name="ICON_PSD_PLOT_path_172"/>
                <p:cNvSpPr/>
                <p:nvPr/>
              </p:nvSpPr>
              <p:spPr>
                <a:xfrm>
                  <a:off x="10419292" y="4008438"/>
                  <a:ext cx="7938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042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344"/>
                        <a:pt x="625" y="688"/>
                        <a:pt x="625" y="1042"/>
                      </a:cubicBezTo>
                      <a:cubicBezTo>
                        <a:pt x="419" y="1042"/>
                        <a:pt x="212" y="1042"/>
                        <a:pt x="0" y="1042"/>
                      </a:cubicBezTo>
                      <a:cubicBezTo>
                        <a:pt x="0" y="698"/>
                        <a:pt x="0" y="354"/>
                        <a:pt x="0" y="0"/>
                      </a:cubicBezTo>
                      <a:close/>
                    </a:path>
                  </a:pathLst>
                </a:custGeom>
                <a:solidFill>
                  <a:srgbClr val="848485"/>
                </a:solidFill>
                <a:ln w="2646" cap="flat">
                  <a:noFill/>
                </a:ln>
              </p:spPr>
            </p:sp>
            <p:sp>
              <p:nvSpPr>
                <p:cNvPr id="1561" name="ICON_PSD_PLOT_path_173"/>
                <p:cNvSpPr/>
                <p:nvPr/>
              </p:nvSpPr>
              <p:spPr>
                <a:xfrm>
                  <a:off x="10715625" y="4000500"/>
                  <a:ext cx="15875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625" fill="norm" stroke="0">
                      <a:moveTo>
                        <a:pt x="0" y="0"/>
                      </a:moveTo>
                      <a:cubicBezTo>
                        <a:pt x="413" y="0"/>
                        <a:pt x="825" y="0"/>
                        <a:pt x="1250" y="0"/>
                      </a:cubicBezTo>
                      <a:cubicBezTo>
                        <a:pt x="1250" y="206"/>
                        <a:pt x="1250" y="413"/>
                        <a:pt x="1250" y="625"/>
                      </a:cubicBezTo>
                      <a:cubicBezTo>
                        <a:pt x="1080" y="601"/>
                        <a:pt x="911" y="575"/>
                        <a:pt x="742" y="547"/>
                      </a:cubicBezTo>
                      <a:cubicBezTo>
                        <a:pt x="694" y="540"/>
                        <a:pt x="646" y="534"/>
                        <a:pt x="597" y="527"/>
                      </a:cubicBezTo>
                      <a:cubicBezTo>
                        <a:pt x="574" y="523"/>
                        <a:pt x="574" y="523"/>
                        <a:pt x="456" y="503"/>
                      </a:cubicBezTo>
                      <a:cubicBezTo>
                        <a:pt x="414" y="496"/>
                        <a:pt x="371" y="490"/>
                        <a:pt x="328" y="483"/>
                      </a:cubicBezTo>
                      <a:cubicBezTo>
                        <a:pt x="208" y="417"/>
                        <a:pt x="208" y="417"/>
                        <a:pt x="0" y="0"/>
                      </a:cubicBezTo>
                      <a:close/>
                    </a:path>
                  </a:pathLst>
                </a:custGeom>
                <a:solidFill>
                  <a:srgbClr val="565661"/>
                </a:solidFill>
                <a:ln w="2646" cap="flat">
                  <a:noFill/>
                </a:ln>
              </p:spPr>
            </p:sp>
            <p:sp>
              <p:nvSpPr>
                <p:cNvPr id="1562" name="ICON_PSD_PLOT_path_174"/>
                <p:cNvSpPr/>
                <p:nvPr/>
              </p:nvSpPr>
              <p:spPr>
                <a:xfrm>
                  <a:off x="11601979" y="3960812"/>
                  <a:ext cx="13229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625" fill="norm" stroke="0">
                      <a:moveTo>
                        <a:pt x="0" y="0"/>
                      </a:moveTo>
                      <a:cubicBezTo>
                        <a:pt x="344" y="0"/>
                        <a:pt x="688" y="0"/>
                        <a:pt x="1042" y="0"/>
                      </a:cubicBezTo>
                      <a:cubicBezTo>
                        <a:pt x="1042" y="206"/>
                        <a:pt x="1042" y="413"/>
                        <a:pt x="1042" y="625"/>
                      </a:cubicBezTo>
                      <a:cubicBezTo>
                        <a:pt x="698" y="625"/>
                        <a:pt x="354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3568F4"/>
                </a:solidFill>
                <a:ln w="2646" cap="flat">
                  <a:noFill/>
                </a:ln>
              </p:spPr>
            </p:sp>
            <p:sp>
              <p:nvSpPr>
                <p:cNvPr id="1563" name="ICON_PSD_PLOT_path_175"/>
                <p:cNvSpPr/>
                <p:nvPr/>
              </p:nvSpPr>
              <p:spPr>
                <a:xfrm>
                  <a:off x="11406188" y="3960812"/>
                  <a:ext cx="13229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625" fill="norm" stroke="0">
                      <a:moveTo>
                        <a:pt x="0" y="0"/>
                      </a:moveTo>
                      <a:cubicBezTo>
                        <a:pt x="344" y="0"/>
                        <a:pt x="688" y="0"/>
                        <a:pt x="1042" y="0"/>
                      </a:cubicBezTo>
                      <a:cubicBezTo>
                        <a:pt x="1042" y="206"/>
                        <a:pt x="1042" y="413"/>
                        <a:pt x="1042" y="625"/>
                      </a:cubicBezTo>
                      <a:cubicBezTo>
                        <a:pt x="698" y="625"/>
                        <a:pt x="354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2164F8"/>
                </a:solidFill>
                <a:ln w="2646" cap="flat">
                  <a:noFill/>
                </a:ln>
              </p:spPr>
            </p:sp>
            <p:sp>
              <p:nvSpPr>
                <p:cNvPr id="1564" name="ICON_PSD_PLOT_path_176"/>
                <p:cNvSpPr/>
                <p:nvPr/>
              </p:nvSpPr>
              <p:spPr>
                <a:xfrm>
                  <a:off x="10773833" y="3672147"/>
                  <a:ext cx="9205" cy="2143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25" h="1688" fill="norm" stroke="0">
                      <a:moveTo>
                        <a:pt x="625" y="21"/>
                      </a:moveTo>
                      <a:cubicBezTo>
                        <a:pt x="725" y="1109"/>
                        <a:pt x="725" y="1109"/>
                        <a:pt x="564" y="1371"/>
                      </a:cubicBezTo>
                      <a:cubicBezTo>
                        <a:pt x="400" y="1531"/>
                        <a:pt x="210" y="1605"/>
                        <a:pt x="0" y="1688"/>
                      </a:cubicBezTo>
                      <a:cubicBezTo>
                        <a:pt x="25" y="1484"/>
                        <a:pt x="51" y="1280"/>
                        <a:pt x="77" y="1076"/>
                      </a:cubicBezTo>
                      <a:cubicBezTo>
                        <a:pt x="87" y="1007"/>
                        <a:pt x="95" y="938"/>
                        <a:pt x="104" y="868"/>
                      </a:cubicBezTo>
                      <a:cubicBezTo>
                        <a:pt x="116" y="768"/>
                        <a:pt x="129" y="669"/>
                        <a:pt x="143" y="569"/>
                      </a:cubicBezTo>
                      <a:cubicBezTo>
                        <a:pt x="146" y="538"/>
                        <a:pt x="149" y="507"/>
                        <a:pt x="153" y="476"/>
                      </a:cubicBezTo>
                      <a:cubicBezTo>
                        <a:pt x="174" y="325"/>
                        <a:pt x="201" y="219"/>
                        <a:pt x="304" y="104"/>
                      </a:cubicBezTo>
                      <a:cubicBezTo>
                        <a:pt x="426" y="14"/>
                        <a:pt x="477" y="0"/>
                        <a:pt x="625" y="21"/>
                      </a:cubicBezTo>
                      <a:close/>
                    </a:path>
                  </a:pathLst>
                </a:custGeom>
                <a:solidFill>
                  <a:srgbClr val="EDF4FE"/>
                </a:solidFill>
                <a:ln w="2646" cap="flat">
                  <a:noFill/>
                </a:ln>
              </p:spPr>
            </p:sp>
            <p:sp>
              <p:nvSpPr>
                <p:cNvPr id="1565" name="ICON_PSD_PLOT_path_177"/>
                <p:cNvSpPr/>
                <p:nvPr/>
              </p:nvSpPr>
              <p:spPr>
                <a:xfrm>
                  <a:off x="10813521" y="3638021"/>
                  <a:ext cx="7938" cy="211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667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550"/>
                        <a:pt x="625" y="1100"/>
                        <a:pt x="625" y="1667"/>
                      </a:cubicBezTo>
                      <a:cubicBezTo>
                        <a:pt x="328" y="1113"/>
                        <a:pt x="124" y="615"/>
                        <a:pt x="0" y="0"/>
                      </a:cubicBezTo>
                      <a:close/>
                    </a:path>
                  </a:pathLst>
                </a:custGeom>
                <a:solidFill>
                  <a:srgbClr val="E6F3FE"/>
                </a:solidFill>
                <a:ln w="2646" cap="flat">
                  <a:noFill/>
                </a:ln>
              </p:spPr>
            </p:sp>
            <p:sp>
              <p:nvSpPr>
                <p:cNvPr id="1566" name="ICON_PSD_PLOT_path_178"/>
                <p:cNvSpPr/>
                <p:nvPr/>
              </p:nvSpPr>
              <p:spPr>
                <a:xfrm>
                  <a:off x="11665479" y="4000500"/>
                  <a:ext cx="10583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33" fill="norm" stroke="0">
                      <a:moveTo>
                        <a:pt x="0" y="0"/>
                      </a:moveTo>
                      <a:cubicBezTo>
                        <a:pt x="275" y="0"/>
                        <a:pt x="550" y="0"/>
                        <a:pt x="833" y="0"/>
                      </a:cubicBezTo>
                      <a:cubicBezTo>
                        <a:pt x="833" y="275"/>
                        <a:pt x="833" y="550"/>
                        <a:pt x="833" y="833"/>
                      </a:cubicBezTo>
                      <a:cubicBezTo>
                        <a:pt x="558" y="765"/>
                        <a:pt x="283" y="696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575563"/>
                </a:solidFill>
                <a:ln w="2646" cap="flat">
                  <a:noFill/>
                </a:ln>
              </p:spPr>
            </p:sp>
            <p:sp>
              <p:nvSpPr>
                <p:cNvPr id="1567" name="ICON_PSD_PLOT_path_179"/>
                <p:cNvSpPr/>
                <p:nvPr/>
              </p:nvSpPr>
              <p:spPr>
                <a:xfrm>
                  <a:off x="11123083" y="3952317"/>
                  <a:ext cx="13229" cy="849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669" fill="norm" stroke="0">
                      <a:moveTo>
                        <a:pt x="521" y="0"/>
                      </a:moveTo>
                      <a:cubicBezTo>
                        <a:pt x="696" y="7"/>
                        <a:pt x="868" y="22"/>
                        <a:pt x="1042" y="44"/>
                      </a:cubicBezTo>
                      <a:cubicBezTo>
                        <a:pt x="1042" y="250"/>
                        <a:pt x="1042" y="456"/>
                        <a:pt x="1042" y="669"/>
                      </a:cubicBezTo>
                      <a:cubicBezTo>
                        <a:pt x="698" y="669"/>
                        <a:pt x="354" y="669"/>
                        <a:pt x="0" y="669"/>
                      </a:cubicBezTo>
                      <a:cubicBezTo>
                        <a:pt x="110" y="9"/>
                        <a:pt x="110" y="9"/>
                        <a:pt x="521" y="0"/>
                      </a:cubicBezTo>
                      <a:close/>
                    </a:path>
                  </a:pathLst>
                </a:custGeom>
                <a:solidFill>
                  <a:srgbClr val="2D69FB"/>
                </a:solidFill>
                <a:ln w="2646" cap="flat">
                  <a:noFill/>
                </a:ln>
              </p:spPr>
            </p:sp>
            <p:sp>
              <p:nvSpPr>
                <p:cNvPr id="1568" name="ICON_PSD_PLOT_path_180"/>
                <p:cNvSpPr/>
                <p:nvPr/>
              </p:nvSpPr>
              <p:spPr>
                <a:xfrm>
                  <a:off x="10509249" y="3941560"/>
                  <a:ext cx="15875" cy="1131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891" fill="norm" stroke="0">
                      <a:moveTo>
                        <a:pt x="885" y="84"/>
                      </a:moveTo>
                      <a:cubicBezTo>
                        <a:pt x="1010" y="137"/>
                        <a:pt x="1130" y="203"/>
                        <a:pt x="1250" y="266"/>
                      </a:cubicBezTo>
                      <a:cubicBezTo>
                        <a:pt x="1181" y="472"/>
                        <a:pt x="1112" y="679"/>
                        <a:pt x="1042" y="891"/>
                      </a:cubicBezTo>
                      <a:cubicBezTo>
                        <a:pt x="698" y="822"/>
                        <a:pt x="354" y="754"/>
                        <a:pt x="0" y="683"/>
                      </a:cubicBezTo>
                      <a:cubicBezTo>
                        <a:pt x="574" y="0"/>
                        <a:pt x="574" y="0"/>
                        <a:pt x="885" y="84"/>
                      </a:cubicBezTo>
                      <a:close/>
                    </a:path>
                  </a:pathLst>
                </a:custGeom>
                <a:solidFill>
                  <a:srgbClr val="5285F6"/>
                </a:solidFill>
                <a:ln w="2646" cap="flat">
                  <a:noFill/>
                </a:ln>
              </p:spPr>
            </p:sp>
            <p:sp>
              <p:nvSpPr>
                <p:cNvPr id="1569" name="ICON_PSD_PLOT_path_181"/>
                <p:cNvSpPr/>
                <p:nvPr/>
              </p:nvSpPr>
              <p:spPr>
                <a:xfrm>
                  <a:off x="10892896" y="3894667"/>
                  <a:ext cx="18521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58" h="1250" fill="norm" stroke="0">
                      <a:moveTo>
                        <a:pt x="0" y="0"/>
                      </a:moveTo>
                      <a:cubicBezTo>
                        <a:pt x="138" y="137"/>
                        <a:pt x="275" y="275"/>
                        <a:pt x="417" y="417"/>
                      </a:cubicBezTo>
                      <a:cubicBezTo>
                        <a:pt x="622" y="448"/>
                        <a:pt x="763" y="458"/>
                        <a:pt x="964" y="443"/>
                      </a:cubicBezTo>
                      <a:cubicBezTo>
                        <a:pt x="1011" y="441"/>
                        <a:pt x="1059" y="439"/>
                        <a:pt x="1108" y="437"/>
                      </a:cubicBezTo>
                      <a:cubicBezTo>
                        <a:pt x="1225" y="432"/>
                        <a:pt x="1342" y="425"/>
                        <a:pt x="1458" y="417"/>
                      </a:cubicBezTo>
                      <a:cubicBezTo>
                        <a:pt x="1458" y="554"/>
                        <a:pt x="1458" y="692"/>
                        <a:pt x="1458" y="833"/>
                      </a:cubicBezTo>
                      <a:cubicBezTo>
                        <a:pt x="1428" y="831"/>
                        <a:pt x="1398" y="829"/>
                        <a:pt x="1366" y="827"/>
                      </a:cubicBezTo>
                      <a:cubicBezTo>
                        <a:pt x="1227" y="818"/>
                        <a:pt x="1089" y="813"/>
                        <a:pt x="950" y="807"/>
                      </a:cubicBezTo>
                      <a:cubicBezTo>
                        <a:pt x="903" y="804"/>
                        <a:pt x="855" y="800"/>
                        <a:pt x="805" y="797"/>
                      </a:cubicBezTo>
                      <a:cubicBezTo>
                        <a:pt x="759" y="795"/>
                        <a:pt x="713" y="794"/>
                        <a:pt x="665" y="793"/>
                      </a:cubicBezTo>
                      <a:cubicBezTo>
                        <a:pt x="622" y="790"/>
                        <a:pt x="580" y="788"/>
                        <a:pt x="536" y="786"/>
                      </a:cubicBezTo>
                      <a:cubicBezTo>
                        <a:pt x="417" y="833"/>
                        <a:pt x="417" y="833"/>
                        <a:pt x="208" y="1250"/>
                      </a:cubicBezTo>
                      <a:cubicBezTo>
                        <a:pt x="140" y="837"/>
                        <a:pt x="71" y="425"/>
                        <a:pt x="0" y="0"/>
                      </a:cubicBezTo>
                      <a:close/>
                    </a:path>
                  </a:pathLst>
                </a:custGeom>
                <a:solidFill>
                  <a:srgbClr val="3D7CF7"/>
                </a:solidFill>
                <a:ln w="2646" cap="flat">
                  <a:noFill/>
                </a:ln>
              </p:spPr>
            </p:sp>
            <p:sp>
              <p:nvSpPr>
                <p:cNvPr id="1570" name="ICON_PSD_PLOT_path_182"/>
                <p:cNvSpPr/>
                <p:nvPr/>
              </p:nvSpPr>
              <p:spPr>
                <a:xfrm>
                  <a:off x="10414001" y="3822602"/>
                  <a:ext cx="10583" cy="1121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83" fill="norm" stroke="0">
                      <a:moveTo>
                        <a:pt x="361" y="8"/>
                      </a:moveTo>
                      <a:cubicBezTo>
                        <a:pt x="523" y="0"/>
                        <a:pt x="669" y="28"/>
                        <a:pt x="833" y="49"/>
                      </a:cubicBezTo>
                      <a:cubicBezTo>
                        <a:pt x="833" y="324"/>
                        <a:pt x="833" y="599"/>
                        <a:pt x="833" y="883"/>
                      </a:cubicBezTo>
                      <a:cubicBezTo>
                        <a:pt x="558" y="814"/>
                        <a:pt x="283" y="745"/>
                        <a:pt x="0" y="674"/>
                      </a:cubicBezTo>
                      <a:cubicBezTo>
                        <a:pt x="132" y="41"/>
                        <a:pt x="132" y="41"/>
                        <a:pt x="361" y="8"/>
                      </a:cubicBezTo>
                      <a:close/>
                    </a:path>
                  </a:pathLst>
                </a:custGeom>
                <a:solidFill>
                  <a:srgbClr val="605F62"/>
                </a:solidFill>
                <a:ln w="2646" cap="flat">
                  <a:noFill/>
                </a:ln>
              </p:spPr>
            </p:sp>
            <p:sp>
              <p:nvSpPr>
                <p:cNvPr id="1571" name="ICON_PSD_PLOT_path_183"/>
                <p:cNvSpPr/>
                <p:nvPr/>
              </p:nvSpPr>
              <p:spPr>
                <a:xfrm>
                  <a:off x="10406062" y="3468688"/>
                  <a:ext cx="10583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1250" fill="norm" stroke="0">
                      <a:moveTo>
                        <a:pt x="0" y="0"/>
                      </a:moveTo>
                      <a:cubicBezTo>
                        <a:pt x="138" y="0"/>
                        <a:pt x="275" y="0"/>
                        <a:pt x="417" y="0"/>
                      </a:cubicBezTo>
                      <a:cubicBezTo>
                        <a:pt x="495" y="105"/>
                        <a:pt x="518" y="152"/>
                        <a:pt x="549" y="273"/>
                      </a:cubicBezTo>
                      <a:cubicBezTo>
                        <a:pt x="557" y="301"/>
                        <a:pt x="566" y="329"/>
                        <a:pt x="575" y="358"/>
                      </a:cubicBezTo>
                      <a:cubicBezTo>
                        <a:pt x="602" y="446"/>
                        <a:pt x="626" y="535"/>
                        <a:pt x="651" y="625"/>
                      </a:cubicBezTo>
                      <a:cubicBezTo>
                        <a:pt x="669" y="685"/>
                        <a:pt x="687" y="745"/>
                        <a:pt x="706" y="806"/>
                      </a:cubicBezTo>
                      <a:cubicBezTo>
                        <a:pt x="751" y="953"/>
                        <a:pt x="792" y="1101"/>
                        <a:pt x="833" y="1250"/>
                      </a:cubicBezTo>
                      <a:cubicBezTo>
                        <a:pt x="558" y="1181"/>
                        <a:pt x="283" y="1113"/>
                        <a:pt x="0" y="1042"/>
                      </a:cubicBezTo>
                      <a:cubicBezTo>
                        <a:pt x="0" y="698"/>
                        <a:pt x="0" y="354"/>
                        <a:pt x="0" y="0"/>
                      </a:cubicBezTo>
                      <a:close/>
                    </a:path>
                  </a:pathLst>
                </a:custGeom>
                <a:solidFill>
                  <a:srgbClr val="D8D8DA"/>
                </a:solidFill>
                <a:ln w="2646" cap="flat">
                  <a:noFill/>
                </a:ln>
              </p:spPr>
            </p:sp>
            <p:sp>
              <p:nvSpPr>
                <p:cNvPr id="1572" name="ICON_PSD_PLOT_path_184"/>
                <p:cNvSpPr/>
                <p:nvPr/>
              </p:nvSpPr>
              <p:spPr>
                <a:xfrm>
                  <a:off x="11062229" y="3960812"/>
                  <a:ext cx="13229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625" fill="norm" stroke="0">
                      <a:moveTo>
                        <a:pt x="0" y="0"/>
                      </a:moveTo>
                      <a:cubicBezTo>
                        <a:pt x="172" y="34"/>
                        <a:pt x="172" y="34"/>
                        <a:pt x="1042" y="208"/>
                      </a:cubicBezTo>
                      <a:cubicBezTo>
                        <a:pt x="1042" y="346"/>
                        <a:pt x="1042" y="483"/>
                        <a:pt x="1042" y="625"/>
                      </a:cubicBezTo>
                      <a:cubicBezTo>
                        <a:pt x="698" y="556"/>
                        <a:pt x="354" y="488"/>
                        <a:pt x="0" y="417"/>
                      </a:cubicBezTo>
                      <a:cubicBezTo>
                        <a:pt x="0" y="279"/>
                        <a:pt x="0" y="142"/>
                        <a:pt x="0" y="0"/>
                      </a:cubicBezTo>
                      <a:close/>
                    </a:path>
                  </a:pathLst>
                </a:custGeom>
                <a:solidFill>
                  <a:srgbClr val="2967ED"/>
                </a:solidFill>
                <a:ln w="2646" cap="flat">
                  <a:noFill/>
                </a:ln>
              </p:spPr>
            </p:sp>
            <p:sp>
              <p:nvSpPr>
                <p:cNvPr id="1573" name="ICON_PSD_PLOT_path_185"/>
                <p:cNvSpPr/>
                <p:nvPr/>
              </p:nvSpPr>
              <p:spPr>
                <a:xfrm>
                  <a:off x="11033125" y="3944938"/>
                  <a:ext cx="13229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625" fill="norm" stroke="0">
                      <a:moveTo>
                        <a:pt x="0" y="0"/>
                      </a:moveTo>
                      <a:cubicBezTo>
                        <a:pt x="344" y="0"/>
                        <a:pt x="688" y="0"/>
                        <a:pt x="1042" y="0"/>
                      </a:cubicBezTo>
                      <a:cubicBezTo>
                        <a:pt x="1042" y="206"/>
                        <a:pt x="1042" y="413"/>
                        <a:pt x="1042" y="625"/>
                      </a:cubicBezTo>
                      <a:cubicBezTo>
                        <a:pt x="698" y="556"/>
                        <a:pt x="354" y="488"/>
                        <a:pt x="0" y="417"/>
                      </a:cubicBezTo>
                      <a:cubicBezTo>
                        <a:pt x="0" y="279"/>
                        <a:pt x="0" y="142"/>
                        <a:pt x="0" y="0"/>
                      </a:cubicBezTo>
                      <a:close/>
                    </a:path>
                  </a:pathLst>
                </a:custGeom>
                <a:solidFill>
                  <a:srgbClr val="2B66FA"/>
                </a:solidFill>
                <a:ln w="2646" cap="flat">
                  <a:noFill/>
                </a:ln>
              </p:spPr>
            </p:sp>
            <p:sp>
              <p:nvSpPr>
                <p:cNvPr id="1574" name="ICON_PSD_PLOT_path_186"/>
                <p:cNvSpPr/>
                <p:nvPr/>
              </p:nvSpPr>
              <p:spPr>
                <a:xfrm>
                  <a:off x="10418495" y="3476625"/>
                  <a:ext cx="10914" cy="185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59" h="1458" fill="norm" stroke="0">
                      <a:moveTo>
                        <a:pt x="63" y="0"/>
                      </a:moveTo>
                      <a:cubicBezTo>
                        <a:pt x="265" y="2"/>
                        <a:pt x="453" y="18"/>
                        <a:pt x="626" y="129"/>
                      </a:cubicBezTo>
                      <a:cubicBezTo>
                        <a:pt x="859" y="431"/>
                        <a:pt x="719" y="1102"/>
                        <a:pt x="688" y="1458"/>
                      </a:cubicBezTo>
                      <a:cubicBezTo>
                        <a:pt x="0" y="660"/>
                        <a:pt x="0" y="660"/>
                        <a:pt x="24" y="260"/>
                      </a:cubicBezTo>
                      <a:cubicBezTo>
                        <a:pt x="41" y="108"/>
                        <a:pt x="41" y="108"/>
                        <a:pt x="63" y="0"/>
                      </a:cubicBezTo>
                      <a:close/>
                    </a:path>
                  </a:pathLst>
                </a:custGeom>
                <a:solidFill>
                  <a:srgbClr val="767678"/>
                </a:solidFill>
                <a:ln w="2646" cap="flat">
                  <a:noFill/>
                </a:ln>
              </p:spPr>
            </p:sp>
            <p:sp>
              <p:nvSpPr>
                <p:cNvPr id="1575" name="ICON_PSD_PLOT_path_187"/>
                <p:cNvSpPr/>
                <p:nvPr/>
              </p:nvSpPr>
              <p:spPr>
                <a:xfrm>
                  <a:off x="11279188" y="3958167"/>
                  <a:ext cx="18521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58" h="625" fill="norm" stroke="0">
                      <a:moveTo>
                        <a:pt x="0" y="0"/>
                      </a:moveTo>
                      <a:cubicBezTo>
                        <a:pt x="175" y="20"/>
                        <a:pt x="349" y="42"/>
                        <a:pt x="523" y="66"/>
                      </a:cubicBezTo>
                      <a:cubicBezTo>
                        <a:pt x="582" y="74"/>
                        <a:pt x="641" y="81"/>
                        <a:pt x="700" y="88"/>
                      </a:cubicBezTo>
                      <a:cubicBezTo>
                        <a:pt x="1194" y="143"/>
                        <a:pt x="1194" y="143"/>
                        <a:pt x="1336" y="309"/>
                      </a:cubicBezTo>
                      <a:cubicBezTo>
                        <a:pt x="1389" y="414"/>
                        <a:pt x="1428" y="512"/>
                        <a:pt x="1458" y="625"/>
                      </a:cubicBezTo>
                      <a:cubicBezTo>
                        <a:pt x="1293" y="602"/>
                        <a:pt x="1128" y="575"/>
                        <a:pt x="964" y="547"/>
                      </a:cubicBezTo>
                      <a:cubicBezTo>
                        <a:pt x="917" y="540"/>
                        <a:pt x="871" y="534"/>
                        <a:pt x="824" y="527"/>
                      </a:cubicBezTo>
                      <a:cubicBezTo>
                        <a:pt x="430" y="458"/>
                        <a:pt x="249" y="300"/>
                        <a:pt x="0" y="0"/>
                      </a:cubicBezTo>
                      <a:close/>
                    </a:path>
                  </a:pathLst>
                </a:custGeom>
                <a:solidFill>
                  <a:srgbClr val="C8DFFE"/>
                </a:solidFill>
                <a:ln w="2646" cap="flat">
                  <a:noFill/>
                </a:ln>
              </p:spPr>
            </p:sp>
            <p:sp>
              <p:nvSpPr>
                <p:cNvPr id="1576" name="ICON_PSD_PLOT_path_188"/>
                <p:cNvSpPr/>
                <p:nvPr/>
              </p:nvSpPr>
              <p:spPr>
                <a:xfrm>
                  <a:off x="10969625" y="3929062"/>
                  <a:ext cx="13229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625" fill="norm" stroke="0">
                      <a:moveTo>
                        <a:pt x="208" y="0"/>
                      </a:moveTo>
                      <a:cubicBezTo>
                        <a:pt x="346" y="34"/>
                        <a:pt x="346" y="34"/>
                        <a:pt x="1042" y="208"/>
                      </a:cubicBezTo>
                      <a:cubicBezTo>
                        <a:pt x="1042" y="346"/>
                        <a:pt x="1042" y="483"/>
                        <a:pt x="1042" y="625"/>
                      </a:cubicBezTo>
                      <a:cubicBezTo>
                        <a:pt x="698" y="556"/>
                        <a:pt x="354" y="488"/>
                        <a:pt x="0" y="417"/>
                      </a:cubicBezTo>
                      <a:cubicBezTo>
                        <a:pt x="69" y="279"/>
                        <a:pt x="138" y="142"/>
                        <a:pt x="208" y="0"/>
                      </a:cubicBezTo>
                      <a:close/>
                    </a:path>
                  </a:pathLst>
                </a:custGeom>
                <a:solidFill>
                  <a:srgbClr val="246CFB"/>
                </a:solidFill>
                <a:ln w="2646" cap="flat">
                  <a:noFill/>
                </a:ln>
              </p:spPr>
            </p:sp>
            <p:sp>
              <p:nvSpPr>
                <p:cNvPr id="1577" name="ICON_PSD_PLOT_path_189"/>
                <p:cNvSpPr/>
                <p:nvPr/>
              </p:nvSpPr>
              <p:spPr>
                <a:xfrm>
                  <a:off x="10911417" y="3897312"/>
                  <a:ext cx="10583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25" fill="norm" stroke="0">
                      <a:moveTo>
                        <a:pt x="0" y="0"/>
                      </a:moveTo>
                      <a:cubicBezTo>
                        <a:pt x="275" y="0"/>
                        <a:pt x="550" y="0"/>
                        <a:pt x="833" y="0"/>
                      </a:cubicBezTo>
                      <a:cubicBezTo>
                        <a:pt x="833" y="206"/>
                        <a:pt x="833" y="413"/>
                        <a:pt x="833" y="625"/>
                      </a:cubicBezTo>
                      <a:cubicBezTo>
                        <a:pt x="558" y="625"/>
                        <a:pt x="283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245CF7"/>
                </a:solidFill>
                <a:ln w="2646" cap="flat">
                  <a:noFill/>
                </a:ln>
              </p:spPr>
            </p:sp>
            <p:sp>
              <p:nvSpPr>
                <p:cNvPr id="1578" name="ICON_PSD_PLOT_path_190"/>
                <p:cNvSpPr/>
                <p:nvPr/>
              </p:nvSpPr>
              <p:spPr>
                <a:xfrm>
                  <a:off x="10686521" y="3886729"/>
                  <a:ext cx="7938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833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275"/>
                        <a:pt x="625" y="550"/>
                        <a:pt x="625" y="833"/>
                      </a:cubicBezTo>
                      <a:cubicBezTo>
                        <a:pt x="419" y="833"/>
                        <a:pt x="212" y="833"/>
                        <a:pt x="0" y="833"/>
                      </a:cubicBezTo>
                      <a:cubicBezTo>
                        <a:pt x="0" y="558"/>
                        <a:pt x="0" y="283"/>
                        <a:pt x="0" y="0"/>
                      </a:cubicBezTo>
                      <a:close/>
                    </a:path>
                  </a:pathLst>
                </a:custGeom>
                <a:solidFill>
                  <a:srgbClr val="2462F6"/>
                </a:solidFill>
                <a:ln w="2646" cap="flat">
                  <a:noFill/>
                </a:ln>
              </p:spPr>
            </p:sp>
            <p:sp>
              <p:nvSpPr>
                <p:cNvPr id="1579" name="ICON_PSD_PLOT_path_191"/>
                <p:cNvSpPr/>
                <p:nvPr/>
              </p:nvSpPr>
              <p:spPr>
                <a:xfrm>
                  <a:off x="10718271" y="3817938"/>
                  <a:ext cx="10583" cy="185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1458" fill="norm" stroke="0">
                      <a:moveTo>
                        <a:pt x="208" y="0"/>
                      </a:moveTo>
                      <a:cubicBezTo>
                        <a:pt x="277" y="275"/>
                        <a:pt x="346" y="550"/>
                        <a:pt x="417" y="833"/>
                      </a:cubicBezTo>
                      <a:cubicBezTo>
                        <a:pt x="554" y="833"/>
                        <a:pt x="692" y="833"/>
                        <a:pt x="833" y="833"/>
                      </a:cubicBezTo>
                      <a:cubicBezTo>
                        <a:pt x="765" y="1040"/>
                        <a:pt x="696" y="1246"/>
                        <a:pt x="625" y="1458"/>
                      </a:cubicBezTo>
                      <a:cubicBezTo>
                        <a:pt x="419" y="1390"/>
                        <a:pt x="213" y="1321"/>
                        <a:pt x="0" y="1250"/>
                      </a:cubicBezTo>
                      <a:cubicBezTo>
                        <a:pt x="69" y="837"/>
                        <a:pt x="138" y="425"/>
                        <a:pt x="208" y="0"/>
                      </a:cubicBezTo>
                      <a:close/>
                    </a:path>
                  </a:pathLst>
                </a:custGeom>
                <a:solidFill>
                  <a:srgbClr val="6193F9"/>
                </a:solidFill>
                <a:ln w="2646" cap="flat">
                  <a:noFill/>
                </a:ln>
              </p:spPr>
            </p:sp>
            <p:sp>
              <p:nvSpPr>
                <p:cNvPr id="1580" name="ICON_PSD_PLOT_path_192"/>
                <p:cNvSpPr/>
                <p:nvPr/>
              </p:nvSpPr>
              <p:spPr>
                <a:xfrm>
                  <a:off x="10810245" y="3669771"/>
                  <a:ext cx="8869" cy="185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98" h="1458" fill="norm" stroke="0">
                      <a:moveTo>
                        <a:pt x="50" y="0"/>
                      </a:moveTo>
                      <a:cubicBezTo>
                        <a:pt x="286" y="173"/>
                        <a:pt x="539" y="360"/>
                        <a:pt x="675" y="625"/>
                      </a:cubicBezTo>
                      <a:cubicBezTo>
                        <a:pt x="698" y="915"/>
                        <a:pt x="580" y="1197"/>
                        <a:pt x="466" y="1458"/>
                      </a:cubicBezTo>
                      <a:cubicBezTo>
                        <a:pt x="105" y="1033"/>
                        <a:pt x="0" y="719"/>
                        <a:pt x="35" y="160"/>
                      </a:cubicBezTo>
                      <a:cubicBezTo>
                        <a:pt x="40" y="107"/>
                        <a:pt x="44" y="53"/>
                        <a:pt x="50" y="0"/>
                      </a:cubicBezTo>
                      <a:close/>
                    </a:path>
                  </a:pathLst>
                </a:custGeom>
                <a:solidFill>
                  <a:srgbClr val="83AAFB"/>
                </a:solidFill>
                <a:ln w="2646" cap="flat">
                  <a:noFill/>
                </a:ln>
              </p:spPr>
            </p:sp>
            <p:sp>
              <p:nvSpPr>
                <p:cNvPr id="1581" name="ICON_PSD_PLOT_path_193"/>
                <p:cNvSpPr/>
                <p:nvPr/>
              </p:nvSpPr>
              <p:spPr>
                <a:xfrm>
                  <a:off x="10421938" y="3997854"/>
                  <a:ext cx="9001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9" h="833" fill="norm" stroke="0">
                      <a:moveTo>
                        <a:pt x="0" y="0"/>
                      </a:moveTo>
                      <a:cubicBezTo>
                        <a:pt x="496" y="103"/>
                        <a:pt x="496" y="103"/>
                        <a:pt x="625" y="208"/>
                      </a:cubicBezTo>
                      <a:cubicBezTo>
                        <a:pt x="709" y="410"/>
                        <a:pt x="652" y="624"/>
                        <a:pt x="625" y="833"/>
                      </a:cubicBezTo>
                      <a:cubicBezTo>
                        <a:pt x="419" y="833"/>
                        <a:pt x="212" y="833"/>
                        <a:pt x="0" y="833"/>
                      </a:cubicBezTo>
                      <a:cubicBezTo>
                        <a:pt x="0" y="558"/>
                        <a:pt x="0" y="283"/>
                        <a:pt x="0" y="0"/>
                      </a:cubicBezTo>
                      <a:close/>
                    </a:path>
                  </a:pathLst>
                </a:custGeom>
                <a:solidFill>
                  <a:srgbClr val="545357"/>
                </a:solidFill>
                <a:ln w="2646" cap="flat">
                  <a:noFill/>
                </a:ln>
              </p:spPr>
            </p:sp>
            <p:sp>
              <p:nvSpPr>
                <p:cNvPr id="1582" name="ICON_PSD_PLOT_path_194"/>
                <p:cNvSpPr/>
                <p:nvPr/>
              </p:nvSpPr>
              <p:spPr>
                <a:xfrm>
                  <a:off x="11612562" y="3963458"/>
                  <a:ext cx="18521" cy="1090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58" h="859" fill="norm" stroke="0">
                      <a:moveTo>
                        <a:pt x="208" y="0"/>
                      </a:moveTo>
                      <a:cubicBezTo>
                        <a:pt x="621" y="137"/>
                        <a:pt x="1033" y="275"/>
                        <a:pt x="1458" y="417"/>
                      </a:cubicBezTo>
                      <a:cubicBezTo>
                        <a:pt x="746" y="859"/>
                        <a:pt x="746" y="859"/>
                        <a:pt x="524" y="812"/>
                      </a:cubicBezTo>
                      <a:cubicBezTo>
                        <a:pt x="320" y="716"/>
                        <a:pt x="159" y="574"/>
                        <a:pt x="0" y="417"/>
                      </a:cubicBezTo>
                      <a:cubicBezTo>
                        <a:pt x="69" y="279"/>
                        <a:pt x="138" y="142"/>
                        <a:pt x="208" y="0"/>
                      </a:cubicBezTo>
                      <a:close/>
                    </a:path>
                  </a:pathLst>
                </a:custGeom>
                <a:solidFill>
                  <a:srgbClr val="558CF3"/>
                </a:solidFill>
                <a:ln w="2646" cap="flat">
                  <a:noFill/>
                </a:ln>
              </p:spPr>
            </p:sp>
            <p:sp>
              <p:nvSpPr>
                <p:cNvPr id="1583" name="ICON_PSD_PLOT_path_195"/>
                <p:cNvSpPr/>
                <p:nvPr/>
              </p:nvSpPr>
              <p:spPr>
                <a:xfrm>
                  <a:off x="10932583" y="3921125"/>
                  <a:ext cx="10583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25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833" y="346"/>
                        <a:pt x="833" y="483"/>
                        <a:pt x="833" y="625"/>
                      </a:cubicBezTo>
                      <a:cubicBezTo>
                        <a:pt x="558" y="625"/>
                        <a:pt x="283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104CE8"/>
                </a:solidFill>
                <a:ln w="2646" cap="flat">
                  <a:noFill/>
                </a:ln>
              </p:spPr>
            </p:sp>
            <p:sp>
              <p:nvSpPr>
                <p:cNvPr id="1584" name="ICON_PSD_PLOT_path_196"/>
                <p:cNvSpPr/>
                <p:nvPr/>
              </p:nvSpPr>
              <p:spPr>
                <a:xfrm>
                  <a:off x="10861146" y="3847042"/>
                  <a:ext cx="10583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33" fill="norm" stroke="0">
                      <a:moveTo>
                        <a:pt x="0" y="0"/>
                      </a:moveTo>
                      <a:cubicBezTo>
                        <a:pt x="140" y="59"/>
                        <a:pt x="278" y="120"/>
                        <a:pt x="417" y="182"/>
                      </a:cubicBezTo>
                      <a:cubicBezTo>
                        <a:pt x="456" y="199"/>
                        <a:pt x="496" y="215"/>
                        <a:pt x="537" y="232"/>
                      </a:cubicBezTo>
                      <a:cubicBezTo>
                        <a:pt x="575" y="249"/>
                        <a:pt x="612" y="267"/>
                        <a:pt x="651" y="285"/>
                      </a:cubicBezTo>
                      <a:cubicBezTo>
                        <a:pt x="669" y="293"/>
                        <a:pt x="669" y="293"/>
                        <a:pt x="757" y="331"/>
                      </a:cubicBezTo>
                      <a:cubicBezTo>
                        <a:pt x="833" y="417"/>
                        <a:pt x="833" y="417"/>
                        <a:pt x="833" y="833"/>
                      </a:cubicBezTo>
                      <a:cubicBezTo>
                        <a:pt x="558" y="833"/>
                        <a:pt x="283" y="833"/>
                        <a:pt x="0" y="833"/>
                      </a:cubicBezTo>
                      <a:cubicBezTo>
                        <a:pt x="0" y="558"/>
                        <a:pt x="0" y="283"/>
                        <a:pt x="0" y="0"/>
                      </a:cubicBezTo>
                      <a:close/>
                    </a:path>
                  </a:pathLst>
                </a:custGeom>
                <a:solidFill>
                  <a:srgbClr val="1653F6"/>
                </a:solidFill>
                <a:ln w="2646" cap="flat">
                  <a:noFill/>
                </a:ln>
              </p:spPr>
            </p:sp>
            <p:sp>
              <p:nvSpPr>
                <p:cNvPr id="1585" name="ICON_PSD_PLOT_path_197"/>
                <p:cNvSpPr/>
                <p:nvPr/>
              </p:nvSpPr>
              <p:spPr>
                <a:xfrm>
                  <a:off x="10781771" y="3653896"/>
                  <a:ext cx="7938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833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556" y="275"/>
                        <a:pt x="487" y="550"/>
                        <a:pt x="417" y="833"/>
                      </a:cubicBezTo>
                      <a:cubicBezTo>
                        <a:pt x="279" y="833"/>
                        <a:pt x="142" y="833"/>
                        <a:pt x="0" y="833"/>
                      </a:cubicBezTo>
                      <a:cubicBezTo>
                        <a:pt x="0" y="558"/>
                        <a:pt x="0" y="283"/>
                        <a:pt x="0" y="0"/>
                      </a:cubicBezTo>
                      <a:close/>
                    </a:path>
                  </a:pathLst>
                </a:custGeom>
                <a:solidFill>
                  <a:srgbClr val="F9FBFA"/>
                </a:solidFill>
                <a:ln w="2646" cap="flat">
                  <a:noFill/>
                </a:ln>
              </p:spPr>
            </p:sp>
            <p:sp>
              <p:nvSpPr>
                <p:cNvPr id="1586" name="ICON_PSD_PLOT_path_198"/>
                <p:cNvSpPr/>
                <p:nvPr/>
              </p:nvSpPr>
              <p:spPr>
                <a:xfrm>
                  <a:off x="10781772" y="3616564"/>
                  <a:ext cx="10583" cy="1616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1273" fill="norm" stroke="0">
                      <a:moveTo>
                        <a:pt x="638" y="10"/>
                      </a:moveTo>
                      <a:cubicBezTo>
                        <a:pt x="675" y="12"/>
                        <a:pt x="711" y="14"/>
                        <a:pt x="749" y="15"/>
                      </a:cubicBezTo>
                      <a:cubicBezTo>
                        <a:pt x="763" y="17"/>
                        <a:pt x="763" y="17"/>
                        <a:pt x="833" y="23"/>
                      </a:cubicBezTo>
                      <a:cubicBezTo>
                        <a:pt x="784" y="243"/>
                        <a:pt x="732" y="448"/>
                        <a:pt x="625" y="648"/>
                      </a:cubicBezTo>
                      <a:cubicBezTo>
                        <a:pt x="508" y="671"/>
                        <a:pt x="424" y="649"/>
                        <a:pt x="308" y="628"/>
                      </a:cubicBezTo>
                      <a:cubicBezTo>
                        <a:pt x="275" y="635"/>
                        <a:pt x="242" y="641"/>
                        <a:pt x="208" y="648"/>
                      </a:cubicBezTo>
                      <a:cubicBezTo>
                        <a:pt x="101" y="847"/>
                        <a:pt x="50" y="1053"/>
                        <a:pt x="0" y="1273"/>
                      </a:cubicBezTo>
                      <a:cubicBezTo>
                        <a:pt x="29" y="1103"/>
                        <a:pt x="60" y="934"/>
                        <a:pt x="91" y="765"/>
                      </a:cubicBezTo>
                      <a:cubicBezTo>
                        <a:pt x="99" y="717"/>
                        <a:pt x="108" y="669"/>
                        <a:pt x="116" y="620"/>
                      </a:cubicBezTo>
                      <a:cubicBezTo>
                        <a:pt x="191" y="222"/>
                        <a:pt x="191" y="222"/>
                        <a:pt x="306" y="94"/>
                      </a:cubicBezTo>
                      <a:cubicBezTo>
                        <a:pt x="430" y="14"/>
                        <a:pt x="491" y="0"/>
                        <a:pt x="638" y="10"/>
                      </a:cubicBezTo>
                      <a:close/>
                    </a:path>
                  </a:pathLst>
                </a:custGeom>
                <a:solidFill>
                  <a:srgbClr val="121112"/>
                </a:solidFill>
                <a:ln w="2646" cap="flat">
                  <a:noFill/>
                </a:ln>
              </p:spPr>
            </p:sp>
            <p:sp>
              <p:nvSpPr>
                <p:cNvPr id="1587" name="ICON_PSD_PLOT_path_199"/>
                <p:cNvSpPr/>
                <p:nvPr/>
              </p:nvSpPr>
              <p:spPr>
                <a:xfrm>
                  <a:off x="10789708" y="3611189"/>
                  <a:ext cx="15875" cy="109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863" fill="norm" stroke="0">
                      <a:moveTo>
                        <a:pt x="1250" y="29"/>
                      </a:moveTo>
                      <a:cubicBezTo>
                        <a:pt x="1250" y="167"/>
                        <a:pt x="1250" y="304"/>
                        <a:pt x="1250" y="446"/>
                      </a:cubicBezTo>
                      <a:cubicBezTo>
                        <a:pt x="1218" y="442"/>
                        <a:pt x="1218" y="442"/>
                        <a:pt x="1055" y="420"/>
                      </a:cubicBezTo>
                      <a:cubicBezTo>
                        <a:pt x="940" y="418"/>
                        <a:pt x="940" y="418"/>
                        <a:pt x="833" y="446"/>
                      </a:cubicBezTo>
                      <a:cubicBezTo>
                        <a:pt x="732" y="573"/>
                        <a:pt x="677" y="709"/>
                        <a:pt x="625" y="863"/>
                      </a:cubicBezTo>
                      <a:cubicBezTo>
                        <a:pt x="632" y="835"/>
                        <a:pt x="640" y="807"/>
                        <a:pt x="647" y="779"/>
                      </a:cubicBezTo>
                      <a:cubicBezTo>
                        <a:pt x="667" y="647"/>
                        <a:pt x="674" y="571"/>
                        <a:pt x="625" y="446"/>
                      </a:cubicBezTo>
                      <a:cubicBezTo>
                        <a:pt x="442" y="326"/>
                        <a:pt x="210" y="285"/>
                        <a:pt x="0" y="238"/>
                      </a:cubicBezTo>
                      <a:cubicBezTo>
                        <a:pt x="429" y="67"/>
                        <a:pt x="789" y="0"/>
                        <a:pt x="1250" y="29"/>
                      </a:cubicBezTo>
                      <a:close/>
                    </a:path>
                  </a:pathLst>
                </a:custGeom>
                <a:solidFill>
                  <a:srgbClr val="0A0818"/>
                </a:solidFill>
                <a:ln w="2646" cap="flat">
                  <a:noFill/>
                </a:ln>
              </p:spPr>
            </p:sp>
            <p:sp>
              <p:nvSpPr>
                <p:cNvPr id="1588" name="ICON_PSD_PLOT_path_200"/>
                <p:cNvSpPr/>
                <p:nvPr/>
              </p:nvSpPr>
              <p:spPr>
                <a:xfrm>
                  <a:off x="11263312" y="3958167"/>
                  <a:ext cx="13229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625" fill="norm" stroke="0">
                      <a:moveTo>
                        <a:pt x="208" y="0"/>
                      </a:moveTo>
                      <a:cubicBezTo>
                        <a:pt x="346" y="34"/>
                        <a:pt x="346" y="34"/>
                        <a:pt x="1042" y="208"/>
                      </a:cubicBezTo>
                      <a:cubicBezTo>
                        <a:pt x="1042" y="346"/>
                        <a:pt x="1042" y="483"/>
                        <a:pt x="1042" y="625"/>
                      </a:cubicBezTo>
                      <a:cubicBezTo>
                        <a:pt x="698" y="556"/>
                        <a:pt x="354" y="488"/>
                        <a:pt x="0" y="417"/>
                      </a:cubicBezTo>
                      <a:cubicBezTo>
                        <a:pt x="69" y="279"/>
                        <a:pt x="138" y="142"/>
                        <a:pt x="208" y="0"/>
                      </a:cubicBezTo>
                      <a:close/>
                    </a:path>
                  </a:pathLst>
                </a:custGeom>
                <a:solidFill>
                  <a:srgbClr val="2F75F1"/>
                </a:solidFill>
                <a:ln w="2646" cap="flat">
                  <a:noFill/>
                </a:ln>
              </p:spPr>
            </p:sp>
            <p:sp>
              <p:nvSpPr>
                <p:cNvPr id="1589" name="ICON_PSD_PLOT_path_201"/>
                <p:cNvSpPr/>
                <p:nvPr/>
              </p:nvSpPr>
              <p:spPr>
                <a:xfrm>
                  <a:off x="10977562" y="3939646"/>
                  <a:ext cx="13229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625" fill="norm" stroke="0">
                      <a:moveTo>
                        <a:pt x="0" y="0"/>
                      </a:moveTo>
                      <a:cubicBezTo>
                        <a:pt x="149" y="55"/>
                        <a:pt x="297" y="110"/>
                        <a:pt x="445" y="167"/>
                      </a:cubicBezTo>
                      <a:cubicBezTo>
                        <a:pt x="495" y="186"/>
                        <a:pt x="546" y="204"/>
                        <a:pt x="597" y="223"/>
                      </a:cubicBezTo>
                      <a:cubicBezTo>
                        <a:pt x="669" y="250"/>
                        <a:pt x="742" y="277"/>
                        <a:pt x="814" y="305"/>
                      </a:cubicBezTo>
                      <a:cubicBezTo>
                        <a:pt x="857" y="321"/>
                        <a:pt x="901" y="338"/>
                        <a:pt x="946" y="355"/>
                      </a:cubicBezTo>
                      <a:cubicBezTo>
                        <a:pt x="977" y="375"/>
                        <a:pt x="1009" y="396"/>
                        <a:pt x="1042" y="417"/>
                      </a:cubicBezTo>
                      <a:cubicBezTo>
                        <a:pt x="1042" y="485"/>
                        <a:pt x="1042" y="554"/>
                        <a:pt x="1042" y="625"/>
                      </a:cubicBezTo>
                      <a:cubicBezTo>
                        <a:pt x="698" y="625"/>
                        <a:pt x="354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B2CAFB"/>
                </a:solidFill>
                <a:ln w="2646" cap="flat">
                  <a:noFill/>
                </a:ln>
              </p:spPr>
            </p:sp>
            <p:sp>
              <p:nvSpPr>
                <p:cNvPr id="1590" name="ICON_PSD_PLOT_path_202"/>
                <p:cNvSpPr/>
                <p:nvPr/>
              </p:nvSpPr>
              <p:spPr>
                <a:xfrm>
                  <a:off x="10919354" y="3915833"/>
                  <a:ext cx="8186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45" h="1042" fill="norm" stroke="0">
                      <a:moveTo>
                        <a:pt x="0" y="0"/>
                      </a:moveTo>
                      <a:cubicBezTo>
                        <a:pt x="52" y="47"/>
                        <a:pt x="52" y="47"/>
                        <a:pt x="312" y="286"/>
                      </a:cubicBezTo>
                      <a:cubicBezTo>
                        <a:pt x="329" y="301"/>
                        <a:pt x="329" y="301"/>
                        <a:pt x="411" y="374"/>
                      </a:cubicBezTo>
                      <a:cubicBezTo>
                        <a:pt x="532" y="489"/>
                        <a:pt x="616" y="571"/>
                        <a:pt x="645" y="739"/>
                      </a:cubicBezTo>
                      <a:cubicBezTo>
                        <a:pt x="645" y="855"/>
                        <a:pt x="645" y="855"/>
                        <a:pt x="625" y="1042"/>
                      </a:cubicBezTo>
                      <a:cubicBezTo>
                        <a:pt x="419" y="1042"/>
                        <a:pt x="212" y="1042"/>
                        <a:pt x="0" y="1042"/>
                      </a:cubicBezTo>
                      <a:cubicBezTo>
                        <a:pt x="0" y="698"/>
                        <a:pt x="0" y="354"/>
                        <a:pt x="0" y="0"/>
                      </a:cubicBezTo>
                      <a:close/>
                    </a:path>
                  </a:pathLst>
                </a:custGeom>
                <a:solidFill>
                  <a:srgbClr val="D6E4FA"/>
                </a:solidFill>
                <a:ln w="2646" cap="flat">
                  <a:noFill/>
                </a:ln>
              </p:spPr>
            </p:sp>
            <p:sp>
              <p:nvSpPr>
                <p:cNvPr id="1591" name="ICON_PSD_PLOT_path_203"/>
                <p:cNvSpPr/>
                <p:nvPr/>
              </p:nvSpPr>
              <p:spPr>
                <a:xfrm>
                  <a:off x="10678583" y="3889375"/>
                  <a:ext cx="10583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1042" fill="norm" stroke="0">
                      <a:moveTo>
                        <a:pt x="417" y="0"/>
                      </a:moveTo>
                      <a:cubicBezTo>
                        <a:pt x="554" y="275"/>
                        <a:pt x="692" y="550"/>
                        <a:pt x="833" y="833"/>
                      </a:cubicBezTo>
                      <a:cubicBezTo>
                        <a:pt x="765" y="868"/>
                        <a:pt x="765" y="868"/>
                        <a:pt x="417" y="1042"/>
                      </a:cubicBezTo>
                      <a:cubicBezTo>
                        <a:pt x="293" y="975"/>
                        <a:pt x="262" y="951"/>
                        <a:pt x="182" y="846"/>
                      </a:cubicBezTo>
                      <a:cubicBezTo>
                        <a:pt x="122" y="773"/>
                        <a:pt x="62" y="700"/>
                        <a:pt x="0" y="625"/>
                      </a:cubicBezTo>
                      <a:cubicBezTo>
                        <a:pt x="137" y="419"/>
                        <a:pt x="275" y="212"/>
                        <a:pt x="417" y="0"/>
                      </a:cubicBezTo>
                      <a:close/>
                    </a:path>
                  </a:pathLst>
                </a:custGeom>
                <a:solidFill>
                  <a:srgbClr val="4E82F4"/>
                </a:solidFill>
                <a:ln w="2646" cap="flat">
                  <a:noFill/>
                </a:ln>
              </p:spPr>
            </p:sp>
            <p:sp>
              <p:nvSpPr>
                <p:cNvPr id="1592" name="ICON_PSD_PLOT_path_204"/>
                <p:cNvSpPr/>
                <p:nvPr/>
              </p:nvSpPr>
              <p:spPr>
                <a:xfrm>
                  <a:off x="10697072" y="3859593"/>
                  <a:ext cx="7969" cy="1390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8" h="1095" fill="norm" stroke="0">
                      <a:moveTo>
                        <a:pt x="628" y="53"/>
                      </a:moveTo>
                      <a:cubicBezTo>
                        <a:pt x="559" y="397"/>
                        <a:pt x="490" y="741"/>
                        <a:pt x="419" y="1095"/>
                      </a:cubicBezTo>
                      <a:cubicBezTo>
                        <a:pt x="0" y="553"/>
                        <a:pt x="0" y="553"/>
                        <a:pt x="7" y="336"/>
                      </a:cubicBezTo>
                      <a:cubicBezTo>
                        <a:pt x="149" y="0"/>
                        <a:pt x="216" y="53"/>
                        <a:pt x="628" y="53"/>
                      </a:cubicBezTo>
                      <a:close/>
                    </a:path>
                  </a:pathLst>
                </a:custGeom>
                <a:solidFill>
                  <a:srgbClr val="5D93FB"/>
                </a:solidFill>
                <a:ln w="2646" cap="flat">
                  <a:noFill/>
                </a:ln>
              </p:spPr>
            </p:sp>
          </p:grpSp>
          <p:grpSp>
            <p:nvGrpSpPr>
              <p:cNvPr id="3479" name="ICON_OUT_WAVE_GRAPHIC"/>
              <p:cNvGrpSpPr/>
              <p:nvPr/>
            </p:nvGrpSpPr>
            <p:grpSpPr>
              <a:xfrm>
                <a:off x="8778875" y="3405188"/>
                <a:ext cx="1293812" cy="642938"/>
                <a:chOff x="8778875" y="3405188"/>
                <a:chExt cx="1293812" cy="642938"/>
              </a:xfrm>
            </p:grpSpPr>
            <p:sp>
              <p:nvSpPr>
                <p:cNvPr id="3480" name="ICON_OUT_WAVE_GRAPHIC_path_001"/>
                <p:cNvSpPr/>
                <p:nvPr/>
              </p:nvSpPr>
              <p:spPr>
                <a:xfrm>
                  <a:off x="8857922" y="3421062"/>
                  <a:ext cx="1199679" cy="13499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4463" h="10630" fill="norm" stroke="0">
                      <a:moveTo>
                        <a:pt x="17109" y="0"/>
                      </a:moveTo>
                      <a:cubicBezTo>
                        <a:pt x="17453" y="69"/>
                        <a:pt x="17797" y="137"/>
                        <a:pt x="18151" y="208"/>
                      </a:cubicBezTo>
                      <a:cubicBezTo>
                        <a:pt x="18151" y="1790"/>
                        <a:pt x="18151" y="3371"/>
                        <a:pt x="18151" y="5000"/>
                      </a:cubicBezTo>
                      <a:cubicBezTo>
                        <a:pt x="18357" y="5000"/>
                        <a:pt x="18563" y="5000"/>
                        <a:pt x="18776" y="5000"/>
                      </a:cubicBezTo>
                      <a:cubicBezTo>
                        <a:pt x="18766" y="4934"/>
                        <a:pt x="18756" y="4869"/>
                        <a:pt x="18746" y="4801"/>
                      </a:cubicBezTo>
                      <a:cubicBezTo>
                        <a:pt x="18705" y="4398"/>
                        <a:pt x="18695" y="4045"/>
                        <a:pt x="18925" y="3696"/>
                      </a:cubicBezTo>
                      <a:cubicBezTo>
                        <a:pt x="18990" y="3617"/>
                        <a:pt x="19058" y="3539"/>
                        <a:pt x="19127" y="3464"/>
                      </a:cubicBezTo>
                      <a:cubicBezTo>
                        <a:pt x="19158" y="3426"/>
                        <a:pt x="19189" y="3389"/>
                        <a:pt x="19221" y="3350"/>
                      </a:cubicBezTo>
                      <a:cubicBezTo>
                        <a:pt x="19325" y="3250"/>
                        <a:pt x="19325" y="3250"/>
                        <a:pt x="19609" y="3125"/>
                      </a:cubicBezTo>
                      <a:cubicBezTo>
                        <a:pt x="19953" y="3194"/>
                        <a:pt x="20297" y="3262"/>
                        <a:pt x="20651" y="3333"/>
                      </a:cubicBezTo>
                      <a:cubicBezTo>
                        <a:pt x="20651" y="4296"/>
                        <a:pt x="20651" y="5258"/>
                        <a:pt x="20651" y="6250"/>
                      </a:cubicBezTo>
                      <a:cubicBezTo>
                        <a:pt x="20857" y="6250"/>
                        <a:pt x="21063" y="6250"/>
                        <a:pt x="21276" y="6250"/>
                      </a:cubicBezTo>
                      <a:cubicBezTo>
                        <a:pt x="21269" y="6184"/>
                        <a:pt x="21261" y="6119"/>
                        <a:pt x="21254" y="6051"/>
                      </a:cubicBezTo>
                      <a:cubicBezTo>
                        <a:pt x="21215" y="5538"/>
                        <a:pt x="21239" y="5152"/>
                        <a:pt x="21549" y="4727"/>
                      </a:cubicBezTo>
                      <a:cubicBezTo>
                        <a:pt x="21561" y="4709"/>
                        <a:pt x="21561" y="4709"/>
                        <a:pt x="21624" y="4619"/>
                      </a:cubicBezTo>
                      <a:cubicBezTo>
                        <a:pt x="21703" y="4521"/>
                        <a:pt x="21703" y="4521"/>
                        <a:pt x="21901" y="4375"/>
                      </a:cubicBezTo>
                      <a:cubicBezTo>
                        <a:pt x="22107" y="4375"/>
                        <a:pt x="22313" y="4375"/>
                        <a:pt x="22526" y="4375"/>
                      </a:cubicBezTo>
                      <a:cubicBezTo>
                        <a:pt x="22526" y="4788"/>
                        <a:pt x="22526" y="5200"/>
                        <a:pt x="22526" y="5625"/>
                      </a:cubicBezTo>
                      <a:cubicBezTo>
                        <a:pt x="22732" y="5625"/>
                        <a:pt x="22938" y="5625"/>
                        <a:pt x="23151" y="5625"/>
                      </a:cubicBezTo>
                      <a:cubicBezTo>
                        <a:pt x="23151" y="5212"/>
                        <a:pt x="23151" y="4800"/>
                        <a:pt x="23151" y="4375"/>
                      </a:cubicBezTo>
                      <a:cubicBezTo>
                        <a:pt x="23357" y="4375"/>
                        <a:pt x="23563" y="4375"/>
                        <a:pt x="23776" y="4375"/>
                      </a:cubicBezTo>
                      <a:cubicBezTo>
                        <a:pt x="23791" y="4409"/>
                        <a:pt x="23791" y="4409"/>
                        <a:pt x="23867" y="4583"/>
                      </a:cubicBezTo>
                      <a:cubicBezTo>
                        <a:pt x="23906" y="4652"/>
                        <a:pt x="23944" y="4721"/>
                        <a:pt x="23984" y="4792"/>
                      </a:cubicBezTo>
                      <a:cubicBezTo>
                        <a:pt x="24259" y="4792"/>
                        <a:pt x="24534" y="4792"/>
                        <a:pt x="24817" y="4792"/>
                      </a:cubicBezTo>
                      <a:cubicBezTo>
                        <a:pt x="24886" y="4035"/>
                        <a:pt x="24955" y="3279"/>
                        <a:pt x="25026" y="2500"/>
                      </a:cubicBezTo>
                      <a:cubicBezTo>
                        <a:pt x="25232" y="2500"/>
                        <a:pt x="25438" y="2500"/>
                        <a:pt x="25651" y="2500"/>
                      </a:cubicBezTo>
                      <a:cubicBezTo>
                        <a:pt x="25813" y="2782"/>
                        <a:pt x="25813" y="2782"/>
                        <a:pt x="25844" y="2914"/>
                      </a:cubicBezTo>
                      <a:cubicBezTo>
                        <a:pt x="25851" y="2942"/>
                        <a:pt x="25857" y="2970"/>
                        <a:pt x="25865" y="3000"/>
                      </a:cubicBezTo>
                      <a:cubicBezTo>
                        <a:pt x="25871" y="3028"/>
                        <a:pt x="25878" y="3057"/>
                        <a:pt x="25885" y="3086"/>
                      </a:cubicBezTo>
                      <a:cubicBezTo>
                        <a:pt x="25900" y="3141"/>
                        <a:pt x="25916" y="3196"/>
                        <a:pt x="25932" y="3251"/>
                      </a:cubicBezTo>
                      <a:cubicBezTo>
                        <a:pt x="26003" y="3503"/>
                        <a:pt x="26071" y="3753"/>
                        <a:pt x="26117" y="4012"/>
                      </a:cubicBezTo>
                      <a:cubicBezTo>
                        <a:pt x="26154" y="4139"/>
                        <a:pt x="26218" y="4256"/>
                        <a:pt x="26276" y="4375"/>
                      </a:cubicBezTo>
                      <a:cubicBezTo>
                        <a:pt x="26482" y="4375"/>
                        <a:pt x="26688" y="4375"/>
                        <a:pt x="26901" y="4375"/>
                      </a:cubicBezTo>
                      <a:cubicBezTo>
                        <a:pt x="26901" y="3000"/>
                        <a:pt x="26901" y="1625"/>
                        <a:pt x="26901" y="208"/>
                      </a:cubicBezTo>
                      <a:cubicBezTo>
                        <a:pt x="27245" y="140"/>
                        <a:pt x="27588" y="71"/>
                        <a:pt x="27942" y="0"/>
                      </a:cubicBezTo>
                      <a:cubicBezTo>
                        <a:pt x="28151" y="208"/>
                        <a:pt x="28151" y="208"/>
                        <a:pt x="28176" y="309"/>
                      </a:cubicBezTo>
                      <a:cubicBezTo>
                        <a:pt x="28176" y="344"/>
                        <a:pt x="28176" y="379"/>
                        <a:pt x="28176" y="415"/>
                      </a:cubicBezTo>
                      <a:cubicBezTo>
                        <a:pt x="28176" y="436"/>
                        <a:pt x="28176" y="436"/>
                        <a:pt x="28177" y="538"/>
                      </a:cubicBezTo>
                      <a:cubicBezTo>
                        <a:pt x="28176" y="582"/>
                        <a:pt x="28175" y="626"/>
                        <a:pt x="28175" y="672"/>
                      </a:cubicBezTo>
                      <a:cubicBezTo>
                        <a:pt x="28175" y="719"/>
                        <a:pt x="28175" y="765"/>
                        <a:pt x="28175" y="814"/>
                      </a:cubicBezTo>
                      <a:cubicBezTo>
                        <a:pt x="28174" y="941"/>
                        <a:pt x="28173" y="1069"/>
                        <a:pt x="28172" y="1197"/>
                      </a:cubicBezTo>
                      <a:cubicBezTo>
                        <a:pt x="28171" y="1331"/>
                        <a:pt x="28171" y="1465"/>
                        <a:pt x="28170" y="1598"/>
                      </a:cubicBezTo>
                      <a:cubicBezTo>
                        <a:pt x="28170" y="1851"/>
                        <a:pt x="28168" y="2104"/>
                        <a:pt x="28166" y="2358"/>
                      </a:cubicBezTo>
                      <a:cubicBezTo>
                        <a:pt x="28164" y="2646"/>
                        <a:pt x="28162" y="2934"/>
                        <a:pt x="28161" y="3222"/>
                      </a:cubicBezTo>
                      <a:cubicBezTo>
                        <a:pt x="28159" y="3815"/>
                        <a:pt x="28155" y="4407"/>
                        <a:pt x="28151" y="5000"/>
                      </a:cubicBezTo>
                      <a:cubicBezTo>
                        <a:pt x="28252" y="5004"/>
                        <a:pt x="28353" y="5007"/>
                        <a:pt x="28455" y="5009"/>
                      </a:cubicBezTo>
                      <a:cubicBezTo>
                        <a:pt x="28483" y="5010"/>
                        <a:pt x="28512" y="5011"/>
                        <a:pt x="28542" y="5013"/>
                      </a:cubicBezTo>
                      <a:cubicBezTo>
                        <a:pt x="28675" y="5015"/>
                        <a:pt x="28755" y="5016"/>
                        <a:pt x="28862" y="4933"/>
                      </a:cubicBezTo>
                      <a:cubicBezTo>
                        <a:pt x="28922" y="4841"/>
                        <a:pt x="28960" y="4752"/>
                        <a:pt x="28997" y="4648"/>
                      </a:cubicBezTo>
                      <a:cubicBezTo>
                        <a:pt x="29005" y="4630"/>
                        <a:pt x="29005" y="4630"/>
                        <a:pt x="29045" y="4538"/>
                      </a:cubicBezTo>
                      <a:cubicBezTo>
                        <a:pt x="29097" y="4415"/>
                        <a:pt x="29145" y="4291"/>
                        <a:pt x="29192" y="4167"/>
                      </a:cubicBezTo>
                      <a:cubicBezTo>
                        <a:pt x="29232" y="4071"/>
                        <a:pt x="29271" y="3975"/>
                        <a:pt x="29310" y="3879"/>
                      </a:cubicBezTo>
                      <a:cubicBezTo>
                        <a:pt x="29413" y="3629"/>
                        <a:pt x="29512" y="3377"/>
                        <a:pt x="29609" y="3125"/>
                      </a:cubicBezTo>
                      <a:cubicBezTo>
                        <a:pt x="29964" y="3135"/>
                        <a:pt x="30335" y="3159"/>
                        <a:pt x="30651" y="3333"/>
                      </a:cubicBezTo>
                      <a:cubicBezTo>
                        <a:pt x="30938" y="3671"/>
                        <a:pt x="31019" y="4161"/>
                        <a:pt x="31115" y="4582"/>
                      </a:cubicBezTo>
                      <a:cubicBezTo>
                        <a:pt x="31153" y="4735"/>
                        <a:pt x="31187" y="4868"/>
                        <a:pt x="31276" y="5000"/>
                      </a:cubicBezTo>
                      <a:cubicBezTo>
                        <a:pt x="31466" y="5093"/>
                        <a:pt x="31621" y="5117"/>
                        <a:pt x="31824" y="5048"/>
                      </a:cubicBezTo>
                      <a:cubicBezTo>
                        <a:pt x="32045" y="4911"/>
                        <a:pt x="32134" y="4620"/>
                        <a:pt x="32228" y="4390"/>
                      </a:cubicBezTo>
                      <a:cubicBezTo>
                        <a:pt x="32243" y="4353"/>
                        <a:pt x="32258" y="4317"/>
                        <a:pt x="32274" y="4279"/>
                      </a:cubicBezTo>
                      <a:cubicBezTo>
                        <a:pt x="32317" y="4167"/>
                        <a:pt x="32317" y="4167"/>
                        <a:pt x="32353" y="4046"/>
                      </a:cubicBezTo>
                      <a:cubicBezTo>
                        <a:pt x="32394" y="3931"/>
                        <a:pt x="32394" y="3931"/>
                        <a:pt x="32526" y="3750"/>
                      </a:cubicBezTo>
                      <a:cubicBezTo>
                        <a:pt x="32732" y="3750"/>
                        <a:pt x="32938" y="3750"/>
                        <a:pt x="33151" y="3750"/>
                      </a:cubicBezTo>
                      <a:cubicBezTo>
                        <a:pt x="33151" y="4163"/>
                        <a:pt x="33151" y="4575"/>
                        <a:pt x="33151" y="5000"/>
                      </a:cubicBezTo>
                      <a:cubicBezTo>
                        <a:pt x="33357" y="5000"/>
                        <a:pt x="33563" y="5000"/>
                        <a:pt x="33776" y="5000"/>
                      </a:cubicBezTo>
                      <a:cubicBezTo>
                        <a:pt x="33774" y="4977"/>
                        <a:pt x="33774" y="4977"/>
                        <a:pt x="33766" y="4860"/>
                      </a:cubicBezTo>
                      <a:cubicBezTo>
                        <a:pt x="33666" y="3316"/>
                        <a:pt x="33666" y="3316"/>
                        <a:pt x="34049" y="2812"/>
                      </a:cubicBezTo>
                      <a:cubicBezTo>
                        <a:pt x="34061" y="2796"/>
                        <a:pt x="34061" y="2796"/>
                        <a:pt x="34124" y="2712"/>
                      </a:cubicBezTo>
                      <a:cubicBezTo>
                        <a:pt x="34293" y="2524"/>
                        <a:pt x="34473" y="2459"/>
                        <a:pt x="34721" y="2442"/>
                      </a:cubicBezTo>
                      <a:cubicBezTo>
                        <a:pt x="34841" y="2442"/>
                        <a:pt x="34907" y="2459"/>
                        <a:pt x="35026" y="2500"/>
                      </a:cubicBezTo>
                      <a:cubicBezTo>
                        <a:pt x="35165" y="2686"/>
                        <a:pt x="35209" y="2889"/>
                        <a:pt x="35260" y="3112"/>
                      </a:cubicBezTo>
                      <a:cubicBezTo>
                        <a:pt x="35283" y="3199"/>
                        <a:pt x="35306" y="3286"/>
                        <a:pt x="35330" y="3373"/>
                      </a:cubicBezTo>
                      <a:cubicBezTo>
                        <a:pt x="35345" y="3427"/>
                        <a:pt x="35359" y="3481"/>
                        <a:pt x="35371" y="3536"/>
                      </a:cubicBezTo>
                      <a:cubicBezTo>
                        <a:pt x="35408" y="3681"/>
                        <a:pt x="35443" y="3750"/>
                        <a:pt x="35551" y="3857"/>
                      </a:cubicBezTo>
                      <a:cubicBezTo>
                        <a:pt x="35651" y="3958"/>
                        <a:pt x="35651" y="3958"/>
                        <a:pt x="35675" y="4078"/>
                      </a:cubicBezTo>
                      <a:cubicBezTo>
                        <a:pt x="35673" y="4120"/>
                        <a:pt x="35672" y="4163"/>
                        <a:pt x="35671" y="4206"/>
                      </a:cubicBezTo>
                      <a:cubicBezTo>
                        <a:pt x="35670" y="4253"/>
                        <a:pt x="35670" y="4299"/>
                        <a:pt x="35669" y="4347"/>
                      </a:cubicBezTo>
                      <a:cubicBezTo>
                        <a:pt x="35667" y="4395"/>
                        <a:pt x="35666" y="4443"/>
                        <a:pt x="35664" y="4492"/>
                      </a:cubicBezTo>
                      <a:cubicBezTo>
                        <a:pt x="35663" y="4541"/>
                        <a:pt x="35662" y="4590"/>
                        <a:pt x="35661" y="4640"/>
                      </a:cubicBezTo>
                      <a:cubicBezTo>
                        <a:pt x="35659" y="4760"/>
                        <a:pt x="35655" y="4880"/>
                        <a:pt x="35651" y="5000"/>
                      </a:cubicBezTo>
                      <a:cubicBezTo>
                        <a:pt x="35857" y="5000"/>
                        <a:pt x="36063" y="5000"/>
                        <a:pt x="36276" y="5000"/>
                      </a:cubicBezTo>
                      <a:cubicBezTo>
                        <a:pt x="36276" y="3762"/>
                        <a:pt x="36276" y="2525"/>
                        <a:pt x="36276" y="1250"/>
                      </a:cubicBezTo>
                      <a:cubicBezTo>
                        <a:pt x="36482" y="1250"/>
                        <a:pt x="36688" y="1250"/>
                        <a:pt x="36901" y="1250"/>
                      </a:cubicBezTo>
                      <a:cubicBezTo>
                        <a:pt x="36902" y="1274"/>
                        <a:pt x="36902" y="1274"/>
                        <a:pt x="36910" y="1393"/>
                      </a:cubicBezTo>
                      <a:cubicBezTo>
                        <a:pt x="37023" y="3012"/>
                        <a:pt x="37023" y="3012"/>
                        <a:pt x="37449" y="3391"/>
                      </a:cubicBezTo>
                      <a:cubicBezTo>
                        <a:pt x="37700" y="3570"/>
                        <a:pt x="37969" y="3577"/>
                        <a:pt x="38268" y="3607"/>
                      </a:cubicBezTo>
                      <a:cubicBezTo>
                        <a:pt x="38457" y="3626"/>
                        <a:pt x="38612" y="3651"/>
                        <a:pt x="38776" y="3750"/>
                      </a:cubicBezTo>
                      <a:cubicBezTo>
                        <a:pt x="38969" y="4024"/>
                        <a:pt x="39042" y="4350"/>
                        <a:pt x="39118" y="4673"/>
                      </a:cubicBezTo>
                      <a:cubicBezTo>
                        <a:pt x="39124" y="4699"/>
                        <a:pt x="39130" y="4726"/>
                        <a:pt x="39137" y="4754"/>
                      </a:cubicBezTo>
                      <a:cubicBezTo>
                        <a:pt x="39162" y="4865"/>
                        <a:pt x="39188" y="4977"/>
                        <a:pt x="39209" y="5090"/>
                      </a:cubicBezTo>
                      <a:cubicBezTo>
                        <a:pt x="39215" y="5119"/>
                        <a:pt x="39220" y="5149"/>
                        <a:pt x="39226" y="5180"/>
                      </a:cubicBezTo>
                      <a:cubicBezTo>
                        <a:pt x="39231" y="5207"/>
                        <a:pt x="39236" y="5233"/>
                        <a:pt x="39241" y="5261"/>
                      </a:cubicBezTo>
                      <a:cubicBezTo>
                        <a:pt x="39277" y="5388"/>
                        <a:pt x="39342" y="5506"/>
                        <a:pt x="39401" y="5625"/>
                      </a:cubicBezTo>
                      <a:cubicBezTo>
                        <a:pt x="39607" y="5625"/>
                        <a:pt x="39813" y="5625"/>
                        <a:pt x="40026" y="5625"/>
                      </a:cubicBezTo>
                      <a:cubicBezTo>
                        <a:pt x="40026" y="4663"/>
                        <a:pt x="40026" y="3700"/>
                        <a:pt x="40026" y="2708"/>
                      </a:cubicBezTo>
                      <a:cubicBezTo>
                        <a:pt x="40370" y="2640"/>
                        <a:pt x="40713" y="2571"/>
                        <a:pt x="41067" y="2500"/>
                      </a:cubicBezTo>
                      <a:cubicBezTo>
                        <a:pt x="41276" y="2708"/>
                        <a:pt x="41276" y="2708"/>
                        <a:pt x="41301" y="2844"/>
                      </a:cubicBezTo>
                      <a:cubicBezTo>
                        <a:pt x="41300" y="2895"/>
                        <a:pt x="41300" y="2947"/>
                        <a:pt x="41300" y="3000"/>
                      </a:cubicBezTo>
                      <a:cubicBezTo>
                        <a:pt x="41300" y="3028"/>
                        <a:pt x="41300" y="3057"/>
                        <a:pt x="41300" y="3086"/>
                      </a:cubicBezTo>
                      <a:cubicBezTo>
                        <a:pt x="41299" y="3180"/>
                        <a:pt x="41298" y="3273"/>
                        <a:pt x="41296" y="3367"/>
                      </a:cubicBezTo>
                      <a:cubicBezTo>
                        <a:pt x="41296" y="3432"/>
                        <a:pt x="41295" y="3497"/>
                        <a:pt x="41295" y="3562"/>
                      </a:cubicBezTo>
                      <a:cubicBezTo>
                        <a:pt x="41295" y="3733"/>
                        <a:pt x="41292" y="3904"/>
                        <a:pt x="41290" y="4075"/>
                      </a:cubicBezTo>
                      <a:cubicBezTo>
                        <a:pt x="41288" y="4249"/>
                        <a:pt x="41287" y="4424"/>
                        <a:pt x="41286" y="4598"/>
                      </a:cubicBezTo>
                      <a:cubicBezTo>
                        <a:pt x="41284" y="4941"/>
                        <a:pt x="41280" y="5283"/>
                        <a:pt x="41276" y="5625"/>
                      </a:cubicBezTo>
                      <a:cubicBezTo>
                        <a:pt x="41299" y="5606"/>
                        <a:pt x="41322" y="5587"/>
                        <a:pt x="41346" y="5568"/>
                      </a:cubicBezTo>
                      <a:cubicBezTo>
                        <a:pt x="41452" y="5481"/>
                        <a:pt x="41559" y="5397"/>
                        <a:pt x="41666" y="5312"/>
                      </a:cubicBezTo>
                      <a:cubicBezTo>
                        <a:pt x="41703" y="5283"/>
                        <a:pt x="41739" y="5253"/>
                        <a:pt x="41776" y="5222"/>
                      </a:cubicBezTo>
                      <a:cubicBezTo>
                        <a:pt x="41996" y="5052"/>
                        <a:pt x="42160" y="4953"/>
                        <a:pt x="42443" y="4976"/>
                      </a:cubicBezTo>
                      <a:cubicBezTo>
                        <a:pt x="42526" y="5000"/>
                        <a:pt x="42526" y="5000"/>
                        <a:pt x="42587" y="5088"/>
                      </a:cubicBezTo>
                      <a:cubicBezTo>
                        <a:pt x="42595" y="5126"/>
                        <a:pt x="42603" y="5164"/>
                        <a:pt x="42611" y="5203"/>
                      </a:cubicBezTo>
                      <a:cubicBezTo>
                        <a:pt x="42658" y="5317"/>
                        <a:pt x="42658" y="5317"/>
                        <a:pt x="42734" y="5417"/>
                      </a:cubicBezTo>
                      <a:cubicBezTo>
                        <a:pt x="42970" y="5500"/>
                        <a:pt x="43202" y="5508"/>
                        <a:pt x="43450" y="5508"/>
                      </a:cubicBezTo>
                      <a:cubicBezTo>
                        <a:pt x="43484" y="5508"/>
                        <a:pt x="43517" y="5508"/>
                        <a:pt x="43552" y="5509"/>
                      </a:cubicBezTo>
                      <a:cubicBezTo>
                        <a:pt x="44087" y="5503"/>
                        <a:pt x="44087" y="5503"/>
                        <a:pt x="44295" y="5333"/>
                      </a:cubicBezTo>
                      <a:cubicBezTo>
                        <a:pt x="44457" y="5094"/>
                        <a:pt x="44517" y="4815"/>
                        <a:pt x="44575" y="4536"/>
                      </a:cubicBezTo>
                      <a:cubicBezTo>
                        <a:pt x="44629" y="4277"/>
                        <a:pt x="44702" y="4023"/>
                        <a:pt x="44780" y="3770"/>
                      </a:cubicBezTo>
                      <a:cubicBezTo>
                        <a:pt x="44811" y="3662"/>
                        <a:pt x="44836" y="3553"/>
                        <a:pt x="44860" y="3444"/>
                      </a:cubicBezTo>
                      <a:cubicBezTo>
                        <a:pt x="44888" y="3362"/>
                        <a:pt x="44888" y="3362"/>
                        <a:pt x="45026" y="3125"/>
                      </a:cubicBezTo>
                      <a:cubicBezTo>
                        <a:pt x="45232" y="3125"/>
                        <a:pt x="45438" y="3125"/>
                        <a:pt x="45651" y="3125"/>
                      </a:cubicBezTo>
                      <a:cubicBezTo>
                        <a:pt x="45651" y="3744"/>
                        <a:pt x="45651" y="4363"/>
                        <a:pt x="45651" y="5000"/>
                      </a:cubicBezTo>
                      <a:cubicBezTo>
                        <a:pt x="45857" y="5000"/>
                        <a:pt x="46063" y="5000"/>
                        <a:pt x="46276" y="5000"/>
                      </a:cubicBezTo>
                      <a:cubicBezTo>
                        <a:pt x="46346" y="4863"/>
                        <a:pt x="46346" y="4863"/>
                        <a:pt x="46346" y="4786"/>
                      </a:cubicBezTo>
                      <a:cubicBezTo>
                        <a:pt x="46354" y="4688"/>
                        <a:pt x="46354" y="4688"/>
                        <a:pt x="46484" y="4375"/>
                      </a:cubicBezTo>
                      <a:cubicBezTo>
                        <a:pt x="46828" y="4375"/>
                        <a:pt x="47172" y="4375"/>
                        <a:pt x="47526" y="4375"/>
                      </a:cubicBezTo>
                      <a:cubicBezTo>
                        <a:pt x="47526" y="3413"/>
                        <a:pt x="47526" y="2450"/>
                        <a:pt x="47526" y="1458"/>
                      </a:cubicBezTo>
                      <a:cubicBezTo>
                        <a:pt x="47870" y="1390"/>
                        <a:pt x="48213" y="1321"/>
                        <a:pt x="48567" y="1250"/>
                      </a:cubicBezTo>
                      <a:cubicBezTo>
                        <a:pt x="48776" y="1458"/>
                        <a:pt x="48776" y="1458"/>
                        <a:pt x="48801" y="1549"/>
                      </a:cubicBezTo>
                      <a:cubicBezTo>
                        <a:pt x="48801" y="1580"/>
                        <a:pt x="48801" y="1610"/>
                        <a:pt x="48801" y="1642"/>
                      </a:cubicBezTo>
                      <a:cubicBezTo>
                        <a:pt x="48801" y="1659"/>
                        <a:pt x="48801" y="1659"/>
                        <a:pt x="48802" y="1749"/>
                      </a:cubicBezTo>
                      <a:cubicBezTo>
                        <a:pt x="48801" y="1787"/>
                        <a:pt x="48800" y="1825"/>
                        <a:pt x="48800" y="1864"/>
                      </a:cubicBezTo>
                      <a:cubicBezTo>
                        <a:pt x="48800" y="1905"/>
                        <a:pt x="48800" y="1946"/>
                        <a:pt x="48800" y="1988"/>
                      </a:cubicBezTo>
                      <a:cubicBezTo>
                        <a:pt x="48799" y="2122"/>
                        <a:pt x="48798" y="2256"/>
                        <a:pt x="48796" y="2390"/>
                      </a:cubicBezTo>
                      <a:cubicBezTo>
                        <a:pt x="48796" y="2483"/>
                        <a:pt x="48795" y="2576"/>
                        <a:pt x="48795" y="2670"/>
                      </a:cubicBezTo>
                      <a:cubicBezTo>
                        <a:pt x="48795" y="2914"/>
                        <a:pt x="48792" y="3159"/>
                        <a:pt x="48790" y="3404"/>
                      </a:cubicBezTo>
                      <a:cubicBezTo>
                        <a:pt x="48788" y="3654"/>
                        <a:pt x="48787" y="3904"/>
                        <a:pt x="48786" y="4154"/>
                      </a:cubicBezTo>
                      <a:cubicBezTo>
                        <a:pt x="48784" y="4644"/>
                        <a:pt x="48780" y="5135"/>
                        <a:pt x="48776" y="5625"/>
                      </a:cubicBezTo>
                      <a:cubicBezTo>
                        <a:pt x="48807" y="5623"/>
                        <a:pt x="48837" y="5622"/>
                        <a:pt x="48869" y="5620"/>
                      </a:cubicBezTo>
                      <a:cubicBezTo>
                        <a:pt x="49009" y="5614"/>
                        <a:pt x="49149" y="5610"/>
                        <a:pt x="49289" y="5605"/>
                      </a:cubicBezTo>
                      <a:cubicBezTo>
                        <a:pt x="49337" y="5603"/>
                        <a:pt x="49386" y="5600"/>
                        <a:pt x="49436" y="5598"/>
                      </a:cubicBezTo>
                      <a:cubicBezTo>
                        <a:pt x="49570" y="5595"/>
                        <a:pt x="49687" y="5595"/>
                        <a:pt x="49817" y="5625"/>
                      </a:cubicBezTo>
                      <a:cubicBezTo>
                        <a:pt x="49946" y="5760"/>
                        <a:pt x="49955" y="5934"/>
                        <a:pt x="49956" y="6113"/>
                      </a:cubicBezTo>
                      <a:cubicBezTo>
                        <a:pt x="49979" y="6158"/>
                        <a:pt x="50002" y="6204"/>
                        <a:pt x="50026" y="6250"/>
                      </a:cubicBezTo>
                      <a:cubicBezTo>
                        <a:pt x="50232" y="6250"/>
                        <a:pt x="50438" y="6250"/>
                        <a:pt x="50651" y="6250"/>
                      </a:cubicBezTo>
                      <a:cubicBezTo>
                        <a:pt x="50651" y="5700"/>
                        <a:pt x="50651" y="5150"/>
                        <a:pt x="50651" y="4583"/>
                      </a:cubicBezTo>
                      <a:cubicBezTo>
                        <a:pt x="50995" y="4515"/>
                        <a:pt x="51338" y="4446"/>
                        <a:pt x="51692" y="4375"/>
                      </a:cubicBezTo>
                      <a:cubicBezTo>
                        <a:pt x="51757" y="4688"/>
                        <a:pt x="51757" y="4688"/>
                        <a:pt x="51773" y="4786"/>
                      </a:cubicBezTo>
                      <a:cubicBezTo>
                        <a:pt x="51801" y="4887"/>
                        <a:pt x="51819" y="4932"/>
                        <a:pt x="51901" y="5000"/>
                      </a:cubicBezTo>
                      <a:cubicBezTo>
                        <a:pt x="52112" y="5028"/>
                        <a:pt x="52314" y="5018"/>
                        <a:pt x="52526" y="5000"/>
                      </a:cubicBezTo>
                      <a:cubicBezTo>
                        <a:pt x="52525" y="4972"/>
                        <a:pt x="52524" y="4944"/>
                        <a:pt x="52523" y="4916"/>
                      </a:cubicBezTo>
                      <a:cubicBezTo>
                        <a:pt x="52515" y="4652"/>
                        <a:pt x="52508" y="4389"/>
                        <a:pt x="52504" y="4125"/>
                      </a:cubicBezTo>
                      <a:cubicBezTo>
                        <a:pt x="52502" y="3990"/>
                        <a:pt x="52499" y="3854"/>
                        <a:pt x="52494" y="3719"/>
                      </a:cubicBezTo>
                      <a:cubicBezTo>
                        <a:pt x="52489" y="3563"/>
                        <a:pt x="52487" y="3407"/>
                        <a:pt x="52485" y="3250"/>
                      </a:cubicBezTo>
                      <a:cubicBezTo>
                        <a:pt x="52483" y="3202"/>
                        <a:pt x="52481" y="3154"/>
                        <a:pt x="52479" y="3105"/>
                      </a:cubicBezTo>
                      <a:cubicBezTo>
                        <a:pt x="52479" y="2897"/>
                        <a:pt x="52479" y="2762"/>
                        <a:pt x="52618" y="2601"/>
                      </a:cubicBezTo>
                      <a:cubicBezTo>
                        <a:pt x="52694" y="2534"/>
                        <a:pt x="52770" y="2466"/>
                        <a:pt x="52846" y="2399"/>
                      </a:cubicBezTo>
                      <a:cubicBezTo>
                        <a:pt x="53018" y="2208"/>
                        <a:pt x="53016" y="1997"/>
                        <a:pt x="53029" y="1750"/>
                      </a:cubicBezTo>
                      <a:cubicBezTo>
                        <a:pt x="53033" y="1699"/>
                        <a:pt x="53037" y="1649"/>
                        <a:pt x="53041" y="1597"/>
                      </a:cubicBezTo>
                      <a:cubicBezTo>
                        <a:pt x="53052" y="1465"/>
                        <a:pt x="53060" y="1333"/>
                        <a:pt x="53068" y="1201"/>
                      </a:cubicBezTo>
                      <a:cubicBezTo>
                        <a:pt x="53076" y="1065"/>
                        <a:pt x="53087" y="930"/>
                        <a:pt x="53097" y="794"/>
                      </a:cubicBezTo>
                      <a:cubicBezTo>
                        <a:pt x="53117" y="530"/>
                        <a:pt x="53135" y="265"/>
                        <a:pt x="53151" y="0"/>
                      </a:cubicBezTo>
                      <a:cubicBezTo>
                        <a:pt x="53357" y="0"/>
                        <a:pt x="53563" y="0"/>
                        <a:pt x="53776" y="0"/>
                      </a:cubicBezTo>
                      <a:cubicBezTo>
                        <a:pt x="53776" y="1650"/>
                        <a:pt x="53776" y="3300"/>
                        <a:pt x="53776" y="5000"/>
                      </a:cubicBezTo>
                      <a:cubicBezTo>
                        <a:pt x="53982" y="5000"/>
                        <a:pt x="54188" y="5000"/>
                        <a:pt x="54401" y="5000"/>
                      </a:cubicBezTo>
                      <a:cubicBezTo>
                        <a:pt x="54397" y="4954"/>
                        <a:pt x="54394" y="4908"/>
                        <a:pt x="54391" y="4860"/>
                      </a:cubicBezTo>
                      <a:cubicBezTo>
                        <a:pt x="54288" y="3268"/>
                        <a:pt x="54288" y="3268"/>
                        <a:pt x="54758" y="2714"/>
                      </a:cubicBezTo>
                      <a:cubicBezTo>
                        <a:pt x="54921" y="2552"/>
                        <a:pt x="55062" y="2461"/>
                        <a:pt x="55293" y="2445"/>
                      </a:cubicBezTo>
                      <a:cubicBezTo>
                        <a:pt x="55418" y="2449"/>
                        <a:pt x="55530" y="2469"/>
                        <a:pt x="55651" y="2500"/>
                      </a:cubicBezTo>
                      <a:cubicBezTo>
                        <a:pt x="55697" y="3106"/>
                        <a:pt x="55725" y="3581"/>
                        <a:pt x="55325" y="4067"/>
                      </a:cubicBezTo>
                      <a:cubicBezTo>
                        <a:pt x="55295" y="4100"/>
                        <a:pt x="55265" y="4133"/>
                        <a:pt x="55234" y="4167"/>
                      </a:cubicBezTo>
                      <a:cubicBezTo>
                        <a:pt x="55340" y="4145"/>
                        <a:pt x="55446" y="4124"/>
                        <a:pt x="55552" y="4103"/>
                      </a:cubicBezTo>
                      <a:cubicBezTo>
                        <a:pt x="55645" y="4085"/>
                        <a:pt x="55737" y="4066"/>
                        <a:pt x="55830" y="4048"/>
                      </a:cubicBezTo>
                      <a:cubicBezTo>
                        <a:pt x="56078" y="3999"/>
                        <a:pt x="56324" y="3948"/>
                        <a:pt x="56570" y="3891"/>
                      </a:cubicBezTo>
                      <a:cubicBezTo>
                        <a:pt x="56616" y="3880"/>
                        <a:pt x="56663" y="3870"/>
                        <a:pt x="56711" y="3859"/>
                      </a:cubicBezTo>
                      <a:cubicBezTo>
                        <a:pt x="56802" y="3839"/>
                        <a:pt x="56892" y="3817"/>
                        <a:pt x="56981" y="3795"/>
                      </a:cubicBezTo>
                      <a:cubicBezTo>
                        <a:pt x="57278" y="3730"/>
                        <a:pt x="57278" y="3730"/>
                        <a:pt x="57450" y="3816"/>
                      </a:cubicBezTo>
                      <a:cubicBezTo>
                        <a:pt x="57591" y="4004"/>
                        <a:pt x="57547" y="4271"/>
                        <a:pt x="57539" y="4492"/>
                      </a:cubicBezTo>
                      <a:cubicBezTo>
                        <a:pt x="57538" y="4541"/>
                        <a:pt x="57537" y="4590"/>
                        <a:pt x="57536" y="4640"/>
                      </a:cubicBezTo>
                      <a:cubicBezTo>
                        <a:pt x="57534" y="4760"/>
                        <a:pt x="57530" y="4880"/>
                        <a:pt x="57526" y="5000"/>
                      </a:cubicBezTo>
                      <a:cubicBezTo>
                        <a:pt x="57732" y="5000"/>
                        <a:pt x="57938" y="5000"/>
                        <a:pt x="58151" y="5000"/>
                      </a:cubicBezTo>
                      <a:cubicBezTo>
                        <a:pt x="58151" y="4381"/>
                        <a:pt x="58151" y="3762"/>
                        <a:pt x="58151" y="3125"/>
                      </a:cubicBezTo>
                      <a:cubicBezTo>
                        <a:pt x="58776" y="3125"/>
                        <a:pt x="58776" y="3125"/>
                        <a:pt x="58966" y="3256"/>
                      </a:cubicBezTo>
                      <a:cubicBezTo>
                        <a:pt x="59042" y="3347"/>
                        <a:pt x="59042" y="3347"/>
                        <a:pt x="59114" y="3450"/>
                      </a:cubicBezTo>
                      <a:cubicBezTo>
                        <a:pt x="59141" y="3486"/>
                        <a:pt x="59167" y="3522"/>
                        <a:pt x="59194" y="3560"/>
                      </a:cubicBezTo>
                      <a:cubicBezTo>
                        <a:pt x="59458" y="3968"/>
                        <a:pt x="59488" y="4405"/>
                        <a:pt x="59539" y="4879"/>
                      </a:cubicBezTo>
                      <a:cubicBezTo>
                        <a:pt x="59591" y="5359"/>
                        <a:pt x="59655" y="5899"/>
                        <a:pt x="60026" y="6250"/>
                      </a:cubicBezTo>
                      <a:cubicBezTo>
                        <a:pt x="60155" y="6332"/>
                        <a:pt x="60267" y="6360"/>
                        <a:pt x="60420" y="6348"/>
                      </a:cubicBezTo>
                      <a:cubicBezTo>
                        <a:pt x="60619" y="6300"/>
                        <a:pt x="60724" y="6194"/>
                        <a:pt x="60832" y="6024"/>
                      </a:cubicBezTo>
                      <a:cubicBezTo>
                        <a:pt x="61002" y="5704"/>
                        <a:pt x="61078" y="5402"/>
                        <a:pt x="61102" y="5044"/>
                      </a:cubicBezTo>
                      <a:cubicBezTo>
                        <a:pt x="61163" y="4213"/>
                        <a:pt x="61163" y="4213"/>
                        <a:pt x="61276" y="3958"/>
                      </a:cubicBezTo>
                      <a:cubicBezTo>
                        <a:pt x="61531" y="3745"/>
                        <a:pt x="61883" y="3714"/>
                        <a:pt x="62206" y="3731"/>
                      </a:cubicBezTo>
                      <a:cubicBezTo>
                        <a:pt x="62317" y="3750"/>
                        <a:pt x="62317" y="3750"/>
                        <a:pt x="62453" y="3821"/>
                      </a:cubicBezTo>
                      <a:cubicBezTo>
                        <a:pt x="62568" y="4039"/>
                        <a:pt x="62548" y="4250"/>
                        <a:pt x="62539" y="4492"/>
                      </a:cubicBezTo>
                      <a:cubicBezTo>
                        <a:pt x="62538" y="4541"/>
                        <a:pt x="62537" y="4590"/>
                        <a:pt x="62536" y="4640"/>
                      </a:cubicBezTo>
                      <a:cubicBezTo>
                        <a:pt x="62534" y="4760"/>
                        <a:pt x="62530" y="4880"/>
                        <a:pt x="62526" y="5000"/>
                      </a:cubicBezTo>
                      <a:cubicBezTo>
                        <a:pt x="62549" y="4981"/>
                        <a:pt x="62572" y="4962"/>
                        <a:pt x="62596" y="4943"/>
                      </a:cubicBezTo>
                      <a:cubicBezTo>
                        <a:pt x="62702" y="4856"/>
                        <a:pt x="62809" y="4772"/>
                        <a:pt x="62916" y="4688"/>
                      </a:cubicBezTo>
                      <a:cubicBezTo>
                        <a:pt x="62935" y="4673"/>
                        <a:pt x="62935" y="4673"/>
                        <a:pt x="63026" y="4597"/>
                      </a:cubicBezTo>
                      <a:cubicBezTo>
                        <a:pt x="63235" y="4435"/>
                        <a:pt x="63407" y="4318"/>
                        <a:pt x="63678" y="4342"/>
                      </a:cubicBezTo>
                      <a:cubicBezTo>
                        <a:pt x="63880" y="4410"/>
                        <a:pt x="63983" y="4571"/>
                        <a:pt x="64101" y="4740"/>
                      </a:cubicBezTo>
                      <a:cubicBezTo>
                        <a:pt x="64129" y="4777"/>
                        <a:pt x="64156" y="4814"/>
                        <a:pt x="64184" y="4852"/>
                      </a:cubicBezTo>
                      <a:cubicBezTo>
                        <a:pt x="64384" y="5142"/>
                        <a:pt x="64490" y="5420"/>
                        <a:pt x="64530" y="5769"/>
                      </a:cubicBezTo>
                      <a:cubicBezTo>
                        <a:pt x="64546" y="5873"/>
                        <a:pt x="64560" y="5949"/>
                        <a:pt x="64609" y="6042"/>
                      </a:cubicBezTo>
                      <a:cubicBezTo>
                        <a:pt x="64740" y="6134"/>
                        <a:pt x="64876" y="6195"/>
                        <a:pt x="65026" y="6250"/>
                      </a:cubicBezTo>
                      <a:cubicBezTo>
                        <a:pt x="65024" y="6236"/>
                        <a:pt x="65024" y="6236"/>
                        <a:pt x="65013" y="6168"/>
                      </a:cubicBezTo>
                      <a:cubicBezTo>
                        <a:pt x="64954" y="5743"/>
                        <a:pt x="64928" y="5331"/>
                        <a:pt x="65160" y="4954"/>
                      </a:cubicBezTo>
                      <a:cubicBezTo>
                        <a:pt x="65421" y="4614"/>
                        <a:pt x="65710" y="4385"/>
                        <a:pt x="66134" y="4314"/>
                      </a:cubicBezTo>
                      <a:cubicBezTo>
                        <a:pt x="66299" y="4294"/>
                        <a:pt x="66462" y="4287"/>
                        <a:pt x="66627" y="4284"/>
                      </a:cubicBezTo>
                      <a:cubicBezTo>
                        <a:pt x="66660" y="4283"/>
                        <a:pt x="66692" y="4281"/>
                        <a:pt x="66726" y="4280"/>
                      </a:cubicBezTo>
                      <a:cubicBezTo>
                        <a:pt x="66941" y="4275"/>
                        <a:pt x="67120" y="4283"/>
                        <a:pt x="67318" y="4375"/>
                      </a:cubicBezTo>
                      <a:cubicBezTo>
                        <a:pt x="67402" y="4497"/>
                        <a:pt x="67436" y="4631"/>
                        <a:pt x="67460" y="4775"/>
                      </a:cubicBezTo>
                      <a:cubicBezTo>
                        <a:pt x="67474" y="4859"/>
                        <a:pt x="67474" y="4859"/>
                        <a:pt x="67526" y="5000"/>
                      </a:cubicBezTo>
                      <a:cubicBezTo>
                        <a:pt x="67670" y="5079"/>
                        <a:pt x="67847" y="5099"/>
                        <a:pt x="68007" y="5064"/>
                      </a:cubicBezTo>
                      <a:cubicBezTo>
                        <a:pt x="68100" y="5035"/>
                        <a:pt x="68139" y="5017"/>
                        <a:pt x="68193" y="4936"/>
                      </a:cubicBezTo>
                      <a:cubicBezTo>
                        <a:pt x="68236" y="4824"/>
                        <a:pt x="68264" y="4716"/>
                        <a:pt x="68280" y="4598"/>
                      </a:cubicBezTo>
                      <a:cubicBezTo>
                        <a:pt x="68295" y="4512"/>
                        <a:pt x="68295" y="4512"/>
                        <a:pt x="68359" y="4375"/>
                      </a:cubicBezTo>
                      <a:cubicBezTo>
                        <a:pt x="68497" y="4375"/>
                        <a:pt x="68634" y="4375"/>
                        <a:pt x="68776" y="4375"/>
                      </a:cubicBezTo>
                      <a:cubicBezTo>
                        <a:pt x="68776" y="3756"/>
                        <a:pt x="68776" y="3137"/>
                        <a:pt x="68776" y="2500"/>
                      </a:cubicBezTo>
                      <a:cubicBezTo>
                        <a:pt x="68982" y="2500"/>
                        <a:pt x="69188" y="2500"/>
                        <a:pt x="69401" y="2500"/>
                      </a:cubicBezTo>
                      <a:cubicBezTo>
                        <a:pt x="69401" y="2913"/>
                        <a:pt x="69401" y="3325"/>
                        <a:pt x="69401" y="3750"/>
                      </a:cubicBezTo>
                      <a:cubicBezTo>
                        <a:pt x="69607" y="3750"/>
                        <a:pt x="69813" y="3750"/>
                        <a:pt x="70026" y="3750"/>
                      </a:cubicBezTo>
                      <a:cubicBezTo>
                        <a:pt x="70026" y="3200"/>
                        <a:pt x="70026" y="2650"/>
                        <a:pt x="70026" y="2083"/>
                      </a:cubicBezTo>
                      <a:cubicBezTo>
                        <a:pt x="70193" y="2045"/>
                        <a:pt x="70361" y="2006"/>
                        <a:pt x="70534" y="1966"/>
                      </a:cubicBezTo>
                      <a:cubicBezTo>
                        <a:pt x="70586" y="1953"/>
                        <a:pt x="70639" y="1941"/>
                        <a:pt x="70693" y="1928"/>
                      </a:cubicBezTo>
                      <a:cubicBezTo>
                        <a:pt x="70734" y="1919"/>
                        <a:pt x="70776" y="1910"/>
                        <a:pt x="70819" y="1900"/>
                      </a:cubicBezTo>
                      <a:cubicBezTo>
                        <a:pt x="70841" y="1895"/>
                        <a:pt x="70841" y="1895"/>
                        <a:pt x="70948" y="1870"/>
                      </a:cubicBezTo>
                      <a:cubicBezTo>
                        <a:pt x="71086" y="1876"/>
                        <a:pt x="71139" y="1912"/>
                        <a:pt x="71232" y="2012"/>
                      </a:cubicBezTo>
                      <a:cubicBezTo>
                        <a:pt x="71322" y="2158"/>
                        <a:pt x="71303" y="2324"/>
                        <a:pt x="71300" y="2489"/>
                      </a:cubicBezTo>
                      <a:cubicBezTo>
                        <a:pt x="71300" y="2530"/>
                        <a:pt x="71300" y="2571"/>
                        <a:pt x="71300" y="2613"/>
                      </a:cubicBezTo>
                      <a:cubicBezTo>
                        <a:pt x="71299" y="2747"/>
                        <a:pt x="71298" y="2881"/>
                        <a:pt x="71296" y="3015"/>
                      </a:cubicBezTo>
                      <a:cubicBezTo>
                        <a:pt x="71296" y="3108"/>
                        <a:pt x="71295" y="3201"/>
                        <a:pt x="71295" y="3295"/>
                      </a:cubicBezTo>
                      <a:cubicBezTo>
                        <a:pt x="71295" y="3539"/>
                        <a:pt x="71292" y="3784"/>
                        <a:pt x="71290" y="4029"/>
                      </a:cubicBezTo>
                      <a:cubicBezTo>
                        <a:pt x="71288" y="4279"/>
                        <a:pt x="71287" y="4529"/>
                        <a:pt x="71286" y="4779"/>
                      </a:cubicBezTo>
                      <a:cubicBezTo>
                        <a:pt x="71284" y="5269"/>
                        <a:pt x="71280" y="5760"/>
                        <a:pt x="71276" y="6250"/>
                      </a:cubicBezTo>
                      <a:cubicBezTo>
                        <a:pt x="71482" y="6250"/>
                        <a:pt x="71688" y="6250"/>
                        <a:pt x="71901" y="6250"/>
                      </a:cubicBezTo>
                      <a:cubicBezTo>
                        <a:pt x="71901" y="5631"/>
                        <a:pt x="71901" y="5012"/>
                        <a:pt x="71901" y="4375"/>
                      </a:cubicBezTo>
                      <a:cubicBezTo>
                        <a:pt x="72526" y="4375"/>
                        <a:pt x="72526" y="4375"/>
                        <a:pt x="72724" y="4543"/>
                      </a:cubicBezTo>
                      <a:cubicBezTo>
                        <a:pt x="72777" y="4615"/>
                        <a:pt x="72828" y="4690"/>
                        <a:pt x="72877" y="4766"/>
                      </a:cubicBezTo>
                      <a:cubicBezTo>
                        <a:pt x="72904" y="4802"/>
                        <a:pt x="72931" y="4838"/>
                        <a:pt x="72959" y="4875"/>
                      </a:cubicBezTo>
                      <a:cubicBezTo>
                        <a:pt x="73141" y="5135"/>
                        <a:pt x="73181" y="5310"/>
                        <a:pt x="73151" y="5625"/>
                      </a:cubicBezTo>
                      <a:cubicBezTo>
                        <a:pt x="73357" y="5625"/>
                        <a:pt x="73563" y="5625"/>
                        <a:pt x="73776" y="5625"/>
                      </a:cubicBezTo>
                      <a:cubicBezTo>
                        <a:pt x="73776" y="4044"/>
                        <a:pt x="73776" y="2462"/>
                        <a:pt x="73776" y="833"/>
                      </a:cubicBezTo>
                      <a:cubicBezTo>
                        <a:pt x="74120" y="765"/>
                        <a:pt x="74463" y="696"/>
                        <a:pt x="74818" y="625"/>
                      </a:cubicBezTo>
                      <a:cubicBezTo>
                        <a:pt x="75026" y="833"/>
                        <a:pt x="75026" y="833"/>
                        <a:pt x="75051" y="945"/>
                      </a:cubicBezTo>
                      <a:cubicBezTo>
                        <a:pt x="75050" y="986"/>
                        <a:pt x="75050" y="1026"/>
                        <a:pt x="75050" y="1067"/>
                      </a:cubicBezTo>
                      <a:cubicBezTo>
                        <a:pt x="75049" y="1113"/>
                        <a:pt x="75049" y="1159"/>
                        <a:pt x="75049" y="1206"/>
                      </a:cubicBezTo>
                      <a:cubicBezTo>
                        <a:pt x="75048" y="1255"/>
                        <a:pt x="75047" y="1304"/>
                        <a:pt x="75046" y="1355"/>
                      </a:cubicBezTo>
                      <a:cubicBezTo>
                        <a:pt x="75046" y="1380"/>
                        <a:pt x="75046" y="1380"/>
                        <a:pt x="75045" y="1508"/>
                      </a:cubicBezTo>
                      <a:cubicBezTo>
                        <a:pt x="75045" y="1642"/>
                        <a:pt x="75042" y="1776"/>
                        <a:pt x="75040" y="1910"/>
                      </a:cubicBezTo>
                      <a:cubicBezTo>
                        <a:pt x="75038" y="2047"/>
                        <a:pt x="75037" y="2184"/>
                        <a:pt x="75036" y="2321"/>
                      </a:cubicBezTo>
                      <a:cubicBezTo>
                        <a:pt x="75034" y="2589"/>
                        <a:pt x="75030" y="2857"/>
                        <a:pt x="75026" y="3125"/>
                      </a:cubicBezTo>
                      <a:cubicBezTo>
                        <a:pt x="75438" y="3125"/>
                        <a:pt x="75851" y="3125"/>
                        <a:pt x="76276" y="3125"/>
                      </a:cubicBezTo>
                      <a:cubicBezTo>
                        <a:pt x="76263" y="3327"/>
                        <a:pt x="76250" y="3529"/>
                        <a:pt x="76237" y="3737"/>
                      </a:cubicBezTo>
                      <a:cubicBezTo>
                        <a:pt x="76218" y="4307"/>
                        <a:pt x="76218" y="4307"/>
                        <a:pt x="76337" y="4448"/>
                      </a:cubicBezTo>
                      <a:cubicBezTo>
                        <a:pt x="76473" y="4521"/>
                        <a:pt x="76610" y="4535"/>
                        <a:pt x="76762" y="4553"/>
                      </a:cubicBezTo>
                      <a:cubicBezTo>
                        <a:pt x="76808" y="4563"/>
                        <a:pt x="76854" y="4573"/>
                        <a:pt x="76901" y="4583"/>
                      </a:cubicBezTo>
                      <a:cubicBezTo>
                        <a:pt x="76960" y="4730"/>
                        <a:pt x="76940" y="4850"/>
                        <a:pt x="76901" y="5000"/>
                      </a:cubicBezTo>
                      <a:cubicBezTo>
                        <a:pt x="77110" y="5050"/>
                        <a:pt x="77324" y="5095"/>
                        <a:pt x="77526" y="5000"/>
                      </a:cubicBezTo>
                      <a:cubicBezTo>
                        <a:pt x="77682" y="4825"/>
                        <a:pt x="77765" y="4604"/>
                        <a:pt x="77853" y="4390"/>
                      </a:cubicBezTo>
                      <a:cubicBezTo>
                        <a:pt x="77868" y="4353"/>
                        <a:pt x="77883" y="4317"/>
                        <a:pt x="77899" y="4279"/>
                      </a:cubicBezTo>
                      <a:cubicBezTo>
                        <a:pt x="77942" y="4167"/>
                        <a:pt x="77942" y="4167"/>
                        <a:pt x="77978" y="4046"/>
                      </a:cubicBezTo>
                      <a:cubicBezTo>
                        <a:pt x="78019" y="3931"/>
                        <a:pt x="78019" y="3931"/>
                        <a:pt x="78151" y="3750"/>
                      </a:cubicBezTo>
                      <a:cubicBezTo>
                        <a:pt x="78357" y="3750"/>
                        <a:pt x="78563" y="3750"/>
                        <a:pt x="78776" y="3750"/>
                      </a:cubicBezTo>
                      <a:cubicBezTo>
                        <a:pt x="78776" y="4163"/>
                        <a:pt x="78776" y="4575"/>
                        <a:pt x="78776" y="5000"/>
                      </a:cubicBezTo>
                      <a:cubicBezTo>
                        <a:pt x="79601" y="5000"/>
                        <a:pt x="80426" y="5000"/>
                        <a:pt x="81276" y="5000"/>
                      </a:cubicBezTo>
                      <a:cubicBezTo>
                        <a:pt x="81276" y="4175"/>
                        <a:pt x="81276" y="3350"/>
                        <a:pt x="81276" y="2500"/>
                      </a:cubicBezTo>
                      <a:cubicBezTo>
                        <a:pt x="81901" y="2500"/>
                        <a:pt x="81901" y="2500"/>
                        <a:pt x="82097" y="2629"/>
                      </a:cubicBezTo>
                      <a:cubicBezTo>
                        <a:pt x="82176" y="2719"/>
                        <a:pt x="82176" y="2719"/>
                        <a:pt x="82250" y="2822"/>
                      </a:cubicBezTo>
                      <a:cubicBezTo>
                        <a:pt x="82263" y="2840"/>
                        <a:pt x="82263" y="2840"/>
                        <a:pt x="82330" y="2932"/>
                      </a:cubicBezTo>
                      <a:cubicBezTo>
                        <a:pt x="82671" y="3474"/>
                        <a:pt x="82595" y="4128"/>
                        <a:pt x="82569" y="4743"/>
                      </a:cubicBezTo>
                      <a:cubicBezTo>
                        <a:pt x="82562" y="4913"/>
                        <a:pt x="82560" y="5083"/>
                        <a:pt x="82556" y="5254"/>
                      </a:cubicBezTo>
                      <a:cubicBezTo>
                        <a:pt x="82550" y="5586"/>
                        <a:pt x="82539" y="5918"/>
                        <a:pt x="82526" y="6250"/>
                      </a:cubicBezTo>
                      <a:cubicBezTo>
                        <a:pt x="82629" y="6254"/>
                        <a:pt x="82731" y="6256"/>
                        <a:pt x="82834" y="6259"/>
                      </a:cubicBezTo>
                      <a:cubicBezTo>
                        <a:pt x="82863" y="6260"/>
                        <a:pt x="82892" y="6261"/>
                        <a:pt x="82923" y="6262"/>
                      </a:cubicBezTo>
                      <a:cubicBezTo>
                        <a:pt x="83007" y="6263"/>
                        <a:pt x="83007" y="6263"/>
                        <a:pt x="83151" y="6250"/>
                      </a:cubicBezTo>
                      <a:cubicBezTo>
                        <a:pt x="83218" y="6119"/>
                        <a:pt x="83226" y="6076"/>
                        <a:pt x="83229" y="5938"/>
                      </a:cubicBezTo>
                      <a:cubicBezTo>
                        <a:pt x="83247" y="5812"/>
                        <a:pt x="83269" y="5717"/>
                        <a:pt x="83359" y="5625"/>
                      </a:cubicBezTo>
                      <a:cubicBezTo>
                        <a:pt x="83694" y="5534"/>
                        <a:pt x="84063" y="5599"/>
                        <a:pt x="84401" y="5625"/>
                      </a:cubicBezTo>
                      <a:cubicBezTo>
                        <a:pt x="84401" y="5281"/>
                        <a:pt x="84401" y="4938"/>
                        <a:pt x="84401" y="4583"/>
                      </a:cubicBezTo>
                      <a:cubicBezTo>
                        <a:pt x="84745" y="4515"/>
                        <a:pt x="85088" y="4446"/>
                        <a:pt x="85442" y="4375"/>
                      </a:cubicBezTo>
                      <a:cubicBezTo>
                        <a:pt x="85464" y="4478"/>
                        <a:pt x="85485" y="4581"/>
                        <a:pt x="85507" y="4688"/>
                      </a:cubicBezTo>
                      <a:cubicBezTo>
                        <a:pt x="85539" y="4805"/>
                        <a:pt x="85573" y="4905"/>
                        <a:pt x="85651" y="5000"/>
                      </a:cubicBezTo>
                      <a:cubicBezTo>
                        <a:pt x="85847" y="5081"/>
                        <a:pt x="86073" y="5034"/>
                        <a:pt x="86276" y="5000"/>
                      </a:cubicBezTo>
                      <a:cubicBezTo>
                        <a:pt x="86272" y="4973"/>
                        <a:pt x="86269" y="4946"/>
                        <a:pt x="86266" y="4918"/>
                      </a:cubicBezTo>
                      <a:cubicBezTo>
                        <a:pt x="86209" y="4370"/>
                        <a:pt x="86216" y="3934"/>
                        <a:pt x="86549" y="3477"/>
                      </a:cubicBezTo>
                      <a:cubicBezTo>
                        <a:pt x="86574" y="3441"/>
                        <a:pt x="86598" y="3405"/>
                        <a:pt x="86624" y="3369"/>
                      </a:cubicBezTo>
                      <a:cubicBezTo>
                        <a:pt x="86703" y="3271"/>
                        <a:pt x="86703" y="3271"/>
                        <a:pt x="86901" y="3125"/>
                      </a:cubicBezTo>
                      <a:cubicBezTo>
                        <a:pt x="87107" y="3125"/>
                        <a:pt x="87313" y="3125"/>
                        <a:pt x="87526" y="3125"/>
                      </a:cubicBezTo>
                      <a:cubicBezTo>
                        <a:pt x="87526" y="3538"/>
                        <a:pt x="87526" y="3950"/>
                        <a:pt x="87526" y="4375"/>
                      </a:cubicBezTo>
                      <a:cubicBezTo>
                        <a:pt x="87732" y="4375"/>
                        <a:pt x="87938" y="4375"/>
                        <a:pt x="88151" y="4375"/>
                      </a:cubicBezTo>
                      <a:cubicBezTo>
                        <a:pt x="88146" y="4305"/>
                        <a:pt x="88141" y="4234"/>
                        <a:pt x="88136" y="4162"/>
                      </a:cubicBezTo>
                      <a:cubicBezTo>
                        <a:pt x="88100" y="3408"/>
                        <a:pt x="88100" y="3408"/>
                        <a:pt x="88236" y="3208"/>
                      </a:cubicBezTo>
                      <a:cubicBezTo>
                        <a:pt x="88311" y="3152"/>
                        <a:pt x="88385" y="3096"/>
                        <a:pt x="88461" y="3042"/>
                      </a:cubicBezTo>
                      <a:cubicBezTo>
                        <a:pt x="88730" y="2792"/>
                        <a:pt x="88726" y="2218"/>
                        <a:pt x="88776" y="1875"/>
                      </a:cubicBezTo>
                      <a:cubicBezTo>
                        <a:pt x="88982" y="1875"/>
                        <a:pt x="89188" y="1875"/>
                        <a:pt x="89401" y="1875"/>
                      </a:cubicBezTo>
                      <a:cubicBezTo>
                        <a:pt x="89397" y="1931"/>
                        <a:pt x="89394" y="1986"/>
                        <a:pt x="89391" y="2044"/>
                      </a:cubicBezTo>
                      <a:cubicBezTo>
                        <a:pt x="89380" y="2251"/>
                        <a:pt x="89372" y="2457"/>
                        <a:pt x="89366" y="2665"/>
                      </a:cubicBezTo>
                      <a:cubicBezTo>
                        <a:pt x="89363" y="2754"/>
                        <a:pt x="89359" y="2844"/>
                        <a:pt x="89354" y="2933"/>
                      </a:cubicBezTo>
                      <a:cubicBezTo>
                        <a:pt x="89318" y="3546"/>
                        <a:pt x="89318" y="3546"/>
                        <a:pt x="89401" y="3750"/>
                      </a:cubicBezTo>
                      <a:cubicBezTo>
                        <a:pt x="89520" y="3805"/>
                        <a:pt x="89588" y="3826"/>
                        <a:pt x="89713" y="3841"/>
                      </a:cubicBezTo>
                      <a:cubicBezTo>
                        <a:pt x="89837" y="3858"/>
                        <a:pt x="89931" y="3875"/>
                        <a:pt x="90026" y="3958"/>
                      </a:cubicBezTo>
                      <a:cubicBezTo>
                        <a:pt x="90139" y="4295"/>
                        <a:pt x="90087" y="4684"/>
                        <a:pt x="90069" y="5035"/>
                      </a:cubicBezTo>
                      <a:cubicBezTo>
                        <a:pt x="90062" y="5172"/>
                        <a:pt x="90060" y="5309"/>
                        <a:pt x="90056" y="5446"/>
                      </a:cubicBezTo>
                      <a:cubicBezTo>
                        <a:pt x="90050" y="5714"/>
                        <a:pt x="90039" y="5982"/>
                        <a:pt x="90026" y="6250"/>
                      </a:cubicBezTo>
                      <a:cubicBezTo>
                        <a:pt x="90232" y="6250"/>
                        <a:pt x="90438" y="6250"/>
                        <a:pt x="90651" y="6250"/>
                      </a:cubicBezTo>
                      <a:cubicBezTo>
                        <a:pt x="90647" y="6217"/>
                        <a:pt x="90647" y="6217"/>
                        <a:pt x="90629" y="6051"/>
                      </a:cubicBezTo>
                      <a:cubicBezTo>
                        <a:pt x="90590" y="5538"/>
                        <a:pt x="90614" y="5152"/>
                        <a:pt x="90924" y="4727"/>
                      </a:cubicBezTo>
                      <a:cubicBezTo>
                        <a:pt x="90949" y="4691"/>
                        <a:pt x="90973" y="4655"/>
                        <a:pt x="90999" y="4619"/>
                      </a:cubicBezTo>
                      <a:cubicBezTo>
                        <a:pt x="91101" y="4493"/>
                        <a:pt x="91188" y="4392"/>
                        <a:pt x="91353" y="4360"/>
                      </a:cubicBezTo>
                      <a:cubicBezTo>
                        <a:pt x="91537" y="4345"/>
                        <a:pt x="91717" y="4357"/>
                        <a:pt x="91901" y="4375"/>
                      </a:cubicBezTo>
                      <a:cubicBezTo>
                        <a:pt x="91897" y="4412"/>
                        <a:pt x="91894" y="4449"/>
                        <a:pt x="91891" y="4486"/>
                      </a:cubicBezTo>
                      <a:cubicBezTo>
                        <a:pt x="91811" y="5518"/>
                        <a:pt x="91811" y="5518"/>
                        <a:pt x="91962" y="5698"/>
                      </a:cubicBezTo>
                      <a:cubicBezTo>
                        <a:pt x="92098" y="5771"/>
                        <a:pt x="92235" y="5785"/>
                        <a:pt x="92387" y="5803"/>
                      </a:cubicBezTo>
                      <a:cubicBezTo>
                        <a:pt x="92432" y="5813"/>
                        <a:pt x="92479" y="5823"/>
                        <a:pt x="92526" y="5833"/>
                      </a:cubicBezTo>
                      <a:cubicBezTo>
                        <a:pt x="92590" y="5991"/>
                        <a:pt x="92560" y="6080"/>
                        <a:pt x="92526" y="6250"/>
                      </a:cubicBezTo>
                      <a:cubicBezTo>
                        <a:pt x="92732" y="6250"/>
                        <a:pt x="92938" y="6250"/>
                        <a:pt x="93151" y="6250"/>
                      </a:cubicBezTo>
                      <a:cubicBezTo>
                        <a:pt x="93151" y="4669"/>
                        <a:pt x="93151" y="3087"/>
                        <a:pt x="93151" y="1458"/>
                      </a:cubicBezTo>
                      <a:cubicBezTo>
                        <a:pt x="93495" y="1390"/>
                        <a:pt x="93838" y="1321"/>
                        <a:pt x="94192" y="1250"/>
                      </a:cubicBezTo>
                      <a:cubicBezTo>
                        <a:pt x="94427" y="1485"/>
                        <a:pt x="94427" y="1485"/>
                        <a:pt x="94431" y="1724"/>
                      </a:cubicBezTo>
                      <a:cubicBezTo>
                        <a:pt x="94431" y="1737"/>
                        <a:pt x="94431" y="1737"/>
                        <a:pt x="94433" y="1802"/>
                      </a:cubicBezTo>
                      <a:cubicBezTo>
                        <a:pt x="94435" y="1887"/>
                        <a:pt x="94436" y="1972"/>
                        <a:pt x="94436" y="2056"/>
                      </a:cubicBezTo>
                      <a:cubicBezTo>
                        <a:pt x="94436" y="2116"/>
                        <a:pt x="94437" y="2175"/>
                        <a:pt x="94438" y="2235"/>
                      </a:cubicBezTo>
                      <a:cubicBezTo>
                        <a:pt x="94439" y="2359"/>
                        <a:pt x="94440" y="2484"/>
                        <a:pt x="94439" y="2608"/>
                      </a:cubicBezTo>
                      <a:cubicBezTo>
                        <a:pt x="94439" y="2767"/>
                        <a:pt x="94442" y="2925"/>
                        <a:pt x="94446" y="3084"/>
                      </a:cubicBezTo>
                      <a:cubicBezTo>
                        <a:pt x="94448" y="3207"/>
                        <a:pt x="94449" y="3329"/>
                        <a:pt x="94449" y="3452"/>
                      </a:cubicBezTo>
                      <a:cubicBezTo>
                        <a:pt x="94449" y="3511"/>
                        <a:pt x="94450" y="3569"/>
                        <a:pt x="94451" y="3627"/>
                      </a:cubicBezTo>
                      <a:cubicBezTo>
                        <a:pt x="94463" y="4091"/>
                        <a:pt x="94463" y="4091"/>
                        <a:pt x="94307" y="4281"/>
                      </a:cubicBezTo>
                      <a:cubicBezTo>
                        <a:pt x="94232" y="4349"/>
                        <a:pt x="94156" y="4416"/>
                        <a:pt x="94080" y="4483"/>
                      </a:cubicBezTo>
                      <a:cubicBezTo>
                        <a:pt x="93916" y="4655"/>
                        <a:pt x="93919" y="4836"/>
                        <a:pt x="93913" y="5065"/>
                      </a:cubicBezTo>
                      <a:cubicBezTo>
                        <a:pt x="93911" y="5087"/>
                        <a:pt x="93911" y="5087"/>
                        <a:pt x="93903" y="5200"/>
                      </a:cubicBezTo>
                      <a:cubicBezTo>
                        <a:pt x="93894" y="5342"/>
                        <a:pt x="93886" y="5483"/>
                        <a:pt x="93880" y="5625"/>
                      </a:cubicBezTo>
                      <a:cubicBezTo>
                        <a:pt x="93871" y="5812"/>
                        <a:pt x="93860" y="5998"/>
                        <a:pt x="93847" y="6185"/>
                      </a:cubicBezTo>
                      <a:cubicBezTo>
                        <a:pt x="93846" y="6227"/>
                        <a:pt x="93845" y="6269"/>
                        <a:pt x="93844" y="6312"/>
                      </a:cubicBezTo>
                      <a:cubicBezTo>
                        <a:pt x="93831" y="6503"/>
                        <a:pt x="93819" y="6623"/>
                        <a:pt x="93681" y="6762"/>
                      </a:cubicBezTo>
                      <a:cubicBezTo>
                        <a:pt x="93663" y="6778"/>
                        <a:pt x="93663" y="6778"/>
                        <a:pt x="93568" y="6857"/>
                      </a:cubicBezTo>
                      <a:cubicBezTo>
                        <a:pt x="93310" y="7092"/>
                        <a:pt x="93298" y="7307"/>
                        <a:pt x="93280" y="7639"/>
                      </a:cubicBezTo>
                      <a:cubicBezTo>
                        <a:pt x="93278" y="7710"/>
                        <a:pt x="93275" y="7782"/>
                        <a:pt x="93273" y="7853"/>
                      </a:cubicBezTo>
                      <a:cubicBezTo>
                        <a:pt x="93269" y="7927"/>
                        <a:pt x="93265" y="8001"/>
                        <a:pt x="93261" y="8076"/>
                      </a:cubicBezTo>
                      <a:cubicBezTo>
                        <a:pt x="93250" y="8269"/>
                        <a:pt x="93242" y="8463"/>
                        <a:pt x="93234" y="8657"/>
                      </a:cubicBezTo>
                      <a:cubicBezTo>
                        <a:pt x="93226" y="8856"/>
                        <a:pt x="93215" y="9054"/>
                        <a:pt x="93205" y="9252"/>
                      </a:cubicBezTo>
                      <a:cubicBezTo>
                        <a:pt x="93184" y="9640"/>
                        <a:pt x="93167" y="10028"/>
                        <a:pt x="93151" y="10417"/>
                      </a:cubicBezTo>
                      <a:cubicBezTo>
                        <a:pt x="92982" y="10458"/>
                        <a:pt x="92813" y="10496"/>
                        <a:pt x="92643" y="10534"/>
                      </a:cubicBezTo>
                      <a:cubicBezTo>
                        <a:pt x="92619" y="10540"/>
                        <a:pt x="92619" y="10540"/>
                        <a:pt x="92498" y="10569"/>
                      </a:cubicBezTo>
                      <a:cubicBezTo>
                        <a:pt x="92475" y="10574"/>
                        <a:pt x="92475" y="10574"/>
                        <a:pt x="92357" y="10600"/>
                      </a:cubicBezTo>
                      <a:cubicBezTo>
                        <a:pt x="92315" y="10610"/>
                        <a:pt x="92272" y="10619"/>
                        <a:pt x="92229" y="10630"/>
                      </a:cubicBezTo>
                      <a:cubicBezTo>
                        <a:pt x="92109" y="10625"/>
                        <a:pt x="92109" y="10625"/>
                        <a:pt x="91991" y="10544"/>
                      </a:cubicBezTo>
                      <a:cubicBezTo>
                        <a:pt x="91873" y="10377"/>
                        <a:pt x="91872" y="10267"/>
                        <a:pt x="91877" y="10068"/>
                      </a:cubicBezTo>
                      <a:cubicBezTo>
                        <a:pt x="91877" y="10033"/>
                        <a:pt x="91877" y="9999"/>
                        <a:pt x="91877" y="9963"/>
                      </a:cubicBezTo>
                      <a:cubicBezTo>
                        <a:pt x="91877" y="9849"/>
                        <a:pt x="91879" y="9735"/>
                        <a:pt x="91880" y="9622"/>
                      </a:cubicBezTo>
                      <a:cubicBezTo>
                        <a:pt x="91881" y="9543"/>
                        <a:pt x="91881" y="9463"/>
                        <a:pt x="91881" y="9384"/>
                      </a:cubicBezTo>
                      <a:cubicBezTo>
                        <a:pt x="91882" y="9176"/>
                        <a:pt x="91884" y="8969"/>
                        <a:pt x="91886" y="8761"/>
                      </a:cubicBezTo>
                      <a:cubicBezTo>
                        <a:pt x="91889" y="8548"/>
                        <a:pt x="91890" y="8336"/>
                        <a:pt x="91891" y="8124"/>
                      </a:cubicBezTo>
                      <a:cubicBezTo>
                        <a:pt x="91893" y="7707"/>
                        <a:pt x="91896" y="7291"/>
                        <a:pt x="91901" y="6875"/>
                      </a:cubicBezTo>
                      <a:cubicBezTo>
                        <a:pt x="91800" y="6872"/>
                        <a:pt x="91699" y="6869"/>
                        <a:pt x="91597" y="6867"/>
                      </a:cubicBezTo>
                      <a:cubicBezTo>
                        <a:pt x="91569" y="6866"/>
                        <a:pt x="91540" y="6865"/>
                        <a:pt x="91511" y="6864"/>
                      </a:cubicBezTo>
                      <a:cubicBezTo>
                        <a:pt x="91383" y="6862"/>
                        <a:pt x="91296" y="6863"/>
                        <a:pt x="91186" y="6932"/>
                      </a:cubicBezTo>
                      <a:cubicBezTo>
                        <a:pt x="91119" y="7013"/>
                        <a:pt x="91082" y="7090"/>
                        <a:pt x="91041" y="7188"/>
                      </a:cubicBezTo>
                      <a:cubicBezTo>
                        <a:pt x="91025" y="7222"/>
                        <a:pt x="91009" y="7257"/>
                        <a:pt x="90992" y="7293"/>
                      </a:cubicBezTo>
                      <a:cubicBezTo>
                        <a:pt x="90730" y="7937"/>
                        <a:pt x="90712" y="8689"/>
                        <a:pt x="90651" y="9375"/>
                      </a:cubicBezTo>
                      <a:cubicBezTo>
                        <a:pt x="90121" y="9424"/>
                        <a:pt x="90121" y="9424"/>
                        <a:pt x="89919" y="9320"/>
                      </a:cubicBezTo>
                      <a:cubicBezTo>
                        <a:pt x="89827" y="9236"/>
                        <a:pt x="89759" y="9152"/>
                        <a:pt x="89687" y="9050"/>
                      </a:cubicBezTo>
                      <a:cubicBezTo>
                        <a:pt x="89661" y="9014"/>
                        <a:pt x="89635" y="8978"/>
                        <a:pt x="89607" y="8942"/>
                      </a:cubicBezTo>
                      <a:cubicBezTo>
                        <a:pt x="89338" y="8529"/>
                        <a:pt x="89300" y="8061"/>
                        <a:pt x="89271" y="7578"/>
                      </a:cubicBezTo>
                      <a:cubicBezTo>
                        <a:pt x="89269" y="7547"/>
                        <a:pt x="89266" y="7516"/>
                        <a:pt x="89264" y="7484"/>
                      </a:cubicBezTo>
                      <a:cubicBezTo>
                        <a:pt x="89259" y="7425"/>
                        <a:pt x="89256" y="7367"/>
                        <a:pt x="89256" y="7308"/>
                      </a:cubicBezTo>
                      <a:cubicBezTo>
                        <a:pt x="89249" y="7228"/>
                        <a:pt x="89249" y="7228"/>
                        <a:pt x="89192" y="7083"/>
                      </a:cubicBezTo>
                      <a:cubicBezTo>
                        <a:pt x="89097" y="7033"/>
                        <a:pt x="89097" y="7033"/>
                        <a:pt x="88983" y="6987"/>
                      </a:cubicBezTo>
                      <a:cubicBezTo>
                        <a:pt x="88786" y="6901"/>
                        <a:pt x="88786" y="6901"/>
                        <a:pt x="88739" y="6785"/>
                      </a:cubicBezTo>
                      <a:cubicBezTo>
                        <a:pt x="88727" y="6669"/>
                        <a:pt x="88729" y="6560"/>
                        <a:pt x="88735" y="6445"/>
                      </a:cubicBezTo>
                      <a:cubicBezTo>
                        <a:pt x="88735" y="6424"/>
                        <a:pt x="88735" y="6424"/>
                        <a:pt x="88737" y="6319"/>
                      </a:cubicBezTo>
                      <a:cubicBezTo>
                        <a:pt x="88739" y="6188"/>
                        <a:pt x="88745" y="6056"/>
                        <a:pt x="88750" y="5925"/>
                      </a:cubicBezTo>
                      <a:cubicBezTo>
                        <a:pt x="88752" y="5835"/>
                        <a:pt x="88754" y="5746"/>
                        <a:pt x="88755" y="5656"/>
                      </a:cubicBezTo>
                      <a:cubicBezTo>
                        <a:pt x="88760" y="5438"/>
                        <a:pt x="88767" y="5219"/>
                        <a:pt x="88776" y="5000"/>
                      </a:cubicBezTo>
                      <a:cubicBezTo>
                        <a:pt x="88570" y="5000"/>
                        <a:pt x="88363" y="5000"/>
                        <a:pt x="88151" y="5000"/>
                      </a:cubicBezTo>
                      <a:cubicBezTo>
                        <a:pt x="88153" y="5073"/>
                        <a:pt x="88156" y="5146"/>
                        <a:pt x="88158" y="5221"/>
                      </a:cubicBezTo>
                      <a:cubicBezTo>
                        <a:pt x="88160" y="5316"/>
                        <a:pt x="88162" y="5412"/>
                        <a:pt x="88164" y="5508"/>
                      </a:cubicBezTo>
                      <a:cubicBezTo>
                        <a:pt x="88166" y="5556"/>
                        <a:pt x="88167" y="5604"/>
                        <a:pt x="88169" y="5653"/>
                      </a:cubicBezTo>
                      <a:cubicBezTo>
                        <a:pt x="88170" y="5676"/>
                        <a:pt x="88170" y="5676"/>
                        <a:pt x="88171" y="5794"/>
                      </a:cubicBezTo>
                      <a:cubicBezTo>
                        <a:pt x="88172" y="5815"/>
                        <a:pt x="88172" y="5815"/>
                        <a:pt x="88175" y="5922"/>
                      </a:cubicBezTo>
                      <a:cubicBezTo>
                        <a:pt x="88151" y="6042"/>
                        <a:pt x="88151" y="6042"/>
                        <a:pt x="87942" y="6250"/>
                      </a:cubicBezTo>
                      <a:cubicBezTo>
                        <a:pt x="87599" y="6250"/>
                        <a:pt x="87255" y="6250"/>
                        <a:pt x="86901" y="6250"/>
                      </a:cubicBezTo>
                      <a:cubicBezTo>
                        <a:pt x="86901" y="7075"/>
                        <a:pt x="86901" y="7900"/>
                        <a:pt x="86901" y="8750"/>
                      </a:cubicBezTo>
                      <a:cubicBezTo>
                        <a:pt x="86276" y="8750"/>
                        <a:pt x="86276" y="8750"/>
                        <a:pt x="86078" y="8626"/>
                      </a:cubicBezTo>
                      <a:cubicBezTo>
                        <a:pt x="85999" y="8538"/>
                        <a:pt x="85999" y="8538"/>
                        <a:pt x="85924" y="8438"/>
                      </a:cubicBezTo>
                      <a:cubicBezTo>
                        <a:pt x="85911" y="8420"/>
                        <a:pt x="85911" y="8420"/>
                        <a:pt x="85844" y="8332"/>
                      </a:cubicBezTo>
                      <a:cubicBezTo>
                        <a:pt x="85467" y="7740"/>
                        <a:pt x="85603" y="6918"/>
                        <a:pt x="85651" y="6250"/>
                      </a:cubicBezTo>
                      <a:cubicBezTo>
                        <a:pt x="85445" y="6250"/>
                        <a:pt x="85238" y="6250"/>
                        <a:pt x="85026" y="6250"/>
                      </a:cubicBezTo>
                      <a:cubicBezTo>
                        <a:pt x="85026" y="6869"/>
                        <a:pt x="85026" y="7488"/>
                        <a:pt x="85026" y="8125"/>
                      </a:cubicBezTo>
                      <a:cubicBezTo>
                        <a:pt x="84401" y="8125"/>
                        <a:pt x="84401" y="8125"/>
                        <a:pt x="84203" y="7988"/>
                      </a:cubicBezTo>
                      <a:cubicBezTo>
                        <a:pt x="84150" y="7931"/>
                        <a:pt x="84099" y="7873"/>
                        <a:pt x="84049" y="7812"/>
                      </a:cubicBezTo>
                      <a:cubicBezTo>
                        <a:pt x="84022" y="7783"/>
                        <a:pt x="83995" y="7753"/>
                        <a:pt x="83967" y="7722"/>
                      </a:cubicBezTo>
                      <a:cubicBezTo>
                        <a:pt x="83902" y="7649"/>
                        <a:pt x="83838" y="7575"/>
                        <a:pt x="83776" y="7500"/>
                      </a:cubicBezTo>
                      <a:cubicBezTo>
                        <a:pt x="83773" y="7545"/>
                        <a:pt x="83770" y="7590"/>
                        <a:pt x="83767" y="7637"/>
                      </a:cubicBezTo>
                      <a:cubicBezTo>
                        <a:pt x="83754" y="7840"/>
                        <a:pt x="83678" y="7922"/>
                        <a:pt x="83568" y="8125"/>
                      </a:cubicBezTo>
                      <a:cubicBezTo>
                        <a:pt x="83224" y="8125"/>
                        <a:pt x="82880" y="8125"/>
                        <a:pt x="82526" y="8125"/>
                      </a:cubicBezTo>
                      <a:cubicBezTo>
                        <a:pt x="82526" y="8881"/>
                        <a:pt x="82526" y="9637"/>
                        <a:pt x="82526" y="10417"/>
                      </a:cubicBezTo>
                      <a:cubicBezTo>
                        <a:pt x="82182" y="10485"/>
                        <a:pt x="81838" y="10554"/>
                        <a:pt x="81484" y="10625"/>
                      </a:cubicBezTo>
                      <a:cubicBezTo>
                        <a:pt x="81276" y="10417"/>
                        <a:pt x="81276" y="10417"/>
                        <a:pt x="81250" y="10326"/>
                      </a:cubicBezTo>
                      <a:cubicBezTo>
                        <a:pt x="81250" y="10295"/>
                        <a:pt x="81251" y="10265"/>
                        <a:pt x="81251" y="10233"/>
                      </a:cubicBezTo>
                      <a:cubicBezTo>
                        <a:pt x="81251" y="10216"/>
                        <a:pt x="81251" y="10216"/>
                        <a:pt x="81250" y="10126"/>
                      </a:cubicBezTo>
                      <a:cubicBezTo>
                        <a:pt x="81251" y="10088"/>
                        <a:pt x="81251" y="10050"/>
                        <a:pt x="81252" y="10011"/>
                      </a:cubicBezTo>
                      <a:cubicBezTo>
                        <a:pt x="81252" y="9970"/>
                        <a:pt x="81252" y="9929"/>
                        <a:pt x="81252" y="9887"/>
                      </a:cubicBezTo>
                      <a:cubicBezTo>
                        <a:pt x="81252" y="9753"/>
                        <a:pt x="81254" y="9619"/>
                        <a:pt x="81255" y="9485"/>
                      </a:cubicBezTo>
                      <a:cubicBezTo>
                        <a:pt x="81256" y="9392"/>
                        <a:pt x="81256" y="9299"/>
                        <a:pt x="81256" y="9205"/>
                      </a:cubicBezTo>
                      <a:cubicBezTo>
                        <a:pt x="81257" y="8961"/>
                        <a:pt x="81259" y="8716"/>
                        <a:pt x="81261" y="8471"/>
                      </a:cubicBezTo>
                      <a:cubicBezTo>
                        <a:pt x="81264" y="8221"/>
                        <a:pt x="81265" y="7971"/>
                        <a:pt x="81266" y="7721"/>
                      </a:cubicBezTo>
                      <a:cubicBezTo>
                        <a:pt x="81268" y="7231"/>
                        <a:pt x="81271" y="6740"/>
                        <a:pt x="81276" y="6250"/>
                      </a:cubicBezTo>
                      <a:cubicBezTo>
                        <a:pt x="81247" y="6252"/>
                        <a:pt x="81218" y="6253"/>
                        <a:pt x="81188" y="6255"/>
                      </a:cubicBezTo>
                      <a:cubicBezTo>
                        <a:pt x="80185" y="6304"/>
                        <a:pt x="80185" y="6304"/>
                        <a:pt x="79855" y="6036"/>
                      </a:cubicBezTo>
                      <a:cubicBezTo>
                        <a:pt x="79821" y="6004"/>
                        <a:pt x="79787" y="5971"/>
                        <a:pt x="79752" y="5938"/>
                      </a:cubicBezTo>
                      <a:cubicBezTo>
                        <a:pt x="79636" y="5834"/>
                        <a:pt x="79520" y="5731"/>
                        <a:pt x="79401" y="5625"/>
                      </a:cubicBezTo>
                      <a:cubicBezTo>
                        <a:pt x="79401" y="6175"/>
                        <a:pt x="79401" y="6725"/>
                        <a:pt x="79401" y="7292"/>
                      </a:cubicBezTo>
                      <a:cubicBezTo>
                        <a:pt x="79233" y="7330"/>
                        <a:pt x="79066" y="7369"/>
                        <a:pt x="78893" y="7409"/>
                      </a:cubicBezTo>
                      <a:cubicBezTo>
                        <a:pt x="78841" y="7422"/>
                        <a:pt x="78788" y="7434"/>
                        <a:pt x="78734" y="7447"/>
                      </a:cubicBezTo>
                      <a:cubicBezTo>
                        <a:pt x="78400" y="7519"/>
                        <a:pt x="78400" y="7519"/>
                        <a:pt x="78222" y="7435"/>
                      </a:cubicBezTo>
                      <a:cubicBezTo>
                        <a:pt x="78087" y="7246"/>
                        <a:pt x="78130" y="6978"/>
                        <a:pt x="78138" y="6758"/>
                      </a:cubicBezTo>
                      <a:cubicBezTo>
                        <a:pt x="78139" y="6709"/>
                        <a:pt x="78140" y="6660"/>
                        <a:pt x="78141" y="6610"/>
                      </a:cubicBezTo>
                      <a:cubicBezTo>
                        <a:pt x="78143" y="6490"/>
                        <a:pt x="78146" y="6370"/>
                        <a:pt x="78151" y="6250"/>
                      </a:cubicBezTo>
                      <a:cubicBezTo>
                        <a:pt x="78105" y="6254"/>
                        <a:pt x="78059" y="6259"/>
                        <a:pt x="78011" y="6263"/>
                      </a:cubicBezTo>
                      <a:cubicBezTo>
                        <a:pt x="76589" y="6386"/>
                        <a:pt x="76589" y="6386"/>
                        <a:pt x="76188" y="6079"/>
                      </a:cubicBezTo>
                      <a:cubicBezTo>
                        <a:pt x="75948" y="5875"/>
                        <a:pt x="75682" y="5618"/>
                        <a:pt x="75632" y="5296"/>
                      </a:cubicBezTo>
                      <a:cubicBezTo>
                        <a:pt x="75631" y="5181"/>
                        <a:pt x="75631" y="5181"/>
                        <a:pt x="75651" y="5000"/>
                      </a:cubicBezTo>
                      <a:cubicBezTo>
                        <a:pt x="75445" y="5000"/>
                        <a:pt x="75238" y="5000"/>
                        <a:pt x="75026" y="5000"/>
                      </a:cubicBezTo>
                      <a:cubicBezTo>
                        <a:pt x="75035" y="5083"/>
                        <a:pt x="75045" y="5166"/>
                        <a:pt x="75055" y="5251"/>
                      </a:cubicBezTo>
                      <a:cubicBezTo>
                        <a:pt x="75138" y="6148"/>
                        <a:pt x="75138" y="6148"/>
                        <a:pt x="74891" y="6465"/>
                      </a:cubicBezTo>
                      <a:cubicBezTo>
                        <a:pt x="74328" y="7005"/>
                        <a:pt x="73471" y="7027"/>
                        <a:pt x="72734" y="7083"/>
                      </a:cubicBezTo>
                      <a:cubicBezTo>
                        <a:pt x="72734" y="7095"/>
                        <a:pt x="72734" y="7095"/>
                        <a:pt x="72730" y="7157"/>
                      </a:cubicBezTo>
                      <a:cubicBezTo>
                        <a:pt x="72717" y="7414"/>
                        <a:pt x="72699" y="7671"/>
                        <a:pt x="72680" y="7928"/>
                      </a:cubicBezTo>
                      <a:cubicBezTo>
                        <a:pt x="72673" y="8023"/>
                        <a:pt x="72667" y="8118"/>
                        <a:pt x="72662" y="8214"/>
                      </a:cubicBezTo>
                      <a:cubicBezTo>
                        <a:pt x="72634" y="8757"/>
                        <a:pt x="72564" y="9200"/>
                        <a:pt x="72244" y="9652"/>
                      </a:cubicBezTo>
                      <a:cubicBezTo>
                        <a:pt x="72219" y="9687"/>
                        <a:pt x="72195" y="9723"/>
                        <a:pt x="72171" y="9759"/>
                      </a:cubicBezTo>
                      <a:cubicBezTo>
                        <a:pt x="72094" y="9856"/>
                        <a:pt x="72094" y="9856"/>
                        <a:pt x="71901" y="10000"/>
                      </a:cubicBezTo>
                      <a:cubicBezTo>
                        <a:pt x="71695" y="10000"/>
                        <a:pt x="71488" y="10000"/>
                        <a:pt x="71276" y="10000"/>
                      </a:cubicBezTo>
                      <a:cubicBezTo>
                        <a:pt x="71276" y="9381"/>
                        <a:pt x="71276" y="8762"/>
                        <a:pt x="71276" y="8125"/>
                      </a:cubicBezTo>
                      <a:cubicBezTo>
                        <a:pt x="71070" y="8125"/>
                        <a:pt x="70863" y="8125"/>
                        <a:pt x="70651" y="8125"/>
                      </a:cubicBezTo>
                      <a:cubicBezTo>
                        <a:pt x="70547" y="8259"/>
                        <a:pt x="70532" y="8284"/>
                        <a:pt x="70507" y="8438"/>
                      </a:cubicBezTo>
                      <a:cubicBezTo>
                        <a:pt x="70486" y="8541"/>
                        <a:pt x="70465" y="8644"/>
                        <a:pt x="70442" y="8750"/>
                      </a:cubicBezTo>
                      <a:cubicBezTo>
                        <a:pt x="70099" y="8681"/>
                        <a:pt x="69755" y="8613"/>
                        <a:pt x="69401" y="8542"/>
                      </a:cubicBezTo>
                      <a:cubicBezTo>
                        <a:pt x="69401" y="7579"/>
                        <a:pt x="69401" y="6617"/>
                        <a:pt x="69401" y="5625"/>
                      </a:cubicBezTo>
                      <a:cubicBezTo>
                        <a:pt x="69195" y="5625"/>
                        <a:pt x="68988" y="5625"/>
                        <a:pt x="68776" y="5625"/>
                      </a:cubicBezTo>
                      <a:cubicBezTo>
                        <a:pt x="68779" y="5658"/>
                        <a:pt x="68779" y="5658"/>
                        <a:pt x="68798" y="5824"/>
                      </a:cubicBezTo>
                      <a:cubicBezTo>
                        <a:pt x="68842" y="6402"/>
                        <a:pt x="68782" y="6805"/>
                        <a:pt x="68419" y="7268"/>
                      </a:cubicBezTo>
                      <a:cubicBezTo>
                        <a:pt x="68310" y="7387"/>
                        <a:pt x="68220" y="7484"/>
                        <a:pt x="68060" y="7521"/>
                      </a:cubicBezTo>
                      <a:cubicBezTo>
                        <a:pt x="67884" y="7518"/>
                        <a:pt x="67717" y="7463"/>
                        <a:pt x="67574" y="7359"/>
                      </a:cubicBezTo>
                      <a:cubicBezTo>
                        <a:pt x="67473" y="7219"/>
                        <a:pt x="67507" y="7039"/>
                        <a:pt x="67526" y="6875"/>
                      </a:cubicBezTo>
                      <a:cubicBezTo>
                        <a:pt x="67511" y="6896"/>
                        <a:pt x="67497" y="6917"/>
                        <a:pt x="67482" y="6939"/>
                      </a:cubicBezTo>
                      <a:cubicBezTo>
                        <a:pt x="67324" y="7157"/>
                        <a:pt x="67154" y="7391"/>
                        <a:pt x="66901" y="7500"/>
                      </a:cubicBezTo>
                      <a:cubicBezTo>
                        <a:pt x="66626" y="7479"/>
                        <a:pt x="66392" y="7301"/>
                        <a:pt x="66170" y="7150"/>
                      </a:cubicBezTo>
                      <a:cubicBezTo>
                        <a:pt x="66005" y="7043"/>
                        <a:pt x="65829" y="6959"/>
                        <a:pt x="65651" y="6875"/>
                      </a:cubicBezTo>
                      <a:cubicBezTo>
                        <a:pt x="65674" y="7045"/>
                        <a:pt x="65701" y="7214"/>
                        <a:pt x="65729" y="7383"/>
                      </a:cubicBezTo>
                      <a:cubicBezTo>
                        <a:pt x="65735" y="7431"/>
                        <a:pt x="65742" y="7479"/>
                        <a:pt x="65749" y="7528"/>
                      </a:cubicBezTo>
                      <a:cubicBezTo>
                        <a:pt x="65773" y="7669"/>
                        <a:pt x="65798" y="7787"/>
                        <a:pt x="65859" y="7917"/>
                      </a:cubicBezTo>
                      <a:cubicBezTo>
                        <a:pt x="65965" y="7989"/>
                        <a:pt x="66067" y="8031"/>
                        <a:pt x="66186" y="8077"/>
                      </a:cubicBezTo>
                      <a:cubicBezTo>
                        <a:pt x="66276" y="8125"/>
                        <a:pt x="66276" y="8125"/>
                        <a:pt x="66310" y="8199"/>
                      </a:cubicBezTo>
                      <a:cubicBezTo>
                        <a:pt x="66317" y="8286"/>
                        <a:pt x="66313" y="8364"/>
                        <a:pt x="66302" y="8450"/>
                      </a:cubicBezTo>
                      <a:cubicBezTo>
                        <a:pt x="66300" y="8479"/>
                        <a:pt x="66298" y="8508"/>
                        <a:pt x="66296" y="8538"/>
                      </a:cubicBezTo>
                      <a:cubicBezTo>
                        <a:pt x="66291" y="8609"/>
                        <a:pt x="66284" y="8679"/>
                        <a:pt x="66276" y="8750"/>
                      </a:cubicBezTo>
                      <a:cubicBezTo>
                        <a:pt x="65934" y="8829"/>
                        <a:pt x="65565" y="8894"/>
                        <a:pt x="65234" y="8750"/>
                      </a:cubicBezTo>
                      <a:cubicBezTo>
                        <a:pt x="65041" y="8534"/>
                        <a:pt x="64946" y="8270"/>
                        <a:pt x="64839" y="8004"/>
                      </a:cubicBezTo>
                      <a:cubicBezTo>
                        <a:pt x="64670" y="7590"/>
                        <a:pt x="64499" y="7358"/>
                        <a:pt x="64153" y="7070"/>
                      </a:cubicBezTo>
                      <a:cubicBezTo>
                        <a:pt x="63911" y="6863"/>
                        <a:pt x="63759" y="6711"/>
                        <a:pt x="63723" y="6384"/>
                      </a:cubicBezTo>
                      <a:cubicBezTo>
                        <a:pt x="63715" y="6129"/>
                        <a:pt x="63735" y="5877"/>
                        <a:pt x="63776" y="5625"/>
                      </a:cubicBezTo>
                      <a:cubicBezTo>
                        <a:pt x="63567" y="5575"/>
                        <a:pt x="63352" y="5529"/>
                        <a:pt x="63151" y="5625"/>
                      </a:cubicBezTo>
                      <a:cubicBezTo>
                        <a:pt x="63050" y="5743"/>
                        <a:pt x="62991" y="5874"/>
                        <a:pt x="62930" y="6016"/>
                      </a:cubicBezTo>
                      <a:cubicBezTo>
                        <a:pt x="62913" y="6054"/>
                        <a:pt x="62896" y="6092"/>
                        <a:pt x="62879" y="6132"/>
                      </a:cubicBezTo>
                      <a:cubicBezTo>
                        <a:pt x="62846" y="6207"/>
                        <a:pt x="62813" y="6283"/>
                        <a:pt x="62780" y="6359"/>
                      </a:cubicBezTo>
                      <a:cubicBezTo>
                        <a:pt x="62544" y="6871"/>
                        <a:pt x="62029" y="7015"/>
                        <a:pt x="61535" y="7204"/>
                      </a:cubicBezTo>
                      <a:cubicBezTo>
                        <a:pt x="61379" y="7260"/>
                        <a:pt x="61233" y="7304"/>
                        <a:pt x="61069" y="7327"/>
                      </a:cubicBezTo>
                      <a:cubicBezTo>
                        <a:pt x="60779" y="7374"/>
                        <a:pt x="60779" y="7374"/>
                        <a:pt x="60651" y="7500"/>
                      </a:cubicBezTo>
                      <a:cubicBezTo>
                        <a:pt x="60574" y="7840"/>
                        <a:pt x="60614" y="8199"/>
                        <a:pt x="60651" y="8542"/>
                      </a:cubicBezTo>
                      <a:cubicBezTo>
                        <a:pt x="60482" y="8583"/>
                        <a:pt x="60313" y="8621"/>
                        <a:pt x="60143" y="8659"/>
                      </a:cubicBezTo>
                      <a:cubicBezTo>
                        <a:pt x="60119" y="8665"/>
                        <a:pt x="60119" y="8665"/>
                        <a:pt x="59998" y="8694"/>
                      </a:cubicBezTo>
                      <a:cubicBezTo>
                        <a:pt x="59975" y="8699"/>
                        <a:pt x="59975" y="8699"/>
                        <a:pt x="59857" y="8725"/>
                      </a:cubicBezTo>
                      <a:cubicBezTo>
                        <a:pt x="59815" y="8735"/>
                        <a:pt x="59772" y="8744"/>
                        <a:pt x="59729" y="8755"/>
                      </a:cubicBezTo>
                      <a:cubicBezTo>
                        <a:pt x="59609" y="8750"/>
                        <a:pt x="59609" y="8750"/>
                        <a:pt x="59494" y="8677"/>
                      </a:cubicBezTo>
                      <a:cubicBezTo>
                        <a:pt x="59346" y="8506"/>
                        <a:pt x="59352" y="8281"/>
                        <a:pt x="59335" y="8066"/>
                      </a:cubicBezTo>
                      <a:cubicBezTo>
                        <a:pt x="59331" y="8020"/>
                        <a:pt x="59326" y="7974"/>
                        <a:pt x="59322" y="7926"/>
                      </a:cubicBezTo>
                      <a:cubicBezTo>
                        <a:pt x="59308" y="7780"/>
                        <a:pt x="59296" y="7634"/>
                        <a:pt x="59284" y="7487"/>
                      </a:cubicBezTo>
                      <a:cubicBezTo>
                        <a:pt x="59275" y="7387"/>
                        <a:pt x="59266" y="7288"/>
                        <a:pt x="59256" y="7189"/>
                      </a:cubicBezTo>
                      <a:cubicBezTo>
                        <a:pt x="59234" y="6945"/>
                        <a:pt x="59213" y="6702"/>
                        <a:pt x="59192" y="6458"/>
                      </a:cubicBezTo>
                      <a:cubicBezTo>
                        <a:pt x="58917" y="6458"/>
                        <a:pt x="58642" y="6458"/>
                        <a:pt x="58359" y="6458"/>
                      </a:cubicBezTo>
                      <a:cubicBezTo>
                        <a:pt x="58290" y="6802"/>
                        <a:pt x="58222" y="7146"/>
                        <a:pt x="58151" y="7500"/>
                      </a:cubicBezTo>
                      <a:cubicBezTo>
                        <a:pt x="57945" y="7500"/>
                        <a:pt x="57738" y="7500"/>
                        <a:pt x="57526" y="7500"/>
                      </a:cubicBezTo>
                      <a:cubicBezTo>
                        <a:pt x="57457" y="7156"/>
                        <a:pt x="57388" y="6812"/>
                        <a:pt x="57317" y="6458"/>
                      </a:cubicBezTo>
                      <a:cubicBezTo>
                        <a:pt x="57150" y="6488"/>
                        <a:pt x="56982" y="6519"/>
                        <a:pt x="56810" y="6550"/>
                      </a:cubicBezTo>
                      <a:cubicBezTo>
                        <a:pt x="56757" y="6559"/>
                        <a:pt x="56705" y="6567"/>
                        <a:pt x="56651" y="6577"/>
                      </a:cubicBezTo>
                      <a:cubicBezTo>
                        <a:pt x="56609" y="6585"/>
                        <a:pt x="56567" y="6592"/>
                        <a:pt x="56524" y="6601"/>
                      </a:cubicBezTo>
                      <a:cubicBezTo>
                        <a:pt x="56481" y="6608"/>
                        <a:pt x="56439" y="6616"/>
                        <a:pt x="56395" y="6624"/>
                      </a:cubicBezTo>
                      <a:cubicBezTo>
                        <a:pt x="56276" y="6667"/>
                        <a:pt x="56276" y="6667"/>
                        <a:pt x="56180" y="6774"/>
                      </a:cubicBezTo>
                      <a:cubicBezTo>
                        <a:pt x="56019" y="6919"/>
                        <a:pt x="55892" y="6902"/>
                        <a:pt x="55683" y="6895"/>
                      </a:cubicBezTo>
                      <a:cubicBezTo>
                        <a:pt x="55664" y="6895"/>
                        <a:pt x="55664" y="6895"/>
                        <a:pt x="55571" y="6894"/>
                      </a:cubicBezTo>
                      <a:cubicBezTo>
                        <a:pt x="55455" y="6893"/>
                        <a:pt x="55338" y="6891"/>
                        <a:pt x="55221" y="6888"/>
                      </a:cubicBezTo>
                      <a:cubicBezTo>
                        <a:pt x="55142" y="6887"/>
                        <a:pt x="55062" y="6886"/>
                        <a:pt x="54983" y="6885"/>
                      </a:cubicBezTo>
                      <a:cubicBezTo>
                        <a:pt x="54789" y="6883"/>
                        <a:pt x="54595" y="6879"/>
                        <a:pt x="54401" y="6875"/>
                      </a:cubicBezTo>
                      <a:cubicBezTo>
                        <a:pt x="54401" y="6462"/>
                        <a:pt x="54401" y="6050"/>
                        <a:pt x="54401" y="5625"/>
                      </a:cubicBezTo>
                      <a:cubicBezTo>
                        <a:pt x="53453" y="6160"/>
                        <a:pt x="53453" y="6160"/>
                        <a:pt x="53325" y="6568"/>
                      </a:cubicBezTo>
                      <a:cubicBezTo>
                        <a:pt x="53242" y="6963"/>
                        <a:pt x="53229" y="7368"/>
                        <a:pt x="53227" y="7770"/>
                      </a:cubicBezTo>
                      <a:cubicBezTo>
                        <a:pt x="53218" y="8361"/>
                        <a:pt x="53108" y="8776"/>
                        <a:pt x="52703" y="9224"/>
                      </a:cubicBezTo>
                      <a:cubicBezTo>
                        <a:pt x="52546" y="9372"/>
                        <a:pt x="52407" y="9458"/>
                        <a:pt x="52189" y="9465"/>
                      </a:cubicBezTo>
                      <a:cubicBezTo>
                        <a:pt x="52068" y="9456"/>
                        <a:pt x="52015" y="9433"/>
                        <a:pt x="51901" y="9375"/>
                      </a:cubicBezTo>
                      <a:cubicBezTo>
                        <a:pt x="51764" y="9186"/>
                        <a:pt x="51718" y="8987"/>
                        <a:pt x="51666" y="8763"/>
                      </a:cubicBezTo>
                      <a:cubicBezTo>
                        <a:pt x="51644" y="8676"/>
                        <a:pt x="51620" y="8589"/>
                        <a:pt x="51596" y="8502"/>
                      </a:cubicBezTo>
                      <a:cubicBezTo>
                        <a:pt x="51582" y="8448"/>
                        <a:pt x="51568" y="8394"/>
                        <a:pt x="51555" y="8339"/>
                      </a:cubicBezTo>
                      <a:cubicBezTo>
                        <a:pt x="51519" y="8194"/>
                        <a:pt x="51484" y="8125"/>
                        <a:pt x="51376" y="8018"/>
                      </a:cubicBezTo>
                      <a:cubicBezTo>
                        <a:pt x="51276" y="7917"/>
                        <a:pt x="51276" y="7917"/>
                        <a:pt x="51252" y="7797"/>
                      </a:cubicBezTo>
                      <a:cubicBezTo>
                        <a:pt x="51253" y="7755"/>
                        <a:pt x="51254" y="7712"/>
                        <a:pt x="51255" y="7669"/>
                      </a:cubicBezTo>
                      <a:cubicBezTo>
                        <a:pt x="51256" y="7622"/>
                        <a:pt x="51257" y="7576"/>
                        <a:pt x="51257" y="7528"/>
                      </a:cubicBezTo>
                      <a:cubicBezTo>
                        <a:pt x="51259" y="7480"/>
                        <a:pt x="51261" y="7432"/>
                        <a:pt x="51263" y="7383"/>
                      </a:cubicBezTo>
                      <a:cubicBezTo>
                        <a:pt x="51264" y="7334"/>
                        <a:pt x="51265" y="7285"/>
                        <a:pt x="51266" y="7235"/>
                      </a:cubicBezTo>
                      <a:cubicBezTo>
                        <a:pt x="51268" y="7115"/>
                        <a:pt x="51272" y="6995"/>
                        <a:pt x="51276" y="6875"/>
                      </a:cubicBezTo>
                      <a:cubicBezTo>
                        <a:pt x="51070" y="6875"/>
                        <a:pt x="50863" y="6875"/>
                        <a:pt x="50651" y="6875"/>
                      </a:cubicBezTo>
                      <a:cubicBezTo>
                        <a:pt x="50651" y="8044"/>
                        <a:pt x="50651" y="9212"/>
                        <a:pt x="50651" y="10417"/>
                      </a:cubicBezTo>
                      <a:cubicBezTo>
                        <a:pt x="50479" y="10451"/>
                        <a:pt x="50479" y="10451"/>
                        <a:pt x="49609" y="10625"/>
                      </a:cubicBezTo>
                      <a:cubicBezTo>
                        <a:pt x="49401" y="10417"/>
                        <a:pt x="49401" y="10417"/>
                        <a:pt x="49376" y="10305"/>
                      </a:cubicBezTo>
                      <a:cubicBezTo>
                        <a:pt x="49376" y="10264"/>
                        <a:pt x="49377" y="10224"/>
                        <a:pt x="49377" y="10183"/>
                      </a:cubicBezTo>
                      <a:cubicBezTo>
                        <a:pt x="49377" y="10137"/>
                        <a:pt x="49377" y="10091"/>
                        <a:pt x="49377" y="10044"/>
                      </a:cubicBezTo>
                      <a:cubicBezTo>
                        <a:pt x="49378" y="9995"/>
                        <a:pt x="49379" y="9946"/>
                        <a:pt x="49380" y="9895"/>
                      </a:cubicBezTo>
                      <a:cubicBezTo>
                        <a:pt x="49381" y="9870"/>
                        <a:pt x="49381" y="9870"/>
                        <a:pt x="49381" y="9742"/>
                      </a:cubicBezTo>
                      <a:cubicBezTo>
                        <a:pt x="49382" y="9608"/>
                        <a:pt x="49384" y="9474"/>
                        <a:pt x="49386" y="9340"/>
                      </a:cubicBezTo>
                      <a:cubicBezTo>
                        <a:pt x="49389" y="9203"/>
                        <a:pt x="49390" y="9066"/>
                        <a:pt x="49391" y="8929"/>
                      </a:cubicBezTo>
                      <a:cubicBezTo>
                        <a:pt x="49393" y="8661"/>
                        <a:pt x="49396" y="8393"/>
                        <a:pt x="49401" y="8125"/>
                      </a:cubicBezTo>
                      <a:cubicBezTo>
                        <a:pt x="49370" y="8126"/>
                        <a:pt x="49340" y="8127"/>
                        <a:pt x="49309" y="8128"/>
                      </a:cubicBezTo>
                      <a:cubicBezTo>
                        <a:pt x="49170" y="8133"/>
                        <a:pt x="49031" y="8135"/>
                        <a:pt x="48893" y="8138"/>
                      </a:cubicBezTo>
                      <a:cubicBezTo>
                        <a:pt x="48845" y="8140"/>
                        <a:pt x="48797" y="8141"/>
                        <a:pt x="48748" y="8143"/>
                      </a:cubicBezTo>
                      <a:cubicBezTo>
                        <a:pt x="48350" y="8149"/>
                        <a:pt x="48350" y="8149"/>
                        <a:pt x="48223" y="8044"/>
                      </a:cubicBezTo>
                      <a:cubicBezTo>
                        <a:pt x="48124" y="7868"/>
                        <a:pt x="48124" y="7730"/>
                        <a:pt x="48130" y="7532"/>
                      </a:cubicBezTo>
                      <a:cubicBezTo>
                        <a:pt x="48131" y="7513"/>
                        <a:pt x="48131" y="7513"/>
                        <a:pt x="48131" y="7421"/>
                      </a:cubicBezTo>
                      <a:cubicBezTo>
                        <a:pt x="48132" y="7304"/>
                        <a:pt x="48135" y="7187"/>
                        <a:pt x="48138" y="7070"/>
                      </a:cubicBezTo>
                      <a:cubicBezTo>
                        <a:pt x="48139" y="6991"/>
                        <a:pt x="48140" y="6912"/>
                        <a:pt x="48141" y="6832"/>
                      </a:cubicBezTo>
                      <a:cubicBezTo>
                        <a:pt x="48143" y="6638"/>
                        <a:pt x="48146" y="6444"/>
                        <a:pt x="48151" y="6250"/>
                      </a:cubicBezTo>
                      <a:cubicBezTo>
                        <a:pt x="47937" y="6227"/>
                        <a:pt x="47739" y="6216"/>
                        <a:pt x="47526" y="6250"/>
                      </a:cubicBezTo>
                      <a:cubicBezTo>
                        <a:pt x="47394" y="6358"/>
                        <a:pt x="47348" y="6483"/>
                        <a:pt x="47291" y="6641"/>
                      </a:cubicBezTo>
                      <a:cubicBezTo>
                        <a:pt x="47261" y="6714"/>
                        <a:pt x="47230" y="6787"/>
                        <a:pt x="47199" y="6860"/>
                      </a:cubicBezTo>
                      <a:cubicBezTo>
                        <a:pt x="47151" y="6974"/>
                        <a:pt x="47109" y="7085"/>
                        <a:pt x="47074" y="7204"/>
                      </a:cubicBezTo>
                      <a:cubicBezTo>
                        <a:pt x="47033" y="7319"/>
                        <a:pt x="47033" y="7319"/>
                        <a:pt x="46901" y="7500"/>
                      </a:cubicBezTo>
                      <a:cubicBezTo>
                        <a:pt x="46695" y="7500"/>
                        <a:pt x="46488" y="7500"/>
                        <a:pt x="46276" y="7500"/>
                      </a:cubicBezTo>
                      <a:cubicBezTo>
                        <a:pt x="46276" y="7087"/>
                        <a:pt x="46276" y="6675"/>
                        <a:pt x="46276" y="6250"/>
                      </a:cubicBezTo>
                      <a:cubicBezTo>
                        <a:pt x="46070" y="6250"/>
                        <a:pt x="45863" y="6250"/>
                        <a:pt x="45651" y="6250"/>
                      </a:cubicBezTo>
                      <a:cubicBezTo>
                        <a:pt x="45652" y="6273"/>
                        <a:pt x="45652" y="6273"/>
                        <a:pt x="45661" y="6390"/>
                      </a:cubicBezTo>
                      <a:cubicBezTo>
                        <a:pt x="45761" y="7936"/>
                        <a:pt x="45761" y="7936"/>
                        <a:pt x="45338" y="8438"/>
                      </a:cubicBezTo>
                      <a:cubicBezTo>
                        <a:pt x="45239" y="8548"/>
                        <a:pt x="45138" y="8652"/>
                        <a:pt x="45026" y="8750"/>
                      </a:cubicBezTo>
                      <a:cubicBezTo>
                        <a:pt x="44609" y="8542"/>
                        <a:pt x="44192" y="8333"/>
                        <a:pt x="43776" y="8125"/>
                      </a:cubicBezTo>
                      <a:cubicBezTo>
                        <a:pt x="43776" y="8675"/>
                        <a:pt x="43776" y="9225"/>
                        <a:pt x="43776" y="9792"/>
                      </a:cubicBezTo>
                      <a:cubicBezTo>
                        <a:pt x="43608" y="9830"/>
                        <a:pt x="43441" y="9869"/>
                        <a:pt x="43268" y="9909"/>
                      </a:cubicBezTo>
                      <a:cubicBezTo>
                        <a:pt x="43216" y="9922"/>
                        <a:pt x="43163" y="9934"/>
                        <a:pt x="43109" y="9947"/>
                      </a:cubicBezTo>
                      <a:cubicBezTo>
                        <a:pt x="43067" y="9956"/>
                        <a:pt x="43025" y="9965"/>
                        <a:pt x="42982" y="9975"/>
                      </a:cubicBezTo>
                      <a:cubicBezTo>
                        <a:pt x="42940" y="9985"/>
                        <a:pt x="42897" y="9994"/>
                        <a:pt x="42854" y="10005"/>
                      </a:cubicBezTo>
                      <a:cubicBezTo>
                        <a:pt x="42734" y="10000"/>
                        <a:pt x="42734" y="10000"/>
                        <a:pt x="42616" y="9930"/>
                      </a:cubicBezTo>
                      <a:cubicBezTo>
                        <a:pt x="42459" y="9749"/>
                        <a:pt x="42501" y="9495"/>
                        <a:pt x="42505" y="9270"/>
                      </a:cubicBezTo>
                      <a:cubicBezTo>
                        <a:pt x="42506" y="9245"/>
                        <a:pt x="42506" y="9245"/>
                        <a:pt x="42506" y="9117"/>
                      </a:cubicBezTo>
                      <a:cubicBezTo>
                        <a:pt x="42507" y="8983"/>
                        <a:pt x="42509" y="8849"/>
                        <a:pt x="42511" y="8715"/>
                      </a:cubicBezTo>
                      <a:cubicBezTo>
                        <a:pt x="42514" y="8578"/>
                        <a:pt x="42515" y="8441"/>
                        <a:pt x="42516" y="8304"/>
                      </a:cubicBezTo>
                      <a:cubicBezTo>
                        <a:pt x="42518" y="8036"/>
                        <a:pt x="42521" y="7768"/>
                        <a:pt x="42526" y="7500"/>
                      </a:cubicBezTo>
                      <a:cubicBezTo>
                        <a:pt x="42320" y="7500"/>
                        <a:pt x="42113" y="7500"/>
                        <a:pt x="41901" y="7500"/>
                      </a:cubicBezTo>
                      <a:cubicBezTo>
                        <a:pt x="41901" y="7844"/>
                        <a:pt x="41901" y="8188"/>
                        <a:pt x="41901" y="8542"/>
                      </a:cubicBezTo>
                      <a:cubicBezTo>
                        <a:pt x="41732" y="8582"/>
                        <a:pt x="41563" y="8621"/>
                        <a:pt x="41393" y="8659"/>
                      </a:cubicBezTo>
                      <a:cubicBezTo>
                        <a:pt x="41369" y="8665"/>
                        <a:pt x="41369" y="8665"/>
                        <a:pt x="41248" y="8694"/>
                      </a:cubicBezTo>
                      <a:cubicBezTo>
                        <a:pt x="41201" y="8704"/>
                        <a:pt x="41155" y="8714"/>
                        <a:pt x="41107" y="8725"/>
                      </a:cubicBezTo>
                      <a:cubicBezTo>
                        <a:pt x="41065" y="8735"/>
                        <a:pt x="41022" y="8744"/>
                        <a:pt x="40979" y="8755"/>
                      </a:cubicBezTo>
                      <a:cubicBezTo>
                        <a:pt x="40859" y="8750"/>
                        <a:pt x="40859" y="8750"/>
                        <a:pt x="40740" y="8668"/>
                      </a:cubicBezTo>
                      <a:cubicBezTo>
                        <a:pt x="40629" y="8511"/>
                        <a:pt x="40629" y="8394"/>
                        <a:pt x="40636" y="8210"/>
                      </a:cubicBezTo>
                      <a:cubicBezTo>
                        <a:pt x="40627" y="7346"/>
                        <a:pt x="40627" y="7346"/>
                        <a:pt x="40442" y="7083"/>
                      </a:cubicBezTo>
                      <a:cubicBezTo>
                        <a:pt x="40220" y="6929"/>
                        <a:pt x="39914" y="6946"/>
                        <a:pt x="39653" y="6937"/>
                      </a:cubicBezTo>
                      <a:cubicBezTo>
                        <a:pt x="39178" y="6920"/>
                        <a:pt x="38868" y="6883"/>
                        <a:pt x="38529" y="6529"/>
                      </a:cubicBezTo>
                      <a:cubicBezTo>
                        <a:pt x="38512" y="6510"/>
                        <a:pt x="38494" y="6491"/>
                        <a:pt x="38476" y="6471"/>
                      </a:cubicBezTo>
                      <a:cubicBezTo>
                        <a:pt x="38442" y="6436"/>
                        <a:pt x="38408" y="6400"/>
                        <a:pt x="38373" y="6364"/>
                      </a:cubicBezTo>
                      <a:cubicBezTo>
                        <a:pt x="38217" y="6182"/>
                        <a:pt x="38132" y="6050"/>
                        <a:pt x="38130" y="5806"/>
                      </a:cubicBezTo>
                      <a:cubicBezTo>
                        <a:pt x="38137" y="5747"/>
                        <a:pt x="38144" y="5687"/>
                        <a:pt x="38151" y="5625"/>
                      </a:cubicBezTo>
                      <a:cubicBezTo>
                        <a:pt x="37945" y="5625"/>
                        <a:pt x="37738" y="5625"/>
                        <a:pt x="37526" y="5625"/>
                      </a:cubicBezTo>
                      <a:cubicBezTo>
                        <a:pt x="37526" y="6038"/>
                        <a:pt x="37526" y="6450"/>
                        <a:pt x="37526" y="6875"/>
                      </a:cubicBezTo>
                      <a:cubicBezTo>
                        <a:pt x="37317" y="6771"/>
                        <a:pt x="37317" y="6771"/>
                        <a:pt x="36276" y="6250"/>
                      </a:cubicBezTo>
                      <a:cubicBezTo>
                        <a:pt x="36280" y="6285"/>
                        <a:pt x="36285" y="6319"/>
                        <a:pt x="36289" y="6355"/>
                      </a:cubicBezTo>
                      <a:cubicBezTo>
                        <a:pt x="36402" y="7384"/>
                        <a:pt x="36402" y="7384"/>
                        <a:pt x="36127" y="7730"/>
                      </a:cubicBezTo>
                      <a:cubicBezTo>
                        <a:pt x="35891" y="7956"/>
                        <a:pt x="35635" y="8120"/>
                        <a:pt x="35301" y="8129"/>
                      </a:cubicBezTo>
                      <a:cubicBezTo>
                        <a:pt x="34980" y="8099"/>
                        <a:pt x="34716" y="8013"/>
                        <a:pt x="34401" y="7917"/>
                      </a:cubicBezTo>
                      <a:cubicBezTo>
                        <a:pt x="34401" y="7573"/>
                        <a:pt x="34401" y="7229"/>
                        <a:pt x="34401" y="6875"/>
                      </a:cubicBezTo>
                      <a:cubicBezTo>
                        <a:pt x="34311" y="6978"/>
                        <a:pt x="34220" y="7081"/>
                        <a:pt x="34127" y="7188"/>
                      </a:cubicBezTo>
                      <a:cubicBezTo>
                        <a:pt x="33924" y="7398"/>
                        <a:pt x="33761" y="7550"/>
                        <a:pt x="33463" y="7578"/>
                      </a:cubicBezTo>
                      <a:cubicBezTo>
                        <a:pt x="33042" y="7538"/>
                        <a:pt x="32781" y="7184"/>
                        <a:pt x="32526" y="6875"/>
                      </a:cubicBezTo>
                      <a:cubicBezTo>
                        <a:pt x="32528" y="6904"/>
                        <a:pt x="32530" y="6934"/>
                        <a:pt x="32532" y="6964"/>
                      </a:cubicBezTo>
                      <a:cubicBezTo>
                        <a:pt x="32588" y="7825"/>
                        <a:pt x="32588" y="7825"/>
                        <a:pt x="32440" y="8042"/>
                      </a:cubicBezTo>
                      <a:cubicBezTo>
                        <a:pt x="32366" y="8098"/>
                        <a:pt x="32291" y="8154"/>
                        <a:pt x="32216" y="8208"/>
                      </a:cubicBezTo>
                      <a:cubicBezTo>
                        <a:pt x="31946" y="8458"/>
                        <a:pt x="31951" y="9032"/>
                        <a:pt x="31901" y="9375"/>
                      </a:cubicBezTo>
                      <a:cubicBezTo>
                        <a:pt x="31695" y="9375"/>
                        <a:pt x="31488" y="9375"/>
                        <a:pt x="31276" y="9375"/>
                      </a:cubicBezTo>
                      <a:cubicBezTo>
                        <a:pt x="31272" y="9289"/>
                        <a:pt x="31267" y="9203"/>
                        <a:pt x="31263" y="9114"/>
                      </a:cubicBezTo>
                      <a:cubicBezTo>
                        <a:pt x="31249" y="8828"/>
                        <a:pt x="31233" y="8542"/>
                        <a:pt x="31216" y="8256"/>
                      </a:cubicBezTo>
                      <a:cubicBezTo>
                        <a:pt x="31206" y="8082"/>
                        <a:pt x="31196" y="7909"/>
                        <a:pt x="31188" y="7736"/>
                      </a:cubicBezTo>
                      <a:cubicBezTo>
                        <a:pt x="31180" y="7568"/>
                        <a:pt x="31171" y="7401"/>
                        <a:pt x="31160" y="7233"/>
                      </a:cubicBezTo>
                      <a:cubicBezTo>
                        <a:pt x="31156" y="7170"/>
                        <a:pt x="31152" y="7106"/>
                        <a:pt x="31150" y="7043"/>
                      </a:cubicBezTo>
                      <a:cubicBezTo>
                        <a:pt x="31128" y="6492"/>
                        <a:pt x="31128" y="6492"/>
                        <a:pt x="30915" y="6276"/>
                      </a:cubicBezTo>
                      <a:cubicBezTo>
                        <a:pt x="30859" y="6227"/>
                        <a:pt x="30801" y="6181"/>
                        <a:pt x="30743" y="6135"/>
                      </a:cubicBezTo>
                      <a:cubicBezTo>
                        <a:pt x="30626" y="6016"/>
                        <a:pt x="30619" y="5938"/>
                        <a:pt x="30610" y="5773"/>
                      </a:cubicBezTo>
                      <a:cubicBezTo>
                        <a:pt x="30613" y="5680"/>
                        <a:pt x="30618" y="5587"/>
                        <a:pt x="30625" y="5495"/>
                      </a:cubicBezTo>
                      <a:cubicBezTo>
                        <a:pt x="30627" y="5447"/>
                        <a:pt x="30629" y="5399"/>
                        <a:pt x="30630" y="5350"/>
                      </a:cubicBezTo>
                      <a:cubicBezTo>
                        <a:pt x="30635" y="5233"/>
                        <a:pt x="30643" y="5117"/>
                        <a:pt x="30651" y="5000"/>
                      </a:cubicBezTo>
                      <a:cubicBezTo>
                        <a:pt x="30445" y="5000"/>
                        <a:pt x="30238" y="5000"/>
                        <a:pt x="30026" y="5000"/>
                      </a:cubicBezTo>
                      <a:cubicBezTo>
                        <a:pt x="30033" y="5073"/>
                        <a:pt x="30040" y="5146"/>
                        <a:pt x="30048" y="5221"/>
                      </a:cubicBezTo>
                      <a:cubicBezTo>
                        <a:pt x="30089" y="5811"/>
                        <a:pt x="30089" y="5811"/>
                        <a:pt x="30026" y="6042"/>
                      </a:cubicBezTo>
                      <a:cubicBezTo>
                        <a:pt x="29911" y="6141"/>
                        <a:pt x="29771" y="6140"/>
                        <a:pt x="29625" y="6155"/>
                      </a:cubicBezTo>
                      <a:cubicBezTo>
                        <a:pt x="29529" y="6173"/>
                        <a:pt x="29475" y="6186"/>
                        <a:pt x="29401" y="6250"/>
                      </a:cubicBezTo>
                      <a:cubicBezTo>
                        <a:pt x="29310" y="6581"/>
                        <a:pt x="29365" y="6954"/>
                        <a:pt x="29401" y="7292"/>
                      </a:cubicBezTo>
                      <a:cubicBezTo>
                        <a:pt x="29232" y="7333"/>
                        <a:pt x="29063" y="7371"/>
                        <a:pt x="28893" y="7409"/>
                      </a:cubicBezTo>
                      <a:cubicBezTo>
                        <a:pt x="28869" y="7415"/>
                        <a:pt x="28869" y="7415"/>
                        <a:pt x="28748" y="7444"/>
                      </a:cubicBezTo>
                      <a:cubicBezTo>
                        <a:pt x="28701" y="7454"/>
                        <a:pt x="28655" y="7464"/>
                        <a:pt x="28607" y="7475"/>
                      </a:cubicBezTo>
                      <a:cubicBezTo>
                        <a:pt x="28565" y="7485"/>
                        <a:pt x="28522" y="7494"/>
                        <a:pt x="28479" y="7505"/>
                      </a:cubicBezTo>
                      <a:cubicBezTo>
                        <a:pt x="28359" y="7500"/>
                        <a:pt x="28359" y="7500"/>
                        <a:pt x="28241" y="7421"/>
                      </a:cubicBezTo>
                      <a:cubicBezTo>
                        <a:pt x="28108" y="7268"/>
                        <a:pt x="28125" y="7100"/>
                        <a:pt x="28130" y="6907"/>
                      </a:cubicBezTo>
                      <a:cubicBezTo>
                        <a:pt x="28131" y="6888"/>
                        <a:pt x="28131" y="6888"/>
                        <a:pt x="28131" y="6796"/>
                      </a:cubicBezTo>
                      <a:cubicBezTo>
                        <a:pt x="28132" y="6679"/>
                        <a:pt x="28135" y="6562"/>
                        <a:pt x="28138" y="6445"/>
                      </a:cubicBezTo>
                      <a:cubicBezTo>
                        <a:pt x="28139" y="6366"/>
                        <a:pt x="28140" y="6287"/>
                        <a:pt x="28141" y="6207"/>
                      </a:cubicBezTo>
                      <a:cubicBezTo>
                        <a:pt x="28143" y="6013"/>
                        <a:pt x="28146" y="5819"/>
                        <a:pt x="28151" y="5625"/>
                      </a:cubicBezTo>
                      <a:cubicBezTo>
                        <a:pt x="27945" y="5625"/>
                        <a:pt x="27738" y="5625"/>
                        <a:pt x="27526" y="5625"/>
                      </a:cubicBezTo>
                      <a:cubicBezTo>
                        <a:pt x="27526" y="7275"/>
                        <a:pt x="27526" y="8925"/>
                        <a:pt x="27526" y="10625"/>
                      </a:cubicBezTo>
                      <a:cubicBezTo>
                        <a:pt x="27320" y="10625"/>
                        <a:pt x="27113" y="10625"/>
                        <a:pt x="26901" y="10625"/>
                      </a:cubicBezTo>
                      <a:cubicBezTo>
                        <a:pt x="26897" y="10558"/>
                        <a:pt x="26892" y="10491"/>
                        <a:pt x="26888" y="10421"/>
                      </a:cubicBezTo>
                      <a:cubicBezTo>
                        <a:pt x="26874" y="10197"/>
                        <a:pt x="26858" y="9974"/>
                        <a:pt x="26841" y="9750"/>
                      </a:cubicBezTo>
                      <a:cubicBezTo>
                        <a:pt x="26831" y="9615"/>
                        <a:pt x="26821" y="9479"/>
                        <a:pt x="26813" y="9344"/>
                      </a:cubicBezTo>
                      <a:cubicBezTo>
                        <a:pt x="26804" y="9188"/>
                        <a:pt x="26791" y="9031"/>
                        <a:pt x="26779" y="8875"/>
                      </a:cubicBezTo>
                      <a:cubicBezTo>
                        <a:pt x="26776" y="8827"/>
                        <a:pt x="26774" y="8779"/>
                        <a:pt x="26771" y="8730"/>
                      </a:cubicBezTo>
                      <a:cubicBezTo>
                        <a:pt x="26746" y="8447"/>
                        <a:pt x="26696" y="8315"/>
                        <a:pt x="26481" y="8125"/>
                      </a:cubicBezTo>
                      <a:cubicBezTo>
                        <a:pt x="26312" y="7974"/>
                        <a:pt x="26246" y="7887"/>
                        <a:pt x="26229" y="7659"/>
                      </a:cubicBezTo>
                      <a:cubicBezTo>
                        <a:pt x="26229" y="7564"/>
                        <a:pt x="26231" y="7469"/>
                        <a:pt x="26235" y="7375"/>
                      </a:cubicBezTo>
                      <a:cubicBezTo>
                        <a:pt x="26236" y="7324"/>
                        <a:pt x="26236" y="7274"/>
                        <a:pt x="26237" y="7222"/>
                      </a:cubicBezTo>
                      <a:cubicBezTo>
                        <a:pt x="26239" y="7090"/>
                        <a:pt x="26242" y="6958"/>
                        <a:pt x="26247" y="6826"/>
                      </a:cubicBezTo>
                      <a:cubicBezTo>
                        <a:pt x="26251" y="6690"/>
                        <a:pt x="26253" y="6555"/>
                        <a:pt x="26255" y="6419"/>
                      </a:cubicBezTo>
                      <a:cubicBezTo>
                        <a:pt x="26260" y="6154"/>
                        <a:pt x="26267" y="5890"/>
                        <a:pt x="26276" y="5625"/>
                      </a:cubicBezTo>
                      <a:cubicBezTo>
                        <a:pt x="26070" y="5625"/>
                        <a:pt x="25863" y="5625"/>
                        <a:pt x="25651" y="5625"/>
                      </a:cubicBezTo>
                      <a:cubicBezTo>
                        <a:pt x="25651" y="6175"/>
                        <a:pt x="25651" y="6725"/>
                        <a:pt x="25651" y="7292"/>
                      </a:cubicBezTo>
                      <a:cubicBezTo>
                        <a:pt x="25307" y="7360"/>
                        <a:pt x="24963" y="7429"/>
                        <a:pt x="24609" y="7500"/>
                      </a:cubicBezTo>
                      <a:cubicBezTo>
                        <a:pt x="24589" y="7425"/>
                        <a:pt x="24568" y="7350"/>
                        <a:pt x="24547" y="7272"/>
                      </a:cubicBezTo>
                      <a:cubicBezTo>
                        <a:pt x="24363" y="6675"/>
                        <a:pt x="24363" y="6675"/>
                        <a:pt x="24192" y="6458"/>
                      </a:cubicBezTo>
                      <a:cubicBezTo>
                        <a:pt x="23919" y="6325"/>
                        <a:pt x="23651" y="6410"/>
                        <a:pt x="23359" y="6458"/>
                      </a:cubicBezTo>
                      <a:cubicBezTo>
                        <a:pt x="23290" y="6802"/>
                        <a:pt x="23222" y="7146"/>
                        <a:pt x="23151" y="7500"/>
                      </a:cubicBezTo>
                      <a:cubicBezTo>
                        <a:pt x="22726" y="7537"/>
                        <a:pt x="22726" y="7537"/>
                        <a:pt x="22526" y="7500"/>
                      </a:cubicBezTo>
                      <a:cubicBezTo>
                        <a:pt x="22467" y="7407"/>
                        <a:pt x="22467" y="7407"/>
                        <a:pt x="22435" y="7292"/>
                      </a:cubicBezTo>
                      <a:cubicBezTo>
                        <a:pt x="22396" y="7223"/>
                        <a:pt x="22357" y="7154"/>
                        <a:pt x="22317" y="7083"/>
                      </a:cubicBezTo>
                      <a:cubicBezTo>
                        <a:pt x="22042" y="7083"/>
                        <a:pt x="21767" y="7083"/>
                        <a:pt x="21484" y="7083"/>
                      </a:cubicBezTo>
                      <a:cubicBezTo>
                        <a:pt x="21415" y="7633"/>
                        <a:pt x="21347" y="8183"/>
                        <a:pt x="21276" y="8750"/>
                      </a:cubicBezTo>
                      <a:cubicBezTo>
                        <a:pt x="21070" y="8750"/>
                        <a:pt x="20863" y="8750"/>
                        <a:pt x="20651" y="8750"/>
                      </a:cubicBezTo>
                      <a:cubicBezTo>
                        <a:pt x="20488" y="8451"/>
                        <a:pt x="20488" y="8451"/>
                        <a:pt x="20458" y="8316"/>
                      </a:cubicBezTo>
                      <a:cubicBezTo>
                        <a:pt x="20455" y="8301"/>
                        <a:pt x="20455" y="8301"/>
                        <a:pt x="20437" y="8227"/>
                      </a:cubicBezTo>
                      <a:cubicBezTo>
                        <a:pt x="20430" y="8198"/>
                        <a:pt x="20424" y="8168"/>
                        <a:pt x="20416" y="8138"/>
                      </a:cubicBezTo>
                      <a:cubicBezTo>
                        <a:pt x="20394" y="8051"/>
                        <a:pt x="20370" y="7964"/>
                        <a:pt x="20346" y="7877"/>
                      </a:cubicBezTo>
                      <a:cubicBezTo>
                        <a:pt x="20332" y="7823"/>
                        <a:pt x="20318" y="7769"/>
                        <a:pt x="20305" y="7714"/>
                      </a:cubicBezTo>
                      <a:cubicBezTo>
                        <a:pt x="20269" y="7571"/>
                        <a:pt x="20236" y="7502"/>
                        <a:pt x="20129" y="7399"/>
                      </a:cubicBezTo>
                      <a:cubicBezTo>
                        <a:pt x="19992" y="7256"/>
                        <a:pt x="19981" y="7144"/>
                        <a:pt x="19960" y="6952"/>
                      </a:cubicBezTo>
                      <a:cubicBezTo>
                        <a:pt x="19956" y="6920"/>
                        <a:pt x="19951" y="6888"/>
                        <a:pt x="19947" y="6855"/>
                      </a:cubicBezTo>
                      <a:cubicBezTo>
                        <a:pt x="19933" y="6753"/>
                        <a:pt x="19921" y="6651"/>
                        <a:pt x="19909" y="6550"/>
                      </a:cubicBezTo>
                      <a:cubicBezTo>
                        <a:pt x="19900" y="6480"/>
                        <a:pt x="19891" y="6411"/>
                        <a:pt x="19881" y="6341"/>
                      </a:cubicBezTo>
                      <a:cubicBezTo>
                        <a:pt x="19859" y="6172"/>
                        <a:pt x="19838" y="6003"/>
                        <a:pt x="19817" y="5833"/>
                      </a:cubicBezTo>
                      <a:cubicBezTo>
                        <a:pt x="19542" y="5833"/>
                        <a:pt x="19267" y="5833"/>
                        <a:pt x="18984" y="5833"/>
                      </a:cubicBezTo>
                      <a:cubicBezTo>
                        <a:pt x="18950" y="6005"/>
                        <a:pt x="18950" y="6005"/>
                        <a:pt x="18776" y="6875"/>
                      </a:cubicBezTo>
                      <a:cubicBezTo>
                        <a:pt x="18570" y="6875"/>
                        <a:pt x="18363" y="6875"/>
                        <a:pt x="18151" y="6875"/>
                      </a:cubicBezTo>
                      <a:cubicBezTo>
                        <a:pt x="18082" y="6531"/>
                        <a:pt x="18013" y="6188"/>
                        <a:pt x="17942" y="5833"/>
                      </a:cubicBezTo>
                      <a:cubicBezTo>
                        <a:pt x="17085" y="5907"/>
                        <a:pt x="16625" y="6142"/>
                        <a:pt x="16068" y="6790"/>
                      </a:cubicBezTo>
                      <a:cubicBezTo>
                        <a:pt x="15750" y="7181"/>
                        <a:pt x="15667" y="7626"/>
                        <a:pt x="15651" y="8125"/>
                      </a:cubicBezTo>
                      <a:cubicBezTo>
                        <a:pt x="15434" y="8180"/>
                        <a:pt x="15240" y="8201"/>
                        <a:pt x="15026" y="8125"/>
                      </a:cubicBezTo>
                      <a:cubicBezTo>
                        <a:pt x="14719" y="7901"/>
                        <a:pt x="14455" y="7521"/>
                        <a:pt x="14368" y="7152"/>
                      </a:cubicBezTo>
                      <a:cubicBezTo>
                        <a:pt x="14325" y="6799"/>
                        <a:pt x="14343" y="6448"/>
                        <a:pt x="14362" y="6094"/>
                      </a:cubicBezTo>
                      <a:cubicBezTo>
                        <a:pt x="14365" y="5987"/>
                        <a:pt x="14368" y="5881"/>
                        <a:pt x="14370" y="5774"/>
                      </a:cubicBezTo>
                      <a:cubicBezTo>
                        <a:pt x="14377" y="5516"/>
                        <a:pt x="14388" y="5258"/>
                        <a:pt x="14401" y="5000"/>
                      </a:cubicBezTo>
                      <a:cubicBezTo>
                        <a:pt x="14195" y="5000"/>
                        <a:pt x="13988" y="5000"/>
                        <a:pt x="13776" y="5000"/>
                      </a:cubicBezTo>
                      <a:cubicBezTo>
                        <a:pt x="13783" y="5029"/>
                        <a:pt x="13783" y="5029"/>
                        <a:pt x="13820" y="5177"/>
                      </a:cubicBezTo>
                      <a:cubicBezTo>
                        <a:pt x="13894" y="5631"/>
                        <a:pt x="13855" y="5956"/>
                        <a:pt x="13594" y="6334"/>
                      </a:cubicBezTo>
                      <a:cubicBezTo>
                        <a:pt x="13466" y="6507"/>
                        <a:pt x="13330" y="6672"/>
                        <a:pt x="13190" y="6836"/>
                      </a:cubicBezTo>
                      <a:cubicBezTo>
                        <a:pt x="13163" y="6869"/>
                        <a:pt x="13135" y="6902"/>
                        <a:pt x="13107" y="6936"/>
                      </a:cubicBezTo>
                      <a:cubicBezTo>
                        <a:pt x="12637" y="7499"/>
                        <a:pt x="12637" y="7499"/>
                        <a:pt x="12345" y="7541"/>
                      </a:cubicBezTo>
                      <a:cubicBezTo>
                        <a:pt x="12192" y="7548"/>
                        <a:pt x="12050" y="7531"/>
                        <a:pt x="11901" y="7500"/>
                      </a:cubicBezTo>
                      <a:cubicBezTo>
                        <a:pt x="11902" y="7482"/>
                        <a:pt x="11902" y="7482"/>
                        <a:pt x="11911" y="7389"/>
                      </a:cubicBezTo>
                      <a:cubicBezTo>
                        <a:pt x="11991" y="6357"/>
                        <a:pt x="11991" y="6357"/>
                        <a:pt x="11840" y="6177"/>
                      </a:cubicBezTo>
                      <a:cubicBezTo>
                        <a:pt x="11703" y="6104"/>
                        <a:pt x="11566" y="6090"/>
                        <a:pt x="11415" y="6072"/>
                      </a:cubicBezTo>
                      <a:cubicBezTo>
                        <a:pt x="11369" y="6062"/>
                        <a:pt x="11323" y="6052"/>
                        <a:pt x="11276" y="6042"/>
                      </a:cubicBezTo>
                      <a:cubicBezTo>
                        <a:pt x="11215" y="5892"/>
                        <a:pt x="11243" y="5778"/>
                        <a:pt x="11276" y="5625"/>
                      </a:cubicBezTo>
                      <a:cubicBezTo>
                        <a:pt x="11107" y="5663"/>
                        <a:pt x="10986" y="5715"/>
                        <a:pt x="10859" y="5833"/>
                      </a:cubicBezTo>
                      <a:cubicBezTo>
                        <a:pt x="10761" y="6087"/>
                        <a:pt x="10774" y="6395"/>
                        <a:pt x="10764" y="6664"/>
                      </a:cubicBezTo>
                      <a:cubicBezTo>
                        <a:pt x="10742" y="7135"/>
                        <a:pt x="10742" y="7135"/>
                        <a:pt x="10651" y="7292"/>
                      </a:cubicBezTo>
                      <a:cubicBezTo>
                        <a:pt x="10527" y="7373"/>
                        <a:pt x="10389" y="7396"/>
                        <a:pt x="10246" y="7426"/>
                      </a:cubicBezTo>
                      <a:cubicBezTo>
                        <a:pt x="10164" y="7446"/>
                        <a:pt x="10164" y="7446"/>
                        <a:pt x="10026" y="7500"/>
                      </a:cubicBezTo>
                      <a:cubicBezTo>
                        <a:pt x="9944" y="7679"/>
                        <a:pt x="9966" y="7842"/>
                        <a:pt x="9987" y="8034"/>
                      </a:cubicBezTo>
                      <a:cubicBezTo>
                        <a:pt x="9990" y="8082"/>
                        <a:pt x="9992" y="8131"/>
                        <a:pt x="9995" y="8181"/>
                      </a:cubicBezTo>
                      <a:cubicBezTo>
                        <a:pt x="10003" y="8302"/>
                        <a:pt x="10013" y="8422"/>
                        <a:pt x="10026" y="8542"/>
                      </a:cubicBezTo>
                      <a:cubicBezTo>
                        <a:pt x="9857" y="8583"/>
                        <a:pt x="9688" y="8621"/>
                        <a:pt x="9518" y="8659"/>
                      </a:cubicBezTo>
                      <a:cubicBezTo>
                        <a:pt x="9470" y="8671"/>
                        <a:pt x="9422" y="8682"/>
                        <a:pt x="9373" y="8694"/>
                      </a:cubicBezTo>
                      <a:cubicBezTo>
                        <a:pt x="9326" y="8704"/>
                        <a:pt x="9280" y="8714"/>
                        <a:pt x="9232" y="8725"/>
                      </a:cubicBezTo>
                      <a:cubicBezTo>
                        <a:pt x="9190" y="8735"/>
                        <a:pt x="9147" y="8744"/>
                        <a:pt x="9104" y="8755"/>
                      </a:cubicBezTo>
                      <a:cubicBezTo>
                        <a:pt x="8984" y="8750"/>
                        <a:pt x="8984" y="8750"/>
                        <a:pt x="8866" y="8680"/>
                      </a:cubicBezTo>
                      <a:cubicBezTo>
                        <a:pt x="8709" y="8499"/>
                        <a:pt x="8751" y="8245"/>
                        <a:pt x="8755" y="8020"/>
                      </a:cubicBezTo>
                      <a:cubicBezTo>
                        <a:pt x="8756" y="7969"/>
                        <a:pt x="8756" y="7919"/>
                        <a:pt x="8756" y="7867"/>
                      </a:cubicBezTo>
                      <a:cubicBezTo>
                        <a:pt x="8757" y="7733"/>
                        <a:pt x="8759" y="7599"/>
                        <a:pt x="8761" y="7465"/>
                      </a:cubicBezTo>
                      <a:cubicBezTo>
                        <a:pt x="8764" y="7328"/>
                        <a:pt x="8765" y="7191"/>
                        <a:pt x="8766" y="7054"/>
                      </a:cubicBezTo>
                      <a:cubicBezTo>
                        <a:pt x="8768" y="6786"/>
                        <a:pt x="8771" y="6518"/>
                        <a:pt x="8776" y="6250"/>
                      </a:cubicBezTo>
                      <a:cubicBezTo>
                        <a:pt x="8570" y="6250"/>
                        <a:pt x="8363" y="6250"/>
                        <a:pt x="8151" y="6250"/>
                      </a:cubicBezTo>
                      <a:cubicBezTo>
                        <a:pt x="8151" y="7694"/>
                        <a:pt x="8151" y="9137"/>
                        <a:pt x="8151" y="10625"/>
                      </a:cubicBezTo>
                      <a:cubicBezTo>
                        <a:pt x="7526" y="10625"/>
                        <a:pt x="7526" y="10625"/>
                        <a:pt x="7329" y="10507"/>
                      </a:cubicBezTo>
                      <a:cubicBezTo>
                        <a:pt x="6707" y="9835"/>
                        <a:pt x="6829" y="8944"/>
                        <a:pt x="6858" y="8093"/>
                      </a:cubicBezTo>
                      <a:cubicBezTo>
                        <a:pt x="6864" y="7885"/>
                        <a:pt x="6867" y="7676"/>
                        <a:pt x="6870" y="7468"/>
                      </a:cubicBezTo>
                      <a:cubicBezTo>
                        <a:pt x="6877" y="7062"/>
                        <a:pt x="6887" y="6656"/>
                        <a:pt x="6901" y="6250"/>
                      </a:cubicBezTo>
                      <a:cubicBezTo>
                        <a:pt x="6520" y="6397"/>
                        <a:pt x="6520" y="6397"/>
                        <a:pt x="6442" y="6531"/>
                      </a:cubicBezTo>
                      <a:cubicBezTo>
                        <a:pt x="6423" y="6616"/>
                        <a:pt x="6416" y="6696"/>
                        <a:pt x="6412" y="6783"/>
                      </a:cubicBezTo>
                      <a:cubicBezTo>
                        <a:pt x="6410" y="6814"/>
                        <a:pt x="6406" y="6845"/>
                        <a:pt x="6403" y="6877"/>
                      </a:cubicBezTo>
                      <a:cubicBezTo>
                        <a:pt x="6394" y="6976"/>
                        <a:pt x="6386" y="7075"/>
                        <a:pt x="6380" y="7175"/>
                      </a:cubicBezTo>
                      <a:cubicBezTo>
                        <a:pt x="6335" y="7848"/>
                        <a:pt x="6335" y="7848"/>
                        <a:pt x="6179" y="8030"/>
                      </a:cubicBezTo>
                      <a:cubicBezTo>
                        <a:pt x="6141" y="8061"/>
                        <a:pt x="6104" y="8093"/>
                        <a:pt x="6065" y="8125"/>
                      </a:cubicBezTo>
                      <a:cubicBezTo>
                        <a:pt x="5889" y="8273"/>
                        <a:pt x="5834" y="8368"/>
                        <a:pt x="5814" y="8590"/>
                      </a:cubicBezTo>
                      <a:cubicBezTo>
                        <a:pt x="5808" y="8719"/>
                        <a:pt x="5802" y="8848"/>
                        <a:pt x="5798" y="8976"/>
                      </a:cubicBezTo>
                      <a:cubicBezTo>
                        <a:pt x="5774" y="9555"/>
                        <a:pt x="5774" y="9555"/>
                        <a:pt x="5651" y="9792"/>
                      </a:cubicBezTo>
                      <a:cubicBezTo>
                        <a:pt x="5394" y="10010"/>
                        <a:pt x="5051" y="10023"/>
                        <a:pt x="4725" y="10028"/>
                      </a:cubicBezTo>
                      <a:cubicBezTo>
                        <a:pt x="4602" y="9998"/>
                        <a:pt x="4525" y="9960"/>
                        <a:pt x="4441" y="9864"/>
                      </a:cubicBezTo>
                      <a:cubicBezTo>
                        <a:pt x="4355" y="9707"/>
                        <a:pt x="4372" y="9526"/>
                        <a:pt x="4371" y="9352"/>
                      </a:cubicBezTo>
                      <a:cubicBezTo>
                        <a:pt x="4369" y="9263"/>
                        <a:pt x="4365" y="9174"/>
                        <a:pt x="4361" y="9085"/>
                      </a:cubicBezTo>
                      <a:cubicBezTo>
                        <a:pt x="4359" y="9039"/>
                        <a:pt x="4357" y="8993"/>
                        <a:pt x="4356" y="8945"/>
                      </a:cubicBezTo>
                      <a:cubicBezTo>
                        <a:pt x="4295" y="7685"/>
                        <a:pt x="4295" y="7685"/>
                        <a:pt x="3806" y="7210"/>
                      </a:cubicBezTo>
                      <a:cubicBezTo>
                        <a:pt x="3646" y="7068"/>
                        <a:pt x="3477" y="6940"/>
                        <a:pt x="3305" y="6813"/>
                      </a:cubicBezTo>
                      <a:cubicBezTo>
                        <a:pt x="3201" y="6730"/>
                        <a:pt x="3154" y="6679"/>
                        <a:pt x="3119" y="6549"/>
                      </a:cubicBezTo>
                      <a:cubicBezTo>
                        <a:pt x="3119" y="6432"/>
                        <a:pt x="3119" y="6432"/>
                        <a:pt x="3151" y="6250"/>
                      </a:cubicBezTo>
                      <a:cubicBezTo>
                        <a:pt x="2945" y="6250"/>
                        <a:pt x="2738" y="6250"/>
                        <a:pt x="2526" y="6250"/>
                      </a:cubicBezTo>
                      <a:cubicBezTo>
                        <a:pt x="2526" y="6594"/>
                        <a:pt x="2526" y="6938"/>
                        <a:pt x="2526" y="7292"/>
                      </a:cubicBezTo>
                      <a:cubicBezTo>
                        <a:pt x="1776" y="7575"/>
                        <a:pt x="1776" y="7575"/>
                        <a:pt x="1484" y="7500"/>
                      </a:cubicBezTo>
                      <a:cubicBezTo>
                        <a:pt x="1193" y="7232"/>
                        <a:pt x="1070" y="6796"/>
                        <a:pt x="933" y="6434"/>
                      </a:cubicBezTo>
                      <a:cubicBezTo>
                        <a:pt x="827" y="6162"/>
                        <a:pt x="694" y="5902"/>
                        <a:pt x="562" y="5642"/>
                      </a:cubicBezTo>
                      <a:cubicBezTo>
                        <a:pt x="521" y="5561"/>
                        <a:pt x="482" y="5481"/>
                        <a:pt x="443" y="5400"/>
                      </a:cubicBezTo>
                      <a:cubicBezTo>
                        <a:pt x="418" y="5350"/>
                        <a:pt x="394" y="5300"/>
                        <a:pt x="369" y="5250"/>
                      </a:cubicBezTo>
                      <a:cubicBezTo>
                        <a:pt x="348" y="5206"/>
                        <a:pt x="327" y="5163"/>
                        <a:pt x="305" y="5119"/>
                      </a:cubicBezTo>
                      <a:cubicBezTo>
                        <a:pt x="234" y="5000"/>
                        <a:pt x="234" y="5000"/>
                        <a:pt x="127" y="4914"/>
                      </a:cubicBezTo>
                      <a:cubicBezTo>
                        <a:pt x="0" y="4789"/>
                        <a:pt x="1" y="4673"/>
                        <a:pt x="0" y="4501"/>
                      </a:cubicBezTo>
                      <a:cubicBezTo>
                        <a:pt x="1" y="4463"/>
                        <a:pt x="1" y="4425"/>
                        <a:pt x="2" y="4386"/>
                      </a:cubicBezTo>
                      <a:cubicBezTo>
                        <a:pt x="2" y="4345"/>
                        <a:pt x="2" y="4304"/>
                        <a:pt x="2" y="4262"/>
                      </a:cubicBezTo>
                      <a:cubicBezTo>
                        <a:pt x="2" y="4128"/>
                        <a:pt x="4" y="3994"/>
                        <a:pt x="5" y="3860"/>
                      </a:cubicBezTo>
                      <a:cubicBezTo>
                        <a:pt x="6" y="3767"/>
                        <a:pt x="6" y="3674"/>
                        <a:pt x="6" y="3580"/>
                      </a:cubicBezTo>
                      <a:cubicBezTo>
                        <a:pt x="7" y="3336"/>
                        <a:pt x="9" y="3091"/>
                        <a:pt x="11" y="2846"/>
                      </a:cubicBezTo>
                      <a:cubicBezTo>
                        <a:pt x="14" y="2596"/>
                        <a:pt x="15" y="2346"/>
                        <a:pt x="16" y="2096"/>
                      </a:cubicBezTo>
                      <a:cubicBezTo>
                        <a:pt x="18" y="1606"/>
                        <a:pt x="21" y="1115"/>
                        <a:pt x="26" y="625"/>
                      </a:cubicBezTo>
                      <a:cubicBezTo>
                        <a:pt x="127" y="618"/>
                        <a:pt x="228" y="613"/>
                        <a:pt x="329" y="608"/>
                      </a:cubicBezTo>
                      <a:cubicBezTo>
                        <a:pt x="358" y="606"/>
                        <a:pt x="386" y="604"/>
                        <a:pt x="416" y="602"/>
                      </a:cubicBezTo>
                      <a:cubicBezTo>
                        <a:pt x="500" y="599"/>
                        <a:pt x="500" y="599"/>
                        <a:pt x="651" y="625"/>
                      </a:cubicBezTo>
                      <a:cubicBezTo>
                        <a:pt x="750" y="761"/>
                        <a:pt x="807" y="896"/>
                        <a:pt x="844" y="1059"/>
                      </a:cubicBezTo>
                      <a:cubicBezTo>
                        <a:pt x="851" y="1088"/>
                        <a:pt x="857" y="1118"/>
                        <a:pt x="865" y="1148"/>
                      </a:cubicBezTo>
                      <a:cubicBezTo>
                        <a:pt x="871" y="1177"/>
                        <a:pt x="878" y="1207"/>
                        <a:pt x="885" y="1237"/>
                      </a:cubicBezTo>
                      <a:cubicBezTo>
                        <a:pt x="908" y="1324"/>
                        <a:pt x="931" y="1411"/>
                        <a:pt x="955" y="1498"/>
                      </a:cubicBezTo>
                      <a:cubicBezTo>
                        <a:pt x="970" y="1552"/>
                        <a:pt x="984" y="1606"/>
                        <a:pt x="996" y="1661"/>
                      </a:cubicBezTo>
                      <a:cubicBezTo>
                        <a:pt x="1032" y="1803"/>
                        <a:pt x="1061" y="1870"/>
                        <a:pt x="1173" y="1967"/>
                      </a:cubicBezTo>
                      <a:cubicBezTo>
                        <a:pt x="1302" y="2113"/>
                        <a:pt x="1309" y="2224"/>
                        <a:pt x="1312" y="2410"/>
                      </a:cubicBezTo>
                      <a:cubicBezTo>
                        <a:pt x="1313" y="2442"/>
                        <a:pt x="1315" y="2474"/>
                        <a:pt x="1316" y="2507"/>
                      </a:cubicBezTo>
                      <a:cubicBezTo>
                        <a:pt x="1319" y="2577"/>
                        <a:pt x="1322" y="2647"/>
                        <a:pt x="1324" y="2716"/>
                      </a:cubicBezTo>
                      <a:cubicBezTo>
                        <a:pt x="1327" y="2827"/>
                        <a:pt x="1332" y="2937"/>
                        <a:pt x="1337" y="3047"/>
                      </a:cubicBezTo>
                      <a:cubicBezTo>
                        <a:pt x="1352" y="3361"/>
                        <a:pt x="1365" y="3675"/>
                        <a:pt x="1375" y="3988"/>
                      </a:cubicBezTo>
                      <a:cubicBezTo>
                        <a:pt x="1382" y="4180"/>
                        <a:pt x="1390" y="4372"/>
                        <a:pt x="1400" y="4564"/>
                      </a:cubicBezTo>
                      <a:cubicBezTo>
                        <a:pt x="1404" y="4637"/>
                        <a:pt x="1406" y="4711"/>
                        <a:pt x="1408" y="4784"/>
                      </a:cubicBezTo>
                      <a:cubicBezTo>
                        <a:pt x="1410" y="4886"/>
                        <a:pt x="1415" y="4988"/>
                        <a:pt x="1421" y="5090"/>
                      </a:cubicBezTo>
                      <a:cubicBezTo>
                        <a:pt x="1421" y="5105"/>
                        <a:pt x="1421" y="5105"/>
                        <a:pt x="1421" y="5181"/>
                      </a:cubicBezTo>
                      <a:cubicBezTo>
                        <a:pt x="1428" y="5266"/>
                        <a:pt x="1428" y="5266"/>
                        <a:pt x="1484" y="5417"/>
                      </a:cubicBezTo>
                      <a:cubicBezTo>
                        <a:pt x="1622" y="5485"/>
                        <a:pt x="1759" y="5554"/>
                        <a:pt x="1901" y="5625"/>
                      </a:cubicBezTo>
                      <a:cubicBezTo>
                        <a:pt x="1901" y="5075"/>
                        <a:pt x="1901" y="4525"/>
                        <a:pt x="1901" y="3958"/>
                      </a:cubicBezTo>
                      <a:cubicBezTo>
                        <a:pt x="2068" y="3920"/>
                        <a:pt x="2236" y="3881"/>
                        <a:pt x="2409" y="3841"/>
                      </a:cubicBezTo>
                      <a:cubicBezTo>
                        <a:pt x="2461" y="3828"/>
                        <a:pt x="2514" y="3816"/>
                        <a:pt x="2568" y="3803"/>
                      </a:cubicBezTo>
                      <a:cubicBezTo>
                        <a:pt x="2902" y="3731"/>
                        <a:pt x="2902" y="3731"/>
                        <a:pt x="3079" y="3815"/>
                      </a:cubicBezTo>
                      <a:cubicBezTo>
                        <a:pt x="3215" y="4004"/>
                        <a:pt x="3172" y="4272"/>
                        <a:pt x="3164" y="4492"/>
                      </a:cubicBezTo>
                      <a:cubicBezTo>
                        <a:pt x="3163" y="4541"/>
                        <a:pt x="3162" y="4590"/>
                        <a:pt x="3161" y="4640"/>
                      </a:cubicBezTo>
                      <a:cubicBezTo>
                        <a:pt x="3159" y="4760"/>
                        <a:pt x="3155" y="4880"/>
                        <a:pt x="3151" y="5000"/>
                      </a:cubicBezTo>
                      <a:cubicBezTo>
                        <a:pt x="3357" y="5000"/>
                        <a:pt x="3563" y="5000"/>
                        <a:pt x="3776" y="5000"/>
                      </a:cubicBezTo>
                      <a:cubicBezTo>
                        <a:pt x="3776" y="4656"/>
                        <a:pt x="3776" y="4312"/>
                        <a:pt x="3776" y="3958"/>
                      </a:cubicBezTo>
                      <a:cubicBezTo>
                        <a:pt x="3945" y="3918"/>
                        <a:pt x="4114" y="3879"/>
                        <a:pt x="4284" y="3841"/>
                      </a:cubicBezTo>
                      <a:cubicBezTo>
                        <a:pt x="4332" y="3829"/>
                        <a:pt x="4380" y="3818"/>
                        <a:pt x="4429" y="3806"/>
                      </a:cubicBezTo>
                      <a:cubicBezTo>
                        <a:pt x="4452" y="3801"/>
                        <a:pt x="4452" y="3801"/>
                        <a:pt x="4569" y="3775"/>
                      </a:cubicBezTo>
                      <a:cubicBezTo>
                        <a:pt x="4612" y="3765"/>
                        <a:pt x="4654" y="3756"/>
                        <a:pt x="4698" y="3745"/>
                      </a:cubicBezTo>
                      <a:cubicBezTo>
                        <a:pt x="4839" y="3751"/>
                        <a:pt x="4887" y="3793"/>
                        <a:pt x="4982" y="3894"/>
                      </a:cubicBezTo>
                      <a:cubicBezTo>
                        <a:pt x="5060" y="4008"/>
                        <a:pt x="5051" y="4115"/>
                        <a:pt x="5050" y="4250"/>
                      </a:cubicBezTo>
                      <a:cubicBezTo>
                        <a:pt x="5050" y="4278"/>
                        <a:pt x="5050" y="4307"/>
                        <a:pt x="5050" y="4336"/>
                      </a:cubicBezTo>
                      <a:cubicBezTo>
                        <a:pt x="5049" y="4430"/>
                        <a:pt x="5048" y="4523"/>
                        <a:pt x="5046" y="4617"/>
                      </a:cubicBezTo>
                      <a:cubicBezTo>
                        <a:pt x="5046" y="4682"/>
                        <a:pt x="5045" y="4747"/>
                        <a:pt x="5045" y="4812"/>
                      </a:cubicBezTo>
                      <a:cubicBezTo>
                        <a:pt x="5045" y="4983"/>
                        <a:pt x="5042" y="5154"/>
                        <a:pt x="5040" y="5325"/>
                      </a:cubicBezTo>
                      <a:cubicBezTo>
                        <a:pt x="5038" y="5499"/>
                        <a:pt x="5037" y="5674"/>
                        <a:pt x="5036" y="5848"/>
                      </a:cubicBezTo>
                      <a:cubicBezTo>
                        <a:pt x="5034" y="6191"/>
                        <a:pt x="5030" y="6533"/>
                        <a:pt x="5026" y="6875"/>
                      </a:cubicBezTo>
                      <a:cubicBezTo>
                        <a:pt x="5180" y="6824"/>
                        <a:pt x="5313" y="6766"/>
                        <a:pt x="5442" y="6667"/>
                      </a:cubicBezTo>
                      <a:cubicBezTo>
                        <a:pt x="5509" y="6516"/>
                        <a:pt x="5510" y="6369"/>
                        <a:pt x="5514" y="6205"/>
                      </a:cubicBezTo>
                      <a:cubicBezTo>
                        <a:pt x="5517" y="6160"/>
                        <a:pt x="5520" y="6115"/>
                        <a:pt x="5523" y="6069"/>
                      </a:cubicBezTo>
                      <a:cubicBezTo>
                        <a:pt x="5533" y="5925"/>
                        <a:pt x="5540" y="5782"/>
                        <a:pt x="5547" y="5638"/>
                      </a:cubicBezTo>
                      <a:cubicBezTo>
                        <a:pt x="5593" y="4628"/>
                        <a:pt x="5593" y="4628"/>
                        <a:pt x="5746" y="4444"/>
                      </a:cubicBezTo>
                      <a:cubicBezTo>
                        <a:pt x="5857" y="4343"/>
                        <a:pt x="5857" y="4343"/>
                        <a:pt x="5970" y="4257"/>
                      </a:cubicBezTo>
                      <a:cubicBezTo>
                        <a:pt x="6153" y="4088"/>
                        <a:pt x="6165" y="3857"/>
                        <a:pt x="6198" y="3620"/>
                      </a:cubicBezTo>
                      <a:cubicBezTo>
                        <a:pt x="6206" y="3572"/>
                        <a:pt x="6214" y="3524"/>
                        <a:pt x="6222" y="3475"/>
                      </a:cubicBezTo>
                      <a:cubicBezTo>
                        <a:pt x="6241" y="3359"/>
                        <a:pt x="6259" y="3242"/>
                        <a:pt x="6276" y="3125"/>
                      </a:cubicBezTo>
                      <a:cubicBezTo>
                        <a:pt x="6704" y="3053"/>
                        <a:pt x="6704" y="3053"/>
                        <a:pt x="6901" y="3125"/>
                      </a:cubicBezTo>
                      <a:cubicBezTo>
                        <a:pt x="7042" y="3309"/>
                        <a:pt x="7084" y="3514"/>
                        <a:pt x="7135" y="3737"/>
                      </a:cubicBezTo>
                      <a:cubicBezTo>
                        <a:pt x="7158" y="3824"/>
                        <a:pt x="7181" y="3911"/>
                        <a:pt x="7205" y="3998"/>
                      </a:cubicBezTo>
                      <a:cubicBezTo>
                        <a:pt x="7220" y="4052"/>
                        <a:pt x="7234" y="4106"/>
                        <a:pt x="7246" y="4161"/>
                      </a:cubicBezTo>
                      <a:cubicBezTo>
                        <a:pt x="7283" y="4306"/>
                        <a:pt x="7318" y="4375"/>
                        <a:pt x="7426" y="4482"/>
                      </a:cubicBezTo>
                      <a:cubicBezTo>
                        <a:pt x="7526" y="4583"/>
                        <a:pt x="7526" y="4583"/>
                        <a:pt x="7550" y="4703"/>
                      </a:cubicBezTo>
                      <a:cubicBezTo>
                        <a:pt x="7548" y="4745"/>
                        <a:pt x="7547" y="4788"/>
                        <a:pt x="7546" y="4831"/>
                      </a:cubicBezTo>
                      <a:cubicBezTo>
                        <a:pt x="7545" y="4878"/>
                        <a:pt x="7545" y="4924"/>
                        <a:pt x="7544" y="4972"/>
                      </a:cubicBezTo>
                      <a:cubicBezTo>
                        <a:pt x="7543" y="4996"/>
                        <a:pt x="7543" y="4996"/>
                        <a:pt x="7539" y="5117"/>
                      </a:cubicBezTo>
                      <a:cubicBezTo>
                        <a:pt x="7538" y="5166"/>
                        <a:pt x="7537" y="5215"/>
                        <a:pt x="7536" y="5265"/>
                      </a:cubicBezTo>
                      <a:cubicBezTo>
                        <a:pt x="7534" y="5385"/>
                        <a:pt x="7530" y="5505"/>
                        <a:pt x="7526" y="5625"/>
                      </a:cubicBezTo>
                      <a:cubicBezTo>
                        <a:pt x="7732" y="5625"/>
                        <a:pt x="7938" y="5625"/>
                        <a:pt x="8151" y="5625"/>
                      </a:cubicBezTo>
                      <a:cubicBezTo>
                        <a:pt x="8131" y="5395"/>
                        <a:pt x="8109" y="5165"/>
                        <a:pt x="8085" y="4936"/>
                      </a:cubicBezTo>
                      <a:cubicBezTo>
                        <a:pt x="8077" y="4858"/>
                        <a:pt x="8070" y="4780"/>
                        <a:pt x="8063" y="4702"/>
                      </a:cubicBezTo>
                      <a:cubicBezTo>
                        <a:pt x="8053" y="4589"/>
                        <a:pt x="8041" y="4476"/>
                        <a:pt x="8029" y="4364"/>
                      </a:cubicBezTo>
                      <a:cubicBezTo>
                        <a:pt x="8026" y="4329"/>
                        <a:pt x="8024" y="4295"/>
                        <a:pt x="8021" y="4260"/>
                      </a:cubicBezTo>
                      <a:cubicBezTo>
                        <a:pt x="7991" y="4018"/>
                        <a:pt x="7915" y="3923"/>
                        <a:pt x="7731" y="3764"/>
                      </a:cubicBezTo>
                      <a:cubicBezTo>
                        <a:pt x="7551" y="3596"/>
                        <a:pt x="7495" y="3493"/>
                        <a:pt x="7479" y="3246"/>
                      </a:cubicBezTo>
                      <a:cubicBezTo>
                        <a:pt x="7477" y="3133"/>
                        <a:pt x="7481" y="3021"/>
                        <a:pt x="7485" y="2909"/>
                      </a:cubicBezTo>
                      <a:cubicBezTo>
                        <a:pt x="7486" y="2848"/>
                        <a:pt x="7486" y="2788"/>
                        <a:pt x="7487" y="2728"/>
                      </a:cubicBezTo>
                      <a:cubicBezTo>
                        <a:pt x="7489" y="2571"/>
                        <a:pt x="7492" y="2414"/>
                        <a:pt x="7497" y="2257"/>
                      </a:cubicBezTo>
                      <a:cubicBezTo>
                        <a:pt x="7501" y="2097"/>
                        <a:pt x="7503" y="1936"/>
                        <a:pt x="7505" y="1776"/>
                      </a:cubicBezTo>
                      <a:cubicBezTo>
                        <a:pt x="7510" y="1461"/>
                        <a:pt x="7517" y="1147"/>
                        <a:pt x="7526" y="833"/>
                      </a:cubicBezTo>
                      <a:cubicBezTo>
                        <a:pt x="7695" y="792"/>
                        <a:pt x="7864" y="754"/>
                        <a:pt x="8034" y="716"/>
                      </a:cubicBezTo>
                      <a:cubicBezTo>
                        <a:pt x="8082" y="704"/>
                        <a:pt x="8130" y="693"/>
                        <a:pt x="8179" y="681"/>
                      </a:cubicBezTo>
                      <a:cubicBezTo>
                        <a:pt x="8225" y="671"/>
                        <a:pt x="8271" y="661"/>
                        <a:pt x="8319" y="650"/>
                      </a:cubicBezTo>
                      <a:cubicBezTo>
                        <a:pt x="8362" y="640"/>
                        <a:pt x="8404" y="631"/>
                        <a:pt x="8448" y="620"/>
                      </a:cubicBezTo>
                      <a:cubicBezTo>
                        <a:pt x="8567" y="625"/>
                        <a:pt x="8567" y="625"/>
                        <a:pt x="8685" y="704"/>
                      </a:cubicBezTo>
                      <a:cubicBezTo>
                        <a:pt x="8816" y="855"/>
                        <a:pt x="8809" y="1021"/>
                        <a:pt x="8812" y="1214"/>
                      </a:cubicBezTo>
                      <a:cubicBezTo>
                        <a:pt x="8813" y="1252"/>
                        <a:pt x="8815" y="1290"/>
                        <a:pt x="8816" y="1329"/>
                      </a:cubicBezTo>
                      <a:cubicBezTo>
                        <a:pt x="8819" y="1411"/>
                        <a:pt x="8822" y="1493"/>
                        <a:pt x="8824" y="1576"/>
                      </a:cubicBezTo>
                      <a:cubicBezTo>
                        <a:pt x="8827" y="1706"/>
                        <a:pt x="8832" y="1837"/>
                        <a:pt x="8837" y="1967"/>
                      </a:cubicBezTo>
                      <a:cubicBezTo>
                        <a:pt x="8852" y="2338"/>
                        <a:pt x="8864" y="2709"/>
                        <a:pt x="8875" y="3080"/>
                      </a:cubicBezTo>
                      <a:cubicBezTo>
                        <a:pt x="8882" y="3308"/>
                        <a:pt x="8890" y="3535"/>
                        <a:pt x="8900" y="3762"/>
                      </a:cubicBezTo>
                      <a:cubicBezTo>
                        <a:pt x="8904" y="3848"/>
                        <a:pt x="8906" y="3935"/>
                        <a:pt x="8908" y="4021"/>
                      </a:cubicBezTo>
                      <a:cubicBezTo>
                        <a:pt x="8924" y="4768"/>
                        <a:pt x="8924" y="4768"/>
                        <a:pt x="9137" y="4988"/>
                      </a:cubicBezTo>
                      <a:cubicBezTo>
                        <a:pt x="9191" y="5036"/>
                        <a:pt x="9250" y="5080"/>
                        <a:pt x="9309" y="5123"/>
                      </a:cubicBezTo>
                      <a:cubicBezTo>
                        <a:pt x="9430" y="5236"/>
                        <a:pt x="9433" y="5314"/>
                        <a:pt x="9441" y="5477"/>
                      </a:cubicBezTo>
                      <a:cubicBezTo>
                        <a:pt x="9439" y="5570"/>
                        <a:pt x="9434" y="5663"/>
                        <a:pt x="9427" y="5755"/>
                      </a:cubicBezTo>
                      <a:cubicBezTo>
                        <a:pt x="9425" y="5803"/>
                        <a:pt x="9423" y="5851"/>
                        <a:pt x="9421" y="5900"/>
                      </a:cubicBezTo>
                      <a:cubicBezTo>
                        <a:pt x="9416" y="6017"/>
                        <a:pt x="9409" y="6133"/>
                        <a:pt x="9401" y="6250"/>
                      </a:cubicBezTo>
                      <a:cubicBezTo>
                        <a:pt x="9607" y="6250"/>
                        <a:pt x="9813" y="6250"/>
                        <a:pt x="10026" y="6250"/>
                      </a:cubicBezTo>
                      <a:cubicBezTo>
                        <a:pt x="10021" y="6180"/>
                        <a:pt x="10016" y="6109"/>
                        <a:pt x="10011" y="6037"/>
                      </a:cubicBezTo>
                      <a:cubicBezTo>
                        <a:pt x="10007" y="5943"/>
                        <a:pt x="10004" y="5849"/>
                        <a:pt x="10000" y="5755"/>
                      </a:cubicBezTo>
                      <a:cubicBezTo>
                        <a:pt x="9996" y="5709"/>
                        <a:pt x="9993" y="5663"/>
                        <a:pt x="9989" y="5615"/>
                      </a:cubicBezTo>
                      <a:cubicBezTo>
                        <a:pt x="9979" y="5260"/>
                        <a:pt x="9979" y="5260"/>
                        <a:pt x="10118" y="5107"/>
                      </a:cubicBezTo>
                      <a:cubicBezTo>
                        <a:pt x="10156" y="5076"/>
                        <a:pt x="10193" y="5045"/>
                        <a:pt x="10232" y="5012"/>
                      </a:cubicBezTo>
                      <a:cubicBezTo>
                        <a:pt x="10407" y="4859"/>
                        <a:pt x="10468" y="4760"/>
                        <a:pt x="10488" y="4534"/>
                      </a:cubicBezTo>
                      <a:cubicBezTo>
                        <a:pt x="10494" y="4406"/>
                        <a:pt x="10499" y="4277"/>
                        <a:pt x="10503" y="4149"/>
                      </a:cubicBezTo>
                      <a:cubicBezTo>
                        <a:pt x="10528" y="3570"/>
                        <a:pt x="10528" y="3570"/>
                        <a:pt x="10651" y="3333"/>
                      </a:cubicBezTo>
                      <a:cubicBezTo>
                        <a:pt x="10908" y="3115"/>
                        <a:pt x="11251" y="3102"/>
                        <a:pt x="11576" y="3097"/>
                      </a:cubicBezTo>
                      <a:cubicBezTo>
                        <a:pt x="11741" y="3136"/>
                        <a:pt x="11800" y="3199"/>
                        <a:pt x="11901" y="3333"/>
                      </a:cubicBezTo>
                      <a:cubicBezTo>
                        <a:pt x="11939" y="3445"/>
                        <a:pt x="11954" y="3556"/>
                        <a:pt x="11967" y="3673"/>
                      </a:cubicBezTo>
                      <a:cubicBezTo>
                        <a:pt x="11971" y="3705"/>
                        <a:pt x="11975" y="3737"/>
                        <a:pt x="11980" y="3770"/>
                      </a:cubicBezTo>
                      <a:cubicBezTo>
                        <a:pt x="11993" y="3872"/>
                        <a:pt x="12006" y="3974"/>
                        <a:pt x="12018" y="4075"/>
                      </a:cubicBezTo>
                      <a:cubicBezTo>
                        <a:pt x="12027" y="4145"/>
                        <a:pt x="12036" y="4214"/>
                        <a:pt x="12045" y="4284"/>
                      </a:cubicBezTo>
                      <a:cubicBezTo>
                        <a:pt x="12067" y="4453"/>
                        <a:pt x="12089" y="4622"/>
                        <a:pt x="12109" y="4792"/>
                      </a:cubicBezTo>
                      <a:cubicBezTo>
                        <a:pt x="13231" y="4634"/>
                        <a:pt x="13231" y="4634"/>
                        <a:pt x="13484" y="4321"/>
                      </a:cubicBezTo>
                      <a:cubicBezTo>
                        <a:pt x="13702" y="3952"/>
                        <a:pt x="13837" y="3524"/>
                        <a:pt x="13984" y="3125"/>
                      </a:cubicBezTo>
                      <a:cubicBezTo>
                        <a:pt x="14328" y="3194"/>
                        <a:pt x="14672" y="3262"/>
                        <a:pt x="15026" y="3333"/>
                      </a:cubicBezTo>
                      <a:cubicBezTo>
                        <a:pt x="15026" y="4296"/>
                        <a:pt x="15026" y="5258"/>
                        <a:pt x="15026" y="6250"/>
                      </a:cubicBezTo>
                      <a:cubicBezTo>
                        <a:pt x="15232" y="6250"/>
                        <a:pt x="15438" y="6250"/>
                        <a:pt x="15651" y="6250"/>
                      </a:cubicBezTo>
                      <a:cubicBezTo>
                        <a:pt x="15639" y="6187"/>
                        <a:pt x="15627" y="6124"/>
                        <a:pt x="15614" y="6059"/>
                      </a:cubicBezTo>
                      <a:cubicBezTo>
                        <a:pt x="15576" y="5765"/>
                        <a:pt x="15559" y="5491"/>
                        <a:pt x="15651" y="5208"/>
                      </a:cubicBezTo>
                      <a:cubicBezTo>
                        <a:pt x="15782" y="5061"/>
                        <a:pt x="15935" y="4953"/>
                        <a:pt x="16092" y="4835"/>
                      </a:cubicBezTo>
                      <a:cubicBezTo>
                        <a:pt x="16484" y="4530"/>
                        <a:pt x="16725" y="4214"/>
                        <a:pt x="16794" y="3715"/>
                      </a:cubicBezTo>
                      <a:cubicBezTo>
                        <a:pt x="16848" y="3236"/>
                        <a:pt x="16849" y="2754"/>
                        <a:pt x="16849" y="2272"/>
                      </a:cubicBezTo>
                      <a:cubicBezTo>
                        <a:pt x="16849" y="1953"/>
                        <a:pt x="16858" y="1635"/>
                        <a:pt x="16866" y="1316"/>
                      </a:cubicBezTo>
                      <a:cubicBezTo>
                        <a:pt x="16870" y="1147"/>
                        <a:pt x="16872" y="978"/>
                        <a:pt x="16872" y="809"/>
                      </a:cubicBezTo>
                      <a:cubicBezTo>
                        <a:pt x="16873" y="732"/>
                        <a:pt x="16874" y="655"/>
                        <a:pt x="16875" y="579"/>
                      </a:cubicBezTo>
                      <a:cubicBezTo>
                        <a:pt x="16874" y="544"/>
                        <a:pt x="16874" y="510"/>
                        <a:pt x="16873" y="474"/>
                      </a:cubicBezTo>
                      <a:cubicBezTo>
                        <a:pt x="16874" y="442"/>
                        <a:pt x="16874" y="410"/>
                        <a:pt x="16875" y="377"/>
                      </a:cubicBezTo>
                      <a:cubicBezTo>
                        <a:pt x="16875" y="349"/>
                        <a:pt x="16875" y="321"/>
                        <a:pt x="16875" y="293"/>
                      </a:cubicBezTo>
                      <a:cubicBezTo>
                        <a:pt x="16901" y="208"/>
                        <a:pt x="16901" y="208"/>
                        <a:pt x="17109" y="0"/>
                      </a:cubicBezTo>
                      <a:close/>
                    </a:path>
                  </a:pathLst>
                </a:custGeom>
                <a:solidFill>
                  <a:srgbClr val="3D77FD"/>
                </a:solidFill>
                <a:ln w="2646" cap="flat">
                  <a:noFill/>
                </a:ln>
              </p:spPr>
            </p:sp>
            <p:sp>
              <p:nvSpPr>
                <p:cNvPr id="3481" name="ICON_OUT_WAVE_GRAPHIC_path_002"/>
                <p:cNvSpPr/>
                <p:nvPr/>
              </p:nvSpPr>
              <p:spPr>
                <a:xfrm>
                  <a:off x="9167146" y="3579812"/>
                  <a:ext cx="708279" cy="14391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5770" h="11332" fill="norm" stroke="0">
                      <a:moveTo>
                        <a:pt x="261" y="0"/>
                      </a:moveTo>
                      <a:cubicBezTo>
                        <a:pt x="605" y="69"/>
                        <a:pt x="948" y="137"/>
                        <a:pt x="1303" y="208"/>
                      </a:cubicBezTo>
                      <a:cubicBezTo>
                        <a:pt x="1371" y="1721"/>
                        <a:pt x="1440" y="3233"/>
                        <a:pt x="1511" y="4792"/>
                      </a:cubicBezTo>
                      <a:cubicBezTo>
                        <a:pt x="2670" y="4560"/>
                        <a:pt x="2670" y="4560"/>
                        <a:pt x="2866" y="4269"/>
                      </a:cubicBezTo>
                      <a:cubicBezTo>
                        <a:pt x="2887" y="4231"/>
                        <a:pt x="2908" y="4193"/>
                        <a:pt x="2930" y="4154"/>
                      </a:cubicBezTo>
                      <a:cubicBezTo>
                        <a:pt x="2955" y="4115"/>
                        <a:pt x="2980" y="4076"/>
                        <a:pt x="3006" y="4036"/>
                      </a:cubicBezTo>
                      <a:cubicBezTo>
                        <a:pt x="3066" y="3942"/>
                        <a:pt x="3123" y="3848"/>
                        <a:pt x="3178" y="3750"/>
                      </a:cubicBezTo>
                      <a:cubicBezTo>
                        <a:pt x="3594" y="3958"/>
                        <a:pt x="4011" y="4167"/>
                        <a:pt x="4428" y="4375"/>
                      </a:cubicBezTo>
                      <a:cubicBezTo>
                        <a:pt x="4428" y="3756"/>
                        <a:pt x="4428" y="3137"/>
                        <a:pt x="4428" y="2500"/>
                      </a:cubicBezTo>
                      <a:cubicBezTo>
                        <a:pt x="5053" y="2500"/>
                        <a:pt x="5053" y="2500"/>
                        <a:pt x="5249" y="2640"/>
                      </a:cubicBezTo>
                      <a:cubicBezTo>
                        <a:pt x="5328" y="2735"/>
                        <a:pt x="5328" y="2735"/>
                        <a:pt x="5402" y="2842"/>
                      </a:cubicBezTo>
                      <a:cubicBezTo>
                        <a:pt x="5428" y="2879"/>
                        <a:pt x="5454" y="2915"/>
                        <a:pt x="5482" y="2954"/>
                      </a:cubicBezTo>
                      <a:cubicBezTo>
                        <a:pt x="5794" y="3443"/>
                        <a:pt x="5746" y="3972"/>
                        <a:pt x="5717" y="4531"/>
                      </a:cubicBezTo>
                      <a:cubicBezTo>
                        <a:pt x="5713" y="4638"/>
                        <a:pt x="5711" y="4744"/>
                        <a:pt x="5708" y="4851"/>
                      </a:cubicBezTo>
                      <a:cubicBezTo>
                        <a:pt x="5701" y="5109"/>
                        <a:pt x="5690" y="5367"/>
                        <a:pt x="5678" y="5625"/>
                      </a:cubicBezTo>
                      <a:cubicBezTo>
                        <a:pt x="5884" y="5625"/>
                        <a:pt x="6090" y="5625"/>
                        <a:pt x="6303" y="5625"/>
                      </a:cubicBezTo>
                      <a:cubicBezTo>
                        <a:pt x="6303" y="5281"/>
                        <a:pt x="6303" y="4938"/>
                        <a:pt x="6303" y="4583"/>
                      </a:cubicBezTo>
                      <a:cubicBezTo>
                        <a:pt x="6471" y="4543"/>
                        <a:pt x="6641" y="4504"/>
                        <a:pt x="6810" y="4466"/>
                      </a:cubicBezTo>
                      <a:cubicBezTo>
                        <a:pt x="6858" y="4454"/>
                        <a:pt x="6906" y="4443"/>
                        <a:pt x="6956" y="4431"/>
                      </a:cubicBezTo>
                      <a:cubicBezTo>
                        <a:pt x="7303" y="4355"/>
                        <a:pt x="7303" y="4355"/>
                        <a:pt x="7483" y="4441"/>
                      </a:cubicBezTo>
                      <a:cubicBezTo>
                        <a:pt x="7617" y="4626"/>
                        <a:pt x="7545" y="4891"/>
                        <a:pt x="7526" y="5104"/>
                      </a:cubicBezTo>
                      <a:cubicBezTo>
                        <a:pt x="7517" y="5282"/>
                        <a:pt x="7510" y="5451"/>
                        <a:pt x="7553" y="5625"/>
                      </a:cubicBezTo>
                      <a:cubicBezTo>
                        <a:pt x="7683" y="5759"/>
                        <a:pt x="7861" y="5768"/>
                        <a:pt x="8038" y="5796"/>
                      </a:cubicBezTo>
                      <a:cubicBezTo>
                        <a:pt x="8084" y="5808"/>
                        <a:pt x="8130" y="5821"/>
                        <a:pt x="8178" y="5833"/>
                      </a:cubicBezTo>
                      <a:cubicBezTo>
                        <a:pt x="8237" y="5980"/>
                        <a:pt x="8217" y="6100"/>
                        <a:pt x="8178" y="6250"/>
                      </a:cubicBezTo>
                      <a:cubicBezTo>
                        <a:pt x="8388" y="6301"/>
                        <a:pt x="8598" y="6340"/>
                        <a:pt x="8803" y="6250"/>
                      </a:cubicBezTo>
                      <a:cubicBezTo>
                        <a:pt x="9018" y="6031"/>
                        <a:pt x="9113" y="5698"/>
                        <a:pt x="9219" y="5417"/>
                      </a:cubicBezTo>
                      <a:cubicBezTo>
                        <a:pt x="9254" y="5328"/>
                        <a:pt x="9288" y="5240"/>
                        <a:pt x="9322" y="5151"/>
                      </a:cubicBezTo>
                      <a:cubicBezTo>
                        <a:pt x="9340" y="5107"/>
                        <a:pt x="9357" y="5063"/>
                        <a:pt x="9375" y="5017"/>
                      </a:cubicBezTo>
                      <a:cubicBezTo>
                        <a:pt x="9660" y="4289"/>
                        <a:pt x="9660" y="4289"/>
                        <a:pt x="9831" y="3998"/>
                      </a:cubicBezTo>
                      <a:cubicBezTo>
                        <a:pt x="9844" y="3972"/>
                        <a:pt x="9857" y="3946"/>
                        <a:pt x="9871" y="3919"/>
                      </a:cubicBezTo>
                      <a:cubicBezTo>
                        <a:pt x="9959" y="3781"/>
                        <a:pt x="10037" y="3754"/>
                        <a:pt x="10197" y="3714"/>
                      </a:cubicBezTo>
                      <a:cubicBezTo>
                        <a:pt x="10373" y="3691"/>
                        <a:pt x="10507" y="3697"/>
                        <a:pt x="10678" y="3750"/>
                      </a:cubicBezTo>
                      <a:cubicBezTo>
                        <a:pt x="10817" y="3925"/>
                        <a:pt x="10861" y="4122"/>
                        <a:pt x="10912" y="4336"/>
                      </a:cubicBezTo>
                      <a:cubicBezTo>
                        <a:pt x="10927" y="4391"/>
                        <a:pt x="10942" y="4446"/>
                        <a:pt x="10958" y="4501"/>
                      </a:cubicBezTo>
                      <a:cubicBezTo>
                        <a:pt x="11022" y="4726"/>
                        <a:pt x="11085" y="4951"/>
                        <a:pt x="11130" y="5181"/>
                      </a:cubicBezTo>
                      <a:cubicBezTo>
                        <a:pt x="11167" y="5350"/>
                        <a:pt x="11201" y="5481"/>
                        <a:pt x="11303" y="5625"/>
                      </a:cubicBezTo>
                      <a:cubicBezTo>
                        <a:pt x="11503" y="5701"/>
                        <a:pt x="11722" y="5660"/>
                        <a:pt x="11928" y="5625"/>
                      </a:cubicBezTo>
                      <a:cubicBezTo>
                        <a:pt x="11926" y="5607"/>
                        <a:pt x="11926" y="5607"/>
                        <a:pt x="11921" y="5514"/>
                      </a:cubicBezTo>
                      <a:cubicBezTo>
                        <a:pt x="11914" y="5376"/>
                        <a:pt x="11909" y="5240"/>
                        <a:pt x="11905" y="5102"/>
                      </a:cubicBezTo>
                      <a:cubicBezTo>
                        <a:pt x="11903" y="5043"/>
                        <a:pt x="11900" y="4984"/>
                        <a:pt x="11896" y="4925"/>
                      </a:cubicBezTo>
                      <a:cubicBezTo>
                        <a:pt x="11885" y="4735"/>
                        <a:pt x="11880" y="4561"/>
                        <a:pt x="11928" y="4375"/>
                      </a:cubicBezTo>
                      <a:cubicBezTo>
                        <a:pt x="12028" y="4296"/>
                        <a:pt x="12120" y="4264"/>
                        <a:pt x="12240" y="4221"/>
                      </a:cubicBezTo>
                      <a:cubicBezTo>
                        <a:pt x="12412" y="4131"/>
                        <a:pt x="12439" y="3987"/>
                        <a:pt x="12497" y="3810"/>
                      </a:cubicBezTo>
                      <a:cubicBezTo>
                        <a:pt x="12511" y="3764"/>
                        <a:pt x="12525" y="3719"/>
                        <a:pt x="12540" y="3672"/>
                      </a:cubicBezTo>
                      <a:cubicBezTo>
                        <a:pt x="12697" y="3240"/>
                        <a:pt x="12869" y="2783"/>
                        <a:pt x="13282" y="2535"/>
                      </a:cubicBezTo>
                      <a:cubicBezTo>
                        <a:pt x="13644" y="2414"/>
                        <a:pt x="14091" y="2608"/>
                        <a:pt x="14428" y="2708"/>
                      </a:cubicBezTo>
                      <a:cubicBezTo>
                        <a:pt x="14428" y="3052"/>
                        <a:pt x="14428" y="3396"/>
                        <a:pt x="14428" y="3750"/>
                      </a:cubicBezTo>
                      <a:cubicBezTo>
                        <a:pt x="14818" y="3438"/>
                        <a:pt x="14818" y="3438"/>
                        <a:pt x="14939" y="3339"/>
                      </a:cubicBezTo>
                      <a:cubicBezTo>
                        <a:pt x="15145" y="3179"/>
                        <a:pt x="15319" y="3067"/>
                        <a:pt x="15588" y="3087"/>
                      </a:cubicBezTo>
                      <a:cubicBezTo>
                        <a:pt x="15741" y="3152"/>
                        <a:pt x="15766" y="3288"/>
                        <a:pt x="15825" y="3435"/>
                      </a:cubicBezTo>
                      <a:cubicBezTo>
                        <a:pt x="15940" y="3637"/>
                        <a:pt x="16144" y="3688"/>
                        <a:pt x="16355" y="3763"/>
                      </a:cubicBezTo>
                      <a:cubicBezTo>
                        <a:pt x="16395" y="3779"/>
                        <a:pt x="16435" y="3795"/>
                        <a:pt x="16476" y="3812"/>
                      </a:cubicBezTo>
                      <a:cubicBezTo>
                        <a:pt x="16965" y="3998"/>
                        <a:pt x="17444" y="4062"/>
                        <a:pt x="17969" y="4167"/>
                      </a:cubicBezTo>
                      <a:cubicBezTo>
                        <a:pt x="18038" y="3067"/>
                        <a:pt x="18107" y="1967"/>
                        <a:pt x="18178" y="833"/>
                      </a:cubicBezTo>
                      <a:cubicBezTo>
                        <a:pt x="18349" y="799"/>
                        <a:pt x="18349" y="799"/>
                        <a:pt x="19219" y="625"/>
                      </a:cubicBezTo>
                      <a:cubicBezTo>
                        <a:pt x="19453" y="859"/>
                        <a:pt x="19453" y="859"/>
                        <a:pt x="19464" y="1099"/>
                      </a:cubicBezTo>
                      <a:cubicBezTo>
                        <a:pt x="19465" y="1125"/>
                        <a:pt x="19466" y="1151"/>
                        <a:pt x="19468" y="1177"/>
                      </a:cubicBezTo>
                      <a:cubicBezTo>
                        <a:pt x="19471" y="1233"/>
                        <a:pt x="19473" y="1289"/>
                        <a:pt x="19475" y="1344"/>
                      </a:cubicBezTo>
                      <a:cubicBezTo>
                        <a:pt x="19479" y="1433"/>
                        <a:pt x="19484" y="1521"/>
                        <a:pt x="19489" y="1610"/>
                      </a:cubicBezTo>
                      <a:cubicBezTo>
                        <a:pt x="19504" y="1861"/>
                        <a:pt x="19516" y="2113"/>
                        <a:pt x="19527" y="2365"/>
                      </a:cubicBezTo>
                      <a:cubicBezTo>
                        <a:pt x="19534" y="2519"/>
                        <a:pt x="19542" y="2673"/>
                        <a:pt x="19552" y="2827"/>
                      </a:cubicBezTo>
                      <a:cubicBezTo>
                        <a:pt x="19555" y="2886"/>
                        <a:pt x="19558" y="2944"/>
                        <a:pt x="19560" y="3002"/>
                      </a:cubicBezTo>
                      <a:cubicBezTo>
                        <a:pt x="19574" y="3467"/>
                        <a:pt x="19574" y="3467"/>
                        <a:pt x="19732" y="3659"/>
                      </a:cubicBezTo>
                      <a:cubicBezTo>
                        <a:pt x="19807" y="3728"/>
                        <a:pt x="19883" y="3796"/>
                        <a:pt x="19960" y="3863"/>
                      </a:cubicBezTo>
                      <a:cubicBezTo>
                        <a:pt x="20085" y="3992"/>
                        <a:pt x="20100" y="4083"/>
                        <a:pt x="20100" y="4260"/>
                      </a:cubicBezTo>
                      <a:cubicBezTo>
                        <a:pt x="20098" y="4294"/>
                        <a:pt x="20095" y="4328"/>
                        <a:pt x="20093" y="4364"/>
                      </a:cubicBezTo>
                      <a:cubicBezTo>
                        <a:pt x="20093" y="4382"/>
                        <a:pt x="20093" y="4382"/>
                        <a:pt x="20091" y="4474"/>
                      </a:cubicBezTo>
                      <a:cubicBezTo>
                        <a:pt x="20089" y="4589"/>
                        <a:pt x="20084" y="4703"/>
                        <a:pt x="20079" y="4818"/>
                      </a:cubicBezTo>
                      <a:cubicBezTo>
                        <a:pt x="20076" y="4896"/>
                        <a:pt x="20075" y="4975"/>
                        <a:pt x="20073" y="5053"/>
                      </a:cubicBezTo>
                      <a:cubicBezTo>
                        <a:pt x="20068" y="5244"/>
                        <a:pt x="20061" y="5434"/>
                        <a:pt x="20053" y="5625"/>
                      </a:cubicBezTo>
                      <a:cubicBezTo>
                        <a:pt x="20259" y="5625"/>
                        <a:pt x="20465" y="5625"/>
                        <a:pt x="20678" y="5625"/>
                      </a:cubicBezTo>
                      <a:cubicBezTo>
                        <a:pt x="20678" y="5075"/>
                        <a:pt x="20678" y="4525"/>
                        <a:pt x="20678" y="3958"/>
                      </a:cubicBezTo>
                      <a:cubicBezTo>
                        <a:pt x="20845" y="3920"/>
                        <a:pt x="21013" y="3881"/>
                        <a:pt x="21185" y="3841"/>
                      </a:cubicBezTo>
                      <a:cubicBezTo>
                        <a:pt x="21238" y="3828"/>
                        <a:pt x="21290" y="3816"/>
                        <a:pt x="21344" y="3803"/>
                      </a:cubicBezTo>
                      <a:cubicBezTo>
                        <a:pt x="21678" y="3731"/>
                        <a:pt x="21678" y="3731"/>
                        <a:pt x="21858" y="3816"/>
                      </a:cubicBezTo>
                      <a:cubicBezTo>
                        <a:pt x="21992" y="4001"/>
                        <a:pt x="21920" y="4266"/>
                        <a:pt x="21901" y="4479"/>
                      </a:cubicBezTo>
                      <a:cubicBezTo>
                        <a:pt x="21892" y="4657"/>
                        <a:pt x="21884" y="4826"/>
                        <a:pt x="21928" y="5000"/>
                      </a:cubicBezTo>
                      <a:cubicBezTo>
                        <a:pt x="22042" y="5099"/>
                        <a:pt x="22183" y="5098"/>
                        <a:pt x="22329" y="5114"/>
                      </a:cubicBezTo>
                      <a:cubicBezTo>
                        <a:pt x="22425" y="5131"/>
                        <a:pt x="22478" y="5144"/>
                        <a:pt x="22553" y="5208"/>
                      </a:cubicBezTo>
                      <a:cubicBezTo>
                        <a:pt x="22644" y="5540"/>
                        <a:pt x="22586" y="5912"/>
                        <a:pt x="22553" y="6250"/>
                      </a:cubicBezTo>
                      <a:cubicBezTo>
                        <a:pt x="22759" y="6250"/>
                        <a:pt x="22965" y="6250"/>
                        <a:pt x="23178" y="6250"/>
                      </a:cubicBezTo>
                      <a:cubicBezTo>
                        <a:pt x="23173" y="6180"/>
                        <a:pt x="23168" y="6109"/>
                        <a:pt x="23163" y="6037"/>
                      </a:cubicBezTo>
                      <a:cubicBezTo>
                        <a:pt x="23159" y="5943"/>
                        <a:pt x="23155" y="5849"/>
                        <a:pt x="23151" y="5755"/>
                      </a:cubicBezTo>
                      <a:cubicBezTo>
                        <a:pt x="23148" y="5709"/>
                        <a:pt x="23144" y="5663"/>
                        <a:pt x="23141" y="5615"/>
                      </a:cubicBezTo>
                      <a:cubicBezTo>
                        <a:pt x="23130" y="5260"/>
                        <a:pt x="23130" y="5260"/>
                        <a:pt x="23270" y="5107"/>
                      </a:cubicBezTo>
                      <a:cubicBezTo>
                        <a:pt x="23289" y="5092"/>
                        <a:pt x="23289" y="5092"/>
                        <a:pt x="23383" y="5012"/>
                      </a:cubicBezTo>
                      <a:cubicBezTo>
                        <a:pt x="23559" y="4859"/>
                        <a:pt x="23619" y="4760"/>
                        <a:pt x="23639" y="4534"/>
                      </a:cubicBezTo>
                      <a:cubicBezTo>
                        <a:pt x="23645" y="4406"/>
                        <a:pt x="23651" y="4277"/>
                        <a:pt x="23655" y="4149"/>
                      </a:cubicBezTo>
                      <a:cubicBezTo>
                        <a:pt x="23679" y="3570"/>
                        <a:pt x="23679" y="3570"/>
                        <a:pt x="23803" y="3333"/>
                      </a:cubicBezTo>
                      <a:cubicBezTo>
                        <a:pt x="24056" y="3118"/>
                        <a:pt x="24410" y="3089"/>
                        <a:pt x="24733" y="3106"/>
                      </a:cubicBezTo>
                      <a:cubicBezTo>
                        <a:pt x="24844" y="3125"/>
                        <a:pt x="24844" y="3125"/>
                        <a:pt x="24980" y="3196"/>
                      </a:cubicBezTo>
                      <a:cubicBezTo>
                        <a:pt x="25095" y="3414"/>
                        <a:pt x="25074" y="3625"/>
                        <a:pt x="25065" y="3867"/>
                      </a:cubicBezTo>
                      <a:cubicBezTo>
                        <a:pt x="25065" y="3916"/>
                        <a:pt x="25064" y="3965"/>
                        <a:pt x="25063" y="4015"/>
                      </a:cubicBezTo>
                      <a:cubicBezTo>
                        <a:pt x="25060" y="4135"/>
                        <a:pt x="25057" y="4255"/>
                        <a:pt x="25053" y="4375"/>
                      </a:cubicBezTo>
                      <a:cubicBezTo>
                        <a:pt x="25080" y="4371"/>
                        <a:pt x="25107" y="4366"/>
                        <a:pt x="25135" y="4362"/>
                      </a:cubicBezTo>
                      <a:cubicBezTo>
                        <a:pt x="25525" y="4308"/>
                        <a:pt x="25952" y="4250"/>
                        <a:pt x="26288" y="4496"/>
                      </a:cubicBezTo>
                      <a:cubicBezTo>
                        <a:pt x="26390" y="4580"/>
                        <a:pt x="26484" y="4670"/>
                        <a:pt x="26576" y="4766"/>
                      </a:cubicBezTo>
                      <a:cubicBezTo>
                        <a:pt x="26612" y="4802"/>
                        <a:pt x="26647" y="4838"/>
                        <a:pt x="26684" y="4875"/>
                      </a:cubicBezTo>
                      <a:cubicBezTo>
                        <a:pt x="26848" y="5060"/>
                        <a:pt x="26948" y="5192"/>
                        <a:pt x="26949" y="5444"/>
                      </a:cubicBezTo>
                      <a:cubicBezTo>
                        <a:pt x="26942" y="5504"/>
                        <a:pt x="26935" y="5564"/>
                        <a:pt x="26928" y="5625"/>
                      </a:cubicBezTo>
                      <a:cubicBezTo>
                        <a:pt x="27134" y="5625"/>
                        <a:pt x="27340" y="5625"/>
                        <a:pt x="27553" y="5625"/>
                      </a:cubicBezTo>
                      <a:cubicBezTo>
                        <a:pt x="27548" y="5537"/>
                        <a:pt x="27543" y="5449"/>
                        <a:pt x="27538" y="5359"/>
                      </a:cubicBezTo>
                      <a:cubicBezTo>
                        <a:pt x="27535" y="5273"/>
                        <a:pt x="27532" y="5188"/>
                        <a:pt x="27530" y="5102"/>
                      </a:cubicBezTo>
                      <a:cubicBezTo>
                        <a:pt x="27528" y="5043"/>
                        <a:pt x="27525" y="4984"/>
                        <a:pt x="27521" y="4925"/>
                      </a:cubicBezTo>
                      <a:cubicBezTo>
                        <a:pt x="27510" y="4735"/>
                        <a:pt x="27505" y="4560"/>
                        <a:pt x="27553" y="4375"/>
                      </a:cubicBezTo>
                      <a:cubicBezTo>
                        <a:pt x="27644" y="4314"/>
                        <a:pt x="27644" y="4314"/>
                        <a:pt x="27756" y="4276"/>
                      </a:cubicBezTo>
                      <a:cubicBezTo>
                        <a:pt x="27871" y="4235"/>
                        <a:pt x="27871" y="4235"/>
                        <a:pt x="27969" y="4167"/>
                      </a:cubicBezTo>
                      <a:cubicBezTo>
                        <a:pt x="28045" y="3933"/>
                        <a:pt x="28057" y="3694"/>
                        <a:pt x="28073" y="3450"/>
                      </a:cubicBezTo>
                      <a:cubicBezTo>
                        <a:pt x="28082" y="3320"/>
                        <a:pt x="28093" y="3191"/>
                        <a:pt x="28106" y="3061"/>
                      </a:cubicBezTo>
                      <a:cubicBezTo>
                        <a:pt x="28107" y="3032"/>
                        <a:pt x="28108" y="3002"/>
                        <a:pt x="28109" y="2973"/>
                      </a:cubicBezTo>
                      <a:cubicBezTo>
                        <a:pt x="28131" y="2749"/>
                        <a:pt x="28219" y="2660"/>
                        <a:pt x="28385" y="2512"/>
                      </a:cubicBezTo>
                      <a:cubicBezTo>
                        <a:pt x="28635" y="2277"/>
                        <a:pt x="28664" y="2083"/>
                        <a:pt x="28680" y="1750"/>
                      </a:cubicBezTo>
                      <a:cubicBezTo>
                        <a:pt x="28684" y="1699"/>
                        <a:pt x="28689" y="1649"/>
                        <a:pt x="28693" y="1597"/>
                      </a:cubicBezTo>
                      <a:cubicBezTo>
                        <a:pt x="28703" y="1465"/>
                        <a:pt x="28711" y="1333"/>
                        <a:pt x="28719" y="1201"/>
                      </a:cubicBezTo>
                      <a:cubicBezTo>
                        <a:pt x="28728" y="1065"/>
                        <a:pt x="28738" y="930"/>
                        <a:pt x="28749" y="794"/>
                      </a:cubicBezTo>
                      <a:cubicBezTo>
                        <a:pt x="28769" y="530"/>
                        <a:pt x="28786" y="265"/>
                        <a:pt x="28803" y="0"/>
                      </a:cubicBezTo>
                      <a:cubicBezTo>
                        <a:pt x="29009" y="0"/>
                        <a:pt x="29215" y="0"/>
                        <a:pt x="29428" y="0"/>
                      </a:cubicBezTo>
                      <a:cubicBezTo>
                        <a:pt x="29496" y="1581"/>
                        <a:pt x="29565" y="3163"/>
                        <a:pt x="29636" y="4792"/>
                      </a:cubicBezTo>
                      <a:cubicBezTo>
                        <a:pt x="30117" y="4792"/>
                        <a:pt x="30598" y="4792"/>
                        <a:pt x="31094" y="4792"/>
                      </a:cubicBezTo>
                      <a:cubicBezTo>
                        <a:pt x="31563" y="4271"/>
                        <a:pt x="31563" y="4271"/>
                        <a:pt x="31735" y="3978"/>
                      </a:cubicBezTo>
                      <a:cubicBezTo>
                        <a:pt x="31842" y="3820"/>
                        <a:pt x="31893" y="3761"/>
                        <a:pt x="32077" y="3705"/>
                      </a:cubicBezTo>
                      <a:cubicBezTo>
                        <a:pt x="32288" y="3683"/>
                        <a:pt x="32475" y="3705"/>
                        <a:pt x="32661" y="3813"/>
                      </a:cubicBezTo>
                      <a:cubicBezTo>
                        <a:pt x="32758" y="3903"/>
                        <a:pt x="32830" y="3993"/>
                        <a:pt x="32904" y="4102"/>
                      </a:cubicBezTo>
                      <a:cubicBezTo>
                        <a:pt x="32917" y="4120"/>
                        <a:pt x="32917" y="4120"/>
                        <a:pt x="32984" y="4212"/>
                      </a:cubicBezTo>
                      <a:cubicBezTo>
                        <a:pt x="33273" y="4655"/>
                        <a:pt x="33234" y="5119"/>
                        <a:pt x="33178" y="5625"/>
                      </a:cubicBezTo>
                      <a:cubicBezTo>
                        <a:pt x="33384" y="5625"/>
                        <a:pt x="33590" y="5625"/>
                        <a:pt x="33803" y="5625"/>
                      </a:cubicBezTo>
                      <a:cubicBezTo>
                        <a:pt x="33801" y="5592"/>
                        <a:pt x="33801" y="5592"/>
                        <a:pt x="33793" y="5428"/>
                      </a:cubicBezTo>
                      <a:cubicBezTo>
                        <a:pt x="33782" y="5209"/>
                        <a:pt x="33775" y="4991"/>
                        <a:pt x="33770" y="4772"/>
                      </a:cubicBezTo>
                      <a:cubicBezTo>
                        <a:pt x="33767" y="4639"/>
                        <a:pt x="33762" y="4507"/>
                        <a:pt x="33755" y="4375"/>
                      </a:cubicBezTo>
                      <a:cubicBezTo>
                        <a:pt x="33723" y="3737"/>
                        <a:pt x="33752" y="3251"/>
                        <a:pt x="34162" y="2737"/>
                      </a:cubicBezTo>
                      <a:cubicBezTo>
                        <a:pt x="34323" y="2562"/>
                        <a:pt x="34454" y="2459"/>
                        <a:pt x="34695" y="2444"/>
                      </a:cubicBezTo>
                      <a:cubicBezTo>
                        <a:pt x="34819" y="2450"/>
                        <a:pt x="34932" y="2469"/>
                        <a:pt x="35053" y="2500"/>
                      </a:cubicBezTo>
                      <a:cubicBezTo>
                        <a:pt x="35054" y="2528"/>
                        <a:pt x="35056" y="2556"/>
                        <a:pt x="35058" y="2584"/>
                      </a:cubicBezTo>
                      <a:cubicBezTo>
                        <a:pt x="35074" y="2848"/>
                        <a:pt x="35092" y="3111"/>
                        <a:pt x="35113" y="3375"/>
                      </a:cubicBezTo>
                      <a:cubicBezTo>
                        <a:pt x="35123" y="3510"/>
                        <a:pt x="35132" y="3646"/>
                        <a:pt x="35140" y="3781"/>
                      </a:cubicBezTo>
                      <a:cubicBezTo>
                        <a:pt x="35150" y="3938"/>
                        <a:pt x="35162" y="4094"/>
                        <a:pt x="35175" y="4250"/>
                      </a:cubicBezTo>
                      <a:cubicBezTo>
                        <a:pt x="35176" y="4274"/>
                        <a:pt x="35176" y="4274"/>
                        <a:pt x="35182" y="4395"/>
                      </a:cubicBezTo>
                      <a:cubicBezTo>
                        <a:pt x="35213" y="4745"/>
                        <a:pt x="35327" y="4879"/>
                        <a:pt x="35585" y="5109"/>
                      </a:cubicBezTo>
                      <a:cubicBezTo>
                        <a:pt x="35709" y="5242"/>
                        <a:pt x="35725" y="5332"/>
                        <a:pt x="35725" y="5510"/>
                      </a:cubicBezTo>
                      <a:cubicBezTo>
                        <a:pt x="35723" y="5544"/>
                        <a:pt x="35720" y="5578"/>
                        <a:pt x="35718" y="5614"/>
                      </a:cubicBezTo>
                      <a:cubicBezTo>
                        <a:pt x="35718" y="5650"/>
                        <a:pt x="35717" y="5686"/>
                        <a:pt x="35716" y="5724"/>
                      </a:cubicBezTo>
                      <a:cubicBezTo>
                        <a:pt x="35714" y="5839"/>
                        <a:pt x="35709" y="5953"/>
                        <a:pt x="35704" y="6068"/>
                      </a:cubicBezTo>
                      <a:cubicBezTo>
                        <a:pt x="35701" y="6146"/>
                        <a:pt x="35700" y="6225"/>
                        <a:pt x="35698" y="6303"/>
                      </a:cubicBezTo>
                      <a:cubicBezTo>
                        <a:pt x="35693" y="6494"/>
                        <a:pt x="35686" y="6684"/>
                        <a:pt x="35678" y="6875"/>
                      </a:cubicBezTo>
                      <a:cubicBezTo>
                        <a:pt x="36230" y="6928"/>
                        <a:pt x="36230" y="6928"/>
                        <a:pt x="36386" y="6814"/>
                      </a:cubicBezTo>
                      <a:cubicBezTo>
                        <a:pt x="36446" y="6719"/>
                        <a:pt x="36486" y="6629"/>
                        <a:pt x="36524" y="6523"/>
                      </a:cubicBezTo>
                      <a:cubicBezTo>
                        <a:pt x="36540" y="6486"/>
                        <a:pt x="36556" y="6450"/>
                        <a:pt x="36572" y="6412"/>
                      </a:cubicBezTo>
                      <a:cubicBezTo>
                        <a:pt x="36624" y="6289"/>
                        <a:pt x="36672" y="6166"/>
                        <a:pt x="36719" y="6042"/>
                      </a:cubicBezTo>
                      <a:cubicBezTo>
                        <a:pt x="36754" y="5953"/>
                        <a:pt x="36788" y="5865"/>
                        <a:pt x="36822" y="5776"/>
                      </a:cubicBezTo>
                      <a:cubicBezTo>
                        <a:pt x="36831" y="5754"/>
                        <a:pt x="36831" y="5754"/>
                        <a:pt x="36875" y="5642"/>
                      </a:cubicBezTo>
                      <a:cubicBezTo>
                        <a:pt x="37160" y="4914"/>
                        <a:pt x="37160" y="4914"/>
                        <a:pt x="37331" y="4623"/>
                      </a:cubicBezTo>
                      <a:cubicBezTo>
                        <a:pt x="37344" y="4597"/>
                        <a:pt x="37357" y="4571"/>
                        <a:pt x="37371" y="4544"/>
                      </a:cubicBezTo>
                      <a:cubicBezTo>
                        <a:pt x="37415" y="4475"/>
                        <a:pt x="37415" y="4475"/>
                        <a:pt x="37553" y="4375"/>
                      </a:cubicBezTo>
                      <a:cubicBezTo>
                        <a:pt x="37759" y="4375"/>
                        <a:pt x="37965" y="4375"/>
                        <a:pt x="38178" y="4375"/>
                      </a:cubicBezTo>
                      <a:cubicBezTo>
                        <a:pt x="38178" y="4788"/>
                        <a:pt x="38178" y="5200"/>
                        <a:pt x="38178" y="5625"/>
                      </a:cubicBezTo>
                      <a:cubicBezTo>
                        <a:pt x="38384" y="5625"/>
                        <a:pt x="38590" y="5625"/>
                        <a:pt x="38803" y="5625"/>
                      </a:cubicBezTo>
                      <a:cubicBezTo>
                        <a:pt x="38801" y="5602"/>
                        <a:pt x="38801" y="5602"/>
                        <a:pt x="38793" y="5485"/>
                      </a:cubicBezTo>
                      <a:cubicBezTo>
                        <a:pt x="38693" y="3941"/>
                        <a:pt x="38693" y="3941"/>
                        <a:pt x="39076" y="3438"/>
                      </a:cubicBezTo>
                      <a:cubicBezTo>
                        <a:pt x="39100" y="3404"/>
                        <a:pt x="39125" y="3371"/>
                        <a:pt x="39150" y="3337"/>
                      </a:cubicBezTo>
                      <a:cubicBezTo>
                        <a:pt x="39230" y="3249"/>
                        <a:pt x="39230" y="3249"/>
                        <a:pt x="39428" y="3125"/>
                      </a:cubicBezTo>
                      <a:cubicBezTo>
                        <a:pt x="39634" y="3125"/>
                        <a:pt x="39840" y="3125"/>
                        <a:pt x="40053" y="3125"/>
                      </a:cubicBezTo>
                      <a:cubicBezTo>
                        <a:pt x="40053" y="3538"/>
                        <a:pt x="40053" y="3950"/>
                        <a:pt x="40053" y="4375"/>
                      </a:cubicBezTo>
                      <a:cubicBezTo>
                        <a:pt x="40259" y="4375"/>
                        <a:pt x="40465" y="4375"/>
                        <a:pt x="40678" y="4375"/>
                      </a:cubicBezTo>
                      <a:cubicBezTo>
                        <a:pt x="40675" y="4308"/>
                        <a:pt x="40673" y="4241"/>
                        <a:pt x="40671" y="4171"/>
                      </a:cubicBezTo>
                      <a:cubicBezTo>
                        <a:pt x="40664" y="3947"/>
                        <a:pt x="40659" y="3724"/>
                        <a:pt x="40656" y="3500"/>
                      </a:cubicBezTo>
                      <a:cubicBezTo>
                        <a:pt x="40654" y="3365"/>
                        <a:pt x="40651" y="3229"/>
                        <a:pt x="40646" y="3094"/>
                      </a:cubicBezTo>
                      <a:cubicBezTo>
                        <a:pt x="40613" y="2128"/>
                        <a:pt x="40613" y="2128"/>
                        <a:pt x="40768" y="1947"/>
                      </a:cubicBezTo>
                      <a:cubicBezTo>
                        <a:pt x="40841" y="1887"/>
                        <a:pt x="40917" y="1828"/>
                        <a:pt x="40994" y="1772"/>
                      </a:cubicBezTo>
                      <a:cubicBezTo>
                        <a:pt x="41223" y="1531"/>
                        <a:pt x="41198" y="1124"/>
                        <a:pt x="41224" y="807"/>
                      </a:cubicBezTo>
                      <a:cubicBezTo>
                        <a:pt x="41232" y="729"/>
                        <a:pt x="41240" y="650"/>
                        <a:pt x="41249" y="572"/>
                      </a:cubicBezTo>
                      <a:cubicBezTo>
                        <a:pt x="41269" y="381"/>
                        <a:pt x="41286" y="191"/>
                        <a:pt x="41303" y="0"/>
                      </a:cubicBezTo>
                      <a:cubicBezTo>
                        <a:pt x="41509" y="0"/>
                        <a:pt x="41715" y="0"/>
                        <a:pt x="41928" y="0"/>
                      </a:cubicBezTo>
                      <a:cubicBezTo>
                        <a:pt x="41929" y="44"/>
                        <a:pt x="41931" y="88"/>
                        <a:pt x="41933" y="133"/>
                      </a:cubicBezTo>
                      <a:cubicBezTo>
                        <a:pt x="41949" y="547"/>
                        <a:pt x="41967" y="961"/>
                        <a:pt x="41988" y="1375"/>
                      </a:cubicBezTo>
                      <a:cubicBezTo>
                        <a:pt x="41998" y="1587"/>
                        <a:pt x="42008" y="1800"/>
                        <a:pt x="42015" y="2013"/>
                      </a:cubicBezTo>
                      <a:cubicBezTo>
                        <a:pt x="42023" y="2218"/>
                        <a:pt x="42033" y="2424"/>
                        <a:pt x="42044" y="2629"/>
                      </a:cubicBezTo>
                      <a:cubicBezTo>
                        <a:pt x="42048" y="2707"/>
                        <a:pt x="42051" y="2785"/>
                        <a:pt x="42053" y="2864"/>
                      </a:cubicBezTo>
                      <a:cubicBezTo>
                        <a:pt x="42069" y="3370"/>
                        <a:pt x="42069" y="3370"/>
                        <a:pt x="42136" y="3542"/>
                      </a:cubicBezTo>
                      <a:cubicBezTo>
                        <a:pt x="42242" y="3634"/>
                        <a:pt x="42327" y="3671"/>
                        <a:pt x="42460" y="3713"/>
                      </a:cubicBezTo>
                      <a:cubicBezTo>
                        <a:pt x="42475" y="3719"/>
                        <a:pt x="42475" y="3719"/>
                        <a:pt x="42553" y="3750"/>
                      </a:cubicBezTo>
                      <a:cubicBezTo>
                        <a:pt x="42600" y="3888"/>
                        <a:pt x="42600" y="3888"/>
                        <a:pt x="42593" y="4044"/>
                      </a:cubicBezTo>
                      <a:cubicBezTo>
                        <a:pt x="42593" y="4071"/>
                        <a:pt x="42592" y="4099"/>
                        <a:pt x="42591" y="4127"/>
                      </a:cubicBezTo>
                      <a:cubicBezTo>
                        <a:pt x="42589" y="4214"/>
                        <a:pt x="42584" y="4301"/>
                        <a:pt x="42579" y="4388"/>
                      </a:cubicBezTo>
                      <a:cubicBezTo>
                        <a:pt x="42576" y="4447"/>
                        <a:pt x="42575" y="4506"/>
                        <a:pt x="42573" y="4566"/>
                      </a:cubicBezTo>
                      <a:cubicBezTo>
                        <a:pt x="42568" y="4711"/>
                        <a:pt x="42561" y="4855"/>
                        <a:pt x="42553" y="5000"/>
                      </a:cubicBezTo>
                      <a:cubicBezTo>
                        <a:pt x="42766" y="5023"/>
                        <a:pt x="42964" y="5034"/>
                        <a:pt x="43178" y="5000"/>
                      </a:cubicBezTo>
                      <a:cubicBezTo>
                        <a:pt x="43309" y="4892"/>
                        <a:pt x="43355" y="4767"/>
                        <a:pt x="43412" y="4609"/>
                      </a:cubicBezTo>
                      <a:cubicBezTo>
                        <a:pt x="43443" y="4536"/>
                        <a:pt x="43474" y="4463"/>
                        <a:pt x="43505" y="4390"/>
                      </a:cubicBezTo>
                      <a:cubicBezTo>
                        <a:pt x="43552" y="4276"/>
                        <a:pt x="43595" y="4165"/>
                        <a:pt x="43630" y="4046"/>
                      </a:cubicBezTo>
                      <a:cubicBezTo>
                        <a:pt x="43671" y="3931"/>
                        <a:pt x="43671" y="3931"/>
                        <a:pt x="43803" y="3750"/>
                      </a:cubicBezTo>
                      <a:cubicBezTo>
                        <a:pt x="44009" y="3750"/>
                        <a:pt x="44215" y="3750"/>
                        <a:pt x="44428" y="3750"/>
                      </a:cubicBezTo>
                      <a:cubicBezTo>
                        <a:pt x="44428" y="4369"/>
                        <a:pt x="44428" y="4988"/>
                        <a:pt x="44428" y="5625"/>
                      </a:cubicBezTo>
                      <a:cubicBezTo>
                        <a:pt x="44634" y="5625"/>
                        <a:pt x="44840" y="5625"/>
                        <a:pt x="45053" y="5625"/>
                      </a:cubicBezTo>
                      <a:cubicBezTo>
                        <a:pt x="45053" y="4800"/>
                        <a:pt x="45053" y="3975"/>
                        <a:pt x="45053" y="3125"/>
                      </a:cubicBezTo>
                      <a:cubicBezTo>
                        <a:pt x="45259" y="3125"/>
                        <a:pt x="45465" y="3125"/>
                        <a:pt x="45678" y="3125"/>
                      </a:cubicBezTo>
                      <a:cubicBezTo>
                        <a:pt x="45678" y="3744"/>
                        <a:pt x="45678" y="4363"/>
                        <a:pt x="45678" y="5000"/>
                      </a:cubicBezTo>
                      <a:cubicBezTo>
                        <a:pt x="45884" y="5000"/>
                        <a:pt x="46090" y="5000"/>
                        <a:pt x="46303" y="5000"/>
                      </a:cubicBezTo>
                      <a:cubicBezTo>
                        <a:pt x="46303" y="3762"/>
                        <a:pt x="46303" y="2525"/>
                        <a:pt x="46303" y="1250"/>
                      </a:cubicBezTo>
                      <a:cubicBezTo>
                        <a:pt x="46509" y="1250"/>
                        <a:pt x="46715" y="1250"/>
                        <a:pt x="46928" y="1250"/>
                      </a:cubicBezTo>
                      <a:cubicBezTo>
                        <a:pt x="46932" y="1298"/>
                        <a:pt x="46936" y="1347"/>
                        <a:pt x="46940" y="1396"/>
                      </a:cubicBezTo>
                      <a:cubicBezTo>
                        <a:pt x="46956" y="1577"/>
                        <a:pt x="46974" y="1758"/>
                        <a:pt x="46994" y="1939"/>
                      </a:cubicBezTo>
                      <a:cubicBezTo>
                        <a:pt x="47001" y="2017"/>
                        <a:pt x="47009" y="2095"/>
                        <a:pt x="47015" y="2173"/>
                      </a:cubicBezTo>
                      <a:cubicBezTo>
                        <a:pt x="47072" y="2843"/>
                        <a:pt x="47072" y="2843"/>
                        <a:pt x="47236" y="3033"/>
                      </a:cubicBezTo>
                      <a:cubicBezTo>
                        <a:pt x="47274" y="3064"/>
                        <a:pt x="47312" y="3094"/>
                        <a:pt x="47351" y="3125"/>
                      </a:cubicBezTo>
                      <a:cubicBezTo>
                        <a:pt x="47501" y="3248"/>
                        <a:pt x="47564" y="3330"/>
                        <a:pt x="47586" y="3521"/>
                      </a:cubicBezTo>
                      <a:cubicBezTo>
                        <a:pt x="47599" y="3745"/>
                        <a:pt x="47589" y="3968"/>
                        <a:pt x="47579" y="4193"/>
                      </a:cubicBezTo>
                      <a:cubicBezTo>
                        <a:pt x="47576" y="4271"/>
                        <a:pt x="47575" y="4350"/>
                        <a:pt x="47573" y="4428"/>
                      </a:cubicBezTo>
                      <a:cubicBezTo>
                        <a:pt x="47568" y="4619"/>
                        <a:pt x="47561" y="4809"/>
                        <a:pt x="47553" y="5000"/>
                      </a:cubicBezTo>
                      <a:cubicBezTo>
                        <a:pt x="47759" y="5000"/>
                        <a:pt x="47965" y="5000"/>
                        <a:pt x="48178" y="5000"/>
                      </a:cubicBezTo>
                      <a:cubicBezTo>
                        <a:pt x="48176" y="4964"/>
                        <a:pt x="48176" y="4964"/>
                        <a:pt x="48170" y="4779"/>
                      </a:cubicBezTo>
                      <a:cubicBezTo>
                        <a:pt x="48168" y="4684"/>
                        <a:pt x="48166" y="4588"/>
                        <a:pt x="48165" y="4492"/>
                      </a:cubicBezTo>
                      <a:cubicBezTo>
                        <a:pt x="48163" y="4444"/>
                        <a:pt x="48161" y="4396"/>
                        <a:pt x="48159" y="4347"/>
                      </a:cubicBezTo>
                      <a:cubicBezTo>
                        <a:pt x="48159" y="4301"/>
                        <a:pt x="48158" y="4254"/>
                        <a:pt x="48157" y="4206"/>
                      </a:cubicBezTo>
                      <a:cubicBezTo>
                        <a:pt x="48156" y="4164"/>
                        <a:pt x="48155" y="4121"/>
                        <a:pt x="48154" y="4078"/>
                      </a:cubicBezTo>
                      <a:cubicBezTo>
                        <a:pt x="48178" y="3958"/>
                        <a:pt x="48178" y="3958"/>
                        <a:pt x="48386" y="3750"/>
                      </a:cubicBezTo>
                      <a:cubicBezTo>
                        <a:pt x="48730" y="3750"/>
                        <a:pt x="49073" y="3750"/>
                        <a:pt x="49428" y="3750"/>
                      </a:cubicBezTo>
                      <a:cubicBezTo>
                        <a:pt x="49428" y="2581"/>
                        <a:pt x="49428" y="1413"/>
                        <a:pt x="49428" y="208"/>
                      </a:cubicBezTo>
                      <a:cubicBezTo>
                        <a:pt x="49771" y="140"/>
                        <a:pt x="50115" y="71"/>
                        <a:pt x="50469" y="0"/>
                      </a:cubicBezTo>
                      <a:cubicBezTo>
                        <a:pt x="50678" y="208"/>
                        <a:pt x="50678" y="208"/>
                        <a:pt x="50703" y="289"/>
                      </a:cubicBezTo>
                      <a:cubicBezTo>
                        <a:pt x="50703" y="315"/>
                        <a:pt x="50703" y="341"/>
                        <a:pt x="50703" y="368"/>
                      </a:cubicBezTo>
                      <a:cubicBezTo>
                        <a:pt x="50703" y="383"/>
                        <a:pt x="50703" y="383"/>
                        <a:pt x="50703" y="459"/>
                      </a:cubicBezTo>
                      <a:cubicBezTo>
                        <a:pt x="50703" y="491"/>
                        <a:pt x="50702" y="524"/>
                        <a:pt x="50701" y="557"/>
                      </a:cubicBezTo>
                      <a:cubicBezTo>
                        <a:pt x="50701" y="592"/>
                        <a:pt x="50701" y="626"/>
                        <a:pt x="50701" y="662"/>
                      </a:cubicBezTo>
                      <a:cubicBezTo>
                        <a:pt x="50701" y="776"/>
                        <a:pt x="50700" y="890"/>
                        <a:pt x="50698" y="1003"/>
                      </a:cubicBezTo>
                      <a:cubicBezTo>
                        <a:pt x="50697" y="1082"/>
                        <a:pt x="50697" y="1162"/>
                        <a:pt x="50697" y="1241"/>
                      </a:cubicBezTo>
                      <a:cubicBezTo>
                        <a:pt x="50696" y="1449"/>
                        <a:pt x="50694" y="1656"/>
                        <a:pt x="50692" y="1864"/>
                      </a:cubicBezTo>
                      <a:cubicBezTo>
                        <a:pt x="50690" y="2077"/>
                        <a:pt x="50689" y="2289"/>
                        <a:pt x="50688" y="2501"/>
                      </a:cubicBezTo>
                      <a:cubicBezTo>
                        <a:pt x="50685" y="2918"/>
                        <a:pt x="50682" y="3334"/>
                        <a:pt x="50678" y="3750"/>
                      </a:cubicBezTo>
                      <a:cubicBezTo>
                        <a:pt x="50779" y="3755"/>
                        <a:pt x="50880" y="3758"/>
                        <a:pt x="50981" y="3760"/>
                      </a:cubicBezTo>
                      <a:cubicBezTo>
                        <a:pt x="51010" y="3762"/>
                        <a:pt x="51038" y="3763"/>
                        <a:pt x="51068" y="3765"/>
                      </a:cubicBezTo>
                      <a:cubicBezTo>
                        <a:pt x="51209" y="3767"/>
                        <a:pt x="51283" y="3767"/>
                        <a:pt x="51392" y="3672"/>
                      </a:cubicBezTo>
                      <a:cubicBezTo>
                        <a:pt x="51455" y="3571"/>
                        <a:pt x="51496" y="3471"/>
                        <a:pt x="51537" y="3359"/>
                      </a:cubicBezTo>
                      <a:cubicBezTo>
                        <a:pt x="51568" y="3286"/>
                        <a:pt x="51599" y="3213"/>
                        <a:pt x="51630" y="3140"/>
                      </a:cubicBezTo>
                      <a:cubicBezTo>
                        <a:pt x="51677" y="3026"/>
                        <a:pt x="51720" y="2915"/>
                        <a:pt x="51755" y="2796"/>
                      </a:cubicBezTo>
                      <a:cubicBezTo>
                        <a:pt x="51800" y="2670"/>
                        <a:pt x="51830" y="2593"/>
                        <a:pt x="51928" y="2500"/>
                      </a:cubicBezTo>
                      <a:cubicBezTo>
                        <a:pt x="52141" y="2464"/>
                        <a:pt x="52338" y="2476"/>
                        <a:pt x="52553" y="2500"/>
                      </a:cubicBezTo>
                      <a:cubicBezTo>
                        <a:pt x="52553" y="2548"/>
                        <a:pt x="52554" y="2597"/>
                        <a:pt x="52555" y="2646"/>
                      </a:cubicBezTo>
                      <a:cubicBezTo>
                        <a:pt x="52590" y="3957"/>
                        <a:pt x="52590" y="3957"/>
                        <a:pt x="52853" y="4280"/>
                      </a:cubicBezTo>
                      <a:cubicBezTo>
                        <a:pt x="53111" y="4458"/>
                        <a:pt x="53419" y="4514"/>
                        <a:pt x="53724" y="4569"/>
                      </a:cubicBezTo>
                      <a:cubicBezTo>
                        <a:pt x="53974" y="4615"/>
                        <a:pt x="54221" y="4672"/>
                        <a:pt x="54467" y="4740"/>
                      </a:cubicBezTo>
                      <a:cubicBezTo>
                        <a:pt x="54494" y="4747"/>
                        <a:pt x="54521" y="4754"/>
                        <a:pt x="54549" y="4762"/>
                      </a:cubicBezTo>
                      <a:cubicBezTo>
                        <a:pt x="54790" y="4831"/>
                        <a:pt x="55011" y="4910"/>
                        <a:pt x="55145" y="5137"/>
                      </a:cubicBezTo>
                      <a:cubicBezTo>
                        <a:pt x="55295" y="5445"/>
                        <a:pt x="55369" y="5782"/>
                        <a:pt x="55427" y="6118"/>
                      </a:cubicBezTo>
                      <a:cubicBezTo>
                        <a:pt x="55469" y="6250"/>
                        <a:pt x="55469" y="6250"/>
                        <a:pt x="55575" y="6335"/>
                      </a:cubicBezTo>
                      <a:cubicBezTo>
                        <a:pt x="55697" y="6446"/>
                        <a:pt x="55699" y="6557"/>
                        <a:pt x="55711" y="6717"/>
                      </a:cubicBezTo>
                      <a:cubicBezTo>
                        <a:pt x="55715" y="6826"/>
                        <a:pt x="55718" y="6934"/>
                        <a:pt x="55720" y="7042"/>
                      </a:cubicBezTo>
                      <a:cubicBezTo>
                        <a:pt x="55720" y="7070"/>
                        <a:pt x="55721" y="7099"/>
                        <a:pt x="55722" y="7129"/>
                      </a:cubicBezTo>
                      <a:cubicBezTo>
                        <a:pt x="55725" y="7281"/>
                        <a:pt x="55727" y="7433"/>
                        <a:pt x="55728" y="7585"/>
                      </a:cubicBezTo>
                      <a:cubicBezTo>
                        <a:pt x="55729" y="7710"/>
                        <a:pt x="55731" y="7834"/>
                        <a:pt x="55736" y="7958"/>
                      </a:cubicBezTo>
                      <a:cubicBezTo>
                        <a:pt x="55762" y="8640"/>
                        <a:pt x="55770" y="9217"/>
                        <a:pt x="55317" y="9773"/>
                      </a:cubicBezTo>
                      <a:cubicBezTo>
                        <a:pt x="55156" y="9942"/>
                        <a:pt x="55022" y="10040"/>
                        <a:pt x="54785" y="10056"/>
                      </a:cubicBezTo>
                      <a:cubicBezTo>
                        <a:pt x="54661" y="10050"/>
                        <a:pt x="54548" y="10031"/>
                        <a:pt x="54428" y="10000"/>
                      </a:cubicBezTo>
                      <a:cubicBezTo>
                        <a:pt x="54423" y="9951"/>
                        <a:pt x="54419" y="9901"/>
                        <a:pt x="54415" y="9850"/>
                      </a:cubicBezTo>
                      <a:cubicBezTo>
                        <a:pt x="54399" y="9666"/>
                        <a:pt x="54381" y="9483"/>
                        <a:pt x="54361" y="9299"/>
                      </a:cubicBezTo>
                      <a:cubicBezTo>
                        <a:pt x="54353" y="9220"/>
                        <a:pt x="54346" y="9141"/>
                        <a:pt x="54340" y="9061"/>
                      </a:cubicBezTo>
                      <a:cubicBezTo>
                        <a:pt x="54294" y="8519"/>
                        <a:pt x="54294" y="8519"/>
                        <a:pt x="54219" y="8333"/>
                      </a:cubicBezTo>
                      <a:cubicBezTo>
                        <a:pt x="54111" y="8251"/>
                        <a:pt x="54021" y="8221"/>
                        <a:pt x="53893" y="8182"/>
                      </a:cubicBezTo>
                      <a:cubicBezTo>
                        <a:pt x="53803" y="8125"/>
                        <a:pt x="53803" y="8125"/>
                        <a:pt x="53769" y="7994"/>
                      </a:cubicBezTo>
                      <a:cubicBezTo>
                        <a:pt x="53756" y="7824"/>
                        <a:pt x="53766" y="7656"/>
                        <a:pt x="53776" y="7487"/>
                      </a:cubicBezTo>
                      <a:cubicBezTo>
                        <a:pt x="53779" y="7428"/>
                        <a:pt x="53780" y="7369"/>
                        <a:pt x="53782" y="7309"/>
                      </a:cubicBezTo>
                      <a:cubicBezTo>
                        <a:pt x="53787" y="7164"/>
                        <a:pt x="53794" y="7020"/>
                        <a:pt x="53803" y="6875"/>
                      </a:cubicBezTo>
                      <a:cubicBezTo>
                        <a:pt x="53779" y="6894"/>
                        <a:pt x="53756" y="6913"/>
                        <a:pt x="53733" y="6932"/>
                      </a:cubicBezTo>
                      <a:cubicBezTo>
                        <a:pt x="53626" y="7019"/>
                        <a:pt x="53519" y="7103"/>
                        <a:pt x="53412" y="7188"/>
                      </a:cubicBezTo>
                      <a:cubicBezTo>
                        <a:pt x="53376" y="7217"/>
                        <a:pt x="53339" y="7247"/>
                        <a:pt x="53302" y="7278"/>
                      </a:cubicBezTo>
                      <a:cubicBezTo>
                        <a:pt x="53266" y="7306"/>
                        <a:pt x="53230" y="7334"/>
                        <a:pt x="53192" y="7363"/>
                      </a:cubicBezTo>
                      <a:cubicBezTo>
                        <a:pt x="53159" y="7389"/>
                        <a:pt x="53127" y="7416"/>
                        <a:pt x="53093" y="7443"/>
                      </a:cubicBezTo>
                      <a:cubicBezTo>
                        <a:pt x="52969" y="7500"/>
                        <a:pt x="52969" y="7500"/>
                        <a:pt x="52553" y="7500"/>
                      </a:cubicBezTo>
                      <a:cubicBezTo>
                        <a:pt x="52553" y="7087"/>
                        <a:pt x="52553" y="6675"/>
                        <a:pt x="52553" y="6250"/>
                      </a:cubicBezTo>
                      <a:cubicBezTo>
                        <a:pt x="52346" y="6250"/>
                        <a:pt x="52140" y="6250"/>
                        <a:pt x="51928" y="6250"/>
                      </a:cubicBezTo>
                      <a:cubicBezTo>
                        <a:pt x="51824" y="6384"/>
                        <a:pt x="51809" y="6409"/>
                        <a:pt x="51784" y="6562"/>
                      </a:cubicBezTo>
                      <a:cubicBezTo>
                        <a:pt x="51774" y="6614"/>
                        <a:pt x="51774" y="6614"/>
                        <a:pt x="51719" y="6875"/>
                      </a:cubicBezTo>
                      <a:cubicBezTo>
                        <a:pt x="51375" y="6806"/>
                        <a:pt x="51032" y="6738"/>
                        <a:pt x="50678" y="6667"/>
                      </a:cubicBezTo>
                      <a:cubicBezTo>
                        <a:pt x="50678" y="6117"/>
                        <a:pt x="50678" y="5567"/>
                        <a:pt x="50678" y="5000"/>
                      </a:cubicBezTo>
                      <a:cubicBezTo>
                        <a:pt x="50471" y="5000"/>
                        <a:pt x="50265" y="5000"/>
                        <a:pt x="50053" y="5000"/>
                      </a:cubicBezTo>
                      <a:cubicBezTo>
                        <a:pt x="50053" y="5413"/>
                        <a:pt x="50053" y="5825"/>
                        <a:pt x="50053" y="6250"/>
                      </a:cubicBezTo>
                      <a:cubicBezTo>
                        <a:pt x="49428" y="6250"/>
                        <a:pt x="49428" y="6250"/>
                        <a:pt x="49230" y="6113"/>
                      </a:cubicBezTo>
                      <a:cubicBezTo>
                        <a:pt x="49177" y="6056"/>
                        <a:pt x="49125" y="5998"/>
                        <a:pt x="49076" y="5938"/>
                      </a:cubicBezTo>
                      <a:cubicBezTo>
                        <a:pt x="49049" y="5908"/>
                        <a:pt x="49022" y="5878"/>
                        <a:pt x="48994" y="5847"/>
                      </a:cubicBezTo>
                      <a:cubicBezTo>
                        <a:pt x="48929" y="5774"/>
                        <a:pt x="48865" y="5700"/>
                        <a:pt x="48803" y="5625"/>
                      </a:cubicBezTo>
                      <a:cubicBezTo>
                        <a:pt x="48805" y="5662"/>
                        <a:pt x="48807" y="5699"/>
                        <a:pt x="48809" y="5736"/>
                      </a:cubicBezTo>
                      <a:cubicBezTo>
                        <a:pt x="48816" y="5874"/>
                        <a:pt x="48821" y="6010"/>
                        <a:pt x="48825" y="6148"/>
                      </a:cubicBezTo>
                      <a:cubicBezTo>
                        <a:pt x="48828" y="6207"/>
                        <a:pt x="48830" y="6266"/>
                        <a:pt x="48834" y="6325"/>
                      </a:cubicBezTo>
                      <a:cubicBezTo>
                        <a:pt x="48845" y="6515"/>
                        <a:pt x="48850" y="6689"/>
                        <a:pt x="48803" y="6875"/>
                      </a:cubicBezTo>
                      <a:cubicBezTo>
                        <a:pt x="48702" y="6955"/>
                        <a:pt x="48610" y="6989"/>
                        <a:pt x="48490" y="7031"/>
                      </a:cubicBezTo>
                      <a:cubicBezTo>
                        <a:pt x="48323" y="7115"/>
                        <a:pt x="48293" y="7240"/>
                        <a:pt x="48233" y="7409"/>
                      </a:cubicBezTo>
                      <a:cubicBezTo>
                        <a:pt x="48219" y="7452"/>
                        <a:pt x="48205" y="7495"/>
                        <a:pt x="48190" y="7539"/>
                      </a:cubicBezTo>
                      <a:cubicBezTo>
                        <a:pt x="48157" y="7632"/>
                        <a:pt x="48123" y="7725"/>
                        <a:pt x="48088" y="7818"/>
                      </a:cubicBezTo>
                      <a:cubicBezTo>
                        <a:pt x="48079" y="7842"/>
                        <a:pt x="48070" y="7867"/>
                        <a:pt x="48061" y="7892"/>
                      </a:cubicBezTo>
                      <a:cubicBezTo>
                        <a:pt x="47953" y="8176"/>
                        <a:pt x="47821" y="8447"/>
                        <a:pt x="47685" y="8719"/>
                      </a:cubicBezTo>
                      <a:cubicBezTo>
                        <a:pt x="47658" y="8774"/>
                        <a:pt x="47630" y="8829"/>
                        <a:pt x="47603" y="8884"/>
                      </a:cubicBezTo>
                      <a:cubicBezTo>
                        <a:pt x="47565" y="8962"/>
                        <a:pt x="47526" y="9040"/>
                        <a:pt x="47487" y="9118"/>
                      </a:cubicBezTo>
                      <a:cubicBezTo>
                        <a:pt x="47464" y="9163"/>
                        <a:pt x="47442" y="9207"/>
                        <a:pt x="47419" y="9253"/>
                      </a:cubicBezTo>
                      <a:cubicBezTo>
                        <a:pt x="47344" y="9375"/>
                        <a:pt x="47344" y="9375"/>
                        <a:pt x="47235" y="9471"/>
                      </a:cubicBezTo>
                      <a:cubicBezTo>
                        <a:pt x="47096" y="9628"/>
                        <a:pt x="47090" y="9765"/>
                        <a:pt x="47070" y="9968"/>
                      </a:cubicBezTo>
                      <a:cubicBezTo>
                        <a:pt x="47068" y="9987"/>
                        <a:pt x="47068" y="9987"/>
                        <a:pt x="47057" y="10079"/>
                      </a:cubicBezTo>
                      <a:cubicBezTo>
                        <a:pt x="47043" y="10196"/>
                        <a:pt x="47031" y="10313"/>
                        <a:pt x="47019" y="10430"/>
                      </a:cubicBezTo>
                      <a:cubicBezTo>
                        <a:pt x="47010" y="10509"/>
                        <a:pt x="47001" y="10588"/>
                        <a:pt x="46991" y="10668"/>
                      </a:cubicBezTo>
                      <a:cubicBezTo>
                        <a:pt x="46969" y="10862"/>
                        <a:pt x="46948" y="11056"/>
                        <a:pt x="46928" y="11250"/>
                      </a:cubicBezTo>
                      <a:cubicBezTo>
                        <a:pt x="46721" y="11250"/>
                        <a:pt x="46515" y="11250"/>
                        <a:pt x="46303" y="11250"/>
                      </a:cubicBezTo>
                      <a:cubicBezTo>
                        <a:pt x="46303" y="10425"/>
                        <a:pt x="46303" y="9600"/>
                        <a:pt x="46303" y="8750"/>
                      </a:cubicBezTo>
                      <a:cubicBezTo>
                        <a:pt x="46096" y="8750"/>
                        <a:pt x="45890" y="8750"/>
                        <a:pt x="45678" y="8750"/>
                      </a:cubicBezTo>
                      <a:cubicBezTo>
                        <a:pt x="45551" y="8897"/>
                        <a:pt x="45506" y="8967"/>
                        <a:pt x="45443" y="9141"/>
                      </a:cubicBezTo>
                      <a:cubicBezTo>
                        <a:pt x="45412" y="9214"/>
                        <a:pt x="45381" y="9287"/>
                        <a:pt x="45350" y="9360"/>
                      </a:cubicBezTo>
                      <a:cubicBezTo>
                        <a:pt x="45303" y="9474"/>
                        <a:pt x="45260" y="9585"/>
                        <a:pt x="45225" y="9704"/>
                      </a:cubicBezTo>
                      <a:cubicBezTo>
                        <a:pt x="45181" y="9830"/>
                        <a:pt x="45148" y="9906"/>
                        <a:pt x="45053" y="10000"/>
                      </a:cubicBezTo>
                      <a:cubicBezTo>
                        <a:pt x="44825" y="10075"/>
                        <a:pt x="44654" y="10081"/>
                        <a:pt x="44428" y="10000"/>
                      </a:cubicBezTo>
                      <a:cubicBezTo>
                        <a:pt x="44288" y="9814"/>
                        <a:pt x="44245" y="9611"/>
                        <a:pt x="44193" y="9388"/>
                      </a:cubicBezTo>
                      <a:cubicBezTo>
                        <a:pt x="44170" y="9301"/>
                        <a:pt x="44147" y="9214"/>
                        <a:pt x="44123" y="9127"/>
                      </a:cubicBezTo>
                      <a:cubicBezTo>
                        <a:pt x="44108" y="9073"/>
                        <a:pt x="44095" y="9019"/>
                        <a:pt x="44082" y="8964"/>
                      </a:cubicBezTo>
                      <a:cubicBezTo>
                        <a:pt x="44045" y="8819"/>
                        <a:pt x="44014" y="8753"/>
                        <a:pt x="43902" y="8651"/>
                      </a:cubicBezTo>
                      <a:cubicBezTo>
                        <a:pt x="43758" y="8493"/>
                        <a:pt x="43776" y="8364"/>
                        <a:pt x="43782" y="8157"/>
                      </a:cubicBezTo>
                      <a:cubicBezTo>
                        <a:pt x="43782" y="8138"/>
                        <a:pt x="43782" y="8138"/>
                        <a:pt x="43783" y="8046"/>
                      </a:cubicBezTo>
                      <a:cubicBezTo>
                        <a:pt x="43784" y="7929"/>
                        <a:pt x="43787" y="7812"/>
                        <a:pt x="43790" y="7695"/>
                      </a:cubicBezTo>
                      <a:cubicBezTo>
                        <a:pt x="43791" y="7616"/>
                        <a:pt x="43791" y="7537"/>
                        <a:pt x="43792" y="7457"/>
                      </a:cubicBezTo>
                      <a:cubicBezTo>
                        <a:pt x="43795" y="7263"/>
                        <a:pt x="43798" y="7069"/>
                        <a:pt x="43803" y="6875"/>
                      </a:cubicBezTo>
                      <a:cubicBezTo>
                        <a:pt x="43596" y="6875"/>
                        <a:pt x="43390" y="6875"/>
                        <a:pt x="43178" y="6875"/>
                      </a:cubicBezTo>
                      <a:cubicBezTo>
                        <a:pt x="43178" y="8319"/>
                        <a:pt x="43178" y="9762"/>
                        <a:pt x="43178" y="11250"/>
                      </a:cubicBezTo>
                      <a:cubicBezTo>
                        <a:pt x="42553" y="11250"/>
                        <a:pt x="42553" y="11250"/>
                        <a:pt x="42357" y="11103"/>
                      </a:cubicBezTo>
                      <a:cubicBezTo>
                        <a:pt x="42278" y="11004"/>
                        <a:pt x="42278" y="11004"/>
                        <a:pt x="42205" y="10895"/>
                      </a:cubicBezTo>
                      <a:cubicBezTo>
                        <a:pt x="42192" y="10877"/>
                        <a:pt x="42192" y="10877"/>
                        <a:pt x="42125" y="10782"/>
                      </a:cubicBezTo>
                      <a:cubicBezTo>
                        <a:pt x="41844" y="10345"/>
                        <a:pt x="41847" y="9928"/>
                        <a:pt x="41866" y="9424"/>
                      </a:cubicBezTo>
                      <a:cubicBezTo>
                        <a:pt x="41868" y="9332"/>
                        <a:pt x="41869" y="9239"/>
                        <a:pt x="41869" y="9147"/>
                      </a:cubicBezTo>
                      <a:cubicBezTo>
                        <a:pt x="41871" y="8907"/>
                        <a:pt x="41878" y="8668"/>
                        <a:pt x="41885" y="8428"/>
                      </a:cubicBezTo>
                      <a:cubicBezTo>
                        <a:pt x="41891" y="8182"/>
                        <a:pt x="41894" y="7936"/>
                        <a:pt x="41897" y="7690"/>
                      </a:cubicBezTo>
                      <a:cubicBezTo>
                        <a:pt x="41904" y="7210"/>
                        <a:pt x="41914" y="6730"/>
                        <a:pt x="41928" y="6250"/>
                      </a:cubicBezTo>
                      <a:cubicBezTo>
                        <a:pt x="41721" y="6250"/>
                        <a:pt x="41515" y="6250"/>
                        <a:pt x="41303" y="6250"/>
                      </a:cubicBezTo>
                      <a:cubicBezTo>
                        <a:pt x="41303" y="6663"/>
                        <a:pt x="41303" y="7075"/>
                        <a:pt x="41303" y="7500"/>
                      </a:cubicBezTo>
                      <a:cubicBezTo>
                        <a:pt x="41096" y="7500"/>
                        <a:pt x="40890" y="7500"/>
                        <a:pt x="40678" y="7500"/>
                      </a:cubicBezTo>
                      <a:cubicBezTo>
                        <a:pt x="40678" y="7087"/>
                        <a:pt x="40678" y="6675"/>
                        <a:pt x="40678" y="6250"/>
                      </a:cubicBezTo>
                      <a:cubicBezTo>
                        <a:pt x="40287" y="6562"/>
                        <a:pt x="40287" y="6562"/>
                        <a:pt x="40166" y="6661"/>
                      </a:cubicBezTo>
                      <a:cubicBezTo>
                        <a:pt x="39960" y="6821"/>
                        <a:pt x="39794" y="6928"/>
                        <a:pt x="39526" y="6905"/>
                      </a:cubicBezTo>
                      <a:cubicBezTo>
                        <a:pt x="39334" y="6846"/>
                        <a:pt x="39219" y="6709"/>
                        <a:pt x="39089" y="6562"/>
                      </a:cubicBezTo>
                      <a:cubicBezTo>
                        <a:pt x="39075" y="6548"/>
                        <a:pt x="39075" y="6548"/>
                        <a:pt x="39004" y="6472"/>
                      </a:cubicBezTo>
                      <a:cubicBezTo>
                        <a:pt x="38936" y="6399"/>
                        <a:pt x="38869" y="6325"/>
                        <a:pt x="38803" y="6250"/>
                      </a:cubicBezTo>
                      <a:cubicBezTo>
                        <a:pt x="38797" y="6261"/>
                        <a:pt x="38797" y="6261"/>
                        <a:pt x="38771" y="6320"/>
                      </a:cubicBezTo>
                      <a:cubicBezTo>
                        <a:pt x="38652" y="6580"/>
                        <a:pt x="38524" y="6833"/>
                        <a:pt x="38386" y="7083"/>
                      </a:cubicBezTo>
                      <a:cubicBezTo>
                        <a:pt x="38371" y="7110"/>
                        <a:pt x="38357" y="7136"/>
                        <a:pt x="38342" y="7164"/>
                      </a:cubicBezTo>
                      <a:cubicBezTo>
                        <a:pt x="38248" y="7322"/>
                        <a:pt x="38146" y="7442"/>
                        <a:pt x="37969" y="7500"/>
                      </a:cubicBezTo>
                      <a:cubicBezTo>
                        <a:pt x="37624" y="7546"/>
                        <a:pt x="37274" y="7526"/>
                        <a:pt x="36928" y="7500"/>
                      </a:cubicBezTo>
                      <a:cubicBezTo>
                        <a:pt x="36930" y="7548"/>
                        <a:pt x="36932" y="7597"/>
                        <a:pt x="36934" y="7646"/>
                      </a:cubicBezTo>
                      <a:cubicBezTo>
                        <a:pt x="36942" y="7827"/>
                        <a:pt x="36946" y="8008"/>
                        <a:pt x="36950" y="8189"/>
                      </a:cubicBezTo>
                      <a:cubicBezTo>
                        <a:pt x="36953" y="8267"/>
                        <a:pt x="36955" y="8345"/>
                        <a:pt x="36959" y="8423"/>
                      </a:cubicBezTo>
                      <a:cubicBezTo>
                        <a:pt x="36989" y="9080"/>
                        <a:pt x="36989" y="9080"/>
                        <a:pt x="36838" y="9294"/>
                      </a:cubicBezTo>
                      <a:cubicBezTo>
                        <a:pt x="36764" y="9360"/>
                        <a:pt x="36688" y="9424"/>
                        <a:pt x="36611" y="9486"/>
                      </a:cubicBezTo>
                      <a:cubicBezTo>
                        <a:pt x="36429" y="9663"/>
                        <a:pt x="36414" y="9888"/>
                        <a:pt x="36381" y="10130"/>
                      </a:cubicBezTo>
                      <a:cubicBezTo>
                        <a:pt x="36377" y="10154"/>
                        <a:pt x="36377" y="10154"/>
                        <a:pt x="36356" y="10275"/>
                      </a:cubicBezTo>
                      <a:cubicBezTo>
                        <a:pt x="36337" y="10391"/>
                        <a:pt x="36319" y="10508"/>
                        <a:pt x="36303" y="10625"/>
                      </a:cubicBezTo>
                      <a:cubicBezTo>
                        <a:pt x="36096" y="10625"/>
                        <a:pt x="35890" y="10625"/>
                        <a:pt x="35678" y="10625"/>
                      </a:cubicBezTo>
                      <a:cubicBezTo>
                        <a:pt x="35673" y="10576"/>
                        <a:pt x="35669" y="10526"/>
                        <a:pt x="35665" y="10475"/>
                      </a:cubicBezTo>
                      <a:cubicBezTo>
                        <a:pt x="35649" y="10291"/>
                        <a:pt x="35631" y="10108"/>
                        <a:pt x="35611" y="9924"/>
                      </a:cubicBezTo>
                      <a:cubicBezTo>
                        <a:pt x="35603" y="9845"/>
                        <a:pt x="35596" y="9766"/>
                        <a:pt x="35590" y="9686"/>
                      </a:cubicBezTo>
                      <a:cubicBezTo>
                        <a:pt x="35534" y="9015"/>
                        <a:pt x="35534" y="9015"/>
                        <a:pt x="35369" y="8870"/>
                      </a:cubicBezTo>
                      <a:cubicBezTo>
                        <a:pt x="35254" y="8822"/>
                        <a:pt x="35254" y="8822"/>
                        <a:pt x="35143" y="8787"/>
                      </a:cubicBezTo>
                      <a:cubicBezTo>
                        <a:pt x="35053" y="8750"/>
                        <a:pt x="35053" y="8750"/>
                        <a:pt x="35019" y="8678"/>
                      </a:cubicBezTo>
                      <a:cubicBezTo>
                        <a:pt x="35011" y="8589"/>
                        <a:pt x="35016" y="8513"/>
                        <a:pt x="35026" y="8425"/>
                      </a:cubicBezTo>
                      <a:cubicBezTo>
                        <a:pt x="35035" y="8326"/>
                        <a:pt x="35044" y="8227"/>
                        <a:pt x="35053" y="8125"/>
                      </a:cubicBezTo>
                      <a:cubicBezTo>
                        <a:pt x="35259" y="8125"/>
                        <a:pt x="35465" y="8125"/>
                        <a:pt x="35678" y="8125"/>
                      </a:cubicBezTo>
                      <a:cubicBezTo>
                        <a:pt x="35758" y="7682"/>
                        <a:pt x="35758" y="7682"/>
                        <a:pt x="35678" y="7500"/>
                      </a:cubicBezTo>
                      <a:cubicBezTo>
                        <a:pt x="35358" y="7171"/>
                        <a:pt x="34833" y="7043"/>
                        <a:pt x="34388" y="7031"/>
                      </a:cubicBezTo>
                      <a:cubicBezTo>
                        <a:pt x="34256" y="7033"/>
                        <a:pt x="34136" y="7040"/>
                        <a:pt x="34011" y="7083"/>
                      </a:cubicBezTo>
                      <a:cubicBezTo>
                        <a:pt x="33925" y="7190"/>
                        <a:pt x="33898" y="7276"/>
                        <a:pt x="33861" y="7407"/>
                      </a:cubicBezTo>
                      <a:cubicBezTo>
                        <a:pt x="33842" y="7438"/>
                        <a:pt x="33822" y="7469"/>
                        <a:pt x="33803" y="7500"/>
                      </a:cubicBezTo>
                      <a:cubicBezTo>
                        <a:pt x="33590" y="7539"/>
                        <a:pt x="33392" y="7524"/>
                        <a:pt x="33178" y="7500"/>
                      </a:cubicBezTo>
                      <a:cubicBezTo>
                        <a:pt x="33177" y="7470"/>
                        <a:pt x="33176" y="7439"/>
                        <a:pt x="33175" y="7408"/>
                      </a:cubicBezTo>
                      <a:cubicBezTo>
                        <a:pt x="33142" y="6735"/>
                        <a:pt x="33142" y="6735"/>
                        <a:pt x="32969" y="6458"/>
                      </a:cubicBezTo>
                      <a:cubicBezTo>
                        <a:pt x="32665" y="6269"/>
                        <a:pt x="32277" y="6260"/>
                        <a:pt x="31928" y="6250"/>
                      </a:cubicBezTo>
                      <a:cubicBezTo>
                        <a:pt x="31890" y="6469"/>
                        <a:pt x="31867" y="6659"/>
                        <a:pt x="31928" y="6875"/>
                      </a:cubicBezTo>
                      <a:cubicBezTo>
                        <a:pt x="32040" y="6916"/>
                        <a:pt x="32124" y="6937"/>
                        <a:pt x="32240" y="6953"/>
                      </a:cubicBezTo>
                      <a:cubicBezTo>
                        <a:pt x="32366" y="6973"/>
                        <a:pt x="32460" y="6993"/>
                        <a:pt x="32553" y="7083"/>
                      </a:cubicBezTo>
                      <a:cubicBezTo>
                        <a:pt x="32643" y="7416"/>
                        <a:pt x="32589" y="7787"/>
                        <a:pt x="32553" y="8125"/>
                      </a:cubicBezTo>
                      <a:cubicBezTo>
                        <a:pt x="32339" y="8180"/>
                        <a:pt x="32137" y="8211"/>
                        <a:pt x="31928" y="8125"/>
                      </a:cubicBezTo>
                      <a:cubicBezTo>
                        <a:pt x="31789" y="8010"/>
                        <a:pt x="31683" y="7878"/>
                        <a:pt x="31576" y="7734"/>
                      </a:cubicBezTo>
                      <a:cubicBezTo>
                        <a:pt x="31549" y="7698"/>
                        <a:pt x="31521" y="7662"/>
                        <a:pt x="31493" y="7625"/>
                      </a:cubicBezTo>
                      <a:cubicBezTo>
                        <a:pt x="31319" y="7372"/>
                        <a:pt x="31264" y="7181"/>
                        <a:pt x="31303" y="6875"/>
                      </a:cubicBezTo>
                      <a:cubicBezTo>
                        <a:pt x="31087" y="6823"/>
                        <a:pt x="30890" y="6797"/>
                        <a:pt x="30678" y="6875"/>
                      </a:cubicBezTo>
                      <a:cubicBezTo>
                        <a:pt x="30336" y="7158"/>
                        <a:pt x="30250" y="7693"/>
                        <a:pt x="30208" y="8109"/>
                      </a:cubicBezTo>
                      <a:cubicBezTo>
                        <a:pt x="30170" y="8541"/>
                        <a:pt x="30152" y="8974"/>
                        <a:pt x="30136" y="9407"/>
                      </a:cubicBezTo>
                      <a:cubicBezTo>
                        <a:pt x="30127" y="9616"/>
                        <a:pt x="30117" y="9824"/>
                        <a:pt x="30106" y="10032"/>
                      </a:cubicBezTo>
                      <a:cubicBezTo>
                        <a:pt x="30086" y="10438"/>
                        <a:pt x="30069" y="10844"/>
                        <a:pt x="30053" y="11250"/>
                      </a:cubicBezTo>
                      <a:cubicBezTo>
                        <a:pt x="29838" y="11305"/>
                        <a:pt x="29639" y="11332"/>
                        <a:pt x="29428" y="11250"/>
                      </a:cubicBezTo>
                      <a:cubicBezTo>
                        <a:pt x="29087" y="11001"/>
                        <a:pt x="28820" y="10596"/>
                        <a:pt x="28749" y="10180"/>
                      </a:cubicBezTo>
                      <a:cubicBezTo>
                        <a:pt x="28724" y="9928"/>
                        <a:pt x="28732" y="9677"/>
                        <a:pt x="28741" y="9424"/>
                      </a:cubicBezTo>
                      <a:cubicBezTo>
                        <a:pt x="28743" y="9332"/>
                        <a:pt x="28744" y="9239"/>
                        <a:pt x="28744" y="9147"/>
                      </a:cubicBezTo>
                      <a:cubicBezTo>
                        <a:pt x="28746" y="8907"/>
                        <a:pt x="28753" y="8668"/>
                        <a:pt x="28760" y="8428"/>
                      </a:cubicBezTo>
                      <a:cubicBezTo>
                        <a:pt x="28766" y="8182"/>
                        <a:pt x="28769" y="7936"/>
                        <a:pt x="28772" y="7690"/>
                      </a:cubicBezTo>
                      <a:cubicBezTo>
                        <a:pt x="28779" y="7210"/>
                        <a:pt x="28789" y="6730"/>
                        <a:pt x="28803" y="6250"/>
                      </a:cubicBezTo>
                      <a:cubicBezTo>
                        <a:pt x="28701" y="6245"/>
                        <a:pt x="28600" y="6242"/>
                        <a:pt x="28499" y="6240"/>
                      </a:cubicBezTo>
                      <a:cubicBezTo>
                        <a:pt x="28470" y="6238"/>
                        <a:pt x="28441" y="6237"/>
                        <a:pt x="28412" y="6235"/>
                      </a:cubicBezTo>
                      <a:cubicBezTo>
                        <a:pt x="28272" y="6233"/>
                        <a:pt x="28197" y="6232"/>
                        <a:pt x="28091" y="6328"/>
                      </a:cubicBezTo>
                      <a:cubicBezTo>
                        <a:pt x="28033" y="6430"/>
                        <a:pt x="27994" y="6530"/>
                        <a:pt x="27956" y="6641"/>
                      </a:cubicBezTo>
                      <a:cubicBezTo>
                        <a:pt x="27923" y="6717"/>
                        <a:pt x="27889" y="6793"/>
                        <a:pt x="27855" y="6869"/>
                      </a:cubicBezTo>
                      <a:cubicBezTo>
                        <a:pt x="27839" y="6906"/>
                        <a:pt x="27823" y="6943"/>
                        <a:pt x="27807" y="6981"/>
                      </a:cubicBezTo>
                      <a:cubicBezTo>
                        <a:pt x="27723" y="7167"/>
                        <a:pt x="27643" y="7312"/>
                        <a:pt x="27487" y="7449"/>
                      </a:cubicBezTo>
                      <a:cubicBezTo>
                        <a:pt x="26825" y="7687"/>
                        <a:pt x="25696" y="7104"/>
                        <a:pt x="25053" y="6875"/>
                      </a:cubicBezTo>
                      <a:cubicBezTo>
                        <a:pt x="25035" y="7087"/>
                        <a:pt x="25024" y="7289"/>
                        <a:pt x="25053" y="7500"/>
                      </a:cubicBezTo>
                      <a:cubicBezTo>
                        <a:pt x="25184" y="7567"/>
                        <a:pt x="25226" y="7575"/>
                        <a:pt x="25365" y="7578"/>
                      </a:cubicBezTo>
                      <a:cubicBezTo>
                        <a:pt x="25491" y="7596"/>
                        <a:pt x="25585" y="7618"/>
                        <a:pt x="25678" y="7708"/>
                      </a:cubicBezTo>
                      <a:cubicBezTo>
                        <a:pt x="25768" y="8041"/>
                        <a:pt x="25714" y="8412"/>
                        <a:pt x="25678" y="8750"/>
                      </a:cubicBezTo>
                      <a:cubicBezTo>
                        <a:pt x="25464" y="8805"/>
                        <a:pt x="25262" y="8836"/>
                        <a:pt x="25053" y="8750"/>
                      </a:cubicBezTo>
                      <a:cubicBezTo>
                        <a:pt x="24914" y="8635"/>
                        <a:pt x="24808" y="8503"/>
                        <a:pt x="24701" y="8359"/>
                      </a:cubicBezTo>
                      <a:cubicBezTo>
                        <a:pt x="24674" y="8323"/>
                        <a:pt x="24646" y="8287"/>
                        <a:pt x="24618" y="8250"/>
                      </a:cubicBezTo>
                      <a:cubicBezTo>
                        <a:pt x="24438" y="7989"/>
                        <a:pt x="24398" y="7815"/>
                        <a:pt x="24428" y="7500"/>
                      </a:cubicBezTo>
                      <a:cubicBezTo>
                        <a:pt x="24221" y="7500"/>
                        <a:pt x="24015" y="7500"/>
                        <a:pt x="23803" y="7500"/>
                      </a:cubicBezTo>
                      <a:cubicBezTo>
                        <a:pt x="23806" y="7584"/>
                        <a:pt x="23809" y="7668"/>
                        <a:pt x="23812" y="7755"/>
                      </a:cubicBezTo>
                      <a:cubicBezTo>
                        <a:pt x="23823" y="8035"/>
                        <a:pt x="23830" y="8316"/>
                        <a:pt x="23835" y="8598"/>
                      </a:cubicBezTo>
                      <a:cubicBezTo>
                        <a:pt x="23838" y="8768"/>
                        <a:pt x="23843" y="8938"/>
                        <a:pt x="23850" y="9108"/>
                      </a:cubicBezTo>
                      <a:cubicBezTo>
                        <a:pt x="23903" y="10411"/>
                        <a:pt x="23903" y="10411"/>
                        <a:pt x="23527" y="10928"/>
                      </a:cubicBezTo>
                      <a:cubicBezTo>
                        <a:pt x="23502" y="10962"/>
                        <a:pt x="23478" y="10996"/>
                        <a:pt x="23453" y="11031"/>
                      </a:cubicBezTo>
                      <a:cubicBezTo>
                        <a:pt x="23322" y="11180"/>
                        <a:pt x="23215" y="11254"/>
                        <a:pt x="23016" y="11269"/>
                      </a:cubicBezTo>
                      <a:cubicBezTo>
                        <a:pt x="22861" y="11273"/>
                        <a:pt x="22708" y="11264"/>
                        <a:pt x="22553" y="11250"/>
                      </a:cubicBezTo>
                      <a:cubicBezTo>
                        <a:pt x="22551" y="11214"/>
                        <a:pt x="22549" y="11179"/>
                        <a:pt x="22547" y="11142"/>
                      </a:cubicBezTo>
                      <a:cubicBezTo>
                        <a:pt x="22531" y="10805"/>
                        <a:pt x="22513" y="10468"/>
                        <a:pt x="22493" y="10131"/>
                      </a:cubicBezTo>
                      <a:cubicBezTo>
                        <a:pt x="22482" y="9957"/>
                        <a:pt x="22473" y="9784"/>
                        <a:pt x="22465" y="9611"/>
                      </a:cubicBezTo>
                      <a:cubicBezTo>
                        <a:pt x="22457" y="9443"/>
                        <a:pt x="22447" y="9276"/>
                        <a:pt x="22436" y="9108"/>
                      </a:cubicBezTo>
                      <a:cubicBezTo>
                        <a:pt x="22433" y="9045"/>
                        <a:pt x="22429" y="8981"/>
                        <a:pt x="22427" y="8918"/>
                      </a:cubicBezTo>
                      <a:cubicBezTo>
                        <a:pt x="22405" y="8367"/>
                        <a:pt x="22405" y="8367"/>
                        <a:pt x="22191" y="8151"/>
                      </a:cubicBezTo>
                      <a:cubicBezTo>
                        <a:pt x="22136" y="8102"/>
                        <a:pt x="22078" y="8056"/>
                        <a:pt x="22020" y="8010"/>
                      </a:cubicBezTo>
                      <a:cubicBezTo>
                        <a:pt x="21902" y="7891"/>
                        <a:pt x="21896" y="7812"/>
                        <a:pt x="21887" y="7648"/>
                      </a:cubicBezTo>
                      <a:cubicBezTo>
                        <a:pt x="21890" y="7555"/>
                        <a:pt x="21894" y="7462"/>
                        <a:pt x="21901" y="7370"/>
                      </a:cubicBezTo>
                      <a:cubicBezTo>
                        <a:pt x="21903" y="7322"/>
                        <a:pt x="21905" y="7274"/>
                        <a:pt x="21907" y="7225"/>
                      </a:cubicBezTo>
                      <a:cubicBezTo>
                        <a:pt x="21912" y="7108"/>
                        <a:pt x="21920" y="6992"/>
                        <a:pt x="21928" y="6875"/>
                      </a:cubicBezTo>
                      <a:cubicBezTo>
                        <a:pt x="21721" y="6875"/>
                        <a:pt x="21515" y="6875"/>
                        <a:pt x="21303" y="6875"/>
                      </a:cubicBezTo>
                      <a:cubicBezTo>
                        <a:pt x="21307" y="6945"/>
                        <a:pt x="21312" y="7016"/>
                        <a:pt x="21317" y="7088"/>
                      </a:cubicBezTo>
                      <a:cubicBezTo>
                        <a:pt x="21321" y="7182"/>
                        <a:pt x="21325" y="7276"/>
                        <a:pt x="21329" y="7370"/>
                      </a:cubicBezTo>
                      <a:cubicBezTo>
                        <a:pt x="21332" y="7416"/>
                        <a:pt x="21336" y="7462"/>
                        <a:pt x="21339" y="7510"/>
                      </a:cubicBezTo>
                      <a:cubicBezTo>
                        <a:pt x="21350" y="7866"/>
                        <a:pt x="21350" y="7866"/>
                        <a:pt x="21213" y="8014"/>
                      </a:cubicBezTo>
                      <a:cubicBezTo>
                        <a:pt x="21176" y="8044"/>
                        <a:pt x="21139" y="8074"/>
                        <a:pt x="21101" y="8105"/>
                      </a:cubicBezTo>
                      <a:cubicBezTo>
                        <a:pt x="20774" y="8392"/>
                        <a:pt x="20790" y="8782"/>
                        <a:pt x="20756" y="9193"/>
                      </a:cubicBezTo>
                      <a:cubicBezTo>
                        <a:pt x="20748" y="9271"/>
                        <a:pt x="20740" y="9350"/>
                        <a:pt x="20731" y="9428"/>
                      </a:cubicBezTo>
                      <a:cubicBezTo>
                        <a:pt x="20711" y="9619"/>
                        <a:pt x="20694" y="9809"/>
                        <a:pt x="20678" y="10000"/>
                      </a:cubicBezTo>
                      <a:cubicBezTo>
                        <a:pt x="20471" y="10000"/>
                        <a:pt x="20265" y="10000"/>
                        <a:pt x="20053" y="10000"/>
                      </a:cubicBezTo>
                      <a:cubicBezTo>
                        <a:pt x="20050" y="9976"/>
                        <a:pt x="20050" y="9976"/>
                        <a:pt x="20040" y="9854"/>
                      </a:cubicBezTo>
                      <a:cubicBezTo>
                        <a:pt x="20024" y="9673"/>
                        <a:pt x="20006" y="9492"/>
                        <a:pt x="19986" y="9311"/>
                      </a:cubicBezTo>
                      <a:cubicBezTo>
                        <a:pt x="19979" y="9233"/>
                        <a:pt x="19971" y="9155"/>
                        <a:pt x="19965" y="9077"/>
                      </a:cubicBezTo>
                      <a:cubicBezTo>
                        <a:pt x="19908" y="8407"/>
                        <a:pt x="19908" y="8407"/>
                        <a:pt x="19744" y="8217"/>
                      </a:cubicBezTo>
                      <a:cubicBezTo>
                        <a:pt x="19706" y="8186"/>
                        <a:pt x="19668" y="8156"/>
                        <a:pt x="19629" y="8125"/>
                      </a:cubicBezTo>
                      <a:cubicBezTo>
                        <a:pt x="19479" y="8002"/>
                        <a:pt x="19416" y="7920"/>
                        <a:pt x="19394" y="7729"/>
                      </a:cubicBezTo>
                      <a:cubicBezTo>
                        <a:pt x="19381" y="7505"/>
                        <a:pt x="19391" y="7282"/>
                        <a:pt x="19401" y="7057"/>
                      </a:cubicBezTo>
                      <a:cubicBezTo>
                        <a:pt x="19404" y="6979"/>
                        <a:pt x="19405" y="6900"/>
                        <a:pt x="19407" y="6822"/>
                      </a:cubicBezTo>
                      <a:cubicBezTo>
                        <a:pt x="19412" y="6631"/>
                        <a:pt x="19419" y="6441"/>
                        <a:pt x="19428" y="6250"/>
                      </a:cubicBezTo>
                      <a:cubicBezTo>
                        <a:pt x="19221" y="6250"/>
                        <a:pt x="19015" y="6250"/>
                        <a:pt x="18803" y="6250"/>
                      </a:cubicBezTo>
                      <a:cubicBezTo>
                        <a:pt x="18804" y="6299"/>
                        <a:pt x="18805" y="6349"/>
                        <a:pt x="18806" y="6400"/>
                      </a:cubicBezTo>
                      <a:cubicBezTo>
                        <a:pt x="18810" y="6583"/>
                        <a:pt x="18812" y="6767"/>
                        <a:pt x="18814" y="6951"/>
                      </a:cubicBezTo>
                      <a:cubicBezTo>
                        <a:pt x="18815" y="7030"/>
                        <a:pt x="18816" y="7109"/>
                        <a:pt x="18818" y="7189"/>
                      </a:cubicBezTo>
                      <a:cubicBezTo>
                        <a:pt x="18821" y="7303"/>
                        <a:pt x="18822" y="7418"/>
                        <a:pt x="18823" y="7532"/>
                      </a:cubicBezTo>
                      <a:cubicBezTo>
                        <a:pt x="18824" y="7567"/>
                        <a:pt x="18825" y="7603"/>
                        <a:pt x="18826" y="7639"/>
                      </a:cubicBezTo>
                      <a:cubicBezTo>
                        <a:pt x="18826" y="7816"/>
                        <a:pt x="18818" y="7895"/>
                        <a:pt x="18713" y="8044"/>
                      </a:cubicBezTo>
                      <a:cubicBezTo>
                        <a:pt x="18576" y="8138"/>
                        <a:pt x="18510" y="8150"/>
                        <a:pt x="18346" y="8145"/>
                      </a:cubicBezTo>
                      <a:cubicBezTo>
                        <a:pt x="18300" y="8145"/>
                        <a:pt x="18253" y="8144"/>
                        <a:pt x="18206" y="8143"/>
                      </a:cubicBezTo>
                      <a:cubicBezTo>
                        <a:pt x="18158" y="8142"/>
                        <a:pt x="18110" y="8140"/>
                        <a:pt x="18060" y="8138"/>
                      </a:cubicBezTo>
                      <a:cubicBezTo>
                        <a:pt x="18012" y="8137"/>
                        <a:pt x="17963" y="8136"/>
                        <a:pt x="17913" y="8135"/>
                      </a:cubicBezTo>
                      <a:cubicBezTo>
                        <a:pt x="17793" y="8133"/>
                        <a:pt x="17673" y="8129"/>
                        <a:pt x="17553" y="8125"/>
                      </a:cubicBezTo>
                      <a:cubicBezTo>
                        <a:pt x="17528" y="7911"/>
                        <a:pt x="17513" y="7713"/>
                        <a:pt x="17553" y="7500"/>
                      </a:cubicBezTo>
                      <a:cubicBezTo>
                        <a:pt x="17645" y="7441"/>
                        <a:pt x="17645" y="7441"/>
                        <a:pt x="17761" y="7409"/>
                      </a:cubicBezTo>
                      <a:cubicBezTo>
                        <a:pt x="17830" y="7370"/>
                        <a:pt x="17898" y="7331"/>
                        <a:pt x="17969" y="7292"/>
                      </a:cubicBezTo>
                      <a:cubicBezTo>
                        <a:pt x="17969" y="7017"/>
                        <a:pt x="17969" y="6742"/>
                        <a:pt x="17969" y="6458"/>
                      </a:cubicBezTo>
                      <a:cubicBezTo>
                        <a:pt x="17419" y="6390"/>
                        <a:pt x="16869" y="6321"/>
                        <a:pt x="16303" y="6250"/>
                      </a:cubicBezTo>
                      <a:cubicBezTo>
                        <a:pt x="16303" y="5837"/>
                        <a:pt x="16303" y="5425"/>
                        <a:pt x="16303" y="5000"/>
                      </a:cubicBezTo>
                      <a:cubicBezTo>
                        <a:pt x="16096" y="5000"/>
                        <a:pt x="15890" y="5000"/>
                        <a:pt x="15678" y="5000"/>
                      </a:cubicBezTo>
                      <a:cubicBezTo>
                        <a:pt x="15551" y="5147"/>
                        <a:pt x="15506" y="5217"/>
                        <a:pt x="15443" y="5391"/>
                      </a:cubicBezTo>
                      <a:cubicBezTo>
                        <a:pt x="15412" y="5464"/>
                        <a:pt x="15381" y="5537"/>
                        <a:pt x="15350" y="5610"/>
                      </a:cubicBezTo>
                      <a:cubicBezTo>
                        <a:pt x="15303" y="5724"/>
                        <a:pt x="15260" y="5835"/>
                        <a:pt x="15225" y="5954"/>
                      </a:cubicBezTo>
                      <a:cubicBezTo>
                        <a:pt x="15184" y="6069"/>
                        <a:pt x="15184" y="6069"/>
                        <a:pt x="15053" y="6250"/>
                      </a:cubicBezTo>
                      <a:cubicBezTo>
                        <a:pt x="14846" y="6250"/>
                        <a:pt x="14640" y="6250"/>
                        <a:pt x="14428" y="6250"/>
                      </a:cubicBezTo>
                      <a:cubicBezTo>
                        <a:pt x="14428" y="5837"/>
                        <a:pt x="14428" y="5425"/>
                        <a:pt x="14428" y="5000"/>
                      </a:cubicBezTo>
                      <a:cubicBezTo>
                        <a:pt x="14221" y="5000"/>
                        <a:pt x="14015" y="5000"/>
                        <a:pt x="13803" y="5000"/>
                      </a:cubicBezTo>
                      <a:cubicBezTo>
                        <a:pt x="13682" y="5147"/>
                        <a:pt x="13640" y="5219"/>
                        <a:pt x="13581" y="5391"/>
                      </a:cubicBezTo>
                      <a:cubicBezTo>
                        <a:pt x="13548" y="5468"/>
                        <a:pt x="13514" y="5545"/>
                        <a:pt x="13480" y="5622"/>
                      </a:cubicBezTo>
                      <a:cubicBezTo>
                        <a:pt x="13464" y="5659"/>
                        <a:pt x="13448" y="5696"/>
                        <a:pt x="13432" y="5734"/>
                      </a:cubicBezTo>
                      <a:cubicBezTo>
                        <a:pt x="13230" y="6170"/>
                        <a:pt x="12876" y="6299"/>
                        <a:pt x="12448" y="6458"/>
                      </a:cubicBezTo>
                      <a:cubicBezTo>
                        <a:pt x="12404" y="6473"/>
                        <a:pt x="12359" y="6488"/>
                        <a:pt x="12313" y="6503"/>
                      </a:cubicBezTo>
                      <a:cubicBezTo>
                        <a:pt x="12022" y="6605"/>
                        <a:pt x="11718" y="6729"/>
                        <a:pt x="11546" y="7000"/>
                      </a:cubicBezTo>
                      <a:cubicBezTo>
                        <a:pt x="11420" y="7299"/>
                        <a:pt x="11457" y="7675"/>
                        <a:pt x="11450" y="7994"/>
                      </a:cubicBezTo>
                      <a:cubicBezTo>
                        <a:pt x="11421" y="9001"/>
                        <a:pt x="11421" y="9001"/>
                        <a:pt x="11253" y="9236"/>
                      </a:cubicBezTo>
                      <a:cubicBezTo>
                        <a:pt x="11046" y="9421"/>
                        <a:pt x="10766" y="9427"/>
                        <a:pt x="10502" y="9423"/>
                      </a:cubicBezTo>
                      <a:cubicBezTo>
                        <a:pt x="10343" y="9410"/>
                        <a:pt x="10273" y="9384"/>
                        <a:pt x="10144" y="9288"/>
                      </a:cubicBezTo>
                      <a:cubicBezTo>
                        <a:pt x="10033" y="9141"/>
                        <a:pt x="10019" y="9027"/>
                        <a:pt x="10018" y="8849"/>
                      </a:cubicBezTo>
                      <a:cubicBezTo>
                        <a:pt x="10017" y="8819"/>
                        <a:pt x="10016" y="8788"/>
                        <a:pt x="10015" y="8757"/>
                      </a:cubicBezTo>
                      <a:cubicBezTo>
                        <a:pt x="10013" y="8659"/>
                        <a:pt x="10013" y="8561"/>
                        <a:pt x="10013" y="8464"/>
                      </a:cubicBezTo>
                      <a:cubicBezTo>
                        <a:pt x="10013" y="8431"/>
                        <a:pt x="10013" y="8397"/>
                        <a:pt x="10013" y="8364"/>
                      </a:cubicBezTo>
                      <a:cubicBezTo>
                        <a:pt x="10013" y="7894"/>
                        <a:pt x="10049" y="7530"/>
                        <a:pt x="10378" y="7169"/>
                      </a:cubicBezTo>
                      <a:cubicBezTo>
                        <a:pt x="10408" y="7141"/>
                        <a:pt x="10438" y="7112"/>
                        <a:pt x="10469" y="7083"/>
                      </a:cubicBezTo>
                      <a:cubicBezTo>
                        <a:pt x="10075" y="7061"/>
                        <a:pt x="9653" y="7105"/>
                        <a:pt x="9341" y="7364"/>
                      </a:cubicBezTo>
                      <a:cubicBezTo>
                        <a:pt x="9114" y="7579"/>
                        <a:pt x="8907" y="7814"/>
                        <a:pt x="8698" y="8047"/>
                      </a:cubicBezTo>
                      <a:cubicBezTo>
                        <a:pt x="8037" y="8783"/>
                        <a:pt x="8037" y="8783"/>
                        <a:pt x="7722" y="8803"/>
                      </a:cubicBezTo>
                      <a:cubicBezTo>
                        <a:pt x="7416" y="8791"/>
                        <a:pt x="7216" y="8673"/>
                        <a:pt x="6928" y="8542"/>
                      </a:cubicBezTo>
                      <a:cubicBezTo>
                        <a:pt x="6928" y="8198"/>
                        <a:pt x="6928" y="7854"/>
                        <a:pt x="6928" y="7500"/>
                      </a:cubicBezTo>
                      <a:cubicBezTo>
                        <a:pt x="6721" y="7500"/>
                        <a:pt x="6515" y="7500"/>
                        <a:pt x="6303" y="7500"/>
                      </a:cubicBezTo>
                      <a:cubicBezTo>
                        <a:pt x="6306" y="7533"/>
                        <a:pt x="6306" y="7533"/>
                        <a:pt x="6324" y="7699"/>
                      </a:cubicBezTo>
                      <a:cubicBezTo>
                        <a:pt x="6364" y="8212"/>
                        <a:pt x="6339" y="8598"/>
                        <a:pt x="6029" y="9023"/>
                      </a:cubicBezTo>
                      <a:cubicBezTo>
                        <a:pt x="6005" y="9059"/>
                        <a:pt x="5980" y="9095"/>
                        <a:pt x="5955" y="9131"/>
                      </a:cubicBezTo>
                      <a:cubicBezTo>
                        <a:pt x="5875" y="9229"/>
                        <a:pt x="5875" y="9229"/>
                        <a:pt x="5678" y="9375"/>
                      </a:cubicBezTo>
                      <a:cubicBezTo>
                        <a:pt x="5471" y="9375"/>
                        <a:pt x="5265" y="9375"/>
                        <a:pt x="5053" y="9375"/>
                      </a:cubicBezTo>
                      <a:cubicBezTo>
                        <a:pt x="4984" y="8206"/>
                        <a:pt x="4915" y="7038"/>
                        <a:pt x="4844" y="5833"/>
                      </a:cubicBezTo>
                      <a:cubicBezTo>
                        <a:pt x="3605" y="6081"/>
                        <a:pt x="3605" y="6081"/>
                        <a:pt x="3151" y="6315"/>
                      </a:cubicBezTo>
                      <a:cubicBezTo>
                        <a:pt x="3125" y="6328"/>
                        <a:pt x="3099" y="6341"/>
                        <a:pt x="3072" y="6354"/>
                      </a:cubicBezTo>
                      <a:cubicBezTo>
                        <a:pt x="2640" y="6571"/>
                        <a:pt x="2395" y="6823"/>
                        <a:pt x="2130" y="7232"/>
                      </a:cubicBezTo>
                      <a:cubicBezTo>
                        <a:pt x="1913" y="7555"/>
                        <a:pt x="1913" y="7555"/>
                        <a:pt x="1699" y="7597"/>
                      </a:cubicBezTo>
                      <a:cubicBezTo>
                        <a:pt x="1551" y="7610"/>
                        <a:pt x="1430" y="7569"/>
                        <a:pt x="1303" y="7500"/>
                      </a:cubicBezTo>
                      <a:cubicBezTo>
                        <a:pt x="937" y="7191"/>
                        <a:pt x="659" y="6767"/>
                        <a:pt x="603" y="6289"/>
                      </a:cubicBezTo>
                      <a:cubicBezTo>
                        <a:pt x="588" y="6058"/>
                        <a:pt x="586" y="5829"/>
                        <a:pt x="586" y="5597"/>
                      </a:cubicBezTo>
                      <a:cubicBezTo>
                        <a:pt x="583" y="5497"/>
                        <a:pt x="580" y="5396"/>
                        <a:pt x="577" y="5296"/>
                      </a:cubicBezTo>
                      <a:cubicBezTo>
                        <a:pt x="569" y="5007"/>
                        <a:pt x="565" y="4718"/>
                        <a:pt x="561" y="4429"/>
                      </a:cubicBezTo>
                      <a:cubicBezTo>
                        <a:pt x="556" y="4035"/>
                        <a:pt x="548" y="3640"/>
                        <a:pt x="537" y="3246"/>
                      </a:cubicBezTo>
                      <a:cubicBezTo>
                        <a:pt x="534" y="3100"/>
                        <a:pt x="533" y="2954"/>
                        <a:pt x="532" y="2808"/>
                      </a:cubicBezTo>
                      <a:cubicBezTo>
                        <a:pt x="520" y="2089"/>
                        <a:pt x="520" y="2089"/>
                        <a:pt x="318" y="1884"/>
                      </a:cubicBezTo>
                      <a:cubicBezTo>
                        <a:pt x="262" y="1836"/>
                        <a:pt x="204" y="1791"/>
                        <a:pt x="146" y="1746"/>
                      </a:cubicBezTo>
                      <a:cubicBezTo>
                        <a:pt x="43" y="1659"/>
                        <a:pt x="20" y="1620"/>
                        <a:pt x="2" y="1489"/>
                      </a:cubicBezTo>
                      <a:cubicBezTo>
                        <a:pt x="0" y="1402"/>
                        <a:pt x="0" y="1402"/>
                        <a:pt x="5" y="1314"/>
                      </a:cubicBezTo>
                      <a:cubicBezTo>
                        <a:pt x="5" y="1283"/>
                        <a:pt x="5" y="1252"/>
                        <a:pt x="5" y="1220"/>
                      </a:cubicBezTo>
                      <a:cubicBezTo>
                        <a:pt x="5" y="1154"/>
                        <a:pt x="7" y="1089"/>
                        <a:pt x="10" y="1024"/>
                      </a:cubicBezTo>
                      <a:cubicBezTo>
                        <a:pt x="14" y="924"/>
                        <a:pt x="14" y="825"/>
                        <a:pt x="14" y="725"/>
                      </a:cubicBezTo>
                      <a:cubicBezTo>
                        <a:pt x="15" y="661"/>
                        <a:pt x="16" y="597"/>
                        <a:pt x="18" y="533"/>
                      </a:cubicBezTo>
                      <a:cubicBezTo>
                        <a:pt x="18" y="504"/>
                        <a:pt x="18" y="474"/>
                        <a:pt x="18" y="444"/>
                      </a:cubicBezTo>
                      <a:cubicBezTo>
                        <a:pt x="30" y="202"/>
                        <a:pt x="70" y="191"/>
                        <a:pt x="261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482" name="ICON_OUT_WAVE_GRAPHIC_path_003"/>
                <p:cNvSpPr/>
                <p:nvPr/>
              </p:nvSpPr>
              <p:spPr>
                <a:xfrm>
                  <a:off x="8794057" y="3444875"/>
                  <a:ext cx="382934" cy="4524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0152" h="35625" fill="norm" stroke="0">
                      <a:moveTo>
                        <a:pt x="55" y="0"/>
                      </a:moveTo>
                      <a:cubicBezTo>
                        <a:pt x="261" y="0"/>
                        <a:pt x="467" y="0"/>
                        <a:pt x="680" y="0"/>
                      </a:cubicBezTo>
                      <a:cubicBezTo>
                        <a:pt x="680" y="1031"/>
                        <a:pt x="680" y="2062"/>
                        <a:pt x="680" y="3125"/>
                      </a:cubicBezTo>
                      <a:cubicBezTo>
                        <a:pt x="886" y="3125"/>
                        <a:pt x="1092" y="3125"/>
                        <a:pt x="1305" y="3125"/>
                      </a:cubicBezTo>
                      <a:cubicBezTo>
                        <a:pt x="1392" y="2995"/>
                        <a:pt x="1408" y="2959"/>
                        <a:pt x="1422" y="2812"/>
                      </a:cubicBezTo>
                      <a:cubicBezTo>
                        <a:pt x="1437" y="2687"/>
                        <a:pt x="1457" y="2619"/>
                        <a:pt x="1513" y="2500"/>
                      </a:cubicBezTo>
                      <a:cubicBezTo>
                        <a:pt x="1650" y="2500"/>
                        <a:pt x="1788" y="2500"/>
                        <a:pt x="1930" y="2500"/>
                      </a:cubicBezTo>
                      <a:cubicBezTo>
                        <a:pt x="1930" y="3325"/>
                        <a:pt x="1930" y="4150"/>
                        <a:pt x="1930" y="5000"/>
                      </a:cubicBezTo>
                      <a:cubicBezTo>
                        <a:pt x="2136" y="5000"/>
                        <a:pt x="2342" y="5000"/>
                        <a:pt x="2555" y="5000"/>
                      </a:cubicBezTo>
                      <a:cubicBezTo>
                        <a:pt x="2547" y="4934"/>
                        <a:pt x="2540" y="4869"/>
                        <a:pt x="2533" y="4801"/>
                      </a:cubicBezTo>
                      <a:cubicBezTo>
                        <a:pt x="2489" y="4227"/>
                        <a:pt x="2543" y="3827"/>
                        <a:pt x="2913" y="3372"/>
                      </a:cubicBezTo>
                      <a:cubicBezTo>
                        <a:pt x="3091" y="3180"/>
                        <a:pt x="3229" y="3064"/>
                        <a:pt x="3492" y="3034"/>
                      </a:cubicBezTo>
                      <a:cubicBezTo>
                        <a:pt x="3826" y="3089"/>
                        <a:pt x="4097" y="3269"/>
                        <a:pt x="4312" y="3528"/>
                      </a:cubicBezTo>
                      <a:cubicBezTo>
                        <a:pt x="4577" y="3936"/>
                        <a:pt x="4470" y="4539"/>
                        <a:pt x="4430" y="5000"/>
                      </a:cubicBezTo>
                      <a:cubicBezTo>
                        <a:pt x="4636" y="5000"/>
                        <a:pt x="4842" y="5000"/>
                        <a:pt x="5055" y="5000"/>
                      </a:cubicBezTo>
                      <a:cubicBezTo>
                        <a:pt x="5173" y="6673"/>
                        <a:pt x="5173" y="6673"/>
                        <a:pt x="4781" y="7188"/>
                      </a:cubicBezTo>
                      <a:cubicBezTo>
                        <a:pt x="4757" y="7221"/>
                        <a:pt x="4732" y="7254"/>
                        <a:pt x="4707" y="7288"/>
                      </a:cubicBezTo>
                      <a:cubicBezTo>
                        <a:pt x="4627" y="7376"/>
                        <a:pt x="4627" y="7376"/>
                        <a:pt x="4430" y="7500"/>
                      </a:cubicBezTo>
                      <a:cubicBezTo>
                        <a:pt x="4223" y="7500"/>
                        <a:pt x="4017" y="7500"/>
                        <a:pt x="3805" y="7500"/>
                      </a:cubicBezTo>
                      <a:cubicBezTo>
                        <a:pt x="3736" y="6950"/>
                        <a:pt x="3667" y="6400"/>
                        <a:pt x="3596" y="5833"/>
                      </a:cubicBezTo>
                      <a:cubicBezTo>
                        <a:pt x="3433" y="5859"/>
                        <a:pt x="3270" y="5885"/>
                        <a:pt x="3101" y="5911"/>
                      </a:cubicBezTo>
                      <a:cubicBezTo>
                        <a:pt x="3051" y="5919"/>
                        <a:pt x="3000" y="5926"/>
                        <a:pt x="2948" y="5933"/>
                      </a:cubicBezTo>
                      <a:cubicBezTo>
                        <a:pt x="2639" y="5989"/>
                        <a:pt x="2429" y="6089"/>
                        <a:pt x="2218" y="6325"/>
                      </a:cubicBezTo>
                      <a:cubicBezTo>
                        <a:pt x="2060" y="6589"/>
                        <a:pt x="2054" y="6886"/>
                        <a:pt x="2034" y="7188"/>
                      </a:cubicBezTo>
                      <a:cubicBezTo>
                        <a:pt x="1985" y="7901"/>
                        <a:pt x="1985" y="7901"/>
                        <a:pt x="1721" y="8137"/>
                      </a:cubicBezTo>
                      <a:cubicBezTo>
                        <a:pt x="1684" y="8169"/>
                        <a:pt x="1647" y="8200"/>
                        <a:pt x="1609" y="8233"/>
                      </a:cubicBezTo>
                      <a:cubicBezTo>
                        <a:pt x="1411" y="8441"/>
                        <a:pt x="1422" y="8733"/>
                        <a:pt x="1395" y="9007"/>
                      </a:cubicBezTo>
                      <a:cubicBezTo>
                        <a:pt x="1389" y="9051"/>
                        <a:pt x="1382" y="9096"/>
                        <a:pt x="1376" y="9141"/>
                      </a:cubicBezTo>
                      <a:cubicBezTo>
                        <a:pt x="1372" y="9181"/>
                        <a:pt x="1368" y="9221"/>
                        <a:pt x="1364" y="9262"/>
                      </a:cubicBezTo>
                      <a:cubicBezTo>
                        <a:pt x="1289" y="9404"/>
                        <a:pt x="1244" y="9400"/>
                        <a:pt x="1096" y="9452"/>
                      </a:cubicBezTo>
                      <a:cubicBezTo>
                        <a:pt x="959" y="9519"/>
                        <a:pt x="900" y="9548"/>
                        <a:pt x="849" y="9694"/>
                      </a:cubicBezTo>
                      <a:cubicBezTo>
                        <a:pt x="834" y="9842"/>
                        <a:pt x="831" y="9988"/>
                        <a:pt x="834" y="10136"/>
                      </a:cubicBezTo>
                      <a:cubicBezTo>
                        <a:pt x="833" y="10193"/>
                        <a:pt x="833" y="10250"/>
                        <a:pt x="832" y="10306"/>
                      </a:cubicBezTo>
                      <a:cubicBezTo>
                        <a:pt x="830" y="10460"/>
                        <a:pt x="831" y="10615"/>
                        <a:pt x="832" y="10769"/>
                      </a:cubicBezTo>
                      <a:cubicBezTo>
                        <a:pt x="833" y="10930"/>
                        <a:pt x="832" y="11092"/>
                        <a:pt x="831" y="11254"/>
                      </a:cubicBezTo>
                      <a:cubicBezTo>
                        <a:pt x="831" y="11525"/>
                        <a:pt x="832" y="11797"/>
                        <a:pt x="834" y="12068"/>
                      </a:cubicBezTo>
                      <a:cubicBezTo>
                        <a:pt x="836" y="12382"/>
                        <a:pt x="835" y="12695"/>
                        <a:pt x="833" y="13008"/>
                      </a:cubicBezTo>
                      <a:cubicBezTo>
                        <a:pt x="831" y="13278"/>
                        <a:pt x="831" y="13547"/>
                        <a:pt x="832" y="13817"/>
                      </a:cubicBezTo>
                      <a:cubicBezTo>
                        <a:pt x="832" y="13977"/>
                        <a:pt x="832" y="14138"/>
                        <a:pt x="831" y="14299"/>
                      </a:cubicBezTo>
                      <a:cubicBezTo>
                        <a:pt x="830" y="14450"/>
                        <a:pt x="831" y="14601"/>
                        <a:pt x="833" y="14753"/>
                      </a:cubicBezTo>
                      <a:cubicBezTo>
                        <a:pt x="834" y="14808"/>
                        <a:pt x="834" y="14863"/>
                        <a:pt x="833" y="14919"/>
                      </a:cubicBezTo>
                      <a:cubicBezTo>
                        <a:pt x="829" y="15158"/>
                        <a:pt x="829" y="15343"/>
                        <a:pt x="983" y="15536"/>
                      </a:cubicBezTo>
                      <a:cubicBezTo>
                        <a:pt x="1056" y="15609"/>
                        <a:pt x="1130" y="15671"/>
                        <a:pt x="1211" y="15736"/>
                      </a:cubicBezTo>
                      <a:cubicBezTo>
                        <a:pt x="1328" y="15858"/>
                        <a:pt x="1336" y="15936"/>
                        <a:pt x="1345" y="16102"/>
                      </a:cubicBezTo>
                      <a:cubicBezTo>
                        <a:pt x="1342" y="16195"/>
                        <a:pt x="1338" y="16288"/>
                        <a:pt x="1331" y="16380"/>
                      </a:cubicBezTo>
                      <a:cubicBezTo>
                        <a:pt x="1329" y="16428"/>
                        <a:pt x="1327" y="16476"/>
                        <a:pt x="1325" y="16525"/>
                      </a:cubicBezTo>
                      <a:cubicBezTo>
                        <a:pt x="1320" y="16642"/>
                        <a:pt x="1312" y="16758"/>
                        <a:pt x="1305" y="16875"/>
                      </a:cubicBezTo>
                      <a:cubicBezTo>
                        <a:pt x="1511" y="16875"/>
                        <a:pt x="1717" y="16875"/>
                        <a:pt x="1930" y="16875"/>
                      </a:cubicBezTo>
                      <a:cubicBezTo>
                        <a:pt x="1930" y="16462"/>
                        <a:pt x="1930" y="16050"/>
                        <a:pt x="1930" y="15625"/>
                      </a:cubicBezTo>
                      <a:cubicBezTo>
                        <a:pt x="2136" y="15625"/>
                        <a:pt x="2342" y="15625"/>
                        <a:pt x="2555" y="15625"/>
                      </a:cubicBezTo>
                      <a:cubicBezTo>
                        <a:pt x="2555" y="16038"/>
                        <a:pt x="2555" y="16450"/>
                        <a:pt x="2555" y="16875"/>
                      </a:cubicBezTo>
                      <a:cubicBezTo>
                        <a:pt x="2761" y="16875"/>
                        <a:pt x="2967" y="16875"/>
                        <a:pt x="3180" y="16875"/>
                      </a:cubicBezTo>
                      <a:cubicBezTo>
                        <a:pt x="3165" y="16807"/>
                        <a:pt x="3151" y="16739"/>
                        <a:pt x="3136" y="16669"/>
                      </a:cubicBezTo>
                      <a:cubicBezTo>
                        <a:pt x="3093" y="16380"/>
                        <a:pt x="3059" y="16107"/>
                        <a:pt x="3180" y="15833"/>
                      </a:cubicBezTo>
                      <a:cubicBezTo>
                        <a:pt x="3403" y="15633"/>
                        <a:pt x="3671" y="15523"/>
                        <a:pt x="3948" y="15414"/>
                      </a:cubicBezTo>
                      <a:cubicBezTo>
                        <a:pt x="3976" y="15403"/>
                        <a:pt x="4004" y="15392"/>
                        <a:pt x="4033" y="15381"/>
                      </a:cubicBezTo>
                      <a:cubicBezTo>
                        <a:pt x="4085" y="15361"/>
                        <a:pt x="4138" y="15342"/>
                        <a:pt x="4192" y="15324"/>
                      </a:cubicBezTo>
                      <a:cubicBezTo>
                        <a:pt x="4467" y="15224"/>
                        <a:pt x="4684" y="15033"/>
                        <a:pt x="4846" y="14792"/>
                      </a:cubicBezTo>
                      <a:cubicBezTo>
                        <a:pt x="4894" y="14610"/>
                        <a:pt x="4900" y="14438"/>
                        <a:pt x="4897" y="14252"/>
                      </a:cubicBezTo>
                      <a:cubicBezTo>
                        <a:pt x="4896" y="14164"/>
                        <a:pt x="4898" y="14076"/>
                        <a:pt x="4901" y="13987"/>
                      </a:cubicBezTo>
                      <a:cubicBezTo>
                        <a:pt x="4908" y="13736"/>
                        <a:pt x="4912" y="13485"/>
                        <a:pt x="4910" y="13233"/>
                      </a:cubicBezTo>
                      <a:cubicBezTo>
                        <a:pt x="4904" y="12378"/>
                        <a:pt x="4904" y="12378"/>
                        <a:pt x="5055" y="12083"/>
                      </a:cubicBezTo>
                      <a:cubicBezTo>
                        <a:pt x="5316" y="11882"/>
                        <a:pt x="5662" y="11846"/>
                        <a:pt x="5984" y="11858"/>
                      </a:cubicBezTo>
                      <a:cubicBezTo>
                        <a:pt x="6096" y="11875"/>
                        <a:pt x="6096" y="11875"/>
                        <a:pt x="6229" y="11949"/>
                      </a:cubicBezTo>
                      <a:cubicBezTo>
                        <a:pt x="6340" y="12147"/>
                        <a:pt x="6353" y="12335"/>
                        <a:pt x="6370" y="12559"/>
                      </a:cubicBezTo>
                      <a:cubicBezTo>
                        <a:pt x="6375" y="12605"/>
                        <a:pt x="6379" y="12651"/>
                        <a:pt x="6384" y="12699"/>
                      </a:cubicBezTo>
                      <a:cubicBezTo>
                        <a:pt x="6397" y="12845"/>
                        <a:pt x="6410" y="12991"/>
                        <a:pt x="6422" y="13138"/>
                      </a:cubicBezTo>
                      <a:cubicBezTo>
                        <a:pt x="6431" y="13238"/>
                        <a:pt x="6440" y="13337"/>
                        <a:pt x="6449" y="13436"/>
                      </a:cubicBezTo>
                      <a:cubicBezTo>
                        <a:pt x="6471" y="13680"/>
                        <a:pt x="6492" y="13923"/>
                        <a:pt x="6513" y="14167"/>
                      </a:cubicBezTo>
                      <a:cubicBezTo>
                        <a:pt x="6534" y="14169"/>
                        <a:pt x="6534" y="14169"/>
                        <a:pt x="6644" y="14183"/>
                      </a:cubicBezTo>
                      <a:cubicBezTo>
                        <a:pt x="6804" y="14202"/>
                        <a:pt x="6964" y="14223"/>
                        <a:pt x="7125" y="14244"/>
                      </a:cubicBezTo>
                      <a:cubicBezTo>
                        <a:pt x="7194" y="14253"/>
                        <a:pt x="7263" y="14262"/>
                        <a:pt x="7332" y="14270"/>
                      </a:cubicBezTo>
                      <a:cubicBezTo>
                        <a:pt x="7433" y="14282"/>
                        <a:pt x="7532" y="14296"/>
                        <a:pt x="7632" y="14309"/>
                      </a:cubicBezTo>
                      <a:cubicBezTo>
                        <a:pt x="7663" y="14312"/>
                        <a:pt x="7694" y="14316"/>
                        <a:pt x="7725" y="14320"/>
                      </a:cubicBezTo>
                      <a:cubicBezTo>
                        <a:pt x="7885" y="14342"/>
                        <a:pt x="7963" y="14369"/>
                        <a:pt x="8095" y="14468"/>
                      </a:cubicBezTo>
                      <a:cubicBezTo>
                        <a:pt x="8194" y="14603"/>
                        <a:pt x="8204" y="14666"/>
                        <a:pt x="8200" y="14831"/>
                      </a:cubicBezTo>
                      <a:cubicBezTo>
                        <a:pt x="8199" y="14878"/>
                        <a:pt x="8199" y="14924"/>
                        <a:pt x="8198" y="14972"/>
                      </a:cubicBezTo>
                      <a:cubicBezTo>
                        <a:pt x="8196" y="15020"/>
                        <a:pt x="8194" y="15068"/>
                        <a:pt x="8192" y="15117"/>
                      </a:cubicBezTo>
                      <a:cubicBezTo>
                        <a:pt x="8192" y="15166"/>
                        <a:pt x="8191" y="15215"/>
                        <a:pt x="8190" y="15265"/>
                      </a:cubicBezTo>
                      <a:cubicBezTo>
                        <a:pt x="8187" y="15385"/>
                        <a:pt x="8184" y="15505"/>
                        <a:pt x="8180" y="15625"/>
                      </a:cubicBezTo>
                      <a:cubicBezTo>
                        <a:pt x="8386" y="15625"/>
                        <a:pt x="8592" y="15625"/>
                        <a:pt x="8805" y="15625"/>
                      </a:cubicBezTo>
                      <a:cubicBezTo>
                        <a:pt x="8805" y="14800"/>
                        <a:pt x="8805" y="13975"/>
                        <a:pt x="8805" y="13125"/>
                      </a:cubicBezTo>
                      <a:cubicBezTo>
                        <a:pt x="9011" y="13125"/>
                        <a:pt x="9217" y="13125"/>
                        <a:pt x="9430" y="13125"/>
                      </a:cubicBezTo>
                      <a:cubicBezTo>
                        <a:pt x="9464" y="13503"/>
                        <a:pt x="9464" y="13503"/>
                        <a:pt x="9638" y="15417"/>
                      </a:cubicBezTo>
                      <a:cubicBezTo>
                        <a:pt x="10354" y="15508"/>
                        <a:pt x="10354" y="15508"/>
                        <a:pt x="10579" y="15535"/>
                      </a:cubicBezTo>
                      <a:cubicBezTo>
                        <a:pt x="10638" y="15543"/>
                        <a:pt x="10698" y="15551"/>
                        <a:pt x="10757" y="15559"/>
                      </a:cubicBezTo>
                      <a:cubicBezTo>
                        <a:pt x="10787" y="15562"/>
                        <a:pt x="10818" y="15566"/>
                        <a:pt x="10849" y="15570"/>
                      </a:cubicBezTo>
                      <a:cubicBezTo>
                        <a:pt x="11009" y="15592"/>
                        <a:pt x="11088" y="15619"/>
                        <a:pt x="11220" y="15718"/>
                      </a:cubicBezTo>
                      <a:cubicBezTo>
                        <a:pt x="11319" y="15853"/>
                        <a:pt x="11329" y="15916"/>
                        <a:pt x="11325" y="16081"/>
                      </a:cubicBezTo>
                      <a:cubicBezTo>
                        <a:pt x="11324" y="16128"/>
                        <a:pt x="11324" y="16174"/>
                        <a:pt x="11323" y="16222"/>
                      </a:cubicBezTo>
                      <a:cubicBezTo>
                        <a:pt x="11321" y="16270"/>
                        <a:pt x="11319" y="16318"/>
                        <a:pt x="11317" y="16367"/>
                      </a:cubicBezTo>
                      <a:cubicBezTo>
                        <a:pt x="11317" y="16416"/>
                        <a:pt x="11316" y="16465"/>
                        <a:pt x="11315" y="16515"/>
                      </a:cubicBezTo>
                      <a:cubicBezTo>
                        <a:pt x="11312" y="16635"/>
                        <a:pt x="11309" y="16755"/>
                        <a:pt x="11305" y="16875"/>
                      </a:cubicBezTo>
                      <a:cubicBezTo>
                        <a:pt x="11511" y="16875"/>
                        <a:pt x="11717" y="16875"/>
                        <a:pt x="11930" y="16875"/>
                      </a:cubicBezTo>
                      <a:cubicBezTo>
                        <a:pt x="11932" y="16900"/>
                        <a:pt x="11932" y="16900"/>
                        <a:pt x="11942" y="17025"/>
                      </a:cubicBezTo>
                      <a:cubicBezTo>
                        <a:pt x="11958" y="17209"/>
                        <a:pt x="11976" y="17392"/>
                        <a:pt x="11996" y="17576"/>
                      </a:cubicBezTo>
                      <a:cubicBezTo>
                        <a:pt x="12004" y="17655"/>
                        <a:pt x="12011" y="17734"/>
                        <a:pt x="12017" y="17814"/>
                      </a:cubicBezTo>
                      <a:cubicBezTo>
                        <a:pt x="12073" y="18478"/>
                        <a:pt x="12073" y="18478"/>
                        <a:pt x="12239" y="18641"/>
                      </a:cubicBezTo>
                      <a:cubicBezTo>
                        <a:pt x="12345" y="18694"/>
                        <a:pt x="12438" y="18729"/>
                        <a:pt x="12555" y="18750"/>
                      </a:cubicBezTo>
                      <a:cubicBezTo>
                        <a:pt x="12554" y="18735"/>
                        <a:pt x="12554" y="18735"/>
                        <a:pt x="12548" y="18661"/>
                      </a:cubicBezTo>
                      <a:cubicBezTo>
                        <a:pt x="12539" y="18526"/>
                        <a:pt x="12534" y="18391"/>
                        <a:pt x="12529" y="18255"/>
                      </a:cubicBezTo>
                      <a:cubicBezTo>
                        <a:pt x="12525" y="18209"/>
                        <a:pt x="12521" y="18163"/>
                        <a:pt x="12518" y="18115"/>
                      </a:cubicBezTo>
                      <a:cubicBezTo>
                        <a:pt x="12507" y="17761"/>
                        <a:pt x="12507" y="17761"/>
                        <a:pt x="12646" y="17607"/>
                      </a:cubicBezTo>
                      <a:cubicBezTo>
                        <a:pt x="12683" y="17575"/>
                        <a:pt x="12720" y="17544"/>
                        <a:pt x="12758" y="17511"/>
                      </a:cubicBezTo>
                      <a:cubicBezTo>
                        <a:pt x="13060" y="17247"/>
                        <a:pt x="13050" y="16941"/>
                        <a:pt x="13075" y="16562"/>
                      </a:cubicBezTo>
                      <a:cubicBezTo>
                        <a:pt x="13084" y="16434"/>
                        <a:pt x="13095" y="16306"/>
                        <a:pt x="13108" y="16178"/>
                      </a:cubicBezTo>
                      <a:cubicBezTo>
                        <a:pt x="13109" y="16150"/>
                        <a:pt x="13110" y="16121"/>
                        <a:pt x="13111" y="16092"/>
                      </a:cubicBezTo>
                      <a:cubicBezTo>
                        <a:pt x="13134" y="15871"/>
                        <a:pt x="13217" y="15795"/>
                        <a:pt x="13387" y="15654"/>
                      </a:cubicBezTo>
                      <a:cubicBezTo>
                        <a:pt x="13699" y="15361"/>
                        <a:pt x="13670" y="15007"/>
                        <a:pt x="13683" y="14601"/>
                      </a:cubicBezTo>
                      <a:cubicBezTo>
                        <a:pt x="13686" y="14522"/>
                        <a:pt x="13690" y="14444"/>
                        <a:pt x="13695" y="14365"/>
                      </a:cubicBezTo>
                      <a:cubicBezTo>
                        <a:pt x="13705" y="14159"/>
                        <a:pt x="13714" y="13952"/>
                        <a:pt x="13721" y="13746"/>
                      </a:cubicBezTo>
                      <a:cubicBezTo>
                        <a:pt x="13730" y="13535"/>
                        <a:pt x="13740" y="13324"/>
                        <a:pt x="13751" y="13114"/>
                      </a:cubicBezTo>
                      <a:cubicBezTo>
                        <a:pt x="13771" y="12701"/>
                        <a:pt x="13789" y="12288"/>
                        <a:pt x="13805" y="11875"/>
                      </a:cubicBezTo>
                      <a:cubicBezTo>
                        <a:pt x="14011" y="11875"/>
                        <a:pt x="14217" y="11875"/>
                        <a:pt x="14430" y="11875"/>
                      </a:cubicBezTo>
                      <a:cubicBezTo>
                        <a:pt x="14432" y="11899"/>
                        <a:pt x="14432" y="11899"/>
                        <a:pt x="14442" y="12021"/>
                      </a:cubicBezTo>
                      <a:cubicBezTo>
                        <a:pt x="14458" y="12202"/>
                        <a:pt x="14476" y="12383"/>
                        <a:pt x="14496" y="12564"/>
                      </a:cubicBezTo>
                      <a:cubicBezTo>
                        <a:pt x="14504" y="12642"/>
                        <a:pt x="14511" y="12720"/>
                        <a:pt x="14517" y="12798"/>
                      </a:cubicBezTo>
                      <a:cubicBezTo>
                        <a:pt x="14580" y="13531"/>
                        <a:pt x="14580" y="13531"/>
                        <a:pt x="14848" y="13758"/>
                      </a:cubicBezTo>
                      <a:cubicBezTo>
                        <a:pt x="14885" y="13789"/>
                        <a:pt x="14922" y="13819"/>
                        <a:pt x="14960" y="13850"/>
                      </a:cubicBezTo>
                      <a:cubicBezTo>
                        <a:pt x="15174" y="14094"/>
                        <a:pt x="15144" y="14474"/>
                        <a:pt x="15165" y="14785"/>
                      </a:cubicBezTo>
                      <a:cubicBezTo>
                        <a:pt x="15208" y="15356"/>
                        <a:pt x="15208" y="15356"/>
                        <a:pt x="15361" y="15525"/>
                      </a:cubicBezTo>
                      <a:cubicBezTo>
                        <a:pt x="15399" y="15555"/>
                        <a:pt x="15437" y="15586"/>
                        <a:pt x="15476" y="15617"/>
                      </a:cubicBezTo>
                      <a:cubicBezTo>
                        <a:pt x="15625" y="15744"/>
                        <a:pt x="15691" y="15829"/>
                        <a:pt x="15714" y="16021"/>
                      </a:cubicBezTo>
                      <a:cubicBezTo>
                        <a:pt x="15726" y="16245"/>
                        <a:pt x="15716" y="16469"/>
                        <a:pt x="15706" y="16693"/>
                      </a:cubicBezTo>
                      <a:cubicBezTo>
                        <a:pt x="15704" y="16771"/>
                        <a:pt x="15702" y="16850"/>
                        <a:pt x="15700" y="16928"/>
                      </a:cubicBezTo>
                      <a:cubicBezTo>
                        <a:pt x="15695" y="17119"/>
                        <a:pt x="15688" y="17309"/>
                        <a:pt x="15680" y="17500"/>
                      </a:cubicBezTo>
                      <a:cubicBezTo>
                        <a:pt x="16227" y="17549"/>
                        <a:pt x="16227" y="17549"/>
                        <a:pt x="16392" y="17445"/>
                      </a:cubicBezTo>
                      <a:cubicBezTo>
                        <a:pt x="16457" y="17358"/>
                        <a:pt x="16498" y="17276"/>
                        <a:pt x="16539" y="17175"/>
                      </a:cubicBezTo>
                      <a:cubicBezTo>
                        <a:pt x="16556" y="17139"/>
                        <a:pt x="16572" y="17103"/>
                        <a:pt x="16589" y="17065"/>
                      </a:cubicBezTo>
                      <a:cubicBezTo>
                        <a:pt x="16729" y="16730"/>
                        <a:pt x="16764" y="16391"/>
                        <a:pt x="16802" y="16033"/>
                      </a:cubicBezTo>
                      <a:cubicBezTo>
                        <a:pt x="16856" y="15530"/>
                        <a:pt x="16910" y="15120"/>
                        <a:pt x="17216" y="14700"/>
                      </a:cubicBezTo>
                      <a:cubicBezTo>
                        <a:pt x="17228" y="14684"/>
                        <a:pt x="17228" y="14684"/>
                        <a:pt x="17288" y="14597"/>
                      </a:cubicBezTo>
                      <a:cubicBezTo>
                        <a:pt x="17364" y="14506"/>
                        <a:pt x="17364" y="14506"/>
                        <a:pt x="17555" y="14375"/>
                      </a:cubicBezTo>
                      <a:cubicBezTo>
                        <a:pt x="17761" y="14375"/>
                        <a:pt x="17967" y="14375"/>
                        <a:pt x="18180" y="14375"/>
                      </a:cubicBezTo>
                      <a:cubicBezTo>
                        <a:pt x="18180" y="14994"/>
                        <a:pt x="18180" y="15613"/>
                        <a:pt x="18180" y="16250"/>
                      </a:cubicBezTo>
                      <a:cubicBezTo>
                        <a:pt x="18386" y="16250"/>
                        <a:pt x="18592" y="16250"/>
                        <a:pt x="18805" y="16250"/>
                      </a:cubicBezTo>
                      <a:cubicBezTo>
                        <a:pt x="18800" y="16180"/>
                        <a:pt x="18795" y="16109"/>
                        <a:pt x="18790" y="16037"/>
                      </a:cubicBezTo>
                      <a:cubicBezTo>
                        <a:pt x="18754" y="15283"/>
                        <a:pt x="18754" y="15283"/>
                        <a:pt x="18890" y="15083"/>
                      </a:cubicBezTo>
                      <a:cubicBezTo>
                        <a:pt x="18965" y="15026"/>
                        <a:pt x="19042" y="14971"/>
                        <a:pt x="19119" y="14916"/>
                      </a:cubicBezTo>
                      <a:cubicBezTo>
                        <a:pt x="19265" y="14782"/>
                        <a:pt x="19255" y="14605"/>
                        <a:pt x="19266" y="14417"/>
                      </a:cubicBezTo>
                      <a:cubicBezTo>
                        <a:pt x="19272" y="14364"/>
                        <a:pt x="19279" y="14311"/>
                        <a:pt x="19286" y="14258"/>
                      </a:cubicBezTo>
                      <a:cubicBezTo>
                        <a:pt x="19289" y="14236"/>
                        <a:pt x="19289" y="14236"/>
                        <a:pt x="19301" y="14129"/>
                      </a:cubicBezTo>
                      <a:cubicBezTo>
                        <a:pt x="19328" y="13984"/>
                        <a:pt x="19354" y="13876"/>
                        <a:pt x="19430" y="13750"/>
                      </a:cubicBezTo>
                      <a:cubicBezTo>
                        <a:pt x="19601" y="13689"/>
                        <a:pt x="19773" y="13701"/>
                        <a:pt x="19953" y="13699"/>
                      </a:cubicBezTo>
                      <a:cubicBezTo>
                        <a:pt x="20147" y="13679"/>
                        <a:pt x="20308" y="13652"/>
                        <a:pt x="20471" y="13542"/>
                      </a:cubicBezTo>
                      <a:cubicBezTo>
                        <a:pt x="20566" y="13346"/>
                        <a:pt x="20577" y="13150"/>
                        <a:pt x="20582" y="12936"/>
                      </a:cubicBezTo>
                      <a:cubicBezTo>
                        <a:pt x="20583" y="12907"/>
                        <a:pt x="20584" y="12877"/>
                        <a:pt x="20584" y="12847"/>
                      </a:cubicBezTo>
                      <a:cubicBezTo>
                        <a:pt x="20588" y="12627"/>
                        <a:pt x="20583" y="12407"/>
                        <a:pt x="20575" y="12188"/>
                      </a:cubicBezTo>
                      <a:cubicBezTo>
                        <a:pt x="20567" y="11938"/>
                        <a:pt x="20562" y="11689"/>
                        <a:pt x="20569" y="11439"/>
                      </a:cubicBezTo>
                      <a:cubicBezTo>
                        <a:pt x="20570" y="11410"/>
                        <a:pt x="20570" y="11380"/>
                        <a:pt x="20571" y="11350"/>
                      </a:cubicBezTo>
                      <a:cubicBezTo>
                        <a:pt x="20579" y="11166"/>
                        <a:pt x="20600" y="11003"/>
                        <a:pt x="20680" y="10833"/>
                      </a:cubicBezTo>
                      <a:cubicBezTo>
                        <a:pt x="20941" y="10626"/>
                        <a:pt x="21280" y="10608"/>
                        <a:pt x="21604" y="10599"/>
                      </a:cubicBezTo>
                      <a:cubicBezTo>
                        <a:pt x="21768" y="10635"/>
                        <a:pt x="21829" y="10701"/>
                        <a:pt x="21930" y="10833"/>
                      </a:cubicBezTo>
                      <a:cubicBezTo>
                        <a:pt x="21959" y="10960"/>
                        <a:pt x="21959" y="10960"/>
                        <a:pt x="21963" y="11102"/>
                      </a:cubicBezTo>
                      <a:cubicBezTo>
                        <a:pt x="21964" y="11115"/>
                        <a:pt x="21964" y="11115"/>
                        <a:pt x="21966" y="11181"/>
                      </a:cubicBezTo>
                      <a:cubicBezTo>
                        <a:pt x="21969" y="11267"/>
                        <a:pt x="21971" y="11353"/>
                        <a:pt x="21972" y="11439"/>
                      </a:cubicBezTo>
                      <a:cubicBezTo>
                        <a:pt x="21973" y="11499"/>
                        <a:pt x="21974" y="11559"/>
                        <a:pt x="21975" y="11619"/>
                      </a:cubicBezTo>
                      <a:cubicBezTo>
                        <a:pt x="21978" y="11744"/>
                        <a:pt x="21979" y="11869"/>
                        <a:pt x="21980" y="11995"/>
                      </a:cubicBezTo>
                      <a:cubicBezTo>
                        <a:pt x="21981" y="12155"/>
                        <a:pt x="21986" y="12315"/>
                        <a:pt x="21992" y="12476"/>
                      </a:cubicBezTo>
                      <a:cubicBezTo>
                        <a:pt x="21996" y="12600"/>
                        <a:pt x="21997" y="12723"/>
                        <a:pt x="21997" y="12847"/>
                      </a:cubicBezTo>
                      <a:cubicBezTo>
                        <a:pt x="21998" y="12906"/>
                        <a:pt x="21999" y="12965"/>
                        <a:pt x="22002" y="13024"/>
                      </a:cubicBezTo>
                      <a:cubicBezTo>
                        <a:pt x="22010" y="13210"/>
                        <a:pt x="22010" y="13371"/>
                        <a:pt x="21930" y="13542"/>
                      </a:cubicBezTo>
                      <a:cubicBezTo>
                        <a:pt x="21806" y="13620"/>
                        <a:pt x="21670" y="13654"/>
                        <a:pt x="21527" y="13678"/>
                      </a:cubicBezTo>
                      <a:cubicBezTo>
                        <a:pt x="21443" y="13694"/>
                        <a:pt x="21443" y="13694"/>
                        <a:pt x="21305" y="13750"/>
                      </a:cubicBezTo>
                      <a:cubicBezTo>
                        <a:pt x="21245" y="13906"/>
                        <a:pt x="21255" y="14083"/>
                        <a:pt x="21283" y="14246"/>
                      </a:cubicBezTo>
                      <a:cubicBezTo>
                        <a:pt x="21290" y="14288"/>
                        <a:pt x="21297" y="14331"/>
                        <a:pt x="21305" y="14375"/>
                      </a:cubicBezTo>
                      <a:cubicBezTo>
                        <a:pt x="21335" y="14372"/>
                        <a:pt x="21365" y="14369"/>
                        <a:pt x="21397" y="14365"/>
                      </a:cubicBezTo>
                      <a:cubicBezTo>
                        <a:pt x="22074" y="14301"/>
                        <a:pt x="22074" y="14301"/>
                        <a:pt x="22346" y="14375"/>
                      </a:cubicBezTo>
                      <a:cubicBezTo>
                        <a:pt x="22457" y="14488"/>
                        <a:pt x="22467" y="14624"/>
                        <a:pt x="22489" y="14775"/>
                      </a:cubicBezTo>
                      <a:cubicBezTo>
                        <a:pt x="22504" y="14858"/>
                        <a:pt x="22504" y="14858"/>
                        <a:pt x="22555" y="15000"/>
                      </a:cubicBezTo>
                      <a:cubicBezTo>
                        <a:pt x="22725" y="15076"/>
                        <a:pt x="22854" y="15090"/>
                        <a:pt x="23037" y="15063"/>
                      </a:cubicBezTo>
                      <a:cubicBezTo>
                        <a:pt x="23180" y="15000"/>
                        <a:pt x="23180" y="15000"/>
                        <a:pt x="23237" y="14866"/>
                      </a:cubicBezTo>
                      <a:cubicBezTo>
                        <a:pt x="23250" y="14811"/>
                        <a:pt x="23261" y="14756"/>
                        <a:pt x="23271" y="14700"/>
                      </a:cubicBezTo>
                      <a:cubicBezTo>
                        <a:pt x="23293" y="14579"/>
                        <a:pt x="23314" y="14476"/>
                        <a:pt x="23388" y="14375"/>
                      </a:cubicBezTo>
                      <a:cubicBezTo>
                        <a:pt x="23523" y="14323"/>
                        <a:pt x="23661" y="14312"/>
                        <a:pt x="23805" y="14297"/>
                      </a:cubicBezTo>
                      <a:cubicBezTo>
                        <a:pt x="23961" y="14277"/>
                        <a:pt x="24089" y="14256"/>
                        <a:pt x="24221" y="14167"/>
                      </a:cubicBezTo>
                      <a:cubicBezTo>
                        <a:pt x="24390" y="13854"/>
                        <a:pt x="24404" y="13473"/>
                        <a:pt x="24430" y="13125"/>
                      </a:cubicBezTo>
                      <a:cubicBezTo>
                        <a:pt x="24636" y="13125"/>
                        <a:pt x="24842" y="13125"/>
                        <a:pt x="25055" y="13125"/>
                      </a:cubicBezTo>
                      <a:cubicBezTo>
                        <a:pt x="25055" y="13538"/>
                        <a:pt x="25055" y="13950"/>
                        <a:pt x="25055" y="14375"/>
                      </a:cubicBezTo>
                      <a:cubicBezTo>
                        <a:pt x="25261" y="14375"/>
                        <a:pt x="25467" y="14375"/>
                        <a:pt x="25680" y="14375"/>
                      </a:cubicBezTo>
                      <a:cubicBezTo>
                        <a:pt x="25680" y="13206"/>
                        <a:pt x="25680" y="12038"/>
                        <a:pt x="25680" y="10833"/>
                      </a:cubicBezTo>
                      <a:cubicBezTo>
                        <a:pt x="26023" y="10765"/>
                        <a:pt x="26367" y="10696"/>
                        <a:pt x="26721" y="10625"/>
                      </a:cubicBezTo>
                      <a:cubicBezTo>
                        <a:pt x="26930" y="10833"/>
                        <a:pt x="26930" y="10833"/>
                        <a:pt x="26955" y="10953"/>
                      </a:cubicBezTo>
                      <a:cubicBezTo>
                        <a:pt x="26955" y="10998"/>
                        <a:pt x="26955" y="11042"/>
                        <a:pt x="26955" y="11088"/>
                      </a:cubicBezTo>
                      <a:cubicBezTo>
                        <a:pt x="26955" y="11113"/>
                        <a:pt x="26955" y="11113"/>
                        <a:pt x="26955" y="11243"/>
                      </a:cubicBezTo>
                      <a:cubicBezTo>
                        <a:pt x="26955" y="11299"/>
                        <a:pt x="26954" y="11355"/>
                        <a:pt x="26953" y="11412"/>
                      </a:cubicBezTo>
                      <a:cubicBezTo>
                        <a:pt x="26953" y="11471"/>
                        <a:pt x="26953" y="11531"/>
                        <a:pt x="26953" y="11590"/>
                      </a:cubicBezTo>
                      <a:cubicBezTo>
                        <a:pt x="26953" y="11752"/>
                        <a:pt x="26952" y="11913"/>
                        <a:pt x="26951" y="12074"/>
                      </a:cubicBezTo>
                      <a:cubicBezTo>
                        <a:pt x="26949" y="12243"/>
                        <a:pt x="26949" y="12412"/>
                        <a:pt x="26949" y="12581"/>
                      </a:cubicBezTo>
                      <a:cubicBezTo>
                        <a:pt x="26948" y="12900"/>
                        <a:pt x="26947" y="13220"/>
                        <a:pt x="26945" y="13539"/>
                      </a:cubicBezTo>
                      <a:cubicBezTo>
                        <a:pt x="26942" y="13903"/>
                        <a:pt x="26941" y="14267"/>
                        <a:pt x="26940" y="14630"/>
                      </a:cubicBezTo>
                      <a:cubicBezTo>
                        <a:pt x="26938" y="15379"/>
                        <a:pt x="26934" y="16127"/>
                        <a:pt x="26930" y="16875"/>
                      </a:cubicBezTo>
                      <a:cubicBezTo>
                        <a:pt x="27136" y="16875"/>
                        <a:pt x="27342" y="16875"/>
                        <a:pt x="27555" y="16875"/>
                      </a:cubicBezTo>
                      <a:cubicBezTo>
                        <a:pt x="27553" y="16833"/>
                        <a:pt x="27553" y="16833"/>
                        <a:pt x="27545" y="16620"/>
                      </a:cubicBezTo>
                      <a:cubicBezTo>
                        <a:pt x="27534" y="16340"/>
                        <a:pt x="27527" y="16059"/>
                        <a:pt x="27522" y="15777"/>
                      </a:cubicBezTo>
                      <a:cubicBezTo>
                        <a:pt x="27519" y="15607"/>
                        <a:pt x="27515" y="15437"/>
                        <a:pt x="27507" y="15267"/>
                      </a:cubicBezTo>
                      <a:cubicBezTo>
                        <a:pt x="27475" y="14483"/>
                        <a:pt x="27453" y="13875"/>
                        <a:pt x="28014" y="13264"/>
                      </a:cubicBezTo>
                      <a:cubicBezTo>
                        <a:pt x="28158" y="13132"/>
                        <a:pt x="28293" y="13036"/>
                        <a:pt x="28492" y="13021"/>
                      </a:cubicBezTo>
                      <a:cubicBezTo>
                        <a:pt x="28765" y="13046"/>
                        <a:pt x="28958" y="13223"/>
                        <a:pt x="29129" y="13423"/>
                      </a:cubicBezTo>
                      <a:cubicBezTo>
                        <a:pt x="29650" y="14079"/>
                        <a:pt x="29534" y="15035"/>
                        <a:pt x="29545" y="15826"/>
                      </a:cubicBezTo>
                      <a:cubicBezTo>
                        <a:pt x="29550" y="16188"/>
                        <a:pt x="29558" y="16550"/>
                        <a:pt x="29570" y="16911"/>
                      </a:cubicBezTo>
                      <a:cubicBezTo>
                        <a:pt x="29574" y="17037"/>
                        <a:pt x="29574" y="17162"/>
                        <a:pt x="29575" y="17287"/>
                      </a:cubicBezTo>
                      <a:cubicBezTo>
                        <a:pt x="29586" y="17850"/>
                        <a:pt x="29586" y="17850"/>
                        <a:pt x="29733" y="18040"/>
                      </a:cubicBezTo>
                      <a:cubicBezTo>
                        <a:pt x="29809" y="18104"/>
                        <a:pt x="29885" y="18167"/>
                        <a:pt x="29961" y="18229"/>
                      </a:cubicBezTo>
                      <a:cubicBezTo>
                        <a:pt x="30152" y="18442"/>
                        <a:pt x="30105" y="18742"/>
                        <a:pt x="30095" y="19012"/>
                      </a:cubicBezTo>
                      <a:cubicBezTo>
                        <a:pt x="30095" y="19077"/>
                        <a:pt x="30094" y="19142"/>
                        <a:pt x="30094" y="19206"/>
                      </a:cubicBezTo>
                      <a:cubicBezTo>
                        <a:pt x="30092" y="19376"/>
                        <a:pt x="30088" y="19545"/>
                        <a:pt x="30083" y="19714"/>
                      </a:cubicBezTo>
                      <a:cubicBezTo>
                        <a:pt x="30079" y="19887"/>
                        <a:pt x="30077" y="20060"/>
                        <a:pt x="30075" y="20234"/>
                      </a:cubicBezTo>
                      <a:cubicBezTo>
                        <a:pt x="30070" y="20572"/>
                        <a:pt x="30063" y="20911"/>
                        <a:pt x="30055" y="21250"/>
                      </a:cubicBezTo>
                      <a:cubicBezTo>
                        <a:pt x="29848" y="21250"/>
                        <a:pt x="29642" y="21250"/>
                        <a:pt x="29430" y="21250"/>
                      </a:cubicBezTo>
                      <a:cubicBezTo>
                        <a:pt x="29425" y="21183"/>
                        <a:pt x="29421" y="21116"/>
                        <a:pt x="29417" y="21046"/>
                      </a:cubicBezTo>
                      <a:cubicBezTo>
                        <a:pt x="29403" y="20822"/>
                        <a:pt x="29387" y="20599"/>
                        <a:pt x="29370" y="20375"/>
                      </a:cubicBezTo>
                      <a:cubicBezTo>
                        <a:pt x="29359" y="20240"/>
                        <a:pt x="29350" y="20104"/>
                        <a:pt x="29342" y="19969"/>
                      </a:cubicBezTo>
                      <a:cubicBezTo>
                        <a:pt x="29332" y="19812"/>
                        <a:pt x="29320" y="19656"/>
                        <a:pt x="29308" y="19500"/>
                      </a:cubicBezTo>
                      <a:cubicBezTo>
                        <a:pt x="29306" y="19476"/>
                        <a:pt x="29306" y="19476"/>
                        <a:pt x="29300" y="19355"/>
                      </a:cubicBezTo>
                      <a:cubicBezTo>
                        <a:pt x="29275" y="19079"/>
                        <a:pt x="29216" y="18920"/>
                        <a:pt x="29010" y="18733"/>
                      </a:cubicBezTo>
                      <a:cubicBezTo>
                        <a:pt x="28973" y="18702"/>
                        <a:pt x="28935" y="18672"/>
                        <a:pt x="28897" y="18640"/>
                      </a:cubicBezTo>
                      <a:cubicBezTo>
                        <a:pt x="28752" y="18486"/>
                        <a:pt x="28762" y="18338"/>
                        <a:pt x="28768" y="18135"/>
                      </a:cubicBezTo>
                      <a:cubicBezTo>
                        <a:pt x="28771" y="18089"/>
                        <a:pt x="28775" y="18042"/>
                        <a:pt x="28779" y="17995"/>
                      </a:cubicBezTo>
                      <a:cubicBezTo>
                        <a:pt x="28780" y="17947"/>
                        <a:pt x="28782" y="17899"/>
                        <a:pt x="28784" y="17850"/>
                      </a:cubicBezTo>
                      <a:cubicBezTo>
                        <a:pt x="28789" y="17733"/>
                        <a:pt x="28796" y="17617"/>
                        <a:pt x="28805" y="17500"/>
                      </a:cubicBezTo>
                      <a:cubicBezTo>
                        <a:pt x="28591" y="17449"/>
                        <a:pt x="28389" y="17416"/>
                        <a:pt x="28180" y="17500"/>
                      </a:cubicBezTo>
                      <a:cubicBezTo>
                        <a:pt x="28077" y="17601"/>
                        <a:pt x="28020" y="17716"/>
                        <a:pt x="27958" y="17845"/>
                      </a:cubicBezTo>
                      <a:cubicBezTo>
                        <a:pt x="27940" y="17882"/>
                        <a:pt x="27923" y="17918"/>
                        <a:pt x="27904" y="17956"/>
                      </a:cubicBezTo>
                      <a:cubicBezTo>
                        <a:pt x="27694" y="18433"/>
                        <a:pt x="27669" y="18939"/>
                        <a:pt x="27638" y="19453"/>
                      </a:cubicBezTo>
                      <a:cubicBezTo>
                        <a:pt x="27629" y="19586"/>
                        <a:pt x="27619" y="19718"/>
                        <a:pt x="27608" y="19851"/>
                      </a:cubicBezTo>
                      <a:cubicBezTo>
                        <a:pt x="27589" y="20109"/>
                        <a:pt x="27571" y="20367"/>
                        <a:pt x="27555" y="20625"/>
                      </a:cubicBezTo>
                      <a:cubicBezTo>
                        <a:pt x="27126" y="20697"/>
                        <a:pt x="27126" y="20697"/>
                        <a:pt x="26930" y="20625"/>
                      </a:cubicBezTo>
                      <a:cubicBezTo>
                        <a:pt x="26789" y="20441"/>
                        <a:pt x="26747" y="20236"/>
                        <a:pt x="26695" y="20013"/>
                      </a:cubicBezTo>
                      <a:cubicBezTo>
                        <a:pt x="26673" y="19926"/>
                        <a:pt x="26649" y="19839"/>
                        <a:pt x="26625" y="19752"/>
                      </a:cubicBezTo>
                      <a:cubicBezTo>
                        <a:pt x="26610" y="19698"/>
                        <a:pt x="26597" y="19644"/>
                        <a:pt x="26584" y="19589"/>
                      </a:cubicBezTo>
                      <a:cubicBezTo>
                        <a:pt x="26547" y="19444"/>
                        <a:pt x="26512" y="19375"/>
                        <a:pt x="26404" y="19268"/>
                      </a:cubicBezTo>
                      <a:cubicBezTo>
                        <a:pt x="26305" y="19167"/>
                        <a:pt x="26305" y="19167"/>
                        <a:pt x="26281" y="19047"/>
                      </a:cubicBezTo>
                      <a:cubicBezTo>
                        <a:pt x="26281" y="19026"/>
                        <a:pt x="26281" y="19026"/>
                        <a:pt x="26284" y="18919"/>
                      </a:cubicBezTo>
                      <a:cubicBezTo>
                        <a:pt x="26285" y="18895"/>
                        <a:pt x="26285" y="18895"/>
                        <a:pt x="26286" y="18778"/>
                      </a:cubicBezTo>
                      <a:cubicBezTo>
                        <a:pt x="26288" y="18730"/>
                        <a:pt x="26290" y="18682"/>
                        <a:pt x="26292" y="18633"/>
                      </a:cubicBezTo>
                      <a:cubicBezTo>
                        <a:pt x="26293" y="18584"/>
                        <a:pt x="26294" y="18535"/>
                        <a:pt x="26294" y="18485"/>
                      </a:cubicBezTo>
                      <a:cubicBezTo>
                        <a:pt x="26297" y="18365"/>
                        <a:pt x="26300" y="18245"/>
                        <a:pt x="26305" y="18125"/>
                      </a:cubicBezTo>
                      <a:cubicBezTo>
                        <a:pt x="26274" y="18126"/>
                        <a:pt x="26244" y="18127"/>
                        <a:pt x="26212" y="18128"/>
                      </a:cubicBezTo>
                      <a:cubicBezTo>
                        <a:pt x="26074" y="18133"/>
                        <a:pt x="25935" y="18135"/>
                        <a:pt x="25797" y="18138"/>
                      </a:cubicBezTo>
                      <a:cubicBezTo>
                        <a:pt x="25749" y="18140"/>
                        <a:pt x="25701" y="18141"/>
                        <a:pt x="25651" y="18143"/>
                      </a:cubicBezTo>
                      <a:cubicBezTo>
                        <a:pt x="25605" y="18144"/>
                        <a:pt x="25559" y="18145"/>
                        <a:pt x="25511" y="18145"/>
                      </a:cubicBezTo>
                      <a:cubicBezTo>
                        <a:pt x="25469" y="18146"/>
                        <a:pt x="25426" y="18147"/>
                        <a:pt x="25382" y="18149"/>
                      </a:cubicBezTo>
                      <a:cubicBezTo>
                        <a:pt x="25211" y="18115"/>
                        <a:pt x="25155" y="18058"/>
                        <a:pt x="25055" y="17917"/>
                      </a:cubicBezTo>
                      <a:cubicBezTo>
                        <a:pt x="25027" y="17788"/>
                        <a:pt x="25030" y="17663"/>
                        <a:pt x="25034" y="17532"/>
                      </a:cubicBezTo>
                      <a:cubicBezTo>
                        <a:pt x="25035" y="17495"/>
                        <a:pt x="25035" y="17458"/>
                        <a:pt x="25035" y="17421"/>
                      </a:cubicBezTo>
                      <a:cubicBezTo>
                        <a:pt x="25036" y="17304"/>
                        <a:pt x="25039" y="17187"/>
                        <a:pt x="25042" y="17070"/>
                      </a:cubicBezTo>
                      <a:cubicBezTo>
                        <a:pt x="25043" y="16991"/>
                        <a:pt x="25044" y="16912"/>
                        <a:pt x="25044" y="16832"/>
                      </a:cubicBezTo>
                      <a:cubicBezTo>
                        <a:pt x="25047" y="16638"/>
                        <a:pt x="25050" y="16444"/>
                        <a:pt x="25055" y="16250"/>
                      </a:cubicBezTo>
                      <a:cubicBezTo>
                        <a:pt x="24841" y="16227"/>
                        <a:pt x="24643" y="16216"/>
                        <a:pt x="24430" y="16250"/>
                      </a:cubicBezTo>
                      <a:cubicBezTo>
                        <a:pt x="24298" y="16358"/>
                        <a:pt x="24252" y="16483"/>
                        <a:pt x="24195" y="16641"/>
                      </a:cubicBezTo>
                      <a:cubicBezTo>
                        <a:pt x="24164" y="16714"/>
                        <a:pt x="24133" y="16787"/>
                        <a:pt x="24102" y="16860"/>
                      </a:cubicBezTo>
                      <a:cubicBezTo>
                        <a:pt x="24088" y="16897"/>
                        <a:pt x="24074" y="16933"/>
                        <a:pt x="24059" y="16971"/>
                      </a:cubicBezTo>
                      <a:cubicBezTo>
                        <a:pt x="23985" y="17152"/>
                        <a:pt x="23895" y="17326"/>
                        <a:pt x="23805" y="17500"/>
                      </a:cubicBezTo>
                      <a:cubicBezTo>
                        <a:pt x="23388" y="17292"/>
                        <a:pt x="22971" y="17083"/>
                        <a:pt x="22555" y="16875"/>
                      </a:cubicBezTo>
                      <a:cubicBezTo>
                        <a:pt x="22558" y="16921"/>
                        <a:pt x="22561" y="16967"/>
                        <a:pt x="22565" y="17015"/>
                      </a:cubicBezTo>
                      <a:cubicBezTo>
                        <a:pt x="22665" y="18559"/>
                        <a:pt x="22665" y="18559"/>
                        <a:pt x="22281" y="19062"/>
                      </a:cubicBezTo>
                      <a:cubicBezTo>
                        <a:pt x="22257" y="19096"/>
                        <a:pt x="22232" y="19129"/>
                        <a:pt x="22207" y="19163"/>
                      </a:cubicBezTo>
                      <a:cubicBezTo>
                        <a:pt x="22075" y="19310"/>
                        <a:pt x="21965" y="19379"/>
                        <a:pt x="21768" y="19394"/>
                      </a:cubicBezTo>
                      <a:cubicBezTo>
                        <a:pt x="21612" y="19397"/>
                        <a:pt x="21460" y="19389"/>
                        <a:pt x="21305" y="19375"/>
                      </a:cubicBezTo>
                      <a:cubicBezTo>
                        <a:pt x="21303" y="19350"/>
                        <a:pt x="21303" y="19350"/>
                        <a:pt x="21292" y="19225"/>
                      </a:cubicBezTo>
                      <a:cubicBezTo>
                        <a:pt x="21276" y="19041"/>
                        <a:pt x="21258" y="18858"/>
                        <a:pt x="21239" y="18674"/>
                      </a:cubicBezTo>
                      <a:cubicBezTo>
                        <a:pt x="21230" y="18595"/>
                        <a:pt x="21223" y="18516"/>
                        <a:pt x="21217" y="18436"/>
                      </a:cubicBezTo>
                      <a:cubicBezTo>
                        <a:pt x="21172" y="17899"/>
                        <a:pt x="21172" y="17899"/>
                        <a:pt x="21096" y="17708"/>
                      </a:cubicBezTo>
                      <a:cubicBezTo>
                        <a:pt x="20991" y="17620"/>
                        <a:pt x="20906" y="17590"/>
                        <a:pt x="20776" y="17550"/>
                      </a:cubicBezTo>
                      <a:cubicBezTo>
                        <a:pt x="20680" y="17500"/>
                        <a:pt x="20680" y="17500"/>
                        <a:pt x="20626" y="17389"/>
                      </a:cubicBezTo>
                      <a:cubicBezTo>
                        <a:pt x="20592" y="17248"/>
                        <a:pt x="20569" y="17110"/>
                        <a:pt x="20549" y="16966"/>
                      </a:cubicBezTo>
                      <a:cubicBezTo>
                        <a:pt x="20541" y="16918"/>
                        <a:pt x="20533" y="16869"/>
                        <a:pt x="20525" y="16819"/>
                      </a:cubicBezTo>
                      <a:cubicBezTo>
                        <a:pt x="20505" y="16699"/>
                        <a:pt x="20488" y="16579"/>
                        <a:pt x="20471" y="16458"/>
                      </a:cubicBezTo>
                      <a:cubicBezTo>
                        <a:pt x="20196" y="16458"/>
                        <a:pt x="19921" y="16458"/>
                        <a:pt x="19638" y="16458"/>
                      </a:cubicBezTo>
                      <a:cubicBezTo>
                        <a:pt x="19632" y="16526"/>
                        <a:pt x="19627" y="16594"/>
                        <a:pt x="19622" y="16664"/>
                      </a:cubicBezTo>
                      <a:cubicBezTo>
                        <a:pt x="19572" y="17099"/>
                        <a:pt x="19517" y="17482"/>
                        <a:pt x="19170" y="17776"/>
                      </a:cubicBezTo>
                      <a:cubicBezTo>
                        <a:pt x="18786" y="18054"/>
                        <a:pt x="18369" y="18242"/>
                        <a:pt x="17919" y="18389"/>
                      </a:cubicBezTo>
                      <a:cubicBezTo>
                        <a:pt x="17599" y="18498"/>
                        <a:pt x="17317" y="18663"/>
                        <a:pt x="17138" y="18958"/>
                      </a:cubicBezTo>
                      <a:cubicBezTo>
                        <a:pt x="17059" y="19175"/>
                        <a:pt x="17060" y="19409"/>
                        <a:pt x="17052" y="19637"/>
                      </a:cubicBezTo>
                      <a:cubicBezTo>
                        <a:pt x="17048" y="19702"/>
                        <a:pt x="17044" y="19767"/>
                        <a:pt x="17039" y="19831"/>
                      </a:cubicBezTo>
                      <a:cubicBezTo>
                        <a:pt x="17029" y="20001"/>
                        <a:pt x="17020" y="20170"/>
                        <a:pt x="17013" y="20339"/>
                      </a:cubicBezTo>
                      <a:cubicBezTo>
                        <a:pt x="17004" y="20512"/>
                        <a:pt x="16994" y="20685"/>
                        <a:pt x="16983" y="20859"/>
                      </a:cubicBezTo>
                      <a:cubicBezTo>
                        <a:pt x="16963" y="21197"/>
                        <a:pt x="16946" y="21536"/>
                        <a:pt x="16930" y="21875"/>
                      </a:cubicBezTo>
                      <a:cubicBezTo>
                        <a:pt x="16828" y="21882"/>
                        <a:pt x="16727" y="21887"/>
                        <a:pt x="16626" y="21892"/>
                      </a:cubicBezTo>
                      <a:cubicBezTo>
                        <a:pt x="16597" y="21894"/>
                        <a:pt x="16569" y="21896"/>
                        <a:pt x="16540" y="21898"/>
                      </a:cubicBezTo>
                      <a:cubicBezTo>
                        <a:pt x="16455" y="21901"/>
                        <a:pt x="16455" y="21901"/>
                        <a:pt x="16305" y="21875"/>
                      </a:cubicBezTo>
                      <a:cubicBezTo>
                        <a:pt x="16206" y="21739"/>
                        <a:pt x="16148" y="21604"/>
                        <a:pt x="16112" y="21441"/>
                      </a:cubicBezTo>
                      <a:cubicBezTo>
                        <a:pt x="16108" y="21426"/>
                        <a:pt x="16108" y="21426"/>
                        <a:pt x="16091" y="21352"/>
                      </a:cubicBezTo>
                      <a:cubicBezTo>
                        <a:pt x="16084" y="21323"/>
                        <a:pt x="16077" y="21293"/>
                        <a:pt x="16070" y="21263"/>
                      </a:cubicBezTo>
                      <a:cubicBezTo>
                        <a:pt x="16048" y="21176"/>
                        <a:pt x="16024" y="21089"/>
                        <a:pt x="16000" y="21002"/>
                      </a:cubicBezTo>
                      <a:cubicBezTo>
                        <a:pt x="15985" y="20948"/>
                        <a:pt x="15972" y="20894"/>
                        <a:pt x="15959" y="20839"/>
                      </a:cubicBezTo>
                      <a:cubicBezTo>
                        <a:pt x="15923" y="20696"/>
                        <a:pt x="15894" y="20630"/>
                        <a:pt x="15781" y="20531"/>
                      </a:cubicBezTo>
                      <a:cubicBezTo>
                        <a:pt x="15626" y="20357"/>
                        <a:pt x="15640" y="20182"/>
                        <a:pt x="15628" y="19955"/>
                      </a:cubicBezTo>
                      <a:cubicBezTo>
                        <a:pt x="15621" y="19863"/>
                        <a:pt x="15615" y="19770"/>
                        <a:pt x="15607" y="19678"/>
                      </a:cubicBezTo>
                      <a:cubicBezTo>
                        <a:pt x="15598" y="19533"/>
                        <a:pt x="15589" y="19388"/>
                        <a:pt x="15580" y="19243"/>
                      </a:cubicBezTo>
                      <a:cubicBezTo>
                        <a:pt x="15529" y="18373"/>
                        <a:pt x="15529" y="18373"/>
                        <a:pt x="15376" y="18201"/>
                      </a:cubicBezTo>
                      <a:cubicBezTo>
                        <a:pt x="15302" y="18139"/>
                        <a:pt x="15228" y="18079"/>
                        <a:pt x="15152" y="18020"/>
                      </a:cubicBezTo>
                      <a:cubicBezTo>
                        <a:pt x="14942" y="17797"/>
                        <a:pt x="14953" y="17454"/>
                        <a:pt x="14924" y="17161"/>
                      </a:cubicBezTo>
                      <a:cubicBezTo>
                        <a:pt x="14916" y="17093"/>
                        <a:pt x="14908" y="17025"/>
                        <a:pt x="14900" y="16956"/>
                      </a:cubicBezTo>
                      <a:cubicBezTo>
                        <a:pt x="14880" y="16790"/>
                        <a:pt x="14863" y="16625"/>
                        <a:pt x="14846" y="16458"/>
                      </a:cubicBezTo>
                      <a:cubicBezTo>
                        <a:pt x="14571" y="16458"/>
                        <a:pt x="14296" y="16458"/>
                        <a:pt x="14013" y="16458"/>
                      </a:cubicBezTo>
                      <a:cubicBezTo>
                        <a:pt x="14009" y="16538"/>
                        <a:pt x="14005" y="16618"/>
                        <a:pt x="14000" y="16700"/>
                      </a:cubicBezTo>
                      <a:cubicBezTo>
                        <a:pt x="13986" y="16966"/>
                        <a:pt x="13970" y="17231"/>
                        <a:pt x="13953" y="17496"/>
                      </a:cubicBezTo>
                      <a:cubicBezTo>
                        <a:pt x="13943" y="17657"/>
                        <a:pt x="13933" y="17817"/>
                        <a:pt x="13925" y="17978"/>
                      </a:cubicBezTo>
                      <a:cubicBezTo>
                        <a:pt x="13917" y="18134"/>
                        <a:pt x="13908" y="18289"/>
                        <a:pt x="13897" y="18444"/>
                      </a:cubicBezTo>
                      <a:cubicBezTo>
                        <a:pt x="13893" y="18503"/>
                        <a:pt x="13890" y="18562"/>
                        <a:pt x="13887" y="18621"/>
                      </a:cubicBezTo>
                      <a:cubicBezTo>
                        <a:pt x="13867" y="19092"/>
                        <a:pt x="13867" y="19092"/>
                        <a:pt x="13709" y="19282"/>
                      </a:cubicBezTo>
                      <a:cubicBezTo>
                        <a:pt x="13634" y="19350"/>
                        <a:pt x="13558" y="19418"/>
                        <a:pt x="13482" y="19484"/>
                      </a:cubicBezTo>
                      <a:cubicBezTo>
                        <a:pt x="13322" y="19654"/>
                        <a:pt x="13326" y="19826"/>
                        <a:pt x="13324" y="20050"/>
                      </a:cubicBezTo>
                      <a:cubicBezTo>
                        <a:pt x="13318" y="20140"/>
                        <a:pt x="13313" y="20230"/>
                        <a:pt x="13308" y="20320"/>
                      </a:cubicBezTo>
                      <a:cubicBezTo>
                        <a:pt x="13302" y="20459"/>
                        <a:pt x="13297" y="20598"/>
                        <a:pt x="13293" y="20737"/>
                      </a:cubicBezTo>
                      <a:cubicBezTo>
                        <a:pt x="13270" y="21413"/>
                        <a:pt x="13151" y="21951"/>
                        <a:pt x="12644" y="22435"/>
                      </a:cubicBezTo>
                      <a:cubicBezTo>
                        <a:pt x="12477" y="22556"/>
                        <a:pt x="12320" y="22565"/>
                        <a:pt x="12120" y="22543"/>
                      </a:cubicBezTo>
                      <a:cubicBezTo>
                        <a:pt x="12056" y="22531"/>
                        <a:pt x="11993" y="22516"/>
                        <a:pt x="11930" y="22500"/>
                      </a:cubicBezTo>
                      <a:cubicBezTo>
                        <a:pt x="11928" y="22476"/>
                        <a:pt x="11928" y="22476"/>
                        <a:pt x="11917" y="22354"/>
                      </a:cubicBezTo>
                      <a:cubicBezTo>
                        <a:pt x="11901" y="22173"/>
                        <a:pt x="11883" y="21992"/>
                        <a:pt x="11864" y="21811"/>
                      </a:cubicBezTo>
                      <a:cubicBezTo>
                        <a:pt x="11856" y="21733"/>
                        <a:pt x="11848" y="21655"/>
                        <a:pt x="11842" y="21577"/>
                      </a:cubicBezTo>
                      <a:cubicBezTo>
                        <a:pt x="11784" y="20904"/>
                        <a:pt x="11784" y="20904"/>
                        <a:pt x="11624" y="20724"/>
                      </a:cubicBezTo>
                      <a:cubicBezTo>
                        <a:pt x="11587" y="20695"/>
                        <a:pt x="11550" y="20667"/>
                        <a:pt x="11511" y="20637"/>
                      </a:cubicBezTo>
                      <a:cubicBezTo>
                        <a:pt x="11303" y="20466"/>
                        <a:pt x="11273" y="20329"/>
                        <a:pt x="11244" y="20064"/>
                      </a:cubicBezTo>
                      <a:cubicBezTo>
                        <a:pt x="11221" y="19782"/>
                        <a:pt x="11207" y="19499"/>
                        <a:pt x="11194" y="19216"/>
                      </a:cubicBezTo>
                      <a:cubicBezTo>
                        <a:pt x="11187" y="19076"/>
                        <a:pt x="11177" y="18935"/>
                        <a:pt x="11168" y="18795"/>
                      </a:cubicBezTo>
                      <a:cubicBezTo>
                        <a:pt x="11167" y="18752"/>
                        <a:pt x="11166" y="18708"/>
                        <a:pt x="11165" y="18664"/>
                      </a:cubicBezTo>
                      <a:cubicBezTo>
                        <a:pt x="11156" y="18542"/>
                        <a:pt x="11156" y="18542"/>
                        <a:pt x="11096" y="18333"/>
                      </a:cubicBezTo>
                      <a:cubicBezTo>
                        <a:pt x="11028" y="18299"/>
                        <a:pt x="11028" y="18299"/>
                        <a:pt x="10680" y="18125"/>
                      </a:cubicBezTo>
                      <a:cubicBezTo>
                        <a:pt x="10680" y="18744"/>
                        <a:pt x="10680" y="19363"/>
                        <a:pt x="10680" y="20000"/>
                      </a:cubicBezTo>
                      <a:cubicBezTo>
                        <a:pt x="10055" y="20000"/>
                        <a:pt x="10055" y="20000"/>
                        <a:pt x="9857" y="19876"/>
                      </a:cubicBezTo>
                      <a:cubicBezTo>
                        <a:pt x="9777" y="19788"/>
                        <a:pt x="9777" y="19788"/>
                        <a:pt x="9703" y="19688"/>
                      </a:cubicBezTo>
                      <a:cubicBezTo>
                        <a:pt x="9676" y="19653"/>
                        <a:pt x="9650" y="19618"/>
                        <a:pt x="9623" y="19582"/>
                      </a:cubicBezTo>
                      <a:cubicBezTo>
                        <a:pt x="9246" y="18990"/>
                        <a:pt x="9382" y="18168"/>
                        <a:pt x="9430" y="17500"/>
                      </a:cubicBezTo>
                      <a:cubicBezTo>
                        <a:pt x="9406" y="17519"/>
                        <a:pt x="9384" y="17538"/>
                        <a:pt x="9360" y="17557"/>
                      </a:cubicBezTo>
                      <a:cubicBezTo>
                        <a:pt x="9254" y="17644"/>
                        <a:pt x="9146" y="17728"/>
                        <a:pt x="9039" y="17812"/>
                      </a:cubicBezTo>
                      <a:cubicBezTo>
                        <a:pt x="9003" y="17842"/>
                        <a:pt x="8966" y="17872"/>
                        <a:pt x="8929" y="17903"/>
                      </a:cubicBezTo>
                      <a:cubicBezTo>
                        <a:pt x="8893" y="17931"/>
                        <a:pt x="8857" y="17959"/>
                        <a:pt x="8819" y="17988"/>
                      </a:cubicBezTo>
                      <a:cubicBezTo>
                        <a:pt x="8803" y="18001"/>
                        <a:pt x="8803" y="18001"/>
                        <a:pt x="8720" y="18068"/>
                      </a:cubicBezTo>
                      <a:cubicBezTo>
                        <a:pt x="8596" y="18125"/>
                        <a:pt x="8596" y="18125"/>
                        <a:pt x="8180" y="18125"/>
                      </a:cubicBezTo>
                      <a:cubicBezTo>
                        <a:pt x="8180" y="17712"/>
                        <a:pt x="8180" y="17300"/>
                        <a:pt x="8180" y="16875"/>
                      </a:cubicBezTo>
                      <a:cubicBezTo>
                        <a:pt x="7973" y="16875"/>
                        <a:pt x="7767" y="16875"/>
                        <a:pt x="7555" y="16875"/>
                      </a:cubicBezTo>
                      <a:cubicBezTo>
                        <a:pt x="7451" y="17009"/>
                        <a:pt x="7436" y="17034"/>
                        <a:pt x="7411" y="17188"/>
                      </a:cubicBezTo>
                      <a:cubicBezTo>
                        <a:pt x="7390" y="17291"/>
                        <a:pt x="7368" y="17394"/>
                        <a:pt x="7346" y="17500"/>
                      </a:cubicBezTo>
                      <a:cubicBezTo>
                        <a:pt x="7002" y="17431"/>
                        <a:pt x="6659" y="17363"/>
                        <a:pt x="6305" y="17292"/>
                      </a:cubicBezTo>
                      <a:cubicBezTo>
                        <a:pt x="6305" y="16535"/>
                        <a:pt x="6305" y="15779"/>
                        <a:pt x="6305" y="15000"/>
                      </a:cubicBezTo>
                      <a:cubicBezTo>
                        <a:pt x="6098" y="15000"/>
                        <a:pt x="5892" y="15000"/>
                        <a:pt x="5680" y="15000"/>
                      </a:cubicBezTo>
                      <a:cubicBezTo>
                        <a:pt x="5683" y="15065"/>
                        <a:pt x="5686" y="15130"/>
                        <a:pt x="5690" y="15197"/>
                      </a:cubicBezTo>
                      <a:cubicBezTo>
                        <a:pt x="5700" y="15416"/>
                        <a:pt x="5707" y="15634"/>
                        <a:pt x="5712" y="15853"/>
                      </a:cubicBezTo>
                      <a:cubicBezTo>
                        <a:pt x="5715" y="15986"/>
                        <a:pt x="5720" y="16118"/>
                        <a:pt x="5727" y="16250"/>
                      </a:cubicBezTo>
                      <a:cubicBezTo>
                        <a:pt x="5762" y="16958"/>
                        <a:pt x="5697" y="17430"/>
                        <a:pt x="5223" y="17977"/>
                      </a:cubicBezTo>
                      <a:cubicBezTo>
                        <a:pt x="5071" y="18128"/>
                        <a:pt x="4931" y="18195"/>
                        <a:pt x="4716" y="18203"/>
                      </a:cubicBezTo>
                      <a:cubicBezTo>
                        <a:pt x="4601" y="18195"/>
                        <a:pt x="4539" y="18174"/>
                        <a:pt x="4430" y="18125"/>
                      </a:cubicBezTo>
                      <a:cubicBezTo>
                        <a:pt x="4373" y="18029"/>
                        <a:pt x="4373" y="18029"/>
                        <a:pt x="4338" y="17917"/>
                      </a:cubicBezTo>
                      <a:cubicBezTo>
                        <a:pt x="4299" y="17805"/>
                        <a:pt x="4299" y="17805"/>
                        <a:pt x="4221" y="17708"/>
                      </a:cubicBezTo>
                      <a:cubicBezTo>
                        <a:pt x="3989" y="17605"/>
                        <a:pt x="3730" y="17590"/>
                        <a:pt x="3485" y="17653"/>
                      </a:cubicBezTo>
                      <a:cubicBezTo>
                        <a:pt x="3206" y="17811"/>
                        <a:pt x="3139" y="18215"/>
                        <a:pt x="3054" y="18502"/>
                      </a:cubicBezTo>
                      <a:cubicBezTo>
                        <a:pt x="3048" y="18523"/>
                        <a:pt x="3048" y="18523"/>
                        <a:pt x="3020" y="18631"/>
                      </a:cubicBezTo>
                      <a:cubicBezTo>
                        <a:pt x="2971" y="18750"/>
                        <a:pt x="2971" y="18750"/>
                        <a:pt x="2864" y="18849"/>
                      </a:cubicBezTo>
                      <a:cubicBezTo>
                        <a:pt x="2728" y="18996"/>
                        <a:pt x="2735" y="19097"/>
                        <a:pt x="2734" y="19290"/>
                      </a:cubicBezTo>
                      <a:cubicBezTo>
                        <a:pt x="2731" y="19355"/>
                        <a:pt x="2727" y="19420"/>
                        <a:pt x="2724" y="19485"/>
                      </a:cubicBezTo>
                      <a:cubicBezTo>
                        <a:pt x="2722" y="19501"/>
                        <a:pt x="2722" y="19501"/>
                        <a:pt x="2718" y="19586"/>
                      </a:cubicBezTo>
                      <a:cubicBezTo>
                        <a:pt x="2677" y="20185"/>
                        <a:pt x="2677" y="20185"/>
                        <a:pt x="2555" y="20417"/>
                      </a:cubicBezTo>
                      <a:cubicBezTo>
                        <a:pt x="2298" y="20636"/>
                        <a:pt x="1955" y="20648"/>
                        <a:pt x="1629" y="20653"/>
                      </a:cubicBezTo>
                      <a:cubicBezTo>
                        <a:pt x="1507" y="20624"/>
                        <a:pt x="1428" y="20589"/>
                        <a:pt x="1344" y="20494"/>
                      </a:cubicBezTo>
                      <a:cubicBezTo>
                        <a:pt x="1252" y="20312"/>
                        <a:pt x="1280" y="20094"/>
                        <a:pt x="1284" y="19895"/>
                      </a:cubicBezTo>
                      <a:cubicBezTo>
                        <a:pt x="1285" y="19844"/>
                        <a:pt x="1285" y="19794"/>
                        <a:pt x="1285" y="19742"/>
                      </a:cubicBezTo>
                      <a:cubicBezTo>
                        <a:pt x="1286" y="19608"/>
                        <a:pt x="1288" y="19474"/>
                        <a:pt x="1290" y="19340"/>
                      </a:cubicBezTo>
                      <a:cubicBezTo>
                        <a:pt x="1293" y="19203"/>
                        <a:pt x="1293" y="19066"/>
                        <a:pt x="1294" y="18929"/>
                      </a:cubicBezTo>
                      <a:cubicBezTo>
                        <a:pt x="1297" y="18661"/>
                        <a:pt x="1300" y="18393"/>
                        <a:pt x="1305" y="18125"/>
                      </a:cubicBezTo>
                      <a:cubicBezTo>
                        <a:pt x="1098" y="18125"/>
                        <a:pt x="892" y="18125"/>
                        <a:pt x="680" y="18125"/>
                      </a:cubicBezTo>
                      <a:cubicBezTo>
                        <a:pt x="697" y="19231"/>
                        <a:pt x="717" y="20338"/>
                        <a:pt x="740" y="21445"/>
                      </a:cubicBezTo>
                      <a:cubicBezTo>
                        <a:pt x="750" y="21958"/>
                        <a:pt x="760" y="22472"/>
                        <a:pt x="767" y="22986"/>
                      </a:cubicBezTo>
                      <a:cubicBezTo>
                        <a:pt x="774" y="23434"/>
                        <a:pt x="783" y="23882"/>
                        <a:pt x="793" y="24329"/>
                      </a:cubicBezTo>
                      <a:cubicBezTo>
                        <a:pt x="798" y="24566"/>
                        <a:pt x="803" y="24804"/>
                        <a:pt x="805" y="25041"/>
                      </a:cubicBezTo>
                      <a:cubicBezTo>
                        <a:pt x="808" y="25264"/>
                        <a:pt x="812" y="25487"/>
                        <a:pt x="819" y="25711"/>
                      </a:cubicBezTo>
                      <a:cubicBezTo>
                        <a:pt x="820" y="25793"/>
                        <a:pt x="822" y="25874"/>
                        <a:pt x="822" y="25956"/>
                      </a:cubicBezTo>
                      <a:cubicBezTo>
                        <a:pt x="826" y="26639"/>
                        <a:pt x="826" y="26639"/>
                        <a:pt x="1041" y="26859"/>
                      </a:cubicBezTo>
                      <a:cubicBezTo>
                        <a:pt x="1096" y="26908"/>
                        <a:pt x="1155" y="26952"/>
                        <a:pt x="1214" y="26996"/>
                      </a:cubicBezTo>
                      <a:cubicBezTo>
                        <a:pt x="1305" y="27083"/>
                        <a:pt x="1305" y="27083"/>
                        <a:pt x="1327" y="27216"/>
                      </a:cubicBezTo>
                      <a:cubicBezTo>
                        <a:pt x="1321" y="27399"/>
                        <a:pt x="1298" y="27576"/>
                        <a:pt x="1270" y="27757"/>
                      </a:cubicBezTo>
                      <a:cubicBezTo>
                        <a:pt x="1249" y="27995"/>
                        <a:pt x="1249" y="27995"/>
                        <a:pt x="1305" y="28125"/>
                      </a:cubicBezTo>
                      <a:cubicBezTo>
                        <a:pt x="1411" y="28162"/>
                        <a:pt x="1506" y="28187"/>
                        <a:pt x="1615" y="28208"/>
                      </a:cubicBezTo>
                      <a:cubicBezTo>
                        <a:pt x="1734" y="28233"/>
                        <a:pt x="1833" y="28259"/>
                        <a:pt x="1930" y="28333"/>
                      </a:cubicBezTo>
                      <a:cubicBezTo>
                        <a:pt x="2042" y="28589"/>
                        <a:pt x="1987" y="28909"/>
                        <a:pt x="1969" y="29180"/>
                      </a:cubicBezTo>
                      <a:cubicBezTo>
                        <a:pt x="1965" y="29259"/>
                        <a:pt x="1963" y="29338"/>
                        <a:pt x="1960" y="29418"/>
                      </a:cubicBezTo>
                      <a:cubicBezTo>
                        <a:pt x="1953" y="29612"/>
                        <a:pt x="1942" y="29806"/>
                        <a:pt x="1930" y="30000"/>
                      </a:cubicBezTo>
                      <a:cubicBezTo>
                        <a:pt x="2137" y="30053"/>
                        <a:pt x="2357" y="30107"/>
                        <a:pt x="2555" y="30000"/>
                      </a:cubicBezTo>
                      <a:cubicBezTo>
                        <a:pt x="2710" y="29775"/>
                        <a:pt x="2749" y="29473"/>
                        <a:pt x="2809" y="29210"/>
                      </a:cubicBezTo>
                      <a:cubicBezTo>
                        <a:pt x="3037" y="28244"/>
                        <a:pt x="3037" y="28244"/>
                        <a:pt x="3299" y="28026"/>
                      </a:cubicBezTo>
                      <a:cubicBezTo>
                        <a:pt x="3480" y="27956"/>
                        <a:pt x="3634" y="27939"/>
                        <a:pt x="3828" y="27950"/>
                      </a:cubicBezTo>
                      <a:cubicBezTo>
                        <a:pt x="4123" y="27966"/>
                        <a:pt x="4331" y="27896"/>
                        <a:pt x="4557" y="27709"/>
                      </a:cubicBezTo>
                      <a:cubicBezTo>
                        <a:pt x="5061" y="27224"/>
                        <a:pt x="4967" y="26350"/>
                        <a:pt x="4986" y="25704"/>
                      </a:cubicBezTo>
                      <a:cubicBezTo>
                        <a:pt x="4992" y="25506"/>
                        <a:pt x="5002" y="25310"/>
                        <a:pt x="5011" y="25113"/>
                      </a:cubicBezTo>
                      <a:cubicBezTo>
                        <a:pt x="5029" y="24728"/>
                        <a:pt x="5043" y="24343"/>
                        <a:pt x="5055" y="23958"/>
                      </a:cubicBezTo>
                      <a:cubicBezTo>
                        <a:pt x="5224" y="23917"/>
                        <a:pt x="5393" y="23879"/>
                        <a:pt x="5562" y="23841"/>
                      </a:cubicBezTo>
                      <a:cubicBezTo>
                        <a:pt x="5586" y="23835"/>
                        <a:pt x="5586" y="23835"/>
                        <a:pt x="5708" y="23806"/>
                      </a:cubicBezTo>
                      <a:cubicBezTo>
                        <a:pt x="6054" y="23730"/>
                        <a:pt x="6054" y="23730"/>
                        <a:pt x="6230" y="23812"/>
                      </a:cubicBezTo>
                      <a:cubicBezTo>
                        <a:pt x="6372" y="24014"/>
                        <a:pt x="6352" y="24298"/>
                        <a:pt x="6361" y="24535"/>
                      </a:cubicBezTo>
                      <a:cubicBezTo>
                        <a:pt x="6363" y="24563"/>
                        <a:pt x="6364" y="24591"/>
                        <a:pt x="6365" y="24620"/>
                      </a:cubicBezTo>
                      <a:cubicBezTo>
                        <a:pt x="6375" y="24834"/>
                        <a:pt x="6380" y="25047"/>
                        <a:pt x="6383" y="25260"/>
                      </a:cubicBezTo>
                      <a:cubicBezTo>
                        <a:pt x="6383" y="25292"/>
                        <a:pt x="6384" y="25323"/>
                        <a:pt x="6384" y="25355"/>
                      </a:cubicBezTo>
                      <a:cubicBezTo>
                        <a:pt x="6405" y="26612"/>
                        <a:pt x="6405" y="26612"/>
                        <a:pt x="6144" y="26938"/>
                      </a:cubicBezTo>
                      <a:cubicBezTo>
                        <a:pt x="6015" y="27069"/>
                        <a:pt x="5875" y="27174"/>
                        <a:pt x="5723" y="27276"/>
                      </a:cubicBezTo>
                      <a:cubicBezTo>
                        <a:pt x="5454" y="27463"/>
                        <a:pt x="5272" y="27616"/>
                        <a:pt x="5196" y="27947"/>
                      </a:cubicBezTo>
                      <a:cubicBezTo>
                        <a:pt x="5132" y="28324"/>
                        <a:pt x="5110" y="28704"/>
                        <a:pt x="5094" y="29086"/>
                      </a:cubicBezTo>
                      <a:cubicBezTo>
                        <a:pt x="5092" y="29131"/>
                        <a:pt x="5090" y="29175"/>
                        <a:pt x="5088" y="29222"/>
                      </a:cubicBezTo>
                      <a:cubicBezTo>
                        <a:pt x="5085" y="29307"/>
                        <a:pt x="5084" y="29392"/>
                        <a:pt x="5083" y="29477"/>
                      </a:cubicBezTo>
                      <a:cubicBezTo>
                        <a:pt x="5079" y="29663"/>
                        <a:pt x="5074" y="29763"/>
                        <a:pt x="4968" y="29921"/>
                      </a:cubicBezTo>
                      <a:cubicBezTo>
                        <a:pt x="4821" y="30016"/>
                        <a:pt x="4699" y="30035"/>
                        <a:pt x="4529" y="30044"/>
                      </a:cubicBezTo>
                      <a:cubicBezTo>
                        <a:pt x="4466" y="30049"/>
                        <a:pt x="4404" y="30055"/>
                        <a:pt x="4341" y="30060"/>
                      </a:cubicBezTo>
                      <a:cubicBezTo>
                        <a:pt x="4325" y="30062"/>
                        <a:pt x="4325" y="30062"/>
                        <a:pt x="4243" y="30069"/>
                      </a:cubicBezTo>
                      <a:cubicBezTo>
                        <a:pt x="3259" y="30162"/>
                        <a:pt x="3259" y="30162"/>
                        <a:pt x="2926" y="30520"/>
                      </a:cubicBezTo>
                      <a:cubicBezTo>
                        <a:pt x="2693" y="30843"/>
                        <a:pt x="2687" y="31262"/>
                        <a:pt x="2649" y="31646"/>
                      </a:cubicBezTo>
                      <a:cubicBezTo>
                        <a:pt x="2605" y="32093"/>
                        <a:pt x="2541" y="32429"/>
                        <a:pt x="2268" y="32800"/>
                      </a:cubicBezTo>
                      <a:cubicBezTo>
                        <a:pt x="2256" y="32816"/>
                        <a:pt x="2256" y="32816"/>
                        <a:pt x="2196" y="32903"/>
                      </a:cubicBezTo>
                      <a:cubicBezTo>
                        <a:pt x="2120" y="32994"/>
                        <a:pt x="2120" y="32994"/>
                        <a:pt x="1930" y="33125"/>
                      </a:cubicBezTo>
                      <a:cubicBezTo>
                        <a:pt x="1723" y="33125"/>
                        <a:pt x="1517" y="33125"/>
                        <a:pt x="1305" y="33125"/>
                      </a:cubicBezTo>
                      <a:cubicBezTo>
                        <a:pt x="1305" y="32300"/>
                        <a:pt x="1305" y="31475"/>
                        <a:pt x="1305" y="30625"/>
                      </a:cubicBezTo>
                      <a:cubicBezTo>
                        <a:pt x="1098" y="30625"/>
                        <a:pt x="892" y="30625"/>
                        <a:pt x="680" y="30625"/>
                      </a:cubicBezTo>
                      <a:cubicBezTo>
                        <a:pt x="680" y="32275"/>
                        <a:pt x="680" y="33925"/>
                        <a:pt x="680" y="35625"/>
                      </a:cubicBezTo>
                      <a:cubicBezTo>
                        <a:pt x="473" y="35625"/>
                        <a:pt x="267" y="35625"/>
                        <a:pt x="55" y="35625"/>
                      </a:cubicBezTo>
                      <a:cubicBezTo>
                        <a:pt x="48" y="33125"/>
                        <a:pt x="41" y="30626"/>
                        <a:pt x="37" y="28126"/>
                      </a:cubicBezTo>
                      <a:cubicBezTo>
                        <a:pt x="37" y="28089"/>
                        <a:pt x="37" y="28052"/>
                        <a:pt x="37" y="28014"/>
                      </a:cubicBezTo>
                      <a:cubicBezTo>
                        <a:pt x="35" y="27210"/>
                        <a:pt x="34" y="26407"/>
                        <a:pt x="33" y="25603"/>
                      </a:cubicBezTo>
                      <a:cubicBezTo>
                        <a:pt x="33" y="25209"/>
                        <a:pt x="32" y="24815"/>
                        <a:pt x="32" y="24421"/>
                      </a:cubicBezTo>
                      <a:cubicBezTo>
                        <a:pt x="32" y="24382"/>
                        <a:pt x="32" y="24343"/>
                        <a:pt x="31" y="24303"/>
                      </a:cubicBezTo>
                      <a:cubicBezTo>
                        <a:pt x="30" y="23031"/>
                        <a:pt x="27" y="21759"/>
                        <a:pt x="23" y="20487"/>
                      </a:cubicBezTo>
                      <a:cubicBezTo>
                        <a:pt x="19" y="19181"/>
                        <a:pt x="16" y="17874"/>
                        <a:pt x="15" y="16568"/>
                      </a:cubicBezTo>
                      <a:cubicBezTo>
                        <a:pt x="15" y="16383"/>
                        <a:pt x="15" y="16199"/>
                        <a:pt x="15" y="16015"/>
                      </a:cubicBezTo>
                      <a:cubicBezTo>
                        <a:pt x="15" y="15978"/>
                        <a:pt x="15" y="15942"/>
                        <a:pt x="15" y="15905"/>
                      </a:cubicBezTo>
                      <a:cubicBezTo>
                        <a:pt x="14" y="15320"/>
                        <a:pt x="12" y="14735"/>
                        <a:pt x="10" y="14150"/>
                      </a:cubicBezTo>
                      <a:cubicBezTo>
                        <a:pt x="8" y="13562"/>
                        <a:pt x="7" y="12974"/>
                        <a:pt x="7" y="12387"/>
                      </a:cubicBezTo>
                      <a:cubicBezTo>
                        <a:pt x="8" y="12037"/>
                        <a:pt x="7" y="11688"/>
                        <a:pt x="4" y="11338"/>
                      </a:cubicBezTo>
                      <a:cubicBezTo>
                        <a:pt x="3" y="11105"/>
                        <a:pt x="3" y="10872"/>
                        <a:pt x="4" y="10639"/>
                      </a:cubicBezTo>
                      <a:cubicBezTo>
                        <a:pt x="4" y="10506"/>
                        <a:pt x="4" y="10373"/>
                        <a:pt x="2" y="10240"/>
                      </a:cubicBezTo>
                      <a:cubicBezTo>
                        <a:pt x="1" y="10097"/>
                        <a:pt x="2" y="9954"/>
                        <a:pt x="3" y="9811"/>
                      </a:cubicBezTo>
                      <a:cubicBezTo>
                        <a:pt x="2" y="9769"/>
                        <a:pt x="1" y="9728"/>
                        <a:pt x="0" y="9685"/>
                      </a:cubicBezTo>
                      <a:cubicBezTo>
                        <a:pt x="3" y="9567"/>
                        <a:pt x="8" y="9483"/>
                        <a:pt x="55" y="9375"/>
                      </a:cubicBezTo>
                      <a:cubicBezTo>
                        <a:pt x="159" y="9302"/>
                        <a:pt x="256" y="9259"/>
                        <a:pt x="376" y="9217"/>
                      </a:cubicBezTo>
                      <a:cubicBezTo>
                        <a:pt x="471" y="9167"/>
                        <a:pt x="471" y="9167"/>
                        <a:pt x="512" y="9063"/>
                      </a:cubicBezTo>
                      <a:cubicBezTo>
                        <a:pt x="530" y="8940"/>
                        <a:pt x="534" y="8822"/>
                        <a:pt x="536" y="8698"/>
                      </a:cubicBezTo>
                      <a:cubicBezTo>
                        <a:pt x="541" y="8605"/>
                        <a:pt x="546" y="8511"/>
                        <a:pt x="551" y="8418"/>
                      </a:cubicBezTo>
                      <a:cubicBezTo>
                        <a:pt x="558" y="8271"/>
                        <a:pt x="562" y="8125"/>
                        <a:pt x="566" y="7978"/>
                      </a:cubicBezTo>
                      <a:cubicBezTo>
                        <a:pt x="588" y="7303"/>
                        <a:pt x="588" y="7303"/>
                        <a:pt x="680" y="7083"/>
                      </a:cubicBezTo>
                      <a:cubicBezTo>
                        <a:pt x="820" y="6954"/>
                        <a:pt x="981" y="6934"/>
                        <a:pt x="1164" y="6914"/>
                      </a:cubicBezTo>
                      <a:cubicBezTo>
                        <a:pt x="1211" y="6901"/>
                        <a:pt x="1257" y="6888"/>
                        <a:pt x="1305" y="6875"/>
                      </a:cubicBezTo>
                      <a:cubicBezTo>
                        <a:pt x="1385" y="6731"/>
                        <a:pt x="1403" y="6552"/>
                        <a:pt x="1366" y="6392"/>
                      </a:cubicBezTo>
                      <a:cubicBezTo>
                        <a:pt x="1305" y="6250"/>
                        <a:pt x="1305" y="6250"/>
                        <a:pt x="1178" y="6200"/>
                      </a:cubicBezTo>
                      <a:cubicBezTo>
                        <a:pt x="1125" y="6189"/>
                        <a:pt x="1071" y="6180"/>
                        <a:pt x="1018" y="6172"/>
                      </a:cubicBezTo>
                      <a:cubicBezTo>
                        <a:pt x="887" y="6150"/>
                        <a:pt x="788" y="6121"/>
                        <a:pt x="680" y="6042"/>
                      </a:cubicBezTo>
                      <a:cubicBezTo>
                        <a:pt x="502" y="5762"/>
                        <a:pt x="410" y="5431"/>
                        <a:pt x="315" y="5116"/>
                      </a:cubicBezTo>
                      <a:cubicBezTo>
                        <a:pt x="263" y="5000"/>
                        <a:pt x="263" y="5000"/>
                        <a:pt x="157" y="4918"/>
                      </a:cubicBezTo>
                      <a:cubicBezTo>
                        <a:pt x="50" y="4813"/>
                        <a:pt x="38" y="4732"/>
                        <a:pt x="30" y="4585"/>
                      </a:cubicBezTo>
                      <a:cubicBezTo>
                        <a:pt x="29" y="4499"/>
                        <a:pt x="29" y="4414"/>
                        <a:pt x="31" y="4328"/>
                      </a:cubicBezTo>
                      <a:cubicBezTo>
                        <a:pt x="31" y="4305"/>
                        <a:pt x="31" y="4305"/>
                        <a:pt x="31" y="4186"/>
                      </a:cubicBezTo>
                      <a:cubicBezTo>
                        <a:pt x="31" y="4059"/>
                        <a:pt x="32" y="3931"/>
                        <a:pt x="34" y="3803"/>
                      </a:cubicBezTo>
                      <a:cubicBezTo>
                        <a:pt x="35" y="3669"/>
                        <a:pt x="35" y="3535"/>
                        <a:pt x="35" y="3402"/>
                      </a:cubicBezTo>
                      <a:cubicBezTo>
                        <a:pt x="36" y="3149"/>
                        <a:pt x="38" y="2896"/>
                        <a:pt x="40" y="2642"/>
                      </a:cubicBezTo>
                      <a:cubicBezTo>
                        <a:pt x="42" y="2354"/>
                        <a:pt x="43" y="2066"/>
                        <a:pt x="44" y="1778"/>
                      </a:cubicBezTo>
                      <a:cubicBezTo>
                        <a:pt x="46" y="1185"/>
                        <a:pt x="50" y="593"/>
                        <a:pt x="55" y="0"/>
                      </a:cubicBezTo>
                      <a:close/>
                    </a:path>
                  </a:pathLst>
                </a:custGeom>
                <a:solidFill>
                  <a:srgbClr val="A98CD2"/>
                </a:solidFill>
                <a:ln w="2646" cap="flat">
                  <a:noFill/>
                </a:ln>
              </p:spPr>
            </p:sp>
            <p:sp>
              <p:nvSpPr>
                <p:cNvPr id="3483" name="ICON_OUT_WAVE_GRAPHIC_path_004"/>
                <p:cNvSpPr/>
                <p:nvPr/>
              </p:nvSpPr>
              <p:spPr>
                <a:xfrm>
                  <a:off x="8857922" y="3421062"/>
                  <a:ext cx="421942" cy="134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3224" h="10625" fill="norm" stroke="0">
                      <a:moveTo>
                        <a:pt x="17109" y="0"/>
                      </a:moveTo>
                      <a:cubicBezTo>
                        <a:pt x="17453" y="69"/>
                        <a:pt x="17797" y="137"/>
                        <a:pt x="18151" y="208"/>
                      </a:cubicBezTo>
                      <a:cubicBezTo>
                        <a:pt x="18151" y="1790"/>
                        <a:pt x="18151" y="3371"/>
                        <a:pt x="18151" y="5000"/>
                      </a:cubicBezTo>
                      <a:cubicBezTo>
                        <a:pt x="18357" y="5000"/>
                        <a:pt x="18563" y="5000"/>
                        <a:pt x="18776" y="5000"/>
                      </a:cubicBezTo>
                      <a:cubicBezTo>
                        <a:pt x="18766" y="4934"/>
                        <a:pt x="18756" y="4869"/>
                        <a:pt x="18746" y="4801"/>
                      </a:cubicBezTo>
                      <a:cubicBezTo>
                        <a:pt x="18705" y="4398"/>
                        <a:pt x="18695" y="4045"/>
                        <a:pt x="18925" y="3696"/>
                      </a:cubicBezTo>
                      <a:cubicBezTo>
                        <a:pt x="18990" y="3617"/>
                        <a:pt x="19058" y="3539"/>
                        <a:pt x="19127" y="3464"/>
                      </a:cubicBezTo>
                      <a:cubicBezTo>
                        <a:pt x="19158" y="3426"/>
                        <a:pt x="19189" y="3389"/>
                        <a:pt x="19221" y="3350"/>
                      </a:cubicBezTo>
                      <a:cubicBezTo>
                        <a:pt x="19325" y="3250"/>
                        <a:pt x="19325" y="3250"/>
                        <a:pt x="19609" y="3125"/>
                      </a:cubicBezTo>
                      <a:cubicBezTo>
                        <a:pt x="19953" y="3194"/>
                        <a:pt x="20297" y="3262"/>
                        <a:pt x="20651" y="3333"/>
                      </a:cubicBezTo>
                      <a:cubicBezTo>
                        <a:pt x="20651" y="4296"/>
                        <a:pt x="20651" y="5258"/>
                        <a:pt x="20651" y="6250"/>
                      </a:cubicBezTo>
                      <a:cubicBezTo>
                        <a:pt x="20857" y="6250"/>
                        <a:pt x="21063" y="6250"/>
                        <a:pt x="21276" y="6250"/>
                      </a:cubicBezTo>
                      <a:cubicBezTo>
                        <a:pt x="21269" y="6184"/>
                        <a:pt x="21261" y="6119"/>
                        <a:pt x="21254" y="6051"/>
                      </a:cubicBezTo>
                      <a:cubicBezTo>
                        <a:pt x="21215" y="5538"/>
                        <a:pt x="21239" y="5152"/>
                        <a:pt x="21549" y="4727"/>
                      </a:cubicBezTo>
                      <a:cubicBezTo>
                        <a:pt x="21561" y="4709"/>
                        <a:pt x="21561" y="4709"/>
                        <a:pt x="21624" y="4619"/>
                      </a:cubicBezTo>
                      <a:cubicBezTo>
                        <a:pt x="21703" y="4521"/>
                        <a:pt x="21703" y="4521"/>
                        <a:pt x="21901" y="4375"/>
                      </a:cubicBezTo>
                      <a:cubicBezTo>
                        <a:pt x="22107" y="4375"/>
                        <a:pt x="22313" y="4375"/>
                        <a:pt x="22526" y="4375"/>
                      </a:cubicBezTo>
                      <a:cubicBezTo>
                        <a:pt x="22526" y="4788"/>
                        <a:pt x="22526" y="5200"/>
                        <a:pt x="22526" y="5625"/>
                      </a:cubicBezTo>
                      <a:cubicBezTo>
                        <a:pt x="22732" y="5625"/>
                        <a:pt x="22938" y="5625"/>
                        <a:pt x="23151" y="5625"/>
                      </a:cubicBezTo>
                      <a:cubicBezTo>
                        <a:pt x="23151" y="5212"/>
                        <a:pt x="23151" y="4800"/>
                        <a:pt x="23151" y="4375"/>
                      </a:cubicBezTo>
                      <a:cubicBezTo>
                        <a:pt x="23357" y="4375"/>
                        <a:pt x="23563" y="4375"/>
                        <a:pt x="23776" y="4375"/>
                      </a:cubicBezTo>
                      <a:cubicBezTo>
                        <a:pt x="23791" y="4409"/>
                        <a:pt x="23791" y="4409"/>
                        <a:pt x="23867" y="4583"/>
                      </a:cubicBezTo>
                      <a:cubicBezTo>
                        <a:pt x="23906" y="4652"/>
                        <a:pt x="23944" y="4721"/>
                        <a:pt x="23984" y="4792"/>
                      </a:cubicBezTo>
                      <a:cubicBezTo>
                        <a:pt x="24259" y="4792"/>
                        <a:pt x="24534" y="4792"/>
                        <a:pt x="24817" y="4792"/>
                      </a:cubicBezTo>
                      <a:cubicBezTo>
                        <a:pt x="24886" y="4035"/>
                        <a:pt x="24955" y="3279"/>
                        <a:pt x="25026" y="2500"/>
                      </a:cubicBezTo>
                      <a:cubicBezTo>
                        <a:pt x="25232" y="2500"/>
                        <a:pt x="25438" y="2500"/>
                        <a:pt x="25651" y="2500"/>
                      </a:cubicBezTo>
                      <a:cubicBezTo>
                        <a:pt x="25813" y="2782"/>
                        <a:pt x="25813" y="2782"/>
                        <a:pt x="25844" y="2914"/>
                      </a:cubicBezTo>
                      <a:cubicBezTo>
                        <a:pt x="25851" y="2942"/>
                        <a:pt x="25857" y="2970"/>
                        <a:pt x="25865" y="3000"/>
                      </a:cubicBezTo>
                      <a:cubicBezTo>
                        <a:pt x="25871" y="3028"/>
                        <a:pt x="25878" y="3057"/>
                        <a:pt x="25885" y="3086"/>
                      </a:cubicBezTo>
                      <a:cubicBezTo>
                        <a:pt x="25900" y="3141"/>
                        <a:pt x="25916" y="3196"/>
                        <a:pt x="25932" y="3251"/>
                      </a:cubicBezTo>
                      <a:cubicBezTo>
                        <a:pt x="26003" y="3503"/>
                        <a:pt x="26071" y="3753"/>
                        <a:pt x="26117" y="4012"/>
                      </a:cubicBezTo>
                      <a:cubicBezTo>
                        <a:pt x="26154" y="4139"/>
                        <a:pt x="26218" y="4256"/>
                        <a:pt x="26276" y="4375"/>
                      </a:cubicBezTo>
                      <a:cubicBezTo>
                        <a:pt x="26482" y="4375"/>
                        <a:pt x="26688" y="4375"/>
                        <a:pt x="26901" y="4375"/>
                      </a:cubicBezTo>
                      <a:cubicBezTo>
                        <a:pt x="26901" y="3000"/>
                        <a:pt x="26901" y="1625"/>
                        <a:pt x="26901" y="208"/>
                      </a:cubicBezTo>
                      <a:cubicBezTo>
                        <a:pt x="27245" y="140"/>
                        <a:pt x="27588" y="71"/>
                        <a:pt x="27942" y="0"/>
                      </a:cubicBezTo>
                      <a:cubicBezTo>
                        <a:pt x="28151" y="208"/>
                        <a:pt x="28151" y="208"/>
                        <a:pt x="28176" y="309"/>
                      </a:cubicBezTo>
                      <a:cubicBezTo>
                        <a:pt x="28176" y="344"/>
                        <a:pt x="28176" y="379"/>
                        <a:pt x="28176" y="415"/>
                      </a:cubicBezTo>
                      <a:cubicBezTo>
                        <a:pt x="28176" y="436"/>
                        <a:pt x="28176" y="436"/>
                        <a:pt x="28177" y="538"/>
                      </a:cubicBezTo>
                      <a:cubicBezTo>
                        <a:pt x="28176" y="582"/>
                        <a:pt x="28175" y="626"/>
                        <a:pt x="28175" y="672"/>
                      </a:cubicBezTo>
                      <a:cubicBezTo>
                        <a:pt x="28175" y="719"/>
                        <a:pt x="28175" y="765"/>
                        <a:pt x="28175" y="814"/>
                      </a:cubicBezTo>
                      <a:cubicBezTo>
                        <a:pt x="28174" y="941"/>
                        <a:pt x="28173" y="1069"/>
                        <a:pt x="28172" y="1197"/>
                      </a:cubicBezTo>
                      <a:cubicBezTo>
                        <a:pt x="28171" y="1331"/>
                        <a:pt x="28171" y="1465"/>
                        <a:pt x="28170" y="1598"/>
                      </a:cubicBezTo>
                      <a:cubicBezTo>
                        <a:pt x="28170" y="1851"/>
                        <a:pt x="28168" y="2104"/>
                        <a:pt x="28166" y="2358"/>
                      </a:cubicBezTo>
                      <a:cubicBezTo>
                        <a:pt x="28164" y="2646"/>
                        <a:pt x="28162" y="2934"/>
                        <a:pt x="28161" y="3222"/>
                      </a:cubicBezTo>
                      <a:cubicBezTo>
                        <a:pt x="28159" y="3815"/>
                        <a:pt x="28155" y="4407"/>
                        <a:pt x="28151" y="5000"/>
                      </a:cubicBezTo>
                      <a:cubicBezTo>
                        <a:pt x="28252" y="5004"/>
                        <a:pt x="28353" y="5007"/>
                        <a:pt x="28455" y="5009"/>
                      </a:cubicBezTo>
                      <a:cubicBezTo>
                        <a:pt x="28483" y="5010"/>
                        <a:pt x="28512" y="5011"/>
                        <a:pt x="28542" y="5013"/>
                      </a:cubicBezTo>
                      <a:cubicBezTo>
                        <a:pt x="28675" y="5015"/>
                        <a:pt x="28755" y="5016"/>
                        <a:pt x="28862" y="4933"/>
                      </a:cubicBezTo>
                      <a:cubicBezTo>
                        <a:pt x="28922" y="4841"/>
                        <a:pt x="28960" y="4752"/>
                        <a:pt x="28997" y="4648"/>
                      </a:cubicBezTo>
                      <a:cubicBezTo>
                        <a:pt x="29005" y="4630"/>
                        <a:pt x="29005" y="4630"/>
                        <a:pt x="29045" y="4538"/>
                      </a:cubicBezTo>
                      <a:cubicBezTo>
                        <a:pt x="29097" y="4415"/>
                        <a:pt x="29145" y="4291"/>
                        <a:pt x="29192" y="4167"/>
                      </a:cubicBezTo>
                      <a:cubicBezTo>
                        <a:pt x="29232" y="4071"/>
                        <a:pt x="29271" y="3975"/>
                        <a:pt x="29310" y="3879"/>
                      </a:cubicBezTo>
                      <a:cubicBezTo>
                        <a:pt x="29413" y="3629"/>
                        <a:pt x="29512" y="3377"/>
                        <a:pt x="29609" y="3125"/>
                      </a:cubicBezTo>
                      <a:cubicBezTo>
                        <a:pt x="29964" y="3135"/>
                        <a:pt x="30335" y="3159"/>
                        <a:pt x="30651" y="3333"/>
                      </a:cubicBezTo>
                      <a:cubicBezTo>
                        <a:pt x="30938" y="3671"/>
                        <a:pt x="31019" y="4161"/>
                        <a:pt x="31115" y="4582"/>
                      </a:cubicBezTo>
                      <a:cubicBezTo>
                        <a:pt x="31153" y="4735"/>
                        <a:pt x="31187" y="4868"/>
                        <a:pt x="31276" y="5000"/>
                      </a:cubicBezTo>
                      <a:cubicBezTo>
                        <a:pt x="31466" y="5093"/>
                        <a:pt x="31621" y="5117"/>
                        <a:pt x="31824" y="5048"/>
                      </a:cubicBezTo>
                      <a:cubicBezTo>
                        <a:pt x="32126" y="4860"/>
                        <a:pt x="32242" y="4362"/>
                        <a:pt x="32364" y="4047"/>
                      </a:cubicBezTo>
                      <a:cubicBezTo>
                        <a:pt x="32483" y="3769"/>
                        <a:pt x="32483" y="3769"/>
                        <a:pt x="32601" y="3717"/>
                      </a:cubicBezTo>
                      <a:cubicBezTo>
                        <a:pt x="32689" y="3709"/>
                        <a:pt x="32763" y="3713"/>
                        <a:pt x="32851" y="3724"/>
                      </a:cubicBezTo>
                      <a:cubicBezTo>
                        <a:pt x="32905" y="3729"/>
                        <a:pt x="32958" y="3733"/>
                        <a:pt x="33012" y="3738"/>
                      </a:cubicBezTo>
                      <a:cubicBezTo>
                        <a:pt x="33058" y="3742"/>
                        <a:pt x="33104" y="3746"/>
                        <a:pt x="33151" y="3750"/>
                      </a:cubicBezTo>
                      <a:cubicBezTo>
                        <a:pt x="33224" y="4275"/>
                        <a:pt x="33224" y="4275"/>
                        <a:pt x="33063" y="4495"/>
                      </a:cubicBezTo>
                      <a:cubicBezTo>
                        <a:pt x="32959" y="4584"/>
                        <a:pt x="32855" y="4665"/>
                        <a:pt x="32741" y="4743"/>
                      </a:cubicBezTo>
                      <a:cubicBezTo>
                        <a:pt x="32643" y="4809"/>
                        <a:pt x="32548" y="4881"/>
                        <a:pt x="32453" y="4952"/>
                      </a:cubicBezTo>
                      <a:cubicBezTo>
                        <a:pt x="32405" y="4988"/>
                        <a:pt x="32357" y="5023"/>
                        <a:pt x="32309" y="5058"/>
                      </a:cubicBezTo>
                      <a:cubicBezTo>
                        <a:pt x="31788" y="5441"/>
                        <a:pt x="31400" y="5908"/>
                        <a:pt x="31067" y="6458"/>
                      </a:cubicBezTo>
                      <a:cubicBezTo>
                        <a:pt x="30887" y="6350"/>
                        <a:pt x="30739" y="6236"/>
                        <a:pt x="30651" y="6042"/>
                      </a:cubicBezTo>
                      <a:cubicBezTo>
                        <a:pt x="30595" y="5699"/>
                        <a:pt x="30627" y="5345"/>
                        <a:pt x="30651" y="5000"/>
                      </a:cubicBezTo>
                      <a:cubicBezTo>
                        <a:pt x="30445" y="5000"/>
                        <a:pt x="30238" y="5000"/>
                        <a:pt x="30026" y="5000"/>
                      </a:cubicBezTo>
                      <a:cubicBezTo>
                        <a:pt x="30033" y="5073"/>
                        <a:pt x="30040" y="5146"/>
                        <a:pt x="30048" y="5221"/>
                      </a:cubicBezTo>
                      <a:cubicBezTo>
                        <a:pt x="30089" y="5811"/>
                        <a:pt x="30089" y="5811"/>
                        <a:pt x="30026" y="6042"/>
                      </a:cubicBezTo>
                      <a:cubicBezTo>
                        <a:pt x="29911" y="6141"/>
                        <a:pt x="29771" y="6140"/>
                        <a:pt x="29625" y="6155"/>
                      </a:cubicBezTo>
                      <a:cubicBezTo>
                        <a:pt x="29529" y="6173"/>
                        <a:pt x="29475" y="6186"/>
                        <a:pt x="29401" y="6250"/>
                      </a:cubicBezTo>
                      <a:cubicBezTo>
                        <a:pt x="29310" y="6581"/>
                        <a:pt x="29365" y="6954"/>
                        <a:pt x="29401" y="7292"/>
                      </a:cubicBezTo>
                      <a:cubicBezTo>
                        <a:pt x="29232" y="7333"/>
                        <a:pt x="29063" y="7371"/>
                        <a:pt x="28893" y="7409"/>
                      </a:cubicBezTo>
                      <a:cubicBezTo>
                        <a:pt x="28869" y="7415"/>
                        <a:pt x="28869" y="7415"/>
                        <a:pt x="28748" y="7444"/>
                      </a:cubicBezTo>
                      <a:cubicBezTo>
                        <a:pt x="28701" y="7454"/>
                        <a:pt x="28655" y="7464"/>
                        <a:pt x="28607" y="7475"/>
                      </a:cubicBezTo>
                      <a:cubicBezTo>
                        <a:pt x="28565" y="7485"/>
                        <a:pt x="28522" y="7494"/>
                        <a:pt x="28479" y="7505"/>
                      </a:cubicBezTo>
                      <a:cubicBezTo>
                        <a:pt x="28359" y="7500"/>
                        <a:pt x="28359" y="7500"/>
                        <a:pt x="28241" y="7421"/>
                      </a:cubicBezTo>
                      <a:cubicBezTo>
                        <a:pt x="28108" y="7268"/>
                        <a:pt x="28125" y="7100"/>
                        <a:pt x="28130" y="6907"/>
                      </a:cubicBezTo>
                      <a:cubicBezTo>
                        <a:pt x="28131" y="6888"/>
                        <a:pt x="28131" y="6888"/>
                        <a:pt x="28131" y="6796"/>
                      </a:cubicBezTo>
                      <a:cubicBezTo>
                        <a:pt x="28132" y="6679"/>
                        <a:pt x="28135" y="6562"/>
                        <a:pt x="28138" y="6445"/>
                      </a:cubicBezTo>
                      <a:cubicBezTo>
                        <a:pt x="28139" y="6366"/>
                        <a:pt x="28140" y="6287"/>
                        <a:pt x="28141" y="6207"/>
                      </a:cubicBezTo>
                      <a:cubicBezTo>
                        <a:pt x="28143" y="6013"/>
                        <a:pt x="28146" y="5819"/>
                        <a:pt x="28151" y="5625"/>
                      </a:cubicBezTo>
                      <a:cubicBezTo>
                        <a:pt x="27945" y="5625"/>
                        <a:pt x="27738" y="5625"/>
                        <a:pt x="27526" y="5625"/>
                      </a:cubicBezTo>
                      <a:cubicBezTo>
                        <a:pt x="27526" y="7275"/>
                        <a:pt x="27526" y="8925"/>
                        <a:pt x="27526" y="10625"/>
                      </a:cubicBezTo>
                      <a:cubicBezTo>
                        <a:pt x="27320" y="10625"/>
                        <a:pt x="27113" y="10625"/>
                        <a:pt x="26901" y="10625"/>
                      </a:cubicBezTo>
                      <a:cubicBezTo>
                        <a:pt x="26897" y="10558"/>
                        <a:pt x="26892" y="10491"/>
                        <a:pt x="26888" y="10421"/>
                      </a:cubicBezTo>
                      <a:cubicBezTo>
                        <a:pt x="26874" y="10197"/>
                        <a:pt x="26858" y="9974"/>
                        <a:pt x="26841" y="9750"/>
                      </a:cubicBezTo>
                      <a:cubicBezTo>
                        <a:pt x="26831" y="9615"/>
                        <a:pt x="26821" y="9479"/>
                        <a:pt x="26813" y="9344"/>
                      </a:cubicBezTo>
                      <a:cubicBezTo>
                        <a:pt x="26804" y="9188"/>
                        <a:pt x="26791" y="9031"/>
                        <a:pt x="26779" y="8875"/>
                      </a:cubicBezTo>
                      <a:cubicBezTo>
                        <a:pt x="26776" y="8827"/>
                        <a:pt x="26774" y="8779"/>
                        <a:pt x="26771" y="8730"/>
                      </a:cubicBezTo>
                      <a:cubicBezTo>
                        <a:pt x="26746" y="8447"/>
                        <a:pt x="26696" y="8315"/>
                        <a:pt x="26481" y="8125"/>
                      </a:cubicBezTo>
                      <a:cubicBezTo>
                        <a:pt x="26312" y="7974"/>
                        <a:pt x="26246" y="7887"/>
                        <a:pt x="26229" y="7659"/>
                      </a:cubicBezTo>
                      <a:cubicBezTo>
                        <a:pt x="26229" y="7564"/>
                        <a:pt x="26231" y="7469"/>
                        <a:pt x="26235" y="7375"/>
                      </a:cubicBezTo>
                      <a:cubicBezTo>
                        <a:pt x="26236" y="7324"/>
                        <a:pt x="26236" y="7274"/>
                        <a:pt x="26237" y="7222"/>
                      </a:cubicBezTo>
                      <a:cubicBezTo>
                        <a:pt x="26239" y="7090"/>
                        <a:pt x="26242" y="6958"/>
                        <a:pt x="26247" y="6826"/>
                      </a:cubicBezTo>
                      <a:cubicBezTo>
                        <a:pt x="26251" y="6690"/>
                        <a:pt x="26253" y="6555"/>
                        <a:pt x="26255" y="6419"/>
                      </a:cubicBezTo>
                      <a:cubicBezTo>
                        <a:pt x="26260" y="6154"/>
                        <a:pt x="26267" y="5890"/>
                        <a:pt x="26276" y="5625"/>
                      </a:cubicBezTo>
                      <a:cubicBezTo>
                        <a:pt x="26070" y="5625"/>
                        <a:pt x="25863" y="5625"/>
                        <a:pt x="25651" y="5625"/>
                      </a:cubicBezTo>
                      <a:cubicBezTo>
                        <a:pt x="25651" y="6175"/>
                        <a:pt x="25651" y="6725"/>
                        <a:pt x="25651" y="7292"/>
                      </a:cubicBezTo>
                      <a:cubicBezTo>
                        <a:pt x="25307" y="7360"/>
                        <a:pt x="24963" y="7429"/>
                        <a:pt x="24609" y="7500"/>
                      </a:cubicBezTo>
                      <a:cubicBezTo>
                        <a:pt x="24589" y="7425"/>
                        <a:pt x="24568" y="7350"/>
                        <a:pt x="24547" y="7272"/>
                      </a:cubicBezTo>
                      <a:cubicBezTo>
                        <a:pt x="24363" y="6675"/>
                        <a:pt x="24363" y="6675"/>
                        <a:pt x="24192" y="6458"/>
                      </a:cubicBezTo>
                      <a:cubicBezTo>
                        <a:pt x="23919" y="6325"/>
                        <a:pt x="23651" y="6410"/>
                        <a:pt x="23359" y="6458"/>
                      </a:cubicBezTo>
                      <a:cubicBezTo>
                        <a:pt x="23290" y="6802"/>
                        <a:pt x="23222" y="7146"/>
                        <a:pt x="23151" y="7500"/>
                      </a:cubicBezTo>
                      <a:cubicBezTo>
                        <a:pt x="22726" y="7537"/>
                        <a:pt x="22726" y="7537"/>
                        <a:pt x="22526" y="7500"/>
                      </a:cubicBezTo>
                      <a:cubicBezTo>
                        <a:pt x="22467" y="7407"/>
                        <a:pt x="22467" y="7407"/>
                        <a:pt x="22435" y="7292"/>
                      </a:cubicBezTo>
                      <a:cubicBezTo>
                        <a:pt x="22396" y="7223"/>
                        <a:pt x="22357" y="7154"/>
                        <a:pt x="22317" y="7083"/>
                      </a:cubicBezTo>
                      <a:cubicBezTo>
                        <a:pt x="22042" y="7083"/>
                        <a:pt x="21767" y="7083"/>
                        <a:pt x="21484" y="7083"/>
                      </a:cubicBezTo>
                      <a:cubicBezTo>
                        <a:pt x="21415" y="7633"/>
                        <a:pt x="21347" y="8183"/>
                        <a:pt x="21276" y="8750"/>
                      </a:cubicBezTo>
                      <a:cubicBezTo>
                        <a:pt x="21070" y="8750"/>
                        <a:pt x="20863" y="8750"/>
                        <a:pt x="20651" y="8750"/>
                      </a:cubicBezTo>
                      <a:cubicBezTo>
                        <a:pt x="20488" y="8451"/>
                        <a:pt x="20488" y="8451"/>
                        <a:pt x="20458" y="8316"/>
                      </a:cubicBezTo>
                      <a:cubicBezTo>
                        <a:pt x="20455" y="8301"/>
                        <a:pt x="20455" y="8301"/>
                        <a:pt x="20437" y="8227"/>
                      </a:cubicBezTo>
                      <a:cubicBezTo>
                        <a:pt x="20430" y="8198"/>
                        <a:pt x="20424" y="8168"/>
                        <a:pt x="20416" y="8138"/>
                      </a:cubicBezTo>
                      <a:cubicBezTo>
                        <a:pt x="20394" y="8051"/>
                        <a:pt x="20370" y="7964"/>
                        <a:pt x="20346" y="7877"/>
                      </a:cubicBezTo>
                      <a:cubicBezTo>
                        <a:pt x="20332" y="7823"/>
                        <a:pt x="20318" y="7769"/>
                        <a:pt x="20305" y="7714"/>
                      </a:cubicBezTo>
                      <a:cubicBezTo>
                        <a:pt x="20269" y="7571"/>
                        <a:pt x="20236" y="7502"/>
                        <a:pt x="20129" y="7399"/>
                      </a:cubicBezTo>
                      <a:cubicBezTo>
                        <a:pt x="19992" y="7256"/>
                        <a:pt x="19981" y="7144"/>
                        <a:pt x="19960" y="6952"/>
                      </a:cubicBezTo>
                      <a:cubicBezTo>
                        <a:pt x="19956" y="6920"/>
                        <a:pt x="19951" y="6888"/>
                        <a:pt x="19947" y="6855"/>
                      </a:cubicBezTo>
                      <a:cubicBezTo>
                        <a:pt x="19933" y="6753"/>
                        <a:pt x="19921" y="6651"/>
                        <a:pt x="19909" y="6550"/>
                      </a:cubicBezTo>
                      <a:cubicBezTo>
                        <a:pt x="19900" y="6480"/>
                        <a:pt x="19891" y="6411"/>
                        <a:pt x="19881" y="6341"/>
                      </a:cubicBezTo>
                      <a:cubicBezTo>
                        <a:pt x="19859" y="6172"/>
                        <a:pt x="19838" y="6003"/>
                        <a:pt x="19817" y="5833"/>
                      </a:cubicBezTo>
                      <a:cubicBezTo>
                        <a:pt x="19542" y="5833"/>
                        <a:pt x="19267" y="5833"/>
                        <a:pt x="18984" y="5833"/>
                      </a:cubicBezTo>
                      <a:cubicBezTo>
                        <a:pt x="18950" y="6005"/>
                        <a:pt x="18950" y="6005"/>
                        <a:pt x="18776" y="6875"/>
                      </a:cubicBezTo>
                      <a:cubicBezTo>
                        <a:pt x="18570" y="6875"/>
                        <a:pt x="18363" y="6875"/>
                        <a:pt x="18151" y="6875"/>
                      </a:cubicBezTo>
                      <a:cubicBezTo>
                        <a:pt x="18082" y="6531"/>
                        <a:pt x="18013" y="6188"/>
                        <a:pt x="17942" y="5833"/>
                      </a:cubicBezTo>
                      <a:cubicBezTo>
                        <a:pt x="17085" y="5907"/>
                        <a:pt x="16625" y="6142"/>
                        <a:pt x="16068" y="6790"/>
                      </a:cubicBezTo>
                      <a:cubicBezTo>
                        <a:pt x="15750" y="7181"/>
                        <a:pt x="15667" y="7626"/>
                        <a:pt x="15651" y="8125"/>
                      </a:cubicBezTo>
                      <a:cubicBezTo>
                        <a:pt x="15434" y="8180"/>
                        <a:pt x="15240" y="8201"/>
                        <a:pt x="15026" y="8125"/>
                      </a:cubicBezTo>
                      <a:cubicBezTo>
                        <a:pt x="14719" y="7901"/>
                        <a:pt x="14455" y="7521"/>
                        <a:pt x="14368" y="7152"/>
                      </a:cubicBezTo>
                      <a:cubicBezTo>
                        <a:pt x="14325" y="6799"/>
                        <a:pt x="14343" y="6448"/>
                        <a:pt x="14362" y="6094"/>
                      </a:cubicBezTo>
                      <a:cubicBezTo>
                        <a:pt x="14365" y="5987"/>
                        <a:pt x="14368" y="5881"/>
                        <a:pt x="14370" y="5774"/>
                      </a:cubicBezTo>
                      <a:cubicBezTo>
                        <a:pt x="14377" y="5516"/>
                        <a:pt x="14388" y="5258"/>
                        <a:pt x="14401" y="5000"/>
                      </a:cubicBezTo>
                      <a:cubicBezTo>
                        <a:pt x="14195" y="5000"/>
                        <a:pt x="13988" y="5000"/>
                        <a:pt x="13776" y="5000"/>
                      </a:cubicBezTo>
                      <a:cubicBezTo>
                        <a:pt x="13783" y="5029"/>
                        <a:pt x="13783" y="5029"/>
                        <a:pt x="13820" y="5177"/>
                      </a:cubicBezTo>
                      <a:cubicBezTo>
                        <a:pt x="13894" y="5631"/>
                        <a:pt x="13855" y="5956"/>
                        <a:pt x="13594" y="6334"/>
                      </a:cubicBezTo>
                      <a:cubicBezTo>
                        <a:pt x="13466" y="6507"/>
                        <a:pt x="13330" y="6672"/>
                        <a:pt x="13190" y="6836"/>
                      </a:cubicBezTo>
                      <a:cubicBezTo>
                        <a:pt x="13163" y="6869"/>
                        <a:pt x="13135" y="6902"/>
                        <a:pt x="13107" y="6936"/>
                      </a:cubicBezTo>
                      <a:cubicBezTo>
                        <a:pt x="12637" y="7499"/>
                        <a:pt x="12637" y="7499"/>
                        <a:pt x="12345" y="7541"/>
                      </a:cubicBezTo>
                      <a:cubicBezTo>
                        <a:pt x="12192" y="7548"/>
                        <a:pt x="12050" y="7531"/>
                        <a:pt x="11901" y="7500"/>
                      </a:cubicBezTo>
                      <a:cubicBezTo>
                        <a:pt x="11902" y="7482"/>
                        <a:pt x="11902" y="7482"/>
                        <a:pt x="11911" y="7389"/>
                      </a:cubicBezTo>
                      <a:cubicBezTo>
                        <a:pt x="11991" y="6357"/>
                        <a:pt x="11991" y="6357"/>
                        <a:pt x="11840" y="6177"/>
                      </a:cubicBezTo>
                      <a:cubicBezTo>
                        <a:pt x="11703" y="6104"/>
                        <a:pt x="11566" y="6090"/>
                        <a:pt x="11415" y="6072"/>
                      </a:cubicBezTo>
                      <a:cubicBezTo>
                        <a:pt x="11369" y="6062"/>
                        <a:pt x="11323" y="6052"/>
                        <a:pt x="11276" y="6042"/>
                      </a:cubicBezTo>
                      <a:cubicBezTo>
                        <a:pt x="11215" y="5892"/>
                        <a:pt x="11243" y="5778"/>
                        <a:pt x="11276" y="5625"/>
                      </a:cubicBezTo>
                      <a:cubicBezTo>
                        <a:pt x="11107" y="5663"/>
                        <a:pt x="10986" y="5715"/>
                        <a:pt x="10859" y="5833"/>
                      </a:cubicBezTo>
                      <a:cubicBezTo>
                        <a:pt x="10761" y="6087"/>
                        <a:pt x="10774" y="6395"/>
                        <a:pt x="10764" y="6664"/>
                      </a:cubicBezTo>
                      <a:cubicBezTo>
                        <a:pt x="10742" y="7135"/>
                        <a:pt x="10742" y="7135"/>
                        <a:pt x="10651" y="7292"/>
                      </a:cubicBezTo>
                      <a:cubicBezTo>
                        <a:pt x="10527" y="7373"/>
                        <a:pt x="10389" y="7396"/>
                        <a:pt x="10246" y="7426"/>
                      </a:cubicBezTo>
                      <a:cubicBezTo>
                        <a:pt x="10164" y="7446"/>
                        <a:pt x="10164" y="7446"/>
                        <a:pt x="10026" y="7500"/>
                      </a:cubicBezTo>
                      <a:cubicBezTo>
                        <a:pt x="9944" y="7679"/>
                        <a:pt x="9966" y="7842"/>
                        <a:pt x="9987" y="8034"/>
                      </a:cubicBezTo>
                      <a:cubicBezTo>
                        <a:pt x="9990" y="8082"/>
                        <a:pt x="9992" y="8131"/>
                        <a:pt x="9995" y="8181"/>
                      </a:cubicBezTo>
                      <a:cubicBezTo>
                        <a:pt x="10003" y="8302"/>
                        <a:pt x="10013" y="8422"/>
                        <a:pt x="10026" y="8542"/>
                      </a:cubicBezTo>
                      <a:cubicBezTo>
                        <a:pt x="9857" y="8583"/>
                        <a:pt x="9688" y="8621"/>
                        <a:pt x="9518" y="8659"/>
                      </a:cubicBezTo>
                      <a:cubicBezTo>
                        <a:pt x="9470" y="8671"/>
                        <a:pt x="9422" y="8682"/>
                        <a:pt x="9373" y="8694"/>
                      </a:cubicBezTo>
                      <a:cubicBezTo>
                        <a:pt x="9326" y="8704"/>
                        <a:pt x="9280" y="8714"/>
                        <a:pt x="9232" y="8725"/>
                      </a:cubicBezTo>
                      <a:cubicBezTo>
                        <a:pt x="9190" y="8735"/>
                        <a:pt x="9147" y="8744"/>
                        <a:pt x="9104" y="8755"/>
                      </a:cubicBezTo>
                      <a:cubicBezTo>
                        <a:pt x="8984" y="8750"/>
                        <a:pt x="8984" y="8750"/>
                        <a:pt x="8866" y="8680"/>
                      </a:cubicBezTo>
                      <a:cubicBezTo>
                        <a:pt x="8709" y="8499"/>
                        <a:pt x="8751" y="8245"/>
                        <a:pt x="8755" y="8020"/>
                      </a:cubicBezTo>
                      <a:cubicBezTo>
                        <a:pt x="8756" y="7969"/>
                        <a:pt x="8756" y="7919"/>
                        <a:pt x="8756" y="7867"/>
                      </a:cubicBezTo>
                      <a:cubicBezTo>
                        <a:pt x="8757" y="7733"/>
                        <a:pt x="8759" y="7599"/>
                        <a:pt x="8761" y="7465"/>
                      </a:cubicBezTo>
                      <a:cubicBezTo>
                        <a:pt x="8764" y="7328"/>
                        <a:pt x="8765" y="7191"/>
                        <a:pt x="8766" y="7054"/>
                      </a:cubicBezTo>
                      <a:cubicBezTo>
                        <a:pt x="8768" y="6786"/>
                        <a:pt x="8771" y="6518"/>
                        <a:pt x="8776" y="6250"/>
                      </a:cubicBezTo>
                      <a:cubicBezTo>
                        <a:pt x="8570" y="6250"/>
                        <a:pt x="8363" y="6250"/>
                        <a:pt x="8151" y="6250"/>
                      </a:cubicBezTo>
                      <a:cubicBezTo>
                        <a:pt x="8151" y="7694"/>
                        <a:pt x="8151" y="9137"/>
                        <a:pt x="8151" y="10625"/>
                      </a:cubicBezTo>
                      <a:cubicBezTo>
                        <a:pt x="7526" y="10625"/>
                        <a:pt x="7526" y="10625"/>
                        <a:pt x="7329" y="10507"/>
                      </a:cubicBezTo>
                      <a:cubicBezTo>
                        <a:pt x="6707" y="9835"/>
                        <a:pt x="6829" y="8944"/>
                        <a:pt x="6858" y="8093"/>
                      </a:cubicBezTo>
                      <a:cubicBezTo>
                        <a:pt x="6864" y="7885"/>
                        <a:pt x="6867" y="7676"/>
                        <a:pt x="6870" y="7468"/>
                      </a:cubicBezTo>
                      <a:cubicBezTo>
                        <a:pt x="6877" y="7062"/>
                        <a:pt x="6887" y="6656"/>
                        <a:pt x="6901" y="6250"/>
                      </a:cubicBezTo>
                      <a:cubicBezTo>
                        <a:pt x="6520" y="6397"/>
                        <a:pt x="6520" y="6397"/>
                        <a:pt x="6442" y="6531"/>
                      </a:cubicBezTo>
                      <a:cubicBezTo>
                        <a:pt x="6423" y="6616"/>
                        <a:pt x="6416" y="6696"/>
                        <a:pt x="6412" y="6783"/>
                      </a:cubicBezTo>
                      <a:cubicBezTo>
                        <a:pt x="6410" y="6814"/>
                        <a:pt x="6406" y="6845"/>
                        <a:pt x="6403" y="6877"/>
                      </a:cubicBezTo>
                      <a:cubicBezTo>
                        <a:pt x="6394" y="6976"/>
                        <a:pt x="6386" y="7075"/>
                        <a:pt x="6380" y="7175"/>
                      </a:cubicBezTo>
                      <a:cubicBezTo>
                        <a:pt x="6335" y="7848"/>
                        <a:pt x="6335" y="7848"/>
                        <a:pt x="6179" y="8030"/>
                      </a:cubicBezTo>
                      <a:cubicBezTo>
                        <a:pt x="6141" y="8061"/>
                        <a:pt x="6104" y="8093"/>
                        <a:pt x="6065" y="8125"/>
                      </a:cubicBezTo>
                      <a:cubicBezTo>
                        <a:pt x="5889" y="8273"/>
                        <a:pt x="5834" y="8368"/>
                        <a:pt x="5814" y="8590"/>
                      </a:cubicBezTo>
                      <a:cubicBezTo>
                        <a:pt x="5808" y="8719"/>
                        <a:pt x="5802" y="8848"/>
                        <a:pt x="5798" y="8976"/>
                      </a:cubicBezTo>
                      <a:cubicBezTo>
                        <a:pt x="5774" y="9555"/>
                        <a:pt x="5774" y="9555"/>
                        <a:pt x="5651" y="9792"/>
                      </a:cubicBezTo>
                      <a:cubicBezTo>
                        <a:pt x="5394" y="10010"/>
                        <a:pt x="5051" y="10023"/>
                        <a:pt x="4725" y="10028"/>
                      </a:cubicBezTo>
                      <a:cubicBezTo>
                        <a:pt x="4602" y="9998"/>
                        <a:pt x="4525" y="9960"/>
                        <a:pt x="4441" y="9864"/>
                      </a:cubicBezTo>
                      <a:cubicBezTo>
                        <a:pt x="4355" y="9707"/>
                        <a:pt x="4372" y="9526"/>
                        <a:pt x="4371" y="9352"/>
                      </a:cubicBezTo>
                      <a:cubicBezTo>
                        <a:pt x="4369" y="9263"/>
                        <a:pt x="4365" y="9174"/>
                        <a:pt x="4361" y="9085"/>
                      </a:cubicBezTo>
                      <a:cubicBezTo>
                        <a:pt x="4359" y="9039"/>
                        <a:pt x="4357" y="8993"/>
                        <a:pt x="4356" y="8945"/>
                      </a:cubicBezTo>
                      <a:cubicBezTo>
                        <a:pt x="4295" y="7685"/>
                        <a:pt x="4295" y="7685"/>
                        <a:pt x="3806" y="7210"/>
                      </a:cubicBezTo>
                      <a:cubicBezTo>
                        <a:pt x="3646" y="7068"/>
                        <a:pt x="3477" y="6940"/>
                        <a:pt x="3305" y="6813"/>
                      </a:cubicBezTo>
                      <a:cubicBezTo>
                        <a:pt x="3201" y="6730"/>
                        <a:pt x="3154" y="6679"/>
                        <a:pt x="3119" y="6549"/>
                      </a:cubicBezTo>
                      <a:cubicBezTo>
                        <a:pt x="3119" y="6432"/>
                        <a:pt x="3119" y="6432"/>
                        <a:pt x="3151" y="6250"/>
                      </a:cubicBezTo>
                      <a:cubicBezTo>
                        <a:pt x="2945" y="6250"/>
                        <a:pt x="2738" y="6250"/>
                        <a:pt x="2526" y="6250"/>
                      </a:cubicBezTo>
                      <a:cubicBezTo>
                        <a:pt x="2526" y="6594"/>
                        <a:pt x="2526" y="6938"/>
                        <a:pt x="2526" y="7292"/>
                      </a:cubicBezTo>
                      <a:cubicBezTo>
                        <a:pt x="1776" y="7575"/>
                        <a:pt x="1776" y="7575"/>
                        <a:pt x="1484" y="7500"/>
                      </a:cubicBezTo>
                      <a:cubicBezTo>
                        <a:pt x="1193" y="7232"/>
                        <a:pt x="1070" y="6796"/>
                        <a:pt x="933" y="6434"/>
                      </a:cubicBezTo>
                      <a:cubicBezTo>
                        <a:pt x="827" y="6162"/>
                        <a:pt x="694" y="5902"/>
                        <a:pt x="562" y="5642"/>
                      </a:cubicBezTo>
                      <a:cubicBezTo>
                        <a:pt x="521" y="5561"/>
                        <a:pt x="482" y="5481"/>
                        <a:pt x="443" y="5400"/>
                      </a:cubicBezTo>
                      <a:cubicBezTo>
                        <a:pt x="418" y="5350"/>
                        <a:pt x="394" y="5300"/>
                        <a:pt x="369" y="5250"/>
                      </a:cubicBezTo>
                      <a:cubicBezTo>
                        <a:pt x="348" y="5206"/>
                        <a:pt x="327" y="5163"/>
                        <a:pt x="305" y="5119"/>
                      </a:cubicBezTo>
                      <a:cubicBezTo>
                        <a:pt x="234" y="5000"/>
                        <a:pt x="234" y="5000"/>
                        <a:pt x="127" y="4914"/>
                      </a:cubicBezTo>
                      <a:cubicBezTo>
                        <a:pt x="0" y="4789"/>
                        <a:pt x="1" y="4673"/>
                        <a:pt x="0" y="4501"/>
                      </a:cubicBezTo>
                      <a:cubicBezTo>
                        <a:pt x="1" y="4463"/>
                        <a:pt x="1" y="4425"/>
                        <a:pt x="2" y="4386"/>
                      </a:cubicBezTo>
                      <a:cubicBezTo>
                        <a:pt x="2" y="4345"/>
                        <a:pt x="2" y="4304"/>
                        <a:pt x="2" y="4262"/>
                      </a:cubicBezTo>
                      <a:cubicBezTo>
                        <a:pt x="2" y="4128"/>
                        <a:pt x="4" y="3994"/>
                        <a:pt x="5" y="3860"/>
                      </a:cubicBezTo>
                      <a:cubicBezTo>
                        <a:pt x="6" y="3767"/>
                        <a:pt x="6" y="3674"/>
                        <a:pt x="6" y="3580"/>
                      </a:cubicBezTo>
                      <a:cubicBezTo>
                        <a:pt x="7" y="3336"/>
                        <a:pt x="9" y="3091"/>
                        <a:pt x="11" y="2846"/>
                      </a:cubicBezTo>
                      <a:cubicBezTo>
                        <a:pt x="14" y="2596"/>
                        <a:pt x="15" y="2346"/>
                        <a:pt x="16" y="2096"/>
                      </a:cubicBezTo>
                      <a:cubicBezTo>
                        <a:pt x="18" y="1606"/>
                        <a:pt x="21" y="1115"/>
                        <a:pt x="26" y="625"/>
                      </a:cubicBezTo>
                      <a:cubicBezTo>
                        <a:pt x="127" y="618"/>
                        <a:pt x="228" y="613"/>
                        <a:pt x="329" y="608"/>
                      </a:cubicBezTo>
                      <a:cubicBezTo>
                        <a:pt x="358" y="606"/>
                        <a:pt x="386" y="604"/>
                        <a:pt x="416" y="602"/>
                      </a:cubicBezTo>
                      <a:cubicBezTo>
                        <a:pt x="500" y="599"/>
                        <a:pt x="500" y="599"/>
                        <a:pt x="651" y="625"/>
                      </a:cubicBezTo>
                      <a:cubicBezTo>
                        <a:pt x="750" y="761"/>
                        <a:pt x="807" y="896"/>
                        <a:pt x="844" y="1059"/>
                      </a:cubicBezTo>
                      <a:cubicBezTo>
                        <a:pt x="851" y="1088"/>
                        <a:pt x="857" y="1118"/>
                        <a:pt x="865" y="1148"/>
                      </a:cubicBezTo>
                      <a:cubicBezTo>
                        <a:pt x="871" y="1177"/>
                        <a:pt x="878" y="1207"/>
                        <a:pt x="885" y="1237"/>
                      </a:cubicBezTo>
                      <a:cubicBezTo>
                        <a:pt x="908" y="1324"/>
                        <a:pt x="931" y="1411"/>
                        <a:pt x="955" y="1498"/>
                      </a:cubicBezTo>
                      <a:cubicBezTo>
                        <a:pt x="970" y="1552"/>
                        <a:pt x="984" y="1606"/>
                        <a:pt x="996" y="1661"/>
                      </a:cubicBezTo>
                      <a:cubicBezTo>
                        <a:pt x="1032" y="1803"/>
                        <a:pt x="1061" y="1870"/>
                        <a:pt x="1173" y="1967"/>
                      </a:cubicBezTo>
                      <a:cubicBezTo>
                        <a:pt x="1302" y="2113"/>
                        <a:pt x="1309" y="2224"/>
                        <a:pt x="1312" y="2410"/>
                      </a:cubicBezTo>
                      <a:cubicBezTo>
                        <a:pt x="1313" y="2442"/>
                        <a:pt x="1315" y="2474"/>
                        <a:pt x="1316" y="2507"/>
                      </a:cubicBezTo>
                      <a:cubicBezTo>
                        <a:pt x="1319" y="2577"/>
                        <a:pt x="1322" y="2647"/>
                        <a:pt x="1324" y="2716"/>
                      </a:cubicBezTo>
                      <a:cubicBezTo>
                        <a:pt x="1327" y="2827"/>
                        <a:pt x="1332" y="2937"/>
                        <a:pt x="1337" y="3047"/>
                      </a:cubicBezTo>
                      <a:cubicBezTo>
                        <a:pt x="1352" y="3361"/>
                        <a:pt x="1365" y="3675"/>
                        <a:pt x="1375" y="3988"/>
                      </a:cubicBezTo>
                      <a:cubicBezTo>
                        <a:pt x="1382" y="4180"/>
                        <a:pt x="1390" y="4372"/>
                        <a:pt x="1400" y="4564"/>
                      </a:cubicBezTo>
                      <a:cubicBezTo>
                        <a:pt x="1404" y="4637"/>
                        <a:pt x="1406" y="4711"/>
                        <a:pt x="1408" y="4784"/>
                      </a:cubicBezTo>
                      <a:cubicBezTo>
                        <a:pt x="1410" y="4886"/>
                        <a:pt x="1415" y="4988"/>
                        <a:pt x="1421" y="5090"/>
                      </a:cubicBezTo>
                      <a:cubicBezTo>
                        <a:pt x="1421" y="5105"/>
                        <a:pt x="1421" y="5105"/>
                        <a:pt x="1421" y="5181"/>
                      </a:cubicBezTo>
                      <a:cubicBezTo>
                        <a:pt x="1428" y="5266"/>
                        <a:pt x="1428" y="5266"/>
                        <a:pt x="1484" y="5417"/>
                      </a:cubicBezTo>
                      <a:cubicBezTo>
                        <a:pt x="1622" y="5485"/>
                        <a:pt x="1759" y="5554"/>
                        <a:pt x="1901" y="5625"/>
                      </a:cubicBezTo>
                      <a:cubicBezTo>
                        <a:pt x="1901" y="5075"/>
                        <a:pt x="1901" y="4525"/>
                        <a:pt x="1901" y="3958"/>
                      </a:cubicBezTo>
                      <a:cubicBezTo>
                        <a:pt x="2068" y="3920"/>
                        <a:pt x="2236" y="3881"/>
                        <a:pt x="2409" y="3841"/>
                      </a:cubicBezTo>
                      <a:cubicBezTo>
                        <a:pt x="2461" y="3828"/>
                        <a:pt x="2514" y="3816"/>
                        <a:pt x="2568" y="3803"/>
                      </a:cubicBezTo>
                      <a:cubicBezTo>
                        <a:pt x="2902" y="3731"/>
                        <a:pt x="2902" y="3731"/>
                        <a:pt x="3079" y="3815"/>
                      </a:cubicBezTo>
                      <a:cubicBezTo>
                        <a:pt x="3215" y="4004"/>
                        <a:pt x="3172" y="4272"/>
                        <a:pt x="3164" y="4492"/>
                      </a:cubicBezTo>
                      <a:cubicBezTo>
                        <a:pt x="3163" y="4541"/>
                        <a:pt x="3162" y="4590"/>
                        <a:pt x="3161" y="4640"/>
                      </a:cubicBezTo>
                      <a:cubicBezTo>
                        <a:pt x="3159" y="4760"/>
                        <a:pt x="3155" y="4880"/>
                        <a:pt x="3151" y="5000"/>
                      </a:cubicBezTo>
                      <a:cubicBezTo>
                        <a:pt x="3357" y="5000"/>
                        <a:pt x="3563" y="5000"/>
                        <a:pt x="3776" y="5000"/>
                      </a:cubicBezTo>
                      <a:cubicBezTo>
                        <a:pt x="3776" y="4656"/>
                        <a:pt x="3776" y="4312"/>
                        <a:pt x="3776" y="3958"/>
                      </a:cubicBezTo>
                      <a:cubicBezTo>
                        <a:pt x="3945" y="3918"/>
                        <a:pt x="4114" y="3879"/>
                        <a:pt x="4284" y="3841"/>
                      </a:cubicBezTo>
                      <a:cubicBezTo>
                        <a:pt x="4332" y="3829"/>
                        <a:pt x="4380" y="3818"/>
                        <a:pt x="4429" y="3806"/>
                      </a:cubicBezTo>
                      <a:cubicBezTo>
                        <a:pt x="4452" y="3801"/>
                        <a:pt x="4452" y="3801"/>
                        <a:pt x="4569" y="3775"/>
                      </a:cubicBezTo>
                      <a:cubicBezTo>
                        <a:pt x="4612" y="3765"/>
                        <a:pt x="4654" y="3756"/>
                        <a:pt x="4698" y="3745"/>
                      </a:cubicBezTo>
                      <a:cubicBezTo>
                        <a:pt x="4839" y="3751"/>
                        <a:pt x="4887" y="3793"/>
                        <a:pt x="4982" y="3894"/>
                      </a:cubicBezTo>
                      <a:cubicBezTo>
                        <a:pt x="5060" y="4008"/>
                        <a:pt x="5051" y="4115"/>
                        <a:pt x="5050" y="4250"/>
                      </a:cubicBezTo>
                      <a:cubicBezTo>
                        <a:pt x="5050" y="4278"/>
                        <a:pt x="5050" y="4307"/>
                        <a:pt x="5050" y="4336"/>
                      </a:cubicBezTo>
                      <a:cubicBezTo>
                        <a:pt x="5049" y="4430"/>
                        <a:pt x="5048" y="4523"/>
                        <a:pt x="5046" y="4617"/>
                      </a:cubicBezTo>
                      <a:cubicBezTo>
                        <a:pt x="5046" y="4682"/>
                        <a:pt x="5045" y="4747"/>
                        <a:pt x="5045" y="4812"/>
                      </a:cubicBezTo>
                      <a:cubicBezTo>
                        <a:pt x="5045" y="4983"/>
                        <a:pt x="5042" y="5154"/>
                        <a:pt x="5040" y="5325"/>
                      </a:cubicBezTo>
                      <a:cubicBezTo>
                        <a:pt x="5038" y="5499"/>
                        <a:pt x="5037" y="5674"/>
                        <a:pt x="5036" y="5848"/>
                      </a:cubicBezTo>
                      <a:cubicBezTo>
                        <a:pt x="5034" y="6191"/>
                        <a:pt x="5030" y="6533"/>
                        <a:pt x="5026" y="6875"/>
                      </a:cubicBezTo>
                      <a:cubicBezTo>
                        <a:pt x="5180" y="6824"/>
                        <a:pt x="5313" y="6766"/>
                        <a:pt x="5442" y="6667"/>
                      </a:cubicBezTo>
                      <a:cubicBezTo>
                        <a:pt x="5509" y="6516"/>
                        <a:pt x="5510" y="6369"/>
                        <a:pt x="5514" y="6205"/>
                      </a:cubicBezTo>
                      <a:cubicBezTo>
                        <a:pt x="5517" y="6160"/>
                        <a:pt x="5520" y="6115"/>
                        <a:pt x="5523" y="6069"/>
                      </a:cubicBezTo>
                      <a:cubicBezTo>
                        <a:pt x="5533" y="5925"/>
                        <a:pt x="5540" y="5782"/>
                        <a:pt x="5547" y="5638"/>
                      </a:cubicBezTo>
                      <a:cubicBezTo>
                        <a:pt x="5593" y="4628"/>
                        <a:pt x="5593" y="4628"/>
                        <a:pt x="5746" y="4444"/>
                      </a:cubicBezTo>
                      <a:cubicBezTo>
                        <a:pt x="5857" y="4343"/>
                        <a:pt x="5857" y="4343"/>
                        <a:pt x="5970" y="4257"/>
                      </a:cubicBezTo>
                      <a:cubicBezTo>
                        <a:pt x="6153" y="4088"/>
                        <a:pt x="6165" y="3857"/>
                        <a:pt x="6198" y="3620"/>
                      </a:cubicBezTo>
                      <a:cubicBezTo>
                        <a:pt x="6206" y="3572"/>
                        <a:pt x="6214" y="3524"/>
                        <a:pt x="6222" y="3475"/>
                      </a:cubicBezTo>
                      <a:cubicBezTo>
                        <a:pt x="6241" y="3359"/>
                        <a:pt x="6259" y="3242"/>
                        <a:pt x="6276" y="3125"/>
                      </a:cubicBezTo>
                      <a:cubicBezTo>
                        <a:pt x="6704" y="3053"/>
                        <a:pt x="6704" y="3053"/>
                        <a:pt x="6901" y="3125"/>
                      </a:cubicBezTo>
                      <a:cubicBezTo>
                        <a:pt x="7042" y="3309"/>
                        <a:pt x="7084" y="3514"/>
                        <a:pt x="7135" y="3737"/>
                      </a:cubicBezTo>
                      <a:cubicBezTo>
                        <a:pt x="7158" y="3824"/>
                        <a:pt x="7181" y="3911"/>
                        <a:pt x="7205" y="3998"/>
                      </a:cubicBezTo>
                      <a:cubicBezTo>
                        <a:pt x="7220" y="4052"/>
                        <a:pt x="7234" y="4106"/>
                        <a:pt x="7246" y="4161"/>
                      </a:cubicBezTo>
                      <a:cubicBezTo>
                        <a:pt x="7283" y="4306"/>
                        <a:pt x="7318" y="4375"/>
                        <a:pt x="7426" y="4482"/>
                      </a:cubicBezTo>
                      <a:cubicBezTo>
                        <a:pt x="7526" y="4583"/>
                        <a:pt x="7526" y="4583"/>
                        <a:pt x="7550" y="4703"/>
                      </a:cubicBezTo>
                      <a:cubicBezTo>
                        <a:pt x="7548" y="4745"/>
                        <a:pt x="7547" y="4788"/>
                        <a:pt x="7546" y="4831"/>
                      </a:cubicBezTo>
                      <a:cubicBezTo>
                        <a:pt x="7545" y="4878"/>
                        <a:pt x="7545" y="4924"/>
                        <a:pt x="7544" y="4972"/>
                      </a:cubicBezTo>
                      <a:cubicBezTo>
                        <a:pt x="7543" y="4996"/>
                        <a:pt x="7543" y="4996"/>
                        <a:pt x="7539" y="5117"/>
                      </a:cubicBezTo>
                      <a:cubicBezTo>
                        <a:pt x="7538" y="5166"/>
                        <a:pt x="7537" y="5215"/>
                        <a:pt x="7536" y="5265"/>
                      </a:cubicBezTo>
                      <a:cubicBezTo>
                        <a:pt x="7534" y="5385"/>
                        <a:pt x="7530" y="5505"/>
                        <a:pt x="7526" y="5625"/>
                      </a:cubicBezTo>
                      <a:cubicBezTo>
                        <a:pt x="7732" y="5625"/>
                        <a:pt x="7938" y="5625"/>
                        <a:pt x="8151" y="5625"/>
                      </a:cubicBezTo>
                      <a:cubicBezTo>
                        <a:pt x="8131" y="5395"/>
                        <a:pt x="8109" y="5165"/>
                        <a:pt x="8085" y="4936"/>
                      </a:cubicBezTo>
                      <a:cubicBezTo>
                        <a:pt x="8077" y="4858"/>
                        <a:pt x="8070" y="4780"/>
                        <a:pt x="8063" y="4702"/>
                      </a:cubicBezTo>
                      <a:cubicBezTo>
                        <a:pt x="8053" y="4589"/>
                        <a:pt x="8041" y="4476"/>
                        <a:pt x="8029" y="4364"/>
                      </a:cubicBezTo>
                      <a:cubicBezTo>
                        <a:pt x="8026" y="4329"/>
                        <a:pt x="8024" y="4295"/>
                        <a:pt x="8021" y="4260"/>
                      </a:cubicBezTo>
                      <a:cubicBezTo>
                        <a:pt x="7991" y="4018"/>
                        <a:pt x="7915" y="3923"/>
                        <a:pt x="7731" y="3764"/>
                      </a:cubicBezTo>
                      <a:cubicBezTo>
                        <a:pt x="7551" y="3596"/>
                        <a:pt x="7495" y="3493"/>
                        <a:pt x="7479" y="3246"/>
                      </a:cubicBezTo>
                      <a:cubicBezTo>
                        <a:pt x="7477" y="3133"/>
                        <a:pt x="7481" y="3021"/>
                        <a:pt x="7485" y="2909"/>
                      </a:cubicBezTo>
                      <a:cubicBezTo>
                        <a:pt x="7486" y="2848"/>
                        <a:pt x="7486" y="2788"/>
                        <a:pt x="7487" y="2728"/>
                      </a:cubicBezTo>
                      <a:cubicBezTo>
                        <a:pt x="7489" y="2571"/>
                        <a:pt x="7492" y="2414"/>
                        <a:pt x="7497" y="2257"/>
                      </a:cubicBezTo>
                      <a:cubicBezTo>
                        <a:pt x="7501" y="2097"/>
                        <a:pt x="7503" y="1936"/>
                        <a:pt x="7505" y="1776"/>
                      </a:cubicBezTo>
                      <a:cubicBezTo>
                        <a:pt x="7510" y="1461"/>
                        <a:pt x="7517" y="1147"/>
                        <a:pt x="7526" y="833"/>
                      </a:cubicBezTo>
                      <a:cubicBezTo>
                        <a:pt x="7695" y="792"/>
                        <a:pt x="7864" y="754"/>
                        <a:pt x="8034" y="716"/>
                      </a:cubicBezTo>
                      <a:cubicBezTo>
                        <a:pt x="8082" y="704"/>
                        <a:pt x="8130" y="693"/>
                        <a:pt x="8179" y="681"/>
                      </a:cubicBezTo>
                      <a:cubicBezTo>
                        <a:pt x="8225" y="671"/>
                        <a:pt x="8271" y="661"/>
                        <a:pt x="8319" y="650"/>
                      </a:cubicBezTo>
                      <a:cubicBezTo>
                        <a:pt x="8362" y="640"/>
                        <a:pt x="8404" y="631"/>
                        <a:pt x="8448" y="620"/>
                      </a:cubicBezTo>
                      <a:cubicBezTo>
                        <a:pt x="8567" y="625"/>
                        <a:pt x="8567" y="625"/>
                        <a:pt x="8685" y="704"/>
                      </a:cubicBezTo>
                      <a:cubicBezTo>
                        <a:pt x="8816" y="855"/>
                        <a:pt x="8809" y="1021"/>
                        <a:pt x="8812" y="1214"/>
                      </a:cubicBezTo>
                      <a:cubicBezTo>
                        <a:pt x="8813" y="1252"/>
                        <a:pt x="8815" y="1290"/>
                        <a:pt x="8816" y="1329"/>
                      </a:cubicBezTo>
                      <a:cubicBezTo>
                        <a:pt x="8819" y="1411"/>
                        <a:pt x="8822" y="1493"/>
                        <a:pt x="8824" y="1576"/>
                      </a:cubicBezTo>
                      <a:cubicBezTo>
                        <a:pt x="8827" y="1706"/>
                        <a:pt x="8832" y="1837"/>
                        <a:pt x="8837" y="1967"/>
                      </a:cubicBezTo>
                      <a:cubicBezTo>
                        <a:pt x="8852" y="2338"/>
                        <a:pt x="8864" y="2709"/>
                        <a:pt x="8875" y="3080"/>
                      </a:cubicBezTo>
                      <a:cubicBezTo>
                        <a:pt x="8882" y="3308"/>
                        <a:pt x="8890" y="3535"/>
                        <a:pt x="8900" y="3762"/>
                      </a:cubicBezTo>
                      <a:cubicBezTo>
                        <a:pt x="8904" y="3848"/>
                        <a:pt x="8906" y="3935"/>
                        <a:pt x="8908" y="4021"/>
                      </a:cubicBezTo>
                      <a:cubicBezTo>
                        <a:pt x="8924" y="4768"/>
                        <a:pt x="8924" y="4768"/>
                        <a:pt x="9137" y="4988"/>
                      </a:cubicBezTo>
                      <a:cubicBezTo>
                        <a:pt x="9191" y="5036"/>
                        <a:pt x="9250" y="5080"/>
                        <a:pt x="9309" y="5123"/>
                      </a:cubicBezTo>
                      <a:cubicBezTo>
                        <a:pt x="9430" y="5236"/>
                        <a:pt x="9433" y="5314"/>
                        <a:pt x="9441" y="5477"/>
                      </a:cubicBezTo>
                      <a:cubicBezTo>
                        <a:pt x="9439" y="5570"/>
                        <a:pt x="9434" y="5663"/>
                        <a:pt x="9427" y="5755"/>
                      </a:cubicBezTo>
                      <a:cubicBezTo>
                        <a:pt x="9425" y="5803"/>
                        <a:pt x="9423" y="5851"/>
                        <a:pt x="9421" y="5900"/>
                      </a:cubicBezTo>
                      <a:cubicBezTo>
                        <a:pt x="9416" y="6017"/>
                        <a:pt x="9409" y="6133"/>
                        <a:pt x="9401" y="6250"/>
                      </a:cubicBezTo>
                      <a:cubicBezTo>
                        <a:pt x="9607" y="6250"/>
                        <a:pt x="9813" y="6250"/>
                        <a:pt x="10026" y="6250"/>
                      </a:cubicBezTo>
                      <a:cubicBezTo>
                        <a:pt x="10021" y="6180"/>
                        <a:pt x="10016" y="6109"/>
                        <a:pt x="10011" y="6037"/>
                      </a:cubicBezTo>
                      <a:cubicBezTo>
                        <a:pt x="10007" y="5943"/>
                        <a:pt x="10004" y="5849"/>
                        <a:pt x="10000" y="5755"/>
                      </a:cubicBezTo>
                      <a:cubicBezTo>
                        <a:pt x="9996" y="5709"/>
                        <a:pt x="9993" y="5663"/>
                        <a:pt x="9989" y="5615"/>
                      </a:cubicBezTo>
                      <a:cubicBezTo>
                        <a:pt x="9979" y="5260"/>
                        <a:pt x="9979" y="5260"/>
                        <a:pt x="10118" y="5107"/>
                      </a:cubicBezTo>
                      <a:cubicBezTo>
                        <a:pt x="10156" y="5076"/>
                        <a:pt x="10193" y="5045"/>
                        <a:pt x="10232" y="5012"/>
                      </a:cubicBezTo>
                      <a:cubicBezTo>
                        <a:pt x="10407" y="4859"/>
                        <a:pt x="10468" y="4760"/>
                        <a:pt x="10488" y="4534"/>
                      </a:cubicBezTo>
                      <a:cubicBezTo>
                        <a:pt x="10494" y="4406"/>
                        <a:pt x="10499" y="4277"/>
                        <a:pt x="10503" y="4149"/>
                      </a:cubicBezTo>
                      <a:cubicBezTo>
                        <a:pt x="10528" y="3570"/>
                        <a:pt x="10528" y="3570"/>
                        <a:pt x="10651" y="3333"/>
                      </a:cubicBezTo>
                      <a:cubicBezTo>
                        <a:pt x="10908" y="3115"/>
                        <a:pt x="11251" y="3102"/>
                        <a:pt x="11576" y="3097"/>
                      </a:cubicBezTo>
                      <a:cubicBezTo>
                        <a:pt x="11741" y="3136"/>
                        <a:pt x="11800" y="3199"/>
                        <a:pt x="11901" y="3333"/>
                      </a:cubicBezTo>
                      <a:cubicBezTo>
                        <a:pt x="11939" y="3445"/>
                        <a:pt x="11954" y="3556"/>
                        <a:pt x="11967" y="3673"/>
                      </a:cubicBezTo>
                      <a:cubicBezTo>
                        <a:pt x="11971" y="3705"/>
                        <a:pt x="11975" y="3737"/>
                        <a:pt x="11980" y="3770"/>
                      </a:cubicBezTo>
                      <a:cubicBezTo>
                        <a:pt x="11993" y="3872"/>
                        <a:pt x="12006" y="3974"/>
                        <a:pt x="12018" y="4075"/>
                      </a:cubicBezTo>
                      <a:cubicBezTo>
                        <a:pt x="12027" y="4145"/>
                        <a:pt x="12036" y="4214"/>
                        <a:pt x="12045" y="4284"/>
                      </a:cubicBezTo>
                      <a:cubicBezTo>
                        <a:pt x="12067" y="4453"/>
                        <a:pt x="12089" y="4622"/>
                        <a:pt x="12109" y="4792"/>
                      </a:cubicBezTo>
                      <a:cubicBezTo>
                        <a:pt x="13231" y="4634"/>
                        <a:pt x="13231" y="4634"/>
                        <a:pt x="13484" y="4321"/>
                      </a:cubicBezTo>
                      <a:cubicBezTo>
                        <a:pt x="13702" y="3952"/>
                        <a:pt x="13837" y="3524"/>
                        <a:pt x="13984" y="3125"/>
                      </a:cubicBezTo>
                      <a:cubicBezTo>
                        <a:pt x="14328" y="3194"/>
                        <a:pt x="14672" y="3262"/>
                        <a:pt x="15026" y="3333"/>
                      </a:cubicBezTo>
                      <a:cubicBezTo>
                        <a:pt x="15026" y="4296"/>
                        <a:pt x="15026" y="5258"/>
                        <a:pt x="15026" y="6250"/>
                      </a:cubicBezTo>
                      <a:cubicBezTo>
                        <a:pt x="15232" y="6250"/>
                        <a:pt x="15438" y="6250"/>
                        <a:pt x="15651" y="6250"/>
                      </a:cubicBezTo>
                      <a:cubicBezTo>
                        <a:pt x="15639" y="6187"/>
                        <a:pt x="15627" y="6124"/>
                        <a:pt x="15614" y="6059"/>
                      </a:cubicBezTo>
                      <a:cubicBezTo>
                        <a:pt x="15576" y="5765"/>
                        <a:pt x="15559" y="5491"/>
                        <a:pt x="15651" y="5208"/>
                      </a:cubicBezTo>
                      <a:cubicBezTo>
                        <a:pt x="15782" y="5061"/>
                        <a:pt x="15935" y="4953"/>
                        <a:pt x="16092" y="4835"/>
                      </a:cubicBezTo>
                      <a:cubicBezTo>
                        <a:pt x="16484" y="4530"/>
                        <a:pt x="16725" y="4214"/>
                        <a:pt x="16794" y="3715"/>
                      </a:cubicBezTo>
                      <a:cubicBezTo>
                        <a:pt x="16848" y="3236"/>
                        <a:pt x="16849" y="2754"/>
                        <a:pt x="16849" y="2272"/>
                      </a:cubicBezTo>
                      <a:cubicBezTo>
                        <a:pt x="16849" y="1953"/>
                        <a:pt x="16858" y="1635"/>
                        <a:pt x="16866" y="1316"/>
                      </a:cubicBezTo>
                      <a:cubicBezTo>
                        <a:pt x="16870" y="1147"/>
                        <a:pt x="16872" y="978"/>
                        <a:pt x="16872" y="809"/>
                      </a:cubicBezTo>
                      <a:cubicBezTo>
                        <a:pt x="16873" y="732"/>
                        <a:pt x="16874" y="655"/>
                        <a:pt x="16875" y="579"/>
                      </a:cubicBezTo>
                      <a:cubicBezTo>
                        <a:pt x="16874" y="544"/>
                        <a:pt x="16874" y="510"/>
                        <a:pt x="16873" y="474"/>
                      </a:cubicBezTo>
                      <a:cubicBezTo>
                        <a:pt x="16874" y="442"/>
                        <a:pt x="16874" y="410"/>
                        <a:pt x="16875" y="377"/>
                      </a:cubicBezTo>
                      <a:cubicBezTo>
                        <a:pt x="16875" y="349"/>
                        <a:pt x="16875" y="321"/>
                        <a:pt x="16875" y="293"/>
                      </a:cubicBezTo>
                      <a:cubicBezTo>
                        <a:pt x="16901" y="208"/>
                        <a:pt x="16901" y="208"/>
                        <a:pt x="17109" y="0"/>
                      </a:cubicBezTo>
                      <a:close/>
                    </a:path>
                  </a:pathLst>
                </a:custGeom>
                <a:solidFill>
                  <a:srgbClr val="7B82E4"/>
                </a:solidFill>
                <a:ln w="2646" cap="flat">
                  <a:noFill/>
                </a:ln>
              </p:spPr>
            </p:sp>
            <p:sp>
              <p:nvSpPr>
                <p:cNvPr id="3484" name="ICON_OUT_WAVE_GRAPHIC_path_005"/>
                <p:cNvSpPr/>
                <p:nvPr/>
              </p:nvSpPr>
              <p:spPr>
                <a:xfrm>
                  <a:off x="9680930" y="3429000"/>
                  <a:ext cx="376671" cy="1270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659" h="10005" fill="norm" stroke="0">
                      <a:moveTo>
                        <a:pt x="9180" y="0"/>
                      </a:moveTo>
                      <a:cubicBezTo>
                        <a:pt x="9352" y="34"/>
                        <a:pt x="9352" y="34"/>
                        <a:pt x="10222" y="208"/>
                      </a:cubicBezTo>
                      <a:cubicBezTo>
                        <a:pt x="10222" y="965"/>
                        <a:pt x="10222" y="1721"/>
                        <a:pt x="10222" y="2500"/>
                      </a:cubicBezTo>
                      <a:cubicBezTo>
                        <a:pt x="10635" y="2500"/>
                        <a:pt x="11047" y="2500"/>
                        <a:pt x="11472" y="2500"/>
                      </a:cubicBezTo>
                      <a:cubicBezTo>
                        <a:pt x="11466" y="2601"/>
                        <a:pt x="11466" y="2601"/>
                        <a:pt x="11433" y="3112"/>
                      </a:cubicBezTo>
                      <a:cubicBezTo>
                        <a:pt x="11415" y="3682"/>
                        <a:pt x="11415" y="3682"/>
                        <a:pt x="11533" y="3823"/>
                      </a:cubicBezTo>
                      <a:cubicBezTo>
                        <a:pt x="11670" y="3896"/>
                        <a:pt x="11806" y="3910"/>
                        <a:pt x="11958" y="3928"/>
                      </a:cubicBezTo>
                      <a:cubicBezTo>
                        <a:pt x="12004" y="3938"/>
                        <a:pt x="12050" y="3948"/>
                        <a:pt x="12097" y="3958"/>
                      </a:cubicBezTo>
                      <a:cubicBezTo>
                        <a:pt x="12157" y="4105"/>
                        <a:pt x="12136" y="4225"/>
                        <a:pt x="12097" y="4375"/>
                      </a:cubicBezTo>
                      <a:cubicBezTo>
                        <a:pt x="12306" y="4425"/>
                        <a:pt x="12520" y="4470"/>
                        <a:pt x="12722" y="4375"/>
                      </a:cubicBezTo>
                      <a:cubicBezTo>
                        <a:pt x="12879" y="4200"/>
                        <a:pt x="12961" y="3979"/>
                        <a:pt x="13049" y="3765"/>
                      </a:cubicBezTo>
                      <a:cubicBezTo>
                        <a:pt x="13064" y="3728"/>
                        <a:pt x="13079" y="3692"/>
                        <a:pt x="13095" y="3654"/>
                      </a:cubicBezTo>
                      <a:cubicBezTo>
                        <a:pt x="13139" y="3542"/>
                        <a:pt x="13139" y="3542"/>
                        <a:pt x="13174" y="3421"/>
                      </a:cubicBezTo>
                      <a:cubicBezTo>
                        <a:pt x="13215" y="3306"/>
                        <a:pt x="13215" y="3306"/>
                        <a:pt x="13347" y="3125"/>
                      </a:cubicBezTo>
                      <a:cubicBezTo>
                        <a:pt x="13553" y="3125"/>
                        <a:pt x="13760" y="3125"/>
                        <a:pt x="13972" y="3125"/>
                      </a:cubicBezTo>
                      <a:cubicBezTo>
                        <a:pt x="13972" y="3538"/>
                        <a:pt x="13972" y="3950"/>
                        <a:pt x="13972" y="4375"/>
                      </a:cubicBezTo>
                      <a:cubicBezTo>
                        <a:pt x="14797" y="4375"/>
                        <a:pt x="15622" y="4375"/>
                        <a:pt x="16472" y="4375"/>
                      </a:cubicBezTo>
                      <a:cubicBezTo>
                        <a:pt x="16472" y="3550"/>
                        <a:pt x="16472" y="2725"/>
                        <a:pt x="16472" y="1875"/>
                      </a:cubicBezTo>
                      <a:cubicBezTo>
                        <a:pt x="17097" y="1875"/>
                        <a:pt x="17097" y="1875"/>
                        <a:pt x="17294" y="2004"/>
                      </a:cubicBezTo>
                      <a:cubicBezTo>
                        <a:pt x="17372" y="2094"/>
                        <a:pt x="17372" y="2094"/>
                        <a:pt x="17446" y="2197"/>
                      </a:cubicBezTo>
                      <a:cubicBezTo>
                        <a:pt x="17459" y="2215"/>
                        <a:pt x="17459" y="2215"/>
                        <a:pt x="17526" y="2307"/>
                      </a:cubicBezTo>
                      <a:cubicBezTo>
                        <a:pt x="17867" y="2849"/>
                        <a:pt x="17791" y="3503"/>
                        <a:pt x="17765" y="4118"/>
                      </a:cubicBezTo>
                      <a:cubicBezTo>
                        <a:pt x="17759" y="4288"/>
                        <a:pt x="17756" y="4458"/>
                        <a:pt x="17753" y="4629"/>
                      </a:cubicBezTo>
                      <a:cubicBezTo>
                        <a:pt x="17746" y="4961"/>
                        <a:pt x="17735" y="5293"/>
                        <a:pt x="17722" y="5625"/>
                      </a:cubicBezTo>
                      <a:cubicBezTo>
                        <a:pt x="17825" y="5629"/>
                        <a:pt x="17928" y="5631"/>
                        <a:pt x="18030" y="5634"/>
                      </a:cubicBezTo>
                      <a:cubicBezTo>
                        <a:pt x="18059" y="5635"/>
                        <a:pt x="18089" y="5636"/>
                        <a:pt x="18119" y="5637"/>
                      </a:cubicBezTo>
                      <a:cubicBezTo>
                        <a:pt x="18204" y="5638"/>
                        <a:pt x="18204" y="5638"/>
                        <a:pt x="18347" y="5625"/>
                      </a:cubicBezTo>
                      <a:cubicBezTo>
                        <a:pt x="18414" y="5494"/>
                        <a:pt x="18422" y="5451"/>
                        <a:pt x="18425" y="5312"/>
                      </a:cubicBezTo>
                      <a:cubicBezTo>
                        <a:pt x="18444" y="5187"/>
                        <a:pt x="18465" y="5092"/>
                        <a:pt x="18555" y="5000"/>
                      </a:cubicBezTo>
                      <a:cubicBezTo>
                        <a:pt x="18891" y="4909"/>
                        <a:pt x="19260" y="4974"/>
                        <a:pt x="19597" y="5000"/>
                      </a:cubicBezTo>
                      <a:cubicBezTo>
                        <a:pt x="19597" y="4656"/>
                        <a:pt x="19597" y="4312"/>
                        <a:pt x="19597" y="3958"/>
                      </a:cubicBezTo>
                      <a:cubicBezTo>
                        <a:pt x="19941" y="3890"/>
                        <a:pt x="20285" y="3821"/>
                        <a:pt x="20639" y="3750"/>
                      </a:cubicBezTo>
                      <a:cubicBezTo>
                        <a:pt x="20660" y="3853"/>
                        <a:pt x="20682" y="3956"/>
                        <a:pt x="20704" y="4062"/>
                      </a:cubicBezTo>
                      <a:cubicBezTo>
                        <a:pt x="20736" y="4180"/>
                        <a:pt x="20769" y="4280"/>
                        <a:pt x="20847" y="4375"/>
                      </a:cubicBezTo>
                      <a:cubicBezTo>
                        <a:pt x="21043" y="4456"/>
                        <a:pt x="21269" y="4409"/>
                        <a:pt x="21472" y="4375"/>
                      </a:cubicBezTo>
                      <a:cubicBezTo>
                        <a:pt x="21469" y="4348"/>
                        <a:pt x="21466" y="4321"/>
                        <a:pt x="21462" y="4293"/>
                      </a:cubicBezTo>
                      <a:cubicBezTo>
                        <a:pt x="21405" y="3745"/>
                        <a:pt x="21413" y="3309"/>
                        <a:pt x="21745" y="2852"/>
                      </a:cubicBezTo>
                      <a:cubicBezTo>
                        <a:pt x="21758" y="2834"/>
                        <a:pt x="21758" y="2834"/>
                        <a:pt x="21820" y="2744"/>
                      </a:cubicBezTo>
                      <a:cubicBezTo>
                        <a:pt x="21899" y="2646"/>
                        <a:pt x="21899" y="2646"/>
                        <a:pt x="22097" y="2500"/>
                      </a:cubicBezTo>
                      <a:cubicBezTo>
                        <a:pt x="22303" y="2500"/>
                        <a:pt x="22510" y="2500"/>
                        <a:pt x="22722" y="2500"/>
                      </a:cubicBezTo>
                      <a:cubicBezTo>
                        <a:pt x="22722" y="2913"/>
                        <a:pt x="22722" y="3325"/>
                        <a:pt x="22722" y="3750"/>
                      </a:cubicBezTo>
                      <a:cubicBezTo>
                        <a:pt x="22928" y="3750"/>
                        <a:pt x="23135" y="3750"/>
                        <a:pt x="23347" y="3750"/>
                      </a:cubicBezTo>
                      <a:cubicBezTo>
                        <a:pt x="23342" y="3680"/>
                        <a:pt x="23338" y="3609"/>
                        <a:pt x="23332" y="3537"/>
                      </a:cubicBezTo>
                      <a:cubicBezTo>
                        <a:pt x="23296" y="2783"/>
                        <a:pt x="23296" y="2783"/>
                        <a:pt x="23433" y="2583"/>
                      </a:cubicBezTo>
                      <a:cubicBezTo>
                        <a:pt x="23507" y="2527"/>
                        <a:pt x="23582" y="2471"/>
                        <a:pt x="23657" y="2417"/>
                      </a:cubicBezTo>
                      <a:cubicBezTo>
                        <a:pt x="23927" y="2167"/>
                        <a:pt x="23922" y="1593"/>
                        <a:pt x="23972" y="1250"/>
                      </a:cubicBezTo>
                      <a:cubicBezTo>
                        <a:pt x="24178" y="1250"/>
                        <a:pt x="24385" y="1250"/>
                        <a:pt x="24597" y="1250"/>
                      </a:cubicBezTo>
                      <a:cubicBezTo>
                        <a:pt x="24594" y="1306"/>
                        <a:pt x="24591" y="1361"/>
                        <a:pt x="24587" y="1419"/>
                      </a:cubicBezTo>
                      <a:cubicBezTo>
                        <a:pt x="24576" y="1626"/>
                        <a:pt x="24569" y="1832"/>
                        <a:pt x="24563" y="2040"/>
                      </a:cubicBezTo>
                      <a:cubicBezTo>
                        <a:pt x="24560" y="2129"/>
                        <a:pt x="24555" y="2219"/>
                        <a:pt x="24550" y="2308"/>
                      </a:cubicBezTo>
                      <a:cubicBezTo>
                        <a:pt x="24514" y="2921"/>
                        <a:pt x="24514" y="2921"/>
                        <a:pt x="24597" y="3125"/>
                      </a:cubicBezTo>
                      <a:cubicBezTo>
                        <a:pt x="24717" y="3180"/>
                        <a:pt x="24784" y="3201"/>
                        <a:pt x="24910" y="3216"/>
                      </a:cubicBezTo>
                      <a:cubicBezTo>
                        <a:pt x="25033" y="3233"/>
                        <a:pt x="25127" y="3250"/>
                        <a:pt x="25222" y="3333"/>
                      </a:cubicBezTo>
                      <a:cubicBezTo>
                        <a:pt x="25335" y="3670"/>
                        <a:pt x="25283" y="4059"/>
                        <a:pt x="25265" y="4410"/>
                      </a:cubicBezTo>
                      <a:cubicBezTo>
                        <a:pt x="25259" y="4547"/>
                        <a:pt x="25256" y="4684"/>
                        <a:pt x="25253" y="4821"/>
                      </a:cubicBezTo>
                      <a:cubicBezTo>
                        <a:pt x="25246" y="5089"/>
                        <a:pt x="25235" y="5357"/>
                        <a:pt x="25222" y="5625"/>
                      </a:cubicBezTo>
                      <a:cubicBezTo>
                        <a:pt x="25428" y="5625"/>
                        <a:pt x="25635" y="5625"/>
                        <a:pt x="25847" y="5625"/>
                      </a:cubicBezTo>
                      <a:cubicBezTo>
                        <a:pt x="25840" y="5559"/>
                        <a:pt x="25832" y="5494"/>
                        <a:pt x="25825" y="5426"/>
                      </a:cubicBezTo>
                      <a:cubicBezTo>
                        <a:pt x="25786" y="4913"/>
                        <a:pt x="25810" y="4527"/>
                        <a:pt x="26120" y="4102"/>
                      </a:cubicBezTo>
                      <a:cubicBezTo>
                        <a:pt x="26133" y="4084"/>
                        <a:pt x="26133" y="4084"/>
                        <a:pt x="26195" y="3994"/>
                      </a:cubicBezTo>
                      <a:cubicBezTo>
                        <a:pt x="26297" y="3868"/>
                        <a:pt x="26384" y="3767"/>
                        <a:pt x="26549" y="3735"/>
                      </a:cubicBezTo>
                      <a:cubicBezTo>
                        <a:pt x="26733" y="3720"/>
                        <a:pt x="26914" y="3732"/>
                        <a:pt x="27097" y="3750"/>
                      </a:cubicBezTo>
                      <a:cubicBezTo>
                        <a:pt x="27094" y="3787"/>
                        <a:pt x="27091" y="3824"/>
                        <a:pt x="27087" y="3861"/>
                      </a:cubicBezTo>
                      <a:cubicBezTo>
                        <a:pt x="27007" y="4893"/>
                        <a:pt x="27007" y="4893"/>
                        <a:pt x="27158" y="5073"/>
                      </a:cubicBezTo>
                      <a:cubicBezTo>
                        <a:pt x="27295" y="5146"/>
                        <a:pt x="27431" y="5160"/>
                        <a:pt x="27583" y="5178"/>
                      </a:cubicBezTo>
                      <a:cubicBezTo>
                        <a:pt x="27629" y="5188"/>
                        <a:pt x="27675" y="5198"/>
                        <a:pt x="27722" y="5208"/>
                      </a:cubicBezTo>
                      <a:cubicBezTo>
                        <a:pt x="27786" y="5366"/>
                        <a:pt x="27756" y="5455"/>
                        <a:pt x="27722" y="5625"/>
                      </a:cubicBezTo>
                      <a:cubicBezTo>
                        <a:pt x="27928" y="5625"/>
                        <a:pt x="28135" y="5625"/>
                        <a:pt x="28347" y="5625"/>
                      </a:cubicBezTo>
                      <a:cubicBezTo>
                        <a:pt x="28347" y="4044"/>
                        <a:pt x="28347" y="2462"/>
                        <a:pt x="28347" y="833"/>
                      </a:cubicBezTo>
                      <a:cubicBezTo>
                        <a:pt x="28691" y="765"/>
                        <a:pt x="29035" y="696"/>
                        <a:pt x="29389" y="625"/>
                      </a:cubicBezTo>
                      <a:cubicBezTo>
                        <a:pt x="29623" y="860"/>
                        <a:pt x="29623" y="860"/>
                        <a:pt x="29627" y="1099"/>
                      </a:cubicBezTo>
                      <a:cubicBezTo>
                        <a:pt x="29628" y="1125"/>
                        <a:pt x="29629" y="1151"/>
                        <a:pt x="29629" y="1177"/>
                      </a:cubicBezTo>
                      <a:cubicBezTo>
                        <a:pt x="29631" y="1262"/>
                        <a:pt x="29632" y="1347"/>
                        <a:pt x="29632" y="1431"/>
                      </a:cubicBezTo>
                      <a:cubicBezTo>
                        <a:pt x="29633" y="1491"/>
                        <a:pt x="29634" y="1550"/>
                        <a:pt x="29634" y="1610"/>
                      </a:cubicBezTo>
                      <a:cubicBezTo>
                        <a:pt x="29635" y="1734"/>
                        <a:pt x="29636" y="1859"/>
                        <a:pt x="29636" y="1983"/>
                      </a:cubicBezTo>
                      <a:cubicBezTo>
                        <a:pt x="29636" y="2142"/>
                        <a:pt x="29639" y="2300"/>
                        <a:pt x="29642" y="2459"/>
                      </a:cubicBezTo>
                      <a:cubicBezTo>
                        <a:pt x="29644" y="2582"/>
                        <a:pt x="29645" y="2704"/>
                        <a:pt x="29645" y="2827"/>
                      </a:cubicBezTo>
                      <a:cubicBezTo>
                        <a:pt x="29645" y="2886"/>
                        <a:pt x="29646" y="2944"/>
                        <a:pt x="29648" y="3002"/>
                      </a:cubicBezTo>
                      <a:cubicBezTo>
                        <a:pt x="29659" y="3466"/>
                        <a:pt x="29659" y="3466"/>
                        <a:pt x="29504" y="3656"/>
                      </a:cubicBezTo>
                      <a:cubicBezTo>
                        <a:pt x="29429" y="3724"/>
                        <a:pt x="29353" y="3791"/>
                        <a:pt x="29276" y="3858"/>
                      </a:cubicBezTo>
                      <a:cubicBezTo>
                        <a:pt x="29112" y="4030"/>
                        <a:pt x="29115" y="4211"/>
                        <a:pt x="29109" y="4440"/>
                      </a:cubicBezTo>
                      <a:cubicBezTo>
                        <a:pt x="29107" y="4462"/>
                        <a:pt x="29107" y="4462"/>
                        <a:pt x="29100" y="4575"/>
                      </a:cubicBezTo>
                      <a:cubicBezTo>
                        <a:pt x="29090" y="4717"/>
                        <a:pt x="29083" y="4858"/>
                        <a:pt x="29076" y="5000"/>
                      </a:cubicBezTo>
                      <a:cubicBezTo>
                        <a:pt x="29068" y="5187"/>
                        <a:pt x="29056" y="5373"/>
                        <a:pt x="29044" y="5560"/>
                      </a:cubicBezTo>
                      <a:cubicBezTo>
                        <a:pt x="29043" y="5602"/>
                        <a:pt x="29041" y="5644"/>
                        <a:pt x="29040" y="5688"/>
                      </a:cubicBezTo>
                      <a:cubicBezTo>
                        <a:pt x="29027" y="5878"/>
                        <a:pt x="29015" y="5998"/>
                        <a:pt x="28878" y="6137"/>
                      </a:cubicBezTo>
                      <a:cubicBezTo>
                        <a:pt x="28840" y="6169"/>
                        <a:pt x="28803" y="6200"/>
                        <a:pt x="28765" y="6232"/>
                      </a:cubicBezTo>
                      <a:cubicBezTo>
                        <a:pt x="28506" y="6467"/>
                        <a:pt x="28494" y="6682"/>
                        <a:pt x="28476" y="7014"/>
                      </a:cubicBezTo>
                      <a:cubicBezTo>
                        <a:pt x="28474" y="7085"/>
                        <a:pt x="28471" y="7157"/>
                        <a:pt x="28469" y="7228"/>
                      </a:cubicBezTo>
                      <a:cubicBezTo>
                        <a:pt x="28465" y="7302"/>
                        <a:pt x="28461" y="7376"/>
                        <a:pt x="28457" y="7451"/>
                      </a:cubicBezTo>
                      <a:cubicBezTo>
                        <a:pt x="28446" y="7644"/>
                        <a:pt x="28438" y="7838"/>
                        <a:pt x="28430" y="8032"/>
                      </a:cubicBezTo>
                      <a:cubicBezTo>
                        <a:pt x="28422" y="8231"/>
                        <a:pt x="28411" y="8429"/>
                        <a:pt x="28401" y="8627"/>
                      </a:cubicBezTo>
                      <a:cubicBezTo>
                        <a:pt x="28381" y="9015"/>
                        <a:pt x="28363" y="9403"/>
                        <a:pt x="28347" y="9792"/>
                      </a:cubicBezTo>
                      <a:cubicBezTo>
                        <a:pt x="28178" y="9833"/>
                        <a:pt x="28009" y="9871"/>
                        <a:pt x="27839" y="9909"/>
                      </a:cubicBezTo>
                      <a:cubicBezTo>
                        <a:pt x="27815" y="9915"/>
                        <a:pt x="27815" y="9915"/>
                        <a:pt x="27694" y="9944"/>
                      </a:cubicBezTo>
                      <a:cubicBezTo>
                        <a:pt x="27648" y="9954"/>
                        <a:pt x="27601" y="9964"/>
                        <a:pt x="27554" y="9975"/>
                      </a:cubicBezTo>
                      <a:cubicBezTo>
                        <a:pt x="27511" y="9985"/>
                        <a:pt x="27469" y="9994"/>
                        <a:pt x="27425" y="10005"/>
                      </a:cubicBezTo>
                      <a:cubicBezTo>
                        <a:pt x="27305" y="10000"/>
                        <a:pt x="27305" y="10000"/>
                        <a:pt x="27187" y="9919"/>
                      </a:cubicBezTo>
                      <a:cubicBezTo>
                        <a:pt x="27069" y="9752"/>
                        <a:pt x="27069" y="9642"/>
                        <a:pt x="27073" y="9443"/>
                      </a:cubicBezTo>
                      <a:cubicBezTo>
                        <a:pt x="27073" y="9408"/>
                        <a:pt x="27073" y="9374"/>
                        <a:pt x="27073" y="9338"/>
                      </a:cubicBezTo>
                      <a:cubicBezTo>
                        <a:pt x="27074" y="9224"/>
                        <a:pt x="27075" y="9110"/>
                        <a:pt x="27077" y="8997"/>
                      </a:cubicBezTo>
                      <a:cubicBezTo>
                        <a:pt x="27077" y="8918"/>
                        <a:pt x="27077" y="8838"/>
                        <a:pt x="27078" y="8759"/>
                      </a:cubicBezTo>
                      <a:cubicBezTo>
                        <a:pt x="27078" y="8551"/>
                        <a:pt x="27080" y="8344"/>
                        <a:pt x="27083" y="8136"/>
                      </a:cubicBezTo>
                      <a:cubicBezTo>
                        <a:pt x="27085" y="7923"/>
                        <a:pt x="27086" y="7711"/>
                        <a:pt x="27087" y="7499"/>
                      </a:cubicBezTo>
                      <a:cubicBezTo>
                        <a:pt x="27089" y="7082"/>
                        <a:pt x="27093" y="6666"/>
                        <a:pt x="27097" y="6250"/>
                      </a:cubicBezTo>
                      <a:cubicBezTo>
                        <a:pt x="26996" y="6247"/>
                        <a:pt x="26895" y="6244"/>
                        <a:pt x="26794" y="6242"/>
                      </a:cubicBezTo>
                      <a:cubicBezTo>
                        <a:pt x="26779" y="6242"/>
                        <a:pt x="26779" y="6242"/>
                        <a:pt x="26707" y="6239"/>
                      </a:cubicBezTo>
                      <a:cubicBezTo>
                        <a:pt x="26579" y="6237"/>
                        <a:pt x="26492" y="6238"/>
                        <a:pt x="26383" y="6307"/>
                      </a:cubicBezTo>
                      <a:cubicBezTo>
                        <a:pt x="26316" y="6388"/>
                        <a:pt x="26278" y="6465"/>
                        <a:pt x="26238" y="6562"/>
                      </a:cubicBezTo>
                      <a:cubicBezTo>
                        <a:pt x="26221" y="6597"/>
                        <a:pt x="26205" y="6632"/>
                        <a:pt x="26189" y="6668"/>
                      </a:cubicBezTo>
                      <a:cubicBezTo>
                        <a:pt x="25926" y="7312"/>
                        <a:pt x="25909" y="8064"/>
                        <a:pt x="25847" y="8750"/>
                      </a:cubicBezTo>
                      <a:cubicBezTo>
                        <a:pt x="25317" y="8799"/>
                        <a:pt x="25317" y="8799"/>
                        <a:pt x="25115" y="8695"/>
                      </a:cubicBezTo>
                      <a:cubicBezTo>
                        <a:pt x="25023" y="8611"/>
                        <a:pt x="24955" y="8527"/>
                        <a:pt x="24884" y="8425"/>
                      </a:cubicBezTo>
                      <a:cubicBezTo>
                        <a:pt x="24870" y="8407"/>
                        <a:pt x="24870" y="8407"/>
                        <a:pt x="24804" y="8317"/>
                      </a:cubicBezTo>
                      <a:cubicBezTo>
                        <a:pt x="24534" y="7904"/>
                        <a:pt x="24496" y="7436"/>
                        <a:pt x="24468" y="6953"/>
                      </a:cubicBezTo>
                      <a:cubicBezTo>
                        <a:pt x="24465" y="6922"/>
                        <a:pt x="24463" y="6891"/>
                        <a:pt x="24460" y="6859"/>
                      </a:cubicBezTo>
                      <a:cubicBezTo>
                        <a:pt x="24455" y="6800"/>
                        <a:pt x="24453" y="6742"/>
                        <a:pt x="24452" y="6683"/>
                      </a:cubicBezTo>
                      <a:cubicBezTo>
                        <a:pt x="24445" y="6603"/>
                        <a:pt x="24445" y="6603"/>
                        <a:pt x="24389" y="6458"/>
                      </a:cubicBezTo>
                      <a:cubicBezTo>
                        <a:pt x="24293" y="6408"/>
                        <a:pt x="24293" y="6408"/>
                        <a:pt x="24179" y="6362"/>
                      </a:cubicBezTo>
                      <a:cubicBezTo>
                        <a:pt x="23983" y="6276"/>
                        <a:pt x="23983" y="6276"/>
                        <a:pt x="23935" y="6160"/>
                      </a:cubicBezTo>
                      <a:cubicBezTo>
                        <a:pt x="23924" y="6044"/>
                        <a:pt x="23925" y="5935"/>
                        <a:pt x="23931" y="5820"/>
                      </a:cubicBezTo>
                      <a:cubicBezTo>
                        <a:pt x="23932" y="5778"/>
                        <a:pt x="23933" y="5737"/>
                        <a:pt x="23933" y="5694"/>
                      </a:cubicBezTo>
                      <a:cubicBezTo>
                        <a:pt x="23935" y="5562"/>
                        <a:pt x="23941" y="5431"/>
                        <a:pt x="23946" y="5300"/>
                      </a:cubicBezTo>
                      <a:cubicBezTo>
                        <a:pt x="23948" y="5210"/>
                        <a:pt x="23950" y="5121"/>
                        <a:pt x="23952" y="5031"/>
                      </a:cubicBezTo>
                      <a:cubicBezTo>
                        <a:pt x="23956" y="4812"/>
                        <a:pt x="23964" y="4594"/>
                        <a:pt x="23972" y="4375"/>
                      </a:cubicBezTo>
                      <a:cubicBezTo>
                        <a:pt x="23766" y="4375"/>
                        <a:pt x="23560" y="4375"/>
                        <a:pt x="23347" y="4375"/>
                      </a:cubicBezTo>
                      <a:cubicBezTo>
                        <a:pt x="23350" y="4448"/>
                        <a:pt x="23352" y="4521"/>
                        <a:pt x="23354" y="4596"/>
                      </a:cubicBezTo>
                      <a:cubicBezTo>
                        <a:pt x="23356" y="4691"/>
                        <a:pt x="23358" y="4787"/>
                        <a:pt x="23360" y="4883"/>
                      </a:cubicBezTo>
                      <a:cubicBezTo>
                        <a:pt x="23362" y="4931"/>
                        <a:pt x="23364" y="4979"/>
                        <a:pt x="23365" y="5028"/>
                      </a:cubicBezTo>
                      <a:cubicBezTo>
                        <a:pt x="23366" y="5074"/>
                        <a:pt x="23367" y="5121"/>
                        <a:pt x="23368" y="5169"/>
                      </a:cubicBezTo>
                      <a:cubicBezTo>
                        <a:pt x="23369" y="5211"/>
                        <a:pt x="23370" y="5254"/>
                        <a:pt x="23371" y="5297"/>
                      </a:cubicBezTo>
                      <a:cubicBezTo>
                        <a:pt x="23347" y="5417"/>
                        <a:pt x="23347" y="5417"/>
                        <a:pt x="23139" y="5625"/>
                      </a:cubicBezTo>
                      <a:cubicBezTo>
                        <a:pt x="22795" y="5625"/>
                        <a:pt x="22451" y="5625"/>
                        <a:pt x="22097" y="5625"/>
                      </a:cubicBezTo>
                      <a:cubicBezTo>
                        <a:pt x="22097" y="6450"/>
                        <a:pt x="22097" y="7275"/>
                        <a:pt x="22097" y="8125"/>
                      </a:cubicBezTo>
                      <a:cubicBezTo>
                        <a:pt x="21472" y="8125"/>
                        <a:pt x="21472" y="8125"/>
                        <a:pt x="21274" y="8001"/>
                      </a:cubicBezTo>
                      <a:cubicBezTo>
                        <a:pt x="21195" y="7913"/>
                        <a:pt x="21195" y="7913"/>
                        <a:pt x="21120" y="7812"/>
                      </a:cubicBezTo>
                      <a:cubicBezTo>
                        <a:pt x="21094" y="7778"/>
                        <a:pt x="21067" y="7743"/>
                        <a:pt x="21040" y="7707"/>
                      </a:cubicBezTo>
                      <a:cubicBezTo>
                        <a:pt x="20663" y="7115"/>
                        <a:pt x="20800" y="6293"/>
                        <a:pt x="20847" y="5625"/>
                      </a:cubicBezTo>
                      <a:cubicBezTo>
                        <a:pt x="20641" y="5625"/>
                        <a:pt x="20435" y="5625"/>
                        <a:pt x="20222" y="5625"/>
                      </a:cubicBezTo>
                      <a:cubicBezTo>
                        <a:pt x="20222" y="6244"/>
                        <a:pt x="20222" y="6863"/>
                        <a:pt x="20222" y="7500"/>
                      </a:cubicBezTo>
                      <a:cubicBezTo>
                        <a:pt x="19597" y="7500"/>
                        <a:pt x="19597" y="7500"/>
                        <a:pt x="19399" y="7363"/>
                      </a:cubicBezTo>
                      <a:cubicBezTo>
                        <a:pt x="19346" y="7306"/>
                        <a:pt x="19295" y="7248"/>
                        <a:pt x="19245" y="7188"/>
                      </a:cubicBezTo>
                      <a:cubicBezTo>
                        <a:pt x="19219" y="7158"/>
                        <a:pt x="19191" y="7128"/>
                        <a:pt x="19164" y="7097"/>
                      </a:cubicBezTo>
                      <a:cubicBezTo>
                        <a:pt x="19098" y="7024"/>
                        <a:pt x="19035" y="6950"/>
                        <a:pt x="18972" y="6875"/>
                      </a:cubicBezTo>
                      <a:cubicBezTo>
                        <a:pt x="18969" y="6920"/>
                        <a:pt x="18966" y="6965"/>
                        <a:pt x="18963" y="7012"/>
                      </a:cubicBezTo>
                      <a:cubicBezTo>
                        <a:pt x="18950" y="7215"/>
                        <a:pt x="18874" y="7297"/>
                        <a:pt x="18764" y="7500"/>
                      </a:cubicBezTo>
                      <a:cubicBezTo>
                        <a:pt x="18420" y="7500"/>
                        <a:pt x="18076" y="7500"/>
                        <a:pt x="17722" y="7500"/>
                      </a:cubicBezTo>
                      <a:cubicBezTo>
                        <a:pt x="17722" y="8256"/>
                        <a:pt x="17722" y="9012"/>
                        <a:pt x="17722" y="9792"/>
                      </a:cubicBezTo>
                      <a:cubicBezTo>
                        <a:pt x="17378" y="9860"/>
                        <a:pt x="17035" y="9929"/>
                        <a:pt x="16680" y="10000"/>
                      </a:cubicBezTo>
                      <a:cubicBezTo>
                        <a:pt x="16472" y="9792"/>
                        <a:pt x="16472" y="9792"/>
                        <a:pt x="16446" y="9701"/>
                      </a:cubicBezTo>
                      <a:cubicBezTo>
                        <a:pt x="16447" y="9670"/>
                        <a:pt x="16447" y="9640"/>
                        <a:pt x="16447" y="9608"/>
                      </a:cubicBezTo>
                      <a:cubicBezTo>
                        <a:pt x="16447" y="9591"/>
                        <a:pt x="16447" y="9591"/>
                        <a:pt x="16446" y="9501"/>
                      </a:cubicBezTo>
                      <a:cubicBezTo>
                        <a:pt x="16446" y="9482"/>
                        <a:pt x="16446" y="9482"/>
                        <a:pt x="16448" y="9386"/>
                      </a:cubicBezTo>
                      <a:cubicBezTo>
                        <a:pt x="16448" y="9345"/>
                        <a:pt x="16448" y="9304"/>
                        <a:pt x="16448" y="9262"/>
                      </a:cubicBezTo>
                      <a:cubicBezTo>
                        <a:pt x="16449" y="9128"/>
                        <a:pt x="16450" y="8994"/>
                        <a:pt x="16452" y="8860"/>
                      </a:cubicBezTo>
                      <a:cubicBezTo>
                        <a:pt x="16452" y="8767"/>
                        <a:pt x="16452" y="8674"/>
                        <a:pt x="16453" y="8580"/>
                      </a:cubicBezTo>
                      <a:cubicBezTo>
                        <a:pt x="16453" y="8336"/>
                        <a:pt x="16455" y="8091"/>
                        <a:pt x="16458" y="7846"/>
                      </a:cubicBezTo>
                      <a:cubicBezTo>
                        <a:pt x="16460" y="7596"/>
                        <a:pt x="16461" y="7346"/>
                        <a:pt x="16462" y="7096"/>
                      </a:cubicBezTo>
                      <a:cubicBezTo>
                        <a:pt x="16464" y="6606"/>
                        <a:pt x="16468" y="6115"/>
                        <a:pt x="16472" y="5625"/>
                      </a:cubicBezTo>
                      <a:cubicBezTo>
                        <a:pt x="16443" y="5627"/>
                        <a:pt x="16414" y="5628"/>
                        <a:pt x="16384" y="5630"/>
                      </a:cubicBezTo>
                      <a:cubicBezTo>
                        <a:pt x="15381" y="5679"/>
                        <a:pt x="15381" y="5679"/>
                        <a:pt x="15052" y="5411"/>
                      </a:cubicBezTo>
                      <a:cubicBezTo>
                        <a:pt x="15018" y="5379"/>
                        <a:pt x="14984" y="5346"/>
                        <a:pt x="14949" y="5312"/>
                      </a:cubicBezTo>
                      <a:cubicBezTo>
                        <a:pt x="14833" y="5209"/>
                        <a:pt x="14717" y="5106"/>
                        <a:pt x="14597" y="5000"/>
                      </a:cubicBezTo>
                      <a:cubicBezTo>
                        <a:pt x="14597" y="5550"/>
                        <a:pt x="14597" y="6100"/>
                        <a:pt x="14597" y="6667"/>
                      </a:cubicBezTo>
                      <a:cubicBezTo>
                        <a:pt x="14430" y="6705"/>
                        <a:pt x="14262" y="6744"/>
                        <a:pt x="14089" y="6784"/>
                      </a:cubicBezTo>
                      <a:cubicBezTo>
                        <a:pt x="14037" y="6797"/>
                        <a:pt x="13984" y="6809"/>
                        <a:pt x="13930" y="6822"/>
                      </a:cubicBezTo>
                      <a:cubicBezTo>
                        <a:pt x="13596" y="6894"/>
                        <a:pt x="13596" y="6894"/>
                        <a:pt x="13419" y="6810"/>
                      </a:cubicBezTo>
                      <a:cubicBezTo>
                        <a:pt x="13283" y="6621"/>
                        <a:pt x="13326" y="6353"/>
                        <a:pt x="13334" y="6133"/>
                      </a:cubicBezTo>
                      <a:cubicBezTo>
                        <a:pt x="13335" y="6084"/>
                        <a:pt x="13336" y="6035"/>
                        <a:pt x="13337" y="5985"/>
                      </a:cubicBezTo>
                      <a:cubicBezTo>
                        <a:pt x="13339" y="5865"/>
                        <a:pt x="13343" y="5745"/>
                        <a:pt x="13347" y="5625"/>
                      </a:cubicBezTo>
                      <a:cubicBezTo>
                        <a:pt x="13301" y="5629"/>
                        <a:pt x="13255" y="5634"/>
                        <a:pt x="13207" y="5638"/>
                      </a:cubicBezTo>
                      <a:cubicBezTo>
                        <a:pt x="11785" y="5761"/>
                        <a:pt x="11785" y="5761"/>
                        <a:pt x="11384" y="5454"/>
                      </a:cubicBezTo>
                      <a:cubicBezTo>
                        <a:pt x="11145" y="5250"/>
                        <a:pt x="10878" y="4993"/>
                        <a:pt x="10828" y="4671"/>
                      </a:cubicBezTo>
                      <a:cubicBezTo>
                        <a:pt x="10827" y="4556"/>
                        <a:pt x="10827" y="4556"/>
                        <a:pt x="10847" y="4375"/>
                      </a:cubicBezTo>
                      <a:cubicBezTo>
                        <a:pt x="10641" y="4375"/>
                        <a:pt x="10435" y="4375"/>
                        <a:pt x="10222" y="4375"/>
                      </a:cubicBezTo>
                      <a:cubicBezTo>
                        <a:pt x="10232" y="4458"/>
                        <a:pt x="10241" y="4541"/>
                        <a:pt x="10251" y="4626"/>
                      </a:cubicBezTo>
                      <a:cubicBezTo>
                        <a:pt x="10334" y="5523"/>
                        <a:pt x="10334" y="5523"/>
                        <a:pt x="10088" y="5840"/>
                      </a:cubicBezTo>
                      <a:cubicBezTo>
                        <a:pt x="9525" y="6380"/>
                        <a:pt x="8667" y="6402"/>
                        <a:pt x="7930" y="6458"/>
                      </a:cubicBezTo>
                      <a:cubicBezTo>
                        <a:pt x="7929" y="6483"/>
                        <a:pt x="7928" y="6507"/>
                        <a:pt x="7927" y="6532"/>
                      </a:cubicBezTo>
                      <a:cubicBezTo>
                        <a:pt x="7913" y="6789"/>
                        <a:pt x="7896" y="7046"/>
                        <a:pt x="7876" y="7303"/>
                      </a:cubicBezTo>
                      <a:cubicBezTo>
                        <a:pt x="7869" y="7398"/>
                        <a:pt x="7863" y="7493"/>
                        <a:pt x="7858" y="7589"/>
                      </a:cubicBezTo>
                      <a:cubicBezTo>
                        <a:pt x="7830" y="8132"/>
                        <a:pt x="7760" y="8575"/>
                        <a:pt x="7440" y="9027"/>
                      </a:cubicBezTo>
                      <a:cubicBezTo>
                        <a:pt x="7416" y="9062"/>
                        <a:pt x="7392" y="9098"/>
                        <a:pt x="7367" y="9134"/>
                      </a:cubicBezTo>
                      <a:cubicBezTo>
                        <a:pt x="7290" y="9231"/>
                        <a:pt x="7290" y="9231"/>
                        <a:pt x="7097" y="9375"/>
                      </a:cubicBezTo>
                      <a:cubicBezTo>
                        <a:pt x="6891" y="9375"/>
                        <a:pt x="6685" y="9375"/>
                        <a:pt x="6472" y="9375"/>
                      </a:cubicBezTo>
                      <a:cubicBezTo>
                        <a:pt x="6472" y="8756"/>
                        <a:pt x="6472" y="8137"/>
                        <a:pt x="6472" y="7500"/>
                      </a:cubicBezTo>
                      <a:cubicBezTo>
                        <a:pt x="6266" y="7500"/>
                        <a:pt x="6060" y="7500"/>
                        <a:pt x="5847" y="7500"/>
                      </a:cubicBezTo>
                      <a:cubicBezTo>
                        <a:pt x="5743" y="7634"/>
                        <a:pt x="5728" y="7659"/>
                        <a:pt x="5704" y="7812"/>
                      </a:cubicBezTo>
                      <a:cubicBezTo>
                        <a:pt x="5682" y="7916"/>
                        <a:pt x="5661" y="8019"/>
                        <a:pt x="5639" y="8125"/>
                      </a:cubicBezTo>
                      <a:cubicBezTo>
                        <a:pt x="5295" y="8056"/>
                        <a:pt x="4951" y="7988"/>
                        <a:pt x="4597" y="7917"/>
                      </a:cubicBezTo>
                      <a:cubicBezTo>
                        <a:pt x="4597" y="6954"/>
                        <a:pt x="4597" y="5992"/>
                        <a:pt x="4597" y="5000"/>
                      </a:cubicBezTo>
                      <a:cubicBezTo>
                        <a:pt x="4391" y="5000"/>
                        <a:pt x="4185" y="5000"/>
                        <a:pt x="3972" y="5000"/>
                      </a:cubicBezTo>
                      <a:cubicBezTo>
                        <a:pt x="3979" y="5066"/>
                        <a:pt x="3987" y="5131"/>
                        <a:pt x="3994" y="5199"/>
                      </a:cubicBezTo>
                      <a:cubicBezTo>
                        <a:pt x="4038" y="5777"/>
                        <a:pt x="3979" y="6180"/>
                        <a:pt x="3615" y="6643"/>
                      </a:cubicBezTo>
                      <a:cubicBezTo>
                        <a:pt x="3506" y="6762"/>
                        <a:pt x="3416" y="6859"/>
                        <a:pt x="3256" y="6896"/>
                      </a:cubicBezTo>
                      <a:cubicBezTo>
                        <a:pt x="3080" y="6893"/>
                        <a:pt x="2913" y="6838"/>
                        <a:pt x="2771" y="6734"/>
                      </a:cubicBezTo>
                      <a:cubicBezTo>
                        <a:pt x="2670" y="6594"/>
                        <a:pt x="2704" y="6414"/>
                        <a:pt x="2722" y="6250"/>
                      </a:cubicBezTo>
                      <a:cubicBezTo>
                        <a:pt x="2707" y="6271"/>
                        <a:pt x="2693" y="6292"/>
                        <a:pt x="2678" y="6314"/>
                      </a:cubicBezTo>
                      <a:cubicBezTo>
                        <a:pt x="2520" y="6532"/>
                        <a:pt x="2351" y="6766"/>
                        <a:pt x="2097" y="6875"/>
                      </a:cubicBezTo>
                      <a:cubicBezTo>
                        <a:pt x="1822" y="6854"/>
                        <a:pt x="1588" y="6676"/>
                        <a:pt x="1366" y="6525"/>
                      </a:cubicBezTo>
                      <a:cubicBezTo>
                        <a:pt x="1201" y="6418"/>
                        <a:pt x="1025" y="6334"/>
                        <a:pt x="847" y="6250"/>
                      </a:cubicBezTo>
                      <a:cubicBezTo>
                        <a:pt x="870" y="6420"/>
                        <a:pt x="897" y="6589"/>
                        <a:pt x="925" y="6758"/>
                      </a:cubicBezTo>
                      <a:cubicBezTo>
                        <a:pt x="932" y="6806"/>
                        <a:pt x="938" y="6854"/>
                        <a:pt x="945" y="6903"/>
                      </a:cubicBezTo>
                      <a:cubicBezTo>
                        <a:pt x="969" y="7044"/>
                        <a:pt x="994" y="7162"/>
                        <a:pt x="1055" y="7292"/>
                      </a:cubicBezTo>
                      <a:cubicBezTo>
                        <a:pt x="1161" y="7364"/>
                        <a:pt x="1263" y="7406"/>
                        <a:pt x="1382" y="7452"/>
                      </a:cubicBezTo>
                      <a:cubicBezTo>
                        <a:pt x="1472" y="7500"/>
                        <a:pt x="1472" y="7500"/>
                        <a:pt x="1506" y="7574"/>
                      </a:cubicBezTo>
                      <a:cubicBezTo>
                        <a:pt x="1513" y="7661"/>
                        <a:pt x="1509" y="7739"/>
                        <a:pt x="1498" y="7825"/>
                      </a:cubicBezTo>
                      <a:cubicBezTo>
                        <a:pt x="1496" y="7854"/>
                        <a:pt x="1494" y="7883"/>
                        <a:pt x="1493" y="7913"/>
                      </a:cubicBezTo>
                      <a:cubicBezTo>
                        <a:pt x="1488" y="7984"/>
                        <a:pt x="1480" y="8054"/>
                        <a:pt x="1472" y="8125"/>
                      </a:cubicBezTo>
                      <a:cubicBezTo>
                        <a:pt x="1133" y="8201"/>
                        <a:pt x="757" y="8275"/>
                        <a:pt x="430" y="8125"/>
                      </a:cubicBezTo>
                      <a:cubicBezTo>
                        <a:pt x="283" y="7947"/>
                        <a:pt x="212" y="7758"/>
                        <a:pt x="144" y="7539"/>
                      </a:cubicBezTo>
                      <a:cubicBezTo>
                        <a:pt x="135" y="7512"/>
                        <a:pt x="126" y="7485"/>
                        <a:pt x="117" y="7456"/>
                      </a:cubicBezTo>
                      <a:cubicBezTo>
                        <a:pt x="2" y="7095"/>
                        <a:pt x="0" y="6845"/>
                        <a:pt x="144" y="6496"/>
                      </a:cubicBezTo>
                      <a:cubicBezTo>
                        <a:pt x="228" y="6275"/>
                        <a:pt x="231" y="6088"/>
                        <a:pt x="213" y="5854"/>
                      </a:cubicBezTo>
                      <a:cubicBezTo>
                        <a:pt x="211" y="5819"/>
                        <a:pt x="208" y="5785"/>
                        <a:pt x="205" y="5750"/>
                      </a:cubicBezTo>
                      <a:cubicBezTo>
                        <a:pt x="200" y="5679"/>
                        <a:pt x="195" y="5609"/>
                        <a:pt x="190" y="5538"/>
                      </a:cubicBezTo>
                      <a:cubicBezTo>
                        <a:pt x="159" y="5047"/>
                        <a:pt x="140" y="4578"/>
                        <a:pt x="446" y="4169"/>
                      </a:cubicBezTo>
                      <a:cubicBezTo>
                        <a:pt x="843" y="3753"/>
                        <a:pt x="1270" y="3672"/>
                        <a:pt x="1824" y="3659"/>
                      </a:cubicBezTo>
                      <a:cubicBezTo>
                        <a:pt x="1856" y="3658"/>
                        <a:pt x="1889" y="3656"/>
                        <a:pt x="1922" y="3655"/>
                      </a:cubicBezTo>
                      <a:cubicBezTo>
                        <a:pt x="2138" y="3649"/>
                        <a:pt x="2316" y="3658"/>
                        <a:pt x="2514" y="3750"/>
                      </a:cubicBezTo>
                      <a:cubicBezTo>
                        <a:pt x="2598" y="3872"/>
                        <a:pt x="2632" y="4006"/>
                        <a:pt x="2656" y="4150"/>
                      </a:cubicBezTo>
                      <a:cubicBezTo>
                        <a:pt x="2670" y="4234"/>
                        <a:pt x="2670" y="4234"/>
                        <a:pt x="2722" y="4375"/>
                      </a:cubicBezTo>
                      <a:cubicBezTo>
                        <a:pt x="2866" y="4454"/>
                        <a:pt x="3043" y="4474"/>
                        <a:pt x="3203" y="4439"/>
                      </a:cubicBezTo>
                      <a:cubicBezTo>
                        <a:pt x="3296" y="4410"/>
                        <a:pt x="3335" y="4392"/>
                        <a:pt x="3390" y="4311"/>
                      </a:cubicBezTo>
                      <a:cubicBezTo>
                        <a:pt x="3433" y="4199"/>
                        <a:pt x="3460" y="4091"/>
                        <a:pt x="3476" y="3973"/>
                      </a:cubicBezTo>
                      <a:cubicBezTo>
                        <a:pt x="3491" y="3887"/>
                        <a:pt x="3491" y="3887"/>
                        <a:pt x="3555" y="3750"/>
                      </a:cubicBezTo>
                      <a:cubicBezTo>
                        <a:pt x="3693" y="3750"/>
                        <a:pt x="3830" y="3750"/>
                        <a:pt x="3972" y="3750"/>
                      </a:cubicBezTo>
                      <a:cubicBezTo>
                        <a:pt x="3972" y="3131"/>
                        <a:pt x="3972" y="2512"/>
                        <a:pt x="3972" y="1875"/>
                      </a:cubicBezTo>
                      <a:cubicBezTo>
                        <a:pt x="4178" y="1875"/>
                        <a:pt x="4385" y="1875"/>
                        <a:pt x="4597" y="1875"/>
                      </a:cubicBezTo>
                      <a:cubicBezTo>
                        <a:pt x="4597" y="2288"/>
                        <a:pt x="4597" y="2700"/>
                        <a:pt x="4597" y="3125"/>
                      </a:cubicBezTo>
                      <a:cubicBezTo>
                        <a:pt x="4803" y="3125"/>
                        <a:pt x="5010" y="3125"/>
                        <a:pt x="5222" y="3125"/>
                      </a:cubicBezTo>
                      <a:cubicBezTo>
                        <a:pt x="5222" y="2575"/>
                        <a:pt x="5222" y="2025"/>
                        <a:pt x="5222" y="1458"/>
                      </a:cubicBezTo>
                      <a:cubicBezTo>
                        <a:pt x="5306" y="1439"/>
                        <a:pt x="5306" y="1439"/>
                        <a:pt x="5730" y="1341"/>
                      </a:cubicBezTo>
                      <a:cubicBezTo>
                        <a:pt x="5782" y="1328"/>
                        <a:pt x="5835" y="1316"/>
                        <a:pt x="5889" y="1303"/>
                      </a:cubicBezTo>
                      <a:cubicBezTo>
                        <a:pt x="5931" y="1294"/>
                        <a:pt x="5973" y="1285"/>
                        <a:pt x="6016" y="1275"/>
                      </a:cubicBezTo>
                      <a:cubicBezTo>
                        <a:pt x="6037" y="1270"/>
                        <a:pt x="6037" y="1270"/>
                        <a:pt x="6144" y="1245"/>
                      </a:cubicBezTo>
                      <a:cubicBezTo>
                        <a:pt x="6283" y="1251"/>
                        <a:pt x="6335" y="1287"/>
                        <a:pt x="6428" y="1387"/>
                      </a:cubicBezTo>
                      <a:cubicBezTo>
                        <a:pt x="6518" y="1533"/>
                        <a:pt x="6499" y="1699"/>
                        <a:pt x="6496" y="1864"/>
                      </a:cubicBezTo>
                      <a:cubicBezTo>
                        <a:pt x="6496" y="1905"/>
                        <a:pt x="6496" y="1946"/>
                        <a:pt x="6496" y="1988"/>
                      </a:cubicBezTo>
                      <a:cubicBezTo>
                        <a:pt x="6496" y="2122"/>
                        <a:pt x="6494" y="2256"/>
                        <a:pt x="6493" y="2390"/>
                      </a:cubicBezTo>
                      <a:cubicBezTo>
                        <a:pt x="6492" y="2483"/>
                        <a:pt x="6492" y="2576"/>
                        <a:pt x="6491" y="2670"/>
                      </a:cubicBezTo>
                      <a:cubicBezTo>
                        <a:pt x="6491" y="2914"/>
                        <a:pt x="6489" y="3159"/>
                        <a:pt x="6486" y="3404"/>
                      </a:cubicBezTo>
                      <a:cubicBezTo>
                        <a:pt x="6484" y="3654"/>
                        <a:pt x="6483" y="3904"/>
                        <a:pt x="6482" y="4154"/>
                      </a:cubicBezTo>
                      <a:cubicBezTo>
                        <a:pt x="6480" y="4644"/>
                        <a:pt x="6476" y="5135"/>
                        <a:pt x="6472" y="5625"/>
                      </a:cubicBezTo>
                      <a:cubicBezTo>
                        <a:pt x="6678" y="5625"/>
                        <a:pt x="6885" y="5625"/>
                        <a:pt x="7097" y="5625"/>
                      </a:cubicBezTo>
                      <a:cubicBezTo>
                        <a:pt x="7097" y="5006"/>
                        <a:pt x="7097" y="4387"/>
                        <a:pt x="7097" y="3750"/>
                      </a:cubicBezTo>
                      <a:cubicBezTo>
                        <a:pt x="7722" y="3750"/>
                        <a:pt x="7722" y="3750"/>
                        <a:pt x="7920" y="3918"/>
                      </a:cubicBezTo>
                      <a:cubicBezTo>
                        <a:pt x="7973" y="3990"/>
                        <a:pt x="8025" y="4065"/>
                        <a:pt x="8074" y="4141"/>
                      </a:cubicBezTo>
                      <a:cubicBezTo>
                        <a:pt x="8101" y="4177"/>
                        <a:pt x="8128" y="4213"/>
                        <a:pt x="8155" y="4250"/>
                      </a:cubicBezTo>
                      <a:cubicBezTo>
                        <a:pt x="8337" y="4510"/>
                        <a:pt x="8377" y="4685"/>
                        <a:pt x="8347" y="5000"/>
                      </a:cubicBezTo>
                      <a:cubicBezTo>
                        <a:pt x="8553" y="5000"/>
                        <a:pt x="8760" y="5000"/>
                        <a:pt x="8972" y="5000"/>
                      </a:cubicBezTo>
                      <a:cubicBezTo>
                        <a:pt x="8972" y="4940"/>
                        <a:pt x="8971" y="4881"/>
                        <a:pt x="8971" y="4820"/>
                      </a:cubicBezTo>
                      <a:cubicBezTo>
                        <a:pt x="8966" y="4259"/>
                        <a:pt x="8963" y="3697"/>
                        <a:pt x="8961" y="3136"/>
                      </a:cubicBezTo>
                      <a:cubicBezTo>
                        <a:pt x="8960" y="2848"/>
                        <a:pt x="8959" y="2560"/>
                        <a:pt x="8956" y="2271"/>
                      </a:cubicBezTo>
                      <a:cubicBezTo>
                        <a:pt x="8954" y="2020"/>
                        <a:pt x="8953" y="1769"/>
                        <a:pt x="8952" y="1517"/>
                      </a:cubicBezTo>
                      <a:cubicBezTo>
                        <a:pt x="8952" y="1384"/>
                        <a:pt x="8952" y="1251"/>
                        <a:pt x="8950" y="1118"/>
                      </a:cubicBezTo>
                      <a:cubicBezTo>
                        <a:pt x="8949" y="969"/>
                        <a:pt x="8948" y="820"/>
                        <a:pt x="8948" y="672"/>
                      </a:cubicBezTo>
                      <a:cubicBezTo>
                        <a:pt x="8948" y="628"/>
                        <a:pt x="8947" y="584"/>
                        <a:pt x="8946" y="538"/>
                      </a:cubicBezTo>
                      <a:cubicBezTo>
                        <a:pt x="8946" y="498"/>
                        <a:pt x="8947" y="457"/>
                        <a:pt x="8947" y="415"/>
                      </a:cubicBezTo>
                      <a:cubicBezTo>
                        <a:pt x="8947" y="380"/>
                        <a:pt x="8947" y="345"/>
                        <a:pt x="8946" y="309"/>
                      </a:cubicBezTo>
                      <a:cubicBezTo>
                        <a:pt x="8972" y="208"/>
                        <a:pt x="8972" y="208"/>
                        <a:pt x="9180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485" name="ICON_OUT_WAVE_GRAPHIC_path_006"/>
                <p:cNvSpPr/>
                <p:nvPr/>
              </p:nvSpPr>
              <p:spPr>
                <a:xfrm>
                  <a:off x="9524198" y="3897312"/>
                  <a:ext cx="382320" cy="134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0104" h="10625" fill="norm" stroke="0">
                      <a:moveTo>
                        <a:pt x="26313" y="0"/>
                      </a:moveTo>
                      <a:cubicBezTo>
                        <a:pt x="26519" y="0"/>
                        <a:pt x="26726" y="0"/>
                        <a:pt x="26938" y="0"/>
                      </a:cubicBezTo>
                      <a:cubicBezTo>
                        <a:pt x="26942" y="48"/>
                        <a:pt x="26946" y="97"/>
                        <a:pt x="26951" y="146"/>
                      </a:cubicBezTo>
                      <a:cubicBezTo>
                        <a:pt x="26967" y="327"/>
                        <a:pt x="26985" y="508"/>
                        <a:pt x="27004" y="689"/>
                      </a:cubicBezTo>
                      <a:cubicBezTo>
                        <a:pt x="27012" y="767"/>
                        <a:pt x="27019" y="845"/>
                        <a:pt x="27026" y="923"/>
                      </a:cubicBezTo>
                      <a:cubicBezTo>
                        <a:pt x="27083" y="1593"/>
                        <a:pt x="27083" y="1593"/>
                        <a:pt x="27247" y="1783"/>
                      </a:cubicBezTo>
                      <a:cubicBezTo>
                        <a:pt x="27285" y="1814"/>
                        <a:pt x="27322" y="1844"/>
                        <a:pt x="27361" y="1875"/>
                      </a:cubicBezTo>
                      <a:cubicBezTo>
                        <a:pt x="27511" y="1998"/>
                        <a:pt x="27575" y="2080"/>
                        <a:pt x="27597" y="2271"/>
                      </a:cubicBezTo>
                      <a:cubicBezTo>
                        <a:pt x="27609" y="2495"/>
                        <a:pt x="27600" y="2718"/>
                        <a:pt x="27589" y="2943"/>
                      </a:cubicBezTo>
                      <a:cubicBezTo>
                        <a:pt x="27587" y="3021"/>
                        <a:pt x="27585" y="3100"/>
                        <a:pt x="27584" y="3178"/>
                      </a:cubicBezTo>
                      <a:cubicBezTo>
                        <a:pt x="27579" y="3369"/>
                        <a:pt x="27572" y="3559"/>
                        <a:pt x="27563" y="3750"/>
                      </a:cubicBezTo>
                      <a:cubicBezTo>
                        <a:pt x="27775" y="3801"/>
                        <a:pt x="27982" y="3839"/>
                        <a:pt x="28188" y="3750"/>
                      </a:cubicBezTo>
                      <a:cubicBezTo>
                        <a:pt x="28554" y="3411"/>
                        <a:pt x="28634" y="2858"/>
                        <a:pt x="28654" y="2387"/>
                      </a:cubicBezTo>
                      <a:cubicBezTo>
                        <a:pt x="28659" y="2250"/>
                        <a:pt x="28663" y="2112"/>
                        <a:pt x="28666" y="1975"/>
                      </a:cubicBezTo>
                      <a:cubicBezTo>
                        <a:pt x="28695" y="996"/>
                        <a:pt x="28695" y="996"/>
                        <a:pt x="28862" y="766"/>
                      </a:cubicBezTo>
                      <a:cubicBezTo>
                        <a:pt x="29070" y="581"/>
                        <a:pt x="29349" y="573"/>
                        <a:pt x="29614" y="577"/>
                      </a:cubicBezTo>
                      <a:cubicBezTo>
                        <a:pt x="29793" y="592"/>
                        <a:pt x="29894" y="635"/>
                        <a:pt x="30019" y="767"/>
                      </a:cubicBezTo>
                      <a:cubicBezTo>
                        <a:pt x="30104" y="895"/>
                        <a:pt x="30090" y="1033"/>
                        <a:pt x="30087" y="1182"/>
                      </a:cubicBezTo>
                      <a:cubicBezTo>
                        <a:pt x="30087" y="1217"/>
                        <a:pt x="30087" y="1251"/>
                        <a:pt x="30087" y="1287"/>
                      </a:cubicBezTo>
                      <a:cubicBezTo>
                        <a:pt x="30087" y="1401"/>
                        <a:pt x="30085" y="1515"/>
                        <a:pt x="30084" y="1628"/>
                      </a:cubicBezTo>
                      <a:cubicBezTo>
                        <a:pt x="30083" y="1707"/>
                        <a:pt x="30083" y="1787"/>
                        <a:pt x="30082" y="1866"/>
                      </a:cubicBezTo>
                      <a:cubicBezTo>
                        <a:pt x="30082" y="2074"/>
                        <a:pt x="30080" y="2281"/>
                        <a:pt x="30077" y="2489"/>
                      </a:cubicBezTo>
                      <a:cubicBezTo>
                        <a:pt x="30075" y="2702"/>
                        <a:pt x="30074" y="2914"/>
                        <a:pt x="30073" y="3126"/>
                      </a:cubicBezTo>
                      <a:cubicBezTo>
                        <a:pt x="30071" y="3543"/>
                        <a:pt x="30067" y="3959"/>
                        <a:pt x="30063" y="4375"/>
                      </a:cubicBezTo>
                      <a:cubicBezTo>
                        <a:pt x="29857" y="4375"/>
                        <a:pt x="29651" y="4375"/>
                        <a:pt x="29438" y="4375"/>
                      </a:cubicBezTo>
                      <a:cubicBezTo>
                        <a:pt x="29444" y="4442"/>
                        <a:pt x="29449" y="4509"/>
                        <a:pt x="29455" y="4579"/>
                      </a:cubicBezTo>
                      <a:cubicBezTo>
                        <a:pt x="29471" y="4802"/>
                        <a:pt x="29484" y="5026"/>
                        <a:pt x="29492" y="5250"/>
                      </a:cubicBezTo>
                      <a:cubicBezTo>
                        <a:pt x="29498" y="5386"/>
                        <a:pt x="29505" y="5521"/>
                        <a:pt x="29517" y="5656"/>
                      </a:cubicBezTo>
                      <a:cubicBezTo>
                        <a:pt x="29579" y="6386"/>
                        <a:pt x="29579" y="6386"/>
                        <a:pt x="29438" y="6667"/>
                      </a:cubicBezTo>
                      <a:cubicBezTo>
                        <a:pt x="29240" y="6806"/>
                        <a:pt x="29009" y="6852"/>
                        <a:pt x="28778" y="6914"/>
                      </a:cubicBezTo>
                      <a:cubicBezTo>
                        <a:pt x="28432" y="7023"/>
                        <a:pt x="28432" y="7023"/>
                        <a:pt x="28331" y="7195"/>
                      </a:cubicBezTo>
                      <a:cubicBezTo>
                        <a:pt x="28235" y="7513"/>
                        <a:pt x="28230" y="7844"/>
                        <a:pt x="28228" y="8174"/>
                      </a:cubicBezTo>
                      <a:cubicBezTo>
                        <a:pt x="28226" y="8310"/>
                        <a:pt x="28219" y="8445"/>
                        <a:pt x="28211" y="8581"/>
                      </a:cubicBezTo>
                      <a:cubicBezTo>
                        <a:pt x="28198" y="8845"/>
                        <a:pt x="28191" y="9110"/>
                        <a:pt x="28188" y="9375"/>
                      </a:cubicBezTo>
                      <a:cubicBezTo>
                        <a:pt x="27982" y="9375"/>
                        <a:pt x="27776" y="9375"/>
                        <a:pt x="27563" y="9375"/>
                      </a:cubicBezTo>
                      <a:cubicBezTo>
                        <a:pt x="27553" y="9302"/>
                        <a:pt x="27543" y="9229"/>
                        <a:pt x="27532" y="9154"/>
                      </a:cubicBezTo>
                      <a:cubicBezTo>
                        <a:pt x="27517" y="9059"/>
                        <a:pt x="27501" y="8963"/>
                        <a:pt x="27485" y="8867"/>
                      </a:cubicBezTo>
                      <a:cubicBezTo>
                        <a:pt x="27479" y="8819"/>
                        <a:pt x="27472" y="8771"/>
                        <a:pt x="27465" y="8722"/>
                      </a:cubicBezTo>
                      <a:cubicBezTo>
                        <a:pt x="27405" y="8373"/>
                        <a:pt x="27405" y="8373"/>
                        <a:pt x="27254" y="8254"/>
                      </a:cubicBezTo>
                      <a:cubicBezTo>
                        <a:pt x="27150" y="8201"/>
                        <a:pt x="27049" y="8159"/>
                        <a:pt x="26938" y="8125"/>
                      </a:cubicBezTo>
                      <a:cubicBezTo>
                        <a:pt x="27146" y="7708"/>
                        <a:pt x="27355" y="7292"/>
                        <a:pt x="27563" y="6875"/>
                      </a:cubicBezTo>
                      <a:cubicBezTo>
                        <a:pt x="27062" y="6572"/>
                        <a:pt x="26572" y="6329"/>
                        <a:pt x="25972" y="6432"/>
                      </a:cubicBezTo>
                      <a:cubicBezTo>
                        <a:pt x="25896" y="6458"/>
                        <a:pt x="25896" y="6458"/>
                        <a:pt x="25820" y="6553"/>
                      </a:cubicBezTo>
                      <a:cubicBezTo>
                        <a:pt x="25779" y="6667"/>
                        <a:pt x="25779" y="6667"/>
                        <a:pt x="25750" y="6775"/>
                      </a:cubicBezTo>
                      <a:cubicBezTo>
                        <a:pt x="25688" y="6875"/>
                        <a:pt x="25688" y="6875"/>
                        <a:pt x="25551" y="6916"/>
                      </a:cubicBezTo>
                      <a:cubicBezTo>
                        <a:pt x="25385" y="6931"/>
                        <a:pt x="25220" y="6938"/>
                        <a:pt x="25063" y="6875"/>
                      </a:cubicBezTo>
                      <a:cubicBezTo>
                        <a:pt x="24923" y="6701"/>
                        <a:pt x="24880" y="6502"/>
                        <a:pt x="24829" y="6289"/>
                      </a:cubicBezTo>
                      <a:cubicBezTo>
                        <a:pt x="24814" y="6234"/>
                        <a:pt x="24798" y="6179"/>
                        <a:pt x="24782" y="6124"/>
                      </a:cubicBezTo>
                      <a:cubicBezTo>
                        <a:pt x="24711" y="5872"/>
                        <a:pt x="24643" y="5622"/>
                        <a:pt x="24596" y="5363"/>
                      </a:cubicBezTo>
                      <a:cubicBezTo>
                        <a:pt x="24560" y="5236"/>
                        <a:pt x="24496" y="5119"/>
                        <a:pt x="24438" y="5000"/>
                      </a:cubicBezTo>
                      <a:cubicBezTo>
                        <a:pt x="24232" y="5000"/>
                        <a:pt x="24026" y="5000"/>
                        <a:pt x="23813" y="5000"/>
                      </a:cubicBezTo>
                      <a:cubicBezTo>
                        <a:pt x="23813" y="5413"/>
                        <a:pt x="23813" y="5825"/>
                        <a:pt x="23813" y="6250"/>
                      </a:cubicBezTo>
                      <a:cubicBezTo>
                        <a:pt x="23401" y="6250"/>
                        <a:pt x="22988" y="6250"/>
                        <a:pt x="22563" y="6250"/>
                      </a:cubicBezTo>
                      <a:cubicBezTo>
                        <a:pt x="22589" y="6745"/>
                        <a:pt x="22589" y="6745"/>
                        <a:pt x="22601" y="6898"/>
                      </a:cubicBezTo>
                      <a:cubicBezTo>
                        <a:pt x="22609" y="7242"/>
                        <a:pt x="22609" y="7242"/>
                        <a:pt x="22473" y="7389"/>
                      </a:cubicBezTo>
                      <a:cubicBezTo>
                        <a:pt x="22436" y="7419"/>
                        <a:pt x="22399" y="7449"/>
                        <a:pt x="22361" y="7480"/>
                      </a:cubicBezTo>
                      <a:cubicBezTo>
                        <a:pt x="22034" y="7767"/>
                        <a:pt x="22051" y="8157"/>
                        <a:pt x="22016" y="8568"/>
                      </a:cubicBezTo>
                      <a:cubicBezTo>
                        <a:pt x="22008" y="8646"/>
                        <a:pt x="22000" y="8725"/>
                        <a:pt x="21992" y="8803"/>
                      </a:cubicBezTo>
                      <a:cubicBezTo>
                        <a:pt x="21972" y="8994"/>
                        <a:pt x="21954" y="9184"/>
                        <a:pt x="21938" y="9375"/>
                      </a:cubicBezTo>
                      <a:cubicBezTo>
                        <a:pt x="21732" y="9375"/>
                        <a:pt x="21526" y="9375"/>
                        <a:pt x="21313" y="9375"/>
                      </a:cubicBezTo>
                      <a:cubicBezTo>
                        <a:pt x="21313" y="7725"/>
                        <a:pt x="21313" y="6075"/>
                        <a:pt x="21313" y="4375"/>
                      </a:cubicBezTo>
                      <a:cubicBezTo>
                        <a:pt x="21107" y="4375"/>
                        <a:pt x="20901" y="4375"/>
                        <a:pt x="20688" y="4375"/>
                      </a:cubicBezTo>
                      <a:cubicBezTo>
                        <a:pt x="20693" y="4445"/>
                        <a:pt x="20698" y="4516"/>
                        <a:pt x="20703" y="4588"/>
                      </a:cubicBezTo>
                      <a:cubicBezTo>
                        <a:pt x="20707" y="4682"/>
                        <a:pt x="20710" y="4776"/>
                        <a:pt x="20714" y="4870"/>
                      </a:cubicBezTo>
                      <a:cubicBezTo>
                        <a:pt x="20718" y="4916"/>
                        <a:pt x="20721" y="4962"/>
                        <a:pt x="20725" y="5010"/>
                      </a:cubicBezTo>
                      <a:cubicBezTo>
                        <a:pt x="20729" y="5156"/>
                        <a:pt x="20726" y="5275"/>
                        <a:pt x="20688" y="5417"/>
                      </a:cubicBezTo>
                      <a:cubicBezTo>
                        <a:pt x="20596" y="5507"/>
                        <a:pt x="20596" y="5507"/>
                        <a:pt x="20482" y="5593"/>
                      </a:cubicBezTo>
                      <a:cubicBezTo>
                        <a:pt x="20312" y="5741"/>
                        <a:pt x="20259" y="5832"/>
                        <a:pt x="20234" y="6058"/>
                      </a:cubicBezTo>
                      <a:cubicBezTo>
                        <a:pt x="20220" y="6286"/>
                        <a:pt x="20216" y="6515"/>
                        <a:pt x="20211" y="6744"/>
                      </a:cubicBezTo>
                      <a:cubicBezTo>
                        <a:pt x="20181" y="7751"/>
                        <a:pt x="20181" y="7751"/>
                        <a:pt x="20014" y="7986"/>
                      </a:cubicBezTo>
                      <a:cubicBezTo>
                        <a:pt x="19807" y="8171"/>
                        <a:pt x="19527" y="8177"/>
                        <a:pt x="19262" y="8173"/>
                      </a:cubicBezTo>
                      <a:cubicBezTo>
                        <a:pt x="19092" y="8159"/>
                        <a:pt x="18972" y="8121"/>
                        <a:pt x="18855" y="7991"/>
                      </a:cubicBezTo>
                      <a:cubicBezTo>
                        <a:pt x="18761" y="7824"/>
                        <a:pt x="18762" y="7627"/>
                        <a:pt x="18747" y="7441"/>
                      </a:cubicBezTo>
                      <a:cubicBezTo>
                        <a:pt x="18743" y="7395"/>
                        <a:pt x="18739" y="7349"/>
                        <a:pt x="18734" y="7301"/>
                      </a:cubicBezTo>
                      <a:cubicBezTo>
                        <a:pt x="18720" y="7155"/>
                        <a:pt x="18708" y="7009"/>
                        <a:pt x="18696" y="6862"/>
                      </a:cubicBezTo>
                      <a:cubicBezTo>
                        <a:pt x="18687" y="6762"/>
                        <a:pt x="18678" y="6663"/>
                        <a:pt x="18669" y="6564"/>
                      </a:cubicBezTo>
                      <a:cubicBezTo>
                        <a:pt x="18646" y="6320"/>
                        <a:pt x="18625" y="6077"/>
                        <a:pt x="18605" y="5833"/>
                      </a:cubicBezTo>
                      <a:cubicBezTo>
                        <a:pt x="18330" y="5833"/>
                        <a:pt x="18055" y="5833"/>
                        <a:pt x="17771" y="5833"/>
                      </a:cubicBezTo>
                      <a:cubicBezTo>
                        <a:pt x="17764" y="5901"/>
                        <a:pt x="17756" y="5969"/>
                        <a:pt x="17748" y="6039"/>
                      </a:cubicBezTo>
                      <a:cubicBezTo>
                        <a:pt x="17670" y="6597"/>
                        <a:pt x="17566" y="7034"/>
                        <a:pt x="17109" y="7394"/>
                      </a:cubicBezTo>
                      <a:cubicBezTo>
                        <a:pt x="16896" y="7537"/>
                        <a:pt x="16729" y="7601"/>
                        <a:pt x="16472" y="7576"/>
                      </a:cubicBezTo>
                      <a:cubicBezTo>
                        <a:pt x="16141" y="7457"/>
                        <a:pt x="15909" y="7067"/>
                        <a:pt x="15737" y="6779"/>
                      </a:cubicBezTo>
                      <a:cubicBezTo>
                        <a:pt x="15658" y="6596"/>
                        <a:pt x="15670" y="6447"/>
                        <a:pt x="15688" y="6250"/>
                      </a:cubicBezTo>
                      <a:cubicBezTo>
                        <a:pt x="15482" y="6250"/>
                        <a:pt x="15276" y="6250"/>
                        <a:pt x="15063" y="6250"/>
                      </a:cubicBezTo>
                      <a:cubicBezTo>
                        <a:pt x="15063" y="7006"/>
                        <a:pt x="15063" y="7762"/>
                        <a:pt x="15063" y="8542"/>
                      </a:cubicBezTo>
                      <a:cubicBezTo>
                        <a:pt x="14719" y="8610"/>
                        <a:pt x="14376" y="8679"/>
                        <a:pt x="14021" y="8750"/>
                      </a:cubicBezTo>
                      <a:cubicBezTo>
                        <a:pt x="13787" y="8516"/>
                        <a:pt x="13787" y="8516"/>
                        <a:pt x="13770" y="8327"/>
                      </a:cubicBezTo>
                      <a:cubicBezTo>
                        <a:pt x="13768" y="8306"/>
                        <a:pt x="13768" y="8306"/>
                        <a:pt x="13758" y="8200"/>
                      </a:cubicBezTo>
                      <a:cubicBezTo>
                        <a:pt x="13754" y="8156"/>
                        <a:pt x="13751" y="8111"/>
                        <a:pt x="13747" y="8066"/>
                      </a:cubicBezTo>
                      <a:cubicBezTo>
                        <a:pt x="13743" y="8020"/>
                        <a:pt x="13739" y="7974"/>
                        <a:pt x="13734" y="7926"/>
                      </a:cubicBezTo>
                      <a:cubicBezTo>
                        <a:pt x="13720" y="7780"/>
                        <a:pt x="13708" y="7634"/>
                        <a:pt x="13696" y="7487"/>
                      </a:cubicBezTo>
                      <a:cubicBezTo>
                        <a:pt x="13687" y="7387"/>
                        <a:pt x="13678" y="7288"/>
                        <a:pt x="13669" y="7189"/>
                      </a:cubicBezTo>
                      <a:cubicBezTo>
                        <a:pt x="13646" y="6945"/>
                        <a:pt x="13625" y="6702"/>
                        <a:pt x="13605" y="6458"/>
                      </a:cubicBezTo>
                      <a:cubicBezTo>
                        <a:pt x="13590" y="6461"/>
                        <a:pt x="13590" y="6461"/>
                        <a:pt x="13515" y="6476"/>
                      </a:cubicBezTo>
                      <a:cubicBezTo>
                        <a:pt x="13342" y="6511"/>
                        <a:pt x="13169" y="6546"/>
                        <a:pt x="12996" y="6577"/>
                      </a:cubicBezTo>
                      <a:cubicBezTo>
                        <a:pt x="12748" y="6623"/>
                        <a:pt x="12519" y="6679"/>
                        <a:pt x="12284" y="6771"/>
                      </a:cubicBezTo>
                      <a:cubicBezTo>
                        <a:pt x="11759" y="6960"/>
                        <a:pt x="11759" y="6960"/>
                        <a:pt x="11521" y="6875"/>
                      </a:cubicBezTo>
                      <a:cubicBezTo>
                        <a:pt x="11299" y="6635"/>
                        <a:pt x="11185" y="6334"/>
                        <a:pt x="11070" y="6031"/>
                      </a:cubicBezTo>
                      <a:cubicBezTo>
                        <a:pt x="10939" y="5688"/>
                        <a:pt x="10802" y="5415"/>
                        <a:pt x="10480" y="5208"/>
                      </a:cubicBezTo>
                      <a:cubicBezTo>
                        <a:pt x="10327" y="5165"/>
                        <a:pt x="10195" y="5167"/>
                        <a:pt x="10037" y="5182"/>
                      </a:cubicBezTo>
                      <a:cubicBezTo>
                        <a:pt x="9999" y="5184"/>
                        <a:pt x="9961" y="5186"/>
                        <a:pt x="9922" y="5188"/>
                      </a:cubicBezTo>
                      <a:cubicBezTo>
                        <a:pt x="9830" y="5193"/>
                        <a:pt x="9738" y="5200"/>
                        <a:pt x="9646" y="5208"/>
                      </a:cubicBezTo>
                      <a:cubicBezTo>
                        <a:pt x="9642" y="5239"/>
                        <a:pt x="9638" y="5269"/>
                        <a:pt x="9634" y="5301"/>
                      </a:cubicBezTo>
                      <a:cubicBezTo>
                        <a:pt x="9614" y="5440"/>
                        <a:pt x="9591" y="5578"/>
                        <a:pt x="9568" y="5716"/>
                      </a:cubicBezTo>
                      <a:cubicBezTo>
                        <a:pt x="9562" y="5764"/>
                        <a:pt x="9555" y="5812"/>
                        <a:pt x="9549" y="5861"/>
                      </a:cubicBezTo>
                      <a:cubicBezTo>
                        <a:pt x="9524" y="6002"/>
                        <a:pt x="9499" y="6121"/>
                        <a:pt x="9438" y="6250"/>
                      </a:cubicBezTo>
                      <a:cubicBezTo>
                        <a:pt x="9336" y="6319"/>
                        <a:pt x="9237" y="6358"/>
                        <a:pt x="9123" y="6403"/>
                      </a:cubicBezTo>
                      <a:cubicBezTo>
                        <a:pt x="8927" y="6510"/>
                        <a:pt x="8882" y="6713"/>
                        <a:pt x="8813" y="6914"/>
                      </a:cubicBezTo>
                      <a:cubicBezTo>
                        <a:pt x="8796" y="6959"/>
                        <a:pt x="8779" y="7004"/>
                        <a:pt x="8761" y="7050"/>
                      </a:cubicBezTo>
                      <a:cubicBezTo>
                        <a:pt x="8674" y="7284"/>
                        <a:pt x="8598" y="7518"/>
                        <a:pt x="8532" y="7759"/>
                      </a:cubicBezTo>
                      <a:cubicBezTo>
                        <a:pt x="8500" y="7875"/>
                        <a:pt x="8467" y="7990"/>
                        <a:pt x="8433" y="8105"/>
                      </a:cubicBezTo>
                      <a:cubicBezTo>
                        <a:pt x="8410" y="8189"/>
                        <a:pt x="8390" y="8274"/>
                        <a:pt x="8370" y="8358"/>
                      </a:cubicBezTo>
                      <a:cubicBezTo>
                        <a:pt x="8330" y="8508"/>
                        <a:pt x="8289" y="8629"/>
                        <a:pt x="8188" y="8750"/>
                      </a:cubicBezTo>
                      <a:cubicBezTo>
                        <a:pt x="7986" y="8817"/>
                        <a:pt x="7769" y="8781"/>
                        <a:pt x="7563" y="8750"/>
                      </a:cubicBezTo>
                      <a:cubicBezTo>
                        <a:pt x="7565" y="8727"/>
                        <a:pt x="7566" y="8704"/>
                        <a:pt x="7567" y="8680"/>
                      </a:cubicBezTo>
                      <a:cubicBezTo>
                        <a:pt x="7581" y="8440"/>
                        <a:pt x="7591" y="8201"/>
                        <a:pt x="7597" y="7960"/>
                      </a:cubicBezTo>
                      <a:cubicBezTo>
                        <a:pt x="7601" y="7871"/>
                        <a:pt x="7605" y="7781"/>
                        <a:pt x="7610" y="7692"/>
                      </a:cubicBezTo>
                      <a:cubicBezTo>
                        <a:pt x="7646" y="7085"/>
                        <a:pt x="7646" y="7085"/>
                        <a:pt x="7563" y="6875"/>
                      </a:cubicBezTo>
                      <a:cubicBezTo>
                        <a:pt x="7446" y="6776"/>
                        <a:pt x="7311" y="6755"/>
                        <a:pt x="7163" y="6729"/>
                      </a:cubicBezTo>
                      <a:cubicBezTo>
                        <a:pt x="7079" y="6713"/>
                        <a:pt x="7079" y="6713"/>
                        <a:pt x="6938" y="6667"/>
                      </a:cubicBezTo>
                      <a:cubicBezTo>
                        <a:pt x="6856" y="6489"/>
                        <a:pt x="6878" y="6324"/>
                        <a:pt x="6899" y="6133"/>
                      </a:cubicBezTo>
                      <a:cubicBezTo>
                        <a:pt x="6900" y="6109"/>
                        <a:pt x="6900" y="6109"/>
                        <a:pt x="6908" y="5985"/>
                      </a:cubicBezTo>
                      <a:cubicBezTo>
                        <a:pt x="6915" y="5865"/>
                        <a:pt x="6926" y="5745"/>
                        <a:pt x="6938" y="5625"/>
                      </a:cubicBezTo>
                      <a:cubicBezTo>
                        <a:pt x="6732" y="5625"/>
                        <a:pt x="6526" y="5625"/>
                        <a:pt x="6313" y="5625"/>
                      </a:cubicBezTo>
                      <a:cubicBezTo>
                        <a:pt x="6328" y="5683"/>
                        <a:pt x="6342" y="5741"/>
                        <a:pt x="6357" y="5802"/>
                      </a:cubicBezTo>
                      <a:cubicBezTo>
                        <a:pt x="6432" y="6256"/>
                        <a:pt x="6392" y="6581"/>
                        <a:pt x="6132" y="6959"/>
                      </a:cubicBezTo>
                      <a:cubicBezTo>
                        <a:pt x="6004" y="7132"/>
                        <a:pt x="5867" y="7297"/>
                        <a:pt x="5727" y="7461"/>
                      </a:cubicBezTo>
                      <a:cubicBezTo>
                        <a:pt x="5700" y="7494"/>
                        <a:pt x="5673" y="7527"/>
                        <a:pt x="5645" y="7561"/>
                      </a:cubicBezTo>
                      <a:cubicBezTo>
                        <a:pt x="5564" y="7657"/>
                        <a:pt x="5482" y="7750"/>
                        <a:pt x="5398" y="7843"/>
                      </a:cubicBezTo>
                      <a:cubicBezTo>
                        <a:pt x="5374" y="7871"/>
                        <a:pt x="5349" y="7900"/>
                        <a:pt x="5325" y="7929"/>
                      </a:cubicBezTo>
                      <a:cubicBezTo>
                        <a:pt x="5249" y="8008"/>
                        <a:pt x="5249" y="8008"/>
                        <a:pt x="5063" y="8125"/>
                      </a:cubicBezTo>
                      <a:cubicBezTo>
                        <a:pt x="4857" y="8125"/>
                        <a:pt x="4651" y="8125"/>
                        <a:pt x="4438" y="8125"/>
                      </a:cubicBezTo>
                      <a:cubicBezTo>
                        <a:pt x="4438" y="7506"/>
                        <a:pt x="4438" y="6887"/>
                        <a:pt x="4438" y="6250"/>
                      </a:cubicBezTo>
                      <a:cubicBezTo>
                        <a:pt x="4232" y="6250"/>
                        <a:pt x="4026" y="6250"/>
                        <a:pt x="3813" y="6250"/>
                      </a:cubicBezTo>
                      <a:cubicBezTo>
                        <a:pt x="3818" y="6320"/>
                        <a:pt x="3823" y="6391"/>
                        <a:pt x="3828" y="6463"/>
                      </a:cubicBezTo>
                      <a:cubicBezTo>
                        <a:pt x="3832" y="6557"/>
                        <a:pt x="3835" y="6651"/>
                        <a:pt x="3839" y="6745"/>
                      </a:cubicBezTo>
                      <a:cubicBezTo>
                        <a:pt x="3841" y="6768"/>
                        <a:pt x="3841" y="6768"/>
                        <a:pt x="3850" y="6885"/>
                      </a:cubicBezTo>
                      <a:cubicBezTo>
                        <a:pt x="3860" y="7240"/>
                        <a:pt x="3860" y="7240"/>
                        <a:pt x="3721" y="7393"/>
                      </a:cubicBezTo>
                      <a:cubicBezTo>
                        <a:pt x="3683" y="7424"/>
                        <a:pt x="3646" y="7455"/>
                        <a:pt x="3607" y="7488"/>
                      </a:cubicBezTo>
                      <a:cubicBezTo>
                        <a:pt x="3432" y="7641"/>
                        <a:pt x="3371" y="7740"/>
                        <a:pt x="3351" y="7966"/>
                      </a:cubicBezTo>
                      <a:cubicBezTo>
                        <a:pt x="3345" y="8094"/>
                        <a:pt x="3340" y="8223"/>
                        <a:pt x="3336" y="8351"/>
                      </a:cubicBezTo>
                      <a:cubicBezTo>
                        <a:pt x="3311" y="8930"/>
                        <a:pt x="3311" y="8930"/>
                        <a:pt x="3188" y="9167"/>
                      </a:cubicBezTo>
                      <a:cubicBezTo>
                        <a:pt x="2935" y="9382"/>
                        <a:pt x="2581" y="9411"/>
                        <a:pt x="2258" y="9394"/>
                      </a:cubicBezTo>
                      <a:cubicBezTo>
                        <a:pt x="2146" y="9375"/>
                        <a:pt x="2146" y="9375"/>
                        <a:pt x="2011" y="9304"/>
                      </a:cubicBezTo>
                      <a:cubicBezTo>
                        <a:pt x="1896" y="9086"/>
                        <a:pt x="1916" y="8875"/>
                        <a:pt x="1925" y="8633"/>
                      </a:cubicBezTo>
                      <a:cubicBezTo>
                        <a:pt x="1926" y="8584"/>
                        <a:pt x="1927" y="8535"/>
                        <a:pt x="1928" y="8485"/>
                      </a:cubicBezTo>
                      <a:cubicBezTo>
                        <a:pt x="1930" y="8365"/>
                        <a:pt x="1934" y="8245"/>
                        <a:pt x="1938" y="8125"/>
                      </a:cubicBezTo>
                      <a:cubicBezTo>
                        <a:pt x="1732" y="8125"/>
                        <a:pt x="1526" y="8125"/>
                        <a:pt x="1313" y="8125"/>
                      </a:cubicBezTo>
                      <a:cubicBezTo>
                        <a:pt x="1313" y="8881"/>
                        <a:pt x="1313" y="9637"/>
                        <a:pt x="1313" y="10417"/>
                      </a:cubicBezTo>
                      <a:cubicBezTo>
                        <a:pt x="1141" y="10451"/>
                        <a:pt x="1141" y="10451"/>
                        <a:pt x="271" y="10625"/>
                      </a:cubicBezTo>
                      <a:cubicBezTo>
                        <a:pt x="39" y="10393"/>
                        <a:pt x="39" y="10393"/>
                        <a:pt x="33" y="10184"/>
                      </a:cubicBezTo>
                      <a:cubicBezTo>
                        <a:pt x="33" y="10154"/>
                        <a:pt x="33" y="10124"/>
                        <a:pt x="33" y="10094"/>
                      </a:cubicBezTo>
                      <a:cubicBezTo>
                        <a:pt x="33" y="10078"/>
                        <a:pt x="33" y="10078"/>
                        <a:pt x="31" y="9997"/>
                      </a:cubicBezTo>
                      <a:cubicBezTo>
                        <a:pt x="29" y="9892"/>
                        <a:pt x="28" y="9787"/>
                        <a:pt x="28" y="9682"/>
                      </a:cubicBezTo>
                      <a:cubicBezTo>
                        <a:pt x="28" y="9608"/>
                        <a:pt x="27" y="9535"/>
                        <a:pt x="26" y="9461"/>
                      </a:cubicBezTo>
                      <a:cubicBezTo>
                        <a:pt x="25" y="9308"/>
                        <a:pt x="24" y="9154"/>
                        <a:pt x="25" y="9000"/>
                      </a:cubicBezTo>
                      <a:cubicBezTo>
                        <a:pt x="25" y="8803"/>
                        <a:pt x="22" y="8607"/>
                        <a:pt x="18" y="8411"/>
                      </a:cubicBezTo>
                      <a:cubicBezTo>
                        <a:pt x="16" y="8259"/>
                        <a:pt x="15" y="8107"/>
                        <a:pt x="15" y="7955"/>
                      </a:cubicBezTo>
                      <a:cubicBezTo>
                        <a:pt x="15" y="7883"/>
                        <a:pt x="14" y="7811"/>
                        <a:pt x="13" y="7738"/>
                      </a:cubicBezTo>
                      <a:cubicBezTo>
                        <a:pt x="0" y="7115"/>
                        <a:pt x="0" y="7115"/>
                        <a:pt x="210" y="6894"/>
                      </a:cubicBezTo>
                      <a:cubicBezTo>
                        <a:pt x="264" y="6844"/>
                        <a:pt x="322" y="6798"/>
                        <a:pt x="380" y="6753"/>
                      </a:cubicBezTo>
                      <a:cubicBezTo>
                        <a:pt x="552" y="6604"/>
                        <a:pt x="604" y="6408"/>
                        <a:pt x="675" y="6198"/>
                      </a:cubicBezTo>
                      <a:cubicBezTo>
                        <a:pt x="710" y="6107"/>
                        <a:pt x="745" y="6016"/>
                        <a:pt x="781" y="5925"/>
                      </a:cubicBezTo>
                      <a:cubicBezTo>
                        <a:pt x="841" y="5769"/>
                        <a:pt x="901" y="5612"/>
                        <a:pt x="959" y="5455"/>
                      </a:cubicBezTo>
                      <a:cubicBezTo>
                        <a:pt x="1262" y="4639"/>
                        <a:pt x="1262" y="4639"/>
                        <a:pt x="1521" y="4375"/>
                      </a:cubicBezTo>
                      <a:cubicBezTo>
                        <a:pt x="1874" y="4227"/>
                        <a:pt x="2190" y="4315"/>
                        <a:pt x="2563" y="4375"/>
                      </a:cubicBezTo>
                      <a:cubicBezTo>
                        <a:pt x="2563" y="4788"/>
                        <a:pt x="2563" y="5200"/>
                        <a:pt x="2563" y="5625"/>
                      </a:cubicBezTo>
                      <a:cubicBezTo>
                        <a:pt x="2769" y="5625"/>
                        <a:pt x="2976" y="5625"/>
                        <a:pt x="3188" y="5625"/>
                      </a:cubicBezTo>
                      <a:cubicBezTo>
                        <a:pt x="3298" y="5466"/>
                        <a:pt x="3326" y="5395"/>
                        <a:pt x="3364" y="5215"/>
                      </a:cubicBezTo>
                      <a:cubicBezTo>
                        <a:pt x="3375" y="5173"/>
                        <a:pt x="3387" y="5132"/>
                        <a:pt x="3399" y="5089"/>
                      </a:cubicBezTo>
                      <a:cubicBezTo>
                        <a:pt x="3436" y="4956"/>
                        <a:pt x="3469" y="4822"/>
                        <a:pt x="3501" y="4688"/>
                      </a:cubicBezTo>
                      <a:cubicBezTo>
                        <a:pt x="3681" y="3934"/>
                        <a:pt x="3681" y="3934"/>
                        <a:pt x="3813" y="3750"/>
                      </a:cubicBezTo>
                      <a:cubicBezTo>
                        <a:pt x="4022" y="3637"/>
                        <a:pt x="4212" y="3705"/>
                        <a:pt x="4438" y="3750"/>
                      </a:cubicBezTo>
                      <a:cubicBezTo>
                        <a:pt x="4507" y="4094"/>
                        <a:pt x="4576" y="4438"/>
                        <a:pt x="4646" y="4792"/>
                      </a:cubicBezTo>
                      <a:cubicBezTo>
                        <a:pt x="4921" y="4792"/>
                        <a:pt x="5196" y="4792"/>
                        <a:pt x="5480" y="4792"/>
                      </a:cubicBezTo>
                      <a:cubicBezTo>
                        <a:pt x="5490" y="4719"/>
                        <a:pt x="5500" y="4646"/>
                        <a:pt x="5511" y="4571"/>
                      </a:cubicBezTo>
                      <a:cubicBezTo>
                        <a:pt x="5526" y="4475"/>
                        <a:pt x="5542" y="4380"/>
                        <a:pt x="5558" y="4284"/>
                      </a:cubicBezTo>
                      <a:cubicBezTo>
                        <a:pt x="5564" y="4236"/>
                        <a:pt x="5571" y="4188"/>
                        <a:pt x="5577" y="4139"/>
                      </a:cubicBezTo>
                      <a:cubicBezTo>
                        <a:pt x="5602" y="3998"/>
                        <a:pt x="5626" y="3879"/>
                        <a:pt x="5688" y="3750"/>
                      </a:cubicBezTo>
                      <a:cubicBezTo>
                        <a:pt x="5785" y="3700"/>
                        <a:pt x="5785" y="3700"/>
                        <a:pt x="5896" y="3665"/>
                      </a:cubicBezTo>
                      <a:cubicBezTo>
                        <a:pt x="6008" y="3622"/>
                        <a:pt x="6008" y="3622"/>
                        <a:pt x="6105" y="3542"/>
                      </a:cubicBezTo>
                      <a:cubicBezTo>
                        <a:pt x="6209" y="3278"/>
                        <a:pt x="6212" y="2975"/>
                        <a:pt x="6235" y="2695"/>
                      </a:cubicBezTo>
                      <a:cubicBezTo>
                        <a:pt x="6243" y="2616"/>
                        <a:pt x="6251" y="2537"/>
                        <a:pt x="6259" y="2457"/>
                      </a:cubicBezTo>
                      <a:cubicBezTo>
                        <a:pt x="6279" y="2263"/>
                        <a:pt x="6297" y="2069"/>
                        <a:pt x="6313" y="1875"/>
                      </a:cubicBezTo>
                      <a:cubicBezTo>
                        <a:pt x="6519" y="1875"/>
                        <a:pt x="6726" y="1875"/>
                        <a:pt x="6938" y="1875"/>
                      </a:cubicBezTo>
                      <a:cubicBezTo>
                        <a:pt x="6940" y="1899"/>
                        <a:pt x="6940" y="1899"/>
                        <a:pt x="6951" y="2021"/>
                      </a:cubicBezTo>
                      <a:cubicBezTo>
                        <a:pt x="6967" y="2202"/>
                        <a:pt x="6985" y="2383"/>
                        <a:pt x="7004" y="2564"/>
                      </a:cubicBezTo>
                      <a:cubicBezTo>
                        <a:pt x="7012" y="2642"/>
                        <a:pt x="7019" y="2720"/>
                        <a:pt x="7026" y="2798"/>
                      </a:cubicBezTo>
                      <a:cubicBezTo>
                        <a:pt x="7083" y="3468"/>
                        <a:pt x="7083" y="3468"/>
                        <a:pt x="7247" y="3658"/>
                      </a:cubicBezTo>
                      <a:cubicBezTo>
                        <a:pt x="7285" y="3689"/>
                        <a:pt x="7322" y="3719"/>
                        <a:pt x="7361" y="3750"/>
                      </a:cubicBezTo>
                      <a:cubicBezTo>
                        <a:pt x="7511" y="3873"/>
                        <a:pt x="7575" y="3955"/>
                        <a:pt x="7597" y="4146"/>
                      </a:cubicBezTo>
                      <a:cubicBezTo>
                        <a:pt x="7609" y="4370"/>
                        <a:pt x="7600" y="4593"/>
                        <a:pt x="7589" y="4818"/>
                      </a:cubicBezTo>
                      <a:cubicBezTo>
                        <a:pt x="7587" y="4896"/>
                        <a:pt x="7585" y="4975"/>
                        <a:pt x="7584" y="5053"/>
                      </a:cubicBezTo>
                      <a:cubicBezTo>
                        <a:pt x="7579" y="5244"/>
                        <a:pt x="7572" y="5434"/>
                        <a:pt x="7563" y="5625"/>
                      </a:cubicBezTo>
                      <a:cubicBezTo>
                        <a:pt x="7775" y="5676"/>
                        <a:pt x="7982" y="5714"/>
                        <a:pt x="8188" y="5625"/>
                      </a:cubicBezTo>
                      <a:cubicBezTo>
                        <a:pt x="8554" y="5286"/>
                        <a:pt x="8634" y="4733"/>
                        <a:pt x="8654" y="4262"/>
                      </a:cubicBezTo>
                      <a:cubicBezTo>
                        <a:pt x="8659" y="4125"/>
                        <a:pt x="8663" y="3987"/>
                        <a:pt x="8666" y="3850"/>
                      </a:cubicBezTo>
                      <a:cubicBezTo>
                        <a:pt x="8695" y="2871"/>
                        <a:pt x="8695" y="2871"/>
                        <a:pt x="8862" y="2641"/>
                      </a:cubicBezTo>
                      <a:cubicBezTo>
                        <a:pt x="9070" y="2456"/>
                        <a:pt x="9349" y="2448"/>
                        <a:pt x="9614" y="2452"/>
                      </a:cubicBezTo>
                      <a:cubicBezTo>
                        <a:pt x="9764" y="2474"/>
                        <a:pt x="9856" y="2500"/>
                        <a:pt x="9991" y="2573"/>
                      </a:cubicBezTo>
                      <a:cubicBezTo>
                        <a:pt x="10107" y="2790"/>
                        <a:pt x="10085" y="3001"/>
                        <a:pt x="10076" y="3242"/>
                      </a:cubicBezTo>
                      <a:cubicBezTo>
                        <a:pt x="10075" y="3291"/>
                        <a:pt x="10074" y="3340"/>
                        <a:pt x="10073" y="3390"/>
                      </a:cubicBezTo>
                      <a:cubicBezTo>
                        <a:pt x="10071" y="3510"/>
                        <a:pt x="10067" y="3630"/>
                        <a:pt x="10063" y="3750"/>
                      </a:cubicBezTo>
                      <a:cubicBezTo>
                        <a:pt x="10090" y="3746"/>
                        <a:pt x="10118" y="3741"/>
                        <a:pt x="10146" y="3737"/>
                      </a:cubicBezTo>
                      <a:cubicBezTo>
                        <a:pt x="10536" y="3683"/>
                        <a:pt x="10963" y="3625"/>
                        <a:pt x="11299" y="3871"/>
                      </a:cubicBezTo>
                      <a:cubicBezTo>
                        <a:pt x="11401" y="3955"/>
                        <a:pt x="11495" y="4045"/>
                        <a:pt x="11586" y="4141"/>
                      </a:cubicBezTo>
                      <a:cubicBezTo>
                        <a:pt x="11622" y="4177"/>
                        <a:pt x="11658" y="4213"/>
                        <a:pt x="11695" y="4250"/>
                      </a:cubicBezTo>
                      <a:cubicBezTo>
                        <a:pt x="11859" y="4435"/>
                        <a:pt x="11959" y="4567"/>
                        <a:pt x="11960" y="4819"/>
                      </a:cubicBezTo>
                      <a:cubicBezTo>
                        <a:pt x="11955" y="4880"/>
                        <a:pt x="11948" y="4940"/>
                        <a:pt x="11938" y="5000"/>
                      </a:cubicBezTo>
                      <a:cubicBezTo>
                        <a:pt x="12382" y="5075"/>
                        <a:pt x="12382" y="5075"/>
                        <a:pt x="12563" y="5000"/>
                      </a:cubicBezTo>
                      <a:cubicBezTo>
                        <a:pt x="12703" y="4828"/>
                        <a:pt x="12735" y="4588"/>
                        <a:pt x="12771" y="4375"/>
                      </a:cubicBezTo>
                      <a:cubicBezTo>
                        <a:pt x="13304" y="4432"/>
                        <a:pt x="13800" y="4488"/>
                        <a:pt x="14191" y="4883"/>
                      </a:cubicBezTo>
                      <a:cubicBezTo>
                        <a:pt x="14216" y="4908"/>
                        <a:pt x="14242" y="4934"/>
                        <a:pt x="14269" y="4960"/>
                      </a:cubicBezTo>
                      <a:cubicBezTo>
                        <a:pt x="14407" y="5116"/>
                        <a:pt x="14453" y="5227"/>
                        <a:pt x="14454" y="5437"/>
                      </a:cubicBezTo>
                      <a:cubicBezTo>
                        <a:pt x="14449" y="5499"/>
                        <a:pt x="14443" y="5561"/>
                        <a:pt x="14438" y="5625"/>
                      </a:cubicBezTo>
                      <a:cubicBezTo>
                        <a:pt x="14644" y="5625"/>
                        <a:pt x="14851" y="5625"/>
                        <a:pt x="15063" y="5625"/>
                      </a:cubicBezTo>
                      <a:cubicBezTo>
                        <a:pt x="15063" y="5281"/>
                        <a:pt x="15063" y="4938"/>
                        <a:pt x="15063" y="4583"/>
                      </a:cubicBezTo>
                      <a:cubicBezTo>
                        <a:pt x="15232" y="4543"/>
                        <a:pt x="15401" y="4504"/>
                        <a:pt x="15571" y="4466"/>
                      </a:cubicBezTo>
                      <a:cubicBezTo>
                        <a:pt x="15619" y="4454"/>
                        <a:pt x="15667" y="4443"/>
                        <a:pt x="15716" y="4431"/>
                      </a:cubicBezTo>
                      <a:cubicBezTo>
                        <a:pt x="16063" y="4355"/>
                        <a:pt x="16063" y="4355"/>
                        <a:pt x="16241" y="4440"/>
                      </a:cubicBezTo>
                      <a:cubicBezTo>
                        <a:pt x="16377" y="4629"/>
                        <a:pt x="16334" y="4897"/>
                        <a:pt x="16326" y="5117"/>
                      </a:cubicBezTo>
                      <a:cubicBezTo>
                        <a:pt x="16325" y="5166"/>
                        <a:pt x="16324" y="5215"/>
                        <a:pt x="16323" y="5265"/>
                      </a:cubicBezTo>
                      <a:cubicBezTo>
                        <a:pt x="16321" y="5385"/>
                        <a:pt x="16317" y="5505"/>
                        <a:pt x="16313" y="5625"/>
                      </a:cubicBezTo>
                      <a:cubicBezTo>
                        <a:pt x="16523" y="5675"/>
                        <a:pt x="16735" y="5717"/>
                        <a:pt x="16938" y="5625"/>
                      </a:cubicBezTo>
                      <a:cubicBezTo>
                        <a:pt x="17030" y="5520"/>
                        <a:pt x="17080" y="5401"/>
                        <a:pt x="17134" y="5273"/>
                      </a:cubicBezTo>
                      <a:cubicBezTo>
                        <a:pt x="17287" y="4912"/>
                        <a:pt x="17466" y="4600"/>
                        <a:pt x="17705" y="4289"/>
                      </a:cubicBezTo>
                      <a:cubicBezTo>
                        <a:pt x="17740" y="4243"/>
                        <a:pt x="17775" y="4196"/>
                        <a:pt x="17809" y="4148"/>
                      </a:cubicBezTo>
                      <a:cubicBezTo>
                        <a:pt x="18071" y="3779"/>
                        <a:pt x="18071" y="3779"/>
                        <a:pt x="18268" y="3730"/>
                      </a:cubicBezTo>
                      <a:cubicBezTo>
                        <a:pt x="18457" y="3710"/>
                        <a:pt x="18620" y="3730"/>
                        <a:pt x="18813" y="3750"/>
                      </a:cubicBezTo>
                      <a:cubicBezTo>
                        <a:pt x="18847" y="3922"/>
                        <a:pt x="18847" y="3922"/>
                        <a:pt x="19021" y="4792"/>
                      </a:cubicBezTo>
                      <a:cubicBezTo>
                        <a:pt x="19296" y="4792"/>
                        <a:pt x="19571" y="4792"/>
                        <a:pt x="19855" y="4792"/>
                      </a:cubicBezTo>
                      <a:cubicBezTo>
                        <a:pt x="19856" y="4711"/>
                        <a:pt x="19856" y="4630"/>
                        <a:pt x="19857" y="4546"/>
                      </a:cubicBezTo>
                      <a:cubicBezTo>
                        <a:pt x="19861" y="4278"/>
                        <a:pt x="19870" y="4011"/>
                        <a:pt x="19882" y="3743"/>
                      </a:cubicBezTo>
                      <a:cubicBezTo>
                        <a:pt x="19889" y="3581"/>
                        <a:pt x="19895" y="3419"/>
                        <a:pt x="19896" y="3256"/>
                      </a:cubicBezTo>
                      <a:cubicBezTo>
                        <a:pt x="19902" y="2393"/>
                        <a:pt x="19902" y="2393"/>
                        <a:pt x="20063" y="2083"/>
                      </a:cubicBezTo>
                      <a:cubicBezTo>
                        <a:pt x="20325" y="1880"/>
                        <a:pt x="20669" y="1846"/>
                        <a:pt x="20993" y="1856"/>
                      </a:cubicBezTo>
                      <a:cubicBezTo>
                        <a:pt x="21103" y="1875"/>
                        <a:pt x="21159" y="1891"/>
                        <a:pt x="21242" y="1964"/>
                      </a:cubicBezTo>
                      <a:cubicBezTo>
                        <a:pt x="21325" y="2104"/>
                        <a:pt x="21330" y="2159"/>
                        <a:pt x="21304" y="2317"/>
                      </a:cubicBezTo>
                      <a:cubicBezTo>
                        <a:pt x="21240" y="2881"/>
                        <a:pt x="21240" y="2881"/>
                        <a:pt x="21313" y="3125"/>
                      </a:cubicBezTo>
                      <a:cubicBezTo>
                        <a:pt x="21454" y="3269"/>
                        <a:pt x="21634" y="3322"/>
                        <a:pt x="21820" y="3387"/>
                      </a:cubicBezTo>
                      <a:cubicBezTo>
                        <a:pt x="22044" y="3471"/>
                        <a:pt x="22164" y="3532"/>
                        <a:pt x="22273" y="3751"/>
                      </a:cubicBezTo>
                      <a:cubicBezTo>
                        <a:pt x="22306" y="3828"/>
                        <a:pt x="22337" y="3906"/>
                        <a:pt x="22368" y="3984"/>
                      </a:cubicBezTo>
                      <a:cubicBezTo>
                        <a:pt x="22511" y="4350"/>
                        <a:pt x="22511" y="4350"/>
                        <a:pt x="22641" y="4413"/>
                      </a:cubicBezTo>
                      <a:cubicBezTo>
                        <a:pt x="22829" y="4448"/>
                        <a:pt x="23004" y="4419"/>
                        <a:pt x="23188" y="4375"/>
                      </a:cubicBezTo>
                      <a:cubicBezTo>
                        <a:pt x="23185" y="4348"/>
                        <a:pt x="23182" y="4321"/>
                        <a:pt x="23178" y="4293"/>
                      </a:cubicBezTo>
                      <a:cubicBezTo>
                        <a:pt x="23121" y="3745"/>
                        <a:pt x="23129" y="3309"/>
                        <a:pt x="23461" y="2852"/>
                      </a:cubicBezTo>
                      <a:cubicBezTo>
                        <a:pt x="23474" y="2834"/>
                        <a:pt x="23474" y="2834"/>
                        <a:pt x="23536" y="2744"/>
                      </a:cubicBezTo>
                      <a:cubicBezTo>
                        <a:pt x="23638" y="2618"/>
                        <a:pt x="23725" y="2517"/>
                        <a:pt x="23890" y="2485"/>
                      </a:cubicBezTo>
                      <a:cubicBezTo>
                        <a:pt x="24074" y="2470"/>
                        <a:pt x="24255" y="2482"/>
                        <a:pt x="24438" y="2500"/>
                      </a:cubicBezTo>
                      <a:cubicBezTo>
                        <a:pt x="24435" y="2537"/>
                        <a:pt x="24432" y="2574"/>
                        <a:pt x="24428" y="2611"/>
                      </a:cubicBezTo>
                      <a:cubicBezTo>
                        <a:pt x="24364" y="3431"/>
                        <a:pt x="24364" y="3431"/>
                        <a:pt x="24438" y="3750"/>
                      </a:cubicBezTo>
                      <a:cubicBezTo>
                        <a:pt x="24551" y="3865"/>
                        <a:pt x="24686" y="3862"/>
                        <a:pt x="24839" y="3874"/>
                      </a:cubicBezTo>
                      <a:cubicBezTo>
                        <a:pt x="24934" y="3888"/>
                        <a:pt x="24988" y="3897"/>
                        <a:pt x="25063" y="3958"/>
                      </a:cubicBezTo>
                      <a:cubicBezTo>
                        <a:pt x="25155" y="4290"/>
                        <a:pt x="25097" y="4663"/>
                        <a:pt x="25063" y="5000"/>
                      </a:cubicBezTo>
                      <a:cubicBezTo>
                        <a:pt x="25269" y="5000"/>
                        <a:pt x="25476" y="5000"/>
                        <a:pt x="25688" y="5000"/>
                      </a:cubicBezTo>
                      <a:cubicBezTo>
                        <a:pt x="25686" y="4914"/>
                        <a:pt x="25684" y="4828"/>
                        <a:pt x="25681" y="4739"/>
                      </a:cubicBezTo>
                      <a:cubicBezTo>
                        <a:pt x="25675" y="4453"/>
                        <a:pt x="25670" y="4167"/>
                        <a:pt x="25666" y="3881"/>
                      </a:cubicBezTo>
                      <a:cubicBezTo>
                        <a:pt x="25664" y="3707"/>
                        <a:pt x="25661" y="3534"/>
                        <a:pt x="25657" y="3361"/>
                      </a:cubicBezTo>
                      <a:cubicBezTo>
                        <a:pt x="25652" y="3193"/>
                        <a:pt x="25650" y="3026"/>
                        <a:pt x="25649" y="2858"/>
                      </a:cubicBezTo>
                      <a:cubicBezTo>
                        <a:pt x="25648" y="2795"/>
                        <a:pt x="25646" y="2731"/>
                        <a:pt x="25644" y="2668"/>
                      </a:cubicBezTo>
                      <a:cubicBezTo>
                        <a:pt x="25627" y="2163"/>
                        <a:pt x="25627" y="2163"/>
                        <a:pt x="25781" y="1963"/>
                      </a:cubicBezTo>
                      <a:cubicBezTo>
                        <a:pt x="25855" y="1894"/>
                        <a:pt x="25931" y="1826"/>
                        <a:pt x="26008" y="1761"/>
                      </a:cubicBezTo>
                      <a:cubicBezTo>
                        <a:pt x="26161" y="1612"/>
                        <a:pt x="26177" y="1468"/>
                        <a:pt x="26191" y="1261"/>
                      </a:cubicBezTo>
                      <a:cubicBezTo>
                        <a:pt x="26195" y="1225"/>
                        <a:pt x="26199" y="1189"/>
                        <a:pt x="26203" y="1151"/>
                      </a:cubicBezTo>
                      <a:cubicBezTo>
                        <a:pt x="26216" y="1037"/>
                        <a:pt x="26225" y="922"/>
                        <a:pt x="26235" y="807"/>
                      </a:cubicBezTo>
                      <a:cubicBezTo>
                        <a:pt x="26243" y="729"/>
                        <a:pt x="26251" y="650"/>
                        <a:pt x="26259" y="572"/>
                      </a:cubicBezTo>
                      <a:cubicBezTo>
                        <a:pt x="26279" y="381"/>
                        <a:pt x="26297" y="191"/>
                        <a:pt x="26313" y="0"/>
                      </a:cubicBezTo>
                      <a:close/>
                    </a:path>
                  </a:pathLst>
                </a:custGeom>
                <a:solidFill>
                  <a:srgbClr val="63ADAD"/>
                </a:solidFill>
                <a:ln w="2646" cap="flat">
                  <a:noFill/>
                </a:ln>
              </p:spPr>
            </p:sp>
            <p:sp>
              <p:nvSpPr>
                <p:cNvPr id="3486" name="ICON_OUT_WAVE_GRAPHIC_path_007"/>
                <p:cNvSpPr/>
                <p:nvPr/>
              </p:nvSpPr>
              <p:spPr>
                <a:xfrm>
                  <a:off x="8794178" y="3888494"/>
                  <a:ext cx="183920" cy="14408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482" h="11345" fill="norm" stroke="0">
                      <a:moveTo>
                        <a:pt x="14420" y="69"/>
                      </a:moveTo>
                      <a:cubicBezTo>
                        <a:pt x="14430" y="1094"/>
                        <a:pt x="14437" y="2119"/>
                        <a:pt x="14442" y="3144"/>
                      </a:cubicBezTo>
                      <a:cubicBezTo>
                        <a:pt x="14444" y="3620"/>
                        <a:pt x="14447" y="4096"/>
                        <a:pt x="14451" y="4572"/>
                      </a:cubicBezTo>
                      <a:cubicBezTo>
                        <a:pt x="14456" y="4987"/>
                        <a:pt x="14458" y="5402"/>
                        <a:pt x="14459" y="5817"/>
                      </a:cubicBezTo>
                      <a:cubicBezTo>
                        <a:pt x="14460" y="6037"/>
                        <a:pt x="14461" y="6256"/>
                        <a:pt x="14464" y="6476"/>
                      </a:cubicBezTo>
                      <a:cubicBezTo>
                        <a:pt x="14467" y="6683"/>
                        <a:pt x="14468" y="6890"/>
                        <a:pt x="14467" y="7097"/>
                      </a:cubicBezTo>
                      <a:cubicBezTo>
                        <a:pt x="14467" y="7172"/>
                        <a:pt x="14468" y="7248"/>
                        <a:pt x="14470" y="7324"/>
                      </a:cubicBezTo>
                      <a:cubicBezTo>
                        <a:pt x="14482" y="7931"/>
                        <a:pt x="14482" y="7931"/>
                        <a:pt x="14326" y="8116"/>
                      </a:cubicBezTo>
                      <a:cubicBezTo>
                        <a:pt x="14253" y="8190"/>
                        <a:pt x="14178" y="8253"/>
                        <a:pt x="14098" y="8319"/>
                      </a:cubicBezTo>
                      <a:cubicBezTo>
                        <a:pt x="14005" y="8401"/>
                        <a:pt x="13972" y="8435"/>
                        <a:pt x="13952" y="8554"/>
                      </a:cubicBezTo>
                      <a:cubicBezTo>
                        <a:pt x="13953" y="8601"/>
                        <a:pt x="13953" y="8647"/>
                        <a:pt x="13953" y="8695"/>
                      </a:cubicBezTo>
                      <a:cubicBezTo>
                        <a:pt x="13953" y="8721"/>
                        <a:pt x="13952" y="8748"/>
                        <a:pt x="13952" y="8775"/>
                      </a:cubicBezTo>
                      <a:cubicBezTo>
                        <a:pt x="13951" y="8830"/>
                        <a:pt x="13952" y="8886"/>
                        <a:pt x="13952" y="8942"/>
                      </a:cubicBezTo>
                      <a:cubicBezTo>
                        <a:pt x="13954" y="9031"/>
                        <a:pt x="13952" y="9119"/>
                        <a:pt x="13949" y="9207"/>
                      </a:cubicBezTo>
                      <a:cubicBezTo>
                        <a:pt x="13941" y="9459"/>
                        <a:pt x="13937" y="9710"/>
                        <a:pt x="13940" y="9961"/>
                      </a:cubicBezTo>
                      <a:cubicBezTo>
                        <a:pt x="13945" y="10816"/>
                        <a:pt x="13945" y="10816"/>
                        <a:pt x="13795" y="11111"/>
                      </a:cubicBezTo>
                      <a:cubicBezTo>
                        <a:pt x="13530" y="11315"/>
                        <a:pt x="13194" y="11335"/>
                        <a:pt x="12870" y="11345"/>
                      </a:cubicBezTo>
                      <a:cubicBezTo>
                        <a:pt x="12706" y="11309"/>
                        <a:pt x="12645" y="11245"/>
                        <a:pt x="12545" y="11111"/>
                      </a:cubicBezTo>
                      <a:cubicBezTo>
                        <a:pt x="12524" y="10977"/>
                        <a:pt x="12524" y="10977"/>
                        <a:pt x="12531" y="10823"/>
                      </a:cubicBezTo>
                      <a:cubicBezTo>
                        <a:pt x="12532" y="10795"/>
                        <a:pt x="12533" y="10767"/>
                        <a:pt x="12534" y="10738"/>
                      </a:cubicBezTo>
                      <a:cubicBezTo>
                        <a:pt x="12536" y="10677"/>
                        <a:pt x="12539" y="10616"/>
                        <a:pt x="12542" y="10555"/>
                      </a:cubicBezTo>
                      <a:cubicBezTo>
                        <a:pt x="12547" y="10459"/>
                        <a:pt x="12550" y="10363"/>
                        <a:pt x="12552" y="10266"/>
                      </a:cubicBezTo>
                      <a:cubicBezTo>
                        <a:pt x="12559" y="9992"/>
                        <a:pt x="12568" y="9719"/>
                        <a:pt x="12581" y="9445"/>
                      </a:cubicBezTo>
                      <a:cubicBezTo>
                        <a:pt x="12589" y="9277"/>
                        <a:pt x="12593" y="9109"/>
                        <a:pt x="12596" y="8941"/>
                      </a:cubicBezTo>
                      <a:cubicBezTo>
                        <a:pt x="12598" y="8878"/>
                        <a:pt x="12601" y="8814"/>
                        <a:pt x="12605" y="8750"/>
                      </a:cubicBezTo>
                      <a:cubicBezTo>
                        <a:pt x="12617" y="8550"/>
                        <a:pt x="12623" y="8382"/>
                        <a:pt x="12545" y="8194"/>
                      </a:cubicBezTo>
                      <a:cubicBezTo>
                        <a:pt x="12359" y="8056"/>
                        <a:pt x="12144" y="8032"/>
                        <a:pt x="11920" y="7986"/>
                      </a:cubicBezTo>
                      <a:cubicBezTo>
                        <a:pt x="11989" y="7642"/>
                        <a:pt x="12058" y="7299"/>
                        <a:pt x="12128" y="6944"/>
                      </a:cubicBezTo>
                      <a:cubicBezTo>
                        <a:pt x="12266" y="6944"/>
                        <a:pt x="12403" y="6944"/>
                        <a:pt x="12545" y="6944"/>
                      </a:cubicBezTo>
                      <a:cubicBezTo>
                        <a:pt x="12545" y="6738"/>
                        <a:pt x="12545" y="6532"/>
                        <a:pt x="12545" y="6319"/>
                      </a:cubicBezTo>
                      <a:cubicBezTo>
                        <a:pt x="12187" y="6334"/>
                        <a:pt x="11824" y="6355"/>
                        <a:pt x="11503" y="6528"/>
                      </a:cubicBezTo>
                      <a:cubicBezTo>
                        <a:pt x="11292" y="6770"/>
                        <a:pt x="11225" y="7110"/>
                        <a:pt x="11136" y="7411"/>
                      </a:cubicBezTo>
                      <a:cubicBezTo>
                        <a:pt x="11048" y="7702"/>
                        <a:pt x="10938" y="7983"/>
                        <a:pt x="10813" y="8259"/>
                      </a:cubicBezTo>
                      <a:cubicBezTo>
                        <a:pt x="10807" y="8273"/>
                        <a:pt x="10807" y="8273"/>
                        <a:pt x="10776" y="8343"/>
                      </a:cubicBezTo>
                      <a:cubicBezTo>
                        <a:pt x="10670" y="8568"/>
                        <a:pt x="10571" y="8773"/>
                        <a:pt x="10332" y="8874"/>
                      </a:cubicBezTo>
                      <a:cubicBezTo>
                        <a:pt x="10004" y="8930"/>
                        <a:pt x="9761" y="8875"/>
                        <a:pt x="9420" y="8819"/>
                      </a:cubicBezTo>
                      <a:cubicBezTo>
                        <a:pt x="9420" y="8407"/>
                        <a:pt x="9420" y="7994"/>
                        <a:pt x="9420" y="7569"/>
                      </a:cubicBezTo>
                      <a:cubicBezTo>
                        <a:pt x="9214" y="7569"/>
                        <a:pt x="9007" y="7569"/>
                        <a:pt x="8795" y="7569"/>
                      </a:cubicBezTo>
                      <a:cubicBezTo>
                        <a:pt x="8685" y="7729"/>
                        <a:pt x="8657" y="7799"/>
                        <a:pt x="8619" y="7980"/>
                      </a:cubicBezTo>
                      <a:cubicBezTo>
                        <a:pt x="8608" y="8021"/>
                        <a:pt x="8596" y="8063"/>
                        <a:pt x="8584" y="8106"/>
                      </a:cubicBezTo>
                      <a:cubicBezTo>
                        <a:pt x="8548" y="8239"/>
                        <a:pt x="8515" y="8373"/>
                        <a:pt x="8482" y="8507"/>
                      </a:cubicBezTo>
                      <a:cubicBezTo>
                        <a:pt x="8276" y="9370"/>
                        <a:pt x="8276" y="9370"/>
                        <a:pt x="8099" y="9495"/>
                      </a:cubicBezTo>
                      <a:cubicBezTo>
                        <a:pt x="7931" y="9558"/>
                        <a:pt x="7778" y="9551"/>
                        <a:pt x="7612" y="9486"/>
                      </a:cubicBezTo>
                      <a:cubicBezTo>
                        <a:pt x="7421" y="9368"/>
                        <a:pt x="7379" y="9126"/>
                        <a:pt x="7331" y="8922"/>
                      </a:cubicBezTo>
                      <a:cubicBezTo>
                        <a:pt x="7324" y="8892"/>
                        <a:pt x="7318" y="8863"/>
                        <a:pt x="7311" y="8832"/>
                      </a:cubicBezTo>
                      <a:cubicBezTo>
                        <a:pt x="7288" y="8745"/>
                        <a:pt x="7265" y="8658"/>
                        <a:pt x="7240" y="8571"/>
                      </a:cubicBezTo>
                      <a:cubicBezTo>
                        <a:pt x="7226" y="8517"/>
                        <a:pt x="7212" y="8463"/>
                        <a:pt x="7199" y="8409"/>
                      </a:cubicBezTo>
                      <a:cubicBezTo>
                        <a:pt x="7163" y="8266"/>
                        <a:pt x="7130" y="8196"/>
                        <a:pt x="7023" y="8093"/>
                      </a:cubicBezTo>
                      <a:cubicBezTo>
                        <a:pt x="6886" y="7950"/>
                        <a:pt x="6876" y="7838"/>
                        <a:pt x="6854" y="7647"/>
                      </a:cubicBezTo>
                      <a:cubicBezTo>
                        <a:pt x="6850" y="7615"/>
                        <a:pt x="6845" y="7582"/>
                        <a:pt x="6841" y="7550"/>
                      </a:cubicBezTo>
                      <a:cubicBezTo>
                        <a:pt x="6827" y="7448"/>
                        <a:pt x="6815" y="7346"/>
                        <a:pt x="6803" y="7244"/>
                      </a:cubicBezTo>
                      <a:cubicBezTo>
                        <a:pt x="6794" y="7175"/>
                        <a:pt x="6785" y="7105"/>
                        <a:pt x="6776" y="7036"/>
                      </a:cubicBezTo>
                      <a:cubicBezTo>
                        <a:pt x="6753" y="6867"/>
                        <a:pt x="6732" y="6697"/>
                        <a:pt x="6712" y="6528"/>
                      </a:cubicBezTo>
                      <a:cubicBezTo>
                        <a:pt x="6437" y="6528"/>
                        <a:pt x="6162" y="6528"/>
                        <a:pt x="5878" y="6528"/>
                      </a:cubicBezTo>
                      <a:cubicBezTo>
                        <a:pt x="5810" y="7696"/>
                        <a:pt x="5741" y="8865"/>
                        <a:pt x="5670" y="10069"/>
                      </a:cubicBezTo>
                      <a:cubicBezTo>
                        <a:pt x="5464" y="10069"/>
                        <a:pt x="5257" y="10069"/>
                        <a:pt x="5045" y="10069"/>
                      </a:cubicBezTo>
                      <a:cubicBezTo>
                        <a:pt x="4891" y="9804"/>
                        <a:pt x="4891" y="9804"/>
                        <a:pt x="4863" y="9678"/>
                      </a:cubicBezTo>
                      <a:cubicBezTo>
                        <a:pt x="4857" y="9650"/>
                        <a:pt x="4850" y="9623"/>
                        <a:pt x="4844" y="9595"/>
                      </a:cubicBezTo>
                      <a:cubicBezTo>
                        <a:pt x="4837" y="9566"/>
                        <a:pt x="4830" y="9538"/>
                        <a:pt x="4824" y="9509"/>
                      </a:cubicBezTo>
                      <a:cubicBezTo>
                        <a:pt x="4800" y="9424"/>
                        <a:pt x="4776" y="9339"/>
                        <a:pt x="4751" y="9254"/>
                      </a:cubicBezTo>
                      <a:cubicBezTo>
                        <a:pt x="4735" y="9196"/>
                        <a:pt x="4719" y="9137"/>
                        <a:pt x="4703" y="9079"/>
                      </a:cubicBezTo>
                      <a:cubicBezTo>
                        <a:pt x="4622" y="8784"/>
                        <a:pt x="4511" y="8503"/>
                        <a:pt x="4394" y="8220"/>
                      </a:cubicBezTo>
                      <a:cubicBezTo>
                        <a:pt x="4385" y="8198"/>
                        <a:pt x="4385" y="8198"/>
                        <a:pt x="4339" y="8085"/>
                      </a:cubicBezTo>
                      <a:cubicBezTo>
                        <a:pt x="4297" y="7982"/>
                        <a:pt x="4254" y="7880"/>
                        <a:pt x="4212" y="7778"/>
                      </a:cubicBezTo>
                      <a:cubicBezTo>
                        <a:pt x="4046" y="7801"/>
                        <a:pt x="3882" y="7828"/>
                        <a:pt x="3717" y="7856"/>
                      </a:cubicBezTo>
                      <a:cubicBezTo>
                        <a:pt x="3671" y="7862"/>
                        <a:pt x="3625" y="7869"/>
                        <a:pt x="3577" y="7875"/>
                      </a:cubicBezTo>
                      <a:cubicBezTo>
                        <a:pt x="3263" y="7931"/>
                        <a:pt x="3049" y="8029"/>
                        <a:pt x="2834" y="8268"/>
                      </a:cubicBezTo>
                      <a:cubicBezTo>
                        <a:pt x="2661" y="8521"/>
                        <a:pt x="2661" y="8849"/>
                        <a:pt x="2636" y="9145"/>
                      </a:cubicBezTo>
                      <a:cubicBezTo>
                        <a:pt x="2627" y="9244"/>
                        <a:pt x="2617" y="9343"/>
                        <a:pt x="2606" y="9442"/>
                      </a:cubicBezTo>
                      <a:cubicBezTo>
                        <a:pt x="2600" y="9503"/>
                        <a:pt x="2594" y="9564"/>
                        <a:pt x="2590" y="9626"/>
                      </a:cubicBezTo>
                      <a:cubicBezTo>
                        <a:pt x="2574" y="9778"/>
                        <a:pt x="2545" y="9860"/>
                        <a:pt x="2453" y="9984"/>
                      </a:cubicBezTo>
                      <a:cubicBezTo>
                        <a:pt x="2317" y="10084"/>
                        <a:pt x="2255" y="10094"/>
                        <a:pt x="2089" y="10090"/>
                      </a:cubicBezTo>
                      <a:cubicBezTo>
                        <a:pt x="2047" y="10089"/>
                        <a:pt x="2005" y="10089"/>
                        <a:pt x="1962" y="10088"/>
                      </a:cubicBezTo>
                      <a:cubicBezTo>
                        <a:pt x="1909" y="10086"/>
                        <a:pt x="1857" y="10084"/>
                        <a:pt x="1803" y="10082"/>
                      </a:cubicBezTo>
                      <a:cubicBezTo>
                        <a:pt x="1635" y="10078"/>
                        <a:pt x="1468" y="10074"/>
                        <a:pt x="1295" y="10069"/>
                      </a:cubicBezTo>
                      <a:cubicBezTo>
                        <a:pt x="1295" y="10413"/>
                        <a:pt x="1295" y="10757"/>
                        <a:pt x="1295" y="11111"/>
                      </a:cubicBezTo>
                      <a:cubicBezTo>
                        <a:pt x="1126" y="11152"/>
                        <a:pt x="957" y="11190"/>
                        <a:pt x="787" y="11228"/>
                      </a:cubicBezTo>
                      <a:cubicBezTo>
                        <a:pt x="763" y="11234"/>
                        <a:pt x="763" y="11234"/>
                        <a:pt x="642" y="11264"/>
                      </a:cubicBezTo>
                      <a:cubicBezTo>
                        <a:pt x="596" y="11274"/>
                        <a:pt x="549" y="11284"/>
                        <a:pt x="501" y="11294"/>
                      </a:cubicBezTo>
                      <a:cubicBezTo>
                        <a:pt x="459" y="11304"/>
                        <a:pt x="416" y="11314"/>
                        <a:pt x="373" y="11324"/>
                      </a:cubicBezTo>
                      <a:cubicBezTo>
                        <a:pt x="234" y="11319"/>
                        <a:pt x="183" y="11282"/>
                        <a:pt x="89" y="11182"/>
                      </a:cubicBezTo>
                      <a:cubicBezTo>
                        <a:pt x="0" y="11039"/>
                        <a:pt x="17" y="10878"/>
                        <a:pt x="20" y="10714"/>
                      </a:cubicBezTo>
                      <a:cubicBezTo>
                        <a:pt x="20" y="10674"/>
                        <a:pt x="20" y="10634"/>
                        <a:pt x="19" y="10592"/>
                      </a:cubicBezTo>
                      <a:cubicBezTo>
                        <a:pt x="19" y="10458"/>
                        <a:pt x="20" y="10323"/>
                        <a:pt x="21" y="10189"/>
                      </a:cubicBezTo>
                      <a:cubicBezTo>
                        <a:pt x="21" y="10092"/>
                        <a:pt x="21" y="9996"/>
                        <a:pt x="21" y="9899"/>
                      </a:cubicBezTo>
                      <a:cubicBezTo>
                        <a:pt x="21" y="9691"/>
                        <a:pt x="22" y="9484"/>
                        <a:pt x="23" y="9276"/>
                      </a:cubicBezTo>
                      <a:cubicBezTo>
                        <a:pt x="25" y="8975"/>
                        <a:pt x="25" y="8675"/>
                        <a:pt x="25" y="8374"/>
                      </a:cubicBezTo>
                      <a:cubicBezTo>
                        <a:pt x="26" y="7887"/>
                        <a:pt x="27" y="7399"/>
                        <a:pt x="29" y="6912"/>
                      </a:cubicBezTo>
                      <a:cubicBezTo>
                        <a:pt x="31" y="6438"/>
                        <a:pt x="33" y="5965"/>
                        <a:pt x="34" y="5491"/>
                      </a:cubicBezTo>
                      <a:cubicBezTo>
                        <a:pt x="34" y="5462"/>
                        <a:pt x="34" y="5433"/>
                        <a:pt x="34" y="5403"/>
                      </a:cubicBezTo>
                      <a:cubicBezTo>
                        <a:pt x="34" y="5256"/>
                        <a:pt x="34" y="5110"/>
                        <a:pt x="35" y="4964"/>
                      </a:cubicBezTo>
                      <a:cubicBezTo>
                        <a:pt x="37" y="3749"/>
                        <a:pt x="40" y="2534"/>
                        <a:pt x="45" y="1319"/>
                      </a:cubicBezTo>
                      <a:cubicBezTo>
                        <a:pt x="251" y="1319"/>
                        <a:pt x="457" y="1319"/>
                        <a:pt x="670" y="1319"/>
                      </a:cubicBezTo>
                      <a:cubicBezTo>
                        <a:pt x="670" y="2969"/>
                        <a:pt x="670" y="4619"/>
                        <a:pt x="670" y="6319"/>
                      </a:cubicBezTo>
                      <a:cubicBezTo>
                        <a:pt x="876" y="6319"/>
                        <a:pt x="1082" y="6319"/>
                        <a:pt x="1295" y="6319"/>
                      </a:cubicBezTo>
                      <a:cubicBezTo>
                        <a:pt x="1383" y="6189"/>
                        <a:pt x="1398" y="6153"/>
                        <a:pt x="1412" y="6007"/>
                      </a:cubicBezTo>
                      <a:cubicBezTo>
                        <a:pt x="1428" y="5881"/>
                        <a:pt x="1448" y="5813"/>
                        <a:pt x="1503" y="5694"/>
                      </a:cubicBezTo>
                      <a:cubicBezTo>
                        <a:pt x="1641" y="5694"/>
                        <a:pt x="1778" y="5694"/>
                        <a:pt x="1920" y="5694"/>
                      </a:cubicBezTo>
                      <a:cubicBezTo>
                        <a:pt x="1920" y="6313"/>
                        <a:pt x="1920" y="6932"/>
                        <a:pt x="1920" y="7569"/>
                      </a:cubicBezTo>
                      <a:cubicBezTo>
                        <a:pt x="2126" y="7569"/>
                        <a:pt x="2332" y="7569"/>
                        <a:pt x="2545" y="7569"/>
                      </a:cubicBezTo>
                      <a:cubicBezTo>
                        <a:pt x="2666" y="7422"/>
                        <a:pt x="2707" y="7350"/>
                        <a:pt x="2766" y="7179"/>
                      </a:cubicBezTo>
                      <a:cubicBezTo>
                        <a:pt x="2799" y="7101"/>
                        <a:pt x="2833" y="7024"/>
                        <a:pt x="2867" y="6948"/>
                      </a:cubicBezTo>
                      <a:cubicBezTo>
                        <a:pt x="2883" y="6911"/>
                        <a:pt x="2899" y="6874"/>
                        <a:pt x="2916" y="6836"/>
                      </a:cubicBezTo>
                      <a:cubicBezTo>
                        <a:pt x="3117" y="6399"/>
                        <a:pt x="3471" y="6270"/>
                        <a:pt x="3899" y="6111"/>
                      </a:cubicBezTo>
                      <a:cubicBezTo>
                        <a:pt x="3944" y="6096"/>
                        <a:pt x="3988" y="6081"/>
                        <a:pt x="4034" y="6066"/>
                      </a:cubicBezTo>
                      <a:cubicBezTo>
                        <a:pt x="4358" y="5953"/>
                        <a:pt x="4673" y="5805"/>
                        <a:pt x="4837" y="5486"/>
                      </a:cubicBezTo>
                      <a:cubicBezTo>
                        <a:pt x="4926" y="5209"/>
                        <a:pt x="4942" y="4915"/>
                        <a:pt x="4967" y="4627"/>
                      </a:cubicBezTo>
                      <a:cubicBezTo>
                        <a:pt x="4975" y="4548"/>
                        <a:pt x="4983" y="4470"/>
                        <a:pt x="4991" y="4391"/>
                      </a:cubicBezTo>
                      <a:cubicBezTo>
                        <a:pt x="5011" y="4201"/>
                        <a:pt x="5029" y="4010"/>
                        <a:pt x="5045" y="3819"/>
                      </a:cubicBezTo>
                      <a:cubicBezTo>
                        <a:pt x="5251" y="3819"/>
                        <a:pt x="5457" y="3819"/>
                        <a:pt x="5670" y="3819"/>
                      </a:cubicBezTo>
                      <a:cubicBezTo>
                        <a:pt x="5670" y="4232"/>
                        <a:pt x="5670" y="4644"/>
                        <a:pt x="5670" y="5069"/>
                      </a:cubicBezTo>
                      <a:cubicBezTo>
                        <a:pt x="5876" y="5069"/>
                        <a:pt x="6082" y="5069"/>
                        <a:pt x="6295" y="5069"/>
                      </a:cubicBezTo>
                      <a:cubicBezTo>
                        <a:pt x="6399" y="4936"/>
                        <a:pt x="6414" y="4911"/>
                        <a:pt x="6438" y="4757"/>
                      </a:cubicBezTo>
                      <a:cubicBezTo>
                        <a:pt x="6460" y="4654"/>
                        <a:pt x="6481" y="4551"/>
                        <a:pt x="6503" y="4444"/>
                      </a:cubicBezTo>
                      <a:cubicBezTo>
                        <a:pt x="6847" y="4513"/>
                        <a:pt x="7191" y="4582"/>
                        <a:pt x="7545" y="4653"/>
                      </a:cubicBezTo>
                      <a:cubicBezTo>
                        <a:pt x="7545" y="5203"/>
                        <a:pt x="7545" y="5753"/>
                        <a:pt x="7545" y="6319"/>
                      </a:cubicBezTo>
                      <a:cubicBezTo>
                        <a:pt x="7751" y="6319"/>
                        <a:pt x="7957" y="6319"/>
                        <a:pt x="8170" y="6319"/>
                      </a:cubicBezTo>
                      <a:cubicBezTo>
                        <a:pt x="8170" y="5907"/>
                        <a:pt x="8170" y="5494"/>
                        <a:pt x="8170" y="5069"/>
                      </a:cubicBezTo>
                      <a:cubicBezTo>
                        <a:pt x="8587" y="5278"/>
                        <a:pt x="9003" y="5486"/>
                        <a:pt x="9420" y="5694"/>
                      </a:cubicBezTo>
                      <a:cubicBezTo>
                        <a:pt x="9420" y="5076"/>
                        <a:pt x="9420" y="4457"/>
                        <a:pt x="9420" y="3819"/>
                      </a:cubicBezTo>
                      <a:cubicBezTo>
                        <a:pt x="9626" y="3819"/>
                        <a:pt x="9832" y="3819"/>
                        <a:pt x="10045" y="3819"/>
                      </a:cubicBezTo>
                      <a:cubicBezTo>
                        <a:pt x="10045" y="4644"/>
                        <a:pt x="10045" y="5469"/>
                        <a:pt x="10045" y="6319"/>
                      </a:cubicBezTo>
                      <a:cubicBezTo>
                        <a:pt x="10251" y="6319"/>
                        <a:pt x="10457" y="6319"/>
                        <a:pt x="10670" y="6319"/>
                      </a:cubicBezTo>
                      <a:cubicBezTo>
                        <a:pt x="10665" y="6249"/>
                        <a:pt x="10660" y="6179"/>
                        <a:pt x="10655" y="6106"/>
                      </a:cubicBezTo>
                      <a:cubicBezTo>
                        <a:pt x="10619" y="5360"/>
                        <a:pt x="10619" y="5360"/>
                        <a:pt x="10748" y="5152"/>
                      </a:cubicBezTo>
                      <a:cubicBezTo>
                        <a:pt x="10820" y="5095"/>
                        <a:pt x="10892" y="5040"/>
                        <a:pt x="10966" y="4986"/>
                      </a:cubicBezTo>
                      <a:cubicBezTo>
                        <a:pt x="11259" y="4732"/>
                        <a:pt x="11381" y="4152"/>
                        <a:pt x="11503" y="3819"/>
                      </a:cubicBezTo>
                      <a:cubicBezTo>
                        <a:pt x="11847" y="3888"/>
                        <a:pt x="12191" y="3957"/>
                        <a:pt x="12545" y="4028"/>
                      </a:cubicBezTo>
                      <a:cubicBezTo>
                        <a:pt x="12545" y="4371"/>
                        <a:pt x="12545" y="4715"/>
                        <a:pt x="12545" y="5069"/>
                      </a:cubicBezTo>
                      <a:cubicBezTo>
                        <a:pt x="12751" y="5069"/>
                        <a:pt x="12957" y="5069"/>
                        <a:pt x="13170" y="5069"/>
                      </a:cubicBezTo>
                      <a:cubicBezTo>
                        <a:pt x="13169" y="5019"/>
                        <a:pt x="13167" y="4969"/>
                        <a:pt x="13166" y="4917"/>
                      </a:cubicBezTo>
                      <a:cubicBezTo>
                        <a:pt x="13153" y="4439"/>
                        <a:pt x="13144" y="3961"/>
                        <a:pt x="13138" y="3483"/>
                      </a:cubicBezTo>
                      <a:cubicBezTo>
                        <a:pt x="13134" y="3237"/>
                        <a:pt x="13130" y="2991"/>
                        <a:pt x="13123" y="2746"/>
                      </a:cubicBezTo>
                      <a:cubicBezTo>
                        <a:pt x="13116" y="2508"/>
                        <a:pt x="13112" y="2270"/>
                        <a:pt x="13111" y="2032"/>
                      </a:cubicBezTo>
                      <a:cubicBezTo>
                        <a:pt x="13110" y="1942"/>
                        <a:pt x="13107" y="1852"/>
                        <a:pt x="13104" y="1762"/>
                      </a:cubicBezTo>
                      <a:cubicBezTo>
                        <a:pt x="13085" y="1240"/>
                        <a:pt x="13141" y="859"/>
                        <a:pt x="13447" y="424"/>
                      </a:cubicBezTo>
                      <a:cubicBezTo>
                        <a:pt x="13471" y="388"/>
                        <a:pt x="13496" y="352"/>
                        <a:pt x="13521" y="315"/>
                      </a:cubicBezTo>
                      <a:cubicBezTo>
                        <a:pt x="13772" y="0"/>
                        <a:pt x="14049" y="32"/>
                        <a:pt x="14420" y="69"/>
                      </a:cubicBezTo>
                      <a:close/>
                    </a:path>
                  </a:pathLst>
                </a:custGeom>
                <a:solidFill>
                  <a:srgbClr val="62ADAD"/>
                </a:solidFill>
                <a:ln w="2646" cap="flat">
                  <a:noFill/>
                </a:ln>
              </p:spPr>
            </p:sp>
            <p:sp>
              <p:nvSpPr>
                <p:cNvPr id="3487" name="ICON_OUT_WAVE_GRAPHIC_path_008"/>
                <p:cNvSpPr/>
                <p:nvPr/>
              </p:nvSpPr>
              <p:spPr>
                <a:xfrm>
                  <a:off x="9650090" y="3738562"/>
                  <a:ext cx="224160" cy="150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7650" h="11875" fill="norm" stroke="0">
                      <a:moveTo>
                        <a:pt x="10984" y="0"/>
                      </a:moveTo>
                      <a:cubicBezTo>
                        <a:pt x="11156" y="34"/>
                        <a:pt x="11156" y="34"/>
                        <a:pt x="12025" y="208"/>
                      </a:cubicBezTo>
                      <a:cubicBezTo>
                        <a:pt x="12025" y="1790"/>
                        <a:pt x="12025" y="3371"/>
                        <a:pt x="12025" y="5000"/>
                      </a:cubicBezTo>
                      <a:cubicBezTo>
                        <a:pt x="12232" y="5000"/>
                        <a:pt x="12438" y="5000"/>
                        <a:pt x="12650" y="5000"/>
                      </a:cubicBezTo>
                      <a:cubicBezTo>
                        <a:pt x="12643" y="4927"/>
                        <a:pt x="12636" y="4854"/>
                        <a:pt x="12629" y="4779"/>
                      </a:cubicBezTo>
                      <a:cubicBezTo>
                        <a:pt x="12587" y="4187"/>
                        <a:pt x="12587" y="4187"/>
                        <a:pt x="12650" y="3958"/>
                      </a:cubicBezTo>
                      <a:cubicBezTo>
                        <a:pt x="12746" y="3881"/>
                        <a:pt x="12843" y="3876"/>
                        <a:pt x="12963" y="3867"/>
                      </a:cubicBezTo>
                      <a:cubicBezTo>
                        <a:pt x="13092" y="3856"/>
                        <a:pt x="13183" y="3845"/>
                        <a:pt x="13275" y="3750"/>
                      </a:cubicBezTo>
                      <a:cubicBezTo>
                        <a:pt x="13368" y="3349"/>
                        <a:pt x="13312" y="2906"/>
                        <a:pt x="13275" y="2500"/>
                      </a:cubicBezTo>
                      <a:cubicBezTo>
                        <a:pt x="13491" y="2445"/>
                        <a:pt x="13688" y="2421"/>
                        <a:pt x="13900" y="2500"/>
                      </a:cubicBezTo>
                      <a:cubicBezTo>
                        <a:pt x="14235" y="2725"/>
                        <a:pt x="14467" y="3096"/>
                        <a:pt x="14562" y="3484"/>
                      </a:cubicBezTo>
                      <a:cubicBezTo>
                        <a:pt x="14626" y="3851"/>
                        <a:pt x="14633" y="4226"/>
                        <a:pt x="14641" y="4598"/>
                      </a:cubicBezTo>
                      <a:cubicBezTo>
                        <a:pt x="14678" y="6309"/>
                        <a:pt x="14678" y="6309"/>
                        <a:pt x="15081" y="6815"/>
                      </a:cubicBezTo>
                      <a:cubicBezTo>
                        <a:pt x="15205" y="6922"/>
                        <a:pt x="15330" y="6934"/>
                        <a:pt x="15489" y="6927"/>
                      </a:cubicBezTo>
                      <a:cubicBezTo>
                        <a:pt x="15588" y="6916"/>
                        <a:pt x="15678" y="6898"/>
                        <a:pt x="15775" y="6875"/>
                      </a:cubicBezTo>
                      <a:cubicBezTo>
                        <a:pt x="15775" y="6844"/>
                        <a:pt x="15774" y="6813"/>
                        <a:pt x="15773" y="6781"/>
                      </a:cubicBezTo>
                      <a:cubicBezTo>
                        <a:pt x="15764" y="6490"/>
                        <a:pt x="15758" y="6199"/>
                        <a:pt x="15754" y="5908"/>
                      </a:cubicBezTo>
                      <a:cubicBezTo>
                        <a:pt x="15752" y="5758"/>
                        <a:pt x="15749" y="5609"/>
                        <a:pt x="15744" y="5459"/>
                      </a:cubicBezTo>
                      <a:cubicBezTo>
                        <a:pt x="15739" y="5314"/>
                        <a:pt x="15737" y="5170"/>
                        <a:pt x="15736" y="5025"/>
                      </a:cubicBezTo>
                      <a:cubicBezTo>
                        <a:pt x="15735" y="4970"/>
                        <a:pt x="15734" y="4915"/>
                        <a:pt x="15731" y="4860"/>
                      </a:cubicBezTo>
                      <a:cubicBezTo>
                        <a:pt x="15725" y="4691"/>
                        <a:pt x="15722" y="4536"/>
                        <a:pt x="15775" y="4375"/>
                      </a:cubicBezTo>
                      <a:cubicBezTo>
                        <a:pt x="15869" y="4319"/>
                        <a:pt x="15869" y="4319"/>
                        <a:pt x="15982" y="4280"/>
                      </a:cubicBezTo>
                      <a:cubicBezTo>
                        <a:pt x="16097" y="4237"/>
                        <a:pt x="16097" y="4237"/>
                        <a:pt x="16192" y="4167"/>
                      </a:cubicBezTo>
                      <a:cubicBezTo>
                        <a:pt x="16252" y="3963"/>
                        <a:pt x="16254" y="3764"/>
                        <a:pt x="16256" y="3553"/>
                      </a:cubicBezTo>
                      <a:cubicBezTo>
                        <a:pt x="16256" y="3445"/>
                        <a:pt x="16260" y="3337"/>
                        <a:pt x="16264" y="3229"/>
                      </a:cubicBezTo>
                      <a:cubicBezTo>
                        <a:pt x="16276" y="2923"/>
                        <a:pt x="16282" y="2616"/>
                        <a:pt x="16287" y="2309"/>
                      </a:cubicBezTo>
                      <a:cubicBezTo>
                        <a:pt x="16315" y="810"/>
                        <a:pt x="16315" y="810"/>
                        <a:pt x="16681" y="310"/>
                      </a:cubicBezTo>
                      <a:cubicBezTo>
                        <a:pt x="16693" y="294"/>
                        <a:pt x="16693" y="294"/>
                        <a:pt x="16754" y="209"/>
                      </a:cubicBezTo>
                      <a:cubicBezTo>
                        <a:pt x="16832" y="122"/>
                        <a:pt x="16832" y="122"/>
                        <a:pt x="17025" y="0"/>
                      </a:cubicBezTo>
                      <a:cubicBezTo>
                        <a:pt x="17232" y="0"/>
                        <a:pt x="17438" y="0"/>
                        <a:pt x="17650" y="0"/>
                      </a:cubicBezTo>
                      <a:cubicBezTo>
                        <a:pt x="17650" y="825"/>
                        <a:pt x="17650" y="1650"/>
                        <a:pt x="17650" y="2500"/>
                      </a:cubicBezTo>
                      <a:cubicBezTo>
                        <a:pt x="17444" y="2500"/>
                        <a:pt x="17238" y="2500"/>
                        <a:pt x="17025" y="2500"/>
                      </a:cubicBezTo>
                      <a:cubicBezTo>
                        <a:pt x="17028" y="2556"/>
                        <a:pt x="17030" y="2611"/>
                        <a:pt x="17032" y="2669"/>
                      </a:cubicBezTo>
                      <a:cubicBezTo>
                        <a:pt x="17040" y="2876"/>
                        <a:pt x="17044" y="3083"/>
                        <a:pt x="17048" y="3290"/>
                      </a:cubicBezTo>
                      <a:cubicBezTo>
                        <a:pt x="17050" y="3379"/>
                        <a:pt x="17053" y="3469"/>
                        <a:pt x="17057" y="3558"/>
                      </a:cubicBezTo>
                      <a:cubicBezTo>
                        <a:pt x="17062" y="3687"/>
                        <a:pt x="17064" y="3816"/>
                        <a:pt x="17066" y="3945"/>
                      </a:cubicBezTo>
                      <a:cubicBezTo>
                        <a:pt x="17068" y="3984"/>
                        <a:pt x="17070" y="4024"/>
                        <a:pt x="17073" y="4066"/>
                      </a:cubicBezTo>
                      <a:cubicBezTo>
                        <a:pt x="17073" y="4182"/>
                        <a:pt x="17071" y="4267"/>
                        <a:pt x="17025" y="4375"/>
                      </a:cubicBezTo>
                      <a:cubicBezTo>
                        <a:pt x="16932" y="4423"/>
                        <a:pt x="16932" y="4423"/>
                        <a:pt x="16818" y="4461"/>
                      </a:cubicBezTo>
                      <a:cubicBezTo>
                        <a:pt x="16703" y="4508"/>
                        <a:pt x="16703" y="4508"/>
                        <a:pt x="16609" y="4583"/>
                      </a:cubicBezTo>
                      <a:cubicBezTo>
                        <a:pt x="16553" y="4786"/>
                        <a:pt x="16555" y="4982"/>
                        <a:pt x="16558" y="5191"/>
                      </a:cubicBezTo>
                      <a:cubicBezTo>
                        <a:pt x="16559" y="5298"/>
                        <a:pt x="16557" y="5405"/>
                        <a:pt x="16554" y="5512"/>
                      </a:cubicBezTo>
                      <a:cubicBezTo>
                        <a:pt x="16547" y="5816"/>
                        <a:pt x="16543" y="6121"/>
                        <a:pt x="16545" y="6425"/>
                      </a:cubicBezTo>
                      <a:cubicBezTo>
                        <a:pt x="16553" y="7785"/>
                        <a:pt x="16553" y="7785"/>
                        <a:pt x="16232" y="8137"/>
                      </a:cubicBezTo>
                      <a:cubicBezTo>
                        <a:pt x="16097" y="8270"/>
                        <a:pt x="15954" y="8390"/>
                        <a:pt x="15808" y="8509"/>
                      </a:cubicBezTo>
                      <a:cubicBezTo>
                        <a:pt x="15452" y="8804"/>
                        <a:pt x="15284" y="9036"/>
                        <a:pt x="15227" y="9502"/>
                      </a:cubicBezTo>
                      <a:cubicBezTo>
                        <a:pt x="15201" y="9795"/>
                        <a:pt x="15192" y="10088"/>
                        <a:pt x="15191" y="10382"/>
                      </a:cubicBezTo>
                      <a:cubicBezTo>
                        <a:pt x="15189" y="10551"/>
                        <a:pt x="15181" y="10720"/>
                        <a:pt x="15174" y="10889"/>
                      </a:cubicBezTo>
                      <a:cubicBezTo>
                        <a:pt x="15160" y="11218"/>
                        <a:pt x="15154" y="11546"/>
                        <a:pt x="15150" y="11875"/>
                      </a:cubicBezTo>
                      <a:cubicBezTo>
                        <a:pt x="14944" y="11875"/>
                        <a:pt x="14738" y="11875"/>
                        <a:pt x="14525" y="11875"/>
                      </a:cubicBezTo>
                      <a:cubicBezTo>
                        <a:pt x="14524" y="11824"/>
                        <a:pt x="14522" y="11772"/>
                        <a:pt x="14520" y="11720"/>
                      </a:cubicBezTo>
                      <a:cubicBezTo>
                        <a:pt x="14504" y="11235"/>
                        <a:pt x="14486" y="10751"/>
                        <a:pt x="14465" y="10267"/>
                      </a:cubicBezTo>
                      <a:cubicBezTo>
                        <a:pt x="14455" y="10018"/>
                        <a:pt x="14445" y="9769"/>
                        <a:pt x="14438" y="9520"/>
                      </a:cubicBezTo>
                      <a:cubicBezTo>
                        <a:pt x="14430" y="9279"/>
                        <a:pt x="14420" y="9039"/>
                        <a:pt x="14409" y="8799"/>
                      </a:cubicBezTo>
                      <a:cubicBezTo>
                        <a:pt x="14405" y="8707"/>
                        <a:pt x="14402" y="8616"/>
                        <a:pt x="14400" y="8524"/>
                      </a:cubicBezTo>
                      <a:cubicBezTo>
                        <a:pt x="14379" y="7757"/>
                        <a:pt x="14379" y="7757"/>
                        <a:pt x="14220" y="7576"/>
                      </a:cubicBezTo>
                      <a:cubicBezTo>
                        <a:pt x="14146" y="7510"/>
                        <a:pt x="14070" y="7446"/>
                        <a:pt x="13993" y="7385"/>
                      </a:cubicBezTo>
                      <a:cubicBezTo>
                        <a:pt x="13846" y="7237"/>
                        <a:pt x="13853" y="7096"/>
                        <a:pt x="13853" y="6895"/>
                      </a:cubicBezTo>
                      <a:cubicBezTo>
                        <a:pt x="13855" y="6847"/>
                        <a:pt x="13857" y="6799"/>
                        <a:pt x="13860" y="6750"/>
                      </a:cubicBezTo>
                      <a:cubicBezTo>
                        <a:pt x="13860" y="6699"/>
                        <a:pt x="13861" y="6649"/>
                        <a:pt x="13861" y="6597"/>
                      </a:cubicBezTo>
                      <a:cubicBezTo>
                        <a:pt x="13863" y="6465"/>
                        <a:pt x="13867" y="6333"/>
                        <a:pt x="13872" y="6201"/>
                      </a:cubicBezTo>
                      <a:cubicBezTo>
                        <a:pt x="13876" y="6065"/>
                        <a:pt x="13878" y="5930"/>
                        <a:pt x="13880" y="5794"/>
                      </a:cubicBezTo>
                      <a:cubicBezTo>
                        <a:pt x="13885" y="5529"/>
                        <a:pt x="13892" y="5265"/>
                        <a:pt x="13900" y="5000"/>
                      </a:cubicBezTo>
                      <a:cubicBezTo>
                        <a:pt x="13694" y="5000"/>
                        <a:pt x="13488" y="5000"/>
                        <a:pt x="13275" y="5000"/>
                      </a:cubicBezTo>
                      <a:cubicBezTo>
                        <a:pt x="13275" y="6375"/>
                        <a:pt x="13275" y="7750"/>
                        <a:pt x="13275" y="9167"/>
                      </a:cubicBezTo>
                      <a:cubicBezTo>
                        <a:pt x="13104" y="9201"/>
                        <a:pt x="13104" y="9201"/>
                        <a:pt x="12234" y="9375"/>
                      </a:cubicBezTo>
                      <a:cubicBezTo>
                        <a:pt x="12024" y="9166"/>
                        <a:pt x="11995" y="9114"/>
                        <a:pt x="11992" y="8847"/>
                      </a:cubicBezTo>
                      <a:cubicBezTo>
                        <a:pt x="11991" y="8815"/>
                        <a:pt x="11990" y="8784"/>
                        <a:pt x="11989" y="8751"/>
                      </a:cubicBezTo>
                      <a:cubicBezTo>
                        <a:pt x="11987" y="8683"/>
                        <a:pt x="11985" y="8615"/>
                        <a:pt x="11984" y="8546"/>
                      </a:cubicBezTo>
                      <a:cubicBezTo>
                        <a:pt x="11981" y="8438"/>
                        <a:pt x="11977" y="8329"/>
                        <a:pt x="11973" y="8220"/>
                      </a:cubicBezTo>
                      <a:cubicBezTo>
                        <a:pt x="11960" y="7911"/>
                        <a:pt x="11949" y="7602"/>
                        <a:pt x="11942" y="7293"/>
                      </a:cubicBezTo>
                      <a:cubicBezTo>
                        <a:pt x="11908" y="5897"/>
                        <a:pt x="11908" y="5897"/>
                        <a:pt x="11639" y="5499"/>
                      </a:cubicBezTo>
                      <a:cubicBezTo>
                        <a:pt x="11207" y="5096"/>
                        <a:pt x="10993" y="5208"/>
                        <a:pt x="10359" y="5208"/>
                      </a:cubicBezTo>
                      <a:cubicBezTo>
                        <a:pt x="10290" y="6515"/>
                        <a:pt x="10221" y="7821"/>
                        <a:pt x="10150" y="9167"/>
                      </a:cubicBezTo>
                      <a:cubicBezTo>
                        <a:pt x="9979" y="9201"/>
                        <a:pt x="9979" y="9201"/>
                        <a:pt x="9109" y="9375"/>
                      </a:cubicBezTo>
                      <a:cubicBezTo>
                        <a:pt x="8874" y="9141"/>
                        <a:pt x="8874" y="9141"/>
                        <a:pt x="8858" y="8952"/>
                      </a:cubicBezTo>
                      <a:cubicBezTo>
                        <a:pt x="8856" y="8931"/>
                        <a:pt x="8856" y="8931"/>
                        <a:pt x="8845" y="8825"/>
                      </a:cubicBezTo>
                      <a:cubicBezTo>
                        <a:pt x="8843" y="8803"/>
                        <a:pt x="8843" y="8803"/>
                        <a:pt x="8835" y="8691"/>
                      </a:cubicBezTo>
                      <a:cubicBezTo>
                        <a:pt x="8830" y="8645"/>
                        <a:pt x="8826" y="8599"/>
                        <a:pt x="8821" y="8551"/>
                      </a:cubicBezTo>
                      <a:cubicBezTo>
                        <a:pt x="8808" y="8405"/>
                        <a:pt x="8795" y="8259"/>
                        <a:pt x="8783" y="8112"/>
                      </a:cubicBezTo>
                      <a:cubicBezTo>
                        <a:pt x="8774" y="8012"/>
                        <a:pt x="8765" y="7913"/>
                        <a:pt x="8756" y="7814"/>
                      </a:cubicBezTo>
                      <a:cubicBezTo>
                        <a:pt x="8734" y="7570"/>
                        <a:pt x="8712" y="7327"/>
                        <a:pt x="8692" y="7083"/>
                      </a:cubicBezTo>
                      <a:cubicBezTo>
                        <a:pt x="8105" y="7030"/>
                        <a:pt x="8105" y="7030"/>
                        <a:pt x="7859" y="7083"/>
                      </a:cubicBezTo>
                      <a:cubicBezTo>
                        <a:pt x="7725" y="7205"/>
                        <a:pt x="7682" y="7324"/>
                        <a:pt x="7650" y="7500"/>
                      </a:cubicBezTo>
                      <a:cubicBezTo>
                        <a:pt x="7234" y="7292"/>
                        <a:pt x="6817" y="7083"/>
                        <a:pt x="6400" y="6875"/>
                      </a:cubicBezTo>
                      <a:cubicBezTo>
                        <a:pt x="6400" y="7288"/>
                        <a:pt x="6400" y="7700"/>
                        <a:pt x="6400" y="8125"/>
                      </a:cubicBezTo>
                      <a:cubicBezTo>
                        <a:pt x="6194" y="8125"/>
                        <a:pt x="5988" y="8125"/>
                        <a:pt x="5775" y="8125"/>
                      </a:cubicBezTo>
                      <a:cubicBezTo>
                        <a:pt x="5775" y="8675"/>
                        <a:pt x="5775" y="9225"/>
                        <a:pt x="5775" y="9792"/>
                      </a:cubicBezTo>
                      <a:cubicBezTo>
                        <a:pt x="5608" y="9830"/>
                        <a:pt x="5440" y="9869"/>
                        <a:pt x="5268" y="9909"/>
                      </a:cubicBezTo>
                      <a:cubicBezTo>
                        <a:pt x="5215" y="9922"/>
                        <a:pt x="5163" y="9934"/>
                        <a:pt x="5109" y="9947"/>
                      </a:cubicBezTo>
                      <a:cubicBezTo>
                        <a:pt x="5067" y="9956"/>
                        <a:pt x="5025" y="9965"/>
                        <a:pt x="4982" y="9975"/>
                      </a:cubicBezTo>
                      <a:cubicBezTo>
                        <a:pt x="4939" y="9985"/>
                        <a:pt x="4897" y="9994"/>
                        <a:pt x="4853" y="10005"/>
                      </a:cubicBezTo>
                      <a:cubicBezTo>
                        <a:pt x="4712" y="9999"/>
                        <a:pt x="4664" y="9957"/>
                        <a:pt x="4569" y="9856"/>
                      </a:cubicBezTo>
                      <a:cubicBezTo>
                        <a:pt x="4492" y="9742"/>
                        <a:pt x="4501" y="9635"/>
                        <a:pt x="4502" y="9500"/>
                      </a:cubicBezTo>
                      <a:cubicBezTo>
                        <a:pt x="4502" y="9472"/>
                        <a:pt x="4502" y="9443"/>
                        <a:pt x="4502" y="9414"/>
                      </a:cubicBezTo>
                      <a:cubicBezTo>
                        <a:pt x="4502" y="9320"/>
                        <a:pt x="4503" y="9227"/>
                        <a:pt x="4505" y="9133"/>
                      </a:cubicBezTo>
                      <a:cubicBezTo>
                        <a:pt x="4505" y="9068"/>
                        <a:pt x="4506" y="9003"/>
                        <a:pt x="4506" y="8938"/>
                      </a:cubicBezTo>
                      <a:cubicBezTo>
                        <a:pt x="4507" y="8767"/>
                        <a:pt x="4509" y="8596"/>
                        <a:pt x="4511" y="8425"/>
                      </a:cubicBezTo>
                      <a:cubicBezTo>
                        <a:pt x="4513" y="8251"/>
                        <a:pt x="4514" y="8076"/>
                        <a:pt x="4515" y="7902"/>
                      </a:cubicBezTo>
                      <a:cubicBezTo>
                        <a:pt x="4518" y="7559"/>
                        <a:pt x="4521" y="7217"/>
                        <a:pt x="4525" y="6875"/>
                      </a:cubicBezTo>
                      <a:cubicBezTo>
                        <a:pt x="4424" y="6871"/>
                        <a:pt x="4322" y="6869"/>
                        <a:pt x="4220" y="6866"/>
                      </a:cubicBezTo>
                      <a:cubicBezTo>
                        <a:pt x="4191" y="6865"/>
                        <a:pt x="4162" y="6864"/>
                        <a:pt x="4132" y="6863"/>
                      </a:cubicBezTo>
                      <a:cubicBezTo>
                        <a:pt x="3918" y="6860"/>
                        <a:pt x="3918" y="6860"/>
                        <a:pt x="3829" y="6939"/>
                      </a:cubicBezTo>
                      <a:cubicBezTo>
                        <a:pt x="3789" y="7022"/>
                        <a:pt x="3772" y="7096"/>
                        <a:pt x="3757" y="7188"/>
                      </a:cubicBezTo>
                      <a:cubicBezTo>
                        <a:pt x="3750" y="7217"/>
                        <a:pt x="3743" y="7247"/>
                        <a:pt x="3736" y="7278"/>
                      </a:cubicBezTo>
                      <a:cubicBezTo>
                        <a:pt x="3719" y="7351"/>
                        <a:pt x="3705" y="7426"/>
                        <a:pt x="3692" y="7500"/>
                      </a:cubicBezTo>
                      <a:cubicBezTo>
                        <a:pt x="2336" y="7302"/>
                        <a:pt x="2336" y="7302"/>
                        <a:pt x="2067" y="6971"/>
                      </a:cubicBezTo>
                      <a:cubicBezTo>
                        <a:pt x="1960" y="6726"/>
                        <a:pt x="2013" y="6412"/>
                        <a:pt x="2031" y="6150"/>
                      </a:cubicBezTo>
                      <a:cubicBezTo>
                        <a:pt x="2064" y="5672"/>
                        <a:pt x="2064" y="5672"/>
                        <a:pt x="1967" y="5554"/>
                      </a:cubicBezTo>
                      <a:cubicBezTo>
                        <a:pt x="1852" y="5492"/>
                        <a:pt x="1752" y="5471"/>
                        <a:pt x="1622" y="5464"/>
                      </a:cubicBezTo>
                      <a:cubicBezTo>
                        <a:pt x="1537" y="5459"/>
                        <a:pt x="1537" y="5459"/>
                        <a:pt x="1400" y="5417"/>
                      </a:cubicBezTo>
                      <a:cubicBezTo>
                        <a:pt x="1371" y="5275"/>
                        <a:pt x="1383" y="5142"/>
                        <a:pt x="1400" y="5000"/>
                      </a:cubicBezTo>
                      <a:cubicBezTo>
                        <a:pt x="1385" y="5019"/>
                        <a:pt x="1369" y="5038"/>
                        <a:pt x="1353" y="5057"/>
                      </a:cubicBezTo>
                      <a:cubicBezTo>
                        <a:pt x="1279" y="5144"/>
                        <a:pt x="1203" y="5228"/>
                        <a:pt x="1127" y="5312"/>
                      </a:cubicBezTo>
                      <a:cubicBezTo>
                        <a:pt x="1102" y="5342"/>
                        <a:pt x="1078" y="5372"/>
                        <a:pt x="1053" y="5403"/>
                      </a:cubicBezTo>
                      <a:cubicBezTo>
                        <a:pt x="918" y="5548"/>
                        <a:pt x="813" y="5630"/>
                        <a:pt x="614" y="5645"/>
                      </a:cubicBezTo>
                      <a:cubicBezTo>
                        <a:pt x="459" y="5648"/>
                        <a:pt x="305" y="5639"/>
                        <a:pt x="150" y="5625"/>
                      </a:cubicBezTo>
                      <a:cubicBezTo>
                        <a:pt x="0" y="4036"/>
                        <a:pt x="0" y="4036"/>
                        <a:pt x="396" y="3532"/>
                      </a:cubicBezTo>
                      <a:cubicBezTo>
                        <a:pt x="653" y="3272"/>
                        <a:pt x="891" y="3111"/>
                        <a:pt x="1264" y="3093"/>
                      </a:cubicBezTo>
                      <a:cubicBezTo>
                        <a:pt x="1542" y="3111"/>
                        <a:pt x="1799" y="3164"/>
                        <a:pt x="2025" y="3333"/>
                      </a:cubicBezTo>
                      <a:cubicBezTo>
                        <a:pt x="2132" y="3498"/>
                        <a:pt x="2163" y="3669"/>
                        <a:pt x="2176" y="3862"/>
                      </a:cubicBezTo>
                      <a:cubicBezTo>
                        <a:pt x="2191" y="4063"/>
                        <a:pt x="2191" y="4063"/>
                        <a:pt x="2234" y="4167"/>
                      </a:cubicBezTo>
                      <a:cubicBezTo>
                        <a:pt x="2331" y="4217"/>
                        <a:pt x="2331" y="4217"/>
                        <a:pt x="2447" y="4258"/>
                      </a:cubicBezTo>
                      <a:cubicBezTo>
                        <a:pt x="2561" y="4304"/>
                        <a:pt x="2561" y="4304"/>
                        <a:pt x="2650" y="4375"/>
                      </a:cubicBezTo>
                      <a:cubicBezTo>
                        <a:pt x="2684" y="4558"/>
                        <a:pt x="2666" y="4729"/>
                        <a:pt x="2646" y="4913"/>
                      </a:cubicBezTo>
                      <a:cubicBezTo>
                        <a:pt x="2622" y="5150"/>
                        <a:pt x="2608" y="5390"/>
                        <a:pt x="2650" y="5625"/>
                      </a:cubicBezTo>
                      <a:cubicBezTo>
                        <a:pt x="2776" y="5777"/>
                        <a:pt x="2952" y="5781"/>
                        <a:pt x="3136" y="5803"/>
                      </a:cubicBezTo>
                      <a:cubicBezTo>
                        <a:pt x="3182" y="5813"/>
                        <a:pt x="3228" y="5823"/>
                        <a:pt x="3275" y="5833"/>
                      </a:cubicBezTo>
                      <a:cubicBezTo>
                        <a:pt x="3335" y="5980"/>
                        <a:pt x="3315" y="6100"/>
                        <a:pt x="3275" y="6250"/>
                      </a:cubicBezTo>
                      <a:cubicBezTo>
                        <a:pt x="3719" y="6325"/>
                        <a:pt x="3719" y="6325"/>
                        <a:pt x="3900" y="6250"/>
                      </a:cubicBezTo>
                      <a:cubicBezTo>
                        <a:pt x="4044" y="6074"/>
                        <a:pt x="4064" y="5840"/>
                        <a:pt x="4109" y="5625"/>
                      </a:cubicBezTo>
                      <a:cubicBezTo>
                        <a:pt x="4452" y="5694"/>
                        <a:pt x="4796" y="5762"/>
                        <a:pt x="5150" y="5833"/>
                      </a:cubicBezTo>
                      <a:cubicBezTo>
                        <a:pt x="5150" y="6177"/>
                        <a:pt x="5150" y="6521"/>
                        <a:pt x="5150" y="6875"/>
                      </a:cubicBezTo>
                      <a:cubicBezTo>
                        <a:pt x="5357" y="6875"/>
                        <a:pt x="5563" y="6875"/>
                        <a:pt x="5775" y="6875"/>
                      </a:cubicBezTo>
                      <a:cubicBezTo>
                        <a:pt x="5766" y="6809"/>
                        <a:pt x="5756" y="6744"/>
                        <a:pt x="5746" y="6676"/>
                      </a:cubicBezTo>
                      <a:cubicBezTo>
                        <a:pt x="5697" y="6202"/>
                        <a:pt x="5713" y="5835"/>
                        <a:pt x="6021" y="5451"/>
                      </a:cubicBezTo>
                      <a:cubicBezTo>
                        <a:pt x="6224" y="5236"/>
                        <a:pt x="6429" y="5026"/>
                        <a:pt x="6734" y="4982"/>
                      </a:cubicBezTo>
                      <a:cubicBezTo>
                        <a:pt x="7053" y="4996"/>
                        <a:pt x="7350" y="5105"/>
                        <a:pt x="7650" y="5208"/>
                      </a:cubicBezTo>
                      <a:cubicBezTo>
                        <a:pt x="7831" y="5266"/>
                        <a:pt x="8013" y="5317"/>
                        <a:pt x="8197" y="5365"/>
                      </a:cubicBezTo>
                      <a:cubicBezTo>
                        <a:pt x="8217" y="5372"/>
                        <a:pt x="8217" y="5372"/>
                        <a:pt x="8320" y="5408"/>
                      </a:cubicBezTo>
                      <a:cubicBezTo>
                        <a:pt x="8486" y="5452"/>
                        <a:pt x="8615" y="5461"/>
                        <a:pt x="8769" y="5372"/>
                      </a:cubicBezTo>
                      <a:cubicBezTo>
                        <a:pt x="9046" y="5166"/>
                        <a:pt x="9304" y="4920"/>
                        <a:pt x="9380" y="4574"/>
                      </a:cubicBezTo>
                      <a:cubicBezTo>
                        <a:pt x="9416" y="4323"/>
                        <a:pt x="9420" y="4072"/>
                        <a:pt x="9424" y="3819"/>
                      </a:cubicBezTo>
                      <a:cubicBezTo>
                        <a:pt x="9427" y="3727"/>
                        <a:pt x="9431" y="3634"/>
                        <a:pt x="9435" y="3542"/>
                      </a:cubicBezTo>
                      <a:cubicBezTo>
                        <a:pt x="9445" y="3300"/>
                        <a:pt x="9451" y="3059"/>
                        <a:pt x="9457" y="2817"/>
                      </a:cubicBezTo>
                      <a:cubicBezTo>
                        <a:pt x="9463" y="2570"/>
                        <a:pt x="9472" y="2323"/>
                        <a:pt x="9482" y="2076"/>
                      </a:cubicBezTo>
                      <a:cubicBezTo>
                        <a:pt x="9500" y="1592"/>
                        <a:pt x="9514" y="1109"/>
                        <a:pt x="9525" y="625"/>
                      </a:cubicBezTo>
                      <a:cubicBezTo>
                        <a:pt x="9732" y="625"/>
                        <a:pt x="9938" y="625"/>
                        <a:pt x="10150" y="625"/>
                      </a:cubicBezTo>
                      <a:cubicBezTo>
                        <a:pt x="10150" y="1244"/>
                        <a:pt x="10150" y="1863"/>
                        <a:pt x="10150" y="2500"/>
                      </a:cubicBezTo>
                      <a:cubicBezTo>
                        <a:pt x="10357" y="2500"/>
                        <a:pt x="10563" y="2500"/>
                        <a:pt x="10775" y="2500"/>
                      </a:cubicBezTo>
                      <a:cubicBezTo>
                        <a:pt x="10774" y="2432"/>
                        <a:pt x="10773" y="2363"/>
                        <a:pt x="10772" y="2293"/>
                      </a:cubicBezTo>
                      <a:cubicBezTo>
                        <a:pt x="10769" y="2067"/>
                        <a:pt x="10766" y="1841"/>
                        <a:pt x="10765" y="1614"/>
                      </a:cubicBezTo>
                      <a:cubicBezTo>
                        <a:pt x="10764" y="1477"/>
                        <a:pt x="10762" y="1340"/>
                        <a:pt x="10760" y="1203"/>
                      </a:cubicBezTo>
                      <a:cubicBezTo>
                        <a:pt x="10757" y="1045"/>
                        <a:pt x="10756" y="888"/>
                        <a:pt x="10755" y="730"/>
                      </a:cubicBezTo>
                      <a:cubicBezTo>
                        <a:pt x="10754" y="681"/>
                        <a:pt x="10753" y="632"/>
                        <a:pt x="10752" y="581"/>
                      </a:cubicBezTo>
                      <a:cubicBezTo>
                        <a:pt x="10752" y="535"/>
                        <a:pt x="10752" y="490"/>
                        <a:pt x="10752" y="442"/>
                      </a:cubicBezTo>
                      <a:cubicBezTo>
                        <a:pt x="10751" y="402"/>
                        <a:pt x="10751" y="362"/>
                        <a:pt x="10750" y="320"/>
                      </a:cubicBezTo>
                      <a:cubicBezTo>
                        <a:pt x="10775" y="208"/>
                        <a:pt x="10775" y="208"/>
                        <a:pt x="10984" y="0"/>
                      </a:cubicBezTo>
                      <a:close/>
                    </a:path>
                  </a:pathLst>
                </a:custGeom>
                <a:solidFill>
                  <a:srgbClr val="EB57AD"/>
                </a:solidFill>
                <a:ln w="2646" cap="flat">
                  <a:noFill/>
                </a:ln>
              </p:spPr>
            </p:sp>
            <p:sp>
              <p:nvSpPr>
                <p:cNvPr id="3488" name="ICON_OUT_WAVE_GRAPHIC_path_009"/>
                <p:cNvSpPr/>
                <p:nvPr/>
              </p:nvSpPr>
              <p:spPr>
                <a:xfrm>
                  <a:off x="8984620" y="3896400"/>
                  <a:ext cx="183494" cy="13611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448" h="10718" fill="norm" stroke="0">
                      <a:moveTo>
                        <a:pt x="13175" y="72"/>
                      </a:moveTo>
                      <a:cubicBezTo>
                        <a:pt x="13603" y="0"/>
                        <a:pt x="13603" y="0"/>
                        <a:pt x="13800" y="72"/>
                      </a:cubicBezTo>
                      <a:cubicBezTo>
                        <a:pt x="13941" y="256"/>
                        <a:pt x="13982" y="461"/>
                        <a:pt x="14034" y="684"/>
                      </a:cubicBezTo>
                      <a:cubicBezTo>
                        <a:pt x="14057" y="771"/>
                        <a:pt x="14080" y="858"/>
                        <a:pt x="14104" y="945"/>
                      </a:cubicBezTo>
                      <a:cubicBezTo>
                        <a:pt x="14119" y="999"/>
                        <a:pt x="14132" y="1053"/>
                        <a:pt x="14145" y="1108"/>
                      </a:cubicBezTo>
                      <a:cubicBezTo>
                        <a:pt x="14182" y="1253"/>
                        <a:pt x="14217" y="1322"/>
                        <a:pt x="14325" y="1429"/>
                      </a:cubicBezTo>
                      <a:cubicBezTo>
                        <a:pt x="14425" y="1530"/>
                        <a:pt x="14425" y="1530"/>
                        <a:pt x="14448" y="1650"/>
                      </a:cubicBezTo>
                      <a:cubicBezTo>
                        <a:pt x="14448" y="1671"/>
                        <a:pt x="14448" y="1671"/>
                        <a:pt x="14445" y="1778"/>
                      </a:cubicBezTo>
                      <a:cubicBezTo>
                        <a:pt x="14445" y="1802"/>
                        <a:pt x="14445" y="1802"/>
                        <a:pt x="14443" y="1919"/>
                      </a:cubicBezTo>
                      <a:cubicBezTo>
                        <a:pt x="14442" y="1943"/>
                        <a:pt x="14442" y="1943"/>
                        <a:pt x="14438" y="2064"/>
                      </a:cubicBezTo>
                      <a:cubicBezTo>
                        <a:pt x="14437" y="2113"/>
                        <a:pt x="14436" y="2161"/>
                        <a:pt x="14435" y="2212"/>
                      </a:cubicBezTo>
                      <a:cubicBezTo>
                        <a:pt x="14432" y="2332"/>
                        <a:pt x="14429" y="2452"/>
                        <a:pt x="14425" y="2572"/>
                      </a:cubicBezTo>
                      <a:cubicBezTo>
                        <a:pt x="14218" y="2572"/>
                        <a:pt x="14012" y="2572"/>
                        <a:pt x="13800" y="2572"/>
                      </a:cubicBezTo>
                      <a:cubicBezTo>
                        <a:pt x="13800" y="5184"/>
                        <a:pt x="13800" y="7797"/>
                        <a:pt x="13800" y="10489"/>
                      </a:cubicBezTo>
                      <a:cubicBezTo>
                        <a:pt x="13456" y="10557"/>
                        <a:pt x="13112" y="10626"/>
                        <a:pt x="12758" y="10697"/>
                      </a:cubicBezTo>
                      <a:cubicBezTo>
                        <a:pt x="12550" y="10489"/>
                        <a:pt x="12550" y="10489"/>
                        <a:pt x="12525" y="10353"/>
                      </a:cubicBezTo>
                      <a:cubicBezTo>
                        <a:pt x="12525" y="10301"/>
                        <a:pt x="12525" y="10250"/>
                        <a:pt x="12526" y="10197"/>
                      </a:cubicBezTo>
                      <a:cubicBezTo>
                        <a:pt x="12526" y="10169"/>
                        <a:pt x="12526" y="10140"/>
                        <a:pt x="12526" y="10111"/>
                      </a:cubicBezTo>
                      <a:cubicBezTo>
                        <a:pt x="12526" y="10017"/>
                        <a:pt x="12528" y="9924"/>
                        <a:pt x="12529" y="9830"/>
                      </a:cubicBezTo>
                      <a:cubicBezTo>
                        <a:pt x="12530" y="9765"/>
                        <a:pt x="12530" y="9700"/>
                        <a:pt x="12530" y="9635"/>
                      </a:cubicBezTo>
                      <a:cubicBezTo>
                        <a:pt x="12531" y="9464"/>
                        <a:pt x="12533" y="9293"/>
                        <a:pt x="12535" y="9122"/>
                      </a:cubicBezTo>
                      <a:cubicBezTo>
                        <a:pt x="12538" y="8948"/>
                        <a:pt x="12538" y="8773"/>
                        <a:pt x="12539" y="8599"/>
                      </a:cubicBezTo>
                      <a:cubicBezTo>
                        <a:pt x="12542" y="8256"/>
                        <a:pt x="12545" y="7914"/>
                        <a:pt x="12550" y="7572"/>
                      </a:cubicBezTo>
                      <a:cubicBezTo>
                        <a:pt x="12519" y="7574"/>
                        <a:pt x="12488" y="7575"/>
                        <a:pt x="12456" y="7577"/>
                      </a:cubicBezTo>
                      <a:cubicBezTo>
                        <a:pt x="12316" y="7583"/>
                        <a:pt x="12177" y="7587"/>
                        <a:pt x="12037" y="7591"/>
                      </a:cubicBezTo>
                      <a:cubicBezTo>
                        <a:pt x="11988" y="7594"/>
                        <a:pt x="11940" y="7597"/>
                        <a:pt x="11890" y="7599"/>
                      </a:cubicBezTo>
                      <a:cubicBezTo>
                        <a:pt x="11756" y="7602"/>
                        <a:pt x="11639" y="7602"/>
                        <a:pt x="11508" y="7572"/>
                      </a:cubicBezTo>
                      <a:cubicBezTo>
                        <a:pt x="11419" y="7477"/>
                        <a:pt x="11397" y="7386"/>
                        <a:pt x="11378" y="7259"/>
                      </a:cubicBezTo>
                      <a:cubicBezTo>
                        <a:pt x="11375" y="7244"/>
                        <a:pt x="11375" y="7244"/>
                        <a:pt x="11359" y="7163"/>
                      </a:cubicBezTo>
                      <a:cubicBezTo>
                        <a:pt x="11356" y="7139"/>
                        <a:pt x="11353" y="7114"/>
                        <a:pt x="11350" y="7089"/>
                      </a:cubicBezTo>
                      <a:cubicBezTo>
                        <a:pt x="11333" y="7042"/>
                        <a:pt x="11317" y="6995"/>
                        <a:pt x="11300" y="6947"/>
                      </a:cubicBezTo>
                      <a:cubicBezTo>
                        <a:pt x="11110" y="6862"/>
                        <a:pt x="10943" y="6846"/>
                        <a:pt x="10742" y="6907"/>
                      </a:cubicBezTo>
                      <a:cubicBezTo>
                        <a:pt x="10609" y="6985"/>
                        <a:pt x="10572" y="7116"/>
                        <a:pt x="10531" y="7259"/>
                      </a:cubicBezTo>
                      <a:cubicBezTo>
                        <a:pt x="10505" y="7364"/>
                        <a:pt x="10485" y="7466"/>
                        <a:pt x="10466" y="7572"/>
                      </a:cubicBezTo>
                      <a:cubicBezTo>
                        <a:pt x="10112" y="7587"/>
                        <a:pt x="9713" y="7594"/>
                        <a:pt x="9425" y="7364"/>
                      </a:cubicBezTo>
                      <a:cubicBezTo>
                        <a:pt x="9197" y="6952"/>
                        <a:pt x="9225" y="6363"/>
                        <a:pt x="9216" y="5905"/>
                      </a:cubicBezTo>
                      <a:cubicBezTo>
                        <a:pt x="8945" y="5841"/>
                        <a:pt x="8643" y="5780"/>
                        <a:pt x="8383" y="5905"/>
                      </a:cubicBezTo>
                      <a:cubicBezTo>
                        <a:pt x="8179" y="6167"/>
                        <a:pt x="8097" y="6510"/>
                        <a:pt x="8015" y="6827"/>
                      </a:cubicBezTo>
                      <a:cubicBezTo>
                        <a:pt x="7966" y="6947"/>
                        <a:pt x="7966" y="6947"/>
                        <a:pt x="7859" y="7046"/>
                      </a:cubicBezTo>
                      <a:cubicBezTo>
                        <a:pt x="7723" y="7193"/>
                        <a:pt x="7730" y="7294"/>
                        <a:pt x="7729" y="7487"/>
                      </a:cubicBezTo>
                      <a:cubicBezTo>
                        <a:pt x="7726" y="7552"/>
                        <a:pt x="7722" y="7617"/>
                        <a:pt x="7719" y="7682"/>
                      </a:cubicBezTo>
                      <a:cubicBezTo>
                        <a:pt x="7716" y="7715"/>
                        <a:pt x="7715" y="7748"/>
                        <a:pt x="7713" y="7782"/>
                      </a:cubicBezTo>
                      <a:cubicBezTo>
                        <a:pt x="7672" y="8382"/>
                        <a:pt x="7672" y="8382"/>
                        <a:pt x="7550" y="8614"/>
                      </a:cubicBezTo>
                      <a:cubicBezTo>
                        <a:pt x="7293" y="8833"/>
                        <a:pt x="6950" y="8845"/>
                        <a:pt x="6624" y="8850"/>
                      </a:cubicBezTo>
                      <a:cubicBezTo>
                        <a:pt x="6460" y="8811"/>
                        <a:pt x="6400" y="8747"/>
                        <a:pt x="6300" y="8614"/>
                      </a:cubicBezTo>
                      <a:cubicBezTo>
                        <a:pt x="6275" y="8501"/>
                        <a:pt x="6261" y="8409"/>
                        <a:pt x="6256" y="8296"/>
                      </a:cubicBezTo>
                      <a:cubicBezTo>
                        <a:pt x="6250" y="8234"/>
                        <a:pt x="6245" y="8171"/>
                        <a:pt x="6239" y="8108"/>
                      </a:cubicBezTo>
                      <a:cubicBezTo>
                        <a:pt x="6236" y="8076"/>
                        <a:pt x="6234" y="8043"/>
                        <a:pt x="6231" y="8010"/>
                      </a:cubicBezTo>
                      <a:cubicBezTo>
                        <a:pt x="6138" y="7020"/>
                        <a:pt x="6138" y="7020"/>
                        <a:pt x="5752" y="6666"/>
                      </a:cubicBezTo>
                      <a:cubicBezTo>
                        <a:pt x="5532" y="6512"/>
                        <a:pt x="5331" y="6511"/>
                        <a:pt x="5071" y="6543"/>
                      </a:cubicBezTo>
                      <a:cubicBezTo>
                        <a:pt x="4712" y="6611"/>
                        <a:pt x="4329" y="6707"/>
                        <a:pt x="4092" y="7001"/>
                      </a:cubicBezTo>
                      <a:cubicBezTo>
                        <a:pt x="3874" y="7370"/>
                        <a:pt x="3734" y="7794"/>
                        <a:pt x="3591" y="8197"/>
                      </a:cubicBezTo>
                      <a:cubicBezTo>
                        <a:pt x="3236" y="8212"/>
                        <a:pt x="2841" y="8215"/>
                        <a:pt x="2550" y="7989"/>
                      </a:cubicBezTo>
                      <a:cubicBezTo>
                        <a:pt x="2449" y="7765"/>
                        <a:pt x="2425" y="7541"/>
                        <a:pt x="2406" y="7299"/>
                      </a:cubicBezTo>
                      <a:cubicBezTo>
                        <a:pt x="2404" y="7266"/>
                        <a:pt x="2401" y="7233"/>
                        <a:pt x="2399" y="7199"/>
                      </a:cubicBezTo>
                      <a:cubicBezTo>
                        <a:pt x="2388" y="7068"/>
                        <a:pt x="2379" y="6936"/>
                        <a:pt x="2369" y="6805"/>
                      </a:cubicBezTo>
                      <a:cubicBezTo>
                        <a:pt x="2347" y="6523"/>
                        <a:pt x="2281" y="6279"/>
                        <a:pt x="2159" y="6022"/>
                      </a:cubicBezTo>
                      <a:cubicBezTo>
                        <a:pt x="2145" y="5988"/>
                        <a:pt x="2131" y="5954"/>
                        <a:pt x="2117" y="5919"/>
                      </a:cubicBezTo>
                      <a:cubicBezTo>
                        <a:pt x="2061" y="5813"/>
                        <a:pt x="2027" y="5761"/>
                        <a:pt x="1925" y="5697"/>
                      </a:cubicBezTo>
                      <a:cubicBezTo>
                        <a:pt x="1712" y="5670"/>
                        <a:pt x="1512" y="5678"/>
                        <a:pt x="1300" y="5697"/>
                      </a:cubicBezTo>
                      <a:cubicBezTo>
                        <a:pt x="1319" y="5927"/>
                        <a:pt x="1341" y="6156"/>
                        <a:pt x="1366" y="6386"/>
                      </a:cubicBezTo>
                      <a:cubicBezTo>
                        <a:pt x="1374" y="6464"/>
                        <a:pt x="1381" y="6542"/>
                        <a:pt x="1387" y="6620"/>
                      </a:cubicBezTo>
                      <a:cubicBezTo>
                        <a:pt x="1397" y="6733"/>
                        <a:pt x="1409" y="6846"/>
                        <a:pt x="1422" y="6958"/>
                      </a:cubicBezTo>
                      <a:cubicBezTo>
                        <a:pt x="1424" y="6992"/>
                        <a:pt x="1426" y="7027"/>
                        <a:pt x="1429" y="7062"/>
                      </a:cubicBezTo>
                      <a:cubicBezTo>
                        <a:pt x="1459" y="7304"/>
                        <a:pt x="1535" y="7399"/>
                        <a:pt x="1719" y="7558"/>
                      </a:cubicBezTo>
                      <a:cubicBezTo>
                        <a:pt x="1900" y="7725"/>
                        <a:pt x="1955" y="7829"/>
                        <a:pt x="1972" y="8076"/>
                      </a:cubicBezTo>
                      <a:cubicBezTo>
                        <a:pt x="1973" y="8189"/>
                        <a:pt x="1970" y="8301"/>
                        <a:pt x="1965" y="8413"/>
                      </a:cubicBezTo>
                      <a:cubicBezTo>
                        <a:pt x="1965" y="8474"/>
                        <a:pt x="1964" y="8534"/>
                        <a:pt x="1964" y="8594"/>
                      </a:cubicBezTo>
                      <a:cubicBezTo>
                        <a:pt x="1962" y="8751"/>
                        <a:pt x="1958" y="8907"/>
                        <a:pt x="1953" y="9064"/>
                      </a:cubicBezTo>
                      <a:cubicBezTo>
                        <a:pt x="1949" y="9225"/>
                        <a:pt x="1947" y="9385"/>
                        <a:pt x="1945" y="9546"/>
                      </a:cubicBezTo>
                      <a:cubicBezTo>
                        <a:pt x="1940" y="9860"/>
                        <a:pt x="1933" y="10174"/>
                        <a:pt x="1925" y="10489"/>
                      </a:cubicBezTo>
                      <a:cubicBezTo>
                        <a:pt x="1756" y="10530"/>
                        <a:pt x="1586" y="10568"/>
                        <a:pt x="1417" y="10606"/>
                      </a:cubicBezTo>
                      <a:cubicBezTo>
                        <a:pt x="1393" y="10612"/>
                        <a:pt x="1393" y="10612"/>
                        <a:pt x="1271" y="10641"/>
                      </a:cubicBezTo>
                      <a:cubicBezTo>
                        <a:pt x="919" y="10718"/>
                        <a:pt x="919" y="10718"/>
                        <a:pt x="749" y="10619"/>
                      </a:cubicBezTo>
                      <a:cubicBezTo>
                        <a:pt x="662" y="10466"/>
                        <a:pt x="636" y="10335"/>
                        <a:pt x="623" y="10164"/>
                      </a:cubicBezTo>
                      <a:cubicBezTo>
                        <a:pt x="616" y="10100"/>
                        <a:pt x="610" y="10036"/>
                        <a:pt x="602" y="9972"/>
                      </a:cubicBezTo>
                      <a:cubicBezTo>
                        <a:pt x="593" y="9873"/>
                        <a:pt x="584" y="9773"/>
                        <a:pt x="575" y="9673"/>
                      </a:cubicBezTo>
                      <a:cubicBezTo>
                        <a:pt x="567" y="9576"/>
                        <a:pt x="556" y="9479"/>
                        <a:pt x="545" y="9382"/>
                      </a:cubicBezTo>
                      <a:cubicBezTo>
                        <a:pt x="543" y="9354"/>
                        <a:pt x="542" y="9324"/>
                        <a:pt x="540" y="9294"/>
                      </a:cubicBezTo>
                      <a:cubicBezTo>
                        <a:pt x="512" y="9070"/>
                        <a:pt x="432" y="8998"/>
                        <a:pt x="256" y="8859"/>
                      </a:cubicBezTo>
                      <a:cubicBezTo>
                        <a:pt x="68" y="8683"/>
                        <a:pt x="22" y="8559"/>
                        <a:pt x="5" y="8303"/>
                      </a:cubicBezTo>
                      <a:cubicBezTo>
                        <a:pt x="0" y="8089"/>
                        <a:pt x="4" y="7876"/>
                        <a:pt x="9" y="7661"/>
                      </a:cubicBezTo>
                      <a:cubicBezTo>
                        <a:pt x="10" y="7569"/>
                        <a:pt x="10" y="7476"/>
                        <a:pt x="11" y="7383"/>
                      </a:cubicBezTo>
                      <a:cubicBezTo>
                        <a:pt x="12" y="7140"/>
                        <a:pt x="16" y="6897"/>
                        <a:pt x="21" y="6653"/>
                      </a:cubicBezTo>
                      <a:cubicBezTo>
                        <a:pt x="25" y="6405"/>
                        <a:pt x="27" y="6156"/>
                        <a:pt x="29" y="5908"/>
                      </a:cubicBezTo>
                      <a:cubicBezTo>
                        <a:pt x="34" y="5421"/>
                        <a:pt x="41" y="4934"/>
                        <a:pt x="50" y="4447"/>
                      </a:cubicBezTo>
                      <a:cubicBezTo>
                        <a:pt x="282" y="4402"/>
                        <a:pt x="423" y="4419"/>
                        <a:pt x="675" y="4447"/>
                      </a:cubicBezTo>
                      <a:cubicBezTo>
                        <a:pt x="881" y="4653"/>
                        <a:pt x="1087" y="4859"/>
                        <a:pt x="1300" y="5072"/>
                      </a:cubicBezTo>
                      <a:cubicBezTo>
                        <a:pt x="1300" y="4453"/>
                        <a:pt x="1300" y="3834"/>
                        <a:pt x="1300" y="3197"/>
                      </a:cubicBezTo>
                      <a:cubicBezTo>
                        <a:pt x="1925" y="3197"/>
                        <a:pt x="1925" y="3197"/>
                        <a:pt x="2122" y="3342"/>
                      </a:cubicBezTo>
                      <a:cubicBezTo>
                        <a:pt x="2202" y="3440"/>
                        <a:pt x="2202" y="3440"/>
                        <a:pt x="2276" y="3549"/>
                      </a:cubicBezTo>
                      <a:cubicBezTo>
                        <a:pt x="2303" y="3585"/>
                        <a:pt x="2329" y="3621"/>
                        <a:pt x="2356" y="3659"/>
                      </a:cubicBezTo>
                      <a:cubicBezTo>
                        <a:pt x="2645" y="4102"/>
                        <a:pt x="2606" y="4566"/>
                        <a:pt x="2550" y="5072"/>
                      </a:cubicBezTo>
                      <a:cubicBezTo>
                        <a:pt x="2756" y="5072"/>
                        <a:pt x="2962" y="5072"/>
                        <a:pt x="3175" y="5072"/>
                      </a:cubicBezTo>
                      <a:cubicBezTo>
                        <a:pt x="3175" y="5484"/>
                        <a:pt x="3175" y="5897"/>
                        <a:pt x="3175" y="6322"/>
                      </a:cubicBezTo>
                      <a:cubicBezTo>
                        <a:pt x="3381" y="6322"/>
                        <a:pt x="3587" y="6322"/>
                        <a:pt x="3800" y="6322"/>
                      </a:cubicBezTo>
                      <a:cubicBezTo>
                        <a:pt x="3920" y="6175"/>
                        <a:pt x="3962" y="6102"/>
                        <a:pt x="4021" y="5931"/>
                      </a:cubicBezTo>
                      <a:cubicBezTo>
                        <a:pt x="4054" y="5855"/>
                        <a:pt x="4088" y="5779"/>
                        <a:pt x="4122" y="5702"/>
                      </a:cubicBezTo>
                      <a:cubicBezTo>
                        <a:pt x="4130" y="5684"/>
                        <a:pt x="4130" y="5684"/>
                        <a:pt x="4170" y="5591"/>
                      </a:cubicBezTo>
                      <a:cubicBezTo>
                        <a:pt x="4253" y="5406"/>
                        <a:pt x="4334" y="5261"/>
                        <a:pt x="4489" y="5125"/>
                      </a:cubicBezTo>
                      <a:cubicBezTo>
                        <a:pt x="4832" y="4999"/>
                        <a:pt x="5209" y="5093"/>
                        <a:pt x="5543" y="5214"/>
                      </a:cubicBezTo>
                      <a:cubicBezTo>
                        <a:pt x="5819" y="5354"/>
                        <a:pt x="6005" y="5595"/>
                        <a:pt x="6204" y="5826"/>
                      </a:cubicBezTo>
                      <a:cubicBezTo>
                        <a:pt x="6372" y="6011"/>
                        <a:pt x="6490" y="6134"/>
                        <a:pt x="6745" y="6168"/>
                      </a:cubicBezTo>
                      <a:cubicBezTo>
                        <a:pt x="6948" y="6174"/>
                        <a:pt x="7142" y="6152"/>
                        <a:pt x="7341" y="6114"/>
                      </a:cubicBezTo>
                      <a:cubicBezTo>
                        <a:pt x="7342" y="6094"/>
                        <a:pt x="7342" y="6094"/>
                        <a:pt x="7347" y="5993"/>
                      </a:cubicBezTo>
                      <a:cubicBezTo>
                        <a:pt x="7390" y="5237"/>
                        <a:pt x="7451" y="4576"/>
                        <a:pt x="8022" y="4031"/>
                      </a:cubicBezTo>
                      <a:cubicBezTo>
                        <a:pt x="8236" y="3864"/>
                        <a:pt x="8396" y="3801"/>
                        <a:pt x="8669" y="3819"/>
                      </a:cubicBezTo>
                      <a:cubicBezTo>
                        <a:pt x="8939" y="3855"/>
                        <a:pt x="9158" y="3941"/>
                        <a:pt x="9425" y="4030"/>
                      </a:cubicBezTo>
                      <a:cubicBezTo>
                        <a:pt x="9425" y="4374"/>
                        <a:pt x="9425" y="4718"/>
                        <a:pt x="9425" y="5072"/>
                      </a:cubicBezTo>
                      <a:cubicBezTo>
                        <a:pt x="9900" y="5134"/>
                        <a:pt x="9900" y="5134"/>
                        <a:pt x="10050" y="5072"/>
                      </a:cubicBezTo>
                      <a:cubicBezTo>
                        <a:pt x="10190" y="4900"/>
                        <a:pt x="10221" y="4660"/>
                        <a:pt x="10258" y="4447"/>
                      </a:cubicBezTo>
                      <a:cubicBezTo>
                        <a:pt x="10613" y="4457"/>
                        <a:pt x="10984" y="4480"/>
                        <a:pt x="11300" y="4655"/>
                      </a:cubicBezTo>
                      <a:cubicBezTo>
                        <a:pt x="11601" y="5009"/>
                        <a:pt x="11689" y="5542"/>
                        <a:pt x="11781" y="5987"/>
                      </a:cubicBezTo>
                      <a:cubicBezTo>
                        <a:pt x="11819" y="6114"/>
                        <a:pt x="11852" y="6210"/>
                        <a:pt x="11925" y="6322"/>
                      </a:cubicBezTo>
                      <a:cubicBezTo>
                        <a:pt x="12044" y="6341"/>
                        <a:pt x="12127" y="6346"/>
                        <a:pt x="12244" y="6337"/>
                      </a:cubicBezTo>
                      <a:cubicBezTo>
                        <a:pt x="12274" y="6336"/>
                        <a:pt x="12303" y="6335"/>
                        <a:pt x="12333" y="6334"/>
                      </a:cubicBezTo>
                      <a:cubicBezTo>
                        <a:pt x="12405" y="6331"/>
                        <a:pt x="12477" y="6327"/>
                        <a:pt x="12550" y="6322"/>
                      </a:cubicBezTo>
                      <a:cubicBezTo>
                        <a:pt x="12549" y="6297"/>
                        <a:pt x="12549" y="6273"/>
                        <a:pt x="12548" y="6248"/>
                      </a:cubicBezTo>
                      <a:cubicBezTo>
                        <a:pt x="12539" y="5655"/>
                        <a:pt x="12532" y="5062"/>
                        <a:pt x="12528" y="4469"/>
                      </a:cubicBezTo>
                      <a:cubicBezTo>
                        <a:pt x="12526" y="4182"/>
                        <a:pt x="12523" y="3896"/>
                        <a:pt x="12518" y="3609"/>
                      </a:cubicBezTo>
                      <a:cubicBezTo>
                        <a:pt x="12514" y="3359"/>
                        <a:pt x="12511" y="3109"/>
                        <a:pt x="12510" y="2859"/>
                      </a:cubicBezTo>
                      <a:cubicBezTo>
                        <a:pt x="12510" y="2726"/>
                        <a:pt x="12509" y="2594"/>
                        <a:pt x="12506" y="2462"/>
                      </a:cubicBezTo>
                      <a:cubicBezTo>
                        <a:pt x="12487" y="1546"/>
                        <a:pt x="12487" y="1546"/>
                        <a:pt x="12697" y="1321"/>
                      </a:cubicBezTo>
                      <a:cubicBezTo>
                        <a:pt x="12755" y="1271"/>
                        <a:pt x="12755" y="1271"/>
                        <a:pt x="12868" y="1193"/>
                      </a:cubicBezTo>
                      <a:cubicBezTo>
                        <a:pt x="13057" y="1040"/>
                        <a:pt x="13065" y="796"/>
                        <a:pt x="13096" y="567"/>
                      </a:cubicBezTo>
                      <a:cubicBezTo>
                        <a:pt x="13105" y="519"/>
                        <a:pt x="13112" y="471"/>
                        <a:pt x="13121" y="422"/>
                      </a:cubicBezTo>
                      <a:cubicBezTo>
                        <a:pt x="13140" y="305"/>
                        <a:pt x="13158" y="189"/>
                        <a:pt x="13175" y="72"/>
                      </a:cubicBezTo>
                      <a:close/>
                    </a:path>
                  </a:pathLst>
                </a:custGeom>
                <a:solidFill>
                  <a:srgbClr val="61AEAC"/>
                </a:solidFill>
                <a:ln w="2646" cap="flat">
                  <a:noFill/>
                </a:ln>
              </p:spPr>
            </p:sp>
            <p:sp>
              <p:nvSpPr>
                <p:cNvPr id="3489" name="ICON_OUT_WAVE_GRAPHIC_path_010"/>
                <p:cNvSpPr/>
                <p:nvPr/>
              </p:nvSpPr>
              <p:spPr>
                <a:xfrm>
                  <a:off x="9325894" y="3912649"/>
                  <a:ext cx="207830" cy="1205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6365" h="9489" fill="norm" stroke="0">
                      <a:moveTo>
                        <a:pt x="15795" y="134"/>
                      </a:moveTo>
                      <a:cubicBezTo>
                        <a:pt x="15844" y="144"/>
                        <a:pt x="15892" y="155"/>
                        <a:pt x="15942" y="166"/>
                      </a:cubicBezTo>
                      <a:cubicBezTo>
                        <a:pt x="16063" y="194"/>
                        <a:pt x="16183" y="222"/>
                        <a:pt x="16303" y="251"/>
                      </a:cubicBezTo>
                      <a:cubicBezTo>
                        <a:pt x="16312" y="678"/>
                        <a:pt x="16320" y="1105"/>
                        <a:pt x="16324" y="1533"/>
                      </a:cubicBezTo>
                      <a:cubicBezTo>
                        <a:pt x="16326" y="1731"/>
                        <a:pt x="16329" y="1930"/>
                        <a:pt x="16334" y="2129"/>
                      </a:cubicBezTo>
                      <a:cubicBezTo>
                        <a:pt x="16339" y="2320"/>
                        <a:pt x="16341" y="2512"/>
                        <a:pt x="16342" y="2704"/>
                      </a:cubicBezTo>
                      <a:cubicBezTo>
                        <a:pt x="16343" y="2777"/>
                        <a:pt x="16344" y="2850"/>
                        <a:pt x="16347" y="2923"/>
                      </a:cubicBezTo>
                      <a:cubicBezTo>
                        <a:pt x="16365" y="3526"/>
                        <a:pt x="16365" y="3526"/>
                        <a:pt x="16211" y="3716"/>
                      </a:cubicBezTo>
                      <a:cubicBezTo>
                        <a:pt x="16140" y="3791"/>
                        <a:pt x="16068" y="3850"/>
                        <a:pt x="15986" y="3915"/>
                      </a:cubicBezTo>
                      <a:cubicBezTo>
                        <a:pt x="15813" y="4063"/>
                        <a:pt x="15762" y="4259"/>
                        <a:pt x="15691" y="4469"/>
                      </a:cubicBezTo>
                      <a:cubicBezTo>
                        <a:pt x="15656" y="4560"/>
                        <a:pt x="15620" y="4651"/>
                        <a:pt x="15585" y="4741"/>
                      </a:cubicBezTo>
                      <a:cubicBezTo>
                        <a:pt x="15524" y="4899"/>
                        <a:pt x="15464" y="5057"/>
                        <a:pt x="15407" y="5216"/>
                      </a:cubicBezTo>
                      <a:cubicBezTo>
                        <a:pt x="15102" y="6054"/>
                        <a:pt x="15102" y="6054"/>
                        <a:pt x="14844" y="6292"/>
                      </a:cubicBezTo>
                      <a:cubicBezTo>
                        <a:pt x="14489" y="6386"/>
                        <a:pt x="14125" y="6231"/>
                        <a:pt x="13803" y="6084"/>
                      </a:cubicBezTo>
                      <a:cubicBezTo>
                        <a:pt x="13807" y="6055"/>
                        <a:pt x="13811" y="6025"/>
                        <a:pt x="13816" y="5995"/>
                      </a:cubicBezTo>
                      <a:cubicBezTo>
                        <a:pt x="13919" y="5196"/>
                        <a:pt x="13919" y="5196"/>
                        <a:pt x="13734" y="4952"/>
                      </a:cubicBezTo>
                      <a:cubicBezTo>
                        <a:pt x="13510" y="4769"/>
                        <a:pt x="13247" y="4692"/>
                        <a:pt x="12969" y="4626"/>
                      </a:cubicBezTo>
                      <a:cubicBezTo>
                        <a:pt x="12931" y="4615"/>
                        <a:pt x="12894" y="4605"/>
                        <a:pt x="12855" y="4594"/>
                      </a:cubicBezTo>
                      <a:cubicBezTo>
                        <a:pt x="12641" y="4540"/>
                        <a:pt x="12438" y="4507"/>
                        <a:pt x="12222" y="4570"/>
                      </a:cubicBezTo>
                      <a:cubicBezTo>
                        <a:pt x="11994" y="4718"/>
                        <a:pt x="11928" y="5048"/>
                        <a:pt x="11862" y="5297"/>
                      </a:cubicBezTo>
                      <a:cubicBezTo>
                        <a:pt x="11849" y="5344"/>
                        <a:pt x="11835" y="5391"/>
                        <a:pt x="11822" y="5440"/>
                      </a:cubicBezTo>
                      <a:cubicBezTo>
                        <a:pt x="11812" y="5483"/>
                        <a:pt x="11802" y="5527"/>
                        <a:pt x="11792" y="5572"/>
                      </a:cubicBezTo>
                      <a:cubicBezTo>
                        <a:pt x="11768" y="5603"/>
                        <a:pt x="11744" y="5635"/>
                        <a:pt x="11719" y="5667"/>
                      </a:cubicBezTo>
                      <a:cubicBezTo>
                        <a:pt x="11582" y="5667"/>
                        <a:pt x="11444" y="5667"/>
                        <a:pt x="11303" y="5667"/>
                      </a:cubicBezTo>
                      <a:cubicBezTo>
                        <a:pt x="11303" y="6080"/>
                        <a:pt x="11303" y="6492"/>
                        <a:pt x="11303" y="6917"/>
                      </a:cubicBezTo>
                      <a:cubicBezTo>
                        <a:pt x="10678" y="6917"/>
                        <a:pt x="10678" y="6917"/>
                        <a:pt x="10480" y="6772"/>
                      </a:cubicBezTo>
                      <a:cubicBezTo>
                        <a:pt x="10400" y="6674"/>
                        <a:pt x="10400" y="6674"/>
                        <a:pt x="10326" y="6566"/>
                      </a:cubicBezTo>
                      <a:cubicBezTo>
                        <a:pt x="10300" y="6529"/>
                        <a:pt x="10273" y="6493"/>
                        <a:pt x="10246" y="6455"/>
                      </a:cubicBezTo>
                      <a:cubicBezTo>
                        <a:pt x="9960" y="6016"/>
                        <a:pt x="9992" y="5546"/>
                        <a:pt x="10053" y="5042"/>
                      </a:cubicBezTo>
                      <a:cubicBezTo>
                        <a:pt x="10030" y="5061"/>
                        <a:pt x="10006" y="5080"/>
                        <a:pt x="9983" y="5100"/>
                      </a:cubicBezTo>
                      <a:cubicBezTo>
                        <a:pt x="9877" y="5186"/>
                        <a:pt x="9769" y="5270"/>
                        <a:pt x="9662" y="5355"/>
                      </a:cubicBezTo>
                      <a:cubicBezTo>
                        <a:pt x="9626" y="5385"/>
                        <a:pt x="9589" y="5415"/>
                        <a:pt x="9552" y="5445"/>
                      </a:cubicBezTo>
                      <a:cubicBezTo>
                        <a:pt x="9345" y="5606"/>
                        <a:pt x="9171" y="5725"/>
                        <a:pt x="8901" y="5702"/>
                      </a:cubicBezTo>
                      <a:cubicBezTo>
                        <a:pt x="8693" y="5628"/>
                        <a:pt x="8586" y="5452"/>
                        <a:pt x="8464" y="5277"/>
                      </a:cubicBezTo>
                      <a:cubicBezTo>
                        <a:pt x="8450" y="5259"/>
                        <a:pt x="8450" y="5259"/>
                        <a:pt x="8379" y="5167"/>
                      </a:cubicBezTo>
                      <a:cubicBezTo>
                        <a:pt x="8196" y="4914"/>
                        <a:pt x="8136" y="4728"/>
                        <a:pt x="8178" y="4417"/>
                      </a:cubicBezTo>
                      <a:cubicBezTo>
                        <a:pt x="8155" y="4436"/>
                        <a:pt x="8131" y="4455"/>
                        <a:pt x="8108" y="4475"/>
                      </a:cubicBezTo>
                      <a:cubicBezTo>
                        <a:pt x="8002" y="4561"/>
                        <a:pt x="7894" y="4645"/>
                        <a:pt x="7787" y="4730"/>
                      </a:cubicBezTo>
                      <a:cubicBezTo>
                        <a:pt x="7751" y="4760"/>
                        <a:pt x="7714" y="4790"/>
                        <a:pt x="7677" y="4820"/>
                      </a:cubicBezTo>
                      <a:cubicBezTo>
                        <a:pt x="7466" y="4984"/>
                        <a:pt x="7291" y="5099"/>
                        <a:pt x="7017" y="5081"/>
                      </a:cubicBezTo>
                      <a:cubicBezTo>
                        <a:pt x="6928" y="5042"/>
                        <a:pt x="6928" y="5042"/>
                        <a:pt x="6873" y="4947"/>
                      </a:cubicBezTo>
                      <a:cubicBezTo>
                        <a:pt x="6858" y="4910"/>
                        <a:pt x="6843" y="4871"/>
                        <a:pt x="6828" y="4832"/>
                      </a:cubicBezTo>
                      <a:cubicBezTo>
                        <a:pt x="6782" y="4717"/>
                        <a:pt x="6782" y="4717"/>
                        <a:pt x="6719" y="4626"/>
                      </a:cubicBezTo>
                      <a:cubicBezTo>
                        <a:pt x="6547" y="4579"/>
                        <a:pt x="6396" y="4613"/>
                        <a:pt x="6224" y="4652"/>
                      </a:cubicBezTo>
                      <a:cubicBezTo>
                        <a:pt x="6178" y="4661"/>
                        <a:pt x="6132" y="4671"/>
                        <a:pt x="6084" y="4681"/>
                      </a:cubicBezTo>
                      <a:cubicBezTo>
                        <a:pt x="5581" y="4814"/>
                        <a:pt x="5345" y="5162"/>
                        <a:pt x="5094" y="5594"/>
                      </a:cubicBezTo>
                      <a:cubicBezTo>
                        <a:pt x="5080" y="5618"/>
                        <a:pt x="5066" y="5642"/>
                        <a:pt x="5053" y="5667"/>
                      </a:cubicBezTo>
                      <a:cubicBezTo>
                        <a:pt x="4636" y="5459"/>
                        <a:pt x="4219" y="5251"/>
                        <a:pt x="3803" y="5042"/>
                      </a:cubicBezTo>
                      <a:cubicBezTo>
                        <a:pt x="3793" y="5087"/>
                        <a:pt x="3782" y="5133"/>
                        <a:pt x="3772" y="5179"/>
                      </a:cubicBezTo>
                      <a:cubicBezTo>
                        <a:pt x="3756" y="5238"/>
                        <a:pt x="3740" y="5296"/>
                        <a:pt x="3724" y="5355"/>
                      </a:cubicBezTo>
                      <a:cubicBezTo>
                        <a:pt x="3721" y="5370"/>
                        <a:pt x="3721" y="5370"/>
                        <a:pt x="3705" y="5445"/>
                      </a:cubicBezTo>
                      <a:cubicBezTo>
                        <a:pt x="3681" y="5531"/>
                        <a:pt x="3681" y="5531"/>
                        <a:pt x="3594" y="5667"/>
                      </a:cubicBezTo>
                      <a:cubicBezTo>
                        <a:pt x="3457" y="5667"/>
                        <a:pt x="3319" y="5667"/>
                        <a:pt x="3178" y="5667"/>
                      </a:cubicBezTo>
                      <a:cubicBezTo>
                        <a:pt x="3178" y="6080"/>
                        <a:pt x="3178" y="6492"/>
                        <a:pt x="3178" y="6917"/>
                      </a:cubicBezTo>
                      <a:cubicBezTo>
                        <a:pt x="2761" y="6709"/>
                        <a:pt x="2344" y="6501"/>
                        <a:pt x="1928" y="6292"/>
                      </a:cubicBezTo>
                      <a:cubicBezTo>
                        <a:pt x="1530" y="6924"/>
                        <a:pt x="1431" y="7509"/>
                        <a:pt x="1386" y="8245"/>
                      </a:cubicBezTo>
                      <a:cubicBezTo>
                        <a:pt x="1377" y="8378"/>
                        <a:pt x="1367" y="8511"/>
                        <a:pt x="1356" y="8644"/>
                      </a:cubicBezTo>
                      <a:cubicBezTo>
                        <a:pt x="1337" y="8901"/>
                        <a:pt x="1319" y="9159"/>
                        <a:pt x="1303" y="9417"/>
                      </a:cubicBezTo>
                      <a:cubicBezTo>
                        <a:pt x="874" y="9489"/>
                        <a:pt x="874" y="9489"/>
                        <a:pt x="678" y="9417"/>
                      </a:cubicBezTo>
                      <a:cubicBezTo>
                        <a:pt x="537" y="9234"/>
                        <a:pt x="495" y="9028"/>
                        <a:pt x="443" y="8805"/>
                      </a:cubicBezTo>
                      <a:cubicBezTo>
                        <a:pt x="421" y="8718"/>
                        <a:pt x="397" y="8631"/>
                        <a:pt x="373" y="8544"/>
                      </a:cubicBezTo>
                      <a:cubicBezTo>
                        <a:pt x="358" y="8490"/>
                        <a:pt x="345" y="8436"/>
                        <a:pt x="332" y="8382"/>
                      </a:cubicBezTo>
                      <a:cubicBezTo>
                        <a:pt x="296" y="8237"/>
                        <a:pt x="263" y="8169"/>
                        <a:pt x="153" y="8065"/>
                      </a:cubicBezTo>
                      <a:cubicBezTo>
                        <a:pt x="23" y="7928"/>
                        <a:pt x="19" y="7815"/>
                        <a:pt x="18" y="7634"/>
                      </a:cubicBezTo>
                      <a:cubicBezTo>
                        <a:pt x="17" y="7603"/>
                        <a:pt x="16" y="7572"/>
                        <a:pt x="15" y="7540"/>
                      </a:cubicBezTo>
                      <a:cubicBezTo>
                        <a:pt x="14" y="7475"/>
                        <a:pt x="14" y="7409"/>
                        <a:pt x="14" y="7343"/>
                      </a:cubicBezTo>
                      <a:cubicBezTo>
                        <a:pt x="14" y="7244"/>
                        <a:pt x="10" y="7145"/>
                        <a:pt x="6" y="7046"/>
                      </a:cubicBezTo>
                      <a:cubicBezTo>
                        <a:pt x="5" y="6981"/>
                        <a:pt x="5" y="6917"/>
                        <a:pt x="5" y="6853"/>
                      </a:cubicBezTo>
                      <a:cubicBezTo>
                        <a:pt x="3" y="6824"/>
                        <a:pt x="2" y="6795"/>
                        <a:pt x="0" y="6765"/>
                      </a:cubicBezTo>
                      <a:cubicBezTo>
                        <a:pt x="4" y="6601"/>
                        <a:pt x="28" y="6526"/>
                        <a:pt x="146" y="6408"/>
                      </a:cubicBezTo>
                      <a:cubicBezTo>
                        <a:pt x="184" y="6375"/>
                        <a:pt x="221" y="6343"/>
                        <a:pt x="259" y="6309"/>
                      </a:cubicBezTo>
                      <a:cubicBezTo>
                        <a:pt x="482" y="6101"/>
                        <a:pt x="525" y="5931"/>
                        <a:pt x="538" y="5635"/>
                      </a:cubicBezTo>
                      <a:cubicBezTo>
                        <a:pt x="538" y="5607"/>
                        <a:pt x="539" y="5580"/>
                        <a:pt x="539" y="5551"/>
                      </a:cubicBezTo>
                      <a:cubicBezTo>
                        <a:pt x="541" y="5463"/>
                        <a:pt x="545" y="5376"/>
                        <a:pt x="550" y="5288"/>
                      </a:cubicBezTo>
                      <a:cubicBezTo>
                        <a:pt x="560" y="5102"/>
                        <a:pt x="567" y="4916"/>
                        <a:pt x="574" y="4730"/>
                      </a:cubicBezTo>
                      <a:cubicBezTo>
                        <a:pt x="581" y="4514"/>
                        <a:pt x="590" y="4298"/>
                        <a:pt x="602" y="4082"/>
                      </a:cubicBezTo>
                      <a:cubicBezTo>
                        <a:pt x="606" y="3996"/>
                        <a:pt x="608" y="3911"/>
                        <a:pt x="609" y="3825"/>
                      </a:cubicBezTo>
                      <a:cubicBezTo>
                        <a:pt x="618" y="3607"/>
                        <a:pt x="628" y="3435"/>
                        <a:pt x="773" y="3262"/>
                      </a:cubicBezTo>
                      <a:cubicBezTo>
                        <a:pt x="849" y="3194"/>
                        <a:pt x="924" y="3127"/>
                        <a:pt x="1001" y="3060"/>
                      </a:cubicBezTo>
                      <a:cubicBezTo>
                        <a:pt x="1164" y="2884"/>
                        <a:pt x="1149" y="2700"/>
                        <a:pt x="1144" y="2470"/>
                      </a:cubicBezTo>
                      <a:cubicBezTo>
                        <a:pt x="1146" y="2377"/>
                        <a:pt x="1149" y="2285"/>
                        <a:pt x="1152" y="2192"/>
                      </a:cubicBezTo>
                      <a:cubicBezTo>
                        <a:pt x="1153" y="2145"/>
                        <a:pt x="1154" y="2097"/>
                        <a:pt x="1155" y="2049"/>
                      </a:cubicBezTo>
                      <a:cubicBezTo>
                        <a:pt x="1184" y="1042"/>
                        <a:pt x="1184" y="1042"/>
                        <a:pt x="1352" y="807"/>
                      </a:cubicBezTo>
                      <a:cubicBezTo>
                        <a:pt x="1559" y="621"/>
                        <a:pt x="1839" y="615"/>
                        <a:pt x="2103" y="619"/>
                      </a:cubicBezTo>
                      <a:cubicBezTo>
                        <a:pt x="2262" y="632"/>
                        <a:pt x="2329" y="655"/>
                        <a:pt x="2454" y="756"/>
                      </a:cubicBezTo>
                      <a:cubicBezTo>
                        <a:pt x="2576" y="905"/>
                        <a:pt x="2578" y="976"/>
                        <a:pt x="2576" y="1167"/>
                      </a:cubicBezTo>
                      <a:cubicBezTo>
                        <a:pt x="2576" y="1196"/>
                        <a:pt x="2576" y="1224"/>
                        <a:pt x="2576" y="1253"/>
                      </a:cubicBezTo>
                      <a:cubicBezTo>
                        <a:pt x="2576" y="1347"/>
                        <a:pt x="2575" y="1440"/>
                        <a:pt x="2573" y="1534"/>
                      </a:cubicBezTo>
                      <a:cubicBezTo>
                        <a:pt x="2572" y="1599"/>
                        <a:pt x="2572" y="1664"/>
                        <a:pt x="2572" y="1729"/>
                      </a:cubicBezTo>
                      <a:cubicBezTo>
                        <a:pt x="2571" y="1900"/>
                        <a:pt x="2569" y="2071"/>
                        <a:pt x="2567" y="2242"/>
                      </a:cubicBezTo>
                      <a:cubicBezTo>
                        <a:pt x="2565" y="2417"/>
                        <a:pt x="2564" y="2591"/>
                        <a:pt x="2563" y="2766"/>
                      </a:cubicBezTo>
                      <a:cubicBezTo>
                        <a:pt x="2561" y="3108"/>
                        <a:pt x="2557" y="3450"/>
                        <a:pt x="2553" y="3792"/>
                      </a:cubicBezTo>
                      <a:cubicBezTo>
                        <a:pt x="2759" y="3792"/>
                        <a:pt x="2965" y="3792"/>
                        <a:pt x="3178" y="3792"/>
                      </a:cubicBezTo>
                      <a:cubicBezTo>
                        <a:pt x="3178" y="3449"/>
                        <a:pt x="3178" y="3105"/>
                        <a:pt x="3178" y="2751"/>
                      </a:cubicBezTo>
                      <a:cubicBezTo>
                        <a:pt x="3347" y="2710"/>
                        <a:pt x="3516" y="2671"/>
                        <a:pt x="3685" y="2634"/>
                      </a:cubicBezTo>
                      <a:cubicBezTo>
                        <a:pt x="3733" y="2622"/>
                        <a:pt x="3781" y="2610"/>
                        <a:pt x="3831" y="2598"/>
                      </a:cubicBezTo>
                      <a:cubicBezTo>
                        <a:pt x="4178" y="2523"/>
                        <a:pt x="4178" y="2523"/>
                        <a:pt x="4356" y="2607"/>
                      </a:cubicBezTo>
                      <a:cubicBezTo>
                        <a:pt x="4491" y="2796"/>
                        <a:pt x="4449" y="3065"/>
                        <a:pt x="4441" y="3285"/>
                      </a:cubicBezTo>
                      <a:cubicBezTo>
                        <a:pt x="4440" y="3333"/>
                        <a:pt x="4439" y="3382"/>
                        <a:pt x="4438" y="3432"/>
                      </a:cubicBezTo>
                      <a:cubicBezTo>
                        <a:pt x="4435" y="3552"/>
                        <a:pt x="4432" y="3672"/>
                        <a:pt x="4428" y="3792"/>
                      </a:cubicBezTo>
                      <a:cubicBezTo>
                        <a:pt x="4470" y="3800"/>
                        <a:pt x="4513" y="3807"/>
                        <a:pt x="4557" y="3814"/>
                      </a:cubicBezTo>
                      <a:cubicBezTo>
                        <a:pt x="4581" y="3819"/>
                        <a:pt x="4605" y="3822"/>
                        <a:pt x="4630" y="3827"/>
                      </a:cubicBezTo>
                      <a:cubicBezTo>
                        <a:pt x="4926" y="3841"/>
                        <a:pt x="4926" y="3841"/>
                        <a:pt x="5053" y="3792"/>
                      </a:cubicBezTo>
                      <a:cubicBezTo>
                        <a:pt x="5090" y="3682"/>
                        <a:pt x="5107" y="3596"/>
                        <a:pt x="5123" y="3482"/>
                      </a:cubicBezTo>
                      <a:cubicBezTo>
                        <a:pt x="5151" y="3362"/>
                        <a:pt x="5183" y="3264"/>
                        <a:pt x="5261" y="3167"/>
                      </a:cubicBezTo>
                      <a:cubicBezTo>
                        <a:pt x="5520" y="3042"/>
                        <a:pt x="5853" y="3085"/>
                        <a:pt x="6133" y="3092"/>
                      </a:cubicBezTo>
                      <a:cubicBezTo>
                        <a:pt x="6220" y="3092"/>
                        <a:pt x="6308" y="3092"/>
                        <a:pt x="6395" y="3091"/>
                      </a:cubicBezTo>
                      <a:cubicBezTo>
                        <a:pt x="6578" y="3091"/>
                        <a:pt x="6761" y="3094"/>
                        <a:pt x="6945" y="3097"/>
                      </a:cubicBezTo>
                      <a:cubicBezTo>
                        <a:pt x="7179" y="3102"/>
                        <a:pt x="7413" y="3102"/>
                        <a:pt x="7648" y="3101"/>
                      </a:cubicBezTo>
                      <a:cubicBezTo>
                        <a:pt x="7828" y="3100"/>
                        <a:pt x="8009" y="3101"/>
                        <a:pt x="8190" y="3104"/>
                      </a:cubicBezTo>
                      <a:cubicBezTo>
                        <a:pt x="8276" y="3104"/>
                        <a:pt x="8362" y="3105"/>
                        <a:pt x="8449" y="3104"/>
                      </a:cubicBezTo>
                      <a:cubicBezTo>
                        <a:pt x="9193" y="3104"/>
                        <a:pt x="9193" y="3104"/>
                        <a:pt x="9416" y="3315"/>
                      </a:cubicBezTo>
                      <a:cubicBezTo>
                        <a:pt x="9464" y="3369"/>
                        <a:pt x="9507" y="3426"/>
                        <a:pt x="9550" y="3484"/>
                      </a:cubicBezTo>
                      <a:cubicBezTo>
                        <a:pt x="9736" y="3702"/>
                        <a:pt x="10061" y="3755"/>
                        <a:pt x="10328" y="3836"/>
                      </a:cubicBezTo>
                      <a:cubicBezTo>
                        <a:pt x="10458" y="3881"/>
                        <a:pt x="10566" y="3919"/>
                        <a:pt x="10678" y="4001"/>
                      </a:cubicBezTo>
                      <a:cubicBezTo>
                        <a:pt x="10723" y="4157"/>
                        <a:pt x="10704" y="4253"/>
                        <a:pt x="10678" y="4417"/>
                      </a:cubicBezTo>
                      <a:cubicBezTo>
                        <a:pt x="10884" y="4417"/>
                        <a:pt x="11090" y="4417"/>
                        <a:pt x="11303" y="4417"/>
                      </a:cubicBezTo>
                      <a:cubicBezTo>
                        <a:pt x="11303" y="4005"/>
                        <a:pt x="11303" y="3592"/>
                        <a:pt x="11303" y="3167"/>
                      </a:cubicBezTo>
                      <a:cubicBezTo>
                        <a:pt x="11598" y="3154"/>
                        <a:pt x="11892" y="3142"/>
                        <a:pt x="12187" y="3135"/>
                      </a:cubicBezTo>
                      <a:cubicBezTo>
                        <a:pt x="12325" y="3132"/>
                        <a:pt x="12462" y="3127"/>
                        <a:pt x="12599" y="3120"/>
                      </a:cubicBezTo>
                      <a:cubicBezTo>
                        <a:pt x="13334" y="3083"/>
                        <a:pt x="13334" y="3083"/>
                        <a:pt x="13594" y="3167"/>
                      </a:cubicBezTo>
                      <a:cubicBezTo>
                        <a:pt x="13735" y="3301"/>
                        <a:pt x="13753" y="3463"/>
                        <a:pt x="13769" y="3648"/>
                      </a:cubicBezTo>
                      <a:cubicBezTo>
                        <a:pt x="13780" y="3696"/>
                        <a:pt x="13791" y="3743"/>
                        <a:pt x="13803" y="3792"/>
                      </a:cubicBezTo>
                      <a:cubicBezTo>
                        <a:pt x="13967" y="3880"/>
                        <a:pt x="14087" y="3898"/>
                        <a:pt x="14270" y="3865"/>
                      </a:cubicBezTo>
                      <a:cubicBezTo>
                        <a:pt x="14516" y="3779"/>
                        <a:pt x="14594" y="3567"/>
                        <a:pt x="14703" y="3348"/>
                      </a:cubicBezTo>
                      <a:cubicBezTo>
                        <a:pt x="14937" y="2817"/>
                        <a:pt x="14932" y="2229"/>
                        <a:pt x="14957" y="1659"/>
                      </a:cubicBezTo>
                      <a:cubicBezTo>
                        <a:pt x="14968" y="1412"/>
                        <a:pt x="14982" y="1167"/>
                        <a:pt x="14996" y="921"/>
                      </a:cubicBezTo>
                      <a:cubicBezTo>
                        <a:pt x="15001" y="836"/>
                        <a:pt x="15005" y="751"/>
                        <a:pt x="15008" y="666"/>
                      </a:cubicBezTo>
                      <a:cubicBezTo>
                        <a:pt x="15028" y="244"/>
                        <a:pt x="15028" y="244"/>
                        <a:pt x="15127" y="104"/>
                      </a:cubicBezTo>
                      <a:cubicBezTo>
                        <a:pt x="15353" y="0"/>
                        <a:pt x="15560" y="76"/>
                        <a:pt x="15795" y="134"/>
                      </a:cubicBezTo>
                      <a:close/>
                    </a:path>
                  </a:pathLst>
                </a:custGeom>
                <a:solidFill>
                  <a:srgbClr val="61AEAC"/>
                </a:solidFill>
                <a:ln w="2646" cap="flat">
                  <a:noFill/>
                </a:ln>
              </p:spPr>
            </p:sp>
            <p:sp>
              <p:nvSpPr>
                <p:cNvPr id="3490" name="ICON_OUT_WAVE_GRAPHIC_path_011"/>
                <p:cNvSpPr/>
                <p:nvPr/>
              </p:nvSpPr>
              <p:spPr>
                <a:xfrm>
                  <a:off x="9023940" y="3746500"/>
                  <a:ext cx="160904" cy="12769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670" h="10055" fill="norm" stroke="0">
                      <a:moveTo>
                        <a:pt x="11329" y="0"/>
                      </a:moveTo>
                      <a:cubicBezTo>
                        <a:pt x="11954" y="0"/>
                        <a:pt x="11954" y="0"/>
                        <a:pt x="12159" y="146"/>
                      </a:cubicBezTo>
                      <a:cubicBezTo>
                        <a:pt x="12241" y="243"/>
                        <a:pt x="12241" y="243"/>
                        <a:pt x="12318" y="352"/>
                      </a:cubicBezTo>
                      <a:cubicBezTo>
                        <a:pt x="12345" y="389"/>
                        <a:pt x="12372" y="426"/>
                        <a:pt x="12400" y="464"/>
                      </a:cubicBezTo>
                      <a:cubicBezTo>
                        <a:pt x="12562" y="721"/>
                        <a:pt x="12607" y="912"/>
                        <a:pt x="12557" y="1212"/>
                      </a:cubicBezTo>
                      <a:cubicBezTo>
                        <a:pt x="12515" y="1390"/>
                        <a:pt x="12467" y="1564"/>
                        <a:pt x="12413" y="1739"/>
                      </a:cubicBezTo>
                      <a:cubicBezTo>
                        <a:pt x="12341" y="1969"/>
                        <a:pt x="12283" y="2201"/>
                        <a:pt x="12227" y="2435"/>
                      </a:cubicBezTo>
                      <a:cubicBezTo>
                        <a:pt x="12221" y="2456"/>
                        <a:pt x="12221" y="2456"/>
                        <a:pt x="12189" y="2563"/>
                      </a:cubicBezTo>
                      <a:cubicBezTo>
                        <a:pt x="12158" y="2693"/>
                        <a:pt x="12144" y="2783"/>
                        <a:pt x="12162" y="2917"/>
                      </a:cubicBezTo>
                      <a:cubicBezTo>
                        <a:pt x="12251" y="3010"/>
                        <a:pt x="12251" y="3010"/>
                        <a:pt x="12367" y="3104"/>
                      </a:cubicBezTo>
                      <a:cubicBezTo>
                        <a:pt x="12532" y="3254"/>
                        <a:pt x="12610" y="3373"/>
                        <a:pt x="12633" y="3599"/>
                      </a:cubicBezTo>
                      <a:cubicBezTo>
                        <a:pt x="12636" y="3701"/>
                        <a:pt x="12637" y="3801"/>
                        <a:pt x="12636" y="3903"/>
                      </a:cubicBezTo>
                      <a:cubicBezTo>
                        <a:pt x="12637" y="3959"/>
                        <a:pt x="12638" y="4015"/>
                        <a:pt x="12639" y="4071"/>
                      </a:cubicBezTo>
                      <a:cubicBezTo>
                        <a:pt x="12642" y="4223"/>
                        <a:pt x="12642" y="4374"/>
                        <a:pt x="12641" y="4526"/>
                      </a:cubicBezTo>
                      <a:cubicBezTo>
                        <a:pt x="12641" y="4653"/>
                        <a:pt x="12642" y="4781"/>
                        <a:pt x="12643" y="4908"/>
                      </a:cubicBezTo>
                      <a:cubicBezTo>
                        <a:pt x="12645" y="5209"/>
                        <a:pt x="12646" y="5510"/>
                        <a:pt x="12644" y="5811"/>
                      </a:cubicBezTo>
                      <a:cubicBezTo>
                        <a:pt x="12643" y="6120"/>
                        <a:pt x="12646" y="6428"/>
                        <a:pt x="12650" y="6736"/>
                      </a:cubicBezTo>
                      <a:cubicBezTo>
                        <a:pt x="12654" y="7003"/>
                        <a:pt x="12655" y="7269"/>
                        <a:pt x="12654" y="7536"/>
                      </a:cubicBezTo>
                      <a:cubicBezTo>
                        <a:pt x="12654" y="7694"/>
                        <a:pt x="12654" y="7853"/>
                        <a:pt x="12657" y="8011"/>
                      </a:cubicBezTo>
                      <a:cubicBezTo>
                        <a:pt x="12670" y="8734"/>
                        <a:pt x="12623" y="9289"/>
                        <a:pt x="12122" y="9860"/>
                      </a:cubicBezTo>
                      <a:cubicBezTo>
                        <a:pt x="11984" y="9993"/>
                        <a:pt x="11873" y="10041"/>
                        <a:pt x="11683" y="10055"/>
                      </a:cubicBezTo>
                      <a:cubicBezTo>
                        <a:pt x="11559" y="10051"/>
                        <a:pt x="11448" y="10031"/>
                        <a:pt x="11329" y="10000"/>
                      </a:cubicBezTo>
                      <a:cubicBezTo>
                        <a:pt x="11327" y="9972"/>
                        <a:pt x="11325" y="9944"/>
                        <a:pt x="11323" y="9914"/>
                      </a:cubicBezTo>
                      <a:cubicBezTo>
                        <a:pt x="11307" y="9647"/>
                        <a:pt x="11289" y="9381"/>
                        <a:pt x="11269" y="9114"/>
                      </a:cubicBezTo>
                      <a:cubicBezTo>
                        <a:pt x="11258" y="8977"/>
                        <a:pt x="11249" y="8840"/>
                        <a:pt x="11241" y="8703"/>
                      </a:cubicBezTo>
                      <a:cubicBezTo>
                        <a:pt x="11231" y="8545"/>
                        <a:pt x="11219" y="8388"/>
                        <a:pt x="11206" y="8230"/>
                      </a:cubicBezTo>
                      <a:cubicBezTo>
                        <a:pt x="11205" y="8205"/>
                        <a:pt x="11205" y="8205"/>
                        <a:pt x="11199" y="8081"/>
                      </a:cubicBezTo>
                      <a:cubicBezTo>
                        <a:pt x="11187" y="7945"/>
                        <a:pt x="11174" y="7835"/>
                        <a:pt x="11120" y="7708"/>
                      </a:cubicBezTo>
                      <a:cubicBezTo>
                        <a:pt x="11017" y="7634"/>
                        <a:pt x="10919" y="7591"/>
                        <a:pt x="10801" y="7546"/>
                      </a:cubicBezTo>
                      <a:cubicBezTo>
                        <a:pt x="10695" y="7496"/>
                        <a:pt x="10667" y="7471"/>
                        <a:pt x="10621" y="7365"/>
                      </a:cubicBezTo>
                      <a:cubicBezTo>
                        <a:pt x="10606" y="7315"/>
                        <a:pt x="10591" y="7264"/>
                        <a:pt x="10579" y="7214"/>
                      </a:cubicBezTo>
                      <a:cubicBezTo>
                        <a:pt x="10571" y="7187"/>
                        <a:pt x="10563" y="7160"/>
                        <a:pt x="10554" y="7132"/>
                      </a:cubicBezTo>
                      <a:cubicBezTo>
                        <a:pt x="10529" y="7047"/>
                        <a:pt x="10505" y="6961"/>
                        <a:pt x="10482" y="6875"/>
                      </a:cubicBezTo>
                      <a:cubicBezTo>
                        <a:pt x="10458" y="6789"/>
                        <a:pt x="10433" y="6704"/>
                        <a:pt x="10408" y="6618"/>
                      </a:cubicBezTo>
                      <a:cubicBezTo>
                        <a:pt x="10392" y="6565"/>
                        <a:pt x="10377" y="6512"/>
                        <a:pt x="10363" y="6459"/>
                      </a:cubicBezTo>
                      <a:cubicBezTo>
                        <a:pt x="10323" y="6319"/>
                        <a:pt x="10291" y="6253"/>
                        <a:pt x="10180" y="6157"/>
                      </a:cubicBezTo>
                      <a:cubicBezTo>
                        <a:pt x="10025" y="5980"/>
                        <a:pt x="10039" y="5801"/>
                        <a:pt x="10027" y="5573"/>
                      </a:cubicBezTo>
                      <a:cubicBezTo>
                        <a:pt x="10020" y="5480"/>
                        <a:pt x="10014" y="5386"/>
                        <a:pt x="10006" y="5293"/>
                      </a:cubicBezTo>
                      <a:cubicBezTo>
                        <a:pt x="9997" y="5146"/>
                        <a:pt x="9987" y="5000"/>
                        <a:pt x="9979" y="4853"/>
                      </a:cubicBezTo>
                      <a:cubicBezTo>
                        <a:pt x="9971" y="4711"/>
                        <a:pt x="9960" y="4569"/>
                        <a:pt x="9949" y="4427"/>
                      </a:cubicBezTo>
                      <a:cubicBezTo>
                        <a:pt x="9947" y="4383"/>
                        <a:pt x="9946" y="4339"/>
                        <a:pt x="9944" y="4294"/>
                      </a:cubicBezTo>
                      <a:cubicBezTo>
                        <a:pt x="9933" y="4169"/>
                        <a:pt x="9922" y="4073"/>
                        <a:pt x="9870" y="3958"/>
                      </a:cubicBezTo>
                      <a:cubicBezTo>
                        <a:pt x="9741" y="3859"/>
                        <a:pt x="9608" y="3801"/>
                        <a:pt x="9454" y="3750"/>
                      </a:cubicBezTo>
                      <a:cubicBezTo>
                        <a:pt x="9457" y="3784"/>
                        <a:pt x="9460" y="3817"/>
                        <a:pt x="9464" y="3852"/>
                      </a:cubicBezTo>
                      <a:cubicBezTo>
                        <a:pt x="9529" y="4515"/>
                        <a:pt x="9529" y="4515"/>
                        <a:pt x="9454" y="4792"/>
                      </a:cubicBezTo>
                      <a:cubicBezTo>
                        <a:pt x="9340" y="4902"/>
                        <a:pt x="9205" y="4913"/>
                        <a:pt x="9054" y="4935"/>
                      </a:cubicBezTo>
                      <a:cubicBezTo>
                        <a:pt x="8970" y="4950"/>
                        <a:pt x="8970" y="4950"/>
                        <a:pt x="8829" y="5000"/>
                      </a:cubicBezTo>
                      <a:cubicBezTo>
                        <a:pt x="8740" y="5198"/>
                        <a:pt x="8735" y="5349"/>
                        <a:pt x="8791" y="5558"/>
                      </a:cubicBezTo>
                      <a:cubicBezTo>
                        <a:pt x="8797" y="5569"/>
                        <a:pt x="8797" y="5569"/>
                        <a:pt x="8829" y="5625"/>
                      </a:cubicBezTo>
                      <a:cubicBezTo>
                        <a:pt x="8971" y="5664"/>
                        <a:pt x="8971" y="5664"/>
                        <a:pt x="9056" y="5673"/>
                      </a:cubicBezTo>
                      <a:cubicBezTo>
                        <a:pt x="9211" y="5690"/>
                        <a:pt x="9340" y="5722"/>
                        <a:pt x="9454" y="5833"/>
                      </a:cubicBezTo>
                      <a:cubicBezTo>
                        <a:pt x="9569" y="6161"/>
                        <a:pt x="9511" y="6548"/>
                        <a:pt x="9493" y="6888"/>
                      </a:cubicBezTo>
                      <a:cubicBezTo>
                        <a:pt x="9489" y="6988"/>
                        <a:pt x="9487" y="7087"/>
                        <a:pt x="9484" y="7186"/>
                      </a:cubicBezTo>
                      <a:cubicBezTo>
                        <a:pt x="9477" y="7430"/>
                        <a:pt x="9467" y="7673"/>
                        <a:pt x="9454" y="7917"/>
                      </a:cubicBezTo>
                      <a:cubicBezTo>
                        <a:pt x="9285" y="7958"/>
                        <a:pt x="9115" y="7996"/>
                        <a:pt x="8946" y="8034"/>
                      </a:cubicBezTo>
                      <a:cubicBezTo>
                        <a:pt x="8898" y="8046"/>
                        <a:pt x="8850" y="8057"/>
                        <a:pt x="8800" y="8069"/>
                      </a:cubicBezTo>
                      <a:cubicBezTo>
                        <a:pt x="8454" y="8145"/>
                        <a:pt x="8454" y="8145"/>
                        <a:pt x="8273" y="8059"/>
                      </a:cubicBezTo>
                      <a:cubicBezTo>
                        <a:pt x="8139" y="7874"/>
                        <a:pt x="8211" y="7609"/>
                        <a:pt x="8230" y="7396"/>
                      </a:cubicBezTo>
                      <a:cubicBezTo>
                        <a:pt x="8239" y="7218"/>
                        <a:pt x="8246" y="7049"/>
                        <a:pt x="8204" y="6875"/>
                      </a:cubicBezTo>
                      <a:cubicBezTo>
                        <a:pt x="8073" y="6741"/>
                        <a:pt x="7895" y="6732"/>
                        <a:pt x="7718" y="6704"/>
                      </a:cubicBezTo>
                      <a:cubicBezTo>
                        <a:pt x="7695" y="6698"/>
                        <a:pt x="7695" y="6698"/>
                        <a:pt x="7579" y="6667"/>
                      </a:cubicBezTo>
                      <a:cubicBezTo>
                        <a:pt x="7519" y="6520"/>
                        <a:pt x="7539" y="6400"/>
                        <a:pt x="7579" y="6250"/>
                      </a:cubicBezTo>
                      <a:cubicBezTo>
                        <a:pt x="7370" y="6200"/>
                        <a:pt x="7155" y="6155"/>
                        <a:pt x="6954" y="6250"/>
                      </a:cubicBezTo>
                      <a:cubicBezTo>
                        <a:pt x="6831" y="6395"/>
                        <a:pt x="6768" y="6571"/>
                        <a:pt x="6698" y="6745"/>
                      </a:cubicBezTo>
                      <a:cubicBezTo>
                        <a:pt x="6596" y="6988"/>
                        <a:pt x="6508" y="7125"/>
                        <a:pt x="6296" y="7281"/>
                      </a:cubicBezTo>
                      <a:cubicBezTo>
                        <a:pt x="5984" y="7512"/>
                        <a:pt x="5886" y="7742"/>
                        <a:pt x="5826" y="8118"/>
                      </a:cubicBezTo>
                      <a:cubicBezTo>
                        <a:pt x="5765" y="8535"/>
                        <a:pt x="5731" y="8955"/>
                        <a:pt x="5704" y="9375"/>
                      </a:cubicBezTo>
                      <a:cubicBezTo>
                        <a:pt x="5487" y="9430"/>
                        <a:pt x="5293" y="9451"/>
                        <a:pt x="5079" y="9375"/>
                      </a:cubicBezTo>
                      <a:cubicBezTo>
                        <a:pt x="4751" y="9175"/>
                        <a:pt x="4523" y="8823"/>
                        <a:pt x="4432" y="8453"/>
                      </a:cubicBezTo>
                      <a:cubicBezTo>
                        <a:pt x="4336" y="7956"/>
                        <a:pt x="4329" y="7444"/>
                        <a:pt x="4314" y="6939"/>
                      </a:cubicBezTo>
                      <a:cubicBezTo>
                        <a:pt x="4308" y="6744"/>
                        <a:pt x="4298" y="6548"/>
                        <a:pt x="4289" y="6353"/>
                      </a:cubicBezTo>
                      <a:cubicBezTo>
                        <a:pt x="4271" y="5971"/>
                        <a:pt x="4257" y="5590"/>
                        <a:pt x="4245" y="5208"/>
                      </a:cubicBezTo>
                      <a:cubicBezTo>
                        <a:pt x="3970" y="5208"/>
                        <a:pt x="3695" y="5208"/>
                        <a:pt x="3412" y="5208"/>
                      </a:cubicBezTo>
                      <a:cubicBezTo>
                        <a:pt x="3411" y="5279"/>
                        <a:pt x="3411" y="5349"/>
                        <a:pt x="3410" y="5421"/>
                      </a:cubicBezTo>
                      <a:cubicBezTo>
                        <a:pt x="3391" y="5716"/>
                        <a:pt x="3367" y="5997"/>
                        <a:pt x="3204" y="6250"/>
                      </a:cubicBezTo>
                      <a:cubicBezTo>
                        <a:pt x="2966" y="6408"/>
                        <a:pt x="2701" y="6475"/>
                        <a:pt x="2424" y="6535"/>
                      </a:cubicBezTo>
                      <a:cubicBezTo>
                        <a:pt x="2029" y="6622"/>
                        <a:pt x="1781" y="6737"/>
                        <a:pt x="1537" y="7083"/>
                      </a:cubicBezTo>
                      <a:cubicBezTo>
                        <a:pt x="1441" y="7261"/>
                        <a:pt x="1370" y="7441"/>
                        <a:pt x="1303" y="7630"/>
                      </a:cubicBezTo>
                      <a:cubicBezTo>
                        <a:pt x="1242" y="7794"/>
                        <a:pt x="1182" y="7957"/>
                        <a:pt x="1120" y="8125"/>
                      </a:cubicBezTo>
                      <a:cubicBezTo>
                        <a:pt x="776" y="8056"/>
                        <a:pt x="433" y="7988"/>
                        <a:pt x="79" y="7917"/>
                      </a:cubicBezTo>
                      <a:cubicBezTo>
                        <a:pt x="64" y="7567"/>
                        <a:pt x="53" y="7218"/>
                        <a:pt x="46" y="6868"/>
                      </a:cubicBezTo>
                      <a:cubicBezTo>
                        <a:pt x="43" y="6706"/>
                        <a:pt x="39" y="6544"/>
                        <a:pt x="31" y="6381"/>
                      </a:cubicBezTo>
                      <a:cubicBezTo>
                        <a:pt x="25" y="6224"/>
                        <a:pt x="21" y="6068"/>
                        <a:pt x="19" y="5911"/>
                      </a:cubicBezTo>
                      <a:cubicBezTo>
                        <a:pt x="18" y="5851"/>
                        <a:pt x="16" y="5792"/>
                        <a:pt x="12" y="5732"/>
                      </a:cubicBezTo>
                      <a:cubicBezTo>
                        <a:pt x="2" y="5545"/>
                        <a:pt x="0" y="5382"/>
                        <a:pt x="79" y="5208"/>
                      </a:cubicBezTo>
                      <a:cubicBezTo>
                        <a:pt x="265" y="5074"/>
                        <a:pt x="481" y="5048"/>
                        <a:pt x="704" y="5000"/>
                      </a:cubicBezTo>
                      <a:cubicBezTo>
                        <a:pt x="704" y="5413"/>
                        <a:pt x="704" y="5825"/>
                        <a:pt x="704" y="6250"/>
                      </a:cubicBezTo>
                      <a:cubicBezTo>
                        <a:pt x="910" y="6250"/>
                        <a:pt x="1116" y="6250"/>
                        <a:pt x="1329" y="6250"/>
                      </a:cubicBezTo>
                      <a:cubicBezTo>
                        <a:pt x="1430" y="6120"/>
                        <a:pt x="1455" y="6062"/>
                        <a:pt x="1498" y="5911"/>
                      </a:cubicBezTo>
                      <a:cubicBezTo>
                        <a:pt x="1679" y="5430"/>
                        <a:pt x="2001" y="5147"/>
                        <a:pt x="2370" y="4805"/>
                      </a:cubicBezTo>
                      <a:cubicBezTo>
                        <a:pt x="2913" y="4297"/>
                        <a:pt x="3234" y="3858"/>
                        <a:pt x="3412" y="3125"/>
                      </a:cubicBezTo>
                      <a:cubicBezTo>
                        <a:pt x="3766" y="3135"/>
                        <a:pt x="4141" y="3155"/>
                        <a:pt x="4454" y="3333"/>
                      </a:cubicBezTo>
                      <a:cubicBezTo>
                        <a:pt x="4665" y="3598"/>
                        <a:pt x="4748" y="3935"/>
                        <a:pt x="4825" y="4259"/>
                      </a:cubicBezTo>
                      <a:cubicBezTo>
                        <a:pt x="4870" y="4375"/>
                        <a:pt x="4870" y="4375"/>
                        <a:pt x="4978" y="4470"/>
                      </a:cubicBezTo>
                      <a:cubicBezTo>
                        <a:pt x="5122" y="4632"/>
                        <a:pt x="5105" y="4759"/>
                        <a:pt x="5099" y="4968"/>
                      </a:cubicBezTo>
                      <a:cubicBezTo>
                        <a:pt x="5099" y="5005"/>
                        <a:pt x="5098" y="5042"/>
                        <a:pt x="5098" y="5079"/>
                      </a:cubicBezTo>
                      <a:cubicBezTo>
                        <a:pt x="5097" y="5196"/>
                        <a:pt x="5094" y="5313"/>
                        <a:pt x="5091" y="5430"/>
                      </a:cubicBezTo>
                      <a:cubicBezTo>
                        <a:pt x="5090" y="5509"/>
                        <a:pt x="5090" y="5588"/>
                        <a:pt x="5089" y="5668"/>
                      </a:cubicBezTo>
                      <a:cubicBezTo>
                        <a:pt x="5086" y="5862"/>
                        <a:pt x="5083" y="6056"/>
                        <a:pt x="5079" y="6250"/>
                      </a:cubicBezTo>
                      <a:cubicBezTo>
                        <a:pt x="5285" y="6250"/>
                        <a:pt x="5491" y="6250"/>
                        <a:pt x="5704" y="6250"/>
                      </a:cubicBezTo>
                      <a:cubicBezTo>
                        <a:pt x="5699" y="6204"/>
                        <a:pt x="5695" y="6158"/>
                        <a:pt x="5690" y="6110"/>
                      </a:cubicBezTo>
                      <a:cubicBezTo>
                        <a:pt x="5564" y="4646"/>
                        <a:pt x="5564" y="4646"/>
                        <a:pt x="5949" y="4157"/>
                      </a:cubicBezTo>
                      <a:cubicBezTo>
                        <a:pt x="6164" y="3939"/>
                        <a:pt x="6363" y="3764"/>
                        <a:pt x="6679" y="3738"/>
                      </a:cubicBezTo>
                      <a:cubicBezTo>
                        <a:pt x="7008" y="3759"/>
                        <a:pt x="7255" y="3851"/>
                        <a:pt x="7579" y="3958"/>
                      </a:cubicBezTo>
                      <a:cubicBezTo>
                        <a:pt x="7579" y="4302"/>
                        <a:pt x="7579" y="4646"/>
                        <a:pt x="7579" y="5000"/>
                      </a:cubicBezTo>
                      <a:cubicBezTo>
                        <a:pt x="7785" y="5000"/>
                        <a:pt x="7991" y="5000"/>
                        <a:pt x="8204" y="5000"/>
                      </a:cubicBezTo>
                      <a:cubicBezTo>
                        <a:pt x="8199" y="4930"/>
                        <a:pt x="8194" y="4859"/>
                        <a:pt x="8189" y="4787"/>
                      </a:cubicBezTo>
                      <a:cubicBezTo>
                        <a:pt x="8185" y="4693"/>
                        <a:pt x="8181" y="4599"/>
                        <a:pt x="8178" y="4505"/>
                      </a:cubicBezTo>
                      <a:cubicBezTo>
                        <a:pt x="8174" y="4459"/>
                        <a:pt x="8170" y="4413"/>
                        <a:pt x="8167" y="4365"/>
                      </a:cubicBezTo>
                      <a:cubicBezTo>
                        <a:pt x="8163" y="4219"/>
                        <a:pt x="8166" y="4100"/>
                        <a:pt x="8204" y="3958"/>
                      </a:cubicBezTo>
                      <a:cubicBezTo>
                        <a:pt x="8296" y="3868"/>
                        <a:pt x="8296" y="3868"/>
                        <a:pt x="8409" y="3782"/>
                      </a:cubicBezTo>
                      <a:cubicBezTo>
                        <a:pt x="8579" y="3634"/>
                        <a:pt x="8632" y="3543"/>
                        <a:pt x="8657" y="3317"/>
                      </a:cubicBezTo>
                      <a:cubicBezTo>
                        <a:pt x="8672" y="3089"/>
                        <a:pt x="8676" y="2860"/>
                        <a:pt x="8681" y="2631"/>
                      </a:cubicBezTo>
                      <a:cubicBezTo>
                        <a:pt x="8710" y="1624"/>
                        <a:pt x="8710" y="1624"/>
                        <a:pt x="8878" y="1389"/>
                      </a:cubicBezTo>
                      <a:cubicBezTo>
                        <a:pt x="9085" y="1204"/>
                        <a:pt x="9365" y="1198"/>
                        <a:pt x="9629" y="1202"/>
                      </a:cubicBezTo>
                      <a:cubicBezTo>
                        <a:pt x="9788" y="1215"/>
                        <a:pt x="9858" y="1241"/>
                        <a:pt x="9986" y="1337"/>
                      </a:cubicBezTo>
                      <a:cubicBezTo>
                        <a:pt x="10098" y="1484"/>
                        <a:pt x="10117" y="1605"/>
                        <a:pt x="10130" y="1783"/>
                      </a:cubicBezTo>
                      <a:cubicBezTo>
                        <a:pt x="10137" y="1847"/>
                        <a:pt x="10144" y="1911"/>
                        <a:pt x="10151" y="1975"/>
                      </a:cubicBezTo>
                      <a:cubicBezTo>
                        <a:pt x="10160" y="2074"/>
                        <a:pt x="10170" y="2174"/>
                        <a:pt x="10178" y="2274"/>
                      </a:cubicBezTo>
                      <a:cubicBezTo>
                        <a:pt x="10216" y="2715"/>
                        <a:pt x="10261" y="2946"/>
                        <a:pt x="10608" y="3240"/>
                      </a:cubicBezTo>
                      <a:cubicBezTo>
                        <a:pt x="10786" y="3415"/>
                        <a:pt x="10791" y="3635"/>
                        <a:pt x="10821" y="3873"/>
                      </a:cubicBezTo>
                      <a:cubicBezTo>
                        <a:pt x="10840" y="3979"/>
                        <a:pt x="10840" y="3979"/>
                        <a:pt x="10912" y="4167"/>
                      </a:cubicBezTo>
                      <a:cubicBezTo>
                        <a:pt x="11049" y="4235"/>
                        <a:pt x="11187" y="4304"/>
                        <a:pt x="11329" y="4375"/>
                      </a:cubicBezTo>
                      <a:cubicBezTo>
                        <a:pt x="11329" y="2931"/>
                        <a:pt x="11329" y="1488"/>
                        <a:pt x="11329" y="0"/>
                      </a:cubicBezTo>
                      <a:close/>
                    </a:path>
                  </a:pathLst>
                </a:custGeom>
                <a:solidFill>
                  <a:srgbClr val="ED56AC"/>
                </a:solidFill>
                <a:ln w="2646" cap="flat">
                  <a:noFill/>
                </a:ln>
              </p:spPr>
            </p:sp>
            <p:sp>
              <p:nvSpPr>
                <p:cNvPr id="3491" name="ICON_OUT_WAVE_GRAPHIC_path_012"/>
                <p:cNvSpPr/>
                <p:nvPr/>
              </p:nvSpPr>
              <p:spPr>
                <a:xfrm>
                  <a:off x="9880526" y="3603294"/>
                  <a:ext cx="177062" cy="12733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942" h="10026" fill="norm" stroke="0">
                      <a:moveTo>
                        <a:pt x="131" y="26"/>
                      </a:moveTo>
                      <a:cubicBezTo>
                        <a:pt x="232" y="19"/>
                        <a:pt x="333" y="14"/>
                        <a:pt x="434" y="9"/>
                      </a:cubicBezTo>
                      <a:cubicBezTo>
                        <a:pt x="463" y="7"/>
                        <a:pt x="491" y="5"/>
                        <a:pt x="521" y="3"/>
                      </a:cubicBezTo>
                      <a:cubicBezTo>
                        <a:pt x="605" y="0"/>
                        <a:pt x="605" y="0"/>
                        <a:pt x="756" y="26"/>
                      </a:cubicBezTo>
                      <a:cubicBezTo>
                        <a:pt x="855" y="162"/>
                        <a:pt x="912" y="297"/>
                        <a:pt x="949" y="460"/>
                      </a:cubicBezTo>
                      <a:cubicBezTo>
                        <a:pt x="956" y="489"/>
                        <a:pt x="963" y="519"/>
                        <a:pt x="970" y="549"/>
                      </a:cubicBezTo>
                      <a:cubicBezTo>
                        <a:pt x="973" y="563"/>
                        <a:pt x="973" y="563"/>
                        <a:pt x="990" y="638"/>
                      </a:cubicBezTo>
                      <a:cubicBezTo>
                        <a:pt x="1013" y="725"/>
                        <a:pt x="1036" y="812"/>
                        <a:pt x="1060" y="899"/>
                      </a:cubicBezTo>
                      <a:cubicBezTo>
                        <a:pt x="1075" y="953"/>
                        <a:pt x="1089" y="1007"/>
                        <a:pt x="1101" y="1062"/>
                      </a:cubicBezTo>
                      <a:cubicBezTo>
                        <a:pt x="1137" y="1204"/>
                        <a:pt x="1162" y="1268"/>
                        <a:pt x="1278" y="1360"/>
                      </a:cubicBezTo>
                      <a:cubicBezTo>
                        <a:pt x="1385" y="1464"/>
                        <a:pt x="1398" y="1544"/>
                        <a:pt x="1406" y="1691"/>
                      </a:cubicBezTo>
                      <a:cubicBezTo>
                        <a:pt x="1406" y="1777"/>
                        <a:pt x="1406" y="1862"/>
                        <a:pt x="1405" y="1948"/>
                      </a:cubicBezTo>
                      <a:cubicBezTo>
                        <a:pt x="1405" y="1995"/>
                        <a:pt x="1405" y="2041"/>
                        <a:pt x="1405" y="2090"/>
                      </a:cubicBezTo>
                      <a:cubicBezTo>
                        <a:pt x="1404" y="2218"/>
                        <a:pt x="1403" y="2345"/>
                        <a:pt x="1402" y="2473"/>
                      </a:cubicBezTo>
                      <a:cubicBezTo>
                        <a:pt x="1401" y="2607"/>
                        <a:pt x="1401" y="2741"/>
                        <a:pt x="1400" y="2874"/>
                      </a:cubicBezTo>
                      <a:cubicBezTo>
                        <a:pt x="1400" y="3127"/>
                        <a:pt x="1398" y="3380"/>
                        <a:pt x="1396" y="3634"/>
                      </a:cubicBezTo>
                      <a:cubicBezTo>
                        <a:pt x="1394" y="3922"/>
                        <a:pt x="1392" y="4210"/>
                        <a:pt x="1391" y="4498"/>
                      </a:cubicBezTo>
                      <a:cubicBezTo>
                        <a:pt x="1389" y="5091"/>
                        <a:pt x="1385" y="5683"/>
                        <a:pt x="1381" y="6276"/>
                      </a:cubicBezTo>
                      <a:cubicBezTo>
                        <a:pt x="1482" y="6279"/>
                        <a:pt x="1583" y="6282"/>
                        <a:pt x="1684" y="6284"/>
                      </a:cubicBezTo>
                      <a:cubicBezTo>
                        <a:pt x="1713" y="6285"/>
                        <a:pt x="1741" y="6286"/>
                        <a:pt x="1771" y="6287"/>
                      </a:cubicBezTo>
                      <a:cubicBezTo>
                        <a:pt x="1899" y="6289"/>
                        <a:pt x="1986" y="6289"/>
                        <a:pt x="2095" y="6219"/>
                      </a:cubicBezTo>
                      <a:cubicBezTo>
                        <a:pt x="2162" y="6138"/>
                        <a:pt x="2200" y="6061"/>
                        <a:pt x="2240" y="5964"/>
                      </a:cubicBezTo>
                      <a:cubicBezTo>
                        <a:pt x="2257" y="5928"/>
                        <a:pt x="2274" y="5893"/>
                        <a:pt x="2292" y="5856"/>
                      </a:cubicBezTo>
                      <a:cubicBezTo>
                        <a:pt x="2404" y="5586"/>
                        <a:pt x="2439" y="5335"/>
                        <a:pt x="2458" y="5046"/>
                      </a:cubicBezTo>
                      <a:cubicBezTo>
                        <a:pt x="2467" y="4900"/>
                        <a:pt x="2477" y="4755"/>
                        <a:pt x="2488" y="4609"/>
                      </a:cubicBezTo>
                      <a:cubicBezTo>
                        <a:pt x="2490" y="4573"/>
                        <a:pt x="2493" y="4536"/>
                        <a:pt x="2496" y="4498"/>
                      </a:cubicBezTo>
                      <a:cubicBezTo>
                        <a:pt x="2533" y="4056"/>
                        <a:pt x="2590" y="3736"/>
                        <a:pt x="2936" y="3439"/>
                      </a:cubicBezTo>
                      <a:cubicBezTo>
                        <a:pt x="3133" y="3284"/>
                        <a:pt x="3348" y="3158"/>
                        <a:pt x="3562" y="3028"/>
                      </a:cubicBezTo>
                      <a:cubicBezTo>
                        <a:pt x="3713" y="2911"/>
                        <a:pt x="3762" y="2784"/>
                        <a:pt x="3833" y="2611"/>
                      </a:cubicBezTo>
                      <a:cubicBezTo>
                        <a:pt x="3881" y="2526"/>
                        <a:pt x="3881" y="2526"/>
                        <a:pt x="3951" y="2486"/>
                      </a:cubicBezTo>
                      <a:cubicBezTo>
                        <a:pt x="4036" y="2470"/>
                        <a:pt x="4108" y="2469"/>
                        <a:pt x="4193" y="2474"/>
                      </a:cubicBezTo>
                      <a:cubicBezTo>
                        <a:pt x="4220" y="2472"/>
                        <a:pt x="4248" y="2471"/>
                        <a:pt x="4276" y="2469"/>
                      </a:cubicBezTo>
                      <a:cubicBezTo>
                        <a:pt x="4370" y="2471"/>
                        <a:pt x="4424" y="2478"/>
                        <a:pt x="4506" y="2526"/>
                      </a:cubicBezTo>
                      <a:cubicBezTo>
                        <a:pt x="4555" y="2623"/>
                        <a:pt x="4555" y="2623"/>
                        <a:pt x="4599" y="2739"/>
                      </a:cubicBezTo>
                      <a:cubicBezTo>
                        <a:pt x="4649" y="2853"/>
                        <a:pt x="4649" y="2853"/>
                        <a:pt x="4714" y="2943"/>
                      </a:cubicBezTo>
                      <a:cubicBezTo>
                        <a:pt x="4882" y="2990"/>
                        <a:pt x="5028" y="2955"/>
                        <a:pt x="5196" y="2917"/>
                      </a:cubicBezTo>
                      <a:cubicBezTo>
                        <a:pt x="5243" y="2907"/>
                        <a:pt x="5289" y="2897"/>
                        <a:pt x="5337" y="2887"/>
                      </a:cubicBezTo>
                      <a:cubicBezTo>
                        <a:pt x="5764" y="2774"/>
                        <a:pt x="5989" y="2542"/>
                        <a:pt x="6271" y="2217"/>
                      </a:cubicBezTo>
                      <a:cubicBezTo>
                        <a:pt x="6531" y="1931"/>
                        <a:pt x="6773" y="1794"/>
                        <a:pt x="7136" y="1667"/>
                      </a:cubicBezTo>
                      <a:cubicBezTo>
                        <a:pt x="7871" y="1404"/>
                        <a:pt x="7871" y="1404"/>
                        <a:pt x="8014" y="1151"/>
                      </a:cubicBezTo>
                      <a:cubicBezTo>
                        <a:pt x="8157" y="798"/>
                        <a:pt x="8201" y="401"/>
                        <a:pt x="8256" y="26"/>
                      </a:cubicBezTo>
                      <a:cubicBezTo>
                        <a:pt x="8462" y="26"/>
                        <a:pt x="8668" y="26"/>
                        <a:pt x="8881" y="26"/>
                      </a:cubicBezTo>
                      <a:cubicBezTo>
                        <a:pt x="8891" y="99"/>
                        <a:pt x="8901" y="172"/>
                        <a:pt x="8912" y="247"/>
                      </a:cubicBezTo>
                      <a:cubicBezTo>
                        <a:pt x="8927" y="342"/>
                        <a:pt x="8943" y="438"/>
                        <a:pt x="8959" y="534"/>
                      </a:cubicBezTo>
                      <a:cubicBezTo>
                        <a:pt x="8965" y="582"/>
                        <a:pt x="8972" y="630"/>
                        <a:pt x="8979" y="679"/>
                      </a:cubicBezTo>
                      <a:cubicBezTo>
                        <a:pt x="8983" y="702"/>
                        <a:pt x="8983" y="702"/>
                        <a:pt x="9003" y="820"/>
                      </a:cubicBezTo>
                      <a:cubicBezTo>
                        <a:pt x="9009" y="862"/>
                        <a:pt x="9016" y="905"/>
                        <a:pt x="9023" y="948"/>
                      </a:cubicBezTo>
                      <a:cubicBezTo>
                        <a:pt x="9103" y="1093"/>
                        <a:pt x="9151" y="1100"/>
                        <a:pt x="9300" y="1160"/>
                      </a:cubicBezTo>
                      <a:cubicBezTo>
                        <a:pt x="9495" y="1249"/>
                        <a:pt x="9495" y="1249"/>
                        <a:pt x="9543" y="1366"/>
                      </a:cubicBezTo>
                      <a:cubicBezTo>
                        <a:pt x="9554" y="1482"/>
                        <a:pt x="9553" y="1591"/>
                        <a:pt x="9546" y="1706"/>
                      </a:cubicBezTo>
                      <a:cubicBezTo>
                        <a:pt x="9546" y="1748"/>
                        <a:pt x="9545" y="1789"/>
                        <a:pt x="9545" y="1832"/>
                      </a:cubicBezTo>
                      <a:cubicBezTo>
                        <a:pt x="9543" y="1964"/>
                        <a:pt x="9537" y="2095"/>
                        <a:pt x="9532" y="2226"/>
                      </a:cubicBezTo>
                      <a:cubicBezTo>
                        <a:pt x="9530" y="2316"/>
                        <a:pt x="9528" y="2405"/>
                        <a:pt x="9526" y="2495"/>
                      </a:cubicBezTo>
                      <a:cubicBezTo>
                        <a:pt x="9522" y="2714"/>
                        <a:pt x="9514" y="2932"/>
                        <a:pt x="9506" y="3151"/>
                      </a:cubicBezTo>
                      <a:cubicBezTo>
                        <a:pt x="9712" y="3151"/>
                        <a:pt x="9918" y="3151"/>
                        <a:pt x="10131" y="3151"/>
                      </a:cubicBezTo>
                      <a:cubicBezTo>
                        <a:pt x="10127" y="3118"/>
                        <a:pt x="10127" y="3118"/>
                        <a:pt x="10109" y="2953"/>
                      </a:cubicBezTo>
                      <a:cubicBezTo>
                        <a:pt x="10070" y="2439"/>
                        <a:pt x="10094" y="2054"/>
                        <a:pt x="10404" y="1628"/>
                      </a:cubicBezTo>
                      <a:cubicBezTo>
                        <a:pt x="10429" y="1592"/>
                        <a:pt x="10453" y="1556"/>
                        <a:pt x="10479" y="1520"/>
                      </a:cubicBezTo>
                      <a:cubicBezTo>
                        <a:pt x="10558" y="1422"/>
                        <a:pt x="10558" y="1422"/>
                        <a:pt x="10756" y="1276"/>
                      </a:cubicBezTo>
                      <a:cubicBezTo>
                        <a:pt x="10962" y="1276"/>
                        <a:pt x="11168" y="1276"/>
                        <a:pt x="11381" y="1276"/>
                      </a:cubicBezTo>
                      <a:cubicBezTo>
                        <a:pt x="11381" y="1895"/>
                        <a:pt x="11381" y="2514"/>
                        <a:pt x="11381" y="3151"/>
                      </a:cubicBezTo>
                      <a:cubicBezTo>
                        <a:pt x="12756" y="3086"/>
                        <a:pt x="12756" y="3086"/>
                        <a:pt x="13048" y="2943"/>
                      </a:cubicBezTo>
                      <a:cubicBezTo>
                        <a:pt x="13301" y="2657"/>
                        <a:pt x="13277" y="2263"/>
                        <a:pt x="13256" y="1901"/>
                      </a:cubicBezTo>
                      <a:cubicBezTo>
                        <a:pt x="13462" y="1901"/>
                        <a:pt x="13668" y="1901"/>
                        <a:pt x="13881" y="1901"/>
                      </a:cubicBezTo>
                      <a:cubicBezTo>
                        <a:pt x="13891" y="2131"/>
                        <a:pt x="13899" y="2360"/>
                        <a:pt x="13904" y="2590"/>
                      </a:cubicBezTo>
                      <a:cubicBezTo>
                        <a:pt x="13906" y="2668"/>
                        <a:pt x="13909" y="2746"/>
                        <a:pt x="13912" y="2824"/>
                      </a:cubicBezTo>
                      <a:cubicBezTo>
                        <a:pt x="13942" y="3478"/>
                        <a:pt x="13942" y="3478"/>
                        <a:pt x="13794" y="3695"/>
                      </a:cubicBezTo>
                      <a:cubicBezTo>
                        <a:pt x="13722" y="3762"/>
                        <a:pt x="13648" y="3826"/>
                        <a:pt x="13571" y="3888"/>
                      </a:cubicBezTo>
                      <a:cubicBezTo>
                        <a:pt x="13380" y="4061"/>
                        <a:pt x="13314" y="4293"/>
                        <a:pt x="13230" y="4531"/>
                      </a:cubicBezTo>
                      <a:cubicBezTo>
                        <a:pt x="13170" y="4695"/>
                        <a:pt x="13110" y="4858"/>
                        <a:pt x="13048" y="5026"/>
                      </a:cubicBezTo>
                      <a:cubicBezTo>
                        <a:pt x="12704" y="4957"/>
                        <a:pt x="12360" y="4889"/>
                        <a:pt x="12006" y="4818"/>
                      </a:cubicBezTo>
                      <a:cubicBezTo>
                        <a:pt x="12006" y="4680"/>
                        <a:pt x="12006" y="4543"/>
                        <a:pt x="12006" y="4401"/>
                      </a:cubicBezTo>
                      <a:cubicBezTo>
                        <a:pt x="11797" y="4351"/>
                        <a:pt x="11582" y="4305"/>
                        <a:pt x="11381" y="4401"/>
                      </a:cubicBezTo>
                      <a:cubicBezTo>
                        <a:pt x="11280" y="4519"/>
                        <a:pt x="11221" y="4650"/>
                        <a:pt x="11160" y="4792"/>
                      </a:cubicBezTo>
                      <a:cubicBezTo>
                        <a:pt x="11143" y="4830"/>
                        <a:pt x="11126" y="4867"/>
                        <a:pt x="11109" y="4906"/>
                      </a:cubicBezTo>
                      <a:cubicBezTo>
                        <a:pt x="11076" y="4981"/>
                        <a:pt x="11043" y="5057"/>
                        <a:pt x="11010" y="5132"/>
                      </a:cubicBezTo>
                      <a:cubicBezTo>
                        <a:pt x="10928" y="5316"/>
                        <a:pt x="10845" y="5461"/>
                        <a:pt x="10695" y="5601"/>
                      </a:cubicBezTo>
                      <a:cubicBezTo>
                        <a:pt x="10323" y="5727"/>
                        <a:pt x="9861" y="5536"/>
                        <a:pt x="9506" y="5443"/>
                      </a:cubicBezTo>
                      <a:cubicBezTo>
                        <a:pt x="9506" y="5099"/>
                        <a:pt x="9506" y="4755"/>
                        <a:pt x="9506" y="4401"/>
                      </a:cubicBezTo>
                      <a:cubicBezTo>
                        <a:pt x="9300" y="4401"/>
                        <a:pt x="9093" y="4401"/>
                        <a:pt x="8881" y="4401"/>
                      </a:cubicBezTo>
                      <a:cubicBezTo>
                        <a:pt x="8881" y="3989"/>
                        <a:pt x="8881" y="3576"/>
                        <a:pt x="8881" y="3151"/>
                      </a:cubicBezTo>
                      <a:cubicBezTo>
                        <a:pt x="8675" y="3151"/>
                        <a:pt x="8468" y="3151"/>
                        <a:pt x="8256" y="3151"/>
                      </a:cubicBezTo>
                      <a:cubicBezTo>
                        <a:pt x="8129" y="3298"/>
                        <a:pt x="8084" y="3369"/>
                        <a:pt x="8021" y="3542"/>
                      </a:cubicBezTo>
                      <a:cubicBezTo>
                        <a:pt x="7991" y="3615"/>
                        <a:pt x="7960" y="3688"/>
                        <a:pt x="7929" y="3761"/>
                      </a:cubicBezTo>
                      <a:cubicBezTo>
                        <a:pt x="7914" y="3798"/>
                        <a:pt x="7900" y="3834"/>
                        <a:pt x="7885" y="3872"/>
                      </a:cubicBezTo>
                      <a:cubicBezTo>
                        <a:pt x="7811" y="4053"/>
                        <a:pt x="7721" y="4227"/>
                        <a:pt x="7631" y="4401"/>
                      </a:cubicBezTo>
                      <a:cubicBezTo>
                        <a:pt x="7423" y="4297"/>
                        <a:pt x="7423" y="4297"/>
                        <a:pt x="6381" y="3776"/>
                      </a:cubicBezTo>
                      <a:cubicBezTo>
                        <a:pt x="5984" y="4407"/>
                        <a:pt x="5884" y="4992"/>
                        <a:pt x="5839" y="5729"/>
                      </a:cubicBezTo>
                      <a:cubicBezTo>
                        <a:pt x="5830" y="5862"/>
                        <a:pt x="5820" y="5994"/>
                        <a:pt x="5810" y="6127"/>
                      </a:cubicBezTo>
                      <a:cubicBezTo>
                        <a:pt x="5790" y="6385"/>
                        <a:pt x="5772" y="6643"/>
                        <a:pt x="5756" y="6901"/>
                      </a:cubicBezTo>
                      <a:cubicBezTo>
                        <a:pt x="5148" y="6955"/>
                        <a:pt x="5148" y="6955"/>
                        <a:pt x="4933" y="6777"/>
                      </a:cubicBezTo>
                      <a:cubicBezTo>
                        <a:pt x="4854" y="6689"/>
                        <a:pt x="4854" y="6689"/>
                        <a:pt x="4779" y="6589"/>
                      </a:cubicBezTo>
                      <a:cubicBezTo>
                        <a:pt x="4753" y="6554"/>
                        <a:pt x="4726" y="6519"/>
                        <a:pt x="4699" y="6483"/>
                      </a:cubicBezTo>
                      <a:cubicBezTo>
                        <a:pt x="4322" y="5891"/>
                        <a:pt x="4458" y="5069"/>
                        <a:pt x="4506" y="4401"/>
                      </a:cubicBezTo>
                      <a:cubicBezTo>
                        <a:pt x="3953" y="4348"/>
                        <a:pt x="3953" y="4348"/>
                        <a:pt x="3797" y="4462"/>
                      </a:cubicBezTo>
                      <a:cubicBezTo>
                        <a:pt x="3737" y="4557"/>
                        <a:pt x="3698" y="4648"/>
                        <a:pt x="3660" y="4753"/>
                      </a:cubicBezTo>
                      <a:cubicBezTo>
                        <a:pt x="3643" y="4790"/>
                        <a:pt x="3627" y="4827"/>
                        <a:pt x="3611" y="4866"/>
                      </a:cubicBezTo>
                      <a:cubicBezTo>
                        <a:pt x="3559" y="4988"/>
                        <a:pt x="3511" y="5111"/>
                        <a:pt x="3464" y="5234"/>
                      </a:cubicBezTo>
                      <a:cubicBezTo>
                        <a:pt x="3432" y="5316"/>
                        <a:pt x="3400" y="5397"/>
                        <a:pt x="3368" y="5478"/>
                      </a:cubicBezTo>
                      <a:cubicBezTo>
                        <a:pt x="3360" y="5498"/>
                        <a:pt x="3360" y="5498"/>
                        <a:pt x="3319" y="5602"/>
                      </a:cubicBezTo>
                      <a:cubicBezTo>
                        <a:pt x="3303" y="5644"/>
                        <a:pt x="3286" y="5686"/>
                        <a:pt x="3269" y="5729"/>
                      </a:cubicBezTo>
                      <a:cubicBezTo>
                        <a:pt x="3252" y="5772"/>
                        <a:pt x="3235" y="5814"/>
                        <a:pt x="3218" y="5858"/>
                      </a:cubicBezTo>
                      <a:cubicBezTo>
                        <a:pt x="3081" y="6203"/>
                        <a:pt x="2934" y="6544"/>
                        <a:pt x="2775" y="6881"/>
                      </a:cubicBezTo>
                      <a:cubicBezTo>
                        <a:pt x="2749" y="6937"/>
                        <a:pt x="2723" y="6994"/>
                        <a:pt x="2697" y="7051"/>
                      </a:cubicBezTo>
                      <a:cubicBezTo>
                        <a:pt x="2661" y="7131"/>
                        <a:pt x="2624" y="7210"/>
                        <a:pt x="2585" y="7289"/>
                      </a:cubicBezTo>
                      <a:cubicBezTo>
                        <a:pt x="2564" y="7335"/>
                        <a:pt x="2543" y="7381"/>
                        <a:pt x="2521" y="7428"/>
                      </a:cubicBezTo>
                      <a:cubicBezTo>
                        <a:pt x="2488" y="7460"/>
                        <a:pt x="2456" y="7493"/>
                        <a:pt x="2423" y="7526"/>
                      </a:cubicBezTo>
                      <a:cubicBezTo>
                        <a:pt x="2285" y="7526"/>
                        <a:pt x="2148" y="7526"/>
                        <a:pt x="2006" y="7526"/>
                      </a:cubicBezTo>
                      <a:cubicBezTo>
                        <a:pt x="2006" y="8351"/>
                        <a:pt x="2006" y="9176"/>
                        <a:pt x="2006" y="10026"/>
                      </a:cubicBezTo>
                      <a:cubicBezTo>
                        <a:pt x="1381" y="10026"/>
                        <a:pt x="1381" y="10026"/>
                        <a:pt x="1186" y="9881"/>
                      </a:cubicBezTo>
                      <a:cubicBezTo>
                        <a:pt x="1108" y="9784"/>
                        <a:pt x="1108" y="9784"/>
                        <a:pt x="1035" y="9676"/>
                      </a:cubicBezTo>
                      <a:cubicBezTo>
                        <a:pt x="1009" y="9639"/>
                        <a:pt x="982" y="9602"/>
                        <a:pt x="955" y="9563"/>
                      </a:cubicBezTo>
                      <a:cubicBezTo>
                        <a:pt x="663" y="9108"/>
                        <a:pt x="664" y="8649"/>
                        <a:pt x="664" y="8123"/>
                      </a:cubicBezTo>
                      <a:cubicBezTo>
                        <a:pt x="661" y="8023"/>
                        <a:pt x="659" y="7922"/>
                        <a:pt x="656" y="7822"/>
                      </a:cubicBezTo>
                      <a:cubicBezTo>
                        <a:pt x="647" y="7533"/>
                        <a:pt x="643" y="7244"/>
                        <a:pt x="640" y="6955"/>
                      </a:cubicBezTo>
                      <a:cubicBezTo>
                        <a:pt x="635" y="6561"/>
                        <a:pt x="626" y="6166"/>
                        <a:pt x="615" y="5772"/>
                      </a:cubicBezTo>
                      <a:cubicBezTo>
                        <a:pt x="612" y="5626"/>
                        <a:pt x="611" y="5480"/>
                        <a:pt x="610" y="5334"/>
                      </a:cubicBezTo>
                      <a:cubicBezTo>
                        <a:pt x="599" y="4675"/>
                        <a:pt x="599" y="4675"/>
                        <a:pt x="452" y="4488"/>
                      </a:cubicBezTo>
                      <a:cubicBezTo>
                        <a:pt x="376" y="4428"/>
                        <a:pt x="300" y="4368"/>
                        <a:pt x="224" y="4309"/>
                      </a:cubicBezTo>
                      <a:cubicBezTo>
                        <a:pt x="0" y="4030"/>
                        <a:pt x="82" y="3580"/>
                        <a:pt x="90" y="3241"/>
                      </a:cubicBezTo>
                      <a:cubicBezTo>
                        <a:pt x="91" y="3148"/>
                        <a:pt x="91" y="3055"/>
                        <a:pt x="92" y="2962"/>
                      </a:cubicBezTo>
                      <a:cubicBezTo>
                        <a:pt x="94" y="2719"/>
                        <a:pt x="98" y="2476"/>
                        <a:pt x="102" y="2233"/>
                      </a:cubicBezTo>
                      <a:cubicBezTo>
                        <a:pt x="106" y="1984"/>
                        <a:pt x="108" y="1735"/>
                        <a:pt x="110" y="1487"/>
                      </a:cubicBezTo>
                      <a:cubicBezTo>
                        <a:pt x="115" y="1000"/>
                        <a:pt x="122" y="513"/>
                        <a:pt x="131" y="26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492" name="ICON_OUT_WAVE_GRAPHIC_path_013"/>
                <p:cNvSpPr/>
                <p:nvPr/>
              </p:nvSpPr>
              <p:spPr>
                <a:xfrm>
                  <a:off x="9166767" y="3929062"/>
                  <a:ext cx="160507" cy="1031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638" h="8125" fill="norm" stroke="0">
                      <a:moveTo>
                        <a:pt x="82" y="0"/>
                      </a:moveTo>
                      <a:cubicBezTo>
                        <a:pt x="289" y="0"/>
                        <a:pt x="495" y="0"/>
                        <a:pt x="707" y="0"/>
                      </a:cubicBezTo>
                      <a:cubicBezTo>
                        <a:pt x="707" y="825"/>
                        <a:pt x="707" y="1650"/>
                        <a:pt x="707" y="2500"/>
                      </a:cubicBezTo>
                      <a:cubicBezTo>
                        <a:pt x="914" y="2500"/>
                        <a:pt x="1120" y="2500"/>
                        <a:pt x="1332" y="2500"/>
                      </a:cubicBezTo>
                      <a:cubicBezTo>
                        <a:pt x="1332" y="2156"/>
                        <a:pt x="1332" y="1812"/>
                        <a:pt x="1332" y="1458"/>
                      </a:cubicBezTo>
                      <a:cubicBezTo>
                        <a:pt x="1501" y="1418"/>
                        <a:pt x="1670" y="1379"/>
                        <a:pt x="1840" y="1341"/>
                      </a:cubicBezTo>
                      <a:cubicBezTo>
                        <a:pt x="1888" y="1329"/>
                        <a:pt x="1936" y="1318"/>
                        <a:pt x="1985" y="1306"/>
                      </a:cubicBezTo>
                      <a:cubicBezTo>
                        <a:pt x="2032" y="1296"/>
                        <a:pt x="2078" y="1286"/>
                        <a:pt x="2126" y="1275"/>
                      </a:cubicBezTo>
                      <a:cubicBezTo>
                        <a:pt x="2168" y="1265"/>
                        <a:pt x="2211" y="1256"/>
                        <a:pt x="2255" y="1245"/>
                      </a:cubicBezTo>
                      <a:cubicBezTo>
                        <a:pt x="2374" y="1250"/>
                        <a:pt x="2374" y="1250"/>
                        <a:pt x="2492" y="1329"/>
                      </a:cubicBezTo>
                      <a:cubicBezTo>
                        <a:pt x="2625" y="1482"/>
                        <a:pt x="2609" y="1650"/>
                        <a:pt x="2603" y="1843"/>
                      </a:cubicBezTo>
                      <a:cubicBezTo>
                        <a:pt x="2602" y="1880"/>
                        <a:pt x="2602" y="1917"/>
                        <a:pt x="2602" y="1954"/>
                      </a:cubicBezTo>
                      <a:cubicBezTo>
                        <a:pt x="2601" y="2071"/>
                        <a:pt x="2598" y="2188"/>
                        <a:pt x="2595" y="2305"/>
                      </a:cubicBezTo>
                      <a:cubicBezTo>
                        <a:pt x="2594" y="2384"/>
                        <a:pt x="2593" y="2463"/>
                        <a:pt x="2593" y="2543"/>
                      </a:cubicBezTo>
                      <a:cubicBezTo>
                        <a:pt x="2590" y="2737"/>
                        <a:pt x="2587" y="2931"/>
                        <a:pt x="2582" y="3125"/>
                      </a:cubicBezTo>
                      <a:cubicBezTo>
                        <a:pt x="2789" y="3125"/>
                        <a:pt x="2995" y="3125"/>
                        <a:pt x="3207" y="3125"/>
                      </a:cubicBezTo>
                      <a:cubicBezTo>
                        <a:pt x="3207" y="2369"/>
                        <a:pt x="3207" y="1613"/>
                        <a:pt x="3207" y="833"/>
                      </a:cubicBezTo>
                      <a:cubicBezTo>
                        <a:pt x="3551" y="765"/>
                        <a:pt x="3895" y="696"/>
                        <a:pt x="4249" y="625"/>
                      </a:cubicBezTo>
                      <a:cubicBezTo>
                        <a:pt x="4457" y="833"/>
                        <a:pt x="4457" y="833"/>
                        <a:pt x="4482" y="969"/>
                      </a:cubicBezTo>
                      <a:cubicBezTo>
                        <a:pt x="4482" y="995"/>
                        <a:pt x="4482" y="995"/>
                        <a:pt x="4481" y="1125"/>
                      </a:cubicBezTo>
                      <a:cubicBezTo>
                        <a:pt x="4481" y="1153"/>
                        <a:pt x="4481" y="1182"/>
                        <a:pt x="4481" y="1211"/>
                      </a:cubicBezTo>
                      <a:cubicBezTo>
                        <a:pt x="4481" y="1305"/>
                        <a:pt x="4479" y="1398"/>
                        <a:pt x="4478" y="1492"/>
                      </a:cubicBezTo>
                      <a:cubicBezTo>
                        <a:pt x="4477" y="1557"/>
                        <a:pt x="4477" y="1622"/>
                        <a:pt x="4477" y="1687"/>
                      </a:cubicBezTo>
                      <a:cubicBezTo>
                        <a:pt x="4476" y="1858"/>
                        <a:pt x="4474" y="2029"/>
                        <a:pt x="4472" y="2200"/>
                      </a:cubicBezTo>
                      <a:cubicBezTo>
                        <a:pt x="4469" y="2374"/>
                        <a:pt x="4469" y="2549"/>
                        <a:pt x="4468" y="2723"/>
                      </a:cubicBezTo>
                      <a:cubicBezTo>
                        <a:pt x="4465" y="3066"/>
                        <a:pt x="4462" y="3408"/>
                        <a:pt x="4457" y="3750"/>
                      </a:cubicBezTo>
                      <a:cubicBezTo>
                        <a:pt x="4559" y="3755"/>
                        <a:pt x="4660" y="3758"/>
                        <a:pt x="4761" y="3760"/>
                      </a:cubicBezTo>
                      <a:cubicBezTo>
                        <a:pt x="4790" y="3762"/>
                        <a:pt x="4819" y="3763"/>
                        <a:pt x="4848" y="3765"/>
                      </a:cubicBezTo>
                      <a:cubicBezTo>
                        <a:pt x="4988" y="3767"/>
                        <a:pt x="5062" y="3768"/>
                        <a:pt x="5168" y="3672"/>
                      </a:cubicBezTo>
                      <a:cubicBezTo>
                        <a:pt x="5227" y="3570"/>
                        <a:pt x="5266" y="3470"/>
                        <a:pt x="5304" y="3359"/>
                      </a:cubicBezTo>
                      <a:cubicBezTo>
                        <a:pt x="5337" y="3282"/>
                        <a:pt x="5370" y="3205"/>
                        <a:pt x="5405" y="3128"/>
                      </a:cubicBezTo>
                      <a:cubicBezTo>
                        <a:pt x="5413" y="3110"/>
                        <a:pt x="5413" y="3110"/>
                        <a:pt x="5453" y="3016"/>
                      </a:cubicBezTo>
                      <a:cubicBezTo>
                        <a:pt x="5576" y="2749"/>
                        <a:pt x="5750" y="2565"/>
                        <a:pt x="6026" y="2456"/>
                      </a:cubicBezTo>
                      <a:cubicBezTo>
                        <a:pt x="6205" y="2394"/>
                        <a:pt x="6384" y="2331"/>
                        <a:pt x="6563" y="2270"/>
                      </a:cubicBezTo>
                      <a:cubicBezTo>
                        <a:pt x="6959" y="2118"/>
                        <a:pt x="7159" y="1896"/>
                        <a:pt x="7358" y="1525"/>
                      </a:cubicBezTo>
                      <a:cubicBezTo>
                        <a:pt x="7421" y="1418"/>
                        <a:pt x="7421" y="1418"/>
                        <a:pt x="7582" y="1250"/>
                      </a:cubicBezTo>
                      <a:cubicBezTo>
                        <a:pt x="7789" y="1250"/>
                        <a:pt x="7995" y="1250"/>
                        <a:pt x="8207" y="1250"/>
                      </a:cubicBezTo>
                      <a:cubicBezTo>
                        <a:pt x="8207" y="1663"/>
                        <a:pt x="8207" y="2075"/>
                        <a:pt x="8207" y="2500"/>
                      </a:cubicBezTo>
                      <a:cubicBezTo>
                        <a:pt x="8370" y="2498"/>
                        <a:pt x="8533" y="2495"/>
                        <a:pt x="8701" y="2493"/>
                      </a:cubicBezTo>
                      <a:cubicBezTo>
                        <a:pt x="8831" y="2491"/>
                        <a:pt x="8962" y="2490"/>
                        <a:pt x="9092" y="2489"/>
                      </a:cubicBezTo>
                      <a:cubicBezTo>
                        <a:pt x="9229" y="2488"/>
                        <a:pt x="9367" y="2487"/>
                        <a:pt x="9504" y="2484"/>
                      </a:cubicBezTo>
                      <a:cubicBezTo>
                        <a:pt x="9662" y="2482"/>
                        <a:pt x="9820" y="2481"/>
                        <a:pt x="9977" y="2480"/>
                      </a:cubicBezTo>
                      <a:cubicBezTo>
                        <a:pt x="10026" y="2479"/>
                        <a:pt x="10075" y="2478"/>
                        <a:pt x="10126" y="2476"/>
                      </a:cubicBezTo>
                      <a:cubicBezTo>
                        <a:pt x="10506" y="2476"/>
                        <a:pt x="10506" y="2476"/>
                        <a:pt x="10634" y="2590"/>
                      </a:cubicBezTo>
                      <a:cubicBezTo>
                        <a:pt x="10718" y="2726"/>
                        <a:pt x="10732" y="2798"/>
                        <a:pt x="10728" y="2956"/>
                      </a:cubicBezTo>
                      <a:cubicBezTo>
                        <a:pt x="10727" y="3003"/>
                        <a:pt x="10726" y="3049"/>
                        <a:pt x="10726" y="3097"/>
                      </a:cubicBezTo>
                      <a:cubicBezTo>
                        <a:pt x="10725" y="3121"/>
                        <a:pt x="10725" y="3121"/>
                        <a:pt x="10720" y="3242"/>
                      </a:cubicBezTo>
                      <a:cubicBezTo>
                        <a:pt x="10719" y="3291"/>
                        <a:pt x="10718" y="3340"/>
                        <a:pt x="10718" y="3390"/>
                      </a:cubicBezTo>
                      <a:cubicBezTo>
                        <a:pt x="10715" y="3510"/>
                        <a:pt x="10711" y="3630"/>
                        <a:pt x="10707" y="3750"/>
                      </a:cubicBezTo>
                      <a:cubicBezTo>
                        <a:pt x="10914" y="3750"/>
                        <a:pt x="11120" y="3750"/>
                        <a:pt x="11332" y="3750"/>
                      </a:cubicBezTo>
                      <a:cubicBezTo>
                        <a:pt x="11332" y="3200"/>
                        <a:pt x="11332" y="2650"/>
                        <a:pt x="11332" y="2083"/>
                      </a:cubicBezTo>
                      <a:cubicBezTo>
                        <a:pt x="11416" y="2064"/>
                        <a:pt x="11416" y="2064"/>
                        <a:pt x="11840" y="1966"/>
                      </a:cubicBezTo>
                      <a:cubicBezTo>
                        <a:pt x="11893" y="1953"/>
                        <a:pt x="11945" y="1941"/>
                        <a:pt x="11999" y="1928"/>
                      </a:cubicBezTo>
                      <a:cubicBezTo>
                        <a:pt x="12041" y="1919"/>
                        <a:pt x="12083" y="1910"/>
                        <a:pt x="12126" y="1900"/>
                      </a:cubicBezTo>
                      <a:cubicBezTo>
                        <a:pt x="12168" y="1890"/>
                        <a:pt x="12211" y="1881"/>
                        <a:pt x="12255" y="1870"/>
                      </a:cubicBezTo>
                      <a:cubicBezTo>
                        <a:pt x="12374" y="1875"/>
                        <a:pt x="12374" y="1875"/>
                        <a:pt x="12491" y="1949"/>
                      </a:cubicBezTo>
                      <a:cubicBezTo>
                        <a:pt x="12637" y="2118"/>
                        <a:pt x="12616" y="2333"/>
                        <a:pt x="12617" y="2545"/>
                      </a:cubicBezTo>
                      <a:cubicBezTo>
                        <a:pt x="12618" y="2567"/>
                        <a:pt x="12618" y="2567"/>
                        <a:pt x="12619" y="2681"/>
                      </a:cubicBezTo>
                      <a:cubicBezTo>
                        <a:pt x="12620" y="2776"/>
                        <a:pt x="12621" y="2871"/>
                        <a:pt x="12621" y="2966"/>
                      </a:cubicBezTo>
                      <a:cubicBezTo>
                        <a:pt x="12621" y="3111"/>
                        <a:pt x="12625" y="3255"/>
                        <a:pt x="12629" y="3400"/>
                      </a:cubicBezTo>
                      <a:cubicBezTo>
                        <a:pt x="12638" y="4121"/>
                        <a:pt x="12638" y="4121"/>
                        <a:pt x="12495" y="4306"/>
                      </a:cubicBezTo>
                      <a:cubicBezTo>
                        <a:pt x="12386" y="4407"/>
                        <a:pt x="12386" y="4407"/>
                        <a:pt x="12272" y="4493"/>
                      </a:cubicBezTo>
                      <a:cubicBezTo>
                        <a:pt x="12077" y="4658"/>
                        <a:pt x="12015" y="4895"/>
                        <a:pt x="11931" y="5130"/>
                      </a:cubicBezTo>
                      <a:cubicBezTo>
                        <a:pt x="11913" y="5178"/>
                        <a:pt x="11895" y="5226"/>
                        <a:pt x="11877" y="5275"/>
                      </a:cubicBezTo>
                      <a:cubicBezTo>
                        <a:pt x="11833" y="5391"/>
                        <a:pt x="11791" y="5508"/>
                        <a:pt x="11749" y="5625"/>
                      </a:cubicBezTo>
                      <a:cubicBezTo>
                        <a:pt x="11217" y="5568"/>
                        <a:pt x="10720" y="5512"/>
                        <a:pt x="10330" y="5117"/>
                      </a:cubicBezTo>
                      <a:cubicBezTo>
                        <a:pt x="10304" y="5092"/>
                        <a:pt x="10278" y="5066"/>
                        <a:pt x="10252" y="5040"/>
                      </a:cubicBezTo>
                      <a:cubicBezTo>
                        <a:pt x="10113" y="4884"/>
                        <a:pt x="10068" y="4773"/>
                        <a:pt x="10067" y="4563"/>
                      </a:cubicBezTo>
                      <a:cubicBezTo>
                        <a:pt x="10071" y="4500"/>
                        <a:pt x="10075" y="4438"/>
                        <a:pt x="10082" y="4375"/>
                      </a:cubicBezTo>
                      <a:cubicBezTo>
                        <a:pt x="10059" y="4394"/>
                        <a:pt x="10036" y="4413"/>
                        <a:pt x="10013" y="4432"/>
                      </a:cubicBezTo>
                      <a:cubicBezTo>
                        <a:pt x="9906" y="4519"/>
                        <a:pt x="9799" y="4603"/>
                        <a:pt x="9692" y="4688"/>
                      </a:cubicBezTo>
                      <a:cubicBezTo>
                        <a:pt x="9655" y="4717"/>
                        <a:pt x="9619" y="4747"/>
                        <a:pt x="9582" y="4778"/>
                      </a:cubicBezTo>
                      <a:cubicBezTo>
                        <a:pt x="9375" y="4939"/>
                        <a:pt x="9201" y="5058"/>
                        <a:pt x="8931" y="5035"/>
                      </a:cubicBezTo>
                      <a:cubicBezTo>
                        <a:pt x="8723" y="4961"/>
                        <a:pt x="8615" y="4785"/>
                        <a:pt x="8494" y="4609"/>
                      </a:cubicBezTo>
                      <a:cubicBezTo>
                        <a:pt x="8480" y="4591"/>
                        <a:pt x="8480" y="4591"/>
                        <a:pt x="8409" y="4500"/>
                      </a:cubicBezTo>
                      <a:cubicBezTo>
                        <a:pt x="8226" y="4247"/>
                        <a:pt x="8166" y="4061"/>
                        <a:pt x="8207" y="3750"/>
                      </a:cubicBezTo>
                      <a:cubicBezTo>
                        <a:pt x="7998" y="3700"/>
                        <a:pt x="7784" y="3655"/>
                        <a:pt x="7582" y="3750"/>
                      </a:cubicBezTo>
                      <a:cubicBezTo>
                        <a:pt x="7426" y="3925"/>
                        <a:pt x="7343" y="4146"/>
                        <a:pt x="7255" y="4360"/>
                      </a:cubicBezTo>
                      <a:cubicBezTo>
                        <a:pt x="7240" y="4397"/>
                        <a:pt x="7225" y="4433"/>
                        <a:pt x="7209" y="4471"/>
                      </a:cubicBezTo>
                      <a:cubicBezTo>
                        <a:pt x="7166" y="4583"/>
                        <a:pt x="7166" y="4583"/>
                        <a:pt x="7130" y="4704"/>
                      </a:cubicBezTo>
                      <a:cubicBezTo>
                        <a:pt x="7089" y="4819"/>
                        <a:pt x="7089" y="4819"/>
                        <a:pt x="6957" y="5000"/>
                      </a:cubicBezTo>
                      <a:cubicBezTo>
                        <a:pt x="6751" y="5000"/>
                        <a:pt x="6545" y="5000"/>
                        <a:pt x="6332" y="5000"/>
                      </a:cubicBezTo>
                      <a:cubicBezTo>
                        <a:pt x="6332" y="4587"/>
                        <a:pt x="6332" y="4175"/>
                        <a:pt x="6332" y="3750"/>
                      </a:cubicBezTo>
                      <a:cubicBezTo>
                        <a:pt x="6126" y="3750"/>
                        <a:pt x="5920" y="3750"/>
                        <a:pt x="5707" y="3750"/>
                      </a:cubicBezTo>
                      <a:cubicBezTo>
                        <a:pt x="5715" y="3823"/>
                        <a:pt x="5722" y="3896"/>
                        <a:pt x="5729" y="3971"/>
                      </a:cubicBezTo>
                      <a:cubicBezTo>
                        <a:pt x="5771" y="4563"/>
                        <a:pt x="5771" y="4563"/>
                        <a:pt x="5707" y="4792"/>
                      </a:cubicBezTo>
                      <a:cubicBezTo>
                        <a:pt x="5612" y="4869"/>
                        <a:pt x="5515" y="4874"/>
                        <a:pt x="5395" y="4883"/>
                      </a:cubicBezTo>
                      <a:cubicBezTo>
                        <a:pt x="5266" y="4894"/>
                        <a:pt x="5175" y="4905"/>
                        <a:pt x="5082" y="5000"/>
                      </a:cubicBezTo>
                      <a:cubicBezTo>
                        <a:pt x="4990" y="5401"/>
                        <a:pt x="5046" y="5844"/>
                        <a:pt x="5082" y="6250"/>
                      </a:cubicBezTo>
                      <a:cubicBezTo>
                        <a:pt x="4666" y="6042"/>
                        <a:pt x="4249" y="5833"/>
                        <a:pt x="3832" y="5625"/>
                      </a:cubicBezTo>
                      <a:cubicBezTo>
                        <a:pt x="3832" y="6381"/>
                        <a:pt x="3832" y="7137"/>
                        <a:pt x="3832" y="7917"/>
                      </a:cubicBezTo>
                      <a:cubicBezTo>
                        <a:pt x="3660" y="7951"/>
                        <a:pt x="3660" y="7951"/>
                        <a:pt x="2791" y="8125"/>
                      </a:cubicBezTo>
                      <a:cubicBezTo>
                        <a:pt x="2582" y="7917"/>
                        <a:pt x="2582" y="7917"/>
                        <a:pt x="2557" y="7826"/>
                      </a:cubicBezTo>
                      <a:cubicBezTo>
                        <a:pt x="2557" y="7811"/>
                        <a:pt x="2557" y="7811"/>
                        <a:pt x="2557" y="7733"/>
                      </a:cubicBezTo>
                      <a:cubicBezTo>
                        <a:pt x="2557" y="7698"/>
                        <a:pt x="2557" y="7663"/>
                        <a:pt x="2556" y="7626"/>
                      </a:cubicBezTo>
                      <a:cubicBezTo>
                        <a:pt x="2557" y="7588"/>
                        <a:pt x="2558" y="7550"/>
                        <a:pt x="2559" y="7511"/>
                      </a:cubicBezTo>
                      <a:cubicBezTo>
                        <a:pt x="2559" y="7470"/>
                        <a:pt x="2559" y="7429"/>
                        <a:pt x="2559" y="7387"/>
                      </a:cubicBezTo>
                      <a:cubicBezTo>
                        <a:pt x="2559" y="7253"/>
                        <a:pt x="2560" y="7119"/>
                        <a:pt x="2562" y="6985"/>
                      </a:cubicBezTo>
                      <a:cubicBezTo>
                        <a:pt x="2562" y="6892"/>
                        <a:pt x="2563" y="6799"/>
                        <a:pt x="2563" y="6705"/>
                      </a:cubicBezTo>
                      <a:cubicBezTo>
                        <a:pt x="2564" y="6461"/>
                        <a:pt x="2566" y="6216"/>
                        <a:pt x="2568" y="5971"/>
                      </a:cubicBezTo>
                      <a:cubicBezTo>
                        <a:pt x="2570" y="5721"/>
                        <a:pt x="2571" y="5471"/>
                        <a:pt x="2572" y="5221"/>
                      </a:cubicBezTo>
                      <a:cubicBezTo>
                        <a:pt x="2574" y="4731"/>
                        <a:pt x="2578" y="4240"/>
                        <a:pt x="2582" y="3750"/>
                      </a:cubicBezTo>
                      <a:cubicBezTo>
                        <a:pt x="2376" y="3750"/>
                        <a:pt x="2170" y="3750"/>
                        <a:pt x="1957" y="3750"/>
                      </a:cubicBezTo>
                      <a:cubicBezTo>
                        <a:pt x="1962" y="3820"/>
                        <a:pt x="1967" y="3891"/>
                        <a:pt x="1972" y="3963"/>
                      </a:cubicBezTo>
                      <a:cubicBezTo>
                        <a:pt x="2008" y="4717"/>
                        <a:pt x="2008" y="4717"/>
                        <a:pt x="1872" y="4917"/>
                      </a:cubicBezTo>
                      <a:cubicBezTo>
                        <a:pt x="1798" y="4973"/>
                        <a:pt x="1723" y="5029"/>
                        <a:pt x="1647" y="5083"/>
                      </a:cubicBezTo>
                      <a:cubicBezTo>
                        <a:pt x="1377" y="5334"/>
                        <a:pt x="1381" y="5904"/>
                        <a:pt x="1332" y="6250"/>
                      </a:cubicBezTo>
                      <a:cubicBezTo>
                        <a:pt x="1116" y="6305"/>
                        <a:pt x="922" y="6326"/>
                        <a:pt x="707" y="6250"/>
                      </a:cubicBezTo>
                      <a:cubicBezTo>
                        <a:pt x="397" y="6026"/>
                        <a:pt x="139" y="5646"/>
                        <a:pt x="48" y="5277"/>
                      </a:cubicBezTo>
                      <a:cubicBezTo>
                        <a:pt x="0" y="4932"/>
                        <a:pt x="8" y="4586"/>
                        <a:pt x="19" y="4238"/>
                      </a:cubicBezTo>
                      <a:cubicBezTo>
                        <a:pt x="23" y="4089"/>
                        <a:pt x="23" y="3939"/>
                        <a:pt x="24" y="3790"/>
                      </a:cubicBezTo>
                      <a:cubicBezTo>
                        <a:pt x="26" y="3508"/>
                        <a:pt x="31" y="3226"/>
                        <a:pt x="37" y="2944"/>
                      </a:cubicBezTo>
                      <a:cubicBezTo>
                        <a:pt x="44" y="2623"/>
                        <a:pt x="48" y="2301"/>
                        <a:pt x="51" y="1980"/>
                      </a:cubicBezTo>
                      <a:cubicBezTo>
                        <a:pt x="57" y="1320"/>
                        <a:pt x="68" y="660"/>
                        <a:pt x="82" y="0"/>
                      </a:cubicBezTo>
                      <a:close/>
                    </a:path>
                  </a:pathLst>
                </a:custGeom>
                <a:solidFill>
                  <a:srgbClr val="61AEAC"/>
                </a:solidFill>
                <a:ln w="2646" cap="flat">
                  <a:noFill/>
                </a:ln>
              </p:spPr>
            </p:sp>
            <p:sp>
              <p:nvSpPr>
                <p:cNvPr id="3493" name="ICON_OUT_WAVE_GRAPHIC_path_014"/>
                <p:cNvSpPr/>
                <p:nvPr/>
              </p:nvSpPr>
              <p:spPr>
                <a:xfrm>
                  <a:off x="9507903" y="3421062"/>
                  <a:ext cx="178911" cy="1202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088" h="9465" fill="norm" stroke="0">
                      <a:moveTo>
                        <a:pt x="1971" y="0"/>
                      </a:moveTo>
                      <a:cubicBezTo>
                        <a:pt x="2178" y="0"/>
                        <a:pt x="2384" y="0"/>
                        <a:pt x="2596" y="0"/>
                      </a:cubicBezTo>
                      <a:cubicBezTo>
                        <a:pt x="2596" y="1650"/>
                        <a:pt x="2596" y="3300"/>
                        <a:pt x="2596" y="5000"/>
                      </a:cubicBezTo>
                      <a:cubicBezTo>
                        <a:pt x="2803" y="5000"/>
                        <a:pt x="3009" y="5000"/>
                        <a:pt x="3221" y="5000"/>
                      </a:cubicBezTo>
                      <a:cubicBezTo>
                        <a:pt x="3220" y="4977"/>
                        <a:pt x="3220" y="4977"/>
                        <a:pt x="3211" y="4860"/>
                      </a:cubicBezTo>
                      <a:cubicBezTo>
                        <a:pt x="3108" y="3268"/>
                        <a:pt x="3108" y="3268"/>
                        <a:pt x="3579" y="2714"/>
                      </a:cubicBezTo>
                      <a:cubicBezTo>
                        <a:pt x="3741" y="2552"/>
                        <a:pt x="3883" y="2461"/>
                        <a:pt x="4114" y="2445"/>
                      </a:cubicBezTo>
                      <a:cubicBezTo>
                        <a:pt x="4239" y="2449"/>
                        <a:pt x="4350" y="2469"/>
                        <a:pt x="4471" y="2500"/>
                      </a:cubicBezTo>
                      <a:cubicBezTo>
                        <a:pt x="4518" y="3106"/>
                        <a:pt x="4545" y="3581"/>
                        <a:pt x="4146" y="4067"/>
                      </a:cubicBezTo>
                      <a:cubicBezTo>
                        <a:pt x="4116" y="4100"/>
                        <a:pt x="4086" y="4133"/>
                        <a:pt x="4055" y="4167"/>
                      </a:cubicBezTo>
                      <a:cubicBezTo>
                        <a:pt x="4160" y="4145"/>
                        <a:pt x="4266" y="4124"/>
                        <a:pt x="4372" y="4103"/>
                      </a:cubicBezTo>
                      <a:cubicBezTo>
                        <a:pt x="4465" y="4085"/>
                        <a:pt x="4558" y="4066"/>
                        <a:pt x="4651" y="4048"/>
                      </a:cubicBezTo>
                      <a:cubicBezTo>
                        <a:pt x="4898" y="3999"/>
                        <a:pt x="5144" y="3948"/>
                        <a:pt x="5390" y="3891"/>
                      </a:cubicBezTo>
                      <a:cubicBezTo>
                        <a:pt x="5437" y="3880"/>
                        <a:pt x="5484" y="3870"/>
                        <a:pt x="5532" y="3859"/>
                      </a:cubicBezTo>
                      <a:cubicBezTo>
                        <a:pt x="5622" y="3839"/>
                        <a:pt x="5712" y="3817"/>
                        <a:pt x="5802" y="3795"/>
                      </a:cubicBezTo>
                      <a:cubicBezTo>
                        <a:pt x="6098" y="3730"/>
                        <a:pt x="6098" y="3730"/>
                        <a:pt x="6271" y="3816"/>
                      </a:cubicBezTo>
                      <a:cubicBezTo>
                        <a:pt x="6411" y="4004"/>
                        <a:pt x="6367" y="4271"/>
                        <a:pt x="6359" y="4492"/>
                      </a:cubicBezTo>
                      <a:cubicBezTo>
                        <a:pt x="6358" y="4541"/>
                        <a:pt x="6357" y="4590"/>
                        <a:pt x="6356" y="4640"/>
                      </a:cubicBezTo>
                      <a:cubicBezTo>
                        <a:pt x="6354" y="4760"/>
                        <a:pt x="6350" y="4880"/>
                        <a:pt x="6346" y="5000"/>
                      </a:cubicBezTo>
                      <a:cubicBezTo>
                        <a:pt x="6553" y="5000"/>
                        <a:pt x="6759" y="5000"/>
                        <a:pt x="6971" y="5000"/>
                      </a:cubicBezTo>
                      <a:cubicBezTo>
                        <a:pt x="6971" y="4381"/>
                        <a:pt x="6971" y="3762"/>
                        <a:pt x="6971" y="3125"/>
                      </a:cubicBezTo>
                      <a:cubicBezTo>
                        <a:pt x="7596" y="3125"/>
                        <a:pt x="7596" y="3125"/>
                        <a:pt x="7787" y="3256"/>
                      </a:cubicBezTo>
                      <a:cubicBezTo>
                        <a:pt x="7863" y="3347"/>
                        <a:pt x="7863" y="3347"/>
                        <a:pt x="7935" y="3450"/>
                      </a:cubicBezTo>
                      <a:cubicBezTo>
                        <a:pt x="7961" y="3486"/>
                        <a:pt x="7987" y="3522"/>
                        <a:pt x="8015" y="3560"/>
                      </a:cubicBezTo>
                      <a:cubicBezTo>
                        <a:pt x="8279" y="3968"/>
                        <a:pt x="8308" y="4405"/>
                        <a:pt x="8359" y="4879"/>
                      </a:cubicBezTo>
                      <a:cubicBezTo>
                        <a:pt x="8412" y="5359"/>
                        <a:pt x="8476" y="5899"/>
                        <a:pt x="8846" y="6250"/>
                      </a:cubicBezTo>
                      <a:cubicBezTo>
                        <a:pt x="8975" y="6332"/>
                        <a:pt x="9088" y="6360"/>
                        <a:pt x="9240" y="6348"/>
                      </a:cubicBezTo>
                      <a:cubicBezTo>
                        <a:pt x="9439" y="6300"/>
                        <a:pt x="9545" y="6194"/>
                        <a:pt x="9653" y="6024"/>
                      </a:cubicBezTo>
                      <a:cubicBezTo>
                        <a:pt x="9823" y="5704"/>
                        <a:pt x="9898" y="5402"/>
                        <a:pt x="9923" y="5044"/>
                      </a:cubicBezTo>
                      <a:cubicBezTo>
                        <a:pt x="9984" y="4213"/>
                        <a:pt x="9984" y="4213"/>
                        <a:pt x="10096" y="3958"/>
                      </a:cubicBezTo>
                      <a:cubicBezTo>
                        <a:pt x="10352" y="3745"/>
                        <a:pt x="10703" y="3714"/>
                        <a:pt x="11026" y="3731"/>
                      </a:cubicBezTo>
                      <a:cubicBezTo>
                        <a:pt x="11138" y="3750"/>
                        <a:pt x="11138" y="3750"/>
                        <a:pt x="11274" y="3821"/>
                      </a:cubicBezTo>
                      <a:cubicBezTo>
                        <a:pt x="11389" y="4039"/>
                        <a:pt x="11368" y="4250"/>
                        <a:pt x="11359" y="4492"/>
                      </a:cubicBezTo>
                      <a:cubicBezTo>
                        <a:pt x="11358" y="4541"/>
                        <a:pt x="11357" y="4590"/>
                        <a:pt x="11356" y="4640"/>
                      </a:cubicBezTo>
                      <a:cubicBezTo>
                        <a:pt x="11354" y="4760"/>
                        <a:pt x="11351" y="4880"/>
                        <a:pt x="11346" y="5000"/>
                      </a:cubicBezTo>
                      <a:cubicBezTo>
                        <a:pt x="11369" y="4981"/>
                        <a:pt x="11392" y="4962"/>
                        <a:pt x="11416" y="4943"/>
                      </a:cubicBezTo>
                      <a:cubicBezTo>
                        <a:pt x="11522" y="4856"/>
                        <a:pt x="11630" y="4772"/>
                        <a:pt x="11737" y="4688"/>
                      </a:cubicBezTo>
                      <a:cubicBezTo>
                        <a:pt x="11773" y="4658"/>
                        <a:pt x="11809" y="4628"/>
                        <a:pt x="11847" y="4597"/>
                      </a:cubicBezTo>
                      <a:cubicBezTo>
                        <a:pt x="12055" y="4435"/>
                        <a:pt x="12227" y="4318"/>
                        <a:pt x="12499" y="4342"/>
                      </a:cubicBezTo>
                      <a:cubicBezTo>
                        <a:pt x="12700" y="4410"/>
                        <a:pt x="12804" y="4571"/>
                        <a:pt x="12922" y="4740"/>
                      </a:cubicBezTo>
                      <a:cubicBezTo>
                        <a:pt x="12949" y="4777"/>
                        <a:pt x="12976" y="4814"/>
                        <a:pt x="13004" y="4852"/>
                      </a:cubicBezTo>
                      <a:cubicBezTo>
                        <a:pt x="13209" y="5148"/>
                        <a:pt x="13295" y="5423"/>
                        <a:pt x="13358" y="5773"/>
                      </a:cubicBezTo>
                      <a:cubicBezTo>
                        <a:pt x="13409" y="6027"/>
                        <a:pt x="13409" y="6027"/>
                        <a:pt x="13526" y="6111"/>
                      </a:cubicBezTo>
                      <a:cubicBezTo>
                        <a:pt x="13600" y="6134"/>
                        <a:pt x="13673" y="6157"/>
                        <a:pt x="13746" y="6179"/>
                      </a:cubicBezTo>
                      <a:cubicBezTo>
                        <a:pt x="13911" y="6296"/>
                        <a:pt x="13940" y="6464"/>
                        <a:pt x="13990" y="6654"/>
                      </a:cubicBezTo>
                      <a:cubicBezTo>
                        <a:pt x="14000" y="6689"/>
                        <a:pt x="14010" y="6725"/>
                        <a:pt x="14020" y="6761"/>
                      </a:cubicBezTo>
                      <a:cubicBezTo>
                        <a:pt x="14088" y="7061"/>
                        <a:pt x="14007" y="7245"/>
                        <a:pt x="13846" y="7500"/>
                      </a:cubicBezTo>
                      <a:cubicBezTo>
                        <a:pt x="13563" y="7372"/>
                        <a:pt x="13285" y="7234"/>
                        <a:pt x="13013" y="7083"/>
                      </a:cubicBezTo>
                      <a:cubicBezTo>
                        <a:pt x="12986" y="7069"/>
                        <a:pt x="12960" y="7054"/>
                        <a:pt x="12933" y="7040"/>
                      </a:cubicBezTo>
                      <a:cubicBezTo>
                        <a:pt x="12774" y="6946"/>
                        <a:pt x="12654" y="6843"/>
                        <a:pt x="12596" y="6667"/>
                      </a:cubicBezTo>
                      <a:cubicBezTo>
                        <a:pt x="12550" y="6321"/>
                        <a:pt x="12570" y="5972"/>
                        <a:pt x="12596" y="5625"/>
                      </a:cubicBezTo>
                      <a:cubicBezTo>
                        <a:pt x="12388" y="5575"/>
                        <a:pt x="12172" y="5529"/>
                        <a:pt x="11971" y="5625"/>
                      </a:cubicBezTo>
                      <a:cubicBezTo>
                        <a:pt x="11871" y="5743"/>
                        <a:pt x="11812" y="5874"/>
                        <a:pt x="11750" y="6016"/>
                      </a:cubicBezTo>
                      <a:cubicBezTo>
                        <a:pt x="11733" y="6054"/>
                        <a:pt x="11716" y="6092"/>
                        <a:pt x="11699" y="6132"/>
                      </a:cubicBezTo>
                      <a:cubicBezTo>
                        <a:pt x="11666" y="6207"/>
                        <a:pt x="11633" y="6283"/>
                        <a:pt x="11601" y="6359"/>
                      </a:cubicBezTo>
                      <a:cubicBezTo>
                        <a:pt x="11364" y="6871"/>
                        <a:pt x="10849" y="7015"/>
                        <a:pt x="10355" y="7204"/>
                      </a:cubicBezTo>
                      <a:cubicBezTo>
                        <a:pt x="10200" y="7260"/>
                        <a:pt x="10053" y="7304"/>
                        <a:pt x="9890" y="7327"/>
                      </a:cubicBezTo>
                      <a:cubicBezTo>
                        <a:pt x="9600" y="7374"/>
                        <a:pt x="9600" y="7374"/>
                        <a:pt x="9471" y="7500"/>
                      </a:cubicBezTo>
                      <a:cubicBezTo>
                        <a:pt x="9394" y="7840"/>
                        <a:pt x="9434" y="8199"/>
                        <a:pt x="9471" y="8542"/>
                      </a:cubicBezTo>
                      <a:cubicBezTo>
                        <a:pt x="9302" y="8583"/>
                        <a:pt x="9133" y="8621"/>
                        <a:pt x="8963" y="8659"/>
                      </a:cubicBezTo>
                      <a:cubicBezTo>
                        <a:pt x="8915" y="8671"/>
                        <a:pt x="8868" y="8682"/>
                        <a:pt x="8818" y="8694"/>
                      </a:cubicBezTo>
                      <a:cubicBezTo>
                        <a:pt x="8772" y="8704"/>
                        <a:pt x="8726" y="8714"/>
                        <a:pt x="8678" y="8725"/>
                      </a:cubicBezTo>
                      <a:cubicBezTo>
                        <a:pt x="8635" y="8735"/>
                        <a:pt x="8593" y="8744"/>
                        <a:pt x="8549" y="8755"/>
                      </a:cubicBezTo>
                      <a:cubicBezTo>
                        <a:pt x="8430" y="8750"/>
                        <a:pt x="8430" y="8750"/>
                        <a:pt x="8314" y="8677"/>
                      </a:cubicBezTo>
                      <a:cubicBezTo>
                        <a:pt x="8166" y="8506"/>
                        <a:pt x="8172" y="8281"/>
                        <a:pt x="8155" y="8066"/>
                      </a:cubicBezTo>
                      <a:cubicBezTo>
                        <a:pt x="8151" y="8020"/>
                        <a:pt x="8147" y="7974"/>
                        <a:pt x="8142" y="7926"/>
                      </a:cubicBezTo>
                      <a:cubicBezTo>
                        <a:pt x="8129" y="7780"/>
                        <a:pt x="8116" y="7634"/>
                        <a:pt x="8104" y="7487"/>
                      </a:cubicBezTo>
                      <a:cubicBezTo>
                        <a:pt x="8095" y="7387"/>
                        <a:pt x="8086" y="7288"/>
                        <a:pt x="8077" y="7189"/>
                      </a:cubicBezTo>
                      <a:cubicBezTo>
                        <a:pt x="8055" y="6945"/>
                        <a:pt x="8033" y="6702"/>
                        <a:pt x="8013" y="6458"/>
                      </a:cubicBezTo>
                      <a:cubicBezTo>
                        <a:pt x="7738" y="6458"/>
                        <a:pt x="7463" y="6458"/>
                        <a:pt x="7180" y="6458"/>
                      </a:cubicBezTo>
                      <a:cubicBezTo>
                        <a:pt x="7111" y="6802"/>
                        <a:pt x="7042" y="7146"/>
                        <a:pt x="6971" y="7500"/>
                      </a:cubicBezTo>
                      <a:cubicBezTo>
                        <a:pt x="6765" y="7500"/>
                        <a:pt x="6559" y="7500"/>
                        <a:pt x="6346" y="7500"/>
                      </a:cubicBezTo>
                      <a:cubicBezTo>
                        <a:pt x="6312" y="7328"/>
                        <a:pt x="6312" y="7328"/>
                        <a:pt x="6138" y="6458"/>
                      </a:cubicBezTo>
                      <a:cubicBezTo>
                        <a:pt x="5970" y="6488"/>
                        <a:pt x="5803" y="6519"/>
                        <a:pt x="5630" y="6550"/>
                      </a:cubicBezTo>
                      <a:cubicBezTo>
                        <a:pt x="5578" y="6559"/>
                        <a:pt x="5525" y="6567"/>
                        <a:pt x="5471" y="6577"/>
                      </a:cubicBezTo>
                      <a:cubicBezTo>
                        <a:pt x="5450" y="6581"/>
                        <a:pt x="5450" y="6581"/>
                        <a:pt x="5344" y="6601"/>
                      </a:cubicBezTo>
                      <a:cubicBezTo>
                        <a:pt x="5302" y="6608"/>
                        <a:pt x="5259" y="6616"/>
                        <a:pt x="5216" y="6624"/>
                      </a:cubicBezTo>
                      <a:cubicBezTo>
                        <a:pt x="5096" y="6667"/>
                        <a:pt x="5096" y="6667"/>
                        <a:pt x="5001" y="6774"/>
                      </a:cubicBezTo>
                      <a:cubicBezTo>
                        <a:pt x="4839" y="6919"/>
                        <a:pt x="4713" y="6902"/>
                        <a:pt x="4503" y="6895"/>
                      </a:cubicBezTo>
                      <a:cubicBezTo>
                        <a:pt x="4485" y="6895"/>
                        <a:pt x="4485" y="6895"/>
                        <a:pt x="4392" y="6894"/>
                      </a:cubicBezTo>
                      <a:cubicBezTo>
                        <a:pt x="4275" y="6893"/>
                        <a:pt x="4158" y="6891"/>
                        <a:pt x="4042" y="6888"/>
                      </a:cubicBezTo>
                      <a:cubicBezTo>
                        <a:pt x="3962" y="6887"/>
                        <a:pt x="3883" y="6886"/>
                        <a:pt x="3804" y="6885"/>
                      </a:cubicBezTo>
                      <a:cubicBezTo>
                        <a:pt x="3609" y="6883"/>
                        <a:pt x="3415" y="6879"/>
                        <a:pt x="3221" y="6875"/>
                      </a:cubicBezTo>
                      <a:cubicBezTo>
                        <a:pt x="3221" y="6462"/>
                        <a:pt x="3221" y="6050"/>
                        <a:pt x="3221" y="5625"/>
                      </a:cubicBezTo>
                      <a:cubicBezTo>
                        <a:pt x="2273" y="6160"/>
                        <a:pt x="2273" y="6160"/>
                        <a:pt x="2145" y="6568"/>
                      </a:cubicBezTo>
                      <a:cubicBezTo>
                        <a:pt x="2063" y="6963"/>
                        <a:pt x="2049" y="7368"/>
                        <a:pt x="2047" y="7770"/>
                      </a:cubicBezTo>
                      <a:cubicBezTo>
                        <a:pt x="2038" y="8361"/>
                        <a:pt x="1929" y="8776"/>
                        <a:pt x="1523" y="9224"/>
                      </a:cubicBezTo>
                      <a:cubicBezTo>
                        <a:pt x="1367" y="9372"/>
                        <a:pt x="1228" y="9458"/>
                        <a:pt x="1009" y="9465"/>
                      </a:cubicBezTo>
                      <a:cubicBezTo>
                        <a:pt x="888" y="9456"/>
                        <a:pt x="835" y="9433"/>
                        <a:pt x="721" y="9375"/>
                      </a:cubicBezTo>
                      <a:cubicBezTo>
                        <a:pt x="585" y="9186"/>
                        <a:pt x="539" y="8987"/>
                        <a:pt x="487" y="8763"/>
                      </a:cubicBezTo>
                      <a:cubicBezTo>
                        <a:pt x="464" y="8676"/>
                        <a:pt x="441" y="8589"/>
                        <a:pt x="417" y="8502"/>
                      </a:cubicBezTo>
                      <a:cubicBezTo>
                        <a:pt x="402" y="8448"/>
                        <a:pt x="388" y="8394"/>
                        <a:pt x="376" y="8339"/>
                      </a:cubicBezTo>
                      <a:cubicBezTo>
                        <a:pt x="326" y="8143"/>
                        <a:pt x="237" y="8056"/>
                        <a:pt x="96" y="7917"/>
                      </a:cubicBezTo>
                      <a:cubicBezTo>
                        <a:pt x="0" y="7603"/>
                        <a:pt x="12" y="7190"/>
                        <a:pt x="96" y="6875"/>
                      </a:cubicBezTo>
                      <a:cubicBezTo>
                        <a:pt x="183" y="6750"/>
                        <a:pt x="288" y="6666"/>
                        <a:pt x="409" y="6575"/>
                      </a:cubicBezTo>
                      <a:cubicBezTo>
                        <a:pt x="591" y="6438"/>
                        <a:pt x="705" y="6333"/>
                        <a:pt x="751" y="6102"/>
                      </a:cubicBezTo>
                      <a:cubicBezTo>
                        <a:pt x="785" y="5736"/>
                        <a:pt x="753" y="5365"/>
                        <a:pt x="721" y="5000"/>
                      </a:cubicBezTo>
                      <a:cubicBezTo>
                        <a:pt x="928" y="5000"/>
                        <a:pt x="1134" y="5000"/>
                        <a:pt x="1346" y="5000"/>
                      </a:cubicBezTo>
                      <a:cubicBezTo>
                        <a:pt x="1344" y="4933"/>
                        <a:pt x="1342" y="4866"/>
                        <a:pt x="1340" y="4796"/>
                      </a:cubicBezTo>
                      <a:cubicBezTo>
                        <a:pt x="1333" y="4572"/>
                        <a:pt x="1328" y="4349"/>
                        <a:pt x="1325" y="4125"/>
                      </a:cubicBezTo>
                      <a:cubicBezTo>
                        <a:pt x="1323" y="3990"/>
                        <a:pt x="1320" y="3854"/>
                        <a:pt x="1315" y="3719"/>
                      </a:cubicBezTo>
                      <a:cubicBezTo>
                        <a:pt x="1309" y="3563"/>
                        <a:pt x="1307" y="3407"/>
                        <a:pt x="1306" y="3250"/>
                      </a:cubicBezTo>
                      <a:cubicBezTo>
                        <a:pt x="1303" y="3202"/>
                        <a:pt x="1301" y="3154"/>
                        <a:pt x="1299" y="3105"/>
                      </a:cubicBezTo>
                      <a:cubicBezTo>
                        <a:pt x="1299" y="2897"/>
                        <a:pt x="1300" y="2762"/>
                        <a:pt x="1439" y="2601"/>
                      </a:cubicBezTo>
                      <a:cubicBezTo>
                        <a:pt x="1514" y="2534"/>
                        <a:pt x="1590" y="2466"/>
                        <a:pt x="1666" y="2399"/>
                      </a:cubicBezTo>
                      <a:cubicBezTo>
                        <a:pt x="1838" y="2208"/>
                        <a:pt x="1837" y="1997"/>
                        <a:pt x="1849" y="1750"/>
                      </a:cubicBezTo>
                      <a:cubicBezTo>
                        <a:pt x="1853" y="1699"/>
                        <a:pt x="1857" y="1649"/>
                        <a:pt x="1861" y="1597"/>
                      </a:cubicBezTo>
                      <a:cubicBezTo>
                        <a:pt x="1872" y="1465"/>
                        <a:pt x="1880" y="1333"/>
                        <a:pt x="1888" y="1201"/>
                      </a:cubicBezTo>
                      <a:cubicBezTo>
                        <a:pt x="1896" y="1065"/>
                        <a:pt x="1907" y="930"/>
                        <a:pt x="1918" y="794"/>
                      </a:cubicBezTo>
                      <a:cubicBezTo>
                        <a:pt x="1938" y="530"/>
                        <a:pt x="1955" y="265"/>
                        <a:pt x="1971" y="0"/>
                      </a:cubicBezTo>
                      <a:close/>
                    </a:path>
                  </a:pathLst>
                </a:custGeom>
                <a:solidFill>
                  <a:srgbClr val="A289D4"/>
                </a:solidFill>
                <a:ln w="2646" cap="flat">
                  <a:noFill/>
                </a:ln>
              </p:spPr>
            </p:sp>
            <p:sp>
              <p:nvSpPr>
                <p:cNvPr id="3494" name="ICON_OUT_WAVE_GRAPHIC_path_015"/>
                <p:cNvSpPr/>
                <p:nvPr/>
              </p:nvSpPr>
              <p:spPr>
                <a:xfrm>
                  <a:off x="9381800" y="3754438"/>
                  <a:ext cx="159417" cy="960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53" h="7560" fill="norm" stroke="0">
                      <a:moveTo>
                        <a:pt x="11276" y="0"/>
                      </a:moveTo>
                      <a:cubicBezTo>
                        <a:pt x="11901" y="0"/>
                        <a:pt x="11901" y="0"/>
                        <a:pt x="12106" y="146"/>
                      </a:cubicBezTo>
                      <a:cubicBezTo>
                        <a:pt x="12189" y="244"/>
                        <a:pt x="12189" y="244"/>
                        <a:pt x="12265" y="352"/>
                      </a:cubicBezTo>
                      <a:cubicBezTo>
                        <a:pt x="12292" y="388"/>
                        <a:pt x="12319" y="425"/>
                        <a:pt x="12347" y="462"/>
                      </a:cubicBezTo>
                      <a:cubicBezTo>
                        <a:pt x="12549" y="780"/>
                        <a:pt x="12553" y="1031"/>
                        <a:pt x="12474" y="1393"/>
                      </a:cubicBezTo>
                      <a:cubicBezTo>
                        <a:pt x="12371" y="1829"/>
                        <a:pt x="12371" y="1829"/>
                        <a:pt x="12211" y="1967"/>
                      </a:cubicBezTo>
                      <a:cubicBezTo>
                        <a:pt x="12086" y="2110"/>
                        <a:pt x="12081" y="2209"/>
                        <a:pt x="12086" y="2390"/>
                      </a:cubicBezTo>
                      <a:cubicBezTo>
                        <a:pt x="12086" y="2452"/>
                        <a:pt x="12086" y="2515"/>
                        <a:pt x="12085" y="2578"/>
                      </a:cubicBezTo>
                      <a:cubicBezTo>
                        <a:pt x="12086" y="2594"/>
                        <a:pt x="12086" y="2594"/>
                        <a:pt x="12086" y="2678"/>
                      </a:cubicBezTo>
                      <a:cubicBezTo>
                        <a:pt x="12087" y="2857"/>
                        <a:pt x="12084" y="3035"/>
                        <a:pt x="12080" y="3213"/>
                      </a:cubicBezTo>
                      <a:cubicBezTo>
                        <a:pt x="12079" y="3251"/>
                        <a:pt x="12079" y="3288"/>
                        <a:pt x="12078" y="3326"/>
                      </a:cubicBezTo>
                      <a:cubicBezTo>
                        <a:pt x="12032" y="5585"/>
                        <a:pt x="12032" y="5585"/>
                        <a:pt x="11302" y="6354"/>
                      </a:cubicBezTo>
                      <a:cubicBezTo>
                        <a:pt x="11275" y="6383"/>
                        <a:pt x="11248" y="6412"/>
                        <a:pt x="11220" y="6442"/>
                      </a:cubicBezTo>
                      <a:cubicBezTo>
                        <a:pt x="10964" y="6708"/>
                        <a:pt x="10692" y="6922"/>
                        <a:pt x="10311" y="6942"/>
                      </a:cubicBezTo>
                      <a:cubicBezTo>
                        <a:pt x="10156" y="6928"/>
                        <a:pt x="10156" y="6928"/>
                        <a:pt x="10026" y="6875"/>
                      </a:cubicBezTo>
                      <a:cubicBezTo>
                        <a:pt x="9910" y="6729"/>
                        <a:pt x="9866" y="6578"/>
                        <a:pt x="9824" y="6400"/>
                      </a:cubicBezTo>
                      <a:cubicBezTo>
                        <a:pt x="9804" y="6314"/>
                        <a:pt x="9780" y="6230"/>
                        <a:pt x="9755" y="6145"/>
                      </a:cubicBezTo>
                      <a:cubicBezTo>
                        <a:pt x="9704" y="5973"/>
                        <a:pt x="9656" y="5799"/>
                        <a:pt x="9609" y="5625"/>
                      </a:cubicBezTo>
                      <a:cubicBezTo>
                        <a:pt x="9353" y="4688"/>
                        <a:pt x="9353" y="4688"/>
                        <a:pt x="9099" y="4523"/>
                      </a:cubicBezTo>
                      <a:cubicBezTo>
                        <a:pt x="8876" y="4436"/>
                        <a:pt x="8673" y="4436"/>
                        <a:pt x="8449" y="4523"/>
                      </a:cubicBezTo>
                      <a:cubicBezTo>
                        <a:pt x="8237" y="4665"/>
                        <a:pt x="8193" y="4931"/>
                        <a:pt x="8121" y="5164"/>
                      </a:cubicBezTo>
                      <a:cubicBezTo>
                        <a:pt x="7984" y="5577"/>
                        <a:pt x="7778" y="5894"/>
                        <a:pt x="7503" y="6230"/>
                      </a:cubicBezTo>
                      <a:cubicBezTo>
                        <a:pt x="7458" y="6286"/>
                        <a:pt x="7413" y="6343"/>
                        <a:pt x="7369" y="6400"/>
                      </a:cubicBezTo>
                      <a:cubicBezTo>
                        <a:pt x="7029" y="6839"/>
                        <a:pt x="7029" y="6839"/>
                        <a:pt x="6816" y="6899"/>
                      </a:cubicBezTo>
                      <a:cubicBezTo>
                        <a:pt x="6632" y="6921"/>
                        <a:pt x="6458" y="6905"/>
                        <a:pt x="6276" y="6875"/>
                      </a:cubicBezTo>
                      <a:cubicBezTo>
                        <a:pt x="6275" y="6862"/>
                        <a:pt x="6275" y="6862"/>
                        <a:pt x="6270" y="6794"/>
                      </a:cubicBezTo>
                      <a:cubicBezTo>
                        <a:pt x="6254" y="6536"/>
                        <a:pt x="6236" y="6279"/>
                        <a:pt x="6216" y="6022"/>
                      </a:cubicBezTo>
                      <a:cubicBezTo>
                        <a:pt x="6205" y="5890"/>
                        <a:pt x="6196" y="5757"/>
                        <a:pt x="6188" y="5625"/>
                      </a:cubicBezTo>
                      <a:cubicBezTo>
                        <a:pt x="6154" y="5093"/>
                        <a:pt x="6110" y="4583"/>
                        <a:pt x="5890" y="4092"/>
                      </a:cubicBezTo>
                      <a:cubicBezTo>
                        <a:pt x="5876" y="4057"/>
                        <a:pt x="5862" y="4021"/>
                        <a:pt x="5847" y="3985"/>
                      </a:cubicBezTo>
                      <a:cubicBezTo>
                        <a:pt x="5798" y="3890"/>
                        <a:pt x="5798" y="3890"/>
                        <a:pt x="5651" y="3750"/>
                      </a:cubicBezTo>
                      <a:cubicBezTo>
                        <a:pt x="5444" y="3750"/>
                        <a:pt x="5238" y="3750"/>
                        <a:pt x="5026" y="3750"/>
                      </a:cubicBezTo>
                      <a:cubicBezTo>
                        <a:pt x="5026" y="4300"/>
                        <a:pt x="5026" y="4850"/>
                        <a:pt x="5026" y="5417"/>
                      </a:cubicBezTo>
                      <a:cubicBezTo>
                        <a:pt x="4682" y="5485"/>
                        <a:pt x="4338" y="5554"/>
                        <a:pt x="3984" y="5625"/>
                      </a:cubicBezTo>
                      <a:cubicBezTo>
                        <a:pt x="3964" y="5550"/>
                        <a:pt x="3943" y="5475"/>
                        <a:pt x="3922" y="5397"/>
                      </a:cubicBezTo>
                      <a:cubicBezTo>
                        <a:pt x="3700" y="4676"/>
                        <a:pt x="3700" y="4676"/>
                        <a:pt x="3472" y="4517"/>
                      </a:cubicBezTo>
                      <a:cubicBezTo>
                        <a:pt x="3252" y="4433"/>
                        <a:pt x="3046" y="4438"/>
                        <a:pt x="2826" y="4523"/>
                      </a:cubicBezTo>
                      <a:cubicBezTo>
                        <a:pt x="2552" y="4703"/>
                        <a:pt x="2488" y="5094"/>
                        <a:pt x="2397" y="5389"/>
                      </a:cubicBezTo>
                      <a:cubicBezTo>
                        <a:pt x="2299" y="5699"/>
                        <a:pt x="2153" y="5986"/>
                        <a:pt x="2005" y="6276"/>
                      </a:cubicBezTo>
                      <a:cubicBezTo>
                        <a:pt x="1998" y="6289"/>
                        <a:pt x="1998" y="6289"/>
                        <a:pt x="1964" y="6357"/>
                      </a:cubicBezTo>
                      <a:cubicBezTo>
                        <a:pt x="1898" y="6485"/>
                        <a:pt x="1831" y="6612"/>
                        <a:pt x="1764" y="6740"/>
                      </a:cubicBezTo>
                      <a:cubicBezTo>
                        <a:pt x="1720" y="6823"/>
                        <a:pt x="1676" y="6907"/>
                        <a:pt x="1634" y="6991"/>
                      </a:cubicBezTo>
                      <a:cubicBezTo>
                        <a:pt x="1586" y="7084"/>
                        <a:pt x="1536" y="7175"/>
                        <a:pt x="1484" y="7266"/>
                      </a:cubicBezTo>
                      <a:cubicBezTo>
                        <a:pt x="1472" y="7291"/>
                        <a:pt x="1460" y="7316"/>
                        <a:pt x="1447" y="7341"/>
                      </a:cubicBezTo>
                      <a:cubicBezTo>
                        <a:pt x="1363" y="7476"/>
                        <a:pt x="1286" y="7497"/>
                        <a:pt x="1132" y="7536"/>
                      </a:cubicBezTo>
                      <a:cubicBezTo>
                        <a:pt x="955" y="7560"/>
                        <a:pt x="822" y="7554"/>
                        <a:pt x="651" y="7500"/>
                      </a:cubicBezTo>
                      <a:cubicBezTo>
                        <a:pt x="511" y="7315"/>
                        <a:pt x="468" y="7111"/>
                        <a:pt x="416" y="6888"/>
                      </a:cubicBezTo>
                      <a:cubicBezTo>
                        <a:pt x="394" y="6801"/>
                        <a:pt x="370" y="6714"/>
                        <a:pt x="346" y="6627"/>
                      </a:cubicBezTo>
                      <a:cubicBezTo>
                        <a:pt x="331" y="6573"/>
                        <a:pt x="318" y="6519"/>
                        <a:pt x="305" y="6464"/>
                      </a:cubicBezTo>
                      <a:cubicBezTo>
                        <a:pt x="269" y="6322"/>
                        <a:pt x="246" y="6259"/>
                        <a:pt x="128" y="6170"/>
                      </a:cubicBezTo>
                      <a:cubicBezTo>
                        <a:pt x="15" y="6060"/>
                        <a:pt x="8" y="5966"/>
                        <a:pt x="1" y="5811"/>
                      </a:cubicBezTo>
                      <a:cubicBezTo>
                        <a:pt x="0" y="5714"/>
                        <a:pt x="1" y="5618"/>
                        <a:pt x="2" y="5521"/>
                      </a:cubicBezTo>
                      <a:cubicBezTo>
                        <a:pt x="2" y="5467"/>
                        <a:pt x="2" y="5414"/>
                        <a:pt x="2" y="5361"/>
                      </a:cubicBezTo>
                      <a:cubicBezTo>
                        <a:pt x="2" y="5216"/>
                        <a:pt x="3" y="5071"/>
                        <a:pt x="5" y="4927"/>
                      </a:cubicBezTo>
                      <a:cubicBezTo>
                        <a:pt x="6" y="4775"/>
                        <a:pt x="6" y="4624"/>
                        <a:pt x="6" y="4473"/>
                      </a:cubicBezTo>
                      <a:cubicBezTo>
                        <a:pt x="7" y="4187"/>
                        <a:pt x="9" y="3900"/>
                        <a:pt x="11" y="3614"/>
                      </a:cubicBezTo>
                      <a:cubicBezTo>
                        <a:pt x="13" y="3288"/>
                        <a:pt x="14" y="2962"/>
                        <a:pt x="15" y="2636"/>
                      </a:cubicBezTo>
                      <a:cubicBezTo>
                        <a:pt x="17" y="1966"/>
                        <a:pt x="21" y="1295"/>
                        <a:pt x="26" y="625"/>
                      </a:cubicBezTo>
                      <a:cubicBezTo>
                        <a:pt x="232" y="625"/>
                        <a:pt x="438" y="625"/>
                        <a:pt x="651" y="625"/>
                      </a:cubicBezTo>
                      <a:cubicBezTo>
                        <a:pt x="655" y="728"/>
                        <a:pt x="659" y="831"/>
                        <a:pt x="663" y="937"/>
                      </a:cubicBezTo>
                      <a:cubicBezTo>
                        <a:pt x="677" y="1280"/>
                        <a:pt x="693" y="1624"/>
                        <a:pt x="711" y="1967"/>
                      </a:cubicBezTo>
                      <a:cubicBezTo>
                        <a:pt x="721" y="2175"/>
                        <a:pt x="730" y="2383"/>
                        <a:pt x="739" y="2591"/>
                      </a:cubicBezTo>
                      <a:cubicBezTo>
                        <a:pt x="808" y="4361"/>
                        <a:pt x="808" y="4361"/>
                        <a:pt x="1276" y="5000"/>
                      </a:cubicBezTo>
                      <a:cubicBezTo>
                        <a:pt x="1658" y="4854"/>
                        <a:pt x="1658" y="4854"/>
                        <a:pt x="1733" y="4718"/>
                      </a:cubicBezTo>
                      <a:cubicBezTo>
                        <a:pt x="1750" y="4630"/>
                        <a:pt x="1755" y="4549"/>
                        <a:pt x="1757" y="4460"/>
                      </a:cubicBezTo>
                      <a:cubicBezTo>
                        <a:pt x="1762" y="4395"/>
                        <a:pt x="1767" y="4330"/>
                        <a:pt x="1773" y="4265"/>
                      </a:cubicBezTo>
                      <a:cubicBezTo>
                        <a:pt x="1779" y="4164"/>
                        <a:pt x="1784" y="4062"/>
                        <a:pt x="1787" y="3961"/>
                      </a:cubicBezTo>
                      <a:cubicBezTo>
                        <a:pt x="1809" y="3490"/>
                        <a:pt x="1809" y="3490"/>
                        <a:pt x="1901" y="3333"/>
                      </a:cubicBezTo>
                      <a:cubicBezTo>
                        <a:pt x="2025" y="3252"/>
                        <a:pt x="2163" y="3228"/>
                        <a:pt x="2306" y="3198"/>
                      </a:cubicBezTo>
                      <a:cubicBezTo>
                        <a:pt x="2389" y="3178"/>
                        <a:pt x="2389" y="3178"/>
                        <a:pt x="2526" y="3125"/>
                      </a:cubicBezTo>
                      <a:cubicBezTo>
                        <a:pt x="2602" y="2950"/>
                        <a:pt x="2576" y="2790"/>
                        <a:pt x="2552" y="2604"/>
                      </a:cubicBezTo>
                      <a:cubicBezTo>
                        <a:pt x="2505" y="2124"/>
                        <a:pt x="2505" y="2124"/>
                        <a:pt x="2595" y="1947"/>
                      </a:cubicBezTo>
                      <a:cubicBezTo>
                        <a:pt x="2780" y="1810"/>
                        <a:pt x="3050" y="1854"/>
                        <a:pt x="3268" y="1862"/>
                      </a:cubicBezTo>
                      <a:cubicBezTo>
                        <a:pt x="3435" y="1866"/>
                        <a:pt x="3603" y="1871"/>
                        <a:pt x="3776" y="1875"/>
                      </a:cubicBezTo>
                      <a:cubicBezTo>
                        <a:pt x="3776" y="2288"/>
                        <a:pt x="3776" y="2700"/>
                        <a:pt x="3776" y="3125"/>
                      </a:cubicBezTo>
                      <a:cubicBezTo>
                        <a:pt x="4401" y="3125"/>
                        <a:pt x="4401" y="3125"/>
                        <a:pt x="4545" y="2994"/>
                      </a:cubicBezTo>
                      <a:cubicBezTo>
                        <a:pt x="4593" y="2903"/>
                        <a:pt x="4593" y="2903"/>
                        <a:pt x="4635" y="2800"/>
                      </a:cubicBezTo>
                      <a:cubicBezTo>
                        <a:pt x="4652" y="2764"/>
                        <a:pt x="4669" y="2728"/>
                        <a:pt x="4686" y="2692"/>
                      </a:cubicBezTo>
                      <a:cubicBezTo>
                        <a:pt x="4795" y="2436"/>
                        <a:pt x="4833" y="2193"/>
                        <a:pt x="4852" y="1919"/>
                      </a:cubicBezTo>
                      <a:cubicBezTo>
                        <a:pt x="4913" y="1088"/>
                        <a:pt x="4913" y="1088"/>
                        <a:pt x="5026" y="833"/>
                      </a:cubicBezTo>
                      <a:cubicBezTo>
                        <a:pt x="5285" y="617"/>
                        <a:pt x="5625" y="602"/>
                        <a:pt x="5951" y="597"/>
                      </a:cubicBezTo>
                      <a:cubicBezTo>
                        <a:pt x="6074" y="627"/>
                        <a:pt x="6150" y="664"/>
                        <a:pt x="6234" y="759"/>
                      </a:cubicBezTo>
                      <a:cubicBezTo>
                        <a:pt x="6325" y="922"/>
                        <a:pt x="6318" y="1113"/>
                        <a:pt x="6327" y="1295"/>
                      </a:cubicBezTo>
                      <a:cubicBezTo>
                        <a:pt x="6334" y="1387"/>
                        <a:pt x="6341" y="1480"/>
                        <a:pt x="6348" y="1572"/>
                      </a:cubicBezTo>
                      <a:cubicBezTo>
                        <a:pt x="6357" y="1717"/>
                        <a:pt x="6367" y="1862"/>
                        <a:pt x="6375" y="2007"/>
                      </a:cubicBezTo>
                      <a:cubicBezTo>
                        <a:pt x="6427" y="2882"/>
                        <a:pt x="6427" y="2882"/>
                        <a:pt x="6583" y="3045"/>
                      </a:cubicBezTo>
                      <a:cubicBezTo>
                        <a:pt x="6658" y="3105"/>
                        <a:pt x="6734" y="3165"/>
                        <a:pt x="6810" y="3224"/>
                      </a:cubicBezTo>
                      <a:cubicBezTo>
                        <a:pt x="7020" y="3478"/>
                        <a:pt x="6941" y="3881"/>
                        <a:pt x="6927" y="4193"/>
                      </a:cubicBezTo>
                      <a:cubicBezTo>
                        <a:pt x="6925" y="4271"/>
                        <a:pt x="6923" y="4350"/>
                        <a:pt x="6921" y="4428"/>
                      </a:cubicBezTo>
                      <a:cubicBezTo>
                        <a:pt x="6916" y="4619"/>
                        <a:pt x="6909" y="4809"/>
                        <a:pt x="6901" y="5000"/>
                      </a:cubicBezTo>
                      <a:cubicBezTo>
                        <a:pt x="7107" y="5000"/>
                        <a:pt x="7313" y="5000"/>
                        <a:pt x="7526" y="5000"/>
                      </a:cubicBezTo>
                      <a:cubicBezTo>
                        <a:pt x="7526" y="4450"/>
                        <a:pt x="7526" y="3900"/>
                        <a:pt x="7526" y="3333"/>
                      </a:cubicBezTo>
                      <a:cubicBezTo>
                        <a:pt x="8461" y="3048"/>
                        <a:pt x="8461" y="3048"/>
                        <a:pt x="8822" y="3228"/>
                      </a:cubicBezTo>
                      <a:cubicBezTo>
                        <a:pt x="9063" y="3381"/>
                        <a:pt x="9331" y="3566"/>
                        <a:pt x="9435" y="3842"/>
                      </a:cubicBezTo>
                      <a:cubicBezTo>
                        <a:pt x="9470" y="4028"/>
                        <a:pt x="9447" y="4193"/>
                        <a:pt x="9401" y="4375"/>
                      </a:cubicBezTo>
                      <a:cubicBezTo>
                        <a:pt x="9443" y="4370"/>
                        <a:pt x="9486" y="4365"/>
                        <a:pt x="9530" y="4360"/>
                      </a:cubicBezTo>
                      <a:cubicBezTo>
                        <a:pt x="9702" y="4347"/>
                        <a:pt x="9855" y="4343"/>
                        <a:pt x="10026" y="4375"/>
                      </a:cubicBezTo>
                      <a:cubicBezTo>
                        <a:pt x="10084" y="4468"/>
                        <a:pt x="10084" y="4468"/>
                        <a:pt x="10117" y="4583"/>
                      </a:cubicBezTo>
                      <a:cubicBezTo>
                        <a:pt x="10155" y="4652"/>
                        <a:pt x="10194" y="4721"/>
                        <a:pt x="10234" y="4792"/>
                      </a:cubicBezTo>
                      <a:cubicBezTo>
                        <a:pt x="10509" y="4792"/>
                        <a:pt x="10784" y="4792"/>
                        <a:pt x="11067" y="4792"/>
                      </a:cubicBezTo>
                      <a:cubicBezTo>
                        <a:pt x="11136" y="3210"/>
                        <a:pt x="11205" y="1629"/>
                        <a:pt x="11276" y="0"/>
                      </a:cubicBezTo>
                      <a:close/>
                    </a:path>
                  </a:pathLst>
                </a:custGeom>
                <a:solidFill>
                  <a:srgbClr val="E85AAF"/>
                </a:solidFill>
                <a:ln w="2646" cap="flat">
                  <a:noFill/>
                </a:ln>
              </p:spPr>
            </p:sp>
            <p:sp>
              <p:nvSpPr>
                <p:cNvPr id="3495" name="ICON_OUT_WAVE_GRAPHIC_path_016"/>
                <p:cNvSpPr/>
                <p:nvPr/>
              </p:nvSpPr>
              <p:spPr>
                <a:xfrm>
                  <a:off x="9905352" y="3913188"/>
                  <a:ext cx="144298" cy="11216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362" h="8831" fill="norm" stroke="0">
                      <a:moveTo>
                        <a:pt x="6509" y="0"/>
                      </a:moveTo>
                      <a:cubicBezTo>
                        <a:pt x="6681" y="34"/>
                        <a:pt x="6681" y="34"/>
                        <a:pt x="7551" y="208"/>
                      </a:cubicBezTo>
                      <a:cubicBezTo>
                        <a:pt x="7551" y="1171"/>
                        <a:pt x="7551" y="2133"/>
                        <a:pt x="7551" y="3125"/>
                      </a:cubicBezTo>
                      <a:cubicBezTo>
                        <a:pt x="7757" y="3125"/>
                        <a:pt x="7964" y="3125"/>
                        <a:pt x="8176" y="3125"/>
                      </a:cubicBezTo>
                      <a:cubicBezTo>
                        <a:pt x="8277" y="2995"/>
                        <a:pt x="8296" y="2963"/>
                        <a:pt x="8319" y="2812"/>
                      </a:cubicBezTo>
                      <a:cubicBezTo>
                        <a:pt x="8326" y="2783"/>
                        <a:pt x="8334" y="2753"/>
                        <a:pt x="8341" y="2722"/>
                      </a:cubicBezTo>
                      <a:cubicBezTo>
                        <a:pt x="8358" y="2649"/>
                        <a:pt x="8371" y="2574"/>
                        <a:pt x="8384" y="2500"/>
                      </a:cubicBezTo>
                      <a:cubicBezTo>
                        <a:pt x="8739" y="2510"/>
                        <a:pt x="9110" y="2534"/>
                        <a:pt x="9426" y="2708"/>
                      </a:cubicBezTo>
                      <a:cubicBezTo>
                        <a:pt x="9727" y="3062"/>
                        <a:pt x="9815" y="3595"/>
                        <a:pt x="9908" y="4040"/>
                      </a:cubicBezTo>
                      <a:cubicBezTo>
                        <a:pt x="9942" y="4156"/>
                        <a:pt x="9999" y="4265"/>
                        <a:pt x="10051" y="4375"/>
                      </a:cubicBezTo>
                      <a:cubicBezTo>
                        <a:pt x="10257" y="4375"/>
                        <a:pt x="10464" y="4375"/>
                        <a:pt x="10676" y="4375"/>
                      </a:cubicBezTo>
                      <a:cubicBezTo>
                        <a:pt x="10676" y="3962"/>
                        <a:pt x="10676" y="3550"/>
                        <a:pt x="10676" y="3125"/>
                      </a:cubicBezTo>
                      <a:cubicBezTo>
                        <a:pt x="10882" y="3125"/>
                        <a:pt x="11089" y="3125"/>
                        <a:pt x="11301" y="3125"/>
                      </a:cubicBezTo>
                      <a:cubicBezTo>
                        <a:pt x="11311" y="3355"/>
                        <a:pt x="11319" y="3584"/>
                        <a:pt x="11324" y="3814"/>
                      </a:cubicBezTo>
                      <a:cubicBezTo>
                        <a:pt x="11326" y="3892"/>
                        <a:pt x="11329" y="3970"/>
                        <a:pt x="11332" y="4048"/>
                      </a:cubicBezTo>
                      <a:cubicBezTo>
                        <a:pt x="11362" y="4701"/>
                        <a:pt x="11362" y="4701"/>
                        <a:pt x="11215" y="4919"/>
                      </a:cubicBezTo>
                      <a:cubicBezTo>
                        <a:pt x="11142" y="4986"/>
                        <a:pt x="11068" y="5050"/>
                        <a:pt x="10991" y="5111"/>
                      </a:cubicBezTo>
                      <a:cubicBezTo>
                        <a:pt x="10800" y="5285"/>
                        <a:pt x="10734" y="5517"/>
                        <a:pt x="10650" y="5755"/>
                      </a:cubicBezTo>
                      <a:cubicBezTo>
                        <a:pt x="10632" y="5803"/>
                        <a:pt x="10614" y="5851"/>
                        <a:pt x="10595" y="5900"/>
                      </a:cubicBezTo>
                      <a:cubicBezTo>
                        <a:pt x="10552" y="6016"/>
                        <a:pt x="10509" y="6133"/>
                        <a:pt x="10468" y="6250"/>
                      </a:cubicBezTo>
                      <a:cubicBezTo>
                        <a:pt x="10113" y="6240"/>
                        <a:pt x="9742" y="6216"/>
                        <a:pt x="9426" y="6042"/>
                      </a:cubicBezTo>
                      <a:cubicBezTo>
                        <a:pt x="9125" y="5688"/>
                        <a:pt x="9037" y="5155"/>
                        <a:pt x="8944" y="4710"/>
                      </a:cubicBezTo>
                      <a:cubicBezTo>
                        <a:pt x="8910" y="4594"/>
                        <a:pt x="8853" y="4485"/>
                        <a:pt x="8801" y="4375"/>
                      </a:cubicBezTo>
                      <a:cubicBezTo>
                        <a:pt x="8595" y="4375"/>
                        <a:pt x="8389" y="4375"/>
                        <a:pt x="8176" y="4375"/>
                      </a:cubicBezTo>
                      <a:cubicBezTo>
                        <a:pt x="8176" y="5200"/>
                        <a:pt x="8176" y="6025"/>
                        <a:pt x="8176" y="6875"/>
                      </a:cubicBezTo>
                      <a:cubicBezTo>
                        <a:pt x="7551" y="6875"/>
                        <a:pt x="7551" y="6875"/>
                        <a:pt x="7358" y="6742"/>
                      </a:cubicBezTo>
                      <a:cubicBezTo>
                        <a:pt x="7281" y="6650"/>
                        <a:pt x="7281" y="6650"/>
                        <a:pt x="7208" y="6546"/>
                      </a:cubicBezTo>
                      <a:cubicBezTo>
                        <a:pt x="7182" y="6510"/>
                        <a:pt x="7156" y="6473"/>
                        <a:pt x="7129" y="6436"/>
                      </a:cubicBezTo>
                      <a:cubicBezTo>
                        <a:pt x="6802" y="5922"/>
                        <a:pt x="6808" y="5320"/>
                        <a:pt x="6786" y="4729"/>
                      </a:cubicBezTo>
                      <a:cubicBezTo>
                        <a:pt x="6780" y="4571"/>
                        <a:pt x="6771" y="4413"/>
                        <a:pt x="6761" y="4255"/>
                      </a:cubicBezTo>
                      <a:cubicBezTo>
                        <a:pt x="6744" y="3948"/>
                        <a:pt x="6729" y="3641"/>
                        <a:pt x="6718" y="3333"/>
                      </a:cubicBezTo>
                      <a:cubicBezTo>
                        <a:pt x="6153" y="3274"/>
                        <a:pt x="6153" y="3274"/>
                        <a:pt x="5884" y="3333"/>
                      </a:cubicBezTo>
                      <a:cubicBezTo>
                        <a:pt x="5729" y="3468"/>
                        <a:pt x="5697" y="3620"/>
                        <a:pt x="5650" y="3815"/>
                      </a:cubicBezTo>
                      <a:cubicBezTo>
                        <a:pt x="5619" y="3911"/>
                        <a:pt x="5588" y="4006"/>
                        <a:pt x="5556" y="4102"/>
                      </a:cubicBezTo>
                      <a:cubicBezTo>
                        <a:pt x="5542" y="4148"/>
                        <a:pt x="5527" y="4195"/>
                        <a:pt x="5512" y="4243"/>
                      </a:cubicBezTo>
                      <a:cubicBezTo>
                        <a:pt x="5422" y="4511"/>
                        <a:pt x="5291" y="4832"/>
                        <a:pt x="5051" y="5000"/>
                      </a:cubicBezTo>
                      <a:cubicBezTo>
                        <a:pt x="4835" y="5068"/>
                        <a:pt x="4651" y="5031"/>
                        <a:pt x="4426" y="5000"/>
                      </a:cubicBezTo>
                      <a:cubicBezTo>
                        <a:pt x="4392" y="4828"/>
                        <a:pt x="4392" y="4828"/>
                        <a:pt x="4218" y="3958"/>
                      </a:cubicBezTo>
                      <a:cubicBezTo>
                        <a:pt x="3943" y="3958"/>
                        <a:pt x="3668" y="3958"/>
                        <a:pt x="3384" y="3958"/>
                      </a:cubicBezTo>
                      <a:cubicBezTo>
                        <a:pt x="3374" y="4059"/>
                        <a:pt x="3364" y="4159"/>
                        <a:pt x="3354" y="4263"/>
                      </a:cubicBezTo>
                      <a:cubicBezTo>
                        <a:pt x="3342" y="4361"/>
                        <a:pt x="3330" y="4460"/>
                        <a:pt x="3318" y="4559"/>
                      </a:cubicBezTo>
                      <a:cubicBezTo>
                        <a:pt x="3310" y="4626"/>
                        <a:pt x="3303" y="4694"/>
                        <a:pt x="3296" y="4762"/>
                      </a:cubicBezTo>
                      <a:cubicBezTo>
                        <a:pt x="3254" y="5193"/>
                        <a:pt x="3205" y="5442"/>
                        <a:pt x="2861" y="5734"/>
                      </a:cubicBezTo>
                      <a:cubicBezTo>
                        <a:pt x="2681" y="5909"/>
                        <a:pt x="2618" y="6133"/>
                        <a:pt x="2538" y="6367"/>
                      </a:cubicBezTo>
                      <a:cubicBezTo>
                        <a:pt x="2506" y="6459"/>
                        <a:pt x="2473" y="6550"/>
                        <a:pt x="2440" y="6641"/>
                      </a:cubicBezTo>
                      <a:cubicBezTo>
                        <a:pt x="2426" y="6681"/>
                        <a:pt x="2412" y="6721"/>
                        <a:pt x="2398" y="6762"/>
                      </a:cubicBezTo>
                      <a:cubicBezTo>
                        <a:pt x="2343" y="6875"/>
                        <a:pt x="2343" y="6875"/>
                        <a:pt x="2237" y="6970"/>
                      </a:cubicBezTo>
                      <a:cubicBezTo>
                        <a:pt x="2095" y="7127"/>
                        <a:pt x="2089" y="7262"/>
                        <a:pt x="2069" y="7468"/>
                      </a:cubicBezTo>
                      <a:cubicBezTo>
                        <a:pt x="2064" y="7505"/>
                        <a:pt x="2060" y="7542"/>
                        <a:pt x="2055" y="7579"/>
                      </a:cubicBezTo>
                      <a:cubicBezTo>
                        <a:pt x="2042" y="7696"/>
                        <a:pt x="2029" y="7813"/>
                        <a:pt x="2017" y="7930"/>
                      </a:cubicBezTo>
                      <a:cubicBezTo>
                        <a:pt x="2008" y="8009"/>
                        <a:pt x="1999" y="8088"/>
                        <a:pt x="1990" y="8168"/>
                      </a:cubicBezTo>
                      <a:cubicBezTo>
                        <a:pt x="1968" y="8362"/>
                        <a:pt x="1946" y="8556"/>
                        <a:pt x="1926" y="8750"/>
                      </a:cubicBezTo>
                      <a:cubicBezTo>
                        <a:pt x="1711" y="8805"/>
                        <a:pt x="1513" y="8831"/>
                        <a:pt x="1301" y="8750"/>
                      </a:cubicBezTo>
                      <a:cubicBezTo>
                        <a:pt x="949" y="8495"/>
                        <a:pt x="696" y="8083"/>
                        <a:pt x="614" y="7659"/>
                      </a:cubicBezTo>
                      <a:cubicBezTo>
                        <a:pt x="578" y="7390"/>
                        <a:pt x="567" y="7120"/>
                        <a:pt x="559" y="6849"/>
                      </a:cubicBezTo>
                      <a:cubicBezTo>
                        <a:pt x="525" y="5900"/>
                        <a:pt x="525" y="5900"/>
                        <a:pt x="370" y="5719"/>
                      </a:cubicBezTo>
                      <a:cubicBezTo>
                        <a:pt x="332" y="5691"/>
                        <a:pt x="294" y="5663"/>
                        <a:pt x="255" y="5635"/>
                      </a:cubicBezTo>
                      <a:cubicBezTo>
                        <a:pt x="118" y="5528"/>
                        <a:pt x="63" y="5476"/>
                        <a:pt x="29" y="5304"/>
                      </a:cubicBezTo>
                      <a:cubicBezTo>
                        <a:pt x="0" y="4979"/>
                        <a:pt x="11" y="4652"/>
                        <a:pt x="22" y="4326"/>
                      </a:cubicBezTo>
                      <a:cubicBezTo>
                        <a:pt x="27" y="4190"/>
                        <a:pt x="29" y="4055"/>
                        <a:pt x="31" y="3919"/>
                      </a:cubicBezTo>
                      <a:cubicBezTo>
                        <a:pt x="35" y="3654"/>
                        <a:pt x="42" y="3390"/>
                        <a:pt x="51" y="3125"/>
                      </a:cubicBezTo>
                      <a:cubicBezTo>
                        <a:pt x="220" y="3119"/>
                        <a:pt x="390" y="3115"/>
                        <a:pt x="559" y="3112"/>
                      </a:cubicBezTo>
                      <a:cubicBezTo>
                        <a:pt x="607" y="3110"/>
                        <a:pt x="655" y="3109"/>
                        <a:pt x="704" y="3107"/>
                      </a:cubicBezTo>
                      <a:cubicBezTo>
                        <a:pt x="905" y="3104"/>
                        <a:pt x="1049" y="3102"/>
                        <a:pt x="1229" y="3197"/>
                      </a:cubicBezTo>
                      <a:cubicBezTo>
                        <a:pt x="1343" y="3412"/>
                        <a:pt x="1327" y="3616"/>
                        <a:pt x="1321" y="3855"/>
                      </a:cubicBezTo>
                      <a:cubicBezTo>
                        <a:pt x="1321" y="3906"/>
                        <a:pt x="1321" y="3956"/>
                        <a:pt x="1320" y="4008"/>
                      </a:cubicBezTo>
                      <a:cubicBezTo>
                        <a:pt x="1320" y="4142"/>
                        <a:pt x="1318" y="4276"/>
                        <a:pt x="1315" y="4410"/>
                      </a:cubicBezTo>
                      <a:cubicBezTo>
                        <a:pt x="1313" y="4547"/>
                        <a:pt x="1312" y="4684"/>
                        <a:pt x="1311" y="4821"/>
                      </a:cubicBezTo>
                      <a:cubicBezTo>
                        <a:pt x="1309" y="5089"/>
                        <a:pt x="1305" y="5357"/>
                        <a:pt x="1301" y="5625"/>
                      </a:cubicBezTo>
                      <a:cubicBezTo>
                        <a:pt x="1507" y="5625"/>
                        <a:pt x="1714" y="5625"/>
                        <a:pt x="1926" y="5625"/>
                      </a:cubicBezTo>
                      <a:cubicBezTo>
                        <a:pt x="1921" y="5555"/>
                        <a:pt x="1916" y="5484"/>
                        <a:pt x="1911" y="5412"/>
                      </a:cubicBezTo>
                      <a:cubicBezTo>
                        <a:pt x="1875" y="4665"/>
                        <a:pt x="1875" y="4665"/>
                        <a:pt x="2004" y="4458"/>
                      </a:cubicBezTo>
                      <a:cubicBezTo>
                        <a:pt x="2076" y="4400"/>
                        <a:pt x="2150" y="4344"/>
                        <a:pt x="2225" y="4290"/>
                      </a:cubicBezTo>
                      <a:cubicBezTo>
                        <a:pt x="2409" y="4130"/>
                        <a:pt x="2460" y="3882"/>
                        <a:pt x="2538" y="3659"/>
                      </a:cubicBezTo>
                      <a:cubicBezTo>
                        <a:pt x="2698" y="3233"/>
                        <a:pt x="2872" y="2780"/>
                        <a:pt x="3280" y="2535"/>
                      </a:cubicBezTo>
                      <a:cubicBezTo>
                        <a:pt x="3640" y="2415"/>
                        <a:pt x="4082" y="2592"/>
                        <a:pt x="4426" y="2708"/>
                      </a:cubicBezTo>
                      <a:cubicBezTo>
                        <a:pt x="4426" y="2846"/>
                        <a:pt x="4426" y="2983"/>
                        <a:pt x="4426" y="3125"/>
                      </a:cubicBezTo>
                      <a:cubicBezTo>
                        <a:pt x="4633" y="3175"/>
                        <a:pt x="4851" y="3222"/>
                        <a:pt x="5051" y="3125"/>
                      </a:cubicBezTo>
                      <a:cubicBezTo>
                        <a:pt x="5166" y="2974"/>
                        <a:pt x="5224" y="2792"/>
                        <a:pt x="5292" y="2616"/>
                      </a:cubicBezTo>
                      <a:cubicBezTo>
                        <a:pt x="5418" y="2319"/>
                        <a:pt x="5418" y="2319"/>
                        <a:pt x="5566" y="2238"/>
                      </a:cubicBezTo>
                      <a:cubicBezTo>
                        <a:pt x="5681" y="2201"/>
                        <a:pt x="5795" y="2168"/>
                        <a:pt x="5910" y="2135"/>
                      </a:cubicBezTo>
                      <a:cubicBezTo>
                        <a:pt x="6084" y="2080"/>
                        <a:pt x="6195" y="2026"/>
                        <a:pt x="6301" y="1875"/>
                      </a:cubicBezTo>
                      <a:cubicBezTo>
                        <a:pt x="6390" y="1530"/>
                        <a:pt x="6349" y="1149"/>
                        <a:pt x="6325" y="798"/>
                      </a:cubicBezTo>
                      <a:cubicBezTo>
                        <a:pt x="6323" y="761"/>
                        <a:pt x="6320" y="724"/>
                        <a:pt x="6318" y="686"/>
                      </a:cubicBezTo>
                      <a:cubicBezTo>
                        <a:pt x="6313" y="616"/>
                        <a:pt x="6306" y="546"/>
                        <a:pt x="6299" y="475"/>
                      </a:cubicBezTo>
                      <a:cubicBezTo>
                        <a:pt x="6296" y="443"/>
                        <a:pt x="6293" y="411"/>
                        <a:pt x="6291" y="378"/>
                      </a:cubicBezTo>
                      <a:cubicBezTo>
                        <a:pt x="6289" y="364"/>
                        <a:pt x="6289" y="364"/>
                        <a:pt x="6282" y="294"/>
                      </a:cubicBezTo>
                      <a:cubicBezTo>
                        <a:pt x="6301" y="208"/>
                        <a:pt x="6301" y="208"/>
                        <a:pt x="6509" y="0"/>
                      </a:cubicBezTo>
                      <a:close/>
                    </a:path>
                  </a:pathLst>
                </a:custGeom>
                <a:solidFill>
                  <a:srgbClr val="60AFAC"/>
                </a:solidFill>
                <a:ln w="2646" cap="flat">
                  <a:noFill/>
                </a:ln>
              </p:spPr>
            </p:sp>
            <p:sp>
              <p:nvSpPr>
                <p:cNvPr id="3496" name="ICON_OUT_WAVE_GRAPHIC_path_017"/>
                <p:cNvSpPr/>
                <p:nvPr/>
              </p:nvSpPr>
              <p:spPr>
                <a:xfrm>
                  <a:off x="9190842" y="3770312"/>
                  <a:ext cx="135721" cy="8737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687" h="6880" fill="norm" stroke="0">
                      <a:moveTo>
                        <a:pt x="3812" y="0"/>
                      </a:moveTo>
                      <a:cubicBezTo>
                        <a:pt x="4018" y="0"/>
                        <a:pt x="4224" y="0"/>
                        <a:pt x="4437" y="0"/>
                      </a:cubicBezTo>
                      <a:cubicBezTo>
                        <a:pt x="4505" y="550"/>
                        <a:pt x="4574" y="1100"/>
                        <a:pt x="4645" y="1667"/>
                      </a:cubicBezTo>
                      <a:cubicBezTo>
                        <a:pt x="4920" y="1667"/>
                        <a:pt x="5195" y="1667"/>
                        <a:pt x="5478" y="1667"/>
                      </a:cubicBezTo>
                      <a:cubicBezTo>
                        <a:pt x="5654" y="1432"/>
                        <a:pt x="5654" y="1432"/>
                        <a:pt x="5687" y="1250"/>
                      </a:cubicBezTo>
                      <a:cubicBezTo>
                        <a:pt x="5714" y="1265"/>
                        <a:pt x="5741" y="1280"/>
                        <a:pt x="5769" y="1295"/>
                      </a:cubicBezTo>
                      <a:cubicBezTo>
                        <a:pt x="5896" y="1362"/>
                        <a:pt x="6026" y="1423"/>
                        <a:pt x="6155" y="1484"/>
                      </a:cubicBezTo>
                      <a:cubicBezTo>
                        <a:pt x="6198" y="1508"/>
                        <a:pt x="6241" y="1531"/>
                        <a:pt x="6285" y="1555"/>
                      </a:cubicBezTo>
                      <a:cubicBezTo>
                        <a:pt x="6419" y="1616"/>
                        <a:pt x="6419" y="1616"/>
                        <a:pt x="6728" y="1667"/>
                      </a:cubicBezTo>
                      <a:cubicBezTo>
                        <a:pt x="7003" y="1529"/>
                        <a:pt x="7278" y="1392"/>
                        <a:pt x="7562" y="1250"/>
                      </a:cubicBezTo>
                      <a:cubicBezTo>
                        <a:pt x="7596" y="1628"/>
                        <a:pt x="7596" y="1628"/>
                        <a:pt x="7770" y="3542"/>
                      </a:cubicBezTo>
                      <a:cubicBezTo>
                        <a:pt x="8045" y="3542"/>
                        <a:pt x="8320" y="3542"/>
                        <a:pt x="8603" y="3542"/>
                      </a:cubicBezTo>
                      <a:cubicBezTo>
                        <a:pt x="8747" y="3366"/>
                        <a:pt x="8776" y="3306"/>
                        <a:pt x="8825" y="3099"/>
                      </a:cubicBezTo>
                      <a:cubicBezTo>
                        <a:pt x="8856" y="3004"/>
                        <a:pt x="8887" y="2910"/>
                        <a:pt x="8919" y="2816"/>
                      </a:cubicBezTo>
                      <a:cubicBezTo>
                        <a:pt x="8935" y="2765"/>
                        <a:pt x="8951" y="2714"/>
                        <a:pt x="8967" y="2662"/>
                      </a:cubicBezTo>
                      <a:cubicBezTo>
                        <a:pt x="9061" y="2368"/>
                        <a:pt x="9168" y="2080"/>
                        <a:pt x="9293" y="1797"/>
                      </a:cubicBezTo>
                      <a:cubicBezTo>
                        <a:pt x="9300" y="1783"/>
                        <a:pt x="9300" y="1783"/>
                        <a:pt x="9331" y="1712"/>
                      </a:cubicBezTo>
                      <a:cubicBezTo>
                        <a:pt x="9415" y="1533"/>
                        <a:pt x="9499" y="1385"/>
                        <a:pt x="9645" y="1250"/>
                      </a:cubicBezTo>
                      <a:cubicBezTo>
                        <a:pt x="10018" y="1152"/>
                        <a:pt x="10337" y="1326"/>
                        <a:pt x="10687" y="1458"/>
                      </a:cubicBezTo>
                      <a:cubicBezTo>
                        <a:pt x="10687" y="2008"/>
                        <a:pt x="10687" y="2558"/>
                        <a:pt x="10687" y="3125"/>
                      </a:cubicBezTo>
                      <a:cubicBezTo>
                        <a:pt x="10519" y="3129"/>
                        <a:pt x="10351" y="3134"/>
                        <a:pt x="10179" y="3138"/>
                      </a:cubicBezTo>
                      <a:cubicBezTo>
                        <a:pt x="9969" y="3162"/>
                        <a:pt x="9811" y="3199"/>
                        <a:pt x="9645" y="3333"/>
                      </a:cubicBezTo>
                      <a:cubicBezTo>
                        <a:pt x="9506" y="3610"/>
                        <a:pt x="9515" y="3963"/>
                        <a:pt x="9513" y="4265"/>
                      </a:cubicBezTo>
                      <a:cubicBezTo>
                        <a:pt x="9504" y="4662"/>
                        <a:pt x="9504" y="4662"/>
                        <a:pt x="9437" y="4792"/>
                      </a:cubicBezTo>
                      <a:cubicBezTo>
                        <a:pt x="9315" y="4874"/>
                        <a:pt x="9176" y="4897"/>
                        <a:pt x="9034" y="4926"/>
                      </a:cubicBezTo>
                      <a:cubicBezTo>
                        <a:pt x="8951" y="4946"/>
                        <a:pt x="8951" y="4946"/>
                        <a:pt x="8812" y="5000"/>
                      </a:cubicBezTo>
                      <a:cubicBezTo>
                        <a:pt x="8730" y="5179"/>
                        <a:pt x="8752" y="5342"/>
                        <a:pt x="8772" y="5534"/>
                      </a:cubicBezTo>
                      <a:cubicBezTo>
                        <a:pt x="8774" y="5558"/>
                        <a:pt x="8774" y="5558"/>
                        <a:pt x="8781" y="5681"/>
                      </a:cubicBezTo>
                      <a:cubicBezTo>
                        <a:pt x="8789" y="5802"/>
                        <a:pt x="8799" y="5922"/>
                        <a:pt x="8812" y="6042"/>
                      </a:cubicBezTo>
                      <a:cubicBezTo>
                        <a:pt x="8643" y="6083"/>
                        <a:pt x="8474" y="6121"/>
                        <a:pt x="8304" y="6159"/>
                      </a:cubicBezTo>
                      <a:cubicBezTo>
                        <a:pt x="8256" y="6171"/>
                        <a:pt x="8208" y="6182"/>
                        <a:pt x="8159" y="6194"/>
                      </a:cubicBezTo>
                      <a:cubicBezTo>
                        <a:pt x="7812" y="6270"/>
                        <a:pt x="7812" y="6270"/>
                        <a:pt x="7631" y="6184"/>
                      </a:cubicBezTo>
                      <a:cubicBezTo>
                        <a:pt x="7479" y="5973"/>
                        <a:pt x="7575" y="5619"/>
                        <a:pt x="7606" y="5378"/>
                      </a:cubicBezTo>
                      <a:cubicBezTo>
                        <a:pt x="7616" y="5232"/>
                        <a:pt x="7622" y="5135"/>
                        <a:pt x="7562" y="5000"/>
                      </a:cubicBezTo>
                      <a:cubicBezTo>
                        <a:pt x="7456" y="4967"/>
                        <a:pt x="7362" y="4946"/>
                        <a:pt x="7255" y="4928"/>
                      </a:cubicBezTo>
                      <a:cubicBezTo>
                        <a:pt x="7130" y="4903"/>
                        <a:pt x="7034" y="4875"/>
                        <a:pt x="6937" y="4792"/>
                      </a:cubicBezTo>
                      <a:cubicBezTo>
                        <a:pt x="6802" y="4476"/>
                        <a:pt x="6829" y="4087"/>
                        <a:pt x="6820" y="3750"/>
                      </a:cubicBezTo>
                      <a:cubicBezTo>
                        <a:pt x="6815" y="3605"/>
                        <a:pt x="6809" y="3460"/>
                        <a:pt x="6800" y="3315"/>
                      </a:cubicBezTo>
                      <a:cubicBezTo>
                        <a:pt x="6795" y="3225"/>
                        <a:pt x="6792" y="3134"/>
                        <a:pt x="6791" y="3044"/>
                      </a:cubicBezTo>
                      <a:cubicBezTo>
                        <a:pt x="6785" y="2919"/>
                        <a:pt x="6777" y="2824"/>
                        <a:pt x="6728" y="2708"/>
                      </a:cubicBezTo>
                      <a:cubicBezTo>
                        <a:pt x="6599" y="2608"/>
                        <a:pt x="6466" y="2551"/>
                        <a:pt x="6312" y="2500"/>
                      </a:cubicBezTo>
                      <a:cubicBezTo>
                        <a:pt x="6315" y="2530"/>
                        <a:pt x="6319" y="2560"/>
                        <a:pt x="6322" y="2591"/>
                      </a:cubicBezTo>
                      <a:cubicBezTo>
                        <a:pt x="6381" y="3135"/>
                        <a:pt x="6369" y="3570"/>
                        <a:pt x="6038" y="4023"/>
                      </a:cubicBezTo>
                      <a:cubicBezTo>
                        <a:pt x="6014" y="4059"/>
                        <a:pt x="5989" y="4095"/>
                        <a:pt x="5964" y="4131"/>
                      </a:cubicBezTo>
                      <a:cubicBezTo>
                        <a:pt x="5884" y="4229"/>
                        <a:pt x="5884" y="4229"/>
                        <a:pt x="5687" y="4375"/>
                      </a:cubicBezTo>
                      <a:cubicBezTo>
                        <a:pt x="5480" y="4375"/>
                        <a:pt x="5274" y="4375"/>
                        <a:pt x="5062" y="4375"/>
                      </a:cubicBezTo>
                      <a:cubicBezTo>
                        <a:pt x="5062" y="3962"/>
                        <a:pt x="5062" y="3550"/>
                        <a:pt x="5062" y="3125"/>
                      </a:cubicBezTo>
                      <a:cubicBezTo>
                        <a:pt x="4247" y="3146"/>
                        <a:pt x="4247" y="3146"/>
                        <a:pt x="4020" y="3333"/>
                      </a:cubicBezTo>
                      <a:cubicBezTo>
                        <a:pt x="3918" y="3556"/>
                        <a:pt x="3926" y="3822"/>
                        <a:pt x="3916" y="4062"/>
                      </a:cubicBezTo>
                      <a:cubicBezTo>
                        <a:pt x="3892" y="4610"/>
                        <a:pt x="3892" y="4610"/>
                        <a:pt x="3812" y="4792"/>
                      </a:cubicBezTo>
                      <a:cubicBezTo>
                        <a:pt x="3563" y="5011"/>
                        <a:pt x="3202" y="5036"/>
                        <a:pt x="2881" y="5019"/>
                      </a:cubicBezTo>
                      <a:cubicBezTo>
                        <a:pt x="2770" y="5000"/>
                        <a:pt x="2770" y="5000"/>
                        <a:pt x="2634" y="4929"/>
                      </a:cubicBezTo>
                      <a:cubicBezTo>
                        <a:pt x="2519" y="4711"/>
                        <a:pt x="2540" y="4500"/>
                        <a:pt x="2549" y="4258"/>
                      </a:cubicBezTo>
                      <a:cubicBezTo>
                        <a:pt x="2550" y="4209"/>
                        <a:pt x="2551" y="4160"/>
                        <a:pt x="2551" y="4110"/>
                      </a:cubicBezTo>
                      <a:cubicBezTo>
                        <a:pt x="2554" y="3990"/>
                        <a:pt x="2558" y="3870"/>
                        <a:pt x="2562" y="3750"/>
                      </a:cubicBezTo>
                      <a:cubicBezTo>
                        <a:pt x="2355" y="3750"/>
                        <a:pt x="2149" y="3750"/>
                        <a:pt x="1937" y="3750"/>
                      </a:cubicBezTo>
                      <a:cubicBezTo>
                        <a:pt x="1938" y="3775"/>
                        <a:pt x="1938" y="3775"/>
                        <a:pt x="1947" y="3900"/>
                      </a:cubicBezTo>
                      <a:cubicBezTo>
                        <a:pt x="1958" y="4083"/>
                        <a:pt x="1965" y="4267"/>
                        <a:pt x="1971" y="4451"/>
                      </a:cubicBezTo>
                      <a:cubicBezTo>
                        <a:pt x="1974" y="4530"/>
                        <a:pt x="1978" y="4610"/>
                        <a:pt x="1984" y="4689"/>
                      </a:cubicBezTo>
                      <a:cubicBezTo>
                        <a:pt x="2020" y="5227"/>
                        <a:pt x="2020" y="5227"/>
                        <a:pt x="1937" y="5417"/>
                      </a:cubicBezTo>
                      <a:cubicBezTo>
                        <a:pt x="1818" y="5508"/>
                        <a:pt x="1681" y="5530"/>
                        <a:pt x="1536" y="5557"/>
                      </a:cubicBezTo>
                      <a:cubicBezTo>
                        <a:pt x="1452" y="5575"/>
                        <a:pt x="1452" y="5575"/>
                        <a:pt x="1312" y="5625"/>
                      </a:cubicBezTo>
                      <a:cubicBezTo>
                        <a:pt x="1230" y="5803"/>
                        <a:pt x="1252" y="5967"/>
                        <a:pt x="1272" y="6159"/>
                      </a:cubicBezTo>
                      <a:cubicBezTo>
                        <a:pt x="1275" y="6207"/>
                        <a:pt x="1278" y="6256"/>
                        <a:pt x="1281" y="6306"/>
                      </a:cubicBezTo>
                      <a:cubicBezTo>
                        <a:pt x="1289" y="6427"/>
                        <a:pt x="1299" y="6547"/>
                        <a:pt x="1312" y="6667"/>
                      </a:cubicBezTo>
                      <a:cubicBezTo>
                        <a:pt x="1143" y="6708"/>
                        <a:pt x="974" y="6746"/>
                        <a:pt x="804" y="6784"/>
                      </a:cubicBezTo>
                      <a:cubicBezTo>
                        <a:pt x="780" y="6790"/>
                        <a:pt x="780" y="6790"/>
                        <a:pt x="659" y="6819"/>
                      </a:cubicBezTo>
                      <a:cubicBezTo>
                        <a:pt x="612" y="6829"/>
                        <a:pt x="566" y="6839"/>
                        <a:pt x="518" y="6850"/>
                      </a:cubicBezTo>
                      <a:cubicBezTo>
                        <a:pt x="476" y="6860"/>
                        <a:pt x="433" y="6869"/>
                        <a:pt x="389" y="6880"/>
                      </a:cubicBezTo>
                      <a:cubicBezTo>
                        <a:pt x="256" y="6874"/>
                        <a:pt x="197" y="6846"/>
                        <a:pt x="105" y="6748"/>
                      </a:cubicBezTo>
                      <a:cubicBezTo>
                        <a:pt x="0" y="6552"/>
                        <a:pt x="35" y="6306"/>
                        <a:pt x="38" y="6088"/>
                      </a:cubicBezTo>
                      <a:cubicBezTo>
                        <a:pt x="38" y="6029"/>
                        <a:pt x="38" y="5969"/>
                        <a:pt x="38" y="5910"/>
                      </a:cubicBezTo>
                      <a:cubicBezTo>
                        <a:pt x="38" y="5748"/>
                        <a:pt x="39" y="5587"/>
                        <a:pt x="41" y="5426"/>
                      </a:cubicBezTo>
                      <a:cubicBezTo>
                        <a:pt x="42" y="5257"/>
                        <a:pt x="42" y="5088"/>
                        <a:pt x="42" y="4919"/>
                      </a:cubicBezTo>
                      <a:cubicBezTo>
                        <a:pt x="43" y="4600"/>
                        <a:pt x="45" y="4280"/>
                        <a:pt x="47" y="3961"/>
                      </a:cubicBezTo>
                      <a:cubicBezTo>
                        <a:pt x="49" y="3597"/>
                        <a:pt x="50" y="3233"/>
                        <a:pt x="51" y="2870"/>
                      </a:cubicBezTo>
                      <a:cubicBezTo>
                        <a:pt x="53" y="2121"/>
                        <a:pt x="57" y="1373"/>
                        <a:pt x="62" y="625"/>
                      </a:cubicBezTo>
                      <a:cubicBezTo>
                        <a:pt x="163" y="618"/>
                        <a:pt x="264" y="613"/>
                        <a:pt x="365" y="609"/>
                      </a:cubicBezTo>
                      <a:cubicBezTo>
                        <a:pt x="379" y="608"/>
                        <a:pt x="379" y="608"/>
                        <a:pt x="452" y="603"/>
                      </a:cubicBezTo>
                      <a:cubicBezTo>
                        <a:pt x="536" y="600"/>
                        <a:pt x="536" y="600"/>
                        <a:pt x="687" y="625"/>
                      </a:cubicBezTo>
                      <a:cubicBezTo>
                        <a:pt x="784" y="755"/>
                        <a:pt x="843" y="881"/>
                        <a:pt x="880" y="1039"/>
                      </a:cubicBezTo>
                      <a:cubicBezTo>
                        <a:pt x="886" y="1067"/>
                        <a:pt x="893" y="1095"/>
                        <a:pt x="900" y="1125"/>
                      </a:cubicBezTo>
                      <a:cubicBezTo>
                        <a:pt x="907" y="1153"/>
                        <a:pt x="914" y="1182"/>
                        <a:pt x="921" y="1211"/>
                      </a:cubicBezTo>
                      <a:cubicBezTo>
                        <a:pt x="936" y="1266"/>
                        <a:pt x="952" y="1321"/>
                        <a:pt x="967" y="1376"/>
                      </a:cubicBezTo>
                      <a:cubicBezTo>
                        <a:pt x="999" y="1486"/>
                        <a:pt x="1029" y="1596"/>
                        <a:pt x="1058" y="1706"/>
                      </a:cubicBezTo>
                      <a:cubicBezTo>
                        <a:pt x="1066" y="1734"/>
                        <a:pt x="1073" y="1762"/>
                        <a:pt x="1081" y="1790"/>
                      </a:cubicBezTo>
                      <a:cubicBezTo>
                        <a:pt x="1096" y="1848"/>
                        <a:pt x="1111" y="1906"/>
                        <a:pt x="1126" y="1964"/>
                      </a:cubicBezTo>
                      <a:cubicBezTo>
                        <a:pt x="1149" y="2051"/>
                        <a:pt x="1174" y="2137"/>
                        <a:pt x="1199" y="2224"/>
                      </a:cubicBezTo>
                      <a:cubicBezTo>
                        <a:pt x="1206" y="2251"/>
                        <a:pt x="1212" y="2277"/>
                        <a:pt x="1219" y="2305"/>
                      </a:cubicBezTo>
                      <a:cubicBezTo>
                        <a:pt x="1242" y="2379"/>
                        <a:pt x="1242" y="2379"/>
                        <a:pt x="1312" y="2500"/>
                      </a:cubicBezTo>
                      <a:cubicBezTo>
                        <a:pt x="1491" y="2588"/>
                        <a:pt x="1679" y="2598"/>
                        <a:pt x="1869" y="2540"/>
                      </a:cubicBezTo>
                      <a:cubicBezTo>
                        <a:pt x="2002" y="2462"/>
                        <a:pt x="2040" y="2330"/>
                        <a:pt x="2080" y="2188"/>
                      </a:cubicBezTo>
                      <a:cubicBezTo>
                        <a:pt x="2101" y="2084"/>
                        <a:pt x="2123" y="1981"/>
                        <a:pt x="2145" y="1875"/>
                      </a:cubicBezTo>
                      <a:cubicBezTo>
                        <a:pt x="2489" y="1944"/>
                        <a:pt x="2832" y="2012"/>
                        <a:pt x="3187" y="2083"/>
                      </a:cubicBezTo>
                      <a:cubicBezTo>
                        <a:pt x="3187" y="2221"/>
                        <a:pt x="3187" y="2358"/>
                        <a:pt x="3187" y="2500"/>
                      </a:cubicBezTo>
                      <a:cubicBezTo>
                        <a:pt x="3393" y="2500"/>
                        <a:pt x="3599" y="2500"/>
                        <a:pt x="3812" y="2500"/>
                      </a:cubicBezTo>
                      <a:cubicBezTo>
                        <a:pt x="3812" y="1675"/>
                        <a:pt x="3812" y="850"/>
                        <a:pt x="3812" y="0"/>
                      </a:cubicBezTo>
                      <a:close/>
                    </a:path>
                  </a:pathLst>
                </a:custGeom>
                <a:solidFill>
                  <a:srgbClr val="F054AB"/>
                </a:solidFill>
                <a:ln w="2646" cap="flat">
                  <a:noFill/>
                </a:ln>
              </p:spPr>
            </p:sp>
            <p:sp>
              <p:nvSpPr>
                <p:cNvPr id="3497" name="ICON_OUT_WAVE_GRAPHIC_path_018"/>
                <p:cNvSpPr/>
                <p:nvPr/>
              </p:nvSpPr>
              <p:spPr>
                <a:xfrm>
                  <a:off x="9524198" y="3921125"/>
                  <a:ext cx="114573" cy="1111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021" h="8750" fill="norm" stroke="0">
                      <a:moveTo>
                        <a:pt x="6313" y="0"/>
                      </a:moveTo>
                      <a:cubicBezTo>
                        <a:pt x="6519" y="0"/>
                        <a:pt x="6726" y="0"/>
                        <a:pt x="6938" y="0"/>
                      </a:cubicBezTo>
                      <a:cubicBezTo>
                        <a:pt x="6940" y="24"/>
                        <a:pt x="6940" y="24"/>
                        <a:pt x="6951" y="146"/>
                      </a:cubicBezTo>
                      <a:cubicBezTo>
                        <a:pt x="6967" y="327"/>
                        <a:pt x="6985" y="508"/>
                        <a:pt x="7004" y="689"/>
                      </a:cubicBezTo>
                      <a:cubicBezTo>
                        <a:pt x="7012" y="767"/>
                        <a:pt x="7019" y="845"/>
                        <a:pt x="7026" y="923"/>
                      </a:cubicBezTo>
                      <a:cubicBezTo>
                        <a:pt x="7083" y="1593"/>
                        <a:pt x="7083" y="1593"/>
                        <a:pt x="7247" y="1783"/>
                      </a:cubicBezTo>
                      <a:cubicBezTo>
                        <a:pt x="7266" y="1798"/>
                        <a:pt x="7266" y="1798"/>
                        <a:pt x="7361" y="1875"/>
                      </a:cubicBezTo>
                      <a:cubicBezTo>
                        <a:pt x="7511" y="1998"/>
                        <a:pt x="7575" y="2080"/>
                        <a:pt x="7597" y="2271"/>
                      </a:cubicBezTo>
                      <a:cubicBezTo>
                        <a:pt x="7609" y="2495"/>
                        <a:pt x="7600" y="2718"/>
                        <a:pt x="7589" y="2943"/>
                      </a:cubicBezTo>
                      <a:cubicBezTo>
                        <a:pt x="7587" y="3021"/>
                        <a:pt x="7585" y="3100"/>
                        <a:pt x="7584" y="3178"/>
                      </a:cubicBezTo>
                      <a:cubicBezTo>
                        <a:pt x="7579" y="3369"/>
                        <a:pt x="7572" y="3559"/>
                        <a:pt x="7563" y="3750"/>
                      </a:cubicBezTo>
                      <a:cubicBezTo>
                        <a:pt x="7991" y="3799"/>
                        <a:pt x="7991" y="3799"/>
                        <a:pt x="8188" y="3750"/>
                      </a:cubicBezTo>
                      <a:cubicBezTo>
                        <a:pt x="8324" y="3633"/>
                        <a:pt x="8374" y="3499"/>
                        <a:pt x="8436" y="3333"/>
                      </a:cubicBezTo>
                      <a:cubicBezTo>
                        <a:pt x="8491" y="3196"/>
                        <a:pt x="8547" y="3058"/>
                        <a:pt x="8605" y="2917"/>
                      </a:cubicBezTo>
                      <a:cubicBezTo>
                        <a:pt x="8742" y="3192"/>
                        <a:pt x="8880" y="3467"/>
                        <a:pt x="9021" y="3750"/>
                      </a:cubicBezTo>
                      <a:cubicBezTo>
                        <a:pt x="8927" y="3773"/>
                        <a:pt x="8832" y="3796"/>
                        <a:pt x="8735" y="3820"/>
                      </a:cubicBezTo>
                      <a:cubicBezTo>
                        <a:pt x="8322" y="3943"/>
                        <a:pt x="8150" y="4231"/>
                        <a:pt x="7932" y="4582"/>
                      </a:cubicBezTo>
                      <a:cubicBezTo>
                        <a:pt x="7826" y="4750"/>
                        <a:pt x="7730" y="4889"/>
                        <a:pt x="7563" y="5000"/>
                      </a:cubicBezTo>
                      <a:cubicBezTo>
                        <a:pt x="7357" y="5024"/>
                        <a:pt x="7166" y="4954"/>
                        <a:pt x="6995" y="4843"/>
                      </a:cubicBezTo>
                      <a:cubicBezTo>
                        <a:pt x="6897" y="4754"/>
                        <a:pt x="6888" y="4672"/>
                        <a:pt x="6877" y="4544"/>
                      </a:cubicBezTo>
                      <a:cubicBezTo>
                        <a:pt x="6881" y="4448"/>
                        <a:pt x="6889" y="4353"/>
                        <a:pt x="6899" y="4258"/>
                      </a:cubicBezTo>
                      <a:cubicBezTo>
                        <a:pt x="6900" y="4234"/>
                        <a:pt x="6900" y="4234"/>
                        <a:pt x="6908" y="4110"/>
                      </a:cubicBezTo>
                      <a:cubicBezTo>
                        <a:pt x="6915" y="3990"/>
                        <a:pt x="6926" y="3870"/>
                        <a:pt x="6938" y="3750"/>
                      </a:cubicBezTo>
                      <a:cubicBezTo>
                        <a:pt x="6732" y="3750"/>
                        <a:pt x="6526" y="3750"/>
                        <a:pt x="6313" y="3750"/>
                      </a:cubicBezTo>
                      <a:cubicBezTo>
                        <a:pt x="6328" y="3808"/>
                        <a:pt x="6342" y="3866"/>
                        <a:pt x="6357" y="3927"/>
                      </a:cubicBezTo>
                      <a:cubicBezTo>
                        <a:pt x="6432" y="4381"/>
                        <a:pt x="6392" y="4706"/>
                        <a:pt x="6132" y="5084"/>
                      </a:cubicBezTo>
                      <a:cubicBezTo>
                        <a:pt x="6004" y="5257"/>
                        <a:pt x="5867" y="5422"/>
                        <a:pt x="5727" y="5586"/>
                      </a:cubicBezTo>
                      <a:cubicBezTo>
                        <a:pt x="5714" y="5603"/>
                        <a:pt x="5714" y="5603"/>
                        <a:pt x="5645" y="5686"/>
                      </a:cubicBezTo>
                      <a:cubicBezTo>
                        <a:pt x="5564" y="5782"/>
                        <a:pt x="5482" y="5875"/>
                        <a:pt x="5398" y="5968"/>
                      </a:cubicBezTo>
                      <a:cubicBezTo>
                        <a:pt x="5374" y="5996"/>
                        <a:pt x="5349" y="6025"/>
                        <a:pt x="5325" y="6054"/>
                      </a:cubicBezTo>
                      <a:cubicBezTo>
                        <a:pt x="5249" y="6133"/>
                        <a:pt x="5249" y="6133"/>
                        <a:pt x="5063" y="6250"/>
                      </a:cubicBezTo>
                      <a:cubicBezTo>
                        <a:pt x="4857" y="6250"/>
                        <a:pt x="4651" y="6250"/>
                        <a:pt x="4438" y="6250"/>
                      </a:cubicBezTo>
                      <a:cubicBezTo>
                        <a:pt x="4438" y="5631"/>
                        <a:pt x="4438" y="5012"/>
                        <a:pt x="4438" y="4375"/>
                      </a:cubicBezTo>
                      <a:cubicBezTo>
                        <a:pt x="4232" y="4375"/>
                        <a:pt x="4026" y="4375"/>
                        <a:pt x="3813" y="4375"/>
                      </a:cubicBezTo>
                      <a:cubicBezTo>
                        <a:pt x="3818" y="4445"/>
                        <a:pt x="3823" y="4516"/>
                        <a:pt x="3828" y="4588"/>
                      </a:cubicBezTo>
                      <a:cubicBezTo>
                        <a:pt x="3832" y="4682"/>
                        <a:pt x="3835" y="4776"/>
                        <a:pt x="3839" y="4870"/>
                      </a:cubicBezTo>
                      <a:cubicBezTo>
                        <a:pt x="3841" y="4893"/>
                        <a:pt x="3841" y="4893"/>
                        <a:pt x="3850" y="5010"/>
                      </a:cubicBezTo>
                      <a:cubicBezTo>
                        <a:pt x="3860" y="5365"/>
                        <a:pt x="3860" y="5365"/>
                        <a:pt x="3721" y="5518"/>
                      </a:cubicBezTo>
                      <a:cubicBezTo>
                        <a:pt x="3683" y="5549"/>
                        <a:pt x="3646" y="5580"/>
                        <a:pt x="3607" y="5613"/>
                      </a:cubicBezTo>
                      <a:cubicBezTo>
                        <a:pt x="3432" y="5766"/>
                        <a:pt x="3371" y="5865"/>
                        <a:pt x="3351" y="6091"/>
                      </a:cubicBezTo>
                      <a:cubicBezTo>
                        <a:pt x="3345" y="6219"/>
                        <a:pt x="3340" y="6348"/>
                        <a:pt x="3336" y="6476"/>
                      </a:cubicBezTo>
                      <a:cubicBezTo>
                        <a:pt x="3311" y="7055"/>
                        <a:pt x="3311" y="7055"/>
                        <a:pt x="3188" y="7292"/>
                      </a:cubicBezTo>
                      <a:cubicBezTo>
                        <a:pt x="2935" y="7507"/>
                        <a:pt x="2581" y="7536"/>
                        <a:pt x="2258" y="7519"/>
                      </a:cubicBezTo>
                      <a:cubicBezTo>
                        <a:pt x="2146" y="7500"/>
                        <a:pt x="2146" y="7500"/>
                        <a:pt x="2011" y="7429"/>
                      </a:cubicBezTo>
                      <a:cubicBezTo>
                        <a:pt x="1896" y="7211"/>
                        <a:pt x="1916" y="7000"/>
                        <a:pt x="1925" y="6758"/>
                      </a:cubicBezTo>
                      <a:cubicBezTo>
                        <a:pt x="1926" y="6709"/>
                        <a:pt x="1927" y="6660"/>
                        <a:pt x="1928" y="6610"/>
                      </a:cubicBezTo>
                      <a:cubicBezTo>
                        <a:pt x="1930" y="6490"/>
                        <a:pt x="1934" y="6370"/>
                        <a:pt x="1938" y="6250"/>
                      </a:cubicBezTo>
                      <a:cubicBezTo>
                        <a:pt x="1732" y="6250"/>
                        <a:pt x="1526" y="6250"/>
                        <a:pt x="1313" y="6250"/>
                      </a:cubicBezTo>
                      <a:cubicBezTo>
                        <a:pt x="1313" y="7006"/>
                        <a:pt x="1313" y="7762"/>
                        <a:pt x="1313" y="8542"/>
                      </a:cubicBezTo>
                      <a:cubicBezTo>
                        <a:pt x="1141" y="8576"/>
                        <a:pt x="1141" y="8576"/>
                        <a:pt x="271" y="8750"/>
                      </a:cubicBezTo>
                      <a:cubicBezTo>
                        <a:pt x="39" y="8518"/>
                        <a:pt x="39" y="8518"/>
                        <a:pt x="33" y="8309"/>
                      </a:cubicBezTo>
                      <a:cubicBezTo>
                        <a:pt x="33" y="8279"/>
                        <a:pt x="33" y="8249"/>
                        <a:pt x="33" y="8219"/>
                      </a:cubicBezTo>
                      <a:cubicBezTo>
                        <a:pt x="33" y="8203"/>
                        <a:pt x="33" y="8203"/>
                        <a:pt x="31" y="8122"/>
                      </a:cubicBezTo>
                      <a:cubicBezTo>
                        <a:pt x="29" y="8017"/>
                        <a:pt x="28" y="7912"/>
                        <a:pt x="28" y="7807"/>
                      </a:cubicBezTo>
                      <a:cubicBezTo>
                        <a:pt x="28" y="7733"/>
                        <a:pt x="27" y="7660"/>
                        <a:pt x="26" y="7586"/>
                      </a:cubicBezTo>
                      <a:cubicBezTo>
                        <a:pt x="25" y="7433"/>
                        <a:pt x="24" y="7279"/>
                        <a:pt x="25" y="7125"/>
                      </a:cubicBezTo>
                      <a:cubicBezTo>
                        <a:pt x="25" y="6928"/>
                        <a:pt x="22" y="6732"/>
                        <a:pt x="18" y="6536"/>
                      </a:cubicBezTo>
                      <a:cubicBezTo>
                        <a:pt x="16" y="6384"/>
                        <a:pt x="15" y="6232"/>
                        <a:pt x="15" y="6080"/>
                      </a:cubicBezTo>
                      <a:cubicBezTo>
                        <a:pt x="15" y="6008"/>
                        <a:pt x="14" y="5936"/>
                        <a:pt x="13" y="5863"/>
                      </a:cubicBezTo>
                      <a:cubicBezTo>
                        <a:pt x="0" y="5240"/>
                        <a:pt x="0" y="5240"/>
                        <a:pt x="210" y="5019"/>
                      </a:cubicBezTo>
                      <a:cubicBezTo>
                        <a:pt x="264" y="4969"/>
                        <a:pt x="322" y="4923"/>
                        <a:pt x="380" y="4878"/>
                      </a:cubicBezTo>
                      <a:cubicBezTo>
                        <a:pt x="552" y="4729"/>
                        <a:pt x="604" y="4533"/>
                        <a:pt x="675" y="4323"/>
                      </a:cubicBezTo>
                      <a:cubicBezTo>
                        <a:pt x="710" y="4232"/>
                        <a:pt x="745" y="4141"/>
                        <a:pt x="781" y="4050"/>
                      </a:cubicBezTo>
                      <a:cubicBezTo>
                        <a:pt x="841" y="3894"/>
                        <a:pt x="901" y="3737"/>
                        <a:pt x="959" y="3580"/>
                      </a:cubicBezTo>
                      <a:cubicBezTo>
                        <a:pt x="1262" y="2764"/>
                        <a:pt x="1262" y="2764"/>
                        <a:pt x="1521" y="2500"/>
                      </a:cubicBezTo>
                      <a:cubicBezTo>
                        <a:pt x="1874" y="2352"/>
                        <a:pt x="2190" y="2440"/>
                        <a:pt x="2563" y="2500"/>
                      </a:cubicBezTo>
                      <a:cubicBezTo>
                        <a:pt x="2563" y="2913"/>
                        <a:pt x="2563" y="3325"/>
                        <a:pt x="2563" y="3750"/>
                      </a:cubicBezTo>
                      <a:cubicBezTo>
                        <a:pt x="2769" y="3750"/>
                        <a:pt x="2976" y="3750"/>
                        <a:pt x="3188" y="3750"/>
                      </a:cubicBezTo>
                      <a:cubicBezTo>
                        <a:pt x="3298" y="3591"/>
                        <a:pt x="3326" y="3520"/>
                        <a:pt x="3364" y="3340"/>
                      </a:cubicBezTo>
                      <a:cubicBezTo>
                        <a:pt x="3375" y="3298"/>
                        <a:pt x="3387" y="3257"/>
                        <a:pt x="3399" y="3214"/>
                      </a:cubicBezTo>
                      <a:cubicBezTo>
                        <a:pt x="3436" y="3081"/>
                        <a:pt x="3469" y="2947"/>
                        <a:pt x="3501" y="2812"/>
                      </a:cubicBezTo>
                      <a:cubicBezTo>
                        <a:pt x="3681" y="2059"/>
                        <a:pt x="3681" y="2059"/>
                        <a:pt x="3813" y="1875"/>
                      </a:cubicBezTo>
                      <a:cubicBezTo>
                        <a:pt x="4022" y="1762"/>
                        <a:pt x="4212" y="1830"/>
                        <a:pt x="4438" y="1875"/>
                      </a:cubicBezTo>
                      <a:cubicBezTo>
                        <a:pt x="4507" y="2219"/>
                        <a:pt x="4576" y="2562"/>
                        <a:pt x="4646" y="2917"/>
                      </a:cubicBezTo>
                      <a:cubicBezTo>
                        <a:pt x="4921" y="2917"/>
                        <a:pt x="5196" y="2917"/>
                        <a:pt x="5480" y="2917"/>
                      </a:cubicBezTo>
                      <a:cubicBezTo>
                        <a:pt x="5490" y="2844"/>
                        <a:pt x="5500" y="2771"/>
                        <a:pt x="5511" y="2696"/>
                      </a:cubicBezTo>
                      <a:cubicBezTo>
                        <a:pt x="5526" y="2600"/>
                        <a:pt x="5542" y="2505"/>
                        <a:pt x="5558" y="2409"/>
                      </a:cubicBezTo>
                      <a:cubicBezTo>
                        <a:pt x="5564" y="2361"/>
                        <a:pt x="5571" y="2313"/>
                        <a:pt x="5577" y="2264"/>
                      </a:cubicBezTo>
                      <a:cubicBezTo>
                        <a:pt x="5602" y="2123"/>
                        <a:pt x="5626" y="2004"/>
                        <a:pt x="5688" y="1875"/>
                      </a:cubicBezTo>
                      <a:cubicBezTo>
                        <a:pt x="5785" y="1825"/>
                        <a:pt x="5785" y="1825"/>
                        <a:pt x="5896" y="1790"/>
                      </a:cubicBezTo>
                      <a:cubicBezTo>
                        <a:pt x="6008" y="1747"/>
                        <a:pt x="6008" y="1747"/>
                        <a:pt x="6105" y="1667"/>
                      </a:cubicBezTo>
                      <a:cubicBezTo>
                        <a:pt x="6209" y="1403"/>
                        <a:pt x="6212" y="1100"/>
                        <a:pt x="6235" y="820"/>
                      </a:cubicBezTo>
                      <a:cubicBezTo>
                        <a:pt x="6243" y="741"/>
                        <a:pt x="6251" y="662"/>
                        <a:pt x="6259" y="582"/>
                      </a:cubicBezTo>
                      <a:cubicBezTo>
                        <a:pt x="6279" y="388"/>
                        <a:pt x="6297" y="194"/>
                        <a:pt x="6313" y="0"/>
                      </a:cubicBezTo>
                      <a:close/>
                    </a:path>
                  </a:pathLst>
                </a:custGeom>
                <a:solidFill>
                  <a:srgbClr val="65ACAE"/>
                </a:solidFill>
                <a:ln w="2646" cap="flat">
                  <a:noFill/>
                </a:ln>
              </p:spPr>
            </p:sp>
            <p:sp>
              <p:nvSpPr>
                <p:cNvPr id="3498" name="ICON_OUT_WAVE_GRAPHIC_path_019"/>
                <p:cNvSpPr/>
                <p:nvPr/>
              </p:nvSpPr>
              <p:spPr>
                <a:xfrm>
                  <a:off x="8794178" y="3905250"/>
                  <a:ext cx="98957" cy="1270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792" h="10005" fill="norm" stroke="0">
                      <a:moveTo>
                        <a:pt x="45" y="0"/>
                      </a:moveTo>
                      <a:cubicBezTo>
                        <a:pt x="251" y="0"/>
                        <a:pt x="457" y="0"/>
                        <a:pt x="670" y="0"/>
                      </a:cubicBezTo>
                      <a:cubicBezTo>
                        <a:pt x="670" y="1650"/>
                        <a:pt x="670" y="3300"/>
                        <a:pt x="670" y="5000"/>
                      </a:cubicBezTo>
                      <a:cubicBezTo>
                        <a:pt x="876" y="5000"/>
                        <a:pt x="1082" y="5000"/>
                        <a:pt x="1295" y="5000"/>
                      </a:cubicBezTo>
                      <a:cubicBezTo>
                        <a:pt x="1383" y="4870"/>
                        <a:pt x="1398" y="4834"/>
                        <a:pt x="1412" y="4688"/>
                      </a:cubicBezTo>
                      <a:cubicBezTo>
                        <a:pt x="1428" y="4562"/>
                        <a:pt x="1448" y="4494"/>
                        <a:pt x="1503" y="4375"/>
                      </a:cubicBezTo>
                      <a:cubicBezTo>
                        <a:pt x="1641" y="4375"/>
                        <a:pt x="1778" y="4375"/>
                        <a:pt x="1920" y="4375"/>
                      </a:cubicBezTo>
                      <a:cubicBezTo>
                        <a:pt x="1920" y="4994"/>
                        <a:pt x="1920" y="5613"/>
                        <a:pt x="1920" y="6250"/>
                      </a:cubicBezTo>
                      <a:cubicBezTo>
                        <a:pt x="2126" y="6250"/>
                        <a:pt x="2332" y="6250"/>
                        <a:pt x="2545" y="6250"/>
                      </a:cubicBezTo>
                      <a:cubicBezTo>
                        <a:pt x="2666" y="6103"/>
                        <a:pt x="2707" y="6031"/>
                        <a:pt x="2766" y="5859"/>
                      </a:cubicBezTo>
                      <a:cubicBezTo>
                        <a:pt x="2799" y="5782"/>
                        <a:pt x="2833" y="5705"/>
                        <a:pt x="2867" y="5628"/>
                      </a:cubicBezTo>
                      <a:cubicBezTo>
                        <a:pt x="2883" y="5591"/>
                        <a:pt x="2899" y="5554"/>
                        <a:pt x="2916" y="5516"/>
                      </a:cubicBezTo>
                      <a:cubicBezTo>
                        <a:pt x="3117" y="5080"/>
                        <a:pt x="3471" y="4951"/>
                        <a:pt x="3899" y="4792"/>
                      </a:cubicBezTo>
                      <a:cubicBezTo>
                        <a:pt x="3944" y="4777"/>
                        <a:pt x="3988" y="4762"/>
                        <a:pt x="4034" y="4747"/>
                      </a:cubicBezTo>
                      <a:cubicBezTo>
                        <a:pt x="4358" y="4633"/>
                        <a:pt x="4673" y="4485"/>
                        <a:pt x="4837" y="4167"/>
                      </a:cubicBezTo>
                      <a:cubicBezTo>
                        <a:pt x="4926" y="3889"/>
                        <a:pt x="4942" y="3596"/>
                        <a:pt x="4967" y="3307"/>
                      </a:cubicBezTo>
                      <a:cubicBezTo>
                        <a:pt x="4975" y="3229"/>
                        <a:pt x="4983" y="3150"/>
                        <a:pt x="4991" y="3072"/>
                      </a:cubicBezTo>
                      <a:cubicBezTo>
                        <a:pt x="5011" y="2881"/>
                        <a:pt x="5029" y="2691"/>
                        <a:pt x="5045" y="2500"/>
                      </a:cubicBezTo>
                      <a:cubicBezTo>
                        <a:pt x="5251" y="2500"/>
                        <a:pt x="5457" y="2500"/>
                        <a:pt x="5670" y="2500"/>
                      </a:cubicBezTo>
                      <a:cubicBezTo>
                        <a:pt x="5670" y="2913"/>
                        <a:pt x="5670" y="3325"/>
                        <a:pt x="5670" y="3750"/>
                      </a:cubicBezTo>
                      <a:cubicBezTo>
                        <a:pt x="5876" y="3750"/>
                        <a:pt x="6082" y="3750"/>
                        <a:pt x="6295" y="3750"/>
                      </a:cubicBezTo>
                      <a:cubicBezTo>
                        <a:pt x="6399" y="3616"/>
                        <a:pt x="6414" y="3591"/>
                        <a:pt x="6438" y="3438"/>
                      </a:cubicBezTo>
                      <a:cubicBezTo>
                        <a:pt x="6450" y="3382"/>
                        <a:pt x="6461" y="3326"/>
                        <a:pt x="6473" y="3270"/>
                      </a:cubicBezTo>
                      <a:cubicBezTo>
                        <a:pt x="6483" y="3222"/>
                        <a:pt x="6493" y="3174"/>
                        <a:pt x="6503" y="3125"/>
                      </a:cubicBezTo>
                      <a:cubicBezTo>
                        <a:pt x="6858" y="3125"/>
                        <a:pt x="7239" y="3136"/>
                        <a:pt x="7545" y="3333"/>
                      </a:cubicBezTo>
                      <a:cubicBezTo>
                        <a:pt x="7745" y="3652"/>
                        <a:pt x="7720" y="4080"/>
                        <a:pt x="7725" y="4446"/>
                      </a:cubicBezTo>
                      <a:cubicBezTo>
                        <a:pt x="7728" y="4558"/>
                        <a:pt x="7735" y="4669"/>
                        <a:pt x="7743" y="4781"/>
                      </a:cubicBezTo>
                      <a:cubicBezTo>
                        <a:pt x="7792" y="5509"/>
                        <a:pt x="7730" y="6166"/>
                        <a:pt x="7545" y="6875"/>
                      </a:cubicBezTo>
                      <a:cubicBezTo>
                        <a:pt x="7325" y="6842"/>
                        <a:pt x="7100" y="6806"/>
                        <a:pt x="6920" y="6667"/>
                      </a:cubicBezTo>
                      <a:cubicBezTo>
                        <a:pt x="6790" y="6449"/>
                        <a:pt x="6794" y="6171"/>
                        <a:pt x="6777" y="5925"/>
                      </a:cubicBezTo>
                      <a:cubicBezTo>
                        <a:pt x="6770" y="5855"/>
                        <a:pt x="6763" y="5786"/>
                        <a:pt x="6755" y="5716"/>
                      </a:cubicBezTo>
                      <a:cubicBezTo>
                        <a:pt x="6737" y="5547"/>
                        <a:pt x="6725" y="5379"/>
                        <a:pt x="6712" y="5208"/>
                      </a:cubicBezTo>
                      <a:cubicBezTo>
                        <a:pt x="6437" y="5208"/>
                        <a:pt x="6162" y="5208"/>
                        <a:pt x="5878" y="5208"/>
                      </a:cubicBezTo>
                      <a:cubicBezTo>
                        <a:pt x="5810" y="6377"/>
                        <a:pt x="5741" y="7546"/>
                        <a:pt x="5670" y="8750"/>
                      </a:cubicBezTo>
                      <a:cubicBezTo>
                        <a:pt x="5464" y="8750"/>
                        <a:pt x="5257" y="8750"/>
                        <a:pt x="5045" y="8750"/>
                      </a:cubicBezTo>
                      <a:cubicBezTo>
                        <a:pt x="4891" y="8484"/>
                        <a:pt x="4891" y="8484"/>
                        <a:pt x="4863" y="8358"/>
                      </a:cubicBezTo>
                      <a:cubicBezTo>
                        <a:pt x="4857" y="8331"/>
                        <a:pt x="4850" y="8303"/>
                        <a:pt x="4844" y="8275"/>
                      </a:cubicBezTo>
                      <a:cubicBezTo>
                        <a:pt x="4837" y="8247"/>
                        <a:pt x="4830" y="8219"/>
                        <a:pt x="4824" y="8190"/>
                      </a:cubicBezTo>
                      <a:cubicBezTo>
                        <a:pt x="4800" y="8105"/>
                        <a:pt x="4776" y="8019"/>
                        <a:pt x="4751" y="7934"/>
                      </a:cubicBezTo>
                      <a:cubicBezTo>
                        <a:pt x="4735" y="7876"/>
                        <a:pt x="4719" y="7818"/>
                        <a:pt x="4703" y="7760"/>
                      </a:cubicBezTo>
                      <a:cubicBezTo>
                        <a:pt x="4622" y="7464"/>
                        <a:pt x="4511" y="7184"/>
                        <a:pt x="4394" y="6901"/>
                      </a:cubicBezTo>
                      <a:cubicBezTo>
                        <a:pt x="4385" y="6879"/>
                        <a:pt x="4385" y="6879"/>
                        <a:pt x="4339" y="6765"/>
                      </a:cubicBezTo>
                      <a:cubicBezTo>
                        <a:pt x="4297" y="6663"/>
                        <a:pt x="4254" y="6561"/>
                        <a:pt x="4212" y="6458"/>
                      </a:cubicBezTo>
                      <a:cubicBezTo>
                        <a:pt x="4046" y="6482"/>
                        <a:pt x="3882" y="6509"/>
                        <a:pt x="3717" y="6536"/>
                      </a:cubicBezTo>
                      <a:cubicBezTo>
                        <a:pt x="3671" y="6543"/>
                        <a:pt x="3625" y="6549"/>
                        <a:pt x="3577" y="6556"/>
                      </a:cubicBezTo>
                      <a:cubicBezTo>
                        <a:pt x="3263" y="6611"/>
                        <a:pt x="3049" y="6709"/>
                        <a:pt x="2834" y="6949"/>
                      </a:cubicBezTo>
                      <a:cubicBezTo>
                        <a:pt x="2661" y="7201"/>
                        <a:pt x="2661" y="7530"/>
                        <a:pt x="2636" y="7825"/>
                      </a:cubicBezTo>
                      <a:cubicBezTo>
                        <a:pt x="2627" y="7925"/>
                        <a:pt x="2617" y="8024"/>
                        <a:pt x="2606" y="8123"/>
                      </a:cubicBezTo>
                      <a:cubicBezTo>
                        <a:pt x="2600" y="8184"/>
                        <a:pt x="2594" y="8245"/>
                        <a:pt x="2590" y="8306"/>
                      </a:cubicBezTo>
                      <a:cubicBezTo>
                        <a:pt x="2574" y="8459"/>
                        <a:pt x="2545" y="8541"/>
                        <a:pt x="2453" y="8665"/>
                      </a:cubicBezTo>
                      <a:cubicBezTo>
                        <a:pt x="2317" y="8764"/>
                        <a:pt x="2255" y="8775"/>
                        <a:pt x="2089" y="8770"/>
                      </a:cubicBezTo>
                      <a:cubicBezTo>
                        <a:pt x="2047" y="8770"/>
                        <a:pt x="2005" y="8769"/>
                        <a:pt x="1962" y="8769"/>
                      </a:cubicBezTo>
                      <a:cubicBezTo>
                        <a:pt x="1909" y="8767"/>
                        <a:pt x="1857" y="8765"/>
                        <a:pt x="1803" y="8763"/>
                      </a:cubicBezTo>
                      <a:cubicBezTo>
                        <a:pt x="1635" y="8759"/>
                        <a:pt x="1468" y="8754"/>
                        <a:pt x="1295" y="8750"/>
                      </a:cubicBezTo>
                      <a:cubicBezTo>
                        <a:pt x="1295" y="9094"/>
                        <a:pt x="1295" y="9438"/>
                        <a:pt x="1295" y="9792"/>
                      </a:cubicBezTo>
                      <a:cubicBezTo>
                        <a:pt x="1126" y="9832"/>
                        <a:pt x="957" y="9871"/>
                        <a:pt x="787" y="9909"/>
                      </a:cubicBezTo>
                      <a:cubicBezTo>
                        <a:pt x="763" y="9915"/>
                        <a:pt x="763" y="9915"/>
                        <a:pt x="642" y="9944"/>
                      </a:cubicBezTo>
                      <a:cubicBezTo>
                        <a:pt x="596" y="9954"/>
                        <a:pt x="549" y="9964"/>
                        <a:pt x="501" y="9975"/>
                      </a:cubicBezTo>
                      <a:cubicBezTo>
                        <a:pt x="459" y="9985"/>
                        <a:pt x="416" y="9994"/>
                        <a:pt x="373" y="10005"/>
                      </a:cubicBezTo>
                      <a:cubicBezTo>
                        <a:pt x="234" y="9999"/>
                        <a:pt x="183" y="9962"/>
                        <a:pt x="89" y="9862"/>
                      </a:cubicBezTo>
                      <a:cubicBezTo>
                        <a:pt x="0" y="9719"/>
                        <a:pt x="17" y="9558"/>
                        <a:pt x="20" y="9395"/>
                      </a:cubicBezTo>
                      <a:cubicBezTo>
                        <a:pt x="20" y="9355"/>
                        <a:pt x="20" y="9315"/>
                        <a:pt x="19" y="9273"/>
                      </a:cubicBezTo>
                      <a:cubicBezTo>
                        <a:pt x="19" y="9139"/>
                        <a:pt x="20" y="9004"/>
                        <a:pt x="21" y="8869"/>
                      </a:cubicBezTo>
                      <a:cubicBezTo>
                        <a:pt x="21" y="8773"/>
                        <a:pt x="21" y="8676"/>
                        <a:pt x="21" y="8580"/>
                      </a:cubicBezTo>
                      <a:cubicBezTo>
                        <a:pt x="21" y="8372"/>
                        <a:pt x="22" y="8164"/>
                        <a:pt x="23" y="7956"/>
                      </a:cubicBezTo>
                      <a:cubicBezTo>
                        <a:pt x="25" y="7656"/>
                        <a:pt x="25" y="7355"/>
                        <a:pt x="25" y="7055"/>
                      </a:cubicBezTo>
                      <a:cubicBezTo>
                        <a:pt x="26" y="6567"/>
                        <a:pt x="27" y="6080"/>
                        <a:pt x="29" y="5592"/>
                      </a:cubicBezTo>
                      <a:cubicBezTo>
                        <a:pt x="31" y="5119"/>
                        <a:pt x="33" y="4645"/>
                        <a:pt x="34" y="4172"/>
                      </a:cubicBezTo>
                      <a:cubicBezTo>
                        <a:pt x="34" y="4143"/>
                        <a:pt x="34" y="4114"/>
                        <a:pt x="34" y="4084"/>
                      </a:cubicBezTo>
                      <a:cubicBezTo>
                        <a:pt x="34" y="3937"/>
                        <a:pt x="34" y="3791"/>
                        <a:pt x="35" y="3644"/>
                      </a:cubicBezTo>
                      <a:cubicBezTo>
                        <a:pt x="37" y="2429"/>
                        <a:pt x="40" y="1215"/>
                        <a:pt x="45" y="0"/>
                      </a:cubicBezTo>
                      <a:close/>
                    </a:path>
                  </a:pathLst>
                </a:custGeom>
                <a:solidFill>
                  <a:srgbClr val="62ADAD"/>
                </a:solidFill>
                <a:ln w="2646" cap="flat">
                  <a:noFill/>
                </a:ln>
              </p:spPr>
            </p:sp>
            <p:sp>
              <p:nvSpPr>
                <p:cNvPr id="3499" name="ICON_OUT_WAVE_GRAPHIC_path_020"/>
                <p:cNvSpPr/>
                <p:nvPr/>
              </p:nvSpPr>
              <p:spPr>
                <a:xfrm>
                  <a:off x="9532228" y="3737584"/>
                  <a:ext cx="119772" cy="13626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431" h="10730" fill="norm" stroke="0">
                      <a:moveTo>
                        <a:pt x="7556" y="77"/>
                      </a:moveTo>
                      <a:cubicBezTo>
                        <a:pt x="7772" y="22"/>
                        <a:pt x="7967" y="0"/>
                        <a:pt x="8181" y="77"/>
                      </a:cubicBezTo>
                      <a:cubicBezTo>
                        <a:pt x="8520" y="330"/>
                        <a:pt x="8796" y="753"/>
                        <a:pt x="8860" y="1171"/>
                      </a:cubicBezTo>
                      <a:cubicBezTo>
                        <a:pt x="8885" y="1461"/>
                        <a:pt x="8876" y="1749"/>
                        <a:pt x="8867" y="2040"/>
                      </a:cubicBezTo>
                      <a:cubicBezTo>
                        <a:pt x="8865" y="2146"/>
                        <a:pt x="8865" y="2252"/>
                        <a:pt x="8864" y="2359"/>
                      </a:cubicBezTo>
                      <a:cubicBezTo>
                        <a:pt x="8862" y="2608"/>
                        <a:pt x="8857" y="2856"/>
                        <a:pt x="8851" y="3105"/>
                      </a:cubicBezTo>
                      <a:cubicBezTo>
                        <a:pt x="8844" y="3388"/>
                        <a:pt x="8840" y="3672"/>
                        <a:pt x="8837" y="3956"/>
                      </a:cubicBezTo>
                      <a:cubicBezTo>
                        <a:pt x="8831" y="4538"/>
                        <a:pt x="8820" y="5120"/>
                        <a:pt x="8806" y="5702"/>
                      </a:cubicBezTo>
                      <a:cubicBezTo>
                        <a:pt x="9012" y="5702"/>
                        <a:pt x="9218" y="5702"/>
                        <a:pt x="9431" y="5702"/>
                      </a:cubicBezTo>
                      <a:cubicBezTo>
                        <a:pt x="9431" y="7146"/>
                        <a:pt x="9431" y="8590"/>
                        <a:pt x="9431" y="10077"/>
                      </a:cubicBezTo>
                      <a:cubicBezTo>
                        <a:pt x="8806" y="10077"/>
                        <a:pt x="8806" y="10077"/>
                        <a:pt x="8610" y="9949"/>
                      </a:cubicBezTo>
                      <a:cubicBezTo>
                        <a:pt x="8532" y="9859"/>
                        <a:pt x="8532" y="9859"/>
                        <a:pt x="8458" y="9757"/>
                      </a:cubicBezTo>
                      <a:cubicBezTo>
                        <a:pt x="8432" y="9720"/>
                        <a:pt x="8405" y="9684"/>
                        <a:pt x="8378" y="9646"/>
                      </a:cubicBezTo>
                      <a:cubicBezTo>
                        <a:pt x="8035" y="9096"/>
                        <a:pt x="8102" y="8437"/>
                        <a:pt x="8117" y="7813"/>
                      </a:cubicBezTo>
                      <a:cubicBezTo>
                        <a:pt x="8121" y="7629"/>
                        <a:pt x="8122" y="7444"/>
                        <a:pt x="8123" y="7259"/>
                      </a:cubicBezTo>
                      <a:cubicBezTo>
                        <a:pt x="8124" y="6911"/>
                        <a:pt x="8130" y="6563"/>
                        <a:pt x="8136" y="6215"/>
                      </a:cubicBezTo>
                      <a:cubicBezTo>
                        <a:pt x="8143" y="5817"/>
                        <a:pt x="8146" y="5420"/>
                        <a:pt x="8149" y="5023"/>
                      </a:cubicBezTo>
                      <a:cubicBezTo>
                        <a:pt x="8156" y="4208"/>
                        <a:pt x="8167" y="3393"/>
                        <a:pt x="8181" y="2577"/>
                      </a:cubicBezTo>
                      <a:cubicBezTo>
                        <a:pt x="8080" y="2573"/>
                        <a:pt x="7979" y="2570"/>
                        <a:pt x="7878" y="2568"/>
                      </a:cubicBezTo>
                      <a:cubicBezTo>
                        <a:pt x="7849" y="2567"/>
                        <a:pt x="7820" y="2566"/>
                        <a:pt x="7791" y="2564"/>
                      </a:cubicBezTo>
                      <a:cubicBezTo>
                        <a:pt x="7656" y="2562"/>
                        <a:pt x="7575" y="2563"/>
                        <a:pt x="7465" y="2644"/>
                      </a:cubicBezTo>
                      <a:cubicBezTo>
                        <a:pt x="7398" y="2735"/>
                        <a:pt x="7357" y="2822"/>
                        <a:pt x="7315" y="2927"/>
                      </a:cubicBezTo>
                      <a:cubicBezTo>
                        <a:pt x="7298" y="2964"/>
                        <a:pt x="7282" y="3001"/>
                        <a:pt x="7265" y="3040"/>
                      </a:cubicBezTo>
                      <a:cubicBezTo>
                        <a:pt x="7059" y="3543"/>
                        <a:pt x="7054" y="4082"/>
                        <a:pt x="7028" y="4618"/>
                      </a:cubicBezTo>
                      <a:cubicBezTo>
                        <a:pt x="6983" y="5499"/>
                        <a:pt x="6983" y="5499"/>
                        <a:pt x="6728" y="5734"/>
                      </a:cubicBezTo>
                      <a:cubicBezTo>
                        <a:pt x="6691" y="5763"/>
                        <a:pt x="6654" y="5792"/>
                        <a:pt x="6615" y="5822"/>
                      </a:cubicBezTo>
                      <a:cubicBezTo>
                        <a:pt x="6435" y="5980"/>
                        <a:pt x="6390" y="6196"/>
                        <a:pt x="6319" y="6418"/>
                      </a:cubicBezTo>
                      <a:cubicBezTo>
                        <a:pt x="6160" y="6846"/>
                        <a:pt x="5985" y="7294"/>
                        <a:pt x="5576" y="7539"/>
                      </a:cubicBezTo>
                      <a:cubicBezTo>
                        <a:pt x="5240" y="7664"/>
                        <a:pt x="4851" y="7579"/>
                        <a:pt x="4533" y="7439"/>
                      </a:cubicBezTo>
                      <a:cubicBezTo>
                        <a:pt x="4350" y="7313"/>
                        <a:pt x="4303" y="7150"/>
                        <a:pt x="4262" y="6939"/>
                      </a:cubicBezTo>
                      <a:cubicBezTo>
                        <a:pt x="4241" y="6804"/>
                        <a:pt x="4227" y="6672"/>
                        <a:pt x="4222" y="6535"/>
                      </a:cubicBezTo>
                      <a:cubicBezTo>
                        <a:pt x="3950" y="6471"/>
                        <a:pt x="3653" y="6417"/>
                        <a:pt x="3389" y="6535"/>
                      </a:cubicBezTo>
                      <a:cubicBezTo>
                        <a:pt x="3295" y="6665"/>
                        <a:pt x="3262" y="6812"/>
                        <a:pt x="3220" y="6965"/>
                      </a:cubicBezTo>
                      <a:cubicBezTo>
                        <a:pt x="3054" y="7566"/>
                        <a:pt x="2686" y="7873"/>
                        <a:pt x="2230" y="8280"/>
                      </a:cubicBezTo>
                      <a:cubicBezTo>
                        <a:pt x="1769" y="8694"/>
                        <a:pt x="1438" y="9009"/>
                        <a:pt x="1391" y="9647"/>
                      </a:cubicBezTo>
                      <a:cubicBezTo>
                        <a:pt x="1387" y="9744"/>
                        <a:pt x="1384" y="9841"/>
                        <a:pt x="1382" y="9938"/>
                      </a:cubicBezTo>
                      <a:cubicBezTo>
                        <a:pt x="1376" y="10132"/>
                        <a:pt x="1370" y="10310"/>
                        <a:pt x="1306" y="10494"/>
                      </a:cubicBezTo>
                      <a:cubicBezTo>
                        <a:pt x="1049" y="10711"/>
                        <a:pt x="704" y="10726"/>
                        <a:pt x="380" y="10730"/>
                      </a:cubicBezTo>
                      <a:cubicBezTo>
                        <a:pt x="258" y="10700"/>
                        <a:pt x="181" y="10663"/>
                        <a:pt x="96" y="10568"/>
                      </a:cubicBezTo>
                      <a:cubicBezTo>
                        <a:pt x="7" y="10404"/>
                        <a:pt x="22" y="10214"/>
                        <a:pt x="21" y="10032"/>
                      </a:cubicBezTo>
                      <a:cubicBezTo>
                        <a:pt x="20" y="10010"/>
                        <a:pt x="20" y="10010"/>
                        <a:pt x="19" y="9896"/>
                      </a:cubicBezTo>
                      <a:cubicBezTo>
                        <a:pt x="18" y="9801"/>
                        <a:pt x="17" y="9706"/>
                        <a:pt x="17" y="9611"/>
                      </a:cubicBezTo>
                      <a:cubicBezTo>
                        <a:pt x="17" y="9466"/>
                        <a:pt x="13" y="9322"/>
                        <a:pt x="9" y="9178"/>
                      </a:cubicBezTo>
                      <a:cubicBezTo>
                        <a:pt x="0" y="8447"/>
                        <a:pt x="0" y="8447"/>
                        <a:pt x="149" y="8278"/>
                      </a:cubicBezTo>
                      <a:cubicBezTo>
                        <a:pt x="224" y="8215"/>
                        <a:pt x="300" y="8155"/>
                        <a:pt x="377" y="8096"/>
                      </a:cubicBezTo>
                      <a:cubicBezTo>
                        <a:pt x="563" y="7897"/>
                        <a:pt x="525" y="7611"/>
                        <a:pt x="534" y="7351"/>
                      </a:cubicBezTo>
                      <a:cubicBezTo>
                        <a:pt x="558" y="6766"/>
                        <a:pt x="558" y="6766"/>
                        <a:pt x="681" y="6535"/>
                      </a:cubicBezTo>
                      <a:cubicBezTo>
                        <a:pt x="969" y="6306"/>
                        <a:pt x="1368" y="6312"/>
                        <a:pt x="1722" y="6327"/>
                      </a:cubicBezTo>
                      <a:cubicBezTo>
                        <a:pt x="1730" y="6372"/>
                        <a:pt x="1738" y="6417"/>
                        <a:pt x="1746" y="6464"/>
                      </a:cubicBezTo>
                      <a:cubicBezTo>
                        <a:pt x="1760" y="6523"/>
                        <a:pt x="1774" y="6581"/>
                        <a:pt x="1788" y="6640"/>
                      </a:cubicBezTo>
                      <a:cubicBezTo>
                        <a:pt x="1792" y="6669"/>
                        <a:pt x="1797" y="6699"/>
                        <a:pt x="1802" y="6730"/>
                      </a:cubicBezTo>
                      <a:cubicBezTo>
                        <a:pt x="1830" y="6836"/>
                        <a:pt x="1846" y="6882"/>
                        <a:pt x="1931" y="6952"/>
                      </a:cubicBezTo>
                      <a:cubicBezTo>
                        <a:pt x="2142" y="6980"/>
                        <a:pt x="2344" y="6970"/>
                        <a:pt x="2556" y="6952"/>
                      </a:cubicBezTo>
                      <a:cubicBezTo>
                        <a:pt x="2555" y="6903"/>
                        <a:pt x="2554" y="6853"/>
                        <a:pt x="2553" y="6802"/>
                      </a:cubicBezTo>
                      <a:cubicBezTo>
                        <a:pt x="2549" y="6619"/>
                        <a:pt x="2546" y="6435"/>
                        <a:pt x="2544" y="6251"/>
                      </a:cubicBezTo>
                      <a:cubicBezTo>
                        <a:pt x="2543" y="6172"/>
                        <a:pt x="2542" y="6093"/>
                        <a:pt x="2540" y="6013"/>
                      </a:cubicBezTo>
                      <a:cubicBezTo>
                        <a:pt x="2538" y="5899"/>
                        <a:pt x="2536" y="5785"/>
                        <a:pt x="2535" y="5670"/>
                      </a:cubicBezTo>
                      <a:cubicBezTo>
                        <a:pt x="2534" y="5635"/>
                        <a:pt x="2533" y="5600"/>
                        <a:pt x="2532" y="5563"/>
                      </a:cubicBezTo>
                      <a:cubicBezTo>
                        <a:pt x="2532" y="5389"/>
                        <a:pt x="2541" y="5307"/>
                        <a:pt x="2641" y="5159"/>
                      </a:cubicBezTo>
                      <a:cubicBezTo>
                        <a:pt x="2792" y="5059"/>
                        <a:pt x="2913" y="5044"/>
                        <a:pt x="3089" y="5042"/>
                      </a:cubicBezTo>
                      <a:cubicBezTo>
                        <a:pt x="3120" y="5041"/>
                        <a:pt x="3151" y="5041"/>
                        <a:pt x="3183" y="5040"/>
                      </a:cubicBezTo>
                      <a:cubicBezTo>
                        <a:pt x="3249" y="5039"/>
                        <a:pt x="3314" y="5039"/>
                        <a:pt x="3380" y="5039"/>
                      </a:cubicBezTo>
                      <a:cubicBezTo>
                        <a:pt x="3479" y="5038"/>
                        <a:pt x="3578" y="5034"/>
                        <a:pt x="3678" y="5030"/>
                      </a:cubicBezTo>
                      <a:cubicBezTo>
                        <a:pt x="4148" y="5022"/>
                        <a:pt x="4148" y="5022"/>
                        <a:pt x="4347" y="5169"/>
                      </a:cubicBezTo>
                      <a:cubicBezTo>
                        <a:pt x="4415" y="5243"/>
                        <a:pt x="4482" y="5319"/>
                        <a:pt x="4546" y="5396"/>
                      </a:cubicBezTo>
                      <a:cubicBezTo>
                        <a:pt x="4671" y="5528"/>
                        <a:pt x="4773" y="5562"/>
                        <a:pt x="4951" y="5583"/>
                      </a:cubicBezTo>
                      <a:cubicBezTo>
                        <a:pt x="4986" y="5584"/>
                        <a:pt x="5020" y="5584"/>
                        <a:pt x="5056" y="5585"/>
                      </a:cubicBezTo>
                      <a:cubicBezTo>
                        <a:pt x="5092" y="5586"/>
                        <a:pt x="5129" y="5586"/>
                        <a:pt x="5166" y="5587"/>
                      </a:cubicBezTo>
                      <a:cubicBezTo>
                        <a:pt x="5289" y="5575"/>
                        <a:pt x="5366" y="5556"/>
                        <a:pt x="5472" y="5494"/>
                      </a:cubicBezTo>
                      <a:cubicBezTo>
                        <a:pt x="5672" y="5226"/>
                        <a:pt x="5758" y="4890"/>
                        <a:pt x="5840" y="4571"/>
                      </a:cubicBezTo>
                      <a:cubicBezTo>
                        <a:pt x="5889" y="4452"/>
                        <a:pt x="5889" y="4452"/>
                        <a:pt x="5997" y="4351"/>
                      </a:cubicBezTo>
                      <a:cubicBezTo>
                        <a:pt x="6123" y="4217"/>
                        <a:pt x="6126" y="4117"/>
                        <a:pt x="6127" y="3941"/>
                      </a:cubicBezTo>
                      <a:cubicBezTo>
                        <a:pt x="6130" y="3881"/>
                        <a:pt x="6133" y="3820"/>
                        <a:pt x="6137" y="3760"/>
                      </a:cubicBezTo>
                      <a:cubicBezTo>
                        <a:pt x="6139" y="3729"/>
                        <a:pt x="6141" y="3697"/>
                        <a:pt x="6143" y="3665"/>
                      </a:cubicBezTo>
                      <a:cubicBezTo>
                        <a:pt x="6177" y="3171"/>
                        <a:pt x="6231" y="2794"/>
                        <a:pt x="6612" y="2455"/>
                      </a:cubicBezTo>
                      <a:cubicBezTo>
                        <a:pt x="6683" y="2395"/>
                        <a:pt x="6754" y="2336"/>
                        <a:pt x="6827" y="2278"/>
                      </a:cubicBezTo>
                      <a:cubicBezTo>
                        <a:pt x="7260" y="1927"/>
                        <a:pt x="7424" y="1636"/>
                        <a:pt x="7495" y="1078"/>
                      </a:cubicBezTo>
                      <a:cubicBezTo>
                        <a:pt x="7529" y="745"/>
                        <a:pt x="7549" y="412"/>
                        <a:pt x="7556" y="77"/>
                      </a:cubicBezTo>
                      <a:close/>
                    </a:path>
                  </a:pathLst>
                </a:custGeom>
                <a:solidFill>
                  <a:srgbClr val="F253AA"/>
                </a:solidFill>
                <a:ln w="2646" cap="flat">
                  <a:noFill/>
                </a:ln>
              </p:spPr>
            </p:sp>
            <p:sp>
              <p:nvSpPr>
                <p:cNvPr id="3500" name="ICON_OUT_WAVE_GRAPHIC_path_021"/>
                <p:cNvSpPr/>
                <p:nvPr/>
              </p:nvSpPr>
              <p:spPr>
                <a:xfrm>
                  <a:off x="9418812" y="3436938"/>
                  <a:ext cx="101698" cy="1190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008" h="9375" fill="norm" stroke="0">
                      <a:moveTo>
                        <a:pt x="3570" y="0"/>
                      </a:moveTo>
                      <a:cubicBezTo>
                        <a:pt x="3741" y="34"/>
                        <a:pt x="3741" y="34"/>
                        <a:pt x="4611" y="208"/>
                      </a:cubicBezTo>
                      <a:cubicBezTo>
                        <a:pt x="4611" y="1583"/>
                        <a:pt x="4611" y="2958"/>
                        <a:pt x="4611" y="4375"/>
                      </a:cubicBezTo>
                      <a:cubicBezTo>
                        <a:pt x="4955" y="4375"/>
                        <a:pt x="5299" y="4375"/>
                        <a:pt x="5653" y="4375"/>
                      </a:cubicBezTo>
                      <a:cubicBezTo>
                        <a:pt x="5791" y="4706"/>
                        <a:pt x="5791" y="4706"/>
                        <a:pt x="5791" y="4863"/>
                      </a:cubicBezTo>
                      <a:cubicBezTo>
                        <a:pt x="5814" y="4908"/>
                        <a:pt x="5837" y="4954"/>
                        <a:pt x="5861" y="5000"/>
                      </a:cubicBezTo>
                      <a:cubicBezTo>
                        <a:pt x="6067" y="5000"/>
                        <a:pt x="6274" y="5000"/>
                        <a:pt x="6486" y="5000"/>
                      </a:cubicBezTo>
                      <a:cubicBezTo>
                        <a:pt x="6486" y="4450"/>
                        <a:pt x="6486" y="3900"/>
                        <a:pt x="6486" y="3333"/>
                      </a:cubicBezTo>
                      <a:cubicBezTo>
                        <a:pt x="6570" y="3314"/>
                        <a:pt x="6570" y="3314"/>
                        <a:pt x="6994" y="3216"/>
                      </a:cubicBezTo>
                      <a:cubicBezTo>
                        <a:pt x="7046" y="3203"/>
                        <a:pt x="7099" y="3191"/>
                        <a:pt x="7153" y="3178"/>
                      </a:cubicBezTo>
                      <a:cubicBezTo>
                        <a:pt x="7195" y="3169"/>
                        <a:pt x="7237" y="3160"/>
                        <a:pt x="7280" y="3150"/>
                      </a:cubicBezTo>
                      <a:cubicBezTo>
                        <a:pt x="7322" y="3140"/>
                        <a:pt x="7365" y="3131"/>
                        <a:pt x="7409" y="3120"/>
                      </a:cubicBezTo>
                      <a:cubicBezTo>
                        <a:pt x="7528" y="3125"/>
                        <a:pt x="7528" y="3125"/>
                        <a:pt x="7642" y="3202"/>
                      </a:cubicBezTo>
                      <a:cubicBezTo>
                        <a:pt x="7779" y="3359"/>
                        <a:pt x="7792" y="3549"/>
                        <a:pt x="7817" y="3749"/>
                      </a:cubicBezTo>
                      <a:cubicBezTo>
                        <a:pt x="7822" y="3790"/>
                        <a:pt x="7827" y="3830"/>
                        <a:pt x="7833" y="3871"/>
                      </a:cubicBezTo>
                      <a:cubicBezTo>
                        <a:pt x="7844" y="3957"/>
                        <a:pt x="7854" y="4042"/>
                        <a:pt x="7864" y="4127"/>
                      </a:cubicBezTo>
                      <a:cubicBezTo>
                        <a:pt x="7879" y="4257"/>
                        <a:pt x="7898" y="4386"/>
                        <a:pt x="7917" y="4515"/>
                      </a:cubicBezTo>
                      <a:cubicBezTo>
                        <a:pt x="8008" y="5207"/>
                        <a:pt x="8008" y="5207"/>
                        <a:pt x="7805" y="5476"/>
                      </a:cubicBezTo>
                      <a:cubicBezTo>
                        <a:pt x="7528" y="5625"/>
                        <a:pt x="7528" y="5625"/>
                        <a:pt x="6486" y="5625"/>
                      </a:cubicBezTo>
                      <a:cubicBezTo>
                        <a:pt x="6486" y="6794"/>
                        <a:pt x="6486" y="7962"/>
                        <a:pt x="6486" y="9167"/>
                      </a:cubicBezTo>
                      <a:cubicBezTo>
                        <a:pt x="6314" y="9201"/>
                        <a:pt x="6314" y="9201"/>
                        <a:pt x="5445" y="9375"/>
                      </a:cubicBezTo>
                      <a:cubicBezTo>
                        <a:pt x="5236" y="9167"/>
                        <a:pt x="5236" y="9167"/>
                        <a:pt x="5211" y="9055"/>
                      </a:cubicBezTo>
                      <a:cubicBezTo>
                        <a:pt x="5211" y="9035"/>
                        <a:pt x="5211" y="9035"/>
                        <a:pt x="5212" y="8933"/>
                      </a:cubicBezTo>
                      <a:cubicBezTo>
                        <a:pt x="5213" y="8887"/>
                        <a:pt x="5213" y="8841"/>
                        <a:pt x="5213" y="8794"/>
                      </a:cubicBezTo>
                      <a:cubicBezTo>
                        <a:pt x="5214" y="8745"/>
                        <a:pt x="5215" y="8696"/>
                        <a:pt x="5216" y="8645"/>
                      </a:cubicBezTo>
                      <a:cubicBezTo>
                        <a:pt x="5216" y="8594"/>
                        <a:pt x="5216" y="8544"/>
                        <a:pt x="5217" y="8492"/>
                      </a:cubicBezTo>
                      <a:cubicBezTo>
                        <a:pt x="5217" y="8358"/>
                        <a:pt x="5220" y="8224"/>
                        <a:pt x="5222" y="8090"/>
                      </a:cubicBezTo>
                      <a:cubicBezTo>
                        <a:pt x="5224" y="7953"/>
                        <a:pt x="5225" y="7816"/>
                        <a:pt x="5226" y="7679"/>
                      </a:cubicBezTo>
                      <a:cubicBezTo>
                        <a:pt x="5228" y="7411"/>
                        <a:pt x="5232" y="7143"/>
                        <a:pt x="5236" y="6875"/>
                      </a:cubicBezTo>
                      <a:cubicBezTo>
                        <a:pt x="5206" y="6876"/>
                        <a:pt x="5175" y="6877"/>
                        <a:pt x="5144" y="6878"/>
                      </a:cubicBezTo>
                      <a:cubicBezTo>
                        <a:pt x="5005" y="6883"/>
                        <a:pt x="4867" y="6885"/>
                        <a:pt x="4728" y="6888"/>
                      </a:cubicBezTo>
                      <a:cubicBezTo>
                        <a:pt x="4680" y="6890"/>
                        <a:pt x="4632" y="6891"/>
                        <a:pt x="4583" y="6893"/>
                      </a:cubicBezTo>
                      <a:cubicBezTo>
                        <a:pt x="4185" y="6899"/>
                        <a:pt x="4185" y="6899"/>
                        <a:pt x="4058" y="6794"/>
                      </a:cubicBezTo>
                      <a:cubicBezTo>
                        <a:pt x="3959" y="6618"/>
                        <a:pt x="3960" y="6480"/>
                        <a:pt x="3966" y="6282"/>
                      </a:cubicBezTo>
                      <a:cubicBezTo>
                        <a:pt x="3966" y="6245"/>
                        <a:pt x="3966" y="6208"/>
                        <a:pt x="3967" y="6171"/>
                      </a:cubicBezTo>
                      <a:cubicBezTo>
                        <a:pt x="3968" y="6054"/>
                        <a:pt x="3971" y="5937"/>
                        <a:pt x="3973" y="5820"/>
                      </a:cubicBezTo>
                      <a:cubicBezTo>
                        <a:pt x="3974" y="5741"/>
                        <a:pt x="3975" y="5662"/>
                        <a:pt x="3976" y="5582"/>
                      </a:cubicBezTo>
                      <a:cubicBezTo>
                        <a:pt x="3978" y="5388"/>
                        <a:pt x="3982" y="5194"/>
                        <a:pt x="3986" y="5000"/>
                      </a:cubicBezTo>
                      <a:cubicBezTo>
                        <a:pt x="3772" y="4977"/>
                        <a:pt x="3575" y="4966"/>
                        <a:pt x="3361" y="5000"/>
                      </a:cubicBezTo>
                      <a:cubicBezTo>
                        <a:pt x="3230" y="5108"/>
                        <a:pt x="3184" y="5233"/>
                        <a:pt x="3127" y="5391"/>
                      </a:cubicBezTo>
                      <a:cubicBezTo>
                        <a:pt x="3096" y="5464"/>
                        <a:pt x="3065" y="5537"/>
                        <a:pt x="3034" y="5610"/>
                      </a:cubicBezTo>
                      <a:cubicBezTo>
                        <a:pt x="2987" y="5724"/>
                        <a:pt x="2944" y="5835"/>
                        <a:pt x="2909" y="5954"/>
                      </a:cubicBezTo>
                      <a:cubicBezTo>
                        <a:pt x="2868" y="6069"/>
                        <a:pt x="2868" y="6069"/>
                        <a:pt x="2736" y="6250"/>
                      </a:cubicBezTo>
                      <a:cubicBezTo>
                        <a:pt x="2530" y="6250"/>
                        <a:pt x="2324" y="6250"/>
                        <a:pt x="2111" y="6250"/>
                      </a:cubicBezTo>
                      <a:cubicBezTo>
                        <a:pt x="2111" y="5837"/>
                        <a:pt x="2111" y="5425"/>
                        <a:pt x="2111" y="5000"/>
                      </a:cubicBezTo>
                      <a:cubicBezTo>
                        <a:pt x="1905" y="5000"/>
                        <a:pt x="1699" y="5000"/>
                        <a:pt x="1486" y="5000"/>
                      </a:cubicBezTo>
                      <a:cubicBezTo>
                        <a:pt x="1418" y="5275"/>
                        <a:pt x="1349" y="5550"/>
                        <a:pt x="1278" y="5833"/>
                      </a:cubicBezTo>
                      <a:cubicBezTo>
                        <a:pt x="1255" y="5776"/>
                        <a:pt x="1232" y="5718"/>
                        <a:pt x="1209" y="5658"/>
                      </a:cubicBezTo>
                      <a:cubicBezTo>
                        <a:pt x="953" y="5059"/>
                        <a:pt x="953" y="5059"/>
                        <a:pt x="784" y="4950"/>
                      </a:cubicBezTo>
                      <a:cubicBezTo>
                        <a:pt x="701" y="4920"/>
                        <a:pt x="622" y="4899"/>
                        <a:pt x="536" y="4883"/>
                      </a:cubicBezTo>
                      <a:cubicBezTo>
                        <a:pt x="364" y="4846"/>
                        <a:pt x="256" y="4814"/>
                        <a:pt x="135" y="4679"/>
                      </a:cubicBezTo>
                      <a:cubicBezTo>
                        <a:pt x="25" y="4475"/>
                        <a:pt x="0" y="4281"/>
                        <a:pt x="55" y="4056"/>
                      </a:cubicBezTo>
                      <a:cubicBezTo>
                        <a:pt x="129" y="3836"/>
                        <a:pt x="223" y="3628"/>
                        <a:pt x="319" y="3418"/>
                      </a:cubicBezTo>
                      <a:cubicBezTo>
                        <a:pt x="414" y="3208"/>
                        <a:pt x="484" y="3002"/>
                        <a:pt x="544" y="2780"/>
                      </a:cubicBezTo>
                      <a:cubicBezTo>
                        <a:pt x="560" y="2722"/>
                        <a:pt x="576" y="2664"/>
                        <a:pt x="593" y="2606"/>
                      </a:cubicBezTo>
                      <a:cubicBezTo>
                        <a:pt x="617" y="2521"/>
                        <a:pt x="640" y="2436"/>
                        <a:pt x="660" y="2350"/>
                      </a:cubicBezTo>
                      <a:cubicBezTo>
                        <a:pt x="666" y="2322"/>
                        <a:pt x="673" y="2295"/>
                        <a:pt x="679" y="2267"/>
                      </a:cubicBezTo>
                      <a:cubicBezTo>
                        <a:pt x="685" y="2243"/>
                        <a:pt x="690" y="2218"/>
                        <a:pt x="695" y="2194"/>
                      </a:cubicBezTo>
                      <a:cubicBezTo>
                        <a:pt x="724" y="2112"/>
                        <a:pt x="724" y="2112"/>
                        <a:pt x="861" y="1875"/>
                      </a:cubicBezTo>
                      <a:cubicBezTo>
                        <a:pt x="1067" y="1875"/>
                        <a:pt x="1274" y="1875"/>
                        <a:pt x="1486" y="1875"/>
                      </a:cubicBezTo>
                      <a:cubicBezTo>
                        <a:pt x="1486" y="2494"/>
                        <a:pt x="1486" y="3113"/>
                        <a:pt x="1486" y="3750"/>
                      </a:cubicBezTo>
                      <a:cubicBezTo>
                        <a:pt x="1692" y="3750"/>
                        <a:pt x="1899" y="3750"/>
                        <a:pt x="2111" y="3750"/>
                      </a:cubicBezTo>
                      <a:cubicBezTo>
                        <a:pt x="2181" y="3613"/>
                        <a:pt x="2181" y="3613"/>
                        <a:pt x="2181" y="3536"/>
                      </a:cubicBezTo>
                      <a:cubicBezTo>
                        <a:pt x="2194" y="3378"/>
                        <a:pt x="2206" y="3244"/>
                        <a:pt x="2320" y="3125"/>
                      </a:cubicBezTo>
                      <a:cubicBezTo>
                        <a:pt x="2496" y="3084"/>
                        <a:pt x="2668" y="3096"/>
                        <a:pt x="2849" y="3105"/>
                      </a:cubicBezTo>
                      <a:cubicBezTo>
                        <a:pt x="2873" y="3106"/>
                        <a:pt x="2873" y="3106"/>
                        <a:pt x="2997" y="3110"/>
                      </a:cubicBezTo>
                      <a:cubicBezTo>
                        <a:pt x="3119" y="3113"/>
                        <a:pt x="3240" y="3119"/>
                        <a:pt x="3361" y="3125"/>
                      </a:cubicBezTo>
                      <a:cubicBezTo>
                        <a:pt x="3361" y="3089"/>
                        <a:pt x="3360" y="3053"/>
                        <a:pt x="3360" y="3016"/>
                      </a:cubicBezTo>
                      <a:cubicBezTo>
                        <a:pt x="3356" y="2675"/>
                        <a:pt x="3352" y="2335"/>
                        <a:pt x="3350" y="1995"/>
                      </a:cubicBezTo>
                      <a:cubicBezTo>
                        <a:pt x="3349" y="1820"/>
                        <a:pt x="3348" y="1645"/>
                        <a:pt x="3346" y="1470"/>
                      </a:cubicBezTo>
                      <a:cubicBezTo>
                        <a:pt x="3343" y="1301"/>
                        <a:pt x="3342" y="1132"/>
                        <a:pt x="3341" y="964"/>
                      </a:cubicBezTo>
                      <a:cubicBezTo>
                        <a:pt x="3341" y="899"/>
                        <a:pt x="3340" y="835"/>
                        <a:pt x="3339" y="770"/>
                      </a:cubicBezTo>
                      <a:cubicBezTo>
                        <a:pt x="3338" y="680"/>
                        <a:pt x="3337" y="590"/>
                        <a:pt x="3337" y="500"/>
                      </a:cubicBezTo>
                      <a:cubicBezTo>
                        <a:pt x="3337" y="448"/>
                        <a:pt x="3337" y="397"/>
                        <a:pt x="3336" y="344"/>
                      </a:cubicBezTo>
                      <a:cubicBezTo>
                        <a:pt x="3361" y="208"/>
                        <a:pt x="3361" y="208"/>
                        <a:pt x="3570" y="0"/>
                      </a:cubicBezTo>
                      <a:close/>
                    </a:path>
                  </a:pathLst>
                </a:custGeom>
                <a:solidFill>
                  <a:srgbClr val="4178FB"/>
                </a:solidFill>
                <a:ln w="2646" cap="flat">
                  <a:noFill/>
                </a:ln>
              </p:spPr>
            </p:sp>
            <p:sp>
              <p:nvSpPr>
                <p:cNvPr id="3501" name="ICON_OUT_WAVE_GRAPHIC_path_022"/>
                <p:cNvSpPr/>
                <p:nvPr/>
              </p:nvSpPr>
              <p:spPr>
                <a:xfrm>
                  <a:off x="8794750" y="3746251"/>
                  <a:ext cx="80653" cy="15106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351" h="11895" fill="norm" stroke="0">
                      <a:moveTo>
                        <a:pt x="0" y="20"/>
                      </a:moveTo>
                      <a:cubicBezTo>
                        <a:pt x="206" y="20"/>
                        <a:pt x="413" y="20"/>
                        <a:pt x="625" y="20"/>
                      </a:cubicBezTo>
                      <a:cubicBezTo>
                        <a:pt x="629" y="106"/>
                        <a:pt x="633" y="192"/>
                        <a:pt x="638" y="281"/>
                      </a:cubicBezTo>
                      <a:cubicBezTo>
                        <a:pt x="651" y="567"/>
                        <a:pt x="668" y="853"/>
                        <a:pt x="685" y="1139"/>
                      </a:cubicBezTo>
                      <a:cubicBezTo>
                        <a:pt x="695" y="1312"/>
                        <a:pt x="705" y="1485"/>
                        <a:pt x="713" y="1659"/>
                      </a:cubicBezTo>
                      <a:cubicBezTo>
                        <a:pt x="721" y="1826"/>
                        <a:pt x="730" y="1994"/>
                        <a:pt x="741" y="2161"/>
                      </a:cubicBezTo>
                      <a:cubicBezTo>
                        <a:pt x="745" y="2225"/>
                        <a:pt x="748" y="2288"/>
                        <a:pt x="751" y="2352"/>
                      </a:cubicBezTo>
                      <a:cubicBezTo>
                        <a:pt x="773" y="2903"/>
                        <a:pt x="773" y="2903"/>
                        <a:pt x="987" y="3119"/>
                      </a:cubicBezTo>
                      <a:cubicBezTo>
                        <a:pt x="1043" y="3168"/>
                        <a:pt x="1101" y="3214"/>
                        <a:pt x="1160" y="3260"/>
                      </a:cubicBezTo>
                      <a:cubicBezTo>
                        <a:pt x="1250" y="3353"/>
                        <a:pt x="1250" y="3353"/>
                        <a:pt x="1273" y="3486"/>
                      </a:cubicBezTo>
                      <a:cubicBezTo>
                        <a:pt x="1267" y="3669"/>
                        <a:pt x="1243" y="3846"/>
                        <a:pt x="1215" y="4026"/>
                      </a:cubicBezTo>
                      <a:cubicBezTo>
                        <a:pt x="1195" y="4265"/>
                        <a:pt x="1195" y="4265"/>
                        <a:pt x="1250" y="4395"/>
                      </a:cubicBezTo>
                      <a:cubicBezTo>
                        <a:pt x="1357" y="4432"/>
                        <a:pt x="1451" y="4456"/>
                        <a:pt x="1561" y="4478"/>
                      </a:cubicBezTo>
                      <a:cubicBezTo>
                        <a:pt x="1679" y="4503"/>
                        <a:pt x="1778" y="4528"/>
                        <a:pt x="1875" y="4603"/>
                      </a:cubicBezTo>
                      <a:cubicBezTo>
                        <a:pt x="1987" y="4859"/>
                        <a:pt x="1933" y="5178"/>
                        <a:pt x="1914" y="5449"/>
                      </a:cubicBezTo>
                      <a:cubicBezTo>
                        <a:pt x="1911" y="5529"/>
                        <a:pt x="1908" y="5608"/>
                        <a:pt x="1905" y="5687"/>
                      </a:cubicBezTo>
                      <a:cubicBezTo>
                        <a:pt x="1899" y="5882"/>
                        <a:pt x="1888" y="6075"/>
                        <a:pt x="1875" y="6270"/>
                      </a:cubicBezTo>
                      <a:cubicBezTo>
                        <a:pt x="2082" y="6323"/>
                        <a:pt x="2302" y="6376"/>
                        <a:pt x="2500" y="6270"/>
                      </a:cubicBezTo>
                      <a:cubicBezTo>
                        <a:pt x="2656" y="6045"/>
                        <a:pt x="2695" y="5742"/>
                        <a:pt x="2755" y="5480"/>
                      </a:cubicBezTo>
                      <a:cubicBezTo>
                        <a:pt x="2982" y="4514"/>
                        <a:pt x="2982" y="4514"/>
                        <a:pt x="3244" y="4295"/>
                      </a:cubicBezTo>
                      <a:cubicBezTo>
                        <a:pt x="3425" y="4226"/>
                        <a:pt x="3580" y="4208"/>
                        <a:pt x="3773" y="4220"/>
                      </a:cubicBezTo>
                      <a:cubicBezTo>
                        <a:pt x="4069" y="4236"/>
                        <a:pt x="4276" y="4165"/>
                        <a:pt x="4503" y="3979"/>
                      </a:cubicBezTo>
                      <a:cubicBezTo>
                        <a:pt x="5007" y="3493"/>
                        <a:pt x="4913" y="2619"/>
                        <a:pt x="4931" y="1973"/>
                      </a:cubicBezTo>
                      <a:cubicBezTo>
                        <a:pt x="4938" y="1776"/>
                        <a:pt x="4947" y="1579"/>
                        <a:pt x="4956" y="1382"/>
                      </a:cubicBezTo>
                      <a:cubicBezTo>
                        <a:pt x="4974" y="998"/>
                        <a:pt x="4988" y="613"/>
                        <a:pt x="5000" y="228"/>
                      </a:cubicBezTo>
                      <a:cubicBezTo>
                        <a:pt x="5169" y="187"/>
                        <a:pt x="5338" y="149"/>
                        <a:pt x="5508" y="111"/>
                      </a:cubicBezTo>
                      <a:cubicBezTo>
                        <a:pt x="5556" y="99"/>
                        <a:pt x="5604" y="87"/>
                        <a:pt x="5653" y="75"/>
                      </a:cubicBezTo>
                      <a:cubicBezTo>
                        <a:pt x="6000" y="0"/>
                        <a:pt x="6000" y="0"/>
                        <a:pt x="6176" y="82"/>
                      </a:cubicBezTo>
                      <a:cubicBezTo>
                        <a:pt x="6318" y="283"/>
                        <a:pt x="6298" y="567"/>
                        <a:pt x="6307" y="804"/>
                      </a:cubicBezTo>
                      <a:cubicBezTo>
                        <a:pt x="6308" y="832"/>
                        <a:pt x="6310" y="861"/>
                        <a:pt x="6311" y="890"/>
                      </a:cubicBezTo>
                      <a:cubicBezTo>
                        <a:pt x="6320" y="1103"/>
                        <a:pt x="6325" y="1316"/>
                        <a:pt x="6328" y="1530"/>
                      </a:cubicBezTo>
                      <a:cubicBezTo>
                        <a:pt x="6329" y="1561"/>
                        <a:pt x="6329" y="1593"/>
                        <a:pt x="6330" y="1625"/>
                      </a:cubicBezTo>
                      <a:cubicBezTo>
                        <a:pt x="6351" y="2882"/>
                        <a:pt x="6351" y="2882"/>
                        <a:pt x="6090" y="3208"/>
                      </a:cubicBezTo>
                      <a:cubicBezTo>
                        <a:pt x="5961" y="3339"/>
                        <a:pt x="5820" y="3443"/>
                        <a:pt x="5669" y="3546"/>
                      </a:cubicBezTo>
                      <a:cubicBezTo>
                        <a:pt x="5399" y="3732"/>
                        <a:pt x="5217" y="3886"/>
                        <a:pt x="5142" y="4216"/>
                      </a:cubicBezTo>
                      <a:cubicBezTo>
                        <a:pt x="5077" y="4594"/>
                        <a:pt x="5055" y="4974"/>
                        <a:pt x="5040" y="5355"/>
                      </a:cubicBezTo>
                      <a:cubicBezTo>
                        <a:pt x="5038" y="5400"/>
                        <a:pt x="5036" y="5445"/>
                        <a:pt x="5034" y="5491"/>
                      </a:cubicBezTo>
                      <a:cubicBezTo>
                        <a:pt x="5031" y="5576"/>
                        <a:pt x="5029" y="5661"/>
                        <a:pt x="5029" y="5747"/>
                      </a:cubicBezTo>
                      <a:cubicBezTo>
                        <a:pt x="5025" y="5932"/>
                        <a:pt x="5019" y="6033"/>
                        <a:pt x="4914" y="6190"/>
                      </a:cubicBezTo>
                      <a:cubicBezTo>
                        <a:pt x="4767" y="6286"/>
                        <a:pt x="4645" y="6305"/>
                        <a:pt x="4474" y="6314"/>
                      </a:cubicBezTo>
                      <a:cubicBezTo>
                        <a:pt x="4412" y="6319"/>
                        <a:pt x="4349" y="6324"/>
                        <a:pt x="4286" y="6330"/>
                      </a:cubicBezTo>
                      <a:cubicBezTo>
                        <a:pt x="4254" y="6333"/>
                        <a:pt x="4222" y="6335"/>
                        <a:pt x="4188" y="6338"/>
                      </a:cubicBezTo>
                      <a:cubicBezTo>
                        <a:pt x="3204" y="6431"/>
                        <a:pt x="3204" y="6431"/>
                        <a:pt x="2871" y="6789"/>
                      </a:cubicBezTo>
                      <a:cubicBezTo>
                        <a:pt x="2638" y="7113"/>
                        <a:pt x="2633" y="7531"/>
                        <a:pt x="2595" y="7916"/>
                      </a:cubicBezTo>
                      <a:cubicBezTo>
                        <a:pt x="2550" y="8363"/>
                        <a:pt x="2487" y="8699"/>
                        <a:pt x="2214" y="9069"/>
                      </a:cubicBezTo>
                      <a:cubicBezTo>
                        <a:pt x="2190" y="9103"/>
                        <a:pt x="2166" y="9137"/>
                        <a:pt x="2141" y="9172"/>
                      </a:cubicBezTo>
                      <a:cubicBezTo>
                        <a:pt x="2065" y="9264"/>
                        <a:pt x="2065" y="9264"/>
                        <a:pt x="1875" y="9395"/>
                      </a:cubicBezTo>
                      <a:cubicBezTo>
                        <a:pt x="1669" y="9395"/>
                        <a:pt x="1462" y="9395"/>
                        <a:pt x="1250" y="9395"/>
                      </a:cubicBezTo>
                      <a:cubicBezTo>
                        <a:pt x="1250" y="8570"/>
                        <a:pt x="1250" y="7745"/>
                        <a:pt x="1250" y="6895"/>
                      </a:cubicBezTo>
                      <a:cubicBezTo>
                        <a:pt x="1044" y="6895"/>
                        <a:pt x="837" y="6895"/>
                        <a:pt x="625" y="6895"/>
                      </a:cubicBezTo>
                      <a:cubicBezTo>
                        <a:pt x="625" y="8545"/>
                        <a:pt x="625" y="10195"/>
                        <a:pt x="625" y="11895"/>
                      </a:cubicBezTo>
                      <a:cubicBezTo>
                        <a:pt x="419" y="11895"/>
                        <a:pt x="212" y="11895"/>
                        <a:pt x="0" y="11895"/>
                      </a:cubicBezTo>
                      <a:cubicBezTo>
                        <a:pt x="0" y="7976"/>
                        <a:pt x="0" y="4057"/>
                        <a:pt x="0" y="20"/>
                      </a:cubicBezTo>
                      <a:close/>
                    </a:path>
                  </a:pathLst>
                </a:custGeom>
                <a:solidFill>
                  <a:srgbClr val="EB58AD"/>
                </a:solidFill>
                <a:ln w="2646" cap="flat">
                  <a:noFill/>
                </a:ln>
              </p:spPr>
            </p:sp>
            <p:sp>
              <p:nvSpPr>
                <p:cNvPr id="3502" name="ICON_OUT_WAVE_GRAPHIC_path_023"/>
                <p:cNvSpPr/>
                <p:nvPr/>
              </p:nvSpPr>
              <p:spPr>
                <a:xfrm>
                  <a:off x="9322816" y="3452812"/>
                  <a:ext cx="115440" cy="9530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090" h="7505" fill="norm" stroke="0">
                      <a:moveTo>
                        <a:pt x="3628" y="0"/>
                      </a:moveTo>
                      <a:cubicBezTo>
                        <a:pt x="3800" y="34"/>
                        <a:pt x="3800" y="34"/>
                        <a:pt x="4670" y="208"/>
                      </a:cubicBezTo>
                      <a:cubicBezTo>
                        <a:pt x="4670" y="1171"/>
                        <a:pt x="4670" y="2133"/>
                        <a:pt x="4670" y="3125"/>
                      </a:cubicBezTo>
                      <a:cubicBezTo>
                        <a:pt x="4945" y="2919"/>
                        <a:pt x="5220" y="2712"/>
                        <a:pt x="5503" y="2500"/>
                      </a:cubicBezTo>
                      <a:cubicBezTo>
                        <a:pt x="5641" y="2500"/>
                        <a:pt x="5778" y="2500"/>
                        <a:pt x="5920" y="2500"/>
                      </a:cubicBezTo>
                      <a:cubicBezTo>
                        <a:pt x="5979" y="2590"/>
                        <a:pt x="5979" y="2590"/>
                        <a:pt x="6002" y="2706"/>
                      </a:cubicBezTo>
                      <a:cubicBezTo>
                        <a:pt x="6049" y="2822"/>
                        <a:pt x="6049" y="2822"/>
                        <a:pt x="6128" y="2917"/>
                      </a:cubicBezTo>
                      <a:cubicBezTo>
                        <a:pt x="6250" y="2941"/>
                        <a:pt x="6347" y="2951"/>
                        <a:pt x="6469" y="2952"/>
                      </a:cubicBezTo>
                      <a:cubicBezTo>
                        <a:pt x="6503" y="2952"/>
                        <a:pt x="6536" y="2952"/>
                        <a:pt x="6571" y="2952"/>
                      </a:cubicBezTo>
                      <a:cubicBezTo>
                        <a:pt x="6642" y="2953"/>
                        <a:pt x="6714" y="2953"/>
                        <a:pt x="6785" y="2954"/>
                      </a:cubicBezTo>
                      <a:cubicBezTo>
                        <a:pt x="7392" y="2965"/>
                        <a:pt x="7841" y="3083"/>
                        <a:pt x="8282" y="3515"/>
                      </a:cubicBezTo>
                      <a:cubicBezTo>
                        <a:pt x="8638" y="3890"/>
                        <a:pt x="9065" y="4348"/>
                        <a:pt x="9090" y="4889"/>
                      </a:cubicBezTo>
                      <a:cubicBezTo>
                        <a:pt x="9062" y="5161"/>
                        <a:pt x="8969" y="5388"/>
                        <a:pt x="8837" y="5625"/>
                      </a:cubicBezTo>
                      <a:cubicBezTo>
                        <a:pt x="8818" y="5659"/>
                        <a:pt x="8800" y="5694"/>
                        <a:pt x="8780" y="5729"/>
                      </a:cubicBezTo>
                      <a:cubicBezTo>
                        <a:pt x="8675" y="5917"/>
                        <a:pt x="8558" y="6085"/>
                        <a:pt x="8420" y="6250"/>
                      </a:cubicBezTo>
                      <a:cubicBezTo>
                        <a:pt x="8003" y="6042"/>
                        <a:pt x="7587" y="5833"/>
                        <a:pt x="7170" y="5625"/>
                      </a:cubicBezTo>
                      <a:cubicBezTo>
                        <a:pt x="7170" y="6175"/>
                        <a:pt x="7170" y="6725"/>
                        <a:pt x="7170" y="7292"/>
                      </a:cubicBezTo>
                      <a:cubicBezTo>
                        <a:pt x="7002" y="7330"/>
                        <a:pt x="6835" y="7369"/>
                        <a:pt x="6662" y="7409"/>
                      </a:cubicBezTo>
                      <a:cubicBezTo>
                        <a:pt x="6610" y="7422"/>
                        <a:pt x="6557" y="7434"/>
                        <a:pt x="6503" y="7447"/>
                      </a:cubicBezTo>
                      <a:cubicBezTo>
                        <a:pt x="6461" y="7456"/>
                        <a:pt x="6420" y="7465"/>
                        <a:pt x="6376" y="7475"/>
                      </a:cubicBezTo>
                      <a:cubicBezTo>
                        <a:pt x="6334" y="7485"/>
                        <a:pt x="6291" y="7494"/>
                        <a:pt x="6248" y="7505"/>
                      </a:cubicBezTo>
                      <a:cubicBezTo>
                        <a:pt x="6128" y="7500"/>
                        <a:pt x="6128" y="7500"/>
                        <a:pt x="6010" y="7430"/>
                      </a:cubicBezTo>
                      <a:cubicBezTo>
                        <a:pt x="5853" y="7249"/>
                        <a:pt x="5895" y="6995"/>
                        <a:pt x="5900" y="6770"/>
                      </a:cubicBezTo>
                      <a:cubicBezTo>
                        <a:pt x="5900" y="6719"/>
                        <a:pt x="5900" y="6669"/>
                        <a:pt x="5901" y="6617"/>
                      </a:cubicBezTo>
                      <a:cubicBezTo>
                        <a:pt x="5901" y="6483"/>
                        <a:pt x="5903" y="6349"/>
                        <a:pt x="5906" y="6215"/>
                      </a:cubicBezTo>
                      <a:cubicBezTo>
                        <a:pt x="5908" y="6078"/>
                        <a:pt x="5909" y="5941"/>
                        <a:pt x="5910" y="5804"/>
                      </a:cubicBezTo>
                      <a:cubicBezTo>
                        <a:pt x="5912" y="5536"/>
                        <a:pt x="5916" y="5268"/>
                        <a:pt x="5920" y="5000"/>
                      </a:cubicBezTo>
                      <a:cubicBezTo>
                        <a:pt x="5714" y="5000"/>
                        <a:pt x="5508" y="5000"/>
                        <a:pt x="5295" y="5000"/>
                      </a:cubicBezTo>
                      <a:cubicBezTo>
                        <a:pt x="5295" y="5344"/>
                        <a:pt x="5295" y="5688"/>
                        <a:pt x="5295" y="6042"/>
                      </a:cubicBezTo>
                      <a:cubicBezTo>
                        <a:pt x="5126" y="6082"/>
                        <a:pt x="4957" y="6121"/>
                        <a:pt x="4787" y="6159"/>
                      </a:cubicBezTo>
                      <a:cubicBezTo>
                        <a:pt x="4739" y="6171"/>
                        <a:pt x="4691" y="6182"/>
                        <a:pt x="4642" y="6194"/>
                      </a:cubicBezTo>
                      <a:cubicBezTo>
                        <a:pt x="4619" y="6199"/>
                        <a:pt x="4619" y="6199"/>
                        <a:pt x="4501" y="6225"/>
                      </a:cubicBezTo>
                      <a:cubicBezTo>
                        <a:pt x="4459" y="6235"/>
                        <a:pt x="4416" y="6244"/>
                        <a:pt x="4373" y="6255"/>
                      </a:cubicBezTo>
                      <a:cubicBezTo>
                        <a:pt x="4253" y="6250"/>
                        <a:pt x="4253" y="6250"/>
                        <a:pt x="4135" y="6168"/>
                      </a:cubicBezTo>
                      <a:cubicBezTo>
                        <a:pt x="4023" y="6011"/>
                        <a:pt x="4023" y="5894"/>
                        <a:pt x="4030" y="5710"/>
                      </a:cubicBezTo>
                      <a:cubicBezTo>
                        <a:pt x="4022" y="4846"/>
                        <a:pt x="4022" y="4846"/>
                        <a:pt x="3837" y="4583"/>
                      </a:cubicBezTo>
                      <a:cubicBezTo>
                        <a:pt x="3614" y="4429"/>
                        <a:pt x="3308" y="4446"/>
                        <a:pt x="3048" y="4437"/>
                      </a:cubicBezTo>
                      <a:cubicBezTo>
                        <a:pt x="2572" y="4420"/>
                        <a:pt x="2262" y="4383"/>
                        <a:pt x="1923" y="4029"/>
                      </a:cubicBezTo>
                      <a:cubicBezTo>
                        <a:pt x="1906" y="4010"/>
                        <a:pt x="1889" y="3991"/>
                        <a:pt x="1870" y="3971"/>
                      </a:cubicBezTo>
                      <a:cubicBezTo>
                        <a:pt x="1836" y="3936"/>
                        <a:pt x="1803" y="3900"/>
                        <a:pt x="1767" y="3864"/>
                      </a:cubicBezTo>
                      <a:cubicBezTo>
                        <a:pt x="1611" y="3682"/>
                        <a:pt x="1526" y="3550"/>
                        <a:pt x="1525" y="3306"/>
                      </a:cubicBezTo>
                      <a:cubicBezTo>
                        <a:pt x="1530" y="3246"/>
                        <a:pt x="1536" y="3185"/>
                        <a:pt x="1545" y="3125"/>
                      </a:cubicBezTo>
                      <a:cubicBezTo>
                        <a:pt x="1505" y="3130"/>
                        <a:pt x="1465" y="3136"/>
                        <a:pt x="1424" y="3141"/>
                      </a:cubicBezTo>
                      <a:cubicBezTo>
                        <a:pt x="1188" y="3163"/>
                        <a:pt x="996" y="3173"/>
                        <a:pt x="790" y="3044"/>
                      </a:cubicBezTo>
                      <a:cubicBezTo>
                        <a:pt x="666" y="2932"/>
                        <a:pt x="564" y="2803"/>
                        <a:pt x="464" y="2669"/>
                      </a:cubicBezTo>
                      <a:cubicBezTo>
                        <a:pt x="446" y="2646"/>
                        <a:pt x="428" y="2623"/>
                        <a:pt x="409" y="2600"/>
                      </a:cubicBezTo>
                      <a:cubicBezTo>
                        <a:pt x="70" y="2166"/>
                        <a:pt x="0" y="1784"/>
                        <a:pt x="57" y="1233"/>
                      </a:cubicBezTo>
                      <a:cubicBezTo>
                        <a:pt x="66" y="1169"/>
                        <a:pt x="76" y="1105"/>
                        <a:pt x="87" y="1042"/>
                      </a:cubicBezTo>
                      <a:cubicBezTo>
                        <a:pt x="380" y="1039"/>
                        <a:pt x="683" y="1063"/>
                        <a:pt x="920" y="1250"/>
                      </a:cubicBezTo>
                      <a:cubicBezTo>
                        <a:pt x="1043" y="1470"/>
                        <a:pt x="1101" y="1706"/>
                        <a:pt x="1164" y="1948"/>
                      </a:cubicBezTo>
                      <a:cubicBezTo>
                        <a:pt x="1320" y="2548"/>
                        <a:pt x="1320" y="2548"/>
                        <a:pt x="1588" y="2736"/>
                      </a:cubicBezTo>
                      <a:cubicBezTo>
                        <a:pt x="1710" y="2806"/>
                        <a:pt x="1830" y="2866"/>
                        <a:pt x="1962" y="2917"/>
                      </a:cubicBezTo>
                      <a:cubicBezTo>
                        <a:pt x="2030" y="2779"/>
                        <a:pt x="2099" y="2642"/>
                        <a:pt x="2170" y="2500"/>
                      </a:cubicBezTo>
                      <a:cubicBezTo>
                        <a:pt x="2639" y="2606"/>
                        <a:pt x="2639" y="2606"/>
                        <a:pt x="2795" y="2708"/>
                      </a:cubicBezTo>
                      <a:cubicBezTo>
                        <a:pt x="2857" y="2869"/>
                        <a:pt x="2830" y="2951"/>
                        <a:pt x="2795" y="3125"/>
                      </a:cubicBezTo>
                      <a:cubicBezTo>
                        <a:pt x="3001" y="3125"/>
                        <a:pt x="3207" y="3125"/>
                        <a:pt x="3420" y="3125"/>
                      </a:cubicBezTo>
                      <a:cubicBezTo>
                        <a:pt x="3419" y="3038"/>
                        <a:pt x="3418" y="2950"/>
                        <a:pt x="3417" y="2861"/>
                      </a:cubicBezTo>
                      <a:cubicBezTo>
                        <a:pt x="3413" y="2572"/>
                        <a:pt x="3411" y="2284"/>
                        <a:pt x="3409" y="1995"/>
                      </a:cubicBezTo>
                      <a:cubicBezTo>
                        <a:pt x="3408" y="1820"/>
                        <a:pt x="3407" y="1645"/>
                        <a:pt x="3404" y="1470"/>
                      </a:cubicBezTo>
                      <a:cubicBezTo>
                        <a:pt x="3402" y="1301"/>
                        <a:pt x="3401" y="1132"/>
                        <a:pt x="3400" y="964"/>
                      </a:cubicBezTo>
                      <a:cubicBezTo>
                        <a:pt x="3400" y="899"/>
                        <a:pt x="3399" y="835"/>
                        <a:pt x="3398" y="770"/>
                      </a:cubicBezTo>
                      <a:cubicBezTo>
                        <a:pt x="3396" y="680"/>
                        <a:pt x="3396" y="590"/>
                        <a:pt x="3396" y="500"/>
                      </a:cubicBezTo>
                      <a:cubicBezTo>
                        <a:pt x="3396" y="448"/>
                        <a:pt x="3395" y="397"/>
                        <a:pt x="3395" y="344"/>
                      </a:cubicBezTo>
                      <a:cubicBezTo>
                        <a:pt x="3420" y="208"/>
                        <a:pt x="3420" y="208"/>
                        <a:pt x="3628" y="0"/>
                      </a:cubicBezTo>
                      <a:close/>
                    </a:path>
                  </a:pathLst>
                </a:custGeom>
                <a:solidFill>
                  <a:srgbClr val="AA8CD2"/>
                </a:solidFill>
                <a:ln w="2646" cap="flat">
                  <a:noFill/>
                </a:ln>
              </p:spPr>
            </p:sp>
            <p:sp>
              <p:nvSpPr>
                <p:cNvPr id="3503" name="ICON_OUT_WAVE_GRAPHIC_path_024"/>
                <p:cNvSpPr/>
                <p:nvPr/>
              </p:nvSpPr>
              <p:spPr>
                <a:xfrm>
                  <a:off x="9680931" y="3444260"/>
                  <a:ext cx="84259" cy="8983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635" h="7073" fill="norm" stroke="0">
                      <a:moveTo>
                        <a:pt x="5964" y="140"/>
                      </a:moveTo>
                      <a:cubicBezTo>
                        <a:pt x="6013" y="150"/>
                        <a:pt x="6062" y="161"/>
                        <a:pt x="6112" y="173"/>
                      </a:cubicBezTo>
                      <a:cubicBezTo>
                        <a:pt x="6232" y="200"/>
                        <a:pt x="6352" y="228"/>
                        <a:pt x="6472" y="257"/>
                      </a:cubicBezTo>
                      <a:cubicBezTo>
                        <a:pt x="6496" y="921"/>
                        <a:pt x="6515" y="1586"/>
                        <a:pt x="6526" y="2251"/>
                      </a:cubicBezTo>
                      <a:cubicBezTo>
                        <a:pt x="6531" y="2560"/>
                        <a:pt x="6539" y="2868"/>
                        <a:pt x="6551" y="3177"/>
                      </a:cubicBezTo>
                      <a:cubicBezTo>
                        <a:pt x="6635" y="5384"/>
                        <a:pt x="6635" y="5384"/>
                        <a:pt x="6235" y="5817"/>
                      </a:cubicBezTo>
                      <a:cubicBezTo>
                        <a:pt x="6005" y="6040"/>
                        <a:pt x="5730" y="6189"/>
                        <a:pt x="5430" y="6298"/>
                      </a:cubicBezTo>
                      <a:cubicBezTo>
                        <a:pt x="5229" y="6125"/>
                        <a:pt x="5229" y="6125"/>
                        <a:pt x="5198" y="5971"/>
                      </a:cubicBezTo>
                      <a:cubicBezTo>
                        <a:pt x="5199" y="5928"/>
                        <a:pt x="5200" y="5886"/>
                        <a:pt x="5202" y="5842"/>
                      </a:cubicBezTo>
                      <a:cubicBezTo>
                        <a:pt x="5202" y="5796"/>
                        <a:pt x="5203" y="5749"/>
                        <a:pt x="5204" y="5701"/>
                      </a:cubicBezTo>
                      <a:cubicBezTo>
                        <a:pt x="5205" y="5654"/>
                        <a:pt x="5207" y="5606"/>
                        <a:pt x="5209" y="5556"/>
                      </a:cubicBezTo>
                      <a:cubicBezTo>
                        <a:pt x="5210" y="5507"/>
                        <a:pt x="5211" y="5459"/>
                        <a:pt x="5212" y="5409"/>
                      </a:cubicBezTo>
                      <a:cubicBezTo>
                        <a:pt x="5214" y="5289"/>
                        <a:pt x="5218" y="5169"/>
                        <a:pt x="5222" y="5048"/>
                      </a:cubicBezTo>
                      <a:cubicBezTo>
                        <a:pt x="5016" y="5048"/>
                        <a:pt x="4809" y="5048"/>
                        <a:pt x="4597" y="5048"/>
                      </a:cubicBezTo>
                      <a:cubicBezTo>
                        <a:pt x="4597" y="4636"/>
                        <a:pt x="4597" y="4223"/>
                        <a:pt x="4597" y="3798"/>
                      </a:cubicBezTo>
                      <a:cubicBezTo>
                        <a:pt x="4391" y="3798"/>
                        <a:pt x="4184" y="3798"/>
                        <a:pt x="3972" y="3798"/>
                      </a:cubicBezTo>
                      <a:cubicBezTo>
                        <a:pt x="3979" y="3864"/>
                        <a:pt x="3986" y="3930"/>
                        <a:pt x="3994" y="3997"/>
                      </a:cubicBezTo>
                      <a:cubicBezTo>
                        <a:pt x="4038" y="4575"/>
                        <a:pt x="3979" y="4978"/>
                        <a:pt x="3615" y="5442"/>
                      </a:cubicBezTo>
                      <a:cubicBezTo>
                        <a:pt x="3506" y="5560"/>
                        <a:pt x="3416" y="5658"/>
                        <a:pt x="3256" y="5695"/>
                      </a:cubicBezTo>
                      <a:cubicBezTo>
                        <a:pt x="3080" y="5691"/>
                        <a:pt x="2913" y="5636"/>
                        <a:pt x="2770" y="5533"/>
                      </a:cubicBezTo>
                      <a:cubicBezTo>
                        <a:pt x="2669" y="5392"/>
                        <a:pt x="2703" y="5213"/>
                        <a:pt x="2722" y="5048"/>
                      </a:cubicBezTo>
                      <a:cubicBezTo>
                        <a:pt x="2707" y="5070"/>
                        <a:pt x="2693" y="5091"/>
                        <a:pt x="2678" y="5113"/>
                      </a:cubicBezTo>
                      <a:cubicBezTo>
                        <a:pt x="2520" y="5331"/>
                        <a:pt x="2350" y="5565"/>
                        <a:pt x="2097" y="5673"/>
                      </a:cubicBezTo>
                      <a:cubicBezTo>
                        <a:pt x="1822" y="5653"/>
                        <a:pt x="1588" y="5474"/>
                        <a:pt x="1366" y="5323"/>
                      </a:cubicBezTo>
                      <a:cubicBezTo>
                        <a:pt x="1201" y="5216"/>
                        <a:pt x="1025" y="5132"/>
                        <a:pt x="847" y="5048"/>
                      </a:cubicBezTo>
                      <a:cubicBezTo>
                        <a:pt x="870" y="5218"/>
                        <a:pt x="897" y="5387"/>
                        <a:pt x="925" y="5556"/>
                      </a:cubicBezTo>
                      <a:cubicBezTo>
                        <a:pt x="931" y="5604"/>
                        <a:pt x="938" y="5652"/>
                        <a:pt x="945" y="5701"/>
                      </a:cubicBezTo>
                      <a:cubicBezTo>
                        <a:pt x="969" y="5843"/>
                        <a:pt x="994" y="5961"/>
                        <a:pt x="1055" y="6090"/>
                      </a:cubicBezTo>
                      <a:cubicBezTo>
                        <a:pt x="1161" y="6162"/>
                        <a:pt x="1263" y="6205"/>
                        <a:pt x="1382" y="6250"/>
                      </a:cubicBezTo>
                      <a:cubicBezTo>
                        <a:pt x="1472" y="6298"/>
                        <a:pt x="1472" y="6298"/>
                        <a:pt x="1506" y="6372"/>
                      </a:cubicBezTo>
                      <a:cubicBezTo>
                        <a:pt x="1513" y="6459"/>
                        <a:pt x="1509" y="6537"/>
                        <a:pt x="1498" y="6624"/>
                      </a:cubicBezTo>
                      <a:cubicBezTo>
                        <a:pt x="1496" y="6653"/>
                        <a:pt x="1494" y="6682"/>
                        <a:pt x="1492" y="6711"/>
                      </a:cubicBezTo>
                      <a:cubicBezTo>
                        <a:pt x="1487" y="6782"/>
                        <a:pt x="1480" y="6853"/>
                        <a:pt x="1472" y="6923"/>
                      </a:cubicBezTo>
                      <a:cubicBezTo>
                        <a:pt x="1133" y="6999"/>
                        <a:pt x="757" y="7073"/>
                        <a:pt x="430" y="6923"/>
                      </a:cubicBezTo>
                      <a:cubicBezTo>
                        <a:pt x="283" y="6746"/>
                        <a:pt x="212" y="6556"/>
                        <a:pt x="144" y="6338"/>
                      </a:cubicBezTo>
                      <a:cubicBezTo>
                        <a:pt x="135" y="6310"/>
                        <a:pt x="126" y="6283"/>
                        <a:pt x="116" y="6255"/>
                      </a:cubicBezTo>
                      <a:cubicBezTo>
                        <a:pt x="2" y="5893"/>
                        <a:pt x="0" y="5644"/>
                        <a:pt x="144" y="5294"/>
                      </a:cubicBezTo>
                      <a:cubicBezTo>
                        <a:pt x="228" y="5073"/>
                        <a:pt x="231" y="4886"/>
                        <a:pt x="213" y="4652"/>
                      </a:cubicBezTo>
                      <a:cubicBezTo>
                        <a:pt x="210" y="4618"/>
                        <a:pt x="208" y="4584"/>
                        <a:pt x="205" y="4548"/>
                      </a:cubicBezTo>
                      <a:cubicBezTo>
                        <a:pt x="200" y="4478"/>
                        <a:pt x="195" y="4407"/>
                        <a:pt x="190" y="4336"/>
                      </a:cubicBezTo>
                      <a:cubicBezTo>
                        <a:pt x="159" y="3846"/>
                        <a:pt x="140" y="3376"/>
                        <a:pt x="446" y="2968"/>
                      </a:cubicBezTo>
                      <a:cubicBezTo>
                        <a:pt x="843" y="2551"/>
                        <a:pt x="1270" y="2470"/>
                        <a:pt x="1824" y="2457"/>
                      </a:cubicBezTo>
                      <a:cubicBezTo>
                        <a:pt x="1856" y="2456"/>
                        <a:pt x="1889" y="2455"/>
                        <a:pt x="1922" y="2453"/>
                      </a:cubicBezTo>
                      <a:cubicBezTo>
                        <a:pt x="2137" y="2448"/>
                        <a:pt x="2316" y="2457"/>
                        <a:pt x="2514" y="2548"/>
                      </a:cubicBezTo>
                      <a:cubicBezTo>
                        <a:pt x="2598" y="2670"/>
                        <a:pt x="2632" y="2804"/>
                        <a:pt x="2656" y="2949"/>
                      </a:cubicBezTo>
                      <a:cubicBezTo>
                        <a:pt x="2670" y="3032"/>
                        <a:pt x="2670" y="3032"/>
                        <a:pt x="2722" y="3173"/>
                      </a:cubicBezTo>
                      <a:cubicBezTo>
                        <a:pt x="2866" y="3252"/>
                        <a:pt x="3043" y="3272"/>
                        <a:pt x="3203" y="3237"/>
                      </a:cubicBezTo>
                      <a:cubicBezTo>
                        <a:pt x="3296" y="3209"/>
                        <a:pt x="3335" y="3191"/>
                        <a:pt x="3389" y="3109"/>
                      </a:cubicBezTo>
                      <a:cubicBezTo>
                        <a:pt x="3433" y="2998"/>
                        <a:pt x="3460" y="2890"/>
                        <a:pt x="3476" y="2771"/>
                      </a:cubicBezTo>
                      <a:cubicBezTo>
                        <a:pt x="3491" y="2685"/>
                        <a:pt x="3491" y="2685"/>
                        <a:pt x="3555" y="2548"/>
                      </a:cubicBezTo>
                      <a:cubicBezTo>
                        <a:pt x="3693" y="2548"/>
                        <a:pt x="3830" y="2548"/>
                        <a:pt x="3972" y="2548"/>
                      </a:cubicBezTo>
                      <a:cubicBezTo>
                        <a:pt x="3972" y="1930"/>
                        <a:pt x="3972" y="1311"/>
                        <a:pt x="3972" y="673"/>
                      </a:cubicBezTo>
                      <a:cubicBezTo>
                        <a:pt x="4178" y="673"/>
                        <a:pt x="4385" y="673"/>
                        <a:pt x="4597" y="673"/>
                      </a:cubicBezTo>
                      <a:cubicBezTo>
                        <a:pt x="4597" y="1086"/>
                        <a:pt x="4597" y="1499"/>
                        <a:pt x="4597" y="1923"/>
                      </a:cubicBezTo>
                      <a:cubicBezTo>
                        <a:pt x="4803" y="1923"/>
                        <a:pt x="5010" y="1923"/>
                        <a:pt x="5222" y="1923"/>
                      </a:cubicBezTo>
                      <a:cubicBezTo>
                        <a:pt x="5221" y="1899"/>
                        <a:pt x="5221" y="1899"/>
                        <a:pt x="5219" y="1774"/>
                      </a:cubicBezTo>
                      <a:cubicBezTo>
                        <a:pt x="5215" y="1590"/>
                        <a:pt x="5212" y="1406"/>
                        <a:pt x="5211" y="1223"/>
                      </a:cubicBezTo>
                      <a:cubicBezTo>
                        <a:pt x="5210" y="1143"/>
                        <a:pt x="5208" y="1064"/>
                        <a:pt x="5206" y="985"/>
                      </a:cubicBezTo>
                      <a:cubicBezTo>
                        <a:pt x="5204" y="870"/>
                        <a:pt x="5202" y="756"/>
                        <a:pt x="5202" y="642"/>
                      </a:cubicBezTo>
                      <a:cubicBezTo>
                        <a:pt x="5201" y="606"/>
                        <a:pt x="5200" y="571"/>
                        <a:pt x="5198" y="535"/>
                      </a:cubicBezTo>
                      <a:cubicBezTo>
                        <a:pt x="5198" y="518"/>
                        <a:pt x="5198" y="518"/>
                        <a:pt x="5198" y="433"/>
                      </a:cubicBezTo>
                      <a:cubicBezTo>
                        <a:pt x="5198" y="404"/>
                        <a:pt x="5197" y="375"/>
                        <a:pt x="5197" y="345"/>
                      </a:cubicBezTo>
                      <a:cubicBezTo>
                        <a:pt x="5227" y="238"/>
                        <a:pt x="5269" y="159"/>
                        <a:pt x="5351" y="83"/>
                      </a:cubicBezTo>
                      <a:cubicBezTo>
                        <a:pt x="5541" y="0"/>
                        <a:pt x="5772" y="93"/>
                        <a:pt x="5964" y="140"/>
                      </a:cubicBezTo>
                      <a:close/>
                    </a:path>
                  </a:pathLst>
                </a:custGeom>
                <a:solidFill>
                  <a:srgbClr val="3F78FC"/>
                </a:solidFill>
                <a:ln w="2646" cap="flat">
                  <a:noFill/>
                </a:ln>
              </p:spPr>
            </p:sp>
            <p:sp>
              <p:nvSpPr>
                <p:cNvPr id="3504" name="ICON_OUT_WAVE_GRAPHIC_path_025"/>
                <p:cNvSpPr/>
                <p:nvPr/>
              </p:nvSpPr>
              <p:spPr>
                <a:xfrm>
                  <a:off x="9325674" y="3729781"/>
                  <a:ext cx="57052" cy="15984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492" h="12586" fill="norm" stroke="0">
                      <a:moveTo>
                        <a:pt x="2049" y="66"/>
                      </a:moveTo>
                      <a:cubicBezTo>
                        <a:pt x="2256" y="98"/>
                        <a:pt x="2409" y="138"/>
                        <a:pt x="2570" y="275"/>
                      </a:cubicBezTo>
                      <a:cubicBezTo>
                        <a:pt x="2711" y="547"/>
                        <a:pt x="2711" y="889"/>
                        <a:pt x="2721" y="1188"/>
                      </a:cubicBezTo>
                      <a:cubicBezTo>
                        <a:pt x="2722" y="1220"/>
                        <a:pt x="2724" y="1253"/>
                        <a:pt x="2725" y="1286"/>
                      </a:cubicBezTo>
                      <a:cubicBezTo>
                        <a:pt x="2727" y="1347"/>
                        <a:pt x="2728" y="1408"/>
                        <a:pt x="2726" y="1469"/>
                      </a:cubicBezTo>
                      <a:cubicBezTo>
                        <a:pt x="2729" y="1570"/>
                        <a:pt x="2739" y="1639"/>
                        <a:pt x="2778" y="1733"/>
                      </a:cubicBezTo>
                      <a:cubicBezTo>
                        <a:pt x="2845" y="1796"/>
                        <a:pt x="2915" y="1857"/>
                        <a:pt x="2985" y="1916"/>
                      </a:cubicBezTo>
                      <a:cubicBezTo>
                        <a:pt x="3211" y="2127"/>
                        <a:pt x="3244" y="2291"/>
                        <a:pt x="3260" y="2594"/>
                      </a:cubicBezTo>
                      <a:cubicBezTo>
                        <a:pt x="3262" y="2662"/>
                        <a:pt x="3264" y="2730"/>
                        <a:pt x="3265" y="2798"/>
                      </a:cubicBezTo>
                      <a:cubicBezTo>
                        <a:pt x="3267" y="2907"/>
                        <a:pt x="3271" y="3016"/>
                        <a:pt x="3276" y="3124"/>
                      </a:cubicBezTo>
                      <a:cubicBezTo>
                        <a:pt x="3288" y="3394"/>
                        <a:pt x="3295" y="3664"/>
                        <a:pt x="3303" y="3934"/>
                      </a:cubicBezTo>
                      <a:cubicBezTo>
                        <a:pt x="3309" y="4162"/>
                        <a:pt x="3317" y="4391"/>
                        <a:pt x="3327" y="4619"/>
                      </a:cubicBezTo>
                      <a:cubicBezTo>
                        <a:pt x="3332" y="4726"/>
                        <a:pt x="3333" y="4832"/>
                        <a:pt x="3335" y="4938"/>
                      </a:cubicBezTo>
                      <a:cubicBezTo>
                        <a:pt x="3351" y="5421"/>
                        <a:pt x="3351" y="5421"/>
                        <a:pt x="3498" y="5596"/>
                      </a:cubicBezTo>
                      <a:cubicBezTo>
                        <a:pt x="3536" y="5627"/>
                        <a:pt x="3573" y="5659"/>
                        <a:pt x="3612" y="5691"/>
                      </a:cubicBezTo>
                      <a:cubicBezTo>
                        <a:pt x="3785" y="5837"/>
                        <a:pt x="3847" y="5933"/>
                        <a:pt x="3873" y="6151"/>
                      </a:cubicBezTo>
                      <a:cubicBezTo>
                        <a:pt x="3883" y="6284"/>
                        <a:pt x="3888" y="6416"/>
                        <a:pt x="3890" y="6548"/>
                      </a:cubicBezTo>
                      <a:cubicBezTo>
                        <a:pt x="3892" y="6657"/>
                        <a:pt x="3896" y="6766"/>
                        <a:pt x="3901" y="6874"/>
                      </a:cubicBezTo>
                      <a:cubicBezTo>
                        <a:pt x="3913" y="7144"/>
                        <a:pt x="3920" y="7414"/>
                        <a:pt x="3928" y="7684"/>
                      </a:cubicBezTo>
                      <a:cubicBezTo>
                        <a:pt x="3934" y="7912"/>
                        <a:pt x="3942" y="8141"/>
                        <a:pt x="3952" y="8369"/>
                      </a:cubicBezTo>
                      <a:cubicBezTo>
                        <a:pt x="3957" y="8476"/>
                        <a:pt x="3958" y="8582"/>
                        <a:pt x="3960" y="8688"/>
                      </a:cubicBezTo>
                      <a:cubicBezTo>
                        <a:pt x="3977" y="9192"/>
                        <a:pt x="3977" y="9192"/>
                        <a:pt x="4124" y="9358"/>
                      </a:cubicBezTo>
                      <a:cubicBezTo>
                        <a:pt x="4199" y="9427"/>
                        <a:pt x="4275" y="9494"/>
                        <a:pt x="4352" y="9558"/>
                      </a:cubicBezTo>
                      <a:cubicBezTo>
                        <a:pt x="4456" y="9660"/>
                        <a:pt x="4478" y="9708"/>
                        <a:pt x="4492" y="9850"/>
                      </a:cubicBezTo>
                      <a:cubicBezTo>
                        <a:pt x="4492" y="9919"/>
                        <a:pt x="4490" y="9987"/>
                        <a:pt x="4486" y="10055"/>
                      </a:cubicBezTo>
                      <a:cubicBezTo>
                        <a:pt x="4485" y="10091"/>
                        <a:pt x="4485" y="10128"/>
                        <a:pt x="4484" y="10165"/>
                      </a:cubicBezTo>
                      <a:cubicBezTo>
                        <a:pt x="4482" y="10280"/>
                        <a:pt x="4476" y="10395"/>
                        <a:pt x="4471" y="10509"/>
                      </a:cubicBezTo>
                      <a:cubicBezTo>
                        <a:pt x="4469" y="10588"/>
                        <a:pt x="4467" y="10666"/>
                        <a:pt x="4465" y="10744"/>
                      </a:cubicBezTo>
                      <a:cubicBezTo>
                        <a:pt x="4461" y="10935"/>
                        <a:pt x="4454" y="11126"/>
                        <a:pt x="4445" y="11316"/>
                      </a:cubicBezTo>
                      <a:cubicBezTo>
                        <a:pt x="4228" y="11372"/>
                        <a:pt x="4035" y="11392"/>
                        <a:pt x="3820" y="11316"/>
                      </a:cubicBezTo>
                      <a:cubicBezTo>
                        <a:pt x="3516" y="11131"/>
                        <a:pt x="3305" y="10818"/>
                        <a:pt x="3195" y="10483"/>
                      </a:cubicBezTo>
                      <a:cubicBezTo>
                        <a:pt x="3075" y="9972"/>
                        <a:pt x="3089" y="9427"/>
                        <a:pt x="3080" y="8905"/>
                      </a:cubicBezTo>
                      <a:cubicBezTo>
                        <a:pt x="3075" y="8602"/>
                        <a:pt x="3066" y="8300"/>
                        <a:pt x="3054" y="7998"/>
                      </a:cubicBezTo>
                      <a:cubicBezTo>
                        <a:pt x="3051" y="7893"/>
                        <a:pt x="3050" y="7789"/>
                        <a:pt x="3050" y="7684"/>
                      </a:cubicBezTo>
                      <a:cubicBezTo>
                        <a:pt x="3039" y="7212"/>
                        <a:pt x="3039" y="7212"/>
                        <a:pt x="2891" y="7035"/>
                      </a:cubicBezTo>
                      <a:cubicBezTo>
                        <a:pt x="2815" y="6970"/>
                        <a:pt x="2739" y="6906"/>
                        <a:pt x="2663" y="6842"/>
                      </a:cubicBezTo>
                      <a:cubicBezTo>
                        <a:pt x="2475" y="6623"/>
                        <a:pt x="2520" y="6328"/>
                        <a:pt x="2529" y="6054"/>
                      </a:cubicBezTo>
                      <a:cubicBezTo>
                        <a:pt x="2530" y="5990"/>
                        <a:pt x="2531" y="5925"/>
                        <a:pt x="2531" y="5860"/>
                      </a:cubicBezTo>
                      <a:cubicBezTo>
                        <a:pt x="2533" y="5691"/>
                        <a:pt x="2537" y="5522"/>
                        <a:pt x="2541" y="5353"/>
                      </a:cubicBezTo>
                      <a:cubicBezTo>
                        <a:pt x="2546" y="5179"/>
                        <a:pt x="2548" y="5006"/>
                        <a:pt x="2550" y="4833"/>
                      </a:cubicBezTo>
                      <a:cubicBezTo>
                        <a:pt x="2554" y="4494"/>
                        <a:pt x="2561" y="4155"/>
                        <a:pt x="2570" y="3816"/>
                      </a:cubicBezTo>
                      <a:cubicBezTo>
                        <a:pt x="2364" y="3816"/>
                        <a:pt x="2158" y="3816"/>
                        <a:pt x="1945" y="3816"/>
                      </a:cubicBezTo>
                      <a:cubicBezTo>
                        <a:pt x="1950" y="3887"/>
                        <a:pt x="1955" y="3957"/>
                        <a:pt x="1960" y="4030"/>
                      </a:cubicBezTo>
                      <a:cubicBezTo>
                        <a:pt x="1964" y="4124"/>
                        <a:pt x="1967" y="4217"/>
                        <a:pt x="1971" y="4311"/>
                      </a:cubicBezTo>
                      <a:cubicBezTo>
                        <a:pt x="1973" y="4334"/>
                        <a:pt x="1973" y="4334"/>
                        <a:pt x="1982" y="4451"/>
                      </a:cubicBezTo>
                      <a:cubicBezTo>
                        <a:pt x="1986" y="4598"/>
                        <a:pt x="1980" y="4715"/>
                        <a:pt x="1945" y="4858"/>
                      </a:cubicBezTo>
                      <a:cubicBezTo>
                        <a:pt x="1852" y="4951"/>
                        <a:pt x="1852" y="4951"/>
                        <a:pt x="1738" y="5040"/>
                      </a:cubicBezTo>
                      <a:cubicBezTo>
                        <a:pt x="1556" y="5202"/>
                        <a:pt x="1488" y="5347"/>
                        <a:pt x="1470" y="5594"/>
                      </a:cubicBezTo>
                      <a:cubicBezTo>
                        <a:pt x="1464" y="5720"/>
                        <a:pt x="1463" y="5846"/>
                        <a:pt x="1462" y="5972"/>
                      </a:cubicBezTo>
                      <a:cubicBezTo>
                        <a:pt x="1460" y="6042"/>
                        <a:pt x="1458" y="6112"/>
                        <a:pt x="1456" y="6182"/>
                      </a:cubicBezTo>
                      <a:cubicBezTo>
                        <a:pt x="1450" y="6370"/>
                        <a:pt x="1447" y="6559"/>
                        <a:pt x="1444" y="6747"/>
                      </a:cubicBezTo>
                      <a:cubicBezTo>
                        <a:pt x="1441" y="6945"/>
                        <a:pt x="1435" y="7142"/>
                        <a:pt x="1430" y="7340"/>
                      </a:cubicBezTo>
                      <a:cubicBezTo>
                        <a:pt x="1420" y="7713"/>
                        <a:pt x="1413" y="8086"/>
                        <a:pt x="1406" y="8460"/>
                      </a:cubicBezTo>
                      <a:cubicBezTo>
                        <a:pt x="1398" y="8885"/>
                        <a:pt x="1387" y="9310"/>
                        <a:pt x="1377" y="9735"/>
                      </a:cubicBezTo>
                      <a:cubicBezTo>
                        <a:pt x="1355" y="10610"/>
                        <a:pt x="1337" y="11484"/>
                        <a:pt x="1320" y="12358"/>
                      </a:cubicBezTo>
                      <a:cubicBezTo>
                        <a:pt x="1151" y="12399"/>
                        <a:pt x="982" y="12438"/>
                        <a:pt x="812" y="12475"/>
                      </a:cubicBezTo>
                      <a:cubicBezTo>
                        <a:pt x="788" y="12481"/>
                        <a:pt x="788" y="12481"/>
                        <a:pt x="667" y="12511"/>
                      </a:cubicBezTo>
                      <a:cubicBezTo>
                        <a:pt x="321" y="12586"/>
                        <a:pt x="321" y="12586"/>
                        <a:pt x="142" y="12504"/>
                      </a:cubicBezTo>
                      <a:cubicBezTo>
                        <a:pt x="0" y="12303"/>
                        <a:pt x="43" y="12015"/>
                        <a:pt x="46" y="11780"/>
                      </a:cubicBezTo>
                      <a:cubicBezTo>
                        <a:pt x="46" y="11720"/>
                        <a:pt x="46" y="11661"/>
                        <a:pt x="46" y="11601"/>
                      </a:cubicBezTo>
                      <a:cubicBezTo>
                        <a:pt x="46" y="11440"/>
                        <a:pt x="48" y="11278"/>
                        <a:pt x="49" y="11117"/>
                      </a:cubicBezTo>
                      <a:cubicBezTo>
                        <a:pt x="50" y="10948"/>
                        <a:pt x="50" y="10779"/>
                        <a:pt x="51" y="10611"/>
                      </a:cubicBezTo>
                      <a:cubicBezTo>
                        <a:pt x="51" y="10291"/>
                        <a:pt x="53" y="9972"/>
                        <a:pt x="55" y="9652"/>
                      </a:cubicBezTo>
                      <a:cubicBezTo>
                        <a:pt x="57" y="9289"/>
                        <a:pt x="59" y="8925"/>
                        <a:pt x="60" y="8561"/>
                      </a:cubicBezTo>
                      <a:cubicBezTo>
                        <a:pt x="62" y="7813"/>
                        <a:pt x="65" y="7065"/>
                        <a:pt x="70" y="6316"/>
                      </a:cubicBezTo>
                      <a:cubicBezTo>
                        <a:pt x="276" y="6316"/>
                        <a:pt x="482" y="6316"/>
                        <a:pt x="695" y="6316"/>
                      </a:cubicBezTo>
                      <a:cubicBezTo>
                        <a:pt x="693" y="6268"/>
                        <a:pt x="691" y="6220"/>
                        <a:pt x="688" y="6170"/>
                      </a:cubicBezTo>
                      <a:cubicBezTo>
                        <a:pt x="681" y="5989"/>
                        <a:pt x="676" y="5808"/>
                        <a:pt x="672" y="5627"/>
                      </a:cubicBezTo>
                      <a:cubicBezTo>
                        <a:pt x="670" y="5549"/>
                        <a:pt x="667" y="5471"/>
                        <a:pt x="664" y="5393"/>
                      </a:cubicBezTo>
                      <a:cubicBezTo>
                        <a:pt x="659" y="5280"/>
                        <a:pt x="656" y="5168"/>
                        <a:pt x="654" y="5055"/>
                      </a:cubicBezTo>
                      <a:cubicBezTo>
                        <a:pt x="652" y="5021"/>
                        <a:pt x="650" y="4986"/>
                        <a:pt x="648" y="4951"/>
                      </a:cubicBezTo>
                      <a:cubicBezTo>
                        <a:pt x="648" y="4838"/>
                        <a:pt x="655" y="4756"/>
                        <a:pt x="695" y="4650"/>
                      </a:cubicBezTo>
                      <a:cubicBezTo>
                        <a:pt x="761" y="4588"/>
                        <a:pt x="830" y="4529"/>
                        <a:pt x="901" y="4472"/>
                      </a:cubicBezTo>
                      <a:cubicBezTo>
                        <a:pt x="1149" y="4244"/>
                        <a:pt x="1164" y="4036"/>
                        <a:pt x="1181" y="3709"/>
                      </a:cubicBezTo>
                      <a:cubicBezTo>
                        <a:pt x="1185" y="3584"/>
                        <a:pt x="1188" y="3459"/>
                        <a:pt x="1191" y="3334"/>
                      </a:cubicBezTo>
                      <a:cubicBezTo>
                        <a:pt x="1194" y="3246"/>
                        <a:pt x="1197" y="3159"/>
                        <a:pt x="1201" y="3071"/>
                      </a:cubicBezTo>
                      <a:cubicBezTo>
                        <a:pt x="1211" y="2841"/>
                        <a:pt x="1218" y="2611"/>
                        <a:pt x="1225" y="2382"/>
                      </a:cubicBezTo>
                      <a:cubicBezTo>
                        <a:pt x="1236" y="2013"/>
                        <a:pt x="1249" y="1645"/>
                        <a:pt x="1264" y="1276"/>
                      </a:cubicBezTo>
                      <a:cubicBezTo>
                        <a:pt x="1269" y="1148"/>
                        <a:pt x="1272" y="1020"/>
                        <a:pt x="1275" y="891"/>
                      </a:cubicBezTo>
                      <a:cubicBezTo>
                        <a:pt x="1278" y="812"/>
                        <a:pt x="1281" y="734"/>
                        <a:pt x="1284" y="655"/>
                      </a:cubicBezTo>
                      <a:cubicBezTo>
                        <a:pt x="1284" y="620"/>
                        <a:pt x="1285" y="584"/>
                        <a:pt x="1285" y="547"/>
                      </a:cubicBezTo>
                      <a:cubicBezTo>
                        <a:pt x="1293" y="382"/>
                        <a:pt x="1302" y="272"/>
                        <a:pt x="1419" y="149"/>
                      </a:cubicBezTo>
                      <a:cubicBezTo>
                        <a:pt x="1617" y="0"/>
                        <a:pt x="1814" y="36"/>
                        <a:pt x="2049" y="66"/>
                      </a:cubicBezTo>
                      <a:close/>
                    </a:path>
                  </a:pathLst>
                </a:custGeom>
                <a:solidFill>
                  <a:srgbClr val="EA58AE"/>
                </a:solidFill>
                <a:ln w="2646" cap="flat">
                  <a:noFill/>
                </a:ln>
              </p:spPr>
            </p:sp>
            <p:sp>
              <p:nvSpPr>
                <p:cNvPr id="3505" name="ICON_OUT_WAVE_GRAPHIC_path_026"/>
                <p:cNvSpPr/>
                <p:nvPr/>
              </p:nvSpPr>
              <p:spPr>
                <a:xfrm>
                  <a:off x="8928768" y="3428943"/>
                  <a:ext cx="80791" cy="1270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361" h="10005" fill="norm" stroke="0">
                      <a:moveTo>
                        <a:pt x="2275" y="0"/>
                      </a:moveTo>
                      <a:cubicBezTo>
                        <a:pt x="2317" y="10"/>
                        <a:pt x="2360" y="20"/>
                        <a:pt x="2404" y="30"/>
                      </a:cubicBezTo>
                      <a:cubicBezTo>
                        <a:pt x="2450" y="40"/>
                        <a:pt x="2497" y="50"/>
                        <a:pt x="2544" y="60"/>
                      </a:cubicBezTo>
                      <a:cubicBezTo>
                        <a:pt x="2592" y="72"/>
                        <a:pt x="2640" y="84"/>
                        <a:pt x="2690" y="96"/>
                      </a:cubicBezTo>
                      <a:cubicBezTo>
                        <a:pt x="2738" y="106"/>
                        <a:pt x="2787" y="118"/>
                        <a:pt x="2837" y="129"/>
                      </a:cubicBezTo>
                      <a:cubicBezTo>
                        <a:pt x="2958" y="156"/>
                        <a:pt x="3077" y="184"/>
                        <a:pt x="3197" y="213"/>
                      </a:cubicBezTo>
                      <a:cubicBezTo>
                        <a:pt x="3198" y="237"/>
                        <a:pt x="3198" y="237"/>
                        <a:pt x="3202" y="360"/>
                      </a:cubicBezTo>
                      <a:cubicBezTo>
                        <a:pt x="3219" y="820"/>
                        <a:pt x="3237" y="1280"/>
                        <a:pt x="3257" y="1740"/>
                      </a:cubicBezTo>
                      <a:cubicBezTo>
                        <a:pt x="3268" y="1976"/>
                        <a:pt x="3277" y="2212"/>
                        <a:pt x="3285" y="2449"/>
                      </a:cubicBezTo>
                      <a:cubicBezTo>
                        <a:pt x="3293" y="2677"/>
                        <a:pt x="3303" y="2905"/>
                        <a:pt x="3314" y="3134"/>
                      </a:cubicBezTo>
                      <a:cubicBezTo>
                        <a:pt x="3317" y="3220"/>
                        <a:pt x="3321" y="3307"/>
                        <a:pt x="3323" y="3394"/>
                      </a:cubicBezTo>
                      <a:cubicBezTo>
                        <a:pt x="3345" y="4147"/>
                        <a:pt x="3345" y="4147"/>
                        <a:pt x="3559" y="4369"/>
                      </a:cubicBezTo>
                      <a:cubicBezTo>
                        <a:pt x="3613" y="4416"/>
                        <a:pt x="3672" y="4460"/>
                        <a:pt x="3730" y="4502"/>
                      </a:cubicBezTo>
                      <a:cubicBezTo>
                        <a:pt x="3852" y="4615"/>
                        <a:pt x="3854" y="4694"/>
                        <a:pt x="3863" y="4856"/>
                      </a:cubicBezTo>
                      <a:cubicBezTo>
                        <a:pt x="3860" y="4949"/>
                        <a:pt x="3855" y="5042"/>
                        <a:pt x="3848" y="5135"/>
                      </a:cubicBezTo>
                      <a:cubicBezTo>
                        <a:pt x="3846" y="5183"/>
                        <a:pt x="3845" y="5230"/>
                        <a:pt x="3843" y="5280"/>
                      </a:cubicBezTo>
                      <a:cubicBezTo>
                        <a:pt x="3838" y="5396"/>
                        <a:pt x="3830" y="5513"/>
                        <a:pt x="3822" y="5630"/>
                      </a:cubicBezTo>
                      <a:cubicBezTo>
                        <a:pt x="4029" y="5630"/>
                        <a:pt x="4235" y="5630"/>
                        <a:pt x="4447" y="5630"/>
                      </a:cubicBezTo>
                      <a:cubicBezTo>
                        <a:pt x="4438" y="5559"/>
                        <a:pt x="4428" y="5489"/>
                        <a:pt x="4418" y="5416"/>
                      </a:cubicBezTo>
                      <a:cubicBezTo>
                        <a:pt x="4352" y="4740"/>
                        <a:pt x="4352" y="4740"/>
                        <a:pt x="4512" y="4484"/>
                      </a:cubicBezTo>
                      <a:cubicBezTo>
                        <a:pt x="4691" y="4298"/>
                        <a:pt x="4894" y="4191"/>
                        <a:pt x="5150" y="4159"/>
                      </a:cubicBezTo>
                      <a:cubicBezTo>
                        <a:pt x="5430" y="4186"/>
                        <a:pt x="5640" y="4353"/>
                        <a:pt x="5854" y="4523"/>
                      </a:cubicBezTo>
                      <a:cubicBezTo>
                        <a:pt x="5877" y="4541"/>
                        <a:pt x="5900" y="4559"/>
                        <a:pt x="5925" y="4577"/>
                      </a:cubicBezTo>
                      <a:cubicBezTo>
                        <a:pt x="6289" y="4864"/>
                        <a:pt x="6289" y="4864"/>
                        <a:pt x="6342" y="5087"/>
                      </a:cubicBezTo>
                      <a:cubicBezTo>
                        <a:pt x="6361" y="5271"/>
                        <a:pt x="6347" y="5447"/>
                        <a:pt x="6322" y="5630"/>
                      </a:cubicBezTo>
                      <a:cubicBezTo>
                        <a:pt x="5854" y="5524"/>
                        <a:pt x="5854" y="5524"/>
                        <a:pt x="5697" y="5421"/>
                      </a:cubicBezTo>
                      <a:cubicBezTo>
                        <a:pt x="5639" y="5270"/>
                        <a:pt x="5664" y="5159"/>
                        <a:pt x="5697" y="5005"/>
                      </a:cubicBezTo>
                      <a:cubicBezTo>
                        <a:pt x="5529" y="5043"/>
                        <a:pt x="5408" y="5094"/>
                        <a:pt x="5281" y="5213"/>
                      </a:cubicBezTo>
                      <a:cubicBezTo>
                        <a:pt x="5183" y="5467"/>
                        <a:pt x="5196" y="5775"/>
                        <a:pt x="5186" y="6044"/>
                      </a:cubicBezTo>
                      <a:cubicBezTo>
                        <a:pt x="5164" y="6515"/>
                        <a:pt x="5164" y="6515"/>
                        <a:pt x="5072" y="6671"/>
                      </a:cubicBezTo>
                      <a:cubicBezTo>
                        <a:pt x="4949" y="6752"/>
                        <a:pt x="4811" y="6776"/>
                        <a:pt x="4668" y="6806"/>
                      </a:cubicBezTo>
                      <a:cubicBezTo>
                        <a:pt x="4585" y="6825"/>
                        <a:pt x="4585" y="6825"/>
                        <a:pt x="4447" y="6880"/>
                      </a:cubicBezTo>
                      <a:cubicBezTo>
                        <a:pt x="4366" y="7058"/>
                        <a:pt x="4387" y="7222"/>
                        <a:pt x="4408" y="7413"/>
                      </a:cubicBezTo>
                      <a:cubicBezTo>
                        <a:pt x="4411" y="7462"/>
                        <a:pt x="4414" y="7511"/>
                        <a:pt x="4417" y="7561"/>
                      </a:cubicBezTo>
                      <a:cubicBezTo>
                        <a:pt x="4424" y="7682"/>
                        <a:pt x="4435" y="7801"/>
                        <a:pt x="4447" y="7921"/>
                      </a:cubicBezTo>
                      <a:cubicBezTo>
                        <a:pt x="4279" y="7962"/>
                        <a:pt x="4109" y="8001"/>
                        <a:pt x="3940" y="8038"/>
                      </a:cubicBezTo>
                      <a:cubicBezTo>
                        <a:pt x="3916" y="8044"/>
                        <a:pt x="3916" y="8044"/>
                        <a:pt x="3794" y="8074"/>
                      </a:cubicBezTo>
                      <a:cubicBezTo>
                        <a:pt x="3771" y="8079"/>
                        <a:pt x="3771" y="8079"/>
                        <a:pt x="3654" y="8104"/>
                      </a:cubicBezTo>
                      <a:cubicBezTo>
                        <a:pt x="3611" y="8114"/>
                        <a:pt x="3569" y="8124"/>
                        <a:pt x="3525" y="8134"/>
                      </a:cubicBezTo>
                      <a:cubicBezTo>
                        <a:pt x="3406" y="8130"/>
                        <a:pt x="3406" y="8130"/>
                        <a:pt x="3287" y="8060"/>
                      </a:cubicBezTo>
                      <a:cubicBezTo>
                        <a:pt x="3131" y="7878"/>
                        <a:pt x="3172" y="7624"/>
                        <a:pt x="3177" y="7400"/>
                      </a:cubicBezTo>
                      <a:cubicBezTo>
                        <a:pt x="3177" y="7349"/>
                        <a:pt x="3178" y="7298"/>
                        <a:pt x="3178" y="7246"/>
                      </a:cubicBezTo>
                      <a:cubicBezTo>
                        <a:pt x="3179" y="7112"/>
                        <a:pt x="3181" y="6979"/>
                        <a:pt x="3183" y="6845"/>
                      </a:cubicBezTo>
                      <a:cubicBezTo>
                        <a:pt x="3185" y="6708"/>
                        <a:pt x="3186" y="6571"/>
                        <a:pt x="3187" y="6434"/>
                      </a:cubicBezTo>
                      <a:cubicBezTo>
                        <a:pt x="3189" y="6166"/>
                        <a:pt x="3193" y="5898"/>
                        <a:pt x="3197" y="5630"/>
                      </a:cubicBezTo>
                      <a:cubicBezTo>
                        <a:pt x="2991" y="5630"/>
                        <a:pt x="2785" y="5630"/>
                        <a:pt x="2572" y="5630"/>
                      </a:cubicBezTo>
                      <a:cubicBezTo>
                        <a:pt x="2572" y="7073"/>
                        <a:pt x="2572" y="8517"/>
                        <a:pt x="2572" y="10005"/>
                      </a:cubicBezTo>
                      <a:cubicBezTo>
                        <a:pt x="1947" y="10005"/>
                        <a:pt x="1947" y="10005"/>
                        <a:pt x="1751" y="9886"/>
                      </a:cubicBezTo>
                      <a:cubicBezTo>
                        <a:pt x="1129" y="9214"/>
                        <a:pt x="1250" y="8323"/>
                        <a:pt x="1279" y="7472"/>
                      </a:cubicBezTo>
                      <a:cubicBezTo>
                        <a:pt x="1286" y="7264"/>
                        <a:pt x="1289" y="7056"/>
                        <a:pt x="1292" y="6848"/>
                      </a:cubicBezTo>
                      <a:cubicBezTo>
                        <a:pt x="1299" y="6442"/>
                        <a:pt x="1309" y="6036"/>
                        <a:pt x="1322" y="5630"/>
                      </a:cubicBezTo>
                      <a:cubicBezTo>
                        <a:pt x="1280" y="5631"/>
                        <a:pt x="1237" y="5632"/>
                        <a:pt x="1193" y="5633"/>
                      </a:cubicBezTo>
                      <a:cubicBezTo>
                        <a:pt x="1136" y="5634"/>
                        <a:pt x="1079" y="5635"/>
                        <a:pt x="1022" y="5636"/>
                      </a:cubicBezTo>
                      <a:cubicBezTo>
                        <a:pt x="1008" y="5636"/>
                        <a:pt x="1008" y="5636"/>
                        <a:pt x="937" y="5638"/>
                      </a:cubicBezTo>
                      <a:cubicBezTo>
                        <a:pt x="723" y="5641"/>
                        <a:pt x="586" y="5604"/>
                        <a:pt x="420" y="5460"/>
                      </a:cubicBezTo>
                      <a:cubicBezTo>
                        <a:pt x="408" y="5447"/>
                        <a:pt x="408" y="5447"/>
                        <a:pt x="346" y="5382"/>
                      </a:cubicBezTo>
                      <a:cubicBezTo>
                        <a:pt x="320" y="5355"/>
                        <a:pt x="293" y="5328"/>
                        <a:pt x="266" y="5300"/>
                      </a:cubicBezTo>
                      <a:cubicBezTo>
                        <a:pt x="21" y="5009"/>
                        <a:pt x="0" y="4701"/>
                        <a:pt x="12" y="4331"/>
                      </a:cubicBezTo>
                      <a:cubicBezTo>
                        <a:pt x="29" y="4135"/>
                        <a:pt x="45" y="4001"/>
                        <a:pt x="160" y="3840"/>
                      </a:cubicBezTo>
                      <a:cubicBezTo>
                        <a:pt x="233" y="3782"/>
                        <a:pt x="307" y="3726"/>
                        <a:pt x="382" y="3671"/>
                      </a:cubicBezTo>
                      <a:cubicBezTo>
                        <a:pt x="653" y="3421"/>
                        <a:pt x="649" y="2851"/>
                        <a:pt x="697" y="2505"/>
                      </a:cubicBezTo>
                      <a:cubicBezTo>
                        <a:pt x="1126" y="2433"/>
                        <a:pt x="1126" y="2433"/>
                        <a:pt x="1322" y="2505"/>
                      </a:cubicBezTo>
                      <a:cubicBezTo>
                        <a:pt x="1463" y="2688"/>
                        <a:pt x="1505" y="2894"/>
                        <a:pt x="1557" y="3116"/>
                      </a:cubicBezTo>
                      <a:cubicBezTo>
                        <a:pt x="1579" y="3204"/>
                        <a:pt x="1603" y="3291"/>
                        <a:pt x="1627" y="3377"/>
                      </a:cubicBezTo>
                      <a:cubicBezTo>
                        <a:pt x="1642" y="3431"/>
                        <a:pt x="1655" y="3486"/>
                        <a:pt x="1668" y="3540"/>
                      </a:cubicBezTo>
                      <a:cubicBezTo>
                        <a:pt x="1705" y="3686"/>
                        <a:pt x="1739" y="3755"/>
                        <a:pt x="1847" y="3861"/>
                      </a:cubicBezTo>
                      <a:cubicBezTo>
                        <a:pt x="1947" y="3963"/>
                        <a:pt x="1947" y="3963"/>
                        <a:pt x="1971" y="4082"/>
                      </a:cubicBezTo>
                      <a:cubicBezTo>
                        <a:pt x="1970" y="4125"/>
                        <a:pt x="1969" y="4167"/>
                        <a:pt x="1968" y="4211"/>
                      </a:cubicBezTo>
                      <a:cubicBezTo>
                        <a:pt x="1967" y="4257"/>
                        <a:pt x="1966" y="4304"/>
                        <a:pt x="1966" y="4351"/>
                      </a:cubicBezTo>
                      <a:cubicBezTo>
                        <a:pt x="1965" y="4375"/>
                        <a:pt x="1965" y="4375"/>
                        <a:pt x="1960" y="4497"/>
                      </a:cubicBezTo>
                      <a:cubicBezTo>
                        <a:pt x="1959" y="4545"/>
                        <a:pt x="1959" y="4594"/>
                        <a:pt x="1957" y="4644"/>
                      </a:cubicBezTo>
                      <a:cubicBezTo>
                        <a:pt x="1955" y="4764"/>
                        <a:pt x="1951" y="4885"/>
                        <a:pt x="1947" y="5005"/>
                      </a:cubicBezTo>
                      <a:cubicBezTo>
                        <a:pt x="2154" y="5005"/>
                        <a:pt x="2360" y="5005"/>
                        <a:pt x="2572" y="5005"/>
                      </a:cubicBezTo>
                      <a:cubicBezTo>
                        <a:pt x="2553" y="4775"/>
                        <a:pt x="2531" y="4545"/>
                        <a:pt x="2506" y="4315"/>
                      </a:cubicBezTo>
                      <a:cubicBezTo>
                        <a:pt x="2498" y="4238"/>
                        <a:pt x="2491" y="4159"/>
                        <a:pt x="2485" y="4081"/>
                      </a:cubicBezTo>
                      <a:cubicBezTo>
                        <a:pt x="2475" y="3968"/>
                        <a:pt x="2463" y="3856"/>
                        <a:pt x="2450" y="3743"/>
                      </a:cubicBezTo>
                      <a:cubicBezTo>
                        <a:pt x="2448" y="3709"/>
                        <a:pt x="2445" y="3675"/>
                        <a:pt x="2443" y="3639"/>
                      </a:cubicBezTo>
                      <a:cubicBezTo>
                        <a:pt x="2413" y="3398"/>
                        <a:pt x="2337" y="3302"/>
                        <a:pt x="2153" y="3143"/>
                      </a:cubicBezTo>
                      <a:cubicBezTo>
                        <a:pt x="1974" y="2977"/>
                        <a:pt x="1916" y="2873"/>
                        <a:pt x="1897" y="2629"/>
                      </a:cubicBezTo>
                      <a:cubicBezTo>
                        <a:pt x="1894" y="2517"/>
                        <a:pt x="1896" y="2407"/>
                        <a:pt x="1899" y="2295"/>
                      </a:cubicBezTo>
                      <a:cubicBezTo>
                        <a:pt x="1900" y="2236"/>
                        <a:pt x="1900" y="2176"/>
                        <a:pt x="1900" y="2116"/>
                      </a:cubicBezTo>
                      <a:cubicBezTo>
                        <a:pt x="1900" y="1992"/>
                        <a:pt x="1902" y="1868"/>
                        <a:pt x="1905" y="1744"/>
                      </a:cubicBezTo>
                      <a:cubicBezTo>
                        <a:pt x="1908" y="1585"/>
                        <a:pt x="1909" y="1427"/>
                        <a:pt x="1909" y="1268"/>
                      </a:cubicBezTo>
                      <a:cubicBezTo>
                        <a:pt x="1909" y="1145"/>
                        <a:pt x="1910" y="1022"/>
                        <a:pt x="1911" y="899"/>
                      </a:cubicBezTo>
                      <a:cubicBezTo>
                        <a:pt x="1912" y="841"/>
                        <a:pt x="1913" y="782"/>
                        <a:pt x="1913" y="724"/>
                      </a:cubicBezTo>
                      <a:cubicBezTo>
                        <a:pt x="1913" y="642"/>
                        <a:pt x="1915" y="560"/>
                        <a:pt x="1917" y="479"/>
                      </a:cubicBezTo>
                      <a:cubicBezTo>
                        <a:pt x="1918" y="432"/>
                        <a:pt x="1919" y="386"/>
                        <a:pt x="1920" y="338"/>
                      </a:cubicBezTo>
                      <a:cubicBezTo>
                        <a:pt x="1964" y="138"/>
                        <a:pt x="2062" y="8"/>
                        <a:pt x="2275" y="0"/>
                      </a:cubicBezTo>
                      <a:close/>
                    </a:path>
                  </a:pathLst>
                </a:custGeom>
                <a:solidFill>
                  <a:srgbClr val="AA8CD2"/>
                </a:solidFill>
                <a:ln w="2646" cap="flat">
                  <a:noFill/>
                </a:ln>
              </p:spPr>
            </p:sp>
            <p:sp>
              <p:nvSpPr>
                <p:cNvPr id="3506" name="ICON_OUT_WAVE_GRAPHIC_path_027"/>
                <p:cNvSpPr/>
                <p:nvPr/>
              </p:nvSpPr>
              <p:spPr>
                <a:xfrm>
                  <a:off x="9984630" y="3436713"/>
                  <a:ext cx="72962" cy="11934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745" h="9397" fill="norm" stroke="0">
                      <a:moveTo>
                        <a:pt x="4890" y="43"/>
                      </a:moveTo>
                      <a:cubicBezTo>
                        <a:pt x="4936" y="53"/>
                        <a:pt x="4983" y="63"/>
                        <a:pt x="5031" y="73"/>
                      </a:cubicBezTo>
                      <a:cubicBezTo>
                        <a:pt x="5079" y="85"/>
                        <a:pt x="5126" y="97"/>
                        <a:pt x="5176" y="109"/>
                      </a:cubicBezTo>
                      <a:cubicBezTo>
                        <a:pt x="5225" y="120"/>
                        <a:pt x="5273" y="131"/>
                        <a:pt x="5324" y="142"/>
                      </a:cubicBezTo>
                      <a:cubicBezTo>
                        <a:pt x="5444" y="169"/>
                        <a:pt x="5564" y="197"/>
                        <a:pt x="5684" y="226"/>
                      </a:cubicBezTo>
                      <a:cubicBezTo>
                        <a:pt x="5693" y="572"/>
                        <a:pt x="5701" y="918"/>
                        <a:pt x="5705" y="1264"/>
                      </a:cubicBezTo>
                      <a:cubicBezTo>
                        <a:pt x="5707" y="1425"/>
                        <a:pt x="5710" y="1585"/>
                        <a:pt x="5715" y="1746"/>
                      </a:cubicBezTo>
                      <a:cubicBezTo>
                        <a:pt x="5720" y="1901"/>
                        <a:pt x="5722" y="2056"/>
                        <a:pt x="5723" y="2212"/>
                      </a:cubicBezTo>
                      <a:cubicBezTo>
                        <a:pt x="5724" y="2271"/>
                        <a:pt x="5725" y="2330"/>
                        <a:pt x="5728" y="2389"/>
                      </a:cubicBezTo>
                      <a:cubicBezTo>
                        <a:pt x="5745" y="2859"/>
                        <a:pt x="5745" y="2859"/>
                        <a:pt x="5591" y="3049"/>
                      </a:cubicBezTo>
                      <a:cubicBezTo>
                        <a:pt x="5516" y="3117"/>
                        <a:pt x="5440" y="3185"/>
                        <a:pt x="5363" y="3251"/>
                      </a:cubicBezTo>
                      <a:cubicBezTo>
                        <a:pt x="5198" y="3423"/>
                        <a:pt x="5201" y="3604"/>
                        <a:pt x="5195" y="3833"/>
                      </a:cubicBezTo>
                      <a:cubicBezTo>
                        <a:pt x="5192" y="3877"/>
                        <a:pt x="5189" y="3922"/>
                        <a:pt x="5186" y="3968"/>
                      </a:cubicBezTo>
                      <a:cubicBezTo>
                        <a:pt x="5176" y="4110"/>
                        <a:pt x="5169" y="4251"/>
                        <a:pt x="5163" y="4393"/>
                      </a:cubicBezTo>
                      <a:cubicBezTo>
                        <a:pt x="5154" y="4580"/>
                        <a:pt x="5143" y="4766"/>
                        <a:pt x="5130" y="4952"/>
                      </a:cubicBezTo>
                      <a:cubicBezTo>
                        <a:pt x="5129" y="4995"/>
                        <a:pt x="5128" y="5037"/>
                        <a:pt x="5127" y="5080"/>
                      </a:cubicBezTo>
                      <a:cubicBezTo>
                        <a:pt x="5114" y="5271"/>
                        <a:pt x="5102" y="5390"/>
                        <a:pt x="4964" y="5530"/>
                      </a:cubicBezTo>
                      <a:cubicBezTo>
                        <a:pt x="4927" y="5561"/>
                        <a:pt x="4890" y="5592"/>
                        <a:pt x="4851" y="5625"/>
                      </a:cubicBezTo>
                      <a:cubicBezTo>
                        <a:pt x="4593" y="5859"/>
                        <a:pt x="4580" y="6075"/>
                        <a:pt x="4563" y="6406"/>
                      </a:cubicBezTo>
                      <a:cubicBezTo>
                        <a:pt x="4561" y="6478"/>
                        <a:pt x="4558" y="6549"/>
                        <a:pt x="4556" y="6621"/>
                      </a:cubicBezTo>
                      <a:cubicBezTo>
                        <a:pt x="4552" y="6695"/>
                        <a:pt x="4548" y="6769"/>
                        <a:pt x="4544" y="6843"/>
                      </a:cubicBezTo>
                      <a:cubicBezTo>
                        <a:pt x="4533" y="7037"/>
                        <a:pt x="4525" y="7231"/>
                        <a:pt x="4517" y="7425"/>
                      </a:cubicBezTo>
                      <a:cubicBezTo>
                        <a:pt x="4508" y="7623"/>
                        <a:pt x="4498" y="7821"/>
                        <a:pt x="4487" y="8020"/>
                      </a:cubicBezTo>
                      <a:cubicBezTo>
                        <a:pt x="4467" y="8408"/>
                        <a:pt x="4450" y="8796"/>
                        <a:pt x="4434" y="9184"/>
                      </a:cubicBezTo>
                      <a:cubicBezTo>
                        <a:pt x="4265" y="9225"/>
                        <a:pt x="4095" y="9264"/>
                        <a:pt x="3926" y="9301"/>
                      </a:cubicBezTo>
                      <a:cubicBezTo>
                        <a:pt x="3902" y="9307"/>
                        <a:pt x="3902" y="9307"/>
                        <a:pt x="3781" y="9337"/>
                      </a:cubicBezTo>
                      <a:cubicBezTo>
                        <a:pt x="3758" y="9342"/>
                        <a:pt x="3758" y="9342"/>
                        <a:pt x="3640" y="9368"/>
                      </a:cubicBezTo>
                      <a:cubicBezTo>
                        <a:pt x="3598" y="9377"/>
                        <a:pt x="3555" y="9387"/>
                        <a:pt x="3511" y="9397"/>
                      </a:cubicBezTo>
                      <a:cubicBezTo>
                        <a:pt x="3392" y="9393"/>
                        <a:pt x="3392" y="9393"/>
                        <a:pt x="3274" y="9312"/>
                      </a:cubicBezTo>
                      <a:cubicBezTo>
                        <a:pt x="3156" y="9145"/>
                        <a:pt x="3155" y="9035"/>
                        <a:pt x="3160" y="8836"/>
                      </a:cubicBezTo>
                      <a:cubicBezTo>
                        <a:pt x="3160" y="8801"/>
                        <a:pt x="3160" y="8766"/>
                        <a:pt x="3160" y="8731"/>
                      </a:cubicBezTo>
                      <a:cubicBezTo>
                        <a:pt x="3160" y="8617"/>
                        <a:pt x="3162" y="8503"/>
                        <a:pt x="3163" y="8389"/>
                      </a:cubicBezTo>
                      <a:cubicBezTo>
                        <a:pt x="3164" y="8310"/>
                        <a:pt x="3164" y="8231"/>
                        <a:pt x="3164" y="8152"/>
                      </a:cubicBezTo>
                      <a:cubicBezTo>
                        <a:pt x="3165" y="7944"/>
                        <a:pt x="3167" y="7736"/>
                        <a:pt x="3169" y="7528"/>
                      </a:cubicBezTo>
                      <a:cubicBezTo>
                        <a:pt x="3171" y="7316"/>
                        <a:pt x="3173" y="7104"/>
                        <a:pt x="3174" y="6891"/>
                      </a:cubicBezTo>
                      <a:cubicBezTo>
                        <a:pt x="3176" y="6475"/>
                        <a:pt x="3179" y="6059"/>
                        <a:pt x="3184" y="5643"/>
                      </a:cubicBezTo>
                      <a:cubicBezTo>
                        <a:pt x="3082" y="5639"/>
                        <a:pt x="2981" y="5637"/>
                        <a:pt x="2880" y="5635"/>
                      </a:cubicBezTo>
                      <a:cubicBezTo>
                        <a:pt x="2866" y="5634"/>
                        <a:pt x="2866" y="5634"/>
                        <a:pt x="2794" y="5632"/>
                      </a:cubicBezTo>
                      <a:cubicBezTo>
                        <a:pt x="2666" y="5630"/>
                        <a:pt x="2579" y="5630"/>
                        <a:pt x="2469" y="5700"/>
                      </a:cubicBezTo>
                      <a:cubicBezTo>
                        <a:pt x="2402" y="5780"/>
                        <a:pt x="2365" y="5858"/>
                        <a:pt x="2324" y="5955"/>
                      </a:cubicBezTo>
                      <a:cubicBezTo>
                        <a:pt x="2308" y="5990"/>
                        <a:pt x="2292" y="6025"/>
                        <a:pt x="2275" y="6061"/>
                      </a:cubicBezTo>
                      <a:cubicBezTo>
                        <a:pt x="2013" y="6705"/>
                        <a:pt x="1995" y="7457"/>
                        <a:pt x="1934" y="8143"/>
                      </a:cubicBezTo>
                      <a:cubicBezTo>
                        <a:pt x="1404" y="8191"/>
                        <a:pt x="1404" y="8191"/>
                        <a:pt x="1202" y="8088"/>
                      </a:cubicBezTo>
                      <a:cubicBezTo>
                        <a:pt x="1110" y="8004"/>
                        <a:pt x="1041" y="7919"/>
                        <a:pt x="970" y="7817"/>
                      </a:cubicBezTo>
                      <a:cubicBezTo>
                        <a:pt x="944" y="7782"/>
                        <a:pt x="918" y="7746"/>
                        <a:pt x="890" y="7710"/>
                      </a:cubicBezTo>
                      <a:cubicBezTo>
                        <a:pt x="621" y="7296"/>
                        <a:pt x="583" y="6829"/>
                        <a:pt x="554" y="6346"/>
                      </a:cubicBezTo>
                      <a:cubicBezTo>
                        <a:pt x="542" y="6173"/>
                        <a:pt x="528" y="6017"/>
                        <a:pt x="475" y="5851"/>
                      </a:cubicBezTo>
                      <a:cubicBezTo>
                        <a:pt x="370" y="5778"/>
                        <a:pt x="272" y="5745"/>
                        <a:pt x="152" y="5704"/>
                      </a:cubicBezTo>
                      <a:cubicBezTo>
                        <a:pt x="59" y="5643"/>
                        <a:pt x="59" y="5643"/>
                        <a:pt x="18" y="5514"/>
                      </a:cubicBezTo>
                      <a:cubicBezTo>
                        <a:pt x="1" y="5377"/>
                        <a:pt x="0" y="5242"/>
                        <a:pt x="4" y="5104"/>
                      </a:cubicBezTo>
                      <a:cubicBezTo>
                        <a:pt x="7" y="5018"/>
                        <a:pt x="4" y="4932"/>
                        <a:pt x="2" y="4845"/>
                      </a:cubicBezTo>
                      <a:cubicBezTo>
                        <a:pt x="1" y="4684"/>
                        <a:pt x="10" y="4547"/>
                        <a:pt x="59" y="4393"/>
                      </a:cubicBezTo>
                      <a:cubicBezTo>
                        <a:pt x="151" y="4337"/>
                        <a:pt x="151" y="4337"/>
                        <a:pt x="262" y="4302"/>
                      </a:cubicBezTo>
                      <a:cubicBezTo>
                        <a:pt x="376" y="4262"/>
                        <a:pt x="376" y="4262"/>
                        <a:pt x="475" y="4184"/>
                      </a:cubicBezTo>
                      <a:cubicBezTo>
                        <a:pt x="581" y="3922"/>
                        <a:pt x="582" y="3617"/>
                        <a:pt x="606" y="3338"/>
                      </a:cubicBezTo>
                      <a:cubicBezTo>
                        <a:pt x="614" y="3259"/>
                        <a:pt x="622" y="3179"/>
                        <a:pt x="630" y="3100"/>
                      </a:cubicBezTo>
                      <a:cubicBezTo>
                        <a:pt x="650" y="2906"/>
                        <a:pt x="668" y="2712"/>
                        <a:pt x="684" y="2518"/>
                      </a:cubicBezTo>
                      <a:cubicBezTo>
                        <a:pt x="887" y="2525"/>
                        <a:pt x="1069" y="2547"/>
                        <a:pt x="1245" y="2656"/>
                      </a:cubicBezTo>
                      <a:cubicBezTo>
                        <a:pt x="1481" y="2918"/>
                        <a:pt x="1369" y="3468"/>
                        <a:pt x="1352" y="3803"/>
                      </a:cubicBezTo>
                      <a:cubicBezTo>
                        <a:pt x="1345" y="3939"/>
                        <a:pt x="1342" y="4076"/>
                        <a:pt x="1339" y="4213"/>
                      </a:cubicBezTo>
                      <a:cubicBezTo>
                        <a:pt x="1332" y="4482"/>
                        <a:pt x="1321" y="4750"/>
                        <a:pt x="1309" y="5018"/>
                      </a:cubicBezTo>
                      <a:cubicBezTo>
                        <a:pt x="1515" y="5018"/>
                        <a:pt x="1721" y="5018"/>
                        <a:pt x="1934" y="5018"/>
                      </a:cubicBezTo>
                      <a:cubicBezTo>
                        <a:pt x="1926" y="4952"/>
                        <a:pt x="1919" y="4887"/>
                        <a:pt x="1912" y="4819"/>
                      </a:cubicBezTo>
                      <a:cubicBezTo>
                        <a:pt x="1872" y="4305"/>
                        <a:pt x="1897" y="3920"/>
                        <a:pt x="2207" y="3494"/>
                      </a:cubicBezTo>
                      <a:cubicBezTo>
                        <a:pt x="2232" y="3459"/>
                        <a:pt x="2256" y="3423"/>
                        <a:pt x="2281" y="3386"/>
                      </a:cubicBezTo>
                      <a:cubicBezTo>
                        <a:pt x="2383" y="3261"/>
                        <a:pt x="2470" y="3159"/>
                        <a:pt x="2635" y="3128"/>
                      </a:cubicBezTo>
                      <a:cubicBezTo>
                        <a:pt x="2820" y="3113"/>
                        <a:pt x="3000" y="3124"/>
                        <a:pt x="3184" y="3143"/>
                      </a:cubicBezTo>
                      <a:cubicBezTo>
                        <a:pt x="3180" y="3179"/>
                        <a:pt x="3177" y="3216"/>
                        <a:pt x="3174" y="3254"/>
                      </a:cubicBezTo>
                      <a:cubicBezTo>
                        <a:pt x="3093" y="4285"/>
                        <a:pt x="3093" y="4285"/>
                        <a:pt x="3245" y="4466"/>
                      </a:cubicBezTo>
                      <a:cubicBezTo>
                        <a:pt x="3381" y="4539"/>
                        <a:pt x="3518" y="4553"/>
                        <a:pt x="3670" y="4571"/>
                      </a:cubicBezTo>
                      <a:cubicBezTo>
                        <a:pt x="3715" y="4581"/>
                        <a:pt x="3761" y="4591"/>
                        <a:pt x="3809" y="4601"/>
                      </a:cubicBezTo>
                      <a:cubicBezTo>
                        <a:pt x="3873" y="4759"/>
                        <a:pt x="3843" y="4847"/>
                        <a:pt x="3809" y="5018"/>
                      </a:cubicBezTo>
                      <a:cubicBezTo>
                        <a:pt x="4015" y="5018"/>
                        <a:pt x="4221" y="5018"/>
                        <a:pt x="4434" y="5018"/>
                      </a:cubicBezTo>
                      <a:cubicBezTo>
                        <a:pt x="4433" y="4958"/>
                        <a:pt x="4433" y="4899"/>
                        <a:pt x="4432" y="4837"/>
                      </a:cubicBezTo>
                      <a:cubicBezTo>
                        <a:pt x="4428" y="4276"/>
                        <a:pt x="4425" y="3715"/>
                        <a:pt x="4423" y="3154"/>
                      </a:cubicBezTo>
                      <a:cubicBezTo>
                        <a:pt x="4422" y="2866"/>
                        <a:pt x="4420" y="2577"/>
                        <a:pt x="4418" y="2289"/>
                      </a:cubicBezTo>
                      <a:cubicBezTo>
                        <a:pt x="4416" y="2037"/>
                        <a:pt x="4415" y="1786"/>
                        <a:pt x="4414" y="1535"/>
                      </a:cubicBezTo>
                      <a:cubicBezTo>
                        <a:pt x="4414" y="1402"/>
                        <a:pt x="4413" y="1269"/>
                        <a:pt x="4412" y="1135"/>
                      </a:cubicBezTo>
                      <a:cubicBezTo>
                        <a:pt x="4410" y="987"/>
                        <a:pt x="4410" y="838"/>
                        <a:pt x="4410" y="690"/>
                      </a:cubicBezTo>
                      <a:cubicBezTo>
                        <a:pt x="4409" y="645"/>
                        <a:pt x="4409" y="601"/>
                        <a:pt x="4408" y="556"/>
                      </a:cubicBezTo>
                      <a:cubicBezTo>
                        <a:pt x="4410" y="223"/>
                        <a:pt x="4410" y="223"/>
                        <a:pt x="4524" y="91"/>
                      </a:cubicBezTo>
                      <a:cubicBezTo>
                        <a:pt x="4670" y="0"/>
                        <a:pt x="4724" y="5"/>
                        <a:pt x="4890" y="43"/>
                      </a:cubicBezTo>
                      <a:close/>
                    </a:path>
                  </a:pathLst>
                </a:custGeom>
                <a:solidFill>
                  <a:srgbClr val="A98CD2"/>
                </a:solidFill>
                <a:ln w="2646" cap="flat">
                  <a:noFill/>
                </a:ln>
              </p:spPr>
            </p:sp>
            <p:sp>
              <p:nvSpPr>
                <p:cNvPr id="3507" name="ICON_OUT_WAVE_GRAPHIC_path_028"/>
                <p:cNvSpPr/>
                <p:nvPr/>
              </p:nvSpPr>
              <p:spPr>
                <a:xfrm>
                  <a:off x="9128125" y="3746500"/>
                  <a:ext cx="56719" cy="12769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466" h="10055" fill="norm" stroke="0">
                      <a:moveTo>
                        <a:pt x="3125" y="0"/>
                      </a:moveTo>
                      <a:cubicBezTo>
                        <a:pt x="3750" y="0"/>
                        <a:pt x="3750" y="0"/>
                        <a:pt x="3955" y="146"/>
                      </a:cubicBezTo>
                      <a:cubicBezTo>
                        <a:pt x="4038" y="243"/>
                        <a:pt x="4038" y="243"/>
                        <a:pt x="4115" y="352"/>
                      </a:cubicBezTo>
                      <a:cubicBezTo>
                        <a:pt x="4141" y="389"/>
                        <a:pt x="4168" y="426"/>
                        <a:pt x="4196" y="464"/>
                      </a:cubicBezTo>
                      <a:cubicBezTo>
                        <a:pt x="4358" y="721"/>
                        <a:pt x="4404" y="912"/>
                        <a:pt x="4354" y="1212"/>
                      </a:cubicBezTo>
                      <a:cubicBezTo>
                        <a:pt x="4311" y="1390"/>
                        <a:pt x="4263" y="1564"/>
                        <a:pt x="4209" y="1739"/>
                      </a:cubicBezTo>
                      <a:cubicBezTo>
                        <a:pt x="4138" y="1969"/>
                        <a:pt x="4079" y="2201"/>
                        <a:pt x="4023" y="2435"/>
                      </a:cubicBezTo>
                      <a:cubicBezTo>
                        <a:pt x="4017" y="2456"/>
                        <a:pt x="4017" y="2456"/>
                        <a:pt x="3985" y="2563"/>
                      </a:cubicBezTo>
                      <a:cubicBezTo>
                        <a:pt x="3954" y="2693"/>
                        <a:pt x="3941" y="2783"/>
                        <a:pt x="3958" y="2917"/>
                      </a:cubicBezTo>
                      <a:cubicBezTo>
                        <a:pt x="4048" y="3010"/>
                        <a:pt x="4048" y="3010"/>
                        <a:pt x="4163" y="3104"/>
                      </a:cubicBezTo>
                      <a:cubicBezTo>
                        <a:pt x="4329" y="3254"/>
                        <a:pt x="4406" y="3373"/>
                        <a:pt x="4429" y="3599"/>
                      </a:cubicBezTo>
                      <a:cubicBezTo>
                        <a:pt x="4433" y="3701"/>
                        <a:pt x="4433" y="3801"/>
                        <a:pt x="4432" y="3903"/>
                      </a:cubicBezTo>
                      <a:cubicBezTo>
                        <a:pt x="4433" y="3959"/>
                        <a:pt x="4434" y="4015"/>
                        <a:pt x="4435" y="4071"/>
                      </a:cubicBezTo>
                      <a:cubicBezTo>
                        <a:pt x="4438" y="4223"/>
                        <a:pt x="4438" y="4374"/>
                        <a:pt x="4438" y="4526"/>
                      </a:cubicBezTo>
                      <a:cubicBezTo>
                        <a:pt x="4438" y="4653"/>
                        <a:pt x="4439" y="4781"/>
                        <a:pt x="4440" y="4908"/>
                      </a:cubicBezTo>
                      <a:cubicBezTo>
                        <a:pt x="4442" y="5209"/>
                        <a:pt x="4442" y="5510"/>
                        <a:pt x="4441" y="5811"/>
                      </a:cubicBezTo>
                      <a:cubicBezTo>
                        <a:pt x="4440" y="6120"/>
                        <a:pt x="4442" y="6428"/>
                        <a:pt x="4446" y="6736"/>
                      </a:cubicBezTo>
                      <a:cubicBezTo>
                        <a:pt x="4450" y="7003"/>
                        <a:pt x="4451" y="7269"/>
                        <a:pt x="4451" y="7536"/>
                      </a:cubicBezTo>
                      <a:cubicBezTo>
                        <a:pt x="4450" y="7694"/>
                        <a:pt x="4451" y="7853"/>
                        <a:pt x="4454" y="8011"/>
                      </a:cubicBezTo>
                      <a:cubicBezTo>
                        <a:pt x="4466" y="8734"/>
                        <a:pt x="4420" y="9289"/>
                        <a:pt x="3918" y="9860"/>
                      </a:cubicBezTo>
                      <a:cubicBezTo>
                        <a:pt x="3780" y="9993"/>
                        <a:pt x="3670" y="10041"/>
                        <a:pt x="3479" y="10055"/>
                      </a:cubicBezTo>
                      <a:cubicBezTo>
                        <a:pt x="3356" y="10051"/>
                        <a:pt x="3245" y="10031"/>
                        <a:pt x="3125" y="10000"/>
                      </a:cubicBezTo>
                      <a:cubicBezTo>
                        <a:pt x="3123" y="9972"/>
                        <a:pt x="3122" y="9944"/>
                        <a:pt x="3120" y="9914"/>
                      </a:cubicBezTo>
                      <a:cubicBezTo>
                        <a:pt x="3104" y="9647"/>
                        <a:pt x="3085" y="9381"/>
                        <a:pt x="3065" y="9114"/>
                      </a:cubicBezTo>
                      <a:cubicBezTo>
                        <a:pt x="3055" y="8977"/>
                        <a:pt x="3045" y="8840"/>
                        <a:pt x="3037" y="8703"/>
                      </a:cubicBezTo>
                      <a:cubicBezTo>
                        <a:pt x="3028" y="8545"/>
                        <a:pt x="3015" y="8388"/>
                        <a:pt x="3003" y="8230"/>
                      </a:cubicBezTo>
                      <a:cubicBezTo>
                        <a:pt x="3002" y="8205"/>
                        <a:pt x="3002" y="8205"/>
                        <a:pt x="2996" y="8081"/>
                      </a:cubicBezTo>
                      <a:cubicBezTo>
                        <a:pt x="2983" y="7945"/>
                        <a:pt x="2970" y="7835"/>
                        <a:pt x="2917" y="7708"/>
                      </a:cubicBezTo>
                      <a:cubicBezTo>
                        <a:pt x="2814" y="7634"/>
                        <a:pt x="2716" y="7591"/>
                        <a:pt x="2598" y="7546"/>
                      </a:cubicBezTo>
                      <a:cubicBezTo>
                        <a:pt x="2491" y="7496"/>
                        <a:pt x="2463" y="7471"/>
                        <a:pt x="2418" y="7365"/>
                      </a:cubicBezTo>
                      <a:cubicBezTo>
                        <a:pt x="2402" y="7315"/>
                        <a:pt x="2388" y="7264"/>
                        <a:pt x="2375" y="7214"/>
                      </a:cubicBezTo>
                      <a:cubicBezTo>
                        <a:pt x="2367" y="7187"/>
                        <a:pt x="2359" y="7160"/>
                        <a:pt x="2351" y="7132"/>
                      </a:cubicBezTo>
                      <a:cubicBezTo>
                        <a:pt x="2325" y="7047"/>
                        <a:pt x="2302" y="6961"/>
                        <a:pt x="2279" y="6875"/>
                      </a:cubicBezTo>
                      <a:cubicBezTo>
                        <a:pt x="2254" y="6789"/>
                        <a:pt x="2230" y="6704"/>
                        <a:pt x="2204" y="6618"/>
                      </a:cubicBezTo>
                      <a:cubicBezTo>
                        <a:pt x="2189" y="6565"/>
                        <a:pt x="2174" y="6512"/>
                        <a:pt x="2160" y="6459"/>
                      </a:cubicBezTo>
                      <a:cubicBezTo>
                        <a:pt x="2120" y="6319"/>
                        <a:pt x="2087" y="6253"/>
                        <a:pt x="1976" y="6157"/>
                      </a:cubicBezTo>
                      <a:cubicBezTo>
                        <a:pt x="1821" y="5980"/>
                        <a:pt x="1835" y="5801"/>
                        <a:pt x="1824" y="5573"/>
                      </a:cubicBezTo>
                      <a:cubicBezTo>
                        <a:pt x="1817" y="5480"/>
                        <a:pt x="1810" y="5386"/>
                        <a:pt x="1803" y="5293"/>
                      </a:cubicBezTo>
                      <a:cubicBezTo>
                        <a:pt x="1793" y="5146"/>
                        <a:pt x="1784" y="5000"/>
                        <a:pt x="1776" y="4853"/>
                      </a:cubicBezTo>
                      <a:cubicBezTo>
                        <a:pt x="1767" y="4711"/>
                        <a:pt x="1757" y="4569"/>
                        <a:pt x="1746" y="4427"/>
                      </a:cubicBezTo>
                      <a:cubicBezTo>
                        <a:pt x="1744" y="4383"/>
                        <a:pt x="1742" y="4339"/>
                        <a:pt x="1740" y="4294"/>
                      </a:cubicBezTo>
                      <a:cubicBezTo>
                        <a:pt x="1730" y="4169"/>
                        <a:pt x="1718" y="4073"/>
                        <a:pt x="1667" y="3958"/>
                      </a:cubicBezTo>
                      <a:cubicBezTo>
                        <a:pt x="1537" y="3859"/>
                        <a:pt x="1405" y="3801"/>
                        <a:pt x="1250" y="3750"/>
                      </a:cubicBezTo>
                      <a:cubicBezTo>
                        <a:pt x="1253" y="3784"/>
                        <a:pt x="1257" y="3817"/>
                        <a:pt x="1260" y="3851"/>
                      </a:cubicBezTo>
                      <a:cubicBezTo>
                        <a:pt x="1339" y="4654"/>
                        <a:pt x="1339" y="4654"/>
                        <a:pt x="1199" y="4871"/>
                      </a:cubicBezTo>
                      <a:cubicBezTo>
                        <a:pt x="1081" y="4974"/>
                        <a:pt x="961" y="5014"/>
                        <a:pt x="807" y="5029"/>
                      </a:cubicBezTo>
                      <a:cubicBezTo>
                        <a:pt x="542" y="5010"/>
                        <a:pt x="348" y="4864"/>
                        <a:pt x="174" y="4672"/>
                      </a:cubicBezTo>
                      <a:cubicBezTo>
                        <a:pt x="98" y="4574"/>
                        <a:pt x="43" y="4492"/>
                        <a:pt x="0" y="4375"/>
                      </a:cubicBezTo>
                      <a:cubicBezTo>
                        <a:pt x="29" y="4231"/>
                        <a:pt x="108" y="4124"/>
                        <a:pt x="189" y="4002"/>
                      </a:cubicBezTo>
                      <a:cubicBezTo>
                        <a:pt x="383" y="3670"/>
                        <a:pt x="455" y="3396"/>
                        <a:pt x="466" y="3012"/>
                      </a:cubicBezTo>
                      <a:cubicBezTo>
                        <a:pt x="468" y="2967"/>
                        <a:pt x="469" y="2922"/>
                        <a:pt x="471" y="2875"/>
                      </a:cubicBezTo>
                      <a:cubicBezTo>
                        <a:pt x="473" y="2784"/>
                        <a:pt x="475" y="2692"/>
                        <a:pt x="477" y="2600"/>
                      </a:cubicBezTo>
                      <a:cubicBezTo>
                        <a:pt x="507" y="1621"/>
                        <a:pt x="507" y="1621"/>
                        <a:pt x="674" y="1391"/>
                      </a:cubicBezTo>
                      <a:cubicBezTo>
                        <a:pt x="882" y="1206"/>
                        <a:pt x="1161" y="1198"/>
                        <a:pt x="1426" y="1202"/>
                      </a:cubicBezTo>
                      <a:cubicBezTo>
                        <a:pt x="1584" y="1215"/>
                        <a:pt x="1654" y="1241"/>
                        <a:pt x="1783" y="1337"/>
                      </a:cubicBezTo>
                      <a:cubicBezTo>
                        <a:pt x="1894" y="1484"/>
                        <a:pt x="1913" y="1605"/>
                        <a:pt x="1926" y="1783"/>
                      </a:cubicBezTo>
                      <a:cubicBezTo>
                        <a:pt x="1933" y="1847"/>
                        <a:pt x="1940" y="1911"/>
                        <a:pt x="1947" y="1975"/>
                      </a:cubicBezTo>
                      <a:cubicBezTo>
                        <a:pt x="1957" y="2074"/>
                        <a:pt x="1966" y="2174"/>
                        <a:pt x="1974" y="2274"/>
                      </a:cubicBezTo>
                      <a:cubicBezTo>
                        <a:pt x="2013" y="2715"/>
                        <a:pt x="2058" y="2946"/>
                        <a:pt x="2405" y="3240"/>
                      </a:cubicBezTo>
                      <a:cubicBezTo>
                        <a:pt x="2583" y="3415"/>
                        <a:pt x="2588" y="3635"/>
                        <a:pt x="2618" y="3873"/>
                      </a:cubicBezTo>
                      <a:cubicBezTo>
                        <a:pt x="2637" y="3979"/>
                        <a:pt x="2637" y="3979"/>
                        <a:pt x="2708" y="4167"/>
                      </a:cubicBezTo>
                      <a:cubicBezTo>
                        <a:pt x="2846" y="4235"/>
                        <a:pt x="2983" y="4304"/>
                        <a:pt x="3125" y="4375"/>
                      </a:cubicBezTo>
                      <a:cubicBezTo>
                        <a:pt x="3125" y="2931"/>
                        <a:pt x="3125" y="1488"/>
                        <a:pt x="3125" y="0"/>
                      </a:cubicBezTo>
                      <a:close/>
                    </a:path>
                  </a:pathLst>
                </a:custGeom>
                <a:solidFill>
                  <a:srgbClr val="EE55AC"/>
                </a:solidFill>
                <a:ln w="2646" cap="flat">
                  <a:noFill/>
                </a:ln>
              </p:spPr>
            </p:sp>
            <p:sp>
              <p:nvSpPr>
                <p:cNvPr id="3508" name="ICON_OUT_WAVE_GRAPHIC_path_029"/>
                <p:cNvSpPr/>
                <p:nvPr/>
              </p:nvSpPr>
              <p:spPr>
                <a:xfrm>
                  <a:off x="9905122" y="3444875"/>
                  <a:ext cx="89294" cy="873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31" h="6875" fill="norm" stroke="0">
                      <a:moveTo>
                        <a:pt x="6319" y="0"/>
                      </a:moveTo>
                      <a:cubicBezTo>
                        <a:pt x="6525" y="0"/>
                        <a:pt x="6732" y="0"/>
                        <a:pt x="6944" y="0"/>
                      </a:cubicBezTo>
                      <a:cubicBezTo>
                        <a:pt x="6959" y="458"/>
                        <a:pt x="6970" y="916"/>
                        <a:pt x="6976" y="1375"/>
                      </a:cubicBezTo>
                      <a:cubicBezTo>
                        <a:pt x="6980" y="1587"/>
                        <a:pt x="6984" y="1800"/>
                        <a:pt x="6991" y="2013"/>
                      </a:cubicBezTo>
                      <a:cubicBezTo>
                        <a:pt x="6998" y="2218"/>
                        <a:pt x="7002" y="2423"/>
                        <a:pt x="7004" y="2629"/>
                      </a:cubicBezTo>
                      <a:cubicBezTo>
                        <a:pt x="7005" y="2707"/>
                        <a:pt x="7007" y="2785"/>
                        <a:pt x="7010" y="2864"/>
                      </a:cubicBezTo>
                      <a:cubicBezTo>
                        <a:pt x="7031" y="3368"/>
                        <a:pt x="7031" y="3368"/>
                        <a:pt x="6944" y="3542"/>
                      </a:cubicBezTo>
                      <a:cubicBezTo>
                        <a:pt x="6768" y="3689"/>
                        <a:pt x="6540" y="3721"/>
                        <a:pt x="6319" y="3750"/>
                      </a:cubicBezTo>
                      <a:cubicBezTo>
                        <a:pt x="6319" y="3544"/>
                        <a:pt x="6319" y="3337"/>
                        <a:pt x="6319" y="3125"/>
                      </a:cubicBezTo>
                      <a:cubicBezTo>
                        <a:pt x="6113" y="3125"/>
                        <a:pt x="5907" y="3125"/>
                        <a:pt x="5694" y="3125"/>
                      </a:cubicBezTo>
                      <a:cubicBezTo>
                        <a:pt x="5697" y="3198"/>
                        <a:pt x="5699" y="3271"/>
                        <a:pt x="5701" y="3346"/>
                      </a:cubicBezTo>
                      <a:cubicBezTo>
                        <a:pt x="5704" y="3441"/>
                        <a:pt x="5705" y="3537"/>
                        <a:pt x="5707" y="3633"/>
                      </a:cubicBezTo>
                      <a:cubicBezTo>
                        <a:pt x="5709" y="3681"/>
                        <a:pt x="5711" y="3729"/>
                        <a:pt x="5712" y="3778"/>
                      </a:cubicBezTo>
                      <a:cubicBezTo>
                        <a:pt x="5713" y="3801"/>
                        <a:pt x="5713" y="3801"/>
                        <a:pt x="5715" y="3919"/>
                      </a:cubicBezTo>
                      <a:cubicBezTo>
                        <a:pt x="5715" y="3940"/>
                        <a:pt x="5715" y="3940"/>
                        <a:pt x="5718" y="4047"/>
                      </a:cubicBezTo>
                      <a:cubicBezTo>
                        <a:pt x="5694" y="4167"/>
                        <a:pt x="5694" y="4167"/>
                        <a:pt x="5486" y="4375"/>
                      </a:cubicBezTo>
                      <a:cubicBezTo>
                        <a:pt x="5142" y="4375"/>
                        <a:pt x="4798" y="4375"/>
                        <a:pt x="4444" y="4375"/>
                      </a:cubicBezTo>
                      <a:cubicBezTo>
                        <a:pt x="4444" y="5200"/>
                        <a:pt x="4444" y="6025"/>
                        <a:pt x="4444" y="6875"/>
                      </a:cubicBezTo>
                      <a:cubicBezTo>
                        <a:pt x="3819" y="6875"/>
                        <a:pt x="3819" y="6875"/>
                        <a:pt x="3621" y="6751"/>
                      </a:cubicBezTo>
                      <a:cubicBezTo>
                        <a:pt x="3542" y="6663"/>
                        <a:pt x="3542" y="6663"/>
                        <a:pt x="3467" y="6562"/>
                      </a:cubicBezTo>
                      <a:cubicBezTo>
                        <a:pt x="3441" y="6528"/>
                        <a:pt x="3415" y="6493"/>
                        <a:pt x="3387" y="6457"/>
                      </a:cubicBezTo>
                      <a:cubicBezTo>
                        <a:pt x="3010" y="5865"/>
                        <a:pt x="3147" y="5043"/>
                        <a:pt x="3194" y="4375"/>
                      </a:cubicBezTo>
                      <a:cubicBezTo>
                        <a:pt x="2988" y="4375"/>
                        <a:pt x="2782" y="4375"/>
                        <a:pt x="2569" y="4375"/>
                      </a:cubicBezTo>
                      <a:cubicBezTo>
                        <a:pt x="2569" y="4994"/>
                        <a:pt x="2569" y="5613"/>
                        <a:pt x="2569" y="6250"/>
                      </a:cubicBezTo>
                      <a:cubicBezTo>
                        <a:pt x="1944" y="6250"/>
                        <a:pt x="1944" y="6250"/>
                        <a:pt x="1746" y="6113"/>
                      </a:cubicBezTo>
                      <a:cubicBezTo>
                        <a:pt x="1693" y="6056"/>
                        <a:pt x="1642" y="5998"/>
                        <a:pt x="1592" y="5938"/>
                      </a:cubicBezTo>
                      <a:cubicBezTo>
                        <a:pt x="1579" y="5923"/>
                        <a:pt x="1579" y="5923"/>
                        <a:pt x="1511" y="5847"/>
                      </a:cubicBezTo>
                      <a:cubicBezTo>
                        <a:pt x="1445" y="5774"/>
                        <a:pt x="1382" y="5700"/>
                        <a:pt x="1319" y="5625"/>
                      </a:cubicBezTo>
                      <a:cubicBezTo>
                        <a:pt x="1316" y="5670"/>
                        <a:pt x="1313" y="5715"/>
                        <a:pt x="1310" y="5762"/>
                      </a:cubicBezTo>
                      <a:cubicBezTo>
                        <a:pt x="1284" y="5948"/>
                        <a:pt x="1257" y="6121"/>
                        <a:pt x="1111" y="6250"/>
                      </a:cubicBezTo>
                      <a:cubicBezTo>
                        <a:pt x="777" y="6338"/>
                        <a:pt x="408" y="6286"/>
                        <a:pt x="69" y="6250"/>
                      </a:cubicBezTo>
                      <a:cubicBezTo>
                        <a:pt x="0" y="5319"/>
                        <a:pt x="0" y="5319"/>
                        <a:pt x="147" y="5083"/>
                      </a:cubicBezTo>
                      <a:cubicBezTo>
                        <a:pt x="220" y="5025"/>
                        <a:pt x="294" y="4970"/>
                        <a:pt x="369" y="4917"/>
                      </a:cubicBezTo>
                      <a:cubicBezTo>
                        <a:pt x="529" y="4780"/>
                        <a:pt x="555" y="4586"/>
                        <a:pt x="611" y="4392"/>
                      </a:cubicBezTo>
                      <a:cubicBezTo>
                        <a:pt x="751" y="3924"/>
                        <a:pt x="751" y="3924"/>
                        <a:pt x="903" y="3750"/>
                      </a:cubicBezTo>
                      <a:cubicBezTo>
                        <a:pt x="1243" y="3615"/>
                        <a:pt x="1590" y="3704"/>
                        <a:pt x="1944" y="3750"/>
                      </a:cubicBezTo>
                      <a:cubicBezTo>
                        <a:pt x="1944" y="3406"/>
                        <a:pt x="1944" y="3062"/>
                        <a:pt x="1944" y="2708"/>
                      </a:cubicBezTo>
                      <a:cubicBezTo>
                        <a:pt x="2288" y="2640"/>
                        <a:pt x="2632" y="2571"/>
                        <a:pt x="2986" y="2500"/>
                      </a:cubicBezTo>
                      <a:cubicBezTo>
                        <a:pt x="3007" y="2603"/>
                        <a:pt x="3029" y="2706"/>
                        <a:pt x="3051" y="2812"/>
                      </a:cubicBezTo>
                      <a:cubicBezTo>
                        <a:pt x="3083" y="2930"/>
                        <a:pt x="3116" y="3030"/>
                        <a:pt x="3194" y="3125"/>
                      </a:cubicBezTo>
                      <a:cubicBezTo>
                        <a:pt x="3390" y="3206"/>
                        <a:pt x="3616" y="3159"/>
                        <a:pt x="3819" y="3125"/>
                      </a:cubicBezTo>
                      <a:cubicBezTo>
                        <a:pt x="3816" y="3098"/>
                        <a:pt x="3813" y="3071"/>
                        <a:pt x="3809" y="3043"/>
                      </a:cubicBezTo>
                      <a:cubicBezTo>
                        <a:pt x="3752" y="2495"/>
                        <a:pt x="3760" y="2059"/>
                        <a:pt x="4092" y="1602"/>
                      </a:cubicBezTo>
                      <a:cubicBezTo>
                        <a:pt x="4117" y="1566"/>
                        <a:pt x="4142" y="1530"/>
                        <a:pt x="4167" y="1494"/>
                      </a:cubicBezTo>
                      <a:cubicBezTo>
                        <a:pt x="4246" y="1396"/>
                        <a:pt x="4246" y="1396"/>
                        <a:pt x="4444" y="1250"/>
                      </a:cubicBezTo>
                      <a:cubicBezTo>
                        <a:pt x="4650" y="1250"/>
                        <a:pt x="4857" y="1250"/>
                        <a:pt x="5069" y="1250"/>
                      </a:cubicBezTo>
                      <a:cubicBezTo>
                        <a:pt x="5069" y="1663"/>
                        <a:pt x="5069" y="2075"/>
                        <a:pt x="5069" y="2500"/>
                      </a:cubicBezTo>
                      <a:cubicBezTo>
                        <a:pt x="5275" y="2500"/>
                        <a:pt x="5482" y="2500"/>
                        <a:pt x="5694" y="2500"/>
                      </a:cubicBezTo>
                      <a:cubicBezTo>
                        <a:pt x="5689" y="2430"/>
                        <a:pt x="5685" y="2359"/>
                        <a:pt x="5680" y="2287"/>
                      </a:cubicBezTo>
                      <a:cubicBezTo>
                        <a:pt x="5643" y="1533"/>
                        <a:pt x="5643" y="1533"/>
                        <a:pt x="5780" y="1333"/>
                      </a:cubicBezTo>
                      <a:cubicBezTo>
                        <a:pt x="5854" y="1277"/>
                        <a:pt x="5929" y="1221"/>
                        <a:pt x="6004" y="1167"/>
                      </a:cubicBezTo>
                      <a:cubicBezTo>
                        <a:pt x="6274" y="917"/>
                        <a:pt x="6269" y="343"/>
                        <a:pt x="6319" y="0"/>
                      </a:cubicBezTo>
                      <a:close/>
                    </a:path>
                  </a:pathLst>
                </a:custGeom>
                <a:solidFill>
                  <a:srgbClr val="3D77FD"/>
                </a:solidFill>
                <a:ln w="2646" cap="flat">
                  <a:noFill/>
                </a:ln>
              </p:spPr>
            </p:sp>
            <p:sp>
              <p:nvSpPr>
                <p:cNvPr id="3509" name="ICON_OUT_WAVE_GRAPHIC_path_030"/>
                <p:cNvSpPr/>
                <p:nvPr/>
              </p:nvSpPr>
              <p:spPr>
                <a:xfrm>
                  <a:off x="9325896" y="3921125"/>
                  <a:ext cx="64627" cy="1120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089" h="8822" fill="norm" stroke="0">
                      <a:moveTo>
                        <a:pt x="1511" y="0"/>
                      </a:moveTo>
                      <a:cubicBezTo>
                        <a:pt x="1855" y="69"/>
                        <a:pt x="2198" y="137"/>
                        <a:pt x="2553" y="208"/>
                      </a:cubicBezTo>
                      <a:cubicBezTo>
                        <a:pt x="2553" y="1171"/>
                        <a:pt x="2553" y="2133"/>
                        <a:pt x="2553" y="3125"/>
                      </a:cubicBezTo>
                      <a:cubicBezTo>
                        <a:pt x="2759" y="3125"/>
                        <a:pt x="2965" y="3125"/>
                        <a:pt x="3178" y="3125"/>
                      </a:cubicBezTo>
                      <a:cubicBezTo>
                        <a:pt x="3178" y="2781"/>
                        <a:pt x="3178" y="2438"/>
                        <a:pt x="3178" y="2083"/>
                      </a:cubicBezTo>
                      <a:cubicBezTo>
                        <a:pt x="3346" y="2043"/>
                        <a:pt x="3516" y="2004"/>
                        <a:pt x="3685" y="1966"/>
                      </a:cubicBezTo>
                      <a:cubicBezTo>
                        <a:pt x="3733" y="1954"/>
                        <a:pt x="3781" y="1943"/>
                        <a:pt x="3831" y="1931"/>
                      </a:cubicBezTo>
                      <a:cubicBezTo>
                        <a:pt x="4178" y="1855"/>
                        <a:pt x="4178" y="1855"/>
                        <a:pt x="4356" y="1940"/>
                      </a:cubicBezTo>
                      <a:cubicBezTo>
                        <a:pt x="4491" y="2129"/>
                        <a:pt x="4449" y="2397"/>
                        <a:pt x="4440" y="2617"/>
                      </a:cubicBezTo>
                      <a:cubicBezTo>
                        <a:pt x="4440" y="2666"/>
                        <a:pt x="4439" y="2715"/>
                        <a:pt x="4438" y="2765"/>
                      </a:cubicBezTo>
                      <a:cubicBezTo>
                        <a:pt x="4435" y="2885"/>
                        <a:pt x="4431" y="3005"/>
                        <a:pt x="4428" y="3125"/>
                      </a:cubicBezTo>
                      <a:cubicBezTo>
                        <a:pt x="4634" y="3125"/>
                        <a:pt x="4840" y="3125"/>
                        <a:pt x="5053" y="3125"/>
                      </a:cubicBezTo>
                      <a:cubicBezTo>
                        <a:pt x="5089" y="3541"/>
                        <a:pt x="5089" y="3541"/>
                        <a:pt x="5053" y="3750"/>
                      </a:cubicBezTo>
                      <a:cubicBezTo>
                        <a:pt x="4959" y="3829"/>
                        <a:pt x="4872" y="3854"/>
                        <a:pt x="4756" y="3892"/>
                      </a:cubicBezTo>
                      <a:cubicBezTo>
                        <a:pt x="4500" y="4033"/>
                        <a:pt x="4364" y="4338"/>
                        <a:pt x="4219" y="4583"/>
                      </a:cubicBezTo>
                      <a:cubicBezTo>
                        <a:pt x="4082" y="4515"/>
                        <a:pt x="3944" y="4446"/>
                        <a:pt x="3803" y="4375"/>
                      </a:cubicBezTo>
                      <a:cubicBezTo>
                        <a:pt x="3792" y="4420"/>
                        <a:pt x="3782" y="4465"/>
                        <a:pt x="3772" y="4512"/>
                      </a:cubicBezTo>
                      <a:cubicBezTo>
                        <a:pt x="3756" y="4570"/>
                        <a:pt x="3740" y="4629"/>
                        <a:pt x="3724" y="4688"/>
                      </a:cubicBezTo>
                      <a:cubicBezTo>
                        <a:pt x="3721" y="4702"/>
                        <a:pt x="3721" y="4702"/>
                        <a:pt x="3705" y="4778"/>
                      </a:cubicBezTo>
                      <a:cubicBezTo>
                        <a:pt x="3680" y="4863"/>
                        <a:pt x="3680" y="4863"/>
                        <a:pt x="3594" y="5000"/>
                      </a:cubicBezTo>
                      <a:cubicBezTo>
                        <a:pt x="3457" y="5000"/>
                        <a:pt x="3319" y="5000"/>
                        <a:pt x="3178" y="5000"/>
                      </a:cubicBezTo>
                      <a:cubicBezTo>
                        <a:pt x="3178" y="5413"/>
                        <a:pt x="3178" y="5825"/>
                        <a:pt x="3178" y="6250"/>
                      </a:cubicBezTo>
                      <a:cubicBezTo>
                        <a:pt x="2761" y="6042"/>
                        <a:pt x="2344" y="5833"/>
                        <a:pt x="1928" y="5625"/>
                      </a:cubicBezTo>
                      <a:cubicBezTo>
                        <a:pt x="1530" y="6256"/>
                        <a:pt x="1431" y="6841"/>
                        <a:pt x="1386" y="7578"/>
                      </a:cubicBezTo>
                      <a:cubicBezTo>
                        <a:pt x="1377" y="7711"/>
                        <a:pt x="1367" y="7843"/>
                        <a:pt x="1356" y="7976"/>
                      </a:cubicBezTo>
                      <a:cubicBezTo>
                        <a:pt x="1336" y="8234"/>
                        <a:pt x="1319" y="8492"/>
                        <a:pt x="1303" y="8750"/>
                      </a:cubicBezTo>
                      <a:cubicBezTo>
                        <a:pt x="874" y="8822"/>
                        <a:pt x="874" y="8822"/>
                        <a:pt x="678" y="8750"/>
                      </a:cubicBezTo>
                      <a:cubicBezTo>
                        <a:pt x="536" y="8566"/>
                        <a:pt x="495" y="8361"/>
                        <a:pt x="443" y="8138"/>
                      </a:cubicBezTo>
                      <a:cubicBezTo>
                        <a:pt x="420" y="8051"/>
                        <a:pt x="397" y="7964"/>
                        <a:pt x="373" y="7877"/>
                      </a:cubicBezTo>
                      <a:cubicBezTo>
                        <a:pt x="358" y="7823"/>
                        <a:pt x="345" y="7769"/>
                        <a:pt x="332" y="7714"/>
                      </a:cubicBezTo>
                      <a:cubicBezTo>
                        <a:pt x="295" y="7570"/>
                        <a:pt x="263" y="7502"/>
                        <a:pt x="153" y="7398"/>
                      </a:cubicBezTo>
                      <a:cubicBezTo>
                        <a:pt x="23" y="7260"/>
                        <a:pt x="19" y="7148"/>
                        <a:pt x="18" y="6967"/>
                      </a:cubicBezTo>
                      <a:cubicBezTo>
                        <a:pt x="17" y="6936"/>
                        <a:pt x="16" y="6905"/>
                        <a:pt x="15" y="6873"/>
                      </a:cubicBezTo>
                      <a:cubicBezTo>
                        <a:pt x="14" y="6807"/>
                        <a:pt x="14" y="6741"/>
                        <a:pt x="14" y="6676"/>
                      </a:cubicBezTo>
                      <a:cubicBezTo>
                        <a:pt x="14" y="6576"/>
                        <a:pt x="10" y="6478"/>
                        <a:pt x="6" y="6378"/>
                      </a:cubicBezTo>
                      <a:cubicBezTo>
                        <a:pt x="5" y="6314"/>
                        <a:pt x="5" y="6250"/>
                        <a:pt x="5" y="6186"/>
                      </a:cubicBezTo>
                      <a:cubicBezTo>
                        <a:pt x="4" y="6171"/>
                        <a:pt x="4" y="6171"/>
                        <a:pt x="0" y="6098"/>
                      </a:cubicBezTo>
                      <a:cubicBezTo>
                        <a:pt x="4" y="5934"/>
                        <a:pt x="28" y="5858"/>
                        <a:pt x="146" y="5740"/>
                      </a:cubicBezTo>
                      <a:cubicBezTo>
                        <a:pt x="183" y="5708"/>
                        <a:pt x="221" y="5675"/>
                        <a:pt x="259" y="5642"/>
                      </a:cubicBezTo>
                      <a:cubicBezTo>
                        <a:pt x="482" y="5434"/>
                        <a:pt x="525" y="5263"/>
                        <a:pt x="538" y="4967"/>
                      </a:cubicBezTo>
                      <a:cubicBezTo>
                        <a:pt x="538" y="4940"/>
                        <a:pt x="539" y="4912"/>
                        <a:pt x="539" y="4884"/>
                      </a:cubicBezTo>
                      <a:cubicBezTo>
                        <a:pt x="541" y="4796"/>
                        <a:pt x="545" y="4709"/>
                        <a:pt x="550" y="4621"/>
                      </a:cubicBezTo>
                      <a:cubicBezTo>
                        <a:pt x="560" y="4435"/>
                        <a:pt x="567" y="4249"/>
                        <a:pt x="573" y="4062"/>
                      </a:cubicBezTo>
                      <a:cubicBezTo>
                        <a:pt x="581" y="3846"/>
                        <a:pt x="590" y="3631"/>
                        <a:pt x="602" y="3415"/>
                      </a:cubicBezTo>
                      <a:cubicBezTo>
                        <a:pt x="606" y="3329"/>
                        <a:pt x="608" y="3244"/>
                        <a:pt x="609" y="3158"/>
                      </a:cubicBezTo>
                      <a:cubicBezTo>
                        <a:pt x="618" y="2940"/>
                        <a:pt x="628" y="2767"/>
                        <a:pt x="772" y="2595"/>
                      </a:cubicBezTo>
                      <a:cubicBezTo>
                        <a:pt x="847" y="2527"/>
                        <a:pt x="923" y="2459"/>
                        <a:pt x="999" y="2393"/>
                      </a:cubicBezTo>
                      <a:cubicBezTo>
                        <a:pt x="1163" y="2218"/>
                        <a:pt x="1164" y="2034"/>
                        <a:pt x="1173" y="1803"/>
                      </a:cubicBezTo>
                      <a:cubicBezTo>
                        <a:pt x="1177" y="1757"/>
                        <a:pt x="1180" y="1712"/>
                        <a:pt x="1184" y="1666"/>
                      </a:cubicBezTo>
                      <a:cubicBezTo>
                        <a:pt x="1195" y="1523"/>
                        <a:pt x="1203" y="1380"/>
                        <a:pt x="1211" y="1237"/>
                      </a:cubicBezTo>
                      <a:cubicBezTo>
                        <a:pt x="1221" y="1093"/>
                        <a:pt x="1230" y="950"/>
                        <a:pt x="1241" y="806"/>
                      </a:cubicBezTo>
                      <a:cubicBezTo>
                        <a:pt x="1248" y="717"/>
                        <a:pt x="1253" y="628"/>
                        <a:pt x="1258" y="539"/>
                      </a:cubicBezTo>
                      <a:cubicBezTo>
                        <a:pt x="1259" y="519"/>
                        <a:pt x="1259" y="519"/>
                        <a:pt x="1266" y="417"/>
                      </a:cubicBezTo>
                      <a:cubicBezTo>
                        <a:pt x="1268" y="381"/>
                        <a:pt x="1270" y="346"/>
                        <a:pt x="1272" y="310"/>
                      </a:cubicBezTo>
                      <a:cubicBezTo>
                        <a:pt x="1303" y="208"/>
                        <a:pt x="1303" y="208"/>
                        <a:pt x="1511" y="0"/>
                      </a:cubicBezTo>
                      <a:close/>
                    </a:path>
                  </a:pathLst>
                </a:custGeom>
                <a:solidFill>
                  <a:srgbClr val="64ADAE"/>
                </a:solidFill>
                <a:ln w="2646" cap="flat">
                  <a:noFill/>
                </a:ln>
              </p:spPr>
            </p:sp>
            <p:sp>
              <p:nvSpPr>
                <p:cNvPr id="3510" name="ICON_OUT_WAVE_GRAPHIC_path_031"/>
                <p:cNvSpPr/>
                <p:nvPr/>
              </p:nvSpPr>
              <p:spPr>
                <a:xfrm>
                  <a:off x="9739312" y="3429000"/>
                  <a:ext cx="79375" cy="1190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0" h="9375" fill="norm" stroke="0">
                      <a:moveTo>
                        <a:pt x="4583" y="0"/>
                      </a:moveTo>
                      <a:cubicBezTo>
                        <a:pt x="4755" y="34"/>
                        <a:pt x="4755" y="34"/>
                        <a:pt x="5625" y="208"/>
                      </a:cubicBezTo>
                      <a:cubicBezTo>
                        <a:pt x="5625" y="965"/>
                        <a:pt x="5625" y="1721"/>
                        <a:pt x="5625" y="2500"/>
                      </a:cubicBezTo>
                      <a:cubicBezTo>
                        <a:pt x="5831" y="2500"/>
                        <a:pt x="6038" y="2500"/>
                        <a:pt x="6250" y="2500"/>
                      </a:cubicBezTo>
                      <a:cubicBezTo>
                        <a:pt x="6215" y="2566"/>
                        <a:pt x="6180" y="2631"/>
                        <a:pt x="6144" y="2699"/>
                      </a:cubicBezTo>
                      <a:cubicBezTo>
                        <a:pt x="5808" y="3384"/>
                        <a:pt x="5808" y="3384"/>
                        <a:pt x="5855" y="3673"/>
                      </a:cubicBezTo>
                      <a:cubicBezTo>
                        <a:pt x="5946" y="3932"/>
                        <a:pt x="6089" y="4154"/>
                        <a:pt x="6250" y="4375"/>
                      </a:cubicBezTo>
                      <a:cubicBezTo>
                        <a:pt x="6044" y="4375"/>
                        <a:pt x="5838" y="4375"/>
                        <a:pt x="5625" y="4375"/>
                      </a:cubicBezTo>
                      <a:cubicBezTo>
                        <a:pt x="5630" y="4416"/>
                        <a:pt x="5630" y="4416"/>
                        <a:pt x="5654" y="4626"/>
                      </a:cubicBezTo>
                      <a:cubicBezTo>
                        <a:pt x="5737" y="5523"/>
                        <a:pt x="5737" y="5523"/>
                        <a:pt x="5491" y="5840"/>
                      </a:cubicBezTo>
                      <a:cubicBezTo>
                        <a:pt x="4928" y="6380"/>
                        <a:pt x="4070" y="6402"/>
                        <a:pt x="3333" y="6458"/>
                      </a:cubicBezTo>
                      <a:cubicBezTo>
                        <a:pt x="3332" y="6483"/>
                        <a:pt x="3331" y="6507"/>
                        <a:pt x="3330" y="6532"/>
                      </a:cubicBezTo>
                      <a:cubicBezTo>
                        <a:pt x="3316" y="6789"/>
                        <a:pt x="3299" y="7046"/>
                        <a:pt x="3279" y="7303"/>
                      </a:cubicBezTo>
                      <a:cubicBezTo>
                        <a:pt x="3272" y="7398"/>
                        <a:pt x="3266" y="7493"/>
                        <a:pt x="3261" y="7589"/>
                      </a:cubicBezTo>
                      <a:cubicBezTo>
                        <a:pt x="3233" y="8132"/>
                        <a:pt x="3163" y="8575"/>
                        <a:pt x="2843" y="9027"/>
                      </a:cubicBezTo>
                      <a:cubicBezTo>
                        <a:pt x="2831" y="9044"/>
                        <a:pt x="2831" y="9044"/>
                        <a:pt x="2770" y="9134"/>
                      </a:cubicBezTo>
                      <a:cubicBezTo>
                        <a:pt x="2693" y="9231"/>
                        <a:pt x="2693" y="9231"/>
                        <a:pt x="2500" y="9375"/>
                      </a:cubicBezTo>
                      <a:cubicBezTo>
                        <a:pt x="2294" y="9375"/>
                        <a:pt x="2088" y="9375"/>
                        <a:pt x="1875" y="9375"/>
                      </a:cubicBezTo>
                      <a:cubicBezTo>
                        <a:pt x="1875" y="8756"/>
                        <a:pt x="1875" y="8137"/>
                        <a:pt x="1875" y="7500"/>
                      </a:cubicBezTo>
                      <a:cubicBezTo>
                        <a:pt x="1669" y="7500"/>
                        <a:pt x="1463" y="7500"/>
                        <a:pt x="1250" y="7500"/>
                      </a:cubicBezTo>
                      <a:cubicBezTo>
                        <a:pt x="1146" y="7634"/>
                        <a:pt x="1131" y="7659"/>
                        <a:pt x="1107" y="7812"/>
                      </a:cubicBezTo>
                      <a:cubicBezTo>
                        <a:pt x="1085" y="7916"/>
                        <a:pt x="1064" y="8019"/>
                        <a:pt x="1042" y="8125"/>
                      </a:cubicBezTo>
                      <a:cubicBezTo>
                        <a:pt x="698" y="8056"/>
                        <a:pt x="354" y="7988"/>
                        <a:pt x="0" y="7917"/>
                      </a:cubicBezTo>
                      <a:cubicBezTo>
                        <a:pt x="0" y="7367"/>
                        <a:pt x="0" y="6817"/>
                        <a:pt x="0" y="6250"/>
                      </a:cubicBezTo>
                      <a:cubicBezTo>
                        <a:pt x="206" y="6250"/>
                        <a:pt x="413" y="6250"/>
                        <a:pt x="625" y="6250"/>
                      </a:cubicBezTo>
                      <a:cubicBezTo>
                        <a:pt x="694" y="6594"/>
                        <a:pt x="763" y="6938"/>
                        <a:pt x="833" y="7292"/>
                      </a:cubicBezTo>
                      <a:cubicBezTo>
                        <a:pt x="1651" y="6790"/>
                        <a:pt x="1651" y="6790"/>
                        <a:pt x="1768" y="6393"/>
                      </a:cubicBezTo>
                      <a:cubicBezTo>
                        <a:pt x="1824" y="6139"/>
                        <a:pt x="1855" y="5884"/>
                        <a:pt x="1875" y="5625"/>
                      </a:cubicBezTo>
                      <a:cubicBezTo>
                        <a:pt x="2081" y="5625"/>
                        <a:pt x="2288" y="5625"/>
                        <a:pt x="2500" y="5625"/>
                      </a:cubicBezTo>
                      <a:cubicBezTo>
                        <a:pt x="2500" y="5006"/>
                        <a:pt x="2500" y="4387"/>
                        <a:pt x="2500" y="3750"/>
                      </a:cubicBezTo>
                      <a:cubicBezTo>
                        <a:pt x="3125" y="3750"/>
                        <a:pt x="3125" y="3750"/>
                        <a:pt x="3323" y="3918"/>
                      </a:cubicBezTo>
                      <a:cubicBezTo>
                        <a:pt x="3376" y="3990"/>
                        <a:pt x="3428" y="4065"/>
                        <a:pt x="3477" y="4141"/>
                      </a:cubicBezTo>
                      <a:cubicBezTo>
                        <a:pt x="3490" y="4159"/>
                        <a:pt x="3490" y="4159"/>
                        <a:pt x="3558" y="4250"/>
                      </a:cubicBezTo>
                      <a:cubicBezTo>
                        <a:pt x="3740" y="4510"/>
                        <a:pt x="3780" y="4685"/>
                        <a:pt x="3750" y="5000"/>
                      </a:cubicBezTo>
                      <a:cubicBezTo>
                        <a:pt x="3956" y="5000"/>
                        <a:pt x="4163" y="5000"/>
                        <a:pt x="4375" y="5000"/>
                      </a:cubicBezTo>
                      <a:cubicBezTo>
                        <a:pt x="4375" y="4940"/>
                        <a:pt x="4374" y="4881"/>
                        <a:pt x="4374" y="4820"/>
                      </a:cubicBezTo>
                      <a:cubicBezTo>
                        <a:pt x="4369" y="4259"/>
                        <a:pt x="4366" y="3697"/>
                        <a:pt x="4364" y="3136"/>
                      </a:cubicBezTo>
                      <a:cubicBezTo>
                        <a:pt x="4363" y="2848"/>
                        <a:pt x="4362" y="2560"/>
                        <a:pt x="4359" y="2271"/>
                      </a:cubicBezTo>
                      <a:cubicBezTo>
                        <a:pt x="4357" y="2020"/>
                        <a:pt x="4356" y="1769"/>
                        <a:pt x="4355" y="1517"/>
                      </a:cubicBezTo>
                      <a:cubicBezTo>
                        <a:pt x="4355" y="1384"/>
                        <a:pt x="4355" y="1251"/>
                        <a:pt x="4353" y="1118"/>
                      </a:cubicBezTo>
                      <a:cubicBezTo>
                        <a:pt x="4351" y="969"/>
                        <a:pt x="4351" y="820"/>
                        <a:pt x="4351" y="672"/>
                      </a:cubicBezTo>
                      <a:cubicBezTo>
                        <a:pt x="4351" y="628"/>
                        <a:pt x="4350" y="584"/>
                        <a:pt x="4349" y="538"/>
                      </a:cubicBezTo>
                      <a:cubicBezTo>
                        <a:pt x="4349" y="498"/>
                        <a:pt x="4350" y="457"/>
                        <a:pt x="4350" y="415"/>
                      </a:cubicBezTo>
                      <a:cubicBezTo>
                        <a:pt x="4350" y="380"/>
                        <a:pt x="4350" y="345"/>
                        <a:pt x="4349" y="309"/>
                      </a:cubicBezTo>
                      <a:cubicBezTo>
                        <a:pt x="4375" y="208"/>
                        <a:pt x="4375" y="208"/>
                        <a:pt x="4583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11" name="ICON_OUT_WAVE_GRAPHIC_path_032"/>
                <p:cNvSpPr/>
                <p:nvPr/>
              </p:nvSpPr>
              <p:spPr>
                <a:xfrm>
                  <a:off x="8794425" y="3444875"/>
                  <a:ext cx="65334" cy="952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144" h="7500" fill="norm" stroke="0">
                      <a:moveTo>
                        <a:pt x="26" y="0"/>
                      </a:moveTo>
                      <a:cubicBezTo>
                        <a:pt x="232" y="0"/>
                        <a:pt x="438" y="0"/>
                        <a:pt x="651" y="0"/>
                      </a:cubicBezTo>
                      <a:cubicBezTo>
                        <a:pt x="651" y="1031"/>
                        <a:pt x="651" y="2062"/>
                        <a:pt x="651" y="3125"/>
                      </a:cubicBezTo>
                      <a:cubicBezTo>
                        <a:pt x="857" y="3125"/>
                        <a:pt x="1063" y="3125"/>
                        <a:pt x="1276" y="3125"/>
                      </a:cubicBezTo>
                      <a:cubicBezTo>
                        <a:pt x="1363" y="2995"/>
                        <a:pt x="1379" y="2959"/>
                        <a:pt x="1393" y="2812"/>
                      </a:cubicBezTo>
                      <a:cubicBezTo>
                        <a:pt x="1408" y="2687"/>
                        <a:pt x="1428" y="2619"/>
                        <a:pt x="1484" y="2500"/>
                      </a:cubicBezTo>
                      <a:cubicBezTo>
                        <a:pt x="1621" y="2500"/>
                        <a:pt x="1759" y="2500"/>
                        <a:pt x="1901" y="2500"/>
                      </a:cubicBezTo>
                      <a:cubicBezTo>
                        <a:pt x="1901" y="3325"/>
                        <a:pt x="1901" y="4150"/>
                        <a:pt x="1901" y="5000"/>
                      </a:cubicBezTo>
                      <a:cubicBezTo>
                        <a:pt x="2107" y="5000"/>
                        <a:pt x="2313" y="5000"/>
                        <a:pt x="2526" y="5000"/>
                      </a:cubicBezTo>
                      <a:cubicBezTo>
                        <a:pt x="2518" y="4934"/>
                        <a:pt x="2511" y="4869"/>
                        <a:pt x="2504" y="4801"/>
                      </a:cubicBezTo>
                      <a:cubicBezTo>
                        <a:pt x="2460" y="4227"/>
                        <a:pt x="2514" y="3827"/>
                        <a:pt x="2884" y="3372"/>
                      </a:cubicBezTo>
                      <a:cubicBezTo>
                        <a:pt x="3062" y="3180"/>
                        <a:pt x="3200" y="3064"/>
                        <a:pt x="3463" y="3034"/>
                      </a:cubicBezTo>
                      <a:cubicBezTo>
                        <a:pt x="3797" y="3089"/>
                        <a:pt x="4068" y="3269"/>
                        <a:pt x="4284" y="3528"/>
                      </a:cubicBezTo>
                      <a:cubicBezTo>
                        <a:pt x="4548" y="3936"/>
                        <a:pt x="4441" y="4539"/>
                        <a:pt x="4401" y="5000"/>
                      </a:cubicBezTo>
                      <a:cubicBezTo>
                        <a:pt x="4607" y="5000"/>
                        <a:pt x="4813" y="5000"/>
                        <a:pt x="5026" y="5000"/>
                      </a:cubicBezTo>
                      <a:cubicBezTo>
                        <a:pt x="5144" y="6673"/>
                        <a:pt x="5144" y="6673"/>
                        <a:pt x="4752" y="7188"/>
                      </a:cubicBezTo>
                      <a:cubicBezTo>
                        <a:pt x="4728" y="7221"/>
                        <a:pt x="4703" y="7254"/>
                        <a:pt x="4678" y="7288"/>
                      </a:cubicBezTo>
                      <a:cubicBezTo>
                        <a:pt x="4598" y="7376"/>
                        <a:pt x="4598" y="7376"/>
                        <a:pt x="4401" y="7500"/>
                      </a:cubicBezTo>
                      <a:cubicBezTo>
                        <a:pt x="4194" y="7500"/>
                        <a:pt x="3988" y="7500"/>
                        <a:pt x="3776" y="7500"/>
                      </a:cubicBezTo>
                      <a:cubicBezTo>
                        <a:pt x="3707" y="6950"/>
                        <a:pt x="3638" y="6400"/>
                        <a:pt x="3567" y="5833"/>
                      </a:cubicBezTo>
                      <a:cubicBezTo>
                        <a:pt x="2645" y="5933"/>
                        <a:pt x="2645" y="5933"/>
                        <a:pt x="2425" y="6133"/>
                      </a:cubicBezTo>
                      <a:cubicBezTo>
                        <a:pt x="2310" y="6278"/>
                        <a:pt x="2212" y="6430"/>
                        <a:pt x="2115" y="6587"/>
                      </a:cubicBezTo>
                      <a:cubicBezTo>
                        <a:pt x="1941" y="6857"/>
                        <a:pt x="1941" y="6857"/>
                        <a:pt x="1814" y="6914"/>
                      </a:cubicBezTo>
                      <a:cubicBezTo>
                        <a:pt x="1628" y="6946"/>
                        <a:pt x="1457" y="6921"/>
                        <a:pt x="1276" y="6875"/>
                      </a:cubicBezTo>
                      <a:cubicBezTo>
                        <a:pt x="1283" y="6832"/>
                        <a:pt x="1290" y="6790"/>
                        <a:pt x="1298" y="6746"/>
                      </a:cubicBezTo>
                      <a:cubicBezTo>
                        <a:pt x="1319" y="6567"/>
                        <a:pt x="1322" y="6425"/>
                        <a:pt x="1276" y="6250"/>
                      </a:cubicBezTo>
                      <a:cubicBezTo>
                        <a:pt x="1172" y="6207"/>
                        <a:pt x="1098" y="6188"/>
                        <a:pt x="989" y="6172"/>
                      </a:cubicBezTo>
                      <a:cubicBezTo>
                        <a:pt x="858" y="6150"/>
                        <a:pt x="758" y="6121"/>
                        <a:pt x="651" y="6042"/>
                      </a:cubicBezTo>
                      <a:cubicBezTo>
                        <a:pt x="473" y="5762"/>
                        <a:pt x="381" y="5431"/>
                        <a:pt x="286" y="5116"/>
                      </a:cubicBezTo>
                      <a:cubicBezTo>
                        <a:pt x="234" y="5000"/>
                        <a:pt x="234" y="5000"/>
                        <a:pt x="128" y="4918"/>
                      </a:cubicBezTo>
                      <a:cubicBezTo>
                        <a:pt x="21" y="4813"/>
                        <a:pt x="9" y="4732"/>
                        <a:pt x="1" y="4585"/>
                      </a:cubicBezTo>
                      <a:cubicBezTo>
                        <a:pt x="0" y="4499"/>
                        <a:pt x="0" y="4414"/>
                        <a:pt x="2" y="4328"/>
                      </a:cubicBezTo>
                      <a:cubicBezTo>
                        <a:pt x="2" y="4305"/>
                        <a:pt x="2" y="4305"/>
                        <a:pt x="2" y="4186"/>
                      </a:cubicBezTo>
                      <a:cubicBezTo>
                        <a:pt x="2" y="4059"/>
                        <a:pt x="3" y="3931"/>
                        <a:pt x="5" y="3803"/>
                      </a:cubicBezTo>
                      <a:cubicBezTo>
                        <a:pt x="6" y="3669"/>
                        <a:pt x="6" y="3535"/>
                        <a:pt x="6" y="3402"/>
                      </a:cubicBezTo>
                      <a:cubicBezTo>
                        <a:pt x="7" y="3149"/>
                        <a:pt x="9" y="2896"/>
                        <a:pt x="11" y="2642"/>
                      </a:cubicBezTo>
                      <a:cubicBezTo>
                        <a:pt x="13" y="2354"/>
                        <a:pt x="14" y="2066"/>
                        <a:pt x="15" y="1778"/>
                      </a:cubicBezTo>
                      <a:cubicBezTo>
                        <a:pt x="17" y="1185"/>
                        <a:pt x="21" y="593"/>
                        <a:pt x="26" y="0"/>
                      </a:cubicBezTo>
                      <a:close/>
                    </a:path>
                  </a:pathLst>
                </a:custGeom>
                <a:solidFill>
                  <a:srgbClr val="9888D8"/>
                </a:solidFill>
                <a:ln w="2646" cap="flat">
                  <a:noFill/>
                </a:ln>
              </p:spPr>
            </p:sp>
            <p:sp>
              <p:nvSpPr>
                <p:cNvPr id="3512" name="ICON_OUT_WAVE_GRAPHIC_path_033"/>
                <p:cNvSpPr/>
                <p:nvPr/>
              </p:nvSpPr>
              <p:spPr>
                <a:xfrm>
                  <a:off x="9381800" y="3762375"/>
                  <a:ext cx="64445" cy="880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074" h="6935" fill="norm" stroke="0">
                      <a:moveTo>
                        <a:pt x="26" y="0"/>
                      </a:moveTo>
                      <a:cubicBezTo>
                        <a:pt x="232" y="0"/>
                        <a:pt x="438" y="0"/>
                        <a:pt x="651" y="0"/>
                      </a:cubicBezTo>
                      <a:cubicBezTo>
                        <a:pt x="655" y="103"/>
                        <a:pt x="659" y="206"/>
                        <a:pt x="663" y="312"/>
                      </a:cubicBezTo>
                      <a:cubicBezTo>
                        <a:pt x="677" y="655"/>
                        <a:pt x="693" y="999"/>
                        <a:pt x="711" y="1342"/>
                      </a:cubicBezTo>
                      <a:cubicBezTo>
                        <a:pt x="721" y="1550"/>
                        <a:pt x="730" y="1758"/>
                        <a:pt x="739" y="1966"/>
                      </a:cubicBezTo>
                      <a:cubicBezTo>
                        <a:pt x="808" y="3736"/>
                        <a:pt x="808" y="3736"/>
                        <a:pt x="1276" y="4375"/>
                      </a:cubicBezTo>
                      <a:cubicBezTo>
                        <a:pt x="1658" y="4229"/>
                        <a:pt x="1658" y="4229"/>
                        <a:pt x="1733" y="4093"/>
                      </a:cubicBezTo>
                      <a:cubicBezTo>
                        <a:pt x="1750" y="4005"/>
                        <a:pt x="1755" y="3924"/>
                        <a:pt x="1757" y="3835"/>
                      </a:cubicBezTo>
                      <a:cubicBezTo>
                        <a:pt x="1762" y="3770"/>
                        <a:pt x="1767" y="3705"/>
                        <a:pt x="1773" y="3640"/>
                      </a:cubicBezTo>
                      <a:cubicBezTo>
                        <a:pt x="1779" y="3539"/>
                        <a:pt x="1784" y="3437"/>
                        <a:pt x="1787" y="3336"/>
                      </a:cubicBezTo>
                      <a:cubicBezTo>
                        <a:pt x="1809" y="2865"/>
                        <a:pt x="1809" y="2865"/>
                        <a:pt x="1901" y="2708"/>
                      </a:cubicBezTo>
                      <a:cubicBezTo>
                        <a:pt x="2025" y="2627"/>
                        <a:pt x="2163" y="2603"/>
                        <a:pt x="2306" y="2573"/>
                      </a:cubicBezTo>
                      <a:cubicBezTo>
                        <a:pt x="2389" y="2553"/>
                        <a:pt x="2389" y="2553"/>
                        <a:pt x="2526" y="2500"/>
                      </a:cubicBezTo>
                      <a:cubicBezTo>
                        <a:pt x="2602" y="2325"/>
                        <a:pt x="2576" y="2165"/>
                        <a:pt x="2552" y="1979"/>
                      </a:cubicBezTo>
                      <a:cubicBezTo>
                        <a:pt x="2505" y="1499"/>
                        <a:pt x="2505" y="1499"/>
                        <a:pt x="2595" y="1322"/>
                      </a:cubicBezTo>
                      <a:cubicBezTo>
                        <a:pt x="2780" y="1185"/>
                        <a:pt x="3050" y="1229"/>
                        <a:pt x="3268" y="1237"/>
                      </a:cubicBezTo>
                      <a:cubicBezTo>
                        <a:pt x="3352" y="1239"/>
                        <a:pt x="3352" y="1239"/>
                        <a:pt x="3776" y="1250"/>
                      </a:cubicBezTo>
                      <a:cubicBezTo>
                        <a:pt x="3776" y="1663"/>
                        <a:pt x="3776" y="2075"/>
                        <a:pt x="3776" y="2500"/>
                      </a:cubicBezTo>
                      <a:cubicBezTo>
                        <a:pt x="4283" y="2487"/>
                        <a:pt x="4283" y="2487"/>
                        <a:pt x="4442" y="2481"/>
                      </a:cubicBezTo>
                      <a:cubicBezTo>
                        <a:pt x="4484" y="2481"/>
                        <a:pt x="4526" y="2480"/>
                        <a:pt x="4569" y="2480"/>
                      </a:cubicBezTo>
                      <a:cubicBezTo>
                        <a:pt x="4612" y="2479"/>
                        <a:pt x="4654" y="2478"/>
                        <a:pt x="4698" y="2476"/>
                      </a:cubicBezTo>
                      <a:cubicBezTo>
                        <a:pt x="4824" y="2501"/>
                        <a:pt x="4900" y="2536"/>
                        <a:pt x="4987" y="2633"/>
                      </a:cubicBezTo>
                      <a:cubicBezTo>
                        <a:pt x="5074" y="2802"/>
                        <a:pt x="5050" y="2999"/>
                        <a:pt x="5046" y="3184"/>
                      </a:cubicBezTo>
                      <a:cubicBezTo>
                        <a:pt x="5046" y="3230"/>
                        <a:pt x="5045" y="3276"/>
                        <a:pt x="5045" y="3324"/>
                      </a:cubicBezTo>
                      <a:cubicBezTo>
                        <a:pt x="5044" y="3470"/>
                        <a:pt x="5041" y="3616"/>
                        <a:pt x="5039" y="3763"/>
                      </a:cubicBezTo>
                      <a:cubicBezTo>
                        <a:pt x="5038" y="3863"/>
                        <a:pt x="5037" y="3962"/>
                        <a:pt x="5036" y="4061"/>
                      </a:cubicBezTo>
                      <a:cubicBezTo>
                        <a:pt x="5034" y="4305"/>
                        <a:pt x="5030" y="4548"/>
                        <a:pt x="5026" y="4792"/>
                      </a:cubicBezTo>
                      <a:cubicBezTo>
                        <a:pt x="4682" y="4860"/>
                        <a:pt x="4338" y="4929"/>
                        <a:pt x="3984" y="5000"/>
                      </a:cubicBezTo>
                      <a:cubicBezTo>
                        <a:pt x="3964" y="4925"/>
                        <a:pt x="3943" y="4850"/>
                        <a:pt x="3922" y="4772"/>
                      </a:cubicBezTo>
                      <a:cubicBezTo>
                        <a:pt x="3700" y="4051"/>
                        <a:pt x="3700" y="4051"/>
                        <a:pt x="3472" y="3892"/>
                      </a:cubicBezTo>
                      <a:cubicBezTo>
                        <a:pt x="3252" y="3808"/>
                        <a:pt x="3046" y="3812"/>
                        <a:pt x="2826" y="3898"/>
                      </a:cubicBezTo>
                      <a:cubicBezTo>
                        <a:pt x="2552" y="4078"/>
                        <a:pt x="2488" y="4469"/>
                        <a:pt x="2397" y="4764"/>
                      </a:cubicBezTo>
                      <a:cubicBezTo>
                        <a:pt x="2299" y="5074"/>
                        <a:pt x="2153" y="5361"/>
                        <a:pt x="2005" y="5651"/>
                      </a:cubicBezTo>
                      <a:cubicBezTo>
                        <a:pt x="1998" y="5664"/>
                        <a:pt x="1998" y="5664"/>
                        <a:pt x="1964" y="5732"/>
                      </a:cubicBezTo>
                      <a:cubicBezTo>
                        <a:pt x="1898" y="5860"/>
                        <a:pt x="1831" y="5987"/>
                        <a:pt x="1764" y="6115"/>
                      </a:cubicBezTo>
                      <a:cubicBezTo>
                        <a:pt x="1720" y="6198"/>
                        <a:pt x="1676" y="6282"/>
                        <a:pt x="1634" y="6366"/>
                      </a:cubicBezTo>
                      <a:cubicBezTo>
                        <a:pt x="1586" y="6459"/>
                        <a:pt x="1536" y="6550"/>
                        <a:pt x="1484" y="6641"/>
                      </a:cubicBezTo>
                      <a:cubicBezTo>
                        <a:pt x="1472" y="6666"/>
                        <a:pt x="1460" y="6691"/>
                        <a:pt x="1447" y="6716"/>
                      </a:cubicBezTo>
                      <a:cubicBezTo>
                        <a:pt x="1363" y="6851"/>
                        <a:pt x="1286" y="6872"/>
                        <a:pt x="1132" y="6911"/>
                      </a:cubicBezTo>
                      <a:cubicBezTo>
                        <a:pt x="955" y="6935"/>
                        <a:pt x="822" y="6929"/>
                        <a:pt x="651" y="6875"/>
                      </a:cubicBezTo>
                      <a:cubicBezTo>
                        <a:pt x="511" y="6690"/>
                        <a:pt x="468" y="6486"/>
                        <a:pt x="416" y="6263"/>
                      </a:cubicBezTo>
                      <a:cubicBezTo>
                        <a:pt x="394" y="6176"/>
                        <a:pt x="370" y="6089"/>
                        <a:pt x="346" y="6002"/>
                      </a:cubicBezTo>
                      <a:cubicBezTo>
                        <a:pt x="331" y="5948"/>
                        <a:pt x="318" y="5894"/>
                        <a:pt x="305" y="5839"/>
                      </a:cubicBezTo>
                      <a:cubicBezTo>
                        <a:pt x="269" y="5697"/>
                        <a:pt x="246" y="5634"/>
                        <a:pt x="128" y="5545"/>
                      </a:cubicBezTo>
                      <a:cubicBezTo>
                        <a:pt x="15" y="5435"/>
                        <a:pt x="8" y="5341"/>
                        <a:pt x="1" y="5186"/>
                      </a:cubicBezTo>
                      <a:cubicBezTo>
                        <a:pt x="0" y="5089"/>
                        <a:pt x="1" y="4993"/>
                        <a:pt x="2" y="4896"/>
                      </a:cubicBezTo>
                      <a:cubicBezTo>
                        <a:pt x="2" y="4842"/>
                        <a:pt x="2" y="4789"/>
                        <a:pt x="2" y="4736"/>
                      </a:cubicBezTo>
                      <a:cubicBezTo>
                        <a:pt x="2" y="4591"/>
                        <a:pt x="3" y="4446"/>
                        <a:pt x="5" y="4302"/>
                      </a:cubicBezTo>
                      <a:cubicBezTo>
                        <a:pt x="6" y="4150"/>
                        <a:pt x="6" y="3999"/>
                        <a:pt x="6" y="3848"/>
                      </a:cubicBezTo>
                      <a:cubicBezTo>
                        <a:pt x="7" y="3562"/>
                        <a:pt x="9" y="3275"/>
                        <a:pt x="11" y="2989"/>
                      </a:cubicBezTo>
                      <a:cubicBezTo>
                        <a:pt x="13" y="2663"/>
                        <a:pt x="14" y="2337"/>
                        <a:pt x="15" y="2011"/>
                      </a:cubicBezTo>
                      <a:cubicBezTo>
                        <a:pt x="17" y="1341"/>
                        <a:pt x="21" y="670"/>
                        <a:pt x="26" y="0"/>
                      </a:cubicBezTo>
                      <a:close/>
                    </a:path>
                  </a:pathLst>
                </a:custGeom>
                <a:solidFill>
                  <a:srgbClr val="EF54AB"/>
                </a:solidFill>
                <a:ln w="2646" cap="flat">
                  <a:noFill/>
                </a:ln>
              </p:spPr>
            </p:sp>
            <p:sp>
              <p:nvSpPr>
                <p:cNvPr id="3513" name="ICON_OUT_WAVE_GRAPHIC_path_034"/>
                <p:cNvSpPr/>
                <p:nvPr/>
              </p:nvSpPr>
              <p:spPr>
                <a:xfrm>
                  <a:off x="8991939" y="3459624"/>
                  <a:ext cx="83270" cy="6559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557" h="5165" fill="norm" stroke="0">
                      <a:moveTo>
                        <a:pt x="971" y="110"/>
                      </a:moveTo>
                      <a:cubicBezTo>
                        <a:pt x="1129" y="151"/>
                        <a:pt x="1224" y="191"/>
                        <a:pt x="1348" y="297"/>
                      </a:cubicBezTo>
                      <a:cubicBezTo>
                        <a:pt x="1573" y="713"/>
                        <a:pt x="1548" y="1294"/>
                        <a:pt x="1557" y="1755"/>
                      </a:cubicBezTo>
                      <a:cubicBezTo>
                        <a:pt x="2679" y="1598"/>
                        <a:pt x="2679" y="1598"/>
                        <a:pt x="2931" y="1285"/>
                      </a:cubicBezTo>
                      <a:cubicBezTo>
                        <a:pt x="3149" y="915"/>
                        <a:pt x="3285" y="488"/>
                        <a:pt x="3432" y="89"/>
                      </a:cubicBezTo>
                      <a:cubicBezTo>
                        <a:pt x="3604" y="123"/>
                        <a:pt x="3604" y="123"/>
                        <a:pt x="4473" y="297"/>
                      </a:cubicBezTo>
                      <a:cubicBezTo>
                        <a:pt x="4473" y="1260"/>
                        <a:pt x="4473" y="2222"/>
                        <a:pt x="4473" y="3214"/>
                      </a:cubicBezTo>
                      <a:cubicBezTo>
                        <a:pt x="4680" y="3214"/>
                        <a:pt x="4886" y="3214"/>
                        <a:pt x="5098" y="3214"/>
                      </a:cubicBezTo>
                      <a:cubicBezTo>
                        <a:pt x="5095" y="3179"/>
                        <a:pt x="5095" y="3179"/>
                        <a:pt x="5076" y="3000"/>
                      </a:cubicBezTo>
                      <a:cubicBezTo>
                        <a:pt x="5021" y="2241"/>
                        <a:pt x="5021" y="2241"/>
                        <a:pt x="5208" y="1988"/>
                      </a:cubicBezTo>
                      <a:cubicBezTo>
                        <a:pt x="5331" y="1868"/>
                        <a:pt x="5453" y="1786"/>
                        <a:pt x="5623" y="1750"/>
                      </a:cubicBezTo>
                      <a:cubicBezTo>
                        <a:pt x="5983" y="1769"/>
                        <a:pt x="6311" y="2144"/>
                        <a:pt x="6557" y="2380"/>
                      </a:cubicBezTo>
                      <a:cubicBezTo>
                        <a:pt x="6355" y="2891"/>
                        <a:pt x="6123" y="3252"/>
                        <a:pt x="5710" y="3617"/>
                      </a:cubicBezTo>
                      <a:cubicBezTo>
                        <a:pt x="5243" y="4037"/>
                        <a:pt x="5142" y="4476"/>
                        <a:pt x="5098" y="5089"/>
                      </a:cubicBezTo>
                      <a:cubicBezTo>
                        <a:pt x="4882" y="5144"/>
                        <a:pt x="4688" y="5165"/>
                        <a:pt x="4473" y="5089"/>
                      </a:cubicBezTo>
                      <a:cubicBezTo>
                        <a:pt x="4167" y="4864"/>
                        <a:pt x="3902" y="4485"/>
                        <a:pt x="3816" y="4116"/>
                      </a:cubicBezTo>
                      <a:cubicBezTo>
                        <a:pt x="3773" y="3763"/>
                        <a:pt x="3791" y="3412"/>
                        <a:pt x="3809" y="3058"/>
                      </a:cubicBezTo>
                      <a:cubicBezTo>
                        <a:pt x="3813" y="2951"/>
                        <a:pt x="3815" y="2844"/>
                        <a:pt x="3818" y="2738"/>
                      </a:cubicBezTo>
                      <a:cubicBezTo>
                        <a:pt x="3825" y="2479"/>
                        <a:pt x="3835" y="2222"/>
                        <a:pt x="3848" y="1964"/>
                      </a:cubicBezTo>
                      <a:cubicBezTo>
                        <a:pt x="3642" y="1964"/>
                        <a:pt x="3436" y="1964"/>
                        <a:pt x="3223" y="1964"/>
                      </a:cubicBezTo>
                      <a:cubicBezTo>
                        <a:pt x="3238" y="2022"/>
                        <a:pt x="3252" y="2080"/>
                        <a:pt x="3267" y="2140"/>
                      </a:cubicBezTo>
                      <a:cubicBezTo>
                        <a:pt x="3342" y="2594"/>
                        <a:pt x="3302" y="2919"/>
                        <a:pt x="3042" y="3298"/>
                      </a:cubicBezTo>
                      <a:cubicBezTo>
                        <a:pt x="2914" y="3471"/>
                        <a:pt x="2777" y="3636"/>
                        <a:pt x="2637" y="3800"/>
                      </a:cubicBezTo>
                      <a:cubicBezTo>
                        <a:pt x="2624" y="3816"/>
                        <a:pt x="2624" y="3816"/>
                        <a:pt x="2555" y="3900"/>
                      </a:cubicBezTo>
                      <a:cubicBezTo>
                        <a:pt x="2084" y="4463"/>
                        <a:pt x="2084" y="4463"/>
                        <a:pt x="1792" y="4505"/>
                      </a:cubicBezTo>
                      <a:cubicBezTo>
                        <a:pt x="1640" y="4511"/>
                        <a:pt x="1498" y="4494"/>
                        <a:pt x="1348" y="4464"/>
                      </a:cubicBezTo>
                      <a:cubicBezTo>
                        <a:pt x="1350" y="4441"/>
                        <a:pt x="1351" y="4418"/>
                        <a:pt x="1353" y="4394"/>
                      </a:cubicBezTo>
                      <a:cubicBezTo>
                        <a:pt x="1366" y="4154"/>
                        <a:pt x="1376" y="3914"/>
                        <a:pt x="1383" y="3674"/>
                      </a:cubicBezTo>
                      <a:cubicBezTo>
                        <a:pt x="1386" y="3584"/>
                        <a:pt x="1390" y="3495"/>
                        <a:pt x="1395" y="3405"/>
                      </a:cubicBezTo>
                      <a:cubicBezTo>
                        <a:pt x="1431" y="2801"/>
                        <a:pt x="1431" y="2801"/>
                        <a:pt x="1348" y="2589"/>
                      </a:cubicBezTo>
                      <a:cubicBezTo>
                        <a:pt x="1209" y="2461"/>
                        <a:pt x="1040" y="2437"/>
                        <a:pt x="859" y="2413"/>
                      </a:cubicBezTo>
                      <a:cubicBezTo>
                        <a:pt x="814" y="2402"/>
                        <a:pt x="769" y="2391"/>
                        <a:pt x="723" y="2380"/>
                      </a:cubicBezTo>
                      <a:cubicBezTo>
                        <a:pt x="700" y="2264"/>
                        <a:pt x="723" y="2176"/>
                        <a:pt x="743" y="2059"/>
                      </a:cubicBezTo>
                      <a:cubicBezTo>
                        <a:pt x="739" y="2044"/>
                        <a:pt x="739" y="2044"/>
                        <a:pt x="723" y="1964"/>
                      </a:cubicBezTo>
                      <a:cubicBezTo>
                        <a:pt x="588" y="1923"/>
                        <a:pt x="588" y="1923"/>
                        <a:pt x="504" y="1909"/>
                      </a:cubicBezTo>
                      <a:cubicBezTo>
                        <a:pt x="356" y="1881"/>
                        <a:pt x="220" y="1847"/>
                        <a:pt x="98" y="1755"/>
                      </a:cubicBezTo>
                      <a:cubicBezTo>
                        <a:pt x="0" y="1565"/>
                        <a:pt x="26" y="1335"/>
                        <a:pt x="40" y="1128"/>
                      </a:cubicBezTo>
                      <a:cubicBezTo>
                        <a:pt x="46" y="1026"/>
                        <a:pt x="48" y="925"/>
                        <a:pt x="49" y="824"/>
                      </a:cubicBezTo>
                      <a:cubicBezTo>
                        <a:pt x="51" y="759"/>
                        <a:pt x="54" y="694"/>
                        <a:pt x="56" y="629"/>
                      </a:cubicBezTo>
                      <a:cubicBezTo>
                        <a:pt x="56" y="614"/>
                        <a:pt x="56" y="614"/>
                        <a:pt x="59" y="538"/>
                      </a:cubicBezTo>
                      <a:cubicBezTo>
                        <a:pt x="70" y="376"/>
                        <a:pt x="90" y="308"/>
                        <a:pt x="190" y="174"/>
                      </a:cubicBezTo>
                      <a:cubicBezTo>
                        <a:pt x="428" y="0"/>
                        <a:pt x="694" y="69"/>
                        <a:pt x="971" y="11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14" name="ICON_OUT_WAVE_GRAPHIC_path_035"/>
                <p:cNvSpPr/>
                <p:nvPr/>
              </p:nvSpPr>
              <p:spPr>
                <a:xfrm>
                  <a:off x="9873639" y="3770312"/>
                  <a:ext cx="79986" cy="7964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98" h="6271" fill="norm" stroke="0">
                      <a:moveTo>
                        <a:pt x="48" y="0"/>
                      </a:moveTo>
                      <a:cubicBezTo>
                        <a:pt x="254" y="0"/>
                        <a:pt x="461" y="0"/>
                        <a:pt x="673" y="0"/>
                      </a:cubicBezTo>
                      <a:cubicBezTo>
                        <a:pt x="677" y="49"/>
                        <a:pt x="681" y="99"/>
                        <a:pt x="686" y="150"/>
                      </a:cubicBezTo>
                      <a:cubicBezTo>
                        <a:pt x="701" y="334"/>
                        <a:pt x="720" y="517"/>
                        <a:pt x="739" y="701"/>
                      </a:cubicBezTo>
                      <a:cubicBezTo>
                        <a:pt x="747" y="780"/>
                        <a:pt x="754" y="859"/>
                        <a:pt x="761" y="939"/>
                      </a:cubicBezTo>
                      <a:cubicBezTo>
                        <a:pt x="806" y="1480"/>
                        <a:pt x="806" y="1480"/>
                        <a:pt x="881" y="1667"/>
                      </a:cubicBezTo>
                      <a:cubicBezTo>
                        <a:pt x="988" y="1744"/>
                        <a:pt x="1079" y="1770"/>
                        <a:pt x="1203" y="1809"/>
                      </a:cubicBezTo>
                      <a:cubicBezTo>
                        <a:pt x="1313" y="1885"/>
                        <a:pt x="1317" y="1906"/>
                        <a:pt x="1345" y="2032"/>
                      </a:cubicBezTo>
                      <a:cubicBezTo>
                        <a:pt x="1371" y="2206"/>
                        <a:pt x="1384" y="2380"/>
                        <a:pt x="1395" y="2556"/>
                      </a:cubicBezTo>
                      <a:cubicBezTo>
                        <a:pt x="1429" y="3069"/>
                        <a:pt x="1467" y="3592"/>
                        <a:pt x="1689" y="4062"/>
                      </a:cubicBezTo>
                      <a:cubicBezTo>
                        <a:pt x="1702" y="4096"/>
                        <a:pt x="1716" y="4129"/>
                        <a:pt x="1731" y="4163"/>
                      </a:cubicBezTo>
                      <a:cubicBezTo>
                        <a:pt x="1787" y="4267"/>
                        <a:pt x="1821" y="4315"/>
                        <a:pt x="1923" y="4375"/>
                      </a:cubicBezTo>
                      <a:cubicBezTo>
                        <a:pt x="2135" y="4401"/>
                        <a:pt x="2336" y="4393"/>
                        <a:pt x="2548" y="4375"/>
                      </a:cubicBezTo>
                      <a:cubicBezTo>
                        <a:pt x="2543" y="4341"/>
                        <a:pt x="2537" y="4308"/>
                        <a:pt x="2532" y="4274"/>
                      </a:cubicBezTo>
                      <a:cubicBezTo>
                        <a:pt x="2401" y="3347"/>
                        <a:pt x="2401" y="3347"/>
                        <a:pt x="2591" y="3060"/>
                      </a:cubicBezTo>
                      <a:cubicBezTo>
                        <a:pt x="2721" y="2913"/>
                        <a:pt x="2880" y="2803"/>
                        <a:pt x="3043" y="2695"/>
                      </a:cubicBezTo>
                      <a:cubicBezTo>
                        <a:pt x="3589" y="2332"/>
                        <a:pt x="3763" y="2000"/>
                        <a:pt x="3965" y="1368"/>
                      </a:cubicBezTo>
                      <a:cubicBezTo>
                        <a:pt x="4058" y="1101"/>
                        <a:pt x="4189" y="798"/>
                        <a:pt x="4423" y="625"/>
                      </a:cubicBezTo>
                      <a:cubicBezTo>
                        <a:pt x="4532" y="579"/>
                        <a:pt x="4631" y="564"/>
                        <a:pt x="4749" y="560"/>
                      </a:cubicBezTo>
                      <a:cubicBezTo>
                        <a:pt x="4775" y="559"/>
                        <a:pt x="4801" y="558"/>
                        <a:pt x="4829" y="556"/>
                      </a:cubicBezTo>
                      <a:cubicBezTo>
                        <a:pt x="4906" y="562"/>
                        <a:pt x="4906" y="562"/>
                        <a:pt x="5048" y="625"/>
                      </a:cubicBezTo>
                      <a:cubicBezTo>
                        <a:pt x="5117" y="762"/>
                        <a:pt x="5186" y="900"/>
                        <a:pt x="5256" y="1042"/>
                      </a:cubicBezTo>
                      <a:cubicBezTo>
                        <a:pt x="5428" y="1076"/>
                        <a:pt x="5428" y="1076"/>
                        <a:pt x="6298" y="1250"/>
                      </a:cubicBezTo>
                      <a:cubicBezTo>
                        <a:pt x="6298" y="2075"/>
                        <a:pt x="6298" y="2900"/>
                        <a:pt x="6298" y="3750"/>
                      </a:cubicBezTo>
                      <a:cubicBezTo>
                        <a:pt x="5673" y="3750"/>
                        <a:pt x="5673" y="3750"/>
                        <a:pt x="5475" y="3604"/>
                      </a:cubicBezTo>
                      <a:cubicBezTo>
                        <a:pt x="5396" y="3506"/>
                        <a:pt x="5396" y="3506"/>
                        <a:pt x="5321" y="3398"/>
                      </a:cubicBezTo>
                      <a:cubicBezTo>
                        <a:pt x="5308" y="3380"/>
                        <a:pt x="5308" y="3380"/>
                        <a:pt x="5241" y="3288"/>
                      </a:cubicBezTo>
                      <a:cubicBezTo>
                        <a:pt x="4954" y="2846"/>
                        <a:pt x="4991" y="2380"/>
                        <a:pt x="5048" y="1875"/>
                      </a:cubicBezTo>
                      <a:cubicBezTo>
                        <a:pt x="4894" y="1926"/>
                        <a:pt x="4760" y="1983"/>
                        <a:pt x="4631" y="2083"/>
                      </a:cubicBezTo>
                      <a:cubicBezTo>
                        <a:pt x="4573" y="2234"/>
                        <a:pt x="4583" y="2378"/>
                        <a:pt x="4589" y="2538"/>
                      </a:cubicBezTo>
                      <a:cubicBezTo>
                        <a:pt x="4588" y="2629"/>
                        <a:pt x="4586" y="2720"/>
                        <a:pt x="4584" y="2811"/>
                      </a:cubicBezTo>
                      <a:cubicBezTo>
                        <a:pt x="4584" y="2858"/>
                        <a:pt x="4583" y="2905"/>
                        <a:pt x="4582" y="2954"/>
                      </a:cubicBezTo>
                      <a:cubicBezTo>
                        <a:pt x="4559" y="4053"/>
                        <a:pt x="4559" y="4053"/>
                        <a:pt x="4299" y="4319"/>
                      </a:cubicBezTo>
                      <a:cubicBezTo>
                        <a:pt x="4037" y="4530"/>
                        <a:pt x="3718" y="4620"/>
                        <a:pt x="3399" y="4710"/>
                      </a:cubicBezTo>
                      <a:cubicBezTo>
                        <a:pt x="3064" y="4812"/>
                        <a:pt x="2851" y="5034"/>
                        <a:pt x="2685" y="5340"/>
                      </a:cubicBezTo>
                      <a:cubicBezTo>
                        <a:pt x="2625" y="5476"/>
                        <a:pt x="2572" y="5614"/>
                        <a:pt x="2522" y="5755"/>
                      </a:cubicBezTo>
                      <a:cubicBezTo>
                        <a:pt x="2504" y="5803"/>
                        <a:pt x="2486" y="5851"/>
                        <a:pt x="2467" y="5900"/>
                      </a:cubicBezTo>
                      <a:cubicBezTo>
                        <a:pt x="2424" y="6016"/>
                        <a:pt x="2381" y="6133"/>
                        <a:pt x="2340" y="6250"/>
                      </a:cubicBezTo>
                      <a:cubicBezTo>
                        <a:pt x="1986" y="6265"/>
                        <a:pt x="1587" y="6271"/>
                        <a:pt x="1298" y="6042"/>
                      </a:cubicBezTo>
                      <a:cubicBezTo>
                        <a:pt x="1154" y="5772"/>
                        <a:pt x="1157" y="5427"/>
                        <a:pt x="1148" y="5128"/>
                      </a:cubicBezTo>
                      <a:cubicBezTo>
                        <a:pt x="1128" y="4626"/>
                        <a:pt x="1128" y="4626"/>
                        <a:pt x="997" y="4481"/>
                      </a:cubicBezTo>
                      <a:cubicBezTo>
                        <a:pt x="960" y="4452"/>
                        <a:pt x="922" y="4424"/>
                        <a:pt x="884" y="4395"/>
                      </a:cubicBezTo>
                      <a:cubicBezTo>
                        <a:pt x="675" y="4220"/>
                        <a:pt x="641" y="4082"/>
                        <a:pt x="612" y="3814"/>
                      </a:cubicBezTo>
                      <a:cubicBezTo>
                        <a:pt x="590" y="3531"/>
                        <a:pt x="575" y="3249"/>
                        <a:pt x="562" y="2966"/>
                      </a:cubicBezTo>
                      <a:cubicBezTo>
                        <a:pt x="555" y="2826"/>
                        <a:pt x="546" y="2685"/>
                        <a:pt x="536" y="2545"/>
                      </a:cubicBezTo>
                      <a:cubicBezTo>
                        <a:pt x="536" y="2523"/>
                        <a:pt x="536" y="2523"/>
                        <a:pt x="533" y="2414"/>
                      </a:cubicBezTo>
                      <a:cubicBezTo>
                        <a:pt x="525" y="2290"/>
                        <a:pt x="515" y="2196"/>
                        <a:pt x="465" y="2083"/>
                      </a:cubicBezTo>
                      <a:cubicBezTo>
                        <a:pt x="360" y="2019"/>
                        <a:pt x="255" y="1978"/>
                        <a:pt x="141" y="1932"/>
                      </a:cubicBezTo>
                      <a:cubicBezTo>
                        <a:pt x="48" y="1875"/>
                        <a:pt x="48" y="1875"/>
                        <a:pt x="11" y="1785"/>
                      </a:cubicBezTo>
                      <a:cubicBezTo>
                        <a:pt x="0" y="1670"/>
                        <a:pt x="1" y="1561"/>
                        <a:pt x="8" y="1445"/>
                      </a:cubicBezTo>
                      <a:cubicBezTo>
                        <a:pt x="8" y="1403"/>
                        <a:pt x="9" y="1362"/>
                        <a:pt x="9" y="1319"/>
                      </a:cubicBezTo>
                      <a:cubicBezTo>
                        <a:pt x="11" y="1188"/>
                        <a:pt x="17" y="1056"/>
                        <a:pt x="22" y="925"/>
                      </a:cubicBezTo>
                      <a:cubicBezTo>
                        <a:pt x="24" y="835"/>
                        <a:pt x="26" y="746"/>
                        <a:pt x="28" y="656"/>
                      </a:cubicBezTo>
                      <a:cubicBezTo>
                        <a:pt x="32" y="438"/>
                        <a:pt x="40" y="219"/>
                        <a:pt x="48" y="0"/>
                      </a:cubicBezTo>
                      <a:close/>
                    </a:path>
                  </a:pathLst>
                </a:custGeom>
                <a:solidFill>
                  <a:srgbClr val="F054AB"/>
                </a:solidFill>
                <a:ln w="2646" cap="flat">
                  <a:noFill/>
                </a:ln>
              </p:spPr>
            </p:sp>
            <p:sp>
              <p:nvSpPr>
                <p:cNvPr id="3515" name="ICON_OUT_WAVE_GRAPHIC_path_036"/>
                <p:cNvSpPr/>
                <p:nvPr/>
              </p:nvSpPr>
              <p:spPr>
                <a:xfrm>
                  <a:off x="9604375" y="3737584"/>
                  <a:ext cx="47625" cy="12797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750" h="10077" fill="norm" stroke="0">
                      <a:moveTo>
                        <a:pt x="1875" y="77"/>
                      </a:moveTo>
                      <a:cubicBezTo>
                        <a:pt x="2091" y="22"/>
                        <a:pt x="2286" y="0"/>
                        <a:pt x="2500" y="77"/>
                      </a:cubicBezTo>
                      <a:cubicBezTo>
                        <a:pt x="2839" y="330"/>
                        <a:pt x="3116" y="753"/>
                        <a:pt x="3180" y="1171"/>
                      </a:cubicBezTo>
                      <a:cubicBezTo>
                        <a:pt x="3204" y="1461"/>
                        <a:pt x="3196" y="1749"/>
                        <a:pt x="3186" y="2040"/>
                      </a:cubicBezTo>
                      <a:cubicBezTo>
                        <a:pt x="3185" y="2146"/>
                        <a:pt x="3184" y="2252"/>
                        <a:pt x="3183" y="2359"/>
                      </a:cubicBezTo>
                      <a:cubicBezTo>
                        <a:pt x="3181" y="2608"/>
                        <a:pt x="3176" y="2856"/>
                        <a:pt x="3170" y="3105"/>
                      </a:cubicBezTo>
                      <a:cubicBezTo>
                        <a:pt x="3163" y="3388"/>
                        <a:pt x="3160" y="3672"/>
                        <a:pt x="3156" y="3956"/>
                      </a:cubicBezTo>
                      <a:cubicBezTo>
                        <a:pt x="3150" y="4538"/>
                        <a:pt x="3139" y="5120"/>
                        <a:pt x="3125" y="5702"/>
                      </a:cubicBezTo>
                      <a:cubicBezTo>
                        <a:pt x="3331" y="5702"/>
                        <a:pt x="3538" y="5702"/>
                        <a:pt x="3750" y="5702"/>
                      </a:cubicBezTo>
                      <a:cubicBezTo>
                        <a:pt x="3750" y="7146"/>
                        <a:pt x="3750" y="8590"/>
                        <a:pt x="3750" y="10077"/>
                      </a:cubicBezTo>
                      <a:cubicBezTo>
                        <a:pt x="3125" y="10077"/>
                        <a:pt x="3125" y="10077"/>
                        <a:pt x="2929" y="9949"/>
                      </a:cubicBezTo>
                      <a:cubicBezTo>
                        <a:pt x="2851" y="9859"/>
                        <a:pt x="2851" y="9859"/>
                        <a:pt x="2777" y="9757"/>
                      </a:cubicBezTo>
                      <a:cubicBezTo>
                        <a:pt x="2751" y="9720"/>
                        <a:pt x="2725" y="9684"/>
                        <a:pt x="2697" y="9646"/>
                      </a:cubicBezTo>
                      <a:cubicBezTo>
                        <a:pt x="2354" y="9096"/>
                        <a:pt x="2421" y="8437"/>
                        <a:pt x="2437" y="7813"/>
                      </a:cubicBezTo>
                      <a:cubicBezTo>
                        <a:pt x="2441" y="7629"/>
                        <a:pt x="2441" y="7444"/>
                        <a:pt x="2442" y="7259"/>
                      </a:cubicBezTo>
                      <a:cubicBezTo>
                        <a:pt x="2444" y="6911"/>
                        <a:pt x="2449" y="6563"/>
                        <a:pt x="2455" y="6215"/>
                      </a:cubicBezTo>
                      <a:cubicBezTo>
                        <a:pt x="2462" y="5817"/>
                        <a:pt x="2465" y="5420"/>
                        <a:pt x="2469" y="5023"/>
                      </a:cubicBezTo>
                      <a:cubicBezTo>
                        <a:pt x="2475" y="4208"/>
                        <a:pt x="2486" y="3393"/>
                        <a:pt x="2500" y="2577"/>
                      </a:cubicBezTo>
                      <a:cubicBezTo>
                        <a:pt x="2399" y="2573"/>
                        <a:pt x="2298" y="2570"/>
                        <a:pt x="2197" y="2568"/>
                      </a:cubicBezTo>
                      <a:cubicBezTo>
                        <a:pt x="2168" y="2567"/>
                        <a:pt x="2140" y="2566"/>
                        <a:pt x="2110" y="2564"/>
                      </a:cubicBezTo>
                      <a:cubicBezTo>
                        <a:pt x="1976" y="2562"/>
                        <a:pt x="1894" y="2563"/>
                        <a:pt x="1784" y="2644"/>
                      </a:cubicBezTo>
                      <a:cubicBezTo>
                        <a:pt x="1716" y="2734"/>
                        <a:pt x="1675" y="2821"/>
                        <a:pt x="1633" y="2926"/>
                      </a:cubicBezTo>
                      <a:cubicBezTo>
                        <a:pt x="1617" y="2963"/>
                        <a:pt x="1600" y="3000"/>
                        <a:pt x="1583" y="3039"/>
                      </a:cubicBezTo>
                      <a:cubicBezTo>
                        <a:pt x="1377" y="3545"/>
                        <a:pt x="1378" y="4094"/>
                        <a:pt x="1363" y="4634"/>
                      </a:cubicBezTo>
                      <a:cubicBezTo>
                        <a:pt x="1338" y="5395"/>
                        <a:pt x="1338" y="5395"/>
                        <a:pt x="1190" y="5561"/>
                      </a:cubicBezTo>
                      <a:cubicBezTo>
                        <a:pt x="1018" y="5679"/>
                        <a:pt x="832" y="5718"/>
                        <a:pt x="625" y="5702"/>
                      </a:cubicBezTo>
                      <a:cubicBezTo>
                        <a:pt x="457" y="5656"/>
                        <a:pt x="364" y="5581"/>
                        <a:pt x="247" y="5455"/>
                      </a:cubicBezTo>
                      <a:cubicBezTo>
                        <a:pt x="220" y="5425"/>
                        <a:pt x="192" y="5396"/>
                        <a:pt x="164" y="5366"/>
                      </a:cubicBezTo>
                      <a:cubicBezTo>
                        <a:pt x="88" y="5271"/>
                        <a:pt x="38" y="5193"/>
                        <a:pt x="0" y="5077"/>
                      </a:cubicBezTo>
                      <a:cubicBezTo>
                        <a:pt x="22" y="4898"/>
                        <a:pt x="126" y="4759"/>
                        <a:pt x="223" y="4611"/>
                      </a:cubicBezTo>
                      <a:cubicBezTo>
                        <a:pt x="372" y="4371"/>
                        <a:pt x="438" y="4180"/>
                        <a:pt x="456" y="3903"/>
                      </a:cubicBezTo>
                      <a:cubicBezTo>
                        <a:pt x="457" y="3888"/>
                        <a:pt x="457" y="3888"/>
                        <a:pt x="463" y="3811"/>
                      </a:cubicBezTo>
                      <a:cubicBezTo>
                        <a:pt x="467" y="3749"/>
                        <a:pt x="471" y="3686"/>
                        <a:pt x="475" y="3623"/>
                      </a:cubicBezTo>
                      <a:cubicBezTo>
                        <a:pt x="509" y="3138"/>
                        <a:pt x="557" y="2791"/>
                        <a:pt x="930" y="2457"/>
                      </a:cubicBezTo>
                      <a:cubicBezTo>
                        <a:pt x="1025" y="2376"/>
                        <a:pt x="1121" y="2297"/>
                        <a:pt x="1218" y="2219"/>
                      </a:cubicBezTo>
                      <a:cubicBezTo>
                        <a:pt x="1653" y="1859"/>
                        <a:pt x="1769" y="1518"/>
                        <a:pt x="1826" y="961"/>
                      </a:cubicBezTo>
                      <a:cubicBezTo>
                        <a:pt x="1851" y="667"/>
                        <a:pt x="1869" y="373"/>
                        <a:pt x="1875" y="77"/>
                      </a:cubicBezTo>
                      <a:close/>
                    </a:path>
                  </a:pathLst>
                </a:custGeom>
                <a:solidFill>
                  <a:srgbClr val="EA58AE"/>
                </a:solidFill>
                <a:ln w="2646" cap="flat">
                  <a:noFill/>
                </a:ln>
              </p:spPr>
            </p:sp>
            <p:sp>
              <p:nvSpPr>
                <p:cNvPr id="3516" name="ICON_OUT_WAVE_GRAPHIC_path_037"/>
                <p:cNvSpPr/>
                <p:nvPr/>
              </p:nvSpPr>
              <p:spPr>
                <a:xfrm>
                  <a:off x="8824698" y="3937000"/>
                  <a:ext cx="68437" cy="793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389" h="6250" fill="norm" stroke="0">
                      <a:moveTo>
                        <a:pt x="2642" y="0"/>
                      </a:moveTo>
                      <a:cubicBezTo>
                        <a:pt x="2848" y="0"/>
                        <a:pt x="3054" y="0"/>
                        <a:pt x="3267" y="0"/>
                      </a:cubicBezTo>
                      <a:cubicBezTo>
                        <a:pt x="3267" y="413"/>
                        <a:pt x="3267" y="825"/>
                        <a:pt x="3267" y="1250"/>
                      </a:cubicBezTo>
                      <a:cubicBezTo>
                        <a:pt x="3473" y="1250"/>
                        <a:pt x="3679" y="1250"/>
                        <a:pt x="3892" y="1250"/>
                      </a:cubicBezTo>
                      <a:cubicBezTo>
                        <a:pt x="3996" y="1116"/>
                        <a:pt x="4011" y="1091"/>
                        <a:pt x="4035" y="938"/>
                      </a:cubicBezTo>
                      <a:cubicBezTo>
                        <a:pt x="4046" y="882"/>
                        <a:pt x="4058" y="826"/>
                        <a:pt x="4070" y="770"/>
                      </a:cubicBezTo>
                      <a:cubicBezTo>
                        <a:pt x="4080" y="722"/>
                        <a:pt x="4090" y="674"/>
                        <a:pt x="4100" y="625"/>
                      </a:cubicBezTo>
                      <a:cubicBezTo>
                        <a:pt x="4455" y="625"/>
                        <a:pt x="4836" y="636"/>
                        <a:pt x="5142" y="833"/>
                      </a:cubicBezTo>
                      <a:cubicBezTo>
                        <a:pt x="5342" y="1152"/>
                        <a:pt x="5317" y="1580"/>
                        <a:pt x="5322" y="1946"/>
                      </a:cubicBezTo>
                      <a:cubicBezTo>
                        <a:pt x="5325" y="2058"/>
                        <a:pt x="5332" y="2169"/>
                        <a:pt x="5340" y="2281"/>
                      </a:cubicBezTo>
                      <a:cubicBezTo>
                        <a:pt x="5389" y="3009"/>
                        <a:pt x="5326" y="3666"/>
                        <a:pt x="5142" y="4375"/>
                      </a:cubicBezTo>
                      <a:cubicBezTo>
                        <a:pt x="4921" y="4342"/>
                        <a:pt x="4697" y="4306"/>
                        <a:pt x="4517" y="4167"/>
                      </a:cubicBezTo>
                      <a:cubicBezTo>
                        <a:pt x="4387" y="3949"/>
                        <a:pt x="4390" y="3671"/>
                        <a:pt x="4374" y="3425"/>
                      </a:cubicBezTo>
                      <a:cubicBezTo>
                        <a:pt x="4367" y="3355"/>
                        <a:pt x="4360" y="3286"/>
                        <a:pt x="4352" y="3216"/>
                      </a:cubicBezTo>
                      <a:cubicBezTo>
                        <a:pt x="4334" y="3047"/>
                        <a:pt x="4321" y="2879"/>
                        <a:pt x="4309" y="2708"/>
                      </a:cubicBezTo>
                      <a:cubicBezTo>
                        <a:pt x="4034" y="2708"/>
                        <a:pt x="3759" y="2708"/>
                        <a:pt x="3475" y="2708"/>
                      </a:cubicBezTo>
                      <a:cubicBezTo>
                        <a:pt x="3406" y="3877"/>
                        <a:pt x="3338" y="5046"/>
                        <a:pt x="3267" y="6250"/>
                      </a:cubicBezTo>
                      <a:cubicBezTo>
                        <a:pt x="3061" y="6250"/>
                        <a:pt x="2854" y="6250"/>
                        <a:pt x="2642" y="6250"/>
                      </a:cubicBezTo>
                      <a:cubicBezTo>
                        <a:pt x="2488" y="5984"/>
                        <a:pt x="2488" y="5984"/>
                        <a:pt x="2460" y="5858"/>
                      </a:cubicBezTo>
                      <a:cubicBezTo>
                        <a:pt x="2454" y="5831"/>
                        <a:pt x="2447" y="5803"/>
                        <a:pt x="2440" y="5775"/>
                      </a:cubicBezTo>
                      <a:cubicBezTo>
                        <a:pt x="2434" y="5747"/>
                        <a:pt x="2427" y="5719"/>
                        <a:pt x="2421" y="5690"/>
                      </a:cubicBezTo>
                      <a:cubicBezTo>
                        <a:pt x="2397" y="5605"/>
                        <a:pt x="2373" y="5519"/>
                        <a:pt x="2348" y="5434"/>
                      </a:cubicBezTo>
                      <a:cubicBezTo>
                        <a:pt x="2332" y="5376"/>
                        <a:pt x="2316" y="5318"/>
                        <a:pt x="2300" y="5260"/>
                      </a:cubicBezTo>
                      <a:cubicBezTo>
                        <a:pt x="2219" y="4964"/>
                        <a:pt x="2108" y="4684"/>
                        <a:pt x="1991" y="4401"/>
                      </a:cubicBezTo>
                      <a:cubicBezTo>
                        <a:pt x="1973" y="4356"/>
                        <a:pt x="1954" y="4311"/>
                        <a:pt x="1935" y="4265"/>
                      </a:cubicBezTo>
                      <a:cubicBezTo>
                        <a:pt x="1894" y="4163"/>
                        <a:pt x="1851" y="4061"/>
                        <a:pt x="1809" y="3958"/>
                      </a:cubicBezTo>
                      <a:cubicBezTo>
                        <a:pt x="1165" y="4052"/>
                        <a:pt x="647" y="4160"/>
                        <a:pt x="142" y="4583"/>
                      </a:cubicBezTo>
                      <a:cubicBezTo>
                        <a:pt x="0" y="3494"/>
                        <a:pt x="0" y="3494"/>
                        <a:pt x="291" y="3079"/>
                      </a:cubicBezTo>
                      <a:cubicBezTo>
                        <a:pt x="663" y="2651"/>
                        <a:pt x="1113" y="2392"/>
                        <a:pt x="1652" y="2226"/>
                      </a:cubicBezTo>
                      <a:cubicBezTo>
                        <a:pt x="1950" y="2131"/>
                        <a:pt x="2212" y="2007"/>
                        <a:pt x="2395" y="1742"/>
                      </a:cubicBezTo>
                      <a:cubicBezTo>
                        <a:pt x="2539" y="1463"/>
                        <a:pt x="2538" y="1114"/>
                        <a:pt x="2564" y="807"/>
                      </a:cubicBezTo>
                      <a:cubicBezTo>
                        <a:pt x="2572" y="729"/>
                        <a:pt x="2580" y="650"/>
                        <a:pt x="2588" y="572"/>
                      </a:cubicBezTo>
                      <a:cubicBezTo>
                        <a:pt x="2608" y="381"/>
                        <a:pt x="2626" y="191"/>
                        <a:pt x="2642" y="0"/>
                      </a:cubicBezTo>
                      <a:close/>
                    </a:path>
                  </a:pathLst>
                </a:custGeom>
                <a:solidFill>
                  <a:srgbClr val="67ABAF"/>
                </a:solidFill>
                <a:ln w="2646" cap="flat">
                  <a:noFill/>
                </a:ln>
              </p:spPr>
            </p:sp>
            <p:sp>
              <p:nvSpPr>
                <p:cNvPr id="3517" name="ICON_OUT_WAVE_GRAPHIC_path_038"/>
                <p:cNvSpPr/>
                <p:nvPr/>
              </p:nvSpPr>
              <p:spPr>
                <a:xfrm>
                  <a:off x="9969198" y="3769389"/>
                  <a:ext cx="64598" cy="8048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086" h="6337" fill="norm" stroke="0">
                      <a:moveTo>
                        <a:pt x="5024" y="73"/>
                      </a:moveTo>
                      <a:cubicBezTo>
                        <a:pt x="5034" y="302"/>
                        <a:pt x="5042" y="532"/>
                        <a:pt x="5047" y="762"/>
                      </a:cubicBezTo>
                      <a:cubicBezTo>
                        <a:pt x="5049" y="840"/>
                        <a:pt x="5051" y="918"/>
                        <a:pt x="5055" y="996"/>
                      </a:cubicBezTo>
                      <a:cubicBezTo>
                        <a:pt x="5086" y="1685"/>
                        <a:pt x="5086" y="1685"/>
                        <a:pt x="4936" y="1870"/>
                      </a:cubicBezTo>
                      <a:cubicBezTo>
                        <a:pt x="4826" y="1972"/>
                        <a:pt x="4826" y="1972"/>
                        <a:pt x="4711" y="2065"/>
                      </a:cubicBezTo>
                      <a:cubicBezTo>
                        <a:pt x="4537" y="2218"/>
                        <a:pt x="4485" y="2410"/>
                        <a:pt x="4412" y="2625"/>
                      </a:cubicBezTo>
                      <a:cubicBezTo>
                        <a:pt x="4262" y="3025"/>
                        <a:pt x="4102" y="3417"/>
                        <a:pt x="3918" y="3803"/>
                      </a:cubicBezTo>
                      <a:cubicBezTo>
                        <a:pt x="3891" y="3859"/>
                        <a:pt x="3865" y="3916"/>
                        <a:pt x="3840" y="3973"/>
                      </a:cubicBezTo>
                      <a:cubicBezTo>
                        <a:pt x="3763" y="4145"/>
                        <a:pt x="3689" y="4304"/>
                        <a:pt x="3565" y="4448"/>
                      </a:cubicBezTo>
                      <a:cubicBezTo>
                        <a:pt x="3417" y="4493"/>
                        <a:pt x="3299" y="4485"/>
                        <a:pt x="3149" y="4448"/>
                      </a:cubicBezTo>
                      <a:cubicBezTo>
                        <a:pt x="3152" y="4475"/>
                        <a:pt x="3155" y="4502"/>
                        <a:pt x="3159" y="4530"/>
                      </a:cubicBezTo>
                      <a:cubicBezTo>
                        <a:pt x="3215" y="5078"/>
                        <a:pt x="3208" y="5514"/>
                        <a:pt x="2875" y="5971"/>
                      </a:cubicBezTo>
                      <a:cubicBezTo>
                        <a:pt x="2851" y="6007"/>
                        <a:pt x="2826" y="6042"/>
                        <a:pt x="2801" y="6079"/>
                      </a:cubicBezTo>
                      <a:cubicBezTo>
                        <a:pt x="2702" y="6201"/>
                        <a:pt x="2611" y="6309"/>
                        <a:pt x="2449" y="6334"/>
                      </a:cubicBezTo>
                      <a:cubicBezTo>
                        <a:pt x="2365" y="6337"/>
                        <a:pt x="2283" y="6335"/>
                        <a:pt x="2199" y="6332"/>
                      </a:cubicBezTo>
                      <a:cubicBezTo>
                        <a:pt x="2170" y="6331"/>
                        <a:pt x="2141" y="6330"/>
                        <a:pt x="2111" y="6330"/>
                      </a:cubicBezTo>
                      <a:cubicBezTo>
                        <a:pt x="2040" y="6328"/>
                        <a:pt x="1970" y="6325"/>
                        <a:pt x="1899" y="6323"/>
                      </a:cubicBezTo>
                      <a:cubicBezTo>
                        <a:pt x="1898" y="6301"/>
                        <a:pt x="1898" y="6301"/>
                        <a:pt x="1894" y="6190"/>
                      </a:cubicBezTo>
                      <a:cubicBezTo>
                        <a:pt x="1877" y="5776"/>
                        <a:pt x="1859" y="5362"/>
                        <a:pt x="1839" y="4948"/>
                      </a:cubicBezTo>
                      <a:cubicBezTo>
                        <a:pt x="1829" y="4735"/>
                        <a:pt x="1819" y="4523"/>
                        <a:pt x="1811" y="4310"/>
                      </a:cubicBezTo>
                      <a:cubicBezTo>
                        <a:pt x="1803" y="4105"/>
                        <a:pt x="1794" y="3899"/>
                        <a:pt x="1782" y="3694"/>
                      </a:cubicBezTo>
                      <a:cubicBezTo>
                        <a:pt x="1779" y="3616"/>
                        <a:pt x="1775" y="3537"/>
                        <a:pt x="1773" y="3459"/>
                      </a:cubicBezTo>
                      <a:cubicBezTo>
                        <a:pt x="1753" y="2842"/>
                        <a:pt x="1753" y="2842"/>
                        <a:pt x="1592" y="2686"/>
                      </a:cubicBezTo>
                      <a:cubicBezTo>
                        <a:pt x="1485" y="2631"/>
                        <a:pt x="1391" y="2596"/>
                        <a:pt x="1274" y="2573"/>
                      </a:cubicBezTo>
                      <a:cubicBezTo>
                        <a:pt x="1277" y="2603"/>
                        <a:pt x="1281" y="2633"/>
                        <a:pt x="1284" y="2664"/>
                      </a:cubicBezTo>
                      <a:cubicBezTo>
                        <a:pt x="1343" y="3208"/>
                        <a:pt x="1331" y="3642"/>
                        <a:pt x="1000" y="4096"/>
                      </a:cubicBezTo>
                      <a:cubicBezTo>
                        <a:pt x="976" y="4132"/>
                        <a:pt x="951" y="4167"/>
                        <a:pt x="926" y="4204"/>
                      </a:cubicBezTo>
                      <a:cubicBezTo>
                        <a:pt x="824" y="4330"/>
                        <a:pt x="737" y="4431"/>
                        <a:pt x="572" y="4462"/>
                      </a:cubicBezTo>
                      <a:cubicBezTo>
                        <a:pt x="388" y="4477"/>
                        <a:pt x="207" y="4466"/>
                        <a:pt x="24" y="4448"/>
                      </a:cubicBezTo>
                      <a:cubicBezTo>
                        <a:pt x="19" y="4152"/>
                        <a:pt x="15" y="3857"/>
                        <a:pt x="13" y="3562"/>
                      </a:cubicBezTo>
                      <a:cubicBezTo>
                        <a:pt x="12" y="3425"/>
                        <a:pt x="10" y="3288"/>
                        <a:pt x="8" y="3151"/>
                      </a:cubicBezTo>
                      <a:cubicBezTo>
                        <a:pt x="5" y="2993"/>
                        <a:pt x="4" y="2835"/>
                        <a:pt x="3" y="2678"/>
                      </a:cubicBezTo>
                      <a:cubicBezTo>
                        <a:pt x="2" y="2629"/>
                        <a:pt x="1" y="2580"/>
                        <a:pt x="0" y="2529"/>
                      </a:cubicBezTo>
                      <a:cubicBezTo>
                        <a:pt x="0" y="2149"/>
                        <a:pt x="0" y="2149"/>
                        <a:pt x="114" y="2021"/>
                      </a:cubicBezTo>
                      <a:cubicBezTo>
                        <a:pt x="250" y="1937"/>
                        <a:pt x="322" y="1923"/>
                        <a:pt x="480" y="1927"/>
                      </a:cubicBezTo>
                      <a:cubicBezTo>
                        <a:pt x="522" y="1928"/>
                        <a:pt x="564" y="1928"/>
                        <a:pt x="607" y="1929"/>
                      </a:cubicBezTo>
                      <a:cubicBezTo>
                        <a:pt x="659" y="1931"/>
                        <a:pt x="712" y="1933"/>
                        <a:pt x="766" y="1935"/>
                      </a:cubicBezTo>
                      <a:cubicBezTo>
                        <a:pt x="934" y="1939"/>
                        <a:pt x="1101" y="1943"/>
                        <a:pt x="1274" y="1948"/>
                      </a:cubicBezTo>
                      <a:cubicBezTo>
                        <a:pt x="1274" y="1535"/>
                        <a:pt x="1274" y="1123"/>
                        <a:pt x="1274" y="698"/>
                      </a:cubicBezTo>
                      <a:cubicBezTo>
                        <a:pt x="1899" y="698"/>
                        <a:pt x="1899" y="698"/>
                        <a:pt x="2096" y="821"/>
                      </a:cubicBezTo>
                      <a:cubicBezTo>
                        <a:pt x="2176" y="910"/>
                        <a:pt x="2176" y="910"/>
                        <a:pt x="2250" y="1010"/>
                      </a:cubicBezTo>
                      <a:cubicBezTo>
                        <a:pt x="2277" y="1045"/>
                        <a:pt x="2303" y="1080"/>
                        <a:pt x="2331" y="1116"/>
                      </a:cubicBezTo>
                      <a:cubicBezTo>
                        <a:pt x="2707" y="1707"/>
                        <a:pt x="2571" y="2530"/>
                        <a:pt x="2524" y="3198"/>
                      </a:cubicBezTo>
                      <a:cubicBezTo>
                        <a:pt x="3071" y="3246"/>
                        <a:pt x="3071" y="3246"/>
                        <a:pt x="3236" y="3143"/>
                      </a:cubicBezTo>
                      <a:cubicBezTo>
                        <a:pt x="3302" y="3056"/>
                        <a:pt x="3342" y="2973"/>
                        <a:pt x="3383" y="2872"/>
                      </a:cubicBezTo>
                      <a:cubicBezTo>
                        <a:pt x="3400" y="2836"/>
                        <a:pt x="3416" y="2800"/>
                        <a:pt x="3434" y="2763"/>
                      </a:cubicBezTo>
                      <a:cubicBezTo>
                        <a:pt x="3573" y="2427"/>
                        <a:pt x="3608" y="2088"/>
                        <a:pt x="3646" y="1731"/>
                      </a:cubicBezTo>
                      <a:cubicBezTo>
                        <a:pt x="3700" y="1228"/>
                        <a:pt x="3754" y="817"/>
                        <a:pt x="4060" y="398"/>
                      </a:cubicBezTo>
                      <a:cubicBezTo>
                        <a:pt x="4084" y="364"/>
                        <a:pt x="4108" y="330"/>
                        <a:pt x="4132" y="295"/>
                      </a:cubicBezTo>
                      <a:cubicBezTo>
                        <a:pt x="4379" y="0"/>
                        <a:pt x="4671" y="40"/>
                        <a:pt x="5024" y="73"/>
                      </a:cubicBezTo>
                      <a:close/>
                    </a:path>
                  </a:pathLst>
                </a:custGeom>
                <a:solidFill>
                  <a:srgbClr val="EF54AB"/>
                </a:solidFill>
                <a:ln w="2646" cap="flat">
                  <a:noFill/>
                </a:ln>
              </p:spPr>
            </p:sp>
            <p:sp>
              <p:nvSpPr>
                <p:cNvPr id="3518" name="ICON_OUT_WAVE_GRAPHIC_path_039"/>
                <p:cNvSpPr/>
                <p:nvPr/>
              </p:nvSpPr>
              <p:spPr>
                <a:xfrm>
                  <a:off x="9507903" y="3421062"/>
                  <a:ext cx="41537" cy="1202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271" h="9465" fill="norm" stroke="0">
                      <a:moveTo>
                        <a:pt x="1971" y="0"/>
                      </a:moveTo>
                      <a:cubicBezTo>
                        <a:pt x="2178" y="0"/>
                        <a:pt x="2384" y="0"/>
                        <a:pt x="2596" y="0"/>
                      </a:cubicBezTo>
                      <a:cubicBezTo>
                        <a:pt x="2596" y="1650"/>
                        <a:pt x="2596" y="3300"/>
                        <a:pt x="2596" y="5000"/>
                      </a:cubicBezTo>
                      <a:cubicBezTo>
                        <a:pt x="2803" y="5000"/>
                        <a:pt x="3009" y="5000"/>
                        <a:pt x="3221" y="5000"/>
                      </a:cubicBezTo>
                      <a:cubicBezTo>
                        <a:pt x="3271" y="5455"/>
                        <a:pt x="3271" y="5455"/>
                        <a:pt x="3221" y="5625"/>
                      </a:cubicBezTo>
                      <a:cubicBezTo>
                        <a:pt x="3095" y="5753"/>
                        <a:pt x="2945" y="5826"/>
                        <a:pt x="2788" y="5909"/>
                      </a:cubicBezTo>
                      <a:cubicBezTo>
                        <a:pt x="2512" y="6062"/>
                        <a:pt x="2244" y="6256"/>
                        <a:pt x="2145" y="6566"/>
                      </a:cubicBezTo>
                      <a:cubicBezTo>
                        <a:pt x="2062" y="6962"/>
                        <a:pt x="2049" y="7367"/>
                        <a:pt x="2047" y="7770"/>
                      </a:cubicBezTo>
                      <a:cubicBezTo>
                        <a:pt x="2038" y="8361"/>
                        <a:pt x="1929" y="8776"/>
                        <a:pt x="1523" y="9224"/>
                      </a:cubicBezTo>
                      <a:cubicBezTo>
                        <a:pt x="1367" y="9372"/>
                        <a:pt x="1228" y="9458"/>
                        <a:pt x="1009" y="9465"/>
                      </a:cubicBezTo>
                      <a:cubicBezTo>
                        <a:pt x="888" y="9456"/>
                        <a:pt x="835" y="9433"/>
                        <a:pt x="721" y="9375"/>
                      </a:cubicBezTo>
                      <a:cubicBezTo>
                        <a:pt x="585" y="9186"/>
                        <a:pt x="539" y="8987"/>
                        <a:pt x="487" y="8763"/>
                      </a:cubicBezTo>
                      <a:cubicBezTo>
                        <a:pt x="464" y="8676"/>
                        <a:pt x="441" y="8589"/>
                        <a:pt x="417" y="8502"/>
                      </a:cubicBezTo>
                      <a:cubicBezTo>
                        <a:pt x="402" y="8448"/>
                        <a:pt x="388" y="8394"/>
                        <a:pt x="376" y="8339"/>
                      </a:cubicBezTo>
                      <a:cubicBezTo>
                        <a:pt x="326" y="8143"/>
                        <a:pt x="237" y="8056"/>
                        <a:pt x="96" y="7917"/>
                      </a:cubicBezTo>
                      <a:cubicBezTo>
                        <a:pt x="0" y="7603"/>
                        <a:pt x="12" y="7190"/>
                        <a:pt x="96" y="6875"/>
                      </a:cubicBezTo>
                      <a:cubicBezTo>
                        <a:pt x="183" y="6750"/>
                        <a:pt x="288" y="6666"/>
                        <a:pt x="409" y="6575"/>
                      </a:cubicBezTo>
                      <a:cubicBezTo>
                        <a:pt x="591" y="6438"/>
                        <a:pt x="705" y="6333"/>
                        <a:pt x="751" y="6102"/>
                      </a:cubicBezTo>
                      <a:cubicBezTo>
                        <a:pt x="785" y="5736"/>
                        <a:pt x="753" y="5365"/>
                        <a:pt x="721" y="5000"/>
                      </a:cubicBezTo>
                      <a:cubicBezTo>
                        <a:pt x="928" y="5000"/>
                        <a:pt x="1134" y="5000"/>
                        <a:pt x="1346" y="5000"/>
                      </a:cubicBezTo>
                      <a:cubicBezTo>
                        <a:pt x="1344" y="4933"/>
                        <a:pt x="1342" y="4866"/>
                        <a:pt x="1340" y="4796"/>
                      </a:cubicBezTo>
                      <a:cubicBezTo>
                        <a:pt x="1333" y="4572"/>
                        <a:pt x="1328" y="4349"/>
                        <a:pt x="1325" y="4125"/>
                      </a:cubicBezTo>
                      <a:cubicBezTo>
                        <a:pt x="1323" y="3990"/>
                        <a:pt x="1320" y="3854"/>
                        <a:pt x="1315" y="3719"/>
                      </a:cubicBezTo>
                      <a:cubicBezTo>
                        <a:pt x="1309" y="3563"/>
                        <a:pt x="1307" y="3407"/>
                        <a:pt x="1306" y="3250"/>
                      </a:cubicBezTo>
                      <a:cubicBezTo>
                        <a:pt x="1303" y="3202"/>
                        <a:pt x="1301" y="3154"/>
                        <a:pt x="1299" y="3105"/>
                      </a:cubicBezTo>
                      <a:cubicBezTo>
                        <a:pt x="1299" y="2897"/>
                        <a:pt x="1300" y="2762"/>
                        <a:pt x="1439" y="2601"/>
                      </a:cubicBezTo>
                      <a:cubicBezTo>
                        <a:pt x="1514" y="2534"/>
                        <a:pt x="1590" y="2466"/>
                        <a:pt x="1666" y="2399"/>
                      </a:cubicBezTo>
                      <a:cubicBezTo>
                        <a:pt x="1838" y="2208"/>
                        <a:pt x="1837" y="1997"/>
                        <a:pt x="1849" y="1750"/>
                      </a:cubicBezTo>
                      <a:cubicBezTo>
                        <a:pt x="1853" y="1699"/>
                        <a:pt x="1857" y="1649"/>
                        <a:pt x="1861" y="1597"/>
                      </a:cubicBezTo>
                      <a:cubicBezTo>
                        <a:pt x="1872" y="1465"/>
                        <a:pt x="1880" y="1333"/>
                        <a:pt x="1888" y="1201"/>
                      </a:cubicBezTo>
                      <a:cubicBezTo>
                        <a:pt x="1896" y="1065"/>
                        <a:pt x="1907" y="930"/>
                        <a:pt x="1918" y="794"/>
                      </a:cubicBezTo>
                      <a:cubicBezTo>
                        <a:pt x="1938" y="530"/>
                        <a:pt x="1955" y="265"/>
                        <a:pt x="1971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19" name="ICON_OUT_WAVE_GRAPHIC_path_040"/>
                <p:cNvSpPr/>
                <p:nvPr/>
              </p:nvSpPr>
              <p:spPr>
                <a:xfrm>
                  <a:off x="9322816" y="3452812"/>
                  <a:ext cx="67246" cy="7962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295" h="6270" fill="norm" stroke="0">
                      <a:moveTo>
                        <a:pt x="3628" y="0"/>
                      </a:moveTo>
                      <a:cubicBezTo>
                        <a:pt x="3800" y="34"/>
                        <a:pt x="3800" y="34"/>
                        <a:pt x="4670" y="208"/>
                      </a:cubicBezTo>
                      <a:cubicBezTo>
                        <a:pt x="4670" y="1171"/>
                        <a:pt x="4670" y="2133"/>
                        <a:pt x="4670" y="3125"/>
                      </a:cubicBezTo>
                      <a:cubicBezTo>
                        <a:pt x="4876" y="3056"/>
                        <a:pt x="5082" y="2988"/>
                        <a:pt x="5295" y="2917"/>
                      </a:cubicBezTo>
                      <a:cubicBezTo>
                        <a:pt x="5266" y="3051"/>
                        <a:pt x="5235" y="3186"/>
                        <a:pt x="5204" y="3320"/>
                      </a:cubicBezTo>
                      <a:cubicBezTo>
                        <a:pt x="5196" y="3358"/>
                        <a:pt x="5188" y="3396"/>
                        <a:pt x="5179" y="3435"/>
                      </a:cubicBezTo>
                      <a:cubicBezTo>
                        <a:pt x="5170" y="3472"/>
                        <a:pt x="5162" y="3509"/>
                        <a:pt x="5153" y="3547"/>
                      </a:cubicBezTo>
                      <a:cubicBezTo>
                        <a:pt x="5145" y="3581"/>
                        <a:pt x="5137" y="3615"/>
                        <a:pt x="5129" y="3650"/>
                      </a:cubicBezTo>
                      <a:cubicBezTo>
                        <a:pt x="5087" y="3750"/>
                        <a:pt x="5087" y="3750"/>
                        <a:pt x="4981" y="3846"/>
                      </a:cubicBezTo>
                      <a:cubicBezTo>
                        <a:pt x="4845" y="3995"/>
                        <a:pt x="4845" y="4095"/>
                        <a:pt x="4843" y="4290"/>
                      </a:cubicBezTo>
                      <a:cubicBezTo>
                        <a:pt x="4843" y="4322"/>
                        <a:pt x="4842" y="4354"/>
                        <a:pt x="4841" y="4386"/>
                      </a:cubicBezTo>
                      <a:cubicBezTo>
                        <a:pt x="4840" y="4452"/>
                        <a:pt x="4840" y="4519"/>
                        <a:pt x="4840" y="4586"/>
                      </a:cubicBezTo>
                      <a:cubicBezTo>
                        <a:pt x="4839" y="4687"/>
                        <a:pt x="4835" y="4789"/>
                        <a:pt x="4831" y="4890"/>
                      </a:cubicBezTo>
                      <a:cubicBezTo>
                        <a:pt x="4828" y="5074"/>
                        <a:pt x="4833" y="5237"/>
                        <a:pt x="4878" y="5417"/>
                      </a:cubicBezTo>
                      <a:cubicBezTo>
                        <a:pt x="5015" y="5548"/>
                        <a:pt x="5109" y="5572"/>
                        <a:pt x="5295" y="5625"/>
                      </a:cubicBezTo>
                      <a:cubicBezTo>
                        <a:pt x="5226" y="5831"/>
                        <a:pt x="5158" y="6038"/>
                        <a:pt x="5087" y="6250"/>
                      </a:cubicBezTo>
                      <a:cubicBezTo>
                        <a:pt x="4317" y="6270"/>
                        <a:pt x="4317" y="6270"/>
                        <a:pt x="4045" y="6042"/>
                      </a:cubicBezTo>
                      <a:cubicBezTo>
                        <a:pt x="3952" y="5818"/>
                        <a:pt x="3972" y="5551"/>
                        <a:pt x="3967" y="5312"/>
                      </a:cubicBezTo>
                      <a:cubicBezTo>
                        <a:pt x="3951" y="4769"/>
                        <a:pt x="3951" y="4769"/>
                        <a:pt x="3837" y="4583"/>
                      </a:cubicBezTo>
                      <a:cubicBezTo>
                        <a:pt x="3588" y="4445"/>
                        <a:pt x="3326" y="4446"/>
                        <a:pt x="3047" y="4437"/>
                      </a:cubicBezTo>
                      <a:cubicBezTo>
                        <a:pt x="2572" y="4420"/>
                        <a:pt x="2262" y="4383"/>
                        <a:pt x="1923" y="4029"/>
                      </a:cubicBezTo>
                      <a:cubicBezTo>
                        <a:pt x="1906" y="4010"/>
                        <a:pt x="1889" y="3991"/>
                        <a:pt x="1870" y="3971"/>
                      </a:cubicBezTo>
                      <a:cubicBezTo>
                        <a:pt x="1836" y="3936"/>
                        <a:pt x="1803" y="3900"/>
                        <a:pt x="1767" y="3864"/>
                      </a:cubicBezTo>
                      <a:cubicBezTo>
                        <a:pt x="1611" y="3682"/>
                        <a:pt x="1526" y="3550"/>
                        <a:pt x="1525" y="3306"/>
                      </a:cubicBezTo>
                      <a:cubicBezTo>
                        <a:pt x="1530" y="3246"/>
                        <a:pt x="1536" y="3185"/>
                        <a:pt x="1545" y="3125"/>
                      </a:cubicBezTo>
                      <a:cubicBezTo>
                        <a:pt x="1505" y="3130"/>
                        <a:pt x="1465" y="3136"/>
                        <a:pt x="1424" y="3141"/>
                      </a:cubicBezTo>
                      <a:cubicBezTo>
                        <a:pt x="1188" y="3163"/>
                        <a:pt x="996" y="3173"/>
                        <a:pt x="790" y="3044"/>
                      </a:cubicBezTo>
                      <a:cubicBezTo>
                        <a:pt x="666" y="2932"/>
                        <a:pt x="564" y="2803"/>
                        <a:pt x="464" y="2669"/>
                      </a:cubicBezTo>
                      <a:cubicBezTo>
                        <a:pt x="446" y="2646"/>
                        <a:pt x="428" y="2623"/>
                        <a:pt x="409" y="2600"/>
                      </a:cubicBezTo>
                      <a:cubicBezTo>
                        <a:pt x="70" y="2166"/>
                        <a:pt x="0" y="1784"/>
                        <a:pt x="57" y="1233"/>
                      </a:cubicBezTo>
                      <a:cubicBezTo>
                        <a:pt x="66" y="1169"/>
                        <a:pt x="76" y="1105"/>
                        <a:pt x="87" y="1042"/>
                      </a:cubicBezTo>
                      <a:cubicBezTo>
                        <a:pt x="380" y="1039"/>
                        <a:pt x="683" y="1063"/>
                        <a:pt x="920" y="1250"/>
                      </a:cubicBezTo>
                      <a:cubicBezTo>
                        <a:pt x="1043" y="1470"/>
                        <a:pt x="1101" y="1706"/>
                        <a:pt x="1164" y="1948"/>
                      </a:cubicBezTo>
                      <a:cubicBezTo>
                        <a:pt x="1320" y="2548"/>
                        <a:pt x="1320" y="2548"/>
                        <a:pt x="1588" y="2736"/>
                      </a:cubicBezTo>
                      <a:cubicBezTo>
                        <a:pt x="1710" y="2806"/>
                        <a:pt x="1830" y="2866"/>
                        <a:pt x="1962" y="2917"/>
                      </a:cubicBezTo>
                      <a:cubicBezTo>
                        <a:pt x="2030" y="2779"/>
                        <a:pt x="2099" y="2642"/>
                        <a:pt x="2170" y="2500"/>
                      </a:cubicBezTo>
                      <a:cubicBezTo>
                        <a:pt x="2639" y="2606"/>
                        <a:pt x="2639" y="2606"/>
                        <a:pt x="2795" y="2708"/>
                      </a:cubicBezTo>
                      <a:cubicBezTo>
                        <a:pt x="2857" y="2869"/>
                        <a:pt x="2830" y="2951"/>
                        <a:pt x="2795" y="3125"/>
                      </a:cubicBezTo>
                      <a:cubicBezTo>
                        <a:pt x="3001" y="3125"/>
                        <a:pt x="3207" y="3125"/>
                        <a:pt x="3420" y="3125"/>
                      </a:cubicBezTo>
                      <a:cubicBezTo>
                        <a:pt x="3419" y="3038"/>
                        <a:pt x="3418" y="2950"/>
                        <a:pt x="3417" y="2861"/>
                      </a:cubicBezTo>
                      <a:cubicBezTo>
                        <a:pt x="3413" y="2572"/>
                        <a:pt x="3411" y="2284"/>
                        <a:pt x="3409" y="1995"/>
                      </a:cubicBezTo>
                      <a:cubicBezTo>
                        <a:pt x="3408" y="1820"/>
                        <a:pt x="3407" y="1645"/>
                        <a:pt x="3404" y="1470"/>
                      </a:cubicBezTo>
                      <a:cubicBezTo>
                        <a:pt x="3402" y="1301"/>
                        <a:pt x="3401" y="1132"/>
                        <a:pt x="3400" y="964"/>
                      </a:cubicBezTo>
                      <a:cubicBezTo>
                        <a:pt x="3400" y="899"/>
                        <a:pt x="3399" y="835"/>
                        <a:pt x="3398" y="770"/>
                      </a:cubicBezTo>
                      <a:cubicBezTo>
                        <a:pt x="3396" y="680"/>
                        <a:pt x="3396" y="590"/>
                        <a:pt x="3396" y="500"/>
                      </a:cubicBezTo>
                      <a:cubicBezTo>
                        <a:pt x="3396" y="448"/>
                        <a:pt x="3395" y="397"/>
                        <a:pt x="3395" y="344"/>
                      </a:cubicBezTo>
                      <a:cubicBezTo>
                        <a:pt x="3420" y="208"/>
                        <a:pt x="3420" y="208"/>
                        <a:pt x="3628" y="0"/>
                      </a:cubicBezTo>
                      <a:close/>
                    </a:path>
                  </a:pathLst>
                </a:custGeom>
                <a:solidFill>
                  <a:srgbClr val="A98CD2"/>
                </a:solidFill>
                <a:ln w="2646" cap="flat">
                  <a:noFill/>
                </a:ln>
              </p:spPr>
            </p:sp>
            <p:sp>
              <p:nvSpPr>
                <p:cNvPr id="3520" name="ICON_OUT_WAVE_GRAPHIC_path_041"/>
                <p:cNvSpPr/>
                <p:nvPr/>
              </p:nvSpPr>
              <p:spPr>
                <a:xfrm>
                  <a:off x="9166767" y="3929062"/>
                  <a:ext cx="41500" cy="8034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268" h="6326" fill="norm" stroke="0">
                      <a:moveTo>
                        <a:pt x="82" y="0"/>
                      </a:moveTo>
                      <a:cubicBezTo>
                        <a:pt x="289" y="0"/>
                        <a:pt x="495" y="0"/>
                        <a:pt x="707" y="0"/>
                      </a:cubicBezTo>
                      <a:cubicBezTo>
                        <a:pt x="707" y="825"/>
                        <a:pt x="707" y="1650"/>
                        <a:pt x="707" y="2500"/>
                      </a:cubicBezTo>
                      <a:cubicBezTo>
                        <a:pt x="914" y="2500"/>
                        <a:pt x="1120" y="2500"/>
                        <a:pt x="1332" y="2500"/>
                      </a:cubicBezTo>
                      <a:cubicBezTo>
                        <a:pt x="1332" y="2156"/>
                        <a:pt x="1332" y="1812"/>
                        <a:pt x="1332" y="1458"/>
                      </a:cubicBezTo>
                      <a:cubicBezTo>
                        <a:pt x="1501" y="1418"/>
                        <a:pt x="1670" y="1379"/>
                        <a:pt x="1840" y="1341"/>
                      </a:cubicBezTo>
                      <a:cubicBezTo>
                        <a:pt x="1888" y="1329"/>
                        <a:pt x="1936" y="1318"/>
                        <a:pt x="1985" y="1306"/>
                      </a:cubicBezTo>
                      <a:cubicBezTo>
                        <a:pt x="2032" y="1296"/>
                        <a:pt x="2078" y="1286"/>
                        <a:pt x="2126" y="1275"/>
                      </a:cubicBezTo>
                      <a:cubicBezTo>
                        <a:pt x="2168" y="1265"/>
                        <a:pt x="2211" y="1256"/>
                        <a:pt x="2255" y="1245"/>
                      </a:cubicBezTo>
                      <a:cubicBezTo>
                        <a:pt x="2374" y="1250"/>
                        <a:pt x="2374" y="1250"/>
                        <a:pt x="2492" y="1329"/>
                      </a:cubicBezTo>
                      <a:cubicBezTo>
                        <a:pt x="2625" y="1482"/>
                        <a:pt x="2609" y="1650"/>
                        <a:pt x="2603" y="1843"/>
                      </a:cubicBezTo>
                      <a:cubicBezTo>
                        <a:pt x="2602" y="1880"/>
                        <a:pt x="2602" y="1917"/>
                        <a:pt x="2602" y="1954"/>
                      </a:cubicBezTo>
                      <a:cubicBezTo>
                        <a:pt x="2601" y="2071"/>
                        <a:pt x="2598" y="2188"/>
                        <a:pt x="2595" y="2305"/>
                      </a:cubicBezTo>
                      <a:cubicBezTo>
                        <a:pt x="2594" y="2384"/>
                        <a:pt x="2593" y="2463"/>
                        <a:pt x="2593" y="2543"/>
                      </a:cubicBezTo>
                      <a:cubicBezTo>
                        <a:pt x="2590" y="2737"/>
                        <a:pt x="2587" y="2931"/>
                        <a:pt x="2582" y="3125"/>
                      </a:cubicBezTo>
                      <a:cubicBezTo>
                        <a:pt x="2789" y="3125"/>
                        <a:pt x="2995" y="3125"/>
                        <a:pt x="3207" y="3125"/>
                      </a:cubicBezTo>
                      <a:cubicBezTo>
                        <a:pt x="3268" y="3588"/>
                        <a:pt x="3268" y="3588"/>
                        <a:pt x="3207" y="3750"/>
                      </a:cubicBezTo>
                      <a:cubicBezTo>
                        <a:pt x="3022" y="3901"/>
                        <a:pt x="2821" y="3957"/>
                        <a:pt x="2582" y="3958"/>
                      </a:cubicBezTo>
                      <a:cubicBezTo>
                        <a:pt x="2361" y="3926"/>
                        <a:pt x="2160" y="3843"/>
                        <a:pt x="1957" y="3750"/>
                      </a:cubicBezTo>
                      <a:cubicBezTo>
                        <a:pt x="1959" y="3779"/>
                        <a:pt x="1962" y="3809"/>
                        <a:pt x="1964" y="3839"/>
                      </a:cubicBezTo>
                      <a:cubicBezTo>
                        <a:pt x="2020" y="4700"/>
                        <a:pt x="2020" y="4700"/>
                        <a:pt x="1872" y="4917"/>
                      </a:cubicBezTo>
                      <a:cubicBezTo>
                        <a:pt x="1798" y="4973"/>
                        <a:pt x="1723" y="5029"/>
                        <a:pt x="1647" y="5083"/>
                      </a:cubicBezTo>
                      <a:cubicBezTo>
                        <a:pt x="1377" y="5334"/>
                        <a:pt x="1381" y="5904"/>
                        <a:pt x="1332" y="6250"/>
                      </a:cubicBezTo>
                      <a:cubicBezTo>
                        <a:pt x="1116" y="6305"/>
                        <a:pt x="922" y="6326"/>
                        <a:pt x="707" y="6250"/>
                      </a:cubicBezTo>
                      <a:cubicBezTo>
                        <a:pt x="397" y="6026"/>
                        <a:pt x="139" y="5646"/>
                        <a:pt x="48" y="5277"/>
                      </a:cubicBezTo>
                      <a:cubicBezTo>
                        <a:pt x="0" y="4932"/>
                        <a:pt x="8" y="4586"/>
                        <a:pt x="19" y="4238"/>
                      </a:cubicBezTo>
                      <a:cubicBezTo>
                        <a:pt x="23" y="4089"/>
                        <a:pt x="23" y="3939"/>
                        <a:pt x="24" y="3790"/>
                      </a:cubicBezTo>
                      <a:cubicBezTo>
                        <a:pt x="26" y="3508"/>
                        <a:pt x="31" y="3226"/>
                        <a:pt x="37" y="2944"/>
                      </a:cubicBezTo>
                      <a:cubicBezTo>
                        <a:pt x="44" y="2623"/>
                        <a:pt x="48" y="2301"/>
                        <a:pt x="51" y="1980"/>
                      </a:cubicBezTo>
                      <a:cubicBezTo>
                        <a:pt x="57" y="1320"/>
                        <a:pt x="68" y="660"/>
                        <a:pt x="82" y="0"/>
                      </a:cubicBezTo>
                      <a:close/>
                    </a:path>
                  </a:pathLst>
                </a:custGeom>
                <a:solidFill>
                  <a:srgbClr val="68AAB0"/>
                </a:solidFill>
                <a:ln w="2646" cap="flat">
                  <a:noFill/>
                </a:ln>
              </p:spPr>
            </p:sp>
            <p:sp>
              <p:nvSpPr>
                <p:cNvPr id="3521" name="ICON_OUT_WAVE_GRAPHIC_path_042"/>
                <p:cNvSpPr/>
                <p:nvPr/>
              </p:nvSpPr>
              <p:spPr>
                <a:xfrm>
                  <a:off x="9064625" y="3421062"/>
                  <a:ext cx="47625" cy="873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750" h="6875" fill="norm" stroke="0">
                      <a:moveTo>
                        <a:pt x="833" y="0"/>
                      </a:moveTo>
                      <a:cubicBezTo>
                        <a:pt x="1177" y="69"/>
                        <a:pt x="1521" y="137"/>
                        <a:pt x="1875" y="208"/>
                      </a:cubicBezTo>
                      <a:cubicBezTo>
                        <a:pt x="1875" y="1790"/>
                        <a:pt x="1875" y="3371"/>
                        <a:pt x="1875" y="5000"/>
                      </a:cubicBezTo>
                      <a:cubicBezTo>
                        <a:pt x="2494" y="5000"/>
                        <a:pt x="3113" y="5000"/>
                        <a:pt x="3750" y="5000"/>
                      </a:cubicBezTo>
                      <a:cubicBezTo>
                        <a:pt x="3750" y="5206"/>
                        <a:pt x="3750" y="5413"/>
                        <a:pt x="3750" y="5625"/>
                      </a:cubicBezTo>
                      <a:cubicBezTo>
                        <a:pt x="3677" y="5628"/>
                        <a:pt x="3604" y="5631"/>
                        <a:pt x="3529" y="5634"/>
                      </a:cubicBezTo>
                      <a:cubicBezTo>
                        <a:pt x="2946" y="5685"/>
                        <a:pt x="2946" y="5685"/>
                        <a:pt x="2708" y="5833"/>
                      </a:cubicBezTo>
                      <a:cubicBezTo>
                        <a:pt x="2518" y="6139"/>
                        <a:pt x="2514" y="6524"/>
                        <a:pt x="2500" y="6875"/>
                      </a:cubicBezTo>
                      <a:cubicBezTo>
                        <a:pt x="2294" y="6875"/>
                        <a:pt x="2088" y="6875"/>
                        <a:pt x="1875" y="6875"/>
                      </a:cubicBezTo>
                      <a:cubicBezTo>
                        <a:pt x="1872" y="6805"/>
                        <a:pt x="1869" y="6734"/>
                        <a:pt x="1866" y="6662"/>
                      </a:cubicBezTo>
                      <a:cubicBezTo>
                        <a:pt x="1840" y="6372"/>
                        <a:pt x="1810" y="6091"/>
                        <a:pt x="1667" y="5833"/>
                      </a:cubicBezTo>
                      <a:cubicBezTo>
                        <a:pt x="1408" y="5622"/>
                        <a:pt x="1069" y="5552"/>
                        <a:pt x="754" y="5460"/>
                      </a:cubicBezTo>
                      <a:cubicBezTo>
                        <a:pt x="468" y="5363"/>
                        <a:pt x="240" y="5177"/>
                        <a:pt x="0" y="5000"/>
                      </a:cubicBezTo>
                      <a:cubicBezTo>
                        <a:pt x="12" y="4980"/>
                        <a:pt x="24" y="4959"/>
                        <a:pt x="37" y="4938"/>
                      </a:cubicBezTo>
                      <a:cubicBezTo>
                        <a:pt x="374" y="4363"/>
                        <a:pt x="481" y="3888"/>
                        <a:pt x="496" y="3227"/>
                      </a:cubicBezTo>
                      <a:cubicBezTo>
                        <a:pt x="499" y="3140"/>
                        <a:pt x="503" y="3053"/>
                        <a:pt x="506" y="2966"/>
                      </a:cubicBezTo>
                      <a:cubicBezTo>
                        <a:pt x="516" y="2739"/>
                        <a:pt x="523" y="2513"/>
                        <a:pt x="530" y="2287"/>
                      </a:cubicBezTo>
                      <a:cubicBezTo>
                        <a:pt x="541" y="1922"/>
                        <a:pt x="554" y="1558"/>
                        <a:pt x="569" y="1194"/>
                      </a:cubicBezTo>
                      <a:cubicBezTo>
                        <a:pt x="574" y="1067"/>
                        <a:pt x="577" y="941"/>
                        <a:pt x="580" y="814"/>
                      </a:cubicBezTo>
                      <a:cubicBezTo>
                        <a:pt x="583" y="737"/>
                        <a:pt x="586" y="659"/>
                        <a:pt x="589" y="582"/>
                      </a:cubicBezTo>
                      <a:cubicBezTo>
                        <a:pt x="589" y="547"/>
                        <a:pt x="590" y="512"/>
                        <a:pt x="590" y="476"/>
                      </a:cubicBezTo>
                      <a:cubicBezTo>
                        <a:pt x="592" y="444"/>
                        <a:pt x="593" y="411"/>
                        <a:pt x="595" y="378"/>
                      </a:cubicBezTo>
                      <a:cubicBezTo>
                        <a:pt x="596" y="350"/>
                        <a:pt x="596" y="322"/>
                        <a:pt x="597" y="294"/>
                      </a:cubicBezTo>
                      <a:cubicBezTo>
                        <a:pt x="625" y="208"/>
                        <a:pt x="625" y="208"/>
                        <a:pt x="833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22" name="ICON_OUT_WAVE_GRAPHIC_path_043"/>
                <p:cNvSpPr/>
                <p:nvPr/>
              </p:nvSpPr>
              <p:spPr>
                <a:xfrm>
                  <a:off x="9164193" y="3746296"/>
                  <a:ext cx="20651" cy="1279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626" h="10071" fill="norm" stroke="0">
                      <a:moveTo>
                        <a:pt x="285" y="16"/>
                      </a:moveTo>
                      <a:cubicBezTo>
                        <a:pt x="385" y="12"/>
                        <a:pt x="485" y="9"/>
                        <a:pt x="585" y="7"/>
                      </a:cubicBezTo>
                      <a:cubicBezTo>
                        <a:pt x="613" y="6"/>
                        <a:pt x="641" y="5"/>
                        <a:pt x="670" y="3"/>
                      </a:cubicBezTo>
                      <a:cubicBezTo>
                        <a:pt x="863" y="0"/>
                        <a:pt x="966" y="28"/>
                        <a:pt x="1115" y="162"/>
                      </a:cubicBezTo>
                      <a:cubicBezTo>
                        <a:pt x="1198" y="259"/>
                        <a:pt x="1198" y="259"/>
                        <a:pt x="1275" y="368"/>
                      </a:cubicBezTo>
                      <a:cubicBezTo>
                        <a:pt x="1288" y="386"/>
                        <a:pt x="1288" y="386"/>
                        <a:pt x="1356" y="480"/>
                      </a:cubicBezTo>
                      <a:cubicBezTo>
                        <a:pt x="1518" y="738"/>
                        <a:pt x="1564" y="928"/>
                        <a:pt x="1514" y="1228"/>
                      </a:cubicBezTo>
                      <a:cubicBezTo>
                        <a:pt x="1471" y="1406"/>
                        <a:pt x="1423" y="1580"/>
                        <a:pt x="1369" y="1755"/>
                      </a:cubicBezTo>
                      <a:cubicBezTo>
                        <a:pt x="1298" y="1985"/>
                        <a:pt x="1239" y="2217"/>
                        <a:pt x="1183" y="2451"/>
                      </a:cubicBezTo>
                      <a:cubicBezTo>
                        <a:pt x="1171" y="2493"/>
                        <a:pt x="1158" y="2535"/>
                        <a:pt x="1145" y="2579"/>
                      </a:cubicBezTo>
                      <a:cubicBezTo>
                        <a:pt x="1114" y="2709"/>
                        <a:pt x="1101" y="2799"/>
                        <a:pt x="1118" y="2933"/>
                      </a:cubicBezTo>
                      <a:cubicBezTo>
                        <a:pt x="1208" y="3026"/>
                        <a:pt x="1208" y="3026"/>
                        <a:pt x="1323" y="3120"/>
                      </a:cubicBezTo>
                      <a:cubicBezTo>
                        <a:pt x="1489" y="3270"/>
                        <a:pt x="1566" y="3389"/>
                        <a:pt x="1589" y="3615"/>
                      </a:cubicBezTo>
                      <a:cubicBezTo>
                        <a:pt x="1592" y="3717"/>
                        <a:pt x="1593" y="3817"/>
                        <a:pt x="1592" y="3919"/>
                      </a:cubicBezTo>
                      <a:cubicBezTo>
                        <a:pt x="1593" y="3975"/>
                        <a:pt x="1594" y="4031"/>
                        <a:pt x="1595" y="4088"/>
                      </a:cubicBezTo>
                      <a:cubicBezTo>
                        <a:pt x="1598" y="4239"/>
                        <a:pt x="1598" y="4390"/>
                        <a:pt x="1598" y="4542"/>
                      </a:cubicBezTo>
                      <a:cubicBezTo>
                        <a:pt x="1598" y="4669"/>
                        <a:pt x="1599" y="4797"/>
                        <a:pt x="1600" y="4924"/>
                      </a:cubicBezTo>
                      <a:cubicBezTo>
                        <a:pt x="1602" y="5225"/>
                        <a:pt x="1602" y="5526"/>
                        <a:pt x="1601" y="5827"/>
                      </a:cubicBezTo>
                      <a:cubicBezTo>
                        <a:pt x="1600" y="6136"/>
                        <a:pt x="1602" y="6444"/>
                        <a:pt x="1606" y="6753"/>
                      </a:cubicBezTo>
                      <a:cubicBezTo>
                        <a:pt x="1610" y="7019"/>
                        <a:pt x="1611" y="7285"/>
                        <a:pt x="1611" y="7552"/>
                      </a:cubicBezTo>
                      <a:cubicBezTo>
                        <a:pt x="1610" y="7710"/>
                        <a:pt x="1611" y="7869"/>
                        <a:pt x="1614" y="8027"/>
                      </a:cubicBezTo>
                      <a:cubicBezTo>
                        <a:pt x="1626" y="8750"/>
                        <a:pt x="1580" y="9305"/>
                        <a:pt x="1078" y="9876"/>
                      </a:cubicBezTo>
                      <a:cubicBezTo>
                        <a:pt x="940" y="10009"/>
                        <a:pt x="830" y="10057"/>
                        <a:pt x="639" y="10071"/>
                      </a:cubicBezTo>
                      <a:cubicBezTo>
                        <a:pt x="516" y="10067"/>
                        <a:pt x="405" y="10047"/>
                        <a:pt x="285" y="10016"/>
                      </a:cubicBezTo>
                      <a:cubicBezTo>
                        <a:pt x="248" y="9701"/>
                        <a:pt x="213" y="9386"/>
                        <a:pt x="182" y="9071"/>
                      </a:cubicBezTo>
                      <a:cubicBezTo>
                        <a:pt x="167" y="8924"/>
                        <a:pt x="152" y="8778"/>
                        <a:pt x="134" y="8631"/>
                      </a:cubicBezTo>
                      <a:cubicBezTo>
                        <a:pt x="0" y="7503"/>
                        <a:pt x="0" y="7503"/>
                        <a:pt x="305" y="7048"/>
                      </a:cubicBezTo>
                      <a:cubicBezTo>
                        <a:pt x="396" y="6938"/>
                        <a:pt x="457" y="6896"/>
                        <a:pt x="601" y="6877"/>
                      </a:cubicBezTo>
                      <a:cubicBezTo>
                        <a:pt x="705" y="6877"/>
                        <a:pt x="806" y="6881"/>
                        <a:pt x="910" y="6891"/>
                      </a:cubicBezTo>
                      <a:cubicBezTo>
                        <a:pt x="892" y="6599"/>
                        <a:pt x="872" y="6308"/>
                        <a:pt x="850" y="6016"/>
                      </a:cubicBezTo>
                      <a:cubicBezTo>
                        <a:pt x="840" y="5881"/>
                        <a:pt x="830" y="5745"/>
                        <a:pt x="822" y="5610"/>
                      </a:cubicBezTo>
                      <a:cubicBezTo>
                        <a:pt x="813" y="5454"/>
                        <a:pt x="800" y="5298"/>
                        <a:pt x="788" y="5141"/>
                      </a:cubicBezTo>
                      <a:cubicBezTo>
                        <a:pt x="786" y="5093"/>
                        <a:pt x="783" y="5045"/>
                        <a:pt x="781" y="4996"/>
                      </a:cubicBezTo>
                      <a:cubicBezTo>
                        <a:pt x="749" y="4645"/>
                        <a:pt x="749" y="4645"/>
                        <a:pt x="605" y="4506"/>
                      </a:cubicBezTo>
                      <a:cubicBezTo>
                        <a:pt x="567" y="4477"/>
                        <a:pt x="529" y="4447"/>
                        <a:pt x="490" y="4417"/>
                      </a:cubicBezTo>
                      <a:cubicBezTo>
                        <a:pt x="300" y="4245"/>
                        <a:pt x="257" y="4128"/>
                        <a:pt x="241" y="3873"/>
                      </a:cubicBezTo>
                      <a:cubicBezTo>
                        <a:pt x="235" y="3659"/>
                        <a:pt x="239" y="3445"/>
                        <a:pt x="244" y="3231"/>
                      </a:cubicBezTo>
                      <a:cubicBezTo>
                        <a:pt x="245" y="3138"/>
                        <a:pt x="246" y="3045"/>
                        <a:pt x="246" y="2952"/>
                      </a:cubicBezTo>
                      <a:cubicBezTo>
                        <a:pt x="248" y="2709"/>
                        <a:pt x="252" y="2466"/>
                        <a:pt x="256" y="2223"/>
                      </a:cubicBezTo>
                      <a:cubicBezTo>
                        <a:pt x="261" y="1974"/>
                        <a:pt x="262" y="1725"/>
                        <a:pt x="265" y="1477"/>
                      </a:cubicBezTo>
                      <a:cubicBezTo>
                        <a:pt x="269" y="990"/>
                        <a:pt x="276" y="503"/>
                        <a:pt x="285" y="16"/>
                      </a:cubicBezTo>
                      <a:close/>
                    </a:path>
                  </a:pathLst>
                </a:custGeom>
                <a:solidFill>
                  <a:srgbClr val="EF54AB"/>
                </a:solidFill>
                <a:ln w="2646" cap="flat">
                  <a:noFill/>
                </a:ln>
              </p:spPr>
            </p:sp>
            <p:sp>
              <p:nvSpPr>
                <p:cNvPr id="3523" name="ICON_OUT_WAVE_GRAPHIC_path_044"/>
                <p:cNvSpPr/>
                <p:nvPr/>
              </p:nvSpPr>
              <p:spPr>
                <a:xfrm>
                  <a:off x="9477374" y="3475514"/>
                  <a:ext cx="43410" cy="8048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418" h="6338" fill="norm" stroke="0">
                      <a:moveTo>
                        <a:pt x="2747" y="80"/>
                      </a:moveTo>
                      <a:cubicBezTo>
                        <a:pt x="2903" y="124"/>
                        <a:pt x="3021" y="170"/>
                        <a:pt x="3125" y="296"/>
                      </a:cubicBezTo>
                      <a:cubicBezTo>
                        <a:pt x="3262" y="583"/>
                        <a:pt x="3289" y="908"/>
                        <a:pt x="3320" y="1220"/>
                      </a:cubicBezTo>
                      <a:cubicBezTo>
                        <a:pt x="3325" y="1263"/>
                        <a:pt x="3330" y="1306"/>
                        <a:pt x="3335" y="1350"/>
                      </a:cubicBezTo>
                      <a:cubicBezTo>
                        <a:pt x="3418" y="2135"/>
                        <a:pt x="3418" y="2135"/>
                        <a:pt x="3191" y="2439"/>
                      </a:cubicBezTo>
                      <a:cubicBezTo>
                        <a:pt x="2917" y="2588"/>
                        <a:pt x="2917" y="2588"/>
                        <a:pt x="1875" y="2588"/>
                      </a:cubicBezTo>
                      <a:cubicBezTo>
                        <a:pt x="1875" y="3756"/>
                        <a:pt x="1875" y="4925"/>
                        <a:pt x="1875" y="6129"/>
                      </a:cubicBezTo>
                      <a:cubicBezTo>
                        <a:pt x="1531" y="6198"/>
                        <a:pt x="1188" y="6267"/>
                        <a:pt x="833" y="6338"/>
                      </a:cubicBezTo>
                      <a:cubicBezTo>
                        <a:pt x="625" y="6129"/>
                        <a:pt x="594" y="6076"/>
                        <a:pt x="589" y="5809"/>
                      </a:cubicBezTo>
                      <a:cubicBezTo>
                        <a:pt x="587" y="5778"/>
                        <a:pt x="586" y="5746"/>
                        <a:pt x="585" y="5714"/>
                      </a:cubicBezTo>
                      <a:cubicBezTo>
                        <a:pt x="582" y="5646"/>
                        <a:pt x="579" y="5577"/>
                        <a:pt x="577" y="5509"/>
                      </a:cubicBezTo>
                      <a:cubicBezTo>
                        <a:pt x="574" y="5400"/>
                        <a:pt x="569" y="5291"/>
                        <a:pt x="564" y="5183"/>
                      </a:cubicBezTo>
                      <a:cubicBezTo>
                        <a:pt x="549" y="4874"/>
                        <a:pt x="536" y="4565"/>
                        <a:pt x="526" y="4256"/>
                      </a:cubicBezTo>
                      <a:cubicBezTo>
                        <a:pt x="519" y="4066"/>
                        <a:pt x="510" y="3877"/>
                        <a:pt x="501" y="3688"/>
                      </a:cubicBezTo>
                      <a:cubicBezTo>
                        <a:pt x="497" y="3616"/>
                        <a:pt x="495" y="3544"/>
                        <a:pt x="493" y="3473"/>
                      </a:cubicBezTo>
                      <a:cubicBezTo>
                        <a:pt x="479" y="2928"/>
                        <a:pt x="343" y="2595"/>
                        <a:pt x="0" y="2171"/>
                      </a:cubicBezTo>
                      <a:cubicBezTo>
                        <a:pt x="78" y="2155"/>
                        <a:pt x="156" y="2139"/>
                        <a:pt x="235" y="2123"/>
                      </a:cubicBezTo>
                      <a:cubicBezTo>
                        <a:pt x="379" y="2091"/>
                        <a:pt x="509" y="2057"/>
                        <a:pt x="625" y="1963"/>
                      </a:cubicBezTo>
                      <a:cubicBezTo>
                        <a:pt x="706" y="1766"/>
                        <a:pt x="659" y="1540"/>
                        <a:pt x="625" y="1338"/>
                      </a:cubicBezTo>
                      <a:cubicBezTo>
                        <a:pt x="1094" y="1444"/>
                        <a:pt x="1094" y="1444"/>
                        <a:pt x="1250" y="1546"/>
                      </a:cubicBezTo>
                      <a:cubicBezTo>
                        <a:pt x="1312" y="1706"/>
                        <a:pt x="1285" y="1789"/>
                        <a:pt x="1250" y="1963"/>
                      </a:cubicBezTo>
                      <a:cubicBezTo>
                        <a:pt x="1456" y="1963"/>
                        <a:pt x="1663" y="1963"/>
                        <a:pt x="1875" y="1963"/>
                      </a:cubicBezTo>
                      <a:cubicBezTo>
                        <a:pt x="1874" y="1913"/>
                        <a:pt x="1873" y="1864"/>
                        <a:pt x="1872" y="1813"/>
                      </a:cubicBezTo>
                      <a:cubicBezTo>
                        <a:pt x="1868" y="1629"/>
                        <a:pt x="1866" y="1445"/>
                        <a:pt x="1864" y="1262"/>
                      </a:cubicBezTo>
                      <a:cubicBezTo>
                        <a:pt x="1862" y="1183"/>
                        <a:pt x="1861" y="1103"/>
                        <a:pt x="1859" y="1024"/>
                      </a:cubicBezTo>
                      <a:cubicBezTo>
                        <a:pt x="1857" y="909"/>
                        <a:pt x="1856" y="795"/>
                        <a:pt x="1855" y="681"/>
                      </a:cubicBezTo>
                      <a:cubicBezTo>
                        <a:pt x="1854" y="645"/>
                        <a:pt x="1852" y="610"/>
                        <a:pt x="1851" y="574"/>
                      </a:cubicBezTo>
                      <a:cubicBezTo>
                        <a:pt x="1851" y="396"/>
                        <a:pt x="1859" y="318"/>
                        <a:pt x="1965" y="170"/>
                      </a:cubicBezTo>
                      <a:cubicBezTo>
                        <a:pt x="2208" y="0"/>
                        <a:pt x="2465" y="43"/>
                        <a:pt x="2747" y="8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24" name="ICON_OUT_WAVE_GRAPHIC_path_045"/>
                <p:cNvSpPr/>
                <p:nvPr/>
              </p:nvSpPr>
              <p:spPr>
                <a:xfrm>
                  <a:off x="9812734" y="3459586"/>
                  <a:ext cx="53578" cy="5672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219" h="4467" fill="norm" stroke="0">
                      <a:moveTo>
                        <a:pt x="1094" y="92"/>
                      </a:moveTo>
                      <a:cubicBezTo>
                        <a:pt x="1090" y="129"/>
                        <a:pt x="1087" y="165"/>
                        <a:pt x="1084" y="203"/>
                      </a:cubicBezTo>
                      <a:cubicBezTo>
                        <a:pt x="1004" y="1234"/>
                        <a:pt x="1004" y="1234"/>
                        <a:pt x="1155" y="1415"/>
                      </a:cubicBezTo>
                      <a:cubicBezTo>
                        <a:pt x="1291" y="1488"/>
                        <a:pt x="1428" y="1501"/>
                        <a:pt x="1580" y="1520"/>
                      </a:cubicBezTo>
                      <a:cubicBezTo>
                        <a:pt x="1625" y="1530"/>
                        <a:pt x="1671" y="1540"/>
                        <a:pt x="1719" y="1550"/>
                      </a:cubicBezTo>
                      <a:cubicBezTo>
                        <a:pt x="1778" y="1696"/>
                        <a:pt x="1758" y="1816"/>
                        <a:pt x="1719" y="1967"/>
                      </a:cubicBezTo>
                      <a:cubicBezTo>
                        <a:pt x="1928" y="2017"/>
                        <a:pt x="2142" y="2061"/>
                        <a:pt x="2344" y="1967"/>
                      </a:cubicBezTo>
                      <a:cubicBezTo>
                        <a:pt x="2500" y="1792"/>
                        <a:pt x="2583" y="1571"/>
                        <a:pt x="2671" y="1356"/>
                      </a:cubicBezTo>
                      <a:cubicBezTo>
                        <a:pt x="2686" y="1320"/>
                        <a:pt x="2701" y="1283"/>
                        <a:pt x="2717" y="1246"/>
                      </a:cubicBezTo>
                      <a:cubicBezTo>
                        <a:pt x="2760" y="1133"/>
                        <a:pt x="2760" y="1133"/>
                        <a:pt x="2796" y="1013"/>
                      </a:cubicBezTo>
                      <a:cubicBezTo>
                        <a:pt x="2837" y="897"/>
                        <a:pt x="2837" y="897"/>
                        <a:pt x="2969" y="717"/>
                      </a:cubicBezTo>
                      <a:cubicBezTo>
                        <a:pt x="3175" y="717"/>
                        <a:pt x="3381" y="717"/>
                        <a:pt x="3594" y="717"/>
                      </a:cubicBezTo>
                      <a:cubicBezTo>
                        <a:pt x="3594" y="1129"/>
                        <a:pt x="3594" y="1542"/>
                        <a:pt x="3594" y="1967"/>
                      </a:cubicBezTo>
                      <a:cubicBezTo>
                        <a:pt x="3800" y="1967"/>
                        <a:pt x="4006" y="1967"/>
                        <a:pt x="4219" y="1967"/>
                      </a:cubicBezTo>
                      <a:cubicBezTo>
                        <a:pt x="4219" y="2723"/>
                        <a:pt x="4219" y="3479"/>
                        <a:pt x="4219" y="4258"/>
                      </a:cubicBezTo>
                      <a:cubicBezTo>
                        <a:pt x="3875" y="4327"/>
                        <a:pt x="3531" y="4396"/>
                        <a:pt x="3177" y="4467"/>
                      </a:cubicBezTo>
                      <a:cubicBezTo>
                        <a:pt x="2969" y="4258"/>
                        <a:pt x="2969" y="4258"/>
                        <a:pt x="2945" y="4139"/>
                      </a:cubicBezTo>
                      <a:cubicBezTo>
                        <a:pt x="2946" y="4096"/>
                        <a:pt x="2947" y="4054"/>
                        <a:pt x="2948" y="4010"/>
                      </a:cubicBezTo>
                      <a:cubicBezTo>
                        <a:pt x="2949" y="3964"/>
                        <a:pt x="2950" y="3917"/>
                        <a:pt x="2950" y="3870"/>
                      </a:cubicBezTo>
                      <a:cubicBezTo>
                        <a:pt x="2951" y="3846"/>
                        <a:pt x="2951" y="3846"/>
                        <a:pt x="2956" y="3725"/>
                      </a:cubicBezTo>
                      <a:cubicBezTo>
                        <a:pt x="2957" y="3676"/>
                        <a:pt x="2958" y="3627"/>
                        <a:pt x="2959" y="3577"/>
                      </a:cubicBezTo>
                      <a:cubicBezTo>
                        <a:pt x="2961" y="3457"/>
                        <a:pt x="2964" y="3337"/>
                        <a:pt x="2969" y="3217"/>
                      </a:cubicBezTo>
                      <a:cubicBezTo>
                        <a:pt x="2923" y="3221"/>
                        <a:pt x="2876" y="3225"/>
                        <a:pt x="2829" y="3230"/>
                      </a:cubicBezTo>
                      <a:cubicBezTo>
                        <a:pt x="1448" y="3349"/>
                        <a:pt x="1448" y="3349"/>
                        <a:pt x="1020" y="3068"/>
                      </a:cubicBezTo>
                      <a:cubicBezTo>
                        <a:pt x="446" y="2577"/>
                        <a:pt x="63" y="1753"/>
                        <a:pt x="0" y="1003"/>
                      </a:cubicBezTo>
                      <a:cubicBezTo>
                        <a:pt x="21" y="764"/>
                        <a:pt x="103" y="571"/>
                        <a:pt x="221" y="365"/>
                      </a:cubicBezTo>
                      <a:cubicBezTo>
                        <a:pt x="236" y="338"/>
                        <a:pt x="250" y="310"/>
                        <a:pt x="265" y="282"/>
                      </a:cubicBezTo>
                      <a:cubicBezTo>
                        <a:pt x="456" y="0"/>
                        <a:pt x="792" y="69"/>
                        <a:pt x="1094" y="92"/>
                      </a:cubicBezTo>
                      <a:close/>
                    </a:path>
                  </a:pathLst>
                </a:custGeom>
                <a:solidFill>
                  <a:srgbClr val="4679F9"/>
                </a:solidFill>
                <a:ln w="2646" cap="flat">
                  <a:noFill/>
                </a:ln>
              </p:spPr>
            </p:sp>
            <p:sp>
              <p:nvSpPr>
                <p:cNvPr id="3525" name="ICON_OUT_WAVE_GRAPHIC_path_046"/>
                <p:cNvSpPr/>
                <p:nvPr/>
              </p:nvSpPr>
              <p:spPr>
                <a:xfrm>
                  <a:off x="9547522" y="3451729"/>
                  <a:ext cx="41497" cy="5700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268" h="4489" fill="norm" stroke="0">
                      <a:moveTo>
                        <a:pt x="1237" y="56"/>
                      </a:moveTo>
                      <a:cubicBezTo>
                        <a:pt x="1275" y="66"/>
                        <a:pt x="1313" y="75"/>
                        <a:pt x="1352" y="85"/>
                      </a:cubicBezTo>
                      <a:cubicBezTo>
                        <a:pt x="1398" y="691"/>
                        <a:pt x="1426" y="1166"/>
                        <a:pt x="1026" y="1652"/>
                      </a:cubicBezTo>
                      <a:cubicBezTo>
                        <a:pt x="996" y="1685"/>
                        <a:pt x="966" y="1718"/>
                        <a:pt x="935" y="1752"/>
                      </a:cubicBezTo>
                      <a:cubicBezTo>
                        <a:pt x="1041" y="1731"/>
                        <a:pt x="1147" y="1710"/>
                        <a:pt x="1253" y="1688"/>
                      </a:cubicBezTo>
                      <a:cubicBezTo>
                        <a:pt x="1345" y="1670"/>
                        <a:pt x="1438" y="1651"/>
                        <a:pt x="1531" y="1633"/>
                      </a:cubicBezTo>
                      <a:cubicBezTo>
                        <a:pt x="1779" y="1585"/>
                        <a:pt x="2025" y="1533"/>
                        <a:pt x="2270" y="1476"/>
                      </a:cubicBezTo>
                      <a:cubicBezTo>
                        <a:pt x="2317" y="1466"/>
                        <a:pt x="2364" y="1455"/>
                        <a:pt x="2412" y="1444"/>
                      </a:cubicBezTo>
                      <a:cubicBezTo>
                        <a:pt x="2503" y="1424"/>
                        <a:pt x="2593" y="1403"/>
                        <a:pt x="2682" y="1381"/>
                      </a:cubicBezTo>
                      <a:cubicBezTo>
                        <a:pt x="2703" y="1376"/>
                        <a:pt x="2703" y="1376"/>
                        <a:pt x="2807" y="1353"/>
                      </a:cubicBezTo>
                      <a:cubicBezTo>
                        <a:pt x="2843" y="1345"/>
                        <a:pt x="2879" y="1336"/>
                        <a:pt x="2916" y="1327"/>
                      </a:cubicBezTo>
                      <a:cubicBezTo>
                        <a:pt x="3041" y="1337"/>
                        <a:pt x="3103" y="1379"/>
                        <a:pt x="3186" y="1473"/>
                      </a:cubicBezTo>
                      <a:cubicBezTo>
                        <a:pt x="3268" y="1615"/>
                        <a:pt x="3252" y="1769"/>
                        <a:pt x="3247" y="1929"/>
                      </a:cubicBezTo>
                      <a:cubicBezTo>
                        <a:pt x="3247" y="1965"/>
                        <a:pt x="3246" y="2002"/>
                        <a:pt x="3246" y="2040"/>
                      </a:cubicBezTo>
                      <a:cubicBezTo>
                        <a:pt x="3245" y="2157"/>
                        <a:pt x="3242" y="2273"/>
                        <a:pt x="3240" y="2390"/>
                      </a:cubicBezTo>
                      <a:cubicBezTo>
                        <a:pt x="3239" y="2469"/>
                        <a:pt x="3238" y="2549"/>
                        <a:pt x="3237" y="2628"/>
                      </a:cubicBezTo>
                      <a:cubicBezTo>
                        <a:pt x="3235" y="2822"/>
                        <a:pt x="3231" y="3016"/>
                        <a:pt x="3227" y="3210"/>
                      </a:cubicBezTo>
                      <a:cubicBezTo>
                        <a:pt x="3211" y="3211"/>
                        <a:pt x="3211" y="3211"/>
                        <a:pt x="3134" y="3216"/>
                      </a:cubicBezTo>
                      <a:cubicBezTo>
                        <a:pt x="2464" y="3270"/>
                        <a:pt x="2464" y="3270"/>
                        <a:pt x="2185" y="3419"/>
                      </a:cubicBezTo>
                      <a:cubicBezTo>
                        <a:pt x="2027" y="3629"/>
                        <a:pt x="2011" y="3899"/>
                        <a:pt x="2003" y="4155"/>
                      </a:cubicBezTo>
                      <a:cubicBezTo>
                        <a:pt x="1965" y="4296"/>
                        <a:pt x="1889" y="4383"/>
                        <a:pt x="1768" y="4460"/>
                      </a:cubicBezTo>
                      <a:cubicBezTo>
                        <a:pt x="1640" y="4489"/>
                        <a:pt x="1515" y="4485"/>
                        <a:pt x="1383" y="4481"/>
                      </a:cubicBezTo>
                      <a:cubicBezTo>
                        <a:pt x="1365" y="4481"/>
                        <a:pt x="1365" y="4481"/>
                        <a:pt x="1272" y="4480"/>
                      </a:cubicBezTo>
                      <a:cubicBezTo>
                        <a:pt x="1155" y="4479"/>
                        <a:pt x="1039" y="4476"/>
                        <a:pt x="922" y="4473"/>
                      </a:cubicBezTo>
                      <a:cubicBezTo>
                        <a:pt x="843" y="4472"/>
                        <a:pt x="763" y="4471"/>
                        <a:pt x="684" y="4470"/>
                      </a:cubicBezTo>
                      <a:cubicBezTo>
                        <a:pt x="490" y="4468"/>
                        <a:pt x="296" y="4465"/>
                        <a:pt x="102" y="4460"/>
                      </a:cubicBezTo>
                      <a:cubicBezTo>
                        <a:pt x="87" y="4013"/>
                        <a:pt x="76" y="3566"/>
                        <a:pt x="69" y="3118"/>
                      </a:cubicBezTo>
                      <a:cubicBezTo>
                        <a:pt x="66" y="2910"/>
                        <a:pt x="62" y="2702"/>
                        <a:pt x="54" y="2495"/>
                      </a:cubicBezTo>
                      <a:cubicBezTo>
                        <a:pt x="0" y="870"/>
                        <a:pt x="0" y="870"/>
                        <a:pt x="475" y="293"/>
                      </a:cubicBezTo>
                      <a:cubicBezTo>
                        <a:pt x="699" y="61"/>
                        <a:pt x="923" y="0"/>
                        <a:pt x="1237" y="56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26" name="ICON_OUT_WAVE_GRAPHIC_path_047"/>
                <p:cNvSpPr/>
                <p:nvPr/>
              </p:nvSpPr>
              <p:spPr>
                <a:xfrm>
                  <a:off x="8985250" y="3793625"/>
                  <a:ext cx="40214" cy="1036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166" h="8164" fill="norm" stroke="0">
                      <a:moveTo>
                        <a:pt x="0" y="39"/>
                      </a:moveTo>
                      <a:cubicBezTo>
                        <a:pt x="206" y="39"/>
                        <a:pt x="413" y="39"/>
                        <a:pt x="625" y="39"/>
                      </a:cubicBezTo>
                      <a:cubicBezTo>
                        <a:pt x="625" y="658"/>
                        <a:pt x="625" y="1277"/>
                        <a:pt x="625" y="1914"/>
                      </a:cubicBezTo>
                      <a:cubicBezTo>
                        <a:pt x="831" y="1914"/>
                        <a:pt x="1038" y="1914"/>
                        <a:pt x="1250" y="1914"/>
                      </a:cubicBezTo>
                      <a:cubicBezTo>
                        <a:pt x="1363" y="1781"/>
                        <a:pt x="1395" y="1721"/>
                        <a:pt x="1445" y="1563"/>
                      </a:cubicBezTo>
                      <a:cubicBezTo>
                        <a:pt x="1595" y="1200"/>
                        <a:pt x="1779" y="889"/>
                        <a:pt x="2017" y="579"/>
                      </a:cubicBezTo>
                      <a:cubicBezTo>
                        <a:pt x="2052" y="532"/>
                        <a:pt x="2087" y="485"/>
                        <a:pt x="2121" y="437"/>
                      </a:cubicBezTo>
                      <a:cubicBezTo>
                        <a:pt x="2383" y="68"/>
                        <a:pt x="2383" y="68"/>
                        <a:pt x="2580" y="20"/>
                      </a:cubicBezTo>
                      <a:cubicBezTo>
                        <a:pt x="2764" y="0"/>
                        <a:pt x="2942" y="15"/>
                        <a:pt x="3125" y="39"/>
                      </a:cubicBezTo>
                      <a:cubicBezTo>
                        <a:pt x="3131" y="114"/>
                        <a:pt x="3138" y="188"/>
                        <a:pt x="3144" y="262"/>
                      </a:cubicBezTo>
                      <a:cubicBezTo>
                        <a:pt x="3149" y="319"/>
                        <a:pt x="3156" y="375"/>
                        <a:pt x="3163" y="432"/>
                      </a:cubicBezTo>
                      <a:cubicBezTo>
                        <a:pt x="3166" y="524"/>
                        <a:pt x="3161" y="580"/>
                        <a:pt x="3125" y="664"/>
                      </a:cubicBezTo>
                      <a:cubicBezTo>
                        <a:pt x="3032" y="701"/>
                        <a:pt x="3032" y="701"/>
                        <a:pt x="2918" y="735"/>
                      </a:cubicBezTo>
                      <a:cubicBezTo>
                        <a:pt x="2804" y="789"/>
                        <a:pt x="2804" y="789"/>
                        <a:pt x="2708" y="873"/>
                      </a:cubicBezTo>
                      <a:cubicBezTo>
                        <a:pt x="2638" y="1101"/>
                        <a:pt x="2643" y="1329"/>
                        <a:pt x="2642" y="1566"/>
                      </a:cubicBezTo>
                      <a:cubicBezTo>
                        <a:pt x="2640" y="1637"/>
                        <a:pt x="2638" y="1709"/>
                        <a:pt x="2636" y="1781"/>
                      </a:cubicBezTo>
                      <a:cubicBezTo>
                        <a:pt x="2630" y="1976"/>
                        <a:pt x="2627" y="2171"/>
                        <a:pt x="2624" y="2366"/>
                      </a:cubicBezTo>
                      <a:cubicBezTo>
                        <a:pt x="2621" y="2570"/>
                        <a:pt x="2615" y="2774"/>
                        <a:pt x="2610" y="2978"/>
                      </a:cubicBezTo>
                      <a:cubicBezTo>
                        <a:pt x="2600" y="3364"/>
                        <a:pt x="2592" y="3749"/>
                        <a:pt x="2586" y="4135"/>
                      </a:cubicBezTo>
                      <a:cubicBezTo>
                        <a:pt x="2577" y="4575"/>
                        <a:pt x="2567" y="5014"/>
                        <a:pt x="2557" y="5453"/>
                      </a:cubicBezTo>
                      <a:cubicBezTo>
                        <a:pt x="2535" y="6357"/>
                        <a:pt x="2517" y="7261"/>
                        <a:pt x="2500" y="8164"/>
                      </a:cubicBezTo>
                      <a:cubicBezTo>
                        <a:pt x="2294" y="8164"/>
                        <a:pt x="2087" y="8164"/>
                        <a:pt x="1875" y="8164"/>
                      </a:cubicBezTo>
                      <a:cubicBezTo>
                        <a:pt x="1875" y="6308"/>
                        <a:pt x="1875" y="4452"/>
                        <a:pt x="1875" y="2539"/>
                      </a:cubicBezTo>
                      <a:cubicBezTo>
                        <a:pt x="1669" y="2539"/>
                        <a:pt x="1462" y="2539"/>
                        <a:pt x="1250" y="2539"/>
                      </a:cubicBezTo>
                      <a:cubicBezTo>
                        <a:pt x="1146" y="2673"/>
                        <a:pt x="1131" y="2698"/>
                        <a:pt x="1107" y="2852"/>
                      </a:cubicBezTo>
                      <a:cubicBezTo>
                        <a:pt x="1085" y="2955"/>
                        <a:pt x="1064" y="3058"/>
                        <a:pt x="1042" y="3164"/>
                      </a:cubicBezTo>
                      <a:cubicBezTo>
                        <a:pt x="698" y="3096"/>
                        <a:pt x="354" y="3027"/>
                        <a:pt x="0" y="2956"/>
                      </a:cubicBezTo>
                      <a:cubicBezTo>
                        <a:pt x="0" y="1994"/>
                        <a:pt x="0" y="1031"/>
                        <a:pt x="0" y="39"/>
                      </a:cubicBezTo>
                      <a:close/>
                    </a:path>
                  </a:pathLst>
                </a:custGeom>
                <a:solidFill>
                  <a:srgbClr val="F253AA"/>
                </a:solidFill>
                <a:ln w="2646" cap="flat">
                  <a:noFill/>
                </a:ln>
              </p:spPr>
            </p:sp>
            <p:sp>
              <p:nvSpPr>
                <p:cNvPr id="3527" name="ICON_OUT_WAVE_GRAPHIC_path_048"/>
                <p:cNvSpPr/>
                <p:nvPr/>
              </p:nvSpPr>
              <p:spPr>
                <a:xfrm>
                  <a:off x="9998408" y="3943940"/>
                  <a:ext cx="51242" cy="5656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035" h="4454" fill="norm" stroke="0">
                      <a:moveTo>
                        <a:pt x="1847" y="166"/>
                      </a:moveTo>
                      <a:cubicBezTo>
                        <a:pt x="2053" y="243"/>
                        <a:pt x="2146" y="320"/>
                        <a:pt x="2253" y="511"/>
                      </a:cubicBezTo>
                      <a:cubicBezTo>
                        <a:pt x="2407" y="866"/>
                        <a:pt x="2502" y="1241"/>
                        <a:pt x="2581" y="1619"/>
                      </a:cubicBezTo>
                      <a:cubicBezTo>
                        <a:pt x="2615" y="1735"/>
                        <a:pt x="2672" y="1844"/>
                        <a:pt x="2724" y="1954"/>
                      </a:cubicBezTo>
                      <a:cubicBezTo>
                        <a:pt x="2930" y="1954"/>
                        <a:pt x="3136" y="1954"/>
                        <a:pt x="3349" y="1954"/>
                      </a:cubicBezTo>
                      <a:cubicBezTo>
                        <a:pt x="3349" y="1541"/>
                        <a:pt x="3349" y="1129"/>
                        <a:pt x="3349" y="704"/>
                      </a:cubicBezTo>
                      <a:cubicBezTo>
                        <a:pt x="3555" y="704"/>
                        <a:pt x="3761" y="704"/>
                        <a:pt x="3974" y="704"/>
                      </a:cubicBezTo>
                      <a:cubicBezTo>
                        <a:pt x="3984" y="933"/>
                        <a:pt x="3992" y="1163"/>
                        <a:pt x="3997" y="1393"/>
                      </a:cubicBezTo>
                      <a:cubicBezTo>
                        <a:pt x="3999" y="1471"/>
                        <a:pt x="4001" y="1549"/>
                        <a:pt x="4005" y="1627"/>
                      </a:cubicBezTo>
                      <a:cubicBezTo>
                        <a:pt x="4035" y="2280"/>
                        <a:pt x="4035" y="2280"/>
                        <a:pt x="3887" y="2498"/>
                      </a:cubicBezTo>
                      <a:cubicBezTo>
                        <a:pt x="3815" y="2564"/>
                        <a:pt x="3740" y="2629"/>
                        <a:pt x="3664" y="2690"/>
                      </a:cubicBezTo>
                      <a:cubicBezTo>
                        <a:pt x="3473" y="2863"/>
                        <a:pt x="3407" y="3096"/>
                        <a:pt x="3323" y="3334"/>
                      </a:cubicBezTo>
                      <a:cubicBezTo>
                        <a:pt x="3305" y="3382"/>
                        <a:pt x="3287" y="3429"/>
                        <a:pt x="3268" y="3479"/>
                      </a:cubicBezTo>
                      <a:cubicBezTo>
                        <a:pt x="3225" y="3595"/>
                        <a:pt x="3182" y="3711"/>
                        <a:pt x="3140" y="3829"/>
                      </a:cubicBezTo>
                      <a:cubicBezTo>
                        <a:pt x="2785" y="3818"/>
                        <a:pt x="2415" y="3795"/>
                        <a:pt x="2099" y="3620"/>
                      </a:cubicBezTo>
                      <a:cubicBezTo>
                        <a:pt x="1797" y="3266"/>
                        <a:pt x="1710" y="2734"/>
                        <a:pt x="1617" y="2289"/>
                      </a:cubicBezTo>
                      <a:cubicBezTo>
                        <a:pt x="1583" y="2172"/>
                        <a:pt x="1526" y="2063"/>
                        <a:pt x="1474" y="1954"/>
                      </a:cubicBezTo>
                      <a:cubicBezTo>
                        <a:pt x="1268" y="1954"/>
                        <a:pt x="1061" y="1954"/>
                        <a:pt x="849" y="1954"/>
                      </a:cubicBezTo>
                      <a:cubicBezTo>
                        <a:pt x="849" y="2779"/>
                        <a:pt x="849" y="3604"/>
                        <a:pt x="849" y="4454"/>
                      </a:cubicBezTo>
                      <a:cubicBezTo>
                        <a:pt x="643" y="4454"/>
                        <a:pt x="436" y="4454"/>
                        <a:pt x="224" y="4454"/>
                      </a:cubicBezTo>
                      <a:cubicBezTo>
                        <a:pt x="115" y="4330"/>
                        <a:pt x="97" y="4303"/>
                        <a:pt x="67" y="4154"/>
                      </a:cubicBezTo>
                      <a:cubicBezTo>
                        <a:pt x="59" y="4126"/>
                        <a:pt x="50" y="4098"/>
                        <a:pt x="41" y="4069"/>
                      </a:cubicBezTo>
                      <a:cubicBezTo>
                        <a:pt x="0" y="3915"/>
                        <a:pt x="0" y="3915"/>
                        <a:pt x="15" y="3829"/>
                      </a:cubicBezTo>
                      <a:cubicBezTo>
                        <a:pt x="33" y="3815"/>
                        <a:pt x="33" y="3815"/>
                        <a:pt x="120" y="3744"/>
                      </a:cubicBezTo>
                      <a:cubicBezTo>
                        <a:pt x="200" y="3669"/>
                        <a:pt x="222" y="3632"/>
                        <a:pt x="238" y="3523"/>
                      </a:cubicBezTo>
                      <a:cubicBezTo>
                        <a:pt x="238" y="3398"/>
                        <a:pt x="231" y="3276"/>
                        <a:pt x="222" y="3151"/>
                      </a:cubicBezTo>
                      <a:cubicBezTo>
                        <a:pt x="219" y="3058"/>
                        <a:pt x="215" y="2965"/>
                        <a:pt x="211" y="2871"/>
                      </a:cubicBezTo>
                      <a:cubicBezTo>
                        <a:pt x="205" y="2725"/>
                        <a:pt x="198" y="2578"/>
                        <a:pt x="188" y="2431"/>
                      </a:cubicBezTo>
                      <a:cubicBezTo>
                        <a:pt x="146" y="1759"/>
                        <a:pt x="146" y="1759"/>
                        <a:pt x="224" y="1537"/>
                      </a:cubicBezTo>
                      <a:cubicBezTo>
                        <a:pt x="340" y="1431"/>
                        <a:pt x="474" y="1411"/>
                        <a:pt x="625" y="1385"/>
                      </a:cubicBezTo>
                      <a:cubicBezTo>
                        <a:pt x="709" y="1371"/>
                        <a:pt x="709" y="1371"/>
                        <a:pt x="849" y="1329"/>
                      </a:cubicBezTo>
                      <a:cubicBezTo>
                        <a:pt x="927" y="1155"/>
                        <a:pt x="899" y="993"/>
                        <a:pt x="875" y="808"/>
                      </a:cubicBezTo>
                      <a:cubicBezTo>
                        <a:pt x="828" y="327"/>
                        <a:pt x="828" y="327"/>
                        <a:pt x="920" y="149"/>
                      </a:cubicBezTo>
                      <a:cubicBezTo>
                        <a:pt x="1212" y="0"/>
                        <a:pt x="1542" y="87"/>
                        <a:pt x="1847" y="166"/>
                      </a:cubicBezTo>
                      <a:close/>
                    </a:path>
                  </a:pathLst>
                </a:custGeom>
                <a:solidFill>
                  <a:srgbClr val="64ADAE"/>
                </a:solidFill>
                <a:ln w="2646" cap="flat">
                  <a:noFill/>
                </a:ln>
              </p:spPr>
            </p:sp>
            <p:sp>
              <p:nvSpPr>
                <p:cNvPr id="3528" name="ICON_OUT_WAVE_GRAPHIC_path_049"/>
                <p:cNvSpPr/>
                <p:nvPr/>
              </p:nvSpPr>
              <p:spPr>
                <a:xfrm>
                  <a:off x="8831790" y="3746443"/>
                  <a:ext cx="44701" cy="7974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520" h="6279" fill="norm" stroke="0">
                      <a:moveTo>
                        <a:pt x="2411" y="0"/>
                      </a:moveTo>
                      <a:cubicBezTo>
                        <a:pt x="2454" y="10"/>
                        <a:pt x="2496" y="20"/>
                        <a:pt x="2540" y="30"/>
                      </a:cubicBezTo>
                      <a:cubicBezTo>
                        <a:pt x="2586" y="40"/>
                        <a:pt x="2633" y="50"/>
                        <a:pt x="2680" y="60"/>
                      </a:cubicBezTo>
                      <a:cubicBezTo>
                        <a:pt x="2728" y="72"/>
                        <a:pt x="2776" y="84"/>
                        <a:pt x="2826" y="96"/>
                      </a:cubicBezTo>
                      <a:cubicBezTo>
                        <a:pt x="2874" y="106"/>
                        <a:pt x="2923" y="118"/>
                        <a:pt x="2973" y="129"/>
                      </a:cubicBezTo>
                      <a:cubicBezTo>
                        <a:pt x="3094" y="156"/>
                        <a:pt x="3214" y="184"/>
                        <a:pt x="3333" y="213"/>
                      </a:cubicBezTo>
                      <a:cubicBezTo>
                        <a:pt x="3520" y="2761"/>
                        <a:pt x="3520" y="2761"/>
                        <a:pt x="3174" y="3194"/>
                      </a:cubicBezTo>
                      <a:cubicBezTo>
                        <a:pt x="3045" y="3325"/>
                        <a:pt x="2904" y="3428"/>
                        <a:pt x="2752" y="3531"/>
                      </a:cubicBezTo>
                      <a:cubicBezTo>
                        <a:pt x="2482" y="3717"/>
                        <a:pt x="2301" y="3871"/>
                        <a:pt x="2225" y="4201"/>
                      </a:cubicBezTo>
                      <a:cubicBezTo>
                        <a:pt x="2161" y="4579"/>
                        <a:pt x="2139" y="4959"/>
                        <a:pt x="2123" y="5340"/>
                      </a:cubicBezTo>
                      <a:cubicBezTo>
                        <a:pt x="2121" y="5385"/>
                        <a:pt x="2119" y="5430"/>
                        <a:pt x="2117" y="5476"/>
                      </a:cubicBezTo>
                      <a:cubicBezTo>
                        <a:pt x="2114" y="5561"/>
                        <a:pt x="2112" y="5646"/>
                        <a:pt x="2112" y="5731"/>
                      </a:cubicBezTo>
                      <a:cubicBezTo>
                        <a:pt x="2105" y="6049"/>
                        <a:pt x="2105" y="6049"/>
                        <a:pt x="1993" y="6176"/>
                      </a:cubicBezTo>
                      <a:cubicBezTo>
                        <a:pt x="1857" y="6267"/>
                        <a:pt x="1789" y="6279"/>
                        <a:pt x="1627" y="6275"/>
                      </a:cubicBezTo>
                      <a:cubicBezTo>
                        <a:pt x="1581" y="6274"/>
                        <a:pt x="1534" y="6274"/>
                        <a:pt x="1486" y="6273"/>
                      </a:cubicBezTo>
                      <a:cubicBezTo>
                        <a:pt x="1439" y="6271"/>
                        <a:pt x="1391" y="6269"/>
                        <a:pt x="1341" y="6267"/>
                      </a:cubicBezTo>
                      <a:cubicBezTo>
                        <a:pt x="1292" y="6267"/>
                        <a:pt x="1244" y="6266"/>
                        <a:pt x="1194" y="6265"/>
                      </a:cubicBezTo>
                      <a:cubicBezTo>
                        <a:pt x="1074" y="6262"/>
                        <a:pt x="954" y="6259"/>
                        <a:pt x="833" y="6255"/>
                      </a:cubicBezTo>
                      <a:cubicBezTo>
                        <a:pt x="833" y="6048"/>
                        <a:pt x="833" y="5842"/>
                        <a:pt x="833" y="5630"/>
                      </a:cubicBezTo>
                      <a:cubicBezTo>
                        <a:pt x="558" y="5561"/>
                        <a:pt x="283" y="5492"/>
                        <a:pt x="0" y="5421"/>
                      </a:cubicBezTo>
                      <a:cubicBezTo>
                        <a:pt x="31" y="4670"/>
                        <a:pt x="31" y="4670"/>
                        <a:pt x="208" y="4380"/>
                      </a:cubicBezTo>
                      <a:cubicBezTo>
                        <a:pt x="403" y="4266"/>
                        <a:pt x="613" y="4251"/>
                        <a:pt x="835" y="4247"/>
                      </a:cubicBezTo>
                      <a:cubicBezTo>
                        <a:pt x="1175" y="4232"/>
                        <a:pt x="1427" y="4114"/>
                        <a:pt x="1670" y="3881"/>
                      </a:cubicBezTo>
                      <a:cubicBezTo>
                        <a:pt x="2078" y="3387"/>
                        <a:pt x="1989" y="2575"/>
                        <a:pt x="2002" y="1970"/>
                      </a:cubicBezTo>
                      <a:cubicBezTo>
                        <a:pt x="2010" y="1663"/>
                        <a:pt x="2023" y="1356"/>
                        <a:pt x="2035" y="1049"/>
                      </a:cubicBezTo>
                      <a:cubicBezTo>
                        <a:pt x="2039" y="942"/>
                        <a:pt x="2042" y="835"/>
                        <a:pt x="2044" y="729"/>
                      </a:cubicBezTo>
                      <a:cubicBezTo>
                        <a:pt x="2046" y="663"/>
                        <a:pt x="2048" y="598"/>
                        <a:pt x="2051" y="533"/>
                      </a:cubicBezTo>
                      <a:cubicBezTo>
                        <a:pt x="2051" y="503"/>
                        <a:pt x="2051" y="474"/>
                        <a:pt x="2051" y="443"/>
                      </a:cubicBezTo>
                      <a:cubicBezTo>
                        <a:pt x="2058" y="289"/>
                        <a:pt x="2083" y="213"/>
                        <a:pt x="2174" y="87"/>
                      </a:cubicBezTo>
                      <a:cubicBezTo>
                        <a:pt x="2292" y="5"/>
                        <a:pt x="2292" y="5"/>
                        <a:pt x="2411" y="0"/>
                      </a:cubicBezTo>
                      <a:close/>
                    </a:path>
                  </a:pathLst>
                </a:custGeom>
                <a:solidFill>
                  <a:srgbClr val="EB57AD"/>
                </a:solidFill>
                <a:ln w="2646" cap="flat">
                  <a:noFill/>
                </a:ln>
              </p:spPr>
            </p:sp>
            <p:sp>
              <p:nvSpPr>
                <p:cNvPr id="3529" name="ICON_OUT_WAVE_GRAPHIC_path_050"/>
                <p:cNvSpPr/>
                <p:nvPr/>
              </p:nvSpPr>
              <p:spPr>
                <a:xfrm>
                  <a:off x="9437686" y="3761200"/>
                  <a:ext cx="40680" cy="809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203" h="6372" fill="norm" stroke="0">
                      <a:moveTo>
                        <a:pt x="1499" y="71"/>
                      </a:moveTo>
                      <a:cubicBezTo>
                        <a:pt x="1660" y="117"/>
                        <a:pt x="1777" y="164"/>
                        <a:pt x="1875" y="301"/>
                      </a:cubicBezTo>
                      <a:cubicBezTo>
                        <a:pt x="2026" y="710"/>
                        <a:pt x="2016" y="1186"/>
                        <a:pt x="2026" y="1617"/>
                      </a:cubicBezTo>
                      <a:cubicBezTo>
                        <a:pt x="2046" y="2371"/>
                        <a:pt x="2046" y="2371"/>
                        <a:pt x="2179" y="2513"/>
                      </a:cubicBezTo>
                      <a:cubicBezTo>
                        <a:pt x="2255" y="2573"/>
                        <a:pt x="2331" y="2633"/>
                        <a:pt x="2408" y="2691"/>
                      </a:cubicBezTo>
                      <a:cubicBezTo>
                        <a:pt x="2620" y="2944"/>
                        <a:pt x="2541" y="3348"/>
                        <a:pt x="2526" y="3660"/>
                      </a:cubicBezTo>
                      <a:cubicBezTo>
                        <a:pt x="2524" y="3739"/>
                        <a:pt x="2522" y="3817"/>
                        <a:pt x="2520" y="3895"/>
                      </a:cubicBezTo>
                      <a:cubicBezTo>
                        <a:pt x="2516" y="4086"/>
                        <a:pt x="2509" y="4277"/>
                        <a:pt x="2500" y="4468"/>
                      </a:cubicBezTo>
                      <a:cubicBezTo>
                        <a:pt x="2706" y="4468"/>
                        <a:pt x="2913" y="4468"/>
                        <a:pt x="3125" y="4468"/>
                      </a:cubicBezTo>
                      <a:cubicBezTo>
                        <a:pt x="3189" y="5042"/>
                        <a:pt x="3203" y="5508"/>
                        <a:pt x="2852" y="5991"/>
                      </a:cubicBezTo>
                      <a:cubicBezTo>
                        <a:pt x="2827" y="6027"/>
                        <a:pt x="2803" y="6062"/>
                        <a:pt x="2777" y="6099"/>
                      </a:cubicBezTo>
                      <a:cubicBezTo>
                        <a:pt x="2675" y="6225"/>
                        <a:pt x="2588" y="6326"/>
                        <a:pt x="2423" y="6357"/>
                      </a:cubicBezTo>
                      <a:cubicBezTo>
                        <a:pt x="2239" y="6372"/>
                        <a:pt x="2059" y="6361"/>
                        <a:pt x="1875" y="6343"/>
                      </a:cubicBezTo>
                      <a:cubicBezTo>
                        <a:pt x="1873" y="6316"/>
                        <a:pt x="1872" y="6289"/>
                        <a:pt x="1870" y="6261"/>
                      </a:cubicBezTo>
                      <a:cubicBezTo>
                        <a:pt x="1854" y="6004"/>
                        <a:pt x="1835" y="5746"/>
                        <a:pt x="1815" y="5489"/>
                      </a:cubicBezTo>
                      <a:cubicBezTo>
                        <a:pt x="1805" y="5357"/>
                        <a:pt x="1795" y="5225"/>
                        <a:pt x="1787" y="5093"/>
                      </a:cubicBezTo>
                      <a:cubicBezTo>
                        <a:pt x="1753" y="4553"/>
                        <a:pt x="1709" y="4052"/>
                        <a:pt x="1469" y="3560"/>
                      </a:cubicBezTo>
                      <a:cubicBezTo>
                        <a:pt x="1461" y="3543"/>
                        <a:pt x="1461" y="3543"/>
                        <a:pt x="1418" y="3454"/>
                      </a:cubicBezTo>
                      <a:cubicBezTo>
                        <a:pt x="1297" y="3233"/>
                        <a:pt x="1297" y="3233"/>
                        <a:pt x="1175" y="3193"/>
                      </a:cubicBezTo>
                      <a:cubicBezTo>
                        <a:pt x="1047" y="3185"/>
                        <a:pt x="920" y="3206"/>
                        <a:pt x="793" y="3226"/>
                      </a:cubicBezTo>
                      <a:cubicBezTo>
                        <a:pt x="564" y="3236"/>
                        <a:pt x="410" y="3104"/>
                        <a:pt x="248" y="2957"/>
                      </a:cubicBezTo>
                      <a:cubicBezTo>
                        <a:pt x="137" y="2845"/>
                        <a:pt x="52" y="2743"/>
                        <a:pt x="0" y="2593"/>
                      </a:cubicBezTo>
                      <a:cubicBezTo>
                        <a:pt x="22" y="2414"/>
                        <a:pt x="125" y="2275"/>
                        <a:pt x="221" y="2128"/>
                      </a:cubicBezTo>
                      <a:cubicBezTo>
                        <a:pt x="479" y="1711"/>
                        <a:pt x="506" y="1273"/>
                        <a:pt x="554" y="795"/>
                      </a:cubicBezTo>
                      <a:cubicBezTo>
                        <a:pt x="557" y="764"/>
                        <a:pt x="560" y="733"/>
                        <a:pt x="564" y="701"/>
                      </a:cubicBezTo>
                      <a:cubicBezTo>
                        <a:pt x="570" y="643"/>
                        <a:pt x="576" y="584"/>
                        <a:pt x="580" y="526"/>
                      </a:cubicBezTo>
                      <a:cubicBezTo>
                        <a:pt x="596" y="377"/>
                        <a:pt x="626" y="300"/>
                        <a:pt x="717" y="180"/>
                      </a:cubicBezTo>
                      <a:cubicBezTo>
                        <a:pt x="956" y="0"/>
                        <a:pt x="1215" y="37"/>
                        <a:pt x="1499" y="71"/>
                      </a:cubicBezTo>
                      <a:close/>
                    </a:path>
                  </a:pathLst>
                </a:custGeom>
                <a:solidFill>
                  <a:srgbClr val="F253AA"/>
                </a:solidFill>
                <a:ln w="2646" cap="flat">
                  <a:noFill/>
                </a:ln>
              </p:spPr>
            </p:sp>
            <p:sp>
              <p:nvSpPr>
                <p:cNvPr id="3530" name="ICON_OUT_WAVE_GRAPHIC_path_051"/>
                <p:cNvSpPr/>
                <p:nvPr/>
              </p:nvSpPr>
              <p:spPr>
                <a:xfrm>
                  <a:off x="9628186" y="3468630"/>
                  <a:ext cx="58626" cy="476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616" h="3755" fill="norm" stroke="0">
                      <a:moveTo>
                        <a:pt x="953" y="0"/>
                      </a:moveTo>
                      <a:cubicBezTo>
                        <a:pt x="974" y="5"/>
                        <a:pt x="974" y="5"/>
                        <a:pt x="1082" y="30"/>
                      </a:cubicBezTo>
                      <a:cubicBezTo>
                        <a:pt x="1128" y="40"/>
                        <a:pt x="1174" y="50"/>
                        <a:pt x="1222" y="60"/>
                      </a:cubicBezTo>
                      <a:cubicBezTo>
                        <a:pt x="1270" y="72"/>
                        <a:pt x="1318" y="84"/>
                        <a:pt x="1367" y="96"/>
                      </a:cubicBezTo>
                      <a:cubicBezTo>
                        <a:pt x="1416" y="106"/>
                        <a:pt x="1465" y="118"/>
                        <a:pt x="1515" y="129"/>
                      </a:cubicBezTo>
                      <a:cubicBezTo>
                        <a:pt x="1635" y="156"/>
                        <a:pt x="1755" y="184"/>
                        <a:pt x="1875" y="213"/>
                      </a:cubicBezTo>
                      <a:cubicBezTo>
                        <a:pt x="1875" y="557"/>
                        <a:pt x="1875" y="900"/>
                        <a:pt x="1875" y="1255"/>
                      </a:cubicBezTo>
                      <a:cubicBezTo>
                        <a:pt x="2266" y="942"/>
                        <a:pt x="2266" y="942"/>
                        <a:pt x="2386" y="843"/>
                      </a:cubicBezTo>
                      <a:cubicBezTo>
                        <a:pt x="2591" y="685"/>
                        <a:pt x="2761" y="573"/>
                        <a:pt x="3028" y="596"/>
                      </a:cubicBezTo>
                      <a:cubicBezTo>
                        <a:pt x="3229" y="665"/>
                        <a:pt x="3332" y="825"/>
                        <a:pt x="3451" y="994"/>
                      </a:cubicBezTo>
                      <a:cubicBezTo>
                        <a:pt x="3464" y="1013"/>
                        <a:pt x="3464" y="1013"/>
                        <a:pt x="3533" y="1107"/>
                      </a:cubicBezTo>
                      <a:cubicBezTo>
                        <a:pt x="3738" y="1402"/>
                        <a:pt x="3824" y="1677"/>
                        <a:pt x="3887" y="2027"/>
                      </a:cubicBezTo>
                      <a:cubicBezTo>
                        <a:pt x="3937" y="2281"/>
                        <a:pt x="3937" y="2281"/>
                        <a:pt x="4055" y="2365"/>
                      </a:cubicBezTo>
                      <a:cubicBezTo>
                        <a:pt x="4129" y="2388"/>
                        <a:pt x="4202" y="2411"/>
                        <a:pt x="4275" y="2434"/>
                      </a:cubicBezTo>
                      <a:cubicBezTo>
                        <a:pt x="4440" y="2550"/>
                        <a:pt x="4469" y="2719"/>
                        <a:pt x="4518" y="2908"/>
                      </a:cubicBezTo>
                      <a:cubicBezTo>
                        <a:pt x="4528" y="2944"/>
                        <a:pt x="4539" y="2979"/>
                        <a:pt x="4549" y="3016"/>
                      </a:cubicBezTo>
                      <a:cubicBezTo>
                        <a:pt x="4616" y="3315"/>
                        <a:pt x="4536" y="3500"/>
                        <a:pt x="4375" y="3755"/>
                      </a:cubicBezTo>
                      <a:cubicBezTo>
                        <a:pt x="4091" y="3626"/>
                        <a:pt x="3814" y="3488"/>
                        <a:pt x="3542" y="3338"/>
                      </a:cubicBezTo>
                      <a:cubicBezTo>
                        <a:pt x="3515" y="3323"/>
                        <a:pt x="3489" y="3309"/>
                        <a:pt x="3461" y="3294"/>
                      </a:cubicBezTo>
                      <a:cubicBezTo>
                        <a:pt x="3303" y="3200"/>
                        <a:pt x="3183" y="3098"/>
                        <a:pt x="3125" y="2921"/>
                      </a:cubicBezTo>
                      <a:cubicBezTo>
                        <a:pt x="3079" y="2576"/>
                        <a:pt x="3099" y="2226"/>
                        <a:pt x="3125" y="1880"/>
                      </a:cubicBezTo>
                      <a:cubicBezTo>
                        <a:pt x="2916" y="1829"/>
                        <a:pt x="2701" y="1784"/>
                        <a:pt x="2500" y="1880"/>
                      </a:cubicBezTo>
                      <a:cubicBezTo>
                        <a:pt x="2400" y="1998"/>
                        <a:pt x="2341" y="2129"/>
                        <a:pt x="2279" y="2270"/>
                      </a:cubicBezTo>
                      <a:cubicBezTo>
                        <a:pt x="2262" y="2308"/>
                        <a:pt x="2245" y="2346"/>
                        <a:pt x="2228" y="2386"/>
                      </a:cubicBezTo>
                      <a:cubicBezTo>
                        <a:pt x="2195" y="2461"/>
                        <a:pt x="2162" y="2537"/>
                        <a:pt x="2129" y="2612"/>
                      </a:cubicBezTo>
                      <a:cubicBezTo>
                        <a:pt x="2002" y="2891"/>
                        <a:pt x="1839" y="3056"/>
                        <a:pt x="1557" y="3176"/>
                      </a:cubicBezTo>
                      <a:cubicBezTo>
                        <a:pt x="1258" y="3286"/>
                        <a:pt x="946" y="3379"/>
                        <a:pt x="625" y="3338"/>
                      </a:cubicBezTo>
                      <a:cubicBezTo>
                        <a:pt x="350" y="3203"/>
                        <a:pt x="172" y="2960"/>
                        <a:pt x="0" y="2713"/>
                      </a:cubicBezTo>
                      <a:cubicBezTo>
                        <a:pt x="206" y="2644"/>
                        <a:pt x="413" y="2575"/>
                        <a:pt x="625" y="2505"/>
                      </a:cubicBezTo>
                      <a:cubicBezTo>
                        <a:pt x="608" y="2461"/>
                        <a:pt x="590" y="2418"/>
                        <a:pt x="572" y="2374"/>
                      </a:cubicBezTo>
                      <a:cubicBezTo>
                        <a:pt x="396" y="1867"/>
                        <a:pt x="419" y="1424"/>
                        <a:pt x="495" y="903"/>
                      </a:cubicBezTo>
                      <a:cubicBezTo>
                        <a:pt x="499" y="870"/>
                        <a:pt x="504" y="838"/>
                        <a:pt x="508" y="804"/>
                      </a:cubicBezTo>
                      <a:cubicBezTo>
                        <a:pt x="522" y="710"/>
                        <a:pt x="536" y="617"/>
                        <a:pt x="552" y="523"/>
                      </a:cubicBezTo>
                      <a:cubicBezTo>
                        <a:pt x="556" y="495"/>
                        <a:pt x="560" y="466"/>
                        <a:pt x="564" y="438"/>
                      </a:cubicBezTo>
                      <a:cubicBezTo>
                        <a:pt x="606" y="209"/>
                        <a:pt x="699" y="10"/>
                        <a:pt x="953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31" name="ICON_OUT_WAVE_GRAPHIC_path_052"/>
                <p:cNvSpPr/>
                <p:nvPr/>
              </p:nvSpPr>
              <p:spPr>
                <a:xfrm>
                  <a:off x="9325896" y="3950062"/>
                  <a:ext cx="28078" cy="831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211" h="6543" fill="norm" stroke="0">
                      <a:moveTo>
                        <a:pt x="1928" y="13"/>
                      </a:moveTo>
                      <a:cubicBezTo>
                        <a:pt x="1965" y="375"/>
                        <a:pt x="1999" y="737"/>
                        <a:pt x="2031" y="1100"/>
                      </a:cubicBezTo>
                      <a:cubicBezTo>
                        <a:pt x="2045" y="1269"/>
                        <a:pt x="2061" y="1437"/>
                        <a:pt x="2078" y="1605"/>
                      </a:cubicBezTo>
                      <a:cubicBezTo>
                        <a:pt x="2168" y="2462"/>
                        <a:pt x="2211" y="3214"/>
                        <a:pt x="1719" y="3971"/>
                      </a:cubicBezTo>
                      <a:cubicBezTo>
                        <a:pt x="1681" y="4004"/>
                        <a:pt x="1644" y="4037"/>
                        <a:pt x="1605" y="4070"/>
                      </a:cubicBezTo>
                      <a:cubicBezTo>
                        <a:pt x="1448" y="4252"/>
                        <a:pt x="1461" y="4468"/>
                        <a:pt x="1445" y="4701"/>
                      </a:cubicBezTo>
                      <a:cubicBezTo>
                        <a:pt x="1441" y="4752"/>
                        <a:pt x="1436" y="4803"/>
                        <a:pt x="1432" y="4855"/>
                      </a:cubicBezTo>
                      <a:cubicBezTo>
                        <a:pt x="1420" y="4989"/>
                        <a:pt x="1410" y="5123"/>
                        <a:pt x="1400" y="5256"/>
                      </a:cubicBezTo>
                      <a:cubicBezTo>
                        <a:pt x="1389" y="5393"/>
                        <a:pt x="1378" y="5530"/>
                        <a:pt x="1366" y="5667"/>
                      </a:cubicBezTo>
                      <a:cubicBezTo>
                        <a:pt x="1344" y="5935"/>
                        <a:pt x="1323" y="6203"/>
                        <a:pt x="1303" y="6471"/>
                      </a:cubicBezTo>
                      <a:cubicBezTo>
                        <a:pt x="874" y="6543"/>
                        <a:pt x="874" y="6543"/>
                        <a:pt x="678" y="6471"/>
                      </a:cubicBezTo>
                      <a:cubicBezTo>
                        <a:pt x="536" y="6288"/>
                        <a:pt x="495" y="6082"/>
                        <a:pt x="443" y="5859"/>
                      </a:cubicBezTo>
                      <a:cubicBezTo>
                        <a:pt x="420" y="5772"/>
                        <a:pt x="397" y="5685"/>
                        <a:pt x="373" y="5598"/>
                      </a:cubicBezTo>
                      <a:cubicBezTo>
                        <a:pt x="358" y="5544"/>
                        <a:pt x="345" y="5490"/>
                        <a:pt x="332" y="5436"/>
                      </a:cubicBezTo>
                      <a:cubicBezTo>
                        <a:pt x="295" y="5291"/>
                        <a:pt x="263" y="5223"/>
                        <a:pt x="153" y="5119"/>
                      </a:cubicBezTo>
                      <a:cubicBezTo>
                        <a:pt x="23" y="4982"/>
                        <a:pt x="19" y="4869"/>
                        <a:pt x="18" y="4688"/>
                      </a:cubicBezTo>
                      <a:cubicBezTo>
                        <a:pt x="17" y="4657"/>
                        <a:pt x="16" y="4626"/>
                        <a:pt x="15" y="4594"/>
                      </a:cubicBezTo>
                      <a:cubicBezTo>
                        <a:pt x="14" y="4529"/>
                        <a:pt x="14" y="4463"/>
                        <a:pt x="14" y="4397"/>
                      </a:cubicBezTo>
                      <a:cubicBezTo>
                        <a:pt x="14" y="4298"/>
                        <a:pt x="10" y="4199"/>
                        <a:pt x="6" y="4100"/>
                      </a:cubicBezTo>
                      <a:cubicBezTo>
                        <a:pt x="5" y="4035"/>
                        <a:pt x="5" y="3971"/>
                        <a:pt x="5" y="3907"/>
                      </a:cubicBezTo>
                      <a:cubicBezTo>
                        <a:pt x="4" y="3893"/>
                        <a:pt x="4" y="3893"/>
                        <a:pt x="0" y="3819"/>
                      </a:cubicBezTo>
                      <a:cubicBezTo>
                        <a:pt x="4" y="3655"/>
                        <a:pt x="27" y="3580"/>
                        <a:pt x="147" y="3462"/>
                      </a:cubicBezTo>
                      <a:cubicBezTo>
                        <a:pt x="166" y="3446"/>
                        <a:pt x="166" y="3446"/>
                        <a:pt x="261" y="3363"/>
                      </a:cubicBezTo>
                      <a:cubicBezTo>
                        <a:pt x="440" y="3196"/>
                        <a:pt x="500" y="3094"/>
                        <a:pt x="519" y="2849"/>
                      </a:cubicBezTo>
                      <a:cubicBezTo>
                        <a:pt x="521" y="2767"/>
                        <a:pt x="521" y="2687"/>
                        <a:pt x="520" y="2605"/>
                      </a:cubicBezTo>
                      <a:cubicBezTo>
                        <a:pt x="519" y="2517"/>
                        <a:pt x="521" y="2430"/>
                        <a:pt x="524" y="2342"/>
                      </a:cubicBezTo>
                      <a:cubicBezTo>
                        <a:pt x="531" y="2093"/>
                        <a:pt x="535" y="1845"/>
                        <a:pt x="533" y="1595"/>
                      </a:cubicBezTo>
                      <a:cubicBezTo>
                        <a:pt x="527" y="750"/>
                        <a:pt x="527" y="750"/>
                        <a:pt x="678" y="430"/>
                      </a:cubicBezTo>
                      <a:cubicBezTo>
                        <a:pt x="995" y="131"/>
                        <a:pt x="1497" y="0"/>
                        <a:pt x="1928" y="13"/>
                      </a:cubicBezTo>
                      <a:close/>
                    </a:path>
                  </a:pathLst>
                </a:custGeom>
                <a:solidFill>
                  <a:srgbClr val="67ABAF"/>
                </a:solidFill>
                <a:ln w="2646" cap="flat">
                  <a:noFill/>
                </a:ln>
              </p:spPr>
            </p:sp>
            <p:sp>
              <p:nvSpPr>
                <p:cNvPr id="3532" name="ICON_OUT_WAVE_GRAPHIC_path_053"/>
                <p:cNvSpPr/>
                <p:nvPr/>
              </p:nvSpPr>
              <p:spPr>
                <a:xfrm>
                  <a:off x="8984620" y="3960812"/>
                  <a:ext cx="25061" cy="7170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73" h="5646" fill="norm" stroke="0">
                      <a:moveTo>
                        <a:pt x="50" y="0"/>
                      </a:moveTo>
                      <a:cubicBezTo>
                        <a:pt x="154" y="29"/>
                        <a:pt x="258" y="60"/>
                        <a:pt x="362" y="91"/>
                      </a:cubicBezTo>
                      <a:cubicBezTo>
                        <a:pt x="392" y="99"/>
                        <a:pt x="422" y="108"/>
                        <a:pt x="452" y="116"/>
                      </a:cubicBezTo>
                      <a:cubicBezTo>
                        <a:pt x="538" y="142"/>
                        <a:pt x="538" y="142"/>
                        <a:pt x="675" y="208"/>
                      </a:cubicBezTo>
                      <a:cubicBezTo>
                        <a:pt x="695" y="313"/>
                        <a:pt x="695" y="313"/>
                        <a:pt x="675" y="417"/>
                      </a:cubicBezTo>
                      <a:cubicBezTo>
                        <a:pt x="655" y="529"/>
                        <a:pt x="655" y="529"/>
                        <a:pt x="675" y="625"/>
                      </a:cubicBezTo>
                      <a:cubicBezTo>
                        <a:pt x="807" y="666"/>
                        <a:pt x="807" y="666"/>
                        <a:pt x="891" y="681"/>
                      </a:cubicBezTo>
                      <a:cubicBezTo>
                        <a:pt x="1040" y="709"/>
                        <a:pt x="1176" y="744"/>
                        <a:pt x="1300" y="833"/>
                      </a:cubicBezTo>
                      <a:cubicBezTo>
                        <a:pt x="1422" y="1041"/>
                        <a:pt x="1408" y="1316"/>
                        <a:pt x="1417" y="1550"/>
                      </a:cubicBezTo>
                      <a:cubicBezTo>
                        <a:pt x="1422" y="1648"/>
                        <a:pt x="1428" y="1746"/>
                        <a:pt x="1436" y="1845"/>
                      </a:cubicBezTo>
                      <a:cubicBezTo>
                        <a:pt x="1441" y="1905"/>
                        <a:pt x="1444" y="1966"/>
                        <a:pt x="1445" y="2027"/>
                      </a:cubicBezTo>
                      <a:cubicBezTo>
                        <a:pt x="1457" y="2190"/>
                        <a:pt x="1483" y="2268"/>
                        <a:pt x="1603" y="2384"/>
                      </a:cubicBezTo>
                      <a:cubicBezTo>
                        <a:pt x="1641" y="2416"/>
                        <a:pt x="1679" y="2449"/>
                        <a:pt x="1718" y="2483"/>
                      </a:cubicBezTo>
                      <a:cubicBezTo>
                        <a:pt x="1898" y="2652"/>
                        <a:pt x="1955" y="2756"/>
                        <a:pt x="1972" y="3004"/>
                      </a:cubicBezTo>
                      <a:cubicBezTo>
                        <a:pt x="1973" y="3117"/>
                        <a:pt x="1970" y="3229"/>
                        <a:pt x="1965" y="3341"/>
                      </a:cubicBezTo>
                      <a:cubicBezTo>
                        <a:pt x="1965" y="3402"/>
                        <a:pt x="1964" y="3462"/>
                        <a:pt x="1964" y="3522"/>
                      </a:cubicBezTo>
                      <a:cubicBezTo>
                        <a:pt x="1962" y="3679"/>
                        <a:pt x="1958" y="3836"/>
                        <a:pt x="1953" y="3993"/>
                      </a:cubicBezTo>
                      <a:cubicBezTo>
                        <a:pt x="1949" y="4153"/>
                        <a:pt x="1947" y="4314"/>
                        <a:pt x="1945" y="4474"/>
                      </a:cubicBezTo>
                      <a:cubicBezTo>
                        <a:pt x="1940" y="4789"/>
                        <a:pt x="1933" y="5103"/>
                        <a:pt x="1925" y="5417"/>
                      </a:cubicBezTo>
                      <a:cubicBezTo>
                        <a:pt x="1756" y="5458"/>
                        <a:pt x="1586" y="5496"/>
                        <a:pt x="1417" y="5534"/>
                      </a:cubicBezTo>
                      <a:cubicBezTo>
                        <a:pt x="1369" y="5546"/>
                        <a:pt x="1321" y="5557"/>
                        <a:pt x="1271" y="5569"/>
                      </a:cubicBezTo>
                      <a:cubicBezTo>
                        <a:pt x="919" y="5646"/>
                        <a:pt x="919" y="5646"/>
                        <a:pt x="749" y="5547"/>
                      </a:cubicBezTo>
                      <a:cubicBezTo>
                        <a:pt x="662" y="5394"/>
                        <a:pt x="636" y="5264"/>
                        <a:pt x="623" y="5092"/>
                      </a:cubicBezTo>
                      <a:cubicBezTo>
                        <a:pt x="616" y="5028"/>
                        <a:pt x="610" y="4964"/>
                        <a:pt x="602" y="4900"/>
                      </a:cubicBezTo>
                      <a:cubicBezTo>
                        <a:pt x="593" y="4801"/>
                        <a:pt x="584" y="4701"/>
                        <a:pt x="575" y="4601"/>
                      </a:cubicBezTo>
                      <a:cubicBezTo>
                        <a:pt x="567" y="4504"/>
                        <a:pt x="556" y="4408"/>
                        <a:pt x="545" y="4311"/>
                      </a:cubicBezTo>
                      <a:cubicBezTo>
                        <a:pt x="544" y="4296"/>
                        <a:pt x="544" y="4296"/>
                        <a:pt x="540" y="4223"/>
                      </a:cubicBezTo>
                      <a:cubicBezTo>
                        <a:pt x="512" y="3998"/>
                        <a:pt x="429" y="3921"/>
                        <a:pt x="256" y="3779"/>
                      </a:cubicBezTo>
                      <a:cubicBezTo>
                        <a:pt x="82" y="3615"/>
                        <a:pt x="24" y="3509"/>
                        <a:pt x="5" y="3271"/>
                      </a:cubicBezTo>
                      <a:cubicBezTo>
                        <a:pt x="0" y="3089"/>
                        <a:pt x="4" y="2908"/>
                        <a:pt x="9" y="2726"/>
                      </a:cubicBezTo>
                      <a:cubicBezTo>
                        <a:pt x="10" y="2647"/>
                        <a:pt x="10" y="2569"/>
                        <a:pt x="11" y="2490"/>
                      </a:cubicBezTo>
                      <a:cubicBezTo>
                        <a:pt x="12" y="2284"/>
                        <a:pt x="16" y="2077"/>
                        <a:pt x="21" y="1871"/>
                      </a:cubicBezTo>
                      <a:cubicBezTo>
                        <a:pt x="25" y="1660"/>
                        <a:pt x="27" y="1450"/>
                        <a:pt x="29" y="1239"/>
                      </a:cubicBezTo>
                      <a:cubicBezTo>
                        <a:pt x="34" y="826"/>
                        <a:pt x="41" y="413"/>
                        <a:pt x="50" y="0"/>
                      </a:cubicBezTo>
                      <a:close/>
                    </a:path>
                  </a:pathLst>
                </a:custGeom>
                <a:solidFill>
                  <a:srgbClr val="67ABB0"/>
                </a:solidFill>
                <a:ln w="2646" cap="flat">
                  <a:noFill/>
                </a:ln>
              </p:spPr>
            </p:sp>
            <p:sp>
              <p:nvSpPr>
                <p:cNvPr id="3533" name="ICON_OUT_WAVE_GRAPHIC_path_054"/>
                <p:cNvSpPr/>
                <p:nvPr/>
              </p:nvSpPr>
              <p:spPr>
                <a:xfrm>
                  <a:off x="8897755" y="3777337"/>
                  <a:ext cx="41659" cy="6493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280" h="5113" fill="norm" stroke="0">
                      <a:moveTo>
                        <a:pt x="1889" y="72"/>
                      </a:moveTo>
                      <a:cubicBezTo>
                        <a:pt x="2318" y="0"/>
                        <a:pt x="2318" y="0"/>
                        <a:pt x="2514" y="72"/>
                      </a:cubicBezTo>
                      <a:cubicBezTo>
                        <a:pt x="2655" y="256"/>
                        <a:pt x="2697" y="461"/>
                        <a:pt x="2749" y="684"/>
                      </a:cubicBezTo>
                      <a:cubicBezTo>
                        <a:pt x="2771" y="771"/>
                        <a:pt x="2795" y="858"/>
                        <a:pt x="2819" y="945"/>
                      </a:cubicBezTo>
                      <a:cubicBezTo>
                        <a:pt x="2834" y="999"/>
                        <a:pt x="2847" y="1053"/>
                        <a:pt x="2860" y="1108"/>
                      </a:cubicBezTo>
                      <a:cubicBezTo>
                        <a:pt x="2910" y="1304"/>
                        <a:pt x="2999" y="1390"/>
                        <a:pt x="3139" y="1530"/>
                      </a:cubicBezTo>
                      <a:cubicBezTo>
                        <a:pt x="3219" y="1737"/>
                        <a:pt x="3242" y="1949"/>
                        <a:pt x="3256" y="2168"/>
                      </a:cubicBezTo>
                      <a:cubicBezTo>
                        <a:pt x="3259" y="2200"/>
                        <a:pt x="3261" y="2231"/>
                        <a:pt x="3263" y="2264"/>
                      </a:cubicBezTo>
                      <a:cubicBezTo>
                        <a:pt x="3280" y="2765"/>
                        <a:pt x="3112" y="3077"/>
                        <a:pt x="2775" y="3441"/>
                      </a:cubicBezTo>
                      <a:cubicBezTo>
                        <a:pt x="2454" y="3777"/>
                        <a:pt x="2106" y="4092"/>
                        <a:pt x="1750" y="4391"/>
                      </a:cubicBezTo>
                      <a:cubicBezTo>
                        <a:pt x="1572" y="4544"/>
                        <a:pt x="1458" y="4666"/>
                        <a:pt x="1365" y="4884"/>
                      </a:cubicBezTo>
                      <a:cubicBezTo>
                        <a:pt x="1285" y="5063"/>
                        <a:pt x="1285" y="5063"/>
                        <a:pt x="1190" y="5105"/>
                      </a:cubicBezTo>
                      <a:cubicBezTo>
                        <a:pt x="1103" y="5113"/>
                        <a:pt x="1026" y="5109"/>
                        <a:pt x="939" y="5098"/>
                      </a:cubicBezTo>
                      <a:cubicBezTo>
                        <a:pt x="910" y="5096"/>
                        <a:pt x="881" y="5094"/>
                        <a:pt x="851" y="5092"/>
                      </a:cubicBezTo>
                      <a:cubicBezTo>
                        <a:pt x="781" y="5087"/>
                        <a:pt x="710" y="5080"/>
                        <a:pt x="639" y="5072"/>
                      </a:cubicBezTo>
                      <a:cubicBezTo>
                        <a:pt x="637" y="5048"/>
                        <a:pt x="637" y="5048"/>
                        <a:pt x="627" y="4925"/>
                      </a:cubicBezTo>
                      <a:cubicBezTo>
                        <a:pt x="611" y="4744"/>
                        <a:pt x="592" y="4564"/>
                        <a:pt x="573" y="4383"/>
                      </a:cubicBezTo>
                      <a:cubicBezTo>
                        <a:pt x="565" y="4305"/>
                        <a:pt x="558" y="4227"/>
                        <a:pt x="551" y="4149"/>
                      </a:cubicBezTo>
                      <a:cubicBezTo>
                        <a:pt x="489" y="3416"/>
                        <a:pt x="489" y="3416"/>
                        <a:pt x="210" y="3177"/>
                      </a:cubicBezTo>
                      <a:cubicBezTo>
                        <a:pt x="173" y="3147"/>
                        <a:pt x="136" y="3117"/>
                        <a:pt x="98" y="3085"/>
                      </a:cubicBezTo>
                      <a:cubicBezTo>
                        <a:pt x="14" y="2989"/>
                        <a:pt x="14" y="2989"/>
                        <a:pt x="0" y="2860"/>
                      </a:cubicBezTo>
                      <a:cubicBezTo>
                        <a:pt x="20" y="2715"/>
                        <a:pt x="52" y="2582"/>
                        <a:pt x="92" y="2442"/>
                      </a:cubicBezTo>
                      <a:cubicBezTo>
                        <a:pt x="104" y="2394"/>
                        <a:pt x="116" y="2346"/>
                        <a:pt x="128" y="2297"/>
                      </a:cubicBezTo>
                      <a:cubicBezTo>
                        <a:pt x="158" y="2179"/>
                        <a:pt x="189" y="2063"/>
                        <a:pt x="223" y="1947"/>
                      </a:cubicBezTo>
                      <a:cubicBezTo>
                        <a:pt x="368" y="1922"/>
                        <a:pt x="494" y="1916"/>
                        <a:pt x="639" y="1947"/>
                      </a:cubicBezTo>
                      <a:cubicBezTo>
                        <a:pt x="782" y="2056"/>
                        <a:pt x="876" y="2191"/>
                        <a:pt x="978" y="2337"/>
                      </a:cubicBezTo>
                      <a:cubicBezTo>
                        <a:pt x="1006" y="2374"/>
                        <a:pt x="1034" y="2410"/>
                        <a:pt x="1062" y="2447"/>
                      </a:cubicBezTo>
                      <a:cubicBezTo>
                        <a:pt x="1252" y="2708"/>
                        <a:pt x="1296" y="2876"/>
                        <a:pt x="1264" y="3197"/>
                      </a:cubicBezTo>
                      <a:cubicBezTo>
                        <a:pt x="1471" y="3197"/>
                        <a:pt x="1677" y="3197"/>
                        <a:pt x="1889" y="3197"/>
                      </a:cubicBezTo>
                      <a:cubicBezTo>
                        <a:pt x="1866" y="3027"/>
                        <a:pt x="1839" y="2858"/>
                        <a:pt x="1811" y="2689"/>
                      </a:cubicBezTo>
                      <a:cubicBezTo>
                        <a:pt x="1808" y="2665"/>
                        <a:pt x="1808" y="2665"/>
                        <a:pt x="1792" y="2544"/>
                      </a:cubicBezTo>
                      <a:cubicBezTo>
                        <a:pt x="1767" y="2403"/>
                        <a:pt x="1742" y="2285"/>
                        <a:pt x="1681" y="2155"/>
                      </a:cubicBezTo>
                      <a:cubicBezTo>
                        <a:pt x="1576" y="2082"/>
                        <a:pt x="1475" y="2040"/>
                        <a:pt x="1356" y="1994"/>
                      </a:cubicBezTo>
                      <a:cubicBezTo>
                        <a:pt x="1264" y="1947"/>
                        <a:pt x="1264" y="1947"/>
                        <a:pt x="1224" y="1876"/>
                      </a:cubicBezTo>
                      <a:cubicBezTo>
                        <a:pt x="1208" y="1792"/>
                        <a:pt x="1207" y="1720"/>
                        <a:pt x="1212" y="1634"/>
                      </a:cubicBezTo>
                      <a:cubicBezTo>
                        <a:pt x="1211" y="1607"/>
                        <a:pt x="1209" y="1580"/>
                        <a:pt x="1207" y="1552"/>
                      </a:cubicBezTo>
                      <a:cubicBezTo>
                        <a:pt x="1209" y="1458"/>
                        <a:pt x="1217" y="1404"/>
                        <a:pt x="1264" y="1322"/>
                      </a:cubicBezTo>
                      <a:cubicBezTo>
                        <a:pt x="1356" y="1275"/>
                        <a:pt x="1356" y="1275"/>
                        <a:pt x="1468" y="1231"/>
                      </a:cubicBezTo>
                      <a:cubicBezTo>
                        <a:pt x="1610" y="1170"/>
                        <a:pt x="1668" y="1142"/>
                        <a:pt x="1735" y="1000"/>
                      </a:cubicBezTo>
                      <a:cubicBezTo>
                        <a:pt x="1769" y="860"/>
                        <a:pt x="1792" y="722"/>
                        <a:pt x="1811" y="580"/>
                      </a:cubicBezTo>
                      <a:cubicBezTo>
                        <a:pt x="1815" y="555"/>
                        <a:pt x="1815" y="555"/>
                        <a:pt x="1836" y="432"/>
                      </a:cubicBezTo>
                      <a:cubicBezTo>
                        <a:pt x="1855" y="312"/>
                        <a:pt x="1873" y="192"/>
                        <a:pt x="1889" y="72"/>
                      </a:cubicBezTo>
                      <a:close/>
                    </a:path>
                  </a:pathLst>
                </a:custGeom>
                <a:solidFill>
                  <a:srgbClr val="E959AE"/>
                </a:solidFill>
                <a:ln w="2646" cap="flat">
                  <a:noFill/>
                </a:ln>
              </p:spPr>
            </p:sp>
            <p:sp>
              <p:nvSpPr>
                <p:cNvPr id="3534" name="ICON_OUT_WAVE_GRAPHIC_path_055"/>
                <p:cNvSpPr/>
                <p:nvPr/>
              </p:nvSpPr>
              <p:spPr>
                <a:xfrm>
                  <a:off x="9738259" y="3444875"/>
                  <a:ext cx="27059" cy="793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31" h="6250" fill="norm" stroke="0">
                      <a:moveTo>
                        <a:pt x="1333" y="0"/>
                      </a:moveTo>
                      <a:cubicBezTo>
                        <a:pt x="1565" y="10"/>
                        <a:pt x="1789" y="35"/>
                        <a:pt x="1958" y="208"/>
                      </a:cubicBezTo>
                      <a:cubicBezTo>
                        <a:pt x="2087" y="530"/>
                        <a:pt x="2057" y="911"/>
                        <a:pt x="2056" y="1254"/>
                      </a:cubicBezTo>
                      <a:cubicBezTo>
                        <a:pt x="2056" y="1368"/>
                        <a:pt x="2057" y="1481"/>
                        <a:pt x="2059" y="1595"/>
                      </a:cubicBezTo>
                      <a:cubicBezTo>
                        <a:pt x="2063" y="1865"/>
                        <a:pt x="2064" y="2134"/>
                        <a:pt x="2062" y="2404"/>
                      </a:cubicBezTo>
                      <a:cubicBezTo>
                        <a:pt x="2061" y="2649"/>
                        <a:pt x="2064" y="2894"/>
                        <a:pt x="2071" y="3140"/>
                      </a:cubicBezTo>
                      <a:cubicBezTo>
                        <a:pt x="2131" y="5322"/>
                        <a:pt x="2131" y="5322"/>
                        <a:pt x="1719" y="5768"/>
                      </a:cubicBezTo>
                      <a:cubicBezTo>
                        <a:pt x="1488" y="5990"/>
                        <a:pt x="1215" y="6140"/>
                        <a:pt x="916" y="6250"/>
                      </a:cubicBezTo>
                      <a:cubicBezTo>
                        <a:pt x="715" y="6076"/>
                        <a:pt x="715" y="6076"/>
                        <a:pt x="684" y="5922"/>
                      </a:cubicBezTo>
                      <a:cubicBezTo>
                        <a:pt x="685" y="5880"/>
                        <a:pt x="686" y="5837"/>
                        <a:pt x="688" y="5794"/>
                      </a:cubicBezTo>
                      <a:cubicBezTo>
                        <a:pt x="688" y="5747"/>
                        <a:pt x="689" y="5701"/>
                        <a:pt x="690" y="5653"/>
                      </a:cubicBezTo>
                      <a:cubicBezTo>
                        <a:pt x="690" y="5629"/>
                        <a:pt x="690" y="5629"/>
                        <a:pt x="695" y="5508"/>
                      </a:cubicBezTo>
                      <a:cubicBezTo>
                        <a:pt x="696" y="5459"/>
                        <a:pt x="697" y="5410"/>
                        <a:pt x="698" y="5360"/>
                      </a:cubicBezTo>
                      <a:cubicBezTo>
                        <a:pt x="700" y="5240"/>
                        <a:pt x="704" y="5120"/>
                        <a:pt x="708" y="5000"/>
                      </a:cubicBezTo>
                      <a:cubicBezTo>
                        <a:pt x="502" y="5000"/>
                        <a:pt x="295" y="5000"/>
                        <a:pt x="83" y="5000"/>
                      </a:cubicBezTo>
                      <a:cubicBezTo>
                        <a:pt x="67" y="4766"/>
                        <a:pt x="56" y="4533"/>
                        <a:pt x="49" y="4299"/>
                      </a:cubicBezTo>
                      <a:cubicBezTo>
                        <a:pt x="45" y="4220"/>
                        <a:pt x="41" y="4140"/>
                        <a:pt x="36" y="4061"/>
                      </a:cubicBezTo>
                      <a:cubicBezTo>
                        <a:pt x="0" y="3522"/>
                        <a:pt x="0" y="3522"/>
                        <a:pt x="83" y="3333"/>
                      </a:cubicBezTo>
                      <a:cubicBezTo>
                        <a:pt x="203" y="3241"/>
                        <a:pt x="340" y="3220"/>
                        <a:pt x="486" y="3192"/>
                      </a:cubicBezTo>
                      <a:cubicBezTo>
                        <a:pt x="570" y="3174"/>
                        <a:pt x="570" y="3174"/>
                        <a:pt x="708" y="3125"/>
                      </a:cubicBezTo>
                      <a:cubicBezTo>
                        <a:pt x="775" y="2949"/>
                        <a:pt x="739" y="2786"/>
                        <a:pt x="708" y="2604"/>
                      </a:cubicBezTo>
                      <a:cubicBezTo>
                        <a:pt x="646" y="2244"/>
                        <a:pt x="646" y="2244"/>
                        <a:pt x="708" y="2083"/>
                      </a:cubicBezTo>
                      <a:cubicBezTo>
                        <a:pt x="815" y="2048"/>
                        <a:pt x="909" y="2026"/>
                        <a:pt x="1018" y="2006"/>
                      </a:cubicBezTo>
                      <a:cubicBezTo>
                        <a:pt x="1139" y="1981"/>
                        <a:pt x="1237" y="1955"/>
                        <a:pt x="1333" y="1875"/>
                      </a:cubicBezTo>
                      <a:cubicBezTo>
                        <a:pt x="1448" y="1584"/>
                        <a:pt x="1390" y="1229"/>
                        <a:pt x="1372" y="925"/>
                      </a:cubicBezTo>
                      <a:cubicBezTo>
                        <a:pt x="1369" y="835"/>
                        <a:pt x="1366" y="746"/>
                        <a:pt x="1363" y="656"/>
                      </a:cubicBezTo>
                      <a:cubicBezTo>
                        <a:pt x="1356" y="437"/>
                        <a:pt x="1346" y="219"/>
                        <a:pt x="1333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35" name="ICON_OUT_WAVE_GRAPHIC_path_056"/>
                <p:cNvSpPr/>
                <p:nvPr/>
              </p:nvSpPr>
              <p:spPr>
                <a:xfrm>
                  <a:off x="8937284" y="3762375"/>
                  <a:ext cx="32869" cy="10385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88" h="8178" fill="norm" stroke="0">
                      <a:moveTo>
                        <a:pt x="1902" y="0"/>
                      </a:moveTo>
                      <a:cubicBezTo>
                        <a:pt x="2108" y="0"/>
                        <a:pt x="2314" y="0"/>
                        <a:pt x="2527" y="0"/>
                      </a:cubicBezTo>
                      <a:cubicBezTo>
                        <a:pt x="2536" y="373"/>
                        <a:pt x="2544" y="746"/>
                        <a:pt x="2549" y="1119"/>
                      </a:cubicBezTo>
                      <a:cubicBezTo>
                        <a:pt x="2551" y="1293"/>
                        <a:pt x="2554" y="1466"/>
                        <a:pt x="2558" y="1639"/>
                      </a:cubicBezTo>
                      <a:cubicBezTo>
                        <a:pt x="2563" y="1807"/>
                        <a:pt x="2565" y="1974"/>
                        <a:pt x="2566" y="2142"/>
                      </a:cubicBezTo>
                      <a:cubicBezTo>
                        <a:pt x="2567" y="2205"/>
                        <a:pt x="2569" y="2269"/>
                        <a:pt x="2571" y="2332"/>
                      </a:cubicBezTo>
                      <a:cubicBezTo>
                        <a:pt x="2588" y="2839"/>
                        <a:pt x="2588" y="2839"/>
                        <a:pt x="2434" y="3034"/>
                      </a:cubicBezTo>
                      <a:cubicBezTo>
                        <a:pt x="2359" y="3102"/>
                        <a:pt x="2283" y="3169"/>
                        <a:pt x="2206" y="3235"/>
                      </a:cubicBezTo>
                      <a:cubicBezTo>
                        <a:pt x="2040" y="3405"/>
                        <a:pt x="2045" y="3587"/>
                        <a:pt x="2039" y="3815"/>
                      </a:cubicBezTo>
                      <a:cubicBezTo>
                        <a:pt x="2036" y="3860"/>
                        <a:pt x="2033" y="3904"/>
                        <a:pt x="2029" y="3950"/>
                      </a:cubicBezTo>
                      <a:cubicBezTo>
                        <a:pt x="2020" y="4092"/>
                        <a:pt x="2013" y="4233"/>
                        <a:pt x="2006" y="4375"/>
                      </a:cubicBezTo>
                      <a:cubicBezTo>
                        <a:pt x="1998" y="4562"/>
                        <a:pt x="1986" y="4748"/>
                        <a:pt x="1974" y="4935"/>
                      </a:cubicBezTo>
                      <a:cubicBezTo>
                        <a:pt x="1972" y="4977"/>
                        <a:pt x="1971" y="5019"/>
                        <a:pt x="1970" y="5062"/>
                      </a:cubicBezTo>
                      <a:cubicBezTo>
                        <a:pt x="1952" y="5328"/>
                        <a:pt x="1894" y="5443"/>
                        <a:pt x="1694" y="5621"/>
                      </a:cubicBezTo>
                      <a:cubicBezTo>
                        <a:pt x="1441" y="5851"/>
                        <a:pt x="1416" y="6044"/>
                        <a:pt x="1399" y="6375"/>
                      </a:cubicBezTo>
                      <a:cubicBezTo>
                        <a:pt x="1395" y="6426"/>
                        <a:pt x="1391" y="6476"/>
                        <a:pt x="1387" y="6528"/>
                      </a:cubicBezTo>
                      <a:cubicBezTo>
                        <a:pt x="1376" y="6660"/>
                        <a:pt x="1368" y="6792"/>
                        <a:pt x="1360" y="6924"/>
                      </a:cubicBezTo>
                      <a:cubicBezTo>
                        <a:pt x="1352" y="7060"/>
                        <a:pt x="1341" y="7195"/>
                        <a:pt x="1331" y="7331"/>
                      </a:cubicBezTo>
                      <a:cubicBezTo>
                        <a:pt x="1311" y="7595"/>
                        <a:pt x="1293" y="7860"/>
                        <a:pt x="1277" y="8125"/>
                      </a:cubicBezTo>
                      <a:cubicBezTo>
                        <a:pt x="749" y="8178"/>
                        <a:pt x="749" y="8178"/>
                        <a:pt x="538" y="8064"/>
                      </a:cubicBezTo>
                      <a:cubicBezTo>
                        <a:pt x="440" y="7973"/>
                        <a:pt x="365" y="7882"/>
                        <a:pt x="287" y="7773"/>
                      </a:cubicBezTo>
                      <a:cubicBezTo>
                        <a:pt x="260" y="7737"/>
                        <a:pt x="234" y="7700"/>
                        <a:pt x="206" y="7663"/>
                      </a:cubicBezTo>
                      <a:cubicBezTo>
                        <a:pt x="3" y="7345"/>
                        <a:pt x="0" y="7094"/>
                        <a:pt x="79" y="6732"/>
                      </a:cubicBezTo>
                      <a:cubicBezTo>
                        <a:pt x="181" y="6300"/>
                        <a:pt x="181" y="6300"/>
                        <a:pt x="342" y="6152"/>
                      </a:cubicBezTo>
                      <a:cubicBezTo>
                        <a:pt x="470" y="6013"/>
                        <a:pt x="481" y="5898"/>
                        <a:pt x="495" y="5717"/>
                      </a:cubicBezTo>
                      <a:cubicBezTo>
                        <a:pt x="502" y="5653"/>
                        <a:pt x="509" y="5589"/>
                        <a:pt x="516" y="5525"/>
                      </a:cubicBezTo>
                      <a:cubicBezTo>
                        <a:pt x="525" y="5426"/>
                        <a:pt x="535" y="5326"/>
                        <a:pt x="543" y="5226"/>
                      </a:cubicBezTo>
                      <a:cubicBezTo>
                        <a:pt x="581" y="4787"/>
                        <a:pt x="625" y="4574"/>
                        <a:pt x="973" y="4279"/>
                      </a:cubicBezTo>
                      <a:cubicBezTo>
                        <a:pt x="1169" y="4049"/>
                        <a:pt x="1153" y="3728"/>
                        <a:pt x="1173" y="3438"/>
                      </a:cubicBezTo>
                      <a:cubicBezTo>
                        <a:pt x="1181" y="3309"/>
                        <a:pt x="1192" y="3181"/>
                        <a:pt x="1205" y="3053"/>
                      </a:cubicBezTo>
                      <a:cubicBezTo>
                        <a:pt x="1206" y="3025"/>
                        <a:pt x="1207" y="2996"/>
                        <a:pt x="1209" y="2967"/>
                      </a:cubicBezTo>
                      <a:cubicBezTo>
                        <a:pt x="1231" y="2746"/>
                        <a:pt x="1320" y="2659"/>
                        <a:pt x="1484" y="2512"/>
                      </a:cubicBezTo>
                      <a:cubicBezTo>
                        <a:pt x="1734" y="2278"/>
                        <a:pt x="1763" y="2083"/>
                        <a:pt x="1780" y="1750"/>
                      </a:cubicBezTo>
                      <a:cubicBezTo>
                        <a:pt x="1784" y="1699"/>
                        <a:pt x="1788" y="1649"/>
                        <a:pt x="1792" y="1597"/>
                      </a:cubicBezTo>
                      <a:cubicBezTo>
                        <a:pt x="1803" y="1465"/>
                        <a:pt x="1811" y="1333"/>
                        <a:pt x="1819" y="1201"/>
                      </a:cubicBezTo>
                      <a:cubicBezTo>
                        <a:pt x="1827" y="1065"/>
                        <a:pt x="1838" y="930"/>
                        <a:pt x="1848" y="794"/>
                      </a:cubicBezTo>
                      <a:cubicBezTo>
                        <a:pt x="1868" y="530"/>
                        <a:pt x="1886" y="265"/>
                        <a:pt x="1902" y="0"/>
                      </a:cubicBezTo>
                      <a:close/>
                    </a:path>
                  </a:pathLst>
                </a:custGeom>
                <a:solidFill>
                  <a:srgbClr val="EA58AE"/>
                </a:solidFill>
                <a:ln w="2646" cap="flat">
                  <a:noFill/>
                </a:ln>
              </p:spPr>
            </p:sp>
            <p:sp>
              <p:nvSpPr>
                <p:cNvPr id="3536" name="ICON_OUT_WAVE_GRAPHIC_path_057"/>
                <p:cNvSpPr/>
                <p:nvPr/>
              </p:nvSpPr>
              <p:spPr>
                <a:xfrm>
                  <a:off x="9095073" y="3458176"/>
                  <a:ext cx="40989" cy="749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227" h="5900" fill="norm" stroke="0">
                      <a:moveTo>
                        <a:pt x="1977" y="411"/>
                      </a:moveTo>
                      <a:cubicBezTo>
                        <a:pt x="1977" y="1374"/>
                        <a:pt x="1977" y="2336"/>
                        <a:pt x="1977" y="3328"/>
                      </a:cubicBezTo>
                      <a:cubicBezTo>
                        <a:pt x="2184" y="3328"/>
                        <a:pt x="2390" y="3328"/>
                        <a:pt x="2602" y="3328"/>
                      </a:cubicBezTo>
                      <a:cubicBezTo>
                        <a:pt x="2602" y="3121"/>
                        <a:pt x="2602" y="2915"/>
                        <a:pt x="2602" y="2703"/>
                      </a:cubicBezTo>
                      <a:cubicBezTo>
                        <a:pt x="2809" y="2703"/>
                        <a:pt x="3015" y="2703"/>
                        <a:pt x="3227" y="2703"/>
                      </a:cubicBezTo>
                      <a:cubicBezTo>
                        <a:pt x="3200" y="2771"/>
                        <a:pt x="3172" y="2840"/>
                        <a:pt x="3144" y="2910"/>
                      </a:cubicBezTo>
                      <a:cubicBezTo>
                        <a:pt x="2783" y="3862"/>
                        <a:pt x="2685" y="4818"/>
                        <a:pt x="2602" y="5828"/>
                      </a:cubicBezTo>
                      <a:cubicBezTo>
                        <a:pt x="2174" y="5900"/>
                        <a:pt x="2174" y="5900"/>
                        <a:pt x="1977" y="5828"/>
                      </a:cubicBezTo>
                      <a:cubicBezTo>
                        <a:pt x="1836" y="5644"/>
                        <a:pt x="1795" y="5439"/>
                        <a:pt x="1743" y="5216"/>
                      </a:cubicBezTo>
                      <a:cubicBezTo>
                        <a:pt x="1720" y="5129"/>
                        <a:pt x="1697" y="5041"/>
                        <a:pt x="1673" y="4955"/>
                      </a:cubicBezTo>
                      <a:cubicBezTo>
                        <a:pt x="1658" y="4901"/>
                        <a:pt x="1645" y="4846"/>
                        <a:pt x="1632" y="4792"/>
                      </a:cubicBezTo>
                      <a:cubicBezTo>
                        <a:pt x="1596" y="4649"/>
                        <a:pt x="1564" y="4580"/>
                        <a:pt x="1456" y="4478"/>
                      </a:cubicBezTo>
                      <a:cubicBezTo>
                        <a:pt x="1315" y="4330"/>
                        <a:pt x="1304" y="4204"/>
                        <a:pt x="1279" y="4006"/>
                      </a:cubicBezTo>
                      <a:cubicBezTo>
                        <a:pt x="1274" y="3971"/>
                        <a:pt x="1270" y="3936"/>
                        <a:pt x="1265" y="3900"/>
                      </a:cubicBezTo>
                      <a:cubicBezTo>
                        <a:pt x="1255" y="3825"/>
                        <a:pt x="1245" y="3751"/>
                        <a:pt x="1236" y="3676"/>
                      </a:cubicBezTo>
                      <a:cubicBezTo>
                        <a:pt x="1222" y="3564"/>
                        <a:pt x="1206" y="3452"/>
                        <a:pt x="1190" y="3340"/>
                      </a:cubicBezTo>
                      <a:cubicBezTo>
                        <a:pt x="1125" y="2854"/>
                        <a:pt x="1161" y="2531"/>
                        <a:pt x="1352" y="2078"/>
                      </a:cubicBezTo>
                      <a:cubicBezTo>
                        <a:pt x="940" y="2078"/>
                        <a:pt x="527" y="2078"/>
                        <a:pt x="102" y="2078"/>
                      </a:cubicBezTo>
                      <a:cubicBezTo>
                        <a:pt x="0" y="1156"/>
                        <a:pt x="0" y="1156"/>
                        <a:pt x="251" y="774"/>
                      </a:cubicBezTo>
                      <a:cubicBezTo>
                        <a:pt x="317" y="695"/>
                        <a:pt x="384" y="617"/>
                        <a:pt x="454" y="541"/>
                      </a:cubicBezTo>
                      <a:cubicBezTo>
                        <a:pt x="470" y="523"/>
                        <a:pt x="470" y="523"/>
                        <a:pt x="548" y="428"/>
                      </a:cubicBezTo>
                      <a:cubicBezTo>
                        <a:pt x="993" y="0"/>
                        <a:pt x="1336" y="283"/>
                        <a:pt x="1977" y="411"/>
                      </a:cubicBezTo>
                      <a:close/>
                    </a:path>
                  </a:pathLst>
                </a:custGeom>
                <a:solidFill>
                  <a:srgbClr val="4378FA"/>
                </a:solidFill>
                <a:ln w="2646" cap="flat">
                  <a:noFill/>
                </a:ln>
              </p:spPr>
            </p:sp>
            <p:sp>
              <p:nvSpPr>
                <p:cNvPr id="3537" name="ICON_OUT_WAVE_GRAPHIC_path_058"/>
                <p:cNvSpPr/>
                <p:nvPr/>
              </p:nvSpPr>
              <p:spPr>
                <a:xfrm>
                  <a:off x="9794081" y="3429000"/>
                  <a:ext cx="24606" cy="714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38" h="5625" fill="norm" stroke="0">
                      <a:moveTo>
                        <a:pt x="271" y="0"/>
                      </a:moveTo>
                      <a:cubicBezTo>
                        <a:pt x="615" y="69"/>
                        <a:pt x="958" y="137"/>
                        <a:pt x="1312" y="208"/>
                      </a:cubicBezTo>
                      <a:cubicBezTo>
                        <a:pt x="1312" y="965"/>
                        <a:pt x="1312" y="1721"/>
                        <a:pt x="1312" y="2500"/>
                      </a:cubicBezTo>
                      <a:cubicBezTo>
                        <a:pt x="1519" y="2500"/>
                        <a:pt x="1725" y="2500"/>
                        <a:pt x="1938" y="2500"/>
                      </a:cubicBezTo>
                      <a:cubicBezTo>
                        <a:pt x="1920" y="2533"/>
                        <a:pt x="1920" y="2533"/>
                        <a:pt x="1832" y="2699"/>
                      </a:cubicBezTo>
                      <a:cubicBezTo>
                        <a:pt x="1495" y="3384"/>
                        <a:pt x="1495" y="3384"/>
                        <a:pt x="1542" y="3673"/>
                      </a:cubicBezTo>
                      <a:cubicBezTo>
                        <a:pt x="1634" y="3932"/>
                        <a:pt x="1777" y="4154"/>
                        <a:pt x="1938" y="4375"/>
                      </a:cubicBezTo>
                      <a:cubicBezTo>
                        <a:pt x="1731" y="4375"/>
                        <a:pt x="1525" y="4375"/>
                        <a:pt x="1312" y="4375"/>
                      </a:cubicBezTo>
                      <a:cubicBezTo>
                        <a:pt x="1312" y="4788"/>
                        <a:pt x="1312" y="5200"/>
                        <a:pt x="1312" y="5625"/>
                      </a:cubicBezTo>
                      <a:cubicBezTo>
                        <a:pt x="1106" y="5625"/>
                        <a:pt x="900" y="5625"/>
                        <a:pt x="688" y="5625"/>
                      </a:cubicBezTo>
                      <a:cubicBezTo>
                        <a:pt x="543" y="5113"/>
                        <a:pt x="470" y="4635"/>
                        <a:pt x="480" y="4104"/>
                      </a:cubicBezTo>
                      <a:cubicBezTo>
                        <a:pt x="480" y="4083"/>
                        <a:pt x="480" y="4083"/>
                        <a:pt x="482" y="3977"/>
                      </a:cubicBezTo>
                      <a:cubicBezTo>
                        <a:pt x="487" y="3765"/>
                        <a:pt x="494" y="3553"/>
                        <a:pt x="505" y="3341"/>
                      </a:cubicBezTo>
                      <a:cubicBezTo>
                        <a:pt x="508" y="3261"/>
                        <a:pt x="510" y="3182"/>
                        <a:pt x="513" y="3102"/>
                      </a:cubicBezTo>
                      <a:cubicBezTo>
                        <a:pt x="515" y="3066"/>
                        <a:pt x="518" y="3029"/>
                        <a:pt x="521" y="2991"/>
                      </a:cubicBezTo>
                      <a:cubicBezTo>
                        <a:pt x="523" y="2882"/>
                        <a:pt x="523" y="2808"/>
                        <a:pt x="479" y="2708"/>
                      </a:cubicBezTo>
                      <a:cubicBezTo>
                        <a:pt x="386" y="2656"/>
                        <a:pt x="386" y="2656"/>
                        <a:pt x="272" y="2612"/>
                      </a:cubicBezTo>
                      <a:cubicBezTo>
                        <a:pt x="157" y="2564"/>
                        <a:pt x="157" y="2564"/>
                        <a:pt x="62" y="2500"/>
                      </a:cubicBezTo>
                      <a:cubicBezTo>
                        <a:pt x="0" y="2330"/>
                        <a:pt x="9" y="2165"/>
                        <a:pt x="15" y="1986"/>
                      </a:cubicBezTo>
                      <a:cubicBezTo>
                        <a:pt x="15" y="1936"/>
                        <a:pt x="15" y="1886"/>
                        <a:pt x="15" y="1834"/>
                      </a:cubicBezTo>
                      <a:cubicBezTo>
                        <a:pt x="15" y="1728"/>
                        <a:pt x="17" y="1623"/>
                        <a:pt x="20" y="1517"/>
                      </a:cubicBezTo>
                      <a:cubicBezTo>
                        <a:pt x="23" y="1381"/>
                        <a:pt x="24" y="1246"/>
                        <a:pt x="24" y="1111"/>
                      </a:cubicBezTo>
                      <a:cubicBezTo>
                        <a:pt x="24" y="981"/>
                        <a:pt x="26" y="852"/>
                        <a:pt x="28" y="723"/>
                      </a:cubicBezTo>
                      <a:cubicBezTo>
                        <a:pt x="28" y="674"/>
                        <a:pt x="28" y="626"/>
                        <a:pt x="28" y="576"/>
                      </a:cubicBezTo>
                      <a:cubicBezTo>
                        <a:pt x="30" y="531"/>
                        <a:pt x="31" y="486"/>
                        <a:pt x="32" y="439"/>
                      </a:cubicBezTo>
                      <a:cubicBezTo>
                        <a:pt x="33" y="399"/>
                        <a:pt x="34" y="360"/>
                        <a:pt x="35" y="319"/>
                      </a:cubicBezTo>
                      <a:cubicBezTo>
                        <a:pt x="62" y="208"/>
                        <a:pt x="62" y="208"/>
                        <a:pt x="271" y="0"/>
                      </a:cubicBezTo>
                      <a:close/>
                    </a:path>
                  </a:pathLst>
                </a:custGeom>
                <a:solidFill>
                  <a:srgbClr val="AA8CD2"/>
                </a:solidFill>
                <a:ln w="2646" cap="flat">
                  <a:noFill/>
                </a:ln>
              </p:spPr>
            </p:sp>
            <p:sp>
              <p:nvSpPr>
                <p:cNvPr id="3538" name="ICON_OUT_WAVE_GRAPHIC_path_059"/>
                <p:cNvSpPr/>
                <p:nvPr/>
              </p:nvSpPr>
              <p:spPr>
                <a:xfrm>
                  <a:off x="8991939" y="3459619"/>
                  <a:ext cx="40955" cy="5719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225" h="4503" fill="norm" stroke="0">
                      <a:moveTo>
                        <a:pt x="974" y="111"/>
                      </a:moveTo>
                      <a:cubicBezTo>
                        <a:pt x="1131" y="152"/>
                        <a:pt x="1226" y="189"/>
                        <a:pt x="1348" y="297"/>
                      </a:cubicBezTo>
                      <a:cubicBezTo>
                        <a:pt x="1448" y="521"/>
                        <a:pt x="1442" y="786"/>
                        <a:pt x="1452" y="1026"/>
                      </a:cubicBezTo>
                      <a:cubicBezTo>
                        <a:pt x="1476" y="1520"/>
                        <a:pt x="1476" y="1520"/>
                        <a:pt x="1557" y="1756"/>
                      </a:cubicBezTo>
                      <a:cubicBezTo>
                        <a:pt x="1776" y="1933"/>
                        <a:pt x="2061" y="1913"/>
                        <a:pt x="2331" y="1931"/>
                      </a:cubicBezTo>
                      <a:cubicBezTo>
                        <a:pt x="2658" y="1956"/>
                        <a:pt x="2857" y="2085"/>
                        <a:pt x="3080" y="2320"/>
                      </a:cubicBezTo>
                      <a:cubicBezTo>
                        <a:pt x="3170" y="2439"/>
                        <a:pt x="3225" y="2531"/>
                        <a:pt x="3221" y="2683"/>
                      </a:cubicBezTo>
                      <a:cubicBezTo>
                        <a:pt x="3151" y="2965"/>
                        <a:pt x="2974" y="3191"/>
                        <a:pt x="2807" y="3422"/>
                      </a:cubicBezTo>
                      <a:cubicBezTo>
                        <a:pt x="2775" y="3469"/>
                        <a:pt x="2744" y="3515"/>
                        <a:pt x="2712" y="3561"/>
                      </a:cubicBezTo>
                      <a:cubicBezTo>
                        <a:pt x="2629" y="3684"/>
                        <a:pt x="2544" y="3805"/>
                        <a:pt x="2455" y="3924"/>
                      </a:cubicBezTo>
                      <a:cubicBezTo>
                        <a:pt x="2421" y="3971"/>
                        <a:pt x="2387" y="4019"/>
                        <a:pt x="2353" y="4066"/>
                      </a:cubicBezTo>
                      <a:cubicBezTo>
                        <a:pt x="2091" y="4435"/>
                        <a:pt x="2091" y="4435"/>
                        <a:pt x="1893" y="4484"/>
                      </a:cubicBezTo>
                      <a:cubicBezTo>
                        <a:pt x="1709" y="4503"/>
                        <a:pt x="1531" y="4489"/>
                        <a:pt x="1348" y="4464"/>
                      </a:cubicBezTo>
                      <a:cubicBezTo>
                        <a:pt x="1350" y="4441"/>
                        <a:pt x="1351" y="4418"/>
                        <a:pt x="1352" y="4394"/>
                      </a:cubicBezTo>
                      <a:cubicBezTo>
                        <a:pt x="1366" y="4154"/>
                        <a:pt x="1376" y="3915"/>
                        <a:pt x="1383" y="3674"/>
                      </a:cubicBezTo>
                      <a:cubicBezTo>
                        <a:pt x="1386" y="3585"/>
                        <a:pt x="1390" y="3495"/>
                        <a:pt x="1395" y="3406"/>
                      </a:cubicBezTo>
                      <a:cubicBezTo>
                        <a:pt x="1431" y="2801"/>
                        <a:pt x="1431" y="2801"/>
                        <a:pt x="1348" y="2589"/>
                      </a:cubicBezTo>
                      <a:cubicBezTo>
                        <a:pt x="1209" y="2461"/>
                        <a:pt x="1040" y="2438"/>
                        <a:pt x="859" y="2413"/>
                      </a:cubicBezTo>
                      <a:cubicBezTo>
                        <a:pt x="814" y="2403"/>
                        <a:pt x="769" y="2392"/>
                        <a:pt x="723" y="2381"/>
                      </a:cubicBezTo>
                      <a:cubicBezTo>
                        <a:pt x="700" y="2264"/>
                        <a:pt x="723" y="2176"/>
                        <a:pt x="743" y="2060"/>
                      </a:cubicBezTo>
                      <a:cubicBezTo>
                        <a:pt x="739" y="2044"/>
                        <a:pt x="739" y="2044"/>
                        <a:pt x="723" y="1964"/>
                      </a:cubicBezTo>
                      <a:cubicBezTo>
                        <a:pt x="588" y="1924"/>
                        <a:pt x="588" y="1924"/>
                        <a:pt x="504" y="1909"/>
                      </a:cubicBezTo>
                      <a:cubicBezTo>
                        <a:pt x="356" y="1882"/>
                        <a:pt x="220" y="1848"/>
                        <a:pt x="98" y="1756"/>
                      </a:cubicBezTo>
                      <a:cubicBezTo>
                        <a:pt x="0" y="1566"/>
                        <a:pt x="26" y="1336"/>
                        <a:pt x="40" y="1128"/>
                      </a:cubicBezTo>
                      <a:cubicBezTo>
                        <a:pt x="46" y="1027"/>
                        <a:pt x="48" y="926"/>
                        <a:pt x="49" y="824"/>
                      </a:cubicBezTo>
                      <a:cubicBezTo>
                        <a:pt x="51" y="759"/>
                        <a:pt x="54" y="694"/>
                        <a:pt x="56" y="629"/>
                      </a:cubicBezTo>
                      <a:cubicBezTo>
                        <a:pt x="56" y="614"/>
                        <a:pt x="56" y="614"/>
                        <a:pt x="59" y="538"/>
                      </a:cubicBezTo>
                      <a:cubicBezTo>
                        <a:pt x="70" y="377"/>
                        <a:pt x="90" y="308"/>
                        <a:pt x="190" y="174"/>
                      </a:cubicBezTo>
                      <a:cubicBezTo>
                        <a:pt x="429" y="0"/>
                        <a:pt x="696" y="70"/>
                        <a:pt x="974" y="111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39" name="ICON_OUT_WAVE_GRAPHIC_path_060"/>
                <p:cNvSpPr/>
                <p:nvPr/>
              </p:nvSpPr>
              <p:spPr>
                <a:xfrm>
                  <a:off x="10033001" y="3436713"/>
                  <a:ext cx="24590" cy="7430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36" h="5851" fill="norm" stroke="0">
                      <a:moveTo>
                        <a:pt x="1081" y="43"/>
                      </a:moveTo>
                      <a:cubicBezTo>
                        <a:pt x="1128" y="53"/>
                        <a:pt x="1174" y="63"/>
                        <a:pt x="1222" y="73"/>
                      </a:cubicBezTo>
                      <a:cubicBezTo>
                        <a:pt x="1270" y="85"/>
                        <a:pt x="1318" y="97"/>
                        <a:pt x="1367" y="109"/>
                      </a:cubicBezTo>
                      <a:cubicBezTo>
                        <a:pt x="1416" y="120"/>
                        <a:pt x="1465" y="131"/>
                        <a:pt x="1515" y="142"/>
                      </a:cubicBezTo>
                      <a:cubicBezTo>
                        <a:pt x="1635" y="169"/>
                        <a:pt x="1755" y="197"/>
                        <a:pt x="1875" y="226"/>
                      </a:cubicBezTo>
                      <a:cubicBezTo>
                        <a:pt x="1885" y="572"/>
                        <a:pt x="1892" y="918"/>
                        <a:pt x="1896" y="1264"/>
                      </a:cubicBezTo>
                      <a:cubicBezTo>
                        <a:pt x="1899" y="1425"/>
                        <a:pt x="1902" y="1585"/>
                        <a:pt x="1906" y="1746"/>
                      </a:cubicBezTo>
                      <a:cubicBezTo>
                        <a:pt x="1911" y="1901"/>
                        <a:pt x="1913" y="2056"/>
                        <a:pt x="1914" y="2212"/>
                      </a:cubicBezTo>
                      <a:cubicBezTo>
                        <a:pt x="1915" y="2271"/>
                        <a:pt x="1917" y="2330"/>
                        <a:pt x="1919" y="2389"/>
                      </a:cubicBezTo>
                      <a:cubicBezTo>
                        <a:pt x="1936" y="2859"/>
                        <a:pt x="1936" y="2859"/>
                        <a:pt x="1781" y="3049"/>
                      </a:cubicBezTo>
                      <a:cubicBezTo>
                        <a:pt x="1706" y="3117"/>
                        <a:pt x="1630" y="3184"/>
                        <a:pt x="1553" y="3251"/>
                      </a:cubicBezTo>
                      <a:cubicBezTo>
                        <a:pt x="1389" y="3424"/>
                        <a:pt x="1400" y="3604"/>
                        <a:pt x="1401" y="3833"/>
                      </a:cubicBezTo>
                      <a:cubicBezTo>
                        <a:pt x="1397" y="3925"/>
                        <a:pt x="1393" y="4016"/>
                        <a:pt x="1388" y="4108"/>
                      </a:cubicBezTo>
                      <a:cubicBezTo>
                        <a:pt x="1384" y="4251"/>
                        <a:pt x="1380" y="4393"/>
                        <a:pt x="1379" y="4536"/>
                      </a:cubicBezTo>
                      <a:cubicBezTo>
                        <a:pt x="1368" y="5319"/>
                        <a:pt x="1368" y="5319"/>
                        <a:pt x="1162" y="5520"/>
                      </a:cubicBezTo>
                      <a:cubicBezTo>
                        <a:pt x="923" y="5683"/>
                        <a:pt x="697" y="5752"/>
                        <a:pt x="417" y="5851"/>
                      </a:cubicBezTo>
                      <a:cubicBezTo>
                        <a:pt x="279" y="5576"/>
                        <a:pt x="142" y="5301"/>
                        <a:pt x="0" y="5018"/>
                      </a:cubicBezTo>
                      <a:cubicBezTo>
                        <a:pt x="206" y="5018"/>
                        <a:pt x="413" y="5018"/>
                        <a:pt x="625" y="5018"/>
                      </a:cubicBezTo>
                      <a:cubicBezTo>
                        <a:pt x="624" y="4958"/>
                        <a:pt x="624" y="4899"/>
                        <a:pt x="624" y="4837"/>
                      </a:cubicBezTo>
                      <a:cubicBezTo>
                        <a:pt x="619" y="4276"/>
                        <a:pt x="616" y="3715"/>
                        <a:pt x="614" y="3154"/>
                      </a:cubicBezTo>
                      <a:cubicBezTo>
                        <a:pt x="613" y="2866"/>
                        <a:pt x="612" y="2577"/>
                        <a:pt x="609" y="2289"/>
                      </a:cubicBezTo>
                      <a:cubicBezTo>
                        <a:pt x="607" y="2037"/>
                        <a:pt x="606" y="1786"/>
                        <a:pt x="605" y="1535"/>
                      </a:cubicBezTo>
                      <a:cubicBezTo>
                        <a:pt x="605" y="1402"/>
                        <a:pt x="604" y="1269"/>
                        <a:pt x="603" y="1135"/>
                      </a:cubicBezTo>
                      <a:cubicBezTo>
                        <a:pt x="601" y="987"/>
                        <a:pt x="601" y="838"/>
                        <a:pt x="601" y="690"/>
                      </a:cubicBezTo>
                      <a:cubicBezTo>
                        <a:pt x="600" y="645"/>
                        <a:pt x="600" y="601"/>
                        <a:pt x="599" y="556"/>
                      </a:cubicBezTo>
                      <a:cubicBezTo>
                        <a:pt x="601" y="223"/>
                        <a:pt x="601" y="223"/>
                        <a:pt x="715" y="91"/>
                      </a:cubicBezTo>
                      <a:cubicBezTo>
                        <a:pt x="862" y="0"/>
                        <a:pt x="915" y="5"/>
                        <a:pt x="1081" y="43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40" name="ICON_OUT_WAVE_GRAPHIC_path_061"/>
                <p:cNvSpPr/>
                <p:nvPr/>
              </p:nvSpPr>
              <p:spPr>
                <a:xfrm>
                  <a:off x="9317056" y="3436938"/>
                  <a:ext cx="36878" cy="635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04" h="5000" fill="norm" stroke="0">
                      <a:moveTo>
                        <a:pt x="124" y="0"/>
                      </a:moveTo>
                      <a:cubicBezTo>
                        <a:pt x="330" y="0"/>
                        <a:pt x="536" y="0"/>
                        <a:pt x="749" y="0"/>
                      </a:cubicBezTo>
                      <a:cubicBezTo>
                        <a:pt x="750" y="24"/>
                        <a:pt x="750" y="24"/>
                        <a:pt x="758" y="143"/>
                      </a:cubicBezTo>
                      <a:cubicBezTo>
                        <a:pt x="870" y="1760"/>
                        <a:pt x="870" y="1760"/>
                        <a:pt x="1296" y="2141"/>
                      </a:cubicBezTo>
                      <a:cubicBezTo>
                        <a:pt x="1514" y="2297"/>
                        <a:pt x="1726" y="2317"/>
                        <a:pt x="1988" y="2343"/>
                      </a:cubicBezTo>
                      <a:cubicBezTo>
                        <a:pt x="2448" y="2388"/>
                        <a:pt x="2448" y="2388"/>
                        <a:pt x="2624" y="2500"/>
                      </a:cubicBezTo>
                      <a:cubicBezTo>
                        <a:pt x="2853" y="2857"/>
                        <a:pt x="2904" y="3338"/>
                        <a:pt x="2832" y="3750"/>
                      </a:cubicBezTo>
                      <a:cubicBezTo>
                        <a:pt x="2700" y="4031"/>
                        <a:pt x="2466" y="4215"/>
                        <a:pt x="2207" y="4375"/>
                      </a:cubicBezTo>
                      <a:cubicBezTo>
                        <a:pt x="1712" y="3970"/>
                        <a:pt x="1326" y="3648"/>
                        <a:pt x="1256" y="2982"/>
                      </a:cubicBezTo>
                      <a:cubicBezTo>
                        <a:pt x="1256" y="2959"/>
                        <a:pt x="1256" y="2959"/>
                        <a:pt x="1252" y="2846"/>
                      </a:cubicBezTo>
                      <a:cubicBezTo>
                        <a:pt x="1242" y="2709"/>
                        <a:pt x="1234" y="2621"/>
                        <a:pt x="1165" y="2500"/>
                      </a:cubicBezTo>
                      <a:cubicBezTo>
                        <a:pt x="977" y="2382"/>
                        <a:pt x="755" y="2338"/>
                        <a:pt x="540" y="2292"/>
                      </a:cubicBezTo>
                      <a:cubicBezTo>
                        <a:pt x="590" y="2463"/>
                        <a:pt x="642" y="2633"/>
                        <a:pt x="695" y="2803"/>
                      </a:cubicBezTo>
                      <a:cubicBezTo>
                        <a:pt x="713" y="2860"/>
                        <a:pt x="731" y="2918"/>
                        <a:pt x="748" y="2976"/>
                      </a:cubicBezTo>
                      <a:cubicBezTo>
                        <a:pt x="841" y="3298"/>
                        <a:pt x="922" y="3532"/>
                        <a:pt x="1178" y="3756"/>
                      </a:cubicBezTo>
                      <a:cubicBezTo>
                        <a:pt x="1302" y="3867"/>
                        <a:pt x="1365" y="3926"/>
                        <a:pt x="1407" y="4088"/>
                      </a:cubicBezTo>
                      <a:cubicBezTo>
                        <a:pt x="1414" y="4229"/>
                        <a:pt x="1410" y="4364"/>
                        <a:pt x="1400" y="4505"/>
                      </a:cubicBezTo>
                      <a:cubicBezTo>
                        <a:pt x="1398" y="4553"/>
                        <a:pt x="1396" y="4601"/>
                        <a:pt x="1394" y="4650"/>
                      </a:cubicBezTo>
                      <a:cubicBezTo>
                        <a:pt x="1389" y="4767"/>
                        <a:pt x="1382" y="4883"/>
                        <a:pt x="1374" y="5000"/>
                      </a:cubicBezTo>
                      <a:cubicBezTo>
                        <a:pt x="1154" y="4950"/>
                        <a:pt x="948" y="4899"/>
                        <a:pt x="749" y="4792"/>
                      </a:cubicBezTo>
                      <a:cubicBezTo>
                        <a:pt x="726" y="4675"/>
                        <a:pt x="747" y="4592"/>
                        <a:pt x="769" y="4476"/>
                      </a:cubicBezTo>
                      <a:cubicBezTo>
                        <a:pt x="762" y="4443"/>
                        <a:pt x="755" y="4409"/>
                        <a:pt x="749" y="4375"/>
                      </a:cubicBezTo>
                      <a:cubicBezTo>
                        <a:pt x="614" y="4342"/>
                        <a:pt x="614" y="4342"/>
                        <a:pt x="529" y="4330"/>
                      </a:cubicBezTo>
                      <a:cubicBezTo>
                        <a:pt x="375" y="4306"/>
                        <a:pt x="243" y="4271"/>
                        <a:pt x="124" y="4167"/>
                      </a:cubicBezTo>
                      <a:cubicBezTo>
                        <a:pt x="0" y="3886"/>
                        <a:pt x="52" y="3533"/>
                        <a:pt x="62" y="3235"/>
                      </a:cubicBezTo>
                      <a:cubicBezTo>
                        <a:pt x="64" y="3142"/>
                        <a:pt x="65" y="3049"/>
                        <a:pt x="65" y="2955"/>
                      </a:cubicBezTo>
                      <a:cubicBezTo>
                        <a:pt x="67" y="2710"/>
                        <a:pt x="74" y="2466"/>
                        <a:pt x="81" y="2221"/>
                      </a:cubicBezTo>
                      <a:cubicBezTo>
                        <a:pt x="87" y="1971"/>
                        <a:pt x="90" y="1721"/>
                        <a:pt x="93" y="1471"/>
                      </a:cubicBezTo>
                      <a:cubicBezTo>
                        <a:pt x="100" y="981"/>
                        <a:pt x="110" y="490"/>
                        <a:pt x="124" y="0"/>
                      </a:cubicBezTo>
                      <a:close/>
                    </a:path>
                  </a:pathLst>
                </a:custGeom>
                <a:solidFill>
                  <a:srgbClr val="517BF5"/>
                </a:solidFill>
                <a:ln w="2646" cap="flat">
                  <a:noFill/>
                </a:ln>
              </p:spPr>
            </p:sp>
            <p:sp>
              <p:nvSpPr>
                <p:cNvPr id="3541" name="ICON_OUT_WAVE_GRAPHIC_path_062"/>
                <p:cNvSpPr/>
                <p:nvPr/>
              </p:nvSpPr>
              <p:spPr>
                <a:xfrm>
                  <a:off x="10024531" y="3499969"/>
                  <a:ext cx="18479" cy="5608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55" h="4416" fill="norm" stroke="0">
                      <a:moveTo>
                        <a:pt x="560" y="11"/>
                      </a:moveTo>
                      <a:cubicBezTo>
                        <a:pt x="849" y="81"/>
                        <a:pt x="1011" y="340"/>
                        <a:pt x="1165" y="577"/>
                      </a:cubicBezTo>
                      <a:cubicBezTo>
                        <a:pt x="1455" y="1141"/>
                        <a:pt x="1357" y="1857"/>
                        <a:pt x="1335" y="2473"/>
                      </a:cubicBezTo>
                      <a:cubicBezTo>
                        <a:pt x="1328" y="2668"/>
                        <a:pt x="1325" y="2864"/>
                        <a:pt x="1322" y="3059"/>
                      </a:cubicBezTo>
                      <a:cubicBezTo>
                        <a:pt x="1316" y="3441"/>
                        <a:pt x="1305" y="3822"/>
                        <a:pt x="1292" y="4204"/>
                      </a:cubicBezTo>
                      <a:cubicBezTo>
                        <a:pt x="1123" y="4245"/>
                        <a:pt x="954" y="4283"/>
                        <a:pt x="784" y="4321"/>
                      </a:cubicBezTo>
                      <a:cubicBezTo>
                        <a:pt x="736" y="4332"/>
                        <a:pt x="688" y="4344"/>
                        <a:pt x="639" y="4356"/>
                      </a:cubicBezTo>
                      <a:cubicBezTo>
                        <a:pt x="592" y="4366"/>
                        <a:pt x="546" y="4376"/>
                        <a:pt x="498" y="4387"/>
                      </a:cubicBezTo>
                      <a:cubicBezTo>
                        <a:pt x="456" y="4396"/>
                        <a:pt x="413" y="4406"/>
                        <a:pt x="369" y="4416"/>
                      </a:cubicBezTo>
                      <a:cubicBezTo>
                        <a:pt x="250" y="4412"/>
                        <a:pt x="250" y="4412"/>
                        <a:pt x="132" y="4333"/>
                      </a:cubicBezTo>
                      <a:cubicBezTo>
                        <a:pt x="0" y="4180"/>
                        <a:pt x="13" y="4013"/>
                        <a:pt x="15" y="3820"/>
                      </a:cubicBezTo>
                      <a:cubicBezTo>
                        <a:pt x="15" y="3781"/>
                        <a:pt x="14" y="3743"/>
                        <a:pt x="14" y="3704"/>
                      </a:cubicBezTo>
                      <a:cubicBezTo>
                        <a:pt x="13" y="3577"/>
                        <a:pt x="14" y="3451"/>
                        <a:pt x="14" y="3325"/>
                      </a:cubicBezTo>
                      <a:cubicBezTo>
                        <a:pt x="14" y="3237"/>
                        <a:pt x="14" y="3149"/>
                        <a:pt x="14" y="3061"/>
                      </a:cubicBezTo>
                      <a:cubicBezTo>
                        <a:pt x="13" y="2876"/>
                        <a:pt x="14" y="2692"/>
                        <a:pt x="15" y="2508"/>
                      </a:cubicBezTo>
                      <a:cubicBezTo>
                        <a:pt x="16" y="2272"/>
                        <a:pt x="15" y="2036"/>
                        <a:pt x="14" y="1800"/>
                      </a:cubicBezTo>
                      <a:cubicBezTo>
                        <a:pt x="13" y="1618"/>
                        <a:pt x="13" y="1437"/>
                        <a:pt x="14" y="1255"/>
                      </a:cubicBezTo>
                      <a:cubicBezTo>
                        <a:pt x="14" y="1168"/>
                        <a:pt x="14" y="1081"/>
                        <a:pt x="14" y="994"/>
                      </a:cubicBezTo>
                      <a:cubicBezTo>
                        <a:pt x="13" y="872"/>
                        <a:pt x="14" y="751"/>
                        <a:pt x="15" y="629"/>
                      </a:cubicBezTo>
                      <a:cubicBezTo>
                        <a:pt x="14" y="593"/>
                        <a:pt x="14" y="557"/>
                        <a:pt x="14" y="520"/>
                      </a:cubicBezTo>
                      <a:cubicBezTo>
                        <a:pt x="16" y="357"/>
                        <a:pt x="22" y="243"/>
                        <a:pt x="135" y="119"/>
                      </a:cubicBezTo>
                      <a:cubicBezTo>
                        <a:pt x="288" y="10"/>
                        <a:pt x="376" y="0"/>
                        <a:pt x="560" y="11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42" name="ICON_OUT_WAVE_GRAPHIC_path_063"/>
                <p:cNvSpPr/>
                <p:nvPr/>
              </p:nvSpPr>
              <p:spPr>
                <a:xfrm>
                  <a:off x="9490792" y="3833812"/>
                  <a:ext cx="19338" cy="5622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23" h="4427" fill="norm" stroke="0">
                      <a:moveTo>
                        <a:pt x="194" y="0"/>
                      </a:moveTo>
                      <a:cubicBezTo>
                        <a:pt x="804" y="305"/>
                        <a:pt x="804" y="305"/>
                        <a:pt x="915" y="364"/>
                      </a:cubicBezTo>
                      <a:cubicBezTo>
                        <a:pt x="1027" y="417"/>
                        <a:pt x="1027" y="417"/>
                        <a:pt x="1146" y="447"/>
                      </a:cubicBezTo>
                      <a:cubicBezTo>
                        <a:pt x="1281" y="489"/>
                        <a:pt x="1349" y="518"/>
                        <a:pt x="1444" y="625"/>
                      </a:cubicBezTo>
                      <a:cubicBezTo>
                        <a:pt x="1523" y="893"/>
                        <a:pt x="1492" y="1190"/>
                        <a:pt x="1484" y="1466"/>
                      </a:cubicBezTo>
                      <a:cubicBezTo>
                        <a:pt x="1484" y="1549"/>
                        <a:pt x="1483" y="1633"/>
                        <a:pt x="1482" y="1717"/>
                      </a:cubicBezTo>
                      <a:cubicBezTo>
                        <a:pt x="1481" y="1937"/>
                        <a:pt x="1477" y="2158"/>
                        <a:pt x="1472" y="2378"/>
                      </a:cubicBezTo>
                      <a:cubicBezTo>
                        <a:pt x="1468" y="2603"/>
                        <a:pt x="1466" y="2827"/>
                        <a:pt x="1464" y="3052"/>
                      </a:cubicBezTo>
                      <a:cubicBezTo>
                        <a:pt x="1459" y="3493"/>
                        <a:pt x="1452" y="3934"/>
                        <a:pt x="1444" y="4375"/>
                      </a:cubicBezTo>
                      <a:cubicBezTo>
                        <a:pt x="835" y="4427"/>
                        <a:pt x="835" y="4427"/>
                        <a:pt x="622" y="4257"/>
                      </a:cubicBezTo>
                      <a:cubicBezTo>
                        <a:pt x="0" y="3585"/>
                        <a:pt x="121" y="2694"/>
                        <a:pt x="151" y="1843"/>
                      </a:cubicBezTo>
                      <a:cubicBezTo>
                        <a:pt x="157" y="1635"/>
                        <a:pt x="160" y="1426"/>
                        <a:pt x="163" y="1218"/>
                      </a:cubicBezTo>
                      <a:cubicBezTo>
                        <a:pt x="170" y="812"/>
                        <a:pt x="180" y="406"/>
                        <a:pt x="194" y="0"/>
                      </a:cubicBezTo>
                      <a:close/>
                    </a:path>
                  </a:pathLst>
                </a:custGeom>
                <a:solidFill>
                  <a:srgbClr val="F253AA"/>
                </a:solidFill>
                <a:ln w="2646" cap="flat">
                  <a:noFill/>
                </a:ln>
              </p:spPr>
            </p:sp>
            <p:sp>
              <p:nvSpPr>
                <p:cNvPr id="3543" name="ICON_OUT_WAVE_GRAPHIC_path_064"/>
                <p:cNvSpPr/>
                <p:nvPr/>
              </p:nvSpPr>
              <p:spPr>
                <a:xfrm>
                  <a:off x="8857702" y="3428669"/>
                  <a:ext cx="16772" cy="5619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21" h="4425" fill="norm" stroke="0">
                      <a:moveTo>
                        <a:pt x="43" y="26"/>
                      </a:moveTo>
                      <a:cubicBezTo>
                        <a:pt x="144" y="19"/>
                        <a:pt x="245" y="14"/>
                        <a:pt x="347" y="9"/>
                      </a:cubicBezTo>
                      <a:cubicBezTo>
                        <a:pt x="375" y="7"/>
                        <a:pt x="404" y="5"/>
                        <a:pt x="433" y="3"/>
                      </a:cubicBezTo>
                      <a:cubicBezTo>
                        <a:pt x="517" y="0"/>
                        <a:pt x="517" y="0"/>
                        <a:pt x="668" y="26"/>
                      </a:cubicBezTo>
                      <a:cubicBezTo>
                        <a:pt x="767" y="162"/>
                        <a:pt x="824" y="297"/>
                        <a:pt x="861" y="460"/>
                      </a:cubicBezTo>
                      <a:cubicBezTo>
                        <a:pt x="868" y="489"/>
                        <a:pt x="875" y="519"/>
                        <a:pt x="882" y="549"/>
                      </a:cubicBezTo>
                      <a:cubicBezTo>
                        <a:pt x="885" y="563"/>
                        <a:pt x="885" y="563"/>
                        <a:pt x="903" y="638"/>
                      </a:cubicBezTo>
                      <a:cubicBezTo>
                        <a:pt x="925" y="725"/>
                        <a:pt x="949" y="812"/>
                        <a:pt x="973" y="899"/>
                      </a:cubicBezTo>
                      <a:cubicBezTo>
                        <a:pt x="987" y="953"/>
                        <a:pt x="1001" y="1007"/>
                        <a:pt x="1014" y="1062"/>
                      </a:cubicBezTo>
                      <a:cubicBezTo>
                        <a:pt x="1050" y="1205"/>
                        <a:pt x="1080" y="1271"/>
                        <a:pt x="1191" y="1371"/>
                      </a:cubicBezTo>
                      <a:cubicBezTo>
                        <a:pt x="1321" y="1515"/>
                        <a:pt x="1319" y="1584"/>
                        <a:pt x="1317" y="1776"/>
                      </a:cubicBezTo>
                      <a:cubicBezTo>
                        <a:pt x="1317" y="1804"/>
                        <a:pt x="1317" y="1833"/>
                        <a:pt x="1317" y="1862"/>
                      </a:cubicBezTo>
                      <a:cubicBezTo>
                        <a:pt x="1317" y="1956"/>
                        <a:pt x="1315" y="2049"/>
                        <a:pt x="1314" y="2143"/>
                      </a:cubicBezTo>
                      <a:cubicBezTo>
                        <a:pt x="1313" y="2208"/>
                        <a:pt x="1313" y="2273"/>
                        <a:pt x="1312" y="2338"/>
                      </a:cubicBezTo>
                      <a:cubicBezTo>
                        <a:pt x="1312" y="2509"/>
                        <a:pt x="1310" y="2680"/>
                        <a:pt x="1308" y="2851"/>
                      </a:cubicBezTo>
                      <a:cubicBezTo>
                        <a:pt x="1305" y="3025"/>
                        <a:pt x="1304" y="3200"/>
                        <a:pt x="1303" y="3374"/>
                      </a:cubicBezTo>
                      <a:cubicBezTo>
                        <a:pt x="1301" y="3717"/>
                        <a:pt x="1298" y="4059"/>
                        <a:pt x="1293" y="4401"/>
                      </a:cubicBezTo>
                      <a:cubicBezTo>
                        <a:pt x="1124" y="4407"/>
                        <a:pt x="955" y="4411"/>
                        <a:pt x="785" y="4414"/>
                      </a:cubicBezTo>
                      <a:cubicBezTo>
                        <a:pt x="737" y="4416"/>
                        <a:pt x="689" y="4418"/>
                        <a:pt x="640" y="4419"/>
                      </a:cubicBezTo>
                      <a:cubicBezTo>
                        <a:pt x="617" y="4420"/>
                        <a:pt x="617" y="4420"/>
                        <a:pt x="500" y="4421"/>
                      </a:cubicBezTo>
                      <a:cubicBezTo>
                        <a:pt x="457" y="4423"/>
                        <a:pt x="415" y="4424"/>
                        <a:pt x="371" y="4425"/>
                      </a:cubicBezTo>
                      <a:cubicBezTo>
                        <a:pt x="243" y="4399"/>
                        <a:pt x="169" y="4362"/>
                        <a:pt x="82" y="4263"/>
                      </a:cubicBezTo>
                      <a:cubicBezTo>
                        <a:pt x="0" y="4115"/>
                        <a:pt x="16" y="3952"/>
                        <a:pt x="19" y="3787"/>
                      </a:cubicBezTo>
                      <a:cubicBezTo>
                        <a:pt x="19" y="3746"/>
                        <a:pt x="19" y="3705"/>
                        <a:pt x="19" y="3663"/>
                      </a:cubicBezTo>
                      <a:cubicBezTo>
                        <a:pt x="20" y="3529"/>
                        <a:pt x="21" y="3395"/>
                        <a:pt x="23" y="3261"/>
                      </a:cubicBezTo>
                      <a:cubicBezTo>
                        <a:pt x="23" y="3168"/>
                        <a:pt x="24" y="3075"/>
                        <a:pt x="24" y="2981"/>
                      </a:cubicBezTo>
                      <a:cubicBezTo>
                        <a:pt x="24" y="2737"/>
                        <a:pt x="26" y="2492"/>
                        <a:pt x="29" y="2247"/>
                      </a:cubicBezTo>
                      <a:cubicBezTo>
                        <a:pt x="31" y="1997"/>
                        <a:pt x="32" y="1747"/>
                        <a:pt x="33" y="1497"/>
                      </a:cubicBezTo>
                      <a:cubicBezTo>
                        <a:pt x="35" y="1007"/>
                        <a:pt x="39" y="516"/>
                        <a:pt x="43" y="26"/>
                      </a:cubicBezTo>
                      <a:close/>
                    </a:path>
                  </a:pathLst>
                </a:custGeom>
                <a:solidFill>
                  <a:srgbClr val="AB8ED3"/>
                </a:solidFill>
                <a:ln w="2646" cap="flat">
                  <a:noFill/>
                </a:ln>
              </p:spPr>
            </p:sp>
            <p:sp>
              <p:nvSpPr>
                <p:cNvPr id="3544" name="ICON_OUT_WAVE_GRAPHIC_path_065"/>
                <p:cNvSpPr/>
                <p:nvPr/>
              </p:nvSpPr>
              <p:spPr>
                <a:xfrm>
                  <a:off x="9723037" y="3444580"/>
                  <a:ext cx="35888" cy="4905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826" h="3863" fill="norm" stroke="0">
                      <a:moveTo>
                        <a:pt x="2336" y="10"/>
                      </a:moveTo>
                      <a:cubicBezTo>
                        <a:pt x="2373" y="12"/>
                        <a:pt x="2410" y="14"/>
                        <a:pt x="2448" y="16"/>
                      </a:cubicBezTo>
                      <a:cubicBezTo>
                        <a:pt x="2475" y="18"/>
                        <a:pt x="2503" y="21"/>
                        <a:pt x="2532" y="23"/>
                      </a:cubicBezTo>
                      <a:cubicBezTo>
                        <a:pt x="2826" y="1279"/>
                        <a:pt x="2826" y="1279"/>
                        <a:pt x="2692" y="1595"/>
                      </a:cubicBezTo>
                      <a:cubicBezTo>
                        <a:pt x="2595" y="1714"/>
                        <a:pt x="2487" y="1796"/>
                        <a:pt x="2362" y="1885"/>
                      </a:cubicBezTo>
                      <a:cubicBezTo>
                        <a:pt x="2125" y="2062"/>
                        <a:pt x="2071" y="2197"/>
                        <a:pt x="2028" y="2488"/>
                      </a:cubicBezTo>
                      <a:cubicBezTo>
                        <a:pt x="2022" y="2534"/>
                        <a:pt x="2016" y="2580"/>
                        <a:pt x="2011" y="2627"/>
                      </a:cubicBezTo>
                      <a:cubicBezTo>
                        <a:pt x="1948" y="3086"/>
                        <a:pt x="1821" y="3377"/>
                        <a:pt x="1452" y="3668"/>
                      </a:cubicBezTo>
                      <a:cubicBezTo>
                        <a:pt x="1242" y="3809"/>
                        <a:pt x="1073" y="3863"/>
                        <a:pt x="816" y="3834"/>
                      </a:cubicBezTo>
                      <a:cubicBezTo>
                        <a:pt x="508" y="3739"/>
                        <a:pt x="254" y="3500"/>
                        <a:pt x="75" y="3239"/>
                      </a:cubicBezTo>
                      <a:cubicBezTo>
                        <a:pt x="0" y="3082"/>
                        <a:pt x="18" y="2959"/>
                        <a:pt x="71" y="2797"/>
                      </a:cubicBezTo>
                      <a:cubicBezTo>
                        <a:pt x="79" y="2769"/>
                        <a:pt x="88" y="2742"/>
                        <a:pt x="97" y="2714"/>
                      </a:cubicBezTo>
                      <a:cubicBezTo>
                        <a:pt x="132" y="2638"/>
                        <a:pt x="132" y="2638"/>
                        <a:pt x="240" y="2523"/>
                      </a:cubicBezTo>
                      <a:cubicBezTo>
                        <a:pt x="377" y="2523"/>
                        <a:pt x="515" y="2523"/>
                        <a:pt x="657" y="2523"/>
                      </a:cubicBezTo>
                      <a:cubicBezTo>
                        <a:pt x="657" y="1905"/>
                        <a:pt x="657" y="1286"/>
                        <a:pt x="657" y="648"/>
                      </a:cubicBezTo>
                      <a:cubicBezTo>
                        <a:pt x="863" y="648"/>
                        <a:pt x="1069" y="648"/>
                        <a:pt x="1282" y="648"/>
                      </a:cubicBezTo>
                      <a:cubicBezTo>
                        <a:pt x="1282" y="1061"/>
                        <a:pt x="1282" y="1473"/>
                        <a:pt x="1282" y="1898"/>
                      </a:cubicBezTo>
                      <a:cubicBezTo>
                        <a:pt x="1488" y="1898"/>
                        <a:pt x="1694" y="1898"/>
                        <a:pt x="1907" y="1898"/>
                      </a:cubicBezTo>
                      <a:cubicBezTo>
                        <a:pt x="1905" y="1849"/>
                        <a:pt x="1904" y="1799"/>
                        <a:pt x="1903" y="1749"/>
                      </a:cubicBezTo>
                      <a:cubicBezTo>
                        <a:pt x="1900" y="1565"/>
                        <a:pt x="1897" y="1381"/>
                        <a:pt x="1895" y="1197"/>
                      </a:cubicBezTo>
                      <a:cubicBezTo>
                        <a:pt x="1894" y="1118"/>
                        <a:pt x="1893" y="1039"/>
                        <a:pt x="1891" y="959"/>
                      </a:cubicBezTo>
                      <a:cubicBezTo>
                        <a:pt x="1888" y="845"/>
                        <a:pt x="1887" y="731"/>
                        <a:pt x="1886" y="616"/>
                      </a:cubicBezTo>
                      <a:cubicBezTo>
                        <a:pt x="1885" y="581"/>
                        <a:pt x="1884" y="546"/>
                        <a:pt x="1883" y="509"/>
                      </a:cubicBezTo>
                      <a:cubicBezTo>
                        <a:pt x="1883" y="346"/>
                        <a:pt x="1886" y="230"/>
                        <a:pt x="1998" y="104"/>
                      </a:cubicBezTo>
                      <a:cubicBezTo>
                        <a:pt x="2127" y="15"/>
                        <a:pt x="2182" y="0"/>
                        <a:pt x="2336" y="10"/>
                      </a:cubicBezTo>
                      <a:close/>
                    </a:path>
                  </a:pathLst>
                </a:custGeom>
                <a:solidFill>
                  <a:srgbClr val="AA8AD1"/>
                </a:solidFill>
                <a:ln w="2646" cap="flat">
                  <a:noFill/>
                </a:ln>
              </p:spPr>
            </p:sp>
            <p:sp>
              <p:nvSpPr>
                <p:cNvPr id="3545" name="ICON_OUT_WAVE_GRAPHIC_path_066"/>
                <p:cNvSpPr/>
                <p:nvPr/>
              </p:nvSpPr>
              <p:spPr>
                <a:xfrm>
                  <a:off x="9128125" y="3476625"/>
                  <a:ext cx="32618" cy="402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68" h="3166" fill="norm" stroke="0">
                      <a:moveTo>
                        <a:pt x="625" y="0"/>
                      </a:moveTo>
                      <a:cubicBezTo>
                        <a:pt x="831" y="0"/>
                        <a:pt x="1038" y="0"/>
                        <a:pt x="1250" y="0"/>
                      </a:cubicBezTo>
                      <a:cubicBezTo>
                        <a:pt x="1250" y="413"/>
                        <a:pt x="1250" y="825"/>
                        <a:pt x="1250" y="1250"/>
                      </a:cubicBezTo>
                      <a:cubicBezTo>
                        <a:pt x="1456" y="1250"/>
                        <a:pt x="1663" y="1250"/>
                        <a:pt x="1875" y="1250"/>
                      </a:cubicBezTo>
                      <a:cubicBezTo>
                        <a:pt x="1875" y="1044"/>
                        <a:pt x="1875" y="837"/>
                        <a:pt x="1875" y="625"/>
                      </a:cubicBezTo>
                      <a:cubicBezTo>
                        <a:pt x="2101" y="640"/>
                        <a:pt x="2339" y="658"/>
                        <a:pt x="2500" y="833"/>
                      </a:cubicBezTo>
                      <a:cubicBezTo>
                        <a:pt x="2558" y="1007"/>
                        <a:pt x="2564" y="1172"/>
                        <a:pt x="2565" y="1354"/>
                      </a:cubicBezTo>
                      <a:cubicBezTo>
                        <a:pt x="2566" y="1401"/>
                        <a:pt x="2567" y="1448"/>
                        <a:pt x="2568" y="1497"/>
                      </a:cubicBezTo>
                      <a:cubicBezTo>
                        <a:pt x="2562" y="1636"/>
                        <a:pt x="2552" y="1745"/>
                        <a:pt x="2500" y="1875"/>
                      </a:cubicBezTo>
                      <a:cubicBezTo>
                        <a:pt x="2398" y="1941"/>
                        <a:pt x="2296" y="1978"/>
                        <a:pt x="2182" y="2022"/>
                      </a:cubicBezTo>
                      <a:cubicBezTo>
                        <a:pt x="2046" y="2106"/>
                        <a:pt x="2034" y="2178"/>
                        <a:pt x="1997" y="2331"/>
                      </a:cubicBezTo>
                      <a:cubicBezTo>
                        <a:pt x="1981" y="2426"/>
                        <a:pt x="1966" y="2522"/>
                        <a:pt x="1953" y="2617"/>
                      </a:cubicBezTo>
                      <a:cubicBezTo>
                        <a:pt x="1949" y="2641"/>
                        <a:pt x="1949" y="2641"/>
                        <a:pt x="1929" y="2765"/>
                      </a:cubicBezTo>
                      <a:cubicBezTo>
                        <a:pt x="1909" y="2885"/>
                        <a:pt x="1891" y="3005"/>
                        <a:pt x="1875" y="3125"/>
                      </a:cubicBezTo>
                      <a:cubicBezTo>
                        <a:pt x="1775" y="3136"/>
                        <a:pt x="1676" y="3145"/>
                        <a:pt x="1575" y="3151"/>
                      </a:cubicBezTo>
                      <a:cubicBezTo>
                        <a:pt x="1561" y="3153"/>
                        <a:pt x="1561" y="3153"/>
                        <a:pt x="1490" y="3162"/>
                      </a:cubicBezTo>
                      <a:cubicBezTo>
                        <a:pt x="1396" y="3166"/>
                        <a:pt x="1337" y="3165"/>
                        <a:pt x="1250" y="3125"/>
                      </a:cubicBezTo>
                      <a:cubicBezTo>
                        <a:pt x="1202" y="3035"/>
                        <a:pt x="1202" y="3035"/>
                        <a:pt x="1159" y="2923"/>
                      </a:cubicBezTo>
                      <a:cubicBezTo>
                        <a:pt x="1098" y="2780"/>
                        <a:pt x="1071" y="2722"/>
                        <a:pt x="928" y="2655"/>
                      </a:cubicBezTo>
                      <a:cubicBezTo>
                        <a:pt x="788" y="2621"/>
                        <a:pt x="650" y="2597"/>
                        <a:pt x="508" y="2578"/>
                      </a:cubicBezTo>
                      <a:cubicBezTo>
                        <a:pt x="484" y="2574"/>
                        <a:pt x="484" y="2574"/>
                        <a:pt x="360" y="2554"/>
                      </a:cubicBezTo>
                      <a:cubicBezTo>
                        <a:pt x="240" y="2534"/>
                        <a:pt x="120" y="2516"/>
                        <a:pt x="0" y="2500"/>
                      </a:cubicBezTo>
                      <a:cubicBezTo>
                        <a:pt x="208" y="2083"/>
                        <a:pt x="417" y="1667"/>
                        <a:pt x="625" y="1250"/>
                      </a:cubicBezTo>
                      <a:cubicBezTo>
                        <a:pt x="419" y="1250"/>
                        <a:pt x="212" y="1250"/>
                        <a:pt x="0" y="1250"/>
                      </a:cubicBezTo>
                      <a:cubicBezTo>
                        <a:pt x="305" y="640"/>
                        <a:pt x="305" y="640"/>
                        <a:pt x="363" y="529"/>
                      </a:cubicBezTo>
                      <a:cubicBezTo>
                        <a:pt x="417" y="417"/>
                        <a:pt x="417" y="417"/>
                        <a:pt x="455" y="296"/>
                      </a:cubicBezTo>
                      <a:cubicBezTo>
                        <a:pt x="496" y="181"/>
                        <a:pt x="496" y="181"/>
                        <a:pt x="625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46" name="ICON_OUT_WAVE_GRAPHIC_path_067"/>
                <p:cNvSpPr/>
                <p:nvPr/>
              </p:nvSpPr>
              <p:spPr>
                <a:xfrm>
                  <a:off x="9889514" y="3451831"/>
                  <a:ext cx="24424" cy="6470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23" h="5095" fill="norm" stroke="0">
                      <a:moveTo>
                        <a:pt x="48" y="77"/>
                      </a:moveTo>
                      <a:cubicBezTo>
                        <a:pt x="265" y="22"/>
                        <a:pt x="459" y="0"/>
                        <a:pt x="673" y="77"/>
                      </a:cubicBezTo>
                      <a:cubicBezTo>
                        <a:pt x="971" y="267"/>
                        <a:pt x="1190" y="576"/>
                        <a:pt x="1298" y="911"/>
                      </a:cubicBezTo>
                      <a:cubicBezTo>
                        <a:pt x="1400" y="1368"/>
                        <a:pt x="1361" y="1856"/>
                        <a:pt x="1341" y="2320"/>
                      </a:cubicBezTo>
                      <a:cubicBezTo>
                        <a:pt x="1335" y="2490"/>
                        <a:pt x="1332" y="2661"/>
                        <a:pt x="1329" y="2831"/>
                      </a:cubicBezTo>
                      <a:cubicBezTo>
                        <a:pt x="1322" y="3163"/>
                        <a:pt x="1311" y="3495"/>
                        <a:pt x="1298" y="3827"/>
                      </a:cubicBezTo>
                      <a:cubicBezTo>
                        <a:pt x="1504" y="3827"/>
                        <a:pt x="1711" y="3827"/>
                        <a:pt x="1923" y="3827"/>
                      </a:cubicBezTo>
                      <a:cubicBezTo>
                        <a:pt x="1618" y="4438"/>
                        <a:pt x="1618" y="4438"/>
                        <a:pt x="1560" y="4548"/>
                      </a:cubicBezTo>
                      <a:cubicBezTo>
                        <a:pt x="1506" y="4661"/>
                        <a:pt x="1506" y="4661"/>
                        <a:pt x="1468" y="4781"/>
                      </a:cubicBezTo>
                      <a:cubicBezTo>
                        <a:pt x="1424" y="4908"/>
                        <a:pt x="1392" y="4981"/>
                        <a:pt x="1298" y="5077"/>
                      </a:cubicBezTo>
                      <a:cubicBezTo>
                        <a:pt x="1184" y="5091"/>
                        <a:pt x="1091" y="5095"/>
                        <a:pt x="978" y="5089"/>
                      </a:cubicBezTo>
                      <a:cubicBezTo>
                        <a:pt x="948" y="5088"/>
                        <a:pt x="919" y="5087"/>
                        <a:pt x="889" y="5086"/>
                      </a:cubicBezTo>
                      <a:cubicBezTo>
                        <a:pt x="817" y="5084"/>
                        <a:pt x="745" y="5081"/>
                        <a:pt x="673" y="5077"/>
                      </a:cubicBezTo>
                      <a:cubicBezTo>
                        <a:pt x="671" y="5041"/>
                        <a:pt x="670" y="5005"/>
                        <a:pt x="668" y="4968"/>
                      </a:cubicBezTo>
                      <a:cubicBezTo>
                        <a:pt x="652" y="4627"/>
                        <a:pt x="634" y="4287"/>
                        <a:pt x="613" y="3947"/>
                      </a:cubicBezTo>
                      <a:cubicBezTo>
                        <a:pt x="603" y="3772"/>
                        <a:pt x="593" y="3598"/>
                        <a:pt x="585" y="3423"/>
                      </a:cubicBezTo>
                      <a:cubicBezTo>
                        <a:pt x="577" y="3254"/>
                        <a:pt x="568" y="3085"/>
                        <a:pt x="557" y="2916"/>
                      </a:cubicBezTo>
                      <a:cubicBezTo>
                        <a:pt x="553" y="2852"/>
                        <a:pt x="550" y="2787"/>
                        <a:pt x="548" y="2723"/>
                      </a:cubicBezTo>
                      <a:cubicBezTo>
                        <a:pt x="540" y="2527"/>
                        <a:pt x="529" y="2346"/>
                        <a:pt x="465" y="2161"/>
                      </a:cubicBezTo>
                      <a:cubicBezTo>
                        <a:pt x="360" y="2083"/>
                        <a:pt x="263" y="2046"/>
                        <a:pt x="141" y="2002"/>
                      </a:cubicBezTo>
                      <a:cubicBezTo>
                        <a:pt x="48" y="1952"/>
                        <a:pt x="48" y="1952"/>
                        <a:pt x="11" y="1864"/>
                      </a:cubicBezTo>
                      <a:cubicBezTo>
                        <a:pt x="0" y="1748"/>
                        <a:pt x="1" y="1638"/>
                        <a:pt x="8" y="1522"/>
                      </a:cubicBezTo>
                      <a:cubicBezTo>
                        <a:pt x="8" y="1480"/>
                        <a:pt x="9" y="1439"/>
                        <a:pt x="9" y="1397"/>
                      </a:cubicBezTo>
                      <a:cubicBezTo>
                        <a:pt x="11" y="1265"/>
                        <a:pt x="17" y="1133"/>
                        <a:pt x="22" y="1002"/>
                      </a:cubicBezTo>
                      <a:cubicBezTo>
                        <a:pt x="24" y="912"/>
                        <a:pt x="26" y="823"/>
                        <a:pt x="28" y="734"/>
                      </a:cubicBezTo>
                      <a:cubicBezTo>
                        <a:pt x="32" y="515"/>
                        <a:pt x="39" y="296"/>
                        <a:pt x="48" y="77"/>
                      </a:cubicBezTo>
                      <a:close/>
                    </a:path>
                  </a:pathLst>
                </a:custGeom>
                <a:solidFill>
                  <a:srgbClr val="A189D5"/>
                </a:solidFill>
                <a:ln w="2646" cap="flat">
                  <a:noFill/>
                </a:ln>
              </p:spPr>
            </p:sp>
            <p:sp>
              <p:nvSpPr>
                <p:cNvPr id="3547" name="ICON_OUT_WAVE_GRAPHIC_path_068"/>
                <p:cNvSpPr/>
                <p:nvPr/>
              </p:nvSpPr>
              <p:spPr>
                <a:xfrm>
                  <a:off x="8873057" y="3769952"/>
                  <a:ext cx="25657" cy="4824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020" h="3799" fill="norm" stroke="0">
                      <a:moveTo>
                        <a:pt x="1572" y="0"/>
                      </a:moveTo>
                      <a:cubicBezTo>
                        <a:pt x="1702" y="3"/>
                        <a:pt x="1830" y="14"/>
                        <a:pt x="1959" y="28"/>
                      </a:cubicBezTo>
                      <a:cubicBezTo>
                        <a:pt x="1969" y="258"/>
                        <a:pt x="1977" y="488"/>
                        <a:pt x="1982" y="717"/>
                      </a:cubicBezTo>
                      <a:cubicBezTo>
                        <a:pt x="1984" y="796"/>
                        <a:pt x="1987" y="874"/>
                        <a:pt x="1990" y="951"/>
                      </a:cubicBezTo>
                      <a:cubicBezTo>
                        <a:pt x="2020" y="1605"/>
                        <a:pt x="2020" y="1605"/>
                        <a:pt x="1872" y="1824"/>
                      </a:cubicBezTo>
                      <a:cubicBezTo>
                        <a:pt x="1799" y="1891"/>
                        <a:pt x="1724" y="1956"/>
                        <a:pt x="1647" y="2017"/>
                      </a:cubicBezTo>
                      <a:cubicBezTo>
                        <a:pt x="1466" y="2181"/>
                        <a:pt x="1411" y="2393"/>
                        <a:pt x="1334" y="2620"/>
                      </a:cubicBezTo>
                      <a:cubicBezTo>
                        <a:pt x="1098" y="3249"/>
                        <a:pt x="1098" y="3249"/>
                        <a:pt x="930" y="3531"/>
                      </a:cubicBezTo>
                      <a:cubicBezTo>
                        <a:pt x="918" y="3557"/>
                        <a:pt x="904" y="3582"/>
                        <a:pt x="891" y="3609"/>
                      </a:cubicBezTo>
                      <a:cubicBezTo>
                        <a:pt x="835" y="3696"/>
                        <a:pt x="802" y="3732"/>
                        <a:pt x="709" y="3778"/>
                      </a:cubicBezTo>
                      <a:cubicBezTo>
                        <a:pt x="499" y="3799"/>
                        <a:pt x="295" y="3793"/>
                        <a:pt x="84" y="3778"/>
                      </a:cubicBezTo>
                      <a:cubicBezTo>
                        <a:pt x="70" y="3483"/>
                        <a:pt x="59" y="3188"/>
                        <a:pt x="52" y="2893"/>
                      </a:cubicBezTo>
                      <a:cubicBezTo>
                        <a:pt x="49" y="2756"/>
                        <a:pt x="44" y="2619"/>
                        <a:pt x="37" y="2481"/>
                      </a:cubicBezTo>
                      <a:cubicBezTo>
                        <a:pt x="0" y="1750"/>
                        <a:pt x="0" y="1750"/>
                        <a:pt x="84" y="1487"/>
                      </a:cubicBezTo>
                      <a:cubicBezTo>
                        <a:pt x="212" y="1350"/>
                        <a:pt x="378" y="1334"/>
                        <a:pt x="556" y="1309"/>
                      </a:cubicBezTo>
                      <a:cubicBezTo>
                        <a:pt x="709" y="1278"/>
                        <a:pt x="709" y="1278"/>
                        <a:pt x="796" y="1194"/>
                      </a:cubicBezTo>
                      <a:cubicBezTo>
                        <a:pt x="854" y="1089"/>
                        <a:pt x="901" y="987"/>
                        <a:pt x="944" y="875"/>
                      </a:cubicBezTo>
                      <a:cubicBezTo>
                        <a:pt x="974" y="803"/>
                        <a:pt x="1005" y="732"/>
                        <a:pt x="1036" y="661"/>
                      </a:cubicBezTo>
                      <a:cubicBezTo>
                        <a:pt x="1084" y="549"/>
                        <a:pt x="1127" y="441"/>
                        <a:pt x="1161" y="325"/>
                      </a:cubicBezTo>
                      <a:cubicBezTo>
                        <a:pt x="1245" y="88"/>
                        <a:pt x="1308" y="7"/>
                        <a:pt x="1572" y="0"/>
                      </a:cubicBezTo>
                      <a:close/>
                    </a:path>
                  </a:pathLst>
                </a:custGeom>
                <a:solidFill>
                  <a:srgbClr val="EC57AD"/>
                </a:solidFill>
                <a:ln w="2646" cap="flat">
                  <a:noFill/>
                </a:ln>
              </p:spPr>
            </p:sp>
            <p:sp>
              <p:nvSpPr>
                <p:cNvPr id="3548" name="ICON_OUT_WAVE_GRAPHIC_path_069"/>
                <p:cNvSpPr/>
                <p:nvPr/>
              </p:nvSpPr>
              <p:spPr>
                <a:xfrm>
                  <a:off x="9812734" y="3459586"/>
                  <a:ext cx="37970" cy="4266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90" h="3359" fill="norm" stroke="0">
                      <a:moveTo>
                        <a:pt x="1094" y="92"/>
                      </a:moveTo>
                      <a:cubicBezTo>
                        <a:pt x="1090" y="129"/>
                        <a:pt x="1087" y="165"/>
                        <a:pt x="1084" y="203"/>
                      </a:cubicBezTo>
                      <a:cubicBezTo>
                        <a:pt x="1004" y="1234"/>
                        <a:pt x="1004" y="1234"/>
                        <a:pt x="1155" y="1415"/>
                      </a:cubicBezTo>
                      <a:cubicBezTo>
                        <a:pt x="1291" y="1488"/>
                        <a:pt x="1428" y="1501"/>
                        <a:pt x="1580" y="1520"/>
                      </a:cubicBezTo>
                      <a:cubicBezTo>
                        <a:pt x="1625" y="1530"/>
                        <a:pt x="1671" y="1540"/>
                        <a:pt x="1719" y="1550"/>
                      </a:cubicBezTo>
                      <a:cubicBezTo>
                        <a:pt x="1778" y="1696"/>
                        <a:pt x="1758" y="1816"/>
                        <a:pt x="1719" y="1967"/>
                      </a:cubicBezTo>
                      <a:cubicBezTo>
                        <a:pt x="1757" y="1959"/>
                        <a:pt x="1795" y="1952"/>
                        <a:pt x="1834" y="1945"/>
                      </a:cubicBezTo>
                      <a:cubicBezTo>
                        <a:pt x="2100" y="1910"/>
                        <a:pt x="2303" y="1921"/>
                        <a:pt x="2524" y="2084"/>
                      </a:cubicBezTo>
                      <a:cubicBezTo>
                        <a:pt x="2582" y="2135"/>
                        <a:pt x="2640" y="2187"/>
                        <a:pt x="2695" y="2240"/>
                      </a:cubicBezTo>
                      <a:cubicBezTo>
                        <a:pt x="2723" y="2265"/>
                        <a:pt x="2750" y="2289"/>
                        <a:pt x="2778" y="2314"/>
                      </a:cubicBezTo>
                      <a:cubicBezTo>
                        <a:pt x="2962" y="2508"/>
                        <a:pt x="2990" y="2668"/>
                        <a:pt x="2986" y="2926"/>
                      </a:cubicBezTo>
                      <a:cubicBezTo>
                        <a:pt x="2982" y="3023"/>
                        <a:pt x="2976" y="3120"/>
                        <a:pt x="2969" y="3217"/>
                      </a:cubicBezTo>
                      <a:cubicBezTo>
                        <a:pt x="1463" y="3359"/>
                        <a:pt x="1463" y="3359"/>
                        <a:pt x="1020" y="3068"/>
                      </a:cubicBezTo>
                      <a:cubicBezTo>
                        <a:pt x="446" y="2577"/>
                        <a:pt x="63" y="1753"/>
                        <a:pt x="0" y="1003"/>
                      </a:cubicBezTo>
                      <a:cubicBezTo>
                        <a:pt x="21" y="764"/>
                        <a:pt x="103" y="571"/>
                        <a:pt x="221" y="365"/>
                      </a:cubicBezTo>
                      <a:cubicBezTo>
                        <a:pt x="236" y="338"/>
                        <a:pt x="250" y="310"/>
                        <a:pt x="265" y="282"/>
                      </a:cubicBezTo>
                      <a:cubicBezTo>
                        <a:pt x="456" y="0"/>
                        <a:pt x="792" y="69"/>
                        <a:pt x="1094" y="92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49" name="ICON_OUT_WAVE_GRAPHIC_path_070"/>
                <p:cNvSpPr/>
                <p:nvPr/>
              </p:nvSpPr>
              <p:spPr>
                <a:xfrm>
                  <a:off x="10040578" y="3801441"/>
                  <a:ext cx="17902" cy="4830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10" h="3804" fill="norm" stroke="0">
                      <a:moveTo>
                        <a:pt x="28" y="49"/>
                      </a:moveTo>
                      <a:cubicBezTo>
                        <a:pt x="556" y="0"/>
                        <a:pt x="556" y="0"/>
                        <a:pt x="763" y="104"/>
                      </a:cubicBezTo>
                      <a:cubicBezTo>
                        <a:pt x="858" y="189"/>
                        <a:pt x="929" y="274"/>
                        <a:pt x="1002" y="378"/>
                      </a:cubicBezTo>
                      <a:cubicBezTo>
                        <a:pt x="1029" y="414"/>
                        <a:pt x="1055" y="451"/>
                        <a:pt x="1082" y="488"/>
                      </a:cubicBezTo>
                      <a:cubicBezTo>
                        <a:pt x="1410" y="1006"/>
                        <a:pt x="1348" y="1607"/>
                        <a:pt x="1321" y="2195"/>
                      </a:cubicBezTo>
                      <a:cubicBezTo>
                        <a:pt x="1315" y="2353"/>
                        <a:pt x="1312" y="2511"/>
                        <a:pt x="1309" y="2669"/>
                      </a:cubicBezTo>
                      <a:cubicBezTo>
                        <a:pt x="1302" y="2976"/>
                        <a:pt x="1292" y="3283"/>
                        <a:pt x="1278" y="3591"/>
                      </a:cubicBezTo>
                      <a:cubicBezTo>
                        <a:pt x="1109" y="3632"/>
                        <a:pt x="940" y="3670"/>
                        <a:pt x="770" y="3708"/>
                      </a:cubicBezTo>
                      <a:cubicBezTo>
                        <a:pt x="722" y="3720"/>
                        <a:pt x="675" y="3731"/>
                        <a:pt x="625" y="3743"/>
                      </a:cubicBezTo>
                      <a:cubicBezTo>
                        <a:pt x="579" y="3753"/>
                        <a:pt x="533" y="3763"/>
                        <a:pt x="485" y="3774"/>
                      </a:cubicBezTo>
                      <a:cubicBezTo>
                        <a:pt x="442" y="3784"/>
                        <a:pt x="400" y="3793"/>
                        <a:pt x="356" y="3804"/>
                      </a:cubicBezTo>
                      <a:cubicBezTo>
                        <a:pt x="237" y="3799"/>
                        <a:pt x="237" y="3799"/>
                        <a:pt x="119" y="3718"/>
                      </a:cubicBezTo>
                      <a:cubicBezTo>
                        <a:pt x="0" y="3551"/>
                        <a:pt x="0" y="3441"/>
                        <a:pt x="5" y="3242"/>
                      </a:cubicBezTo>
                      <a:cubicBezTo>
                        <a:pt x="5" y="3207"/>
                        <a:pt x="5" y="3173"/>
                        <a:pt x="5" y="3137"/>
                      </a:cubicBezTo>
                      <a:cubicBezTo>
                        <a:pt x="5" y="3023"/>
                        <a:pt x="6" y="2909"/>
                        <a:pt x="8" y="2796"/>
                      </a:cubicBezTo>
                      <a:cubicBezTo>
                        <a:pt x="8" y="2716"/>
                        <a:pt x="9" y="2637"/>
                        <a:pt x="9" y="2558"/>
                      </a:cubicBezTo>
                      <a:cubicBezTo>
                        <a:pt x="10" y="2350"/>
                        <a:pt x="12" y="2143"/>
                        <a:pt x="14" y="1935"/>
                      </a:cubicBezTo>
                      <a:cubicBezTo>
                        <a:pt x="16" y="1722"/>
                        <a:pt x="17" y="1510"/>
                        <a:pt x="18" y="1298"/>
                      </a:cubicBezTo>
                      <a:cubicBezTo>
                        <a:pt x="20" y="881"/>
                        <a:pt x="24" y="465"/>
                        <a:pt x="28" y="49"/>
                      </a:cubicBezTo>
                      <a:close/>
                    </a:path>
                  </a:pathLst>
                </a:custGeom>
                <a:solidFill>
                  <a:srgbClr val="F253AA"/>
                </a:solidFill>
                <a:ln w="2646" cap="flat">
                  <a:noFill/>
                </a:ln>
              </p:spPr>
            </p:sp>
            <p:sp>
              <p:nvSpPr>
                <p:cNvPr id="3550" name="ICON_OUT_WAVE_GRAPHIC_path_071"/>
                <p:cNvSpPr/>
                <p:nvPr/>
              </p:nvSpPr>
              <p:spPr>
                <a:xfrm>
                  <a:off x="9021813" y="3460750"/>
                  <a:ext cx="26937" cy="396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21" h="3125" fill="norm" stroke="0">
                      <a:moveTo>
                        <a:pt x="1079" y="0"/>
                      </a:moveTo>
                      <a:cubicBezTo>
                        <a:pt x="1423" y="69"/>
                        <a:pt x="1767" y="137"/>
                        <a:pt x="2121" y="208"/>
                      </a:cubicBezTo>
                      <a:cubicBezTo>
                        <a:pt x="2121" y="1171"/>
                        <a:pt x="2121" y="2133"/>
                        <a:pt x="2121" y="3125"/>
                      </a:cubicBezTo>
                      <a:cubicBezTo>
                        <a:pt x="1915" y="3125"/>
                        <a:pt x="1709" y="3125"/>
                        <a:pt x="1496" y="3125"/>
                      </a:cubicBezTo>
                      <a:cubicBezTo>
                        <a:pt x="1496" y="2712"/>
                        <a:pt x="1496" y="2300"/>
                        <a:pt x="1496" y="1875"/>
                      </a:cubicBezTo>
                      <a:cubicBezTo>
                        <a:pt x="1290" y="1875"/>
                        <a:pt x="1084" y="1875"/>
                        <a:pt x="871" y="1875"/>
                      </a:cubicBezTo>
                      <a:cubicBezTo>
                        <a:pt x="871" y="2081"/>
                        <a:pt x="871" y="2288"/>
                        <a:pt x="871" y="2500"/>
                      </a:cubicBezTo>
                      <a:cubicBezTo>
                        <a:pt x="288" y="2373"/>
                        <a:pt x="288" y="2373"/>
                        <a:pt x="136" y="2161"/>
                      </a:cubicBezTo>
                      <a:cubicBezTo>
                        <a:pt x="51" y="2002"/>
                        <a:pt x="0" y="1847"/>
                        <a:pt x="38" y="1667"/>
                      </a:cubicBezTo>
                      <a:cubicBezTo>
                        <a:pt x="132" y="1521"/>
                        <a:pt x="267" y="1417"/>
                        <a:pt x="399" y="1307"/>
                      </a:cubicBezTo>
                      <a:cubicBezTo>
                        <a:pt x="795" y="958"/>
                        <a:pt x="908" y="489"/>
                        <a:pt x="1079" y="0"/>
                      </a:cubicBezTo>
                      <a:close/>
                    </a:path>
                  </a:pathLst>
                </a:custGeom>
                <a:solidFill>
                  <a:srgbClr val="4378FA"/>
                </a:solidFill>
                <a:ln w="2646" cap="flat">
                  <a:noFill/>
                </a:ln>
              </p:spPr>
            </p:sp>
            <p:sp>
              <p:nvSpPr>
                <p:cNvPr id="3551" name="ICON_OUT_WAVE_GRAPHIC_path_072"/>
                <p:cNvSpPr/>
                <p:nvPr/>
              </p:nvSpPr>
              <p:spPr>
                <a:xfrm>
                  <a:off x="9151416" y="3476101"/>
                  <a:ext cx="32959" cy="402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95" h="3166" fill="norm" stroke="0">
                      <a:moveTo>
                        <a:pt x="41" y="41"/>
                      </a:moveTo>
                      <a:cubicBezTo>
                        <a:pt x="141" y="30"/>
                        <a:pt x="240" y="22"/>
                        <a:pt x="341" y="15"/>
                      </a:cubicBezTo>
                      <a:cubicBezTo>
                        <a:pt x="369" y="12"/>
                        <a:pt x="397" y="8"/>
                        <a:pt x="426" y="5"/>
                      </a:cubicBezTo>
                      <a:cubicBezTo>
                        <a:pt x="521" y="0"/>
                        <a:pt x="579" y="1"/>
                        <a:pt x="666" y="41"/>
                      </a:cubicBezTo>
                      <a:cubicBezTo>
                        <a:pt x="715" y="134"/>
                        <a:pt x="715" y="134"/>
                        <a:pt x="758" y="247"/>
                      </a:cubicBezTo>
                      <a:cubicBezTo>
                        <a:pt x="807" y="362"/>
                        <a:pt x="807" y="362"/>
                        <a:pt x="874" y="458"/>
                      </a:cubicBezTo>
                      <a:cubicBezTo>
                        <a:pt x="1044" y="515"/>
                        <a:pt x="1217" y="514"/>
                        <a:pt x="1395" y="523"/>
                      </a:cubicBezTo>
                      <a:cubicBezTo>
                        <a:pt x="1584" y="544"/>
                        <a:pt x="1750" y="570"/>
                        <a:pt x="1916" y="666"/>
                      </a:cubicBezTo>
                      <a:cubicBezTo>
                        <a:pt x="2036" y="872"/>
                        <a:pt x="2055" y="1095"/>
                        <a:pt x="2067" y="1330"/>
                      </a:cubicBezTo>
                      <a:cubicBezTo>
                        <a:pt x="2081" y="1581"/>
                        <a:pt x="2081" y="1581"/>
                        <a:pt x="2124" y="1708"/>
                      </a:cubicBezTo>
                      <a:cubicBezTo>
                        <a:pt x="2220" y="1768"/>
                        <a:pt x="2220" y="1768"/>
                        <a:pt x="2335" y="1811"/>
                      </a:cubicBezTo>
                      <a:cubicBezTo>
                        <a:pt x="2449" y="1855"/>
                        <a:pt x="2449" y="1855"/>
                        <a:pt x="2541" y="1916"/>
                      </a:cubicBezTo>
                      <a:cubicBezTo>
                        <a:pt x="2595" y="2096"/>
                        <a:pt x="2580" y="2265"/>
                        <a:pt x="2567" y="2450"/>
                      </a:cubicBezTo>
                      <a:cubicBezTo>
                        <a:pt x="2559" y="2618"/>
                        <a:pt x="2550" y="2785"/>
                        <a:pt x="2541" y="2958"/>
                      </a:cubicBezTo>
                      <a:cubicBezTo>
                        <a:pt x="2197" y="3027"/>
                        <a:pt x="1854" y="3095"/>
                        <a:pt x="1499" y="3166"/>
                      </a:cubicBezTo>
                      <a:cubicBezTo>
                        <a:pt x="1474" y="3094"/>
                        <a:pt x="1449" y="3021"/>
                        <a:pt x="1423" y="2946"/>
                      </a:cubicBezTo>
                      <a:cubicBezTo>
                        <a:pt x="1397" y="2875"/>
                        <a:pt x="1371" y="2804"/>
                        <a:pt x="1344" y="2733"/>
                      </a:cubicBezTo>
                      <a:cubicBezTo>
                        <a:pt x="1318" y="2660"/>
                        <a:pt x="1292" y="2586"/>
                        <a:pt x="1267" y="2513"/>
                      </a:cubicBezTo>
                      <a:cubicBezTo>
                        <a:pt x="1132" y="2154"/>
                        <a:pt x="1132" y="2154"/>
                        <a:pt x="979" y="2063"/>
                      </a:cubicBezTo>
                      <a:cubicBezTo>
                        <a:pt x="960" y="2056"/>
                        <a:pt x="960" y="2056"/>
                        <a:pt x="866" y="2020"/>
                      </a:cubicBezTo>
                      <a:cubicBezTo>
                        <a:pt x="757" y="1976"/>
                        <a:pt x="757" y="1976"/>
                        <a:pt x="666" y="1916"/>
                      </a:cubicBezTo>
                      <a:cubicBezTo>
                        <a:pt x="577" y="1706"/>
                        <a:pt x="570" y="1479"/>
                        <a:pt x="548" y="1253"/>
                      </a:cubicBezTo>
                      <a:cubicBezTo>
                        <a:pt x="529" y="1116"/>
                        <a:pt x="512" y="1001"/>
                        <a:pt x="458" y="875"/>
                      </a:cubicBezTo>
                      <a:cubicBezTo>
                        <a:pt x="352" y="803"/>
                        <a:pt x="251" y="761"/>
                        <a:pt x="132" y="715"/>
                      </a:cubicBezTo>
                      <a:cubicBezTo>
                        <a:pt x="41" y="666"/>
                        <a:pt x="41" y="666"/>
                        <a:pt x="7" y="592"/>
                      </a:cubicBezTo>
                      <a:cubicBezTo>
                        <a:pt x="0" y="505"/>
                        <a:pt x="4" y="428"/>
                        <a:pt x="15" y="341"/>
                      </a:cubicBezTo>
                      <a:cubicBezTo>
                        <a:pt x="17" y="312"/>
                        <a:pt x="19" y="283"/>
                        <a:pt x="21" y="253"/>
                      </a:cubicBezTo>
                      <a:cubicBezTo>
                        <a:pt x="26" y="183"/>
                        <a:pt x="33" y="112"/>
                        <a:pt x="41" y="41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52" name="ICON_OUT_WAVE_GRAPHIC_path_073"/>
                <p:cNvSpPr/>
                <p:nvPr/>
              </p:nvSpPr>
              <p:spPr>
                <a:xfrm>
                  <a:off x="9009062" y="3825875"/>
                  <a:ext cx="7938" cy="714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562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1856"/>
                        <a:pt x="625" y="3712"/>
                        <a:pt x="625" y="5625"/>
                      </a:cubicBezTo>
                      <a:cubicBezTo>
                        <a:pt x="419" y="5625"/>
                        <a:pt x="212" y="5625"/>
                        <a:pt x="0" y="5625"/>
                      </a:cubicBezTo>
                      <a:cubicBezTo>
                        <a:pt x="0" y="3769"/>
                        <a:pt x="0" y="1913"/>
                        <a:pt x="0" y="0"/>
                      </a:cubicBezTo>
                      <a:close/>
                    </a:path>
                  </a:pathLst>
                </a:custGeom>
                <a:solidFill>
                  <a:srgbClr val="F253AA"/>
                </a:solidFill>
                <a:ln w="2646" cap="flat">
                  <a:noFill/>
                </a:ln>
              </p:spPr>
            </p:sp>
            <p:sp>
              <p:nvSpPr>
                <p:cNvPr id="3553" name="ICON_OUT_WAVE_GRAPHIC_path_074"/>
                <p:cNvSpPr/>
                <p:nvPr/>
              </p:nvSpPr>
              <p:spPr>
                <a:xfrm>
                  <a:off x="9563608" y="3465867"/>
                  <a:ext cx="24892" cy="4250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60" h="3347" fill="norm" stroke="0">
                      <a:moveTo>
                        <a:pt x="1960" y="430"/>
                      </a:moveTo>
                      <a:cubicBezTo>
                        <a:pt x="1960" y="980"/>
                        <a:pt x="1960" y="1530"/>
                        <a:pt x="1960" y="2097"/>
                      </a:cubicBezTo>
                      <a:cubicBezTo>
                        <a:pt x="1876" y="2106"/>
                        <a:pt x="1876" y="2106"/>
                        <a:pt x="1452" y="2149"/>
                      </a:cubicBezTo>
                      <a:cubicBezTo>
                        <a:pt x="1261" y="2178"/>
                        <a:pt x="1090" y="2213"/>
                        <a:pt x="918" y="2305"/>
                      </a:cubicBezTo>
                      <a:cubicBezTo>
                        <a:pt x="809" y="2467"/>
                        <a:pt x="790" y="2642"/>
                        <a:pt x="786" y="2835"/>
                      </a:cubicBezTo>
                      <a:cubicBezTo>
                        <a:pt x="779" y="2958"/>
                        <a:pt x="774" y="3031"/>
                        <a:pt x="710" y="3139"/>
                      </a:cubicBezTo>
                      <a:cubicBezTo>
                        <a:pt x="520" y="3251"/>
                        <a:pt x="298" y="3298"/>
                        <a:pt x="85" y="3347"/>
                      </a:cubicBezTo>
                      <a:cubicBezTo>
                        <a:pt x="0" y="1552"/>
                        <a:pt x="0" y="1552"/>
                        <a:pt x="446" y="933"/>
                      </a:cubicBezTo>
                      <a:cubicBezTo>
                        <a:pt x="505" y="842"/>
                        <a:pt x="545" y="752"/>
                        <a:pt x="585" y="652"/>
                      </a:cubicBezTo>
                      <a:cubicBezTo>
                        <a:pt x="875" y="0"/>
                        <a:pt x="1363" y="257"/>
                        <a:pt x="1960" y="430"/>
                      </a:cubicBezTo>
                      <a:close/>
                    </a:path>
                  </a:pathLst>
                </a:custGeom>
                <a:solidFill>
                  <a:srgbClr val="4579FA"/>
                </a:solidFill>
                <a:ln w="2646" cap="flat">
                  <a:noFill/>
                </a:ln>
              </p:spPr>
            </p:sp>
            <p:sp>
              <p:nvSpPr>
                <p:cNvPr id="3554" name="ICON_OUT_WAVE_GRAPHIC_path_075"/>
                <p:cNvSpPr/>
                <p:nvPr/>
              </p:nvSpPr>
              <p:spPr>
                <a:xfrm>
                  <a:off x="9444951" y="3761291"/>
                  <a:ext cx="19550" cy="4077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39" h="3210" fill="norm" stroke="0">
                      <a:moveTo>
                        <a:pt x="1066" y="170"/>
                      </a:moveTo>
                      <a:cubicBezTo>
                        <a:pt x="1211" y="228"/>
                        <a:pt x="1284" y="264"/>
                        <a:pt x="1369" y="395"/>
                      </a:cubicBezTo>
                      <a:cubicBezTo>
                        <a:pt x="1474" y="698"/>
                        <a:pt x="1479" y="1016"/>
                        <a:pt x="1483" y="1334"/>
                      </a:cubicBezTo>
                      <a:cubicBezTo>
                        <a:pt x="1487" y="1465"/>
                        <a:pt x="1497" y="1595"/>
                        <a:pt x="1506" y="1726"/>
                      </a:cubicBezTo>
                      <a:cubicBezTo>
                        <a:pt x="1539" y="2257"/>
                        <a:pt x="1539" y="2725"/>
                        <a:pt x="1303" y="3210"/>
                      </a:cubicBezTo>
                      <a:cubicBezTo>
                        <a:pt x="1172" y="3151"/>
                        <a:pt x="1042" y="3090"/>
                        <a:pt x="913" y="3028"/>
                      </a:cubicBezTo>
                      <a:cubicBezTo>
                        <a:pt x="876" y="3012"/>
                        <a:pt x="840" y="2995"/>
                        <a:pt x="803" y="2978"/>
                      </a:cubicBezTo>
                      <a:cubicBezTo>
                        <a:pt x="687" y="2923"/>
                        <a:pt x="579" y="2861"/>
                        <a:pt x="470" y="2794"/>
                      </a:cubicBezTo>
                      <a:cubicBezTo>
                        <a:pt x="430" y="2770"/>
                        <a:pt x="391" y="2747"/>
                        <a:pt x="350" y="2723"/>
                      </a:cubicBezTo>
                      <a:cubicBezTo>
                        <a:pt x="179" y="2593"/>
                        <a:pt x="75" y="2483"/>
                        <a:pt x="31" y="2271"/>
                      </a:cubicBezTo>
                      <a:cubicBezTo>
                        <a:pt x="0" y="2003"/>
                        <a:pt x="3" y="1736"/>
                        <a:pt x="10" y="1467"/>
                      </a:cubicBezTo>
                      <a:cubicBezTo>
                        <a:pt x="14" y="1322"/>
                        <a:pt x="14" y="1177"/>
                        <a:pt x="14" y="1032"/>
                      </a:cubicBezTo>
                      <a:cubicBezTo>
                        <a:pt x="15" y="940"/>
                        <a:pt x="17" y="848"/>
                        <a:pt x="18" y="755"/>
                      </a:cubicBezTo>
                      <a:cubicBezTo>
                        <a:pt x="18" y="712"/>
                        <a:pt x="19" y="669"/>
                        <a:pt x="19" y="624"/>
                      </a:cubicBezTo>
                      <a:cubicBezTo>
                        <a:pt x="25" y="441"/>
                        <a:pt x="38" y="321"/>
                        <a:pt x="127" y="159"/>
                      </a:cubicBezTo>
                      <a:cubicBezTo>
                        <a:pt x="416" y="0"/>
                        <a:pt x="760" y="87"/>
                        <a:pt x="1066" y="170"/>
                      </a:cubicBezTo>
                      <a:close/>
                    </a:path>
                  </a:pathLst>
                </a:custGeom>
                <a:solidFill>
                  <a:srgbClr val="EA58AE"/>
                </a:solidFill>
                <a:ln w="2646" cap="flat">
                  <a:noFill/>
                </a:ln>
              </p:spPr>
            </p:sp>
            <p:sp>
              <p:nvSpPr>
                <p:cNvPr id="3555" name="ICON_OUT_WAVE_GRAPHIC_path_076"/>
                <p:cNvSpPr/>
                <p:nvPr/>
              </p:nvSpPr>
              <p:spPr>
                <a:xfrm>
                  <a:off x="9196660" y="3420642"/>
                  <a:ext cx="13851" cy="639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91" h="5033" fill="norm" stroke="0">
                      <a:moveTo>
                        <a:pt x="854" y="33"/>
                      </a:moveTo>
                      <a:cubicBezTo>
                        <a:pt x="1035" y="637"/>
                        <a:pt x="1091" y="1185"/>
                        <a:pt x="1082" y="1814"/>
                      </a:cubicBezTo>
                      <a:cubicBezTo>
                        <a:pt x="1082" y="1901"/>
                        <a:pt x="1081" y="1989"/>
                        <a:pt x="1081" y="2076"/>
                      </a:cubicBezTo>
                      <a:cubicBezTo>
                        <a:pt x="1081" y="2304"/>
                        <a:pt x="1079" y="2531"/>
                        <a:pt x="1076" y="2759"/>
                      </a:cubicBezTo>
                      <a:cubicBezTo>
                        <a:pt x="1074" y="2992"/>
                        <a:pt x="1073" y="3225"/>
                        <a:pt x="1072" y="3458"/>
                      </a:cubicBezTo>
                      <a:cubicBezTo>
                        <a:pt x="1070" y="3914"/>
                        <a:pt x="1066" y="4369"/>
                        <a:pt x="1062" y="4825"/>
                      </a:cubicBezTo>
                      <a:cubicBezTo>
                        <a:pt x="787" y="4894"/>
                        <a:pt x="512" y="4962"/>
                        <a:pt x="229" y="5033"/>
                      </a:cubicBezTo>
                      <a:cubicBezTo>
                        <a:pt x="0" y="4486"/>
                        <a:pt x="4" y="4029"/>
                        <a:pt x="38" y="3443"/>
                      </a:cubicBezTo>
                      <a:cubicBezTo>
                        <a:pt x="43" y="3351"/>
                        <a:pt x="47" y="3259"/>
                        <a:pt x="51" y="3167"/>
                      </a:cubicBezTo>
                      <a:cubicBezTo>
                        <a:pt x="61" y="2975"/>
                        <a:pt x="71" y="2784"/>
                        <a:pt x="82" y="2592"/>
                      </a:cubicBezTo>
                      <a:cubicBezTo>
                        <a:pt x="96" y="2347"/>
                        <a:pt x="108" y="2101"/>
                        <a:pt x="119" y="1856"/>
                      </a:cubicBezTo>
                      <a:cubicBezTo>
                        <a:pt x="128" y="1666"/>
                        <a:pt x="138" y="1477"/>
                        <a:pt x="148" y="1288"/>
                      </a:cubicBezTo>
                      <a:cubicBezTo>
                        <a:pt x="153" y="1197"/>
                        <a:pt x="157" y="1107"/>
                        <a:pt x="162" y="1016"/>
                      </a:cubicBezTo>
                      <a:cubicBezTo>
                        <a:pt x="167" y="890"/>
                        <a:pt x="175" y="764"/>
                        <a:pt x="183" y="638"/>
                      </a:cubicBezTo>
                      <a:cubicBezTo>
                        <a:pt x="184" y="600"/>
                        <a:pt x="185" y="563"/>
                        <a:pt x="187" y="525"/>
                      </a:cubicBezTo>
                      <a:cubicBezTo>
                        <a:pt x="199" y="355"/>
                        <a:pt x="217" y="259"/>
                        <a:pt x="310" y="113"/>
                      </a:cubicBezTo>
                      <a:cubicBezTo>
                        <a:pt x="490" y="0"/>
                        <a:pt x="646" y="15"/>
                        <a:pt x="854" y="33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56" name="ICON_OUT_WAVE_GRAPHIC_path_077"/>
                <p:cNvSpPr/>
                <p:nvPr/>
              </p:nvSpPr>
              <p:spPr>
                <a:xfrm>
                  <a:off x="8831792" y="3797080"/>
                  <a:ext cx="26760" cy="2910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07" h="2292" fill="norm" stroke="0">
                      <a:moveTo>
                        <a:pt x="2083" y="392"/>
                      </a:moveTo>
                      <a:cubicBezTo>
                        <a:pt x="2089" y="626"/>
                        <a:pt x="2092" y="859"/>
                        <a:pt x="2095" y="1093"/>
                      </a:cubicBezTo>
                      <a:cubicBezTo>
                        <a:pt x="2096" y="1172"/>
                        <a:pt x="2097" y="1252"/>
                        <a:pt x="2099" y="1331"/>
                      </a:cubicBezTo>
                      <a:cubicBezTo>
                        <a:pt x="2102" y="1445"/>
                        <a:pt x="2103" y="1560"/>
                        <a:pt x="2104" y="1674"/>
                      </a:cubicBezTo>
                      <a:cubicBezTo>
                        <a:pt x="2105" y="1709"/>
                        <a:pt x="2106" y="1745"/>
                        <a:pt x="2107" y="1781"/>
                      </a:cubicBezTo>
                      <a:cubicBezTo>
                        <a:pt x="2107" y="1959"/>
                        <a:pt x="2099" y="2037"/>
                        <a:pt x="1993" y="2186"/>
                      </a:cubicBezTo>
                      <a:cubicBezTo>
                        <a:pt x="1856" y="2280"/>
                        <a:pt x="1791" y="2292"/>
                        <a:pt x="1627" y="2288"/>
                      </a:cubicBezTo>
                      <a:cubicBezTo>
                        <a:pt x="1580" y="2287"/>
                        <a:pt x="1534" y="2286"/>
                        <a:pt x="1486" y="2286"/>
                      </a:cubicBezTo>
                      <a:cubicBezTo>
                        <a:pt x="1439" y="2284"/>
                        <a:pt x="1391" y="2282"/>
                        <a:pt x="1341" y="2280"/>
                      </a:cubicBezTo>
                      <a:cubicBezTo>
                        <a:pt x="1317" y="2280"/>
                        <a:pt x="1317" y="2280"/>
                        <a:pt x="1194" y="2277"/>
                      </a:cubicBezTo>
                      <a:cubicBezTo>
                        <a:pt x="1073" y="2275"/>
                        <a:pt x="953" y="2271"/>
                        <a:pt x="833" y="2267"/>
                      </a:cubicBezTo>
                      <a:cubicBezTo>
                        <a:pt x="833" y="2061"/>
                        <a:pt x="833" y="1855"/>
                        <a:pt x="833" y="1642"/>
                      </a:cubicBezTo>
                      <a:cubicBezTo>
                        <a:pt x="558" y="1574"/>
                        <a:pt x="283" y="1505"/>
                        <a:pt x="0" y="1434"/>
                      </a:cubicBezTo>
                      <a:cubicBezTo>
                        <a:pt x="30" y="697"/>
                        <a:pt x="30" y="697"/>
                        <a:pt x="208" y="392"/>
                      </a:cubicBezTo>
                      <a:cubicBezTo>
                        <a:pt x="738" y="0"/>
                        <a:pt x="1517" y="197"/>
                        <a:pt x="2083" y="392"/>
                      </a:cubicBezTo>
                      <a:close/>
                    </a:path>
                  </a:pathLst>
                </a:custGeom>
                <a:solidFill>
                  <a:srgbClr val="F253AA"/>
                </a:solidFill>
                <a:ln w="2646" cap="flat">
                  <a:noFill/>
                </a:ln>
              </p:spPr>
            </p:sp>
            <p:sp>
              <p:nvSpPr>
                <p:cNvPr id="3557" name="ICON_OUT_WAVE_GRAPHIC_path_078"/>
                <p:cNvSpPr/>
                <p:nvPr/>
              </p:nvSpPr>
              <p:spPr>
                <a:xfrm>
                  <a:off x="9169090" y="3451900"/>
                  <a:ext cx="23482" cy="485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49" h="3822" fill="norm" stroke="0">
                      <a:moveTo>
                        <a:pt x="524" y="72"/>
                      </a:moveTo>
                      <a:cubicBezTo>
                        <a:pt x="953" y="0"/>
                        <a:pt x="953" y="0"/>
                        <a:pt x="1149" y="72"/>
                      </a:cubicBezTo>
                      <a:cubicBezTo>
                        <a:pt x="1290" y="256"/>
                        <a:pt x="1332" y="461"/>
                        <a:pt x="1384" y="684"/>
                      </a:cubicBezTo>
                      <a:cubicBezTo>
                        <a:pt x="1406" y="771"/>
                        <a:pt x="1430" y="858"/>
                        <a:pt x="1454" y="945"/>
                      </a:cubicBezTo>
                      <a:cubicBezTo>
                        <a:pt x="1469" y="999"/>
                        <a:pt x="1482" y="1053"/>
                        <a:pt x="1495" y="1108"/>
                      </a:cubicBezTo>
                      <a:cubicBezTo>
                        <a:pt x="1531" y="1252"/>
                        <a:pt x="1567" y="1322"/>
                        <a:pt x="1674" y="1429"/>
                      </a:cubicBezTo>
                      <a:cubicBezTo>
                        <a:pt x="1849" y="1605"/>
                        <a:pt x="1813" y="1815"/>
                        <a:pt x="1814" y="2051"/>
                      </a:cubicBezTo>
                      <a:cubicBezTo>
                        <a:pt x="1815" y="2075"/>
                        <a:pt x="1815" y="2075"/>
                        <a:pt x="1821" y="2194"/>
                      </a:cubicBezTo>
                      <a:cubicBezTo>
                        <a:pt x="1822" y="2332"/>
                        <a:pt x="1819" y="2441"/>
                        <a:pt x="1774" y="2572"/>
                      </a:cubicBezTo>
                      <a:cubicBezTo>
                        <a:pt x="1673" y="2639"/>
                        <a:pt x="1571" y="2675"/>
                        <a:pt x="1457" y="2719"/>
                      </a:cubicBezTo>
                      <a:cubicBezTo>
                        <a:pt x="1321" y="2803"/>
                        <a:pt x="1309" y="2874"/>
                        <a:pt x="1271" y="3028"/>
                      </a:cubicBezTo>
                      <a:cubicBezTo>
                        <a:pt x="1255" y="3123"/>
                        <a:pt x="1240" y="3219"/>
                        <a:pt x="1227" y="3314"/>
                      </a:cubicBezTo>
                      <a:cubicBezTo>
                        <a:pt x="1219" y="3363"/>
                        <a:pt x="1211" y="3411"/>
                        <a:pt x="1203" y="3462"/>
                      </a:cubicBezTo>
                      <a:cubicBezTo>
                        <a:pt x="1184" y="3582"/>
                        <a:pt x="1166" y="3701"/>
                        <a:pt x="1149" y="3822"/>
                      </a:cubicBezTo>
                      <a:cubicBezTo>
                        <a:pt x="909" y="3819"/>
                        <a:pt x="703" y="3786"/>
                        <a:pt x="524" y="3614"/>
                      </a:cubicBezTo>
                      <a:cubicBezTo>
                        <a:pt x="0" y="2675"/>
                        <a:pt x="404" y="1089"/>
                        <a:pt x="524" y="72"/>
                      </a:cubicBezTo>
                      <a:close/>
                    </a:path>
                  </a:pathLst>
                </a:custGeom>
                <a:solidFill>
                  <a:srgbClr val="547BF3"/>
                </a:solidFill>
                <a:ln w="2646" cap="flat">
                  <a:noFill/>
                </a:ln>
              </p:spPr>
            </p:sp>
            <p:sp>
              <p:nvSpPr>
                <p:cNvPr id="3558" name="ICON_OUT_WAVE_GRAPHIC_path_079"/>
                <p:cNvSpPr/>
                <p:nvPr/>
              </p:nvSpPr>
              <p:spPr>
                <a:xfrm>
                  <a:off x="9461501" y="3491715"/>
                  <a:ext cx="24286" cy="3283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12" h="2585" fill="norm" stroke="0">
                      <a:moveTo>
                        <a:pt x="484" y="2"/>
                      </a:moveTo>
                      <a:cubicBezTo>
                        <a:pt x="675" y="0"/>
                        <a:pt x="864" y="10"/>
                        <a:pt x="1055" y="23"/>
                      </a:cubicBezTo>
                      <a:cubicBezTo>
                        <a:pt x="1134" y="26"/>
                        <a:pt x="1213" y="29"/>
                        <a:pt x="1293" y="31"/>
                      </a:cubicBezTo>
                      <a:cubicBezTo>
                        <a:pt x="1487" y="38"/>
                        <a:pt x="1681" y="49"/>
                        <a:pt x="1875" y="62"/>
                      </a:cubicBezTo>
                      <a:cubicBezTo>
                        <a:pt x="1911" y="689"/>
                        <a:pt x="1911" y="689"/>
                        <a:pt x="1784" y="839"/>
                      </a:cubicBezTo>
                      <a:cubicBezTo>
                        <a:pt x="1745" y="870"/>
                        <a:pt x="1706" y="902"/>
                        <a:pt x="1667" y="934"/>
                      </a:cubicBezTo>
                      <a:cubicBezTo>
                        <a:pt x="1628" y="967"/>
                        <a:pt x="1589" y="1000"/>
                        <a:pt x="1549" y="1034"/>
                      </a:cubicBezTo>
                      <a:cubicBezTo>
                        <a:pt x="1534" y="1046"/>
                        <a:pt x="1534" y="1046"/>
                        <a:pt x="1458" y="1104"/>
                      </a:cubicBezTo>
                      <a:cubicBezTo>
                        <a:pt x="1488" y="1121"/>
                        <a:pt x="1518" y="1139"/>
                        <a:pt x="1549" y="1158"/>
                      </a:cubicBezTo>
                      <a:cubicBezTo>
                        <a:pt x="1734" y="1297"/>
                        <a:pt x="1856" y="1405"/>
                        <a:pt x="1895" y="1642"/>
                      </a:cubicBezTo>
                      <a:cubicBezTo>
                        <a:pt x="1912" y="1949"/>
                        <a:pt x="1898" y="2255"/>
                        <a:pt x="1875" y="2562"/>
                      </a:cubicBezTo>
                      <a:cubicBezTo>
                        <a:pt x="1706" y="2568"/>
                        <a:pt x="1536" y="2571"/>
                        <a:pt x="1367" y="2575"/>
                      </a:cubicBezTo>
                      <a:cubicBezTo>
                        <a:pt x="1343" y="2576"/>
                        <a:pt x="1343" y="2576"/>
                        <a:pt x="1222" y="2580"/>
                      </a:cubicBezTo>
                      <a:cubicBezTo>
                        <a:pt x="1175" y="2581"/>
                        <a:pt x="1129" y="2581"/>
                        <a:pt x="1081" y="2582"/>
                      </a:cubicBezTo>
                      <a:cubicBezTo>
                        <a:pt x="1060" y="2583"/>
                        <a:pt x="1060" y="2583"/>
                        <a:pt x="952" y="2585"/>
                      </a:cubicBezTo>
                      <a:cubicBezTo>
                        <a:pt x="782" y="2552"/>
                        <a:pt x="725" y="2495"/>
                        <a:pt x="625" y="2354"/>
                      </a:cubicBezTo>
                      <a:cubicBezTo>
                        <a:pt x="597" y="2224"/>
                        <a:pt x="601" y="2100"/>
                        <a:pt x="605" y="1969"/>
                      </a:cubicBezTo>
                      <a:cubicBezTo>
                        <a:pt x="605" y="1932"/>
                        <a:pt x="605" y="1895"/>
                        <a:pt x="605" y="1857"/>
                      </a:cubicBezTo>
                      <a:cubicBezTo>
                        <a:pt x="607" y="1741"/>
                        <a:pt x="609" y="1624"/>
                        <a:pt x="612" y="1507"/>
                      </a:cubicBezTo>
                      <a:cubicBezTo>
                        <a:pt x="613" y="1428"/>
                        <a:pt x="614" y="1348"/>
                        <a:pt x="615" y="1269"/>
                      </a:cubicBezTo>
                      <a:cubicBezTo>
                        <a:pt x="617" y="1075"/>
                        <a:pt x="621" y="881"/>
                        <a:pt x="625" y="687"/>
                      </a:cubicBezTo>
                      <a:cubicBezTo>
                        <a:pt x="419" y="687"/>
                        <a:pt x="212" y="687"/>
                        <a:pt x="0" y="687"/>
                      </a:cubicBezTo>
                      <a:cubicBezTo>
                        <a:pt x="41" y="335"/>
                        <a:pt x="84" y="34"/>
                        <a:pt x="484" y="2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59" name="ICON_OUT_WAVE_GRAPHIC_path_080"/>
                <p:cNvSpPr/>
                <p:nvPr/>
              </p:nvSpPr>
              <p:spPr>
                <a:xfrm>
                  <a:off x="8969058" y="3738562"/>
                  <a:ext cx="16192" cy="396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75" h="3125" fill="norm" stroke="0">
                      <a:moveTo>
                        <a:pt x="233" y="0"/>
                      </a:moveTo>
                      <a:cubicBezTo>
                        <a:pt x="577" y="69"/>
                        <a:pt x="921" y="137"/>
                        <a:pt x="1275" y="208"/>
                      </a:cubicBezTo>
                      <a:cubicBezTo>
                        <a:pt x="1275" y="1171"/>
                        <a:pt x="1275" y="2133"/>
                        <a:pt x="1275" y="3125"/>
                      </a:cubicBezTo>
                      <a:cubicBezTo>
                        <a:pt x="1069" y="3125"/>
                        <a:pt x="863" y="3125"/>
                        <a:pt x="650" y="3125"/>
                      </a:cubicBezTo>
                      <a:cubicBezTo>
                        <a:pt x="650" y="2712"/>
                        <a:pt x="650" y="2300"/>
                        <a:pt x="650" y="1875"/>
                      </a:cubicBezTo>
                      <a:cubicBezTo>
                        <a:pt x="444" y="1875"/>
                        <a:pt x="238" y="1875"/>
                        <a:pt x="25" y="1875"/>
                      </a:cubicBezTo>
                      <a:cubicBezTo>
                        <a:pt x="20" y="1641"/>
                        <a:pt x="16" y="1408"/>
                        <a:pt x="14" y="1174"/>
                      </a:cubicBezTo>
                      <a:cubicBezTo>
                        <a:pt x="13" y="1095"/>
                        <a:pt x="11" y="1016"/>
                        <a:pt x="9" y="936"/>
                      </a:cubicBezTo>
                      <a:cubicBezTo>
                        <a:pt x="7" y="822"/>
                        <a:pt x="6" y="707"/>
                        <a:pt x="5" y="593"/>
                      </a:cubicBezTo>
                      <a:cubicBezTo>
                        <a:pt x="4" y="558"/>
                        <a:pt x="3" y="522"/>
                        <a:pt x="1" y="486"/>
                      </a:cubicBezTo>
                      <a:cubicBezTo>
                        <a:pt x="1" y="453"/>
                        <a:pt x="1" y="419"/>
                        <a:pt x="1" y="385"/>
                      </a:cubicBezTo>
                      <a:cubicBezTo>
                        <a:pt x="1" y="356"/>
                        <a:pt x="0" y="327"/>
                        <a:pt x="0" y="297"/>
                      </a:cubicBezTo>
                      <a:cubicBezTo>
                        <a:pt x="25" y="208"/>
                        <a:pt x="25" y="208"/>
                        <a:pt x="233" y="0"/>
                      </a:cubicBezTo>
                      <a:close/>
                    </a:path>
                  </a:pathLst>
                </a:custGeom>
                <a:solidFill>
                  <a:srgbClr val="E85AAF"/>
                </a:solidFill>
                <a:ln w="2646" cap="flat">
                  <a:noFill/>
                </a:ln>
              </p:spPr>
            </p:sp>
            <p:sp>
              <p:nvSpPr>
                <p:cNvPr id="3560" name="ICON_OUT_WAVE_GRAPHIC_path_081"/>
                <p:cNvSpPr/>
                <p:nvPr/>
              </p:nvSpPr>
              <p:spPr>
                <a:xfrm>
                  <a:off x="9500885" y="3475583"/>
                  <a:ext cx="19899" cy="3445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67" h="2713" fill="norm" stroke="0">
                      <a:moveTo>
                        <a:pt x="896" y="75"/>
                      </a:moveTo>
                      <a:cubicBezTo>
                        <a:pt x="1052" y="119"/>
                        <a:pt x="1170" y="165"/>
                        <a:pt x="1274" y="290"/>
                      </a:cubicBezTo>
                      <a:cubicBezTo>
                        <a:pt x="1411" y="578"/>
                        <a:pt x="1437" y="902"/>
                        <a:pt x="1469" y="1215"/>
                      </a:cubicBezTo>
                      <a:cubicBezTo>
                        <a:pt x="1474" y="1257"/>
                        <a:pt x="1479" y="1300"/>
                        <a:pt x="1484" y="1344"/>
                      </a:cubicBezTo>
                      <a:cubicBezTo>
                        <a:pt x="1567" y="2129"/>
                        <a:pt x="1567" y="2129"/>
                        <a:pt x="1340" y="2433"/>
                      </a:cubicBezTo>
                      <a:cubicBezTo>
                        <a:pt x="990" y="2713"/>
                        <a:pt x="444" y="2613"/>
                        <a:pt x="24" y="2582"/>
                      </a:cubicBezTo>
                      <a:cubicBezTo>
                        <a:pt x="19" y="2287"/>
                        <a:pt x="15" y="1992"/>
                        <a:pt x="13" y="1696"/>
                      </a:cubicBezTo>
                      <a:cubicBezTo>
                        <a:pt x="12" y="1559"/>
                        <a:pt x="10" y="1422"/>
                        <a:pt x="8" y="1285"/>
                      </a:cubicBezTo>
                      <a:cubicBezTo>
                        <a:pt x="5" y="1127"/>
                        <a:pt x="4" y="970"/>
                        <a:pt x="4" y="812"/>
                      </a:cubicBezTo>
                      <a:cubicBezTo>
                        <a:pt x="2" y="763"/>
                        <a:pt x="1" y="714"/>
                        <a:pt x="0" y="663"/>
                      </a:cubicBezTo>
                      <a:cubicBezTo>
                        <a:pt x="0" y="284"/>
                        <a:pt x="0" y="284"/>
                        <a:pt x="114" y="156"/>
                      </a:cubicBezTo>
                      <a:cubicBezTo>
                        <a:pt x="363" y="0"/>
                        <a:pt x="615" y="38"/>
                        <a:pt x="896" y="75"/>
                      </a:cubicBezTo>
                      <a:close/>
                    </a:path>
                  </a:pathLst>
                </a:custGeom>
                <a:solidFill>
                  <a:srgbClr val="557CF3"/>
                </a:solidFill>
                <a:ln w="2646" cap="flat">
                  <a:noFill/>
                </a:ln>
              </p:spPr>
            </p:sp>
            <p:sp>
              <p:nvSpPr>
                <p:cNvPr id="3561" name="ICON_OUT_WAVE_GRAPHIC_path_082"/>
                <p:cNvSpPr/>
                <p:nvPr/>
              </p:nvSpPr>
              <p:spPr>
                <a:xfrm>
                  <a:off x="9953324" y="3754226"/>
                  <a:ext cx="16476" cy="3252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97" h="2561" fill="norm" stroke="0">
                      <a:moveTo>
                        <a:pt x="480" y="42"/>
                      </a:moveTo>
                      <a:cubicBezTo>
                        <a:pt x="503" y="47"/>
                        <a:pt x="503" y="47"/>
                        <a:pt x="621" y="72"/>
                      </a:cubicBezTo>
                      <a:cubicBezTo>
                        <a:pt x="669" y="84"/>
                        <a:pt x="716" y="96"/>
                        <a:pt x="766" y="108"/>
                      </a:cubicBezTo>
                      <a:cubicBezTo>
                        <a:pt x="815" y="119"/>
                        <a:pt x="863" y="130"/>
                        <a:pt x="914" y="141"/>
                      </a:cubicBezTo>
                      <a:cubicBezTo>
                        <a:pt x="1034" y="168"/>
                        <a:pt x="1154" y="196"/>
                        <a:pt x="1274" y="225"/>
                      </a:cubicBezTo>
                      <a:cubicBezTo>
                        <a:pt x="1279" y="518"/>
                        <a:pt x="1282" y="811"/>
                        <a:pt x="1285" y="1104"/>
                      </a:cubicBezTo>
                      <a:cubicBezTo>
                        <a:pt x="1286" y="1203"/>
                        <a:pt x="1287" y="1303"/>
                        <a:pt x="1289" y="1403"/>
                      </a:cubicBezTo>
                      <a:cubicBezTo>
                        <a:pt x="1292" y="1546"/>
                        <a:pt x="1293" y="1689"/>
                        <a:pt x="1294" y="1832"/>
                      </a:cubicBezTo>
                      <a:cubicBezTo>
                        <a:pt x="1295" y="1877"/>
                        <a:pt x="1296" y="1921"/>
                        <a:pt x="1297" y="1967"/>
                      </a:cubicBezTo>
                      <a:cubicBezTo>
                        <a:pt x="1297" y="2154"/>
                        <a:pt x="1291" y="2276"/>
                        <a:pt x="1202" y="2441"/>
                      </a:cubicBezTo>
                      <a:cubicBezTo>
                        <a:pt x="985" y="2561"/>
                        <a:pt x="774" y="2539"/>
                        <a:pt x="531" y="2530"/>
                      </a:cubicBezTo>
                      <a:cubicBezTo>
                        <a:pt x="507" y="2529"/>
                        <a:pt x="507" y="2529"/>
                        <a:pt x="384" y="2527"/>
                      </a:cubicBezTo>
                      <a:cubicBezTo>
                        <a:pt x="264" y="2524"/>
                        <a:pt x="144" y="2521"/>
                        <a:pt x="24" y="2517"/>
                      </a:cubicBezTo>
                      <a:cubicBezTo>
                        <a:pt x="19" y="2221"/>
                        <a:pt x="15" y="1926"/>
                        <a:pt x="13" y="1631"/>
                      </a:cubicBezTo>
                      <a:cubicBezTo>
                        <a:pt x="12" y="1494"/>
                        <a:pt x="10" y="1357"/>
                        <a:pt x="8" y="1220"/>
                      </a:cubicBezTo>
                      <a:cubicBezTo>
                        <a:pt x="5" y="1062"/>
                        <a:pt x="4" y="904"/>
                        <a:pt x="3" y="747"/>
                      </a:cubicBezTo>
                      <a:cubicBezTo>
                        <a:pt x="2" y="697"/>
                        <a:pt x="1" y="649"/>
                        <a:pt x="0" y="598"/>
                      </a:cubicBezTo>
                      <a:cubicBezTo>
                        <a:pt x="0" y="218"/>
                        <a:pt x="0" y="218"/>
                        <a:pt x="114" y="87"/>
                      </a:cubicBezTo>
                      <a:cubicBezTo>
                        <a:pt x="260" y="0"/>
                        <a:pt x="316" y="4"/>
                        <a:pt x="480" y="42"/>
                      </a:cubicBezTo>
                      <a:close/>
                    </a:path>
                  </a:pathLst>
                </a:custGeom>
                <a:solidFill>
                  <a:srgbClr val="E959AE"/>
                </a:solidFill>
                <a:ln w="2646" cap="flat">
                  <a:noFill/>
                </a:ln>
              </p:spPr>
            </p:sp>
            <p:sp>
              <p:nvSpPr>
                <p:cNvPr id="3562" name="ICON_OUT_WAVE_GRAPHIC_path_083"/>
                <p:cNvSpPr/>
                <p:nvPr/>
              </p:nvSpPr>
              <p:spPr>
                <a:xfrm>
                  <a:off x="8874125" y="3944938"/>
                  <a:ext cx="19010" cy="476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97" h="3750" fill="norm" stroke="0">
                      <a:moveTo>
                        <a:pt x="208" y="0"/>
                      </a:moveTo>
                      <a:cubicBezTo>
                        <a:pt x="945" y="11"/>
                        <a:pt x="945" y="11"/>
                        <a:pt x="1250" y="208"/>
                      </a:cubicBezTo>
                      <a:cubicBezTo>
                        <a:pt x="1450" y="527"/>
                        <a:pt x="1425" y="955"/>
                        <a:pt x="1430" y="1321"/>
                      </a:cubicBezTo>
                      <a:cubicBezTo>
                        <a:pt x="1433" y="1433"/>
                        <a:pt x="1440" y="1544"/>
                        <a:pt x="1448" y="1656"/>
                      </a:cubicBezTo>
                      <a:cubicBezTo>
                        <a:pt x="1497" y="2384"/>
                        <a:pt x="1435" y="3041"/>
                        <a:pt x="1250" y="3750"/>
                      </a:cubicBezTo>
                      <a:cubicBezTo>
                        <a:pt x="808" y="3670"/>
                        <a:pt x="808" y="3670"/>
                        <a:pt x="625" y="3542"/>
                      </a:cubicBezTo>
                      <a:cubicBezTo>
                        <a:pt x="527" y="3346"/>
                        <a:pt x="533" y="3150"/>
                        <a:pt x="533" y="2936"/>
                      </a:cubicBezTo>
                      <a:cubicBezTo>
                        <a:pt x="531" y="2876"/>
                        <a:pt x="528" y="2816"/>
                        <a:pt x="525" y="2756"/>
                      </a:cubicBezTo>
                      <a:cubicBezTo>
                        <a:pt x="517" y="2599"/>
                        <a:pt x="513" y="2442"/>
                        <a:pt x="510" y="2284"/>
                      </a:cubicBezTo>
                      <a:cubicBezTo>
                        <a:pt x="505" y="2032"/>
                        <a:pt x="496" y="1780"/>
                        <a:pt x="484" y="1528"/>
                      </a:cubicBezTo>
                      <a:cubicBezTo>
                        <a:pt x="481" y="1440"/>
                        <a:pt x="480" y="1353"/>
                        <a:pt x="480" y="1265"/>
                      </a:cubicBezTo>
                      <a:cubicBezTo>
                        <a:pt x="475" y="1114"/>
                        <a:pt x="465" y="978"/>
                        <a:pt x="417" y="833"/>
                      </a:cubicBezTo>
                      <a:cubicBezTo>
                        <a:pt x="280" y="716"/>
                        <a:pt x="175" y="682"/>
                        <a:pt x="0" y="625"/>
                      </a:cubicBezTo>
                      <a:cubicBezTo>
                        <a:pt x="69" y="419"/>
                        <a:pt x="138" y="212"/>
                        <a:pt x="208" y="0"/>
                      </a:cubicBezTo>
                      <a:close/>
                    </a:path>
                  </a:pathLst>
                </a:custGeom>
                <a:solidFill>
                  <a:srgbClr val="AA8CD2"/>
                </a:solidFill>
                <a:ln w="2646" cap="flat">
                  <a:noFill/>
                </a:ln>
              </p:spPr>
            </p:sp>
            <p:sp>
              <p:nvSpPr>
                <p:cNvPr id="3563" name="ICON_OUT_WAVE_GRAPHIC_path_084"/>
                <p:cNvSpPr/>
                <p:nvPr/>
              </p:nvSpPr>
              <p:spPr>
                <a:xfrm>
                  <a:off x="9207138" y="3421062"/>
                  <a:ext cx="9795" cy="635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71" h="5000" fill="norm" stroke="0">
                      <a:moveTo>
                        <a:pt x="29" y="0"/>
                      </a:moveTo>
                      <a:cubicBezTo>
                        <a:pt x="258" y="14"/>
                        <a:pt x="485" y="38"/>
                        <a:pt x="654" y="208"/>
                      </a:cubicBezTo>
                      <a:cubicBezTo>
                        <a:pt x="771" y="513"/>
                        <a:pt x="728" y="877"/>
                        <a:pt x="717" y="1197"/>
                      </a:cubicBezTo>
                      <a:cubicBezTo>
                        <a:pt x="713" y="1331"/>
                        <a:pt x="713" y="1465"/>
                        <a:pt x="712" y="1598"/>
                      </a:cubicBezTo>
                      <a:cubicBezTo>
                        <a:pt x="710" y="1851"/>
                        <a:pt x="705" y="2104"/>
                        <a:pt x="699" y="2358"/>
                      </a:cubicBezTo>
                      <a:cubicBezTo>
                        <a:pt x="691" y="2646"/>
                        <a:pt x="688" y="2934"/>
                        <a:pt x="685" y="3222"/>
                      </a:cubicBezTo>
                      <a:cubicBezTo>
                        <a:pt x="679" y="3815"/>
                        <a:pt x="667" y="4407"/>
                        <a:pt x="654" y="5000"/>
                      </a:cubicBezTo>
                      <a:cubicBezTo>
                        <a:pt x="516" y="5000"/>
                        <a:pt x="379" y="5000"/>
                        <a:pt x="237" y="5000"/>
                      </a:cubicBezTo>
                      <a:cubicBezTo>
                        <a:pt x="49" y="4382"/>
                        <a:pt x="0" y="3817"/>
                        <a:pt x="8" y="3174"/>
                      </a:cubicBezTo>
                      <a:cubicBezTo>
                        <a:pt x="9" y="3082"/>
                        <a:pt x="9" y="2989"/>
                        <a:pt x="9" y="2897"/>
                      </a:cubicBezTo>
                      <a:cubicBezTo>
                        <a:pt x="10" y="2658"/>
                        <a:pt x="12" y="2418"/>
                        <a:pt x="14" y="2178"/>
                      </a:cubicBezTo>
                      <a:cubicBezTo>
                        <a:pt x="16" y="1932"/>
                        <a:pt x="17" y="1686"/>
                        <a:pt x="18" y="1440"/>
                      </a:cubicBezTo>
                      <a:cubicBezTo>
                        <a:pt x="21" y="960"/>
                        <a:pt x="24" y="480"/>
                        <a:pt x="29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64" name="ICON_OUT_WAVE_GRAPHIC_path_085"/>
                <p:cNvSpPr/>
                <p:nvPr/>
              </p:nvSpPr>
              <p:spPr>
                <a:xfrm>
                  <a:off x="9524671" y="3984327"/>
                  <a:ext cx="11157" cy="479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9" h="3773" fill="norm" stroke="0">
                      <a:moveTo>
                        <a:pt x="456" y="10"/>
                      </a:moveTo>
                      <a:cubicBezTo>
                        <a:pt x="493" y="12"/>
                        <a:pt x="529" y="14"/>
                        <a:pt x="567" y="16"/>
                      </a:cubicBezTo>
                      <a:cubicBezTo>
                        <a:pt x="581" y="17"/>
                        <a:pt x="581" y="17"/>
                        <a:pt x="651" y="23"/>
                      </a:cubicBezTo>
                      <a:cubicBezTo>
                        <a:pt x="827" y="921"/>
                        <a:pt x="879" y="1805"/>
                        <a:pt x="872" y="2719"/>
                      </a:cubicBezTo>
                      <a:cubicBezTo>
                        <a:pt x="872" y="2745"/>
                        <a:pt x="872" y="2771"/>
                        <a:pt x="872" y="2798"/>
                      </a:cubicBezTo>
                      <a:cubicBezTo>
                        <a:pt x="869" y="3123"/>
                        <a:pt x="865" y="3448"/>
                        <a:pt x="859" y="3773"/>
                      </a:cubicBezTo>
                      <a:cubicBezTo>
                        <a:pt x="584" y="3705"/>
                        <a:pt x="309" y="3636"/>
                        <a:pt x="26" y="3565"/>
                      </a:cubicBezTo>
                      <a:cubicBezTo>
                        <a:pt x="21" y="3134"/>
                        <a:pt x="18" y="2703"/>
                        <a:pt x="15" y="2272"/>
                      </a:cubicBezTo>
                      <a:cubicBezTo>
                        <a:pt x="14" y="2072"/>
                        <a:pt x="13" y="1872"/>
                        <a:pt x="10" y="1672"/>
                      </a:cubicBezTo>
                      <a:cubicBezTo>
                        <a:pt x="8" y="1479"/>
                        <a:pt x="7" y="1285"/>
                        <a:pt x="6" y="1092"/>
                      </a:cubicBezTo>
                      <a:cubicBezTo>
                        <a:pt x="6" y="1019"/>
                        <a:pt x="5" y="945"/>
                        <a:pt x="4" y="871"/>
                      </a:cubicBezTo>
                      <a:cubicBezTo>
                        <a:pt x="3" y="768"/>
                        <a:pt x="2" y="665"/>
                        <a:pt x="2" y="561"/>
                      </a:cubicBezTo>
                      <a:cubicBezTo>
                        <a:pt x="1" y="531"/>
                        <a:pt x="1" y="501"/>
                        <a:pt x="0" y="469"/>
                      </a:cubicBezTo>
                      <a:cubicBezTo>
                        <a:pt x="2" y="315"/>
                        <a:pt x="19" y="219"/>
                        <a:pt x="125" y="108"/>
                      </a:cubicBezTo>
                      <a:cubicBezTo>
                        <a:pt x="249" y="12"/>
                        <a:pt x="301" y="0"/>
                        <a:pt x="456" y="1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65" name="ICON_OUT_WAVE_GRAPHIC_path_086"/>
                <p:cNvSpPr/>
                <p:nvPr/>
              </p:nvSpPr>
              <p:spPr>
                <a:xfrm>
                  <a:off x="8794750" y="3841750"/>
                  <a:ext cx="7938" cy="555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437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1444"/>
                        <a:pt x="625" y="2887"/>
                        <a:pt x="625" y="4375"/>
                      </a:cubicBezTo>
                      <a:cubicBezTo>
                        <a:pt x="419" y="4375"/>
                        <a:pt x="212" y="4375"/>
                        <a:pt x="0" y="4375"/>
                      </a:cubicBezTo>
                      <a:cubicBezTo>
                        <a:pt x="0" y="2931"/>
                        <a:pt x="0" y="1488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66" name="ICON_OUT_WAVE_GRAPHIC_path_087"/>
                <p:cNvSpPr/>
                <p:nvPr/>
              </p:nvSpPr>
              <p:spPr>
                <a:xfrm>
                  <a:off x="8897755" y="3801435"/>
                  <a:ext cx="23995" cy="4077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89" h="3211" fill="norm" stroke="0">
                      <a:moveTo>
                        <a:pt x="223" y="49"/>
                      </a:moveTo>
                      <a:cubicBezTo>
                        <a:pt x="408" y="20"/>
                        <a:pt x="571" y="0"/>
                        <a:pt x="729" y="114"/>
                      </a:cubicBezTo>
                      <a:cubicBezTo>
                        <a:pt x="816" y="210"/>
                        <a:pt x="891" y="308"/>
                        <a:pt x="965" y="414"/>
                      </a:cubicBezTo>
                      <a:cubicBezTo>
                        <a:pt x="992" y="451"/>
                        <a:pt x="1019" y="488"/>
                        <a:pt x="1048" y="526"/>
                      </a:cubicBezTo>
                      <a:cubicBezTo>
                        <a:pt x="1248" y="816"/>
                        <a:pt x="1353" y="1094"/>
                        <a:pt x="1394" y="1444"/>
                      </a:cubicBezTo>
                      <a:cubicBezTo>
                        <a:pt x="1409" y="1547"/>
                        <a:pt x="1423" y="1623"/>
                        <a:pt x="1473" y="1716"/>
                      </a:cubicBezTo>
                      <a:cubicBezTo>
                        <a:pt x="1604" y="1809"/>
                        <a:pt x="1739" y="1869"/>
                        <a:pt x="1889" y="1924"/>
                      </a:cubicBezTo>
                      <a:cubicBezTo>
                        <a:pt x="1584" y="2535"/>
                        <a:pt x="1584" y="2535"/>
                        <a:pt x="1526" y="2645"/>
                      </a:cubicBezTo>
                      <a:cubicBezTo>
                        <a:pt x="1473" y="2758"/>
                        <a:pt x="1473" y="2758"/>
                        <a:pt x="1434" y="2878"/>
                      </a:cubicBezTo>
                      <a:cubicBezTo>
                        <a:pt x="1390" y="3004"/>
                        <a:pt x="1361" y="3082"/>
                        <a:pt x="1264" y="3174"/>
                      </a:cubicBezTo>
                      <a:cubicBezTo>
                        <a:pt x="1051" y="3211"/>
                        <a:pt x="854" y="3199"/>
                        <a:pt x="639" y="3174"/>
                      </a:cubicBezTo>
                      <a:cubicBezTo>
                        <a:pt x="635" y="3126"/>
                        <a:pt x="631" y="3078"/>
                        <a:pt x="627" y="3028"/>
                      </a:cubicBezTo>
                      <a:cubicBezTo>
                        <a:pt x="611" y="2847"/>
                        <a:pt x="592" y="2666"/>
                        <a:pt x="573" y="2485"/>
                      </a:cubicBezTo>
                      <a:cubicBezTo>
                        <a:pt x="565" y="2407"/>
                        <a:pt x="558" y="2329"/>
                        <a:pt x="551" y="2251"/>
                      </a:cubicBezTo>
                      <a:cubicBezTo>
                        <a:pt x="489" y="1519"/>
                        <a:pt x="489" y="1519"/>
                        <a:pt x="210" y="1280"/>
                      </a:cubicBezTo>
                      <a:cubicBezTo>
                        <a:pt x="173" y="1250"/>
                        <a:pt x="136" y="1219"/>
                        <a:pt x="98" y="1188"/>
                      </a:cubicBezTo>
                      <a:cubicBezTo>
                        <a:pt x="14" y="1091"/>
                        <a:pt x="14" y="1091"/>
                        <a:pt x="0" y="962"/>
                      </a:cubicBezTo>
                      <a:cubicBezTo>
                        <a:pt x="20" y="818"/>
                        <a:pt x="52" y="684"/>
                        <a:pt x="92" y="544"/>
                      </a:cubicBezTo>
                      <a:cubicBezTo>
                        <a:pt x="104" y="496"/>
                        <a:pt x="116" y="449"/>
                        <a:pt x="128" y="399"/>
                      </a:cubicBezTo>
                      <a:cubicBezTo>
                        <a:pt x="158" y="282"/>
                        <a:pt x="189" y="166"/>
                        <a:pt x="223" y="49"/>
                      </a:cubicBezTo>
                      <a:close/>
                    </a:path>
                  </a:pathLst>
                </a:custGeom>
                <a:solidFill>
                  <a:srgbClr val="E75BAF"/>
                </a:solidFill>
                <a:ln w="2646" cap="flat">
                  <a:noFill/>
                </a:ln>
              </p:spPr>
            </p:sp>
            <p:sp>
              <p:nvSpPr>
                <p:cNvPr id="3567" name="ICON_OUT_WAVE_GRAPHIC_path_088"/>
                <p:cNvSpPr/>
                <p:nvPr/>
              </p:nvSpPr>
              <p:spPr>
                <a:xfrm>
                  <a:off x="9990979" y="3506806"/>
                  <a:ext cx="20854" cy="3400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642" h="2677" fill="norm" stroke="0">
                      <a:moveTo>
                        <a:pt x="184" y="124"/>
                      </a:moveTo>
                      <a:cubicBezTo>
                        <a:pt x="1015" y="0"/>
                        <a:pt x="1015" y="0"/>
                        <a:pt x="1319" y="179"/>
                      </a:cubicBezTo>
                      <a:cubicBezTo>
                        <a:pt x="1536" y="385"/>
                        <a:pt x="1625" y="663"/>
                        <a:pt x="1642" y="957"/>
                      </a:cubicBezTo>
                      <a:cubicBezTo>
                        <a:pt x="1638" y="1516"/>
                        <a:pt x="1535" y="2075"/>
                        <a:pt x="1434" y="2624"/>
                      </a:cubicBezTo>
                      <a:cubicBezTo>
                        <a:pt x="826" y="2677"/>
                        <a:pt x="826" y="2677"/>
                        <a:pt x="611" y="2500"/>
                      </a:cubicBezTo>
                      <a:cubicBezTo>
                        <a:pt x="531" y="2412"/>
                        <a:pt x="531" y="2412"/>
                        <a:pt x="457" y="2311"/>
                      </a:cubicBezTo>
                      <a:cubicBezTo>
                        <a:pt x="431" y="2276"/>
                        <a:pt x="404" y="2241"/>
                        <a:pt x="377" y="2205"/>
                      </a:cubicBezTo>
                      <a:cubicBezTo>
                        <a:pt x="0" y="1614"/>
                        <a:pt x="136" y="792"/>
                        <a:pt x="184" y="124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68" name="ICON_OUT_WAVE_GRAPHIC_path_089"/>
                <p:cNvSpPr/>
                <p:nvPr/>
              </p:nvSpPr>
              <p:spPr>
                <a:xfrm>
                  <a:off x="9739312" y="3500438"/>
                  <a:ext cx="32655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71" h="2500" fill="norm" stroke="0">
                      <a:moveTo>
                        <a:pt x="1875" y="0"/>
                      </a:moveTo>
                      <a:cubicBezTo>
                        <a:pt x="2081" y="0"/>
                        <a:pt x="2288" y="0"/>
                        <a:pt x="2500" y="0"/>
                      </a:cubicBezTo>
                      <a:cubicBezTo>
                        <a:pt x="2571" y="644"/>
                        <a:pt x="2553" y="1108"/>
                        <a:pt x="2142" y="1631"/>
                      </a:cubicBezTo>
                      <a:cubicBezTo>
                        <a:pt x="1940" y="1856"/>
                        <a:pt x="1940" y="1856"/>
                        <a:pt x="1788" y="1900"/>
                      </a:cubicBezTo>
                      <a:cubicBezTo>
                        <a:pt x="1673" y="1906"/>
                        <a:pt x="1569" y="1894"/>
                        <a:pt x="1457" y="1874"/>
                      </a:cubicBezTo>
                      <a:cubicBezTo>
                        <a:pt x="1381" y="1863"/>
                        <a:pt x="1381" y="1863"/>
                        <a:pt x="1250" y="1875"/>
                      </a:cubicBezTo>
                      <a:cubicBezTo>
                        <a:pt x="1107" y="2049"/>
                        <a:pt x="1086" y="2288"/>
                        <a:pt x="1042" y="2500"/>
                      </a:cubicBezTo>
                      <a:cubicBezTo>
                        <a:pt x="698" y="2431"/>
                        <a:pt x="354" y="2363"/>
                        <a:pt x="0" y="2292"/>
                      </a:cubicBezTo>
                      <a:cubicBezTo>
                        <a:pt x="0" y="1742"/>
                        <a:pt x="0" y="1192"/>
                        <a:pt x="0" y="625"/>
                      </a:cubicBezTo>
                      <a:cubicBezTo>
                        <a:pt x="206" y="625"/>
                        <a:pt x="413" y="625"/>
                        <a:pt x="625" y="625"/>
                      </a:cubicBezTo>
                      <a:cubicBezTo>
                        <a:pt x="694" y="969"/>
                        <a:pt x="763" y="1312"/>
                        <a:pt x="833" y="1667"/>
                      </a:cubicBezTo>
                      <a:cubicBezTo>
                        <a:pt x="1651" y="1165"/>
                        <a:pt x="1651" y="1165"/>
                        <a:pt x="1768" y="768"/>
                      </a:cubicBezTo>
                      <a:cubicBezTo>
                        <a:pt x="1824" y="514"/>
                        <a:pt x="1855" y="259"/>
                        <a:pt x="1875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69" name="ICON_OUT_WAVE_GRAPHIC_path_090"/>
                <p:cNvSpPr/>
                <p:nvPr/>
              </p:nvSpPr>
              <p:spPr>
                <a:xfrm>
                  <a:off x="8934453" y="3459962"/>
                  <a:ext cx="22042" cy="4047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736" h="3187" fill="norm" stroke="0">
                      <a:moveTo>
                        <a:pt x="250" y="62"/>
                      </a:moveTo>
                      <a:cubicBezTo>
                        <a:pt x="676" y="0"/>
                        <a:pt x="676" y="0"/>
                        <a:pt x="875" y="62"/>
                      </a:cubicBezTo>
                      <a:cubicBezTo>
                        <a:pt x="1012" y="216"/>
                        <a:pt x="1049" y="400"/>
                        <a:pt x="1096" y="596"/>
                      </a:cubicBezTo>
                      <a:cubicBezTo>
                        <a:pt x="1111" y="652"/>
                        <a:pt x="1127" y="708"/>
                        <a:pt x="1142" y="763"/>
                      </a:cubicBezTo>
                      <a:cubicBezTo>
                        <a:pt x="1167" y="852"/>
                        <a:pt x="1191" y="940"/>
                        <a:pt x="1214" y="1029"/>
                      </a:cubicBezTo>
                      <a:cubicBezTo>
                        <a:pt x="1265" y="1226"/>
                        <a:pt x="1326" y="1416"/>
                        <a:pt x="1395" y="1606"/>
                      </a:cubicBezTo>
                      <a:cubicBezTo>
                        <a:pt x="1443" y="1736"/>
                        <a:pt x="1487" y="1867"/>
                        <a:pt x="1532" y="1998"/>
                      </a:cubicBezTo>
                      <a:cubicBezTo>
                        <a:pt x="1554" y="2061"/>
                        <a:pt x="1577" y="2124"/>
                        <a:pt x="1601" y="2187"/>
                      </a:cubicBezTo>
                      <a:cubicBezTo>
                        <a:pt x="1678" y="2388"/>
                        <a:pt x="1736" y="2554"/>
                        <a:pt x="1708" y="2770"/>
                      </a:cubicBezTo>
                      <a:cubicBezTo>
                        <a:pt x="1549" y="2968"/>
                        <a:pt x="1310" y="3083"/>
                        <a:pt x="1083" y="3187"/>
                      </a:cubicBezTo>
                      <a:cubicBezTo>
                        <a:pt x="528" y="2757"/>
                        <a:pt x="171" y="2370"/>
                        <a:pt x="69" y="1662"/>
                      </a:cubicBezTo>
                      <a:cubicBezTo>
                        <a:pt x="0" y="1112"/>
                        <a:pt x="93" y="592"/>
                        <a:pt x="250" y="62"/>
                      </a:cubicBezTo>
                      <a:close/>
                    </a:path>
                  </a:pathLst>
                </a:custGeom>
                <a:solidFill>
                  <a:srgbClr val="577CF2"/>
                </a:solidFill>
                <a:ln w="2646" cap="flat">
                  <a:noFill/>
                </a:ln>
              </p:spPr>
            </p:sp>
            <p:sp>
              <p:nvSpPr>
                <p:cNvPr id="3570" name="ICON_OUT_WAVE_GRAPHIC_path_091"/>
                <p:cNvSpPr/>
                <p:nvPr/>
              </p:nvSpPr>
              <p:spPr>
                <a:xfrm>
                  <a:off x="8882062" y="3468688"/>
                  <a:ext cx="39688" cy="2385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125" h="1879" fill="norm" stroke="0">
                      <a:moveTo>
                        <a:pt x="208" y="0"/>
                      </a:moveTo>
                      <a:cubicBezTo>
                        <a:pt x="552" y="69"/>
                        <a:pt x="896" y="137"/>
                        <a:pt x="1250" y="208"/>
                      </a:cubicBezTo>
                      <a:cubicBezTo>
                        <a:pt x="1250" y="552"/>
                        <a:pt x="1250" y="896"/>
                        <a:pt x="1250" y="1250"/>
                      </a:cubicBezTo>
                      <a:cubicBezTo>
                        <a:pt x="1456" y="1250"/>
                        <a:pt x="1663" y="1250"/>
                        <a:pt x="1875" y="1250"/>
                      </a:cubicBezTo>
                      <a:cubicBezTo>
                        <a:pt x="1875" y="906"/>
                        <a:pt x="1875" y="562"/>
                        <a:pt x="1875" y="208"/>
                      </a:cubicBezTo>
                      <a:cubicBezTo>
                        <a:pt x="2219" y="140"/>
                        <a:pt x="2562" y="71"/>
                        <a:pt x="2917" y="0"/>
                      </a:cubicBezTo>
                      <a:cubicBezTo>
                        <a:pt x="2985" y="206"/>
                        <a:pt x="3054" y="413"/>
                        <a:pt x="3125" y="625"/>
                      </a:cubicBezTo>
                      <a:cubicBezTo>
                        <a:pt x="2988" y="625"/>
                        <a:pt x="2850" y="625"/>
                        <a:pt x="2708" y="625"/>
                      </a:cubicBezTo>
                      <a:cubicBezTo>
                        <a:pt x="2716" y="684"/>
                        <a:pt x="2723" y="743"/>
                        <a:pt x="2731" y="804"/>
                      </a:cubicBezTo>
                      <a:cubicBezTo>
                        <a:pt x="2730" y="1112"/>
                        <a:pt x="2550" y="1300"/>
                        <a:pt x="2344" y="1510"/>
                      </a:cubicBezTo>
                      <a:cubicBezTo>
                        <a:pt x="2325" y="1530"/>
                        <a:pt x="2306" y="1549"/>
                        <a:pt x="2288" y="1569"/>
                      </a:cubicBezTo>
                      <a:cubicBezTo>
                        <a:pt x="1984" y="1872"/>
                        <a:pt x="1984" y="1872"/>
                        <a:pt x="1764" y="1879"/>
                      </a:cubicBezTo>
                      <a:cubicBezTo>
                        <a:pt x="1525" y="1817"/>
                        <a:pt x="1334" y="1678"/>
                        <a:pt x="1140" y="1531"/>
                      </a:cubicBezTo>
                      <a:cubicBezTo>
                        <a:pt x="1046" y="1462"/>
                        <a:pt x="952" y="1405"/>
                        <a:pt x="850" y="1349"/>
                      </a:cubicBezTo>
                      <a:cubicBezTo>
                        <a:pt x="442" y="1120"/>
                        <a:pt x="442" y="1120"/>
                        <a:pt x="378" y="923"/>
                      </a:cubicBezTo>
                      <a:cubicBezTo>
                        <a:pt x="378" y="807"/>
                        <a:pt x="378" y="807"/>
                        <a:pt x="417" y="625"/>
                      </a:cubicBezTo>
                      <a:cubicBezTo>
                        <a:pt x="279" y="625"/>
                        <a:pt x="142" y="625"/>
                        <a:pt x="0" y="625"/>
                      </a:cubicBezTo>
                      <a:cubicBezTo>
                        <a:pt x="69" y="419"/>
                        <a:pt x="138" y="212"/>
                        <a:pt x="208" y="0"/>
                      </a:cubicBezTo>
                      <a:close/>
                    </a:path>
                  </a:pathLst>
                </a:custGeom>
                <a:solidFill>
                  <a:srgbClr val="AB8ED3"/>
                </a:solidFill>
                <a:ln w="2646" cap="flat">
                  <a:noFill/>
                </a:ln>
              </p:spPr>
            </p:sp>
            <p:sp>
              <p:nvSpPr>
                <p:cNvPr id="3571" name="ICON_OUT_WAVE_GRAPHIC_path_092"/>
                <p:cNvSpPr/>
                <p:nvPr/>
              </p:nvSpPr>
              <p:spPr>
                <a:xfrm>
                  <a:off x="10040179" y="3435910"/>
                  <a:ext cx="17632" cy="4071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88" h="3206" fill="norm" stroke="0">
                      <a:moveTo>
                        <a:pt x="802" y="172"/>
                      </a:moveTo>
                      <a:cubicBezTo>
                        <a:pt x="851" y="183"/>
                        <a:pt x="899" y="194"/>
                        <a:pt x="950" y="205"/>
                      </a:cubicBezTo>
                      <a:cubicBezTo>
                        <a:pt x="1070" y="232"/>
                        <a:pt x="1190" y="260"/>
                        <a:pt x="1310" y="289"/>
                      </a:cubicBezTo>
                      <a:cubicBezTo>
                        <a:pt x="1324" y="639"/>
                        <a:pt x="1335" y="988"/>
                        <a:pt x="1342" y="1338"/>
                      </a:cubicBezTo>
                      <a:cubicBezTo>
                        <a:pt x="1345" y="1500"/>
                        <a:pt x="1350" y="1662"/>
                        <a:pt x="1357" y="1825"/>
                      </a:cubicBezTo>
                      <a:cubicBezTo>
                        <a:pt x="1364" y="1981"/>
                        <a:pt x="1367" y="2138"/>
                        <a:pt x="1369" y="2295"/>
                      </a:cubicBezTo>
                      <a:cubicBezTo>
                        <a:pt x="1370" y="2355"/>
                        <a:pt x="1372" y="2414"/>
                        <a:pt x="1376" y="2474"/>
                      </a:cubicBezTo>
                      <a:cubicBezTo>
                        <a:pt x="1386" y="2661"/>
                        <a:pt x="1388" y="2824"/>
                        <a:pt x="1310" y="2998"/>
                      </a:cubicBezTo>
                      <a:cubicBezTo>
                        <a:pt x="1127" y="3128"/>
                        <a:pt x="901" y="3167"/>
                        <a:pt x="685" y="3206"/>
                      </a:cubicBezTo>
                      <a:cubicBezTo>
                        <a:pt x="543" y="2733"/>
                        <a:pt x="441" y="2308"/>
                        <a:pt x="502" y="1812"/>
                      </a:cubicBezTo>
                      <a:cubicBezTo>
                        <a:pt x="510" y="1707"/>
                        <a:pt x="514" y="1637"/>
                        <a:pt x="476" y="1539"/>
                      </a:cubicBezTo>
                      <a:cubicBezTo>
                        <a:pt x="384" y="1488"/>
                        <a:pt x="384" y="1488"/>
                        <a:pt x="270" y="1444"/>
                      </a:cubicBezTo>
                      <a:cubicBezTo>
                        <a:pt x="155" y="1397"/>
                        <a:pt x="155" y="1397"/>
                        <a:pt x="60" y="1331"/>
                      </a:cubicBezTo>
                      <a:cubicBezTo>
                        <a:pt x="0" y="1157"/>
                        <a:pt x="11" y="992"/>
                        <a:pt x="21" y="810"/>
                      </a:cubicBezTo>
                      <a:cubicBezTo>
                        <a:pt x="21" y="763"/>
                        <a:pt x="21" y="716"/>
                        <a:pt x="21" y="668"/>
                      </a:cubicBezTo>
                      <a:cubicBezTo>
                        <a:pt x="26" y="469"/>
                        <a:pt x="31" y="339"/>
                        <a:pt x="133" y="164"/>
                      </a:cubicBezTo>
                      <a:cubicBezTo>
                        <a:pt x="315" y="0"/>
                        <a:pt x="590" y="120"/>
                        <a:pt x="802" y="172"/>
                      </a:cubicBezTo>
                      <a:close/>
                    </a:path>
                  </a:pathLst>
                </a:custGeom>
                <a:solidFill>
                  <a:srgbClr val="AD90D4"/>
                </a:solidFill>
                <a:ln w="2646" cap="flat">
                  <a:noFill/>
                </a:ln>
              </p:spPr>
            </p:sp>
            <p:sp>
              <p:nvSpPr>
                <p:cNvPr id="3572" name="ICON_OUT_WAVE_GRAPHIC_path_093"/>
                <p:cNvSpPr/>
                <p:nvPr/>
              </p:nvSpPr>
              <p:spPr>
                <a:xfrm>
                  <a:off x="9453564" y="3436555"/>
                  <a:ext cx="19174" cy="4831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10" h="3804" fill="norm" stroke="0">
                      <a:moveTo>
                        <a:pt x="1055" y="17"/>
                      </a:moveTo>
                      <a:cubicBezTo>
                        <a:pt x="1091" y="19"/>
                        <a:pt x="1128" y="21"/>
                        <a:pt x="1166" y="23"/>
                      </a:cubicBezTo>
                      <a:cubicBezTo>
                        <a:pt x="1180" y="24"/>
                        <a:pt x="1180" y="24"/>
                        <a:pt x="1250" y="30"/>
                      </a:cubicBezTo>
                      <a:cubicBezTo>
                        <a:pt x="1510" y="747"/>
                        <a:pt x="1455" y="1421"/>
                        <a:pt x="1388" y="2164"/>
                      </a:cubicBezTo>
                      <a:cubicBezTo>
                        <a:pt x="1377" y="2289"/>
                        <a:pt x="1368" y="2414"/>
                        <a:pt x="1359" y="2539"/>
                      </a:cubicBezTo>
                      <a:cubicBezTo>
                        <a:pt x="1350" y="2660"/>
                        <a:pt x="1340" y="2780"/>
                        <a:pt x="1330" y="2901"/>
                      </a:cubicBezTo>
                      <a:cubicBezTo>
                        <a:pt x="1326" y="2959"/>
                        <a:pt x="1321" y="3016"/>
                        <a:pt x="1317" y="3074"/>
                      </a:cubicBezTo>
                      <a:cubicBezTo>
                        <a:pt x="1279" y="3572"/>
                        <a:pt x="1279" y="3572"/>
                        <a:pt x="1157" y="3711"/>
                      </a:cubicBezTo>
                      <a:cubicBezTo>
                        <a:pt x="1023" y="3791"/>
                        <a:pt x="949" y="3804"/>
                        <a:pt x="793" y="3800"/>
                      </a:cubicBezTo>
                      <a:cubicBezTo>
                        <a:pt x="747" y="3800"/>
                        <a:pt x="701" y="3799"/>
                        <a:pt x="653" y="3798"/>
                      </a:cubicBezTo>
                      <a:cubicBezTo>
                        <a:pt x="605" y="3797"/>
                        <a:pt x="557" y="3795"/>
                        <a:pt x="508" y="3793"/>
                      </a:cubicBezTo>
                      <a:cubicBezTo>
                        <a:pt x="459" y="3792"/>
                        <a:pt x="410" y="3791"/>
                        <a:pt x="360" y="3790"/>
                      </a:cubicBezTo>
                      <a:cubicBezTo>
                        <a:pt x="240" y="3788"/>
                        <a:pt x="120" y="3784"/>
                        <a:pt x="0" y="3780"/>
                      </a:cubicBezTo>
                      <a:cubicBezTo>
                        <a:pt x="0" y="3574"/>
                        <a:pt x="0" y="3368"/>
                        <a:pt x="0" y="3155"/>
                      </a:cubicBezTo>
                      <a:cubicBezTo>
                        <a:pt x="206" y="3155"/>
                        <a:pt x="413" y="3155"/>
                        <a:pt x="625" y="3155"/>
                      </a:cubicBezTo>
                      <a:cubicBezTo>
                        <a:pt x="624" y="3068"/>
                        <a:pt x="623" y="2981"/>
                        <a:pt x="622" y="2891"/>
                      </a:cubicBezTo>
                      <a:cubicBezTo>
                        <a:pt x="618" y="2602"/>
                        <a:pt x="616" y="2314"/>
                        <a:pt x="614" y="2025"/>
                      </a:cubicBezTo>
                      <a:cubicBezTo>
                        <a:pt x="613" y="1850"/>
                        <a:pt x="611" y="1675"/>
                        <a:pt x="609" y="1500"/>
                      </a:cubicBezTo>
                      <a:cubicBezTo>
                        <a:pt x="607" y="1331"/>
                        <a:pt x="606" y="1163"/>
                        <a:pt x="605" y="994"/>
                      </a:cubicBezTo>
                      <a:cubicBezTo>
                        <a:pt x="605" y="929"/>
                        <a:pt x="604" y="865"/>
                        <a:pt x="603" y="801"/>
                      </a:cubicBezTo>
                      <a:cubicBezTo>
                        <a:pt x="601" y="710"/>
                        <a:pt x="601" y="620"/>
                        <a:pt x="601" y="530"/>
                      </a:cubicBezTo>
                      <a:cubicBezTo>
                        <a:pt x="601" y="479"/>
                        <a:pt x="600" y="427"/>
                        <a:pt x="600" y="374"/>
                      </a:cubicBezTo>
                      <a:cubicBezTo>
                        <a:pt x="647" y="119"/>
                        <a:pt x="799" y="0"/>
                        <a:pt x="1055" y="17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73" name="ICON_OUT_WAVE_GRAPHIC_path_094"/>
                <p:cNvSpPr/>
                <p:nvPr/>
              </p:nvSpPr>
              <p:spPr>
                <a:xfrm>
                  <a:off x="8952321" y="3428943"/>
                  <a:ext cx="17576" cy="3974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84" h="3130" fill="norm" stroke="0">
                      <a:moveTo>
                        <a:pt x="420" y="0"/>
                      </a:moveTo>
                      <a:cubicBezTo>
                        <a:pt x="442" y="5"/>
                        <a:pt x="442" y="5"/>
                        <a:pt x="549" y="30"/>
                      </a:cubicBezTo>
                      <a:cubicBezTo>
                        <a:pt x="572" y="35"/>
                        <a:pt x="572" y="35"/>
                        <a:pt x="690" y="60"/>
                      </a:cubicBezTo>
                      <a:cubicBezTo>
                        <a:pt x="738" y="72"/>
                        <a:pt x="786" y="84"/>
                        <a:pt x="835" y="96"/>
                      </a:cubicBezTo>
                      <a:cubicBezTo>
                        <a:pt x="884" y="106"/>
                        <a:pt x="933" y="118"/>
                        <a:pt x="983" y="129"/>
                      </a:cubicBezTo>
                      <a:cubicBezTo>
                        <a:pt x="1103" y="156"/>
                        <a:pt x="1223" y="184"/>
                        <a:pt x="1343" y="213"/>
                      </a:cubicBezTo>
                      <a:cubicBezTo>
                        <a:pt x="1355" y="382"/>
                        <a:pt x="1362" y="551"/>
                        <a:pt x="1369" y="721"/>
                      </a:cubicBezTo>
                      <a:cubicBezTo>
                        <a:pt x="1371" y="745"/>
                        <a:pt x="1371" y="745"/>
                        <a:pt x="1379" y="866"/>
                      </a:cubicBezTo>
                      <a:cubicBezTo>
                        <a:pt x="1384" y="1007"/>
                        <a:pt x="1384" y="1120"/>
                        <a:pt x="1343" y="1255"/>
                      </a:cubicBezTo>
                      <a:cubicBezTo>
                        <a:pt x="1249" y="1313"/>
                        <a:pt x="1249" y="1313"/>
                        <a:pt x="1134" y="1354"/>
                      </a:cubicBezTo>
                      <a:cubicBezTo>
                        <a:pt x="1019" y="1397"/>
                        <a:pt x="1019" y="1397"/>
                        <a:pt x="926" y="1463"/>
                      </a:cubicBezTo>
                      <a:cubicBezTo>
                        <a:pt x="876" y="1667"/>
                        <a:pt x="896" y="1868"/>
                        <a:pt x="913" y="2075"/>
                      </a:cubicBezTo>
                      <a:cubicBezTo>
                        <a:pt x="921" y="2185"/>
                        <a:pt x="927" y="2296"/>
                        <a:pt x="932" y="2406"/>
                      </a:cubicBezTo>
                      <a:cubicBezTo>
                        <a:pt x="933" y="2419"/>
                        <a:pt x="933" y="2419"/>
                        <a:pt x="935" y="2486"/>
                      </a:cubicBezTo>
                      <a:cubicBezTo>
                        <a:pt x="939" y="2743"/>
                        <a:pt x="852" y="2918"/>
                        <a:pt x="718" y="3130"/>
                      </a:cubicBezTo>
                      <a:cubicBezTo>
                        <a:pt x="273" y="3049"/>
                        <a:pt x="273" y="3049"/>
                        <a:pt x="93" y="2921"/>
                      </a:cubicBezTo>
                      <a:cubicBezTo>
                        <a:pt x="0" y="2723"/>
                        <a:pt x="15" y="2529"/>
                        <a:pt x="24" y="2316"/>
                      </a:cubicBezTo>
                      <a:cubicBezTo>
                        <a:pt x="25" y="2256"/>
                        <a:pt x="25" y="2196"/>
                        <a:pt x="26" y="2136"/>
                      </a:cubicBezTo>
                      <a:cubicBezTo>
                        <a:pt x="27" y="2010"/>
                        <a:pt x="30" y="1885"/>
                        <a:pt x="34" y="1760"/>
                      </a:cubicBezTo>
                      <a:cubicBezTo>
                        <a:pt x="40" y="1599"/>
                        <a:pt x="42" y="1439"/>
                        <a:pt x="43" y="1279"/>
                      </a:cubicBezTo>
                      <a:cubicBezTo>
                        <a:pt x="44" y="1155"/>
                        <a:pt x="46" y="1031"/>
                        <a:pt x="49" y="908"/>
                      </a:cubicBezTo>
                      <a:cubicBezTo>
                        <a:pt x="50" y="848"/>
                        <a:pt x="51" y="789"/>
                        <a:pt x="52" y="730"/>
                      </a:cubicBezTo>
                      <a:cubicBezTo>
                        <a:pt x="53" y="647"/>
                        <a:pt x="56" y="565"/>
                        <a:pt x="59" y="482"/>
                      </a:cubicBezTo>
                      <a:cubicBezTo>
                        <a:pt x="61" y="435"/>
                        <a:pt x="62" y="388"/>
                        <a:pt x="64" y="339"/>
                      </a:cubicBezTo>
                      <a:cubicBezTo>
                        <a:pt x="109" y="145"/>
                        <a:pt x="214" y="8"/>
                        <a:pt x="420" y="0"/>
                      </a:cubicBezTo>
                      <a:close/>
                    </a:path>
                  </a:pathLst>
                </a:custGeom>
                <a:solidFill>
                  <a:srgbClr val="AD90D4"/>
                </a:solidFill>
                <a:ln w="2646" cap="flat">
                  <a:noFill/>
                </a:ln>
              </p:spPr>
            </p:sp>
            <p:sp>
              <p:nvSpPr>
                <p:cNvPr id="3574" name="ICON_OUT_WAVE_GRAPHIC_path_095"/>
                <p:cNvSpPr/>
                <p:nvPr/>
              </p:nvSpPr>
              <p:spPr>
                <a:xfrm>
                  <a:off x="9529186" y="3421062"/>
                  <a:ext cx="11689" cy="555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20" h="4375" fill="norm" stroke="0">
                      <a:moveTo>
                        <a:pt x="295" y="0"/>
                      </a:moveTo>
                      <a:cubicBezTo>
                        <a:pt x="502" y="0"/>
                        <a:pt x="708" y="0"/>
                        <a:pt x="920" y="0"/>
                      </a:cubicBezTo>
                      <a:cubicBezTo>
                        <a:pt x="920" y="1444"/>
                        <a:pt x="920" y="2887"/>
                        <a:pt x="920" y="4375"/>
                      </a:cubicBezTo>
                      <a:cubicBezTo>
                        <a:pt x="714" y="4306"/>
                        <a:pt x="508" y="4238"/>
                        <a:pt x="295" y="4167"/>
                      </a:cubicBezTo>
                      <a:cubicBezTo>
                        <a:pt x="235" y="3861"/>
                        <a:pt x="235" y="3861"/>
                        <a:pt x="251" y="3735"/>
                      </a:cubicBezTo>
                      <a:cubicBezTo>
                        <a:pt x="252" y="3721"/>
                        <a:pt x="252" y="3721"/>
                        <a:pt x="260" y="3651"/>
                      </a:cubicBezTo>
                      <a:cubicBezTo>
                        <a:pt x="263" y="3624"/>
                        <a:pt x="266" y="3596"/>
                        <a:pt x="269" y="3568"/>
                      </a:cubicBezTo>
                      <a:cubicBezTo>
                        <a:pt x="279" y="3460"/>
                        <a:pt x="287" y="3352"/>
                        <a:pt x="294" y="3244"/>
                      </a:cubicBezTo>
                      <a:cubicBezTo>
                        <a:pt x="295" y="3230"/>
                        <a:pt x="295" y="3230"/>
                        <a:pt x="299" y="3161"/>
                      </a:cubicBezTo>
                      <a:cubicBezTo>
                        <a:pt x="308" y="2961"/>
                        <a:pt x="267" y="2824"/>
                        <a:pt x="187" y="2637"/>
                      </a:cubicBezTo>
                      <a:cubicBezTo>
                        <a:pt x="0" y="2179"/>
                        <a:pt x="115" y="1665"/>
                        <a:pt x="169" y="1186"/>
                      </a:cubicBezTo>
                      <a:cubicBezTo>
                        <a:pt x="184" y="1053"/>
                        <a:pt x="198" y="918"/>
                        <a:pt x="211" y="784"/>
                      </a:cubicBezTo>
                      <a:cubicBezTo>
                        <a:pt x="238" y="522"/>
                        <a:pt x="266" y="261"/>
                        <a:pt x="295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75" name="ICON_OUT_WAVE_GRAPHIC_path_096"/>
                <p:cNvSpPr/>
                <p:nvPr/>
              </p:nvSpPr>
              <p:spPr>
                <a:xfrm>
                  <a:off x="9338739" y="3950015"/>
                  <a:ext cx="15288" cy="4618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04" h="3637" fill="norm" stroke="0">
                      <a:moveTo>
                        <a:pt x="916" y="17"/>
                      </a:moveTo>
                      <a:cubicBezTo>
                        <a:pt x="953" y="386"/>
                        <a:pt x="988" y="756"/>
                        <a:pt x="1019" y="1125"/>
                      </a:cubicBezTo>
                      <a:cubicBezTo>
                        <a:pt x="1034" y="1297"/>
                        <a:pt x="1050" y="1469"/>
                        <a:pt x="1067" y="1640"/>
                      </a:cubicBezTo>
                      <a:cubicBezTo>
                        <a:pt x="1204" y="2990"/>
                        <a:pt x="1204" y="2990"/>
                        <a:pt x="880" y="3406"/>
                      </a:cubicBezTo>
                      <a:cubicBezTo>
                        <a:pt x="765" y="3530"/>
                        <a:pt x="653" y="3606"/>
                        <a:pt x="487" y="3637"/>
                      </a:cubicBezTo>
                      <a:cubicBezTo>
                        <a:pt x="382" y="3618"/>
                        <a:pt x="382" y="3618"/>
                        <a:pt x="291" y="3559"/>
                      </a:cubicBezTo>
                      <a:cubicBezTo>
                        <a:pt x="7" y="3088"/>
                        <a:pt x="37" y="2471"/>
                        <a:pt x="33" y="1942"/>
                      </a:cubicBezTo>
                      <a:cubicBezTo>
                        <a:pt x="31" y="1788"/>
                        <a:pt x="24" y="1635"/>
                        <a:pt x="18" y="1481"/>
                      </a:cubicBezTo>
                      <a:cubicBezTo>
                        <a:pt x="0" y="674"/>
                        <a:pt x="0" y="674"/>
                        <a:pt x="300" y="340"/>
                      </a:cubicBezTo>
                      <a:cubicBezTo>
                        <a:pt x="653" y="0"/>
                        <a:pt x="653" y="0"/>
                        <a:pt x="916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646" cap="flat">
                  <a:noFill/>
                </a:ln>
              </p:spPr>
            </p:sp>
            <p:sp>
              <p:nvSpPr>
                <p:cNvPr id="3576" name="ICON_OUT_WAVE_GRAPHIC_path_097"/>
                <p:cNvSpPr/>
                <p:nvPr/>
              </p:nvSpPr>
              <p:spPr>
                <a:xfrm>
                  <a:off x="8800042" y="4000500"/>
                  <a:ext cx="26458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083" h="2500" fill="norm" stroke="0">
                      <a:moveTo>
                        <a:pt x="208" y="0"/>
                      </a:moveTo>
                      <a:cubicBezTo>
                        <a:pt x="415" y="0"/>
                        <a:pt x="621" y="0"/>
                        <a:pt x="833" y="0"/>
                      </a:cubicBezTo>
                      <a:cubicBezTo>
                        <a:pt x="943" y="200"/>
                        <a:pt x="943" y="200"/>
                        <a:pt x="984" y="316"/>
                      </a:cubicBezTo>
                      <a:cubicBezTo>
                        <a:pt x="1042" y="417"/>
                        <a:pt x="1042" y="417"/>
                        <a:pt x="1154" y="471"/>
                      </a:cubicBezTo>
                      <a:cubicBezTo>
                        <a:pt x="1294" y="504"/>
                        <a:pt x="1433" y="528"/>
                        <a:pt x="1575" y="547"/>
                      </a:cubicBezTo>
                      <a:cubicBezTo>
                        <a:pt x="1624" y="555"/>
                        <a:pt x="1673" y="563"/>
                        <a:pt x="1723" y="571"/>
                      </a:cubicBezTo>
                      <a:cubicBezTo>
                        <a:pt x="1843" y="591"/>
                        <a:pt x="1963" y="609"/>
                        <a:pt x="2083" y="625"/>
                      </a:cubicBezTo>
                      <a:cubicBezTo>
                        <a:pt x="2053" y="1094"/>
                        <a:pt x="2053" y="1094"/>
                        <a:pt x="1875" y="1250"/>
                      </a:cubicBezTo>
                      <a:cubicBezTo>
                        <a:pt x="1538" y="1339"/>
                        <a:pt x="1174" y="1276"/>
                        <a:pt x="833" y="1250"/>
                      </a:cubicBezTo>
                      <a:cubicBezTo>
                        <a:pt x="833" y="1594"/>
                        <a:pt x="833" y="1938"/>
                        <a:pt x="833" y="2292"/>
                      </a:cubicBezTo>
                      <a:cubicBezTo>
                        <a:pt x="558" y="2360"/>
                        <a:pt x="283" y="2429"/>
                        <a:pt x="0" y="2500"/>
                      </a:cubicBezTo>
                      <a:cubicBezTo>
                        <a:pt x="69" y="1675"/>
                        <a:pt x="138" y="850"/>
                        <a:pt x="208" y="0"/>
                      </a:cubicBezTo>
                      <a:close/>
                    </a:path>
                  </a:pathLst>
                </a:custGeom>
                <a:solidFill>
                  <a:srgbClr val="AA8CD2"/>
                </a:solidFill>
                <a:ln w="2646" cap="flat">
                  <a:noFill/>
                </a:ln>
              </p:spPr>
            </p:sp>
            <p:sp>
              <p:nvSpPr>
                <p:cNvPr id="3577" name="ICON_OUT_WAVE_GRAPHIC_path_098"/>
                <p:cNvSpPr/>
                <p:nvPr/>
              </p:nvSpPr>
              <p:spPr>
                <a:xfrm>
                  <a:off x="9611466" y="3500438"/>
                  <a:ext cx="18095" cy="3180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25" h="2505" fill="norm" stroke="0">
                      <a:moveTo>
                        <a:pt x="67" y="0"/>
                      </a:moveTo>
                      <a:cubicBezTo>
                        <a:pt x="171" y="29"/>
                        <a:pt x="275" y="60"/>
                        <a:pt x="379" y="91"/>
                      </a:cubicBezTo>
                      <a:cubicBezTo>
                        <a:pt x="409" y="99"/>
                        <a:pt x="439" y="108"/>
                        <a:pt x="470" y="116"/>
                      </a:cubicBezTo>
                      <a:cubicBezTo>
                        <a:pt x="555" y="142"/>
                        <a:pt x="555" y="142"/>
                        <a:pt x="692" y="208"/>
                      </a:cubicBezTo>
                      <a:cubicBezTo>
                        <a:pt x="711" y="307"/>
                        <a:pt x="711" y="307"/>
                        <a:pt x="692" y="417"/>
                      </a:cubicBezTo>
                      <a:cubicBezTo>
                        <a:pt x="672" y="529"/>
                        <a:pt x="672" y="529"/>
                        <a:pt x="692" y="625"/>
                      </a:cubicBezTo>
                      <a:cubicBezTo>
                        <a:pt x="827" y="665"/>
                        <a:pt x="827" y="665"/>
                        <a:pt x="912" y="680"/>
                      </a:cubicBezTo>
                      <a:cubicBezTo>
                        <a:pt x="1060" y="706"/>
                        <a:pt x="1196" y="740"/>
                        <a:pt x="1317" y="833"/>
                      </a:cubicBezTo>
                      <a:cubicBezTo>
                        <a:pt x="1425" y="1056"/>
                        <a:pt x="1374" y="1337"/>
                        <a:pt x="1356" y="1575"/>
                      </a:cubicBezTo>
                      <a:cubicBezTo>
                        <a:pt x="1353" y="1645"/>
                        <a:pt x="1350" y="1714"/>
                        <a:pt x="1347" y="1784"/>
                      </a:cubicBezTo>
                      <a:cubicBezTo>
                        <a:pt x="1340" y="1953"/>
                        <a:pt x="1330" y="2122"/>
                        <a:pt x="1317" y="2292"/>
                      </a:cubicBezTo>
                      <a:cubicBezTo>
                        <a:pt x="1148" y="2333"/>
                        <a:pt x="979" y="2371"/>
                        <a:pt x="809" y="2409"/>
                      </a:cubicBezTo>
                      <a:cubicBezTo>
                        <a:pt x="761" y="2421"/>
                        <a:pt x="713" y="2432"/>
                        <a:pt x="664" y="2444"/>
                      </a:cubicBezTo>
                      <a:cubicBezTo>
                        <a:pt x="617" y="2454"/>
                        <a:pt x="571" y="2464"/>
                        <a:pt x="523" y="2475"/>
                      </a:cubicBezTo>
                      <a:cubicBezTo>
                        <a:pt x="481" y="2485"/>
                        <a:pt x="438" y="2494"/>
                        <a:pt x="394" y="2505"/>
                      </a:cubicBezTo>
                      <a:cubicBezTo>
                        <a:pt x="275" y="2500"/>
                        <a:pt x="275" y="2500"/>
                        <a:pt x="157" y="2430"/>
                      </a:cubicBezTo>
                      <a:cubicBezTo>
                        <a:pt x="0" y="2249"/>
                        <a:pt x="41" y="1995"/>
                        <a:pt x="46" y="1770"/>
                      </a:cubicBezTo>
                      <a:cubicBezTo>
                        <a:pt x="47" y="1719"/>
                        <a:pt x="47" y="1669"/>
                        <a:pt x="47" y="1617"/>
                      </a:cubicBezTo>
                      <a:cubicBezTo>
                        <a:pt x="48" y="1483"/>
                        <a:pt x="50" y="1349"/>
                        <a:pt x="52" y="1215"/>
                      </a:cubicBezTo>
                      <a:cubicBezTo>
                        <a:pt x="55" y="1078"/>
                        <a:pt x="55" y="941"/>
                        <a:pt x="56" y="804"/>
                      </a:cubicBezTo>
                      <a:cubicBezTo>
                        <a:pt x="59" y="536"/>
                        <a:pt x="62" y="268"/>
                        <a:pt x="67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78" name="ICON_OUT_WAVE_GRAPHIC_path_099"/>
                <p:cNvSpPr/>
                <p:nvPr/>
              </p:nvSpPr>
              <p:spPr>
                <a:xfrm>
                  <a:off x="9196406" y="3500438"/>
                  <a:ext cx="11094" cy="555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4" h="4375" fill="norm" stroke="0">
                      <a:moveTo>
                        <a:pt x="457" y="0"/>
                      </a:moveTo>
                      <a:cubicBezTo>
                        <a:pt x="594" y="0"/>
                        <a:pt x="732" y="0"/>
                        <a:pt x="874" y="0"/>
                      </a:cubicBezTo>
                      <a:cubicBezTo>
                        <a:pt x="874" y="1444"/>
                        <a:pt x="874" y="2887"/>
                        <a:pt x="874" y="4375"/>
                      </a:cubicBezTo>
                      <a:cubicBezTo>
                        <a:pt x="667" y="4375"/>
                        <a:pt x="461" y="4375"/>
                        <a:pt x="249" y="4375"/>
                      </a:cubicBezTo>
                      <a:cubicBezTo>
                        <a:pt x="200" y="3998"/>
                        <a:pt x="156" y="3620"/>
                        <a:pt x="118" y="3242"/>
                      </a:cubicBezTo>
                      <a:cubicBezTo>
                        <a:pt x="115" y="3214"/>
                        <a:pt x="113" y="3186"/>
                        <a:pt x="110" y="3157"/>
                      </a:cubicBezTo>
                      <a:cubicBezTo>
                        <a:pt x="0" y="2045"/>
                        <a:pt x="121" y="1071"/>
                        <a:pt x="457" y="0"/>
                      </a:cubicBezTo>
                      <a:close/>
                    </a:path>
                  </a:pathLst>
                </a:custGeom>
                <a:solidFill>
                  <a:srgbClr val="4A7AF8"/>
                </a:solidFill>
                <a:ln w="2646" cap="flat">
                  <a:noFill/>
                </a:ln>
              </p:spPr>
            </p:sp>
            <p:sp>
              <p:nvSpPr>
                <p:cNvPr id="3579" name="ICON_OUT_WAVE_GRAPHIC_path_100"/>
                <p:cNvSpPr/>
                <p:nvPr/>
              </p:nvSpPr>
              <p:spPr>
                <a:xfrm>
                  <a:off x="8968528" y="3500438"/>
                  <a:ext cx="18095" cy="3180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25" h="2505" fill="norm" stroke="0">
                      <a:moveTo>
                        <a:pt x="67" y="0"/>
                      </a:moveTo>
                      <a:cubicBezTo>
                        <a:pt x="171" y="29"/>
                        <a:pt x="275" y="60"/>
                        <a:pt x="379" y="91"/>
                      </a:cubicBezTo>
                      <a:cubicBezTo>
                        <a:pt x="409" y="99"/>
                        <a:pt x="439" y="108"/>
                        <a:pt x="470" y="116"/>
                      </a:cubicBezTo>
                      <a:cubicBezTo>
                        <a:pt x="555" y="142"/>
                        <a:pt x="555" y="142"/>
                        <a:pt x="692" y="208"/>
                      </a:cubicBezTo>
                      <a:cubicBezTo>
                        <a:pt x="711" y="307"/>
                        <a:pt x="711" y="307"/>
                        <a:pt x="692" y="417"/>
                      </a:cubicBezTo>
                      <a:cubicBezTo>
                        <a:pt x="672" y="529"/>
                        <a:pt x="672" y="529"/>
                        <a:pt x="692" y="625"/>
                      </a:cubicBezTo>
                      <a:cubicBezTo>
                        <a:pt x="827" y="665"/>
                        <a:pt x="827" y="665"/>
                        <a:pt x="912" y="680"/>
                      </a:cubicBezTo>
                      <a:cubicBezTo>
                        <a:pt x="1060" y="706"/>
                        <a:pt x="1196" y="740"/>
                        <a:pt x="1317" y="833"/>
                      </a:cubicBezTo>
                      <a:cubicBezTo>
                        <a:pt x="1425" y="1056"/>
                        <a:pt x="1374" y="1337"/>
                        <a:pt x="1356" y="1575"/>
                      </a:cubicBezTo>
                      <a:cubicBezTo>
                        <a:pt x="1353" y="1645"/>
                        <a:pt x="1350" y="1714"/>
                        <a:pt x="1347" y="1784"/>
                      </a:cubicBezTo>
                      <a:cubicBezTo>
                        <a:pt x="1340" y="1953"/>
                        <a:pt x="1330" y="2122"/>
                        <a:pt x="1317" y="2292"/>
                      </a:cubicBezTo>
                      <a:cubicBezTo>
                        <a:pt x="1148" y="2333"/>
                        <a:pt x="979" y="2371"/>
                        <a:pt x="809" y="2409"/>
                      </a:cubicBezTo>
                      <a:cubicBezTo>
                        <a:pt x="761" y="2421"/>
                        <a:pt x="713" y="2432"/>
                        <a:pt x="664" y="2444"/>
                      </a:cubicBezTo>
                      <a:cubicBezTo>
                        <a:pt x="617" y="2454"/>
                        <a:pt x="571" y="2464"/>
                        <a:pt x="523" y="2475"/>
                      </a:cubicBezTo>
                      <a:cubicBezTo>
                        <a:pt x="481" y="2485"/>
                        <a:pt x="438" y="2494"/>
                        <a:pt x="394" y="2505"/>
                      </a:cubicBezTo>
                      <a:cubicBezTo>
                        <a:pt x="275" y="2500"/>
                        <a:pt x="275" y="2500"/>
                        <a:pt x="157" y="2430"/>
                      </a:cubicBezTo>
                      <a:cubicBezTo>
                        <a:pt x="0" y="2249"/>
                        <a:pt x="41" y="1995"/>
                        <a:pt x="46" y="1770"/>
                      </a:cubicBezTo>
                      <a:cubicBezTo>
                        <a:pt x="47" y="1719"/>
                        <a:pt x="47" y="1669"/>
                        <a:pt x="47" y="1617"/>
                      </a:cubicBezTo>
                      <a:cubicBezTo>
                        <a:pt x="48" y="1483"/>
                        <a:pt x="50" y="1349"/>
                        <a:pt x="52" y="1215"/>
                      </a:cubicBezTo>
                      <a:cubicBezTo>
                        <a:pt x="55" y="1078"/>
                        <a:pt x="55" y="941"/>
                        <a:pt x="56" y="804"/>
                      </a:cubicBezTo>
                      <a:cubicBezTo>
                        <a:pt x="59" y="536"/>
                        <a:pt x="62" y="268"/>
                        <a:pt x="67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80" name="ICON_OUT_WAVE_GRAPHIC_path_101"/>
                <p:cNvSpPr/>
                <p:nvPr/>
              </p:nvSpPr>
              <p:spPr>
                <a:xfrm>
                  <a:off x="9982295" y="3444875"/>
                  <a:ext cx="12121" cy="476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54" h="3750" fill="norm" stroke="0">
                      <a:moveTo>
                        <a:pt x="242" y="0"/>
                      </a:moveTo>
                      <a:cubicBezTo>
                        <a:pt x="449" y="0"/>
                        <a:pt x="655" y="0"/>
                        <a:pt x="867" y="0"/>
                      </a:cubicBezTo>
                      <a:cubicBezTo>
                        <a:pt x="882" y="458"/>
                        <a:pt x="893" y="916"/>
                        <a:pt x="900" y="1375"/>
                      </a:cubicBezTo>
                      <a:cubicBezTo>
                        <a:pt x="903" y="1587"/>
                        <a:pt x="907" y="1800"/>
                        <a:pt x="915" y="2013"/>
                      </a:cubicBezTo>
                      <a:cubicBezTo>
                        <a:pt x="921" y="2218"/>
                        <a:pt x="925" y="2423"/>
                        <a:pt x="927" y="2629"/>
                      </a:cubicBezTo>
                      <a:cubicBezTo>
                        <a:pt x="928" y="2707"/>
                        <a:pt x="930" y="2785"/>
                        <a:pt x="934" y="2864"/>
                      </a:cubicBezTo>
                      <a:cubicBezTo>
                        <a:pt x="954" y="3368"/>
                        <a:pt x="954" y="3368"/>
                        <a:pt x="867" y="3542"/>
                      </a:cubicBezTo>
                      <a:cubicBezTo>
                        <a:pt x="691" y="3689"/>
                        <a:pt x="464" y="3721"/>
                        <a:pt x="242" y="3750"/>
                      </a:cubicBezTo>
                      <a:cubicBezTo>
                        <a:pt x="65" y="3157"/>
                        <a:pt x="0" y="2610"/>
                        <a:pt x="8" y="1992"/>
                      </a:cubicBezTo>
                      <a:cubicBezTo>
                        <a:pt x="8" y="1951"/>
                        <a:pt x="9" y="1911"/>
                        <a:pt x="9" y="1869"/>
                      </a:cubicBezTo>
                      <a:cubicBezTo>
                        <a:pt x="12" y="1224"/>
                        <a:pt x="67" y="623"/>
                        <a:pt x="242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81" name="ICON_OUT_WAVE_GRAPHIC_path_102"/>
                <p:cNvSpPr/>
                <p:nvPr/>
              </p:nvSpPr>
              <p:spPr>
                <a:xfrm>
                  <a:off x="9992064" y="3951785"/>
                  <a:ext cx="17648" cy="3813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90" h="3002" fill="norm" stroke="0">
                      <a:moveTo>
                        <a:pt x="1348" y="86"/>
                      </a:moveTo>
                      <a:cubicBezTo>
                        <a:pt x="1360" y="186"/>
                        <a:pt x="1368" y="285"/>
                        <a:pt x="1374" y="385"/>
                      </a:cubicBezTo>
                      <a:cubicBezTo>
                        <a:pt x="1376" y="399"/>
                        <a:pt x="1376" y="399"/>
                        <a:pt x="1385" y="470"/>
                      </a:cubicBezTo>
                      <a:cubicBezTo>
                        <a:pt x="1390" y="566"/>
                        <a:pt x="1386" y="622"/>
                        <a:pt x="1348" y="711"/>
                      </a:cubicBezTo>
                      <a:cubicBezTo>
                        <a:pt x="1255" y="755"/>
                        <a:pt x="1255" y="755"/>
                        <a:pt x="1140" y="795"/>
                      </a:cubicBezTo>
                      <a:cubicBezTo>
                        <a:pt x="943" y="888"/>
                        <a:pt x="943" y="888"/>
                        <a:pt x="895" y="1018"/>
                      </a:cubicBezTo>
                      <a:cubicBezTo>
                        <a:pt x="883" y="1146"/>
                        <a:pt x="885" y="1267"/>
                        <a:pt x="891" y="1395"/>
                      </a:cubicBezTo>
                      <a:cubicBezTo>
                        <a:pt x="892" y="1441"/>
                        <a:pt x="892" y="1487"/>
                        <a:pt x="893" y="1534"/>
                      </a:cubicBezTo>
                      <a:cubicBezTo>
                        <a:pt x="895" y="1681"/>
                        <a:pt x="900" y="1827"/>
                        <a:pt x="906" y="1974"/>
                      </a:cubicBezTo>
                      <a:cubicBezTo>
                        <a:pt x="908" y="2073"/>
                        <a:pt x="910" y="2173"/>
                        <a:pt x="911" y="2272"/>
                      </a:cubicBezTo>
                      <a:cubicBezTo>
                        <a:pt x="916" y="2516"/>
                        <a:pt x="923" y="2759"/>
                        <a:pt x="932" y="3002"/>
                      </a:cubicBezTo>
                      <a:cubicBezTo>
                        <a:pt x="657" y="3002"/>
                        <a:pt x="382" y="3002"/>
                        <a:pt x="98" y="3002"/>
                      </a:cubicBezTo>
                      <a:cubicBezTo>
                        <a:pt x="84" y="2715"/>
                        <a:pt x="73" y="2427"/>
                        <a:pt x="66" y="2139"/>
                      </a:cubicBezTo>
                      <a:cubicBezTo>
                        <a:pt x="63" y="2005"/>
                        <a:pt x="58" y="1871"/>
                        <a:pt x="51" y="1737"/>
                      </a:cubicBezTo>
                      <a:cubicBezTo>
                        <a:pt x="0" y="757"/>
                        <a:pt x="0" y="757"/>
                        <a:pt x="308" y="408"/>
                      </a:cubicBezTo>
                      <a:cubicBezTo>
                        <a:pt x="634" y="91"/>
                        <a:pt x="900" y="0"/>
                        <a:pt x="1348" y="86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82" name="ICON_OUT_WAVE_GRAPHIC_path_103"/>
                <p:cNvSpPr/>
                <p:nvPr/>
              </p:nvSpPr>
              <p:spPr>
                <a:xfrm>
                  <a:off x="9079479" y="3429000"/>
                  <a:ext cx="8959" cy="5027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5" h="3958" fill="norm" stroke="0">
                      <a:moveTo>
                        <a:pt x="705" y="0"/>
                      </a:moveTo>
                      <a:cubicBezTo>
                        <a:pt x="705" y="1306"/>
                        <a:pt x="705" y="2613"/>
                        <a:pt x="705" y="3958"/>
                      </a:cubicBezTo>
                      <a:cubicBezTo>
                        <a:pt x="80" y="3542"/>
                        <a:pt x="80" y="3542"/>
                        <a:pt x="6" y="3192"/>
                      </a:cubicBezTo>
                      <a:cubicBezTo>
                        <a:pt x="0" y="3083"/>
                        <a:pt x="0" y="3083"/>
                        <a:pt x="4" y="2992"/>
                      </a:cubicBezTo>
                      <a:cubicBezTo>
                        <a:pt x="5" y="2957"/>
                        <a:pt x="7" y="2922"/>
                        <a:pt x="8" y="2887"/>
                      </a:cubicBezTo>
                      <a:cubicBezTo>
                        <a:pt x="9" y="2851"/>
                        <a:pt x="11" y="2816"/>
                        <a:pt x="12" y="2779"/>
                      </a:cubicBezTo>
                      <a:cubicBezTo>
                        <a:pt x="13" y="2705"/>
                        <a:pt x="13" y="2632"/>
                        <a:pt x="13" y="2558"/>
                      </a:cubicBezTo>
                      <a:cubicBezTo>
                        <a:pt x="14" y="2405"/>
                        <a:pt x="17" y="2251"/>
                        <a:pt x="22" y="2098"/>
                      </a:cubicBezTo>
                      <a:cubicBezTo>
                        <a:pt x="28" y="1901"/>
                        <a:pt x="30" y="1704"/>
                        <a:pt x="31" y="1508"/>
                      </a:cubicBezTo>
                      <a:cubicBezTo>
                        <a:pt x="32" y="1356"/>
                        <a:pt x="34" y="1204"/>
                        <a:pt x="36" y="1053"/>
                      </a:cubicBezTo>
                      <a:cubicBezTo>
                        <a:pt x="38" y="980"/>
                        <a:pt x="39" y="908"/>
                        <a:pt x="39" y="835"/>
                      </a:cubicBezTo>
                      <a:cubicBezTo>
                        <a:pt x="41" y="734"/>
                        <a:pt x="44" y="632"/>
                        <a:pt x="47" y="531"/>
                      </a:cubicBezTo>
                      <a:cubicBezTo>
                        <a:pt x="47" y="502"/>
                        <a:pt x="47" y="472"/>
                        <a:pt x="48" y="441"/>
                      </a:cubicBezTo>
                      <a:cubicBezTo>
                        <a:pt x="54" y="294"/>
                        <a:pt x="80" y="209"/>
                        <a:pt x="161" y="84"/>
                      </a:cubicBezTo>
                      <a:cubicBezTo>
                        <a:pt x="289" y="0"/>
                        <a:pt x="289" y="0"/>
                        <a:pt x="705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83" name="ICON_OUT_WAVE_GRAPHIC_path_104"/>
                <p:cNvSpPr/>
                <p:nvPr/>
              </p:nvSpPr>
              <p:spPr>
                <a:xfrm>
                  <a:off x="9889583" y="3532188"/>
                  <a:ext cx="16417" cy="2387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93" h="1880" fill="norm" stroke="0">
                      <a:moveTo>
                        <a:pt x="43" y="0"/>
                      </a:moveTo>
                      <a:cubicBezTo>
                        <a:pt x="455" y="0"/>
                        <a:pt x="868" y="0"/>
                        <a:pt x="1293" y="0"/>
                      </a:cubicBezTo>
                      <a:cubicBezTo>
                        <a:pt x="1293" y="550"/>
                        <a:pt x="1293" y="1100"/>
                        <a:pt x="1293" y="1667"/>
                      </a:cubicBezTo>
                      <a:cubicBezTo>
                        <a:pt x="1209" y="1686"/>
                        <a:pt x="1209" y="1686"/>
                        <a:pt x="785" y="1784"/>
                      </a:cubicBezTo>
                      <a:cubicBezTo>
                        <a:pt x="732" y="1797"/>
                        <a:pt x="680" y="1809"/>
                        <a:pt x="626" y="1822"/>
                      </a:cubicBezTo>
                      <a:cubicBezTo>
                        <a:pt x="584" y="1831"/>
                        <a:pt x="542" y="1840"/>
                        <a:pt x="499" y="1850"/>
                      </a:cubicBezTo>
                      <a:cubicBezTo>
                        <a:pt x="457" y="1860"/>
                        <a:pt x="414" y="1869"/>
                        <a:pt x="370" y="1880"/>
                      </a:cubicBezTo>
                      <a:cubicBezTo>
                        <a:pt x="251" y="1875"/>
                        <a:pt x="251" y="1875"/>
                        <a:pt x="133" y="1796"/>
                      </a:cubicBezTo>
                      <a:cubicBezTo>
                        <a:pt x="0" y="1643"/>
                        <a:pt x="16" y="1475"/>
                        <a:pt x="22" y="1282"/>
                      </a:cubicBezTo>
                      <a:cubicBezTo>
                        <a:pt x="23" y="1245"/>
                        <a:pt x="23" y="1208"/>
                        <a:pt x="23" y="1171"/>
                      </a:cubicBezTo>
                      <a:cubicBezTo>
                        <a:pt x="24" y="1054"/>
                        <a:pt x="27" y="937"/>
                        <a:pt x="30" y="820"/>
                      </a:cubicBezTo>
                      <a:cubicBezTo>
                        <a:pt x="31" y="741"/>
                        <a:pt x="32" y="662"/>
                        <a:pt x="32" y="582"/>
                      </a:cubicBezTo>
                      <a:cubicBezTo>
                        <a:pt x="35" y="388"/>
                        <a:pt x="39" y="194"/>
                        <a:pt x="43" y="0"/>
                      </a:cubicBezTo>
                      <a:close/>
                    </a:path>
                  </a:pathLst>
                </a:custGeom>
                <a:solidFill>
                  <a:srgbClr val="AC8FD3"/>
                </a:solidFill>
                <a:ln w="2646" cap="flat">
                  <a:noFill/>
                </a:ln>
              </p:spPr>
            </p:sp>
            <p:sp>
              <p:nvSpPr>
                <p:cNvPr id="3584" name="ICON_OUT_WAVE_GRAPHIC_path_105"/>
                <p:cNvSpPr/>
                <p:nvPr/>
              </p:nvSpPr>
              <p:spPr>
                <a:xfrm>
                  <a:off x="10007679" y="3475741"/>
                  <a:ext cx="18434" cy="329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51" h="2596" fill="norm" stroke="0">
                      <a:moveTo>
                        <a:pt x="1369" y="70"/>
                      </a:moveTo>
                      <a:cubicBezTo>
                        <a:pt x="1384" y="303"/>
                        <a:pt x="1396" y="536"/>
                        <a:pt x="1403" y="770"/>
                      </a:cubicBezTo>
                      <a:cubicBezTo>
                        <a:pt x="1406" y="850"/>
                        <a:pt x="1410" y="929"/>
                        <a:pt x="1416" y="1009"/>
                      </a:cubicBezTo>
                      <a:cubicBezTo>
                        <a:pt x="1451" y="1543"/>
                        <a:pt x="1451" y="1543"/>
                        <a:pt x="1369" y="1736"/>
                      </a:cubicBezTo>
                      <a:cubicBezTo>
                        <a:pt x="1232" y="1851"/>
                        <a:pt x="1060" y="1874"/>
                        <a:pt x="889" y="1908"/>
                      </a:cubicBezTo>
                      <a:cubicBezTo>
                        <a:pt x="744" y="1945"/>
                        <a:pt x="744" y="1945"/>
                        <a:pt x="680" y="2017"/>
                      </a:cubicBezTo>
                      <a:cubicBezTo>
                        <a:pt x="651" y="2103"/>
                        <a:pt x="636" y="2180"/>
                        <a:pt x="627" y="2270"/>
                      </a:cubicBezTo>
                      <a:cubicBezTo>
                        <a:pt x="611" y="2392"/>
                        <a:pt x="592" y="2455"/>
                        <a:pt x="535" y="2570"/>
                      </a:cubicBezTo>
                      <a:cubicBezTo>
                        <a:pt x="394" y="2596"/>
                        <a:pt x="261" y="2587"/>
                        <a:pt x="119" y="2570"/>
                      </a:cubicBezTo>
                      <a:cubicBezTo>
                        <a:pt x="0" y="897"/>
                        <a:pt x="0" y="897"/>
                        <a:pt x="392" y="382"/>
                      </a:cubicBezTo>
                      <a:cubicBezTo>
                        <a:pt x="404" y="365"/>
                        <a:pt x="404" y="365"/>
                        <a:pt x="466" y="281"/>
                      </a:cubicBezTo>
                      <a:cubicBezTo>
                        <a:pt x="720" y="0"/>
                        <a:pt x="1019" y="39"/>
                        <a:pt x="1369" y="7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85" name="ICON_OUT_WAVE_GRAPHIC_path_106"/>
                <p:cNvSpPr/>
                <p:nvPr/>
              </p:nvSpPr>
              <p:spPr>
                <a:xfrm>
                  <a:off x="9683749" y="3475575"/>
                  <a:ext cx="31787" cy="192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03" h="1513" fill="norm" stroke="0">
                      <a:moveTo>
                        <a:pt x="1476" y="17"/>
                      </a:moveTo>
                      <a:cubicBezTo>
                        <a:pt x="1577" y="18"/>
                        <a:pt x="1675" y="13"/>
                        <a:pt x="1775" y="7"/>
                      </a:cubicBezTo>
                      <a:cubicBezTo>
                        <a:pt x="2130" y="0"/>
                        <a:pt x="2130" y="0"/>
                        <a:pt x="2292" y="83"/>
                      </a:cubicBezTo>
                      <a:cubicBezTo>
                        <a:pt x="2435" y="234"/>
                        <a:pt x="2487" y="428"/>
                        <a:pt x="2503" y="632"/>
                      </a:cubicBezTo>
                      <a:cubicBezTo>
                        <a:pt x="2499" y="748"/>
                        <a:pt x="2466" y="813"/>
                        <a:pt x="2397" y="905"/>
                      </a:cubicBezTo>
                      <a:cubicBezTo>
                        <a:pt x="2307" y="985"/>
                        <a:pt x="2307" y="985"/>
                        <a:pt x="2201" y="1059"/>
                      </a:cubicBezTo>
                      <a:cubicBezTo>
                        <a:pt x="2165" y="1086"/>
                        <a:pt x="2129" y="1112"/>
                        <a:pt x="2092" y="1140"/>
                      </a:cubicBezTo>
                      <a:cubicBezTo>
                        <a:pt x="1492" y="1513"/>
                        <a:pt x="674" y="1380"/>
                        <a:pt x="0" y="1333"/>
                      </a:cubicBezTo>
                      <a:cubicBezTo>
                        <a:pt x="59" y="1202"/>
                        <a:pt x="121" y="1072"/>
                        <a:pt x="182" y="942"/>
                      </a:cubicBezTo>
                      <a:cubicBezTo>
                        <a:pt x="191" y="924"/>
                        <a:pt x="191" y="924"/>
                        <a:pt x="232" y="832"/>
                      </a:cubicBezTo>
                      <a:cubicBezTo>
                        <a:pt x="516" y="242"/>
                        <a:pt x="833" y="8"/>
                        <a:pt x="1476" y="17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86" name="ICON_OUT_WAVE_GRAPHIC_path_107"/>
                <p:cNvSpPr/>
                <p:nvPr/>
              </p:nvSpPr>
              <p:spPr>
                <a:xfrm>
                  <a:off x="9259945" y="3499618"/>
                  <a:ext cx="35843" cy="2463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822" h="1940" fill="norm" stroke="0">
                      <a:moveTo>
                        <a:pt x="1212" y="114"/>
                      </a:moveTo>
                      <a:cubicBezTo>
                        <a:pt x="1326" y="157"/>
                        <a:pt x="1395" y="199"/>
                        <a:pt x="1495" y="273"/>
                      </a:cubicBezTo>
                      <a:cubicBezTo>
                        <a:pt x="1550" y="422"/>
                        <a:pt x="1535" y="538"/>
                        <a:pt x="1495" y="690"/>
                      </a:cubicBezTo>
                      <a:cubicBezTo>
                        <a:pt x="1519" y="671"/>
                        <a:pt x="1542" y="652"/>
                        <a:pt x="1565" y="632"/>
                      </a:cubicBezTo>
                      <a:cubicBezTo>
                        <a:pt x="1671" y="546"/>
                        <a:pt x="1779" y="461"/>
                        <a:pt x="1886" y="377"/>
                      </a:cubicBezTo>
                      <a:cubicBezTo>
                        <a:pt x="1922" y="347"/>
                        <a:pt x="1959" y="317"/>
                        <a:pt x="1996" y="287"/>
                      </a:cubicBezTo>
                      <a:cubicBezTo>
                        <a:pt x="2225" y="109"/>
                        <a:pt x="2377" y="30"/>
                        <a:pt x="2670" y="54"/>
                      </a:cubicBezTo>
                      <a:cubicBezTo>
                        <a:pt x="2695" y="57"/>
                        <a:pt x="2720" y="61"/>
                        <a:pt x="2745" y="65"/>
                      </a:cubicBezTo>
                      <a:cubicBezTo>
                        <a:pt x="2793" y="312"/>
                        <a:pt x="2822" y="554"/>
                        <a:pt x="2694" y="780"/>
                      </a:cubicBezTo>
                      <a:cubicBezTo>
                        <a:pt x="2509" y="1033"/>
                        <a:pt x="2268" y="1281"/>
                        <a:pt x="1962" y="1376"/>
                      </a:cubicBezTo>
                      <a:cubicBezTo>
                        <a:pt x="1738" y="1400"/>
                        <a:pt x="1589" y="1382"/>
                        <a:pt x="1407" y="1250"/>
                      </a:cubicBezTo>
                      <a:cubicBezTo>
                        <a:pt x="1210" y="1080"/>
                        <a:pt x="1036" y="890"/>
                        <a:pt x="870" y="690"/>
                      </a:cubicBezTo>
                      <a:cubicBezTo>
                        <a:pt x="874" y="720"/>
                        <a:pt x="877" y="750"/>
                        <a:pt x="880" y="782"/>
                      </a:cubicBezTo>
                      <a:cubicBezTo>
                        <a:pt x="944" y="1454"/>
                        <a:pt x="944" y="1454"/>
                        <a:pt x="870" y="1731"/>
                      </a:cubicBezTo>
                      <a:cubicBezTo>
                        <a:pt x="714" y="1909"/>
                        <a:pt x="470" y="1925"/>
                        <a:pt x="245" y="1940"/>
                      </a:cubicBezTo>
                      <a:cubicBezTo>
                        <a:pt x="104" y="1677"/>
                        <a:pt x="0" y="1407"/>
                        <a:pt x="37" y="1106"/>
                      </a:cubicBezTo>
                      <a:cubicBezTo>
                        <a:pt x="119" y="886"/>
                        <a:pt x="259" y="704"/>
                        <a:pt x="402" y="520"/>
                      </a:cubicBezTo>
                      <a:cubicBezTo>
                        <a:pt x="419" y="496"/>
                        <a:pt x="437" y="472"/>
                        <a:pt x="455" y="446"/>
                      </a:cubicBezTo>
                      <a:cubicBezTo>
                        <a:pt x="666" y="162"/>
                        <a:pt x="849" y="0"/>
                        <a:pt x="1212" y="114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87" name="ICON_OUT_WAVE_GRAPHIC_path_108"/>
                <p:cNvSpPr/>
                <p:nvPr/>
              </p:nvSpPr>
              <p:spPr>
                <a:xfrm>
                  <a:off x="9301567" y="3468688"/>
                  <a:ext cx="33454" cy="396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634" h="3125" fill="norm" stroke="0">
                      <a:moveTo>
                        <a:pt x="93" y="0"/>
                      </a:moveTo>
                      <a:cubicBezTo>
                        <a:pt x="562" y="31"/>
                        <a:pt x="562" y="31"/>
                        <a:pt x="718" y="208"/>
                      </a:cubicBezTo>
                      <a:cubicBezTo>
                        <a:pt x="806" y="542"/>
                        <a:pt x="755" y="911"/>
                        <a:pt x="718" y="1250"/>
                      </a:cubicBezTo>
                      <a:cubicBezTo>
                        <a:pt x="758" y="1244"/>
                        <a:pt x="798" y="1238"/>
                        <a:pt x="840" y="1232"/>
                      </a:cubicBezTo>
                      <a:cubicBezTo>
                        <a:pt x="1080" y="1207"/>
                        <a:pt x="1268" y="1193"/>
                        <a:pt x="1466" y="1344"/>
                      </a:cubicBezTo>
                      <a:cubicBezTo>
                        <a:pt x="1581" y="1473"/>
                        <a:pt x="1677" y="1614"/>
                        <a:pt x="1773" y="1758"/>
                      </a:cubicBezTo>
                      <a:cubicBezTo>
                        <a:pt x="1839" y="1854"/>
                        <a:pt x="1907" y="1949"/>
                        <a:pt x="1975" y="2044"/>
                      </a:cubicBezTo>
                      <a:cubicBezTo>
                        <a:pt x="1992" y="2066"/>
                        <a:pt x="2008" y="2089"/>
                        <a:pt x="2025" y="2113"/>
                      </a:cubicBezTo>
                      <a:cubicBezTo>
                        <a:pt x="2163" y="2296"/>
                        <a:pt x="2305" y="2366"/>
                        <a:pt x="2513" y="2452"/>
                      </a:cubicBezTo>
                      <a:cubicBezTo>
                        <a:pt x="2593" y="2500"/>
                        <a:pt x="2593" y="2500"/>
                        <a:pt x="2626" y="2574"/>
                      </a:cubicBezTo>
                      <a:cubicBezTo>
                        <a:pt x="2634" y="2661"/>
                        <a:pt x="2630" y="2738"/>
                        <a:pt x="2619" y="2825"/>
                      </a:cubicBezTo>
                      <a:cubicBezTo>
                        <a:pt x="2617" y="2854"/>
                        <a:pt x="2615" y="2883"/>
                        <a:pt x="2614" y="2913"/>
                      </a:cubicBezTo>
                      <a:cubicBezTo>
                        <a:pt x="2609" y="2984"/>
                        <a:pt x="2601" y="3054"/>
                        <a:pt x="2593" y="3125"/>
                      </a:cubicBezTo>
                      <a:cubicBezTo>
                        <a:pt x="1687" y="2747"/>
                        <a:pt x="616" y="2048"/>
                        <a:pt x="138" y="1159"/>
                      </a:cubicBezTo>
                      <a:cubicBezTo>
                        <a:pt x="0" y="796"/>
                        <a:pt x="48" y="379"/>
                        <a:pt x="93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88" name="ICON_OUT_WAVE_GRAPHIC_path_109"/>
                <p:cNvSpPr/>
                <p:nvPr/>
              </p:nvSpPr>
              <p:spPr>
                <a:xfrm>
                  <a:off x="9572626" y="3491261"/>
                  <a:ext cx="26696" cy="2505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02" h="1973" fill="norm" stroke="0">
                      <a:moveTo>
                        <a:pt x="441" y="16"/>
                      </a:moveTo>
                      <a:cubicBezTo>
                        <a:pt x="603" y="0"/>
                        <a:pt x="762" y="0"/>
                        <a:pt x="924" y="6"/>
                      </a:cubicBezTo>
                      <a:cubicBezTo>
                        <a:pt x="958" y="7"/>
                        <a:pt x="991" y="7"/>
                        <a:pt x="1025" y="8"/>
                      </a:cubicBezTo>
                      <a:cubicBezTo>
                        <a:pt x="1638" y="24"/>
                        <a:pt x="1638" y="24"/>
                        <a:pt x="1863" y="249"/>
                      </a:cubicBezTo>
                      <a:cubicBezTo>
                        <a:pt x="2102" y="596"/>
                        <a:pt x="2102" y="959"/>
                        <a:pt x="2035" y="1362"/>
                      </a:cubicBezTo>
                      <a:cubicBezTo>
                        <a:pt x="1991" y="1569"/>
                        <a:pt x="1936" y="1770"/>
                        <a:pt x="1875" y="1973"/>
                      </a:cubicBezTo>
                      <a:cubicBezTo>
                        <a:pt x="1669" y="1973"/>
                        <a:pt x="1462" y="1973"/>
                        <a:pt x="1250" y="1973"/>
                      </a:cubicBezTo>
                      <a:cubicBezTo>
                        <a:pt x="1247" y="1900"/>
                        <a:pt x="1244" y="1827"/>
                        <a:pt x="1241" y="1752"/>
                      </a:cubicBezTo>
                      <a:cubicBezTo>
                        <a:pt x="1190" y="1169"/>
                        <a:pt x="1190" y="1169"/>
                        <a:pt x="1042" y="931"/>
                      </a:cubicBezTo>
                      <a:cubicBezTo>
                        <a:pt x="738" y="742"/>
                        <a:pt x="350" y="732"/>
                        <a:pt x="0" y="723"/>
                      </a:cubicBezTo>
                      <a:cubicBezTo>
                        <a:pt x="98" y="81"/>
                        <a:pt x="98" y="81"/>
                        <a:pt x="441" y="16"/>
                      </a:cubicBezTo>
                      <a:close/>
                    </a:path>
                  </a:pathLst>
                </a:custGeom>
                <a:solidFill>
                  <a:srgbClr val="5A7DF1"/>
                </a:solidFill>
                <a:ln w="2646" cap="flat">
                  <a:noFill/>
                </a:ln>
              </p:spPr>
            </p:sp>
            <p:sp>
              <p:nvSpPr>
                <p:cNvPr id="3589" name="ICON_OUT_WAVE_GRAPHIC_path_110"/>
                <p:cNvSpPr/>
                <p:nvPr/>
              </p:nvSpPr>
              <p:spPr>
                <a:xfrm>
                  <a:off x="8983965" y="3481329"/>
                  <a:ext cx="25868" cy="2704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037" h="2130" fill="norm" stroke="0">
                      <a:moveTo>
                        <a:pt x="819" y="52"/>
                      </a:moveTo>
                      <a:cubicBezTo>
                        <a:pt x="853" y="63"/>
                        <a:pt x="887" y="74"/>
                        <a:pt x="921" y="85"/>
                      </a:cubicBezTo>
                      <a:cubicBezTo>
                        <a:pt x="957" y="96"/>
                        <a:pt x="993" y="106"/>
                        <a:pt x="1030" y="117"/>
                      </a:cubicBezTo>
                      <a:cubicBezTo>
                        <a:pt x="1421" y="251"/>
                        <a:pt x="1775" y="512"/>
                        <a:pt x="1976" y="880"/>
                      </a:cubicBezTo>
                      <a:cubicBezTo>
                        <a:pt x="2037" y="1090"/>
                        <a:pt x="2017" y="1292"/>
                        <a:pt x="1976" y="1505"/>
                      </a:cubicBezTo>
                      <a:cubicBezTo>
                        <a:pt x="1507" y="1399"/>
                        <a:pt x="1507" y="1399"/>
                        <a:pt x="1351" y="1296"/>
                      </a:cubicBezTo>
                      <a:cubicBezTo>
                        <a:pt x="1292" y="1145"/>
                        <a:pt x="1318" y="1034"/>
                        <a:pt x="1351" y="880"/>
                      </a:cubicBezTo>
                      <a:cubicBezTo>
                        <a:pt x="1194" y="928"/>
                        <a:pt x="1064" y="986"/>
                        <a:pt x="935" y="1088"/>
                      </a:cubicBezTo>
                      <a:cubicBezTo>
                        <a:pt x="854" y="1260"/>
                        <a:pt x="830" y="1434"/>
                        <a:pt x="804" y="1622"/>
                      </a:cubicBezTo>
                      <a:cubicBezTo>
                        <a:pt x="796" y="1671"/>
                        <a:pt x="788" y="1719"/>
                        <a:pt x="780" y="1770"/>
                      </a:cubicBezTo>
                      <a:cubicBezTo>
                        <a:pt x="760" y="1889"/>
                        <a:pt x="742" y="2009"/>
                        <a:pt x="726" y="2130"/>
                      </a:cubicBezTo>
                      <a:cubicBezTo>
                        <a:pt x="279" y="2062"/>
                        <a:pt x="279" y="2062"/>
                        <a:pt x="101" y="1921"/>
                      </a:cubicBezTo>
                      <a:cubicBezTo>
                        <a:pt x="0" y="1735"/>
                        <a:pt x="20" y="1511"/>
                        <a:pt x="31" y="1305"/>
                      </a:cubicBezTo>
                      <a:cubicBezTo>
                        <a:pt x="36" y="1206"/>
                        <a:pt x="35" y="1108"/>
                        <a:pt x="34" y="1008"/>
                      </a:cubicBezTo>
                      <a:cubicBezTo>
                        <a:pt x="37" y="685"/>
                        <a:pt x="69" y="452"/>
                        <a:pt x="288" y="206"/>
                      </a:cubicBezTo>
                      <a:cubicBezTo>
                        <a:pt x="468" y="56"/>
                        <a:pt x="590" y="0"/>
                        <a:pt x="819" y="52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90" name="ICON_OUT_WAVE_GRAPHIC_path_111"/>
                <p:cNvSpPr/>
                <p:nvPr/>
              </p:nvSpPr>
              <p:spPr>
                <a:xfrm>
                  <a:off x="9553939" y="3476266"/>
                  <a:ext cx="18688" cy="3211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71" h="2528" fill="norm" stroke="0">
                      <a:moveTo>
                        <a:pt x="678" y="8"/>
                      </a:moveTo>
                      <a:cubicBezTo>
                        <a:pt x="701" y="8"/>
                        <a:pt x="701" y="8"/>
                        <a:pt x="818" y="10"/>
                      </a:cubicBezTo>
                      <a:cubicBezTo>
                        <a:pt x="842" y="11"/>
                        <a:pt x="842" y="11"/>
                        <a:pt x="964" y="15"/>
                      </a:cubicBezTo>
                      <a:cubicBezTo>
                        <a:pt x="1012" y="16"/>
                        <a:pt x="1061" y="17"/>
                        <a:pt x="1111" y="18"/>
                      </a:cubicBezTo>
                      <a:cubicBezTo>
                        <a:pt x="1231" y="21"/>
                        <a:pt x="1351" y="24"/>
                        <a:pt x="1471" y="28"/>
                      </a:cubicBezTo>
                      <a:cubicBezTo>
                        <a:pt x="1444" y="69"/>
                        <a:pt x="1416" y="110"/>
                        <a:pt x="1387" y="152"/>
                      </a:cubicBezTo>
                      <a:cubicBezTo>
                        <a:pt x="945" y="876"/>
                        <a:pt x="920" y="1702"/>
                        <a:pt x="846" y="2528"/>
                      </a:cubicBezTo>
                      <a:cubicBezTo>
                        <a:pt x="640" y="2528"/>
                        <a:pt x="434" y="2528"/>
                        <a:pt x="221" y="2528"/>
                      </a:cubicBezTo>
                      <a:cubicBezTo>
                        <a:pt x="0" y="1980"/>
                        <a:pt x="8" y="1501"/>
                        <a:pt x="91" y="927"/>
                      </a:cubicBezTo>
                      <a:cubicBezTo>
                        <a:pt x="96" y="894"/>
                        <a:pt x="100" y="862"/>
                        <a:pt x="105" y="828"/>
                      </a:cubicBezTo>
                      <a:cubicBezTo>
                        <a:pt x="118" y="734"/>
                        <a:pt x="133" y="640"/>
                        <a:pt x="148" y="547"/>
                      </a:cubicBezTo>
                      <a:cubicBezTo>
                        <a:pt x="152" y="519"/>
                        <a:pt x="156" y="490"/>
                        <a:pt x="161" y="461"/>
                      </a:cubicBezTo>
                      <a:cubicBezTo>
                        <a:pt x="216" y="158"/>
                        <a:pt x="367" y="0"/>
                        <a:pt x="678" y="8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91" name="ICON_OUT_WAVE_GRAPHIC_path_112"/>
                <p:cNvSpPr/>
                <p:nvPr/>
              </p:nvSpPr>
              <p:spPr>
                <a:xfrm>
                  <a:off x="9278938" y="3451713"/>
                  <a:ext cx="24336" cy="420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16" h="3311" fill="norm" stroke="0">
                      <a:moveTo>
                        <a:pt x="1760" y="57"/>
                      </a:moveTo>
                      <a:cubicBezTo>
                        <a:pt x="1798" y="67"/>
                        <a:pt x="1836" y="77"/>
                        <a:pt x="1875" y="87"/>
                      </a:cubicBezTo>
                      <a:cubicBezTo>
                        <a:pt x="1886" y="187"/>
                        <a:pt x="1894" y="286"/>
                        <a:pt x="1901" y="386"/>
                      </a:cubicBezTo>
                      <a:cubicBezTo>
                        <a:pt x="1903" y="400"/>
                        <a:pt x="1903" y="400"/>
                        <a:pt x="1912" y="471"/>
                      </a:cubicBezTo>
                      <a:cubicBezTo>
                        <a:pt x="1916" y="566"/>
                        <a:pt x="1915" y="625"/>
                        <a:pt x="1875" y="712"/>
                      </a:cubicBezTo>
                      <a:cubicBezTo>
                        <a:pt x="1784" y="754"/>
                        <a:pt x="1784" y="754"/>
                        <a:pt x="1671" y="793"/>
                      </a:cubicBezTo>
                      <a:cubicBezTo>
                        <a:pt x="1556" y="842"/>
                        <a:pt x="1556" y="842"/>
                        <a:pt x="1458" y="920"/>
                      </a:cubicBezTo>
                      <a:cubicBezTo>
                        <a:pt x="1397" y="1115"/>
                        <a:pt x="1386" y="1308"/>
                        <a:pt x="1374" y="1511"/>
                      </a:cubicBezTo>
                      <a:cubicBezTo>
                        <a:pt x="1331" y="2154"/>
                        <a:pt x="1218" y="2705"/>
                        <a:pt x="712" y="3153"/>
                      </a:cubicBezTo>
                      <a:cubicBezTo>
                        <a:pt x="475" y="3311"/>
                        <a:pt x="271" y="3263"/>
                        <a:pt x="0" y="3212"/>
                      </a:cubicBezTo>
                      <a:cubicBezTo>
                        <a:pt x="0" y="3005"/>
                        <a:pt x="0" y="2799"/>
                        <a:pt x="0" y="2587"/>
                      </a:cubicBezTo>
                      <a:cubicBezTo>
                        <a:pt x="206" y="2587"/>
                        <a:pt x="413" y="2587"/>
                        <a:pt x="625" y="2587"/>
                      </a:cubicBezTo>
                      <a:cubicBezTo>
                        <a:pt x="622" y="2540"/>
                        <a:pt x="618" y="2494"/>
                        <a:pt x="615" y="2447"/>
                      </a:cubicBezTo>
                      <a:cubicBezTo>
                        <a:pt x="512" y="854"/>
                        <a:pt x="512" y="854"/>
                        <a:pt x="982" y="300"/>
                      </a:cubicBezTo>
                      <a:cubicBezTo>
                        <a:pt x="1217" y="67"/>
                        <a:pt x="1437" y="0"/>
                        <a:pt x="1760" y="57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92" name="ICON_OUT_WAVE_GRAPHIC_path_113"/>
                <p:cNvSpPr/>
                <p:nvPr/>
              </p:nvSpPr>
              <p:spPr>
                <a:xfrm>
                  <a:off x="9514418" y="3507973"/>
                  <a:ext cx="20026" cy="3215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77" h="2532" fill="norm" stroke="0">
                      <a:moveTo>
                        <a:pt x="1146" y="0"/>
                      </a:moveTo>
                      <a:cubicBezTo>
                        <a:pt x="1255" y="0"/>
                        <a:pt x="1352" y="9"/>
                        <a:pt x="1458" y="32"/>
                      </a:cubicBezTo>
                      <a:cubicBezTo>
                        <a:pt x="1577" y="1704"/>
                        <a:pt x="1577" y="1704"/>
                        <a:pt x="1185" y="2219"/>
                      </a:cubicBezTo>
                      <a:cubicBezTo>
                        <a:pt x="1173" y="2236"/>
                        <a:pt x="1173" y="2236"/>
                        <a:pt x="1110" y="2320"/>
                      </a:cubicBezTo>
                      <a:cubicBezTo>
                        <a:pt x="1031" y="2408"/>
                        <a:pt x="1031" y="2408"/>
                        <a:pt x="833" y="2532"/>
                      </a:cubicBezTo>
                      <a:cubicBezTo>
                        <a:pt x="627" y="2532"/>
                        <a:pt x="421" y="2532"/>
                        <a:pt x="208" y="2532"/>
                      </a:cubicBezTo>
                      <a:cubicBezTo>
                        <a:pt x="140" y="2119"/>
                        <a:pt x="71" y="1707"/>
                        <a:pt x="0" y="1282"/>
                      </a:cubicBezTo>
                      <a:cubicBezTo>
                        <a:pt x="94" y="1269"/>
                        <a:pt x="189" y="1256"/>
                        <a:pt x="286" y="1243"/>
                      </a:cubicBezTo>
                      <a:cubicBezTo>
                        <a:pt x="422" y="1211"/>
                        <a:pt x="520" y="1166"/>
                        <a:pt x="625" y="1073"/>
                      </a:cubicBezTo>
                      <a:cubicBezTo>
                        <a:pt x="747" y="859"/>
                        <a:pt x="821" y="628"/>
                        <a:pt x="889" y="392"/>
                      </a:cubicBezTo>
                      <a:cubicBezTo>
                        <a:pt x="996" y="45"/>
                        <a:pt x="996" y="45"/>
                        <a:pt x="1146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93" name="ICON_OUT_WAVE_GRAPHIC_path_114"/>
                <p:cNvSpPr/>
                <p:nvPr/>
              </p:nvSpPr>
              <p:spPr>
                <a:xfrm>
                  <a:off x="8794750" y="3444875"/>
                  <a:ext cx="7938" cy="396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312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1031"/>
                        <a:pt x="625" y="2062"/>
                        <a:pt x="625" y="3125"/>
                      </a:cubicBezTo>
                      <a:cubicBezTo>
                        <a:pt x="419" y="3125"/>
                        <a:pt x="212" y="3125"/>
                        <a:pt x="0" y="3125"/>
                      </a:cubicBezTo>
                      <a:cubicBezTo>
                        <a:pt x="0" y="2094"/>
                        <a:pt x="0" y="106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94" name="ICON_OUT_WAVE_GRAPHIC_path_115"/>
                <p:cNvSpPr/>
                <p:nvPr/>
              </p:nvSpPr>
              <p:spPr>
                <a:xfrm>
                  <a:off x="9521956" y="3928752"/>
                  <a:ext cx="12152" cy="3206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57" h="2524" fill="norm" stroke="0">
                      <a:moveTo>
                        <a:pt x="565" y="11"/>
                      </a:moveTo>
                      <a:cubicBezTo>
                        <a:pt x="580" y="12"/>
                        <a:pt x="580" y="12"/>
                        <a:pt x="653" y="14"/>
                      </a:cubicBezTo>
                      <a:cubicBezTo>
                        <a:pt x="723" y="17"/>
                        <a:pt x="794" y="20"/>
                        <a:pt x="865" y="24"/>
                      </a:cubicBezTo>
                      <a:cubicBezTo>
                        <a:pt x="879" y="320"/>
                        <a:pt x="890" y="615"/>
                        <a:pt x="897" y="910"/>
                      </a:cubicBezTo>
                      <a:cubicBezTo>
                        <a:pt x="900" y="1047"/>
                        <a:pt x="905" y="1184"/>
                        <a:pt x="912" y="1321"/>
                      </a:cubicBezTo>
                      <a:cubicBezTo>
                        <a:pt x="957" y="2214"/>
                        <a:pt x="957" y="2214"/>
                        <a:pt x="801" y="2386"/>
                      </a:cubicBezTo>
                      <a:cubicBezTo>
                        <a:pt x="625" y="2495"/>
                        <a:pt x="443" y="2517"/>
                        <a:pt x="240" y="2524"/>
                      </a:cubicBezTo>
                      <a:cubicBezTo>
                        <a:pt x="67" y="2232"/>
                        <a:pt x="0" y="2002"/>
                        <a:pt x="4" y="1664"/>
                      </a:cubicBezTo>
                      <a:cubicBezTo>
                        <a:pt x="4" y="1624"/>
                        <a:pt x="3" y="1583"/>
                        <a:pt x="3" y="1541"/>
                      </a:cubicBezTo>
                      <a:cubicBezTo>
                        <a:pt x="3" y="1456"/>
                        <a:pt x="3" y="1372"/>
                        <a:pt x="4" y="1287"/>
                      </a:cubicBezTo>
                      <a:cubicBezTo>
                        <a:pt x="5" y="1157"/>
                        <a:pt x="4" y="1027"/>
                        <a:pt x="3" y="897"/>
                      </a:cubicBezTo>
                      <a:cubicBezTo>
                        <a:pt x="3" y="814"/>
                        <a:pt x="3" y="731"/>
                        <a:pt x="4" y="649"/>
                      </a:cubicBezTo>
                      <a:cubicBezTo>
                        <a:pt x="3" y="610"/>
                        <a:pt x="3" y="571"/>
                        <a:pt x="2" y="532"/>
                      </a:cubicBezTo>
                      <a:cubicBezTo>
                        <a:pt x="6" y="351"/>
                        <a:pt x="15" y="257"/>
                        <a:pt x="117" y="104"/>
                      </a:cubicBezTo>
                      <a:cubicBezTo>
                        <a:pt x="275" y="1"/>
                        <a:pt x="381" y="0"/>
                        <a:pt x="565" y="11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95" name="ICON_OUT_WAVE_GRAPHIC_path_116"/>
                <p:cNvSpPr/>
                <p:nvPr/>
              </p:nvSpPr>
              <p:spPr>
                <a:xfrm>
                  <a:off x="9635114" y="3817938"/>
                  <a:ext cx="8948" cy="396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5" h="3125" fill="norm" stroke="0">
                      <a:moveTo>
                        <a:pt x="80" y="0"/>
                      </a:moveTo>
                      <a:cubicBezTo>
                        <a:pt x="286" y="0"/>
                        <a:pt x="492" y="0"/>
                        <a:pt x="705" y="0"/>
                      </a:cubicBezTo>
                      <a:cubicBezTo>
                        <a:pt x="705" y="1031"/>
                        <a:pt x="705" y="2062"/>
                        <a:pt x="705" y="3125"/>
                      </a:cubicBezTo>
                      <a:cubicBezTo>
                        <a:pt x="498" y="3056"/>
                        <a:pt x="292" y="2988"/>
                        <a:pt x="80" y="2917"/>
                      </a:cubicBezTo>
                      <a:cubicBezTo>
                        <a:pt x="0" y="2590"/>
                        <a:pt x="0" y="2590"/>
                        <a:pt x="9" y="2448"/>
                      </a:cubicBezTo>
                      <a:cubicBezTo>
                        <a:pt x="10" y="2417"/>
                        <a:pt x="12" y="2386"/>
                        <a:pt x="14" y="2355"/>
                      </a:cubicBezTo>
                      <a:cubicBezTo>
                        <a:pt x="15" y="2323"/>
                        <a:pt x="17" y="2291"/>
                        <a:pt x="19" y="2258"/>
                      </a:cubicBezTo>
                      <a:cubicBezTo>
                        <a:pt x="20" y="2193"/>
                        <a:pt x="21" y="2128"/>
                        <a:pt x="21" y="2063"/>
                      </a:cubicBezTo>
                      <a:cubicBezTo>
                        <a:pt x="24" y="1892"/>
                        <a:pt x="30" y="1721"/>
                        <a:pt x="37" y="1550"/>
                      </a:cubicBezTo>
                      <a:cubicBezTo>
                        <a:pt x="43" y="1376"/>
                        <a:pt x="46" y="1201"/>
                        <a:pt x="49" y="1027"/>
                      </a:cubicBezTo>
                      <a:cubicBezTo>
                        <a:pt x="56" y="684"/>
                        <a:pt x="67" y="342"/>
                        <a:pt x="8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96" name="ICON_OUT_WAVE_GRAPHIC_path_117"/>
                <p:cNvSpPr/>
                <p:nvPr/>
              </p:nvSpPr>
              <p:spPr>
                <a:xfrm>
                  <a:off x="10025062" y="3524250"/>
                  <a:ext cx="15875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2500" fill="norm" stroke="0">
                      <a:moveTo>
                        <a:pt x="625" y="0"/>
                      </a:moveTo>
                      <a:cubicBezTo>
                        <a:pt x="831" y="0"/>
                        <a:pt x="1038" y="0"/>
                        <a:pt x="1250" y="0"/>
                      </a:cubicBezTo>
                      <a:cubicBezTo>
                        <a:pt x="1250" y="756"/>
                        <a:pt x="1250" y="1512"/>
                        <a:pt x="1250" y="2292"/>
                      </a:cubicBezTo>
                      <a:cubicBezTo>
                        <a:pt x="906" y="2360"/>
                        <a:pt x="562" y="2429"/>
                        <a:pt x="208" y="2500"/>
                      </a:cubicBezTo>
                      <a:cubicBezTo>
                        <a:pt x="140" y="2294"/>
                        <a:pt x="71" y="2087"/>
                        <a:pt x="0" y="1875"/>
                      </a:cubicBezTo>
                      <a:cubicBezTo>
                        <a:pt x="33" y="1866"/>
                        <a:pt x="33" y="1866"/>
                        <a:pt x="200" y="1824"/>
                      </a:cubicBezTo>
                      <a:cubicBezTo>
                        <a:pt x="321" y="1763"/>
                        <a:pt x="397" y="1716"/>
                        <a:pt x="448" y="1587"/>
                      </a:cubicBezTo>
                      <a:cubicBezTo>
                        <a:pt x="509" y="1336"/>
                        <a:pt x="526" y="1077"/>
                        <a:pt x="547" y="820"/>
                      </a:cubicBezTo>
                      <a:cubicBezTo>
                        <a:pt x="555" y="741"/>
                        <a:pt x="563" y="662"/>
                        <a:pt x="571" y="582"/>
                      </a:cubicBezTo>
                      <a:cubicBezTo>
                        <a:pt x="591" y="388"/>
                        <a:pt x="609" y="194"/>
                        <a:pt x="625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597" name="ICON_OUT_WAVE_GRAPHIC_path_118"/>
                <p:cNvSpPr/>
                <p:nvPr/>
              </p:nvSpPr>
              <p:spPr>
                <a:xfrm>
                  <a:off x="9380856" y="3491514"/>
                  <a:ext cx="18031" cy="3273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20" h="2578" fill="norm" stroke="0">
                      <a:moveTo>
                        <a:pt x="1235" y="48"/>
                      </a:moveTo>
                      <a:cubicBezTo>
                        <a:pt x="1273" y="58"/>
                        <a:pt x="1311" y="68"/>
                        <a:pt x="1350" y="78"/>
                      </a:cubicBezTo>
                      <a:cubicBezTo>
                        <a:pt x="1420" y="1017"/>
                        <a:pt x="1420" y="1017"/>
                        <a:pt x="1265" y="1245"/>
                      </a:cubicBezTo>
                      <a:cubicBezTo>
                        <a:pt x="1190" y="1301"/>
                        <a:pt x="1115" y="1356"/>
                        <a:pt x="1040" y="1411"/>
                      </a:cubicBezTo>
                      <a:cubicBezTo>
                        <a:pt x="770" y="1662"/>
                        <a:pt x="774" y="2231"/>
                        <a:pt x="725" y="2578"/>
                      </a:cubicBezTo>
                      <a:cubicBezTo>
                        <a:pt x="506" y="2543"/>
                        <a:pt x="280" y="2506"/>
                        <a:pt x="100" y="2369"/>
                      </a:cubicBezTo>
                      <a:cubicBezTo>
                        <a:pt x="0" y="2141"/>
                        <a:pt x="10" y="1924"/>
                        <a:pt x="22" y="1679"/>
                      </a:cubicBezTo>
                      <a:cubicBezTo>
                        <a:pt x="23" y="1646"/>
                        <a:pt x="23" y="1614"/>
                        <a:pt x="24" y="1580"/>
                      </a:cubicBezTo>
                      <a:cubicBezTo>
                        <a:pt x="39" y="1034"/>
                        <a:pt x="153" y="616"/>
                        <a:pt x="544" y="212"/>
                      </a:cubicBezTo>
                      <a:cubicBezTo>
                        <a:pt x="760" y="29"/>
                        <a:pt x="962" y="0"/>
                        <a:pt x="1235" y="48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598" name="ICON_OUT_WAVE_GRAPHIC_path_119"/>
                <p:cNvSpPr/>
                <p:nvPr/>
              </p:nvSpPr>
              <p:spPr>
                <a:xfrm>
                  <a:off x="8794750" y="3476257"/>
                  <a:ext cx="25800" cy="2418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031" h="1904" fill="norm" stroke="0">
                      <a:moveTo>
                        <a:pt x="1458" y="29"/>
                      </a:moveTo>
                      <a:cubicBezTo>
                        <a:pt x="1600" y="0"/>
                        <a:pt x="1733" y="11"/>
                        <a:pt x="1875" y="29"/>
                      </a:cubicBezTo>
                      <a:cubicBezTo>
                        <a:pt x="1949" y="433"/>
                        <a:pt x="2031" y="887"/>
                        <a:pt x="1875" y="1279"/>
                      </a:cubicBezTo>
                      <a:cubicBezTo>
                        <a:pt x="1579" y="1533"/>
                        <a:pt x="1167" y="1589"/>
                        <a:pt x="794" y="1660"/>
                      </a:cubicBezTo>
                      <a:cubicBezTo>
                        <a:pt x="521" y="1714"/>
                        <a:pt x="262" y="1812"/>
                        <a:pt x="0" y="1904"/>
                      </a:cubicBezTo>
                      <a:cubicBezTo>
                        <a:pt x="0" y="1491"/>
                        <a:pt x="0" y="1079"/>
                        <a:pt x="0" y="654"/>
                      </a:cubicBezTo>
                      <a:cubicBezTo>
                        <a:pt x="101" y="660"/>
                        <a:pt x="101" y="660"/>
                        <a:pt x="612" y="693"/>
                      </a:cubicBezTo>
                      <a:cubicBezTo>
                        <a:pt x="1182" y="711"/>
                        <a:pt x="1182" y="711"/>
                        <a:pt x="1323" y="593"/>
                      </a:cubicBezTo>
                      <a:cubicBezTo>
                        <a:pt x="1384" y="479"/>
                        <a:pt x="1404" y="380"/>
                        <a:pt x="1411" y="251"/>
                      </a:cubicBezTo>
                      <a:cubicBezTo>
                        <a:pt x="1416" y="166"/>
                        <a:pt x="1416" y="166"/>
                        <a:pt x="1458" y="29"/>
                      </a:cubicBezTo>
                      <a:close/>
                    </a:path>
                  </a:pathLst>
                </a:custGeom>
                <a:solidFill>
                  <a:srgbClr val="4D7AF6"/>
                </a:solidFill>
                <a:ln w="2646" cap="flat">
                  <a:noFill/>
                </a:ln>
              </p:spPr>
            </p:sp>
            <p:sp>
              <p:nvSpPr>
                <p:cNvPr id="3599" name="ICON_OUT_WAVE_GRAPHIC_path_120"/>
                <p:cNvSpPr/>
                <p:nvPr/>
              </p:nvSpPr>
              <p:spPr>
                <a:xfrm>
                  <a:off x="8882062" y="3476625"/>
                  <a:ext cx="23812" cy="264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75" h="2083" fill="norm" stroke="0">
                      <a:moveTo>
                        <a:pt x="0" y="0"/>
                      </a:moveTo>
                      <a:cubicBezTo>
                        <a:pt x="417" y="0"/>
                        <a:pt x="417" y="0"/>
                        <a:pt x="553" y="92"/>
                      </a:cubicBezTo>
                      <a:cubicBezTo>
                        <a:pt x="593" y="134"/>
                        <a:pt x="633" y="177"/>
                        <a:pt x="671" y="221"/>
                      </a:cubicBezTo>
                      <a:cubicBezTo>
                        <a:pt x="692" y="243"/>
                        <a:pt x="714" y="266"/>
                        <a:pt x="736" y="289"/>
                      </a:cubicBezTo>
                      <a:cubicBezTo>
                        <a:pt x="804" y="361"/>
                        <a:pt x="871" y="434"/>
                        <a:pt x="938" y="508"/>
                      </a:cubicBezTo>
                      <a:cubicBezTo>
                        <a:pt x="1004" y="580"/>
                        <a:pt x="1071" y="653"/>
                        <a:pt x="1139" y="724"/>
                      </a:cubicBezTo>
                      <a:cubicBezTo>
                        <a:pt x="1181" y="769"/>
                        <a:pt x="1222" y="814"/>
                        <a:pt x="1263" y="859"/>
                      </a:cubicBezTo>
                      <a:cubicBezTo>
                        <a:pt x="1455" y="1065"/>
                        <a:pt x="1595" y="1110"/>
                        <a:pt x="1875" y="1250"/>
                      </a:cubicBezTo>
                      <a:cubicBezTo>
                        <a:pt x="1737" y="1525"/>
                        <a:pt x="1600" y="1800"/>
                        <a:pt x="1458" y="2083"/>
                      </a:cubicBezTo>
                      <a:cubicBezTo>
                        <a:pt x="1183" y="2015"/>
                        <a:pt x="908" y="1946"/>
                        <a:pt x="625" y="1875"/>
                      </a:cubicBezTo>
                      <a:cubicBezTo>
                        <a:pt x="625" y="1669"/>
                        <a:pt x="625" y="1462"/>
                        <a:pt x="625" y="1250"/>
                      </a:cubicBezTo>
                      <a:cubicBezTo>
                        <a:pt x="419" y="1250"/>
                        <a:pt x="212" y="1250"/>
                        <a:pt x="0" y="1250"/>
                      </a:cubicBezTo>
                      <a:cubicBezTo>
                        <a:pt x="0" y="837"/>
                        <a:pt x="0" y="425"/>
                        <a:pt x="0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00" name="ICON_OUT_WAVE_GRAPHIC_path_121"/>
                <p:cNvSpPr/>
                <p:nvPr/>
              </p:nvSpPr>
              <p:spPr>
                <a:xfrm>
                  <a:off x="8958006" y="3444875"/>
                  <a:ext cx="11369" cy="396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95" h="3125" fill="norm" stroke="0">
                      <a:moveTo>
                        <a:pt x="479" y="0"/>
                      </a:moveTo>
                      <a:cubicBezTo>
                        <a:pt x="616" y="0"/>
                        <a:pt x="754" y="0"/>
                        <a:pt x="895" y="0"/>
                      </a:cubicBezTo>
                      <a:cubicBezTo>
                        <a:pt x="895" y="1031"/>
                        <a:pt x="895" y="2062"/>
                        <a:pt x="895" y="3125"/>
                      </a:cubicBezTo>
                      <a:cubicBezTo>
                        <a:pt x="689" y="3125"/>
                        <a:pt x="483" y="3125"/>
                        <a:pt x="270" y="3125"/>
                      </a:cubicBezTo>
                      <a:cubicBezTo>
                        <a:pt x="118" y="2421"/>
                        <a:pt x="0" y="1850"/>
                        <a:pt x="236" y="1153"/>
                      </a:cubicBezTo>
                      <a:cubicBezTo>
                        <a:pt x="304" y="929"/>
                        <a:pt x="344" y="698"/>
                        <a:pt x="387" y="469"/>
                      </a:cubicBezTo>
                      <a:cubicBezTo>
                        <a:pt x="405" y="379"/>
                        <a:pt x="423" y="289"/>
                        <a:pt x="440" y="199"/>
                      </a:cubicBezTo>
                      <a:cubicBezTo>
                        <a:pt x="453" y="133"/>
                        <a:pt x="466" y="67"/>
                        <a:pt x="479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01" name="ICON_OUT_WAVE_GRAPHIC_path_122"/>
                <p:cNvSpPr/>
                <p:nvPr/>
              </p:nvSpPr>
              <p:spPr>
                <a:xfrm>
                  <a:off x="9149075" y="3960812"/>
                  <a:ext cx="10800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50" h="2500" fill="norm" stroke="0">
                      <a:moveTo>
                        <a:pt x="225" y="0"/>
                      </a:moveTo>
                      <a:cubicBezTo>
                        <a:pt x="432" y="0"/>
                        <a:pt x="638" y="0"/>
                        <a:pt x="850" y="0"/>
                      </a:cubicBezTo>
                      <a:cubicBezTo>
                        <a:pt x="850" y="825"/>
                        <a:pt x="850" y="1650"/>
                        <a:pt x="850" y="2500"/>
                      </a:cubicBezTo>
                      <a:cubicBezTo>
                        <a:pt x="644" y="2500"/>
                        <a:pt x="438" y="2500"/>
                        <a:pt x="225" y="2500"/>
                      </a:cubicBezTo>
                      <a:cubicBezTo>
                        <a:pt x="194" y="2205"/>
                        <a:pt x="163" y="1910"/>
                        <a:pt x="133" y="1614"/>
                      </a:cubicBezTo>
                      <a:cubicBezTo>
                        <a:pt x="119" y="1477"/>
                        <a:pt x="105" y="1340"/>
                        <a:pt x="90" y="1203"/>
                      </a:cubicBezTo>
                      <a:cubicBezTo>
                        <a:pt x="73" y="1046"/>
                        <a:pt x="58" y="888"/>
                        <a:pt x="42" y="730"/>
                      </a:cubicBezTo>
                      <a:cubicBezTo>
                        <a:pt x="37" y="681"/>
                        <a:pt x="31" y="632"/>
                        <a:pt x="25" y="581"/>
                      </a:cubicBezTo>
                      <a:cubicBezTo>
                        <a:pt x="21" y="535"/>
                        <a:pt x="17" y="490"/>
                        <a:pt x="13" y="442"/>
                      </a:cubicBezTo>
                      <a:cubicBezTo>
                        <a:pt x="8" y="402"/>
                        <a:pt x="4" y="362"/>
                        <a:pt x="0" y="320"/>
                      </a:cubicBezTo>
                      <a:cubicBezTo>
                        <a:pt x="17" y="208"/>
                        <a:pt x="17" y="208"/>
                        <a:pt x="225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02" name="ICON_OUT_WAVE_GRAPHIC_path_123"/>
                <p:cNvSpPr/>
                <p:nvPr/>
              </p:nvSpPr>
              <p:spPr>
                <a:xfrm>
                  <a:off x="9405043" y="3499795"/>
                  <a:ext cx="17656" cy="3283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90" h="2585" fill="norm" stroke="0">
                      <a:moveTo>
                        <a:pt x="1320" y="51"/>
                      </a:moveTo>
                      <a:cubicBezTo>
                        <a:pt x="1390" y="990"/>
                        <a:pt x="1390" y="990"/>
                        <a:pt x="1235" y="1218"/>
                      </a:cubicBezTo>
                      <a:cubicBezTo>
                        <a:pt x="1161" y="1274"/>
                        <a:pt x="1086" y="1329"/>
                        <a:pt x="1010" y="1384"/>
                      </a:cubicBezTo>
                      <a:cubicBezTo>
                        <a:pt x="740" y="1635"/>
                        <a:pt x="744" y="2204"/>
                        <a:pt x="695" y="2551"/>
                      </a:cubicBezTo>
                      <a:cubicBezTo>
                        <a:pt x="550" y="2576"/>
                        <a:pt x="424" y="2585"/>
                        <a:pt x="279" y="2551"/>
                      </a:cubicBezTo>
                      <a:cubicBezTo>
                        <a:pt x="26" y="2298"/>
                        <a:pt x="12" y="1873"/>
                        <a:pt x="5" y="1535"/>
                      </a:cubicBezTo>
                      <a:cubicBezTo>
                        <a:pt x="5" y="1508"/>
                        <a:pt x="4" y="1481"/>
                        <a:pt x="3" y="1453"/>
                      </a:cubicBezTo>
                      <a:cubicBezTo>
                        <a:pt x="0" y="1060"/>
                        <a:pt x="77" y="788"/>
                        <a:pt x="349" y="499"/>
                      </a:cubicBezTo>
                      <a:cubicBezTo>
                        <a:pt x="386" y="462"/>
                        <a:pt x="423" y="425"/>
                        <a:pt x="461" y="389"/>
                      </a:cubicBezTo>
                      <a:cubicBezTo>
                        <a:pt x="497" y="354"/>
                        <a:pt x="533" y="319"/>
                        <a:pt x="571" y="284"/>
                      </a:cubicBezTo>
                      <a:cubicBezTo>
                        <a:pt x="816" y="73"/>
                        <a:pt x="999" y="0"/>
                        <a:pt x="1320" y="51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03" name="ICON_OUT_WAVE_GRAPHIC_path_124"/>
                <p:cNvSpPr/>
                <p:nvPr/>
              </p:nvSpPr>
              <p:spPr>
                <a:xfrm>
                  <a:off x="8960565" y="3960755"/>
                  <a:ext cx="16748" cy="3445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19" h="2713" fill="norm" stroke="0">
                      <a:moveTo>
                        <a:pt x="433" y="0"/>
                      </a:moveTo>
                      <a:cubicBezTo>
                        <a:pt x="608" y="36"/>
                        <a:pt x="774" y="84"/>
                        <a:pt x="902" y="213"/>
                      </a:cubicBezTo>
                      <a:cubicBezTo>
                        <a:pt x="1009" y="474"/>
                        <a:pt x="960" y="785"/>
                        <a:pt x="941" y="1059"/>
                      </a:cubicBezTo>
                      <a:cubicBezTo>
                        <a:pt x="938" y="1139"/>
                        <a:pt x="935" y="1218"/>
                        <a:pt x="933" y="1297"/>
                      </a:cubicBezTo>
                      <a:cubicBezTo>
                        <a:pt x="926" y="1492"/>
                        <a:pt x="915" y="1685"/>
                        <a:pt x="902" y="1880"/>
                      </a:cubicBezTo>
                      <a:cubicBezTo>
                        <a:pt x="1040" y="1880"/>
                        <a:pt x="1177" y="1880"/>
                        <a:pt x="1319" y="1880"/>
                      </a:cubicBezTo>
                      <a:cubicBezTo>
                        <a:pt x="1181" y="2155"/>
                        <a:pt x="1044" y="2430"/>
                        <a:pt x="902" y="2713"/>
                      </a:cubicBezTo>
                      <a:cubicBezTo>
                        <a:pt x="405" y="2231"/>
                        <a:pt x="11" y="1808"/>
                        <a:pt x="0" y="1086"/>
                      </a:cubicBezTo>
                      <a:cubicBezTo>
                        <a:pt x="1" y="1021"/>
                        <a:pt x="2" y="955"/>
                        <a:pt x="4" y="890"/>
                      </a:cubicBezTo>
                      <a:cubicBezTo>
                        <a:pt x="4" y="858"/>
                        <a:pt x="5" y="826"/>
                        <a:pt x="5" y="793"/>
                      </a:cubicBezTo>
                      <a:cubicBezTo>
                        <a:pt x="8" y="700"/>
                        <a:pt x="13" y="608"/>
                        <a:pt x="19" y="516"/>
                      </a:cubicBezTo>
                      <a:cubicBezTo>
                        <a:pt x="21" y="488"/>
                        <a:pt x="22" y="461"/>
                        <a:pt x="24" y="432"/>
                      </a:cubicBezTo>
                      <a:cubicBezTo>
                        <a:pt x="39" y="288"/>
                        <a:pt x="73" y="207"/>
                        <a:pt x="156" y="87"/>
                      </a:cubicBezTo>
                      <a:cubicBezTo>
                        <a:pt x="277" y="5"/>
                        <a:pt x="277" y="5"/>
                        <a:pt x="433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04" name="ICON_OUT_WAVE_GRAPHIC_path_125"/>
                <p:cNvSpPr/>
                <p:nvPr/>
              </p:nvSpPr>
              <p:spPr>
                <a:xfrm>
                  <a:off x="9644062" y="3944938"/>
                  <a:ext cx="26458" cy="264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083" h="2083" fill="norm" stroke="0">
                      <a:moveTo>
                        <a:pt x="1250" y="0"/>
                      </a:moveTo>
                      <a:cubicBezTo>
                        <a:pt x="1525" y="137"/>
                        <a:pt x="1800" y="275"/>
                        <a:pt x="2083" y="417"/>
                      </a:cubicBezTo>
                      <a:cubicBezTo>
                        <a:pt x="1808" y="692"/>
                        <a:pt x="1533" y="967"/>
                        <a:pt x="1250" y="1250"/>
                      </a:cubicBezTo>
                      <a:cubicBezTo>
                        <a:pt x="1456" y="1250"/>
                        <a:pt x="1663" y="1250"/>
                        <a:pt x="1875" y="1250"/>
                      </a:cubicBezTo>
                      <a:cubicBezTo>
                        <a:pt x="1806" y="1525"/>
                        <a:pt x="1737" y="1800"/>
                        <a:pt x="1667" y="2083"/>
                      </a:cubicBezTo>
                      <a:cubicBezTo>
                        <a:pt x="1585" y="1985"/>
                        <a:pt x="1503" y="1886"/>
                        <a:pt x="1419" y="1784"/>
                      </a:cubicBezTo>
                      <a:cubicBezTo>
                        <a:pt x="1032" y="1360"/>
                        <a:pt x="547" y="1313"/>
                        <a:pt x="0" y="1250"/>
                      </a:cubicBezTo>
                      <a:cubicBezTo>
                        <a:pt x="0" y="1044"/>
                        <a:pt x="0" y="837"/>
                        <a:pt x="0" y="625"/>
                      </a:cubicBezTo>
                      <a:cubicBezTo>
                        <a:pt x="413" y="556"/>
                        <a:pt x="825" y="488"/>
                        <a:pt x="1250" y="417"/>
                      </a:cubicBezTo>
                      <a:cubicBezTo>
                        <a:pt x="1250" y="279"/>
                        <a:pt x="1250" y="142"/>
                        <a:pt x="125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05" name="ICON_OUT_WAVE_GRAPHIC_path_126"/>
                <p:cNvSpPr/>
                <p:nvPr/>
              </p:nvSpPr>
              <p:spPr>
                <a:xfrm>
                  <a:off x="9247188" y="3468164"/>
                  <a:ext cx="32676" cy="3492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73" h="2750" fill="norm" stroke="0">
                      <a:moveTo>
                        <a:pt x="1950" y="9"/>
                      </a:moveTo>
                      <a:cubicBezTo>
                        <a:pt x="2038" y="0"/>
                        <a:pt x="2113" y="4"/>
                        <a:pt x="2200" y="15"/>
                      </a:cubicBezTo>
                      <a:cubicBezTo>
                        <a:pt x="2254" y="20"/>
                        <a:pt x="2307" y="25"/>
                        <a:pt x="2361" y="29"/>
                      </a:cubicBezTo>
                      <a:cubicBezTo>
                        <a:pt x="2384" y="31"/>
                        <a:pt x="2384" y="31"/>
                        <a:pt x="2500" y="41"/>
                      </a:cubicBezTo>
                      <a:cubicBezTo>
                        <a:pt x="2573" y="567"/>
                        <a:pt x="2573" y="567"/>
                        <a:pt x="2412" y="786"/>
                      </a:cubicBezTo>
                      <a:cubicBezTo>
                        <a:pt x="2308" y="876"/>
                        <a:pt x="2204" y="957"/>
                        <a:pt x="2090" y="1034"/>
                      </a:cubicBezTo>
                      <a:cubicBezTo>
                        <a:pt x="1992" y="1101"/>
                        <a:pt x="1897" y="1172"/>
                        <a:pt x="1802" y="1243"/>
                      </a:cubicBezTo>
                      <a:cubicBezTo>
                        <a:pt x="1754" y="1279"/>
                        <a:pt x="1706" y="1314"/>
                        <a:pt x="1658" y="1350"/>
                      </a:cubicBezTo>
                      <a:cubicBezTo>
                        <a:pt x="1138" y="1732"/>
                        <a:pt x="749" y="2199"/>
                        <a:pt x="417" y="2750"/>
                      </a:cubicBezTo>
                      <a:cubicBezTo>
                        <a:pt x="39" y="2228"/>
                        <a:pt x="39" y="2228"/>
                        <a:pt x="0" y="1916"/>
                      </a:cubicBezTo>
                      <a:cubicBezTo>
                        <a:pt x="81" y="1656"/>
                        <a:pt x="306" y="1478"/>
                        <a:pt x="529" y="1335"/>
                      </a:cubicBezTo>
                      <a:cubicBezTo>
                        <a:pt x="677" y="1267"/>
                        <a:pt x="794" y="1279"/>
                        <a:pt x="950" y="1304"/>
                      </a:cubicBezTo>
                      <a:cubicBezTo>
                        <a:pt x="1071" y="1324"/>
                        <a:pt x="1124" y="1319"/>
                        <a:pt x="1250" y="1291"/>
                      </a:cubicBezTo>
                      <a:cubicBezTo>
                        <a:pt x="1481" y="1032"/>
                        <a:pt x="1590" y="658"/>
                        <a:pt x="1713" y="338"/>
                      </a:cubicBezTo>
                      <a:cubicBezTo>
                        <a:pt x="1832" y="60"/>
                        <a:pt x="1832" y="60"/>
                        <a:pt x="1950" y="9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06" name="ICON_OUT_WAVE_GRAPHIC_path_127"/>
                <p:cNvSpPr/>
                <p:nvPr/>
              </p:nvSpPr>
              <p:spPr>
                <a:xfrm>
                  <a:off x="9008094" y="3483525"/>
                  <a:ext cx="24781" cy="3328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51" h="2621" fill="norm" stroke="0">
                      <a:moveTo>
                        <a:pt x="493" y="82"/>
                      </a:moveTo>
                      <a:cubicBezTo>
                        <a:pt x="1281" y="0"/>
                        <a:pt x="1281" y="0"/>
                        <a:pt x="1630" y="263"/>
                      </a:cubicBezTo>
                      <a:cubicBezTo>
                        <a:pt x="1774" y="394"/>
                        <a:pt x="1889" y="519"/>
                        <a:pt x="1951" y="707"/>
                      </a:cubicBezTo>
                      <a:cubicBezTo>
                        <a:pt x="1946" y="1026"/>
                        <a:pt x="1714" y="1293"/>
                        <a:pt x="1535" y="1540"/>
                      </a:cubicBezTo>
                      <a:cubicBezTo>
                        <a:pt x="1503" y="1586"/>
                        <a:pt x="1472" y="1632"/>
                        <a:pt x="1440" y="1679"/>
                      </a:cubicBezTo>
                      <a:cubicBezTo>
                        <a:pt x="1357" y="1802"/>
                        <a:pt x="1271" y="1922"/>
                        <a:pt x="1183" y="2042"/>
                      </a:cubicBezTo>
                      <a:cubicBezTo>
                        <a:pt x="1149" y="2089"/>
                        <a:pt x="1115" y="2136"/>
                        <a:pt x="1081" y="2184"/>
                      </a:cubicBezTo>
                      <a:cubicBezTo>
                        <a:pt x="819" y="2553"/>
                        <a:pt x="819" y="2553"/>
                        <a:pt x="621" y="2601"/>
                      </a:cubicBezTo>
                      <a:cubicBezTo>
                        <a:pt x="437" y="2621"/>
                        <a:pt x="259" y="2606"/>
                        <a:pt x="76" y="2582"/>
                      </a:cubicBezTo>
                      <a:cubicBezTo>
                        <a:pt x="40" y="2349"/>
                        <a:pt x="0" y="2094"/>
                        <a:pt x="119" y="1880"/>
                      </a:cubicBezTo>
                      <a:cubicBezTo>
                        <a:pt x="257" y="1698"/>
                        <a:pt x="428" y="1548"/>
                        <a:pt x="597" y="1397"/>
                      </a:cubicBezTo>
                      <a:cubicBezTo>
                        <a:pt x="648" y="1350"/>
                        <a:pt x="697" y="1302"/>
                        <a:pt x="748" y="1255"/>
                      </a:cubicBezTo>
                      <a:cubicBezTo>
                        <a:pt x="869" y="1139"/>
                        <a:pt x="993" y="1027"/>
                        <a:pt x="1118" y="915"/>
                      </a:cubicBezTo>
                      <a:cubicBezTo>
                        <a:pt x="912" y="640"/>
                        <a:pt x="705" y="365"/>
                        <a:pt x="493" y="82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07" name="ICON_OUT_WAVE_GRAPHIC_path_128"/>
                <p:cNvSpPr/>
                <p:nvPr/>
              </p:nvSpPr>
              <p:spPr>
                <a:xfrm>
                  <a:off x="9906001" y="3507505"/>
                  <a:ext cx="32290" cy="1786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43" h="1407" fill="norm" stroke="0">
                      <a:moveTo>
                        <a:pt x="1385" y="6"/>
                      </a:moveTo>
                      <a:cubicBezTo>
                        <a:pt x="1750" y="0"/>
                        <a:pt x="1960" y="87"/>
                        <a:pt x="2226" y="342"/>
                      </a:cubicBezTo>
                      <a:cubicBezTo>
                        <a:pt x="2410" y="531"/>
                        <a:pt x="2532" y="692"/>
                        <a:pt x="2543" y="961"/>
                      </a:cubicBezTo>
                      <a:cubicBezTo>
                        <a:pt x="2537" y="1083"/>
                        <a:pt x="2523" y="1199"/>
                        <a:pt x="2500" y="1319"/>
                      </a:cubicBezTo>
                      <a:cubicBezTo>
                        <a:pt x="2252" y="1366"/>
                        <a:pt x="2003" y="1405"/>
                        <a:pt x="1784" y="1257"/>
                      </a:cubicBezTo>
                      <a:cubicBezTo>
                        <a:pt x="1588" y="1087"/>
                        <a:pt x="1415" y="894"/>
                        <a:pt x="1250" y="694"/>
                      </a:cubicBezTo>
                      <a:cubicBezTo>
                        <a:pt x="1247" y="739"/>
                        <a:pt x="1244" y="784"/>
                        <a:pt x="1241" y="830"/>
                      </a:cubicBezTo>
                      <a:cubicBezTo>
                        <a:pt x="1214" y="1016"/>
                        <a:pt x="1188" y="1190"/>
                        <a:pt x="1042" y="1319"/>
                      </a:cubicBezTo>
                      <a:cubicBezTo>
                        <a:pt x="707" y="1407"/>
                        <a:pt x="340" y="1352"/>
                        <a:pt x="0" y="1319"/>
                      </a:cubicBezTo>
                      <a:cubicBezTo>
                        <a:pt x="0" y="1112"/>
                        <a:pt x="0" y="906"/>
                        <a:pt x="0" y="694"/>
                      </a:cubicBezTo>
                      <a:cubicBezTo>
                        <a:pt x="73" y="683"/>
                        <a:pt x="145" y="673"/>
                        <a:pt x="220" y="663"/>
                      </a:cubicBezTo>
                      <a:cubicBezTo>
                        <a:pt x="316" y="647"/>
                        <a:pt x="412" y="631"/>
                        <a:pt x="508" y="615"/>
                      </a:cubicBezTo>
                      <a:cubicBezTo>
                        <a:pt x="556" y="609"/>
                        <a:pt x="604" y="603"/>
                        <a:pt x="653" y="596"/>
                      </a:cubicBezTo>
                      <a:cubicBezTo>
                        <a:pt x="1007" y="534"/>
                        <a:pt x="1007" y="534"/>
                        <a:pt x="1111" y="386"/>
                      </a:cubicBezTo>
                      <a:cubicBezTo>
                        <a:pt x="1144" y="312"/>
                        <a:pt x="1175" y="237"/>
                        <a:pt x="1205" y="161"/>
                      </a:cubicBezTo>
                      <a:cubicBezTo>
                        <a:pt x="1250" y="69"/>
                        <a:pt x="1250" y="69"/>
                        <a:pt x="1385" y="6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08" name="ICON_OUT_WAVE_GRAPHIC_path_129"/>
                <p:cNvSpPr/>
                <p:nvPr/>
              </p:nvSpPr>
              <p:spPr>
                <a:xfrm>
                  <a:off x="9437688" y="3783542"/>
                  <a:ext cx="32361" cy="2663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548" h="2097" fill="norm" stroke="0">
                      <a:moveTo>
                        <a:pt x="417" y="0"/>
                      </a:moveTo>
                      <a:cubicBezTo>
                        <a:pt x="439" y="29"/>
                        <a:pt x="461" y="59"/>
                        <a:pt x="483" y="89"/>
                      </a:cubicBezTo>
                      <a:cubicBezTo>
                        <a:pt x="1262" y="1121"/>
                        <a:pt x="1262" y="1121"/>
                        <a:pt x="1875" y="1458"/>
                      </a:cubicBezTo>
                      <a:cubicBezTo>
                        <a:pt x="1875" y="1252"/>
                        <a:pt x="1875" y="1046"/>
                        <a:pt x="1875" y="833"/>
                      </a:cubicBezTo>
                      <a:cubicBezTo>
                        <a:pt x="1980" y="857"/>
                        <a:pt x="2084" y="883"/>
                        <a:pt x="2188" y="911"/>
                      </a:cubicBezTo>
                      <a:cubicBezTo>
                        <a:pt x="2217" y="918"/>
                        <a:pt x="2247" y="924"/>
                        <a:pt x="2278" y="931"/>
                      </a:cubicBezTo>
                      <a:cubicBezTo>
                        <a:pt x="2369" y="957"/>
                        <a:pt x="2428" y="979"/>
                        <a:pt x="2500" y="1042"/>
                      </a:cubicBezTo>
                      <a:cubicBezTo>
                        <a:pt x="2548" y="1188"/>
                        <a:pt x="2537" y="1310"/>
                        <a:pt x="2500" y="1458"/>
                      </a:cubicBezTo>
                      <a:cubicBezTo>
                        <a:pt x="2428" y="1597"/>
                        <a:pt x="2337" y="1700"/>
                        <a:pt x="2227" y="1810"/>
                      </a:cubicBezTo>
                      <a:cubicBezTo>
                        <a:pt x="2199" y="1838"/>
                        <a:pt x="2171" y="1865"/>
                        <a:pt x="2142" y="1894"/>
                      </a:cubicBezTo>
                      <a:cubicBezTo>
                        <a:pt x="2030" y="1994"/>
                        <a:pt x="1936" y="2074"/>
                        <a:pt x="1784" y="2097"/>
                      </a:cubicBezTo>
                      <a:cubicBezTo>
                        <a:pt x="1572" y="2083"/>
                        <a:pt x="1413" y="2009"/>
                        <a:pt x="1250" y="1875"/>
                      </a:cubicBezTo>
                      <a:cubicBezTo>
                        <a:pt x="1196" y="1725"/>
                        <a:pt x="1210" y="1610"/>
                        <a:pt x="1250" y="1458"/>
                      </a:cubicBezTo>
                      <a:cubicBezTo>
                        <a:pt x="1212" y="1466"/>
                        <a:pt x="1174" y="1473"/>
                        <a:pt x="1135" y="1480"/>
                      </a:cubicBezTo>
                      <a:cubicBezTo>
                        <a:pt x="817" y="1522"/>
                        <a:pt x="594" y="1474"/>
                        <a:pt x="336" y="1277"/>
                      </a:cubicBezTo>
                      <a:cubicBezTo>
                        <a:pt x="188" y="1145"/>
                        <a:pt x="60" y="1027"/>
                        <a:pt x="0" y="833"/>
                      </a:cubicBezTo>
                      <a:cubicBezTo>
                        <a:pt x="39" y="521"/>
                        <a:pt x="236" y="249"/>
                        <a:pt x="417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09" name="ICON_OUT_WAVE_GRAPHIC_path_130"/>
                <p:cNvSpPr/>
                <p:nvPr/>
              </p:nvSpPr>
              <p:spPr>
                <a:xfrm>
                  <a:off x="8841851" y="3508375"/>
                  <a:ext cx="17949" cy="3244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13" h="2555" fill="norm" stroke="0">
                      <a:moveTo>
                        <a:pt x="666" y="0"/>
                      </a:moveTo>
                      <a:cubicBezTo>
                        <a:pt x="872" y="0"/>
                        <a:pt x="1079" y="0"/>
                        <a:pt x="1291" y="0"/>
                      </a:cubicBezTo>
                      <a:cubicBezTo>
                        <a:pt x="1413" y="1721"/>
                        <a:pt x="1413" y="1721"/>
                        <a:pt x="934" y="2286"/>
                      </a:cubicBezTo>
                      <a:cubicBezTo>
                        <a:pt x="771" y="2448"/>
                        <a:pt x="630" y="2539"/>
                        <a:pt x="399" y="2555"/>
                      </a:cubicBezTo>
                      <a:cubicBezTo>
                        <a:pt x="274" y="2551"/>
                        <a:pt x="162" y="2531"/>
                        <a:pt x="41" y="2500"/>
                      </a:cubicBezTo>
                      <a:cubicBezTo>
                        <a:pt x="30" y="2400"/>
                        <a:pt x="22" y="2301"/>
                        <a:pt x="15" y="2200"/>
                      </a:cubicBezTo>
                      <a:cubicBezTo>
                        <a:pt x="14" y="2186"/>
                        <a:pt x="14" y="2186"/>
                        <a:pt x="5" y="2115"/>
                      </a:cubicBezTo>
                      <a:cubicBezTo>
                        <a:pt x="0" y="2021"/>
                        <a:pt x="1" y="1961"/>
                        <a:pt x="41" y="1875"/>
                      </a:cubicBezTo>
                      <a:cubicBezTo>
                        <a:pt x="131" y="1838"/>
                        <a:pt x="131" y="1838"/>
                        <a:pt x="243" y="1803"/>
                      </a:cubicBezTo>
                      <a:cubicBezTo>
                        <a:pt x="358" y="1755"/>
                        <a:pt x="358" y="1755"/>
                        <a:pt x="458" y="1667"/>
                      </a:cubicBezTo>
                      <a:cubicBezTo>
                        <a:pt x="563" y="1403"/>
                        <a:pt x="565" y="1100"/>
                        <a:pt x="588" y="820"/>
                      </a:cubicBezTo>
                      <a:cubicBezTo>
                        <a:pt x="596" y="741"/>
                        <a:pt x="604" y="662"/>
                        <a:pt x="612" y="582"/>
                      </a:cubicBezTo>
                      <a:cubicBezTo>
                        <a:pt x="632" y="388"/>
                        <a:pt x="650" y="194"/>
                        <a:pt x="666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10" name="ICON_OUT_WAVE_GRAPHIC_path_131"/>
                <p:cNvSpPr/>
                <p:nvPr/>
              </p:nvSpPr>
              <p:spPr>
                <a:xfrm>
                  <a:off x="9104312" y="3968750"/>
                  <a:ext cx="18521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58" h="1875" fill="norm" stroke="0">
                      <a:moveTo>
                        <a:pt x="417" y="0"/>
                      </a:moveTo>
                      <a:cubicBezTo>
                        <a:pt x="760" y="69"/>
                        <a:pt x="1104" y="137"/>
                        <a:pt x="1458" y="208"/>
                      </a:cubicBezTo>
                      <a:cubicBezTo>
                        <a:pt x="1325" y="831"/>
                        <a:pt x="1134" y="1313"/>
                        <a:pt x="833" y="1875"/>
                      </a:cubicBezTo>
                      <a:cubicBezTo>
                        <a:pt x="558" y="1806"/>
                        <a:pt x="283" y="1738"/>
                        <a:pt x="0" y="1667"/>
                      </a:cubicBezTo>
                      <a:cubicBezTo>
                        <a:pt x="0" y="1250"/>
                        <a:pt x="0" y="1250"/>
                        <a:pt x="91" y="1147"/>
                      </a:cubicBezTo>
                      <a:cubicBezTo>
                        <a:pt x="130" y="1121"/>
                        <a:pt x="169" y="1095"/>
                        <a:pt x="208" y="1068"/>
                      </a:cubicBezTo>
                      <a:cubicBezTo>
                        <a:pt x="374" y="923"/>
                        <a:pt x="429" y="843"/>
                        <a:pt x="444" y="622"/>
                      </a:cubicBezTo>
                      <a:cubicBezTo>
                        <a:pt x="449" y="413"/>
                        <a:pt x="431" y="210"/>
                        <a:pt x="417" y="0"/>
                      </a:cubicBezTo>
                      <a:close/>
                    </a:path>
                  </a:pathLst>
                </a:custGeom>
                <a:solidFill>
                  <a:srgbClr val="BEA8DD"/>
                </a:solidFill>
                <a:ln w="2646" cap="flat">
                  <a:noFill/>
                </a:ln>
              </p:spPr>
            </p:sp>
            <p:sp>
              <p:nvSpPr>
                <p:cNvPr id="3611" name="ICON_OUT_WAVE_GRAPHIC_path_132"/>
                <p:cNvSpPr/>
                <p:nvPr/>
              </p:nvSpPr>
              <p:spPr>
                <a:xfrm>
                  <a:off x="8794750" y="3905250"/>
                  <a:ext cx="7938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2500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825"/>
                        <a:pt x="625" y="1650"/>
                        <a:pt x="625" y="2500"/>
                      </a:cubicBezTo>
                      <a:cubicBezTo>
                        <a:pt x="419" y="2500"/>
                        <a:pt x="212" y="2500"/>
                        <a:pt x="0" y="2500"/>
                      </a:cubicBezTo>
                      <a:cubicBezTo>
                        <a:pt x="0" y="1675"/>
                        <a:pt x="0" y="850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12" name="ICON_OUT_WAVE_GRAPHIC_path_133"/>
                <p:cNvSpPr/>
                <p:nvPr/>
              </p:nvSpPr>
              <p:spPr>
                <a:xfrm>
                  <a:off x="9294239" y="3505071"/>
                  <a:ext cx="25585" cy="192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015" h="1517" fill="norm" stroke="0">
                      <a:moveTo>
                        <a:pt x="1798" y="173"/>
                      </a:moveTo>
                      <a:cubicBezTo>
                        <a:pt x="1953" y="284"/>
                        <a:pt x="1977" y="362"/>
                        <a:pt x="2011" y="547"/>
                      </a:cubicBezTo>
                      <a:cubicBezTo>
                        <a:pt x="2015" y="762"/>
                        <a:pt x="1908" y="916"/>
                        <a:pt x="1769" y="1072"/>
                      </a:cubicBezTo>
                      <a:cubicBezTo>
                        <a:pt x="1533" y="1297"/>
                        <a:pt x="1282" y="1501"/>
                        <a:pt x="945" y="1517"/>
                      </a:cubicBezTo>
                      <a:cubicBezTo>
                        <a:pt x="634" y="1487"/>
                        <a:pt x="339" y="1405"/>
                        <a:pt x="45" y="1302"/>
                      </a:cubicBezTo>
                      <a:cubicBezTo>
                        <a:pt x="4" y="1151"/>
                        <a:pt x="0" y="1036"/>
                        <a:pt x="45" y="885"/>
                      </a:cubicBezTo>
                      <a:cubicBezTo>
                        <a:pt x="179" y="718"/>
                        <a:pt x="367" y="602"/>
                        <a:pt x="545" y="486"/>
                      </a:cubicBezTo>
                      <a:cubicBezTo>
                        <a:pt x="631" y="430"/>
                        <a:pt x="713" y="370"/>
                        <a:pt x="796" y="309"/>
                      </a:cubicBezTo>
                      <a:cubicBezTo>
                        <a:pt x="1150" y="64"/>
                        <a:pt x="1393" y="0"/>
                        <a:pt x="1798" y="173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13" name="ICON_OUT_WAVE_GRAPHIC_path_134"/>
                <p:cNvSpPr/>
                <p:nvPr/>
              </p:nvSpPr>
              <p:spPr>
                <a:xfrm>
                  <a:off x="8838464" y="3500128"/>
                  <a:ext cx="13020" cy="3206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25" h="2524" fill="norm" stroke="0">
                      <a:moveTo>
                        <a:pt x="933" y="24"/>
                      </a:moveTo>
                      <a:cubicBezTo>
                        <a:pt x="947" y="320"/>
                        <a:pt x="959" y="615"/>
                        <a:pt x="965" y="910"/>
                      </a:cubicBezTo>
                      <a:cubicBezTo>
                        <a:pt x="969" y="1047"/>
                        <a:pt x="973" y="1184"/>
                        <a:pt x="980" y="1321"/>
                      </a:cubicBezTo>
                      <a:cubicBezTo>
                        <a:pt x="1025" y="2214"/>
                        <a:pt x="1025" y="2214"/>
                        <a:pt x="870" y="2386"/>
                      </a:cubicBezTo>
                      <a:cubicBezTo>
                        <a:pt x="694" y="2495"/>
                        <a:pt x="512" y="2517"/>
                        <a:pt x="308" y="2524"/>
                      </a:cubicBezTo>
                      <a:cubicBezTo>
                        <a:pt x="0" y="1120"/>
                        <a:pt x="0" y="1120"/>
                        <a:pt x="269" y="454"/>
                      </a:cubicBezTo>
                      <a:cubicBezTo>
                        <a:pt x="286" y="410"/>
                        <a:pt x="303" y="366"/>
                        <a:pt x="321" y="321"/>
                      </a:cubicBezTo>
                      <a:cubicBezTo>
                        <a:pt x="471" y="1"/>
                        <a:pt x="594" y="0"/>
                        <a:pt x="933" y="24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14" name="ICON_OUT_WAVE_GRAPHIC_path_135"/>
                <p:cNvSpPr/>
                <p:nvPr/>
              </p:nvSpPr>
              <p:spPr>
                <a:xfrm>
                  <a:off x="9628187" y="3484229"/>
                  <a:ext cx="17010" cy="2705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39" h="2130" fill="norm" stroke="0">
                      <a:moveTo>
                        <a:pt x="947" y="16"/>
                      </a:moveTo>
                      <a:cubicBezTo>
                        <a:pt x="962" y="17"/>
                        <a:pt x="962" y="17"/>
                        <a:pt x="1035" y="19"/>
                      </a:cubicBezTo>
                      <a:cubicBezTo>
                        <a:pt x="1107" y="20"/>
                        <a:pt x="1179" y="23"/>
                        <a:pt x="1250" y="26"/>
                      </a:cubicBezTo>
                      <a:cubicBezTo>
                        <a:pt x="1266" y="289"/>
                        <a:pt x="1277" y="552"/>
                        <a:pt x="1284" y="816"/>
                      </a:cubicBezTo>
                      <a:cubicBezTo>
                        <a:pt x="1287" y="905"/>
                        <a:pt x="1292" y="995"/>
                        <a:pt x="1297" y="1084"/>
                      </a:cubicBezTo>
                      <a:cubicBezTo>
                        <a:pt x="1339" y="1799"/>
                        <a:pt x="1339" y="1799"/>
                        <a:pt x="1192" y="1967"/>
                      </a:cubicBezTo>
                      <a:cubicBezTo>
                        <a:pt x="1022" y="2086"/>
                        <a:pt x="831" y="2130"/>
                        <a:pt x="625" y="2110"/>
                      </a:cubicBezTo>
                      <a:cubicBezTo>
                        <a:pt x="464" y="2044"/>
                        <a:pt x="379" y="1946"/>
                        <a:pt x="274" y="1810"/>
                      </a:cubicBezTo>
                      <a:cubicBezTo>
                        <a:pt x="246" y="1779"/>
                        <a:pt x="220" y="1749"/>
                        <a:pt x="192" y="1717"/>
                      </a:cubicBezTo>
                      <a:cubicBezTo>
                        <a:pt x="126" y="1641"/>
                        <a:pt x="62" y="1563"/>
                        <a:pt x="0" y="1485"/>
                      </a:cubicBezTo>
                      <a:cubicBezTo>
                        <a:pt x="206" y="1416"/>
                        <a:pt x="412" y="1347"/>
                        <a:pt x="625" y="1276"/>
                      </a:cubicBezTo>
                      <a:cubicBezTo>
                        <a:pt x="607" y="1221"/>
                        <a:pt x="590" y="1166"/>
                        <a:pt x="572" y="1109"/>
                      </a:cubicBezTo>
                      <a:cubicBezTo>
                        <a:pt x="374" y="440"/>
                        <a:pt x="374" y="440"/>
                        <a:pt x="469" y="183"/>
                      </a:cubicBezTo>
                      <a:cubicBezTo>
                        <a:pt x="600" y="0"/>
                        <a:pt x="739" y="7"/>
                        <a:pt x="947" y="16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15" name="ICON_OUT_WAVE_GRAPHIC_path_136"/>
                <p:cNvSpPr/>
                <p:nvPr/>
              </p:nvSpPr>
              <p:spPr>
                <a:xfrm>
                  <a:off x="9707562" y="3500438"/>
                  <a:ext cx="23812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75" h="1250" fill="norm" stroke="0">
                      <a:moveTo>
                        <a:pt x="0" y="0"/>
                      </a:moveTo>
                      <a:cubicBezTo>
                        <a:pt x="619" y="0"/>
                        <a:pt x="1237" y="0"/>
                        <a:pt x="1875" y="0"/>
                      </a:cubicBezTo>
                      <a:cubicBezTo>
                        <a:pt x="1667" y="417"/>
                        <a:pt x="1458" y="833"/>
                        <a:pt x="1250" y="1250"/>
                      </a:cubicBezTo>
                      <a:cubicBezTo>
                        <a:pt x="781" y="1144"/>
                        <a:pt x="781" y="1144"/>
                        <a:pt x="625" y="1042"/>
                      </a:cubicBezTo>
                      <a:cubicBezTo>
                        <a:pt x="562" y="881"/>
                        <a:pt x="590" y="799"/>
                        <a:pt x="625" y="625"/>
                      </a:cubicBezTo>
                      <a:cubicBezTo>
                        <a:pt x="419" y="625"/>
                        <a:pt x="212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16" name="ICON_OUT_WAVE_GRAPHIC_path_137"/>
                <p:cNvSpPr/>
                <p:nvPr/>
              </p:nvSpPr>
              <p:spPr>
                <a:xfrm>
                  <a:off x="9056688" y="3481917"/>
                  <a:ext cx="18521" cy="1921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58" h="1513" fill="norm" stroke="0">
                      <a:moveTo>
                        <a:pt x="417" y="0"/>
                      </a:moveTo>
                      <a:cubicBezTo>
                        <a:pt x="760" y="206"/>
                        <a:pt x="1104" y="413"/>
                        <a:pt x="1458" y="625"/>
                      </a:cubicBezTo>
                      <a:cubicBezTo>
                        <a:pt x="1231" y="1308"/>
                        <a:pt x="1231" y="1308"/>
                        <a:pt x="1042" y="1458"/>
                      </a:cubicBezTo>
                      <a:cubicBezTo>
                        <a:pt x="692" y="1513"/>
                        <a:pt x="325" y="1368"/>
                        <a:pt x="0" y="1250"/>
                      </a:cubicBezTo>
                      <a:cubicBezTo>
                        <a:pt x="29" y="1080"/>
                        <a:pt x="60" y="911"/>
                        <a:pt x="91" y="742"/>
                      </a:cubicBezTo>
                      <a:cubicBezTo>
                        <a:pt x="99" y="694"/>
                        <a:pt x="107" y="646"/>
                        <a:pt x="116" y="597"/>
                      </a:cubicBezTo>
                      <a:cubicBezTo>
                        <a:pt x="120" y="574"/>
                        <a:pt x="120" y="574"/>
                        <a:pt x="142" y="456"/>
                      </a:cubicBezTo>
                      <a:cubicBezTo>
                        <a:pt x="150" y="414"/>
                        <a:pt x="158" y="371"/>
                        <a:pt x="166" y="328"/>
                      </a:cubicBezTo>
                      <a:cubicBezTo>
                        <a:pt x="208" y="208"/>
                        <a:pt x="208" y="208"/>
                        <a:pt x="417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17" name="ICON_OUT_WAVE_GRAPHIC_path_138"/>
                <p:cNvSpPr/>
                <p:nvPr/>
              </p:nvSpPr>
              <p:spPr>
                <a:xfrm>
                  <a:off x="9810750" y="3460009"/>
                  <a:ext cx="16925" cy="2455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33" h="1933" fill="norm" stroke="0">
                      <a:moveTo>
                        <a:pt x="1250" y="58"/>
                      </a:moveTo>
                      <a:cubicBezTo>
                        <a:pt x="1265" y="292"/>
                        <a:pt x="1277" y="525"/>
                        <a:pt x="1284" y="759"/>
                      </a:cubicBezTo>
                      <a:cubicBezTo>
                        <a:pt x="1288" y="838"/>
                        <a:pt x="1292" y="918"/>
                        <a:pt x="1297" y="997"/>
                      </a:cubicBezTo>
                      <a:cubicBezTo>
                        <a:pt x="1333" y="1531"/>
                        <a:pt x="1333" y="1531"/>
                        <a:pt x="1250" y="1725"/>
                      </a:cubicBezTo>
                      <a:cubicBezTo>
                        <a:pt x="1079" y="1879"/>
                        <a:pt x="846" y="1908"/>
                        <a:pt x="625" y="1933"/>
                      </a:cubicBezTo>
                      <a:cubicBezTo>
                        <a:pt x="96" y="1285"/>
                        <a:pt x="96" y="1285"/>
                        <a:pt x="0" y="892"/>
                      </a:cubicBezTo>
                      <a:cubicBezTo>
                        <a:pt x="32" y="696"/>
                        <a:pt x="114" y="566"/>
                        <a:pt x="234" y="410"/>
                      </a:cubicBezTo>
                      <a:cubicBezTo>
                        <a:pt x="261" y="374"/>
                        <a:pt x="288" y="339"/>
                        <a:pt x="316" y="302"/>
                      </a:cubicBezTo>
                      <a:cubicBezTo>
                        <a:pt x="591" y="0"/>
                        <a:pt x="871" y="20"/>
                        <a:pt x="1250" y="58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18" name="ICON_OUT_WAVE_GRAPHIC_path_139"/>
                <p:cNvSpPr/>
                <p:nvPr/>
              </p:nvSpPr>
              <p:spPr>
                <a:xfrm>
                  <a:off x="9730425" y="3452812"/>
                  <a:ext cx="8887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0" h="2500" fill="norm" stroke="0">
                      <a:moveTo>
                        <a:pt x="75" y="0"/>
                      </a:moveTo>
                      <a:cubicBezTo>
                        <a:pt x="281" y="0"/>
                        <a:pt x="487" y="0"/>
                        <a:pt x="700" y="0"/>
                      </a:cubicBezTo>
                      <a:cubicBezTo>
                        <a:pt x="700" y="825"/>
                        <a:pt x="700" y="1650"/>
                        <a:pt x="700" y="2500"/>
                      </a:cubicBezTo>
                      <a:cubicBezTo>
                        <a:pt x="494" y="2431"/>
                        <a:pt x="287" y="2363"/>
                        <a:pt x="75" y="2292"/>
                      </a:cubicBezTo>
                      <a:cubicBezTo>
                        <a:pt x="11" y="2081"/>
                        <a:pt x="0" y="1981"/>
                        <a:pt x="14" y="1770"/>
                      </a:cubicBezTo>
                      <a:cubicBezTo>
                        <a:pt x="15" y="1719"/>
                        <a:pt x="16" y="1669"/>
                        <a:pt x="16" y="1617"/>
                      </a:cubicBezTo>
                      <a:cubicBezTo>
                        <a:pt x="19" y="1483"/>
                        <a:pt x="25" y="1349"/>
                        <a:pt x="32" y="1215"/>
                      </a:cubicBezTo>
                      <a:cubicBezTo>
                        <a:pt x="38" y="1078"/>
                        <a:pt x="41" y="941"/>
                        <a:pt x="44" y="804"/>
                      </a:cubicBezTo>
                      <a:cubicBezTo>
                        <a:pt x="51" y="536"/>
                        <a:pt x="62" y="268"/>
                        <a:pt x="75" y="0"/>
                      </a:cubicBezTo>
                      <a:close/>
                    </a:path>
                  </a:pathLst>
                </a:custGeom>
                <a:solidFill>
                  <a:srgbClr val="557CF3"/>
                </a:solidFill>
                <a:ln w="2646" cap="flat">
                  <a:noFill/>
                </a:ln>
              </p:spPr>
            </p:sp>
            <p:sp>
              <p:nvSpPr>
                <p:cNvPr id="3619" name="ICON_OUT_WAVE_GRAPHIC_path_140"/>
                <p:cNvSpPr/>
                <p:nvPr/>
              </p:nvSpPr>
              <p:spPr>
                <a:xfrm>
                  <a:off x="9096375" y="3457937"/>
                  <a:ext cx="23812" cy="1922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75" h="1514" fill="norm" stroke="0">
                      <a:moveTo>
                        <a:pt x="1875" y="430"/>
                      </a:moveTo>
                      <a:cubicBezTo>
                        <a:pt x="1875" y="774"/>
                        <a:pt x="1875" y="1117"/>
                        <a:pt x="1875" y="1471"/>
                      </a:cubicBezTo>
                      <a:cubicBezTo>
                        <a:pt x="1703" y="1403"/>
                        <a:pt x="1703" y="1403"/>
                        <a:pt x="833" y="1055"/>
                      </a:cubicBezTo>
                      <a:cubicBezTo>
                        <a:pt x="765" y="1192"/>
                        <a:pt x="696" y="1330"/>
                        <a:pt x="625" y="1471"/>
                      </a:cubicBezTo>
                      <a:cubicBezTo>
                        <a:pt x="488" y="1507"/>
                        <a:pt x="432" y="1514"/>
                        <a:pt x="300" y="1498"/>
                      </a:cubicBezTo>
                      <a:cubicBezTo>
                        <a:pt x="271" y="1496"/>
                        <a:pt x="242" y="1494"/>
                        <a:pt x="212" y="1492"/>
                      </a:cubicBezTo>
                      <a:cubicBezTo>
                        <a:pt x="141" y="1487"/>
                        <a:pt x="71" y="1479"/>
                        <a:pt x="0" y="1471"/>
                      </a:cubicBezTo>
                      <a:cubicBezTo>
                        <a:pt x="128" y="1188"/>
                        <a:pt x="267" y="911"/>
                        <a:pt x="417" y="638"/>
                      </a:cubicBezTo>
                      <a:cubicBezTo>
                        <a:pt x="431" y="610"/>
                        <a:pt x="446" y="583"/>
                        <a:pt x="460" y="554"/>
                      </a:cubicBezTo>
                      <a:cubicBezTo>
                        <a:pt x="770" y="0"/>
                        <a:pt x="1382" y="300"/>
                        <a:pt x="1875" y="43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20" name="ICON_OUT_WAVE_GRAPHIC_path_141"/>
                <p:cNvSpPr/>
                <p:nvPr/>
              </p:nvSpPr>
              <p:spPr>
                <a:xfrm>
                  <a:off x="9148974" y="4008438"/>
                  <a:ext cx="10901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58" h="1875" fill="norm" stroke="0">
                      <a:moveTo>
                        <a:pt x="233" y="0"/>
                      </a:moveTo>
                      <a:cubicBezTo>
                        <a:pt x="440" y="0"/>
                        <a:pt x="646" y="0"/>
                        <a:pt x="858" y="0"/>
                      </a:cubicBezTo>
                      <a:cubicBezTo>
                        <a:pt x="858" y="550"/>
                        <a:pt x="858" y="1100"/>
                        <a:pt x="858" y="1667"/>
                      </a:cubicBezTo>
                      <a:cubicBezTo>
                        <a:pt x="583" y="1735"/>
                        <a:pt x="308" y="1804"/>
                        <a:pt x="25" y="1875"/>
                      </a:cubicBezTo>
                      <a:cubicBezTo>
                        <a:pt x="20" y="1641"/>
                        <a:pt x="16" y="1408"/>
                        <a:pt x="14" y="1174"/>
                      </a:cubicBezTo>
                      <a:cubicBezTo>
                        <a:pt x="13" y="1095"/>
                        <a:pt x="11" y="1016"/>
                        <a:pt x="9" y="936"/>
                      </a:cubicBezTo>
                      <a:cubicBezTo>
                        <a:pt x="7" y="822"/>
                        <a:pt x="6" y="707"/>
                        <a:pt x="5" y="593"/>
                      </a:cubicBezTo>
                      <a:cubicBezTo>
                        <a:pt x="4" y="558"/>
                        <a:pt x="3" y="522"/>
                        <a:pt x="1" y="486"/>
                      </a:cubicBezTo>
                      <a:cubicBezTo>
                        <a:pt x="1" y="453"/>
                        <a:pt x="1" y="419"/>
                        <a:pt x="1" y="385"/>
                      </a:cubicBezTo>
                      <a:cubicBezTo>
                        <a:pt x="1" y="356"/>
                        <a:pt x="0" y="327"/>
                        <a:pt x="0" y="297"/>
                      </a:cubicBezTo>
                      <a:cubicBezTo>
                        <a:pt x="25" y="208"/>
                        <a:pt x="25" y="208"/>
                        <a:pt x="233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21" name="ICON_OUT_WAVE_GRAPHIC_path_142"/>
                <p:cNvSpPr/>
                <p:nvPr/>
              </p:nvSpPr>
              <p:spPr>
                <a:xfrm>
                  <a:off x="8958474" y="4008438"/>
                  <a:ext cx="10901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58" h="1875" fill="norm" stroke="0">
                      <a:moveTo>
                        <a:pt x="233" y="0"/>
                      </a:moveTo>
                      <a:cubicBezTo>
                        <a:pt x="440" y="0"/>
                        <a:pt x="646" y="0"/>
                        <a:pt x="858" y="0"/>
                      </a:cubicBezTo>
                      <a:cubicBezTo>
                        <a:pt x="858" y="550"/>
                        <a:pt x="858" y="1100"/>
                        <a:pt x="858" y="1667"/>
                      </a:cubicBezTo>
                      <a:cubicBezTo>
                        <a:pt x="583" y="1735"/>
                        <a:pt x="308" y="1804"/>
                        <a:pt x="25" y="1875"/>
                      </a:cubicBezTo>
                      <a:cubicBezTo>
                        <a:pt x="20" y="1641"/>
                        <a:pt x="16" y="1408"/>
                        <a:pt x="14" y="1174"/>
                      </a:cubicBezTo>
                      <a:cubicBezTo>
                        <a:pt x="13" y="1095"/>
                        <a:pt x="11" y="1016"/>
                        <a:pt x="9" y="936"/>
                      </a:cubicBezTo>
                      <a:cubicBezTo>
                        <a:pt x="7" y="822"/>
                        <a:pt x="6" y="707"/>
                        <a:pt x="5" y="593"/>
                      </a:cubicBezTo>
                      <a:cubicBezTo>
                        <a:pt x="4" y="558"/>
                        <a:pt x="3" y="522"/>
                        <a:pt x="1" y="486"/>
                      </a:cubicBezTo>
                      <a:cubicBezTo>
                        <a:pt x="1" y="453"/>
                        <a:pt x="1" y="419"/>
                        <a:pt x="1" y="385"/>
                      </a:cubicBezTo>
                      <a:cubicBezTo>
                        <a:pt x="1" y="356"/>
                        <a:pt x="0" y="327"/>
                        <a:pt x="0" y="297"/>
                      </a:cubicBezTo>
                      <a:cubicBezTo>
                        <a:pt x="25" y="208"/>
                        <a:pt x="25" y="208"/>
                        <a:pt x="233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22" name="ICON_OUT_WAVE_GRAPHIC_path_143"/>
                <p:cNvSpPr/>
                <p:nvPr/>
              </p:nvSpPr>
              <p:spPr>
                <a:xfrm>
                  <a:off x="9895417" y="3905250"/>
                  <a:ext cx="10583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1875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833" y="758"/>
                        <a:pt x="833" y="1308"/>
                        <a:pt x="833" y="1875"/>
                      </a:cubicBezTo>
                      <a:cubicBezTo>
                        <a:pt x="558" y="1806"/>
                        <a:pt x="283" y="1738"/>
                        <a:pt x="0" y="1667"/>
                      </a:cubicBezTo>
                      <a:cubicBezTo>
                        <a:pt x="0" y="1117"/>
                        <a:pt x="0" y="567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23" name="ICON_OUT_WAVE_GRAPHIC_path_144"/>
                <p:cNvSpPr/>
                <p:nvPr/>
              </p:nvSpPr>
              <p:spPr>
                <a:xfrm>
                  <a:off x="8897673" y="3491877"/>
                  <a:ext cx="17161" cy="2443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51" h="1924" fill="norm" stroke="0">
                      <a:moveTo>
                        <a:pt x="1064" y="106"/>
                      </a:moveTo>
                      <a:cubicBezTo>
                        <a:pt x="1182" y="165"/>
                        <a:pt x="1254" y="214"/>
                        <a:pt x="1303" y="339"/>
                      </a:cubicBezTo>
                      <a:cubicBezTo>
                        <a:pt x="1351" y="592"/>
                        <a:pt x="1327" y="848"/>
                        <a:pt x="1310" y="1104"/>
                      </a:cubicBezTo>
                      <a:cubicBezTo>
                        <a:pt x="1307" y="1183"/>
                        <a:pt x="1304" y="1262"/>
                        <a:pt x="1301" y="1342"/>
                      </a:cubicBezTo>
                      <a:cubicBezTo>
                        <a:pt x="1294" y="1536"/>
                        <a:pt x="1284" y="1730"/>
                        <a:pt x="1271" y="1924"/>
                      </a:cubicBezTo>
                      <a:cubicBezTo>
                        <a:pt x="269" y="1518"/>
                        <a:pt x="269" y="1518"/>
                        <a:pt x="45" y="1063"/>
                      </a:cubicBezTo>
                      <a:cubicBezTo>
                        <a:pt x="0" y="900"/>
                        <a:pt x="42" y="800"/>
                        <a:pt x="114" y="650"/>
                      </a:cubicBezTo>
                      <a:cubicBezTo>
                        <a:pt x="163" y="569"/>
                        <a:pt x="214" y="491"/>
                        <a:pt x="268" y="414"/>
                      </a:cubicBezTo>
                      <a:cubicBezTo>
                        <a:pt x="294" y="375"/>
                        <a:pt x="320" y="336"/>
                        <a:pt x="347" y="295"/>
                      </a:cubicBezTo>
                      <a:cubicBezTo>
                        <a:pt x="560" y="33"/>
                        <a:pt x="755" y="0"/>
                        <a:pt x="1064" y="106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24" name="ICON_OUT_WAVE_GRAPHIC_path_145"/>
                <p:cNvSpPr/>
                <p:nvPr/>
              </p:nvSpPr>
              <p:spPr>
                <a:xfrm>
                  <a:off x="8952487" y="3516312"/>
                  <a:ext cx="8951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5" h="2500" fill="norm" stroke="0">
                      <a:moveTo>
                        <a:pt x="705" y="0"/>
                      </a:moveTo>
                      <a:cubicBezTo>
                        <a:pt x="705" y="825"/>
                        <a:pt x="705" y="1650"/>
                        <a:pt x="705" y="2500"/>
                      </a:cubicBezTo>
                      <a:cubicBezTo>
                        <a:pt x="499" y="2431"/>
                        <a:pt x="292" y="2363"/>
                        <a:pt x="80" y="2292"/>
                      </a:cubicBezTo>
                      <a:cubicBezTo>
                        <a:pt x="12" y="2098"/>
                        <a:pt x="0" y="2018"/>
                        <a:pt x="11" y="1823"/>
                      </a:cubicBezTo>
                      <a:cubicBezTo>
                        <a:pt x="12" y="1777"/>
                        <a:pt x="12" y="1732"/>
                        <a:pt x="13" y="1685"/>
                      </a:cubicBezTo>
                      <a:cubicBezTo>
                        <a:pt x="14" y="1589"/>
                        <a:pt x="17" y="1493"/>
                        <a:pt x="21" y="1397"/>
                      </a:cubicBezTo>
                      <a:cubicBezTo>
                        <a:pt x="28" y="1250"/>
                        <a:pt x="30" y="1104"/>
                        <a:pt x="31" y="957"/>
                      </a:cubicBezTo>
                      <a:cubicBezTo>
                        <a:pt x="33" y="864"/>
                        <a:pt x="35" y="770"/>
                        <a:pt x="38" y="677"/>
                      </a:cubicBezTo>
                      <a:cubicBezTo>
                        <a:pt x="38" y="633"/>
                        <a:pt x="39" y="589"/>
                        <a:pt x="40" y="544"/>
                      </a:cubicBezTo>
                      <a:cubicBezTo>
                        <a:pt x="49" y="356"/>
                        <a:pt x="62" y="238"/>
                        <a:pt x="161" y="75"/>
                      </a:cubicBezTo>
                      <a:cubicBezTo>
                        <a:pt x="288" y="0"/>
                        <a:pt x="288" y="0"/>
                        <a:pt x="705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25" name="ICON_OUT_WAVE_GRAPHIC_path_146"/>
                <p:cNvSpPr/>
                <p:nvPr/>
              </p:nvSpPr>
              <p:spPr>
                <a:xfrm>
                  <a:off x="9969500" y="3460750"/>
                  <a:ext cx="15875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1875" fill="norm" stroke="0">
                      <a:moveTo>
                        <a:pt x="1250" y="0"/>
                      </a:moveTo>
                      <a:cubicBezTo>
                        <a:pt x="1250" y="550"/>
                        <a:pt x="1250" y="1100"/>
                        <a:pt x="1250" y="1667"/>
                      </a:cubicBezTo>
                      <a:cubicBezTo>
                        <a:pt x="906" y="1735"/>
                        <a:pt x="562" y="1804"/>
                        <a:pt x="208" y="1875"/>
                      </a:cubicBezTo>
                      <a:cubicBezTo>
                        <a:pt x="140" y="1669"/>
                        <a:pt x="71" y="1462"/>
                        <a:pt x="0" y="1250"/>
                      </a:cubicBezTo>
                      <a:cubicBezTo>
                        <a:pt x="206" y="1250"/>
                        <a:pt x="413" y="1250"/>
                        <a:pt x="625" y="1250"/>
                      </a:cubicBezTo>
                      <a:cubicBezTo>
                        <a:pt x="622" y="1177"/>
                        <a:pt x="620" y="1104"/>
                        <a:pt x="618" y="1029"/>
                      </a:cubicBezTo>
                      <a:cubicBezTo>
                        <a:pt x="616" y="934"/>
                        <a:pt x="614" y="838"/>
                        <a:pt x="612" y="742"/>
                      </a:cubicBezTo>
                      <a:cubicBezTo>
                        <a:pt x="610" y="694"/>
                        <a:pt x="609" y="646"/>
                        <a:pt x="607" y="597"/>
                      </a:cubicBezTo>
                      <a:cubicBezTo>
                        <a:pt x="601" y="199"/>
                        <a:pt x="601" y="199"/>
                        <a:pt x="704" y="71"/>
                      </a:cubicBezTo>
                      <a:cubicBezTo>
                        <a:pt x="833" y="0"/>
                        <a:pt x="833" y="0"/>
                        <a:pt x="125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26" name="ICON_OUT_WAVE_GRAPHIC_path_147"/>
                <p:cNvSpPr/>
                <p:nvPr/>
              </p:nvSpPr>
              <p:spPr>
                <a:xfrm>
                  <a:off x="9611656" y="3958167"/>
                  <a:ext cx="27114" cy="2660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35" h="2095" fill="norm" stroke="0">
                      <a:moveTo>
                        <a:pt x="1718" y="0"/>
                      </a:moveTo>
                      <a:cubicBezTo>
                        <a:pt x="1856" y="275"/>
                        <a:pt x="1993" y="550"/>
                        <a:pt x="2135" y="833"/>
                      </a:cubicBezTo>
                      <a:cubicBezTo>
                        <a:pt x="2040" y="856"/>
                        <a:pt x="1946" y="880"/>
                        <a:pt x="1849" y="903"/>
                      </a:cubicBezTo>
                      <a:cubicBezTo>
                        <a:pt x="1436" y="1026"/>
                        <a:pt x="1264" y="1314"/>
                        <a:pt x="1046" y="1665"/>
                      </a:cubicBezTo>
                      <a:cubicBezTo>
                        <a:pt x="939" y="1833"/>
                        <a:pt x="845" y="1974"/>
                        <a:pt x="677" y="2083"/>
                      </a:cubicBezTo>
                      <a:cubicBezTo>
                        <a:pt x="450" y="2095"/>
                        <a:pt x="235" y="1998"/>
                        <a:pt x="52" y="1875"/>
                      </a:cubicBezTo>
                      <a:cubicBezTo>
                        <a:pt x="0" y="1724"/>
                        <a:pt x="12" y="1611"/>
                        <a:pt x="52" y="1458"/>
                      </a:cubicBezTo>
                      <a:cubicBezTo>
                        <a:pt x="79" y="1466"/>
                        <a:pt x="107" y="1473"/>
                        <a:pt x="135" y="1480"/>
                      </a:cubicBezTo>
                      <a:cubicBezTo>
                        <a:pt x="267" y="1500"/>
                        <a:pt x="344" y="1508"/>
                        <a:pt x="468" y="1458"/>
                      </a:cubicBezTo>
                      <a:cubicBezTo>
                        <a:pt x="509" y="1351"/>
                        <a:pt x="536" y="1257"/>
                        <a:pt x="560" y="1146"/>
                      </a:cubicBezTo>
                      <a:cubicBezTo>
                        <a:pt x="587" y="1025"/>
                        <a:pt x="617" y="946"/>
                        <a:pt x="677" y="833"/>
                      </a:cubicBezTo>
                      <a:cubicBezTo>
                        <a:pt x="792" y="823"/>
                        <a:pt x="865" y="827"/>
                        <a:pt x="976" y="846"/>
                      </a:cubicBezTo>
                      <a:cubicBezTo>
                        <a:pt x="1095" y="866"/>
                        <a:pt x="1188" y="876"/>
                        <a:pt x="1302" y="833"/>
                      </a:cubicBezTo>
                      <a:cubicBezTo>
                        <a:pt x="1508" y="599"/>
                        <a:pt x="1603" y="283"/>
                        <a:pt x="171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27" name="ICON_OUT_WAVE_GRAPHIC_path_148"/>
                <p:cNvSpPr/>
                <p:nvPr/>
              </p:nvSpPr>
              <p:spPr>
                <a:xfrm>
                  <a:off x="9238083" y="3460750"/>
                  <a:ext cx="17042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42" h="2500" fill="norm" stroke="0">
                      <a:moveTo>
                        <a:pt x="92" y="0"/>
                      </a:moveTo>
                      <a:cubicBezTo>
                        <a:pt x="324" y="17"/>
                        <a:pt x="532" y="58"/>
                        <a:pt x="717" y="208"/>
                      </a:cubicBezTo>
                      <a:cubicBezTo>
                        <a:pt x="1125" y="789"/>
                        <a:pt x="1231" y="1607"/>
                        <a:pt x="1342" y="2292"/>
                      </a:cubicBezTo>
                      <a:cubicBezTo>
                        <a:pt x="1136" y="2360"/>
                        <a:pt x="929" y="2429"/>
                        <a:pt x="717" y="2500"/>
                      </a:cubicBezTo>
                      <a:cubicBezTo>
                        <a:pt x="724" y="2412"/>
                        <a:pt x="731" y="2324"/>
                        <a:pt x="739" y="2234"/>
                      </a:cubicBezTo>
                      <a:cubicBezTo>
                        <a:pt x="784" y="1540"/>
                        <a:pt x="784" y="1540"/>
                        <a:pt x="717" y="1250"/>
                      </a:cubicBezTo>
                      <a:cubicBezTo>
                        <a:pt x="604" y="1135"/>
                        <a:pt x="469" y="1138"/>
                        <a:pt x="316" y="1126"/>
                      </a:cubicBezTo>
                      <a:cubicBezTo>
                        <a:pt x="221" y="1112"/>
                        <a:pt x="167" y="1103"/>
                        <a:pt x="92" y="1042"/>
                      </a:cubicBezTo>
                      <a:cubicBezTo>
                        <a:pt x="0" y="711"/>
                        <a:pt x="56" y="337"/>
                        <a:pt x="92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28" name="ICON_OUT_WAVE_GRAPHIC_path_149"/>
                <p:cNvSpPr/>
                <p:nvPr/>
              </p:nvSpPr>
              <p:spPr>
                <a:xfrm>
                  <a:off x="9325884" y="3992265"/>
                  <a:ext cx="11943" cy="2675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40" h="2107" fill="norm" stroke="0">
                      <a:moveTo>
                        <a:pt x="483" y="10"/>
                      </a:moveTo>
                      <a:cubicBezTo>
                        <a:pt x="520" y="12"/>
                        <a:pt x="557" y="14"/>
                        <a:pt x="595" y="16"/>
                      </a:cubicBezTo>
                      <a:cubicBezTo>
                        <a:pt x="609" y="17"/>
                        <a:pt x="609" y="17"/>
                        <a:pt x="679" y="23"/>
                      </a:cubicBezTo>
                      <a:cubicBezTo>
                        <a:pt x="719" y="253"/>
                        <a:pt x="756" y="482"/>
                        <a:pt x="790" y="713"/>
                      </a:cubicBezTo>
                      <a:cubicBezTo>
                        <a:pt x="803" y="791"/>
                        <a:pt x="815" y="869"/>
                        <a:pt x="829" y="947"/>
                      </a:cubicBezTo>
                      <a:cubicBezTo>
                        <a:pt x="940" y="1579"/>
                        <a:pt x="940" y="1579"/>
                        <a:pt x="849" y="1768"/>
                      </a:cubicBezTo>
                      <a:cubicBezTo>
                        <a:pt x="745" y="1910"/>
                        <a:pt x="618" y="2011"/>
                        <a:pt x="470" y="2107"/>
                      </a:cubicBezTo>
                      <a:cubicBezTo>
                        <a:pt x="289" y="1975"/>
                        <a:pt x="96" y="1832"/>
                        <a:pt x="29" y="1609"/>
                      </a:cubicBezTo>
                      <a:cubicBezTo>
                        <a:pt x="0" y="1422"/>
                        <a:pt x="3" y="1236"/>
                        <a:pt x="11" y="1047"/>
                      </a:cubicBezTo>
                      <a:cubicBezTo>
                        <a:pt x="14" y="947"/>
                        <a:pt x="15" y="848"/>
                        <a:pt x="15" y="748"/>
                      </a:cubicBezTo>
                      <a:cubicBezTo>
                        <a:pt x="16" y="684"/>
                        <a:pt x="17" y="620"/>
                        <a:pt x="19" y="556"/>
                      </a:cubicBezTo>
                      <a:cubicBezTo>
                        <a:pt x="19" y="527"/>
                        <a:pt x="19" y="498"/>
                        <a:pt x="19" y="467"/>
                      </a:cubicBezTo>
                      <a:cubicBezTo>
                        <a:pt x="27" y="311"/>
                        <a:pt x="52" y="234"/>
                        <a:pt x="146" y="108"/>
                      </a:cubicBezTo>
                      <a:cubicBezTo>
                        <a:pt x="275" y="14"/>
                        <a:pt x="327" y="0"/>
                        <a:pt x="483" y="1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29" name="ICON_OUT_WAVE_GRAPHIC_path_150"/>
                <p:cNvSpPr/>
                <p:nvPr/>
              </p:nvSpPr>
              <p:spPr>
                <a:xfrm>
                  <a:off x="9855541" y="3960812"/>
                  <a:ext cx="19230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14" h="1875" fill="norm" stroke="0">
                      <a:moveTo>
                        <a:pt x="223" y="0"/>
                      </a:moveTo>
                      <a:cubicBezTo>
                        <a:pt x="429" y="0"/>
                        <a:pt x="636" y="0"/>
                        <a:pt x="848" y="0"/>
                      </a:cubicBezTo>
                      <a:cubicBezTo>
                        <a:pt x="853" y="36"/>
                        <a:pt x="853" y="36"/>
                        <a:pt x="879" y="221"/>
                      </a:cubicBezTo>
                      <a:cubicBezTo>
                        <a:pt x="895" y="316"/>
                        <a:pt x="910" y="412"/>
                        <a:pt x="926" y="508"/>
                      </a:cubicBezTo>
                      <a:cubicBezTo>
                        <a:pt x="933" y="556"/>
                        <a:pt x="939" y="604"/>
                        <a:pt x="946" y="653"/>
                      </a:cubicBezTo>
                      <a:cubicBezTo>
                        <a:pt x="970" y="794"/>
                        <a:pt x="995" y="912"/>
                        <a:pt x="1056" y="1042"/>
                      </a:cubicBezTo>
                      <a:cubicBezTo>
                        <a:pt x="1162" y="1114"/>
                        <a:pt x="1264" y="1156"/>
                        <a:pt x="1383" y="1202"/>
                      </a:cubicBezTo>
                      <a:cubicBezTo>
                        <a:pt x="1473" y="1250"/>
                        <a:pt x="1473" y="1250"/>
                        <a:pt x="1507" y="1324"/>
                      </a:cubicBezTo>
                      <a:cubicBezTo>
                        <a:pt x="1514" y="1411"/>
                        <a:pt x="1510" y="1489"/>
                        <a:pt x="1499" y="1575"/>
                      </a:cubicBezTo>
                      <a:cubicBezTo>
                        <a:pt x="1498" y="1590"/>
                        <a:pt x="1498" y="1590"/>
                        <a:pt x="1494" y="1663"/>
                      </a:cubicBezTo>
                      <a:cubicBezTo>
                        <a:pt x="1489" y="1734"/>
                        <a:pt x="1481" y="1804"/>
                        <a:pt x="1473" y="1875"/>
                      </a:cubicBezTo>
                      <a:cubicBezTo>
                        <a:pt x="220" y="1342"/>
                        <a:pt x="220" y="1342"/>
                        <a:pt x="15" y="833"/>
                      </a:cubicBezTo>
                      <a:cubicBezTo>
                        <a:pt x="0" y="539"/>
                        <a:pt x="111" y="267"/>
                        <a:pt x="223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30" name="ICON_OUT_WAVE_GRAPHIC_path_151"/>
                <p:cNvSpPr/>
                <p:nvPr/>
              </p:nvSpPr>
              <p:spPr>
                <a:xfrm>
                  <a:off x="8984753" y="3952348"/>
                  <a:ext cx="24310" cy="195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14" h="1538" fill="norm" stroke="0">
                      <a:moveTo>
                        <a:pt x="39" y="41"/>
                      </a:moveTo>
                      <a:cubicBezTo>
                        <a:pt x="113" y="35"/>
                        <a:pt x="187" y="29"/>
                        <a:pt x="261" y="22"/>
                      </a:cubicBezTo>
                      <a:cubicBezTo>
                        <a:pt x="318" y="17"/>
                        <a:pt x="375" y="11"/>
                        <a:pt x="432" y="4"/>
                      </a:cubicBezTo>
                      <a:cubicBezTo>
                        <a:pt x="523" y="0"/>
                        <a:pt x="581" y="3"/>
                        <a:pt x="664" y="41"/>
                      </a:cubicBezTo>
                      <a:cubicBezTo>
                        <a:pt x="712" y="131"/>
                        <a:pt x="712" y="131"/>
                        <a:pt x="755" y="243"/>
                      </a:cubicBezTo>
                      <a:cubicBezTo>
                        <a:pt x="816" y="386"/>
                        <a:pt x="844" y="444"/>
                        <a:pt x="986" y="512"/>
                      </a:cubicBezTo>
                      <a:cubicBezTo>
                        <a:pt x="1126" y="546"/>
                        <a:pt x="1264" y="569"/>
                        <a:pt x="1406" y="588"/>
                      </a:cubicBezTo>
                      <a:cubicBezTo>
                        <a:pt x="1455" y="596"/>
                        <a:pt x="1504" y="604"/>
                        <a:pt x="1554" y="613"/>
                      </a:cubicBezTo>
                      <a:cubicBezTo>
                        <a:pt x="1674" y="632"/>
                        <a:pt x="1794" y="650"/>
                        <a:pt x="1914" y="666"/>
                      </a:cubicBezTo>
                      <a:cubicBezTo>
                        <a:pt x="1914" y="873"/>
                        <a:pt x="1914" y="1079"/>
                        <a:pt x="1914" y="1291"/>
                      </a:cubicBezTo>
                      <a:cubicBezTo>
                        <a:pt x="1647" y="1429"/>
                        <a:pt x="1386" y="1538"/>
                        <a:pt x="1081" y="1500"/>
                      </a:cubicBezTo>
                      <a:cubicBezTo>
                        <a:pt x="866" y="1406"/>
                        <a:pt x="691" y="1280"/>
                        <a:pt x="508" y="1135"/>
                      </a:cubicBezTo>
                      <a:cubicBezTo>
                        <a:pt x="484" y="1117"/>
                        <a:pt x="461" y="1100"/>
                        <a:pt x="437" y="1082"/>
                      </a:cubicBezTo>
                      <a:cubicBezTo>
                        <a:pt x="71" y="801"/>
                        <a:pt x="71" y="801"/>
                        <a:pt x="20" y="585"/>
                      </a:cubicBezTo>
                      <a:cubicBezTo>
                        <a:pt x="0" y="401"/>
                        <a:pt x="14" y="224"/>
                        <a:pt x="39" y="41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31" name="ICON_OUT_WAVE_GRAPHIC_path_152"/>
                <p:cNvSpPr/>
                <p:nvPr/>
              </p:nvSpPr>
              <p:spPr>
                <a:xfrm>
                  <a:off x="9762601" y="3524250"/>
                  <a:ext cx="17301" cy="2452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62" h="1931" fill="norm" stroke="0">
                      <a:moveTo>
                        <a:pt x="666" y="0"/>
                      </a:moveTo>
                      <a:cubicBezTo>
                        <a:pt x="872" y="0"/>
                        <a:pt x="1079" y="0"/>
                        <a:pt x="1291" y="0"/>
                      </a:cubicBezTo>
                      <a:cubicBezTo>
                        <a:pt x="1362" y="642"/>
                        <a:pt x="1345" y="1109"/>
                        <a:pt x="934" y="1630"/>
                      </a:cubicBezTo>
                      <a:cubicBezTo>
                        <a:pt x="773" y="1808"/>
                        <a:pt x="644" y="1917"/>
                        <a:pt x="399" y="1931"/>
                      </a:cubicBezTo>
                      <a:cubicBezTo>
                        <a:pt x="274" y="1925"/>
                        <a:pt x="162" y="1906"/>
                        <a:pt x="41" y="1875"/>
                      </a:cubicBezTo>
                      <a:cubicBezTo>
                        <a:pt x="30" y="1775"/>
                        <a:pt x="22" y="1676"/>
                        <a:pt x="15" y="1575"/>
                      </a:cubicBezTo>
                      <a:cubicBezTo>
                        <a:pt x="12" y="1548"/>
                        <a:pt x="8" y="1519"/>
                        <a:pt x="5" y="1490"/>
                      </a:cubicBezTo>
                      <a:cubicBezTo>
                        <a:pt x="0" y="1396"/>
                        <a:pt x="1" y="1337"/>
                        <a:pt x="41" y="1250"/>
                      </a:cubicBezTo>
                      <a:cubicBezTo>
                        <a:pt x="131" y="1202"/>
                        <a:pt x="131" y="1202"/>
                        <a:pt x="243" y="1159"/>
                      </a:cubicBezTo>
                      <a:cubicBezTo>
                        <a:pt x="386" y="1098"/>
                        <a:pt x="444" y="1071"/>
                        <a:pt x="512" y="928"/>
                      </a:cubicBezTo>
                      <a:cubicBezTo>
                        <a:pt x="545" y="788"/>
                        <a:pt x="569" y="650"/>
                        <a:pt x="588" y="508"/>
                      </a:cubicBezTo>
                      <a:cubicBezTo>
                        <a:pt x="596" y="459"/>
                        <a:pt x="604" y="410"/>
                        <a:pt x="612" y="360"/>
                      </a:cubicBezTo>
                      <a:cubicBezTo>
                        <a:pt x="632" y="240"/>
                        <a:pt x="649" y="120"/>
                        <a:pt x="666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32" name="ICON_OUT_WAVE_GRAPHIC_path_153"/>
                <p:cNvSpPr/>
                <p:nvPr/>
              </p:nvSpPr>
              <p:spPr>
                <a:xfrm>
                  <a:off x="9667876" y="3497343"/>
                  <a:ext cx="19177" cy="1897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10" h="1494" fill="norm" stroke="0">
                      <a:moveTo>
                        <a:pt x="1064" y="136"/>
                      </a:moveTo>
                      <a:cubicBezTo>
                        <a:pt x="1219" y="208"/>
                        <a:pt x="1286" y="274"/>
                        <a:pt x="1357" y="429"/>
                      </a:cubicBezTo>
                      <a:cubicBezTo>
                        <a:pt x="1461" y="749"/>
                        <a:pt x="1510" y="1003"/>
                        <a:pt x="1356" y="1312"/>
                      </a:cubicBezTo>
                      <a:cubicBezTo>
                        <a:pt x="1322" y="1373"/>
                        <a:pt x="1287" y="1434"/>
                        <a:pt x="1250" y="1494"/>
                      </a:cubicBezTo>
                      <a:cubicBezTo>
                        <a:pt x="808" y="1335"/>
                        <a:pt x="434" y="1181"/>
                        <a:pt x="209" y="750"/>
                      </a:cubicBezTo>
                      <a:cubicBezTo>
                        <a:pt x="133" y="583"/>
                        <a:pt x="62" y="416"/>
                        <a:pt x="0" y="244"/>
                      </a:cubicBezTo>
                      <a:cubicBezTo>
                        <a:pt x="378" y="10"/>
                        <a:pt x="646" y="0"/>
                        <a:pt x="1064" y="136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33" name="ICON_OUT_WAVE_GRAPHIC_path_154"/>
                <p:cNvSpPr/>
                <p:nvPr/>
              </p:nvSpPr>
              <p:spPr>
                <a:xfrm>
                  <a:off x="9492586" y="3865562"/>
                  <a:ext cx="17060" cy="248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43" h="1956" fill="norm" stroke="0">
                      <a:moveTo>
                        <a:pt x="52" y="0"/>
                      </a:moveTo>
                      <a:cubicBezTo>
                        <a:pt x="259" y="0"/>
                        <a:pt x="465" y="0"/>
                        <a:pt x="677" y="0"/>
                      </a:cubicBezTo>
                      <a:cubicBezTo>
                        <a:pt x="688" y="73"/>
                        <a:pt x="698" y="146"/>
                        <a:pt x="708" y="221"/>
                      </a:cubicBezTo>
                      <a:cubicBezTo>
                        <a:pt x="724" y="316"/>
                        <a:pt x="740" y="412"/>
                        <a:pt x="755" y="508"/>
                      </a:cubicBezTo>
                      <a:cubicBezTo>
                        <a:pt x="762" y="556"/>
                        <a:pt x="768" y="604"/>
                        <a:pt x="775" y="653"/>
                      </a:cubicBezTo>
                      <a:cubicBezTo>
                        <a:pt x="799" y="794"/>
                        <a:pt x="824" y="912"/>
                        <a:pt x="886" y="1042"/>
                      </a:cubicBezTo>
                      <a:cubicBezTo>
                        <a:pt x="991" y="1114"/>
                        <a:pt x="1093" y="1156"/>
                        <a:pt x="1212" y="1202"/>
                      </a:cubicBezTo>
                      <a:cubicBezTo>
                        <a:pt x="1302" y="1250"/>
                        <a:pt x="1302" y="1250"/>
                        <a:pt x="1336" y="1324"/>
                      </a:cubicBezTo>
                      <a:cubicBezTo>
                        <a:pt x="1343" y="1411"/>
                        <a:pt x="1339" y="1489"/>
                        <a:pt x="1328" y="1575"/>
                      </a:cubicBezTo>
                      <a:cubicBezTo>
                        <a:pt x="1327" y="1590"/>
                        <a:pt x="1327" y="1590"/>
                        <a:pt x="1323" y="1663"/>
                      </a:cubicBezTo>
                      <a:cubicBezTo>
                        <a:pt x="1318" y="1734"/>
                        <a:pt x="1310" y="1804"/>
                        <a:pt x="1302" y="1875"/>
                      </a:cubicBezTo>
                      <a:cubicBezTo>
                        <a:pt x="1087" y="1930"/>
                        <a:pt x="889" y="1956"/>
                        <a:pt x="677" y="1875"/>
                      </a:cubicBezTo>
                      <a:cubicBezTo>
                        <a:pt x="360" y="1649"/>
                        <a:pt x="98" y="1284"/>
                        <a:pt x="25" y="900"/>
                      </a:cubicBezTo>
                      <a:cubicBezTo>
                        <a:pt x="0" y="597"/>
                        <a:pt x="19" y="301"/>
                        <a:pt x="52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34" name="ICON_OUT_WAVE_GRAPHIC_path_155"/>
                <p:cNvSpPr/>
                <p:nvPr/>
              </p:nvSpPr>
              <p:spPr>
                <a:xfrm>
                  <a:off x="9167812" y="3810000"/>
                  <a:ext cx="11070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2" h="187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60" y="200"/>
                        <a:pt x="694" y="400"/>
                        <a:pt x="725" y="600"/>
                      </a:cubicBezTo>
                      <a:cubicBezTo>
                        <a:pt x="736" y="668"/>
                        <a:pt x="748" y="736"/>
                        <a:pt x="760" y="804"/>
                      </a:cubicBezTo>
                      <a:cubicBezTo>
                        <a:pt x="872" y="1436"/>
                        <a:pt x="872" y="1436"/>
                        <a:pt x="774" y="1714"/>
                      </a:cubicBezTo>
                      <a:cubicBezTo>
                        <a:pt x="725" y="1767"/>
                        <a:pt x="676" y="1820"/>
                        <a:pt x="625" y="1875"/>
                      </a:cubicBezTo>
                      <a:cubicBezTo>
                        <a:pt x="419" y="1875"/>
                        <a:pt x="212" y="1875"/>
                        <a:pt x="0" y="1875"/>
                      </a:cubicBezTo>
                      <a:cubicBezTo>
                        <a:pt x="0" y="1256"/>
                        <a:pt x="0" y="63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646" cap="flat">
                  <a:noFill/>
                </a:ln>
              </p:spPr>
            </p:sp>
            <p:sp>
              <p:nvSpPr>
                <p:cNvPr id="3635" name="ICON_OUT_WAVE_GRAPHIC_path_156"/>
                <p:cNvSpPr/>
                <p:nvPr/>
              </p:nvSpPr>
              <p:spPr>
                <a:xfrm>
                  <a:off x="9992651" y="3516312"/>
                  <a:ext cx="16925" cy="248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33" h="1956" fill="norm" stroke="0">
                      <a:moveTo>
                        <a:pt x="52" y="0"/>
                      </a:moveTo>
                      <a:cubicBezTo>
                        <a:pt x="669" y="229"/>
                        <a:pt x="669" y="229"/>
                        <a:pt x="885" y="417"/>
                      </a:cubicBezTo>
                      <a:cubicBezTo>
                        <a:pt x="944" y="555"/>
                        <a:pt x="921" y="681"/>
                        <a:pt x="898" y="826"/>
                      </a:cubicBezTo>
                      <a:cubicBezTo>
                        <a:pt x="887" y="906"/>
                        <a:pt x="887" y="906"/>
                        <a:pt x="885" y="1042"/>
                      </a:cubicBezTo>
                      <a:cubicBezTo>
                        <a:pt x="989" y="1116"/>
                        <a:pt x="1089" y="1144"/>
                        <a:pt x="1209" y="1184"/>
                      </a:cubicBezTo>
                      <a:cubicBezTo>
                        <a:pt x="1302" y="1250"/>
                        <a:pt x="1302" y="1250"/>
                        <a:pt x="1330" y="1401"/>
                      </a:cubicBezTo>
                      <a:cubicBezTo>
                        <a:pt x="1333" y="1560"/>
                        <a:pt x="1320" y="1717"/>
                        <a:pt x="1302" y="1875"/>
                      </a:cubicBezTo>
                      <a:cubicBezTo>
                        <a:pt x="1087" y="1930"/>
                        <a:pt x="889" y="1956"/>
                        <a:pt x="677" y="1875"/>
                      </a:cubicBezTo>
                      <a:cubicBezTo>
                        <a:pt x="360" y="1649"/>
                        <a:pt x="98" y="1284"/>
                        <a:pt x="25" y="900"/>
                      </a:cubicBezTo>
                      <a:cubicBezTo>
                        <a:pt x="0" y="598"/>
                        <a:pt x="16" y="300"/>
                        <a:pt x="52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36" name="ICON_OUT_WAVE_GRAPHIC_path_157"/>
                <p:cNvSpPr/>
                <p:nvPr/>
              </p:nvSpPr>
              <p:spPr>
                <a:xfrm>
                  <a:off x="9199562" y="3794125"/>
                  <a:ext cx="11869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35" h="1875" fill="norm" stroke="0">
                      <a:moveTo>
                        <a:pt x="0" y="0"/>
                      </a:moveTo>
                      <a:cubicBezTo>
                        <a:pt x="625" y="208"/>
                        <a:pt x="625" y="208"/>
                        <a:pt x="781" y="469"/>
                      </a:cubicBezTo>
                      <a:cubicBezTo>
                        <a:pt x="935" y="908"/>
                        <a:pt x="735" y="1445"/>
                        <a:pt x="625" y="1875"/>
                      </a:cubicBezTo>
                      <a:cubicBezTo>
                        <a:pt x="419" y="1875"/>
                        <a:pt x="212" y="1875"/>
                        <a:pt x="0" y="1875"/>
                      </a:cubicBezTo>
                      <a:cubicBezTo>
                        <a:pt x="0" y="1256"/>
                        <a:pt x="0" y="637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37" name="ICON_OUT_WAVE_GRAPHIC_path_158"/>
                <p:cNvSpPr/>
                <p:nvPr/>
              </p:nvSpPr>
              <p:spPr>
                <a:xfrm>
                  <a:off x="9524479" y="3753414"/>
                  <a:ext cx="16603" cy="2483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07" h="1956" fill="norm" stroke="0">
                      <a:moveTo>
                        <a:pt x="41" y="81"/>
                      </a:moveTo>
                      <a:cubicBezTo>
                        <a:pt x="257" y="26"/>
                        <a:pt x="454" y="0"/>
                        <a:pt x="666" y="81"/>
                      </a:cubicBezTo>
                      <a:cubicBezTo>
                        <a:pt x="955" y="280"/>
                        <a:pt x="1185" y="579"/>
                        <a:pt x="1291" y="914"/>
                      </a:cubicBezTo>
                      <a:cubicBezTo>
                        <a:pt x="1307" y="1273"/>
                        <a:pt x="1201" y="1620"/>
                        <a:pt x="1083" y="1956"/>
                      </a:cubicBezTo>
                      <a:cubicBezTo>
                        <a:pt x="945" y="1956"/>
                        <a:pt x="808" y="1956"/>
                        <a:pt x="666" y="1956"/>
                      </a:cubicBezTo>
                      <a:cubicBezTo>
                        <a:pt x="662" y="1925"/>
                        <a:pt x="658" y="1895"/>
                        <a:pt x="654" y="1863"/>
                      </a:cubicBezTo>
                      <a:cubicBezTo>
                        <a:pt x="634" y="1724"/>
                        <a:pt x="611" y="1586"/>
                        <a:pt x="588" y="1448"/>
                      </a:cubicBezTo>
                      <a:cubicBezTo>
                        <a:pt x="581" y="1400"/>
                        <a:pt x="575" y="1352"/>
                        <a:pt x="568" y="1303"/>
                      </a:cubicBezTo>
                      <a:cubicBezTo>
                        <a:pt x="544" y="1161"/>
                        <a:pt x="519" y="1044"/>
                        <a:pt x="458" y="914"/>
                      </a:cubicBezTo>
                      <a:cubicBezTo>
                        <a:pt x="352" y="842"/>
                        <a:pt x="250" y="800"/>
                        <a:pt x="131" y="754"/>
                      </a:cubicBezTo>
                      <a:cubicBezTo>
                        <a:pt x="41" y="706"/>
                        <a:pt x="41" y="706"/>
                        <a:pt x="7" y="632"/>
                      </a:cubicBezTo>
                      <a:cubicBezTo>
                        <a:pt x="0" y="545"/>
                        <a:pt x="4" y="467"/>
                        <a:pt x="15" y="380"/>
                      </a:cubicBezTo>
                      <a:cubicBezTo>
                        <a:pt x="17" y="351"/>
                        <a:pt x="19" y="322"/>
                        <a:pt x="21" y="293"/>
                      </a:cubicBezTo>
                      <a:cubicBezTo>
                        <a:pt x="26" y="222"/>
                        <a:pt x="33" y="151"/>
                        <a:pt x="41" y="81"/>
                      </a:cubicBezTo>
                      <a:close/>
                    </a:path>
                  </a:pathLst>
                </a:custGeom>
                <a:solidFill>
                  <a:srgbClr val="AF93D5"/>
                </a:solidFill>
                <a:ln w="2646" cap="flat">
                  <a:noFill/>
                </a:ln>
              </p:spPr>
            </p:sp>
            <p:sp>
              <p:nvSpPr>
                <p:cNvPr id="3638" name="ICON_OUT_WAVE_GRAPHIC_path_159"/>
                <p:cNvSpPr/>
                <p:nvPr/>
              </p:nvSpPr>
              <p:spPr>
                <a:xfrm>
                  <a:off x="9167291" y="3745476"/>
                  <a:ext cx="16603" cy="2483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07" h="1956" fill="norm" stroke="0">
                      <a:moveTo>
                        <a:pt x="41" y="81"/>
                      </a:moveTo>
                      <a:cubicBezTo>
                        <a:pt x="257" y="26"/>
                        <a:pt x="454" y="0"/>
                        <a:pt x="666" y="81"/>
                      </a:cubicBezTo>
                      <a:cubicBezTo>
                        <a:pt x="955" y="280"/>
                        <a:pt x="1185" y="579"/>
                        <a:pt x="1291" y="914"/>
                      </a:cubicBezTo>
                      <a:cubicBezTo>
                        <a:pt x="1307" y="1273"/>
                        <a:pt x="1201" y="1620"/>
                        <a:pt x="1083" y="1956"/>
                      </a:cubicBezTo>
                      <a:cubicBezTo>
                        <a:pt x="945" y="1956"/>
                        <a:pt x="808" y="1956"/>
                        <a:pt x="666" y="1956"/>
                      </a:cubicBezTo>
                      <a:cubicBezTo>
                        <a:pt x="662" y="1925"/>
                        <a:pt x="658" y="1895"/>
                        <a:pt x="654" y="1863"/>
                      </a:cubicBezTo>
                      <a:cubicBezTo>
                        <a:pt x="634" y="1724"/>
                        <a:pt x="611" y="1586"/>
                        <a:pt x="588" y="1448"/>
                      </a:cubicBezTo>
                      <a:cubicBezTo>
                        <a:pt x="581" y="1400"/>
                        <a:pt x="575" y="1352"/>
                        <a:pt x="568" y="1303"/>
                      </a:cubicBezTo>
                      <a:cubicBezTo>
                        <a:pt x="544" y="1161"/>
                        <a:pt x="519" y="1044"/>
                        <a:pt x="458" y="914"/>
                      </a:cubicBezTo>
                      <a:cubicBezTo>
                        <a:pt x="352" y="842"/>
                        <a:pt x="250" y="800"/>
                        <a:pt x="131" y="754"/>
                      </a:cubicBezTo>
                      <a:cubicBezTo>
                        <a:pt x="41" y="706"/>
                        <a:pt x="41" y="706"/>
                        <a:pt x="7" y="632"/>
                      </a:cubicBezTo>
                      <a:cubicBezTo>
                        <a:pt x="0" y="545"/>
                        <a:pt x="4" y="467"/>
                        <a:pt x="15" y="380"/>
                      </a:cubicBezTo>
                      <a:cubicBezTo>
                        <a:pt x="17" y="351"/>
                        <a:pt x="19" y="322"/>
                        <a:pt x="21" y="293"/>
                      </a:cubicBezTo>
                      <a:cubicBezTo>
                        <a:pt x="26" y="222"/>
                        <a:pt x="33" y="151"/>
                        <a:pt x="41" y="81"/>
                      </a:cubicBezTo>
                      <a:close/>
                    </a:path>
                  </a:pathLst>
                </a:custGeom>
                <a:solidFill>
                  <a:srgbClr val="AF93D5"/>
                </a:solidFill>
                <a:ln w="2646" cap="flat">
                  <a:noFill/>
                </a:ln>
              </p:spPr>
            </p:sp>
            <p:sp>
              <p:nvSpPr>
                <p:cNvPr id="3639" name="ICON_OUT_WAVE_GRAPHIC_path_160"/>
                <p:cNvSpPr/>
                <p:nvPr/>
              </p:nvSpPr>
              <p:spPr>
                <a:xfrm>
                  <a:off x="10033000" y="3492500"/>
                  <a:ext cx="17150" cy="185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50" h="1458" fill="norm" stroke="0">
                      <a:moveTo>
                        <a:pt x="625" y="0"/>
                      </a:moveTo>
                      <a:cubicBezTo>
                        <a:pt x="831" y="0"/>
                        <a:pt x="1038" y="0"/>
                        <a:pt x="1250" y="0"/>
                      </a:cubicBezTo>
                      <a:cubicBezTo>
                        <a:pt x="1350" y="731"/>
                        <a:pt x="1350" y="731"/>
                        <a:pt x="1250" y="1042"/>
                      </a:cubicBezTo>
                      <a:cubicBezTo>
                        <a:pt x="1028" y="1286"/>
                        <a:pt x="723" y="1353"/>
                        <a:pt x="417" y="1458"/>
                      </a:cubicBezTo>
                      <a:cubicBezTo>
                        <a:pt x="279" y="1183"/>
                        <a:pt x="142" y="908"/>
                        <a:pt x="0" y="625"/>
                      </a:cubicBezTo>
                      <a:cubicBezTo>
                        <a:pt x="206" y="625"/>
                        <a:pt x="413" y="625"/>
                        <a:pt x="625" y="625"/>
                      </a:cubicBezTo>
                      <a:cubicBezTo>
                        <a:pt x="625" y="419"/>
                        <a:pt x="625" y="212"/>
                        <a:pt x="625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40" name="ICON_OUT_WAVE_GRAPHIC_path_161"/>
                <p:cNvSpPr/>
                <p:nvPr/>
              </p:nvSpPr>
              <p:spPr>
                <a:xfrm>
                  <a:off x="9144000" y="3484562"/>
                  <a:ext cx="17034" cy="2490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41" h="1961" fill="norm" stroke="0">
                      <a:moveTo>
                        <a:pt x="625" y="0"/>
                      </a:moveTo>
                      <a:cubicBezTo>
                        <a:pt x="831" y="69"/>
                        <a:pt x="1038" y="137"/>
                        <a:pt x="1250" y="208"/>
                      </a:cubicBezTo>
                      <a:cubicBezTo>
                        <a:pt x="1326" y="414"/>
                        <a:pt x="1341" y="495"/>
                        <a:pt x="1328" y="703"/>
                      </a:cubicBezTo>
                      <a:cubicBezTo>
                        <a:pt x="1326" y="750"/>
                        <a:pt x="1325" y="796"/>
                        <a:pt x="1323" y="844"/>
                      </a:cubicBezTo>
                      <a:cubicBezTo>
                        <a:pt x="1295" y="1171"/>
                        <a:pt x="1205" y="1392"/>
                        <a:pt x="977" y="1627"/>
                      </a:cubicBezTo>
                      <a:cubicBezTo>
                        <a:pt x="952" y="1653"/>
                        <a:pt x="928" y="1679"/>
                        <a:pt x="903" y="1706"/>
                      </a:cubicBezTo>
                      <a:cubicBezTo>
                        <a:pt x="608" y="1961"/>
                        <a:pt x="437" y="1875"/>
                        <a:pt x="0" y="1875"/>
                      </a:cubicBezTo>
                      <a:cubicBezTo>
                        <a:pt x="206" y="1256"/>
                        <a:pt x="413" y="637"/>
                        <a:pt x="625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41" name="ICON_OUT_WAVE_GRAPHIC_path_162"/>
                <p:cNvSpPr/>
                <p:nvPr/>
              </p:nvSpPr>
              <p:spPr>
                <a:xfrm>
                  <a:off x="9548811" y="3452289"/>
                  <a:ext cx="17100" cy="1904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46" h="1500" fill="norm" stroke="0">
                      <a:moveTo>
                        <a:pt x="700" y="9"/>
                      </a:moveTo>
                      <a:cubicBezTo>
                        <a:pt x="787" y="0"/>
                        <a:pt x="864" y="4"/>
                        <a:pt x="951" y="15"/>
                      </a:cubicBezTo>
                      <a:cubicBezTo>
                        <a:pt x="979" y="17"/>
                        <a:pt x="1008" y="19"/>
                        <a:pt x="1038" y="21"/>
                      </a:cubicBezTo>
                      <a:cubicBezTo>
                        <a:pt x="1109" y="26"/>
                        <a:pt x="1180" y="33"/>
                        <a:pt x="1250" y="41"/>
                      </a:cubicBezTo>
                      <a:cubicBezTo>
                        <a:pt x="1346" y="907"/>
                        <a:pt x="1346" y="907"/>
                        <a:pt x="1199" y="1176"/>
                      </a:cubicBezTo>
                      <a:cubicBezTo>
                        <a:pt x="1047" y="1351"/>
                        <a:pt x="855" y="1464"/>
                        <a:pt x="625" y="1500"/>
                      </a:cubicBezTo>
                      <a:cubicBezTo>
                        <a:pt x="397" y="1486"/>
                        <a:pt x="200" y="1396"/>
                        <a:pt x="0" y="1291"/>
                      </a:cubicBezTo>
                      <a:cubicBezTo>
                        <a:pt x="305" y="681"/>
                        <a:pt x="305" y="681"/>
                        <a:pt x="362" y="570"/>
                      </a:cubicBezTo>
                      <a:cubicBezTo>
                        <a:pt x="399" y="494"/>
                        <a:pt x="434" y="417"/>
                        <a:pt x="466" y="338"/>
                      </a:cubicBezTo>
                      <a:cubicBezTo>
                        <a:pt x="584" y="59"/>
                        <a:pt x="584" y="59"/>
                        <a:pt x="700" y="9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42" name="ICON_OUT_WAVE_GRAPHIC_path_163"/>
                <p:cNvSpPr/>
                <p:nvPr/>
              </p:nvSpPr>
              <p:spPr>
                <a:xfrm>
                  <a:off x="9882186" y="3968227"/>
                  <a:ext cx="16163" cy="1693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73" h="1334" fill="norm" stroke="0">
                      <a:moveTo>
                        <a:pt x="700" y="9"/>
                      </a:moveTo>
                      <a:cubicBezTo>
                        <a:pt x="787" y="0"/>
                        <a:pt x="864" y="4"/>
                        <a:pt x="951" y="15"/>
                      </a:cubicBezTo>
                      <a:cubicBezTo>
                        <a:pt x="979" y="17"/>
                        <a:pt x="1008" y="19"/>
                        <a:pt x="1038" y="21"/>
                      </a:cubicBezTo>
                      <a:cubicBezTo>
                        <a:pt x="1109" y="26"/>
                        <a:pt x="1180" y="33"/>
                        <a:pt x="1250" y="41"/>
                      </a:cubicBezTo>
                      <a:cubicBezTo>
                        <a:pt x="1256" y="210"/>
                        <a:pt x="1260" y="380"/>
                        <a:pt x="1263" y="549"/>
                      </a:cubicBezTo>
                      <a:cubicBezTo>
                        <a:pt x="1265" y="597"/>
                        <a:pt x="1267" y="645"/>
                        <a:pt x="1268" y="694"/>
                      </a:cubicBezTo>
                      <a:cubicBezTo>
                        <a:pt x="1271" y="895"/>
                        <a:pt x="1273" y="1040"/>
                        <a:pt x="1179" y="1220"/>
                      </a:cubicBezTo>
                      <a:cubicBezTo>
                        <a:pt x="961" y="1334"/>
                        <a:pt x="749" y="1313"/>
                        <a:pt x="508" y="1304"/>
                      </a:cubicBezTo>
                      <a:cubicBezTo>
                        <a:pt x="459" y="1303"/>
                        <a:pt x="410" y="1302"/>
                        <a:pt x="360" y="1301"/>
                      </a:cubicBezTo>
                      <a:cubicBezTo>
                        <a:pt x="240" y="1299"/>
                        <a:pt x="120" y="1295"/>
                        <a:pt x="0" y="1291"/>
                      </a:cubicBezTo>
                      <a:cubicBezTo>
                        <a:pt x="305" y="681"/>
                        <a:pt x="305" y="681"/>
                        <a:pt x="362" y="570"/>
                      </a:cubicBezTo>
                      <a:cubicBezTo>
                        <a:pt x="399" y="494"/>
                        <a:pt x="434" y="417"/>
                        <a:pt x="466" y="338"/>
                      </a:cubicBezTo>
                      <a:cubicBezTo>
                        <a:pt x="584" y="59"/>
                        <a:pt x="584" y="59"/>
                        <a:pt x="700" y="9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43" name="ICON_OUT_WAVE_GRAPHIC_path_164"/>
                <p:cNvSpPr/>
                <p:nvPr/>
              </p:nvSpPr>
              <p:spPr>
                <a:xfrm>
                  <a:off x="9850136" y="3921125"/>
                  <a:ext cx="8239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49" h="1875" fill="norm" stroke="0">
                      <a:moveTo>
                        <a:pt x="649" y="0"/>
                      </a:moveTo>
                      <a:cubicBezTo>
                        <a:pt x="649" y="619"/>
                        <a:pt x="649" y="1238"/>
                        <a:pt x="649" y="1875"/>
                      </a:cubicBezTo>
                      <a:cubicBezTo>
                        <a:pt x="442" y="1875"/>
                        <a:pt x="236" y="1875"/>
                        <a:pt x="24" y="1875"/>
                      </a:cubicBezTo>
                      <a:cubicBezTo>
                        <a:pt x="19" y="1641"/>
                        <a:pt x="15" y="1408"/>
                        <a:pt x="12" y="1174"/>
                      </a:cubicBezTo>
                      <a:cubicBezTo>
                        <a:pt x="11" y="1095"/>
                        <a:pt x="10" y="1016"/>
                        <a:pt x="8" y="936"/>
                      </a:cubicBezTo>
                      <a:cubicBezTo>
                        <a:pt x="5" y="822"/>
                        <a:pt x="4" y="707"/>
                        <a:pt x="3" y="593"/>
                      </a:cubicBezTo>
                      <a:cubicBezTo>
                        <a:pt x="2" y="558"/>
                        <a:pt x="1" y="522"/>
                        <a:pt x="0" y="486"/>
                      </a:cubicBezTo>
                      <a:cubicBezTo>
                        <a:pt x="0" y="315"/>
                        <a:pt x="12" y="228"/>
                        <a:pt x="103" y="80"/>
                      </a:cubicBezTo>
                      <a:cubicBezTo>
                        <a:pt x="232" y="0"/>
                        <a:pt x="232" y="0"/>
                        <a:pt x="649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44" name="ICON_OUT_WAVE_GRAPHIC_path_165"/>
                <p:cNvSpPr/>
                <p:nvPr/>
              </p:nvSpPr>
              <p:spPr>
                <a:xfrm>
                  <a:off x="9001125" y="3810000"/>
                  <a:ext cx="15875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1250" fill="norm" stroke="0">
                      <a:moveTo>
                        <a:pt x="1250" y="0"/>
                      </a:moveTo>
                      <a:cubicBezTo>
                        <a:pt x="1250" y="413"/>
                        <a:pt x="1250" y="825"/>
                        <a:pt x="1250" y="1250"/>
                      </a:cubicBezTo>
                      <a:cubicBezTo>
                        <a:pt x="837" y="1250"/>
                        <a:pt x="425" y="1250"/>
                        <a:pt x="0" y="1250"/>
                      </a:cubicBezTo>
                      <a:cubicBezTo>
                        <a:pt x="583" y="0"/>
                        <a:pt x="583" y="0"/>
                        <a:pt x="1250" y="0"/>
                      </a:cubicBezTo>
                      <a:close/>
                    </a:path>
                  </a:pathLst>
                </a:custGeom>
                <a:solidFill>
                  <a:srgbClr val="A68CD0"/>
                </a:solidFill>
                <a:ln w="2646" cap="flat">
                  <a:noFill/>
                </a:ln>
              </p:spPr>
            </p:sp>
            <p:sp>
              <p:nvSpPr>
                <p:cNvPr id="3645" name="ICON_OUT_WAVE_GRAPHIC_path_166"/>
                <p:cNvSpPr/>
                <p:nvPr/>
              </p:nvSpPr>
              <p:spPr>
                <a:xfrm>
                  <a:off x="8913812" y="3531224"/>
                  <a:ext cx="16092" cy="168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67" h="1326" fill="norm" stroke="0">
                      <a:moveTo>
                        <a:pt x="0" y="76"/>
                      </a:moveTo>
                      <a:cubicBezTo>
                        <a:pt x="324" y="30"/>
                        <a:pt x="539" y="0"/>
                        <a:pt x="813" y="193"/>
                      </a:cubicBezTo>
                      <a:cubicBezTo>
                        <a:pt x="988" y="338"/>
                        <a:pt x="1154" y="491"/>
                        <a:pt x="1250" y="701"/>
                      </a:cubicBezTo>
                      <a:cubicBezTo>
                        <a:pt x="1267" y="943"/>
                        <a:pt x="1154" y="1112"/>
                        <a:pt x="1042" y="1326"/>
                      </a:cubicBezTo>
                      <a:cubicBezTo>
                        <a:pt x="698" y="1257"/>
                        <a:pt x="354" y="1188"/>
                        <a:pt x="0" y="1118"/>
                      </a:cubicBezTo>
                      <a:cubicBezTo>
                        <a:pt x="0" y="774"/>
                        <a:pt x="0" y="430"/>
                        <a:pt x="0" y="76"/>
                      </a:cubicBezTo>
                      <a:close/>
                    </a:path>
                  </a:pathLst>
                </a:custGeom>
                <a:solidFill>
                  <a:srgbClr val="AC8FD3"/>
                </a:solidFill>
                <a:ln w="2646" cap="flat">
                  <a:noFill/>
                </a:ln>
              </p:spPr>
            </p:sp>
            <p:sp>
              <p:nvSpPr>
                <p:cNvPr id="3646" name="ICON_OUT_WAVE_GRAPHIC_path_167"/>
                <p:cNvSpPr/>
                <p:nvPr/>
              </p:nvSpPr>
              <p:spPr>
                <a:xfrm>
                  <a:off x="8928285" y="3492500"/>
                  <a:ext cx="13414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56" h="1875" fill="norm" stroke="0">
                      <a:moveTo>
                        <a:pt x="110" y="0"/>
                      </a:moveTo>
                      <a:cubicBezTo>
                        <a:pt x="212" y="28"/>
                        <a:pt x="312" y="58"/>
                        <a:pt x="413" y="88"/>
                      </a:cubicBezTo>
                      <a:cubicBezTo>
                        <a:pt x="442" y="96"/>
                        <a:pt x="470" y="103"/>
                        <a:pt x="500" y="111"/>
                      </a:cubicBezTo>
                      <a:cubicBezTo>
                        <a:pt x="651" y="158"/>
                        <a:pt x="745" y="198"/>
                        <a:pt x="831" y="336"/>
                      </a:cubicBezTo>
                      <a:cubicBezTo>
                        <a:pt x="1056" y="830"/>
                        <a:pt x="866" y="1375"/>
                        <a:pt x="735" y="1875"/>
                      </a:cubicBezTo>
                      <a:cubicBezTo>
                        <a:pt x="514" y="1849"/>
                        <a:pt x="282" y="1821"/>
                        <a:pt x="110" y="1667"/>
                      </a:cubicBezTo>
                      <a:cubicBezTo>
                        <a:pt x="0" y="1408"/>
                        <a:pt x="53" y="1093"/>
                        <a:pt x="71" y="820"/>
                      </a:cubicBezTo>
                      <a:cubicBezTo>
                        <a:pt x="75" y="741"/>
                        <a:pt x="77" y="662"/>
                        <a:pt x="80" y="582"/>
                      </a:cubicBezTo>
                      <a:cubicBezTo>
                        <a:pt x="87" y="388"/>
                        <a:pt x="97" y="194"/>
                        <a:pt x="110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47" name="ICON_OUT_WAVE_GRAPHIC_path_168"/>
                <p:cNvSpPr/>
                <p:nvPr/>
              </p:nvSpPr>
              <p:spPr>
                <a:xfrm>
                  <a:off x="9612312" y="3516312"/>
                  <a:ext cx="15875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1250" fill="norm" stroke="0">
                      <a:moveTo>
                        <a:pt x="0" y="0"/>
                      </a:moveTo>
                      <a:cubicBezTo>
                        <a:pt x="417" y="208"/>
                        <a:pt x="833" y="417"/>
                        <a:pt x="1250" y="625"/>
                      </a:cubicBezTo>
                      <a:cubicBezTo>
                        <a:pt x="1181" y="831"/>
                        <a:pt x="1112" y="1038"/>
                        <a:pt x="1042" y="1250"/>
                      </a:cubicBezTo>
                      <a:cubicBezTo>
                        <a:pt x="698" y="1181"/>
                        <a:pt x="354" y="1113"/>
                        <a:pt x="0" y="1042"/>
                      </a:cubicBezTo>
                      <a:cubicBezTo>
                        <a:pt x="0" y="698"/>
                        <a:pt x="0" y="354"/>
                        <a:pt x="0" y="0"/>
                      </a:cubicBezTo>
                      <a:close/>
                    </a:path>
                  </a:pathLst>
                </a:custGeom>
                <a:solidFill>
                  <a:srgbClr val="AC8FD3"/>
                </a:solidFill>
                <a:ln w="2646" cap="flat">
                  <a:noFill/>
                </a:ln>
              </p:spPr>
            </p:sp>
            <p:sp>
              <p:nvSpPr>
                <p:cNvPr id="3648" name="ICON_OUT_WAVE_GRAPHIC_path_169"/>
                <p:cNvSpPr/>
                <p:nvPr/>
              </p:nvSpPr>
              <p:spPr>
                <a:xfrm>
                  <a:off x="9866312" y="3484562"/>
                  <a:ext cx="15875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1250" fill="norm" stroke="0">
                      <a:moveTo>
                        <a:pt x="0" y="0"/>
                      </a:moveTo>
                      <a:cubicBezTo>
                        <a:pt x="413" y="0"/>
                        <a:pt x="825" y="0"/>
                        <a:pt x="1250" y="0"/>
                      </a:cubicBezTo>
                      <a:cubicBezTo>
                        <a:pt x="1250" y="413"/>
                        <a:pt x="1250" y="825"/>
                        <a:pt x="1250" y="1250"/>
                      </a:cubicBezTo>
                      <a:cubicBezTo>
                        <a:pt x="640" y="945"/>
                        <a:pt x="640" y="945"/>
                        <a:pt x="529" y="887"/>
                      </a:cubicBezTo>
                      <a:cubicBezTo>
                        <a:pt x="417" y="833"/>
                        <a:pt x="417" y="833"/>
                        <a:pt x="296" y="795"/>
                      </a:cubicBezTo>
                      <a:cubicBezTo>
                        <a:pt x="181" y="754"/>
                        <a:pt x="181" y="754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49" name="ICON_OUT_WAVE_GRAPHIC_path_170"/>
                <p:cNvSpPr/>
                <p:nvPr/>
              </p:nvSpPr>
              <p:spPr>
                <a:xfrm>
                  <a:off x="9659938" y="3484562"/>
                  <a:ext cx="15875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1250" fill="norm" stroke="0">
                      <a:moveTo>
                        <a:pt x="208" y="0"/>
                      </a:moveTo>
                      <a:cubicBezTo>
                        <a:pt x="552" y="69"/>
                        <a:pt x="896" y="137"/>
                        <a:pt x="1250" y="208"/>
                      </a:cubicBezTo>
                      <a:cubicBezTo>
                        <a:pt x="1181" y="552"/>
                        <a:pt x="1113" y="896"/>
                        <a:pt x="1042" y="1250"/>
                      </a:cubicBezTo>
                      <a:cubicBezTo>
                        <a:pt x="904" y="1250"/>
                        <a:pt x="767" y="1250"/>
                        <a:pt x="625" y="1250"/>
                      </a:cubicBezTo>
                      <a:cubicBezTo>
                        <a:pt x="625" y="1044"/>
                        <a:pt x="625" y="837"/>
                        <a:pt x="625" y="625"/>
                      </a:cubicBezTo>
                      <a:cubicBezTo>
                        <a:pt x="419" y="625"/>
                        <a:pt x="213" y="625"/>
                        <a:pt x="0" y="625"/>
                      </a:cubicBezTo>
                      <a:cubicBezTo>
                        <a:pt x="69" y="419"/>
                        <a:pt x="138" y="212"/>
                        <a:pt x="208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50" name="ICON_OUT_WAVE_GRAPHIC_path_171"/>
                <p:cNvSpPr/>
                <p:nvPr/>
              </p:nvSpPr>
              <p:spPr>
                <a:xfrm>
                  <a:off x="9364848" y="3476625"/>
                  <a:ext cx="10742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46" h="1875" fill="norm" stroke="0">
                      <a:moveTo>
                        <a:pt x="110" y="0"/>
                      </a:moveTo>
                      <a:cubicBezTo>
                        <a:pt x="332" y="26"/>
                        <a:pt x="564" y="54"/>
                        <a:pt x="735" y="208"/>
                      </a:cubicBezTo>
                      <a:cubicBezTo>
                        <a:pt x="846" y="467"/>
                        <a:pt x="793" y="782"/>
                        <a:pt x="775" y="1055"/>
                      </a:cubicBezTo>
                      <a:cubicBezTo>
                        <a:pt x="771" y="1134"/>
                        <a:pt x="769" y="1213"/>
                        <a:pt x="766" y="1293"/>
                      </a:cubicBezTo>
                      <a:cubicBezTo>
                        <a:pt x="759" y="1487"/>
                        <a:pt x="748" y="1681"/>
                        <a:pt x="735" y="1875"/>
                      </a:cubicBezTo>
                      <a:cubicBezTo>
                        <a:pt x="514" y="1849"/>
                        <a:pt x="282" y="1821"/>
                        <a:pt x="110" y="1667"/>
                      </a:cubicBezTo>
                      <a:cubicBezTo>
                        <a:pt x="0" y="1408"/>
                        <a:pt x="53" y="1093"/>
                        <a:pt x="71" y="820"/>
                      </a:cubicBezTo>
                      <a:cubicBezTo>
                        <a:pt x="75" y="741"/>
                        <a:pt x="77" y="662"/>
                        <a:pt x="80" y="582"/>
                      </a:cubicBezTo>
                      <a:cubicBezTo>
                        <a:pt x="87" y="388"/>
                        <a:pt x="97" y="194"/>
                        <a:pt x="110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51" name="ICON_OUT_WAVE_GRAPHIC_path_172"/>
                <p:cNvSpPr/>
                <p:nvPr/>
              </p:nvSpPr>
              <p:spPr>
                <a:xfrm>
                  <a:off x="9223375" y="3492500"/>
                  <a:ext cx="9041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12" h="1875" fill="norm" stroke="0">
                      <a:moveTo>
                        <a:pt x="0" y="0"/>
                      </a:moveTo>
                      <a:cubicBezTo>
                        <a:pt x="625" y="208"/>
                        <a:pt x="625" y="208"/>
                        <a:pt x="706" y="363"/>
                      </a:cubicBezTo>
                      <a:cubicBezTo>
                        <a:pt x="712" y="449"/>
                        <a:pt x="712" y="449"/>
                        <a:pt x="708" y="540"/>
                      </a:cubicBezTo>
                      <a:cubicBezTo>
                        <a:pt x="709" y="572"/>
                        <a:pt x="709" y="604"/>
                        <a:pt x="710" y="636"/>
                      </a:cubicBezTo>
                      <a:cubicBezTo>
                        <a:pt x="710" y="703"/>
                        <a:pt x="709" y="769"/>
                        <a:pt x="706" y="836"/>
                      </a:cubicBezTo>
                      <a:cubicBezTo>
                        <a:pt x="703" y="938"/>
                        <a:pt x="706" y="1038"/>
                        <a:pt x="710" y="1140"/>
                      </a:cubicBezTo>
                      <a:cubicBezTo>
                        <a:pt x="710" y="1205"/>
                        <a:pt x="709" y="1270"/>
                        <a:pt x="708" y="1335"/>
                      </a:cubicBezTo>
                      <a:cubicBezTo>
                        <a:pt x="709" y="1365"/>
                        <a:pt x="711" y="1395"/>
                        <a:pt x="712" y="1426"/>
                      </a:cubicBezTo>
                      <a:cubicBezTo>
                        <a:pt x="706" y="1512"/>
                        <a:pt x="706" y="1512"/>
                        <a:pt x="625" y="1667"/>
                      </a:cubicBezTo>
                      <a:cubicBezTo>
                        <a:pt x="419" y="1735"/>
                        <a:pt x="212" y="1804"/>
                        <a:pt x="0" y="1875"/>
                      </a:cubicBezTo>
                      <a:cubicBezTo>
                        <a:pt x="0" y="1256"/>
                        <a:pt x="0" y="637"/>
                        <a:pt x="0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52" name="ICON_OUT_WAVE_GRAPHIC_path_173"/>
                <p:cNvSpPr/>
                <p:nvPr/>
              </p:nvSpPr>
              <p:spPr>
                <a:xfrm>
                  <a:off x="9826387" y="3484535"/>
                  <a:ext cx="16113" cy="1590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69" h="1252" fill="norm" stroke="0">
                      <a:moveTo>
                        <a:pt x="339" y="13"/>
                      </a:moveTo>
                      <a:cubicBezTo>
                        <a:pt x="456" y="71"/>
                        <a:pt x="550" y="119"/>
                        <a:pt x="644" y="210"/>
                      </a:cubicBezTo>
                      <a:cubicBezTo>
                        <a:pt x="649" y="311"/>
                        <a:pt x="649" y="311"/>
                        <a:pt x="631" y="419"/>
                      </a:cubicBezTo>
                      <a:cubicBezTo>
                        <a:pt x="617" y="529"/>
                        <a:pt x="617" y="529"/>
                        <a:pt x="644" y="627"/>
                      </a:cubicBezTo>
                      <a:cubicBezTo>
                        <a:pt x="779" y="685"/>
                        <a:pt x="902" y="722"/>
                        <a:pt x="1046" y="746"/>
                      </a:cubicBezTo>
                      <a:cubicBezTo>
                        <a:pt x="1132" y="764"/>
                        <a:pt x="1132" y="764"/>
                        <a:pt x="1269" y="835"/>
                      </a:cubicBezTo>
                      <a:cubicBezTo>
                        <a:pt x="1269" y="973"/>
                        <a:pt x="1269" y="1110"/>
                        <a:pt x="1269" y="1252"/>
                      </a:cubicBezTo>
                      <a:cubicBezTo>
                        <a:pt x="925" y="1252"/>
                        <a:pt x="581" y="1252"/>
                        <a:pt x="227" y="1252"/>
                      </a:cubicBezTo>
                      <a:cubicBezTo>
                        <a:pt x="186" y="1083"/>
                        <a:pt x="148" y="914"/>
                        <a:pt x="110" y="744"/>
                      </a:cubicBezTo>
                      <a:cubicBezTo>
                        <a:pt x="98" y="696"/>
                        <a:pt x="86" y="649"/>
                        <a:pt x="74" y="599"/>
                      </a:cubicBezTo>
                      <a:cubicBezTo>
                        <a:pt x="0" y="257"/>
                        <a:pt x="0" y="257"/>
                        <a:pt x="52" y="128"/>
                      </a:cubicBezTo>
                      <a:cubicBezTo>
                        <a:pt x="140" y="26"/>
                        <a:pt x="205" y="0"/>
                        <a:pt x="339" y="13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53" name="ICON_OUT_WAVE_GRAPHIC_path_174"/>
                <p:cNvSpPr/>
                <p:nvPr/>
              </p:nvSpPr>
              <p:spPr>
                <a:xfrm>
                  <a:off x="9768111" y="3984319"/>
                  <a:ext cx="10890" cy="1617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57" h="1274" fill="norm" stroke="0">
                      <a:moveTo>
                        <a:pt x="558" y="11"/>
                      </a:moveTo>
                      <a:cubicBezTo>
                        <a:pt x="657" y="15"/>
                        <a:pt x="756" y="20"/>
                        <a:pt x="857" y="24"/>
                      </a:cubicBezTo>
                      <a:cubicBezTo>
                        <a:pt x="857" y="368"/>
                        <a:pt x="857" y="712"/>
                        <a:pt x="857" y="1066"/>
                      </a:cubicBezTo>
                      <a:cubicBezTo>
                        <a:pt x="582" y="1135"/>
                        <a:pt x="308" y="1203"/>
                        <a:pt x="24" y="1274"/>
                      </a:cubicBezTo>
                      <a:cubicBezTo>
                        <a:pt x="19" y="1105"/>
                        <a:pt x="14" y="936"/>
                        <a:pt x="11" y="766"/>
                      </a:cubicBezTo>
                      <a:cubicBezTo>
                        <a:pt x="9" y="718"/>
                        <a:pt x="7" y="670"/>
                        <a:pt x="6" y="621"/>
                      </a:cubicBezTo>
                      <a:cubicBezTo>
                        <a:pt x="0" y="223"/>
                        <a:pt x="0" y="223"/>
                        <a:pt x="109" y="96"/>
                      </a:cubicBezTo>
                      <a:cubicBezTo>
                        <a:pt x="268" y="4"/>
                        <a:pt x="378" y="0"/>
                        <a:pt x="558" y="11"/>
                      </a:cubicBezTo>
                      <a:close/>
                    </a:path>
                  </a:pathLst>
                </a:custGeom>
                <a:solidFill>
                  <a:srgbClr val="AC90D4"/>
                </a:solidFill>
                <a:ln w="2646" cap="flat">
                  <a:noFill/>
                </a:ln>
              </p:spPr>
            </p:sp>
            <p:sp>
              <p:nvSpPr>
                <p:cNvPr id="3654" name="ICON_OUT_WAVE_GRAPHIC_path_175"/>
                <p:cNvSpPr/>
                <p:nvPr/>
              </p:nvSpPr>
              <p:spPr>
                <a:xfrm>
                  <a:off x="8847667" y="3984625"/>
                  <a:ext cx="13229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1250" fill="norm" stroke="0">
                      <a:moveTo>
                        <a:pt x="0" y="0"/>
                      </a:moveTo>
                      <a:cubicBezTo>
                        <a:pt x="172" y="34"/>
                        <a:pt x="172" y="34"/>
                        <a:pt x="1042" y="208"/>
                      </a:cubicBezTo>
                      <a:cubicBezTo>
                        <a:pt x="973" y="552"/>
                        <a:pt x="904" y="896"/>
                        <a:pt x="833" y="1250"/>
                      </a:cubicBezTo>
                      <a:cubicBezTo>
                        <a:pt x="357" y="1188"/>
                        <a:pt x="357" y="1188"/>
                        <a:pt x="208" y="1042"/>
                      </a:cubicBezTo>
                      <a:cubicBezTo>
                        <a:pt x="63" y="715"/>
                        <a:pt x="45" y="350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55" name="ICON_OUT_WAVE_GRAPHIC_path_176"/>
                <p:cNvSpPr/>
                <p:nvPr/>
              </p:nvSpPr>
              <p:spPr>
                <a:xfrm>
                  <a:off x="9310382" y="3952569"/>
                  <a:ext cx="10890" cy="1617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57" h="1274" fill="norm" stroke="0">
                      <a:moveTo>
                        <a:pt x="558" y="11"/>
                      </a:moveTo>
                      <a:cubicBezTo>
                        <a:pt x="657" y="15"/>
                        <a:pt x="756" y="20"/>
                        <a:pt x="857" y="24"/>
                      </a:cubicBezTo>
                      <a:cubicBezTo>
                        <a:pt x="857" y="368"/>
                        <a:pt x="857" y="712"/>
                        <a:pt x="857" y="1066"/>
                      </a:cubicBezTo>
                      <a:cubicBezTo>
                        <a:pt x="582" y="1135"/>
                        <a:pt x="308" y="1203"/>
                        <a:pt x="24" y="1274"/>
                      </a:cubicBezTo>
                      <a:cubicBezTo>
                        <a:pt x="19" y="1105"/>
                        <a:pt x="14" y="936"/>
                        <a:pt x="11" y="766"/>
                      </a:cubicBezTo>
                      <a:cubicBezTo>
                        <a:pt x="9" y="718"/>
                        <a:pt x="7" y="670"/>
                        <a:pt x="6" y="621"/>
                      </a:cubicBezTo>
                      <a:cubicBezTo>
                        <a:pt x="0" y="223"/>
                        <a:pt x="0" y="223"/>
                        <a:pt x="109" y="96"/>
                      </a:cubicBezTo>
                      <a:cubicBezTo>
                        <a:pt x="268" y="4"/>
                        <a:pt x="378" y="0"/>
                        <a:pt x="558" y="11"/>
                      </a:cubicBezTo>
                      <a:close/>
                    </a:path>
                  </a:pathLst>
                </a:custGeom>
                <a:solidFill>
                  <a:srgbClr val="AC90D4"/>
                </a:solidFill>
                <a:ln w="2646" cap="flat">
                  <a:noFill/>
                </a:ln>
              </p:spPr>
            </p:sp>
            <p:sp>
              <p:nvSpPr>
                <p:cNvPr id="3656" name="ICON_OUT_WAVE_GRAPHIC_path_177"/>
                <p:cNvSpPr/>
                <p:nvPr/>
              </p:nvSpPr>
              <p:spPr>
                <a:xfrm>
                  <a:off x="9339792" y="3944938"/>
                  <a:ext cx="13229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2500" fill="norm" stroke="0">
                      <a:moveTo>
                        <a:pt x="208" y="0"/>
                      </a:moveTo>
                      <a:cubicBezTo>
                        <a:pt x="346" y="34"/>
                        <a:pt x="346" y="34"/>
                        <a:pt x="1042" y="208"/>
                      </a:cubicBezTo>
                      <a:cubicBezTo>
                        <a:pt x="1042" y="965"/>
                        <a:pt x="1042" y="1721"/>
                        <a:pt x="1042" y="2500"/>
                      </a:cubicBezTo>
                      <a:cubicBezTo>
                        <a:pt x="973" y="2500"/>
                        <a:pt x="904" y="2500"/>
                        <a:pt x="833" y="2500"/>
                      </a:cubicBezTo>
                      <a:cubicBezTo>
                        <a:pt x="765" y="1881"/>
                        <a:pt x="696" y="1262"/>
                        <a:pt x="625" y="625"/>
                      </a:cubicBezTo>
                      <a:cubicBezTo>
                        <a:pt x="488" y="625"/>
                        <a:pt x="350" y="625"/>
                        <a:pt x="208" y="625"/>
                      </a:cubicBezTo>
                      <a:cubicBezTo>
                        <a:pt x="140" y="762"/>
                        <a:pt x="71" y="900"/>
                        <a:pt x="0" y="1042"/>
                      </a:cubicBezTo>
                      <a:cubicBezTo>
                        <a:pt x="69" y="698"/>
                        <a:pt x="138" y="354"/>
                        <a:pt x="20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57" name="ICON_OUT_WAVE_GRAPHIC_path_178"/>
                <p:cNvSpPr/>
                <p:nvPr/>
              </p:nvSpPr>
              <p:spPr>
                <a:xfrm>
                  <a:off x="9188979" y="3944938"/>
                  <a:ext cx="10583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1250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833" y="552"/>
                        <a:pt x="833" y="896"/>
                        <a:pt x="833" y="1250"/>
                      </a:cubicBezTo>
                      <a:cubicBezTo>
                        <a:pt x="558" y="1181"/>
                        <a:pt x="283" y="1113"/>
                        <a:pt x="0" y="1042"/>
                      </a:cubicBezTo>
                      <a:cubicBezTo>
                        <a:pt x="0" y="698"/>
                        <a:pt x="0" y="354"/>
                        <a:pt x="0" y="0"/>
                      </a:cubicBezTo>
                      <a:close/>
                    </a:path>
                  </a:pathLst>
                </a:custGeom>
                <a:solidFill>
                  <a:srgbClr val="B49AD8"/>
                </a:solidFill>
                <a:ln w="2646" cap="flat">
                  <a:noFill/>
                </a:ln>
              </p:spPr>
            </p:sp>
            <p:sp>
              <p:nvSpPr>
                <p:cNvPr id="3658" name="ICON_OUT_WAVE_GRAPHIC_path_179"/>
                <p:cNvSpPr/>
                <p:nvPr/>
              </p:nvSpPr>
              <p:spPr>
                <a:xfrm>
                  <a:off x="9912816" y="4000500"/>
                  <a:ext cx="11705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22" h="1250" fill="norm" stroke="0">
                      <a:moveTo>
                        <a:pt x="88" y="0"/>
                      </a:moveTo>
                      <a:cubicBezTo>
                        <a:pt x="363" y="69"/>
                        <a:pt x="638" y="137"/>
                        <a:pt x="922" y="208"/>
                      </a:cubicBezTo>
                      <a:cubicBezTo>
                        <a:pt x="853" y="552"/>
                        <a:pt x="784" y="896"/>
                        <a:pt x="713" y="1250"/>
                      </a:cubicBezTo>
                      <a:cubicBezTo>
                        <a:pt x="217" y="1188"/>
                        <a:pt x="217" y="1188"/>
                        <a:pt x="88" y="1042"/>
                      </a:cubicBezTo>
                      <a:cubicBezTo>
                        <a:pt x="0" y="707"/>
                        <a:pt x="55" y="340"/>
                        <a:pt x="8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59" name="ICON_OUT_WAVE_GRAPHIC_path_180"/>
                <p:cNvSpPr/>
                <p:nvPr/>
              </p:nvSpPr>
              <p:spPr>
                <a:xfrm>
                  <a:off x="9800167" y="3976688"/>
                  <a:ext cx="10583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1042" fill="norm" stroke="0">
                      <a:moveTo>
                        <a:pt x="208" y="0"/>
                      </a:moveTo>
                      <a:cubicBezTo>
                        <a:pt x="415" y="0"/>
                        <a:pt x="621" y="0"/>
                        <a:pt x="833" y="0"/>
                      </a:cubicBezTo>
                      <a:cubicBezTo>
                        <a:pt x="833" y="344"/>
                        <a:pt x="833" y="688"/>
                        <a:pt x="833" y="1042"/>
                      </a:cubicBezTo>
                      <a:cubicBezTo>
                        <a:pt x="558" y="1042"/>
                        <a:pt x="283" y="1042"/>
                        <a:pt x="0" y="1042"/>
                      </a:cubicBezTo>
                      <a:cubicBezTo>
                        <a:pt x="69" y="698"/>
                        <a:pt x="138" y="354"/>
                        <a:pt x="20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60" name="ICON_OUT_WAVE_GRAPHIC_path_181"/>
                <p:cNvSpPr/>
                <p:nvPr/>
              </p:nvSpPr>
              <p:spPr>
                <a:xfrm>
                  <a:off x="9373142" y="3959426"/>
                  <a:ext cx="17388" cy="1990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69" h="1567" fill="norm" stroke="0">
                      <a:moveTo>
                        <a:pt x="1332" y="109"/>
                      </a:moveTo>
                      <a:cubicBezTo>
                        <a:pt x="1356" y="324"/>
                        <a:pt x="1369" y="521"/>
                        <a:pt x="1332" y="734"/>
                      </a:cubicBezTo>
                      <a:cubicBezTo>
                        <a:pt x="1238" y="813"/>
                        <a:pt x="1152" y="838"/>
                        <a:pt x="1036" y="877"/>
                      </a:cubicBezTo>
                      <a:cubicBezTo>
                        <a:pt x="780" y="1017"/>
                        <a:pt x="644" y="1322"/>
                        <a:pt x="499" y="1567"/>
                      </a:cubicBezTo>
                      <a:cubicBezTo>
                        <a:pt x="335" y="1525"/>
                        <a:pt x="209" y="1473"/>
                        <a:pt x="82" y="1359"/>
                      </a:cubicBezTo>
                      <a:cubicBezTo>
                        <a:pt x="0" y="1143"/>
                        <a:pt x="0" y="949"/>
                        <a:pt x="82" y="734"/>
                      </a:cubicBezTo>
                      <a:cubicBezTo>
                        <a:pt x="378" y="233"/>
                        <a:pt x="762" y="0"/>
                        <a:pt x="1332" y="109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61" name="ICON_OUT_WAVE_GRAPHIC_path_182"/>
                <p:cNvSpPr/>
                <p:nvPr/>
              </p:nvSpPr>
              <p:spPr>
                <a:xfrm>
                  <a:off x="9990608" y="3929062"/>
                  <a:ext cx="10642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8" h="1250" fill="norm" stroke="0">
                      <a:moveTo>
                        <a:pt x="213" y="0"/>
                      </a:moveTo>
                      <a:cubicBezTo>
                        <a:pt x="419" y="0"/>
                        <a:pt x="625" y="0"/>
                        <a:pt x="838" y="0"/>
                      </a:cubicBezTo>
                      <a:cubicBezTo>
                        <a:pt x="838" y="413"/>
                        <a:pt x="838" y="825"/>
                        <a:pt x="838" y="1250"/>
                      </a:cubicBezTo>
                      <a:cubicBezTo>
                        <a:pt x="632" y="1250"/>
                        <a:pt x="425" y="1250"/>
                        <a:pt x="213" y="1250"/>
                      </a:cubicBezTo>
                      <a:cubicBezTo>
                        <a:pt x="172" y="1081"/>
                        <a:pt x="134" y="912"/>
                        <a:pt x="96" y="742"/>
                      </a:cubicBezTo>
                      <a:cubicBezTo>
                        <a:pt x="84" y="694"/>
                        <a:pt x="72" y="646"/>
                        <a:pt x="60" y="597"/>
                      </a:cubicBezTo>
                      <a:cubicBezTo>
                        <a:pt x="50" y="551"/>
                        <a:pt x="40" y="504"/>
                        <a:pt x="30" y="456"/>
                      </a:cubicBezTo>
                      <a:cubicBezTo>
                        <a:pt x="25" y="435"/>
                        <a:pt x="25" y="435"/>
                        <a:pt x="0" y="328"/>
                      </a:cubicBezTo>
                      <a:cubicBezTo>
                        <a:pt x="5" y="208"/>
                        <a:pt x="5" y="208"/>
                        <a:pt x="213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62" name="ICON_OUT_WAVE_GRAPHIC_path_183"/>
                <p:cNvSpPr/>
                <p:nvPr/>
              </p:nvSpPr>
              <p:spPr>
                <a:xfrm>
                  <a:off x="8920746" y="3505104"/>
                  <a:ext cx="16878" cy="2179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29" h="1716" fill="norm" stroke="0">
                      <a:moveTo>
                        <a:pt x="733" y="182"/>
                      </a:moveTo>
                      <a:cubicBezTo>
                        <a:pt x="814" y="253"/>
                        <a:pt x="889" y="324"/>
                        <a:pt x="964" y="401"/>
                      </a:cubicBezTo>
                      <a:cubicBezTo>
                        <a:pt x="984" y="420"/>
                        <a:pt x="1003" y="439"/>
                        <a:pt x="1023" y="458"/>
                      </a:cubicBezTo>
                      <a:cubicBezTo>
                        <a:pt x="1152" y="587"/>
                        <a:pt x="1254" y="714"/>
                        <a:pt x="1329" y="882"/>
                      </a:cubicBezTo>
                      <a:cubicBezTo>
                        <a:pt x="1320" y="1204"/>
                        <a:pt x="1108" y="1475"/>
                        <a:pt x="912" y="1716"/>
                      </a:cubicBezTo>
                      <a:cubicBezTo>
                        <a:pt x="36" y="953"/>
                        <a:pt x="36" y="953"/>
                        <a:pt x="0" y="611"/>
                      </a:cubicBezTo>
                      <a:cubicBezTo>
                        <a:pt x="2" y="465"/>
                        <a:pt x="8" y="388"/>
                        <a:pt x="79" y="257"/>
                      </a:cubicBezTo>
                      <a:cubicBezTo>
                        <a:pt x="304" y="49"/>
                        <a:pt x="476" y="0"/>
                        <a:pt x="733" y="182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63" name="ICON_OUT_WAVE_GRAPHIC_path_184"/>
                <p:cNvSpPr/>
                <p:nvPr/>
              </p:nvSpPr>
              <p:spPr>
                <a:xfrm>
                  <a:off x="9167717" y="3992562"/>
                  <a:ext cx="15970" cy="1691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8" h="1331" fill="norm" stroke="0">
                      <a:moveTo>
                        <a:pt x="8" y="0"/>
                      </a:moveTo>
                      <a:cubicBezTo>
                        <a:pt x="283" y="69"/>
                        <a:pt x="558" y="137"/>
                        <a:pt x="841" y="208"/>
                      </a:cubicBezTo>
                      <a:cubicBezTo>
                        <a:pt x="841" y="346"/>
                        <a:pt x="841" y="483"/>
                        <a:pt x="841" y="625"/>
                      </a:cubicBezTo>
                      <a:cubicBezTo>
                        <a:pt x="978" y="625"/>
                        <a:pt x="1116" y="625"/>
                        <a:pt x="1258" y="625"/>
                      </a:cubicBezTo>
                      <a:cubicBezTo>
                        <a:pt x="1258" y="831"/>
                        <a:pt x="1258" y="1038"/>
                        <a:pt x="1258" y="1250"/>
                      </a:cubicBezTo>
                      <a:cubicBezTo>
                        <a:pt x="830" y="1331"/>
                        <a:pt x="830" y="1331"/>
                        <a:pt x="633" y="1250"/>
                      </a:cubicBezTo>
                      <a:cubicBezTo>
                        <a:pt x="494" y="1135"/>
                        <a:pt x="388" y="1003"/>
                        <a:pt x="281" y="859"/>
                      </a:cubicBezTo>
                      <a:cubicBezTo>
                        <a:pt x="267" y="841"/>
                        <a:pt x="267" y="841"/>
                        <a:pt x="198" y="750"/>
                      </a:cubicBezTo>
                      <a:cubicBezTo>
                        <a:pt x="0" y="462"/>
                        <a:pt x="8" y="398"/>
                        <a:pt x="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64" name="ICON_OUT_WAVE_GRAPHIC_path_185"/>
                <p:cNvSpPr/>
                <p:nvPr/>
              </p:nvSpPr>
              <p:spPr>
                <a:xfrm>
                  <a:off x="9429094" y="3951901"/>
                  <a:ext cx="17187" cy="1782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53" h="1403" fill="norm" stroke="0">
                      <a:moveTo>
                        <a:pt x="52" y="77"/>
                      </a:moveTo>
                      <a:cubicBezTo>
                        <a:pt x="299" y="29"/>
                        <a:pt x="541" y="0"/>
                        <a:pt x="768" y="128"/>
                      </a:cubicBezTo>
                      <a:cubicBezTo>
                        <a:pt x="996" y="295"/>
                        <a:pt x="1246" y="513"/>
                        <a:pt x="1329" y="793"/>
                      </a:cubicBezTo>
                      <a:cubicBezTo>
                        <a:pt x="1353" y="975"/>
                        <a:pt x="1336" y="1146"/>
                        <a:pt x="1302" y="1327"/>
                      </a:cubicBezTo>
                      <a:cubicBezTo>
                        <a:pt x="1055" y="1374"/>
                        <a:pt x="813" y="1403"/>
                        <a:pt x="586" y="1275"/>
                      </a:cubicBezTo>
                      <a:cubicBezTo>
                        <a:pt x="358" y="1108"/>
                        <a:pt x="107" y="890"/>
                        <a:pt x="25" y="611"/>
                      </a:cubicBezTo>
                      <a:cubicBezTo>
                        <a:pt x="0" y="428"/>
                        <a:pt x="17" y="257"/>
                        <a:pt x="52" y="77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65" name="ICON_OUT_WAVE_GRAPHIC_path_186"/>
                <p:cNvSpPr/>
                <p:nvPr/>
              </p:nvSpPr>
              <p:spPr>
                <a:xfrm>
                  <a:off x="9849464" y="3784862"/>
                  <a:ext cx="17822" cy="1785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03" h="1406" fill="norm" stroke="0">
                      <a:moveTo>
                        <a:pt x="1327" y="104"/>
                      </a:moveTo>
                      <a:cubicBezTo>
                        <a:pt x="1374" y="351"/>
                        <a:pt x="1403" y="593"/>
                        <a:pt x="1275" y="820"/>
                      </a:cubicBezTo>
                      <a:cubicBezTo>
                        <a:pt x="1108" y="1048"/>
                        <a:pt x="890" y="1299"/>
                        <a:pt x="611" y="1381"/>
                      </a:cubicBezTo>
                      <a:cubicBezTo>
                        <a:pt x="428" y="1406"/>
                        <a:pt x="257" y="1389"/>
                        <a:pt x="77" y="1354"/>
                      </a:cubicBezTo>
                      <a:cubicBezTo>
                        <a:pt x="29" y="1107"/>
                        <a:pt x="0" y="865"/>
                        <a:pt x="128" y="638"/>
                      </a:cubicBezTo>
                      <a:cubicBezTo>
                        <a:pt x="455" y="194"/>
                        <a:pt x="781" y="0"/>
                        <a:pt x="1327" y="104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66" name="ICON_OUT_WAVE_GRAPHIC_path_187"/>
                <p:cNvSpPr/>
                <p:nvPr/>
              </p:nvSpPr>
              <p:spPr>
                <a:xfrm>
                  <a:off x="9445625" y="3500438"/>
                  <a:ext cx="11216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83" h="1250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883" y="818"/>
                        <a:pt x="883" y="818"/>
                        <a:pt x="781" y="1094"/>
                      </a:cubicBezTo>
                      <a:cubicBezTo>
                        <a:pt x="730" y="1145"/>
                        <a:pt x="678" y="1197"/>
                        <a:pt x="625" y="1250"/>
                      </a:cubicBezTo>
                      <a:cubicBezTo>
                        <a:pt x="419" y="1250"/>
                        <a:pt x="212" y="1250"/>
                        <a:pt x="0" y="1250"/>
                      </a:cubicBezTo>
                      <a:cubicBezTo>
                        <a:pt x="0" y="837"/>
                        <a:pt x="0" y="425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67" name="ICON_OUT_WAVE_GRAPHIC_path_188"/>
                <p:cNvSpPr/>
                <p:nvPr/>
              </p:nvSpPr>
              <p:spPr>
                <a:xfrm>
                  <a:off x="9878909" y="3484562"/>
                  <a:ext cx="11216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83" h="1250" fill="norm" stroke="0">
                      <a:moveTo>
                        <a:pt x="258" y="0"/>
                      </a:moveTo>
                      <a:cubicBezTo>
                        <a:pt x="464" y="0"/>
                        <a:pt x="671" y="0"/>
                        <a:pt x="883" y="0"/>
                      </a:cubicBezTo>
                      <a:cubicBezTo>
                        <a:pt x="883" y="413"/>
                        <a:pt x="883" y="825"/>
                        <a:pt x="883" y="1250"/>
                      </a:cubicBezTo>
                      <a:cubicBezTo>
                        <a:pt x="677" y="1250"/>
                        <a:pt x="471" y="1250"/>
                        <a:pt x="258" y="1250"/>
                      </a:cubicBezTo>
                      <a:cubicBezTo>
                        <a:pt x="0" y="432"/>
                        <a:pt x="0" y="432"/>
                        <a:pt x="102" y="156"/>
                      </a:cubicBezTo>
                      <a:cubicBezTo>
                        <a:pt x="154" y="105"/>
                        <a:pt x="205" y="53"/>
                        <a:pt x="25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68" name="ICON_OUT_WAVE_GRAPHIC_path_189"/>
                <p:cNvSpPr/>
                <p:nvPr/>
              </p:nvSpPr>
              <p:spPr>
                <a:xfrm>
                  <a:off x="9191625" y="3968750"/>
                  <a:ext cx="15875" cy="1074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846" fill="norm" stroke="0">
                      <a:moveTo>
                        <a:pt x="0" y="0"/>
                      </a:moveTo>
                      <a:cubicBezTo>
                        <a:pt x="413" y="0"/>
                        <a:pt x="825" y="0"/>
                        <a:pt x="1250" y="0"/>
                      </a:cubicBezTo>
                      <a:cubicBezTo>
                        <a:pt x="1250" y="206"/>
                        <a:pt x="1250" y="413"/>
                        <a:pt x="1250" y="625"/>
                      </a:cubicBezTo>
                      <a:cubicBezTo>
                        <a:pt x="1138" y="736"/>
                        <a:pt x="1119" y="753"/>
                        <a:pt x="977" y="781"/>
                      </a:cubicBezTo>
                      <a:cubicBezTo>
                        <a:pt x="963" y="785"/>
                        <a:pt x="963" y="785"/>
                        <a:pt x="893" y="803"/>
                      </a:cubicBezTo>
                      <a:cubicBezTo>
                        <a:pt x="680" y="846"/>
                        <a:pt x="483" y="835"/>
                        <a:pt x="273" y="781"/>
                      </a:cubicBezTo>
                      <a:cubicBezTo>
                        <a:pt x="246" y="776"/>
                        <a:pt x="219" y="770"/>
                        <a:pt x="191" y="765"/>
                      </a:cubicBezTo>
                      <a:cubicBezTo>
                        <a:pt x="115" y="739"/>
                        <a:pt x="115" y="739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69" name="ICON_OUT_WAVE_GRAPHIC_path_190"/>
                <p:cNvSpPr/>
                <p:nvPr/>
              </p:nvSpPr>
              <p:spPr>
                <a:xfrm>
                  <a:off x="9556750" y="3958167"/>
                  <a:ext cx="16089" cy="1931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67" h="1521" fill="norm" stroke="0">
                      <a:moveTo>
                        <a:pt x="1042" y="0"/>
                      </a:moveTo>
                      <a:cubicBezTo>
                        <a:pt x="1157" y="264"/>
                        <a:pt x="1267" y="541"/>
                        <a:pt x="1250" y="833"/>
                      </a:cubicBezTo>
                      <a:cubicBezTo>
                        <a:pt x="1136" y="1111"/>
                        <a:pt x="889" y="1324"/>
                        <a:pt x="625" y="1458"/>
                      </a:cubicBezTo>
                      <a:cubicBezTo>
                        <a:pt x="403" y="1521"/>
                        <a:pt x="231" y="1491"/>
                        <a:pt x="0" y="1458"/>
                      </a:cubicBezTo>
                      <a:cubicBezTo>
                        <a:pt x="0" y="1252"/>
                        <a:pt x="0" y="1046"/>
                        <a:pt x="0" y="833"/>
                      </a:cubicBezTo>
                      <a:cubicBezTo>
                        <a:pt x="95" y="851"/>
                        <a:pt x="189" y="868"/>
                        <a:pt x="286" y="885"/>
                      </a:cubicBezTo>
                      <a:cubicBezTo>
                        <a:pt x="414" y="897"/>
                        <a:pt x="509" y="890"/>
                        <a:pt x="625" y="833"/>
                      </a:cubicBezTo>
                      <a:cubicBezTo>
                        <a:pt x="827" y="599"/>
                        <a:pt x="935" y="288"/>
                        <a:pt x="1042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70" name="ICON_OUT_WAVE_GRAPHIC_path_191"/>
                <p:cNvSpPr/>
                <p:nvPr/>
              </p:nvSpPr>
              <p:spPr>
                <a:xfrm>
                  <a:off x="9540876" y="3952094"/>
                  <a:ext cx="15875" cy="116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917" fill="norm" stroke="0">
                      <a:moveTo>
                        <a:pt x="890" y="30"/>
                      </a:moveTo>
                      <a:cubicBezTo>
                        <a:pt x="1010" y="38"/>
                        <a:pt x="1130" y="50"/>
                        <a:pt x="1250" y="61"/>
                      </a:cubicBezTo>
                      <a:cubicBezTo>
                        <a:pt x="1250" y="268"/>
                        <a:pt x="1250" y="474"/>
                        <a:pt x="1250" y="686"/>
                      </a:cubicBezTo>
                      <a:cubicBezTo>
                        <a:pt x="519" y="917"/>
                        <a:pt x="519" y="917"/>
                        <a:pt x="269" y="862"/>
                      </a:cubicBezTo>
                      <a:cubicBezTo>
                        <a:pt x="170" y="811"/>
                        <a:pt x="85" y="759"/>
                        <a:pt x="0" y="686"/>
                      </a:cubicBezTo>
                      <a:cubicBezTo>
                        <a:pt x="41" y="58"/>
                        <a:pt x="291" y="0"/>
                        <a:pt x="890" y="30"/>
                      </a:cubicBezTo>
                      <a:close/>
                    </a:path>
                  </a:pathLst>
                </a:custGeom>
                <a:solidFill>
                  <a:srgbClr val="B297D6"/>
                </a:solidFill>
                <a:ln w="2646" cap="flat">
                  <a:noFill/>
                </a:ln>
              </p:spPr>
            </p:sp>
            <p:sp>
              <p:nvSpPr>
                <p:cNvPr id="3671" name="ICON_OUT_WAVE_GRAPHIC_path_192"/>
                <p:cNvSpPr/>
                <p:nvPr/>
              </p:nvSpPr>
              <p:spPr>
                <a:xfrm>
                  <a:off x="9895255" y="3937000"/>
                  <a:ext cx="10745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46" h="1250" fill="norm" stroke="0">
                      <a:moveTo>
                        <a:pt x="221" y="0"/>
                      </a:moveTo>
                      <a:cubicBezTo>
                        <a:pt x="427" y="0"/>
                        <a:pt x="634" y="0"/>
                        <a:pt x="846" y="0"/>
                      </a:cubicBezTo>
                      <a:cubicBezTo>
                        <a:pt x="846" y="413"/>
                        <a:pt x="846" y="825"/>
                        <a:pt x="846" y="1250"/>
                      </a:cubicBezTo>
                      <a:cubicBezTo>
                        <a:pt x="640" y="1250"/>
                        <a:pt x="434" y="1250"/>
                        <a:pt x="221" y="1250"/>
                      </a:cubicBezTo>
                      <a:cubicBezTo>
                        <a:pt x="110" y="1138"/>
                        <a:pt x="93" y="1119"/>
                        <a:pt x="65" y="977"/>
                      </a:cubicBezTo>
                      <a:cubicBezTo>
                        <a:pt x="61" y="963"/>
                        <a:pt x="61" y="963"/>
                        <a:pt x="43" y="892"/>
                      </a:cubicBezTo>
                      <a:cubicBezTo>
                        <a:pt x="0" y="680"/>
                        <a:pt x="11" y="483"/>
                        <a:pt x="65" y="273"/>
                      </a:cubicBezTo>
                      <a:cubicBezTo>
                        <a:pt x="67" y="260"/>
                        <a:pt x="67" y="260"/>
                        <a:pt x="81" y="191"/>
                      </a:cubicBezTo>
                      <a:cubicBezTo>
                        <a:pt x="107" y="115"/>
                        <a:pt x="107" y="115"/>
                        <a:pt x="221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72" name="ICON_OUT_WAVE_GRAPHIC_path_193"/>
                <p:cNvSpPr/>
                <p:nvPr/>
              </p:nvSpPr>
              <p:spPr>
                <a:xfrm>
                  <a:off x="9874250" y="3934354"/>
                  <a:ext cx="16089" cy="1931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67" h="1521" fill="norm" stroke="0">
                      <a:moveTo>
                        <a:pt x="1042" y="0"/>
                      </a:moveTo>
                      <a:cubicBezTo>
                        <a:pt x="1157" y="264"/>
                        <a:pt x="1267" y="541"/>
                        <a:pt x="1250" y="833"/>
                      </a:cubicBezTo>
                      <a:cubicBezTo>
                        <a:pt x="1136" y="1111"/>
                        <a:pt x="889" y="1324"/>
                        <a:pt x="625" y="1458"/>
                      </a:cubicBezTo>
                      <a:cubicBezTo>
                        <a:pt x="403" y="1521"/>
                        <a:pt x="231" y="1491"/>
                        <a:pt x="0" y="1458"/>
                      </a:cubicBezTo>
                      <a:cubicBezTo>
                        <a:pt x="0" y="1252"/>
                        <a:pt x="0" y="1046"/>
                        <a:pt x="0" y="833"/>
                      </a:cubicBezTo>
                      <a:cubicBezTo>
                        <a:pt x="95" y="851"/>
                        <a:pt x="189" y="868"/>
                        <a:pt x="286" y="885"/>
                      </a:cubicBezTo>
                      <a:cubicBezTo>
                        <a:pt x="414" y="897"/>
                        <a:pt x="509" y="890"/>
                        <a:pt x="625" y="833"/>
                      </a:cubicBezTo>
                      <a:cubicBezTo>
                        <a:pt x="827" y="599"/>
                        <a:pt x="935" y="288"/>
                        <a:pt x="1042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73" name="ICON_OUT_WAVE_GRAPHIC_path_194"/>
                <p:cNvSpPr/>
                <p:nvPr/>
              </p:nvSpPr>
              <p:spPr>
                <a:xfrm>
                  <a:off x="9492594" y="3833812"/>
                  <a:ext cx="17055" cy="1684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43" h="1327" fill="norm" stroke="0">
                      <a:moveTo>
                        <a:pt x="52" y="0"/>
                      </a:moveTo>
                      <a:cubicBezTo>
                        <a:pt x="662" y="305"/>
                        <a:pt x="662" y="305"/>
                        <a:pt x="772" y="362"/>
                      </a:cubicBezTo>
                      <a:cubicBezTo>
                        <a:pt x="849" y="399"/>
                        <a:pt x="926" y="434"/>
                        <a:pt x="1005" y="466"/>
                      </a:cubicBezTo>
                      <a:cubicBezTo>
                        <a:pt x="1284" y="584"/>
                        <a:pt x="1284" y="584"/>
                        <a:pt x="1334" y="700"/>
                      </a:cubicBezTo>
                      <a:cubicBezTo>
                        <a:pt x="1343" y="787"/>
                        <a:pt x="1339" y="864"/>
                        <a:pt x="1328" y="950"/>
                      </a:cubicBezTo>
                      <a:cubicBezTo>
                        <a:pt x="1327" y="965"/>
                        <a:pt x="1327" y="965"/>
                        <a:pt x="1322" y="1038"/>
                      </a:cubicBezTo>
                      <a:cubicBezTo>
                        <a:pt x="1317" y="1109"/>
                        <a:pt x="1310" y="1179"/>
                        <a:pt x="1302" y="1250"/>
                      </a:cubicBezTo>
                      <a:cubicBezTo>
                        <a:pt x="1055" y="1297"/>
                        <a:pt x="813" y="1327"/>
                        <a:pt x="586" y="1199"/>
                      </a:cubicBezTo>
                      <a:cubicBezTo>
                        <a:pt x="358" y="1031"/>
                        <a:pt x="107" y="813"/>
                        <a:pt x="25" y="534"/>
                      </a:cubicBezTo>
                      <a:cubicBezTo>
                        <a:pt x="0" y="351"/>
                        <a:pt x="17" y="180"/>
                        <a:pt x="52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74" name="ICON_OUT_WAVE_GRAPHIC_path_195"/>
                <p:cNvSpPr/>
                <p:nvPr/>
              </p:nvSpPr>
              <p:spPr>
                <a:xfrm>
                  <a:off x="9730851" y="3816964"/>
                  <a:ext cx="17055" cy="1684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43" h="1327" fill="norm" stroke="0">
                      <a:moveTo>
                        <a:pt x="41" y="77"/>
                      </a:moveTo>
                      <a:cubicBezTo>
                        <a:pt x="288" y="29"/>
                        <a:pt x="530" y="0"/>
                        <a:pt x="757" y="128"/>
                      </a:cubicBezTo>
                      <a:cubicBezTo>
                        <a:pt x="985" y="295"/>
                        <a:pt x="1236" y="513"/>
                        <a:pt x="1318" y="793"/>
                      </a:cubicBezTo>
                      <a:cubicBezTo>
                        <a:pt x="1343" y="975"/>
                        <a:pt x="1326" y="1146"/>
                        <a:pt x="1291" y="1327"/>
                      </a:cubicBezTo>
                      <a:cubicBezTo>
                        <a:pt x="681" y="1021"/>
                        <a:pt x="681" y="1021"/>
                        <a:pt x="570" y="965"/>
                      </a:cubicBezTo>
                      <a:cubicBezTo>
                        <a:pt x="494" y="928"/>
                        <a:pt x="417" y="893"/>
                        <a:pt x="338" y="861"/>
                      </a:cubicBezTo>
                      <a:cubicBezTo>
                        <a:pt x="59" y="742"/>
                        <a:pt x="59" y="742"/>
                        <a:pt x="9" y="627"/>
                      </a:cubicBezTo>
                      <a:cubicBezTo>
                        <a:pt x="0" y="540"/>
                        <a:pt x="4" y="463"/>
                        <a:pt x="15" y="376"/>
                      </a:cubicBezTo>
                      <a:cubicBezTo>
                        <a:pt x="17" y="347"/>
                        <a:pt x="19" y="318"/>
                        <a:pt x="21" y="289"/>
                      </a:cubicBezTo>
                      <a:cubicBezTo>
                        <a:pt x="26" y="218"/>
                        <a:pt x="33" y="147"/>
                        <a:pt x="41" y="77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75" name="ICON_OUT_WAVE_GRAPHIC_path_196"/>
                <p:cNvSpPr/>
                <p:nvPr/>
              </p:nvSpPr>
              <p:spPr>
                <a:xfrm>
                  <a:off x="9159354" y="3799417"/>
                  <a:ext cx="16396" cy="1374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91" h="1082" fill="norm" stroke="0">
                      <a:moveTo>
                        <a:pt x="41" y="0"/>
                      </a:moveTo>
                      <a:cubicBezTo>
                        <a:pt x="969" y="92"/>
                        <a:pt x="969" y="92"/>
                        <a:pt x="1152" y="280"/>
                      </a:cubicBezTo>
                      <a:cubicBezTo>
                        <a:pt x="1250" y="454"/>
                        <a:pt x="1277" y="636"/>
                        <a:pt x="1291" y="833"/>
                      </a:cubicBezTo>
                      <a:cubicBezTo>
                        <a:pt x="614" y="1082"/>
                        <a:pt x="614" y="1082"/>
                        <a:pt x="377" y="1021"/>
                      </a:cubicBezTo>
                      <a:cubicBezTo>
                        <a:pt x="207" y="930"/>
                        <a:pt x="118" y="797"/>
                        <a:pt x="41" y="625"/>
                      </a:cubicBezTo>
                      <a:cubicBezTo>
                        <a:pt x="0" y="416"/>
                        <a:pt x="16" y="210"/>
                        <a:pt x="41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76" name="ICON_OUT_WAVE_GRAPHIC_path_197"/>
                <p:cNvSpPr/>
                <p:nvPr/>
              </p:nvSpPr>
              <p:spPr>
                <a:xfrm>
                  <a:off x="9489943" y="3538826"/>
                  <a:ext cx="12255" cy="1717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65" h="1352" fill="norm" stroke="0">
                      <a:moveTo>
                        <a:pt x="885" y="102"/>
                      </a:moveTo>
                      <a:cubicBezTo>
                        <a:pt x="965" y="843"/>
                        <a:pt x="965" y="843"/>
                        <a:pt x="885" y="1144"/>
                      </a:cubicBezTo>
                      <a:cubicBezTo>
                        <a:pt x="729" y="1322"/>
                        <a:pt x="485" y="1338"/>
                        <a:pt x="260" y="1352"/>
                      </a:cubicBezTo>
                      <a:cubicBezTo>
                        <a:pt x="0" y="541"/>
                        <a:pt x="0" y="541"/>
                        <a:pt x="104" y="259"/>
                      </a:cubicBezTo>
                      <a:cubicBezTo>
                        <a:pt x="274" y="0"/>
                        <a:pt x="615" y="72"/>
                        <a:pt x="885" y="102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77" name="ICON_OUT_WAVE_GRAPHIC_path_198"/>
                <p:cNvSpPr/>
                <p:nvPr/>
              </p:nvSpPr>
              <p:spPr>
                <a:xfrm>
                  <a:off x="9516089" y="3522924"/>
                  <a:ext cx="16849" cy="1772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27" h="1396" fill="norm" stroke="0">
                      <a:moveTo>
                        <a:pt x="1327" y="104"/>
                      </a:moveTo>
                      <a:cubicBezTo>
                        <a:pt x="1021" y="715"/>
                        <a:pt x="1021" y="715"/>
                        <a:pt x="965" y="825"/>
                      </a:cubicBezTo>
                      <a:cubicBezTo>
                        <a:pt x="928" y="901"/>
                        <a:pt x="893" y="979"/>
                        <a:pt x="861" y="1058"/>
                      </a:cubicBezTo>
                      <a:cubicBezTo>
                        <a:pt x="742" y="1337"/>
                        <a:pt x="742" y="1337"/>
                        <a:pt x="627" y="1387"/>
                      </a:cubicBezTo>
                      <a:cubicBezTo>
                        <a:pt x="540" y="1396"/>
                        <a:pt x="463" y="1391"/>
                        <a:pt x="376" y="1380"/>
                      </a:cubicBezTo>
                      <a:cubicBezTo>
                        <a:pt x="347" y="1379"/>
                        <a:pt x="318" y="1377"/>
                        <a:pt x="289" y="1375"/>
                      </a:cubicBezTo>
                      <a:cubicBezTo>
                        <a:pt x="218" y="1370"/>
                        <a:pt x="147" y="1362"/>
                        <a:pt x="77" y="1354"/>
                      </a:cubicBezTo>
                      <a:cubicBezTo>
                        <a:pt x="29" y="1107"/>
                        <a:pt x="0" y="865"/>
                        <a:pt x="128" y="638"/>
                      </a:cubicBezTo>
                      <a:cubicBezTo>
                        <a:pt x="455" y="194"/>
                        <a:pt x="781" y="0"/>
                        <a:pt x="1327" y="104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78" name="ICON_OUT_WAVE_GRAPHIC_path_199"/>
                <p:cNvSpPr/>
                <p:nvPr/>
              </p:nvSpPr>
              <p:spPr>
                <a:xfrm>
                  <a:off x="9085792" y="3492500"/>
                  <a:ext cx="10583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1250" fill="norm" stroke="0">
                      <a:moveTo>
                        <a:pt x="0" y="0"/>
                      </a:moveTo>
                      <a:cubicBezTo>
                        <a:pt x="275" y="0"/>
                        <a:pt x="550" y="0"/>
                        <a:pt x="833" y="0"/>
                      </a:cubicBezTo>
                      <a:cubicBezTo>
                        <a:pt x="833" y="413"/>
                        <a:pt x="833" y="825"/>
                        <a:pt x="833" y="1250"/>
                      </a:cubicBezTo>
                      <a:cubicBezTo>
                        <a:pt x="627" y="1250"/>
                        <a:pt x="421" y="1250"/>
                        <a:pt x="208" y="1250"/>
                      </a:cubicBezTo>
                      <a:cubicBezTo>
                        <a:pt x="140" y="837"/>
                        <a:pt x="71" y="425"/>
                        <a:pt x="0" y="0"/>
                      </a:cubicBezTo>
                      <a:close/>
                    </a:path>
                  </a:pathLst>
                </a:custGeom>
                <a:solidFill>
                  <a:srgbClr val="6E80E9"/>
                </a:solidFill>
                <a:ln w="2646" cap="flat">
                  <a:noFill/>
                </a:ln>
              </p:spPr>
            </p:sp>
            <p:sp>
              <p:nvSpPr>
                <p:cNvPr id="3679" name="ICON_OUT_WAVE_GRAPHIC_path_200"/>
                <p:cNvSpPr/>
                <p:nvPr/>
              </p:nvSpPr>
              <p:spPr>
                <a:xfrm>
                  <a:off x="9770406" y="3475527"/>
                  <a:ext cx="17026" cy="1794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41" h="1413" fill="norm" stroke="0">
                      <a:moveTo>
                        <a:pt x="52" y="86"/>
                      </a:moveTo>
                      <a:cubicBezTo>
                        <a:pt x="265" y="32"/>
                        <a:pt x="467" y="0"/>
                        <a:pt x="677" y="86"/>
                      </a:cubicBezTo>
                      <a:cubicBezTo>
                        <a:pt x="816" y="201"/>
                        <a:pt x="921" y="333"/>
                        <a:pt x="1028" y="477"/>
                      </a:cubicBezTo>
                      <a:cubicBezTo>
                        <a:pt x="1042" y="495"/>
                        <a:pt x="1042" y="495"/>
                        <a:pt x="1111" y="587"/>
                      </a:cubicBezTo>
                      <a:cubicBezTo>
                        <a:pt x="1285" y="840"/>
                        <a:pt x="1341" y="1031"/>
                        <a:pt x="1302" y="1336"/>
                      </a:cubicBezTo>
                      <a:cubicBezTo>
                        <a:pt x="1055" y="1384"/>
                        <a:pt x="813" y="1413"/>
                        <a:pt x="586" y="1285"/>
                      </a:cubicBezTo>
                      <a:cubicBezTo>
                        <a:pt x="358" y="1118"/>
                        <a:pt x="107" y="900"/>
                        <a:pt x="25" y="620"/>
                      </a:cubicBezTo>
                      <a:cubicBezTo>
                        <a:pt x="0" y="438"/>
                        <a:pt x="17" y="267"/>
                        <a:pt x="52" y="86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80" name="ICON_OUT_WAVE_GRAPHIC_path_201"/>
                <p:cNvSpPr/>
                <p:nvPr/>
              </p:nvSpPr>
              <p:spPr>
                <a:xfrm>
                  <a:off x="9953624" y="3460227"/>
                  <a:ext cx="16851" cy="1705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27" h="1343" fill="norm" stroke="0">
                      <a:moveTo>
                        <a:pt x="700" y="9"/>
                      </a:moveTo>
                      <a:cubicBezTo>
                        <a:pt x="787" y="0"/>
                        <a:pt x="864" y="4"/>
                        <a:pt x="951" y="15"/>
                      </a:cubicBezTo>
                      <a:cubicBezTo>
                        <a:pt x="979" y="17"/>
                        <a:pt x="1008" y="19"/>
                        <a:pt x="1038" y="21"/>
                      </a:cubicBezTo>
                      <a:cubicBezTo>
                        <a:pt x="1109" y="26"/>
                        <a:pt x="1180" y="33"/>
                        <a:pt x="1250" y="41"/>
                      </a:cubicBezTo>
                      <a:cubicBezTo>
                        <a:pt x="1297" y="288"/>
                        <a:pt x="1327" y="530"/>
                        <a:pt x="1199" y="757"/>
                      </a:cubicBezTo>
                      <a:cubicBezTo>
                        <a:pt x="1031" y="985"/>
                        <a:pt x="813" y="1236"/>
                        <a:pt x="534" y="1318"/>
                      </a:cubicBezTo>
                      <a:cubicBezTo>
                        <a:pt x="351" y="1343"/>
                        <a:pt x="181" y="1326"/>
                        <a:pt x="0" y="1291"/>
                      </a:cubicBezTo>
                      <a:cubicBezTo>
                        <a:pt x="305" y="681"/>
                        <a:pt x="305" y="681"/>
                        <a:pt x="362" y="570"/>
                      </a:cubicBezTo>
                      <a:cubicBezTo>
                        <a:pt x="399" y="494"/>
                        <a:pt x="434" y="417"/>
                        <a:pt x="466" y="338"/>
                      </a:cubicBezTo>
                      <a:cubicBezTo>
                        <a:pt x="584" y="59"/>
                        <a:pt x="584" y="59"/>
                        <a:pt x="700" y="9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81" name="ICON_OUT_WAVE_GRAPHIC_path_202"/>
                <p:cNvSpPr/>
                <p:nvPr/>
              </p:nvSpPr>
              <p:spPr>
                <a:xfrm>
                  <a:off x="9270473" y="3975746"/>
                  <a:ext cx="16637" cy="1744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10" h="1374" fill="norm" stroke="0">
                      <a:moveTo>
                        <a:pt x="41" y="74"/>
                      </a:moveTo>
                      <a:cubicBezTo>
                        <a:pt x="291" y="26"/>
                        <a:pt x="530" y="0"/>
                        <a:pt x="761" y="125"/>
                      </a:cubicBezTo>
                      <a:cubicBezTo>
                        <a:pt x="976" y="277"/>
                        <a:pt x="1177" y="458"/>
                        <a:pt x="1291" y="699"/>
                      </a:cubicBezTo>
                      <a:cubicBezTo>
                        <a:pt x="1310" y="828"/>
                        <a:pt x="1293" y="928"/>
                        <a:pt x="1252" y="1051"/>
                      </a:cubicBezTo>
                      <a:cubicBezTo>
                        <a:pt x="1244" y="1078"/>
                        <a:pt x="1235" y="1105"/>
                        <a:pt x="1226" y="1134"/>
                      </a:cubicBezTo>
                      <a:cubicBezTo>
                        <a:pt x="1187" y="1219"/>
                        <a:pt x="1156" y="1266"/>
                        <a:pt x="1083" y="1324"/>
                      </a:cubicBezTo>
                      <a:cubicBezTo>
                        <a:pt x="933" y="1374"/>
                        <a:pt x="817" y="1371"/>
                        <a:pt x="666" y="1324"/>
                      </a:cubicBezTo>
                      <a:cubicBezTo>
                        <a:pt x="525" y="1213"/>
                        <a:pt x="430" y="1080"/>
                        <a:pt x="328" y="934"/>
                      </a:cubicBezTo>
                      <a:cubicBezTo>
                        <a:pt x="300" y="897"/>
                        <a:pt x="272" y="861"/>
                        <a:pt x="243" y="824"/>
                      </a:cubicBezTo>
                      <a:cubicBezTo>
                        <a:pt x="60" y="571"/>
                        <a:pt x="0" y="385"/>
                        <a:pt x="41" y="74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82" name="ICON_OUT_WAVE_GRAPHIC_path_203"/>
                <p:cNvSpPr/>
                <p:nvPr/>
              </p:nvSpPr>
              <p:spPr>
                <a:xfrm>
                  <a:off x="8945562" y="3976688"/>
                  <a:ext cx="10869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56" h="1250" fill="norm" stroke="0">
                      <a:moveTo>
                        <a:pt x="208" y="0"/>
                      </a:moveTo>
                      <a:cubicBezTo>
                        <a:pt x="346" y="0"/>
                        <a:pt x="483" y="0"/>
                        <a:pt x="625" y="0"/>
                      </a:cubicBezTo>
                      <a:cubicBezTo>
                        <a:pt x="856" y="731"/>
                        <a:pt x="856" y="731"/>
                        <a:pt x="801" y="981"/>
                      </a:cubicBezTo>
                      <a:cubicBezTo>
                        <a:pt x="742" y="1094"/>
                        <a:pt x="742" y="1094"/>
                        <a:pt x="625" y="1250"/>
                      </a:cubicBezTo>
                      <a:cubicBezTo>
                        <a:pt x="419" y="1181"/>
                        <a:pt x="213" y="1113"/>
                        <a:pt x="0" y="1042"/>
                      </a:cubicBezTo>
                      <a:cubicBezTo>
                        <a:pt x="69" y="698"/>
                        <a:pt x="138" y="354"/>
                        <a:pt x="20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83" name="ICON_OUT_WAVE_GRAPHIC_path_204"/>
                <p:cNvSpPr/>
                <p:nvPr/>
              </p:nvSpPr>
              <p:spPr>
                <a:xfrm>
                  <a:off x="9636125" y="3929062"/>
                  <a:ext cx="15875" cy="108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856" fill="norm" stroke="0">
                      <a:moveTo>
                        <a:pt x="208" y="0"/>
                      </a:moveTo>
                      <a:cubicBezTo>
                        <a:pt x="552" y="69"/>
                        <a:pt x="896" y="137"/>
                        <a:pt x="1250" y="208"/>
                      </a:cubicBezTo>
                      <a:cubicBezTo>
                        <a:pt x="1250" y="346"/>
                        <a:pt x="1250" y="483"/>
                        <a:pt x="1250" y="625"/>
                      </a:cubicBezTo>
                      <a:cubicBezTo>
                        <a:pt x="519" y="856"/>
                        <a:pt x="519" y="856"/>
                        <a:pt x="269" y="801"/>
                      </a:cubicBezTo>
                      <a:cubicBezTo>
                        <a:pt x="156" y="742"/>
                        <a:pt x="156" y="742"/>
                        <a:pt x="0" y="625"/>
                      </a:cubicBezTo>
                      <a:cubicBezTo>
                        <a:pt x="69" y="419"/>
                        <a:pt x="138" y="212"/>
                        <a:pt x="208" y="0"/>
                      </a:cubicBezTo>
                      <a:close/>
                    </a:path>
                  </a:pathLst>
                </a:custGeom>
                <a:solidFill>
                  <a:srgbClr val="B297D7"/>
                </a:solidFill>
                <a:ln w="2646" cap="flat">
                  <a:noFill/>
                </a:ln>
              </p:spPr>
            </p:sp>
            <p:sp>
              <p:nvSpPr>
                <p:cNvPr id="3684" name="ICON_OUT_WAVE_GRAPHIC_path_205"/>
                <p:cNvSpPr/>
                <p:nvPr/>
              </p:nvSpPr>
              <p:spPr>
                <a:xfrm>
                  <a:off x="9517062" y="3913188"/>
                  <a:ext cx="15875" cy="108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856" fill="norm" stroke="0">
                      <a:moveTo>
                        <a:pt x="208" y="0"/>
                      </a:moveTo>
                      <a:cubicBezTo>
                        <a:pt x="552" y="69"/>
                        <a:pt x="896" y="137"/>
                        <a:pt x="1250" y="208"/>
                      </a:cubicBezTo>
                      <a:cubicBezTo>
                        <a:pt x="1250" y="346"/>
                        <a:pt x="1250" y="483"/>
                        <a:pt x="1250" y="625"/>
                      </a:cubicBezTo>
                      <a:cubicBezTo>
                        <a:pt x="519" y="856"/>
                        <a:pt x="519" y="856"/>
                        <a:pt x="269" y="801"/>
                      </a:cubicBezTo>
                      <a:cubicBezTo>
                        <a:pt x="156" y="742"/>
                        <a:pt x="156" y="742"/>
                        <a:pt x="0" y="625"/>
                      </a:cubicBezTo>
                      <a:cubicBezTo>
                        <a:pt x="69" y="419"/>
                        <a:pt x="138" y="212"/>
                        <a:pt x="20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85" name="ICON_OUT_WAVE_GRAPHIC_path_206"/>
                <p:cNvSpPr/>
                <p:nvPr/>
              </p:nvSpPr>
              <p:spPr>
                <a:xfrm>
                  <a:off x="8794750" y="3881438"/>
                  <a:ext cx="7938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250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413"/>
                        <a:pt x="625" y="825"/>
                        <a:pt x="625" y="1250"/>
                      </a:cubicBezTo>
                      <a:cubicBezTo>
                        <a:pt x="419" y="1250"/>
                        <a:pt x="212" y="1250"/>
                        <a:pt x="0" y="1250"/>
                      </a:cubicBezTo>
                      <a:cubicBezTo>
                        <a:pt x="0" y="837"/>
                        <a:pt x="0" y="425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86" name="ICON_OUT_WAVE_GRAPHIC_path_207"/>
                <p:cNvSpPr/>
                <p:nvPr/>
              </p:nvSpPr>
              <p:spPr>
                <a:xfrm>
                  <a:off x="8794750" y="3865562"/>
                  <a:ext cx="7938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250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413"/>
                        <a:pt x="625" y="825"/>
                        <a:pt x="625" y="1250"/>
                      </a:cubicBezTo>
                      <a:cubicBezTo>
                        <a:pt x="419" y="1250"/>
                        <a:pt x="212" y="1250"/>
                        <a:pt x="0" y="1250"/>
                      </a:cubicBezTo>
                      <a:cubicBezTo>
                        <a:pt x="0" y="837"/>
                        <a:pt x="0" y="425"/>
                        <a:pt x="0" y="0"/>
                      </a:cubicBezTo>
                      <a:close/>
                    </a:path>
                  </a:pathLst>
                </a:custGeom>
                <a:solidFill>
                  <a:srgbClr val="F253AA"/>
                </a:solidFill>
                <a:ln w="2646" cap="flat">
                  <a:noFill/>
                </a:ln>
              </p:spPr>
            </p:sp>
            <p:sp>
              <p:nvSpPr>
                <p:cNvPr id="3687" name="ICON_OUT_WAVE_GRAPHIC_path_208"/>
                <p:cNvSpPr/>
                <p:nvPr/>
              </p:nvSpPr>
              <p:spPr>
                <a:xfrm>
                  <a:off x="9389488" y="3810000"/>
                  <a:ext cx="16449" cy="1685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95" h="1327" fill="norm" stroke="0">
                      <a:moveTo>
                        <a:pt x="45" y="0"/>
                      </a:moveTo>
                      <a:cubicBezTo>
                        <a:pt x="514" y="106"/>
                        <a:pt x="514" y="106"/>
                        <a:pt x="670" y="208"/>
                      </a:cubicBezTo>
                      <a:cubicBezTo>
                        <a:pt x="733" y="369"/>
                        <a:pt x="705" y="451"/>
                        <a:pt x="670" y="625"/>
                      </a:cubicBezTo>
                      <a:cubicBezTo>
                        <a:pt x="876" y="625"/>
                        <a:pt x="1083" y="625"/>
                        <a:pt x="1295" y="625"/>
                      </a:cubicBezTo>
                      <a:cubicBezTo>
                        <a:pt x="1295" y="831"/>
                        <a:pt x="1295" y="1038"/>
                        <a:pt x="1295" y="1250"/>
                      </a:cubicBezTo>
                      <a:cubicBezTo>
                        <a:pt x="754" y="1327"/>
                        <a:pt x="754" y="1327"/>
                        <a:pt x="490" y="1133"/>
                      </a:cubicBezTo>
                      <a:cubicBezTo>
                        <a:pt x="271" y="945"/>
                        <a:pt x="47" y="742"/>
                        <a:pt x="6" y="444"/>
                      </a:cubicBezTo>
                      <a:cubicBezTo>
                        <a:pt x="0" y="292"/>
                        <a:pt x="17" y="149"/>
                        <a:pt x="45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88" name="ICON_OUT_WAVE_GRAPHIC_path_209"/>
                <p:cNvSpPr/>
                <p:nvPr/>
              </p:nvSpPr>
              <p:spPr>
                <a:xfrm>
                  <a:off x="9604196" y="3793594"/>
                  <a:ext cx="16232" cy="1707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78" h="1345" fill="norm" stroke="0">
                      <a:moveTo>
                        <a:pt x="530" y="15"/>
                      </a:moveTo>
                      <a:cubicBezTo>
                        <a:pt x="727" y="63"/>
                        <a:pt x="851" y="174"/>
                        <a:pt x="991" y="315"/>
                      </a:cubicBezTo>
                      <a:cubicBezTo>
                        <a:pt x="1018" y="343"/>
                        <a:pt x="1046" y="371"/>
                        <a:pt x="1075" y="399"/>
                      </a:cubicBezTo>
                      <a:cubicBezTo>
                        <a:pt x="1175" y="512"/>
                        <a:pt x="1255" y="606"/>
                        <a:pt x="1278" y="758"/>
                      </a:cubicBezTo>
                      <a:cubicBezTo>
                        <a:pt x="1272" y="852"/>
                        <a:pt x="1255" y="929"/>
                        <a:pt x="1225" y="1018"/>
                      </a:cubicBezTo>
                      <a:cubicBezTo>
                        <a:pt x="1221" y="1032"/>
                        <a:pt x="1221" y="1032"/>
                        <a:pt x="1198" y="1101"/>
                      </a:cubicBezTo>
                      <a:cubicBezTo>
                        <a:pt x="1160" y="1186"/>
                        <a:pt x="1129" y="1234"/>
                        <a:pt x="1056" y="1292"/>
                      </a:cubicBezTo>
                      <a:cubicBezTo>
                        <a:pt x="872" y="1345"/>
                        <a:pt x="713" y="1330"/>
                        <a:pt x="543" y="1242"/>
                      </a:cubicBezTo>
                      <a:cubicBezTo>
                        <a:pt x="450" y="1174"/>
                        <a:pt x="369" y="1101"/>
                        <a:pt x="288" y="1018"/>
                      </a:cubicBezTo>
                      <a:cubicBezTo>
                        <a:pt x="260" y="991"/>
                        <a:pt x="232" y="963"/>
                        <a:pt x="204" y="934"/>
                      </a:cubicBezTo>
                      <a:cubicBezTo>
                        <a:pt x="103" y="821"/>
                        <a:pt x="24" y="728"/>
                        <a:pt x="0" y="576"/>
                      </a:cubicBezTo>
                      <a:cubicBezTo>
                        <a:pt x="6" y="482"/>
                        <a:pt x="24" y="405"/>
                        <a:pt x="53" y="315"/>
                      </a:cubicBezTo>
                      <a:cubicBezTo>
                        <a:pt x="62" y="288"/>
                        <a:pt x="71" y="261"/>
                        <a:pt x="80" y="233"/>
                      </a:cubicBezTo>
                      <a:cubicBezTo>
                        <a:pt x="175" y="23"/>
                        <a:pt x="310" y="0"/>
                        <a:pt x="530" y="15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89" name="ICON_OUT_WAVE_GRAPHIC_path_210"/>
                <p:cNvSpPr/>
                <p:nvPr/>
              </p:nvSpPr>
              <p:spPr>
                <a:xfrm>
                  <a:off x="9127946" y="3793594"/>
                  <a:ext cx="16232" cy="1707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78" h="1345" fill="norm" stroke="0">
                      <a:moveTo>
                        <a:pt x="530" y="15"/>
                      </a:moveTo>
                      <a:cubicBezTo>
                        <a:pt x="727" y="63"/>
                        <a:pt x="851" y="174"/>
                        <a:pt x="991" y="315"/>
                      </a:cubicBezTo>
                      <a:cubicBezTo>
                        <a:pt x="1018" y="343"/>
                        <a:pt x="1046" y="371"/>
                        <a:pt x="1075" y="399"/>
                      </a:cubicBezTo>
                      <a:cubicBezTo>
                        <a:pt x="1175" y="512"/>
                        <a:pt x="1255" y="606"/>
                        <a:pt x="1278" y="758"/>
                      </a:cubicBezTo>
                      <a:cubicBezTo>
                        <a:pt x="1272" y="852"/>
                        <a:pt x="1255" y="929"/>
                        <a:pt x="1225" y="1018"/>
                      </a:cubicBezTo>
                      <a:cubicBezTo>
                        <a:pt x="1221" y="1032"/>
                        <a:pt x="1221" y="1032"/>
                        <a:pt x="1198" y="1101"/>
                      </a:cubicBezTo>
                      <a:cubicBezTo>
                        <a:pt x="1160" y="1186"/>
                        <a:pt x="1129" y="1234"/>
                        <a:pt x="1056" y="1292"/>
                      </a:cubicBezTo>
                      <a:cubicBezTo>
                        <a:pt x="872" y="1345"/>
                        <a:pt x="713" y="1330"/>
                        <a:pt x="543" y="1242"/>
                      </a:cubicBezTo>
                      <a:cubicBezTo>
                        <a:pt x="450" y="1174"/>
                        <a:pt x="369" y="1101"/>
                        <a:pt x="288" y="1018"/>
                      </a:cubicBezTo>
                      <a:cubicBezTo>
                        <a:pt x="260" y="991"/>
                        <a:pt x="232" y="963"/>
                        <a:pt x="204" y="934"/>
                      </a:cubicBezTo>
                      <a:cubicBezTo>
                        <a:pt x="103" y="821"/>
                        <a:pt x="24" y="728"/>
                        <a:pt x="0" y="576"/>
                      </a:cubicBezTo>
                      <a:cubicBezTo>
                        <a:pt x="6" y="482"/>
                        <a:pt x="24" y="405"/>
                        <a:pt x="53" y="315"/>
                      </a:cubicBezTo>
                      <a:cubicBezTo>
                        <a:pt x="62" y="288"/>
                        <a:pt x="71" y="261"/>
                        <a:pt x="80" y="233"/>
                      </a:cubicBezTo>
                      <a:cubicBezTo>
                        <a:pt x="175" y="23"/>
                        <a:pt x="310" y="0"/>
                        <a:pt x="530" y="15"/>
                      </a:cubicBezTo>
                      <a:close/>
                    </a:path>
                  </a:pathLst>
                </a:custGeom>
                <a:solidFill>
                  <a:srgbClr val="B297D7"/>
                </a:solidFill>
                <a:ln w="2646" cap="flat">
                  <a:noFill/>
                </a:ln>
              </p:spPr>
            </p:sp>
            <p:sp>
              <p:nvSpPr>
                <p:cNvPr id="3690" name="ICON_OUT_WAVE_GRAPHIC_path_211"/>
                <p:cNvSpPr/>
                <p:nvPr/>
              </p:nvSpPr>
              <p:spPr>
                <a:xfrm>
                  <a:off x="8969375" y="3520437"/>
                  <a:ext cx="15875" cy="1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925" fill="norm" stroke="0">
                      <a:moveTo>
                        <a:pt x="1250" y="300"/>
                      </a:moveTo>
                      <a:cubicBezTo>
                        <a:pt x="1181" y="506"/>
                        <a:pt x="1112" y="713"/>
                        <a:pt x="1042" y="925"/>
                      </a:cubicBezTo>
                      <a:cubicBezTo>
                        <a:pt x="698" y="856"/>
                        <a:pt x="354" y="788"/>
                        <a:pt x="0" y="717"/>
                      </a:cubicBezTo>
                      <a:cubicBezTo>
                        <a:pt x="0" y="300"/>
                        <a:pt x="0" y="300"/>
                        <a:pt x="62" y="207"/>
                      </a:cubicBezTo>
                      <a:cubicBezTo>
                        <a:pt x="455" y="0"/>
                        <a:pt x="853" y="175"/>
                        <a:pt x="1250" y="30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91" name="ICON_OUT_WAVE_GRAPHIC_path_212"/>
                <p:cNvSpPr/>
                <p:nvPr/>
              </p:nvSpPr>
              <p:spPr>
                <a:xfrm>
                  <a:off x="9045686" y="3507568"/>
                  <a:ext cx="11001" cy="1668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66" h="1314" fill="norm" stroke="0">
                      <a:moveTo>
                        <a:pt x="866" y="64"/>
                      </a:moveTo>
                      <a:cubicBezTo>
                        <a:pt x="866" y="476"/>
                        <a:pt x="866" y="889"/>
                        <a:pt x="866" y="1314"/>
                      </a:cubicBezTo>
                      <a:cubicBezTo>
                        <a:pt x="241" y="1314"/>
                        <a:pt x="241" y="1314"/>
                        <a:pt x="120" y="1199"/>
                      </a:cubicBezTo>
                      <a:cubicBezTo>
                        <a:pt x="91" y="1123"/>
                        <a:pt x="91" y="1123"/>
                        <a:pt x="72" y="1040"/>
                      </a:cubicBezTo>
                      <a:cubicBezTo>
                        <a:pt x="64" y="1012"/>
                        <a:pt x="56" y="985"/>
                        <a:pt x="49" y="956"/>
                      </a:cubicBezTo>
                      <a:cubicBezTo>
                        <a:pt x="0" y="712"/>
                        <a:pt x="71" y="542"/>
                        <a:pt x="202" y="337"/>
                      </a:cubicBezTo>
                      <a:cubicBezTo>
                        <a:pt x="219" y="310"/>
                        <a:pt x="236" y="282"/>
                        <a:pt x="254" y="254"/>
                      </a:cubicBezTo>
                      <a:cubicBezTo>
                        <a:pt x="443" y="0"/>
                        <a:pt x="509" y="64"/>
                        <a:pt x="866" y="64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92" name="ICON_OUT_WAVE_GRAPHIC_path_213"/>
                <p:cNvSpPr/>
                <p:nvPr/>
              </p:nvSpPr>
              <p:spPr>
                <a:xfrm>
                  <a:off x="9850438" y="3504562"/>
                  <a:ext cx="15875" cy="1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925" fill="norm" stroke="0">
                      <a:moveTo>
                        <a:pt x="1250" y="300"/>
                      </a:moveTo>
                      <a:cubicBezTo>
                        <a:pt x="1181" y="506"/>
                        <a:pt x="1112" y="713"/>
                        <a:pt x="1042" y="925"/>
                      </a:cubicBezTo>
                      <a:cubicBezTo>
                        <a:pt x="698" y="856"/>
                        <a:pt x="354" y="788"/>
                        <a:pt x="0" y="717"/>
                      </a:cubicBezTo>
                      <a:cubicBezTo>
                        <a:pt x="0" y="300"/>
                        <a:pt x="0" y="300"/>
                        <a:pt x="62" y="207"/>
                      </a:cubicBezTo>
                      <a:cubicBezTo>
                        <a:pt x="455" y="0"/>
                        <a:pt x="853" y="175"/>
                        <a:pt x="1250" y="30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93" name="ICON_OUT_WAVE_GRAPHIC_path_214"/>
                <p:cNvSpPr/>
                <p:nvPr/>
              </p:nvSpPr>
              <p:spPr>
                <a:xfrm>
                  <a:off x="9111128" y="3500438"/>
                  <a:ext cx="11991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44" h="1250" fill="norm" stroke="0">
                      <a:moveTo>
                        <a:pt x="88" y="0"/>
                      </a:moveTo>
                      <a:cubicBezTo>
                        <a:pt x="295" y="0"/>
                        <a:pt x="501" y="0"/>
                        <a:pt x="713" y="0"/>
                      </a:cubicBezTo>
                      <a:cubicBezTo>
                        <a:pt x="944" y="731"/>
                        <a:pt x="944" y="731"/>
                        <a:pt x="889" y="981"/>
                      </a:cubicBezTo>
                      <a:cubicBezTo>
                        <a:pt x="837" y="1080"/>
                        <a:pt x="786" y="1165"/>
                        <a:pt x="713" y="1250"/>
                      </a:cubicBezTo>
                      <a:cubicBezTo>
                        <a:pt x="244" y="1219"/>
                        <a:pt x="244" y="1219"/>
                        <a:pt x="88" y="1042"/>
                      </a:cubicBezTo>
                      <a:cubicBezTo>
                        <a:pt x="0" y="707"/>
                        <a:pt x="55" y="340"/>
                        <a:pt x="8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94" name="ICON_OUT_WAVE_GRAPHIC_path_215"/>
                <p:cNvSpPr/>
                <p:nvPr/>
              </p:nvSpPr>
              <p:spPr>
                <a:xfrm>
                  <a:off x="9929812" y="3476625"/>
                  <a:ext cx="15875" cy="108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856" fill="norm" stroke="0">
                      <a:moveTo>
                        <a:pt x="208" y="0"/>
                      </a:moveTo>
                      <a:cubicBezTo>
                        <a:pt x="552" y="69"/>
                        <a:pt x="896" y="137"/>
                        <a:pt x="1250" y="208"/>
                      </a:cubicBezTo>
                      <a:cubicBezTo>
                        <a:pt x="1250" y="346"/>
                        <a:pt x="1250" y="483"/>
                        <a:pt x="1250" y="625"/>
                      </a:cubicBezTo>
                      <a:cubicBezTo>
                        <a:pt x="519" y="856"/>
                        <a:pt x="519" y="856"/>
                        <a:pt x="269" y="801"/>
                      </a:cubicBezTo>
                      <a:cubicBezTo>
                        <a:pt x="156" y="742"/>
                        <a:pt x="156" y="742"/>
                        <a:pt x="0" y="625"/>
                      </a:cubicBezTo>
                      <a:cubicBezTo>
                        <a:pt x="69" y="419"/>
                        <a:pt x="138" y="212"/>
                        <a:pt x="20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95" name="ICON_OUT_WAVE_GRAPHIC_path_216"/>
                <p:cNvSpPr/>
                <p:nvPr/>
              </p:nvSpPr>
              <p:spPr>
                <a:xfrm>
                  <a:off x="9133274" y="3476625"/>
                  <a:ext cx="10726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45" h="1250" fill="norm" stroke="0">
                      <a:moveTo>
                        <a:pt x="220" y="0"/>
                      </a:moveTo>
                      <a:cubicBezTo>
                        <a:pt x="426" y="0"/>
                        <a:pt x="632" y="0"/>
                        <a:pt x="845" y="0"/>
                      </a:cubicBezTo>
                      <a:cubicBezTo>
                        <a:pt x="845" y="413"/>
                        <a:pt x="845" y="825"/>
                        <a:pt x="845" y="1250"/>
                      </a:cubicBezTo>
                      <a:cubicBezTo>
                        <a:pt x="293" y="1130"/>
                        <a:pt x="293" y="1130"/>
                        <a:pt x="166" y="977"/>
                      </a:cubicBezTo>
                      <a:cubicBezTo>
                        <a:pt x="43" y="759"/>
                        <a:pt x="0" y="531"/>
                        <a:pt x="24" y="283"/>
                      </a:cubicBezTo>
                      <a:cubicBezTo>
                        <a:pt x="63" y="169"/>
                        <a:pt x="63" y="169"/>
                        <a:pt x="220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696" name="ICON_OUT_WAVE_GRAPHIC_path_217"/>
                <p:cNvSpPr/>
                <p:nvPr/>
              </p:nvSpPr>
              <p:spPr>
                <a:xfrm>
                  <a:off x="8993188" y="3460750"/>
                  <a:ext cx="15875" cy="108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856" fill="norm" stroke="0">
                      <a:moveTo>
                        <a:pt x="208" y="0"/>
                      </a:moveTo>
                      <a:cubicBezTo>
                        <a:pt x="552" y="69"/>
                        <a:pt x="896" y="137"/>
                        <a:pt x="1250" y="208"/>
                      </a:cubicBezTo>
                      <a:cubicBezTo>
                        <a:pt x="1250" y="346"/>
                        <a:pt x="1250" y="483"/>
                        <a:pt x="1250" y="625"/>
                      </a:cubicBezTo>
                      <a:cubicBezTo>
                        <a:pt x="519" y="856"/>
                        <a:pt x="519" y="856"/>
                        <a:pt x="269" y="801"/>
                      </a:cubicBezTo>
                      <a:cubicBezTo>
                        <a:pt x="156" y="742"/>
                        <a:pt x="156" y="742"/>
                        <a:pt x="0" y="625"/>
                      </a:cubicBezTo>
                      <a:cubicBezTo>
                        <a:pt x="69" y="419"/>
                        <a:pt x="138" y="212"/>
                        <a:pt x="20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97" name="ICON_OUT_WAVE_GRAPHIC_path_218"/>
                <p:cNvSpPr/>
                <p:nvPr/>
              </p:nvSpPr>
              <p:spPr>
                <a:xfrm>
                  <a:off x="9159875" y="3913188"/>
                  <a:ext cx="9059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13" h="1250" fill="norm" stroke="0">
                      <a:moveTo>
                        <a:pt x="0" y="0"/>
                      </a:moveTo>
                      <a:cubicBezTo>
                        <a:pt x="496" y="62"/>
                        <a:pt x="496" y="62"/>
                        <a:pt x="625" y="208"/>
                      </a:cubicBezTo>
                      <a:cubicBezTo>
                        <a:pt x="713" y="543"/>
                        <a:pt x="659" y="910"/>
                        <a:pt x="625" y="1250"/>
                      </a:cubicBezTo>
                      <a:cubicBezTo>
                        <a:pt x="419" y="1250"/>
                        <a:pt x="212" y="1250"/>
                        <a:pt x="0" y="1250"/>
                      </a:cubicBezTo>
                      <a:cubicBezTo>
                        <a:pt x="0" y="837"/>
                        <a:pt x="0" y="425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98" name="ICON_OUT_WAVE_GRAPHIC_path_219"/>
                <p:cNvSpPr/>
                <p:nvPr/>
              </p:nvSpPr>
              <p:spPr>
                <a:xfrm>
                  <a:off x="9143693" y="3913188"/>
                  <a:ext cx="8244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49" h="1250" fill="norm" stroke="0">
                      <a:moveTo>
                        <a:pt x="649" y="0"/>
                      </a:moveTo>
                      <a:cubicBezTo>
                        <a:pt x="649" y="413"/>
                        <a:pt x="649" y="825"/>
                        <a:pt x="649" y="1250"/>
                      </a:cubicBezTo>
                      <a:cubicBezTo>
                        <a:pt x="443" y="1250"/>
                        <a:pt x="237" y="1250"/>
                        <a:pt x="24" y="1250"/>
                      </a:cubicBezTo>
                      <a:cubicBezTo>
                        <a:pt x="19" y="1081"/>
                        <a:pt x="14" y="911"/>
                        <a:pt x="11" y="742"/>
                      </a:cubicBezTo>
                      <a:cubicBezTo>
                        <a:pt x="9" y="694"/>
                        <a:pt x="8" y="646"/>
                        <a:pt x="6" y="597"/>
                      </a:cubicBezTo>
                      <a:cubicBezTo>
                        <a:pt x="0" y="199"/>
                        <a:pt x="0" y="199"/>
                        <a:pt x="103" y="71"/>
                      </a:cubicBezTo>
                      <a:cubicBezTo>
                        <a:pt x="233" y="0"/>
                        <a:pt x="233" y="0"/>
                        <a:pt x="649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699" name="ICON_OUT_WAVE_GRAPHIC_path_220"/>
                <p:cNvSpPr/>
                <p:nvPr/>
              </p:nvSpPr>
              <p:spPr>
                <a:xfrm>
                  <a:off x="8913812" y="3817938"/>
                  <a:ext cx="15875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833" fill="norm" stroke="0">
                      <a:moveTo>
                        <a:pt x="0" y="0"/>
                      </a:moveTo>
                      <a:cubicBezTo>
                        <a:pt x="413" y="0"/>
                        <a:pt x="825" y="0"/>
                        <a:pt x="1250" y="0"/>
                      </a:cubicBezTo>
                      <a:cubicBezTo>
                        <a:pt x="1112" y="275"/>
                        <a:pt x="975" y="550"/>
                        <a:pt x="833" y="833"/>
                      </a:cubicBezTo>
                      <a:cubicBezTo>
                        <a:pt x="696" y="773"/>
                        <a:pt x="558" y="713"/>
                        <a:pt x="417" y="651"/>
                      </a:cubicBezTo>
                      <a:cubicBezTo>
                        <a:pt x="373" y="633"/>
                        <a:pt x="330" y="615"/>
                        <a:pt x="285" y="597"/>
                      </a:cubicBezTo>
                      <a:cubicBezTo>
                        <a:pt x="268" y="589"/>
                        <a:pt x="268" y="589"/>
                        <a:pt x="182" y="549"/>
                      </a:cubicBezTo>
                      <a:cubicBezTo>
                        <a:pt x="147" y="533"/>
                        <a:pt x="112" y="518"/>
                        <a:pt x="76" y="502"/>
                      </a:cubicBezTo>
                      <a:cubicBezTo>
                        <a:pt x="0" y="417"/>
                        <a:pt x="0" y="417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00" name="ICON_OUT_WAVE_GRAPHIC_path_221"/>
                <p:cNvSpPr/>
                <p:nvPr/>
              </p:nvSpPr>
              <p:spPr>
                <a:xfrm>
                  <a:off x="9779001" y="3499638"/>
                  <a:ext cx="15875" cy="873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688" fill="norm" stroke="0">
                      <a:moveTo>
                        <a:pt x="890" y="31"/>
                      </a:moveTo>
                      <a:cubicBezTo>
                        <a:pt x="1010" y="40"/>
                        <a:pt x="1130" y="51"/>
                        <a:pt x="1250" y="63"/>
                      </a:cubicBezTo>
                      <a:cubicBezTo>
                        <a:pt x="1250" y="269"/>
                        <a:pt x="1250" y="475"/>
                        <a:pt x="1250" y="688"/>
                      </a:cubicBezTo>
                      <a:cubicBezTo>
                        <a:pt x="837" y="688"/>
                        <a:pt x="425" y="688"/>
                        <a:pt x="0" y="688"/>
                      </a:cubicBezTo>
                      <a:cubicBezTo>
                        <a:pt x="81" y="41"/>
                        <a:pt x="259" y="0"/>
                        <a:pt x="890" y="31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01" name="ICON_OUT_WAVE_GRAPHIC_path_222"/>
                <p:cNvSpPr/>
                <p:nvPr/>
              </p:nvSpPr>
              <p:spPr>
                <a:xfrm>
                  <a:off x="9961562" y="3492500"/>
                  <a:ext cx="15875" cy="905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713" fill="norm" stroke="0">
                      <a:moveTo>
                        <a:pt x="0" y="0"/>
                      </a:moveTo>
                      <a:cubicBezTo>
                        <a:pt x="413" y="0"/>
                        <a:pt x="825" y="0"/>
                        <a:pt x="1250" y="0"/>
                      </a:cubicBezTo>
                      <a:cubicBezTo>
                        <a:pt x="1188" y="496"/>
                        <a:pt x="1188" y="496"/>
                        <a:pt x="1042" y="625"/>
                      </a:cubicBezTo>
                      <a:cubicBezTo>
                        <a:pt x="707" y="713"/>
                        <a:pt x="340" y="659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02" name="ICON_OUT_WAVE_GRAPHIC_path_223"/>
                <p:cNvSpPr/>
                <p:nvPr/>
              </p:nvSpPr>
              <p:spPr>
                <a:xfrm>
                  <a:off x="9068954" y="3473979"/>
                  <a:ext cx="14192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17" h="1042" fill="norm" stroke="0">
                      <a:moveTo>
                        <a:pt x="76" y="0"/>
                      </a:moveTo>
                      <a:cubicBezTo>
                        <a:pt x="248" y="69"/>
                        <a:pt x="248" y="69"/>
                        <a:pt x="1117" y="417"/>
                      </a:cubicBezTo>
                      <a:cubicBezTo>
                        <a:pt x="1049" y="623"/>
                        <a:pt x="980" y="829"/>
                        <a:pt x="909" y="1042"/>
                      </a:cubicBezTo>
                      <a:cubicBezTo>
                        <a:pt x="136" y="748"/>
                        <a:pt x="136" y="748"/>
                        <a:pt x="36" y="544"/>
                      </a:cubicBezTo>
                      <a:cubicBezTo>
                        <a:pt x="0" y="348"/>
                        <a:pt x="39" y="204"/>
                        <a:pt x="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646" cap="flat">
                  <a:noFill/>
                </a:ln>
              </p:spPr>
            </p:sp>
            <p:sp>
              <p:nvSpPr>
                <p:cNvPr id="3703" name="ICON_OUT_WAVE_GRAPHIC_path_224"/>
                <p:cNvSpPr/>
                <p:nvPr/>
              </p:nvSpPr>
              <p:spPr>
                <a:xfrm>
                  <a:off x="9548812" y="4008438"/>
                  <a:ext cx="15875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625" fill="norm" stroke="0">
                      <a:moveTo>
                        <a:pt x="0" y="0"/>
                      </a:moveTo>
                      <a:cubicBezTo>
                        <a:pt x="413" y="0"/>
                        <a:pt x="825" y="0"/>
                        <a:pt x="1250" y="0"/>
                      </a:cubicBezTo>
                      <a:cubicBezTo>
                        <a:pt x="1181" y="206"/>
                        <a:pt x="1112" y="413"/>
                        <a:pt x="1042" y="625"/>
                      </a:cubicBezTo>
                      <a:cubicBezTo>
                        <a:pt x="698" y="556"/>
                        <a:pt x="354" y="488"/>
                        <a:pt x="0" y="417"/>
                      </a:cubicBezTo>
                      <a:cubicBezTo>
                        <a:pt x="0" y="279"/>
                        <a:pt x="0" y="142"/>
                        <a:pt x="0" y="0"/>
                      </a:cubicBezTo>
                      <a:close/>
                    </a:path>
                  </a:pathLst>
                </a:custGeom>
                <a:solidFill>
                  <a:srgbClr val="B399D7"/>
                </a:solidFill>
                <a:ln w="2646" cap="flat">
                  <a:noFill/>
                </a:ln>
              </p:spPr>
            </p:sp>
            <p:sp>
              <p:nvSpPr>
                <p:cNvPr id="3704" name="ICON_OUT_WAVE_GRAPHIC_path_225"/>
                <p:cNvSpPr/>
                <p:nvPr/>
              </p:nvSpPr>
              <p:spPr>
                <a:xfrm>
                  <a:off x="9501188" y="3984625"/>
                  <a:ext cx="15875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625" fill="norm" stroke="0">
                      <a:moveTo>
                        <a:pt x="0" y="0"/>
                      </a:moveTo>
                      <a:cubicBezTo>
                        <a:pt x="413" y="0"/>
                        <a:pt x="825" y="0"/>
                        <a:pt x="1250" y="0"/>
                      </a:cubicBezTo>
                      <a:cubicBezTo>
                        <a:pt x="1181" y="206"/>
                        <a:pt x="1112" y="413"/>
                        <a:pt x="1042" y="625"/>
                      </a:cubicBezTo>
                      <a:cubicBezTo>
                        <a:pt x="698" y="556"/>
                        <a:pt x="354" y="488"/>
                        <a:pt x="0" y="417"/>
                      </a:cubicBezTo>
                      <a:cubicBezTo>
                        <a:pt x="0" y="279"/>
                        <a:pt x="0" y="142"/>
                        <a:pt x="0" y="0"/>
                      </a:cubicBezTo>
                      <a:close/>
                    </a:path>
                  </a:pathLst>
                </a:custGeom>
                <a:solidFill>
                  <a:srgbClr val="B399D7"/>
                </a:solidFill>
                <a:ln w="2646" cap="flat">
                  <a:noFill/>
                </a:ln>
              </p:spPr>
            </p:sp>
            <p:sp>
              <p:nvSpPr>
                <p:cNvPr id="3705" name="ICON_OUT_WAVE_GRAPHIC_path_226"/>
                <p:cNvSpPr/>
                <p:nvPr/>
              </p:nvSpPr>
              <p:spPr>
                <a:xfrm>
                  <a:off x="9347729" y="3492500"/>
                  <a:ext cx="11184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81" h="1250" fill="norm" stroke="0">
                      <a:moveTo>
                        <a:pt x="417" y="0"/>
                      </a:moveTo>
                      <a:cubicBezTo>
                        <a:pt x="833" y="208"/>
                        <a:pt x="833" y="208"/>
                        <a:pt x="881" y="328"/>
                      </a:cubicBezTo>
                      <a:cubicBezTo>
                        <a:pt x="879" y="370"/>
                        <a:pt x="876" y="413"/>
                        <a:pt x="874" y="456"/>
                      </a:cubicBezTo>
                      <a:cubicBezTo>
                        <a:pt x="873" y="503"/>
                        <a:pt x="871" y="549"/>
                        <a:pt x="870" y="597"/>
                      </a:cubicBezTo>
                      <a:cubicBezTo>
                        <a:pt x="866" y="645"/>
                        <a:pt x="863" y="693"/>
                        <a:pt x="859" y="742"/>
                      </a:cubicBezTo>
                      <a:cubicBezTo>
                        <a:pt x="857" y="791"/>
                        <a:pt x="856" y="840"/>
                        <a:pt x="854" y="890"/>
                      </a:cubicBezTo>
                      <a:cubicBezTo>
                        <a:pt x="849" y="1010"/>
                        <a:pt x="841" y="1130"/>
                        <a:pt x="833" y="1250"/>
                      </a:cubicBezTo>
                      <a:cubicBezTo>
                        <a:pt x="558" y="1113"/>
                        <a:pt x="283" y="975"/>
                        <a:pt x="0" y="833"/>
                      </a:cubicBezTo>
                      <a:cubicBezTo>
                        <a:pt x="137" y="558"/>
                        <a:pt x="275" y="283"/>
                        <a:pt x="417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706" name="ICON_OUT_WAVE_GRAPHIC_path_227"/>
                <p:cNvSpPr/>
                <p:nvPr/>
              </p:nvSpPr>
              <p:spPr>
                <a:xfrm>
                  <a:off x="9572626" y="3491719"/>
                  <a:ext cx="15875" cy="983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775" fill="norm" stroke="0">
                      <a:moveTo>
                        <a:pt x="890" y="30"/>
                      </a:moveTo>
                      <a:cubicBezTo>
                        <a:pt x="1010" y="38"/>
                        <a:pt x="1130" y="49"/>
                        <a:pt x="1250" y="61"/>
                      </a:cubicBezTo>
                      <a:cubicBezTo>
                        <a:pt x="1219" y="530"/>
                        <a:pt x="1219" y="530"/>
                        <a:pt x="1042" y="686"/>
                      </a:cubicBezTo>
                      <a:cubicBezTo>
                        <a:pt x="708" y="775"/>
                        <a:pt x="339" y="723"/>
                        <a:pt x="0" y="686"/>
                      </a:cubicBezTo>
                      <a:cubicBezTo>
                        <a:pt x="41" y="58"/>
                        <a:pt x="291" y="0"/>
                        <a:pt x="890" y="3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07" name="ICON_OUT_WAVE_GRAPHIC_path_228"/>
                <p:cNvSpPr/>
                <p:nvPr/>
              </p:nvSpPr>
              <p:spPr>
                <a:xfrm>
                  <a:off x="8984131" y="3492500"/>
                  <a:ext cx="10176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01" h="1250" fill="norm" stroke="0">
                      <a:moveTo>
                        <a:pt x="88" y="0"/>
                      </a:moveTo>
                      <a:cubicBezTo>
                        <a:pt x="557" y="31"/>
                        <a:pt x="557" y="31"/>
                        <a:pt x="713" y="208"/>
                      </a:cubicBezTo>
                      <a:cubicBezTo>
                        <a:pt x="801" y="542"/>
                        <a:pt x="750" y="911"/>
                        <a:pt x="713" y="1250"/>
                      </a:cubicBezTo>
                      <a:cubicBezTo>
                        <a:pt x="244" y="1219"/>
                        <a:pt x="244" y="1219"/>
                        <a:pt x="88" y="1042"/>
                      </a:cubicBezTo>
                      <a:cubicBezTo>
                        <a:pt x="0" y="708"/>
                        <a:pt x="52" y="339"/>
                        <a:pt x="88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708" name="ICON_OUT_WAVE_GRAPHIC_path_229"/>
                <p:cNvSpPr/>
                <p:nvPr/>
              </p:nvSpPr>
              <p:spPr>
                <a:xfrm>
                  <a:off x="9604375" y="3476625"/>
                  <a:ext cx="7938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250" fill="norm" stroke="0">
                      <a:moveTo>
                        <a:pt x="208" y="0"/>
                      </a:moveTo>
                      <a:cubicBezTo>
                        <a:pt x="346" y="0"/>
                        <a:pt x="483" y="0"/>
                        <a:pt x="625" y="0"/>
                      </a:cubicBezTo>
                      <a:cubicBezTo>
                        <a:pt x="625" y="413"/>
                        <a:pt x="625" y="825"/>
                        <a:pt x="625" y="1250"/>
                      </a:cubicBezTo>
                      <a:cubicBezTo>
                        <a:pt x="419" y="1181"/>
                        <a:pt x="213" y="1113"/>
                        <a:pt x="0" y="1042"/>
                      </a:cubicBezTo>
                      <a:cubicBezTo>
                        <a:pt x="69" y="698"/>
                        <a:pt x="138" y="354"/>
                        <a:pt x="208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709" name="ICON_OUT_WAVE_GRAPHIC_path_230"/>
                <p:cNvSpPr/>
                <p:nvPr/>
              </p:nvSpPr>
              <p:spPr>
                <a:xfrm>
                  <a:off x="8858250" y="3452812"/>
                  <a:ext cx="7938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250" fill="norm" stroke="0">
                      <a:moveTo>
                        <a:pt x="0" y="0"/>
                      </a:moveTo>
                      <a:cubicBezTo>
                        <a:pt x="206" y="69"/>
                        <a:pt x="413" y="137"/>
                        <a:pt x="625" y="208"/>
                      </a:cubicBezTo>
                      <a:cubicBezTo>
                        <a:pt x="556" y="552"/>
                        <a:pt x="487" y="896"/>
                        <a:pt x="417" y="1250"/>
                      </a:cubicBezTo>
                      <a:cubicBezTo>
                        <a:pt x="279" y="1250"/>
                        <a:pt x="142" y="1250"/>
                        <a:pt x="0" y="1250"/>
                      </a:cubicBezTo>
                      <a:cubicBezTo>
                        <a:pt x="0" y="837"/>
                        <a:pt x="0" y="425"/>
                        <a:pt x="0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710" name="ICON_OUT_WAVE_GRAPHIC_path_231"/>
                <p:cNvSpPr/>
                <p:nvPr/>
              </p:nvSpPr>
              <p:spPr>
                <a:xfrm>
                  <a:off x="9133417" y="3981979"/>
                  <a:ext cx="11647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17" h="833" fill="norm" stroke="0">
                      <a:moveTo>
                        <a:pt x="208" y="0"/>
                      </a:moveTo>
                      <a:cubicBezTo>
                        <a:pt x="705" y="103"/>
                        <a:pt x="705" y="103"/>
                        <a:pt x="833" y="208"/>
                      </a:cubicBezTo>
                      <a:cubicBezTo>
                        <a:pt x="917" y="410"/>
                        <a:pt x="861" y="624"/>
                        <a:pt x="833" y="833"/>
                      </a:cubicBezTo>
                      <a:cubicBezTo>
                        <a:pt x="558" y="833"/>
                        <a:pt x="283" y="833"/>
                        <a:pt x="0" y="833"/>
                      </a:cubicBezTo>
                      <a:cubicBezTo>
                        <a:pt x="69" y="558"/>
                        <a:pt x="138" y="283"/>
                        <a:pt x="20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11" name="ICON_OUT_WAVE_GRAPHIC_path_232"/>
                <p:cNvSpPr/>
                <p:nvPr/>
              </p:nvSpPr>
              <p:spPr>
                <a:xfrm>
                  <a:off x="9943042" y="3944310"/>
                  <a:ext cx="13229" cy="1121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883" fill="norm" stroke="0">
                      <a:moveTo>
                        <a:pt x="1042" y="49"/>
                      </a:moveTo>
                      <a:cubicBezTo>
                        <a:pt x="973" y="324"/>
                        <a:pt x="904" y="599"/>
                        <a:pt x="833" y="883"/>
                      </a:cubicBezTo>
                      <a:cubicBezTo>
                        <a:pt x="558" y="745"/>
                        <a:pt x="283" y="608"/>
                        <a:pt x="0" y="466"/>
                      </a:cubicBezTo>
                      <a:cubicBezTo>
                        <a:pt x="344" y="43"/>
                        <a:pt x="499" y="0"/>
                        <a:pt x="1042" y="49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12" name="ICON_OUT_WAVE_GRAPHIC_path_233"/>
                <p:cNvSpPr/>
                <p:nvPr/>
              </p:nvSpPr>
              <p:spPr>
                <a:xfrm>
                  <a:off x="9366250" y="3944938"/>
                  <a:ext cx="10583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33" fill="norm" stroke="0">
                      <a:moveTo>
                        <a:pt x="208" y="0"/>
                      </a:moveTo>
                      <a:cubicBezTo>
                        <a:pt x="415" y="0"/>
                        <a:pt x="621" y="0"/>
                        <a:pt x="833" y="0"/>
                      </a:cubicBezTo>
                      <a:cubicBezTo>
                        <a:pt x="833" y="275"/>
                        <a:pt x="833" y="550"/>
                        <a:pt x="833" y="833"/>
                      </a:cubicBezTo>
                      <a:cubicBezTo>
                        <a:pt x="558" y="833"/>
                        <a:pt x="283" y="833"/>
                        <a:pt x="0" y="833"/>
                      </a:cubicBezTo>
                      <a:cubicBezTo>
                        <a:pt x="69" y="558"/>
                        <a:pt x="138" y="283"/>
                        <a:pt x="208" y="0"/>
                      </a:cubicBezTo>
                      <a:close/>
                    </a:path>
                  </a:pathLst>
                </a:custGeom>
                <a:solidFill>
                  <a:srgbClr val="AF93D5"/>
                </a:solidFill>
                <a:ln w="2646" cap="flat">
                  <a:noFill/>
                </a:ln>
              </p:spPr>
            </p:sp>
            <p:sp>
              <p:nvSpPr>
                <p:cNvPr id="3713" name="ICON_OUT_WAVE_GRAPHIC_path_234"/>
                <p:cNvSpPr/>
                <p:nvPr/>
              </p:nvSpPr>
              <p:spPr>
                <a:xfrm>
                  <a:off x="9166693" y="3500438"/>
                  <a:ext cx="10176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01" h="1250" fill="norm" stroke="0">
                      <a:moveTo>
                        <a:pt x="88" y="0"/>
                      </a:moveTo>
                      <a:cubicBezTo>
                        <a:pt x="557" y="31"/>
                        <a:pt x="557" y="31"/>
                        <a:pt x="713" y="208"/>
                      </a:cubicBezTo>
                      <a:cubicBezTo>
                        <a:pt x="801" y="542"/>
                        <a:pt x="750" y="911"/>
                        <a:pt x="713" y="1250"/>
                      </a:cubicBezTo>
                      <a:cubicBezTo>
                        <a:pt x="244" y="1219"/>
                        <a:pt x="244" y="1219"/>
                        <a:pt x="88" y="1042"/>
                      </a:cubicBezTo>
                      <a:cubicBezTo>
                        <a:pt x="0" y="708"/>
                        <a:pt x="52" y="339"/>
                        <a:pt x="88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714" name="ICON_OUT_WAVE_GRAPHIC_path_235"/>
                <p:cNvSpPr/>
                <p:nvPr/>
              </p:nvSpPr>
              <p:spPr>
                <a:xfrm>
                  <a:off x="9642943" y="3468688"/>
                  <a:ext cx="10176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01" h="1250" fill="norm" stroke="0">
                      <a:moveTo>
                        <a:pt x="88" y="0"/>
                      </a:moveTo>
                      <a:cubicBezTo>
                        <a:pt x="557" y="31"/>
                        <a:pt x="557" y="31"/>
                        <a:pt x="713" y="208"/>
                      </a:cubicBezTo>
                      <a:cubicBezTo>
                        <a:pt x="801" y="542"/>
                        <a:pt x="750" y="911"/>
                        <a:pt x="713" y="1250"/>
                      </a:cubicBezTo>
                      <a:cubicBezTo>
                        <a:pt x="244" y="1219"/>
                        <a:pt x="244" y="1219"/>
                        <a:pt x="88" y="1042"/>
                      </a:cubicBezTo>
                      <a:cubicBezTo>
                        <a:pt x="0" y="708"/>
                        <a:pt x="52" y="339"/>
                        <a:pt x="88" y="0"/>
                      </a:cubicBezTo>
                      <a:close/>
                    </a:path>
                  </a:pathLst>
                </a:custGeom>
                <a:solidFill>
                  <a:srgbClr val="3977FF"/>
                </a:solidFill>
                <a:ln w="2646" cap="flat">
                  <a:noFill/>
                </a:ln>
              </p:spPr>
            </p:sp>
            <p:sp>
              <p:nvSpPr>
                <p:cNvPr id="3715" name="ICON_OUT_WAVE_GRAPHIC_path_236"/>
                <p:cNvSpPr/>
                <p:nvPr/>
              </p:nvSpPr>
              <p:spPr>
                <a:xfrm>
                  <a:off x="9719728" y="3952875"/>
                  <a:ext cx="11647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17" h="833" fill="norm" stroke="0">
                      <a:moveTo>
                        <a:pt x="84" y="0"/>
                      </a:moveTo>
                      <a:cubicBezTo>
                        <a:pt x="359" y="69"/>
                        <a:pt x="634" y="137"/>
                        <a:pt x="917" y="208"/>
                      </a:cubicBezTo>
                      <a:cubicBezTo>
                        <a:pt x="848" y="415"/>
                        <a:pt x="780" y="621"/>
                        <a:pt x="709" y="833"/>
                      </a:cubicBezTo>
                      <a:cubicBezTo>
                        <a:pt x="212" y="730"/>
                        <a:pt x="212" y="730"/>
                        <a:pt x="84" y="625"/>
                      </a:cubicBezTo>
                      <a:cubicBezTo>
                        <a:pt x="0" y="424"/>
                        <a:pt x="56" y="209"/>
                        <a:pt x="84" y="0"/>
                      </a:cubicBezTo>
                      <a:close/>
                    </a:path>
                  </a:pathLst>
                </a:custGeom>
                <a:solidFill>
                  <a:srgbClr val="AF93D5"/>
                </a:solidFill>
                <a:ln w="2646" cap="flat">
                  <a:noFill/>
                </a:ln>
              </p:spPr>
            </p:sp>
            <p:sp>
              <p:nvSpPr>
                <p:cNvPr id="3716" name="ICON_OUT_WAVE_GRAPHIC_path_237"/>
                <p:cNvSpPr/>
                <p:nvPr/>
              </p:nvSpPr>
              <p:spPr>
                <a:xfrm>
                  <a:off x="9514417" y="3508375"/>
                  <a:ext cx="10583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33" fill="norm" stroke="0">
                      <a:moveTo>
                        <a:pt x="208" y="0"/>
                      </a:moveTo>
                      <a:cubicBezTo>
                        <a:pt x="415" y="0"/>
                        <a:pt x="621" y="0"/>
                        <a:pt x="833" y="0"/>
                      </a:cubicBezTo>
                      <a:cubicBezTo>
                        <a:pt x="833" y="206"/>
                        <a:pt x="833" y="413"/>
                        <a:pt x="833" y="625"/>
                      </a:cubicBezTo>
                      <a:cubicBezTo>
                        <a:pt x="558" y="694"/>
                        <a:pt x="283" y="762"/>
                        <a:pt x="0" y="833"/>
                      </a:cubicBezTo>
                      <a:cubicBezTo>
                        <a:pt x="69" y="558"/>
                        <a:pt x="138" y="283"/>
                        <a:pt x="20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646" cap="flat">
                  <a:noFill/>
                </a:ln>
              </p:spPr>
            </p:sp>
            <p:sp>
              <p:nvSpPr>
                <p:cNvPr id="3717" name="ICON_OUT_WAVE_GRAPHIC_path_238"/>
                <p:cNvSpPr/>
                <p:nvPr/>
              </p:nvSpPr>
              <p:spPr>
                <a:xfrm>
                  <a:off x="9069917" y="3997854"/>
                  <a:ext cx="10583" cy="1164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917" fill="norm" stroke="0">
                      <a:moveTo>
                        <a:pt x="208" y="0"/>
                      </a:moveTo>
                      <a:cubicBezTo>
                        <a:pt x="415" y="69"/>
                        <a:pt x="621" y="137"/>
                        <a:pt x="833" y="208"/>
                      </a:cubicBezTo>
                      <a:cubicBezTo>
                        <a:pt x="730" y="705"/>
                        <a:pt x="730" y="705"/>
                        <a:pt x="625" y="833"/>
                      </a:cubicBezTo>
                      <a:cubicBezTo>
                        <a:pt x="424" y="917"/>
                        <a:pt x="209" y="861"/>
                        <a:pt x="0" y="833"/>
                      </a:cubicBezTo>
                      <a:cubicBezTo>
                        <a:pt x="69" y="558"/>
                        <a:pt x="138" y="283"/>
                        <a:pt x="20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18" name="ICON_OUT_WAVE_GRAPHIC_path_239"/>
                <p:cNvSpPr/>
                <p:nvPr/>
              </p:nvSpPr>
              <p:spPr>
                <a:xfrm>
                  <a:off x="9699625" y="3997436"/>
                  <a:ext cx="11703" cy="1100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21" h="866" fill="norm" stroke="0">
                      <a:moveTo>
                        <a:pt x="755" y="146"/>
                      </a:moveTo>
                      <a:cubicBezTo>
                        <a:pt x="921" y="349"/>
                        <a:pt x="855" y="622"/>
                        <a:pt x="833" y="866"/>
                      </a:cubicBezTo>
                      <a:cubicBezTo>
                        <a:pt x="558" y="798"/>
                        <a:pt x="283" y="729"/>
                        <a:pt x="0" y="658"/>
                      </a:cubicBezTo>
                      <a:cubicBezTo>
                        <a:pt x="0" y="241"/>
                        <a:pt x="0" y="241"/>
                        <a:pt x="76" y="148"/>
                      </a:cubicBezTo>
                      <a:cubicBezTo>
                        <a:pt x="330" y="29"/>
                        <a:pt x="506" y="0"/>
                        <a:pt x="755" y="146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19" name="ICON_OUT_WAVE_GRAPHIC_path_240"/>
                <p:cNvSpPr/>
                <p:nvPr/>
              </p:nvSpPr>
              <p:spPr>
                <a:xfrm>
                  <a:off x="8913812" y="3992562"/>
                  <a:ext cx="10583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25" fill="norm" stroke="0">
                      <a:moveTo>
                        <a:pt x="0" y="0"/>
                      </a:moveTo>
                      <a:cubicBezTo>
                        <a:pt x="275" y="0"/>
                        <a:pt x="550" y="0"/>
                        <a:pt x="833" y="0"/>
                      </a:cubicBezTo>
                      <a:cubicBezTo>
                        <a:pt x="833" y="206"/>
                        <a:pt x="833" y="413"/>
                        <a:pt x="833" y="625"/>
                      </a:cubicBezTo>
                      <a:cubicBezTo>
                        <a:pt x="558" y="625"/>
                        <a:pt x="283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B094D5"/>
                </a:solidFill>
                <a:ln w="2646" cap="flat">
                  <a:noFill/>
                </a:ln>
              </p:spPr>
            </p:sp>
            <p:sp>
              <p:nvSpPr>
                <p:cNvPr id="3720" name="ICON_OUT_WAVE_GRAPHIC_path_241"/>
                <p:cNvSpPr/>
                <p:nvPr/>
              </p:nvSpPr>
              <p:spPr>
                <a:xfrm>
                  <a:off x="9627513" y="3981979"/>
                  <a:ext cx="8909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1" h="1042" fill="norm" stroke="0">
                      <a:moveTo>
                        <a:pt x="470" y="0"/>
                      </a:moveTo>
                      <a:cubicBezTo>
                        <a:pt x="701" y="419"/>
                        <a:pt x="701" y="419"/>
                        <a:pt x="678" y="625"/>
                      </a:cubicBezTo>
                      <a:cubicBezTo>
                        <a:pt x="531" y="827"/>
                        <a:pt x="275" y="938"/>
                        <a:pt x="53" y="1042"/>
                      </a:cubicBezTo>
                      <a:cubicBezTo>
                        <a:pt x="0" y="455"/>
                        <a:pt x="0" y="455"/>
                        <a:pt x="53" y="208"/>
                      </a:cubicBezTo>
                      <a:cubicBezTo>
                        <a:pt x="175" y="75"/>
                        <a:pt x="294" y="31"/>
                        <a:pt x="47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21" name="ICON_OUT_WAVE_GRAPHIC_path_242"/>
                <p:cNvSpPr/>
                <p:nvPr/>
              </p:nvSpPr>
              <p:spPr>
                <a:xfrm>
                  <a:off x="9251937" y="3976688"/>
                  <a:ext cx="11126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6" h="833" fill="norm" stroke="0">
                      <a:moveTo>
                        <a:pt x="43" y="0"/>
                      </a:moveTo>
                      <a:cubicBezTo>
                        <a:pt x="318" y="0"/>
                        <a:pt x="593" y="0"/>
                        <a:pt x="876" y="0"/>
                      </a:cubicBezTo>
                      <a:cubicBezTo>
                        <a:pt x="739" y="275"/>
                        <a:pt x="601" y="550"/>
                        <a:pt x="459" y="833"/>
                      </a:cubicBezTo>
                      <a:cubicBezTo>
                        <a:pt x="322" y="765"/>
                        <a:pt x="184" y="696"/>
                        <a:pt x="43" y="625"/>
                      </a:cubicBezTo>
                      <a:cubicBezTo>
                        <a:pt x="6" y="484"/>
                        <a:pt x="0" y="435"/>
                        <a:pt x="17" y="300"/>
                      </a:cubicBezTo>
                      <a:cubicBezTo>
                        <a:pt x="25" y="201"/>
                        <a:pt x="34" y="102"/>
                        <a:pt x="43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22" name="ICON_OUT_WAVE_GRAPHIC_path_243"/>
                <p:cNvSpPr/>
                <p:nvPr/>
              </p:nvSpPr>
              <p:spPr>
                <a:xfrm>
                  <a:off x="9222311" y="3976688"/>
                  <a:ext cx="11647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17" h="833" fill="norm" stroke="0">
                      <a:moveTo>
                        <a:pt x="84" y="0"/>
                      </a:moveTo>
                      <a:cubicBezTo>
                        <a:pt x="359" y="69"/>
                        <a:pt x="634" y="137"/>
                        <a:pt x="917" y="208"/>
                      </a:cubicBezTo>
                      <a:cubicBezTo>
                        <a:pt x="848" y="415"/>
                        <a:pt x="780" y="621"/>
                        <a:pt x="709" y="833"/>
                      </a:cubicBezTo>
                      <a:cubicBezTo>
                        <a:pt x="212" y="730"/>
                        <a:pt x="212" y="730"/>
                        <a:pt x="84" y="625"/>
                      </a:cubicBezTo>
                      <a:cubicBezTo>
                        <a:pt x="0" y="424"/>
                        <a:pt x="56" y="209"/>
                        <a:pt x="84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23" name="ICON_OUT_WAVE_GRAPHIC_path_244"/>
                <p:cNvSpPr/>
                <p:nvPr/>
              </p:nvSpPr>
              <p:spPr>
                <a:xfrm>
                  <a:off x="9532938" y="3966104"/>
                  <a:ext cx="10583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1042" fill="norm" stroke="0">
                      <a:moveTo>
                        <a:pt x="417" y="0"/>
                      </a:moveTo>
                      <a:cubicBezTo>
                        <a:pt x="554" y="275"/>
                        <a:pt x="692" y="550"/>
                        <a:pt x="833" y="833"/>
                      </a:cubicBezTo>
                      <a:cubicBezTo>
                        <a:pt x="765" y="868"/>
                        <a:pt x="765" y="868"/>
                        <a:pt x="417" y="1042"/>
                      </a:cubicBezTo>
                      <a:cubicBezTo>
                        <a:pt x="279" y="973"/>
                        <a:pt x="142" y="904"/>
                        <a:pt x="0" y="833"/>
                      </a:cubicBezTo>
                      <a:cubicBezTo>
                        <a:pt x="137" y="558"/>
                        <a:pt x="275" y="283"/>
                        <a:pt x="417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24" name="ICON_OUT_WAVE_GRAPHIC_path_245"/>
                <p:cNvSpPr/>
                <p:nvPr/>
              </p:nvSpPr>
              <p:spPr>
                <a:xfrm>
                  <a:off x="9911292" y="3952875"/>
                  <a:ext cx="10583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33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833" y="346"/>
                        <a:pt x="833" y="483"/>
                        <a:pt x="833" y="625"/>
                      </a:cubicBezTo>
                      <a:cubicBezTo>
                        <a:pt x="710" y="702"/>
                        <a:pt x="656" y="726"/>
                        <a:pt x="521" y="755"/>
                      </a:cubicBezTo>
                      <a:cubicBezTo>
                        <a:pt x="418" y="781"/>
                        <a:pt x="315" y="807"/>
                        <a:pt x="208" y="833"/>
                      </a:cubicBezTo>
                      <a:cubicBezTo>
                        <a:pt x="140" y="558"/>
                        <a:pt x="71" y="283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25" name="ICON_OUT_WAVE_GRAPHIC_path_246"/>
                <p:cNvSpPr/>
                <p:nvPr/>
              </p:nvSpPr>
              <p:spPr>
                <a:xfrm>
                  <a:off x="9212792" y="3937000"/>
                  <a:ext cx="10583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33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833" y="346"/>
                        <a:pt x="833" y="483"/>
                        <a:pt x="833" y="625"/>
                      </a:cubicBezTo>
                      <a:cubicBezTo>
                        <a:pt x="710" y="702"/>
                        <a:pt x="656" y="726"/>
                        <a:pt x="521" y="755"/>
                      </a:cubicBezTo>
                      <a:cubicBezTo>
                        <a:pt x="418" y="781"/>
                        <a:pt x="315" y="807"/>
                        <a:pt x="208" y="833"/>
                      </a:cubicBezTo>
                      <a:cubicBezTo>
                        <a:pt x="140" y="558"/>
                        <a:pt x="71" y="283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26" name="ICON_OUT_WAVE_GRAPHIC_path_247"/>
                <p:cNvSpPr/>
                <p:nvPr/>
              </p:nvSpPr>
              <p:spPr>
                <a:xfrm>
                  <a:off x="9779001" y="3920497"/>
                  <a:ext cx="10583" cy="1121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83" fill="norm" stroke="0">
                      <a:moveTo>
                        <a:pt x="361" y="8"/>
                      </a:moveTo>
                      <a:cubicBezTo>
                        <a:pt x="523" y="0"/>
                        <a:pt x="669" y="28"/>
                        <a:pt x="833" y="49"/>
                      </a:cubicBezTo>
                      <a:cubicBezTo>
                        <a:pt x="765" y="324"/>
                        <a:pt x="696" y="599"/>
                        <a:pt x="625" y="883"/>
                      </a:cubicBezTo>
                      <a:cubicBezTo>
                        <a:pt x="419" y="814"/>
                        <a:pt x="213" y="745"/>
                        <a:pt x="0" y="674"/>
                      </a:cubicBezTo>
                      <a:cubicBezTo>
                        <a:pt x="132" y="41"/>
                        <a:pt x="132" y="41"/>
                        <a:pt x="361" y="8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27" name="ICON_OUT_WAVE_GRAPHIC_path_248"/>
                <p:cNvSpPr/>
                <p:nvPr/>
              </p:nvSpPr>
              <p:spPr>
                <a:xfrm>
                  <a:off x="9342438" y="3920497"/>
                  <a:ext cx="10583" cy="1121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83" fill="norm" stroke="0">
                      <a:moveTo>
                        <a:pt x="361" y="8"/>
                      </a:moveTo>
                      <a:cubicBezTo>
                        <a:pt x="523" y="0"/>
                        <a:pt x="669" y="28"/>
                        <a:pt x="833" y="49"/>
                      </a:cubicBezTo>
                      <a:cubicBezTo>
                        <a:pt x="765" y="324"/>
                        <a:pt x="696" y="599"/>
                        <a:pt x="625" y="883"/>
                      </a:cubicBezTo>
                      <a:cubicBezTo>
                        <a:pt x="419" y="814"/>
                        <a:pt x="213" y="745"/>
                        <a:pt x="0" y="674"/>
                      </a:cubicBezTo>
                      <a:cubicBezTo>
                        <a:pt x="132" y="41"/>
                        <a:pt x="132" y="41"/>
                        <a:pt x="361" y="8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28" name="ICON_OUT_WAVE_GRAPHIC_path_249"/>
                <p:cNvSpPr/>
                <p:nvPr/>
              </p:nvSpPr>
              <p:spPr>
                <a:xfrm>
                  <a:off x="9985376" y="3912560"/>
                  <a:ext cx="10583" cy="1121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83" fill="norm" stroke="0">
                      <a:moveTo>
                        <a:pt x="361" y="8"/>
                      </a:moveTo>
                      <a:cubicBezTo>
                        <a:pt x="523" y="0"/>
                        <a:pt x="669" y="28"/>
                        <a:pt x="833" y="49"/>
                      </a:cubicBezTo>
                      <a:cubicBezTo>
                        <a:pt x="765" y="324"/>
                        <a:pt x="696" y="599"/>
                        <a:pt x="625" y="883"/>
                      </a:cubicBezTo>
                      <a:cubicBezTo>
                        <a:pt x="419" y="814"/>
                        <a:pt x="213" y="745"/>
                        <a:pt x="0" y="674"/>
                      </a:cubicBezTo>
                      <a:cubicBezTo>
                        <a:pt x="132" y="41"/>
                        <a:pt x="132" y="41"/>
                        <a:pt x="361" y="8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29" name="ICON_OUT_WAVE_GRAPHIC_path_250"/>
                <p:cNvSpPr/>
                <p:nvPr/>
              </p:nvSpPr>
              <p:spPr>
                <a:xfrm>
                  <a:off x="8961438" y="3894667"/>
                  <a:ext cx="10583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1042" fill="norm" stroke="0">
                      <a:moveTo>
                        <a:pt x="417" y="0"/>
                      </a:moveTo>
                      <a:cubicBezTo>
                        <a:pt x="554" y="275"/>
                        <a:pt x="692" y="550"/>
                        <a:pt x="833" y="833"/>
                      </a:cubicBezTo>
                      <a:cubicBezTo>
                        <a:pt x="765" y="868"/>
                        <a:pt x="765" y="868"/>
                        <a:pt x="417" y="1042"/>
                      </a:cubicBezTo>
                      <a:cubicBezTo>
                        <a:pt x="279" y="973"/>
                        <a:pt x="142" y="904"/>
                        <a:pt x="0" y="833"/>
                      </a:cubicBezTo>
                      <a:cubicBezTo>
                        <a:pt x="137" y="558"/>
                        <a:pt x="275" y="283"/>
                        <a:pt x="417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30" name="ICON_OUT_WAVE_GRAPHIC_path_251"/>
                <p:cNvSpPr/>
                <p:nvPr/>
              </p:nvSpPr>
              <p:spPr>
                <a:xfrm>
                  <a:off x="9159875" y="3828521"/>
                  <a:ext cx="10626" cy="1384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7" h="1090" fill="norm" stroke="0">
                      <a:moveTo>
                        <a:pt x="417" y="0"/>
                      </a:moveTo>
                      <a:cubicBezTo>
                        <a:pt x="831" y="513"/>
                        <a:pt x="831" y="513"/>
                        <a:pt x="837" y="759"/>
                      </a:cubicBezTo>
                      <a:cubicBezTo>
                        <a:pt x="785" y="897"/>
                        <a:pt x="747" y="957"/>
                        <a:pt x="625" y="1042"/>
                      </a:cubicBezTo>
                      <a:cubicBezTo>
                        <a:pt x="415" y="1090"/>
                        <a:pt x="214" y="1060"/>
                        <a:pt x="0" y="1042"/>
                      </a:cubicBezTo>
                      <a:cubicBezTo>
                        <a:pt x="0" y="835"/>
                        <a:pt x="0" y="629"/>
                        <a:pt x="0" y="417"/>
                      </a:cubicBezTo>
                      <a:cubicBezTo>
                        <a:pt x="137" y="417"/>
                        <a:pt x="275" y="417"/>
                        <a:pt x="417" y="417"/>
                      </a:cubicBezTo>
                      <a:cubicBezTo>
                        <a:pt x="417" y="279"/>
                        <a:pt x="417" y="142"/>
                        <a:pt x="417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31" name="ICON_OUT_WAVE_GRAPHIC_path_252"/>
                <p:cNvSpPr/>
                <p:nvPr/>
              </p:nvSpPr>
              <p:spPr>
                <a:xfrm>
                  <a:off x="9308042" y="3992562"/>
                  <a:ext cx="10583" cy="900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709" fill="norm" stroke="0">
                      <a:moveTo>
                        <a:pt x="0" y="0"/>
                      </a:moveTo>
                      <a:cubicBezTo>
                        <a:pt x="275" y="0"/>
                        <a:pt x="550" y="0"/>
                        <a:pt x="833" y="0"/>
                      </a:cubicBezTo>
                      <a:cubicBezTo>
                        <a:pt x="730" y="496"/>
                        <a:pt x="730" y="496"/>
                        <a:pt x="625" y="625"/>
                      </a:cubicBezTo>
                      <a:cubicBezTo>
                        <a:pt x="424" y="709"/>
                        <a:pt x="209" y="652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32" name="ICON_OUT_WAVE_GRAPHIC_path_253"/>
                <p:cNvSpPr/>
                <p:nvPr/>
              </p:nvSpPr>
              <p:spPr>
                <a:xfrm>
                  <a:off x="9728729" y="3984625"/>
                  <a:ext cx="13229" cy="90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42" h="714" fill="norm" stroke="0">
                      <a:moveTo>
                        <a:pt x="0" y="0"/>
                      </a:moveTo>
                      <a:cubicBezTo>
                        <a:pt x="344" y="0"/>
                        <a:pt x="688" y="0"/>
                        <a:pt x="1042" y="0"/>
                      </a:cubicBezTo>
                      <a:cubicBezTo>
                        <a:pt x="941" y="485"/>
                        <a:pt x="941" y="485"/>
                        <a:pt x="833" y="625"/>
                      </a:cubicBezTo>
                      <a:cubicBezTo>
                        <a:pt x="683" y="713"/>
                        <a:pt x="523" y="714"/>
                        <a:pt x="354" y="689"/>
                      </a:cubicBezTo>
                      <a:cubicBezTo>
                        <a:pt x="261" y="660"/>
                        <a:pt x="219" y="639"/>
                        <a:pt x="159" y="561"/>
                      </a:cubicBezTo>
                      <a:cubicBezTo>
                        <a:pt x="69" y="377"/>
                        <a:pt x="43" y="205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33" name="ICON_OUT_WAVE_GRAPHIC_path_254"/>
                <p:cNvSpPr/>
                <p:nvPr/>
              </p:nvSpPr>
              <p:spPr>
                <a:xfrm>
                  <a:off x="8826500" y="3981979"/>
                  <a:ext cx="10583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1042" fill="norm" stroke="0">
                      <a:moveTo>
                        <a:pt x="208" y="0"/>
                      </a:moveTo>
                      <a:cubicBezTo>
                        <a:pt x="311" y="69"/>
                        <a:pt x="311" y="69"/>
                        <a:pt x="833" y="417"/>
                      </a:cubicBezTo>
                      <a:cubicBezTo>
                        <a:pt x="558" y="623"/>
                        <a:pt x="283" y="829"/>
                        <a:pt x="0" y="1042"/>
                      </a:cubicBezTo>
                      <a:cubicBezTo>
                        <a:pt x="69" y="698"/>
                        <a:pt x="138" y="354"/>
                        <a:pt x="20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34" name="ICON_OUT_WAVE_GRAPHIC_path_255"/>
                <p:cNvSpPr/>
                <p:nvPr/>
              </p:nvSpPr>
              <p:spPr>
                <a:xfrm>
                  <a:off x="9667875" y="3976688"/>
                  <a:ext cx="10583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25" fill="norm" stroke="0">
                      <a:moveTo>
                        <a:pt x="0" y="0"/>
                      </a:moveTo>
                      <a:cubicBezTo>
                        <a:pt x="275" y="0"/>
                        <a:pt x="550" y="0"/>
                        <a:pt x="833" y="0"/>
                      </a:cubicBezTo>
                      <a:cubicBezTo>
                        <a:pt x="833" y="206"/>
                        <a:pt x="833" y="413"/>
                        <a:pt x="833" y="625"/>
                      </a:cubicBezTo>
                      <a:cubicBezTo>
                        <a:pt x="558" y="556"/>
                        <a:pt x="283" y="488"/>
                        <a:pt x="0" y="417"/>
                      </a:cubicBezTo>
                      <a:cubicBezTo>
                        <a:pt x="0" y="279"/>
                        <a:pt x="0" y="14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35" name="ICON_OUT_WAVE_GRAPHIC_path_256"/>
                <p:cNvSpPr/>
                <p:nvPr/>
              </p:nvSpPr>
              <p:spPr>
                <a:xfrm>
                  <a:off x="9063884" y="3974042"/>
                  <a:ext cx="8678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83" h="1042" fill="norm" stroke="0">
                      <a:moveTo>
                        <a:pt x="58" y="0"/>
                      </a:moveTo>
                      <a:cubicBezTo>
                        <a:pt x="265" y="69"/>
                        <a:pt x="471" y="137"/>
                        <a:pt x="683" y="208"/>
                      </a:cubicBezTo>
                      <a:cubicBezTo>
                        <a:pt x="615" y="483"/>
                        <a:pt x="546" y="758"/>
                        <a:pt x="475" y="1042"/>
                      </a:cubicBezTo>
                      <a:cubicBezTo>
                        <a:pt x="181" y="968"/>
                        <a:pt x="181" y="968"/>
                        <a:pt x="58" y="833"/>
                      </a:cubicBezTo>
                      <a:cubicBezTo>
                        <a:pt x="0" y="562"/>
                        <a:pt x="35" y="274"/>
                        <a:pt x="5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36" name="ICON_OUT_WAVE_GRAPHIC_path_257"/>
                <p:cNvSpPr/>
                <p:nvPr/>
              </p:nvSpPr>
              <p:spPr>
                <a:xfrm>
                  <a:off x="8921290" y="3967792"/>
                  <a:ext cx="11044" cy="116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0" h="917" fill="norm" stroke="0">
                      <a:moveTo>
                        <a:pt x="36" y="75"/>
                      </a:moveTo>
                      <a:cubicBezTo>
                        <a:pt x="480" y="0"/>
                        <a:pt x="480" y="0"/>
                        <a:pt x="661" y="75"/>
                      </a:cubicBezTo>
                      <a:cubicBezTo>
                        <a:pt x="801" y="247"/>
                        <a:pt x="833" y="488"/>
                        <a:pt x="870" y="700"/>
                      </a:cubicBezTo>
                      <a:cubicBezTo>
                        <a:pt x="699" y="819"/>
                        <a:pt x="546" y="917"/>
                        <a:pt x="332" y="898"/>
                      </a:cubicBezTo>
                      <a:cubicBezTo>
                        <a:pt x="198" y="849"/>
                        <a:pt x="128" y="812"/>
                        <a:pt x="36" y="700"/>
                      </a:cubicBezTo>
                      <a:cubicBezTo>
                        <a:pt x="0" y="487"/>
                        <a:pt x="12" y="290"/>
                        <a:pt x="36" y="75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37" name="ICON_OUT_WAVE_GRAPHIC_path_258"/>
                <p:cNvSpPr/>
                <p:nvPr/>
              </p:nvSpPr>
              <p:spPr>
                <a:xfrm>
                  <a:off x="10022229" y="3958167"/>
                  <a:ext cx="11811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30" h="1042" fill="norm" stroke="0">
                      <a:moveTo>
                        <a:pt x="223" y="0"/>
                      </a:moveTo>
                      <a:cubicBezTo>
                        <a:pt x="790" y="312"/>
                        <a:pt x="790" y="312"/>
                        <a:pt x="912" y="530"/>
                      </a:cubicBezTo>
                      <a:cubicBezTo>
                        <a:pt x="930" y="666"/>
                        <a:pt x="927" y="719"/>
                        <a:pt x="848" y="833"/>
                      </a:cubicBezTo>
                      <a:cubicBezTo>
                        <a:pt x="658" y="947"/>
                        <a:pt x="437" y="993"/>
                        <a:pt x="223" y="1042"/>
                      </a:cubicBezTo>
                      <a:cubicBezTo>
                        <a:pt x="110" y="893"/>
                        <a:pt x="0" y="738"/>
                        <a:pt x="25" y="544"/>
                      </a:cubicBezTo>
                      <a:cubicBezTo>
                        <a:pt x="74" y="356"/>
                        <a:pt x="146" y="178"/>
                        <a:pt x="223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38" name="ICON_OUT_WAVE_GRAPHIC_path_259"/>
                <p:cNvSpPr/>
                <p:nvPr/>
              </p:nvSpPr>
              <p:spPr>
                <a:xfrm>
                  <a:off x="9173105" y="3960185"/>
                  <a:ext cx="10583" cy="856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74" fill="norm" stroke="0">
                      <a:moveTo>
                        <a:pt x="361" y="8"/>
                      </a:moveTo>
                      <a:cubicBezTo>
                        <a:pt x="523" y="0"/>
                        <a:pt x="669" y="28"/>
                        <a:pt x="833" y="49"/>
                      </a:cubicBezTo>
                      <a:cubicBezTo>
                        <a:pt x="833" y="256"/>
                        <a:pt x="833" y="462"/>
                        <a:pt x="833" y="674"/>
                      </a:cubicBezTo>
                      <a:cubicBezTo>
                        <a:pt x="558" y="674"/>
                        <a:pt x="283" y="674"/>
                        <a:pt x="0" y="674"/>
                      </a:cubicBezTo>
                      <a:cubicBezTo>
                        <a:pt x="132" y="41"/>
                        <a:pt x="132" y="41"/>
                        <a:pt x="361" y="8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39" name="ICON_OUT_WAVE_GRAPHIC_path_260"/>
                <p:cNvSpPr/>
                <p:nvPr/>
              </p:nvSpPr>
              <p:spPr>
                <a:xfrm>
                  <a:off x="9117542" y="3952875"/>
                  <a:ext cx="10583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25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833" y="346"/>
                        <a:pt x="833" y="483"/>
                        <a:pt x="833" y="625"/>
                      </a:cubicBezTo>
                      <a:cubicBezTo>
                        <a:pt x="558" y="625"/>
                        <a:pt x="283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40" name="ICON_OUT_WAVE_GRAPHIC_path_261"/>
                <p:cNvSpPr/>
                <p:nvPr/>
              </p:nvSpPr>
              <p:spPr>
                <a:xfrm>
                  <a:off x="10014479" y="3944938"/>
                  <a:ext cx="10583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25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833" y="346"/>
                        <a:pt x="833" y="483"/>
                        <a:pt x="833" y="625"/>
                      </a:cubicBezTo>
                      <a:cubicBezTo>
                        <a:pt x="558" y="625"/>
                        <a:pt x="283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41" name="ICON_OUT_WAVE_GRAPHIC_path_262"/>
                <p:cNvSpPr/>
                <p:nvPr/>
              </p:nvSpPr>
              <p:spPr>
                <a:xfrm>
                  <a:off x="8849531" y="3790933"/>
                  <a:ext cx="11385" cy="1176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96" h="926" fill="norm" stroke="0">
                      <a:moveTo>
                        <a:pt x="726" y="212"/>
                      </a:moveTo>
                      <a:cubicBezTo>
                        <a:pt x="833" y="327"/>
                        <a:pt x="894" y="419"/>
                        <a:pt x="896" y="581"/>
                      </a:cubicBezTo>
                      <a:cubicBezTo>
                        <a:pt x="846" y="721"/>
                        <a:pt x="805" y="786"/>
                        <a:pt x="686" y="876"/>
                      </a:cubicBezTo>
                      <a:cubicBezTo>
                        <a:pt x="482" y="926"/>
                        <a:pt x="269" y="900"/>
                        <a:pt x="61" y="876"/>
                      </a:cubicBezTo>
                      <a:cubicBezTo>
                        <a:pt x="0" y="332"/>
                        <a:pt x="0" y="332"/>
                        <a:pt x="140" y="149"/>
                      </a:cubicBezTo>
                      <a:cubicBezTo>
                        <a:pt x="372" y="0"/>
                        <a:pt x="528" y="27"/>
                        <a:pt x="726" y="212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42" name="ICON_OUT_WAVE_GRAPHIC_path_263"/>
                <p:cNvSpPr/>
                <p:nvPr/>
              </p:nvSpPr>
              <p:spPr>
                <a:xfrm>
                  <a:off x="9196821" y="3473735"/>
                  <a:ext cx="11679" cy="1177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20" h="927" fill="norm" stroke="0">
                      <a:moveTo>
                        <a:pt x="373" y="22"/>
                      </a:moveTo>
                      <a:cubicBezTo>
                        <a:pt x="456" y="43"/>
                        <a:pt x="456" y="43"/>
                        <a:pt x="541" y="71"/>
                      </a:cubicBezTo>
                      <a:cubicBezTo>
                        <a:pt x="570" y="80"/>
                        <a:pt x="598" y="90"/>
                        <a:pt x="628" y="99"/>
                      </a:cubicBezTo>
                      <a:cubicBezTo>
                        <a:pt x="712" y="134"/>
                        <a:pt x="773" y="165"/>
                        <a:pt x="841" y="227"/>
                      </a:cubicBezTo>
                      <a:cubicBezTo>
                        <a:pt x="920" y="426"/>
                        <a:pt x="876" y="648"/>
                        <a:pt x="841" y="852"/>
                      </a:cubicBezTo>
                      <a:cubicBezTo>
                        <a:pt x="403" y="927"/>
                        <a:pt x="403" y="927"/>
                        <a:pt x="216" y="852"/>
                      </a:cubicBezTo>
                      <a:cubicBezTo>
                        <a:pt x="133" y="763"/>
                        <a:pt x="96" y="668"/>
                        <a:pt x="60" y="553"/>
                      </a:cubicBezTo>
                      <a:cubicBezTo>
                        <a:pt x="50" y="525"/>
                        <a:pt x="41" y="497"/>
                        <a:pt x="32" y="468"/>
                      </a:cubicBezTo>
                      <a:cubicBezTo>
                        <a:pt x="10" y="383"/>
                        <a:pt x="0" y="315"/>
                        <a:pt x="8" y="227"/>
                      </a:cubicBezTo>
                      <a:cubicBezTo>
                        <a:pt x="108" y="69"/>
                        <a:pt x="186" y="0"/>
                        <a:pt x="373" y="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646" cap="flat">
                  <a:noFill/>
                </a:ln>
              </p:spPr>
            </p:sp>
            <p:sp>
              <p:nvSpPr>
                <p:cNvPr id="3743" name="ICON_OUT_WAVE_GRAPHIC_path_264"/>
                <p:cNvSpPr/>
                <p:nvPr/>
              </p:nvSpPr>
              <p:spPr>
                <a:xfrm>
                  <a:off x="9326562" y="3466042"/>
                  <a:ext cx="9001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9" h="833" fill="norm" stroke="0">
                      <a:moveTo>
                        <a:pt x="0" y="0"/>
                      </a:moveTo>
                      <a:cubicBezTo>
                        <a:pt x="496" y="103"/>
                        <a:pt x="496" y="103"/>
                        <a:pt x="625" y="208"/>
                      </a:cubicBezTo>
                      <a:cubicBezTo>
                        <a:pt x="709" y="410"/>
                        <a:pt x="652" y="624"/>
                        <a:pt x="625" y="833"/>
                      </a:cubicBezTo>
                      <a:cubicBezTo>
                        <a:pt x="419" y="833"/>
                        <a:pt x="212" y="833"/>
                        <a:pt x="0" y="833"/>
                      </a:cubicBezTo>
                      <a:cubicBezTo>
                        <a:pt x="0" y="558"/>
                        <a:pt x="0" y="28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646" cap="flat">
                  <a:noFill/>
                </a:ln>
              </p:spPr>
            </p:sp>
            <p:sp>
              <p:nvSpPr>
                <p:cNvPr id="3744" name="ICON_OUT_WAVE_GRAPHIC_path_265"/>
                <p:cNvSpPr/>
                <p:nvPr/>
              </p:nvSpPr>
              <p:spPr>
                <a:xfrm>
                  <a:off x="9929812" y="3989917"/>
                  <a:ext cx="7938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042" fill="norm" stroke="0">
                      <a:moveTo>
                        <a:pt x="0" y="0"/>
                      </a:moveTo>
                      <a:cubicBezTo>
                        <a:pt x="206" y="69"/>
                        <a:pt x="413" y="137"/>
                        <a:pt x="625" y="208"/>
                      </a:cubicBezTo>
                      <a:cubicBezTo>
                        <a:pt x="561" y="348"/>
                        <a:pt x="496" y="486"/>
                        <a:pt x="430" y="625"/>
                      </a:cubicBezTo>
                      <a:cubicBezTo>
                        <a:pt x="411" y="665"/>
                        <a:pt x="393" y="705"/>
                        <a:pt x="375" y="745"/>
                      </a:cubicBezTo>
                      <a:cubicBezTo>
                        <a:pt x="357" y="783"/>
                        <a:pt x="339" y="821"/>
                        <a:pt x="320" y="859"/>
                      </a:cubicBezTo>
                      <a:cubicBezTo>
                        <a:pt x="304" y="894"/>
                        <a:pt x="287" y="929"/>
                        <a:pt x="270" y="965"/>
                      </a:cubicBezTo>
                      <a:cubicBezTo>
                        <a:pt x="250" y="990"/>
                        <a:pt x="229" y="1016"/>
                        <a:pt x="208" y="1042"/>
                      </a:cubicBezTo>
                      <a:cubicBezTo>
                        <a:pt x="140" y="1042"/>
                        <a:pt x="71" y="1042"/>
                        <a:pt x="0" y="1042"/>
                      </a:cubicBezTo>
                      <a:cubicBezTo>
                        <a:pt x="0" y="698"/>
                        <a:pt x="0" y="354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45" name="ICON_OUT_WAVE_GRAPHIC_path_266"/>
                <p:cNvSpPr/>
                <p:nvPr/>
              </p:nvSpPr>
              <p:spPr>
                <a:xfrm>
                  <a:off x="9866312" y="3992562"/>
                  <a:ext cx="10583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33" fill="norm" stroke="0">
                      <a:moveTo>
                        <a:pt x="208" y="0"/>
                      </a:moveTo>
                      <a:cubicBezTo>
                        <a:pt x="415" y="69"/>
                        <a:pt x="621" y="137"/>
                        <a:pt x="833" y="208"/>
                      </a:cubicBezTo>
                      <a:cubicBezTo>
                        <a:pt x="765" y="311"/>
                        <a:pt x="765" y="311"/>
                        <a:pt x="417" y="833"/>
                      </a:cubicBezTo>
                      <a:cubicBezTo>
                        <a:pt x="279" y="765"/>
                        <a:pt x="142" y="696"/>
                        <a:pt x="0" y="625"/>
                      </a:cubicBezTo>
                      <a:cubicBezTo>
                        <a:pt x="69" y="419"/>
                        <a:pt x="138" y="212"/>
                        <a:pt x="20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46" name="ICON_OUT_WAVE_GRAPHIC_path_267"/>
                <p:cNvSpPr/>
                <p:nvPr/>
              </p:nvSpPr>
              <p:spPr>
                <a:xfrm>
                  <a:off x="9580562" y="3992562"/>
                  <a:ext cx="10583" cy="845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66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742" y="502"/>
                        <a:pt x="742" y="502"/>
                        <a:pt x="625" y="625"/>
                      </a:cubicBezTo>
                      <a:cubicBezTo>
                        <a:pt x="400" y="666"/>
                        <a:pt x="234" y="64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47" name="ICON_OUT_WAVE_GRAPHIC_path_268"/>
                <p:cNvSpPr/>
                <p:nvPr/>
              </p:nvSpPr>
              <p:spPr>
                <a:xfrm>
                  <a:off x="9458854" y="3992562"/>
                  <a:ext cx="10583" cy="872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87" fill="norm" stroke="0">
                      <a:moveTo>
                        <a:pt x="0" y="0"/>
                      </a:moveTo>
                      <a:cubicBezTo>
                        <a:pt x="275" y="0"/>
                        <a:pt x="550" y="0"/>
                        <a:pt x="833" y="0"/>
                      </a:cubicBezTo>
                      <a:cubicBezTo>
                        <a:pt x="833" y="206"/>
                        <a:pt x="833" y="413"/>
                        <a:pt x="833" y="625"/>
                      </a:cubicBezTo>
                      <a:cubicBezTo>
                        <a:pt x="357" y="687"/>
                        <a:pt x="357" y="687"/>
                        <a:pt x="208" y="625"/>
                      </a:cubicBezTo>
                      <a:cubicBezTo>
                        <a:pt x="65" y="449"/>
                        <a:pt x="45" y="215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48" name="ICON_OUT_WAVE_GRAPHIC_path_269"/>
                <p:cNvSpPr/>
                <p:nvPr/>
              </p:nvSpPr>
              <p:spPr>
                <a:xfrm>
                  <a:off x="9564013" y="3981979"/>
                  <a:ext cx="8909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1" h="1042" fill="norm" stroke="0">
                      <a:moveTo>
                        <a:pt x="470" y="0"/>
                      </a:moveTo>
                      <a:cubicBezTo>
                        <a:pt x="701" y="419"/>
                        <a:pt x="701" y="419"/>
                        <a:pt x="678" y="625"/>
                      </a:cubicBezTo>
                      <a:cubicBezTo>
                        <a:pt x="531" y="827"/>
                        <a:pt x="275" y="938"/>
                        <a:pt x="53" y="1042"/>
                      </a:cubicBezTo>
                      <a:cubicBezTo>
                        <a:pt x="0" y="455"/>
                        <a:pt x="0" y="455"/>
                        <a:pt x="53" y="208"/>
                      </a:cubicBezTo>
                      <a:cubicBezTo>
                        <a:pt x="175" y="75"/>
                        <a:pt x="294" y="31"/>
                        <a:pt x="47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49" name="ICON_OUT_WAVE_GRAPHIC_path_270"/>
                <p:cNvSpPr/>
                <p:nvPr/>
              </p:nvSpPr>
              <p:spPr>
                <a:xfrm>
                  <a:off x="9961562" y="3968750"/>
                  <a:ext cx="10583" cy="845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66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742" y="502"/>
                        <a:pt x="742" y="502"/>
                        <a:pt x="625" y="625"/>
                      </a:cubicBezTo>
                      <a:cubicBezTo>
                        <a:pt x="400" y="666"/>
                        <a:pt x="234" y="64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50" name="ICON_OUT_WAVE_GRAPHIC_path_271"/>
                <p:cNvSpPr/>
                <p:nvPr/>
              </p:nvSpPr>
              <p:spPr>
                <a:xfrm>
                  <a:off x="9604375" y="3960812"/>
                  <a:ext cx="10583" cy="845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66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742" y="502"/>
                        <a:pt x="742" y="502"/>
                        <a:pt x="625" y="625"/>
                      </a:cubicBezTo>
                      <a:cubicBezTo>
                        <a:pt x="400" y="666"/>
                        <a:pt x="234" y="64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51" name="ICON_OUT_WAVE_GRAPHIC_path_272"/>
                <p:cNvSpPr/>
                <p:nvPr/>
              </p:nvSpPr>
              <p:spPr>
                <a:xfrm>
                  <a:off x="9501188" y="3960812"/>
                  <a:ext cx="8726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87" h="833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87" y="476"/>
                        <a:pt x="687" y="476"/>
                        <a:pt x="625" y="625"/>
                      </a:cubicBezTo>
                      <a:cubicBezTo>
                        <a:pt x="449" y="768"/>
                        <a:pt x="215" y="789"/>
                        <a:pt x="0" y="833"/>
                      </a:cubicBezTo>
                      <a:cubicBezTo>
                        <a:pt x="0" y="558"/>
                        <a:pt x="0" y="283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52" name="ICON_OUT_WAVE_GRAPHIC_path_273"/>
                <p:cNvSpPr/>
                <p:nvPr/>
              </p:nvSpPr>
              <p:spPr>
                <a:xfrm>
                  <a:off x="9017000" y="3960812"/>
                  <a:ext cx="8726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87" h="833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87" y="476"/>
                        <a:pt x="687" y="476"/>
                        <a:pt x="625" y="625"/>
                      </a:cubicBezTo>
                      <a:cubicBezTo>
                        <a:pt x="449" y="768"/>
                        <a:pt x="215" y="789"/>
                        <a:pt x="0" y="833"/>
                      </a:cubicBezTo>
                      <a:cubicBezTo>
                        <a:pt x="0" y="558"/>
                        <a:pt x="0" y="283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53" name="ICON_OUT_WAVE_GRAPHIC_path_274"/>
                <p:cNvSpPr/>
                <p:nvPr/>
              </p:nvSpPr>
              <p:spPr>
                <a:xfrm>
                  <a:off x="8847667" y="3958167"/>
                  <a:ext cx="10583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33" fill="norm" stroke="0">
                      <a:moveTo>
                        <a:pt x="625" y="0"/>
                      </a:moveTo>
                      <a:cubicBezTo>
                        <a:pt x="694" y="275"/>
                        <a:pt x="763" y="550"/>
                        <a:pt x="833" y="833"/>
                      </a:cubicBezTo>
                      <a:cubicBezTo>
                        <a:pt x="558" y="765"/>
                        <a:pt x="283" y="696"/>
                        <a:pt x="0" y="625"/>
                      </a:cubicBezTo>
                      <a:cubicBezTo>
                        <a:pt x="206" y="419"/>
                        <a:pt x="413" y="212"/>
                        <a:pt x="625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54" name="ICON_OUT_WAVE_GRAPHIC_path_275"/>
                <p:cNvSpPr/>
                <p:nvPr/>
              </p:nvSpPr>
              <p:spPr>
                <a:xfrm>
                  <a:off x="9260418" y="3944554"/>
                  <a:ext cx="10583" cy="83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55" fill="norm" stroke="0">
                      <a:moveTo>
                        <a:pt x="438" y="0"/>
                      </a:moveTo>
                      <a:cubicBezTo>
                        <a:pt x="570" y="6"/>
                        <a:pt x="702" y="19"/>
                        <a:pt x="833" y="30"/>
                      </a:cubicBezTo>
                      <a:cubicBezTo>
                        <a:pt x="833" y="236"/>
                        <a:pt x="833" y="443"/>
                        <a:pt x="833" y="655"/>
                      </a:cubicBezTo>
                      <a:cubicBezTo>
                        <a:pt x="558" y="586"/>
                        <a:pt x="283" y="518"/>
                        <a:pt x="0" y="447"/>
                      </a:cubicBezTo>
                      <a:cubicBezTo>
                        <a:pt x="136" y="10"/>
                        <a:pt x="136" y="10"/>
                        <a:pt x="43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55" name="ICON_OUT_WAVE_GRAPHIC_path_276"/>
                <p:cNvSpPr/>
                <p:nvPr/>
              </p:nvSpPr>
              <p:spPr>
                <a:xfrm>
                  <a:off x="9595972" y="3942292"/>
                  <a:ext cx="8403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62" h="833" fill="norm" stroke="0">
                      <a:moveTo>
                        <a:pt x="453" y="0"/>
                      </a:moveTo>
                      <a:cubicBezTo>
                        <a:pt x="522" y="275"/>
                        <a:pt x="591" y="550"/>
                        <a:pt x="662" y="833"/>
                      </a:cubicBezTo>
                      <a:cubicBezTo>
                        <a:pt x="455" y="833"/>
                        <a:pt x="249" y="833"/>
                        <a:pt x="37" y="833"/>
                      </a:cubicBezTo>
                      <a:cubicBezTo>
                        <a:pt x="0" y="411"/>
                        <a:pt x="0" y="411"/>
                        <a:pt x="37" y="208"/>
                      </a:cubicBezTo>
                      <a:cubicBezTo>
                        <a:pt x="170" y="82"/>
                        <a:pt x="274" y="56"/>
                        <a:pt x="453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56" name="ICON_OUT_WAVE_GRAPHIC_path_277"/>
                <p:cNvSpPr/>
                <p:nvPr/>
              </p:nvSpPr>
              <p:spPr>
                <a:xfrm>
                  <a:off x="8810625" y="3857625"/>
                  <a:ext cx="10583" cy="845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66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742" y="502"/>
                        <a:pt x="742" y="502"/>
                        <a:pt x="625" y="625"/>
                      </a:cubicBezTo>
                      <a:cubicBezTo>
                        <a:pt x="400" y="666"/>
                        <a:pt x="234" y="64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57" name="ICON_OUT_WAVE_GRAPHIC_path_278"/>
                <p:cNvSpPr/>
                <p:nvPr/>
              </p:nvSpPr>
              <p:spPr>
                <a:xfrm>
                  <a:off x="9461500" y="3833812"/>
                  <a:ext cx="10583" cy="845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66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742" y="502"/>
                        <a:pt x="742" y="502"/>
                        <a:pt x="625" y="625"/>
                      </a:cubicBezTo>
                      <a:cubicBezTo>
                        <a:pt x="400" y="666"/>
                        <a:pt x="234" y="64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58" name="ICON_OUT_WAVE_GRAPHIC_path_279"/>
                <p:cNvSpPr/>
                <p:nvPr/>
              </p:nvSpPr>
              <p:spPr>
                <a:xfrm>
                  <a:off x="9255125" y="3817938"/>
                  <a:ext cx="10583" cy="845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66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742" y="502"/>
                        <a:pt x="742" y="502"/>
                        <a:pt x="625" y="625"/>
                      </a:cubicBezTo>
                      <a:cubicBezTo>
                        <a:pt x="400" y="666"/>
                        <a:pt x="234" y="64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59" name="ICON_OUT_WAVE_GRAPHIC_path_280"/>
                <p:cNvSpPr/>
                <p:nvPr/>
              </p:nvSpPr>
              <p:spPr>
                <a:xfrm>
                  <a:off x="8834438" y="3817938"/>
                  <a:ext cx="8726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87" h="833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87" y="476"/>
                        <a:pt x="687" y="476"/>
                        <a:pt x="625" y="625"/>
                      </a:cubicBezTo>
                      <a:cubicBezTo>
                        <a:pt x="449" y="768"/>
                        <a:pt x="215" y="789"/>
                        <a:pt x="0" y="833"/>
                      </a:cubicBezTo>
                      <a:cubicBezTo>
                        <a:pt x="0" y="558"/>
                        <a:pt x="0" y="283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60" name="ICON_OUT_WAVE_GRAPHIC_path_281"/>
                <p:cNvSpPr/>
                <p:nvPr/>
              </p:nvSpPr>
              <p:spPr>
                <a:xfrm>
                  <a:off x="8919104" y="3802062"/>
                  <a:ext cx="10583" cy="872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87" fill="norm" stroke="0">
                      <a:moveTo>
                        <a:pt x="0" y="0"/>
                      </a:moveTo>
                      <a:cubicBezTo>
                        <a:pt x="275" y="0"/>
                        <a:pt x="550" y="0"/>
                        <a:pt x="833" y="0"/>
                      </a:cubicBezTo>
                      <a:cubicBezTo>
                        <a:pt x="833" y="206"/>
                        <a:pt x="833" y="413"/>
                        <a:pt x="833" y="625"/>
                      </a:cubicBezTo>
                      <a:cubicBezTo>
                        <a:pt x="357" y="687"/>
                        <a:pt x="357" y="687"/>
                        <a:pt x="208" y="625"/>
                      </a:cubicBezTo>
                      <a:cubicBezTo>
                        <a:pt x="65" y="449"/>
                        <a:pt x="45" y="215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61" name="ICON_OUT_WAVE_GRAPHIC_path_282"/>
                <p:cNvSpPr/>
                <p:nvPr/>
              </p:nvSpPr>
              <p:spPr>
                <a:xfrm>
                  <a:off x="9675812" y="3791479"/>
                  <a:ext cx="9001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09" h="833" fill="norm" stroke="0">
                      <a:moveTo>
                        <a:pt x="0" y="0"/>
                      </a:moveTo>
                      <a:cubicBezTo>
                        <a:pt x="496" y="103"/>
                        <a:pt x="496" y="103"/>
                        <a:pt x="625" y="208"/>
                      </a:cubicBezTo>
                      <a:cubicBezTo>
                        <a:pt x="709" y="410"/>
                        <a:pt x="652" y="624"/>
                        <a:pt x="625" y="833"/>
                      </a:cubicBezTo>
                      <a:cubicBezTo>
                        <a:pt x="419" y="833"/>
                        <a:pt x="212" y="833"/>
                        <a:pt x="0" y="833"/>
                      </a:cubicBezTo>
                      <a:cubicBezTo>
                        <a:pt x="0" y="558"/>
                        <a:pt x="0" y="283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62" name="ICON_OUT_WAVE_GRAPHIC_path_283"/>
                <p:cNvSpPr/>
                <p:nvPr/>
              </p:nvSpPr>
              <p:spPr>
                <a:xfrm>
                  <a:off x="10008722" y="3640667"/>
                  <a:ext cx="8403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62" h="833" fill="norm" stroke="0">
                      <a:moveTo>
                        <a:pt x="453" y="0"/>
                      </a:moveTo>
                      <a:cubicBezTo>
                        <a:pt x="522" y="275"/>
                        <a:pt x="591" y="550"/>
                        <a:pt x="662" y="833"/>
                      </a:cubicBezTo>
                      <a:cubicBezTo>
                        <a:pt x="455" y="833"/>
                        <a:pt x="249" y="833"/>
                        <a:pt x="37" y="833"/>
                      </a:cubicBezTo>
                      <a:cubicBezTo>
                        <a:pt x="0" y="411"/>
                        <a:pt x="0" y="411"/>
                        <a:pt x="37" y="208"/>
                      </a:cubicBezTo>
                      <a:cubicBezTo>
                        <a:pt x="170" y="82"/>
                        <a:pt x="274" y="56"/>
                        <a:pt x="45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646" cap="flat">
                  <a:noFill/>
                </a:ln>
              </p:spPr>
            </p:sp>
            <p:sp>
              <p:nvSpPr>
                <p:cNvPr id="3763" name="ICON_OUT_WAVE_GRAPHIC_path_284"/>
                <p:cNvSpPr/>
                <p:nvPr/>
              </p:nvSpPr>
              <p:spPr>
                <a:xfrm>
                  <a:off x="9950979" y="3524250"/>
                  <a:ext cx="10583" cy="872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87" fill="norm" stroke="0">
                      <a:moveTo>
                        <a:pt x="0" y="0"/>
                      </a:moveTo>
                      <a:cubicBezTo>
                        <a:pt x="275" y="0"/>
                        <a:pt x="550" y="0"/>
                        <a:pt x="833" y="0"/>
                      </a:cubicBezTo>
                      <a:cubicBezTo>
                        <a:pt x="833" y="206"/>
                        <a:pt x="833" y="413"/>
                        <a:pt x="833" y="625"/>
                      </a:cubicBezTo>
                      <a:cubicBezTo>
                        <a:pt x="357" y="687"/>
                        <a:pt x="357" y="687"/>
                        <a:pt x="208" y="625"/>
                      </a:cubicBezTo>
                      <a:cubicBezTo>
                        <a:pt x="65" y="449"/>
                        <a:pt x="45" y="215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64" name="ICON_OUT_WAVE_GRAPHIC_path_285"/>
                <p:cNvSpPr/>
                <p:nvPr/>
              </p:nvSpPr>
              <p:spPr>
                <a:xfrm>
                  <a:off x="9919229" y="3492500"/>
                  <a:ext cx="10583" cy="872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87" fill="norm" stroke="0">
                      <a:moveTo>
                        <a:pt x="0" y="0"/>
                      </a:moveTo>
                      <a:cubicBezTo>
                        <a:pt x="275" y="0"/>
                        <a:pt x="550" y="0"/>
                        <a:pt x="833" y="0"/>
                      </a:cubicBezTo>
                      <a:cubicBezTo>
                        <a:pt x="833" y="206"/>
                        <a:pt x="833" y="413"/>
                        <a:pt x="833" y="625"/>
                      </a:cubicBezTo>
                      <a:cubicBezTo>
                        <a:pt x="357" y="687"/>
                        <a:pt x="357" y="687"/>
                        <a:pt x="208" y="625"/>
                      </a:cubicBezTo>
                      <a:cubicBezTo>
                        <a:pt x="65" y="449"/>
                        <a:pt x="45" y="215"/>
                        <a:pt x="0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65" name="ICON_OUT_WAVE_GRAPHIC_path_286"/>
                <p:cNvSpPr/>
                <p:nvPr/>
              </p:nvSpPr>
              <p:spPr>
                <a:xfrm>
                  <a:off x="10014480" y="3476241"/>
                  <a:ext cx="10583" cy="83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55" fill="norm" stroke="0">
                      <a:moveTo>
                        <a:pt x="438" y="0"/>
                      </a:moveTo>
                      <a:cubicBezTo>
                        <a:pt x="570" y="6"/>
                        <a:pt x="702" y="19"/>
                        <a:pt x="833" y="30"/>
                      </a:cubicBezTo>
                      <a:cubicBezTo>
                        <a:pt x="833" y="236"/>
                        <a:pt x="833" y="443"/>
                        <a:pt x="833" y="655"/>
                      </a:cubicBezTo>
                      <a:cubicBezTo>
                        <a:pt x="558" y="586"/>
                        <a:pt x="283" y="518"/>
                        <a:pt x="0" y="447"/>
                      </a:cubicBezTo>
                      <a:cubicBezTo>
                        <a:pt x="136" y="10"/>
                        <a:pt x="136" y="10"/>
                        <a:pt x="43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  <p:sp>
              <p:nvSpPr>
                <p:cNvPr id="3766" name="ICON_OUT_WAVE_GRAPHIC_path_287"/>
                <p:cNvSpPr/>
                <p:nvPr/>
              </p:nvSpPr>
              <p:spPr>
                <a:xfrm>
                  <a:off x="9847793" y="3468304"/>
                  <a:ext cx="10583" cy="83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55" fill="norm" stroke="0">
                      <a:moveTo>
                        <a:pt x="438" y="0"/>
                      </a:moveTo>
                      <a:cubicBezTo>
                        <a:pt x="570" y="6"/>
                        <a:pt x="702" y="19"/>
                        <a:pt x="833" y="30"/>
                      </a:cubicBezTo>
                      <a:cubicBezTo>
                        <a:pt x="833" y="236"/>
                        <a:pt x="833" y="443"/>
                        <a:pt x="833" y="655"/>
                      </a:cubicBezTo>
                      <a:cubicBezTo>
                        <a:pt x="558" y="586"/>
                        <a:pt x="283" y="518"/>
                        <a:pt x="0" y="447"/>
                      </a:cubicBezTo>
                      <a:cubicBezTo>
                        <a:pt x="136" y="10"/>
                        <a:pt x="136" y="10"/>
                        <a:pt x="438" y="0"/>
                      </a:cubicBezTo>
                      <a:close/>
                    </a:path>
                  </a:pathLst>
                </a:custGeom>
                <a:solidFill>
                  <a:srgbClr val="A98BD2"/>
                </a:solidFill>
                <a:ln w="2646" cap="flat">
                  <a:noFill/>
                </a:ln>
              </p:spPr>
            </p:sp>
          </p:grpSp>
          <p:sp>
            <p:nvSpPr>
              <p:cNvPr id="308" name="TXT_043"/>
              <p:cNvSpPr txBox="1"/>
              <p:nvPr/>
            </p:nvSpPr>
            <p:spPr>
              <a:xfrm>
                <a:off x="8707438" y="3182938"/>
                <a:ext cx="1087438" cy="158750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1062" b="1" i="0" spc="0" lang="en-US">
                    <a:solidFill>
                      <a:srgbClr val="79009C"/>
                    </a:solidFill>
                    <a:latin typeface="Roboto Condensed"/>
                    <a:ea typeface="微软雅黑"/>
                  </a:defRPr>
                </a:pPr>
                <a:r>
                  <a:rPr sz="1062" b="1" i="0" spc="0" lang="en-US">
                    <a:solidFill>
                      <a:srgbClr val="79009C"/>
                    </a:solidFill>
                    <a:latin typeface="Roboto Condensed"/>
                    <a:ea typeface="微软雅黑"/>
                  </a:rPr>
                  <a:t>Signals &amp; spectra</a:t>
                </a:r>
                <a:endParaRPr sz="1062" b="1" i="0" spc="0" lang="en-US">
                  <a:solidFill>
                    <a:srgbClr val="79009C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09" name="TXT_044"/>
              <p:cNvSpPr txBox="1"/>
              <p:nvPr/>
            </p:nvSpPr>
            <p:spPr>
              <a:xfrm>
                <a:off x="10437812" y="3317875"/>
                <a:ext cx="1277938" cy="134938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19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19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Power spectral density (illustrative)</a:t>
                </a:r>
                <a:endParaRPr sz="719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11" name="TXT_046"/>
              <p:cNvSpPr txBox="1"/>
              <p:nvPr/>
            </p:nvSpPr>
            <p:spPr>
              <a:xfrm>
                <a:off x="8643938" y="3476625"/>
                <a:ext cx="166688" cy="11112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0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0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Fz</a:t>
                </a:r>
                <a:endPara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12" name="TXT_PSD_Y"/>
              <p:cNvSpPr txBox="1"/>
              <p:nvPr/>
            </p:nvSpPr>
            <p:spPr>
              <a:xfrm rot="16200000">
                <a:off x="10040938" y="3690938"/>
                <a:ext cx="476250" cy="127000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19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19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Power (a.u.)</a:t>
                </a:r>
                <a:endParaRPr sz="719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13" name="TXT_048"/>
              <p:cNvSpPr txBox="1"/>
              <p:nvPr/>
            </p:nvSpPr>
            <p:spPr>
              <a:xfrm>
                <a:off x="10874375" y="3468688"/>
                <a:ext cx="547688" cy="158750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844" b="0" i="0" spc="0" lang="en-US">
                    <a:solidFill>
                      <a:srgbClr val="0062FF"/>
                    </a:solidFill>
                    <a:latin typeface="Roboto Condensed"/>
                    <a:ea typeface="微软雅黑"/>
                  </a:defRPr>
                </a:pPr>
                <a:r>
                  <a:rPr sz="844" b="0" i="0" spc="0" lang="en-US">
                    <a:solidFill>
                      <a:srgbClr val="0062FF"/>
                    </a:solidFill>
                    <a:latin typeface="Roboto Condensed"/>
                    <a:ea typeface="微软雅黑"/>
                  </a:rPr>
                  <a:t>α (10 Hz)</a:t>
                </a:r>
                <a:endParaRPr sz="844" b="0" i="0" spc="0" lang="en-US">
                  <a:solidFill>
                    <a:srgbClr val="0062FF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14" name="TXT_049"/>
              <p:cNvSpPr txBox="1"/>
              <p:nvPr/>
            </p:nvSpPr>
            <p:spPr>
              <a:xfrm>
                <a:off x="8643938" y="3603625"/>
                <a:ext cx="166688" cy="134938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0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0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Cz</a:t>
                </a:r>
                <a:endPara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18" name="TXT_053"/>
              <p:cNvSpPr txBox="1"/>
              <p:nvPr/>
            </p:nvSpPr>
            <p:spPr>
              <a:xfrm>
                <a:off x="8636000" y="3778250"/>
                <a:ext cx="166688" cy="119062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0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0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Pz</a:t>
                </a:r>
                <a:endPara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21" name="TXT_056"/>
              <p:cNvSpPr txBox="1"/>
              <p:nvPr/>
            </p:nvSpPr>
            <p:spPr>
              <a:xfrm>
                <a:off x="8643938" y="3929062"/>
                <a:ext cx="174625" cy="95250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0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0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Oz</a:t>
                </a:r>
                <a:endPara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22" name="TXT_057"/>
              <p:cNvSpPr txBox="1"/>
              <p:nvPr/>
            </p:nvSpPr>
            <p:spPr>
              <a:xfrm>
                <a:off x="9786938" y="4095750"/>
                <a:ext cx="230188" cy="119062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0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0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1 s</a:t>
                </a:r>
                <a:endParaRPr sz="70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23" name="TXT_058"/>
              <p:cNvSpPr txBox="1"/>
              <p:nvPr/>
            </p:nvSpPr>
            <p:spPr>
              <a:xfrm>
                <a:off x="10668000" y="4032250"/>
                <a:ext cx="222250" cy="119062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06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06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10</a:t>
                </a:r>
                <a:endParaRPr sz="706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24" name="TXT_059"/>
              <p:cNvSpPr txBox="1"/>
              <p:nvPr/>
            </p:nvSpPr>
            <p:spPr>
              <a:xfrm>
                <a:off x="10977562" y="4040188"/>
                <a:ext cx="214312" cy="95250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06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06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20</a:t>
                </a:r>
                <a:endParaRPr sz="706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25" name="TXT_060"/>
              <p:cNvSpPr txBox="1"/>
              <p:nvPr/>
            </p:nvSpPr>
            <p:spPr>
              <a:xfrm>
                <a:off x="11279188" y="4032250"/>
                <a:ext cx="222250" cy="119062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06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06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30</a:t>
                </a:r>
                <a:endParaRPr sz="706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27" name="TXT_062"/>
              <p:cNvSpPr txBox="1"/>
              <p:nvPr/>
            </p:nvSpPr>
            <p:spPr>
              <a:xfrm>
                <a:off x="11636375" y="4040188"/>
                <a:ext cx="166688" cy="95250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06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06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40</a:t>
                </a:r>
                <a:endParaRPr sz="706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29" name="TXT_064"/>
              <p:cNvSpPr txBox="1"/>
              <p:nvPr/>
            </p:nvSpPr>
            <p:spPr>
              <a:xfrm>
                <a:off x="10747375" y="4103688"/>
                <a:ext cx="690562" cy="17462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06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06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Frequency (Hz)</a:t>
                </a:r>
                <a:endParaRPr sz="706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83" name="TXT_PSD_ZERO"/>
              <p:cNvSpPr txBox="1"/>
              <p:nvPr/>
            </p:nvSpPr>
            <p:spPr>
              <a:xfrm>
                <a:off x="10374312" y="4032250"/>
                <a:ext cx="103188" cy="119062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06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06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0</a:t>
                </a:r>
                <a:endParaRPr sz="706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4061" name="PORT_ENV_OUTPUT_0_to"/>
              <p:cNvSpPr/>
              <p:nvPr/>
            </p:nvSpPr>
            <p:spPr>
              <a:xfrm>
                <a:off x="8461311" y="3635383"/>
                <a:ext cx="128" cy="12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</p:sp>
        </p:grpSp>
        <p:grpSp>
          <p:nvGrpSpPr>
            <p:cNvPr id="4045" name="MODULE_OUT_FEATURES"/>
            <p:cNvGrpSpPr/>
            <p:nvPr/>
          </p:nvGrpSpPr>
          <p:grpSpPr>
            <a:xfrm>
              <a:off x="8548688" y="4318000"/>
              <a:ext cx="3317875" cy="960438"/>
              <a:chOff x="8548688" y="4318000"/>
              <a:chExt cx="3317875" cy="960438"/>
            </a:xfrm>
          </p:grpSpPr>
          <p:sp>
            <p:nvSpPr>
              <p:cNvPr id="59" name="OUT_FEATURES"/>
              <p:cNvSpPr/>
              <p:nvPr/>
            </p:nvSpPr>
            <p:spPr>
              <a:xfrm>
                <a:off x="8548688" y="4318000"/>
                <a:ext cx="3317875" cy="960438"/>
              </a:xfrm>
              <a:prstGeom prst="roundRect">
                <a:avLst>
                  <a:gd name="adj" fmla="val 11570"/>
                </a:avLst>
              </a:prstGeom>
              <a:solidFill>
                <a:srgbClr val="FFFFFF"/>
              </a:solidFill>
              <a:ln w="8731" cap="rnd">
                <a:solidFill>
                  <a:srgbClr val="AA7BC3"/>
                </a:solidFill>
                <a:round/>
              </a:ln>
            </p:spPr>
          </p:sp>
          <p:sp>
            <p:nvSpPr>
              <p:cNvPr id="60" name="OUT_FEATURES_HEADER"/>
              <p:cNvSpPr/>
              <p:nvPr/>
            </p:nvSpPr>
            <p:spPr>
              <a:xfrm>
                <a:off x="8556625" y="4325938"/>
                <a:ext cx="3302000" cy="158750"/>
              </a:xfrm>
              <a:custGeom>
                <a:avLst/>
                <a:gdLst/>
                <a:ahLst/>
                <a:cxnLst/>
                <a:rect l="0" t="0" r="r" b="b"/>
                <a:pathLst>
                  <a:path w="416000" h="20000" fill="norm" stroke="0">
                    <a:moveTo>
                      <a:pt x="13000" y="0"/>
                    </a:moveTo>
                    <a:lnTo>
                      <a:pt x="403000" y="0"/>
                    </a:lnTo>
                    <a:cubicBezTo>
                      <a:pt x="410180" y="0"/>
                      <a:pt x="416000" y="5820"/>
                      <a:pt x="416000" y="13000"/>
                    </a:cubicBezTo>
                    <a:lnTo>
                      <a:pt x="416000" y="20000"/>
                    </a:lnTo>
                    <a:lnTo>
                      <a:pt x="0" y="20000"/>
                    </a:lnTo>
                    <a:lnTo>
                      <a:pt x="0" y="13000"/>
                    </a:lnTo>
                    <a:cubicBezTo>
                      <a:pt x="0" y="5820"/>
                      <a:pt x="5820" y="0"/>
                      <a:pt x="1300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6E9F3"/>
                  </a:gs>
                  <a:gs pos="100000">
                    <a:srgbClr val="F2EDF8"/>
                  </a:gs>
                </a:gsLst>
                <a:lin ang="5400000" scaled="1"/>
              </a:gradFill>
              <a:ln w="11906" cap="rnd">
                <a:noFill/>
              </a:ln>
            </p:spPr>
          </p:sp>
          <p:cxnSp>
            <p:nvCxnSpPr>
              <p:cNvPr id="88" name="MODEL_DIVIDER"/>
              <p:cNvCxnSpPr/>
              <p:nvPr/>
            </p:nvCxnSpPr>
            <p:spPr>
              <a:xfrm>
                <a:off x="10239375" y="4556125"/>
                <a:ext cx="8" cy="658812"/>
              </a:xfrm>
              <a:prstGeom prst="line">
                <a:avLst/>
              </a:prstGeom>
              <a:noFill/>
              <a:ln w="6350" cap="rnd">
                <a:solidFill>
                  <a:srgbClr val="A19AC6"/>
                </a:solidFill>
                <a:prstDash val="dash"/>
                <a:round/>
              </a:ln>
            </p:spPr>
          </p:cxnSp>
          <p:sp>
            <p:nvSpPr>
              <p:cNvPr id="90" name="MODEL_LABEL"/>
              <p:cNvSpPr/>
              <p:nvPr/>
            </p:nvSpPr>
            <p:spPr>
              <a:xfrm>
                <a:off x="10374312" y="4532312"/>
                <a:ext cx="1412875" cy="166688"/>
              </a:xfrm>
              <a:prstGeom prst="roundRect">
                <a:avLst>
                  <a:gd name="adj" fmla="val 42857"/>
                </a:avLst>
              </a:prstGeom>
              <a:solidFill>
                <a:srgbClr val="F0E8FA"/>
              </a:solidFill>
              <a:ln w="7938" cap="rnd">
                <a:noFill/>
              </a:ln>
            </p:spPr>
          </p:sp>
          <p:sp>
            <p:nvSpPr>
              <p:cNvPr id="91" name="FEATURE_TABLE_ROW_0"/>
              <p:cNvSpPr/>
              <p:nvPr/>
            </p:nvSpPr>
            <p:spPr>
              <a:xfrm>
                <a:off x="8643938" y="4667250"/>
                <a:ext cx="1444625" cy="8"/>
              </a:xfrm>
              <a:custGeom>
                <a:avLst/>
                <a:gdLst/>
                <a:ahLst/>
                <a:cxnLst/>
                <a:rect l="0" t="0" r="r" b="b"/>
                <a:pathLst>
                  <a:path w="182000" h="1" fill="none" stroke="1">
                    <a:moveTo>
                      <a:pt x="0" y="0"/>
                    </a:moveTo>
                    <a:lnTo>
                      <a:pt x="182000" y="0"/>
                    </a:lnTo>
                  </a:path>
                </a:pathLst>
              </a:custGeom>
              <a:noFill/>
              <a:ln w="4366" cap="rnd">
                <a:solidFill>
                  <a:srgbClr val="D5CCEA"/>
                </a:solidFill>
                <a:round/>
              </a:ln>
            </p:spPr>
          </p:sp>
          <p:sp>
            <p:nvSpPr>
              <p:cNvPr id="92" name="FEATURE_TABLE_ROW_1"/>
              <p:cNvSpPr/>
              <p:nvPr/>
            </p:nvSpPr>
            <p:spPr>
              <a:xfrm>
                <a:off x="8643938" y="4810125"/>
                <a:ext cx="1444625" cy="8"/>
              </a:xfrm>
              <a:custGeom>
                <a:avLst/>
                <a:gdLst/>
                <a:ahLst/>
                <a:cxnLst/>
                <a:rect l="0" t="0" r="r" b="b"/>
                <a:pathLst>
                  <a:path w="182000" h="1" fill="none" stroke="1">
                    <a:moveTo>
                      <a:pt x="0" y="0"/>
                    </a:moveTo>
                    <a:lnTo>
                      <a:pt x="182000" y="0"/>
                    </a:lnTo>
                  </a:path>
                </a:pathLst>
              </a:custGeom>
              <a:noFill/>
              <a:ln w="4366" cap="rnd">
                <a:solidFill>
                  <a:srgbClr val="D5CCEA"/>
                </a:solidFill>
                <a:round/>
              </a:ln>
            </p:spPr>
          </p:sp>
          <p:sp>
            <p:nvSpPr>
              <p:cNvPr id="93" name="FEATURE_TABLE_ROW_2"/>
              <p:cNvSpPr/>
              <p:nvPr/>
            </p:nvSpPr>
            <p:spPr>
              <a:xfrm>
                <a:off x="8643938" y="4953000"/>
                <a:ext cx="1444625" cy="8"/>
              </a:xfrm>
              <a:custGeom>
                <a:avLst/>
                <a:gdLst/>
                <a:ahLst/>
                <a:cxnLst/>
                <a:rect l="0" t="0" r="r" b="b"/>
                <a:pathLst>
                  <a:path w="182000" h="1" fill="none" stroke="1">
                    <a:moveTo>
                      <a:pt x="0" y="0"/>
                    </a:moveTo>
                    <a:lnTo>
                      <a:pt x="182000" y="0"/>
                    </a:lnTo>
                  </a:path>
                </a:pathLst>
              </a:custGeom>
              <a:noFill/>
              <a:ln w="4366" cap="rnd">
                <a:solidFill>
                  <a:srgbClr val="D5CCEA"/>
                </a:solidFill>
                <a:round/>
              </a:ln>
            </p:spPr>
          </p:sp>
          <p:sp>
            <p:nvSpPr>
              <p:cNvPr id="94" name="FEATURE_TABLE_ROW_3"/>
              <p:cNvSpPr/>
              <p:nvPr/>
            </p:nvSpPr>
            <p:spPr>
              <a:xfrm>
                <a:off x="8643938" y="5095875"/>
                <a:ext cx="1444625" cy="8"/>
              </a:xfrm>
              <a:custGeom>
                <a:avLst/>
                <a:gdLst/>
                <a:ahLst/>
                <a:cxnLst/>
                <a:rect l="0" t="0" r="r" b="b"/>
                <a:pathLst>
                  <a:path w="182000" h="1" fill="none" stroke="1">
                    <a:moveTo>
                      <a:pt x="0" y="0"/>
                    </a:moveTo>
                    <a:lnTo>
                      <a:pt x="182000" y="0"/>
                    </a:lnTo>
                  </a:path>
                </a:pathLst>
              </a:custGeom>
              <a:noFill/>
              <a:ln w="4366" cap="rnd">
                <a:solidFill>
                  <a:srgbClr val="D5CCEA"/>
                </a:solidFill>
                <a:round/>
              </a:ln>
            </p:spPr>
          </p:sp>
          <p:sp>
            <p:nvSpPr>
              <p:cNvPr id="95" name="FEATURE_TABLE_ROW_4"/>
              <p:cNvSpPr/>
              <p:nvPr/>
            </p:nvSpPr>
            <p:spPr>
              <a:xfrm>
                <a:off x="8643938" y="5230812"/>
                <a:ext cx="1444625" cy="8"/>
              </a:xfrm>
              <a:custGeom>
                <a:avLst/>
                <a:gdLst/>
                <a:ahLst/>
                <a:cxnLst/>
                <a:rect l="0" t="0" r="r" b="b"/>
                <a:pathLst>
                  <a:path w="182000" h="1" fill="none" stroke="1">
                    <a:moveTo>
                      <a:pt x="0" y="0"/>
                    </a:moveTo>
                    <a:lnTo>
                      <a:pt x="182000" y="0"/>
                    </a:lnTo>
                  </a:path>
                </a:pathLst>
              </a:custGeom>
              <a:noFill/>
              <a:ln w="4366" cap="rnd">
                <a:solidFill>
                  <a:srgbClr val="D5CCEA"/>
                </a:solidFill>
                <a:round/>
              </a:ln>
            </p:spPr>
          </p:sp>
          <p:sp>
            <p:nvSpPr>
              <p:cNvPr id="96" name="FEATURE_TABLE_COL_0"/>
              <p:cNvSpPr/>
              <p:nvPr/>
            </p:nvSpPr>
            <p:spPr>
              <a:xfrm>
                <a:off x="8643938" y="4548188"/>
                <a:ext cx="8" cy="682625"/>
              </a:xfrm>
              <a:custGeom>
                <a:avLst/>
                <a:gdLst/>
                <a:ahLst/>
                <a:cxnLst/>
                <a:rect l="0" t="0" r="r" b="b"/>
                <a:pathLst>
                  <a:path w="1" h="86000" fill="none" stroke="1">
                    <a:moveTo>
                      <a:pt x="0" y="0"/>
                    </a:moveTo>
                    <a:lnTo>
                      <a:pt x="0" y="86000"/>
                    </a:lnTo>
                  </a:path>
                </a:pathLst>
              </a:custGeom>
              <a:noFill/>
              <a:ln w="4366" cap="rnd">
                <a:solidFill>
                  <a:srgbClr val="D5CCEA"/>
                </a:solidFill>
                <a:round/>
              </a:ln>
            </p:spPr>
          </p:sp>
          <p:sp>
            <p:nvSpPr>
              <p:cNvPr id="97" name="FEATURE_TABLE_COL_1"/>
              <p:cNvSpPr/>
              <p:nvPr/>
            </p:nvSpPr>
            <p:spPr>
              <a:xfrm>
                <a:off x="8969375" y="4548188"/>
                <a:ext cx="8" cy="682625"/>
              </a:xfrm>
              <a:custGeom>
                <a:avLst/>
                <a:gdLst/>
                <a:ahLst/>
                <a:cxnLst/>
                <a:rect l="0" t="0" r="r" b="b"/>
                <a:pathLst>
                  <a:path w="1" h="86000" fill="none" stroke="1">
                    <a:moveTo>
                      <a:pt x="0" y="0"/>
                    </a:moveTo>
                    <a:lnTo>
                      <a:pt x="0" y="86000"/>
                    </a:lnTo>
                  </a:path>
                </a:pathLst>
              </a:custGeom>
              <a:noFill/>
              <a:ln w="4366" cap="rnd">
                <a:solidFill>
                  <a:srgbClr val="D5CCEA"/>
                </a:solidFill>
                <a:round/>
              </a:ln>
            </p:spPr>
          </p:sp>
          <p:sp>
            <p:nvSpPr>
              <p:cNvPr id="98" name="FEATURE_TABLE_COL_2"/>
              <p:cNvSpPr/>
              <p:nvPr/>
            </p:nvSpPr>
            <p:spPr>
              <a:xfrm>
                <a:off x="9366250" y="4548188"/>
                <a:ext cx="8" cy="682625"/>
              </a:xfrm>
              <a:custGeom>
                <a:avLst/>
                <a:gdLst/>
                <a:ahLst/>
                <a:cxnLst/>
                <a:rect l="0" t="0" r="r" b="b"/>
                <a:pathLst>
                  <a:path w="1" h="86000" fill="none" stroke="1">
                    <a:moveTo>
                      <a:pt x="0" y="0"/>
                    </a:moveTo>
                    <a:lnTo>
                      <a:pt x="0" y="86000"/>
                    </a:lnTo>
                  </a:path>
                </a:pathLst>
              </a:custGeom>
              <a:noFill/>
              <a:ln w="4366" cap="rnd">
                <a:solidFill>
                  <a:srgbClr val="D5CCEA"/>
                </a:solidFill>
                <a:round/>
              </a:ln>
            </p:spPr>
          </p:sp>
          <p:sp>
            <p:nvSpPr>
              <p:cNvPr id="99" name="POWER_BAR_0"/>
              <p:cNvSpPr/>
              <p:nvPr/>
            </p:nvSpPr>
            <p:spPr>
              <a:xfrm>
                <a:off x="9398000" y="4699000"/>
                <a:ext cx="150812" cy="87312"/>
              </a:xfrm>
              <a:prstGeom prst="rect">
                <a:avLst/>
              </a:prstGeom>
              <a:gradFill rotWithShape="1">
                <a:gsLst>
                  <a:gs pos="0">
                    <a:srgbClr val="AC9CC7"/>
                  </a:gs>
                  <a:gs pos="100000">
                    <a:srgbClr val="8070AB"/>
                  </a:gs>
                </a:gsLst>
                <a:lin ang="5400000" scaled="1"/>
              </a:gradFill>
              <a:ln w="7938" cap="rnd">
                <a:noFill/>
              </a:ln>
            </p:spPr>
          </p:sp>
          <p:sp>
            <p:nvSpPr>
              <p:cNvPr id="100" name="POWER_BAR_1"/>
              <p:cNvSpPr/>
              <p:nvPr/>
            </p:nvSpPr>
            <p:spPr>
              <a:xfrm>
                <a:off x="9398000" y="4833938"/>
                <a:ext cx="269875" cy="87312"/>
              </a:xfrm>
              <a:prstGeom prst="rect">
                <a:avLst/>
              </a:prstGeom>
              <a:gradFill rotWithShape="1">
                <a:gsLst>
                  <a:gs pos="0">
                    <a:srgbClr val="B69CCF"/>
                  </a:gs>
                  <a:gs pos="100000">
                    <a:srgbClr val="9372BC"/>
                  </a:gs>
                </a:gsLst>
                <a:lin ang="5400000" scaled="1"/>
              </a:gradFill>
              <a:ln w="7938" cap="rnd">
                <a:noFill/>
              </a:ln>
            </p:spPr>
          </p:sp>
          <p:sp>
            <p:nvSpPr>
              <p:cNvPr id="101" name="POWER_BAR_2"/>
              <p:cNvSpPr/>
              <p:nvPr/>
            </p:nvSpPr>
            <p:spPr>
              <a:xfrm>
                <a:off x="9398000" y="4976812"/>
                <a:ext cx="476250" cy="87312"/>
              </a:xfrm>
              <a:prstGeom prst="rect">
                <a:avLst/>
              </a:prstGeom>
              <a:gradFill rotWithShape="1">
                <a:gsLst>
                  <a:gs pos="0">
                    <a:srgbClr val="F29DC6"/>
                  </a:gs>
                  <a:gs pos="100000">
                    <a:srgbClr val="F2228B"/>
                  </a:gs>
                </a:gsLst>
                <a:lin ang="5400000" scaled="1"/>
              </a:gradFill>
              <a:ln w="7938" cap="rnd">
                <a:noFill/>
              </a:ln>
            </p:spPr>
          </p:sp>
          <p:sp>
            <p:nvSpPr>
              <p:cNvPr id="102" name="POWER_BAR_3"/>
              <p:cNvSpPr/>
              <p:nvPr/>
            </p:nvSpPr>
            <p:spPr>
              <a:xfrm>
                <a:off x="9398000" y="5127625"/>
                <a:ext cx="238125" cy="87312"/>
              </a:xfrm>
              <a:prstGeom prst="rect">
                <a:avLst/>
              </a:prstGeom>
              <a:gradFill rotWithShape="1">
                <a:gsLst>
                  <a:gs pos="0">
                    <a:srgbClr val="B8A0E5"/>
                  </a:gs>
                  <a:gs pos="100000">
                    <a:srgbClr val="7E65D9"/>
                  </a:gs>
                </a:gsLst>
                <a:lin ang="5400000" scaled="1"/>
              </a:gradFill>
              <a:ln w="7938" cap="rnd">
                <a:noFill/>
              </a:ln>
            </p:spPr>
          </p:sp>
          <p:sp>
            <p:nvSpPr>
              <p:cNvPr id="103" name="EEGNET_BAR_BG"/>
              <p:cNvSpPr/>
              <p:nvPr/>
            </p:nvSpPr>
            <p:spPr>
              <a:xfrm>
                <a:off x="10929938" y="4778375"/>
                <a:ext cx="627062" cy="119062"/>
              </a:xfrm>
              <a:prstGeom prst="rect">
                <a:avLst/>
              </a:prstGeom>
              <a:solidFill>
                <a:srgbClr val="EBEAF6"/>
              </a:solidFill>
              <a:ln w="7938" cap="rnd">
                <a:noFill/>
              </a:ln>
            </p:spPr>
          </p:sp>
          <p:sp>
            <p:nvSpPr>
              <p:cNvPr id="104" name="CAMER_BAR_BG"/>
              <p:cNvSpPr/>
              <p:nvPr/>
            </p:nvSpPr>
            <p:spPr>
              <a:xfrm>
                <a:off x="10929938" y="4945062"/>
                <a:ext cx="627062" cy="119062"/>
              </a:xfrm>
              <a:prstGeom prst="rect">
                <a:avLst/>
              </a:prstGeom>
              <a:solidFill>
                <a:srgbClr val="EBEAF6"/>
              </a:solidFill>
              <a:ln w="7938" cap="rnd">
                <a:noFill/>
              </a:ln>
            </p:spPr>
          </p:sp>
          <p:sp>
            <p:nvSpPr>
              <p:cNvPr id="105" name="EEGNET_BAR"/>
              <p:cNvSpPr/>
              <p:nvPr/>
            </p:nvSpPr>
            <p:spPr>
              <a:xfrm>
                <a:off x="10929938" y="4778375"/>
                <a:ext cx="261938" cy="119062"/>
              </a:xfrm>
              <a:prstGeom prst="rect">
                <a:avLst/>
              </a:prstGeom>
              <a:gradFill rotWithShape="1">
                <a:gsLst>
                  <a:gs pos="0">
                    <a:srgbClr val="8A6BBA"/>
                  </a:gs>
                  <a:gs pos="100000">
                    <a:srgbClr val="AE9AD3"/>
                  </a:gs>
                </a:gsLst>
                <a:lin ang="5400000" scaled="1"/>
              </a:gradFill>
              <a:ln w="7938" cap="rnd">
                <a:noFill/>
              </a:ln>
            </p:spPr>
          </p:sp>
          <p:sp>
            <p:nvSpPr>
              <p:cNvPr id="106" name="CAMER_BAR"/>
              <p:cNvSpPr/>
              <p:nvPr/>
            </p:nvSpPr>
            <p:spPr>
              <a:xfrm>
                <a:off x="10929938" y="4945062"/>
                <a:ext cx="325438" cy="119062"/>
              </a:xfrm>
              <a:prstGeom prst="rect">
                <a:avLst/>
              </a:prstGeom>
              <a:gradFill rotWithShape="1">
                <a:gsLst>
                  <a:gs pos="0">
                    <a:srgbClr val="F36AAD"/>
                  </a:gs>
                  <a:gs pos="100000">
                    <a:srgbClr val="E54492"/>
                  </a:gs>
                </a:gsLst>
                <a:lin ang="5400000" scaled="1"/>
              </a:gradFill>
              <a:ln w="7938" cap="rnd">
                <a:noFill/>
              </a:ln>
            </p:spPr>
          </p:sp>
          <p:sp>
            <p:nvSpPr>
              <p:cNvPr id="330" name="TXT_065"/>
              <p:cNvSpPr txBox="1"/>
              <p:nvPr/>
            </p:nvSpPr>
            <p:spPr>
              <a:xfrm>
                <a:off x="8691562" y="4325938"/>
                <a:ext cx="1341438" cy="17462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1062" b="1" i="0" spc="0" lang="en-US">
                    <a:solidFill>
                      <a:srgbClr val="79009C"/>
                    </a:solidFill>
                    <a:latin typeface="Roboto Condensed"/>
                    <a:ea typeface="微软雅黑"/>
                  </a:defRPr>
                </a:pPr>
                <a:r>
                  <a:rPr sz="1062" b="1" i="0" spc="0" lang="en-US">
                    <a:solidFill>
                      <a:srgbClr val="79009C"/>
                    </a:solidFill>
                    <a:latin typeface="Roboto Condensed"/>
                    <a:ea typeface="微软雅黑"/>
                  </a:rPr>
                  <a:t>Features &amp; predictions</a:t>
                </a:r>
                <a:endParaRPr sz="1062" b="1" i="0" spc="0" lang="en-US">
                  <a:solidFill>
                    <a:srgbClr val="79009C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32" name="TXT_067"/>
              <p:cNvSpPr txBox="1"/>
              <p:nvPr/>
            </p:nvSpPr>
            <p:spPr>
              <a:xfrm>
                <a:off x="8636000" y="4548188"/>
                <a:ext cx="285750" cy="119062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Band</a:t>
                </a:r>
                <a:endParaRPr sz="75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33" name="TXT_068"/>
              <p:cNvSpPr txBox="1"/>
              <p:nvPr/>
            </p:nvSpPr>
            <p:spPr>
              <a:xfrm>
                <a:off x="9001125" y="4532312"/>
                <a:ext cx="642938" cy="158750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Relative power</a:t>
                </a:r>
                <a:endParaRPr sz="75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34" name="TXT_069"/>
              <p:cNvSpPr txBox="1"/>
              <p:nvPr/>
            </p:nvSpPr>
            <p:spPr>
              <a:xfrm>
                <a:off x="9636125" y="4556125"/>
                <a:ext cx="484188" cy="11112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19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19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(illustrative)</a:t>
                </a:r>
                <a:endParaRPr sz="719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35" name="TXT_070"/>
              <p:cNvSpPr txBox="1"/>
              <p:nvPr/>
            </p:nvSpPr>
            <p:spPr>
              <a:xfrm>
                <a:off x="10414000" y="4548188"/>
                <a:ext cx="1420812" cy="134938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81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81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Model output (model-dependent)</a:t>
                </a:r>
                <a:endPara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36" name="TXT_071"/>
              <p:cNvSpPr txBox="1"/>
              <p:nvPr/>
            </p:nvSpPr>
            <p:spPr>
              <a:xfrm>
                <a:off x="8628062" y="4675188"/>
                <a:ext cx="333375" cy="14287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Delta</a:t>
                </a:r>
                <a:endParaRPr sz="75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37" name="TXT_072"/>
              <p:cNvSpPr txBox="1"/>
              <p:nvPr/>
            </p:nvSpPr>
            <p:spPr>
              <a:xfrm>
                <a:off x="9001125" y="4675188"/>
                <a:ext cx="309562" cy="14287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0.12</a:t>
                </a:r>
                <a:endParaRPr sz="75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40" name="TXT_075"/>
              <p:cNvSpPr txBox="1"/>
              <p:nvPr/>
            </p:nvSpPr>
            <p:spPr>
              <a:xfrm>
                <a:off x="8628062" y="4810125"/>
                <a:ext cx="341312" cy="14287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Theta</a:t>
                </a:r>
                <a:endParaRPr sz="75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41" name="TXT_076"/>
              <p:cNvSpPr txBox="1"/>
              <p:nvPr/>
            </p:nvSpPr>
            <p:spPr>
              <a:xfrm>
                <a:off x="9009062" y="4810125"/>
                <a:ext cx="301625" cy="14287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0.18</a:t>
                </a:r>
                <a:endParaRPr sz="75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42" name="TXT_077"/>
              <p:cNvSpPr txBox="1"/>
              <p:nvPr/>
            </p:nvSpPr>
            <p:spPr>
              <a:xfrm>
                <a:off x="10429875" y="4778375"/>
                <a:ext cx="420688" cy="134938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81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81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EEGNet</a:t>
                </a:r>
                <a:endPara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43" name="TXT_078"/>
              <p:cNvSpPr txBox="1"/>
              <p:nvPr/>
            </p:nvSpPr>
            <p:spPr>
              <a:xfrm>
                <a:off x="8628062" y="4953000"/>
                <a:ext cx="349250" cy="14287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Alpha</a:t>
                </a:r>
                <a:endParaRPr sz="75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44" name="TXT_079"/>
              <p:cNvSpPr txBox="1"/>
              <p:nvPr/>
            </p:nvSpPr>
            <p:spPr>
              <a:xfrm>
                <a:off x="9009062" y="4953000"/>
                <a:ext cx="293688" cy="14287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0.42</a:t>
                </a:r>
                <a:endParaRPr sz="75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45" name="TXT_080"/>
              <p:cNvSpPr txBox="1"/>
              <p:nvPr/>
            </p:nvSpPr>
            <p:spPr>
              <a:xfrm>
                <a:off x="10429875" y="4945062"/>
                <a:ext cx="404812" cy="14287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81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81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CAMER</a:t>
                </a:r>
                <a:endPara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47" name="TXT_082"/>
              <p:cNvSpPr txBox="1"/>
              <p:nvPr/>
            </p:nvSpPr>
            <p:spPr>
              <a:xfrm>
                <a:off x="8628062" y="5103812"/>
                <a:ext cx="293688" cy="119062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Beta</a:t>
                </a:r>
                <a:endParaRPr sz="75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48" name="TXT_083"/>
              <p:cNvSpPr txBox="1"/>
              <p:nvPr/>
            </p:nvSpPr>
            <p:spPr>
              <a:xfrm>
                <a:off x="9009062" y="5087938"/>
                <a:ext cx="293688" cy="14287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5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0.21</a:t>
                </a:r>
                <a:endParaRPr sz="75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84" name="TXT_MODEL_ELLIPSIS"/>
              <p:cNvSpPr txBox="1"/>
              <p:nvPr/>
            </p:nvSpPr>
            <p:spPr>
              <a:xfrm>
                <a:off x="10922000" y="5080000"/>
                <a:ext cx="238125" cy="142875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100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1000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⋯</a:t>
                </a:r>
                <a:endParaRPr sz="1000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4063" name="PORT_ENV_OUTPUT_1_to"/>
              <p:cNvSpPr/>
              <p:nvPr/>
            </p:nvSpPr>
            <p:spPr>
              <a:xfrm>
                <a:off x="8461311" y="4738696"/>
                <a:ext cx="128" cy="12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</p:sp>
        </p:grpSp>
        <p:grpSp>
          <p:nvGrpSpPr>
            <p:cNvPr id="4046" name="MODULE_OUT_REPORT"/>
            <p:cNvGrpSpPr/>
            <p:nvPr/>
          </p:nvGrpSpPr>
          <p:grpSpPr>
            <a:xfrm>
              <a:off x="8548688" y="5349875"/>
              <a:ext cx="3317875" cy="1143000"/>
              <a:chOff x="8548688" y="5349875"/>
              <a:chExt cx="3317875" cy="1143000"/>
            </a:xfrm>
          </p:grpSpPr>
          <p:sp>
            <p:nvSpPr>
              <p:cNvPr id="61" name="OUT_REPORT"/>
              <p:cNvSpPr/>
              <p:nvPr/>
            </p:nvSpPr>
            <p:spPr>
              <a:xfrm>
                <a:off x="8548688" y="5349875"/>
                <a:ext cx="3317875" cy="1143000"/>
              </a:xfrm>
              <a:prstGeom prst="roundRect">
                <a:avLst>
                  <a:gd name="adj" fmla="val 9722"/>
                </a:avLst>
              </a:prstGeom>
              <a:solidFill>
                <a:srgbClr val="FFFFFF"/>
              </a:solidFill>
              <a:ln w="8731" cap="rnd">
                <a:solidFill>
                  <a:srgbClr val="AA7BC3"/>
                </a:solidFill>
                <a:round/>
              </a:ln>
            </p:spPr>
          </p:sp>
          <p:sp>
            <p:nvSpPr>
              <p:cNvPr id="62" name="OUT_REPORT_HEADER"/>
              <p:cNvSpPr/>
              <p:nvPr/>
            </p:nvSpPr>
            <p:spPr>
              <a:xfrm>
                <a:off x="8556625" y="5357812"/>
                <a:ext cx="3302000" cy="158750"/>
              </a:xfrm>
              <a:custGeom>
                <a:avLst/>
                <a:gdLst/>
                <a:ahLst/>
                <a:cxnLst/>
                <a:rect l="0" t="0" r="r" b="b"/>
                <a:pathLst>
                  <a:path w="416000" h="20000" fill="norm" stroke="0">
                    <a:moveTo>
                      <a:pt x="13000" y="0"/>
                    </a:moveTo>
                    <a:lnTo>
                      <a:pt x="403000" y="0"/>
                    </a:lnTo>
                    <a:cubicBezTo>
                      <a:pt x="410180" y="0"/>
                      <a:pt x="416000" y="5820"/>
                      <a:pt x="416000" y="13000"/>
                    </a:cubicBezTo>
                    <a:lnTo>
                      <a:pt x="416000" y="20000"/>
                    </a:lnTo>
                    <a:lnTo>
                      <a:pt x="0" y="20000"/>
                    </a:lnTo>
                    <a:lnTo>
                      <a:pt x="0" y="13000"/>
                    </a:lnTo>
                    <a:cubicBezTo>
                      <a:pt x="0" y="5820"/>
                      <a:pt x="5820" y="0"/>
                      <a:pt x="1300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6E9F3"/>
                  </a:gs>
                  <a:gs pos="100000">
                    <a:srgbClr val="F2EDF8"/>
                  </a:gs>
                </a:gsLst>
                <a:lin ang="5400000" scaled="1"/>
              </a:gradFill>
              <a:ln w="11906" cap="rnd">
                <a:noFill/>
              </a:ln>
            </p:spPr>
          </p:sp>
          <p:cxnSp>
            <p:nvCxnSpPr>
              <p:cNvPr id="89" name="REPORT_DIVIDER"/>
              <p:cNvCxnSpPr/>
              <p:nvPr/>
            </p:nvCxnSpPr>
            <p:spPr>
              <a:xfrm>
                <a:off x="10310812" y="5762625"/>
                <a:ext cx="8" cy="579438"/>
              </a:xfrm>
              <a:prstGeom prst="line">
                <a:avLst/>
              </a:prstGeom>
              <a:noFill/>
              <a:ln w="6350" cap="rnd">
                <a:solidFill>
                  <a:srgbClr val="A49AC4"/>
                </a:solidFill>
                <a:prstDash val="dash"/>
                <a:round/>
              </a:ln>
            </p:spPr>
          </p:cxnSp>
          <p:sp>
            <p:nvSpPr>
              <p:cNvPr id="146" name="REPORT_SHADOW"/>
              <p:cNvSpPr/>
              <p:nvPr/>
            </p:nvSpPr>
            <p:spPr>
              <a:xfrm>
                <a:off x="8723312" y="5619750"/>
                <a:ext cx="1476375" cy="833438"/>
              </a:xfrm>
              <a:prstGeom prst="rect">
                <a:avLst/>
              </a:prstGeom>
              <a:solidFill>
                <a:srgbClr val="E6E4EF"/>
              </a:solidFill>
              <a:ln w="7938" cap="rnd">
                <a:noFill/>
              </a:ln>
            </p:spPr>
          </p:sp>
          <p:sp>
            <p:nvSpPr>
              <p:cNvPr id="147" name="REPORT_PAPER_NATIVE"/>
              <p:cNvSpPr/>
              <p:nvPr/>
            </p:nvSpPr>
            <p:spPr>
              <a:xfrm>
                <a:off x="8691562" y="5588000"/>
                <a:ext cx="1468438" cy="833438"/>
              </a:xfrm>
              <a:prstGeom prst="rect">
                <a:avLst/>
              </a:prstGeom>
              <a:solidFill>
                <a:srgbClr val="FFFFFF"/>
              </a:solidFill>
              <a:ln w="10319" cap="rnd">
                <a:solidFill>
                  <a:srgbClr val="9795BA"/>
                </a:solidFill>
                <a:round/>
              </a:ln>
            </p:spPr>
          </p:sp>
          <p:sp>
            <p:nvSpPr>
              <p:cNvPr id="148" name="REPORT_TEXT_RULE_0"/>
              <p:cNvSpPr/>
              <p:nvPr/>
            </p:nvSpPr>
            <p:spPr>
              <a:xfrm>
                <a:off x="8778875" y="5667375"/>
                <a:ext cx="587375" cy="8"/>
              </a:xfrm>
              <a:custGeom>
                <a:avLst/>
                <a:gdLst/>
                <a:ahLst/>
                <a:cxnLst/>
                <a:rect l="0" t="0" r="r" b="b"/>
                <a:pathLst>
                  <a:path w="74000" h="1" fill="none" stroke="1">
                    <a:moveTo>
                      <a:pt x="0" y="0"/>
                    </a:moveTo>
                    <a:lnTo>
                      <a:pt x="74000" y="0"/>
                    </a:lnTo>
                  </a:path>
                </a:pathLst>
              </a:custGeom>
              <a:noFill/>
              <a:ln w="13494" cap="rnd">
                <a:solidFill>
                  <a:srgbClr val="ACABC9"/>
                </a:solidFill>
                <a:round/>
              </a:ln>
            </p:spPr>
          </p:sp>
          <p:sp>
            <p:nvSpPr>
              <p:cNvPr id="149" name="REPORT_TEXT_RULE_1"/>
              <p:cNvSpPr/>
              <p:nvPr/>
            </p:nvSpPr>
            <p:spPr>
              <a:xfrm>
                <a:off x="8778875" y="5730875"/>
                <a:ext cx="619125" cy="8"/>
              </a:xfrm>
              <a:custGeom>
                <a:avLst/>
                <a:gdLst/>
                <a:ahLst/>
                <a:cxnLst/>
                <a:rect l="0" t="0" r="r" b="b"/>
                <a:pathLst>
                  <a:path w="78000" h="1" fill="none" stroke="1">
                    <a:moveTo>
                      <a:pt x="0" y="0"/>
                    </a:moveTo>
                    <a:lnTo>
                      <a:pt x="78000" y="0"/>
                    </a:lnTo>
                  </a:path>
                </a:pathLst>
              </a:custGeom>
              <a:noFill/>
              <a:ln w="13494" cap="rnd">
                <a:solidFill>
                  <a:srgbClr val="ACABC9"/>
                </a:solidFill>
                <a:round/>
              </a:ln>
            </p:spPr>
          </p:sp>
          <p:sp>
            <p:nvSpPr>
              <p:cNvPr id="150" name="REPORT_TEXT_RULE_2"/>
              <p:cNvSpPr/>
              <p:nvPr/>
            </p:nvSpPr>
            <p:spPr>
              <a:xfrm>
                <a:off x="8778875" y="5786438"/>
                <a:ext cx="579438" cy="8"/>
              </a:xfrm>
              <a:custGeom>
                <a:avLst/>
                <a:gdLst/>
                <a:ahLst/>
                <a:cxnLst/>
                <a:rect l="0" t="0" r="r" b="b"/>
                <a:pathLst>
                  <a:path w="73000" h="1" fill="none" stroke="1">
                    <a:moveTo>
                      <a:pt x="0" y="0"/>
                    </a:moveTo>
                    <a:lnTo>
                      <a:pt x="73000" y="0"/>
                    </a:lnTo>
                  </a:path>
                </a:pathLst>
              </a:custGeom>
              <a:noFill/>
              <a:ln w="13494" cap="rnd">
                <a:solidFill>
                  <a:srgbClr val="ACABC9"/>
                </a:solidFill>
                <a:round/>
              </a:ln>
            </p:spPr>
          </p:sp>
          <p:sp>
            <p:nvSpPr>
              <p:cNvPr id="151" name="REPORT_TEXT_RULE_3"/>
              <p:cNvSpPr/>
              <p:nvPr/>
            </p:nvSpPr>
            <p:spPr>
              <a:xfrm>
                <a:off x="9477375" y="5667375"/>
                <a:ext cx="563562" cy="8"/>
              </a:xfrm>
              <a:custGeom>
                <a:avLst/>
                <a:gdLst/>
                <a:ahLst/>
                <a:cxnLst/>
                <a:rect l="0" t="0" r="r" b="b"/>
                <a:pathLst>
                  <a:path w="71000" h="1" fill="none" stroke="1">
                    <a:moveTo>
                      <a:pt x="0" y="0"/>
                    </a:moveTo>
                    <a:lnTo>
                      <a:pt x="71000" y="0"/>
                    </a:lnTo>
                  </a:path>
                </a:pathLst>
              </a:custGeom>
              <a:noFill/>
              <a:ln w="13494" cap="rnd">
                <a:solidFill>
                  <a:srgbClr val="ACABC9"/>
                </a:solidFill>
                <a:round/>
              </a:ln>
            </p:spPr>
          </p:sp>
          <p:sp>
            <p:nvSpPr>
              <p:cNvPr id="152" name="REPORT_TEXT_RULE_4"/>
              <p:cNvSpPr/>
              <p:nvPr/>
            </p:nvSpPr>
            <p:spPr>
              <a:xfrm>
                <a:off x="9477375" y="5778500"/>
                <a:ext cx="555625" cy="8"/>
              </a:xfrm>
              <a:custGeom>
                <a:avLst/>
                <a:gdLst/>
                <a:ahLst/>
                <a:cxnLst/>
                <a:rect l="0" t="0" r="r" b="b"/>
                <a:pathLst>
                  <a:path w="70000" h="1" fill="none" stroke="1">
                    <a:moveTo>
                      <a:pt x="0" y="0"/>
                    </a:moveTo>
                    <a:lnTo>
                      <a:pt x="70000" y="0"/>
                    </a:lnTo>
                  </a:path>
                </a:pathLst>
              </a:custGeom>
              <a:noFill/>
              <a:ln w="13494" cap="rnd">
                <a:solidFill>
                  <a:srgbClr val="ACABC9"/>
                </a:solidFill>
                <a:round/>
              </a:ln>
            </p:spPr>
          </p:sp>
          <p:sp>
            <p:nvSpPr>
              <p:cNvPr id="153" name="REPORT_TEXT_RULE_5"/>
              <p:cNvSpPr/>
              <p:nvPr/>
            </p:nvSpPr>
            <p:spPr>
              <a:xfrm>
                <a:off x="8778875" y="6215062"/>
                <a:ext cx="611188" cy="8"/>
              </a:xfrm>
              <a:custGeom>
                <a:avLst/>
                <a:gdLst/>
                <a:ahLst/>
                <a:cxnLst/>
                <a:rect l="0" t="0" r="r" b="b"/>
                <a:pathLst>
                  <a:path w="77000" h="1" fill="none" stroke="1">
                    <a:moveTo>
                      <a:pt x="0" y="0"/>
                    </a:moveTo>
                    <a:lnTo>
                      <a:pt x="77000" y="0"/>
                    </a:lnTo>
                  </a:path>
                </a:pathLst>
              </a:custGeom>
              <a:noFill/>
              <a:ln w="13494" cap="rnd">
                <a:solidFill>
                  <a:srgbClr val="ACABC9"/>
                </a:solidFill>
                <a:round/>
              </a:ln>
            </p:spPr>
          </p:sp>
          <p:sp>
            <p:nvSpPr>
              <p:cNvPr id="154" name="REPORT_TEXT_RULE_6"/>
              <p:cNvSpPr/>
              <p:nvPr/>
            </p:nvSpPr>
            <p:spPr>
              <a:xfrm>
                <a:off x="8778875" y="6278562"/>
                <a:ext cx="563562" cy="8"/>
              </a:xfrm>
              <a:custGeom>
                <a:avLst/>
                <a:gdLst/>
                <a:ahLst/>
                <a:cxnLst/>
                <a:rect l="0" t="0" r="r" b="b"/>
                <a:pathLst>
                  <a:path w="71000" h="1" fill="none" stroke="1">
                    <a:moveTo>
                      <a:pt x="0" y="0"/>
                    </a:moveTo>
                    <a:lnTo>
                      <a:pt x="71000" y="0"/>
                    </a:lnTo>
                  </a:path>
                </a:pathLst>
              </a:custGeom>
              <a:noFill/>
              <a:ln w="13494" cap="rnd">
                <a:solidFill>
                  <a:srgbClr val="ACABC9"/>
                </a:solidFill>
                <a:round/>
              </a:ln>
            </p:spPr>
          </p:sp>
          <p:sp>
            <p:nvSpPr>
              <p:cNvPr id="155" name="REPORT_TEXT_RULE_7"/>
              <p:cNvSpPr/>
              <p:nvPr/>
            </p:nvSpPr>
            <p:spPr>
              <a:xfrm>
                <a:off x="8778875" y="6334125"/>
                <a:ext cx="619125" cy="8"/>
              </a:xfrm>
              <a:custGeom>
                <a:avLst/>
                <a:gdLst/>
                <a:ahLst/>
                <a:cxnLst/>
                <a:rect l="0" t="0" r="r" b="b"/>
                <a:pathLst>
                  <a:path w="78000" h="1" fill="none" stroke="1">
                    <a:moveTo>
                      <a:pt x="0" y="0"/>
                    </a:moveTo>
                    <a:lnTo>
                      <a:pt x="78000" y="0"/>
                    </a:lnTo>
                  </a:path>
                </a:pathLst>
              </a:custGeom>
              <a:noFill/>
              <a:ln w="13494" cap="rnd">
                <a:solidFill>
                  <a:srgbClr val="ACABC9"/>
                </a:solidFill>
                <a:round/>
              </a:ln>
            </p:spPr>
          </p:sp>
          <p:sp>
            <p:nvSpPr>
              <p:cNvPr id="156" name="REPORT_TEXT_RULE_8"/>
              <p:cNvSpPr/>
              <p:nvPr/>
            </p:nvSpPr>
            <p:spPr>
              <a:xfrm>
                <a:off x="9493250" y="6278562"/>
                <a:ext cx="539750" cy="8"/>
              </a:xfrm>
              <a:custGeom>
                <a:avLst/>
                <a:gdLst/>
                <a:ahLst/>
                <a:cxnLst/>
                <a:rect l="0" t="0" r="r" b="b"/>
                <a:pathLst>
                  <a:path w="68000" h="1" fill="none" stroke="1">
                    <a:moveTo>
                      <a:pt x="0" y="0"/>
                    </a:moveTo>
                    <a:lnTo>
                      <a:pt x="68000" y="0"/>
                    </a:lnTo>
                  </a:path>
                </a:pathLst>
              </a:custGeom>
              <a:noFill/>
              <a:ln w="13494" cap="rnd">
                <a:solidFill>
                  <a:srgbClr val="ACABC9"/>
                </a:solidFill>
                <a:round/>
              </a:ln>
            </p:spPr>
          </p:sp>
          <p:sp>
            <p:nvSpPr>
              <p:cNvPr id="157" name="REPORT_TEXT_RULE_9"/>
              <p:cNvSpPr/>
              <p:nvPr/>
            </p:nvSpPr>
            <p:spPr>
              <a:xfrm>
                <a:off x="9493250" y="6334125"/>
                <a:ext cx="515938" cy="8"/>
              </a:xfrm>
              <a:custGeom>
                <a:avLst/>
                <a:gdLst/>
                <a:ahLst/>
                <a:cxnLst/>
                <a:rect l="0" t="0" r="r" b="b"/>
                <a:pathLst>
                  <a:path w="65000" h="1" fill="none" stroke="1">
                    <a:moveTo>
                      <a:pt x="0" y="0"/>
                    </a:moveTo>
                    <a:lnTo>
                      <a:pt x="65000" y="0"/>
                    </a:lnTo>
                  </a:path>
                </a:pathLst>
              </a:custGeom>
              <a:noFill/>
              <a:ln w="13494" cap="rnd">
                <a:solidFill>
                  <a:srgbClr val="ACABC9"/>
                </a:solidFill>
                <a:round/>
              </a:ln>
            </p:spPr>
          </p:sp>
          <p:sp>
            <p:nvSpPr>
              <p:cNvPr id="158" name="REPORT_HEATMAP_0_0"/>
              <p:cNvSpPr/>
              <p:nvPr/>
            </p:nvSpPr>
            <p:spPr>
              <a:xfrm>
                <a:off x="9493250" y="5873750"/>
                <a:ext cx="46276" cy="43299"/>
              </a:xfrm>
              <a:prstGeom prst="rect">
                <a:avLst/>
              </a:prstGeom>
              <a:solidFill>
                <a:srgbClr val="FBFBFD"/>
              </a:solidFill>
              <a:ln w="7938" cap="rnd">
                <a:noFill/>
              </a:ln>
            </p:spPr>
          </p:sp>
          <p:sp>
            <p:nvSpPr>
              <p:cNvPr id="159" name="REPORT_HEATMAP_0_1"/>
              <p:cNvSpPr/>
              <p:nvPr/>
            </p:nvSpPr>
            <p:spPr>
              <a:xfrm>
                <a:off x="9538891" y="5873750"/>
                <a:ext cx="46276" cy="43299"/>
              </a:xfrm>
              <a:prstGeom prst="rect">
                <a:avLst/>
              </a:prstGeom>
              <a:solidFill>
                <a:srgbClr val="8775C3"/>
              </a:solidFill>
              <a:ln w="7938" cap="rnd">
                <a:noFill/>
              </a:ln>
            </p:spPr>
          </p:sp>
          <p:sp>
            <p:nvSpPr>
              <p:cNvPr id="160" name="REPORT_HEATMAP_0_2"/>
              <p:cNvSpPr/>
              <p:nvPr/>
            </p:nvSpPr>
            <p:spPr>
              <a:xfrm>
                <a:off x="9584531" y="5873750"/>
                <a:ext cx="46276" cy="43299"/>
              </a:xfrm>
              <a:prstGeom prst="rect">
                <a:avLst/>
              </a:prstGeom>
              <a:solidFill>
                <a:srgbClr val="7C85C6"/>
              </a:solidFill>
              <a:ln w="7938" cap="rnd">
                <a:noFill/>
              </a:ln>
            </p:spPr>
          </p:sp>
          <p:sp>
            <p:nvSpPr>
              <p:cNvPr id="161" name="REPORT_HEATMAP_0_3"/>
              <p:cNvSpPr/>
              <p:nvPr/>
            </p:nvSpPr>
            <p:spPr>
              <a:xfrm>
                <a:off x="9630172" y="5873750"/>
                <a:ext cx="46276" cy="43299"/>
              </a:xfrm>
              <a:prstGeom prst="rect">
                <a:avLst/>
              </a:prstGeom>
              <a:solidFill>
                <a:srgbClr val="7D7CC0"/>
              </a:solidFill>
              <a:ln w="7938" cap="rnd">
                <a:noFill/>
              </a:ln>
            </p:spPr>
          </p:sp>
          <p:sp>
            <p:nvSpPr>
              <p:cNvPr id="162" name="REPORT_HEATMAP_0_4"/>
              <p:cNvSpPr/>
              <p:nvPr/>
            </p:nvSpPr>
            <p:spPr>
              <a:xfrm>
                <a:off x="9675812" y="5873750"/>
                <a:ext cx="46276" cy="43299"/>
              </a:xfrm>
              <a:prstGeom prst="rect">
                <a:avLst/>
              </a:prstGeom>
              <a:solidFill>
                <a:srgbClr val="774A9D"/>
              </a:solidFill>
              <a:ln w="7938" cap="rnd">
                <a:noFill/>
              </a:ln>
            </p:spPr>
          </p:sp>
          <p:sp>
            <p:nvSpPr>
              <p:cNvPr id="163" name="REPORT_HEATMAP_0_5"/>
              <p:cNvSpPr/>
              <p:nvPr/>
            </p:nvSpPr>
            <p:spPr>
              <a:xfrm>
                <a:off x="9721453" y="5873750"/>
                <a:ext cx="46276" cy="43299"/>
              </a:xfrm>
              <a:prstGeom prst="rect">
                <a:avLst/>
              </a:prstGeom>
              <a:solidFill>
                <a:srgbClr val="6B3DA3"/>
              </a:solidFill>
              <a:ln w="7938" cap="rnd">
                <a:noFill/>
              </a:ln>
            </p:spPr>
          </p:sp>
          <p:sp>
            <p:nvSpPr>
              <p:cNvPr id="164" name="REPORT_HEATMAP_0_6"/>
              <p:cNvSpPr/>
              <p:nvPr/>
            </p:nvSpPr>
            <p:spPr>
              <a:xfrm>
                <a:off x="9767094" y="5873750"/>
                <a:ext cx="46276" cy="43299"/>
              </a:xfrm>
              <a:prstGeom prst="rect">
                <a:avLst/>
              </a:prstGeom>
              <a:solidFill>
                <a:srgbClr val="7346A5"/>
              </a:solidFill>
              <a:ln w="7938" cap="rnd">
                <a:noFill/>
              </a:ln>
            </p:spPr>
          </p:sp>
          <p:sp>
            <p:nvSpPr>
              <p:cNvPr id="165" name="REPORT_HEATMAP_0_7"/>
              <p:cNvSpPr/>
              <p:nvPr/>
            </p:nvSpPr>
            <p:spPr>
              <a:xfrm>
                <a:off x="9812734" y="5873750"/>
                <a:ext cx="46276" cy="43299"/>
              </a:xfrm>
              <a:prstGeom prst="rect">
                <a:avLst/>
              </a:prstGeom>
              <a:solidFill>
                <a:srgbClr val="7781C7"/>
              </a:solidFill>
              <a:ln w="7938" cap="rnd">
                <a:noFill/>
              </a:ln>
            </p:spPr>
          </p:sp>
          <p:sp>
            <p:nvSpPr>
              <p:cNvPr id="166" name="REPORT_HEATMAP_0_8"/>
              <p:cNvSpPr/>
              <p:nvPr/>
            </p:nvSpPr>
            <p:spPr>
              <a:xfrm>
                <a:off x="9858375" y="5873750"/>
                <a:ext cx="46276" cy="43299"/>
              </a:xfrm>
              <a:prstGeom prst="rect">
                <a:avLst/>
              </a:prstGeom>
              <a:solidFill>
                <a:srgbClr val="6763B4"/>
              </a:solidFill>
              <a:ln w="7938" cap="rnd">
                <a:noFill/>
              </a:ln>
            </p:spPr>
          </p:sp>
          <p:sp>
            <p:nvSpPr>
              <p:cNvPr id="167" name="REPORT_HEATMAP_0_9"/>
              <p:cNvSpPr/>
              <p:nvPr/>
            </p:nvSpPr>
            <p:spPr>
              <a:xfrm>
                <a:off x="9904016" y="5873750"/>
                <a:ext cx="46276" cy="43299"/>
              </a:xfrm>
              <a:prstGeom prst="rect">
                <a:avLst/>
              </a:prstGeom>
              <a:solidFill>
                <a:srgbClr val="6B6FB9"/>
              </a:solidFill>
              <a:ln w="7938" cap="rnd">
                <a:noFill/>
              </a:ln>
            </p:spPr>
          </p:sp>
          <p:sp>
            <p:nvSpPr>
              <p:cNvPr id="168" name="REPORT_HEATMAP_0_10"/>
              <p:cNvSpPr/>
              <p:nvPr/>
            </p:nvSpPr>
            <p:spPr>
              <a:xfrm>
                <a:off x="9949656" y="5873750"/>
                <a:ext cx="46276" cy="43299"/>
              </a:xfrm>
              <a:prstGeom prst="rect">
                <a:avLst/>
              </a:prstGeom>
              <a:solidFill>
                <a:srgbClr val="6E63B3"/>
              </a:solidFill>
              <a:ln w="7938" cap="rnd">
                <a:noFill/>
              </a:ln>
            </p:spPr>
          </p:sp>
          <p:sp>
            <p:nvSpPr>
              <p:cNvPr id="169" name="REPORT_HEATMAP_0_11"/>
              <p:cNvSpPr/>
              <p:nvPr/>
            </p:nvSpPr>
            <p:spPr>
              <a:xfrm>
                <a:off x="9995297" y="5873750"/>
                <a:ext cx="46276" cy="43299"/>
              </a:xfrm>
              <a:prstGeom prst="rect">
                <a:avLst/>
              </a:prstGeom>
              <a:solidFill>
                <a:srgbClr val="765FB4"/>
              </a:solidFill>
              <a:ln w="7938" cap="rnd">
                <a:noFill/>
              </a:ln>
            </p:spPr>
          </p:sp>
          <p:sp>
            <p:nvSpPr>
              <p:cNvPr id="170" name="REPORT_HEATMAP_1_0"/>
              <p:cNvSpPr/>
              <p:nvPr/>
            </p:nvSpPr>
            <p:spPr>
              <a:xfrm>
                <a:off x="9493250" y="5916414"/>
                <a:ext cx="46276" cy="43299"/>
              </a:xfrm>
              <a:prstGeom prst="rect">
                <a:avLst/>
              </a:prstGeom>
              <a:solidFill>
                <a:srgbClr val="FFFFFF"/>
              </a:solidFill>
              <a:ln w="7938" cap="rnd">
                <a:noFill/>
              </a:ln>
            </p:spPr>
          </p:sp>
          <p:sp>
            <p:nvSpPr>
              <p:cNvPr id="171" name="REPORT_HEATMAP_1_1"/>
              <p:cNvSpPr/>
              <p:nvPr/>
            </p:nvSpPr>
            <p:spPr>
              <a:xfrm>
                <a:off x="9538891" y="5916414"/>
                <a:ext cx="46276" cy="43299"/>
              </a:xfrm>
              <a:prstGeom prst="rect">
                <a:avLst/>
              </a:prstGeom>
              <a:solidFill>
                <a:srgbClr val="766EC6"/>
              </a:solidFill>
              <a:ln w="7938" cap="rnd">
                <a:noFill/>
              </a:ln>
            </p:spPr>
          </p:sp>
          <p:sp>
            <p:nvSpPr>
              <p:cNvPr id="172" name="REPORT_HEATMAP_1_2"/>
              <p:cNvSpPr/>
              <p:nvPr/>
            </p:nvSpPr>
            <p:spPr>
              <a:xfrm>
                <a:off x="9584531" y="5916414"/>
                <a:ext cx="46276" cy="43299"/>
              </a:xfrm>
              <a:prstGeom prst="rect">
                <a:avLst/>
              </a:prstGeom>
              <a:solidFill>
                <a:srgbClr val="758CCF"/>
              </a:solidFill>
              <a:ln w="7938" cap="rnd">
                <a:noFill/>
              </a:ln>
            </p:spPr>
          </p:sp>
          <p:sp>
            <p:nvSpPr>
              <p:cNvPr id="173" name="REPORT_HEATMAP_1_3"/>
              <p:cNvSpPr/>
              <p:nvPr/>
            </p:nvSpPr>
            <p:spPr>
              <a:xfrm>
                <a:off x="9630172" y="5916414"/>
                <a:ext cx="46276" cy="43299"/>
              </a:xfrm>
              <a:prstGeom prst="rect">
                <a:avLst/>
              </a:prstGeom>
              <a:solidFill>
                <a:srgbClr val="7C8ED1"/>
              </a:solidFill>
              <a:ln w="7938" cap="rnd">
                <a:noFill/>
              </a:ln>
            </p:spPr>
          </p:sp>
          <p:sp>
            <p:nvSpPr>
              <p:cNvPr id="174" name="REPORT_HEATMAP_1_4"/>
              <p:cNvSpPr/>
              <p:nvPr/>
            </p:nvSpPr>
            <p:spPr>
              <a:xfrm>
                <a:off x="9675812" y="5916414"/>
                <a:ext cx="46276" cy="43299"/>
              </a:xfrm>
              <a:prstGeom prst="rect">
                <a:avLst/>
              </a:prstGeom>
              <a:solidFill>
                <a:srgbClr val="7958AE"/>
              </a:solidFill>
              <a:ln w="7938" cap="rnd">
                <a:noFill/>
              </a:ln>
            </p:spPr>
          </p:sp>
          <p:sp>
            <p:nvSpPr>
              <p:cNvPr id="175" name="REPORT_HEATMAP_1_5"/>
              <p:cNvSpPr/>
              <p:nvPr/>
            </p:nvSpPr>
            <p:spPr>
              <a:xfrm>
                <a:off x="9721453" y="5916414"/>
                <a:ext cx="46276" cy="43299"/>
              </a:xfrm>
              <a:prstGeom prst="rect">
                <a:avLst/>
              </a:prstGeom>
              <a:solidFill>
                <a:srgbClr val="704DAC"/>
              </a:solidFill>
              <a:ln w="7938" cap="rnd">
                <a:noFill/>
              </a:ln>
            </p:spPr>
          </p:sp>
          <p:sp>
            <p:nvSpPr>
              <p:cNvPr id="176" name="REPORT_HEATMAP_1_6"/>
              <p:cNvSpPr/>
              <p:nvPr/>
            </p:nvSpPr>
            <p:spPr>
              <a:xfrm>
                <a:off x="9767094" y="5916414"/>
                <a:ext cx="46276" cy="43299"/>
              </a:xfrm>
              <a:prstGeom prst="rect">
                <a:avLst/>
              </a:prstGeom>
              <a:solidFill>
                <a:srgbClr val="8061BC"/>
              </a:solidFill>
              <a:ln w="7938" cap="rnd">
                <a:noFill/>
              </a:ln>
            </p:spPr>
          </p:sp>
          <p:sp>
            <p:nvSpPr>
              <p:cNvPr id="177" name="REPORT_HEATMAP_1_7"/>
              <p:cNvSpPr/>
              <p:nvPr/>
            </p:nvSpPr>
            <p:spPr>
              <a:xfrm>
                <a:off x="9812734" y="5916414"/>
                <a:ext cx="46276" cy="43299"/>
              </a:xfrm>
              <a:prstGeom prst="rect">
                <a:avLst/>
              </a:prstGeom>
              <a:solidFill>
                <a:srgbClr val="8099D3"/>
              </a:solidFill>
              <a:ln w="7938" cap="rnd">
                <a:noFill/>
              </a:ln>
            </p:spPr>
          </p:sp>
          <p:sp>
            <p:nvSpPr>
              <p:cNvPr id="178" name="REPORT_HEATMAP_1_8"/>
              <p:cNvSpPr/>
              <p:nvPr/>
            </p:nvSpPr>
            <p:spPr>
              <a:xfrm>
                <a:off x="9858375" y="5916414"/>
                <a:ext cx="46276" cy="43299"/>
              </a:xfrm>
              <a:prstGeom prst="rect">
                <a:avLst/>
              </a:prstGeom>
              <a:solidFill>
                <a:srgbClr val="6968BE"/>
              </a:solidFill>
              <a:ln w="7938" cap="rnd">
                <a:noFill/>
              </a:ln>
            </p:spPr>
          </p:sp>
          <p:sp>
            <p:nvSpPr>
              <p:cNvPr id="179" name="REPORT_HEATMAP_1_9"/>
              <p:cNvSpPr/>
              <p:nvPr/>
            </p:nvSpPr>
            <p:spPr>
              <a:xfrm>
                <a:off x="9904016" y="5916414"/>
                <a:ext cx="46276" cy="43299"/>
              </a:xfrm>
              <a:prstGeom prst="rect">
                <a:avLst/>
              </a:prstGeom>
              <a:solidFill>
                <a:srgbClr val="6D73BE"/>
              </a:solidFill>
              <a:ln w="7938" cap="rnd">
                <a:noFill/>
              </a:ln>
            </p:spPr>
          </p:sp>
          <p:sp>
            <p:nvSpPr>
              <p:cNvPr id="180" name="REPORT_HEATMAP_1_10"/>
              <p:cNvSpPr/>
              <p:nvPr/>
            </p:nvSpPr>
            <p:spPr>
              <a:xfrm>
                <a:off x="9949656" y="5916414"/>
                <a:ext cx="46276" cy="43299"/>
              </a:xfrm>
              <a:prstGeom prst="rect">
                <a:avLst/>
              </a:prstGeom>
              <a:solidFill>
                <a:srgbClr val="6F63B8"/>
              </a:solidFill>
              <a:ln w="7938" cap="rnd">
                <a:noFill/>
              </a:ln>
            </p:spPr>
          </p:sp>
          <p:sp>
            <p:nvSpPr>
              <p:cNvPr id="181" name="REPORT_HEATMAP_1_11"/>
              <p:cNvSpPr/>
              <p:nvPr/>
            </p:nvSpPr>
            <p:spPr>
              <a:xfrm>
                <a:off x="9995297" y="5916414"/>
                <a:ext cx="46276" cy="43299"/>
              </a:xfrm>
              <a:prstGeom prst="rect">
                <a:avLst/>
              </a:prstGeom>
              <a:solidFill>
                <a:srgbClr val="7660B6"/>
              </a:solidFill>
              <a:ln w="7938" cap="rnd">
                <a:noFill/>
              </a:ln>
            </p:spPr>
          </p:sp>
          <p:sp>
            <p:nvSpPr>
              <p:cNvPr id="182" name="REPORT_HEATMAP_2_0"/>
              <p:cNvSpPr/>
              <p:nvPr/>
            </p:nvSpPr>
            <p:spPr>
              <a:xfrm>
                <a:off x="9493250" y="5959078"/>
                <a:ext cx="46276" cy="43299"/>
              </a:xfrm>
              <a:prstGeom prst="rect">
                <a:avLst/>
              </a:prstGeom>
              <a:solidFill>
                <a:srgbClr val="FFFEFE"/>
              </a:solidFill>
              <a:ln w="7938" cap="rnd">
                <a:noFill/>
              </a:ln>
            </p:spPr>
          </p:sp>
          <p:sp>
            <p:nvSpPr>
              <p:cNvPr id="183" name="REPORT_HEATMAP_2_1"/>
              <p:cNvSpPr/>
              <p:nvPr/>
            </p:nvSpPr>
            <p:spPr>
              <a:xfrm>
                <a:off x="9538891" y="5959078"/>
                <a:ext cx="46276" cy="43299"/>
              </a:xfrm>
              <a:prstGeom prst="rect">
                <a:avLst/>
              </a:prstGeom>
              <a:solidFill>
                <a:srgbClr val="5CAADE"/>
              </a:solidFill>
              <a:ln w="7938" cap="rnd">
                <a:noFill/>
              </a:ln>
            </p:spPr>
          </p:sp>
          <p:sp>
            <p:nvSpPr>
              <p:cNvPr id="184" name="REPORT_HEATMAP_2_2"/>
              <p:cNvSpPr/>
              <p:nvPr/>
            </p:nvSpPr>
            <p:spPr>
              <a:xfrm>
                <a:off x="9584531" y="5959078"/>
                <a:ext cx="46276" cy="43299"/>
              </a:xfrm>
              <a:prstGeom prst="rect">
                <a:avLst/>
              </a:prstGeom>
              <a:solidFill>
                <a:srgbClr val="67B4E0"/>
              </a:solidFill>
              <a:ln w="7938" cap="rnd">
                <a:noFill/>
              </a:ln>
            </p:spPr>
          </p:sp>
          <p:sp>
            <p:nvSpPr>
              <p:cNvPr id="185" name="REPORT_HEATMAP_2_3"/>
              <p:cNvSpPr/>
              <p:nvPr/>
            </p:nvSpPr>
            <p:spPr>
              <a:xfrm>
                <a:off x="9630172" y="5959078"/>
                <a:ext cx="46276" cy="43299"/>
              </a:xfrm>
              <a:prstGeom prst="rect">
                <a:avLst/>
              </a:prstGeom>
              <a:solidFill>
                <a:srgbClr val="68ADDC"/>
              </a:solidFill>
              <a:ln w="7938" cap="rnd">
                <a:noFill/>
              </a:ln>
            </p:spPr>
          </p:sp>
          <p:sp>
            <p:nvSpPr>
              <p:cNvPr id="186" name="REPORT_HEATMAP_2_4"/>
              <p:cNvSpPr/>
              <p:nvPr/>
            </p:nvSpPr>
            <p:spPr>
              <a:xfrm>
                <a:off x="9675812" y="5959078"/>
                <a:ext cx="46276" cy="43299"/>
              </a:xfrm>
              <a:prstGeom prst="rect">
                <a:avLst/>
              </a:prstGeom>
              <a:solidFill>
                <a:srgbClr val="808CD0"/>
              </a:solidFill>
              <a:ln w="7938" cap="rnd">
                <a:noFill/>
              </a:ln>
            </p:spPr>
          </p:sp>
          <p:sp>
            <p:nvSpPr>
              <p:cNvPr id="187" name="REPORT_HEATMAP_2_5"/>
              <p:cNvSpPr/>
              <p:nvPr/>
            </p:nvSpPr>
            <p:spPr>
              <a:xfrm>
                <a:off x="9721453" y="5959078"/>
                <a:ext cx="46276" cy="43299"/>
              </a:xfrm>
              <a:prstGeom prst="rect">
                <a:avLst/>
              </a:prstGeom>
              <a:solidFill>
                <a:srgbClr val="7289D0"/>
              </a:solidFill>
              <a:ln w="7938" cap="rnd">
                <a:noFill/>
              </a:ln>
            </p:spPr>
          </p:sp>
          <p:sp>
            <p:nvSpPr>
              <p:cNvPr id="188" name="REPORT_HEATMAP_2_6"/>
              <p:cNvSpPr/>
              <p:nvPr/>
            </p:nvSpPr>
            <p:spPr>
              <a:xfrm>
                <a:off x="9767094" y="5959078"/>
                <a:ext cx="46276" cy="43299"/>
              </a:xfrm>
              <a:prstGeom prst="rect">
                <a:avLst/>
              </a:prstGeom>
              <a:solidFill>
                <a:srgbClr val="7183D1"/>
              </a:solidFill>
              <a:ln w="7938" cap="rnd">
                <a:noFill/>
              </a:ln>
            </p:spPr>
          </p:sp>
          <p:sp>
            <p:nvSpPr>
              <p:cNvPr id="189" name="REPORT_HEATMAP_2_7"/>
              <p:cNvSpPr/>
              <p:nvPr/>
            </p:nvSpPr>
            <p:spPr>
              <a:xfrm>
                <a:off x="9812734" y="5959078"/>
                <a:ext cx="46276" cy="43299"/>
              </a:xfrm>
              <a:prstGeom prst="rect">
                <a:avLst/>
              </a:prstGeom>
              <a:solidFill>
                <a:srgbClr val="7DAEDC"/>
              </a:solidFill>
              <a:ln w="7938" cap="rnd">
                <a:noFill/>
              </a:ln>
            </p:spPr>
          </p:sp>
          <p:sp>
            <p:nvSpPr>
              <p:cNvPr id="190" name="REPORT_HEATMAP_2_8"/>
              <p:cNvSpPr/>
              <p:nvPr/>
            </p:nvSpPr>
            <p:spPr>
              <a:xfrm>
                <a:off x="9858375" y="5959078"/>
                <a:ext cx="46276" cy="43299"/>
              </a:xfrm>
              <a:prstGeom prst="rect">
                <a:avLst/>
              </a:prstGeom>
              <a:solidFill>
                <a:srgbClr val="687CCB"/>
              </a:solidFill>
              <a:ln w="7938" cap="rnd">
                <a:noFill/>
              </a:ln>
            </p:spPr>
          </p:sp>
          <p:sp>
            <p:nvSpPr>
              <p:cNvPr id="191" name="REPORT_HEATMAP_2_9"/>
              <p:cNvSpPr/>
              <p:nvPr/>
            </p:nvSpPr>
            <p:spPr>
              <a:xfrm>
                <a:off x="9904016" y="5959078"/>
                <a:ext cx="46276" cy="43299"/>
              </a:xfrm>
              <a:prstGeom prst="rect">
                <a:avLst/>
              </a:prstGeom>
              <a:solidFill>
                <a:srgbClr val="637FCB"/>
              </a:solidFill>
              <a:ln w="7938" cap="rnd">
                <a:noFill/>
              </a:ln>
            </p:spPr>
          </p:sp>
          <p:sp>
            <p:nvSpPr>
              <p:cNvPr id="192" name="REPORT_HEATMAP_2_10"/>
              <p:cNvSpPr/>
              <p:nvPr/>
            </p:nvSpPr>
            <p:spPr>
              <a:xfrm>
                <a:off x="9949656" y="5959078"/>
                <a:ext cx="46276" cy="43299"/>
              </a:xfrm>
              <a:prstGeom prst="rect">
                <a:avLst/>
              </a:prstGeom>
              <a:solidFill>
                <a:srgbClr val="6984CD"/>
              </a:solidFill>
              <a:ln w="7938" cap="rnd">
                <a:noFill/>
              </a:ln>
            </p:spPr>
          </p:sp>
          <p:sp>
            <p:nvSpPr>
              <p:cNvPr id="193" name="REPORT_HEATMAP_2_11"/>
              <p:cNvSpPr/>
              <p:nvPr/>
            </p:nvSpPr>
            <p:spPr>
              <a:xfrm>
                <a:off x="9995297" y="5959078"/>
                <a:ext cx="46276" cy="43299"/>
              </a:xfrm>
              <a:prstGeom prst="rect">
                <a:avLst/>
              </a:prstGeom>
              <a:solidFill>
                <a:srgbClr val="7192D6"/>
              </a:solidFill>
              <a:ln w="7938" cap="rnd">
                <a:noFill/>
              </a:ln>
            </p:spPr>
          </p:sp>
          <p:sp>
            <p:nvSpPr>
              <p:cNvPr id="194" name="REPORT_HEATMAP_3_0"/>
              <p:cNvSpPr/>
              <p:nvPr/>
            </p:nvSpPr>
            <p:spPr>
              <a:xfrm>
                <a:off x="9493250" y="6001742"/>
                <a:ext cx="46276" cy="43299"/>
              </a:xfrm>
              <a:prstGeom prst="rect">
                <a:avLst/>
              </a:prstGeom>
              <a:solidFill>
                <a:srgbClr val="FBFBFD"/>
              </a:solidFill>
              <a:ln w="7938" cap="rnd">
                <a:noFill/>
              </a:ln>
            </p:spPr>
          </p:sp>
          <p:sp>
            <p:nvSpPr>
              <p:cNvPr id="195" name="REPORT_HEATMAP_3_1"/>
              <p:cNvSpPr/>
              <p:nvPr/>
            </p:nvSpPr>
            <p:spPr>
              <a:xfrm>
                <a:off x="9538891" y="6001742"/>
                <a:ext cx="46276" cy="43299"/>
              </a:xfrm>
              <a:prstGeom prst="rect">
                <a:avLst/>
              </a:prstGeom>
              <a:solidFill>
                <a:srgbClr val="87D3DD"/>
              </a:solidFill>
              <a:ln w="7938" cap="rnd">
                <a:noFill/>
              </a:ln>
            </p:spPr>
          </p:sp>
          <p:sp>
            <p:nvSpPr>
              <p:cNvPr id="196" name="REPORT_HEATMAP_3_2"/>
              <p:cNvSpPr/>
              <p:nvPr/>
            </p:nvSpPr>
            <p:spPr>
              <a:xfrm>
                <a:off x="9584531" y="6001742"/>
                <a:ext cx="46276" cy="43299"/>
              </a:xfrm>
              <a:prstGeom prst="rect">
                <a:avLst/>
              </a:prstGeom>
              <a:solidFill>
                <a:srgbClr val="97E2DA"/>
              </a:solidFill>
              <a:ln w="7938" cap="rnd">
                <a:noFill/>
              </a:ln>
            </p:spPr>
          </p:sp>
          <p:sp>
            <p:nvSpPr>
              <p:cNvPr id="197" name="REPORT_HEATMAP_3_3"/>
              <p:cNvSpPr/>
              <p:nvPr/>
            </p:nvSpPr>
            <p:spPr>
              <a:xfrm>
                <a:off x="9630172" y="6001742"/>
                <a:ext cx="46276" cy="43299"/>
              </a:xfrm>
              <a:prstGeom prst="rect">
                <a:avLst/>
              </a:prstGeom>
              <a:solidFill>
                <a:srgbClr val="80D4E8"/>
              </a:solidFill>
              <a:ln w="7938" cap="rnd">
                <a:noFill/>
              </a:ln>
            </p:spPr>
          </p:sp>
          <p:sp>
            <p:nvSpPr>
              <p:cNvPr id="198" name="REPORT_HEATMAP_3_4"/>
              <p:cNvSpPr/>
              <p:nvPr/>
            </p:nvSpPr>
            <p:spPr>
              <a:xfrm>
                <a:off x="9675812" y="6001742"/>
                <a:ext cx="46276" cy="43299"/>
              </a:xfrm>
              <a:prstGeom prst="rect">
                <a:avLst/>
              </a:prstGeom>
              <a:solidFill>
                <a:srgbClr val="85D7E0"/>
              </a:solidFill>
              <a:ln w="7938" cap="rnd">
                <a:noFill/>
              </a:ln>
            </p:spPr>
          </p:sp>
          <p:sp>
            <p:nvSpPr>
              <p:cNvPr id="199" name="REPORT_HEATMAP_3_5"/>
              <p:cNvSpPr/>
              <p:nvPr/>
            </p:nvSpPr>
            <p:spPr>
              <a:xfrm>
                <a:off x="9721453" y="6001742"/>
                <a:ext cx="46276" cy="43299"/>
              </a:xfrm>
              <a:prstGeom prst="rect">
                <a:avLst/>
              </a:prstGeom>
              <a:solidFill>
                <a:srgbClr val="97E6E1"/>
              </a:solidFill>
              <a:ln w="7938" cap="rnd">
                <a:noFill/>
              </a:ln>
            </p:spPr>
          </p:sp>
          <p:sp>
            <p:nvSpPr>
              <p:cNvPr id="200" name="REPORT_HEATMAP_3_6"/>
              <p:cNvSpPr/>
              <p:nvPr/>
            </p:nvSpPr>
            <p:spPr>
              <a:xfrm>
                <a:off x="9767094" y="6001742"/>
                <a:ext cx="46276" cy="43299"/>
              </a:xfrm>
              <a:prstGeom prst="rect">
                <a:avLst/>
              </a:prstGeom>
              <a:solidFill>
                <a:srgbClr val="75C9E2"/>
              </a:solidFill>
              <a:ln w="7938" cap="rnd">
                <a:noFill/>
              </a:ln>
            </p:spPr>
          </p:sp>
          <p:sp>
            <p:nvSpPr>
              <p:cNvPr id="201" name="REPORT_HEATMAP_3_7"/>
              <p:cNvSpPr/>
              <p:nvPr/>
            </p:nvSpPr>
            <p:spPr>
              <a:xfrm>
                <a:off x="9812734" y="6001742"/>
                <a:ext cx="46276" cy="43299"/>
              </a:xfrm>
              <a:prstGeom prst="rect">
                <a:avLst/>
              </a:prstGeom>
              <a:solidFill>
                <a:srgbClr val="9AE1D7"/>
              </a:solidFill>
              <a:ln w="7938" cap="rnd">
                <a:noFill/>
              </a:ln>
            </p:spPr>
          </p:sp>
          <p:sp>
            <p:nvSpPr>
              <p:cNvPr id="202" name="REPORT_HEATMAP_3_8"/>
              <p:cNvSpPr/>
              <p:nvPr/>
            </p:nvSpPr>
            <p:spPr>
              <a:xfrm>
                <a:off x="9858375" y="6001742"/>
                <a:ext cx="46276" cy="43299"/>
              </a:xfrm>
              <a:prstGeom prst="rect">
                <a:avLst/>
              </a:prstGeom>
              <a:solidFill>
                <a:srgbClr val="5FBADE"/>
              </a:solidFill>
              <a:ln w="7938" cap="rnd">
                <a:noFill/>
              </a:ln>
            </p:spPr>
          </p:sp>
          <p:sp>
            <p:nvSpPr>
              <p:cNvPr id="203" name="REPORT_HEATMAP_3_9"/>
              <p:cNvSpPr/>
              <p:nvPr/>
            </p:nvSpPr>
            <p:spPr>
              <a:xfrm>
                <a:off x="9904016" y="6001742"/>
                <a:ext cx="46276" cy="43299"/>
              </a:xfrm>
              <a:prstGeom prst="rect">
                <a:avLst/>
              </a:prstGeom>
              <a:solidFill>
                <a:srgbClr val="63BAE2"/>
              </a:solidFill>
              <a:ln w="7938" cap="rnd">
                <a:noFill/>
              </a:ln>
            </p:spPr>
          </p:sp>
          <p:sp>
            <p:nvSpPr>
              <p:cNvPr id="204" name="REPORT_HEATMAP_3_10"/>
              <p:cNvSpPr/>
              <p:nvPr/>
            </p:nvSpPr>
            <p:spPr>
              <a:xfrm>
                <a:off x="9949656" y="6001742"/>
                <a:ext cx="46276" cy="43299"/>
              </a:xfrm>
              <a:prstGeom prst="rect">
                <a:avLst/>
              </a:prstGeom>
              <a:solidFill>
                <a:srgbClr val="74C0E4"/>
              </a:solidFill>
              <a:ln w="7938" cap="rnd">
                <a:noFill/>
              </a:ln>
            </p:spPr>
          </p:sp>
          <p:sp>
            <p:nvSpPr>
              <p:cNvPr id="205" name="REPORT_HEATMAP_3_11"/>
              <p:cNvSpPr/>
              <p:nvPr/>
            </p:nvSpPr>
            <p:spPr>
              <a:xfrm>
                <a:off x="9995297" y="6001742"/>
                <a:ext cx="46276" cy="43299"/>
              </a:xfrm>
              <a:prstGeom prst="rect">
                <a:avLst/>
              </a:prstGeom>
              <a:solidFill>
                <a:srgbClr val="6FBBE7"/>
              </a:solidFill>
              <a:ln w="7938" cap="rnd">
                <a:noFill/>
              </a:ln>
            </p:spPr>
          </p:sp>
          <p:sp>
            <p:nvSpPr>
              <p:cNvPr id="206" name="REPORT_HEATMAP_4_0"/>
              <p:cNvSpPr/>
              <p:nvPr/>
            </p:nvSpPr>
            <p:spPr>
              <a:xfrm>
                <a:off x="9493250" y="6044406"/>
                <a:ext cx="46276" cy="43299"/>
              </a:xfrm>
              <a:prstGeom prst="rect">
                <a:avLst/>
              </a:prstGeom>
              <a:solidFill>
                <a:srgbClr val="FFFFFE"/>
              </a:solidFill>
              <a:ln w="7938" cap="rnd">
                <a:noFill/>
              </a:ln>
            </p:spPr>
          </p:sp>
          <p:sp>
            <p:nvSpPr>
              <p:cNvPr id="207" name="REPORT_HEATMAP_4_1"/>
              <p:cNvSpPr/>
              <p:nvPr/>
            </p:nvSpPr>
            <p:spPr>
              <a:xfrm>
                <a:off x="9538891" y="6044406"/>
                <a:ext cx="46276" cy="43299"/>
              </a:xfrm>
              <a:prstGeom prst="rect">
                <a:avLst/>
              </a:prstGeom>
              <a:solidFill>
                <a:srgbClr val="66C4E9"/>
              </a:solidFill>
              <a:ln w="7938" cap="rnd">
                <a:noFill/>
              </a:ln>
            </p:spPr>
          </p:sp>
          <p:sp>
            <p:nvSpPr>
              <p:cNvPr id="208" name="REPORT_HEATMAP_4_2"/>
              <p:cNvSpPr/>
              <p:nvPr/>
            </p:nvSpPr>
            <p:spPr>
              <a:xfrm>
                <a:off x="9584531" y="6044406"/>
                <a:ext cx="46276" cy="43299"/>
              </a:xfrm>
              <a:prstGeom prst="rect">
                <a:avLst/>
              </a:prstGeom>
              <a:solidFill>
                <a:srgbClr val="90E2DC"/>
              </a:solidFill>
              <a:ln w="7938" cap="rnd">
                <a:noFill/>
              </a:ln>
            </p:spPr>
          </p:sp>
          <p:sp>
            <p:nvSpPr>
              <p:cNvPr id="209" name="REPORT_HEATMAP_4_3"/>
              <p:cNvSpPr/>
              <p:nvPr/>
            </p:nvSpPr>
            <p:spPr>
              <a:xfrm>
                <a:off x="9630172" y="6044406"/>
                <a:ext cx="46276" cy="43299"/>
              </a:xfrm>
              <a:prstGeom prst="rect">
                <a:avLst/>
              </a:prstGeom>
              <a:solidFill>
                <a:srgbClr val="9BDEDC"/>
              </a:solidFill>
              <a:ln w="7938" cap="rnd">
                <a:noFill/>
              </a:ln>
            </p:spPr>
          </p:sp>
          <p:sp>
            <p:nvSpPr>
              <p:cNvPr id="210" name="REPORT_HEATMAP_4_4"/>
              <p:cNvSpPr/>
              <p:nvPr/>
            </p:nvSpPr>
            <p:spPr>
              <a:xfrm>
                <a:off x="9675812" y="6044406"/>
                <a:ext cx="46276" cy="43299"/>
              </a:xfrm>
              <a:prstGeom prst="rect">
                <a:avLst/>
              </a:prstGeom>
              <a:solidFill>
                <a:srgbClr val="84D7E8"/>
              </a:solidFill>
              <a:ln w="7938" cap="rnd">
                <a:noFill/>
              </a:ln>
            </p:spPr>
          </p:sp>
          <p:sp>
            <p:nvSpPr>
              <p:cNvPr id="211" name="REPORT_HEATMAP_4_5"/>
              <p:cNvSpPr/>
              <p:nvPr/>
            </p:nvSpPr>
            <p:spPr>
              <a:xfrm>
                <a:off x="9721453" y="6044406"/>
                <a:ext cx="46276" cy="43299"/>
              </a:xfrm>
              <a:prstGeom prst="rect">
                <a:avLst/>
              </a:prstGeom>
              <a:solidFill>
                <a:srgbClr val="7ED6E1"/>
              </a:solidFill>
              <a:ln w="7938" cap="rnd">
                <a:noFill/>
              </a:ln>
            </p:spPr>
          </p:sp>
          <p:sp>
            <p:nvSpPr>
              <p:cNvPr id="212" name="REPORT_HEATMAP_4_6"/>
              <p:cNvSpPr/>
              <p:nvPr/>
            </p:nvSpPr>
            <p:spPr>
              <a:xfrm>
                <a:off x="9767094" y="6044406"/>
                <a:ext cx="46276" cy="43299"/>
              </a:xfrm>
              <a:prstGeom prst="rect">
                <a:avLst/>
              </a:prstGeom>
              <a:solidFill>
                <a:srgbClr val="6BBDEC"/>
              </a:solidFill>
              <a:ln w="7938" cap="rnd">
                <a:noFill/>
              </a:ln>
            </p:spPr>
          </p:sp>
          <p:sp>
            <p:nvSpPr>
              <p:cNvPr id="213" name="REPORT_HEATMAP_4_7"/>
              <p:cNvSpPr/>
              <p:nvPr/>
            </p:nvSpPr>
            <p:spPr>
              <a:xfrm>
                <a:off x="9812734" y="6044406"/>
                <a:ext cx="46276" cy="43299"/>
              </a:xfrm>
              <a:prstGeom prst="rect">
                <a:avLst/>
              </a:prstGeom>
              <a:solidFill>
                <a:srgbClr val="80D0E2"/>
              </a:solidFill>
              <a:ln w="7938" cap="rnd">
                <a:noFill/>
              </a:ln>
            </p:spPr>
          </p:sp>
          <p:sp>
            <p:nvSpPr>
              <p:cNvPr id="214" name="REPORT_HEATMAP_4_8"/>
              <p:cNvSpPr/>
              <p:nvPr/>
            </p:nvSpPr>
            <p:spPr>
              <a:xfrm>
                <a:off x="9858375" y="6044406"/>
                <a:ext cx="46276" cy="43299"/>
              </a:xfrm>
              <a:prstGeom prst="rect">
                <a:avLst/>
              </a:prstGeom>
              <a:solidFill>
                <a:srgbClr val="8ED8DC"/>
              </a:solidFill>
              <a:ln w="7938" cap="rnd">
                <a:noFill/>
              </a:ln>
            </p:spPr>
          </p:sp>
          <p:sp>
            <p:nvSpPr>
              <p:cNvPr id="215" name="REPORT_HEATMAP_4_9"/>
              <p:cNvSpPr/>
              <p:nvPr/>
            </p:nvSpPr>
            <p:spPr>
              <a:xfrm>
                <a:off x="9904016" y="6044406"/>
                <a:ext cx="46276" cy="43299"/>
              </a:xfrm>
              <a:prstGeom prst="rect">
                <a:avLst/>
              </a:prstGeom>
              <a:solidFill>
                <a:srgbClr val="82D6DD"/>
              </a:solidFill>
              <a:ln w="7938" cap="rnd">
                <a:noFill/>
              </a:ln>
            </p:spPr>
          </p:sp>
          <p:sp>
            <p:nvSpPr>
              <p:cNvPr id="216" name="REPORT_HEATMAP_4_10"/>
              <p:cNvSpPr/>
              <p:nvPr/>
            </p:nvSpPr>
            <p:spPr>
              <a:xfrm>
                <a:off x="9949656" y="6044406"/>
                <a:ext cx="46276" cy="43299"/>
              </a:xfrm>
              <a:prstGeom prst="rect">
                <a:avLst/>
              </a:prstGeom>
              <a:solidFill>
                <a:srgbClr val="70C3EC"/>
              </a:solidFill>
              <a:ln w="7938" cap="rnd">
                <a:noFill/>
              </a:ln>
            </p:spPr>
          </p:sp>
          <p:sp>
            <p:nvSpPr>
              <p:cNvPr id="217" name="REPORT_HEATMAP_4_11"/>
              <p:cNvSpPr/>
              <p:nvPr/>
            </p:nvSpPr>
            <p:spPr>
              <a:xfrm>
                <a:off x="9995297" y="6044406"/>
                <a:ext cx="46276" cy="43299"/>
              </a:xfrm>
              <a:prstGeom prst="rect">
                <a:avLst/>
              </a:prstGeom>
              <a:solidFill>
                <a:srgbClr val="65B7E7"/>
              </a:solidFill>
              <a:ln w="7938" cap="rnd">
                <a:noFill/>
              </a:ln>
            </p:spPr>
          </p:sp>
          <p:sp>
            <p:nvSpPr>
              <p:cNvPr id="218" name="REPORT_HEATMAP_5_0"/>
              <p:cNvSpPr/>
              <p:nvPr/>
            </p:nvSpPr>
            <p:spPr>
              <a:xfrm>
                <a:off x="9493250" y="6087070"/>
                <a:ext cx="46276" cy="43299"/>
              </a:xfrm>
              <a:prstGeom prst="rect">
                <a:avLst/>
              </a:prstGeom>
              <a:solidFill>
                <a:srgbClr val="FFFFFF"/>
              </a:solidFill>
              <a:ln w="7938" cap="rnd">
                <a:noFill/>
              </a:ln>
            </p:spPr>
          </p:sp>
          <p:sp>
            <p:nvSpPr>
              <p:cNvPr id="219" name="REPORT_HEATMAP_5_1"/>
              <p:cNvSpPr/>
              <p:nvPr/>
            </p:nvSpPr>
            <p:spPr>
              <a:xfrm>
                <a:off x="9538891" y="6087070"/>
                <a:ext cx="46276" cy="43299"/>
              </a:xfrm>
              <a:prstGeom prst="rect">
                <a:avLst/>
              </a:prstGeom>
              <a:solidFill>
                <a:srgbClr val="60BDE5"/>
              </a:solidFill>
              <a:ln w="7938" cap="rnd">
                <a:noFill/>
              </a:ln>
            </p:spPr>
          </p:sp>
          <p:sp>
            <p:nvSpPr>
              <p:cNvPr id="220" name="REPORT_HEATMAP_5_2"/>
              <p:cNvSpPr/>
              <p:nvPr/>
            </p:nvSpPr>
            <p:spPr>
              <a:xfrm>
                <a:off x="9584531" y="6087070"/>
                <a:ext cx="46276" cy="43299"/>
              </a:xfrm>
              <a:prstGeom prst="rect">
                <a:avLst/>
              </a:prstGeom>
              <a:solidFill>
                <a:srgbClr val="5BC6E1"/>
              </a:solidFill>
              <a:ln w="7938" cap="rnd">
                <a:noFill/>
              </a:ln>
            </p:spPr>
          </p:sp>
          <p:sp>
            <p:nvSpPr>
              <p:cNvPr id="221" name="REPORT_HEATMAP_5_3"/>
              <p:cNvSpPr/>
              <p:nvPr/>
            </p:nvSpPr>
            <p:spPr>
              <a:xfrm>
                <a:off x="9630172" y="6087070"/>
                <a:ext cx="46276" cy="43299"/>
              </a:xfrm>
              <a:prstGeom prst="rect">
                <a:avLst/>
              </a:prstGeom>
              <a:solidFill>
                <a:srgbClr val="B4E9B8"/>
              </a:solidFill>
              <a:ln w="7938" cap="rnd">
                <a:noFill/>
              </a:ln>
            </p:spPr>
          </p:sp>
          <p:sp>
            <p:nvSpPr>
              <p:cNvPr id="222" name="REPORT_HEATMAP_5_4"/>
              <p:cNvSpPr/>
              <p:nvPr/>
            </p:nvSpPr>
            <p:spPr>
              <a:xfrm>
                <a:off x="9675812" y="6087070"/>
                <a:ext cx="46276" cy="43299"/>
              </a:xfrm>
              <a:prstGeom prst="rect">
                <a:avLst/>
              </a:prstGeom>
              <a:solidFill>
                <a:srgbClr val="B0E3C4"/>
              </a:solidFill>
              <a:ln w="7938" cap="rnd">
                <a:noFill/>
              </a:ln>
            </p:spPr>
          </p:sp>
          <p:sp>
            <p:nvSpPr>
              <p:cNvPr id="223" name="REPORT_HEATMAP_5_5"/>
              <p:cNvSpPr/>
              <p:nvPr/>
            </p:nvSpPr>
            <p:spPr>
              <a:xfrm>
                <a:off x="9721453" y="6087070"/>
                <a:ext cx="46276" cy="43299"/>
              </a:xfrm>
              <a:prstGeom prst="rect">
                <a:avLst/>
              </a:prstGeom>
              <a:solidFill>
                <a:srgbClr val="97E0CD"/>
              </a:solidFill>
              <a:ln w="7938" cap="rnd">
                <a:noFill/>
              </a:ln>
            </p:spPr>
          </p:sp>
          <p:sp>
            <p:nvSpPr>
              <p:cNvPr id="224" name="REPORT_HEATMAP_5_6"/>
              <p:cNvSpPr/>
              <p:nvPr/>
            </p:nvSpPr>
            <p:spPr>
              <a:xfrm>
                <a:off x="9767094" y="6087070"/>
                <a:ext cx="46276" cy="43299"/>
              </a:xfrm>
              <a:prstGeom prst="rect">
                <a:avLst/>
              </a:prstGeom>
              <a:solidFill>
                <a:srgbClr val="7DD3DD"/>
              </a:solidFill>
              <a:ln w="7938" cap="rnd">
                <a:noFill/>
              </a:ln>
            </p:spPr>
          </p:sp>
          <p:sp>
            <p:nvSpPr>
              <p:cNvPr id="225" name="REPORT_HEATMAP_5_7"/>
              <p:cNvSpPr/>
              <p:nvPr/>
            </p:nvSpPr>
            <p:spPr>
              <a:xfrm>
                <a:off x="9812734" y="6087070"/>
                <a:ext cx="46276" cy="43299"/>
              </a:xfrm>
              <a:prstGeom prst="rect">
                <a:avLst/>
              </a:prstGeom>
              <a:solidFill>
                <a:srgbClr val="99DBD0"/>
              </a:solidFill>
              <a:ln w="7938" cap="rnd">
                <a:noFill/>
              </a:ln>
            </p:spPr>
          </p:sp>
          <p:sp>
            <p:nvSpPr>
              <p:cNvPr id="226" name="REPORT_HEATMAP_5_8"/>
              <p:cNvSpPr/>
              <p:nvPr/>
            </p:nvSpPr>
            <p:spPr>
              <a:xfrm>
                <a:off x="9858375" y="6087070"/>
                <a:ext cx="46276" cy="43299"/>
              </a:xfrm>
              <a:prstGeom prst="rect">
                <a:avLst/>
              </a:prstGeom>
              <a:solidFill>
                <a:srgbClr val="CAF1BB"/>
              </a:solidFill>
              <a:ln w="7938" cap="rnd">
                <a:noFill/>
              </a:ln>
            </p:spPr>
          </p:sp>
          <p:sp>
            <p:nvSpPr>
              <p:cNvPr id="227" name="REPORT_HEATMAP_5_9"/>
              <p:cNvSpPr/>
              <p:nvPr/>
            </p:nvSpPr>
            <p:spPr>
              <a:xfrm>
                <a:off x="9904016" y="6087070"/>
                <a:ext cx="46276" cy="43299"/>
              </a:xfrm>
              <a:prstGeom prst="rect">
                <a:avLst/>
              </a:prstGeom>
              <a:solidFill>
                <a:srgbClr val="A3E3B1"/>
              </a:solidFill>
              <a:ln w="7938" cap="rnd">
                <a:noFill/>
              </a:ln>
            </p:spPr>
          </p:sp>
          <p:sp>
            <p:nvSpPr>
              <p:cNvPr id="228" name="REPORT_HEATMAP_5_10"/>
              <p:cNvSpPr/>
              <p:nvPr/>
            </p:nvSpPr>
            <p:spPr>
              <a:xfrm>
                <a:off x="9949656" y="6087070"/>
                <a:ext cx="46276" cy="43299"/>
              </a:xfrm>
              <a:prstGeom prst="rect">
                <a:avLst/>
              </a:prstGeom>
              <a:solidFill>
                <a:srgbClr val="8FD5C3"/>
              </a:solidFill>
              <a:ln w="7938" cap="rnd">
                <a:noFill/>
              </a:ln>
            </p:spPr>
          </p:sp>
          <p:sp>
            <p:nvSpPr>
              <p:cNvPr id="229" name="REPORT_HEATMAP_5_11"/>
              <p:cNvSpPr/>
              <p:nvPr/>
            </p:nvSpPr>
            <p:spPr>
              <a:xfrm>
                <a:off x="9995297" y="6087070"/>
                <a:ext cx="46276" cy="43299"/>
              </a:xfrm>
              <a:prstGeom prst="rect">
                <a:avLst/>
              </a:prstGeom>
              <a:solidFill>
                <a:srgbClr val="67C6DE"/>
              </a:solidFill>
              <a:ln w="7938" cap="rnd">
                <a:noFill/>
              </a:ln>
            </p:spPr>
          </p:sp>
          <p:sp>
            <p:nvSpPr>
              <p:cNvPr id="230" name="REPORT_HEATMAP_6_0"/>
              <p:cNvSpPr/>
              <p:nvPr/>
            </p:nvSpPr>
            <p:spPr>
              <a:xfrm>
                <a:off x="9493250" y="6129734"/>
                <a:ext cx="46276" cy="43299"/>
              </a:xfrm>
              <a:prstGeom prst="rect">
                <a:avLst/>
              </a:prstGeom>
              <a:solidFill>
                <a:srgbClr val="F9F9FB"/>
              </a:solidFill>
              <a:ln w="7938" cap="rnd">
                <a:noFill/>
              </a:ln>
            </p:spPr>
          </p:sp>
          <p:sp>
            <p:nvSpPr>
              <p:cNvPr id="231" name="REPORT_HEATMAP_6_1"/>
              <p:cNvSpPr/>
              <p:nvPr/>
            </p:nvSpPr>
            <p:spPr>
              <a:xfrm>
                <a:off x="9538891" y="6129734"/>
                <a:ext cx="46276" cy="43299"/>
              </a:xfrm>
              <a:prstGeom prst="rect">
                <a:avLst/>
              </a:prstGeom>
              <a:solidFill>
                <a:srgbClr val="63B9E5"/>
              </a:solidFill>
              <a:ln w="7938" cap="rnd">
                <a:noFill/>
              </a:ln>
            </p:spPr>
          </p:sp>
          <p:sp>
            <p:nvSpPr>
              <p:cNvPr id="232" name="REPORT_HEATMAP_6_2"/>
              <p:cNvSpPr/>
              <p:nvPr/>
            </p:nvSpPr>
            <p:spPr>
              <a:xfrm>
                <a:off x="9584531" y="6129734"/>
                <a:ext cx="46276" cy="43299"/>
              </a:xfrm>
              <a:prstGeom prst="rect">
                <a:avLst/>
              </a:prstGeom>
              <a:solidFill>
                <a:srgbClr val="7BDAE1"/>
              </a:solidFill>
              <a:ln w="7938" cap="rnd">
                <a:noFill/>
              </a:ln>
            </p:spPr>
          </p:sp>
          <p:sp>
            <p:nvSpPr>
              <p:cNvPr id="233" name="REPORT_HEATMAP_6_3"/>
              <p:cNvSpPr/>
              <p:nvPr/>
            </p:nvSpPr>
            <p:spPr>
              <a:xfrm>
                <a:off x="9630172" y="6129734"/>
                <a:ext cx="46276" cy="43299"/>
              </a:xfrm>
              <a:prstGeom prst="rect">
                <a:avLst/>
              </a:prstGeom>
              <a:solidFill>
                <a:srgbClr val="F0F080"/>
              </a:solidFill>
              <a:ln w="7938" cap="rnd">
                <a:noFill/>
              </a:ln>
            </p:spPr>
          </p:sp>
          <p:sp>
            <p:nvSpPr>
              <p:cNvPr id="234" name="REPORT_HEATMAP_6_4"/>
              <p:cNvSpPr/>
              <p:nvPr/>
            </p:nvSpPr>
            <p:spPr>
              <a:xfrm>
                <a:off x="9675812" y="6129734"/>
                <a:ext cx="46276" cy="43299"/>
              </a:xfrm>
              <a:prstGeom prst="rect">
                <a:avLst/>
              </a:prstGeom>
              <a:solidFill>
                <a:srgbClr val="FCEF79"/>
              </a:solidFill>
              <a:ln w="7938" cap="rnd">
                <a:noFill/>
              </a:ln>
            </p:spPr>
          </p:sp>
          <p:sp>
            <p:nvSpPr>
              <p:cNvPr id="235" name="REPORT_HEATMAP_6_5"/>
              <p:cNvSpPr/>
              <p:nvPr/>
            </p:nvSpPr>
            <p:spPr>
              <a:xfrm>
                <a:off x="9721453" y="6129734"/>
                <a:ext cx="46276" cy="43299"/>
              </a:xfrm>
              <a:prstGeom prst="rect">
                <a:avLst/>
              </a:prstGeom>
              <a:solidFill>
                <a:srgbClr val="FCE874"/>
              </a:solidFill>
              <a:ln w="7938" cap="rnd">
                <a:noFill/>
              </a:ln>
            </p:spPr>
          </p:sp>
          <p:sp>
            <p:nvSpPr>
              <p:cNvPr id="236" name="REPORT_HEATMAP_6_6"/>
              <p:cNvSpPr/>
              <p:nvPr/>
            </p:nvSpPr>
            <p:spPr>
              <a:xfrm>
                <a:off x="9767094" y="6129734"/>
                <a:ext cx="46276" cy="43299"/>
              </a:xfrm>
              <a:prstGeom prst="rect">
                <a:avLst/>
              </a:prstGeom>
              <a:solidFill>
                <a:srgbClr val="F1E978"/>
              </a:solidFill>
              <a:ln w="7938" cap="rnd">
                <a:noFill/>
              </a:ln>
            </p:spPr>
          </p:sp>
          <p:sp>
            <p:nvSpPr>
              <p:cNvPr id="237" name="REPORT_HEATMAP_6_7"/>
              <p:cNvSpPr/>
              <p:nvPr/>
            </p:nvSpPr>
            <p:spPr>
              <a:xfrm>
                <a:off x="9812734" y="6129734"/>
                <a:ext cx="46276" cy="43299"/>
              </a:xfrm>
              <a:prstGeom prst="rect">
                <a:avLst/>
              </a:prstGeom>
              <a:solidFill>
                <a:srgbClr val="E6F490"/>
              </a:solidFill>
              <a:ln w="7938" cap="rnd">
                <a:noFill/>
              </a:ln>
            </p:spPr>
          </p:sp>
          <p:sp>
            <p:nvSpPr>
              <p:cNvPr id="238" name="REPORT_HEATMAP_6_8"/>
              <p:cNvSpPr/>
              <p:nvPr/>
            </p:nvSpPr>
            <p:spPr>
              <a:xfrm>
                <a:off x="9858375" y="6129734"/>
                <a:ext cx="46276" cy="43299"/>
              </a:xfrm>
              <a:prstGeom prst="rect">
                <a:avLst/>
              </a:prstGeom>
              <a:solidFill>
                <a:srgbClr val="FFE688"/>
              </a:solidFill>
              <a:ln w="7938" cap="rnd">
                <a:noFill/>
              </a:ln>
            </p:spPr>
          </p:sp>
          <p:sp>
            <p:nvSpPr>
              <p:cNvPr id="239" name="REPORT_HEATMAP_6_9"/>
              <p:cNvSpPr/>
              <p:nvPr/>
            </p:nvSpPr>
            <p:spPr>
              <a:xfrm>
                <a:off x="9904016" y="6129734"/>
                <a:ext cx="46276" cy="43299"/>
              </a:xfrm>
              <a:prstGeom prst="rect">
                <a:avLst/>
              </a:prstGeom>
              <a:solidFill>
                <a:srgbClr val="FDDC7E"/>
              </a:solidFill>
              <a:ln w="7938" cap="rnd">
                <a:noFill/>
              </a:ln>
            </p:spPr>
          </p:sp>
          <p:sp>
            <p:nvSpPr>
              <p:cNvPr id="240" name="REPORT_HEATMAP_6_10"/>
              <p:cNvSpPr/>
              <p:nvPr/>
            </p:nvSpPr>
            <p:spPr>
              <a:xfrm>
                <a:off x="9949656" y="6129734"/>
                <a:ext cx="46276" cy="43299"/>
              </a:xfrm>
              <a:prstGeom prst="rect">
                <a:avLst/>
              </a:prstGeom>
              <a:solidFill>
                <a:srgbClr val="F7E776"/>
              </a:solidFill>
              <a:ln w="7938" cap="rnd">
                <a:noFill/>
              </a:ln>
            </p:spPr>
          </p:sp>
          <p:sp>
            <p:nvSpPr>
              <p:cNvPr id="241" name="REPORT_HEATMAP_6_11"/>
              <p:cNvSpPr/>
              <p:nvPr/>
            </p:nvSpPr>
            <p:spPr>
              <a:xfrm>
                <a:off x="9995297" y="6129734"/>
                <a:ext cx="46276" cy="43299"/>
              </a:xfrm>
              <a:prstGeom prst="rect">
                <a:avLst/>
              </a:prstGeom>
              <a:solidFill>
                <a:srgbClr val="EEF172"/>
              </a:solidFill>
              <a:ln w="7938" cap="rnd">
                <a:noFill/>
              </a:ln>
            </p:spPr>
          </p:sp>
          <p:sp>
            <p:nvSpPr>
              <p:cNvPr id="242" name="REPORT_HEATMAP_7_0"/>
              <p:cNvSpPr/>
              <p:nvPr/>
            </p:nvSpPr>
            <p:spPr>
              <a:xfrm>
                <a:off x="9493250" y="6172398"/>
                <a:ext cx="46276" cy="43299"/>
              </a:xfrm>
              <a:prstGeom prst="rect">
                <a:avLst/>
              </a:prstGeom>
              <a:solidFill>
                <a:srgbClr val="E8E9EB"/>
              </a:solidFill>
              <a:ln w="7938" cap="rnd">
                <a:noFill/>
              </a:ln>
            </p:spPr>
          </p:sp>
          <p:sp>
            <p:nvSpPr>
              <p:cNvPr id="243" name="REPORT_HEATMAP_7_1"/>
              <p:cNvSpPr/>
              <p:nvPr/>
            </p:nvSpPr>
            <p:spPr>
              <a:xfrm>
                <a:off x="9538891" y="6172398"/>
                <a:ext cx="46276" cy="43299"/>
              </a:xfrm>
              <a:prstGeom prst="rect">
                <a:avLst/>
              </a:prstGeom>
              <a:solidFill>
                <a:srgbClr val="A7A8B7"/>
              </a:solidFill>
              <a:ln w="7938" cap="rnd">
                <a:noFill/>
              </a:ln>
            </p:spPr>
          </p:sp>
          <p:sp>
            <p:nvSpPr>
              <p:cNvPr id="244" name="REPORT_HEATMAP_7_2"/>
              <p:cNvSpPr/>
              <p:nvPr/>
            </p:nvSpPr>
            <p:spPr>
              <a:xfrm>
                <a:off x="9584531" y="6172398"/>
                <a:ext cx="46276" cy="43299"/>
              </a:xfrm>
              <a:prstGeom prst="rect">
                <a:avLst/>
              </a:prstGeom>
              <a:solidFill>
                <a:srgbClr val="A7A9B2"/>
              </a:solidFill>
              <a:ln w="7938" cap="rnd">
                <a:noFill/>
              </a:ln>
            </p:spPr>
          </p:sp>
          <p:sp>
            <p:nvSpPr>
              <p:cNvPr id="245" name="REPORT_HEATMAP_7_3"/>
              <p:cNvSpPr/>
              <p:nvPr/>
            </p:nvSpPr>
            <p:spPr>
              <a:xfrm>
                <a:off x="9630172" y="6172398"/>
                <a:ext cx="46276" cy="43299"/>
              </a:xfrm>
              <a:prstGeom prst="rect">
                <a:avLst/>
              </a:prstGeom>
              <a:solidFill>
                <a:srgbClr val="ACA5AF"/>
              </a:solidFill>
              <a:ln w="7938" cap="rnd">
                <a:noFill/>
              </a:ln>
            </p:spPr>
          </p:sp>
          <p:sp>
            <p:nvSpPr>
              <p:cNvPr id="246" name="REPORT_HEATMAP_7_4"/>
              <p:cNvSpPr/>
              <p:nvPr/>
            </p:nvSpPr>
            <p:spPr>
              <a:xfrm>
                <a:off x="9675812" y="6172398"/>
                <a:ext cx="46276" cy="43299"/>
              </a:xfrm>
              <a:prstGeom prst="rect">
                <a:avLst/>
              </a:prstGeom>
              <a:solidFill>
                <a:srgbClr val="A7A0B0"/>
              </a:solidFill>
              <a:ln w="7938" cap="rnd">
                <a:noFill/>
              </a:ln>
            </p:spPr>
          </p:sp>
          <p:sp>
            <p:nvSpPr>
              <p:cNvPr id="247" name="REPORT_HEATMAP_7_5"/>
              <p:cNvSpPr/>
              <p:nvPr/>
            </p:nvSpPr>
            <p:spPr>
              <a:xfrm>
                <a:off x="9721453" y="6172398"/>
                <a:ext cx="46276" cy="43299"/>
              </a:xfrm>
              <a:prstGeom prst="rect">
                <a:avLst/>
              </a:prstGeom>
              <a:solidFill>
                <a:srgbClr val="A59FAD"/>
              </a:solidFill>
              <a:ln w="7938" cap="rnd">
                <a:noFill/>
              </a:ln>
            </p:spPr>
          </p:sp>
          <p:sp>
            <p:nvSpPr>
              <p:cNvPr id="248" name="REPORT_HEATMAP_7_6"/>
              <p:cNvSpPr/>
              <p:nvPr/>
            </p:nvSpPr>
            <p:spPr>
              <a:xfrm>
                <a:off x="9767094" y="6172398"/>
                <a:ext cx="46276" cy="43299"/>
              </a:xfrm>
              <a:prstGeom prst="rect">
                <a:avLst/>
              </a:prstGeom>
              <a:solidFill>
                <a:srgbClr val="8E8EA4"/>
              </a:solidFill>
              <a:ln w="7938" cap="rnd">
                <a:noFill/>
              </a:ln>
            </p:spPr>
          </p:sp>
          <p:sp>
            <p:nvSpPr>
              <p:cNvPr id="249" name="REPORT_HEATMAP_7_7"/>
              <p:cNvSpPr/>
              <p:nvPr/>
            </p:nvSpPr>
            <p:spPr>
              <a:xfrm>
                <a:off x="9812734" y="6172398"/>
                <a:ext cx="46276" cy="43299"/>
              </a:xfrm>
              <a:prstGeom prst="rect">
                <a:avLst/>
              </a:prstGeom>
              <a:solidFill>
                <a:srgbClr val="ACA8B9"/>
              </a:solidFill>
              <a:ln w="7938" cap="rnd">
                <a:noFill/>
              </a:ln>
            </p:spPr>
          </p:sp>
          <p:sp>
            <p:nvSpPr>
              <p:cNvPr id="250" name="REPORT_HEATMAP_7_8"/>
              <p:cNvSpPr/>
              <p:nvPr/>
            </p:nvSpPr>
            <p:spPr>
              <a:xfrm>
                <a:off x="9858375" y="6172398"/>
                <a:ext cx="46276" cy="43299"/>
              </a:xfrm>
              <a:prstGeom prst="rect">
                <a:avLst/>
              </a:prstGeom>
              <a:solidFill>
                <a:srgbClr val="B1AFB5"/>
              </a:solidFill>
              <a:ln w="7938" cap="rnd">
                <a:noFill/>
              </a:ln>
            </p:spPr>
          </p:sp>
          <p:sp>
            <p:nvSpPr>
              <p:cNvPr id="251" name="REPORT_HEATMAP_7_9"/>
              <p:cNvSpPr/>
              <p:nvPr/>
            </p:nvSpPr>
            <p:spPr>
              <a:xfrm>
                <a:off x="9904016" y="6172398"/>
                <a:ext cx="46276" cy="43299"/>
              </a:xfrm>
              <a:prstGeom prst="rect">
                <a:avLst/>
              </a:prstGeom>
              <a:solidFill>
                <a:srgbClr val="56566B"/>
              </a:solidFill>
              <a:ln w="7938" cap="rnd">
                <a:noFill/>
              </a:ln>
            </p:spPr>
          </p:sp>
          <p:sp>
            <p:nvSpPr>
              <p:cNvPr id="252" name="REPORT_HEATMAP_7_10"/>
              <p:cNvSpPr/>
              <p:nvPr/>
            </p:nvSpPr>
            <p:spPr>
              <a:xfrm>
                <a:off x="9949656" y="6172398"/>
                <a:ext cx="46276" cy="43299"/>
              </a:xfrm>
              <a:prstGeom prst="rect">
                <a:avLst/>
              </a:prstGeom>
              <a:solidFill>
                <a:srgbClr val="B5B4B8"/>
              </a:solidFill>
              <a:ln w="7938" cap="rnd">
                <a:noFill/>
              </a:ln>
            </p:spPr>
          </p:sp>
          <p:sp>
            <p:nvSpPr>
              <p:cNvPr id="253" name="REPORT_HEATMAP_7_11"/>
              <p:cNvSpPr/>
              <p:nvPr/>
            </p:nvSpPr>
            <p:spPr>
              <a:xfrm>
                <a:off x="9995297" y="6172398"/>
                <a:ext cx="46276" cy="43299"/>
              </a:xfrm>
              <a:prstGeom prst="rect">
                <a:avLst/>
              </a:prstGeom>
              <a:solidFill>
                <a:srgbClr val="B5B0B5"/>
              </a:solidFill>
              <a:ln w="7938" cap="rnd">
                <a:noFill/>
              </a:ln>
            </p:spPr>
          </p:sp>
          <p:sp>
            <p:nvSpPr>
              <p:cNvPr id="254" name="REPORT_HEATMAP_BORDER"/>
              <p:cNvSpPr/>
              <p:nvPr/>
            </p:nvSpPr>
            <p:spPr>
              <a:xfrm>
                <a:off x="9485312" y="5865812"/>
                <a:ext cx="563562" cy="357188"/>
              </a:xfrm>
              <a:prstGeom prst="rect">
                <a:avLst/>
              </a:prstGeom>
              <a:noFill/>
              <a:ln w="5556" cap="rnd">
                <a:solidFill>
                  <a:srgbClr val="B2ACC3"/>
                </a:solidFill>
                <a:round/>
              </a:ln>
            </p:spPr>
          </p:sp>
          <p:grpSp>
            <p:nvGrpSpPr>
              <p:cNvPr id="1593" name="ICON_REPORT_SOURCE"/>
              <p:cNvGrpSpPr/>
              <p:nvPr/>
            </p:nvGrpSpPr>
            <p:grpSpPr>
              <a:xfrm>
                <a:off x="10398125" y="5794375"/>
                <a:ext cx="198438" cy="222250"/>
                <a:chOff x="10398125" y="5794375"/>
                <a:chExt cx="198438" cy="222250"/>
              </a:xfrm>
            </p:grpSpPr>
            <p:sp>
              <p:nvSpPr>
                <p:cNvPr id="1594" name="ICON_REPORT_SOURCE_path_001"/>
                <p:cNvSpPr/>
                <p:nvPr/>
              </p:nvSpPr>
              <p:spPr>
                <a:xfrm>
                  <a:off x="10401685" y="5815390"/>
                  <a:ext cx="164420" cy="18102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946" h="14254" fill="norm" stroke="0">
                      <a:moveTo>
                        <a:pt x="478" y="0"/>
                      </a:moveTo>
                      <a:cubicBezTo>
                        <a:pt x="490" y="0"/>
                        <a:pt x="503" y="1"/>
                        <a:pt x="516" y="1"/>
                      </a:cubicBezTo>
                      <a:cubicBezTo>
                        <a:pt x="524" y="0"/>
                        <a:pt x="524" y="0"/>
                        <a:pt x="561" y="0"/>
                      </a:cubicBezTo>
                      <a:cubicBezTo>
                        <a:pt x="569" y="0"/>
                        <a:pt x="569" y="0"/>
                        <a:pt x="610" y="1"/>
                      </a:cubicBezTo>
                      <a:cubicBezTo>
                        <a:pt x="627" y="1"/>
                        <a:pt x="644" y="0"/>
                        <a:pt x="662" y="0"/>
                      </a:cubicBezTo>
                      <a:cubicBezTo>
                        <a:pt x="710" y="0"/>
                        <a:pt x="758" y="0"/>
                        <a:pt x="806" y="1"/>
                      </a:cubicBezTo>
                      <a:cubicBezTo>
                        <a:pt x="859" y="1"/>
                        <a:pt x="911" y="1"/>
                        <a:pt x="963" y="1"/>
                      </a:cubicBezTo>
                      <a:cubicBezTo>
                        <a:pt x="1055" y="0"/>
                        <a:pt x="1146" y="1"/>
                        <a:pt x="1238" y="1"/>
                      </a:cubicBezTo>
                      <a:cubicBezTo>
                        <a:pt x="1374" y="1"/>
                        <a:pt x="1511" y="1"/>
                        <a:pt x="1647" y="1"/>
                      </a:cubicBezTo>
                      <a:cubicBezTo>
                        <a:pt x="1876" y="1"/>
                        <a:pt x="2105" y="1"/>
                        <a:pt x="2335" y="2"/>
                      </a:cubicBezTo>
                      <a:cubicBezTo>
                        <a:pt x="2562" y="2"/>
                        <a:pt x="2789" y="3"/>
                        <a:pt x="3016" y="3"/>
                      </a:cubicBezTo>
                      <a:cubicBezTo>
                        <a:pt x="3030" y="3"/>
                        <a:pt x="3044" y="3"/>
                        <a:pt x="3058" y="3"/>
                      </a:cubicBezTo>
                      <a:cubicBezTo>
                        <a:pt x="3130" y="3"/>
                        <a:pt x="3202" y="3"/>
                        <a:pt x="3273" y="3"/>
                      </a:cubicBezTo>
                      <a:cubicBezTo>
                        <a:pt x="3781" y="3"/>
                        <a:pt x="4289" y="3"/>
                        <a:pt x="4796" y="4"/>
                      </a:cubicBezTo>
                      <a:cubicBezTo>
                        <a:pt x="5289" y="5"/>
                        <a:pt x="5783" y="5"/>
                        <a:pt x="6276" y="6"/>
                      </a:cubicBezTo>
                      <a:cubicBezTo>
                        <a:pt x="6284" y="6"/>
                        <a:pt x="6284" y="6"/>
                        <a:pt x="6322" y="6"/>
                      </a:cubicBezTo>
                      <a:cubicBezTo>
                        <a:pt x="6475" y="6"/>
                        <a:pt x="6627" y="6"/>
                        <a:pt x="6780" y="6"/>
                      </a:cubicBezTo>
                      <a:cubicBezTo>
                        <a:pt x="7091" y="6"/>
                        <a:pt x="7402" y="6"/>
                        <a:pt x="7712" y="6"/>
                      </a:cubicBezTo>
                      <a:cubicBezTo>
                        <a:pt x="7727" y="6"/>
                        <a:pt x="7741" y="6"/>
                        <a:pt x="7756" y="6"/>
                      </a:cubicBezTo>
                      <a:cubicBezTo>
                        <a:pt x="8711" y="7"/>
                        <a:pt x="9666" y="8"/>
                        <a:pt x="10621" y="10"/>
                      </a:cubicBezTo>
                      <a:cubicBezTo>
                        <a:pt x="10621" y="34"/>
                        <a:pt x="10621" y="57"/>
                        <a:pt x="10621" y="82"/>
                      </a:cubicBezTo>
                      <a:cubicBezTo>
                        <a:pt x="10645" y="82"/>
                        <a:pt x="10669" y="82"/>
                        <a:pt x="10694" y="82"/>
                      </a:cubicBezTo>
                      <a:cubicBezTo>
                        <a:pt x="10694" y="106"/>
                        <a:pt x="10694" y="130"/>
                        <a:pt x="10694" y="155"/>
                      </a:cubicBezTo>
                      <a:cubicBezTo>
                        <a:pt x="10742" y="155"/>
                        <a:pt x="10789" y="155"/>
                        <a:pt x="10839" y="155"/>
                      </a:cubicBezTo>
                      <a:cubicBezTo>
                        <a:pt x="10839" y="179"/>
                        <a:pt x="10839" y="203"/>
                        <a:pt x="10839" y="228"/>
                      </a:cubicBezTo>
                      <a:cubicBezTo>
                        <a:pt x="10850" y="227"/>
                        <a:pt x="10861" y="226"/>
                        <a:pt x="10872" y="224"/>
                      </a:cubicBezTo>
                      <a:cubicBezTo>
                        <a:pt x="10912" y="228"/>
                        <a:pt x="10912" y="228"/>
                        <a:pt x="10936" y="248"/>
                      </a:cubicBezTo>
                      <a:cubicBezTo>
                        <a:pt x="10944" y="258"/>
                        <a:pt x="10951" y="267"/>
                        <a:pt x="10959" y="277"/>
                      </a:cubicBezTo>
                      <a:cubicBezTo>
                        <a:pt x="10967" y="287"/>
                        <a:pt x="10976" y="298"/>
                        <a:pt x="10984" y="309"/>
                      </a:cubicBezTo>
                      <a:cubicBezTo>
                        <a:pt x="10993" y="320"/>
                        <a:pt x="11002" y="332"/>
                        <a:pt x="11012" y="343"/>
                      </a:cubicBezTo>
                      <a:cubicBezTo>
                        <a:pt x="11093" y="444"/>
                        <a:pt x="11177" y="528"/>
                        <a:pt x="11281" y="605"/>
                      </a:cubicBezTo>
                      <a:cubicBezTo>
                        <a:pt x="11346" y="655"/>
                        <a:pt x="11346" y="655"/>
                        <a:pt x="11354" y="705"/>
                      </a:cubicBezTo>
                      <a:cubicBezTo>
                        <a:pt x="11353" y="710"/>
                        <a:pt x="11353" y="710"/>
                        <a:pt x="11348" y="736"/>
                      </a:cubicBezTo>
                      <a:cubicBezTo>
                        <a:pt x="11372" y="736"/>
                        <a:pt x="11396" y="736"/>
                        <a:pt x="11420" y="736"/>
                      </a:cubicBezTo>
                      <a:cubicBezTo>
                        <a:pt x="11420" y="760"/>
                        <a:pt x="11420" y="784"/>
                        <a:pt x="11420" y="809"/>
                      </a:cubicBezTo>
                      <a:cubicBezTo>
                        <a:pt x="11444" y="809"/>
                        <a:pt x="11468" y="809"/>
                        <a:pt x="11493" y="809"/>
                      </a:cubicBezTo>
                      <a:cubicBezTo>
                        <a:pt x="11493" y="833"/>
                        <a:pt x="11493" y="857"/>
                        <a:pt x="11493" y="882"/>
                      </a:cubicBezTo>
                      <a:cubicBezTo>
                        <a:pt x="11517" y="882"/>
                        <a:pt x="11541" y="882"/>
                        <a:pt x="11566" y="882"/>
                      </a:cubicBezTo>
                      <a:cubicBezTo>
                        <a:pt x="11566" y="906"/>
                        <a:pt x="11566" y="930"/>
                        <a:pt x="11566" y="954"/>
                      </a:cubicBezTo>
                      <a:cubicBezTo>
                        <a:pt x="11590" y="954"/>
                        <a:pt x="11614" y="954"/>
                        <a:pt x="11638" y="954"/>
                      </a:cubicBezTo>
                      <a:cubicBezTo>
                        <a:pt x="11638" y="978"/>
                        <a:pt x="11638" y="1002"/>
                        <a:pt x="11638" y="1027"/>
                      </a:cubicBezTo>
                      <a:cubicBezTo>
                        <a:pt x="11662" y="1027"/>
                        <a:pt x="11686" y="1027"/>
                        <a:pt x="11711" y="1027"/>
                      </a:cubicBezTo>
                      <a:cubicBezTo>
                        <a:pt x="11711" y="1051"/>
                        <a:pt x="11711" y="1075"/>
                        <a:pt x="11711" y="1100"/>
                      </a:cubicBezTo>
                      <a:cubicBezTo>
                        <a:pt x="11735" y="1100"/>
                        <a:pt x="11759" y="1100"/>
                        <a:pt x="11784" y="1100"/>
                      </a:cubicBezTo>
                      <a:cubicBezTo>
                        <a:pt x="11787" y="1111"/>
                        <a:pt x="11791" y="1122"/>
                        <a:pt x="11795" y="1134"/>
                      </a:cubicBezTo>
                      <a:cubicBezTo>
                        <a:pt x="11839" y="1260"/>
                        <a:pt x="11895" y="1335"/>
                        <a:pt x="11993" y="1427"/>
                      </a:cubicBezTo>
                      <a:cubicBezTo>
                        <a:pt x="12005" y="1439"/>
                        <a:pt x="12018" y="1452"/>
                        <a:pt x="12031" y="1464"/>
                      </a:cubicBezTo>
                      <a:cubicBezTo>
                        <a:pt x="12117" y="1547"/>
                        <a:pt x="12207" y="1626"/>
                        <a:pt x="12302" y="1697"/>
                      </a:cubicBezTo>
                      <a:cubicBezTo>
                        <a:pt x="12364" y="1745"/>
                        <a:pt x="12364" y="1745"/>
                        <a:pt x="12371" y="1795"/>
                      </a:cubicBezTo>
                      <a:cubicBezTo>
                        <a:pt x="12369" y="1805"/>
                        <a:pt x="12367" y="1816"/>
                        <a:pt x="12365" y="1826"/>
                      </a:cubicBezTo>
                      <a:cubicBezTo>
                        <a:pt x="12389" y="1826"/>
                        <a:pt x="12413" y="1826"/>
                        <a:pt x="12438" y="1826"/>
                      </a:cubicBezTo>
                      <a:cubicBezTo>
                        <a:pt x="12438" y="1850"/>
                        <a:pt x="12438" y="1874"/>
                        <a:pt x="12438" y="1899"/>
                      </a:cubicBezTo>
                      <a:cubicBezTo>
                        <a:pt x="12443" y="1898"/>
                        <a:pt x="12443" y="1898"/>
                        <a:pt x="12470" y="1895"/>
                      </a:cubicBezTo>
                      <a:cubicBezTo>
                        <a:pt x="12510" y="1899"/>
                        <a:pt x="12510" y="1899"/>
                        <a:pt x="12540" y="1925"/>
                      </a:cubicBezTo>
                      <a:cubicBezTo>
                        <a:pt x="12550" y="1936"/>
                        <a:pt x="12559" y="1948"/>
                        <a:pt x="12569" y="1960"/>
                      </a:cubicBezTo>
                      <a:cubicBezTo>
                        <a:pt x="12580" y="1973"/>
                        <a:pt x="12591" y="1986"/>
                        <a:pt x="12602" y="1999"/>
                      </a:cubicBezTo>
                      <a:cubicBezTo>
                        <a:pt x="12613" y="2012"/>
                        <a:pt x="12624" y="2026"/>
                        <a:pt x="12635" y="2040"/>
                      </a:cubicBezTo>
                      <a:cubicBezTo>
                        <a:pt x="12766" y="2199"/>
                        <a:pt x="12766" y="2199"/>
                        <a:pt x="12854" y="2248"/>
                      </a:cubicBezTo>
                      <a:cubicBezTo>
                        <a:pt x="12874" y="2262"/>
                        <a:pt x="12874" y="2262"/>
                        <a:pt x="12881" y="2303"/>
                      </a:cubicBezTo>
                      <a:cubicBezTo>
                        <a:pt x="12878" y="2314"/>
                        <a:pt x="12876" y="2324"/>
                        <a:pt x="12874" y="2335"/>
                      </a:cubicBezTo>
                      <a:cubicBezTo>
                        <a:pt x="12898" y="2335"/>
                        <a:pt x="12922" y="2335"/>
                        <a:pt x="12946" y="2335"/>
                      </a:cubicBezTo>
                      <a:cubicBezTo>
                        <a:pt x="12946" y="3630"/>
                        <a:pt x="12946" y="4925"/>
                        <a:pt x="12946" y="6260"/>
                      </a:cubicBezTo>
                      <a:cubicBezTo>
                        <a:pt x="12922" y="6260"/>
                        <a:pt x="12899" y="6260"/>
                        <a:pt x="12874" y="6260"/>
                      </a:cubicBezTo>
                      <a:cubicBezTo>
                        <a:pt x="12874" y="6284"/>
                        <a:pt x="12874" y="6307"/>
                        <a:pt x="12874" y="6332"/>
                      </a:cubicBezTo>
                      <a:cubicBezTo>
                        <a:pt x="12827" y="6335"/>
                        <a:pt x="12780" y="6337"/>
                        <a:pt x="12733" y="6339"/>
                      </a:cubicBezTo>
                      <a:cubicBezTo>
                        <a:pt x="12720" y="6340"/>
                        <a:pt x="12706" y="6341"/>
                        <a:pt x="12693" y="6342"/>
                      </a:cubicBezTo>
                      <a:cubicBezTo>
                        <a:pt x="12686" y="6342"/>
                        <a:pt x="12686" y="6342"/>
                        <a:pt x="12654" y="6343"/>
                      </a:cubicBezTo>
                      <a:cubicBezTo>
                        <a:pt x="12648" y="6343"/>
                        <a:pt x="12648" y="6343"/>
                        <a:pt x="12618" y="6345"/>
                      </a:cubicBezTo>
                      <a:cubicBezTo>
                        <a:pt x="12570" y="6327"/>
                        <a:pt x="12553" y="6303"/>
                        <a:pt x="12526" y="6260"/>
                      </a:cubicBezTo>
                      <a:cubicBezTo>
                        <a:pt x="12493" y="6182"/>
                        <a:pt x="12501" y="6097"/>
                        <a:pt x="12502" y="6014"/>
                      </a:cubicBezTo>
                      <a:cubicBezTo>
                        <a:pt x="12502" y="5993"/>
                        <a:pt x="12502" y="5972"/>
                        <a:pt x="12502" y="5951"/>
                      </a:cubicBezTo>
                      <a:cubicBezTo>
                        <a:pt x="12502" y="5893"/>
                        <a:pt x="12503" y="5836"/>
                        <a:pt x="12503" y="5779"/>
                      </a:cubicBezTo>
                      <a:cubicBezTo>
                        <a:pt x="12503" y="5719"/>
                        <a:pt x="12504" y="5660"/>
                        <a:pt x="12504" y="5600"/>
                      </a:cubicBezTo>
                      <a:cubicBezTo>
                        <a:pt x="12504" y="5487"/>
                        <a:pt x="12504" y="5374"/>
                        <a:pt x="12505" y="5261"/>
                      </a:cubicBezTo>
                      <a:cubicBezTo>
                        <a:pt x="12506" y="5132"/>
                        <a:pt x="12506" y="5003"/>
                        <a:pt x="12507" y="4874"/>
                      </a:cubicBezTo>
                      <a:cubicBezTo>
                        <a:pt x="12508" y="4609"/>
                        <a:pt x="12509" y="4344"/>
                        <a:pt x="12510" y="4079"/>
                      </a:cubicBezTo>
                      <a:cubicBezTo>
                        <a:pt x="12486" y="4079"/>
                        <a:pt x="12462" y="4079"/>
                        <a:pt x="12438" y="4079"/>
                      </a:cubicBezTo>
                      <a:cubicBezTo>
                        <a:pt x="12438" y="3696"/>
                        <a:pt x="12438" y="3312"/>
                        <a:pt x="12438" y="2916"/>
                      </a:cubicBezTo>
                      <a:cubicBezTo>
                        <a:pt x="12414" y="2916"/>
                        <a:pt x="12390" y="2916"/>
                        <a:pt x="12365" y="2916"/>
                      </a:cubicBezTo>
                      <a:cubicBezTo>
                        <a:pt x="12365" y="2893"/>
                        <a:pt x="12365" y="2869"/>
                        <a:pt x="12365" y="2844"/>
                      </a:cubicBezTo>
                      <a:cubicBezTo>
                        <a:pt x="11742" y="2844"/>
                        <a:pt x="11118" y="2844"/>
                        <a:pt x="10476" y="2844"/>
                      </a:cubicBezTo>
                      <a:cubicBezTo>
                        <a:pt x="10476" y="2820"/>
                        <a:pt x="10476" y="2796"/>
                        <a:pt x="10476" y="2771"/>
                      </a:cubicBezTo>
                      <a:cubicBezTo>
                        <a:pt x="10452" y="2771"/>
                        <a:pt x="10428" y="2771"/>
                        <a:pt x="10403" y="2771"/>
                      </a:cubicBezTo>
                      <a:cubicBezTo>
                        <a:pt x="10403" y="2747"/>
                        <a:pt x="10403" y="2723"/>
                        <a:pt x="10403" y="2698"/>
                      </a:cubicBezTo>
                      <a:cubicBezTo>
                        <a:pt x="10379" y="2698"/>
                        <a:pt x="10355" y="2698"/>
                        <a:pt x="10330" y="2698"/>
                      </a:cubicBezTo>
                      <a:cubicBezTo>
                        <a:pt x="10330" y="2674"/>
                        <a:pt x="10330" y="2651"/>
                        <a:pt x="10330" y="2626"/>
                      </a:cubicBezTo>
                      <a:cubicBezTo>
                        <a:pt x="10306" y="2626"/>
                        <a:pt x="10282" y="2626"/>
                        <a:pt x="10258" y="2626"/>
                      </a:cubicBezTo>
                      <a:cubicBezTo>
                        <a:pt x="10258" y="1954"/>
                        <a:pt x="10258" y="1283"/>
                        <a:pt x="10258" y="591"/>
                      </a:cubicBezTo>
                      <a:cubicBezTo>
                        <a:pt x="10234" y="591"/>
                        <a:pt x="10210" y="591"/>
                        <a:pt x="10185" y="591"/>
                      </a:cubicBezTo>
                      <a:cubicBezTo>
                        <a:pt x="10185" y="567"/>
                        <a:pt x="10185" y="543"/>
                        <a:pt x="10185" y="518"/>
                      </a:cubicBezTo>
                      <a:cubicBezTo>
                        <a:pt x="10161" y="518"/>
                        <a:pt x="10137" y="518"/>
                        <a:pt x="10112" y="518"/>
                      </a:cubicBezTo>
                      <a:cubicBezTo>
                        <a:pt x="10112" y="494"/>
                        <a:pt x="10112" y="470"/>
                        <a:pt x="10112" y="446"/>
                      </a:cubicBezTo>
                      <a:cubicBezTo>
                        <a:pt x="7042" y="446"/>
                        <a:pt x="3973" y="446"/>
                        <a:pt x="810" y="446"/>
                      </a:cubicBezTo>
                      <a:cubicBezTo>
                        <a:pt x="810" y="470"/>
                        <a:pt x="810" y="494"/>
                        <a:pt x="810" y="518"/>
                      </a:cubicBezTo>
                      <a:cubicBezTo>
                        <a:pt x="738" y="518"/>
                        <a:pt x="666" y="518"/>
                        <a:pt x="592" y="518"/>
                      </a:cubicBezTo>
                      <a:cubicBezTo>
                        <a:pt x="592" y="542"/>
                        <a:pt x="592" y="566"/>
                        <a:pt x="592" y="591"/>
                      </a:cubicBezTo>
                      <a:cubicBezTo>
                        <a:pt x="568" y="591"/>
                        <a:pt x="544" y="591"/>
                        <a:pt x="519" y="591"/>
                      </a:cubicBezTo>
                      <a:cubicBezTo>
                        <a:pt x="519" y="663"/>
                        <a:pt x="519" y="735"/>
                        <a:pt x="519" y="809"/>
                      </a:cubicBezTo>
                      <a:cubicBezTo>
                        <a:pt x="495" y="809"/>
                        <a:pt x="471" y="809"/>
                        <a:pt x="446" y="809"/>
                      </a:cubicBezTo>
                      <a:cubicBezTo>
                        <a:pt x="446" y="4934"/>
                        <a:pt x="446" y="9059"/>
                        <a:pt x="446" y="13309"/>
                      </a:cubicBezTo>
                      <a:cubicBezTo>
                        <a:pt x="470" y="13309"/>
                        <a:pt x="494" y="13309"/>
                        <a:pt x="519" y="13309"/>
                      </a:cubicBezTo>
                      <a:cubicBezTo>
                        <a:pt x="520" y="13317"/>
                        <a:pt x="520" y="13326"/>
                        <a:pt x="521" y="13334"/>
                      </a:cubicBezTo>
                      <a:cubicBezTo>
                        <a:pt x="523" y="13373"/>
                        <a:pt x="527" y="13411"/>
                        <a:pt x="530" y="13450"/>
                      </a:cubicBezTo>
                      <a:cubicBezTo>
                        <a:pt x="531" y="13463"/>
                        <a:pt x="532" y="13476"/>
                        <a:pt x="533" y="13490"/>
                      </a:cubicBezTo>
                      <a:cubicBezTo>
                        <a:pt x="543" y="13588"/>
                        <a:pt x="543" y="13588"/>
                        <a:pt x="581" y="13623"/>
                      </a:cubicBezTo>
                      <a:cubicBezTo>
                        <a:pt x="612" y="13641"/>
                        <a:pt x="612" y="13641"/>
                        <a:pt x="642" y="13655"/>
                      </a:cubicBezTo>
                      <a:cubicBezTo>
                        <a:pt x="649" y="13660"/>
                        <a:pt x="657" y="13666"/>
                        <a:pt x="664" y="13672"/>
                      </a:cubicBezTo>
                      <a:cubicBezTo>
                        <a:pt x="664" y="13696"/>
                        <a:pt x="664" y="13720"/>
                        <a:pt x="664" y="13745"/>
                      </a:cubicBezTo>
                      <a:cubicBezTo>
                        <a:pt x="712" y="13745"/>
                        <a:pt x="760" y="13745"/>
                        <a:pt x="810" y="13745"/>
                      </a:cubicBezTo>
                      <a:cubicBezTo>
                        <a:pt x="810" y="13769"/>
                        <a:pt x="810" y="13793"/>
                        <a:pt x="810" y="13818"/>
                      </a:cubicBezTo>
                      <a:cubicBezTo>
                        <a:pt x="1890" y="13816"/>
                        <a:pt x="2970" y="13814"/>
                        <a:pt x="4049" y="13812"/>
                      </a:cubicBezTo>
                      <a:cubicBezTo>
                        <a:pt x="4065" y="13812"/>
                        <a:pt x="4081" y="13812"/>
                        <a:pt x="4098" y="13812"/>
                      </a:cubicBezTo>
                      <a:cubicBezTo>
                        <a:pt x="4445" y="13811"/>
                        <a:pt x="4792" y="13810"/>
                        <a:pt x="5139" y="13809"/>
                      </a:cubicBezTo>
                      <a:cubicBezTo>
                        <a:pt x="5309" y="13809"/>
                        <a:pt x="5479" y="13809"/>
                        <a:pt x="5650" y="13808"/>
                      </a:cubicBezTo>
                      <a:cubicBezTo>
                        <a:pt x="5658" y="13808"/>
                        <a:pt x="5658" y="13808"/>
                        <a:pt x="5701" y="13808"/>
                      </a:cubicBezTo>
                      <a:cubicBezTo>
                        <a:pt x="6250" y="13807"/>
                        <a:pt x="6800" y="13806"/>
                        <a:pt x="7349" y="13805"/>
                      </a:cubicBezTo>
                      <a:cubicBezTo>
                        <a:pt x="7913" y="13804"/>
                        <a:pt x="8478" y="13803"/>
                        <a:pt x="9042" y="13801"/>
                      </a:cubicBezTo>
                      <a:cubicBezTo>
                        <a:pt x="9122" y="13801"/>
                        <a:pt x="9201" y="13801"/>
                        <a:pt x="9281" y="13801"/>
                      </a:cubicBezTo>
                      <a:cubicBezTo>
                        <a:pt x="9289" y="13801"/>
                        <a:pt x="9289" y="13801"/>
                        <a:pt x="9329" y="13801"/>
                      </a:cubicBezTo>
                      <a:cubicBezTo>
                        <a:pt x="9581" y="13800"/>
                        <a:pt x="9834" y="13800"/>
                        <a:pt x="10087" y="13800"/>
                      </a:cubicBezTo>
                      <a:cubicBezTo>
                        <a:pt x="10341" y="13799"/>
                        <a:pt x="10594" y="13799"/>
                        <a:pt x="10848" y="13798"/>
                      </a:cubicBezTo>
                      <a:cubicBezTo>
                        <a:pt x="10999" y="13797"/>
                        <a:pt x="11150" y="13797"/>
                        <a:pt x="11301" y="13797"/>
                      </a:cubicBezTo>
                      <a:cubicBezTo>
                        <a:pt x="11402" y="13797"/>
                        <a:pt x="11503" y="13797"/>
                        <a:pt x="11603" y="13796"/>
                      </a:cubicBezTo>
                      <a:cubicBezTo>
                        <a:pt x="11661" y="13796"/>
                        <a:pt x="11718" y="13796"/>
                        <a:pt x="11776" y="13796"/>
                      </a:cubicBezTo>
                      <a:cubicBezTo>
                        <a:pt x="11828" y="13796"/>
                        <a:pt x="11880" y="13796"/>
                        <a:pt x="11932" y="13796"/>
                      </a:cubicBezTo>
                      <a:cubicBezTo>
                        <a:pt x="11951" y="13795"/>
                        <a:pt x="11970" y="13795"/>
                        <a:pt x="11989" y="13796"/>
                      </a:cubicBezTo>
                      <a:cubicBezTo>
                        <a:pt x="12130" y="13797"/>
                        <a:pt x="12130" y="13797"/>
                        <a:pt x="12173" y="13757"/>
                      </a:cubicBezTo>
                      <a:cubicBezTo>
                        <a:pt x="12193" y="13727"/>
                        <a:pt x="12193" y="13727"/>
                        <a:pt x="12207" y="13697"/>
                      </a:cubicBezTo>
                      <a:cubicBezTo>
                        <a:pt x="12211" y="13689"/>
                        <a:pt x="12215" y="13681"/>
                        <a:pt x="12220" y="13672"/>
                      </a:cubicBezTo>
                      <a:cubicBezTo>
                        <a:pt x="12259" y="13662"/>
                        <a:pt x="12259" y="13662"/>
                        <a:pt x="12297" y="13666"/>
                      </a:cubicBezTo>
                      <a:cubicBezTo>
                        <a:pt x="12308" y="13667"/>
                        <a:pt x="12308" y="13667"/>
                        <a:pt x="12365" y="13672"/>
                      </a:cubicBezTo>
                      <a:cubicBezTo>
                        <a:pt x="12365" y="13624"/>
                        <a:pt x="12365" y="13576"/>
                        <a:pt x="12365" y="13527"/>
                      </a:cubicBezTo>
                      <a:cubicBezTo>
                        <a:pt x="12389" y="13527"/>
                        <a:pt x="12413" y="13527"/>
                        <a:pt x="12438" y="13527"/>
                      </a:cubicBezTo>
                      <a:cubicBezTo>
                        <a:pt x="12438" y="12999"/>
                        <a:pt x="12438" y="12472"/>
                        <a:pt x="12438" y="11928"/>
                      </a:cubicBezTo>
                      <a:cubicBezTo>
                        <a:pt x="12462" y="11928"/>
                        <a:pt x="12486" y="11928"/>
                        <a:pt x="12510" y="11928"/>
                      </a:cubicBezTo>
                      <a:cubicBezTo>
                        <a:pt x="12510" y="11904"/>
                        <a:pt x="12510" y="11880"/>
                        <a:pt x="12510" y="11855"/>
                      </a:cubicBezTo>
                      <a:cubicBezTo>
                        <a:pt x="12534" y="11855"/>
                        <a:pt x="12558" y="11855"/>
                        <a:pt x="12583" y="11855"/>
                      </a:cubicBezTo>
                      <a:cubicBezTo>
                        <a:pt x="12583" y="11831"/>
                        <a:pt x="12583" y="11807"/>
                        <a:pt x="12583" y="11783"/>
                      </a:cubicBezTo>
                      <a:cubicBezTo>
                        <a:pt x="12607" y="11783"/>
                        <a:pt x="12631" y="11783"/>
                        <a:pt x="12656" y="11783"/>
                      </a:cubicBezTo>
                      <a:cubicBezTo>
                        <a:pt x="12656" y="11759"/>
                        <a:pt x="12656" y="11735"/>
                        <a:pt x="12656" y="11710"/>
                      </a:cubicBezTo>
                      <a:cubicBezTo>
                        <a:pt x="12752" y="11710"/>
                        <a:pt x="12848" y="11710"/>
                        <a:pt x="12946" y="11710"/>
                      </a:cubicBezTo>
                      <a:cubicBezTo>
                        <a:pt x="12946" y="12382"/>
                        <a:pt x="12946" y="13053"/>
                        <a:pt x="12946" y="13745"/>
                      </a:cubicBezTo>
                      <a:cubicBezTo>
                        <a:pt x="12922" y="13745"/>
                        <a:pt x="12899" y="13745"/>
                        <a:pt x="12874" y="13745"/>
                      </a:cubicBezTo>
                      <a:cubicBezTo>
                        <a:pt x="12874" y="13793"/>
                        <a:pt x="12874" y="13841"/>
                        <a:pt x="12874" y="13890"/>
                      </a:cubicBezTo>
                      <a:cubicBezTo>
                        <a:pt x="12850" y="13890"/>
                        <a:pt x="12826" y="13890"/>
                        <a:pt x="12801" y="13890"/>
                      </a:cubicBezTo>
                      <a:cubicBezTo>
                        <a:pt x="12803" y="13901"/>
                        <a:pt x="12804" y="13911"/>
                        <a:pt x="12805" y="13922"/>
                      </a:cubicBezTo>
                      <a:cubicBezTo>
                        <a:pt x="12800" y="13978"/>
                        <a:pt x="12772" y="14003"/>
                        <a:pt x="12733" y="14040"/>
                      </a:cubicBezTo>
                      <a:cubicBezTo>
                        <a:pt x="12730" y="14044"/>
                        <a:pt x="12730" y="14044"/>
                        <a:pt x="12714" y="14060"/>
                      </a:cubicBezTo>
                      <a:cubicBezTo>
                        <a:pt x="12681" y="14093"/>
                        <a:pt x="12662" y="14108"/>
                        <a:pt x="12615" y="14113"/>
                      </a:cubicBezTo>
                      <a:cubicBezTo>
                        <a:pt x="12604" y="14111"/>
                        <a:pt x="12594" y="14110"/>
                        <a:pt x="12583" y="14108"/>
                      </a:cubicBezTo>
                      <a:cubicBezTo>
                        <a:pt x="12583" y="14132"/>
                        <a:pt x="12583" y="14156"/>
                        <a:pt x="12583" y="14181"/>
                      </a:cubicBezTo>
                      <a:cubicBezTo>
                        <a:pt x="12535" y="14181"/>
                        <a:pt x="12487" y="14181"/>
                        <a:pt x="12438" y="14181"/>
                      </a:cubicBezTo>
                      <a:cubicBezTo>
                        <a:pt x="12438" y="14205"/>
                        <a:pt x="12438" y="14229"/>
                        <a:pt x="12438" y="14254"/>
                      </a:cubicBezTo>
                      <a:cubicBezTo>
                        <a:pt x="8505" y="14254"/>
                        <a:pt x="4571" y="14254"/>
                        <a:pt x="519" y="14254"/>
                      </a:cubicBezTo>
                      <a:cubicBezTo>
                        <a:pt x="519" y="14230"/>
                        <a:pt x="519" y="14206"/>
                        <a:pt x="519" y="14181"/>
                      </a:cubicBezTo>
                      <a:cubicBezTo>
                        <a:pt x="510" y="14183"/>
                        <a:pt x="502" y="14184"/>
                        <a:pt x="492" y="14186"/>
                      </a:cubicBezTo>
                      <a:cubicBezTo>
                        <a:pt x="426" y="14193"/>
                        <a:pt x="388" y="14191"/>
                        <a:pt x="332" y="14151"/>
                      </a:cubicBezTo>
                      <a:cubicBezTo>
                        <a:pt x="231" y="14058"/>
                        <a:pt x="231" y="14058"/>
                        <a:pt x="224" y="13995"/>
                      </a:cubicBezTo>
                      <a:cubicBezTo>
                        <a:pt x="226" y="13984"/>
                        <a:pt x="227" y="13974"/>
                        <a:pt x="228" y="13963"/>
                      </a:cubicBezTo>
                      <a:cubicBezTo>
                        <a:pt x="204" y="13963"/>
                        <a:pt x="180" y="13963"/>
                        <a:pt x="156" y="13963"/>
                      </a:cubicBezTo>
                      <a:cubicBezTo>
                        <a:pt x="156" y="13939"/>
                        <a:pt x="156" y="13915"/>
                        <a:pt x="156" y="13890"/>
                      </a:cubicBezTo>
                      <a:cubicBezTo>
                        <a:pt x="132" y="13890"/>
                        <a:pt x="108" y="13890"/>
                        <a:pt x="83" y="13890"/>
                      </a:cubicBezTo>
                      <a:cubicBezTo>
                        <a:pt x="15" y="13752"/>
                        <a:pt x="0" y="13634"/>
                        <a:pt x="1" y="13481"/>
                      </a:cubicBezTo>
                      <a:cubicBezTo>
                        <a:pt x="1" y="13459"/>
                        <a:pt x="1" y="13436"/>
                        <a:pt x="1" y="13414"/>
                      </a:cubicBezTo>
                      <a:cubicBezTo>
                        <a:pt x="1" y="13352"/>
                        <a:pt x="1" y="13290"/>
                        <a:pt x="2" y="13228"/>
                      </a:cubicBezTo>
                      <a:cubicBezTo>
                        <a:pt x="2" y="13161"/>
                        <a:pt x="2" y="13093"/>
                        <a:pt x="1" y="13026"/>
                      </a:cubicBezTo>
                      <a:cubicBezTo>
                        <a:pt x="1" y="12908"/>
                        <a:pt x="1" y="12790"/>
                        <a:pt x="2" y="12672"/>
                      </a:cubicBezTo>
                      <a:cubicBezTo>
                        <a:pt x="2" y="12497"/>
                        <a:pt x="2" y="12321"/>
                        <a:pt x="2" y="12146"/>
                      </a:cubicBezTo>
                      <a:cubicBezTo>
                        <a:pt x="2" y="11850"/>
                        <a:pt x="2" y="11555"/>
                        <a:pt x="3" y="11260"/>
                      </a:cubicBezTo>
                      <a:cubicBezTo>
                        <a:pt x="3" y="10968"/>
                        <a:pt x="3" y="10676"/>
                        <a:pt x="4" y="10383"/>
                      </a:cubicBezTo>
                      <a:cubicBezTo>
                        <a:pt x="4" y="10374"/>
                        <a:pt x="4" y="10365"/>
                        <a:pt x="4" y="10356"/>
                      </a:cubicBezTo>
                      <a:cubicBezTo>
                        <a:pt x="4" y="10273"/>
                        <a:pt x="4" y="10190"/>
                        <a:pt x="4" y="10107"/>
                      </a:cubicBezTo>
                      <a:cubicBezTo>
                        <a:pt x="4" y="9901"/>
                        <a:pt x="4" y="9695"/>
                        <a:pt x="4" y="9488"/>
                      </a:cubicBezTo>
                      <a:cubicBezTo>
                        <a:pt x="4" y="9479"/>
                        <a:pt x="4" y="9470"/>
                        <a:pt x="4" y="9460"/>
                      </a:cubicBezTo>
                      <a:cubicBezTo>
                        <a:pt x="4" y="9003"/>
                        <a:pt x="4" y="8547"/>
                        <a:pt x="5" y="8090"/>
                      </a:cubicBezTo>
                      <a:cubicBezTo>
                        <a:pt x="5" y="7932"/>
                        <a:pt x="5" y="7774"/>
                        <a:pt x="5" y="7615"/>
                      </a:cubicBezTo>
                      <a:cubicBezTo>
                        <a:pt x="5" y="7605"/>
                        <a:pt x="5" y="7596"/>
                        <a:pt x="5" y="7586"/>
                      </a:cubicBezTo>
                      <a:cubicBezTo>
                        <a:pt x="6" y="7129"/>
                        <a:pt x="6" y="6672"/>
                        <a:pt x="6" y="6215"/>
                      </a:cubicBezTo>
                      <a:cubicBezTo>
                        <a:pt x="6" y="6185"/>
                        <a:pt x="6" y="6156"/>
                        <a:pt x="6" y="6126"/>
                      </a:cubicBezTo>
                      <a:cubicBezTo>
                        <a:pt x="7" y="5930"/>
                        <a:pt x="7" y="5733"/>
                        <a:pt x="7" y="5536"/>
                      </a:cubicBezTo>
                      <a:cubicBezTo>
                        <a:pt x="7" y="5145"/>
                        <a:pt x="7" y="4754"/>
                        <a:pt x="7" y="4363"/>
                      </a:cubicBezTo>
                      <a:cubicBezTo>
                        <a:pt x="7" y="4344"/>
                        <a:pt x="7" y="4326"/>
                        <a:pt x="7" y="4307"/>
                      </a:cubicBezTo>
                      <a:cubicBezTo>
                        <a:pt x="8" y="3096"/>
                        <a:pt x="9" y="1886"/>
                        <a:pt x="10" y="591"/>
                      </a:cubicBezTo>
                      <a:cubicBezTo>
                        <a:pt x="34" y="591"/>
                        <a:pt x="58" y="591"/>
                        <a:pt x="83" y="591"/>
                      </a:cubicBezTo>
                      <a:cubicBezTo>
                        <a:pt x="83" y="519"/>
                        <a:pt x="83" y="447"/>
                        <a:pt x="83" y="373"/>
                      </a:cubicBezTo>
                      <a:cubicBezTo>
                        <a:pt x="107" y="373"/>
                        <a:pt x="131" y="373"/>
                        <a:pt x="156" y="373"/>
                      </a:cubicBezTo>
                      <a:cubicBezTo>
                        <a:pt x="155" y="367"/>
                        <a:pt x="155" y="367"/>
                        <a:pt x="152" y="340"/>
                      </a:cubicBezTo>
                      <a:cubicBezTo>
                        <a:pt x="156" y="300"/>
                        <a:pt x="156" y="300"/>
                        <a:pt x="179" y="273"/>
                      </a:cubicBezTo>
                      <a:cubicBezTo>
                        <a:pt x="189" y="265"/>
                        <a:pt x="199" y="257"/>
                        <a:pt x="210" y="248"/>
                      </a:cubicBezTo>
                      <a:cubicBezTo>
                        <a:pt x="221" y="239"/>
                        <a:pt x="233" y="229"/>
                        <a:pt x="244" y="220"/>
                      </a:cubicBezTo>
                      <a:cubicBezTo>
                        <a:pt x="256" y="210"/>
                        <a:pt x="268" y="201"/>
                        <a:pt x="281" y="191"/>
                      </a:cubicBezTo>
                      <a:cubicBezTo>
                        <a:pt x="304" y="172"/>
                        <a:pt x="328" y="153"/>
                        <a:pt x="351" y="134"/>
                      </a:cubicBezTo>
                      <a:cubicBezTo>
                        <a:pt x="356" y="130"/>
                        <a:pt x="356" y="130"/>
                        <a:pt x="383" y="109"/>
                      </a:cubicBezTo>
                      <a:cubicBezTo>
                        <a:pt x="410" y="82"/>
                        <a:pt x="410" y="82"/>
                        <a:pt x="426" y="45"/>
                      </a:cubicBezTo>
                      <a:cubicBezTo>
                        <a:pt x="446" y="10"/>
                        <a:pt x="446" y="10"/>
                        <a:pt x="478" y="0"/>
                      </a:cubicBezTo>
                      <a:close/>
                      <a:moveTo>
                        <a:pt x="10694" y="882"/>
                      </a:moveTo>
                      <a:cubicBezTo>
                        <a:pt x="10694" y="1361"/>
                        <a:pt x="10694" y="1841"/>
                        <a:pt x="10694" y="2335"/>
                      </a:cubicBezTo>
                      <a:cubicBezTo>
                        <a:pt x="10718" y="2335"/>
                        <a:pt x="10742" y="2335"/>
                        <a:pt x="10766" y="2335"/>
                      </a:cubicBezTo>
                      <a:cubicBezTo>
                        <a:pt x="10766" y="2359"/>
                        <a:pt x="10766" y="2383"/>
                        <a:pt x="10766" y="2408"/>
                      </a:cubicBezTo>
                      <a:cubicBezTo>
                        <a:pt x="11222" y="2408"/>
                        <a:pt x="11678" y="2408"/>
                        <a:pt x="12147" y="2408"/>
                      </a:cubicBezTo>
                      <a:cubicBezTo>
                        <a:pt x="12147" y="2336"/>
                        <a:pt x="12147" y="2264"/>
                        <a:pt x="12147" y="2190"/>
                      </a:cubicBezTo>
                      <a:cubicBezTo>
                        <a:pt x="12123" y="2190"/>
                        <a:pt x="12099" y="2190"/>
                        <a:pt x="12074" y="2190"/>
                      </a:cubicBezTo>
                      <a:cubicBezTo>
                        <a:pt x="12074" y="2166"/>
                        <a:pt x="12074" y="2142"/>
                        <a:pt x="12074" y="2117"/>
                      </a:cubicBezTo>
                      <a:cubicBezTo>
                        <a:pt x="12050" y="2117"/>
                        <a:pt x="12026" y="2117"/>
                        <a:pt x="12002" y="2117"/>
                      </a:cubicBezTo>
                      <a:cubicBezTo>
                        <a:pt x="12002" y="2093"/>
                        <a:pt x="12002" y="2069"/>
                        <a:pt x="12002" y="2044"/>
                      </a:cubicBezTo>
                      <a:cubicBezTo>
                        <a:pt x="11978" y="2044"/>
                        <a:pt x="11954" y="2044"/>
                        <a:pt x="11929" y="2044"/>
                      </a:cubicBezTo>
                      <a:cubicBezTo>
                        <a:pt x="11929" y="2020"/>
                        <a:pt x="11929" y="1996"/>
                        <a:pt x="11929" y="1972"/>
                      </a:cubicBezTo>
                      <a:cubicBezTo>
                        <a:pt x="11905" y="1972"/>
                        <a:pt x="11881" y="1972"/>
                        <a:pt x="11856" y="1972"/>
                      </a:cubicBezTo>
                      <a:cubicBezTo>
                        <a:pt x="11856" y="1948"/>
                        <a:pt x="11856" y="1924"/>
                        <a:pt x="11856" y="1899"/>
                      </a:cubicBezTo>
                      <a:cubicBezTo>
                        <a:pt x="11832" y="1899"/>
                        <a:pt x="11808" y="1899"/>
                        <a:pt x="11784" y="1899"/>
                      </a:cubicBezTo>
                      <a:cubicBezTo>
                        <a:pt x="11784" y="1875"/>
                        <a:pt x="11784" y="1851"/>
                        <a:pt x="11784" y="1826"/>
                      </a:cubicBezTo>
                      <a:cubicBezTo>
                        <a:pt x="11760" y="1826"/>
                        <a:pt x="11736" y="1826"/>
                        <a:pt x="11711" y="1826"/>
                      </a:cubicBezTo>
                      <a:cubicBezTo>
                        <a:pt x="11711" y="1802"/>
                        <a:pt x="11711" y="1778"/>
                        <a:pt x="11711" y="1754"/>
                      </a:cubicBezTo>
                      <a:cubicBezTo>
                        <a:pt x="11687" y="1754"/>
                        <a:pt x="11663" y="1754"/>
                        <a:pt x="11638" y="1754"/>
                      </a:cubicBezTo>
                      <a:cubicBezTo>
                        <a:pt x="11638" y="1730"/>
                        <a:pt x="11638" y="1706"/>
                        <a:pt x="11638" y="1681"/>
                      </a:cubicBezTo>
                      <a:cubicBezTo>
                        <a:pt x="11614" y="1681"/>
                        <a:pt x="11590" y="1681"/>
                        <a:pt x="11566" y="1681"/>
                      </a:cubicBezTo>
                      <a:cubicBezTo>
                        <a:pt x="11566" y="1657"/>
                        <a:pt x="11566" y="1633"/>
                        <a:pt x="11566" y="1608"/>
                      </a:cubicBezTo>
                      <a:cubicBezTo>
                        <a:pt x="11542" y="1608"/>
                        <a:pt x="11518" y="1608"/>
                        <a:pt x="11493" y="1608"/>
                      </a:cubicBezTo>
                      <a:cubicBezTo>
                        <a:pt x="11493" y="1584"/>
                        <a:pt x="11493" y="1560"/>
                        <a:pt x="11493" y="1536"/>
                      </a:cubicBezTo>
                      <a:cubicBezTo>
                        <a:pt x="11469" y="1536"/>
                        <a:pt x="11445" y="1536"/>
                        <a:pt x="11420" y="1536"/>
                      </a:cubicBezTo>
                      <a:cubicBezTo>
                        <a:pt x="11420" y="1512"/>
                        <a:pt x="11420" y="1488"/>
                        <a:pt x="11420" y="1463"/>
                      </a:cubicBezTo>
                      <a:cubicBezTo>
                        <a:pt x="11396" y="1463"/>
                        <a:pt x="11372" y="1463"/>
                        <a:pt x="11348" y="1463"/>
                      </a:cubicBezTo>
                      <a:cubicBezTo>
                        <a:pt x="11348" y="1439"/>
                        <a:pt x="11348" y="1415"/>
                        <a:pt x="11348" y="1390"/>
                      </a:cubicBezTo>
                      <a:cubicBezTo>
                        <a:pt x="11324" y="1390"/>
                        <a:pt x="11300" y="1390"/>
                        <a:pt x="11275" y="1390"/>
                      </a:cubicBezTo>
                      <a:cubicBezTo>
                        <a:pt x="11275" y="1366"/>
                        <a:pt x="11275" y="1342"/>
                        <a:pt x="11275" y="1318"/>
                      </a:cubicBezTo>
                      <a:cubicBezTo>
                        <a:pt x="11251" y="1318"/>
                        <a:pt x="11227" y="1318"/>
                        <a:pt x="11202" y="1318"/>
                      </a:cubicBezTo>
                      <a:cubicBezTo>
                        <a:pt x="11202" y="1294"/>
                        <a:pt x="11202" y="1270"/>
                        <a:pt x="11202" y="1245"/>
                      </a:cubicBezTo>
                      <a:cubicBezTo>
                        <a:pt x="11178" y="1245"/>
                        <a:pt x="11154" y="1245"/>
                        <a:pt x="11130" y="1245"/>
                      </a:cubicBezTo>
                      <a:cubicBezTo>
                        <a:pt x="11130" y="1221"/>
                        <a:pt x="11130" y="1197"/>
                        <a:pt x="11130" y="1172"/>
                      </a:cubicBezTo>
                      <a:cubicBezTo>
                        <a:pt x="11106" y="1172"/>
                        <a:pt x="11082" y="1172"/>
                        <a:pt x="11057" y="1172"/>
                      </a:cubicBezTo>
                      <a:cubicBezTo>
                        <a:pt x="11057" y="1148"/>
                        <a:pt x="11057" y="1124"/>
                        <a:pt x="11057" y="1100"/>
                      </a:cubicBezTo>
                      <a:cubicBezTo>
                        <a:pt x="11033" y="1100"/>
                        <a:pt x="11009" y="1100"/>
                        <a:pt x="10984" y="1100"/>
                      </a:cubicBezTo>
                      <a:cubicBezTo>
                        <a:pt x="10984" y="1076"/>
                        <a:pt x="10984" y="1052"/>
                        <a:pt x="10984" y="1027"/>
                      </a:cubicBezTo>
                      <a:cubicBezTo>
                        <a:pt x="10960" y="1027"/>
                        <a:pt x="10936" y="1027"/>
                        <a:pt x="10912" y="1027"/>
                      </a:cubicBezTo>
                      <a:cubicBezTo>
                        <a:pt x="10912" y="1003"/>
                        <a:pt x="10912" y="979"/>
                        <a:pt x="10912" y="954"/>
                      </a:cubicBezTo>
                      <a:cubicBezTo>
                        <a:pt x="10888" y="954"/>
                        <a:pt x="10864" y="954"/>
                        <a:pt x="10839" y="954"/>
                      </a:cubicBezTo>
                      <a:cubicBezTo>
                        <a:pt x="10839" y="930"/>
                        <a:pt x="10839" y="906"/>
                        <a:pt x="10839" y="882"/>
                      </a:cubicBezTo>
                      <a:cubicBezTo>
                        <a:pt x="10791" y="882"/>
                        <a:pt x="10743" y="882"/>
                        <a:pt x="10694" y="882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461" cap="flat">
                  <a:noFill/>
                </a:ln>
              </p:spPr>
            </p:sp>
            <p:sp>
              <p:nvSpPr>
                <p:cNvPr id="1595" name="ICON_REPORT_SOURCE_path_002"/>
                <p:cNvSpPr/>
                <p:nvPr/>
              </p:nvSpPr>
              <p:spPr>
                <a:xfrm>
                  <a:off x="10424891" y="5869043"/>
                  <a:ext cx="111679" cy="138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94" h="1090" fill="norm" stroke="0">
                      <a:moveTo>
                        <a:pt x="727" y="0"/>
                      </a:moveTo>
                      <a:cubicBezTo>
                        <a:pt x="871" y="0"/>
                        <a:pt x="1015" y="0"/>
                        <a:pt x="1163" y="0"/>
                      </a:cubicBezTo>
                      <a:cubicBezTo>
                        <a:pt x="1163" y="24"/>
                        <a:pt x="1163" y="48"/>
                        <a:pt x="1163" y="73"/>
                      </a:cubicBezTo>
                      <a:cubicBezTo>
                        <a:pt x="1187" y="73"/>
                        <a:pt x="1211" y="73"/>
                        <a:pt x="1235" y="73"/>
                      </a:cubicBezTo>
                      <a:cubicBezTo>
                        <a:pt x="1235" y="97"/>
                        <a:pt x="1235" y="121"/>
                        <a:pt x="1235" y="145"/>
                      </a:cubicBezTo>
                      <a:cubicBezTo>
                        <a:pt x="3658" y="145"/>
                        <a:pt x="6080" y="145"/>
                        <a:pt x="8576" y="145"/>
                      </a:cubicBezTo>
                      <a:cubicBezTo>
                        <a:pt x="8576" y="169"/>
                        <a:pt x="8576" y="193"/>
                        <a:pt x="8576" y="218"/>
                      </a:cubicBezTo>
                      <a:cubicBezTo>
                        <a:pt x="8600" y="218"/>
                        <a:pt x="8624" y="218"/>
                        <a:pt x="8648" y="218"/>
                      </a:cubicBezTo>
                      <a:cubicBezTo>
                        <a:pt x="8648" y="242"/>
                        <a:pt x="8648" y="266"/>
                        <a:pt x="8648" y="291"/>
                      </a:cubicBezTo>
                      <a:cubicBezTo>
                        <a:pt x="8672" y="291"/>
                        <a:pt x="8696" y="291"/>
                        <a:pt x="8721" y="291"/>
                      </a:cubicBezTo>
                      <a:cubicBezTo>
                        <a:pt x="8721" y="339"/>
                        <a:pt x="8721" y="387"/>
                        <a:pt x="8721" y="436"/>
                      </a:cubicBezTo>
                      <a:cubicBezTo>
                        <a:pt x="8745" y="436"/>
                        <a:pt x="8769" y="436"/>
                        <a:pt x="8794" y="436"/>
                      </a:cubicBezTo>
                      <a:cubicBezTo>
                        <a:pt x="8794" y="508"/>
                        <a:pt x="8794" y="580"/>
                        <a:pt x="8794" y="654"/>
                      </a:cubicBezTo>
                      <a:cubicBezTo>
                        <a:pt x="8770" y="654"/>
                        <a:pt x="8746" y="654"/>
                        <a:pt x="8721" y="654"/>
                      </a:cubicBezTo>
                      <a:cubicBezTo>
                        <a:pt x="8721" y="702"/>
                        <a:pt x="8721" y="750"/>
                        <a:pt x="8721" y="799"/>
                      </a:cubicBezTo>
                      <a:cubicBezTo>
                        <a:pt x="8697" y="799"/>
                        <a:pt x="8673" y="799"/>
                        <a:pt x="8648" y="799"/>
                      </a:cubicBezTo>
                      <a:cubicBezTo>
                        <a:pt x="8648" y="823"/>
                        <a:pt x="8648" y="847"/>
                        <a:pt x="8648" y="872"/>
                      </a:cubicBezTo>
                      <a:cubicBezTo>
                        <a:pt x="8600" y="872"/>
                        <a:pt x="8552" y="872"/>
                        <a:pt x="8503" y="872"/>
                      </a:cubicBezTo>
                      <a:cubicBezTo>
                        <a:pt x="8503" y="896"/>
                        <a:pt x="8503" y="920"/>
                        <a:pt x="8503" y="945"/>
                      </a:cubicBezTo>
                      <a:cubicBezTo>
                        <a:pt x="5889" y="945"/>
                        <a:pt x="3275" y="945"/>
                        <a:pt x="581" y="945"/>
                      </a:cubicBezTo>
                      <a:cubicBezTo>
                        <a:pt x="581" y="969"/>
                        <a:pt x="581" y="993"/>
                        <a:pt x="581" y="1017"/>
                      </a:cubicBezTo>
                      <a:cubicBezTo>
                        <a:pt x="557" y="1017"/>
                        <a:pt x="533" y="1017"/>
                        <a:pt x="509" y="1017"/>
                      </a:cubicBezTo>
                      <a:cubicBezTo>
                        <a:pt x="509" y="1041"/>
                        <a:pt x="509" y="1065"/>
                        <a:pt x="509" y="1090"/>
                      </a:cubicBezTo>
                      <a:cubicBezTo>
                        <a:pt x="461" y="1090"/>
                        <a:pt x="413" y="1090"/>
                        <a:pt x="363" y="1090"/>
                      </a:cubicBezTo>
                      <a:cubicBezTo>
                        <a:pt x="363" y="1066"/>
                        <a:pt x="363" y="1042"/>
                        <a:pt x="363" y="1017"/>
                      </a:cubicBezTo>
                      <a:cubicBezTo>
                        <a:pt x="339" y="1017"/>
                        <a:pt x="315" y="1017"/>
                        <a:pt x="291" y="1017"/>
                      </a:cubicBezTo>
                      <a:cubicBezTo>
                        <a:pt x="291" y="993"/>
                        <a:pt x="291" y="969"/>
                        <a:pt x="291" y="945"/>
                      </a:cubicBezTo>
                      <a:cubicBezTo>
                        <a:pt x="267" y="945"/>
                        <a:pt x="243" y="945"/>
                        <a:pt x="218" y="945"/>
                      </a:cubicBezTo>
                      <a:cubicBezTo>
                        <a:pt x="218" y="921"/>
                        <a:pt x="218" y="897"/>
                        <a:pt x="218" y="872"/>
                      </a:cubicBezTo>
                      <a:cubicBezTo>
                        <a:pt x="170" y="872"/>
                        <a:pt x="122" y="872"/>
                        <a:pt x="73" y="872"/>
                      </a:cubicBezTo>
                      <a:cubicBezTo>
                        <a:pt x="73" y="848"/>
                        <a:pt x="73" y="824"/>
                        <a:pt x="73" y="799"/>
                      </a:cubicBezTo>
                      <a:cubicBezTo>
                        <a:pt x="49" y="799"/>
                        <a:pt x="25" y="799"/>
                        <a:pt x="0" y="799"/>
                      </a:cubicBezTo>
                      <a:cubicBezTo>
                        <a:pt x="0" y="775"/>
                        <a:pt x="0" y="751"/>
                        <a:pt x="0" y="727"/>
                      </a:cubicBezTo>
                      <a:cubicBezTo>
                        <a:pt x="24" y="727"/>
                        <a:pt x="48" y="727"/>
                        <a:pt x="73" y="727"/>
                      </a:cubicBezTo>
                      <a:cubicBezTo>
                        <a:pt x="73" y="679"/>
                        <a:pt x="73" y="631"/>
                        <a:pt x="73" y="581"/>
                      </a:cubicBezTo>
                      <a:cubicBezTo>
                        <a:pt x="97" y="581"/>
                        <a:pt x="121" y="581"/>
                        <a:pt x="145" y="581"/>
                      </a:cubicBezTo>
                      <a:cubicBezTo>
                        <a:pt x="145" y="509"/>
                        <a:pt x="145" y="438"/>
                        <a:pt x="145" y="363"/>
                      </a:cubicBezTo>
                      <a:cubicBezTo>
                        <a:pt x="169" y="363"/>
                        <a:pt x="193" y="363"/>
                        <a:pt x="218" y="363"/>
                      </a:cubicBezTo>
                      <a:cubicBezTo>
                        <a:pt x="218" y="339"/>
                        <a:pt x="218" y="315"/>
                        <a:pt x="218" y="291"/>
                      </a:cubicBezTo>
                      <a:cubicBezTo>
                        <a:pt x="242" y="291"/>
                        <a:pt x="266" y="291"/>
                        <a:pt x="291" y="291"/>
                      </a:cubicBezTo>
                      <a:cubicBezTo>
                        <a:pt x="291" y="267"/>
                        <a:pt x="291" y="243"/>
                        <a:pt x="291" y="218"/>
                      </a:cubicBezTo>
                      <a:cubicBezTo>
                        <a:pt x="315" y="218"/>
                        <a:pt x="339" y="218"/>
                        <a:pt x="363" y="218"/>
                      </a:cubicBezTo>
                      <a:cubicBezTo>
                        <a:pt x="363" y="194"/>
                        <a:pt x="363" y="170"/>
                        <a:pt x="363" y="145"/>
                      </a:cubicBezTo>
                      <a:cubicBezTo>
                        <a:pt x="435" y="145"/>
                        <a:pt x="507" y="145"/>
                        <a:pt x="581" y="145"/>
                      </a:cubicBezTo>
                      <a:cubicBezTo>
                        <a:pt x="581" y="121"/>
                        <a:pt x="581" y="97"/>
                        <a:pt x="581" y="73"/>
                      </a:cubicBezTo>
                      <a:cubicBezTo>
                        <a:pt x="629" y="73"/>
                        <a:pt x="677" y="73"/>
                        <a:pt x="727" y="73"/>
                      </a:cubicBezTo>
                      <a:cubicBezTo>
                        <a:pt x="727" y="49"/>
                        <a:pt x="727" y="25"/>
                        <a:pt x="72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596" name="ICON_REPORT_SOURCE_path_003"/>
                <p:cNvSpPr/>
                <p:nvPr/>
              </p:nvSpPr>
              <p:spPr>
                <a:xfrm>
                  <a:off x="10426737" y="5894886"/>
                  <a:ext cx="97834" cy="1199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703" h="945" fill="norm" stroke="0">
                      <a:moveTo>
                        <a:pt x="363" y="0"/>
                      </a:moveTo>
                      <a:cubicBezTo>
                        <a:pt x="2690" y="0"/>
                        <a:pt x="5016" y="0"/>
                        <a:pt x="7413" y="0"/>
                      </a:cubicBezTo>
                      <a:cubicBezTo>
                        <a:pt x="7413" y="24"/>
                        <a:pt x="7413" y="48"/>
                        <a:pt x="7413" y="73"/>
                      </a:cubicBezTo>
                      <a:cubicBezTo>
                        <a:pt x="7461" y="73"/>
                        <a:pt x="7509" y="73"/>
                        <a:pt x="7558" y="73"/>
                      </a:cubicBezTo>
                      <a:cubicBezTo>
                        <a:pt x="7558" y="97"/>
                        <a:pt x="7558" y="121"/>
                        <a:pt x="7558" y="145"/>
                      </a:cubicBezTo>
                      <a:cubicBezTo>
                        <a:pt x="7582" y="145"/>
                        <a:pt x="7606" y="145"/>
                        <a:pt x="7631" y="145"/>
                      </a:cubicBezTo>
                      <a:cubicBezTo>
                        <a:pt x="7631" y="169"/>
                        <a:pt x="7631" y="193"/>
                        <a:pt x="7631" y="218"/>
                      </a:cubicBezTo>
                      <a:cubicBezTo>
                        <a:pt x="7655" y="218"/>
                        <a:pt x="7679" y="218"/>
                        <a:pt x="7703" y="218"/>
                      </a:cubicBezTo>
                      <a:cubicBezTo>
                        <a:pt x="7703" y="362"/>
                        <a:pt x="7703" y="506"/>
                        <a:pt x="7703" y="654"/>
                      </a:cubicBezTo>
                      <a:cubicBezTo>
                        <a:pt x="7680" y="654"/>
                        <a:pt x="7656" y="654"/>
                        <a:pt x="7631" y="654"/>
                      </a:cubicBezTo>
                      <a:cubicBezTo>
                        <a:pt x="7631" y="678"/>
                        <a:pt x="7631" y="702"/>
                        <a:pt x="7631" y="727"/>
                      </a:cubicBezTo>
                      <a:cubicBezTo>
                        <a:pt x="7607" y="727"/>
                        <a:pt x="7583" y="727"/>
                        <a:pt x="7558" y="727"/>
                      </a:cubicBezTo>
                      <a:cubicBezTo>
                        <a:pt x="7558" y="751"/>
                        <a:pt x="7558" y="775"/>
                        <a:pt x="7558" y="799"/>
                      </a:cubicBezTo>
                      <a:cubicBezTo>
                        <a:pt x="5256" y="799"/>
                        <a:pt x="2953" y="799"/>
                        <a:pt x="581" y="799"/>
                      </a:cubicBezTo>
                      <a:cubicBezTo>
                        <a:pt x="581" y="823"/>
                        <a:pt x="581" y="847"/>
                        <a:pt x="581" y="872"/>
                      </a:cubicBezTo>
                      <a:cubicBezTo>
                        <a:pt x="557" y="872"/>
                        <a:pt x="533" y="872"/>
                        <a:pt x="509" y="872"/>
                      </a:cubicBezTo>
                      <a:cubicBezTo>
                        <a:pt x="509" y="896"/>
                        <a:pt x="509" y="920"/>
                        <a:pt x="509" y="945"/>
                      </a:cubicBezTo>
                      <a:cubicBezTo>
                        <a:pt x="461" y="945"/>
                        <a:pt x="413" y="945"/>
                        <a:pt x="363" y="945"/>
                      </a:cubicBezTo>
                      <a:cubicBezTo>
                        <a:pt x="363" y="921"/>
                        <a:pt x="363" y="897"/>
                        <a:pt x="363" y="872"/>
                      </a:cubicBezTo>
                      <a:cubicBezTo>
                        <a:pt x="315" y="872"/>
                        <a:pt x="267" y="872"/>
                        <a:pt x="218" y="872"/>
                      </a:cubicBezTo>
                      <a:cubicBezTo>
                        <a:pt x="218" y="848"/>
                        <a:pt x="218" y="824"/>
                        <a:pt x="218" y="799"/>
                      </a:cubicBezTo>
                      <a:cubicBezTo>
                        <a:pt x="194" y="799"/>
                        <a:pt x="170" y="799"/>
                        <a:pt x="145" y="799"/>
                      </a:cubicBezTo>
                      <a:cubicBezTo>
                        <a:pt x="145" y="775"/>
                        <a:pt x="145" y="751"/>
                        <a:pt x="145" y="727"/>
                      </a:cubicBezTo>
                      <a:cubicBezTo>
                        <a:pt x="121" y="727"/>
                        <a:pt x="97" y="727"/>
                        <a:pt x="73" y="727"/>
                      </a:cubicBezTo>
                      <a:cubicBezTo>
                        <a:pt x="73" y="703"/>
                        <a:pt x="73" y="679"/>
                        <a:pt x="73" y="654"/>
                      </a:cubicBezTo>
                      <a:cubicBezTo>
                        <a:pt x="49" y="654"/>
                        <a:pt x="25" y="654"/>
                        <a:pt x="0" y="654"/>
                      </a:cubicBezTo>
                      <a:cubicBezTo>
                        <a:pt x="0" y="510"/>
                        <a:pt x="0" y="366"/>
                        <a:pt x="0" y="218"/>
                      </a:cubicBezTo>
                      <a:cubicBezTo>
                        <a:pt x="24" y="218"/>
                        <a:pt x="48" y="218"/>
                        <a:pt x="73" y="218"/>
                      </a:cubicBezTo>
                      <a:cubicBezTo>
                        <a:pt x="73" y="194"/>
                        <a:pt x="73" y="170"/>
                        <a:pt x="73" y="145"/>
                      </a:cubicBezTo>
                      <a:cubicBezTo>
                        <a:pt x="97" y="145"/>
                        <a:pt x="121" y="145"/>
                        <a:pt x="145" y="145"/>
                      </a:cubicBezTo>
                      <a:cubicBezTo>
                        <a:pt x="145" y="121"/>
                        <a:pt x="145" y="97"/>
                        <a:pt x="145" y="73"/>
                      </a:cubicBezTo>
                      <a:cubicBezTo>
                        <a:pt x="217" y="73"/>
                        <a:pt x="289" y="73"/>
                        <a:pt x="363" y="73"/>
                      </a:cubicBezTo>
                      <a:cubicBezTo>
                        <a:pt x="363" y="49"/>
                        <a:pt x="363" y="25"/>
                        <a:pt x="363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597" name="ICON_REPORT_SOURCE_path_004"/>
                <p:cNvSpPr/>
                <p:nvPr/>
              </p:nvSpPr>
              <p:spPr>
                <a:xfrm>
                  <a:off x="10548568" y="5899501"/>
                  <a:ext cx="45225" cy="5754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561" h="4531" fill="norm" stroke="0">
                      <a:moveTo>
                        <a:pt x="1672" y="0"/>
                      </a:moveTo>
                      <a:cubicBezTo>
                        <a:pt x="1935" y="0"/>
                        <a:pt x="2199" y="0"/>
                        <a:pt x="2471" y="0"/>
                      </a:cubicBezTo>
                      <a:cubicBezTo>
                        <a:pt x="2471" y="24"/>
                        <a:pt x="2471" y="48"/>
                        <a:pt x="2471" y="73"/>
                      </a:cubicBezTo>
                      <a:cubicBezTo>
                        <a:pt x="2519" y="73"/>
                        <a:pt x="2567" y="73"/>
                        <a:pt x="2616" y="73"/>
                      </a:cubicBezTo>
                      <a:cubicBezTo>
                        <a:pt x="2616" y="97"/>
                        <a:pt x="2616" y="121"/>
                        <a:pt x="2616" y="145"/>
                      </a:cubicBezTo>
                      <a:cubicBezTo>
                        <a:pt x="2688" y="145"/>
                        <a:pt x="2760" y="145"/>
                        <a:pt x="2834" y="145"/>
                      </a:cubicBezTo>
                      <a:cubicBezTo>
                        <a:pt x="2834" y="169"/>
                        <a:pt x="2834" y="193"/>
                        <a:pt x="2834" y="218"/>
                      </a:cubicBezTo>
                      <a:cubicBezTo>
                        <a:pt x="2858" y="218"/>
                        <a:pt x="2882" y="218"/>
                        <a:pt x="2907" y="218"/>
                      </a:cubicBezTo>
                      <a:cubicBezTo>
                        <a:pt x="2907" y="242"/>
                        <a:pt x="2907" y="266"/>
                        <a:pt x="2907" y="291"/>
                      </a:cubicBezTo>
                      <a:cubicBezTo>
                        <a:pt x="2955" y="291"/>
                        <a:pt x="3003" y="291"/>
                        <a:pt x="3052" y="291"/>
                      </a:cubicBezTo>
                      <a:cubicBezTo>
                        <a:pt x="3052" y="315"/>
                        <a:pt x="3052" y="339"/>
                        <a:pt x="3052" y="363"/>
                      </a:cubicBezTo>
                      <a:cubicBezTo>
                        <a:pt x="3076" y="363"/>
                        <a:pt x="3100" y="363"/>
                        <a:pt x="3125" y="363"/>
                      </a:cubicBezTo>
                      <a:cubicBezTo>
                        <a:pt x="3125" y="387"/>
                        <a:pt x="3125" y="411"/>
                        <a:pt x="3125" y="436"/>
                      </a:cubicBezTo>
                      <a:cubicBezTo>
                        <a:pt x="3149" y="436"/>
                        <a:pt x="3173" y="436"/>
                        <a:pt x="3198" y="436"/>
                      </a:cubicBezTo>
                      <a:cubicBezTo>
                        <a:pt x="3198" y="460"/>
                        <a:pt x="3198" y="484"/>
                        <a:pt x="3198" y="509"/>
                      </a:cubicBezTo>
                      <a:cubicBezTo>
                        <a:pt x="3222" y="509"/>
                        <a:pt x="3246" y="509"/>
                        <a:pt x="3270" y="509"/>
                      </a:cubicBezTo>
                      <a:cubicBezTo>
                        <a:pt x="3270" y="557"/>
                        <a:pt x="3270" y="605"/>
                        <a:pt x="3270" y="654"/>
                      </a:cubicBezTo>
                      <a:cubicBezTo>
                        <a:pt x="3294" y="654"/>
                        <a:pt x="3318" y="654"/>
                        <a:pt x="3343" y="654"/>
                      </a:cubicBezTo>
                      <a:cubicBezTo>
                        <a:pt x="3343" y="678"/>
                        <a:pt x="3343" y="702"/>
                        <a:pt x="3343" y="727"/>
                      </a:cubicBezTo>
                      <a:cubicBezTo>
                        <a:pt x="3367" y="727"/>
                        <a:pt x="3391" y="727"/>
                        <a:pt x="3416" y="727"/>
                      </a:cubicBezTo>
                      <a:cubicBezTo>
                        <a:pt x="3416" y="751"/>
                        <a:pt x="3416" y="775"/>
                        <a:pt x="3416" y="799"/>
                      </a:cubicBezTo>
                      <a:cubicBezTo>
                        <a:pt x="3440" y="799"/>
                        <a:pt x="3464" y="799"/>
                        <a:pt x="3488" y="799"/>
                      </a:cubicBezTo>
                      <a:cubicBezTo>
                        <a:pt x="3488" y="871"/>
                        <a:pt x="3488" y="943"/>
                        <a:pt x="3488" y="1017"/>
                      </a:cubicBezTo>
                      <a:cubicBezTo>
                        <a:pt x="3512" y="1017"/>
                        <a:pt x="3536" y="1017"/>
                        <a:pt x="3561" y="1017"/>
                      </a:cubicBezTo>
                      <a:cubicBezTo>
                        <a:pt x="3561" y="1305"/>
                        <a:pt x="3561" y="1593"/>
                        <a:pt x="3561" y="1890"/>
                      </a:cubicBezTo>
                      <a:cubicBezTo>
                        <a:pt x="3537" y="1890"/>
                        <a:pt x="3513" y="1890"/>
                        <a:pt x="3488" y="1890"/>
                      </a:cubicBezTo>
                      <a:cubicBezTo>
                        <a:pt x="3488" y="1985"/>
                        <a:pt x="3488" y="2081"/>
                        <a:pt x="3488" y="2180"/>
                      </a:cubicBezTo>
                      <a:cubicBezTo>
                        <a:pt x="3464" y="2180"/>
                        <a:pt x="3440" y="2180"/>
                        <a:pt x="3416" y="2180"/>
                      </a:cubicBezTo>
                      <a:cubicBezTo>
                        <a:pt x="3416" y="2204"/>
                        <a:pt x="3416" y="2228"/>
                        <a:pt x="3416" y="2253"/>
                      </a:cubicBezTo>
                      <a:cubicBezTo>
                        <a:pt x="3392" y="2253"/>
                        <a:pt x="3368" y="2253"/>
                        <a:pt x="3343" y="2253"/>
                      </a:cubicBezTo>
                      <a:cubicBezTo>
                        <a:pt x="3343" y="2277"/>
                        <a:pt x="3343" y="2301"/>
                        <a:pt x="3343" y="2326"/>
                      </a:cubicBezTo>
                      <a:cubicBezTo>
                        <a:pt x="3319" y="2326"/>
                        <a:pt x="3295" y="2326"/>
                        <a:pt x="3270" y="2326"/>
                      </a:cubicBezTo>
                      <a:cubicBezTo>
                        <a:pt x="3270" y="2374"/>
                        <a:pt x="3270" y="2422"/>
                        <a:pt x="3270" y="2471"/>
                      </a:cubicBezTo>
                      <a:cubicBezTo>
                        <a:pt x="3246" y="2471"/>
                        <a:pt x="3222" y="2471"/>
                        <a:pt x="3198" y="2471"/>
                      </a:cubicBezTo>
                      <a:cubicBezTo>
                        <a:pt x="3198" y="2495"/>
                        <a:pt x="3198" y="2519"/>
                        <a:pt x="3198" y="2544"/>
                      </a:cubicBezTo>
                      <a:cubicBezTo>
                        <a:pt x="3174" y="2544"/>
                        <a:pt x="3150" y="2544"/>
                        <a:pt x="3125" y="2544"/>
                      </a:cubicBezTo>
                      <a:cubicBezTo>
                        <a:pt x="3125" y="2568"/>
                        <a:pt x="3125" y="2592"/>
                        <a:pt x="3125" y="2616"/>
                      </a:cubicBezTo>
                      <a:cubicBezTo>
                        <a:pt x="3101" y="2616"/>
                        <a:pt x="3077" y="2616"/>
                        <a:pt x="3052" y="2616"/>
                      </a:cubicBezTo>
                      <a:cubicBezTo>
                        <a:pt x="3052" y="2640"/>
                        <a:pt x="3052" y="2664"/>
                        <a:pt x="3052" y="2689"/>
                      </a:cubicBezTo>
                      <a:cubicBezTo>
                        <a:pt x="3028" y="2689"/>
                        <a:pt x="3004" y="2689"/>
                        <a:pt x="2980" y="2689"/>
                      </a:cubicBezTo>
                      <a:cubicBezTo>
                        <a:pt x="2980" y="2713"/>
                        <a:pt x="2980" y="2737"/>
                        <a:pt x="2980" y="2762"/>
                      </a:cubicBezTo>
                      <a:cubicBezTo>
                        <a:pt x="2956" y="2762"/>
                        <a:pt x="2932" y="2762"/>
                        <a:pt x="2907" y="2762"/>
                      </a:cubicBezTo>
                      <a:cubicBezTo>
                        <a:pt x="2907" y="2786"/>
                        <a:pt x="2907" y="2810"/>
                        <a:pt x="2907" y="2834"/>
                      </a:cubicBezTo>
                      <a:cubicBezTo>
                        <a:pt x="2883" y="2834"/>
                        <a:pt x="2859" y="2834"/>
                        <a:pt x="2834" y="2834"/>
                      </a:cubicBezTo>
                      <a:cubicBezTo>
                        <a:pt x="2834" y="2858"/>
                        <a:pt x="2834" y="2882"/>
                        <a:pt x="2834" y="2907"/>
                      </a:cubicBezTo>
                      <a:cubicBezTo>
                        <a:pt x="2829" y="2908"/>
                        <a:pt x="2829" y="2908"/>
                        <a:pt x="2801" y="2915"/>
                      </a:cubicBezTo>
                      <a:cubicBezTo>
                        <a:pt x="2675" y="2955"/>
                        <a:pt x="2618" y="3011"/>
                        <a:pt x="2539" y="3114"/>
                      </a:cubicBezTo>
                      <a:cubicBezTo>
                        <a:pt x="2491" y="3175"/>
                        <a:pt x="2443" y="3224"/>
                        <a:pt x="2380" y="3270"/>
                      </a:cubicBezTo>
                      <a:cubicBezTo>
                        <a:pt x="2295" y="3333"/>
                        <a:pt x="2232" y="3407"/>
                        <a:pt x="2169" y="3491"/>
                      </a:cubicBezTo>
                      <a:cubicBezTo>
                        <a:pt x="2116" y="3560"/>
                        <a:pt x="2116" y="3560"/>
                        <a:pt x="2066" y="3567"/>
                      </a:cubicBezTo>
                      <a:cubicBezTo>
                        <a:pt x="2061" y="3566"/>
                        <a:pt x="2061" y="3566"/>
                        <a:pt x="2035" y="3561"/>
                      </a:cubicBezTo>
                      <a:cubicBezTo>
                        <a:pt x="2035" y="3585"/>
                        <a:pt x="2035" y="3609"/>
                        <a:pt x="2035" y="3634"/>
                      </a:cubicBezTo>
                      <a:cubicBezTo>
                        <a:pt x="2011" y="3634"/>
                        <a:pt x="1987" y="3634"/>
                        <a:pt x="1962" y="3634"/>
                      </a:cubicBezTo>
                      <a:cubicBezTo>
                        <a:pt x="1962" y="3658"/>
                        <a:pt x="1962" y="3682"/>
                        <a:pt x="1962" y="3706"/>
                      </a:cubicBezTo>
                      <a:cubicBezTo>
                        <a:pt x="1938" y="3706"/>
                        <a:pt x="1914" y="3706"/>
                        <a:pt x="1890" y="3706"/>
                      </a:cubicBezTo>
                      <a:cubicBezTo>
                        <a:pt x="1890" y="3730"/>
                        <a:pt x="1890" y="3754"/>
                        <a:pt x="1890" y="3779"/>
                      </a:cubicBezTo>
                      <a:cubicBezTo>
                        <a:pt x="1866" y="3779"/>
                        <a:pt x="1842" y="3779"/>
                        <a:pt x="1817" y="3779"/>
                      </a:cubicBezTo>
                      <a:cubicBezTo>
                        <a:pt x="1817" y="3803"/>
                        <a:pt x="1817" y="3827"/>
                        <a:pt x="1817" y="3852"/>
                      </a:cubicBezTo>
                      <a:cubicBezTo>
                        <a:pt x="1793" y="3852"/>
                        <a:pt x="1769" y="3852"/>
                        <a:pt x="1744" y="3852"/>
                      </a:cubicBezTo>
                      <a:cubicBezTo>
                        <a:pt x="1744" y="3876"/>
                        <a:pt x="1744" y="3900"/>
                        <a:pt x="1744" y="3924"/>
                      </a:cubicBezTo>
                      <a:cubicBezTo>
                        <a:pt x="1720" y="3924"/>
                        <a:pt x="1696" y="3924"/>
                        <a:pt x="1672" y="3924"/>
                      </a:cubicBezTo>
                      <a:cubicBezTo>
                        <a:pt x="1672" y="3930"/>
                        <a:pt x="1672" y="3930"/>
                        <a:pt x="1676" y="3956"/>
                      </a:cubicBezTo>
                      <a:cubicBezTo>
                        <a:pt x="1670" y="4012"/>
                        <a:pt x="1642" y="4037"/>
                        <a:pt x="1603" y="4074"/>
                      </a:cubicBezTo>
                      <a:cubicBezTo>
                        <a:pt x="1597" y="4081"/>
                        <a:pt x="1591" y="4088"/>
                        <a:pt x="1584" y="4094"/>
                      </a:cubicBezTo>
                      <a:cubicBezTo>
                        <a:pt x="1551" y="4127"/>
                        <a:pt x="1532" y="4142"/>
                        <a:pt x="1485" y="4147"/>
                      </a:cubicBezTo>
                      <a:cubicBezTo>
                        <a:pt x="1475" y="4145"/>
                        <a:pt x="1464" y="4144"/>
                        <a:pt x="1453" y="4142"/>
                      </a:cubicBezTo>
                      <a:cubicBezTo>
                        <a:pt x="1453" y="4166"/>
                        <a:pt x="1453" y="4190"/>
                        <a:pt x="1453" y="4215"/>
                      </a:cubicBezTo>
                      <a:cubicBezTo>
                        <a:pt x="1430" y="4215"/>
                        <a:pt x="1406" y="4215"/>
                        <a:pt x="1381" y="4215"/>
                      </a:cubicBezTo>
                      <a:cubicBezTo>
                        <a:pt x="1381" y="4220"/>
                        <a:pt x="1381" y="4220"/>
                        <a:pt x="1385" y="4247"/>
                      </a:cubicBezTo>
                      <a:cubicBezTo>
                        <a:pt x="1378" y="4317"/>
                        <a:pt x="1327" y="4357"/>
                        <a:pt x="1277" y="4403"/>
                      </a:cubicBezTo>
                      <a:cubicBezTo>
                        <a:pt x="1222" y="4443"/>
                        <a:pt x="1184" y="4445"/>
                        <a:pt x="1117" y="4438"/>
                      </a:cubicBezTo>
                      <a:cubicBezTo>
                        <a:pt x="1108" y="4437"/>
                        <a:pt x="1099" y="4435"/>
                        <a:pt x="1090" y="4433"/>
                      </a:cubicBezTo>
                      <a:cubicBezTo>
                        <a:pt x="1090" y="4457"/>
                        <a:pt x="1090" y="4481"/>
                        <a:pt x="1090" y="4506"/>
                      </a:cubicBezTo>
                      <a:cubicBezTo>
                        <a:pt x="825" y="4531"/>
                        <a:pt x="825" y="4531"/>
                        <a:pt x="748" y="4476"/>
                      </a:cubicBezTo>
                      <a:cubicBezTo>
                        <a:pt x="698" y="4431"/>
                        <a:pt x="656" y="4388"/>
                        <a:pt x="651" y="4319"/>
                      </a:cubicBezTo>
                      <a:cubicBezTo>
                        <a:pt x="652" y="4309"/>
                        <a:pt x="653" y="4299"/>
                        <a:pt x="654" y="4288"/>
                      </a:cubicBezTo>
                      <a:cubicBezTo>
                        <a:pt x="630" y="4288"/>
                        <a:pt x="606" y="4288"/>
                        <a:pt x="581" y="4288"/>
                      </a:cubicBezTo>
                      <a:cubicBezTo>
                        <a:pt x="581" y="4216"/>
                        <a:pt x="581" y="4144"/>
                        <a:pt x="581" y="4070"/>
                      </a:cubicBezTo>
                      <a:cubicBezTo>
                        <a:pt x="605" y="4070"/>
                        <a:pt x="629" y="4070"/>
                        <a:pt x="654" y="4070"/>
                      </a:cubicBezTo>
                      <a:cubicBezTo>
                        <a:pt x="654" y="4022"/>
                        <a:pt x="654" y="3974"/>
                        <a:pt x="654" y="3924"/>
                      </a:cubicBezTo>
                      <a:cubicBezTo>
                        <a:pt x="678" y="3924"/>
                        <a:pt x="702" y="3924"/>
                        <a:pt x="727" y="3924"/>
                      </a:cubicBezTo>
                      <a:cubicBezTo>
                        <a:pt x="727" y="3900"/>
                        <a:pt x="727" y="3876"/>
                        <a:pt x="727" y="3852"/>
                      </a:cubicBezTo>
                      <a:cubicBezTo>
                        <a:pt x="751" y="3852"/>
                        <a:pt x="775" y="3852"/>
                        <a:pt x="799" y="3852"/>
                      </a:cubicBezTo>
                      <a:cubicBezTo>
                        <a:pt x="798" y="3841"/>
                        <a:pt x="796" y="3831"/>
                        <a:pt x="794" y="3820"/>
                      </a:cubicBezTo>
                      <a:cubicBezTo>
                        <a:pt x="801" y="3770"/>
                        <a:pt x="820" y="3753"/>
                        <a:pt x="859" y="3721"/>
                      </a:cubicBezTo>
                      <a:cubicBezTo>
                        <a:pt x="863" y="3718"/>
                        <a:pt x="863" y="3718"/>
                        <a:pt x="883" y="3702"/>
                      </a:cubicBezTo>
                      <a:cubicBezTo>
                        <a:pt x="891" y="3695"/>
                        <a:pt x="899" y="3689"/>
                        <a:pt x="907" y="3682"/>
                      </a:cubicBezTo>
                      <a:cubicBezTo>
                        <a:pt x="969" y="3632"/>
                        <a:pt x="1011" y="3627"/>
                        <a:pt x="1090" y="3634"/>
                      </a:cubicBezTo>
                      <a:cubicBezTo>
                        <a:pt x="1090" y="3610"/>
                        <a:pt x="1090" y="3586"/>
                        <a:pt x="1090" y="3561"/>
                      </a:cubicBezTo>
                      <a:cubicBezTo>
                        <a:pt x="1114" y="3561"/>
                        <a:pt x="1138" y="3561"/>
                        <a:pt x="1163" y="3561"/>
                      </a:cubicBezTo>
                      <a:cubicBezTo>
                        <a:pt x="1163" y="3537"/>
                        <a:pt x="1163" y="3513"/>
                        <a:pt x="1163" y="3488"/>
                      </a:cubicBezTo>
                      <a:cubicBezTo>
                        <a:pt x="1187" y="3488"/>
                        <a:pt x="1211" y="3488"/>
                        <a:pt x="1235" y="3488"/>
                      </a:cubicBezTo>
                      <a:cubicBezTo>
                        <a:pt x="1235" y="3464"/>
                        <a:pt x="1235" y="3440"/>
                        <a:pt x="1235" y="3416"/>
                      </a:cubicBezTo>
                      <a:cubicBezTo>
                        <a:pt x="1259" y="3416"/>
                        <a:pt x="1283" y="3416"/>
                        <a:pt x="1308" y="3416"/>
                      </a:cubicBezTo>
                      <a:cubicBezTo>
                        <a:pt x="1308" y="3392"/>
                        <a:pt x="1308" y="3368"/>
                        <a:pt x="1308" y="3343"/>
                      </a:cubicBezTo>
                      <a:cubicBezTo>
                        <a:pt x="1332" y="3343"/>
                        <a:pt x="1356" y="3343"/>
                        <a:pt x="1381" y="3343"/>
                      </a:cubicBezTo>
                      <a:cubicBezTo>
                        <a:pt x="1381" y="3319"/>
                        <a:pt x="1381" y="3295"/>
                        <a:pt x="1381" y="3270"/>
                      </a:cubicBezTo>
                      <a:cubicBezTo>
                        <a:pt x="1405" y="3270"/>
                        <a:pt x="1429" y="3270"/>
                        <a:pt x="1453" y="3270"/>
                      </a:cubicBezTo>
                      <a:cubicBezTo>
                        <a:pt x="1453" y="3246"/>
                        <a:pt x="1453" y="3222"/>
                        <a:pt x="1453" y="3198"/>
                      </a:cubicBezTo>
                      <a:cubicBezTo>
                        <a:pt x="1477" y="3198"/>
                        <a:pt x="1501" y="3198"/>
                        <a:pt x="1526" y="3198"/>
                      </a:cubicBezTo>
                      <a:cubicBezTo>
                        <a:pt x="1526" y="3174"/>
                        <a:pt x="1526" y="3150"/>
                        <a:pt x="1526" y="3125"/>
                      </a:cubicBezTo>
                      <a:cubicBezTo>
                        <a:pt x="1550" y="3125"/>
                        <a:pt x="1574" y="3125"/>
                        <a:pt x="1599" y="3125"/>
                      </a:cubicBezTo>
                      <a:cubicBezTo>
                        <a:pt x="1599" y="3101"/>
                        <a:pt x="1599" y="3077"/>
                        <a:pt x="1599" y="3052"/>
                      </a:cubicBezTo>
                      <a:cubicBezTo>
                        <a:pt x="1623" y="3052"/>
                        <a:pt x="1647" y="3052"/>
                        <a:pt x="1672" y="3052"/>
                      </a:cubicBezTo>
                      <a:cubicBezTo>
                        <a:pt x="1672" y="3028"/>
                        <a:pt x="1672" y="3004"/>
                        <a:pt x="1672" y="2980"/>
                      </a:cubicBezTo>
                      <a:cubicBezTo>
                        <a:pt x="1695" y="2980"/>
                        <a:pt x="1719" y="2980"/>
                        <a:pt x="1744" y="2980"/>
                      </a:cubicBezTo>
                      <a:cubicBezTo>
                        <a:pt x="1744" y="2956"/>
                        <a:pt x="1744" y="2932"/>
                        <a:pt x="1744" y="2907"/>
                      </a:cubicBezTo>
                      <a:cubicBezTo>
                        <a:pt x="1768" y="2907"/>
                        <a:pt x="1792" y="2907"/>
                        <a:pt x="1817" y="2907"/>
                      </a:cubicBezTo>
                      <a:cubicBezTo>
                        <a:pt x="1817" y="2883"/>
                        <a:pt x="1817" y="2859"/>
                        <a:pt x="1817" y="2834"/>
                      </a:cubicBezTo>
                      <a:cubicBezTo>
                        <a:pt x="1841" y="2834"/>
                        <a:pt x="1865" y="2834"/>
                        <a:pt x="1890" y="2834"/>
                      </a:cubicBezTo>
                      <a:cubicBezTo>
                        <a:pt x="1890" y="2810"/>
                        <a:pt x="1890" y="2786"/>
                        <a:pt x="1890" y="2762"/>
                      </a:cubicBezTo>
                      <a:cubicBezTo>
                        <a:pt x="1914" y="2762"/>
                        <a:pt x="1938" y="2762"/>
                        <a:pt x="1962" y="2762"/>
                      </a:cubicBezTo>
                      <a:cubicBezTo>
                        <a:pt x="1962" y="2738"/>
                        <a:pt x="1962" y="2714"/>
                        <a:pt x="1962" y="2689"/>
                      </a:cubicBezTo>
                      <a:cubicBezTo>
                        <a:pt x="1986" y="2689"/>
                        <a:pt x="2010" y="2689"/>
                        <a:pt x="2035" y="2689"/>
                      </a:cubicBezTo>
                      <a:cubicBezTo>
                        <a:pt x="2035" y="2665"/>
                        <a:pt x="2035" y="2641"/>
                        <a:pt x="2035" y="2616"/>
                      </a:cubicBezTo>
                      <a:cubicBezTo>
                        <a:pt x="2059" y="2616"/>
                        <a:pt x="2083" y="2616"/>
                        <a:pt x="2108" y="2616"/>
                      </a:cubicBezTo>
                      <a:cubicBezTo>
                        <a:pt x="2108" y="2592"/>
                        <a:pt x="2108" y="2568"/>
                        <a:pt x="2108" y="2544"/>
                      </a:cubicBezTo>
                      <a:cubicBezTo>
                        <a:pt x="2132" y="2544"/>
                        <a:pt x="2156" y="2544"/>
                        <a:pt x="2180" y="2544"/>
                      </a:cubicBezTo>
                      <a:cubicBezTo>
                        <a:pt x="2180" y="2520"/>
                        <a:pt x="2180" y="2496"/>
                        <a:pt x="2180" y="2471"/>
                      </a:cubicBezTo>
                      <a:cubicBezTo>
                        <a:pt x="2204" y="2471"/>
                        <a:pt x="2228" y="2471"/>
                        <a:pt x="2253" y="2471"/>
                      </a:cubicBezTo>
                      <a:cubicBezTo>
                        <a:pt x="2253" y="2447"/>
                        <a:pt x="2253" y="2423"/>
                        <a:pt x="2253" y="2398"/>
                      </a:cubicBezTo>
                      <a:cubicBezTo>
                        <a:pt x="2277" y="2398"/>
                        <a:pt x="2301" y="2398"/>
                        <a:pt x="2326" y="2398"/>
                      </a:cubicBezTo>
                      <a:cubicBezTo>
                        <a:pt x="2326" y="2374"/>
                        <a:pt x="2326" y="2350"/>
                        <a:pt x="2326" y="2326"/>
                      </a:cubicBezTo>
                      <a:cubicBezTo>
                        <a:pt x="2350" y="2326"/>
                        <a:pt x="2374" y="2326"/>
                        <a:pt x="2398" y="2326"/>
                      </a:cubicBezTo>
                      <a:cubicBezTo>
                        <a:pt x="2397" y="2315"/>
                        <a:pt x="2396" y="2304"/>
                        <a:pt x="2394" y="2293"/>
                      </a:cubicBezTo>
                      <a:cubicBezTo>
                        <a:pt x="2398" y="2253"/>
                        <a:pt x="2398" y="2253"/>
                        <a:pt x="2424" y="2224"/>
                      </a:cubicBezTo>
                      <a:cubicBezTo>
                        <a:pt x="2436" y="2215"/>
                        <a:pt x="2447" y="2206"/>
                        <a:pt x="2459" y="2197"/>
                      </a:cubicBezTo>
                      <a:cubicBezTo>
                        <a:pt x="2472" y="2186"/>
                        <a:pt x="2485" y="2176"/>
                        <a:pt x="2498" y="2165"/>
                      </a:cubicBezTo>
                      <a:cubicBezTo>
                        <a:pt x="2505" y="2160"/>
                        <a:pt x="2505" y="2160"/>
                        <a:pt x="2539" y="2133"/>
                      </a:cubicBezTo>
                      <a:cubicBezTo>
                        <a:pt x="2652" y="2039"/>
                        <a:pt x="2734" y="1966"/>
                        <a:pt x="2762" y="1817"/>
                      </a:cubicBezTo>
                      <a:cubicBezTo>
                        <a:pt x="2786" y="1817"/>
                        <a:pt x="2810" y="1817"/>
                        <a:pt x="2834" y="1817"/>
                      </a:cubicBezTo>
                      <a:cubicBezTo>
                        <a:pt x="2834" y="1745"/>
                        <a:pt x="2834" y="1673"/>
                        <a:pt x="2834" y="1599"/>
                      </a:cubicBezTo>
                      <a:cubicBezTo>
                        <a:pt x="2858" y="1599"/>
                        <a:pt x="2882" y="1599"/>
                        <a:pt x="2907" y="1599"/>
                      </a:cubicBezTo>
                      <a:cubicBezTo>
                        <a:pt x="2907" y="1551"/>
                        <a:pt x="2907" y="1503"/>
                        <a:pt x="2907" y="1453"/>
                      </a:cubicBezTo>
                      <a:cubicBezTo>
                        <a:pt x="2883" y="1453"/>
                        <a:pt x="2859" y="1453"/>
                        <a:pt x="2834" y="1453"/>
                      </a:cubicBezTo>
                      <a:cubicBezTo>
                        <a:pt x="2834" y="1358"/>
                        <a:pt x="2834" y="1262"/>
                        <a:pt x="2834" y="1163"/>
                      </a:cubicBezTo>
                      <a:cubicBezTo>
                        <a:pt x="2810" y="1163"/>
                        <a:pt x="2786" y="1163"/>
                        <a:pt x="2762" y="1163"/>
                      </a:cubicBezTo>
                      <a:cubicBezTo>
                        <a:pt x="2762" y="1115"/>
                        <a:pt x="2762" y="1067"/>
                        <a:pt x="2762" y="1017"/>
                      </a:cubicBezTo>
                      <a:cubicBezTo>
                        <a:pt x="2738" y="1017"/>
                        <a:pt x="2714" y="1017"/>
                        <a:pt x="2689" y="1017"/>
                      </a:cubicBezTo>
                      <a:cubicBezTo>
                        <a:pt x="2663" y="988"/>
                        <a:pt x="2642" y="961"/>
                        <a:pt x="2621" y="929"/>
                      </a:cubicBezTo>
                      <a:cubicBezTo>
                        <a:pt x="2575" y="865"/>
                        <a:pt x="2542" y="825"/>
                        <a:pt x="2462" y="806"/>
                      </a:cubicBezTo>
                      <a:cubicBezTo>
                        <a:pt x="2425" y="801"/>
                        <a:pt x="2425" y="801"/>
                        <a:pt x="2398" y="799"/>
                      </a:cubicBezTo>
                      <a:cubicBezTo>
                        <a:pt x="2398" y="775"/>
                        <a:pt x="2398" y="751"/>
                        <a:pt x="2398" y="727"/>
                      </a:cubicBezTo>
                      <a:cubicBezTo>
                        <a:pt x="2302" y="727"/>
                        <a:pt x="2206" y="727"/>
                        <a:pt x="2108" y="727"/>
                      </a:cubicBezTo>
                      <a:cubicBezTo>
                        <a:pt x="2108" y="703"/>
                        <a:pt x="2108" y="679"/>
                        <a:pt x="2108" y="654"/>
                      </a:cubicBezTo>
                      <a:cubicBezTo>
                        <a:pt x="2060" y="654"/>
                        <a:pt x="2012" y="654"/>
                        <a:pt x="1962" y="654"/>
                      </a:cubicBezTo>
                      <a:cubicBezTo>
                        <a:pt x="1962" y="678"/>
                        <a:pt x="1962" y="702"/>
                        <a:pt x="1962" y="727"/>
                      </a:cubicBezTo>
                      <a:cubicBezTo>
                        <a:pt x="1890" y="727"/>
                        <a:pt x="1818" y="727"/>
                        <a:pt x="1744" y="727"/>
                      </a:cubicBezTo>
                      <a:cubicBezTo>
                        <a:pt x="1744" y="751"/>
                        <a:pt x="1744" y="775"/>
                        <a:pt x="1744" y="799"/>
                      </a:cubicBezTo>
                      <a:cubicBezTo>
                        <a:pt x="1738" y="801"/>
                        <a:pt x="1738" y="801"/>
                        <a:pt x="1710" y="810"/>
                      </a:cubicBezTo>
                      <a:cubicBezTo>
                        <a:pt x="1590" y="852"/>
                        <a:pt x="1535" y="895"/>
                        <a:pt x="1450" y="988"/>
                      </a:cubicBezTo>
                      <a:cubicBezTo>
                        <a:pt x="1415" y="1020"/>
                        <a:pt x="1400" y="1027"/>
                        <a:pt x="1354" y="1027"/>
                      </a:cubicBezTo>
                      <a:cubicBezTo>
                        <a:pt x="1339" y="1024"/>
                        <a:pt x="1324" y="1021"/>
                        <a:pt x="1308" y="1017"/>
                      </a:cubicBezTo>
                      <a:cubicBezTo>
                        <a:pt x="1308" y="1041"/>
                        <a:pt x="1308" y="1065"/>
                        <a:pt x="1308" y="1090"/>
                      </a:cubicBezTo>
                      <a:cubicBezTo>
                        <a:pt x="1284" y="1090"/>
                        <a:pt x="1260" y="1090"/>
                        <a:pt x="1235" y="1090"/>
                      </a:cubicBezTo>
                      <a:cubicBezTo>
                        <a:pt x="1235" y="1114"/>
                        <a:pt x="1235" y="1138"/>
                        <a:pt x="1235" y="1163"/>
                      </a:cubicBezTo>
                      <a:cubicBezTo>
                        <a:pt x="1211" y="1163"/>
                        <a:pt x="1188" y="1163"/>
                        <a:pt x="1163" y="1163"/>
                      </a:cubicBezTo>
                      <a:cubicBezTo>
                        <a:pt x="1163" y="1187"/>
                        <a:pt x="1163" y="1211"/>
                        <a:pt x="1163" y="1235"/>
                      </a:cubicBezTo>
                      <a:cubicBezTo>
                        <a:pt x="1139" y="1235"/>
                        <a:pt x="1115" y="1235"/>
                        <a:pt x="1090" y="1235"/>
                      </a:cubicBezTo>
                      <a:cubicBezTo>
                        <a:pt x="1090" y="1259"/>
                        <a:pt x="1090" y="1283"/>
                        <a:pt x="1090" y="1308"/>
                      </a:cubicBezTo>
                      <a:cubicBezTo>
                        <a:pt x="1066" y="1308"/>
                        <a:pt x="1042" y="1308"/>
                        <a:pt x="1017" y="1308"/>
                      </a:cubicBezTo>
                      <a:cubicBezTo>
                        <a:pt x="1017" y="1332"/>
                        <a:pt x="1017" y="1356"/>
                        <a:pt x="1017" y="1381"/>
                      </a:cubicBezTo>
                      <a:cubicBezTo>
                        <a:pt x="993" y="1381"/>
                        <a:pt x="969" y="1381"/>
                        <a:pt x="945" y="1381"/>
                      </a:cubicBezTo>
                      <a:cubicBezTo>
                        <a:pt x="945" y="1405"/>
                        <a:pt x="945" y="1429"/>
                        <a:pt x="945" y="1453"/>
                      </a:cubicBezTo>
                      <a:cubicBezTo>
                        <a:pt x="921" y="1453"/>
                        <a:pt x="897" y="1453"/>
                        <a:pt x="872" y="1453"/>
                      </a:cubicBezTo>
                      <a:cubicBezTo>
                        <a:pt x="872" y="1477"/>
                        <a:pt x="872" y="1501"/>
                        <a:pt x="872" y="1526"/>
                      </a:cubicBezTo>
                      <a:cubicBezTo>
                        <a:pt x="848" y="1526"/>
                        <a:pt x="824" y="1526"/>
                        <a:pt x="799" y="1526"/>
                      </a:cubicBezTo>
                      <a:cubicBezTo>
                        <a:pt x="799" y="1550"/>
                        <a:pt x="799" y="1574"/>
                        <a:pt x="799" y="1599"/>
                      </a:cubicBezTo>
                      <a:cubicBezTo>
                        <a:pt x="775" y="1599"/>
                        <a:pt x="751" y="1599"/>
                        <a:pt x="727" y="1599"/>
                      </a:cubicBezTo>
                      <a:cubicBezTo>
                        <a:pt x="727" y="1623"/>
                        <a:pt x="727" y="1647"/>
                        <a:pt x="727" y="1672"/>
                      </a:cubicBezTo>
                      <a:cubicBezTo>
                        <a:pt x="703" y="1672"/>
                        <a:pt x="679" y="1672"/>
                        <a:pt x="654" y="1672"/>
                      </a:cubicBezTo>
                      <a:cubicBezTo>
                        <a:pt x="655" y="1682"/>
                        <a:pt x="657" y="1692"/>
                        <a:pt x="658" y="1703"/>
                      </a:cubicBezTo>
                      <a:cubicBezTo>
                        <a:pt x="652" y="1770"/>
                        <a:pt x="613" y="1800"/>
                        <a:pt x="565" y="1841"/>
                      </a:cubicBezTo>
                      <a:cubicBezTo>
                        <a:pt x="434" y="1935"/>
                        <a:pt x="226" y="1900"/>
                        <a:pt x="73" y="1890"/>
                      </a:cubicBezTo>
                      <a:cubicBezTo>
                        <a:pt x="73" y="1866"/>
                        <a:pt x="73" y="1842"/>
                        <a:pt x="73" y="1817"/>
                      </a:cubicBezTo>
                      <a:cubicBezTo>
                        <a:pt x="49" y="1817"/>
                        <a:pt x="25" y="1817"/>
                        <a:pt x="0" y="1817"/>
                      </a:cubicBezTo>
                      <a:cubicBezTo>
                        <a:pt x="0" y="1673"/>
                        <a:pt x="0" y="1529"/>
                        <a:pt x="0" y="1381"/>
                      </a:cubicBezTo>
                      <a:cubicBezTo>
                        <a:pt x="24" y="1381"/>
                        <a:pt x="48" y="1381"/>
                        <a:pt x="73" y="1381"/>
                      </a:cubicBezTo>
                      <a:cubicBezTo>
                        <a:pt x="73" y="1357"/>
                        <a:pt x="73" y="1333"/>
                        <a:pt x="73" y="1308"/>
                      </a:cubicBezTo>
                      <a:cubicBezTo>
                        <a:pt x="97" y="1308"/>
                        <a:pt x="121" y="1308"/>
                        <a:pt x="145" y="1308"/>
                      </a:cubicBezTo>
                      <a:cubicBezTo>
                        <a:pt x="145" y="1284"/>
                        <a:pt x="145" y="1260"/>
                        <a:pt x="145" y="1235"/>
                      </a:cubicBezTo>
                      <a:cubicBezTo>
                        <a:pt x="169" y="1235"/>
                        <a:pt x="193" y="1235"/>
                        <a:pt x="218" y="1235"/>
                      </a:cubicBezTo>
                      <a:cubicBezTo>
                        <a:pt x="218" y="1211"/>
                        <a:pt x="218" y="1188"/>
                        <a:pt x="218" y="1163"/>
                      </a:cubicBezTo>
                      <a:cubicBezTo>
                        <a:pt x="242" y="1163"/>
                        <a:pt x="266" y="1163"/>
                        <a:pt x="291" y="1163"/>
                      </a:cubicBezTo>
                      <a:cubicBezTo>
                        <a:pt x="291" y="1139"/>
                        <a:pt x="291" y="1115"/>
                        <a:pt x="291" y="1090"/>
                      </a:cubicBezTo>
                      <a:cubicBezTo>
                        <a:pt x="315" y="1090"/>
                        <a:pt x="339" y="1090"/>
                        <a:pt x="363" y="1090"/>
                      </a:cubicBezTo>
                      <a:cubicBezTo>
                        <a:pt x="363" y="1066"/>
                        <a:pt x="363" y="1042"/>
                        <a:pt x="363" y="1017"/>
                      </a:cubicBezTo>
                      <a:cubicBezTo>
                        <a:pt x="387" y="1017"/>
                        <a:pt x="411" y="1017"/>
                        <a:pt x="436" y="1017"/>
                      </a:cubicBezTo>
                      <a:cubicBezTo>
                        <a:pt x="436" y="993"/>
                        <a:pt x="436" y="969"/>
                        <a:pt x="436" y="945"/>
                      </a:cubicBezTo>
                      <a:cubicBezTo>
                        <a:pt x="460" y="945"/>
                        <a:pt x="484" y="945"/>
                        <a:pt x="509" y="945"/>
                      </a:cubicBezTo>
                      <a:cubicBezTo>
                        <a:pt x="509" y="921"/>
                        <a:pt x="509" y="897"/>
                        <a:pt x="509" y="872"/>
                      </a:cubicBezTo>
                      <a:cubicBezTo>
                        <a:pt x="533" y="872"/>
                        <a:pt x="557" y="872"/>
                        <a:pt x="581" y="872"/>
                      </a:cubicBezTo>
                      <a:cubicBezTo>
                        <a:pt x="581" y="848"/>
                        <a:pt x="581" y="824"/>
                        <a:pt x="581" y="799"/>
                      </a:cubicBezTo>
                      <a:cubicBezTo>
                        <a:pt x="605" y="799"/>
                        <a:pt x="629" y="799"/>
                        <a:pt x="654" y="799"/>
                      </a:cubicBezTo>
                      <a:cubicBezTo>
                        <a:pt x="654" y="775"/>
                        <a:pt x="654" y="751"/>
                        <a:pt x="654" y="727"/>
                      </a:cubicBezTo>
                      <a:cubicBezTo>
                        <a:pt x="678" y="727"/>
                        <a:pt x="702" y="727"/>
                        <a:pt x="727" y="727"/>
                      </a:cubicBezTo>
                      <a:cubicBezTo>
                        <a:pt x="727" y="703"/>
                        <a:pt x="727" y="679"/>
                        <a:pt x="727" y="654"/>
                      </a:cubicBezTo>
                      <a:cubicBezTo>
                        <a:pt x="751" y="654"/>
                        <a:pt x="775" y="654"/>
                        <a:pt x="799" y="654"/>
                      </a:cubicBezTo>
                      <a:cubicBezTo>
                        <a:pt x="799" y="630"/>
                        <a:pt x="799" y="606"/>
                        <a:pt x="799" y="581"/>
                      </a:cubicBezTo>
                      <a:cubicBezTo>
                        <a:pt x="823" y="581"/>
                        <a:pt x="847" y="581"/>
                        <a:pt x="872" y="581"/>
                      </a:cubicBezTo>
                      <a:cubicBezTo>
                        <a:pt x="872" y="557"/>
                        <a:pt x="872" y="533"/>
                        <a:pt x="872" y="509"/>
                      </a:cubicBezTo>
                      <a:cubicBezTo>
                        <a:pt x="896" y="509"/>
                        <a:pt x="920" y="509"/>
                        <a:pt x="945" y="509"/>
                      </a:cubicBezTo>
                      <a:cubicBezTo>
                        <a:pt x="945" y="485"/>
                        <a:pt x="945" y="461"/>
                        <a:pt x="945" y="436"/>
                      </a:cubicBezTo>
                      <a:cubicBezTo>
                        <a:pt x="969" y="436"/>
                        <a:pt x="993" y="436"/>
                        <a:pt x="1017" y="436"/>
                      </a:cubicBezTo>
                      <a:cubicBezTo>
                        <a:pt x="1017" y="412"/>
                        <a:pt x="1017" y="388"/>
                        <a:pt x="1017" y="363"/>
                      </a:cubicBezTo>
                      <a:cubicBezTo>
                        <a:pt x="1041" y="363"/>
                        <a:pt x="1065" y="363"/>
                        <a:pt x="1090" y="363"/>
                      </a:cubicBezTo>
                      <a:cubicBezTo>
                        <a:pt x="1089" y="358"/>
                        <a:pt x="1089" y="358"/>
                        <a:pt x="1086" y="332"/>
                      </a:cubicBezTo>
                      <a:cubicBezTo>
                        <a:pt x="1093" y="262"/>
                        <a:pt x="1139" y="221"/>
                        <a:pt x="1189" y="175"/>
                      </a:cubicBezTo>
                      <a:cubicBezTo>
                        <a:pt x="1265" y="118"/>
                        <a:pt x="1364" y="135"/>
                        <a:pt x="1453" y="145"/>
                      </a:cubicBezTo>
                      <a:cubicBezTo>
                        <a:pt x="1453" y="121"/>
                        <a:pt x="1453" y="97"/>
                        <a:pt x="1453" y="73"/>
                      </a:cubicBezTo>
                      <a:cubicBezTo>
                        <a:pt x="1525" y="73"/>
                        <a:pt x="1597" y="73"/>
                        <a:pt x="1672" y="73"/>
                      </a:cubicBezTo>
                      <a:cubicBezTo>
                        <a:pt x="1672" y="49"/>
                        <a:pt x="1672" y="25"/>
                        <a:pt x="1672" y="0"/>
                      </a:cubicBezTo>
                      <a:close/>
                    </a:path>
                  </a:pathLst>
                </a:custGeom>
                <a:solidFill>
                  <a:srgbClr val="E24798"/>
                </a:solidFill>
                <a:ln w="461" cap="flat">
                  <a:noFill/>
                </a:ln>
              </p:spPr>
            </p:sp>
            <p:sp>
              <p:nvSpPr>
                <p:cNvPr id="1598" name="ICON_REPORT_SOURCE_path_005"/>
                <p:cNvSpPr/>
                <p:nvPr/>
              </p:nvSpPr>
              <p:spPr>
                <a:xfrm>
                  <a:off x="10424891" y="5918883"/>
                  <a:ext cx="81221" cy="1199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395" h="945" fill="norm" stroke="0">
                      <a:moveTo>
                        <a:pt x="945" y="0"/>
                      </a:moveTo>
                      <a:cubicBezTo>
                        <a:pt x="1089" y="0"/>
                        <a:pt x="1233" y="0"/>
                        <a:pt x="1381" y="0"/>
                      </a:cubicBezTo>
                      <a:cubicBezTo>
                        <a:pt x="1381" y="24"/>
                        <a:pt x="1381" y="48"/>
                        <a:pt x="1381" y="73"/>
                      </a:cubicBezTo>
                      <a:cubicBezTo>
                        <a:pt x="2508" y="73"/>
                        <a:pt x="3635" y="73"/>
                        <a:pt x="4797" y="73"/>
                      </a:cubicBezTo>
                      <a:cubicBezTo>
                        <a:pt x="4797" y="49"/>
                        <a:pt x="4797" y="25"/>
                        <a:pt x="4797" y="0"/>
                      </a:cubicBezTo>
                      <a:cubicBezTo>
                        <a:pt x="5012" y="0"/>
                        <a:pt x="5228" y="0"/>
                        <a:pt x="5451" y="0"/>
                      </a:cubicBezTo>
                      <a:cubicBezTo>
                        <a:pt x="5451" y="24"/>
                        <a:pt x="5451" y="48"/>
                        <a:pt x="5451" y="73"/>
                      </a:cubicBezTo>
                      <a:cubicBezTo>
                        <a:pt x="5666" y="73"/>
                        <a:pt x="5882" y="73"/>
                        <a:pt x="6105" y="73"/>
                      </a:cubicBezTo>
                      <a:cubicBezTo>
                        <a:pt x="6105" y="97"/>
                        <a:pt x="6105" y="121"/>
                        <a:pt x="6105" y="145"/>
                      </a:cubicBezTo>
                      <a:cubicBezTo>
                        <a:pt x="6153" y="145"/>
                        <a:pt x="6201" y="145"/>
                        <a:pt x="6250" y="145"/>
                      </a:cubicBezTo>
                      <a:cubicBezTo>
                        <a:pt x="6250" y="169"/>
                        <a:pt x="6250" y="193"/>
                        <a:pt x="6250" y="218"/>
                      </a:cubicBezTo>
                      <a:cubicBezTo>
                        <a:pt x="6274" y="218"/>
                        <a:pt x="6298" y="218"/>
                        <a:pt x="6323" y="218"/>
                      </a:cubicBezTo>
                      <a:cubicBezTo>
                        <a:pt x="6323" y="362"/>
                        <a:pt x="6323" y="506"/>
                        <a:pt x="6323" y="654"/>
                      </a:cubicBezTo>
                      <a:cubicBezTo>
                        <a:pt x="6347" y="654"/>
                        <a:pt x="6371" y="654"/>
                        <a:pt x="6395" y="654"/>
                      </a:cubicBezTo>
                      <a:cubicBezTo>
                        <a:pt x="6395" y="702"/>
                        <a:pt x="6395" y="750"/>
                        <a:pt x="6395" y="799"/>
                      </a:cubicBezTo>
                      <a:cubicBezTo>
                        <a:pt x="6299" y="799"/>
                        <a:pt x="6203" y="799"/>
                        <a:pt x="6105" y="799"/>
                      </a:cubicBezTo>
                      <a:cubicBezTo>
                        <a:pt x="6105" y="823"/>
                        <a:pt x="6105" y="847"/>
                        <a:pt x="6105" y="872"/>
                      </a:cubicBezTo>
                      <a:cubicBezTo>
                        <a:pt x="6081" y="872"/>
                        <a:pt x="6057" y="872"/>
                        <a:pt x="6032" y="872"/>
                      </a:cubicBezTo>
                      <a:cubicBezTo>
                        <a:pt x="6032" y="896"/>
                        <a:pt x="6032" y="920"/>
                        <a:pt x="6032" y="945"/>
                      </a:cubicBezTo>
                      <a:cubicBezTo>
                        <a:pt x="5912" y="945"/>
                        <a:pt x="5792" y="945"/>
                        <a:pt x="5669" y="945"/>
                      </a:cubicBezTo>
                      <a:cubicBezTo>
                        <a:pt x="5669" y="921"/>
                        <a:pt x="5669" y="897"/>
                        <a:pt x="5669" y="872"/>
                      </a:cubicBezTo>
                      <a:cubicBezTo>
                        <a:pt x="5453" y="872"/>
                        <a:pt x="5237" y="872"/>
                        <a:pt x="5015" y="872"/>
                      </a:cubicBezTo>
                      <a:cubicBezTo>
                        <a:pt x="5015" y="896"/>
                        <a:pt x="5015" y="920"/>
                        <a:pt x="5015" y="945"/>
                      </a:cubicBezTo>
                      <a:cubicBezTo>
                        <a:pt x="3719" y="945"/>
                        <a:pt x="2424" y="945"/>
                        <a:pt x="1090" y="945"/>
                      </a:cubicBezTo>
                      <a:cubicBezTo>
                        <a:pt x="1090" y="921"/>
                        <a:pt x="1090" y="897"/>
                        <a:pt x="1090" y="872"/>
                      </a:cubicBezTo>
                      <a:cubicBezTo>
                        <a:pt x="1018" y="872"/>
                        <a:pt x="946" y="872"/>
                        <a:pt x="872" y="872"/>
                      </a:cubicBezTo>
                      <a:cubicBezTo>
                        <a:pt x="872" y="896"/>
                        <a:pt x="872" y="920"/>
                        <a:pt x="872" y="945"/>
                      </a:cubicBezTo>
                      <a:cubicBezTo>
                        <a:pt x="728" y="945"/>
                        <a:pt x="584" y="945"/>
                        <a:pt x="436" y="945"/>
                      </a:cubicBezTo>
                      <a:cubicBezTo>
                        <a:pt x="436" y="921"/>
                        <a:pt x="436" y="897"/>
                        <a:pt x="436" y="872"/>
                      </a:cubicBezTo>
                      <a:cubicBezTo>
                        <a:pt x="412" y="872"/>
                        <a:pt x="388" y="872"/>
                        <a:pt x="363" y="872"/>
                      </a:cubicBezTo>
                      <a:cubicBezTo>
                        <a:pt x="363" y="848"/>
                        <a:pt x="363" y="824"/>
                        <a:pt x="363" y="799"/>
                      </a:cubicBezTo>
                      <a:cubicBezTo>
                        <a:pt x="315" y="799"/>
                        <a:pt x="267" y="799"/>
                        <a:pt x="218" y="799"/>
                      </a:cubicBezTo>
                      <a:cubicBezTo>
                        <a:pt x="218" y="775"/>
                        <a:pt x="218" y="751"/>
                        <a:pt x="218" y="727"/>
                      </a:cubicBezTo>
                      <a:cubicBezTo>
                        <a:pt x="170" y="727"/>
                        <a:pt x="122" y="727"/>
                        <a:pt x="73" y="727"/>
                      </a:cubicBezTo>
                      <a:cubicBezTo>
                        <a:pt x="73" y="703"/>
                        <a:pt x="73" y="679"/>
                        <a:pt x="73" y="654"/>
                      </a:cubicBezTo>
                      <a:cubicBezTo>
                        <a:pt x="49" y="654"/>
                        <a:pt x="25" y="654"/>
                        <a:pt x="0" y="654"/>
                      </a:cubicBezTo>
                      <a:cubicBezTo>
                        <a:pt x="0" y="630"/>
                        <a:pt x="0" y="606"/>
                        <a:pt x="0" y="581"/>
                      </a:cubicBezTo>
                      <a:cubicBezTo>
                        <a:pt x="24" y="581"/>
                        <a:pt x="48" y="581"/>
                        <a:pt x="73" y="581"/>
                      </a:cubicBezTo>
                      <a:cubicBezTo>
                        <a:pt x="73" y="557"/>
                        <a:pt x="73" y="533"/>
                        <a:pt x="73" y="509"/>
                      </a:cubicBezTo>
                      <a:cubicBezTo>
                        <a:pt x="97" y="509"/>
                        <a:pt x="121" y="509"/>
                        <a:pt x="145" y="509"/>
                      </a:cubicBezTo>
                      <a:cubicBezTo>
                        <a:pt x="145" y="437"/>
                        <a:pt x="145" y="365"/>
                        <a:pt x="145" y="291"/>
                      </a:cubicBezTo>
                      <a:cubicBezTo>
                        <a:pt x="169" y="291"/>
                        <a:pt x="193" y="291"/>
                        <a:pt x="218" y="291"/>
                      </a:cubicBezTo>
                      <a:cubicBezTo>
                        <a:pt x="218" y="267"/>
                        <a:pt x="218" y="243"/>
                        <a:pt x="218" y="218"/>
                      </a:cubicBezTo>
                      <a:cubicBezTo>
                        <a:pt x="242" y="218"/>
                        <a:pt x="266" y="218"/>
                        <a:pt x="291" y="218"/>
                      </a:cubicBezTo>
                      <a:cubicBezTo>
                        <a:pt x="291" y="194"/>
                        <a:pt x="291" y="170"/>
                        <a:pt x="291" y="145"/>
                      </a:cubicBezTo>
                      <a:cubicBezTo>
                        <a:pt x="315" y="145"/>
                        <a:pt x="339" y="145"/>
                        <a:pt x="363" y="145"/>
                      </a:cubicBezTo>
                      <a:cubicBezTo>
                        <a:pt x="363" y="121"/>
                        <a:pt x="363" y="97"/>
                        <a:pt x="363" y="73"/>
                      </a:cubicBezTo>
                      <a:cubicBezTo>
                        <a:pt x="555" y="73"/>
                        <a:pt x="747" y="73"/>
                        <a:pt x="945" y="73"/>
                      </a:cubicBezTo>
                      <a:cubicBezTo>
                        <a:pt x="945" y="49"/>
                        <a:pt x="945" y="25"/>
                        <a:pt x="945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599" name="ICON_REPORT_SOURCE_path_006"/>
                <p:cNvSpPr/>
                <p:nvPr/>
              </p:nvSpPr>
              <p:spPr>
                <a:xfrm>
                  <a:off x="10425814" y="5845046"/>
                  <a:ext cx="77529" cy="1292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105" h="1017" fill="norm" stroke="0">
                      <a:moveTo>
                        <a:pt x="509" y="0"/>
                      </a:moveTo>
                      <a:cubicBezTo>
                        <a:pt x="1012" y="0"/>
                        <a:pt x="1516" y="0"/>
                        <a:pt x="2035" y="0"/>
                      </a:cubicBezTo>
                      <a:cubicBezTo>
                        <a:pt x="2035" y="24"/>
                        <a:pt x="2035" y="48"/>
                        <a:pt x="2035" y="73"/>
                      </a:cubicBezTo>
                      <a:cubicBezTo>
                        <a:pt x="2371" y="73"/>
                        <a:pt x="2706" y="73"/>
                        <a:pt x="3052" y="73"/>
                      </a:cubicBezTo>
                      <a:cubicBezTo>
                        <a:pt x="3052" y="49"/>
                        <a:pt x="3052" y="25"/>
                        <a:pt x="3052" y="0"/>
                      </a:cubicBezTo>
                      <a:cubicBezTo>
                        <a:pt x="3292" y="0"/>
                        <a:pt x="3532" y="0"/>
                        <a:pt x="3779" y="0"/>
                      </a:cubicBezTo>
                      <a:cubicBezTo>
                        <a:pt x="3779" y="24"/>
                        <a:pt x="3779" y="48"/>
                        <a:pt x="3779" y="73"/>
                      </a:cubicBezTo>
                      <a:cubicBezTo>
                        <a:pt x="3875" y="73"/>
                        <a:pt x="3971" y="73"/>
                        <a:pt x="4070" y="73"/>
                      </a:cubicBezTo>
                      <a:cubicBezTo>
                        <a:pt x="4070" y="49"/>
                        <a:pt x="4070" y="25"/>
                        <a:pt x="4070" y="0"/>
                      </a:cubicBezTo>
                      <a:cubicBezTo>
                        <a:pt x="4525" y="0"/>
                        <a:pt x="4981" y="0"/>
                        <a:pt x="5451" y="0"/>
                      </a:cubicBezTo>
                      <a:cubicBezTo>
                        <a:pt x="5451" y="24"/>
                        <a:pt x="5451" y="48"/>
                        <a:pt x="5451" y="73"/>
                      </a:cubicBezTo>
                      <a:cubicBezTo>
                        <a:pt x="5499" y="73"/>
                        <a:pt x="5547" y="73"/>
                        <a:pt x="5596" y="73"/>
                      </a:cubicBezTo>
                      <a:cubicBezTo>
                        <a:pt x="5596" y="97"/>
                        <a:pt x="5596" y="121"/>
                        <a:pt x="5596" y="145"/>
                      </a:cubicBezTo>
                      <a:cubicBezTo>
                        <a:pt x="5620" y="145"/>
                        <a:pt x="5644" y="145"/>
                        <a:pt x="5669" y="145"/>
                      </a:cubicBezTo>
                      <a:cubicBezTo>
                        <a:pt x="5669" y="169"/>
                        <a:pt x="5669" y="193"/>
                        <a:pt x="5669" y="218"/>
                      </a:cubicBezTo>
                      <a:cubicBezTo>
                        <a:pt x="5693" y="218"/>
                        <a:pt x="5717" y="218"/>
                        <a:pt x="5741" y="218"/>
                      </a:cubicBezTo>
                      <a:cubicBezTo>
                        <a:pt x="5741" y="242"/>
                        <a:pt x="5741" y="266"/>
                        <a:pt x="5741" y="291"/>
                      </a:cubicBezTo>
                      <a:cubicBezTo>
                        <a:pt x="5765" y="291"/>
                        <a:pt x="5789" y="291"/>
                        <a:pt x="5814" y="291"/>
                      </a:cubicBezTo>
                      <a:cubicBezTo>
                        <a:pt x="5814" y="339"/>
                        <a:pt x="5814" y="387"/>
                        <a:pt x="5814" y="436"/>
                      </a:cubicBezTo>
                      <a:cubicBezTo>
                        <a:pt x="5838" y="436"/>
                        <a:pt x="5862" y="436"/>
                        <a:pt x="5887" y="436"/>
                      </a:cubicBezTo>
                      <a:cubicBezTo>
                        <a:pt x="5887" y="460"/>
                        <a:pt x="5887" y="484"/>
                        <a:pt x="5887" y="509"/>
                      </a:cubicBezTo>
                      <a:cubicBezTo>
                        <a:pt x="5911" y="509"/>
                        <a:pt x="5935" y="509"/>
                        <a:pt x="5959" y="509"/>
                      </a:cubicBezTo>
                      <a:cubicBezTo>
                        <a:pt x="5959" y="485"/>
                        <a:pt x="5959" y="461"/>
                        <a:pt x="5959" y="436"/>
                      </a:cubicBezTo>
                      <a:cubicBezTo>
                        <a:pt x="6007" y="436"/>
                        <a:pt x="6055" y="436"/>
                        <a:pt x="6105" y="436"/>
                      </a:cubicBezTo>
                      <a:cubicBezTo>
                        <a:pt x="6105" y="484"/>
                        <a:pt x="6105" y="532"/>
                        <a:pt x="6105" y="581"/>
                      </a:cubicBezTo>
                      <a:cubicBezTo>
                        <a:pt x="6081" y="581"/>
                        <a:pt x="6057" y="581"/>
                        <a:pt x="6032" y="581"/>
                      </a:cubicBezTo>
                      <a:cubicBezTo>
                        <a:pt x="6032" y="605"/>
                        <a:pt x="6032" y="629"/>
                        <a:pt x="6032" y="654"/>
                      </a:cubicBezTo>
                      <a:cubicBezTo>
                        <a:pt x="6008" y="654"/>
                        <a:pt x="5984" y="654"/>
                        <a:pt x="5959" y="654"/>
                      </a:cubicBezTo>
                      <a:cubicBezTo>
                        <a:pt x="5959" y="678"/>
                        <a:pt x="5959" y="702"/>
                        <a:pt x="5959" y="727"/>
                      </a:cubicBezTo>
                      <a:cubicBezTo>
                        <a:pt x="5911" y="727"/>
                        <a:pt x="5863" y="727"/>
                        <a:pt x="5814" y="727"/>
                      </a:cubicBezTo>
                      <a:cubicBezTo>
                        <a:pt x="5814" y="751"/>
                        <a:pt x="5814" y="775"/>
                        <a:pt x="5814" y="799"/>
                      </a:cubicBezTo>
                      <a:cubicBezTo>
                        <a:pt x="5766" y="799"/>
                        <a:pt x="5718" y="799"/>
                        <a:pt x="5669" y="799"/>
                      </a:cubicBezTo>
                      <a:cubicBezTo>
                        <a:pt x="5669" y="823"/>
                        <a:pt x="5669" y="847"/>
                        <a:pt x="5669" y="872"/>
                      </a:cubicBezTo>
                      <a:cubicBezTo>
                        <a:pt x="5645" y="872"/>
                        <a:pt x="5621" y="872"/>
                        <a:pt x="5596" y="872"/>
                      </a:cubicBezTo>
                      <a:cubicBezTo>
                        <a:pt x="5596" y="896"/>
                        <a:pt x="5596" y="920"/>
                        <a:pt x="5596" y="945"/>
                      </a:cubicBezTo>
                      <a:cubicBezTo>
                        <a:pt x="3893" y="945"/>
                        <a:pt x="2190" y="945"/>
                        <a:pt x="436" y="945"/>
                      </a:cubicBezTo>
                      <a:cubicBezTo>
                        <a:pt x="436" y="969"/>
                        <a:pt x="436" y="993"/>
                        <a:pt x="436" y="1017"/>
                      </a:cubicBezTo>
                      <a:cubicBezTo>
                        <a:pt x="388" y="1017"/>
                        <a:pt x="340" y="1017"/>
                        <a:pt x="291" y="1017"/>
                      </a:cubicBezTo>
                      <a:cubicBezTo>
                        <a:pt x="291" y="993"/>
                        <a:pt x="291" y="969"/>
                        <a:pt x="291" y="945"/>
                      </a:cubicBezTo>
                      <a:cubicBezTo>
                        <a:pt x="243" y="945"/>
                        <a:pt x="195" y="945"/>
                        <a:pt x="145" y="945"/>
                      </a:cubicBezTo>
                      <a:cubicBezTo>
                        <a:pt x="145" y="921"/>
                        <a:pt x="145" y="897"/>
                        <a:pt x="145" y="872"/>
                      </a:cubicBezTo>
                      <a:cubicBezTo>
                        <a:pt x="121" y="872"/>
                        <a:pt x="97" y="872"/>
                        <a:pt x="73" y="872"/>
                      </a:cubicBezTo>
                      <a:cubicBezTo>
                        <a:pt x="73" y="848"/>
                        <a:pt x="73" y="824"/>
                        <a:pt x="73" y="799"/>
                      </a:cubicBezTo>
                      <a:cubicBezTo>
                        <a:pt x="49" y="799"/>
                        <a:pt x="25" y="799"/>
                        <a:pt x="0" y="799"/>
                      </a:cubicBezTo>
                      <a:cubicBezTo>
                        <a:pt x="0" y="727"/>
                        <a:pt x="0" y="656"/>
                        <a:pt x="0" y="581"/>
                      </a:cubicBezTo>
                      <a:cubicBezTo>
                        <a:pt x="24" y="581"/>
                        <a:pt x="48" y="581"/>
                        <a:pt x="73" y="581"/>
                      </a:cubicBezTo>
                      <a:cubicBezTo>
                        <a:pt x="73" y="485"/>
                        <a:pt x="73" y="390"/>
                        <a:pt x="73" y="291"/>
                      </a:cubicBezTo>
                      <a:cubicBezTo>
                        <a:pt x="97" y="291"/>
                        <a:pt x="121" y="291"/>
                        <a:pt x="145" y="291"/>
                      </a:cubicBezTo>
                      <a:cubicBezTo>
                        <a:pt x="145" y="267"/>
                        <a:pt x="145" y="243"/>
                        <a:pt x="145" y="218"/>
                      </a:cubicBezTo>
                      <a:cubicBezTo>
                        <a:pt x="169" y="218"/>
                        <a:pt x="193" y="218"/>
                        <a:pt x="218" y="218"/>
                      </a:cubicBezTo>
                      <a:cubicBezTo>
                        <a:pt x="218" y="194"/>
                        <a:pt x="218" y="170"/>
                        <a:pt x="218" y="145"/>
                      </a:cubicBezTo>
                      <a:cubicBezTo>
                        <a:pt x="266" y="145"/>
                        <a:pt x="314" y="145"/>
                        <a:pt x="363" y="145"/>
                      </a:cubicBezTo>
                      <a:cubicBezTo>
                        <a:pt x="363" y="121"/>
                        <a:pt x="363" y="97"/>
                        <a:pt x="363" y="73"/>
                      </a:cubicBezTo>
                      <a:cubicBezTo>
                        <a:pt x="411" y="73"/>
                        <a:pt x="459" y="73"/>
                        <a:pt x="509" y="73"/>
                      </a:cubicBezTo>
                      <a:cubicBezTo>
                        <a:pt x="509" y="49"/>
                        <a:pt x="509" y="25"/>
                        <a:pt x="509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00" name="ICON_REPORT_SOURCE_path_007"/>
                <p:cNvSpPr/>
                <p:nvPr/>
              </p:nvSpPr>
              <p:spPr>
                <a:xfrm>
                  <a:off x="10424891" y="5941957"/>
                  <a:ext cx="67376" cy="138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305" h="1090" fill="norm" stroke="0">
                      <a:moveTo>
                        <a:pt x="799" y="0"/>
                      </a:moveTo>
                      <a:cubicBezTo>
                        <a:pt x="823" y="0"/>
                        <a:pt x="847" y="0"/>
                        <a:pt x="872" y="0"/>
                      </a:cubicBezTo>
                      <a:cubicBezTo>
                        <a:pt x="872" y="24"/>
                        <a:pt x="872" y="48"/>
                        <a:pt x="872" y="73"/>
                      </a:cubicBezTo>
                      <a:cubicBezTo>
                        <a:pt x="1088" y="73"/>
                        <a:pt x="1304" y="73"/>
                        <a:pt x="1526" y="73"/>
                      </a:cubicBezTo>
                      <a:cubicBezTo>
                        <a:pt x="1526" y="97"/>
                        <a:pt x="1526" y="121"/>
                        <a:pt x="1526" y="145"/>
                      </a:cubicBezTo>
                      <a:cubicBezTo>
                        <a:pt x="2605" y="145"/>
                        <a:pt x="3685" y="145"/>
                        <a:pt x="4797" y="145"/>
                      </a:cubicBezTo>
                      <a:cubicBezTo>
                        <a:pt x="4797" y="169"/>
                        <a:pt x="4797" y="193"/>
                        <a:pt x="4797" y="218"/>
                      </a:cubicBezTo>
                      <a:cubicBezTo>
                        <a:pt x="4844" y="218"/>
                        <a:pt x="4892" y="218"/>
                        <a:pt x="4942" y="218"/>
                      </a:cubicBezTo>
                      <a:cubicBezTo>
                        <a:pt x="4942" y="242"/>
                        <a:pt x="4942" y="266"/>
                        <a:pt x="4942" y="291"/>
                      </a:cubicBezTo>
                      <a:cubicBezTo>
                        <a:pt x="4990" y="291"/>
                        <a:pt x="5038" y="291"/>
                        <a:pt x="5087" y="291"/>
                      </a:cubicBezTo>
                      <a:cubicBezTo>
                        <a:pt x="5087" y="315"/>
                        <a:pt x="5087" y="339"/>
                        <a:pt x="5087" y="363"/>
                      </a:cubicBezTo>
                      <a:cubicBezTo>
                        <a:pt x="5111" y="363"/>
                        <a:pt x="5135" y="363"/>
                        <a:pt x="5160" y="363"/>
                      </a:cubicBezTo>
                      <a:cubicBezTo>
                        <a:pt x="5160" y="411"/>
                        <a:pt x="5160" y="459"/>
                        <a:pt x="5160" y="509"/>
                      </a:cubicBezTo>
                      <a:cubicBezTo>
                        <a:pt x="5208" y="509"/>
                        <a:pt x="5256" y="509"/>
                        <a:pt x="5305" y="509"/>
                      </a:cubicBezTo>
                      <a:cubicBezTo>
                        <a:pt x="5305" y="533"/>
                        <a:pt x="5305" y="557"/>
                        <a:pt x="5305" y="581"/>
                      </a:cubicBezTo>
                      <a:cubicBezTo>
                        <a:pt x="5233" y="581"/>
                        <a:pt x="5161" y="581"/>
                        <a:pt x="5087" y="581"/>
                      </a:cubicBezTo>
                      <a:cubicBezTo>
                        <a:pt x="5087" y="605"/>
                        <a:pt x="5087" y="629"/>
                        <a:pt x="5087" y="654"/>
                      </a:cubicBezTo>
                      <a:cubicBezTo>
                        <a:pt x="5063" y="654"/>
                        <a:pt x="5039" y="654"/>
                        <a:pt x="5015" y="654"/>
                      </a:cubicBezTo>
                      <a:cubicBezTo>
                        <a:pt x="5015" y="702"/>
                        <a:pt x="5015" y="750"/>
                        <a:pt x="5015" y="799"/>
                      </a:cubicBezTo>
                      <a:cubicBezTo>
                        <a:pt x="4991" y="799"/>
                        <a:pt x="4967" y="799"/>
                        <a:pt x="4942" y="799"/>
                      </a:cubicBezTo>
                      <a:cubicBezTo>
                        <a:pt x="4942" y="823"/>
                        <a:pt x="4942" y="847"/>
                        <a:pt x="4942" y="872"/>
                      </a:cubicBezTo>
                      <a:cubicBezTo>
                        <a:pt x="4918" y="872"/>
                        <a:pt x="4894" y="872"/>
                        <a:pt x="4869" y="872"/>
                      </a:cubicBezTo>
                      <a:cubicBezTo>
                        <a:pt x="4869" y="896"/>
                        <a:pt x="4869" y="920"/>
                        <a:pt x="4869" y="945"/>
                      </a:cubicBezTo>
                      <a:cubicBezTo>
                        <a:pt x="4797" y="945"/>
                        <a:pt x="4725" y="945"/>
                        <a:pt x="4651" y="945"/>
                      </a:cubicBezTo>
                      <a:cubicBezTo>
                        <a:pt x="4651" y="969"/>
                        <a:pt x="4651" y="993"/>
                        <a:pt x="4651" y="1017"/>
                      </a:cubicBezTo>
                      <a:cubicBezTo>
                        <a:pt x="4507" y="1017"/>
                        <a:pt x="4363" y="1017"/>
                        <a:pt x="4215" y="1017"/>
                      </a:cubicBezTo>
                      <a:cubicBezTo>
                        <a:pt x="4215" y="1041"/>
                        <a:pt x="4215" y="1065"/>
                        <a:pt x="4215" y="1090"/>
                      </a:cubicBezTo>
                      <a:cubicBezTo>
                        <a:pt x="3927" y="1090"/>
                        <a:pt x="3640" y="1090"/>
                        <a:pt x="3343" y="1090"/>
                      </a:cubicBezTo>
                      <a:cubicBezTo>
                        <a:pt x="3343" y="1066"/>
                        <a:pt x="3343" y="1042"/>
                        <a:pt x="3343" y="1017"/>
                      </a:cubicBezTo>
                      <a:cubicBezTo>
                        <a:pt x="3031" y="1017"/>
                        <a:pt x="2719" y="1017"/>
                        <a:pt x="2398" y="1017"/>
                      </a:cubicBezTo>
                      <a:cubicBezTo>
                        <a:pt x="2398" y="1041"/>
                        <a:pt x="2398" y="1065"/>
                        <a:pt x="2398" y="1090"/>
                      </a:cubicBezTo>
                      <a:cubicBezTo>
                        <a:pt x="2158" y="1090"/>
                        <a:pt x="1919" y="1090"/>
                        <a:pt x="1672" y="1090"/>
                      </a:cubicBezTo>
                      <a:cubicBezTo>
                        <a:pt x="1672" y="1066"/>
                        <a:pt x="1672" y="1042"/>
                        <a:pt x="1672" y="1017"/>
                      </a:cubicBezTo>
                      <a:cubicBezTo>
                        <a:pt x="1384" y="1017"/>
                        <a:pt x="1096" y="1017"/>
                        <a:pt x="799" y="1017"/>
                      </a:cubicBezTo>
                      <a:cubicBezTo>
                        <a:pt x="799" y="1041"/>
                        <a:pt x="799" y="1065"/>
                        <a:pt x="799" y="1090"/>
                      </a:cubicBezTo>
                      <a:cubicBezTo>
                        <a:pt x="656" y="1090"/>
                        <a:pt x="512" y="1090"/>
                        <a:pt x="363" y="1090"/>
                      </a:cubicBezTo>
                      <a:cubicBezTo>
                        <a:pt x="363" y="1066"/>
                        <a:pt x="363" y="1042"/>
                        <a:pt x="363" y="1017"/>
                      </a:cubicBezTo>
                      <a:cubicBezTo>
                        <a:pt x="291" y="1017"/>
                        <a:pt x="219" y="1017"/>
                        <a:pt x="145" y="1017"/>
                      </a:cubicBezTo>
                      <a:cubicBezTo>
                        <a:pt x="145" y="993"/>
                        <a:pt x="145" y="969"/>
                        <a:pt x="145" y="945"/>
                      </a:cubicBezTo>
                      <a:cubicBezTo>
                        <a:pt x="121" y="945"/>
                        <a:pt x="97" y="945"/>
                        <a:pt x="73" y="945"/>
                      </a:cubicBezTo>
                      <a:cubicBezTo>
                        <a:pt x="73" y="897"/>
                        <a:pt x="73" y="849"/>
                        <a:pt x="73" y="799"/>
                      </a:cubicBezTo>
                      <a:cubicBezTo>
                        <a:pt x="49" y="799"/>
                        <a:pt x="25" y="799"/>
                        <a:pt x="0" y="799"/>
                      </a:cubicBezTo>
                      <a:cubicBezTo>
                        <a:pt x="0" y="751"/>
                        <a:pt x="0" y="703"/>
                        <a:pt x="0" y="654"/>
                      </a:cubicBezTo>
                      <a:cubicBezTo>
                        <a:pt x="24" y="654"/>
                        <a:pt x="48" y="654"/>
                        <a:pt x="73" y="654"/>
                      </a:cubicBezTo>
                      <a:cubicBezTo>
                        <a:pt x="73" y="630"/>
                        <a:pt x="73" y="606"/>
                        <a:pt x="73" y="581"/>
                      </a:cubicBezTo>
                      <a:cubicBezTo>
                        <a:pt x="97" y="581"/>
                        <a:pt x="121" y="581"/>
                        <a:pt x="145" y="581"/>
                      </a:cubicBezTo>
                      <a:cubicBezTo>
                        <a:pt x="145" y="509"/>
                        <a:pt x="145" y="438"/>
                        <a:pt x="145" y="363"/>
                      </a:cubicBezTo>
                      <a:cubicBezTo>
                        <a:pt x="169" y="363"/>
                        <a:pt x="193" y="363"/>
                        <a:pt x="218" y="363"/>
                      </a:cubicBezTo>
                      <a:cubicBezTo>
                        <a:pt x="218" y="339"/>
                        <a:pt x="218" y="315"/>
                        <a:pt x="218" y="291"/>
                      </a:cubicBezTo>
                      <a:cubicBezTo>
                        <a:pt x="242" y="291"/>
                        <a:pt x="266" y="291"/>
                        <a:pt x="291" y="291"/>
                      </a:cubicBezTo>
                      <a:cubicBezTo>
                        <a:pt x="291" y="267"/>
                        <a:pt x="291" y="243"/>
                        <a:pt x="291" y="218"/>
                      </a:cubicBezTo>
                      <a:cubicBezTo>
                        <a:pt x="339" y="218"/>
                        <a:pt x="387" y="218"/>
                        <a:pt x="436" y="218"/>
                      </a:cubicBezTo>
                      <a:cubicBezTo>
                        <a:pt x="436" y="194"/>
                        <a:pt x="436" y="170"/>
                        <a:pt x="436" y="145"/>
                      </a:cubicBezTo>
                      <a:cubicBezTo>
                        <a:pt x="508" y="145"/>
                        <a:pt x="580" y="145"/>
                        <a:pt x="654" y="145"/>
                      </a:cubicBezTo>
                      <a:cubicBezTo>
                        <a:pt x="654" y="121"/>
                        <a:pt x="654" y="97"/>
                        <a:pt x="654" y="73"/>
                      </a:cubicBezTo>
                      <a:cubicBezTo>
                        <a:pt x="702" y="73"/>
                        <a:pt x="750" y="73"/>
                        <a:pt x="799" y="73"/>
                      </a:cubicBezTo>
                      <a:cubicBezTo>
                        <a:pt x="799" y="49"/>
                        <a:pt x="799" y="25"/>
                        <a:pt x="799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01" name="ICON_REPORT_SOURCE_path_008"/>
                <p:cNvSpPr/>
                <p:nvPr/>
              </p:nvSpPr>
              <p:spPr>
                <a:xfrm>
                  <a:off x="10551337" y="5907807"/>
                  <a:ext cx="33227" cy="2584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616" h="2035" fill="norm" stroke="0">
                      <a:moveTo>
                        <a:pt x="1744" y="0"/>
                      </a:moveTo>
                      <a:cubicBezTo>
                        <a:pt x="1792" y="0"/>
                        <a:pt x="1840" y="0"/>
                        <a:pt x="1890" y="0"/>
                      </a:cubicBezTo>
                      <a:cubicBezTo>
                        <a:pt x="1890" y="24"/>
                        <a:pt x="1890" y="48"/>
                        <a:pt x="1890" y="73"/>
                      </a:cubicBezTo>
                      <a:cubicBezTo>
                        <a:pt x="1985" y="73"/>
                        <a:pt x="2081" y="73"/>
                        <a:pt x="2180" y="73"/>
                      </a:cubicBezTo>
                      <a:cubicBezTo>
                        <a:pt x="2180" y="97"/>
                        <a:pt x="2180" y="121"/>
                        <a:pt x="2180" y="145"/>
                      </a:cubicBezTo>
                      <a:cubicBezTo>
                        <a:pt x="2186" y="146"/>
                        <a:pt x="2186" y="146"/>
                        <a:pt x="2216" y="149"/>
                      </a:cubicBezTo>
                      <a:cubicBezTo>
                        <a:pt x="2319" y="165"/>
                        <a:pt x="2382" y="185"/>
                        <a:pt x="2453" y="261"/>
                      </a:cubicBezTo>
                      <a:cubicBezTo>
                        <a:pt x="2475" y="297"/>
                        <a:pt x="2474" y="322"/>
                        <a:pt x="2471" y="363"/>
                      </a:cubicBezTo>
                      <a:cubicBezTo>
                        <a:pt x="2447" y="363"/>
                        <a:pt x="2423" y="363"/>
                        <a:pt x="2398" y="363"/>
                      </a:cubicBezTo>
                      <a:cubicBezTo>
                        <a:pt x="2398" y="411"/>
                        <a:pt x="2398" y="459"/>
                        <a:pt x="2398" y="509"/>
                      </a:cubicBezTo>
                      <a:cubicBezTo>
                        <a:pt x="2422" y="509"/>
                        <a:pt x="2446" y="509"/>
                        <a:pt x="2471" y="509"/>
                      </a:cubicBezTo>
                      <a:cubicBezTo>
                        <a:pt x="2471" y="629"/>
                        <a:pt x="2471" y="749"/>
                        <a:pt x="2471" y="872"/>
                      </a:cubicBezTo>
                      <a:cubicBezTo>
                        <a:pt x="2495" y="872"/>
                        <a:pt x="2519" y="872"/>
                        <a:pt x="2544" y="872"/>
                      </a:cubicBezTo>
                      <a:cubicBezTo>
                        <a:pt x="2544" y="896"/>
                        <a:pt x="2544" y="920"/>
                        <a:pt x="2544" y="945"/>
                      </a:cubicBezTo>
                      <a:cubicBezTo>
                        <a:pt x="2568" y="945"/>
                        <a:pt x="2592" y="945"/>
                        <a:pt x="2616" y="945"/>
                      </a:cubicBezTo>
                      <a:cubicBezTo>
                        <a:pt x="2616" y="1017"/>
                        <a:pt x="2616" y="1089"/>
                        <a:pt x="2616" y="1163"/>
                      </a:cubicBezTo>
                      <a:cubicBezTo>
                        <a:pt x="2592" y="1163"/>
                        <a:pt x="2568" y="1163"/>
                        <a:pt x="2544" y="1163"/>
                      </a:cubicBezTo>
                      <a:cubicBezTo>
                        <a:pt x="2544" y="1173"/>
                        <a:pt x="2544" y="1183"/>
                        <a:pt x="2545" y="1194"/>
                      </a:cubicBezTo>
                      <a:cubicBezTo>
                        <a:pt x="2535" y="1326"/>
                        <a:pt x="2474" y="1392"/>
                        <a:pt x="2382" y="1483"/>
                      </a:cubicBezTo>
                      <a:cubicBezTo>
                        <a:pt x="2371" y="1494"/>
                        <a:pt x="2360" y="1506"/>
                        <a:pt x="2348" y="1518"/>
                      </a:cubicBezTo>
                      <a:cubicBezTo>
                        <a:pt x="2264" y="1598"/>
                        <a:pt x="2264" y="1598"/>
                        <a:pt x="2213" y="1602"/>
                      </a:cubicBezTo>
                      <a:cubicBezTo>
                        <a:pt x="2202" y="1601"/>
                        <a:pt x="2191" y="1600"/>
                        <a:pt x="2180" y="1599"/>
                      </a:cubicBezTo>
                      <a:cubicBezTo>
                        <a:pt x="2180" y="1623"/>
                        <a:pt x="2180" y="1647"/>
                        <a:pt x="2180" y="1672"/>
                      </a:cubicBezTo>
                      <a:cubicBezTo>
                        <a:pt x="2156" y="1672"/>
                        <a:pt x="2132" y="1672"/>
                        <a:pt x="2108" y="1672"/>
                      </a:cubicBezTo>
                      <a:cubicBezTo>
                        <a:pt x="2108" y="1695"/>
                        <a:pt x="2108" y="1719"/>
                        <a:pt x="2108" y="1744"/>
                      </a:cubicBezTo>
                      <a:cubicBezTo>
                        <a:pt x="1988" y="1744"/>
                        <a:pt x="1868" y="1744"/>
                        <a:pt x="1744" y="1744"/>
                      </a:cubicBezTo>
                      <a:cubicBezTo>
                        <a:pt x="1744" y="1816"/>
                        <a:pt x="1744" y="1888"/>
                        <a:pt x="1744" y="1962"/>
                      </a:cubicBezTo>
                      <a:cubicBezTo>
                        <a:pt x="1720" y="1962"/>
                        <a:pt x="1696" y="1962"/>
                        <a:pt x="1672" y="1962"/>
                      </a:cubicBezTo>
                      <a:cubicBezTo>
                        <a:pt x="1672" y="1986"/>
                        <a:pt x="1672" y="2010"/>
                        <a:pt x="1672" y="2035"/>
                      </a:cubicBezTo>
                      <a:cubicBezTo>
                        <a:pt x="1600" y="2035"/>
                        <a:pt x="1528" y="2035"/>
                        <a:pt x="1453" y="2035"/>
                      </a:cubicBezTo>
                      <a:cubicBezTo>
                        <a:pt x="1453" y="2011"/>
                        <a:pt x="1453" y="1987"/>
                        <a:pt x="1453" y="1962"/>
                      </a:cubicBezTo>
                      <a:cubicBezTo>
                        <a:pt x="1430" y="1962"/>
                        <a:pt x="1406" y="1962"/>
                        <a:pt x="1381" y="1962"/>
                      </a:cubicBezTo>
                      <a:cubicBezTo>
                        <a:pt x="1381" y="1914"/>
                        <a:pt x="1381" y="1866"/>
                        <a:pt x="1381" y="1817"/>
                      </a:cubicBezTo>
                      <a:cubicBezTo>
                        <a:pt x="1357" y="1817"/>
                        <a:pt x="1333" y="1817"/>
                        <a:pt x="1308" y="1817"/>
                      </a:cubicBezTo>
                      <a:cubicBezTo>
                        <a:pt x="1308" y="1793"/>
                        <a:pt x="1308" y="1769"/>
                        <a:pt x="1308" y="1744"/>
                      </a:cubicBezTo>
                      <a:cubicBezTo>
                        <a:pt x="1284" y="1744"/>
                        <a:pt x="1260" y="1744"/>
                        <a:pt x="1235" y="1744"/>
                      </a:cubicBezTo>
                      <a:cubicBezTo>
                        <a:pt x="1235" y="1720"/>
                        <a:pt x="1235" y="1696"/>
                        <a:pt x="1235" y="1672"/>
                      </a:cubicBezTo>
                      <a:cubicBezTo>
                        <a:pt x="1211" y="1672"/>
                        <a:pt x="1188" y="1672"/>
                        <a:pt x="1163" y="1672"/>
                      </a:cubicBezTo>
                      <a:cubicBezTo>
                        <a:pt x="1163" y="1648"/>
                        <a:pt x="1163" y="1624"/>
                        <a:pt x="1163" y="1599"/>
                      </a:cubicBezTo>
                      <a:cubicBezTo>
                        <a:pt x="1115" y="1599"/>
                        <a:pt x="1067" y="1599"/>
                        <a:pt x="1017" y="1599"/>
                      </a:cubicBezTo>
                      <a:cubicBezTo>
                        <a:pt x="1017" y="1575"/>
                        <a:pt x="1017" y="1551"/>
                        <a:pt x="1017" y="1526"/>
                      </a:cubicBezTo>
                      <a:cubicBezTo>
                        <a:pt x="969" y="1526"/>
                        <a:pt x="922" y="1526"/>
                        <a:pt x="872" y="1526"/>
                      </a:cubicBezTo>
                      <a:cubicBezTo>
                        <a:pt x="872" y="1502"/>
                        <a:pt x="872" y="1478"/>
                        <a:pt x="872" y="1453"/>
                      </a:cubicBezTo>
                      <a:cubicBezTo>
                        <a:pt x="800" y="1453"/>
                        <a:pt x="728" y="1453"/>
                        <a:pt x="654" y="1453"/>
                      </a:cubicBezTo>
                      <a:cubicBezTo>
                        <a:pt x="654" y="1477"/>
                        <a:pt x="654" y="1501"/>
                        <a:pt x="654" y="1526"/>
                      </a:cubicBezTo>
                      <a:cubicBezTo>
                        <a:pt x="630" y="1526"/>
                        <a:pt x="606" y="1526"/>
                        <a:pt x="581" y="1526"/>
                      </a:cubicBezTo>
                      <a:cubicBezTo>
                        <a:pt x="581" y="1550"/>
                        <a:pt x="581" y="1574"/>
                        <a:pt x="581" y="1599"/>
                      </a:cubicBezTo>
                      <a:cubicBezTo>
                        <a:pt x="533" y="1599"/>
                        <a:pt x="485" y="1599"/>
                        <a:pt x="436" y="1599"/>
                      </a:cubicBezTo>
                      <a:cubicBezTo>
                        <a:pt x="436" y="1623"/>
                        <a:pt x="436" y="1647"/>
                        <a:pt x="436" y="1672"/>
                      </a:cubicBezTo>
                      <a:cubicBezTo>
                        <a:pt x="412" y="1672"/>
                        <a:pt x="388" y="1672"/>
                        <a:pt x="363" y="1672"/>
                      </a:cubicBezTo>
                      <a:cubicBezTo>
                        <a:pt x="363" y="1695"/>
                        <a:pt x="363" y="1719"/>
                        <a:pt x="363" y="1744"/>
                      </a:cubicBezTo>
                      <a:cubicBezTo>
                        <a:pt x="315" y="1744"/>
                        <a:pt x="267" y="1744"/>
                        <a:pt x="218" y="1744"/>
                      </a:cubicBezTo>
                      <a:cubicBezTo>
                        <a:pt x="218" y="1768"/>
                        <a:pt x="218" y="1792"/>
                        <a:pt x="218" y="1817"/>
                      </a:cubicBezTo>
                      <a:cubicBezTo>
                        <a:pt x="146" y="1817"/>
                        <a:pt x="74" y="1817"/>
                        <a:pt x="0" y="1817"/>
                      </a:cubicBezTo>
                      <a:cubicBezTo>
                        <a:pt x="0" y="1769"/>
                        <a:pt x="0" y="1721"/>
                        <a:pt x="0" y="1672"/>
                      </a:cubicBezTo>
                      <a:cubicBezTo>
                        <a:pt x="48" y="1672"/>
                        <a:pt x="96" y="1672"/>
                        <a:pt x="145" y="1672"/>
                      </a:cubicBezTo>
                      <a:cubicBezTo>
                        <a:pt x="145" y="1648"/>
                        <a:pt x="145" y="1624"/>
                        <a:pt x="145" y="1599"/>
                      </a:cubicBezTo>
                      <a:cubicBezTo>
                        <a:pt x="193" y="1599"/>
                        <a:pt x="241" y="1599"/>
                        <a:pt x="291" y="1599"/>
                      </a:cubicBezTo>
                      <a:cubicBezTo>
                        <a:pt x="291" y="1575"/>
                        <a:pt x="291" y="1551"/>
                        <a:pt x="291" y="1526"/>
                      </a:cubicBezTo>
                      <a:cubicBezTo>
                        <a:pt x="315" y="1526"/>
                        <a:pt x="339" y="1526"/>
                        <a:pt x="363" y="1526"/>
                      </a:cubicBezTo>
                      <a:cubicBezTo>
                        <a:pt x="363" y="1478"/>
                        <a:pt x="363" y="1430"/>
                        <a:pt x="363" y="1381"/>
                      </a:cubicBezTo>
                      <a:cubicBezTo>
                        <a:pt x="315" y="1381"/>
                        <a:pt x="267" y="1381"/>
                        <a:pt x="218" y="1381"/>
                      </a:cubicBezTo>
                      <a:cubicBezTo>
                        <a:pt x="218" y="1405"/>
                        <a:pt x="218" y="1429"/>
                        <a:pt x="218" y="1453"/>
                      </a:cubicBezTo>
                      <a:cubicBezTo>
                        <a:pt x="146" y="1453"/>
                        <a:pt x="74" y="1453"/>
                        <a:pt x="0" y="1453"/>
                      </a:cubicBezTo>
                      <a:cubicBezTo>
                        <a:pt x="0" y="1406"/>
                        <a:pt x="0" y="1358"/>
                        <a:pt x="0" y="1308"/>
                      </a:cubicBezTo>
                      <a:cubicBezTo>
                        <a:pt x="48" y="1308"/>
                        <a:pt x="96" y="1308"/>
                        <a:pt x="145" y="1308"/>
                      </a:cubicBezTo>
                      <a:cubicBezTo>
                        <a:pt x="145" y="1284"/>
                        <a:pt x="145" y="1260"/>
                        <a:pt x="145" y="1235"/>
                      </a:cubicBezTo>
                      <a:cubicBezTo>
                        <a:pt x="174" y="1212"/>
                        <a:pt x="197" y="1196"/>
                        <a:pt x="229" y="1179"/>
                      </a:cubicBezTo>
                      <a:cubicBezTo>
                        <a:pt x="234" y="1176"/>
                        <a:pt x="234" y="1176"/>
                        <a:pt x="254" y="1164"/>
                      </a:cubicBezTo>
                      <a:cubicBezTo>
                        <a:pt x="314" y="1132"/>
                        <a:pt x="371" y="1107"/>
                        <a:pt x="436" y="1090"/>
                      </a:cubicBezTo>
                      <a:cubicBezTo>
                        <a:pt x="436" y="1066"/>
                        <a:pt x="436" y="1042"/>
                        <a:pt x="436" y="1017"/>
                      </a:cubicBezTo>
                      <a:cubicBezTo>
                        <a:pt x="460" y="1017"/>
                        <a:pt x="484" y="1017"/>
                        <a:pt x="509" y="1017"/>
                      </a:cubicBezTo>
                      <a:cubicBezTo>
                        <a:pt x="509" y="993"/>
                        <a:pt x="509" y="969"/>
                        <a:pt x="509" y="945"/>
                      </a:cubicBezTo>
                      <a:cubicBezTo>
                        <a:pt x="533" y="945"/>
                        <a:pt x="557" y="945"/>
                        <a:pt x="581" y="945"/>
                      </a:cubicBezTo>
                      <a:cubicBezTo>
                        <a:pt x="581" y="921"/>
                        <a:pt x="581" y="897"/>
                        <a:pt x="581" y="872"/>
                      </a:cubicBezTo>
                      <a:cubicBezTo>
                        <a:pt x="605" y="872"/>
                        <a:pt x="629" y="872"/>
                        <a:pt x="654" y="872"/>
                      </a:cubicBezTo>
                      <a:cubicBezTo>
                        <a:pt x="654" y="848"/>
                        <a:pt x="654" y="824"/>
                        <a:pt x="654" y="799"/>
                      </a:cubicBezTo>
                      <a:cubicBezTo>
                        <a:pt x="678" y="799"/>
                        <a:pt x="702" y="799"/>
                        <a:pt x="727" y="799"/>
                      </a:cubicBezTo>
                      <a:cubicBezTo>
                        <a:pt x="727" y="775"/>
                        <a:pt x="727" y="751"/>
                        <a:pt x="727" y="727"/>
                      </a:cubicBezTo>
                      <a:cubicBezTo>
                        <a:pt x="751" y="727"/>
                        <a:pt x="775" y="727"/>
                        <a:pt x="799" y="727"/>
                      </a:cubicBezTo>
                      <a:cubicBezTo>
                        <a:pt x="799" y="703"/>
                        <a:pt x="799" y="679"/>
                        <a:pt x="799" y="654"/>
                      </a:cubicBezTo>
                      <a:cubicBezTo>
                        <a:pt x="823" y="654"/>
                        <a:pt x="847" y="654"/>
                        <a:pt x="872" y="654"/>
                      </a:cubicBezTo>
                      <a:cubicBezTo>
                        <a:pt x="872" y="630"/>
                        <a:pt x="872" y="606"/>
                        <a:pt x="872" y="581"/>
                      </a:cubicBezTo>
                      <a:cubicBezTo>
                        <a:pt x="896" y="581"/>
                        <a:pt x="920" y="581"/>
                        <a:pt x="945" y="581"/>
                      </a:cubicBezTo>
                      <a:cubicBezTo>
                        <a:pt x="945" y="557"/>
                        <a:pt x="945" y="533"/>
                        <a:pt x="945" y="509"/>
                      </a:cubicBezTo>
                      <a:cubicBezTo>
                        <a:pt x="969" y="509"/>
                        <a:pt x="993" y="509"/>
                        <a:pt x="1017" y="509"/>
                      </a:cubicBezTo>
                      <a:cubicBezTo>
                        <a:pt x="1017" y="485"/>
                        <a:pt x="1017" y="461"/>
                        <a:pt x="1017" y="436"/>
                      </a:cubicBezTo>
                      <a:cubicBezTo>
                        <a:pt x="1041" y="436"/>
                        <a:pt x="1065" y="436"/>
                        <a:pt x="1090" y="436"/>
                      </a:cubicBezTo>
                      <a:cubicBezTo>
                        <a:pt x="1088" y="425"/>
                        <a:pt x="1087" y="414"/>
                        <a:pt x="1085" y="403"/>
                      </a:cubicBezTo>
                      <a:cubicBezTo>
                        <a:pt x="1087" y="390"/>
                        <a:pt x="1088" y="377"/>
                        <a:pt x="1090" y="363"/>
                      </a:cubicBezTo>
                      <a:cubicBezTo>
                        <a:pt x="1126" y="336"/>
                        <a:pt x="1126" y="336"/>
                        <a:pt x="1174" y="311"/>
                      </a:cubicBezTo>
                      <a:cubicBezTo>
                        <a:pt x="1236" y="278"/>
                        <a:pt x="1282" y="247"/>
                        <a:pt x="1329" y="193"/>
                      </a:cubicBezTo>
                      <a:cubicBezTo>
                        <a:pt x="1360" y="159"/>
                        <a:pt x="1373" y="147"/>
                        <a:pt x="1420" y="139"/>
                      </a:cubicBezTo>
                      <a:cubicBezTo>
                        <a:pt x="1456" y="139"/>
                        <a:pt x="1490" y="140"/>
                        <a:pt x="1526" y="145"/>
                      </a:cubicBezTo>
                      <a:cubicBezTo>
                        <a:pt x="1526" y="121"/>
                        <a:pt x="1526" y="97"/>
                        <a:pt x="1526" y="73"/>
                      </a:cubicBezTo>
                      <a:cubicBezTo>
                        <a:pt x="1598" y="73"/>
                        <a:pt x="1670" y="73"/>
                        <a:pt x="1744" y="73"/>
                      </a:cubicBezTo>
                      <a:cubicBezTo>
                        <a:pt x="1744" y="49"/>
                        <a:pt x="1744" y="25"/>
                        <a:pt x="17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61" cap="flat">
                  <a:noFill/>
                </a:ln>
              </p:spPr>
            </p:sp>
            <p:sp>
              <p:nvSpPr>
                <p:cNvPr id="1602" name="ICON_REPORT_SOURCE_path_009"/>
                <p:cNvSpPr/>
                <p:nvPr/>
              </p:nvSpPr>
              <p:spPr>
                <a:xfrm>
                  <a:off x="10407355" y="5825664"/>
                  <a:ext cx="5538" cy="16336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36" h="12863" fill="norm" stroke="0">
                      <a:moveTo>
                        <a:pt x="0" y="0"/>
                      </a:moveTo>
                      <a:cubicBezTo>
                        <a:pt x="24" y="0"/>
                        <a:pt x="48" y="0"/>
                        <a:pt x="73" y="0"/>
                      </a:cubicBezTo>
                      <a:cubicBezTo>
                        <a:pt x="73" y="4077"/>
                        <a:pt x="73" y="8154"/>
                        <a:pt x="73" y="12355"/>
                      </a:cubicBezTo>
                      <a:cubicBezTo>
                        <a:pt x="121" y="12355"/>
                        <a:pt x="169" y="12355"/>
                        <a:pt x="218" y="12355"/>
                      </a:cubicBezTo>
                      <a:cubicBezTo>
                        <a:pt x="218" y="8709"/>
                        <a:pt x="218" y="5064"/>
                        <a:pt x="218" y="1308"/>
                      </a:cubicBezTo>
                      <a:cubicBezTo>
                        <a:pt x="242" y="1308"/>
                        <a:pt x="266" y="1308"/>
                        <a:pt x="291" y="1308"/>
                      </a:cubicBezTo>
                      <a:cubicBezTo>
                        <a:pt x="291" y="1284"/>
                        <a:pt x="291" y="1260"/>
                        <a:pt x="291" y="1235"/>
                      </a:cubicBezTo>
                      <a:cubicBezTo>
                        <a:pt x="315" y="1235"/>
                        <a:pt x="339" y="1235"/>
                        <a:pt x="363" y="1235"/>
                      </a:cubicBezTo>
                      <a:cubicBezTo>
                        <a:pt x="363" y="1715"/>
                        <a:pt x="363" y="2195"/>
                        <a:pt x="363" y="2689"/>
                      </a:cubicBezTo>
                      <a:cubicBezTo>
                        <a:pt x="387" y="2689"/>
                        <a:pt x="411" y="2689"/>
                        <a:pt x="436" y="2689"/>
                      </a:cubicBezTo>
                      <a:cubicBezTo>
                        <a:pt x="436" y="2761"/>
                        <a:pt x="436" y="2833"/>
                        <a:pt x="436" y="2907"/>
                      </a:cubicBezTo>
                      <a:cubicBezTo>
                        <a:pt x="412" y="2907"/>
                        <a:pt x="388" y="2907"/>
                        <a:pt x="363" y="2907"/>
                      </a:cubicBezTo>
                      <a:cubicBezTo>
                        <a:pt x="363" y="3387"/>
                        <a:pt x="363" y="3866"/>
                        <a:pt x="363" y="4360"/>
                      </a:cubicBezTo>
                      <a:cubicBezTo>
                        <a:pt x="387" y="4360"/>
                        <a:pt x="411" y="4360"/>
                        <a:pt x="436" y="4360"/>
                      </a:cubicBezTo>
                      <a:cubicBezTo>
                        <a:pt x="436" y="4576"/>
                        <a:pt x="436" y="4792"/>
                        <a:pt x="436" y="5015"/>
                      </a:cubicBezTo>
                      <a:cubicBezTo>
                        <a:pt x="412" y="5015"/>
                        <a:pt x="388" y="5015"/>
                        <a:pt x="363" y="5015"/>
                      </a:cubicBezTo>
                      <a:cubicBezTo>
                        <a:pt x="363" y="5134"/>
                        <a:pt x="363" y="5254"/>
                        <a:pt x="363" y="5378"/>
                      </a:cubicBezTo>
                      <a:cubicBezTo>
                        <a:pt x="387" y="5378"/>
                        <a:pt x="411" y="5378"/>
                        <a:pt x="436" y="5378"/>
                      </a:cubicBezTo>
                      <a:cubicBezTo>
                        <a:pt x="436" y="5522"/>
                        <a:pt x="436" y="5666"/>
                        <a:pt x="436" y="5814"/>
                      </a:cubicBezTo>
                      <a:cubicBezTo>
                        <a:pt x="412" y="5814"/>
                        <a:pt x="388" y="5814"/>
                        <a:pt x="363" y="5814"/>
                      </a:cubicBezTo>
                      <a:cubicBezTo>
                        <a:pt x="363" y="6030"/>
                        <a:pt x="363" y="6246"/>
                        <a:pt x="363" y="6468"/>
                      </a:cubicBezTo>
                      <a:cubicBezTo>
                        <a:pt x="387" y="6468"/>
                        <a:pt x="411" y="6468"/>
                        <a:pt x="436" y="6468"/>
                      </a:cubicBezTo>
                      <a:cubicBezTo>
                        <a:pt x="436" y="6516"/>
                        <a:pt x="436" y="6564"/>
                        <a:pt x="436" y="6613"/>
                      </a:cubicBezTo>
                      <a:cubicBezTo>
                        <a:pt x="412" y="6613"/>
                        <a:pt x="388" y="6613"/>
                        <a:pt x="363" y="6613"/>
                      </a:cubicBezTo>
                      <a:cubicBezTo>
                        <a:pt x="363" y="6757"/>
                        <a:pt x="363" y="6901"/>
                        <a:pt x="363" y="7049"/>
                      </a:cubicBezTo>
                      <a:cubicBezTo>
                        <a:pt x="387" y="7049"/>
                        <a:pt x="411" y="7049"/>
                        <a:pt x="436" y="7049"/>
                      </a:cubicBezTo>
                      <a:cubicBezTo>
                        <a:pt x="436" y="7097"/>
                        <a:pt x="436" y="7145"/>
                        <a:pt x="436" y="7195"/>
                      </a:cubicBezTo>
                      <a:cubicBezTo>
                        <a:pt x="412" y="7195"/>
                        <a:pt x="388" y="7195"/>
                        <a:pt x="363" y="7195"/>
                      </a:cubicBezTo>
                      <a:cubicBezTo>
                        <a:pt x="363" y="7962"/>
                        <a:pt x="363" y="8730"/>
                        <a:pt x="363" y="9520"/>
                      </a:cubicBezTo>
                      <a:cubicBezTo>
                        <a:pt x="387" y="9520"/>
                        <a:pt x="411" y="9520"/>
                        <a:pt x="436" y="9520"/>
                      </a:cubicBezTo>
                      <a:cubicBezTo>
                        <a:pt x="436" y="9544"/>
                        <a:pt x="436" y="9568"/>
                        <a:pt x="436" y="9593"/>
                      </a:cubicBezTo>
                      <a:cubicBezTo>
                        <a:pt x="412" y="9593"/>
                        <a:pt x="388" y="9593"/>
                        <a:pt x="363" y="9593"/>
                      </a:cubicBezTo>
                      <a:cubicBezTo>
                        <a:pt x="363" y="9617"/>
                        <a:pt x="363" y="9641"/>
                        <a:pt x="363" y="9666"/>
                      </a:cubicBezTo>
                      <a:cubicBezTo>
                        <a:pt x="387" y="9666"/>
                        <a:pt x="411" y="9666"/>
                        <a:pt x="436" y="9666"/>
                      </a:cubicBezTo>
                      <a:cubicBezTo>
                        <a:pt x="436" y="9690"/>
                        <a:pt x="436" y="9714"/>
                        <a:pt x="436" y="9738"/>
                      </a:cubicBezTo>
                      <a:cubicBezTo>
                        <a:pt x="412" y="9738"/>
                        <a:pt x="388" y="9738"/>
                        <a:pt x="363" y="9738"/>
                      </a:cubicBezTo>
                      <a:cubicBezTo>
                        <a:pt x="363" y="10722"/>
                        <a:pt x="363" y="11705"/>
                        <a:pt x="363" y="12718"/>
                      </a:cubicBezTo>
                      <a:cubicBezTo>
                        <a:pt x="339" y="12718"/>
                        <a:pt x="315" y="12718"/>
                        <a:pt x="291" y="12718"/>
                      </a:cubicBezTo>
                      <a:cubicBezTo>
                        <a:pt x="291" y="12742"/>
                        <a:pt x="291" y="12766"/>
                        <a:pt x="291" y="12791"/>
                      </a:cubicBezTo>
                      <a:cubicBezTo>
                        <a:pt x="267" y="12791"/>
                        <a:pt x="243" y="12791"/>
                        <a:pt x="218" y="12791"/>
                      </a:cubicBezTo>
                      <a:cubicBezTo>
                        <a:pt x="218" y="12815"/>
                        <a:pt x="218" y="12839"/>
                        <a:pt x="218" y="12863"/>
                      </a:cubicBezTo>
                      <a:cubicBezTo>
                        <a:pt x="157" y="12852"/>
                        <a:pt x="115" y="12837"/>
                        <a:pt x="73" y="12791"/>
                      </a:cubicBezTo>
                      <a:cubicBezTo>
                        <a:pt x="52" y="12696"/>
                        <a:pt x="64" y="12595"/>
                        <a:pt x="73" y="12500"/>
                      </a:cubicBezTo>
                      <a:cubicBezTo>
                        <a:pt x="49" y="12500"/>
                        <a:pt x="25" y="12500"/>
                        <a:pt x="0" y="12500"/>
                      </a:cubicBezTo>
                      <a:cubicBezTo>
                        <a:pt x="0" y="8375"/>
                        <a:pt x="0" y="4250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03" name="ICON_REPORT_SOURCE_path_010"/>
                <p:cNvSpPr/>
                <p:nvPr/>
              </p:nvSpPr>
              <p:spPr>
                <a:xfrm>
                  <a:off x="10512573" y="5958231"/>
                  <a:ext cx="42885" cy="2345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377" h="1847" fill="norm" stroke="0">
                      <a:moveTo>
                        <a:pt x="2907" y="27"/>
                      </a:moveTo>
                      <a:cubicBezTo>
                        <a:pt x="3190" y="0"/>
                        <a:pt x="3190" y="0"/>
                        <a:pt x="3289" y="77"/>
                      </a:cubicBezTo>
                      <a:cubicBezTo>
                        <a:pt x="3370" y="180"/>
                        <a:pt x="3377" y="316"/>
                        <a:pt x="3367" y="443"/>
                      </a:cubicBezTo>
                      <a:cubicBezTo>
                        <a:pt x="3339" y="599"/>
                        <a:pt x="3209" y="677"/>
                        <a:pt x="3088" y="763"/>
                      </a:cubicBezTo>
                      <a:cubicBezTo>
                        <a:pt x="3041" y="798"/>
                        <a:pt x="3001" y="836"/>
                        <a:pt x="2961" y="878"/>
                      </a:cubicBezTo>
                      <a:cubicBezTo>
                        <a:pt x="2947" y="893"/>
                        <a:pt x="2934" y="907"/>
                        <a:pt x="2919" y="922"/>
                      </a:cubicBezTo>
                      <a:cubicBezTo>
                        <a:pt x="2912" y="929"/>
                        <a:pt x="2904" y="937"/>
                        <a:pt x="2897" y="945"/>
                      </a:cubicBezTo>
                      <a:cubicBezTo>
                        <a:pt x="2865" y="977"/>
                        <a:pt x="2833" y="1008"/>
                        <a:pt x="2801" y="1040"/>
                      </a:cubicBezTo>
                      <a:cubicBezTo>
                        <a:pt x="2776" y="1065"/>
                        <a:pt x="2751" y="1090"/>
                        <a:pt x="2725" y="1115"/>
                      </a:cubicBezTo>
                      <a:cubicBezTo>
                        <a:pt x="2713" y="1127"/>
                        <a:pt x="2700" y="1140"/>
                        <a:pt x="2687" y="1152"/>
                      </a:cubicBezTo>
                      <a:cubicBezTo>
                        <a:pt x="2614" y="1225"/>
                        <a:pt x="2549" y="1299"/>
                        <a:pt x="2487" y="1380"/>
                      </a:cubicBezTo>
                      <a:cubicBezTo>
                        <a:pt x="2415" y="1473"/>
                        <a:pt x="2333" y="1527"/>
                        <a:pt x="2228" y="1579"/>
                      </a:cubicBezTo>
                      <a:cubicBezTo>
                        <a:pt x="2164" y="1611"/>
                        <a:pt x="2135" y="1629"/>
                        <a:pt x="2108" y="1698"/>
                      </a:cubicBezTo>
                      <a:cubicBezTo>
                        <a:pt x="2069" y="1703"/>
                        <a:pt x="2069" y="1703"/>
                        <a:pt x="2035" y="1698"/>
                      </a:cubicBezTo>
                      <a:cubicBezTo>
                        <a:pt x="2035" y="1722"/>
                        <a:pt x="2035" y="1746"/>
                        <a:pt x="2035" y="1771"/>
                      </a:cubicBezTo>
                      <a:cubicBezTo>
                        <a:pt x="1963" y="1771"/>
                        <a:pt x="1891" y="1771"/>
                        <a:pt x="1817" y="1771"/>
                      </a:cubicBezTo>
                      <a:cubicBezTo>
                        <a:pt x="1817" y="1795"/>
                        <a:pt x="1817" y="1819"/>
                        <a:pt x="1817" y="1844"/>
                      </a:cubicBezTo>
                      <a:cubicBezTo>
                        <a:pt x="1787" y="1845"/>
                        <a:pt x="1758" y="1845"/>
                        <a:pt x="1728" y="1846"/>
                      </a:cubicBezTo>
                      <a:cubicBezTo>
                        <a:pt x="1712" y="1846"/>
                        <a:pt x="1695" y="1847"/>
                        <a:pt x="1678" y="1847"/>
                      </a:cubicBezTo>
                      <a:cubicBezTo>
                        <a:pt x="1635" y="1844"/>
                        <a:pt x="1635" y="1844"/>
                        <a:pt x="1599" y="1807"/>
                      </a:cubicBezTo>
                      <a:cubicBezTo>
                        <a:pt x="1565" y="1802"/>
                        <a:pt x="1534" y="1798"/>
                        <a:pt x="1500" y="1796"/>
                      </a:cubicBezTo>
                      <a:cubicBezTo>
                        <a:pt x="1490" y="1795"/>
                        <a:pt x="1481" y="1794"/>
                        <a:pt x="1471" y="1793"/>
                      </a:cubicBezTo>
                      <a:cubicBezTo>
                        <a:pt x="1440" y="1791"/>
                        <a:pt x="1409" y="1789"/>
                        <a:pt x="1379" y="1787"/>
                      </a:cubicBezTo>
                      <a:cubicBezTo>
                        <a:pt x="1358" y="1785"/>
                        <a:pt x="1337" y="1784"/>
                        <a:pt x="1316" y="1782"/>
                      </a:cubicBezTo>
                      <a:cubicBezTo>
                        <a:pt x="1265" y="1778"/>
                        <a:pt x="1214" y="1774"/>
                        <a:pt x="1163" y="1771"/>
                      </a:cubicBezTo>
                      <a:cubicBezTo>
                        <a:pt x="1163" y="1795"/>
                        <a:pt x="1163" y="1819"/>
                        <a:pt x="1163" y="1844"/>
                      </a:cubicBezTo>
                      <a:cubicBezTo>
                        <a:pt x="1067" y="1844"/>
                        <a:pt x="971" y="1844"/>
                        <a:pt x="872" y="1844"/>
                      </a:cubicBezTo>
                      <a:cubicBezTo>
                        <a:pt x="896" y="1796"/>
                        <a:pt x="920" y="1748"/>
                        <a:pt x="945" y="1698"/>
                      </a:cubicBezTo>
                      <a:cubicBezTo>
                        <a:pt x="897" y="1698"/>
                        <a:pt x="849" y="1698"/>
                        <a:pt x="799" y="1698"/>
                      </a:cubicBezTo>
                      <a:cubicBezTo>
                        <a:pt x="799" y="1722"/>
                        <a:pt x="799" y="1746"/>
                        <a:pt x="799" y="1771"/>
                      </a:cubicBezTo>
                      <a:cubicBezTo>
                        <a:pt x="751" y="1771"/>
                        <a:pt x="703" y="1771"/>
                        <a:pt x="654" y="1771"/>
                      </a:cubicBezTo>
                      <a:cubicBezTo>
                        <a:pt x="654" y="1747"/>
                        <a:pt x="654" y="1723"/>
                        <a:pt x="654" y="1698"/>
                      </a:cubicBezTo>
                      <a:cubicBezTo>
                        <a:pt x="606" y="1698"/>
                        <a:pt x="558" y="1698"/>
                        <a:pt x="509" y="1698"/>
                      </a:cubicBezTo>
                      <a:cubicBezTo>
                        <a:pt x="509" y="1674"/>
                        <a:pt x="509" y="1650"/>
                        <a:pt x="509" y="1626"/>
                      </a:cubicBezTo>
                      <a:cubicBezTo>
                        <a:pt x="498" y="1627"/>
                        <a:pt x="488" y="1628"/>
                        <a:pt x="477" y="1630"/>
                      </a:cubicBezTo>
                      <a:cubicBezTo>
                        <a:pt x="422" y="1624"/>
                        <a:pt x="396" y="1596"/>
                        <a:pt x="359" y="1557"/>
                      </a:cubicBezTo>
                      <a:cubicBezTo>
                        <a:pt x="352" y="1551"/>
                        <a:pt x="346" y="1545"/>
                        <a:pt x="339" y="1538"/>
                      </a:cubicBezTo>
                      <a:cubicBezTo>
                        <a:pt x="306" y="1505"/>
                        <a:pt x="291" y="1486"/>
                        <a:pt x="286" y="1439"/>
                      </a:cubicBezTo>
                      <a:cubicBezTo>
                        <a:pt x="288" y="1429"/>
                        <a:pt x="289" y="1418"/>
                        <a:pt x="291" y="1408"/>
                      </a:cubicBezTo>
                      <a:cubicBezTo>
                        <a:pt x="267" y="1408"/>
                        <a:pt x="243" y="1408"/>
                        <a:pt x="218" y="1408"/>
                      </a:cubicBezTo>
                      <a:cubicBezTo>
                        <a:pt x="218" y="1384"/>
                        <a:pt x="218" y="1360"/>
                        <a:pt x="218" y="1335"/>
                      </a:cubicBezTo>
                      <a:cubicBezTo>
                        <a:pt x="194" y="1335"/>
                        <a:pt x="170" y="1335"/>
                        <a:pt x="145" y="1335"/>
                      </a:cubicBezTo>
                      <a:cubicBezTo>
                        <a:pt x="145" y="1311"/>
                        <a:pt x="145" y="1287"/>
                        <a:pt x="145" y="1262"/>
                      </a:cubicBezTo>
                      <a:cubicBezTo>
                        <a:pt x="121" y="1262"/>
                        <a:pt x="97" y="1262"/>
                        <a:pt x="73" y="1262"/>
                      </a:cubicBezTo>
                      <a:cubicBezTo>
                        <a:pt x="73" y="1214"/>
                        <a:pt x="73" y="1166"/>
                        <a:pt x="73" y="1117"/>
                      </a:cubicBezTo>
                      <a:cubicBezTo>
                        <a:pt x="49" y="1117"/>
                        <a:pt x="25" y="1117"/>
                        <a:pt x="0" y="1117"/>
                      </a:cubicBezTo>
                      <a:cubicBezTo>
                        <a:pt x="0" y="1045"/>
                        <a:pt x="0" y="973"/>
                        <a:pt x="0" y="899"/>
                      </a:cubicBezTo>
                      <a:cubicBezTo>
                        <a:pt x="48" y="899"/>
                        <a:pt x="96" y="899"/>
                        <a:pt x="145" y="899"/>
                      </a:cubicBezTo>
                      <a:cubicBezTo>
                        <a:pt x="145" y="875"/>
                        <a:pt x="145" y="851"/>
                        <a:pt x="145" y="826"/>
                      </a:cubicBezTo>
                      <a:cubicBezTo>
                        <a:pt x="169" y="826"/>
                        <a:pt x="193" y="826"/>
                        <a:pt x="218" y="826"/>
                      </a:cubicBezTo>
                      <a:cubicBezTo>
                        <a:pt x="218" y="802"/>
                        <a:pt x="218" y="778"/>
                        <a:pt x="218" y="753"/>
                      </a:cubicBezTo>
                      <a:cubicBezTo>
                        <a:pt x="266" y="753"/>
                        <a:pt x="314" y="753"/>
                        <a:pt x="363" y="753"/>
                      </a:cubicBezTo>
                      <a:cubicBezTo>
                        <a:pt x="363" y="730"/>
                        <a:pt x="363" y="706"/>
                        <a:pt x="363" y="681"/>
                      </a:cubicBezTo>
                      <a:cubicBezTo>
                        <a:pt x="387" y="681"/>
                        <a:pt x="411" y="681"/>
                        <a:pt x="436" y="681"/>
                      </a:cubicBezTo>
                      <a:cubicBezTo>
                        <a:pt x="436" y="705"/>
                        <a:pt x="436" y="729"/>
                        <a:pt x="436" y="753"/>
                      </a:cubicBezTo>
                      <a:cubicBezTo>
                        <a:pt x="460" y="753"/>
                        <a:pt x="484" y="753"/>
                        <a:pt x="509" y="753"/>
                      </a:cubicBezTo>
                      <a:cubicBezTo>
                        <a:pt x="509" y="777"/>
                        <a:pt x="509" y="801"/>
                        <a:pt x="509" y="826"/>
                      </a:cubicBezTo>
                      <a:cubicBezTo>
                        <a:pt x="533" y="826"/>
                        <a:pt x="557" y="826"/>
                        <a:pt x="581" y="826"/>
                      </a:cubicBezTo>
                      <a:cubicBezTo>
                        <a:pt x="581" y="850"/>
                        <a:pt x="581" y="874"/>
                        <a:pt x="581" y="899"/>
                      </a:cubicBezTo>
                      <a:cubicBezTo>
                        <a:pt x="605" y="899"/>
                        <a:pt x="629" y="899"/>
                        <a:pt x="654" y="899"/>
                      </a:cubicBezTo>
                      <a:cubicBezTo>
                        <a:pt x="654" y="947"/>
                        <a:pt x="654" y="995"/>
                        <a:pt x="654" y="1044"/>
                      </a:cubicBezTo>
                      <a:cubicBezTo>
                        <a:pt x="678" y="1044"/>
                        <a:pt x="702" y="1044"/>
                        <a:pt x="727" y="1044"/>
                      </a:cubicBezTo>
                      <a:cubicBezTo>
                        <a:pt x="727" y="1068"/>
                        <a:pt x="727" y="1092"/>
                        <a:pt x="727" y="1117"/>
                      </a:cubicBezTo>
                      <a:cubicBezTo>
                        <a:pt x="799" y="1117"/>
                        <a:pt x="871" y="1117"/>
                        <a:pt x="945" y="1117"/>
                      </a:cubicBezTo>
                      <a:cubicBezTo>
                        <a:pt x="945" y="1141"/>
                        <a:pt x="945" y="1165"/>
                        <a:pt x="945" y="1190"/>
                      </a:cubicBezTo>
                      <a:cubicBezTo>
                        <a:pt x="993" y="1190"/>
                        <a:pt x="1041" y="1190"/>
                        <a:pt x="1090" y="1190"/>
                      </a:cubicBezTo>
                      <a:cubicBezTo>
                        <a:pt x="1090" y="1214"/>
                        <a:pt x="1090" y="1238"/>
                        <a:pt x="1090" y="1262"/>
                      </a:cubicBezTo>
                      <a:cubicBezTo>
                        <a:pt x="1234" y="1262"/>
                        <a:pt x="1378" y="1262"/>
                        <a:pt x="1526" y="1262"/>
                      </a:cubicBezTo>
                      <a:cubicBezTo>
                        <a:pt x="1526" y="1238"/>
                        <a:pt x="1526" y="1214"/>
                        <a:pt x="1526" y="1190"/>
                      </a:cubicBezTo>
                      <a:cubicBezTo>
                        <a:pt x="1574" y="1190"/>
                        <a:pt x="1622" y="1190"/>
                        <a:pt x="1672" y="1190"/>
                      </a:cubicBezTo>
                      <a:cubicBezTo>
                        <a:pt x="1672" y="1166"/>
                        <a:pt x="1672" y="1142"/>
                        <a:pt x="1672" y="1117"/>
                      </a:cubicBezTo>
                      <a:cubicBezTo>
                        <a:pt x="1743" y="1117"/>
                        <a:pt x="1815" y="1117"/>
                        <a:pt x="1890" y="1117"/>
                      </a:cubicBezTo>
                      <a:cubicBezTo>
                        <a:pt x="1890" y="1093"/>
                        <a:pt x="1890" y="1069"/>
                        <a:pt x="1890" y="1044"/>
                      </a:cubicBezTo>
                      <a:cubicBezTo>
                        <a:pt x="1914" y="1044"/>
                        <a:pt x="1938" y="1044"/>
                        <a:pt x="1962" y="1044"/>
                      </a:cubicBezTo>
                      <a:cubicBezTo>
                        <a:pt x="1962" y="1020"/>
                        <a:pt x="1962" y="996"/>
                        <a:pt x="1962" y="972"/>
                      </a:cubicBezTo>
                      <a:cubicBezTo>
                        <a:pt x="1986" y="972"/>
                        <a:pt x="2010" y="972"/>
                        <a:pt x="2035" y="972"/>
                      </a:cubicBezTo>
                      <a:cubicBezTo>
                        <a:pt x="2035" y="948"/>
                        <a:pt x="2035" y="924"/>
                        <a:pt x="2035" y="899"/>
                      </a:cubicBezTo>
                      <a:cubicBezTo>
                        <a:pt x="2059" y="899"/>
                        <a:pt x="2083" y="899"/>
                        <a:pt x="2108" y="899"/>
                      </a:cubicBezTo>
                      <a:cubicBezTo>
                        <a:pt x="2108" y="875"/>
                        <a:pt x="2108" y="851"/>
                        <a:pt x="2108" y="826"/>
                      </a:cubicBezTo>
                      <a:cubicBezTo>
                        <a:pt x="2132" y="826"/>
                        <a:pt x="2156" y="826"/>
                        <a:pt x="2180" y="826"/>
                      </a:cubicBezTo>
                      <a:cubicBezTo>
                        <a:pt x="2180" y="802"/>
                        <a:pt x="2180" y="778"/>
                        <a:pt x="2180" y="753"/>
                      </a:cubicBezTo>
                      <a:cubicBezTo>
                        <a:pt x="2204" y="753"/>
                        <a:pt x="2228" y="753"/>
                        <a:pt x="2253" y="753"/>
                      </a:cubicBezTo>
                      <a:cubicBezTo>
                        <a:pt x="2252" y="743"/>
                        <a:pt x="2251" y="732"/>
                        <a:pt x="2249" y="721"/>
                      </a:cubicBezTo>
                      <a:cubicBezTo>
                        <a:pt x="2253" y="681"/>
                        <a:pt x="2253" y="681"/>
                        <a:pt x="2276" y="653"/>
                      </a:cubicBezTo>
                      <a:cubicBezTo>
                        <a:pt x="2286" y="645"/>
                        <a:pt x="2297" y="636"/>
                        <a:pt x="2308" y="627"/>
                      </a:cubicBezTo>
                      <a:cubicBezTo>
                        <a:pt x="2313" y="622"/>
                        <a:pt x="2313" y="622"/>
                        <a:pt x="2343" y="597"/>
                      </a:cubicBezTo>
                      <a:cubicBezTo>
                        <a:pt x="2350" y="592"/>
                        <a:pt x="2350" y="592"/>
                        <a:pt x="2382" y="565"/>
                      </a:cubicBezTo>
                      <a:cubicBezTo>
                        <a:pt x="2488" y="476"/>
                        <a:pt x="2589" y="385"/>
                        <a:pt x="2687" y="288"/>
                      </a:cubicBezTo>
                      <a:cubicBezTo>
                        <a:pt x="2697" y="277"/>
                        <a:pt x="2708" y="267"/>
                        <a:pt x="2719" y="256"/>
                      </a:cubicBezTo>
                      <a:cubicBezTo>
                        <a:pt x="2769" y="206"/>
                        <a:pt x="2804" y="164"/>
                        <a:pt x="2834" y="99"/>
                      </a:cubicBezTo>
                      <a:cubicBezTo>
                        <a:pt x="2873" y="95"/>
                        <a:pt x="2873" y="95"/>
                        <a:pt x="2907" y="99"/>
                      </a:cubicBezTo>
                      <a:cubicBezTo>
                        <a:pt x="2907" y="75"/>
                        <a:pt x="2907" y="51"/>
                        <a:pt x="2907" y="27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461" cap="flat">
                  <a:noFill/>
                </a:ln>
              </p:spPr>
            </p:sp>
            <p:sp>
              <p:nvSpPr>
                <p:cNvPr id="1604" name="ICON_REPORT_SOURCE_path_011"/>
                <p:cNvSpPr/>
                <p:nvPr/>
              </p:nvSpPr>
              <p:spPr>
                <a:xfrm>
                  <a:off x="10515342" y="5925344"/>
                  <a:ext cx="31381" cy="3230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471" h="2544" fill="norm" stroke="0">
                      <a:moveTo>
                        <a:pt x="2035" y="0"/>
                      </a:moveTo>
                      <a:cubicBezTo>
                        <a:pt x="2131" y="0"/>
                        <a:pt x="2227" y="0"/>
                        <a:pt x="2326" y="0"/>
                      </a:cubicBezTo>
                      <a:cubicBezTo>
                        <a:pt x="2326" y="24"/>
                        <a:pt x="2326" y="48"/>
                        <a:pt x="2326" y="73"/>
                      </a:cubicBezTo>
                      <a:cubicBezTo>
                        <a:pt x="2350" y="73"/>
                        <a:pt x="2374" y="73"/>
                        <a:pt x="2398" y="73"/>
                      </a:cubicBezTo>
                      <a:cubicBezTo>
                        <a:pt x="2398" y="97"/>
                        <a:pt x="2398" y="121"/>
                        <a:pt x="2398" y="145"/>
                      </a:cubicBezTo>
                      <a:cubicBezTo>
                        <a:pt x="2422" y="145"/>
                        <a:pt x="2446" y="145"/>
                        <a:pt x="2471" y="145"/>
                      </a:cubicBezTo>
                      <a:cubicBezTo>
                        <a:pt x="2471" y="241"/>
                        <a:pt x="2471" y="337"/>
                        <a:pt x="2471" y="436"/>
                      </a:cubicBezTo>
                      <a:cubicBezTo>
                        <a:pt x="2447" y="436"/>
                        <a:pt x="2423" y="436"/>
                        <a:pt x="2398" y="436"/>
                      </a:cubicBezTo>
                      <a:cubicBezTo>
                        <a:pt x="2399" y="441"/>
                        <a:pt x="2399" y="441"/>
                        <a:pt x="2402" y="465"/>
                      </a:cubicBezTo>
                      <a:cubicBezTo>
                        <a:pt x="2410" y="567"/>
                        <a:pt x="2410" y="567"/>
                        <a:pt x="2378" y="607"/>
                      </a:cubicBezTo>
                      <a:cubicBezTo>
                        <a:pt x="2312" y="654"/>
                        <a:pt x="2259" y="662"/>
                        <a:pt x="2180" y="654"/>
                      </a:cubicBezTo>
                      <a:cubicBezTo>
                        <a:pt x="2180" y="678"/>
                        <a:pt x="2180" y="702"/>
                        <a:pt x="2180" y="727"/>
                      </a:cubicBezTo>
                      <a:cubicBezTo>
                        <a:pt x="2156" y="727"/>
                        <a:pt x="2132" y="727"/>
                        <a:pt x="2108" y="727"/>
                      </a:cubicBezTo>
                      <a:cubicBezTo>
                        <a:pt x="2108" y="751"/>
                        <a:pt x="2108" y="775"/>
                        <a:pt x="2108" y="799"/>
                      </a:cubicBezTo>
                      <a:cubicBezTo>
                        <a:pt x="2084" y="799"/>
                        <a:pt x="2060" y="799"/>
                        <a:pt x="2035" y="799"/>
                      </a:cubicBezTo>
                      <a:cubicBezTo>
                        <a:pt x="2035" y="823"/>
                        <a:pt x="2035" y="847"/>
                        <a:pt x="2035" y="872"/>
                      </a:cubicBezTo>
                      <a:cubicBezTo>
                        <a:pt x="2011" y="872"/>
                        <a:pt x="1987" y="872"/>
                        <a:pt x="1962" y="872"/>
                      </a:cubicBezTo>
                      <a:cubicBezTo>
                        <a:pt x="1962" y="896"/>
                        <a:pt x="1962" y="920"/>
                        <a:pt x="1962" y="945"/>
                      </a:cubicBezTo>
                      <a:cubicBezTo>
                        <a:pt x="1938" y="945"/>
                        <a:pt x="1914" y="945"/>
                        <a:pt x="1890" y="945"/>
                      </a:cubicBezTo>
                      <a:cubicBezTo>
                        <a:pt x="1890" y="969"/>
                        <a:pt x="1890" y="993"/>
                        <a:pt x="1890" y="1017"/>
                      </a:cubicBezTo>
                      <a:cubicBezTo>
                        <a:pt x="1866" y="1017"/>
                        <a:pt x="1842" y="1017"/>
                        <a:pt x="1817" y="1017"/>
                      </a:cubicBezTo>
                      <a:cubicBezTo>
                        <a:pt x="1817" y="1041"/>
                        <a:pt x="1817" y="1065"/>
                        <a:pt x="1817" y="1090"/>
                      </a:cubicBezTo>
                      <a:cubicBezTo>
                        <a:pt x="1793" y="1090"/>
                        <a:pt x="1769" y="1090"/>
                        <a:pt x="1744" y="1090"/>
                      </a:cubicBezTo>
                      <a:cubicBezTo>
                        <a:pt x="1744" y="1114"/>
                        <a:pt x="1744" y="1138"/>
                        <a:pt x="1744" y="1163"/>
                      </a:cubicBezTo>
                      <a:cubicBezTo>
                        <a:pt x="1720" y="1163"/>
                        <a:pt x="1696" y="1163"/>
                        <a:pt x="1672" y="1163"/>
                      </a:cubicBezTo>
                      <a:cubicBezTo>
                        <a:pt x="1672" y="1187"/>
                        <a:pt x="1672" y="1211"/>
                        <a:pt x="1672" y="1235"/>
                      </a:cubicBezTo>
                      <a:cubicBezTo>
                        <a:pt x="1648" y="1235"/>
                        <a:pt x="1624" y="1235"/>
                        <a:pt x="1599" y="1235"/>
                      </a:cubicBezTo>
                      <a:cubicBezTo>
                        <a:pt x="1600" y="1246"/>
                        <a:pt x="1601" y="1257"/>
                        <a:pt x="1603" y="1268"/>
                      </a:cubicBezTo>
                      <a:cubicBezTo>
                        <a:pt x="1599" y="1308"/>
                        <a:pt x="1599" y="1308"/>
                        <a:pt x="1573" y="1338"/>
                      </a:cubicBezTo>
                      <a:cubicBezTo>
                        <a:pt x="1567" y="1343"/>
                        <a:pt x="1567" y="1343"/>
                        <a:pt x="1538" y="1367"/>
                      </a:cubicBezTo>
                      <a:cubicBezTo>
                        <a:pt x="1525" y="1378"/>
                        <a:pt x="1512" y="1389"/>
                        <a:pt x="1499" y="1400"/>
                      </a:cubicBezTo>
                      <a:cubicBezTo>
                        <a:pt x="1486" y="1411"/>
                        <a:pt x="1472" y="1422"/>
                        <a:pt x="1458" y="1433"/>
                      </a:cubicBezTo>
                      <a:cubicBezTo>
                        <a:pt x="1309" y="1556"/>
                        <a:pt x="1309" y="1556"/>
                        <a:pt x="1267" y="1625"/>
                      </a:cubicBezTo>
                      <a:cubicBezTo>
                        <a:pt x="1240" y="1670"/>
                        <a:pt x="1240" y="1670"/>
                        <a:pt x="1197" y="1682"/>
                      </a:cubicBezTo>
                      <a:cubicBezTo>
                        <a:pt x="1184" y="1681"/>
                        <a:pt x="1171" y="1680"/>
                        <a:pt x="1158" y="1678"/>
                      </a:cubicBezTo>
                      <a:cubicBezTo>
                        <a:pt x="1152" y="1678"/>
                        <a:pt x="1152" y="1678"/>
                        <a:pt x="1119" y="1675"/>
                      </a:cubicBezTo>
                      <a:cubicBezTo>
                        <a:pt x="1115" y="1675"/>
                        <a:pt x="1115" y="1675"/>
                        <a:pt x="1090" y="1672"/>
                      </a:cubicBezTo>
                      <a:cubicBezTo>
                        <a:pt x="1090" y="1695"/>
                        <a:pt x="1090" y="1719"/>
                        <a:pt x="1090" y="1744"/>
                      </a:cubicBezTo>
                      <a:cubicBezTo>
                        <a:pt x="1042" y="1744"/>
                        <a:pt x="994" y="1744"/>
                        <a:pt x="945" y="1744"/>
                      </a:cubicBezTo>
                      <a:cubicBezTo>
                        <a:pt x="945" y="1792"/>
                        <a:pt x="945" y="1840"/>
                        <a:pt x="945" y="1890"/>
                      </a:cubicBezTo>
                      <a:cubicBezTo>
                        <a:pt x="921" y="1890"/>
                        <a:pt x="897" y="1890"/>
                        <a:pt x="872" y="1890"/>
                      </a:cubicBezTo>
                      <a:cubicBezTo>
                        <a:pt x="872" y="1914"/>
                        <a:pt x="872" y="1938"/>
                        <a:pt x="872" y="1962"/>
                      </a:cubicBezTo>
                      <a:cubicBezTo>
                        <a:pt x="848" y="1962"/>
                        <a:pt x="824" y="1962"/>
                        <a:pt x="799" y="1962"/>
                      </a:cubicBezTo>
                      <a:cubicBezTo>
                        <a:pt x="799" y="1986"/>
                        <a:pt x="799" y="2010"/>
                        <a:pt x="799" y="2035"/>
                      </a:cubicBezTo>
                      <a:cubicBezTo>
                        <a:pt x="775" y="2035"/>
                        <a:pt x="751" y="2035"/>
                        <a:pt x="727" y="2035"/>
                      </a:cubicBezTo>
                      <a:cubicBezTo>
                        <a:pt x="727" y="2059"/>
                        <a:pt x="727" y="2083"/>
                        <a:pt x="727" y="2108"/>
                      </a:cubicBezTo>
                      <a:cubicBezTo>
                        <a:pt x="703" y="2108"/>
                        <a:pt x="679" y="2108"/>
                        <a:pt x="654" y="2108"/>
                      </a:cubicBezTo>
                      <a:cubicBezTo>
                        <a:pt x="654" y="2132"/>
                        <a:pt x="654" y="2156"/>
                        <a:pt x="654" y="2180"/>
                      </a:cubicBezTo>
                      <a:cubicBezTo>
                        <a:pt x="630" y="2180"/>
                        <a:pt x="606" y="2180"/>
                        <a:pt x="581" y="2180"/>
                      </a:cubicBezTo>
                      <a:cubicBezTo>
                        <a:pt x="581" y="2204"/>
                        <a:pt x="581" y="2228"/>
                        <a:pt x="581" y="2253"/>
                      </a:cubicBezTo>
                      <a:cubicBezTo>
                        <a:pt x="557" y="2253"/>
                        <a:pt x="533" y="2253"/>
                        <a:pt x="509" y="2253"/>
                      </a:cubicBezTo>
                      <a:cubicBezTo>
                        <a:pt x="509" y="2277"/>
                        <a:pt x="509" y="2301"/>
                        <a:pt x="509" y="2326"/>
                      </a:cubicBezTo>
                      <a:cubicBezTo>
                        <a:pt x="485" y="2326"/>
                        <a:pt x="461" y="2326"/>
                        <a:pt x="436" y="2326"/>
                      </a:cubicBezTo>
                      <a:cubicBezTo>
                        <a:pt x="436" y="2350"/>
                        <a:pt x="436" y="2374"/>
                        <a:pt x="436" y="2398"/>
                      </a:cubicBezTo>
                      <a:cubicBezTo>
                        <a:pt x="412" y="2398"/>
                        <a:pt x="388" y="2398"/>
                        <a:pt x="363" y="2398"/>
                      </a:cubicBezTo>
                      <a:cubicBezTo>
                        <a:pt x="363" y="2446"/>
                        <a:pt x="363" y="2494"/>
                        <a:pt x="363" y="2544"/>
                      </a:cubicBezTo>
                      <a:cubicBezTo>
                        <a:pt x="339" y="2544"/>
                        <a:pt x="315" y="2544"/>
                        <a:pt x="291" y="2544"/>
                      </a:cubicBezTo>
                      <a:cubicBezTo>
                        <a:pt x="291" y="2520"/>
                        <a:pt x="291" y="2496"/>
                        <a:pt x="291" y="2471"/>
                      </a:cubicBezTo>
                      <a:cubicBezTo>
                        <a:pt x="267" y="2471"/>
                        <a:pt x="243" y="2471"/>
                        <a:pt x="218" y="2471"/>
                      </a:cubicBezTo>
                      <a:cubicBezTo>
                        <a:pt x="218" y="2447"/>
                        <a:pt x="218" y="2423"/>
                        <a:pt x="218" y="2398"/>
                      </a:cubicBezTo>
                      <a:cubicBezTo>
                        <a:pt x="194" y="2398"/>
                        <a:pt x="170" y="2398"/>
                        <a:pt x="145" y="2398"/>
                      </a:cubicBezTo>
                      <a:cubicBezTo>
                        <a:pt x="145" y="2374"/>
                        <a:pt x="145" y="2350"/>
                        <a:pt x="145" y="2326"/>
                      </a:cubicBezTo>
                      <a:cubicBezTo>
                        <a:pt x="121" y="2326"/>
                        <a:pt x="97" y="2326"/>
                        <a:pt x="73" y="2326"/>
                      </a:cubicBezTo>
                      <a:cubicBezTo>
                        <a:pt x="73" y="2302"/>
                        <a:pt x="73" y="2278"/>
                        <a:pt x="73" y="2253"/>
                      </a:cubicBezTo>
                      <a:cubicBezTo>
                        <a:pt x="49" y="2253"/>
                        <a:pt x="25" y="2253"/>
                        <a:pt x="0" y="2253"/>
                      </a:cubicBezTo>
                      <a:cubicBezTo>
                        <a:pt x="0" y="2157"/>
                        <a:pt x="0" y="2061"/>
                        <a:pt x="0" y="1962"/>
                      </a:cubicBezTo>
                      <a:cubicBezTo>
                        <a:pt x="24" y="1962"/>
                        <a:pt x="48" y="1962"/>
                        <a:pt x="73" y="1962"/>
                      </a:cubicBezTo>
                      <a:cubicBezTo>
                        <a:pt x="73" y="1938"/>
                        <a:pt x="73" y="1914"/>
                        <a:pt x="73" y="1890"/>
                      </a:cubicBezTo>
                      <a:cubicBezTo>
                        <a:pt x="97" y="1890"/>
                        <a:pt x="121" y="1890"/>
                        <a:pt x="145" y="1890"/>
                      </a:cubicBezTo>
                      <a:cubicBezTo>
                        <a:pt x="145" y="1866"/>
                        <a:pt x="145" y="1842"/>
                        <a:pt x="145" y="1817"/>
                      </a:cubicBezTo>
                      <a:cubicBezTo>
                        <a:pt x="169" y="1817"/>
                        <a:pt x="193" y="1817"/>
                        <a:pt x="218" y="1817"/>
                      </a:cubicBezTo>
                      <a:cubicBezTo>
                        <a:pt x="217" y="1806"/>
                        <a:pt x="215" y="1796"/>
                        <a:pt x="214" y="1785"/>
                      </a:cubicBezTo>
                      <a:cubicBezTo>
                        <a:pt x="220" y="1730"/>
                        <a:pt x="247" y="1704"/>
                        <a:pt x="286" y="1667"/>
                      </a:cubicBezTo>
                      <a:cubicBezTo>
                        <a:pt x="292" y="1660"/>
                        <a:pt x="299" y="1654"/>
                        <a:pt x="305" y="1647"/>
                      </a:cubicBezTo>
                      <a:cubicBezTo>
                        <a:pt x="339" y="1614"/>
                        <a:pt x="358" y="1599"/>
                        <a:pt x="405" y="1595"/>
                      </a:cubicBezTo>
                      <a:cubicBezTo>
                        <a:pt x="415" y="1596"/>
                        <a:pt x="425" y="1597"/>
                        <a:pt x="436" y="1599"/>
                      </a:cubicBezTo>
                      <a:cubicBezTo>
                        <a:pt x="436" y="1623"/>
                        <a:pt x="436" y="1647"/>
                        <a:pt x="436" y="1672"/>
                      </a:cubicBezTo>
                      <a:cubicBezTo>
                        <a:pt x="460" y="1672"/>
                        <a:pt x="484" y="1672"/>
                        <a:pt x="509" y="1672"/>
                      </a:cubicBezTo>
                      <a:cubicBezTo>
                        <a:pt x="509" y="1648"/>
                        <a:pt x="509" y="1624"/>
                        <a:pt x="509" y="1599"/>
                      </a:cubicBezTo>
                      <a:cubicBezTo>
                        <a:pt x="605" y="1599"/>
                        <a:pt x="701" y="1599"/>
                        <a:pt x="799" y="1599"/>
                      </a:cubicBezTo>
                      <a:cubicBezTo>
                        <a:pt x="799" y="1551"/>
                        <a:pt x="799" y="1503"/>
                        <a:pt x="799" y="1453"/>
                      </a:cubicBezTo>
                      <a:cubicBezTo>
                        <a:pt x="775" y="1453"/>
                        <a:pt x="751" y="1453"/>
                        <a:pt x="727" y="1453"/>
                      </a:cubicBezTo>
                      <a:cubicBezTo>
                        <a:pt x="727" y="1430"/>
                        <a:pt x="727" y="1406"/>
                        <a:pt x="727" y="1381"/>
                      </a:cubicBezTo>
                      <a:cubicBezTo>
                        <a:pt x="703" y="1381"/>
                        <a:pt x="679" y="1381"/>
                        <a:pt x="654" y="1381"/>
                      </a:cubicBezTo>
                      <a:cubicBezTo>
                        <a:pt x="651" y="1348"/>
                        <a:pt x="651" y="1348"/>
                        <a:pt x="654" y="1308"/>
                      </a:cubicBezTo>
                      <a:cubicBezTo>
                        <a:pt x="677" y="1281"/>
                        <a:pt x="677" y="1281"/>
                        <a:pt x="708" y="1256"/>
                      </a:cubicBezTo>
                      <a:cubicBezTo>
                        <a:pt x="720" y="1247"/>
                        <a:pt x="731" y="1237"/>
                        <a:pt x="743" y="1228"/>
                      </a:cubicBezTo>
                      <a:cubicBezTo>
                        <a:pt x="755" y="1218"/>
                        <a:pt x="767" y="1209"/>
                        <a:pt x="779" y="1199"/>
                      </a:cubicBezTo>
                      <a:cubicBezTo>
                        <a:pt x="803" y="1180"/>
                        <a:pt x="826" y="1161"/>
                        <a:pt x="849" y="1142"/>
                      </a:cubicBezTo>
                      <a:cubicBezTo>
                        <a:pt x="854" y="1138"/>
                        <a:pt x="854" y="1138"/>
                        <a:pt x="881" y="1117"/>
                      </a:cubicBezTo>
                      <a:cubicBezTo>
                        <a:pt x="908" y="1090"/>
                        <a:pt x="908" y="1090"/>
                        <a:pt x="928" y="1051"/>
                      </a:cubicBezTo>
                      <a:cubicBezTo>
                        <a:pt x="933" y="1040"/>
                        <a:pt x="939" y="1029"/>
                        <a:pt x="945" y="1017"/>
                      </a:cubicBezTo>
                      <a:cubicBezTo>
                        <a:pt x="983" y="1013"/>
                        <a:pt x="983" y="1013"/>
                        <a:pt x="1017" y="1017"/>
                      </a:cubicBezTo>
                      <a:cubicBezTo>
                        <a:pt x="1017" y="993"/>
                        <a:pt x="1017" y="969"/>
                        <a:pt x="1017" y="945"/>
                      </a:cubicBezTo>
                      <a:cubicBezTo>
                        <a:pt x="1041" y="945"/>
                        <a:pt x="1065" y="945"/>
                        <a:pt x="1090" y="945"/>
                      </a:cubicBezTo>
                      <a:cubicBezTo>
                        <a:pt x="1089" y="934"/>
                        <a:pt x="1088" y="923"/>
                        <a:pt x="1087" y="911"/>
                      </a:cubicBezTo>
                      <a:cubicBezTo>
                        <a:pt x="1090" y="872"/>
                        <a:pt x="1090" y="872"/>
                        <a:pt x="1109" y="848"/>
                      </a:cubicBezTo>
                      <a:cubicBezTo>
                        <a:pt x="1118" y="841"/>
                        <a:pt x="1128" y="833"/>
                        <a:pt x="1137" y="826"/>
                      </a:cubicBezTo>
                      <a:cubicBezTo>
                        <a:pt x="1148" y="817"/>
                        <a:pt x="1159" y="808"/>
                        <a:pt x="1170" y="799"/>
                      </a:cubicBezTo>
                      <a:cubicBezTo>
                        <a:pt x="1182" y="790"/>
                        <a:pt x="1194" y="780"/>
                        <a:pt x="1206" y="770"/>
                      </a:cubicBezTo>
                      <a:cubicBezTo>
                        <a:pt x="1356" y="644"/>
                        <a:pt x="1495" y="508"/>
                        <a:pt x="1633" y="370"/>
                      </a:cubicBezTo>
                      <a:cubicBezTo>
                        <a:pt x="1638" y="365"/>
                        <a:pt x="1638" y="365"/>
                        <a:pt x="1665" y="338"/>
                      </a:cubicBezTo>
                      <a:cubicBezTo>
                        <a:pt x="1696" y="308"/>
                        <a:pt x="1726" y="277"/>
                        <a:pt x="1757" y="247"/>
                      </a:cubicBezTo>
                      <a:cubicBezTo>
                        <a:pt x="1766" y="238"/>
                        <a:pt x="1775" y="229"/>
                        <a:pt x="1784" y="219"/>
                      </a:cubicBezTo>
                      <a:cubicBezTo>
                        <a:pt x="1830" y="172"/>
                        <a:pt x="1861" y="132"/>
                        <a:pt x="1890" y="73"/>
                      </a:cubicBezTo>
                      <a:cubicBezTo>
                        <a:pt x="1925" y="66"/>
                        <a:pt x="1925" y="66"/>
                        <a:pt x="1964" y="68"/>
                      </a:cubicBezTo>
                      <a:cubicBezTo>
                        <a:pt x="1971" y="68"/>
                        <a:pt x="1971" y="68"/>
                        <a:pt x="2004" y="70"/>
                      </a:cubicBezTo>
                      <a:cubicBezTo>
                        <a:pt x="2014" y="71"/>
                        <a:pt x="2024" y="72"/>
                        <a:pt x="2035" y="73"/>
                      </a:cubicBezTo>
                      <a:cubicBezTo>
                        <a:pt x="2035" y="49"/>
                        <a:pt x="2035" y="25"/>
                        <a:pt x="2035" y="0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461" cap="flat">
                  <a:noFill/>
                </a:ln>
              </p:spPr>
            </p:sp>
            <p:sp>
              <p:nvSpPr>
                <p:cNvPr id="1605" name="ICON_REPORT_SOURCE_path_012"/>
                <p:cNvSpPr/>
                <p:nvPr/>
              </p:nvSpPr>
              <p:spPr>
                <a:xfrm>
                  <a:off x="10410124" y="5812742"/>
                  <a:ext cx="124600" cy="27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811" h="218" fill="norm" stroke="0">
                      <a:moveTo>
                        <a:pt x="1017" y="0"/>
                      </a:moveTo>
                      <a:cubicBezTo>
                        <a:pt x="1233" y="0"/>
                        <a:pt x="1449" y="0"/>
                        <a:pt x="1672" y="0"/>
                      </a:cubicBezTo>
                      <a:cubicBezTo>
                        <a:pt x="1672" y="24"/>
                        <a:pt x="1672" y="48"/>
                        <a:pt x="1672" y="73"/>
                      </a:cubicBezTo>
                      <a:cubicBezTo>
                        <a:pt x="2271" y="73"/>
                        <a:pt x="2871" y="73"/>
                        <a:pt x="3488" y="73"/>
                      </a:cubicBezTo>
                      <a:cubicBezTo>
                        <a:pt x="3488" y="49"/>
                        <a:pt x="3488" y="25"/>
                        <a:pt x="3488" y="0"/>
                      </a:cubicBezTo>
                      <a:cubicBezTo>
                        <a:pt x="3536" y="0"/>
                        <a:pt x="3584" y="0"/>
                        <a:pt x="3634" y="0"/>
                      </a:cubicBezTo>
                      <a:cubicBezTo>
                        <a:pt x="3634" y="24"/>
                        <a:pt x="3634" y="48"/>
                        <a:pt x="3634" y="73"/>
                      </a:cubicBezTo>
                      <a:cubicBezTo>
                        <a:pt x="3730" y="73"/>
                        <a:pt x="3826" y="73"/>
                        <a:pt x="3924" y="73"/>
                      </a:cubicBezTo>
                      <a:cubicBezTo>
                        <a:pt x="3924" y="49"/>
                        <a:pt x="3924" y="25"/>
                        <a:pt x="3924" y="0"/>
                      </a:cubicBezTo>
                      <a:cubicBezTo>
                        <a:pt x="4068" y="0"/>
                        <a:pt x="4212" y="0"/>
                        <a:pt x="4360" y="0"/>
                      </a:cubicBezTo>
                      <a:cubicBezTo>
                        <a:pt x="4360" y="24"/>
                        <a:pt x="4360" y="48"/>
                        <a:pt x="4360" y="73"/>
                      </a:cubicBezTo>
                      <a:cubicBezTo>
                        <a:pt x="5488" y="73"/>
                        <a:pt x="6615" y="73"/>
                        <a:pt x="7776" y="73"/>
                      </a:cubicBezTo>
                      <a:cubicBezTo>
                        <a:pt x="7776" y="49"/>
                        <a:pt x="7776" y="25"/>
                        <a:pt x="7776" y="0"/>
                      </a:cubicBezTo>
                      <a:cubicBezTo>
                        <a:pt x="8136" y="0"/>
                        <a:pt x="8496" y="0"/>
                        <a:pt x="8866" y="0"/>
                      </a:cubicBezTo>
                      <a:cubicBezTo>
                        <a:pt x="8866" y="24"/>
                        <a:pt x="8866" y="48"/>
                        <a:pt x="8866" y="73"/>
                      </a:cubicBezTo>
                      <a:cubicBezTo>
                        <a:pt x="9178" y="73"/>
                        <a:pt x="9490" y="73"/>
                        <a:pt x="9811" y="73"/>
                      </a:cubicBezTo>
                      <a:cubicBezTo>
                        <a:pt x="9811" y="121"/>
                        <a:pt x="9811" y="169"/>
                        <a:pt x="9811" y="218"/>
                      </a:cubicBezTo>
                      <a:cubicBezTo>
                        <a:pt x="6573" y="218"/>
                        <a:pt x="3336" y="218"/>
                        <a:pt x="0" y="218"/>
                      </a:cubicBezTo>
                      <a:cubicBezTo>
                        <a:pt x="0" y="170"/>
                        <a:pt x="0" y="122"/>
                        <a:pt x="0" y="73"/>
                      </a:cubicBezTo>
                      <a:cubicBezTo>
                        <a:pt x="336" y="73"/>
                        <a:pt x="672" y="73"/>
                        <a:pt x="1017" y="73"/>
                      </a:cubicBezTo>
                      <a:cubicBezTo>
                        <a:pt x="1017" y="49"/>
                        <a:pt x="1017" y="25"/>
                        <a:pt x="101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06" name="ICON_REPORT_SOURCE_path_013"/>
                <p:cNvSpPr/>
                <p:nvPr/>
              </p:nvSpPr>
              <p:spPr>
                <a:xfrm>
                  <a:off x="10540262" y="5928113"/>
                  <a:ext cx="24920" cy="2423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62" h="1908" fill="norm" stroke="0">
                      <a:moveTo>
                        <a:pt x="1526" y="0"/>
                      </a:moveTo>
                      <a:cubicBezTo>
                        <a:pt x="1598" y="0"/>
                        <a:pt x="1670" y="0"/>
                        <a:pt x="1744" y="0"/>
                      </a:cubicBezTo>
                      <a:cubicBezTo>
                        <a:pt x="1744" y="24"/>
                        <a:pt x="1744" y="48"/>
                        <a:pt x="1744" y="73"/>
                      </a:cubicBezTo>
                      <a:cubicBezTo>
                        <a:pt x="1768" y="73"/>
                        <a:pt x="1792" y="73"/>
                        <a:pt x="1817" y="73"/>
                      </a:cubicBezTo>
                      <a:cubicBezTo>
                        <a:pt x="1817" y="97"/>
                        <a:pt x="1817" y="121"/>
                        <a:pt x="1817" y="145"/>
                      </a:cubicBezTo>
                      <a:cubicBezTo>
                        <a:pt x="1841" y="145"/>
                        <a:pt x="1865" y="145"/>
                        <a:pt x="1890" y="145"/>
                      </a:cubicBezTo>
                      <a:cubicBezTo>
                        <a:pt x="1890" y="169"/>
                        <a:pt x="1890" y="193"/>
                        <a:pt x="1890" y="218"/>
                      </a:cubicBezTo>
                      <a:cubicBezTo>
                        <a:pt x="1914" y="218"/>
                        <a:pt x="1938" y="218"/>
                        <a:pt x="1962" y="218"/>
                      </a:cubicBezTo>
                      <a:cubicBezTo>
                        <a:pt x="1962" y="314"/>
                        <a:pt x="1962" y="410"/>
                        <a:pt x="1962" y="509"/>
                      </a:cubicBezTo>
                      <a:cubicBezTo>
                        <a:pt x="1938" y="509"/>
                        <a:pt x="1914" y="509"/>
                        <a:pt x="1890" y="509"/>
                      </a:cubicBezTo>
                      <a:cubicBezTo>
                        <a:pt x="1890" y="533"/>
                        <a:pt x="1890" y="557"/>
                        <a:pt x="1890" y="581"/>
                      </a:cubicBezTo>
                      <a:cubicBezTo>
                        <a:pt x="1866" y="581"/>
                        <a:pt x="1842" y="581"/>
                        <a:pt x="1817" y="581"/>
                      </a:cubicBezTo>
                      <a:cubicBezTo>
                        <a:pt x="1817" y="605"/>
                        <a:pt x="1817" y="629"/>
                        <a:pt x="1817" y="654"/>
                      </a:cubicBezTo>
                      <a:cubicBezTo>
                        <a:pt x="1793" y="654"/>
                        <a:pt x="1769" y="654"/>
                        <a:pt x="1744" y="654"/>
                      </a:cubicBezTo>
                      <a:cubicBezTo>
                        <a:pt x="1744" y="678"/>
                        <a:pt x="1744" y="702"/>
                        <a:pt x="1744" y="727"/>
                      </a:cubicBezTo>
                      <a:cubicBezTo>
                        <a:pt x="1720" y="727"/>
                        <a:pt x="1696" y="727"/>
                        <a:pt x="1672" y="727"/>
                      </a:cubicBezTo>
                      <a:cubicBezTo>
                        <a:pt x="1672" y="751"/>
                        <a:pt x="1672" y="775"/>
                        <a:pt x="1672" y="799"/>
                      </a:cubicBezTo>
                      <a:cubicBezTo>
                        <a:pt x="1648" y="799"/>
                        <a:pt x="1624" y="799"/>
                        <a:pt x="1599" y="799"/>
                      </a:cubicBezTo>
                      <a:cubicBezTo>
                        <a:pt x="1599" y="823"/>
                        <a:pt x="1599" y="847"/>
                        <a:pt x="1599" y="872"/>
                      </a:cubicBezTo>
                      <a:cubicBezTo>
                        <a:pt x="1575" y="872"/>
                        <a:pt x="1551" y="872"/>
                        <a:pt x="1526" y="872"/>
                      </a:cubicBezTo>
                      <a:cubicBezTo>
                        <a:pt x="1526" y="896"/>
                        <a:pt x="1526" y="920"/>
                        <a:pt x="1526" y="945"/>
                      </a:cubicBezTo>
                      <a:cubicBezTo>
                        <a:pt x="1502" y="945"/>
                        <a:pt x="1478" y="945"/>
                        <a:pt x="1453" y="945"/>
                      </a:cubicBezTo>
                      <a:cubicBezTo>
                        <a:pt x="1453" y="969"/>
                        <a:pt x="1453" y="993"/>
                        <a:pt x="1453" y="1017"/>
                      </a:cubicBezTo>
                      <a:cubicBezTo>
                        <a:pt x="1430" y="1017"/>
                        <a:pt x="1406" y="1017"/>
                        <a:pt x="1381" y="1017"/>
                      </a:cubicBezTo>
                      <a:cubicBezTo>
                        <a:pt x="1381" y="1041"/>
                        <a:pt x="1381" y="1065"/>
                        <a:pt x="1381" y="1090"/>
                      </a:cubicBezTo>
                      <a:cubicBezTo>
                        <a:pt x="1333" y="1090"/>
                        <a:pt x="1285" y="1090"/>
                        <a:pt x="1235" y="1090"/>
                      </a:cubicBezTo>
                      <a:cubicBezTo>
                        <a:pt x="1235" y="1114"/>
                        <a:pt x="1235" y="1138"/>
                        <a:pt x="1235" y="1163"/>
                      </a:cubicBezTo>
                      <a:cubicBezTo>
                        <a:pt x="1211" y="1163"/>
                        <a:pt x="1188" y="1163"/>
                        <a:pt x="1163" y="1163"/>
                      </a:cubicBezTo>
                      <a:cubicBezTo>
                        <a:pt x="1163" y="1211"/>
                        <a:pt x="1163" y="1259"/>
                        <a:pt x="1163" y="1308"/>
                      </a:cubicBezTo>
                      <a:cubicBezTo>
                        <a:pt x="1139" y="1308"/>
                        <a:pt x="1115" y="1308"/>
                        <a:pt x="1090" y="1308"/>
                      </a:cubicBezTo>
                      <a:cubicBezTo>
                        <a:pt x="1090" y="1332"/>
                        <a:pt x="1090" y="1356"/>
                        <a:pt x="1090" y="1381"/>
                      </a:cubicBezTo>
                      <a:cubicBezTo>
                        <a:pt x="1066" y="1381"/>
                        <a:pt x="1042" y="1381"/>
                        <a:pt x="1017" y="1381"/>
                      </a:cubicBezTo>
                      <a:cubicBezTo>
                        <a:pt x="1017" y="1405"/>
                        <a:pt x="1017" y="1429"/>
                        <a:pt x="1017" y="1453"/>
                      </a:cubicBezTo>
                      <a:cubicBezTo>
                        <a:pt x="993" y="1453"/>
                        <a:pt x="969" y="1453"/>
                        <a:pt x="945" y="1453"/>
                      </a:cubicBezTo>
                      <a:cubicBezTo>
                        <a:pt x="945" y="1477"/>
                        <a:pt x="945" y="1501"/>
                        <a:pt x="945" y="1526"/>
                      </a:cubicBezTo>
                      <a:cubicBezTo>
                        <a:pt x="921" y="1526"/>
                        <a:pt x="897" y="1526"/>
                        <a:pt x="872" y="1526"/>
                      </a:cubicBezTo>
                      <a:cubicBezTo>
                        <a:pt x="872" y="1550"/>
                        <a:pt x="872" y="1574"/>
                        <a:pt x="872" y="1599"/>
                      </a:cubicBezTo>
                      <a:cubicBezTo>
                        <a:pt x="848" y="1599"/>
                        <a:pt x="824" y="1599"/>
                        <a:pt x="799" y="1599"/>
                      </a:cubicBezTo>
                      <a:cubicBezTo>
                        <a:pt x="799" y="1623"/>
                        <a:pt x="799" y="1647"/>
                        <a:pt x="799" y="1672"/>
                      </a:cubicBezTo>
                      <a:cubicBezTo>
                        <a:pt x="751" y="1672"/>
                        <a:pt x="703" y="1672"/>
                        <a:pt x="654" y="1672"/>
                      </a:cubicBezTo>
                      <a:cubicBezTo>
                        <a:pt x="654" y="1695"/>
                        <a:pt x="654" y="1719"/>
                        <a:pt x="654" y="1744"/>
                      </a:cubicBezTo>
                      <a:cubicBezTo>
                        <a:pt x="621" y="1811"/>
                        <a:pt x="578" y="1861"/>
                        <a:pt x="509" y="1890"/>
                      </a:cubicBezTo>
                      <a:cubicBezTo>
                        <a:pt x="389" y="1908"/>
                        <a:pt x="266" y="1898"/>
                        <a:pt x="145" y="1890"/>
                      </a:cubicBezTo>
                      <a:cubicBezTo>
                        <a:pt x="145" y="1866"/>
                        <a:pt x="145" y="1842"/>
                        <a:pt x="145" y="1817"/>
                      </a:cubicBezTo>
                      <a:cubicBezTo>
                        <a:pt x="121" y="1817"/>
                        <a:pt x="97" y="1817"/>
                        <a:pt x="73" y="1817"/>
                      </a:cubicBezTo>
                      <a:cubicBezTo>
                        <a:pt x="73" y="1793"/>
                        <a:pt x="73" y="1769"/>
                        <a:pt x="73" y="1744"/>
                      </a:cubicBezTo>
                      <a:cubicBezTo>
                        <a:pt x="49" y="1744"/>
                        <a:pt x="25" y="1744"/>
                        <a:pt x="0" y="1744"/>
                      </a:cubicBezTo>
                      <a:cubicBezTo>
                        <a:pt x="0" y="1648"/>
                        <a:pt x="0" y="1552"/>
                        <a:pt x="0" y="1453"/>
                      </a:cubicBezTo>
                      <a:cubicBezTo>
                        <a:pt x="24" y="1453"/>
                        <a:pt x="48" y="1453"/>
                        <a:pt x="73" y="1453"/>
                      </a:cubicBezTo>
                      <a:cubicBezTo>
                        <a:pt x="73" y="1430"/>
                        <a:pt x="73" y="1406"/>
                        <a:pt x="73" y="1381"/>
                      </a:cubicBezTo>
                      <a:cubicBezTo>
                        <a:pt x="97" y="1381"/>
                        <a:pt x="121" y="1381"/>
                        <a:pt x="145" y="1381"/>
                      </a:cubicBezTo>
                      <a:cubicBezTo>
                        <a:pt x="145" y="1357"/>
                        <a:pt x="145" y="1333"/>
                        <a:pt x="145" y="1308"/>
                      </a:cubicBezTo>
                      <a:cubicBezTo>
                        <a:pt x="169" y="1308"/>
                        <a:pt x="193" y="1308"/>
                        <a:pt x="218" y="1308"/>
                      </a:cubicBezTo>
                      <a:cubicBezTo>
                        <a:pt x="218" y="1284"/>
                        <a:pt x="218" y="1260"/>
                        <a:pt x="218" y="1235"/>
                      </a:cubicBezTo>
                      <a:cubicBezTo>
                        <a:pt x="242" y="1235"/>
                        <a:pt x="266" y="1235"/>
                        <a:pt x="291" y="1235"/>
                      </a:cubicBezTo>
                      <a:cubicBezTo>
                        <a:pt x="291" y="1211"/>
                        <a:pt x="291" y="1188"/>
                        <a:pt x="291" y="1163"/>
                      </a:cubicBezTo>
                      <a:cubicBezTo>
                        <a:pt x="315" y="1163"/>
                        <a:pt x="339" y="1163"/>
                        <a:pt x="363" y="1163"/>
                      </a:cubicBezTo>
                      <a:cubicBezTo>
                        <a:pt x="363" y="1139"/>
                        <a:pt x="363" y="1115"/>
                        <a:pt x="363" y="1090"/>
                      </a:cubicBezTo>
                      <a:cubicBezTo>
                        <a:pt x="387" y="1090"/>
                        <a:pt x="411" y="1090"/>
                        <a:pt x="436" y="1090"/>
                      </a:cubicBezTo>
                      <a:cubicBezTo>
                        <a:pt x="436" y="1066"/>
                        <a:pt x="436" y="1042"/>
                        <a:pt x="436" y="1017"/>
                      </a:cubicBezTo>
                      <a:cubicBezTo>
                        <a:pt x="484" y="1017"/>
                        <a:pt x="532" y="1017"/>
                        <a:pt x="581" y="1017"/>
                      </a:cubicBezTo>
                      <a:cubicBezTo>
                        <a:pt x="581" y="993"/>
                        <a:pt x="581" y="969"/>
                        <a:pt x="581" y="945"/>
                      </a:cubicBezTo>
                      <a:cubicBezTo>
                        <a:pt x="605" y="945"/>
                        <a:pt x="629" y="945"/>
                        <a:pt x="654" y="945"/>
                      </a:cubicBezTo>
                      <a:cubicBezTo>
                        <a:pt x="654" y="921"/>
                        <a:pt x="654" y="897"/>
                        <a:pt x="654" y="872"/>
                      </a:cubicBezTo>
                      <a:cubicBezTo>
                        <a:pt x="678" y="872"/>
                        <a:pt x="702" y="872"/>
                        <a:pt x="727" y="872"/>
                      </a:cubicBezTo>
                      <a:cubicBezTo>
                        <a:pt x="727" y="848"/>
                        <a:pt x="727" y="824"/>
                        <a:pt x="727" y="799"/>
                      </a:cubicBezTo>
                      <a:cubicBezTo>
                        <a:pt x="751" y="799"/>
                        <a:pt x="775" y="799"/>
                        <a:pt x="799" y="799"/>
                      </a:cubicBezTo>
                      <a:cubicBezTo>
                        <a:pt x="799" y="775"/>
                        <a:pt x="799" y="751"/>
                        <a:pt x="799" y="727"/>
                      </a:cubicBezTo>
                      <a:cubicBezTo>
                        <a:pt x="823" y="727"/>
                        <a:pt x="847" y="727"/>
                        <a:pt x="872" y="727"/>
                      </a:cubicBezTo>
                      <a:cubicBezTo>
                        <a:pt x="872" y="703"/>
                        <a:pt x="872" y="679"/>
                        <a:pt x="872" y="654"/>
                      </a:cubicBezTo>
                      <a:cubicBezTo>
                        <a:pt x="896" y="654"/>
                        <a:pt x="920" y="654"/>
                        <a:pt x="945" y="654"/>
                      </a:cubicBezTo>
                      <a:cubicBezTo>
                        <a:pt x="945" y="630"/>
                        <a:pt x="945" y="606"/>
                        <a:pt x="945" y="581"/>
                      </a:cubicBezTo>
                      <a:cubicBezTo>
                        <a:pt x="969" y="581"/>
                        <a:pt x="993" y="581"/>
                        <a:pt x="1017" y="581"/>
                      </a:cubicBezTo>
                      <a:cubicBezTo>
                        <a:pt x="1017" y="557"/>
                        <a:pt x="1017" y="533"/>
                        <a:pt x="1017" y="509"/>
                      </a:cubicBezTo>
                      <a:cubicBezTo>
                        <a:pt x="1041" y="509"/>
                        <a:pt x="1065" y="509"/>
                        <a:pt x="1090" y="509"/>
                      </a:cubicBezTo>
                      <a:cubicBezTo>
                        <a:pt x="1090" y="485"/>
                        <a:pt x="1090" y="461"/>
                        <a:pt x="1090" y="436"/>
                      </a:cubicBezTo>
                      <a:cubicBezTo>
                        <a:pt x="1114" y="436"/>
                        <a:pt x="1138" y="436"/>
                        <a:pt x="1163" y="436"/>
                      </a:cubicBezTo>
                      <a:cubicBezTo>
                        <a:pt x="1163" y="412"/>
                        <a:pt x="1163" y="388"/>
                        <a:pt x="1163" y="363"/>
                      </a:cubicBezTo>
                      <a:cubicBezTo>
                        <a:pt x="1187" y="363"/>
                        <a:pt x="1211" y="363"/>
                        <a:pt x="1235" y="363"/>
                      </a:cubicBezTo>
                      <a:cubicBezTo>
                        <a:pt x="1235" y="339"/>
                        <a:pt x="1235" y="315"/>
                        <a:pt x="1235" y="291"/>
                      </a:cubicBezTo>
                      <a:cubicBezTo>
                        <a:pt x="1259" y="291"/>
                        <a:pt x="1283" y="291"/>
                        <a:pt x="1308" y="291"/>
                      </a:cubicBezTo>
                      <a:cubicBezTo>
                        <a:pt x="1308" y="267"/>
                        <a:pt x="1308" y="243"/>
                        <a:pt x="1308" y="218"/>
                      </a:cubicBezTo>
                      <a:cubicBezTo>
                        <a:pt x="1332" y="218"/>
                        <a:pt x="1356" y="218"/>
                        <a:pt x="1381" y="218"/>
                      </a:cubicBezTo>
                      <a:cubicBezTo>
                        <a:pt x="1381" y="194"/>
                        <a:pt x="1381" y="170"/>
                        <a:pt x="1381" y="145"/>
                      </a:cubicBezTo>
                      <a:cubicBezTo>
                        <a:pt x="1405" y="145"/>
                        <a:pt x="1429" y="145"/>
                        <a:pt x="1453" y="145"/>
                      </a:cubicBezTo>
                      <a:cubicBezTo>
                        <a:pt x="1453" y="121"/>
                        <a:pt x="1453" y="97"/>
                        <a:pt x="1453" y="73"/>
                      </a:cubicBezTo>
                      <a:cubicBezTo>
                        <a:pt x="1477" y="73"/>
                        <a:pt x="1501" y="73"/>
                        <a:pt x="1526" y="73"/>
                      </a:cubicBezTo>
                      <a:cubicBezTo>
                        <a:pt x="1526" y="49"/>
                        <a:pt x="1526" y="25"/>
                        <a:pt x="1526" y="0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461" cap="flat">
                  <a:noFill/>
                </a:ln>
              </p:spPr>
            </p:sp>
            <p:sp>
              <p:nvSpPr>
                <p:cNvPr id="1607" name="ICON_REPORT_SOURCE_path_014"/>
                <p:cNvSpPr/>
                <p:nvPr/>
              </p:nvSpPr>
              <p:spPr>
                <a:xfrm>
                  <a:off x="10507035" y="5945649"/>
                  <a:ext cx="17536" cy="3322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81" h="2616" fill="norm" stroke="0">
                      <a:moveTo>
                        <a:pt x="727" y="0"/>
                      </a:moveTo>
                      <a:cubicBezTo>
                        <a:pt x="823" y="0"/>
                        <a:pt x="919" y="0"/>
                        <a:pt x="1017" y="0"/>
                      </a:cubicBezTo>
                      <a:cubicBezTo>
                        <a:pt x="968" y="114"/>
                        <a:pt x="968" y="114"/>
                        <a:pt x="945" y="145"/>
                      </a:cubicBezTo>
                      <a:cubicBezTo>
                        <a:pt x="906" y="150"/>
                        <a:pt x="906" y="150"/>
                        <a:pt x="872" y="145"/>
                      </a:cubicBezTo>
                      <a:cubicBezTo>
                        <a:pt x="872" y="169"/>
                        <a:pt x="872" y="193"/>
                        <a:pt x="872" y="218"/>
                      </a:cubicBezTo>
                      <a:cubicBezTo>
                        <a:pt x="848" y="218"/>
                        <a:pt x="824" y="218"/>
                        <a:pt x="799" y="218"/>
                      </a:cubicBezTo>
                      <a:cubicBezTo>
                        <a:pt x="799" y="242"/>
                        <a:pt x="799" y="266"/>
                        <a:pt x="799" y="291"/>
                      </a:cubicBezTo>
                      <a:cubicBezTo>
                        <a:pt x="775" y="291"/>
                        <a:pt x="751" y="291"/>
                        <a:pt x="727" y="291"/>
                      </a:cubicBezTo>
                      <a:cubicBezTo>
                        <a:pt x="727" y="315"/>
                        <a:pt x="727" y="339"/>
                        <a:pt x="727" y="363"/>
                      </a:cubicBezTo>
                      <a:cubicBezTo>
                        <a:pt x="703" y="363"/>
                        <a:pt x="679" y="363"/>
                        <a:pt x="654" y="363"/>
                      </a:cubicBezTo>
                      <a:cubicBezTo>
                        <a:pt x="654" y="459"/>
                        <a:pt x="654" y="555"/>
                        <a:pt x="654" y="654"/>
                      </a:cubicBezTo>
                      <a:cubicBezTo>
                        <a:pt x="678" y="654"/>
                        <a:pt x="702" y="654"/>
                        <a:pt x="727" y="654"/>
                      </a:cubicBezTo>
                      <a:cubicBezTo>
                        <a:pt x="727" y="678"/>
                        <a:pt x="727" y="702"/>
                        <a:pt x="727" y="727"/>
                      </a:cubicBezTo>
                      <a:cubicBezTo>
                        <a:pt x="751" y="727"/>
                        <a:pt x="775" y="727"/>
                        <a:pt x="799" y="727"/>
                      </a:cubicBezTo>
                      <a:cubicBezTo>
                        <a:pt x="799" y="751"/>
                        <a:pt x="799" y="775"/>
                        <a:pt x="799" y="799"/>
                      </a:cubicBezTo>
                      <a:cubicBezTo>
                        <a:pt x="823" y="799"/>
                        <a:pt x="847" y="799"/>
                        <a:pt x="872" y="799"/>
                      </a:cubicBezTo>
                      <a:cubicBezTo>
                        <a:pt x="872" y="823"/>
                        <a:pt x="872" y="847"/>
                        <a:pt x="872" y="872"/>
                      </a:cubicBezTo>
                      <a:cubicBezTo>
                        <a:pt x="896" y="872"/>
                        <a:pt x="920" y="872"/>
                        <a:pt x="945" y="872"/>
                      </a:cubicBezTo>
                      <a:cubicBezTo>
                        <a:pt x="945" y="896"/>
                        <a:pt x="945" y="920"/>
                        <a:pt x="945" y="945"/>
                      </a:cubicBezTo>
                      <a:cubicBezTo>
                        <a:pt x="969" y="945"/>
                        <a:pt x="993" y="945"/>
                        <a:pt x="1017" y="945"/>
                      </a:cubicBezTo>
                      <a:cubicBezTo>
                        <a:pt x="1017" y="993"/>
                        <a:pt x="1017" y="1041"/>
                        <a:pt x="1017" y="1090"/>
                      </a:cubicBezTo>
                      <a:cubicBezTo>
                        <a:pt x="993" y="1090"/>
                        <a:pt x="969" y="1090"/>
                        <a:pt x="945" y="1090"/>
                      </a:cubicBezTo>
                      <a:cubicBezTo>
                        <a:pt x="945" y="1234"/>
                        <a:pt x="945" y="1378"/>
                        <a:pt x="945" y="1526"/>
                      </a:cubicBezTo>
                      <a:cubicBezTo>
                        <a:pt x="969" y="1526"/>
                        <a:pt x="993" y="1526"/>
                        <a:pt x="1017" y="1526"/>
                      </a:cubicBezTo>
                      <a:cubicBezTo>
                        <a:pt x="1017" y="1550"/>
                        <a:pt x="1017" y="1574"/>
                        <a:pt x="1017" y="1599"/>
                      </a:cubicBezTo>
                      <a:cubicBezTo>
                        <a:pt x="1041" y="1599"/>
                        <a:pt x="1065" y="1599"/>
                        <a:pt x="1090" y="1599"/>
                      </a:cubicBezTo>
                      <a:cubicBezTo>
                        <a:pt x="1090" y="1575"/>
                        <a:pt x="1090" y="1551"/>
                        <a:pt x="1090" y="1526"/>
                      </a:cubicBezTo>
                      <a:cubicBezTo>
                        <a:pt x="1138" y="1526"/>
                        <a:pt x="1186" y="1526"/>
                        <a:pt x="1235" y="1526"/>
                      </a:cubicBezTo>
                      <a:cubicBezTo>
                        <a:pt x="1235" y="1598"/>
                        <a:pt x="1235" y="1670"/>
                        <a:pt x="1235" y="1744"/>
                      </a:cubicBezTo>
                      <a:cubicBezTo>
                        <a:pt x="1259" y="1744"/>
                        <a:pt x="1283" y="1744"/>
                        <a:pt x="1308" y="1744"/>
                      </a:cubicBezTo>
                      <a:cubicBezTo>
                        <a:pt x="1308" y="1768"/>
                        <a:pt x="1308" y="1792"/>
                        <a:pt x="1308" y="1817"/>
                      </a:cubicBezTo>
                      <a:cubicBezTo>
                        <a:pt x="1332" y="1817"/>
                        <a:pt x="1356" y="1817"/>
                        <a:pt x="1381" y="1817"/>
                      </a:cubicBezTo>
                      <a:cubicBezTo>
                        <a:pt x="1381" y="1889"/>
                        <a:pt x="1381" y="1961"/>
                        <a:pt x="1381" y="2035"/>
                      </a:cubicBezTo>
                      <a:cubicBezTo>
                        <a:pt x="1357" y="2035"/>
                        <a:pt x="1333" y="2035"/>
                        <a:pt x="1308" y="2035"/>
                      </a:cubicBezTo>
                      <a:cubicBezTo>
                        <a:pt x="1308" y="2059"/>
                        <a:pt x="1308" y="2083"/>
                        <a:pt x="1308" y="2108"/>
                      </a:cubicBezTo>
                      <a:cubicBezTo>
                        <a:pt x="1260" y="2108"/>
                        <a:pt x="1212" y="2108"/>
                        <a:pt x="1163" y="2108"/>
                      </a:cubicBezTo>
                      <a:cubicBezTo>
                        <a:pt x="1163" y="2084"/>
                        <a:pt x="1163" y="2060"/>
                        <a:pt x="1163" y="2035"/>
                      </a:cubicBezTo>
                      <a:cubicBezTo>
                        <a:pt x="1139" y="2035"/>
                        <a:pt x="1115" y="2035"/>
                        <a:pt x="1090" y="2035"/>
                      </a:cubicBezTo>
                      <a:cubicBezTo>
                        <a:pt x="1090" y="1987"/>
                        <a:pt x="1090" y="1939"/>
                        <a:pt x="1090" y="1890"/>
                      </a:cubicBezTo>
                      <a:cubicBezTo>
                        <a:pt x="1066" y="1890"/>
                        <a:pt x="1042" y="1890"/>
                        <a:pt x="1017" y="1890"/>
                      </a:cubicBezTo>
                      <a:cubicBezTo>
                        <a:pt x="1017" y="1866"/>
                        <a:pt x="1017" y="1842"/>
                        <a:pt x="1017" y="1817"/>
                      </a:cubicBezTo>
                      <a:cubicBezTo>
                        <a:pt x="993" y="1817"/>
                        <a:pt x="969" y="1817"/>
                        <a:pt x="945" y="1817"/>
                      </a:cubicBezTo>
                      <a:cubicBezTo>
                        <a:pt x="945" y="1793"/>
                        <a:pt x="945" y="1769"/>
                        <a:pt x="945" y="1744"/>
                      </a:cubicBezTo>
                      <a:cubicBezTo>
                        <a:pt x="921" y="1744"/>
                        <a:pt x="897" y="1744"/>
                        <a:pt x="872" y="1744"/>
                      </a:cubicBezTo>
                      <a:cubicBezTo>
                        <a:pt x="872" y="1720"/>
                        <a:pt x="872" y="1696"/>
                        <a:pt x="872" y="1672"/>
                      </a:cubicBezTo>
                      <a:cubicBezTo>
                        <a:pt x="848" y="1672"/>
                        <a:pt x="824" y="1672"/>
                        <a:pt x="799" y="1672"/>
                      </a:cubicBezTo>
                      <a:cubicBezTo>
                        <a:pt x="799" y="1695"/>
                        <a:pt x="799" y="1719"/>
                        <a:pt x="799" y="1744"/>
                      </a:cubicBezTo>
                      <a:cubicBezTo>
                        <a:pt x="751" y="1744"/>
                        <a:pt x="703" y="1744"/>
                        <a:pt x="654" y="1744"/>
                      </a:cubicBezTo>
                      <a:cubicBezTo>
                        <a:pt x="654" y="1768"/>
                        <a:pt x="654" y="1792"/>
                        <a:pt x="654" y="1817"/>
                      </a:cubicBezTo>
                      <a:cubicBezTo>
                        <a:pt x="630" y="1817"/>
                        <a:pt x="606" y="1817"/>
                        <a:pt x="581" y="1817"/>
                      </a:cubicBezTo>
                      <a:cubicBezTo>
                        <a:pt x="581" y="1841"/>
                        <a:pt x="581" y="1865"/>
                        <a:pt x="581" y="1890"/>
                      </a:cubicBezTo>
                      <a:cubicBezTo>
                        <a:pt x="533" y="1890"/>
                        <a:pt x="485" y="1890"/>
                        <a:pt x="436" y="1890"/>
                      </a:cubicBezTo>
                      <a:cubicBezTo>
                        <a:pt x="436" y="1961"/>
                        <a:pt x="436" y="2033"/>
                        <a:pt x="436" y="2108"/>
                      </a:cubicBezTo>
                      <a:cubicBezTo>
                        <a:pt x="460" y="2108"/>
                        <a:pt x="484" y="2108"/>
                        <a:pt x="509" y="2108"/>
                      </a:cubicBezTo>
                      <a:cubicBezTo>
                        <a:pt x="509" y="2156"/>
                        <a:pt x="509" y="2203"/>
                        <a:pt x="509" y="2253"/>
                      </a:cubicBezTo>
                      <a:cubicBezTo>
                        <a:pt x="533" y="2253"/>
                        <a:pt x="557" y="2253"/>
                        <a:pt x="581" y="2253"/>
                      </a:cubicBezTo>
                      <a:cubicBezTo>
                        <a:pt x="581" y="2277"/>
                        <a:pt x="581" y="2301"/>
                        <a:pt x="581" y="2326"/>
                      </a:cubicBezTo>
                      <a:cubicBezTo>
                        <a:pt x="605" y="2326"/>
                        <a:pt x="629" y="2326"/>
                        <a:pt x="654" y="2326"/>
                      </a:cubicBezTo>
                      <a:cubicBezTo>
                        <a:pt x="654" y="2350"/>
                        <a:pt x="654" y="2374"/>
                        <a:pt x="654" y="2398"/>
                      </a:cubicBezTo>
                      <a:cubicBezTo>
                        <a:pt x="678" y="2398"/>
                        <a:pt x="702" y="2398"/>
                        <a:pt x="727" y="2398"/>
                      </a:cubicBezTo>
                      <a:cubicBezTo>
                        <a:pt x="725" y="2409"/>
                        <a:pt x="724" y="2421"/>
                        <a:pt x="722" y="2432"/>
                      </a:cubicBezTo>
                      <a:cubicBezTo>
                        <a:pt x="724" y="2445"/>
                        <a:pt x="725" y="2458"/>
                        <a:pt x="727" y="2471"/>
                      </a:cubicBezTo>
                      <a:cubicBezTo>
                        <a:pt x="759" y="2491"/>
                        <a:pt x="759" y="2491"/>
                        <a:pt x="799" y="2507"/>
                      </a:cubicBezTo>
                      <a:cubicBezTo>
                        <a:pt x="840" y="2523"/>
                        <a:pt x="840" y="2523"/>
                        <a:pt x="872" y="2544"/>
                      </a:cubicBezTo>
                      <a:cubicBezTo>
                        <a:pt x="872" y="2568"/>
                        <a:pt x="872" y="2592"/>
                        <a:pt x="872" y="2616"/>
                      </a:cubicBezTo>
                      <a:cubicBezTo>
                        <a:pt x="752" y="2616"/>
                        <a:pt x="632" y="2616"/>
                        <a:pt x="509" y="2616"/>
                      </a:cubicBezTo>
                      <a:cubicBezTo>
                        <a:pt x="509" y="2592"/>
                        <a:pt x="509" y="2568"/>
                        <a:pt x="509" y="2544"/>
                      </a:cubicBezTo>
                      <a:cubicBezTo>
                        <a:pt x="485" y="2544"/>
                        <a:pt x="461" y="2544"/>
                        <a:pt x="436" y="2544"/>
                      </a:cubicBezTo>
                      <a:cubicBezTo>
                        <a:pt x="436" y="2496"/>
                        <a:pt x="436" y="2448"/>
                        <a:pt x="436" y="2398"/>
                      </a:cubicBezTo>
                      <a:cubicBezTo>
                        <a:pt x="412" y="2398"/>
                        <a:pt x="388" y="2398"/>
                        <a:pt x="363" y="2398"/>
                      </a:cubicBezTo>
                      <a:cubicBezTo>
                        <a:pt x="363" y="2374"/>
                        <a:pt x="363" y="2350"/>
                        <a:pt x="363" y="2326"/>
                      </a:cubicBezTo>
                      <a:cubicBezTo>
                        <a:pt x="339" y="2326"/>
                        <a:pt x="315" y="2326"/>
                        <a:pt x="291" y="2326"/>
                      </a:cubicBezTo>
                      <a:cubicBezTo>
                        <a:pt x="291" y="2254"/>
                        <a:pt x="291" y="2182"/>
                        <a:pt x="291" y="2108"/>
                      </a:cubicBezTo>
                      <a:cubicBezTo>
                        <a:pt x="243" y="2108"/>
                        <a:pt x="195" y="2108"/>
                        <a:pt x="145" y="2108"/>
                      </a:cubicBezTo>
                      <a:cubicBezTo>
                        <a:pt x="145" y="2084"/>
                        <a:pt x="145" y="2060"/>
                        <a:pt x="145" y="2035"/>
                      </a:cubicBezTo>
                      <a:cubicBezTo>
                        <a:pt x="121" y="2035"/>
                        <a:pt x="97" y="2035"/>
                        <a:pt x="73" y="2035"/>
                      </a:cubicBezTo>
                      <a:cubicBezTo>
                        <a:pt x="73" y="2011"/>
                        <a:pt x="73" y="1987"/>
                        <a:pt x="73" y="1962"/>
                      </a:cubicBezTo>
                      <a:cubicBezTo>
                        <a:pt x="49" y="1962"/>
                        <a:pt x="25" y="1962"/>
                        <a:pt x="0" y="1962"/>
                      </a:cubicBezTo>
                      <a:cubicBezTo>
                        <a:pt x="0" y="1914"/>
                        <a:pt x="0" y="1866"/>
                        <a:pt x="0" y="1817"/>
                      </a:cubicBezTo>
                      <a:cubicBezTo>
                        <a:pt x="24" y="1817"/>
                        <a:pt x="48" y="1817"/>
                        <a:pt x="73" y="1817"/>
                      </a:cubicBezTo>
                      <a:cubicBezTo>
                        <a:pt x="73" y="1793"/>
                        <a:pt x="73" y="1769"/>
                        <a:pt x="73" y="1744"/>
                      </a:cubicBezTo>
                      <a:cubicBezTo>
                        <a:pt x="97" y="1744"/>
                        <a:pt x="121" y="1744"/>
                        <a:pt x="145" y="1744"/>
                      </a:cubicBezTo>
                      <a:cubicBezTo>
                        <a:pt x="145" y="1720"/>
                        <a:pt x="145" y="1696"/>
                        <a:pt x="145" y="1672"/>
                      </a:cubicBezTo>
                      <a:cubicBezTo>
                        <a:pt x="169" y="1672"/>
                        <a:pt x="193" y="1672"/>
                        <a:pt x="218" y="1672"/>
                      </a:cubicBezTo>
                      <a:cubicBezTo>
                        <a:pt x="218" y="1432"/>
                        <a:pt x="218" y="1192"/>
                        <a:pt x="218" y="945"/>
                      </a:cubicBezTo>
                      <a:cubicBezTo>
                        <a:pt x="242" y="945"/>
                        <a:pt x="266" y="945"/>
                        <a:pt x="291" y="945"/>
                      </a:cubicBezTo>
                      <a:cubicBezTo>
                        <a:pt x="291" y="873"/>
                        <a:pt x="291" y="801"/>
                        <a:pt x="291" y="727"/>
                      </a:cubicBezTo>
                      <a:cubicBezTo>
                        <a:pt x="315" y="727"/>
                        <a:pt x="339" y="727"/>
                        <a:pt x="363" y="727"/>
                      </a:cubicBezTo>
                      <a:cubicBezTo>
                        <a:pt x="363" y="607"/>
                        <a:pt x="363" y="487"/>
                        <a:pt x="363" y="363"/>
                      </a:cubicBezTo>
                      <a:cubicBezTo>
                        <a:pt x="387" y="363"/>
                        <a:pt x="411" y="363"/>
                        <a:pt x="436" y="363"/>
                      </a:cubicBezTo>
                      <a:cubicBezTo>
                        <a:pt x="436" y="339"/>
                        <a:pt x="436" y="315"/>
                        <a:pt x="436" y="291"/>
                      </a:cubicBezTo>
                      <a:cubicBezTo>
                        <a:pt x="460" y="291"/>
                        <a:pt x="484" y="291"/>
                        <a:pt x="509" y="291"/>
                      </a:cubicBezTo>
                      <a:cubicBezTo>
                        <a:pt x="509" y="243"/>
                        <a:pt x="509" y="195"/>
                        <a:pt x="509" y="145"/>
                      </a:cubicBezTo>
                      <a:cubicBezTo>
                        <a:pt x="557" y="145"/>
                        <a:pt x="605" y="145"/>
                        <a:pt x="654" y="145"/>
                      </a:cubicBezTo>
                      <a:cubicBezTo>
                        <a:pt x="654" y="121"/>
                        <a:pt x="654" y="97"/>
                        <a:pt x="654" y="73"/>
                      </a:cubicBezTo>
                      <a:cubicBezTo>
                        <a:pt x="678" y="73"/>
                        <a:pt x="702" y="73"/>
                        <a:pt x="727" y="73"/>
                      </a:cubicBezTo>
                      <a:cubicBezTo>
                        <a:pt x="727" y="49"/>
                        <a:pt x="727" y="25"/>
                        <a:pt x="72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08" name="ICON_REPORT_SOURCE_path_015"/>
                <p:cNvSpPr/>
                <p:nvPr/>
              </p:nvSpPr>
              <p:spPr>
                <a:xfrm>
                  <a:off x="10537493" y="5826586"/>
                  <a:ext cx="18459" cy="1938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53" h="1526" fill="norm" stroke="0">
                      <a:moveTo>
                        <a:pt x="0" y="0"/>
                      </a:moveTo>
                      <a:cubicBezTo>
                        <a:pt x="48" y="0"/>
                        <a:pt x="96" y="0"/>
                        <a:pt x="145" y="0"/>
                      </a:cubicBezTo>
                      <a:cubicBezTo>
                        <a:pt x="145" y="24"/>
                        <a:pt x="145" y="48"/>
                        <a:pt x="145" y="73"/>
                      </a:cubicBezTo>
                      <a:cubicBezTo>
                        <a:pt x="169" y="73"/>
                        <a:pt x="193" y="73"/>
                        <a:pt x="218" y="73"/>
                      </a:cubicBezTo>
                      <a:cubicBezTo>
                        <a:pt x="218" y="97"/>
                        <a:pt x="218" y="121"/>
                        <a:pt x="218" y="145"/>
                      </a:cubicBezTo>
                      <a:cubicBezTo>
                        <a:pt x="242" y="145"/>
                        <a:pt x="266" y="145"/>
                        <a:pt x="291" y="145"/>
                      </a:cubicBezTo>
                      <a:cubicBezTo>
                        <a:pt x="291" y="169"/>
                        <a:pt x="291" y="193"/>
                        <a:pt x="291" y="218"/>
                      </a:cubicBezTo>
                      <a:cubicBezTo>
                        <a:pt x="315" y="218"/>
                        <a:pt x="339" y="218"/>
                        <a:pt x="363" y="218"/>
                      </a:cubicBezTo>
                      <a:cubicBezTo>
                        <a:pt x="363" y="242"/>
                        <a:pt x="363" y="266"/>
                        <a:pt x="363" y="291"/>
                      </a:cubicBezTo>
                      <a:cubicBezTo>
                        <a:pt x="387" y="291"/>
                        <a:pt x="411" y="291"/>
                        <a:pt x="436" y="291"/>
                      </a:cubicBezTo>
                      <a:cubicBezTo>
                        <a:pt x="436" y="315"/>
                        <a:pt x="436" y="339"/>
                        <a:pt x="436" y="363"/>
                      </a:cubicBezTo>
                      <a:cubicBezTo>
                        <a:pt x="460" y="363"/>
                        <a:pt x="484" y="363"/>
                        <a:pt x="509" y="363"/>
                      </a:cubicBezTo>
                      <a:cubicBezTo>
                        <a:pt x="509" y="387"/>
                        <a:pt x="509" y="411"/>
                        <a:pt x="509" y="436"/>
                      </a:cubicBezTo>
                      <a:cubicBezTo>
                        <a:pt x="533" y="436"/>
                        <a:pt x="557" y="436"/>
                        <a:pt x="581" y="436"/>
                      </a:cubicBezTo>
                      <a:cubicBezTo>
                        <a:pt x="581" y="460"/>
                        <a:pt x="581" y="484"/>
                        <a:pt x="581" y="509"/>
                      </a:cubicBezTo>
                      <a:cubicBezTo>
                        <a:pt x="605" y="509"/>
                        <a:pt x="629" y="509"/>
                        <a:pt x="654" y="509"/>
                      </a:cubicBezTo>
                      <a:cubicBezTo>
                        <a:pt x="654" y="533"/>
                        <a:pt x="654" y="557"/>
                        <a:pt x="654" y="581"/>
                      </a:cubicBezTo>
                      <a:cubicBezTo>
                        <a:pt x="678" y="581"/>
                        <a:pt x="702" y="581"/>
                        <a:pt x="727" y="581"/>
                      </a:cubicBezTo>
                      <a:cubicBezTo>
                        <a:pt x="727" y="605"/>
                        <a:pt x="727" y="629"/>
                        <a:pt x="727" y="654"/>
                      </a:cubicBezTo>
                      <a:cubicBezTo>
                        <a:pt x="751" y="654"/>
                        <a:pt x="775" y="654"/>
                        <a:pt x="799" y="654"/>
                      </a:cubicBezTo>
                      <a:cubicBezTo>
                        <a:pt x="799" y="678"/>
                        <a:pt x="799" y="702"/>
                        <a:pt x="799" y="727"/>
                      </a:cubicBezTo>
                      <a:cubicBezTo>
                        <a:pt x="823" y="727"/>
                        <a:pt x="847" y="727"/>
                        <a:pt x="872" y="727"/>
                      </a:cubicBezTo>
                      <a:cubicBezTo>
                        <a:pt x="872" y="751"/>
                        <a:pt x="872" y="775"/>
                        <a:pt x="872" y="799"/>
                      </a:cubicBezTo>
                      <a:cubicBezTo>
                        <a:pt x="896" y="799"/>
                        <a:pt x="920" y="799"/>
                        <a:pt x="945" y="799"/>
                      </a:cubicBezTo>
                      <a:cubicBezTo>
                        <a:pt x="945" y="823"/>
                        <a:pt x="945" y="847"/>
                        <a:pt x="945" y="872"/>
                      </a:cubicBezTo>
                      <a:cubicBezTo>
                        <a:pt x="969" y="872"/>
                        <a:pt x="993" y="872"/>
                        <a:pt x="1017" y="872"/>
                      </a:cubicBezTo>
                      <a:cubicBezTo>
                        <a:pt x="1017" y="896"/>
                        <a:pt x="1017" y="920"/>
                        <a:pt x="1017" y="945"/>
                      </a:cubicBezTo>
                      <a:cubicBezTo>
                        <a:pt x="1041" y="945"/>
                        <a:pt x="1065" y="945"/>
                        <a:pt x="1090" y="945"/>
                      </a:cubicBezTo>
                      <a:cubicBezTo>
                        <a:pt x="1090" y="969"/>
                        <a:pt x="1090" y="993"/>
                        <a:pt x="1090" y="1017"/>
                      </a:cubicBezTo>
                      <a:cubicBezTo>
                        <a:pt x="1114" y="1017"/>
                        <a:pt x="1138" y="1017"/>
                        <a:pt x="1163" y="1017"/>
                      </a:cubicBezTo>
                      <a:cubicBezTo>
                        <a:pt x="1163" y="1041"/>
                        <a:pt x="1163" y="1065"/>
                        <a:pt x="1163" y="1090"/>
                      </a:cubicBezTo>
                      <a:cubicBezTo>
                        <a:pt x="1187" y="1090"/>
                        <a:pt x="1211" y="1090"/>
                        <a:pt x="1235" y="1090"/>
                      </a:cubicBezTo>
                      <a:cubicBezTo>
                        <a:pt x="1235" y="1114"/>
                        <a:pt x="1235" y="1138"/>
                        <a:pt x="1235" y="1163"/>
                      </a:cubicBezTo>
                      <a:cubicBezTo>
                        <a:pt x="1259" y="1163"/>
                        <a:pt x="1283" y="1163"/>
                        <a:pt x="1308" y="1163"/>
                      </a:cubicBezTo>
                      <a:cubicBezTo>
                        <a:pt x="1308" y="1187"/>
                        <a:pt x="1308" y="1211"/>
                        <a:pt x="1308" y="1235"/>
                      </a:cubicBezTo>
                      <a:cubicBezTo>
                        <a:pt x="1332" y="1235"/>
                        <a:pt x="1356" y="1235"/>
                        <a:pt x="1381" y="1235"/>
                      </a:cubicBezTo>
                      <a:cubicBezTo>
                        <a:pt x="1381" y="1259"/>
                        <a:pt x="1381" y="1283"/>
                        <a:pt x="1381" y="1308"/>
                      </a:cubicBezTo>
                      <a:cubicBezTo>
                        <a:pt x="1405" y="1308"/>
                        <a:pt x="1429" y="1308"/>
                        <a:pt x="1453" y="1308"/>
                      </a:cubicBezTo>
                      <a:cubicBezTo>
                        <a:pt x="1453" y="1380"/>
                        <a:pt x="1453" y="1452"/>
                        <a:pt x="1453" y="1526"/>
                      </a:cubicBezTo>
                      <a:cubicBezTo>
                        <a:pt x="998" y="1526"/>
                        <a:pt x="542" y="1526"/>
                        <a:pt x="73" y="1526"/>
                      </a:cubicBezTo>
                      <a:cubicBezTo>
                        <a:pt x="73" y="1502"/>
                        <a:pt x="73" y="1478"/>
                        <a:pt x="73" y="1453"/>
                      </a:cubicBezTo>
                      <a:cubicBezTo>
                        <a:pt x="49" y="1453"/>
                        <a:pt x="25" y="1453"/>
                        <a:pt x="0" y="1453"/>
                      </a:cubicBezTo>
                      <a:cubicBezTo>
                        <a:pt x="0" y="974"/>
                        <a:pt x="0" y="494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09" name="ICON_REPORT_SOURCE_path_016"/>
                <p:cNvSpPr/>
                <p:nvPr/>
              </p:nvSpPr>
              <p:spPr>
                <a:xfrm>
                  <a:off x="10566105" y="5845969"/>
                  <a:ext cx="4615" cy="4799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63" h="3779" fill="norm" stroke="0">
                      <a:moveTo>
                        <a:pt x="218" y="0"/>
                      </a:moveTo>
                      <a:cubicBezTo>
                        <a:pt x="242" y="0"/>
                        <a:pt x="266" y="0"/>
                        <a:pt x="291" y="0"/>
                      </a:cubicBezTo>
                      <a:cubicBezTo>
                        <a:pt x="291" y="24"/>
                        <a:pt x="291" y="48"/>
                        <a:pt x="291" y="73"/>
                      </a:cubicBezTo>
                      <a:cubicBezTo>
                        <a:pt x="315" y="73"/>
                        <a:pt x="339" y="73"/>
                        <a:pt x="363" y="73"/>
                      </a:cubicBezTo>
                      <a:cubicBezTo>
                        <a:pt x="363" y="97"/>
                        <a:pt x="363" y="121"/>
                        <a:pt x="363" y="145"/>
                      </a:cubicBezTo>
                      <a:cubicBezTo>
                        <a:pt x="339" y="145"/>
                        <a:pt x="315" y="145"/>
                        <a:pt x="291" y="145"/>
                      </a:cubicBezTo>
                      <a:cubicBezTo>
                        <a:pt x="291" y="337"/>
                        <a:pt x="291" y="529"/>
                        <a:pt x="291" y="727"/>
                      </a:cubicBezTo>
                      <a:cubicBezTo>
                        <a:pt x="315" y="727"/>
                        <a:pt x="339" y="727"/>
                        <a:pt x="363" y="727"/>
                      </a:cubicBezTo>
                      <a:cubicBezTo>
                        <a:pt x="363" y="847"/>
                        <a:pt x="363" y="967"/>
                        <a:pt x="363" y="1090"/>
                      </a:cubicBezTo>
                      <a:cubicBezTo>
                        <a:pt x="339" y="1090"/>
                        <a:pt x="315" y="1090"/>
                        <a:pt x="291" y="1090"/>
                      </a:cubicBezTo>
                      <a:cubicBezTo>
                        <a:pt x="291" y="1762"/>
                        <a:pt x="291" y="2433"/>
                        <a:pt x="291" y="3125"/>
                      </a:cubicBezTo>
                      <a:cubicBezTo>
                        <a:pt x="315" y="3125"/>
                        <a:pt x="339" y="3125"/>
                        <a:pt x="363" y="3125"/>
                      </a:cubicBezTo>
                      <a:cubicBezTo>
                        <a:pt x="363" y="3197"/>
                        <a:pt x="363" y="3269"/>
                        <a:pt x="363" y="3343"/>
                      </a:cubicBezTo>
                      <a:cubicBezTo>
                        <a:pt x="339" y="3343"/>
                        <a:pt x="315" y="3343"/>
                        <a:pt x="291" y="3343"/>
                      </a:cubicBezTo>
                      <a:cubicBezTo>
                        <a:pt x="291" y="3391"/>
                        <a:pt x="291" y="3439"/>
                        <a:pt x="291" y="3488"/>
                      </a:cubicBezTo>
                      <a:cubicBezTo>
                        <a:pt x="315" y="3488"/>
                        <a:pt x="339" y="3488"/>
                        <a:pt x="363" y="3488"/>
                      </a:cubicBezTo>
                      <a:cubicBezTo>
                        <a:pt x="363" y="3560"/>
                        <a:pt x="363" y="3632"/>
                        <a:pt x="363" y="3706"/>
                      </a:cubicBezTo>
                      <a:cubicBezTo>
                        <a:pt x="339" y="3706"/>
                        <a:pt x="315" y="3706"/>
                        <a:pt x="291" y="3706"/>
                      </a:cubicBezTo>
                      <a:cubicBezTo>
                        <a:pt x="291" y="3730"/>
                        <a:pt x="291" y="3754"/>
                        <a:pt x="291" y="3779"/>
                      </a:cubicBezTo>
                      <a:cubicBezTo>
                        <a:pt x="195" y="3779"/>
                        <a:pt x="99" y="3779"/>
                        <a:pt x="0" y="3779"/>
                      </a:cubicBezTo>
                      <a:cubicBezTo>
                        <a:pt x="0" y="2556"/>
                        <a:pt x="0" y="1333"/>
                        <a:pt x="0" y="73"/>
                      </a:cubicBezTo>
                      <a:cubicBezTo>
                        <a:pt x="72" y="73"/>
                        <a:pt x="144" y="73"/>
                        <a:pt x="218" y="73"/>
                      </a:cubicBezTo>
                      <a:cubicBezTo>
                        <a:pt x="218" y="49"/>
                        <a:pt x="218" y="25"/>
                        <a:pt x="21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10" name="ICON_REPORT_SOURCE_path_017"/>
                <p:cNvSpPr/>
                <p:nvPr/>
              </p:nvSpPr>
              <p:spPr>
                <a:xfrm>
                  <a:off x="10539339" y="5922575"/>
                  <a:ext cx="37842" cy="1753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80" h="1381" fill="norm" stroke="0">
                      <a:moveTo>
                        <a:pt x="218" y="0"/>
                      </a:moveTo>
                      <a:cubicBezTo>
                        <a:pt x="290" y="0"/>
                        <a:pt x="362" y="0"/>
                        <a:pt x="436" y="0"/>
                      </a:cubicBezTo>
                      <a:cubicBezTo>
                        <a:pt x="436" y="24"/>
                        <a:pt x="436" y="48"/>
                        <a:pt x="436" y="73"/>
                      </a:cubicBezTo>
                      <a:cubicBezTo>
                        <a:pt x="460" y="73"/>
                        <a:pt x="484" y="73"/>
                        <a:pt x="509" y="73"/>
                      </a:cubicBezTo>
                      <a:cubicBezTo>
                        <a:pt x="509" y="97"/>
                        <a:pt x="509" y="121"/>
                        <a:pt x="509" y="145"/>
                      </a:cubicBezTo>
                      <a:cubicBezTo>
                        <a:pt x="581" y="145"/>
                        <a:pt x="653" y="145"/>
                        <a:pt x="727" y="145"/>
                      </a:cubicBezTo>
                      <a:cubicBezTo>
                        <a:pt x="727" y="121"/>
                        <a:pt x="727" y="97"/>
                        <a:pt x="727" y="73"/>
                      </a:cubicBezTo>
                      <a:cubicBezTo>
                        <a:pt x="847" y="73"/>
                        <a:pt x="967" y="73"/>
                        <a:pt x="1090" y="73"/>
                      </a:cubicBezTo>
                      <a:cubicBezTo>
                        <a:pt x="1090" y="97"/>
                        <a:pt x="1090" y="121"/>
                        <a:pt x="1090" y="145"/>
                      </a:cubicBezTo>
                      <a:cubicBezTo>
                        <a:pt x="1042" y="145"/>
                        <a:pt x="994" y="145"/>
                        <a:pt x="945" y="145"/>
                      </a:cubicBezTo>
                      <a:cubicBezTo>
                        <a:pt x="945" y="193"/>
                        <a:pt x="945" y="241"/>
                        <a:pt x="945" y="291"/>
                      </a:cubicBezTo>
                      <a:cubicBezTo>
                        <a:pt x="1017" y="291"/>
                        <a:pt x="1089" y="291"/>
                        <a:pt x="1163" y="291"/>
                      </a:cubicBezTo>
                      <a:cubicBezTo>
                        <a:pt x="1163" y="267"/>
                        <a:pt x="1163" y="243"/>
                        <a:pt x="1163" y="218"/>
                      </a:cubicBezTo>
                      <a:cubicBezTo>
                        <a:pt x="1211" y="218"/>
                        <a:pt x="1259" y="218"/>
                        <a:pt x="1308" y="218"/>
                      </a:cubicBezTo>
                      <a:cubicBezTo>
                        <a:pt x="1308" y="266"/>
                        <a:pt x="1308" y="314"/>
                        <a:pt x="1308" y="363"/>
                      </a:cubicBezTo>
                      <a:cubicBezTo>
                        <a:pt x="1284" y="363"/>
                        <a:pt x="1260" y="363"/>
                        <a:pt x="1235" y="363"/>
                      </a:cubicBezTo>
                      <a:cubicBezTo>
                        <a:pt x="1235" y="387"/>
                        <a:pt x="1235" y="411"/>
                        <a:pt x="1235" y="436"/>
                      </a:cubicBezTo>
                      <a:cubicBezTo>
                        <a:pt x="1188" y="436"/>
                        <a:pt x="1140" y="436"/>
                        <a:pt x="1090" y="436"/>
                      </a:cubicBezTo>
                      <a:cubicBezTo>
                        <a:pt x="1090" y="460"/>
                        <a:pt x="1090" y="484"/>
                        <a:pt x="1090" y="509"/>
                      </a:cubicBezTo>
                      <a:cubicBezTo>
                        <a:pt x="1042" y="509"/>
                        <a:pt x="994" y="509"/>
                        <a:pt x="945" y="509"/>
                      </a:cubicBezTo>
                      <a:cubicBezTo>
                        <a:pt x="945" y="557"/>
                        <a:pt x="945" y="605"/>
                        <a:pt x="945" y="654"/>
                      </a:cubicBezTo>
                      <a:cubicBezTo>
                        <a:pt x="1017" y="654"/>
                        <a:pt x="1089" y="654"/>
                        <a:pt x="1163" y="654"/>
                      </a:cubicBezTo>
                      <a:cubicBezTo>
                        <a:pt x="1163" y="630"/>
                        <a:pt x="1163" y="606"/>
                        <a:pt x="1163" y="581"/>
                      </a:cubicBezTo>
                      <a:cubicBezTo>
                        <a:pt x="1211" y="581"/>
                        <a:pt x="1259" y="581"/>
                        <a:pt x="1308" y="581"/>
                      </a:cubicBezTo>
                      <a:cubicBezTo>
                        <a:pt x="1308" y="557"/>
                        <a:pt x="1308" y="533"/>
                        <a:pt x="1308" y="509"/>
                      </a:cubicBezTo>
                      <a:cubicBezTo>
                        <a:pt x="1332" y="509"/>
                        <a:pt x="1356" y="509"/>
                        <a:pt x="1381" y="509"/>
                      </a:cubicBezTo>
                      <a:cubicBezTo>
                        <a:pt x="1381" y="485"/>
                        <a:pt x="1381" y="461"/>
                        <a:pt x="1381" y="436"/>
                      </a:cubicBezTo>
                      <a:cubicBezTo>
                        <a:pt x="1429" y="436"/>
                        <a:pt x="1477" y="436"/>
                        <a:pt x="1526" y="436"/>
                      </a:cubicBezTo>
                      <a:cubicBezTo>
                        <a:pt x="1526" y="412"/>
                        <a:pt x="1526" y="388"/>
                        <a:pt x="1526" y="363"/>
                      </a:cubicBezTo>
                      <a:cubicBezTo>
                        <a:pt x="1550" y="363"/>
                        <a:pt x="1574" y="363"/>
                        <a:pt x="1599" y="363"/>
                      </a:cubicBezTo>
                      <a:cubicBezTo>
                        <a:pt x="1599" y="339"/>
                        <a:pt x="1599" y="315"/>
                        <a:pt x="1599" y="291"/>
                      </a:cubicBezTo>
                      <a:cubicBezTo>
                        <a:pt x="1671" y="291"/>
                        <a:pt x="1743" y="291"/>
                        <a:pt x="1817" y="291"/>
                      </a:cubicBezTo>
                      <a:cubicBezTo>
                        <a:pt x="1817" y="315"/>
                        <a:pt x="1817" y="339"/>
                        <a:pt x="1817" y="363"/>
                      </a:cubicBezTo>
                      <a:cubicBezTo>
                        <a:pt x="1865" y="363"/>
                        <a:pt x="1913" y="363"/>
                        <a:pt x="1962" y="363"/>
                      </a:cubicBezTo>
                      <a:cubicBezTo>
                        <a:pt x="1962" y="387"/>
                        <a:pt x="1962" y="411"/>
                        <a:pt x="1962" y="436"/>
                      </a:cubicBezTo>
                      <a:cubicBezTo>
                        <a:pt x="2010" y="436"/>
                        <a:pt x="2058" y="436"/>
                        <a:pt x="2108" y="436"/>
                      </a:cubicBezTo>
                      <a:cubicBezTo>
                        <a:pt x="2108" y="460"/>
                        <a:pt x="2108" y="484"/>
                        <a:pt x="2108" y="509"/>
                      </a:cubicBezTo>
                      <a:cubicBezTo>
                        <a:pt x="2132" y="509"/>
                        <a:pt x="2156" y="509"/>
                        <a:pt x="2180" y="509"/>
                      </a:cubicBezTo>
                      <a:cubicBezTo>
                        <a:pt x="2180" y="533"/>
                        <a:pt x="2180" y="557"/>
                        <a:pt x="2180" y="581"/>
                      </a:cubicBezTo>
                      <a:cubicBezTo>
                        <a:pt x="2204" y="581"/>
                        <a:pt x="2228" y="581"/>
                        <a:pt x="2253" y="581"/>
                      </a:cubicBezTo>
                      <a:cubicBezTo>
                        <a:pt x="2253" y="605"/>
                        <a:pt x="2253" y="629"/>
                        <a:pt x="2253" y="654"/>
                      </a:cubicBezTo>
                      <a:cubicBezTo>
                        <a:pt x="2277" y="654"/>
                        <a:pt x="2301" y="654"/>
                        <a:pt x="2326" y="654"/>
                      </a:cubicBezTo>
                      <a:cubicBezTo>
                        <a:pt x="2326" y="702"/>
                        <a:pt x="2326" y="750"/>
                        <a:pt x="2326" y="799"/>
                      </a:cubicBezTo>
                      <a:cubicBezTo>
                        <a:pt x="2350" y="799"/>
                        <a:pt x="2374" y="799"/>
                        <a:pt x="2398" y="799"/>
                      </a:cubicBezTo>
                      <a:cubicBezTo>
                        <a:pt x="2398" y="823"/>
                        <a:pt x="2398" y="847"/>
                        <a:pt x="2398" y="872"/>
                      </a:cubicBezTo>
                      <a:cubicBezTo>
                        <a:pt x="2470" y="872"/>
                        <a:pt x="2542" y="872"/>
                        <a:pt x="2616" y="872"/>
                      </a:cubicBezTo>
                      <a:cubicBezTo>
                        <a:pt x="2616" y="848"/>
                        <a:pt x="2616" y="824"/>
                        <a:pt x="2616" y="799"/>
                      </a:cubicBezTo>
                      <a:cubicBezTo>
                        <a:pt x="2640" y="799"/>
                        <a:pt x="2664" y="799"/>
                        <a:pt x="2689" y="799"/>
                      </a:cubicBezTo>
                      <a:cubicBezTo>
                        <a:pt x="2689" y="727"/>
                        <a:pt x="2689" y="656"/>
                        <a:pt x="2689" y="581"/>
                      </a:cubicBezTo>
                      <a:cubicBezTo>
                        <a:pt x="2785" y="581"/>
                        <a:pt x="2881" y="581"/>
                        <a:pt x="2980" y="581"/>
                      </a:cubicBezTo>
                      <a:cubicBezTo>
                        <a:pt x="2980" y="605"/>
                        <a:pt x="2980" y="629"/>
                        <a:pt x="2980" y="654"/>
                      </a:cubicBezTo>
                      <a:cubicBezTo>
                        <a:pt x="2956" y="654"/>
                        <a:pt x="2932" y="654"/>
                        <a:pt x="2907" y="654"/>
                      </a:cubicBezTo>
                      <a:cubicBezTo>
                        <a:pt x="2907" y="678"/>
                        <a:pt x="2907" y="702"/>
                        <a:pt x="2907" y="727"/>
                      </a:cubicBezTo>
                      <a:cubicBezTo>
                        <a:pt x="2883" y="727"/>
                        <a:pt x="2859" y="727"/>
                        <a:pt x="2834" y="727"/>
                      </a:cubicBezTo>
                      <a:cubicBezTo>
                        <a:pt x="2834" y="751"/>
                        <a:pt x="2834" y="775"/>
                        <a:pt x="2834" y="799"/>
                      </a:cubicBezTo>
                      <a:cubicBezTo>
                        <a:pt x="2810" y="799"/>
                        <a:pt x="2786" y="799"/>
                        <a:pt x="2762" y="799"/>
                      </a:cubicBezTo>
                      <a:cubicBezTo>
                        <a:pt x="2762" y="823"/>
                        <a:pt x="2762" y="847"/>
                        <a:pt x="2762" y="872"/>
                      </a:cubicBezTo>
                      <a:cubicBezTo>
                        <a:pt x="2738" y="872"/>
                        <a:pt x="2714" y="872"/>
                        <a:pt x="2689" y="872"/>
                      </a:cubicBezTo>
                      <a:cubicBezTo>
                        <a:pt x="2689" y="896"/>
                        <a:pt x="2689" y="920"/>
                        <a:pt x="2689" y="945"/>
                      </a:cubicBezTo>
                      <a:cubicBezTo>
                        <a:pt x="2665" y="945"/>
                        <a:pt x="2641" y="945"/>
                        <a:pt x="2616" y="945"/>
                      </a:cubicBezTo>
                      <a:cubicBezTo>
                        <a:pt x="2616" y="969"/>
                        <a:pt x="2616" y="993"/>
                        <a:pt x="2616" y="1017"/>
                      </a:cubicBezTo>
                      <a:cubicBezTo>
                        <a:pt x="2592" y="1017"/>
                        <a:pt x="2568" y="1017"/>
                        <a:pt x="2544" y="1017"/>
                      </a:cubicBezTo>
                      <a:cubicBezTo>
                        <a:pt x="2544" y="1041"/>
                        <a:pt x="2544" y="1065"/>
                        <a:pt x="2544" y="1090"/>
                      </a:cubicBezTo>
                      <a:cubicBezTo>
                        <a:pt x="2520" y="1090"/>
                        <a:pt x="2496" y="1090"/>
                        <a:pt x="2471" y="1090"/>
                      </a:cubicBezTo>
                      <a:cubicBezTo>
                        <a:pt x="2471" y="1114"/>
                        <a:pt x="2471" y="1138"/>
                        <a:pt x="2471" y="1163"/>
                      </a:cubicBezTo>
                      <a:cubicBezTo>
                        <a:pt x="2447" y="1163"/>
                        <a:pt x="2423" y="1163"/>
                        <a:pt x="2398" y="1163"/>
                      </a:cubicBezTo>
                      <a:cubicBezTo>
                        <a:pt x="2398" y="1187"/>
                        <a:pt x="2398" y="1211"/>
                        <a:pt x="2398" y="1235"/>
                      </a:cubicBezTo>
                      <a:cubicBezTo>
                        <a:pt x="2374" y="1235"/>
                        <a:pt x="2350" y="1235"/>
                        <a:pt x="2326" y="1235"/>
                      </a:cubicBezTo>
                      <a:cubicBezTo>
                        <a:pt x="2326" y="1259"/>
                        <a:pt x="2326" y="1283"/>
                        <a:pt x="2326" y="1308"/>
                      </a:cubicBezTo>
                      <a:cubicBezTo>
                        <a:pt x="2302" y="1308"/>
                        <a:pt x="2278" y="1308"/>
                        <a:pt x="2253" y="1308"/>
                      </a:cubicBezTo>
                      <a:cubicBezTo>
                        <a:pt x="2253" y="1332"/>
                        <a:pt x="2253" y="1356"/>
                        <a:pt x="2253" y="1381"/>
                      </a:cubicBezTo>
                      <a:cubicBezTo>
                        <a:pt x="2229" y="1381"/>
                        <a:pt x="2205" y="1381"/>
                        <a:pt x="2180" y="1381"/>
                      </a:cubicBezTo>
                      <a:cubicBezTo>
                        <a:pt x="2180" y="1333"/>
                        <a:pt x="2180" y="1285"/>
                        <a:pt x="2180" y="1235"/>
                      </a:cubicBezTo>
                      <a:cubicBezTo>
                        <a:pt x="2132" y="1235"/>
                        <a:pt x="2084" y="1235"/>
                        <a:pt x="2035" y="1235"/>
                      </a:cubicBezTo>
                      <a:cubicBezTo>
                        <a:pt x="2035" y="1188"/>
                        <a:pt x="2035" y="1140"/>
                        <a:pt x="2035" y="1090"/>
                      </a:cubicBezTo>
                      <a:cubicBezTo>
                        <a:pt x="2059" y="1090"/>
                        <a:pt x="2083" y="1090"/>
                        <a:pt x="2108" y="1090"/>
                      </a:cubicBezTo>
                      <a:cubicBezTo>
                        <a:pt x="2108" y="1066"/>
                        <a:pt x="2108" y="1042"/>
                        <a:pt x="2108" y="1017"/>
                      </a:cubicBezTo>
                      <a:cubicBezTo>
                        <a:pt x="2132" y="1017"/>
                        <a:pt x="2156" y="1017"/>
                        <a:pt x="2180" y="1017"/>
                      </a:cubicBezTo>
                      <a:cubicBezTo>
                        <a:pt x="2174" y="999"/>
                        <a:pt x="2174" y="999"/>
                        <a:pt x="2144" y="908"/>
                      </a:cubicBezTo>
                      <a:cubicBezTo>
                        <a:pt x="2108" y="920"/>
                        <a:pt x="2072" y="932"/>
                        <a:pt x="2035" y="945"/>
                      </a:cubicBezTo>
                      <a:cubicBezTo>
                        <a:pt x="2035" y="849"/>
                        <a:pt x="2035" y="753"/>
                        <a:pt x="2035" y="654"/>
                      </a:cubicBezTo>
                      <a:cubicBezTo>
                        <a:pt x="2011" y="654"/>
                        <a:pt x="1987" y="654"/>
                        <a:pt x="1962" y="654"/>
                      </a:cubicBezTo>
                      <a:cubicBezTo>
                        <a:pt x="1962" y="630"/>
                        <a:pt x="1962" y="606"/>
                        <a:pt x="1962" y="581"/>
                      </a:cubicBezTo>
                      <a:cubicBezTo>
                        <a:pt x="1938" y="581"/>
                        <a:pt x="1914" y="581"/>
                        <a:pt x="1890" y="581"/>
                      </a:cubicBezTo>
                      <a:cubicBezTo>
                        <a:pt x="1890" y="557"/>
                        <a:pt x="1890" y="533"/>
                        <a:pt x="1890" y="509"/>
                      </a:cubicBezTo>
                      <a:cubicBezTo>
                        <a:pt x="1866" y="509"/>
                        <a:pt x="1842" y="509"/>
                        <a:pt x="1817" y="509"/>
                      </a:cubicBezTo>
                      <a:cubicBezTo>
                        <a:pt x="1817" y="485"/>
                        <a:pt x="1817" y="461"/>
                        <a:pt x="1817" y="436"/>
                      </a:cubicBezTo>
                      <a:cubicBezTo>
                        <a:pt x="1745" y="436"/>
                        <a:pt x="1673" y="436"/>
                        <a:pt x="1599" y="436"/>
                      </a:cubicBezTo>
                      <a:cubicBezTo>
                        <a:pt x="1599" y="460"/>
                        <a:pt x="1599" y="484"/>
                        <a:pt x="1599" y="509"/>
                      </a:cubicBezTo>
                      <a:cubicBezTo>
                        <a:pt x="1575" y="509"/>
                        <a:pt x="1551" y="509"/>
                        <a:pt x="1526" y="509"/>
                      </a:cubicBezTo>
                      <a:cubicBezTo>
                        <a:pt x="1526" y="533"/>
                        <a:pt x="1526" y="557"/>
                        <a:pt x="1526" y="581"/>
                      </a:cubicBezTo>
                      <a:cubicBezTo>
                        <a:pt x="1502" y="581"/>
                        <a:pt x="1478" y="581"/>
                        <a:pt x="1453" y="581"/>
                      </a:cubicBezTo>
                      <a:cubicBezTo>
                        <a:pt x="1453" y="605"/>
                        <a:pt x="1453" y="629"/>
                        <a:pt x="1453" y="654"/>
                      </a:cubicBezTo>
                      <a:cubicBezTo>
                        <a:pt x="1430" y="654"/>
                        <a:pt x="1406" y="654"/>
                        <a:pt x="1381" y="654"/>
                      </a:cubicBezTo>
                      <a:cubicBezTo>
                        <a:pt x="1381" y="678"/>
                        <a:pt x="1381" y="702"/>
                        <a:pt x="1381" y="727"/>
                      </a:cubicBezTo>
                      <a:cubicBezTo>
                        <a:pt x="1357" y="727"/>
                        <a:pt x="1333" y="727"/>
                        <a:pt x="1308" y="727"/>
                      </a:cubicBezTo>
                      <a:cubicBezTo>
                        <a:pt x="1308" y="751"/>
                        <a:pt x="1308" y="775"/>
                        <a:pt x="1308" y="799"/>
                      </a:cubicBezTo>
                      <a:cubicBezTo>
                        <a:pt x="1284" y="799"/>
                        <a:pt x="1260" y="799"/>
                        <a:pt x="1235" y="799"/>
                      </a:cubicBezTo>
                      <a:cubicBezTo>
                        <a:pt x="1235" y="823"/>
                        <a:pt x="1235" y="847"/>
                        <a:pt x="1235" y="872"/>
                      </a:cubicBezTo>
                      <a:cubicBezTo>
                        <a:pt x="1211" y="872"/>
                        <a:pt x="1188" y="872"/>
                        <a:pt x="1163" y="872"/>
                      </a:cubicBezTo>
                      <a:cubicBezTo>
                        <a:pt x="1163" y="896"/>
                        <a:pt x="1163" y="920"/>
                        <a:pt x="1163" y="945"/>
                      </a:cubicBezTo>
                      <a:cubicBezTo>
                        <a:pt x="1126" y="933"/>
                        <a:pt x="1126" y="933"/>
                        <a:pt x="1090" y="908"/>
                      </a:cubicBezTo>
                      <a:cubicBezTo>
                        <a:pt x="1090" y="872"/>
                        <a:pt x="1090" y="836"/>
                        <a:pt x="1090" y="799"/>
                      </a:cubicBezTo>
                      <a:cubicBezTo>
                        <a:pt x="1018" y="799"/>
                        <a:pt x="946" y="799"/>
                        <a:pt x="872" y="799"/>
                      </a:cubicBezTo>
                      <a:cubicBezTo>
                        <a:pt x="872" y="775"/>
                        <a:pt x="872" y="751"/>
                        <a:pt x="872" y="727"/>
                      </a:cubicBezTo>
                      <a:cubicBezTo>
                        <a:pt x="848" y="727"/>
                        <a:pt x="824" y="727"/>
                        <a:pt x="799" y="727"/>
                      </a:cubicBezTo>
                      <a:cubicBezTo>
                        <a:pt x="799" y="703"/>
                        <a:pt x="799" y="679"/>
                        <a:pt x="799" y="654"/>
                      </a:cubicBezTo>
                      <a:cubicBezTo>
                        <a:pt x="751" y="654"/>
                        <a:pt x="703" y="654"/>
                        <a:pt x="654" y="654"/>
                      </a:cubicBezTo>
                      <a:cubicBezTo>
                        <a:pt x="654" y="678"/>
                        <a:pt x="654" y="702"/>
                        <a:pt x="654" y="727"/>
                      </a:cubicBezTo>
                      <a:cubicBezTo>
                        <a:pt x="630" y="727"/>
                        <a:pt x="606" y="727"/>
                        <a:pt x="581" y="727"/>
                      </a:cubicBezTo>
                      <a:cubicBezTo>
                        <a:pt x="581" y="751"/>
                        <a:pt x="581" y="775"/>
                        <a:pt x="581" y="799"/>
                      </a:cubicBezTo>
                      <a:cubicBezTo>
                        <a:pt x="557" y="799"/>
                        <a:pt x="533" y="799"/>
                        <a:pt x="509" y="799"/>
                      </a:cubicBezTo>
                      <a:cubicBezTo>
                        <a:pt x="509" y="751"/>
                        <a:pt x="509" y="703"/>
                        <a:pt x="509" y="654"/>
                      </a:cubicBezTo>
                      <a:cubicBezTo>
                        <a:pt x="533" y="654"/>
                        <a:pt x="557" y="654"/>
                        <a:pt x="581" y="654"/>
                      </a:cubicBezTo>
                      <a:cubicBezTo>
                        <a:pt x="581" y="558"/>
                        <a:pt x="581" y="462"/>
                        <a:pt x="581" y="363"/>
                      </a:cubicBezTo>
                      <a:cubicBezTo>
                        <a:pt x="557" y="363"/>
                        <a:pt x="533" y="363"/>
                        <a:pt x="509" y="363"/>
                      </a:cubicBezTo>
                      <a:cubicBezTo>
                        <a:pt x="509" y="339"/>
                        <a:pt x="509" y="315"/>
                        <a:pt x="509" y="291"/>
                      </a:cubicBezTo>
                      <a:cubicBezTo>
                        <a:pt x="485" y="291"/>
                        <a:pt x="461" y="291"/>
                        <a:pt x="436" y="291"/>
                      </a:cubicBezTo>
                      <a:cubicBezTo>
                        <a:pt x="436" y="267"/>
                        <a:pt x="436" y="243"/>
                        <a:pt x="436" y="218"/>
                      </a:cubicBezTo>
                      <a:cubicBezTo>
                        <a:pt x="340" y="218"/>
                        <a:pt x="244" y="218"/>
                        <a:pt x="145" y="218"/>
                      </a:cubicBezTo>
                      <a:cubicBezTo>
                        <a:pt x="145" y="242"/>
                        <a:pt x="145" y="266"/>
                        <a:pt x="145" y="291"/>
                      </a:cubicBezTo>
                      <a:cubicBezTo>
                        <a:pt x="97" y="291"/>
                        <a:pt x="49" y="291"/>
                        <a:pt x="0" y="291"/>
                      </a:cubicBezTo>
                      <a:cubicBezTo>
                        <a:pt x="0" y="243"/>
                        <a:pt x="0" y="195"/>
                        <a:pt x="0" y="145"/>
                      </a:cubicBezTo>
                      <a:cubicBezTo>
                        <a:pt x="24" y="145"/>
                        <a:pt x="48" y="145"/>
                        <a:pt x="73" y="145"/>
                      </a:cubicBezTo>
                      <a:cubicBezTo>
                        <a:pt x="73" y="121"/>
                        <a:pt x="73" y="97"/>
                        <a:pt x="73" y="73"/>
                      </a:cubicBezTo>
                      <a:cubicBezTo>
                        <a:pt x="121" y="73"/>
                        <a:pt x="169" y="73"/>
                        <a:pt x="218" y="73"/>
                      </a:cubicBezTo>
                      <a:cubicBezTo>
                        <a:pt x="218" y="49"/>
                        <a:pt x="218" y="25"/>
                        <a:pt x="21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11" name="ICON_REPORT_SOURCE_path_018"/>
                <p:cNvSpPr/>
                <p:nvPr/>
              </p:nvSpPr>
              <p:spPr>
                <a:xfrm>
                  <a:off x="10406432" y="5995489"/>
                  <a:ext cx="151366" cy="27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919" h="218" fill="norm" stroke="0">
                      <a:moveTo>
                        <a:pt x="0" y="0"/>
                      </a:moveTo>
                      <a:cubicBezTo>
                        <a:pt x="48" y="0"/>
                        <a:pt x="96" y="0"/>
                        <a:pt x="145" y="0"/>
                      </a:cubicBezTo>
                      <a:cubicBezTo>
                        <a:pt x="145" y="24"/>
                        <a:pt x="145" y="48"/>
                        <a:pt x="145" y="73"/>
                      </a:cubicBezTo>
                      <a:cubicBezTo>
                        <a:pt x="4031" y="73"/>
                        <a:pt x="7916" y="73"/>
                        <a:pt x="11919" y="73"/>
                      </a:cubicBezTo>
                      <a:cubicBezTo>
                        <a:pt x="11907" y="97"/>
                        <a:pt x="11895" y="121"/>
                        <a:pt x="11882" y="145"/>
                      </a:cubicBezTo>
                      <a:cubicBezTo>
                        <a:pt x="11852" y="154"/>
                        <a:pt x="11852" y="154"/>
                        <a:pt x="11816" y="154"/>
                      </a:cubicBezTo>
                      <a:cubicBezTo>
                        <a:pt x="11809" y="154"/>
                        <a:pt x="11809" y="154"/>
                        <a:pt x="11774" y="154"/>
                      </a:cubicBezTo>
                      <a:cubicBezTo>
                        <a:pt x="11759" y="154"/>
                        <a:pt x="11744" y="154"/>
                        <a:pt x="11728" y="154"/>
                      </a:cubicBezTo>
                      <a:cubicBezTo>
                        <a:pt x="11720" y="154"/>
                        <a:pt x="11720" y="154"/>
                        <a:pt x="11680" y="154"/>
                      </a:cubicBezTo>
                      <a:cubicBezTo>
                        <a:pt x="11636" y="154"/>
                        <a:pt x="11592" y="153"/>
                        <a:pt x="11548" y="153"/>
                      </a:cubicBezTo>
                      <a:cubicBezTo>
                        <a:pt x="11503" y="152"/>
                        <a:pt x="11457" y="152"/>
                        <a:pt x="11411" y="152"/>
                      </a:cubicBezTo>
                      <a:cubicBezTo>
                        <a:pt x="11325" y="152"/>
                        <a:pt x="11238" y="151"/>
                        <a:pt x="11151" y="151"/>
                      </a:cubicBezTo>
                      <a:cubicBezTo>
                        <a:pt x="11053" y="150"/>
                        <a:pt x="10954" y="149"/>
                        <a:pt x="10856" y="149"/>
                      </a:cubicBezTo>
                      <a:cubicBezTo>
                        <a:pt x="10653" y="148"/>
                        <a:pt x="10450" y="147"/>
                        <a:pt x="10247" y="145"/>
                      </a:cubicBezTo>
                      <a:cubicBezTo>
                        <a:pt x="10247" y="169"/>
                        <a:pt x="10247" y="193"/>
                        <a:pt x="10247" y="218"/>
                      </a:cubicBezTo>
                      <a:cubicBezTo>
                        <a:pt x="10199" y="218"/>
                        <a:pt x="10151" y="218"/>
                        <a:pt x="10102" y="218"/>
                      </a:cubicBezTo>
                      <a:cubicBezTo>
                        <a:pt x="10102" y="194"/>
                        <a:pt x="10102" y="170"/>
                        <a:pt x="10102" y="145"/>
                      </a:cubicBezTo>
                      <a:cubicBezTo>
                        <a:pt x="9502" y="145"/>
                        <a:pt x="8903" y="145"/>
                        <a:pt x="8285" y="145"/>
                      </a:cubicBezTo>
                      <a:cubicBezTo>
                        <a:pt x="8285" y="169"/>
                        <a:pt x="8285" y="193"/>
                        <a:pt x="8285" y="218"/>
                      </a:cubicBezTo>
                      <a:cubicBezTo>
                        <a:pt x="8237" y="218"/>
                        <a:pt x="8189" y="218"/>
                        <a:pt x="8140" y="218"/>
                      </a:cubicBezTo>
                      <a:cubicBezTo>
                        <a:pt x="8140" y="194"/>
                        <a:pt x="8140" y="170"/>
                        <a:pt x="8140" y="145"/>
                      </a:cubicBezTo>
                      <a:cubicBezTo>
                        <a:pt x="7420" y="145"/>
                        <a:pt x="6701" y="145"/>
                        <a:pt x="5959" y="145"/>
                      </a:cubicBezTo>
                      <a:cubicBezTo>
                        <a:pt x="5959" y="169"/>
                        <a:pt x="5959" y="193"/>
                        <a:pt x="5959" y="218"/>
                      </a:cubicBezTo>
                      <a:cubicBezTo>
                        <a:pt x="5911" y="218"/>
                        <a:pt x="5863" y="218"/>
                        <a:pt x="5814" y="218"/>
                      </a:cubicBezTo>
                      <a:cubicBezTo>
                        <a:pt x="5814" y="194"/>
                        <a:pt x="5814" y="170"/>
                        <a:pt x="5814" y="145"/>
                      </a:cubicBezTo>
                      <a:cubicBezTo>
                        <a:pt x="5694" y="145"/>
                        <a:pt x="5574" y="145"/>
                        <a:pt x="5451" y="145"/>
                      </a:cubicBezTo>
                      <a:cubicBezTo>
                        <a:pt x="5451" y="169"/>
                        <a:pt x="5451" y="193"/>
                        <a:pt x="5451" y="218"/>
                      </a:cubicBezTo>
                      <a:cubicBezTo>
                        <a:pt x="5259" y="218"/>
                        <a:pt x="5067" y="218"/>
                        <a:pt x="4869" y="218"/>
                      </a:cubicBezTo>
                      <a:cubicBezTo>
                        <a:pt x="4869" y="194"/>
                        <a:pt x="4869" y="170"/>
                        <a:pt x="4869" y="145"/>
                      </a:cubicBezTo>
                      <a:cubicBezTo>
                        <a:pt x="4533" y="145"/>
                        <a:pt x="4198" y="145"/>
                        <a:pt x="3852" y="145"/>
                      </a:cubicBezTo>
                      <a:cubicBezTo>
                        <a:pt x="3852" y="169"/>
                        <a:pt x="3852" y="193"/>
                        <a:pt x="3852" y="218"/>
                      </a:cubicBezTo>
                      <a:cubicBezTo>
                        <a:pt x="3756" y="218"/>
                        <a:pt x="3660" y="218"/>
                        <a:pt x="3561" y="218"/>
                      </a:cubicBezTo>
                      <a:cubicBezTo>
                        <a:pt x="3561" y="194"/>
                        <a:pt x="3561" y="170"/>
                        <a:pt x="3561" y="145"/>
                      </a:cubicBezTo>
                      <a:cubicBezTo>
                        <a:pt x="2458" y="145"/>
                        <a:pt x="1355" y="145"/>
                        <a:pt x="218" y="145"/>
                      </a:cubicBezTo>
                      <a:cubicBezTo>
                        <a:pt x="218" y="169"/>
                        <a:pt x="218" y="193"/>
                        <a:pt x="218" y="218"/>
                      </a:cubicBezTo>
                      <a:cubicBezTo>
                        <a:pt x="194" y="218"/>
                        <a:pt x="170" y="218"/>
                        <a:pt x="145" y="218"/>
                      </a:cubicBezTo>
                      <a:cubicBezTo>
                        <a:pt x="145" y="194"/>
                        <a:pt x="145" y="170"/>
                        <a:pt x="145" y="145"/>
                      </a:cubicBezTo>
                      <a:cubicBezTo>
                        <a:pt x="140" y="146"/>
                        <a:pt x="140" y="146"/>
                        <a:pt x="111" y="150"/>
                      </a:cubicBezTo>
                      <a:cubicBezTo>
                        <a:pt x="99" y="148"/>
                        <a:pt x="86" y="147"/>
                        <a:pt x="73" y="145"/>
                      </a:cubicBezTo>
                      <a:cubicBezTo>
                        <a:pt x="52" y="114"/>
                        <a:pt x="52" y="114"/>
                        <a:pt x="36" y="73"/>
                      </a:cubicBezTo>
                      <a:cubicBezTo>
                        <a:pt x="30" y="59"/>
                        <a:pt x="23" y="46"/>
                        <a:pt x="16" y="32"/>
                      </a:cubicBezTo>
                      <a:cubicBezTo>
                        <a:pt x="11" y="21"/>
                        <a:pt x="5" y="11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12" name="ICON_REPORT_SOURCE_path_019"/>
                <p:cNvSpPr/>
                <p:nvPr/>
              </p:nvSpPr>
              <p:spPr>
                <a:xfrm>
                  <a:off x="10411969" y="5988105"/>
                  <a:ext cx="144906" cy="30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410" h="237" fill="norm" stroke="0">
                      <a:moveTo>
                        <a:pt x="8794" y="0"/>
                      </a:moveTo>
                      <a:cubicBezTo>
                        <a:pt x="8818" y="0"/>
                        <a:pt x="8842" y="0"/>
                        <a:pt x="8866" y="0"/>
                      </a:cubicBezTo>
                      <a:cubicBezTo>
                        <a:pt x="8866" y="24"/>
                        <a:pt x="8866" y="48"/>
                        <a:pt x="8866" y="73"/>
                      </a:cubicBezTo>
                      <a:cubicBezTo>
                        <a:pt x="9058" y="73"/>
                        <a:pt x="9250" y="73"/>
                        <a:pt x="9448" y="73"/>
                      </a:cubicBezTo>
                      <a:cubicBezTo>
                        <a:pt x="9448" y="97"/>
                        <a:pt x="9448" y="121"/>
                        <a:pt x="9448" y="145"/>
                      </a:cubicBezTo>
                      <a:cubicBezTo>
                        <a:pt x="9616" y="145"/>
                        <a:pt x="9783" y="145"/>
                        <a:pt x="9956" y="145"/>
                      </a:cubicBezTo>
                      <a:cubicBezTo>
                        <a:pt x="9956" y="121"/>
                        <a:pt x="9956" y="97"/>
                        <a:pt x="9956" y="73"/>
                      </a:cubicBezTo>
                      <a:cubicBezTo>
                        <a:pt x="10100" y="73"/>
                        <a:pt x="10244" y="73"/>
                        <a:pt x="10392" y="73"/>
                      </a:cubicBezTo>
                      <a:cubicBezTo>
                        <a:pt x="10392" y="97"/>
                        <a:pt x="10392" y="121"/>
                        <a:pt x="10392" y="145"/>
                      </a:cubicBezTo>
                      <a:cubicBezTo>
                        <a:pt x="10560" y="145"/>
                        <a:pt x="10728" y="145"/>
                        <a:pt x="10901" y="145"/>
                      </a:cubicBezTo>
                      <a:cubicBezTo>
                        <a:pt x="10901" y="121"/>
                        <a:pt x="10901" y="97"/>
                        <a:pt x="10901" y="73"/>
                      </a:cubicBezTo>
                      <a:cubicBezTo>
                        <a:pt x="11069" y="73"/>
                        <a:pt x="11237" y="73"/>
                        <a:pt x="11410" y="73"/>
                      </a:cubicBezTo>
                      <a:cubicBezTo>
                        <a:pt x="11337" y="218"/>
                        <a:pt x="11337" y="218"/>
                        <a:pt x="11298" y="236"/>
                      </a:cubicBezTo>
                      <a:cubicBezTo>
                        <a:pt x="11291" y="236"/>
                        <a:pt x="11291" y="236"/>
                        <a:pt x="11255" y="236"/>
                      </a:cubicBezTo>
                      <a:cubicBezTo>
                        <a:pt x="11239" y="236"/>
                        <a:pt x="11223" y="237"/>
                        <a:pt x="11206" y="237"/>
                      </a:cubicBezTo>
                      <a:cubicBezTo>
                        <a:pt x="11188" y="237"/>
                        <a:pt x="11169" y="236"/>
                        <a:pt x="11151" y="236"/>
                      </a:cubicBezTo>
                      <a:cubicBezTo>
                        <a:pt x="11132" y="236"/>
                        <a:pt x="11112" y="236"/>
                        <a:pt x="11093" y="236"/>
                      </a:cubicBezTo>
                      <a:cubicBezTo>
                        <a:pt x="11039" y="237"/>
                        <a:pt x="10986" y="236"/>
                        <a:pt x="10932" y="236"/>
                      </a:cubicBezTo>
                      <a:cubicBezTo>
                        <a:pt x="10874" y="235"/>
                        <a:pt x="10816" y="236"/>
                        <a:pt x="10758" y="236"/>
                      </a:cubicBezTo>
                      <a:cubicBezTo>
                        <a:pt x="10655" y="236"/>
                        <a:pt x="10553" y="236"/>
                        <a:pt x="10451" y="235"/>
                      </a:cubicBezTo>
                      <a:cubicBezTo>
                        <a:pt x="10300" y="234"/>
                        <a:pt x="10148" y="234"/>
                        <a:pt x="9996" y="235"/>
                      </a:cubicBezTo>
                      <a:cubicBezTo>
                        <a:pt x="9741" y="235"/>
                        <a:pt x="9485" y="234"/>
                        <a:pt x="9230" y="233"/>
                      </a:cubicBezTo>
                      <a:cubicBezTo>
                        <a:pt x="8977" y="233"/>
                        <a:pt x="8724" y="232"/>
                        <a:pt x="8471" y="232"/>
                      </a:cubicBezTo>
                      <a:cubicBezTo>
                        <a:pt x="8456" y="232"/>
                        <a:pt x="8440" y="232"/>
                        <a:pt x="8424" y="232"/>
                      </a:cubicBezTo>
                      <a:cubicBezTo>
                        <a:pt x="8344" y="232"/>
                        <a:pt x="8264" y="232"/>
                        <a:pt x="8184" y="232"/>
                      </a:cubicBezTo>
                      <a:cubicBezTo>
                        <a:pt x="7619" y="231"/>
                        <a:pt x="7053" y="230"/>
                        <a:pt x="6488" y="229"/>
                      </a:cubicBezTo>
                      <a:cubicBezTo>
                        <a:pt x="5939" y="228"/>
                        <a:pt x="5389" y="227"/>
                        <a:pt x="4840" y="226"/>
                      </a:cubicBezTo>
                      <a:cubicBezTo>
                        <a:pt x="4823" y="226"/>
                        <a:pt x="4806" y="226"/>
                        <a:pt x="4788" y="226"/>
                      </a:cubicBezTo>
                      <a:cubicBezTo>
                        <a:pt x="4618" y="226"/>
                        <a:pt x="4448" y="226"/>
                        <a:pt x="4278" y="225"/>
                      </a:cubicBezTo>
                      <a:cubicBezTo>
                        <a:pt x="3932" y="225"/>
                        <a:pt x="3586" y="225"/>
                        <a:pt x="3239" y="224"/>
                      </a:cubicBezTo>
                      <a:cubicBezTo>
                        <a:pt x="3224" y="224"/>
                        <a:pt x="3208" y="224"/>
                        <a:pt x="3191" y="224"/>
                      </a:cubicBezTo>
                      <a:cubicBezTo>
                        <a:pt x="2127" y="223"/>
                        <a:pt x="1064" y="220"/>
                        <a:pt x="0" y="218"/>
                      </a:cubicBezTo>
                      <a:cubicBezTo>
                        <a:pt x="0" y="194"/>
                        <a:pt x="0" y="170"/>
                        <a:pt x="0" y="145"/>
                      </a:cubicBezTo>
                      <a:cubicBezTo>
                        <a:pt x="1367" y="145"/>
                        <a:pt x="2734" y="145"/>
                        <a:pt x="4142" y="145"/>
                      </a:cubicBezTo>
                      <a:cubicBezTo>
                        <a:pt x="4142" y="121"/>
                        <a:pt x="4142" y="97"/>
                        <a:pt x="4142" y="73"/>
                      </a:cubicBezTo>
                      <a:cubicBezTo>
                        <a:pt x="4190" y="73"/>
                        <a:pt x="4238" y="73"/>
                        <a:pt x="4288" y="73"/>
                      </a:cubicBezTo>
                      <a:cubicBezTo>
                        <a:pt x="4288" y="97"/>
                        <a:pt x="4288" y="121"/>
                        <a:pt x="4288" y="145"/>
                      </a:cubicBezTo>
                      <a:cubicBezTo>
                        <a:pt x="5727" y="145"/>
                        <a:pt x="7166" y="145"/>
                        <a:pt x="8648" y="145"/>
                      </a:cubicBezTo>
                      <a:cubicBezTo>
                        <a:pt x="8648" y="121"/>
                        <a:pt x="8648" y="97"/>
                        <a:pt x="8648" y="73"/>
                      </a:cubicBezTo>
                      <a:cubicBezTo>
                        <a:pt x="8696" y="73"/>
                        <a:pt x="8744" y="73"/>
                        <a:pt x="8794" y="73"/>
                      </a:cubicBezTo>
                      <a:cubicBezTo>
                        <a:pt x="8794" y="49"/>
                        <a:pt x="8794" y="25"/>
                        <a:pt x="8794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13" name="ICON_REPORT_SOURCE_path_020"/>
                <p:cNvSpPr/>
                <p:nvPr/>
              </p:nvSpPr>
              <p:spPr>
                <a:xfrm>
                  <a:off x="10411969" y="5821049"/>
                  <a:ext cx="118140" cy="184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302" h="145" fill="norm" stroke="0">
                      <a:moveTo>
                        <a:pt x="0" y="0"/>
                      </a:moveTo>
                      <a:cubicBezTo>
                        <a:pt x="3070" y="0"/>
                        <a:pt x="6140" y="0"/>
                        <a:pt x="9302" y="0"/>
                      </a:cubicBezTo>
                      <a:cubicBezTo>
                        <a:pt x="9302" y="24"/>
                        <a:pt x="9302" y="48"/>
                        <a:pt x="9302" y="73"/>
                      </a:cubicBezTo>
                      <a:cubicBezTo>
                        <a:pt x="8703" y="73"/>
                        <a:pt x="8103" y="73"/>
                        <a:pt x="7485" y="73"/>
                      </a:cubicBezTo>
                      <a:cubicBezTo>
                        <a:pt x="7485" y="97"/>
                        <a:pt x="7485" y="121"/>
                        <a:pt x="7485" y="145"/>
                      </a:cubicBezTo>
                      <a:cubicBezTo>
                        <a:pt x="7366" y="145"/>
                        <a:pt x="7246" y="145"/>
                        <a:pt x="7122" y="145"/>
                      </a:cubicBezTo>
                      <a:cubicBezTo>
                        <a:pt x="7122" y="121"/>
                        <a:pt x="7122" y="97"/>
                        <a:pt x="7122" y="73"/>
                      </a:cubicBezTo>
                      <a:cubicBezTo>
                        <a:pt x="4772" y="73"/>
                        <a:pt x="2422" y="73"/>
                        <a:pt x="0" y="73"/>
                      </a:cubicBezTo>
                      <a:cubicBezTo>
                        <a:pt x="0" y="49"/>
                        <a:pt x="0" y="25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14" name="ICON_REPORT_SOURCE_path_021"/>
                <p:cNvSpPr/>
                <p:nvPr/>
              </p:nvSpPr>
              <p:spPr>
                <a:xfrm>
                  <a:off x="10546722" y="5934573"/>
                  <a:ext cx="18921" cy="2215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90" h="1744" fill="norm" stroke="0">
                      <a:moveTo>
                        <a:pt x="1381" y="0"/>
                      </a:moveTo>
                      <a:cubicBezTo>
                        <a:pt x="1417" y="12"/>
                        <a:pt x="1453" y="24"/>
                        <a:pt x="1490" y="36"/>
                      </a:cubicBezTo>
                      <a:cubicBezTo>
                        <a:pt x="1483" y="43"/>
                        <a:pt x="1475" y="50"/>
                        <a:pt x="1468" y="58"/>
                      </a:cubicBezTo>
                      <a:cubicBezTo>
                        <a:pt x="1400" y="124"/>
                        <a:pt x="1332" y="191"/>
                        <a:pt x="1264" y="258"/>
                      </a:cubicBezTo>
                      <a:cubicBezTo>
                        <a:pt x="1229" y="293"/>
                        <a:pt x="1195" y="327"/>
                        <a:pt x="1160" y="361"/>
                      </a:cubicBezTo>
                      <a:cubicBezTo>
                        <a:pt x="1126" y="394"/>
                        <a:pt x="1092" y="427"/>
                        <a:pt x="1059" y="461"/>
                      </a:cubicBezTo>
                      <a:cubicBezTo>
                        <a:pt x="1039" y="480"/>
                        <a:pt x="1020" y="498"/>
                        <a:pt x="1001" y="517"/>
                      </a:cubicBezTo>
                      <a:cubicBezTo>
                        <a:pt x="934" y="584"/>
                        <a:pt x="892" y="633"/>
                        <a:pt x="872" y="727"/>
                      </a:cubicBezTo>
                      <a:cubicBezTo>
                        <a:pt x="920" y="727"/>
                        <a:pt x="968" y="727"/>
                        <a:pt x="1017" y="727"/>
                      </a:cubicBezTo>
                      <a:cubicBezTo>
                        <a:pt x="1017" y="775"/>
                        <a:pt x="1017" y="823"/>
                        <a:pt x="1017" y="872"/>
                      </a:cubicBezTo>
                      <a:cubicBezTo>
                        <a:pt x="993" y="872"/>
                        <a:pt x="969" y="872"/>
                        <a:pt x="945" y="872"/>
                      </a:cubicBezTo>
                      <a:cubicBezTo>
                        <a:pt x="945" y="944"/>
                        <a:pt x="945" y="1016"/>
                        <a:pt x="945" y="1090"/>
                      </a:cubicBezTo>
                      <a:cubicBezTo>
                        <a:pt x="921" y="1090"/>
                        <a:pt x="897" y="1090"/>
                        <a:pt x="872" y="1090"/>
                      </a:cubicBezTo>
                      <a:cubicBezTo>
                        <a:pt x="872" y="1114"/>
                        <a:pt x="872" y="1138"/>
                        <a:pt x="872" y="1163"/>
                      </a:cubicBezTo>
                      <a:cubicBezTo>
                        <a:pt x="848" y="1163"/>
                        <a:pt x="824" y="1163"/>
                        <a:pt x="799" y="1163"/>
                      </a:cubicBezTo>
                      <a:cubicBezTo>
                        <a:pt x="799" y="1211"/>
                        <a:pt x="799" y="1259"/>
                        <a:pt x="799" y="1308"/>
                      </a:cubicBezTo>
                      <a:cubicBezTo>
                        <a:pt x="775" y="1308"/>
                        <a:pt x="751" y="1308"/>
                        <a:pt x="727" y="1308"/>
                      </a:cubicBezTo>
                      <a:cubicBezTo>
                        <a:pt x="727" y="1380"/>
                        <a:pt x="727" y="1452"/>
                        <a:pt x="727" y="1526"/>
                      </a:cubicBezTo>
                      <a:cubicBezTo>
                        <a:pt x="751" y="1526"/>
                        <a:pt x="775" y="1526"/>
                        <a:pt x="799" y="1526"/>
                      </a:cubicBezTo>
                      <a:cubicBezTo>
                        <a:pt x="798" y="1537"/>
                        <a:pt x="796" y="1549"/>
                        <a:pt x="795" y="1560"/>
                      </a:cubicBezTo>
                      <a:cubicBezTo>
                        <a:pt x="796" y="1573"/>
                        <a:pt x="798" y="1586"/>
                        <a:pt x="799" y="1599"/>
                      </a:cubicBezTo>
                      <a:cubicBezTo>
                        <a:pt x="831" y="1619"/>
                        <a:pt x="831" y="1619"/>
                        <a:pt x="872" y="1635"/>
                      </a:cubicBezTo>
                      <a:cubicBezTo>
                        <a:pt x="913" y="1651"/>
                        <a:pt x="913" y="1651"/>
                        <a:pt x="945" y="1672"/>
                      </a:cubicBezTo>
                      <a:cubicBezTo>
                        <a:pt x="945" y="1695"/>
                        <a:pt x="945" y="1719"/>
                        <a:pt x="945" y="1744"/>
                      </a:cubicBezTo>
                      <a:cubicBezTo>
                        <a:pt x="873" y="1744"/>
                        <a:pt x="801" y="1744"/>
                        <a:pt x="727" y="1744"/>
                      </a:cubicBezTo>
                      <a:cubicBezTo>
                        <a:pt x="727" y="1720"/>
                        <a:pt x="727" y="1696"/>
                        <a:pt x="727" y="1672"/>
                      </a:cubicBezTo>
                      <a:cubicBezTo>
                        <a:pt x="703" y="1672"/>
                        <a:pt x="679" y="1672"/>
                        <a:pt x="654" y="1672"/>
                      </a:cubicBezTo>
                      <a:cubicBezTo>
                        <a:pt x="654" y="1624"/>
                        <a:pt x="654" y="1576"/>
                        <a:pt x="654" y="1526"/>
                      </a:cubicBezTo>
                      <a:cubicBezTo>
                        <a:pt x="630" y="1526"/>
                        <a:pt x="606" y="1526"/>
                        <a:pt x="581" y="1526"/>
                      </a:cubicBezTo>
                      <a:cubicBezTo>
                        <a:pt x="581" y="1478"/>
                        <a:pt x="581" y="1430"/>
                        <a:pt x="581" y="1381"/>
                      </a:cubicBezTo>
                      <a:cubicBezTo>
                        <a:pt x="557" y="1381"/>
                        <a:pt x="533" y="1381"/>
                        <a:pt x="509" y="1381"/>
                      </a:cubicBezTo>
                      <a:cubicBezTo>
                        <a:pt x="509" y="1357"/>
                        <a:pt x="509" y="1333"/>
                        <a:pt x="509" y="1308"/>
                      </a:cubicBezTo>
                      <a:cubicBezTo>
                        <a:pt x="413" y="1308"/>
                        <a:pt x="317" y="1308"/>
                        <a:pt x="218" y="1308"/>
                      </a:cubicBezTo>
                      <a:cubicBezTo>
                        <a:pt x="218" y="1332"/>
                        <a:pt x="218" y="1356"/>
                        <a:pt x="218" y="1381"/>
                      </a:cubicBezTo>
                      <a:cubicBezTo>
                        <a:pt x="146" y="1381"/>
                        <a:pt x="74" y="1381"/>
                        <a:pt x="0" y="1381"/>
                      </a:cubicBezTo>
                      <a:cubicBezTo>
                        <a:pt x="50" y="1267"/>
                        <a:pt x="50" y="1267"/>
                        <a:pt x="73" y="1235"/>
                      </a:cubicBezTo>
                      <a:cubicBezTo>
                        <a:pt x="112" y="1231"/>
                        <a:pt x="112" y="1231"/>
                        <a:pt x="145" y="1235"/>
                      </a:cubicBezTo>
                      <a:cubicBezTo>
                        <a:pt x="145" y="1211"/>
                        <a:pt x="145" y="1188"/>
                        <a:pt x="145" y="1163"/>
                      </a:cubicBezTo>
                      <a:cubicBezTo>
                        <a:pt x="193" y="1163"/>
                        <a:pt x="241" y="1163"/>
                        <a:pt x="291" y="1163"/>
                      </a:cubicBezTo>
                      <a:cubicBezTo>
                        <a:pt x="291" y="1139"/>
                        <a:pt x="291" y="1115"/>
                        <a:pt x="291" y="1090"/>
                      </a:cubicBezTo>
                      <a:cubicBezTo>
                        <a:pt x="315" y="1090"/>
                        <a:pt x="339" y="1090"/>
                        <a:pt x="363" y="1090"/>
                      </a:cubicBezTo>
                      <a:cubicBezTo>
                        <a:pt x="363" y="1066"/>
                        <a:pt x="363" y="1042"/>
                        <a:pt x="363" y="1017"/>
                      </a:cubicBezTo>
                      <a:cubicBezTo>
                        <a:pt x="387" y="1017"/>
                        <a:pt x="411" y="1017"/>
                        <a:pt x="436" y="1017"/>
                      </a:cubicBezTo>
                      <a:cubicBezTo>
                        <a:pt x="436" y="993"/>
                        <a:pt x="436" y="969"/>
                        <a:pt x="436" y="945"/>
                      </a:cubicBezTo>
                      <a:cubicBezTo>
                        <a:pt x="460" y="945"/>
                        <a:pt x="484" y="945"/>
                        <a:pt x="509" y="945"/>
                      </a:cubicBezTo>
                      <a:cubicBezTo>
                        <a:pt x="509" y="921"/>
                        <a:pt x="509" y="897"/>
                        <a:pt x="509" y="872"/>
                      </a:cubicBezTo>
                      <a:cubicBezTo>
                        <a:pt x="533" y="872"/>
                        <a:pt x="557" y="872"/>
                        <a:pt x="581" y="872"/>
                      </a:cubicBezTo>
                      <a:cubicBezTo>
                        <a:pt x="581" y="848"/>
                        <a:pt x="581" y="824"/>
                        <a:pt x="581" y="799"/>
                      </a:cubicBezTo>
                      <a:cubicBezTo>
                        <a:pt x="605" y="799"/>
                        <a:pt x="629" y="799"/>
                        <a:pt x="654" y="799"/>
                      </a:cubicBezTo>
                      <a:cubicBezTo>
                        <a:pt x="654" y="751"/>
                        <a:pt x="654" y="703"/>
                        <a:pt x="654" y="654"/>
                      </a:cubicBezTo>
                      <a:cubicBezTo>
                        <a:pt x="678" y="654"/>
                        <a:pt x="702" y="654"/>
                        <a:pt x="727" y="654"/>
                      </a:cubicBezTo>
                      <a:cubicBezTo>
                        <a:pt x="727" y="630"/>
                        <a:pt x="727" y="606"/>
                        <a:pt x="727" y="581"/>
                      </a:cubicBezTo>
                      <a:cubicBezTo>
                        <a:pt x="775" y="581"/>
                        <a:pt x="823" y="581"/>
                        <a:pt x="872" y="581"/>
                      </a:cubicBezTo>
                      <a:cubicBezTo>
                        <a:pt x="872" y="557"/>
                        <a:pt x="872" y="533"/>
                        <a:pt x="872" y="509"/>
                      </a:cubicBezTo>
                      <a:cubicBezTo>
                        <a:pt x="896" y="509"/>
                        <a:pt x="920" y="509"/>
                        <a:pt x="945" y="509"/>
                      </a:cubicBezTo>
                      <a:cubicBezTo>
                        <a:pt x="945" y="485"/>
                        <a:pt x="945" y="461"/>
                        <a:pt x="945" y="436"/>
                      </a:cubicBezTo>
                      <a:cubicBezTo>
                        <a:pt x="969" y="436"/>
                        <a:pt x="993" y="436"/>
                        <a:pt x="1017" y="436"/>
                      </a:cubicBezTo>
                      <a:cubicBezTo>
                        <a:pt x="1017" y="412"/>
                        <a:pt x="1017" y="388"/>
                        <a:pt x="1017" y="363"/>
                      </a:cubicBezTo>
                      <a:cubicBezTo>
                        <a:pt x="1041" y="363"/>
                        <a:pt x="1065" y="363"/>
                        <a:pt x="1090" y="363"/>
                      </a:cubicBezTo>
                      <a:cubicBezTo>
                        <a:pt x="1090" y="339"/>
                        <a:pt x="1090" y="315"/>
                        <a:pt x="1090" y="291"/>
                      </a:cubicBezTo>
                      <a:cubicBezTo>
                        <a:pt x="1114" y="291"/>
                        <a:pt x="1138" y="291"/>
                        <a:pt x="1163" y="291"/>
                      </a:cubicBezTo>
                      <a:cubicBezTo>
                        <a:pt x="1163" y="267"/>
                        <a:pt x="1163" y="243"/>
                        <a:pt x="1163" y="218"/>
                      </a:cubicBezTo>
                      <a:cubicBezTo>
                        <a:pt x="1187" y="218"/>
                        <a:pt x="1211" y="218"/>
                        <a:pt x="1235" y="218"/>
                      </a:cubicBezTo>
                      <a:cubicBezTo>
                        <a:pt x="1235" y="194"/>
                        <a:pt x="1235" y="170"/>
                        <a:pt x="1235" y="145"/>
                      </a:cubicBezTo>
                      <a:cubicBezTo>
                        <a:pt x="1259" y="145"/>
                        <a:pt x="1283" y="145"/>
                        <a:pt x="1308" y="145"/>
                      </a:cubicBezTo>
                      <a:cubicBezTo>
                        <a:pt x="1308" y="121"/>
                        <a:pt x="1308" y="97"/>
                        <a:pt x="1308" y="73"/>
                      </a:cubicBezTo>
                      <a:cubicBezTo>
                        <a:pt x="1332" y="73"/>
                        <a:pt x="1356" y="73"/>
                        <a:pt x="1381" y="73"/>
                      </a:cubicBezTo>
                      <a:cubicBezTo>
                        <a:pt x="1381" y="49"/>
                        <a:pt x="1381" y="25"/>
                        <a:pt x="1381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15" name="ICON_REPORT_SOURCE_path_022"/>
                <p:cNvSpPr/>
                <p:nvPr/>
              </p:nvSpPr>
              <p:spPr>
                <a:xfrm>
                  <a:off x="10566105" y="5965031"/>
                  <a:ext cx="4615" cy="2307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63" h="1817" fill="norm" stroke="0">
                      <a:moveTo>
                        <a:pt x="0" y="0"/>
                      </a:moveTo>
                      <a:cubicBezTo>
                        <a:pt x="24" y="0"/>
                        <a:pt x="48" y="0"/>
                        <a:pt x="73" y="0"/>
                      </a:cubicBezTo>
                      <a:cubicBezTo>
                        <a:pt x="73" y="24"/>
                        <a:pt x="73" y="48"/>
                        <a:pt x="73" y="73"/>
                      </a:cubicBezTo>
                      <a:cubicBezTo>
                        <a:pt x="145" y="73"/>
                        <a:pt x="217" y="73"/>
                        <a:pt x="291" y="73"/>
                      </a:cubicBezTo>
                      <a:cubicBezTo>
                        <a:pt x="291" y="121"/>
                        <a:pt x="291" y="169"/>
                        <a:pt x="291" y="218"/>
                      </a:cubicBezTo>
                      <a:cubicBezTo>
                        <a:pt x="315" y="218"/>
                        <a:pt x="339" y="218"/>
                        <a:pt x="363" y="218"/>
                      </a:cubicBezTo>
                      <a:cubicBezTo>
                        <a:pt x="363" y="458"/>
                        <a:pt x="363" y="698"/>
                        <a:pt x="363" y="945"/>
                      </a:cubicBezTo>
                      <a:cubicBezTo>
                        <a:pt x="339" y="945"/>
                        <a:pt x="315" y="945"/>
                        <a:pt x="291" y="945"/>
                      </a:cubicBezTo>
                      <a:cubicBezTo>
                        <a:pt x="291" y="1089"/>
                        <a:pt x="291" y="1233"/>
                        <a:pt x="291" y="1381"/>
                      </a:cubicBezTo>
                      <a:cubicBezTo>
                        <a:pt x="315" y="1381"/>
                        <a:pt x="339" y="1381"/>
                        <a:pt x="363" y="1381"/>
                      </a:cubicBezTo>
                      <a:cubicBezTo>
                        <a:pt x="363" y="1453"/>
                        <a:pt x="363" y="1525"/>
                        <a:pt x="363" y="1599"/>
                      </a:cubicBezTo>
                      <a:cubicBezTo>
                        <a:pt x="339" y="1599"/>
                        <a:pt x="315" y="1599"/>
                        <a:pt x="291" y="1599"/>
                      </a:cubicBezTo>
                      <a:cubicBezTo>
                        <a:pt x="291" y="1671"/>
                        <a:pt x="291" y="1743"/>
                        <a:pt x="291" y="1817"/>
                      </a:cubicBezTo>
                      <a:cubicBezTo>
                        <a:pt x="219" y="1817"/>
                        <a:pt x="147" y="1817"/>
                        <a:pt x="73" y="1817"/>
                      </a:cubicBezTo>
                      <a:cubicBezTo>
                        <a:pt x="73" y="1793"/>
                        <a:pt x="73" y="1769"/>
                        <a:pt x="73" y="1744"/>
                      </a:cubicBezTo>
                      <a:cubicBezTo>
                        <a:pt x="49" y="1744"/>
                        <a:pt x="25" y="1744"/>
                        <a:pt x="0" y="1744"/>
                      </a:cubicBezTo>
                      <a:cubicBezTo>
                        <a:pt x="0" y="1169"/>
                        <a:pt x="0" y="593"/>
                        <a:pt x="0" y="0"/>
                      </a:cubicBezTo>
                      <a:close/>
                      <a:moveTo>
                        <a:pt x="73" y="145"/>
                      </a:moveTo>
                      <a:cubicBezTo>
                        <a:pt x="73" y="385"/>
                        <a:pt x="73" y="625"/>
                        <a:pt x="73" y="872"/>
                      </a:cubicBezTo>
                      <a:cubicBezTo>
                        <a:pt x="121" y="872"/>
                        <a:pt x="169" y="872"/>
                        <a:pt x="218" y="872"/>
                      </a:cubicBezTo>
                      <a:cubicBezTo>
                        <a:pt x="230" y="620"/>
                        <a:pt x="242" y="368"/>
                        <a:pt x="254" y="109"/>
                      </a:cubicBezTo>
                      <a:cubicBezTo>
                        <a:pt x="182" y="109"/>
                        <a:pt x="182" y="109"/>
                        <a:pt x="73" y="145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16" name="ICON_REPORT_SOURCE_path_023"/>
                <p:cNvSpPr/>
                <p:nvPr/>
              </p:nvSpPr>
              <p:spPr>
                <a:xfrm>
                  <a:off x="10533801" y="5933650"/>
                  <a:ext cx="11999" cy="1292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45" h="1017" fill="norm" stroke="0">
                      <a:moveTo>
                        <a:pt x="727" y="0"/>
                      </a:moveTo>
                      <a:cubicBezTo>
                        <a:pt x="763" y="12"/>
                        <a:pt x="799" y="24"/>
                        <a:pt x="836" y="36"/>
                      </a:cubicBezTo>
                      <a:cubicBezTo>
                        <a:pt x="829" y="42"/>
                        <a:pt x="823" y="48"/>
                        <a:pt x="816" y="55"/>
                      </a:cubicBezTo>
                      <a:cubicBezTo>
                        <a:pt x="787" y="82"/>
                        <a:pt x="758" y="110"/>
                        <a:pt x="729" y="139"/>
                      </a:cubicBezTo>
                      <a:cubicBezTo>
                        <a:pt x="719" y="148"/>
                        <a:pt x="709" y="158"/>
                        <a:pt x="698" y="167"/>
                      </a:cubicBezTo>
                      <a:cubicBezTo>
                        <a:pt x="635" y="229"/>
                        <a:pt x="602" y="276"/>
                        <a:pt x="581" y="363"/>
                      </a:cubicBezTo>
                      <a:cubicBezTo>
                        <a:pt x="653" y="363"/>
                        <a:pt x="725" y="363"/>
                        <a:pt x="799" y="363"/>
                      </a:cubicBezTo>
                      <a:cubicBezTo>
                        <a:pt x="799" y="387"/>
                        <a:pt x="799" y="411"/>
                        <a:pt x="799" y="436"/>
                      </a:cubicBezTo>
                      <a:cubicBezTo>
                        <a:pt x="775" y="436"/>
                        <a:pt x="751" y="436"/>
                        <a:pt x="727" y="436"/>
                      </a:cubicBezTo>
                      <a:cubicBezTo>
                        <a:pt x="727" y="460"/>
                        <a:pt x="727" y="484"/>
                        <a:pt x="727" y="509"/>
                      </a:cubicBezTo>
                      <a:cubicBezTo>
                        <a:pt x="751" y="509"/>
                        <a:pt x="775" y="509"/>
                        <a:pt x="799" y="509"/>
                      </a:cubicBezTo>
                      <a:cubicBezTo>
                        <a:pt x="799" y="533"/>
                        <a:pt x="799" y="557"/>
                        <a:pt x="799" y="581"/>
                      </a:cubicBezTo>
                      <a:cubicBezTo>
                        <a:pt x="847" y="581"/>
                        <a:pt x="895" y="581"/>
                        <a:pt x="945" y="581"/>
                      </a:cubicBezTo>
                      <a:cubicBezTo>
                        <a:pt x="945" y="605"/>
                        <a:pt x="945" y="629"/>
                        <a:pt x="945" y="654"/>
                      </a:cubicBezTo>
                      <a:cubicBezTo>
                        <a:pt x="921" y="654"/>
                        <a:pt x="897" y="654"/>
                        <a:pt x="872" y="654"/>
                      </a:cubicBezTo>
                      <a:cubicBezTo>
                        <a:pt x="872" y="678"/>
                        <a:pt x="872" y="702"/>
                        <a:pt x="872" y="727"/>
                      </a:cubicBezTo>
                      <a:cubicBezTo>
                        <a:pt x="848" y="727"/>
                        <a:pt x="824" y="727"/>
                        <a:pt x="799" y="727"/>
                      </a:cubicBezTo>
                      <a:cubicBezTo>
                        <a:pt x="799" y="751"/>
                        <a:pt x="799" y="775"/>
                        <a:pt x="799" y="799"/>
                      </a:cubicBezTo>
                      <a:cubicBezTo>
                        <a:pt x="775" y="799"/>
                        <a:pt x="751" y="799"/>
                        <a:pt x="727" y="799"/>
                      </a:cubicBezTo>
                      <a:cubicBezTo>
                        <a:pt x="727" y="823"/>
                        <a:pt x="727" y="847"/>
                        <a:pt x="727" y="872"/>
                      </a:cubicBezTo>
                      <a:cubicBezTo>
                        <a:pt x="703" y="872"/>
                        <a:pt x="679" y="872"/>
                        <a:pt x="654" y="872"/>
                      </a:cubicBezTo>
                      <a:cubicBezTo>
                        <a:pt x="654" y="896"/>
                        <a:pt x="654" y="920"/>
                        <a:pt x="654" y="945"/>
                      </a:cubicBezTo>
                      <a:cubicBezTo>
                        <a:pt x="630" y="945"/>
                        <a:pt x="606" y="945"/>
                        <a:pt x="581" y="945"/>
                      </a:cubicBezTo>
                      <a:cubicBezTo>
                        <a:pt x="581" y="969"/>
                        <a:pt x="581" y="993"/>
                        <a:pt x="581" y="1017"/>
                      </a:cubicBezTo>
                      <a:cubicBezTo>
                        <a:pt x="533" y="1017"/>
                        <a:pt x="485" y="1017"/>
                        <a:pt x="436" y="1017"/>
                      </a:cubicBezTo>
                      <a:cubicBezTo>
                        <a:pt x="436" y="969"/>
                        <a:pt x="436" y="922"/>
                        <a:pt x="436" y="872"/>
                      </a:cubicBezTo>
                      <a:cubicBezTo>
                        <a:pt x="364" y="872"/>
                        <a:pt x="292" y="872"/>
                        <a:pt x="218" y="872"/>
                      </a:cubicBezTo>
                      <a:cubicBezTo>
                        <a:pt x="218" y="896"/>
                        <a:pt x="218" y="920"/>
                        <a:pt x="218" y="945"/>
                      </a:cubicBezTo>
                      <a:cubicBezTo>
                        <a:pt x="194" y="945"/>
                        <a:pt x="170" y="945"/>
                        <a:pt x="145" y="945"/>
                      </a:cubicBezTo>
                      <a:cubicBezTo>
                        <a:pt x="145" y="921"/>
                        <a:pt x="145" y="897"/>
                        <a:pt x="145" y="872"/>
                      </a:cubicBezTo>
                      <a:cubicBezTo>
                        <a:pt x="121" y="872"/>
                        <a:pt x="97" y="872"/>
                        <a:pt x="73" y="872"/>
                      </a:cubicBezTo>
                      <a:cubicBezTo>
                        <a:pt x="73" y="848"/>
                        <a:pt x="73" y="824"/>
                        <a:pt x="73" y="799"/>
                      </a:cubicBezTo>
                      <a:cubicBezTo>
                        <a:pt x="49" y="799"/>
                        <a:pt x="25" y="799"/>
                        <a:pt x="0" y="799"/>
                      </a:cubicBezTo>
                      <a:cubicBezTo>
                        <a:pt x="10" y="775"/>
                        <a:pt x="21" y="751"/>
                        <a:pt x="32" y="727"/>
                      </a:cubicBezTo>
                      <a:cubicBezTo>
                        <a:pt x="38" y="713"/>
                        <a:pt x="44" y="700"/>
                        <a:pt x="50" y="686"/>
                      </a:cubicBezTo>
                      <a:cubicBezTo>
                        <a:pt x="57" y="675"/>
                        <a:pt x="65" y="665"/>
                        <a:pt x="73" y="654"/>
                      </a:cubicBezTo>
                      <a:cubicBezTo>
                        <a:pt x="112" y="650"/>
                        <a:pt x="112" y="650"/>
                        <a:pt x="145" y="654"/>
                      </a:cubicBezTo>
                      <a:cubicBezTo>
                        <a:pt x="145" y="630"/>
                        <a:pt x="145" y="606"/>
                        <a:pt x="145" y="581"/>
                      </a:cubicBezTo>
                      <a:cubicBezTo>
                        <a:pt x="169" y="581"/>
                        <a:pt x="193" y="581"/>
                        <a:pt x="218" y="581"/>
                      </a:cubicBezTo>
                      <a:cubicBezTo>
                        <a:pt x="218" y="557"/>
                        <a:pt x="218" y="533"/>
                        <a:pt x="218" y="509"/>
                      </a:cubicBezTo>
                      <a:cubicBezTo>
                        <a:pt x="242" y="509"/>
                        <a:pt x="266" y="509"/>
                        <a:pt x="291" y="509"/>
                      </a:cubicBezTo>
                      <a:cubicBezTo>
                        <a:pt x="291" y="485"/>
                        <a:pt x="291" y="461"/>
                        <a:pt x="291" y="436"/>
                      </a:cubicBezTo>
                      <a:cubicBezTo>
                        <a:pt x="315" y="436"/>
                        <a:pt x="339" y="436"/>
                        <a:pt x="363" y="436"/>
                      </a:cubicBezTo>
                      <a:cubicBezTo>
                        <a:pt x="363" y="412"/>
                        <a:pt x="363" y="388"/>
                        <a:pt x="363" y="363"/>
                      </a:cubicBezTo>
                      <a:cubicBezTo>
                        <a:pt x="387" y="363"/>
                        <a:pt x="411" y="363"/>
                        <a:pt x="436" y="363"/>
                      </a:cubicBezTo>
                      <a:cubicBezTo>
                        <a:pt x="436" y="339"/>
                        <a:pt x="436" y="315"/>
                        <a:pt x="436" y="291"/>
                      </a:cubicBezTo>
                      <a:cubicBezTo>
                        <a:pt x="460" y="291"/>
                        <a:pt x="484" y="291"/>
                        <a:pt x="509" y="291"/>
                      </a:cubicBezTo>
                      <a:cubicBezTo>
                        <a:pt x="509" y="267"/>
                        <a:pt x="509" y="243"/>
                        <a:pt x="509" y="218"/>
                      </a:cubicBezTo>
                      <a:cubicBezTo>
                        <a:pt x="533" y="218"/>
                        <a:pt x="557" y="218"/>
                        <a:pt x="581" y="218"/>
                      </a:cubicBezTo>
                      <a:cubicBezTo>
                        <a:pt x="581" y="194"/>
                        <a:pt x="581" y="170"/>
                        <a:pt x="581" y="145"/>
                      </a:cubicBezTo>
                      <a:cubicBezTo>
                        <a:pt x="605" y="145"/>
                        <a:pt x="629" y="145"/>
                        <a:pt x="654" y="145"/>
                      </a:cubicBezTo>
                      <a:cubicBezTo>
                        <a:pt x="654" y="121"/>
                        <a:pt x="654" y="97"/>
                        <a:pt x="654" y="73"/>
                      </a:cubicBezTo>
                      <a:cubicBezTo>
                        <a:pt x="678" y="73"/>
                        <a:pt x="702" y="73"/>
                        <a:pt x="727" y="73"/>
                      </a:cubicBezTo>
                      <a:cubicBezTo>
                        <a:pt x="727" y="49"/>
                        <a:pt x="727" y="25"/>
                        <a:pt x="72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17" name="ICON_REPORT_SOURCE_path_024"/>
                <p:cNvSpPr/>
                <p:nvPr/>
              </p:nvSpPr>
              <p:spPr>
                <a:xfrm>
                  <a:off x="10528263" y="5822895"/>
                  <a:ext cx="3692" cy="2399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1" h="1890" fill="norm" stroke="0">
                      <a:moveTo>
                        <a:pt x="218" y="0"/>
                      </a:moveTo>
                      <a:cubicBezTo>
                        <a:pt x="242" y="0"/>
                        <a:pt x="266" y="0"/>
                        <a:pt x="291" y="0"/>
                      </a:cubicBezTo>
                      <a:cubicBezTo>
                        <a:pt x="291" y="624"/>
                        <a:pt x="291" y="1247"/>
                        <a:pt x="291" y="1890"/>
                      </a:cubicBezTo>
                      <a:cubicBezTo>
                        <a:pt x="267" y="1890"/>
                        <a:pt x="243" y="1890"/>
                        <a:pt x="218" y="1890"/>
                      </a:cubicBezTo>
                      <a:cubicBezTo>
                        <a:pt x="218" y="1842"/>
                        <a:pt x="218" y="1794"/>
                        <a:pt x="218" y="1744"/>
                      </a:cubicBezTo>
                      <a:cubicBezTo>
                        <a:pt x="194" y="1744"/>
                        <a:pt x="170" y="1744"/>
                        <a:pt x="145" y="1744"/>
                      </a:cubicBezTo>
                      <a:cubicBezTo>
                        <a:pt x="145" y="1696"/>
                        <a:pt x="145" y="1648"/>
                        <a:pt x="145" y="1599"/>
                      </a:cubicBezTo>
                      <a:cubicBezTo>
                        <a:pt x="97" y="1599"/>
                        <a:pt x="49" y="1599"/>
                        <a:pt x="0" y="1599"/>
                      </a:cubicBezTo>
                      <a:cubicBezTo>
                        <a:pt x="0" y="1263"/>
                        <a:pt x="0" y="927"/>
                        <a:pt x="0" y="581"/>
                      </a:cubicBezTo>
                      <a:cubicBezTo>
                        <a:pt x="48" y="581"/>
                        <a:pt x="96" y="581"/>
                        <a:pt x="145" y="581"/>
                      </a:cubicBezTo>
                      <a:cubicBezTo>
                        <a:pt x="145" y="557"/>
                        <a:pt x="145" y="533"/>
                        <a:pt x="145" y="509"/>
                      </a:cubicBezTo>
                      <a:cubicBezTo>
                        <a:pt x="169" y="509"/>
                        <a:pt x="193" y="509"/>
                        <a:pt x="218" y="509"/>
                      </a:cubicBezTo>
                      <a:cubicBezTo>
                        <a:pt x="218" y="341"/>
                        <a:pt x="218" y="173"/>
                        <a:pt x="21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18" name="ICON_REPORT_SOURCE_path_025"/>
                <p:cNvSpPr/>
                <p:nvPr/>
              </p:nvSpPr>
              <p:spPr>
                <a:xfrm>
                  <a:off x="10557798" y="5933650"/>
                  <a:ext cx="9230" cy="138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27" h="1090" fill="norm" stroke="0">
                      <a:moveTo>
                        <a:pt x="690" y="0"/>
                      </a:moveTo>
                      <a:cubicBezTo>
                        <a:pt x="702" y="48"/>
                        <a:pt x="714" y="96"/>
                        <a:pt x="727" y="145"/>
                      </a:cubicBezTo>
                      <a:cubicBezTo>
                        <a:pt x="703" y="145"/>
                        <a:pt x="679" y="145"/>
                        <a:pt x="654" y="145"/>
                      </a:cubicBezTo>
                      <a:cubicBezTo>
                        <a:pt x="654" y="169"/>
                        <a:pt x="654" y="193"/>
                        <a:pt x="654" y="218"/>
                      </a:cubicBezTo>
                      <a:cubicBezTo>
                        <a:pt x="630" y="218"/>
                        <a:pt x="606" y="218"/>
                        <a:pt x="581" y="218"/>
                      </a:cubicBezTo>
                      <a:cubicBezTo>
                        <a:pt x="581" y="266"/>
                        <a:pt x="581" y="314"/>
                        <a:pt x="581" y="363"/>
                      </a:cubicBezTo>
                      <a:cubicBezTo>
                        <a:pt x="629" y="363"/>
                        <a:pt x="677" y="363"/>
                        <a:pt x="727" y="363"/>
                      </a:cubicBezTo>
                      <a:cubicBezTo>
                        <a:pt x="727" y="435"/>
                        <a:pt x="727" y="507"/>
                        <a:pt x="727" y="581"/>
                      </a:cubicBezTo>
                      <a:cubicBezTo>
                        <a:pt x="703" y="581"/>
                        <a:pt x="679" y="581"/>
                        <a:pt x="654" y="581"/>
                      </a:cubicBezTo>
                      <a:cubicBezTo>
                        <a:pt x="654" y="605"/>
                        <a:pt x="654" y="629"/>
                        <a:pt x="654" y="654"/>
                      </a:cubicBezTo>
                      <a:cubicBezTo>
                        <a:pt x="630" y="654"/>
                        <a:pt x="606" y="654"/>
                        <a:pt x="581" y="654"/>
                      </a:cubicBezTo>
                      <a:cubicBezTo>
                        <a:pt x="581" y="678"/>
                        <a:pt x="581" y="702"/>
                        <a:pt x="581" y="727"/>
                      </a:cubicBezTo>
                      <a:cubicBezTo>
                        <a:pt x="557" y="727"/>
                        <a:pt x="533" y="727"/>
                        <a:pt x="509" y="727"/>
                      </a:cubicBezTo>
                      <a:cubicBezTo>
                        <a:pt x="509" y="751"/>
                        <a:pt x="509" y="775"/>
                        <a:pt x="509" y="799"/>
                      </a:cubicBezTo>
                      <a:cubicBezTo>
                        <a:pt x="485" y="799"/>
                        <a:pt x="461" y="799"/>
                        <a:pt x="436" y="799"/>
                      </a:cubicBezTo>
                      <a:cubicBezTo>
                        <a:pt x="436" y="823"/>
                        <a:pt x="436" y="847"/>
                        <a:pt x="436" y="872"/>
                      </a:cubicBezTo>
                      <a:cubicBezTo>
                        <a:pt x="412" y="872"/>
                        <a:pt x="388" y="872"/>
                        <a:pt x="363" y="872"/>
                      </a:cubicBezTo>
                      <a:cubicBezTo>
                        <a:pt x="365" y="883"/>
                        <a:pt x="367" y="894"/>
                        <a:pt x="369" y="905"/>
                      </a:cubicBezTo>
                      <a:cubicBezTo>
                        <a:pt x="363" y="945"/>
                        <a:pt x="363" y="945"/>
                        <a:pt x="327" y="974"/>
                      </a:cubicBezTo>
                      <a:cubicBezTo>
                        <a:pt x="312" y="984"/>
                        <a:pt x="296" y="993"/>
                        <a:pt x="279" y="1002"/>
                      </a:cubicBezTo>
                      <a:cubicBezTo>
                        <a:pt x="271" y="1006"/>
                        <a:pt x="263" y="1011"/>
                        <a:pt x="254" y="1016"/>
                      </a:cubicBezTo>
                      <a:cubicBezTo>
                        <a:pt x="195" y="1049"/>
                        <a:pt x="138" y="1073"/>
                        <a:pt x="73" y="1090"/>
                      </a:cubicBezTo>
                      <a:cubicBezTo>
                        <a:pt x="73" y="1042"/>
                        <a:pt x="73" y="994"/>
                        <a:pt x="73" y="945"/>
                      </a:cubicBezTo>
                      <a:cubicBezTo>
                        <a:pt x="97" y="945"/>
                        <a:pt x="121" y="945"/>
                        <a:pt x="145" y="945"/>
                      </a:cubicBezTo>
                      <a:cubicBezTo>
                        <a:pt x="145" y="897"/>
                        <a:pt x="145" y="849"/>
                        <a:pt x="145" y="799"/>
                      </a:cubicBezTo>
                      <a:cubicBezTo>
                        <a:pt x="97" y="799"/>
                        <a:pt x="49" y="799"/>
                        <a:pt x="0" y="799"/>
                      </a:cubicBezTo>
                      <a:cubicBezTo>
                        <a:pt x="20" y="661"/>
                        <a:pt x="86" y="590"/>
                        <a:pt x="183" y="497"/>
                      </a:cubicBezTo>
                      <a:cubicBezTo>
                        <a:pt x="198" y="482"/>
                        <a:pt x="212" y="468"/>
                        <a:pt x="227" y="453"/>
                      </a:cubicBezTo>
                      <a:cubicBezTo>
                        <a:pt x="265" y="416"/>
                        <a:pt x="303" y="378"/>
                        <a:pt x="342" y="341"/>
                      </a:cubicBezTo>
                      <a:cubicBezTo>
                        <a:pt x="381" y="303"/>
                        <a:pt x="421" y="264"/>
                        <a:pt x="460" y="225"/>
                      </a:cubicBezTo>
                      <a:cubicBezTo>
                        <a:pt x="536" y="150"/>
                        <a:pt x="613" y="75"/>
                        <a:pt x="69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61" cap="flat">
                  <a:noFill/>
                </a:ln>
              </p:spPr>
            </p:sp>
            <p:sp>
              <p:nvSpPr>
                <p:cNvPr id="1619" name="ICON_REPORT_SOURCE_path_026"/>
                <p:cNvSpPr/>
                <p:nvPr/>
              </p:nvSpPr>
              <p:spPr>
                <a:xfrm>
                  <a:off x="10536570" y="5851507"/>
                  <a:ext cx="22151" cy="369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744" h="291" fill="norm" stroke="0">
                      <a:moveTo>
                        <a:pt x="0" y="0"/>
                      </a:moveTo>
                      <a:cubicBezTo>
                        <a:pt x="576" y="0"/>
                        <a:pt x="1151" y="0"/>
                        <a:pt x="1744" y="0"/>
                      </a:cubicBezTo>
                      <a:cubicBezTo>
                        <a:pt x="1744" y="24"/>
                        <a:pt x="1744" y="48"/>
                        <a:pt x="1744" y="73"/>
                      </a:cubicBezTo>
                      <a:cubicBezTo>
                        <a:pt x="1696" y="73"/>
                        <a:pt x="1648" y="73"/>
                        <a:pt x="1599" y="73"/>
                      </a:cubicBezTo>
                      <a:cubicBezTo>
                        <a:pt x="1599" y="97"/>
                        <a:pt x="1599" y="121"/>
                        <a:pt x="1599" y="145"/>
                      </a:cubicBezTo>
                      <a:cubicBezTo>
                        <a:pt x="1551" y="145"/>
                        <a:pt x="1503" y="145"/>
                        <a:pt x="1453" y="145"/>
                      </a:cubicBezTo>
                      <a:cubicBezTo>
                        <a:pt x="1453" y="193"/>
                        <a:pt x="1453" y="241"/>
                        <a:pt x="1453" y="291"/>
                      </a:cubicBezTo>
                      <a:cubicBezTo>
                        <a:pt x="1406" y="291"/>
                        <a:pt x="1358" y="291"/>
                        <a:pt x="1308" y="291"/>
                      </a:cubicBezTo>
                      <a:cubicBezTo>
                        <a:pt x="1308" y="243"/>
                        <a:pt x="1308" y="195"/>
                        <a:pt x="1308" y="145"/>
                      </a:cubicBezTo>
                      <a:cubicBezTo>
                        <a:pt x="1164" y="145"/>
                        <a:pt x="1020" y="145"/>
                        <a:pt x="872" y="145"/>
                      </a:cubicBezTo>
                      <a:cubicBezTo>
                        <a:pt x="872" y="169"/>
                        <a:pt x="872" y="193"/>
                        <a:pt x="872" y="218"/>
                      </a:cubicBezTo>
                      <a:cubicBezTo>
                        <a:pt x="608" y="218"/>
                        <a:pt x="344" y="218"/>
                        <a:pt x="73" y="218"/>
                      </a:cubicBezTo>
                      <a:cubicBezTo>
                        <a:pt x="73" y="194"/>
                        <a:pt x="73" y="170"/>
                        <a:pt x="73" y="145"/>
                      </a:cubicBezTo>
                      <a:cubicBezTo>
                        <a:pt x="49" y="145"/>
                        <a:pt x="25" y="145"/>
                        <a:pt x="0" y="145"/>
                      </a:cubicBezTo>
                      <a:cubicBezTo>
                        <a:pt x="0" y="97"/>
                        <a:pt x="0" y="49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20" name="ICON_REPORT_SOURCE_path_027"/>
                <p:cNvSpPr/>
                <p:nvPr/>
              </p:nvSpPr>
              <p:spPr>
                <a:xfrm>
                  <a:off x="10408278" y="5821972"/>
                  <a:ext cx="4615" cy="1845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63" h="1453" fill="norm" stroke="0">
                      <a:moveTo>
                        <a:pt x="73" y="0"/>
                      </a:moveTo>
                      <a:cubicBezTo>
                        <a:pt x="145" y="0"/>
                        <a:pt x="217" y="0"/>
                        <a:pt x="291" y="0"/>
                      </a:cubicBezTo>
                      <a:cubicBezTo>
                        <a:pt x="291" y="48"/>
                        <a:pt x="291" y="96"/>
                        <a:pt x="291" y="145"/>
                      </a:cubicBezTo>
                      <a:cubicBezTo>
                        <a:pt x="315" y="145"/>
                        <a:pt x="339" y="145"/>
                        <a:pt x="363" y="145"/>
                      </a:cubicBezTo>
                      <a:cubicBezTo>
                        <a:pt x="363" y="385"/>
                        <a:pt x="363" y="625"/>
                        <a:pt x="363" y="872"/>
                      </a:cubicBezTo>
                      <a:cubicBezTo>
                        <a:pt x="339" y="872"/>
                        <a:pt x="315" y="872"/>
                        <a:pt x="291" y="872"/>
                      </a:cubicBezTo>
                      <a:cubicBezTo>
                        <a:pt x="291" y="920"/>
                        <a:pt x="291" y="968"/>
                        <a:pt x="291" y="1017"/>
                      </a:cubicBezTo>
                      <a:cubicBezTo>
                        <a:pt x="315" y="1017"/>
                        <a:pt x="339" y="1017"/>
                        <a:pt x="363" y="1017"/>
                      </a:cubicBezTo>
                      <a:cubicBezTo>
                        <a:pt x="363" y="1161"/>
                        <a:pt x="363" y="1305"/>
                        <a:pt x="363" y="1453"/>
                      </a:cubicBezTo>
                      <a:cubicBezTo>
                        <a:pt x="315" y="1453"/>
                        <a:pt x="267" y="1453"/>
                        <a:pt x="218" y="1453"/>
                      </a:cubicBezTo>
                      <a:cubicBezTo>
                        <a:pt x="218" y="1382"/>
                        <a:pt x="218" y="1310"/>
                        <a:pt x="218" y="1235"/>
                      </a:cubicBezTo>
                      <a:cubicBezTo>
                        <a:pt x="194" y="1235"/>
                        <a:pt x="170" y="1235"/>
                        <a:pt x="145" y="1235"/>
                      </a:cubicBezTo>
                      <a:cubicBezTo>
                        <a:pt x="145" y="924"/>
                        <a:pt x="145" y="612"/>
                        <a:pt x="145" y="291"/>
                      </a:cubicBezTo>
                      <a:cubicBezTo>
                        <a:pt x="121" y="291"/>
                        <a:pt x="97" y="291"/>
                        <a:pt x="73" y="291"/>
                      </a:cubicBezTo>
                      <a:cubicBezTo>
                        <a:pt x="73" y="267"/>
                        <a:pt x="73" y="243"/>
                        <a:pt x="73" y="218"/>
                      </a:cubicBezTo>
                      <a:cubicBezTo>
                        <a:pt x="49" y="218"/>
                        <a:pt x="25" y="218"/>
                        <a:pt x="0" y="218"/>
                      </a:cubicBezTo>
                      <a:cubicBezTo>
                        <a:pt x="0" y="170"/>
                        <a:pt x="0" y="122"/>
                        <a:pt x="0" y="73"/>
                      </a:cubicBezTo>
                      <a:cubicBezTo>
                        <a:pt x="24" y="73"/>
                        <a:pt x="48" y="73"/>
                        <a:pt x="73" y="73"/>
                      </a:cubicBezTo>
                      <a:cubicBezTo>
                        <a:pt x="73" y="49"/>
                        <a:pt x="73" y="25"/>
                        <a:pt x="73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21" name="ICON_REPORT_SOURCE_path_028"/>
                <p:cNvSpPr/>
                <p:nvPr/>
              </p:nvSpPr>
              <p:spPr>
                <a:xfrm>
                  <a:off x="10519956" y="5946572"/>
                  <a:ext cx="11076" cy="1107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2" h="872" fill="norm" stroke="0">
                      <a:moveTo>
                        <a:pt x="727" y="0"/>
                      </a:moveTo>
                      <a:cubicBezTo>
                        <a:pt x="775" y="0"/>
                        <a:pt x="823" y="0"/>
                        <a:pt x="872" y="0"/>
                      </a:cubicBezTo>
                      <a:cubicBezTo>
                        <a:pt x="856" y="36"/>
                        <a:pt x="856" y="36"/>
                        <a:pt x="836" y="73"/>
                      </a:cubicBezTo>
                      <a:cubicBezTo>
                        <a:pt x="824" y="73"/>
                        <a:pt x="812" y="73"/>
                        <a:pt x="799" y="73"/>
                      </a:cubicBezTo>
                      <a:cubicBezTo>
                        <a:pt x="799" y="145"/>
                        <a:pt x="799" y="217"/>
                        <a:pt x="799" y="291"/>
                      </a:cubicBezTo>
                      <a:cubicBezTo>
                        <a:pt x="727" y="291"/>
                        <a:pt x="656" y="291"/>
                        <a:pt x="581" y="291"/>
                      </a:cubicBezTo>
                      <a:cubicBezTo>
                        <a:pt x="581" y="411"/>
                        <a:pt x="581" y="531"/>
                        <a:pt x="581" y="654"/>
                      </a:cubicBezTo>
                      <a:cubicBezTo>
                        <a:pt x="557" y="654"/>
                        <a:pt x="533" y="654"/>
                        <a:pt x="509" y="654"/>
                      </a:cubicBezTo>
                      <a:cubicBezTo>
                        <a:pt x="509" y="678"/>
                        <a:pt x="509" y="702"/>
                        <a:pt x="509" y="727"/>
                      </a:cubicBezTo>
                      <a:cubicBezTo>
                        <a:pt x="485" y="727"/>
                        <a:pt x="461" y="727"/>
                        <a:pt x="436" y="727"/>
                      </a:cubicBezTo>
                      <a:cubicBezTo>
                        <a:pt x="436" y="751"/>
                        <a:pt x="436" y="775"/>
                        <a:pt x="436" y="799"/>
                      </a:cubicBezTo>
                      <a:cubicBezTo>
                        <a:pt x="316" y="799"/>
                        <a:pt x="196" y="799"/>
                        <a:pt x="73" y="799"/>
                      </a:cubicBezTo>
                      <a:cubicBezTo>
                        <a:pt x="73" y="823"/>
                        <a:pt x="73" y="847"/>
                        <a:pt x="73" y="872"/>
                      </a:cubicBezTo>
                      <a:cubicBezTo>
                        <a:pt x="49" y="872"/>
                        <a:pt x="25" y="872"/>
                        <a:pt x="0" y="872"/>
                      </a:cubicBezTo>
                      <a:cubicBezTo>
                        <a:pt x="0" y="824"/>
                        <a:pt x="0" y="776"/>
                        <a:pt x="0" y="727"/>
                      </a:cubicBezTo>
                      <a:cubicBezTo>
                        <a:pt x="24" y="727"/>
                        <a:pt x="48" y="727"/>
                        <a:pt x="73" y="727"/>
                      </a:cubicBezTo>
                      <a:cubicBezTo>
                        <a:pt x="73" y="703"/>
                        <a:pt x="73" y="679"/>
                        <a:pt x="73" y="654"/>
                      </a:cubicBezTo>
                      <a:cubicBezTo>
                        <a:pt x="97" y="654"/>
                        <a:pt x="121" y="654"/>
                        <a:pt x="145" y="654"/>
                      </a:cubicBezTo>
                      <a:cubicBezTo>
                        <a:pt x="145" y="630"/>
                        <a:pt x="145" y="606"/>
                        <a:pt x="145" y="581"/>
                      </a:cubicBezTo>
                      <a:cubicBezTo>
                        <a:pt x="169" y="581"/>
                        <a:pt x="193" y="581"/>
                        <a:pt x="218" y="581"/>
                      </a:cubicBezTo>
                      <a:cubicBezTo>
                        <a:pt x="218" y="557"/>
                        <a:pt x="218" y="533"/>
                        <a:pt x="218" y="509"/>
                      </a:cubicBezTo>
                      <a:cubicBezTo>
                        <a:pt x="242" y="509"/>
                        <a:pt x="266" y="509"/>
                        <a:pt x="291" y="509"/>
                      </a:cubicBezTo>
                      <a:cubicBezTo>
                        <a:pt x="291" y="485"/>
                        <a:pt x="291" y="461"/>
                        <a:pt x="291" y="436"/>
                      </a:cubicBezTo>
                      <a:cubicBezTo>
                        <a:pt x="315" y="436"/>
                        <a:pt x="339" y="436"/>
                        <a:pt x="363" y="436"/>
                      </a:cubicBezTo>
                      <a:cubicBezTo>
                        <a:pt x="363" y="412"/>
                        <a:pt x="363" y="388"/>
                        <a:pt x="363" y="363"/>
                      </a:cubicBezTo>
                      <a:cubicBezTo>
                        <a:pt x="387" y="363"/>
                        <a:pt x="411" y="363"/>
                        <a:pt x="436" y="363"/>
                      </a:cubicBezTo>
                      <a:cubicBezTo>
                        <a:pt x="436" y="339"/>
                        <a:pt x="436" y="315"/>
                        <a:pt x="436" y="291"/>
                      </a:cubicBezTo>
                      <a:cubicBezTo>
                        <a:pt x="460" y="291"/>
                        <a:pt x="484" y="291"/>
                        <a:pt x="509" y="291"/>
                      </a:cubicBezTo>
                      <a:cubicBezTo>
                        <a:pt x="509" y="267"/>
                        <a:pt x="509" y="243"/>
                        <a:pt x="509" y="218"/>
                      </a:cubicBezTo>
                      <a:cubicBezTo>
                        <a:pt x="533" y="218"/>
                        <a:pt x="557" y="218"/>
                        <a:pt x="581" y="218"/>
                      </a:cubicBezTo>
                      <a:cubicBezTo>
                        <a:pt x="581" y="170"/>
                        <a:pt x="581" y="122"/>
                        <a:pt x="581" y="73"/>
                      </a:cubicBezTo>
                      <a:cubicBezTo>
                        <a:pt x="629" y="73"/>
                        <a:pt x="677" y="73"/>
                        <a:pt x="727" y="73"/>
                      </a:cubicBezTo>
                      <a:cubicBezTo>
                        <a:pt x="727" y="49"/>
                        <a:pt x="727" y="25"/>
                        <a:pt x="72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22" name="ICON_REPORT_SOURCE_path_029"/>
                <p:cNvSpPr/>
                <p:nvPr/>
              </p:nvSpPr>
              <p:spPr>
                <a:xfrm>
                  <a:off x="10543031" y="5933650"/>
                  <a:ext cx="10153" cy="787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99" h="620" fill="norm" stroke="0">
                      <a:moveTo>
                        <a:pt x="436" y="0"/>
                      </a:moveTo>
                      <a:cubicBezTo>
                        <a:pt x="556" y="36"/>
                        <a:pt x="676" y="72"/>
                        <a:pt x="799" y="109"/>
                      </a:cubicBezTo>
                      <a:cubicBezTo>
                        <a:pt x="787" y="115"/>
                        <a:pt x="787" y="115"/>
                        <a:pt x="727" y="145"/>
                      </a:cubicBezTo>
                      <a:cubicBezTo>
                        <a:pt x="722" y="184"/>
                        <a:pt x="722" y="184"/>
                        <a:pt x="727" y="218"/>
                      </a:cubicBezTo>
                      <a:cubicBezTo>
                        <a:pt x="703" y="218"/>
                        <a:pt x="679" y="218"/>
                        <a:pt x="654" y="218"/>
                      </a:cubicBezTo>
                      <a:cubicBezTo>
                        <a:pt x="654" y="242"/>
                        <a:pt x="654" y="266"/>
                        <a:pt x="654" y="291"/>
                      </a:cubicBezTo>
                      <a:cubicBezTo>
                        <a:pt x="630" y="291"/>
                        <a:pt x="606" y="291"/>
                        <a:pt x="581" y="291"/>
                      </a:cubicBezTo>
                      <a:cubicBezTo>
                        <a:pt x="581" y="315"/>
                        <a:pt x="581" y="339"/>
                        <a:pt x="581" y="363"/>
                      </a:cubicBezTo>
                      <a:cubicBezTo>
                        <a:pt x="557" y="363"/>
                        <a:pt x="533" y="363"/>
                        <a:pt x="509" y="363"/>
                      </a:cubicBezTo>
                      <a:cubicBezTo>
                        <a:pt x="509" y="387"/>
                        <a:pt x="509" y="411"/>
                        <a:pt x="509" y="436"/>
                      </a:cubicBezTo>
                      <a:cubicBezTo>
                        <a:pt x="485" y="436"/>
                        <a:pt x="461" y="436"/>
                        <a:pt x="436" y="436"/>
                      </a:cubicBezTo>
                      <a:cubicBezTo>
                        <a:pt x="436" y="460"/>
                        <a:pt x="436" y="484"/>
                        <a:pt x="436" y="509"/>
                      </a:cubicBezTo>
                      <a:cubicBezTo>
                        <a:pt x="412" y="509"/>
                        <a:pt x="388" y="509"/>
                        <a:pt x="363" y="509"/>
                      </a:cubicBezTo>
                      <a:cubicBezTo>
                        <a:pt x="363" y="533"/>
                        <a:pt x="363" y="557"/>
                        <a:pt x="363" y="581"/>
                      </a:cubicBezTo>
                      <a:cubicBezTo>
                        <a:pt x="329" y="589"/>
                        <a:pt x="294" y="595"/>
                        <a:pt x="259" y="602"/>
                      </a:cubicBezTo>
                      <a:cubicBezTo>
                        <a:pt x="249" y="604"/>
                        <a:pt x="239" y="606"/>
                        <a:pt x="229" y="608"/>
                      </a:cubicBezTo>
                      <a:cubicBezTo>
                        <a:pt x="179" y="617"/>
                        <a:pt x="151" y="620"/>
                        <a:pt x="102" y="603"/>
                      </a:cubicBezTo>
                      <a:cubicBezTo>
                        <a:pt x="92" y="596"/>
                        <a:pt x="83" y="589"/>
                        <a:pt x="73" y="581"/>
                      </a:cubicBezTo>
                      <a:cubicBezTo>
                        <a:pt x="68" y="543"/>
                        <a:pt x="68" y="543"/>
                        <a:pt x="73" y="509"/>
                      </a:cubicBezTo>
                      <a:cubicBezTo>
                        <a:pt x="49" y="509"/>
                        <a:pt x="25" y="509"/>
                        <a:pt x="0" y="509"/>
                      </a:cubicBezTo>
                      <a:cubicBezTo>
                        <a:pt x="0" y="485"/>
                        <a:pt x="0" y="461"/>
                        <a:pt x="0" y="436"/>
                      </a:cubicBezTo>
                      <a:cubicBezTo>
                        <a:pt x="24" y="436"/>
                        <a:pt x="48" y="436"/>
                        <a:pt x="73" y="436"/>
                      </a:cubicBezTo>
                      <a:cubicBezTo>
                        <a:pt x="73" y="388"/>
                        <a:pt x="73" y="340"/>
                        <a:pt x="73" y="291"/>
                      </a:cubicBezTo>
                      <a:cubicBezTo>
                        <a:pt x="97" y="291"/>
                        <a:pt x="121" y="291"/>
                        <a:pt x="145" y="291"/>
                      </a:cubicBezTo>
                      <a:cubicBezTo>
                        <a:pt x="145" y="267"/>
                        <a:pt x="145" y="243"/>
                        <a:pt x="145" y="218"/>
                      </a:cubicBezTo>
                      <a:cubicBezTo>
                        <a:pt x="155" y="220"/>
                        <a:pt x="165" y="221"/>
                        <a:pt x="175" y="223"/>
                      </a:cubicBezTo>
                      <a:cubicBezTo>
                        <a:pt x="217" y="227"/>
                        <a:pt x="249" y="229"/>
                        <a:pt x="291" y="218"/>
                      </a:cubicBezTo>
                      <a:cubicBezTo>
                        <a:pt x="317" y="181"/>
                        <a:pt x="331" y="147"/>
                        <a:pt x="345" y="104"/>
                      </a:cubicBezTo>
                      <a:cubicBezTo>
                        <a:pt x="348" y="99"/>
                        <a:pt x="348" y="99"/>
                        <a:pt x="363" y="73"/>
                      </a:cubicBezTo>
                      <a:cubicBezTo>
                        <a:pt x="402" y="68"/>
                        <a:pt x="402" y="68"/>
                        <a:pt x="436" y="73"/>
                      </a:cubicBezTo>
                      <a:cubicBezTo>
                        <a:pt x="436" y="49"/>
                        <a:pt x="436" y="25"/>
                        <a:pt x="43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61" cap="flat">
                  <a:noFill/>
                </a:ln>
              </p:spPr>
            </p:sp>
            <p:sp>
              <p:nvSpPr>
                <p:cNvPr id="1623" name="ICON_REPORT_SOURCE_path_030"/>
                <p:cNvSpPr/>
                <p:nvPr/>
              </p:nvSpPr>
              <p:spPr>
                <a:xfrm>
                  <a:off x="10541185" y="5930882"/>
                  <a:ext cx="12460" cy="738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81" h="581" fill="norm" stroke="0">
                      <a:moveTo>
                        <a:pt x="509" y="0"/>
                      </a:moveTo>
                      <a:cubicBezTo>
                        <a:pt x="557" y="0"/>
                        <a:pt x="605" y="0"/>
                        <a:pt x="654" y="0"/>
                      </a:cubicBezTo>
                      <a:cubicBezTo>
                        <a:pt x="654" y="24"/>
                        <a:pt x="654" y="48"/>
                        <a:pt x="654" y="73"/>
                      </a:cubicBezTo>
                      <a:cubicBezTo>
                        <a:pt x="678" y="73"/>
                        <a:pt x="702" y="73"/>
                        <a:pt x="727" y="73"/>
                      </a:cubicBezTo>
                      <a:cubicBezTo>
                        <a:pt x="727" y="97"/>
                        <a:pt x="727" y="121"/>
                        <a:pt x="727" y="145"/>
                      </a:cubicBezTo>
                      <a:cubicBezTo>
                        <a:pt x="799" y="145"/>
                        <a:pt x="871" y="145"/>
                        <a:pt x="945" y="145"/>
                      </a:cubicBezTo>
                      <a:cubicBezTo>
                        <a:pt x="977" y="223"/>
                        <a:pt x="977" y="223"/>
                        <a:pt x="981" y="254"/>
                      </a:cubicBezTo>
                      <a:cubicBezTo>
                        <a:pt x="964" y="294"/>
                        <a:pt x="964" y="294"/>
                        <a:pt x="945" y="327"/>
                      </a:cubicBezTo>
                      <a:cubicBezTo>
                        <a:pt x="673" y="299"/>
                        <a:pt x="673" y="299"/>
                        <a:pt x="581" y="218"/>
                      </a:cubicBezTo>
                      <a:cubicBezTo>
                        <a:pt x="582" y="223"/>
                        <a:pt x="582" y="223"/>
                        <a:pt x="585" y="250"/>
                      </a:cubicBezTo>
                      <a:cubicBezTo>
                        <a:pt x="579" y="320"/>
                        <a:pt x="528" y="360"/>
                        <a:pt x="478" y="406"/>
                      </a:cubicBezTo>
                      <a:cubicBezTo>
                        <a:pt x="422" y="446"/>
                        <a:pt x="384" y="448"/>
                        <a:pt x="317" y="441"/>
                      </a:cubicBezTo>
                      <a:cubicBezTo>
                        <a:pt x="313" y="440"/>
                        <a:pt x="313" y="440"/>
                        <a:pt x="291" y="436"/>
                      </a:cubicBezTo>
                      <a:cubicBezTo>
                        <a:pt x="291" y="460"/>
                        <a:pt x="291" y="484"/>
                        <a:pt x="291" y="509"/>
                      </a:cubicBezTo>
                      <a:cubicBezTo>
                        <a:pt x="267" y="509"/>
                        <a:pt x="243" y="509"/>
                        <a:pt x="218" y="509"/>
                      </a:cubicBezTo>
                      <a:cubicBezTo>
                        <a:pt x="218" y="533"/>
                        <a:pt x="218" y="557"/>
                        <a:pt x="218" y="581"/>
                      </a:cubicBezTo>
                      <a:cubicBezTo>
                        <a:pt x="146" y="581"/>
                        <a:pt x="74" y="581"/>
                        <a:pt x="0" y="581"/>
                      </a:cubicBezTo>
                      <a:cubicBezTo>
                        <a:pt x="22" y="453"/>
                        <a:pt x="71" y="379"/>
                        <a:pt x="157" y="282"/>
                      </a:cubicBezTo>
                      <a:cubicBezTo>
                        <a:pt x="167" y="268"/>
                        <a:pt x="178" y="255"/>
                        <a:pt x="189" y="242"/>
                      </a:cubicBezTo>
                      <a:cubicBezTo>
                        <a:pt x="269" y="150"/>
                        <a:pt x="269" y="150"/>
                        <a:pt x="332" y="137"/>
                      </a:cubicBezTo>
                      <a:cubicBezTo>
                        <a:pt x="367" y="137"/>
                        <a:pt x="401" y="139"/>
                        <a:pt x="436" y="145"/>
                      </a:cubicBezTo>
                      <a:cubicBezTo>
                        <a:pt x="436" y="121"/>
                        <a:pt x="436" y="97"/>
                        <a:pt x="436" y="73"/>
                      </a:cubicBezTo>
                      <a:cubicBezTo>
                        <a:pt x="460" y="73"/>
                        <a:pt x="484" y="73"/>
                        <a:pt x="509" y="73"/>
                      </a:cubicBezTo>
                      <a:cubicBezTo>
                        <a:pt x="509" y="49"/>
                        <a:pt x="509" y="25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61" cap="flat">
                  <a:noFill/>
                </a:ln>
              </p:spPr>
            </p:sp>
            <p:sp>
              <p:nvSpPr>
                <p:cNvPr id="1624" name="ICON_REPORT_SOURCE_path_031"/>
                <p:cNvSpPr/>
                <p:nvPr/>
              </p:nvSpPr>
              <p:spPr>
                <a:xfrm>
                  <a:off x="10559644" y="5867197"/>
                  <a:ext cx="3692" cy="304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1" h="2398" fill="norm" stroke="0">
                      <a:moveTo>
                        <a:pt x="0" y="0"/>
                      </a:moveTo>
                      <a:cubicBezTo>
                        <a:pt x="24" y="0"/>
                        <a:pt x="48" y="0"/>
                        <a:pt x="73" y="0"/>
                      </a:cubicBezTo>
                      <a:cubicBezTo>
                        <a:pt x="73" y="11"/>
                        <a:pt x="73" y="22"/>
                        <a:pt x="73" y="33"/>
                      </a:cubicBezTo>
                      <a:cubicBezTo>
                        <a:pt x="77" y="300"/>
                        <a:pt x="81" y="566"/>
                        <a:pt x="85" y="833"/>
                      </a:cubicBezTo>
                      <a:cubicBezTo>
                        <a:pt x="87" y="962"/>
                        <a:pt x="89" y="1091"/>
                        <a:pt x="91" y="1220"/>
                      </a:cubicBezTo>
                      <a:cubicBezTo>
                        <a:pt x="92" y="1332"/>
                        <a:pt x="94" y="1444"/>
                        <a:pt x="96" y="1557"/>
                      </a:cubicBezTo>
                      <a:cubicBezTo>
                        <a:pt x="97" y="1616"/>
                        <a:pt x="98" y="1676"/>
                        <a:pt x="98" y="1735"/>
                      </a:cubicBezTo>
                      <a:cubicBezTo>
                        <a:pt x="99" y="1791"/>
                        <a:pt x="100" y="1847"/>
                        <a:pt x="101" y="1903"/>
                      </a:cubicBezTo>
                      <a:cubicBezTo>
                        <a:pt x="101" y="1924"/>
                        <a:pt x="102" y="1944"/>
                        <a:pt x="102" y="1965"/>
                      </a:cubicBezTo>
                      <a:cubicBezTo>
                        <a:pt x="103" y="2067"/>
                        <a:pt x="105" y="2158"/>
                        <a:pt x="145" y="2253"/>
                      </a:cubicBezTo>
                      <a:cubicBezTo>
                        <a:pt x="193" y="2253"/>
                        <a:pt x="241" y="2253"/>
                        <a:pt x="291" y="2253"/>
                      </a:cubicBezTo>
                      <a:cubicBezTo>
                        <a:pt x="291" y="2301"/>
                        <a:pt x="291" y="2349"/>
                        <a:pt x="291" y="2398"/>
                      </a:cubicBezTo>
                      <a:cubicBezTo>
                        <a:pt x="219" y="2398"/>
                        <a:pt x="147" y="2398"/>
                        <a:pt x="73" y="2398"/>
                      </a:cubicBezTo>
                      <a:cubicBezTo>
                        <a:pt x="73" y="2374"/>
                        <a:pt x="73" y="2350"/>
                        <a:pt x="73" y="2326"/>
                      </a:cubicBezTo>
                      <a:cubicBezTo>
                        <a:pt x="49" y="2326"/>
                        <a:pt x="25" y="2326"/>
                        <a:pt x="0" y="2326"/>
                      </a:cubicBezTo>
                      <a:cubicBezTo>
                        <a:pt x="0" y="1558"/>
                        <a:pt x="0" y="791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25" name="ICON_REPORT_SOURCE_path_032"/>
                <p:cNvSpPr/>
                <p:nvPr/>
              </p:nvSpPr>
              <p:spPr>
                <a:xfrm>
                  <a:off x="10543953" y="5821972"/>
                  <a:ext cx="12922" cy="138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17" h="1090" fill="norm" stroke="0">
                      <a:moveTo>
                        <a:pt x="0" y="0"/>
                      </a:moveTo>
                      <a:cubicBezTo>
                        <a:pt x="96" y="0"/>
                        <a:pt x="192" y="0"/>
                        <a:pt x="291" y="0"/>
                      </a:cubicBezTo>
                      <a:cubicBezTo>
                        <a:pt x="291" y="24"/>
                        <a:pt x="291" y="48"/>
                        <a:pt x="291" y="73"/>
                      </a:cubicBezTo>
                      <a:cubicBezTo>
                        <a:pt x="315" y="73"/>
                        <a:pt x="339" y="73"/>
                        <a:pt x="363" y="73"/>
                      </a:cubicBezTo>
                      <a:cubicBezTo>
                        <a:pt x="363" y="97"/>
                        <a:pt x="363" y="121"/>
                        <a:pt x="363" y="145"/>
                      </a:cubicBezTo>
                      <a:cubicBezTo>
                        <a:pt x="387" y="145"/>
                        <a:pt x="411" y="145"/>
                        <a:pt x="436" y="145"/>
                      </a:cubicBezTo>
                      <a:cubicBezTo>
                        <a:pt x="436" y="217"/>
                        <a:pt x="436" y="289"/>
                        <a:pt x="436" y="363"/>
                      </a:cubicBezTo>
                      <a:cubicBezTo>
                        <a:pt x="508" y="363"/>
                        <a:pt x="580" y="363"/>
                        <a:pt x="654" y="363"/>
                      </a:cubicBezTo>
                      <a:cubicBezTo>
                        <a:pt x="654" y="387"/>
                        <a:pt x="654" y="411"/>
                        <a:pt x="654" y="436"/>
                      </a:cubicBezTo>
                      <a:cubicBezTo>
                        <a:pt x="678" y="436"/>
                        <a:pt x="702" y="436"/>
                        <a:pt x="727" y="436"/>
                      </a:cubicBezTo>
                      <a:cubicBezTo>
                        <a:pt x="727" y="447"/>
                        <a:pt x="728" y="457"/>
                        <a:pt x="728" y="468"/>
                      </a:cubicBezTo>
                      <a:cubicBezTo>
                        <a:pt x="731" y="517"/>
                        <a:pt x="735" y="565"/>
                        <a:pt x="738" y="613"/>
                      </a:cubicBezTo>
                      <a:cubicBezTo>
                        <a:pt x="739" y="630"/>
                        <a:pt x="740" y="647"/>
                        <a:pt x="741" y="664"/>
                      </a:cubicBezTo>
                      <a:cubicBezTo>
                        <a:pt x="750" y="786"/>
                        <a:pt x="750" y="786"/>
                        <a:pt x="789" y="826"/>
                      </a:cubicBezTo>
                      <a:cubicBezTo>
                        <a:pt x="819" y="845"/>
                        <a:pt x="819" y="845"/>
                        <a:pt x="848" y="859"/>
                      </a:cubicBezTo>
                      <a:cubicBezTo>
                        <a:pt x="856" y="863"/>
                        <a:pt x="864" y="868"/>
                        <a:pt x="872" y="872"/>
                      </a:cubicBezTo>
                      <a:cubicBezTo>
                        <a:pt x="879" y="913"/>
                        <a:pt x="879" y="913"/>
                        <a:pt x="872" y="945"/>
                      </a:cubicBezTo>
                      <a:cubicBezTo>
                        <a:pt x="883" y="943"/>
                        <a:pt x="894" y="942"/>
                        <a:pt x="906" y="940"/>
                      </a:cubicBezTo>
                      <a:cubicBezTo>
                        <a:pt x="919" y="942"/>
                        <a:pt x="932" y="943"/>
                        <a:pt x="945" y="945"/>
                      </a:cubicBezTo>
                      <a:cubicBezTo>
                        <a:pt x="977" y="989"/>
                        <a:pt x="995" y="1040"/>
                        <a:pt x="1017" y="1090"/>
                      </a:cubicBezTo>
                      <a:cubicBezTo>
                        <a:pt x="896" y="1040"/>
                        <a:pt x="810" y="969"/>
                        <a:pt x="718" y="877"/>
                      </a:cubicBezTo>
                      <a:cubicBezTo>
                        <a:pt x="704" y="864"/>
                        <a:pt x="691" y="852"/>
                        <a:pt x="678" y="839"/>
                      </a:cubicBezTo>
                      <a:cubicBezTo>
                        <a:pt x="586" y="749"/>
                        <a:pt x="586" y="749"/>
                        <a:pt x="573" y="685"/>
                      </a:cubicBezTo>
                      <a:cubicBezTo>
                        <a:pt x="573" y="649"/>
                        <a:pt x="575" y="616"/>
                        <a:pt x="581" y="581"/>
                      </a:cubicBezTo>
                      <a:cubicBezTo>
                        <a:pt x="557" y="581"/>
                        <a:pt x="533" y="581"/>
                        <a:pt x="509" y="581"/>
                      </a:cubicBezTo>
                      <a:cubicBezTo>
                        <a:pt x="509" y="557"/>
                        <a:pt x="509" y="533"/>
                        <a:pt x="509" y="509"/>
                      </a:cubicBezTo>
                      <a:cubicBezTo>
                        <a:pt x="485" y="509"/>
                        <a:pt x="461" y="509"/>
                        <a:pt x="436" y="509"/>
                      </a:cubicBezTo>
                      <a:cubicBezTo>
                        <a:pt x="436" y="485"/>
                        <a:pt x="436" y="461"/>
                        <a:pt x="436" y="436"/>
                      </a:cubicBezTo>
                      <a:cubicBezTo>
                        <a:pt x="412" y="436"/>
                        <a:pt x="388" y="436"/>
                        <a:pt x="363" y="436"/>
                      </a:cubicBezTo>
                      <a:cubicBezTo>
                        <a:pt x="363" y="412"/>
                        <a:pt x="363" y="388"/>
                        <a:pt x="363" y="363"/>
                      </a:cubicBezTo>
                      <a:cubicBezTo>
                        <a:pt x="339" y="363"/>
                        <a:pt x="315" y="363"/>
                        <a:pt x="291" y="363"/>
                      </a:cubicBezTo>
                      <a:cubicBezTo>
                        <a:pt x="291" y="339"/>
                        <a:pt x="291" y="315"/>
                        <a:pt x="291" y="291"/>
                      </a:cubicBezTo>
                      <a:cubicBezTo>
                        <a:pt x="267" y="291"/>
                        <a:pt x="243" y="291"/>
                        <a:pt x="218" y="291"/>
                      </a:cubicBezTo>
                      <a:cubicBezTo>
                        <a:pt x="218" y="267"/>
                        <a:pt x="218" y="243"/>
                        <a:pt x="218" y="218"/>
                      </a:cubicBezTo>
                      <a:cubicBezTo>
                        <a:pt x="194" y="218"/>
                        <a:pt x="170" y="218"/>
                        <a:pt x="145" y="218"/>
                      </a:cubicBezTo>
                      <a:cubicBezTo>
                        <a:pt x="147" y="207"/>
                        <a:pt x="148" y="196"/>
                        <a:pt x="150" y="184"/>
                      </a:cubicBezTo>
                      <a:cubicBezTo>
                        <a:pt x="149" y="178"/>
                        <a:pt x="149" y="178"/>
                        <a:pt x="145" y="145"/>
                      </a:cubicBezTo>
                      <a:cubicBezTo>
                        <a:pt x="114" y="125"/>
                        <a:pt x="114" y="125"/>
                        <a:pt x="73" y="109"/>
                      </a:cubicBezTo>
                      <a:cubicBezTo>
                        <a:pt x="32" y="93"/>
                        <a:pt x="32" y="93"/>
                        <a:pt x="0" y="73"/>
                      </a:cubicBezTo>
                      <a:cubicBezTo>
                        <a:pt x="0" y="49"/>
                        <a:pt x="0" y="25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26" name="ICON_REPORT_SOURCE_path_033"/>
                <p:cNvSpPr/>
                <p:nvPr/>
              </p:nvSpPr>
              <p:spPr>
                <a:xfrm>
                  <a:off x="10533801" y="5965031"/>
                  <a:ext cx="9230" cy="738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27" h="581" fill="norm" stroke="0">
                      <a:moveTo>
                        <a:pt x="436" y="0"/>
                      </a:moveTo>
                      <a:cubicBezTo>
                        <a:pt x="532" y="0"/>
                        <a:pt x="628" y="0"/>
                        <a:pt x="727" y="0"/>
                      </a:cubicBezTo>
                      <a:cubicBezTo>
                        <a:pt x="677" y="114"/>
                        <a:pt x="677" y="114"/>
                        <a:pt x="654" y="145"/>
                      </a:cubicBezTo>
                      <a:cubicBezTo>
                        <a:pt x="615" y="150"/>
                        <a:pt x="615" y="150"/>
                        <a:pt x="581" y="145"/>
                      </a:cubicBezTo>
                      <a:cubicBezTo>
                        <a:pt x="581" y="169"/>
                        <a:pt x="581" y="193"/>
                        <a:pt x="581" y="218"/>
                      </a:cubicBezTo>
                      <a:cubicBezTo>
                        <a:pt x="557" y="218"/>
                        <a:pt x="533" y="218"/>
                        <a:pt x="509" y="218"/>
                      </a:cubicBezTo>
                      <a:cubicBezTo>
                        <a:pt x="509" y="242"/>
                        <a:pt x="509" y="266"/>
                        <a:pt x="509" y="291"/>
                      </a:cubicBezTo>
                      <a:cubicBezTo>
                        <a:pt x="485" y="291"/>
                        <a:pt x="461" y="291"/>
                        <a:pt x="436" y="291"/>
                      </a:cubicBezTo>
                      <a:cubicBezTo>
                        <a:pt x="436" y="315"/>
                        <a:pt x="436" y="339"/>
                        <a:pt x="436" y="363"/>
                      </a:cubicBezTo>
                      <a:cubicBezTo>
                        <a:pt x="412" y="363"/>
                        <a:pt x="388" y="363"/>
                        <a:pt x="363" y="363"/>
                      </a:cubicBezTo>
                      <a:cubicBezTo>
                        <a:pt x="363" y="387"/>
                        <a:pt x="363" y="411"/>
                        <a:pt x="363" y="436"/>
                      </a:cubicBezTo>
                      <a:cubicBezTo>
                        <a:pt x="339" y="436"/>
                        <a:pt x="315" y="436"/>
                        <a:pt x="291" y="436"/>
                      </a:cubicBezTo>
                      <a:cubicBezTo>
                        <a:pt x="291" y="460"/>
                        <a:pt x="291" y="484"/>
                        <a:pt x="291" y="509"/>
                      </a:cubicBezTo>
                      <a:cubicBezTo>
                        <a:pt x="267" y="509"/>
                        <a:pt x="243" y="509"/>
                        <a:pt x="218" y="509"/>
                      </a:cubicBezTo>
                      <a:cubicBezTo>
                        <a:pt x="218" y="533"/>
                        <a:pt x="218" y="557"/>
                        <a:pt x="218" y="581"/>
                      </a:cubicBezTo>
                      <a:cubicBezTo>
                        <a:pt x="146" y="581"/>
                        <a:pt x="74" y="581"/>
                        <a:pt x="0" y="581"/>
                      </a:cubicBezTo>
                      <a:cubicBezTo>
                        <a:pt x="0" y="557"/>
                        <a:pt x="0" y="533"/>
                        <a:pt x="0" y="509"/>
                      </a:cubicBezTo>
                      <a:cubicBezTo>
                        <a:pt x="24" y="509"/>
                        <a:pt x="48" y="509"/>
                        <a:pt x="73" y="509"/>
                      </a:cubicBezTo>
                      <a:cubicBezTo>
                        <a:pt x="73" y="485"/>
                        <a:pt x="73" y="461"/>
                        <a:pt x="73" y="436"/>
                      </a:cubicBezTo>
                      <a:cubicBezTo>
                        <a:pt x="49" y="436"/>
                        <a:pt x="25" y="436"/>
                        <a:pt x="0" y="436"/>
                      </a:cubicBezTo>
                      <a:cubicBezTo>
                        <a:pt x="0" y="412"/>
                        <a:pt x="0" y="388"/>
                        <a:pt x="0" y="363"/>
                      </a:cubicBezTo>
                      <a:cubicBezTo>
                        <a:pt x="24" y="363"/>
                        <a:pt x="48" y="363"/>
                        <a:pt x="73" y="363"/>
                      </a:cubicBezTo>
                      <a:cubicBezTo>
                        <a:pt x="73" y="339"/>
                        <a:pt x="73" y="315"/>
                        <a:pt x="73" y="291"/>
                      </a:cubicBezTo>
                      <a:cubicBezTo>
                        <a:pt x="97" y="291"/>
                        <a:pt x="121" y="291"/>
                        <a:pt x="145" y="291"/>
                      </a:cubicBezTo>
                      <a:cubicBezTo>
                        <a:pt x="145" y="267"/>
                        <a:pt x="145" y="243"/>
                        <a:pt x="145" y="218"/>
                      </a:cubicBezTo>
                      <a:cubicBezTo>
                        <a:pt x="169" y="218"/>
                        <a:pt x="193" y="218"/>
                        <a:pt x="218" y="218"/>
                      </a:cubicBezTo>
                      <a:cubicBezTo>
                        <a:pt x="218" y="194"/>
                        <a:pt x="218" y="170"/>
                        <a:pt x="218" y="145"/>
                      </a:cubicBezTo>
                      <a:cubicBezTo>
                        <a:pt x="266" y="145"/>
                        <a:pt x="314" y="145"/>
                        <a:pt x="363" y="145"/>
                      </a:cubicBezTo>
                      <a:cubicBezTo>
                        <a:pt x="363" y="121"/>
                        <a:pt x="363" y="97"/>
                        <a:pt x="363" y="73"/>
                      </a:cubicBezTo>
                      <a:cubicBezTo>
                        <a:pt x="387" y="73"/>
                        <a:pt x="411" y="73"/>
                        <a:pt x="436" y="73"/>
                      </a:cubicBezTo>
                      <a:cubicBezTo>
                        <a:pt x="436" y="49"/>
                        <a:pt x="436" y="25"/>
                        <a:pt x="436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27" name="ICON_REPORT_SOURCE_path_034"/>
                <p:cNvSpPr/>
                <p:nvPr/>
              </p:nvSpPr>
              <p:spPr>
                <a:xfrm>
                  <a:off x="10523648" y="5934573"/>
                  <a:ext cx="7384" cy="738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81" h="581" fill="norm" stroke="0">
                      <a:moveTo>
                        <a:pt x="218" y="0"/>
                      </a:moveTo>
                      <a:cubicBezTo>
                        <a:pt x="338" y="0"/>
                        <a:pt x="458" y="0"/>
                        <a:pt x="581" y="0"/>
                      </a:cubicBezTo>
                      <a:cubicBezTo>
                        <a:pt x="557" y="48"/>
                        <a:pt x="533" y="96"/>
                        <a:pt x="509" y="145"/>
                      </a:cubicBezTo>
                      <a:cubicBezTo>
                        <a:pt x="485" y="145"/>
                        <a:pt x="461" y="145"/>
                        <a:pt x="436" y="145"/>
                      </a:cubicBezTo>
                      <a:cubicBezTo>
                        <a:pt x="436" y="169"/>
                        <a:pt x="436" y="193"/>
                        <a:pt x="436" y="218"/>
                      </a:cubicBezTo>
                      <a:cubicBezTo>
                        <a:pt x="412" y="218"/>
                        <a:pt x="388" y="218"/>
                        <a:pt x="363" y="218"/>
                      </a:cubicBezTo>
                      <a:cubicBezTo>
                        <a:pt x="363" y="242"/>
                        <a:pt x="363" y="266"/>
                        <a:pt x="363" y="291"/>
                      </a:cubicBezTo>
                      <a:cubicBezTo>
                        <a:pt x="352" y="289"/>
                        <a:pt x="341" y="288"/>
                        <a:pt x="329" y="287"/>
                      </a:cubicBezTo>
                      <a:cubicBezTo>
                        <a:pt x="316" y="288"/>
                        <a:pt x="304" y="289"/>
                        <a:pt x="291" y="291"/>
                      </a:cubicBezTo>
                      <a:cubicBezTo>
                        <a:pt x="273" y="317"/>
                        <a:pt x="273" y="317"/>
                        <a:pt x="259" y="354"/>
                      </a:cubicBezTo>
                      <a:cubicBezTo>
                        <a:pt x="216" y="451"/>
                        <a:pt x="150" y="511"/>
                        <a:pt x="73" y="581"/>
                      </a:cubicBezTo>
                      <a:cubicBezTo>
                        <a:pt x="49" y="569"/>
                        <a:pt x="25" y="557"/>
                        <a:pt x="0" y="545"/>
                      </a:cubicBezTo>
                      <a:cubicBezTo>
                        <a:pt x="4" y="542"/>
                        <a:pt x="4" y="542"/>
                        <a:pt x="23" y="526"/>
                      </a:cubicBezTo>
                      <a:cubicBezTo>
                        <a:pt x="102" y="455"/>
                        <a:pt x="130" y="396"/>
                        <a:pt x="145" y="291"/>
                      </a:cubicBezTo>
                      <a:cubicBezTo>
                        <a:pt x="121" y="291"/>
                        <a:pt x="97" y="291"/>
                        <a:pt x="73" y="291"/>
                      </a:cubicBezTo>
                      <a:cubicBezTo>
                        <a:pt x="73" y="219"/>
                        <a:pt x="73" y="147"/>
                        <a:pt x="73" y="73"/>
                      </a:cubicBezTo>
                      <a:cubicBezTo>
                        <a:pt x="121" y="73"/>
                        <a:pt x="169" y="73"/>
                        <a:pt x="218" y="73"/>
                      </a:cubicBezTo>
                      <a:cubicBezTo>
                        <a:pt x="218" y="49"/>
                        <a:pt x="218" y="25"/>
                        <a:pt x="21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28" name="ICON_REPORT_SOURCE_path_035"/>
                <p:cNvSpPr/>
                <p:nvPr/>
              </p:nvSpPr>
              <p:spPr>
                <a:xfrm>
                  <a:off x="10555952" y="5901347"/>
                  <a:ext cx="8307" cy="738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54" h="581" fill="norm" stroke="0">
                      <a:moveTo>
                        <a:pt x="509" y="0"/>
                      </a:moveTo>
                      <a:cubicBezTo>
                        <a:pt x="557" y="0"/>
                        <a:pt x="605" y="0"/>
                        <a:pt x="654" y="0"/>
                      </a:cubicBezTo>
                      <a:cubicBezTo>
                        <a:pt x="644" y="24"/>
                        <a:pt x="633" y="49"/>
                        <a:pt x="622" y="73"/>
                      </a:cubicBezTo>
                      <a:cubicBezTo>
                        <a:pt x="619" y="79"/>
                        <a:pt x="619" y="79"/>
                        <a:pt x="604" y="114"/>
                      </a:cubicBezTo>
                      <a:cubicBezTo>
                        <a:pt x="597" y="124"/>
                        <a:pt x="589" y="135"/>
                        <a:pt x="581" y="145"/>
                      </a:cubicBezTo>
                      <a:cubicBezTo>
                        <a:pt x="543" y="150"/>
                        <a:pt x="543" y="150"/>
                        <a:pt x="509" y="145"/>
                      </a:cubicBezTo>
                      <a:cubicBezTo>
                        <a:pt x="509" y="169"/>
                        <a:pt x="509" y="193"/>
                        <a:pt x="509" y="218"/>
                      </a:cubicBezTo>
                      <a:cubicBezTo>
                        <a:pt x="485" y="218"/>
                        <a:pt x="461" y="218"/>
                        <a:pt x="436" y="218"/>
                      </a:cubicBezTo>
                      <a:cubicBezTo>
                        <a:pt x="436" y="242"/>
                        <a:pt x="436" y="266"/>
                        <a:pt x="436" y="291"/>
                      </a:cubicBezTo>
                      <a:cubicBezTo>
                        <a:pt x="412" y="291"/>
                        <a:pt x="388" y="291"/>
                        <a:pt x="363" y="291"/>
                      </a:cubicBezTo>
                      <a:cubicBezTo>
                        <a:pt x="363" y="315"/>
                        <a:pt x="363" y="339"/>
                        <a:pt x="363" y="363"/>
                      </a:cubicBezTo>
                      <a:cubicBezTo>
                        <a:pt x="339" y="363"/>
                        <a:pt x="315" y="363"/>
                        <a:pt x="291" y="363"/>
                      </a:cubicBezTo>
                      <a:cubicBezTo>
                        <a:pt x="291" y="387"/>
                        <a:pt x="291" y="411"/>
                        <a:pt x="291" y="436"/>
                      </a:cubicBezTo>
                      <a:cubicBezTo>
                        <a:pt x="267" y="436"/>
                        <a:pt x="243" y="436"/>
                        <a:pt x="218" y="436"/>
                      </a:cubicBezTo>
                      <a:cubicBezTo>
                        <a:pt x="218" y="460"/>
                        <a:pt x="218" y="484"/>
                        <a:pt x="218" y="509"/>
                      </a:cubicBezTo>
                      <a:cubicBezTo>
                        <a:pt x="194" y="509"/>
                        <a:pt x="170" y="509"/>
                        <a:pt x="145" y="509"/>
                      </a:cubicBezTo>
                      <a:cubicBezTo>
                        <a:pt x="145" y="533"/>
                        <a:pt x="145" y="557"/>
                        <a:pt x="145" y="581"/>
                      </a:cubicBezTo>
                      <a:cubicBezTo>
                        <a:pt x="97" y="581"/>
                        <a:pt x="49" y="581"/>
                        <a:pt x="0" y="581"/>
                      </a:cubicBezTo>
                      <a:cubicBezTo>
                        <a:pt x="0" y="533"/>
                        <a:pt x="0" y="485"/>
                        <a:pt x="0" y="436"/>
                      </a:cubicBezTo>
                      <a:cubicBezTo>
                        <a:pt x="24" y="436"/>
                        <a:pt x="48" y="436"/>
                        <a:pt x="73" y="436"/>
                      </a:cubicBezTo>
                      <a:cubicBezTo>
                        <a:pt x="73" y="412"/>
                        <a:pt x="73" y="388"/>
                        <a:pt x="73" y="363"/>
                      </a:cubicBezTo>
                      <a:cubicBezTo>
                        <a:pt x="97" y="363"/>
                        <a:pt x="121" y="363"/>
                        <a:pt x="145" y="363"/>
                      </a:cubicBezTo>
                      <a:cubicBezTo>
                        <a:pt x="145" y="339"/>
                        <a:pt x="145" y="315"/>
                        <a:pt x="145" y="291"/>
                      </a:cubicBezTo>
                      <a:cubicBezTo>
                        <a:pt x="169" y="291"/>
                        <a:pt x="193" y="291"/>
                        <a:pt x="218" y="291"/>
                      </a:cubicBezTo>
                      <a:cubicBezTo>
                        <a:pt x="218" y="267"/>
                        <a:pt x="218" y="243"/>
                        <a:pt x="218" y="218"/>
                      </a:cubicBezTo>
                      <a:cubicBezTo>
                        <a:pt x="242" y="218"/>
                        <a:pt x="266" y="218"/>
                        <a:pt x="291" y="218"/>
                      </a:cubicBezTo>
                      <a:cubicBezTo>
                        <a:pt x="291" y="194"/>
                        <a:pt x="291" y="170"/>
                        <a:pt x="291" y="145"/>
                      </a:cubicBezTo>
                      <a:cubicBezTo>
                        <a:pt x="339" y="145"/>
                        <a:pt x="387" y="145"/>
                        <a:pt x="436" y="145"/>
                      </a:cubicBezTo>
                      <a:cubicBezTo>
                        <a:pt x="436" y="121"/>
                        <a:pt x="436" y="97"/>
                        <a:pt x="436" y="73"/>
                      </a:cubicBezTo>
                      <a:cubicBezTo>
                        <a:pt x="460" y="73"/>
                        <a:pt x="484" y="73"/>
                        <a:pt x="509" y="73"/>
                      </a:cubicBezTo>
                      <a:cubicBezTo>
                        <a:pt x="509" y="49"/>
                        <a:pt x="509" y="25"/>
                        <a:pt x="509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29" name="ICON_REPORT_SOURCE_path_036"/>
                <p:cNvSpPr/>
                <p:nvPr/>
              </p:nvSpPr>
              <p:spPr>
                <a:xfrm>
                  <a:off x="10567028" y="5966416"/>
                  <a:ext cx="2307" cy="969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2" h="763" fill="norm" stroke="0">
                      <a:moveTo>
                        <a:pt x="182" y="0"/>
                      </a:moveTo>
                      <a:cubicBezTo>
                        <a:pt x="170" y="252"/>
                        <a:pt x="158" y="504"/>
                        <a:pt x="145" y="763"/>
                      </a:cubicBezTo>
                      <a:cubicBezTo>
                        <a:pt x="97" y="763"/>
                        <a:pt x="49" y="763"/>
                        <a:pt x="0" y="763"/>
                      </a:cubicBezTo>
                      <a:cubicBezTo>
                        <a:pt x="0" y="523"/>
                        <a:pt x="0" y="283"/>
                        <a:pt x="0" y="36"/>
                      </a:cubicBezTo>
                      <a:cubicBezTo>
                        <a:pt x="109" y="0"/>
                        <a:pt x="109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61" cap="flat">
                  <a:noFill/>
                </a:ln>
              </p:spPr>
            </p:sp>
            <p:sp>
              <p:nvSpPr>
                <p:cNvPr id="1630" name="ICON_REPORT_SOURCE_path_037"/>
                <p:cNvSpPr/>
                <p:nvPr/>
              </p:nvSpPr>
              <p:spPr>
                <a:xfrm>
                  <a:off x="10399971" y="5989028"/>
                  <a:ext cx="6461" cy="646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09" h="509" fill="norm" stroke="0">
                      <a:moveTo>
                        <a:pt x="73" y="0"/>
                      </a:moveTo>
                      <a:cubicBezTo>
                        <a:pt x="126" y="18"/>
                        <a:pt x="174" y="37"/>
                        <a:pt x="218" y="73"/>
                      </a:cubicBezTo>
                      <a:cubicBezTo>
                        <a:pt x="231" y="123"/>
                        <a:pt x="227" y="167"/>
                        <a:pt x="218" y="218"/>
                      </a:cubicBezTo>
                      <a:cubicBezTo>
                        <a:pt x="242" y="218"/>
                        <a:pt x="266" y="218"/>
                        <a:pt x="291" y="218"/>
                      </a:cubicBezTo>
                      <a:cubicBezTo>
                        <a:pt x="291" y="242"/>
                        <a:pt x="291" y="266"/>
                        <a:pt x="291" y="291"/>
                      </a:cubicBezTo>
                      <a:cubicBezTo>
                        <a:pt x="315" y="291"/>
                        <a:pt x="339" y="291"/>
                        <a:pt x="363" y="291"/>
                      </a:cubicBezTo>
                      <a:cubicBezTo>
                        <a:pt x="363" y="296"/>
                        <a:pt x="363" y="296"/>
                        <a:pt x="359" y="325"/>
                      </a:cubicBezTo>
                      <a:cubicBezTo>
                        <a:pt x="360" y="337"/>
                        <a:pt x="362" y="350"/>
                        <a:pt x="363" y="363"/>
                      </a:cubicBezTo>
                      <a:cubicBezTo>
                        <a:pt x="395" y="384"/>
                        <a:pt x="395" y="384"/>
                        <a:pt x="436" y="400"/>
                      </a:cubicBezTo>
                      <a:cubicBezTo>
                        <a:pt x="477" y="416"/>
                        <a:pt x="477" y="416"/>
                        <a:pt x="509" y="436"/>
                      </a:cubicBezTo>
                      <a:cubicBezTo>
                        <a:pt x="509" y="460"/>
                        <a:pt x="509" y="484"/>
                        <a:pt x="509" y="509"/>
                      </a:cubicBezTo>
                      <a:cubicBezTo>
                        <a:pt x="437" y="509"/>
                        <a:pt x="365" y="509"/>
                        <a:pt x="291" y="509"/>
                      </a:cubicBezTo>
                      <a:cubicBezTo>
                        <a:pt x="291" y="485"/>
                        <a:pt x="291" y="461"/>
                        <a:pt x="291" y="436"/>
                      </a:cubicBezTo>
                      <a:cubicBezTo>
                        <a:pt x="267" y="436"/>
                        <a:pt x="243" y="436"/>
                        <a:pt x="218" y="436"/>
                      </a:cubicBezTo>
                      <a:cubicBezTo>
                        <a:pt x="218" y="388"/>
                        <a:pt x="218" y="340"/>
                        <a:pt x="218" y="291"/>
                      </a:cubicBezTo>
                      <a:cubicBezTo>
                        <a:pt x="146" y="291"/>
                        <a:pt x="74" y="291"/>
                        <a:pt x="0" y="291"/>
                      </a:cubicBezTo>
                      <a:cubicBezTo>
                        <a:pt x="0" y="243"/>
                        <a:pt x="0" y="195"/>
                        <a:pt x="0" y="145"/>
                      </a:cubicBezTo>
                      <a:cubicBezTo>
                        <a:pt x="24" y="145"/>
                        <a:pt x="48" y="145"/>
                        <a:pt x="73" y="145"/>
                      </a:cubicBezTo>
                      <a:cubicBezTo>
                        <a:pt x="73" y="97"/>
                        <a:pt x="73" y="49"/>
                        <a:pt x="73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31" name="ICON_REPORT_SOURCE_path_038"/>
                <p:cNvSpPr/>
                <p:nvPr/>
              </p:nvSpPr>
              <p:spPr>
                <a:xfrm>
                  <a:off x="10581795" y="5912422"/>
                  <a:ext cx="3692" cy="738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1" h="581" fill="norm" stroke="0">
                      <a:moveTo>
                        <a:pt x="0" y="0"/>
                      </a:moveTo>
                      <a:cubicBezTo>
                        <a:pt x="48" y="0"/>
                        <a:pt x="96" y="0"/>
                        <a:pt x="145" y="0"/>
                      </a:cubicBezTo>
                      <a:cubicBezTo>
                        <a:pt x="145" y="48"/>
                        <a:pt x="145" y="96"/>
                        <a:pt x="145" y="145"/>
                      </a:cubicBezTo>
                      <a:cubicBezTo>
                        <a:pt x="169" y="145"/>
                        <a:pt x="193" y="145"/>
                        <a:pt x="218" y="145"/>
                      </a:cubicBezTo>
                      <a:cubicBezTo>
                        <a:pt x="218" y="241"/>
                        <a:pt x="218" y="337"/>
                        <a:pt x="218" y="436"/>
                      </a:cubicBezTo>
                      <a:cubicBezTo>
                        <a:pt x="242" y="436"/>
                        <a:pt x="266" y="436"/>
                        <a:pt x="291" y="436"/>
                      </a:cubicBezTo>
                      <a:cubicBezTo>
                        <a:pt x="291" y="484"/>
                        <a:pt x="291" y="532"/>
                        <a:pt x="291" y="581"/>
                      </a:cubicBezTo>
                      <a:cubicBezTo>
                        <a:pt x="243" y="581"/>
                        <a:pt x="195" y="581"/>
                        <a:pt x="145" y="581"/>
                      </a:cubicBezTo>
                      <a:cubicBezTo>
                        <a:pt x="145" y="557"/>
                        <a:pt x="145" y="533"/>
                        <a:pt x="145" y="509"/>
                      </a:cubicBezTo>
                      <a:cubicBezTo>
                        <a:pt x="121" y="509"/>
                        <a:pt x="97" y="509"/>
                        <a:pt x="73" y="509"/>
                      </a:cubicBezTo>
                      <a:cubicBezTo>
                        <a:pt x="73" y="389"/>
                        <a:pt x="73" y="269"/>
                        <a:pt x="73" y="145"/>
                      </a:cubicBezTo>
                      <a:cubicBezTo>
                        <a:pt x="49" y="145"/>
                        <a:pt x="25" y="145"/>
                        <a:pt x="0" y="145"/>
                      </a:cubicBezTo>
                      <a:cubicBezTo>
                        <a:pt x="0" y="97"/>
                        <a:pt x="0" y="49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</p:grpSp>
          <p:grpSp>
            <p:nvGrpSpPr>
              <p:cNvPr id="1632" name="ICON_REPORT_METHOD"/>
              <p:cNvGrpSpPr/>
              <p:nvPr/>
            </p:nvGrpSpPr>
            <p:grpSpPr>
              <a:xfrm>
                <a:off x="10398125" y="6096000"/>
                <a:ext cx="198438" cy="222250"/>
                <a:chOff x="10398125" y="6096000"/>
                <a:chExt cx="198438" cy="222250"/>
              </a:xfrm>
            </p:grpSpPr>
            <p:sp>
              <p:nvSpPr>
                <p:cNvPr id="1633" name="ICON_REPORT_METHOD_path_001"/>
                <p:cNvSpPr/>
                <p:nvPr/>
              </p:nvSpPr>
              <p:spPr>
                <a:xfrm>
                  <a:off x="10401685" y="6117015"/>
                  <a:ext cx="164420" cy="18102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946" h="14254" fill="norm" stroke="0">
                      <a:moveTo>
                        <a:pt x="478" y="0"/>
                      </a:moveTo>
                      <a:cubicBezTo>
                        <a:pt x="490" y="0"/>
                        <a:pt x="503" y="1"/>
                        <a:pt x="516" y="1"/>
                      </a:cubicBezTo>
                      <a:cubicBezTo>
                        <a:pt x="524" y="0"/>
                        <a:pt x="524" y="0"/>
                        <a:pt x="561" y="0"/>
                      </a:cubicBezTo>
                      <a:cubicBezTo>
                        <a:pt x="569" y="0"/>
                        <a:pt x="569" y="0"/>
                        <a:pt x="610" y="1"/>
                      </a:cubicBezTo>
                      <a:cubicBezTo>
                        <a:pt x="627" y="1"/>
                        <a:pt x="644" y="0"/>
                        <a:pt x="662" y="0"/>
                      </a:cubicBezTo>
                      <a:cubicBezTo>
                        <a:pt x="710" y="0"/>
                        <a:pt x="758" y="0"/>
                        <a:pt x="806" y="1"/>
                      </a:cubicBezTo>
                      <a:cubicBezTo>
                        <a:pt x="859" y="1"/>
                        <a:pt x="911" y="1"/>
                        <a:pt x="963" y="1"/>
                      </a:cubicBezTo>
                      <a:cubicBezTo>
                        <a:pt x="1055" y="0"/>
                        <a:pt x="1146" y="1"/>
                        <a:pt x="1238" y="1"/>
                      </a:cubicBezTo>
                      <a:cubicBezTo>
                        <a:pt x="1374" y="1"/>
                        <a:pt x="1511" y="1"/>
                        <a:pt x="1647" y="1"/>
                      </a:cubicBezTo>
                      <a:cubicBezTo>
                        <a:pt x="1876" y="1"/>
                        <a:pt x="2105" y="1"/>
                        <a:pt x="2335" y="2"/>
                      </a:cubicBezTo>
                      <a:cubicBezTo>
                        <a:pt x="2562" y="2"/>
                        <a:pt x="2789" y="3"/>
                        <a:pt x="3016" y="3"/>
                      </a:cubicBezTo>
                      <a:cubicBezTo>
                        <a:pt x="3030" y="3"/>
                        <a:pt x="3044" y="3"/>
                        <a:pt x="3058" y="3"/>
                      </a:cubicBezTo>
                      <a:cubicBezTo>
                        <a:pt x="3130" y="3"/>
                        <a:pt x="3202" y="3"/>
                        <a:pt x="3273" y="3"/>
                      </a:cubicBezTo>
                      <a:cubicBezTo>
                        <a:pt x="3781" y="3"/>
                        <a:pt x="4289" y="3"/>
                        <a:pt x="4796" y="4"/>
                      </a:cubicBezTo>
                      <a:cubicBezTo>
                        <a:pt x="5289" y="5"/>
                        <a:pt x="5783" y="5"/>
                        <a:pt x="6276" y="6"/>
                      </a:cubicBezTo>
                      <a:cubicBezTo>
                        <a:pt x="6284" y="6"/>
                        <a:pt x="6284" y="6"/>
                        <a:pt x="6322" y="6"/>
                      </a:cubicBezTo>
                      <a:cubicBezTo>
                        <a:pt x="6475" y="6"/>
                        <a:pt x="6627" y="6"/>
                        <a:pt x="6780" y="6"/>
                      </a:cubicBezTo>
                      <a:cubicBezTo>
                        <a:pt x="7091" y="6"/>
                        <a:pt x="7402" y="6"/>
                        <a:pt x="7712" y="6"/>
                      </a:cubicBezTo>
                      <a:cubicBezTo>
                        <a:pt x="7727" y="6"/>
                        <a:pt x="7741" y="6"/>
                        <a:pt x="7756" y="6"/>
                      </a:cubicBezTo>
                      <a:cubicBezTo>
                        <a:pt x="8711" y="7"/>
                        <a:pt x="9666" y="8"/>
                        <a:pt x="10621" y="10"/>
                      </a:cubicBezTo>
                      <a:cubicBezTo>
                        <a:pt x="10621" y="34"/>
                        <a:pt x="10621" y="57"/>
                        <a:pt x="10621" y="82"/>
                      </a:cubicBezTo>
                      <a:cubicBezTo>
                        <a:pt x="10645" y="82"/>
                        <a:pt x="10669" y="82"/>
                        <a:pt x="10694" y="82"/>
                      </a:cubicBezTo>
                      <a:cubicBezTo>
                        <a:pt x="10694" y="106"/>
                        <a:pt x="10694" y="130"/>
                        <a:pt x="10694" y="155"/>
                      </a:cubicBezTo>
                      <a:cubicBezTo>
                        <a:pt x="10742" y="155"/>
                        <a:pt x="10789" y="155"/>
                        <a:pt x="10839" y="155"/>
                      </a:cubicBezTo>
                      <a:cubicBezTo>
                        <a:pt x="10839" y="179"/>
                        <a:pt x="10839" y="203"/>
                        <a:pt x="10839" y="228"/>
                      </a:cubicBezTo>
                      <a:cubicBezTo>
                        <a:pt x="10850" y="227"/>
                        <a:pt x="10861" y="226"/>
                        <a:pt x="10872" y="224"/>
                      </a:cubicBezTo>
                      <a:cubicBezTo>
                        <a:pt x="10912" y="228"/>
                        <a:pt x="10912" y="228"/>
                        <a:pt x="10936" y="248"/>
                      </a:cubicBezTo>
                      <a:cubicBezTo>
                        <a:pt x="10944" y="258"/>
                        <a:pt x="10951" y="267"/>
                        <a:pt x="10959" y="277"/>
                      </a:cubicBezTo>
                      <a:cubicBezTo>
                        <a:pt x="10967" y="287"/>
                        <a:pt x="10976" y="298"/>
                        <a:pt x="10984" y="309"/>
                      </a:cubicBezTo>
                      <a:cubicBezTo>
                        <a:pt x="10993" y="320"/>
                        <a:pt x="11002" y="332"/>
                        <a:pt x="11012" y="343"/>
                      </a:cubicBezTo>
                      <a:cubicBezTo>
                        <a:pt x="11093" y="444"/>
                        <a:pt x="11177" y="528"/>
                        <a:pt x="11281" y="605"/>
                      </a:cubicBezTo>
                      <a:cubicBezTo>
                        <a:pt x="11346" y="655"/>
                        <a:pt x="11346" y="655"/>
                        <a:pt x="11354" y="705"/>
                      </a:cubicBezTo>
                      <a:cubicBezTo>
                        <a:pt x="11353" y="710"/>
                        <a:pt x="11353" y="710"/>
                        <a:pt x="11348" y="736"/>
                      </a:cubicBezTo>
                      <a:cubicBezTo>
                        <a:pt x="11372" y="736"/>
                        <a:pt x="11396" y="736"/>
                        <a:pt x="11420" y="736"/>
                      </a:cubicBezTo>
                      <a:cubicBezTo>
                        <a:pt x="11420" y="760"/>
                        <a:pt x="11420" y="784"/>
                        <a:pt x="11420" y="809"/>
                      </a:cubicBezTo>
                      <a:cubicBezTo>
                        <a:pt x="11444" y="809"/>
                        <a:pt x="11468" y="809"/>
                        <a:pt x="11493" y="809"/>
                      </a:cubicBezTo>
                      <a:cubicBezTo>
                        <a:pt x="11493" y="833"/>
                        <a:pt x="11493" y="857"/>
                        <a:pt x="11493" y="882"/>
                      </a:cubicBezTo>
                      <a:cubicBezTo>
                        <a:pt x="11517" y="882"/>
                        <a:pt x="11541" y="882"/>
                        <a:pt x="11566" y="882"/>
                      </a:cubicBezTo>
                      <a:cubicBezTo>
                        <a:pt x="11566" y="906"/>
                        <a:pt x="11566" y="930"/>
                        <a:pt x="11566" y="954"/>
                      </a:cubicBezTo>
                      <a:cubicBezTo>
                        <a:pt x="11590" y="954"/>
                        <a:pt x="11614" y="954"/>
                        <a:pt x="11638" y="954"/>
                      </a:cubicBezTo>
                      <a:cubicBezTo>
                        <a:pt x="11638" y="978"/>
                        <a:pt x="11638" y="1002"/>
                        <a:pt x="11638" y="1027"/>
                      </a:cubicBezTo>
                      <a:cubicBezTo>
                        <a:pt x="11662" y="1027"/>
                        <a:pt x="11686" y="1027"/>
                        <a:pt x="11711" y="1027"/>
                      </a:cubicBezTo>
                      <a:cubicBezTo>
                        <a:pt x="11711" y="1051"/>
                        <a:pt x="11711" y="1075"/>
                        <a:pt x="11711" y="1100"/>
                      </a:cubicBezTo>
                      <a:cubicBezTo>
                        <a:pt x="11735" y="1100"/>
                        <a:pt x="11759" y="1100"/>
                        <a:pt x="11784" y="1100"/>
                      </a:cubicBezTo>
                      <a:cubicBezTo>
                        <a:pt x="11787" y="1111"/>
                        <a:pt x="11791" y="1122"/>
                        <a:pt x="11795" y="1134"/>
                      </a:cubicBezTo>
                      <a:cubicBezTo>
                        <a:pt x="11839" y="1260"/>
                        <a:pt x="11895" y="1335"/>
                        <a:pt x="11993" y="1427"/>
                      </a:cubicBezTo>
                      <a:cubicBezTo>
                        <a:pt x="12005" y="1439"/>
                        <a:pt x="12018" y="1452"/>
                        <a:pt x="12031" y="1464"/>
                      </a:cubicBezTo>
                      <a:cubicBezTo>
                        <a:pt x="12117" y="1547"/>
                        <a:pt x="12207" y="1626"/>
                        <a:pt x="12302" y="1697"/>
                      </a:cubicBezTo>
                      <a:cubicBezTo>
                        <a:pt x="12364" y="1745"/>
                        <a:pt x="12364" y="1745"/>
                        <a:pt x="12371" y="1795"/>
                      </a:cubicBezTo>
                      <a:cubicBezTo>
                        <a:pt x="12369" y="1805"/>
                        <a:pt x="12367" y="1816"/>
                        <a:pt x="12365" y="1826"/>
                      </a:cubicBezTo>
                      <a:cubicBezTo>
                        <a:pt x="12389" y="1826"/>
                        <a:pt x="12413" y="1826"/>
                        <a:pt x="12438" y="1826"/>
                      </a:cubicBezTo>
                      <a:cubicBezTo>
                        <a:pt x="12438" y="1850"/>
                        <a:pt x="12438" y="1874"/>
                        <a:pt x="12438" y="1899"/>
                      </a:cubicBezTo>
                      <a:cubicBezTo>
                        <a:pt x="12443" y="1898"/>
                        <a:pt x="12443" y="1898"/>
                        <a:pt x="12470" y="1895"/>
                      </a:cubicBezTo>
                      <a:cubicBezTo>
                        <a:pt x="12510" y="1899"/>
                        <a:pt x="12510" y="1899"/>
                        <a:pt x="12540" y="1925"/>
                      </a:cubicBezTo>
                      <a:cubicBezTo>
                        <a:pt x="12550" y="1936"/>
                        <a:pt x="12559" y="1948"/>
                        <a:pt x="12569" y="1960"/>
                      </a:cubicBezTo>
                      <a:cubicBezTo>
                        <a:pt x="12580" y="1973"/>
                        <a:pt x="12591" y="1986"/>
                        <a:pt x="12602" y="1999"/>
                      </a:cubicBezTo>
                      <a:cubicBezTo>
                        <a:pt x="12613" y="2012"/>
                        <a:pt x="12624" y="2026"/>
                        <a:pt x="12635" y="2040"/>
                      </a:cubicBezTo>
                      <a:cubicBezTo>
                        <a:pt x="12766" y="2199"/>
                        <a:pt x="12766" y="2199"/>
                        <a:pt x="12854" y="2248"/>
                      </a:cubicBezTo>
                      <a:cubicBezTo>
                        <a:pt x="12874" y="2262"/>
                        <a:pt x="12874" y="2262"/>
                        <a:pt x="12881" y="2303"/>
                      </a:cubicBezTo>
                      <a:cubicBezTo>
                        <a:pt x="12878" y="2314"/>
                        <a:pt x="12876" y="2324"/>
                        <a:pt x="12874" y="2335"/>
                      </a:cubicBezTo>
                      <a:cubicBezTo>
                        <a:pt x="12898" y="2335"/>
                        <a:pt x="12922" y="2335"/>
                        <a:pt x="12946" y="2335"/>
                      </a:cubicBezTo>
                      <a:cubicBezTo>
                        <a:pt x="12946" y="3630"/>
                        <a:pt x="12946" y="4925"/>
                        <a:pt x="12946" y="6260"/>
                      </a:cubicBezTo>
                      <a:cubicBezTo>
                        <a:pt x="12922" y="6260"/>
                        <a:pt x="12899" y="6260"/>
                        <a:pt x="12874" y="6260"/>
                      </a:cubicBezTo>
                      <a:cubicBezTo>
                        <a:pt x="12874" y="6284"/>
                        <a:pt x="12874" y="6307"/>
                        <a:pt x="12874" y="6332"/>
                      </a:cubicBezTo>
                      <a:cubicBezTo>
                        <a:pt x="12827" y="6335"/>
                        <a:pt x="12780" y="6337"/>
                        <a:pt x="12733" y="6339"/>
                      </a:cubicBezTo>
                      <a:cubicBezTo>
                        <a:pt x="12720" y="6340"/>
                        <a:pt x="12706" y="6341"/>
                        <a:pt x="12693" y="6342"/>
                      </a:cubicBezTo>
                      <a:cubicBezTo>
                        <a:pt x="12686" y="6342"/>
                        <a:pt x="12686" y="6342"/>
                        <a:pt x="12654" y="6343"/>
                      </a:cubicBezTo>
                      <a:cubicBezTo>
                        <a:pt x="12648" y="6343"/>
                        <a:pt x="12648" y="6343"/>
                        <a:pt x="12618" y="6345"/>
                      </a:cubicBezTo>
                      <a:cubicBezTo>
                        <a:pt x="12570" y="6327"/>
                        <a:pt x="12553" y="6303"/>
                        <a:pt x="12526" y="6260"/>
                      </a:cubicBezTo>
                      <a:cubicBezTo>
                        <a:pt x="12493" y="6182"/>
                        <a:pt x="12501" y="6097"/>
                        <a:pt x="12502" y="6014"/>
                      </a:cubicBezTo>
                      <a:cubicBezTo>
                        <a:pt x="12502" y="5993"/>
                        <a:pt x="12502" y="5972"/>
                        <a:pt x="12502" y="5951"/>
                      </a:cubicBezTo>
                      <a:cubicBezTo>
                        <a:pt x="12502" y="5893"/>
                        <a:pt x="12503" y="5836"/>
                        <a:pt x="12503" y="5779"/>
                      </a:cubicBezTo>
                      <a:cubicBezTo>
                        <a:pt x="12503" y="5719"/>
                        <a:pt x="12504" y="5660"/>
                        <a:pt x="12504" y="5600"/>
                      </a:cubicBezTo>
                      <a:cubicBezTo>
                        <a:pt x="12504" y="5487"/>
                        <a:pt x="12504" y="5374"/>
                        <a:pt x="12505" y="5261"/>
                      </a:cubicBezTo>
                      <a:cubicBezTo>
                        <a:pt x="12506" y="5132"/>
                        <a:pt x="12506" y="5003"/>
                        <a:pt x="12507" y="4874"/>
                      </a:cubicBezTo>
                      <a:cubicBezTo>
                        <a:pt x="12508" y="4609"/>
                        <a:pt x="12509" y="4344"/>
                        <a:pt x="12510" y="4079"/>
                      </a:cubicBezTo>
                      <a:cubicBezTo>
                        <a:pt x="12486" y="4079"/>
                        <a:pt x="12462" y="4079"/>
                        <a:pt x="12438" y="4079"/>
                      </a:cubicBezTo>
                      <a:cubicBezTo>
                        <a:pt x="12438" y="3696"/>
                        <a:pt x="12438" y="3312"/>
                        <a:pt x="12438" y="2916"/>
                      </a:cubicBezTo>
                      <a:cubicBezTo>
                        <a:pt x="12414" y="2916"/>
                        <a:pt x="12390" y="2916"/>
                        <a:pt x="12365" y="2916"/>
                      </a:cubicBezTo>
                      <a:cubicBezTo>
                        <a:pt x="12365" y="2893"/>
                        <a:pt x="12365" y="2869"/>
                        <a:pt x="12365" y="2844"/>
                      </a:cubicBezTo>
                      <a:cubicBezTo>
                        <a:pt x="11742" y="2844"/>
                        <a:pt x="11118" y="2844"/>
                        <a:pt x="10476" y="2844"/>
                      </a:cubicBezTo>
                      <a:cubicBezTo>
                        <a:pt x="10476" y="2820"/>
                        <a:pt x="10476" y="2796"/>
                        <a:pt x="10476" y="2771"/>
                      </a:cubicBezTo>
                      <a:cubicBezTo>
                        <a:pt x="10452" y="2771"/>
                        <a:pt x="10428" y="2771"/>
                        <a:pt x="10403" y="2771"/>
                      </a:cubicBezTo>
                      <a:cubicBezTo>
                        <a:pt x="10403" y="2747"/>
                        <a:pt x="10403" y="2723"/>
                        <a:pt x="10403" y="2698"/>
                      </a:cubicBezTo>
                      <a:cubicBezTo>
                        <a:pt x="10379" y="2698"/>
                        <a:pt x="10355" y="2698"/>
                        <a:pt x="10330" y="2698"/>
                      </a:cubicBezTo>
                      <a:cubicBezTo>
                        <a:pt x="10330" y="2674"/>
                        <a:pt x="10330" y="2651"/>
                        <a:pt x="10330" y="2626"/>
                      </a:cubicBezTo>
                      <a:cubicBezTo>
                        <a:pt x="10306" y="2626"/>
                        <a:pt x="10282" y="2626"/>
                        <a:pt x="10258" y="2626"/>
                      </a:cubicBezTo>
                      <a:cubicBezTo>
                        <a:pt x="10258" y="1954"/>
                        <a:pt x="10258" y="1283"/>
                        <a:pt x="10258" y="591"/>
                      </a:cubicBezTo>
                      <a:cubicBezTo>
                        <a:pt x="10234" y="591"/>
                        <a:pt x="10210" y="591"/>
                        <a:pt x="10185" y="591"/>
                      </a:cubicBezTo>
                      <a:cubicBezTo>
                        <a:pt x="10185" y="567"/>
                        <a:pt x="10185" y="543"/>
                        <a:pt x="10185" y="518"/>
                      </a:cubicBezTo>
                      <a:cubicBezTo>
                        <a:pt x="10161" y="518"/>
                        <a:pt x="10137" y="518"/>
                        <a:pt x="10112" y="518"/>
                      </a:cubicBezTo>
                      <a:cubicBezTo>
                        <a:pt x="10112" y="494"/>
                        <a:pt x="10112" y="470"/>
                        <a:pt x="10112" y="446"/>
                      </a:cubicBezTo>
                      <a:cubicBezTo>
                        <a:pt x="7042" y="446"/>
                        <a:pt x="3973" y="446"/>
                        <a:pt x="810" y="446"/>
                      </a:cubicBezTo>
                      <a:cubicBezTo>
                        <a:pt x="810" y="470"/>
                        <a:pt x="810" y="494"/>
                        <a:pt x="810" y="518"/>
                      </a:cubicBezTo>
                      <a:cubicBezTo>
                        <a:pt x="738" y="518"/>
                        <a:pt x="666" y="518"/>
                        <a:pt x="592" y="518"/>
                      </a:cubicBezTo>
                      <a:cubicBezTo>
                        <a:pt x="592" y="542"/>
                        <a:pt x="592" y="566"/>
                        <a:pt x="592" y="591"/>
                      </a:cubicBezTo>
                      <a:cubicBezTo>
                        <a:pt x="568" y="591"/>
                        <a:pt x="544" y="591"/>
                        <a:pt x="519" y="591"/>
                      </a:cubicBezTo>
                      <a:cubicBezTo>
                        <a:pt x="519" y="663"/>
                        <a:pt x="519" y="735"/>
                        <a:pt x="519" y="809"/>
                      </a:cubicBezTo>
                      <a:cubicBezTo>
                        <a:pt x="495" y="809"/>
                        <a:pt x="471" y="809"/>
                        <a:pt x="446" y="809"/>
                      </a:cubicBezTo>
                      <a:cubicBezTo>
                        <a:pt x="446" y="4934"/>
                        <a:pt x="446" y="9059"/>
                        <a:pt x="446" y="13309"/>
                      </a:cubicBezTo>
                      <a:cubicBezTo>
                        <a:pt x="470" y="13309"/>
                        <a:pt x="494" y="13309"/>
                        <a:pt x="519" y="13309"/>
                      </a:cubicBezTo>
                      <a:cubicBezTo>
                        <a:pt x="520" y="13317"/>
                        <a:pt x="520" y="13326"/>
                        <a:pt x="521" y="13334"/>
                      </a:cubicBezTo>
                      <a:cubicBezTo>
                        <a:pt x="523" y="13373"/>
                        <a:pt x="527" y="13411"/>
                        <a:pt x="530" y="13450"/>
                      </a:cubicBezTo>
                      <a:cubicBezTo>
                        <a:pt x="531" y="13463"/>
                        <a:pt x="532" y="13476"/>
                        <a:pt x="533" y="13490"/>
                      </a:cubicBezTo>
                      <a:cubicBezTo>
                        <a:pt x="543" y="13588"/>
                        <a:pt x="543" y="13588"/>
                        <a:pt x="581" y="13623"/>
                      </a:cubicBezTo>
                      <a:cubicBezTo>
                        <a:pt x="612" y="13641"/>
                        <a:pt x="612" y="13641"/>
                        <a:pt x="642" y="13655"/>
                      </a:cubicBezTo>
                      <a:cubicBezTo>
                        <a:pt x="649" y="13660"/>
                        <a:pt x="657" y="13666"/>
                        <a:pt x="664" y="13672"/>
                      </a:cubicBezTo>
                      <a:cubicBezTo>
                        <a:pt x="664" y="13696"/>
                        <a:pt x="664" y="13720"/>
                        <a:pt x="664" y="13745"/>
                      </a:cubicBezTo>
                      <a:cubicBezTo>
                        <a:pt x="712" y="13745"/>
                        <a:pt x="760" y="13745"/>
                        <a:pt x="810" y="13745"/>
                      </a:cubicBezTo>
                      <a:cubicBezTo>
                        <a:pt x="810" y="13769"/>
                        <a:pt x="810" y="13793"/>
                        <a:pt x="810" y="13818"/>
                      </a:cubicBezTo>
                      <a:cubicBezTo>
                        <a:pt x="1890" y="13816"/>
                        <a:pt x="2970" y="13814"/>
                        <a:pt x="4049" y="13812"/>
                      </a:cubicBezTo>
                      <a:cubicBezTo>
                        <a:pt x="4065" y="13812"/>
                        <a:pt x="4081" y="13812"/>
                        <a:pt x="4098" y="13812"/>
                      </a:cubicBezTo>
                      <a:cubicBezTo>
                        <a:pt x="4445" y="13811"/>
                        <a:pt x="4792" y="13810"/>
                        <a:pt x="5139" y="13809"/>
                      </a:cubicBezTo>
                      <a:cubicBezTo>
                        <a:pt x="5309" y="13809"/>
                        <a:pt x="5479" y="13809"/>
                        <a:pt x="5650" y="13808"/>
                      </a:cubicBezTo>
                      <a:cubicBezTo>
                        <a:pt x="5658" y="13808"/>
                        <a:pt x="5658" y="13808"/>
                        <a:pt x="5701" y="13808"/>
                      </a:cubicBezTo>
                      <a:cubicBezTo>
                        <a:pt x="6250" y="13807"/>
                        <a:pt x="6800" y="13806"/>
                        <a:pt x="7349" y="13805"/>
                      </a:cubicBezTo>
                      <a:cubicBezTo>
                        <a:pt x="7913" y="13804"/>
                        <a:pt x="8478" y="13803"/>
                        <a:pt x="9042" y="13801"/>
                      </a:cubicBezTo>
                      <a:cubicBezTo>
                        <a:pt x="9122" y="13801"/>
                        <a:pt x="9201" y="13801"/>
                        <a:pt x="9281" y="13801"/>
                      </a:cubicBezTo>
                      <a:cubicBezTo>
                        <a:pt x="9289" y="13801"/>
                        <a:pt x="9289" y="13801"/>
                        <a:pt x="9329" y="13801"/>
                      </a:cubicBezTo>
                      <a:cubicBezTo>
                        <a:pt x="9581" y="13800"/>
                        <a:pt x="9834" y="13800"/>
                        <a:pt x="10087" y="13800"/>
                      </a:cubicBezTo>
                      <a:cubicBezTo>
                        <a:pt x="10341" y="13799"/>
                        <a:pt x="10594" y="13799"/>
                        <a:pt x="10848" y="13798"/>
                      </a:cubicBezTo>
                      <a:cubicBezTo>
                        <a:pt x="10999" y="13797"/>
                        <a:pt x="11150" y="13797"/>
                        <a:pt x="11301" y="13797"/>
                      </a:cubicBezTo>
                      <a:cubicBezTo>
                        <a:pt x="11402" y="13797"/>
                        <a:pt x="11503" y="13797"/>
                        <a:pt x="11603" y="13796"/>
                      </a:cubicBezTo>
                      <a:cubicBezTo>
                        <a:pt x="11661" y="13796"/>
                        <a:pt x="11718" y="13796"/>
                        <a:pt x="11776" y="13796"/>
                      </a:cubicBezTo>
                      <a:cubicBezTo>
                        <a:pt x="11828" y="13796"/>
                        <a:pt x="11880" y="13796"/>
                        <a:pt x="11932" y="13796"/>
                      </a:cubicBezTo>
                      <a:cubicBezTo>
                        <a:pt x="11951" y="13795"/>
                        <a:pt x="11970" y="13795"/>
                        <a:pt x="11989" y="13796"/>
                      </a:cubicBezTo>
                      <a:cubicBezTo>
                        <a:pt x="12130" y="13797"/>
                        <a:pt x="12130" y="13797"/>
                        <a:pt x="12173" y="13757"/>
                      </a:cubicBezTo>
                      <a:cubicBezTo>
                        <a:pt x="12193" y="13727"/>
                        <a:pt x="12193" y="13727"/>
                        <a:pt x="12207" y="13697"/>
                      </a:cubicBezTo>
                      <a:cubicBezTo>
                        <a:pt x="12211" y="13689"/>
                        <a:pt x="12215" y="13681"/>
                        <a:pt x="12220" y="13672"/>
                      </a:cubicBezTo>
                      <a:cubicBezTo>
                        <a:pt x="12259" y="13662"/>
                        <a:pt x="12259" y="13662"/>
                        <a:pt x="12297" y="13666"/>
                      </a:cubicBezTo>
                      <a:cubicBezTo>
                        <a:pt x="12308" y="13667"/>
                        <a:pt x="12308" y="13667"/>
                        <a:pt x="12365" y="13672"/>
                      </a:cubicBezTo>
                      <a:cubicBezTo>
                        <a:pt x="12365" y="13624"/>
                        <a:pt x="12365" y="13576"/>
                        <a:pt x="12365" y="13527"/>
                      </a:cubicBezTo>
                      <a:cubicBezTo>
                        <a:pt x="12389" y="13527"/>
                        <a:pt x="12413" y="13527"/>
                        <a:pt x="12438" y="13527"/>
                      </a:cubicBezTo>
                      <a:cubicBezTo>
                        <a:pt x="12438" y="12999"/>
                        <a:pt x="12438" y="12472"/>
                        <a:pt x="12438" y="11928"/>
                      </a:cubicBezTo>
                      <a:cubicBezTo>
                        <a:pt x="12462" y="11928"/>
                        <a:pt x="12486" y="11928"/>
                        <a:pt x="12510" y="11928"/>
                      </a:cubicBezTo>
                      <a:cubicBezTo>
                        <a:pt x="12510" y="11904"/>
                        <a:pt x="12510" y="11880"/>
                        <a:pt x="12510" y="11855"/>
                      </a:cubicBezTo>
                      <a:cubicBezTo>
                        <a:pt x="12534" y="11855"/>
                        <a:pt x="12558" y="11855"/>
                        <a:pt x="12583" y="11855"/>
                      </a:cubicBezTo>
                      <a:cubicBezTo>
                        <a:pt x="12583" y="11831"/>
                        <a:pt x="12583" y="11807"/>
                        <a:pt x="12583" y="11783"/>
                      </a:cubicBezTo>
                      <a:cubicBezTo>
                        <a:pt x="12607" y="11783"/>
                        <a:pt x="12631" y="11783"/>
                        <a:pt x="12656" y="11783"/>
                      </a:cubicBezTo>
                      <a:cubicBezTo>
                        <a:pt x="12656" y="11759"/>
                        <a:pt x="12656" y="11735"/>
                        <a:pt x="12656" y="11710"/>
                      </a:cubicBezTo>
                      <a:cubicBezTo>
                        <a:pt x="12752" y="11710"/>
                        <a:pt x="12848" y="11710"/>
                        <a:pt x="12946" y="11710"/>
                      </a:cubicBezTo>
                      <a:cubicBezTo>
                        <a:pt x="12946" y="12382"/>
                        <a:pt x="12946" y="13053"/>
                        <a:pt x="12946" y="13745"/>
                      </a:cubicBezTo>
                      <a:cubicBezTo>
                        <a:pt x="12922" y="13745"/>
                        <a:pt x="12899" y="13745"/>
                        <a:pt x="12874" y="13745"/>
                      </a:cubicBezTo>
                      <a:cubicBezTo>
                        <a:pt x="12874" y="13793"/>
                        <a:pt x="12874" y="13841"/>
                        <a:pt x="12874" y="13890"/>
                      </a:cubicBezTo>
                      <a:cubicBezTo>
                        <a:pt x="12850" y="13890"/>
                        <a:pt x="12826" y="13890"/>
                        <a:pt x="12801" y="13890"/>
                      </a:cubicBezTo>
                      <a:cubicBezTo>
                        <a:pt x="12803" y="13901"/>
                        <a:pt x="12804" y="13911"/>
                        <a:pt x="12805" y="13922"/>
                      </a:cubicBezTo>
                      <a:cubicBezTo>
                        <a:pt x="12800" y="13978"/>
                        <a:pt x="12772" y="14003"/>
                        <a:pt x="12733" y="14040"/>
                      </a:cubicBezTo>
                      <a:cubicBezTo>
                        <a:pt x="12730" y="14044"/>
                        <a:pt x="12730" y="14044"/>
                        <a:pt x="12714" y="14060"/>
                      </a:cubicBezTo>
                      <a:cubicBezTo>
                        <a:pt x="12681" y="14093"/>
                        <a:pt x="12662" y="14108"/>
                        <a:pt x="12615" y="14113"/>
                      </a:cubicBezTo>
                      <a:cubicBezTo>
                        <a:pt x="12604" y="14111"/>
                        <a:pt x="12594" y="14110"/>
                        <a:pt x="12583" y="14108"/>
                      </a:cubicBezTo>
                      <a:cubicBezTo>
                        <a:pt x="12583" y="14132"/>
                        <a:pt x="12583" y="14156"/>
                        <a:pt x="12583" y="14181"/>
                      </a:cubicBezTo>
                      <a:cubicBezTo>
                        <a:pt x="12535" y="14181"/>
                        <a:pt x="12487" y="14181"/>
                        <a:pt x="12438" y="14181"/>
                      </a:cubicBezTo>
                      <a:cubicBezTo>
                        <a:pt x="12438" y="14205"/>
                        <a:pt x="12438" y="14229"/>
                        <a:pt x="12438" y="14254"/>
                      </a:cubicBezTo>
                      <a:cubicBezTo>
                        <a:pt x="8505" y="14254"/>
                        <a:pt x="4571" y="14254"/>
                        <a:pt x="519" y="14254"/>
                      </a:cubicBezTo>
                      <a:cubicBezTo>
                        <a:pt x="519" y="14230"/>
                        <a:pt x="519" y="14206"/>
                        <a:pt x="519" y="14181"/>
                      </a:cubicBezTo>
                      <a:cubicBezTo>
                        <a:pt x="510" y="14183"/>
                        <a:pt x="502" y="14184"/>
                        <a:pt x="492" y="14186"/>
                      </a:cubicBezTo>
                      <a:cubicBezTo>
                        <a:pt x="426" y="14193"/>
                        <a:pt x="388" y="14191"/>
                        <a:pt x="332" y="14151"/>
                      </a:cubicBezTo>
                      <a:cubicBezTo>
                        <a:pt x="231" y="14058"/>
                        <a:pt x="231" y="14058"/>
                        <a:pt x="224" y="13995"/>
                      </a:cubicBezTo>
                      <a:cubicBezTo>
                        <a:pt x="226" y="13984"/>
                        <a:pt x="227" y="13974"/>
                        <a:pt x="228" y="13963"/>
                      </a:cubicBezTo>
                      <a:cubicBezTo>
                        <a:pt x="204" y="13963"/>
                        <a:pt x="180" y="13963"/>
                        <a:pt x="156" y="13963"/>
                      </a:cubicBezTo>
                      <a:cubicBezTo>
                        <a:pt x="156" y="13939"/>
                        <a:pt x="156" y="13915"/>
                        <a:pt x="156" y="13890"/>
                      </a:cubicBezTo>
                      <a:cubicBezTo>
                        <a:pt x="132" y="13890"/>
                        <a:pt x="108" y="13890"/>
                        <a:pt x="83" y="13890"/>
                      </a:cubicBezTo>
                      <a:cubicBezTo>
                        <a:pt x="15" y="13752"/>
                        <a:pt x="0" y="13634"/>
                        <a:pt x="1" y="13481"/>
                      </a:cubicBezTo>
                      <a:cubicBezTo>
                        <a:pt x="1" y="13459"/>
                        <a:pt x="1" y="13436"/>
                        <a:pt x="1" y="13414"/>
                      </a:cubicBezTo>
                      <a:cubicBezTo>
                        <a:pt x="1" y="13352"/>
                        <a:pt x="1" y="13290"/>
                        <a:pt x="2" y="13228"/>
                      </a:cubicBezTo>
                      <a:cubicBezTo>
                        <a:pt x="2" y="13161"/>
                        <a:pt x="2" y="13093"/>
                        <a:pt x="1" y="13026"/>
                      </a:cubicBezTo>
                      <a:cubicBezTo>
                        <a:pt x="1" y="12908"/>
                        <a:pt x="1" y="12790"/>
                        <a:pt x="2" y="12672"/>
                      </a:cubicBezTo>
                      <a:cubicBezTo>
                        <a:pt x="2" y="12497"/>
                        <a:pt x="2" y="12321"/>
                        <a:pt x="2" y="12146"/>
                      </a:cubicBezTo>
                      <a:cubicBezTo>
                        <a:pt x="2" y="11850"/>
                        <a:pt x="2" y="11555"/>
                        <a:pt x="3" y="11260"/>
                      </a:cubicBezTo>
                      <a:cubicBezTo>
                        <a:pt x="3" y="10968"/>
                        <a:pt x="3" y="10676"/>
                        <a:pt x="4" y="10383"/>
                      </a:cubicBezTo>
                      <a:cubicBezTo>
                        <a:pt x="4" y="10374"/>
                        <a:pt x="4" y="10365"/>
                        <a:pt x="4" y="10356"/>
                      </a:cubicBezTo>
                      <a:cubicBezTo>
                        <a:pt x="4" y="10273"/>
                        <a:pt x="4" y="10190"/>
                        <a:pt x="4" y="10107"/>
                      </a:cubicBezTo>
                      <a:cubicBezTo>
                        <a:pt x="4" y="9901"/>
                        <a:pt x="4" y="9695"/>
                        <a:pt x="4" y="9488"/>
                      </a:cubicBezTo>
                      <a:cubicBezTo>
                        <a:pt x="4" y="9479"/>
                        <a:pt x="4" y="9470"/>
                        <a:pt x="4" y="9460"/>
                      </a:cubicBezTo>
                      <a:cubicBezTo>
                        <a:pt x="4" y="9003"/>
                        <a:pt x="4" y="8547"/>
                        <a:pt x="5" y="8090"/>
                      </a:cubicBezTo>
                      <a:cubicBezTo>
                        <a:pt x="5" y="7932"/>
                        <a:pt x="5" y="7774"/>
                        <a:pt x="5" y="7615"/>
                      </a:cubicBezTo>
                      <a:cubicBezTo>
                        <a:pt x="5" y="7605"/>
                        <a:pt x="5" y="7596"/>
                        <a:pt x="5" y="7586"/>
                      </a:cubicBezTo>
                      <a:cubicBezTo>
                        <a:pt x="6" y="7129"/>
                        <a:pt x="6" y="6672"/>
                        <a:pt x="6" y="6215"/>
                      </a:cubicBezTo>
                      <a:cubicBezTo>
                        <a:pt x="6" y="6185"/>
                        <a:pt x="6" y="6156"/>
                        <a:pt x="6" y="6126"/>
                      </a:cubicBezTo>
                      <a:cubicBezTo>
                        <a:pt x="7" y="5930"/>
                        <a:pt x="7" y="5733"/>
                        <a:pt x="7" y="5536"/>
                      </a:cubicBezTo>
                      <a:cubicBezTo>
                        <a:pt x="7" y="5145"/>
                        <a:pt x="7" y="4754"/>
                        <a:pt x="7" y="4363"/>
                      </a:cubicBezTo>
                      <a:cubicBezTo>
                        <a:pt x="7" y="4344"/>
                        <a:pt x="7" y="4326"/>
                        <a:pt x="7" y="4307"/>
                      </a:cubicBezTo>
                      <a:cubicBezTo>
                        <a:pt x="8" y="3096"/>
                        <a:pt x="9" y="1886"/>
                        <a:pt x="10" y="591"/>
                      </a:cubicBezTo>
                      <a:cubicBezTo>
                        <a:pt x="34" y="591"/>
                        <a:pt x="58" y="591"/>
                        <a:pt x="83" y="591"/>
                      </a:cubicBezTo>
                      <a:cubicBezTo>
                        <a:pt x="83" y="519"/>
                        <a:pt x="83" y="447"/>
                        <a:pt x="83" y="373"/>
                      </a:cubicBezTo>
                      <a:cubicBezTo>
                        <a:pt x="107" y="373"/>
                        <a:pt x="131" y="373"/>
                        <a:pt x="156" y="373"/>
                      </a:cubicBezTo>
                      <a:cubicBezTo>
                        <a:pt x="155" y="367"/>
                        <a:pt x="155" y="367"/>
                        <a:pt x="152" y="340"/>
                      </a:cubicBezTo>
                      <a:cubicBezTo>
                        <a:pt x="156" y="300"/>
                        <a:pt x="156" y="300"/>
                        <a:pt x="179" y="273"/>
                      </a:cubicBezTo>
                      <a:cubicBezTo>
                        <a:pt x="189" y="265"/>
                        <a:pt x="199" y="257"/>
                        <a:pt x="210" y="248"/>
                      </a:cubicBezTo>
                      <a:cubicBezTo>
                        <a:pt x="221" y="239"/>
                        <a:pt x="233" y="229"/>
                        <a:pt x="244" y="220"/>
                      </a:cubicBezTo>
                      <a:cubicBezTo>
                        <a:pt x="256" y="210"/>
                        <a:pt x="268" y="201"/>
                        <a:pt x="281" y="191"/>
                      </a:cubicBezTo>
                      <a:cubicBezTo>
                        <a:pt x="304" y="172"/>
                        <a:pt x="328" y="153"/>
                        <a:pt x="351" y="134"/>
                      </a:cubicBezTo>
                      <a:cubicBezTo>
                        <a:pt x="356" y="130"/>
                        <a:pt x="356" y="130"/>
                        <a:pt x="383" y="109"/>
                      </a:cubicBezTo>
                      <a:cubicBezTo>
                        <a:pt x="410" y="82"/>
                        <a:pt x="410" y="82"/>
                        <a:pt x="426" y="45"/>
                      </a:cubicBezTo>
                      <a:cubicBezTo>
                        <a:pt x="446" y="10"/>
                        <a:pt x="446" y="10"/>
                        <a:pt x="478" y="0"/>
                      </a:cubicBezTo>
                      <a:close/>
                      <a:moveTo>
                        <a:pt x="10694" y="882"/>
                      </a:moveTo>
                      <a:cubicBezTo>
                        <a:pt x="10694" y="1361"/>
                        <a:pt x="10694" y="1841"/>
                        <a:pt x="10694" y="2335"/>
                      </a:cubicBezTo>
                      <a:cubicBezTo>
                        <a:pt x="10718" y="2335"/>
                        <a:pt x="10742" y="2335"/>
                        <a:pt x="10766" y="2335"/>
                      </a:cubicBezTo>
                      <a:cubicBezTo>
                        <a:pt x="10766" y="2359"/>
                        <a:pt x="10766" y="2383"/>
                        <a:pt x="10766" y="2408"/>
                      </a:cubicBezTo>
                      <a:cubicBezTo>
                        <a:pt x="11222" y="2408"/>
                        <a:pt x="11678" y="2408"/>
                        <a:pt x="12147" y="2408"/>
                      </a:cubicBezTo>
                      <a:cubicBezTo>
                        <a:pt x="12147" y="2336"/>
                        <a:pt x="12147" y="2264"/>
                        <a:pt x="12147" y="2190"/>
                      </a:cubicBezTo>
                      <a:cubicBezTo>
                        <a:pt x="12123" y="2190"/>
                        <a:pt x="12099" y="2190"/>
                        <a:pt x="12074" y="2190"/>
                      </a:cubicBezTo>
                      <a:cubicBezTo>
                        <a:pt x="12074" y="2166"/>
                        <a:pt x="12074" y="2142"/>
                        <a:pt x="12074" y="2117"/>
                      </a:cubicBezTo>
                      <a:cubicBezTo>
                        <a:pt x="12050" y="2117"/>
                        <a:pt x="12026" y="2117"/>
                        <a:pt x="12002" y="2117"/>
                      </a:cubicBezTo>
                      <a:cubicBezTo>
                        <a:pt x="12002" y="2093"/>
                        <a:pt x="12002" y="2069"/>
                        <a:pt x="12002" y="2044"/>
                      </a:cubicBezTo>
                      <a:cubicBezTo>
                        <a:pt x="11978" y="2044"/>
                        <a:pt x="11954" y="2044"/>
                        <a:pt x="11929" y="2044"/>
                      </a:cubicBezTo>
                      <a:cubicBezTo>
                        <a:pt x="11929" y="2020"/>
                        <a:pt x="11929" y="1996"/>
                        <a:pt x="11929" y="1972"/>
                      </a:cubicBezTo>
                      <a:cubicBezTo>
                        <a:pt x="11905" y="1972"/>
                        <a:pt x="11881" y="1972"/>
                        <a:pt x="11856" y="1972"/>
                      </a:cubicBezTo>
                      <a:cubicBezTo>
                        <a:pt x="11856" y="1948"/>
                        <a:pt x="11856" y="1924"/>
                        <a:pt x="11856" y="1899"/>
                      </a:cubicBezTo>
                      <a:cubicBezTo>
                        <a:pt x="11832" y="1899"/>
                        <a:pt x="11808" y="1899"/>
                        <a:pt x="11784" y="1899"/>
                      </a:cubicBezTo>
                      <a:cubicBezTo>
                        <a:pt x="11784" y="1875"/>
                        <a:pt x="11784" y="1851"/>
                        <a:pt x="11784" y="1826"/>
                      </a:cubicBezTo>
                      <a:cubicBezTo>
                        <a:pt x="11760" y="1826"/>
                        <a:pt x="11736" y="1826"/>
                        <a:pt x="11711" y="1826"/>
                      </a:cubicBezTo>
                      <a:cubicBezTo>
                        <a:pt x="11711" y="1802"/>
                        <a:pt x="11711" y="1778"/>
                        <a:pt x="11711" y="1754"/>
                      </a:cubicBezTo>
                      <a:cubicBezTo>
                        <a:pt x="11687" y="1754"/>
                        <a:pt x="11663" y="1754"/>
                        <a:pt x="11638" y="1754"/>
                      </a:cubicBezTo>
                      <a:cubicBezTo>
                        <a:pt x="11638" y="1730"/>
                        <a:pt x="11638" y="1706"/>
                        <a:pt x="11638" y="1681"/>
                      </a:cubicBezTo>
                      <a:cubicBezTo>
                        <a:pt x="11614" y="1681"/>
                        <a:pt x="11590" y="1681"/>
                        <a:pt x="11566" y="1681"/>
                      </a:cubicBezTo>
                      <a:cubicBezTo>
                        <a:pt x="11566" y="1657"/>
                        <a:pt x="11566" y="1633"/>
                        <a:pt x="11566" y="1608"/>
                      </a:cubicBezTo>
                      <a:cubicBezTo>
                        <a:pt x="11542" y="1608"/>
                        <a:pt x="11518" y="1608"/>
                        <a:pt x="11493" y="1608"/>
                      </a:cubicBezTo>
                      <a:cubicBezTo>
                        <a:pt x="11493" y="1584"/>
                        <a:pt x="11493" y="1560"/>
                        <a:pt x="11493" y="1536"/>
                      </a:cubicBezTo>
                      <a:cubicBezTo>
                        <a:pt x="11469" y="1536"/>
                        <a:pt x="11445" y="1536"/>
                        <a:pt x="11420" y="1536"/>
                      </a:cubicBezTo>
                      <a:cubicBezTo>
                        <a:pt x="11420" y="1512"/>
                        <a:pt x="11420" y="1488"/>
                        <a:pt x="11420" y="1463"/>
                      </a:cubicBezTo>
                      <a:cubicBezTo>
                        <a:pt x="11396" y="1463"/>
                        <a:pt x="11372" y="1463"/>
                        <a:pt x="11348" y="1463"/>
                      </a:cubicBezTo>
                      <a:cubicBezTo>
                        <a:pt x="11348" y="1439"/>
                        <a:pt x="11348" y="1415"/>
                        <a:pt x="11348" y="1390"/>
                      </a:cubicBezTo>
                      <a:cubicBezTo>
                        <a:pt x="11324" y="1390"/>
                        <a:pt x="11300" y="1390"/>
                        <a:pt x="11275" y="1390"/>
                      </a:cubicBezTo>
                      <a:cubicBezTo>
                        <a:pt x="11275" y="1366"/>
                        <a:pt x="11275" y="1342"/>
                        <a:pt x="11275" y="1318"/>
                      </a:cubicBezTo>
                      <a:cubicBezTo>
                        <a:pt x="11251" y="1318"/>
                        <a:pt x="11227" y="1318"/>
                        <a:pt x="11202" y="1318"/>
                      </a:cubicBezTo>
                      <a:cubicBezTo>
                        <a:pt x="11202" y="1294"/>
                        <a:pt x="11202" y="1270"/>
                        <a:pt x="11202" y="1245"/>
                      </a:cubicBezTo>
                      <a:cubicBezTo>
                        <a:pt x="11178" y="1245"/>
                        <a:pt x="11154" y="1245"/>
                        <a:pt x="11130" y="1245"/>
                      </a:cubicBezTo>
                      <a:cubicBezTo>
                        <a:pt x="11130" y="1221"/>
                        <a:pt x="11130" y="1197"/>
                        <a:pt x="11130" y="1172"/>
                      </a:cubicBezTo>
                      <a:cubicBezTo>
                        <a:pt x="11106" y="1172"/>
                        <a:pt x="11082" y="1172"/>
                        <a:pt x="11057" y="1172"/>
                      </a:cubicBezTo>
                      <a:cubicBezTo>
                        <a:pt x="11057" y="1148"/>
                        <a:pt x="11057" y="1124"/>
                        <a:pt x="11057" y="1100"/>
                      </a:cubicBezTo>
                      <a:cubicBezTo>
                        <a:pt x="11033" y="1100"/>
                        <a:pt x="11009" y="1100"/>
                        <a:pt x="10984" y="1100"/>
                      </a:cubicBezTo>
                      <a:cubicBezTo>
                        <a:pt x="10984" y="1076"/>
                        <a:pt x="10984" y="1052"/>
                        <a:pt x="10984" y="1027"/>
                      </a:cubicBezTo>
                      <a:cubicBezTo>
                        <a:pt x="10960" y="1027"/>
                        <a:pt x="10936" y="1027"/>
                        <a:pt x="10912" y="1027"/>
                      </a:cubicBezTo>
                      <a:cubicBezTo>
                        <a:pt x="10912" y="1003"/>
                        <a:pt x="10912" y="979"/>
                        <a:pt x="10912" y="954"/>
                      </a:cubicBezTo>
                      <a:cubicBezTo>
                        <a:pt x="10888" y="954"/>
                        <a:pt x="10864" y="954"/>
                        <a:pt x="10839" y="954"/>
                      </a:cubicBezTo>
                      <a:cubicBezTo>
                        <a:pt x="10839" y="930"/>
                        <a:pt x="10839" y="906"/>
                        <a:pt x="10839" y="882"/>
                      </a:cubicBezTo>
                      <a:cubicBezTo>
                        <a:pt x="10791" y="882"/>
                        <a:pt x="10743" y="882"/>
                        <a:pt x="10694" y="882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461" cap="flat">
                  <a:noFill/>
                </a:ln>
              </p:spPr>
            </p:sp>
            <p:sp>
              <p:nvSpPr>
                <p:cNvPr id="1634" name="ICON_REPORT_METHOD_path_002"/>
                <p:cNvSpPr/>
                <p:nvPr/>
              </p:nvSpPr>
              <p:spPr>
                <a:xfrm>
                  <a:off x="10424891" y="6170668"/>
                  <a:ext cx="111679" cy="138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94" h="1090" fill="norm" stroke="0">
                      <a:moveTo>
                        <a:pt x="727" y="0"/>
                      </a:moveTo>
                      <a:cubicBezTo>
                        <a:pt x="871" y="0"/>
                        <a:pt x="1015" y="0"/>
                        <a:pt x="1163" y="0"/>
                      </a:cubicBezTo>
                      <a:cubicBezTo>
                        <a:pt x="1163" y="24"/>
                        <a:pt x="1163" y="48"/>
                        <a:pt x="1163" y="73"/>
                      </a:cubicBezTo>
                      <a:cubicBezTo>
                        <a:pt x="1187" y="73"/>
                        <a:pt x="1211" y="73"/>
                        <a:pt x="1235" y="73"/>
                      </a:cubicBezTo>
                      <a:cubicBezTo>
                        <a:pt x="1235" y="97"/>
                        <a:pt x="1235" y="121"/>
                        <a:pt x="1235" y="145"/>
                      </a:cubicBezTo>
                      <a:cubicBezTo>
                        <a:pt x="3658" y="145"/>
                        <a:pt x="6080" y="145"/>
                        <a:pt x="8576" y="145"/>
                      </a:cubicBezTo>
                      <a:cubicBezTo>
                        <a:pt x="8576" y="169"/>
                        <a:pt x="8576" y="193"/>
                        <a:pt x="8576" y="218"/>
                      </a:cubicBezTo>
                      <a:cubicBezTo>
                        <a:pt x="8600" y="218"/>
                        <a:pt x="8624" y="218"/>
                        <a:pt x="8648" y="218"/>
                      </a:cubicBezTo>
                      <a:cubicBezTo>
                        <a:pt x="8648" y="242"/>
                        <a:pt x="8648" y="266"/>
                        <a:pt x="8648" y="291"/>
                      </a:cubicBezTo>
                      <a:cubicBezTo>
                        <a:pt x="8672" y="291"/>
                        <a:pt x="8696" y="291"/>
                        <a:pt x="8721" y="291"/>
                      </a:cubicBezTo>
                      <a:cubicBezTo>
                        <a:pt x="8721" y="339"/>
                        <a:pt x="8721" y="387"/>
                        <a:pt x="8721" y="436"/>
                      </a:cubicBezTo>
                      <a:cubicBezTo>
                        <a:pt x="8745" y="436"/>
                        <a:pt x="8769" y="436"/>
                        <a:pt x="8794" y="436"/>
                      </a:cubicBezTo>
                      <a:cubicBezTo>
                        <a:pt x="8794" y="508"/>
                        <a:pt x="8794" y="580"/>
                        <a:pt x="8794" y="654"/>
                      </a:cubicBezTo>
                      <a:cubicBezTo>
                        <a:pt x="8770" y="654"/>
                        <a:pt x="8746" y="654"/>
                        <a:pt x="8721" y="654"/>
                      </a:cubicBezTo>
                      <a:cubicBezTo>
                        <a:pt x="8721" y="702"/>
                        <a:pt x="8721" y="750"/>
                        <a:pt x="8721" y="799"/>
                      </a:cubicBezTo>
                      <a:cubicBezTo>
                        <a:pt x="8697" y="799"/>
                        <a:pt x="8673" y="799"/>
                        <a:pt x="8648" y="799"/>
                      </a:cubicBezTo>
                      <a:cubicBezTo>
                        <a:pt x="8648" y="823"/>
                        <a:pt x="8648" y="847"/>
                        <a:pt x="8648" y="872"/>
                      </a:cubicBezTo>
                      <a:cubicBezTo>
                        <a:pt x="8600" y="872"/>
                        <a:pt x="8552" y="872"/>
                        <a:pt x="8503" y="872"/>
                      </a:cubicBezTo>
                      <a:cubicBezTo>
                        <a:pt x="8503" y="896"/>
                        <a:pt x="8503" y="920"/>
                        <a:pt x="8503" y="945"/>
                      </a:cubicBezTo>
                      <a:cubicBezTo>
                        <a:pt x="5889" y="945"/>
                        <a:pt x="3275" y="945"/>
                        <a:pt x="581" y="945"/>
                      </a:cubicBezTo>
                      <a:cubicBezTo>
                        <a:pt x="581" y="969"/>
                        <a:pt x="581" y="993"/>
                        <a:pt x="581" y="1017"/>
                      </a:cubicBezTo>
                      <a:cubicBezTo>
                        <a:pt x="557" y="1017"/>
                        <a:pt x="533" y="1017"/>
                        <a:pt x="509" y="1017"/>
                      </a:cubicBezTo>
                      <a:cubicBezTo>
                        <a:pt x="509" y="1041"/>
                        <a:pt x="509" y="1065"/>
                        <a:pt x="509" y="1090"/>
                      </a:cubicBezTo>
                      <a:cubicBezTo>
                        <a:pt x="461" y="1090"/>
                        <a:pt x="413" y="1090"/>
                        <a:pt x="363" y="1090"/>
                      </a:cubicBezTo>
                      <a:cubicBezTo>
                        <a:pt x="363" y="1066"/>
                        <a:pt x="363" y="1042"/>
                        <a:pt x="363" y="1017"/>
                      </a:cubicBezTo>
                      <a:cubicBezTo>
                        <a:pt x="339" y="1017"/>
                        <a:pt x="315" y="1017"/>
                        <a:pt x="291" y="1017"/>
                      </a:cubicBezTo>
                      <a:cubicBezTo>
                        <a:pt x="291" y="993"/>
                        <a:pt x="291" y="969"/>
                        <a:pt x="291" y="945"/>
                      </a:cubicBezTo>
                      <a:cubicBezTo>
                        <a:pt x="267" y="945"/>
                        <a:pt x="243" y="945"/>
                        <a:pt x="218" y="945"/>
                      </a:cubicBezTo>
                      <a:cubicBezTo>
                        <a:pt x="218" y="921"/>
                        <a:pt x="218" y="897"/>
                        <a:pt x="218" y="872"/>
                      </a:cubicBezTo>
                      <a:cubicBezTo>
                        <a:pt x="170" y="872"/>
                        <a:pt x="122" y="872"/>
                        <a:pt x="73" y="872"/>
                      </a:cubicBezTo>
                      <a:cubicBezTo>
                        <a:pt x="73" y="848"/>
                        <a:pt x="73" y="824"/>
                        <a:pt x="73" y="799"/>
                      </a:cubicBezTo>
                      <a:cubicBezTo>
                        <a:pt x="49" y="799"/>
                        <a:pt x="25" y="799"/>
                        <a:pt x="0" y="799"/>
                      </a:cubicBezTo>
                      <a:cubicBezTo>
                        <a:pt x="0" y="775"/>
                        <a:pt x="0" y="751"/>
                        <a:pt x="0" y="727"/>
                      </a:cubicBezTo>
                      <a:cubicBezTo>
                        <a:pt x="24" y="727"/>
                        <a:pt x="48" y="727"/>
                        <a:pt x="73" y="727"/>
                      </a:cubicBezTo>
                      <a:cubicBezTo>
                        <a:pt x="73" y="679"/>
                        <a:pt x="73" y="631"/>
                        <a:pt x="73" y="581"/>
                      </a:cubicBezTo>
                      <a:cubicBezTo>
                        <a:pt x="97" y="581"/>
                        <a:pt x="121" y="581"/>
                        <a:pt x="145" y="581"/>
                      </a:cubicBezTo>
                      <a:cubicBezTo>
                        <a:pt x="145" y="509"/>
                        <a:pt x="145" y="438"/>
                        <a:pt x="145" y="363"/>
                      </a:cubicBezTo>
                      <a:cubicBezTo>
                        <a:pt x="169" y="363"/>
                        <a:pt x="193" y="363"/>
                        <a:pt x="218" y="363"/>
                      </a:cubicBezTo>
                      <a:cubicBezTo>
                        <a:pt x="218" y="339"/>
                        <a:pt x="218" y="315"/>
                        <a:pt x="218" y="291"/>
                      </a:cubicBezTo>
                      <a:cubicBezTo>
                        <a:pt x="242" y="291"/>
                        <a:pt x="266" y="291"/>
                        <a:pt x="291" y="291"/>
                      </a:cubicBezTo>
                      <a:cubicBezTo>
                        <a:pt x="291" y="267"/>
                        <a:pt x="291" y="243"/>
                        <a:pt x="291" y="218"/>
                      </a:cubicBezTo>
                      <a:cubicBezTo>
                        <a:pt x="315" y="218"/>
                        <a:pt x="339" y="218"/>
                        <a:pt x="363" y="218"/>
                      </a:cubicBezTo>
                      <a:cubicBezTo>
                        <a:pt x="363" y="194"/>
                        <a:pt x="363" y="170"/>
                        <a:pt x="363" y="145"/>
                      </a:cubicBezTo>
                      <a:cubicBezTo>
                        <a:pt x="435" y="145"/>
                        <a:pt x="507" y="145"/>
                        <a:pt x="581" y="145"/>
                      </a:cubicBezTo>
                      <a:cubicBezTo>
                        <a:pt x="581" y="121"/>
                        <a:pt x="581" y="97"/>
                        <a:pt x="581" y="73"/>
                      </a:cubicBezTo>
                      <a:cubicBezTo>
                        <a:pt x="629" y="73"/>
                        <a:pt x="677" y="73"/>
                        <a:pt x="727" y="73"/>
                      </a:cubicBezTo>
                      <a:cubicBezTo>
                        <a:pt x="727" y="49"/>
                        <a:pt x="727" y="25"/>
                        <a:pt x="72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35" name="ICON_REPORT_METHOD_path_003"/>
                <p:cNvSpPr/>
                <p:nvPr/>
              </p:nvSpPr>
              <p:spPr>
                <a:xfrm>
                  <a:off x="10426737" y="6196511"/>
                  <a:ext cx="97834" cy="1199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703" h="945" fill="norm" stroke="0">
                      <a:moveTo>
                        <a:pt x="363" y="0"/>
                      </a:moveTo>
                      <a:cubicBezTo>
                        <a:pt x="2690" y="0"/>
                        <a:pt x="5016" y="0"/>
                        <a:pt x="7413" y="0"/>
                      </a:cubicBezTo>
                      <a:cubicBezTo>
                        <a:pt x="7413" y="24"/>
                        <a:pt x="7413" y="48"/>
                        <a:pt x="7413" y="73"/>
                      </a:cubicBezTo>
                      <a:cubicBezTo>
                        <a:pt x="7461" y="73"/>
                        <a:pt x="7509" y="73"/>
                        <a:pt x="7558" y="73"/>
                      </a:cubicBezTo>
                      <a:cubicBezTo>
                        <a:pt x="7558" y="97"/>
                        <a:pt x="7558" y="121"/>
                        <a:pt x="7558" y="145"/>
                      </a:cubicBezTo>
                      <a:cubicBezTo>
                        <a:pt x="7582" y="145"/>
                        <a:pt x="7606" y="145"/>
                        <a:pt x="7631" y="145"/>
                      </a:cubicBezTo>
                      <a:cubicBezTo>
                        <a:pt x="7631" y="169"/>
                        <a:pt x="7631" y="193"/>
                        <a:pt x="7631" y="218"/>
                      </a:cubicBezTo>
                      <a:cubicBezTo>
                        <a:pt x="7655" y="218"/>
                        <a:pt x="7679" y="218"/>
                        <a:pt x="7703" y="218"/>
                      </a:cubicBezTo>
                      <a:cubicBezTo>
                        <a:pt x="7703" y="362"/>
                        <a:pt x="7703" y="506"/>
                        <a:pt x="7703" y="654"/>
                      </a:cubicBezTo>
                      <a:cubicBezTo>
                        <a:pt x="7680" y="654"/>
                        <a:pt x="7656" y="654"/>
                        <a:pt x="7631" y="654"/>
                      </a:cubicBezTo>
                      <a:cubicBezTo>
                        <a:pt x="7631" y="678"/>
                        <a:pt x="7631" y="702"/>
                        <a:pt x="7631" y="727"/>
                      </a:cubicBezTo>
                      <a:cubicBezTo>
                        <a:pt x="7607" y="727"/>
                        <a:pt x="7583" y="727"/>
                        <a:pt x="7558" y="727"/>
                      </a:cubicBezTo>
                      <a:cubicBezTo>
                        <a:pt x="7558" y="751"/>
                        <a:pt x="7558" y="775"/>
                        <a:pt x="7558" y="799"/>
                      </a:cubicBezTo>
                      <a:cubicBezTo>
                        <a:pt x="5256" y="799"/>
                        <a:pt x="2953" y="799"/>
                        <a:pt x="581" y="799"/>
                      </a:cubicBezTo>
                      <a:cubicBezTo>
                        <a:pt x="581" y="823"/>
                        <a:pt x="581" y="847"/>
                        <a:pt x="581" y="872"/>
                      </a:cubicBezTo>
                      <a:cubicBezTo>
                        <a:pt x="557" y="872"/>
                        <a:pt x="533" y="872"/>
                        <a:pt x="509" y="872"/>
                      </a:cubicBezTo>
                      <a:cubicBezTo>
                        <a:pt x="509" y="896"/>
                        <a:pt x="509" y="920"/>
                        <a:pt x="509" y="945"/>
                      </a:cubicBezTo>
                      <a:cubicBezTo>
                        <a:pt x="461" y="945"/>
                        <a:pt x="413" y="945"/>
                        <a:pt x="363" y="945"/>
                      </a:cubicBezTo>
                      <a:cubicBezTo>
                        <a:pt x="363" y="921"/>
                        <a:pt x="363" y="897"/>
                        <a:pt x="363" y="872"/>
                      </a:cubicBezTo>
                      <a:cubicBezTo>
                        <a:pt x="315" y="872"/>
                        <a:pt x="267" y="872"/>
                        <a:pt x="218" y="872"/>
                      </a:cubicBezTo>
                      <a:cubicBezTo>
                        <a:pt x="218" y="848"/>
                        <a:pt x="218" y="824"/>
                        <a:pt x="218" y="799"/>
                      </a:cubicBezTo>
                      <a:cubicBezTo>
                        <a:pt x="194" y="799"/>
                        <a:pt x="170" y="799"/>
                        <a:pt x="145" y="799"/>
                      </a:cubicBezTo>
                      <a:cubicBezTo>
                        <a:pt x="145" y="775"/>
                        <a:pt x="145" y="751"/>
                        <a:pt x="145" y="727"/>
                      </a:cubicBezTo>
                      <a:cubicBezTo>
                        <a:pt x="121" y="727"/>
                        <a:pt x="97" y="727"/>
                        <a:pt x="73" y="727"/>
                      </a:cubicBezTo>
                      <a:cubicBezTo>
                        <a:pt x="73" y="703"/>
                        <a:pt x="73" y="679"/>
                        <a:pt x="73" y="654"/>
                      </a:cubicBezTo>
                      <a:cubicBezTo>
                        <a:pt x="49" y="654"/>
                        <a:pt x="25" y="654"/>
                        <a:pt x="0" y="654"/>
                      </a:cubicBezTo>
                      <a:cubicBezTo>
                        <a:pt x="0" y="510"/>
                        <a:pt x="0" y="366"/>
                        <a:pt x="0" y="218"/>
                      </a:cubicBezTo>
                      <a:cubicBezTo>
                        <a:pt x="24" y="218"/>
                        <a:pt x="48" y="218"/>
                        <a:pt x="73" y="218"/>
                      </a:cubicBezTo>
                      <a:cubicBezTo>
                        <a:pt x="73" y="194"/>
                        <a:pt x="73" y="170"/>
                        <a:pt x="73" y="145"/>
                      </a:cubicBezTo>
                      <a:cubicBezTo>
                        <a:pt x="97" y="145"/>
                        <a:pt x="121" y="145"/>
                        <a:pt x="145" y="145"/>
                      </a:cubicBezTo>
                      <a:cubicBezTo>
                        <a:pt x="145" y="121"/>
                        <a:pt x="145" y="97"/>
                        <a:pt x="145" y="73"/>
                      </a:cubicBezTo>
                      <a:cubicBezTo>
                        <a:pt x="217" y="73"/>
                        <a:pt x="289" y="73"/>
                        <a:pt x="363" y="73"/>
                      </a:cubicBezTo>
                      <a:cubicBezTo>
                        <a:pt x="363" y="49"/>
                        <a:pt x="363" y="25"/>
                        <a:pt x="363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36" name="ICON_REPORT_METHOD_path_004"/>
                <p:cNvSpPr/>
                <p:nvPr/>
              </p:nvSpPr>
              <p:spPr>
                <a:xfrm>
                  <a:off x="10548568" y="6201126"/>
                  <a:ext cx="45225" cy="5754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561" h="4531" fill="norm" stroke="0">
                      <a:moveTo>
                        <a:pt x="1672" y="0"/>
                      </a:moveTo>
                      <a:cubicBezTo>
                        <a:pt x="1935" y="0"/>
                        <a:pt x="2199" y="0"/>
                        <a:pt x="2471" y="0"/>
                      </a:cubicBezTo>
                      <a:cubicBezTo>
                        <a:pt x="2471" y="24"/>
                        <a:pt x="2471" y="48"/>
                        <a:pt x="2471" y="73"/>
                      </a:cubicBezTo>
                      <a:cubicBezTo>
                        <a:pt x="2519" y="73"/>
                        <a:pt x="2567" y="73"/>
                        <a:pt x="2616" y="73"/>
                      </a:cubicBezTo>
                      <a:cubicBezTo>
                        <a:pt x="2616" y="97"/>
                        <a:pt x="2616" y="121"/>
                        <a:pt x="2616" y="145"/>
                      </a:cubicBezTo>
                      <a:cubicBezTo>
                        <a:pt x="2688" y="145"/>
                        <a:pt x="2760" y="145"/>
                        <a:pt x="2834" y="145"/>
                      </a:cubicBezTo>
                      <a:cubicBezTo>
                        <a:pt x="2834" y="169"/>
                        <a:pt x="2834" y="193"/>
                        <a:pt x="2834" y="218"/>
                      </a:cubicBezTo>
                      <a:cubicBezTo>
                        <a:pt x="2858" y="218"/>
                        <a:pt x="2882" y="218"/>
                        <a:pt x="2907" y="218"/>
                      </a:cubicBezTo>
                      <a:cubicBezTo>
                        <a:pt x="2907" y="242"/>
                        <a:pt x="2907" y="266"/>
                        <a:pt x="2907" y="291"/>
                      </a:cubicBezTo>
                      <a:cubicBezTo>
                        <a:pt x="2955" y="291"/>
                        <a:pt x="3003" y="291"/>
                        <a:pt x="3052" y="291"/>
                      </a:cubicBezTo>
                      <a:cubicBezTo>
                        <a:pt x="3052" y="315"/>
                        <a:pt x="3052" y="339"/>
                        <a:pt x="3052" y="363"/>
                      </a:cubicBezTo>
                      <a:cubicBezTo>
                        <a:pt x="3076" y="363"/>
                        <a:pt x="3100" y="363"/>
                        <a:pt x="3125" y="363"/>
                      </a:cubicBezTo>
                      <a:cubicBezTo>
                        <a:pt x="3125" y="387"/>
                        <a:pt x="3125" y="411"/>
                        <a:pt x="3125" y="436"/>
                      </a:cubicBezTo>
                      <a:cubicBezTo>
                        <a:pt x="3149" y="436"/>
                        <a:pt x="3173" y="436"/>
                        <a:pt x="3198" y="436"/>
                      </a:cubicBezTo>
                      <a:cubicBezTo>
                        <a:pt x="3198" y="460"/>
                        <a:pt x="3198" y="484"/>
                        <a:pt x="3198" y="509"/>
                      </a:cubicBezTo>
                      <a:cubicBezTo>
                        <a:pt x="3222" y="509"/>
                        <a:pt x="3246" y="509"/>
                        <a:pt x="3270" y="509"/>
                      </a:cubicBezTo>
                      <a:cubicBezTo>
                        <a:pt x="3270" y="557"/>
                        <a:pt x="3270" y="605"/>
                        <a:pt x="3270" y="654"/>
                      </a:cubicBezTo>
                      <a:cubicBezTo>
                        <a:pt x="3294" y="654"/>
                        <a:pt x="3318" y="654"/>
                        <a:pt x="3343" y="654"/>
                      </a:cubicBezTo>
                      <a:cubicBezTo>
                        <a:pt x="3343" y="678"/>
                        <a:pt x="3343" y="702"/>
                        <a:pt x="3343" y="727"/>
                      </a:cubicBezTo>
                      <a:cubicBezTo>
                        <a:pt x="3367" y="727"/>
                        <a:pt x="3391" y="727"/>
                        <a:pt x="3416" y="727"/>
                      </a:cubicBezTo>
                      <a:cubicBezTo>
                        <a:pt x="3416" y="751"/>
                        <a:pt x="3416" y="775"/>
                        <a:pt x="3416" y="799"/>
                      </a:cubicBezTo>
                      <a:cubicBezTo>
                        <a:pt x="3440" y="799"/>
                        <a:pt x="3464" y="799"/>
                        <a:pt x="3488" y="799"/>
                      </a:cubicBezTo>
                      <a:cubicBezTo>
                        <a:pt x="3488" y="871"/>
                        <a:pt x="3488" y="943"/>
                        <a:pt x="3488" y="1017"/>
                      </a:cubicBezTo>
                      <a:cubicBezTo>
                        <a:pt x="3512" y="1017"/>
                        <a:pt x="3536" y="1017"/>
                        <a:pt x="3561" y="1017"/>
                      </a:cubicBezTo>
                      <a:cubicBezTo>
                        <a:pt x="3561" y="1305"/>
                        <a:pt x="3561" y="1593"/>
                        <a:pt x="3561" y="1890"/>
                      </a:cubicBezTo>
                      <a:cubicBezTo>
                        <a:pt x="3537" y="1890"/>
                        <a:pt x="3513" y="1890"/>
                        <a:pt x="3488" y="1890"/>
                      </a:cubicBezTo>
                      <a:cubicBezTo>
                        <a:pt x="3488" y="1985"/>
                        <a:pt x="3488" y="2081"/>
                        <a:pt x="3488" y="2180"/>
                      </a:cubicBezTo>
                      <a:cubicBezTo>
                        <a:pt x="3464" y="2180"/>
                        <a:pt x="3440" y="2180"/>
                        <a:pt x="3416" y="2180"/>
                      </a:cubicBezTo>
                      <a:cubicBezTo>
                        <a:pt x="3416" y="2204"/>
                        <a:pt x="3416" y="2228"/>
                        <a:pt x="3416" y="2253"/>
                      </a:cubicBezTo>
                      <a:cubicBezTo>
                        <a:pt x="3392" y="2253"/>
                        <a:pt x="3368" y="2253"/>
                        <a:pt x="3343" y="2253"/>
                      </a:cubicBezTo>
                      <a:cubicBezTo>
                        <a:pt x="3343" y="2277"/>
                        <a:pt x="3343" y="2301"/>
                        <a:pt x="3343" y="2326"/>
                      </a:cubicBezTo>
                      <a:cubicBezTo>
                        <a:pt x="3319" y="2326"/>
                        <a:pt x="3295" y="2326"/>
                        <a:pt x="3270" y="2326"/>
                      </a:cubicBezTo>
                      <a:cubicBezTo>
                        <a:pt x="3270" y="2374"/>
                        <a:pt x="3270" y="2422"/>
                        <a:pt x="3270" y="2471"/>
                      </a:cubicBezTo>
                      <a:cubicBezTo>
                        <a:pt x="3246" y="2471"/>
                        <a:pt x="3222" y="2471"/>
                        <a:pt x="3198" y="2471"/>
                      </a:cubicBezTo>
                      <a:cubicBezTo>
                        <a:pt x="3198" y="2495"/>
                        <a:pt x="3198" y="2519"/>
                        <a:pt x="3198" y="2544"/>
                      </a:cubicBezTo>
                      <a:cubicBezTo>
                        <a:pt x="3174" y="2544"/>
                        <a:pt x="3150" y="2544"/>
                        <a:pt x="3125" y="2544"/>
                      </a:cubicBezTo>
                      <a:cubicBezTo>
                        <a:pt x="3125" y="2568"/>
                        <a:pt x="3125" y="2592"/>
                        <a:pt x="3125" y="2616"/>
                      </a:cubicBezTo>
                      <a:cubicBezTo>
                        <a:pt x="3101" y="2616"/>
                        <a:pt x="3077" y="2616"/>
                        <a:pt x="3052" y="2616"/>
                      </a:cubicBezTo>
                      <a:cubicBezTo>
                        <a:pt x="3052" y="2640"/>
                        <a:pt x="3052" y="2664"/>
                        <a:pt x="3052" y="2689"/>
                      </a:cubicBezTo>
                      <a:cubicBezTo>
                        <a:pt x="3028" y="2689"/>
                        <a:pt x="3004" y="2689"/>
                        <a:pt x="2980" y="2689"/>
                      </a:cubicBezTo>
                      <a:cubicBezTo>
                        <a:pt x="2980" y="2713"/>
                        <a:pt x="2980" y="2737"/>
                        <a:pt x="2980" y="2762"/>
                      </a:cubicBezTo>
                      <a:cubicBezTo>
                        <a:pt x="2956" y="2762"/>
                        <a:pt x="2932" y="2762"/>
                        <a:pt x="2907" y="2762"/>
                      </a:cubicBezTo>
                      <a:cubicBezTo>
                        <a:pt x="2907" y="2786"/>
                        <a:pt x="2907" y="2810"/>
                        <a:pt x="2907" y="2834"/>
                      </a:cubicBezTo>
                      <a:cubicBezTo>
                        <a:pt x="2883" y="2834"/>
                        <a:pt x="2859" y="2834"/>
                        <a:pt x="2834" y="2834"/>
                      </a:cubicBezTo>
                      <a:cubicBezTo>
                        <a:pt x="2834" y="2858"/>
                        <a:pt x="2834" y="2882"/>
                        <a:pt x="2834" y="2907"/>
                      </a:cubicBezTo>
                      <a:cubicBezTo>
                        <a:pt x="2829" y="2908"/>
                        <a:pt x="2829" y="2908"/>
                        <a:pt x="2801" y="2915"/>
                      </a:cubicBezTo>
                      <a:cubicBezTo>
                        <a:pt x="2675" y="2955"/>
                        <a:pt x="2618" y="3011"/>
                        <a:pt x="2539" y="3114"/>
                      </a:cubicBezTo>
                      <a:cubicBezTo>
                        <a:pt x="2491" y="3175"/>
                        <a:pt x="2443" y="3224"/>
                        <a:pt x="2380" y="3270"/>
                      </a:cubicBezTo>
                      <a:cubicBezTo>
                        <a:pt x="2295" y="3333"/>
                        <a:pt x="2232" y="3407"/>
                        <a:pt x="2169" y="3491"/>
                      </a:cubicBezTo>
                      <a:cubicBezTo>
                        <a:pt x="2116" y="3560"/>
                        <a:pt x="2116" y="3560"/>
                        <a:pt x="2066" y="3567"/>
                      </a:cubicBezTo>
                      <a:cubicBezTo>
                        <a:pt x="2061" y="3566"/>
                        <a:pt x="2061" y="3566"/>
                        <a:pt x="2035" y="3561"/>
                      </a:cubicBezTo>
                      <a:cubicBezTo>
                        <a:pt x="2035" y="3585"/>
                        <a:pt x="2035" y="3609"/>
                        <a:pt x="2035" y="3634"/>
                      </a:cubicBezTo>
                      <a:cubicBezTo>
                        <a:pt x="2011" y="3634"/>
                        <a:pt x="1987" y="3634"/>
                        <a:pt x="1962" y="3634"/>
                      </a:cubicBezTo>
                      <a:cubicBezTo>
                        <a:pt x="1962" y="3658"/>
                        <a:pt x="1962" y="3682"/>
                        <a:pt x="1962" y="3706"/>
                      </a:cubicBezTo>
                      <a:cubicBezTo>
                        <a:pt x="1938" y="3706"/>
                        <a:pt x="1914" y="3706"/>
                        <a:pt x="1890" y="3706"/>
                      </a:cubicBezTo>
                      <a:cubicBezTo>
                        <a:pt x="1890" y="3730"/>
                        <a:pt x="1890" y="3754"/>
                        <a:pt x="1890" y="3779"/>
                      </a:cubicBezTo>
                      <a:cubicBezTo>
                        <a:pt x="1866" y="3779"/>
                        <a:pt x="1842" y="3779"/>
                        <a:pt x="1817" y="3779"/>
                      </a:cubicBezTo>
                      <a:cubicBezTo>
                        <a:pt x="1817" y="3803"/>
                        <a:pt x="1817" y="3827"/>
                        <a:pt x="1817" y="3852"/>
                      </a:cubicBezTo>
                      <a:cubicBezTo>
                        <a:pt x="1793" y="3852"/>
                        <a:pt x="1769" y="3852"/>
                        <a:pt x="1744" y="3852"/>
                      </a:cubicBezTo>
                      <a:cubicBezTo>
                        <a:pt x="1744" y="3876"/>
                        <a:pt x="1744" y="3900"/>
                        <a:pt x="1744" y="3924"/>
                      </a:cubicBezTo>
                      <a:cubicBezTo>
                        <a:pt x="1720" y="3924"/>
                        <a:pt x="1696" y="3924"/>
                        <a:pt x="1672" y="3924"/>
                      </a:cubicBezTo>
                      <a:cubicBezTo>
                        <a:pt x="1672" y="3930"/>
                        <a:pt x="1672" y="3930"/>
                        <a:pt x="1676" y="3956"/>
                      </a:cubicBezTo>
                      <a:cubicBezTo>
                        <a:pt x="1670" y="4012"/>
                        <a:pt x="1642" y="4037"/>
                        <a:pt x="1603" y="4074"/>
                      </a:cubicBezTo>
                      <a:cubicBezTo>
                        <a:pt x="1597" y="4081"/>
                        <a:pt x="1591" y="4088"/>
                        <a:pt x="1584" y="4094"/>
                      </a:cubicBezTo>
                      <a:cubicBezTo>
                        <a:pt x="1551" y="4127"/>
                        <a:pt x="1532" y="4142"/>
                        <a:pt x="1485" y="4147"/>
                      </a:cubicBezTo>
                      <a:cubicBezTo>
                        <a:pt x="1475" y="4145"/>
                        <a:pt x="1464" y="4144"/>
                        <a:pt x="1453" y="4142"/>
                      </a:cubicBezTo>
                      <a:cubicBezTo>
                        <a:pt x="1453" y="4166"/>
                        <a:pt x="1453" y="4190"/>
                        <a:pt x="1453" y="4215"/>
                      </a:cubicBezTo>
                      <a:cubicBezTo>
                        <a:pt x="1430" y="4215"/>
                        <a:pt x="1406" y="4215"/>
                        <a:pt x="1381" y="4215"/>
                      </a:cubicBezTo>
                      <a:cubicBezTo>
                        <a:pt x="1381" y="4220"/>
                        <a:pt x="1381" y="4220"/>
                        <a:pt x="1385" y="4247"/>
                      </a:cubicBezTo>
                      <a:cubicBezTo>
                        <a:pt x="1378" y="4317"/>
                        <a:pt x="1327" y="4357"/>
                        <a:pt x="1277" y="4403"/>
                      </a:cubicBezTo>
                      <a:cubicBezTo>
                        <a:pt x="1222" y="4443"/>
                        <a:pt x="1184" y="4445"/>
                        <a:pt x="1117" y="4438"/>
                      </a:cubicBezTo>
                      <a:cubicBezTo>
                        <a:pt x="1108" y="4437"/>
                        <a:pt x="1099" y="4435"/>
                        <a:pt x="1090" y="4433"/>
                      </a:cubicBezTo>
                      <a:cubicBezTo>
                        <a:pt x="1090" y="4457"/>
                        <a:pt x="1090" y="4481"/>
                        <a:pt x="1090" y="4506"/>
                      </a:cubicBezTo>
                      <a:cubicBezTo>
                        <a:pt x="825" y="4531"/>
                        <a:pt x="825" y="4531"/>
                        <a:pt x="748" y="4476"/>
                      </a:cubicBezTo>
                      <a:cubicBezTo>
                        <a:pt x="698" y="4431"/>
                        <a:pt x="656" y="4388"/>
                        <a:pt x="651" y="4319"/>
                      </a:cubicBezTo>
                      <a:cubicBezTo>
                        <a:pt x="652" y="4309"/>
                        <a:pt x="653" y="4299"/>
                        <a:pt x="654" y="4288"/>
                      </a:cubicBezTo>
                      <a:cubicBezTo>
                        <a:pt x="630" y="4288"/>
                        <a:pt x="606" y="4288"/>
                        <a:pt x="581" y="4288"/>
                      </a:cubicBezTo>
                      <a:cubicBezTo>
                        <a:pt x="581" y="4216"/>
                        <a:pt x="581" y="4144"/>
                        <a:pt x="581" y="4070"/>
                      </a:cubicBezTo>
                      <a:cubicBezTo>
                        <a:pt x="605" y="4070"/>
                        <a:pt x="629" y="4070"/>
                        <a:pt x="654" y="4070"/>
                      </a:cubicBezTo>
                      <a:cubicBezTo>
                        <a:pt x="654" y="4022"/>
                        <a:pt x="654" y="3974"/>
                        <a:pt x="654" y="3924"/>
                      </a:cubicBezTo>
                      <a:cubicBezTo>
                        <a:pt x="678" y="3924"/>
                        <a:pt x="702" y="3924"/>
                        <a:pt x="727" y="3924"/>
                      </a:cubicBezTo>
                      <a:cubicBezTo>
                        <a:pt x="727" y="3900"/>
                        <a:pt x="727" y="3876"/>
                        <a:pt x="727" y="3852"/>
                      </a:cubicBezTo>
                      <a:cubicBezTo>
                        <a:pt x="751" y="3852"/>
                        <a:pt x="775" y="3852"/>
                        <a:pt x="799" y="3852"/>
                      </a:cubicBezTo>
                      <a:cubicBezTo>
                        <a:pt x="798" y="3841"/>
                        <a:pt x="796" y="3831"/>
                        <a:pt x="794" y="3820"/>
                      </a:cubicBezTo>
                      <a:cubicBezTo>
                        <a:pt x="801" y="3770"/>
                        <a:pt x="820" y="3753"/>
                        <a:pt x="859" y="3721"/>
                      </a:cubicBezTo>
                      <a:cubicBezTo>
                        <a:pt x="863" y="3718"/>
                        <a:pt x="863" y="3718"/>
                        <a:pt x="883" y="3702"/>
                      </a:cubicBezTo>
                      <a:cubicBezTo>
                        <a:pt x="891" y="3695"/>
                        <a:pt x="899" y="3689"/>
                        <a:pt x="907" y="3682"/>
                      </a:cubicBezTo>
                      <a:cubicBezTo>
                        <a:pt x="969" y="3632"/>
                        <a:pt x="1011" y="3627"/>
                        <a:pt x="1090" y="3634"/>
                      </a:cubicBezTo>
                      <a:cubicBezTo>
                        <a:pt x="1090" y="3610"/>
                        <a:pt x="1090" y="3586"/>
                        <a:pt x="1090" y="3561"/>
                      </a:cubicBezTo>
                      <a:cubicBezTo>
                        <a:pt x="1114" y="3561"/>
                        <a:pt x="1138" y="3561"/>
                        <a:pt x="1163" y="3561"/>
                      </a:cubicBezTo>
                      <a:cubicBezTo>
                        <a:pt x="1163" y="3537"/>
                        <a:pt x="1163" y="3513"/>
                        <a:pt x="1163" y="3488"/>
                      </a:cubicBezTo>
                      <a:cubicBezTo>
                        <a:pt x="1187" y="3488"/>
                        <a:pt x="1211" y="3488"/>
                        <a:pt x="1235" y="3488"/>
                      </a:cubicBezTo>
                      <a:cubicBezTo>
                        <a:pt x="1235" y="3464"/>
                        <a:pt x="1235" y="3440"/>
                        <a:pt x="1235" y="3416"/>
                      </a:cubicBezTo>
                      <a:cubicBezTo>
                        <a:pt x="1259" y="3416"/>
                        <a:pt x="1283" y="3416"/>
                        <a:pt x="1308" y="3416"/>
                      </a:cubicBezTo>
                      <a:cubicBezTo>
                        <a:pt x="1308" y="3392"/>
                        <a:pt x="1308" y="3368"/>
                        <a:pt x="1308" y="3343"/>
                      </a:cubicBezTo>
                      <a:cubicBezTo>
                        <a:pt x="1332" y="3343"/>
                        <a:pt x="1356" y="3343"/>
                        <a:pt x="1381" y="3343"/>
                      </a:cubicBezTo>
                      <a:cubicBezTo>
                        <a:pt x="1381" y="3319"/>
                        <a:pt x="1381" y="3295"/>
                        <a:pt x="1381" y="3270"/>
                      </a:cubicBezTo>
                      <a:cubicBezTo>
                        <a:pt x="1405" y="3270"/>
                        <a:pt x="1429" y="3270"/>
                        <a:pt x="1453" y="3270"/>
                      </a:cubicBezTo>
                      <a:cubicBezTo>
                        <a:pt x="1453" y="3246"/>
                        <a:pt x="1453" y="3222"/>
                        <a:pt x="1453" y="3198"/>
                      </a:cubicBezTo>
                      <a:cubicBezTo>
                        <a:pt x="1477" y="3198"/>
                        <a:pt x="1501" y="3198"/>
                        <a:pt x="1526" y="3198"/>
                      </a:cubicBezTo>
                      <a:cubicBezTo>
                        <a:pt x="1526" y="3174"/>
                        <a:pt x="1526" y="3150"/>
                        <a:pt x="1526" y="3125"/>
                      </a:cubicBezTo>
                      <a:cubicBezTo>
                        <a:pt x="1550" y="3125"/>
                        <a:pt x="1574" y="3125"/>
                        <a:pt x="1599" y="3125"/>
                      </a:cubicBezTo>
                      <a:cubicBezTo>
                        <a:pt x="1599" y="3101"/>
                        <a:pt x="1599" y="3077"/>
                        <a:pt x="1599" y="3052"/>
                      </a:cubicBezTo>
                      <a:cubicBezTo>
                        <a:pt x="1623" y="3052"/>
                        <a:pt x="1647" y="3052"/>
                        <a:pt x="1672" y="3052"/>
                      </a:cubicBezTo>
                      <a:cubicBezTo>
                        <a:pt x="1672" y="3028"/>
                        <a:pt x="1672" y="3004"/>
                        <a:pt x="1672" y="2980"/>
                      </a:cubicBezTo>
                      <a:cubicBezTo>
                        <a:pt x="1695" y="2980"/>
                        <a:pt x="1719" y="2980"/>
                        <a:pt x="1744" y="2980"/>
                      </a:cubicBezTo>
                      <a:cubicBezTo>
                        <a:pt x="1744" y="2956"/>
                        <a:pt x="1744" y="2932"/>
                        <a:pt x="1744" y="2907"/>
                      </a:cubicBezTo>
                      <a:cubicBezTo>
                        <a:pt x="1768" y="2907"/>
                        <a:pt x="1792" y="2907"/>
                        <a:pt x="1817" y="2907"/>
                      </a:cubicBezTo>
                      <a:cubicBezTo>
                        <a:pt x="1817" y="2883"/>
                        <a:pt x="1817" y="2859"/>
                        <a:pt x="1817" y="2834"/>
                      </a:cubicBezTo>
                      <a:cubicBezTo>
                        <a:pt x="1841" y="2834"/>
                        <a:pt x="1865" y="2834"/>
                        <a:pt x="1890" y="2834"/>
                      </a:cubicBezTo>
                      <a:cubicBezTo>
                        <a:pt x="1890" y="2810"/>
                        <a:pt x="1890" y="2786"/>
                        <a:pt x="1890" y="2762"/>
                      </a:cubicBezTo>
                      <a:cubicBezTo>
                        <a:pt x="1914" y="2762"/>
                        <a:pt x="1938" y="2762"/>
                        <a:pt x="1962" y="2762"/>
                      </a:cubicBezTo>
                      <a:cubicBezTo>
                        <a:pt x="1962" y="2738"/>
                        <a:pt x="1962" y="2714"/>
                        <a:pt x="1962" y="2689"/>
                      </a:cubicBezTo>
                      <a:cubicBezTo>
                        <a:pt x="1986" y="2689"/>
                        <a:pt x="2010" y="2689"/>
                        <a:pt x="2035" y="2689"/>
                      </a:cubicBezTo>
                      <a:cubicBezTo>
                        <a:pt x="2035" y="2665"/>
                        <a:pt x="2035" y="2641"/>
                        <a:pt x="2035" y="2616"/>
                      </a:cubicBezTo>
                      <a:cubicBezTo>
                        <a:pt x="2059" y="2616"/>
                        <a:pt x="2083" y="2616"/>
                        <a:pt x="2108" y="2616"/>
                      </a:cubicBezTo>
                      <a:cubicBezTo>
                        <a:pt x="2108" y="2592"/>
                        <a:pt x="2108" y="2568"/>
                        <a:pt x="2108" y="2544"/>
                      </a:cubicBezTo>
                      <a:cubicBezTo>
                        <a:pt x="2132" y="2544"/>
                        <a:pt x="2156" y="2544"/>
                        <a:pt x="2180" y="2544"/>
                      </a:cubicBezTo>
                      <a:cubicBezTo>
                        <a:pt x="2180" y="2520"/>
                        <a:pt x="2180" y="2496"/>
                        <a:pt x="2180" y="2471"/>
                      </a:cubicBezTo>
                      <a:cubicBezTo>
                        <a:pt x="2204" y="2471"/>
                        <a:pt x="2228" y="2471"/>
                        <a:pt x="2253" y="2471"/>
                      </a:cubicBezTo>
                      <a:cubicBezTo>
                        <a:pt x="2253" y="2447"/>
                        <a:pt x="2253" y="2423"/>
                        <a:pt x="2253" y="2398"/>
                      </a:cubicBezTo>
                      <a:cubicBezTo>
                        <a:pt x="2277" y="2398"/>
                        <a:pt x="2301" y="2398"/>
                        <a:pt x="2326" y="2398"/>
                      </a:cubicBezTo>
                      <a:cubicBezTo>
                        <a:pt x="2326" y="2374"/>
                        <a:pt x="2326" y="2350"/>
                        <a:pt x="2326" y="2326"/>
                      </a:cubicBezTo>
                      <a:cubicBezTo>
                        <a:pt x="2350" y="2326"/>
                        <a:pt x="2374" y="2326"/>
                        <a:pt x="2398" y="2326"/>
                      </a:cubicBezTo>
                      <a:cubicBezTo>
                        <a:pt x="2397" y="2315"/>
                        <a:pt x="2396" y="2304"/>
                        <a:pt x="2394" y="2293"/>
                      </a:cubicBezTo>
                      <a:cubicBezTo>
                        <a:pt x="2398" y="2253"/>
                        <a:pt x="2398" y="2253"/>
                        <a:pt x="2424" y="2224"/>
                      </a:cubicBezTo>
                      <a:cubicBezTo>
                        <a:pt x="2436" y="2215"/>
                        <a:pt x="2447" y="2206"/>
                        <a:pt x="2459" y="2197"/>
                      </a:cubicBezTo>
                      <a:cubicBezTo>
                        <a:pt x="2472" y="2186"/>
                        <a:pt x="2485" y="2176"/>
                        <a:pt x="2498" y="2165"/>
                      </a:cubicBezTo>
                      <a:cubicBezTo>
                        <a:pt x="2505" y="2160"/>
                        <a:pt x="2505" y="2160"/>
                        <a:pt x="2539" y="2133"/>
                      </a:cubicBezTo>
                      <a:cubicBezTo>
                        <a:pt x="2652" y="2039"/>
                        <a:pt x="2734" y="1966"/>
                        <a:pt x="2762" y="1817"/>
                      </a:cubicBezTo>
                      <a:cubicBezTo>
                        <a:pt x="2786" y="1817"/>
                        <a:pt x="2810" y="1817"/>
                        <a:pt x="2834" y="1817"/>
                      </a:cubicBezTo>
                      <a:cubicBezTo>
                        <a:pt x="2834" y="1745"/>
                        <a:pt x="2834" y="1673"/>
                        <a:pt x="2834" y="1599"/>
                      </a:cubicBezTo>
                      <a:cubicBezTo>
                        <a:pt x="2858" y="1599"/>
                        <a:pt x="2882" y="1599"/>
                        <a:pt x="2907" y="1599"/>
                      </a:cubicBezTo>
                      <a:cubicBezTo>
                        <a:pt x="2907" y="1551"/>
                        <a:pt x="2907" y="1503"/>
                        <a:pt x="2907" y="1453"/>
                      </a:cubicBezTo>
                      <a:cubicBezTo>
                        <a:pt x="2883" y="1453"/>
                        <a:pt x="2859" y="1453"/>
                        <a:pt x="2834" y="1453"/>
                      </a:cubicBezTo>
                      <a:cubicBezTo>
                        <a:pt x="2834" y="1358"/>
                        <a:pt x="2834" y="1262"/>
                        <a:pt x="2834" y="1163"/>
                      </a:cubicBezTo>
                      <a:cubicBezTo>
                        <a:pt x="2810" y="1163"/>
                        <a:pt x="2786" y="1163"/>
                        <a:pt x="2762" y="1163"/>
                      </a:cubicBezTo>
                      <a:cubicBezTo>
                        <a:pt x="2762" y="1115"/>
                        <a:pt x="2762" y="1067"/>
                        <a:pt x="2762" y="1017"/>
                      </a:cubicBezTo>
                      <a:cubicBezTo>
                        <a:pt x="2738" y="1017"/>
                        <a:pt x="2714" y="1017"/>
                        <a:pt x="2689" y="1017"/>
                      </a:cubicBezTo>
                      <a:cubicBezTo>
                        <a:pt x="2663" y="988"/>
                        <a:pt x="2642" y="961"/>
                        <a:pt x="2621" y="929"/>
                      </a:cubicBezTo>
                      <a:cubicBezTo>
                        <a:pt x="2575" y="865"/>
                        <a:pt x="2542" y="825"/>
                        <a:pt x="2462" y="806"/>
                      </a:cubicBezTo>
                      <a:cubicBezTo>
                        <a:pt x="2425" y="801"/>
                        <a:pt x="2425" y="801"/>
                        <a:pt x="2398" y="799"/>
                      </a:cubicBezTo>
                      <a:cubicBezTo>
                        <a:pt x="2398" y="775"/>
                        <a:pt x="2398" y="751"/>
                        <a:pt x="2398" y="727"/>
                      </a:cubicBezTo>
                      <a:cubicBezTo>
                        <a:pt x="2302" y="727"/>
                        <a:pt x="2206" y="727"/>
                        <a:pt x="2108" y="727"/>
                      </a:cubicBezTo>
                      <a:cubicBezTo>
                        <a:pt x="2108" y="703"/>
                        <a:pt x="2108" y="679"/>
                        <a:pt x="2108" y="654"/>
                      </a:cubicBezTo>
                      <a:cubicBezTo>
                        <a:pt x="2060" y="654"/>
                        <a:pt x="2012" y="654"/>
                        <a:pt x="1962" y="654"/>
                      </a:cubicBezTo>
                      <a:cubicBezTo>
                        <a:pt x="1962" y="678"/>
                        <a:pt x="1962" y="702"/>
                        <a:pt x="1962" y="727"/>
                      </a:cubicBezTo>
                      <a:cubicBezTo>
                        <a:pt x="1890" y="727"/>
                        <a:pt x="1818" y="727"/>
                        <a:pt x="1744" y="727"/>
                      </a:cubicBezTo>
                      <a:cubicBezTo>
                        <a:pt x="1744" y="751"/>
                        <a:pt x="1744" y="775"/>
                        <a:pt x="1744" y="799"/>
                      </a:cubicBezTo>
                      <a:cubicBezTo>
                        <a:pt x="1738" y="801"/>
                        <a:pt x="1738" y="801"/>
                        <a:pt x="1710" y="810"/>
                      </a:cubicBezTo>
                      <a:cubicBezTo>
                        <a:pt x="1590" y="852"/>
                        <a:pt x="1535" y="895"/>
                        <a:pt x="1450" y="988"/>
                      </a:cubicBezTo>
                      <a:cubicBezTo>
                        <a:pt x="1415" y="1020"/>
                        <a:pt x="1400" y="1027"/>
                        <a:pt x="1354" y="1027"/>
                      </a:cubicBezTo>
                      <a:cubicBezTo>
                        <a:pt x="1339" y="1024"/>
                        <a:pt x="1324" y="1021"/>
                        <a:pt x="1308" y="1017"/>
                      </a:cubicBezTo>
                      <a:cubicBezTo>
                        <a:pt x="1308" y="1041"/>
                        <a:pt x="1308" y="1065"/>
                        <a:pt x="1308" y="1090"/>
                      </a:cubicBezTo>
                      <a:cubicBezTo>
                        <a:pt x="1284" y="1090"/>
                        <a:pt x="1260" y="1090"/>
                        <a:pt x="1235" y="1090"/>
                      </a:cubicBezTo>
                      <a:cubicBezTo>
                        <a:pt x="1235" y="1114"/>
                        <a:pt x="1235" y="1138"/>
                        <a:pt x="1235" y="1163"/>
                      </a:cubicBezTo>
                      <a:cubicBezTo>
                        <a:pt x="1211" y="1163"/>
                        <a:pt x="1188" y="1163"/>
                        <a:pt x="1163" y="1163"/>
                      </a:cubicBezTo>
                      <a:cubicBezTo>
                        <a:pt x="1163" y="1187"/>
                        <a:pt x="1163" y="1211"/>
                        <a:pt x="1163" y="1235"/>
                      </a:cubicBezTo>
                      <a:cubicBezTo>
                        <a:pt x="1139" y="1235"/>
                        <a:pt x="1115" y="1235"/>
                        <a:pt x="1090" y="1235"/>
                      </a:cubicBezTo>
                      <a:cubicBezTo>
                        <a:pt x="1090" y="1259"/>
                        <a:pt x="1090" y="1283"/>
                        <a:pt x="1090" y="1308"/>
                      </a:cubicBezTo>
                      <a:cubicBezTo>
                        <a:pt x="1066" y="1308"/>
                        <a:pt x="1042" y="1308"/>
                        <a:pt x="1017" y="1308"/>
                      </a:cubicBezTo>
                      <a:cubicBezTo>
                        <a:pt x="1017" y="1332"/>
                        <a:pt x="1017" y="1356"/>
                        <a:pt x="1017" y="1381"/>
                      </a:cubicBezTo>
                      <a:cubicBezTo>
                        <a:pt x="993" y="1381"/>
                        <a:pt x="969" y="1381"/>
                        <a:pt x="945" y="1381"/>
                      </a:cubicBezTo>
                      <a:cubicBezTo>
                        <a:pt x="945" y="1405"/>
                        <a:pt x="945" y="1429"/>
                        <a:pt x="945" y="1453"/>
                      </a:cubicBezTo>
                      <a:cubicBezTo>
                        <a:pt x="921" y="1453"/>
                        <a:pt x="897" y="1453"/>
                        <a:pt x="872" y="1453"/>
                      </a:cubicBezTo>
                      <a:cubicBezTo>
                        <a:pt x="872" y="1477"/>
                        <a:pt x="872" y="1501"/>
                        <a:pt x="872" y="1526"/>
                      </a:cubicBezTo>
                      <a:cubicBezTo>
                        <a:pt x="848" y="1526"/>
                        <a:pt x="824" y="1526"/>
                        <a:pt x="799" y="1526"/>
                      </a:cubicBezTo>
                      <a:cubicBezTo>
                        <a:pt x="799" y="1550"/>
                        <a:pt x="799" y="1574"/>
                        <a:pt x="799" y="1599"/>
                      </a:cubicBezTo>
                      <a:cubicBezTo>
                        <a:pt x="775" y="1599"/>
                        <a:pt x="751" y="1599"/>
                        <a:pt x="727" y="1599"/>
                      </a:cubicBezTo>
                      <a:cubicBezTo>
                        <a:pt x="727" y="1623"/>
                        <a:pt x="727" y="1647"/>
                        <a:pt x="727" y="1672"/>
                      </a:cubicBezTo>
                      <a:cubicBezTo>
                        <a:pt x="703" y="1672"/>
                        <a:pt x="679" y="1672"/>
                        <a:pt x="654" y="1672"/>
                      </a:cubicBezTo>
                      <a:cubicBezTo>
                        <a:pt x="655" y="1682"/>
                        <a:pt x="657" y="1692"/>
                        <a:pt x="658" y="1703"/>
                      </a:cubicBezTo>
                      <a:cubicBezTo>
                        <a:pt x="652" y="1770"/>
                        <a:pt x="613" y="1800"/>
                        <a:pt x="565" y="1841"/>
                      </a:cubicBezTo>
                      <a:cubicBezTo>
                        <a:pt x="434" y="1935"/>
                        <a:pt x="226" y="1900"/>
                        <a:pt x="73" y="1890"/>
                      </a:cubicBezTo>
                      <a:cubicBezTo>
                        <a:pt x="73" y="1866"/>
                        <a:pt x="73" y="1842"/>
                        <a:pt x="73" y="1817"/>
                      </a:cubicBezTo>
                      <a:cubicBezTo>
                        <a:pt x="49" y="1817"/>
                        <a:pt x="25" y="1817"/>
                        <a:pt x="0" y="1817"/>
                      </a:cubicBezTo>
                      <a:cubicBezTo>
                        <a:pt x="0" y="1673"/>
                        <a:pt x="0" y="1529"/>
                        <a:pt x="0" y="1381"/>
                      </a:cubicBezTo>
                      <a:cubicBezTo>
                        <a:pt x="24" y="1381"/>
                        <a:pt x="48" y="1381"/>
                        <a:pt x="73" y="1381"/>
                      </a:cubicBezTo>
                      <a:cubicBezTo>
                        <a:pt x="73" y="1357"/>
                        <a:pt x="73" y="1333"/>
                        <a:pt x="73" y="1308"/>
                      </a:cubicBezTo>
                      <a:cubicBezTo>
                        <a:pt x="97" y="1308"/>
                        <a:pt x="121" y="1308"/>
                        <a:pt x="145" y="1308"/>
                      </a:cubicBezTo>
                      <a:cubicBezTo>
                        <a:pt x="145" y="1284"/>
                        <a:pt x="145" y="1260"/>
                        <a:pt x="145" y="1235"/>
                      </a:cubicBezTo>
                      <a:cubicBezTo>
                        <a:pt x="169" y="1235"/>
                        <a:pt x="193" y="1235"/>
                        <a:pt x="218" y="1235"/>
                      </a:cubicBezTo>
                      <a:cubicBezTo>
                        <a:pt x="218" y="1211"/>
                        <a:pt x="218" y="1188"/>
                        <a:pt x="218" y="1163"/>
                      </a:cubicBezTo>
                      <a:cubicBezTo>
                        <a:pt x="242" y="1163"/>
                        <a:pt x="266" y="1163"/>
                        <a:pt x="291" y="1163"/>
                      </a:cubicBezTo>
                      <a:cubicBezTo>
                        <a:pt x="291" y="1139"/>
                        <a:pt x="291" y="1115"/>
                        <a:pt x="291" y="1090"/>
                      </a:cubicBezTo>
                      <a:cubicBezTo>
                        <a:pt x="315" y="1090"/>
                        <a:pt x="339" y="1090"/>
                        <a:pt x="363" y="1090"/>
                      </a:cubicBezTo>
                      <a:cubicBezTo>
                        <a:pt x="363" y="1066"/>
                        <a:pt x="363" y="1042"/>
                        <a:pt x="363" y="1017"/>
                      </a:cubicBezTo>
                      <a:cubicBezTo>
                        <a:pt x="387" y="1017"/>
                        <a:pt x="411" y="1017"/>
                        <a:pt x="436" y="1017"/>
                      </a:cubicBezTo>
                      <a:cubicBezTo>
                        <a:pt x="436" y="993"/>
                        <a:pt x="436" y="969"/>
                        <a:pt x="436" y="945"/>
                      </a:cubicBezTo>
                      <a:cubicBezTo>
                        <a:pt x="460" y="945"/>
                        <a:pt x="484" y="945"/>
                        <a:pt x="509" y="945"/>
                      </a:cubicBezTo>
                      <a:cubicBezTo>
                        <a:pt x="509" y="921"/>
                        <a:pt x="509" y="897"/>
                        <a:pt x="509" y="872"/>
                      </a:cubicBezTo>
                      <a:cubicBezTo>
                        <a:pt x="533" y="872"/>
                        <a:pt x="557" y="872"/>
                        <a:pt x="581" y="872"/>
                      </a:cubicBezTo>
                      <a:cubicBezTo>
                        <a:pt x="581" y="848"/>
                        <a:pt x="581" y="824"/>
                        <a:pt x="581" y="799"/>
                      </a:cubicBezTo>
                      <a:cubicBezTo>
                        <a:pt x="605" y="799"/>
                        <a:pt x="629" y="799"/>
                        <a:pt x="654" y="799"/>
                      </a:cubicBezTo>
                      <a:cubicBezTo>
                        <a:pt x="654" y="775"/>
                        <a:pt x="654" y="751"/>
                        <a:pt x="654" y="727"/>
                      </a:cubicBezTo>
                      <a:cubicBezTo>
                        <a:pt x="678" y="727"/>
                        <a:pt x="702" y="727"/>
                        <a:pt x="727" y="727"/>
                      </a:cubicBezTo>
                      <a:cubicBezTo>
                        <a:pt x="727" y="703"/>
                        <a:pt x="727" y="679"/>
                        <a:pt x="727" y="654"/>
                      </a:cubicBezTo>
                      <a:cubicBezTo>
                        <a:pt x="751" y="654"/>
                        <a:pt x="775" y="654"/>
                        <a:pt x="799" y="654"/>
                      </a:cubicBezTo>
                      <a:cubicBezTo>
                        <a:pt x="799" y="630"/>
                        <a:pt x="799" y="606"/>
                        <a:pt x="799" y="581"/>
                      </a:cubicBezTo>
                      <a:cubicBezTo>
                        <a:pt x="823" y="581"/>
                        <a:pt x="847" y="581"/>
                        <a:pt x="872" y="581"/>
                      </a:cubicBezTo>
                      <a:cubicBezTo>
                        <a:pt x="872" y="557"/>
                        <a:pt x="872" y="533"/>
                        <a:pt x="872" y="509"/>
                      </a:cubicBezTo>
                      <a:cubicBezTo>
                        <a:pt x="896" y="509"/>
                        <a:pt x="920" y="509"/>
                        <a:pt x="945" y="509"/>
                      </a:cubicBezTo>
                      <a:cubicBezTo>
                        <a:pt x="945" y="485"/>
                        <a:pt x="945" y="461"/>
                        <a:pt x="945" y="436"/>
                      </a:cubicBezTo>
                      <a:cubicBezTo>
                        <a:pt x="969" y="436"/>
                        <a:pt x="993" y="436"/>
                        <a:pt x="1017" y="436"/>
                      </a:cubicBezTo>
                      <a:cubicBezTo>
                        <a:pt x="1017" y="412"/>
                        <a:pt x="1017" y="388"/>
                        <a:pt x="1017" y="363"/>
                      </a:cubicBezTo>
                      <a:cubicBezTo>
                        <a:pt x="1041" y="363"/>
                        <a:pt x="1065" y="363"/>
                        <a:pt x="1090" y="363"/>
                      </a:cubicBezTo>
                      <a:cubicBezTo>
                        <a:pt x="1089" y="358"/>
                        <a:pt x="1089" y="358"/>
                        <a:pt x="1086" y="332"/>
                      </a:cubicBezTo>
                      <a:cubicBezTo>
                        <a:pt x="1093" y="262"/>
                        <a:pt x="1139" y="221"/>
                        <a:pt x="1189" y="175"/>
                      </a:cubicBezTo>
                      <a:cubicBezTo>
                        <a:pt x="1265" y="118"/>
                        <a:pt x="1364" y="135"/>
                        <a:pt x="1453" y="145"/>
                      </a:cubicBezTo>
                      <a:cubicBezTo>
                        <a:pt x="1453" y="121"/>
                        <a:pt x="1453" y="97"/>
                        <a:pt x="1453" y="73"/>
                      </a:cubicBezTo>
                      <a:cubicBezTo>
                        <a:pt x="1525" y="73"/>
                        <a:pt x="1597" y="73"/>
                        <a:pt x="1672" y="73"/>
                      </a:cubicBezTo>
                      <a:cubicBezTo>
                        <a:pt x="1672" y="49"/>
                        <a:pt x="1672" y="25"/>
                        <a:pt x="1672" y="0"/>
                      </a:cubicBezTo>
                      <a:close/>
                    </a:path>
                  </a:pathLst>
                </a:custGeom>
                <a:solidFill>
                  <a:srgbClr val="E24798"/>
                </a:solidFill>
                <a:ln w="461" cap="flat">
                  <a:noFill/>
                </a:ln>
              </p:spPr>
            </p:sp>
            <p:sp>
              <p:nvSpPr>
                <p:cNvPr id="1637" name="ICON_REPORT_METHOD_path_005"/>
                <p:cNvSpPr/>
                <p:nvPr/>
              </p:nvSpPr>
              <p:spPr>
                <a:xfrm>
                  <a:off x="10424891" y="6220508"/>
                  <a:ext cx="81221" cy="1199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395" h="945" fill="norm" stroke="0">
                      <a:moveTo>
                        <a:pt x="945" y="0"/>
                      </a:moveTo>
                      <a:cubicBezTo>
                        <a:pt x="1089" y="0"/>
                        <a:pt x="1233" y="0"/>
                        <a:pt x="1381" y="0"/>
                      </a:cubicBezTo>
                      <a:cubicBezTo>
                        <a:pt x="1381" y="24"/>
                        <a:pt x="1381" y="48"/>
                        <a:pt x="1381" y="73"/>
                      </a:cubicBezTo>
                      <a:cubicBezTo>
                        <a:pt x="2508" y="73"/>
                        <a:pt x="3635" y="73"/>
                        <a:pt x="4797" y="73"/>
                      </a:cubicBezTo>
                      <a:cubicBezTo>
                        <a:pt x="4797" y="49"/>
                        <a:pt x="4797" y="25"/>
                        <a:pt x="4797" y="0"/>
                      </a:cubicBezTo>
                      <a:cubicBezTo>
                        <a:pt x="5012" y="0"/>
                        <a:pt x="5228" y="0"/>
                        <a:pt x="5451" y="0"/>
                      </a:cubicBezTo>
                      <a:cubicBezTo>
                        <a:pt x="5451" y="24"/>
                        <a:pt x="5451" y="48"/>
                        <a:pt x="5451" y="73"/>
                      </a:cubicBezTo>
                      <a:cubicBezTo>
                        <a:pt x="5666" y="73"/>
                        <a:pt x="5882" y="73"/>
                        <a:pt x="6105" y="73"/>
                      </a:cubicBezTo>
                      <a:cubicBezTo>
                        <a:pt x="6105" y="97"/>
                        <a:pt x="6105" y="121"/>
                        <a:pt x="6105" y="145"/>
                      </a:cubicBezTo>
                      <a:cubicBezTo>
                        <a:pt x="6153" y="145"/>
                        <a:pt x="6201" y="145"/>
                        <a:pt x="6250" y="145"/>
                      </a:cubicBezTo>
                      <a:cubicBezTo>
                        <a:pt x="6250" y="169"/>
                        <a:pt x="6250" y="193"/>
                        <a:pt x="6250" y="218"/>
                      </a:cubicBezTo>
                      <a:cubicBezTo>
                        <a:pt x="6274" y="218"/>
                        <a:pt x="6298" y="218"/>
                        <a:pt x="6323" y="218"/>
                      </a:cubicBezTo>
                      <a:cubicBezTo>
                        <a:pt x="6323" y="362"/>
                        <a:pt x="6323" y="506"/>
                        <a:pt x="6323" y="654"/>
                      </a:cubicBezTo>
                      <a:cubicBezTo>
                        <a:pt x="6347" y="654"/>
                        <a:pt x="6371" y="654"/>
                        <a:pt x="6395" y="654"/>
                      </a:cubicBezTo>
                      <a:cubicBezTo>
                        <a:pt x="6395" y="702"/>
                        <a:pt x="6395" y="750"/>
                        <a:pt x="6395" y="799"/>
                      </a:cubicBezTo>
                      <a:cubicBezTo>
                        <a:pt x="6299" y="799"/>
                        <a:pt x="6203" y="799"/>
                        <a:pt x="6105" y="799"/>
                      </a:cubicBezTo>
                      <a:cubicBezTo>
                        <a:pt x="6105" y="823"/>
                        <a:pt x="6105" y="847"/>
                        <a:pt x="6105" y="872"/>
                      </a:cubicBezTo>
                      <a:cubicBezTo>
                        <a:pt x="6081" y="872"/>
                        <a:pt x="6057" y="872"/>
                        <a:pt x="6032" y="872"/>
                      </a:cubicBezTo>
                      <a:cubicBezTo>
                        <a:pt x="6032" y="896"/>
                        <a:pt x="6032" y="920"/>
                        <a:pt x="6032" y="945"/>
                      </a:cubicBezTo>
                      <a:cubicBezTo>
                        <a:pt x="5912" y="945"/>
                        <a:pt x="5792" y="945"/>
                        <a:pt x="5669" y="945"/>
                      </a:cubicBezTo>
                      <a:cubicBezTo>
                        <a:pt x="5669" y="921"/>
                        <a:pt x="5669" y="897"/>
                        <a:pt x="5669" y="872"/>
                      </a:cubicBezTo>
                      <a:cubicBezTo>
                        <a:pt x="5453" y="872"/>
                        <a:pt x="5237" y="872"/>
                        <a:pt x="5015" y="872"/>
                      </a:cubicBezTo>
                      <a:cubicBezTo>
                        <a:pt x="5015" y="896"/>
                        <a:pt x="5015" y="920"/>
                        <a:pt x="5015" y="945"/>
                      </a:cubicBezTo>
                      <a:cubicBezTo>
                        <a:pt x="3719" y="945"/>
                        <a:pt x="2424" y="945"/>
                        <a:pt x="1090" y="945"/>
                      </a:cubicBezTo>
                      <a:cubicBezTo>
                        <a:pt x="1090" y="921"/>
                        <a:pt x="1090" y="897"/>
                        <a:pt x="1090" y="872"/>
                      </a:cubicBezTo>
                      <a:cubicBezTo>
                        <a:pt x="1018" y="872"/>
                        <a:pt x="946" y="872"/>
                        <a:pt x="872" y="872"/>
                      </a:cubicBezTo>
                      <a:cubicBezTo>
                        <a:pt x="872" y="896"/>
                        <a:pt x="872" y="920"/>
                        <a:pt x="872" y="945"/>
                      </a:cubicBezTo>
                      <a:cubicBezTo>
                        <a:pt x="728" y="945"/>
                        <a:pt x="584" y="945"/>
                        <a:pt x="436" y="945"/>
                      </a:cubicBezTo>
                      <a:cubicBezTo>
                        <a:pt x="436" y="921"/>
                        <a:pt x="436" y="897"/>
                        <a:pt x="436" y="872"/>
                      </a:cubicBezTo>
                      <a:cubicBezTo>
                        <a:pt x="412" y="872"/>
                        <a:pt x="388" y="872"/>
                        <a:pt x="363" y="872"/>
                      </a:cubicBezTo>
                      <a:cubicBezTo>
                        <a:pt x="363" y="848"/>
                        <a:pt x="363" y="824"/>
                        <a:pt x="363" y="799"/>
                      </a:cubicBezTo>
                      <a:cubicBezTo>
                        <a:pt x="315" y="799"/>
                        <a:pt x="267" y="799"/>
                        <a:pt x="218" y="799"/>
                      </a:cubicBezTo>
                      <a:cubicBezTo>
                        <a:pt x="218" y="775"/>
                        <a:pt x="218" y="751"/>
                        <a:pt x="218" y="727"/>
                      </a:cubicBezTo>
                      <a:cubicBezTo>
                        <a:pt x="170" y="727"/>
                        <a:pt x="122" y="727"/>
                        <a:pt x="73" y="727"/>
                      </a:cubicBezTo>
                      <a:cubicBezTo>
                        <a:pt x="73" y="703"/>
                        <a:pt x="73" y="679"/>
                        <a:pt x="73" y="654"/>
                      </a:cubicBezTo>
                      <a:cubicBezTo>
                        <a:pt x="49" y="654"/>
                        <a:pt x="25" y="654"/>
                        <a:pt x="0" y="654"/>
                      </a:cubicBezTo>
                      <a:cubicBezTo>
                        <a:pt x="0" y="630"/>
                        <a:pt x="0" y="606"/>
                        <a:pt x="0" y="581"/>
                      </a:cubicBezTo>
                      <a:cubicBezTo>
                        <a:pt x="24" y="581"/>
                        <a:pt x="48" y="581"/>
                        <a:pt x="73" y="581"/>
                      </a:cubicBezTo>
                      <a:cubicBezTo>
                        <a:pt x="73" y="557"/>
                        <a:pt x="73" y="533"/>
                        <a:pt x="73" y="509"/>
                      </a:cubicBezTo>
                      <a:cubicBezTo>
                        <a:pt x="97" y="509"/>
                        <a:pt x="121" y="509"/>
                        <a:pt x="145" y="509"/>
                      </a:cubicBezTo>
                      <a:cubicBezTo>
                        <a:pt x="145" y="437"/>
                        <a:pt x="145" y="365"/>
                        <a:pt x="145" y="291"/>
                      </a:cubicBezTo>
                      <a:cubicBezTo>
                        <a:pt x="169" y="291"/>
                        <a:pt x="193" y="291"/>
                        <a:pt x="218" y="291"/>
                      </a:cubicBezTo>
                      <a:cubicBezTo>
                        <a:pt x="218" y="267"/>
                        <a:pt x="218" y="243"/>
                        <a:pt x="218" y="218"/>
                      </a:cubicBezTo>
                      <a:cubicBezTo>
                        <a:pt x="242" y="218"/>
                        <a:pt x="266" y="218"/>
                        <a:pt x="291" y="218"/>
                      </a:cubicBezTo>
                      <a:cubicBezTo>
                        <a:pt x="291" y="194"/>
                        <a:pt x="291" y="170"/>
                        <a:pt x="291" y="145"/>
                      </a:cubicBezTo>
                      <a:cubicBezTo>
                        <a:pt x="315" y="145"/>
                        <a:pt x="339" y="145"/>
                        <a:pt x="363" y="145"/>
                      </a:cubicBezTo>
                      <a:cubicBezTo>
                        <a:pt x="363" y="121"/>
                        <a:pt x="363" y="97"/>
                        <a:pt x="363" y="73"/>
                      </a:cubicBezTo>
                      <a:cubicBezTo>
                        <a:pt x="555" y="73"/>
                        <a:pt x="747" y="73"/>
                        <a:pt x="945" y="73"/>
                      </a:cubicBezTo>
                      <a:cubicBezTo>
                        <a:pt x="945" y="49"/>
                        <a:pt x="945" y="25"/>
                        <a:pt x="945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38" name="ICON_REPORT_METHOD_path_006"/>
                <p:cNvSpPr/>
                <p:nvPr/>
              </p:nvSpPr>
              <p:spPr>
                <a:xfrm>
                  <a:off x="10425814" y="6146671"/>
                  <a:ext cx="77529" cy="1292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105" h="1017" fill="norm" stroke="0">
                      <a:moveTo>
                        <a:pt x="509" y="0"/>
                      </a:moveTo>
                      <a:cubicBezTo>
                        <a:pt x="1012" y="0"/>
                        <a:pt x="1516" y="0"/>
                        <a:pt x="2035" y="0"/>
                      </a:cubicBezTo>
                      <a:cubicBezTo>
                        <a:pt x="2035" y="24"/>
                        <a:pt x="2035" y="48"/>
                        <a:pt x="2035" y="73"/>
                      </a:cubicBezTo>
                      <a:cubicBezTo>
                        <a:pt x="2371" y="73"/>
                        <a:pt x="2706" y="73"/>
                        <a:pt x="3052" y="73"/>
                      </a:cubicBezTo>
                      <a:cubicBezTo>
                        <a:pt x="3052" y="49"/>
                        <a:pt x="3052" y="25"/>
                        <a:pt x="3052" y="0"/>
                      </a:cubicBezTo>
                      <a:cubicBezTo>
                        <a:pt x="3292" y="0"/>
                        <a:pt x="3532" y="0"/>
                        <a:pt x="3779" y="0"/>
                      </a:cubicBezTo>
                      <a:cubicBezTo>
                        <a:pt x="3779" y="24"/>
                        <a:pt x="3779" y="48"/>
                        <a:pt x="3779" y="73"/>
                      </a:cubicBezTo>
                      <a:cubicBezTo>
                        <a:pt x="3875" y="73"/>
                        <a:pt x="3971" y="73"/>
                        <a:pt x="4070" y="73"/>
                      </a:cubicBezTo>
                      <a:cubicBezTo>
                        <a:pt x="4070" y="49"/>
                        <a:pt x="4070" y="25"/>
                        <a:pt x="4070" y="0"/>
                      </a:cubicBezTo>
                      <a:cubicBezTo>
                        <a:pt x="4525" y="0"/>
                        <a:pt x="4981" y="0"/>
                        <a:pt x="5451" y="0"/>
                      </a:cubicBezTo>
                      <a:cubicBezTo>
                        <a:pt x="5451" y="24"/>
                        <a:pt x="5451" y="48"/>
                        <a:pt x="5451" y="73"/>
                      </a:cubicBezTo>
                      <a:cubicBezTo>
                        <a:pt x="5499" y="73"/>
                        <a:pt x="5547" y="73"/>
                        <a:pt x="5596" y="73"/>
                      </a:cubicBezTo>
                      <a:cubicBezTo>
                        <a:pt x="5596" y="97"/>
                        <a:pt x="5596" y="121"/>
                        <a:pt x="5596" y="145"/>
                      </a:cubicBezTo>
                      <a:cubicBezTo>
                        <a:pt x="5620" y="145"/>
                        <a:pt x="5644" y="145"/>
                        <a:pt x="5669" y="145"/>
                      </a:cubicBezTo>
                      <a:cubicBezTo>
                        <a:pt x="5669" y="169"/>
                        <a:pt x="5669" y="193"/>
                        <a:pt x="5669" y="218"/>
                      </a:cubicBezTo>
                      <a:cubicBezTo>
                        <a:pt x="5693" y="218"/>
                        <a:pt x="5717" y="218"/>
                        <a:pt x="5741" y="218"/>
                      </a:cubicBezTo>
                      <a:cubicBezTo>
                        <a:pt x="5741" y="242"/>
                        <a:pt x="5741" y="266"/>
                        <a:pt x="5741" y="291"/>
                      </a:cubicBezTo>
                      <a:cubicBezTo>
                        <a:pt x="5765" y="291"/>
                        <a:pt x="5789" y="291"/>
                        <a:pt x="5814" y="291"/>
                      </a:cubicBezTo>
                      <a:cubicBezTo>
                        <a:pt x="5814" y="339"/>
                        <a:pt x="5814" y="387"/>
                        <a:pt x="5814" y="436"/>
                      </a:cubicBezTo>
                      <a:cubicBezTo>
                        <a:pt x="5838" y="436"/>
                        <a:pt x="5862" y="436"/>
                        <a:pt x="5887" y="436"/>
                      </a:cubicBezTo>
                      <a:cubicBezTo>
                        <a:pt x="5887" y="460"/>
                        <a:pt x="5887" y="484"/>
                        <a:pt x="5887" y="509"/>
                      </a:cubicBezTo>
                      <a:cubicBezTo>
                        <a:pt x="5911" y="509"/>
                        <a:pt x="5935" y="509"/>
                        <a:pt x="5959" y="509"/>
                      </a:cubicBezTo>
                      <a:cubicBezTo>
                        <a:pt x="5959" y="485"/>
                        <a:pt x="5959" y="461"/>
                        <a:pt x="5959" y="436"/>
                      </a:cubicBezTo>
                      <a:cubicBezTo>
                        <a:pt x="6007" y="436"/>
                        <a:pt x="6055" y="436"/>
                        <a:pt x="6105" y="436"/>
                      </a:cubicBezTo>
                      <a:cubicBezTo>
                        <a:pt x="6105" y="484"/>
                        <a:pt x="6105" y="532"/>
                        <a:pt x="6105" y="581"/>
                      </a:cubicBezTo>
                      <a:cubicBezTo>
                        <a:pt x="6081" y="581"/>
                        <a:pt x="6057" y="581"/>
                        <a:pt x="6032" y="581"/>
                      </a:cubicBezTo>
                      <a:cubicBezTo>
                        <a:pt x="6032" y="605"/>
                        <a:pt x="6032" y="629"/>
                        <a:pt x="6032" y="654"/>
                      </a:cubicBezTo>
                      <a:cubicBezTo>
                        <a:pt x="6008" y="654"/>
                        <a:pt x="5984" y="654"/>
                        <a:pt x="5959" y="654"/>
                      </a:cubicBezTo>
                      <a:cubicBezTo>
                        <a:pt x="5959" y="678"/>
                        <a:pt x="5959" y="702"/>
                        <a:pt x="5959" y="727"/>
                      </a:cubicBezTo>
                      <a:cubicBezTo>
                        <a:pt x="5911" y="727"/>
                        <a:pt x="5863" y="727"/>
                        <a:pt x="5814" y="727"/>
                      </a:cubicBezTo>
                      <a:cubicBezTo>
                        <a:pt x="5814" y="751"/>
                        <a:pt x="5814" y="775"/>
                        <a:pt x="5814" y="799"/>
                      </a:cubicBezTo>
                      <a:cubicBezTo>
                        <a:pt x="5766" y="799"/>
                        <a:pt x="5718" y="799"/>
                        <a:pt x="5669" y="799"/>
                      </a:cubicBezTo>
                      <a:cubicBezTo>
                        <a:pt x="5669" y="823"/>
                        <a:pt x="5669" y="847"/>
                        <a:pt x="5669" y="872"/>
                      </a:cubicBezTo>
                      <a:cubicBezTo>
                        <a:pt x="5645" y="872"/>
                        <a:pt x="5621" y="872"/>
                        <a:pt x="5596" y="872"/>
                      </a:cubicBezTo>
                      <a:cubicBezTo>
                        <a:pt x="5596" y="896"/>
                        <a:pt x="5596" y="920"/>
                        <a:pt x="5596" y="945"/>
                      </a:cubicBezTo>
                      <a:cubicBezTo>
                        <a:pt x="3893" y="945"/>
                        <a:pt x="2190" y="945"/>
                        <a:pt x="436" y="945"/>
                      </a:cubicBezTo>
                      <a:cubicBezTo>
                        <a:pt x="436" y="969"/>
                        <a:pt x="436" y="993"/>
                        <a:pt x="436" y="1017"/>
                      </a:cubicBezTo>
                      <a:cubicBezTo>
                        <a:pt x="388" y="1017"/>
                        <a:pt x="340" y="1017"/>
                        <a:pt x="291" y="1017"/>
                      </a:cubicBezTo>
                      <a:cubicBezTo>
                        <a:pt x="291" y="993"/>
                        <a:pt x="291" y="969"/>
                        <a:pt x="291" y="945"/>
                      </a:cubicBezTo>
                      <a:cubicBezTo>
                        <a:pt x="243" y="945"/>
                        <a:pt x="195" y="945"/>
                        <a:pt x="145" y="945"/>
                      </a:cubicBezTo>
                      <a:cubicBezTo>
                        <a:pt x="145" y="921"/>
                        <a:pt x="145" y="897"/>
                        <a:pt x="145" y="872"/>
                      </a:cubicBezTo>
                      <a:cubicBezTo>
                        <a:pt x="121" y="872"/>
                        <a:pt x="97" y="872"/>
                        <a:pt x="73" y="872"/>
                      </a:cubicBezTo>
                      <a:cubicBezTo>
                        <a:pt x="73" y="848"/>
                        <a:pt x="73" y="824"/>
                        <a:pt x="73" y="799"/>
                      </a:cubicBezTo>
                      <a:cubicBezTo>
                        <a:pt x="49" y="799"/>
                        <a:pt x="25" y="799"/>
                        <a:pt x="0" y="799"/>
                      </a:cubicBezTo>
                      <a:cubicBezTo>
                        <a:pt x="0" y="727"/>
                        <a:pt x="0" y="656"/>
                        <a:pt x="0" y="581"/>
                      </a:cubicBezTo>
                      <a:cubicBezTo>
                        <a:pt x="24" y="581"/>
                        <a:pt x="48" y="581"/>
                        <a:pt x="73" y="581"/>
                      </a:cubicBezTo>
                      <a:cubicBezTo>
                        <a:pt x="73" y="485"/>
                        <a:pt x="73" y="390"/>
                        <a:pt x="73" y="291"/>
                      </a:cubicBezTo>
                      <a:cubicBezTo>
                        <a:pt x="97" y="291"/>
                        <a:pt x="121" y="291"/>
                        <a:pt x="145" y="291"/>
                      </a:cubicBezTo>
                      <a:cubicBezTo>
                        <a:pt x="145" y="267"/>
                        <a:pt x="145" y="243"/>
                        <a:pt x="145" y="218"/>
                      </a:cubicBezTo>
                      <a:cubicBezTo>
                        <a:pt x="169" y="218"/>
                        <a:pt x="193" y="218"/>
                        <a:pt x="218" y="218"/>
                      </a:cubicBezTo>
                      <a:cubicBezTo>
                        <a:pt x="218" y="194"/>
                        <a:pt x="218" y="170"/>
                        <a:pt x="218" y="145"/>
                      </a:cubicBezTo>
                      <a:cubicBezTo>
                        <a:pt x="266" y="145"/>
                        <a:pt x="314" y="145"/>
                        <a:pt x="363" y="145"/>
                      </a:cubicBezTo>
                      <a:cubicBezTo>
                        <a:pt x="363" y="121"/>
                        <a:pt x="363" y="97"/>
                        <a:pt x="363" y="73"/>
                      </a:cubicBezTo>
                      <a:cubicBezTo>
                        <a:pt x="411" y="73"/>
                        <a:pt x="459" y="73"/>
                        <a:pt x="509" y="73"/>
                      </a:cubicBezTo>
                      <a:cubicBezTo>
                        <a:pt x="509" y="49"/>
                        <a:pt x="509" y="25"/>
                        <a:pt x="509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39" name="ICON_REPORT_METHOD_path_007"/>
                <p:cNvSpPr/>
                <p:nvPr/>
              </p:nvSpPr>
              <p:spPr>
                <a:xfrm>
                  <a:off x="10424891" y="6243582"/>
                  <a:ext cx="67376" cy="138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305" h="1090" fill="norm" stroke="0">
                      <a:moveTo>
                        <a:pt x="799" y="0"/>
                      </a:moveTo>
                      <a:cubicBezTo>
                        <a:pt x="823" y="0"/>
                        <a:pt x="847" y="0"/>
                        <a:pt x="872" y="0"/>
                      </a:cubicBezTo>
                      <a:cubicBezTo>
                        <a:pt x="872" y="24"/>
                        <a:pt x="872" y="48"/>
                        <a:pt x="872" y="73"/>
                      </a:cubicBezTo>
                      <a:cubicBezTo>
                        <a:pt x="1088" y="73"/>
                        <a:pt x="1304" y="73"/>
                        <a:pt x="1526" y="73"/>
                      </a:cubicBezTo>
                      <a:cubicBezTo>
                        <a:pt x="1526" y="97"/>
                        <a:pt x="1526" y="121"/>
                        <a:pt x="1526" y="145"/>
                      </a:cubicBezTo>
                      <a:cubicBezTo>
                        <a:pt x="2605" y="145"/>
                        <a:pt x="3685" y="145"/>
                        <a:pt x="4797" y="145"/>
                      </a:cubicBezTo>
                      <a:cubicBezTo>
                        <a:pt x="4797" y="169"/>
                        <a:pt x="4797" y="193"/>
                        <a:pt x="4797" y="218"/>
                      </a:cubicBezTo>
                      <a:cubicBezTo>
                        <a:pt x="4844" y="218"/>
                        <a:pt x="4892" y="218"/>
                        <a:pt x="4942" y="218"/>
                      </a:cubicBezTo>
                      <a:cubicBezTo>
                        <a:pt x="4942" y="242"/>
                        <a:pt x="4942" y="266"/>
                        <a:pt x="4942" y="291"/>
                      </a:cubicBezTo>
                      <a:cubicBezTo>
                        <a:pt x="4990" y="291"/>
                        <a:pt x="5038" y="291"/>
                        <a:pt x="5087" y="291"/>
                      </a:cubicBezTo>
                      <a:cubicBezTo>
                        <a:pt x="5087" y="315"/>
                        <a:pt x="5087" y="339"/>
                        <a:pt x="5087" y="363"/>
                      </a:cubicBezTo>
                      <a:cubicBezTo>
                        <a:pt x="5111" y="363"/>
                        <a:pt x="5135" y="363"/>
                        <a:pt x="5160" y="363"/>
                      </a:cubicBezTo>
                      <a:cubicBezTo>
                        <a:pt x="5160" y="411"/>
                        <a:pt x="5160" y="459"/>
                        <a:pt x="5160" y="509"/>
                      </a:cubicBezTo>
                      <a:cubicBezTo>
                        <a:pt x="5208" y="509"/>
                        <a:pt x="5256" y="509"/>
                        <a:pt x="5305" y="509"/>
                      </a:cubicBezTo>
                      <a:cubicBezTo>
                        <a:pt x="5305" y="533"/>
                        <a:pt x="5305" y="557"/>
                        <a:pt x="5305" y="581"/>
                      </a:cubicBezTo>
                      <a:cubicBezTo>
                        <a:pt x="5233" y="581"/>
                        <a:pt x="5161" y="581"/>
                        <a:pt x="5087" y="581"/>
                      </a:cubicBezTo>
                      <a:cubicBezTo>
                        <a:pt x="5087" y="605"/>
                        <a:pt x="5087" y="629"/>
                        <a:pt x="5087" y="654"/>
                      </a:cubicBezTo>
                      <a:cubicBezTo>
                        <a:pt x="5063" y="654"/>
                        <a:pt x="5039" y="654"/>
                        <a:pt x="5015" y="654"/>
                      </a:cubicBezTo>
                      <a:cubicBezTo>
                        <a:pt x="5015" y="702"/>
                        <a:pt x="5015" y="750"/>
                        <a:pt x="5015" y="799"/>
                      </a:cubicBezTo>
                      <a:cubicBezTo>
                        <a:pt x="4991" y="799"/>
                        <a:pt x="4967" y="799"/>
                        <a:pt x="4942" y="799"/>
                      </a:cubicBezTo>
                      <a:cubicBezTo>
                        <a:pt x="4942" y="823"/>
                        <a:pt x="4942" y="847"/>
                        <a:pt x="4942" y="872"/>
                      </a:cubicBezTo>
                      <a:cubicBezTo>
                        <a:pt x="4918" y="872"/>
                        <a:pt x="4894" y="872"/>
                        <a:pt x="4869" y="872"/>
                      </a:cubicBezTo>
                      <a:cubicBezTo>
                        <a:pt x="4869" y="896"/>
                        <a:pt x="4869" y="920"/>
                        <a:pt x="4869" y="945"/>
                      </a:cubicBezTo>
                      <a:cubicBezTo>
                        <a:pt x="4797" y="945"/>
                        <a:pt x="4725" y="945"/>
                        <a:pt x="4651" y="945"/>
                      </a:cubicBezTo>
                      <a:cubicBezTo>
                        <a:pt x="4651" y="969"/>
                        <a:pt x="4651" y="993"/>
                        <a:pt x="4651" y="1017"/>
                      </a:cubicBezTo>
                      <a:cubicBezTo>
                        <a:pt x="4507" y="1017"/>
                        <a:pt x="4363" y="1017"/>
                        <a:pt x="4215" y="1017"/>
                      </a:cubicBezTo>
                      <a:cubicBezTo>
                        <a:pt x="4215" y="1041"/>
                        <a:pt x="4215" y="1065"/>
                        <a:pt x="4215" y="1090"/>
                      </a:cubicBezTo>
                      <a:cubicBezTo>
                        <a:pt x="3927" y="1090"/>
                        <a:pt x="3640" y="1090"/>
                        <a:pt x="3343" y="1090"/>
                      </a:cubicBezTo>
                      <a:cubicBezTo>
                        <a:pt x="3343" y="1066"/>
                        <a:pt x="3343" y="1042"/>
                        <a:pt x="3343" y="1017"/>
                      </a:cubicBezTo>
                      <a:cubicBezTo>
                        <a:pt x="3031" y="1017"/>
                        <a:pt x="2719" y="1017"/>
                        <a:pt x="2398" y="1017"/>
                      </a:cubicBezTo>
                      <a:cubicBezTo>
                        <a:pt x="2398" y="1041"/>
                        <a:pt x="2398" y="1065"/>
                        <a:pt x="2398" y="1090"/>
                      </a:cubicBezTo>
                      <a:cubicBezTo>
                        <a:pt x="2158" y="1090"/>
                        <a:pt x="1919" y="1090"/>
                        <a:pt x="1672" y="1090"/>
                      </a:cubicBezTo>
                      <a:cubicBezTo>
                        <a:pt x="1672" y="1066"/>
                        <a:pt x="1672" y="1042"/>
                        <a:pt x="1672" y="1017"/>
                      </a:cubicBezTo>
                      <a:cubicBezTo>
                        <a:pt x="1384" y="1017"/>
                        <a:pt x="1096" y="1017"/>
                        <a:pt x="799" y="1017"/>
                      </a:cubicBezTo>
                      <a:cubicBezTo>
                        <a:pt x="799" y="1041"/>
                        <a:pt x="799" y="1065"/>
                        <a:pt x="799" y="1090"/>
                      </a:cubicBezTo>
                      <a:cubicBezTo>
                        <a:pt x="656" y="1090"/>
                        <a:pt x="512" y="1090"/>
                        <a:pt x="363" y="1090"/>
                      </a:cubicBezTo>
                      <a:cubicBezTo>
                        <a:pt x="363" y="1066"/>
                        <a:pt x="363" y="1042"/>
                        <a:pt x="363" y="1017"/>
                      </a:cubicBezTo>
                      <a:cubicBezTo>
                        <a:pt x="291" y="1017"/>
                        <a:pt x="219" y="1017"/>
                        <a:pt x="145" y="1017"/>
                      </a:cubicBezTo>
                      <a:cubicBezTo>
                        <a:pt x="145" y="993"/>
                        <a:pt x="145" y="969"/>
                        <a:pt x="145" y="945"/>
                      </a:cubicBezTo>
                      <a:cubicBezTo>
                        <a:pt x="121" y="945"/>
                        <a:pt x="97" y="945"/>
                        <a:pt x="73" y="945"/>
                      </a:cubicBezTo>
                      <a:cubicBezTo>
                        <a:pt x="73" y="897"/>
                        <a:pt x="73" y="849"/>
                        <a:pt x="73" y="799"/>
                      </a:cubicBezTo>
                      <a:cubicBezTo>
                        <a:pt x="49" y="799"/>
                        <a:pt x="25" y="799"/>
                        <a:pt x="0" y="799"/>
                      </a:cubicBezTo>
                      <a:cubicBezTo>
                        <a:pt x="0" y="751"/>
                        <a:pt x="0" y="703"/>
                        <a:pt x="0" y="654"/>
                      </a:cubicBezTo>
                      <a:cubicBezTo>
                        <a:pt x="24" y="654"/>
                        <a:pt x="48" y="654"/>
                        <a:pt x="73" y="654"/>
                      </a:cubicBezTo>
                      <a:cubicBezTo>
                        <a:pt x="73" y="630"/>
                        <a:pt x="73" y="606"/>
                        <a:pt x="73" y="581"/>
                      </a:cubicBezTo>
                      <a:cubicBezTo>
                        <a:pt x="97" y="581"/>
                        <a:pt x="121" y="581"/>
                        <a:pt x="145" y="581"/>
                      </a:cubicBezTo>
                      <a:cubicBezTo>
                        <a:pt x="145" y="509"/>
                        <a:pt x="145" y="438"/>
                        <a:pt x="145" y="363"/>
                      </a:cubicBezTo>
                      <a:cubicBezTo>
                        <a:pt x="169" y="363"/>
                        <a:pt x="193" y="363"/>
                        <a:pt x="218" y="363"/>
                      </a:cubicBezTo>
                      <a:cubicBezTo>
                        <a:pt x="218" y="339"/>
                        <a:pt x="218" y="315"/>
                        <a:pt x="218" y="291"/>
                      </a:cubicBezTo>
                      <a:cubicBezTo>
                        <a:pt x="242" y="291"/>
                        <a:pt x="266" y="291"/>
                        <a:pt x="291" y="291"/>
                      </a:cubicBezTo>
                      <a:cubicBezTo>
                        <a:pt x="291" y="267"/>
                        <a:pt x="291" y="243"/>
                        <a:pt x="291" y="218"/>
                      </a:cubicBezTo>
                      <a:cubicBezTo>
                        <a:pt x="339" y="218"/>
                        <a:pt x="387" y="218"/>
                        <a:pt x="436" y="218"/>
                      </a:cubicBezTo>
                      <a:cubicBezTo>
                        <a:pt x="436" y="194"/>
                        <a:pt x="436" y="170"/>
                        <a:pt x="436" y="145"/>
                      </a:cubicBezTo>
                      <a:cubicBezTo>
                        <a:pt x="508" y="145"/>
                        <a:pt x="580" y="145"/>
                        <a:pt x="654" y="145"/>
                      </a:cubicBezTo>
                      <a:cubicBezTo>
                        <a:pt x="654" y="121"/>
                        <a:pt x="654" y="97"/>
                        <a:pt x="654" y="73"/>
                      </a:cubicBezTo>
                      <a:cubicBezTo>
                        <a:pt x="702" y="73"/>
                        <a:pt x="750" y="73"/>
                        <a:pt x="799" y="73"/>
                      </a:cubicBezTo>
                      <a:cubicBezTo>
                        <a:pt x="799" y="49"/>
                        <a:pt x="799" y="25"/>
                        <a:pt x="799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40" name="ICON_REPORT_METHOD_path_008"/>
                <p:cNvSpPr/>
                <p:nvPr/>
              </p:nvSpPr>
              <p:spPr>
                <a:xfrm>
                  <a:off x="10551337" y="6209432"/>
                  <a:ext cx="33227" cy="2584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616" h="2035" fill="norm" stroke="0">
                      <a:moveTo>
                        <a:pt x="1744" y="0"/>
                      </a:moveTo>
                      <a:cubicBezTo>
                        <a:pt x="1792" y="0"/>
                        <a:pt x="1840" y="0"/>
                        <a:pt x="1890" y="0"/>
                      </a:cubicBezTo>
                      <a:cubicBezTo>
                        <a:pt x="1890" y="24"/>
                        <a:pt x="1890" y="48"/>
                        <a:pt x="1890" y="73"/>
                      </a:cubicBezTo>
                      <a:cubicBezTo>
                        <a:pt x="1985" y="73"/>
                        <a:pt x="2081" y="73"/>
                        <a:pt x="2180" y="73"/>
                      </a:cubicBezTo>
                      <a:cubicBezTo>
                        <a:pt x="2180" y="97"/>
                        <a:pt x="2180" y="121"/>
                        <a:pt x="2180" y="145"/>
                      </a:cubicBezTo>
                      <a:cubicBezTo>
                        <a:pt x="2186" y="146"/>
                        <a:pt x="2186" y="146"/>
                        <a:pt x="2216" y="149"/>
                      </a:cubicBezTo>
                      <a:cubicBezTo>
                        <a:pt x="2319" y="165"/>
                        <a:pt x="2382" y="185"/>
                        <a:pt x="2453" y="261"/>
                      </a:cubicBezTo>
                      <a:cubicBezTo>
                        <a:pt x="2475" y="297"/>
                        <a:pt x="2474" y="322"/>
                        <a:pt x="2471" y="363"/>
                      </a:cubicBezTo>
                      <a:cubicBezTo>
                        <a:pt x="2447" y="363"/>
                        <a:pt x="2423" y="363"/>
                        <a:pt x="2398" y="363"/>
                      </a:cubicBezTo>
                      <a:cubicBezTo>
                        <a:pt x="2398" y="411"/>
                        <a:pt x="2398" y="459"/>
                        <a:pt x="2398" y="509"/>
                      </a:cubicBezTo>
                      <a:cubicBezTo>
                        <a:pt x="2422" y="509"/>
                        <a:pt x="2446" y="509"/>
                        <a:pt x="2471" y="509"/>
                      </a:cubicBezTo>
                      <a:cubicBezTo>
                        <a:pt x="2471" y="629"/>
                        <a:pt x="2471" y="749"/>
                        <a:pt x="2471" y="872"/>
                      </a:cubicBezTo>
                      <a:cubicBezTo>
                        <a:pt x="2495" y="872"/>
                        <a:pt x="2519" y="872"/>
                        <a:pt x="2544" y="872"/>
                      </a:cubicBezTo>
                      <a:cubicBezTo>
                        <a:pt x="2544" y="896"/>
                        <a:pt x="2544" y="920"/>
                        <a:pt x="2544" y="945"/>
                      </a:cubicBezTo>
                      <a:cubicBezTo>
                        <a:pt x="2568" y="945"/>
                        <a:pt x="2592" y="945"/>
                        <a:pt x="2616" y="945"/>
                      </a:cubicBezTo>
                      <a:cubicBezTo>
                        <a:pt x="2616" y="1017"/>
                        <a:pt x="2616" y="1089"/>
                        <a:pt x="2616" y="1163"/>
                      </a:cubicBezTo>
                      <a:cubicBezTo>
                        <a:pt x="2592" y="1163"/>
                        <a:pt x="2568" y="1163"/>
                        <a:pt x="2544" y="1163"/>
                      </a:cubicBezTo>
                      <a:cubicBezTo>
                        <a:pt x="2544" y="1173"/>
                        <a:pt x="2544" y="1183"/>
                        <a:pt x="2545" y="1194"/>
                      </a:cubicBezTo>
                      <a:cubicBezTo>
                        <a:pt x="2535" y="1326"/>
                        <a:pt x="2474" y="1392"/>
                        <a:pt x="2382" y="1483"/>
                      </a:cubicBezTo>
                      <a:cubicBezTo>
                        <a:pt x="2371" y="1494"/>
                        <a:pt x="2360" y="1506"/>
                        <a:pt x="2348" y="1518"/>
                      </a:cubicBezTo>
                      <a:cubicBezTo>
                        <a:pt x="2264" y="1598"/>
                        <a:pt x="2264" y="1598"/>
                        <a:pt x="2213" y="1602"/>
                      </a:cubicBezTo>
                      <a:cubicBezTo>
                        <a:pt x="2202" y="1601"/>
                        <a:pt x="2191" y="1600"/>
                        <a:pt x="2180" y="1599"/>
                      </a:cubicBezTo>
                      <a:cubicBezTo>
                        <a:pt x="2180" y="1623"/>
                        <a:pt x="2180" y="1647"/>
                        <a:pt x="2180" y="1672"/>
                      </a:cubicBezTo>
                      <a:cubicBezTo>
                        <a:pt x="2156" y="1672"/>
                        <a:pt x="2132" y="1672"/>
                        <a:pt x="2108" y="1672"/>
                      </a:cubicBezTo>
                      <a:cubicBezTo>
                        <a:pt x="2108" y="1695"/>
                        <a:pt x="2108" y="1719"/>
                        <a:pt x="2108" y="1744"/>
                      </a:cubicBezTo>
                      <a:cubicBezTo>
                        <a:pt x="1988" y="1744"/>
                        <a:pt x="1868" y="1744"/>
                        <a:pt x="1744" y="1744"/>
                      </a:cubicBezTo>
                      <a:cubicBezTo>
                        <a:pt x="1744" y="1816"/>
                        <a:pt x="1744" y="1888"/>
                        <a:pt x="1744" y="1962"/>
                      </a:cubicBezTo>
                      <a:cubicBezTo>
                        <a:pt x="1720" y="1962"/>
                        <a:pt x="1696" y="1962"/>
                        <a:pt x="1672" y="1962"/>
                      </a:cubicBezTo>
                      <a:cubicBezTo>
                        <a:pt x="1672" y="1986"/>
                        <a:pt x="1672" y="2010"/>
                        <a:pt x="1672" y="2035"/>
                      </a:cubicBezTo>
                      <a:cubicBezTo>
                        <a:pt x="1600" y="2035"/>
                        <a:pt x="1528" y="2035"/>
                        <a:pt x="1453" y="2035"/>
                      </a:cubicBezTo>
                      <a:cubicBezTo>
                        <a:pt x="1453" y="2011"/>
                        <a:pt x="1453" y="1987"/>
                        <a:pt x="1453" y="1962"/>
                      </a:cubicBezTo>
                      <a:cubicBezTo>
                        <a:pt x="1430" y="1962"/>
                        <a:pt x="1406" y="1962"/>
                        <a:pt x="1381" y="1962"/>
                      </a:cubicBezTo>
                      <a:cubicBezTo>
                        <a:pt x="1381" y="1914"/>
                        <a:pt x="1381" y="1866"/>
                        <a:pt x="1381" y="1817"/>
                      </a:cubicBezTo>
                      <a:cubicBezTo>
                        <a:pt x="1357" y="1817"/>
                        <a:pt x="1333" y="1817"/>
                        <a:pt x="1308" y="1817"/>
                      </a:cubicBezTo>
                      <a:cubicBezTo>
                        <a:pt x="1308" y="1793"/>
                        <a:pt x="1308" y="1769"/>
                        <a:pt x="1308" y="1744"/>
                      </a:cubicBezTo>
                      <a:cubicBezTo>
                        <a:pt x="1284" y="1744"/>
                        <a:pt x="1260" y="1744"/>
                        <a:pt x="1235" y="1744"/>
                      </a:cubicBezTo>
                      <a:cubicBezTo>
                        <a:pt x="1235" y="1720"/>
                        <a:pt x="1235" y="1696"/>
                        <a:pt x="1235" y="1672"/>
                      </a:cubicBezTo>
                      <a:cubicBezTo>
                        <a:pt x="1211" y="1672"/>
                        <a:pt x="1188" y="1672"/>
                        <a:pt x="1163" y="1672"/>
                      </a:cubicBezTo>
                      <a:cubicBezTo>
                        <a:pt x="1163" y="1648"/>
                        <a:pt x="1163" y="1624"/>
                        <a:pt x="1163" y="1599"/>
                      </a:cubicBezTo>
                      <a:cubicBezTo>
                        <a:pt x="1115" y="1599"/>
                        <a:pt x="1067" y="1599"/>
                        <a:pt x="1017" y="1599"/>
                      </a:cubicBezTo>
                      <a:cubicBezTo>
                        <a:pt x="1017" y="1575"/>
                        <a:pt x="1017" y="1551"/>
                        <a:pt x="1017" y="1526"/>
                      </a:cubicBezTo>
                      <a:cubicBezTo>
                        <a:pt x="969" y="1526"/>
                        <a:pt x="922" y="1526"/>
                        <a:pt x="872" y="1526"/>
                      </a:cubicBezTo>
                      <a:cubicBezTo>
                        <a:pt x="872" y="1502"/>
                        <a:pt x="872" y="1478"/>
                        <a:pt x="872" y="1453"/>
                      </a:cubicBezTo>
                      <a:cubicBezTo>
                        <a:pt x="800" y="1453"/>
                        <a:pt x="728" y="1453"/>
                        <a:pt x="654" y="1453"/>
                      </a:cubicBezTo>
                      <a:cubicBezTo>
                        <a:pt x="654" y="1477"/>
                        <a:pt x="654" y="1501"/>
                        <a:pt x="654" y="1526"/>
                      </a:cubicBezTo>
                      <a:cubicBezTo>
                        <a:pt x="630" y="1526"/>
                        <a:pt x="606" y="1526"/>
                        <a:pt x="581" y="1526"/>
                      </a:cubicBezTo>
                      <a:cubicBezTo>
                        <a:pt x="581" y="1550"/>
                        <a:pt x="581" y="1574"/>
                        <a:pt x="581" y="1599"/>
                      </a:cubicBezTo>
                      <a:cubicBezTo>
                        <a:pt x="533" y="1599"/>
                        <a:pt x="485" y="1599"/>
                        <a:pt x="436" y="1599"/>
                      </a:cubicBezTo>
                      <a:cubicBezTo>
                        <a:pt x="436" y="1623"/>
                        <a:pt x="436" y="1647"/>
                        <a:pt x="436" y="1672"/>
                      </a:cubicBezTo>
                      <a:cubicBezTo>
                        <a:pt x="412" y="1672"/>
                        <a:pt x="388" y="1672"/>
                        <a:pt x="363" y="1672"/>
                      </a:cubicBezTo>
                      <a:cubicBezTo>
                        <a:pt x="363" y="1695"/>
                        <a:pt x="363" y="1719"/>
                        <a:pt x="363" y="1744"/>
                      </a:cubicBezTo>
                      <a:cubicBezTo>
                        <a:pt x="315" y="1744"/>
                        <a:pt x="267" y="1744"/>
                        <a:pt x="218" y="1744"/>
                      </a:cubicBezTo>
                      <a:cubicBezTo>
                        <a:pt x="218" y="1768"/>
                        <a:pt x="218" y="1792"/>
                        <a:pt x="218" y="1817"/>
                      </a:cubicBezTo>
                      <a:cubicBezTo>
                        <a:pt x="146" y="1817"/>
                        <a:pt x="74" y="1817"/>
                        <a:pt x="0" y="1817"/>
                      </a:cubicBezTo>
                      <a:cubicBezTo>
                        <a:pt x="0" y="1769"/>
                        <a:pt x="0" y="1721"/>
                        <a:pt x="0" y="1672"/>
                      </a:cubicBezTo>
                      <a:cubicBezTo>
                        <a:pt x="48" y="1672"/>
                        <a:pt x="96" y="1672"/>
                        <a:pt x="145" y="1672"/>
                      </a:cubicBezTo>
                      <a:cubicBezTo>
                        <a:pt x="145" y="1648"/>
                        <a:pt x="145" y="1624"/>
                        <a:pt x="145" y="1599"/>
                      </a:cubicBezTo>
                      <a:cubicBezTo>
                        <a:pt x="193" y="1599"/>
                        <a:pt x="241" y="1599"/>
                        <a:pt x="291" y="1599"/>
                      </a:cubicBezTo>
                      <a:cubicBezTo>
                        <a:pt x="291" y="1575"/>
                        <a:pt x="291" y="1551"/>
                        <a:pt x="291" y="1526"/>
                      </a:cubicBezTo>
                      <a:cubicBezTo>
                        <a:pt x="315" y="1526"/>
                        <a:pt x="339" y="1526"/>
                        <a:pt x="363" y="1526"/>
                      </a:cubicBezTo>
                      <a:cubicBezTo>
                        <a:pt x="363" y="1478"/>
                        <a:pt x="363" y="1430"/>
                        <a:pt x="363" y="1381"/>
                      </a:cubicBezTo>
                      <a:cubicBezTo>
                        <a:pt x="315" y="1381"/>
                        <a:pt x="267" y="1381"/>
                        <a:pt x="218" y="1381"/>
                      </a:cubicBezTo>
                      <a:cubicBezTo>
                        <a:pt x="218" y="1405"/>
                        <a:pt x="218" y="1429"/>
                        <a:pt x="218" y="1453"/>
                      </a:cubicBezTo>
                      <a:cubicBezTo>
                        <a:pt x="146" y="1453"/>
                        <a:pt x="74" y="1453"/>
                        <a:pt x="0" y="1453"/>
                      </a:cubicBezTo>
                      <a:cubicBezTo>
                        <a:pt x="0" y="1406"/>
                        <a:pt x="0" y="1358"/>
                        <a:pt x="0" y="1308"/>
                      </a:cubicBezTo>
                      <a:cubicBezTo>
                        <a:pt x="48" y="1308"/>
                        <a:pt x="96" y="1308"/>
                        <a:pt x="145" y="1308"/>
                      </a:cubicBezTo>
                      <a:cubicBezTo>
                        <a:pt x="145" y="1284"/>
                        <a:pt x="145" y="1260"/>
                        <a:pt x="145" y="1235"/>
                      </a:cubicBezTo>
                      <a:cubicBezTo>
                        <a:pt x="174" y="1212"/>
                        <a:pt x="197" y="1196"/>
                        <a:pt x="229" y="1179"/>
                      </a:cubicBezTo>
                      <a:cubicBezTo>
                        <a:pt x="234" y="1176"/>
                        <a:pt x="234" y="1176"/>
                        <a:pt x="254" y="1164"/>
                      </a:cubicBezTo>
                      <a:cubicBezTo>
                        <a:pt x="314" y="1132"/>
                        <a:pt x="371" y="1107"/>
                        <a:pt x="436" y="1090"/>
                      </a:cubicBezTo>
                      <a:cubicBezTo>
                        <a:pt x="436" y="1066"/>
                        <a:pt x="436" y="1042"/>
                        <a:pt x="436" y="1017"/>
                      </a:cubicBezTo>
                      <a:cubicBezTo>
                        <a:pt x="460" y="1017"/>
                        <a:pt x="484" y="1017"/>
                        <a:pt x="509" y="1017"/>
                      </a:cubicBezTo>
                      <a:cubicBezTo>
                        <a:pt x="509" y="993"/>
                        <a:pt x="509" y="969"/>
                        <a:pt x="509" y="945"/>
                      </a:cubicBezTo>
                      <a:cubicBezTo>
                        <a:pt x="533" y="945"/>
                        <a:pt x="557" y="945"/>
                        <a:pt x="581" y="945"/>
                      </a:cubicBezTo>
                      <a:cubicBezTo>
                        <a:pt x="581" y="921"/>
                        <a:pt x="581" y="897"/>
                        <a:pt x="581" y="872"/>
                      </a:cubicBezTo>
                      <a:cubicBezTo>
                        <a:pt x="605" y="872"/>
                        <a:pt x="629" y="872"/>
                        <a:pt x="654" y="872"/>
                      </a:cubicBezTo>
                      <a:cubicBezTo>
                        <a:pt x="654" y="848"/>
                        <a:pt x="654" y="824"/>
                        <a:pt x="654" y="799"/>
                      </a:cubicBezTo>
                      <a:cubicBezTo>
                        <a:pt x="678" y="799"/>
                        <a:pt x="702" y="799"/>
                        <a:pt x="727" y="799"/>
                      </a:cubicBezTo>
                      <a:cubicBezTo>
                        <a:pt x="727" y="775"/>
                        <a:pt x="727" y="751"/>
                        <a:pt x="727" y="727"/>
                      </a:cubicBezTo>
                      <a:cubicBezTo>
                        <a:pt x="751" y="727"/>
                        <a:pt x="775" y="727"/>
                        <a:pt x="799" y="727"/>
                      </a:cubicBezTo>
                      <a:cubicBezTo>
                        <a:pt x="799" y="703"/>
                        <a:pt x="799" y="679"/>
                        <a:pt x="799" y="654"/>
                      </a:cubicBezTo>
                      <a:cubicBezTo>
                        <a:pt x="823" y="654"/>
                        <a:pt x="847" y="654"/>
                        <a:pt x="872" y="654"/>
                      </a:cubicBezTo>
                      <a:cubicBezTo>
                        <a:pt x="872" y="630"/>
                        <a:pt x="872" y="606"/>
                        <a:pt x="872" y="581"/>
                      </a:cubicBezTo>
                      <a:cubicBezTo>
                        <a:pt x="896" y="581"/>
                        <a:pt x="920" y="581"/>
                        <a:pt x="945" y="581"/>
                      </a:cubicBezTo>
                      <a:cubicBezTo>
                        <a:pt x="945" y="557"/>
                        <a:pt x="945" y="533"/>
                        <a:pt x="945" y="509"/>
                      </a:cubicBezTo>
                      <a:cubicBezTo>
                        <a:pt x="969" y="509"/>
                        <a:pt x="993" y="509"/>
                        <a:pt x="1017" y="509"/>
                      </a:cubicBezTo>
                      <a:cubicBezTo>
                        <a:pt x="1017" y="485"/>
                        <a:pt x="1017" y="461"/>
                        <a:pt x="1017" y="436"/>
                      </a:cubicBezTo>
                      <a:cubicBezTo>
                        <a:pt x="1041" y="436"/>
                        <a:pt x="1065" y="436"/>
                        <a:pt x="1090" y="436"/>
                      </a:cubicBezTo>
                      <a:cubicBezTo>
                        <a:pt x="1088" y="425"/>
                        <a:pt x="1087" y="414"/>
                        <a:pt x="1085" y="403"/>
                      </a:cubicBezTo>
                      <a:cubicBezTo>
                        <a:pt x="1087" y="390"/>
                        <a:pt x="1088" y="377"/>
                        <a:pt x="1090" y="363"/>
                      </a:cubicBezTo>
                      <a:cubicBezTo>
                        <a:pt x="1126" y="336"/>
                        <a:pt x="1126" y="336"/>
                        <a:pt x="1174" y="311"/>
                      </a:cubicBezTo>
                      <a:cubicBezTo>
                        <a:pt x="1236" y="278"/>
                        <a:pt x="1282" y="247"/>
                        <a:pt x="1329" y="193"/>
                      </a:cubicBezTo>
                      <a:cubicBezTo>
                        <a:pt x="1360" y="159"/>
                        <a:pt x="1373" y="147"/>
                        <a:pt x="1420" y="139"/>
                      </a:cubicBezTo>
                      <a:cubicBezTo>
                        <a:pt x="1456" y="139"/>
                        <a:pt x="1490" y="140"/>
                        <a:pt x="1526" y="145"/>
                      </a:cubicBezTo>
                      <a:cubicBezTo>
                        <a:pt x="1526" y="121"/>
                        <a:pt x="1526" y="97"/>
                        <a:pt x="1526" y="73"/>
                      </a:cubicBezTo>
                      <a:cubicBezTo>
                        <a:pt x="1598" y="73"/>
                        <a:pt x="1670" y="73"/>
                        <a:pt x="1744" y="73"/>
                      </a:cubicBezTo>
                      <a:cubicBezTo>
                        <a:pt x="1744" y="49"/>
                        <a:pt x="1744" y="25"/>
                        <a:pt x="17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61" cap="flat">
                  <a:noFill/>
                </a:ln>
              </p:spPr>
            </p:sp>
            <p:sp>
              <p:nvSpPr>
                <p:cNvPr id="1641" name="ICON_REPORT_METHOD_path_009"/>
                <p:cNvSpPr/>
                <p:nvPr/>
              </p:nvSpPr>
              <p:spPr>
                <a:xfrm>
                  <a:off x="10407355" y="6127289"/>
                  <a:ext cx="5538" cy="16336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36" h="12863" fill="norm" stroke="0">
                      <a:moveTo>
                        <a:pt x="0" y="0"/>
                      </a:moveTo>
                      <a:cubicBezTo>
                        <a:pt x="24" y="0"/>
                        <a:pt x="48" y="0"/>
                        <a:pt x="73" y="0"/>
                      </a:cubicBezTo>
                      <a:cubicBezTo>
                        <a:pt x="73" y="4077"/>
                        <a:pt x="73" y="8154"/>
                        <a:pt x="73" y="12355"/>
                      </a:cubicBezTo>
                      <a:cubicBezTo>
                        <a:pt x="121" y="12355"/>
                        <a:pt x="169" y="12355"/>
                        <a:pt x="218" y="12355"/>
                      </a:cubicBezTo>
                      <a:cubicBezTo>
                        <a:pt x="218" y="8709"/>
                        <a:pt x="218" y="5064"/>
                        <a:pt x="218" y="1308"/>
                      </a:cubicBezTo>
                      <a:cubicBezTo>
                        <a:pt x="242" y="1308"/>
                        <a:pt x="266" y="1308"/>
                        <a:pt x="291" y="1308"/>
                      </a:cubicBezTo>
                      <a:cubicBezTo>
                        <a:pt x="291" y="1284"/>
                        <a:pt x="291" y="1260"/>
                        <a:pt x="291" y="1235"/>
                      </a:cubicBezTo>
                      <a:cubicBezTo>
                        <a:pt x="315" y="1235"/>
                        <a:pt x="339" y="1235"/>
                        <a:pt x="363" y="1235"/>
                      </a:cubicBezTo>
                      <a:cubicBezTo>
                        <a:pt x="363" y="1715"/>
                        <a:pt x="363" y="2195"/>
                        <a:pt x="363" y="2689"/>
                      </a:cubicBezTo>
                      <a:cubicBezTo>
                        <a:pt x="387" y="2689"/>
                        <a:pt x="411" y="2689"/>
                        <a:pt x="436" y="2689"/>
                      </a:cubicBezTo>
                      <a:cubicBezTo>
                        <a:pt x="436" y="2761"/>
                        <a:pt x="436" y="2833"/>
                        <a:pt x="436" y="2907"/>
                      </a:cubicBezTo>
                      <a:cubicBezTo>
                        <a:pt x="412" y="2907"/>
                        <a:pt x="388" y="2907"/>
                        <a:pt x="363" y="2907"/>
                      </a:cubicBezTo>
                      <a:cubicBezTo>
                        <a:pt x="363" y="3387"/>
                        <a:pt x="363" y="3866"/>
                        <a:pt x="363" y="4360"/>
                      </a:cubicBezTo>
                      <a:cubicBezTo>
                        <a:pt x="387" y="4360"/>
                        <a:pt x="411" y="4360"/>
                        <a:pt x="436" y="4360"/>
                      </a:cubicBezTo>
                      <a:cubicBezTo>
                        <a:pt x="436" y="4576"/>
                        <a:pt x="436" y="4792"/>
                        <a:pt x="436" y="5015"/>
                      </a:cubicBezTo>
                      <a:cubicBezTo>
                        <a:pt x="412" y="5015"/>
                        <a:pt x="388" y="5015"/>
                        <a:pt x="363" y="5015"/>
                      </a:cubicBezTo>
                      <a:cubicBezTo>
                        <a:pt x="363" y="5134"/>
                        <a:pt x="363" y="5254"/>
                        <a:pt x="363" y="5378"/>
                      </a:cubicBezTo>
                      <a:cubicBezTo>
                        <a:pt x="387" y="5378"/>
                        <a:pt x="411" y="5378"/>
                        <a:pt x="436" y="5378"/>
                      </a:cubicBezTo>
                      <a:cubicBezTo>
                        <a:pt x="436" y="5522"/>
                        <a:pt x="436" y="5666"/>
                        <a:pt x="436" y="5814"/>
                      </a:cubicBezTo>
                      <a:cubicBezTo>
                        <a:pt x="412" y="5814"/>
                        <a:pt x="388" y="5814"/>
                        <a:pt x="363" y="5814"/>
                      </a:cubicBezTo>
                      <a:cubicBezTo>
                        <a:pt x="363" y="6030"/>
                        <a:pt x="363" y="6246"/>
                        <a:pt x="363" y="6468"/>
                      </a:cubicBezTo>
                      <a:cubicBezTo>
                        <a:pt x="387" y="6468"/>
                        <a:pt x="411" y="6468"/>
                        <a:pt x="436" y="6468"/>
                      </a:cubicBezTo>
                      <a:cubicBezTo>
                        <a:pt x="436" y="6516"/>
                        <a:pt x="436" y="6564"/>
                        <a:pt x="436" y="6613"/>
                      </a:cubicBezTo>
                      <a:cubicBezTo>
                        <a:pt x="412" y="6613"/>
                        <a:pt x="388" y="6613"/>
                        <a:pt x="363" y="6613"/>
                      </a:cubicBezTo>
                      <a:cubicBezTo>
                        <a:pt x="363" y="6757"/>
                        <a:pt x="363" y="6901"/>
                        <a:pt x="363" y="7049"/>
                      </a:cubicBezTo>
                      <a:cubicBezTo>
                        <a:pt x="387" y="7049"/>
                        <a:pt x="411" y="7049"/>
                        <a:pt x="436" y="7049"/>
                      </a:cubicBezTo>
                      <a:cubicBezTo>
                        <a:pt x="436" y="7097"/>
                        <a:pt x="436" y="7145"/>
                        <a:pt x="436" y="7195"/>
                      </a:cubicBezTo>
                      <a:cubicBezTo>
                        <a:pt x="412" y="7195"/>
                        <a:pt x="388" y="7195"/>
                        <a:pt x="363" y="7195"/>
                      </a:cubicBezTo>
                      <a:cubicBezTo>
                        <a:pt x="363" y="7962"/>
                        <a:pt x="363" y="8730"/>
                        <a:pt x="363" y="9520"/>
                      </a:cubicBezTo>
                      <a:cubicBezTo>
                        <a:pt x="387" y="9520"/>
                        <a:pt x="411" y="9520"/>
                        <a:pt x="436" y="9520"/>
                      </a:cubicBezTo>
                      <a:cubicBezTo>
                        <a:pt x="436" y="9544"/>
                        <a:pt x="436" y="9568"/>
                        <a:pt x="436" y="9593"/>
                      </a:cubicBezTo>
                      <a:cubicBezTo>
                        <a:pt x="412" y="9593"/>
                        <a:pt x="388" y="9593"/>
                        <a:pt x="363" y="9593"/>
                      </a:cubicBezTo>
                      <a:cubicBezTo>
                        <a:pt x="363" y="9617"/>
                        <a:pt x="363" y="9641"/>
                        <a:pt x="363" y="9666"/>
                      </a:cubicBezTo>
                      <a:cubicBezTo>
                        <a:pt x="387" y="9666"/>
                        <a:pt x="411" y="9666"/>
                        <a:pt x="436" y="9666"/>
                      </a:cubicBezTo>
                      <a:cubicBezTo>
                        <a:pt x="436" y="9690"/>
                        <a:pt x="436" y="9714"/>
                        <a:pt x="436" y="9738"/>
                      </a:cubicBezTo>
                      <a:cubicBezTo>
                        <a:pt x="412" y="9738"/>
                        <a:pt x="388" y="9738"/>
                        <a:pt x="363" y="9738"/>
                      </a:cubicBezTo>
                      <a:cubicBezTo>
                        <a:pt x="363" y="10722"/>
                        <a:pt x="363" y="11705"/>
                        <a:pt x="363" y="12718"/>
                      </a:cubicBezTo>
                      <a:cubicBezTo>
                        <a:pt x="339" y="12718"/>
                        <a:pt x="315" y="12718"/>
                        <a:pt x="291" y="12718"/>
                      </a:cubicBezTo>
                      <a:cubicBezTo>
                        <a:pt x="291" y="12742"/>
                        <a:pt x="291" y="12766"/>
                        <a:pt x="291" y="12791"/>
                      </a:cubicBezTo>
                      <a:cubicBezTo>
                        <a:pt x="267" y="12791"/>
                        <a:pt x="243" y="12791"/>
                        <a:pt x="218" y="12791"/>
                      </a:cubicBezTo>
                      <a:cubicBezTo>
                        <a:pt x="218" y="12815"/>
                        <a:pt x="218" y="12839"/>
                        <a:pt x="218" y="12863"/>
                      </a:cubicBezTo>
                      <a:cubicBezTo>
                        <a:pt x="157" y="12852"/>
                        <a:pt x="115" y="12837"/>
                        <a:pt x="73" y="12791"/>
                      </a:cubicBezTo>
                      <a:cubicBezTo>
                        <a:pt x="52" y="12696"/>
                        <a:pt x="64" y="12595"/>
                        <a:pt x="73" y="12500"/>
                      </a:cubicBezTo>
                      <a:cubicBezTo>
                        <a:pt x="49" y="12500"/>
                        <a:pt x="25" y="12500"/>
                        <a:pt x="0" y="12500"/>
                      </a:cubicBezTo>
                      <a:cubicBezTo>
                        <a:pt x="0" y="8375"/>
                        <a:pt x="0" y="4250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42" name="ICON_REPORT_METHOD_path_010"/>
                <p:cNvSpPr/>
                <p:nvPr/>
              </p:nvSpPr>
              <p:spPr>
                <a:xfrm>
                  <a:off x="10512573" y="6259856"/>
                  <a:ext cx="42885" cy="2345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377" h="1847" fill="norm" stroke="0">
                      <a:moveTo>
                        <a:pt x="2907" y="27"/>
                      </a:moveTo>
                      <a:cubicBezTo>
                        <a:pt x="3190" y="0"/>
                        <a:pt x="3190" y="0"/>
                        <a:pt x="3289" y="77"/>
                      </a:cubicBezTo>
                      <a:cubicBezTo>
                        <a:pt x="3370" y="180"/>
                        <a:pt x="3377" y="316"/>
                        <a:pt x="3367" y="443"/>
                      </a:cubicBezTo>
                      <a:cubicBezTo>
                        <a:pt x="3339" y="599"/>
                        <a:pt x="3209" y="677"/>
                        <a:pt x="3088" y="763"/>
                      </a:cubicBezTo>
                      <a:cubicBezTo>
                        <a:pt x="3041" y="798"/>
                        <a:pt x="3001" y="836"/>
                        <a:pt x="2961" y="878"/>
                      </a:cubicBezTo>
                      <a:cubicBezTo>
                        <a:pt x="2947" y="893"/>
                        <a:pt x="2934" y="907"/>
                        <a:pt x="2919" y="922"/>
                      </a:cubicBezTo>
                      <a:cubicBezTo>
                        <a:pt x="2912" y="929"/>
                        <a:pt x="2904" y="937"/>
                        <a:pt x="2897" y="945"/>
                      </a:cubicBezTo>
                      <a:cubicBezTo>
                        <a:pt x="2865" y="977"/>
                        <a:pt x="2833" y="1008"/>
                        <a:pt x="2801" y="1040"/>
                      </a:cubicBezTo>
                      <a:cubicBezTo>
                        <a:pt x="2776" y="1065"/>
                        <a:pt x="2751" y="1090"/>
                        <a:pt x="2725" y="1115"/>
                      </a:cubicBezTo>
                      <a:cubicBezTo>
                        <a:pt x="2713" y="1127"/>
                        <a:pt x="2700" y="1140"/>
                        <a:pt x="2687" y="1152"/>
                      </a:cubicBezTo>
                      <a:cubicBezTo>
                        <a:pt x="2614" y="1225"/>
                        <a:pt x="2549" y="1299"/>
                        <a:pt x="2487" y="1380"/>
                      </a:cubicBezTo>
                      <a:cubicBezTo>
                        <a:pt x="2415" y="1473"/>
                        <a:pt x="2333" y="1527"/>
                        <a:pt x="2228" y="1579"/>
                      </a:cubicBezTo>
                      <a:cubicBezTo>
                        <a:pt x="2164" y="1611"/>
                        <a:pt x="2135" y="1629"/>
                        <a:pt x="2108" y="1698"/>
                      </a:cubicBezTo>
                      <a:cubicBezTo>
                        <a:pt x="2069" y="1703"/>
                        <a:pt x="2069" y="1703"/>
                        <a:pt x="2035" y="1698"/>
                      </a:cubicBezTo>
                      <a:cubicBezTo>
                        <a:pt x="2035" y="1722"/>
                        <a:pt x="2035" y="1746"/>
                        <a:pt x="2035" y="1771"/>
                      </a:cubicBezTo>
                      <a:cubicBezTo>
                        <a:pt x="1963" y="1771"/>
                        <a:pt x="1891" y="1771"/>
                        <a:pt x="1817" y="1771"/>
                      </a:cubicBezTo>
                      <a:cubicBezTo>
                        <a:pt x="1817" y="1795"/>
                        <a:pt x="1817" y="1819"/>
                        <a:pt x="1817" y="1844"/>
                      </a:cubicBezTo>
                      <a:cubicBezTo>
                        <a:pt x="1787" y="1845"/>
                        <a:pt x="1758" y="1845"/>
                        <a:pt x="1728" y="1846"/>
                      </a:cubicBezTo>
                      <a:cubicBezTo>
                        <a:pt x="1712" y="1846"/>
                        <a:pt x="1695" y="1847"/>
                        <a:pt x="1678" y="1847"/>
                      </a:cubicBezTo>
                      <a:cubicBezTo>
                        <a:pt x="1635" y="1844"/>
                        <a:pt x="1635" y="1844"/>
                        <a:pt x="1599" y="1807"/>
                      </a:cubicBezTo>
                      <a:cubicBezTo>
                        <a:pt x="1565" y="1802"/>
                        <a:pt x="1534" y="1798"/>
                        <a:pt x="1500" y="1796"/>
                      </a:cubicBezTo>
                      <a:cubicBezTo>
                        <a:pt x="1490" y="1795"/>
                        <a:pt x="1481" y="1794"/>
                        <a:pt x="1471" y="1793"/>
                      </a:cubicBezTo>
                      <a:cubicBezTo>
                        <a:pt x="1440" y="1791"/>
                        <a:pt x="1409" y="1789"/>
                        <a:pt x="1379" y="1787"/>
                      </a:cubicBezTo>
                      <a:cubicBezTo>
                        <a:pt x="1358" y="1785"/>
                        <a:pt x="1337" y="1784"/>
                        <a:pt x="1316" y="1782"/>
                      </a:cubicBezTo>
                      <a:cubicBezTo>
                        <a:pt x="1265" y="1778"/>
                        <a:pt x="1214" y="1774"/>
                        <a:pt x="1163" y="1771"/>
                      </a:cubicBezTo>
                      <a:cubicBezTo>
                        <a:pt x="1163" y="1795"/>
                        <a:pt x="1163" y="1819"/>
                        <a:pt x="1163" y="1844"/>
                      </a:cubicBezTo>
                      <a:cubicBezTo>
                        <a:pt x="1067" y="1844"/>
                        <a:pt x="971" y="1844"/>
                        <a:pt x="872" y="1844"/>
                      </a:cubicBezTo>
                      <a:cubicBezTo>
                        <a:pt x="896" y="1796"/>
                        <a:pt x="920" y="1748"/>
                        <a:pt x="945" y="1698"/>
                      </a:cubicBezTo>
                      <a:cubicBezTo>
                        <a:pt x="897" y="1698"/>
                        <a:pt x="849" y="1698"/>
                        <a:pt x="799" y="1698"/>
                      </a:cubicBezTo>
                      <a:cubicBezTo>
                        <a:pt x="799" y="1722"/>
                        <a:pt x="799" y="1746"/>
                        <a:pt x="799" y="1771"/>
                      </a:cubicBezTo>
                      <a:cubicBezTo>
                        <a:pt x="751" y="1771"/>
                        <a:pt x="703" y="1771"/>
                        <a:pt x="654" y="1771"/>
                      </a:cubicBezTo>
                      <a:cubicBezTo>
                        <a:pt x="654" y="1747"/>
                        <a:pt x="654" y="1723"/>
                        <a:pt x="654" y="1698"/>
                      </a:cubicBezTo>
                      <a:cubicBezTo>
                        <a:pt x="606" y="1698"/>
                        <a:pt x="558" y="1698"/>
                        <a:pt x="509" y="1698"/>
                      </a:cubicBezTo>
                      <a:cubicBezTo>
                        <a:pt x="509" y="1674"/>
                        <a:pt x="509" y="1650"/>
                        <a:pt x="509" y="1626"/>
                      </a:cubicBezTo>
                      <a:cubicBezTo>
                        <a:pt x="498" y="1627"/>
                        <a:pt x="488" y="1628"/>
                        <a:pt x="477" y="1630"/>
                      </a:cubicBezTo>
                      <a:cubicBezTo>
                        <a:pt x="422" y="1624"/>
                        <a:pt x="396" y="1596"/>
                        <a:pt x="359" y="1557"/>
                      </a:cubicBezTo>
                      <a:cubicBezTo>
                        <a:pt x="352" y="1551"/>
                        <a:pt x="346" y="1545"/>
                        <a:pt x="339" y="1538"/>
                      </a:cubicBezTo>
                      <a:cubicBezTo>
                        <a:pt x="306" y="1505"/>
                        <a:pt x="291" y="1486"/>
                        <a:pt x="286" y="1439"/>
                      </a:cubicBezTo>
                      <a:cubicBezTo>
                        <a:pt x="288" y="1429"/>
                        <a:pt x="289" y="1418"/>
                        <a:pt x="291" y="1408"/>
                      </a:cubicBezTo>
                      <a:cubicBezTo>
                        <a:pt x="267" y="1408"/>
                        <a:pt x="243" y="1408"/>
                        <a:pt x="218" y="1408"/>
                      </a:cubicBezTo>
                      <a:cubicBezTo>
                        <a:pt x="218" y="1384"/>
                        <a:pt x="218" y="1360"/>
                        <a:pt x="218" y="1335"/>
                      </a:cubicBezTo>
                      <a:cubicBezTo>
                        <a:pt x="194" y="1335"/>
                        <a:pt x="170" y="1335"/>
                        <a:pt x="145" y="1335"/>
                      </a:cubicBezTo>
                      <a:cubicBezTo>
                        <a:pt x="145" y="1311"/>
                        <a:pt x="145" y="1287"/>
                        <a:pt x="145" y="1262"/>
                      </a:cubicBezTo>
                      <a:cubicBezTo>
                        <a:pt x="121" y="1262"/>
                        <a:pt x="97" y="1262"/>
                        <a:pt x="73" y="1262"/>
                      </a:cubicBezTo>
                      <a:cubicBezTo>
                        <a:pt x="73" y="1214"/>
                        <a:pt x="73" y="1166"/>
                        <a:pt x="73" y="1117"/>
                      </a:cubicBezTo>
                      <a:cubicBezTo>
                        <a:pt x="49" y="1117"/>
                        <a:pt x="25" y="1117"/>
                        <a:pt x="0" y="1117"/>
                      </a:cubicBezTo>
                      <a:cubicBezTo>
                        <a:pt x="0" y="1045"/>
                        <a:pt x="0" y="973"/>
                        <a:pt x="0" y="899"/>
                      </a:cubicBezTo>
                      <a:cubicBezTo>
                        <a:pt x="48" y="899"/>
                        <a:pt x="96" y="899"/>
                        <a:pt x="145" y="899"/>
                      </a:cubicBezTo>
                      <a:cubicBezTo>
                        <a:pt x="145" y="875"/>
                        <a:pt x="145" y="851"/>
                        <a:pt x="145" y="826"/>
                      </a:cubicBezTo>
                      <a:cubicBezTo>
                        <a:pt x="169" y="826"/>
                        <a:pt x="193" y="826"/>
                        <a:pt x="218" y="826"/>
                      </a:cubicBezTo>
                      <a:cubicBezTo>
                        <a:pt x="218" y="802"/>
                        <a:pt x="218" y="778"/>
                        <a:pt x="218" y="753"/>
                      </a:cubicBezTo>
                      <a:cubicBezTo>
                        <a:pt x="266" y="753"/>
                        <a:pt x="314" y="753"/>
                        <a:pt x="363" y="753"/>
                      </a:cubicBezTo>
                      <a:cubicBezTo>
                        <a:pt x="363" y="730"/>
                        <a:pt x="363" y="706"/>
                        <a:pt x="363" y="681"/>
                      </a:cubicBezTo>
                      <a:cubicBezTo>
                        <a:pt x="387" y="681"/>
                        <a:pt x="411" y="681"/>
                        <a:pt x="436" y="681"/>
                      </a:cubicBezTo>
                      <a:cubicBezTo>
                        <a:pt x="436" y="705"/>
                        <a:pt x="436" y="729"/>
                        <a:pt x="436" y="753"/>
                      </a:cubicBezTo>
                      <a:cubicBezTo>
                        <a:pt x="460" y="753"/>
                        <a:pt x="484" y="753"/>
                        <a:pt x="509" y="753"/>
                      </a:cubicBezTo>
                      <a:cubicBezTo>
                        <a:pt x="509" y="777"/>
                        <a:pt x="509" y="801"/>
                        <a:pt x="509" y="826"/>
                      </a:cubicBezTo>
                      <a:cubicBezTo>
                        <a:pt x="533" y="826"/>
                        <a:pt x="557" y="826"/>
                        <a:pt x="581" y="826"/>
                      </a:cubicBezTo>
                      <a:cubicBezTo>
                        <a:pt x="581" y="850"/>
                        <a:pt x="581" y="874"/>
                        <a:pt x="581" y="899"/>
                      </a:cubicBezTo>
                      <a:cubicBezTo>
                        <a:pt x="605" y="899"/>
                        <a:pt x="629" y="899"/>
                        <a:pt x="654" y="899"/>
                      </a:cubicBezTo>
                      <a:cubicBezTo>
                        <a:pt x="654" y="947"/>
                        <a:pt x="654" y="995"/>
                        <a:pt x="654" y="1044"/>
                      </a:cubicBezTo>
                      <a:cubicBezTo>
                        <a:pt x="678" y="1044"/>
                        <a:pt x="702" y="1044"/>
                        <a:pt x="727" y="1044"/>
                      </a:cubicBezTo>
                      <a:cubicBezTo>
                        <a:pt x="727" y="1068"/>
                        <a:pt x="727" y="1092"/>
                        <a:pt x="727" y="1117"/>
                      </a:cubicBezTo>
                      <a:cubicBezTo>
                        <a:pt x="799" y="1117"/>
                        <a:pt x="871" y="1117"/>
                        <a:pt x="945" y="1117"/>
                      </a:cubicBezTo>
                      <a:cubicBezTo>
                        <a:pt x="945" y="1141"/>
                        <a:pt x="945" y="1165"/>
                        <a:pt x="945" y="1190"/>
                      </a:cubicBezTo>
                      <a:cubicBezTo>
                        <a:pt x="993" y="1190"/>
                        <a:pt x="1041" y="1190"/>
                        <a:pt x="1090" y="1190"/>
                      </a:cubicBezTo>
                      <a:cubicBezTo>
                        <a:pt x="1090" y="1214"/>
                        <a:pt x="1090" y="1238"/>
                        <a:pt x="1090" y="1262"/>
                      </a:cubicBezTo>
                      <a:cubicBezTo>
                        <a:pt x="1234" y="1262"/>
                        <a:pt x="1378" y="1262"/>
                        <a:pt x="1526" y="1262"/>
                      </a:cubicBezTo>
                      <a:cubicBezTo>
                        <a:pt x="1526" y="1238"/>
                        <a:pt x="1526" y="1214"/>
                        <a:pt x="1526" y="1190"/>
                      </a:cubicBezTo>
                      <a:cubicBezTo>
                        <a:pt x="1574" y="1190"/>
                        <a:pt x="1622" y="1190"/>
                        <a:pt x="1672" y="1190"/>
                      </a:cubicBezTo>
                      <a:cubicBezTo>
                        <a:pt x="1672" y="1166"/>
                        <a:pt x="1672" y="1142"/>
                        <a:pt x="1672" y="1117"/>
                      </a:cubicBezTo>
                      <a:cubicBezTo>
                        <a:pt x="1743" y="1117"/>
                        <a:pt x="1815" y="1117"/>
                        <a:pt x="1890" y="1117"/>
                      </a:cubicBezTo>
                      <a:cubicBezTo>
                        <a:pt x="1890" y="1093"/>
                        <a:pt x="1890" y="1069"/>
                        <a:pt x="1890" y="1044"/>
                      </a:cubicBezTo>
                      <a:cubicBezTo>
                        <a:pt x="1914" y="1044"/>
                        <a:pt x="1938" y="1044"/>
                        <a:pt x="1962" y="1044"/>
                      </a:cubicBezTo>
                      <a:cubicBezTo>
                        <a:pt x="1962" y="1020"/>
                        <a:pt x="1962" y="996"/>
                        <a:pt x="1962" y="972"/>
                      </a:cubicBezTo>
                      <a:cubicBezTo>
                        <a:pt x="1986" y="972"/>
                        <a:pt x="2010" y="972"/>
                        <a:pt x="2035" y="972"/>
                      </a:cubicBezTo>
                      <a:cubicBezTo>
                        <a:pt x="2035" y="948"/>
                        <a:pt x="2035" y="924"/>
                        <a:pt x="2035" y="899"/>
                      </a:cubicBezTo>
                      <a:cubicBezTo>
                        <a:pt x="2059" y="899"/>
                        <a:pt x="2083" y="899"/>
                        <a:pt x="2108" y="899"/>
                      </a:cubicBezTo>
                      <a:cubicBezTo>
                        <a:pt x="2108" y="875"/>
                        <a:pt x="2108" y="851"/>
                        <a:pt x="2108" y="826"/>
                      </a:cubicBezTo>
                      <a:cubicBezTo>
                        <a:pt x="2132" y="826"/>
                        <a:pt x="2156" y="826"/>
                        <a:pt x="2180" y="826"/>
                      </a:cubicBezTo>
                      <a:cubicBezTo>
                        <a:pt x="2180" y="802"/>
                        <a:pt x="2180" y="778"/>
                        <a:pt x="2180" y="753"/>
                      </a:cubicBezTo>
                      <a:cubicBezTo>
                        <a:pt x="2204" y="753"/>
                        <a:pt x="2228" y="753"/>
                        <a:pt x="2253" y="753"/>
                      </a:cubicBezTo>
                      <a:cubicBezTo>
                        <a:pt x="2252" y="743"/>
                        <a:pt x="2251" y="732"/>
                        <a:pt x="2249" y="721"/>
                      </a:cubicBezTo>
                      <a:cubicBezTo>
                        <a:pt x="2253" y="681"/>
                        <a:pt x="2253" y="681"/>
                        <a:pt x="2276" y="653"/>
                      </a:cubicBezTo>
                      <a:cubicBezTo>
                        <a:pt x="2286" y="645"/>
                        <a:pt x="2297" y="636"/>
                        <a:pt x="2308" y="627"/>
                      </a:cubicBezTo>
                      <a:cubicBezTo>
                        <a:pt x="2313" y="622"/>
                        <a:pt x="2313" y="622"/>
                        <a:pt x="2343" y="597"/>
                      </a:cubicBezTo>
                      <a:cubicBezTo>
                        <a:pt x="2350" y="592"/>
                        <a:pt x="2350" y="592"/>
                        <a:pt x="2382" y="565"/>
                      </a:cubicBezTo>
                      <a:cubicBezTo>
                        <a:pt x="2488" y="476"/>
                        <a:pt x="2589" y="385"/>
                        <a:pt x="2687" y="288"/>
                      </a:cubicBezTo>
                      <a:cubicBezTo>
                        <a:pt x="2697" y="277"/>
                        <a:pt x="2708" y="267"/>
                        <a:pt x="2719" y="256"/>
                      </a:cubicBezTo>
                      <a:cubicBezTo>
                        <a:pt x="2769" y="206"/>
                        <a:pt x="2804" y="164"/>
                        <a:pt x="2834" y="99"/>
                      </a:cubicBezTo>
                      <a:cubicBezTo>
                        <a:pt x="2873" y="95"/>
                        <a:pt x="2873" y="95"/>
                        <a:pt x="2907" y="99"/>
                      </a:cubicBezTo>
                      <a:cubicBezTo>
                        <a:pt x="2907" y="75"/>
                        <a:pt x="2907" y="51"/>
                        <a:pt x="2907" y="27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461" cap="flat">
                  <a:noFill/>
                </a:ln>
              </p:spPr>
            </p:sp>
            <p:sp>
              <p:nvSpPr>
                <p:cNvPr id="1643" name="ICON_REPORT_METHOD_path_011"/>
                <p:cNvSpPr/>
                <p:nvPr/>
              </p:nvSpPr>
              <p:spPr>
                <a:xfrm>
                  <a:off x="10515342" y="6226969"/>
                  <a:ext cx="31381" cy="3230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471" h="2544" fill="norm" stroke="0">
                      <a:moveTo>
                        <a:pt x="2035" y="0"/>
                      </a:moveTo>
                      <a:cubicBezTo>
                        <a:pt x="2131" y="0"/>
                        <a:pt x="2227" y="0"/>
                        <a:pt x="2326" y="0"/>
                      </a:cubicBezTo>
                      <a:cubicBezTo>
                        <a:pt x="2326" y="24"/>
                        <a:pt x="2326" y="48"/>
                        <a:pt x="2326" y="73"/>
                      </a:cubicBezTo>
                      <a:cubicBezTo>
                        <a:pt x="2350" y="73"/>
                        <a:pt x="2374" y="73"/>
                        <a:pt x="2398" y="73"/>
                      </a:cubicBezTo>
                      <a:cubicBezTo>
                        <a:pt x="2398" y="97"/>
                        <a:pt x="2398" y="121"/>
                        <a:pt x="2398" y="145"/>
                      </a:cubicBezTo>
                      <a:cubicBezTo>
                        <a:pt x="2422" y="145"/>
                        <a:pt x="2446" y="145"/>
                        <a:pt x="2471" y="145"/>
                      </a:cubicBezTo>
                      <a:cubicBezTo>
                        <a:pt x="2471" y="241"/>
                        <a:pt x="2471" y="337"/>
                        <a:pt x="2471" y="436"/>
                      </a:cubicBezTo>
                      <a:cubicBezTo>
                        <a:pt x="2447" y="436"/>
                        <a:pt x="2423" y="436"/>
                        <a:pt x="2398" y="436"/>
                      </a:cubicBezTo>
                      <a:cubicBezTo>
                        <a:pt x="2399" y="441"/>
                        <a:pt x="2399" y="441"/>
                        <a:pt x="2402" y="465"/>
                      </a:cubicBezTo>
                      <a:cubicBezTo>
                        <a:pt x="2410" y="567"/>
                        <a:pt x="2410" y="567"/>
                        <a:pt x="2378" y="607"/>
                      </a:cubicBezTo>
                      <a:cubicBezTo>
                        <a:pt x="2312" y="654"/>
                        <a:pt x="2259" y="662"/>
                        <a:pt x="2180" y="654"/>
                      </a:cubicBezTo>
                      <a:cubicBezTo>
                        <a:pt x="2180" y="678"/>
                        <a:pt x="2180" y="702"/>
                        <a:pt x="2180" y="727"/>
                      </a:cubicBezTo>
                      <a:cubicBezTo>
                        <a:pt x="2156" y="727"/>
                        <a:pt x="2132" y="727"/>
                        <a:pt x="2108" y="727"/>
                      </a:cubicBezTo>
                      <a:cubicBezTo>
                        <a:pt x="2108" y="751"/>
                        <a:pt x="2108" y="775"/>
                        <a:pt x="2108" y="799"/>
                      </a:cubicBezTo>
                      <a:cubicBezTo>
                        <a:pt x="2084" y="799"/>
                        <a:pt x="2060" y="799"/>
                        <a:pt x="2035" y="799"/>
                      </a:cubicBezTo>
                      <a:cubicBezTo>
                        <a:pt x="2035" y="823"/>
                        <a:pt x="2035" y="847"/>
                        <a:pt x="2035" y="872"/>
                      </a:cubicBezTo>
                      <a:cubicBezTo>
                        <a:pt x="2011" y="872"/>
                        <a:pt x="1987" y="872"/>
                        <a:pt x="1962" y="872"/>
                      </a:cubicBezTo>
                      <a:cubicBezTo>
                        <a:pt x="1962" y="896"/>
                        <a:pt x="1962" y="920"/>
                        <a:pt x="1962" y="945"/>
                      </a:cubicBezTo>
                      <a:cubicBezTo>
                        <a:pt x="1938" y="945"/>
                        <a:pt x="1914" y="945"/>
                        <a:pt x="1890" y="945"/>
                      </a:cubicBezTo>
                      <a:cubicBezTo>
                        <a:pt x="1890" y="969"/>
                        <a:pt x="1890" y="993"/>
                        <a:pt x="1890" y="1017"/>
                      </a:cubicBezTo>
                      <a:cubicBezTo>
                        <a:pt x="1866" y="1017"/>
                        <a:pt x="1842" y="1017"/>
                        <a:pt x="1817" y="1017"/>
                      </a:cubicBezTo>
                      <a:cubicBezTo>
                        <a:pt x="1817" y="1041"/>
                        <a:pt x="1817" y="1065"/>
                        <a:pt x="1817" y="1090"/>
                      </a:cubicBezTo>
                      <a:cubicBezTo>
                        <a:pt x="1793" y="1090"/>
                        <a:pt x="1769" y="1090"/>
                        <a:pt x="1744" y="1090"/>
                      </a:cubicBezTo>
                      <a:cubicBezTo>
                        <a:pt x="1744" y="1114"/>
                        <a:pt x="1744" y="1138"/>
                        <a:pt x="1744" y="1163"/>
                      </a:cubicBezTo>
                      <a:cubicBezTo>
                        <a:pt x="1720" y="1163"/>
                        <a:pt x="1696" y="1163"/>
                        <a:pt x="1672" y="1163"/>
                      </a:cubicBezTo>
                      <a:cubicBezTo>
                        <a:pt x="1672" y="1187"/>
                        <a:pt x="1672" y="1211"/>
                        <a:pt x="1672" y="1235"/>
                      </a:cubicBezTo>
                      <a:cubicBezTo>
                        <a:pt x="1648" y="1235"/>
                        <a:pt x="1624" y="1235"/>
                        <a:pt x="1599" y="1235"/>
                      </a:cubicBezTo>
                      <a:cubicBezTo>
                        <a:pt x="1600" y="1246"/>
                        <a:pt x="1601" y="1257"/>
                        <a:pt x="1603" y="1268"/>
                      </a:cubicBezTo>
                      <a:cubicBezTo>
                        <a:pt x="1599" y="1308"/>
                        <a:pt x="1599" y="1308"/>
                        <a:pt x="1573" y="1338"/>
                      </a:cubicBezTo>
                      <a:cubicBezTo>
                        <a:pt x="1567" y="1343"/>
                        <a:pt x="1567" y="1343"/>
                        <a:pt x="1538" y="1367"/>
                      </a:cubicBezTo>
                      <a:cubicBezTo>
                        <a:pt x="1525" y="1378"/>
                        <a:pt x="1512" y="1389"/>
                        <a:pt x="1499" y="1400"/>
                      </a:cubicBezTo>
                      <a:cubicBezTo>
                        <a:pt x="1486" y="1411"/>
                        <a:pt x="1472" y="1422"/>
                        <a:pt x="1458" y="1433"/>
                      </a:cubicBezTo>
                      <a:cubicBezTo>
                        <a:pt x="1309" y="1556"/>
                        <a:pt x="1309" y="1556"/>
                        <a:pt x="1267" y="1625"/>
                      </a:cubicBezTo>
                      <a:cubicBezTo>
                        <a:pt x="1240" y="1670"/>
                        <a:pt x="1240" y="1670"/>
                        <a:pt x="1197" y="1682"/>
                      </a:cubicBezTo>
                      <a:cubicBezTo>
                        <a:pt x="1184" y="1681"/>
                        <a:pt x="1171" y="1680"/>
                        <a:pt x="1158" y="1678"/>
                      </a:cubicBezTo>
                      <a:cubicBezTo>
                        <a:pt x="1152" y="1678"/>
                        <a:pt x="1152" y="1678"/>
                        <a:pt x="1119" y="1675"/>
                      </a:cubicBezTo>
                      <a:cubicBezTo>
                        <a:pt x="1115" y="1675"/>
                        <a:pt x="1115" y="1675"/>
                        <a:pt x="1090" y="1672"/>
                      </a:cubicBezTo>
                      <a:cubicBezTo>
                        <a:pt x="1090" y="1695"/>
                        <a:pt x="1090" y="1719"/>
                        <a:pt x="1090" y="1744"/>
                      </a:cubicBezTo>
                      <a:cubicBezTo>
                        <a:pt x="1042" y="1744"/>
                        <a:pt x="994" y="1744"/>
                        <a:pt x="945" y="1744"/>
                      </a:cubicBezTo>
                      <a:cubicBezTo>
                        <a:pt x="945" y="1792"/>
                        <a:pt x="945" y="1840"/>
                        <a:pt x="945" y="1890"/>
                      </a:cubicBezTo>
                      <a:cubicBezTo>
                        <a:pt x="921" y="1890"/>
                        <a:pt x="897" y="1890"/>
                        <a:pt x="872" y="1890"/>
                      </a:cubicBezTo>
                      <a:cubicBezTo>
                        <a:pt x="872" y="1914"/>
                        <a:pt x="872" y="1938"/>
                        <a:pt x="872" y="1962"/>
                      </a:cubicBezTo>
                      <a:cubicBezTo>
                        <a:pt x="848" y="1962"/>
                        <a:pt x="824" y="1962"/>
                        <a:pt x="799" y="1962"/>
                      </a:cubicBezTo>
                      <a:cubicBezTo>
                        <a:pt x="799" y="1986"/>
                        <a:pt x="799" y="2010"/>
                        <a:pt x="799" y="2035"/>
                      </a:cubicBezTo>
                      <a:cubicBezTo>
                        <a:pt x="775" y="2035"/>
                        <a:pt x="751" y="2035"/>
                        <a:pt x="727" y="2035"/>
                      </a:cubicBezTo>
                      <a:cubicBezTo>
                        <a:pt x="727" y="2059"/>
                        <a:pt x="727" y="2083"/>
                        <a:pt x="727" y="2108"/>
                      </a:cubicBezTo>
                      <a:cubicBezTo>
                        <a:pt x="703" y="2108"/>
                        <a:pt x="679" y="2108"/>
                        <a:pt x="654" y="2108"/>
                      </a:cubicBezTo>
                      <a:cubicBezTo>
                        <a:pt x="654" y="2132"/>
                        <a:pt x="654" y="2156"/>
                        <a:pt x="654" y="2180"/>
                      </a:cubicBezTo>
                      <a:cubicBezTo>
                        <a:pt x="630" y="2180"/>
                        <a:pt x="606" y="2180"/>
                        <a:pt x="581" y="2180"/>
                      </a:cubicBezTo>
                      <a:cubicBezTo>
                        <a:pt x="581" y="2204"/>
                        <a:pt x="581" y="2228"/>
                        <a:pt x="581" y="2253"/>
                      </a:cubicBezTo>
                      <a:cubicBezTo>
                        <a:pt x="557" y="2253"/>
                        <a:pt x="533" y="2253"/>
                        <a:pt x="509" y="2253"/>
                      </a:cubicBezTo>
                      <a:cubicBezTo>
                        <a:pt x="509" y="2277"/>
                        <a:pt x="509" y="2301"/>
                        <a:pt x="509" y="2326"/>
                      </a:cubicBezTo>
                      <a:cubicBezTo>
                        <a:pt x="485" y="2326"/>
                        <a:pt x="461" y="2326"/>
                        <a:pt x="436" y="2326"/>
                      </a:cubicBezTo>
                      <a:cubicBezTo>
                        <a:pt x="436" y="2350"/>
                        <a:pt x="436" y="2374"/>
                        <a:pt x="436" y="2398"/>
                      </a:cubicBezTo>
                      <a:cubicBezTo>
                        <a:pt x="412" y="2398"/>
                        <a:pt x="388" y="2398"/>
                        <a:pt x="363" y="2398"/>
                      </a:cubicBezTo>
                      <a:cubicBezTo>
                        <a:pt x="363" y="2446"/>
                        <a:pt x="363" y="2494"/>
                        <a:pt x="363" y="2544"/>
                      </a:cubicBezTo>
                      <a:cubicBezTo>
                        <a:pt x="339" y="2544"/>
                        <a:pt x="315" y="2544"/>
                        <a:pt x="291" y="2544"/>
                      </a:cubicBezTo>
                      <a:cubicBezTo>
                        <a:pt x="291" y="2520"/>
                        <a:pt x="291" y="2496"/>
                        <a:pt x="291" y="2471"/>
                      </a:cubicBezTo>
                      <a:cubicBezTo>
                        <a:pt x="267" y="2471"/>
                        <a:pt x="243" y="2471"/>
                        <a:pt x="218" y="2471"/>
                      </a:cubicBezTo>
                      <a:cubicBezTo>
                        <a:pt x="218" y="2447"/>
                        <a:pt x="218" y="2423"/>
                        <a:pt x="218" y="2398"/>
                      </a:cubicBezTo>
                      <a:cubicBezTo>
                        <a:pt x="194" y="2398"/>
                        <a:pt x="170" y="2398"/>
                        <a:pt x="145" y="2398"/>
                      </a:cubicBezTo>
                      <a:cubicBezTo>
                        <a:pt x="145" y="2374"/>
                        <a:pt x="145" y="2350"/>
                        <a:pt x="145" y="2326"/>
                      </a:cubicBezTo>
                      <a:cubicBezTo>
                        <a:pt x="121" y="2326"/>
                        <a:pt x="97" y="2326"/>
                        <a:pt x="73" y="2326"/>
                      </a:cubicBezTo>
                      <a:cubicBezTo>
                        <a:pt x="73" y="2302"/>
                        <a:pt x="73" y="2278"/>
                        <a:pt x="73" y="2253"/>
                      </a:cubicBezTo>
                      <a:cubicBezTo>
                        <a:pt x="49" y="2253"/>
                        <a:pt x="25" y="2253"/>
                        <a:pt x="0" y="2253"/>
                      </a:cubicBezTo>
                      <a:cubicBezTo>
                        <a:pt x="0" y="2157"/>
                        <a:pt x="0" y="2061"/>
                        <a:pt x="0" y="1962"/>
                      </a:cubicBezTo>
                      <a:cubicBezTo>
                        <a:pt x="24" y="1962"/>
                        <a:pt x="48" y="1962"/>
                        <a:pt x="73" y="1962"/>
                      </a:cubicBezTo>
                      <a:cubicBezTo>
                        <a:pt x="73" y="1938"/>
                        <a:pt x="73" y="1914"/>
                        <a:pt x="73" y="1890"/>
                      </a:cubicBezTo>
                      <a:cubicBezTo>
                        <a:pt x="97" y="1890"/>
                        <a:pt x="121" y="1890"/>
                        <a:pt x="145" y="1890"/>
                      </a:cubicBezTo>
                      <a:cubicBezTo>
                        <a:pt x="145" y="1866"/>
                        <a:pt x="145" y="1842"/>
                        <a:pt x="145" y="1817"/>
                      </a:cubicBezTo>
                      <a:cubicBezTo>
                        <a:pt x="169" y="1817"/>
                        <a:pt x="193" y="1817"/>
                        <a:pt x="218" y="1817"/>
                      </a:cubicBezTo>
                      <a:cubicBezTo>
                        <a:pt x="217" y="1806"/>
                        <a:pt x="215" y="1796"/>
                        <a:pt x="214" y="1785"/>
                      </a:cubicBezTo>
                      <a:cubicBezTo>
                        <a:pt x="220" y="1730"/>
                        <a:pt x="247" y="1704"/>
                        <a:pt x="286" y="1667"/>
                      </a:cubicBezTo>
                      <a:cubicBezTo>
                        <a:pt x="292" y="1660"/>
                        <a:pt x="299" y="1654"/>
                        <a:pt x="305" y="1647"/>
                      </a:cubicBezTo>
                      <a:cubicBezTo>
                        <a:pt x="339" y="1614"/>
                        <a:pt x="358" y="1599"/>
                        <a:pt x="405" y="1595"/>
                      </a:cubicBezTo>
                      <a:cubicBezTo>
                        <a:pt x="415" y="1596"/>
                        <a:pt x="425" y="1597"/>
                        <a:pt x="436" y="1599"/>
                      </a:cubicBezTo>
                      <a:cubicBezTo>
                        <a:pt x="436" y="1623"/>
                        <a:pt x="436" y="1647"/>
                        <a:pt x="436" y="1672"/>
                      </a:cubicBezTo>
                      <a:cubicBezTo>
                        <a:pt x="460" y="1672"/>
                        <a:pt x="484" y="1672"/>
                        <a:pt x="509" y="1672"/>
                      </a:cubicBezTo>
                      <a:cubicBezTo>
                        <a:pt x="509" y="1648"/>
                        <a:pt x="509" y="1624"/>
                        <a:pt x="509" y="1599"/>
                      </a:cubicBezTo>
                      <a:cubicBezTo>
                        <a:pt x="605" y="1599"/>
                        <a:pt x="701" y="1599"/>
                        <a:pt x="799" y="1599"/>
                      </a:cubicBezTo>
                      <a:cubicBezTo>
                        <a:pt x="799" y="1551"/>
                        <a:pt x="799" y="1503"/>
                        <a:pt x="799" y="1453"/>
                      </a:cubicBezTo>
                      <a:cubicBezTo>
                        <a:pt x="775" y="1453"/>
                        <a:pt x="751" y="1453"/>
                        <a:pt x="727" y="1453"/>
                      </a:cubicBezTo>
                      <a:cubicBezTo>
                        <a:pt x="727" y="1430"/>
                        <a:pt x="727" y="1406"/>
                        <a:pt x="727" y="1381"/>
                      </a:cubicBezTo>
                      <a:cubicBezTo>
                        <a:pt x="703" y="1381"/>
                        <a:pt x="679" y="1381"/>
                        <a:pt x="654" y="1381"/>
                      </a:cubicBezTo>
                      <a:cubicBezTo>
                        <a:pt x="651" y="1348"/>
                        <a:pt x="651" y="1348"/>
                        <a:pt x="654" y="1308"/>
                      </a:cubicBezTo>
                      <a:cubicBezTo>
                        <a:pt x="677" y="1281"/>
                        <a:pt x="677" y="1281"/>
                        <a:pt x="708" y="1256"/>
                      </a:cubicBezTo>
                      <a:cubicBezTo>
                        <a:pt x="720" y="1247"/>
                        <a:pt x="731" y="1237"/>
                        <a:pt x="743" y="1228"/>
                      </a:cubicBezTo>
                      <a:cubicBezTo>
                        <a:pt x="755" y="1218"/>
                        <a:pt x="767" y="1209"/>
                        <a:pt x="779" y="1199"/>
                      </a:cubicBezTo>
                      <a:cubicBezTo>
                        <a:pt x="803" y="1180"/>
                        <a:pt x="826" y="1161"/>
                        <a:pt x="849" y="1142"/>
                      </a:cubicBezTo>
                      <a:cubicBezTo>
                        <a:pt x="854" y="1138"/>
                        <a:pt x="854" y="1138"/>
                        <a:pt x="881" y="1117"/>
                      </a:cubicBezTo>
                      <a:cubicBezTo>
                        <a:pt x="908" y="1090"/>
                        <a:pt x="908" y="1090"/>
                        <a:pt x="928" y="1051"/>
                      </a:cubicBezTo>
                      <a:cubicBezTo>
                        <a:pt x="933" y="1040"/>
                        <a:pt x="939" y="1029"/>
                        <a:pt x="945" y="1017"/>
                      </a:cubicBezTo>
                      <a:cubicBezTo>
                        <a:pt x="983" y="1013"/>
                        <a:pt x="983" y="1013"/>
                        <a:pt x="1017" y="1017"/>
                      </a:cubicBezTo>
                      <a:cubicBezTo>
                        <a:pt x="1017" y="993"/>
                        <a:pt x="1017" y="969"/>
                        <a:pt x="1017" y="945"/>
                      </a:cubicBezTo>
                      <a:cubicBezTo>
                        <a:pt x="1041" y="945"/>
                        <a:pt x="1065" y="945"/>
                        <a:pt x="1090" y="945"/>
                      </a:cubicBezTo>
                      <a:cubicBezTo>
                        <a:pt x="1089" y="934"/>
                        <a:pt x="1088" y="923"/>
                        <a:pt x="1087" y="911"/>
                      </a:cubicBezTo>
                      <a:cubicBezTo>
                        <a:pt x="1090" y="872"/>
                        <a:pt x="1090" y="872"/>
                        <a:pt x="1109" y="848"/>
                      </a:cubicBezTo>
                      <a:cubicBezTo>
                        <a:pt x="1118" y="841"/>
                        <a:pt x="1128" y="833"/>
                        <a:pt x="1137" y="826"/>
                      </a:cubicBezTo>
                      <a:cubicBezTo>
                        <a:pt x="1148" y="817"/>
                        <a:pt x="1159" y="808"/>
                        <a:pt x="1170" y="799"/>
                      </a:cubicBezTo>
                      <a:cubicBezTo>
                        <a:pt x="1182" y="790"/>
                        <a:pt x="1194" y="780"/>
                        <a:pt x="1206" y="770"/>
                      </a:cubicBezTo>
                      <a:cubicBezTo>
                        <a:pt x="1356" y="644"/>
                        <a:pt x="1495" y="508"/>
                        <a:pt x="1633" y="370"/>
                      </a:cubicBezTo>
                      <a:cubicBezTo>
                        <a:pt x="1638" y="365"/>
                        <a:pt x="1638" y="365"/>
                        <a:pt x="1665" y="338"/>
                      </a:cubicBezTo>
                      <a:cubicBezTo>
                        <a:pt x="1696" y="308"/>
                        <a:pt x="1726" y="277"/>
                        <a:pt x="1757" y="247"/>
                      </a:cubicBezTo>
                      <a:cubicBezTo>
                        <a:pt x="1766" y="238"/>
                        <a:pt x="1775" y="229"/>
                        <a:pt x="1784" y="219"/>
                      </a:cubicBezTo>
                      <a:cubicBezTo>
                        <a:pt x="1830" y="172"/>
                        <a:pt x="1861" y="132"/>
                        <a:pt x="1890" y="73"/>
                      </a:cubicBezTo>
                      <a:cubicBezTo>
                        <a:pt x="1925" y="66"/>
                        <a:pt x="1925" y="66"/>
                        <a:pt x="1964" y="68"/>
                      </a:cubicBezTo>
                      <a:cubicBezTo>
                        <a:pt x="1971" y="68"/>
                        <a:pt x="1971" y="68"/>
                        <a:pt x="2004" y="70"/>
                      </a:cubicBezTo>
                      <a:cubicBezTo>
                        <a:pt x="2014" y="71"/>
                        <a:pt x="2024" y="72"/>
                        <a:pt x="2035" y="73"/>
                      </a:cubicBezTo>
                      <a:cubicBezTo>
                        <a:pt x="2035" y="49"/>
                        <a:pt x="2035" y="25"/>
                        <a:pt x="2035" y="0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461" cap="flat">
                  <a:noFill/>
                </a:ln>
              </p:spPr>
            </p:sp>
            <p:sp>
              <p:nvSpPr>
                <p:cNvPr id="1644" name="ICON_REPORT_METHOD_path_012"/>
                <p:cNvSpPr/>
                <p:nvPr/>
              </p:nvSpPr>
              <p:spPr>
                <a:xfrm>
                  <a:off x="10410124" y="6114367"/>
                  <a:ext cx="124600" cy="27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811" h="218" fill="norm" stroke="0">
                      <a:moveTo>
                        <a:pt x="1017" y="0"/>
                      </a:moveTo>
                      <a:cubicBezTo>
                        <a:pt x="1233" y="0"/>
                        <a:pt x="1449" y="0"/>
                        <a:pt x="1672" y="0"/>
                      </a:cubicBezTo>
                      <a:cubicBezTo>
                        <a:pt x="1672" y="24"/>
                        <a:pt x="1672" y="48"/>
                        <a:pt x="1672" y="73"/>
                      </a:cubicBezTo>
                      <a:cubicBezTo>
                        <a:pt x="2271" y="73"/>
                        <a:pt x="2871" y="73"/>
                        <a:pt x="3488" y="73"/>
                      </a:cubicBezTo>
                      <a:cubicBezTo>
                        <a:pt x="3488" y="49"/>
                        <a:pt x="3488" y="25"/>
                        <a:pt x="3488" y="0"/>
                      </a:cubicBezTo>
                      <a:cubicBezTo>
                        <a:pt x="3536" y="0"/>
                        <a:pt x="3584" y="0"/>
                        <a:pt x="3634" y="0"/>
                      </a:cubicBezTo>
                      <a:cubicBezTo>
                        <a:pt x="3634" y="24"/>
                        <a:pt x="3634" y="48"/>
                        <a:pt x="3634" y="73"/>
                      </a:cubicBezTo>
                      <a:cubicBezTo>
                        <a:pt x="3730" y="73"/>
                        <a:pt x="3826" y="73"/>
                        <a:pt x="3924" y="73"/>
                      </a:cubicBezTo>
                      <a:cubicBezTo>
                        <a:pt x="3924" y="49"/>
                        <a:pt x="3924" y="25"/>
                        <a:pt x="3924" y="0"/>
                      </a:cubicBezTo>
                      <a:cubicBezTo>
                        <a:pt x="4068" y="0"/>
                        <a:pt x="4212" y="0"/>
                        <a:pt x="4360" y="0"/>
                      </a:cubicBezTo>
                      <a:cubicBezTo>
                        <a:pt x="4360" y="24"/>
                        <a:pt x="4360" y="48"/>
                        <a:pt x="4360" y="73"/>
                      </a:cubicBezTo>
                      <a:cubicBezTo>
                        <a:pt x="5488" y="73"/>
                        <a:pt x="6615" y="73"/>
                        <a:pt x="7776" y="73"/>
                      </a:cubicBezTo>
                      <a:cubicBezTo>
                        <a:pt x="7776" y="49"/>
                        <a:pt x="7776" y="25"/>
                        <a:pt x="7776" y="0"/>
                      </a:cubicBezTo>
                      <a:cubicBezTo>
                        <a:pt x="8136" y="0"/>
                        <a:pt x="8496" y="0"/>
                        <a:pt x="8866" y="0"/>
                      </a:cubicBezTo>
                      <a:cubicBezTo>
                        <a:pt x="8866" y="24"/>
                        <a:pt x="8866" y="48"/>
                        <a:pt x="8866" y="73"/>
                      </a:cubicBezTo>
                      <a:cubicBezTo>
                        <a:pt x="9178" y="73"/>
                        <a:pt x="9490" y="73"/>
                        <a:pt x="9811" y="73"/>
                      </a:cubicBezTo>
                      <a:cubicBezTo>
                        <a:pt x="9811" y="121"/>
                        <a:pt x="9811" y="169"/>
                        <a:pt x="9811" y="218"/>
                      </a:cubicBezTo>
                      <a:cubicBezTo>
                        <a:pt x="6573" y="218"/>
                        <a:pt x="3336" y="218"/>
                        <a:pt x="0" y="218"/>
                      </a:cubicBezTo>
                      <a:cubicBezTo>
                        <a:pt x="0" y="170"/>
                        <a:pt x="0" y="122"/>
                        <a:pt x="0" y="73"/>
                      </a:cubicBezTo>
                      <a:cubicBezTo>
                        <a:pt x="336" y="73"/>
                        <a:pt x="672" y="73"/>
                        <a:pt x="1017" y="73"/>
                      </a:cubicBezTo>
                      <a:cubicBezTo>
                        <a:pt x="1017" y="49"/>
                        <a:pt x="1017" y="25"/>
                        <a:pt x="101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45" name="ICON_REPORT_METHOD_path_013"/>
                <p:cNvSpPr/>
                <p:nvPr/>
              </p:nvSpPr>
              <p:spPr>
                <a:xfrm>
                  <a:off x="10540262" y="6229738"/>
                  <a:ext cx="24920" cy="2423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62" h="1908" fill="norm" stroke="0">
                      <a:moveTo>
                        <a:pt x="1526" y="0"/>
                      </a:moveTo>
                      <a:cubicBezTo>
                        <a:pt x="1598" y="0"/>
                        <a:pt x="1670" y="0"/>
                        <a:pt x="1744" y="0"/>
                      </a:cubicBezTo>
                      <a:cubicBezTo>
                        <a:pt x="1744" y="24"/>
                        <a:pt x="1744" y="48"/>
                        <a:pt x="1744" y="73"/>
                      </a:cubicBezTo>
                      <a:cubicBezTo>
                        <a:pt x="1768" y="73"/>
                        <a:pt x="1792" y="73"/>
                        <a:pt x="1817" y="73"/>
                      </a:cubicBezTo>
                      <a:cubicBezTo>
                        <a:pt x="1817" y="97"/>
                        <a:pt x="1817" y="121"/>
                        <a:pt x="1817" y="145"/>
                      </a:cubicBezTo>
                      <a:cubicBezTo>
                        <a:pt x="1841" y="145"/>
                        <a:pt x="1865" y="145"/>
                        <a:pt x="1890" y="145"/>
                      </a:cubicBezTo>
                      <a:cubicBezTo>
                        <a:pt x="1890" y="169"/>
                        <a:pt x="1890" y="193"/>
                        <a:pt x="1890" y="218"/>
                      </a:cubicBezTo>
                      <a:cubicBezTo>
                        <a:pt x="1914" y="218"/>
                        <a:pt x="1938" y="218"/>
                        <a:pt x="1962" y="218"/>
                      </a:cubicBezTo>
                      <a:cubicBezTo>
                        <a:pt x="1962" y="314"/>
                        <a:pt x="1962" y="410"/>
                        <a:pt x="1962" y="509"/>
                      </a:cubicBezTo>
                      <a:cubicBezTo>
                        <a:pt x="1938" y="509"/>
                        <a:pt x="1914" y="509"/>
                        <a:pt x="1890" y="509"/>
                      </a:cubicBezTo>
                      <a:cubicBezTo>
                        <a:pt x="1890" y="533"/>
                        <a:pt x="1890" y="557"/>
                        <a:pt x="1890" y="581"/>
                      </a:cubicBezTo>
                      <a:cubicBezTo>
                        <a:pt x="1866" y="581"/>
                        <a:pt x="1842" y="581"/>
                        <a:pt x="1817" y="581"/>
                      </a:cubicBezTo>
                      <a:cubicBezTo>
                        <a:pt x="1817" y="605"/>
                        <a:pt x="1817" y="629"/>
                        <a:pt x="1817" y="654"/>
                      </a:cubicBezTo>
                      <a:cubicBezTo>
                        <a:pt x="1793" y="654"/>
                        <a:pt x="1769" y="654"/>
                        <a:pt x="1744" y="654"/>
                      </a:cubicBezTo>
                      <a:cubicBezTo>
                        <a:pt x="1744" y="678"/>
                        <a:pt x="1744" y="702"/>
                        <a:pt x="1744" y="727"/>
                      </a:cubicBezTo>
                      <a:cubicBezTo>
                        <a:pt x="1720" y="727"/>
                        <a:pt x="1696" y="727"/>
                        <a:pt x="1672" y="727"/>
                      </a:cubicBezTo>
                      <a:cubicBezTo>
                        <a:pt x="1672" y="751"/>
                        <a:pt x="1672" y="775"/>
                        <a:pt x="1672" y="799"/>
                      </a:cubicBezTo>
                      <a:cubicBezTo>
                        <a:pt x="1648" y="799"/>
                        <a:pt x="1624" y="799"/>
                        <a:pt x="1599" y="799"/>
                      </a:cubicBezTo>
                      <a:cubicBezTo>
                        <a:pt x="1599" y="823"/>
                        <a:pt x="1599" y="847"/>
                        <a:pt x="1599" y="872"/>
                      </a:cubicBezTo>
                      <a:cubicBezTo>
                        <a:pt x="1575" y="872"/>
                        <a:pt x="1551" y="872"/>
                        <a:pt x="1526" y="872"/>
                      </a:cubicBezTo>
                      <a:cubicBezTo>
                        <a:pt x="1526" y="896"/>
                        <a:pt x="1526" y="920"/>
                        <a:pt x="1526" y="945"/>
                      </a:cubicBezTo>
                      <a:cubicBezTo>
                        <a:pt x="1502" y="945"/>
                        <a:pt x="1478" y="945"/>
                        <a:pt x="1453" y="945"/>
                      </a:cubicBezTo>
                      <a:cubicBezTo>
                        <a:pt x="1453" y="969"/>
                        <a:pt x="1453" y="993"/>
                        <a:pt x="1453" y="1017"/>
                      </a:cubicBezTo>
                      <a:cubicBezTo>
                        <a:pt x="1430" y="1017"/>
                        <a:pt x="1406" y="1017"/>
                        <a:pt x="1381" y="1017"/>
                      </a:cubicBezTo>
                      <a:cubicBezTo>
                        <a:pt x="1381" y="1041"/>
                        <a:pt x="1381" y="1065"/>
                        <a:pt x="1381" y="1090"/>
                      </a:cubicBezTo>
                      <a:cubicBezTo>
                        <a:pt x="1333" y="1090"/>
                        <a:pt x="1285" y="1090"/>
                        <a:pt x="1235" y="1090"/>
                      </a:cubicBezTo>
                      <a:cubicBezTo>
                        <a:pt x="1235" y="1114"/>
                        <a:pt x="1235" y="1138"/>
                        <a:pt x="1235" y="1163"/>
                      </a:cubicBezTo>
                      <a:cubicBezTo>
                        <a:pt x="1211" y="1163"/>
                        <a:pt x="1188" y="1163"/>
                        <a:pt x="1163" y="1163"/>
                      </a:cubicBezTo>
                      <a:cubicBezTo>
                        <a:pt x="1163" y="1211"/>
                        <a:pt x="1163" y="1259"/>
                        <a:pt x="1163" y="1308"/>
                      </a:cubicBezTo>
                      <a:cubicBezTo>
                        <a:pt x="1139" y="1308"/>
                        <a:pt x="1115" y="1308"/>
                        <a:pt x="1090" y="1308"/>
                      </a:cubicBezTo>
                      <a:cubicBezTo>
                        <a:pt x="1090" y="1332"/>
                        <a:pt x="1090" y="1356"/>
                        <a:pt x="1090" y="1381"/>
                      </a:cubicBezTo>
                      <a:cubicBezTo>
                        <a:pt x="1066" y="1381"/>
                        <a:pt x="1042" y="1381"/>
                        <a:pt x="1017" y="1381"/>
                      </a:cubicBezTo>
                      <a:cubicBezTo>
                        <a:pt x="1017" y="1405"/>
                        <a:pt x="1017" y="1429"/>
                        <a:pt x="1017" y="1453"/>
                      </a:cubicBezTo>
                      <a:cubicBezTo>
                        <a:pt x="993" y="1453"/>
                        <a:pt x="969" y="1453"/>
                        <a:pt x="945" y="1453"/>
                      </a:cubicBezTo>
                      <a:cubicBezTo>
                        <a:pt x="945" y="1477"/>
                        <a:pt x="945" y="1501"/>
                        <a:pt x="945" y="1526"/>
                      </a:cubicBezTo>
                      <a:cubicBezTo>
                        <a:pt x="921" y="1526"/>
                        <a:pt x="897" y="1526"/>
                        <a:pt x="872" y="1526"/>
                      </a:cubicBezTo>
                      <a:cubicBezTo>
                        <a:pt x="872" y="1550"/>
                        <a:pt x="872" y="1574"/>
                        <a:pt x="872" y="1599"/>
                      </a:cubicBezTo>
                      <a:cubicBezTo>
                        <a:pt x="848" y="1599"/>
                        <a:pt x="824" y="1599"/>
                        <a:pt x="799" y="1599"/>
                      </a:cubicBezTo>
                      <a:cubicBezTo>
                        <a:pt x="799" y="1623"/>
                        <a:pt x="799" y="1647"/>
                        <a:pt x="799" y="1672"/>
                      </a:cubicBezTo>
                      <a:cubicBezTo>
                        <a:pt x="751" y="1672"/>
                        <a:pt x="703" y="1672"/>
                        <a:pt x="654" y="1672"/>
                      </a:cubicBezTo>
                      <a:cubicBezTo>
                        <a:pt x="654" y="1695"/>
                        <a:pt x="654" y="1719"/>
                        <a:pt x="654" y="1744"/>
                      </a:cubicBezTo>
                      <a:cubicBezTo>
                        <a:pt x="621" y="1811"/>
                        <a:pt x="578" y="1861"/>
                        <a:pt x="509" y="1890"/>
                      </a:cubicBezTo>
                      <a:cubicBezTo>
                        <a:pt x="389" y="1908"/>
                        <a:pt x="266" y="1898"/>
                        <a:pt x="145" y="1890"/>
                      </a:cubicBezTo>
                      <a:cubicBezTo>
                        <a:pt x="145" y="1866"/>
                        <a:pt x="145" y="1842"/>
                        <a:pt x="145" y="1817"/>
                      </a:cubicBezTo>
                      <a:cubicBezTo>
                        <a:pt x="121" y="1817"/>
                        <a:pt x="97" y="1817"/>
                        <a:pt x="73" y="1817"/>
                      </a:cubicBezTo>
                      <a:cubicBezTo>
                        <a:pt x="73" y="1793"/>
                        <a:pt x="73" y="1769"/>
                        <a:pt x="73" y="1744"/>
                      </a:cubicBezTo>
                      <a:cubicBezTo>
                        <a:pt x="49" y="1744"/>
                        <a:pt x="25" y="1744"/>
                        <a:pt x="0" y="1744"/>
                      </a:cubicBezTo>
                      <a:cubicBezTo>
                        <a:pt x="0" y="1648"/>
                        <a:pt x="0" y="1552"/>
                        <a:pt x="0" y="1453"/>
                      </a:cubicBezTo>
                      <a:cubicBezTo>
                        <a:pt x="24" y="1453"/>
                        <a:pt x="48" y="1453"/>
                        <a:pt x="73" y="1453"/>
                      </a:cubicBezTo>
                      <a:cubicBezTo>
                        <a:pt x="73" y="1430"/>
                        <a:pt x="73" y="1406"/>
                        <a:pt x="73" y="1381"/>
                      </a:cubicBezTo>
                      <a:cubicBezTo>
                        <a:pt x="97" y="1381"/>
                        <a:pt x="121" y="1381"/>
                        <a:pt x="145" y="1381"/>
                      </a:cubicBezTo>
                      <a:cubicBezTo>
                        <a:pt x="145" y="1357"/>
                        <a:pt x="145" y="1333"/>
                        <a:pt x="145" y="1308"/>
                      </a:cubicBezTo>
                      <a:cubicBezTo>
                        <a:pt x="169" y="1308"/>
                        <a:pt x="193" y="1308"/>
                        <a:pt x="218" y="1308"/>
                      </a:cubicBezTo>
                      <a:cubicBezTo>
                        <a:pt x="218" y="1284"/>
                        <a:pt x="218" y="1260"/>
                        <a:pt x="218" y="1235"/>
                      </a:cubicBezTo>
                      <a:cubicBezTo>
                        <a:pt x="242" y="1235"/>
                        <a:pt x="266" y="1235"/>
                        <a:pt x="291" y="1235"/>
                      </a:cubicBezTo>
                      <a:cubicBezTo>
                        <a:pt x="291" y="1211"/>
                        <a:pt x="291" y="1188"/>
                        <a:pt x="291" y="1163"/>
                      </a:cubicBezTo>
                      <a:cubicBezTo>
                        <a:pt x="315" y="1163"/>
                        <a:pt x="339" y="1163"/>
                        <a:pt x="363" y="1163"/>
                      </a:cubicBezTo>
                      <a:cubicBezTo>
                        <a:pt x="363" y="1139"/>
                        <a:pt x="363" y="1115"/>
                        <a:pt x="363" y="1090"/>
                      </a:cubicBezTo>
                      <a:cubicBezTo>
                        <a:pt x="387" y="1090"/>
                        <a:pt x="411" y="1090"/>
                        <a:pt x="436" y="1090"/>
                      </a:cubicBezTo>
                      <a:cubicBezTo>
                        <a:pt x="436" y="1066"/>
                        <a:pt x="436" y="1042"/>
                        <a:pt x="436" y="1017"/>
                      </a:cubicBezTo>
                      <a:cubicBezTo>
                        <a:pt x="484" y="1017"/>
                        <a:pt x="532" y="1017"/>
                        <a:pt x="581" y="1017"/>
                      </a:cubicBezTo>
                      <a:cubicBezTo>
                        <a:pt x="581" y="993"/>
                        <a:pt x="581" y="969"/>
                        <a:pt x="581" y="945"/>
                      </a:cubicBezTo>
                      <a:cubicBezTo>
                        <a:pt x="605" y="945"/>
                        <a:pt x="629" y="945"/>
                        <a:pt x="654" y="945"/>
                      </a:cubicBezTo>
                      <a:cubicBezTo>
                        <a:pt x="654" y="921"/>
                        <a:pt x="654" y="897"/>
                        <a:pt x="654" y="872"/>
                      </a:cubicBezTo>
                      <a:cubicBezTo>
                        <a:pt x="678" y="872"/>
                        <a:pt x="702" y="872"/>
                        <a:pt x="727" y="872"/>
                      </a:cubicBezTo>
                      <a:cubicBezTo>
                        <a:pt x="727" y="848"/>
                        <a:pt x="727" y="824"/>
                        <a:pt x="727" y="799"/>
                      </a:cubicBezTo>
                      <a:cubicBezTo>
                        <a:pt x="751" y="799"/>
                        <a:pt x="775" y="799"/>
                        <a:pt x="799" y="799"/>
                      </a:cubicBezTo>
                      <a:cubicBezTo>
                        <a:pt x="799" y="775"/>
                        <a:pt x="799" y="751"/>
                        <a:pt x="799" y="727"/>
                      </a:cubicBezTo>
                      <a:cubicBezTo>
                        <a:pt x="823" y="727"/>
                        <a:pt x="847" y="727"/>
                        <a:pt x="872" y="727"/>
                      </a:cubicBezTo>
                      <a:cubicBezTo>
                        <a:pt x="872" y="703"/>
                        <a:pt x="872" y="679"/>
                        <a:pt x="872" y="654"/>
                      </a:cubicBezTo>
                      <a:cubicBezTo>
                        <a:pt x="896" y="654"/>
                        <a:pt x="920" y="654"/>
                        <a:pt x="945" y="654"/>
                      </a:cubicBezTo>
                      <a:cubicBezTo>
                        <a:pt x="945" y="630"/>
                        <a:pt x="945" y="606"/>
                        <a:pt x="945" y="581"/>
                      </a:cubicBezTo>
                      <a:cubicBezTo>
                        <a:pt x="969" y="581"/>
                        <a:pt x="993" y="581"/>
                        <a:pt x="1017" y="581"/>
                      </a:cubicBezTo>
                      <a:cubicBezTo>
                        <a:pt x="1017" y="557"/>
                        <a:pt x="1017" y="533"/>
                        <a:pt x="1017" y="509"/>
                      </a:cubicBezTo>
                      <a:cubicBezTo>
                        <a:pt x="1041" y="509"/>
                        <a:pt x="1065" y="509"/>
                        <a:pt x="1090" y="509"/>
                      </a:cubicBezTo>
                      <a:cubicBezTo>
                        <a:pt x="1090" y="485"/>
                        <a:pt x="1090" y="461"/>
                        <a:pt x="1090" y="436"/>
                      </a:cubicBezTo>
                      <a:cubicBezTo>
                        <a:pt x="1114" y="436"/>
                        <a:pt x="1138" y="436"/>
                        <a:pt x="1163" y="436"/>
                      </a:cubicBezTo>
                      <a:cubicBezTo>
                        <a:pt x="1163" y="412"/>
                        <a:pt x="1163" y="388"/>
                        <a:pt x="1163" y="363"/>
                      </a:cubicBezTo>
                      <a:cubicBezTo>
                        <a:pt x="1187" y="363"/>
                        <a:pt x="1211" y="363"/>
                        <a:pt x="1235" y="363"/>
                      </a:cubicBezTo>
                      <a:cubicBezTo>
                        <a:pt x="1235" y="339"/>
                        <a:pt x="1235" y="315"/>
                        <a:pt x="1235" y="291"/>
                      </a:cubicBezTo>
                      <a:cubicBezTo>
                        <a:pt x="1259" y="291"/>
                        <a:pt x="1283" y="291"/>
                        <a:pt x="1308" y="291"/>
                      </a:cubicBezTo>
                      <a:cubicBezTo>
                        <a:pt x="1308" y="267"/>
                        <a:pt x="1308" y="243"/>
                        <a:pt x="1308" y="218"/>
                      </a:cubicBezTo>
                      <a:cubicBezTo>
                        <a:pt x="1332" y="218"/>
                        <a:pt x="1356" y="218"/>
                        <a:pt x="1381" y="218"/>
                      </a:cubicBezTo>
                      <a:cubicBezTo>
                        <a:pt x="1381" y="194"/>
                        <a:pt x="1381" y="170"/>
                        <a:pt x="1381" y="145"/>
                      </a:cubicBezTo>
                      <a:cubicBezTo>
                        <a:pt x="1405" y="145"/>
                        <a:pt x="1429" y="145"/>
                        <a:pt x="1453" y="145"/>
                      </a:cubicBezTo>
                      <a:cubicBezTo>
                        <a:pt x="1453" y="121"/>
                        <a:pt x="1453" y="97"/>
                        <a:pt x="1453" y="73"/>
                      </a:cubicBezTo>
                      <a:cubicBezTo>
                        <a:pt x="1477" y="73"/>
                        <a:pt x="1501" y="73"/>
                        <a:pt x="1526" y="73"/>
                      </a:cubicBezTo>
                      <a:cubicBezTo>
                        <a:pt x="1526" y="49"/>
                        <a:pt x="1526" y="25"/>
                        <a:pt x="1526" y="0"/>
                      </a:cubicBezTo>
                      <a:close/>
                    </a:path>
                  </a:pathLst>
                </a:custGeom>
                <a:solidFill>
                  <a:srgbClr val="251047"/>
                </a:solidFill>
                <a:ln w="461" cap="flat">
                  <a:noFill/>
                </a:ln>
              </p:spPr>
            </p:sp>
            <p:sp>
              <p:nvSpPr>
                <p:cNvPr id="1646" name="ICON_REPORT_METHOD_path_014"/>
                <p:cNvSpPr/>
                <p:nvPr/>
              </p:nvSpPr>
              <p:spPr>
                <a:xfrm>
                  <a:off x="10507035" y="6247274"/>
                  <a:ext cx="17536" cy="3322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81" h="2616" fill="norm" stroke="0">
                      <a:moveTo>
                        <a:pt x="727" y="0"/>
                      </a:moveTo>
                      <a:cubicBezTo>
                        <a:pt x="823" y="0"/>
                        <a:pt x="919" y="0"/>
                        <a:pt x="1017" y="0"/>
                      </a:cubicBezTo>
                      <a:cubicBezTo>
                        <a:pt x="968" y="114"/>
                        <a:pt x="968" y="114"/>
                        <a:pt x="945" y="145"/>
                      </a:cubicBezTo>
                      <a:cubicBezTo>
                        <a:pt x="906" y="150"/>
                        <a:pt x="906" y="150"/>
                        <a:pt x="872" y="145"/>
                      </a:cubicBezTo>
                      <a:cubicBezTo>
                        <a:pt x="872" y="169"/>
                        <a:pt x="872" y="193"/>
                        <a:pt x="872" y="218"/>
                      </a:cubicBezTo>
                      <a:cubicBezTo>
                        <a:pt x="848" y="218"/>
                        <a:pt x="824" y="218"/>
                        <a:pt x="799" y="218"/>
                      </a:cubicBezTo>
                      <a:cubicBezTo>
                        <a:pt x="799" y="242"/>
                        <a:pt x="799" y="266"/>
                        <a:pt x="799" y="291"/>
                      </a:cubicBezTo>
                      <a:cubicBezTo>
                        <a:pt x="775" y="291"/>
                        <a:pt x="751" y="291"/>
                        <a:pt x="727" y="291"/>
                      </a:cubicBezTo>
                      <a:cubicBezTo>
                        <a:pt x="727" y="315"/>
                        <a:pt x="727" y="339"/>
                        <a:pt x="727" y="363"/>
                      </a:cubicBezTo>
                      <a:cubicBezTo>
                        <a:pt x="703" y="363"/>
                        <a:pt x="679" y="363"/>
                        <a:pt x="654" y="363"/>
                      </a:cubicBezTo>
                      <a:cubicBezTo>
                        <a:pt x="654" y="459"/>
                        <a:pt x="654" y="555"/>
                        <a:pt x="654" y="654"/>
                      </a:cubicBezTo>
                      <a:cubicBezTo>
                        <a:pt x="678" y="654"/>
                        <a:pt x="702" y="654"/>
                        <a:pt x="727" y="654"/>
                      </a:cubicBezTo>
                      <a:cubicBezTo>
                        <a:pt x="727" y="678"/>
                        <a:pt x="727" y="702"/>
                        <a:pt x="727" y="727"/>
                      </a:cubicBezTo>
                      <a:cubicBezTo>
                        <a:pt x="751" y="727"/>
                        <a:pt x="775" y="727"/>
                        <a:pt x="799" y="727"/>
                      </a:cubicBezTo>
                      <a:cubicBezTo>
                        <a:pt x="799" y="751"/>
                        <a:pt x="799" y="775"/>
                        <a:pt x="799" y="799"/>
                      </a:cubicBezTo>
                      <a:cubicBezTo>
                        <a:pt x="823" y="799"/>
                        <a:pt x="847" y="799"/>
                        <a:pt x="872" y="799"/>
                      </a:cubicBezTo>
                      <a:cubicBezTo>
                        <a:pt x="872" y="823"/>
                        <a:pt x="872" y="847"/>
                        <a:pt x="872" y="872"/>
                      </a:cubicBezTo>
                      <a:cubicBezTo>
                        <a:pt x="896" y="872"/>
                        <a:pt x="920" y="872"/>
                        <a:pt x="945" y="872"/>
                      </a:cubicBezTo>
                      <a:cubicBezTo>
                        <a:pt x="945" y="896"/>
                        <a:pt x="945" y="920"/>
                        <a:pt x="945" y="945"/>
                      </a:cubicBezTo>
                      <a:cubicBezTo>
                        <a:pt x="969" y="945"/>
                        <a:pt x="993" y="945"/>
                        <a:pt x="1017" y="945"/>
                      </a:cubicBezTo>
                      <a:cubicBezTo>
                        <a:pt x="1017" y="993"/>
                        <a:pt x="1017" y="1041"/>
                        <a:pt x="1017" y="1090"/>
                      </a:cubicBezTo>
                      <a:cubicBezTo>
                        <a:pt x="993" y="1090"/>
                        <a:pt x="969" y="1090"/>
                        <a:pt x="945" y="1090"/>
                      </a:cubicBezTo>
                      <a:cubicBezTo>
                        <a:pt x="945" y="1234"/>
                        <a:pt x="945" y="1378"/>
                        <a:pt x="945" y="1526"/>
                      </a:cubicBezTo>
                      <a:cubicBezTo>
                        <a:pt x="969" y="1526"/>
                        <a:pt x="993" y="1526"/>
                        <a:pt x="1017" y="1526"/>
                      </a:cubicBezTo>
                      <a:cubicBezTo>
                        <a:pt x="1017" y="1550"/>
                        <a:pt x="1017" y="1574"/>
                        <a:pt x="1017" y="1599"/>
                      </a:cubicBezTo>
                      <a:cubicBezTo>
                        <a:pt x="1041" y="1599"/>
                        <a:pt x="1065" y="1599"/>
                        <a:pt x="1090" y="1599"/>
                      </a:cubicBezTo>
                      <a:cubicBezTo>
                        <a:pt x="1090" y="1575"/>
                        <a:pt x="1090" y="1551"/>
                        <a:pt x="1090" y="1526"/>
                      </a:cubicBezTo>
                      <a:cubicBezTo>
                        <a:pt x="1138" y="1526"/>
                        <a:pt x="1186" y="1526"/>
                        <a:pt x="1235" y="1526"/>
                      </a:cubicBezTo>
                      <a:cubicBezTo>
                        <a:pt x="1235" y="1598"/>
                        <a:pt x="1235" y="1670"/>
                        <a:pt x="1235" y="1744"/>
                      </a:cubicBezTo>
                      <a:cubicBezTo>
                        <a:pt x="1259" y="1744"/>
                        <a:pt x="1283" y="1744"/>
                        <a:pt x="1308" y="1744"/>
                      </a:cubicBezTo>
                      <a:cubicBezTo>
                        <a:pt x="1308" y="1768"/>
                        <a:pt x="1308" y="1792"/>
                        <a:pt x="1308" y="1817"/>
                      </a:cubicBezTo>
                      <a:cubicBezTo>
                        <a:pt x="1332" y="1817"/>
                        <a:pt x="1356" y="1817"/>
                        <a:pt x="1381" y="1817"/>
                      </a:cubicBezTo>
                      <a:cubicBezTo>
                        <a:pt x="1381" y="1889"/>
                        <a:pt x="1381" y="1961"/>
                        <a:pt x="1381" y="2035"/>
                      </a:cubicBezTo>
                      <a:cubicBezTo>
                        <a:pt x="1357" y="2035"/>
                        <a:pt x="1333" y="2035"/>
                        <a:pt x="1308" y="2035"/>
                      </a:cubicBezTo>
                      <a:cubicBezTo>
                        <a:pt x="1308" y="2059"/>
                        <a:pt x="1308" y="2083"/>
                        <a:pt x="1308" y="2108"/>
                      </a:cubicBezTo>
                      <a:cubicBezTo>
                        <a:pt x="1260" y="2108"/>
                        <a:pt x="1212" y="2108"/>
                        <a:pt x="1163" y="2108"/>
                      </a:cubicBezTo>
                      <a:cubicBezTo>
                        <a:pt x="1163" y="2084"/>
                        <a:pt x="1163" y="2060"/>
                        <a:pt x="1163" y="2035"/>
                      </a:cubicBezTo>
                      <a:cubicBezTo>
                        <a:pt x="1139" y="2035"/>
                        <a:pt x="1115" y="2035"/>
                        <a:pt x="1090" y="2035"/>
                      </a:cubicBezTo>
                      <a:cubicBezTo>
                        <a:pt x="1090" y="1987"/>
                        <a:pt x="1090" y="1939"/>
                        <a:pt x="1090" y="1890"/>
                      </a:cubicBezTo>
                      <a:cubicBezTo>
                        <a:pt x="1066" y="1890"/>
                        <a:pt x="1042" y="1890"/>
                        <a:pt x="1017" y="1890"/>
                      </a:cubicBezTo>
                      <a:cubicBezTo>
                        <a:pt x="1017" y="1866"/>
                        <a:pt x="1017" y="1842"/>
                        <a:pt x="1017" y="1817"/>
                      </a:cubicBezTo>
                      <a:cubicBezTo>
                        <a:pt x="993" y="1817"/>
                        <a:pt x="969" y="1817"/>
                        <a:pt x="945" y="1817"/>
                      </a:cubicBezTo>
                      <a:cubicBezTo>
                        <a:pt x="945" y="1793"/>
                        <a:pt x="945" y="1769"/>
                        <a:pt x="945" y="1744"/>
                      </a:cubicBezTo>
                      <a:cubicBezTo>
                        <a:pt x="921" y="1744"/>
                        <a:pt x="897" y="1744"/>
                        <a:pt x="872" y="1744"/>
                      </a:cubicBezTo>
                      <a:cubicBezTo>
                        <a:pt x="872" y="1720"/>
                        <a:pt x="872" y="1696"/>
                        <a:pt x="872" y="1672"/>
                      </a:cubicBezTo>
                      <a:cubicBezTo>
                        <a:pt x="848" y="1672"/>
                        <a:pt x="824" y="1672"/>
                        <a:pt x="799" y="1672"/>
                      </a:cubicBezTo>
                      <a:cubicBezTo>
                        <a:pt x="799" y="1695"/>
                        <a:pt x="799" y="1719"/>
                        <a:pt x="799" y="1744"/>
                      </a:cubicBezTo>
                      <a:cubicBezTo>
                        <a:pt x="751" y="1744"/>
                        <a:pt x="703" y="1744"/>
                        <a:pt x="654" y="1744"/>
                      </a:cubicBezTo>
                      <a:cubicBezTo>
                        <a:pt x="654" y="1768"/>
                        <a:pt x="654" y="1792"/>
                        <a:pt x="654" y="1817"/>
                      </a:cubicBezTo>
                      <a:cubicBezTo>
                        <a:pt x="630" y="1817"/>
                        <a:pt x="606" y="1817"/>
                        <a:pt x="581" y="1817"/>
                      </a:cubicBezTo>
                      <a:cubicBezTo>
                        <a:pt x="581" y="1841"/>
                        <a:pt x="581" y="1865"/>
                        <a:pt x="581" y="1890"/>
                      </a:cubicBezTo>
                      <a:cubicBezTo>
                        <a:pt x="533" y="1890"/>
                        <a:pt x="485" y="1890"/>
                        <a:pt x="436" y="1890"/>
                      </a:cubicBezTo>
                      <a:cubicBezTo>
                        <a:pt x="436" y="1961"/>
                        <a:pt x="436" y="2033"/>
                        <a:pt x="436" y="2108"/>
                      </a:cubicBezTo>
                      <a:cubicBezTo>
                        <a:pt x="460" y="2108"/>
                        <a:pt x="484" y="2108"/>
                        <a:pt x="509" y="2108"/>
                      </a:cubicBezTo>
                      <a:cubicBezTo>
                        <a:pt x="509" y="2156"/>
                        <a:pt x="509" y="2203"/>
                        <a:pt x="509" y="2253"/>
                      </a:cubicBezTo>
                      <a:cubicBezTo>
                        <a:pt x="533" y="2253"/>
                        <a:pt x="557" y="2253"/>
                        <a:pt x="581" y="2253"/>
                      </a:cubicBezTo>
                      <a:cubicBezTo>
                        <a:pt x="581" y="2277"/>
                        <a:pt x="581" y="2301"/>
                        <a:pt x="581" y="2326"/>
                      </a:cubicBezTo>
                      <a:cubicBezTo>
                        <a:pt x="605" y="2326"/>
                        <a:pt x="629" y="2326"/>
                        <a:pt x="654" y="2326"/>
                      </a:cubicBezTo>
                      <a:cubicBezTo>
                        <a:pt x="654" y="2350"/>
                        <a:pt x="654" y="2374"/>
                        <a:pt x="654" y="2398"/>
                      </a:cubicBezTo>
                      <a:cubicBezTo>
                        <a:pt x="678" y="2398"/>
                        <a:pt x="702" y="2398"/>
                        <a:pt x="727" y="2398"/>
                      </a:cubicBezTo>
                      <a:cubicBezTo>
                        <a:pt x="725" y="2409"/>
                        <a:pt x="724" y="2421"/>
                        <a:pt x="722" y="2432"/>
                      </a:cubicBezTo>
                      <a:cubicBezTo>
                        <a:pt x="724" y="2445"/>
                        <a:pt x="725" y="2458"/>
                        <a:pt x="727" y="2471"/>
                      </a:cubicBezTo>
                      <a:cubicBezTo>
                        <a:pt x="759" y="2491"/>
                        <a:pt x="759" y="2491"/>
                        <a:pt x="799" y="2507"/>
                      </a:cubicBezTo>
                      <a:cubicBezTo>
                        <a:pt x="840" y="2523"/>
                        <a:pt x="840" y="2523"/>
                        <a:pt x="872" y="2544"/>
                      </a:cubicBezTo>
                      <a:cubicBezTo>
                        <a:pt x="872" y="2568"/>
                        <a:pt x="872" y="2592"/>
                        <a:pt x="872" y="2616"/>
                      </a:cubicBezTo>
                      <a:cubicBezTo>
                        <a:pt x="752" y="2616"/>
                        <a:pt x="632" y="2616"/>
                        <a:pt x="509" y="2616"/>
                      </a:cubicBezTo>
                      <a:cubicBezTo>
                        <a:pt x="509" y="2592"/>
                        <a:pt x="509" y="2568"/>
                        <a:pt x="509" y="2544"/>
                      </a:cubicBezTo>
                      <a:cubicBezTo>
                        <a:pt x="485" y="2544"/>
                        <a:pt x="461" y="2544"/>
                        <a:pt x="436" y="2544"/>
                      </a:cubicBezTo>
                      <a:cubicBezTo>
                        <a:pt x="436" y="2496"/>
                        <a:pt x="436" y="2448"/>
                        <a:pt x="436" y="2398"/>
                      </a:cubicBezTo>
                      <a:cubicBezTo>
                        <a:pt x="412" y="2398"/>
                        <a:pt x="388" y="2398"/>
                        <a:pt x="363" y="2398"/>
                      </a:cubicBezTo>
                      <a:cubicBezTo>
                        <a:pt x="363" y="2374"/>
                        <a:pt x="363" y="2350"/>
                        <a:pt x="363" y="2326"/>
                      </a:cubicBezTo>
                      <a:cubicBezTo>
                        <a:pt x="339" y="2326"/>
                        <a:pt x="315" y="2326"/>
                        <a:pt x="291" y="2326"/>
                      </a:cubicBezTo>
                      <a:cubicBezTo>
                        <a:pt x="291" y="2254"/>
                        <a:pt x="291" y="2182"/>
                        <a:pt x="291" y="2108"/>
                      </a:cubicBezTo>
                      <a:cubicBezTo>
                        <a:pt x="243" y="2108"/>
                        <a:pt x="195" y="2108"/>
                        <a:pt x="145" y="2108"/>
                      </a:cubicBezTo>
                      <a:cubicBezTo>
                        <a:pt x="145" y="2084"/>
                        <a:pt x="145" y="2060"/>
                        <a:pt x="145" y="2035"/>
                      </a:cubicBezTo>
                      <a:cubicBezTo>
                        <a:pt x="121" y="2035"/>
                        <a:pt x="97" y="2035"/>
                        <a:pt x="73" y="2035"/>
                      </a:cubicBezTo>
                      <a:cubicBezTo>
                        <a:pt x="73" y="2011"/>
                        <a:pt x="73" y="1987"/>
                        <a:pt x="73" y="1962"/>
                      </a:cubicBezTo>
                      <a:cubicBezTo>
                        <a:pt x="49" y="1962"/>
                        <a:pt x="25" y="1962"/>
                        <a:pt x="0" y="1962"/>
                      </a:cubicBezTo>
                      <a:cubicBezTo>
                        <a:pt x="0" y="1914"/>
                        <a:pt x="0" y="1866"/>
                        <a:pt x="0" y="1817"/>
                      </a:cubicBezTo>
                      <a:cubicBezTo>
                        <a:pt x="24" y="1817"/>
                        <a:pt x="48" y="1817"/>
                        <a:pt x="73" y="1817"/>
                      </a:cubicBezTo>
                      <a:cubicBezTo>
                        <a:pt x="73" y="1793"/>
                        <a:pt x="73" y="1769"/>
                        <a:pt x="73" y="1744"/>
                      </a:cubicBezTo>
                      <a:cubicBezTo>
                        <a:pt x="97" y="1744"/>
                        <a:pt x="121" y="1744"/>
                        <a:pt x="145" y="1744"/>
                      </a:cubicBezTo>
                      <a:cubicBezTo>
                        <a:pt x="145" y="1720"/>
                        <a:pt x="145" y="1696"/>
                        <a:pt x="145" y="1672"/>
                      </a:cubicBezTo>
                      <a:cubicBezTo>
                        <a:pt x="169" y="1672"/>
                        <a:pt x="193" y="1672"/>
                        <a:pt x="218" y="1672"/>
                      </a:cubicBezTo>
                      <a:cubicBezTo>
                        <a:pt x="218" y="1432"/>
                        <a:pt x="218" y="1192"/>
                        <a:pt x="218" y="945"/>
                      </a:cubicBezTo>
                      <a:cubicBezTo>
                        <a:pt x="242" y="945"/>
                        <a:pt x="266" y="945"/>
                        <a:pt x="291" y="945"/>
                      </a:cubicBezTo>
                      <a:cubicBezTo>
                        <a:pt x="291" y="873"/>
                        <a:pt x="291" y="801"/>
                        <a:pt x="291" y="727"/>
                      </a:cubicBezTo>
                      <a:cubicBezTo>
                        <a:pt x="315" y="727"/>
                        <a:pt x="339" y="727"/>
                        <a:pt x="363" y="727"/>
                      </a:cubicBezTo>
                      <a:cubicBezTo>
                        <a:pt x="363" y="607"/>
                        <a:pt x="363" y="487"/>
                        <a:pt x="363" y="363"/>
                      </a:cubicBezTo>
                      <a:cubicBezTo>
                        <a:pt x="387" y="363"/>
                        <a:pt x="411" y="363"/>
                        <a:pt x="436" y="363"/>
                      </a:cubicBezTo>
                      <a:cubicBezTo>
                        <a:pt x="436" y="339"/>
                        <a:pt x="436" y="315"/>
                        <a:pt x="436" y="291"/>
                      </a:cubicBezTo>
                      <a:cubicBezTo>
                        <a:pt x="460" y="291"/>
                        <a:pt x="484" y="291"/>
                        <a:pt x="509" y="291"/>
                      </a:cubicBezTo>
                      <a:cubicBezTo>
                        <a:pt x="509" y="243"/>
                        <a:pt x="509" y="195"/>
                        <a:pt x="509" y="145"/>
                      </a:cubicBezTo>
                      <a:cubicBezTo>
                        <a:pt x="557" y="145"/>
                        <a:pt x="605" y="145"/>
                        <a:pt x="654" y="145"/>
                      </a:cubicBezTo>
                      <a:cubicBezTo>
                        <a:pt x="654" y="121"/>
                        <a:pt x="654" y="97"/>
                        <a:pt x="654" y="73"/>
                      </a:cubicBezTo>
                      <a:cubicBezTo>
                        <a:pt x="678" y="73"/>
                        <a:pt x="702" y="73"/>
                        <a:pt x="727" y="73"/>
                      </a:cubicBezTo>
                      <a:cubicBezTo>
                        <a:pt x="727" y="49"/>
                        <a:pt x="727" y="25"/>
                        <a:pt x="72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47" name="ICON_REPORT_METHOD_path_015"/>
                <p:cNvSpPr/>
                <p:nvPr/>
              </p:nvSpPr>
              <p:spPr>
                <a:xfrm>
                  <a:off x="10537493" y="6128211"/>
                  <a:ext cx="18459" cy="1938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53" h="1526" fill="norm" stroke="0">
                      <a:moveTo>
                        <a:pt x="0" y="0"/>
                      </a:moveTo>
                      <a:cubicBezTo>
                        <a:pt x="48" y="0"/>
                        <a:pt x="96" y="0"/>
                        <a:pt x="145" y="0"/>
                      </a:cubicBezTo>
                      <a:cubicBezTo>
                        <a:pt x="145" y="24"/>
                        <a:pt x="145" y="48"/>
                        <a:pt x="145" y="73"/>
                      </a:cubicBezTo>
                      <a:cubicBezTo>
                        <a:pt x="169" y="73"/>
                        <a:pt x="193" y="73"/>
                        <a:pt x="218" y="73"/>
                      </a:cubicBezTo>
                      <a:cubicBezTo>
                        <a:pt x="218" y="97"/>
                        <a:pt x="218" y="121"/>
                        <a:pt x="218" y="145"/>
                      </a:cubicBezTo>
                      <a:cubicBezTo>
                        <a:pt x="242" y="145"/>
                        <a:pt x="266" y="145"/>
                        <a:pt x="291" y="145"/>
                      </a:cubicBezTo>
                      <a:cubicBezTo>
                        <a:pt x="291" y="169"/>
                        <a:pt x="291" y="193"/>
                        <a:pt x="291" y="218"/>
                      </a:cubicBezTo>
                      <a:cubicBezTo>
                        <a:pt x="315" y="218"/>
                        <a:pt x="339" y="218"/>
                        <a:pt x="363" y="218"/>
                      </a:cubicBezTo>
                      <a:cubicBezTo>
                        <a:pt x="363" y="242"/>
                        <a:pt x="363" y="266"/>
                        <a:pt x="363" y="291"/>
                      </a:cubicBezTo>
                      <a:cubicBezTo>
                        <a:pt x="387" y="291"/>
                        <a:pt x="411" y="291"/>
                        <a:pt x="436" y="291"/>
                      </a:cubicBezTo>
                      <a:cubicBezTo>
                        <a:pt x="436" y="315"/>
                        <a:pt x="436" y="339"/>
                        <a:pt x="436" y="363"/>
                      </a:cubicBezTo>
                      <a:cubicBezTo>
                        <a:pt x="460" y="363"/>
                        <a:pt x="484" y="363"/>
                        <a:pt x="509" y="363"/>
                      </a:cubicBezTo>
                      <a:cubicBezTo>
                        <a:pt x="509" y="387"/>
                        <a:pt x="509" y="411"/>
                        <a:pt x="509" y="436"/>
                      </a:cubicBezTo>
                      <a:cubicBezTo>
                        <a:pt x="533" y="436"/>
                        <a:pt x="557" y="436"/>
                        <a:pt x="581" y="436"/>
                      </a:cubicBezTo>
                      <a:cubicBezTo>
                        <a:pt x="581" y="460"/>
                        <a:pt x="581" y="484"/>
                        <a:pt x="581" y="509"/>
                      </a:cubicBezTo>
                      <a:cubicBezTo>
                        <a:pt x="605" y="509"/>
                        <a:pt x="629" y="509"/>
                        <a:pt x="654" y="509"/>
                      </a:cubicBezTo>
                      <a:cubicBezTo>
                        <a:pt x="654" y="533"/>
                        <a:pt x="654" y="557"/>
                        <a:pt x="654" y="581"/>
                      </a:cubicBezTo>
                      <a:cubicBezTo>
                        <a:pt x="678" y="581"/>
                        <a:pt x="702" y="581"/>
                        <a:pt x="727" y="581"/>
                      </a:cubicBezTo>
                      <a:cubicBezTo>
                        <a:pt x="727" y="605"/>
                        <a:pt x="727" y="629"/>
                        <a:pt x="727" y="654"/>
                      </a:cubicBezTo>
                      <a:cubicBezTo>
                        <a:pt x="751" y="654"/>
                        <a:pt x="775" y="654"/>
                        <a:pt x="799" y="654"/>
                      </a:cubicBezTo>
                      <a:cubicBezTo>
                        <a:pt x="799" y="678"/>
                        <a:pt x="799" y="702"/>
                        <a:pt x="799" y="727"/>
                      </a:cubicBezTo>
                      <a:cubicBezTo>
                        <a:pt x="823" y="727"/>
                        <a:pt x="847" y="727"/>
                        <a:pt x="872" y="727"/>
                      </a:cubicBezTo>
                      <a:cubicBezTo>
                        <a:pt x="872" y="751"/>
                        <a:pt x="872" y="775"/>
                        <a:pt x="872" y="799"/>
                      </a:cubicBezTo>
                      <a:cubicBezTo>
                        <a:pt x="896" y="799"/>
                        <a:pt x="920" y="799"/>
                        <a:pt x="945" y="799"/>
                      </a:cubicBezTo>
                      <a:cubicBezTo>
                        <a:pt x="945" y="823"/>
                        <a:pt x="945" y="847"/>
                        <a:pt x="945" y="872"/>
                      </a:cubicBezTo>
                      <a:cubicBezTo>
                        <a:pt x="969" y="872"/>
                        <a:pt x="993" y="872"/>
                        <a:pt x="1017" y="872"/>
                      </a:cubicBezTo>
                      <a:cubicBezTo>
                        <a:pt x="1017" y="896"/>
                        <a:pt x="1017" y="920"/>
                        <a:pt x="1017" y="945"/>
                      </a:cubicBezTo>
                      <a:cubicBezTo>
                        <a:pt x="1041" y="945"/>
                        <a:pt x="1065" y="945"/>
                        <a:pt x="1090" y="945"/>
                      </a:cubicBezTo>
                      <a:cubicBezTo>
                        <a:pt x="1090" y="969"/>
                        <a:pt x="1090" y="993"/>
                        <a:pt x="1090" y="1017"/>
                      </a:cubicBezTo>
                      <a:cubicBezTo>
                        <a:pt x="1114" y="1017"/>
                        <a:pt x="1138" y="1017"/>
                        <a:pt x="1163" y="1017"/>
                      </a:cubicBezTo>
                      <a:cubicBezTo>
                        <a:pt x="1163" y="1041"/>
                        <a:pt x="1163" y="1065"/>
                        <a:pt x="1163" y="1090"/>
                      </a:cubicBezTo>
                      <a:cubicBezTo>
                        <a:pt x="1187" y="1090"/>
                        <a:pt x="1211" y="1090"/>
                        <a:pt x="1235" y="1090"/>
                      </a:cubicBezTo>
                      <a:cubicBezTo>
                        <a:pt x="1235" y="1114"/>
                        <a:pt x="1235" y="1138"/>
                        <a:pt x="1235" y="1163"/>
                      </a:cubicBezTo>
                      <a:cubicBezTo>
                        <a:pt x="1259" y="1163"/>
                        <a:pt x="1283" y="1163"/>
                        <a:pt x="1308" y="1163"/>
                      </a:cubicBezTo>
                      <a:cubicBezTo>
                        <a:pt x="1308" y="1187"/>
                        <a:pt x="1308" y="1211"/>
                        <a:pt x="1308" y="1235"/>
                      </a:cubicBezTo>
                      <a:cubicBezTo>
                        <a:pt x="1332" y="1235"/>
                        <a:pt x="1356" y="1235"/>
                        <a:pt x="1381" y="1235"/>
                      </a:cubicBezTo>
                      <a:cubicBezTo>
                        <a:pt x="1381" y="1259"/>
                        <a:pt x="1381" y="1283"/>
                        <a:pt x="1381" y="1308"/>
                      </a:cubicBezTo>
                      <a:cubicBezTo>
                        <a:pt x="1405" y="1308"/>
                        <a:pt x="1429" y="1308"/>
                        <a:pt x="1453" y="1308"/>
                      </a:cubicBezTo>
                      <a:cubicBezTo>
                        <a:pt x="1453" y="1380"/>
                        <a:pt x="1453" y="1452"/>
                        <a:pt x="1453" y="1526"/>
                      </a:cubicBezTo>
                      <a:cubicBezTo>
                        <a:pt x="998" y="1526"/>
                        <a:pt x="542" y="1526"/>
                        <a:pt x="73" y="1526"/>
                      </a:cubicBezTo>
                      <a:cubicBezTo>
                        <a:pt x="73" y="1502"/>
                        <a:pt x="73" y="1478"/>
                        <a:pt x="73" y="1453"/>
                      </a:cubicBezTo>
                      <a:cubicBezTo>
                        <a:pt x="49" y="1453"/>
                        <a:pt x="25" y="1453"/>
                        <a:pt x="0" y="1453"/>
                      </a:cubicBezTo>
                      <a:cubicBezTo>
                        <a:pt x="0" y="974"/>
                        <a:pt x="0" y="494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48" name="ICON_REPORT_METHOD_path_016"/>
                <p:cNvSpPr/>
                <p:nvPr/>
              </p:nvSpPr>
              <p:spPr>
                <a:xfrm>
                  <a:off x="10566105" y="6147594"/>
                  <a:ext cx="4615" cy="4799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63" h="3779" fill="norm" stroke="0">
                      <a:moveTo>
                        <a:pt x="218" y="0"/>
                      </a:moveTo>
                      <a:cubicBezTo>
                        <a:pt x="242" y="0"/>
                        <a:pt x="266" y="0"/>
                        <a:pt x="291" y="0"/>
                      </a:cubicBezTo>
                      <a:cubicBezTo>
                        <a:pt x="291" y="24"/>
                        <a:pt x="291" y="48"/>
                        <a:pt x="291" y="73"/>
                      </a:cubicBezTo>
                      <a:cubicBezTo>
                        <a:pt x="315" y="73"/>
                        <a:pt x="339" y="73"/>
                        <a:pt x="363" y="73"/>
                      </a:cubicBezTo>
                      <a:cubicBezTo>
                        <a:pt x="363" y="97"/>
                        <a:pt x="363" y="121"/>
                        <a:pt x="363" y="145"/>
                      </a:cubicBezTo>
                      <a:cubicBezTo>
                        <a:pt x="339" y="145"/>
                        <a:pt x="315" y="145"/>
                        <a:pt x="291" y="145"/>
                      </a:cubicBezTo>
                      <a:cubicBezTo>
                        <a:pt x="291" y="337"/>
                        <a:pt x="291" y="529"/>
                        <a:pt x="291" y="727"/>
                      </a:cubicBezTo>
                      <a:cubicBezTo>
                        <a:pt x="315" y="727"/>
                        <a:pt x="339" y="727"/>
                        <a:pt x="363" y="727"/>
                      </a:cubicBezTo>
                      <a:cubicBezTo>
                        <a:pt x="363" y="847"/>
                        <a:pt x="363" y="967"/>
                        <a:pt x="363" y="1090"/>
                      </a:cubicBezTo>
                      <a:cubicBezTo>
                        <a:pt x="339" y="1090"/>
                        <a:pt x="315" y="1090"/>
                        <a:pt x="291" y="1090"/>
                      </a:cubicBezTo>
                      <a:cubicBezTo>
                        <a:pt x="291" y="1762"/>
                        <a:pt x="291" y="2433"/>
                        <a:pt x="291" y="3125"/>
                      </a:cubicBezTo>
                      <a:cubicBezTo>
                        <a:pt x="315" y="3125"/>
                        <a:pt x="339" y="3125"/>
                        <a:pt x="363" y="3125"/>
                      </a:cubicBezTo>
                      <a:cubicBezTo>
                        <a:pt x="363" y="3197"/>
                        <a:pt x="363" y="3269"/>
                        <a:pt x="363" y="3343"/>
                      </a:cubicBezTo>
                      <a:cubicBezTo>
                        <a:pt x="339" y="3343"/>
                        <a:pt x="315" y="3343"/>
                        <a:pt x="291" y="3343"/>
                      </a:cubicBezTo>
                      <a:cubicBezTo>
                        <a:pt x="291" y="3391"/>
                        <a:pt x="291" y="3439"/>
                        <a:pt x="291" y="3488"/>
                      </a:cubicBezTo>
                      <a:cubicBezTo>
                        <a:pt x="315" y="3488"/>
                        <a:pt x="339" y="3488"/>
                        <a:pt x="363" y="3488"/>
                      </a:cubicBezTo>
                      <a:cubicBezTo>
                        <a:pt x="363" y="3560"/>
                        <a:pt x="363" y="3632"/>
                        <a:pt x="363" y="3706"/>
                      </a:cubicBezTo>
                      <a:cubicBezTo>
                        <a:pt x="339" y="3706"/>
                        <a:pt x="315" y="3706"/>
                        <a:pt x="291" y="3706"/>
                      </a:cubicBezTo>
                      <a:cubicBezTo>
                        <a:pt x="291" y="3730"/>
                        <a:pt x="291" y="3754"/>
                        <a:pt x="291" y="3779"/>
                      </a:cubicBezTo>
                      <a:cubicBezTo>
                        <a:pt x="195" y="3779"/>
                        <a:pt x="99" y="3779"/>
                        <a:pt x="0" y="3779"/>
                      </a:cubicBezTo>
                      <a:cubicBezTo>
                        <a:pt x="0" y="2556"/>
                        <a:pt x="0" y="1333"/>
                        <a:pt x="0" y="73"/>
                      </a:cubicBezTo>
                      <a:cubicBezTo>
                        <a:pt x="72" y="73"/>
                        <a:pt x="144" y="73"/>
                        <a:pt x="218" y="73"/>
                      </a:cubicBezTo>
                      <a:cubicBezTo>
                        <a:pt x="218" y="49"/>
                        <a:pt x="218" y="25"/>
                        <a:pt x="21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49" name="ICON_REPORT_METHOD_path_017"/>
                <p:cNvSpPr/>
                <p:nvPr/>
              </p:nvSpPr>
              <p:spPr>
                <a:xfrm>
                  <a:off x="10539339" y="6224200"/>
                  <a:ext cx="37842" cy="1753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80" h="1381" fill="norm" stroke="0">
                      <a:moveTo>
                        <a:pt x="218" y="0"/>
                      </a:moveTo>
                      <a:cubicBezTo>
                        <a:pt x="290" y="0"/>
                        <a:pt x="362" y="0"/>
                        <a:pt x="436" y="0"/>
                      </a:cubicBezTo>
                      <a:cubicBezTo>
                        <a:pt x="436" y="24"/>
                        <a:pt x="436" y="48"/>
                        <a:pt x="436" y="73"/>
                      </a:cubicBezTo>
                      <a:cubicBezTo>
                        <a:pt x="460" y="73"/>
                        <a:pt x="484" y="73"/>
                        <a:pt x="509" y="73"/>
                      </a:cubicBezTo>
                      <a:cubicBezTo>
                        <a:pt x="509" y="97"/>
                        <a:pt x="509" y="121"/>
                        <a:pt x="509" y="145"/>
                      </a:cubicBezTo>
                      <a:cubicBezTo>
                        <a:pt x="581" y="145"/>
                        <a:pt x="653" y="145"/>
                        <a:pt x="727" y="145"/>
                      </a:cubicBezTo>
                      <a:cubicBezTo>
                        <a:pt x="727" y="121"/>
                        <a:pt x="727" y="97"/>
                        <a:pt x="727" y="73"/>
                      </a:cubicBezTo>
                      <a:cubicBezTo>
                        <a:pt x="847" y="73"/>
                        <a:pt x="967" y="73"/>
                        <a:pt x="1090" y="73"/>
                      </a:cubicBezTo>
                      <a:cubicBezTo>
                        <a:pt x="1090" y="97"/>
                        <a:pt x="1090" y="121"/>
                        <a:pt x="1090" y="145"/>
                      </a:cubicBezTo>
                      <a:cubicBezTo>
                        <a:pt x="1042" y="145"/>
                        <a:pt x="994" y="145"/>
                        <a:pt x="945" y="145"/>
                      </a:cubicBezTo>
                      <a:cubicBezTo>
                        <a:pt x="945" y="193"/>
                        <a:pt x="945" y="241"/>
                        <a:pt x="945" y="291"/>
                      </a:cubicBezTo>
                      <a:cubicBezTo>
                        <a:pt x="1017" y="291"/>
                        <a:pt x="1089" y="291"/>
                        <a:pt x="1163" y="291"/>
                      </a:cubicBezTo>
                      <a:cubicBezTo>
                        <a:pt x="1163" y="267"/>
                        <a:pt x="1163" y="243"/>
                        <a:pt x="1163" y="218"/>
                      </a:cubicBezTo>
                      <a:cubicBezTo>
                        <a:pt x="1211" y="218"/>
                        <a:pt x="1259" y="218"/>
                        <a:pt x="1308" y="218"/>
                      </a:cubicBezTo>
                      <a:cubicBezTo>
                        <a:pt x="1308" y="266"/>
                        <a:pt x="1308" y="314"/>
                        <a:pt x="1308" y="363"/>
                      </a:cubicBezTo>
                      <a:cubicBezTo>
                        <a:pt x="1284" y="363"/>
                        <a:pt x="1260" y="363"/>
                        <a:pt x="1235" y="363"/>
                      </a:cubicBezTo>
                      <a:cubicBezTo>
                        <a:pt x="1235" y="387"/>
                        <a:pt x="1235" y="411"/>
                        <a:pt x="1235" y="436"/>
                      </a:cubicBezTo>
                      <a:cubicBezTo>
                        <a:pt x="1188" y="436"/>
                        <a:pt x="1140" y="436"/>
                        <a:pt x="1090" y="436"/>
                      </a:cubicBezTo>
                      <a:cubicBezTo>
                        <a:pt x="1090" y="460"/>
                        <a:pt x="1090" y="484"/>
                        <a:pt x="1090" y="509"/>
                      </a:cubicBezTo>
                      <a:cubicBezTo>
                        <a:pt x="1042" y="509"/>
                        <a:pt x="994" y="509"/>
                        <a:pt x="945" y="509"/>
                      </a:cubicBezTo>
                      <a:cubicBezTo>
                        <a:pt x="945" y="557"/>
                        <a:pt x="945" y="605"/>
                        <a:pt x="945" y="654"/>
                      </a:cubicBezTo>
                      <a:cubicBezTo>
                        <a:pt x="1017" y="654"/>
                        <a:pt x="1089" y="654"/>
                        <a:pt x="1163" y="654"/>
                      </a:cubicBezTo>
                      <a:cubicBezTo>
                        <a:pt x="1163" y="630"/>
                        <a:pt x="1163" y="606"/>
                        <a:pt x="1163" y="581"/>
                      </a:cubicBezTo>
                      <a:cubicBezTo>
                        <a:pt x="1211" y="581"/>
                        <a:pt x="1259" y="581"/>
                        <a:pt x="1308" y="581"/>
                      </a:cubicBezTo>
                      <a:cubicBezTo>
                        <a:pt x="1308" y="557"/>
                        <a:pt x="1308" y="533"/>
                        <a:pt x="1308" y="509"/>
                      </a:cubicBezTo>
                      <a:cubicBezTo>
                        <a:pt x="1332" y="509"/>
                        <a:pt x="1356" y="509"/>
                        <a:pt x="1381" y="509"/>
                      </a:cubicBezTo>
                      <a:cubicBezTo>
                        <a:pt x="1381" y="485"/>
                        <a:pt x="1381" y="461"/>
                        <a:pt x="1381" y="436"/>
                      </a:cubicBezTo>
                      <a:cubicBezTo>
                        <a:pt x="1429" y="436"/>
                        <a:pt x="1477" y="436"/>
                        <a:pt x="1526" y="436"/>
                      </a:cubicBezTo>
                      <a:cubicBezTo>
                        <a:pt x="1526" y="412"/>
                        <a:pt x="1526" y="388"/>
                        <a:pt x="1526" y="363"/>
                      </a:cubicBezTo>
                      <a:cubicBezTo>
                        <a:pt x="1550" y="363"/>
                        <a:pt x="1574" y="363"/>
                        <a:pt x="1599" y="363"/>
                      </a:cubicBezTo>
                      <a:cubicBezTo>
                        <a:pt x="1599" y="339"/>
                        <a:pt x="1599" y="315"/>
                        <a:pt x="1599" y="291"/>
                      </a:cubicBezTo>
                      <a:cubicBezTo>
                        <a:pt x="1671" y="291"/>
                        <a:pt x="1743" y="291"/>
                        <a:pt x="1817" y="291"/>
                      </a:cubicBezTo>
                      <a:cubicBezTo>
                        <a:pt x="1817" y="315"/>
                        <a:pt x="1817" y="339"/>
                        <a:pt x="1817" y="363"/>
                      </a:cubicBezTo>
                      <a:cubicBezTo>
                        <a:pt x="1865" y="363"/>
                        <a:pt x="1913" y="363"/>
                        <a:pt x="1962" y="363"/>
                      </a:cubicBezTo>
                      <a:cubicBezTo>
                        <a:pt x="1962" y="387"/>
                        <a:pt x="1962" y="411"/>
                        <a:pt x="1962" y="436"/>
                      </a:cubicBezTo>
                      <a:cubicBezTo>
                        <a:pt x="2010" y="436"/>
                        <a:pt x="2058" y="436"/>
                        <a:pt x="2108" y="436"/>
                      </a:cubicBezTo>
                      <a:cubicBezTo>
                        <a:pt x="2108" y="460"/>
                        <a:pt x="2108" y="484"/>
                        <a:pt x="2108" y="509"/>
                      </a:cubicBezTo>
                      <a:cubicBezTo>
                        <a:pt x="2132" y="509"/>
                        <a:pt x="2156" y="509"/>
                        <a:pt x="2180" y="509"/>
                      </a:cubicBezTo>
                      <a:cubicBezTo>
                        <a:pt x="2180" y="533"/>
                        <a:pt x="2180" y="557"/>
                        <a:pt x="2180" y="581"/>
                      </a:cubicBezTo>
                      <a:cubicBezTo>
                        <a:pt x="2204" y="581"/>
                        <a:pt x="2228" y="581"/>
                        <a:pt x="2253" y="581"/>
                      </a:cubicBezTo>
                      <a:cubicBezTo>
                        <a:pt x="2253" y="605"/>
                        <a:pt x="2253" y="629"/>
                        <a:pt x="2253" y="654"/>
                      </a:cubicBezTo>
                      <a:cubicBezTo>
                        <a:pt x="2277" y="654"/>
                        <a:pt x="2301" y="654"/>
                        <a:pt x="2326" y="654"/>
                      </a:cubicBezTo>
                      <a:cubicBezTo>
                        <a:pt x="2326" y="702"/>
                        <a:pt x="2326" y="750"/>
                        <a:pt x="2326" y="799"/>
                      </a:cubicBezTo>
                      <a:cubicBezTo>
                        <a:pt x="2350" y="799"/>
                        <a:pt x="2374" y="799"/>
                        <a:pt x="2398" y="799"/>
                      </a:cubicBezTo>
                      <a:cubicBezTo>
                        <a:pt x="2398" y="823"/>
                        <a:pt x="2398" y="847"/>
                        <a:pt x="2398" y="872"/>
                      </a:cubicBezTo>
                      <a:cubicBezTo>
                        <a:pt x="2470" y="872"/>
                        <a:pt x="2542" y="872"/>
                        <a:pt x="2616" y="872"/>
                      </a:cubicBezTo>
                      <a:cubicBezTo>
                        <a:pt x="2616" y="848"/>
                        <a:pt x="2616" y="824"/>
                        <a:pt x="2616" y="799"/>
                      </a:cubicBezTo>
                      <a:cubicBezTo>
                        <a:pt x="2640" y="799"/>
                        <a:pt x="2664" y="799"/>
                        <a:pt x="2689" y="799"/>
                      </a:cubicBezTo>
                      <a:cubicBezTo>
                        <a:pt x="2689" y="727"/>
                        <a:pt x="2689" y="656"/>
                        <a:pt x="2689" y="581"/>
                      </a:cubicBezTo>
                      <a:cubicBezTo>
                        <a:pt x="2785" y="581"/>
                        <a:pt x="2881" y="581"/>
                        <a:pt x="2980" y="581"/>
                      </a:cubicBezTo>
                      <a:cubicBezTo>
                        <a:pt x="2980" y="605"/>
                        <a:pt x="2980" y="629"/>
                        <a:pt x="2980" y="654"/>
                      </a:cubicBezTo>
                      <a:cubicBezTo>
                        <a:pt x="2956" y="654"/>
                        <a:pt x="2932" y="654"/>
                        <a:pt x="2907" y="654"/>
                      </a:cubicBezTo>
                      <a:cubicBezTo>
                        <a:pt x="2907" y="678"/>
                        <a:pt x="2907" y="702"/>
                        <a:pt x="2907" y="727"/>
                      </a:cubicBezTo>
                      <a:cubicBezTo>
                        <a:pt x="2883" y="727"/>
                        <a:pt x="2859" y="727"/>
                        <a:pt x="2834" y="727"/>
                      </a:cubicBezTo>
                      <a:cubicBezTo>
                        <a:pt x="2834" y="751"/>
                        <a:pt x="2834" y="775"/>
                        <a:pt x="2834" y="799"/>
                      </a:cubicBezTo>
                      <a:cubicBezTo>
                        <a:pt x="2810" y="799"/>
                        <a:pt x="2786" y="799"/>
                        <a:pt x="2762" y="799"/>
                      </a:cubicBezTo>
                      <a:cubicBezTo>
                        <a:pt x="2762" y="823"/>
                        <a:pt x="2762" y="847"/>
                        <a:pt x="2762" y="872"/>
                      </a:cubicBezTo>
                      <a:cubicBezTo>
                        <a:pt x="2738" y="872"/>
                        <a:pt x="2714" y="872"/>
                        <a:pt x="2689" y="872"/>
                      </a:cubicBezTo>
                      <a:cubicBezTo>
                        <a:pt x="2689" y="896"/>
                        <a:pt x="2689" y="920"/>
                        <a:pt x="2689" y="945"/>
                      </a:cubicBezTo>
                      <a:cubicBezTo>
                        <a:pt x="2665" y="945"/>
                        <a:pt x="2641" y="945"/>
                        <a:pt x="2616" y="945"/>
                      </a:cubicBezTo>
                      <a:cubicBezTo>
                        <a:pt x="2616" y="969"/>
                        <a:pt x="2616" y="993"/>
                        <a:pt x="2616" y="1017"/>
                      </a:cubicBezTo>
                      <a:cubicBezTo>
                        <a:pt x="2592" y="1017"/>
                        <a:pt x="2568" y="1017"/>
                        <a:pt x="2544" y="1017"/>
                      </a:cubicBezTo>
                      <a:cubicBezTo>
                        <a:pt x="2544" y="1041"/>
                        <a:pt x="2544" y="1065"/>
                        <a:pt x="2544" y="1090"/>
                      </a:cubicBezTo>
                      <a:cubicBezTo>
                        <a:pt x="2520" y="1090"/>
                        <a:pt x="2496" y="1090"/>
                        <a:pt x="2471" y="1090"/>
                      </a:cubicBezTo>
                      <a:cubicBezTo>
                        <a:pt x="2471" y="1114"/>
                        <a:pt x="2471" y="1138"/>
                        <a:pt x="2471" y="1163"/>
                      </a:cubicBezTo>
                      <a:cubicBezTo>
                        <a:pt x="2447" y="1163"/>
                        <a:pt x="2423" y="1163"/>
                        <a:pt x="2398" y="1163"/>
                      </a:cubicBezTo>
                      <a:cubicBezTo>
                        <a:pt x="2398" y="1187"/>
                        <a:pt x="2398" y="1211"/>
                        <a:pt x="2398" y="1235"/>
                      </a:cubicBezTo>
                      <a:cubicBezTo>
                        <a:pt x="2374" y="1235"/>
                        <a:pt x="2350" y="1235"/>
                        <a:pt x="2326" y="1235"/>
                      </a:cubicBezTo>
                      <a:cubicBezTo>
                        <a:pt x="2326" y="1259"/>
                        <a:pt x="2326" y="1283"/>
                        <a:pt x="2326" y="1308"/>
                      </a:cubicBezTo>
                      <a:cubicBezTo>
                        <a:pt x="2302" y="1308"/>
                        <a:pt x="2278" y="1308"/>
                        <a:pt x="2253" y="1308"/>
                      </a:cubicBezTo>
                      <a:cubicBezTo>
                        <a:pt x="2253" y="1332"/>
                        <a:pt x="2253" y="1356"/>
                        <a:pt x="2253" y="1381"/>
                      </a:cubicBezTo>
                      <a:cubicBezTo>
                        <a:pt x="2229" y="1381"/>
                        <a:pt x="2205" y="1381"/>
                        <a:pt x="2180" y="1381"/>
                      </a:cubicBezTo>
                      <a:cubicBezTo>
                        <a:pt x="2180" y="1333"/>
                        <a:pt x="2180" y="1285"/>
                        <a:pt x="2180" y="1235"/>
                      </a:cubicBezTo>
                      <a:cubicBezTo>
                        <a:pt x="2132" y="1235"/>
                        <a:pt x="2084" y="1235"/>
                        <a:pt x="2035" y="1235"/>
                      </a:cubicBezTo>
                      <a:cubicBezTo>
                        <a:pt x="2035" y="1188"/>
                        <a:pt x="2035" y="1140"/>
                        <a:pt x="2035" y="1090"/>
                      </a:cubicBezTo>
                      <a:cubicBezTo>
                        <a:pt x="2059" y="1090"/>
                        <a:pt x="2083" y="1090"/>
                        <a:pt x="2108" y="1090"/>
                      </a:cubicBezTo>
                      <a:cubicBezTo>
                        <a:pt x="2108" y="1066"/>
                        <a:pt x="2108" y="1042"/>
                        <a:pt x="2108" y="1017"/>
                      </a:cubicBezTo>
                      <a:cubicBezTo>
                        <a:pt x="2132" y="1017"/>
                        <a:pt x="2156" y="1017"/>
                        <a:pt x="2180" y="1017"/>
                      </a:cubicBezTo>
                      <a:cubicBezTo>
                        <a:pt x="2174" y="999"/>
                        <a:pt x="2174" y="999"/>
                        <a:pt x="2144" y="908"/>
                      </a:cubicBezTo>
                      <a:cubicBezTo>
                        <a:pt x="2108" y="920"/>
                        <a:pt x="2072" y="932"/>
                        <a:pt x="2035" y="945"/>
                      </a:cubicBezTo>
                      <a:cubicBezTo>
                        <a:pt x="2035" y="849"/>
                        <a:pt x="2035" y="753"/>
                        <a:pt x="2035" y="654"/>
                      </a:cubicBezTo>
                      <a:cubicBezTo>
                        <a:pt x="2011" y="654"/>
                        <a:pt x="1987" y="654"/>
                        <a:pt x="1962" y="654"/>
                      </a:cubicBezTo>
                      <a:cubicBezTo>
                        <a:pt x="1962" y="630"/>
                        <a:pt x="1962" y="606"/>
                        <a:pt x="1962" y="581"/>
                      </a:cubicBezTo>
                      <a:cubicBezTo>
                        <a:pt x="1938" y="581"/>
                        <a:pt x="1914" y="581"/>
                        <a:pt x="1890" y="581"/>
                      </a:cubicBezTo>
                      <a:cubicBezTo>
                        <a:pt x="1890" y="557"/>
                        <a:pt x="1890" y="533"/>
                        <a:pt x="1890" y="509"/>
                      </a:cubicBezTo>
                      <a:cubicBezTo>
                        <a:pt x="1866" y="509"/>
                        <a:pt x="1842" y="509"/>
                        <a:pt x="1817" y="509"/>
                      </a:cubicBezTo>
                      <a:cubicBezTo>
                        <a:pt x="1817" y="485"/>
                        <a:pt x="1817" y="461"/>
                        <a:pt x="1817" y="436"/>
                      </a:cubicBezTo>
                      <a:cubicBezTo>
                        <a:pt x="1745" y="436"/>
                        <a:pt x="1673" y="436"/>
                        <a:pt x="1599" y="436"/>
                      </a:cubicBezTo>
                      <a:cubicBezTo>
                        <a:pt x="1599" y="460"/>
                        <a:pt x="1599" y="484"/>
                        <a:pt x="1599" y="509"/>
                      </a:cubicBezTo>
                      <a:cubicBezTo>
                        <a:pt x="1575" y="509"/>
                        <a:pt x="1551" y="509"/>
                        <a:pt x="1526" y="509"/>
                      </a:cubicBezTo>
                      <a:cubicBezTo>
                        <a:pt x="1526" y="533"/>
                        <a:pt x="1526" y="557"/>
                        <a:pt x="1526" y="581"/>
                      </a:cubicBezTo>
                      <a:cubicBezTo>
                        <a:pt x="1502" y="581"/>
                        <a:pt x="1478" y="581"/>
                        <a:pt x="1453" y="581"/>
                      </a:cubicBezTo>
                      <a:cubicBezTo>
                        <a:pt x="1453" y="605"/>
                        <a:pt x="1453" y="629"/>
                        <a:pt x="1453" y="654"/>
                      </a:cubicBezTo>
                      <a:cubicBezTo>
                        <a:pt x="1430" y="654"/>
                        <a:pt x="1406" y="654"/>
                        <a:pt x="1381" y="654"/>
                      </a:cubicBezTo>
                      <a:cubicBezTo>
                        <a:pt x="1381" y="678"/>
                        <a:pt x="1381" y="702"/>
                        <a:pt x="1381" y="727"/>
                      </a:cubicBezTo>
                      <a:cubicBezTo>
                        <a:pt x="1357" y="727"/>
                        <a:pt x="1333" y="727"/>
                        <a:pt x="1308" y="727"/>
                      </a:cubicBezTo>
                      <a:cubicBezTo>
                        <a:pt x="1308" y="751"/>
                        <a:pt x="1308" y="775"/>
                        <a:pt x="1308" y="799"/>
                      </a:cubicBezTo>
                      <a:cubicBezTo>
                        <a:pt x="1284" y="799"/>
                        <a:pt x="1260" y="799"/>
                        <a:pt x="1235" y="799"/>
                      </a:cubicBezTo>
                      <a:cubicBezTo>
                        <a:pt x="1235" y="823"/>
                        <a:pt x="1235" y="847"/>
                        <a:pt x="1235" y="872"/>
                      </a:cubicBezTo>
                      <a:cubicBezTo>
                        <a:pt x="1211" y="872"/>
                        <a:pt x="1188" y="872"/>
                        <a:pt x="1163" y="872"/>
                      </a:cubicBezTo>
                      <a:cubicBezTo>
                        <a:pt x="1163" y="896"/>
                        <a:pt x="1163" y="920"/>
                        <a:pt x="1163" y="945"/>
                      </a:cubicBezTo>
                      <a:cubicBezTo>
                        <a:pt x="1126" y="933"/>
                        <a:pt x="1126" y="933"/>
                        <a:pt x="1090" y="908"/>
                      </a:cubicBezTo>
                      <a:cubicBezTo>
                        <a:pt x="1090" y="872"/>
                        <a:pt x="1090" y="836"/>
                        <a:pt x="1090" y="799"/>
                      </a:cubicBezTo>
                      <a:cubicBezTo>
                        <a:pt x="1018" y="799"/>
                        <a:pt x="946" y="799"/>
                        <a:pt x="872" y="799"/>
                      </a:cubicBezTo>
                      <a:cubicBezTo>
                        <a:pt x="872" y="775"/>
                        <a:pt x="872" y="751"/>
                        <a:pt x="872" y="727"/>
                      </a:cubicBezTo>
                      <a:cubicBezTo>
                        <a:pt x="848" y="727"/>
                        <a:pt x="824" y="727"/>
                        <a:pt x="799" y="727"/>
                      </a:cubicBezTo>
                      <a:cubicBezTo>
                        <a:pt x="799" y="703"/>
                        <a:pt x="799" y="679"/>
                        <a:pt x="799" y="654"/>
                      </a:cubicBezTo>
                      <a:cubicBezTo>
                        <a:pt x="751" y="654"/>
                        <a:pt x="703" y="654"/>
                        <a:pt x="654" y="654"/>
                      </a:cubicBezTo>
                      <a:cubicBezTo>
                        <a:pt x="654" y="678"/>
                        <a:pt x="654" y="702"/>
                        <a:pt x="654" y="727"/>
                      </a:cubicBezTo>
                      <a:cubicBezTo>
                        <a:pt x="630" y="727"/>
                        <a:pt x="606" y="727"/>
                        <a:pt x="581" y="727"/>
                      </a:cubicBezTo>
                      <a:cubicBezTo>
                        <a:pt x="581" y="751"/>
                        <a:pt x="581" y="775"/>
                        <a:pt x="581" y="799"/>
                      </a:cubicBezTo>
                      <a:cubicBezTo>
                        <a:pt x="557" y="799"/>
                        <a:pt x="533" y="799"/>
                        <a:pt x="509" y="799"/>
                      </a:cubicBezTo>
                      <a:cubicBezTo>
                        <a:pt x="509" y="751"/>
                        <a:pt x="509" y="703"/>
                        <a:pt x="509" y="654"/>
                      </a:cubicBezTo>
                      <a:cubicBezTo>
                        <a:pt x="533" y="654"/>
                        <a:pt x="557" y="654"/>
                        <a:pt x="581" y="654"/>
                      </a:cubicBezTo>
                      <a:cubicBezTo>
                        <a:pt x="581" y="558"/>
                        <a:pt x="581" y="462"/>
                        <a:pt x="581" y="363"/>
                      </a:cubicBezTo>
                      <a:cubicBezTo>
                        <a:pt x="557" y="363"/>
                        <a:pt x="533" y="363"/>
                        <a:pt x="509" y="363"/>
                      </a:cubicBezTo>
                      <a:cubicBezTo>
                        <a:pt x="509" y="339"/>
                        <a:pt x="509" y="315"/>
                        <a:pt x="509" y="291"/>
                      </a:cubicBezTo>
                      <a:cubicBezTo>
                        <a:pt x="485" y="291"/>
                        <a:pt x="461" y="291"/>
                        <a:pt x="436" y="291"/>
                      </a:cubicBezTo>
                      <a:cubicBezTo>
                        <a:pt x="436" y="267"/>
                        <a:pt x="436" y="243"/>
                        <a:pt x="436" y="218"/>
                      </a:cubicBezTo>
                      <a:cubicBezTo>
                        <a:pt x="340" y="218"/>
                        <a:pt x="244" y="218"/>
                        <a:pt x="145" y="218"/>
                      </a:cubicBezTo>
                      <a:cubicBezTo>
                        <a:pt x="145" y="242"/>
                        <a:pt x="145" y="266"/>
                        <a:pt x="145" y="291"/>
                      </a:cubicBezTo>
                      <a:cubicBezTo>
                        <a:pt x="97" y="291"/>
                        <a:pt x="49" y="291"/>
                        <a:pt x="0" y="291"/>
                      </a:cubicBezTo>
                      <a:cubicBezTo>
                        <a:pt x="0" y="243"/>
                        <a:pt x="0" y="195"/>
                        <a:pt x="0" y="145"/>
                      </a:cubicBezTo>
                      <a:cubicBezTo>
                        <a:pt x="24" y="145"/>
                        <a:pt x="48" y="145"/>
                        <a:pt x="73" y="145"/>
                      </a:cubicBezTo>
                      <a:cubicBezTo>
                        <a:pt x="73" y="121"/>
                        <a:pt x="73" y="97"/>
                        <a:pt x="73" y="73"/>
                      </a:cubicBezTo>
                      <a:cubicBezTo>
                        <a:pt x="121" y="73"/>
                        <a:pt x="169" y="73"/>
                        <a:pt x="218" y="73"/>
                      </a:cubicBezTo>
                      <a:cubicBezTo>
                        <a:pt x="218" y="49"/>
                        <a:pt x="218" y="25"/>
                        <a:pt x="21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50" name="ICON_REPORT_METHOD_path_018"/>
                <p:cNvSpPr/>
                <p:nvPr/>
              </p:nvSpPr>
              <p:spPr>
                <a:xfrm>
                  <a:off x="10406432" y="6297114"/>
                  <a:ext cx="151366" cy="27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919" h="218" fill="norm" stroke="0">
                      <a:moveTo>
                        <a:pt x="0" y="0"/>
                      </a:moveTo>
                      <a:cubicBezTo>
                        <a:pt x="48" y="0"/>
                        <a:pt x="96" y="0"/>
                        <a:pt x="145" y="0"/>
                      </a:cubicBezTo>
                      <a:cubicBezTo>
                        <a:pt x="145" y="24"/>
                        <a:pt x="145" y="48"/>
                        <a:pt x="145" y="73"/>
                      </a:cubicBezTo>
                      <a:cubicBezTo>
                        <a:pt x="4031" y="73"/>
                        <a:pt x="7916" y="73"/>
                        <a:pt x="11919" y="73"/>
                      </a:cubicBezTo>
                      <a:cubicBezTo>
                        <a:pt x="11907" y="97"/>
                        <a:pt x="11895" y="121"/>
                        <a:pt x="11882" y="145"/>
                      </a:cubicBezTo>
                      <a:cubicBezTo>
                        <a:pt x="11852" y="154"/>
                        <a:pt x="11852" y="154"/>
                        <a:pt x="11816" y="154"/>
                      </a:cubicBezTo>
                      <a:cubicBezTo>
                        <a:pt x="11809" y="154"/>
                        <a:pt x="11809" y="154"/>
                        <a:pt x="11774" y="154"/>
                      </a:cubicBezTo>
                      <a:cubicBezTo>
                        <a:pt x="11759" y="154"/>
                        <a:pt x="11744" y="154"/>
                        <a:pt x="11728" y="154"/>
                      </a:cubicBezTo>
                      <a:cubicBezTo>
                        <a:pt x="11720" y="154"/>
                        <a:pt x="11720" y="154"/>
                        <a:pt x="11680" y="154"/>
                      </a:cubicBezTo>
                      <a:cubicBezTo>
                        <a:pt x="11636" y="154"/>
                        <a:pt x="11592" y="153"/>
                        <a:pt x="11548" y="153"/>
                      </a:cubicBezTo>
                      <a:cubicBezTo>
                        <a:pt x="11503" y="152"/>
                        <a:pt x="11457" y="152"/>
                        <a:pt x="11411" y="152"/>
                      </a:cubicBezTo>
                      <a:cubicBezTo>
                        <a:pt x="11325" y="152"/>
                        <a:pt x="11238" y="151"/>
                        <a:pt x="11151" y="151"/>
                      </a:cubicBezTo>
                      <a:cubicBezTo>
                        <a:pt x="11053" y="150"/>
                        <a:pt x="10954" y="149"/>
                        <a:pt x="10856" y="149"/>
                      </a:cubicBezTo>
                      <a:cubicBezTo>
                        <a:pt x="10653" y="148"/>
                        <a:pt x="10450" y="147"/>
                        <a:pt x="10247" y="145"/>
                      </a:cubicBezTo>
                      <a:cubicBezTo>
                        <a:pt x="10247" y="169"/>
                        <a:pt x="10247" y="193"/>
                        <a:pt x="10247" y="218"/>
                      </a:cubicBezTo>
                      <a:cubicBezTo>
                        <a:pt x="10199" y="218"/>
                        <a:pt x="10151" y="218"/>
                        <a:pt x="10102" y="218"/>
                      </a:cubicBezTo>
                      <a:cubicBezTo>
                        <a:pt x="10102" y="194"/>
                        <a:pt x="10102" y="170"/>
                        <a:pt x="10102" y="145"/>
                      </a:cubicBezTo>
                      <a:cubicBezTo>
                        <a:pt x="9502" y="145"/>
                        <a:pt x="8903" y="145"/>
                        <a:pt x="8285" y="145"/>
                      </a:cubicBezTo>
                      <a:cubicBezTo>
                        <a:pt x="8285" y="169"/>
                        <a:pt x="8285" y="193"/>
                        <a:pt x="8285" y="218"/>
                      </a:cubicBezTo>
                      <a:cubicBezTo>
                        <a:pt x="8237" y="218"/>
                        <a:pt x="8189" y="218"/>
                        <a:pt x="8140" y="218"/>
                      </a:cubicBezTo>
                      <a:cubicBezTo>
                        <a:pt x="8140" y="194"/>
                        <a:pt x="8140" y="170"/>
                        <a:pt x="8140" y="145"/>
                      </a:cubicBezTo>
                      <a:cubicBezTo>
                        <a:pt x="7420" y="145"/>
                        <a:pt x="6701" y="145"/>
                        <a:pt x="5959" y="145"/>
                      </a:cubicBezTo>
                      <a:cubicBezTo>
                        <a:pt x="5959" y="169"/>
                        <a:pt x="5959" y="193"/>
                        <a:pt x="5959" y="218"/>
                      </a:cubicBezTo>
                      <a:cubicBezTo>
                        <a:pt x="5911" y="218"/>
                        <a:pt x="5863" y="218"/>
                        <a:pt x="5814" y="218"/>
                      </a:cubicBezTo>
                      <a:cubicBezTo>
                        <a:pt x="5814" y="194"/>
                        <a:pt x="5814" y="170"/>
                        <a:pt x="5814" y="145"/>
                      </a:cubicBezTo>
                      <a:cubicBezTo>
                        <a:pt x="5694" y="145"/>
                        <a:pt x="5574" y="145"/>
                        <a:pt x="5451" y="145"/>
                      </a:cubicBezTo>
                      <a:cubicBezTo>
                        <a:pt x="5451" y="169"/>
                        <a:pt x="5451" y="193"/>
                        <a:pt x="5451" y="218"/>
                      </a:cubicBezTo>
                      <a:cubicBezTo>
                        <a:pt x="5259" y="218"/>
                        <a:pt x="5067" y="218"/>
                        <a:pt x="4869" y="218"/>
                      </a:cubicBezTo>
                      <a:cubicBezTo>
                        <a:pt x="4869" y="194"/>
                        <a:pt x="4869" y="170"/>
                        <a:pt x="4869" y="145"/>
                      </a:cubicBezTo>
                      <a:cubicBezTo>
                        <a:pt x="4533" y="145"/>
                        <a:pt x="4198" y="145"/>
                        <a:pt x="3852" y="145"/>
                      </a:cubicBezTo>
                      <a:cubicBezTo>
                        <a:pt x="3852" y="169"/>
                        <a:pt x="3852" y="193"/>
                        <a:pt x="3852" y="218"/>
                      </a:cubicBezTo>
                      <a:cubicBezTo>
                        <a:pt x="3756" y="218"/>
                        <a:pt x="3660" y="218"/>
                        <a:pt x="3561" y="218"/>
                      </a:cubicBezTo>
                      <a:cubicBezTo>
                        <a:pt x="3561" y="194"/>
                        <a:pt x="3561" y="170"/>
                        <a:pt x="3561" y="145"/>
                      </a:cubicBezTo>
                      <a:cubicBezTo>
                        <a:pt x="2458" y="145"/>
                        <a:pt x="1355" y="145"/>
                        <a:pt x="218" y="145"/>
                      </a:cubicBezTo>
                      <a:cubicBezTo>
                        <a:pt x="218" y="169"/>
                        <a:pt x="218" y="193"/>
                        <a:pt x="218" y="218"/>
                      </a:cubicBezTo>
                      <a:cubicBezTo>
                        <a:pt x="194" y="218"/>
                        <a:pt x="170" y="218"/>
                        <a:pt x="145" y="218"/>
                      </a:cubicBezTo>
                      <a:cubicBezTo>
                        <a:pt x="145" y="194"/>
                        <a:pt x="145" y="170"/>
                        <a:pt x="145" y="145"/>
                      </a:cubicBezTo>
                      <a:cubicBezTo>
                        <a:pt x="140" y="146"/>
                        <a:pt x="140" y="146"/>
                        <a:pt x="111" y="150"/>
                      </a:cubicBezTo>
                      <a:cubicBezTo>
                        <a:pt x="99" y="148"/>
                        <a:pt x="86" y="147"/>
                        <a:pt x="73" y="145"/>
                      </a:cubicBezTo>
                      <a:cubicBezTo>
                        <a:pt x="52" y="114"/>
                        <a:pt x="52" y="114"/>
                        <a:pt x="36" y="73"/>
                      </a:cubicBezTo>
                      <a:cubicBezTo>
                        <a:pt x="30" y="59"/>
                        <a:pt x="23" y="46"/>
                        <a:pt x="16" y="32"/>
                      </a:cubicBezTo>
                      <a:cubicBezTo>
                        <a:pt x="11" y="21"/>
                        <a:pt x="5" y="11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51" name="ICON_REPORT_METHOD_path_019"/>
                <p:cNvSpPr/>
                <p:nvPr/>
              </p:nvSpPr>
              <p:spPr>
                <a:xfrm>
                  <a:off x="10411969" y="6289730"/>
                  <a:ext cx="144906" cy="301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1410" h="237" fill="norm" stroke="0">
                      <a:moveTo>
                        <a:pt x="8794" y="0"/>
                      </a:moveTo>
                      <a:cubicBezTo>
                        <a:pt x="8818" y="0"/>
                        <a:pt x="8842" y="0"/>
                        <a:pt x="8866" y="0"/>
                      </a:cubicBezTo>
                      <a:cubicBezTo>
                        <a:pt x="8866" y="24"/>
                        <a:pt x="8866" y="48"/>
                        <a:pt x="8866" y="73"/>
                      </a:cubicBezTo>
                      <a:cubicBezTo>
                        <a:pt x="9058" y="73"/>
                        <a:pt x="9250" y="73"/>
                        <a:pt x="9448" y="73"/>
                      </a:cubicBezTo>
                      <a:cubicBezTo>
                        <a:pt x="9448" y="97"/>
                        <a:pt x="9448" y="121"/>
                        <a:pt x="9448" y="145"/>
                      </a:cubicBezTo>
                      <a:cubicBezTo>
                        <a:pt x="9616" y="145"/>
                        <a:pt x="9783" y="145"/>
                        <a:pt x="9956" y="145"/>
                      </a:cubicBezTo>
                      <a:cubicBezTo>
                        <a:pt x="9956" y="121"/>
                        <a:pt x="9956" y="97"/>
                        <a:pt x="9956" y="73"/>
                      </a:cubicBezTo>
                      <a:cubicBezTo>
                        <a:pt x="10100" y="73"/>
                        <a:pt x="10244" y="73"/>
                        <a:pt x="10392" y="73"/>
                      </a:cubicBezTo>
                      <a:cubicBezTo>
                        <a:pt x="10392" y="97"/>
                        <a:pt x="10392" y="121"/>
                        <a:pt x="10392" y="145"/>
                      </a:cubicBezTo>
                      <a:cubicBezTo>
                        <a:pt x="10560" y="145"/>
                        <a:pt x="10728" y="145"/>
                        <a:pt x="10901" y="145"/>
                      </a:cubicBezTo>
                      <a:cubicBezTo>
                        <a:pt x="10901" y="121"/>
                        <a:pt x="10901" y="97"/>
                        <a:pt x="10901" y="73"/>
                      </a:cubicBezTo>
                      <a:cubicBezTo>
                        <a:pt x="11069" y="73"/>
                        <a:pt x="11237" y="73"/>
                        <a:pt x="11410" y="73"/>
                      </a:cubicBezTo>
                      <a:cubicBezTo>
                        <a:pt x="11337" y="218"/>
                        <a:pt x="11337" y="218"/>
                        <a:pt x="11298" y="236"/>
                      </a:cubicBezTo>
                      <a:cubicBezTo>
                        <a:pt x="11291" y="236"/>
                        <a:pt x="11291" y="236"/>
                        <a:pt x="11255" y="236"/>
                      </a:cubicBezTo>
                      <a:cubicBezTo>
                        <a:pt x="11239" y="236"/>
                        <a:pt x="11223" y="237"/>
                        <a:pt x="11206" y="237"/>
                      </a:cubicBezTo>
                      <a:cubicBezTo>
                        <a:pt x="11188" y="237"/>
                        <a:pt x="11169" y="236"/>
                        <a:pt x="11151" y="236"/>
                      </a:cubicBezTo>
                      <a:cubicBezTo>
                        <a:pt x="11132" y="236"/>
                        <a:pt x="11112" y="236"/>
                        <a:pt x="11093" y="236"/>
                      </a:cubicBezTo>
                      <a:cubicBezTo>
                        <a:pt x="11039" y="237"/>
                        <a:pt x="10986" y="236"/>
                        <a:pt x="10932" y="236"/>
                      </a:cubicBezTo>
                      <a:cubicBezTo>
                        <a:pt x="10874" y="235"/>
                        <a:pt x="10816" y="236"/>
                        <a:pt x="10758" y="236"/>
                      </a:cubicBezTo>
                      <a:cubicBezTo>
                        <a:pt x="10655" y="236"/>
                        <a:pt x="10553" y="236"/>
                        <a:pt x="10451" y="235"/>
                      </a:cubicBezTo>
                      <a:cubicBezTo>
                        <a:pt x="10300" y="234"/>
                        <a:pt x="10148" y="234"/>
                        <a:pt x="9996" y="235"/>
                      </a:cubicBezTo>
                      <a:cubicBezTo>
                        <a:pt x="9741" y="235"/>
                        <a:pt x="9485" y="234"/>
                        <a:pt x="9230" y="233"/>
                      </a:cubicBezTo>
                      <a:cubicBezTo>
                        <a:pt x="8977" y="233"/>
                        <a:pt x="8724" y="232"/>
                        <a:pt x="8471" y="232"/>
                      </a:cubicBezTo>
                      <a:cubicBezTo>
                        <a:pt x="8456" y="232"/>
                        <a:pt x="8440" y="232"/>
                        <a:pt x="8424" y="232"/>
                      </a:cubicBezTo>
                      <a:cubicBezTo>
                        <a:pt x="8344" y="232"/>
                        <a:pt x="8264" y="232"/>
                        <a:pt x="8184" y="232"/>
                      </a:cubicBezTo>
                      <a:cubicBezTo>
                        <a:pt x="7619" y="231"/>
                        <a:pt x="7053" y="230"/>
                        <a:pt x="6488" y="229"/>
                      </a:cubicBezTo>
                      <a:cubicBezTo>
                        <a:pt x="5939" y="228"/>
                        <a:pt x="5389" y="227"/>
                        <a:pt x="4840" y="226"/>
                      </a:cubicBezTo>
                      <a:cubicBezTo>
                        <a:pt x="4823" y="226"/>
                        <a:pt x="4806" y="226"/>
                        <a:pt x="4788" y="226"/>
                      </a:cubicBezTo>
                      <a:cubicBezTo>
                        <a:pt x="4618" y="226"/>
                        <a:pt x="4448" y="226"/>
                        <a:pt x="4278" y="225"/>
                      </a:cubicBezTo>
                      <a:cubicBezTo>
                        <a:pt x="3932" y="225"/>
                        <a:pt x="3586" y="225"/>
                        <a:pt x="3239" y="224"/>
                      </a:cubicBezTo>
                      <a:cubicBezTo>
                        <a:pt x="3224" y="224"/>
                        <a:pt x="3208" y="224"/>
                        <a:pt x="3191" y="224"/>
                      </a:cubicBezTo>
                      <a:cubicBezTo>
                        <a:pt x="2127" y="223"/>
                        <a:pt x="1064" y="220"/>
                        <a:pt x="0" y="218"/>
                      </a:cubicBezTo>
                      <a:cubicBezTo>
                        <a:pt x="0" y="194"/>
                        <a:pt x="0" y="170"/>
                        <a:pt x="0" y="145"/>
                      </a:cubicBezTo>
                      <a:cubicBezTo>
                        <a:pt x="1367" y="145"/>
                        <a:pt x="2734" y="145"/>
                        <a:pt x="4142" y="145"/>
                      </a:cubicBezTo>
                      <a:cubicBezTo>
                        <a:pt x="4142" y="121"/>
                        <a:pt x="4142" y="97"/>
                        <a:pt x="4142" y="73"/>
                      </a:cubicBezTo>
                      <a:cubicBezTo>
                        <a:pt x="4190" y="73"/>
                        <a:pt x="4238" y="73"/>
                        <a:pt x="4288" y="73"/>
                      </a:cubicBezTo>
                      <a:cubicBezTo>
                        <a:pt x="4288" y="97"/>
                        <a:pt x="4288" y="121"/>
                        <a:pt x="4288" y="145"/>
                      </a:cubicBezTo>
                      <a:cubicBezTo>
                        <a:pt x="5727" y="145"/>
                        <a:pt x="7166" y="145"/>
                        <a:pt x="8648" y="145"/>
                      </a:cubicBezTo>
                      <a:cubicBezTo>
                        <a:pt x="8648" y="121"/>
                        <a:pt x="8648" y="97"/>
                        <a:pt x="8648" y="73"/>
                      </a:cubicBezTo>
                      <a:cubicBezTo>
                        <a:pt x="8696" y="73"/>
                        <a:pt x="8744" y="73"/>
                        <a:pt x="8794" y="73"/>
                      </a:cubicBezTo>
                      <a:cubicBezTo>
                        <a:pt x="8794" y="49"/>
                        <a:pt x="8794" y="25"/>
                        <a:pt x="8794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52" name="ICON_REPORT_METHOD_path_020"/>
                <p:cNvSpPr/>
                <p:nvPr/>
              </p:nvSpPr>
              <p:spPr>
                <a:xfrm>
                  <a:off x="10411969" y="6122674"/>
                  <a:ext cx="118140" cy="184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302" h="145" fill="norm" stroke="0">
                      <a:moveTo>
                        <a:pt x="0" y="0"/>
                      </a:moveTo>
                      <a:cubicBezTo>
                        <a:pt x="3070" y="0"/>
                        <a:pt x="6140" y="0"/>
                        <a:pt x="9302" y="0"/>
                      </a:cubicBezTo>
                      <a:cubicBezTo>
                        <a:pt x="9302" y="24"/>
                        <a:pt x="9302" y="48"/>
                        <a:pt x="9302" y="73"/>
                      </a:cubicBezTo>
                      <a:cubicBezTo>
                        <a:pt x="8703" y="73"/>
                        <a:pt x="8103" y="73"/>
                        <a:pt x="7485" y="73"/>
                      </a:cubicBezTo>
                      <a:cubicBezTo>
                        <a:pt x="7485" y="97"/>
                        <a:pt x="7485" y="121"/>
                        <a:pt x="7485" y="145"/>
                      </a:cubicBezTo>
                      <a:cubicBezTo>
                        <a:pt x="7366" y="145"/>
                        <a:pt x="7246" y="145"/>
                        <a:pt x="7122" y="145"/>
                      </a:cubicBezTo>
                      <a:cubicBezTo>
                        <a:pt x="7122" y="121"/>
                        <a:pt x="7122" y="97"/>
                        <a:pt x="7122" y="73"/>
                      </a:cubicBezTo>
                      <a:cubicBezTo>
                        <a:pt x="4772" y="73"/>
                        <a:pt x="2422" y="73"/>
                        <a:pt x="0" y="73"/>
                      </a:cubicBezTo>
                      <a:cubicBezTo>
                        <a:pt x="0" y="49"/>
                        <a:pt x="0" y="25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53" name="ICON_REPORT_METHOD_path_021"/>
                <p:cNvSpPr/>
                <p:nvPr/>
              </p:nvSpPr>
              <p:spPr>
                <a:xfrm>
                  <a:off x="10546722" y="6236198"/>
                  <a:ext cx="18921" cy="2215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90" h="1744" fill="norm" stroke="0">
                      <a:moveTo>
                        <a:pt x="1381" y="0"/>
                      </a:moveTo>
                      <a:cubicBezTo>
                        <a:pt x="1417" y="12"/>
                        <a:pt x="1453" y="24"/>
                        <a:pt x="1490" y="36"/>
                      </a:cubicBezTo>
                      <a:cubicBezTo>
                        <a:pt x="1483" y="43"/>
                        <a:pt x="1475" y="50"/>
                        <a:pt x="1468" y="58"/>
                      </a:cubicBezTo>
                      <a:cubicBezTo>
                        <a:pt x="1400" y="124"/>
                        <a:pt x="1332" y="191"/>
                        <a:pt x="1264" y="258"/>
                      </a:cubicBezTo>
                      <a:cubicBezTo>
                        <a:pt x="1229" y="293"/>
                        <a:pt x="1195" y="327"/>
                        <a:pt x="1160" y="361"/>
                      </a:cubicBezTo>
                      <a:cubicBezTo>
                        <a:pt x="1126" y="394"/>
                        <a:pt x="1092" y="427"/>
                        <a:pt x="1059" y="461"/>
                      </a:cubicBezTo>
                      <a:cubicBezTo>
                        <a:pt x="1039" y="480"/>
                        <a:pt x="1020" y="498"/>
                        <a:pt x="1001" y="517"/>
                      </a:cubicBezTo>
                      <a:cubicBezTo>
                        <a:pt x="934" y="584"/>
                        <a:pt x="892" y="633"/>
                        <a:pt x="872" y="727"/>
                      </a:cubicBezTo>
                      <a:cubicBezTo>
                        <a:pt x="920" y="727"/>
                        <a:pt x="968" y="727"/>
                        <a:pt x="1017" y="727"/>
                      </a:cubicBezTo>
                      <a:cubicBezTo>
                        <a:pt x="1017" y="775"/>
                        <a:pt x="1017" y="823"/>
                        <a:pt x="1017" y="872"/>
                      </a:cubicBezTo>
                      <a:cubicBezTo>
                        <a:pt x="993" y="872"/>
                        <a:pt x="969" y="872"/>
                        <a:pt x="945" y="872"/>
                      </a:cubicBezTo>
                      <a:cubicBezTo>
                        <a:pt x="945" y="944"/>
                        <a:pt x="945" y="1016"/>
                        <a:pt x="945" y="1090"/>
                      </a:cubicBezTo>
                      <a:cubicBezTo>
                        <a:pt x="921" y="1090"/>
                        <a:pt x="897" y="1090"/>
                        <a:pt x="872" y="1090"/>
                      </a:cubicBezTo>
                      <a:cubicBezTo>
                        <a:pt x="872" y="1114"/>
                        <a:pt x="872" y="1138"/>
                        <a:pt x="872" y="1163"/>
                      </a:cubicBezTo>
                      <a:cubicBezTo>
                        <a:pt x="848" y="1163"/>
                        <a:pt x="824" y="1163"/>
                        <a:pt x="799" y="1163"/>
                      </a:cubicBezTo>
                      <a:cubicBezTo>
                        <a:pt x="799" y="1211"/>
                        <a:pt x="799" y="1259"/>
                        <a:pt x="799" y="1308"/>
                      </a:cubicBezTo>
                      <a:cubicBezTo>
                        <a:pt x="775" y="1308"/>
                        <a:pt x="751" y="1308"/>
                        <a:pt x="727" y="1308"/>
                      </a:cubicBezTo>
                      <a:cubicBezTo>
                        <a:pt x="727" y="1380"/>
                        <a:pt x="727" y="1452"/>
                        <a:pt x="727" y="1526"/>
                      </a:cubicBezTo>
                      <a:cubicBezTo>
                        <a:pt x="751" y="1526"/>
                        <a:pt x="775" y="1526"/>
                        <a:pt x="799" y="1526"/>
                      </a:cubicBezTo>
                      <a:cubicBezTo>
                        <a:pt x="798" y="1537"/>
                        <a:pt x="796" y="1549"/>
                        <a:pt x="795" y="1560"/>
                      </a:cubicBezTo>
                      <a:cubicBezTo>
                        <a:pt x="796" y="1573"/>
                        <a:pt x="798" y="1586"/>
                        <a:pt x="799" y="1599"/>
                      </a:cubicBezTo>
                      <a:cubicBezTo>
                        <a:pt x="831" y="1619"/>
                        <a:pt x="831" y="1619"/>
                        <a:pt x="872" y="1635"/>
                      </a:cubicBezTo>
                      <a:cubicBezTo>
                        <a:pt x="913" y="1651"/>
                        <a:pt x="913" y="1651"/>
                        <a:pt x="945" y="1672"/>
                      </a:cubicBezTo>
                      <a:cubicBezTo>
                        <a:pt x="945" y="1695"/>
                        <a:pt x="945" y="1719"/>
                        <a:pt x="945" y="1744"/>
                      </a:cubicBezTo>
                      <a:cubicBezTo>
                        <a:pt x="873" y="1744"/>
                        <a:pt x="801" y="1744"/>
                        <a:pt x="727" y="1744"/>
                      </a:cubicBezTo>
                      <a:cubicBezTo>
                        <a:pt x="727" y="1720"/>
                        <a:pt x="727" y="1696"/>
                        <a:pt x="727" y="1672"/>
                      </a:cubicBezTo>
                      <a:cubicBezTo>
                        <a:pt x="703" y="1672"/>
                        <a:pt x="679" y="1672"/>
                        <a:pt x="654" y="1672"/>
                      </a:cubicBezTo>
                      <a:cubicBezTo>
                        <a:pt x="654" y="1624"/>
                        <a:pt x="654" y="1576"/>
                        <a:pt x="654" y="1526"/>
                      </a:cubicBezTo>
                      <a:cubicBezTo>
                        <a:pt x="630" y="1526"/>
                        <a:pt x="606" y="1526"/>
                        <a:pt x="581" y="1526"/>
                      </a:cubicBezTo>
                      <a:cubicBezTo>
                        <a:pt x="581" y="1478"/>
                        <a:pt x="581" y="1430"/>
                        <a:pt x="581" y="1381"/>
                      </a:cubicBezTo>
                      <a:cubicBezTo>
                        <a:pt x="557" y="1381"/>
                        <a:pt x="533" y="1381"/>
                        <a:pt x="509" y="1381"/>
                      </a:cubicBezTo>
                      <a:cubicBezTo>
                        <a:pt x="509" y="1357"/>
                        <a:pt x="509" y="1333"/>
                        <a:pt x="509" y="1308"/>
                      </a:cubicBezTo>
                      <a:cubicBezTo>
                        <a:pt x="413" y="1308"/>
                        <a:pt x="317" y="1308"/>
                        <a:pt x="218" y="1308"/>
                      </a:cubicBezTo>
                      <a:cubicBezTo>
                        <a:pt x="218" y="1332"/>
                        <a:pt x="218" y="1356"/>
                        <a:pt x="218" y="1381"/>
                      </a:cubicBezTo>
                      <a:cubicBezTo>
                        <a:pt x="146" y="1381"/>
                        <a:pt x="74" y="1381"/>
                        <a:pt x="0" y="1381"/>
                      </a:cubicBezTo>
                      <a:cubicBezTo>
                        <a:pt x="50" y="1267"/>
                        <a:pt x="50" y="1267"/>
                        <a:pt x="73" y="1235"/>
                      </a:cubicBezTo>
                      <a:cubicBezTo>
                        <a:pt x="112" y="1231"/>
                        <a:pt x="112" y="1231"/>
                        <a:pt x="145" y="1235"/>
                      </a:cubicBezTo>
                      <a:cubicBezTo>
                        <a:pt x="145" y="1211"/>
                        <a:pt x="145" y="1188"/>
                        <a:pt x="145" y="1163"/>
                      </a:cubicBezTo>
                      <a:cubicBezTo>
                        <a:pt x="193" y="1163"/>
                        <a:pt x="241" y="1163"/>
                        <a:pt x="291" y="1163"/>
                      </a:cubicBezTo>
                      <a:cubicBezTo>
                        <a:pt x="291" y="1139"/>
                        <a:pt x="291" y="1115"/>
                        <a:pt x="291" y="1090"/>
                      </a:cubicBezTo>
                      <a:cubicBezTo>
                        <a:pt x="315" y="1090"/>
                        <a:pt x="339" y="1090"/>
                        <a:pt x="363" y="1090"/>
                      </a:cubicBezTo>
                      <a:cubicBezTo>
                        <a:pt x="363" y="1066"/>
                        <a:pt x="363" y="1042"/>
                        <a:pt x="363" y="1017"/>
                      </a:cubicBezTo>
                      <a:cubicBezTo>
                        <a:pt x="387" y="1017"/>
                        <a:pt x="411" y="1017"/>
                        <a:pt x="436" y="1017"/>
                      </a:cubicBezTo>
                      <a:cubicBezTo>
                        <a:pt x="436" y="993"/>
                        <a:pt x="436" y="969"/>
                        <a:pt x="436" y="945"/>
                      </a:cubicBezTo>
                      <a:cubicBezTo>
                        <a:pt x="460" y="945"/>
                        <a:pt x="484" y="945"/>
                        <a:pt x="509" y="945"/>
                      </a:cubicBezTo>
                      <a:cubicBezTo>
                        <a:pt x="509" y="921"/>
                        <a:pt x="509" y="897"/>
                        <a:pt x="509" y="872"/>
                      </a:cubicBezTo>
                      <a:cubicBezTo>
                        <a:pt x="533" y="872"/>
                        <a:pt x="557" y="872"/>
                        <a:pt x="581" y="872"/>
                      </a:cubicBezTo>
                      <a:cubicBezTo>
                        <a:pt x="581" y="848"/>
                        <a:pt x="581" y="824"/>
                        <a:pt x="581" y="799"/>
                      </a:cubicBezTo>
                      <a:cubicBezTo>
                        <a:pt x="605" y="799"/>
                        <a:pt x="629" y="799"/>
                        <a:pt x="654" y="799"/>
                      </a:cubicBezTo>
                      <a:cubicBezTo>
                        <a:pt x="654" y="751"/>
                        <a:pt x="654" y="703"/>
                        <a:pt x="654" y="654"/>
                      </a:cubicBezTo>
                      <a:cubicBezTo>
                        <a:pt x="678" y="654"/>
                        <a:pt x="702" y="654"/>
                        <a:pt x="727" y="654"/>
                      </a:cubicBezTo>
                      <a:cubicBezTo>
                        <a:pt x="727" y="630"/>
                        <a:pt x="727" y="606"/>
                        <a:pt x="727" y="581"/>
                      </a:cubicBezTo>
                      <a:cubicBezTo>
                        <a:pt x="775" y="581"/>
                        <a:pt x="823" y="581"/>
                        <a:pt x="872" y="581"/>
                      </a:cubicBezTo>
                      <a:cubicBezTo>
                        <a:pt x="872" y="557"/>
                        <a:pt x="872" y="533"/>
                        <a:pt x="872" y="509"/>
                      </a:cubicBezTo>
                      <a:cubicBezTo>
                        <a:pt x="896" y="509"/>
                        <a:pt x="920" y="509"/>
                        <a:pt x="945" y="509"/>
                      </a:cubicBezTo>
                      <a:cubicBezTo>
                        <a:pt x="945" y="485"/>
                        <a:pt x="945" y="461"/>
                        <a:pt x="945" y="436"/>
                      </a:cubicBezTo>
                      <a:cubicBezTo>
                        <a:pt x="969" y="436"/>
                        <a:pt x="993" y="436"/>
                        <a:pt x="1017" y="436"/>
                      </a:cubicBezTo>
                      <a:cubicBezTo>
                        <a:pt x="1017" y="412"/>
                        <a:pt x="1017" y="388"/>
                        <a:pt x="1017" y="363"/>
                      </a:cubicBezTo>
                      <a:cubicBezTo>
                        <a:pt x="1041" y="363"/>
                        <a:pt x="1065" y="363"/>
                        <a:pt x="1090" y="363"/>
                      </a:cubicBezTo>
                      <a:cubicBezTo>
                        <a:pt x="1090" y="339"/>
                        <a:pt x="1090" y="315"/>
                        <a:pt x="1090" y="291"/>
                      </a:cubicBezTo>
                      <a:cubicBezTo>
                        <a:pt x="1114" y="291"/>
                        <a:pt x="1138" y="291"/>
                        <a:pt x="1163" y="291"/>
                      </a:cubicBezTo>
                      <a:cubicBezTo>
                        <a:pt x="1163" y="267"/>
                        <a:pt x="1163" y="243"/>
                        <a:pt x="1163" y="218"/>
                      </a:cubicBezTo>
                      <a:cubicBezTo>
                        <a:pt x="1187" y="218"/>
                        <a:pt x="1211" y="218"/>
                        <a:pt x="1235" y="218"/>
                      </a:cubicBezTo>
                      <a:cubicBezTo>
                        <a:pt x="1235" y="194"/>
                        <a:pt x="1235" y="170"/>
                        <a:pt x="1235" y="145"/>
                      </a:cubicBezTo>
                      <a:cubicBezTo>
                        <a:pt x="1259" y="145"/>
                        <a:pt x="1283" y="145"/>
                        <a:pt x="1308" y="145"/>
                      </a:cubicBezTo>
                      <a:cubicBezTo>
                        <a:pt x="1308" y="121"/>
                        <a:pt x="1308" y="97"/>
                        <a:pt x="1308" y="73"/>
                      </a:cubicBezTo>
                      <a:cubicBezTo>
                        <a:pt x="1332" y="73"/>
                        <a:pt x="1356" y="73"/>
                        <a:pt x="1381" y="73"/>
                      </a:cubicBezTo>
                      <a:cubicBezTo>
                        <a:pt x="1381" y="49"/>
                        <a:pt x="1381" y="25"/>
                        <a:pt x="1381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54" name="ICON_REPORT_METHOD_path_022"/>
                <p:cNvSpPr/>
                <p:nvPr/>
              </p:nvSpPr>
              <p:spPr>
                <a:xfrm>
                  <a:off x="10566105" y="6266656"/>
                  <a:ext cx="4615" cy="2307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63" h="1817" fill="norm" stroke="0">
                      <a:moveTo>
                        <a:pt x="0" y="0"/>
                      </a:moveTo>
                      <a:cubicBezTo>
                        <a:pt x="24" y="0"/>
                        <a:pt x="48" y="0"/>
                        <a:pt x="73" y="0"/>
                      </a:cubicBezTo>
                      <a:cubicBezTo>
                        <a:pt x="73" y="24"/>
                        <a:pt x="73" y="48"/>
                        <a:pt x="73" y="73"/>
                      </a:cubicBezTo>
                      <a:cubicBezTo>
                        <a:pt x="145" y="73"/>
                        <a:pt x="217" y="73"/>
                        <a:pt x="291" y="73"/>
                      </a:cubicBezTo>
                      <a:cubicBezTo>
                        <a:pt x="291" y="121"/>
                        <a:pt x="291" y="169"/>
                        <a:pt x="291" y="218"/>
                      </a:cubicBezTo>
                      <a:cubicBezTo>
                        <a:pt x="315" y="218"/>
                        <a:pt x="339" y="218"/>
                        <a:pt x="363" y="218"/>
                      </a:cubicBezTo>
                      <a:cubicBezTo>
                        <a:pt x="363" y="458"/>
                        <a:pt x="363" y="698"/>
                        <a:pt x="363" y="945"/>
                      </a:cubicBezTo>
                      <a:cubicBezTo>
                        <a:pt x="339" y="945"/>
                        <a:pt x="315" y="945"/>
                        <a:pt x="291" y="945"/>
                      </a:cubicBezTo>
                      <a:cubicBezTo>
                        <a:pt x="291" y="1089"/>
                        <a:pt x="291" y="1233"/>
                        <a:pt x="291" y="1381"/>
                      </a:cubicBezTo>
                      <a:cubicBezTo>
                        <a:pt x="315" y="1381"/>
                        <a:pt x="339" y="1381"/>
                        <a:pt x="363" y="1381"/>
                      </a:cubicBezTo>
                      <a:cubicBezTo>
                        <a:pt x="363" y="1453"/>
                        <a:pt x="363" y="1525"/>
                        <a:pt x="363" y="1599"/>
                      </a:cubicBezTo>
                      <a:cubicBezTo>
                        <a:pt x="339" y="1599"/>
                        <a:pt x="315" y="1599"/>
                        <a:pt x="291" y="1599"/>
                      </a:cubicBezTo>
                      <a:cubicBezTo>
                        <a:pt x="291" y="1671"/>
                        <a:pt x="291" y="1743"/>
                        <a:pt x="291" y="1817"/>
                      </a:cubicBezTo>
                      <a:cubicBezTo>
                        <a:pt x="219" y="1817"/>
                        <a:pt x="147" y="1817"/>
                        <a:pt x="73" y="1817"/>
                      </a:cubicBezTo>
                      <a:cubicBezTo>
                        <a:pt x="73" y="1793"/>
                        <a:pt x="73" y="1769"/>
                        <a:pt x="73" y="1744"/>
                      </a:cubicBezTo>
                      <a:cubicBezTo>
                        <a:pt x="49" y="1744"/>
                        <a:pt x="25" y="1744"/>
                        <a:pt x="0" y="1744"/>
                      </a:cubicBezTo>
                      <a:cubicBezTo>
                        <a:pt x="0" y="1169"/>
                        <a:pt x="0" y="593"/>
                        <a:pt x="0" y="0"/>
                      </a:cubicBezTo>
                      <a:close/>
                      <a:moveTo>
                        <a:pt x="73" y="145"/>
                      </a:moveTo>
                      <a:cubicBezTo>
                        <a:pt x="73" y="385"/>
                        <a:pt x="73" y="625"/>
                        <a:pt x="73" y="872"/>
                      </a:cubicBezTo>
                      <a:cubicBezTo>
                        <a:pt x="121" y="872"/>
                        <a:pt x="169" y="872"/>
                        <a:pt x="218" y="872"/>
                      </a:cubicBezTo>
                      <a:cubicBezTo>
                        <a:pt x="230" y="620"/>
                        <a:pt x="242" y="368"/>
                        <a:pt x="254" y="109"/>
                      </a:cubicBezTo>
                      <a:cubicBezTo>
                        <a:pt x="182" y="109"/>
                        <a:pt x="182" y="109"/>
                        <a:pt x="73" y="145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55" name="ICON_REPORT_METHOD_path_023"/>
                <p:cNvSpPr/>
                <p:nvPr/>
              </p:nvSpPr>
              <p:spPr>
                <a:xfrm>
                  <a:off x="10533801" y="6235275"/>
                  <a:ext cx="11999" cy="1292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45" h="1017" fill="norm" stroke="0">
                      <a:moveTo>
                        <a:pt x="727" y="0"/>
                      </a:moveTo>
                      <a:cubicBezTo>
                        <a:pt x="763" y="12"/>
                        <a:pt x="799" y="24"/>
                        <a:pt x="836" y="36"/>
                      </a:cubicBezTo>
                      <a:cubicBezTo>
                        <a:pt x="829" y="42"/>
                        <a:pt x="823" y="48"/>
                        <a:pt x="816" y="55"/>
                      </a:cubicBezTo>
                      <a:cubicBezTo>
                        <a:pt x="787" y="82"/>
                        <a:pt x="758" y="110"/>
                        <a:pt x="729" y="139"/>
                      </a:cubicBezTo>
                      <a:cubicBezTo>
                        <a:pt x="719" y="148"/>
                        <a:pt x="709" y="158"/>
                        <a:pt x="698" y="167"/>
                      </a:cubicBezTo>
                      <a:cubicBezTo>
                        <a:pt x="635" y="229"/>
                        <a:pt x="602" y="276"/>
                        <a:pt x="581" y="363"/>
                      </a:cubicBezTo>
                      <a:cubicBezTo>
                        <a:pt x="653" y="363"/>
                        <a:pt x="725" y="363"/>
                        <a:pt x="799" y="363"/>
                      </a:cubicBezTo>
                      <a:cubicBezTo>
                        <a:pt x="799" y="387"/>
                        <a:pt x="799" y="411"/>
                        <a:pt x="799" y="436"/>
                      </a:cubicBezTo>
                      <a:cubicBezTo>
                        <a:pt x="775" y="436"/>
                        <a:pt x="751" y="436"/>
                        <a:pt x="727" y="436"/>
                      </a:cubicBezTo>
                      <a:cubicBezTo>
                        <a:pt x="727" y="460"/>
                        <a:pt x="727" y="484"/>
                        <a:pt x="727" y="509"/>
                      </a:cubicBezTo>
                      <a:cubicBezTo>
                        <a:pt x="751" y="509"/>
                        <a:pt x="775" y="509"/>
                        <a:pt x="799" y="509"/>
                      </a:cubicBezTo>
                      <a:cubicBezTo>
                        <a:pt x="799" y="533"/>
                        <a:pt x="799" y="557"/>
                        <a:pt x="799" y="581"/>
                      </a:cubicBezTo>
                      <a:cubicBezTo>
                        <a:pt x="847" y="581"/>
                        <a:pt x="895" y="581"/>
                        <a:pt x="945" y="581"/>
                      </a:cubicBezTo>
                      <a:cubicBezTo>
                        <a:pt x="945" y="605"/>
                        <a:pt x="945" y="629"/>
                        <a:pt x="945" y="654"/>
                      </a:cubicBezTo>
                      <a:cubicBezTo>
                        <a:pt x="921" y="654"/>
                        <a:pt x="897" y="654"/>
                        <a:pt x="872" y="654"/>
                      </a:cubicBezTo>
                      <a:cubicBezTo>
                        <a:pt x="872" y="678"/>
                        <a:pt x="872" y="702"/>
                        <a:pt x="872" y="727"/>
                      </a:cubicBezTo>
                      <a:cubicBezTo>
                        <a:pt x="848" y="727"/>
                        <a:pt x="824" y="727"/>
                        <a:pt x="799" y="727"/>
                      </a:cubicBezTo>
                      <a:cubicBezTo>
                        <a:pt x="799" y="751"/>
                        <a:pt x="799" y="775"/>
                        <a:pt x="799" y="799"/>
                      </a:cubicBezTo>
                      <a:cubicBezTo>
                        <a:pt x="775" y="799"/>
                        <a:pt x="751" y="799"/>
                        <a:pt x="727" y="799"/>
                      </a:cubicBezTo>
                      <a:cubicBezTo>
                        <a:pt x="727" y="823"/>
                        <a:pt x="727" y="847"/>
                        <a:pt x="727" y="872"/>
                      </a:cubicBezTo>
                      <a:cubicBezTo>
                        <a:pt x="703" y="872"/>
                        <a:pt x="679" y="872"/>
                        <a:pt x="654" y="872"/>
                      </a:cubicBezTo>
                      <a:cubicBezTo>
                        <a:pt x="654" y="896"/>
                        <a:pt x="654" y="920"/>
                        <a:pt x="654" y="945"/>
                      </a:cubicBezTo>
                      <a:cubicBezTo>
                        <a:pt x="630" y="945"/>
                        <a:pt x="606" y="945"/>
                        <a:pt x="581" y="945"/>
                      </a:cubicBezTo>
                      <a:cubicBezTo>
                        <a:pt x="581" y="969"/>
                        <a:pt x="581" y="993"/>
                        <a:pt x="581" y="1017"/>
                      </a:cubicBezTo>
                      <a:cubicBezTo>
                        <a:pt x="533" y="1017"/>
                        <a:pt x="485" y="1017"/>
                        <a:pt x="436" y="1017"/>
                      </a:cubicBezTo>
                      <a:cubicBezTo>
                        <a:pt x="436" y="969"/>
                        <a:pt x="436" y="922"/>
                        <a:pt x="436" y="872"/>
                      </a:cubicBezTo>
                      <a:cubicBezTo>
                        <a:pt x="364" y="872"/>
                        <a:pt x="292" y="872"/>
                        <a:pt x="218" y="872"/>
                      </a:cubicBezTo>
                      <a:cubicBezTo>
                        <a:pt x="218" y="896"/>
                        <a:pt x="218" y="920"/>
                        <a:pt x="218" y="945"/>
                      </a:cubicBezTo>
                      <a:cubicBezTo>
                        <a:pt x="194" y="945"/>
                        <a:pt x="170" y="945"/>
                        <a:pt x="145" y="945"/>
                      </a:cubicBezTo>
                      <a:cubicBezTo>
                        <a:pt x="145" y="921"/>
                        <a:pt x="145" y="897"/>
                        <a:pt x="145" y="872"/>
                      </a:cubicBezTo>
                      <a:cubicBezTo>
                        <a:pt x="121" y="872"/>
                        <a:pt x="97" y="872"/>
                        <a:pt x="73" y="872"/>
                      </a:cubicBezTo>
                      <a:cubicBezTo>
                        <a:pt x="73" y="848"/>
                        <a:pt x="73" y="824"/>
                        <a:pt x="73" y="799"/>
                      </a:cubicBezTo>
                      <a:cubicBezTo>
                        <a:pt x="49" y="799"/>
                        <a:pt x="25" y="799"/>
                        <a:pt x="0" y="799"/>
                      </a:cubicBezTo>
                      <a:cubicBezTo>
                        <a:pt x="10" y="775"/>
                        <a:pt x="21" y="751"/>
                        <a:pt x="32" y="727"/>
                      </a:cubicBezTo>
                      <a:cubicBezTo>
                        <a:pt x="38" y="713"/>
                        <a:pt x="44" y="700"/>
                        <a:pt x="50" y="686"/>
                      </a:cubicBezTo>
                      <a:cubicBezTo>
                        <a:pt x="57" y="675"/>
                        <a:pt x="65" y="665"/>
                        <a:pt x="73" y="654"/>
                      </a:cubicBezTo>
                      <a:cubicBezTo>
                        <a:pt x="112" y="650"/>
                        <a:pt x="112" y="650"/>
                        <a:pt x="145" y="654"/>
                      </a:cubicBezTo>
                      <a:cubicBezTo>
                        <a:pt x="145" y="630"/>
                        <a:pt x="145" y="606"/>
                        <a:pt x="145" y="581"/>
                      </a:cubicBezTo>
                      <a:cubicBezTo>
                        <a:pt x="169" y="581"/>
                        <a:pt x="193" y="581"/>
                        <a:pt x="218" y="581"/>
                      </a:cubicBezTo>
                      <a:cubicBezTo>
                        <a:pt x="218" y="557"/>
                        <a:pt x="218" y="533"/>
                        <a:pt x="218" y="509"/>
                      </a:cubicBezTo>
                      <a:cubicBezTo>
                        <a:pt x="242" y="509"/>
                        <a:pt x="266" y="509"/>
                        <a:pt x="291" y="509"/>
                      </a:cubicBezTo>
                      <a:cubicBezTo>
                        <a:pt x="291" y="485"/>
                        <a:pt x="291" y="461"/>
                        <a:pt x="291" y="436"/>
                      </a:cubicBezTo>
                      <a:cubicBezTo>
                        <a:pt x="315" y="436"/>
                        <a:pt x="339" y="436"/>
                        <a:pt x="363" y="436"/>
                      </a:cubicBezTo>
                      <a:cubicBezTo>
                        <a:pt x="363" y="412"/>
                        <a:pt x="363" y="388"/>
                        <a:pt x="363" y="363"/>
                      </a:cubicBezTo>
                      <a:cubicBezTo>
                        <a:pt x="387" y="363"/>
                        <a:pt x="411" y="363"/>
                        <a:pt x="436" y="363"/>
                      </a:cubicBezTo>
                      <a:cubicBezTo>
                        <a:pt x="436" y="339"/>
                        <a:pt x="436" y="315"/>
                        <a:pt x="436" y="291"/>
                      </a:cubicBezTo>
                      <a:cubicBezTo>
                        <a:pt x="460" y="291"/>
                        <a:pt x="484" y="291"/>
                        <a:pt x="509" y="291"/>
                      </a:cubicBezTo>
                      <a:cubicBezTo>
                        <a:pt x="509" y="267"/>
                        <a:pt x="509" y="243"/>
                        <a:pt x="509" y="218"/>
                      </a:cubicBezTo>
                      <a:cubicBezTo>
                        <a:pt x="533" y="218"/>
                        <a:pt x="557" y="218"/>
                        <a:pt x="581" y="218"/>
                      </a:cubicBezTo>
                      <a:cubicBezTo>
                        <a:pt x="581" y="194"/>
                        <a:pt x="581" y="170"/>
                        <a:pt x="581" y="145"/>
                      </a:cubicBezTo>
                      <a:cubicBezTo>
                        <a:pt x="605" y="145"/>
                        <a:pt x="629" y="145"/>
                        <a:pt x="654" y="145"/>
                      </a:cubicBezTo>
                      <a:cubicBezTo>
                        <a:pt x="654" y="121"/>
                        <a:pt x="654" y="97"/>
                        <a:pt x="654" y="73"/>
                      </a:cubicBezTo>
                      <a:cubicBezTo>
                        <a:pt x="678" y="73"/>
                        <a:pt x="702" y="73"/>
                        <a:pt x="727" y="73"/>
                      </a:cubicBezTo>
                      <a:cubicBezTo>
                        <a:pt x="727" y="49"/>
                        <a:pt x="727" y="25"/>
                        <a:pt x="72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56" name="ICON_REPORT_METHOD_path_024"/>
                <p:cNvSpPr/>
                <p:nvPr/>
              </p:nvSpPr>
              <p:spPr>
                <a:xfrm>
                  <a:off x="10528263" y="6124520"/>
                  <a:ext cx="3692" cy="2399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1" h="1890" fill="norm" stroke="0">
                      <a:moveTo>
                        <a:pt x="218" y="0"/>
                      </a:moveTo>
                      <a:cubicBezTo>
                        <a:pt x="242" y="0"/>
                        <a:pt x="266" y="0"/>
                        <a:pt x="291" y="0"/>
                      </a:cubicBezTo>
                      <a:cubicBezTo>
                        <a:pt x="291" y="624"/>
                        <a:pt x="291" y="1247"/>
                        <a:pt x="291" y="1890"/>
                      </a:cubicBezTo>
                      <a:cubicBezTo>
                        <a:pt x="267" y="1890"/>
                        <a:pt x="243" y="1890"/>
                        <a:pt x="218" y="1890"/>
                      </a:cubicBezTo>
                      <a:cubicBezTo>
                        <a:pt x="218" y="1842"/>
                        <a:pt x="218" y="1794"/>
                        <a:pt x="218" y="1744"/>
                      </a:cubicBezTo>
                      <a:cubicBezTo>
                        <a:pt x="194" y="1744"/>
                        <a:pt x="170" y="1744"/>
                        <a:pt x="145" y="1744"/>
                      </a:cubicBezTo>
                      <a:cubicBezTo>
                        <a:pt x="145" y="1696"/>
                        <a:pt x="145" y="1648"/>
                        <a:pt x="145" y="1599"/>
                      </a:cubicBezTo>
                      <a:cubicBezTo>
                        <a:pt x="97" y="1599"/>
                        <a:pt x="49" y="1599"/>
                        <a:pt x="0" y="1599"/>
                      </a:cubicBezTo>
                      <a:cubicBezTo>
                        <a:pt x="0" y="1263"/>
                        <a:pt x="0" y="927"/>
                        <a:pt x="0" y="581"/>
                      </a:cubicBezTo>
                      <a:cubicBezTo>
                        <a:pt x="48" y="581"/>
                        <a:pt x="96" y="581"/>
                        <a:pt x="145" y="581"/>
                      </a:cubicBezTo>
                      <a:cubicBezTo>
                        <a:pt x="145" y="557"/>
                        <a:pt x="145" y="533"/>
                        <a:pt x="145" y="509"/>
                      </a:cubicBezTo>
                      <a:cubicBezTo>
                        <a:pt x="169" y="509"/>
                        <a:pt x="193" y="509"/>
                        <a:pt x="218" y="509"/>
                      </a:cubicBezTo>
                      <a:cubicBezTo>
                        <a:pt x="218" y="341"/>
                        <a:pt x="218" y="173"/>
                        <a:pt x="21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57" name="ICON_REPORT_METHOD_path_025"/>
                <p:cNvSpPr/>
                <p:nvPr/>
              </p:nvSpPr>
              <p:spPr>
                <a:xfrm>
                  <a:off x="10557798" y="6235275"/>
                  <a:ext cx="9230" cy="138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27" h="1090" fill="norm" stroke="0">
                      <a:moveTo>
                        <a:pt x="690" y="0"/>
                      </a:moveTo>
                      <a:cubicBezTo>
                        <a:pt x="702" y="48"/>
                        <a:pt x="714" y="96"/>
                        <a:pt x="727" y="145"/>
                      </a:cubicBezTo>
                      <a:cubicBezTo>
                        <a:pt x="703" y="145"/>
                        <a:pt x="679" y="145"/>
                        <a:pt x="654" y="145"/>
                      </a:cubicBezTo>
                      <a:cubicBezTo>
                        <a:pt x="654" y="169"/>
                        <a:pt x="654" y="193"/>
                        <a:pt x="654" y="218"/>
                      </a:cubicBezTo>
                      <a:cubicBezTo>
                        <a:pt x="630" y="218"/>
                        <a:pt x="606" y="218"/>
                        <a:pt x="581" y="218"/>
                      </a:cubicBezTo>
                      <a:cubicBezTo>
                        <a:pt x="581" y="266"/>
                        <a:pt x="581" y="314"/>
                        <a:pt x="581" y="363"/>
                      </a:cubicBezTo>
                      <a:cubicBezTo>
                        <a:pt x="629" y="363"/>
                        <a:pt x="677" y="363"/>
                        <a:pt x="727" y="363"/>
                      </a:cubicBezTo>
                      <a:cubicBezTo>
                        <a:pt x="727" y="435"/>
                        <a:pt x="727" y="507"/>
                        <a:pt x="727" y="581"/>
                      </a:cubicBezTo>
                      <a:cubicBezTo>
                        <a:pt x="703" y="581"/>
                        <a:pt x="679" y="581"/>
                        <a:pt x="654" y="581"/>
                      </a:cubicBezTo>
                      <a:cubicBezTo>
                        <a:pt x="654" y="605"/>
                        <a:pt x="654" y="629"/>
                        <a:pt x="654" y="654"/>
                      </a:cubicBezTo>
                      <a:cubicBezTo>
                        <a:pt x="630" y="654"/>
                        <a:pt x="606" y="654"/>
                        <a:pt x="581" y="654"/>
                      </a:cubicBezTo>
                      <a:cubicBezTo>
                        <a:pt x="581" y="678"/>
                        <a:pt x="581" y="702"/>
                        <a:pt x="581" y="727"/>
                      </a:cubicBezTo>
                      <a:cubicBezTo>
                        <a:pt x="557" y="727"/>
                        <a:pt x="533" y="727"/>
                        <a:pt x="509" y="727"/>
                      </a:cubicBezTo>
                      <a:cubicBezTo>
                        <a:pt x="509" y="751"/>
                        <a:pt x="509" y="775"/>
                        <a:pt x="509" y="799"/>
                      </a:cubicBezTo>
                      <a:cubicBezTo>
                        <a:pt x="485" y="799"/>
                        <a:pt x="461" y="799"/>
                        <a:pt x="436" y="799"/>
                      </a:cubicBezTo>
                      <a:cubicBezTo>
                        <a:pt x="436" y="823"/>
                        <a:pt x="436" y="847"/>
                        <a:pt x="436" y="872"/>
                      </a:cubicBezTo>
                      <a:cubicBezTo>
                        <a:pt x="412" y="872"/>
                        <a:pt x="388" y="872"/>
                        <a:pt x="363" y="872"/>
                      </a:cubicBezTo>
                      <a:cubicBezTo>
                        <a:pt x="365" y="883"/>
                        <a:pt x="367" y="894"/>
                        <a:pt x="369" y="905"/>
                      </a:cubicBezTo>
                      <a:cubicBezTo>
                        <a:pt x="363" y="945"/>
                        <a:pt x="363" y="945"/>
                        <a:pt x="327" y="974"/>
                      </a:cubicBezTo>
                      <a:cubicBezTo>
                        <a:pt x="312" y="984"/>
                        <a:pt x="296" y="993"/>
                        <a:pt x="279" y="1002"/>
                      </a:cubicBezTo>
                      <a:cubicBezTo>
                        <a:pt x="271" y="1006"/>
                        <a:pt x="263" y="1011"/>
                        <a:pt x="254" y="1016"/>
                      </a:cubicBezTo>
                      <a:cubicBezTo>
                        <a:pt x="195" y="1049"/>
                        <a:pt x="138" y="1073"/>
                        <a:pt x="73" y="1090"/>
                      </a:cubicBezTo>
                      <a:cubicBezTo>
                        <a:pt x="73" y="1042"/>
                        <a:pt x="73" y="994"/>
                        <a:pt x="73" y="945"/>
                      </a:cubicBezTo>
                      <a:cubicBezTo>
                        <a:pt x="97" y="945"/>
                        <a:pt x="121" y="945"/>
                        <a:pt x="145" y="945"/>
                      </a:cubicBezTo>
                      <a:cubicBezTo>
                        <a:pt x="145" y="897"/>
                        <a:pt x="145" y="849"/>
                        <a:pt x="145" y="799"/>
                      </a:cubicBezTo>
                      <a:cubicBezTo>
                        <a:pt x="97" y="799"/>
                        <a:pt x="49" y="799"/>
                        <a:pt x="0" y="799"/>
                      </a:cubicBezTo>
                      <a:cubicBezTo>
                        <a:pt x="20" y="661"/>
                        <a:pt x="86" y="590"/>
                        <a:pt x="183" y="497"/>
                      </a:cubicBezTo>
                      <a:cubicBezTo>
                        <a:pt x="198" y="482"/>
                        <a:pt x="212" y="468"/>
                        <a:pt x="227" y="453"/>
                      </a:cubicBezTo>
                      <a:cubicBezTo>
                        <a:pt x="265" y="416"/>
                        <a:pt x="303" y="378"/>
                        <a:pt x="342" y="341"/>
                      </a:cubicBezTo>
                      <a:cubicBezTo>
                        <a:pt x="381" y="303"/>
                        <a:pt x="421" y="264"/>
                        <a:pt x="460" y="225"/>
                      </a:cubicBezTo>
                      <a:cubicBezTo>
                        <a:pt x="536" y="150"/>
                        <a:pt x="613" y="75"/>
                        <a:pt x="69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61" cap="flat">
                  <a:noFill/>
                </a:ln>
              </p:spPr>
            </p:sp>
            <p:sp>
              <p:nvSpPr>
                <p:cNvPr id="1658" name="ICON_REPORT_METHOD_path_026"/>
                <p:cNvSpPr/>
                <p:nvPr/>
              </p:nvSpPr>
              <p:spPr>
                <a:xfrm>
                  <a:off x="10536570" y="6153132"/>
                  <a:ext cx="22151" cy="369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744" h="291" fill="norm" stroke="0">
                      <a:moveTo>
                        <a:pt x="0" y="0"/>
                      </a:moveTo>
                      <a:cubicBezTo>
                        <a:pt x="576" y="0"/>
                        <a:pt x="1151" y="0"/>
                        <a:pt x="1744" y="0"/>
                      </a:cubicBezTo>
                      <a:cubicBezTo>
                        <a:pt x="1744" y="24"/>
                        <a:pt x="1744" y="48"/>
                        <a:pt x="1744" y="73"/>
                      </a:cubicBezTo>
                      <a:cubicBezTo>
                        <a:pt x="1696" y="73"/>
                        <a:pt x="1648" y="73"/>
                        <a:pt x="1599" y="73"/>
                      </a:cubicBezTo>
                      <a:cubicBezTo>
                        <a:pt x="1599" y="97"/>
                        <a:pt x="1599" y="121"/>
                        <a:pt x="1599" y="145"/>
                      </a:cubicBezTo>
                      <a:cubicBezTo>
                        <a:pt x="1551" y="145"/>
                        <a:pt x="1503" y="145"/>
                        <a:pt x="1453" y="145"/>
                      </a:cubicBezTo>
                      <a:cubicBezTo>
                        <a:pt x="1453" y="193"/>
                        <a:pt x="1453" y="241"/>
                        <a:pt x="1453" y="291"/>
                      </a:cubicBezTo>
                      <a:cubicBezTo>
                        <a:pt x="1406" y="291"/>
                        <a:pt x="1358" y="291"/>
                        <a:pt x="1308" y="291"/>
                      </a:cubicBezTo>
                      <a:cubicBezTo>
                        <a:pt x="1308" y="243"/>
                        <a:pt x="1308" y="195"/>
                        <a:pt x="1308" y="145"/>
                      </a:cubicBezTo>
                      <a:cubicBezTo>
                        <a:pt x="1164" y="145"/>
                        <a:pt x="1020" y="145"/>
                        <a:pt x="872" y="145"/>
                      </a:cubicBezTo>
                      <a:cubicBezTo>
                        <a:pt x="872" y="169"/>
                        <a:pt x="872" y="193"/>
                        <a:pt x="872" y="218"/>
                      </a:cubicBezTo>
                      <a:cubicBezTo>
                        <a:pt x="608" y="218"/>
                        <a:pt x="344" y="218"/>
                        <a:pt x="73" y="218"/>
                      </a:cubicBezTo>
                      <a:cubicBezTo>
                        <a:pt x="73" y="194"/>
                        <a:pt x="73" y="170"/>
                        <a:pt x="73" y="145"/>
                      </a:cubicBezTo>
                      <a:cubicBezTo>
                        <a:pt x="49" y="145"/>
                        <a:pt x="25" y="145"/>
                        <a:pt x="0" y="145"/>
                      </a:cubicBezTo>
                      <a:cubicBezTo>
                        <a:pt x="0" y="97"/>
                        <a:pt x="0" y="49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59" name="ICON_REPORT_METHOD_path_027"/>
                <p:cNvSpPr/>
                <p:nvPr/>
              </p:nvSpPr>
              <p:spPr>
                <a:xfrm>
                  <a:off x="10408278" y="6123597"/>
                  <a:ext cx="4615" cy="1845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63" h="1453" fill="norm" stroke="0">
                      <a:moveTo>
                        <a:pt x="73" y="0"/>
                      </a:moveTo>
                      <a:cubicBezTo>
                        <a:pt x="145" y="0"/>
                        <a:pt x="217" y="0"/>
                        <a:pt x="291" y="0"/>
                      </a:cubicBezTo>
                      <a:cubicBezTo>
                        <a:pt x="291" y="48"/>
                        <a:pt x="291" y="96"/>
                        <a:pt x="291" y="145"/>
                      </a:cubicBezTo>
                      <a:cubicBezTo>
                        <a:pt x="315" y="145"/>
                        <a:pt x="339" y="145"/>
                        <a:pt x="363" y="145"/>
                      </a:cubicBezTo>
                      <a:cubicBezTo>
                        <a:pt x="363" y="385"/>
                        <a:pt x="363" y="625"/>
                        <a:pt x="363" y="872"/>
                      </a:cubicBezTo>
                      <a:cubicBezTo>
                        <a:pt x="339" y="872"/>
                        <a:pt x="315" y="872"/>
                        <a:pt x="291" y="872"/>
                      </a:cubicBezTo>
                      <a:cubicBezTo>
                        <a:pt x="291" y="920"/>
                        <a:pt x="291" y="968"/>
                        <a:pt x="291" y="1017"/>
                      </a:cubicBezTo>
                      <a:cubicBezTo>
                        <a:pt x="315" y="1017"/>
                        <a:pt x="339" y="1017"/>
                        <a:pt x="363" y="1017"/>
                      </a:cubicBezTo>
                      <a:cubicBezTo>
                        <a:pt x="363" y="1161"/>
                        <a:pt x="363" y="1305"/>
                        <a:pt x="363" y="1453"/>
                      </a:cubicBezTo>
                      <a:cubicBezTo>
                        <a:pt x="315" y="1453"/>
                        <a:pt x="267" y="1453"/>
                        <a:pt x="218" y="1453"/>
                      </a:cubicBezTo>
                      <a:cubicBezTo>
                        <a:pt x="218" y="1382"/>
                        <a:pt x="218" y="1310"/>
                        <a:pt x="218" y="1235"/>
                      </a:cubicBezTo>
                      <a:cubicBezTo>
                        <a:pt x="194" y="1235"/>
                        <a:pt x="170" y="1235"/>
                        <a:pt x="145" y="1235"/>
                      </a:cubicBezTo>
                      <a:cubicBezTo>
                        <a:pt x="145" y="924"/>
                        <a:pt x="145" y="612"/>
                        <a:pt x="145" y="291"/>
                      </a:cubicBezTo>
                      <a:cubicBezTo>
                        <a:pt x="121" y="291"/>
                        <a:pt x="97" y="291"/>
                        <a:pt x="73" y="291"/>
                      </a:cubicBezTo>
                      <a:cubicBezTo>
                        <a:pt x="73" y="267"/>
                        <a:pt x="73" y="243"/>
                        <a:pt x="73" y="218"/>
                      </a:cubicBezTo>
                      <a:cubicBezTo>
                        <a:pt x="49" y="218"/>
                        <a:pt x="25" y="218"/>
                        <a:pt x="0" y="218"/>
                      </a:cubicBezTo>
                      <a:cubicBezTo>
                        <a:pt x="0" y="170"/>
                        <a:pt x="0" y="122"/>
                        <a:pt x="0" y="73"/>
                      </a:cubicBezTo>
                      <a:cubicBezTo>
                        <a:pt x="24" y="73"/>
                        <a:pt x="48" y="73"/>
                        <a:pt x="73" y="73"/>
                      </a:cubicBezTo>
                      <a:cubicBezTo>
                        <a:pt x="73" y="49"/>
                        <a:pt x="73" y="25"/>
                        <a:pt x="73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60" name="ICON_REPORT_METHOD_path_028"/>
                <p:cNvSpPr/>
                <p:nvPr/>
              </p:nvSpPr>
              <p:spPr>
                <a:xfrm>
                  <a:off x="10519956" y="6248197"/>
                  <a:ext cx="11076" cy="1107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72" h="872" fill="norm" stroke="0">
                      <a:moveTo>
                        <a:pt x="727" y="0"/>
                      </a:moveTo>
                      <a:cubicBezTo>
                        <a:pt x="775" y="0"/>
                        <a:pt x="823" y="0"/>
                        <a:pt x="872" y="0"/>
                      </a:cubicBezTo>
                      <a:cubicBezTo>
                        <a:pt x="856" y="36"/>
                        <a:pt x="856" y="36"/>
                        <a:pt x="836" y="73"/>
                      </a:cubicBezTo>
                      <a:cubicBezTo>
                        <a:pt x="824" y="73"/>
                        <a:pt x="812" y="73"/>
                        <a:pt x="799" y="73"/>
                      </a:cubicBezTo>
                      <a:cubicBezTo>
                        <a:pt x="799" y="145"/>
                        <a:pt x="799" y="217"/>
                        <a:pt x="799" y="291"/>
                      </a:cubicBezTo>
                      <a:cubicBezTo>
                        <a:pt x="727" y="291"/>
                        <a:pt x="656" y="291"/>
                        <a:pt x="581" y="291"/>
                      </a:cubicBezTo>
                      <a:cubicBezTo>
                        <a:pt x="581" y="411"/>
                        <a:pt x="581" y="531"/>
                        <a:pt x="581" y="654"/>
                      </a:cubicBezTo>
                      <a:cubicBezTo>
                        <a:pt x="557" y="654"/>
                        <a:pt x="533" y="654"/>
                        <a:pt x="509" y="654"/>
                      </a:cubicBezTo>
                      <a:cubicBezTo>
                        <a:pt x="509" y="678"/>
                        <a:pt x="509" y="702"/>
                        <a:pt x="509" y="727"/>
                      </a:cubicBezTo>
                      <a:cubicBezTo>
                        <a:pt x="485" y="727"/>
                        <a:pt x="461" y="727"/>
                        <a:pt x="436" y="727"/>
                      </a:cubicBezTo>
                      <a:cubicBezTo>
                        <a:pt x="436" y="751"/>
                        <a:pt x="436" y="775"/>
                        <a:pt x="436" y="799"/>
                      </a:cubicBezTo>
                      <a:cubicBezTo>
                        <a:pt x="316" y="799"/>
                        <a:pt x="196" y="799"/>
                        <a:pt x="73" y="799"/>
                      </a:cubicBezTo>
                      <a:cubicBezTo>
                        <a:pt x="73" y="823"/>
                        <a:pt x="73" y="847"/>
                        <a:pt x="73" y="872"/>
                      </a:cubicBezTo>
                      <a:cubicBezTo>
                        <a:pt x="49" y="872"/>
                        <a:pt x="25" y="872"/>
                        <a:pt x="0" y="872"/>
                      </a:cubicBezTo>
                      <a:cubicBezTo>
                        <a:pt x="0" y="824"/>
                        <a:pt x="0" y="776"/>
                        <a:pt x="0" y="727"/>
                      </a:cubicBezTo>
                      <a:cubicBezTo>
                        <a:pt x="24" y="727"/>
                        <a:pt x="48" y="727"/>
                        <a:pt x="73" y="727"/>
                      </a:cubicBezTo>
                      <a:cubicBezTo>
                        <a:pt x="73" y="703"/>
                        <a:pt x="73" y="679"/>
                        <a:pt x="73" y="654"/>
                      </a:cubicBezTo>
                      <a:cubicBezTo>
                        <a:pt x="97" y="654"/>
                        <a:pt x="121" y="654"/>
                        <a:pt x="145" y="654"/>
                      </a:cubicBezTo>
                      <a:cubicBezTo>
                        <a:pt x="145" y="630"/>
                        <a:pt x="145" y="606"/>
                        <a:pt x="145" y="581"/>
                      </a:cubicBezTo>
                      <a:cubicBezTo>
                        <a:pt x="169" y="581"/>
                        <a:pt x="193" y="581"/>
                        <a:pt x="218" y="581"/>
                      </a:cubicBezTo>
                      <a:cubicBezTo>
                        <a:pt x="218" y="557"/>
                        <a:pt x="218" y="533"/>
                        <a:pt x="218" y="509"/>
                      </a:cubicBezTo>
                      <a:cubicBezTo>
                        <a:pt x="242" y="509"/>
                        <a:pt x="266" y="509"/>
                        <a:pt x="291" y="509"/>
                      </a:cubicBezTo>
                      <a:cubicBezTo>
                        <a:pt x="291" y="485"/>
                        <a:pt x="291" y="461"/>
                        <a:pt x="291" y="436"/>
                      </a:cubicBezTo>
                      <a:cubicBezTo>
                        <a:pt x="315" y="436"/>
                        <a:pt x="339" y="436"/>
                        <a:pt x="363" y="436"/>
                      </a:cubicBezTo>
                      <a:cubicBezTo>
                        <a:pt x="363" y="412"/>
                        <a:pt x="363" y="388"/>
                        <a:pt x="363" y="363"/>
                      </a:cubicBezTo>
                      <a:cubicBezTo>
                        <a:pt x="387" y="363"/>
                        <a:pt x="411" y="363"/>
                        <a:pt x="436" y="363"/>
                      </a:cubicBezTo>
                      <a:cubicBezTo>
                        <a:pt x="436" y="339"/>
                        <a:pt x="436" y="315"/>
                        <a:pt x="436" y="291"/>
                      </a:cubicBezTo>
                      <a:cubicBezTo>
                        <a:pt x="460" y="291"/>
                        <a:pt x="484" y="291"/>
                        <a:pt x="509" y="291"/>
                      </a:cubicBezTo>
                      <a:cubicBezTo>
                        <a:pt x="509" y="267"/>
                        <a:pt x="509" y="243"/>
                        <a:pt x="509" y="218"/>
                      </a:cubicBezTo>
                      <a:cubicBezTo>
                        <a:pt x="533" y="218"/>
                        <a:pt x="557" y="218"/>
                        <a:pt x="581" y="218"/>
                      </a:cubicBezTo>
                      <a:cubicBezTo>
                        <a:pt x="581" y="170"/>
                        <a:pt x="581" y="122"/>
                        <a:pt x="581" y="73"/>
                      </a:cubicBezTo>
                      <a:cubicBezTo>
                        <a:pt x="629" y="73"/>
                        <a:pt x="677" y="73"/>
                        <a:pt x="727" y="73"/>
                      </a:cubicBezTo>
                      <a:cubicBezTo>
                        <a:pt x="727" y="49"/>
                        <a:pt x="727" y="25"/>
                        <a:pt x="727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61" name="ICON_REPORT_METHOD_path_029"/>
                <p:cNvSpPr/>
                <p:nvPr/>
              </p:nvSpPr>
              <p:spPr>
                <a:xfrm>
                  <a:off x="10543031" y="6235275"/>
                  <a:ext cx="10153" cy="787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99" h="620" fill="norm" stroke="0">
                      <a:moveTo>
                        <a:pt x="436" y="0"/>
                      </a:moveTo>
                      <a:cubicBezTo>
                        <a:pt x="556" y="36"/>
                        <a:pt x="676" y="72"/>
                        <a:pt x="799" y="109"/>
                      </a:cubicBezTo>
                      <a:cubicBezTo>
                        <a:pt x="787" y="115"/>
                        <a:pt x="787" y="115"/>
                        <a:pt x="727" y="145"/>
                      </a:cubicBezTo>
                      <a:cubicBezTo>
                        <a:pt x="722" y="184"/>
                        <a:pt x="722" y="184"/>
                        <a:pt x="727" y="218"/>
                      </a:cubicBezTo>
                      <a:cubicBezTo>
                        <a:pt x="703" y="218"/>
                        <a:pt x="679" y="218"/>
                        <a:pt x="654" y="218"/>
                      </a:cubicBezTo>
                      <a:cubicBezTo>
                        <a:pt x="654" y="242"/>
                        <a:pt x="654" y="266"/>
                        <a:pt x="654" y="291"/>
                      </a:cubicBezTo>
                      <a:cubicBezTo>
                        <a:pt x="630" y="291"/>
                        <a:pt x="606" y="291"/>
                        <a:pt x="581" y="291"/>
                      </a:cubicBezTo>
                      <a:cubicBezTo>
                        <a:pt x="581" y="315"/>
                        <a:pt x="581" y="339"/>
                        <a:pt x="581" y="363"/>
                      </a:cubicBezTo>
                      <a:cubicBezTo>
                        <a:pt x="557" y="363"/>
                        <a:pt x="533" y="363"/>
                        <a:pt x="509" y="363"/>
                      </a:cubicBezTo>
                      <a:cubicBezTo>
                        <a:pt x="509" y="387"/>
                        <a:pt x="509" y="411"/>
                        <a:pt x="509" y="436"/>
                      </a:cubicBezTo>
                      <a:cubicBezTo>
                        <a:pt x="485" y="436"/>
                        <a:pt x="461" y="436"/>
                        <a:pt x="436" y="436"/>
                      </a:cubicBezTo>
                      <a:cubicBezTo>
                        <a:pt x="436" y="460"/>
                        <a:pt x="436" y="484"/>
                        <a:pt x="436" y="509"/>
                      </a:cubicBezTo>
                      <a:cubicBezTo>
                        <a:pt x="412" y="509"/>
                        <a:pt x="388" y="509"/>
                        <a:pt x="363" y="509"/>
                      </a:cubicBezTo>
                      <a:cubicBezTo>
                        <a:pt x="363" y="533"/>
                        <a:pt x="363" y="557"/>
                        <a:pt x="363" y="581"/>
                      </a:cubicBezTo>
                      <a:cubicBezTo>
                        <a:pt x="329" y="589"/>
                        <a:pt x="294" y="595"/>
                        <a:pt x="259" y="602"/>
                      </a:cubicBezTo>
                      <a:cubicBezTo>
                        <a:pt x="249" y="604"/>
                        <a:pt x="239" y="606"/>
                        <a:pt x="229" y="608"/>
                      </a:cubicBezTo>
                      <a:cubicBezTo>
                        <a:pt x="179" y="617"/>
                        <a:pt x="151" y="620"/>
                        <a:pt x="102" y="603"/>
                      </a:cubicBezTo>
                      <a:cubicBezTo>
                        <a:pt x="92" y="596"/>
                        <a:pt x="83" y="589"/>
                        <a:pt x="73" y="581"/>
                      </a:cubicBezTo>
                      <a:cubicBezTo>
                        <a:pt x="68" y="543"/>
                        <a:pt x="68" y="543"/>
                        <a:pt x="73" y="509"/>
                      </a:cubicBezTo>
                      <a:cubicBezTo>
                        <a:pt x="49" y="509"/>
                        <a:pt x="25" y="509"/>
                        <a:pt x="0" y="509"/>
                      </a:cubicBezTo>
                      <a:cubicBezTo>
                        <a:pt x="0" y="485"/>
                        <a:pt x="0" y="461"/>
                        <a:pt x="0" y="436"/>
                      </a:cubicBezTo>
                      <a:cubicBezTo>
                        <a:pt x="24" y="436"/>
                        <a:pt x="48" y="436"/>
                        <a:pt x="73" y="436"/>
                      </a:cubicBezTo>
                      <a:cubicBezTo>
                        <a:pt x="73" y="388"/>
                        <a:pt x="73" y="340"/>
                        <a:pt x="73" y="291"/>
                      </a:cubicBezTo>
                      <a:cubicBezTo>
                        <a:pt x="97" y="291"/>
                        <a:pt x="121" y="291"/>
                        <a:pt x="145" y="291"/>
                      </a:cubicBezTo>
                      <a:cubicBezTo>
                        <a:pt x="145" y="267"/>
                        <a:pt x="145" y="243"/>
                        <a:pt x="145" y="218"/>
                      </a:cubicBezTo>
                      <a:cubicBezTo>
                        <a:pt x="155" y="220"/>
                        <a:pt x="165" y="221"/>
                        <a:pt x="175" y="223"/>
                      </a:cubicBezTo>
                      <a:cubicBezTo>
                        <a:pt x="217" y="227"/>
                        <a:pt x="249" y="229"/>
                        <a:pt x="291" y="218"/>
                      </a:cubicBezTo>
                      <a:cubicBezTo>
                        <a:pt x="317" y="181"/>
                        <a:pt x="331" y="147"/>
                        <a:pt x="345" y="104"/>
                      </a:cubicBezTo>
                      <a:cubicBezTo>
                        <a:pt x="348" y="99"/>
                        <a:pt x="348" y="99"/>
                        <a:pt x="363" y="73"/>
                      </a:cubicBezTo>
                      <a:cubicBezTo>
                        <a:pt x="402" y="68"/>
                        <a:pt x="402" y="68"/>
                        <a:pt x="436" y="73"/>
                      </a:cubicBezTo>
                      <a:cubicBezTo>
                        <a:pt x="436" y="49"/>
                        <a:pt x="436" y="25"/>
                        <a:pt x="43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61" cap="flat">
                  <a:noFill/>
                </a:ln>
              </p:spPr>
            </p:sp>
            <p:sp>
              <p:nvSpPr>
                <p:cNvPr id="1662" name="ICON_REPORT_METHOD_path_030"/>
                <p:cNvSpPr/>
                <p:nvPr/>
              </p:nvSpPr>
              <p:spPr>
                <a:xfrm>
                  <a:off x="10541185" y="6232507"/>
                  <a:ext cx="12460" cy="738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81" h="581" fill="norm" stroke="0">
                      <a:moveTo>
                        <a:pt x="509" y="0"/>
                      </a:moveTo>
                      <a:cubicBezTo>
                        <a:pt x="557" y="0"/>
                        <a:pt x="605" y="0"/>
                        <a:pt x="654" y="0"/>
                      </a:cubicBezTo>
                      <a:cubicBezTo>
                        <a:pt x="654" y="24"/>
                        <a:pt x="654" y="48"/>
                        <a:pt x="654" y="73"/>
                      </a:cubicBezTo>
                      <a:cubicBezTo>
                        <a:pt x="678" y="73"/>
                        <a:pt x="702" y="73"/>
                        <a:pt x="727" y="73"/>
                      </a:cubicBezTo>
                      <a:cubicBezTo>
                        <a:pt x="727" y="97"/>
                        <a:pt x="727" y="121"/>
                        <a:pt x="727" y="145"/>
                      </a:cubicBezTo>
                      <a:cubicBezTo>
                        <a:pt x="799" y="145"/>
                        <a:pt x="871" y="145"/>
                        <a:pt x="945" y="145"/>
                      </a:cubicBezTo>
                      <a:cubicBezTo>
                        <a:pt x="977" y="223"/>
                        <a:pt x="977" y="223"/>
                        <a:pt x="981" y="254"/>
                      </a:cubicBezTo>
                      <a:cubicBezTo>
                        <a:pt x="964" y="294"/>
                        <a:pt x="964" y="294"/>
                        <a:pt x="945" y="327"/>
                      </a:cubicBezTo>
                      <a:cubicBezTo>
                        <a:pt x="673" y="299"/>
                        <a:pt x="673" y="299"/>
                        <a:pt x="581" y="218"/>
                      </a:cubicBezTo>
                      <a:cubicBezTo>
                        <a:pt x="582" y="223"/>
                        <a:pt x="582" y="223"/>
                        <a:pt x="585" y="250"/>
                      </a:cubicBezTo>
                      <a:cubicBezTo>
                        <a:pt x="579" y="320"/>
                        <a:pt x="528" y="360"/>
                        <a:pt x="478" y="406"/>
                      </a:cubicBezTo>
                      <a:cubicBezTo>
                        <a:pt x="422" y="446"/>
                        <a:pt x="384" y="448"/>
                        <a:pt x="317" y="441"/>
                      </a:cubicBezTo>
                      <a:cubicBezTo>
                        <a:pt x="313" y="440"/>
                        <a:pt x="313" y="440"/>
                        <a:pt x="291" y="436"/>
                      </a:cubicBezTo>
                      <a:cubicBezTo>
                        <a:pt x="291" y="460"/>
                        <a:pt x="291" y="484"/>
                        <a:pt x="291" y="509"/>
                      </a:cubicBezTo>
                      <a:cubicBezTo>
                        <a:pt x="267" y="509"/>
                        <a:pt x="243" y="509"/>
                        <a:pt x="218" y="509"/>
                      </a:cubicBezTo>
                      <a:cubicBezTo>
                        <a:pt x="218" y="533"/>
                        <a:pt x="218" y="557"/>
                        <a:pt x="218" y="581"/>
                      </a:cubicBezTo>
                      <a:cubicBezTo>
                        <a:pt x="146" y="581"/>
                        <a:pt x="74" y="581"/>
                        <a:pt x="0" y="581"/>
                      </a:cubicBezTo>
                      <a:cubicBezTo>
                        <a:pt x="22" y="453"/>
                        <a:pt x="71" y="379"/>
                        <a:pt x="157" y="282"/>
                      </a:cubicBezTo>
                      <a:cubicBezTo>
                        <a:pt x="167" y="268"/>
                        <a:pt x="178" y="255"/>
                        <a:pt x="189" y="242"/>
                      </a:cubicBezTo>
                      <a:cubicBezTo>
                        <a:pt x="269" y="150"/>
                        <a:pt x="269" y="150"/>
                        <a:pt x="332" y="137"/>
                      </a:cubicBezTo>
                      <a:cubicBezTo>
                        <a:pt x="367" y="137"/>
                        <a:pt x="401" y="139"/>
                        <a:pt x="436" y="145"/>
                      </a:cubicBezTo>
                      <a:cubicBezTo>
                        <a:pt x="436" y="121"/>
                        <a:pt x="436" y="97"/>
                        <a:pt x="436" y="73"/>
                      </a:cubicBezTo>
                      <a:cubicBezTo>
                        <a:pt x="460" y="73"/>
                        <a:pt x="484" y="73"/>
                        <a:pt x="509" y="73"/>
                      </a:cubicBezTo>
                      <a:cubicBezTo>
                        <a:pt x="509" y="49"/>
                        <a:pt x="509" y="25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61" cap="flat">
                  <a:noFill/>
                </a:ln>
              </p:spPr>
            </p:sp>
            <p:sp>
              <p:nvSpPr>
                <p:cNvPr id="1663" name="ICON_REPORT_METHOD_path_031"/>
                <p:cNvSpPr/>
                <p:nvPr/>
              </p:nvSpPr>
              <p:spPr>
                <a:xfrm>
                  <a:off x="10559644" y="6168822"/>
                  <a:ext cx="3692" cy="304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1" h="2398" fill="norm" stroke="0">
                      <a:moveTo>
                        <a:pt x="0" y="0"/>
                      </a:moveTo>
                      <a:cubicBezTo>
                        <a:pt x="24" y="0"/>
                        <a:pt x="48" y="0"/>
                        <a:pt x="73" y="0"/>
                      </a:cubicBezTo>
                      <a:cubicBezTo>
                        <a:pt x="73" y="11"/>
                        <a:pt x="73" y="22"/>
                        <a:pt x="73" y="33"/>
                      </a:cubicBezTo>
                      <a:cubicBezTo>
                        <a:pt x="77" y="300"/>
                        <a:pt x="81" y="566"/>
                        <a:pt x="85" y="833"/>
                      </a:cubicBezTo>
                      <a:cubicBezTo>
                        <a:pt x="87" y="962"/>
                        <a:pt x="89" y="1091"/>
                        <a:pt x="91" y="1220"/>
                      </a:cubicBezTo>
                      <a:cubicBezTo>
                        <a:pt x="92" y="1332"/>
                        <a:pt x="94" y="1444"/>
                        <a:pt x="96" y="1557"/>
                      </a:cubicBezTo>
                      <a:cubicBezTo>
                        <a:pt x="97" y="1616"/>
                        <a:pt x="98" y="1676"/>
                        <a:pt x="98" y="1735"/>
                      </a:cubicBezTo>
                      <a:cubicBezTo>
                        <a:pt x="99" y="1791"/>
                        <a:pt x="100" y="1847"/>
                        <a:pt x="101" y="1903"/>
                      </a:cubicBezTo>
                      <a:cubicBezTo>
                        <a:pt x="101" y="1924"/>
                        <a:pt x="102" y="1944"/>
                        <a:pt x="102" y="1965"/>
                      </a:cubicBezTo>
                      <a:cubicBezTo>
                        <a:pt x="103" y="2067"/>
                        <a:pt x="105" y="2158"/>
                        <a:pt x="145" y="2253"/>
                      </a:cubicBezTo>
                      <a:cubicBezTo>
                        <a:pt x="193" y="2253"/>
                        <a:pt x="241" y="2253"/>
                        <a:pt x="291" y="2253"/>
                      </a:cubicBezTo>
                      <a:cubicBezTo>
                        <a:pt x="291" y="2301"/>
                        <a:pt x="291" y="2349"/>
                        <a:pt x="291" y="2398"/>
                      </a:cubicBezTo>
                      <a:cubicBezTo>
                        <a:pt x="219" y="2398"/>
                        <a:pt x="147" y="2398"/>
                        <a:pt x="73" y="2398"/>
                      </a:cubicBezTo>
                      <a:cubicBezTo>
                        <a:pt x="73" y="2374"/>
                        <a:pt x="73" y="2350"/>
                        <a:pt x="73" y="2326"/>
                      </a:cubicBezTo>
                      <a:cubicBezTo>
                        <a:pt x="49" y="2326"/>
                        <a:pt x="25" y="2326"/>
                        <a:pt x="0" y="2326"/>
                      </a:cubicBezTo>
                      <a:cubicBezTo>
                        <a:pt x="0" y="1558"/>
                        <a:pt x="0" y="791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64" name="ICON_REPORT_METHOD_path_032"/>
                <p:cNvSpPr/>
                <p:nvPr/>
              </p:nvSpPr>
              <p:spPr>
                <a:xfrm>
                  <a:off x="10543953" y="6123597"/>
                  <a:ext cx="12922" cy="138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17" h="1090" fill="norm" stroke="0">
                      <a:moveTo>
                        <a:pt x="0" y="0"/>
                      </a:moveTo>
                      <a:cubicBezTo>
                        <a:pt x="96" y="0"/>
                        <a:pt x="192" y="0"/>
                        <a:pt x="291" y="0"/>
                      </a:cubicBezTo>
                      <a:cubicBezTo>
                        <a:pt x="291" y="24"/>
                        <a:pt x="291" y="48"/>
                        <a:pt x="291" y="73"/>
                      </a:cubicBezTo>
                      <a:cubicBezTo>
                        <a:pt x="315" y="73"/>
                        <a:pt x="339" y="73"/>
                        <a:pt x="363" y="73"/>
                      </a:cubicBezTo>
                      <a:cubicBezTo>
                        <a:pt x="363" y="97"/>
                        <a:pt x="363" y="121"/>
                        <a:pt x="363" y="145"/>
                      </a:cubicBezTo>
                      <a:cubicBezTo>
                        <a:pt x="387" y="145"/>
                        <a:pt x="411" y="145"/>
                        <a:pt x="436" y="145"/>
                      </a:cubicBezTo>
                      <a:cubicBezTo>
                        <a:pt x="436" y="217"/>
                        <a:pt x="436" y="289"/>
                        <a:pt x="436" y="363"/>
                      </a:cubicBezTo>
                      <a:cubicBezTo>
                        <a:pt x="508" y="363"/>
                        <a:pt x="580" y="363"/>
                        <a:pt x="654" y="363"/>
                      </a:cubicBezTo>
                      <a:cubicBezTo>
                        <a:pt x="654" y="387"/>
                        <a:pt x="654" y="411"/>
                        <a:pt x="654" y="436"/>
                      </a:cubicBezTo>
                      <a:cubicBezTo>
                        <a:pt x="678" y="436"/>
                        <a:pt x="702" y="436"/>
                        <a:pt x="727" y="436"/>
                      </a:cubicBezTo>
                      <a:cubicBezTo>
                        <a:pt x="727" y="447"/>
                        <a:pt x="728" y="457"/>
                        <a:pt x="728" y="468"/>
                      </a:cubicBezTo>
                      <a:cubicBezTo>
                        <a:pt x="731" y="517"/>
                        <a:pt x="735" y="565"/>
                        <a:pt x="738" y="613"/>
                      </a:cubicBezTo>
                      <a:cubicBezTo>
                        <a:pt x="739" y="630"/>
                        <a:pt x="740" y="647"/>
                        <a:pt x="741" y="664"/>
                      </a:cubicBezTo>
                      <a:cubicBezTo>
                        <a:pt x="750" y="786"/>
                        <a:pt x="750" y="786"/>
                        <a:pt x="789" y="826"/>
                      </a:cubicBezTo>
                      <a:cubicBezTo>
                        <a:pt x="819" y="845"/>
                        <a:pt x="819" y="845"/>
                        <a:pt x="848" y="859"/>
                      </a:cubicBezTo>
                      <a:cubicBezTo>
                        <a:pt x="856" y="863"/>
                        <a:pt x="864" y="868"/>
                        <a:pt x="872" y="872"/>
                      </a:cubicBezTo>
                      <a:cubicBezTo>
                        <a:pt x="879" y="913"/>
                        <a:pt x="879" y="913"/>
                        <a:pt x="872" y="945"/>
                      </a:cubicBezTo>
                      <a:cubicBezTo>
                        <a:pt x="883" y="943"/>
                        <a:pt x="894" y="942"/>
                        <a:pt x="906" y="940"/>
                      </a:cubicBezTo>
                      <a:cubicBezTo>
                        <a:pt x="919" y="942"/>
                        <a:pt x="932" y="943"/>
                        <a:pt x="945" y="945"/>
                      </a:cubicBezTo>
                      <a:cubicBezTo>
                        <a:pt x="977" y="989"/>
                        <a:pt x="995" y="1040"/>
                        <a:pt x="1017" y="1090"/>
                      </a:cubicBezTo>
                      <a:cubicBezTo>
                        <a:pt x="896" y="1040"/>
                        <a:pt x="810" y="969"/>
                        <a:pt x="718" y="877"/>
                      </a:cubicBezTo>
                      <a:cubicBezTo>
                        <a:pt x="704" y="864"/>
                        <a:pt x="691" y="852"/>
                        <a:pt x="678" y="839"/>
                      </a:cubicBezTo>
                      <a:cubicBezTo>
                        <a:pt x="586" y="749"/>
                        <a:pt x="586" y="749"/>
                        <a:pt x="573" y="685"/>
                      </a:cubicBezTo>
                      <a:cubicBezTo>
                        <a:pt x="573" y="649"/>
                        <a:pt x="575" y="616"/>
                        <a:pt x="581" y="581"/>
                      </a:cubicBezTo>
                      <a:cubicBezTo>
                        <a:pt x="557" y="581"/>
                        <a:pt x="533" y="581"/>
                        <a:pt x="509" y="581"/>
                      </a:cubicBezTo>
                      <a:cubicBezTo>
                        <a:pt x="509" y="557"/>
                        <a:pt x="509" y="533"/>
                        <a:pt x="509" y="509"/>
                      </a:cubicBezTo>
                      <a:cubicBezTo>
                        <a:pt x="485" y="509"/>
                        <a:pt x="461" y="509"/>
                        <a:pt x="436" y="509"/>
                      </a:cubicBezTo>
                      <a:cubicBezTo>
                        <a:pt x="436" y="485"/>
                        <a:pt x="436" y="461"/>
                        <a:pt x="436" y="436"/>
                      </a:cubicBezTo>
                      <a:cubicBezTo>
                        <a:pt x="412" y="436"/>
                        <a:pt x="388" y="436"/>
                        <a:pt x="363" y="436"/>
                      </a:cubicBezTo>
                      <a:cubicBezTo>
                        <a:pt x="363" y="412"/>
                        <a:pt x="363" y="388"/>
                        <a:pt x="363" y="363"/>
                      </a:cubicBezTo>
                      <a:cubicBezTo>
                        <a:pt x="339" y="363"/>
                        <a:pt x="315" y="363"/>
                        <a:pt x="291" y="363"/>
                      </a:cubicBezTo>
                      <a:cubicBezTo>
                        <a:pt x="291" y="339"/>
                        <a:pt x="291" y="315"/>
                        <a:pt x="291" y="291"/>
                      </a:cubicBezTo>
                      <a:cubicBezTo>
                        <a:pt x="267" y="291"/>
                        <a:pt x="243" y="291"/>
                        <a:pt x="218" y="291"/>
                      </a:cubicBezTo>
                      <a:cubicBezTo>
                        <a:pt x="218" y="267"/>
                        <a:pt x="218" y="243"/>
                        <a:pt x="218" y="218"/>
                      </a:cubicBezTo>
                      <a:cubicBezTo>
                        <a:pt x="194" y="218"/>
                        <a:pt x="170" y="218"/>
                        <a:pt x="145" y="218"/>
                      </a:cubicBezTo>
                      <a:cubicBezTo>
                        <a:pt x="147" y="207"/>
                        <a:pt x="148" y="196"/>
                        <a:pt x="150" y="184"/>
                      </a:cubicBezTo>
                      <a:cubicBezTo>
                        <a:pt x="149" y="178"/>
                        <a:pt x="149" y="178"/>
                        <a:pt x="145" y="145"/>
                      </a:cubicBezTo>
                      <a:cubicBezTo>
                        <a:pt x="114" y="125"/>
                        <a:pt x="114" y="125"/>
                        <a:pt x="73" y="109"/>
                      </a:cubicBezTo>
                      <a:cubicBezTo>
                        <a:pt x="32" y="93"/>
                        <a:pt x="32" y="93"/>
                        <a:pt x="0" y="73"/>
                      </a:cubicBezTo>
                      <a:cubicBezTo>
                        <a:pt x="0" y="49"/>
                        <a:pt x="0" y="25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65" name="ICON_REPORT_METHOD_path_033"/>
                <p:cNvSpPr/>
                <p:nvPr/>
              </p:nvSpPr>
              <p:spPr>
                <a:xfrm>
                  <a:off x="10533801" y="6266656"/>
                  <a:ext cx="9230" cy="738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727" h="581" fill="norm" stroke="0">
                      <a:moveTo>
                        <a:pt x="436" y="0"/>
                      </a:moveTo>
                      <a:cubicBezTo>
                        <a:pt x="532" y="0"/>
                        <a:pt x="628" y="0"/>
                        <a:pt x="727" y="0"/>
                      </a:cubicBezTo>
                      <a:cubicBezTo>
                        <a:pt x="677" y="114"/>
                        <a:pt x="677" y="114"/>
                        <a:pt x="654" y="145"/>
                      </a:cubicBezTo>
                      <a:cubicBezTo>
                        <a:pt x="615" y="150"/>
                        <a:pt x="615" y="150"/>
                        <a:pt x="581" y="145"/>
                      </a:cubicBezTo>
                      <a:cubicBezTo>
                        <a:pt x="581" y="169"/>
                        <a:pt x="581" y="193"/>
                        <a:pt x="581" y="218"/>
                      </a:cubicBezTo>
                      <a:cubicBezTo>
                        <a:pt x="557" y="218"/>
                        <a:pt x="533" y="218"/>
                        <a:pt x="509" y="218"/>
                      </a:cubicBezTo>
                      <a:cubicBezTo>
                        <a:pt x="509" y="242"/>
                        <a:pt x="509" y="266"/>
                        <a:pt x="509" y="291"/>
                      </a:cubicBezTo>
                      <a:cubicBezTo>
                        <a:pt x="485" y="291"/>
                        <a:pt x="461" y="291"/>
                        <a:pt x="436" y="291"/>
                      </a:cubicBezTo>
                      <a:cubicBezTo>
                        <a:pt x="436" y="315"/>
                        <a:pt x="436" y="339"/>
                        <a:pt x="436" y="363"/>
                      </a:cubicBezTo>
                      <a:cubicBezTo>
                        <a:pt x="412" y="363"/>
                        <a:pt x="388" y="363"/>
                        <a:pt x="363" y="363"/>
                      </a:cubicBezTo>
                      <a:cubicBezTo>
                        <a:pt x="363" y="387"/>
                        <a:pt x="363" y="411"/>
                        <a:pt x="363" y="436"/>
                      </a:cubicBezTo>
                      <a:cubicBezTo>
                        <a:pt x="339" y="436"/>
                        <a:pt x="315" y="436"/>
                        <a:pt x="291" y="436"/>
                      </a:cubicBezTo>
                      <a:cubicBezTo>
                        <a:pt x="291" y="460"/>
                        <a:pt x="291" y="484"/>
                        <a:pt x="291" y="509"/>
                      </a:cubicBezTo>
                      <a:cubicBezTo>
                        <a:pt x="267" y="509"/>
                        <a:pt x="243" y="509"/>
                        <a:pt x="218" y="509"/>
                      </a:cubicBezTo>
                      <a:cubicBezTo>
                        <a:pt x="218" y="533"/>
                        <a:pt x="218" y="557"/>
                        <a:pt x="218" y="581"/>
                      </a:cubicBezTo>
                      <a:cubicBezTo>
                        <a:pt x="146" y="581"/>
                        <a:pt x="74" y="581"/>
                        <a:pt x="0" y="581"/>
                      </a:cubicBezTo>
                      <a:cubicBezTo>
                        <a:pt x="0" y="557"/>
                        <a:pt x="0" y="533"/>
                        <a:pt x="0" y="509"/>
                      </a:cubicBezTo>
                      <a:cubicBezTo>
                        <a:pt x="24" y="509"/>
                        <a:pt x="48" y="509"/>
                        <a:pt x="73" y="509"/>
                      </a:cubicBezTo>
                      <a:cubicBezTo>
                        <a:pt x="73" y="485"/>
                        <a:pt x="73" y="461"/>
                        <a:pt x="73" y="436"/>
                      </a:cubicBezTo>
                      <a:cubicBezTo>
                        <a:pt x="49" y="436"/>
                        <a:pt x="25" y="436"/>
                        <a:pt x="0" y="436"/>
                      </a:cubicBezTo>
                      <a:cubicBezTo>
                        <a:pt x="0" y="412"/>
                        <a:pt x="0" y="388"/>
                        <a:pt x="0" y="363"/>
                      </a:cubicBezTo>
                      <a:cubicBezTo>
                        <a:pt x="24" y="363"/>
                        <a:pt x="48" y="363"/>
                        <a:pt x="73" y="363"/>
                      </a:cubicBezTo>
                      <a:cubicBezTo>
                        <a:pt x="73" y="339"/>
                        <a:pt x="73" y="315"/>
                        <a:pt x="73" y="291"/>
                      </a:cubicBezTo>
                      <a:cubicBezTo>
                        <a:pt x="97" y="291"/>
                        <a:pt x="121" y="291"/>
                        <a:pt x="145" y="291"/>
                      </a:cubicBezTo>
                      <a:cubicBezTo>
                        <a:pt x="145" y="267"/>
                        <a:pt x="145" y="243"/>
                        <a:pt x="145" y="218"/>
                      </a:cubicBezTo>
                      <a:cubicBezTo>
                        <a:pt x="169" y="218"/>
                        <a:pt x="193" y="218"/>
                        <a:pt x="218" y="218"/>
                      </a:cubicBezTo>
                      <a:cubicBezTo>
                        <a:pt x="218" y="194"/>
                        <a:pt x="218" y="170"/>
                        <a:pt x="218" y="145"/>
                      </a:cubicBezTo>
                      <a:cubicBezTo>
                        <a:pt x="266" y="145"/>
                        <a:pt x="314" y="145"/>
                        <a:pt x="363" y="145"/>
                      </a:cubicBezTo>
                      <a:cubicBezTo>
                        <a:pt x="363" y="121"/>
                        <a:pt x="363" y="97"/>
                        <a:pt x="363" y="73"/>
                      </a:cubicBezTo>
                      <a:cubicBezTo>
                        <a:pt x="387" y="73"/>
                        <a:pt x="411" y="73"/>
                        <a:pt x="436" y="73"/>
                      </a:cubicBezTo>
                      <a:cubicBezTo>
                        <a:pt x="436" y="49"/>
                        <a:pt x="436" y="25"/>
                        <a:pt x="436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66" name="ICON_REPORT_METHOD_path_034"/>
                <p:cNvSpPr/>
                <p:nvPr/>
              </p:nvSpPr>
              <p:spPr>
                <a:xfrm>
                  <a:off x="10523648" y="6236198"/>
                  <a:ext cx="7384" cy="738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81" h="581" fill="norm" stroke="0">
                      <a:moveTo>
                        <a:pt x="218" y="0"/>
                      </a:moveTo>
                      <a:cubicBezTo>
                        <a:pt x="338" y="0"/>
                        <a:pt x="458" y="0"/>
                        <a:pt x="581" y="0"/>
                      </a:cubicBezTo>
                      <a:cubicBezTo>
                        <a:pt x="557" y="48"/>
                        <a:pt x="533" y="96"/>
                        <a:pt x="509" y="145"/>
                      </a:cubicBezTo>
                      <a:cubicBezTo>
                        <a:pt x="485" y="145"/>
                        <a:pt x="461" y="145"/>
                        <a:pt x="436" y="145"/>
                      </a:cubicBezTo>
                      <a:cubicBezTo>
                        <a:pt x="436" y="169"/>
                        <a:pt x="436" y="193"/>
                        <a:pt x="436" y="218"/>
                      </a:cubicBezTo>
                      <a:cubicBezTo>
                        <a:pt x="412" y="218"/>
                        <a:pt x="388" y="218"/>
                        <a:pt x="363" y="218"/>
                      </a:cubicBezTo>
                      <a:cubicBezTo>
                        <a:pt x="363" y="242"/>
                        <a:pt x="363" y="266"/>
                        <a:pt x="363" y="291"/>
                      </a:cubicBezTo>
                      <a:cubicBezTo>
                        <a:pt x="352" y="289"/>
                        <a:pt x="341" y="288"/>
                        <a:pt x="329" y="287"/>
                      </a:cubicBezTo>
                      <a:cubicBezTo>
                        <a:pt x="316" y="288"/>
                        <a:pt x="304" y="289"/>
                        <a:pt x="291" y="291"/>
                      </a:cubicBezTo>
                      <a:cubicBezTo>
                        <a:pt x="273" y="317"/>
                        <a:pt x="273" y="317"/>
                        <a:pt x="259" y="354"/>
                      </a:cubicBezTo>
                      <a:cubicBezTo>
                        <a:pt x="216" y="451"/>
                        <a:pt x="150" y="511"/>
                        <a:pt x="73" y="581"/>
                      </a:cubicBezTo>
                      <a:cubicBezTo>
                        <a:pt x="49" y="569"/>
                        <a:pt x="25" y="557"/>
                        <a:pt x="0" y="545"/>
                      </a:cubicBezTo>
                      <a:cubicBezTo>
                        <a:pt x="4" y="542"/>
                        <a:pt x="4" y="542"/>
                        <a:pt x="23" y="526"/>
                      </a:cubicBezTo>
                      <a:cubicBezTo>
                        <a:pt x="102" y="455"/>
                        <a:pt x="130" y="396"/>
                        <a:pt x="145" y="291"/>
                      </a:cubicBezTo>
                      <a:cubicBezTo>
                        <a:pt x="121" y="291"/>
                        <a:pt x="97" y="291"/>
                        <a:pt x="73" y="291"/>
                      </a:cubicBezTo>
                      <a:cubicBezTo>
                        <a:pt x="73" y="219"/>
                        <a:pt x="73" y="147"/>
                        <a:pt x="73" y="73"/>
                      </a:cubicBezTo>
                      <a:cubicBezTo>
                        <a:pt x="121" y="73"/>
                        <a:pt x="169" y="73"/>
                        <a:pt x="218" y="73"/>
                      </a:cubicBezTo>
                      <a:cubicBezTo>
                        <a:pt x="218" y="49"/>
                        <a:pt x="218" y="25"/>
                        <a:pt x="218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67" name="ICON_REPORT_METHOD_path_035"/>
                <p:cNvSpPr/>
                <p:nvPr/>
              </p:nvSpPr>
              <p:spPr>
                <a:xfrm>
                  <a:off x="10555952" y="6202972"/>
                  <a:ext cx="8307" cy="738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54" h="581" fill="norm" stroke="0">
                      <a:moveTo>
                        <a:pt x="509" y="0"/>
                      </a:moveTo>
                      <a:cubicBezTo>
                        <a:pt x="557" y="0"/>
                        <a:pt x="605" y="0"/>
                        <a:pt x="654" y="0"/>
                      </a:cubicBezTo>
                      <a:cubicBezTo>
                        <a:pt x="644" y="24"/>
                        <a:pt x="633" y="49"/>
                        <a:pt x="622" y="73"/>
                      </a:cubicBezTo>
                      <a:cubicBezTo>
                        <a:pt x="619" y="79"/>
                        <a:pt x="619" y="79"/>
                        <a:pt x="604" y="114"/>
                      </a:cubicBezTo>
                      <a:cubicBezTo>
                        <a:pt x="597" y="124"/>
                        <a:pt x="589" y="135"/>
                        <a:pt x="581" y="145"/>
                      </a:cubicBezTo>
                      <a:cubicBezTo>
                        <a:pt x="543" y="150"/>
                        <a:pt x="543" y="150"/>
                        <a:pt x="509" y="145"/>
                      </a:cubicBezTo>
                      <a:cubicBezTo>
                        <a:pt x="509" y="169"/>
                        <a:pt x="509" y="193"/>
                        <a:pt x="509" y="218"/>
                      </a:cubicBezTo>
                      <a:cubicBezTo>
                        <a:pt x="485" y="218"/>
                        <a:pt x="461" y="218"/>
                        <a:pt x="436" y="218"/>
                      </a:cubicBezTo>
                      <a:cubicBezTo>
                        <a:pt x="436" y="242"/>
                        <a:pt x="436" y="266"/>
                        <a:pt x="436" y="291"/>
                      </a:cubicBezTo>
                      <a:cubicBezTo>
                        <a:pt x="412" y="291"/>
                        <a:pt x="388" y="291"/>
                        <a:pt x="363" y="291"/>
                      </a:cubicBezTo>
                      <a:cubicBezTo>
                        <a:pt x="363" y="315"/>
                        <a:pt x="363" y="339"/>
                        <a:pt x="363" y="363"/>
                      </a:cubicBezTo>
                      <a:cubicBezTo>
                        <a:pt x="339" y="363"/>
                        <a:pt x="315" y="363"/>
                        <a:pt x="291" y="363"/>
                      </a:cubicBezTo>
                      <a:cubicBezTo>
                        <a:pt x="291" y="387"/>
                        <a:pt x="291" y="411"/>
                        <a:pt x="291" y="436"/>
                      </a:cubicBezTo>
                      <a:cubicBezTo>
                        <a:pt x="267" y="436"/>
                        <a:pt x="243" y="436"/>
                        <a:pt x="218" y="436"/>
                      </a:cubicBezTo>
                      <a:cubicBezTo>
                        <a:pt x="218" y="460"/>
                        <a:pt x="218" y="484"/>
                        <a:pt x="218" y="509"/>
                      </a:cubicBezTo>
                      <a:cubicBezTo>
                        <a:pt x="194" y="509"/>
                        <a:pt x="170" y="509"/>
                        <a:pt x="145" y="509"/>
                      </a:cubicBezTo>
                      <a:cubicBezTo>
                        <a:pt x="145" y="533"/>
                        <a:pt x="145" y="557"/>
                        <a:pt x="145" y="581"/>
                      </a:cubicBezTo>
                      <a:cubicBezTo>
                        <a:pt x="97" y="581"/>
                        <a:pt x="49" y="581"/>
                        <a:pt x="0" y="581"/>
                      </a:cubicBezTo>
                      <a:cubicBezTo>
                        <a:pt x="0" y="533"/>
                        <a:pt x="0" y="485"/>
                        <a:pt x="0" y="436"/>
                      </a:cubicBezTo>
                      <a:cubicBezTo>
                        <a:pt x="24" y="436"/>
                        <a:pt x="48" y="436"/>
                        <a:pt x="73" y="436"/>
                      </a:cubicBezTo>
                      <a:cubicBezTo>
                        <a:pt x="73" y="412"/>
                        <a:pt x="73" y="388"/>
                        <a:pt x="73" y="363"/>
                      </a:cubicBezTo>
                      <a:cubicBezTo>
                        <a:pt x="97" y="363"/>
                        <a:pt x="121" y="363"/>
                        <a:pt x="145" y="363"/>
                      </a:cubicBezTo>
                      <a:cubicBezTo>
                        <a:pt x="145" y="339"/>
                        <a:pt x="145" y="315"/>
                        <a:pt x="145" y="291"/>
                      </a:cubicBezTo>
                      <a:cubicBezTo>
                        <a:pt x="169" y="291"/>
                        <a:pt x="193" y="291"/>
                        <a:pt x="218" y="291"/>
                      </a:cubicBezTo>
                      <a:cubicBezTo>
                        <a:pt x="218" y="267"/>
                        <a:pt x="218" y="243"/>
                        <a:pt x="218" y="218"/>
                      </a:cubicBezTo>
                      <a:cubicBezTo>
                        <a:pt x="242" y="218"/>
                        <a:pt x="266" y="218"/>
                        <a:pt x="291" y="218"/>
                      </a:cubicBezTo>
                      <a:cubicBezTo>
                        <a:pt x="291" y="194"/>
                        <a:pt x="291" y="170"/>
                        <a:pt x="291" y="145"/>
                      </a:cubicBezTo>
                      <a:cubicBezTo>
                        <a:pt x="339" y="145"/>
                        <a:pt x="387" y="145"/>
                        <a:pt x="436" y="145"/>
                      </a:cubicBezTo>
                      <a:cubicBezTo>
                        <a:pt x="436" y="121"/>
                        <a:pt x="436" y="97"/>
                        <a:pt x="436" y="73"/>
                      </a:cubicBezTo>
                      <a:cubicBezTo>
                        <a:pt x="460" y="73"/>
                        <a:pt x="484" y="73"/>
                        <a:pt x="509" y="73"/>
                      </a:cubicBezTo>
                      <a:cubicBezTo>
                        <a:pt x="509" y="49"/>
                        <a:pt x="509" y="25"/>
                        <a:pt x="509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68" name="ICON_REPORT_METHOD_path_036"/>
                <p:cNvSpPr/>
                <p:nvPr/>
              </p:nvSpPr>
              <p:spPr>
                <a:xfrm>
                  <a:off x="10567028" y="6268041"/>
                  <a:ext cx="2307" cy="969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2" h="763" fill="norm" stroke="0">
                      <a:moveTo>
                        <a:pt x="182" y="0"/>
                      </a:moveTo>
                      <a:cubicBezTo>
                        <a:pt x="170" y="252"/>
                        <a:pt x="158" y="504"/>
                        <a:pt x="145" y="763"/>
                      </a:cubicBezTo>
                      <a:cubicBezTo>
                        <a:pt x="97" y="763"/>
                        <a:pt x="49" y="763"/>
                        <a:pt x="0" y="763"/>
                      </a:cubicBezTo>
                      <a:cubicBezTo>
                        <a:pt x="0" y="523"/>
                        <a:pt x="0" y="283"/>
                        <a:pt x="0" y="36"/>
                      </a:cubicBezTo>
                      <a:cubicBezTo>
                        <a:pt x="109" y="0"/>
                        <a:pt x="109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61" cap="flat">
                  <a:noFill/>
                </a:ln>
              </p:spPr>
            </p:sp>
            <p:sp>
              <p:nvSpPr>
                <p:cNvPr id="1669" name="ICON_REPORT_METHOD_path_037"/>
                <p:cNvSpPr/>
                <p:nvPr/>
              </p:nvSpPr>
              <p:spPr>
                <a:xfrm>
                  <a:off x="10399971" y="6290653"/>
                  <a:ext cx="6461" cy="646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09" h="509" fill="norm" stroke="0">
                      <a:moveTo>
                        <a:pt x="73" y="0"/>
                      </a:moveTo>
                      <a:cubicBezTo>
                        <a:pt x="126" y="18"/>
                        <a:pt x="174" y="37"/>
                        <a:pt x="218" y="73"/>
                      </a:cubicBezTo>
                      <a:cubicBezTo>
                        <a:pt x="231" y="123"/>
                        <a:pt x="227" y="167"/>
                        <a:pt x="218" y="218"/>
                      </a:cubicBezTo>
                      <a:cubicBezTo>
                        <a:pt x="242" y="218"/>
                        <a:pt x="266" y="218"/>
                        <a:pt x="291" y="218"/>
                      </a:cubicBezTo>
                      <a:cubicBezTo>
                        <a:pt x="291" y="242"/>
                        <a:pt x="291" y="266"/>
                        <a:pt x="291" y="291"/>
                      </a:cubicBezTo>
                      <a:cubicBezTo>
                        <a:pt x="315" y="291"/>
                        <a:pt x="339" y="291"/>
                        <a:pt x="363" y="291"/>
                      </a:cubicBezTo>
                      <a:cubicBezTo>
                        <a:pt x="363" y="296"/>
                        <a:pt x="363" y="296"/>
                        <a:pt x="359" y="325"/>
                      </a:cubicBezTo>
                      <a:cubicBezTo>
                        <a:pt x="360" y="337"/>
                        <a:pt x="362" y="350"/>
                        <a:pt x="363" y="363"/>
                      </a:cubicBezTo>
                      <a:cubicBezTo>
                        <a:pt x="395" y="384"/>
                        <a:pt x="395" y="384"/>
                        <a:pt x="436" y="400"/>
                      </a:cubicBezTo>
                      <a:cubicBezTo>
                        <a:pt x="477" y="416"/>
                        <a:pt x="477" y="416"/>
                        <a:pt x="509" y="436"/>
                      </a:cubicBezTo>
                      <a:cubicBezTo>
                        <a:pt x="509" y="460"/>
                        <a:pt x="509" y="484"/>
                        <a:pt x="509" y="509"/>
                      </a:cubicBezTo>
                      <a:cubicBezTo>
                        <a:pt x="437" y="509"/>
                        <a:pt x="365" y="509"/>
                        <a:pt x="291" y="509"/>
                      </a:cubicBezTo>
                      <a:cubicBezTo>
                        <a:pt x="291" y="485"/>
                        <a:pt x="291" y="461"/>
                        <a:pt x="291" y="436"/>
                      </a:cubicBezTo>
                      <a:cubicBezTo>
                        <a:pt x="267" y="436"/>
                        <a:pt x="243" y="436"/>
                        <a:pt x="218" y="436"/>
                      </a:cubicBezTo>
                      <a:cubicBezTo>
                        <a:pt x="218" y="388"/>
                        <a:pt x="218" y="340"/>
                        <a:pt x="218" y="291"/>
                      </a:cubicBezTo>
                      <a:cubicBezTo>
                        <a:pt x="146" y="291"/>
                        <a:pt x="74" y="291"/>
                        <a:pt x="0" y="291"/>
                      </a:cubicBezTo>
                      <a:cubicBezTo>
                        <a:pt x="0" y="243"/>
                        <a:pt x="0" y="195"/>
                        <a:pt x="0" y="145"/>
                      </a:cubicBezTo>
                      <a:cubicBezTo>
                        <a:pt x="24" y="145"/>
                        <a:pt x="48" y="145"/>
                        <a:pt x="73" y="145"/>
                      </a:cubicBezTo>
                      <a:cubicBezTo>
                        <a:pt x="73" y="97"/>
                        <a:pt x="73" y="49"/>
                        <a:pt x="73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  <p:sp>
              <p:nvSpPr>
                <p:cNvPr id="1670" name="ICON_REPORT_METHOD_path_038"/>
                <p:cNvSpPr/>
                <p:nvPr/>
              </p:nvSpPr>
              <p:spPr>
                <a:xfrm>
                  <a:off x="10581795" y="6214047"/>
                  <a:ext cx="3692" cy="738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91" h="581" fill="norm" stroke="0">
                      <a:moveTo>
                        <a:pt x="0" y="0"/>
                      </a:moveTo>
                      <a:cubicBezTo>
                        <a:pt x="48" y="0"/>
                        <a:pt x="96" y="0"/>
                        <a:pt x="145" y="0"/>
                      </a:cubicBezTo>
                      <a:cubicBezTo>
                        <a:pt x="145" y="48"/>
                        <a:pt x="145" y="96"/>
                        <a:pt x="145" y="145"/>
                      </a:cubicBezTo>
                      <a:cubicBezTo>
                        <a:pt x="169" y="145"/>
                        <a:pt x="193" y="145"/>
                        <a:pt x="218" y="145"/>
                      </a:cubicBezTo>
                      <a:cubicBezTo>
                        <a:pt x="218" y="241"/>
                        <a:pt x="218" y="337"/>
                        <a:pt x="218" y="436"/>
                      </a:cubicBezTo>
                      <a:cubicBezTo>
                        <a:pt x="242" y="436"/>
                        <a:pt x="266" y="436"/>
                        <a:pt x="291" y="436"/>
                      </a:cubicBezTo>
                      <a:cubicBezTo>
                        <a:pt x="291" y="484"/>
                        <a:pt x="291" y="532"/>
                        <a:pt x="291" y="581"/>
                      </a:cubicBezTo>
                      <a:cubicBezTo>
                        <a:pt x="243" y="581"/>
                        <a:pt x="195" y="581"/>
                        <a:pt x="145" y="581"/>
                      </a:cubicBezTo>
                      <a:cubicBezTo>
                        <a:pt x="145" y="557"/>
                        <a:pt x="145" y="533"/>
                        <a:pt x="145" y="509"/>
                      </a:cubicBezTo>
                      <a:cubicBezTo>
                        <a:pt x="121" y="509"/>
                        <a:pt x="97" y="509"/>
                        <a:pt x="73" y="509"/>
                      </a:cubicBezTo>
                      <a:cubicBezTo>
                        <a:pt x="73" y="389"/>
                        <a:pt x="73" y="269"/>
                        <a:pt x="73" y="145"/>
                      </a:cubicBezTo>
                      <a:cubicBezTo>
                        <a:pt x="49" y="145"/>
                        <a:pt x="25" y="145"/>
                        <a:pt x="0" y="145"/>
                      </a:cubicBezTo>
                      <a:cubicBezTo>
                        <a:pt x="0" y="97"/>
                        <a:pt x="0" y="49"/>
                        <a:pt x="0" y="0"/>
                      </a:cubicBezTo>
                      <a:close/>
                    </a:path>
                  </a:pathLst>
                </a:custGeom>
                <a:solidFill>
                  <a:srgbClr val="ACB5E9"/>
                </a:solidFill>
                <a:ln w="461" cap="flat">
                  <a:noFill/>
                </a:ln>
              </p:spPr>
            </p:sp>
          </p:grpSp>
          <p:grpSp>
            <p:nvGrpSpPr>
              <p:cNvPr id="3959" name="CHART_REPORT_WAVE_DETAIL"/>
              <p:cNvGrpSpPr/>
              <p:nvPr/>
            </p:nvGrpSpPr>
            <p:grpSpPr>
              <a:xfrm>
                <a:off x="8770938" y="5842000"/>
                <a:ext cx="627062" cy="365125"/>
                <a:chOff x="8770938" y="5842000"/>
                <a:chExt cx="627062" cy="365125"/>
              </a:xfrm>
            </p:grpSpPr>
            <p:sp>
              <p:nvSpPr>
                <p:cNvPr id="3960" name="CHART_REPORT_WAVE_DETAIL_path_001"/>
                <p:cNvSpPr/>
                <p:nvPr/>
              </p:nvSpPr>
              <p:spPr>
                <a:xfrm>
                  <a:off x="8841774" y="5857875"/>
                  <a:ext cx="542319" cy="2222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2702" h="17500" fill="norm" stroke="0">
                      <a:moveTo>
                        <a:pt x="2547" y="0"/>
                      </a:moveTo>
                      <a:cubicBezTo>
                        <a:pt x="2754" y="0"/>
                        <a:pt x="2960" y="0"/>
                        <a:pt x="3172" y="0"/>
                      </a:cubicBezTo>
                      <a:cubicBezTo>
                        <a:pt x="3172" y="3712"/>
                        <a:pt x="3172" y="7425"/>
                        <a:pt x="3172" y="11250"/>
                      </a:cubicBezTo>
                      <a:cubicBezTo>
                        <a:pt x="3379" y="11250"/>
                        <a:pt x="3585" y="11250"/>
                        <a:pt x="3797" y="11250"/>
                      </a:cubicBezTo>
                      <a:cubicBezTo>
                        <a:pt x="3797" y="11224"/>
                        <a:pt x="3797" y="11224"/>
                        <a:pt x="3795" y="11095"/>
                      </a:cubicBezTo>
                      <a:cubicBezTo>
                        <a:pt x="3786" y="10610"/>
                        <a:pt x="3780" y="10126"/>
                        <a:pt x="3776" y="9642"/>
                      </a:cubicBezTo>
                      <a:cubicBezTo>
                        <a:pt x="3774" y="9393"/>
                        <a:pt x="3771" y="9144"/>
                        <a:pt x="3766" y="8895"/>
                      </a:cubicBezTo>
                      <a:cubicBezTo>
                        <a:pt x="3761" y="8655"/>
                        <a:pt x="3759" y="8414"/>
                        <a:pt x="3758" y="8174"/>
                      </a:cubicBezTo>
                      <a:cubicBezTo>
                        <a:pt x="3757" y="8082"/>
                        <a:pt x="3755" y="7991"/>
                        <a:pt x="3753" y="7899"/>
                      </a:cubicBezTo>
                      <a:cubicBezTo>
                        <a:pt x="3735" y="7132"/>
                        <a:pt x="3735" y="7132"/>
                        <a:pt x="3890" y="6954"/>
                      </a:cubicBezTo>
                      <a:cubicBezTo>
                        <a:pt x="3964" y="6889"/>
                        <a:pt x="4040" y="6826"/>
                        <a:pt x="4117" y="6765"/>
                      </a:cubicBezTo>
                      <a:cubicBezTo>
                        <a:pt x="4309" y="6570"/>
                        <a:pt x="4289" y="6293"/>
                        <a:pt x="4300" y="6034"/>
                      </a:cubicBezTo>
                      <a:cubicBezTo>
                        <a:pt x="4304" y="5973"/>
                        <a:pt x="4308" y="5913"/>
                        <a:pt x="4312" y="5853"/>
                      </a:cubicBezTo>
                      <a:cubicBezTo>
                        <a:pt x="4323" y="5696"/>
                        <a:pt x="4331" y="5540"/>
                        <a:pt x="4339" y="5382"/>
                      </a:cubicBezTo>
                      <a:cubicBezTo>
                        <a:pt x="4347" y="5222"/>
                        <a:pt x="4358" y="5061"/>
                        <a:pt x="4369" y="4901"/>
                      </a:cubicBezTo>
                      <a:cubicBezTo>
                        <a:pt x="4389" y="4587"/>
                        <a:pt x="4406" y="4272"/>
                        <a:pt x="4422" y="3958"/>
                      </a:cubicBezTo>
                      <a:cubicBezTo>
                        <a:pt x="4591" y="3917"/>
                        <a:pt x="4760" y="3879"/>
                        <a:pt x="4930" y="3841"/>
                      </a:cubicBezTo>
                      <a:cubicBezTo>
                        <a:pt x="4978" y="3829"/>
                        <a:pt x="5026" y="3818"/>
                        <a:pt x="5075" y="3806"/>
                      </a:cubicBezTo>
                      <a:cubicBezTo>
                        <a:pt x="5099" y="3801"/>
                        <a:pt x="5099" y="3801"/>
                        <a:pt x="5216" y="3775"/>
                      </a:cubicBezTo>
                      <a:cubicBezTo>
                        <a:pt x="5258" y="3765"/>
                        <a:pt x="5301" y="3756"/>
                        <a:pt x="5345" y="3745"/>
                      </a:cubicBezTo>
                      <a:cubicBezTo>
                        <a:pt x="5464" y="3750"/>
                        <a:pt x="5464" y="3750"/>
                        <a:pt x="5582" y="3827"/>
                      </a:cubicBezTo>
                      <a:cubicBezTo>
                        <a:pt x="5719" y="3985"/>
                        <a:pt x="5700" y="4165"/>
                        <a:pt x="5696" y="4364"/>
                      </a:cubicBezTo>
                      <a:cubicBezTo>
                        <a:pt x="5696" y="4405"/>
                        <a:pt x="5696" y="4446"/>
                        <a:pt x="5696" y="4488"/>
                      </a:cubicBezTo>
                      <a:cubicBezTo>
                        <a:pt x="5696" y="4622"/>
                        <a:pt x="5694" y="4756"/>
                        <a:pt x="5693" y="4890"/>
                      </a:cubicBezTo>
                      <a:cubicBezTo>
                        <a:pt x="5692" y="4983"/>
                        <a:pt x="5692" y="5076"/>
                        <a:pt x="5692" y="5170"/>
                      </a:cubicBezTo>
                      <a:cubicBezTo>
                        <a:pt x="5691" y="5414"/>
                        <a:pt x="5689" y="5659"/>
                        <a:pt x="5687" y="5904"/>
                      </a:cubicBezTo>
                      <a:cubicBezTo>
                        <a:pt x="5684" y="6154"/>
                        <a:pt x="5684" y="6404"/>
                        <a:pt x="5683" y="6654"/>
                      </a:cubicBezTo>
                      <a:cubicBezTo>
                        <a:pt x="5680" y="7144"/>
                        <a:pt x="5677" y="7635"/>
                        <a:pt x="5672" y="8125"/>
                      </a:cubicBezTo>
                      <a:cubicBezTo>
                        <a:pt x="5879" y="8125"/>
                        <a:pt x="6085" y="8125"/>
                        <a:pt x="6297" y="8125"/>
                      </a:cubicBezTo>
                      <a:cubicBezTo>
                        <a:pt x="6297" y="7781"/>
                        <a:pt x="6297" y="7438"/>
                        <a:pt x="6297" y="7083"/>
                      </a:cubicBezTo>
                      <a:cubicBezTo>
                        <a:pt x="6466" y="7043"/>
                        <a:pt x="6635" y="7004"/>
                        <a:pt x="6805" y="6966"/>
                      </a:cubicBezTo>
                      <a:cubicBezTo>
                        <a:pt x="6853" y="6954"/>
                        <a:pt x="6901" y="6943"/>
                        <a:pt x="6950" y="6931"/>
                      </a:cubicBezTo>
                      <a:cubicBezTo>
                        <a:pt x="6997" y="6921"/>
                        <a:pt x="7043" y="6911"/>
                        <a:pt x="7091" y="6900"/>
                      </a:cubicBezTo>
                      <a:cubicBezTo>
                        <a:pt x="7133" y="6890"/>
                        <a:pt x="7176" y="6881"/>
                        <a:pt x="7220" y="6870"/>
                      </a:cubicBezTo>
                      <a:cubicBezTo>
                        <a:pt x="7339" y="6875"/>
                        <a:pt x="7339" y="6875"/>
                        <a:pt x="7455" y="6956"/>
                      </a:cubicBezTo>
                      <a:cubicBezTo>
                        <a:pt x="7576" y="7096"/>
                        <a:pt x="7593" y="7244"/>
                        <a:pt x="7613" y="7423"/>
                      </a:cubicBezTo>
                      <a:cubicBezTo>
                        <a:pt x="7617" y="7455"/>
                        <a:pt x="7622" y="7487"/>
                        <a:pt x="7626" y="7520"/>
                      </a:cubicBezTo>
                      <a:cubicBezTo>
                        <a:pt x="7640" y="7622"/>
                        <a:pt x="7652" y="7724"/>
                        <a:pt x="7664" y="7825"/>
                      </a:cubicBezTo>
                      <a:cubicBezTo>
                        <a:pt x="7674" y="7895"/>
                        <a:pt x="7683" y="7964"/>
                        <a:pt x="7692" y="8034"/>
                      </a:cubicBezTo>
                      <a:cubicBezTo>
                        <a:pt x="7714" y="8203"/>
                        <a:pt x="7735" y="8372"/>
                        <a:pt x="7756" y="8542"/>
                      </a:cubicBezTo>
                      <a:cubicBezTo>
                        <a:pt x="8031" y="8542"/>
                        <a:pt x="8306" y="8542"/>
                        <a:pt x="8589" y="8542"/>
                      </a:cubicBezTo>
                      <a:cubicBezTo>
                        <a:pt x="8593" y="8481"/>
                        <a:pt x="8597" y="8420"/>
                        <a:pt x="8601" y="8357"/>
                      </a:cubicBezTo>
                      <a:cubicBezTo>
                        <a:pt x="8617" y="8129"/>
                        <a:pt x="8636" y="7902"/>
                        <a:pt x="8655" y="7674"/>
                      </a:cubicBezTo>
                      <a:cubicBezTo>
                        <a:pt x="8663" y="7576"/>
                        <a:pt x="8670" y="7478"/>
                        <a:pt x="8677" y="7380"/>
                      </a:cubicBezTo>
                      <a:cubicBezTo>
                        <a:pt x="8739" y="6457"/>
                        <a:pt x="8739" y="6457"/>
                        <a:pt x="9006" y="6217"/>
                      </a:cubicBezTo>
                      <a:cubicBezTo>
                        <a:pt x="9043" y="6189"/>
                        <a:pt x="9079" y="6161"/>
                        <a:pt x="9117" y="6131"/>
                      </a:cubicBezTo>
                      <a:cubicBezTo>
                        <a:pt x="9299" y="5962"/>
                        <a:pt x="9311" y="5731"/>
                        <a:pt x="9344" y="5495"/>
                      </a:cubicBezTo>
                      <a:cubicBezTo>
                        <a:pt x="9352" y="5447"/>
                        <a:pt x="9360" y="5399"/>
                        <a:pt x="9369" y="5350"/>
                      </a:cubicBezTo>
                      <a:cubicBezTo>
                        <a:pt x="9388" y="5234"/>
                        <a:pt x="9405" y="5117"/>
                        <a:pt x="9422" y="5000"/>
                      </a:cubicBezTo>
                      <a:cubicBezTo>
                        <a:pt x="9629" y="5000"/>
                        <a:pt x="9835" y="5000"/>
                        <a:pt x="10047" y="5000"/>
                      </a:cubicBezTo>
                      <a:cubicBezTo>
                        <a:pt x="10047" y="5619"/>
                        <a:pt x="10047" y="6238"/>
                        <a:pt x="10047" y="6875"/>
                      </a:cubicBezTo>
                      <a:cubicBezTo>
                        <a:pt x="10254" y="6944"/>
                        <a:pt x="10460" y="7012"/>
                        <a:pt x="10672" y="7083"/>
                      </a:cubicBezTo>
                      <a:cubicBezTo>
                        <a:pt x="10756" y="7229"/>
                        <a:pt x="10772" y="7268"/>
                        <a:pt x="10779" y="7423"/>
                      </a:cubicBezTo>
                      <a:cubicBezTo>
                        <a:pt x="10783" y="7455"/>
                        <a:pt x="10786" y="7487"/>
                        <a:pt x="10790" y="7520"/>
                      </a:cubicBezTo>
                      <a:cubicBezTo>
                        <a:pt x="10801" y="7622"/>
                        <a:pt x="10809" y="7723"/>
                        <a:pt x="10816" y="7825"/>
                      </a:cubicBezTo>
                      <a:cubicBezTo>
                        <a:pt x="10822" y="7895"/>
                        <a:pt x="10830" y="7964"/>
                        <a:pt x="10837" y="8034"/>
                      </a:cubicBezTo>
                      <a:cubicBezTo>
                        <a:pt x="10855" y="8203"/>
                        <a:pt x="10868" y="8371"/>
                        <a:pt x="10881" y="8542"/>
                      </a:cubicBezTo>
                      <a:cubicBezTo>
                        <a:pt x="11156" y="8542"/>
                        <a:pt x="11431" y="8542"/>
                        <a:pt x="11714" y="8542"/>
                      </a:cubicBezTo>
                      <a:cubicBezTo>
                        <a:pt x="11724" y="8469"/>
                        <a:pt x="11734" y="8396"/>
                        <a:pt x="11745" y="8321"/>
                      </a:cubicBezTo>
                      <a:cubicBezTo>
                        <a:pt x="11760" y="8225"/>
                        <a:pt x="11776" y="8130"/>
                        <a:pt x="11792" y="8034"/>
                      </a:cubicBezTo>
                      <a:cubicBezTo>
                        <a:pt x="11799" y="7986"/>
                        <a:pt x="11805" y="7938"/>
                        <a:pt x="11812" y="7889"/>
                      </a:cubicBezTo>
                      <a:cubicBezTo>
                        <a:pt x="11816" y="7865"/>
                        <a:pt x="11816" y="7865"/>
                        <a:pt x="11836" y="7748"/>
                      </a:cubicBezTo>
                      <a:cubicBezTo>
                        <a:pt x="11842" y="7706"/>
                        <a:pt x="11849" y="7663"/>
                        <a:pt x="11856" y="7619"/>
                      </a:cubicBezTo>
                      <a:cubicBezTo>
                        <a:pt x="11936" y="7475"/>
                        <a:pt x="11980" y="7471"/>
                        <a:pt x="12131" y="7413"/>
                      </a:cubicBezTo>
                      <a:cubicBezTo>
                        <a:pt x="12266" y="7351"/>
                        <a:pt x="12325" y="7324"/>
                        <a:pt x="12384" y="7185"/>
                      </a:cubicBezTo>
                      <a:cubicBezTo>
                        <a:pt x="12407" y="7046"/>
                        <a:pt x="12418" y="6911"/>
                        <a:pt x="12425" y="6770"/>
                      </a:cubicBezTo>
                      <a:cubicBezTo>
                        <a:pt x="12429" y="6719"/>
                        <a:pt x="12433" y="6669"/>
                        <a:pt x="12438" y="6617"/>
                      </a:cubicBezTo>
                      <a:cubicBezTo>
                        <a:pt x="12448" y="6483"/>
                        <a:pt x="12456" y="6349"/>
                        <a:pt x="12464" y="6215"/>
                      </a:cubicBezTo>
                      <a:cubicBezTo>
                        <a:pt x="12472" y="6078"/>
                        <a:pt x="12483" y="5941"/>
                        <a:pt x="12494" y="5804"/>
                      </a:cubicBezTo>
                      <a:cubicBezTo>
                        <a:pt x="12514" y="5536"/>
                        <a:pt x="12531" y="5268"/>
                        <a:pt x="12547" y="5000"/>
                      </a:cubicBezTo>
                      <a:cubicBezTo>
                        <a:pt x="12754" y="5000"/>
                        <a:pt x="12960" y="5000"/>
                        <a:pt x="13172" y="5000"/>
                      </a:cubicBezTo>
                      <a:cubicBezTo>
                        <a:pt x="13186" y="5044"/>
                        <a:pt x="13186" y="5044"/>
                        <a:pt x="13256" y="5266"/>
                      </a:cubicBezTo>
                      <a:cubicBezTo>
                        <a:pt x="13284" y="5352"/>
                        <a:pt x="13311" y="5437"/>
                        <a:pt x="13339" y="5523"/>
                      </a:cubicBezTo>
                      <a:cubicBezTo>
                        <a:pt x="13358" y="5582"/>
                        <a:pt x="13377" y="5641"/>
                        <a:pt x="13395" y="5700"/>
                      </a:cubicBezTo>
                      <a:cubicBezTo>
                        <a:pt x="13422" y="5786"/>
                        <a:pt x="13450" y="5871"/>
                        <a:pt x="13477" y="5956"/>
                      </a:cubicBezTo>
                      <a:cubicBezTo>
                        <a:pt x="13481" y="5969"/>
                        <a:pt x="13481" y="5969"/>
                        <a:pt x="13502" y="6036"/>
                      </a:cubicBezTo>
                      <a:cubicBezTo>
                        <a:pt x="13549" y="6176"/>
                        <a:pt x="13592" y="6253"/>
                        <a:pt x="13699" y="6357"/>
                      </a:cubicBezTo>
                      <a:cubicBezTo>
                        <a:pt x="13797" y="6458"/>
                        <a:pt x="13797" y="6458"/>
                        <a:pt x="13821" y="6578"/>
                      </a:cubicBezTo>
                      <a:cubicBezTo>
                        <a:pt x="13820" y="6599"/>
                        <a:pt x="13820" y="6599"/>
                        <a:pt x="13818" y="6706"/>
                      </a:cubicBezTo>
                      <a:cubicBezTo>
                        <a:pt x="13817" y="6753"/>
                        <a:pt x="13816" y="6799"/>
                        <a:pt x="13816" y="6847"/>
                      </a:cubicBezTo>
                      <a:cubicBezTo>
                        <a:pt x="13815" y="6871"/>
                        <a:pt x="13815" y="6871"/>
                        <a:pt x="13810" y="6992"/>
                      </a:cubicBezTo>
                      <a:cubicBezTo>
                        <a:pt x="13809" y="7041"/>
                        <a:pt x="13808" y="7090"/>
                        <a:pt x="13808" y="7140"/>
                      </a:cubicBezTo>
                      <a:cubicBezTo>
                        <a:pt x="13805" y="7260"/>
                        <a:pt x="13801" y="7380"/>
                        <a:pt x="13797" y="7500"/>
                      </a:cubicBezTo>
                      <a:cubicBezTo>
                        <a:pt x="14004" y="7500"/>
                        <a:pt x="14210" y="7500"/>
                        <a:pt x="14422" y="7500"/>
                      </a:cubicBezTo>
                      <a:cubicBezTo>
                        <a:pt x="14422" y="7156"/>
                        <a:pt x="14422" y="6812"/>
                        <a:pt x="14422" y="6458"/>
                      </a:cubicBezTo>
                      <a:cubicBezTo>
                        <a:pt x="14495" y="6445"/>
                        <a:pt x="14568" y="6432"/>
                        <a:pt x="14643" y="6419"/>
                      </a:cubicBezTo>
                      <a:cubicBezTo>
                        <a:pt x="14948" y="6343"/>
                        <a:pt x="15235" y="6267"/>
                        <a:pt x="15464" y="6042"/>
                      </a:cubicBezTo>
                      <a:cubicBezTo>
                        <a:pt x="15607" y="5756"/>
                        <a:pt x="15615" y="5413"/>
                        <a:pt x="15633" y="5099"/>
                      </a:cubicBezTo>
                      <a:cubicBezTo>
                        <a:pt x="15635" y="5067"/>
                        <a:pt x="15636" y="5035"/>
                        <a:pt x="15639" y="5002"/>
                      </a:cubicBezTo>
                      <a:cubicBezTo>
                        <a:pt x="15641" y="4941"/>
                        <a:pt x="15643" y="4880"/>
                        <a:pt x="15644" y="4819"/>
                      </a:cubicBezTo>
                      <a:cubicBezTo>
                        <a:pt x="15648" y="4663"/>
                        <a:pt x="15669" y="4587"/>
                        <a:pt x="15763" y="4460"/>
                      </a:cubicBezTo>
                      <a:cubicBezTo>
                        <a:pt x="15900" y="4361"/>
                        <a:pt x="15962" y="4350"/>
                        <a:pt x="16129" y="4355"/>
                      </a:cubicBezTo>
                      <a:cubicBezTo>
                        <a:pt x="16152" y="4355"/>
                        <a:pt x="16152" y="4355"/>
                        <a:pt x="16269" y="4357"/>
                      </a:cubicBezTo>
                      <a:cubicBezTo>
                        <a:pt x="16317" y="4358"/>
                        <a:pt x="16365" y="4360"/>
                        <a:pt x="16414" y="4362"/>
                      </a:cubicBezTo>
                      <a:cubicBezTo>
                        <a:pt x="16463" y="4363"/>
                        <a:pt x="16512" y="4364"/>
                        <a:pt x="16562" y="4365"/>
                      </a:cubicBezTo>
                      <a:cubicBezTo>
                        <a:pt x="16682" y="4367"/>
                        <a:pt x="16802" y="4371"/>
                        <a:pt x="16922" y="4375"/>
                      </a:cubicBezTo>
                      <a:cubicBezTo>
                        <a:pt x="16919" y="4329"/>
                        <a:pt x="16916" y="4283"/>
                        <a:pt x="16912" y="4235"/>
                      </a:cubicBezTo>
                      <a:cubicBezTo>
                        <a:pt x="16812" y="2691"/>
                        <a:pt x="16812" y="2691"/>
                        <a:pt x="17196" y="2188"/>
                      </a:cubicBezTo>
                      <a:cubicBezTo>
                        <a:pt x="17208" y="2171"/>
                        <a:pt x="17208" y="2171"/>
                        <a:pt x="17270" y="2087"/>
                      </a:cubicBezTo>
                      <a:cubicBezTo>
                        <a:pt x="17350" y="1999"/>
                        <a:pt x="17350" y="1999"/>
                        <a:pt x="17547" y="1875"/>
                      </a:cubicBezTo>
                      <a:cubicBezTo>
                        <a:pt x="17754" y="1875"/>
                        <a:pt x="17960" y="1875"/>
                        <a:pt x="18172" y="1875"/>
                      </a:cubicBezTo>
                      <a:cubicBezTo>
                        <a:pt x="18241" y="3250"/>
                        <a:pt x="18310" y="4625"/>
                        <a:pt x="18381" y="6042"/>
                      </a:cubicBezTo>
                      <a:cubicBezTo>
                        <a:pt x="18724" y="6179"/>
                        <a:pt x="19068" y="6317"/>
                        <a:pt x="19422" y="6458"/>
                      </a:cubicBezTo>
                      <a:cubicBezTo>
                        <a:pt x="20009" y="6883"/>
                        <a:pt x="20009" y="6883"/>
                        <a:pt x="20072" y="7213"/>
                      </a:cubicBezTo>
                      <a:cubicBezTo>
                        <a:pt x="20099" y="7520"/>
                        <a:pt x="20080" y="7819"/>
                        <a:pt x="20047" y="8125"/>
                      </a:cubicBezTo>
                      <a:cubicBezTo>
                        <a:pt x="20254" y="8125"/>
                        <a:pt x="20460" y="8125"/>
                        <a:pt x="20672" y="8125"/>
                      </a:cubicBezTo>
                      <a:cubicBezTo>
                        <a:pt x="20672" y="6269"/>
                        <a:pt x="20672" y="4413"/>
                        <a:pt x="20672" y="2500"/>
                      </a:cubicBezTo>
                      <a:cubicBezTo>
                        <a:pt x="21297" y="2500"/>
                        <a:pt x="21297" y="2500"/>
                        <a:pt x="21492" y="2645"/>
                      </a:cubicBezTo>
                      <a:cubicBezTo>
                        <a:pt x="21570" y="2743"/>
                        <a:pt x="21570" y="2743"/>
                        <a:pt x="21643" y="2851"/>
                      </a:cubicBezTo>
                      <a:cubicBezTo>
                        <a:pt x="21669" y="2888"/>
                        <a:pt x="21696" y="2925"/>
                        <a:pt x="21723" y="2964"/>
                      </a:cubicBezTo>
                      <a:cubicBezTo>
                        <a:pt x="22012" y="3415"/>
                        <a:pt x="22014" y="3867"/>
                        <a:pt x="22014" y="4388"/>
                      </a:cubicBezTo>
                      <a:cubicBezTo>
                        <a:pt x="22017" y="4488"/>
                        <a:pt x="22020" y="4587"/>
                        <a:pt x="22022" y="4687"/>
                      </a:cubicBezTo>
                      <a:cubicBezTo>
                        <a:pt x="22031" y="4973"/>
                        <a:pt x="22035" y="5259"/>
                        <a:pt x="22039" y="5546"/>
                      </a:cubicBezTo>
                      <a:cubicBezTo>
                        <a:pt x="22044" y="5935"/>
                        <a:pt x="22052" y="6325"/>
                        <a:pt x="22063" y="6714"/>
                      </a:cubicBezTo>
                      <a:cubicBezTo>
                        <a:pt x="22066" y="6858"/>
                        <a:pt x="22067" y="7001"/>
                        <a:pt x="22068" y="7145"/>
                      </a:cubicBezTo>
                      <a:cubicBezTo>
                        <a:pt x="22075" y="7600"/>
                        <a:pt x="22122" y="7982"/>
                        <a:pt x="22322" y="8396"/>
                      </a:cubicBezTo>
                      <a:cubicBezTo>
                        <a:pt x="22339" y="8431"/>
                        <a:pt x="22355" y="8466"/>
                        <a:pt x="22372" y="8503"/>
                      </a:cubicBezTo>
                      <a:cubicBezTo>
                        <a:pt x="22496" y="8729"/>
                        <a:pt x="22496" y="8729"/>
                        <a:pt x="22631" y="8784"/>
                      </a:cubicBezTo>
                      <a:cubicBezTo>
                        <a:pt x="22820" y="8817"/>
                        <a:pt x="22987" y="8795"/>
                        <a:pt x="23172" y="8750"/>
                      </a:cubicBezTo>
                      <a:cubicBezTo>
                        <a:pt x="23169" y="8704"/>
                        <a:pt x="23166" y="8658"/>
                        <a:pt x="23162" y="8610"/>
                      </a:cubicBezTo>
                      <a:cubicBezTo>
                        <a:pt x="23062" y="7064"/>
                        <a:pt x="23062" y="7064"/>
                        <a:pt x="23485" y="6562"/>
                      </a:cubicBezTo>
                      <a:cubicBezTo>
                        <a:pt x="23584" y="6452"/>
                        <a:pt x="23685" y="6348"/>
                        <a:pt x="23797" y="6250"/>
                      </a:cubicBezTo>
                      <a:cubicBezTo>
                        <a:pt x="24214" y="6458"/>
                        <a:pt x="24631" y="6667"/>
                        <a:pt x="25047" y="6875"/>
                      </a:cubicBezTo>
                      <a:cubicBezTo>
                        <a:pt x="25561" y="6117"/>
                        <a:pt x="25593" y="5262"/>
                        <a:pt x="25672" y="4375"/>
                      </a:cubicBezTo>
                      <a:cubicBezTo>
                        <a:pt x="25879" y="4375"/>
                        <a:pt x="26085" y="4375"/>
                        <a:pt x="26297" y="4375"/>
                      </a:cubicBezTo>
                      <a:cubicBezTo>
                        <a:pt x="26297" y="4994"/>
                        <a:pt x="26297" y="5613"/>
                        <a:pt x="26297" y="6250"/>
                      </a:cubicBezTo>
                      <a:cubicBezTo>
                        <a:pt x="26504" y="6250"/>
                        <a:pt x="26710" y="6250"/>
                        <a:pt x="26922" y="6250"/>
                      </a:cubicBezTo>
                      <a:cubicBezTo>
                        <a:pt x="26922" y="4669"/>
                        <a:pt x="26922" y="3087"/>
                        <a:pt x="26922" y="1458"/>
                      </a:cubicBezTo>
                      <a:cubicBezTo>
                        <a:pt x="27266" y="1390"/>
                        <a:pt x="27610" y="1321"/>
                        <a:pt x="27964" y="1250"/>
                      </a:cubicBezTo>
                      <a:cubicBezTo>
                        <a:pt x="28172" y="1458"/>
                        <a:pt x="28172" y="1458"/>
                        <a:pt x="28198" y="1588"/>
                      </a:cubicBezTo>
                      <a:cubicBezTo>
                        <a:pt x="28198" y="1637"/>
                        <a:pt x="28197" y="1686"/>
                        <a:pt x="28197" y="1736"/>
                      </a:cubicBezTo>
                      <a:cubicBezTo>
                        <a:pt x="28197" y="1750"/>
                        <a:pt x="28197" y="1750"/>
                        <a:pt x="28198" y="1820"/>
                      </a:cubicBezTo>
                      <a:cubicBezTo>
                        <a:pt x="28198" y="1911"/>
                        <a:pt x="28197" y="2002"/>
                        <a:pt x="28196" y="2094"/>
                      </a:cubicBezTo>
                      <a:cubicBezTo>
                        <a:pt x="28196" y="2160"/>
                        <a:pt x="28196" y="2225"/>
                        <a:pt x="28196" y="2291"/>
                      </a:cubicBezTo>
                      <a:cubicBezTo>
                        <a:pt x="28196" y="2469"/>
                        <a:pt x="28195" y="2647"/>
                        <a:pt x="28193" y="2826"/>
                      </a:cubicBezTo>
                      <a:cubicBezTo>
                        <a:pt x="28192" y="3012"/>
                        <a:pt x="28192" y="3198"/>
                        <a:pt x="28192" y="3385"/>
                      </a:cubicBezTo>
                      <a:cubicBezTo>
                        <a:pt x="28191" y="3737"/>
                        <a:pt x="28189" y="4090"/>
                        <a:pt x="28187" y="4442"/>
                      </a:cubicBezTo>
                      <a:cubicBezTo>
                        <a:pt x="28185" y="4844"/>
                        <a:pt x="28184" y="5246"/>
                        <a:pt x="28183" y="5647"/>
                      </a:cubicBezTo>
                      <a:cubicBezTo>
                        <a:pt x="28181" y="6473"/>
                        <a:pt x="28177" y="7299"/>
                        <a:pt x="28172" y="8125"/>
                      </a:cubicBezTo>
                      <a:cubicBezTo>
                        <a:pt x="28379" y="8125"/>
                        <a:pt x="28585" y="8125"/>
                        <a:pt x="28797" y="8125"/>
                      </a:cubicBezTo>
                      <a:cubicBezTo>
                        <a:pt x="28797" y="7369"/>
                        <a:pt x="28797" y="6613"/>
                        <a:pt x="28797" y="5833"/>
                      </a:cubicBezTo>
                      <a:cubicBezTo>
                        <a:pt x="29141" y="5765"/>
                        <a:pt x="29485" y="5696"/>
                        <a:pt x="29839" y="5625"/>
                      </a:cubicBezTo>
                      <a:cubicBezTo>
                        <a:pt x="30047" y="5833"/>
                        <a:pt x="30047" y="5833"/>
                        <a:pt x="30072" y="5945"/>
                      </a:cubicBezTo>
                      <a:cubicBezTo>
                        <a:pt x="30072" y="5986"/>
                        <a:pt x="30071" y="6026"/>
                        <a:pt x="30071" y="6067"/>
                      </a:cubicBezTo>
                      <a:cubicBezTo>
                        <a:pt x="30071" y="6113"/>
                        <a:pt x="30071" y="6159"/>
                        <a:pt x="30071" y="6206"/>
                      </a:cubicBezTo>
                      <a:cubicBezTo>
                        <a:pt x="30070" y="6255"/>
                        <a:pt x="30069" y="6304"/>
                        <a:pt x="30068" y="6355"/>
                      </a:cubicBezTo>
                      <a:cubicBezTo>
                        <a:pt x="30067" y="6380"/>
                        <a:pt x="30067" y="6380"/>
                        <a:pt x="30067" y="6508"/>
                      </a:cubicBezTo>
                      <a:cubicBezTo>
                        <a:pt x="30066" y="6642"/>
                        <a:pt x="30064" y="6776"/>
                        <a:pt x="30062" y="6910"/>
                      </a:cubicBezTo>
                      <a:cubicBezTo>
                        <a:pt x="30059" y="7047"/>
                        <a:pt x="30059" y="7184"/>
                        <a:pt x="30058" y="7321"/>
                      </a:cubicBezTo>
                      <a:cubicBezTo>
                        <a:pt x="30055" y="7589"/>
                        <a:pt x="30052" y="7857"/>
                        <a:pt x="30047" y="8125"/>
                      </a:cubicBezTo>
                      <a:cubicBezTo>
                        <a:pt x="30261" y="8176"/>
                        <a:pt x="30462" y="8207"/>
                        <a:pt x="30672" y="8125"/>
                      </a:cubicBezTo>
                      <a:cubicBezTo>
                        <a:pt x="30976" y="7892"/>
                        <a:pt x="31069" y="7461"/>
                        <a:pt x="31117" y="7101"/>
                      </a:cubicBezTo>
                      <a:cubicBezTo>
                        <a:pt x="31176" y="6600"/>
                        <a:pt x="31195" y="6096"/>
                        <a:pt x="31214" y="5593"/>
                      </a:cubicBezTo>
                      <a:cubicBezTo>
                        <a:pt x="31222" y="5384"/>
                        <a:pt x="31233" y="5176"/>
                        <a:pt x="31244" y="4968"/>
                      </a:cubicBezTo>
                      <a:cubicBezTo>
                        <a:pt x="31264" y="4562"/>
                        <a:pt x="31281" y="4156"/>
                        <a:pt x="31297" y="3750"/>
                      </a:cubicBezTo>
                      <a:cubicBezTo>
                        <a:pt x="31504" y="3750"/>
                        <a:pt x="31710" y="3750"/>
                        <a:pt x="31922" y="3750"/>
                      </a:cubicBezTo>
                      <a:cubicBezTo>
                        <a:pt x="31926" y="3836"/>
                        <a:pt x="31931" y="3922"/>
                        <a:pt x="31935" y="4011"/>
                      </a:cubicBezTo>
                      <a:cubicBezTo>
                        <a:pt x="31949" y="4297"/>
                        <a:pt x="31965" y="4583"/>
                        <a:pt x="31982" y="4869"/>
                      </a:cubicBezTo>
                      <a:cubicBezTo>
                        <a:pt x="31992" y="5043"/>
                        <a:pt x="32002" y="5216"/>
                        <a:pt x="32010" y="5389"/>
                      </a:cubicBezTo>
                      <a:cubicBezTo>
                        <a:pt x="32018" y="5557"/>
                        <a:pt x="32027" y="5724"/>
                        <a:pt x="32039" y="5892"/>
                      </a:cubicBezTo>
                      <a:cubicBezTo>
                        <a:pt x="32042" y="5955"/>
                        <a:pt x="32046" y="6019"/>
                        <a:pt x="32048" y="6082"/>
                      </a:cubicBezTo>
                      <a:cubicBezTo>
                        <a:pt x="32068" y="6590"/>
                        <a:pt x="32068" y="6590"/>
                        <a:pt x="32226" y="6784"/>
                      </a:cubicBezTo>
                      <a:cubicBezTo>
                        <a:pt x="32301" y="6852"/>
                        <a:pt x="32376" y="6919"/>
                        <a:pt x="32453" y="6985"/>
                      </a:cubicBezTo>
                      <a:cubicBezTo>
                        <a:pt x="32616" y="7156"/>
                        <a:pt x="32613" y="7337"/>
                        <a:pt x="32619" y="7565"/>
                      </a:cubicBezTo>
                      <a:cubicBezTo>
                        <a:pt x="32622" y="7610"/>
                        <a:pt x="32625" y="7654"/>
                        <a:pt x="32628" y="7700"/>
                      </a:cubicBezTo>
                      <a:cubicBezTo>
                        <a:pt x="32641" y="7890"/>
                        <a:pt x="32649" y="8079"/>
                        <a:pt x="32658" y="8268"/>
                      </a:cubicBezTo>
                      <a:cubicBezTo>
                        <a:pt x="32702" y="9136"/>
                        <a:pt x="32702" y="9136"/>
                        <a:pt x="32854" y="9294"/>
                      </a:cubicBezTo>
                      <a:cubicBezTo>
                        <a:pt x="32929" y="9355"/>
                        <a:pt x="33005" y="9414"/>
                        <a:pt x="33081" y="9473"/>
                      </a:cubicBezTo>
                      <a:cubicBezTo>
                        <a:pt x="33291" y="9728"/>
                        <a:pt x="33213" y="10131"/>
                        <a:pt x="33198" y="10443"/>
                      </a:cubicBezTo>
                      <a:cubicBezTo>
                        <a:pt x="33196" y="10521"/>
                        <a:pt x="33194" y="10600"/>
                        <a:pt x="33193" y="10678"/>
                      </a:cubicBezTo>
                      <a:cubicBezTo>
                        <a:pt x="33188" y="10869"/>
                        <a:pt x="33181" y="11059"/>
                        <a:pt x="33172" y="11250"/>
                      </a:cubicBezTo>
                      <a:cubicBezTo>
                        <a:pt x="33326" y="11199"/>
                        <a:pt x="33460" y="11141"/>
                        <a:pt x="33589" y="11042"/>
                      </a:cubicBezTo>
                      <a:cubicBezTo>
                        <a:pt x="33652" y="10892"/>
                        <a:pt x="33647" y="10749"/>
                        <a:pt x="33644" y="10587"/>
                      </a:cubicBezTo>
                      <a:cubicBezTo>
                        <a:pt x="33645" y="10565"/>
                        <a:pt x="33645" y="10565"/>
                        <a:pt x="33645" y="10453"/>
                      </a:cubicBezTo>
                      <a:cubicBezTo>
                        <a:pt x="33646" y="10359"/>
                        <a:pt x="33645" y="10264"/>
                        <a:pt x="33643" y="10170"/>
                      </a:cubicBezTo>
                      <a:cubicBezTo>
                        <a:pt x="33641" y="10028"/>
                        <a:pt x="33643" y="9886"/>
                        <a:pt x="33646" y="9744"/>
                      </a:cubicBezTo>
                      <a:cubicBezTo>
                        <a:pt x="33647" y="9159"/>
                        <a:pt x="33568" y="8773"/>
                        <a:pt x="33172" y="8333"/>
                      </a:cubicBezTo>
                      <a:cubicBezTo>
                        <a:pt x="33886" y="8127"/>
                        <a:pt x="33886" y="8127"/>
                        <a:pt x="34214" y="8125"/>
                      </a:cubicBezTo>
                      <a:cubicBezTo>
                        <a:pt x="34361" y="8213"/>
                        <a:pt x="34419" y="8295"/>
                        <a:pt x="34512" y="8438"/>
                      </a:cubicBezTo>
                      <a:cubicBezTo>
                        <a:pt x="34582" y="8517"/>
                        <a:pt x="34619" y="8540"/>
                        <a:pt x="34725" y="8559"/>
                      </a:cubicBezTo>
                      <a:cubicBezTo>
                        <a:pt x="34837" y="8564"/>
                        <a:pt x="34947" y="8561"/>
                        <a:pt x="35060" y="8555"/>
                      </a:cubicBezTo>
                      <a:cubicBezTo>
                        <a:pt x="35098" y="8555"/>
                        <a:pt x="35137" y="8554"/>
                        <a:pt x="35177" y="8553"/>
                      </a:cubicBezTo>
                      <a:cubicBezTo>
                        <a:pt x="35273" y="8550"/>
                        <a:pt x="35368" y="8546"/>
                        <a:pt x="35464" y="8542"/>
                      </a:cubicBezTo>
                      <a:cubicBezTo>
                        <a:pt x="35466" y="8516"/>
                        <a:pt x="35467" y="8491"/>
                        <a:pt x="35469" y="8465"/>
                      </a:cubicBezTo>
                      <a:cubicBezTo>
                        <a:pt x="35487" y="8201"/>
                        <a:pt x="35508" y="7938"/>
                        <a:pt x="35530" y="7674"/>
                      </a:cubicBezTo>
                      <a:cubicBezTo>
                        <a:pt x="35538" y="7576"/>
                        <a:pt x="35545" y="7478"/>
                        <a:pt x="35552" y="7380"/>
                      </a:cubicBezTo>
                      <a:cubicBezTo>
                        <a:pt x="35614" y="6457"/>
                        <a:pt x="35614" y="6457"/>
                        <a:pt x="35881" y="6217"/>
                      </a:cubicBezTo>
                      <a:cubicBezTo>
                        <a:pt x="35918" y="6189"/>
                        <a:pt x="35954" y="6161"/>
                        <a:pt x="35992" y="6131"/>
                      </a:cubicBezTo>
                      <a:cubicBezTo>
                        <a:pt x="36174" y="5962"/>
                        <a:pt x="36186" y="5731"/>
                        <a:pt x="36219" y="5495"/>
                      </a:cubicBezTo>
                      <a:cubicBezTo>
                        <a:pt x="36223" y="5471"/>
                        <a:pt x="36223" y="5471"/>
                        <a:pt x="36244" y="5350"/>
                      </a:cubicBezTo>
                      <a:cubicBezTo>
                        <a:pt x="36263" y="5234"/>
                        <a:pt x="36280" y="5117"/>
                        <a:pt x="36297" y="5000"/>
                      </a:cubicBezTo>
                      <a:cubicBezTo>
                        <a:pt x="36504" y="5000"/>
                        <a:pt x="36710" y="5000"/>
                        <a:pt x="36922" y="5000"/>
                      </a:cubicBezTo>
                      <a:cubicBezTo>
                        <a:pt x="36922" y="5413"/>
                        <a:pt x="36922" y="5825"/>
                        <a:pt x="36922" y="6250"/>
                      </a:cubicBezTo>
                      <a:cubicBezTo>
                        <a:pt x="37129" y="6250"/>
                        <a:pt x="37335" y="6250"/>
                        <a:pt x="37547" y="6250"/>
                      </a:cubicBezTo>
                      <a:cubicBezTo>
                        <a:pt x="37547" y="4669"/>
                        <a:pt x="37547" y="3087"/>
                        <a:pt x="37547" y="1458"/>
                      </a:cubicBezTo>
                      <a:cubicBezTo>
                        <a:pt x="37891" y="1390"/>
                        <a:pt x="38235" y="1321"/>
                        <a:pt x="38589" y="1250"/>
                      </a:cubicBezTo>
                      <a:cubicBezTo>
                        <a:pt x="38797" y="1458"/>
                        <a:pt x="38797" y="1458"/>
                        <a:pt x="38823" y="1569"/>
                      </a:cubicBezTo>
                      <a:cubicBezTo>
                        <a:pt x="38823" y="1608"/>
                        <a:pt x="38822" y="1648"/>
                        <a:pt x="38822" y="1689"/>
                      </a:cubicBezTo>
                      <a:cubicBezTo>
                        <a:pt x="38822" y="1712"/>
                        <a:pt x="38822" y="1712"/>
                        <a:pt x="38823" y="1828"/>
                      </a:cubicBezTo>
                      <a:cubicBezTo>
                        <a:pt x="38822" y="1878"/>
                        <a:pt x="38822" y="1928"/>
                        <a:pt x="38821" y="1979"/>
                      </a:cubicBezTo>
                      <a:cubicBezTo>
                        <a:pt x="38821" y="2033"/>
                        <a:pt x="38821" y="2086"/>
                        <a:pt x="38821" y="2139"/>
                      </a:cubicBezTo>
                      <a:cubicBezTo>
                        <a:pt x="38821" y="2284"/>
                        <a:pt x="38820" y="2429"/>
                        <a:pt x="38818" y="2573"/>
                      </a:cubicBezTo>
                      <a:cubicBezTo>
                        <a:pt x="38817" y="2725"/>
                        <a:pt x="38817" y="2876"/>
                        <a:pt x="38817" y="3027"/>
                      </a:cubicBezTo>
                      <a:cubicBezTo>
                        <a:pt x="38816" y="3313"/>
                        <a:pt x="38814" y="3600"/>
                        <a:pt x="38812" y="3886"/>
                      </a:cubicBezTo>
                      <a:cubicBezTo>
                        <a:pt x="38810" y="4212"/>
                        <a:pt x="38809" y="4538"/>
                        <a:pt x="38808" y="4864"/>
                      </a:cubicBezTo>
                      <a:cubicBezTo>
                        <a:pt x="38806" y="5534"/>
                        <a:pt x="38802" y="6205"/>
                        <a:pt x="38797" y="6875"/>
                      </a:cubicBezTo>
                      <a:cubicBezTo>
                        <a:pt x="39004" y="6875"/>
                        <a:pt x="39210" y="6875"/>
                        <a:pt x="39422" y="6875"/>
                      </a:cubicBezTo>
                      <a:cubicBezTo>
                        <a:pt x="39422" y="5706"/>
                        <a:pt x="39422" y="4538"/>
                        <a:pt x="39422" y="3333"/>
                      </a:cubicBezTo>
                      <a:cubicBezTo>
                        <a:pt x="39766" y="3265"/>
                        <a:pt x="40110" y="3196"/>
                        <a:pt x="40464" y="3125"/>
                      </a:cubicBezTo>
                      <a:cubicBezTo>
                        <a:pt x="40533" y="3331"/>
                        <a:pt x="40601" y="3538"/>
                        <a:pt x="40672" y="3750"/>
                      </a:cubicBezTo>
                      <a:cubicBezTo>
                        <a:pt x="40879" y="3750"/>
                        <a:pt x="41085" y="3750"/>
                        <a:pt x="41297" y="3750"/>
                      </a:cubicBezTo>
                      <a:cubicBezTo>
                        <a:pt x="41297" y="2925"/>
                        <a:pt x="41297" y="2100"/>
                        <a:pt x="41297" y="1250"/>
                      </a:cubicBezTo>
                      <a:cubicBezTo>
                        <a:pt x="41922" y="1250"/>
                        <a:pt x="41922" y="1250"/>
                        <a:pt x="42117" y="1375"/>
                      </a:cubicBezTo>
                      <a:cubicBezTo>
                        <a:pt x="42196" y="1464"/>
                        <a:pt x="42196" y="1464"/>
                        <a:pt x="42269" y="1566"/>
                      </a:cubicBezTo>
                      <a:cubicBezTo>
                        <a:pt x="42282" y="1584"/>
                        <a:pt x="42282" y="1584"/>
                        <a:pt x="42349" y="1676"/>
                      </a:cubicBezTo>
                      <a:cubicBezTo>
                        <a:pt x="42702" y="2243"/>
                        <a:pt x="42634" y="2941"/>
                        <a:pt x="42624" y="3584"/>
                      </a:cubicBezTo>
                      <a:cubicBezTo>
                        <a:pt x="42622" y="3779"/>
                        <a:pt x="42623" y="3974"/>
                        <a:pt x="42623" y="4169"/>
                      </a:cubicBezTo>
                      <a:cubicBezTo>
                        <a:pt x="42624" y="4496"/>
                        <a:pt x="42621" y="4823"/>
                        <a:pt x="42617" y="5150"/>
                      </a:cubicBezTo>
                      <a:cubicBezTo>
                        <a:pt x="42613" y="5526"/>
                        <a:pt x="42612" y="5903"/>
                        <a:pt x="42614" y="6280"/>
                      </a:cubicBezTo>
                      <a:cubicBezTo>
                        <a:pt x="42615" y="6645"/>
                        <a:pt x="42614" y="7009"/>
                        <a:pt x="42611" y="7373"/>
                      </a:cubicBezTo>
                      <a:cubicBezTo>
                        <a:pt x="42610" y="7528"/>
                        <a:pt x="42610" y="7682"/>
                        <a:pt x="42610" y="7836"/>
                      </a:cubicBezTo>
                      <a:cubicBezTo>
                        <a:pt x="42611" y="8018"/>
                        <a:pt x="42609" y="8199"/>
                        <a:pt x="42606" y="8381"/>
                      </a:cubicBezTo>
                      <a:cubicBezTo>
                        <a:pt x="42605" y="8447"/>
                        <a:pt x="42605" y="8514"/>
                        <a:pt x="42605" y="8580"/>
                      </a:cubicBezTo>
                      <a:cubicBezTo>
                        <a:pt x="42610" y="9132"/>
                        <a:pt x="42610" y="9132"/>
                        <a:pt x="42397" y="9353"/>
                      </a:cubicBezTo>
                      <a:cubicBezTo>
                        <a:pt x="42341" y="9404"/>
                        <a:pt x="42283" y="9452"/>
                        <a:pt x="42225" y="9499"/>
                      </a:cubicBezTo>
                      <a:cubicBezTo>
                        <a:pt x="42126" y="9588"/>
                        <a:pt x="42100" y="9629"/>
                        <a:pt x="42081" y="9758"/>
                      </a:cubicBezTo>
                      <a:cubicBezTo>
                        <a:pt x="42079" y="9815"/>
                        <a:pt x="42079" y="9872"/>
                        <a:pt x="42081" y="9928"/>
                      </a:cubicBezTo>
                      <a:cubicBezTo>
                        <a:pt x="42078" y="9992"/>
                        <a:pt x="42074" y="10055"/>
                        <a:pt x="42071" y="10118"/>
                      </a:cubicBezTo>
                      <a:cubicBezTo>
                        <a:pt x="42067" y="10216"/>
                        <a:pt x="42065" y="10312"/>
                        <a:pt x="42067" y="10410"/>
                      </a:cubicBezTo>
                      <a:cubicBezTo>
                        <a:pt x="42070" y="10870"/>
                        <a:pt x="42070" y="10870"/>
                        <a:pt x="41922" y="11042"/>
                      </a:cubicBezTo>
                      <a:cubicBezTo>
                        <a:pt x="41799" y="11092"/>
                        <a:pt x="41678" y="11119"/>
                        <a:pt x="41548" y="11149"/>
                      </a:cubicBezTo>
                      <a:cubicBezTo>
                        <a:pt x="41291" y="11210"/>
                        <a:pt x="41072" y="11269"/>
                        <a:pt x="40881" y="11458"/>
                      </a:cubicBezTo>
                      <a:cubicBezTo>
                        <a:pt x="40649" y="11943"/>
                        <a:pt x="40715" y="12605"/>
                        <a:pt x="40712" y="13129"/>
                      </a:cubicBezTo>
                      <a:cubicBezTo>
                        <a:pt x="40711" y="13340"/>
                        <a:pt x="40703" y="13550"/>
                        <a:pt x="40695" y="13761"/>
                      </a:cubicBezTo>
                      <a:cubicBezTo>
                        <a:pt x="40682" y="14174"/>
                        <a:pt x="40675" y="14587"/>
                        <a:pt x="40672" y="15000"/>
                      </a:cubicBezTo>
                      <a:cubicBezTo>
                        <a:pt x="40466" y="15000"/>
                        <a:pt x="40260" y="15000"/>
                        <a:pt x="40047" y="15000"/>
                      </a:cubicBezTo>
                      <a:cubicBezTo>
                        <a:pt x="40047" y="13762"/>
                        <a:pt x="40047" y="12525"/>
                        <a:pt x="40047" y="11250"/>
                      </a:cubicBezTo>
                      <a:cubicBezTo>
                        <a:pt x="39841" y="11250"/>
                        <a:pt x="39635" y="11250"/>
                        <a:pt x="39422" y="11250"/>
                      </a:cubicBezTo>
                      <a:cubicBezTo>
                        <a:pt x="39424" y="11273"/>
                        <a:pt x="39424" y="11273"/>
                        <a:pt x="39432" y="11390"/>
                      </a:cubicBezTo>
                      <a:cubicBezTo>
                        <a:pt x="39532" y="12934"/>
                        <a:pt x="39532" y="12934"/>
                        <a:pt x="39149" y="13438"/>
                      </a:cubicBezTo>
                      <a:cubicBezTo>
                        <a:pt x="39124" y="13471"/>
                        <a:pt x="39100" y="13504"/>
                        <a:pt x="39075" y="13538"/>
                      </a:cubicBezTo>
                      <a:cubicBezTo>
                        <a:pt x="38942" y="13685"/>
                        <a:pt x="38833" y="13754"/>
                        <a:pt x="38636" y="13769"/>
                      </a:cubicBezTo>
                      <a:cubicBezTo>
                        <a:pt x="38480" y="13772"/>
                        <a:pt x="38327" y="13764"/>
                        <a:pt x="38172" y="13750"/>
                      </a:cubicBezTo>
                      <a:cubicBezTo>
                        <a:pt x="38168" y="13702"/>
                        <a:pt x="38164" y="13653"/>
                        <a:pt x="38160" y="13604"/>
                      </a:cubicBezTo>
                      <a:cubicBezTo>
                        <a:pt x="38144" y="13423"/>
                        <a:pt x="38125" y="13242"/>
                        <a:pt x="38106" y="13061"/>
                      </a:cubicBezTo>
                      <a:cubicBezTo>
                        <a:pt x="38098" y="12983"/>
                        <a:pt x="38091" y="12905"/>
                        <a:pt x="38084" y="12827"/>
                      </a:cubicBezTo>
                      <a:cubicBezTo>
                        <a:pt x="38022" y="12094"/>
                        <a:pt x="38022" y="12094"/>
                        <a:pt x="37756" y="11869"/>
                      </a:cubicBezTo>
                      <a:cubicBezTo>
                        <a:pt x="37719" y="11838"/>
                        <a:pt x="37682" y="11808"/>
                        <a:pt x="37644" y="11777"/>
                      </a:cubicBezTo>
                      <a:cubicBezTo>
                        <a:pt x="37439" y="11544"/>
                        <a:pt x="37446" y="11209"/>
                        <a:pt x="37417" y="10911"/>
                      </a:cubicBezTo>
                      <a:cubicBezTo>
                        <a:pt x="37409" y="10843"/>
                        <a:pt x="37401" y="10775"/>
                        <a:pt x="37393" y="10706"/>
                      </a:cubicBezTo>
                      <a:cubicBezTo>
                        <a:pt x="37372" y="10540"/>
                        <a:pt x="37356" y="10375"/>
                        <a:pt x="37339" y="10208"/>
                      </a:cubicBezTo>
                      <a:cubicBezTo>
                        <a:pt x="37064" y="10208"/>
                        <a:pt x="36789" y="10208"/>
                        <a:pt x="36506" y="10208"/>
                      </a:cubicBezTo>
                      <a:cubicBezTo>
                        <a:pt x="36501" y="10259"/>
                        <a:pt x="36501" y="10259"/>
                        <a:pt x="36475" y="10513"/>
                      </a:cubicBezTo>
                      <a:cubicBezTo>
                        <a:pt x="36463" y="10611"/>
                        <a:pt x="36451" y="10710"/>
                        <a:pt x="36440" y="10809"/>
                      </a:cubicBezTo>
                      <a:cubicBezTo>
                        <a:pt x="36432" y="10876"/>
                        <a:pt x="36424" y="10944"/>
                        <a:pt x="36418" y="11012"/>
                      </a:cubicBezTo>
                      <a:cubicBezTo>
                        <a:pt x="36375" y="11449"/>
                        <a:pt x="36325" y="11688"/>
                        <a:pt x="35977" y="11983"/>
                      </a:cubicBezTo>
                      <a:cubicBezTo>
                        <a:pt x="35803" y="12165"/>
                        <a:pt x="35784" y="12388"/>
                        <a:pt x="35750" y="12630"/>
                      </a:cubicBezTo>
                      <a:cubicBezTo>
                        <a:pt x="35746" y="12654"/>
                        <a:pt x="35746" y="12654"/>
                        <a:pt x="35726" y="12775"/>
                      </a:cubicBezTo>
                      <a:cubicBezTo>
                        <a:pt x="35707" y="12891"/>
                        <a:pt x="35689" y="13008"/>
                        <a:pt x="35672" y="13125"/>
                      </a:cubicBezTo>
                      <a:cubicBezTo>
                        <a:pt x="35466" y="13125"/>
                        <a:pt x="35260" y="13125"/>
                        <a:pt x="35047" y="13125"/>
                      </a:cubicBezTo>
                      <a:cubicBezTo>
                        <a:pt x="35047" y="12300"/>
                        <a:pt x="35047" y="11475"/>
                        <a:pt x="35047" y="10625"/>
                      </a:cubicBezTo>
                      <a:cubicBezTo>
                        <a:pt x="34631" y="10833"/>
                        <a:pt x="34631" y="10833"/>
                        <a:pt x="34573" y="10993"/>
                      </a:cubicBezTo>
                      <a:cubicBezTo>
                        <a:pt x="34568" y="11056"/>
                        <a:pt x="34565" y="11119"/>
                        <a:pt x="34564" y="11182"/>
                      </a:cubicBezTo>
                      <a:cubicBezTo>
                        <a:pt x="34562" y="11217"/>
                        <a:pt x="34560" y="11251"/>
                        <a:pt x="34558" y="11287"/>
                      </a:cubicBezTo>
                      <a:cubicBezTo>
                        <a:pt x="34551" y="11401"/>
                        <a:pt x="34548" y="11514"/>
                        <a:pt x="34544" y="11628"/>
                      </a:cubicBezTo>
                      <a:cubicBezTo>
                        <a:pt x="34540" y="11707"/>
                        <a:pt x="34536" y="11787"/>
                        <a:pt x="34532" y="11866"/>
                      </a:cubicBezTo>
                      <a:cubicBezTo>
                        <a:pt x="34521" y="12074"/>
                        <a:pt x="34513" y="12281"/>
                        <a:pt x="34505" y="12489"/>
                      </a:cubicBezTo>
                      <a:cubicBezTo>
                        <a:pt x="34497" y="12702"/>
                        <a:pt x="34486" y="12914"/>
                        <a:pt x="34476" y="13126"/>
                      </a:cubicBezTo>
                      <a:cubicBezTo>
                        <a:pt x="34456" y="13543"/>
                        <a:pt x="34438" y="13959"/>
                        <a:pt x="34422" y="14375"/>
                      </a:cubicBezTo>
                      <a:cubicBezTo>
                        <a:pt x="34006" y="14167"/>
                        <a:pt x="33589" y="13958"/>
                        <a:pt x="33172" y="13750"/>
                      </a:cubicBezTo>
                      <a:cubicBezTo>
                        <a:pt x="33172" y="14988"/>
                        <a:pt x="33172" y="16225"/>
                        <a:pt x="33172" y="17500"/>
                      </a:cubicBezTo>
                      <a:cubicBezTo>
                        <a:pt x="32547" y="17500"/>
                        <a:pt x="32547" y="17500"/>
                        <a:pt x="32352" y="17372"/>
                      </a:cubicBezTo>
                      <a:cubicBezTo>
                        <a:pt x="32273" y="17282"/>
                        <a:pt x="32273" y="17282"/>
                        <a:pt x="32200" y="17180"/>
                      </a:cubicBezTo>
                      <a:cubicBezTo>
                        <a:pt x="32186" y="17161"/>
                        <a:pt x="32186" y="17161"/>
                        <a:pt x="32120" y="17069"/>
                      </a:cubicBezTo>
                      <a:cubicBezTo>
                        <a:pt x="31776" y="16519"/>
                        <a:pt x="31843" y="15860"/>
                        <a:pt x="31859" y="15236"/>
                      </a:cubicBezTo>
                      <a:cubicBezTo>
                        <a:pt x="31863" y="15051"/>
                        <a:pt x="31863" y="14867"/>
                        <a:pt x="31864" y="14682"/>
                      </a:cubicBezTo>
                      <a:cubicBezTo>
                        <a:pt x="31866" y="14334"/>
                        <a:pt x="31871" y="13986"/>
                        <a:pt x="31877" y="13637"/>
                      </a:cubicBezTo>
                      <a:cubicBezTo>
                        <a:pt x="31884" y="13240"/>
                        <a:pt x="31888" y="12843"/>
                        <a:pt x="31891" y="12446"/>
                      </a:cubicBezTo>
                      <a:cubicBezTo>
                        <a:pt x="31897" y="11631"/>
                        <a:pt x="31908" y="10815"/>
                        <a:pt x="31922" y="10000"/>
                      </a:cubicBezTo>
                      <a:cubicBezTo>
                        <a:pt x="31821" y="9997"/>
                        <a:pt x="31720" y="9994"/>
                        <a:pt x="31619" y="9993"/>
                      </a:cubicBezTo>
                      <a:cubicBezTo>
                        <a:pt x="31590" y="9992"/>
                        <a:pt x="31562" y="9991"/>
                        <a:pt x="31532" y="9990"/>
                      </a:cubicBezTo>
                      <a:cubicBezTo>
                        <a:pt x="31406" y="9988"/>
                        <a:pt x="31317" y="9989"/>
                        <a:pt x="31206" y="10054"/>
                      </a:cubicBezTo>
                      <a:cubicBezTo>
                        <a:pt x="31137" y="10132"/>
                        <a:pt x="31099" y="10207"/>
                        <a:pt x="31058" y="10303"/>
                      </a:cubicBezTo>
                      <a:cubicBezTo>
                        <a:pt x="31050" y="10321"/>
                        <a:pt x="31050" y="10321"/>
                        <a:pt x="31008" y="10411"/>
                      </a:cubicBezTo>
                      <a:cubicBezTo>
                        <a:pt x="30749" y="11068"/>
                        <a:pt x="30782" y="11837"/>
                        <a:pt x="30755" y="12532"/>
                      </a:cubicBezTo>
                      <a:cubicBezTo>
                        <a:pt x="30747" y="12741"/>
                        <a:pt x="30736" y="12949"/>
                        <a:pt x="30726" y="13157"/>
                      </a:cubicBezTo>
                      <a:cubicBezTo>
                        <a:pt x="30706" y="13563"/>
                        <a:pt x="30688" y="13969"/>
                        <a:pt x="30672" y="14375"/>
                      </a:cubicBezTo>
                      <a:cubicBezTo>
                        <a:pt x="30145" y="14423"/>
                        <a:pt x="30145" y="14423"/>
                        <a:pt x="29938" y="14321"/>
                      </a:cubicBezTo>
                      <a:cubicBezTo>
                        <a:pt x="29842" y="14238"/>
                        <a:pt x="29772" y="14155"/>
                        <a:pt x="29698" y="14053"/>
                      </a:cubicBezTo>
                      <a:cubicBezTo>
                        <a:pt x="29672" y="14016"/>
                        <a:pt x="29645" y="13980"/>
                        <a:pt x="29618" y="13943"/>
                      </a:cubicBezTo>
                      <a:cubicBezTo>
                        <a:pt x="29278" y="13401"/>
                        <a:pt x="29353" y="12747"/>
                        <a:pt x="29379" y="12132"/>
                      </a:cubicBezTo>
                      <a:cubicBezTo>
                        <a:pt x="29386" y="11962"/>
                        <a:pt x="29389" y="11792"/>
                        <a:pt x="29392" y="11621"/>
                      </a:cubicBezTo>
                      <a:cubicBezTo>
                        <a:pt x="29398" y="11289"/>
                        <a:pt x="29409" y="10957"/>
                        <a:pt x="29422" y="10625"/>
                      </a:cubicBezTo>
                      <a:cubicBezTo>
                        <a:pt x="29216" y="10625"/>
                        <a:pt x="29010" y="10625"/>
                        <a:pt x="28797" y="10625"/>
                      </a:cubicBezTo>
                      <a:cubicBezTo>
                        <a:pt x="28799" y="10648"/>
                        <a:pt x="28799" y="10648"/>
                        <a:pt x="28807" y="10765"/>
                      </a:cubicBezTo>
                      <a:cubicBezTo>
                        <a:pt x="28907" y="12309"/>
                        <a:pt x="28907" y="12309"/>
                        <a:pt x="28524" y="12812"/>
                      </a:cubicBezTo>
                      <a:cubicBezTo>
                        <a:pt x="28512" y="12829"/>
                        <a:pt x="28512" y="12829"/>
                        <a:pt x="28450" y="12913"/>
                      </a:cubicBezTo>
                      <a:cubicBezTo>
                        <a:pt x="28370" y="13001"/>
                        <a:pt x="28370" y="13001"/>
                        <a:pt x="28172" y="13125"/>
                      </a:cubicBezTo>
                      <a:cubicBezTo>
                        <a:pt x="27966" y="13125"/>
                        <a:pt x="27760" y="13125"/>
                        <a:pt x="27547" y="13125"/>
                      </a:cubicBezTo>
                      <a:cubicBezTo>
                        <a:pt x="27547" y="11887"/>
                        <a:pt x="27547" y="10650"/>
                        <a:pt x="27547" y="9375"/>
                      </a:cubicBezTo>
                      <a:cubicBezTo>
                        <a:pt x="27341" y="9375"/>
                        <a:pt x="27135" y="9375"/>
                        <a:pt x="26922" y="9375"/>
                      </a:cubicBezTo>
                      <a:cubicBezTo>
                        <a:pt x="26796" y="9522"/>
                        <a:pt x="26750" y="9592"/>
                        <a:pt x="26688" y="9766"/>
                      </a:cubicBezTo>
                      <a:cubicBezTo>
                        <a:pt x="26657" y="9839"/>
                        <a:pt x="26626" y="9912"/>
                        <a:pt x="26595" y="9985"/>
                      </a:cubicBezTo>
                      <a:cubicBezTo>
                        <a:pt x="26549" y="10099"/>
                        <a:pt x="26504" y="10213"/>
                        <a:pt x="26459" y="10327"/>
                      </a:cubicBezTo>
                      <a:cubicBezTo>
                        <a:pt x="26340" y="10602"/>
                        <a:pt x="26340" y="10602"/>
                        <a:pt x="26226" y="10664"/>
                      </a:cubicBezTo>
                      <a:cubicBezTo>
                        <a:pt x="26142" y="10681"/>
                        <a:pt x="26070" y="10682"/>
                        <a:pt x="25985" y="10677"/>
                      </a:cubicBezTo>
                      <a:cubicBezTo>
                        <a:pt x="25958" y="10679"/>
                        <a:pt x="25931" y="10680"/>
                        <a:pt x="25902" y="10682"/>
                      </a:cubicBezTo>
                      <a:cubicBezTo>
                        <a:pt x="25809" y="10680"/>
                        <a:pt x="25754" y="10672"/>
                        <a:pt x="25672" y="10625"/>
                      </a:cubicBezTo>
                      <a:cubicBezTo>
                        <a:pt x="25625" y="10537"/>
                        <a:pt x="25625" y="10537"/>
                        <a:pt x="25582" y="10428"/>
                      </a:cubicBezTo>
                      <a:cubicBezTo>
                        <a:pt x="25496" y="10228"/>
                        <a:pt x="25415" y="10163"/>
                        <a:pt x="25216" y="10076"/>
                      </a:cubicBezTo>
                      <a:cubicBezTo>
                        <a:pt x="25121" y="10041"/>
                        <a:pt x="25026" y="10007"/>
                        <a:pt x="24930" y="9974"/>
                      </a:cubicBezTo>
                      <a:cubicBezTo>
                        <a:pt x="24881" y="9956"/>
                        <a:pt x="24832" y="9938"/>
                        <a:pt x="24782" y="9919"/>
                      </a:cubicBezTo>
                      <a:cubicBezTo>
                        <a:pt x="24663" y="9875"/>
                        <a:pt x="24543" y="9833"/>
                        <a:pt x="24422" y="9792"/>
                      </a:cubicBezTo>
                      <a:cubicBezTo>
                        <a:pt x="24422" y="9654"/>
                        <a:pt x="24422" y="9517"/>
                        <a:pt x="24422" y="9375"/>
                      </a:cubicBezTo>
                      <a:cubicBezTo>
                        <a:pt x="24216" y="9375"/>
                        <a:pt x="24010" y="9375"/>
                        <a:pt x="23797" y="9375"/>
                      </a:cubicBezTo>
                      <a:cubicBezTo>
                        <a:pt x="23801" y="9440"/>
                        <a:pt x="23804" y="9505"/>
                        <a:pt x="23807" y="9572"/>
                      </a:cubicBezTo>
                      <a:cubicBezTo>
                        <a:pt x="23817" y="9791"/>
                        <a:pt x="23825" y="10009"/>
                        <a:pt x="23830" y="10228"/>
                      </a:cubicBezTo>
                      <a:cubicBezTo>
                        <a:pt x="23833" y="10361"/>
                        <a:pt x="23837" y="10493"/>
                        <a:pt x="23844" y="10625"/>
                      </a:cubicBezTo>
                      <a:cubicBezTo>
                        <a:pt x="23874" y="11202"/>
                        <a:pt x="23868" y="11675"/>
                        <a:pt x="23521" y="12158"/>
                      </a:cubicBezTo>
                      <a:cubicBezTo>
                        <a:pt x="23497" y="12193"/>
                        <a:pt x="23473" y="12229"/>
                        <a:pt x="23447" y="12265"/>
                      </a:cubicBezTo>
                      <a:cubicBezTo>
                        <a:pt x="23369" y="12360"/>
                        <a:pt x="23369" y="12360"/>
                        <a:pt x="23172" y="12500"/>
                      </a:cubicBezTo>
                      <a:cubicBezTo>
                        <a:pt x="22966" y="12500"/>
                        <a:pt x="22760" y="12500"/>
                        <a:pt x="22547" y="12500"/>
                      </a:cubicBezTo>
                      <a:cubicBezTo>
                        <a:pt x="22547" y="11881"/>
                        <a:pt x="22547" y="11262"/>
                        <a:pt x="22547" y="10625"/>
                      </a:cubicBezTo>
                      <a:cubicBezTo>
                        <a:pt x="22341" y="10625"/>
                        <a:pt x="22135" y="10625"/>
                        <a:pt x="21922" y="10625"/>
                      </a:cubicBezTo>
                      <a:cubicBezTo>
                        <a:pt x="21927" y="10695"/>
                        <a:pt x="21932" y="10766"/>
                        <a:pt x="21937" y="10838"/>
                      </a:cubicBezTo>
                      <a:cubicBezTo>
                        <a:pt x="21941" y="10932"/>
                        <a:pt x="21945" y="11026"/>
                        <a:pt x="21948" y="11120"/>
                      </a:cubicBezTo>
                      <a:cubicBezTo>
                        <a:pt x="21952" y="11166"/>
                        <a:pt x="21955" y="11212"/>
                        <a:pt x="21959" y="11260"/>
                      </a:cubicBezTo>
                      <a:cubicBezTo>
                        <a:pt x="21963" y="11406"/>
                        <a:pt x="21957" y="11524"/>
                        <a:pt x="21922" y="11667"/>
                      </a:cubicBezTo>
                      <a:cubicBezTo>
                        <a:pt x="21830" y="11755"/>
                        <a:pt x="21830" y="11755"/>
                        <a:pt x="21717" y="11841"/>
                      </a:cubicBezTo>
                      <a:cubicBezTo>
                        <a:pt x="21481" y="12049"/>
                        <a:pt x="21453" y="12257"/>
                        <a:pt x="21432" y="12561"/>
                      </a:cubicBezTo>
                      <a:cubicBezTo>
                        <a:pt x="21426" y="12674"/>
                        <a:pt x="21423" y="12786"/>
                        <a:pt x="21419" y="12899"/>
                      </a:cubicBezTo>
                      <a:cubicBezTo>
                        <a:pt x="21415" y="12978"/>
                        <a:pt x="21411" y="13056"/>
                        <a:pt x="21407" y="13135"/>
                      </a:cubicBezTo>
                      <a:cubicBezTo>
                        <a:pt x="21396" y="13341"/>
                        <a:pt x="21388" y="13548"/>
                        <a:pt x="21380" y="13754"/>
                      </a:cubicBezTo>
                      <a:cubicBezTo>
                        <a:pt x="21372" y="13965"/>
                        <a:pt x="21361" y="14176"/>
                        <a:pt x="21351" y="14386"/>
                      </a:cubicBezTo>
                      <a:cubicBezTo>
                        <a:pt x="21331" y="14799"/>
                        <a:pt x="21313" y="15212"/>
                        <a:pt x="21297" y="15625"/>
                      </a:cubicBezTo>
                      <a:cubicBezTo>
                        <a:pt x="21091" y="15625"/>
                        <a:pt x="20885" y="15625"/>
                        <a:pt x="20672" y="15625"/>
                      </a:cubicBezTo>
                      <a:cubicBezTo>
                        <a:pt x="20604" y="14250"/>
                        <a:pt x="20535" y="12875"/>
                        <a:pt x="20464" y="11458"/>
                      </a:cubicBezTo>
                      <a:cubicBezTo>
                        <a:pt x="20189" y="11458"/>
                        <a:pt x="19914" y="11458"/>
                        <a:pt x="19631" y="11458"/>
                      </a:cubicBezTo>
                      <a:cubicBezTo>
                        <a:pt x="19562" y="12008"/>
                        <a:pt x="19493" y="12558"/>
                        <a:pt x="19422" y="13125"/>
                      </a:cubicBezTo>
                      <a:cubicBezTo>
                        <a:pt x="18797" y="13125"/>
                        <a:pt x="18797" y="13125"/>
                        <a:pt x="18604" y="12979"/>
                      </a:cubicBezTo>
                      <a:cubicBezTo>
                        <a:pt x="18526" y="12882"/>
                        <a:pt x="18526" y="12882"/>
                        <a:pt x="18453" y="12773"/>
                      </a:cubicBezTo>
                      <a:cubicBezTo>
                        <a:pt x="18427" y="12736"/>
                        <a:pt x="18400" y="12699"/>
                        <a:pt x="18373" y="12661"/>
                      </a:cubicBezTo>
                      <a:cubicBezTo>
                        <a:pt x="18088" y="12219"/>
                        <a:pt x="18070" y="11763"/>
                        <a:pt x="18055" y="11250"/>
                      </a:cubicBezTo>
                      <a:cubicBezTo>
                        <a:pt x="18035" y="10717"/>
                        <a:pt x="18009" y="10220"/>
                        <a:pt x="17789" y="9727"/>
                      </a:cubicBezTo>
                      <a:cubicBezTo>
                        <a:pt x="17775" y="9691"/>
                        <a:pt x="17760" y="9655"/>
                        <a:pt x="17746" y="9618"/>
                      </a:cubicBezTo>
                      <a:cubicBezTo>
                        <a:pt x="17696" y="9521"/>
                        <a:pt x="17696" y="9521"/>
                        <a:pt x="17547" y="9375"/>
                      </a:cubicBezTo>
                      <a:cubicBezTo>
                        <a:pt x="17341" y="9375"/>
                        <a:pt x="17135" y="9375"/>
                        <a:pt x="16922" y="9375"/>
                      </a:cubicBezTo>
                      <a:cubicBezTo>
                        <a:pt x="16922" y="9788"/>
                        <a:pt x="16922" y="10200"/>
                        <a:pt x="16922" y="10625"/>
                      </a:cubicBezTo>
                      <a:cubicBezTo>
                        <a:pt x="16579" y="10625"/>
                        <a:pt x="16235" y="10625"/>
                        <a:pt x="15881" y="10625"/>
                      </a:cubicBezTo>
                      <a:cubicBezTo>
                        <a:pt x="15812" y="10453"/>
                        <a:pt x="15812" y="10453"/>
                        <a:pt x="15464" y="9583"/>
                      </a:cubicBezTo>
                      <a:cubicBezTo>
                        <a:pt x="14320" y="9764"/>
                        <a:pt x="14320" y="9764"/>
                        <a:pt x="14088" y="10059"/>
                      </a:cubicBezTo>
                      <a:cubicBezTo>
                        <a:pt x="13655" y="10795"/>
                        <a:pt x="13434" y="11690"/>
                        <a:pt x="13172" y="12500"/>
                      </a:cubicBezTo>
                      <a:cubicBezTo>
                        <a:pt x="12966" y="12500"/>
                        <a:pt x="12760" y="12500"/>
                        <a:pt x="12547" y="12500"/>
                      </a:cubicBezTo>
                      <a:cubicBezTo>
                        <a:pt x="12479" y="12156"/>
                        <a:pt x="12410" y="11812"/>
                        <a:pt x="12339" y="11458"/>
                      </a:cubicBezTo>
                      <a:cubicBezTo>
                        <a:pt x="12064" y="11458"/>
                        <a:pt x="11789" y="11458"/>
                        <a:pt x="11506" y="11458"/>
                      </a:cubicBezTo>
                      <a:cubicBezTo>
                        <a:pt x="11437" y="12627"/>
                        <a:pt x="11368" y="13796"/>
                        <a:pt x="11297" y="15000"/>
                      </a:cubicBezTo>
                      <a:cubicBezTo>
                        <a:pt x="11091" y="15000"/>
                        <a:pt x="10885" y="15000"/>
                        <a:pt x="10672" y="15000"/>
                      </a:cubicBezTo>
                      <a:cubicBezTo>
                        <a:pt x="10670" y="14966"/>
                        <a:pt x="10670" y="14966"/>
                        <a:pt x="10660" y="14796"/>
                      </a:cubicBezTo>
                      <a:cubicBezTo>
                        <a:pt x="10646" y="14572"/>
                        <a:pt x="10630" y="14349"/>
                        <a:pt x="10612" y="14125"/>
                      </a:cubicBezTo>
                      <a:cubicBezTo>
                        <a:pt x="10602" y="13990"/>
                        <a:pt x="10592" y="13854"/>
                        <a:pt x="10584" y="13719"/>
                      </a:cubicBezTo>
                      <a:cubicBezTo>
                        <a:pt x="10575" y="13562"/>
                        <a:pt x="10563" y="13406"/>
                        <a:pt x="10550" y="13250"/>
                      </a:cubicBezTo>
                      <a:cubicBezTo>
                        <a:pt x="10549" y="13226"/>
                        <a:pt x="10549" y="13226"/>
                        <a:pt x="10543" y="13105"/>
                      </a:cubicBezTo>
                      <a:cubicBezTo>
                        <a:pt x="10511" y="12756"/>
                        <a:pt x="10511" y="12756"/>
                        <a:pt x="10367" y="12611"/>
                      </a:cubicBezTo>
                      <a:cubicBezTo>
                        <a:pt x="10329" y="12580"/>
                        <a:pt x="10292" y="12549"/>
                        <a:pt x="10253" y="12517"/>
                      </a:cubicBezTo>
                      <a:cubicBezTo>
                        <a:pt x="10076" y="12359"/>
                        <a:pt x="10021" y="12251"/>
                        <a:pt x="10003" y="12022"/>
                      </a:cubicBezTo>
                      <a:cubicBezTo>
                        <a:pt x="9998" y="11840"/>
                        <a:pt x="10001" y="11658"/>
                        <a:pt x="10007" y="11476"/>
                      </a:cubicBezTo>
                      <a:cubicBezTo>
                        <a:pt x="10007" y="11397"/>
                        <a:pt x="10008" y="11319"/>
                        <a:pt x="10008" y="11240"/>
                      </a:cubicBezTo>
                      <a:cubicBezTo>
                        <a:pt x="10010" y="11034"/>
                        <a:pt x="10014" y="10827"/>
                        <a:pt x="10019" y="10621"/>
                      </a:cubicBezTo>
                      <a:cubicBezTo>
                        <a:pt x="10023" y="10410"/>
                        <a:pt x="10025" y="10200"/>
                        <a:pt x="10027" y="9989"/>
                      </a:cubicBezTo>
                      <a:cubicBezTo>
                        <a:pt x="10031" y="9576"/>
                        <a:pt x="10039" y="9163"/>
                        <a:pt x="10047" y="8750"/>
                      </a:cubicBezTo>
                      <a:cubicBezTo>
                        <a:pt x="9841" y="8750"/>
                        <a:pt x="9635" y="8750"/>
                        <a:pt x="9422" y="8750"/>
                      </a:cubicBezTo>
                      <a:cubicBezTo>
                        <a:pt x="9427" y="8820"/>
                        <a:pt x="9432" y="8891"/>
                        <a:pt x="9437" y="8963"/>
                      </a:cubicBezTo>
                      <a:cubicBezTo>
                        <a:pt x="9441" y="9057"/>
                        <a:pt x="9445" y="9151"/>
                        <a:pt x="9448" y="9245"/>
                      </a:cubicBezTo>
                      <a:cubicBezTo>
                        <a:pt x="9452" y="9291"/>
                        <a:pt x="9455" y="9337"/>
                        <a:pt x="9459" y="9385"/>
                      </a:cubicBezTo>
                      <a:cubicBezTo>
                        <a:pt x="9463" y="9531"/>
                        <a:pt x="9460" y="9650"/>
                        <a:pt x="9422" y="9792"/>
                      </a:cubicBezTo>
                      <a:cubicBezTo>
                        <a:pt x="9331" y="9883"/>
                        <a:pt x="9331" y="9883"/>
                        <a:pt x="9218" y="9971"/>
                      </a:cubicBezTo>
                      <a:cubicBezTo>
                        <a:pt x="8980" y="10179"/>
                        <a:pt x="8962" y="10367"/>
                        <a:pt x="8941" y="10675"/>
                      </a:cubicBezTo>
                      <a:cubicBezTo>
                        <a:pt x="8927" y="10904"/>
                        <a:pt x="8917" y="11133"/>
                        <a:pt x="8911" y="11362"/>
                      </a:cubicBezTo>
                      <a:cubicBezTo>
                        <a:pt x="8888" y="12038"/>
                        <a:pt x="8769" y="12576"/>
                        <a:pt x="8261" y="13060"/>
                      </a:cubicBezTo>
                      <a:cubicBezTo>
                        <a:pt x="8095" y="13181"/>
                        <a:pt x="7937" y="13190"/>
                        <a:pt x="7738" y="13168"/>
                      </a:cubicBezTo>
                      <a:cubicBezTo>
                        <a:pt x="7674" y="13156"/>
                        <a:pt x="7610" y="13141"/>
                        <a:pt x="7547" y="13125"/>
                      </a:cubicBezTo>
                      <a:cubicBezTo>
                        <a:pt x="7545" y="13101"/>
                        <a:pt x="7545" y="13101"/>
                        <a:pt x="7535" y="12979"/>
                      </a:cubicBezTo>
                      <a:cubicBezTo>
                        <a:pt x="7519" y="12798"/>
                        <a:pt x="7500" y="12617"/>
                        <a:pt x="7481" y="12436"/>
                      </a:cubicBezTo>
                      <a:cubicBezTo>
                        <a:pt x="7473" y="12358"/>
                        <a:pt x="7466" y="12280"/>
                        <a:pt x="7459" y="12202"/>
                      </a:cubicBezTo>
                      <a:cubicBezTo>
                        <a:pt x="7397" y="11469"/>
                        <a:pt x="7397" y="11469"/>
                        <a:pt x="7124" y="11230"/>
                      </a:cubicBezTo>
                      <a:cubicBezTo>
                        <a:pt x="7087" y="11200"/>
                        <a:pt x="7050" y="11170"/>
                        <a:pt x="7012" y="11139"/>
                      </a:cubicBezTo>
                      <a:cubicBezTo>
                        <a:pt x="6869" y="10984"/>
                        <a:pt x="6880" y="10838"/>
                        <a:pt x="6886" y="10635"/>
                      </a:cubicBezTo>
                      <a:cubicBezTo>
                        <a:pt x="6889" y="10589"/>
                        <a:pt x="6893" y="10542"/>
                        <a:pt x="6896" y="10495"/>
                      </a:cubicBezTo>
                      <a:cubicBezTo>
                        <a:pt x="6898" y="10447"/>
                        <a:pt x="6900" y="10399"/>
                        <a:pt x="6902" y="10350"/>
                      </a:cubicBezTo>
                      <a:cubicBezTo>
                        <a:pt x="6907" y="10233"/>
                        <a:pt x="6914" y="10117"/>
                        <a:pt x="6922" y="10000"/>
                      </a:cubicBezTo>
                      <a:cubicBezTo>
                        <a:pt x="6716" y="10000"/>
                        <a:pt x="6510" y="10000"/>
                        <a:pt x="6297" y="10000"/>
                      </a:cubicBezTo>
                      <a:cubicBezTo>
                        <a:pt x="6301" y="10065"/>
                        <a:pt x="6304" y="10130"/>
                        <a:pt x="6307" y="10197"/>
                      </a:cubicBezTo>
                      <a:cubicBezTo>
                        <a:pt x="6317" y="10416"/>
                        <a:pt x="6325" y="10634"/>
                        <a:pt x="6330" y="10853"/>
                      </a:cubicBezTo>
                      <a:cubicBezTo>
                        <a:pt x="6333" y="10986"/>
                        <a:pt x="6337" y="11118"/>
                        <a:pt x="6344" y="11250"/>
                      </a:cubicBezTo>
                      <a:cubicBezTo>
                        <a:pt x="6374" y="11827"/>
                        <a:pt x="6368" y="12300"/>
                        <a:pt x="6021" y="12783"/>
                      </a:cubicBezTo>
                      <a:cubicBezTo>
                        <a:pt x="5997" y="12818"/>
                        <a:pt x="5973" y="12854"/>
                        <a:pt x="5947" y="12890"/>
                      </a:cubicBezTo>
                      <a:cubicBezTo>
                        <a:pt x="5869" y="12985"/>
                        <a:pt x="5869" y="12985"/>
                        <a:pt x="5672" y="13125"/>
                      </a:cubicBezTo>
                      <a:cubicBezTo>
                        <a:pt x="5466" y="13125"/>
                        <a:pt x="5260" y="13125"/>
                        <a:pt x="5047" y="13125"/>
                      </a:cubicBezTo>
                      <a:cubicBezTo>
                        <a:pt x="5047" y="12506"/>
                        <a:pt x="5047" y="11887"/>
                        <a:pt x="5047" y="11250"/>
                      </a:cubicBezTo>
                      <a:cubicBezTo>
                        <a:pt x="4841" y="11250"/>
                        <a:pt x="4635" y="11250"/>
                        <a:pt x="4422" y="11250"/>
                      </a:cubicBezTo>
                      <a:cubicBezTo>
                        <a:pt x="4427" y="11320"/>
                        <a:pt x="4432" y="11391"/>
                        <a:pt x="4437" y="11463"/>
                      </a:cubicBezTo>
                      <a:cubicBezTo>
                        <a:pt x="4441" y="11557"/>
                        <a:pt x="4445" y="11651"/>
                        <a:pt x="4448" y="11745"/>
                      </a:cubicBezTo>
                      <a:cubicBezTo>
                        <a:pt x="4450" y="11768"/>
                        <a:pt x="4450" y="11768"/>
                        <a:pt x="4459" y="11885"/>
                      </a:cubicBezTo>
                      <a:cubicBezTo>
                        <a:pt x="4463" y="12031"/>
                        <a:pt x="4457" y="12149"/>
                        <a:pt x="4422" y="12292"/>
                      </a:cubicBezTo>
                      <a:cubicBezTo>
                        <a:pt x="4330" y="12387"/>
                        <a:pt x="4330" y="12387"/>
                        <a:pt x="4217" y="12477"/>
                      </a:cubicBezTo>
                      <a:cubicBezTo>
                        <a:pt x="3994" y="12678"/>
                        <a:pt x="3946" y="12876"/>
                        <a:pt x="3927" y="13169"/>
                      </a:cubicBezTo>
                      <a:cubicBezTo>
                        <a:pt x="3924" y="13226"/>
                        <a:pt x="3922" y="13284"/>
                        <a:pt x="3919" y="13341"/>
                      </a:cubicBezTo>
                      <a:cubicBezTo>
                        <a:pt x="3915" y="13402"/>
                        <a:pt x="3911" y="13462"/>
                        <a:pt x="3907" y="13522"/>
                      </a:cubicBezTo>
                      <a:cubicBezTo>
                        <a:pt x="3896" y="13679"/>
                        <a:pt x="3888" y="13835"/>
                        <a:pt x="3880" y="13993"/>
                      </a:cubicBezTo>
                      <a:cubicBezTo>
                        <a:pt x="3872" y="14153"/>
                        <a:pt x="3861" y="14314"/>
                        <a:pt x="3851" y="14474"/>
                      </a:cubicBezTo>
                      <a:cubicBezTo>
                        <a:pt x="3831" y="14788"/>
                        <a:pt x="3813" y="15103"/>
                        <a:pt x="3797" y="15417"/>
                      </a:cubicBezTo>
                      <a:cubicBezTo>
                        <a:pt x="3628" y="15458"/>
                        <a:pt x="3459" y="15496"/>
                        <a:pt x="3289" y="15534"/>
                      </a:cubicBezTo>
                      <a:cubicBezTo>
                        <a:pt x="3241" y="15546"/>
                        <a:pt x="3194" y="15557"/>
                        <a:pt x="3144" y="15569"/>
                      </a:cubicBezTo>
                      <a:cubicBezTo>
                        <a:pt x="2792" y="15646"/>
                        <a:pt x="2792" y="15646"/>
                        <a:pt x="2621" y="15547"/>
                      </a:cubicBezTo>
                      <a:cubicBezTo>
                        <a:pt x="2535" y="15394"/>
                        <a:pt x="2509" y="15264"/>
                        <a:pt x="2496" y="15092"/>
                      </a:cubicBezTo>
                      <a:cubicBezTo>
                        <a:pt x="2489" y="15028"/>
                        <a:pt x="2482" y="14964"/>
                        <a:pt x="2475" y="14900"/>
                      </a:cubicBezTo>
                      <a:cubicBezTo>
                        <a:pt x="2465" y="14801"/>
                        <a:pt x="2456" y="14701"/>
                        <a:pt x="2448" y="14601"/>
                      </a:cubicBezTo>
                      <a:cubicBezTo>
                        <a:pt x="2410" y="14162"/>
                        <a:pt x="2366" y="13949"/>
                        <a:pt x="2017" y="13654"/>
                      </a:cubicBezTo>
                      <a:cubicBezTo>
                        <a:pt x="1806" y="13404"/>
                        <a:pt x="1833" y="13029"/>
                        <a:pt x="1811" y="12715"/>
                      </a:cubicBezTo>
                      <a:cubicBezTo>
                        <a:pt x="1769" y="12147"/>
                        <a:pt x="1769" y="12147"/>
                        <a:pt x="1617" y="11971"/>
                      </a:cubicBezTo>
                      <a:cubicBezTo>
                        <a:pt x="1579" y="11939"/>
                        <a:pt x="1542" y="11908"/>
                        <a:pt x="1503" y="11875"/>
                      </a:cubicBezTo>
                      <a:cubicBezTo>
                        <a:pt x="1330" y="11728"/>
                        <a:pt x="1272" y="11635"/>
                        <a:pt x="1252" y="11415"/>
                      </a:cubicBezTo>
                      <a:cubicBezTo>
                        <a:pt x="1246" y="11289"/>
                        <a:pt x="1240" y="11162"/>
                        <a:pt x="1236" y="11036"/>
                      </a:cubicBezTo>
                      <a:cubicBezTo>
                        <a:pt x="1206" y="10324"/>
                        <a:pt x="1206" y="10324"/>
                        <a:pt x="979" y="10100"/>
                      </a:cubicBezTo>
                      <a:cubicBezTo>
                        <a:pt x="691" y="9929"/>
                        <a:pt x="376" y="9845"/>
                        <a:pt x="47" y="9792"/>
                      </a:cubicBezTo>
                      <a:cubicBezTo>
                        <a:pt x="37" y="9503"/>
                        <a:pt x="29" y="9214"/>
                        <a:pt x="24" y="8924"/>
                      </a:cubicBezTo>
                      <a:cubicBezTo>
                        <a:pt x="22" y="8826"/>
                        <a:pt x="20" y="8728"/>
                        <a:pt x="16" y="8630"/>
                      </a:cubicBezTo>
                      <a:cubicBezTo>
                        <a:pt x="11" y="8488"/>
                        <a:pt x="8" y="8347"/>
                        <a:pt x="7" y="8205"/>
                      </a:cubicBezTo>
                      <a:cubicBezTo>
                        <a:pt x="4" y="8161"/>
                        <a:pt x="2" y="8118"/>
                        <a:pt x="0" y="8073"/>
                      </a:cubicBezTo>
                      <a:cubicBezTo>
                        <a:pt x="0" y="7875"/>
                        <a:pt x="5" y="7756"/>
                        <a:pt x="140" y="7604"/>
                      </a:cubicBezTo>
                      <a:cubicBezTo>
                        <a:pt x="177" y="7571"/>
                        <a:pt x="214" y="7537"/>
                        <a:pt x="253" y="7503"/>
                      </a:cubicBezTo>
                      <a:cubicBezTo>
                        <a:pt x="466" y="7311"/>
                        <a:pt x="517" y="7178"/>
                        <a:pt x="543" y="6895"/>
                      </a:cubicBezTo>
                      <a:cubicBezTo>
                        <a:pt x="545" y="6847"/>
                        <a:pt x="548" y="6799"/>
                        <a:pt x="550" y="6750"/>
                      </a:cubicBezTo>
                      <a:cubicBezTo>
                        <a:pt x="554" y="6699"/>
                        <a:pt x="558" y="6649"/>
                        <a:pt x="562" y="6597"/>
                      </a:cubicBezTo>
                      <a:cubicBezTo>
                        <a:pt x="573" y="6465"/>
                        <a:pt x="581" y="6333"/>
                        <a:pt x="589" y="6201"/>
                      </a:cubicBezTo>
                      <a:cubicBezTo>
                        <a:pt x="597" y="6065"/>
                        <a:pt x="608" y="5930"/>
                        <a:pt x="619" y="5794"/>
                      </a:cubicBezTo>
                      <a:cubicBezTo>
                        <a:pt x="639" y="5530"/>
                        <a:pt x="656" y="5265"/>
                        <a:pt x="672" y="5000"/>
                      </a:cubicBezTo>
                      <a:cubicBezTo>
                        <a:pt x="879" y="5000"/>
                        <a:pt x="1085" y="5000"/>
                        <a:pt x="1297" y="5000"/>
                      </a:cubicBezTo>
                      <a:cubicBezTo>
                        <a:pt x="1297" y="5619"/>
                        <a:pt x="1297" y="6238"/>
                        <a:pt x="1297" y="6875"/>
                      </a:cubicBezTo>
                      <a:cubicBezTo>
                        <a:pt x="1504" y="6875"/>
                        <a:pt x="1710" y="6875"/>
                        <a:pt x="1922" y="6875"/>
                      </a:cubicBezTo>
                      <a:cubicBezTo>
                        <a:pt x="1918" y="6805"/>
                        <a:pt x="1913" y="6734"/>
                        <a:pt x="1908" y="6662"/>
                      </a:cubicBezTo>
                      <a:cubicBezTo>
                        <a:pt x="1904" y="6568"/>
                        <a:pt x="1900" y="6474"/>
                        <a:pt x="1896" y="6380"/>
                      </a:cubicBezTo>
                      <a:cubicBezTo>
                        <a:pt x="1895" y="6357"/>
                        <a:pt x="1895" y="6357"/>
                        <a:pt x="1886" y="6240"/>
                      </a:cubicBezTo>
                      <a:cubicBezTo>
                        <a:pt x="1881" y="6094"/>
                        <a:pt x="1887" y="5976"/>
                        <a:pt x="1922" y="5833"/>
                      </a:cubicBezTo>
                      <a:cubicBezTo>
                        <a:pt x="2015" y="5735"/>
                        <a:pt x="2015" y="5735"/>
                        <a:pt x="2129" y="5642"/>
                      </a:cubicBezTo>
                      <a:cubicBezTo>
                        <a:pt x="2336" y="5454"/>
                        <a:pt x="2390" y="5299"/>
                        <a:pt x="2404" y="5021"/>
                      </a:cubicBezTo>
                      <a:cubicBezTo>
                        <a:pt x="2404" y="4972"/>
                        <a:pt x="2405" y="4923"/>
                        <a:pt x="2405" y="4872"/>
                      </a:cubicBezTo>
                      <a:cubicBezTo>
                        <a:pt x="2407" y="4819"/>
                        <a:pt x="2409" y="4765"/>
                        <a:pt x="2412" y="4712"/>
                      </a:cubicBezTo>
                      <a:cubicBezTo>
                        <a:pt x="2417" y="4568"/>
                        <a:pt x="2421" y="4424"/>
                        <a:pt x="2423" y="4281"/>
                      </a:cubicBezTo>
                      <a:cubicBezTo>
                        <a:pt x="2426" y="4130"/>
                        <a:pt x="2432" y="3979"/>
                        <a:pt x="2438" y="3829"/>
                      </a:cubicBezTo>
                      <a:cubicBezTo>
                        <a:pt x="2447" y="3544"/>
                        <a:pt x="2455" y="3259"/>
                        <a:pt x="2462" y="2974"/>
                      </a:cubicBezTo>
                      <a:cubicBezTo>
                        <a:pt x="2470" y="2650"/>
                        <a:pt x="2480" y="2325"/>
                        <a:pt x="2490" y="2001"/>
                      </a:cubicBezTo>
                      <a:cubicBezTo>
                        <a:pt x="2512" y="1334"/>
                        <a:pt x="2530" y="667"/>
                        <a:pt x="2547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61" name="CHART_REPORT_WAVE_DETAIL_path_002"/>
                <p:cNvSpPr/>
                <p:nvPr/>
              </p:nvSpPr>
              <p:spPr>
                <a:xfrm>
                  <a:off x="8786444" y="6118578"/>
                  <a:ext cx="581128" cy="2728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5758" h="2149" fill="norm" stroke="0">
                      <a:moveTo>
                        <a:pt x="548" y="71"/>
                      </a:moveTo>
                      <a:cubicBezTo>
                        <a:pt x="564" y="70"/>
                        <a:pt x="564" y="70"/>
                        <a:pt x="643" y="70"/>
                      </a:cubicBezTo>
                      <a:cubicBezTo>
                        <a:pt x="747" y="69"/>
                        <a:pt x="852" y="69"/>
                        <a:pt x="957" y="70"/>
                      </a:cubicBezTo>
                      <a:cubicBezTo>
                        <a:pt x="1033" y="70"/>
                        <a:pt x="1109" y="69"/>
                        <a:pt x="1185" y="69"/>
                      </a:cubicBezTo>
                      <a:cubicBezTo>
                        <a:pt x="1395" y="67"/>
                        <a:pt x="1605" y="67"/>
                        <a:pt x="1815" y="68"/>
                      </a:cubicBezTo>
                      <a:cubicBezTo>
                        <a:pt x="2044" y="68"/>
                        <a:pt x="2272" y="67"/>
                        <a:pt x="2500" y="66"/>
                      </a:cubicBezTo>
                      <a:cubicBezTo>
                        <a:pt x="2900" y="65"/>
                        <a:pt x="3300" y="64"/>
                        <a:pt x="3701" y="64"/>
                      </a:cubicBezTo>
                      <a:cubicBezTo>
                        <a:pt x="4130" y="64"/>
                        <a:pt x="4560" y="63"/>
                        <a:pt x="4989" y="62"/>
                      </a:cubicBezTo>
                      <a:cubicBezTo>
                        <a:pt x="5003" y="62"/>
                        <a:pt x="5003" y="62"/>
                        <a:pt x="5071" y="62"/>
                      </a:cubicBezTo>
                      <a:cubicBezTo>
                        <a:pt x="5182" y="62"/>
                        <a:pt x="5293" y="61"/>
                        <a:pt x="5403" y="61"/>
                      </a:cubicBezTo>
                      <a:cubicBezTo>
                        <a:pt x="6711" y="58"/>
                        <a:pt x="8019" y="56"/>
                        <a:pt x="9327" y="55"/>
                      </a:cubicBezTo>
                      <a:cubicBezTo>
                        <a:pt x="9979" y="55"/>
                        <a:pt x="10630" y="54"/>
                        <a:pt x="11281" y="53"/>
                      </a:cubicBezTo>
                      <a:cubicBezTo>
                        <a:pt x="13371" y="51"/>
                        <a:pt x="15461" y="49"/>
                        <a:pt x="17550" y="48"/>
                      </a:cubicBezTo>
                      <a:cubicBezTo>
                        <a:pt x="17650" y="48"/>
                        <a:pt x="17750" y="48"/>
                        <a:pt x="17850" y="48"/>
                      </a:cubicBezTo>
                      <a:cubicBezTo>
                        <a:pt x="18050" y="48"/>
                        <a:pt x="18251" y="48"/>
                        <a:pt x="18451" y="48"/>
                      </a:cubicBezTo>
                      <a:cubicBezTo>
                        <a:pt x="18686" y="47"/>
                        <a:pt x="18920" y="47"/>
                        <a:pt x="19155" y="47"/>
                      </a:cubicBezTo>
                      <a:cubicBezTo>
                        <a:pt x="19222" y="47"/>
                        <a:pt x="19289" y="47"/>
                        <a:pt x="19356" y="47"/>
                      </a:cubicBezTo>
                      <a:cubicBezTo>
                        <a:pt x="21511" y="46"/>
                        <a:pt x="23666" y="43"/>
                        <a:pt x="25822" y="38"/>
                      </a:cubicBezTo>
                      <a:cubicBezTo>
                        <a:pt x="27370" y="35"/>
                        <a:pt x="28919" y="32"/>
                        <a:pt x="30467" y="31"/>
                      </a:cubicBezTo>
                      <a:cubicBezTo>
                        <a:pt x="30499" y="31"/>
                        <a:pt x="30531" y="31"/>
                        <a:pt x="30564" y="31"/>
                      </a:cubicBezTo>
                      <a:cubicBezTo>
                        <a:pt x="31263" y="30"/>
                        <a:pt x="31963" y="30"/>
                        <a:pt x="32662" y="30"/>
                      </a:cubicBezTo>
                      <a:cubicBezTo>
                        <a:pt x="32913" y="30"/>
                        <a:pt x="33163" y="30"/>
                        <a:pt x="33413" y="30"/>
                      </a:cubicBezTo>
                      <a:cubicBezTo>
                        <a:pt x="33475" y="30"/>
                        <a:pt x="33538" y="30"/>
                        <a:pt x="33600" y="30"/>
                      </a:cubicBezTo>
                      <a:cubicBezTo>
                        <a:pt x="34591" y="30"/>
                        <a:pt x="35583" y="28"/>
                        <a:pt x="36574" y="25"/>
                      </a:cubicBezTo>
                      <a:cubicBezTo>
                        <a:pt x="37574" y="21"/>
                        <a:pt x="38573" y="20"/>
                        <a:pt x="39572" y="22"/>
                      </a:cubicBezTo>
                      <a:cubicBezTo>
                        <a:pt x="39710" y="22"/>
                        <a:pt x="39848" y="22"/>
                        <a:pt x="39986" y="23"/>
                      </a:cubicBezTo>
                      <a:cubicBezTo>
                        <a:pt x="40014" y="23"/>
                        <a:pt x="40041" y="23"/>
                        <a:pt x="40069" y="23"/>
                      </a:cubicBezTo>
                      <a:cubicBezTo>
                        <a:pt x="40497" y="23"/>
                        <a:pt x="40925" y="22"/>
                        <a:pt x="41353" y="19"/>
                      </a:cubicBezTo>
                      <a:cubicBezTo>
                        <a:pt x="41774" y="17"/>
                        <a:pt x="42196" y="17"/>
                        <a:pt x="42618" y="19"/>
                      </a:cubicBezTo>
                      <a:cubicBezTo>
                        <a:pt x="42843" y="20"/>
                        <a:pt x="43068" y="21"/>
                        <a:pt x="43293" y="18"/>
                      </a:cubicBezTo>
                      <a:cubicBezTo>
                        <a:pt x="44945" y="0"/>
                        <a:pt x="44945" y="0"/>
                        <a:pt x="45525" y="558"/>
                      </a:cubicBezTo>
                      <a:cubicBezTo>
                        <a:pt x="45650" y="703"/>
                        <a:pt x="45742" y="840"/>
                        <a:pt x="45758" y="1035"/>
                      </a:cubicBezTo>
                      <a:cubicBezTo>
                        <a:pt x="45738" y="1269"/>
                        <a:pt x="45605" y="1435"/>
                        <a:pt x="45440" y="1593"/>
                      </a:cubicBezTo>
                      <a:cubicBezTo>
                        <a:pt x="44776" y="2149"/>
                        <a:pt x="43983" y="2060"/>
                        <a:pt x="43162" y="2050"/>
                      </a:cubicBezTo>
                      <a:cubicBezTo>
                        <a:pt x="42934" y="2048"/>
                        <a:pt x="42705" y="2050"/>
                        <a:pt x="42476" y="2051"/>
                      </a:cubicBezTo>
                      <a:cubicBezTo>
                        <a:pt x="42075" y="2053"/>
                        <a:pt x="41675" y="2052"/>
                        <a:pt x="41275" y="2050"/>
                      </a:cubicBezTo>
                      <a:cubicBezTo>
                        <a:pt x="40845" y="2047"/>
                        <a:pt x="40416" y="2046"/>
                        <a:pt x="39986" y="2047"/>
                      </a:cubicBezTo>
                      <a:cubicBezTo>
                        <a:pt x="39959" y="2047"/>
                        <a:pt x="39932" y="2047"/>
                        <a:pt x="39904" y="2047"/>
                      </a:cubicBezTo>
                      <a:cubicBezTo>
                        <a:pt x="39765" y="2047"/>
                        <a:pt x="39627" y="2047"/>
                        <a:pt x="39488" y="2048"/>
                      </a:cubicBezTo>
                      <a:cubicBezTo>
                        <a:pt x="38486" y="2049"/>
                        <a:pt x="37484" y="2048"/>
                        <a:pt x="36482" y="2045"/>
                      </a:cubicBezTo>
                      <a:cubicBezTo>
                        <a:pt x="35490" y="2042"/>
                        <a:pt x="34499" y="2040"/>
                        <a:pt x="33507" y="2040"/>
                      </a:cubicBezTo>
                      <a:cubicBezTo>
                        <a:pt x="33444" y="2040"/>
                        <a:pt x="33382" y="2040"/>
                        <a:pt x="33320" y="2040"/>
                      </a:cubicBezTo>
                      <a:cubicBezTo>
                        <a:pt x="33069" y="2040"/>
                        <a:pt x="32819" y="2040"/>
                        <a:pt x="32568" y="2039"/>
                      </a:cubicBezTo>
                      <a:cubicBezTo>
                        <a:pt x="31868" y="2039"/>
                        <a:pt x="31168" y="2039"/>
                        <a:pt x="30467" y="2039"/>
                      </a:cubicBezTo>
                      <a:cubicBezTo>
                        <a:pt x="30435" y="2039"/>
                        <a:pt x="30403" y="2039"/>
                        <a:pt x="30371" y="2039"/>
                      </a:cubicBezTo>
                      <a:cubicBezTo>
                        <a:pt x="28821" y="2038"/>
                        <a:pt x="27271" y="2034"/>
                        <a:pt x="25721" y="2031"/>
                      </a:cubicBezTo>
                      <a:cubicBezTo>
                        <a:pt x="23566" y="2026"/>
                        <a:pt x="21411" y="2023"/>
                        <a:pt x="19255" y="2022"/>
                      </a:cubicBezTo>
                      <a:cubicBezTo>
                        <a:pt x="19188" y="2022"/>
                        <a:pt x="19121" y="2022"/>
                        <a:pt x="19054" y="2022"/>
                      </a:cubicBezTo>
                      <a:cubicBezTo>
                        <a:pt x="18820" y="2022"/>
                        <a:pt x="18585" y="2022"/>
                        <a:pt x="18351" y="2022"/>
                      </a:cubicBezTo>
                      <a:cubicBezTo>
                        <a:pt x="18150" y="2022"/>
                        <a:pt x="17950" y="2022"/>
                        <a:pt x="17750" y="2022"/>
                      </a:cubicBezTo>
                      <a:cubicBezTo>
                        <a:pt x="17650" y="2022"/>
                        <a:pt x="17550" y="2022"/>
                        <a:pt x="17450" y="2022"/>
                      </a:cubicBezTo>
                      <a:cubicBezTo>
                        <a:pt x="15363" y="2021"/>
                        <a:pt x="13276" y="2019"/>
                        <a:pt x="11188" y="2016"/>
                      </a:cubicBezTo>
                      <a:cubicBezTo>
                        <a:pt x="10537" y="2015"/>
                        <a:pt x="9885" y="2014"/>
                        <a:pt x="9234" y="2014"/>
                      </a:cubicBezTo>
                      <a:cubicBezTo>
                        <a:pt x="7929" y="2013"/>
                        <a:pt x="6624" y="2011"/>
                        <a:pt x="5320" y="2008"/>
                      </a:cubicBezTo>
                      <a:cubicBezTo>
                        <a:pt x="5210" y="2008"/>
                        <a:pt x="5099" y="2007"/>
                        <a:pt x="4989" y="2007"/>
                      </a:cubicBezTo>
                      <a:cubicBezTo>
                        <a:pt x="4962" y="2007"/>
                        <a:pt x="4935" y="2007"/>
                        <a:pt x="4908" y="2007"/>
                      </a:cubicBezTo>
                      <a:cubicBezTo>
                        <a:pt x="4479" y="2006"/>
                        <a:pt x="4050" y="2006"/>
                        <a:pt x="3622" y="2005"/>
                      </a:cubicBezTo>
                      <a:cubicBezTo>
                        <a:pt x="3201" y="2005"/>
                        <a:pt x="2780" y="2004"/>
                        <a:pt x="2359" y="2003"/>
                      </a:cubicBezTo>
                      <a:cubicBezTo>
                        <a:pt x="2134" y="2002"/>
                        <a:pt x="1909" y="2001"/>
                        <a:pt x="1683" y="2002"/>
                      </a:cubicBezTo>
                      <a:cubicBezTo>
                        <a:pt x="1479" y="2002"/>
                        <a:pt x="1274" y="2001"/>
                        <a:pt x="1069" y="2000"/>
                      </a:cubicBezTo>
                      <a:cubicBezTo>
                        <a:pt x="995" y="2000"/>
                        <a:pt x="921" y="2000"/>
                        <a:pt x="848" y="2000"/>
                      </a:cubicBezTo>
                      <a:cubicBezTo>
                        <a:pt x="748" y="2001"/>
                        <a:pt x="648" y="2000"/>
                        <a:pt x="548" y="1999"/>
                      </a:cubicBezTo>
                      <a:cubicBezTo>
                        <a:pt x="534" y="1999"/>
                        <a:pt x="534" y="1999"/>
                        <a:pt x="461" y="2000"/>
                      </a:cubicBezTo>
                      <a:cubicBezTo>
                        <a:pt x="310" y="1997"/>
                        <a:pt x="222" y="1975"/>
                        <a:pt x="115" y="1871"/>
                      </a:cubicBezTo>
                      <a:cubicBezTo>
                        <a:pt x="3" y="1731"/>
                        <a:pt x="3" y="1731"/>
                        <a:pt x="2" y="1610"/>
                      </a:cubicBezTo>
                      <a:cubicBezTo>
                        <a:pt x="1" y="1581"/>
                        <a:pt x="1" y="1553"/>
                        <a:pt x="0" y="1523"/>
                      </a:cubicBezTo>
                      <a:cubicBezTo>
                        <a:pt x="0" y="1508"/>
                        <a:pt x="0" y="1508"/>
                        <a:pt x="1" y="1432"/>
                      </a:cubicBezTo>
                      <a:cubicBezTo>
                        <a:pt x="1" y="1400"/>
                        <a:pt x="1" y="1369"/>
                        <a:pt x="1" y="1336"/>
                      </a:cubicBezTo>
                      <a:cubicBezTo>
                        <a:pt x="1" y="1270"/>
                        <a:pt x="1" y="1203"/>
                        <a:pt x="2" y="1136"/>
                      </a:cubicBezTo>
                      <a:cubicBezTo>
                        <a:pt x="3" y="1035"/>
                        <a:pt x="2" y="934"/>
                        <a:pt x="1" y="832"/>
                      </a:cubicBezTo>
                      <a:cubicBezTo>
                        <a:pt x="1" y="767"/>
                        <a:pt x="1" y="702"/>
                        <a:pt x="1" y="637"/>
                      </a:cubicBezTo>
                      <a:cubicBezTo>
                        <a:pt x="1" y="608"/>
                        <a:pt x="0" y="577"/>
                        <a:pt x="0" y="546"/>
                      </a:cubicBezTo>
                      <a:cubicBezTo>
                        <a:pt x="1" y="518"/>
                        <a:pt x="1" y="489"/>
                        <a:pt x="2" y="460"/>
                      </a:cubicBezTo>
                      <a:cubicBezTo>
                        <a:pt x="2" y="435"/>
                        <a:pt x="2" y="410"/>
                        <a:pt x="3" y="385"/>
                      </a:cubicBezTo>
                      <a:cubicBezTo>
                        <a:pt x="92" y="118"/>
                        <a:pt x="294" y="67"/>
                        <a:pt x="548" y="71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62" name="CHART_REPORT_WAVE_DETAIL_path_003"/>
                <p:cNvSpPr/>
                <p:nvPr/>
              </p:nvSpPr>
              <p:spPr>
                <a:xfrm>
                  <a:off x="8786581" y="6165898"/>
                  <a:ext cx="571788" cy="2578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5023" h="2031" fill="norm" stroke="0">
                      <a:moveTo>
                        <a:pt x="19815" y="68"/>
                      </a:moveTo>
                      <a:cubicBezTo>
                        <a:pt x="19901" y="68"/>
                        <a:pt x="19987" y="67"/>
                        <a:pt x="20073" y="66"/>
                      </a:cubicBezTo>
                      <a:cubicBezTo>
                        <a:pt x="20309" y="65"/>
                        <a:pt x="20544" y="65"/>
                        <a:pt x="20780" y="67"/>
                      </a:cubicBezTo>
                      <a:cubicBezTo>
                        <a:pt x="21009" y="68"/>
                        <a:pt x="21237" y="66"/>
                        <a:pt x="21465" y="65"/>
                      </a:cubicBezTo>
                      <a:cubicBezTo>
                        <a:pt x="21961" y="63"/>
                        <a:pt x="22456" y="64"/>
                        <a:pt x="22952" y="65"/>
                      </a:cubicBezTo>
                      <a:cubicBezTo>
                        <a:pt x="23386" y="66"/>
                        <a:pt x="23820" y="66"/>
                        <a:pt x="24254" y="65"/>
                      </a:cubicBezTo>
                      <a:cubicBezTo>
                        <a:pt x="24283" y="65"/>
                        <a:pt x="24311" y="65"/>
                        <a:pt x="24341" y="65"/>
                      </a:cubicBezTo>
                      <a:cubicBezTo>
                        <a:pt x="24458" y="65"/>
                        <a:pt x="24575" y="65"/>
                        <a:pt x="24692" y="65"/>
                      </a:cubicBezTo>
                      <a:cubicBezTo>
                        <a:pt x="25788" y="64"/>
                        <a:pt x="26884" y="65"/>
                        <a:pt x="27980" y="67"/>
                      </a:cubicBezTo>
                      <a:cubicBezTo>
                        <a:pt x="28953" y="69"/>
                        <a:pt x="29927" y="69"/>
                        <a:pt x="30900" y="67"/>
                      </a:cubicBezTo>
                      <a:cubicBezTo>
                        <a:pt x="31995" y="65"/>
                        <a:pt x="33089" y="64"/>
                        <a:pt x="34183" y="65"/>
                      </a:cubicBezTo>
                      <a:cubicBezTo>
                        <a:pt x="34299" y="65"/>
                        <a:pt x="34416" y="65"/>
                        <a:pt x="34533" y="65"/>
                      </a:cubicBezTo>
                      <a:cubicBezTo>
                        <a:pt x="34547" y="65"/>
                        <a:pt x="34547" y="65"/>
                        <a:pt x="34620" y="66"/>
                      </a:cubicBezTo>
                      <a:cubicBezTo>
                        <a:pt x="35053" y="66"/>
                        <a:pt x="35487" y="65"/>
                        <a:pt x="35920" y="64"/>
                      </a:cubicBezTo>
                      <a:cubicBezTo>
                        <a:pt x="36413" y="63"/>
                        <a:pt x="36906" y="64"/>
                        <a:pt x="37399" y="66"/>
                      </a:cubicBezTo>
                      <a:cubicBezTo>
                        <a:pt x="37651" y="67"/>
                        <a:pt x="37902" y="67"/>
                        <a:pt x="38154" y="66"/>
                      </a:cubicBezTo>
                      <a:cubicBezTo>
                        <a:pt x="38384" y="65"/>
                        <a:pt x="38614" y="65"/>
                        <a:pt x="38845" y="68"/>
                      </a:cubicBezTo>
                      <a:cubicBezTo>
                        <a:pt x="38928" y="68"/>
                        <a:pt x="39011" y="68"/>
                        <a:pt x="39095" y="67"/>
                      </a:cubicBezTo>
                      <a:cubicBezTo>
                        <a:pt x="39782" y="59"/>
                        <a:pt x="39782" y="59"/>
                        <a:pt x="40005" y="271"/>
                      </a:cubicBezTo>
                      <a:cubicBezTo>
                        <a:pt x="40054" y="326"/>
                        <a:pt x="40099" y="384"/>
                        <a:pt x="40143" y="443"/>
                      </a:cubicBezTo>
                      <a:cubicBezTo>
                        <a:pt x="40243" y="556"/>
                        <a:pt x="40304" y="574"/>
                        <a:pt x="40451" y="596"/>
                      </a:cubicBezTo>
                      <a:cubicBezTo>
                        <a:pt x="40532" y="601"/>
                        <a:pt x="40613" y="604"/>
                        <a:pt x="40695" y="604"/>
                      </a:cubicBezTo>
                      <a:cubicBezTo>
                        <a:pt x="40739" y="606"/>
                        <a:pt x="40784" y="609"/>
                        <a:pt x="40830" y="611"/>
                      </a:cubicBezTo>
                      <a:cubicBezTo>
                        <a:pt x="40977" y="617"/>
                        <a:pt x="41123" y="621"/>
                        <a:pt x="41270" y="624"/>
                      </a:cubicBezTo>
                      <a:cubicBezTo>
                        <a:pt x="41372" y="628"/>
                        <a:pt x="41474" y="632"/>
                        <a:pt x="41576" y="636"/>
                      </a:cubicBezTo>
                      <a:cubicBezTo>
                        <a:pt x="41817" y="646"/>
                        <a:pt x="42057" y="654"/>
                        <a:pt x="42298" y="661"/>
                      </a:cubicBezTo>
                      <a:cubicBezTo>
                        <a:pt x="42572" y="669"/>
                        <a:pt x="42846" y="679"/>
                        <a:pt x="43120" y="689"/>
                      </a:cubicBezTo>
                      <a:cubicBezTo>
                        <a:pt x="43683" y="711"/>
                        <a:pt x="44247" y="730"/>
                        <a:pt x="44810" y="746"/>
                      </a:cubicBezTo>
                      <a:cubicBezTo>
                        <a:pt x="44851" y="915"/>
                        <a:pt x="44889" y="1084"/>
                        <a:pt x="44927" y="1254"/>
                      </a:cubicBezTo>
                      <a:cubicBezTo>
                        <a:pt x="44939" y="1302"/>
                        <a:pt x="44950" y="1350"/>
                        <a:pt x="44962" y="1399"/>
                      </a:cubicBezTo>
                      <a:cubicBezTo>
                        <a:pt x="44972" y="1446"/>
                        <a:pt x="44983" y="1492"/>
                        <a:pt x="44993" y="1540"/>
                      </a:cubicBezTo>
                      <a:cubicBezTo>
                        <a:pt x="45003" y="1582"/>
                        <a:pt x="45013" y="1625"/>
                        <a:pt x="45023" y="1669"/>
                      </a:cubicBezTo>
                      <a:cubicBezTo>
                        <a:pt x="45018" y="1809"/>
                        <a:pt x="44976" y="1858"/>
                        <a:pt x="44875" y="1952"/>
                      </a:cubicBezTo>
                      <a:cubicBezTo>
                        <a:pt x="44759" y="2031"/>
                        <a:pt x="44633" y="2025"/>
                        <a:pt x="44498" y="2022"/>
                      </a:cubicBezTo>
                      <a:cubicBezTo>
                        <a:pt x="44482" y="2022"/>
                        <a:pt x="44482" y="2022"/>
                        <a:pt x="44404" y="2023"/>
                      </a:cubicBezTo>
                      <a:cubicBezTo>
                        <a:pt x="44298" y="2024"/>
                        <a:pt x="44193" y="2023"/>
                        <a:pt x="44088" y="2022"/>
                      </a:cubicBezTo>
                      <a:cubicBezTo>
                        <a:pt x="44012" y="2022"/>
                        <a:pt x="43935" y="2022"/>
                        <a:pt x="43859" y="2023"/>
                      </a:cubicBezTo>
                      <a:cubicBezTo>
                        <a:pt x="43648" y="2023"/>
                        <a:pt x="43438" y="2022"/>
                        <a:pt x="43227" y="2022"/>
                      </a:cubicBezTo>
                      <a:cubicBezTo>
                        <a:pt x="42998" y="2021"/>
                        <a:pt x="42769" y="2021"/>
                        <a:pt x="42540" y="2022"/>
                      </a:cubicBezTo>
                      <a:cubicBezTo>
                        <a:pt x="42139" y="2022"/>
                        <a:pt x="41737" y="2022"/>
                        <a:pt x="41335" y="2021"/>
                      </a:cubicBezTo>
                      <a:cubicBezTo>
                        <a:pt x="40905" y="2020"/>
                        <a:pt x="40474" y="2020"/>
                        <a:pt x="40043" y="2020"/>
                      </a:cubicBezTo>
                      <a:cubicBezTo>
                        <a:pt x="40015" y="2020"/>
                        <a:pt x="39988" y="2020"/>
                        <a:pt x="39960" y="2020"/>
                      </a:cubicBezTo>
                      <a:cubicBezTo>
                        <a:pt x="39821" y="2020"/>
                        <a:pt x="39683" y="2020"/>
                        <a:pt x="39544" y="2020"/>
                      </a:cubicBezTo>
                      <a:cubicBezTo>
                        <a:pt x="38540" y="2020"/>
                        <a:pt x="37536" y="2020"/>
                        <a:pt x="36531" y="2018"/>
                      </a:cubicBezTo>
                      <a:cubicBezTo>
                        <a:pt x="35536" y="2017"/>
                        <a:pt x="34542" y="2016"/>
                        <a:pt x="33547" y="2016"/>
                      </a:cubicBezTo>
                      <a:cubicBezTo>
                        <a:pt x="33532" y="2016"/>
                        <a:pt x="33532" y="2016"/>
                        <a:pt x="33454" y="2016"/>
                      </a:cubicBezTo>
                      <a:cubicBezTo>
                        <a:pt x="33171" y="2016"/>
                        <a:pt x="32889" y="2016"/>
                        <a:pt x="32607" y="2016"/>
                      </a:cubicBezTo>
                      <a:cubicBezTo>
                        <a:pt x="31906" y="2016"/>
                        <a:pt x="31205" y="2015"/>
                        <a:pt x="30504" y="2015"/>
                      </a:cubicBezTo>
                      <a:cubicBezTo>
                        <a:pt x="30472" y="2015"/>
                        <a:pt x="30440" y="2015"/>
                        <a:pt x="30407" y="2015"/>
                      </a:cubicBezTo>
                      <a:cubicBezTo>
                        <a:pt x="28854" y="2015"/>
                        <a:pt x="27300" y="2013"/>
                        <a:pt x="25746" y="2012"/>
                      </a:cubicBezTo>
                      <a:cubicBezTo>
                        <a:pt x="25207" y="2011"/>
                        <a:pt x="24668" y="2011"/>
                        <a:pt x="24129" y="2011"/>
                      </a:cubicBezTo>
                      <a:cubicBezTo>
                        <a:pt x="24112" y="2011"/>
                        <a:pt x="24112" y="2011"/>
                        <a:pt x="24027" y="2010"/>
                      </a:cubicBezTo>
                      <a:cubicBezTo>
                        <a:pt x="22473" y="2009"/>
                        <a:pt x="20919" y="2008"/>
                        <a:pt x="19364" y="2008"/>
                      </a:cubicBezTo>
                      <a:cubicBezTo>
                        <a:pt x="19263" y="2008"/>
                        <a:pt x="19162" y="2008"/>
                        <a:pt x="19061" y="2008"/>
                      </a:cubicBezTo>
                      <a:cubicBezTo>
                        <a:pt x="18393" y="2007"/>
                        <a:pt x="17724" y="2007"/>
                        <a:pt x="17055" y="2007"/>
                      </a:cubicBezTo>
                      <a:cubicBezTo>
                        <a:pt x="15725" y="2006"/>
                        <a:pt x="14395" y="2006"/>
                        <a:pt x="13064" y="2005"/>
                      </a:cubicBezTo>
                      <a:cubicBezTo>
                        <a:pt x="13001" y="2005"/>
                        <a:pt x="12938" y="2005"/>
                        <a:pt x="12874" y="2005"/>
                      </a:cubicBezTo>
                      <a:cubicBezTo>
                        <a:pt x="10021" y="2004"/>
                        <a:pt x="7169" y="2002"/>
                        <a:pt x="4316" y="2000"/>
                      </a:cubicBezTo>
                      <a:cubicBezTo>
                        <a:pt x="4289" y="2000"/>
                        <a:pt x="4263" y="2000"/>
                        <a:pt x="4235" y="2000"/>
                      </a:cubicBezTo>
                      <a:cubicBezTo>
                        <a:pt x="2899" y="1999"/>
                        <a:pt x="1563" y="1997"/>
                        <a:pt x="227" y="1996"/>
                      </a:cubicBezTo>
                      <a:cubicBezTo>
                        <a:pt x="186" y="1827"/>
                        <a:pt x="147" y="1658"/>
                        <a:pt x="109" y="1488"/>
                      </a:cubicBezTo>
                      <a:cubicBezTo>
                        <a:pt x="98" y="1440"/>
                        <a:pt x="86" y="1392"/>
                        <a:pt x="74" y="1343"/>
                      </a:cubicBezTo>
                      <a:cubicBezTo>
                        <a:pt x="0" y="1003"/>
                        <a:pt x="0" y="1003"/>
                        <a:pt x="48" y="876"/>
                      </a:cubicBezTo>
                      <a:cubicBezTo>
                        <a:pt x="141" y="768"/>
                        <a:pt x="234" y="745"/>
                        <a:pt x="370" y="720"/>
                      </a:cubicBezTo>
                      <a:cubicBezTo>
                        <a:pt x="425" y="718"/>
                        <a:pt x="481" y="718"/>
                        <a:pt x="537" y="719"/>
                      </a:cubicBezTo>
                      <a:cubicBezTo>
                        <a:pt x="568" y="718"/>
                        <a:pt x="600" y="717"/>
                        <a:pt x="631" y="717"/>
                      </a:cubicBezTo>
                      <a:cubicBezTo>
                        <a:pt x="736" y="716"/>
                        <a:pt x="840" y="716"/>
                        <a:pt x="945" y="716"/>
                      </a:cubicBezTo>
                      <a:cubicBezTo>
                        <a:pt x="1020" y="715"/>
                        <a:pt x="1096" y="715"/>
                        <a:pt x="1171" y="714"/>
                      </a:cubicBezTo>
                      <a:cubicBezTo>
                        <a:pt x="1379" y="712"/>
                        <a:pt x="1587" y="711"/>
                        <a:pt x="1795" y="711"/>
                      </a:cubicBezTo>
                      <a:cubicBezTo>
                        <a:pt x="2019" y="710"/>
                        <a:pt x="2243" y="708"/>
                        <a:pt x="2466" y="706"/>
                      </a:cubicBezTo>
                      <a:cubicBezTo>
                        <a:pt x="2855" y="703"/>
                        <a:pt x="3243" y="700"/>
                        <a:pt x="3631" y="698"/>
                      </a:cubicBezTo>
                      <a:cubicBezTo>
                        <a:pt x="4193" y="695"/>
                        <a:pt x="4755" y="691"/>
                        <a:pt x="5316" y="686"/>
                      </a:cubicBezTo>
                      <a:cubicBezTo>
                        <a:pt x="5578" y="684"/>
                        <a:pt x="5840" y="682"/>
                        <a:pt x="6102" y="680"/>
                      </a:cubicBezTo>
                      <a:cubicBezTo>
                        <a:pt x="6115" y="679"/>
                        <a:pt x="6115" y="679"/>
                        <a:pt x="6181" y="679"/>
                      </a:cubicBezTo>
                      <a:cubicBezTo>
                        <a:pt x="6805" y="674"/>
                        <a:pt x="7429" y="669"/>
                        <a:pt x="8052" y="664"/>
                      </a:cubicBezTo>
                      <a:cubicBezTo>
                        <a:pt x="8080" y="664"/>
                        <a:pt x="8107" y="664"/>
                        <a:pt x="8135" y="664"/>
                      </a:cubicBezTo>
                      <a:cubicBezTo>
                        <a:pt x="8772" y="659"/>
                        <a:pt x="9408" y="655"/>
                        <a:pt x="10045" y="651"/>
                      </a:cubicBezTo>
                      <a:cubicBezTo>
                        <a:pt x="10072" y="651"/>
                        <a:pt x="10100" y="651"/>
                        <a:pt x="10128" y="650"/>
                      </a:cubicBezTo>
                      <a:cubicBezTo>
                        <a:pt x="10266" y="650"/>
                        <a:pt x="10404" y="649"/>
                        <a:pt x="10542" y="648"/>
                      </a:cubicBezTo>
                      <a:cubicBezTo>
                        <a:pt x="10555" y="648"/>
                        <a:pt x="10555" y="648"/>
                        <a:pt x="10624" y="647"/>
                      </a:cubicBezTo>
                      <a:cubicBezTo>
                        <a:pt x="10680" y="647"/>
                        <a:pt x="10735" y="647"/>
                        <a:pt x="10790" y="646"/>
                      </a:cubicBezTo>
                      <a:cubicBezTo>
                        <a:pt x="11725" y="641"/>
                        <a:pt x="12661" y="633"/>
                        <a:pt x="13597" y="625"/>
                      </a:cubicBezTo>
                      <a:cubicBezTo>
                        <a:pt x="14157" y="620"/>
                        <a:pt x="14717" y="616"/>
                        <a:pt x="15278" y="614"/>
                      </a:cubicBezTo>
                      <a:cubicBezTo>
                        <a:pt x="15662" y="612"/>
                        <a:pt x="16046" y="609"/>
                        <a:pt x="16430" y="605"/>
                      </a:cubicBezTo>
                      <a:cubicBezTo>
                        <a:pt x="16651" y="603"/>
                        <a:pt x="16873" y="601"/>
                        <a:pt x="17095" y="601"/>
                      </a:cubicBezTo>
                      <a:cubicBezTo>
                        <a:pt x="17298" y="601"/>
                        <a:pt x="17500" y="599"/>
                        <a:pt x="17703" y="596"/>
                      </a:cubicBezTo>
                      <a:cubicBezTo>
                        <a:pt x="17777" y="595"/>
                        <a:pt x="17850" y="595"/>
                        <a:pt x="17923" y="595"/>
                      </a:cubicBezTo>
                      <a:cubicBezTo>
                        <a:pt x="18489" y="600"/>
                        <a:pt x="18489" y="600"/>
                        <a:pt x="18669" y="443"/>
                      </a:cubicBezTo>
                      <a:cubicBezTo>
                        <a:pt x="18700" y="406"/>
                        <a:pt x="18731" y="368"/>
                        <a:pt x="18763" y="329"/>
                      </a:cubicBezTo>
                      <a:cubicBezTo>
                        <a:pt x="19041" y="0"/>
                        <a:pt x="19415" y="64"/>
                        <a:pt x="19815" y="68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63" name="CHART_REPORT_WAVE_DETAIL_path_004"/>
                <p:cNvSpPr/>
                <p:nvPr/>
              </p:nvSpPr>
              <p:spPr>
                <a:xfrm>
                  <a:off x="8841774" y="5857875"/>
                  <a:ext cx="81785" cy="19870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440" h="15646" fill="norm" stroke="0">
                      <a:moveTo>
                        <a:pt x="2547" y="0"/>
                      </a:moveTo>
                      <a:cubicBezTo>
                        <a:pt x="2754" y="0"/>
                        <a:pt x="2960" y="0"/>
                        <a:pt x="3172" y="0"/>
                      </a:cubicBezTo>
                      <a:cubicBezTo>
                        <a:pt x="3172" y="3712"/>
                        <a:pt x="3172" y="7425"/>
                        <a:pt x="3172" y="11250"/>
                      </a:cubicBezTo>
                      <a:cubicBezTo>
                        <a:pt x="3379" y="11250"/>
                        <a:pt x="3585" y="11250"/>
                        <a:pt x="3797" y="11250"/>
                      </a:cubicBezTo>
                      <a:cubicBezTo>
                        <a:pt x="3796" y="11199"/>
                        <a:pt x="3795" y="11147"/>
                        <a:pt x="3793" y="11095"/>
                      </a:cubicBezTo>
                      <a:cubicBezTo>
                        <a:pt x="3780" y="10610"/>
                        <a:pt x="3771" y="10126"/>
                        <a:pt x="3765" y="9642"/>
                      </a:cubicBezTo>
                      <a:cubicBezTo>
                        <a:pt x="3762" y="9393"/>
                        <a:pt x="3757" y="9144"/>
                        <a:pt x="3750" y="8895"/>
                      </a:cubicBezTo>
                      <a:cubicBezTo>
                        <a:pt x="3743" y="8655"/>
                        <a:pt x="3740" y="8414"/>
                        <a:pt x="3738" y="8174"/>
                      </a:cubicBezTo>
                      <a:cubicBezTo>
                        <a:pt x="3737" y="8082"/>
                        <a:pt x="3735" y="7991"/>
                        <a:pt x="3731" y="7899"/>
                      </a:cubicBezTo>
                      <a:cubicBezTo>
                        <a:pt x="3706" y="7198"/>
                        <a:pt x="3706" y="7198"/>
                        <a:pt x="3862" y="7002"/>
                      </a:cubicBezTo>
                      <a:cubicBezTo>
                        <a:pt x="4030" y="6852"/>
                        <a:pt x="4216" y="6755"/>
                        <a:pt x="4422" y="6667"/>
                      </a:cubicBezTo>
                      <a:cubicBezTo>
                        <a:pt x="4459" y="6875"/>
                        <a:pt x="4494" y="7083"/>
                        <a:pt x="4526" y="7292"/>
                      </a:cubicBezTo>
                      <a:cubicBezTo>
                        <a:pt x="4529" y="7308"/>
                        <a:pt x="4529" y="7308"/>
                        <a:pt x="4542" y="7388"/>
                      </a:cubicBezTo>
                      <a:cubicBezTo>
                        <a:pt x="4604" y="7789"/>
                        <a:pt x="4639" y="8180"/>
                        <a:pt x="4630" y="8586"/>
                      </a:cubicBezTo>
                      <a:cubicBezTo>
                        <a:pt x="4629" y="8623"/>
                        <a:pt x="4628" y="8661"/>
                        <a:pt x="4627" y="8700"/>
                      </a:cubicBezTo>
                      <a:cubicBezTo>
                        <a:pt x="4623" y="8885"/>
                        <a:pt x="4616" y="9070"/>
                        <a:pt x="4605" y="9255"/>
                      </a:cubicBezTo>
                      <a:cubicBezTo>
                        <a:pt x="4596" y="9441"/>
                        <a:pt x="4593" y="9609"/>
                        <a:pt x="4631" y="9792"/>
                      </a:cubicBezTo>
                      <a:cubicBezTo>
                        <a:pt x="4766" y="9926"/>
                        <a:pt x="4858" y="9948"/>
                        <a:pt x="5047" y="10000"/>
                      </a:cubicBezTo>
                      <a:cubicBezTo>
                        <a:pt x="5116" y="9794"/>
                        <a:pt x="5185" y="9587"/>
                        <a:pt x="5256" y="9375"/>
                      </a:cubicBezTo>
                      <a:cubicBezTo>
                        <a:pt x="5631" y="9467"/>
                        <a:pt x="6008" y="9589"/>
                        <a:pt x="6249" y="9909"/>
                      </a:cubicBezTo>
                      <a:cubicBezTo>
                        <a:pt x="6440" y="10268"/>
                        <a:pt x="6402" y="10739"/>
                        <a:pt x="6401" y="11133"/>
                      </a:cubicBezTo>
                      <a:cubicBezTo>
                        <a:pt x="6402" y="11158"/>
                        <a:pt x="6402" y="11158"/>
                        <a:pt x="6404" y="11285"/>
                      </a:cubicBezTo>
                      <a:cubicBezTo>
                        <a:pt x="6408" y="11849"/>
                        <a:pt x="6349" y="12312"/>
                        <a:pt x="6017" y="12781"/>
                      </a:cubicBezTo>
                      <a:cubicBezTo>
                        <a:pt x="5993" y="12816"/>
                        <a:pt x="5969" y="12851"/>
                        <a:pt x="5944" y="12888"/>
                      </a:cubicBezTo>
                      <a:cubicBezTo>
                        <a:pt x="5866" y="12984"/>
                        <a:pt x="5866" y="12984"/>
                        <a:pt x="5672" y="13125"/>
                      </a:cubicBezTo>
                      <a:cubicBezTo>
                        <a:pt x="5466" y="13125"/>
                        <a:pt x="5260" y="13125"/>
                        <a:pt x="5047" y="13125"/>
                      </a:cubicBezTo>
                      <a:cubicBezTo>
                        <a:pt x="5047" y="12506"/>
                        <a:pt x="5047" y="11887"/>
                        <a:pt x="5047" y="11250"/>
                      </a:cubicBezTo>
                      <a:cubicBezTo>
                        <a:pt x="4841" y="11250"/>
                        <a:pt x="4635" y="11250"/>
                        <a:pt x="4422" y="11250"/>
                      </a:cubicBezTo>
                      <a:cubicBezTo>
                        <a:pt x="4427" y="11320"/>
                        <a:pt x="4432" y="11391"/>
                        <a:pt x="4437" y="11463"/>
                      </a:cubicBezTo>
                      <a:cubicBezTo>
                        <a:pt x="4441" y="11557"/>
                        <a:pt x="4445" y="11651"/>
                        <a:pt x="4448" y="11745"/>
                      </a:cubicBezTo>
                      <a:cubicBezTo>
                        <a:pt x="4450" y="11768"/>
                        <a:pt x="4450" y="11768"/>
                        <a:pt x="4459" y="11885"/>
                      </a:cubicBezTo>
                      <a:cubicBezTo>
                        <a:pt x="4463" y="12031"/>
                        <a:pt x="4457" y="12149"/>
                        <a:pt x="4422" y="12292"/>
                      </a:cubicBezTo>
                      <a:cubicBezTo>
                        <a:pt x="4330" y="12387"/>
                        <a:pt x="4330" y="12387"/>
                        <a:pt x="4217" y="12477"/>
                      </a:cubicBezTo>
                      <a:cubicBezTo>
                        <a:pt x="3994" y="12678"/>
                        <a:pt x="3946" y="12876"/>
                        <a:pt x="3927" y="13169"/>
                      </a:cubicBezTo>
                      <a:cubicBezTo>
                        <a:pt x="3924" y="13226"/>
                        <a:pt x="3922" y="13284"/>
                        <a:pt x="3919" y="13341"/>
                      </a:cubicBezTo>
                      <a:cubicBezTo>
                        <a:pt x="3915" y="13402"/>
                        <a:pt x="3911" y="13462"/>
                        <a:pt x="3907" y="13522"/>
                      </a:cubicBezTo>
                      <a:cubicBezTo>
                        <a:pt x="3896" y="13679"/>
                        <a:pt x="3888" y="13835"/>
                        <a:pt x="3880" y="13993"/>
                      </a:cubicBezTo>
                      <a:cubicBezTo>
                        <a:pt x="3872" y="14153"/>
                        <a:pt x="3861" y="14314"/>
                        <a:pt x="3851" y="14474"/>
                      </a:cubicBezTo>
                      <a:cubicBezTo>
                        <a:pt x="3831" y="14788"/>
                        <a:pt x="3813" y="15103"/>
                        <a:pt x="3797" y="15417"/>
                      </a:cubicBezTo>
                      <a:cubicBezTo>
                        <a:pt x="3628" y="15458"/>
                        <a:pt x="3459" y="15496"/>
                        <a:pt x="3289" y="15534"/>
                      </a:cubicBezTo>
                      <a:cubicBezTo>
                        <a:pt x="3241" y="15546"/>
                        <a:pt x="3194" y="15557"/>
                        <a:pt x="3144" y="15569"/>
                      </a:cubicBezTo>
                      <a:cubicBezTo>
                        <a:pt x="2792" y="15646"/>
                        <a:pt x="2792" y="15646"/>
                        <a:pt x="2621" y="15547"/>
                      </a:cubicBezTo>
                      <a:cubicBezTo>
                        <a:pt x="2535" y="15394"/>
                        <a:pt x="2509" y="15264"/>
                        <a:pt x="2496" y="15092"/>
                      </a:cubicBezTo>
                      <a:cubicBezTo>
                        <a:pt x="2489" y="15028"/>
                        <a:pt x="2482" y="14964"/>
                        <a:pt x="2475" y="14900"/>
                      </a:cubicBezTo>
                      <a:cubicBezTo>
                        <a:pt x="2465" y="14801"/>
                        <a:pt x="2456" y="14701"/>
                        <a:pt x="2448" y="14601"/>
                      </a:cubicBezTo>
                      <a:cubicBezTo>
                        <a:pt x="2410" y="14162"/>
                        <a:pt x="2366" y="13949"/>
                        <a:pt x="2017" y="13654"/>
                      </a:cubicBezTo>
                      <a:cubicBezTo>
                        <a:pt x="1806" y="13404"/>
                        <a:pt x="1833" y="13029"/>
                        <a:pt x="1811" y="12715"/>
                      </a:cubicBezTo>
                      <a:cubicBezTo>
                        <a:pt x="1769" y="12147"/>
                        <a:pt x="1769" y="12147"/>
                        <a:pt x="1617" y="11971"/>
                      </a:cubicBezTo>
                      <a:cubicBezTo>
                        <a:pt x="1579" y="11939"/>
                        <a:pt x="1542" y="11908"/>
                        <a:pt x="1503" y="11875"/>
                      </a:cubicBezTo>
                      <a:cubicBezTo>
                        <a:pt x="1330" y="11728"/>
                        <a:pt x="1272" y="11635"/>
                        <a:pt x="1252" y="11415"/>
                      </a:cubicBezTo>
                      <a:cubicBezTo>
                        <a:pt x="1246" y="11289"/>
                        <a:pt x="1240" y="11162"/>
                        <a:pt x="1236" y="11036"/>
                      </a:cubicBezTo>
                      <a:cubicBezTo>
                        <a:pt x="1206" y="10324"/>
                        <a:pt x="1206" y="10324"/>
                        <a:pt x="979" y="10100"/>
                      </a:cubicBezTo>
                      <a:cubicBezTo>
                        <a:pt x="691" y="9929"/>
                        <a:pt x="376" y="9845"/>
                        <a:pt x="47" y="9792"/>
                      </a:cubicBezTo>
                      <a:cubicBezTo>
                        <a:pt x="37" y="9503"/>
                        <a:pt x="29" y="9214"/>
                        <a:pt x="24" y="8924"/>
                      </a:cubicBezTo>
                      <a:cubicBezTo>
                        <a:pt x="22" y="8826"/>
                        <a:pt x="20" y="8728"/>
                        <a:pt x="16" y="8630"/>
                      </a:cubicBezTo>
                      <a:cubicBezTo>
                        <a:pt x="11" y="8488"/>
                        <a:pt x="8" y="8347"/>
                        <a:pt x="7" y="8205"/>
                      </a:cubicBezTo>
                      <a:cubicBezTo>
                        <a:pt x="4" y="8161"/>
                        <a:pt x="2" y="8118"/>
                        <a:pt x="0" y="8073"/>
                      </a:cubicBezTo>
                      <a:cubicBezTo>
                        <a:pt x="0" y="7875"/>
                        <a:pt x="5" y="7756"/>
                        <a:pt x="140" y="7604"/>
                      </a:cubicBezTo>
                      <a:cubicBezTo>
                        <a:pt x="177" y="7571"/>
                        <a:pt x="214" y="7537"/>
                        <a:pt x="253" y="7503"/>
                      </a:cubicBezTo>
                      <a:cubicBezTo>
                        <a:pt x="466" y="7311"/>
                        <a:pt x="517" y="7178"/>
                        <a:pt x="543" y="6895"/>
                      </a:cubicBezTo>
                      <a:cubicBezTo>
                        <a:pt x="545" y="6847"/>
                        <a:pt x="548" y="6799"/>
                        <a:pt x="550" y="6750"/>
                      </a:cubicBezTo>
                      <a:cubicBezTo>
                        <a:pt x="554" y="6699"/>
                        <a:pt x="558" y="6649"/>
                        <a:pt x="562" y="6597"/>
                      </a:cubicBezTo>
                      <a:cubicBezTo>
                        <a:pt x="573" y="6465"/>
                        <a:pt x="581" y="6333"/>
                        <a:pt x="589" y="6201"/>
                      </a:cubicBezTo>
                      <a:cubicBezTo>
                        <a:pt x="597" y="6065"/>
                        <a:pt x="608" y="5930"/>
                        <a:pt x="619" y="5794"/>
                      </a:cubicBezTo>
                      <a:cubicBezTo>
                        <a:pt x="639" y="5530"/>
                        <a:pt x="656" y="5265"/>
                        <a:pt x="672" y="5000"/>
                      </a:cubicBezTo>
                      <a:cubicBezTo>
                        <a:pt x="879" y="5000"/>
                        <a:pt x="1085" y="5000"/>
                        <a:pt x="1297" y="5000"/>
                      </a:cubicBezTo>
                      <a:cubicBezTo>
                        <a:pt x="1297" y="5619"/>
                        <a:pt x="1297" y="6238"/>
                        <a:pt x="1297" y="6875"/>
                      </a:cubicBezTo>
                      <a:cubicBezTo>
                        <a:pt x="1504" y="6875"/>
                        <a:pt x="1710" y="6875"/>
                        <a:pt x="1922" y="6875"/>
                      </a:cubicBezTo>
                      <a:cubicBezTo>
                        <a:pt x="1918" y="6805"/>
                        <a:pt x="1913" y="6734"/>
                        <a:pt x="1908" y="6662"/>
                      </a:cubicBezTo>
                      <a:cubicBezTo>
                        <a:pt x="1904" y="6568"/>
                        <a:pt x="1900" y="6474"/>
                        <a:pt x="1896" y="6380"/>
                      </a:cubicBezTo>
                      <a:cubicBezTo>
                        <a:pt x="1895" y="6357"/>
                        <a:pt x="1895" y="6357"/>
                        <a:pt x="1886" y="6240"/>
                      </a:cubicBezTo>
                      <a:cubicBezTo>
                        <a:pt x="1881" y="6094"/>
                        <a:pt x="1887" y="5976"/>
                        <a:pt x="1922" y="5833"/>
                      </a:cubicBezTo>
                      <a:cubicBezTo>
                        <a:pt x="2015" y="5735"/>
                        <a:pt x="2015" y="5735"/>
                        <a:pt x="2129" y="5642"/>
                      </a:cubicBezTo>
                      <a:cubicBezTo>
                        <a:pt x="2336" y="5454"/>
                        <a:pt x="2390" y="5299"/>
                        <a:pt x="2404" y="5021"/>
                      </a:cubicBezTo>
                      <a:cubicBezTo>
                        <a:pt x="2404" y="4972"/>
                        <a:pt x="2405" y="4923"/>
                        <a:pt x="2405" y="4872"/>
                      </a:cubicBezTo>
                      <a:cubicBezTo>
                        <a:pt x="2407" y="4819"/>
                        <a:pt x="2409" y="4765"/>
                        <a:pt x="2412" y="4712"/>
                      </a:cubicBezTo>
                      <a:cubicBezTo>
                        <a:pt x="2417" y="4568"/>
                        <a:pt x="2421" y="4424"/>
                        <a:pt x="2423" y="4281"/>
                      </a:cubicBezTo>
                      <a:cubicBezTo>
                        <a:pt x="2426" y="4130"/>
                        <a:pt x="2432" y="3979"/>
                        <a:pt x="2438" y="3829"/>
                      </a:cubicBezTo>
                      <a:cubicBezTo>
                        <a:pt x="2447" y="3544"/>
                        <a:pt x="2455" y="3259"/>
                        <a:pt x="2462" y="2974"/>
                      </a:cubicBezTo>
                      <a:cubicBezTo>
                        <a:pt x="2470" y="2650"/>
                        <a:pt x="2480" y="2325"/>
                        <a:pt x="2490" y="2001"/>
                      </a:cubicBezTo>
                      <a:cubicBezTo>
                        <a:pt x="2512" y="1334"/>
                        <a:pt x="2530" y="667"/>
                        <a:pt x="2547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64" name="CHART_REPORT_WAVE_DETAIL_path_005"/>
                <p:cNvSpPr/>
                <p:nvPr/>
              </p:nvSpPr>
              <p:spPr>
                <a:xfrm>
                  <a:off x="9334500" y="5873750"/>
                  <a:ext cx="49593" cy="17462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905" h="13750" fill="norm" stroke="0">
                      <a:moveTo>
                        <a:pt x="2500" y="0"/>
                      </a:moveTo>
                      <a:cubicBezTo>
                        <a:pt x="3125" y="0"/>
                        <a:pt x="3125" y="0"/>
                        <a:pt x="3320" y="125"/>
                      </a:cubicBezTo>
                      <a:cubicBezTo>
                        <a:pt x="3398" y="214"/>
                        <a:pt x="3398" y="214"/>
                        <a:pt x="3472" y="316"/>
                      </a:cubicBezTo>
                      <a:cubicBezTo>
                        <a:pt x="3498" y="352"/>
                        <a:pt x="3525" y="388"/>
                        <a:pt x="3552" y="426"/>
                      </a:cubicBezTo>
                      <a:cubicBezTo>
                        <a:pt x="3905" y="993"/>
                        <a:pt x="3837" y="1691"/>
                        <a:pt x="3827" y="2334"/>
                      </a:cubicBezTo>
                      <a:cubicBezTo>
                        <a:pt x="3825" y="2529"/>
                        <a:pt x="3826" y="2724"/>
                        <a:pt x="3826" y="2919"/>
                      </a:cubicBezTo>
                      <a:cubicBezTo>
                        <a:pt x="3826" y="3246"/>
                        <a:pt x="3824" y="3573"/>
                        <a:pt x="3820" y="3900"/>
                      </a:cubicBezTo>
                      <a:cubicBezTo>
                        <a:pt x="3816" y="4276"/>
                        <a:pt x="3815" y="4653"/>
                        <a:pt x="3816" y="5030"/>
                      </a:cubicBezTo>
                      <a:cubicBezTo>
                        <a:pt x="3817" y="5395"/>
                        <a:pt x="3816" y="5759"/>
                        <a:pt x="3814" y="6123"/>
                      </a:cubicBezTo>
                      <a:cubicBezTo>
                        <a:pt x="3813" y="6278"/>
                        <a:pt x="3813" y="6432"/>
                        <a:pt x="3813" y="6586"/>
                      </a:cubicBezTo>
                      <a:cubicBezTo>
                        <a:pt x="3814" y="6768"/>
                        <a:pt x="3812" y="6949"/>
                        <a:pt x="3809" y="7131"/>
                      </a:cubicBezTo>
                      <a:cubicBezTo>
                        <a:pt x="3808" y="7197"/>
                        <a:pt x="3808" y="7264"/>
                        <a:pt x="3808" y="7330"/>
                      </a:cubicBezTo>
                      <a:cubicBezTo>
                        <a:pt x="3812" y="7882"/>
                        <a:pt x="3812" y="7882"/>
                        <a:pt x="3599" y="8103"/>
                      </a:cubicBezTo>
                      <a:cubicBezTo>
                        <a:pt x="3544" y="8154"/>
                        <a:pt x="3486" y="8202"/>
                        <a:pt x="3427" y="8249"/>
                      </a:cubicBezTo>
                      <a:cubicBezTo>
                        <a:pt x="3329" y="8338"/>
                        <a:pt x="3303" y="8379"/>
                        <a:pt x="3283" y="8508"/>
                      </a:cubicBezTo>
                      <a:cubicBezTo>
                        <a:pt x="3282" y="8565"/>
                        <a:pt x="3282" y="8622"/>
                        <a:pt x="3284" y="8678"/>
                      </a:cubicBezTo>
                      <a:cubicBezTo>
                        <a:pt x="3280" y="8742"/>
                        <a:pt x="3277" y="8805"/>
                        <a:pt x="3274" y="8868"/>
                      </a:cubicBezTo>
                      <a:cubicBezTo>
                        <a:pt x="3270" y="8966"/>
                        <a:pt x="3268" y="9062"/>
                        <a:pt x="3270" y="9160"/>
                      </a:cubicBezTo>
                      <a:cubicBezTo>
                        <a:pt x="3272" y="9620"/>
                        <a:pt x="3272" y="9620"/>
                        <a:pt x="3125" y="9792"/>
                      </a:cubicBezTo>
                      <a:cubicBezTo>
                        <a:pt x="3002" y="9842"/>
                        <a:pt x="2880" y="9869"/>
                        <a:pt x="2751" y="9899"/>
                      </a:cubicBezTo>
                      <a:cubicBezTo>
                        <a:pt x="2493" y="9960"/>
                        <a:pt x="2275" y="10019"/>
                        <a:pt x="2083" y="10208"/>
                      </a:cubicBezTo>
                      <a:cubicBezTo>
                        <a:pt x="1852" y="10693"/>
                        <a:pt x="1917" y="11355"/>
                        <a:pt x="1915" y="11879"/>
                      </a:cubicBezTo>
                      <a:cubicBezTo>
                        <a:pt x="1913" y="12090"/>
                        <a:pt x="1905" y="12300"/>
                        <a:pt x="1898" y="12511"/>
                      </a:cubicBezTo>
                      <a:cubicBezTo>
                        <a:pt x="1885" y="12924"/>
                        <a:pt x="1878" y="13337"/>
                        <a:pt x="1875" y="13750"/>
                      </a:cubicBezTo>
                      <a:cubicBezTo>
                        <a:pt x="1669" y="13750"/>
                        <a:pt x="1462" y="13750"/>
                        <a:pt x="1250" y="13750"/>
                      </a:cubicBezTo>
                      <a:cubicBezTo>
                        <a:pt x="1181" y="12169"/>
                        <a:pt x="1112" y="10587"/>
                        <a:pt x="1042" y="8958"/>
                      </a:cubicBezTo>
                      <a:cubicBezTo>
                        <a:pt x="698" y="8890"/>
                        <a:pt x="354" y="8821"/>
                        <a:pt x="0" y="8750"/>
                      </a:cubicBezTo>
                      <a:cubicBezTo>
                        <a:pt x="0" y="7994"/>
                        <a:pt x="0" y="7238"/>
                        <a:pt x="0" y="6458"/>
                      </a:cubicBezTo>
                      <a:cubicBezTo>
                        <a:pt x="206" y="6390"/>
                        <a:pt x="413" y="6321"/>
                        <a:pt x="625" y="6250"/>
                      </a:cubicBezTo>
                      <a:cubicBezTo>
                        <a:pt x="625" y="4875"/>
                        <a:pt x="625" y="3500"/>
                        <a:pt x="625" y="2083"/>
                      </a:cubicBezTo>
                      <a:cubicBezTo>
                        <a:pt x="969" y="2015"/>
                        <a:pt x="1312" y="1946"/>
                        <a:pt x="1667" y="1875"/>
                      </a:cubicBezTo>
                      <a:cubicBezTo>
                        <a:pt x="1735" y="2081"/>
                        <a:pt x="1804" y="2288"/>
                        <a:pt x="1875" y="2500"/>
                      </a:cubicBezTo>
                      <a:cubicBezTo>
                        <a:pt x="2081" y="2500"/>
                        <a:pt x="2288" y="2500"/>
                        <a:pt x="2500" y="2500"/>
                      </a:cubicBezTo>
                      <a:cubicBezTo>
                        <a:pt x="2500" y="1675"/>
                        <a:pt x="2500" y="850"/>
                        <a:pt x="2500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65" name="CHART_REPORT_WAVE_DETAIL_path_006"/>
                <p:cNvSpPr/>
                <p:nvPr/>
              </p:nvSpPr>
              <p:spPr>
                <a:xfrm>
                  <a:off x="9064625" y="5889625"/>
                  <a:ext cx="64077" cy="1666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045" h="13125" fill="norm" stroke="0">
                      <a:moveTo>
                        <a:pt x="3125" y="0"/>
                      </a:moveTo>
                      <a:cubicBezTo>
                        <a:pt x="3750" y="0"/>
                        <a:pt x="3750" y="0"/>
                        <a:pt x="3946" y="147"/>
                      </a:cubicBezTo>
                      <a:cubicBezTo>
                        <a:pt x="4024" y="246"/>
                        <a:pt x="4024" y="246"/>
                        <a:pt x="4098" y="355"/>
                      </a:cubicBezTo>
                      <a:cubicBezTo>
                        <a:pt x="4124" y="392"/>
                        <a:pt x="4150" y="429"/>
                        <a:pt x="4178" y="468"/>
                      </a:cubicBezTo>
                      <a:cubicBezTo>
                        <a:pt x="4458" y="905"/>
                        <a:pt x="4455" y="1322"/>
                        <a:pt x="4436" y="1826"/>
                      </a:cubicBezTo>
                      <a:cubicBezTo>
                        <a:pt x="4435" y="1918"/>
                        <a:pt x="4434" y="2011"/>
                        <a:pt x="4433" y="2103"/>
                      </a:cubicBezTo>
                      <a:cubicBezTo>
                        <a:pt x="4431" y="2343"/>
                        <a:pt x="4425" y="2582"/>
                        <a:pt x="4418" y="2822"/>
                      </a:cubicBezTo>
                      <a:cubicBezTo>
                        <a:pt x="4411" y="3068"/>
                        <a:pt x="4409" y="3314"/>
                        <a:pt x="4405" y="3560"/>
                      </a:cubicBezTo>
                      <a:cubicBezTo>
                        <a:pt x="4399" y="4040"/>
                        <a:pt x="4388" y="4520"/>
                        <a:pt x="4375" y="5000"/>
                      </a:cubicBezTo>
                      <a:cubicBezTo>
                        <a:pt x="4237" y="5000"/>
                        <a:pt x="4100" y="5000"/>
                        <a:pt x="3958" y="5000"/>
                      </a:cubicBezTo>
                      <a:cubicBezTo>
                        <a:pt x="3795" y="6382"/>
                        <a:pt x="3795" y="6382"/>
                        <a:pt x="4004" y="6747"/>
                      </a:cubicBezTo>
                      <a:cubicBezTo>
                        <a:pt x="4173" y="6959"/>
                        <a:pt x="4395" y="7103"/>
                        <a:pt x="4629" y="7233"/>
                      </a:cubicBezTo>
                      <a:cubicBezTo>
                        <a:pt x="4980" y="7432"/>
                        <a:pt x="4980" y="7432"/>
                        <a:pt x="5022" y="7576"/>
                      </a:cubicBezTo>
                      <a:cubicBezTo>
                        <a:pt x="5045" y="7767"/>
                        <a:pt x="5022" y="7929"/>
                        <a:pt x="5000" y="8125"/>
                      </a:cubicBezTo>
                      <a:cubicBezTo>
                        <a:pt x="4794" y="8125"/>
                        <a:pt x="4587" y="8125"/>
                        <a:pt x="4375" y="8125"/>
                      </a:cubicBezTo>
                      <a:cubicBezTo>
                        <a:pt x="4380" y="8195"/>
                        <a:pt x="4385" y="8266"/>
                        <a:pt x="4390" y="8338"/>
                      </a:cubicBezTo>
                      <a:cubicBezTo>
                        <a:pt x="4394" y="8432"/>
                        <a:pt x="4397" y="8526"/>
                        <a:pt x="4401" y="8620"/>
                      </a:cubicBezTo>
                      <a:cubicBezTo>
                        <a:pt x="4403" y="8643"/>
                        <a:pt x="4403" y="8643"/>
                        <a:pt x="4412" y="8760"/>
                      </a:cubicBezTo>
                      <a:cubicBezTo>
                        <a:pt x="4416" y="8906"/>
                        <a:pt x="4410" y="9024"/>
                        <a:pt x="4375" y="9167"/>
                      </a:cubicBezTo>
                      <a:cubicBezTo>
                        <a:pt x="4283" y="9255"/>
                        <a:pt x="4283" y="9255"/>
                        <a:pt x="4170" y="9341"/>
                      </a:cubicBezTo>
                      <a:cubicBezTo>
                        <a:pt x="3934" y="9549"/>
                        <a:pt x="3905" y="9757"/>
                        <a:pt x="3885" y="10061"/>
                      </a:cubicBezTo>
                      <a:cubicBezTo>
                        <a:pt x="3879" y="10174"/>
                        <a:pt x="3876" y="10286"/>
                        <a:pt x="3872" y="10399"/>
                      </a:cubicBezTo>
                      <a:cubicBezTo>
                        <a:pt x="3868" y="10478"/>
                        <a:pt x="3864" y="10556"/>
                        <a:pt x="3860" y="10635"/>
                      </a:cubicBezTo>
                      <a:cubicBezTo>
                        <a:pt x="3849" y="10841"/>
                        <a:pt x="3841" y="11048"/>
                        <a:pt x="3833" y="11254"/>
                      </a:cubicBezTo>
                      <a:cubicBezTo>
                        <a:pt x="3825" y="11465"/>
                        <a:pt x="3814" y="11676"/>
                        <a:pt x="3804" y="11886"/>
                      </a:cubicBezTo>
                      <a:cubicBezTo>
                        <a:pt x="3784" y="12299"/>
                        <a:pt x="3766" y="12712"/>
                        <a:pt x="3750" y="13125"/>
                      </a:cubicBezTo>
                      <a:cubicBezTo>
                        <a:pt x="3544" y="13125"/>
                        <a:pt x="3337" y="13125"/>
                        <a:pt x="3125" y="13125"/>
                      </a:cubicBezTo>
                      <a:cubicBezTo>
                        <a:pt x="3056" y="11750"/>
                        <a:pt x="2987" y="10375"/>
                        <a:pt x="2917" y="8958"/>
                      </a:cubicBezTo>
                      <a:cubicBezTo>
                        <a:pt x="2642" y="8958"/>
                        <a:pt x="2367" y="8958"/>
                        <a:pt x="2083" y="8958"/>
                      </a:cubicBezTo>
                      <a:cubicBezTo>
                        <a:pt x="2015" y="9508"/>
                        <a:pt x="1946" y="10058"/>
                        <a:pt x="1875" y="10625"/>
                      </a:cubicBezTo>
                      <a:cubicBezTo>
                        <a:pt x="1250" y="10625"/>
                        <a:pt x="1250" y="10625"/>
                        <a:pt x="1056" y="10479"/>
                      </a:cubicBezTo>
                      <a:cubicBezTo>
                        <a:pt x="979" y="10382"/>
                        <a:pt x="979" y="10382"/>
                        <a:pt x="906" y="10273"/>
                      </a:cubicBezTo>
                      <a:cubicBezTo>
                        <a:pt x="879" y="10236"/>
                        <a:pt x="853" y="10199"/>
                        <a:pt x="826" y="10161"/>
                      </a:cubicBezTo>
                      <a:cubicBezTo>
                        <a:pt x="541" y="9719"/>
                        <a:pt x="523" y="9263"/>
                        <a:pt x="508" y="8750"/>
                      </a:cubicBezTo>
                      <a:cubicBezTo>
                        <a:pt x="481" y="8030"/>
                        <a:pt x="381" y="7496"/>
                        <a:pt x="0" y="6875"/>
                      </a:cubicBezTo>
                      <a:cubicBezTo>
                        <a:pt x="15" y="6871"/>
                        <a:pt x="15" y="6871"/>
                        <a:pt x="88" y="6853"/>
                      </a:cubicBezTo>
                      <a:cubicBezTo>
                        <a:pt x="221" y="6805"/>
                        <a:pt x="310" y="6761"/>
                        <a:pt x="417" y="6667"/>
                      </a:cubicBezTo>
                      <a:cubicBezTo>
                        <a:pt x="491" y="6451"/>
                        <a:pt x="494" y="6235"/>
                        <a:pt x="503" y="6008"/>
                      </a:cubicBezTo>
                      <a:cubicBezTo>
                        <a:pt x="507" y="5943"/>
                        <a:pt x="511" y="5878"/>
                        <a:pt x="515" y="5813"/>
                      </a:cubicBezTo>
                      <a:cubicBezTo>
                        <a:pt x="526" y="5642"/>
                        <a:pt x="534" y="5471"/>
                        <a:pt x="542" y="5300"/>
                      </a:cubicBezTo>
                      <a:cubicBezTo>
                        <a:pt x="550" y="5126"/>
                        <a:pt x="561" y="4951"/>
                        <a:pt x="571" y="4777"/>
                      </a:cubicBezTo>
                      <a:cubicBezTo>
                        <a:pt x="591" y="4435"/>
                        <a:pt x="609" y="4092"/>
                        <a:pt x="625" y="3750"/>
                      </a:cubicBezTo>
                      <a:cubicBezTo>
                        <a:pt x="1651" y="3685"/>
                        <a:pt x="1651" y="3685"/>
                        <a:pt x="1951" y="3896"/>
                      </a:cubicBezTo>
                      <a:cubicBezTo>
                        <a:pt x="2055" y="3994"/>
                        <a:pt x="2055" y="3994"/>
                        <a:pt x="2148" y="4102"/>
                      </a:cubicBezTo>
                      <a:cubicBezTo>
                        <a:pt x="2183" y="4138"/>
                        <a:pt x="2217" y="4174"/>
                        <a:pt x="2253" y="4212"/>
                      </a:cubicBezTo>
                      <a:cubicBezTo>
                        <a:pt x="2538" y="4551"/>
                        <a:pt x="2572" y="4866"/>
                        <a:pt x="2543" y="5297"/>
                      </a:cubicBezTo>
                      <a:cubicBezTo>
                        <a:pt x="2531" y="5406"/>
                        <a:pt x="2516" y="5516"/>
                        <a:pt x="2500" y="5625"/>
                      </a:cubicBezTo>
                      <a:cubicBezTo>
                        <a:pt x="2706" y="5625"/>
                        <a:pt x="2913" y="5625"/>
                        <a:pt x="3125" y="5625"/>
                      </a:cubicBezTo>
                      <a:cubicBezTo>
                        <a:pt x="3125" y="3769"/>
                        <a:pt x="3125" y="1913"/>
                        <a:pt x="3125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66" name="CHART_REPORT_WAVE_DETAIL_path_007"/>
                <p:cNvSpPr/>
                <p:nvPr/>
              </p:nvSpPr>
              <p:spPr>
                <a:xfrm>
                  <a:off x="8897609" y="5905500"/>
                  <a:ext cx="56973" cy="11977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4486" h="9431" fill="norm" stroke="0">
                      <a:moveTo>
                        <a:pt x="234" y="0"/>
                      </a:moveTo>
                      <a:cubicBezTo>
                        <a:pt x="578" y="69"/>
                        <a:pt x="922" y="137"/>
                        <a:pt x="1276" y="208"/>
                      </a:cubicBezTo>
                      <a:cubicBezTo>
                        <a:pt x="1276" y="1583"/>
                        <a:pt x="1276" y="2958"/>
                        <a:pt x="1276" y="4375"/>
                      </a:cubicBezTo>
                      <a:cubicBezTo>
                        <a:pt x="1482" y="4375"/>
                        <a:pt x="1688" y="4375"/>
                        <a:pt x="1901" y="4375"/>
                      </a:cubicBezTo>
                      <a:cubicBezTo>
                        <a:pt x="1901" y="4031"/>
                        <a:pt x="1901" y="3688"/>
                        <a:pt x="1901" y="3333"/>
                      </a:cubicBezTo>
                      <a:cubicBezTo>
                        <a:pt x="2070" y="3293"/>
                        <a:pt x="2239" y="3254"/>
                        <a:pt x="2409" y="3216"/>
                      </a:cubicBezTo>
                      <a:cubicBezTo>
                        <a:pt x="2457" y="3204"/>
                        <a:pt x="2505" y="3193"/>
                        <a:pt x="2554" y="3181"/>
                      </a:cubicBezTo>
                      <a:cubicBezTo>
                        <a:pt x="2600" y="3171"/>
                        <a:pt x="2646" y="3161"/>
                        <a:pt x="2694" y="3150"/>
                      </a:cubicBezTo>
                      <a:cubicBezTo>
                        <a:pt x="2737" y="3140"/>
                        <a:pt x="2779" y="3131"/>
                        <a:pt x="2823" y="3120"/>
                      </a:cubicBezTo>
                      <a:cubicBezTo>
                        <a:pt x="2942" y="3125"/>
                        <a:pt x="2942" y="3125"/>
                        <a:pt x="3058" y="3205"/>
                      </a:cubicBezTo>
                      <a:cubicBezTo>
                        <a:pt x="3183" y="3350"/>
                        <a:pt x="3201" y="3511"/>
                        <a:pt x="3224" y="3696"/>
                      </a:cubicBezTo>
                      <a:cubicBezTo>
                        <a:pt x="3229" y="3731"/>
                        <a:pt x="3234" y="3767"/>
                        <a:pt x="3239" y="3803"/>
                      </a:cubicBezTo>
                      <a:cubicBezTo>
                        <a:pt x="3249" y="3877"/>
                        <a:pt x="3258" y="3952"/>
                        <a:pt x="3267" y="4027"/>
                      </a:cubicBezTo>
                      <a:cubicBezTo>
                        <a:pt x="3281" y="4139"/>
                        <a:pt x="3297" y="4251"/>
                        <a:pt x="3314" y="4363"/>
                      </a:cubicBezTo>
                      <a:cubicBezTo>
                        <a:pt x="3377" y="4836"/>
                        <a:pt x="3349" y="5189"/>
                        <a:pt x="3151" y="5625"/>
                      </a:cubicBezTo>
                      <a:cubicBezTo>
                        <a:pt x="3181" y="5623"/>
                        <a:pt x="3212" y="5621"/>
                        <a:pt x="3243" y="5618"/>
                      </a:cubicBezTo>
                      <a:cubicBezTo>
                        <a:pt x="3382" y="5610"/>
                        <a:pt x="3520" y="5604"/>
                        <a:pt x="3659" y="5599"/>
                      </a:cubicBezTo>
                      <a:cubicBezTo>
                        <a:pt x="3683" y="5597"/>
                        <a:pt x="3683" y="5597"/>
                        <a:pt x="3804" y="5588"/>
                      </a:cubicBezTo>
                      <a:cubicBezTo>
                        <a:pt x="3850" y="5587"/>
                        <a:pt x="3896" y="5586"/>
                        <a:pt x="3944" y="5584"/>
                      </a:cubicBezTo>
                      <a:cubicBezTo>
                        <a:pt x="3987" y="5582"/>
                        <a:pt x="4029" y="5580"/>
                        <a:pt x="4073" y="5578"/>
                      </a:cubicBezTo>
                      <a:cubicBezTo>
                        <a:pt x="4246" y="5646"/>
                        <a:pt x="4287" y="5750"/>
                        <a:pt x="4360" y="5916"/>
                      </a:cubicBezTo>
                      <a:cubicBezTo>
                        <a:pt x="4433" y="6142"/>
                        <a:pt x="4439" y="6364"/>
                        <a:pt x="4443" y="6600"/>
                      </a:cubicBezTo>
                      <a:cubicBezTo>
                        <a:pt x="4444" y="6626"/>
                        <a:pt x="4444" y="6652"/>
                        <a:pt x="4445" y="6679"/>
                      </a:cubicBezTo>
                      <a:cubicBezTo>
                        <a:pt x="4448" y="6818"/>
                        <a:pt x="4450" y="6957"/>
                        <a:pt x="4451" y="7095"/>
                      </a:cubicBezTo>
                      <a:cubicBezTo>
                        <a:pt x="4452" y="7208"/>
                        <a:pt x="4455" y="7321"/>
                        <a:pt x="4459" y="7434"/>
                      </a:cubicBezTo>
                      <a:cubicBezTo>
                        <a:pt x="4486" y="8079"/>
                        <a:pt x="4465" y="8614"/>
                        <a:pt x="4041" y="9142"/>
                      </a:cubicBezTo>
                      <a:cubicBezTo>
                        <a:pt x="3880" y="9315"/>
                        <a:pt x="3748" y="9416"/>
                        <a:pt x="3509" y="9431"/>
                      </a:cubicBezTo>
                      <a:cubicBezTo>
                        <a:pt x="3384" y="9425"/>
                        <a:pt x="3272" y="9406"/>
                        <a:pt x="3151" y="9375"/>
                      </a:cubicBezTo>
                      <a:cubicBezTo>
                        <a:pt x="3147" y="9327"/>
                        <a:pt x="3142" y="9278"/>
                        <a:pt x="3138" y="9229"/>
                      </a:cubicBezTo>
                      <a:cubicBezTo>
                        <a:pt x="3122" y="9048"/>
                        <a:pt x="3104" y="8867"/>
                        <a:pt x="3085" y="8686"/>
                      </a:cubicBezTo>
                      <a:cubicBezTo>
                        <a:pt x="3077" y="8608"/>
                        <a:pt x="3070" y="8530"/>
                        <a:pt x="3063" y="8452"/>
                      </a:cubicBezTo>
                      <a:cubicBezTo>
                        <a:pt x="3000" y="7719"/>
                        <a:pt x="3000" y="7719"/>
                        <a:pt x="2728" y="7480"/>
                      </a:cubicBezTo>
                      <a:cubicBezTo>
                        <a:pt x="2691" y="7450"/>
                        <a:pt x="2654" y="7420"/>
                        <a:pt x="2616" y="7389"/>
                      </a:cubicBezTo>
                      <a:cubicBezTo>
                        <a:pt x="2472" y="7234"/>
                        <a:pt x="2483" y="7088"/>
                        <a:pt x="2489" y="6885"/>
                      </a:cubicBezTo>
                      <a:cubicBezTo>
                        <a:pt x="2493" y="6839"/>
                        <a:pt x="2496" y="6792"/>
                        <a:pt x="2500" y="6745"/>
                      </a:cubicBezTo>
                      <a:cubicBezTo>
                        <a:pt x="2502" y="6697"/>
                        <a:pt x="2504" y="6649"/>
                        <a:pt x="2505" y="6600"/>
                      </a:cubicBezTo>
                      <a:cubicBezTo>
                        <a:pt x="2510" y="6483"/>
                        <a:pt x="2517" y="6367"/>
                        <a:pt x="2526" y="6250"/>
                      </a:cubicBezTo>
                      <a:cubicBezTo>
                        <a:pt x="2497" y="6252"/>
                        <a:pt x="2469" y="6254"/>
                        <a:pt x="2440" y="6257"/>
                      </a:cubicBezTo>
                      <a:cubicBezTo>
                        <a:pt x="1857" y="6296"/>
                        <a:pt x="1423" y="6306"/>
                        <a:pt x="959" y="5925"/>
                      </a:cubicBezTo>
                      <a:cubicBezTo>
                        <a:pt x="926" y="5894"/>
                        <a:pt x="893" y="5864"/>
                        <a:pt x="859" y="5833"/>
                      </a:cubicBezTo>
                      <a:cubicBezTo>
                        <a:pt x="790" y="5971"/>
                        <a:pt x="722" y="6108"/>
                        <a:pt x="651" y="6250"/>
                      </a:cubicBezTo>
                      <a:cubicBezTo>
                        <a:pt x="445" y="6181"/>
                        <a:pt x="238" y="6113"/>
                        <a:pt x="26" y="6042"/>
                      </a:cubicBezTo>
                      <a:cubicBezTo>
                        <a:pt x="21" y="5285"/>
                        <a:pt x="17" y="4528"/>
                        <a:pt x="15" y="3771"/>
                      </a:cubicBezTo>
                      <a:cubicBezTo>
                        <a:pt x="14" y="3419"/>
                        <a:pt x="12" y="3068"/>
                        <a:pt x="10" y="2716"/>
                      </a:cubicBezTo>
                      <a:cubicBezTo>
                        <a:pt x="8" y="2410"/>
                        <a:pt x="7" y="2104"/>
                        <a:pt x="6" y="1797"/>
                      </a:cubicBezTo>
                      <a:cubicBezTo>
                        <a:pt x="6" y="1635"/>
                        <a:pt x="5" y="1473"/>
                        <a:pt x="4" y="1311"/>
                      </a:cubicBezTo>
                      <a:cubicBezTo>
                        <a:pt x="2" y="1158"/>
                        <a:pt x="2" y="1005"/>
                        <a:pt x="2" y="853"/>
                      </a:cubicBezTo>
                      <a:cubicBezTo>
                        <a:pt x="2" y="796"/>
                        <a:pt x="2" y="741"/>
                        <a:pt x="1" y="685"/>
                      </a:cubicBezTo>
                      <a:cubicBezTo>
                        <a:pt x="0" y="608"/>
                        <a:pt x="0" y="531"/>
                        <a:pt x="1" y="455"/>
                      </a:cubicBezTo>
                      <a:cubicBezTo>
                        <a:pt x="1" y="412"/>
                        <a:pt x="0" y="369"/>
                        <a:pt x="0" y="325"/>
                      </a:cubicBezTo>
                      <a:cubicBezTo>
                        <a:pt x="26" y="208"/>
                        <a:pt x="26" y="208"/>
                        <a:pt x="234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67" name="CHART_REPORT_WAVE_DETAIL_path_008"/>
                <p:cNvSpPr/>
                <p:nvPr/>
              </p:nvSpPr>
              <p:spPr>
                <a:xfrm>
                  <a:off x="9220650" y="5905500"/>
                  <a:ext cx="38198" cy="1270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008" h="10000" fill="norm" stroke="0">
                      <a:moveTo>
                        <a:pt x="1465" y="0"/>
                      </a:moveTo>
                      <a:cubicBezTo>
                        <a:pt x="1671" y="0"/>
                        <a:pt x="1877" y="0"/>
                        <a:pt x="2090" y="0"/>
                      </a:cubicBezTo>
                      <a:cubicBezTo>
                        <a:pt x="2094" y="86"/>
                        <a:pt x="2098" y="172"/>
                        <a:pt x="2102" y="261"/>
                      </a:cubicBezTo>
                      <a:cubicBezTo>
                        <a:pt x="2116" y="547"/>
                        <a:pt x="2132" y="833"/>
                        <a:pt x="2150" y="1119"/>
                      </a:cubicBezTo>
                      <a:cubicBezTo>
                        <a:pt x="2160" y="1293"/>
                        <a:pt x="2170" y="1466"/>
                        <a:pt x="2177" y="1639"/>
                      </a:cubicBezTo>
                      <a:cubicBezTo>
                        <a:pt x="2185" y="1807"/>
                        <a:pt x="2195" y="1974"/>
                        <a:pt x="2206" y="2142"/>
                      </a:cubicBezTo>
                      <a:cubicBezTo>
                        <a:pt x="2210" y="2205"/>
                        <a:pt x="2213" y="2269"/>
                        <a:pt x="2215" y="2332"/>
                      </a:cubicBezTo>
                      <a:cubicBezTo>
                        <a:pt x="2235" y="2840"/>
                        <a:pt x="2235" y="2840"/>
                        <a:pt x="2393" y="3033"/>
                      </a:cubicBezTo>
                      <a:cubicBezTo>
                        <a:pt x="2467" y="3100"/>
                        <a:pt x="2542" y="3167"/>
                        <a:pt x="2618" y="3232"/>
                      </a:cubicBezTo>
                      <a:cubicBezTo>
                        <a:pt x="2789" y="3411"/>
                        <a:pt x="2796" y="3615"/>
                        <a:pt x="2815" y="3853"/>
                      </a:cubicBezTo>
                      <a:cubicBezTo>
                        <a:pt x="2820" y="3902"/>
                        <a:pt x="2826" y="3951"/>
                        <a:pt x="2831" y="4001"/>
                      </a:cubicBezTo>
                      <a:cubicBezTo>
                        <a:pt x="2843" y="4130"/>
                        <a:pt x="2854" y="4259"/>
                        <a:pt x="2864" y="4388"/>
                      </a:cubicBezTo>
                      <a:cubicBezTo>
                        <a:pt x="2871" y="4466"/>
                        <a:pt x="2879" y="4544"/>
                        <a:pt x="2888" y="4622"/>
                      </a:cubicBezTo>
                      <a:cubicBezTo>
                        <a:pt x="3008" y="5668"/>
                        <a:pt x="3008" y="5668"/>
                        <a:pt x="2694" y="6086"/>
                      </a:cubicBezTo>
                      <a:cubicBezTo>
                        <a:pt x="2593" y="6197"/>
                        <a:pt x="2527" y="6245"/>
                        <a:pt x="2381" y="6284"/>
                      </a:cubicBezTo>
                      <a:cubicBezTo>
                        <a:pt x="2198" y="6281"/>
                        <a:pt x="2029" y="6247"/>
                        <a:pt x="1851" y="6207"/>
                      </a:cubicBezTo>
                      <a:cubicBezTo>
                        <a:pt x="1695" y="6188"/>
                        <a:pt x="1610" y="6189"/>
                        <a:pt x="1465" y="6250"/>
                      </a:cubicBezTo>
                      <a:cubicBezTo>
                        <a:pt x="902" y="6784"/>
                        <a:pt x="956" y="7779"/>
                        <a:pt x="923" y="8493"/>
                      </a:cubicBezTo>
                      <a:cubicBezTo>
                        <a:pt x="914" y="8663"/>
                        <a:pt x="904" y="8834"/>
                        <a:pt x="893" y="9004"/>
                      </a:cubicBezTo>
                      <a:cubicBezTo>
                        <a:pt x="873" y="9336"/>
                        <a:pt x="856" y="9668"/>
                        <a:pt x="840" y="10000"/>
                      </a:cubicBezTo>
                      <a:cubicBezTo>
                        <a:pt x="702" y="10000"/>
                        <a:pt x="565" y="10000"/>
                        <a:pt x="423" y="10000"/>
                      </a:cubicBezTo>
                      <a:cubicBezTo>
                        <a:pt x="422" y="9981"/>
                        <a:pt x="422" y="9981"/>
                        <a:pt x="416" y="9887"/>
                      </a:cubicBezTo>
                      <a:cubicBezTo>
                        <a:pt x="396" y="9531"/>
                        <a:pt x="374" y="9176"/>
                        <a:pt x="352" y="8821"/>
                      </a:cubicBezTo>
                      <a:cubicBezTo>
                        <a:pt x="341" y="8638"/>
                        <a:pt x="330" y="8456"/>
                        <a:pt x="319" y="8273"/>
                      </a:cubicBezTo>
                      <a:cubicBezTo>
                        <a:pt x="307" y="8062"/>
                        <a:pt x="294" y="7851"/>
                        <a:pt x="280" y="7640"/>
                      </a:cubicBezTo>
                      <a:cubicBezTo>
                        <a:pt x="278" y="7606"/>
                        <a:pt x="276" y="7572"/>
                        <a:pt x="274" y="7536"/>
                      </a:cubicBezTo>
                      <a:cubicBezTo>
                        <a:pt x="245" y="7105"/>
                        <a:pt x="206" y="6691"/>
                        <a:pt x="49" y="6283"/>
                      </a:cubicBezTo>
                      <a:cubicBezTo>
                        <a:pt x="19" y="6195"/>
                        <a:pt x="0" y="6134"/>
                        <a:pt x="6" y="6042"/>
                      </a:cubicBezTo>
                      <a:cubicBezTo>
                        <a:pt x="123" y="5854"/>
                        <a:pt x="300" y="5717"/>
                        <a:pt x="472" y="5581"/>
                      </a:cubicBezTo>
                      <a:cubicBezTo>
                        <a:pt x="690" y="5384"/>
                        <a:pt x="729" y="5149"/>
                        <a:pt x="761" y="4866"/>
                      </a:cubicBezTo>
                      <a:cubicBezTo>
                        <a:pt x="776" y="4759"/>
                        <a:pt x="792" y="4680"/>
                        <a:pt x="840" y="4583"/>
                      </a:cubicBezTo>
                      <a:cubicBezTo>
                        <a:pt x="935" y="4535"/>
                        <a:pt x="935" y="4535"/>
                        <a:pt x="1048" y="4494"/>
                      </a:cubicBezTo>
                      <a:cubicBezTo>
                        <a:pt x="1243" y="4403"/>
                        <a:pt x="1243" y="4403"/>
                        <a:pt x="1298" y="4287"/>
                      </a:cubicBezTo>
                      <a:cubicBezTo>
                        <a:pt x="1316" y="4173"/>
                        <a:pt x="1321" y="4065"/>
                        <a:pt x="1323" y="3950"/>
                      </a:cubicBezTo>
                      <a:cubicBezTo>
                        <a:pt x="1325" y="3907"/>
                        <a:pt x="1327" y="3864"/>
                        <a:pt x="1329" y="3820"/>
                      </a:cubicBezTo>
                      <a:cubicBezTo>
                        <a:pt x="1335" y="3679"/>
                        <a:pt x="1339" y="3539"/>
                        <a:pt x="1342" y="3398"/>
                      </a:cubicBezTo>
                      <a:cubicBezTo>
                        <a:pt x="1346" y="3300"/>
                        <a:pt x="1350" y="3202"/>
                        <a:pt x="1355" y="3104"/>
                      </a:cubicBezTo>
                      <a:cubicBezTo>
                        <a:pt x="1364" y="2873"/>
                        <a:pt x="1372" y="2642"/>
                        <a:pt x="1379" y="2411"/>
                      </a:cubicBezTo>
                      <a:cubicBezTo>
                        <a:pt x="1388" y="2123"/>
                        <a:pt x="1399" y="1834"/>
                        <a:pt x="1411" y="1545"/>
                      </a:cubicBezTo>
                      <a:cubicBezTo>
                        <a:pt x="1431" y="1030"/>
                        <a:pt x="1449" y="515"/>
                        <a:pt x="1465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68" name="CHART_REPORT_WAVE_DETAIL_path_009"/>
                <p:cNvSpPr/>
                <p:nvPr/>
              </p:nvSpPr>
              <p:spPr>
                <a:xfrm>
                  <a:off x="9358312" y="5872575"/>
                  <a:ext cx="24876" cy="1281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59" h="10092" fill="norm" stroke="0">
                      <a:moveTo>
                        <a:pt x="625" y="92"/>
                      </a:moveTo>
                      <a:cubicBezTo>
                        <a:pt x="1111" y="0"/>
                        <a:pt x="1111" y="0"/>
                        <a:pt x="1335" y="149"/>
                      </a:cubicBezTo>
                      <a:cubicBezTo>
                        <a:pt x="1745" y="514"/>
                        <a:pt x="1914" y="931"/>
                        <a:pt x="1946" y="1463"/>
                      </a:cubicBezTo>
                      <a:cubicBezTo>
                        <a:pt x="1959" y="1785"/>
                        <a:pt x="1957" y="2105"/>
                        <a:pt x="1952" y="2427"/>
                      </a:cubicBezTo>
                      <a:cubicBezTo>
                        <a:pt x="1950" y="2622"/>
                        <a:pt x="1951" y="2817"/>
                        <a:pt x="1951" y="3012"/>
                      </a:cubicBezTo>
                      <a:cubicBezTo>
                        <a:pt x="1951" y="3339"/>
                        <a:pt x="1949" y="3665"/>
                        <a:pt x="1945" y="3992"/>
                      </a:cubicBezTo>
                      <a:cubicBezTo>
                        <a:pt x="1941" y="4369"/>
                        <a:pt x="1940" y="4746"/>
                        <a:pt x="1941" y="5122"/>
                      </a:cubicBezTo>
                      <a:cubicBezTo>
                        <a:pt x="1942" y="5487"/>
                        <a:pt x="1941" y="5851"/>
                        <a:pt x="1939" y="6216"/>
                      </a:cubicBezTo>
                      <a:cubicBezTo>
                        <a:pt x="1938" y="6370"/>
                        <a:pt x="1938" y="6524"/>
                        <a:pt x="1938" y="6679"/>
                      </a:cubicBezTo>
                      <a:cubicBezTo>
                        <a:pt x="1939" y="6860"/>
                        <a:pt x="1937" y="7042"/>
                        <a:pt x="1934" y="7224"/>
                      </a:cubicBezTo>
                      <a:cubicBezTo>
                        <a:pt x="1933" y="7290"/>
                        <a:pt x="1933" y="7356"/>
                        <a:pt x="1933" y="7423"/>
                      </a:cubicBezTo>
                      <a:cubicBezTo>
                        <a:pt x="1937" y="7975"/>
                        <a:pt x="1937" y="7975"/>
                        <a:pt x="1725" y="8196"/>
                      </a:cubicBezTo>
                      <a:cubicBezTo>
                        <a:pt x="1670" y="8246"/>
                        <a:pt x="1612" y="8294"/>
                        <a:pt x="1554" y="8341"/>
                      </a:cubicBezTo>
                      <a:cubicBezTo>
                        <a:pt x="1432" y="8449"/>
                        <a:pt x="1404" y="8532"/>
                        <a:pt x="1385" y="8690"/>
                      </a:cubicBezTo>
                      <a:cubicBezTo>
                        <a:pt x="1383" y="8719"/>
                        <a:pt x="1381" y="8748"/>
                        <a:pt x="1379" y="8778"/>
                      </a:cubicBezTo>
                      <a:cubicBezTo>
                        <a:pt x="1376" y="8810"/>
                        <a:pt x="1372" y="8841"/>
                        <a:pt x="1369" y="8873"/>
                      </a:cubicBezTo>
                      <a:cubicBezTo>
                        <a:pt x="1358" y="8971"/>
                        <a:pt x="1349" y="9070"/>
                        <a:pt x="1341" y="9168"/>
                      </a:cubicBezTo>
                      <a:cubicBezTo>
                        <a:pt x="1332" y="9267"/>
                        <a:pt x="1322" y="9366"/>
                        <a:pt x="1311" y="9465"/>
                      </a:cubicBezTo>
                      <a:cubicBezTo>
                        <a:pt x="1305" y="9526"/>
                        <a:pt x="1299" y="9587"/>
                        <a:pt x="1295" y="9649"/>
                      </a:cubicBezTo>
                      <a:cubicBezTo>
                        <a:pt x="1271" y="9887"/>
                        <a:pt x="1231" y="9903"/>
                        <a:pt x="1042" y="10092"/>
                      </a:cubicBezTo>
                      <a:cubicBezTo>
                        <a:pt x="698" y="10092"/>
                        <a:pt x="354" y="10092"/>
                        <a:pt x="0" y="10092"/>
                      </a:cubicBezTo>
                      <a:cubicBezTo>
                        <a:pt x="0" y="9336"/>
                        <a:pt x="0" y="8580"/>
                        <a:pt x="0" y="7801"/>
                      </a:cubicBezTo>
                      <a:cubicBezTo>
                        <a:pt x="103" y="7766"/>
                        <a:pt x="103" y="7766"/>
                        <a:pt x="625" y="7592"/>
                      </a:cubicBezTo>
                      <a:cubicBezTo>
                        <a:pt x="620" y="7522"/>
                        <a:pt x="615" y="7452"/>
                        <a:pt x="610" y="7379"/>
                      </a:cubicBezTo>
                      <a:cubicBezTo>
                        <a:pt x="606" y="7285"/>
                        <a:pt x="603" y="7192"/>
                        <a:pt x="599" y="7098"/>
                      </a:cubicBezTo>
                      <a:cubicBezTo>
                        <a:pt x="595" y="7051"/>
                        <a:pt x="592" y="7005"/>
                        <a:pt x="588" y="6958"/>
                      </a:cubicBezTo>
                      <a:cubicBezTo>
                        <a:pt x="584" y="6811"/>
                        <a:pt x="590" y="6694"/>
                        <a:pt x="625" y="6551"/>
                      </a:cubicBezTo>
                      <a:cubicBezTo>
                        <a:pt x="719" y="6453"/>
                        <a:pt x="719" y="6453"/>
                        <a:pt x="833" y="6360"/>
                      </a:cubicBezTo>
                      <a:cubicBezTo>
                        <a:pt x="994" y="6214"/>
                        <a:pt x="1072" y="6099"/>
                        <a:pt x="1092" y="5878"/>
                      </a:cubicBezTo>
                      <a:cubicBezTo>
                        <a:pt x="1093" y="5782"/>
                        <a:pt x="1092" y="5686"/>
                        <a:pt x="1089" y="5590"/>
                      </a:cubicBezTo>
                      <a:cubicBezTo>
                        <a:pt x="1089" y="5536"/>
                        <a:pt x="1089" y="5483"/>
                        <a:pt x="1089" y="5429"/>
                      </a:cubicBezTo>
                      <a:cubicBezTo>
                        <a:pt x="1089" y="5286"/>
                        <a:pt x="1087" y="5142"/>
                        <a:pt x="1084" y="4998"/>
                      </a:cubicBezTo>
                      <a:cubicBezTo>
                        <a:pt x="1081" y="4847"/>
                        <a:pt x="1081" y="4697"/>
                        <a:pt x="1081" y="4546"/>
                      </a:cubicBezTo>
                      <a:cubicBezTo>
                        <a:pt x="1079" y="4261"/>
                        <a:pt x="1076" y="3976"/>
                        <a:pt x="1072" y="3692"/>
                      </a:cubicBezTo>
                      <a:cubicBezTo>
                        <a:pt x="1067" y="3367"/>
                        <a:pt x="1065" y="3043"/>
                        <a:pt x="1063" y="2718"/>
                      </a:cubicBezTo>
                      <a:cubicBezTo>
                        <a:pt x="1058" y="2051"/>
                        <a:pt x="1051" y="1384"/>
                        <a:pt x="1042" y="717"/>
                      </a:cubicBezTo>
                      <a:cubicBezTo>
                        <a:pt x="904" y="717"/>
                        <a:pt x="767" y="717"/>
                        <a:pt x="625" y="717"/>
                      </a:cubicBezTo>
                      <a:cubicBezTo>
                        <a:pt x="625" y="511"/>
                        <a:pt x="625" y="305"/>
                        <a:pt x="625" y="92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69" name="CHART_REPORT_WAVE_DETAIL_path_010"/>
                <p:cNvSpPr/>
                <p:nvPr/>
              </p:nvSpPr>
              <p:spPr>
                <a:xfrm>
                  <a:off x="8786191" y="5889526"/>
                  <a:ext cx="64646" cy="3231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5090" h="2545" fill="norm" stroke="0">
                      <a:moveTo>
                        <a:pt x="360" y="0"/>
                      </a:moveTo>
                      <a:cubicBezTo>
                        <a:pt x="378" y="4"/>
                        <a:pt x="378" y="4"/>
                        <a:pt x="469" y="26"/>
                      </a:cubicBezTo>
                      <a:cubicBezTo>
                        <a:pt x="510" y="35"/>
                        <a:pt x="551" y="44"/>
                        <a:pt x="593" y="53"/>
                      </a:cubicBezTo>
                      <a:cubicBezTo>
                        <a:pt x="637" y="64"/>
                        <a:pt x="681" y="75"/>
                        <a:pt x="726" y="86"/>
                      </a:cubicBezTo>
                      <a:cubicBezTo>
                        <a:pt x="819" y="107"/>
                        <a:pt x="912" y="128"/>
                        <a:pt x="1005" y="149"/>
                      </a:cubicBezTo>
                      <a:cubicBezTo>
                        <a:pt x="1053" y="160"/>
                        <a:pt x="1101" y="171"/>
                        <a:pt x="1151" y="183"/>
                      </a:cubicBezTo>
                      <a:cubicBezTo>
                        <a:pt x="1394" y="238"/>
                        <a:pt x="1640" y="285"/>
                        <a:pt x="1885" y="333"/>
                      </a:cubicBezTo>
                      <a:cubicBezTo>
                        <a:pt x="1973" y="351"/>
                        <a:pt x="2061" y="369"/>
                        <a:pt x="2149" y="386"/>
                      </a:cubicBezTo>
                      <a:cubicBezTo>
                        <a:pt x="2212" y="399"/>
                        <a:pt x="2276" y="411"/>
                        <a:pt x="2341" y="425"/>
                      </a:cubicBezTo>
                      <a:cubicBezTo>
                        <a:pt x="2409" y="287"/>
                        <a:pt x="2478" y="150"/>
                        <a:pt x="2549" y="8"/>
                      </a:cubicBezTo>
                      <a:cubicBezTo>
                        <a:pt x="2755" y="77"/>
                        <a:pt x="2961" y="145"/>
                        <a:pt x="3174" y="216"/>
                      </a:cubicBezTo>
                      <a:cubicBezTo>
                        <a:pt x="3174" y="354"/>
                        <a:pt x="3174" y="491"/>
                        <a:pt x="3174" y="633"/>
                      </a:cubicBezTo>
                      <a:cubicBezTo>
                        <a:pt x="3380" y="633"/>
                        <a:pt x="3586" y="633"/>
                        <a:pt x="3799" y="633"/>
                      </a:cubicBezTo>
                      <a:cubicBezTo>
                        <a:pt x="3868" y="427"/>
                        <a:pt x="3936" y="220"/>
                        <a:pt x="4007" y="8"/>
                      </a:cubicBezTo>
                      <a:cubicBezTo>
                        <a:pt x="4351" y="8"/>
                        <a:pt x="4695" y="8"/>
                        <a:pt x="5049" y="8"/>
                      </a:cubicBezTo>
                      <a:cubicBezTo>
                        <a:pt x="5058" y="107"/>
                        <a:pt x="5066" y="205"/>
                        <a:pt x="5075" y="307"/>
                      </a:cubicBezTo>
                      <a:cubicBezTo>
                        <a:pt x="5079" y="338"/>
                        <a:pt x="5082" y="369"/>
                        <a:pt x="5086" y="400"/>
                      </a:cubicBezTo>
                      <a:cubicBezTo>
                        <a:pt x="5090" y="491"/>
                        <a:pt x="5088" y="550"/>
                        <a:pt x="5049" y="633"/>
                      </a:cubicBezTo>
                      <a:cubicBezTo>
                        <a:pt x="4959" y="670"/>
                        <a:pt x="4959" y="670"/>
                        <a:pt x="4847" y="704"/>
                      </a:cubicBezTo>
                      <a:cubicBezTo>
                        <a:pt x="4732" y="753"/>
                        <a:pt x="4732" y="753"/>
                        <a:pt x="4632" y="841"/>
                      </a:cubicBezTo>
                      <a:cubicBezTo>
                        <a:pt x="4528" y="1105"/>
                        <a:pt x="4525" y="1408"/>
                        <a:pt x="4502" y="1688"/>
                      </a:cubicBezTo>
                      <a:cubicBezTo>
                        <a:pt x="4494" y="1767"/>
                        <a:pt x="4486" y="1846"/>
                        <a:pt x="4478" y="1926"/>
                      </a:cubicBezTo>
                      <a:cubicBezTo>
                        <a:pt x="4458" y="2120"/>
                        <a:pt x="4440" y="2314"/>
                        <a:pt x="4424" y="2508"/>
                      </a:cubicBezTo>
                      <a:cubicBezTo>
                        <a:pt x="4218" y="2439"/>
                        <a:pt x="4011" y="2370"/>
                        <a:pt x="3799" y="2300"/>
                      </a:cubicBezTo>
                      <a:cubicBezTo>
                        <a:pt x="3799" y="2162"/>
                        <a:pt x="3799" y="2025"/>
                        <a:pt x="3799" y="1883"/>
                      </a:cubicBezTo>
                      <a:cubicBezTo>
                        <a:pt x="3593" y="1883"/>
                        <a:pt x="3386" y="1883"/>
                        <a:pt x="3174" y="1883"/>
                      </a:cubicBezTo>
                      <a:cubicBezTo>
                        <a:pt x="3105" y="2089"/>
                        <a:pt x="3036" y="2295"/>
                        <a:pt x="2966" y="2508"/>
                      </a:cubicBezTo>
                      <a:cubicBezTo>
                        <a:pt x="2689" y="2545"/>
                        <a:pt x="2689" y="2545"/>
                        <a:pt x="2549" y="2508"/>
                      </a:cubicBezTo>
                      <a:cubicBezTo>
                        <a:pt x="2482" y="2414"/>
                        <a:pt x="2482" y="2414"/>
                        <a:pt x="2431" y="2298"/>
                      </a:cubicBezTo>
                      <a:cubicBezTo>
                        <a:pt x="2414" y="2259"/>
                        <a:pt x="2396" y="2221"/>
                        <a:pt x="2378" y="2181"/>
                      </a:cubicBezTo>
                      <a:cubicBezTo>
                        <a:pt x="2366" y="2152"/>
                        <a:pt x="2354" y="2122"/>
                        <a:pt x="2341" y="2091"/>
                      </a:cubicBezTo>
                      <a:cubicBezTo>
                        <a:pt x="2315" y="2096"/>
                        <a:pt x="2288" y="2102"/>
                        <a:pt x="2261" y="2107"/>
                      </a:cubicBezTo>
                      <a:cubicBezTo>
                        <a:pt x="2243" y="2111"/>
                        <a:pt x="2243" y="2111"/>
                        <a:pt x="2149" y="2129"/>
                      </a:cubicBezTo>
                      <a:cubicBezTo>
                        <a:pt x="2108" y="2138"/>
                        <a:pt x="2066" y="2146"/>
                        <a:pt x="2023" y="2155"/>
                      </a:cubicBezTo>
                      <a:cubicBezTo>
                        <a:pt x="1930" y="2173"/>
                        <a:pt x="1837" y="2192"/>
                        <a:pt x="1744" y="2210"/>
                      </a:cubicBezTo>
                      <a:cubicBezTo>
                        <a:pt x="1497" y="2259"/>
                        <a:pt x="1251" y="2310"/>
                        <a:pt x="1005" y="2367"/>
                      </a:cubicBezTo>
                      <a:cubicBezTo>
                        <a:pt x="958" y="2377"/>
                        <a:pt x="911" y="2388"/>
                        <a:pt x="863" y="2399"/>
                      </a:cubicBezTo>
                      <a:cubicBezTo>
                        <a:pt x="773" y="2419"/>
                        <a:pt x="683" y="2440"/>
                        <a:pt x="593" y="2463"/>
                      </a:cubicBezTo>
                      <a:cubicBezTo>
                        <a:pt x="573" y="2467"/>
                        <a:pt x="573" y="2467"/>
                        <a:pt x="469" y="2490"/>
                      </a:cubicBezTo>
                      <a:cubicBezTo>
                        <a:pt x="433" y="2498"/>
                        <a:pt x="397" y="2507"/>
                        <a:pt x="360" y="2516"/>
                      </a:cubicBezTo>
                      <a:cubicBezTo>
                        <a:pt x="236" y="2506"/>
                        <a:pt x="172" y="2468"/>
                        <a:pt x="90" y="2375"/>
                      </a:cubicBezTo>
                      <a:cubicBezTo>
                        <a:pt x="0" y="2209"/>
                        <a:pt x="19" y="2015"/>
                        <a:pt x="21" y="1831"/>
                      </a:cubicBezTo>
                      <a:cubicBezTo>
                        <a:pt x="21" y="1785"/>
                        <a:pt x="21" y="1740"/>
                        <a:pt x="21" y="1693"/>
                      </a:cubicBezTo>
                      <a:cubicBezTo>
                        <a:pt x="20" y="1597"/>
                        <a:pt x="21" y="1501"/>
                        <a:pt x="22" y="1405"/>
                      </a:cubicBezTo>
                      <a:cubicBezTo>
                        <a:pt x="23" y="1258"/>
                        <a:pt x="22" y="1112"/>
                        <a:pt x="20" y="965"/>
                      </a:cubicBezTo>
                      <a:cubicBezTo>
                        <a:pt x="21" y="871"/>
                        <a:pt x="21" y="778"/>
                        <a:pt x="21" y="685"/>
                      </a:cubicBezTo>
                      <a:cubicBezTo>
                        <a:pt x="21" y="641"/>
                        <a:pt x="20" y="597"/>
                        <a:pt x="20" y="552"/>
                      </a:cubicBezTo>
                      <a:cubicBezTo>
                        <a:pt x="25" y="213"/>
                        <a:pt x="25" y="213"/>
                        <a:pt x="142" y="82"/>
                      </a:cubicBezTo>
                      <a:cubicBezTo>
                        <a:pt x="257" y="8"/>
                        <a:pt x="257" y="8"/>
                        <a:pt x="36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70" name="CHART_REPORT_WAVE_DETAIL_path_011"/>
                <p:cNvSpPr/>
                <p:nvPr/>
              </p:nvSpPr>
              <p:spPr>
                <a:xfrm>
                  <a:off x="9047969" y="5889625"/>
                  <a:ext cx="27382" cy="873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56" h="6875" fill="norm" stroke="0">
                      <a:moveTo>
                        <a:pt x="1520" y="0"/>
                      </a:moveTo>
                      <a:cubicBezTo>
                        <a:pt x="1657" y="0"/>
                        <a:pt x="1795" y="0"/>
                        <a:pt x="1936" y="0"/>
                      </a:cubicBezTo>
                      <a:cubicBezTo>
                        <a:pt x="1979" y="564"/>
                        <a:pt x="2018" y="1128"/>
                        <a:pt x="2054" y="1693"/>
                      </a:cubicBezTo>
                      <a:cubicBezTo>
                        <a:pt x="2056" y="1735"/>
                        <a:pt x="2059" y="1777"/>
                        <a:pt x="2062" y="1820"/>
                      </a:cubicBezTo>
                      <a:cubicBezTo>
                        <a:pt x="2137" y="3036"/>
                        <a:pt x="2156" y="4229"/>
                        <a:pt x="2054" y="5443"/>
                      </a:cubicBezTo>
                      <a:cubicBezTo>
                        <a:pt x="2051" y="5474"/>
                        <a:pt x="2048" y="5506"/>
                        <a:pt x="2046" y="5539"/>
                      </a:cubicBezTo>
                      <a:cubicBezTo>
                        <a:pt x="2014" y="5915"/>
                        <a:pt x="1977" y="6291"/>
                        <a:pt x="1936" y="6667"/>
                      </a:cubicBezTo>
                      <a:cubicBezTo>
                        <a:pt x="1833" y="6701"/>
                        <a:pt x="1833" y="6701"/>
                        <a:pt x="1311" y="6875"/>
                      </a:cubicBezTo>
                      <a:cubicBezTo>
                        <a:pt x="1311" y="6462"/>
                        <a:pt x="1311" y="6050"/>
                        <a:pt x="1311" y="5625"/>
                      </a:cubicBezTo>
                      <a:cubicBezTo>
                        <a:pt x="921" y="5938"/>
                        <a:pt x="921" y="5938"/>
                        <a:pt x="800" y="6036"/>
                      </a:cubicBezTo>
                      <a:cubicBezTo>
                        <a:pt x="575" y="6211"/>
                        <a:pt x="424" y="6284"/>
                        <a:pt x="137" y="6261"/>
                      </a:cubicBezTo>
                      <a:cubicBezTo>
                        <a:pt x="112" y="6257"/>
                        <a:pt x="87" y="6254"/>
                        <a:pt x="61" y="6250"/>
                      </a:cubicBezTo>
                      <a:cubicBezTo>
                        <a:pt x="51" y="6020"/>
                        <a:pt x="44" y="5791"/>
                        <a:pt x="39" y="5561"/>
                      </a:cubicBezTo>
                      <a:cubicBezTo>
                        <a:pt x="36" y="5483"/>
                        <a:pt x="34" y="5405"/>
                        <a:pt x="30" y="5327"/>
                      </a:cubicBezTo>
                      <a:cubicBezTo>
                        <a:pt x="0" y="4664"/>
                        <a:pt x="0" y="4664"/>
                        <a:pt x="153" y="4463"/>
                      </a:cubicBezTo>
                      <a:cubicBezTo>
                        <a:pt x="228" y="4399"/>
                        <a:pt x="304" y="4337"/>
                        <a:pt x="381" y="4276"/>
                      </a:cubicBezTo>
                      <a:cubicBezTo>
                        <a:pt x="513" y="4128"/>
                        <a:pt x="525" y="4007"/>
                        <a:pt x="543" y="3814"/>
                      </a:cubicBezTo>
                      <a:cubicBezTo>
                        <a:pt x="545" y="3783"/>
                        <a:pt x="548" y="3751"/>
                        <a:pt x="551" y="3719"/>
                      </a:cubicBezTo>
                      <a:cubicBezTo>
                        <a:pt x="561" y="3587"/>
                        <a:pt x="568" y="3456"/>
                        <a:pt x="573" y="3324"/>
                      </a:cubicBezTo>
                      <a:cubicBezTo>
                        <a:pt x="578" y="3227"/>
                        <a:pt x="586" y="3130"/>
                        <a:pt x="595" y="3033"/>
                      </a:cubicBezTo>
                      <a:cubicBezTo>
                        <a:pt x="595" y="3004"/>
                        <a:pt x="595" y="2974"/>
                        <a:pt x="595" y="2944"/>
                      </a:cubicBezTo>
                      <a:cubicBezTo>
                        <a:pt x="603" y="2859"/>
                        <a:pt x="603" y="2859"/>
                        <a:pt x="686" y="2708"/>
                      </a:cubicBezTo>
                      <a:cubicBezTo>
                        <a:pt x="893" y="2640"/>
                        <a:pt x="1099" y="2571"/>
                        <a:pt x="1311" y="2500"/>
                      </a:cubicBezTo>
                      <a:cubicBezTo>
                        <a:pt x="1380" y="1675"/>
                        <a:pt x="1449" y="850"/>
                        <a:pt x="1520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71" name="CHART_REPORT_WAVE_DETAIL_path_012"/>
                <p:cNvSpPr/>
                <p:nvPr/>
              </p:nvSpPr>
              <p:spPr>
                <a:xfrm>
                  <a:off x="9245935" y="5976131"/>
                  <a:ext cx="17730" cy="10499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96" h="8267" fill="norm" stroke="0">
                      <a:moveTo>
                        <a:pt x="1158" y="165"/>
                      </a:moveTo>
                      <a:cubicBezTo>
                        <a:pt x="1223" y="199"/>
                        <a:pt x="1286" y="235"/>
                        <a:pt x="1349" y="272"/>
                      </a:cubicBezTo>
                      <a:cubicBezTo>
                        <a:pt x="1359" y="505"/>
                        <a:pt x="1366" y="739"/>
                        <a:pt x="1371" y="972"/>
                      </a:cubicBezTo>
                      <a:cubicBezTo>
                        <a:pt x="1374" y="1052"/>
                        <a:pt x="1376" y="1131"/>
                        <a:pt x="1380" y="1211"/>
                      </a:cubicBezTo>
                      <a:cubicBezTo>
                        <a:pt x="1385" y="1325"/>
                        <a:pt x="1387" y="1439"/>
                        <a:pt x="1389" y="1554"/>
                      </a:cubicBezTo>
                      <a:cubicBezTo>
                        <a:pt x="1391" y="1589"/>
                        <a:pt x="1394" y="1624"/>
                        <a:pt x="1396" y="1661"/>
                      </a:cubicBezTo>
                      <a:cubicBezTo>
                        <a:pt x="1396" y="1769"/>
                        <a:pt x="1391" y="1839"/>
                        <a:pt x="1349" y="1939"/>
                      </a:cubicBezTo>
                      <a:cubicBezTo>
                        <a:pt x="1255" y="1983"/>
                        <a:pt x="1255" y="1983"/>
                        <a:pt x="1140" y="2021"/>
                      </a:cubicBezTo>
                      <a:cubicBezTo>
                        <a:pt x="944" y="2113"/>
                        <a:pt x="944" y="2113"/>
                        <a:pt x="894" y="2252"/>
                      </a:cubicBezTo>
                      <a:cubicBezTo>
                        <a:pt x="880" y="2392"/>
                        <a:pt x="880" y="2527"/>
                        <a:pt x="885" y="2668"/>
                      </a:cubicBezTo>
                      <a:cubicBezTo>
                        <a:pt x="885" y="2721"/>
                        <a:pt x="885" y="2775"/>
                        <a:pt x="885" y="2828"/>
                      </a:cubicBezTo>
                      <a:cubicBezTo>
                        <a:pt x="884" y="2972"/>
                        <a:pt x="887" y="3117"/>
                        <a:pt x="890" y="3262"/>
                      </a:cubicBezTo>
                      <a:cubicBezTo>
                        <a:pt x="892" y="3413"/>
                        <a:pt x="892" y="3564"/>
                        <a:pt x="893" y="3716"/>
                      </a:cubicBezTo>
                      <a:cubicBezTo>
                        <a:pt x="894" y="4002"/>
                        <a:pt x="898" y="4288"/>
                        <a:pt x="902" y="4574"/>
                      </a:cubicBezTo>
                      <a:cubicBezTo>
                        <a:pt x="907" y="4900"/>
                        <a:pt x="909" y="5226"/>
                        <a:pt x="911" y="5552"/>
                      </a:cubicBezTo>
                      <a:cubicBezTo>
                        <a:pt x="915" y="6223"/>
                        <a:pt x="923" y="6893"/>
                        <a:pt x="932" y="7564"/>
                      </a:cubicBezTo>
                      <a:cubicBezTo>
                        <a:pt x="1070" y="7564"/>
                        <a:pt x="1207" y="7564"/>
                        <a:pt x="1349" y="7564"/>
                      </a:cubicBezTo>
                      <a:cubicBezTo>
                        <a:pt x="1349" y="7770"/>
                        <a:pt x="1349" y="7976"/>
                        <a:pt x="1349" y="8189"/>
                      </a:cubicBezTo>
                      <a:cubicBezTo>
                        <a:pt x="936" y="8267"/>
                        <a:pt x="936" y="8267"/>
                        <a:pt x="724" y="8189"/>
                      </a:cubicBezTo>
                      <a:cubicBezTo>
                        <a:pt x="400" y="7968"/>
                        <a:pt x="138" y="7581"/>
                        <a:pt x="62" y="7196"/>
                      </a:cubicBezTo>
                      <a:cubicBezTo>
                        <a:pt x="0" y="6783"/>
                        <a:pt x="10" y="6362"/>
                        <a:pt x="15" y="5945"/>
                      </a:cubicBezTo>
                      <a:cubicBezTo>
                        <a:pt x="16" y="5762"/>
                        <a:pt x="15" y="5580"/>
                        <a:pt x="14" y="5397"/>
                      </a:cubicBezTo>
                      <a:cubicBezTo>
                        <a:pt x="13" y="5091"/>
                        <a:pt x="14" y="4785"/>
                        <a:pt x="17" y="4478"/>
                      </a:cubicBezTo>
                      <a:cubicBezTo>
                        <a:pt x="21" y="4126"/>
                        <a:pt x="19" y="3774"/>
                        <a:pt x="16" y="3421"/>
                      </a:cubicBezTo>
                      <a:cubicBezTo>
                        <a:pt x="13" y="3116"/>
                        <a:pt x="13" y="2812"/>
                        <a:pt x="14" y="2507"/>
                      </a:cubicBezTo>
                      <a:cubicBezTo>
                        <a:pt x="15" y="2326"/>
                        <a:pt x="16" y="2145"/>
                        <a:pt x="14" y="1964"/>
                      </a:cubicBezTo>
                      <a:cubicBezTo>
                        <a:pt x="1" y="726"/>
                        <a:pt x="1" y="726"/>
                        <a:pt x="311" y="361"/>
                      </a:cubicBezTo>
                      <a:cubicBezTo>
                        <a:pt x="591" y="85"/>
                        <a:pt x="787" y="0"/>
                        <a:pt x="1158" y="165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72" name="CHART_REPORT_WAVE_DETAIL_path_013"/>
                <p:cNvSpPr/>
                <p:nvPr/>
              </p:nvSpPr>
              <p:spPr>
                <a:xfrm>
                  <a:off x="9291958" y="5921375"/>
                  <a:ext cx="26667" cy="635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00" h="5000" fill="norm" stroke="0">
                      <a:moveTo>
                        <a:pt x="850" y="0"/>
                      </a:moveTo>
                      <a:cubicBezTo>
                        <a:pt x="1056" y="0"/>
                        <a:pt x="1262" y="0"/>
                        <a:pt x="1475" y="0"/>
                      </a:cubicBezTo>
                      <a:cubicBezTo>
                        <a:pt x="1475" y="619"/>
                        <a:pt x="1475" y="1238"/>
                        <a:pt x="1475" y="1875"/>
                      </a:cubicBezTo>
                      <a:cubicBezTo>
                        <a:pt x="1681" y="1944"/>
                        <a:pt x="1887" y="2012"/>
                        <a:pt x="2100" y="2083"/>
                      </a:cubicBezTo>
                      <a:cubicBezTo>
                        <a:pt x="2100" y="2771"/>
                        <a:pt x="2100" y="3458"/>
                        <a:pt x="2100" y="4167"/>
                      </a:cubicBezTo>
                      <a:cubicBezTo>
                        <a:pt x="1266" y="4375"/>
                        <a:pt x="1266" y="4375"/>
                        <a:pt x="850" y="4375"/>
                      </a:cubicBezTo>
                      <a:cubicBezTo>
                        <a:pt x="850" y="4581"/>
                        <a:pt x="850" y="4788"/>
                        <a:pt x="850" y="5000"/>
                      </a:cubicBezTo>
                      <a:cubicBezTo>
                        <a:pt x="644" y="5000"/>
                        <a:pt x="437" y="5000"/>
                        <a:pt x="225" y="5000"/>
                      </a:cubicBezTo>
                      <a:cubicBezTo>
                        <a:pt x="38" y="4131"/>
                        <a:pt x="0" y="3321"/>
                        <a:pt x="81" y="2435"/>
                      </a:cubicBezTo>
                      <a:cubicBezTo>
                        <a:pt x="85" y="2389"/>
                        <a:pt x="89" y="2344"/>
                        <a:pt x="92" y="2297"/>
                      </a:cubicBezTo>
                      <a:cubicBezTo>
                        <a:pt x="160" y="1471"/>
                        <a:pt x="160" y="1471"/>
                        <a:pt x="434" y="1223"/>
                      </a:cubicBezTo>
                      <a:cubicBezTo>
                        <a:pt x="471" y="1194"/>
                        <a:pt x="507" y="1165"/>
                        <a:pt x="545" y="1135"/>
                      </a:cubicBezTo>
                      <a:cubicBezTo>
                        <a:pt x="725" y="961"/>
                        <a:pt x="739" y="733"/>
                        <a:pt x="772" y="495"/>
                      </a:cubicBezTo>
                      <a:cubicBezTo>
                        <a:pt x="780" y="447"/>
                        <a:pt x="788" y="399"/>
                        <a:pt x="796" y="350"/>
                      </a:cubicBezTo>
                      <a:cubicBezTo>
                        <a:pt x="815" y="234"/>
                        <a:pt x="833" y="117"/>
                        <a:pt x="850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73" name="CHART_REPORT_WAVE_DETAIL_path_014"/>
                <p:cNvSpPr/>
                <p:nvPr/>
              </p:nvSpPr>
              <p:spPr>
                <a:xfrm>
                  <a:off x="8997987" y="5921375"/>
                  <a:ext cx="40659" cy="5062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201" h="3986" fill="norm" stroke="0">
                      <a:moveTo>
                        <a:pt x="247" y="0"/>
                      </a:moveTo>
                      <a:cubicBezTo>
                        <a:pt x="453" y="0"/>
                        <a:pt x="660" y="0"/>
                        <a:pt x="872" y="0"/>
                      </a:cubicBezTo>
                      <a:cubicBezTo>
                        <a:pt x="900" y="88"/>
                        <a:pt x="928" y="176"/>
                        <a:pt x="956" y="266"/>
                      </a:cubicBezTo>
                      <a:cubicBezTo>
                        <a:pt x="983" y="352"/>
                        <a:pt x="1011" y="437"/>
                        <a:pt x="1039" y="523"/>
                      </a:cubicBezTo>
                      <a:cubicBezTo>
                        <a:pt x="1058" y="582"/>
                        <a:pt x="1076" y="641"/>
                        <a:pt x="1095" y="700"/>
                      </a:cubicBezTo>
                      <a:cubicBezTo>
                        <a:pt x="1122" y="786"/>
                        <a:pt x="1149" y="871"/>
                        <a:pt x="1177" y="956"/>
                      </a:cubicBezTo>
                      <a:cubicBezTo>
                        <a:pt x="1185" y="983"/>
                        <a:pt x="1193" y="1009"/>
                        <a:pt x="1202" y="1036"/>
                      </a:cubicBezTo>
                      <a:cubicBezTo>
                        <a:pt x="1248" y="1176"/>
                        <a:pt x="1292" y="1253"/>
                        <a:pt x="1399" y="1357"/>
                      </a:cubicBezTo>
                      <a:cubicBezTo>
                        <a:pt x="1497" y="1458"/>
                        <a:pt x="1497" y="1458"/>
                        <a:pt x="1521" y="1578"/>
                      </a:cubicBezTo>
                      <a:cubicBezTo>
                        <a:pt x="1520" y="1599"/>
                        <a:pt x="1520" y="1599"/>
                        <a:pt x="1517" y="1706"/>
                      </a:cubicBezTo>
                      <a:cubicBezTo>
                        <a:pt x="1517" y="1730"/>
                        <a:pt x="1517" y="1730"/>
                        <a:pt x="1515" y="1847"/>
                      </a:cubicBezTo>
                      <a:cubicBezTo>
                        <a:pt x="1514" y="1895"/>
                        <a:pt x="1512" y="1943"/>
                        <a:pt x="1510" y="1992"/>
                      </a:cubicBezTo>
                      <a:cubicBezTo>
                        <a:pt x="1509" y="2041"/>
                        <a:pt x="1508" y="2090"/>
                        <a:pt x="1507" y="2140"/>
                      </a:cubicBezTo>
                      <a:cubicBezTo>
                        <a:pt x="1505" y="2260"/>
                        <a:pt x="1501" y="2380"/>
                        <a:pt x="1497" y="2500"/>
                      </a:cubicBezTo>
                      <a:cubicBezTo>
                        <a:pt x="1703" y="2500"/>
                        <a:pt x="1910" y="2500"/>
                        <a:pt x="2122" y="2500"/>
                      </a:cubicBezTo>
                      <a:cubicBezTo>
                        <a:pt x="2122" y="2294"/>
                        <a:pt x="2122" y="2087"/>
                        <a:pt x="2122" y="1875"/>
                      </a:cubicBezTo>
                      <a:cubicBezTo>
                        <a:pt x="2380" y="1825"/>
                        <a:pt x="2380" y="1825"/>
                        <a:pt x="2539" y="1875"/>
                      </a:cubicBezTo>
                      <a:cubicBezTo>
                        <a:pt x="2671" y="2027"/>
                        <a:pt x="2753" y="2193"/>
                        <a:pt x="2837" y="2375"/>
                      </a:cubicBezTo>
                      <a:cubicBezTo>
                        <a:pt x="2877" y="2460"/>
                        <a:pt x="2919" y="2543"/>
                        <a:pt x="2962" y="2626"/>
                      </a:cubicBezTo>
                      <a:cubicBezTo>
                        <a:pt x="3151" y="3008"/>
                        <a:pt x="3201" y="3326"/>
                        <a:pt x="3164" y="3750"/>
                      </a:cubicBezTo>
                      <a:cubicBezTo>
                        <a:pt x="1207" y="3986"/>
                        <a:pt x="1207" y="3986"/>
                        <a:pt x="678" y="3644"/>
                      </a:cubicBezTo>
                      <a:cubicBezTo>
                        <a:pt x="278" y="3316"/>
                        <a:pt x="95" y="2791"/>
                        <a:pt x="39" y="2292"/>
                      </a:cubicBezTo>
                      <a:cubicBezTo>
                        <a:pt x="0" y="1524"/>
                        <a:pt x="117" y="754"/>
                        <a:pt x="247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74" name="CHART_REPORT_WAVE_DETAIL_path_015"/>
                <p:cNvSpPr/>
                <p:nvPr/>
              </p:nvSpPr>
              <p:spPr>
                <a:xfrm>
                  <a:off x="8786754" y="6014597"/>
                  <a:ext cx="47683" cy="269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3755" h="2123" fill="norm" stroke="0">
                      <a:moveTo>
                        <a:pt x="796" y="103"/>
                      </a:moveTo>
                      <a:cubicBezTo>
                        <a:pt x="825" y="102"/>
                        <a:pt x="854" y="100"/>
                        <a:pt x="883" y="99"/>
                      </a:cubicBezTo>
                      <a:cubicBezTo>
                        <a:pt x="1035" y="94"/>
                        <a:pt x="1188" y="90"/>
                        <a:pt x="1340" y="87"/>
                      </a:cubicBezTo>
                      <a:cubicBezTo>
                        <a:pt x="1465" y="84"/>
                        <a:pt x="1589" y="78"/>
                        <a:pt x="1713" y="70"/>
                      </a:cubicBezTo>
                      <a:cubicBezTo>
                        <a:pt x="2743" y="0"/>
                        <a:pt x="2743" y="0"/>
                        <a:pt x="3063" y="266"/>
                      </a:cubicBezTo>
                      <a:cubicBezTo>
                        <a:pt x="3346" y="535"/>
                        <a:pt x="3561" y="865"/>
                        <a:pt x="3755" y="1201"/>
                      </a:cubicBezTo>
                      <a:cubicBezTo>
                        <a:pt x="3217" y="2032"/>
                        <a:pt x="3217" y="2032"/>
                        <a:pt x="2956" y="2105"/>
                      </a:cubicBezTo>
                      <a:cubicBezTo>
                        <a:pt x="2786" y="2123"/>
                        <a:pt x="2659" y="2115"/>
                        <a:pt x="2505" y="2035"/>
                      </a:cubicBezTo>
                      <a:cubicBezTo>
                        <a:pt x="2475" y="1967"/>
                        <a:pt x="2447" y="1897"/>
                        <a:pt x="2422" y="1827"/>
                      </a:cubicBezTo>
                      <a:cubicBezTo>
                        <a:pt x="2328" y="1632"/>
                        <a:pt x="2328" y="1632"/>
                        <a:pt x="2197" y="1573"/>
                      </a:cubicBezTo>
                      <a:cubicBezTo>
                        <a:pt x="2071" y="1550"/>
                        <a:pt x="1949" y="1539"/>
                        <a:pt x="1820" y="1532"/>
                      </a:cubicBezTo>
                      <a:cubicBezTo>
                        <a:pt x="1774" y="1528"/>
                        <a:pt x="1728" y="1524"/>
                        <a:pt x="1681" y="1520"/>
                      </a:cubicBezTo>
                      <a:cubicBezTo>
                        <a:pt x="1535" y="1507"/>
                        <a:pt x="1388" y="1498"/>
                        <a:pt x="1242" y="1488"/>
                      </a:cubicBezTo>
                      <a:cubicBezTo>
                        <a:pt x="1142" y="1480"/>
                        <a:pt x="1043" y="1472"/>
                        <a:pt x="943" y="1463"/>
                      </a:cubicBezTo>
                      <a:cubicBezTo>
                        <a:pt x="700" y="1443"/>
                        <a:pt x="457" y="1426"/>
                        <a:pt x="213" y="1410"/>
                      </a:cubicBezTo>
                      <a:cubicBezTo>
                        <a:pt x="172" y="1241"/>
                        <a:pt x="134" y="1071"/>
                        <a:pt x="96" y="902"/>
                      </a:cubicBezTo>
                      <a:cubicBezTo>
                        <a:pt x="84" y="854"/>
                        <a:pt x="72" y="806"/>
                        <a:pt x="60" y="757"/>
                      </a:cubicBezTo>
                      <a:cubicBezTo>
                        <a:pt x="50" y="710"/>
                        <a:pt x="40" y="664"/>
                        <a:pt x="30" y="616"/>
                      </a:cubicBezTo>
                      <a:cubicBezTo>
                        <a:pt x="25" y="595"/>
                        <a:pt x="25" y="595"/>
                        <a:pt x="0" y="487"/>
                      </a:cubicBezTo>
                      <a:cubicBezTo>
                        <a:pt x="5" y="368"/>
                        <a:pt x="5" y="368"/>
                        <a:pt x="71" y="252"/>
                      </a:cubicBezTo>
                      <a:cubicBezTo>
                        <a:pt x="263" y="86"/>
                        <a:pt x="555" y="111"/>
                        <a:pt x="796" y="103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75" name="CHART_REPORT_WAVE_DETAIL_path_016"/>
                <p:cNvSpPr/>
                <p:nvPr/>
              </p:nvSpPr>
              <p:spPr>
                <a:xfrm>
                  <a:off x="8976241" y="5969000"/>
                  <a:ext cx="24884" cy="793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59" h="6250" fill="norm" stroke="0">
                      <a:moveTo>
                        <a:pt x="1334" y="0"/>
                      </a:moveTo>
                      <a:cubicBezTo>
                        <a:pt x="1541" y="69"/>
                        <a:pt x="1747" y="137"/>
                        <a:pt x="1959" y="208"/>
                      </a:cubicBezTo>
                      <a:cubicBezTo>
                        <a:pt x="1947" y="375"/>
                        <a:pt x="1929" y="538"/>
                        <a:pt x="1907" y="703"/>
                      </a:cubicBezTo>
                      <a:cubicBezTo>
                        <a:pt x="1906" y="726"/>
                        <a:pt x="1906" y="726"/>
                        <a:pt x="1898" y="843"/>
                      </a:cubicBezTo>
                      <a:cubicBezTo>
                        <a:pt x="1875" y="999"/>
                        <a:pt x="1852" y="1128"/>
                        <a:pt x="1751" y="1250"/>
                      </a:cubicBezTo>
                      <a:cubicBezTo>
                        <a:pt x="1653" y="1300"/>
                        <a:pt x="1554" y="1333"/>
                        <a:pt x="1450" y="1369"/>
                      </a:cubicBezTo>
                      <a:cubicBezTo>
                        <a:pt x="1220" y="1451"/>
                        <a:pt x="982" y="1539"/>
                        <a:pt x="867" y="1767"/>
                      </a:cubicBezTo>
                      <a:cubicBezTo>
                        <a:pt x="783" y="2075"/>
                        <a:pt x="791" y="2394"/>
                        <a:pt x="791" y="2710"/>
                      </a:cubicBezTo>
                      <a:cubicBezTo>
                        <a:pt x="788" y="2812"/>
                        <a:pt x="784" y="2914"/>
                        <a:pt x="780" y="3016"/>
                      </a:cubicBezTo>
                      <a:cubicBezTo>
                        <a:pt x="772" y="3257"/>
                        <a:pt x="768" y="3497"/>
                        <a:pt x="765" y="3738"/>
                      </a:cubicBezTo>
                      <a:cubicBezTo>
                        <a:pt x="762" y="4012"/>
                        <a:pt x="754" y="4286"/>
                        <a:pt x="745" y="4560"/>
                      </a:cubicBezTo>
                      <a:cubicBezTo>
                        <a:pt x="728" y="5124"/>
                        <a:pt x="717" y="5687"/>
                        <a:pt x="709" y="6250"/>
                      </a:cubicBezTo>
                      <a:cubicBezTo>
                        <a:pt x="503" y="6250"/>
                        <a:pt x="297" y="6250"/>
                        <a:pt x="84" y="6250"/>
                      </a:cubicBezTo>
                      <a:cubicBezTo>
                        <a:pt x="70" y="5667"/>
                        <a:pt x="59" y="5084"/>
                        <a:pt x="52" y="4500"/>
                      </a:cubicBezTo>
                      <a:cubicBezTo>
                        <a:pt x="49" y="4229"/>
                        <a:pt x="44" y="3959"/>
                        <a:pt x="37" y="3688"/>
                      </a:cubicBezTo>
                      <a:cubicBezTo>
                        <a:pt x="30" y="3426"/>
                        <a:pt x="27" y="3164"/>
                        <a:pt x="25" y="2902"/>
                      </a:cubicBezTo>
                      <a:cubicBezTo>
                        <a:pt x="24" y="2802"/>
                        <a:pt x="22" y="2703"/>
                        <a:pt x="18" y="2604"/>
                      </a:cubicBezTo>
                      <a:cubicBezTo>
                        <a:pt x="0" y="2048"/>
                        <a:pt x="39" y="1640"/>
                        <a:pt x="375" y="1182"/>
                      </a:cubicBezTo>
                      <a:cubicBezTo>
                        <a:pt x="401" y="1147"/>
                        <a:pt x="427" y="1111"/>
                        <a:pt x="454" y="1074"/>
                      </a:cubicBezTo>
                      <a:cubicBezTo>
                        <a:pt x="604" y="894"/>
                        <a:pt x="604" y="894"/>
                        <a:pt x="709" y="833"/>
                      </a:cubicBezTo>
                      <a:cubicBezTo>
                        <a:pt x="847" y="833"/>
                        <a:pt x="984" y="833"/>
                        <a:pt x="1126" y="833"/>
                      </a:cubicBezTo>
                      <a:cubicBezTo>
                        <a:pt x="1195" y="558"/>
                        <a:pt x="1264" y="283"/>
                        <a:pt x="1334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76" name="CHART_REPORT_WAVE_DETAIL_path_017"/>
                <p:cNvSpPr/>
                <p:nvPr/>
              </p:nvSpPr>
              <p:spPr>
                <a:xfrm>
                  <a:off x="9161097" y="5913438"/>
                  <a:ext cx="30996" cy="5636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441" h="4439" fill="norm" stroke="0">
                      <a:moveTo>
                        <a:pt x="529" y="0"/>
                      </a:moveTo>
                      <a:cubicBezTo>
                        <a:pt x="735" y="0"/>
                        <a:pt x="941" y="0"/>
                        <a:pt x="1154" y="0"/>
                      </a:cubicBezTo>
                      <a:cubicBezTo>
                        <a:pt x="1435" y="2189"/>
                        <a:pt x="1435" y="2189"/>
                        <a:pt x="1154" y="3125"/>
                      </a:cubicBezTo>
                      <a:cubicBezTo>
                        <a:pt x="1497" y="2919"/>
                        <a:pt x="1841" y="2712"/>
                        <a:pt x="2195" y="2500"/>
                      </a:cubicBezTo>
                      <a:cubicBezTo>
                        <a:pt x="2441" y="3052"/>
                        <a:pt x="2441" y="3052"/>
                        <a:pt x="2404" y="3333"/>
                      </a:cubicBezTo>
                      <a:cubicBezTo>
                        <a:pt x="2305" y="3548"/>
                        <a:pt x="2175" y="3724"/>
                        <a:pt x="2026" y="3906"/>
                      </a:cubicBezTo>
                      <a:cubicBezTo>
                        <a:pt x="2008" y="3930"/>
                        <a:pt x="1989" y="3953"/>
                        <a:pt x="1970" y="3977"/>
                      </a:cubicBezTo>
                      <a:cubicBezTo>
                        <a:pt x="1631" y="4398"/>
                        <a:pt x="1631" y="4398"/>
                        <a:pt x="1362" y="4439"/>
                      </a:cubicBezTo>
                      <a:cubicBezTo>
                        <a:pt x="1136" y="4407"/>
                        <a:pt x="1000" y="4257"/>
                        <a:pt x="866" y="4085"/>
                      </a:cubicBezTo>
                      <a:cubicBezTo>
                        <a:pt x="807" y="4001"/>
                        <a:pt x="752" y="3915"/>
                        <a:pt x="698" y="3828"/>
                      </a:cubicBezTo>
                      <a:cubicBezTo>
                        <a:pt x="679" y="3798"/>
                        <a:pt x="660" y="3769"/>
                        <a:pt x="640" y="3738"/>
                      </a:cubicBezTo>
                      <a:cubicBezTo>
                        <a:pt x="0" y="2675"/>
                        <a:pt x="375" y="1165"/>
                        <a:pt x="529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77" name="CHART_REPORT_WAVE_DETAIL_path_018"/>
                <p:cNvSpPr/>
                <p:nvPr/>
              </p:nvSpPr>
              <p:spPr>
                <a:xfrm>
                  <a:off x="8874125" y="5857875"/>
                  <a:ext cx="7938" cy="714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562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1856"/>
                        <a:pt x="625" y="3712"/>
                        <a:pt x="625" y="5625"/>
                      </a:cubicBezTo>
                      <a:cubicBezTo>
                        <a:pt x="419" y="5625"/>
                        <a:pt x="212" y="5625"/>
                        <a:pt x="0" y="5625"/>
                      </a:cubicBezTo>
                      <a:cubicBezTo>
                        <a:pt x="0" y="3769"/>
                        <a:pt x="0" y="1913"/>
                        <a:pt x="0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78" name="CHART_REPORT_WAVE_DETAIL_path_019"/>
                <p:cNvSpPr/>
                <p:nvPr/>
              </p:nvSpPr>
              <p:spPr>
                <a:xfrm>
                  <a:off x="9101360" y="5992812"/>
                  <a:ext cx="10890" cy="635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57" h="5000" fill="norm" stroke="0">
                      <a:moveTo>
                        <a:pt x="232" y="0"/>
                      </a:moveTo>
                      <a:cubicBezTo>
                        <a:pt x="439" y="69"/>
                        <a:pt x="645" y="137"/>
                        <a:pt x="857" y="208"/>
                      </a:cubicBezTo>
                      <a:cubicBezTo>
                        <a:pt x="857" y="1790"/>
                        <a:pt x="857" y="3371"/>
                        <a:pt x="857" y="5000"/>
                      </a:cubicBezTo>
                      <a:cubicBezTo>
                        <a:pt x="651" y="5000"/>
                        <a:pt x="445" y="5000"/>
                        <a:pt x="232" y="5000"/>
                      </a:cubicBezTo>
                      <a:cubicBezTo>
                        <a:pt x="200" y="4410"/>
                        <a:pt x="170" y="3819"/>
                        <a:pt x="140" y="3229"/>
                      </a:cubicBezTo>
                      <a:cubicBezTo>
                        <a:pt x="127" y="2955"/>
                        <a:pt x="112" y="2680"/>
                        <a:pt x="97" y="2406"/>
                      </a:cubicBezTo>
                      <a:cubicBezTo>
                        <a:pt x="83" y="2142"/>
                        <a:pt x="70" y="1877"/>
                        <a:pt x="57" y="1612"/>
                      </a:cubicBezTo>
                      <a:cubicBezTo>
                        <a:pt x="52" y="1511"/>
                        <a:pt x="46" y="1410"/>
                        <a:pt x="41" y="1310"/>
                      </a:cubicBezTo>
                      <a:cubicBezTo>
                        <a:pt x="33" y="1168"/>
                        <a:pt x="26" y="1026"/>
                        <a:pt x="20" y="885"/>
                      </a:cubicBezTo>
                      <a:cubicBezTo>
                        <a:pt x="17" y="843"/>
                        <a:pt x="14" y="802"/>
                        <a:pt x="11" y="759"/>
                      </a:cubicBezTo>
                      <a:cubicBezTo>
                        <a:pt x="0" y="452"/>
                        <a:pt x="78" y="266"/>
                        <a:pt x="232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79" name="CHART_REPORT_WAVE_DETAIL_path_020"/>
                <p:cNvSpPr/>
                <p:nvPr/>
              </p:nvSpPr>
              <p:spPr>
                <a:xfrm>
                  <a:off x="9111174" y="5952794"/>
                  <a:ext cx="24918" cy="5589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62" h="4401" fill="norm" stroke="0">
                      <a:moveTo>
                        <a:pt x="514" y="0"/>
                      </a:moveTo>
                      <a:cubicBezTo>
                        <a:pt x="580" y="7"/>
                        <a:pt x="645" y="15"/>
                        <a:pt x="710" y="26"/>
                      </a:cubicBezTo>
                      <a:cubicBezTo>
                        <a:pt x="714" y="63"/>
                        <a:pt x="718" y="100"/>
                        <a:pt x="722" y="137"/>
                      </a:cubicBezTo>
                      <a:cubicBezTo>
                        <a:pt x="739" y="275"/>
                        <a:pt x="757" y="412"/>
                        <a:pt x="776" y="549"/>
                      </a:cubicBezTo>
                      <a:cubicBezTo>
                        <a:pt x="784" y="608"/>
                        <a:pt x="791" y="667"/>
                        <a:pt x="798" y="726"/>
                      </a:cubicBezTo>
                      <a:cubicBezTo>
                        <a:pt x="819" y="919"/>
                        <a:pt x="845" y="1096"/>
                        <a:pt x="918" y="1276"/>
                      </a:cubicBezTo>
                      <a:cubicBezTo>
                        <a:pt x="1026" y="1361"/>
                        <a:pt x="1115" y="1401"/>
                        <a:pt x="1246" y="1440"/>
                      </a:cubicBezTo>
                      <a:cubicBezTo>
                        <a:pt x="1275" y="1454"/>
                        <a:pt x="1304" y="1469"/>
                        <a:pt x="1335" y="1484"/>
                      </a:cubicBezTo>
                      <a:cubicBezTo>
                        <a:pt x="1375" y="1636"/>
                        <a:pt x="1356" y="1743"/>
                        <a:pt x="1335" y="1901"/>
                      </a:cubicBezTo>
                      <a:cubicBezTo>
                        <a:pt x="1472" y="1901"/>
                        <a:pt x="1610" y="1901"/>
                        <a:pt x="1751" y="1901"/>
                      </a:cubicBezTo>
                      <a:cubicBezTo>
                        <a:pt x="1962" y="2793"/>
                        <a:pt x="1962" y="3509"/>
                        <a:pt x="1751" y="4401"/>
                      </a:cubicBezTo>
                      <a:cubicBezTo>
                        <a:pt x="1614" y="4401"/>
                        <a:pt x="1476" y="4401"/>
                        <a:pt x="1335" y="4401"/>
                      </a:cubicBezTo>
                      <a:cubicBezTo>
                        <a:pt x="1334" y="4349"/>
                        <a:pt x="1333" y="4296"/>
                        <a:pt x="1332" y="4242"/>
                      </a:cubicBezTo>
                      <a:cubicBezTo>
                        <a:pt x="1294" y="2697"/>
                        <a:pt x="1294" y="2697"/>
                        <a:pt x="1014" y="2376"/>
                      </a:cubicBezTo>
                      <a:cubicBezTo>
                        <a:pt x="886" y="2255"/>
                        <a:pt x="743" y="2160"/>
                        <a:pt x="592" y="2070"/>
                      </a:cubicBezTo>
                      <a:cubicBezTo>
                        <a:pt x="117" y="1786"/>
                        <a:pt x="117" y="1786"/>
                        <a:pt x="33" y="1545"/>
                      </a:cubicBezTo>
                      <a:cubicBezTo>
                        <a:pt x="2" y="1377"/>
                        <a:pt x="0" y="1212"/>
                        <a:pt x="6" y="1042"/>
                      </a:cubicBezTo>
                      <a:cubicBezTo>
                        <a:pt x="7" y="1015"/>
                        <a:pt x="9" y="988"/>
                        <a:pt x="9" y="960"/>
                      </a:cubicBezTo>
                      <a:cubicBezTo>
                        <a:pt x="28" y="602"/>
                        <a:pt x="59" y="3"/>
                        <a:pt x="514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80" name="CHART_REPORT_WAVE_DETAIL_path_021"/>
                <p:cNvSpPr/>
                <p:nvPr/>
              </p:nvSpPr>
              <p:spPr>
                <a:xfrm>
                  <a:off x="9254757" y="6000750"/>
                  <a:ext cx="8305" cy="714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54" h="5625" fill="norm" stroke="0">
                      <a:moveTo>
                        <a:pt x="654" y="0"/>
                      </a:moveTo>
                      <a:cubicBezTo>
                        <a:pt x="654" y="1856"/>
                        <a:pt x="654" y="3712"/>
                        <a:pt x="654" y="5625"/>
                      </a:cubicBezTo>
                      <a:cubicBezTo>
                        <a:pt x="516" y="5625"/>
                        <a:pt x="379" y="5625"/>
                        <a:pt x="237" y="5625"/>
                      </a:cubicBezTo>
                      <a:cubicBezTo>
                        <a:pt x="9" y="2639"/>
                        <a:pt x="9" y="2639"/>
                        <a:pt x="3" y="1172"/>
                      </a:cubicBezTo>
                      <a:cubicBezTo>
                        <a:pt x="2" y="1124"/>
                        <a:pt x="2" y="1075"/>
                        <a:pt x="1" y="1025"/>
                      </a:cubicBezTo>
                      <a:cubicBezTo>
                        <a:pt x="0" y="890"/>
                        <a:pt x="0" y="755"/>
                        <a:pt x="1" y="620"/>
                      </a:cubicBezTo>
                      <a:cubicBezTo>
                        <a:pt x="1" y="581"/>
                        <a:pt x="0" y="542"/>
                        <a:pt x="0" y="501"/>
                      </a:cubicBezTo>
                      <a:cubicBezTo>
                        <a:pt x="3" y="326"/>
                        <a:pt x="15" y="230"/>
                        <a:pt x="109" y="78"/>
                      </a:cubicBezTo>
                      <a:cubicBezTo>
                        <a:pt x="237" y="0"/>
                        <a:pt x="237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81" name="CHART_REPORT_WAVE_DETAIL_path_022"/>
                <p:cNvSpPr/>
                <p:nvPr/>
              </p:nvSpPr>
              <p:spPr>
                <a:xfrm>
                  <a:off x="8897251" y="5905443"/>
                  <a:ext cx="16560" cy="2668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04" h="2101" fill="norm" stroke="0">
                      <a:moveTo>
                        <a:pt x="382" y="0"/>
                      </a:moveTo>
                      <a:cubicBezTo>
                        <a:pt x="403" y="5"/>
                        <a:pt x="403" y="5"/>
                        <a:pt x="511" y="30"/>
                      </a:cubicBezTo>
                      <a:cubicBezTo>
                        <a:pt x="531" y="34"/>
                        <a:pt x="531" y="34"/>
                        <a:pt x="637" y="57"/>
                      </a:cubicBezTo>
                      <a:cubicBezTo>
                        <a:pt x="664" y="63"/>
                        <a:pt x="664" y="63"/>
                        <a:pt x="796" y="96"/>
                      </a:cubicBezTo>
                      <a:cubicBezTo>
                        <a:pt x="964" y="134"/>
                        <a:pt x="1131" y="173"/>
                        <a:pt x="1304" y="213"/>
                      </a:cubicBezTo>
                      <a:cubicBezTo>
                        <a:pt x="1304" y="763"/>
                        <a:pt x="1304" y="1313"/>
                        <a:pt x="1304" y="1880"/>
                      </a:cubicBezTo>
                      <a:cubicBezTo>
                        <a:pt x="1175" y="1918"/>
                        <a:pt x="1046" y="1957"/>
                        <a:pt x="913" y="1997"/>
                      </a:cubicBezTo>
                      <a:cubicBezTo>
                        <a:pt x="874" y="2010"/>
                        <a:pt x="834" y="2022"/>
                        <a:pt x="793" y="2035"/>
                      </a:cubicBezTo>
                      <a:cubicBezTo>
                        <a:pt x="597" y="2089"/>
                        <a:pt x="433" y="2101"/>
                        <a:pt x="237" y="2041"/>
                      </a:cubicBezTo>
                      <a:cubicBezTo>
                        <a:pt x="126" y="1976"/>
                        <a:pt x="67" y="1927"/>
                        <a:pt x="32" y="1801"/>
                      </a:cubicBezTo>
                      <a:cubicBezTo>
                        <a:pt x="0" y="1589"/>
                        <a:pt x="4" y="1377"/>
                        <a:pt x="11" y="1163"/>
                      </a:cubicBezTo>
                      <a:cubicBezTo>
                        <a:pt x="15" y="1046"/>
                        <a:pt x="15" y="930"/>
                        <a:pt x="15" y="814"/>
                      </a:cubicBezTo>
                      <a:cubicBezTo>
                        <a:pt x="16" y="739"/>
                        <a:pt x="18" y="665"/>
                        <a:pt x="19" y="590"/>
                      </a:cubicBezTo>
                      <a:cubicBezTo>
                        <a:pt x="19" y="556"/>
                        <a:pt x="20" y="521"/>
                        <a:pt x="20" y="485"/>
                      </a:cubicBezTo>
                      <a:cubicBezTo>
                        <a:pt x="26" y="325"/>
                        <a:pt x="37" y="208"/>
                        <a:pt x="145" y="84"/>
                      </a:cubicBezTo>
                      <a:cubicBezTo>
                        <a:pt x="262" y="5"/>
                        <a:pt x="262" y="5"/>
                        <a:pt x="382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82" name="CHART_REPORT_WAVE_DETAIL_path_023"/>
                <p:cNvSpPr/>
                <p:nvPr/>
              </p:nvSpPr>
              <p:spPr>
                <a:xfrm>
                  <a:off x="8913812" y="5960041"/>
                  <a:ext cx="26741" cy="4070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06" h="3205" fill="norm" stroke="0">
                      <a:moveTo>
                        <a:pt x="0" y="80"/>
                      </a:moveTo>
                      <a:cubicBezTo>
                        <a:pt x="423" y="0"/>
                        <a:pt x="423" y="0"/>
                        <a:pt x="625" y="80"/>
                      </a:cubicBezTo>
                      <a:cubicBezTo>
                        <a:pt x="1061" y="420"/>
                        <a:pt x="1285" y="918"/>
                        <a:pt x="1371" y="1449"/>
                      </a:cubicBezTo>
                      <a:cubicBezTo>
                        <a:pt x="1430" y="1746"/>
                        <a:pt x="1567" y="1872"/>
                        <a:pt x="1797" y="2060"/>
                      </a:cubicBezTo>
                      <a:cubicBezTo>
                        <a:pt x="1912" y="2154"/>
                        <a:pt x="2011" y="2241"/>
                        <a:pt x="2083" y="2372"/>
                      </a:cubicBezTo>
                      <a:cubicBezTo>
                        <a:pt x="2106" y="2664"/>
                        <a:pt x="1986" y="2941"/>
                        <a:pt x="1875" y="3205"/>
                      </a:cubicBezTo>
                      <a:cubicBezTo>
                        <a:pt x="1669" y="3137"/>
                        <a:pt x="1462" y="3068"/>
                        <a:pt x="1250" y="2997"/>
                      </a:cubicBezTo>
                      <a:cubicBezTo>
                        <a:pt x="1250" y="2653"/>
                        <a:pt x="1250" y="2310"/>
                        <a:pt x="1250" y="1955"/>
                      </a:cubicBezTo>
                      <a:cubicBezTo>
                        <a:pt x="1044" y="1955"/>
                        <a:pt x="837" y="1955"/>
                        <a:pt x="625" y="1955"/>
                      </a:cubicBezTo>
                      <a:cubicBezTo>
                        <a:pt x="625" y="1612"/>
                        <a:pt x="625" y="1268"/>
                        <a:pt x="625" y="914"/>
                      </a:cubicBezTo>
                      <a:cubicBezTo>
                        <a:pt x="419" y="845"/>
                        <a:pt x="212" y="776"/>
                        <a:pt x="0" y="705"/>
                      </a:cubicBezTo>
                      <a:cubicBezTo>
                        <a:pt x="0" y="499"/>
                        <a:pt x="0" y="293"/>
                        <a:pt x="0" y="8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83" name="CHART_REPORT_WAVE_DETAIL_path_024"/>
                <p:cNvSpPr/>
                <p:nvPr/>
              </p:nvSpPr>
              <p:spPr>
                <a:xfrm>
                  <a:off x="9342137" y="5897351"/>
                  <a:ext cx="16661" cy="319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12" h="2517" fill="norm" stroke="0">
                      <a:moveTo>
                        <a:pt x="480" y="42"/>
                      </a:moveTo>
                      <a:cubicBezTo>
                        <a:pt x="503" y="47"/>
                        <a:pt x="503" y="47"/>
                        <a:pt x="621" y="72"/>
                      </a:cubicBezTo>
                      <a:cubicBezTo>
                        <a:pt x="669" y="84"/>
                        <a:pt x="716" y="96"/>
                        <a:pt x="766" y="108"/>
                      </a:cubicBezTo>
                      <a:cubicBezTo>
                        <a:pt x="815" y="119"/>
                        <a:pt x="863" y="130"/>
                        <a:pt x="914" y="141"/>
                      </a:cubicBezTo>
                      <a:cubicBezTo>
                        <a:pt x="1034" y="168"/>
                        <a:pt x="1154" y="196"/>
                        <a:pt x="1274" y="225"/>
                      </a:cubicBezTo>
                      <a:cubicBezTo>
                        <a:pt x="1299" y="370"/>
                        <a:pt x="1312" y="498"/>
                        <a:pt x="1274" y="642"/>
                      </a:cubicBezTo>
                      <a:cubicBezTo>
                        <a:pt x="1182" y="690"/>
                        <a:pt x="1182" y="690"/>
                        <a:pt x="1067" y="725"/>
                      </a:cubicBezTo>
                      <a:cubicBezTo>
                        <a:pt x="952" y="772"/>
                        <a:pt x="952" y="772"/>
                        <a:pt x="857" y="850"/>
                      </a:cubicBezTo>
                      <a:cubicBezTo>
                        <a:pt x="801" y="1098"/>
                        <a:pt x="818" y="1340"/>
                        <a:pt x="831" y="1592"/>
                      </a:cubicBezTo>
                      <a:cubicBezTo>
                        <a:pt x="833" y="1661"/>
                        <a:pt x="835" y="1731"/>
                        <a:pt x="837" y="1800"/>
                      </a:cubicBezTo>
                      <a:cubicBezTo>
                        <a:pt x="841" y="1970"/>
                        <a:pt x="849" y="2139"/>
                        <a:pt x="857" y="2308"/>
                      </a:cubicBezTo>
                      <a:cubicBezTo>
                        <a:pt x="582" y="2377"/>
                        <a:pt x="307" y="2446"/>
                        <a:pt x="24" y="2517"/>
                      </a:cubicBezTo>
                      <a:cubicBezTo>
                        <a:pt x="19" y="2221"/>
                        <a:pt x="15" y="1926"/>
                        <a:pt x="13" y="1631"/>
                      </a:cubicBezTo>
                      <a:cubicBezTo>
                        <a:pt x="12" y="1494"/>
                        <a:pt x="10" y="1357"/>
                        <a:pt x="8" y="1220"/>
                      </a:cubicBezTo>
                      <a:cubicBezTo>
                        <a:pt x="5" y="1062"/>
                        <a:pt x="4" y="904"/>
                        <a:pt x="3" y="747"/>
                      </a:cubicBezTo>
                      <a:cubicBezTo>
                        <a:pt x="2" y="697"/>
                        <a:pt x="1" y="649"/>
                        <a:pt x="0" y="598"/>
                      </a:cubicBezTo>
                      <a:cubicBezTo>
                        <a:pt x="0" y="218"/>
                        <a:pt x="0" y="218"/>
                        <a:pt x="114" y="87"/>
                      </a:cubicBezTo>
                      <a:cubicBezTo>
                        <a:pt x="260" y="0"/>
                        <a:pt x="316" y="4"/>
                        <a:pt x="480" y="42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84" name="CHART_REPORT_WAVE_DETAIL_path_025"/>
                <p:cNvSpPr/>
                <p:nvPr/>
              </p:nvSpPr>
              <p:spPr>
                <a:xfrm>
                  <a:off x="8785828" y="5951905"/>
                  <a:ext cx="16859" cy="2503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27" h="1971" fill="norm" stroke="0">
                      <a:moveTo>
                        <a:pt x="1327" y="96"/>
                      </a:moveTo>
                      <a:cubicBezTo>
                        <a:pt x="1327" y="646"/>
                        <a:pt x="1327" y="1196"/>
                        <a:pt x="1327" y="1763"/>
                      </a:cubicBezTo>
                      <a:cubicBezTo>
                        <a:pt x="984" y="1831"/>
                        <a:pt x="640" y="1900"/>
                        <a:pt x="286" y="1971"/>
                      </a:cubicBezTo>
                      <a:cubicBezTo>
                        <a:pt x="0" y="1035"/>
                        <a:pt x="0" y="1035"/>
                        <a:pt x="181" y="675"/>
                      </a:cubicBezTo>
                      <a:cubicBezTo>
                        <a:pt x="231" y="597"/>
                        <a:pt x="283" y="521"/>
                        <a:pt x="338" y="448"/>
                      </a:cubicBezTo>
                      <a:cubicBezTo>
                        <a:pt x="363" y="412"/>
                        <a:pt x="389" y="376"/>
                        <a:pt x="415" y="340"/>
                      </a:cubicBezTo>
                      <a:cubicBezTo>
                        <a:pt x="702" y="0"/>
                        <a:pt x="825" y="96"/>
                        <a:pt x="1327" y="96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85" name="CHART_REPORT_WAVE_DETAIL_path_026"/>
                <p:cNvSpPr/>
                <p:nvPr/>
              </p:nvSpPr>
              <p:spPr>
                <a:xfrm>
                  <a:off x="9143180" y="5944814"/>
                  <a:ext cx="19341" cy="3212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523" h="2529" fill="norm" stroke="0">
                      <a:moveTo>
                        <a:pt x="690" y="29"/>
                      </a:moveTo>
                      <a:cubicBezTo>
                        <a:pt x="700" y="63"/>
                        <a:pt x="710" y="96"/>
                        <a:pt x="721" y="131"/>
                      </a:cubicBezTo>
                      <a:cubicBezTo>
                        <a:pt x="939" y="825"/>
                        <a:pt x="1177" y="1470"/>
                        <a:pt x="1523" y="2113"/>
                      </a:cubicBezTo>
                      <a:cubicBezTo>
                        <a:pt x="1385" y="2181"/>
                        <a:pt x="1385" y="2181"/>
                        <a:pt x="690" y="2529"/>
                      </a:cubicBezTo>
                      <a:cubicBezTo>
                        <a:pt x="277" y="1975"/>
                        <a:pt x="0" y="1516"/>
                        <a:pt x="12" y="811"/>
                      </a:cubicBezTo>
                      <a:cubicBezTo>
                        <a:pt x="13" y="784"/>
                        <a:pt x="13" y="756"/>
                        <a:pt x="13" y="728"/>
                      </a:cubicBezTo>
                      <a:cubicBezTo>
                        <a:pt x="21" y="256"/>
                        <a:pt x="21" y="256"/>
                        <a:pt x="146" y="98"/>
                      </a:cubicBezTo>
                      <a:cubicBezTo>
                        <a:pt x="327" y="0"/>
                        <a:pt x="488" y="12"/>
                        <a:pt x="690" y="29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86" name="CHART_REPORT_WAVE_DETAIL_path_027"/>
                <p:cNvSpPr/>
                <p:nvPr/>
              </p:nvSpPr>
              <p:spPr>
                <a:xfrm>
                  <a:off x="9199562" y="5952728"/>
                  <a:ext cx="25725" cy="3214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026" h="2531" fill="norm" stroke="0">
                      <a:moveTo>
                        <a:pt x="1875" y="31"/>
                      </a:moveTo>
                      <a:cubicBezTo>
                        <a:pt x="1972" y="411"/>
                        <a:pt x="2026" y="816"/>
                        <a:pt x="1820" y="1167"/>
                      </a:cubicBezTo>
                      <a:cubicBezTo>
                        <a:pt x="1479" y="1664"/>
                        <a:pt x="1045" y="2101"/>
                        <a:pt x="625" y="2531"/>
                      </a:cubicBezTo>
                      <a:cubicBezTo>
                        <a:pt x="419" y="2462"/>
                        <a:pt x="212" y="2394"/>
                        <a:pt x="0" y="2323"/>
                      </a:cubicBezTo>
                      <a:cubicBezTo>
                        <a:pt x="106" y="2096"/>
                        <a:pt x="213" y="1870"/>
                        <a:pt x="322" y="1645"/>
                      </a:cubicBezTo>
                      <a:cubicBezTo>
                        <a:pt x="358" y="1569"/>
                        <a:pt x="395" y="1492"/>
                        <a:pt x="430" y="1415"/>
                      </a:cubicBezTo>
                      <a:cubicBezTo>
                        <a:pt x="624" y="998"/>
                        <a:pt x="828" y="623"/>
                        <a:pt x="1148" y="289"/>
                      </a:cubicBezTo>
                      <a:cubicBezTo>
                        <a:pt x="1173" y="263"/>
                        <a:pt x="1197" y="236"/>
                        <a:pt x="1223" y="209"/>
                      </a:cubicBezTo>
                      <a:cubicBezTo>
                        <a:pt x="1427" y="12"/>
                        <a:pt x="1599" y="0"/>
                        <a:pt x="1875" y="31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87" name="CHART_REPORT_WAVE_DETAIL_path_028"/>
                <p:cNvSpPr/>
                <p:nvPr/>
              </p:nvSpPr>
              <p:spPr>
                <a:xfrm>
                  <a:off x="9080172" y="5976938"/>
                  <a:ext cx="11970" cy="396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42" h="3125" fill="norm" stroke="0">
                      <a:moveTo>
                        <a:pt x="26" y="0"/>
                      </a:moveTo>
                      <a:cubicBezTo>
                        <a:pt x="232" y="69"/>
                        <a:pt x="438" y="137"/>
                        <a:pt x="651" y="208"/>
                      </a:cubicBezTo>
                      <a:cubicBezTo>
                        <a:pt x="942" y="2232"/>
                        <a:pt x="942" y="2232"/>
                        <a:pt x="651" y="3125"/>
                      </a:cubicBezTo>
                      <a:cubicBezTo>
                        <a:pt x="513" y="3125"/>
                        <a:pt x="376" y="3125"/>
                        <a:pt x="234" y="3125"/>
                      </a:cubicBezTo>
                      <a:cubicBezTo>
                        <a:pt x="0" y="2084"/>
                        <a:pt x="3" y="1062"/>
                        <a:pt x="26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88" name="CHART_REPORT_WAVE_DETAIL_path_029"/>
                <p:cNvSpPr/>
                <p:nvPr/>
              </p:nvSpPr>
              <p:spPr>
                <a:xfrm>
                  <a:off x="8961438" y="5921375"/>
                  <a:ext cx="7938" cy="3704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2917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962"/>
                        <a:pt x="625" y="1925"/>
                        <a:pt x="625" y="2917"/>
                      </a:cubicBezTo>
                      <a:cubicBezTo>
                        <a:pt x="419" y="2917"/>
                        <a:pt x="212" y="2917"/>
                        <a:pt x="0" y="2917"/>
                      </a:cubicBezTo>
                      <a:cubicBezTo>
                        <a:pt x="0" y="1954"/>
                        <a:pt x="0" y="992"/>
                        <a:pt x="0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89" name="CHART_REPORT_WAVE_DETAIL_path_030"/>
                <p:cNvSpPr/>
                <p:nvPr/>
              </p:nvSpPr>
              <p:spPr>
                <a:xfrm>
                  <a:off x="9350375" y="6016625"/>
                  <a:ext cx="7938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2500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825"/>
                        <a:pt x="625" y="1650"/>
                        <a:pt x="625" y="2500"/>
                      </a:cubicBezTo>
                      <a:cubicBezTo>
                        <a:pt x="419" y="2500"/>
                        <a:pt x="212" y="2500"/>
                        <a:pt x="0" y="2500"/>
                      </a:cubicBezTo>
                      <a:cubicBezTo>
                        <a:pt x="0" y="1675"/>
                        <a:pt x="0" y="850"/>
                        <a:pt x="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90" name="CHART_REPORT_WAVE_DETAIL_path_031"/>
                <p:cNvSpPr/>
                <p:nvPr/>
              </p:nvSpPr>
              <p:spPr>
                <a:xfrm>
                  <a:off x="9239250" y="5905500"/>
                  <a:ext cx="7938" cy="317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2500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825"/>
                        <a:pt x="625" y="1650"/>
                        <a:pt x="625" y="2500"/>
                      </a:cubicBezTo>
                      <a:cubicBezTo>
                        <a:pt x="419" y="2500"/>
                        <a:pt x="212" y="2500"/>
                        <a:pt x="0" y="2500"/>
                      </a:cubicBezTo>
                      <a:cubicBezTo>
                        <a:pt x="0" y="1675"/>
                        <a:pt x="0" y="850"/>
                        <a:pt x="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91" name="CHART_REPORT_WAVE_DETAIL_path_032"/>
                <p:cNvSpPr/>
                <p:nvPr/>
              </p:nvSpPr>
              <p:spPr>
                <a:xfrm>
                  <a:off x="9229474" y="5968043"/>
                  <a:ext cx="20360" cy="2756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603" h="2170" fill="norm" stroke="0">
                      <a:moveTo>
                        <a:pt x="1254" y="89"/>
                      </a:moveTo>
                      <a:cubicBezTo>
                        <a:pt x="1376" y="142"/>
                        <a:pt x="1489" y="215"/>
                        <a:pt x="1603" y="284"/>
                      </a:cubicBezTo>
                      <a:cubicBezTo>
                        <a:pt x="1466" y="627"/>
                        <a:pt x="1328" y="971"/>
                        <a:pt x="1186" y="1325"/>
                      </a:cubicBezTo>
                      <a:cubicBezTo>
                        <a:pt x="1049" y="1325"/>
                        <a:pt x="911" y="1325"/>
                        <a:pt x="770" y="1325"/>
                      </a:cubicBezTo>
                      <a:cubicBezTo>
                        <a:pt x="688" y="1402"/>
                        <a:pt x="688" y="1402"/>
                        <a:pt x="645" y="1508"/>
                      </a:cubicBezTo>
                      <a:cubicBezTo>
                        <a:pt x="629" y="1545"/>
                        <a:pt x="612" y="1583"/>
                        <a:pt x="595" y="1622"/>
                      </a:cubicBezTo>
                      <a:cubicBezTo>
                        <a:pt x="580" y="1661"/>
                        <a:pt x="564" y="1701"/>
                        <a:pt x="548" y="1742"/>
                      </a:cubicBezTo>
                      <a:cubicBezTo>
                        <a:pt x="516" y="1820"/>
                        <a:pt x="484" y="1899"/>
                        <a:pt x="450" y="1976"/>
                      </a:cubicBezTo>
                      <a:cubicBezTo>
                        <a:pt x="436" y="2011"/>
                        <a:pt x="423" y="2046"/>
                        <a:pt x="408" y="2082"/>
                      </a:cubicBezTo>
                      <a:cubicBezTo>
                        <a:pt x="399" y="2095"/>
                        <a:pt x="399" y="2095"/>
                        <a:pt x="353" y="2159"/>
                      </a:cubicBezTo>
                      <a:cubicBezTo>
                        <a:pt x="243" y="2170"/>
                        <a:pt x="243" y="2170"/>
                        <a:pt x="145" y="2159"/>
                      </a:cubicBezTo>
                      <a:cubicBezTo>
                        <a:pt x="0" y="1047"/>
                        <a:pt x="0" y="1047"/>
                        <a:pt x="308" y="633"/>
                      </a:cubicBezTo>
                      <a:cubicBezTo>
                        <a:pt x="543" y="345"/>
                        <a:pt x="853" y="0"/>
                        <a:pt x="1254" y="89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92" name="CHART_REPORT_WAVE_DETAIL_path_033"/>
                <p:cNvSpPr/>
                <p:nvPr/>
              </p:nvSpPr>
              <p:spPr>
                <a:xfrm>
                  <a:off x="8937626" y="6000442"/>
                  <a:ext cx="16867" cy="2494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28" h="1964" fill="norm" stroke="0">
                      <a:moveTo>
                        <a:pt x="950" y="11"/>
                      </a:moveTo>
                      <a:cubicBezTo>
                        <a:pt x="979" y="12"/>
                        <a:pt x="1008" y="13"/>
                        <a:pt x="1038" y="14"/>
                      </a:cubicBezTo>
                      <a:cubicBezTo>
                        <a:pt x="1109" y="16"/>
                        <a:pt x="1179" y="20"/>
                        <a:pt x="1250" y="24"/>
                      </a:cubicBezTo>
                      <a:cubicBezTo>
                        <a:pt x="1318" y="593"/>
                        <a:pt x="1328" y="1072"/>
                        <a:pt x="976" y="1548"/>
                      </a:cubicBezTo>
                      <a:cubicBezTo>
                        <a:pt x="827" y="1736"/>
                        <a:pt x="690" y="1906"/>
                        <a:pt x="444" y="1951"/>
                      </a:cubicBezTo>
                      <a:cubicBezTo>
                        <a:pt x="284" y="1964"/>
                        <a:pt x="168" y="1931"/>
                        <a:pt x="0" y="1899"/>
                      </a:cubicBezTo>
                      <a:cubicBezTo>
                        <a:pt x="0" y="1693"/>
                        <a:pt x="0" y="1487"/>
                        <a:pt x="0" y="1274"/>
                      </a:cubicBezTo>
                      <a:cubicBezTo>
                        <a:pt x="137" y="1274"/>
                        <a:pt x="275" y="1274"/>
                        <a:pt x="417" y="1274"/>
                      </a:cubicBezTo>
                      <a:cubicBezTo>
                        <a:pt x="415" y="1244"/>
                        <a:pt x="414" y="1213"/>
                        <a:pt x="413" y="1182"/>
                      </a:cubicBezTo>
                      <a:cubicBezTo>
                        <a:pt x="409" y="1044"/>
                        <a:pt x="406" y="905"/>
                        <a:pt x="404" y="766"/>
                      </a:cubicBezTo>
                      <a:cubicBezTo>
                        <a:pt x="403" y="743"/>
                        <a:pt x="403" y="743"/>
                        <a:pt x="398" y="621"/>
                      </a:cubicBezTo>
                      <a:cubicBezTo>
                        <a:pt x="393" y="224"/>
                        <a:pt x="393" y="224"/>
                        <a:pt x="501" y="96"/>
                      </a:cubicBezTo>
                      <a:cubicBezTo>
                        <a:pt x="660" y="4"/>
                        <a:pt x="771" y="0"/>
                        <a:pt x="950" y="11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93" name="CHART_REPORT_WAVE_DETAIL_path_034"/>
                <p:cNvSpPr/>
                <p:nvPr/>
              </p:nvSpPr>
              <p:spPr>
                <a:xfrm>
                  <a:off x="8810625" y="5961062"/>
                  <a:ext cx="15875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1250" fill="norm" stroke="0">
                      <a:moveTo>
                        <a:pt x="208" y="0"/>
                      </a:moveTo>
                      <a:cubicBezTo>
                        <a:pt x="552" y="69"/>
                        <a:pt x="896" y="137"/>
                        <a:pt x="1250" y="208"/>
                      </a:cubicBezTo>
                      <a:cubicBezTo>
                        <a:pt x="1181" y="552"/>
                        <a:pt x="1113" y="896"/>
                        <a:pt x="1042" y="1250"/>
                      </a:cubicBezTo>
                      <a:cubicBezTo>
                        <a:pt x="698" y="1181"/>
                        <a:pt x="354" y="1113"/>
                        <a:pt x="0" y="1042"/>
                      </a:cubicBezTo>
                      <a:cubicBezTo>
                        <a:pt x="69" y="698"/>
                        <a:pt x="138" y="354"/>
                        <a:pt x="208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94" name="CHART_REPORT_WAVE_DETAIL_path_035"/>
                <p:cNvSpPr/>
                <p:nvPr/>
              </p:nvSpPr>
              <p:spPr>
                <a:xfrm>
                  <a:off x="9294512" y="5936671"/>
                  <a:ext cx="11239" cy="2439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85" h="1921" fill="norm" stroke="0">
                      <a:moveTo>
                        <a:pt x="544" y="15"/>
                      </a:moveTo>
                      <a:cubicBezTo>
                        <a:pt x="649" y="46"/>
                        <a:pt x="649" y="46"/>
                        <a:pt x="714" y="118"/>
                      </a:cubicBezTo>
                      <a:cubicBezTo>
                        <a:pt x="885" y="447"/>
                        <a:pt x="881" y="753"/>
                        <a:pt x="870" y="1113"/>
                      </a:cubicBezTo>
                      <a:cubicBezTo>
                        <a:pt x="869" y="1172"/>
                        <a:pt x="868" y="1230"/>
                        <a:pt x="867" y="1288"/>
                      </a:cubicBezTo>
                      <a:cubicBezTo>
                        <a:pt x="865" y="1430"/>
                        <a:pt x="861" y="1571"/>
                        <a:pt x="857" y="1712"/>
                      </a:cubicBezTo>
                      <a:cubicBezTo>
                        <a:pt x="582" y="1781"/>
                        <a:pt x="307" y="1850"/>
                        <a:pt x="24" y="1921"/>
                      </a:cubicBezTo>
                      <a:cubicBezTo>
                        <a:pt x="19" y="1687"/>
                        <a:pt x="15" y="1454"/>
                        <a:pt x="12" y="1220"/>
                      </a:cubicBezTo>
                      <a:cubicBezTo>
                        <a:pt x="11" y="1141"/>
                        <a:pt x="10" y="1061"/>
                        <a:pt x="8" y="982"/>
                      </a:cubicBezTo>
                      <a:cubicBezTo>
                        <a:pt x="5" y="867"/>
                        <a:pt x="4" y="753"/>
                        <a:pt x="3" y="639"/>
                      </a:cubicBezTo>
                      <a:cubicBezTo>
                        <a:pt x="2" y="604"/>
                        <a:pt x="1" y="568"/>
                        <a:pt x="0" y="532"/>
                      </a:cubicBezTo>
                      <a:cubicBezTo>
                        <a:pt x="0" y="364"/>
                        <a:pt x="3" y="253"/>
                        <a:pt x="123" y="128"/>
                      </a:cubicBezTo>
                      <a:cubicBezTo>
                        <a:pt x="270" y="17"/>
                        <a:pt x="363" y="0"/>
                        <a:pt x="544" y="15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95" name="CHART_REPORT_WAVE_DETAIL_path_036"/>
                <p:cNvSpPr/>
                <p:nvPr/>
              </p:nvSpPr>
              <p:spPr>
                <a:xfrm>
                  <a:off x="9006147" y="5934604"/>
                  <a:ext cx="13801" cy="2645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087" h="2083" fill="norm" stroke="0">
                      <a:moveTo>
                        <a:pt x="230" y="0"/>
                      </a:moveTo>
                      <a:cubicBezTo>
                        <a:pt x="479" y="91"/>
                        <a:pt x="695" y="199"/>
                        <a:pt x="855" y="417"/>
                      </a:cubicBezTo>
                      <a:cubicBezTo>
                        <a:pt x="935" y="621"/>
                        <a:pt x="976" y="825"/>
                        <a:pt x="1011" y="1042"/>
                      </a:cubicBezTo>
                      <a:cubicBezTo>
                        <a:pt x="1013" y="1055"/>
                        <a:pt x="1013" y="1055"/>
                        <a:pt x="1025" y="1125"/>
                      </a:cubicBezTo>
                      <a:cubicBezTo>
                        <a:pt x="1087" y="1495"/>
                        <a:pt x="1072" y="1766"/>
                        <a:pt x="855" y="2083"/>
                      </a:cubicBezTo>
                      <a:cubicBezTo>
                        <a:pt x="635" y="2049"/>
                        <a:pt x="412" y="2011"/>
                        <a:pt x="230" y="1875"/>
                      </a:cubicBezTo>
                      <a:cubicBezTo>
                        <a:pt x="112" y="1694"/>
                        <a:pt x="100" y="1470"/>
                        <a:pt x="82" y="1259"/>
                      </a:cubicBezTo>
                      <a:cubicBezTo>
                        <a:pt x="73" y="1159"/>
                        <a:pt x="60" y="1061"/>
                        <a:pt x="46" y="961"/>
                      </a:cubicBezTo>
                      <a:cubicBezTo>
                        <a:pt x="1" y="591"/>
                        <a:pt x="0" y="315"/>
                        <a:pt x="23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96" name="CHART_REPORT_WAVE_DETAIL_path_037"/>
                <p:cNvSpPr/>
                <p:nvPr/>
              </p:nvSpPr>
              <p:spPr>
                <a:xfrm>
                  <a:off x="8842375" y="6016625"/>
                  <a:ext cx="7938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87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619"/>
                        <a:pt x="625" y="1238"/>
                        <a:pt x="625" y="1875"/>
                      </a:cubicBezTo>
                      <a:cubicBezTo>
                        <a:pt x="419" y="1875"/>
                        <a:pt x="212" y="1875"/>
                        <a:pt x="0" y="1875"/>
                      </a:cubicBezTo>
                      <a:cubicBezTo>
                        <a:pt x="0" y="1256"/>
                        <a:pt x="0" y="637"/>
                        <a:pt x="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3997" name="CHART_REPORT_WAVE_DETAIL_path_038"/>
                <p:cNvSpPr/>
                <p:nvPr/>
              </p:nvSpPr>
              <p:spPr>
                <a:xfrm>
                  <a:off x="8874125" y="5857875"/>
                  <a:ext cx="7938" cy="2381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87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619"/>
                        <a:pt x="625" y="1238"/>
                        <a:pt x="625" y="1875"/>
                      </a:cubicBezTo>
                      <a:cubicBezTo>
                        <a:pt x="419" y="1875"/>
                        <a:pt x="212" y="1875"/>
                        <a:pt x="0" y="1875"/>
                      </a:cubicBezTo>
                      <a:cubicBezTo>
                        <a:pt x="0" y="1256"/>
                        <a:pt x="0" y="637"/>
                        <a:pt x="0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98" name="CHART_REPORT_WAVE_DETAIL_path_039"/>
                <p:cNvSpPr/>
                <p:nvPr/>
              </p:nvSpPr>
              <p:spPr>
                <a:xfrm>
                  <a:off x="9263062" y="5960921"/>
                  <a:ext cx="18693" cy="1669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72" h="1315" fill="norm" stroke="0">
                      <a:moveTo>
                        <a:pt x="324" y="0"/>
                      </a:moveTo>
                      <a:cubicBezTo>
                        <a:pt x="460" y="24"/>
                        <a:pt x="595" y="48"/>
                        <a:pt x="729" y="76"/>
                      </a:cubicBezTo>
                      <a:cubicBezTo>
                        <a:pt x="776" y="84"/>
                        <a:pt x="823" y="91"/>
                        <a:pt x="872" y="99"/>
                      </a:cubicBezTo>
                      <a:cubicBezTo>
                        <a:pt x="1060" y="136"/>
                        <a:pt x="1201" y="167"/>
                        <a:pt x="1335" y="310"/>
                      </a:cubicBezTo>
                      <a:cubicBezTo>
                        <a:pt x="1418" y="450"/>
                        <a:pt x="1472" y="564"/>
                        <a:pt x="1441" y="729"/>
                      </a:cubicBezTo>
                      <a:cubicBezTo>
                        <a:pt x="1399" y="820"/>
                        <a:pt x="1350" y="894"/>
                        <a:pt x="1289" y="975"/>
                      </a:cubicBezTo>
                      <a:cubicBezTo>
                        <a:pt x="1272" y="1003"/>
                        <a:pt x="1255" y="1031"/>
                        <a:pt x="1237" y="1059"/>
                      </a:cubicBezTo>
                      <a:cubicBezTo>
                        <a:pt x="1153" y="1179"/>
                        <a:pt x="1083" y="1246"/>
                        <a:pt x="945" y="1297"/>
                      </a:cubicBezTo>
                      <a:cubicBezTo>
                        <a:pt x="817" y="1315"/>
                        <a:pt x="745" y="1310"/>
                        <a:pt x="625" y="1261"/>
                      </a:cubicBezTo>
                      <a:cubicBezTo>
                        <a:pt x="480" y="1105"/>
                        <a:pt x="385" y="927"/>
                        <a:pt x="286" y="740"/>
                      </a:cubicBezTo>
                      <a:cubicBezTo>
                        <a:pt x="259" y="690"/>
                        <a:pt x="230" y="640"/>
                        <a:pt x="202" y="590"/>
                      </a:cubicBezTo>
                      <a:cubicBezTo>
                        <a:pt x="133" y="467"/>
                        <a:pt x="66" y="344"/>
                        <a:pt x="0" y="219"/>
                      </a:cubicBezTo>
                      <a:cubicBezTo>
                        <a:pt x="174" y="14"/>
                        <a:pt x="174" y="14"/>
                        <a:pt x="324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3999" name="CHART_REPORT_WAVE_DETAIL_path_040"/>
                <p:cNvSpPr/>
                <p:nvPr/>
              </p:nvSpPr>
              <p:spPr>
                <a:xfrm>
                  <a:off x="9322816" y="5999943"/>
                  <a:ext cx="11684" cy="2461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920" h="1939" fill="norm" stroke="0">
                      <a:moveTo>
                        <a:pt x="920" y="64"/>
                      </a:moveTo>
                      <a:cubicBezTo>
                        <a:pt x="851" y="682"/>
                        <a:pt x="782" y="1301"/>
                        <a:pt x="712" y="1939"/>
                      </a:cubicBezTo>
                      <a:cubicBezTo>
                        <a:pt x="574" y="1939"/>
                        <a:pt x="437" y="1939"/>
                        <a:pt x="295" y="1939"/>
                      </a:cubicBezTo>
                      <a:cubicBezTo>
                        <a:pt x="0" y="737"/>
                        <a:pt x="0" y="737"/>
                        <a:pt x="201" y="377"/>
                      </a:cubicBezTo>
                      <a:cubicBezTo>
                        <a:pt x="219" y="351"/>
                        <a:pt x="237" y="325"/>
                        <a:pt x="256" y="298"/>
                      </a:cubicBezTo>
                      <a:cubicBezTo>
                        <a:pt x="273" y="273"/>
                        <a:pt x="290" y="248"/>
                        <a:pt x="308" y="222"/>
                      </a:cubicBezTo>
                      <a:cubicBezTo>
                        <a:pt x="497" y="0"/>
                        <a:pt x="596" y="64"/>
                        <a:pt x="920" y="64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4000" name="CHART_REPORT_WAVE_DETAIL_path_041"/>
                <p:cNvSpPr/>
                <p:nvPr/>
              </p:nvSpPr>
              <p:spPr>
                <a:xfrm>
                  <a:off x="9244317" y="5945040"/>
                  <a:ext cx="10808" cy="1602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51" h="1262" fill="norm" stroke="0">
                      <a:moveTo>
                        <a:pt x="383" y="37"/>
                      </a:moveTo>
                      <a:cubicBezTo>
                        <a:pt x="440" y="57"/>
                        <a:pt x="496" y="80"/>
                        <a:pt x="552" y="103"/>
                      </a:cubicBezTo>
                      <a:cubicBezTo>
                        <a:pt x="650" y="141"/>
                        <a:pt x="749" y="180"/>
                        <a:pt x="851" y="220"/>
                      </a:cubicBezTo>
                      <a:cubicBezTo>
                        <a:pt x="851" y="564"/>
                        <a:pt x="851" y="908"/>
                        <a:pt x="851" y="1262"/>
                      </a:cubicBezTo>
                      <a:cubicBezTo>
                        <a:pt x="645" y="1262"/>
                        <a:pt x="439" y="1262"/>
                        <a:pt x="226" y="1262"/>
                      </a:cubicBezTo>
                      <a:cubicBezTo>
                        <a:pt x="185" y="1093"/>
                        <a:pt x="147" y="924"/>
                        <a:pt x="109" y="754"/>
                      </a:cubicBezTo>
                      <a:cubicBezTo>
                        <a:pt x="97" y="706"/>
                        <a:pt x="85" y="658"/>
                        <a:pt x="74" y="609"/>
                      </a:cubicBezTo>
                      <a:cubicBezTo>
                        <a:pt x="0" y="270"/>
                        <a:pt x="0" y="270"/>
                        <a:pt x="47" y="137"/>
                      </a:cubicBezTo>
                      <a:cubicBezTo>
                        <a:pt x="147" y="14"/>
                        <a:pt x="240" y="0"/>
                        <a:pt x="383" y="37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4001" name="CHART_REPORT_WAVE_DETAIL_path_042"/>
                <p:cNvSpPr/>
                <p:nvPr/>
              </p:nvSpPr>
              <p:spPr>
                <a:xfrm>
                  <a:off x="8998479" y="6000750"/>
                  <a:ext cx="10583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1250" fill="norm" stroke="0">
                      <a:moveTo>
                        <a:pt x="0" y="0"/>
                      </a:moveTo>
                      <a:cubicBezTo>
                        <a:pt x="275" y="0"/>
                        <a:pt x="550" y="0"/>
                        <a:pt x="833" y="0"/>
                      </a:cubicBezTo>
                      <a:cubicBezTo>
                        <a:pt x="833" y="413"/>
                        <a:pt x="833" y="825"/>
                        <a:pt x="833" y="1250"/>
                      </a:cubicBezTo>
                      <a:cubicBezTo>
                        <a:pt x="627" y="1250"/>
                        <a:pt x="421" y="1250"/>
                        <a:pt x="208" y="1250"/>
                      </a:cubicBezTo>
                      <a:cubicBezTo>
                        <a:pt x="140" y="837"/>
                        <a:pt x="71" y="425"/>
                        <a:pt x="0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4002" name="CHART_REPORT_WAVE_DETAIL_path_043"/>
                <p:cNvSpPr/>
                <p:nvPr/>
              </p:nvSpPr>
              <p:spPr>
                <a:xfrm>
                  <a:off x="8842375" y="6064250"/>
                  <a:ext cx="7938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250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413"/>
                        <a:pt x="625" y="825"/>
                        <a:pt x="625" y="1250"/>
                      </a:cubicBezTo>
                      <a:cubicBezTo>
                        <a:pt x="419" y="1250"/>
                        <a:pt x="212" y="1250"/>
                        <a:pt x="0" y="1250"/>
                      </a:cubicBezTo>
                      <a:cubicBezTo>
                        <a:pt x="0" y="837"/>
                        <a:pt x="0" y="425"/>
                        <a:pt x="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4003" name="CHART_REPORT_WAVE_DETAIL_path_044"/>
                <p:cNvSpPr/>
                <p:nvPr/>
              </p:nvSpPr>
              <p:spPr>
                <a:xfrm>
                  <a:off x="9104312" y="6040438"/>
                  <a:ext cx="7938" cy="1587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250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413"/>
                        <a:pt x="625" y="825"/>
                        <a:pt x="625" y="1250"/>
                      </a:cubicBezTo>
                      <a:cubicBezTo>
                        <a:pt x="419" y="1250"/>
                        <a:pt x="212" y="1250"/>
                        <a:pt x="0" y="1250"/>
                      </a:cubicBezTo>
                      <a:cubicBezTo>
                        <a:pt x="0" y="837"/>
                        <a:pt x="0" y="425"/>
                        <a:pt x="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4004" name="CHART_REPORT_WAVE_DETAIL_path_045"/>
                <p:cNvSpPr/>
                <p:nvPr/>
              </p:nvSpPr>
              <p:spPr>
                <a:xfrm>
                  <a:off x="8969375" y="5961062"/>
                  <a:ext cx="10824" cy="1852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52" h="1458" fill="norm" stroke="0">
                      <a:moveTo>
                        <a:pt x="208" y="0"/>
                      </a:moveTo>
                      <a:cubicBezTo>
                        <a:pt x="346" y="0"/>
                        <a:pt x="483" y="0"/>
                        <a:pt x="625" y="0"/>
                      </a:cubicBezTo>
                      <a:cubicBezTo>
                        <a:pt x="739" y="164"/>
                        <a:pt x="831" y="323"/>
                        <a:pt x="852" y="524"/>
                      </a:cubicBezTo>
                      <a:cubicBezTo>
                        <a:pt x="783" y="891"/>
                        <a:pt x="237" y="1250"/>
                        <a:pt x="0" y="1458"/>
                      </a:cubicBezTo>
                      <a:cubicBezTo>
                        <a:pt x="69" y="977"/>
                        <a:pt x="138" y="496"/>
                        <a:pt x="208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4005" name="CHART_REPORT_WAVE_DETAIL_path_046"/>
                <p:cNvSpPr/>
                <p:nvPr/>
              </p:nvSpPr>
              <p:spPr>
                <a:xfrm>
                  <a:off x="9358312" y="5905500"/>
                  <a:ext cx="7938" cy="1322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1042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344"/>
                        <a:pt x="625" y="688"/>
                        <a:pt x="625" y="1042"/>
                      </a:cubicBezTo>
                      <a:cubicBezTo>
                        <a:pt x="419" y="1042"/>
                        <a:pt x="212" y="1042"/>
                        <a:pt x="0" y="1042"/>
                      </a:cubicBezTo>
                      <a:cubicBezTo>
                        <a:pt x="0" y="698"/>
                        <a:pt x="0" y="354"/>
                        <a:pt x="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4006" name="CHART_REPORT_WAVE_DETAIL_path_047"/>
                <p:cNvSpPr/>
                <p:nvPr/>
              </p:nvSpPr>
              <p:spPr>
                <a:xfrm>
                  <a:off x="9080499" y="5960462"/>
                  <a:ext cx="15875" cy="85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250" h="672" fill="norm" stroke="0">
                      <a:moveTo>
                        <a:pt x="328" y="0"/>
                      </a:moveTo>
                      <a:cubicBezTo>
                        <a:pt x="370" y="2"/>
                        <a:pt x="413" y="4"/>
                        <a:pt x="457" y="7"/>
                      </a:cubicBezTo>
                      <a:cubicBezTo>
                        <a:pt x="503" y="8"/>
                        <a:pt x="549" y="9"/>
                        <a:pt x="597" y="11"/>
                      </a:cubicBezTo>
                      <a:cubicBezTo>
                        <a:pt x="645" y="14"/>
                        <a:pt x="693" y="18"/>
                        <a:pt x="742" y="21"/>
                      </a:cubicBezTo>
                      <a:cubicBezTo>
                        <a:pt x="791" y="23"/>
                        <a:pt x="840" y="25"/>
                        <a:pt x="890" y="27"/>
                      </a:cubicBezTo>
                      <a:cubicBezTo>
                        <a:pt x="1010" y="32"/>
                        <a:pt x="1130" y="39"/>
                        <a:pt x="1250" y="47"/>
                      </a:cubicBezTo>
                      <a:cubicBezTo>
                        <a:pt x="1181" y="254"/>
                        <a:pt x="1113" y="460"/>
                        <a:pt x="1042" y="672"/>
                      </a:cubicBezTo>
                      <a:cubicBezTo>
                        <a:pt x="698" y="604"/>
                        <a:pt x="354" y="535"/>
                        <a:pt x="0" y="464"/>
                      </a:cubicBezTo>
                      <a:cubicBezTo>
                        <a:pt x="208" y="47"/>
                        <a:pt x="208" y="47"/>
                        <a:pt x="328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4007" name="CHART_REPORT_WAVE_DETAIL_path_048"/>
                <p:cNvSpPr/>
                <p:nvPr/>
              </p:nvSpPr>
              <p:spPr>
                <a:xfrm>
                  <a:off x="8927042" y="5945188"/>
                  <a:ext cx="10583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33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833" y="346"/>
                        <a:pt x="833" y="483"/>
                        <a:pt x="833" y="625"/>
                      </a:cubicBezTo>
                      <a:cubicBezTo>
                        <a:pt x="558" y="694"/>
                        <a:pt x="283" y="762"/>
                        <a:pt x="0" y="833"/>
                      </a:cubicBezTo>
                      <a:cubicBezTo>
                        <a:pt x="0" y="558"/>
                        <a:pt x="0" y="283"/>
                        <a:pt x="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4008" name="CHART_REPORT_WAVE_DETAIL_path_049"/>
                <p:cNvSpPr/>
                <p:nvPr/>
              </p:nvSpPr>
              <p:spPr>
                <a:xfrm>
                  <a:off x="8874125" y="5998104"/>
                  <a:ext cx="7938" cy="1058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833" fill="norm" stroke="0">
                      <a:moveTo>
                        <a:pt x="0" y="0"/>
                      </a:moveTo>
                      <a:cubicBezTo>
                        <a:pt x="206" y="69"/>
                        <a:pt x="413" y="137"/>
                        <a:pt x="625" y="208"/>
                      </a:cubicBezTo>
                      <a:cubicBezTo>
                        <a:pt x="625" y="415"/>
                        <a:pt x="625" y="621"/>
                        <a:pt x="625" y="833"/>
                      </a:cubicBezTo>
                      <a:cubicBezTo>
                        <a:pt x="419" y="833"/>
                        <a:pt x="212" y="833"/>
                        <a:pt x="0" y="833"/>
                      </a:cubicBezTo>
                      <a:cubicBezTo>
                        <a:pt x="0" y="558"/>
                        <a:pt x="0" y="28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646" cap="flat">
                  <a:noFill/>
                </a:ln>
              </p:spPr>
            </p:sp>
            <p:sp>
              <p:nvSpPr>
                <p:cNvPr id="4009" name="CHART_REPORT_WAVE_DETAIL_path_050"/>
                <p:cNvSpPr/>
                <p:nvPr/>
              </p:nvSpPr>
              <p:spPr>
                <a:xfrm>
                  <a:off x="9263062" y="5960762"/>
                  <a:ext cx="10583" cy="1088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857" fill="norm" stroke="0">
                      <a:moveTo>
                        <a:pt x="289" y="0"/>
                      </a:moveTo>
                      <a:cubicBezTo>
                        <a:pt x="314" y="1"/>
                        <a:pt x="340" y="2"/>
                        <a:pt x="365" y="3"/>
                      </a:cubicBezTo>
                      <a:cubicBezTo>
                        <a:pt x="390" y="4"/>
                        <a:pt x="415" y="4"/>
                        <a:pt x="441" y="5"/>
                      </a:cubicBezTo>
                      <a:cubicBezTo>
                        <a:pt x="471" y="7"/>
                        <a:pt x="502" y="9"/>
                        <a:pt x="534" y="11"/>
                      </a:cubicBezTo>
                      <a:cubicBezTo>
                        <a:pt x="633" y="15"/>
                        <a:pt x="731" y="19"/>
                        <a:pt x="833" y="24"/>
                      </a:cubicBezTo>
                      <a:cubicBezTo>
                        <a:pt x="696" y="299"/>
                        <a:pt x="558" y="574"/>
                        <a:pt x="417" y="857"/>
                      </a:cubicBezTo>
                      <a:cubicBezTo>
                        <a:pt x="279" y="651"/>
                        <a:pt x="142" y="445"/>
                        <a:pt x="0" y="232"/>
                      </a:cubicBezTo>
                      <a:cubicBezTo>
                        <a:pt x="208" y="24"/>
                        <a:pt x="208" y="24"/>
                        <a:pt x="289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4010" name="CHART_REPORT_WAVE_DETAIL_path_051"/>
                <p:cNvSpPr/>
                <p:nvPr/>
              </p:nvSpPr>
              <p:spPr>
                <a:xfrm>
                  <a:off x="9001125" y="6008688"/>
                  <a:ext cx="7938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62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206"/>
                        <a:pt x="625" y="413"/>
                        <a:pt x="625" y="625"/>
                      </a:cubicBezTo>
                      <a:cubicBezTo>
                        <a:pt x="419" y="625"/>
                        <a:pt x="212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4011" name="CHART_REPORT_WAVE_DETAIL_path_052"/>
                <p:cNvSpPr/>
                <p:nvPr/>
              </p:nvSpPr>
              <p:spPr>
                <a:xfrm>
                  <a:off x="9302750" y="5921375"/>
                  <a:ext cx="7938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62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206"/>
                        <a:pt x="625" y="413"/>
                        <a:pt x="625" y="625"/>
                      </a:cubicBezTo>
                      <a:cubicBezTo>
                        <a:pt x="419" y="625"/>
                        <a:pt x="212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4012" name="CHART_REPORT_WAVE_DETAIL_path_053"/>
                <p:cNvSpPr/>
                <p:nvPr/>
              </p:nvSpPr>
              <p:spPr>
                <a:xfrm>
                  <a:off x="9001125" y="5921375"/>
                  <a:ext cx="7938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62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206"/>
                        <a:pt x="625" y="413"/>
                        <a:pt x="625" y="625"/>
                      </a:cubicBezTo>
                      <a:cubicBezTo>
                        <a:pt x="419" y="625"/>
                        <a:pt x="212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4013" name="CHART_REPORT_WAVE_DETAIL_path_054"/>
                <p:cNvSpPr/>
                <p:nvPr/>
              </p:nvSpPr>
              <p:spPr>
                <a:xfrm>
                  <a:off x="9167812" y="5913438"/>
                  <a:ext cx="7938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62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206"/>
                        <a:pt x="625" y="413"/>
                        <a:pt x="625" y="625"/>
                      </a:cubicBezTo>
                      <a:cubicBezTo>
                        <a:pt x="419" y="625"/>
                        <a:pt x="212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4014" name="CHART_REPORT_WAVE_DETAIL_path_055"/>
                <p:cNvSpPr/>
                <p:nvPr/>
              </p:nvSpPr>
              <p:spPr>
                <a:xfrm>
                  <a:off x="8874125" y="5873750"/>
                  <a:ext cx="7938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62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206"/>
                        <a:pt x="625" y="413"/>
                        <a:pt x="625" y="625"/>
                      </a:cubicBezTo>
                      <a:cubicBezTo>
                        <a:pt x="419" y="625"/>
                        <a:pt x="212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4015" name="CHART_REPORT_WAVE_DETAIL_path_056"/>
                <p:cNvSpPr/>
                <p:nvPr/>
              </p:nvSpPr>
              <p:spPr>
                <a:xfrm>
                  <a:off x="8874125" y="5857875"/>
                  <a:ext cx="7938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62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206"/>
                        <a:pt x="625" y="413"/>
                        <a:pt x="625" y="625"/>
                      </a:cubicBezTo>
                      <a:cubicBezTo>
                        <a:pt x="419" y="625"/>
                        <a:pt x="212" y="625"/>
                        <a:pt x="0" y="625"/>
                      </a:cubicBezTo>
                      <a:cubicBezTo>
                        <a:pt x="0" y="419"/>
                        <a:pt x="0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A1B8E8"/>
                </a:solidFill>
                <a:ln w="2646" cap="flat">
                  <a:noFill/>
                </a:ln>
              </p:spPr>
            </p:sp>
            <p:sp>
              <p:nvSpPr>
                <p:cNvPr id="4016" name="CHART_REPORT_WAVE_DETAIL_path_057"/>
                <p:cNvSpPr/>
                <p:nvPr/>
              </p:nvSpPr>
              <p:spPr>
                <a:xfrm>
                  <a:off x="8863542" y="6008688"/>
                  <a:ext cx="10583" cy="844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833" h="665" fill="norm" stroke="0">
                      <a:moveTo>
                        <a:pt x="0" y="0"/>
                      </a:moveTo>
                      <a:cubicBezTo>
                        <a:pt x="275" y="69"/>
                        <a:pt x="550" y="137"/>
                        <a:pt x="833" y="208"/>
                      </a:cubicBezTo>
                      <a:cubicBezTo>
                        <a:pt x="723" y="502"/>
                        <a:pt x="723" y="502"/>
                        <a:pt x="625" y="625"/>
                      </a:cubicBezTo>
                      <a:cubicBezTo>
                        <a:pt x="472" y="665"/>
                        <a:pt x="368" y="646"/>
                        <a:pt x="208" y="625"/>
                      </a:cubicBezTo>
                      <a:cubicBezTo>
                        <a:pt x="140" y="419"/>
                        <a:pt x="71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  <p:sp>
              <p:nvSpPr>
                <p:cNvPr id="4017" name="CHART_REPORT_WAVE_DETAIL_path_058"/>
                <p:cNvSpPr/>
                <p:nvPr/>
              </p:nvSpPr>
              <p:spPr>
                <a:xfrm>
                  <a:off x="8850312" y="5953125"/>
                  <a:ext cx="7938" cy="793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625" h="625" fill="norm" stroke="0">
                      <a:moveTo>
                        <a:pt x="0" y="0"/>
                      </a:moveTo>
                      <a:cubicBezTo>
                        <a:pt x="206" y="0"/>
                        <a:pt x="413" y="0"/>
                        <a:pt x="625" y="0"/>
                      </a:cubicBezTo>
                      <a:cubicBezTo>
                        <a:pt x="625" y="206"/>
                        <a:pt x="625" y="413"/>
                        <a:pt x="625" y="625"/>
                      </a:cubicBezTo>
                      <a:cubicBezTo>
                        <a:pt x="419" y="556"/>
                        <a:pt x="212" y="488"/>
                        <a:pt x="0" y="417"/>
                      </a:cubicBezTo>
                      <a:cubicBezTo>
                        <a:pt x="0" y="279"/>
                        <a:pt x="0" y="142"/>
                        <a:pt x="0" y="0"/>
                      </a:cubicBezTo>
                      <a:close/>
                    </a:path>
                  </a:pathLst>
                </a:custGeom>
                <a:solidFill>
                  <a:srgbClr val="467BDB"/>
                </a:solidFill>
                <a:ln w="2646" cap="flat">
                  <a:noFill/>
                </a:ln>
              </p:spPr>
            </p:sp>
          </p:grpSp>
          <p:sp>
            <p:nvSpPr>
              <p:cNvPr id="350" name="TXT_085"/>
              <p:cNvSpPr txBox="1"/>
              <p:nvPr/>
            </p:nvSpPr>
            <p:spPr>
              <a:xfrm>
                <a:off x="8699500" y="5381625"/>
                <a:ext cx="1127125" cy="158750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1062" b="1" i="0" spc="0" lang="en-US">
                    <a:solidFill>
                      <a:srgbClr val="79009C"/>
                    </a:solidFill>
                    <a:latin typeface="Roboto Condensed"/>
                    <a:ea typeface="微软雅黑"/>
                  </a:defRPr>
                </a:pPr>
                <a:r>
                  <a:rPr sz="1062" b="1" i="0" spc="0" lang="en-US">
                    <a:solidFill>
                      <a:srgbClr val="79009C"/>
                    </a:solidFill>
                    <a:latin typeface="Roboto Condensed"/>
                    <a:ea typeface="微软雅黑"/>
                  </a:rPr>
                  <a:t>Report &amp; citations</a:t>
                </a:r>
                <a:endParaRPr sz="1062" b="1" i="0" spc="0" lang="en-US">
                  <a:solidFill>
                    <a:srgbClr val="79009C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56" name="TXT_091"/>
              <p:cNvSpPr txBox="1"/>
              <p:nvPr/>
            </p:nvSpPr>
            <p:spPr>
              <a:xfrm>
                <a:off x="10366375" y="5588000"/>
                <a:ext cx="1357312" cy="134938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719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719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Measurements linked to sources</a:t>
                </a:r>
                <a:endParaRPr sz="719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58" name="TXT_093"/>
              <p:cNvSpPr txBox="1"/>
              <p:nvPr/>
            </p:nvSpPr>
            <p:spPr>
              <a:xfrm>
                <a:off x="10707688" y="5842000"/>
                <a:ext cx="793750" cy="166688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969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969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Source passage</a:t>
                </a:r>
                <a:endPara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359" name="TXT_094"/>
              <p:cNvSpPr txBox="1"/>
              <p:nvPr/>
            </p:nvSpPr>
            <p:spPr>
              <a:xfrm>
                <a:off x="10707688" y="6143625"/>
                <a:ext cx="904875" cy="166688"/>
              </a:xfrm>
              <a:prstGeom prst="rect">
                <a:avLst/>
              </a:prstGeom>
              <a:noFill/>
              <a:ln w="7938" cap="rnd">
                <a:noFill/>
              </a:ln>
            </p:spPr>
            <p:txBody>
              <a:bodyPr wrap="none" lIns="0" tIns="0" rIns="0" bIns="0" anchor="ctr">
                <a:noAutofit/>
              </a:bodyPr>
              <a:lstStyle/>
              <a:p>
                <a:pPr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 sz="969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defRPr>
                </a:pPr>
                <a:r>
                  <a:rPr sz="969" b="0" i="0" spc="0" lang="en-US">
                    <a:solidFill>
                      <a:srgbClr val="100934"/>
                    </a:solidFill>
                    <a:latin typeface="Roboto Condensed"/>
                    <a:ea typeface="微软雅黑"/>
                  </a:rPr>
                  <a:t>Method reference</a:t>
                </a:r>
                <a:endParaRPr sz="969" b="0" i="0" spc="0" lang="en-US">
                  <a:solidFill>
                    <a:srgbClr val="100934"/>
                  </a:solidFill>
                  <a:latin typeface="Roboto Condensed"/>
                  <a:ea typeface="微软雅黑"/>
                </a:endParaRPr>
              </a:p>
            </p:txBody>
          </p:sp>
          <p:sp>
            <p:nvSpPr>
              <p:cNvPr id="4065" name="PORT_ENV_OUTPUT_2_to"/>
              <p:cNvSpPr/>
              <p:nvPr/>
            </p:nvSpPr>
            <p:spPr>
              <a:xfrm>
                <a:off x="8461311" y="5699133"/>
                <a:ext cx="128" cy="12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</p:sp>
        </p:grpSp>
        <p:sp>
          <p:nvSpPr>
            <p:cNvPr id="304" name="TXT_039"/>
            <p:cNvSpPr txBox="1"/>
            <p:nvPr/>
          </p:nvSpPr>
          <p:spPr>
            <a:xfrm>
              <a:off x="9477375" y="2913062"/>
              <a:ext cx="1484312" cy="182562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375" b="1" i="0" spc="0" lang="en-US">
                  <a:solidFill>
                    <a:srgbClr val="79009C"/>
                  </a:solidFill>
                  <a:latin typeface="Source Sans Pro"/>
                  <a:ea typeface="微软雅黑"/>
                </a:defRPr>
              </a:pPr>
              <a:r>
                <a:rPr sz="1375" b="1" i="0" spc="0" lang="en-US">
                  <a:solidFill>
                    <a:srgbClr val="79009C"/>
                  </a:solidFill>
                  <a:latin typeface="Source Sans Pro"/>
                  <a:ea typeface="微软雅黑"/>
                </a:rPr>
                <a:t>Inspectable outputs</a:t>
              </a:r>
              <a:endParaRPr sz="1375" b="1" i="0" spc="0" lang="en-US">
                <a:solidFill>
                  <a:srgbClr val="79009C"/>
                </a:solidFill>
                <a:latin typeface="Source Sans Pro"/>
                <a:ea typeface="微软雅黑"/>
              </a:endParaRPr>
            </a:p>
          </p:txBody>
        </p:sp>
      </p:grpSp>
      <p:sp>
        <p:nvSpPr>
          <p:cNvPr id="65" name="TOOL_CALL"/>
          <p:cNvSpPr/>
          <p:nvPr/>
        </p:nvSpPr>
        <p:spPr>
          <a:xfrm>
            <a:off x="3810000" y="3881438"/>
            <a:ext cx="873125" cy="301625"/>
          </a:xfrm>
          <a:custGeom>
            <a:avLst/>
            <a:gdLst/>
            <a:ahLst/>
            <a:cxnLst/>
            <a:rect l="0" t="0" r="r" b="b"/>
            <a:pathLst>
              <a:path w="110000" h="38000" fill="none" stroke="1">
                <a:moveTo>
                  <a:pt x="0" y="38000"/>
                </a:moveTo>
                <a:cubicBezTo>
                  <a:pt x="28000" y="0"/>
                  <a:pt x="75000" y="7000"/>
                  <a:pt x="110000" y="34000"/>
                </a:cubicBezTo>
              </a:path>
            </a:pathLst>
          </a:custGeom>
          <a:noFill/>
          <a:ln w="47625" cap="rnd">
            <a:solidFill>
              <a:srgbClr val="F84B98"/>
            </a:solidFill>
            <a:round/>
            <a:tailEnd type="triangle" w="med" len="med"/>
          </a:ln>
        </p:spPr>
      </p:sp>
      <p:sp>
        <p:nvSpPr>
          <p:cNvPr id="66" name="TOOL_RETURN"/>
          <p:cNvSpPr/>
          <p:nvPr/>
        </p:nvSpPr>
        <p:spPr>
          <a:xfrm>
            <a:off x="3817938" y="4556125"/>
            <a:ext cx="873125" cy="301625"/>
          </a:xfrm>
          <a:custGeom>
            <a:avLst/>
            <a:gdLst/>
            <a:ahLst/>
            <a:cxnLst/>
            <a:rect l="0" t="0" r="r" b="b"/>
            <a:pathLst>
              <a:path w="110000" h="38000" fill="none" stroke="1">
                <a:moveTo>
                  <a:pt x="110000" y="0"/>
                </a:moveTo>
                <a:cubicBezTo>
                  <a:pt x="81000" y="38000"/>
                  <a:pt x="32000" y="33000"/>
                  <a:pt x="0" y="4000"/>
                </a:cubicBezTo>
              </a:path>
            </a:pathLst>
          </a:custGeom>
          <a:noFill/>
          <a:ln w="47625" cap="rnd">
            <a:solidFill>
              <a:srgbClr val="F65B9E"/>
            </a:solidFill>
            <a:round/>
            <a:tailEnd type="triangle" w="med" len="med"/>
          </a:ln>
        </p:spPr>
      </p:sp>
      <p:sp>
        <p:nvSpPr>
          <p:cNvPr id="75" name="HARNESS"/>
          <p:cNvSpPr/>
          <p:nvPr/>
        </p:nvSpPr>
        <p:spPr>
          <a:xfrm>
            <a:off x="1643062" y="6223000"/>
            <a:ext cx="6635750" cy="428625"/>
          </a:xfrm>
          <a:prstGeom prst="roundRect">
            <a:avLst>
              <a:gd name="adj" fmla="val 18519"/>
            </a:avLst>
          </a:prstGeom>
          <a:gradFill rotWithShape="1">
            <a:gsLst>
              <a:gs pos="0">
                <a:srgbClr val="EFE6F6"/>
              </a:gs>
              <a:gs pos="100000">
                <a:srgbClr val="FBF9FE"/>
              </a:gs>
            </a:gsLst>
            <a:lin ang="5400000" scaled="1"/>
          </a:gradFill>
          <a:ln w="20638" cap="rnd">
            <a:solidFill>
              <a:srgbClr val="BA9BC7"/>
            </a:solidFill>
            <a:round/>
          </a:ln>
        </p:spPr>
      </p:sp>
      <p:sp>
        <p:nvSpPr>
          <p:cNvPr id="76" name="HARNESS_DIV_1"/>
          <p:cNvSpPr/>
          <p:nvPr/>
        </p:nvSpPr>
        <p:spPr>
          <a:xfrm>
            <a:off x="4572000" y="6453188"/>
            <a:ext cx="8" cy="150812"/>
          </a:xfrm>
          <a:custGeom>
            <a:avLst/>
            <a:gdLst/>
            <a:ahLst/>
            <a:cxnLst/>
            <a:rect l="0" t="0" r="r" b="b"/>
            <a:pathLst>
              <a:path w="1" h="19000" fill="none" stroke="1">
                <a:moveTo>
                  <a:pt x="0" y="0"/>
                </a:moveTo>
                <a:lnTo>
                  <a:pt x="0" y="19000"/>
                </a:lnTo>
              </a:path>
            </a:pathLst>
          </a:custGeom>
          <a:noFill/>
          <a:ln w="7144" cap="rnd">
            <a:solidFill>
              <a:srgbClr val="8265A0"/>
            </a:solidFill>
            <a:round/>
          </a:ln>
        </p:spPr>
      </p:sp>
      <p:sp>
        <p:nvSpPr>
          <p:cNvPr id="77" name="HARNESS_DIV_2"/>
          <p:cNvSpPr/>
          <p:nvPr/>
        </p:nvSpPr>
        <p:spPr>
          <a:xfrm>
            <a:off x="6334125" y="6453188"/>
            <a:ext cx="8" cy="150812"/>
          </a:xfrm>
          <a:custGeom>
            <a:avLst/>
            <a:gdLst/>
            <a:ahLst/>
            <a:cxnLst/>
            <a:rect l="0" t="0" r="r" b="b"/>
            <a:pathLst>
              <a:path w="1" h="19000" fill="none" stroke="1">
                <a:moveTo>
                  <a:pt x="0" y="0"/>
                </a:moveTo>
                <a:lnTo>
                  <a:pt x="0" y="19000"/>
                </a:lnTo>
              </a:path>
            </a:pathLst>
          </a:custGeom>
          <a:noFill/>
          <a:ln w="7144" cap="rnd">
            <a:solidFill>
              <a:srgbClr val="8265A0"/>
            </a:solidFill>
            <a:round/>
          </a:ln>
        </p:spPr>
      </p:sp>
      <p:cxnSp>
        <p:nvCxnSpPr>
          <p:cNvPr id="78" name="HARNESS_UP"/>
          <p:cNvCxnSpPr/>
          <p:nvPr/>
        </p:nvCxnSpPr>
        <p:spPr>
          <a:xfrm flipV="1">
            <a:off x="6143625" y="6080125"/>
            <a:ext cx="8" cy="134938"/>
          </a:xfrm>
          <a:prstGeom prst="line">
            <a:avLst/>
          </a:prstGeom>
          <a:noFill/>
          <a:ln w="14288" cap="rnd">
            <a:solidFill>
              <a:srgbClr val="592181"/>
            </a:solidFill>
            <a:round/>
            <a:tailEnd type="triangle" w="med" len="med"/>
          </a:ln>
        </p:spPr>
      </p:cxnSp>
      <p:sp>
        <p:nvSpPr>
          <p:cNvPr id="79" name="HARNESS_AGENT"/>
          <p:cNvSpPr/>
          <p:nvPr/>
        </p:nvSpPr>
        <p:spPr>
          <a:xfrm>
            <a:off x="1500188" y="6096000"/>
            <a:ext cx="150812" cy="396875"/>
          </a:xfrm>
          <a:custGeom>
            <a:avLst/>
            <a:gdLst/>
            <a:ahLst/>
            <a:cxnLst/>
            <a:rect l="0" t="0" r="r" b="b"/>
            <a:pathLst>
              <a:path w="19000" h="50000" fill="none" stroke="1">
                <a:moveTo>
                  <a:pt x="19000" y="50000"/>
                </a:moveTo>
                <a:lnTo>
                  <a:pt x="7000" y="50000"/>
                </a:lnTo>
                <a:cubicBezTo>
                  <a:pt x="1000" y="50000"/>
                  <a:pt x="0" y="48000"/>
                  <a:pt x="0" y="42000"/>
                </a:cubicBezTo>
                <a:lnTo>
                  <a:pt x="0" y="0"/>
                </a:lnTo>
              </a:path>
            </a:pathLst>
          </a:custGeom>
          <a:noFill/>
          <a:ln w="13494" cap="rnd">
            <a:solidFill>
              <a:srgbClr val="6E3B94"/>
            </a:solidFill>
            <a:prstDash val="dash"/>
            <a:round/>
            <a:tailEnd type="triangle" w="med" len="med"/>
          </a:ln>
        </p:spPr>
      </p:sp>
      <p:cxnSp>
        <p:nvCxnSpPr>
          <p:cNvPr id="80" name="ENV_OUTPUT_0"/>
          <p:cNvCxnSpPr>
            <a:stCxn id="4060" idx="0"/>
            <a:endCxn id="4061" idx="0"/>
          </p:cNvCxnSpPr>
          <p:nvPr/>
        </p:nvCxnSpPr>
        <p:spPr>
          <a:xfrm>
            <a:off x="8080375" y="3635375"/>
            <a:ext cx="381000" cy="8"/>
          </a:xfrm>
          <a:prstGeom prst="line">
            <a:avLst/>
          </a:prstGeom>
          <a:noFill/>
          <a:ln w="15875" cap="rnd">
            <a:solidFill>
              <a:srgbClr val="4B116E"/>
            </a:solidFill>
            <a:round/>
            <a:tailEnd type="triangle" w="med" len="med"/>
          </a:ln>
        </p:spPr>
      </p:cxnSp>
      <p:cxnSp>
        <p:nvCxnSpPr>
          <p:cNvPr id="81" name="ENV_OUTPUT_1"/>
          <p:cNvCxnSpPr>
            <a:stCxn id="4062" idx="0"/>
            <a:endCxn id="4063" idx="0"/>
          </p:cNvCxnSpPr>
          <p:nvPr/>
        </p:nvCxnSpPr>
        <p:spPr>
          <a:xfrm>
            <a:off x="8080375" y="4738688"/>
            <a:ext cx="381000" cy="8"/>
          </a:xfrm>
          <a:prstGeom prst="line">
            <a:avLst/>
          </a:prstGeom>
          <a:noFill/>
          <a:ln w="15875" cap="rnd">
            <a:solidFill>
              <a:srgbClr val="4B116E"/>
            </a:solidFill>
            <a:round/>
            <a:tailEnd type="triangle" w="med" len="med"/>
          </a:ln>
        </p:spPr>
      </p:cxnSp>
      <p:cxnSp>
        <p:nvCxnSpPr>
          <p:cNvPr id="82" name="ENV_OUTPUT_2"/>
          <p:cNvCxnSpPr>
            <a:stCxn id="4064" idx="0"/>
            <a:endCxn id="4065" idx="0"/>
          </p:cNvCxnSpPr>
          <p:nvPr/>
        </p:nvCxnSpPr>
        <p:spPr>
          <a:xfrm>
            <a:off x="8080375" y="5699125"/>
            <a:ext cx="381000" cy="8"/>
          </a:xfrm>
          <a:prstGeom prst="line">
            <a:avLst/>
          </a:prstGeom>
          <a:noFill/>
          <a:ln w="15875" cap="rnd">
            <a:solidFill>
              <a:srgbClr val="4B116E"/>
            </a:solidFill>
            <a:round/>
            <a:tailEnd type="triangle" w="med" len="med"/>
          </a:ln>
        </p:spPr>
      </p:cxnSp>
      <p:grpSp>
        <p:nvGrpSpPr>
          <p:cNvPr id="4038" name="MODULE_C_MANIFEST"/>
          <p:cNvGrpSpPr/>
          <p:nvPr/>
        </p:nvGrpSpPr>
        <p:grpSpPr>
          <a:xfrm>
            <a:off x="476250" y="7032625"/>
            <a:ext cx="2063750" cy="674688"/>
            <a:chOff x="476250" y="7032625"/>
            <a:chExt cx="2063750" cy="674688"/>
          </a:xfrm>
        </p:grpSpPr>
        <p:sp>
          <p:nvSpPr>
            <p:cNvPr id="107" name="C_MANIFEST"/>
            <p:cNvSpPr/>
            <p:nvPr/>
          </p:nvSpPr>
          <p:spPr>
            <a:xfrm>
              <a:off x="476250" y="7032625"/>
              <a:ext cx="2063750" cy="674688"/>
            </a:xfrm>
            <a:prstGeom prst="roundRect">
              <a:avLst>
                <a:gd name="adj" fmla="val 11765"/>
              </a:avLst>
            </a:prstGeom>
            <a:solidFill>
              <a:srgbClr val="FFFFFF"/>
            </a:solidFill>
            <a:ln w="15875" cap="rnd">
              <a:solidFill>
                <a:srgbClr val="8152A3"/>
              </a:solidFill>
              <a:round/>
            </a:ln>
          </p:spPr>
        </p:sp>
        <p:sp>
          <p:nvSpPr>
            <p:cNvPr id="108" name="C_MANIFEST_HEADER"/>
            <p:cNvSpPr/>
            <p:nvPr/>
          </p:nvSpPr>
          <p:spPr>
            <a:xfrm>
              <a:off x="484188" y="7040562"/>
              <a:ext cx="2047875" cy="198438"/>
            </a:xfrm>
            <a:custGeom>
              <a:avLst/>
              <a:gdLst/>
              <a:ahLst/>
              <a:cxnLst/>
              <a:rect l="0" t="0" r="r" b="b"/>
              <a:pathLst>
                <a:path w="258000" h="25000" fill="norm" stroke="0">
                  <a:moveTo>
                    <a:pt x="9000" y="0"/>
                  </a:moveTo>
                  <a:lnTo>
                    <a:pt x="249000" y="0"/>
                  </a:lnTo>
                  <a:cubicBezTo>
                    <a:pt x="253971" y="0"/>
                    <a:pt x="258000" y="4029"/>
                    <a:pt x="258000" y="9000"/>
                  </a:cubicBezTo>
                  <a:lnTo>
                    <a:pt x="258000" y="25000"/>
                  </a:lnTo>
                  <a:lnTo>
                    <a:pt x="0" y="25000"/>
                  </a:lnTo>
                  <a:lnTo>
                    <a:pt x="0" y="9000"/>
                  </a:lnTo>
                  <a:cubicBezTo>
                    <a:pt x="0" y="4029"/>
                    <a:pt x="4029" y="0"/>
                    <a:pt x="900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2EAF9"/>
                </a:gs>
                <a:gs pos="100000">
                  <a:srgbClr val="F9F5FC"/>
                </a:gs>
              </a:gsLst>
              <a:lin ang="5400000" scaled="1"/>
            </a:gradFill>
            <a:ln w="11906" cap="rnd">
              <a:noFill/>
            </a:ln>
          </p:spPr>
        </p:sp>
        <p:sp>
          <p:nvSpPr>
            <p:cNvPr id="122" name="MANIFEST_COL_0"/>
            <p:cNvSpPr/>
            <p:nvPr/>
          </p:nvSpPr>
          <p:spPr>
            <a:xfrm>
              <a:off x="865188" y="7286625"/>
              <a:ext cx="8" cy="373062"/>
            </a:xfrm>
            <a:custGeom>
              <a:avLst/>
              <a:gdLst/>
              <a:ahLst/>
              <a:cxnLst/>
              <a:rect l="0" t="0" r="r" b="b"/>
              <a:pathLst>
                <a:path w="1" h="47000" fill="none" stroke="1">
                  <a:moveTo>
                    <a:pt x="0" y="0"/>
                  </a:moveTo>
                  <a:lnTo>
                    <a:pt x="0" y="47000"/>
                  </a:lnTo>
                </a:path>
              </a:pathLst>
            </a:custGeom>
            <a:noFill/>
            <a:ln w="4366" cap="rnd">
              <a:solidFill>
                <a:srgbClr val="A8A0B9"/>
              </a:solidFill>
              <a:round/>
            </a:ln>
          </p:spPr>
        </p:sp>
        <p:sp>
          <p:nvSpPr>
            <p:cNvPr id="123" name="MANIFEST_COL_1"/>
            <p:cNvSpPr/>
            <p:nvPr/>
          </p:nvSpPr>
          <p:spPr>
            <a:xfrm>
              <a:off x="1333500" y="7286625"/>
              <a:ext cx="8" cy="373062"/>
            </a:xfrm>
            <a:custGeom>
              <a:avLst/>
              <a:gdLst/>
              <a:ahLst/>
              <a:cxnLst/>
              <a:rect l="0" t="0" r="r" b="b"/>
              <a:pathLst>
                <a:path w="1" h="47000" fill="none" stroke="1">
                  <a:moveTo>
                    <a:pt x="0" y="0"/>
                  </a:moveTo>
                  <a:lnTo>
                    <a:pt x="0" y="47000"/>
                  </a:lnTo>
                </a:path>
              </a:pathLst>
            </a:custGeom>
            <a:noFill/>
            <a:ln w="4366" cap="rnd">
              <a:solidFill>
                <a:srgbClr val="A8A0B9"/>
              </a:solidFill>
              <a:round/>
            </a:ln>
          </p:spPr>
        </p:sp>
        <p:sp>
          <p:nvSpPr>
            <p:cNvPr id="124" name="MANIFEST_COL_2"/>
            <p:cNvSpPr/>
            <p:nvPr/>
          </p:nvSpPr>
          <p:spPr>
            <a:xfrm>
              <a:off x="1690688" y="7286625"/>
              <a:ext cx="8" cy="373062"/>
            </a:xfrm>
            <a:custGeom>
              <a:avLst/>
              <a:gdLst/>
              <a:ahLst/>
              <a:cxnLst/>
              <a:rect l="0" t="0" r="r" b="b"/>
              <a:pathLst>
                <a:path w="1" h="47000" fill="none" stroke="1">
                  <a:moveTo>
                    <a:pt x="0" y="0"/>
                  </a:moveTo>
                  <a:lnTo>
                    <a:pt x="0" y="47000"/>
                  </a:lnTo>
                </a:path>
              </a:pathLst>
            </a:custGeom>
            <a:noFill/>
            <a:ln w="4366" cap="rnd">
              <a:solidFill>
                <a:srgbClr val="A8A0B9"/>
              </a:solidFill>
              <a:round/>
            </a:ln>
          </p:spPr>
        </p:sp>
        <p:sp>
          <p:nvSpPr>
            <p:cNvPr id="125" name="MANIFEST_COL_3"/>
            <p:cNvSpPr/>
            <p:nvPr/>
          </p:nvSpPr>
          <p:spPr>
            <a:xfrm>
              <a:off x="2071688" y="7286625"/>
              <a:ext cx="8" cy="373062"/>
            </a:xfrm>
            <a:custGeom>
              <a:avLst/>
              <a:gdLst/>
              <a:ahLst/>
              <a:cxnLst/>
              <a:rect l="0" t="0" r="r" b="b"/>
              <a:pathLst>
                <a:path w="1" h="47000" fill="none" stroke="1">
                  <a:moveTo>
                    <a:pt x="0" y="0"/>
                  </a:moveTo>
                  <a:lnTo>
                    <a:pt x="0" y="47000"/>
                  </a:lnTo>
                </a:path>
              </a:pathLst>
            </a:custGeom>
            <a:noFill/>
            <a:ln w="4366" cap="rnd">
              <a:solidFill>
                <a:srgbClr val="A8A0B9"/>
              </a:solidFill>
              <a:round/>
            </a:ln>
          </p:spPr>
        </p:sp>
        <p:sp>
          <p:nvSpPr>
            <p:cNvPr id="126" name="MANIFEST_COL_4"/>
            <p:cNvSpPr/>
            <p:nvPr/>
          </p:nvSpPr>
          <p:spPr>
            <a:xfrm>
              <a:off x="2460625" y="7286625"/>
              <a:ext cx="8" cy="373062"/>
            </a:xfrm>
            <a:custGeom>
              <a:avLst/>
              <a:gdLst/>
              <a:ahLst/>
              <a:cxnLst/>
              <a:rect l="0" t="0" r="r" b="b"/>
              <a:pathLst>
                <a:path w="1" h="47000" fill="none" stroke="1">
                  <a:moveTo>
                    <a:pt x="0" y="0"/>
                  </a:moveTo>
                  <a:lnTo>
                    <a:pt x="0" y="47000"/>
                  </a:lnTo>
                </a:path>
              </a:pathLst>
            </a:custGeom>
            <a:noFill/>
            <a:ln w="4366" cap="rnd">
              <a:solidFill>
                <a:srgbClr val="A8A0B9"/>
              </a:solidFill>
              <a:round/>
            </a:ln>
          </p:spPr>
        </p:sp>
        <p:sp>
          <p:nvSpPr>
            <p:cNvPr id="127" name="MANIFEST_ROW_0"/>
            <p:cNvSpPr/>
            <p:nvPr/>
          </p:nvSpPr>
          <p:spPr>
            <a:xfrm>
              <a:off x="865188" y="7286625"/>
              <a:ext cx="1595438" cy="8"/>
            </a:xfrm>
            <a:custGeom>
              <a:avLst/>
              <a:gdLst/>
              <a:ahLst/>
              <a:cxnLst/>
              <a:rect l="0" t="0" r="r" b="b"/>
              <a:pathLst>
                <a:path w="201000" h="1" fill="none" stroke="1">
                  <a:moveTo>
                    <a:pt x="0" y="0"/>
                  </a:moveTo>
                  <a:lnTo>
                    <a:pt x="201000" y="0"/>
                  </a:lnTo>
                </a:path>
              </a:pathLst>
            </a:custGeom>
            <a:noFill/>
            <a:ln w="4366" cap="rnd">
              <a:solidFill>
                <a:srgbClr val="A8A0B9"/>
              </a:solidFill>
              <a:round/>
            </a:ln>
          </p:spPr>
        </p:sp>
        <p:sp>
          <p:nvSpPr>
            <p:cNvPr id="128" name="MANIFEST_ROW_1"/>
            <p:cNvSpPr/>
            <p:nvPr/>
          </p:nvSpPr>
          <p:spPr>
            <a:xfrm>
              <a:off x="865188" y="7413625"/>
              <a:ext cx="1595438" cy="8"/>
            </a:xfrm>
            <a:custGeom>
              <a:avLst/>
              <a:gdLst/>
              <a:ahLst/>
              <a:cxnLst/>
              <a:rect l="0" t="0" r="r" b="b"/>
              <a:pathLst>
                <a:path w="201000" h="1" fill="none" stroke="1">
                  <a:moveTo>
                    <a:pt x="0" y="0"/>
                  </a:moveTo>
                  <a:lnTo>
                    <a:pt x="201000" y="0"/>
                  </a:lnTo>
                </a:path>
              </a:pathLst>
            </a:custGeom>
            <a:noFill/>
            <a:ln w="4366" cap="rnd">
              <a:solidFill>
                <a:srgbClr val="A8A0B9"/>
              </a:solidFill>
              <a:round/>
            </a:ln>
          </p:spPr>
        </p:sp>
        <p:sp>
          <p:nvSpPr>
            <p:cNvPr id="129" name="MANIFEST_ROW_2"/>
            <p:cNvSpPr/>
            <p:nvPr/>
          </p:nvSpPr>
          <p:spPr>
            <a:xfrm>
              <a:off x="865188" y="7540625"/>
              <a:ext cx="1595438" cy="8"/>
            </a:xfrm>
            <a:custGeom>
              <a:avLst/>
              <a:gdLst/>
              <a:ahLst/>
              <a:cxnLst/>
              <a:rect l="0" t="0" r="r" b="b"/>
              <a:pathLst>
                <a:path w="201000" h="1" fill="none" stroke="1">
                  <a:moveTo>
                    <a:pt x="0" y="0"/>
                  </a:moveTo>
                  <a:lnTo>
                    <a:pt x="201000" y="0"/>
                  </a:lnTo>
                </a:path>
              </a:pathLst>
            </a:custGeom>
            <a:noFill/>
            <a:ln w="4366" cap="rnd">
              <a:solidFill>
                <a:srgbClr val="A8A0B9"/>
              </a:solidFill>
              <a:round/>
            </a:ln>
          </p:spPr>
        </p:sp>
        <p:sp>
          <p:nvSpPr>
            <p:cNvPr id="130" name="MANIFEST_ROW_3"/>
            <p:cNvSpPr/>
            <p:nvPr/>
          </p:nvSpPr>
          <p:spPr>
            <a:xfrm>
              <a:off x="865188" y="7659688"/>
              <a:ext cx="1595438" cy="8"/>
            </a:xfrm>
            <a:custGeom>
              <a:avLst/>
              <a:gdLst/>
              <a:ahLst/>
              <a:cxnLst/>
              <a:rect l="0" t="0" r="r" b="b"/>
              <a:pathLst>
                <a:path w="201000" h="1" fill="none" stroke="1">
                  <a:moveTo>
                    <a:pt x="0" y="0"/>
                  </a:moveTo>
                  <a:lnTo>
                    <a:pt x="201000" y="0"/>
                  </a:lnTo>
                </a:path>
              </a:pathLst>
            </a:custGeom>
            <a:noFill/>
            <a:ln w="4366" cap="rnd">
              <a:solidFill>
                <a:srgbClr val="A8A0B9"/>
              </a:solidFill>
              <a:round/>
            </a:ln>
          </p:spPr>
        </p:sp>
        <p:grpSp>
          <p:nvGrpSpPr>
            <p:cNvPr id="1806" name="ICON_C_MANIFEST_HEADER"/>
            <p:cNvGrpSpPr/>
            <p:nvPr/>
          </p:nvGrpSpPr>
          <p:grpSpPr>
            <a:xfrm>
              <a:off x="881062" y="7048500"/>
              <a:ext cx="190500" cy="182562"/>
              <a:chOff x="881062" y="7048500"/>
              <a:chExt cx="190500" cy="182562"/>
            </a:xfrm>
          </p:grpSpPr>
          <p:sp>
            <p:nvSpPr>
              <p:cNvPr id="1807" name="ICON_C_MANIFEST_HEADER_path_001"/>
              <p:cNvSpPr/>
              <p:nvPr/>
            </p:nvSpPr>
            <p:spPr>
              <a:xfrm>
                <a:off x="906222" y="7126741"/>
                <a:ext cx="137737" cy="52976"/>
              </a:xfrm>
              <a:custGeom>
                <a:avLst/>
                <a:gdLst/>
                <a:ahLst/>
                <a:cxnLst/>
                <a:rect l="0" t="0" r="r" b="b"/>
                <a:pathLst>
                  <a:path w="10845" h="4171" fill="norm" stroke="0">
                    <a:moveTo>
                      <a:pt x="64" y="0"/>
                    </a:moveTo>
                    <a:cubicBezTo>
                      <a:pt x="86" y="9"/>
                      <a:pt x="107" y="18"/>
                      <a:pt x="128" y="28"/>
                    </a:cubicBezTo>
                    <a:cubicBezTo>
                      <a:pt x="140" y="33"/>
                      <a:pt x="152" y="39"/>
                      <a:pt x="164" y="44"/>
                    </a:cubicBezTo>
                    <a:cubicBezTo>
                      <a:pt x="174" y="51"/>
                      <a:pt x="183" y="57"/>
                      <a:pt x="193" y="64"/>
                    </a:cubicBezTo>
                    <a:cubicBezTo>
                      <a:pt x="197" y="99"/>
                      <a:pt x="197" y="99"/>
                      <a:pt x="193" y="128"/>
                    </a:cubicBezTo>
                    <a:cubicBezTo>
                      <a:pt x="214" y="128"/>
                      <a:pt x="235" y="128"/>
                      <a:pt x="257" y="128"/>
                    </a:cubicBezTo>
                    <a:cubicBezTo>
                      <a:pt x="257" y="150"/>
                      <a:pt x="257" y="171"/>
                      <a:pt x="257" y="193"/>
                    </a:cubicBezTo>
                    <a:cubicBezTo>
                      <a:pt x="299" y="193"/>
                      <a:pt x="341" y="193"/>
                      <a:pt x="385" y="193"/>
                    </a:cubicBezTo>
                    <a:cubicBezTo>
                      <a:pt x="385" y="214"/>
                      <a:pt x="385" y="235"/>
                      <a:pt x="385" y="257"/>
                    </a:cubicBezTo>
                    <a:cubicBezTo>
                      <a:pt x="427" y="257"/>
                      <a:pt x="470" y="257"/>
                      <a:pt x="513" y="257"/>
                    </a:cubicBezTo>
                    <a:cubicBezTo>
                      <a:pt x="513" y="278"/>
                      <a:pt x="513" y="299"/>
                      <a:pt x="513" y="321"/>
                    </a:cubicBezTo>
                    <a:cubicBezTo>
                      <a:pt x="535" y="321"/>
                      <a:pt x="556" y="321"/>
                      <a:pt x="578" y="321"/>
                    </a:cubicBezTo>
                    <a:cubicBezTo>
                      <a:pt x="578" y="342"/>
                      <a:pt x="578" y="363"/>
                      <a:pt x="578" y="385"/>
                    </a:cubicBezTo>
                    <a:cubicBezTo>
                      <a:pt x="620" y="385"/>
                      <a:pt x="662" y="385"/>
                      <a:pt x="706" y="385"/>
                    </a:cubicBezTo>
                    <a:cubicBezTo>
                      <a:pt x="706" y="406"/>
                      <a:pt x="706" y="427"/>
                      <a:pt x="706" y="449"/>
                    </a:cubicBezTo>
                    <a:cubicBezTo>
                      <a:pt x="748" y="449"/>
                      <a:pt x="791" y="449"/>
                      <a:pt x="834" y="449"/>
                    </a:cubicBezTo>
                    <a:cubicBezTo>
                      <a:pt x="834" y="470"/>
                      <a:pt x="834" y="492"/>
                      <a:pt x="834" y="513"/>
                    </a:cubicBezTo>
                    <a:cubicBezTo>
                      <a:pt x="898" y="513"/>
                      <a:pt x="961" y="513"/>
                      <a:pt x="1027" y="513"/>
                    </a:cubicBezTo>
                    <a:cubicBezTo>
                      <a:pt x="1027" y="535"/>
                      <a:pt x="1027" y="556"/>
                      <a:pt x="1027" y="578"/>
                    </a:cubicBezTo>
                    <a:cubicBezTo>
                      <a:pt x="1069" y="578"/>
                      <a:pt x="1111" y="578"/>
                      <a:pt x="1155" y="578"/>
                    </a:cubicBezTo>
                    <a:cubicBezTo>
                      <a:pt x="1155" y="599"/>
                      <a:pt x="1155" y="620"/>
                      <a:pt x="1155" y="642"/>
                    </a:cubicBezTo>
                    <a:cubicBezTo>
                      <a:pt x="1219" y="642"/>
                      <a:pt x="1282" y="642"/>
                      <a:pt x="1348" y="642"/>
                    </a:cubicBezTo>
                    <a:cubicBezTo>
                      <a:pt x="1348" y="663"/>
                      <a:pt x="1348" y="684"/>
                      <a:pt x="1348" y="706"/>
                    </a:cubicBezTo>
                    <a:cubicBezTo>
                      <a:pt x="1411" y="706"/>
                      <a:pt x="1475" y="706"/>
                      <a:pt x="1540" y="706"/>
                    </a:cubicBezTo>
                    <a:cubicBezTo>
                      <a:pt x="1540" y="727"/>
                      <a:pt x="1540" y="748"/>
                      <a:pt x="1540" y="770"/>
                    </a:cubicBezTo>
                    <a:cubicBezTo>
                      <a:pt x="1625" y="770"/>
                      <a:pt x="1710" y="770"/>
                      <a:pt x="1797" y="770"/>
                    </a:cubicBezTo>
                    <a:cubicBezTo>
                      <a:pt x="1797" y="791"/>
                      <a:pt x="1797" y="812"/>
                      <a:pt x="1797" y="834"/>
                    </a:cubicBezTo>
                    <a:cubicBezTo>
                      <a:pt x="1882" y="834"/>
                      <a:pt x="1966" y="834"/>
                      <a:pt x="2054" y="834"/>
                    </a:cubicBezTo>
                    <a:cubicBezTo>
                      <a:pt x="2054" y="855"/>
                      <a:pt x="2054" y="877"/>
                      <a:pt x="2054" y="898"/>
                    </a:cubicBezTo>
                    <a:cubicBezTo>
                      <a:pt x="2138" y="898"/>
                      <a:pt x="2223" y="898"/>
                      <a:pt x="2310" y="898"/>
                    </a:cubicBezTo>
                    <a:cubicBezTo>
                      <a:pt x="2310" y="920"/>
                      <a:pt x="2310" y="941"/>
                      <a:pt x="2310" y="963"/>
                    </a:cubicBezTo>
                    <a:cubicBezTo>
                      <a:pt x="2416" y="963"/>
                      <a:pt x="2522" y="963"/>
                      <a:pt x="2631" y="963"/>
                    </a:cubicBezTo>
                    <a:cubicBezTo>
                      <a:pt x="2631" y="984"/>
                      <a:pt x="2631" y="1005"/>
                      <a:pt x="2631" y="1027"/>
                    </a:cubicBezTo>
                    <a:cubicBezTo>
                      <a:pt x="2737" y="1027"/>
                      <a:pt x="2843" y="1027"/>
                      <a:pt x="2952" y="1027"/>
                    </a:cubicBezTo>
                    <a:cubicBezTo>
                      <a:pt x="2952" y="1048"/>
                      <a:pt x="2952" y="1069"/>
                      <a:pt x="2952" y="1091"/>
                    </a:cubicBezTo>
                    <a:cubicBezTo>
                      <a:pt x="3100" y="1091"/>
                      <a:pt x="3248" y="1091"/>
                      <a:pt x="3401" y="1091"/>
                    </a:cubicBezTo>
                    <a:cubicBezTo>
                      <a:pt x="3401" y="1112"/>
                      <a:pt x="3401" y="1133"/>
                      <a:pt x="3401" y="1155"/>
                    </a:cubicBezTo>
                    <a:cubicBezTo>
                      <a:pt x="3613" y="1155"/>
                      <a:pt x="3825" y="1155"/>
                      <a:pt x="4043" y="1155"/>
                    </a:cubicBezTo>
                    <a:cubicBezTo>
                      <a:pt x="4043" y="1176"/>
                      <a:pt x="4043" y="1197"/>
                      <a:pt x="4043" y="1219"/>
                    </a:cubicBezTo>
                    <a:cubicBezTo>
                      <a:pt x="4975" y="1219"/>
                      <a:pt x="5907" y="1219"/>
                      <a:pt x="6867" y="1219"/>
                    </a:cubicBezTo>
                    <a:cubicBezTo>
                      <a:pt x="6867" y="1198"/>
                      <a:pt x="6867" y="1177"/>
                      <a:pt x="6867" y="1155"/>
                    </a:cubicBezTo>
                    <a:cubicBezTo>
                      <a:pt x="7078" y="1155"/>
                      <a:pt x="7290" y="1155"/>
                      <a:pt x="7508" y="1155"/>
                    </a:cubicBezTo>
                    <a:cubicBezTo>
                      <a:pt x="7508" y="1134"/>
                      <a:pt x="7508" y="1113"/>
                      <a:pt x="7508" y="1091"/>
                    </a:cubicBezTo>
                    <a:cubicBezTo>
                      <a:pt x="7657" y="1091"/>
                      <a:pt x="7805" y="1091"/>
                      <a:pt x="7958" y="1091"/>
                    </a:cubicBezTo>
                    <a:cubicBezTo>
                      <a:pt x="7958" y="1070"/>
                      <a:pt x="7958" y="1049"/>
                      <a:pt x="7958" y="1027"/>
                    </a:cubicBezTo>
                    <a:cubicBezTo>
                      <a:pt x="8063" y="1027"/>
                      <a:pt x="8169" y="1027"/>
                      <a:pt x="8278" y="1027"/>
                    </a:cubicBezTo>
                    <a:cubicBezTo>
                      <a:pt x="8278" y="1006"/>
                      <a:pt x="8278" y="984"/>
                      <a:pt x="8278" y="963"/>
                    </a:cubicBezTo>
                    <a:cubicBezTo>
                      <a:pt x="8384" y="963"/>
                      <a:pt x="8490" y="963"/>
                      <a:pt x="8599" y="963"/>
                    </a:cubicBezTo>
                    <a:cubicBezTo>
                      <a:pt x="8599" y="941"/>
                      <a:pt x="8599" y="920"/>
                      <a:pt x="8599" y="898"/>
                    </a:cubicBezTo>
                    <a:cubicBezTo>
                      <a:pt x="8684" y="898"/>
                      <a:pt x="8769" y="898"/>
                      <a:pt x="8856" y="898"/>
                    </a:cubicBezTo>
                    <a:cubicBezTo>
                      <a:pt x="8856" y="877"/>
                      <a:pt x="8856" y="856"/>
                      <a:pt x="8856" y="834"/>
                    </a:cubicBezTo>
                    <a:cubicBezTo>
                      <a:pt x="8941" y="834"/>
                      <a:pt x="9025" y="834"/>
                      <a:pt x="9113" y="834"/>
                    </a:cubicBezTo>
                    <a:cubicBezTo>
                      <a:pt x="9113" y="813"/>
                      <a:pt x="9113" y="792"/>
                      <a:pt x="9113" y="770"/>
                    </a:cubicBezTo>
                    <a:cubicBezTo>
                      <a:pt x="9176" y="770"/>
                      <a:pt x="9240" y="770"/>
                      <a:pt x="9305" y="770"/>
                    </a:cubicBezTo>
                    <a:cubicBezTo>
                      <a:pt x="9305" y="749"/>
                      <a:pt x="9305" y="728"/>
                      <a:pt x="9305" y="706"/>
                    </a:cubicBezTo>
                    <a:cubicBezTo>
                      <a:pt x="9369" y="706"/>
                      <a:pt x="9432" y="706"/>
                      <a:pt x="9498" y="706"/>
                    </a:cubicBezTo>
                    <a:cubicBezTo>
                      <a:pt x="9498" y="685"/>
                      <a:pt x="9498" y="664"/>
                      <a:pt x="9498" y="642"/>
                    </a:cubicBezTo>
                    <a:cubicBezTo>
                      <a:pt x="9561" y="642"/>
                      <a:pt x="9625" y="642"/>
                      <a:pt x="9690" y="642"/>
                    </a:cubicBezTo>
                    <a:cubicBezTo>
                      <a:pt x="9690" y="621"/>
                      <a:pt x="9690" y="599"/>
                      <a:pt x="9690" y="578"/>
                    </a:cubicBezTo>
                    <a:cubicBezTo>
                      <a:pt x="9754" y="578"/>
                      <a:pt x="9817" y="578"/>
                      <a:pt x="9883" y="578"/>
                    </a:cubicBezTo>
                    <a:cubicBezTo>
                      <a:pt x="9883" y="556"/>
                      <a:pt x="9883" y="535"/>
                      <a:pt x="9883" y="513"/>
                    </a:cubicBezTo>
                    <a:cubicBezTo>
                      <a:pt x="9925" y="513"/>
                      <a:pt x="9968" y="513"/>
                      <a:pt x="10011" y="513"/>
                    </a:cubicBezTo>
                    <a:cubicBezTo>
                      <a:pt x="10011" y="492"/>
                      <a:pt x="10011" y="471"/>
                      <a:pt x="10011" y="449"/>
                    </a:cubicBezTo>
                    <a:cubicBezTo>
                      <a:pt x="10054" y="449"/>
                      <a:pt x="10096" y="449"/>
                      <a:pt x="10140" y="449"/>
                    </a:cubicBezTo>
                    <a:cubicBezTo>
                      <a:pt x="10140" y="428"/>
                      <a:pt x="10140" y="407"/>
                      <a:pt x="10140" y="385"/>
                    </a:cubicBezTo>
                    <a:cubicBezTo>
                      <a:pt x="10182" y="385"/>
                      <a:pt x="10224" y="385"/>
                      <a:pt x="10268" y="385"/>
                    </a:cubicBezTo>
                    <a:cubicBezTo>
                      <a:pt x="10268" y="364"/>
                      <a:pt x="10268" y="343"/>
                      <a:pt x="10268" y="321"/>
                    </a:cubicBezTo>
                    <a:cubicBezTo>
                      <a:pt x="10310" y="321"/>
                      <a:pt x="10353" y="321"/>
                      <a:pt x="10396" y="321"/>
                    </a:cubicBezTo>
                    <a:cubicBezTo>
                      <a:pt x="10396" y="300"/>
                      <a:pt x="10396" y="279"/>
                      <a:pt x="10396" y="257"/>
                    </a:cubicBezTo>
                    <a:cubicBezTo>
                      <a:pt x="10417" y="257"/>
                      <a:pt x="10439" y="257"/>
                      <a:pt x="10460" y="257"/>
                    </a:cubicBezTo>
                    <a:cubicBezTo>
                      <a:pt x="10460" y="236"/>
                      <a:pt x="10460" y="214"/>
                      <a:pt x="10460" y="193"/>
                    </a:cubicBezTo>
                    <a:cubicBezTo>
                      <a:pt x="10503" y="193"/>
                      <a:pt x="10545" y="193"/>
                      <a:pt x="10589" y="193"/>
                    </a:cubicBezTo>
                    <a:cubicBezTo>
                      <a:pt x="10589" y="171"/>
                      <a:pt x="10589" y="150"/>
                      <a:pt x="10589" y="128"/>
                    </a:cubicBezTo>
                    <a:cubicBezTo>
                      <a:pt x="10631" y="128"/>
                      <a:pt x="10673" y="128"/>
                      <a:pt x="10717" y="128"/>
                    </a:cubicBezTo>
                    <a:cubicBezTo>
                      <a:pt x="10717" y="107"/>
                      <a:pt x="10717" y="86"/>
                      <a:pt x="10717" y="64"/>
                    </a:cubicBezTo>
                    <a:cubicBezTo>
                      <a:pt x="10759" y="64"/>
                      <a:pt x="10802" y="64"/>
                      <a:pt x="10845" y="64"/>
                    </a:cubicBezTo>
                    <a:cubicBezTo>
                      <a:pt x="10845" y="932"/>
                      <a:pt x="10845" y="1801"/>
                      <a:pt x="10845" y="2695"/>
                    </a:cubicBezTo>
                    <a:cubicBezTo>
                      <a:pt x="10824" y="2695"/>
                      <a:pt x="10803" y="2695"/>
                      <a:pt x="10781" y="2695"/>
                    </a:cubicBezTo>
                    <a:cubicBezTo>
                      <a:pt x="10781" y="2738"/>
                      <a:pt x="10781" y="2780"/>
                      <a:pt x="10781" y="2824"/>
                    </a:cubicBezTo>
                    <a:cubicBezTo>
                      <a:pt x="10760" y="2824"/>
                      <a:pt x="10739" y="2824"/>
                      <a:pt x="10717" y="2824"/>
                    </a:cubicBezTo>
                    <a:cubicBezTo>
                      <a:pt x="10717" y="2845"/>
                      <a:pt x="10717" y="2866"/>
                      <a:pt x="10717" y="2888"/>
                    </a:cubicBezTo>
                    <a:cubicBezTo>
                      <a:pt x="10696" y="2888"/>
                      <a:pt x="10675" y="2888"/>
                      <a:pt x="10653" y="2888"/>
                    </a:cubicBezTo>
                    <a:cubicBezTo>
                      <a:pt x="10653" y="2909"/>
                      <a:pt x="10653" y="2930"/>
                      <a:pt x="10653" y="2952"/>
                    </a:cubicBezTo>
                    <a:cubicBezTo>
                      <a:pt x="10632" y="2952"/>
                      <a:pt x="10611" y="2952"/>
                      <a:pt x="10589" y="2952"/>
                    </a:cubicBezTo>
                    <a:cubicBezTo>
                      <a:pt x="10589" y="2973"/>
                      <a:pt x="10589" y="2994"/>
                      <a:pt x="10589" y="3016"/>
                    </a:cubicBezTo>
                    <a:cubicBezTo>
                      <a:pt x="10568" y="3016"/>
                      <a:pt x="10546" y="3016"/>
                      <a:pt x="10525" y="3016"/>
                    </a:cubicBezTo>
                    <a:cubicBezTo>
                      <a:pt x="10525" y="3037"/>
                      <a:pt x="10525" y="3059"/>
                      <a:pt x="10525" y="3080"/>
                    </a:cubicBezTo>
                    <a:cubicBezTo>
                      <a:pt x="10503" y="3080"/>
                      <a:pt x="10482" y="3080"/>
                      <a:pt x="10460" y="3080"/>
                    </a:cubicBezTo>
                    <a:cubicBezTo>
                      <a:pt x="10460" y="3102"/>
                      <a:pt x="10460" y="3123"/>
                      <a:pt x="10460" y="3145"/>
                    </a:cubicBezTo>
                    <a:cubicBezTo>
                      <a:pt x="10439" y="3145"/>
                      <a:pt x="10418" y="3145"/>
                      <a:pt x="10396" y="3145"/>
                    </a:cubicBezTo>
                    <a:cubicBezTo>
                      <a:pt x="10396" y="3166"/>
                      <a:pt x="10396" y="3187"/>
                      <a:pt x="10396" y="3209"/>
                    </a:cubicBezTo>
                    <a:cubicBezTo>
                      <a:pt x="10354" y="3209"/>
                      <a:pt x="10311" y="3209"/>
                      <a:pt x="10268" y="3209"/>
                    </a:cubicBezTo>
                    <a:cubicBezTo>
                      <a:pt x="10268" y="3230"/>
                      <a:pt x="10268" y="3251"/>
                      <a:pt x="10268" y="3273"/>
                    </a:cubicBezTo>
                    <a:cubicBezTo>
                      <a:pt x="10247" y="3273"/>
                      <a:pt x="10226" y="3273"/>
                      <a:pt x="10204" y="3273"/>
                    </a:cubicBezTo>
                    <a:cubicBezTo>
                      <a:pt x="10204" y="3294"/>
                      <a:pt x="10204" y="3315"/>
                      <a:pt x="10204" y="3337"/>
                    </a:cubicBezTo>
                    <a:cubicBezTo>
                      <a:pt x="10161" y="3337"/>
                      <a:pt x="10119" y="3337"/>
                      <a:pt x="10075" y="3337"/>
                    </a:cubicBezTo>
                    <a:cubicBezTo>
                      <a:pt x="10075" y="3358"/>
                      <a:pt x="10075" y="3379"/>
                      <a:pt x="10075" y="3401"/>
                    </a:cubicBezTo>
                    <a:cubicBezTo>
                      <a:pt x="10033" y="3401"/>
                      <a:pt x="9991" y="3401"/>
                      <a:pt x="9947" y="3401"/>
                    </a:cubicBezTo>
                    <a:cubicBezTo>
                      <a:pt x="9947" y="3422"/>
                      <a:pt x="9947" y="3444"/>
                      <a:pt x="9947" y="3465"/>
                    </a:cubicBezTo>
                    <a:cubicBezTo>
                      <a:pt x="9883" y="3465"/>
                      <a:pt x="9820" y="3465"/>
                      <a:pt x="9754" y="3465"/>
                    </a:cubicBezTo>
                    <a:cubicBezTo>
                      <a:pt x="9754" y="3487"/>
                      <a:pt x="9754" y="3508"/>
                      <a:pt x="9754" y="3530"/>
                    </a:cubicBezTo>
                    <a:cubicBezTo>
                      <a:pt x="9712" y="3530"/>
                      <a:pt x="9670" y="3530"/>
                      <a:pt x="9626" y="3530"/>
                    </a:cubicBezTo>
                    <a:cubicBezTo>
                      <a:pt x="9626" y="3551"/>
                      <a:pt x="9626" y="3572"/>
                      <a:pt x="9626" y="3594"/>
                    </a:cubicBezTo>
                    <a:cubicBezTo>
                      <a:pt x="9563" y="3594"/>
                      <a:pt x="9499" y="3594"/>
                      <a:pt x="9434" y="3594"/>
                    </a:cubicBezTo>
                    <a:cubicBezTo>
                      <a:pt x="9434" y="3615"/>
                      <a:pt x="9434" y="3636"/>
                      <a:pt x="9434" y="3658"/>
                    </a:cubicBezTo>
                    <a:cubicBezTo>
                      <a:pt x="9370" y="3658"/>
                      <a:pt x="9307" y="3658"/>
                      <a:pt x="9241" y="3658"/>
                    </a:cubicBezTo>
                    <a:cubicBezTo>
                      <a:pt x="9241" y="3679"/>
                      <a:pt x="9241" y="3700"/>
                      <a:pt x="9241" y="3722"/>
                    </a:cubicBezTo>
                    <a:cubicBezTo>
                      <a:pt x="9178" y="3722"/>
                      <a:pt x="9114" y="3722"/>
                      <a:pt x="9049" y="3722"/>
                    </a:cubicBezTo>
                    <a:cubicBezTo>
                      <a:pt x="9049" y="3743"/>
                      <a:pt x="9049" y="3764"/>
                      <a:pt x="9049" y="3786"/>
                    </a:cubicBezTo>
                    <a:cubicBezTo>
                      <a:pt x="8964" y="3786"/>
                      <a:pt x="8879" y="3786"/>
                      <a:pt x="8792" y="3786"/>
                    </a:cubicBezTo>
                    <a:cubicBezTo>
                      <a:pt x="8792" y="3807"/>
                      <a:pt x="8792" y="3829"/>
                      <a:pt x="8792" y="3850"/>
                    </a:cubicBezTo>
                    <a:cubicBezTo>
                      <a:pt x="8707" y="3850"/>
                      <a:pt x="8622" y="3850"/>
                      <a:pt x="8535" y="3850"/>
                    </a:cubicBezTo>
                    <a:cubicBezTo>
                      <a:pt x="8535" y="3872"/>
                      <a:pt x="8535" y="3893"/>
                      <a:pt x="8535" y="3915"/>
                    </a:cubicBezTo>
                    <a:cubicBezTo>
                      <a:pt x="8429" y="3915"/>
                      <a:pt x="8323" y="3915"/>
                      <a:pt x="8214" y="3915"/>
                    </a:cubicBezTo>
                    <a:cubicBezTo>
                      <a:pt x="8214" y="3936"/>
                      <a:pt x="8214" y="3957"/>
                      <a:pt x="8214" y="3979"/>
                    </a:cubicBezTo>
                    <a:cubicBezTo>
                      <a:pt x="8087" y="3979"/>
                      <a:pt x="7960" y="3979"/>
                      <a:pt x="7829" y="3979"/>
                    </a:cubicBezTo>
                    <a:cubicBezTo>
                      <a:pt x="7829" y="4000"/>
                      <a:pt x="7829" y="4021"/>
                      <a:pt x="7829" y="4043"/>
                    </a:cubicBezTo>
                    <a:cubicBezTo>
                      <a:pt x="7681" y="4043"/>
                      <a:pt x="7533" y="4043"/>
                      <a:pt x="7380" y="4043"/>
                    </a:cubicBezTo>
                    <a:cubicBezTo>
                      <a:pt x="7380" y="4064"/>
                      <a:pt x="7380" y="4085"/>
                      <a:pt x="7380" y="4107"/>
                    </a:cubicBezTo>
                    <a:cubicBezTo>
                      <a:pt x="7147" y="4107"/>
                      <a:pt x="6914" y="4107"/>
                      <a:pt x="6674" y="4107"/>
                    </a:cubicBezTo>
                    <a:cubicBezTo>
                      <a:pt x="6674" y="4128"/>
                      <a:pt x="6674" y="4149"/>
                      <a:pt x="6674" y="4171"/>
                    </a:cubicBezTo>
                    <a:cubicBezTo>
                      <a:pt x="5869" y="4171"/>
                      <a:pt x="5065" y="4171"/>
                      <a:pt x="4235" y="4171"/>
                    </a:cubicBezTo>
                    <a:cubicBezTo>
                      <a:pt x="4235" y="4150"/>
                      <a:pt x="4235" y="4129"/>
                      <a:pt x="4235" y="4107"/>
                    </a:cubicBezTo>
                    <a:cubicBezTo>
                      <a:pt x="4024" y="4107"/>
                      <a:pt x="3812" y="4107"/>
                      <a:pt x="3594" y="4107"/>
                    </a:cubicBezTo>
                    <a:cubicBezTo>
                      <a:pt x="3594" y="4086"/>
                      <a:pt x="3594" y="4065"/>
                      <a:pt x="3594" y="4043"/>
                    </a:cubicBezTo>
                    <a:cubicBezTo>
                      <a:pt x="3424" y="4043"/>
                      <a:pt x="3255" y="4043"/>
                      <a:pt x="3080" y="4043"/>
                    </a:cubicBezTo>
                    <a:cubicBezTo>
                      <a:pt x="3080" y="4022"/>
                      <a:pt x="3080" y="4001"/>
                      <a:pt x="3080" y="3979"/>
                    </a:cubicBezTo>
                    <a:cubicBezTo>
                      <a:pt x="2953" y="3979"/>
                      <a:pt x="2826" y="3979"/>
                      <a:pt x="2695" y="3979"/>
                    </a:cubicBezTo>
                    <a:cubicBezTo>
                      <a:pt x="2695" y="3958"/>
                      <a:pt x="2695" y="3936"/>
                      <a:pt x="2695" y="3915"/>
                    </a:cubicBezTo>
                    <a:cubicBezTo>
                      <a:pt x="2611" y="3915"/>
                      <a:pt x="2526" y="3915"/>
                      <a:pt x="2439" y="3915"/>
                    </a:cubicBezTo>
                    <a:cubicBezTo>
                      <a:pt x="2439" y="3893"/>
                      <a:pt x="2439" y="3872"/>
                      <a:pt x="2439" y="3850"/>
                    </a:cubicBezTo>
                    <a:cubicBezTo>
                      <a:pt x="2333" y="3850"/>
                      <a:pt x="2227" y="3850"/>
                      <a:pt x="2118" y="3850"/>
                    </a:cubicBezTo>
                    <a:cubicBezTo>
                      <a:pt x="2118" y="3829"/>
                      <a:pt x="2118" y="3808"/>
                      <a:pt x="2118" y="3786"/>
                    </a:cubicBezTo>
                    <a:cubicBezTo>
                      <a:pt x="2033" y="3786"/>
                      <a:pt x="1948" y="3786"/>
                      <a:pt x="1861" y="3786"/>
                    </a:cubicBezTo>
                    <a:cubicBezTo>
                      <a:pt x="1861" y="3765"/>
                      <a:pt x="1861" y="3744"/>
                      <a:pt x="1861" y="3722"/>
                    </a:cubicBezTo>
                    <a:cubicBezTo>
                      <a:pt x="1798" y="3722"/>
                      <a:pt x="1734" y="3722"/>
                      <a:pt x="1669" y="3722"/>
                    </a:cubicBezTo>
                    <a:cubicBezTo>
                      <a:pt x="1669" y="3701"/>
                      <a:pt x="1669" y="3680"/>
                      <a:pt x="1669" y="3658"/>
                    </a:cubicBezTo>
                    <a:cubicBezTo>
                      <a:pt x="1605" y="3658"/>
                      <a:pt x="1541" y="3658"/>
                      <a:pt x="1476" y="3658"/>
                    </a:cubicBezTo>
                    <a:cubicBezTo>
                      <a:pt x="1476" y="3637"/>
                      <a:pt x="1476" y="3616"/>
                      <a:pt x="1476" y="3594"/>
                    </a:cubicBezTo>
                    <a:cubicBezTo>
                      <a:pt x="1412" y="3594"/>
                      <a:pt x="1349" y="3594"/>
                      <a:pt x="1283" y="3594"/>
                    </a:cubicBezTo>
                    <a:cubicBezTo>
                      <a:pt x="1283" y="3573"/>
                      <a:pt x="1283" y="3551"/>
                      <a:pt x="1283" y="3530"/>
                    </a:cubicBezTo>
                    <a:cubicBezTo>
                      <a:pt x="1220" y="3530"/>
                      <a:pt x="1156" y="3530"/>
                      <a:pt x="1091" y="3530"/>
                    </a:cubicBezTo>
                    <a:cubicBezTo>
                      <a:pt x="1091" y="3508"/>
                      <a:pt x="1091" y="3487"/>
                      <a:pt x="1091" y="3465"/>
                    </a:cubicBezTo>
                    <a:cubicBezTo>
                      <a:pt x="1049" y="3465"/>
                      <a:pt x="1006" y="3465"/>
                      <a:pt x="963" y="3465"/>
                    </a:cubicBezTo>
                    <a:cubicBezTo>
                      <a:pt x="963" y="3444"/>
                      <a:pt x="963" y="3423"/>
                      <a:pt x="963" y="3401"/>
                    </a:cubicBezTo>
                    <a:cubicBezTo>
                      <a:pt x="920" y="3401"/>
                      <a:pt x="878" y="3401"/>
                      <a:pt x="834" y="3401"/>
                    </a:cubicBezTo>
                    <a:cubicBezTo>
                      <a:pt x="834" y="3380"/>
                      <a:pt x="834" y="3359"/>
                      <a:pt x="834" y="3337"/>
                    </a:cubicBezTo>
                    <a:cubicBezTo>
                      <a:pt x="792" y="3337"/>
                      <a:pt x="750" y="3337"/>
                      <a:pt x="706" y="3337"/>
                    </a:cubicBezTo>
                    <a:cubicBezTo>
                      <a:pt x="706" y="3316"/>
                      <a:pt x="706" y="3295"/>
                      <a:pt x="706" y="3273"/>
                    </a:cubicBezTo>
                    <a:cubicBezTo>
                      <a:pt x="685" y="3273"/>
                      <a:pt x="664" y="3273"/>
                      <a:pt x="642" y="3273"/>
                    </a:cubicBezTo>
                    <a:cubicBezTo>
                      <a:pt x="642" y="3252"/>
                      <a:pt x="642" y="3231"/>
                      <a:pt x="642" y="3209"/>
                    </a:cubicBezTo>
                    <a:cubicBezTo>
                      <a:pt x="599" y="3209"/>
                      <a:pt x="557" y="3209"/>
                      <a:pt x="513" y="3209"/>
                    </a:cubicBezTo>
                    <a:cubicBezTo>
                      <a:pt x="513" y="3188"/>
                      <a:pt x="513" y="3166"/>
                      <a:pt x="513" y="3145"/>
                    </a:cubicBezTo>
                    <a:cubicBezTo>
                      <a:pt x="492" y="3145"/>
                      <a:pt x="471" y="3145"/>
                      <a:pt x="449" y="3145"/>
                    </a:cubicBezTo>
                    <a:cubicBezTo>
                      <a:pt x="449" y="3123"/>
                      <a:pt x="449" y="3102"/>
                      <a:pt x="449" y="3080"/>
                    </a:cubicBezTo>
                    <a:cubicBezTo>
                      <a:pt x="407" y="3080"/>
                      <a:pt x="365" y="3080"/>
                      <a:pt x="321" y="3080"/>
                    </a:cubicBezTo>
                    <a:cubicBezTo>
                      <a:pt x="321" y="3059"/>
                      <a:pt x="321" y="3038"/>
                      <a:pt x="321" y="3016"/>
                    </a:cubicBezTo>
                    <a:cubicBezTo>
                      <a:pt x="300" y="3016"/>
                      <a:pt x="279" y="3016"/>
                      <a:pt x="257" y="3016"/>
                    </a:cubicBezTo>
                    <a:cubicBezTo>
                      <a:pt x="257" y="2995"/>
                      <a:pt x="257" y="2974"/>
                      <a:pt x="257" y="2952"/>
                    </a:cubicBezTo>
                    <a:cubicBezTo>
                      <a:pt x="236" y="2952"/>
                      <a:pt x="214" y="2952"/>
                      <a:pt x="193" y="2952"/>
                    </a:cubicBezTo>
                    <a:cubicBezTo>
                      <a:pt x="193" y="2910"/>
                      <a:pt x="193" y="2867"/>
                      <a:pt x="193" y="2824"/>
                    </a:cubicBezTo>
                    <a:cubicBezTo>
                      <a:pt x="171" y="2824"/>
                      <a:pt x="150" y="2824"/>
                      <a:pt x="128" y="2824"/>
                    </a:cubicBezTo>
                    <a:cubicBezTo>
                      <a:pt x="128" y="2802"/>
                      <a:pt x="128" y="2781"/>
                      <a:pt x="128" y="2759"/>
                    </a:cubicBezTo>
                    <a:cubicBezTo>
                      <a:pt x="107" y="2759"/>
                      <a:pt x="86" y="2759"/>
                      <a:pt x="64" y="2759"/>
                    </a:cubicBezTo>
                    <a:cubicBezTo>
                      <a:pt x="64" y="2696"/>
                      <a:pt x="64" y="2632"/>
                      <a:pt x="64" y="2567"/>
                    </a:cubicBezTo>
                    <a:cubicBezTo>
                      <a:pt x="43" y="2567"/>
                      <a:pt x="22" y="2567"/>
                      <a:pt x="0" y="2567"/>
                    </a:cubicBezTo>
                    <a:cubicBezTo>
                      <a:pt x="0" y="1741"/>
                      <a:pt x="0" y="915"/>
                      <a:pt x="0" y="64"/>
                    </a:cubicBezTo>
                    <a:cubicBezTo>
                      <a:pt x="21" y="64"/>
                      <a:pt x="42" y="64"/>
                      <a:pt x="64" y="64"/>
                    </a:cubicBezTo>
                    <a:cubicBezTo>
                      <a:pt x="64" y="43"/>
                      <a:pt x="64" y="22"/>
                      <a:pt x="64" y="0"/>
                    </a:cubicBezTo>
                    <a:close/>
                    <a:moveTo>
                      <a:pt x="8920" y="1476"/>
                    </a:moveTo>
                    <a:cubicBezTo>
                      <a:pt x="8920" y="1497"/>
                      <a:pt x="8920" y="1518"/>
                      <a:pt x="8920" y="1540"/>
                    </a:cubicBezTo>
                    <a:cubicBezTo>
                      <a:pt x="8857" y="1540"/>
                      <a:pt x="8793" y="1540"/>
                      <a:pt x="8728" y="1540"/>
                    </a:cubicBezTo>
                    <a:cubicBezTo>
                      <a:pt x="8728" y="1561"/>
                      <a:pt x="8728" y="1583"/>
                      <a:pt x="8728" y="1604"/>
                    </a:cubicBezTo>
                    <a:cubicBezTo>
                      <a:pt x="8707" y="1604"/>
                      <a:pt x="8685" y="1604"/>
                      <a:pt x="8664" y="1604"/>
                    </a:cubicBezTo>
                    <a:cubicBezTo>
                      <a:pt x="8664" y="1626"/>
                      <a:pt x="8664" y="1647"/>
                      <a:pt x="8664" y="1669"/>
                    </a:cubicBezTo>
                    <a:cubicBezTo>
                      <a:pt x="8642" y="1669"/>
                      <a:pt x="8621" y="1669"/>
                      <a:pt x="8599" y="1669"/>
                    </a:cubicBezTo>
                    <a:cubicBezTo>
                      <a:pt x="8599" y="1690"/>
                      <a:pt x="8599" y="1711"/>
                      <a:pt x="8599" y="1733"/>
                    </a:cubicBezTo>
                    <a:cubicBezTo>
                      <a:pt x="8578" y="1733"/>
                      <a:pt x="8557" y="1733"/>
                      <a:pt x="8535" y="1733"/>
                    </a:cubicBezTo>
                    <a:cubicBezTo>
                      <a:pt x="8535" y="1754"/>
                      <a:pt x="8535" y="1775"/>
                      <a:pt x="8535" y="1797"/>
                    </a:cubicBezTo>
                    <a:cubicBezTo>
                      <a:pt x="8514" y="1797"/>
                      <a:pt x="8493" y="1797"/>
                      <a:pt x="8471" y="1797"/>
                    </a:cubicBezTo>
                    <a:cubicBezTo>
                      <a:pt x="8471" y="1818"/>
                      <a:pt x="8471" y="1839"/>
                      <a:pt x="8471" y="1861"/>
                    </a:cubicBezTo>
                    <a:cubicBezTo>
                      <a:pt x="8450" y="1861"/>
                      <a:pt x="8429" y="1861"/>
                      <a:pt x="8407" y="1861"/>
                    </a:cubicBezTo>
                    <a:cubicBezTo>
                      <a:pt x="8407" y="1925"/>
                      <a:pt x="8407" y="1988"/>
                      <a:pt x="8407" y="2054"/>
                    </a:cubicBezTo>
                    <a:cubicBezTo>
                      <a:pt x="8386" y="2054"/>
                      <a:pt x="8364" y="2054"/>
                      <a:pt x="8343" y="2054"/>
                    </a:cubicBezTo>
                    <a:cubicBezTo>
                      <a:pt x="8343" y="2159"/>
                      <a:pt x="8343" y="2265"/>
                      <a:pt x="8343" y="2374"/>
                    </a:cubicBezTo>
                    <a:cubicBezTo>
                      <a:pt x="8364" y="2374"/>
                      <a:pt x="8385" y="2374"/>
                      <a:pt x="8407" y="2374"/>
                    </a:cubicBezTo>
                    <a:cubicBezTo>
                      <a:pt x="8407" y="2438"/>
                      <a:pt x="8407" y="2502"/>
                      <a:pt x="8407" y="2567"/>
                    </a:cubicBezTo>
                    <a:cubicBezTo>
                      <a:pt x="8428" y="2567"/>
                      <a:pt x="8449" y="2567"/>
                      <a:pt x="8471" y="2567"/>
                    </a:cubicBezTo>
                    <a:cubicBezTo>
                      <a:pt x="8471" y="2588"/>
                      <a:pt x="8471" y="2609"/>
                      <a:pt x="8471" y="2631"/>
                    </a:cubicBezTo>
                    <a:cubicBezTo>
                      <a:pt x="8492" y="2631"/>
                      <a:pt x="8513" y="2631"/>
                      <a:pt x="8535" y="2631"/>
                    </a:cubicBezTo>
                    <a:cubicBezTo>
                      <a:pt x="8535" y="2652"/>
                      <a:pt x="8535" y="2673"/>
                      <a:pt x="8535" y="2695"/>
                    </a:cubicBezTo>
                    <a:cubicBezTo>
                      <a:pt x="8556" y="2695"/>
                      <a:pt x="8578" y="2695"/>
                      <a:pt x="8599" y="2695"/>
                    </a:cubicBezTo>
                    <a:cubicBezTo>
                      <a:pt x="8599" y="2716"/>
                      <a:pt x="8599" y="2738"/>
                      <a:pt x="8599" y="2759"/>
                    </a:cubicBezTo>
                    <a:cubicBezTo>
                      <a:pt x="8621" y="2759"/>
                      <a:pt x="8642" y="2759"/>
                      <a:pt x="8664" y="2759"/>
                    </a:cubicBezTo>
                    <a:cubicBezTo>
                      <a:pt x="8664" y="2781"/>
                      <a:pt x="8664" y="2802"/>
                      <a:pt x="8664" y="2824"/>
                    </a:cubicBezTo>
                    <a:cubicBezTo>
                      <a:pt x="8685" y="2824"/>
                      <a:pt x="8706" y="2824"/>
                      <a:pt x="8728" y="2824"/>
                    </a:cubicBezTo>
                    <a:cubicBezTo>
                      <a:pt x="8728" y="2845"/>
                      <a:pt x="8728" y="2866"/>
                      <a:pt x="8728" y="2888"/>
                    </a:cubicBezTo>
                    <a:cubicBezTo>
                      <a:pt x="8791" y="2888"/>
                      <a:pt x="8855" y="2888"/>
                      <a:pt x="8920" y="2888"/>
                    </a:cubicBezTo>
                    <a:cubicBezTo>
                      <a:pt x="8920" y="2909"/>
                      <a:pt x="8920" y="2930"/>
                      <a:pt x="8920" y="2952"/>
                    </a:cubicBezTo>
                    <a:cubicBezTo>
                      <a:pt x="9026" y="2952"/>
                      <a:pt x="9132" y="2952"/>
                      <a:pt x="9241" y="2952"/>
                    </a:cubicBezTo>
                    <a:cubicBezTo>
                      <a:pt x="9241" y="2931"/>
                      <a:pt x="9241" y="2910"/>
                      <a:pt x="9241" y="2888"/>
                    </a:cubicBezTo>
                    <a:cubicBezTo>
                      <a:pt x="9283" y="2888"/>
                      <a:pt x="9326" y="2888"/>
                      <a:pt x="9369" y="2888"/>
                    </a:cubicBezTo>
                    <a:cubicBezTo>
                      <a:pt x="9369" y="2867"/>
                      <a:pt x="9369" y="2845"/>
                      <a:pt x="9369" y="2824"/>
                    </a:cubicBezTo>
                    <a:cubicBezTo>
                      <a:pt x="9412" y="2824"/>
                      <a:pt x="9454" y="2824"/>
                      <a:pt x="9498" y="2824"/>
                    </a:cubicBezTo>
                    <a:cubicBezTo>
                      <a:pt x="9498" y="2802"/>
                      <a:pt x="9498" y="2781"/>
                      <a:pt x="9498" y="2759"/>
                    </a:cubicBezTo>
                    <a:cubicBezTo>
                      <a:pt x="9519" y="2759"/>
                      <a:pt x="9540" y="2759"/>
                      <a:pt x="9562" y="2759"/>
                    </a:cubicBezTo>
                    <a:cubicBezTo>
                      <a:pt x="9562" y="2738"/>
                      <a:pt x="9562" y="2717"/>
                      <a:pt x="9562" y="2695"/>
                    </a:cubicBezTo>
                    <a:cubicBezTo>
                      <a:pt x="9583" y="2695"/>
                      <a:pt x="9604" y="2695"/>
                      <a:pt x="9626" y="2695"/>
                    </a:cubicBezTo>
                    <a:cubicBezTo>
                      <a:pt x="9626" y="2674"/>
                      <a:pt x="9626" y="2653"/>
                      <a:pt x="9626" y="2631"/>
                    </a:cubicBezTo>
                    <a:cubicBezTo>
                      <a:pt x="9647" y="2631"/>
                      <a:pt x="9668" y="2631"/>
                      <a:pt x="9690" y="2631"/>
                    </a:cubicBezTo>
                    <a:cubicBezTo>
                      <a:pt x="9690" y="2610"/>
                      <a:pt x="9690" y="2589"/>
                      <a:pt x="9690" y="2567"/>
                    </a:cubicBezTo>
                    <a:cubicBezTo>
                      <a:pt x="9711" y="2567"/>
                      <a:pt x="9733" y="2567"/>
                      <a:pt x="9754" y="2567"/>
                    </a:cubicBezTo>
                    <a:cubicBezTo>
                      <a:pt x="9754" y="2503"/>
                      <a:pt x="9754" y="2440"/>
                      <a:pt x="9754" y="2374"/>
                    </a:cubicBezTo>
                    <a:cubicBezTo>
                      <a:pt x="9776" y="2374"/>
                      <a:pt x="9797" y="2374"/>
                      <a:pt x="9819" y="2374"/>
                    </a:cubicBezTo>
                    <a:cubicBezTo>
                      <a:pt x="9819" y="2247"/>
                      <a:pt x="9819" y="2120"/>
                      <a:pt x="9819" y="1989"/>
                    </a:cubicBezTo>
                    <a:cubicBezTo>
                      <a:pt x="9797" y="1989"/>
                      <a:pt x="9776" y="1989"/>
                      <a:pt x="9754" y="1989"/>
                    </a:cubicBezTo>
                    <a:cubicBezTo>
                      <a:pt x="9754" y="1947"/>
                      <a:pt x="9754" y="1905"/>
                      <a:pt x="9754" y="1861"/>
                    </a:cubicBezTo>
                    <a:cubicBezTo>
                      <a:pt x="9733" y="1861"/>
                      <a:pt x="9712" y="1861"/>
                      <a:pt x="9690" y="1861"/>
                    </a:cubicBezTo>
                    <a:cubicBezTo>
                      <a:pt x="9690" y="1819"/>
                      <a:pt x="9690" y="1776"/>
                      <a:pt x="9690" y="1733"/>
                    </a:cubicBezTo>
                    <a:cubicBezTo>
                      <a:pt x="9669" y="1733"/>
                      <a:pt x="9648" y="1733"/>
                      <a:pt x="9626" y="1733"/>
                    </a:cubicBezTo>
                    <a:cubicBezTo>
                      <a:pt x="9626" y="1712"/>
                      <a:pt x="9626" y="1690"/>
                      <a:pt x="9626" y="1669"/>
                    </a:cubicBezTo>
                    <a:cubicBezTo>
                      <a:pt x="9584" y="1669"/>
                      <a:pt x="9541" y="1669"/>
                      <a:pt x="9498" y="1669"/>
                    </a:cubicBezTo>
                    <a:cubicBezTo>
                      <a:pt x="9498" y="1647"/>
                      <a:pt x="9498" y="1626"/>
                      <a:pt x="9498" y="1604"/>
                    </a:cubicBezTo>
                    <a:cubicBezTo>
                      <a:pt x="9477" y="1604"/>
                      <a:pt x="9455" y="1604"/>
                      <a:pt x="9434" y="1604"/>
                    </a:cubicBezTo>
                    <a:cubicBezTo>
                      <a:pt x="9434" y="1583"/>
                      <a:pt x="9434" y="1562"/>
                      <a:pt x="9434" y="1540"/>
                    </a:cubicBezTo>
                    <a:cubicBezTo>
                      <a:pt x="9370" y="1540"/>
                      <a:pt x="9307" y="1540"/>
                      <a:pt x="9241" y="1540"/>
                    </a:cubicBezTo>
                    <a:cubicBezTo>
                      <a:pt x="9241" y="1519"/>
                      <a:pt x="9241" y="1498"/>
                      <a:pt x="9241" y="1476"/>
                    </a:cubicBezTo>
                    <a:cubicBezTo>
                      <a:pt x="9135" y="1476"/>
                      <a:pt x="9029" y="1476"/>
                      <a:pt x="8920" y="1476"/>
                    </a:cubicBezTo>
                    <a:close/>
                  </a:path>
                </a:pathLst>
              </a:custGeom>
              <a:solidFill>
                <a:srgbClr val="ACB5E9"/>
              </a:solidFill>
              <a:ln w="408" cap="flat">
                <a:noFill/>
              </a:ln>
            </p:spPr>
          </p:sp>
          <p:sp>
            <p:nvSpPr>
              <p:cNvPr id="1808" name="ICON_C_MANIFEST_HEADER_path_002"/>
              <p:cNvSpPr/>
              <p:nvPr/>
            </p:nvSpPr>
            <p:spPr>
              <a:xfrm>
                <a:off x="906222" y="7169122"/>
                <a:ext cx="137737" cy="52161"/>
              </a:xfrm>
              <a:custGeom>
                <a:avLst/>
                <a:gdLst/>
                <a:ahLst/>
                <a:cxnLst/>
                <a:rect l="0" t="0" r="r" b="b"/>
                <a:pathLst>
                  <a:path w="10845" h="4107" fill="norm" stroke="0">
                    <a:moveTo>
                      <a:pt x="0" y="0"/>
                    </a:moveTo>
                    <a:cubicBezTo>
                      <a:pt x="64" y="0"/>
                      <a:pt x="127" y="0"/>
                      <a:pt x="193" y="0"/>
                    </a:cubicBezTo>
                    <a:cubicBezTo>
                      <a:pt x="193" y="21"/>
                      <a:pt x="193" y="42"/>
                      <a:pt x="193" y="64"/>
                    </a:cubicBezTo>
                    <a:cubicBezTo>
                      <a:pt x="214" y="64"/>
                      <a:pt x="235" y="64"/>
                      <a:pt x="257" y="64"/>
                    </a:cubicBezTo>
                    <a:cubicBezTo>
                      <a:pt x="257" y="85"/>
                      <a:pt x="257" y="107"/>
                      <a:pt x="257" y="128"/>
                    </a:cubicBezTo>
                    <a:cubicBezTo>
                      <a:pt x="278" y="128"/>
                      <a:pt x="299" y="128"/>
                      <a:pt x="321" y="128"/>
                    </a:cubicBezTo>
                    <a:cubicBezTo>
                      <a:pt x="321" y="150"/>
                      <a:pt x="321" y="171"/>
                      <a:pt x="321" y="193"/>
                    </a:cubicBezTo>
                    <a:cubicBezTo>
                      <a:pt x="363" y="193"/>
                      <a:pt x="406" y="193"/>
                      <a:pt x="449" y="193"/>
                    </a:cubicBezTo>
                    <a:cubicBezTo>
                      <a:pt x="449" y="214"/>
                      <a:pt x="449" y="235"/>
                      <a:pt x="449" y="257"/>
                    </a:cubicBezTo>
                    <a:cubicBezTo>
                      <a:pt x="492" y="257"/>
                      <a:pt x="534" y="257"/>
                      <a:pt x="578" y="257"/>
                    </a:cubicBezTo>
                    <a:cubicBezTo>
                      <a:pt x="578" y="278"/>
                      <a:pt x="578" y="299"/>
                      <a:pt x="578" y="321"/>
                    </a:cubicBezTo>
                    <a:cubicBezTo>
                      <a:pt x="599" y="321"/>
                      <a:pt x="620" y="321"/>
                      <a:pt x="642" y="321"/>
                    </a:cubicBezTo>
                    <a:cubicBezTo>
                      <a:pt x="642" y="342"/>
                      <a:pt x="642" y="363"/>
                      <a:pt x="642" y="385"/>
                    </a:cubicBezTo>
                    <a:cubicBezTo>
                      <a:pt x="684" y="385"/>
                      <a:pt x="726" y="385"/>
                      <a:pt x="770" y="385"/>
                    </a:cubicBezTo>
                    <a:cubicBezTo>
                      <a:pt x="770" y="406"/>
                      <a:pt x="770" y="427"/>
                      <a:pt x="770" y="449"/>
                    </a:cubicBezTo>
                    <a:cubicBezTo>
                      <a:pt x="834" y="449"/>
                      <a:pt x="897" y="449"/>
                      <a:pt x="963" y="449"/>
                    </a:cubicBezTo>
                    <a:cubicBezTo>
                      <a:pt x="963" y="470"/>
                      <a:pt x="963" y="492"/>
                      <a:pt x="963" y="513"/>
                    </a:cubicBezTo>
                    <a:cubicBezTo>
                      <a:pt x="1005" y="513"/>
                      <a:pt x="1047" y="513"/>
                      <a:pt x="1091" y="513"/>
                    </a:cubicBezTo>
                    <a:cubicBezTo>
                      <a:pt x="1091" y="535"/>
                      <a:pt x="1091" y="556"/>
                      <a:pt x="1091" y="578"/>
                    </a:cubicBezTo>
                    <a:cubicBezTo>
                      <a:pt x="1154" y="578"/>
                      <a:pt x="1218" y="578"/>
                      <a:pt x="1283" y="578"/>
                    </a:cubicBezTo>
                    <a:cubicBezTo>
                      <a:pt x="1283" y="599"/>
                      <a:pt x="1283" y="620"/>
                      <a:pt x="1283" y="642"/>
                    </a:cubicBezTo>
                    <a:cubicBezTo>
                      <a:pt x="1347" y="642"/>
                      <a:pt x="1411" y="642"/>
                      <a:pt x="1476" y="642"/>
                    </a:cubicBezTo>
                    <a:cubicBezTo>
                      <a:pt x="1476" y="663"/>
                      <a:pt x="1476" y="684"/>
                      <a:pt x="1476" y="706"/>
                    </a:cubicBezTo>
                    <a:cubicBezTo>
                      <a:pt x="1540" y="706"/>
                      <a:pt x="1603" y="706"/>
                      <a:pt x="1669" y="706"/>
                    </a:cubicBezTo>
                    <a:cubicBezTo>
                      <a:pt x="1669" y="727"/>
                      <a:pt x="1669" y="748"/>
                      <a:pt x="1669" y="770"/>
                    </a:cubicBezTo>
                    <a:cubicBezTo>
                      <a:pt x="1753" y="770"/>
                      <a:pt x="1838" y="770"/>
                      <a:pt x="1925" y="770"/>
                    </a:cubicBezTo>
                    <a:cubicBezTo>
                      <a:pt x="1925" y="791"/>
                      <a:pt x="1925" y="812"/>
                      <a:pt x="1925" y="834"/>
                    </a:cubicBezTo>
                    <a:cubicBezTo>
                      <a:pt x="1989" y="834"/>
                      <a:pt x="2052" y="834"/>
                      <a:pt x="2118" y="834"/>
                    </a:cubicBezTo>
                    <a:cubicBezTo>
                      <a:pt x="2118" y="855"/>
                      <a:pt x="2118" y="877"/>
                      <a:pt x="2118" y="898"/>
                    </a:cubicBezTo>
                    <a:cubicBezTo>
                      <a:pt x="2224" y="898"/>
                      <a:pt x="2330" y="898"/>
                      <a:pt x="2439" y="898"/>
                    </a:cubicBezTo>
                    <a:cubicBezTo>
                      <a:pt x="2439" y="920"/>
                      <a:pt x="2439" y="941"/>
                      <a:pt x="2439" y="963"/>
                    </a:cubicBezTo>
                    <a:cubicBezTo>
                      <a:pt x="2545" y="963"/>
                      <a:pt x="2650" y="963"/>
                      <a:pt x="2759" y="963"/>
                    </a:cubicBezTo>
                    <a:cubicBezTo>
                      <a:pt x="2759" y="984"/>
                      <a:pt x="2759" y="1005"/>
                      <a:pt x="2759" y="1027"/>
                    </a:cubicBezTo>
                    <a:cubicBezTo>
                      <a:pt x="2908" y="1027"/>
                      <a:pt x="3056" y="1027"/>
                      <a:pt x="3209" y="1027"/>
                    </a:cubicBezTo>
                    <a:cubicBezTo>
                      <a:pt x="3209" y="1048"/>
                      <a:pt x="3209" y="1069"/>
                      <a:pt x="3209" y="1091"/>
                    </a:cubicBezTo>
                    <a:cubicBezTo>
                      <a:pt x="3378" y="1091"/>
                      <a:pt x="3548" y="1091"/>
                      <a:pt x="3722" y="1091"/>
                    </a:cubicBezTo>
                    <a:cubicBezTo>
                      <a:pt x="3722" y="1112"/>
                      <a:pt x="3722" y="1133"/>
                      <a:pt x="3722" y="1155"/>
                    </a:cubicBezTo>
                    <a:cubicBezTo>
                      <a:pt x="3997" y="1155"/>
                      <a:pt x="4273" y="1155"/>
                      <a:pt x="4556" y="1155"/>
                    </a:cubicBezTo>
                    <a:cubicBezTo>
                      <a:pt x="4556" y="1176"/>
                      <a:pt x="4556" y="1197"/>
                      <a:pt x="4556" y="1219"/>
                    </a:cubicBezTo>
                    <a:cubicBezTo>
                      <a:pt x="5149" y="1219"/>
                      <a:pt x="5742" y="1219"/>
                      <a:pt x="6353" y="1219"/>
                    </a:cubicBezTo>
                    <a:cubicBezTo>
                      <a:pt x="6353" y="1198"/>
                      <a:pt x="6353" y="1177"/>
                      <a:pt x="6353" y="1155"/>
                    </a:cubicBezTo>
                    <a:cubicBezTo>
                      <a:pt x="6650" y="1155"/>
                      <a:pt x="6946" y="1155"/>
                      <a:pt x="7252" y="1155"/>
                    </a:cubicBezTo>
                    <a:cubicBezTo>
                      <a:pt x="7252" y="1134"/>
                      <a:pt x="7252" y="1113"/>
                      <a:pt x="7252" y="1091"/>
                    </a:cubicBezTo>
                    <a:cubicBezTo>
                      <a:pt x="7400" y="1091"/>
                      <a:pt x="7548" y="1091"/>
                      <a:pt x="7701" y="1091"/>
                    </a:cubicBezTo>
                    <a:cubicBezTo>
                      <a:pt x="7701" y="1070"/>
                      <a:pt x="7701" y="1049"/>
                      <a:pt x="7701" y="1027"/>
                    </a:cubicBezTo>
                    <a:cubicBezTo>
                      <a:pt x="7828" y="1027"/>
                      <a:pt x="7955" y="1027"/>
                      <a:pt x="8086" y="1027"/>
                    </a:cubicBezTo>
                    <a:cubicBezTo>
                      <a:pt x="8086" y="1006"/>
                      <a:pt x="8086" y="984"/>
                      <a:pt x="8086" y="963"/>
                    </a:cubicBezTo>
                    <a:cubicBezTo>
                      <a:pt x="8213" y="963"/>
                      <a:pt x="8340" y="963"/>
                      <a:pt x="8471" y="963"/>
                    </a:cubicBezTo>
                    <a:cubicBezTo>
                      <a:pt x="8471" y="941"/>
                      <a:pt x="8471" y="920"/>
                      <a:pt x="8471" y="898"/>
                    </a:cubicBezTo>
                    <a:cubicBezTo>
                      <a:pt x="8577" y="898"/>
                      <a:pt x="8683" y="898"/>
                      <a:pt x="8792" y="898"/>
                    </a:cubicBezTo>
                    <a:cubicBezTo>
                      <a:pt x="8792" y="877"/>
                      <a:pt x="8792" y="856"/>
                      <a:pt x="8792" y="834"/>
                    </a:cubicBezTo>
                    <a:cubicBezTo>
                      <a:pt x="8877" y="834"/>
                      <a:pt x="8961" y="834"/>
                      <a:pt x="9049" y="834"/>
                    </a:cubicBezTo>
                    <a:cubicBezTo>
                      <a:pt x="9049" y="813"/>
                      <a:pt x="9049" y="792"/>
                      <a:pt x="9049" y="770"/>
                    </a:cubicBezTo>
                    <a:cubicBezTo>
                      <a:pt x="9112" y="770"/>
                      <a:pt x="9176" y="770"/>
                      <a:pt x="9241" y="770"/>
                    </a:cubicBezTo>
                    <a:cubicBezTo>
                      <a:pt x="9241" y="749"/>
                      <a:pt x="9241" y="728"/>
                      <a:pt x="9241" y="706"/>
                    </a:cubicBezTo>
                    <a:cubicBezTo>
                      <a:pt x="9305" y="706"/>
                      <a:pt x="9368" y="706"/>
                      <a:pt x="9434" y="706"/>
                    </a:cubicBezTo>
                    <a:cubicBezTo>
                      <a:pt x="9434" y="685"/>
                      <a:pt x="9434" y="664"/>
                      <a:pt x="9434" y="642"/>
                    </a:cubicBezTo>
                    <a:cubicBezTo>
                      <a:pt x="9497" y="642"/>
                      <a:pt x="9561" y="642"/>
                      <a:pt x="9626" y="642"/>
                    </a:cubicBezTo>
                    <a:cubicBezTo>
                      <a:pt x="9626" y="621"/>
                      <a:pt x="9626" y="599"/>
                      <a:pt x="9626" y="578"/>
                    </a:cubicBezTo>
                    <a:cubicBezTo>
                      <a:pt x="9690" y="578"/>
                      <a:pt x="9753" y="578"/>
                      <a:pt x="9819" y="578"/>
                    </a:cubicBezTo>
                    <a:cubicBezTo>
                      <a:pt x="9819" y="556"/>
                      <a:pt x="9819" y="535"/>
                      <a:pt x="9819" y="513"/>
                    </a:cubicBezTo>
                    <a:cubicBezTo>
                      <a:pt x="9861" y="513"/>
                      <a:pt x="9903" y="513"/>
                      <a:pt x="9947" y="513"/>
                    </a:cubicBezTo>
                    <a:cubicBezTo>
                      <a:pt x="9947" y="492"/>
                      <a:pt x="9947" y="471"/>
                      <a:pt x="9947" y="449"/>
                    </a:cubicBezTo>
                    <a:cubicBezTo>
                      <a:pt x="9989" y="449"/>
                      <a:pt x="10032" y="449"/>
                      <a:pt x="10075" y="449"/>
                    </a:cubicBezTo>
                    <a:cubicBezTo>
                      <a:pt x="10075" y="428"/>
                      <a:pt x="10075" y="407"/>
                      <a:pt x="10075" y="385"/>
                    </a:cubicBezTo>
                    <a:cubicBezTo>
                      <a:pt x="10118" y="385"/>
                      <a:pt x="10160" y="385"/>
                      <a:pt x="10204" y="385"/>
                    </a:cubicBezTo>
                    <a:cubicBezTo>
                      <a:pt x="10204" y="364"/>
                      <a:pt x="10204" y="343"/>
                      <a:pt x="10204" y="321"/>
                    </a:cubicBezTo>
                    <a:cubicBezTo>
                      <a:pt x="10246" y="321"/>
                      <a:pt x="10288" y="321"/>
                      <a:pt x="10332" y="321"/>
                    </a:cubicBezTo>
                    <a:cubicBezTo>
                      <a:pt x="10332" y="300"/>
                      <a:pt x="10332" y="279"/>
                      <a:pt x="10332" y="257"/>
                    </a:cubicBezTo>
                    <a:cubicBezTo>
                      <a:pt x="10353" y="257"/>
                      <a:pt x="10374" y="257"/>
                      <a:pt x="10396" y="257"/>
                    </a:cubicBezTo>
                    <a:cubicBezTo>
                      <a:pt x="10396" y="236"/>
                      <a:pt x="10396" y="214"/>
                      <a:pt x="10396" y="193"/>
                    </a:cubicBezTo>
                    <a:cubicBezTo>
                      <a:pt x="10439" y="193"/>
                      <a:pt x="10481" y="193"/>
                      <a:pt x="10525" y="193"/>
                    </a:cubicBezTo>
                    <a:cubicBezTo>
                      <a:pt x="10525" y="171"/>
                      <a:pt x="10525" y="150"/>
                      <a:pt x="10525" y="128"/>
                    </a:cubicBezTo>
                    <a:cubicBezTo>
                      <a:pt x="10567" y="128"/>
                      <a:pt x="10609" y="128"/>
                      <a:pt x="10653" y="128"/>
                    </a:cubicBezTo>
                    <a:cubicBezTo>
                      <a:pt x="10653" y="107"/>
                      <a:pt x="10653" y="86"/>
                      <a:pt x="10653" y="64"/>
                    </a:cubicBezTo>
                    <a:cubicBezTo>
                      <a:pt x="10674" y="64"/>
                      <a:pt x="10695" y="64"/>
                      <a:pt x="10717" y="64"/>
                    </a:cubicBezTo>
                    <a:cubicBezTo>
                      <a:pt x="10717" y="43"/>
                      <a:pt x="10717" y="22"/>
                      <a:pt x="10717" y="0"/>
                    </a:cubicBezTo>
                    <a:cubicBezTo>
                      <a:pt x="10759" y="0"/>
                      <a:pt x="10802" y="0"/>
                      <a:pt x="10845" y="0"/>
                    </a:cubicBezTo>
                    <a:cubicBezTo>
                      <a:pt x="10845" y="889"/>
                      <a:pt x="10845" y="1779"/>
                      <a:pt x="10845" y="2695"/>
                    </a:cubicBezTo>
                    <a:cubicBezTo>
                      <a:pt x="10824" y="2695"/>
                      <a:pt x="10803" y="2695"/>
                      <a:pt x="10781" y="2695"/>
                    </a:cubicBezTo>
                    <a:cubicBezTo>
                      <a:pt x="10781" y="2716"/>
                      <a:pt x="10781" y="2738"/>
                      <a:pt x="10781" y="2759"/>
                    </a:cubicBezTo>
                    <a:cubicBezTo>
                      <a:pt x="10760" y="2759"/>
                      <a:pt x="10739" y="2759"/>
                      <a:pt x="10717" y="2759"/>
                    </a:cubicBezTo>
                    <a:cubicBezTo>
                      <a:pt x="10717" y="2802"/>
                      <a:pt x="10717" y="2844"/>
                      <a:pt x="10717" y="2888"/>
                    </a:cubicBezTo>
                    <a:cubicBezTo>
                      <a:pt x="10696" y="2888"/>
                      <a:pt x="10675" y="2888"/>
                      <a:pt x="10653" y="2888"/>
                    </a:cubicBezTo>
                    <a:cubicBezTo>
                      <a:pt x="10653" y="2909"/>
                      <a:pt x="10653" y="2930"/>
                      <a:pt x="10653" y="2952"/>
                    </a:cubicBezTo>
                    <a:cubicBezTo>
                      <a:pt x="10632" y="2952"/>
                      <a:pt x="10611" y="2952"/>
                      <a:pt x="10589" y="2952"/>
                    </a:cubicBezTo>
                    <a:cubicBezTo>
                      <a:pt x="10589" y="2973"/>
                      <a:pt x="10589" y="2994"/>
                      <a:pt x="10589" y="3016"/>
                    </a:cubicBezTo>
                    <a:cubicBezTo>
                      <a:pt x="10546" y="3016"/>
                      <a:pt x="10504" y="3016"/>
                      <a:pt x="10460" y="3016"/>
                    </a:cubicBezTo>
                    <a:cubicBezTo>
                      <a:pt x="10460" y="3037"/>
                      <a:pt x="10460" y="3059"/>
                      <a:pt x="10460" y="3080"/>
                    </a:cubicBezTo>
                    <a:cubicBezTo>
                      <a:pt x="10439" y="3080"/>
                      <a:pt x="10418" y="3080"/>
                      <a:pt x="10396" y="3080"/>
                    </a:cubicBezTo>
                    <a:cubicBezTo>
                      <a:pt x="10396" y="3102"/>
                      <a:pt x="10396" y="3123"/>
                      <a:pt x="10396" y="3145"/>
                    </a:cubicBezTo>
                    <a:cubicBezTo>
                      <a:pt x="10375" y="3145"/>
                      <a:pt x="10354" y="3145"/>
                      <a:pt x="10332" y="3145"/>
                    </a:cubicBezTo>
                    <a:cubicBezTo>
                      <a:pt x="10332" y="3166"/>
                      <a:pt x="10332" y="3187"/>
                      <a:pt x="10332" y="3209"/>
                    </a:cubicBezTo>
                    <a:cubicBezTo>
                      <a:pt x="10290" y="3209"/>
                      <a:pt x="10247" y="3209"/>
                      <a:pt x="10204" y="3209"/>
                    </a:cubicBezTo>
                    <a:cubicBezTo>
                      <a:pt x="10204" y="3230"/>
                      <a:pt x="10204" y="3251"/>
                      <a:pt x="10204" y="3273"/>
                    </a:cubicBezTo>
                    <a:cubicBezTo>
                      <a:pt x="10161" y="3273"/>
                      <a:pt x="10119" y="3273"/>
                      <a:pt x="10075" y="3273"/>
                    </a:cubicBezTo>
                    <a:cubicBezTo>
                      <a:pt x="10075" y="3294"/>
                      <a:pt x="10075" y="3315"/>
                      <a:pt x="10075" y="3337"/>
                    </a:cubicBezTo>
                    <a:cubicBezTo>
                      <a:pt x="10033" y="3337"/>
                      <a:pt x="9991" y="3337"/>
                      <a:pt x="9947" y="3337"/>
                    </a:cubicBezTo>
                    <a:cubicBezTo>
                      <a:pt x="9947" y="3358"/>
                      <a:pt x="9947" y="3379"/>
                      <a:pt x="9947" y="3401"/>
                    </a:cubicBezTo>
                    <a:cubicBezTo>
                      <a:pt x="9905" y="3401"/>
                      <a:pt x="9862" y="3401"/>
                      <a:pt x="9819" y="3401"/>
                    </a:cubicBezTo>
                    <a:cubicBezTo>
                      <a:pt x="9819" y="3422"/>
                      <a:pt x="9819" y="3444"/>
                      <a:pt x="9819" y="3465"/>
                    </a:cubicBezTo>
                    <a:cubicBezTo>
                      <a:pt x="9755" y="3465"/>
                      <a:pt x="9692" y="3465"/>
                      <a:pt x="9626" y="3465"/>
                    </a:cubicBezTo>
                    <a:cubicBezTo>
                      <a:pt x="9626" y="3487"/>
                      <a:pt x="9626" y="3508"/>
                      <a:pt x="9626" y="3530"/>
                    </a:cubicBezTo>
                    <a:cubicBezTo>
                      <a:pt x="9584" y="3530"/>
                      <a:pt x="9541" y="3530"/>
                      <a:pt x="9498" y="3530"/>
                    </a:cubicBezTo>
                    <a:cubicBezTo>
                      <a:pt x="9498" y="3551"/>
                      <a:pt x="9498" y="3572"/>
                      <a:pt x="9498" y="3594"/>
                    </a:cubicBezTo>
                    <a:cubicBezTo>
                      <a:pt x="9413" y="3594"/>
                      <a:pt x="9328" y="3594"/>
                      <a:pt x="9241" y="3594"/>
                    </a:cubicBezTo>
                    <a:cubicBezTo>
                      <a:pt x="9241" y="3615"/>
                      <a:pt x="9241" y="3636"/>
                      <a:pt x="9241" y="3658"/>
                    </a:cubicBezTo>
                    <a:cubicBezTo>
                      <a:pt x="9178" y="3658"/>
                      <a:pt x="9114" y="3658"/>
                      <a:pt x="9049" y="3658"/>
                    </a:cubicBezTo>
                    <a:cubicBezTo>
                      <a:pt x="9049" y="3679"/>
                      <a:pt x="9049" y="3700"/>
                      <a:pt x="9049" y="3722"/>
                    </a:cubicBezTo>
                    <a:cubicBezTo>
                      <a:pt x="8964" y="3722"/>
                      <a:pt x="8879" y="3722"/>
                      <a:pt x="8792" y="3722"/>
                    </a:cubicBezTo>
                    <a:cubicBezTo>
                      <a:pt x="8792" y="3743"/>
                      <a:pt x="8792" y="3764"/>
                      <a:pt x="8792" y="3786"/>
                    </a:cubicBezTo>
                    <a:cubicBezTo>
                      <a:pt x="8707" y="3786"/>
                      <a:pt x="8622" y="3786"/>
                      <a:pt x="8535" y="3786"/>
                    </a:cubicBezTo>
                    <a:cubicBezTo>
                      <a:pt x="8535" y="3807"/>
                      <a:pt x="8535" y="3829"/>
                      <a:pt x="8535" y="3850"/>
                    </a:cubicBezTo>
                    <a:cubicBezTo>
                      <a:pt x="8429" y="3850"/>
                      <a:pt x="8323" y="3850"/>
                      <a:pt x="8214" y="3850"/>
                    </a:cubicBezTo>
                    <a:cubicBezTo>
                      <a:pt x="8214" y="3872"/>
                      <a:pt x="8214" y="3893"/>
                      <a:pt x="8214" y="3915"/>
                    </a:cubicBezTo>
                    <a:cubicBezTo>
                      <a:pt x="8108" y="3915"/>
                      <a:pt x="8003" y="3915"/>
                      <a:pt x="7893" y="3915"/>
                    </a:cubicBezTo>
                    <a:cubicBezTo>
                      <a:pt x="7893" y="3936"/>
                      <a:pt x="7893" y="3957"/>
                      <a:pt x="7893" y="3979"/>
                    </a:cubicBezTo>
                    <a:cubicBezTo>
                      <a:pt x="7724" y="3979"/>
                      <a:pt x="7555" y="3979"/>
                      <a:pt x="7380" y="3979"/>
                    </a:cubicBezTo>
                    <a:cubicBezTo>
                      <a:pt x="7380" y="4000"/>
                      <a:pt x="7380" y="4021"/>
                      <a:pt x="7380" y="4043"/>
                    </a:cubicBezTo>
                    <a:cubicBezTo>
                      <a:pt x="7168" y="4043"/>
                      <a:pt x="6956" y="4043"/>
                      <a:pt x="6738" y="4043"/>
                    </a:cubicBezTo>
                    <a:cubicBezTo>
                      <a:pt x="6738" y="4064"/>
                      <a:pt x="6738" y="4085"/>
                      <a:pt x="6738" y="4107"/>
                    </a:cubicBezTo>
                    <a:cubicBezTo>
                      <a:pt x="5912" y="4107"/>
                      <a:pt x="5086" y="4107"/>
                      <a:pt x="4235" y="4107"/>
                    </a:cubicBezTo>
                    <a:cubicBezTo>
                      <a:pt x="4235" y="4086"/>
                      <a:pt x="4235" y="4065"/>
                      <a:pt x="4235" y="4043"/>
                    </a:cubicBezTo>
                    <a:cubicBezTo>
                      <a:pt x="4003" y="4043"/>
                      <a:pt x="3770" y="4043"/>
                      <a:pt x="3530" y="4043"/>
                    </a:cubicBezTo>
                    <a:cubicBezTo>
                      <a:pt x="3530" y="4022"/>
                      <a:pt x="3530" y="4001"/>
                      <a:pt x="3530" y="3979"/>
                    </a:cubicBezTo>
                    <a:cubicBezTo>
                      <a:pt x="3381" y="3979"/>
                      <a:pt x="3233" y="3979"/>
                      <a:pt x="3080" y="3979"/>
                    </a:cubicBezTo>
                    <a:cubicBezTo>
                      <a:pt x="3080" y="3958"/>
                      <a:pt x="3080" y="3936"/>
                      <a:pt x="3080" y="3915"/>
                    </a:cubicBezTo>
                    <a:cubicBezTo>
                      <a:pt x="2953" y="3915"/>
                      <a:pt x="2826" y="3915"/>
                      <a:pt x="2695" y="3915"/>
                    </a:cubicBezTo>
                    <a:cubicBezTo>
                      <a:pt x="2695" y="3893"/>
                      <a:pt x="2695" y="3872"/>
                      <a:pt x="2695" y="3850"/>
                    </a:cubicBezTo>
                    <a:cubicBezTo>
                      <a:pt x="2589" y="3850"/>
                      <a:pt x="2484" y="3850"/>
                      <a:pt x="2374" y="3850"/>
                    </a:cubicBezTo>
                    <a:cubicBezTo>
                      <a:pt x="2374" y="3829"/>
                      <a:pt x="2374" y="3808"/>
                      <a:pt x="2374" y="3786"/>
                    </a:cubicBezTo>
                    <a:cubicBezTo>
                      <a:pt x="2290" y="3786"/>
                      <a:pt x="2205" y="3786"/>
                      <a:pt x="2118" y="3786"/>
                    </a:cubicBezTo>
                    <a:cubicBezTo>
                      <a:pt x="2118" y="3765"/>
                      <a:pt x="2118" y="3744"/>
                      <a:pt x="2118" y="3722"/>
                    </a:cubicBezTo>
                    <a:cubicBezTo>
                      <a:pt x="2033" y="3722"/>
                      <a:pt x="1948" y="3722"/>
                      <a:pt x="1861" y="3722"/>
                    </a:cubicBezTo>
                    <a:cubicBezTo>
                      <a:pt x="1861" y="3701"/>
                      <a:pt x="1861" y="3680"/>
                      <a:pt x="1861" y="3658"/>
                    </a:cubicBezTo>
                    <a:cubicBezTo>
                      <a:pt x="1776" y="3658"/>
                      <a:pt x="1692" y="3658"/>
                      <a:pt x="1604" y="3658"/>
                    </a:cubicBezTo>
                    <a:cubicBezTo>
                      <a:pt x="1604" y="3637"/>
                      <a:pt x="1604" y="3616"/>
                      <a:pt x="1604" y="3594"/>
                    </a:cubicBezTo>
                    <a:cubicBezTo>
                      <a:pt x="1541" y="3594"/>
                      <a:pt x="1477" y="3594"/>
                      <a:pt x="1412" y="3594"/>
                    </a:cubicBezTo>
                    <a:cubicBezTo>
                      <a:pt x="1412" y="3573"/>
                      <a:pt x="1412" y="3551"/>
                      <a:pt x="1412" y="3530"/>
                    </a:cubicBezTo>
                    <a:cubicBezTo>
                      <a:pt x="1369" y="3530"/>
                      <a:pt x="1327" y="3530"/>
                      <a:pt x="1283" y="3530"/>
                    </a:cubicBezTo>
                    <a:cubicBezTo>
                      <a:pt x="1283" y="3508"/>
                      <a:pt x="1283" y="3487"/>
                      <a:pt x="1283" y="3465"/>
                    </a:cubicBezTo>
                    <a:cubicBezTo>
                      <a:pt x="1220" y="3465"/>
                      <a:pt x="1156" y="3465"/>
                      <a:pt x="1091" y="3465"/>
                    </a:cubicBezTo>
                    <a:cubicBezTo>
                      <a:pt x="1091" y="3444"/>
                      <a:pt x="1091" y="3423"/>
                      <a:pt x="1091" y="3401"/>
                    </a:cubicBezTo>
                    <a:cubicBezTo>
                      <a:pt x="1049" y="3401"/>
                      <a:pt x="1006" y="3401"/>
                      <a:pt x="963" y="3401"/>
                    </a:cubicBezTo>
                    <a:cubicBezTo>
                      <a:pt x="963" y="3380"/>
                      <a:pt x="963" y="3359"/>
                      <a:pt x="963" y="3337"/>
                    </a:cubicBezTo>
                    <a:cubicBezTo>
                      <a:pt x="920" y="3337"/>
                      <a:pt x="878" y="3337"/>
                      <a:pt x="834" y="3337"/>
                    </a:cubicBezTo>
                    <a:cubicBezTo>
                      <a:pt x="834" y="3316"/>
                      <a:pt x="834" y="3295"/>
                      <a:pt x="834" y="3273"/>
                    </a:cubicBezTo>
                    <a:cubicBezTo>
                      <a:pt x="792" y="3273"/>
                      <a:pt x="750" y="3273"/>
                      <a:pt x="706" y="3273"/>
                    </a:cubicBezTo>
                    <a:cubicBezTo>
                      <a:pt x="706" y="3252"/>
                      <a:pt x="706" y="3231"/>
                      <a:pt x="706" y="3209"/>
                    </a:cubicBezTo>
                    <a:cubicBezTo>
                      <a:pt x="664" y="3209"/>
                      <a:pt x="621" y="3209"/>
                      <a:pt x="578" y="3209"/>
                    </a:cubicBezTo>
                    <a:cubicBezTo>
                      <a:pt x="578" y="3188"/>
                      <a:pt x="578" y="3166"/>
                      <a:pt x="578" y="3145"/>
                    </a:cubicBezTo>
                    <a:cubicBezTo>
                      <a:pt x="556" y="3145"/>
                      <a:pt x="535" y="3145"/>
                      <a:pt x="513" y="3145"/>
                    </a:cubicBezTo>
                    <a:cubicBezTo>
                      <a:pt x="513" y="3123"/>
                      <a:pt x="513" y="3102"/>
                      <a:pt x="513" y="3080"/>
                    </a:cubicBezTo>
                    <a:cubicBezTo>
                      <a:pt x="471" y="3080"/>
                      <a:pt x="429" y="3080"/>
                      <a:pt x="385" y="3080"/>
                    </a:cubicBezTo>
                    <a:cubicBezTo>
                      <a:pt x="385" y="3059"/>
                      <a:pt x="385" y="3038"/>
                      <a:pt x="385" y="3016"/>
                    </a:cubicBezTo>
                    <a:cubicBezTo>
                      <a:pt x="364" y="3016"/>
                      <a:pt x="343" y="3016"/>
                      <a:pt x="321" y="3016"/>
                    </a:cubicBezTo>
                    <a:cubicBezTo>
                      <a:pt x="321" y="2995"/>
                      <a:pt x="321" y="2974"/>
                      <a:pt x="321" y="2952"/>
                    </a:cubicBezTo>
                    <a:cubicBezTo>
                      <a:pt x="300" y="2952"/>
                      <a:pt x="279" y="2952"/>
                      <a:pt x="257" y="2952"/>
                    </a:cubicBezTo>
                    <a:cubicBezTo>
                      <a:pt x="257" y="2931"/>
                      <a:pt x="257" y="2910"/>
                      <a:pt x="257" y="2888"/>
                    </a:cubicBezTo>
                    <a:cubicBezTo>
                      <a:pt x="236" y="2888"/>
                      <a:pt x="214" y="2888"/>
                      <a:pt x="193" y="2888"/>
                    </a:cubicBezTo>
                    <a:cubicBezTo>
                      <a:pt x="193" y="2867"/>
                      <a:pt x="193" y="2845"/>
                      <a:pt x="193" y="2824"/>
                    </a:cubicBezTo>
                    <a:cubicBezTo>
                      <a:pt x="171" y="2824"/>
                      <a:pt x="150" y="2824"/>
                      <a:pt x="128" y="2824"/>
                    </a:cubicBezTo>
                    <a:cubicBezTo>
                      <a:pt x="128" y="2781"/>
                      <a:pt x="128" y="2739"/>
                      <a:pt x="128" y="2695"/>
                    </a:cubicBezTo>
                    <a:cubicBezTo>
                      <a:pt x="107" y="2695"/>
                      <a:pt x="86" y="2695"/>
                      <a:pt x="64" y="2695"/>
                    </a:cubicBezTo>
                    <a:cubicBezTo>
                      <a:pt x="64" y="2632"/>
                      <a:pt x="64" y="2568"/>
                      <a:pt x="64" y="2503"/>
                    </a:cubicBezTo>
                    <a:cubicBezTo>
                      <a:pt x="43" y="2503"/>
                      <a:pt x="22" y="2503"/>
                      <a:pt x="0" y="2503"/>
                    </a:cubicBezTo>
                    <a:cubicBezTo>
                      <a:pt x="0" y="2460"/>
                      <a:pt x="0" y="2418"/>
                      <a:pt x="0" y="2374"/>
                    </a:cubicBezTo>
                    <a:cubicBezTo>
                      <a:pt x="21" y="2374"/>
                      <a:pt x="42" y="2374"/>
                      <a:pt x="64" y="2374"/>
                    </a:cubicBezTo>
                    <a:cubicBezTo>
                      <a:pt x="64" y="2311"/>
                      <a:pt x="64" y="2247"/>
                      <a:pt x="64" y="2182"/>
                    </a:cubicBezTo>
                    <a:cubicBezTo>
                      <a:pt x="43" y="2182"/>
                      <a:pt x="22" y="2182"/>
                      <a:pt x="0" y="2182"/>
                    </a:cubicBezTo>
                    <a:cubicBezTo>
                      <a:pt x="0" y="1462"/>
                      <a:pt x="0" y="742"/>
                      <a:pt x="0" y="0"/>
                    </a:cubicBezTo>
                    <a:close/>
                    <a:moveTo>
                      <a:pt x="8792" y="1476"/>
                    </a:moveTo>
                    <a:cubicBezTo>
                      <a:pt x="8792" y="1497"/>
                      <a:pt x="8792" y="1518"/>
                      <a:pt x="8792" y="1540"/>
                    </a:cubicBezTo>
                    <a:cubicBezTo>
                      <a:pt x="8749" y="1540"/>
                      <a:pt x="8707" y="1540"/>
                      <a:pt x="8664" y="1540"/>
                    </a:cubicBezTo>
                    <a:cubicBezTo>
                      <a:pt x="8664" y="1561"/>
                      <a:pt x="8664" y="1583"/>
                      <a:pt x="8664" y="1604"/>
                    </a:cubicBezTo>
                    <a:cubicBezTo>
                      <a:pt x="8642" y="1604"/>
                      <a:pt x="8621" y="1604"/>
                      <a:pt x="8599" y="1604"/>
                    </a:cubicBezTo>
                    <a:cubicBezTo>
                      <a:pt x="8599" y="1626"/>
                      <a:pt x="8599" y="1647"/>
                      <a:pt x="8599" y="1669"/>
                    </a:cubicBezTo>
                    <a:cubicBezTo>
                      <a:pt x="8578" y="1669"/>
                      <a:pt x="8557" y="1669"/>
                      <a:pt x="8535" y="1669"/>
                    </a:cubicBezTo>
                    <a:cubicBezTo>
                      <a:pt x="8535" y="1690"/>
                      <a:pt x="8535" y="1711"/>
                      <a:pt x="8535" y="1733"/>
                    </a:cubicBezTo>
                    <a:cubicBezTo>
                      <a:pt x="8514" y="1733"/>
                      <a:pt x="8493" y="1733"/>
                      <a:pt x="8471" y="1733"/>
                    </a:cubicBezTo>
                    <a:cubicBezTo>
                      <a:pt x="8471" y="1775"/>
                      <a:pt x="8471" y="1817"/>
                      <a:pt x="8471" y="1861"/>
                    </a:cubicBezTo>
                    <a:cubicBezTo>
                      <a:pt x="8450" y="1861"/>
                      <a:pt x="8429" y="1861"/>
                      <a:pt x="8407" y="1861"/>
                    </a:cubicBezTo>
                    <a:cubicBezTo>
                      <a:pt x="8407" y="1925"/>
                      <a:pt x="8407" y="1988"/>
                      <a:pt x="8407" y="2054"/>
                    </a:cubicBezTo>
                    <a:cubicBezTo>
                      <a:pt x="8386" y="2054"/>
                      <a:pt x="8364" y="2054"/>
                      <a:pt x="8343" y="2054"/>
                    </a:cubicBezTo>
                    <a:cubicBezTo>
                      <a:pt x="8343" y="2138"/>
                      <a:pt x="8343" y="2223"/>
                      <a:pt x="8343" y="2310"/>
                    </a:cubicBezTo>
                    <a:cubicBezTo>
                      <a:pt x="8364" y="2310"/>
                      <a:pt x="8385" y="2310"/>
                      <a:pt x="8407" y="2310"/>
                    </a:cubicBezTo>
                    <a:cubicBezTo>
                      <a:pt x="8407" y="2374"/>
                      <a:pt x="8407" y="2437"/>
                      <a:pt x="8407" y="2503"/>
                    </a:cubicBezTo>
                    <a:cubicBezTo>
                      <a:pt x="8428" y="2503"/>
                      <a:pt x="8449" y="2503"/>
                      <a:pt x="8471" y="2503"/>
                    </a:cubicBezTo>
                    <a:cubicBezTo>
                      <a:pt x="8471" y="2545"/>
                      <a:pt x="8471" y="2587"/>
                      <a:pt x="8471" y="2631"/>
                    </a:cubicBezTo>
                    <a:cubicBezTo>
                      <a:pt x="8492" y="2631"/>
                      <a:pt x="8513" y="2631"/>
                      <a:pt x="8535" y="2631"/>
                    </a:cubicBezTo>
                    <a:cubicBezTo>
                      <a:pt x="8535" y="2652"/>
                      <a:pt x="8535" y="2673"/>
                      <a:pt x="8535" y="2695"/>
                    </a:cubicBezTo>
                    <a:cubicBezTo>
                      <a:pt x="8556" y="2695"/>
                      <a:pt x="8578" y="2695"/>
                      <a:pt x="8599" y="2695"/>
                    </a:cubicBezTo>
                    <a:cubicBezTo>
                      <a:pt x="8599" y="2716"/>
                      <a:pt x="8599" y="2738"/>
                      <a:pt x="8599" y="2759"/>
                    </a:cubicBezTo>
                    <a:cubicBezTo>
                      <a:pt x="8621" y="2759"/>
                      <a:pt x="8642" y="2759"/>
                      <a:pt x="8664" y="2759"/>
                    </a:cubicBezTo>
                    <a:cubicBezTo>
                      <a:pt x="8664" y="2781"/>
                      <a:pt x="8664" y="2802"/>
                      <a:pt x="8664" y="2824"/>
                    </a:cubicBezTo>
                    <a:cubicBezTo>
                      <a:pt x="8706" y="2824"/>
                      <a:pt x="8748" y="2824"/>
                      <a:pt x="8792" y="2824"/>
                    </a:cubicBezTo>
                    <a:cubicBezTo>
                      <a:pt x="8792" y="2845"/>
                      <a:pt x="8792" y="2866"/>
                      <a:pt x="8792" y="2888"/>
                    </a:cubicBezTo>
                    <a:cubicBezTo>
                      <a:pt x="8982" y="2888"/>
                      <a:pt x="9173" y="2888"/>
                      <a:pt x="9369" y="2888"/>
                    </a:cubicBezTo>
                    <a:cubicBezTo>
                      <a:pt x="9369" y="2867"/>
                      <a:pt x="9369" y="2845"/>
                      <a:pt x="9369" y="2824"/>
                    </a:cubicBezTo>
                    <a:cubicBezTo>
                      <a:pt x="9412" y="2824"/>
                      <a:pt x="9454" y="2824"/>
                      <a:pt x="9498" y="2824"/>
                    </a:cubicBezTo>
                    <a:cubicBezTo>
                      <a:pt x="9498" y="2802"/>
                      <a:pt x="9498" y="2781"/>
                      <a:pt x="9498" y="2759"/>
                    </a:cubicBezTo>
                    <a:cubicBezTo>
                      <a:pt x="9519" y="2759"/>
                      <a:pt x="9540" y="2759"/>
                      <a:pt x="9562" y="2759"/>
                    </a:cubicBezTo>
                    <a:cubicBezTo>
                      <a:pt x="9562" y="2738"/>
                      <a:pt x="9562" y="2717"/>
                      <a:pt x="9562" y="2695"/>
                    </a:cubicBezTo>
                    <a:cubicBezTo>
                      <a:pt x="9583" y="2695"/>
                      <a:pt x="9604" y="2695"/>
                      <a:pt x="9626" y="2695"/>
                    </a:cubicBezTo>
                    <a:cubicBezTo>
                      <a:pt x="9626" y="2674"/>
                      <a:pt x="9626" y="2653"/>
                      <a:pt x="9626" y="2631"/>
                    </a:cubicBezTo>
                    <a:cubicBezTo>
                      <a:pt x="9647" y="2631"/>
                      <a:pt x="9668" y="2631"/>
                      <a:pt x="9690" y="2631"/>
                    </a:cubicBezTo>
                    <a:cubicBezTo>
                      <a:pt x="9690" y="2589"/>
                      <a:pt x="9690" y="2546"/>
                      <a:pt x="9690" y="2503"/>
                    </a:cubicBezTo>
                    <a:cubicBezTo>
                      <a:pt x="9711" y="2503"/>
                      <a:pt x="9733" y="2503"/>
                      <a:pt x="9754" y="2503"/>
                    </a:cubicBezTo>
                    <a:cubicBezTo>
                      <a:pt x="9754" y="2439"/>
                      <a:pt x="9754" y="2376"/>
                      <a:pt x="9754" y="2310"/>
                    </a:cubicBezTo>
                    <a:cubicBezTo>
                      <a:pt x="9776" y="2310"/>
                      <a:pt x="9797" y="2310"/>
                      <a:pt x="9819" y="2310"/>
                    </a:cubicBezTo>
                    <a:cubicBezTo>
                      <a:pt x="9819" y="2204"/>
                      <a:pt x="9819" y="2098"/>
                      <a:pt x="9819" y="1989"/>
                    </a:cubicBezTo>
                    <a:cubicBezTo>
                      <a:pt x="9797" y="1989"/>
                      <a:pt x="9776" y="1989"/>
                      <a:pt x="9754" y="1989"/>
                    </a:cubicBezTo>
                    <a:cubicBezTo>
                      <a:pt x="9754" y="1926"/>
                      <a:pt x="9754" y="1862"/>
                      <a:pt x="9754" y="1797"/>
                    </a:cubicBezTo>
                    <a:cubicBezTo>
                      <a:pt x="9733" y="1797"/>
                      <a:pt x="9712" y="1797"/>
                      <a:pt x="9690" y="1797"/>
                    </a:cubicBezTo>
                    <a:cubicBezTo>
                      <a:pt x="9690" y="1776"/>
                      <a:pt x="9690" y="1755"/>
                      <a:pt x="9690" y="1733"/>
                    </a:cubicBezTo>
                    <a:cubicBezTo>
                      <a:pt x="9669" y="1733"/>
                      <a:pt x="9648" y="1733"/>
                      <a:pt x="9626" y="1733"/>
                    </a:cubicBezTo>
                    <a:cubicBezTo>
                      <a:pt x="9626" y="1712"/>
                      <a:pt x="9626" y="1690"/>
                      <a:pt x="9626" y="1669"/>
                    </a:cubicBezTo>
                    <a:cubicBezTo>
                      <a:pt x="9605" y="1669"/>
                      <a:pt x="9584" y="1669"/>
                      <a:pt x="9562" y="1669"/>
                    </a:cubicBezTo>
                    <a:cubicBezTo>
                      <a:pt x="9562" y="1647"/>
                      <a:pt x="9562" y="1626"/>
                      <a:pt x="9562" y="1604"/>
                    </a:cubicBezTo>
                    <a:cubicBezTo>
                      <a:pt x="9541" y="1604"/>
                      <a:pt x="9520" y="1604"/>
                      <a:pt x="9498" y="1604"/>
                    </a:cubicBezTo>
                    <a:cubicBezTo>
                      <a:pt x="9498" y="1583"/>
                      <a:pt x="9498" y="1562"/>
                      <a:pt x="9498" y="1540"/>
                    </a:cubicBezTo>
                    <a:cubicBezTo>
                      <a:pt x="9455" y="1540"/>
                      <a:pt x="9413" y="1540"/>
                      <a:pt x="9369" y="1540"/>
                    </a:cubicBezTo>
                    <a:cubicBezTo>
                      <a:pt x="9369" y="1519"/>
                      <a:pt x="9369" y="1498"/>
                      <a:pt x="9369" y="1476"/>
                    </a:cubicBezTo>
                    <a:cubicBezTo>
                      <a:pt x="9179" y="1476"/>
                      <a:pt x="8988" y="1476"/>
                      <a:pt x="8792" y="1476"/>
                    </a:cubicBezTo>
                    <a:close/>
                  </a:path>
                </a:pathLst>
              </a:custGeom>
              <a:solidFill>
                <a:srgbClr val="ACB5E9"/>
              </a:solidFill>
              <a:ln w="408" cap="flat">
                <a:noFill/>
              </a:ln>
            </p:spPr>
          </p:sp>
          <p:sp>
            <p:nvSpPr>
              <p:cNvPr id="1809" name="ICON_C_MANIFEST_HEADER_path_003"/>
              <p:cNvSpPr/>
              <p:nvPr/>
            </p:nvSpPr>
            <p:spPr>
              <a:xfrm>
                <a:off x="906222" y="7086755"/>
                <a:ext cx="137737" cy="51397"/>
              </a:xfrm>
              <a:custGeom>
                <a:avLst/>
                <a:gdLst/>
                <a:ahLst/>
                <a:cxnLst/>
                <a:rect l="0" t="0" r="r" b="b"/>
                <a:pathLst>
                  <a:path w="10845" h="4047" fill="norm" stroke="0">
                    <a:moveTo>
                      <a:pt x="0" y="4"/>
                    </a:moveTo>
                    <a:cubicBezTo>
                      <a:pt x="64" y="4"/>
                      <a:pt x="127" y="4"/>
                      <a:pt x="193" y="4"/>
                    </a:cubicBezTo>
                    <a:cubicBezTo>
                      <a:pt x="193" y="25"/>
                      <a:pt x="193" y="46"/>
                      <a:pt x="193" y="68"/>
                    </a:cubicBezTo>
                    <a:cubicBezTo>
                      <a:pt x="214" y="68"/>
                      <a:pt x="235" y="68"/>
                      <a:pt x="257" y="68"/>
                    </a:cubicBezTo>
                    <a:cubicBezTo>
                      <a:pt x="257" y="89"/>
                      <a:pt x="257" y="111"/>
                      <a:pt x="257" y="132"/>
                    </a:cubicBezTo>
                    <a:cubicBezTo>
                      <a:pt x="299" y="132"/>
                      <a:pt x="341" y="132"/>
                      <a:pt x="385" y="132"/>
                    </a:cubicBezTo>
                    <a:cubicBezTo>
                      <a:pt x="385" y="154"/>
                      <a:pt x="385" y="175"/>
                      <a:pt x="385" y="197"/>
                    </a:cubicBezTo>
                    <a:cubicBezTo>
                      <a:pt x="427" y="197"/>
                      <a:pt x="470" y="197"/>
                      <a:pt x="513" y="197"/>
                    </a:cubicBezTo>
                    <a:cubicBezTo>
                      <a:pt x="513" y="218"/>
                      <a:pt x="513" y="239"/>
                      <a:pt x="513" y="261"/>
                    </a:cubicBezTo>
                    <a:cubicBezTo>
                      <a:pt x="556" y="261"/>
                      <a:pt x="598" y="261"/>
                      <a:pt x="642" y="261"/>
                    </a:cubicBezTo>
                    <a:cubicBezTo>
                      <a:pt x="642" y="282"/>
                      <a:pt x="642" y="303"/>
                      <a:pt x="642" y="325"/>
                    </a:cubicBezTo>
                    <a:cubicBezTo>
                      <a:pt x="684" y="325"/>
                      <a:pt x="726" y="325"/>
                      <a:pt x="770" y="325"/>
                    </a:cubicBezTo>
                    <a:cubicBezTo>
                      <a:pt x="770" y="346"/>
                      <a:pt x="770" y="367"/>
                      <a:pt x="770" y="389"/>
                    </a:cubicBezTo>
                    <a:cubicBezTo>
                      <a:pt x="812" y="389"/>
                      <a:pt x="855" y="389"/>
                      <a:pt x="898" y="389"/>
                    </a:cubicBezTo>
                    <a:cubicBezTo>
                      <a:pt x="898" y="410"/>
                      <a:pt x="898" y="431"/>
                      <a:pt x="898" y="453"/>
                    </a:cubicBezTo>
                    <a:cubicBezTo>
                      <a:pt x="941" y="453"/>
                      <a:pt x="983" y="453"/>
                      <a:pt x="1027" y="453"/>
                    </a:cubicBezTo>
                    <a:cubicBezTo>
                      <a:pt x="1027" y="474"/>
                      <a:pt x="1027" y="496"/>
                      <a:pt x="1027" y="517"/>
                    </a:cubicBezTo>
                    <a:cubicBezTo>
                      <a:pt x="1090" y="517"/>
                      <a:pt x="1154" y="517"/>
                      <a:pt x="1219" y="517"/>
                    </a:cubicBezTo>
                    <a:cubicBezTo>
                      <a:pt x="1219" y="539"/>
                      <a:pt x="1219" y="560"/>
                      <a:pt x="1219" y="582"/>
                    </a:cubicBezTo>
                    <a:cubicBezTo>
                      <a:pt x="1283" y="582"/>
                      <a:pt x="1346" y="582"/>
                      <a:pt x="1412" y="582"/>
                    </a:cubicBezTo>
                    <a:cubicBezTo>
                      <a:pt x="1412" y="603"/>
                      <a:pt x="1412" y="624"/>
                      <a:pt x="1412" y="646"/>
                    </a:cubicBezTo>
                    <a:cubicBezTo>
                      <a:pt x="1497" y="646"/>
                      <a:pt x="1581" y="646"/>
                      <a:pt x="1669" y="646"/>
                    </a:cubicBezTo>
                    <a:cubicBezTo>
                      <a:pt x="1669" y="667"/>
                      <a:pt x="1669" y="688"/>
                      <a:pt x="1669" y="710"/>
                    </a:cubicBezTo>
                    <a:cubicBezTo>
                      <a:pt x="1732" y="710"/>
                      <a:pt x="1796" y="710"/>
                      <a:pt x="1861" y="710"/>
                    </a:cubicBezTo>
                    <a:cubicBezTo>
                      <a:pt x="1861" y="731"/>
                      <a:pt x="1861" y="752"/>
                      <a:pt x="1861" y="774"/>
                    </a:cubicBezTo>
                    <a:cubicBezTo>
                      <a:pt x="1946" y="774"/>
                      <a:pt x="2030" y="774"/>
                      <a:pt x="2118" y="774"/>
                    </a:cubicBezTo>
                    <a:cubicBezTo>
                      <a:pt x="2118" y="795"/>
                      <a:pt x="2118" y="816"/>
                      <a:pt x="2118" y="838"/>
                    </a:cubicBezTo>
                    <a:cubicBezTo>
                      <a:pt x="2224" y="838"/>
                      <a:pt x="2330" y="838"/>
                      <a:pt x="2439" y="838"/>
                    </a:cubicBezTo>
                    <a:cubicBezTo>
                      <a:pt x="2439" y="859"/>
                      <a:pt x="2439" y="881"/>
                      <a:pt x="2439" y="902"/>
                    </a:cubicBezTo>
                    <a:cubicBezTo>
                      <a:pt x="2545" y="902"/>
                      <a:pt x="2650" y="902"/>
                      <a:pt x="2759" y="902"/>
                    </a:cubicBezTo>
                    <a:cubicBezTo>
                      <a:pt x="2759" y="924"/>
                      <a:pt x="2759" y="945"/>
                      <a:pt x="2759" y="967"/>
                    </a:cubicBezTo>
                    <a:cubicBezTo>
                      <a:pt x="2908" y="967"/>
                      <a:pt x="3056" y="967"/>
                      <a:pt x="3209" y="967"/>
                    </a:cubicBezTo>
                    <a:cubicBezTo>
                      <a:pt x="3209" y="988"/>
                      <a:pt x="3209" y="1009"/>
                      <a:pt x="3209" y="1031"/>
                    </a:cubicBezTo>
                    <a:cubicBezTo>
                      <a:pt x="3399" y="1031"/>
                      <a:pt x="3590" y="1031"/>
                      <a:pt x="3786" y="1031"/>
                    </a:cubicBezTo>
                    <a:cubicBezTo>
                      <a:pt x="3786" y="1052"/>
                      <a:pt x="3786" y="1073"/>
                      <a:pt x="3786" y="1095"/>
                    </a:cubicBezTo>
                    <a:cubicBezTo>
                      <a:pt x="4125" y="1095"/>
                      <a:pt x="4464" y="1095"/>
                      <a:pt x="4813" y="1095"/>
                    </a:cubicBezTo>
                    <a:cubicBezTo>
                      <a:pt x="4813" y="1116"/>
                      <a:pt x="4813" y="1137"/>
                      <a:pt x="4813" y="1159"/>
                    </a:cubicBezTo>
                    <a:cubicBezTo>
                      <a:pt x="5258" y="1159"/>
                      <a:pt x="5703" y="1159"/>
                      <a:pt x="6161" y="1159"/>
                    </a:cubicBezTo>
                    <a:cubicBezTo>
                      <a:pt x="6161" y="1138"/>
                      <a:pt x="6161" y="1117"/>
                      <a:pt x="6161" y="1095"/>
                    </a:cubicBezTo>
                    <a:cubicBezTo>
                      <a:pt x="6478" y="1095"/>
                      <a:pt x="6796" y="1095"/>
                      <a:pt x="7123" y="1095"/>
                    </a:cubicBezTo>
                    <a:cubicBezTo>
                      <a:pt x="7123" y="1074"/>
                      <a:pt x="7123" y="1053"/>
                      <a:pt x="7123" y="1031"/>
                    </a:cubicBezTo>
                    <a:cubicBezTo>
                      <a:pt x="7335" y="1031"/>
                      <a:pt x="7547" y="1031"/>
                      <a:pt x="7765" y="1031"/>
                    </a:cubicBezTo>
                    <a:cubicBezTo>
                      <a:pt x="7765" y="1010"/>
                      <a:pt x="7765" y="988"/>
                      <a:pt x="7765" y="967"/>
                    </a:cubicBezTo>
                    <a:cubicBezTo>
                      <a:pt x="7892" y="967"/>
                      <a:pt x="8019" y="967"/>
                      <a:pt x="8150" y="967"/>
                    </a:cubicBezTo>
                    <a:cubicBezTo>
                      <a:pt x="8150" y="945"/>
                      <a:pt x="8150" y="924"/>
                      <a:pt x="8150" y="902"/>
                    </a:cubicBezTo>
                    <a:cubicBezTo>
                      <a:pt x="8256" y="902"/>
                      <a:pt x="8362" y="902"/>
                      <a:pt x="8471" y="902"/>
                    </a:cubicBezTo>
                    <a:cubicBezTo>
                      <a:pt x="8471" y="881"/>
                      <a:pt x="8471" y="860"/>
                      <a:pt x="8471" y="838"/>
                    </a:cubicBezTo>
                    <a:cubicBezTo>
                      <a:pt x="8577" y="838"/>
                      <a:pt x="8683" y="838"/>
                      <a:pt x="8792" y="838"/>
                    </a:cubicBezTo>
                    <a:cubicBezTo>
                      <a:pt x="8792" y="817"/>
                      <a:pt x="8792" y="796"/>
                      <a:pt x="8792" y="774"/>
                    </a:cubicBezTo>
                    <a:cubicBezTo>
                      <a:pt x="8877" y="774"/>
                      <a:pt x="8961" y="774"/>
                      <a:pt x="9049" y="774"/>
                    </a:cubicBezTo>
                    <a:cubicBezTo>
                      <a:pt x="9049" y="753"/>
                      <a:pt x="9049" y="732"/>
                      <a:pt x="9049" y="710"/>
                    </a:cubicBezTo>
                    <a:cubicBezTo>
                      <a:pt x="9133" y="710"/>
                      <a:pt x="9218" y="710"/>
                      <a:pt x="9305" y="710"/>
                    </a:cubicBezTo>
                    <a:cubicBezTo>
                      <a:pt x="9305" y="689"/>
                      <a:pt x="9305" y="668"/>
                      <a:pt x="9305" y="646"/>
                    </a:cubicBezTo>
                    <a:cubicBezTo>
                      <a:pt x="9369" y="646"/>
                      <a:pt x="9432" y="646"/>
                      <a:pt x="9498" y="646"/>
                    </a:cubicBezTo>
                    <a:cubicBezTo>
                      <a:pt x="9498" y="625"/>
                      <a:pt x="9498" y="603"/>
                      <a:pt x="9498" y="582"/>
                    </a:cubicBezTo>
                    <a:cubicBezTo>
                      <a:pt x="9561" y="582"/>
                      <a:pt x="9625" y="582"/>
                      <a:pt x="9690" y="582"/>
                    </a:cubicBezTo>
                    <a:cubicBezTo>
                      <a:pt x="9690" y="560"/>
                      <a:pt x="9690" y="539"/>
                      <a:pt x="9690" y="517"/>
                    </a:cubicBezTo>
                    <a:cubicBezTo>
                      <a:pt x="9754" y="517"/>
                      <a:pt x="9817" y="517"/>
                      <a:pt x="9883" y="517"/>
                    </a:cubicBezTo>
                    <a:cubicBezTo>
                      <a:pt x="9883" y="496"/>
                      <a:pt x="9883" y="475"/>
                      <a:pt x="9883" y="453"/>
                    </a:cubicBezTo>
                    <a:cubicBezTo>
                      <a:pt x="9925" y="453"/>
                      <a:pt x="9968" y="453"/>
                      <a:pt x="10011" y="453"/>
                    </a:cubicBezTo>
                    <a:cubicBezTo>
                      <a:pt x="10011" y="432"/>
                      <a:pt x="10011" y="411"/>
                      <a:pt x="10011" y="389"/>
                    </a:cubicBezTo>
                    <a:cubicBezTo>
                      <a:pt x="10054" y="389"/>
                      <a:pt x="10096" y="389"/>
                      <a:pt x="10140" y="389"/>
                    </a:cubicBezTo>
                    <a:cubicBezTo>
                      <a:pt x="10140" y="368"/>
                      <a:pt x="10140" y="347"/>
                      <a:pt x="10140" y="325"/>
                    </a:cubicBezTo>
                    <a:cubicBezTo>
                      <a:pt x="10203" y="325"/>
                      <a:pt x="10267" y="325"/>
                      <a:pt x="10332" y="325"/>
                    </a:cubicBezTo>
                    <a:cubicBezTo>
                      <a:pt x="10332" y="304"/>
                      <a:pt x="10332" y="283"/>
                      <a:pt x="10332" y="261"/>
                    </a:cubicBezTo>
                    <a:cubicBezTo>
                      <a:pt x="10353" y="261"/>
                      <a:pt x="10374" y="261"/>
                      <a:pt x="10396" y="261"/>
                    </a:cubicBezTo>
                    <a:cubicBezTo>
                      <a:pt x="10396" y="240"/>
                      <a:pt x="10396" y="218"/>
                      <a:pt x="10396" y="197"/>
                    </a:cubicBezTo>
                    <a:cubicBezTo>
                      <a:pt x="10439" y="197"/>
                      <a:pt x="10481" y="197"/>
                      <a:pt x="10525" y="197"/>
                    </a:cubicBezTo>
                    <a:cubicBezTo>
                      <a:pt x="10525" y="175"/>
                      <a:pt x="10525" y="154"/>
                      <a:pt x="10525" y="132"/>
                    </a:cubicBezTo>
                    <a:cubicBezTo>
                      <a:pt x="10533" y="134"/>
                      <a:pt x="10542" y="135"/>
                      <a:pt x="10550" y="137"/>
                    </a:cubicBezTo>
                    <a:cubicBezTo>
                      <a:pt x="10588" y="141"/>
                      <a:pt x="10616" y="142"/>
                      <a:pt x="10653" y="132"/>
                    </a:cubicBezTo>
                    <a:cubicBezTo>
                      <a:pt x="10676" y="100"/>
                      <a:pt x="10688" y="70"/>
                      <a:pt x="10701" y="32"/>
                    </a:cubicBezTo>
                    <a:cubicBezTo>
                      <a:pt x="10704" y="27"/>
                      <a:pt x="10704" y="27"/>
                      <a:pt x="10717" y="4"/>
                    </a:cubicBezTo>
                    <a:cubicBezTo>
                      <a:pt x="10751" y="0"/>
                      <a:pt x="10751" y="0"/>
                      <a:pt x="10781" y="4"/>
                    </a:cubicBezTo>
                    <a:cubicBezTo>
                      <a:pt x="10781" y="25"/>
                      <a:pt x="10781" y="46"/>
                      <a:pt x="10781" y="68"/>
                    </a:cubicBezTo>
                    <a:cubicBezTo>
                      <a:pt x="10802" y="68"/>
                      <a:pt x="10824" y="68"/>
                      <a:pt x="10845" y="68"/>
                    </a:cubicBezTo>
                    <a:cubicBezTo>
                      <a:pt x="10845" y="894"/>
                      <a:pt x="10845" y="1720"/>
                      <a:pt x="10845" y="2571"/>
                    </a:cubicBezTo>
                    <a:cubicBezTo>
                      <a:pt x="10824" y="2571"/>
                      <a:pt x="10803" y="2571"/>
                      <a:pt x="10781" y="2571"/>
                    </a:cubicBezTo>
                    <a:cubicBezTo>
                      <a:pt x="10781" y="2592"/>
                      <a:pt x="10781" y="2613"/>
                      <a:pt x="10781" y="2635"/>
                    </a:cubicBezTo>
                    <a:cubicBezTo>
                      <a:pt x="10760" y="2635"/>
                      <a:pt x="10739" y="2635"/>
                      <a:pt x="10717" y="2635"/>
                    </a:cubicBezTo>
                    <a:cubicBezTo>
                      <a:pt x="10717" y="2678"/>
                      <a:pt x="10717" y="2720"/>
                      <a:pt x="10717" y="2763"/>
                    </a:cubicBezTo>
                    <a:cubicBezTo>
                      <a:pt x="10696" y="2763"/>
                      <a:pt x="10675" y="2763"/>
                      <a:pt x="10653" y="2763"/>
                    </a:cubicBezTo>
                    <a:cubicBezTo>
                      <a:pt x="10653" y="2785"/>
                      <a:pt x="10653" y="2806"/>
                      <a:pt x="10653" y="2828"/>
                    </a:cubicBezTo>
                    <a:cubicBezTo>
                      <a:pt x="10632" y="2828"/>
                      <a:pt x="10611" y="2828"/>
                      <a:pt x="10589" y="2828"/>
                    </a:cubicBezTo>
                    <a:cubicBezTo>
                      <a:pt x="10589" y="2849"/>
                      <a:pt x="10589" y="2870"/>
                      <a:pt x="10589" y="2892"/>
                    </a:cubicBezTo>
                    <a:cubicBezTo>
                      <a:pt x="10568" y="2892"/>
                      <a:pt x="10546" y="2892"/>
                      <a:pt x="10525" y="2892"/>
                    </a:cubicBezTo>
                    <a:cubicBezTo>
                      <a:pt x="10525" y="2913"/>
                      <a:pt x="10525" y="2934"/>
                      <a:pt x="10525" y="2956"/>
                    </a:cubicBezTo>
                    <a:cubicBezTo>
                      <a:pt x="10482" y="2956"/>
                      <a:pt x="10440" y="2956"/>
                      <a:pt x="10396" y="2956"/>
                    </a:cubicBezTo>
                    <a:cubicBezTo>
                      <a:pt x="10396" y="2977"/>
                      <a:pt x="10396" y="2998"/>
                      <a:pt x="10396" y="3020"/>
                    </a:cubicBezTo>
                    <a:cubicBezTo>
                      <a:pt x="10375" y="3020"/>
                      <a:pt x="10354" y="3020"/>
                      <a:pt x="10332" y="3020"/>
                    </a:cubicBezTo>
                    <a:cubicBezTo>
                      <a:pt x="10332" y="3041"/>
                      <a:pt x="10332" y="3063"/>
                      <a:pt x="10332" y="3084"/>
                    </a:cubicBezTo>
                    <a:cubicBezTo>
                      <a:pt x="10290" y="3084"/>
                      <a:pt x="10247" y="3084"/>
                      <a:pt x="10204" y="3084"/>
                    </a:cubicBezTo>
                    <a:cubicBezTo>
                      <a:pt x="10204" y="3106"/>
                      <a:pt x="10204" y="3127"/>
                      <a:pt x="10204" y="3149"/>
                    </a:cubicBezTo>
                    <a:cubicBezTo>
                      <a:pt x="10183" y="3149"/>
                      <a:pt x="10161" y="3149"/>
                      <a:pt x="10140" y="3149"/>
                    </a:cubicBezTo>
                    <a:cubicBezTo>
                      <a:pt x="10140" y="3170"/>
                      <a:pt x="10140" y="3191"/>
                      <a:pt x="10140" y="3213"/>
                    </a:cubicBezTo>
                    <a:cubicBezTo>
                      <a:pt x="10097" y="3213"/>
                      <a:pt x="10055" y="3213"/>
                      <a:pt x="10011" y="3213"/>
                    </a:cubicBezTo>
                    <a:cubicBezTo>
                      <a:pt x="10011" y="3234"/>
                      <a:pt x="10011" y="3255"/>
                      <a:pt x="10011" y="3277"/>
                    </a:cubicBezTo>
                    <a:cubicBezTo>
                      <a:pt x="9948" y="3277"/>
                      <a:pt x="9884" y="3277"/>
                      <a:pt x="9819" y="3277"/>
                    </a:cubicBezTo>
                    <a:cubicBezTo>
                      <a:pt x="9819" y="3298"/>
                      <a:pt x="9819" y="3319"/>
                      <a:pt x="9819" y="3341"/>
                    </a:cubicBezTo>
                    <a:cubicBezTo>
                      <a:pt x="9776" y="3341"/>
                      <a:pt x="9734" y="3341"/>
                      <a:pt x="9690" y="3341"/>
                    </a:cubicBezTo>
                    <a:cubicBezTo>
                      <a:pt x="9690" y="3362"/>
                      <a:pt x="9690" y="3383"/>
                      <a:pt x="9690" y="3405"/>
                    </a:cubicBezTo>
                    <a:cubicBezTo>
                      <a:pt x="9627" y="3405"/>
                      <a:pt x="9563" y="3405"/>
                      <a:pt x="9498" y="3405"/>
                    </a:cubicBezTo>
                    <a:cubicBezTo>
                      <a:pt x="9498" y="3426"/>
                      <a:pt x="9498" y="3448"/>
                      <a:pt x="9498" y="3469"/>
                    </a:cubicBezTo>
                    <a:cubicBezTo>
                      <a:pt x="9455" y="3469"/>
                      <a:pt x="9413" y="3469"/>
                      <a:pt x="9369" y="3469"/>
                    </a:cubicBezTo>
                    <a:cubicBezTo>
                      <a:pt x="9369" y="3491"/>
                      <a:pt x="9369" y="3512"/>
                      <a:pt x="9369" y="3534"/>
                    </a:cubicBezTo>
                    <a:cubicBezTo>
                      <a:pt x="9285" y="3534"/>
                      <a:pt x="9200" y="3534"/>
                      <a:pt x="9113" y="3534"/>
                    </a:cubicBezTo>
                    <a:cubicBezTo>
                      <a:pt x="9113" y="3555"/>
                      <a:pt x="9113" y="3576"/>
                      <a:pt x="9113" y="3598"/>
                    </a:cubicBezTo>
                    <a:cubicBezTo>
                      <a:pt x="9049" y="3598"/>
                      <a:pt x="8986" y="3598"/>
                      <a:pt x="8920" y="3598"/>
                    </a:cubicBezTo>
                    <a:cubicBezTo>
                      <a:pt x="8920" y="3619"/>
                      <a:pt x="8920" y="3640"/>
                      <a:pt x="8920" y="3662"/>
                    </a:cubicBezTo>
                    <a:cubicBezTo>
                      <a:pt x="8835" y="3662"/>
                      <a:pt x="8751" y="3662"/>
                      <a:pt x="8664" y="3662"/>
                    </a:cubicBezTo>
                    <a:cubicBezTo>
                      <a:pt x="8664" y="3683"/>
                      <a:pt x="8664" y="3704"/>
                      <a:pt x="8664" y="3726"/>
                    </a:cubicBezTo>
                    <a:cubicBezTo>
                      <a:pt x="8558" y="3726"/>
                      <a:pt x="8452" y="3726"/>
                      <a:pt x="8343" y="3726"/>
                    </a:cubicBezTo>
                    <a:cubicBezTo>
                      <a:pt x="8343" y="3747"/>
                      <a:pt x="8343" y="3768"/>
                      <a:pt x="8343" y="3790"/>
                    </a:cubicBezTo>
                    <a:cubicBezTo>
                      <a:pt x="8237" y="3790"/>
                      <a:pt x="8131" y="3790"/>
                      <a:pt x="8022" y="3790"/>
                    </a:cubicBezTo>
                    <a:cubicBezTo>
                      <a:pt x="8022" y="3811"/>
                      <a:pt x="8022" y="3833"/>
                      <a:pt x="8022" y="3854"/>
                    </a:cubicBezTo>
                    <a:cubicBezTo>
                      <a:pt x="7874" y="3854"/>
                      <a:pt x="7725" y="3854"/>
                      <a:pt x="7573" y="3854"/>
                    </a:cubicBezTo>
                    <a:cubicBezTo>
                      <a:pt x="7573" y="3876"/>
                      <a:pt x="7573" y="3897"/>
                      <a:pt x="7573" y="3919"/>
                    </a:cubicBezTo>
                    <a:cubicBezTo>
                      <a:pt x="7403" y="3919"/>
                      <a:pt x="7234" y="3919"/>
                      <a:pt x="7059" y="3919"/>
                    </a:cubicBezTo>
                    <a:cubicBezTo>
                      <a:pt x="7059" y="3940"/>
                      <a:pt x="7059" y="3961"/>
                      <a:pt x="7059" y="3983"/>
                    </a:cubicBezTo>
                    <a:cubicBezTo>
                      <a:pt x="6678" y="3983"/>
                      <a:pt x="6297" y="3983"/>
                      <a:pt x="5904" y="3983"/>
                    </a:cubicBezTo>
                    <a:cubicBezTo>
                      <a:pt x="5904" y="4004"/>
                      <a:pt x="5904" y="4025"/>
                      <a:pt x="5904" y="4047"/>
                    </a:cubicBezTo>
                    <a:cubicBezTo>
                      <a:pt x="5608" y="4047"/>
                      <a:pt x="5311" y="4047"/>
                      <a:pt x="5006" y="4047"/>
                    </a:cubicBezTo>
                    <a:cubicBezTo>
                      <a:pt x="5006" y="4026"/>
                      <a:pt x="5006" y="4005"/>
                      <a:pt x="5006" y="3983"/>
                    </a:cubicBezTo>
                    <a:cubicBezTo>
                      <a:pt x="4646" y="3983"/>
                      <a:pt x="4286" y="3983"/>
                      <a:pt x="3915" y="3983"/>
                    </a:cubicBezTo>
                    <a:cubicBezTo>
                      <a:pt x="3915" y="3962"/>
                      <a:pt x="3915" y="3940"/>
                      <a:pt x="3915" y="3919"/>
                    </a:cubicBezTo>
                    <a:cubicBezTo>
                      <a:pt x="3724" y="3919"/>
                      <a:pt x="3533" y="3919"/>
                      <a:pt x="3337" y="3919"/>
                    </a:cubicBezTo>
                    <a:cubicBezTo>
                      <a:pt x="3337" y="3897"/>
                      <a:pt x="3337" y="3876"/>
                      <a:pt x="3337" y="3854"/>
                    </a:cubicBezTo>
                    <a:cubicBezTo>
                      <a:pt x="3189" y="3854"/>
                      <a:pt x="3041" y="3854"/>
                      <a:pt x="2888" y="3854"/>
                    </a:cubicBezTo>
                    <a:cubicBezTo>
                      <a:pt x="2888" y="3833"/>
                      <a:pt x="2888" y="3812"/>
                      <a:pt x="2888" y="3790"/>
                    </a:cubicBezTo>
                    <a:cubicBezTo>
                      <a:pt x="2782" y="3790"/>
                      <a:pt x="2676" y="3790"/>
                      <a:pt x="2567" y="3790"/>
                    </a:cubicBezTo>
                    <a:cubicBezTo>
                      <a:pt x="2567" y="3769"/>
                      <a:pt x="2567" y="3748"/>
                      <a:pt x="2567" y="3726"/>
                    </a:cubicBezTo>
                    <a:cubicBezTo>
                      <a:pt x="2461" y="3726"/>
                      <a:pt x="2355" y="3726"/>
                      <a:pt x="2246" y="3726"/>
                    </a:cubicBezTo>
                    <a:cubicBezTo>
                      <a:pt x="2246" y="3705"/>
                      <a:pt x="2246" y="3684"/>
                      <a:pt x="2246" y="3662"/>
                    </a:cubicBezTo>
                    <a:cubicBezTo>
                      <a:pt x="2161" y="3662"/>
                      <a:pt x="2077" y="3662"/>
                      <a:pt x="1989" y="3662"/>
                    </a:cubicBezTo>
                    <a:cubicBezTo>
                      <a:pt x="1989" y="3641"/>
                      <a:pt x="1989" y="3620"/>
                      <a:pt x="1989" y="3598"/>
                    </a:cubicBezTo>
                    <a:cubicBezTo>
                      <a:pt x="1905" y="3598"/>
                      <a:pt x="1820" y="3598"/>
                      <a:pt x="1733" y="3598"/>
                    </a:cubicBezTo>
                    <a:cubicBezTo>
                      <a:pt x="1733" y="3577"/>
                      <a:pt x="1733" y="3555"/>
                      <a:pt x="1733" y="3534"/>
                    </a:cubicBezTo>
                    <a:cubicBezTo>
                      <a:pt x="1669" y="3534"/>
                      <a:pt x="1606" y="3534"/>
                      <a:pt x="1540" y="3534"/>
                    </a:cubicBezTo>
                    <a:cubicBezTo>
                      <a:pt x="1540" y="3512"/>
                      <a:pt x="1540" y="3491"/>
                      <a:pt x="1540" y="3469"/>
                    </a:cubicBezTo>
                    <a:cubicBezTo>
                      <a:pt x="1477" y="3469"/>
                      <a:pt x="1413" y="3469"/>
                      <a:pt x="1348" y="3469"/>
                    </a:cubicBezTo>
                    <a:cubicBezTo>
                      <a:pt x="1348" y="3448"/>
                      <a:pt x="1348" y="3427"/>
                      <a:pt x="1348" y="3405"/>
                    </a:cubicBezTo>
                    <a:cubicBezTo>
                      <a:pt x="1305" y="3405"/>
                      <a:pt x="1263" y="3405"/>
                      <a:pt x="1219" y="3405"/>
                    </a:cubicBezTo>
                    <a:cubicBezTo>
                      <a:pt x="1219" y="3384"/>
                      <a:pt x="1219" y="3363"/>
                      <a:pt x="1219" y="3341"/>
                    </a:cubicBezTo>
                    <a:cubicBezTo>
                      <a:pt x="1156" y="3341"/>
                      <a:pt x="1092" y="3341"/>
                      <a:pt x="1027" y="3341"/>
                    </a:cubicBezTo>
                    <a:cubicBezTo>
                      <a:pt x="1027" y="3320"/>
                      <a:pt x="1027" y="3299"/>
                      <a:pt x="1027" y="3277"/>
                    </a:cubicBezTo>
                    <a:cubicBezTo>
                      <a:pt x="984" y="3277"/>
                      <a:pt x="942" y="3277"/>
                      <a:pt x="898" y="3277"/>
                    </a:cubicBezTo>
                    <a:cubicBezTo>
                      <a:pt x="898" y="3256"/>
                      <a:pt x="898" y="3235"/>
                      <a:pt x="898" y="3213"/>
                    </a:cubicBezTo>
                    <a:cubicBezTo>
                      <a:pt x="856" y="3213"/>
                      <a:pt x="814" y="3213"/>
                      <a:pt x="770" y="3213"/>
                    </a:cubicBezTo>
                    <a:cubicBezTo>
                      <a:pt x="770" y="3192"/>
                      <a:pt x="770" y="3170"/>
                      <a:pt x="770" y="3149"/>
                    </a:cubicBezTo>
                    <a:cubicBezTo>
                      <a:pt x="728" y="3149"/>
                      <a:pt x="685" y="3149"/>
                      <a:pt x="642" y="3149"/>
                    </a:cubicBezTo>
                    <a:cubicBezTo>
                      <a:pt x="642" y="3127"/>
                      <a:pt x="642" y="3106"/>
                      <a:pt x="642" y="3084"/>
                    </a:cubicBezTo>
                    <a:cubicBezTo>
                      <a:pt x="621" y="3084"/>
                      <a:pt x="599" y="3084"/>
                      <a:pt x="578" y="3084"/>
                    </a:cubicBezTo>
                    <a:cubicBezTo>
                      <a:pt x="578" y="3063"/>
                      <a:pt x="578" y="3042"/>
                      <a:pt x="578" y="3020"/>
                    </a:cubicBezTo>
                    <a:cubicBezTo>
                      <a:pt x="535" y="3020"/>
                      <a:pt x="493" y="3020"/>
                      <a:pt x="449" y="3020"/>
                    </a:cubicBezTo>
                    <a:cubicBezTo>
                      <a:pt x="449" y="2999"/>
                      <a:pt x="449" y="2978"/>
                      <a:pt x="449" y="2956"/>
                    </a:cubicBezTo>
                    <a:cubicBezTo>
                      <a:pt x="428" y="2956"/>
                      <a:pt x="407" y="2956"/>
                      <a:pt x="385" y="2956"/>
                    </a:cubicBezTo>
                    <a:cubicBezTo>
                      <a:pt x="385" y="2935"/>
                      <a:pt x="385" y="2914"/>
                      <a:pt x="385" y="2892"/>
                    </a:cubicBezTo>
                    <a:cubicBezTo>
                      <a:pt x="364" y="2892"/>
                      <a:pt x="343" y="2892"/>
                      <a:pt x="321" y="2892"/>
                    </a:cubicBezTo>
                    <a:cubicBezTo>
                      <a:pt x="321" y="2871"/>
                      <a:pt x="321" y="2849"/>
                      <a:pt x="321" y="2828"/>
                    </a:cubicBezTo>
                    <a:cubicBezTo>
                      <a:pt x="300" y="2828"/>
                      <a:pt x="279" y="2828"/>
                      <a:pt x="257" y="2828"/>
                    </a:cubicBezTo>
                    <a:cubicBezTo>
                      <a:pt x="257" y="2806"/>
                      <a:pt x="257" y="2785"/>
                      <a:pt x="257" y="2763"/>
                    </a:cubicBezTo>
                    <a:cubicBezTo>
                      <a:pt x="236" y="2763"/>
                      <a:pt x="214" y="2763"/>
                      <a:pt x="193" y="2763"/>
                    </a:cubicBezTo>
                    <a:cubicBezTo>
                      <a:pt x="193" y="2742"/>
                      <a:pt x="193" y="2721"/>
                      <a:pt x="193" y="2699"/>
                    </a:cubicBezTo>
                    <a:cubicBezTo>
                      <a:pt x="171" y="2699"/>
                      <a:pt x="150" y="2699"/>
                      <a:pt x="128" y="2699"/>
                    </a:cubicBezTo>
                    <a:cubicBezTo>
                      <a:pt x="128" y="2657"/>
                      <a:pt x="128" y="2615"/>
                      <a:pt x="128" y="2571"/>
                    </a:cubicBezTo>
                    <a:cubicBezTo>
                      <a:pt x="107" y="2571"/>
                      <a:pt x="86" y="2571"/>
                      <a:pt x="64" y="2571"/>
                    </a:cubicBezTo>
                    <a:cubicBezTo>
                      <a:pt x="64" y="2529"/>
                      <a:pt x="64" y="2486"/>
                      <a:pt x="64" y="2443"/>
                    </a:cubicBezTo>
                    <a:cubicBezTo>
                      <a:pt x="43" y="2443"/>
                      <a:pt x="22" y="2443"/>
                      <a:pt x="0" y="2443"/>
                    </a:cubicBezTo>
                    <a:cubicBezTo>
                      <a:pt x="0" y="1638"/>
                      <a:pt x="0" y="833"/>
                      <a:pt x="0" y="4"/>
                    </a:cubicBezTo>
                    <a:close/>
                    <a:moveTo>
                      <a:pt x="8792" y="1416"/>
                    </a:moveTo>
                    <a:cubicBezTo>
                      <a:pt x="8792" y="1437"/>
                      <a:pt x="8792" y="1458"/>
                      <a:pt x="8792" y="1480"/>
                    </a:cubicBezTo>
                    <a:cubicBezTo>
                      <a:pt x="8749" y="1480"/>
                      <a:pt x="8707" y="1480"/>
                      <a:pt x="8664" y="1480"/>
                    </a:cubicBezTo>
                    <a:cubicBezTo>
                      <a:pt x="8664" y="1501"/>
                      <a:pt x="8664" y="1522"/>
                      <a:pt x="8664" y="1544"/>
                    </a:cubicBezTo>
                    <a:cubicBezTo>
                      <a:pt x="8642" y="1544"/>
                      <a:pt x="8621" y="1544"/>
                      <a:pt x="8599" y="1544"/>
                    </a:cubicBezTo>
                    <a:cubicBezTo>
                      <a:pt x="8599" y="1565"/>
                      <a:pt x="8599" y="1587"/>
                      <a:pt x="8599" y="1608"/>
                    </a:cubicBezTo>
                    <a:cubicBezTo>
                      <a:pt x="8578" y="1608"/>
                      <a:pt x="8557" y="1608"/>
                      <a:pt x="8535" y="1608"/>
                    </a:cubicBezTo>
                    <a:cubicBezTo>
                      <a:pt x="8535" y="1630"/>
                      <a:pt x="8535" y="1651"/>
                      <a:pt x="8535" y="1673"/>
                    </a:cubicBezTo>
                    <a:cubicBezTo>
                      <a:pt x="8514" y="1673"/>
                      <a:pt x="8493" y="1673"/>
                      <a:pt x="8471" y="1673"/>
                    </a:cubicBezTo>
                    <a:cubicBezTo>
                      <a:pt x="8471" y="1715"/>
                      <a:pt x="8471" y="1757"/>
                      <a:pt x="8471" y="1801"/>
                    </a:cubicBezTo>
                    <a:cubicBezTo>
                      <a:pt x="8450" y="1801"/>
                      <a:pt x="8429" y="1801"/>
                      <a:pt x="8407" y="1801"/>
                    </a:cubicBezTo>
                    <a:cubicBezTo>
                      <a:pt x="8407" y="1843"/>
                      <a:pt x="8407" y="1886"/>
                      <a:pt x="8407" y="1929"/>
                    </a:cubicBezTo>
                    <a:cubicBezTo>
                      <a:pt x="8386" y="1929"/>
                      <a:pt x="8364" y="1929"/>
                      <a:pt x="8343" y="1929"/>
                    </a:cubicBezTo>
                    <a:cubicBezTo>
                      <a:pt x="8343" y="2035"/>
                      <a:pt x="8343" y="2141"/>
                      <a:pt x="8343" y="2250"/>
                    </a:cubicBezTo>
                    <a:cubicBezTo>
                      <a:pt x="8364" y="2250"/>
                      <a:pt x="8385" y="2250"/>
                      <a:pt x="8407" y="2250"/>
                    </a:cubicBezTo>
                    <a:cubicBezTo>
                      <a:pt x="8407" y="2314"/>
                      <a:pt x="8407" y="2377"/>
                      <a:pt x="8407" y="2443"/>
                    </a:cubicBezTo>
                    <a:cubicBezTo>
                      <a:pt x="8428" y="2443"/>
                      <a:pt x="8449" y="2443"/>
                      <a:pt x="8471" y="2443"/>
                    </a:cubicBezTo>
                    <a:cubicBezTo>
                      <a:pt x="8471" y="2485"/>
                      <a:pt x="8471" y="2527"/>
                      <a:pt x="8471" y="2571"/>
                    </a:cubicBezTo>
                    <a:cubicBezTo>
                      <a:pt x="8492" y="2571"/>
                      <a:pt x="8513" y="2571"/>
                      <a:pt x="8535" y="2571"/>
                    </a:cubicBezTo>
                    <a:cubicBezTo>
                      <a:pt x="8535" y="2592"/>
                      <a:pt x="8535" y="2613"/>
                      <a:pt x="8535" y="2635"/>
                    </a:cubicBezTo>
                    <a:cubicBezTo>
                      <a:pt x="8556" y="2635"/>
                      <a:pt x="8578" y="2635"/>
                      <a:pt x="8599" y="2635"/>
                    </a:cubicBezTo>
                    <a:cubicBezTo>
                      <a:pt x="8599" y="2656"/>
                      <a:pt x="8599" y="2678"/>
                      <a:pt x="8599" y="2699"/>
                    </a:cubicBezTo>
                    <a:cubicBezTo>
                      <a:pt x="8642" y="2699"/>
                      <a:pt x="8684" y="2699"/>
                      <a:pt x="8728" y="2699"/>
                    </a:cubicBezTo>
                    <a:cubicBezTo>
                      <a:pt x="8728" y="2721"/>
                      <a:pt x="8728" y="2742"/>
                      <a:pt x="8728" y="2763"/>
                    </a:cubicBezTo>
                    <a:cubicBezTo>
                      <a:pt x="8770" y="2763"/>
                      <a:pt x="8812" y="2763"/>
                      <a:pt x="8856" y="2763"/>
                    </a:cubicBezTo>
                    <a:cubicBezTo>
                      <a:pt x="8856" y="2785"/>
                      <a:pt x="8856" y="2806"/>
                      <a:pt x="8856" y="2828"/>
                    </a:cubicBezTo>
                    <a:cubicBezTo>
                      <a:pt x="9004" y="2828"/>
                      <a:pt x="9153" y="2828"/>
                      <a:pt x="9305" y="2828"/>
                    </a:cubicBezTo>
                    <a:cubicBezTo>
                      <a:pt x="9305" y="2806"/>
                      <a:pt x="9305" y="2785"/>
                      <a:pt x="9305" y="2763"/>
                    </a:cubicBezTo>
                    <a:cubicBezTo>
                      <a:pt x="9348" y="2763"/>
                      <a:pt x="9390" y="2763"/>
                      <a:pt x="9434" y="2763"/>
                    </a:cubicBezTo>
                    <a:cubicBezTo>
                      <a:pt x="9434" y="2742"/>
                      <a:pt x="9434" y="2721"/>
                      <a:pt x="9434" y="2699"/>
                    </a:cubicBezTo>
                    <a:cubicBezTo>
                      <a:pt x="9476" y="2699"/>
                      <a:pt x="9518" y="2699"/>
                      <a:pt x="9562" y="2699"/>
                    </a:cubicBezTo>
                    <a:cubicBezTo>
                      <a:pt x="9562" y="2678"/>
                      <a:pt x="9562" y="2657"/>
                      <a:pt x="9562" y="2635"/>
                    </a:cubicBezTo>
                    <a:cubicBezTo>
                      <a:pt x="9583" y="2635"/>
                      <a:pt x="9604" y="2635"/>
                      <a:pt x="9626" y="2635"/>
                    </a:cubicBezTo>
                    <a:cubicBezTo>
                      <a:pt x="9626" y="2614"/>
                      <a:pt x="9626" y="2593"/>
                      <a:pt x="9626" y="2571"/>
                    </a:cubicBezTo>
                    <a:cubicBezTo>
                      <a:pt x="9647" y="2571"/>
                      <a:pt x="9668" y="2571"/>
                      <a:pt x="9690" y="2571"/>
                    </a:cubicBezTo>
                    <a:cubicBezTo>
                      <a:pt x="9690" y="2529"/>
                      <a:pt x="9690" y="2486"/>
                      <a:pt x="9690" y="2443"/>
                    </a:cubicBezTo>
                    <a:cubicBezTo>
                      <a:pt x="9711" y="2443"/>
                      <a:pt x="9733" y="2443"/>
                      <a:pt x="9754" y="2443"/>
                    </a:cubicBezTo>
                    <a:cubicBezTo>
                      <a:pt x="9754" y="2379"/>
                      <a:pt x="9754" y="2316"/>
                      <a:pt x="9754" y="2250"/>
                    </a:cubicBezTo>
                    <a:cubicBezTo>
                      <a:pt x="9776" y="2250"/>
                      <a:pt x="9797" y="2250"/>
                      <a:pt x="9819" y="2250"/>
                    </a:cubicBezTo>
                    <a:cubicBezTo>
                      <a:pt x="9819" y="2144"/>
                      <a:pt x="9819" y="2038"/>
                      <a:pt x="9819" y="1929"/>
                    </a:cubicBezTo>
                    <a:cubicBezTo>
                      <a:pt x="9797" y="1929"/>
                      <a:pt x="9776" y="1929"/>
                      <a:pt x="9754" y="1929"/>
                    </a:cubicBezTo>
                    <a:cubicBezTo>
                      <a:pt x="9754" y="1866"/>
                      <a:pt x="9754" y="1802"/>
                      <a:pt x="9754" y="1737"/>
                    </a:cubicBezTo>
                    <a:cubicBezTo>
                      <a:pt x="9733" y="1737"/>
                      <a:pt x="9712" y="1737"/>
                      <a:pt x="9690" y="1737"/>
                    </a:cubicBezTo>
                    <a:cubicBezTo>
                      <a:pt x="9690" y="1716"/>
                      <a:pt x="9690" y="1694"/>
                      <a:pt x="9690" y="1673"/>
                    </a:cubicBezTo>
                    <a:cubicBezTo>
                      <a:pt x="9669" y="1673"/>
                      <a:pt x="9648" y="1673"/>
                      <a:pt x="9626" y="1673"/>
                    </a:cubicBezTo>
                    <a:cubicBezTo>
                      <a:pt x="9626" y="1651"/>
                      <a:pt x="9626" y="1630"/>
                      <a:pt x="9626" y="1608"/>
                    </a:cubicBezTo>
                    <a:cubicBezTo>
                      <a:pt x="9605" y="1608"/>
                      <a:pt x="9584" y="1608"/>
                      <a:pt x="9562" y="1608"/>
                    </a:cubicBezTo>
                    <a:cubicBezTo>
                      <a:pt x="9562" y="1587"/>
                      <a:pt x="9562" y="1566"/>
                      <a:pt x="9562" y="1544"/>
                    </a:cubicBezTo>
                    <a:cubicBezTo>
                      <a:pt x="9541" y="1544"/>
                      <a:pt x="9520" y="1544"/>
                      <a:pt x="9498" y="1544"/>
                    </a:cubicBezTo>
                    <a:cubicBezTo>
                      <a:pt x="9498" y="1523"/>
                      <a:pt x="9498" y="1502"/>
                      <a:pt x="9498" y="1480"/>
                    </a:cubicBezTo>
                    <a:cubicBezTo>
                      <a:pt x="9455" y="1480"/>
                      <a:pt x="9413" y="1480"/>
                      <a:pt x="9369" y="1480"/>
                    </a:cubicBezTo>
                    <a:cubicBezTo>
                      <a:pt x="9369" y="1459"/>
                      <a:pt x="9369" y="1438"/>
                      <a:pt x="9369" y="1416"/>
                    </a:cubicBezTo>
                    <a:cubicBezTo>
                      <a:pt x="9179" y="1416"/>
                      <a:pt x="8988" y="1416"/>
                      <a:pt x="8792" y="1416"/>
                    </a:cubicBezTo>
                    <a:close/>
                  </a:path>
                </a:pathLst>
              </a:custGeom>
              <a:solidFill>
                <a:srgbClr val="ACB5E9"/>
              </a:solidFill>
              <a:ln w="408" cap="flat">
                <a:noFill/>
              </a:ln>
            </p:spPr>
          </p:sp>
          <p:sp>
            <p:nvSpPr>
              <p:cNvPr id="1810" name="ICON_C_MANIFEST_HEADER_path_004"/>
              <p:cNvSpPr/>
              <p:nvPr/>
            </p:nvSpPr>
            <p:spPr>
              <a:xfrm>
                <a:off x="902146" y="7052575"/>
                <a:ext cx="146827" cy="173597"/>
              </a:xfrm>
              <a:custGeom>
                <a:avLst/>
                <a:gdLst/>
                <a:ahLst/>
                <a:cxnLst/>
                <a:rect l="0" t="0" r="r" b="b"/>
                <a:pathLst>
                  <a:path w="11561" h="13669" fill="norm" stroke="0">
                    <a:moveTo>
                      <a:pt x="4556" y="0"/>
                    </a:moveTo>
                    <a:cubicBezTo>
                      <a:pt x="5340" y="0"/>
                      <a:pt x="6123" y="0"/>
                      <a:pt x="6931" y="0"/>
                    </a:cubicBezTo>
                    <a:cubicBezTo>
                      <a:pt x="6931" y="21"/>
                      <a:pt x="6931" y="42"/>
                      <a:pt x="6931" y="64"/>
                    </a:cubicBezTo>
                    <a:cubicBezTo>
                      <a:pt x="6939" y="64"/>
                      <a:pt x="6948" y="64"/>
                      <a:pt x="6956" y="64"/>
                    </a:cubicBezTo>
                    <a:cubicBezTo>
                      <a:pt x="7035" y="63"/>
                      <a:pt x="7114" y="63"/>
                      <a:pt x="7193" y="63"/>
                    </a:cubicBezTo>
                    <a:cubicBezTo>
                      <a:pt x="7233" y="62"/>
                      <a:pt x="7274" y="62"/>
                      <a:pt x="7314" y="62"/>
                    </a:cubicBezTo>
                    <a:cubicBezTo>
                      <a:pt x="7361" y="61"/>
                      <a:pt x="7407" y="61"/>
                      <a:pt x="7454" y="61"/>
                    </a:cubicBezTo>
                    <a:cubicBezTo>
                      <a:pt x="7469" y="61"/>
                      <a:pt x="7483" y="61"/>
                      <a:pt x="7498" y="61"/>
                    </a:cubicBezTo>
                    <a:cubicBezTo>
                      <a:pt x="7512" y="61"/>
                      <a:pt x="7525" y="61"/>
                      <a:pt x="7539" y="61"/>
                    </a:cubicBezTo>
                    <a:cubicBezTo>
                      <a:pt x="7545" y="60"/>
                      <a:pt x="7545" y="60"/>
                      <a:pt x="7575" y="60"/>
                    </a:cubicBezTo>
                    <a:cubicBezTo>
                      <a:pt x="7605" y="64"/>
                      <a:pt x="7605" y="64"/>
                      <a:pt x="7637" y="96"/>
                    </a:cubicBezTo>
                    <a:cubicBezTo>
                      <a:pt x="7660" y="101"/>
                      <a:pt x="7660" y="101"/>
                      <a:pt x="7687" y="103"/>
                    </a:cubicBezTo>
                    <a:cubicBezTo>
                      <a:pt x="7698" y="103"/>
                      <a:pt x="7708" y="104"/>
                      <a:pt x="7719" y="105"/>
                    </a:cubicBezTo>
                    <a:cubicBezTo>
                      <a:pt x="7730" y="105"/>
                      <a:pt x="7741" y="106"/>
                      <a:pt x="7752" y="106"/>
                    </a:cubicBezTo>
                    <a:cubicBezTo>
                      <a:pt x="7758" y="107"/>
                      <a:pt x="7758" y="107"/>
                      <a:pt x="7787" y="108"/>
                    </a:cubicBezTo>
                    <a:cubicBezTo>
                      <a:pt x="7823" y="111"/>
                      <a:pt x="7859" y="112"/>
                      <a:pt x="7895" y="114"/>
                    </a:cubicBezTo>
                    <a:cubicBezTo>
                      <a:pt x="7920" y="116"/>
                      <a:pt x="7945" y="117"/>
                      <a:pt x="7969" y="118"/>
                    </a:cubicBezTo>
                    <a:cubicBezTo>
                      <a:pt x="8029" y="122"/>
                      <a:pt x="8090" y="125"/>
                      <a:pt x="8150" y="128"/>
                    </a:cubicBezTo>
                    <a:cubicBezTo>
                      <a:pt x="8150" y="150"/>
                      <a:pt x="8150" y="171"/>
                      <a:pt x="8150" y="193"/>
                    </a:cubicBezTo>
                    <a:cubicBezTo>
                      <a:pt x="8161" y="192"/>
                      <a:pt x="8171" y="192"/>
                      <a:pt x="8182" y="192"/>
                    </a:cubicBezTo>
                    <a:cubicBezTo>
                      <a:pt x="8221" y="191"/>
                      <a:pt x="8260" y="191"/>
                      <a:pt x="8299" y="191"/>
                    </a:cubicBezTo>
                    <a:cubicBezTo>
                      <a:pt x="8316" y="191"/>
                      <a:pt x="8333" y="190"/>
                      <a:pt x="8350" y="190"/>
                    </a:cubicBezTo>
                    <a:cubicBezTo>
                      <a:pt x="8374" y="190"/>
                      <a:pt x="8398" y="190"/>
                      <a:pt x="8423" y="189"/>
                    </a:cubicBezTo>
                    <a:cubicBezTo>
                      <a:pt x="8437" y="189"/>
                      <a:pt x="8452" y="189"/>
                      <a:pt x="8467" y="189"/>
                    </a:cubicBezTo>
                    <a:cubicBezTo>
                      <a:pt x="8503" y="193"/>
                      <a:pt x="8503" y="193"/>
                      <a:pt x="8535" y="225"/>
                    </a:cubicBezTo>
                    <a:cubicBezTo>
                      <a:pt x="8565" y="230"/>
                      <a:pt x="8593" y="233"/>
                      <a:pt x="8623" y="235"/>
                    </a:cubicBezTo>
                    <a:cubicBezTo>
                      <a:pt x="8627" y="235"/>
                      <a:pt x="8627" y="235"/>
                      <a:pt x="8648" y="237"/>
                    </a:cubicBezTo>
                    <a:cubicBezTo>
                      <a:pt x="8675" y="239"/>
                      <a:pt x="8703" y="241"/>
                      <a:pt x="8730" y="243"/>
                    </a:cubicBezTo>
                    <a:cubicBezTo>
                      <a:pt x="8748" y="244"/>
                      <a:pt x="8767" y="245"/>
                      <a:pt x="8785" y="247"/>
                    </a:cubicBezTo>
                    <a:cubicBezTo>
                      <a:pt x="8830" y="250"/>
                      <a:pt x="8875" y="254"/>
                      <a:pt x="8920" y="257"/>
                    </a:cubicBezTo>
                    <a:cubicBezTo>
                      <a:pt x="8920" y="278"/>
                      <a:pt x="8920" y="299"/>
                      <a:pt x="8920" y="321"/>
                    </a:cubicBezTo>
                    <a:cubicBezTo>
                      <a:pt x="8936" y="320"/>
                      <a:pt x="8952" y="320"/>
                      <a:pt x="8968" y="320"/>
                    </a:cubicBezTo>
                    <a:cubicBezTo>
                      <a:pt x="8989" y="319"/>
                      <a:pt x="9010" y="319"/>
                      <a:pt x="9031" y="319"/>
                    </a:cubicBezTo>
                    <a:cubicBezTo>
                      <a:pt x="9041" y="319"/>
                      <a:pt x="9051" y="318"/>
                      <a:pt x="9062" y="318"/>
                    </a:cubicBezTo>
                    <a:cubicBezTo>
                      <a:pt x="9072" y="318"/>
                      <a:pt x="9082" y="318"/>
                      <a:pt x="9093" y="318"/>
                    </a:cubicBezTo>
                    <a:cubicBezTo>
                      <a:pt x="9097" y="318"/>
                      <a:pt x="9097" y="318"/>
                      <a:pt x="9121" y="317"/>
                    </a:cubicBezTo>
                    <a:cubicBezTo>
                      <a:pt x="9145" y="321"/>
                      <a:pt x="9145" y="321"/>
                      <a:pt x="9177" y="353"/>
                    </a:cubicBezTo>
                    <a:cubicBezTo>
                      <a:pt x="9210" y="360"/>
                      <a:pt x="9210" y="360"/>
                      <a:pt x="9250" y="363"/>
                    </a:cubicBezTo>
                    <a:cubicBezTo>
                      <a:pt x="9265" y="364"/>
                      <a:pt x="9279" y="366"/>
                      <a:pt x="9294" y="367"/>
                    </a:cubicBezTo>
                    <a:cubicBezTo>
                      <a:pt x="9309" y="368"/>
                      <a:pt x="9324" y="370"/>
                      <a:pt x="9339" y="371"/>
                    </a:cubicBezTo>
                    <a:cubicBezTo>
                      <a:pt x="9354" y="372"/>
                      <a:pt x="9370" y="374"/>
                      <a:pt x="9385" y="375"/>
                    </a:cubicBezTo>
                    <a:cubicBezTo>
                      <a:pt x="9423" y="379"/>
                      <a:pt x="9460" y="382"/>
                      <a:pt x="9498" y="385"/>
                    </a:cubicBezTo>
                    <a:cubicBezTo>
                      <a:pt x="9498" y="406"/>
                      <a:pt x="9498" y="427"/>
                      <a:pt x="9498" y="449"/>
                    </a:cubicBezTo>
                    <a:cubicBezTo>
                      <a:pt x="9503" y="449"/>
                      <a:pt x="9503" y="449"/>
                      <a:pt x="9532" y="448"/>
                    </a:cubicBezTo>
                    <a:cubicBezTo>
                      <a:pt x="9539" y="448"/>
                      <a:pt x="9539" y="448"/>
                      <a:pt x="9576" y="447"/>
                    </a:cubicBezTo>
                    <a:cubicBezTo>
                      <a:pt x="9583" y="447"/>
                      <a:pt x="9583" y="447"/>
                      <a:pt x="9620" y="446"/>
                    </a:cubicBezTo>
                    <a:cubicBezTo>
                      <a:pt x="9658" y="449"/>
                      <a:pt x="9658" y="449"/>
                      <a:pt x="9690" y="481"/>
                    </a:cubicBezTo>
                    <a:cubicBezTo>
                      <a:pt x="9718" y="488"/>
                      <a:pt x="9718" y="488"/>
                      <a:pt x="9750" y="491"/>
                    </a:cubicBezTo>
                    <a:cubicBezTo>
                      <a:pt x="9755" y="492"/>
                      <a:pt x="9755" y="492"/>
                      <a:pt x="9784" y="496"/>
                    </a:cubicBezTo>
                    <a:cubicBezTo>
                      <a:pt x="9796" y="497"/>
                      <a:pt x="9808" y="498"/>
                      <a:pt x="9821" y="499"/>
                    </a:cubicBezTo>
                    <a:cubicBezTo>
                      <a:pt x="9833" y="501"/>
                      <a:pt x="9845" y="502"/>
                      <a:pt x="9857" y="504"/>
                    </a:cubicBezTo>
                    <a:cubicBezTo>
                      <a:pt x="9887" y="507"/>
                      <a:pt x="9917" y="510"/>
                      <a:pt x="9947" y="513"/>
                    </a:cubicBezTo>
                    <a:cubicBezTo>
                      <a:pt x="9947" y="535"/>
                      <a:pt x="9947" y="556"/>
                      <a:pt x="9947" y="578"/>
                    </a:cubicBezTo>
                    <a:cubicBezTo>
                      <a:pt x="9989" y="578"/>
                      <a:pt x="10032" y="578"/>
                      <a:pt x="10075" y="578"/>
                    </a:cubicBezTo>
                    <a:cubicBezTo>
                      <a:pt x="10075" y="599"/>
                      <a:pt x="10075" y="620"/>
                      <a:pt x="10075" y="642"/>
                    </a:cubicBezTo>
                    <a:cubicBezTo>
                      <a:pt x="10082" y="641"/>
                      <a:pt x="10082" y="641"/>
                      <a:pt x="10115" y="638"/>
                    </a:cubicBezTo>
                    <a:cubicBezTo>
                      <a:pt x="10133" y="637"/>
                      <a:pt x="10150" y="637"/>
                      <a:pt x="10168" y="636"/>
                    </a:cubicBezTo>
                    <a:cubicBezTo>
                      <a:pt x="10176" y="635"/>
                      <a:pt x="10185" y="634"/>
                      <a:pt x="10194" y="633"/>
                    </a:cubicBezTo>
                    <a:cubicBezTo>
                      <a:pt x="10221" y="632"/>
                      <a:pt x="10242" y="633"/>
                      <a:pt x="10268" y="642"/>
                    </a:cubicBezTo>
                    <a:cubicBezTo>
                      <a:pt x="10284" y="663"/>
                      <a:pt x="10284" y="663"/>
                      <a:pt x="10298" y="689"/>
                    </a:cubicBezTo>
                    <a:cubicBezTo>
                      <a:pt x="10325" y="736"/>
                      <a:pt x="10325" y="736"/>
                      <a:pt x="10359" y="747"/>
                    </a:cubicBezTo>
                    <a:cubicBezTo>
                      <a:pt x="10391" y="750"/>
                      <a:pt x="10424" y="751"/>
                      <a:pt x="10456" y="752"/>
                    </a:cubicBezTo>
                    <a:cubicBezTo>
                      <a:pt x="10568" y="760"/>
                      <a:pt x="10624" y="781"/>
                      <a:pt x="10698" y="865"/>
                    </a:cubicBezTo>
                    <a:cubicBezTo>
                      <a:pt x="10717" y="898"/>
                      <a:pt x="10717" y="898"/>
                      <a:pt x="10717" y="963"/>
                    </a:cubicBezTo>
                    <a:cubicBezTo>
                      <a:pt x="10781" y="963"/>
                      <a:pt x="10844" y="963"/>
                      <a:pt x="10910" y="963"/>
                    </a:cubicBezTo>
                    <a:cubicBezTo>
                      <a:pt x="10910" y="984"/>
                      <a:pt x="10910" y="1005"/>
                      <a:pt x="10910" y="1027"/>
                    </a:cubicBezTo>
                    <a:cubicBezTo>
                      <a:pt x="10931" y="1027"/>
                      <a:pt x="10952" y="1027"/>
                      <a:pt x="10974" y="1027"/>
                    </a:cubicBezTo>
                    <a:cubicBezTo>
                      <a:pt x="10974" y="1048"/>
                      <a:pt x="10974" y="1069"/>
                      <a:pt x="10974" y="1091"/>
                    </a:cubicBezTo>
                    <a:cubicBezTo>
                      <a:pt x="10983" y="1089"/>
                      <a:pt x="10992" y="1087"/>
                      <a:pt x="11002" y="1085"/>
                    </a:cubicBezTo>
                    <a:cubicBezTo>
                      <a:pt x="11014" y="1087"/>
                      <a:pt x="11026" y="1089"/>
                      <a:pt x="11038" y="1091"/>
                    </a:cubicBezTo>
                    <a:cubicBezTo>
                      <a:pt x="11052" y="1111"/>
                      <a:pt x="11052" y="1111"/>
                      <a:pt x="11066" y="1137"/>
                    </a:cubicBezTo>
                    <a:cubicBezTo>
                      <a:pt x="11086" y="1172"/>
                      <a:pt x="11097" y="1185"/>
                      <a:pt x="11135" y="1201"/>
                    </a:cubicBezTo>
                    <a:cubicBezTo>
                      <a:pt x="11167" y="1208"/>
                      <a:pt x="11198" y="1215"/>
                      <a:pt x="11230" y="1219"/>
                    </a:cubicBezTo>
                    <a:cubicBezTo>
                      <a:pt x="11230" y="1240"/>
                      <a:pt x="11230" y="1262"/>
                      <a:pt x="11230" y="1283"/>
                    </a:cubicBezTo>
                    <a:cubicBezTo>
                      <a:pt x="11252" y="1283"/>
                      <a:pt x="11273" y="1283"/>
                      <a:pt x="11295" y="1283"/>
                    </a:cubicBezTo>
                    <a:cubicBezTo>
                      <a:pt x="11299" y="1295"/>
                      <a:pt x="11302" y="1306"/>
                      <a:pt x="11306" y="1317"/>
                    </a:cubicBezTo>
                    <a:cubicBezTo>
                      <a:pt x="11312" y="1332"/>
                      <a:pt x="11317" y="1347"/>
                      <a:pt x="11323" y="1362"/>
                    </a:cubicBezTo>
                    <a:cubicBezTo>
                      <a:pt x="11328" y="1376"/>
                      <a:pt x="11333" y="1391"/>
                      <a:pt x="11339" y="1406"/>
                    </a:cubicBezTo>
                    <a:cubicBezTo>
                      <a:pt x="11362" y="1450"/>
                      <a:pt x="11379" y="1457"/>
                      <a:pt x="11423" y="1476"/>
                    </a:cubicBezTo>
                    <a:cubicBezTo>
                      <a:pt x="11427" y="1510"/>
                      <a:pt x="11427" y="1510"/>
                      <a:pt x="11423" y="1540"/>
                    </a:cubicBezTo>
                    <a:cubicBezTo>
                      <a:pt x="11444" y="1540"/>
                      <a:pt x="11465" y="1540"/>
                      <a:pt x="11487" y="1540"/>
                    </a:cubicBezTo>
                    <a:cubicBezTo>
                      <a:pt x="11487" y="1561"/>
                      <a:pt x="11487" y="1583"/>
                      <a:pt x="11487" y="1604"/>
                    </a:cubicBezTo>
                    <a:cubicBezTo>
                      <a:pt x="11508" y="1604"/>
                      <a:pt x="11530" y="1604"/>
                      <a:pt x="11551" y="1604"/>
                    </a:cubicBezTo>
                    <a:cubicBezTo>
                      <a:pt x="11552" y="2577"/>
                      <a:pt x="11553" y="3550"/>
                      <a:pt x="11554" y="4522"/>
                    </a:cubicBezTo>
                    <a:cubicBezTo>
                      <a:pt x="11554" y="4530"/>
                      <a:pt x="11554" y="4530"/>
                      <a:pt x="11554" y="4566"/>
                    </a:cubicBezTo>
                    <a:cubicBezTo>
                      <a:pt x="11554" y="4879"/>
                      <a:pt x="11554" y="5192"/>
                      <a:pt x="11555" y="5505"/>
                    </a:cubicBezTo>
                    <a:cubicBezTo>
                      <a:pt x="11555" y="5658"/>
                      <a:pt x="11555" y="5812"/>
                      <a:pt x="11555" y="5965"/>
                    </a:cubicBezTo>
                    <a:cubicBezTo>
                      <a:pt x="11555" y="5980"/>
                      <a:pt x="11555" y="5996"/>
                      <a:pt x="11555" y="6011"/>
                    </a:cubicBezTo>
                    <a:cubicBezTo>
                      <a:pt x="11555" y="6506"/>
                      <a:pt x="11556" y="7001"/>
                      <a:pt x="11556" y="7496"/>
                    </a:cubicBezTo>
                    <a:cubicBezTo>
                      <a:pt x="11557" y="8005"/>
                      <a:pt x="11557" y="8513"/>
                      <a:pt x="11557" y="9022"/>
                    </a:cubicBezTo>
                    <a:cubicBezTo>
                      <a:pt x="11557" y="9094"/>
                      <a:pt x="11557" y="9166"/>
                      <a:pt x="11557" y="9238"/>
                    </a:cubicBezTo>
                    <a:cubicBezTo>
                      <a:pt x="11557" y="9245"/>
                      <a:pt x="11557" y="9245"/>
                      <a:pt x="11557" y="9280"/>
                    </a:cubicBezTo>
                    <a:cubicBezTo>
                      <a:pt x="11558" y="9508"/>
                      <a:pt x="11558" y="9735"/>
                      <a:pt x="11558" y="9963"/>
                    </a:cubicBezTo>
                    <a:cubicBezTo>
                      <a:pt x="11559" y="10192"/>
                      <a:pt x="11559" y="10421"/>
                      <a:pt x="11559" y="10650"/>
                    </a:cubicBezTo>
                    <a:cubicBezTo>
                      <a:pt x="11559" y="10785"/>
                      <a:pt x="11559" y="10921"/>
                      <a:pt x="11559" y="11057"/>
                    </a:cubicBezTo>
                    <a:cubicBezTo>
                      <a:pt x="11559" y="11148"/>
                      <a:pt x="11559" y="11239"/>
                      <a:pt x="11559" y="11330"/>
                    </a:cubicBezTo>
                    <a:cubicBezTo>
                      <a:pt x="11559" y="11382"/>
                      <a:pt x="11559" y="11433"/>
                      <a:pt x="11559" y="11485"/>
                    </a:cubicBezTo>
                    <a:cubicBezTo>
                      <a:pt x="11561" y="11838"/>
                      <a:pt x="11561" y="11838"/>
                      <a:pt x="11525" y="11974"/>
                    </a:cubicBezTo>
                    <a:cubicBezTo>
                      <a:pt x="11523" y="11983"/>
                      <a:pt x="11520" y="11992"/>
                      <a:pt x="11518" y="12000"/>
                    </a:cubicBezTo>
                    <a:cubicBezTo>
                      <a:pt x="11498" y="12061"/>
                      <a:pt x="11465" y="12085"/>
                      <a:pt x="11412" y="12115"/>
                    </a:cubicBezTo>
                    <a:cubicBezTo>
                      <a:pt x="11391" y="12129"/>
                      <a:pt x="11391" y="12129"/>
                      <a:pt x="11379" y="12159"/>
                    </a:cubicBezTo>
                    <a:cubicBezTo>
                      <a:pt x="11379" y="12164"/>
                      <a:pt x="11379" y="12164"/>
                      <a:pt x="11377" y="12189"/>
                    </a:cubicBezTo>
                    <a:cubicBezTo>
                      <a:pt x="11361" y="12276"/>
                      <a:pt x="11301" y="12336"/>
                      <a:pt x="11230" y="12386"/>
                    </a:cubicBezTo>
                    <a:cubicBezTo>
                      <a:pt x="11194" y="12389"/>
                      <a:pt x="11194" y="12389"/>
                      <a:pt x="11166" y="12386"/>
                    </a:cubicBezTo>
                    <a:cubicBezTo>
                      <a:pt x="11168" y="12395"/>
                      <a:pt x="11169" y="12404"/>
                      <a:pt x="11170" y="12413"/>
                    </a:cubicBezTo>
                    <a:cubicBezTo>
                      <a:pt x="11165" y="12463"/>
                      <a:pt x="11140" y="12485"/>
                      <a:pt x="11106" y="12518"/>
                    </a:cubicBezTo>
                    <a:cubicBezTo>
                      <a:pt x="11103" y="12521"/>
                      <a:pt x="11103" y="12521"/>
                      <a:pt x="11089" y="12536"/>
                    </a:cubicBezTo>
                    <a:cubicBezTo>
                      <a:pt x="11060" y="12565"/>
                      <a:pt x="11043" y="12578"/>
                      <a:pt x="11002" y="12582"/>
                    </a:cubicBezTo>
                    <a:cubicBezTo>
                      <a:pt x="10992" y="12581"/>
                      <a:pt x="10983" y="12579"/>
                      <a:pt x="10974" y="12578"/>
                    </a:cubicBezTo>
                    <a:cubicBezTo>
                      <a:pt x="10974" y="12599"/>
                      <a:pt x="10974" y="12620"/>
                      <a:pt x="10974" y="12642"/>
                    </a:cubicBezTo>
                    <a:cubicBezTo>
                      <a:pt x="10931" y="12642"/>
                      <a:pt x="10889" y="12642"/>
                      <a:pt x="10845" y="12642"/>
                    </a:cubicBezTo>
                    <a:cubicBezTo>
                      <a:pt x="10845" y="12663"/>
                      <a:pt x="10845" y="12685"/>
                      <a:pt x="10845" y="12706"/>
                    </a:cubicBezTo>
                    <a:cubicBezTo>
                      <a:pt x="10803" y="12706"/>
                      <a:pt x="10761" y="12706"/>
                      <a:pt x="10717" y="12706"/>
                    </a:cubicBezTo>
                    <a:cubicBezTo>
                      <a:pt x="10717" y="12728"/>
                      <a:pt x="10717" y="12749"/>
                      <a:pt x="10717" y="12771"/>
                    </a:cubicBezTo>
                    <a:cubicBezTo>
                      <a:pt x="10675" y="12771"/>
                      <a:pt x="10632" y="12771"/>
                      <a:pt x="10589" y="12771"/>
                    </a:cubicBezTo>
                    <a:cubicBezTo>
                      <a:pt x="10589" y="12792"/>
                      <a:pt x="10589" y="12813"/>
                      <a:pt x="10589" y="12835"/>
                    </a:cubicBezTo>
                    <a:cubicBezTo>
                      <a:pt x="10568" y="12835"/>
                      <a:pt x="10546" y="12835"/>
                      <a:pt x="10525" y="12835"/>
                    </a:cubicBezTo>
                    <a:cubicBezTo>
                      <a:pt x="10525" y="12856"/>
                      <a:pt x="10525" y="12877"/>
                      <a:pt x="10525" y="12899"/>
                    </a:cubicBezTo>
                    <a:cubicBezTo>
                      <a:pt x="10461" y="12899"/>
                      <a:pt x="10397" y="12899"/>
                      <a:pt x="10332" y="12899"/>
                    </a:cubicBezTo>
                    <a:cubicBezTo>
                      <a:pt x="10332" y="12920"/>
                      <a:pt x="10332" y="12941"/>
                      <a:pt x="10332" y="12963"/>
                    </a:cubicBezTo>
                    <a:cubicBezTo>
                      <a:pt x="10290" y="12963"/>
                      <a:pt x="10247" y="12963"/>
                      <a:pt x="10204" y="12963"/>
                    </a:cubicBezTo>
                    <a:cubicBezTo>
                      <a:pt x="10204" y="12984"/>
                      <a:pt x="10204" y="13006"/>
                      <a:pt x="10204" y="13027"/>
                    </a:cubicBezTo>
                    <a:cubicBezTo>
                      <a:pt x="10161" y="13027"/>
                      <a:pt x="10119" y="13027"/>
                      <a:pt x="10075" y="13027"/>
                    </a:cubicBezTo>
                    <a:cubicBezTo>
                      <a:pt x="10075" y="13049"/>
                      <a:pt x="10075" y="13070"/>
                      <a:pt x="10075" y="13092"/>
                    </a:cubicBezTo>
                    <a:cubicBezTo>
                      <a:pt x="9991" y="13092"/>
                      <a:pt x="9906" y="13092"/>
                      <a:pt x="9819" y="13092"/>
                    </a:cubicBezTo>
                    <a:cubicBezTo>
                      <a:pt x="9819" y="13113"/>
                      <a:pt x="9819" y="13134"/>
                      <a:pt x="9819" y="13156"/>
                    </a:cubicBezTo>
                    <a:cubicBezTo>
                      <a:pt x="9776" y="13156"/>
                      <a:pt x="9734" y="13156"/>
                      <a:pt x="9690" y="13156"/>
                    </a:cubicBezTo>
                    <a:cubicBezTo>
                      <a:pt x="9690" y="13177"/>
                      <a:pt x="9690" y="13198"/>
                      <a:pt x="9690" y="13220"/>
                    </a:cubicBezTo>
                    <a:cubicBezTo>
                      <a:pt x="9606" y="13220"/>
                      <a:pt x="9521" y="13220"/>
                      <a:pt x="9434" y="13220"/>
                    </a:cubicBezTo>
                    <a:cubicBezTo>
                      <a:pt x="9434" y="13241"/>
                      <a:pt x="9434" y="13262"/>
                      <a:pt x="9434" y="13284"/>
                    </a:cubicBezTo>
                    <a:cubicBezTo>
                      <a:pt x="9349" y="13284"/>
                      <a:pt x="9264" y="13284"/>
                      <a:pt x="9177" y="13284"/>
                    </a:cubicBezTo>
                    <a:cubicBezTo>
                      <a:pt x="9177" y="13305"/>
                      <a:pt x="9177" y="13326"/>
                      <a:pt x="9177" y="13348"/>
                    </a:cubicBezTo>
                    <a:cubicBezTo>
                      <a:pt x="9165" y="13349"/>
                      <a:pt x="9154" y="13350"/>
                      <a:pt x="9142" y="13351"/>
                    </a:cubicBezTo>
                    <a:cubicBezTo>
                      <a:pt x="9099" y="13354"/>
                      <a:pt x="9057" y="13357"/>
                      <a:pt x="9014" y="13360"/>
                    </a:cubicBezTo>
                    <a:cubicBezTo>
                      <a:pt x="8996" y="13362"/>
                      <a:pt x="8977" y="13363"/>
                      <a:pt x="8959" y="13364"/>
                    </a:cubicBezTo>
                    <a:cubicBezTo>
                      <a:pt x="8932" y="13366"/>
                      <a:pt x="8906" y="13368"/>
                      <a:pt x="8879" y="13370"/>
                    </a:cubicBezTo>
                    <a:cubicBezTo>
                      <a:pt x="8875" y="13370"/>
                      <a:pt x="8875" y="13370"/>
                      <a:pt x="8854" y="13372"/>
                    </a:cubicBezTo>
                    <a:cubicBezTo>
                      <a:pt x="8807" y="13376"/>
                      <a:pt x="8794" y="13378"/>
                      <a:pt x="8760" y="13412"/>
                    </a:cubicBezTo>
                    <a:cubicBezTo>
                      <a:pt x="8730" y="13416"/>
                      <a:pt x="8730" y="13416"/>
                      <a:pt x="8693" y="13416"/>
                    </a:cubicBezTo>
                    <a:cubicBezTo>
                      <a:pt x="8681" y="13415"/>
                      <a:pt x="8668" y="13415"/>
                      <a:pt x="8654" y="13415"/>
                    </a:cubicBezTo>
                    <a:cubicBezTo>
                      <a:pt x="8641" y="13415"/>
                      <a:pt x="8627" y="13415"/>
                      <a:pt x="8613" y="13414"/>
                    </a:cubicBezTo>
                    <a:cubicBezTo>
                      <a:pt x="8600" y="13414"/>
                      <a:pt x="8586" y="13414"/>
                      <a:pt x="8572" y="13414"/>
                    </a:cubicBezTo>
                    <a:cubicBezTo>
                      <a:pt x="8538" y="13414"/>
                      <a:pt x="8505" y="13413"/>
                      <a:pt x="8471" y="13412"/>
                    </a:cubicBezTo>
                    <a:cubicBezTo>
                      <a:pt x="8471" y="13434"/>
                      <a:pt x="8471" y="13455"/>
                      <a:pt x="8471" y="13477"/>
                    </a:cubicBezTo>
                    <a:cubicBezTo>
                      <a:pt x="8365" y="13477"/>
                      <a:pt x="8259" y="13477"/>
                      <a:pt x="8150" y="13477"/>
                    </a:cubicBezTo>
                    <a:cubicBezTo>
                      <a:pt x="8150" y="13498"/>
                      <a:pt x="8150" y="13519"/>
                      <a:pt x="8150" y="13541"/>
                    </a:cubicBezTo>
                    <a:cubicBezTo>
                      <a:pt x="8143" y="13541"/>
                      <a:pt x="8136" y="13541"/>
                      <a:pt x="8128" y="13542"/>
                    </a:cubicBezTo>
                    <a:cubicBezTo>
                      <a:pt x="8054" y="13545"/>
                      <a:pt x="7980" y="13549"/>
                      <a:pt x="7905" y="13553"/>
                    </a:cubicBezTo>
                    <a:cubicBezTo>
                      <a:pt x="7877" y="13554"/>
                      <a:pt x="7850" y="13555"/>
                      <a:pt x="7822" y="13557"/>
                    </a:cubicBezTo>
                    <a:cubicBezTo>
                      <a:pt x="7782" y="13559"/>
                      <a:pt x="7742" y="13561"/>
                      <a:pt x="7702" y="13563"/>
                    </a:cubicBezTo>
                    <a:cubicBezTo>
                      <a:pt x="7696" y="13563"/>
                      <a:pt x="7696" y="13563"/>
                      <a:pt x="7664" y="13564"/>
                    </a:cubicBezTo>
                    <a:cubicBezTo>
                      <a:pt x="7653" y="13565"/>
                      <a:pt x="7641" y="13566"/>
                      <a:pt x="7629" y="13566"/>
                    </a:cubicBezTo>
                    <a:cubicBezTo>
                      <a:pt x="7619" y="13567"/>
                      <a:pt x="7609" y="13567"/>
                      <a:pt x="7598" y="13568"/>
                    </a:cubicBezTo>
                    <a:cubicBezTo>
                      <a:pt x="7573" y="13573"/>
                      <a:pt x="7573" y="13573"/>
                      <a:pt x="7540" y="13605"/>
                    </a:cubicBezTo>
                    <a:cubicBezTo>
                      <a:pt x="7509" y="13609"/>
                      <a:pt x="7509" y="13609"/>
                      <a:pt x="7469" y="13609"/>
                    </a:cubicBezTo>
                    <a:cubicBezTo>
                      <a:pt x="7454" y="13609"/>
                      <a:pt x="7440" y="13609"/>
                      <a:pt x="7424" y="13609"/>
                    </a:cubicBezTo>
                    <a:cubicBezTo>
                      <a:pt x="7408" y="13608"/>
                      <a:pt x="7392" y="13608"/>
                      <a:pt x="7376" y="13608"/>
                    </a:cubicBezTo>
                    <a:cubicBezTo>
                      <a:pt x="7359" y="13608"/>
                      <a:pt x="7343" y="13608"/>
                      <a:pt x="7326" y="13608"/>
                    </a:cubicBezTo>
                    <a:cubicBezTo>
                      <a:pt x="7283" y="13608"/>
                      <a:pt x="7240" y="13607"/>
                      <a:pt x="7196" y="13607"/>
                    </a:cubicBezTo>
                    <a:cubicBezTo>
                      <a:pt x="7152" y="13607"/>
                      <a:pt x="7108" y="13607"/>
                      <a:pt x="7063" y="13606"/>
                    </a:cubicBezTo>
                    <a:cubicBezTo>
                      <a:pt x="6976" y="13606"/>
                      <a:pt x="6889" y="13606"/>
                      <a:pt x="6802" y="13605"/>
                    </a:cubicBezTo>
                    <a:cubicBezTo>
                      <a:pt x="6802" y="13626"/>
                      <a:pt x="6802" y="13647"/>
                      <a:pt x="6802" y="13669"/>
                    </a:cubicBezTo>
                    <a:cubicBezTo>
                      <a:pt x="6104" y="13669"/>
                      <a:pt x="5405" y="13669"/>
                      <a:pt x="4685" y="13669"/>
                    </a:cubicBezTo>
                    <a:cubicBezTo>
                      <a:pt x="4685" y="13648"/>
                      <a:pt x="4685" y="13627"/>
                      <a:pt x="4685" y="13605"/>
                    </a:cubicBezTo>
                    <a:cubicBezTo>
                      <a:pt x="4676" y="13605"/>
                      <a:pt x="4668" y="13605"/>
                      <a:pt x="4659" y="13605"/>
                    </a:cubicBezTo>
                    <a:cubicBezTo>
                      <a:pt x="4580" y="13606"/>
                      <a:pt x="4502" y="13606"/>
                      <a:pt x="4423" y="13607"/>
                    </a:cubicBezTo>
                    <a:cubicBezTo>
                      <a:pt x="4382" y="13607"/>
                      <a:pt x="4342" y="13607"/>
                      <a:pt x="4301" y="13607"/>
                    </a:cubicBezTo>
                    <a:cubicBezTo>
                      <a:pt x="4255" y="13608"/>
                      <a:pt x="4208" y="13608"/>
                      <a:pt x="4161" y="13608"/>
                    </a:cubicBezTo>
                    <a:cubicBezTo>
                      <a:pt x="4154" y="13608"/>
                      <a:pt x="4154" y="13608"/>
                      <a:pt x="4117" y="13609"/>
                    </a:cubicBezTo>
                    <a:cubicBezTo>
                      <a:pt x="4111" y="13609"/>
                      <a:pt x="4111" y="13609"/>
                      <a:pt x="4076" y="13609"/>
                    </a:cubicBezTo>
                    <a:cubicBezTo>
                      <a:pt x="4064" y="13609"/>
                      <a:pt x="4053" y="13609"/>
                      <a:pt x="4040" y="13609"/>
                    </a:cubicBezTo>
                    <a:cubicBezTo>
                      <a:pt x="4011" y="13605"/>
                      <a:pt x="4011" y="13605"/>
                      <a:pt x="3979" y="13573"/>
                    </a:cubicBezTo>
                    <a:cubicBezTo>
                      <a:pt x="3953" y="13568"/>
                      <a:pt x="3953" y="13568"/>
                      <a:pt x="3922" y="13566"/>
                    </a:cubicBezTo>
                    <a:cubicBezTo>
                      <a:pt x="3911" y="13566"/>
                      <a:pt x="3899" y="13565"/>
                      <a:pt x="3887" y="13564"/>
                    </a:cubicBezTo>
                    <a:cubicBezTo>
                      <a:pt x="3875" y="13564"/>
                      <a:pt x="3862" y="13563"/>
                      <a:pt x="3849" y="13563"/>
                    </a:cubicBezTo>
                    <a:cubicBezTo>
                      <a:pt x="3843" y="13562"/>
                      <a:pt x="3843" y="13562"/>
                      <a:pt x="3811" y="13561"/>
                    </a:cubicBezTo>
                    <a:cubicBezTo>
                      <a:pt x="3770" y="13559"/>
                      <a:pt x="3729" y="13557"/>
                      <a:pt x="3688" y="13555"/>
                    </a:cubicBezTo>
                    <a:cubicBezTo>
                      <a:pt x="3660" y="13553"/>
                      <a:pt x="3633" y="13552"/>
                      <a:pt x="3605" y="13551"/>
                    </a:cubicBezTo>
                    <a:cubicBezTo>
                      <a:pt x="3537" y="13547"/>
                      <a:pt x="3469" y="13544"/>
                      <a:pt x="3401" y="13541"/>
                    </a:cubicBezTo>
                    <a:cubicBezTo>
                      <a:pt x="3401" y="13520"/>
                      <a:pt x="3401" y="13498"/>
                      <a:pt x="3401" y="13477"/>
                    </a:cubicBezTo>
                    <a:cubicBezTo>
                      <a:pt x="3274" y="13477"/>
                      <a:pt x="3147" y="13477"/>
                      <a:pt x="3016" y="13477"/>
                    </a:cubicBezTo>
                    <a:cubicBezTo>
                      <a:pt x="3016" y="13455"/>
                      <a:pt x="3016" y="13434"/>
                      <a:pt x="3016" y="13412"/>
                    </a:cubicBezTo>
                    <a:cubicBezTo>
                      <a:pt x="2931" y="13412"/>
                      <a:pt x="2847" y="13412"/>
                      <a:pt x="2759" y="13412"/>
                    </a:cubicBezTo>
                    <a:cubicBezTo>
                      <a:pt x="2759" y="13391"/>
                      <a:pt x="2759" y="13370"/>
                      <a:pt x="2759" y="13348"/>
                    </a:cubicBezTo>
                    <a:cubicBezTo>
                      <a:pt x="2755" y="13348"/>
                      <a:pt x="2755" y="13348"/>
                      <a:pt x="2733" y="13349"/>
                    </a:cubicBezTo>
                    <a:cubicBezTo>
                      <a:pt x="2695" y="13349"/>
                      <a:pt x="2656" y="13350"/>
                      <a:pt x="2617" y="13350"/>
                    </a:cubicBezTo>
                    <a:cubicBezTo>
                      <a:pt x="2604" y="13350"/>
                      <a:pt x="2590" y="13351"/>
                      <a:pt x="2576" y="13351"/>
                    </a:cubicBezTo>
                    <a:cubicBezTo>
                      <a:pt x="2570" y="13351"/>
                      <a:pt x="2570" y="13351"/>
                      <a:pt x="2537" y="13351"/>
                    </a:cubicBezTo>
                    <a:cubicBezTo>
                      <a:pt x="2531" y="13351"/>
                      <a:pt x="2531" y="13351"/>
                      <a:pt x="2501" y="13352"/>
                    </a:cubicBezTo>
                    <a:cubicBezTo>
                      <a:pt x="2471" y="13348"/>
                      <a:pt x="2471" y="13348"/>
                      <a:pt x="2439" y="13316"/>
                    </a:cubicBezTo>
                    <a:cubicBezTo>
                      <a:pt x="2411" y="13310"/>
                      <a:pt x="2411" y="13310"/>
                      <a:pt x="2379" y="13306"/>
                    </a:cubicBezTo>
                    <a:cubicBezTo>
                      <a:pt x="2368" y="13305"/>
                      <a:pt x="2356" y="13303"/>
                      <a:pt x="2345" y="13302"/>
                    </a:cubicBezTo>
                    <a:cubicBezTo>
                      <a:pt x="2339" y="13301"/>
                      <a:pt x="2339" y="13301"/>
                      <a:pt x="2308" y="13298"/>
                    </a:cubicBezTo>
                    <a:cubicBezTo>
                      <a:pt x="2296" y="13297"/>
                      <a:pt x="2284" y="13295"/>
                      <a:pt x="2272" y="13294"/>
                    </a:cubicBezTo>
                    <a:cubicBezTo>
                      <a:pt x="2242" y="13290"/>
                      <a:pt x="2212" y="13287"/>
                      <a:pt x="2182" y="13284"/>
                    </a:cubicBezTo>
                    <a:cubicBezTo>
                      <a:pt x="2182" y="13263"/>
                      <a:pt x="2182" y="13242"/>
                      <a:pt x="2182" y="13220"/>
                    </a:cubicBezTo>
                    <a:cubicBezTo>
                      <a:pt x="2097" y="13220"/>
                      <a:pt x="2013" y="13220"/>
                      <a:pt x="1925" y="13220"/>
                    </a:cubicBezTo>
                    <a:cubicBezTo>
                      <a:pt x="1925" y="13199"/>
                      <a:pt x="1925" y="13178"/>
                      <a:pt x="1925" y="13156"/>
                    </a:cubicBezTo>
                    <a:cubicBezTo>
                      <a:pt x="1841" y="13156"/>
                      <a:pt x="1756" y="13156"/>
                      <a:pt x="1669" y="13156"/>
                    </a:cubicBezTo>
                    <a:cubicBezTo>
                      <a:pt x="1669" y="13135"/>
                      <a:pt x="1669" y="13113"/>
                      <a:pt x="1669" y="13092"/>
                    </a:cubicBezTo>
                    <a:cubicBezTo>
                      <a:pt x="1605" y="13092"/>
                      <a:pt x="1541" y="13092"/>
                      <a:pt x="1476" y="13092"/>
                    </a:cubicBezTo>
                    <a:cubicBezTo>
                      <a:pt x="1476" y="13070"/>
                      <a:pt x="1476" y="13049"/>
                      <a:pt x="1476" y="13027"/>
                    </a:cubicBezTo>
                    <a:cubicBezTo>
                      <a:pt x="1434" y="13027"/>
                      <a:pt x="1391" y="13027"/>
                      <a:pt x="1348" y="13027"/>
                    </a:cubicBezTo>
                    <a:cubicBezTo>
                      <a:pt x="1348" y="13006"/>
                      <a:pt x="1348" y="12985"/>
                      <a:pt x="1348" y="12963"/>
                    </a:cubicBezTo>
                    <a:cubicBezTo>
                      <a:pt x="1284" y="12963"/>
                      <a:pt x="1221" y="12963"/>
                      <a:pt x="1155" y="12963"/>
                    </a:cubicBezTo>
                    <a:cubicBezTo>
                      <a:pt x="1155" y="12942"/>
                      <a:pt x="1155" y="12921"/>
                      <a:pt x="1155" y="12899"/>
                    </a:cubicBezTo>
                    <a:cubicBezTo>
                      <a:pt x="1134" y="12899"/>
                      <a:pt x="1113" y="12899"/>
                      <a:pt x="1091" y="12899"/>
                    </a:cubicBezTo>
                    <a:cubicBezTo>
                      <a:pt x="1091" y="12878"/>
                      <a:pt x="1091" y="12857"/>
                      <a:pt x="1091" y="12835"/>
                    </a:cubicBezTo>
                    <a:cubicBezTo>
                      <a:pt x="1049" y="12835"/>
                      <a:pt x="1006" y="12835"/>
                      <a:pt x="963" y="12835"/>
                    </a:cubicBezTo>
                    <a:cubicBezTo>
                      <a:pt x="963" y="12814"/>
                      <a:pt x="963" y="12792"/>
                      <a:pt x="963" y="12771"/>
                    </a:cubicBezTo>
                    <a:cubicBezTo>
                      <a:pt x="899" y="12771"/>
                      <a:pt x="836" y="12771"/>
                      <a:pt x="770" y="12771"/>
                    </a:cubicBezTo>
                    <a:cubicBezTo>
                      <a:pt x="770" y="12749"/>
                      <a:pt x="770" y="12728"/>
                      <a:pt x="770" y="12706"/>
                    </a:cubicBezTo>
                    <a:cubicBezTo>
                      <a:pt x="765" y="12707"/>
                      <a:pt x="765" y="12707"/>
                      <a:pt x="742" y="12713"/>
                    </a:cubicBezTo>
                    <a:cubicBezTo>
                      <a:pt x="706" y="12706"/>
                      <a:pt x="706" y="12706"/>
                      <a:pt x="693" y="12688"/>
                    </a:cubicBezTo>
                    <a:cubicBezTo>
                      <a:pt x="689" y="12680"/>
                      <a:pt x="684" y="12673"/>
                      <a:pt x="680" y="12664"/>
                    </a:cubicBezTo>
                    <a:cubicBezTo>
                      <a:pt x="650" y="12615"/>
                      <a:pt x="619" y="12595"/>
                      <a:pt x="569" y="12568"/>
                    </a:cubicBezTo>
                    <a:cubicBezTo>
                      <a:pt x="474" y="12515"/>
                      <a:pt x="405" y="12444"/>
                      <a:pt x="331" y="12366"/>
                    </a:cubicBezTo>
                    <a:cubicBezTo>
                      <a:pt x="312" y="12346"/>
                      <a:pt x="293" y="12326"/>
                      <a:pt x="274" y="12307"/>
                    </a:cubicBezTo>
                    <a:cubicBezTo>
                      <a:pt x="257" y="12289"/>
                      <a:pt x="241" y="12271"/>
                      <a:pt x="224" y="12254"/>
                    </a:cubicBezTo>
                    <a:cubicBezTo>
                      <a:pt x="193" y="12225"/>
                      <a:pt x="193" y="12225"/>
                      <a:pt x="157" y="12207"/>
                    </a:cubicBezTo>
                    <a:cubicBezTo>
                      <a:pt x="147" y="12203"/>
                      <a:pt x="138" y="12198"/>
                      <a:pt x="128" y="12193"/>
                    </a:cubicBezTo>
                    <a:cubicBezTo>
                      <a:pt x="124" y="12159"/>
                      <a:pt x="124" y="12159"/>
                      <a:pt x="128" y="12129"/>
                    </a:cubicBezTo>
                    <a:cubicBezTo>
                      <a:pt x="107" y="12129"/>
                      <a:pt x="86" y="12129"/>
                      <a:pt x="64" y="12129"/>
                    </a:cubicBezTo>
                    <a:cubicBezTo>
                      <a:pt x="64" y="12087"/>
                      <a:pt x="64" y="12044"/>
                      <a:pt x="64" y="12001"/>
                    </a:cubicBezTo>
                    <a:cubicBezTo>
                      <a:pt x="43" y="12001"/>
                      <a:pt x="22" y="12001"/>
                      <a:pt x="0" y="12001"/>
                    </a:cubicBezTo>
                    <a:cubicBezTo>
                      <a:pt x="0" y="8570"/>
                      <a:pt x="0" y="5139"/>
                      <a:pt x="0" y="1604"/>
                    </a:cubicBezTo>
                    <a:cubicBezTo>
                      <a:pt x="21" y="1604"/>
                      <a:pt x="42" y="1604"/>
                      <a:pt x="64" y="1604"/>
                    </a:cubicBezTo>
                    <a:cubicBezTo>
                      <a:pt x="63" y="1596"/>
                      <a:pt x="61" y="1588"/>
                      <a:pt x="60" y="1580"/>
                    </a:cubicBezTo>
                    <a:cubicBezTo>
                      <a:pt x="54" y="1526"/>
                      <a:pt x="53" y="1490"/>
                      <a:pt x="87" y="1446"/>
                    </a:cubicBezTo>
                    <a:cubicBezTo>
                      <a:pt x="120" y="1416"/>
                      <a:pt x="153" y="1389"/>
                      <a:pt x="189" y="1362"/>
                    </a:cubicBezTo>
                    <a:cubicBezTo>
                      <a:pt x="330" y="1249"/>
                      <a:pt x="330" y="1249"/>
                      <a:pt x="372" y="1173"/>
                    </a:cubicBezTo>
                    <a:cubicBezTo>
                      <a:pt x="385" y="1155"/>
                      <a:pt x="385" y="1155"/>
                      <a:pt x="421" y="1149"/>
                    </a:cubicBezTo>
                    <a:cubicBezTo>
                      <a:pt x="426" y="1150"/>
                      <a:pt x="426" y="1150"/>
                      <a:pt x="449" y="1155"/>
                    </a:cubicBezTo>
                    <a:cubicBezTo>
                      <a:pt x="449" y="1134"/>
                      <a:pt x="449" y="1113"/>
                      <a:pt x="449" y="1091"/>
                    </a:cubicBezTo>
                    <a:cubicBezTo>
                      <a:pt x="460" y="1087"/>
                      <a:pt x="472" y="1083"/>
                      <a:pt x="483" y="1079"/>
                    </a:cubicBezTo>
                    <a:cubicBezTo>
                      <a:pt x="490" y="1076"/>
                      <a:pt x="490" y="1076"/>
                      <a:pt x="527" y="1063"/>
                    </a:cubicBezTo>
                    <a:cubicBezTo>
                      <a:pt x="542" y="1058"/>
                      <a:pt x="556" y="1052"/>
                      <a:pt x="571" y="1047"/>
                    </a:cubicBezTo>
                    <a:cubicBezTo>
                      <a:pt x="610" y="1027"/>
                      <a:pt x="610" y="1027"/>
                      <a:pt x="624" y="994"/>
                    </a:cubicBezTo>
                    <a:cubicBezTo>
                      <a:pt x="645" y="957"/>
                      <a:pt x="652" y="956"/>
                      <a:pt x="693" y="945"/>
                    </a:cubicBezTo>
                    <a:cubicBezTo>
                      <a:pt x="724" y="937"/>
                      <a:pt x="754" y="930"/>
                      <a:pt x="785" y="924"/>
                    </a:cubicBezTo>
                    <a:cubicBezTo>
                      <a:pt x="814" y="917"/>
                      <a:pt x="840" y="910"/>
                      <a:pt x="866" y="898"/>
                    </a:cubicBezTo>
                    <a:cubicBezTo>
                      <a:pt x="885" y="865"/>
                      <a:pt x="885" y="865"/>
                      <a:pt x="898" y="834"/>
                    </a:cubicBezTo>
                    <a:cubicBezTo>
                      <a:pt x="930" y="828"/>
                      <a:pt x="930" y="828"/>
                      <a:pt x="965" y="830"/>
                    </a:cubicBezTo>
                    <a:cubicBezTo>
                      <a:pt x="976" y="831"/>
                      <a:pt x="988" y="831"/>
                      <a:pt x="1000" y="832"/>
                    </a:cubicBezTo>
                    <a:cubicBezTo>
                      <a:pt x="1009" y="833"/>
                      <a:pt x="1018" y="833"/>
                      <a:pt x="1027" y="834"/>
                    </a:cubicBezTo>
                    <a:cubicBezTo>
                      <a:pt x="1027" y="813"/>
                      <a:pt x="1027" y="792"/>
                      <a:pt x="1027" y="770"/>
                    </a:cubicBezTo>
                    <a:cubicBezTo>
                      <a:pt x="1069" y="770"/>
                      <a:pt x="1111" y="770"/>
                      <a:pt x="1155" y="770"/>
                    </a:cubicBezTo>
                    <a:cubicBezTo>
                      <a:pt x="1155" y="749"/>
                      <a:pt x="1155" y="728"/>
                      <a:pt x="1155" y="706"/>
                    </a:cubicBezTo>
                    <a:cubicBezTo>
                      <a:pt x="1197" y="706"/>
                      <a:pt x="1240" y="706"/>
                      <a:pt x="1283" y="706"/>
                    </a:cubicBezTo>
                    <a:cubicBezTo>
                      <a:pt x="1283" y="685"/>
                      <a:pt x="1283" y="664"/>
                      <a:pt x="1283" y="642"/>
                    </a:cubicBezTo>
                    <a:cubicBezTo>
                      <a:pt x="1414" y="599"/>
                      <a:pt x="1530" y="566"/>
                      <a:pt x="1669" y="578"/>
                    </a:cubicBezTo>
                    <a:cubicBezTo>
                      <a:pt x="1669" y="556"/>
                      <a:pt x="1669" y="535"/>
                      <a:pt x="1669" y="513"/>
                    </a:cubicBezTo>
                    <a:cubicBezTo>
                      <a:pt x="1732" y="513"/>
                      <a:pt x="1796" y="513"/>
                      <a:pt x="1861" y="513"/>
                    </a:cubicBezTo>
                    <a:cubicBezTo>
                      <a:pt x="1861" y="492"/>
                      <a:pt x="1861" y="471"/>
                      <a:pt x="1861" y="449"/>
                    </a:cubicBezTo>
                    <a:cubicBezTo>
                      <a:pt x="1946" y="449"/>
                      <a:pt x="2030" y="449"/>
                      <a:pt x="2118" y="449"/>
                    </a:cubicBezTo>
                    <a:cubicBezTo>
                      <a:pt x="2118" y="428"/>
                      <a:pt x="2118" y="407"/>
                      <a:pt x="2118" y="385"/>
                    </a:cubicBezTo>
                    <a:cubicBezTo>
                      <a:pt x="2202" y="385"/>
                      <a:pt x="2287" y="385"/>
                      <a:pt x="2374" y="385"/>
                    </a:cubicBezTo>
                    <a:cubicBezTo>
                      <a:pt x="2374" y="364"/>
                      <a:pt x="2374" y="343"/>
                      <a:pt x="2374" y="321"/>
                    </a:cubicBezTo>
                    <a:cubicBezTo>
                      <a:pt x="2459" y="321"/>
                      <a:pt x="2544" y="321"/>
                      <a:pt x="2631" y="321"/>
                    </a:cubicBezTo>
                    <a:cubicBezTo>
                      <a:pt x="2631" y="300"/>
                      <a:pt x="2631" y="279"/>
                      <a:pt x="2631" y="257"/>
                    </a:cubicBezTo>
                    <a:cubicBezTo>
                      <a:pt x="2737" y="257"/>
                      <a:pt x="2843" y="257"/>
                      <a:pt x="2952" y="257"/>
                    </a:cubicBezTo>
                    <a:cubicBezTo>
                      <a:pt x="2952" y="236"/>
                      <a:pt x="2952" y="214"/>
                      <a:pt x="2952" y="193"/>
                    </a:cubicBezTo>
                    <a:cubicBezTo>
                      <a:pt x="3100" y="193"/>
                      <a:pt x="3248" y="193"/>
                      <a:pt x="3401" y="193"/>
                    </a:cubicBezTo>
                    <a:cubicBezTo>
                      <a:pt x="3401" y="171"/>
                      <a:pt x="3401" y="150"/>
                      <a:pt x="3401" y="128"/>
                    </a:cubicBezTo>
                    <a:cubicBezTo>
                      <a:pt x="3571" y="128"/>
                      <a:pt x="3740" y="128"/>
                      <a:pt x="3915" y="128"/>
                    </a:cubicBezTo>
                    <a:cubicBezTo>
                      <a:pt x="3915" y="107"/>
                      <a:pt x="3915" y="86"/>
                      <a:pt x="3915" y="64"/>
                    </a:cubicBezTo>
                    <a:cubicBezTo>
                      <a:pt x="4126" y="64"/>
                      <a:pt x="4338" y="64"/>
                      <a:pt x="4556" y="64"/>
                    </a:cubicBezTo>
                    <a:cubicBezTo>
                      <a:pt x="4556" y="43"/>
                      <a:pt x="4556" y="22"/>
                      <a:pt x="4556" y="0"/>
                    </a:cubicBezTo>
                    <a:close/>
                    <a:moveTo>
                      <a:pt x="4364" y="385"/>
                    </a:moveTo>
                    <a:cubicBezTo>
                      <a:pt x="4364" y="406"/>
                      <a:pt x="4364" y="427"/>
                      <a:pt x="4364" y="449"/>
                    </a:cubicBezTo>
                    <a:cubicBezTo>
                      <a:pt x="4194" y="449"/>
                      <a:pt x="4025" y="449"/>
                      <a:pt x="3850" y="449"/>
                    </a:cubicBezTo>
                    <a:cubicBezTo>
                      <a:pt x="3850" y="470"/>
                      <a:pt x="3850" y="492"/>
                      <a:pt x="3850" y="513"/>
                    </a:cubicBezTo>
                    <a:cubicBezTo>
                      <a:pt x="3702" y="513"/>
                      <a:pt x="3554" y="513"/>
                      <a:pt x="3401" y="513"/>
                    </a:cubicBezTo>
                    <a:cubicBezTo>
                      <a:pt x="3401" y="535"/>
                      <a:pt x="3401" y="556"/>
                      <a:pt x="3401" y="578"/>
                    </a:cubicBezTo>
                    <a:cubicBezTo>
                      <a:pt x="3274" y="578"/>
                      <a:pt x="3147" y="578"/>
                      <a:pt x="3016" y="578"/>
                    </a:cubicBezTo>
                    <a:cubicBezTo>
                      <a:pt x="3016" y="599"/>
                      <a:pt x="3016" y="620"/>
                      <a:pt x="3016" y="642"/>
                    </a:cubicBezTo>
                    <a:cubicBezTo>
                      <a:pt x="2910" y="642"/>
                      <a:pt x="2804" y="642"/>
                      <a:pt x="2695" y="642"/>
                    </a:cubicBezTo>
                    <a:cubicBezTo>
                      <a:pt x="2695" y="663"/>
                      <a:pt x="2695" y="684"/>
                      <a:pt x="2695" y="706"/>
                    </a:cubicBezTo>
                    <a:cubicBezTo>
                      <a:pt x="2589" y="706"/>
                      <a:pt x="2484" y="706"/>
                      <a:pt x="2374" y="706"/>
                    </a:cubicBezTo>
                    <a:cubicBezTo>
                      <a:pt x="2374" y="727"/>
                      <a:pt x="2374" y="748"/>
                      <a:pt x="2374" y="770"/>
                    </a:cubicBezTo>
                    <a:cubicBezTo>
                      <a:pt x="2290" y="770"/>
                      <a:pt x="2205" y="770"/>
                      <a:pt x="2118" y="770"/>
                    </a:cubicBezTo>
                    <a:cubicBezTo>
                      <a:pt x="2118" y="791"/>
                      <a:pt x="2118" y="812"/>
                      <a:pt x="2118" y="834"/>
                    </a:cubicBezTo>
                    <a:cubicBezTo>
                      <a:pt x="2054" y="834"/>
                      <a:pt x="1991" y="834"/>
                      <a:pt x="1925" y="834"/>
                    </a:cubicBezTo>
                    <a:cubicBezTo>
                      <a:pt x="1925" y="855"/>
                      <a:pt x="1925" y="877"/>
                      <a:pt x="1925" y="898"/>
                    </a:cubicBezTo>
                    <a:cubicBezTo>
                      <a:pt x="1862" y="898"/>
                      <a:pt x="1798" y="898"/>
                      <a:pt x="1733" y="898"/>
                    </a:cubicBezTo>
                    <a:cubicBezTo>
                      <a:pt x="1733" y="920"/>
                      <a:pt x="1733" y="941"/>
                      <a:pt x="1733" y="963"/>
                    </a:cubicBezTo>
                    <a:cubicBezTo>
                      <a:pt x="1669" y="963"/>
                      <a:pt x="1606" y="963"/>
                      <a:pt x="1540" y="963"/>
                    </a:cubicBezTo>
                    <a:cubicBezTo>
                      <a:pt x="1540" y="984"/>
                      <a:pt x="1540" y="1005"/>
                      <a:pt x="1540" y="1027"/>
                    </a:cubicBezTo>
                    <a:cubicBezTo>
                      <a:pt x="1477" y="1027"/>
                      <a:pt x="1413" y="1027"/>
                      <a:pt x="1348" y="1027"/>
                    </a:cubicBezTo>
                    <a:cubicBezTo>
                      <a:pt x="1348" y="1048"/>
                      <a:pt x="1348" y="1069"/>
                      <a:pt x="1348" y="1091"/>
                    </a:cubicBezTo>
                    <a:cubicBezTo>
                      <a:pt x="1305" y="1091"/>
                      <a:pt x="1263" y="1091"/>
                      <a:pt x="1219" y="1091"/>
                    </a:cubicBezTo>
                    <a:cubicBezTo>
                      <a:pt x="1219" y="1112"/>
                      <a:pt x="1219" y="1133"/>
                      <a:pt x="1219" y="1155"/>
                    </a:cubicBezTo>
                    <a:cubicBezTo>
                      <a:pt x="1177" y="1155"/>
                      <a:pt x="1135" y="1155"/>
                      <a:pt x="1091" y="1155"/>
                    </a:cubicBezTo>
                    <a:cubicBezTo>
                      <a:pt x="1091" y="1176"/>
                      <a:pt x="1091" y="1197"/>
                      <a:pt x="1091" y="1219"/>
                    </a:cubicBezTo>
                    <a:cubicBezTo>
                      <a:pt x="1049" y="1219"/>
                      <a:pt x="1006" y="1219"/>
                      <a:pt x="963" y="1219"/>
                    </a:cubicBezTo>
                    <a:cubicBezTo>
                      <a:pt x="963" y="1240"/>
                      <a:pt x="963" y="1262"/>
                      <a:pt x="963" y="1283"/>
                    </a:cubicBezTo>
                    <a:cubicBezTo>
                      <a:pt x="920" y="1283"/>
                      <a:pt x="878" y="1283"/>
                      <a:pt x="834" y="1283"/>
                    </a:cubicBezTo>
                    <a:cubicBezTo>
                      <a:pt x="834" y="1305"/>
                      <a:pt x="834" y="1326"/>
                      <a:pt x="834" y="1348"/>
                    </a:cubicBezTo>
                    <a:cubicBezTo>
                      <a:pt x="813" y="1348"/>
                      <a:pt x="792" y="1348"/>
                      <a:pt x="770" y="1348"/>
                    </a:cubicBezTo>
                    <a:cubicBezTo>
                      <a:pt x="770" y="1369"/>
                      <a:pt x="770" y="1390"/>
                      <a:pt x="770" y="1412"/>
                    </a:cubicBezTo>
                    <a:cubicBezTo>
                      <a:pt x="749" y="1412"/>
                      <a:pt x="728" y="1412"/>
                      <a:pt x="706" y="1412"/>
                    </a:cubicBezTo>
                    <a:cubicBezTo>
                      <a:pt x="706" y="1433"/>
                      <a:pt x="706" y="1454"/>
                      <a:pt x="706" y="1476"/>
                    </a:cubicBezTo>
                    <a:cubicBezTo>
                      <a:pt x="664" y="1476"/>
                      <a:pt x="621" y="1476"/>
                      <a:pt x="578" y="1476"/>
                    </a:cubicBezTo>
                    <a:cubicBezTo>
                      <a:pt x="578" y="1497"/>
                      <a:pt x="578" y="1518"/>
                      <a:pt x="578" y="1540"/>
                    </a:cubicBezTo>
                    <a:cubicBezTo>
                      <a:pt x="556" y="1540"/>
                      <a:pt x="535" y="1540"/>
                      <a:pt x="513" y="1540"/>
                    </a:cubicBezTo>
                    <a:cubicBezTo>
                      <a:pt x="513" y="1583"/>
                      <a:pt x="513" y="1625"/>
                      <a:pt x="513" y="1669"/>
                    </a:cubicBezTo>
                    <a:cubicBezTo>
                      <a:pt x="492" y="1669"/>
                      <a:pt x="471" y="1669"/>
                      <a:pt x="449" y="1669"/>
                    </a:cubicBezTo>
                    <a:cubicBezTo>
                      <a:pt x="449" y="1690"/>
                      <a:pt x="449" y="1711"/>
                      <a:pt x="449" y="1733"/>
                    </a:cubicBezTo>
                    <a:cubicBezTo>
                      <a:pt x="428" y="1733"/>
                      <a:pt x="407" y="1733"/>
                      <a:pt x="385" y="1733"/>
                    </a:cubicBezTo>
                    <a:cubicBezTo>
                      <a:pt x="385" y="1860"/>
                      <a:pt x="385" y="1987"/>
                      <a:pt x="385" y="2118"/>
                    </a:cubicBezTo>
                    <a:cubicBezTo>
                      <a:pt x="406" y="2118"/>
                      <a:pt x="427" y="2118"/>
                      <a:pt x="449" y="2118"/>
                    </a:cubicBezTo>
                    <a:cubicBezTo>
                      <a:pt x="449" y="2139"/>
                      <a:pt x="449" y="2160"/>
                      <a:pt x="449" y="2182"/>
                    </a:cubicBezTo>
                    <a:cubicBezTo>
                      <a:pt x="470" y="2182"/>
                      <a:pt x="492" y="2182"/>
                      <a:pt x="513" y="2182"/>
                    </a:cubicBezTo>
                    <a:cubicBezTo>
                      <a:pt x="513" y="2203"/>
                      <a:pt x="513" y="2224"/>
                      <a:pt x="513" y="2246"/>
                    </a:cubicBezTo>
                    <a:cubicBezTo>
                      <a:pt x="535" y="2246"/>
                      <a:pt x="556" y="2246"/>
                      <a:pt x="578" y="2246"/>
                    </a:cubicBezTo>
                    <a:cubicBezTo>
                      <a:pt x="578" y="2267"/>
                      <a:pt x="578" y="2288"/>
                      <a:pt x="578" y="2310"/>
                    </a:cubicBezTo>
                    <a:cubicBezTo>
                      <a:pt x="599" y="2310"/>
                      <a:pt x="620" y="2310"/>
                      <a:pt x="642" y="2310"/>
                    </a:cubicBezTo>
                    <a:cubicBezTo>
                      <a:pt x="642" y="2331"/>
                      <a:pt x="642" y="2353"/>
                      <a:pt x="642" y="2374"/>
                    </a:cubicBezTo>
                    <a:cubicBezTo>
                      <a:pt x="663" y="2374"/>
                      <a:pt x="684" y="2374"/>
                      <a:pt x="706" y="2374"/>
                    </a:cubicBezTo>
                    <a:cubicBezTo>
                      <a:pt x="706" y="2396"/>
                      <a:pt x="706" y="2417"/>
                      <a:pt x="706" y="2439"/>
                    </a:cubicBezTo>
                    <a:cubicBezTo>
                      <a:pt x="727" y="2439"/>
                      <a:pt x="748" y="2439"/>
                      <a:pt x="770" y="2439"/>
                    </a:cubicBezTo>
                    <a:cubicBezTo>
                      <a:pt x="770" y="2460"/>
                      <a:pt x="770" y="2481"/>
                      <a:pt x="770" y="2503"/>
                    </a:cubicBezTo>
                    <a:cubicBezTo>
                      <a:pt x="812" y="2503"/>
                      <a:pt x="855" y="2503"/>
                      <a:pt x="898" y="2503"/>
                    </a:cubicBezTo>
                    <a:cubicBezTo>
                      <a:pt x="898" y="2524"/>
                      <a:pt x="898" y="2545"/>
                      <a:pt x="898" y="2567"/>
                    </a:cubicBezTo>
                    <a:cubicBezTo>
                      <a:pt x="941" y="2567"/>
                      <a:pt x="983" y="2567"/>
                      <a:pt x="1027" y="2567"/>
                    </a:cubicBezTo>
                    <a:cubicBezTo>
                      <a:pt x="1027" y="2588"/>
                      <a:pt x="1027" y="2609"/>
                      <a:pt x="1027" y="2631"/>
                    </a:cubicBezTo>
                    <a:cubicBezTo>
                      <a:pt x="1048" y="2631"/>
                      <a:pt x="1069" y="2631"/>
                      <a:pt x="1091" y="2631"/>
                    </a:cubicBezTo>
                    <a:cubicBezTo>
                      <a:pt x="1091" y="2652"/>
                      <a:pt x="1091" y="2673"/>
                      <a:pt x="1091" y="2695"/>
                    </a:cubicBezTo>
                    <a:cubicBezTo>
                      <a:pt x="1154" y="2695"/>
                      <a:pt x="1218" y="2695"/>
                      <a:pt x="1283" y="2695"/>
                    </a:cubicBezTo>
                    <a:cubicBezTo>
                      <a:pt x="1283" y="2716"/>
                      <a:pt x="1283" y="2738"/>
                      <a:pt x="1283" y="2759"/>
                    </a:cubicBezTo>
                    <a:cubicBezTo>
                      <a:pt x="1326" y="2759"/>
                      <a:pt x="1368" y="2759"/>
                      <a:pt x="1412" y="2759"/>
                    </a:cubicBezTo>
                    <a:cubicBezTo>
                      <a:pt x="1412" y="2781"/>
                      <a:pt x="1412" y="2802"/>
                      <a:pt x="1412" y="2824"/>
                    </a:cubicBezTo>
                    <a:cubicBezTo>
                      <a:pt x="1454" y="2824"/>
                      <a:pt x="1497" y="2824"/>
                      <a:pt x="1540" y="2824"/>
                    </a:cubicBezTo>
                    <a:cubicBezTo>
                      <a:pt x="1540" y="2845"/>
                      <a:pt x="1540" y="2866"/>
                      <a:pt x="1540" y="2888"/>
                    </a:cubicBezTo>
                    <a:cubicBezTo>
                      <a:pt x="1604" y="2888"/>
                      <a:pt x="1667" y="2888"/>
                      <a:pt x="1733" y="2888"/>
                    </a:cubicBezTo>
                    <a:cubicBezTo>
                      <a:pt x="1733" y="2909"/>
                      <a:pt x="1733" y="2930"/>
                      <a:pt x="1733" y="2952"/>
                    </a:cubicBezTo>
                    <a:cubicBezTo>
                      <a:pt x="1796" y="2952"/>
                      <a:pt x="1860" y="2952"/>
                      <a:pt x="1925" y="2952"/>
                    </a:cubicBezTo>
                    <a:cubicBezTo>
                      <a:pt x="1925" y="2973"/>
                      <a:pt x="1925" y="2994"/>
                      <a:pt x="1925" y="3016"/>
                    </a:cubicBezTo>
                    <a:cubicBezTo>
                      <a:pt x="2010" y="3016"/>
                      <a:pt x="2095" y="3016"/>
                      <a:pt x="2182" y="3016"/>
                    </a:cubicBezTo>
                    <a:cubicBezTo>
                      <a:pt x="2182" y="3037"/>
                      <a:pt x="2182" y="3059"/>
                      <a:pt x="2182" y="3080"/>
                    </a:cubicBezTo>
                    <a:cubicBezTo>
                      <a:pt x="2267" y="3080"/>
                      <a:pt x="2351" y="3080"/>
                      <a:pt x="2439" y="3080"/>
                    </a:cubicBezTo>
                    <a:cubicBezTo>
                      <a:pt x="2439" y="3102"/>
                      <a:pt x="2439" y="3123"/>
                      <a:pt x="2439" y="3145"/>
                    </a:cubicBezTo>
                    <a:cubicBezTo>
                      <a:pt x="2545" y="3145"/>
                      <a:pt x="2650" y="3145"/>
                      <a:pt x="2759" y="3145"/>
                    </a:cubicBezTo>
                    <a:cubicBezTo>
                      <a:pt x="2759" y="3166"/>
                      <a:pt x="2759" y="3187"/>
                      <a:pt x="2759" y="3209"/>
                    </a:cubicBezTo>
                    <a:cubicBezTo>
                      <a:pt x="2865" y="3209"/>
                      <a:pt x="2971" y="3209"/>
                      <a:pt x="3080" y="3209"/>
                    </a:cubicBezTo>
                    <a:cubicBezTo>
                      <a:pt x="3080" y="3230"/>
                      <a:pt x="3080" y="3251"/>
                      <a:pt x="3080" y="3273"/>
                    </a:cubicBezTo>
                    <a:cubicBezTo>
                      <a:pt x="3207" y="3273"/>
                      <a:pt x="3334" y="3273"/>
                      <a:pt x="3465" y="3273"/>
                    </a:cubicBezTo>
                    <a:cubicBezTo>
                      <a:pt x="3465" y="3294"/>
                      <a:pt x="3465" y="3315"/>
                      <a:pt x="3465" y="3337"/>
                    </a:cubicBezTo>
                    <a:cubicBezTo>
                      <a:pt x="3656" y="3337"/>
                      <a:pt x="3847" y="3337"/>
                      <a:pt x="4043" y="3337"/>
                    </a:cubicBezTo>
                    <a:cubicBezTo>
                      <a:pt x="4043" y="3358"/>
                      <a:pt x="4043" y="3379"/>
                      <a:pt x="4043" y="3401"/>
                    </a:cubicBezTo>
                    <a:cubicBezTo>
                      <a:pt x="4339" y="3401"/>
                      <a:pt x="4636" y="3401"/>
                      <a:pt x="4941" y="3401"/>
                    </a:cubicBezTo>
                    <a:cubicBezTo>
                      <a:pt x="4941" y="3422"/>
                      <a:pt x="4941" y="3444"/>
                      <a:pt x="4941" y="3465"/>
                    </a:cubicBezTo>
                    <a:cubicBezTo>
                      <a:pt x="5513" y="3465"/>
                      <a:pt x="6085" y="3465"/>
                      <a:pt x="6674" y="3465"/>
                    </a:cubicBezTo>
                    <a:cubicBezTo>
                      <a:pt x="6674" y="3444"/>
                      <a:pt x="6674" y="3423"/>
                      <a:pt x="6674" y="3401"/>
                    </a:cubicBezTo>
                    <a:cubicBezTo>
                      <a:pt x="6971" y="3401"/>
                      <a:pt x="7267" y="3401"/>
                      <a:pt x="7573" y="3401"/>
                    </a:cubicBezTo>
                    <a:cubicBezTo>
                      <a:pt x="7573" y="3380"/>
                      <a:pt x="7573" y="3359"/>
                      <a:pt x="7573" y="3337"/>
                    </a:cubicBezTo>
                    <a:cubicBezTo>
                      <a:pt x="7742" y="3337"/>
                      <a:pt x="7911" y="3337"/>
                      <a:pt x="8086" y="3337"/>
                    </a:cubicBezTo>
                    <a:cubicBezTo>
                      <a:pt x="8086" y="3316"/>
                      <a:pt x="8086" y="3295"/>
                      <a:pt x="8086" y="3273"/>
                    </a:cubicBezTo>
                    <a:cubicBezTo>
                      <a:pt x="8234" y="3273"/>
                      <a:pt x="8382" y="3273"/>
                      <a:pt x="8535" y="3273"/>
                    </a:cubicBezTo>
                    <a:cubicBezTo>
                      <a:pt x="8535" y="3252"/>
                      <a:pt x="8535" y="3231"/>
                      <a:pt x="8535" y="3209"/>
                    </a:cubicBezTo>
                    <a:cubicBezTo>
                      <a:pt x="8641" y="3209"/>
                      <a:pt x="8747" y="3209"/>
                      <a:pt x="8856" y="3209"/>
                    </a:cubicBezTo>
                    <a:cubicBezTo>
                      <a:pt x="8856" y="3188"/>
                      <a:pt x="8856" y="3166"/>
                      <a:pt x="8856" y="3145"/>
                    </a:cubicBezTo>
                    <a:cubicBezTo>
                      <a:pt x="8941" y="3145"/>
                      <a:pt x="9025" y="3145"/>
                      <a:pt x="9113" y="3145"/>
                    </a:cubicBezTo>
                    <a:cubicBezTo>
                      <a:pt x="9113" y="3123"/>
                      <a:pt x="9113" y="3102"/>
                      <a:pt x="9113" y="3080"/>
                    </a:cubicBezTo>
                    <a:cubicBezTo>
                      <a:pt x="9197" y="3080"/>
                      <a:pt x="9282" y="3080"/>
                      <a:pt x="9369" y="3080"/>
                    </a:cubicBezTo>
                    <a:cubicBezTo>
                      <a:pt x="9369" y="3059"/>
                      <a:pt x="9369" y="3038"/>
                      <a:pt x="9369" y="3016"/>
                    </a:cubicBezTo>
                    <a:cubicBezTo>
                      <a:pt x="9454" y="3016"/>
                      <a:pt x="9539" y="3016"/>
                      <a:pt x="9626" y="3016"/>
                    </a:cubicBezTo>
                    <a:cubicBezTo>
                      <a:pt x="9626" y="2995"/>
                      <a:pt x="9626" y="2974"/>
                      <a:pt x="9626" y="2952"/>
                    </a:cubicBezTo>
                    <a:cubicBezTo>
                      <a:pt x="9690" y="2952"/>
                      <a:pt x="9753" y="2952"/>
                      <a:pt x="9819" y="2952"/>
                    </a:cubicBezTo>
                    <a:cubicBezTo>
                      <a:pt x="9819" y="2931"/>
                      <a:pt x="9819" y="2910"/>
                      <a:pt x="9819" y="2888"/>
                    </a:cubicBezTo>
                    <a:cubicBezTo>
                      <a:pt x="9882" y="2888"/>
                      <a:pt x="9946" y="2888"/>
                      <a:pt x="10011" y="2888"/>
                    </a:cubicBezTo>
                    <a:cubicBezTo>
                      <a:pt x="10011" y="2867"/>
                      <a:pt x="10011" y="2845"/>
                      <a:pt x="10011" y="2824"/>
                    </a:cubicBezTo>
                    <a:cubicBezTo>
                      <a:pt x="10075" y="2824"/>
                      <a:pt x="10138" y="2824"/>
                      <a:pt x="10204" y="2824"/>
                    </a:cubicBezTo>
                    <a:cubicBezTo>
                      <a:pt x="10204" y="2802"/>
                      <a:pt x="10204" y="2781"/>
                      <a:pt x="10204" y="2759"/>
                    </a:cubicBezTo>
                    <a:cubicBezTo>
                      <a:pt x="10246" y="2759"/>
                      <a:pt x="10288" y="2759"/>
                      <a:pt x="10332" y="2759"/>
                    </a:cubicBezTo>
                    <a:cubicBezTo>
                      <a:pt x="10332" y="2738"/>
                      <a:pt x="10332" y="2717"/>
                      <a:pt x="10332" y="2695"/>
                    </a:cubicBezTo>
                    <a:cubicBezTo>
                      <a:pt x="10374" y="2695"/>
                      <a:pt x="10417" y="2695"/>
                      <a:pt x="10460" y="2695"/>
                    </a:cubicBezTo>
                    <a:cubicBezTo>
                      <a:pt x="10460" y="2674"/>
                      <a:pt x="10460" y="2653"/>
                      <a:pt x="10460" y="2631"/>
                    </a:cubicBezTo>
                    <a:cubicBezTo>
                      <a:pt x="10503" y="2631"/>
                      <a:pt x="10545" y="2631"/>
                      <a:pt x="10589" y="2631"/>
                    </a:cubicBezTo>
                    <a:cubicBezTo>
                      <a:pt x="10589" y="2610"/>
                      <a:pt x="10589" y="2589"/>
                      <a:pt x="10589" y="2567"/>
                    </a:cubicBezTo>
                    <a:cubicBezTo>
                      <a:pt x="10631" y="2567"/>
                      <a:pt x="10673" y="2567"/>
                      <a:pt x="10717" y="2567"/>
                    </a:cubicBezTo>
                    <a:cubicBezTo>
                      <a:pt x="10717" y="2546"/>
                      <a:pt x="10717" y="2525"/>
                      <a:pt x="10717" y="2503"/>
                    </a:cubicBezTo>
                    <a:cubicBezTo>
                      <a:pt x="10738" y="2503"/>
                      <a:pt x="10759" y="2503"/>
                      <a:pt x="10781" y="2503"/>
                    </a:cubicBezTo>
                    <a:cubicBezTo>
                      <a:pt x="10781" y="2482"/>
                      <a:pt x="10781" y="2460"/>
                      <a:pt x="10781" y="2439"/>
                    </a:cubicBezTo>
                    <a:cubicBezTo>
                      <a:pt x="10802" y="2439"/>
                      <a:pt x="10824" y="2439"/>
                      <a:pt x="10845" y="2439"/>
                    </a:cubicBezTo>
                    <a:cubicBezTo>
                      <a:pt x="10845" y="2417"/>
                      <a:pt x="10845" y="2396"/>
                      <a:pt x="10845" y="2374"/>
                    </a:cubicBezTo>
                    <a:cubicBezTo>
                      <a:pt x="10888" y="2374"/>
                      <a:pt x="10930" y="2374"/>
                      <a:pt x="10974" y="2374"/>
                    </a:cubicBezTo>
                    <a:cubicBezTo>
                      <a:pt x="10974" y="2353"/>
                      <a:pt x="10974" y="2332"/>
                      <a:pt x="10974" y="2310"/>
                    </a:cubicBezTo>
                    <a:cubicBezTo>
                      <a:pt x="10995" y="2310"/>
                      <a:pt x="11016" y="2310"/>
                      <a:pt x="11038" y="2310"/>
                    </a:cubicBezTo>
                    <a:cubicBezTo>
                      <a:pt x="11038" y="2289"/>
                      <a:pt x="11038" y="2268"/>
                      <a:pt x="11038" y="2246"/>
                    </a:cubicBezTo>
                    <a:cubicBezTo>
                      <a:pt x="11059" y="2246"/>
                      <a:pt x="11080" y="2246"/>
                      <a:pt x="11102" y="2246"/>
                    </a:cubicBezTo>
                    <a:cubicBezTo>
                      <a:pt x="11102" y="2204"/>
                      <a:pt x="11102" y="2161"/>
                      <a:pt x="11102" y="2118"/>
                    </a:cubicBezTo>
                    <a:cubicBezTo>
                      <a:pt x="11123" y="2118"/>
                      <a:pt x="11144" y="2118"/>
                      <a:pt x="11166" y="2118"/>
                    </a:cubicBezTo>
                    <a:cubicBezTo>
                      <a:pt x="11166" y="1991"/>
                      <a:pt x="11166" y="1864"/>
                      <a:pt x="11166" y="1733"/>
                    </a:cubicBezTo>
                    <a:cubicBezTo>
                      <a:pt x="11145" y="1733"/>
                      <a:pt x="11124" y="1733"/>
                      <a:pt x="11102" y="1733"/>
                    </a:cubicBezTo>
                    <a:cubicBezTo>
                      <a:pt x="11102" y="1712"/>
                      <a:pt x="11102" y="1690"/>
                      <a:pt x="11102" y="1669"/>
                    </a:cubicBezTo>
                    <a:cubicBezTo>
                      <a:pt x="11081" y="1669"/>
                      <a:pt x="11060" y="1669"/>
                      <a:pt x="11038" y="1669"/>
                    </a:cubicBezTo>
                    <a:cubicBezTo>
                      <a:pt x="11038" y="1647"/>
                      <a:pt x="11038" y="1626"/>
                      <a:pt x="11038" y="1604"/>
                    </a:cubicBezTo>
                    <a:cubicBezTo>
                      <a:pt x="11017" y="1604"/>
                      <a:pt x="10996" y="1604"/>
                      <a:pt x="10974" y="1604"/>
                    </a:cubicBezTo>
                    <a:cubicBezTo>
                      <a:pt x="10974" y="1583"/>
                      <a:pt x="10974" y="1562"/>
                      <a:pt x="10974" y="1540"/>
                    </a:cubicBezTo>
                    <a:cubicBezTo>
                      <a:pt x="10953" y="1540"/>
                      <a:pt x="10931" y="1540"/>
                      <a:pt x="10910" y="1540"/>
                    </a:cubicBezTo>
                    <a:cubicBezTo>
                      <a:pt x="10910" y="1519"/>
                      <a:pt x="10910" y="1498"/>
                      <a:pt x="10910" y="1476"/>
                    </a:cubicBezTo>
                    <a:cubicBezTo>
                      <a:pt x="10888" y="1476"/>
                      <a:pt x="10867" y="1476"/>
                      <a:pt x="10845" y="1476"/>
                    </a:cubicBezTo>
                    <a:cubicBezTo>
                      <a:pt x="10845" y="1455"/>
                      <a:pt x="10845" y="1434"/>
                      <a:pt x="10845" y="1412"/>
                    </a:cubicBezTo>
                    <a:cubicBezTo>
                      <a:pt x="10824" y="1412"/>
                      <a:pt x="10803" y="1412"/>
                      <a:pt x="10781" y="1412"/>
                    </a:cubicBezTo>
                    <a:cubicBezTo>
                      <a:pt x="10781" y="1391"/>
                      <a:pt x="10781" y="1369"/>
                      <a:pt x="10781" y="1348"/>
                    </a:cubicBezTo>
                    <a:cubicBezTo>
                      <a:pt x="10760" y="1348"/>
                      <a:pt x="10739" y="1348"/>
                      <a:pt x="10717" y="1348"/>
                    </a:cubicBezTo>
                    <a:cubicBezTo>
                      <a:pt x="10717" y="1326"/>
                      <a:pt x="10717" y="1305"/>
                      <a:pt x="10717" y="1283"/>
                    </a:cubicBezTo>
                    <a:cubicBezTo>
                      <a:pt x="10675" y="1283"/>
                      <a:pt x="10632" y="1283"/>
                      <a:pt x="10589" y="1283"/>
                    </a:cubicBezTo>
                    <a:cubicBezTo>
                      <a:pt x="10589" y="1262"/>
                      <a:pt x="10589" y="1241"/>
                      <a:pt x="10589" y="1219"/>
                    </a:cubicBezTo>
                    <a:cubicBezTo>
                      <a:pt x="10546" y="1219"/>
                      <a:pt x="10504" y="1219"/>
                      <a:pt x="10460" y="1219"/>
                    </a:cubicBezTo>
                    <a:cubicBezTo>
                      <a:pt x="10460" y="1198"/>
                      <a:pt x="10460" y="1177"/>
                      <a:pt x="10460" y="1155"/>
                    </a:cubicBezTo>
                    <a:cubicBezTo>
                      <a:pt x="10418" y="1155"/>
                      <a:pt x="10376" y="1155"/>
                      <a:pt x="10332" y="1155"/>
                    </a:cubicBezTo>
                    <a:cubicBezTo>
                      <a:pt x="10332" y="1134"/>
                      <a:pt x="10332" y="1113"/>
                      <a:pt x="10332" y="1091"/>
                    </a:cubicBezTo>
                    <a:cubicBezTo>
                      <a:pt x="10290" y="1091"/>
                      <a:pt x="10247" y="1091"/>
                      <a:pt x="10204" y="1091"/>
                    </a:cubicBezTo>
                    <a:cubicBezTo>
                      <a:pt x="10204" y="1070"/>
                      <a:pt x="10204" y="1049"/>
                      <a:pt x="10204" y="1027"/>
                    </a:cubicBezTo>
                    <a:cubicBezTo>
                      <a:pt x="10140" y="1027"/>
                      <a:pt x="10077" y="1027"/>
                      <a:pt x="10011" y="1027"/>
                    </a:cubicBezTo>
                    <a:cubicBezTo>
                      <a:pt x="10011" y="1006"/>
                      <a:pt x="10011" y="984"/>
                      <a:pt x="10011" y="963"/>
                    </a:cubicBezTo>
                    <a:cubicBezTo>
                      <a:pt x="9969" y="963"/>
                      <a:pt x="9926" y="963"/>
                      <a:pt x="9883" y="963"/>
                    </a:cubicBezTo>
                    <a:cubicBezTo>
                      <a:pt x="9883" y="941"/>
                      <a:pt x="9883" y="920"/>
                      <a:pt x="9883" y="898"/>
                    </a:cubicBezTo>
                    <a:cubicBezTo>
                      <a:pt x="9819" y="898"/>
                      <a:pt x="9756" y="898"/>
                      <a:pt x="9690" y="898"/>
                    </a:cubicBezTo>
                    <a:cubicBezTo>
                      <a:pt x="9690" y="877"/>
                      <a:pt x="9690" y="856"/>
                      <a:pt x="9690" y="834"/>
                    </a:cubicBezTo>
                    <a:cubicBezTo>
                      <a:pt x="9606" y="834"/>
                      <a:pt x="9521" y="834"/>
                      <a:pt x="9434" y="834"/>
                    </a:cubicBezTo>
                    <a:cubicBezTo>
                      <a:pt x="9434" y="813"/>
                      <a:pt x="9434" y="792"/>
                      <a:pt x="9434" y="770"/>
                    </a:cubicBezTo>
                    <a:cubicBezTo>
                      <a:pt x="9349" y="770"/>
                      <a:pt x="9264" y="770"/>
                      <a:pt x="9177" y="770"/>
                    </a:cubicBezTo>
                    <a:cubicBezTo>
                      <a:pt x="9177" y="749"/>
                      <a:pt x="9177" y="728"/>
                      <a:pt x="9177" y="706"/>
                    </a:cubicBezTo>
                    <a:cubicBezTo>
                      <a:pt x="9092" y="706"/>
                      <a:pt x="9007" y="706"/>
                      <a:pt x="8920" y="706"/>
                    </a:cubicBezTo>
                    <a:cubicBezTo>
                      <a:pt x="8920" y="685"/>
                      <a:pt x="8920" y="664"/>
                      <a:pt x="8920" y="642"/>
                    </a:cubicBezTo>
                    <a:cubicBezTo>
                      <a:pt x="8814" y="642"/>
                      <a:pt x="8708" y="642"/>
                      <a:pt x="8599" y="642"/>
                    </a:cubicBezTo>
                    <a:cubicBezTo>
                      <a:pt x="8599" y="621"/>
                      <a:pt x="8599" y="599"/>
                      <a:pt x="8599" y="578"/>
                    </a:cubicBezTo>
                    <a:cubicBezTo>
                      <a:pt x="8472" y="578"/>
                      <a:pt x="8345" y="578"/>
                      <a:pt x="8214" y="578"/>
                    </a:cubicBezTo>
                    <a:cubicBezTo>
                      <a:pt x="8214" y="556"/>
                      <a:pt x="8214" y="535"/>
                      <a:pt x="8214" y="513"/>
                    </a:cubicBezTo>
                    <a:cubicBezTo>
                      <a:pt x="8066" y="513"/>
                      <a:pt x="7918" y="513"/>
                      <a:pt x="7765" y="513"/>
                    </a:cubicBezTo>
                    <a:cubicBezTo>
                      <a:pt x="7765" y="492"/>
                      <a:pt x="7765" y="471"/>
                      <a:pt x="7765" y="449"/>
                    </a:cubicBezTo>
                    <a:cubicBezTo>
                      <a:pt x="7553" y="449"/>
                      <a:pt x="7342" y="449"/>
                      <a:pt x="7123" y="449"/>
                    </a:cubicBezTo>
                    <a:cubicBezTo>
                      <a:pt x="7123" y="428"/>
                      <a:pt x="7123" y="407"/>
                      <a:pt x="7123" y="385"/>
                    </a:cubicBezTo>
                    <a:cubicBezTo>
                      <a:pt x="6213" y="385"/>
                      <a:pt x="5302" y="385"/>
                      <a:pt x="4364" y="385"/>
                    </a:cubicBezTo>
                    <a:close/>
                    <a:moveTo>
                      <a:pt x="321" y="2695"/>
                    </a:moveTo>
                    <a:cubicBezTo>
                      <a:pt x="321" y="3500"/>
                      <a:pt x="321" y="4305"/>
                      <a:pt x="321" y="5134"/>
                    </a:cubicBezTo>
                    <a:cubicBezTo>
                      <a:pt x="342" y="5134"/>
                      <a:pt x="363" y="5134"/>
                      <a:pt x="385" y="5134"/>
                    </a:cubicBezTo>
                    <a:cubicBezTo>
                      <a:pt x="385" y="5176"/>
                      <a:pt x="385" y="5219"/>
                      <a:pt x="385" y="5262"/>
                    </a:cubicBezTo>
                    <a:cubicBezTo>
                      <a:pt x="406" y="5262"/>
                      <a:pt x="427" y="5262"/>
                      <a:pt x="449" y="5262"/>
                    </a:cubicBezTo>
                    <a:cubicBezTo>
                      <a:pt x="449" y="5305"/>
                      <a:pt x="449" y="5347"/>
                      <a:pt x="449" y="5391"/>
                    </a:cubicBezTo>
                    <a:cubicBezTo>
                      <a:pt x="470" y="5391"/>
                      <a:pt x="492" y="5391"/>
                      <a:pt x="513" y="5391"/>
                    </a:cubicBezTo>
                    <a:cubicBezTo>
                      <a:pt x="513" y="5412"/>
                      <a:pt x="513" y="5433"/>
                      <a:pt x="513" y="5455"/>
                    </a:cubicBezTo>
                    <a:cubicBezTo>
                      <a:pt x="535" y="5455"/>
                      <a:pt x="556" y="5455"/>
                      <a:pt x="578" y="5455"/>
                    </a:cubicBezTo>
                    <a:cubicBezTo>
                      <a:pt x="578" y="5476"/>
                      <a:pt x="578" y="5497"/>
                      <a:pt x="578" y="5519"/>
                    </a:cubicBezTo>
                    <a:cubicBezTo>
                      <a:pt x="599" y="5519"/>
                      <a:pt x="620" y="5519"/>
                      <a:pt x="642" y="5519"/>
                    </a:cubicBezTo>
                    <a:cubicBezTo>
                      <a:pt x="642" y="5540"/>
                      <a:pt x="642" y="5561"/>
                      <a:pt x="642" y="5583"/>
                    </a:cubicBezTo>
                    <a:cubicBezTo>
                      <a:pt x="663" y="5583"/>
                      <a:pt x="684" y="5583"/>
                      <a:pt x="706" y="5583"/>
                    </a:cubicBezTo>
                    <a:cubicBezTo>
                      <a:pt x="706" y="5604"/>
                      <a:pt x="706" y="5626"/>
                      <a:pt x="706" y="5647"/>
                    </a:cubicBezTo>
                    <a:cubicBezTo>
                      <a:pt x="727" y="5647"/>
                      <a:pt x="748" y="5647"/>
                      <a:pt x="770" y="5647"/>
                    </a:cubicBezTo>
                    <a:cubicBezTo>
                      <a:pt x="770" y="5668"/>
                      <a:pt x="770" y="5690"/>
                      <a:pt x="770" y="5711"/>
                    </a:cubicBezTo>
                    <a:cubicBezTo>
                      <a:pt x="812" y="5711"/>
                      <a:pt x="855" y="5711"/>
                      <a:pt x="898" y="5711"/>
                    </a:cubicBezTo>
                    <a:cubicBezTo>
                      <a:pt x="898" y="5733"/>
                      <a:pt x="898" y="5754"/>
                      <a:pt x="898" y="5776"/>
                    </a:cubicBezTo>
                    <a:cubicBezTo>
                      <a:pt x="920" y="5776"/>
                      <a:pt x="941" y="5776"/>
                      <a:pt x="963" y="5776"/>
                    </a:cubicBezTo>
                    <a:cubicBezTo>
                      <a:pt x="963" y="5797"/>
                      <a:pt x="963" y="5818"/>
                      <a:pt x="963" y="5840"/>
                    </a:cubicBezTo>
                    <a:cubicBezTo>
                      <a:pt x="1005" y="5840"/>
                      <a:pt x="1047" y="5840"/>
                      <a:pt x="1091" y="5840"/>
                    </a:cubicBezTo>
                    <a:cubicBezTo>
                      <a:pt x="1091" y="5861"/>
                      <a:pt x="1091" y="5882"/>
                      <a:pt x="1091" y="5904"/>
                    </a:cubicBezTo>
                    <a:cubicBezTo>
                      <a:pt x="1133" y="5904"/>
                      <a:pt x="1176" y="5904"/>
                      <a:pt x="1219" y="5904"/>
                    </a:cubicBezTo>
                    <a:cubicBezTo>
                      <a:pt x="1219" y="5925"/>
                      <a:pt x="1219" y="5946"/>
                      <a:pt x="1219" y="5968"/>
                    </a:cubicBezTo>
                    <a:cubicBezTo>
                      <a:pt x="1262" y="5968"/>
                      <a:pt x="1304" y="5968"/>
                      <a:pt x="1348" y="5968"/>
                    </a:cubicBezTo>
                    <a:cubicBezTo>
                      <a:pt x="1348" y="5989"/>
                      <a:pt x="1348" y="6011"/>
                      <a:pt x="1348" y="6032"/>
                    </a:cubicBezTo>
                    <a:cubicBezTo>
                      <a:pt x="1411" y="6032"/>
                      <a:pt x="1475" y="6032"/>
                      <a:pt x="1540" y="6032"/>
                    </a:cubicBezTo>
                    <a:cubicBezTo>
                      <a:pt x="1540" y="6054"/>
                      <a:pt x="1540" y="6075"/>
                      <a:pt x="1540" y="6097"/>
                    </a:cubicBezTo>
                    <a:cubicBezTo>
                      <a:pt x="1583" y="6097"/>
                      <a:pt x="1625" y="6097"/>
                      <a:pt x="1669" y="6097"/>
                    </a:cubicBezTo>
                    <a:cubicBezTo>
                      <a:pt x="1669" y="6118"/>
                      <a:pt x="1669" y="6139"/>
                      <a:pt x="1669" y="6161"/>
                    </a:cubicBezTo>
                    <a:cubicBezTo>
                      <a:pt x="1732" y="6161"/>
                      <a:pt x="1796" y="6161"/>
                      <a:pt x="1861" y="6161"/>
                    </a:cubicBezTo>
                    <a:cubicBezTo>
                      <a:pt x="1861" y="6182"/>
                      <a:pt x="1861" y="6203"/>
                      <a:pt x="1861" y="6225"/>
                    </a:cubicBezTo>
                    <a:cubicBezTo>
                      <a:pt x="1925" y="6225"/>
                      <a:pt x="1988" y="6225"/>
                      <a:pt x="2054" y="6225"/>
                    </a:cubicBezTo>
                    <a:cubicBezTo>
                      <a:pt x="2054" y="6246"/>
                      <a:pt x="2054" y="6267"/>
                      <a:pt x="2054" y="6289"/>
                    </a:cubicBezTo>
                    <a:cubicBezTo>
                      <a:pt x="2138" y="6289"/>
                      <a:pt x="2223" y="6289"/>
                      <a:pt x="2310" y="6289"/>
                    </a:cubicBezTo>
                    <a:cubicBezTo>
                      <a:pt x="2310" y="6310"/>
                      <a:pt x="2310" y="6331"/>
                      <a:pt x="2310" y="6353"/>
                    </a:cubicBezTo>
                    <a:cubicBezTo>
                      <a:pt x="2395" y="6353"/>
                      <a:pt x="2480" y="6353"/>
                      <a:pt x="2567" y="6353"/>
                    </a:cubicBezTo>
                    <a:cubicBezTo>
                      <a:pt x="2567" y="6374"/>
                      <a:pt x="2567" y="6396"/>
                      <a:pt x="2567" y="6417"/>
                    </a:cubicBezTo>
                    <a:cubicBezTo>
                      <a:pt x="2673" y="6417"/>
                      <a:pt x="2779" y="6417"/>
                      <a:pt x="2888" y="6417"/>
                    </a:cubicBezTo>
                    <a:cubicBezTo>
                      <a:pt x="2888" y="6439"/>
                      <a:pt x="2888" y="6460"/>
                      <a:pt x="2888" y="6482"/>
                    </a:cubicBezTo>
                    <a:cubicBezTo>
                      <a:pt x="2994" y="6482"/>
                      <a:pt x="3100" y="6482"/>
                      <a:pt x="3209" y="6482"/>
                    </a:cubicBezTo>
                    <a:cubicBezTo>
                      <a:pt x="3209" y="6503"/>
                      <a:pt x="3209" y="6524"/>
                      <a:pt x="3209" y="6546"/>
                    </a:cubicBezTo>
                    <a:cubicBezTo>
                      <a:pt x="3357" y="6546"/>
                      <a:pt x="3505" y="6546"/>
                      <a:pt x="3658" y="6546"/>
                    </a:cubicBezTo>
                    <a:cubicBezTo>
                      <a:pt x="3658" y="6567"/>
                      <a:pt x="3658" y="6588"/>
                      <a:pt x="3658" y="6610"/>
                    </a:cubicBezTo>
                    <a:cubicBezTo>
                      <a:pt x="3849" y="6610"/>
                      <a:pt x="4039" y="6610"/>
                      <a:pt x="4235" y="6610"/>
                    </a:cubicBezTo>
                    <a:cubicBezTo>
                      <a:pt x="4235" y="6631"/>
                      <a:pt x="4235" y="6652"/>
                      <a:pt x="4235" y="6674"/>
                    </a:cubicBezTo>
                    <a:cubicBezTo>
                      <a:pt x="4596" y="6674"/>
                      <a:pt x="4956" y="6674"/>
                      <a:pt x="5326" y="6674"/>
                    </a:cubicBezTo>
                    <a:cubicBezTo>
                      <a:pt x="5326" y="6695"/>
                      <a:pt x="5326" y="6716"/>
                      <a:pt x="5326" y="6738"/>
                    </a:cubicBezTo>
                    <a:cubicBezTo>
                      <a:pt x="5623" y="6738"/>
                      <a:pt x="5919" y="6738"/>
                      <a:pt x="6225" y="6738"/>
                    </a:cubicBezTo>
                    <a:cubicBezTo>
                      <a:pt x="6225" y="6717"/>
                      <a:pt x="6225" y="6696"/>
                      <a:pt x="6225" y="6674"/>
                    </a:cubicBezTo>
                    <a:cubicBezTo>
                      <a:pt x="6606" y="6674"/>
                      <a:pt x="6987" y="6674"/>
                      <a:pt x="7380" y="6674"/>
                    </a:cubicBezTo>
                    <a:cubicBezTo>
                      <a:pt x="7380" y="6653"/>
                      <a:pt x="7380" y="6632"/>
                      <a:pt x="7380" y="6610"/>
                    </a:cubicBezTo>
                    <a:cubicBezTo>
                      <a:pt x="7549" y="6610"/>
                      <a:pt x="7719" y="6610"/>
                      <a:pt x="7893" y="6610"/>
                    </a:cubicBezTo>
                    <a:cubicBezTo>
                      <a:pt x="7893" y="6589"/>
                      <a:pt x="7893" y="6568"/>
                      <a:pt x="7893" y="6546"/>
                    </a:cubicBezTo>
                    <a:cubicBezTo>
                      <a:pt x="8042" y="6546"/>
                      <a:pt x="8190" y="6546"/>
                      <a:pt x="8343" y="6546"/>
                    </a:cubicBezTo>
                    <a:cubicBezTo>
                      <a:pt x="8343" y="6525"/>
                      <a:pt x="8343" y="6503"/>
                      <a:pt x="8343" y="6482"/>
                    </a:cubicBezTo>
                    <a:cubicBezTo>
                      <a:pt x="8449" y="6482"/>
                      <a:pt x="8554" y="6482"/>
                      <a:pt x="8664" y="6482"/>
                    </a:cubicBezTo>
                    <a:cubicBezTo>
                      <a:pt x="8664" y="6460"/>
                      <a:pt x="8664" y="6439"/>
                      <a:pt x="8664" y="6417"/>
                    </a:cubicBezTo>
                    <a:cubicBezTo>
                      <a:pt x="8769" y="6417"/>
                      <a:pt x="8875" y="6417"/>
                      <a:pt x="8984" y="6417"/>
                    </a:cubicBezTo>
                    <a:cubicBezTo>
                      <a:pt x="8984" y="6396"/>
                      <a:pt x="8984" y="6375"/>
                      <a:pt x="8984" y="6353"/>
                    </a:cubicBezTo>
                    <a:cubicBezTo>
                      <a:pt x="9069" y="6353"/>
                      <a:pt x="9154" y="6353"/>
                      <a:pt x="9241" y="6353"/>
                    </a:cubicBezTo>
                    <a:cubicBezTo>
                      <a:pt x="9241" y="6332"/>
                      <a:pt x="9241" y="6311"/>
                      <a:pt x="9241" y="6289"/>
                    </a:cubicBezTo>
                    <a:cubicBezTo>
                      <a:pt x="9305" y="6289"/>
                      <a:pt x="9368" y="6289"/>
                      <a:pt x="9434" y="6289"/>
                    </a:cubicBezTo>
                    <a:cubicBezTo>
                      <a:pt x="9434" y="6268"/>
                      <a:pt x="9434" y="6247"/>
                      <a:pt x="9434" y="6225"/>
                    </a:cubicBezTo>
                    <a:cubicBezTo>
                      <a:pt x="9518" y="6225"/>
                      <a:pt x="9603" y="6225"/>
                      <a:pt x="9690" y="6225"/>
                    </a:cubicBezTo>
                    <a:cubicBezTo>
                      <a:pt x="9690" y="6204"/>
                      <a:pt x="9690" y="6183"/>
                      <a:pt x="9690" y="6161"/>
                    </a:cubicBezTo>
                    <a:cubicBezTo>
                      <a:pt x="9733" y="6161"/>
                      <a:pt x="9775" y="6161"/>
                      <a:pt x="9819" y="6161"/>
                    </a:cubicBezTo>
                    <a:cubicBezTo>
                      <a:pt x="9819" y="6140"/>
                      <a:pt x="9819" y="6118"/>
                      <a:pt x="9819" y="6097"/>
                    </a:cubicBezTo>
                    <a:cubicBezTo>
                      <a:pt x="9882" y="6097"/>
                      <a:pt x="9946" y="6097"/>
                      <a:pt x="10011" y="6097"/>
                    </a:cubicBezTo>
                    <a:cubicBezTo>
                      <a:pt x="10011" y="6075"/>
                      <a:pt x="10011" y="6054"/>
                      <a:pt x="10011" y="6032"/>
                    </a:cubicBezTo>
                    <a:cubicBezTo>
                      <a:pt x="10054" y="6032"/>
                      <a:pt x="10096" y="6032"/>
                      <a:pt x="10140" y="6032"/>
                    </a:cubicBezTo>
                    <a:cubicBezTo>
                      <a:pt x="10140" y="6011"/>
                      <a:pt x="10140" y="5990"/>
                      <a:pt x="10140" y="5968"/>
                    </a:cubicBezTo>
                    <a:cubicBezTo>
                      <a:pt x="10203" y="5968"/>
                      <a:pt x="10267" y="5968"/>
                      <a:pt x="10332" y="5968"/>
                    </a:cubicBezTo>
                    <a:cubicBezTo>
                      <a:pt x="10332" y="5947"/>
                      <a:pt x="10332" y="5926"/>
                      <a:pt x="10332" y="5904"/>
                    </a:cubicBezTo>
                    <a:cubicBezTo>
                      <a:pt x="10374" y="5904"/>
                      <a:pt x="10417" y="5904"/>
                      <a:pt x="10460" y="5904"/>
                    </a:cubicBezTo>
                    <a:cubicBezTo>
                      <a:pt x="10460" y="5883"/>
                      <a:pt x="10460" y="5862"/>
                      <a:pt x="10460" y="5840"/>
                    </a:cubicBezTo>
                    <a:cubicBezTo>
                      <a:pt x="10482" y="5840"/>
                      <a:pt x="10503" y="5840"/>
                      <a:pt x="10525" y="5840"/>
                    </a:cubicBezTo>
                    <a:cubicBezTo>
                      <a:pt x="10525" y="5819"/>
                      <a:pt x="10525" y="5797"/>
                      <a:pt x="10525" y="5776"/>
                    </a:cubicBezTo>
                    <a:cubicBezTo>
                      <a:pt x="10567" y="5776"/>
                      <a:pt x="10609" y="5776"/>
                      <a:pt x="10653" y="5776"/>
                    </a:cubicBezTo>
                    <a:cubicBezTo>
                      <a:pt x="10653" y="5754"/>
                      <a:pt x="10653" y="5733"/>
                      <a:pt x="10653" y="5711"/>
                    </a:cubicBezTo>
                    <a:cubicBezTo>
                      <a:pt x="10674" y="5711"/>
                      <a:pt x="10695" y="5711"/>
                      <a:pt x="10717" y="5711"/>
                    </a:cubicBezTo>
                    <a:cubicBezTo>
                      <a:pt x="10717" y="5690"/>
                      <a:pt x="10717" y="5669"/>
                      <a:pt x="10717" y="5647"/>
                    </a:cubicBezTo>
                    <a:cubicBezTo>
                      <a:pt x="10759" y="5647"/>
                      <a:pt x="10802" y="5647"/>
                      <a:pt x="10845" y="5647"/>
                    </a:cubicBezTo>
                    <a:cubicBezTo>
                      <a:pt x="10845" y="5626"/>
                      <a:pt x="10845" y="5605"/>
                      <a:pt x="10845" y="5583"/>
                    </a:cubicBezTo>
                    <a:cubicBezTo>
                      <a:pt x="10867" y="5583"/>
                      <a:pt x="10888" y="5583"/>
                      <a:pt x="10910" y="5583"/>
                    </a:cubicBezTo>
                    <a:cubicBezTo>
                      <a:pt x="10910" y="5562"/>
                      <a:pt x="10910" y="5541"/>
                      <a:pt x="10910" y="5519"/>
                    </a:cubicBezTo>
                    <a:cubicBezTo>
                      <a:pt x="10931" y="5519"/>
                      <a:pt x="10952" y="5519"/>
                      <a:pt x="10974" y="5519"/>
                    </a:cubicBezTo>
                    <a:cubicBezTo>
                      <a:pt x="10974" y="5498"/>
                      <a:pt x="10974" y="5477"/>
                      <a:pt x="10974" y="5455"/>
                    </a:cubicBezTo>
                    <a:cubicBezTo>
                      <a:pt x="10995" y="5455"/>
                      <a:pt x="11016" y="5455"/>
                      <a:pt x="11038" y="5455"/>
                    </a:cubicBezTo>
                    <a:cubicBezTo>
                      <a:pt x="11038" y="5412"/>
                      <a:pt x="11038" y="5370"/>
                      <a:pt x="11038" y="5326"/>
                    </a:cubicBezTo>
                    <a:cubicBezTo>
                      <a:pt x="11059" y="5326"/>
                      <a:pt x="11080" y="5326"/>
                      <a:pt x="11102" y="5326"/>
                    </a:cubicBezTo>
                    <a:cubicBezTo>
                      <a:pt x="11102" y="5305"/>
                      <a:pt x="11102" y="5284"/>
                      <a:pt x="11102" y="5262"/>
                    </a:cubicBezTo>
                    <a:cubicBezTo>
                      <a:pt x="11123" y="5262"/>
                      <a:pt x="11144" y="5262"/>
                      <a:pt x="11166" y="5262"/>
                    </a:cubicBezTo>
                    <a:cubicBezTo>
                      <a:pt x="11166" y="4436"/>
                      <a:pt x="11166" y="3610"/>
                      <a:pt x="11166" y="2759"/>
                    </a:cubicBezTo>
                    <a:cubicBezTo>
                      <a:pt x="11145" y="2759"/>
                      <a:pt x="11124" y="2759"/>
                      <a:pt x="11102" y="2759"/>
                    </a:cubicBezTo>
                    <a:cubicBezTo>
                      <a:pt x="11102" y="2738"/>
                      <a:pt x="11102" y="2717"/>
                      <a:pt x="11102" y="2695"/>
                    </a:cubicBezTo>
                    <a:cubicBezTo>
                      <a:pt x="11081" y="2704"/>
                      <a:pt x="11059" y="2714"/>
                      <a:pt x="11038" y="2723"/>
                    </a:cubicBezTo>
                    <a:cubicBezTo>
                      <a:pt x="11026" y="2729"/>
                      <a:pt x="11014" y="2734"/>
                      <a:pt x="11002" y="2739"/>
                    </a:cubicBezTo>
                    <a:cubicBezTo>
                      <a:pt x="10993" y="2746"/>
                      <a:pt x="10983" y="2753"/>
                      <a:pt x="10974" y="2759"/>
                    </a:cubicBezTo>
                    <a:cubicBezTo>
                      <a:pt x="10974" y="2781"/>
                      <a:pt x="10974" y="2802"/>
                      <a:pt x="10974" y="2824"/>
                    </a:cubicBezTo>
                    <a:cubicBezTo>
                      <a:pt x="10931" y="2824"/>
                      <a:pt x="10889" y="2824"/>
                      <a:pt x="10845" y="2824"/>
                    </a:cubicBezTo>
                    <a:cubicBezTo>
                      <a:pt x="10845" y="2845"/>
                      <a:pt x="10845" y="2866"/>
                      <a:pt x="10845" y="2888"/>
                    </a:cubicBezTo>
                    <a:cubicBezTo>
                      <a:pt x="10803" y="2888"/>
                      <a:pt x="10761" y="2888"/>
                      <a:pt x="10717" y="2888"/>
                    </a:cubicBezTo>
                    <a:cubicBezTo>
                      <a:pt x="10717" y="2909"/>
                      <a:pt x="10717" y="2930"/>
                      <a:pt x="10717" y="2952"/>
                    </a:cubicBezTo>
                    <a:cubicBezTo>
                      <a:pt x="10696" y="2952"/>
                      <a:pt x="10675" y="2952"/>
                      <a:pt x="10653" y="2952"/>
                    </a:cubicBezTo>
                    <a:cubicBezTo>
                      <a:pt x="10653" y="2973"/>
                      <a:pt x="10653" y="2994"/>
                      <a:pt x="10653" y="3016"/>
                    </a:cubicBezTo>
                    <a:cubicBezTo>
                      <a:pt x="10589" y="3016"/>
                      <a:pt x="10526" y="3016"/>
                      <a:pt x="10460" y="3016"/>
                    </a:cubicBezTo>
                    <a:cubicBezTo>
                      <a:pt x="10460" y="3037"/>
                      <a:pt x="10460" y="3059"/>
                      <a:pt x="10460" y="3080"/>
                    </a:cubicBezTo>
                    <a:cubicBezTo>
                      <a:pt x="10418" y="3080"/>
                      <a:pt x="10376" y="3080"/>
                      <a:pt x="10332" y="3080"/>
                    </a:cubicBezTo>
                    <a:cubicBezTo>
                      <a:pt x="10332" y="3102"/>
                      <a:pt x="10332" y="3123"/>
                      <a:pt x="10332" y="3145"/>
                    </a:cubicBezTo>
                    <a:cubicBezTo>
                      <a:pt x="10290" y="3145"/>
                      <a:pt x="10247" y="3145"/>
                      <a:pt x="10204" y="3145"/>
                    </a:cubicBezTo>
                    <a:cubicBezTo>
                      <a:pt x="10204" y="3166"/>
                      <a:pt x="10204" y="3187"/>
                      <a:pt x="10204" y="3209"/>
                    </a:cubicBezTo>
                    <a:cubicBezTo>
                      <a:pt x="10140" y="3209"/>
                      <a:pt x="10077" y="3209"/>
                      <a:pt x="10011" y="3209"/>
                    </a:cubicBezTo>
                    <a:cubicBezTo>
                      <a:pt x="10011" y="3230"/>
                      <a:pt x="10011" y="3251"/>
                      <a:pt x="10011" y="3273"/>
                    </a:cubicBezTo>
                    <a:cubicBezTo>
                      <a:pt x="9948" y="3273"/>
                      <a:pt x="9884" y="3273"/>
                      <a:pt x="9819" y="3273"/>
                    </a:cubicBezTo>
                    <a:cubicBezTo>
                      <a:pt x="9819" y="3294"/>
                      <a:pt x="9819" y="3315"/>
                      <a:pt x="9819" y="3337"/>
                    </a:cubicBezTo>
                    <a:cubicBezTo>
                      <a:pt x="9755" y="3337"/>
                      <a:pt x="9692" y="3337"/>
                      <a:pt x="9626" y="3337"/>
                    </a:cubicBezTo>
                    <a:cubicBezTo>
                      <a:pt x="9626" y="3358"/>
                      <a:pt x="9626" y="3379"/>
                      <a:pt x="9626" y="3401"/>
                    </a:cubicBezTo>
                    <a:cubicBezTo>
                      <a:pt x="9541" y="3401"/>
                      <a:pt x="9457" y="3401"/>
                      <a:pt x="9369" y="3401"/>
                    </a:cubicBezTo>
                    <a:cubicBezTo>
                      <a:pt x="9369" y="3422"/>
                      <a:pt x="9369" y="3444"/>
                      <a:pt x="9369" y="3465"/>
                    </a:cubicBezTo>
                    <a:cubicBezTo>
                      <a:pt x="9285" y="3465"/>
                      <a:pt x="9200" y="3465"/>
                      <a:pt x="9113" y="3465"/>
                    </a:cubicBezTo>
                    <a:cubicBezTo>
                      <a:pt x="9113" y="3487"/>
                      <a:pt x="9113" y="3508"/>
                      <a:pt x="9113" y="3530"/>
                    </a:cubicBezTo>
                    <a:cubicBezTo>
                      <a:pt x="9007" y="3530"/>
                      <a:pt x="8901" y="3530"/>
                      <a:pt x="8792" y="3530"/>
                    </a:cubicBezTo>
                    <a:cubicBezTo>
                      <a:pt x="8792" y="3551"/>
                      <a:pt x="8792" y="3572"/>
                      <a:pt x="8792" y="3594"/>
                    </a:cubicBezTo>
                    <a:cubicBezTo>
                      <a:pt x="8686" y="3594"/>
                      <a:pt x="8580" y="3594"/>
                      <a:pt x="8471" y="3594"/>
                    </a:cubicBezTo>
                    <a:cubicBezTo>
                      <a:pt x="8471" y="3615"/>
                      <a:pt x="8471" y="3636"/>
                      <a:pt x="8471" y="3658"/>
                    </a:cubicBezTo>
                    <a:cubicBezTo>
                      <a:pt x="8344" y="3658"/>
                      <a:pt x="8217" y="3658"/>
                      <a:pt x="8086" y="3658"/>
                    </a:cubicBezTo>
                    <a:cubicBezTo>
                      <a:pt x="8086" y="3679"/>
                      <a:pt x="8086" y="3700"/>
                      <a:pt x="8086" y="3722"/>
                    </a:cubicBezTo>
                    <a:cubicBezTo>
                      <a:pt x="7874" y="3722"/>
                      <a:pt x="7662" y="3722"/>
                      <a:pt x="7444" y="3722"/>
                    </a:cubicBezTo>
                    <a:cubicBezTo>
                      <a:pt x="7444" y="3743"/>
                      <a:pt x="7444" y="3764"/>
                      <a:pt x="7444" y="3786"/>
                    </a:cubicBezTo>
                    <a:cubicBezTo>
                      <a:pt x="7127" y="3786"/>
                      <a:pt x="6809" y="3786"/>
                      <a:pt x="6482" y="3786"/>
                    </a:cubicBezTo>
                    <a:cubicBezTo>
                      <a:pt x="6482" y="3807"/>
                      <a:pt x="6482" y="3829"/>
                      <a:pt x="6482" y="3850"/>
                    </a:cubicBezTo>
                    <a:cubicBezTo>
                      <a:pt x="6037" y="3850"/>
                      <a:pt x="5592" y="3850"/>
                      <a:pt x="5134" y="3850"/>
                    </a:cubicBezTo>
                    <a:cubicBezTo>
                      <a:pt x="5134" y="3829"/>
                      <a:pt x="5134" y="3808"/>
                      <a:pt x="5134" y="3786"/>
                    </a:cubicBezTo>
                    <a:cubicBezTo>
                      <a:pt x="4795" y="3786"/>
                      <a:pt x="4456" y="3786"/>
                      <a:pt x="4107" y="3786"/>
                    </a:cubicBezTo>
                    <a:cubicBezTo>
                      <a:pt x="4107" y="3765"/>
                      <a:pt x="4107" y="3744"/>
                      <a:pt x="4107" y="3722"/>
                    </a:cubicBezTo>
                    <a:cubicBezTo>
                      <a:pt x="3917" y="3722"/>
                      <a:pt x="3726" y="3722"/>
                      <a:pt x="3530" y="3722"/>
                    </a:cubicBezTo>
                    <a:cubicBezTo>
                      <a:pt x="3530" y="3701"/>
                      <a:pt x="3530" y="3680"/>
                      <a:pt x="3530" y="3658"/>
                    </a:cubicBezTo>
                    <a:cubicBezTo>
                      <a:pt x="3381" y="3658"/>
                      <a:pt x="3233" y="3658"/>
                      <a:pt x="3080" y="3658"/>
                    </a:cubicBezTo>
                    <a:cubicBezTo>
                      <a:pt x="3080" y="3637"/>
                      <a:pt x="3080" y="3616"/>
                      <a:pt x="3080" y="3594"/>
                    </a:cubicBezTo>
                    <a:cubicBezTo>
                      <a:pt x="2974" y="3594"/>
                      <a:pt x="2869" y="3594"/>
                      <a:pt x="2759" y="3594"/>
                    </a:cubicBezTo>
                    <a:cubicBezTo>
                      <a:pt x="2759" y="3573"/>
                      <a:pt x="2759" y="3551"/>
                      <a:pt x="2759" y="3530"/>
                    </a:cubicBezTo>
                    <a:cubicBezTo>
                      <a:pt x="2654" y="3530"/>
                      <a:pt x="2548" y="3530"/>
                      <a:pt x="2439" y="3530"/>
                    </a:cubicBezTo>
                    <a:cubicBezTo>
                      <a:pt x="2439" y="3508"/>
                      <a:pt x="2439" y="3487"/>
                      <a:pt x="2439" y="3465"/>
                    </a:cubicBezTo>
                    <a:cubicBezTo>
                      <a:pt x="2354" y="3465"/>
                      <a:pt x="2269" y="3465"/>
                      <a:pt x="2182" y="3465"/>
                    </a:cubicBezTo>
                    <a:cubicBezTo>
                      <a:pt x="2182" y="3444"/>
                      <a:pt x="2182" y="3423"/>
                      <a:pt x="2182" y="3401"/>
                    </a:cubicBezTo>
                    <a:cubicBezTo>
                      <a:pt x="2118" y="3401"/>
                      <a:pt x="2055" y="3401"/>
                      <a:pt x="1989" y="3401"/>
                    </a:cubicBezTo>
                    <a:cubicBezTo>
                      <a:pt x="1989" y="3380"/>
                      <a:pt x="1989" y="3359"/>
                      <a:pt x="1989" y="3337"/>
                    </a:cubicBezTo>
                    <a:cubicBezTo>
                      <a:pt x="1905" y="3337"/>
                      <a:pt x="1820" y="3337"/>
                      <a:pt x="1733" y="3337"/>
                    </a:cubicBezTo>
                    <a:cubicBezTo>
                      <a:pt x="1733" y="3316"/>
                      <a:pt x="1733" y="3295"/>
                      <a:pt x="1733" y="3273"/>
                    </a:cubicBezTo>
                    <a:cubicBezTo>
                      <a:pt x="1669" y="3273"/>
                      <a:pt x="1606" y="3273"/>
                      <a:pt x="1540" y="3273"/>
                    </a:cubicBezTo>
                    <a:cubicBezTo>
                      <a:pt x="1540" y="3252"/>
                      <a:pt x="1540" y="3231"/>
                      <a:pt x="1540" y="3209"/>
                    </a:cubicBezTo>
                    <a:cubicBezTo>
                      <a:pt x="1477" y="3209"/>
                      <a:pt x="1413" y="3209"/>
                      <a:pt x="1348" y="3209"/>
                    </a:cubicBezTo>
                    <a:cubicBezTo>
                      <a:pt x="1348" y="3188"/>
                      <a:pt x="1348" y="3166"/>
                      <a:pt x="1348" y="3145"/>
                    </a:cubicBezTo>
                    <a:cubicBezTo>
                      <a:pt x="1305" y="3145"/>
                      <a:pt x="1263" y="3145"/>
                      <a:pt x="1219" y="3145"/>
                    </a:cubicBezTo>
                    <a:cubicBezTo>
                      <a:pt x="1219" y="3123"/>
                      <a:pt x="1219" y="3102"/>
                      <a:pt x="1219" y="3080"/>
                    </a:cubicBezTo>
                    <a:cubicBezTo>
                      <a:pt x="1177" y="3080"/>
                      <a:pt x="1135" y="3080"/>
                      <a:pt x="1091" y="3080"/>
                    </a:cubicBezTo>
                    <a:cubicBezTo>
                      <a:pt x="1091" y="3059"/>
                      <a:pt x="1091" y="3038"/>
                      <a:pt x="1091" y="3016"/>
                    </a:cubicBezTo>
                    <a:cubicBezTo>
                      <a:pt x="1049" y="3016"/>
                      <a:pt x="1006" y="3016"/>
                      <a:pt x="963" y="3016"/>
                    </a:cubicBezTo>
                    <a:cubicBezTo>
                      <a:pt x="963" y="2995"/>
                      <a:pt x="963" y="2974"/>
                      <a:pt x="963" y="2952"/>
                    </a:cubicBezTo>
                    <a:cubicBezTo>
                      <a:pt x="920" y="2952"/>
                      <a:pt x="878" y="2952"/>
                      <a:pt x="834" y="2952"/>
                    </a:cubicBezTo>
                    <a:cubicBezTo>
                      <a:pt x="834" y="2931"/>
                      <a:pt x="834" y="2910"/>
                      <a:pt x="834" y="2888"/>
                    </a:cubicBezTo>
                    <a:cubicBezTo>
                      <a:pt x="792" y="2888"/>
                      <a:pt x="750" y="2888"/>
                      <a:pt x="706" y="2888"/>
                    </a:cubicBezTo>
                    <a:cubicBezTo>
                      <a:pt x="706" y="2867"/>
                      <a:pt x="706" y="2845"/>
                      <a:pt x="706" y="2824"/>
                    </a:cubicBezTo>
                    <a:cubicBezTo>
                      <a:pt x="664" y="2824"/>
                      <a:pt x="621" y="2824"/>
                      <a:pt x="578" y="2824"/>
                    </a:cubicBezTo>
                    <a:cubicBezTo>
                      <a:pt x="578" y="2802"/>
                      <a:pt x="578" y="2781"/>
                      <a:pt x="578" y="2759"/>
                    </a:cubicBezTo>
                    <a:cubicBezTo>
                      <a:pt x="556" y="2759"/>
                      <a:pt x="535" y="2759"/>
                      <a:pt x="513" y="2759"/>
                    </a:cubicBezTo>
                    <a:cubicBezTo>
                      <a:pt x="513" y="2738"/>
                      <a:pt x="513" y="2717"/>
                      <a:pt x="513" y="2695"/>
                    </a:cubicBezTo>
                    <a:cubicBezTo>
                      <a:pt x="450" y="2695"/>
                      <a:pt x="386" y="2695"/>
                      <a:pt x="321" y="2695"/>
                    </a:cubicBezTo>
                    <a:close/>
                    <a:moveTo>
                      <a:pt x="385" y="5840"/>
                    </a:moveTo>
                    <a:cubicBezTo>
                      <a:pt x="385" y="5861"/>
                      <a:pt x="385" y="5882"/>
                      <a:pt x="385" y="5904"/>
                    </a:cubicBezTo>
                    <a:cubicBezTo>
                      <a:pt x="364" y="5904"/>
                      <a:pt x="343" y="5904"/>
                      <a:pt x="321" y="5904"/>
                    </a:cubicBezTo>
                    <a:cubicBezTo>
                      <a:pt x="321" y="6730"/>
                      <a:pt x="321" y="7556"/>
                      <a:pt x="321" y="8407"/>
                    </a:cubicBezTo>
                    <a:cubicBezTo>
                      <a:pt x="342" y="8407"/>
                      <a:pt x="363" y="8407"/>
                      <a:pt x="385" y="8407"/>
                    </a:cubicBezTo>
                    <a:cubicBezTo>
                      <a:pt x="385" y="8470"/>
                      <a:pt x="385" y="8534"/>
                      <a:pt x="385" y="8599"/>
                    </a:cubicBezTo>
                    <a:cubicBezTo>
                      <a:pt x="406" y="8599"/>
                      <a:pt x="427" y="8599"/>
                      <a:pt x="449" y="8599"/>
                    </a:cubicBezTo>
                    <a:cubicBezTo>
                      <a:pt x="449" y="8621"/>
                      <a:pt x="449" y="8642"/>
                      <a:pt x="449" y="8664"/>
                    </a:cubicBezTo>
                    <a:cubicBezTo>
                      <a:pt x="470" y="8664"/>
                      <a:pt x="492" y="8664"/>
                      <a:pt x="513" y="8664"/>
                    </a:cubicBezTo>
                    <a:cubicBezTo>
                      <a:pt x="513" y="8706"/>
                      <a:pt x="513" y="8748"/>
                      <a:pt x="513" y="8792"/>
                    </a:cubicBezTo>
                    <a:cubicBezTo>
                      <a:pt x="535" y="8792"/>
                      <a:pt x="556" y="8792"/>
                      <a:pt x="578" y="8792"/>
                    </a:cubicBezTo>
                    <a:cubicBezTo>
                      <a:pt x="578" y="8813"/>
                      <a:pt x="578" y="8834"/>
                      <a:pt x="578" y="8856"/>
                    </a:cubicBezTo>
                    <a:cubicBezTo>
                      <a:pt x="599" y="8856"/>
                      <a:pt x="620" y="8856"/>
                      <a:pt x="642" y="8856"/>
                    </a:cubicBezTo>
                    <a:cubicBezTo>
                      <a:pt x="642" y="8877"/>
                      <a:pt x="642" y="8898"/>
                      <a:pt x="642" y="8920"/>
                    </a:cubicBezTo>
                    <a:cubicBezTo>
                      <a:pt x="684" y="8920"/>
                      <a:pt x="726" y="8920"/>
                      <a:pt x="770" y="8920"/>
                    </a:cubicBezTo>
                    <a:cubicBezTo>
                      <a:pt x="770" y="8941"/>
                      <a:pt x="770" y="8963"/>
                      <a:pt x="770" y="8984"/>
                    </a:cubicBezTo>
                    <a:cubicBezTo>
                      <a:pt x="791" y="8984"/>
                      <a:pt x="812" y="8984"/>
                      <a:pt x="834" y="8984"/>
                    </a:cubicBezTo>
                    <a:cubicBezTo>
                      <a:pt x="834" y="9006"/>
                      <a:pt x="834" y="9027"/>
                      <a:pt x="834" y="9049"/>
                    </a:cubicBezTo>
                    <a:cubicBezTo>
                      <a:pt x="877" y="9049"/>
                      <a:pt x="919" y="9049"/>
                      <a:pt x="963" y="9049"/>
                    </a:cubicBezTo>
                    <a:cubicBezTo>
                      <a:pt x="963" y="9070"/>
                      <a:pt x="963" y="9091"/>
                      <a:pt x="963" y="9113"/>
                    </a:cubicBezTo>
                    <a:cubicBezTo>
                      <a:pt x="984" y="9113"/>
                      <a:pt x="1005" y="9113"/>
                      <a:pt x="1027" y="9113"/>
                    </a:cubicBezTo>
                    <a:cubicBezTo>
                      <a:pt x="1027" y="9134"/>
                      <a:pt x="1027" y="9155"/>
                      <a:pt x="1027" y="9177"/>
                    </a:cubicBezTo>
                    <a:cubicBezTo>
                      <a:pt x="1069" y="9177"/>
                      <a:pt x="1111" y="9177"/>
                      <a:pt x="1155" y="9177"/>
                    </a:cubicBezTo>
                    <a:cubicBezTo>
                      <a:pt x="1155" y="9198"/>
                      <a:pt x="1155" y="9219"/>
                      <a:pt x="1155" y="9241"/>
                    </a:cubicBezTo>
                    <a:cubicBezTo>
                      <a:pt x="1197" y="9241"/>
                      <a:pt x="1240" y="9241"/>
                      <a:pt x="1283" y="9241"/>
                    </a:cubicBezTo>
                    <a:cubicBezTo>
                      <a:pt x="1283" y="9262"/>
                      <a:pt x="1283" y="9283"/>
                      <a:pt x="1283" y="9305"/>
                    </a:cubicBezTo>
                    <a:cubicBezTo>
                      <a:pt x="1326" y="9305"/>
                      <a:pt x="1368" y="9305"/>
                      <a:pt x="1412" y="9305"/>
                    </a:cubicBezTo>
                    <a:cubicBezTo>
                      <a:pt x="1412" y="9326"/>
                      <a:pt x="1412" y="9348"/>
                      <a:pt x="1412" y="9369"/>
                    </a:cubicBezTo>
                    <a:cubicBezTo>
                      <a:pt x="1475" y="9369"/>
                      <a:pt x="1539" y="9369"/>
                      <a:pt x="1604" y="9369"/>
                    </a:cubicBezTo>
                    <a:cubicBezTo>
                      <a:pt x="1604" y="9391"/>
                      <a:pt x="1604" y="9412"/>
                      <a:pt x="1604" y="9434"/>
                    </a:cubicBezTo>
                    <a:cubicBezTo>
                      <a:pt x="1668" y="9434"/>
                      <a:pt x="1731" y="9434"/>
                      <a:pt x="1797" y="9434"/>
                    </a:cubicBezTo>
                    <a:cubicBezTo>
                      <a:pt x="1797" y="9455"/>
                      <a:pt x="1797" y="9476"/>
                      <a:pt x="1797" y="9498"/>
                    </a:cubicBezTo>
                    <a:cubicBezTo>
                      <a:pt x="1860" y="9498"/>
                      <a:pt x="1924" y="9498"/>
                      <a:pt x="1989" y="9498"/>
                    </a:cubicBezTo>
                    <a:cubicBezTo>
                      <a:pt x="1989" y="9519"/>
                      <a:pt x="1989" y="9540"/>
                      <a:pt x="1989" y="9562"/>
                    </a:cubicBezTo>
                    <a:cubicBezTo>
                      <a:pt x="2053" y="9562"/>
                      <a:pt x="2116" y="9562"/>
                      <a:pt x="2182" y="9562"/>
                    </a:cubicBezTo>
                    <a:cubicBezTo>
                      <a:pt x="2182" y="9583"/>
                      <a:pt x="2182" y="9604"/>
                      <a:pt x="2182" y="9626"/>
                    </a:cubicBezTo>
                    <a:cubicBezTo>
                      <a:pt x="2267" y="9626"/>
                      <a:pt x="2351" y="9626"/>
                      <a:pt x="2439" y="9626"/>
                    </a:cubicBezTo>
                    <a:cubicBezTo>
                      <a:pt x="2439" y="9647"/>
                      <a:pt x="2439" y="9668"/>
                      <a:pt x="2439" y="9690"/>
                    </a:cubicBezTo>
                    <a:cubicBezTo>
                      <a:pt x="2545" y="9690"/>
                      <a:pt x="2650" y="9690"/>
                      <a:pt x="2759" y="9690"/>
                    </a:cubicBezTo>
                    <a:cubicBezTo>
                      <a:pt x="2759" y="9711"/>
                      <a:pt x="2759" y="9733"/>
                      <a:pt x="2759" y="9754"/>
                    </a:cubicBezTo>
                    <a:cubicBezTo>
                      <a:pt x="2844" y="9754"/>
                      <a:pt x="2929" y="9754"/>
                      <a:pt x="3016" y="9754"/>
                    </a:cubicBezTo>
                    <a:cubicBezTo>
                      <a:pt x="3016" y="9776"/>
                      <a:pt x="3016" y="9797"/>
                      <a:pt x="3016" y="9819"/>
                    </a:cubicBezTo>
                    <a:cubicBezTo>
                      <a:pt x="3143" y="9819"/>
                      <a:pt x="3270" y="9819"/>
                      <a:pt x="3401" y="9819"/>
                    </a:cubicBezTo>
                    <a:cubicBezTo>
                      <a:pt x="3401" y="9840"/>
                      <a:pt x="3401" y="9861"/>
                      <a:pt x="3401" y="9883"/>
                    </a:cubicBezTo>
                    <a:cubicBezTo>
                      <a:pt x="3571" y="9883"/>
                      <a:pt x="3740" y="9883"/>
                      <a:pt x="3915" y="9883"/>
                    </a:cubicBezTo>
                    <a:cubicBezTo>
                      <a:pt x="3915" y="9904"/>
                      <a:pt x="3915" y="9925"/>
                      <a:pt x="3915" y="9947"/>
                    </a:cubicBezTo>
                    <a:cubicBezTo>
                      <a:pt x="4126" y="9947"/>
                      <a:pt x="4338" y="9947"/>
                      <a:pt x="4556" y="9947"/>
                    </a:cubicBezTo>
                    <a:cubicBezTo>
                      <a:pt x="4556" y="9968"/>
                      <a:pt x="4556" y="9989"/>
                      <a:pt x="4556" y="10011"/>
                    </a:cubicBezTo>
                    <a:cubicBezTo>
                      <a:pt x="5361" y="10011"/>
                      <a:pt x="6166" y="10011"/>
                      <a:pt x="6995" y="10011"/>
                    </a:cubicBezTo>
                    <a:cubicBezTo>
                      <a:pt x="6995" y="9990"/>
                      <a:pt x="6995" y="9969"/>
                      <a:pt x="6995" y="9947"/>
                    </a:cubicBezTo>
                    <a:cubicBezTo>
                      <a:pt x="7228" y="9947"/>
                      <a:pt x="7461" y="9947"/>
                      <a:pt x="7701" y="9947"/>
                    </a:cubicBezTo>
                    <a:cubicBezTo>
                      <a:pt x="7701" y="9926"/>
                      <a:pt x="7701" y="9905"/>
                      <a:pt x="7701" y="9883"/>
                    </a:cubicBezTo>
                    <a:cubicBezTo>
                      <a:pt x="7849" y="9883"/>
                      <a:pt x="7997" y="9883"/>
                      <a:pt x="8150" y="9883"/>
                    </a:cubicBezTo>
                    <a:cubicBezTo>
                      <a:pt x="8150" y="9862"/>
                      <a:pt x="8150" y="9840"/>
                      <a:pt x="8150" y="9819"/>
                    </a:cubicBezTo>
                    <a:cubicBezTo>
                      <a:pt x="8277" y="9819"/>
                      <a:pt x="8404" y="9819"/>
                      <a:pt x="8535" y="9819"/>
                    </a:cubicBezTo>
                    <a:cubicBezTo>
                      <a:pt x="8535" y="9797"/>
                      <a:pt x="8535" y="9776"/>
                      <a:pt x="8535" y="9754"/>
                    </a:cubicBezTo>
                    <a:cubicBezTo>
                      <a:pt x="8641" y="9754"/>
                      <a:pt x="8747" y="9754"/>
                      <a:pt x="8856" y="9754"/>
                    </a:cubicBezTo>
                    <a:cubicBezTo>
                      <a:pt x="8856" y="9733"/>
                      <a:pt x="8856" y="9712"/>
                      <a:pt x="8856" y="9690"/>
                    </a:cubicBezTo>
                    <a:cubicBezTo>
                      <a:pt x="8941" y="9690"/>
                      <a:pt x="9025" y="9690"/>
                      <a:pt x="9113" y="9690"/>
                    </a:cubicBezTo>
                    <a:cubicBezTo>
                      <a:pt x="9113" y="9669"/>
                      <a:pt x="9113" y="9648"/>
                      <a:pt x="9113" y="9626"/>
                    </a:cubicBezTo>
                    <a:cubicBezTo>
                      <a:pt x="9197" y="9626"/>
                      <a:pt x="9282" y="9626"/>
                      <a:pt x="9369" y="9626"/>
                    </a:cubicBezTo>
                    <a:cubicBezTo>
                      <a:pt x="9369" y="9605"/>
                      <a:pt x="9369" y="9584"/>
                      <a:pt x="9369" y="9562"/>
                    </a:cubicBezTo>
                    <a:cubicBezTo>
                      <a:pt x="9433" y="9562"/>
                      <a:pt x="9496" y="9562"/>
                      <a:pt x="9562" y="9562"/>
                    </a:cubicBezTo>
                    <a:cubicBezTo>
                      <a:pt x="9562" y="9541"/>
                      <a:pt x="9562" y="9520"/>
                      <a:pt x="9562" y="9498"/>
                    </a:cubicBezTo>
                    <a:cubicBezTo>
                      <a:pt x="9625" y="9498"/>
                      <a:pt x="9689" y="9498"/>
                      <a:pt x="9754" y="9498"/>
                    </a:cubicBezTo>
                    <a:cubicBezTo>
                      <a:pt x="9754" y="9477"/>
                      <a:pt x="9754" y="9455"/>
                      <a:pt x="9754" y="9434"/>
                    </a:cubicBezTo>
                    <a:cubicBezTo>
                      <a:pt x="9818" y="9434"/>
                      <a:pt x="9882" y="9434"/>
                      <a:pt x="9947" y="9434"/>
                    </a:cubicBezTo>
                    <a:cubicBezTo>
                      <a:pt x="9947" y="9412"/>
                      <a:pt x="9947" y="9391"/>
                      <a:pt x="9947" y="9369"/>
                    </a:cubicBezTo>
                    <a:cubicBezTo>
                      <a:pt x="9989" y="9369"/>
                      <a:pt x="10032" y="9369"/>
                      <a:pt x="10075" y="9369"/>
                    </a:cubicBezTo>
                    <a:cubicBezTo>
                      <a:pt x="10075" y="9348"/>
                      <a:pt x="10075" y="9327"/>
                      <a:pt x="10075" y="9305"/>
                    </a:cubicBezTo>
                    <a:cubicBezTo>
                      <a:pt x="10139" y="9305"/>
                      <a:pt x="10202" y="9305"/>
                      <a:pt x="10268" y="9305"/>
                    </a:cubicBezTo>
                    <a:cubicBezTo>
                      <a:pt x="10268" y="9284"/>
                      <a:pt x="10268" y="9263"/>
                      <a:pt x="10268" y="9241"/>
                    </a:cubicBezTo>
                    <a:cubicBezTo>
                      <a:pt x="10310" y="9241"/>
                      <a:pt x="10353" y="9241"/>
                      <a:pt x="10396" y="9241"/>
                    </a:cubicBezTo>
                    <a:cubicBezTo>
                      <a:pt x="10396" y="9220"/>
                      <a:pt x="10396" y="9199"/>
                      <a:pt x="10396" y="9177"/>
                    </a:cubicBezTo>
                    <a:cubicBezTo>
                      <a:pt x="10439" y="9177"/>
                      <a:pt x="10481" y="9177"/>
                      <a:pt x="10525" y="9177"/>
                    </a:cubicBezTo>
                    <a:cubicBezTo>
                      <a:pt x="10525" y="9156"/>
                      <a:pt x="10525" y="9135"/>
                      <a:pt x="10525" y="9113"/>
                    </a:cubicBezTo>
                    <a:cubicBezTo>
                      <a:pt x="10546" y="9113"/>
                      <a:pt x="10567" y="9113"/>
                      <a:pt x="10589" y="9113"/>
                    </a:cubicBezTo>
                    <a:cubicBezTo>
                      <a:pt x="10589" y="9092"/>
                      <a:pt x="10589" y="9070"/>
                      <a:pt x="10589" y="9049"/>
                    </a:cubicBezTo>
                    <a:cubicBezTo>
                      <a:pt x="10631" y="9049"/>
                      <a:pt x="10673" y="9049"/>
                      <a:pt x="10717" y="9049"/>
                    </a:cubicBezTo>
                    <a:cubicBezTo>
                      <a:pt x="10717" y="9027"/>
                      <a:pt x="10717" y="9006"/>
                      <a:pt x="10717" y="8984"/>
                    </a:cubicBezTo>
                    <a:cubicBezTo>
                      <a:pt x="10738" y="8984"/>
                      <a:pt x="10759" y="8984"/>
                      <a:pt x="10781" y="8984"/>
                    </a:cubicBezTo>
                    <a:cubicBezTo>
                      <a:pt x="10781" y="8963"/>
                      <a:pt x="10781" y="8942"/>
                      <a:pt x="10781" y="8920"/>
                    </a:cubicBezTo>
                    <a:cubicBezTo>
                      <a:pt x="10802" y="8920"/>
                      <a:pt x="10824" y="8920"/>
                      <a:pt x="10845" y="8920"/>
                    </a:cubicBezTo>
                    <a:cubicBezTo>
                      <a:pt x="10845" y="8899"/>
                      <a:pt x="10845" y="8878"/>
                      <a:pt x="10845" y="8856"/>
                    </a:cubicBezTo>
                    <a:cubicBezTo>
                      <a:pt x="10867" y="8856"/>
                      <a:pt x="10888" y="8856"/>
                      <a:pt x="10910" y="8856"/>
                    </a:cubicBezTo>
                    <a:cubicBezTo>
                      <a:pt x="10910" y="8835"/>
                      <a:pt x="10910" y="8814"/>
                      <a:pt x="10910" y="8792"/>
                    </a:cubicBezTo>
                    <a:cubicBezTo>
                      <a:pt x="10931" y="8792"/>
                      <a:pt x="10952" y="8792"/>
                      <a:pt x="10974" y="8792"/>
                    </a:cubicBezTo>
                    <a:cubicBezTo>
                      <a:pt x="10974" y="8771"/>
                      <a:pt x="10974" y="8749"/>
                      <a:pt x="10974" y="8728"/>
                    </a:cubicBezTo>
                    <a:cubicBezTo>
                      <a:pt x="10995" y="8728"/>
                      <a:pt x="11016" y="8728"/>
                      <a:pt x="11038" y="8728"/>
                    </a:cubicBezTo>
                    <a:cubicBezTo>
                      <a:pt x="11038" y="8707"/>
                      <a:pt x="11038" y="8685"/>
                      <a:pt x="11038" y="8664"/>
                    </a:cubicBezTo>
                    <a:cubicBezTo>
                      <a:pt x="11059" y="8664"/>
                      <a:pt x="11080" y="8664"/>
                      <a:pt x="11102" y="8664"/>
                    </a:cubicBezTo>
                    <a:cubicBezTo>
                      <a:pt x="11102" y="8621"/>
                      <a:pt x="11102" y="8579"/>
                      <a:pt x="11102" y="8535"/>
                    </a:cubicBezTo>
                    <a:cubicBezTo>
                      <a:pt x="11123" y="8535"/>
                      <a:pt x="11144" y="8535"/>
                      <a:pt x="11166" y="8535"/>
                    </a:cubicBezTo>
                    <a:cubicBezTo>
                      <a:pt x="11166" y="7667"/>
                      <a:pt x="11166" y="6799"/>
                      <a:pt x="11166" y="5904"/>
                    </a:cubicBezTo>
                    <a:cubicBezTo>
                      <a:pt x="11124" y="5904"/>
                      <a:pt x="11082" y="5904"/>
                      <a:pt x="11038" y="5904"/>
                    </a:cubicBezTo>
                    <a:cubicBezTo>
                      <a:pt x="11038" y="5925"/>
                      <a:pt x="11038" y="5946"/>
                      <a:pt x="11038" y="5968"/>
                    </a:cubicBezTo>
                    <a:cubicBezTo>
                      <a:pt x="10996" y="5968"/>
                      <a:pt x="10953" y="5968"/>
                      <a:pt x="10910" y="5968"/>
                    </a:cubicBezTo>
                    <a:cubicBezTo>
                      <a:pt x="10910" y="5989"/>
                      <a:pt x="10910" y="6011"/>
                      <a:pt x="10910" y="6032"/>
                    </a:cubicBezTo>
                    <a:cubicBezTo>
                      <a:pt x="10867" y="6032"/>
                      <a:pt x="10825" y="6032"/>
                      <a:pt x="10781" y="6032"/>
                    </a:cubicBezTo>
                    <a:cubicBezTo>
                      <a:pt x="10781" y="6054"/>
                      <a:pt x="10781" y="6075"/>
                      <a:pt x="10781" y="6097"/>
                    </a:cubicBezTo>
                    <a:cubicBezTo>
                      <a:pt x="10760" y="6097"/>
                      <a:pt x="10739" y="6097"/>
                      <a:pt x="10717" y="6097"/>
                    </a:cubicBezTo>
                    <a:cubicBezTo>
                      <a:pt x="10717" y="6118"/>
                      <a:pt x="10717" y="6139"/>
                      <a:pt x="10717" y="6161"/>
                    </a:cubicBezTo>
                    <a:cubicBezTo>
                      <a:pt x="10675" y="6161"/>
                      <a:pt x="10632" y="6161"/>
                      <a:pt x="10589" y="6161"/>
                    </a:cubicBezTo>
                    <a:cubicBezTo>
                      <a:pt x="10589" y="6182"/>
                      <a:pt x="10589" y="6203"/>
                      <a:pt x="10589" y="6225"/>
                    </a:cubicBezTo>
                    <a:cubicBezTo>
                      <a:pt x="10546" y="6225"/>
                      <a:pt x="10504" y="6225"/>
                      <a:pt x="10460" y="6225"/>
                    </a:cubicBezTo>
                    <a:cubicBezTo>
                      <a:pt x="10460" y="6246"/>
                      <a:pt x="10460" y="6267"/>
                      <a:pt x="10460" y="6289"/>
                    </a:cubicBezTo>
                    <a:cubicBezTo>
                      <a:pt x="10418" y="6289"/>
                      <a:pt x="10376" y="6289"/>
                      <a:pt x="10332" y="6289"/>
                    </a:cubicBezTo>
                    <a:cubicBezTo>
                      <a:pt x="10332" y="6310"/>
                      <a:pt x="10332" y="6331"/>
                      <a:pt x="10332" y="6353"/>
                    </a:cubicBezTo>
                    <a:cubicBezTo>
                      <a:pt x="10290" y="6353"/>
                      <a:pt x="10247" y="6353"/>
                      <a:pt x="10204" y="6353"/>
                    </a:cubicBezTo>
                    <a:cubicBezTo>
                      <a:pt x="10204" y="6374"/>
                      <a:pt x="10204" y="6396"/>
                      <a:pt x="10204" y="6417"/>
                    </a:cubicBezTo>
                    <a:cubicBezTo>
                      <a:pt x="10140" y="6417"/>
                      <a:pt x="10077" y="6417"/>
                      <a:pt x="10011" y="6417"/>
                    </a:cubicBezTo>
                    <a:cubicBezTo>
                      <a:pt x="10011" y="6439"/>
                      <a:pt x="10011" y="6460"/>
                      <a:pt x="10011" y="6482"/>
                    </a:cubicBezTo>
                    <a:cubicBezTo>
                      <a:pt x="9948" y="6482"/>
                      <a:pt x="9884" y="6482"/>
                      <a:pt x="9819" y="6482"/>
                    </a:cubicBezTo>
                    <a:cubicBezTo>
                      <a:pt x="9819" y="6503"/>
                      <a:pt x="9819" y="6524"/>
                      <a:pt x="9819" y="6546"/>
                    </a:cubicBezTo>
                    <a:cubicBezTo>
                      <a:pt x="9755" y="6546"/>
                      <a:pt x="9692" y="6546"/>
                      <a:pt x="9626" y="6546"/>
                    </a:cubicBezTo>
                    <a:cubicBezTo>
                      <a:pt x="9626" y="6567"/>
                      <a:pt x="9626" y="6588"/>
                      <a:pt x="9626" y="6610"/>
                    </a:cubicBezTo>
                    <a:cubicBezTo>
                      <a:pt x="9563" y="6610"/>
                      <a:pt x="9499" y="6610"/>
                      <a:pt x="9434" y="6610"/>
                    </a:cubicBezTo>
                    <a:cubicBezTo>
                      <a:pt x="9434" y="6631"/>
                      <a:pt x="9434" y="6652"/>
                      <a:pt x="9434" y="6674"/>
                    </a:cubicBezTo>
                    <a:cubicBezTo>
                      <a:pt x="9349" y="6674"/>
                      <a:pt x="9264" y="6674"/>
                      <a:pt x="9177" y="6674"/>
                    </a:cubicBezTo>
                    <a:cubicBezTo>
                      <a:pt x="9177" y="6695"/>
                      <a:pt x="9177" y="6716"/>
                      <a:pt x="9177" y="6738"/>
                    </a:cubicBezTo>
                    <a:cubicBezTo>
                      <a:pt x="9092" y="6738"/>
                      <a:pt x="9007" y="6738"/>
                      <a:pt x="8920" y="6738"/>
                    </a:cubicBezTo>
                    <a:cubicBezTo>
                      <a:pt x="8920" y="6759"/>
                      <a:pt x="8920" y="6781"/>
                      <a:pt x="8920" y="6802"/>
                    </a:cubicBezTo>
                    <a:cubicBezTo>
                      <a:pt x="8814" y="6802"/>
                      <a:pt x="8708" y="6802"/>
                      <a:pt x="8599" y="6802"/>
                    </a:cubicBezTo>
                    <a:cubicBezTo>
                      <a:pt x="8599" y="6824"/>
                      <a:pt x="8599" y="6845"/>
                      <a:pt x="8599" y="6867"/>
                    </a:cubicBezTo>
                    <a:cubicBezTo>
                      <a:pt x="8493" y="6867"/>
                      <a:pt x="8388" y="6867"/>
                      <a:pt x="8278" y="6867"/>
                    </a:cubicBezTo>
                    <a:cubicBezTo>
                      <a:pt x="8278" y="6888"/>
                      <a:pt x="8278" y="6909"/>
                      <a:pt x="8278" y="6931"/>
                    </a:cubicBezTo>
                    <a:cubicBezTo>
                      <a:pt x="8130" y="6931"/>
                      <a:pt x="7982" y="6931"/>
                      <a:pt x="7829" y="6931"/>
                    </a:cubicBezTo>
                    <a:cubicBezTo>
                      <a:pt x="7829" y="6952"/>
                      <a:pt x="7829" y="6973"/>
                      <a:pt x="7829" y="6995"/>
                    </a:cubicBezTo>
                    <a:cubicBezTo>
                      <a:pt x="7617" y="6995"/>
                      <a:pt x="7406" y="6995"/>
                      <a:pt x="7188" y="6995"/>
                    </a:cubicBezTo>
                    <a:cubicBezTo>
                      <a:pt x="7188" y="7016"/>
                      <a:pt x="7188" y="7037"/>
                      <a:pt x="7188" y="7059"/>
                    </a:cubicBezTo>
                    <a:cubicBezTo>
                      <a:pt x="6256" y="7059"/>
                      <a:pt x="5324" y="7059"/>
                      <a:pt x="4364" y="7059"/>
                    </a:cubicBezTo>
                    <a:cubicBezTo>
                      <a:pt x="4364" y="7038"/>
                      <a:pt x="4364" y="7017"/>
                      <a:pt x="4364" y="6995"/>
                    </a:cubicBezTo>
                    <a:cubicBezTo>
                      <a:pt x="4152" y="6995"/>
                      <a:pt x="3940" y="6995"/>
                      <a:pt x="3722" y="6995"/>
                    </a:cubicBezTo>
                    <a:cubicBezTo>
                      <a:pt x="3722" y="6974"/>
                      <a:pt x="3722" y="6953"/>
                      <a:pt x="3722" y="6931"/>
                    </a:cubicBezTo>
                    <a:cubicBezTo>
                      <a:pt x="3574" y="6931"/>
                      <a:pt x="3426" y="6931"/>
                      <a:pt x="3273" y="6931"/>
                    </a:cubicBezTo>
                    <a:cubicBezTo>
                      <a:pt x="3273" y="6910"/>
                      <a:pt x="3273" y="6888"/>
                      <a:pt x="3273" y="6867"/>
                    </a:cubicBezTo>
                    <a:cubicBezTo>
                      <a:pt x="3167" y="6867"/>
                      <a:pt x="3061" y="6867"/>
                      <a:pt x="2952" y="6867"/>
                    </a:cubicBezTo>
                    <a:cubicBezTo>
                      <a:pt x="2952" y="6845"/>
                      <a:pt x="2952" y="6824"/>
                      <a:pt x="2952" y="6802"/>
                    </a:cubicBezTo>
                    <a:cubicBezTo>
                      <a:pt x="2846" y="6802"/>
                      <a:pt x="2740" y="6802"/>
                      <a:pt x="2631" y="6802"/>
                    </a:cubicBezTo>
                    <a:cubicBezTo>
                      <a:pt x="2631" y="6781"/>
                      <a:pt x="2631" y="6760"/>
                      <a:pt x="2631" y="6738"/>
                    </a:cubicBezTo>
                    <a:cubicBezTo>
                      <a:pt x="2546" y="6738"/>
                      <a:pt x="2462" y="6738"/>
                      <a:pt x="2374" y="6738"/>
                    </a:cubicBezTo>
                    <a:cubicBezTo>
                      <a:pt x="2374" y="6717"/>
                      <a:pt x="2374" y="6696"/>
                      <a:pt x="2374" y="6674"/>
                    </a:cubicBezTo>
                    <a:cubicBezTo>
                      <a:pt x="2290" y="6674"/>
                      <a:pt x="2205" y="6674"/>
                      <a:pt x="2118" y="6674"/>
                    </a:cubicBezTo>
                    <a:cubicBezTo>
                      <a:pt x="2118" y="6653"/>
                      <a:pt x="2118" y="6632"/>
                      <a:pt x="2118" y="6610"/>
                    </a:cubicBezTo>
                    <a:cubicBezTo>
                      <a:pt x="2033" y="6610"/>
                      <a:pt x="1948" y="6610"/>
                      <a:pt x="1861" y="6610"/>
                    </a:cubicBezTo>
                    <a:cubicBezTo>
                      <a:pt x="1861" y="6589"/>
                      <a:pt x="1861" y="6568"/>
                      <a:pt x="1861" y="6546"/>
                    </a:cubicBezTo>
                    <a:cubicBezTo>
                      <a:pt x="1798" y="6546"/>
                      <a:pt x="1734" y="6546"/>
                      <a:pt x="1669" y="6546"/>
                    </a:cubicBezTo>
                    <a:cubicBezTo>
                      <a:pt x="1669" y="6525"/>
                      <a:pt x="1669" y="6503"/>
                      <a:pt x="1669" y="6482"/>
                    </a:cubicBezTo>
                    <a:cubicBezTo>
                      <a:pt x="1605" y="6482"/>
                      <a:pt x="1541" y="6482"/>
                      <a:pt x="1476" y="6482"/>
                    </a:cubicBezTo>
                    <a:cubicBezTo>
                      <a:pt x="1476" y="6460"/>
                      <a:pt x="1476" y="6439"/>
                      <a:pt x="1476" y="6417"/>
                    </a:cubicBezTo>
                    <a:cubicBezTo>
                      <a:pt x="1434" y="6417"/>
                      <a:pt x="1391" y="6417"/>
                      <a:pt x="1348" y="6417"/>
                    </a:cubicBezTo>
                    <a:cubicBezTo>
                      <a:pt x="1348" y="6396"/>
                      <a:pt x="1348" y="6375"/>
                      <a:pt x="1348" y="6353"/>
                    </a:cubicBezTo>
                    <a:cubicBezTo>
                      <a:pt x="1284" y="6353"/>
                      <a:pt x="1221" y="6353"/>
                      <a:pt x="1155" y="6353"/>
                    </a:cubicBezTo>
                    <a:cubicBezTo>
                      <a:pt x="1155" y="6332"/>
                      <a:pt x="1155" y="6311"/>
                      <a:pt x="1155" y="6289"/>
                    </a:cubicBezTo>
                    <a:cubicBezTo>
                      <a:pt x="1113" y="6289"/>
                      <a:pt x="1070" y="6289"/>
                      <a:pt x="1027" y="6289"/>
                    </a:cubicBezTo>
                    <a:cubicBezTo>
                      <a:pt x="1027" y="6268"/>
                      <a:pt x="1027" y="6247"/>
                      <a:pt x="1027" y="6225"/>
                    </a:cubicBezTo>
                    <a:cubicBezTo>
                      <a:pt x="984" y="6225"/>
                      <a:pt x="942" y="6225"/>
                      <a:pt x="898" y="6225"/>
                    </a:cubicBezTo>
                    <a:cubicBezTo>
                      <a:pt x="898" y="6204"/>
                      <a:pt x="898" y="6183"/>
                      <a:pt x="898" y="6161"/>
                    </a:cubicBezTo>
                    <a:cubicBezTo>
                      <a:pt x="877" y="6161"/>
                      <a:pt x="856" y="6161"/>
                      <a:pt x="834" y="6161"/>
                    </a:cubicBezTo>
                    <a:cubicBezTo>
                      <a:pt x="834" y="6140"/>
                      <a:pt x="834" y="6118"/>
                      <a:pt x="834" y="6097"/>
                    </a:cubicBezTo>
                    <a:cubicBezTo>
                      <a:pt x="792" y="6097"/>
                      <a:pt x="750" y="6097"/>
                      <a:pt x="706" y="6097"/>
                    </a:cubicBezTo>
                    <a:cubicBezTo>
                      <a:pt x="706" y="6075"/>
                      <a:pt x="706" y="6054"/>
                      <a:pt x="706" y="6032"/>
                    </a:cubicBezTo>
                    <a:cubicBezTo>
                      <a:pt x="664" y="6032"/>
                      <a:pt x="621" y="6032"/>
                      <a:pt x="578" y="6032"/>
                    </a:cubicBezTo>
                    <a:cubicBezTo>
                      <a:pt x="578" y="6011"/>
                      <a:pt x="578" y="5990"/>
                      <a:pt x="578" y="5968"/>
                    </a:cubicBezTo>
                    <a:cubicBezTo>
                      <a:pt x="573" y="5969"/>
                      <a:pt x="573" y="5969"/>
                      <a:pt x="547" y="5972"/>
                    </a:cubicBezTo>
                    <a:cubicBezTo>
                      <a:pt x="536" y="5971"/>
                      <a:pt x="525" y="5970"/>
                      <a:pt x="513" y="5968"/>
                    </a:cubicBezTo>
                    <a:cubicBezTo>
                      <a:pt x="493" y="5936"/>
                      <a:pt x="481" y="5903"/>
                      <a:pt x="467" y="5868"/>
                    </a:cubicBezTo>
                    <a:cubicBezTo>
                      <a:pt x="461" y="5859"/>
                      <a:pt x="455" y="5849"/>
                      <a:pt x="449" y="5840"/>
                    </a:cubicBezTo>
                    <a:cubicBezTo>
                      <a:pt x="415" y="5836"/>
                      <a:pt x="415" y="5836"/>
                      <a:pt x="385" y="5840"/>
                    </a:cubicBezTo>
                    <a:close/>
                    <a:moveTo>
                      <a:pt x="321" y="9177"/>
                    </a:moveTo>
                    <a:cubicBezTo>
                      <a:pt x="321" y="9897"/>
                      <a:pt x="321" y="10617"/>
                      <a:pt x="321" y="11359"/>
                    </a:cubicBezTo>
                    <a:cubicBezTo>
                      <a:pt x="342" y="11359"/>
                      <a:pt x="363" y="11359"/>
                      <a:pt x="385" y="11359"/>
                    </a:cubicBezTo>
                    <a:cubicBezTo>
                      <a:pt x="385" y="11422"/>
                      <a:pt x="385" y="11486"/>
                      <a:pt x="385" y="11551"/>
                    </a:cubicBezTo>
                    <a:cubicBezTo>
                      <a:pt x="364" y="11551"/>
                      <a:pt x="343" y="11551"/>
                      <a:pt x="321" y="11551"/>
                    </a:cubicBezTo>
                    <a:cubicBezTo>
                      <a:pt x="321" y="11594"/>
                      <a:pt x="321" y="11636"/>
                      <a:pt x="321" y="11680"/>
                    </a:cubicBezTo>
                    <a:cubicBezTo>
                      <a:pt x="342" y="11680"/>
                      <a:pt x="363" y="11680"/>
                      <a:pt x="385" y="11680"/>
                    </a:cubicBezTo>
                    <a:cubicBezTo>
                      <a:pt x="385" y="11743"/>
                      <a:pt x="385" y="11807"/>
                      <a:pt x="385" y="11872"/>
                    </a:cubicBezTo>
                    <a:cubicBezTo>
                      <a:pt x="406" y="11872"/>
                      <a:pt x="427" y="11872"/>
                      <a:pt x="449" y="11872"/>
                    </a:cubicBezTo>
                    <a:cubicBezTo>
                      <a:pt x="449" y="11915"/>
                      <a:pt x="449" y="11957"/>
                      <a:pt x="449" y="12001"/>
                    </a:cubicBezTo>
                    <a:cubicBezTo>
                      <a:pt x="470" y="12001"/>
                      <a:pt x="492" y="12001"/>
                      <a:pt x="513" y="12001"/>
                    </a:cubicBezTo>
                    <a:cubicBezTo>
                      <a:pt x="513" y="12022"/>
                      <a:pt x="513" y="12043"/>
                      <a:pt x="513" y="12065"/>
                    </a:cubicBezTo>
                    <a:cubicBezTo>
                      <a:pt x="535" y="12065"/>
                      <a:pt x="556" y="12065"/>
                      <a:pt x="578" y="12065"/>
                    </a:cubicBezTo>
                    <a:cubicBezTo>
                      <a:pt x="578" y="12086"/>
                      <a:pt x="578" y="12107"/>
                      <a:pt x="578" y="12129"/>
                    </a:cubicBezTo>
                    <a:cubicBezTo>
                      <a:pt x="599" y="12129"/>
                      <a:pt x="620" y="12129"/>
                      <a:pt x="642" y="12129"/>
                    </a:cubicBezTo>
                    <a:cubicBezTo>
                      <a:pt x="642" y="12150"/>
                      <a:pt x="642" y="12171"/>
                      <a:pt x="642" y="12193"/>
                    </a:cubicBezTo>
                    <a:cubicBezTo>
                      <a:pt x="663" y="12193"/>
                      <a:pt x="684" y="12193"/>
                      <a:pt x="706" y="12193"/>
                    </a:cubicBezTo>
                    <a:cubicBezTo>
                      <a:pt x="706" y="12214"/>
                      <a:pt x="706" y="12235"/>
                      <a:pt x="706" y="12257"/>
                    </a:cubicBezTo>
                    <a:cubicBezTo>
                      <a:pt x="748" y="12257"/>
                      <a:pt x="791" y="12257"/>
                      <a:pt x="834" y="12257"/>
                    </a:cubicBezTo>
                    <a:cubicBezTo>
                      <a:pt x="834" y="12278"/>
                      <a:pt x="834" y="12300"/>
                      <a:pt x="834" y="12321"/>
                    </a:cubicBezTo>
                    <a:cubicBezTo>
                      <a:pt x="855" y="12321"/>
                      <a:pt x="877" y="12321"/>
                      <a:pt x="898" y="12321"/>
                    </a:cubicBezTo>
                    <a:cubicBezTo>
                      <a:pt x="898" y="12343"/>
                      <a:pt x="898" y="12364"/>
                      <a:pt x="898" y="12386"/>
                    </a:cubicBezTo>
                    <a:cubicBezTo>
                      <a:pt x="941" y="12386"/>
                      <a:pt x="983" y="12386"/>
                      <a:pt x="1027" y="12386"/>
                    </a:cubicBezTo>
                    <a:cubicBezTo>
                      <a:pt x="1027" y="12407"/>
                      <a:pt x="1027" y="12428"/>
                      <a:pt x="1027" y="12450"/>
                    </a:cubicBezTo>
                    <a:cubicBezTo>
                      <a:pt x="1069" y="12450"/>
                      <a:pt x="1111" y="12450"/>
                      <a:pt x="1155" y="12450"/>
                    </a:cubicBezTo>
                    <a:cubicBezTo>
                      <a:pt x="1155" y="12471"/>
                      <a:pt x="1155" y="12492"/>
                      <a:pt x="1155" y="12514"/>
                    </a:cubicBezTo>
                    <a:cubicBezTo>
                      <a:pt x="1197" y="12514"/>
                      <a:pt x="1240" y="12514"/>
                      <a:pt x="1283" y="12514"/>
                    </a:cubicBezTo>
                    <a:cubicBezTo>
                      <a:pt x="1283" y="12535"/>
                      <a:pt x="1283" y="12556"/>
                      <a:pt x="1283" y="12578"/>
                    </a:cubicBezTo>
                    <a:cubicBezTo>
                      <a:pt x="1326" y="12578"/>
                      <a:pt x="1368" y="12578"/>
                      <a:pt x="1412" y="12578"/>
                    </a:cubicBezTo>
                    <a:cubicBezTo>
                      <a:pt x="1412" y="12599"/>
                      <a:pt x="1412" y="12620"/>
                      <a:pt x="1412" y="12642"/>
                    </a:cubicBezTo>
                    <a:cubicBezTo>
                      <a:pt x="1475" y="12642"/>
                      <a:pt x="1539" y="12642"/>
                      <a:pt x="1604" y="12642"/>
                    </a:cubicBezTo>
                    <a:cubicBezTo>
                      <a:pt x="1604" y="12663"/>
                      <a:pt x="1604" y="12685"/>
                      <a:pt x="1604" y="12706"/>
                    </a:cubicBezTo>
                    <a:cubicBezTo>
                      <a:pt x="1647" y="12706"/>
                      <a:pt x="1689" y="12706"/>
                      <a:pt x="1733" y="12706"/>
                    </a:cubicBezTo>
                    <a:cubicBezTo>
                      <a:pt x="1733" y="12728"/>
                      <a:pt x="1733" y="12749"/>
                      <a:pt x="1733" y="12771"/>
                    </a:cubicBezTo>
                    <a:cubicBezTo>
                      <a:pt x="1796" y="12771"/>
                      <a:pt x="1860" y="12771"/>
                      <a:pt x="1925" y="12771"/>
                    </a:cubicBezTo>
                    <a:cubicBezTo>
                      <a:pt x="1925" y="12792"/>
                      <a:pt x="1925" y="12813"/>
                      <a:pt x="1925" y="12835"/>
                    </a:cubicBezTo>
                    <a:cubicBezTo>
                      <a:pt x="2010" y="12835"/>
                      <a:pt x="2095" y="12835"/>
                      <a:pt x="2182" y="12835"/>
                    </a:cubicBezTo>
                    <a:cubicBezTo>
                      <a:pt x="2182" y="12856"/>
                      <a:pt x="2182" y="12877"/>
                      <a:pt x="2182" y="12899"/>
                    </a:cubicBezTo>
                    <a:cubicBezTo>
                      <a:pt x="2267" y="12899"/>
                      <a:pt x="2351" y="12899"/>
                      <a:pt x="2439" y="12899"/>
                    </a:cubicBezTo>
                    <a:cubicBezTo>
                      <a:pt x="2439" y="12920"/>
                      <a:pt x="2439" y="12941"/>
                      <a:pt x="2439" y="12963"/>
                    </a:cubicBezTo>
                    <a:cubicBezTo>
                      <a:pt x="2523" y="12963"/>
                      <a:pt x="2608" y="12963"/>
                      <a:pt x="2695" y="12963"/>
                    </a:cubicBezTo>
                    <a:cubicBezTo>
                      <a:pt x="2695" y="12984"/>
                      <a:pt x="2695" y="13006"/>
                      <a:pt x="2695" y="13027"/>
                    </a:cubicBezTo>
                    <a:cubicBezTo>
                      <a:pt x="2801" y="13027"/>
                      <a:pt x="2907" y="13027"/>
                      <a:pt x="3016" y="13027"/>
                    </a:cubicBezTo>
                    <a:cubicBezTo>
                      <a:pt x="3016" y="13049"/>
                      <a:pt x="3016" y="13070"/>
                      <a:pt x="3016" y="13092"/>
                    </a:cubicBezTo>
                    <a:cubicBezTo>
                      <a:pt x="3143" y="13092"/>
                      <a:pt x="3270" y="13092"/>
                      <a:pt x="3401" y="13092"/>
                    </a:cubicBezTo>
                    <a:cubicBezTo>
                      <a:pt x="3401" y="13113"/>
                      <a:pt x="3401" y="13134"/>
                      <a:pt x="3401" y="13156"/>
                    </a:cubicBezTo>
                    <a:cubicBezTo>
                      <a:pt x="3549" y="13156"/>
                      <a:pt x="3698" y="13156"/>
                      <a:pt x="3850" y="13156"/>
                    </a:cubicBezTo>
                    <a:cubicBezTo>
                      <a:pt x="3850" y="13177"/>
                      <a:pt x="3850" y="13198"/>
                      <a:pt x="3850" y="13220"/>
                    </a:cubicBezTo>
                    <a:cubicBezTo>
                      <a:pt x="4083" y="13220"/>
                      <a:pt x="4316" y="13220"/>
                      <a:pt x="4556" y="13220"/>
                    </a:cubicBezTo>
                    <a:cubicBezTo>
                      <a:pt x="4556" y="13241"/>
                      <a:pt x="4556" y="13262"/>
                      <a:pt x="4556" y="13284"/>
                    </a:cubicBezTo>
                    <a:cubicBezTo>
                      <a:pt x="5382" y="13284"/>
                      <a:pt x="6208" y="13284"/>
                      <a:pt x="7059" y="13284"/>
                    </a:cubicBezTo>
                    <a:cubicBezTo>
                      <a:pt x="7059" y="13263"/>
                      <a:pt x="7059" y="13242"/>
                      <a:pt x="7059" y="13220"/>
                    </a:cubicBezTo>
                    <a:cubicBezTo>
                      <a:pt x="7271" y="13220"/>
                      <a:pt x="7483" y="13220"/>
                      <a:pt x="7701" y="13220"/>
                    </a:cubicBezTo>
                    <a:cubicBezTo>
                      <a:pt x="7701" y="13199"/>
                      <a:pt x="7701" y="13178"/>
                      <a:pt x="7701" y="13156"/>
                    </a:cubicBezTo>
                    <a:cubicBezTo>
                      <a:pt x="7870" y="13156"/>
                      <a:pt x="8040" y="13156"/>
                      <a:pt x="8214" y="13156"/>
                    </a:cubicBezTo>
                    <a:cubicBezTo>
                      <a:pt x="8214" y="13135"/>
                      <a:pt x="8214" y="13113"/>
                      <a:pt x="8214" y="13092"/>
                    </a:cubicBezTo>
                    <a:cubicBezTo>
                      <a:pt x="8320" y="13092"/>
                      <a:pt x="8426" y="13092"/>
                      <a:pt x="8535" y="13092"/>
                    </a:cubicBezTo>
                    <a:cubicBezTo>
                      <a:pt x="8535" y="13070"/>
                      <a:pt x="8535" y="13049"/>
                      <a:pt x="8535" y="13027"/>
                    </a:cubicBezTo>
                    <a:cubicBezTo>
                      <a:pt x="8641" y="13027"/>
                      <a:pt x="8747" y="13027"/>
                      <a:pt x="8856" y="13027"/>
                    </a:cubicBezTo>
                    <a:cubicBezTo>
                      <a:pt x="8856" y="13006"/>
                      <a:pt x="8856" y="12985"/>
                      <a:pt x="8856" y="12963"/>
                    </a:cubicBezTo>
                    <a:cubicBezTo>
                      <a:pt x="8941" y="12963"/>
                      <a:pt x="9025" y="12963"/>
                      <a:pt x="9113" y="12963"/>
                    </a:cubicBezTo>
                    <a:cubicBezTo>
                      <a:pt x="9113" y="12942"/>
                      <a:pt x="9113" y="12921"/>
                      <a:pt x="9113" y="12899"/>
                    </a:cubicBezTo>
                    <a:cubicBezTo>
                      <a:pt x="9197" y="12899"/>
                      <a:pt x="9282" y="12899"/>
                      <a:pt x="9369" y="12899"/>
                    </a:cubicBezTo>
                    <a:cubicBezTo>
                      <a:pt x="9369" y="12878"/>
                      <a:pt x="9369" y="12857"/>
                      <a:pt x="9369" y="12835"/>
                    </a:cubicBezTo>
                    <a:cubicBezTo>
                      <a:pt x="9433" y="12835"/>
                      <a:pt x="9496" y="12835"/>
                      <a:pt x="9562" y="12835"/>
                    </a:cubicBezTo>
                    <a:cubicBezTo>
                      <a:pt x="9562" y="12814"/>
                      <a:pt x="9562" y="12792"/>
                      <a:pt x="9562" y="12771"/>
                    </a:cubicBezTo>
                    <a:cubicBezTo>
                      <a:pt x="9647" y="12771"/>
                      <a:pt x="9731" y="12771"/>
                      <a:pt x="9819" y="12771"/>
                    </a:cubicBezTo>
                    <a:cubicBezTo>
                      <a:pt x="9819" y="12749"/>
                      <a:pt x="9819" y="12728"/>
                      <a:pt x="9819" y="12706"/>
                    </a:cubicBezTo>
                    <a:cubicBezTo>
                      <a:pt x="9861" y="12706"/>
                      <a:pt x="9903" y="12706"/>
                      <a:pt x="9947" y="12706"/>
                    </a:cubicBezTo>
                    <a:cubicBezTo>
                      <a:pt x="9947" y="12685"/>
                      <a:pt x="9947" y="12664"/>
                      <a:pt x="9947" y="12642"/>
                    </a:cubicBezTo>
                    <a:cubicBezTo>
                      <a:pt x="10011" y="12642"/>
                      <a:pt x="10074" y="12642"/>
                      <a:pt x="10140" y="12642"/>
                    </a:cubicBezTo>
                    <a:cubicBezTo>
                      <a:pt x="10140" y="12621"/>
                      <a:pt x="10140" y="12600"/>
                      <a:pt x="10140" y="12578"/>
                    </a:cubicBezTo>
                    <a:cubicBezTo>
                      <a:pt x="10182" y="12578"/>
                      <a:pt x="10224" y="12578"/>
                      <a:pt x="10268" y="12578"/>
                    </a:cubicBezTo>
                    <a:cubicBezTo>
                      <a:pt x="10268" y="12557"/>
                      <a:pt x="10268" y="12536"/>
                      <a:pt x="10268" y="12514"/>
                    </a:cubicBezTo>
                    <a:cubicBezTo>
                      <a:pt x="10310" y="12514"/>
                      <a:pt x="10353" y="12514"/>
                      <a:pt x="10396" y="12514"/>
                    </a:cubicBezTo>
                    <a:cubicBezTo>
                      <a:pt x="10396" y="12493"/>
                      <a:pt x="10396" y="12472"/>
                      <a:pt x="10396" y="12450"/>
                    </a:cubicBezTo>
                    <a:cubicBezTo>
                      <a:pt x="10439" y="12450"/>
                      <a:pt x="10481" y="12450"/>
                      <a:pt x="10525" y="12450"/>
                    </a:cubicBezTo>
                    <a:cubicBezTo>
                      <a:pt x="10525" y="12429"/>
                      <a:pt x="10525" y="12407"/>
                      <a:pt x="10525" y="12386"/>
                    </a:cubicBezTo>
                    <a:cubicBezTo>
                      <a:pt x="10567" y="12386"/>
                      <a:pt x="10609" y="12386"/>
                      <a:pt x="10653" y="12386"/>
                    </a:cubicBezTo>
                    <a:cubicBezTo>
                      <a:pt x="10653" y="12364"/>
                      <a:pt x="10653" y="12343"/>
                      <a:pt x="10653" y="12321"/>
                    </a:cubicBezTo>
                    <a:cubicBezTo>
                      <a:pt x="10674" y="12321"/>
                      <a:pt x="10695" y="12321"/>
                      <a:pt x="10717" y="12321"/>
                    </a:cubicBezTo>
                    <a:cubicBezTo>
                      <a:pt x="10717" y="12300"/>
                      <a:pt x="10717" y="12279"/>
                      <a:pt x="10717" y="12257"/>
                    </a:cubicBezTo>
                    <a:cubicBezTo>
                      <a:pt x="10738" y="12257"/>
                      <a:pt x="10759" y="12257"/>
                      <a:pt x="10781" y="12257"/>
                    </a:cubicBezTo>
                    <a:cubicBezTo>
                      <a:pt x="10781" y="12236"/>
                      <a:pt x="10781" y="12215"/>
                      <a:pt x="10781" y="12193"/>
                    </a:cubicBezTo>
                    <a:cubicBezTo>
                      <a:pt x="10824" y="12193"/>
                      <a:pt x="10866" y="12193"/>
                      <a:pt x="10910" y="12193"/>
                    </a:cubicBezTo>
                    <a:cubicBezTo>
                      <a:pt x="10910" y="12172"/>
                      <a:pt x="10910" y="12151"/>
                      <a:pt x="10910" y="12129"/>
                    </a:cubicBezTo>
                    <a:cubicBezTo>
                      <a:pt x="10931" y="12129"/>
                      <a:pt x="10952" y="12129"/>
                      <a:pt x="10974" y="12129"/>
                    </a:cubicBezTo>
                    <a:cubicBezTo>
                      <a:pt x="10974" y="12108"/>
                      <a:pt x="10974" y="12087"/>
                      <a:pt x="10974" y="12065"/>
                    </a:cubicBezTo>
                    <a:cubicBezTo>
                      <a:pt x="10995" y="12065"/>
                      <a:pt x="11016" y="12065"/>
                      <a:pt x="11038" y="12065"/>
                    </a:cubicBezTo>
                    <a:cubicBezTo>
                      <a:pt x="11038" y="12022"/>
                      <a:pt x="11038" y="11980"/>
                      <a:pt x="11038" y="11936"/>
                    </a:cubicBezTo>
                    <a:cubicBezTo>
                      <a:pt x="11059" y="11936"/>
                      <a:pt x="11080" y="11936"/>
                      <a:pt x="11102" y="11936"/>
                    </a:cubicBezTo>
                    <a:cubicBezTo>
                      <a:pt x="11102" y="11915"/>
                      <a:pt x="11102" y="11894"/>
                      <a:pt x="11102" y="11872"/>
                    </a:cubicBezTo>
                    <a:cubicBezTo>
                      <a:pt x="11123" y="11872"/>
                      <a:pt x="11144" y="11872"/>
                      <a:pt x="11166" y="11872"/>
                    </a:cubicBezTo>
                    <a:cubicBezTo>
                      <a:pt x="11166" y="10983"/>
                      <a:pt x="11166" y="10093"/>
                      <a:pt x="11166" y="9177"/>
                    </a:cubicBezTo>
                    <a:cubicBezTo>
                      <a:pt x="11124" y="9177"/>
                      <a:pt x="11082" y="9177"/>
                      <a:pt x="11038" y="9177"/>
                    </a:cubicBezTo>
                    <a:cubicBezTo>
                      <a:pt x="11038" y="9198"/>
                      <a:pt x="11038" y="9219"/>
                      <a:pt x="11038" y="9241"/>
                    </a:cubicBezTo>
                    <a:cubicBezTo>
                      <a:pt x="11017" y="9241"/>
                      <a:pt x="10996" y="9241"/>
                      <a:pt x="10974" y="9241"/>
                    </a:cubicBezTo>
                    <a:cubicBezTo>
                      <a:pt x="10974" y="9262"/>
                      <a:pt x="10974" y="9283"/>
                      <a:pt x="10974" y="9305"/>
                    </a:cubicBezTo>
                    <a:cubicBezTo>
                      <a:pt x="10931" y="9305"/>
                      <a:pt x="10889" y="9305"/>
                      <a:pt x="10845" y="9305"/>
                    </a:cubicBezTo>
                    <a:cubicBezTo>
                      <a:pt x="10845" y="9326"/>
                      <a:pt x="10845" y="9348"/>
                      <a:pt x="10845" y="9369"/>
                    </a:cubicBezTo>
                    <a:cubicBezTo>
                      <a:pt x="10803" y="9369"/>
                      <a:pt x="10761" y="9369"/>
                      <a:pt x="10717" y="9369"/>
                    </a:cubicBezTo>
                    <a:cubicBezTo>
                      <a:pt x="10717" y="9391"/>
                      <a:pt x="10717" y="9412"/>
                      <a:pt x="10717" y="9434"/>
                    </a:cubicBezTo>
                    <a:cubicBezTo>
                      <a:pt x="10696" y="9434"/>
                      <a:pt x="10675" y="9434"/>
                      <a:pt x="10653" y="9434"/>
                    </a:cubicBezTo>
                    <a:cubicBezTo>
                      <a:pt x="10653" y="9455"/>
                      <a:pt x="10653" y="9476"/>
                      <a:pt x="10653" y="9498"/>
                    </a:cubicBezTo>
                    <a:cubicBezTo>
                      <a:pt x="10611" y="9498"/>
                      <a:pt x="10568" y="9498"/>
                      <a:pt x="10525" y="9498"/>
                    </a:cubicBezTo>
                    <a:cubicBezTo>
                      <a:pt x="10525" y="9519"/>
                      <a:pt x="10525" y="9540"/>
                      <a:pt x="10525" y="9562"/>
                    </a:cubicBezTo>
                    <a:cubicBezTo>
                      <a:pt x="10482" y="9562"/>
                      <a:pt x="10440" y="9562"/>
                      <a:pt x="10396" y="9562"/>
                    </a:cubicBezTo>
                    <a:cubicBezTo>
                      <a:pt x="10396" y="9583"/>
                      <a:pt x="10396" y="9604"/>
                      <a:pt x="10396" y="9626"/>
                    </a:cubicBezTo>
                    <a:cubicBezTo>
                      <a:pt x="10354" y="9626"/>
                      <a:pt x="10311" y="9626"/>
                      <a:pt x="10268" y="9626"/>
                    </a:cubicBezTo>
                    <a:cubicBezTo>
                      <a:pt x="10268" y="9647"/>
                      <a:pt x="10268" y="9668"/>
                      <a:pt x="10268" y="9690"/>
                    </a:cubicBezTo>
                    <a:cubicBezTo>
                      <a:pt x="10226" y="9690"/>
                      <a:pt x="10183" y="9690"/>
                      <a:pt x="10140" y="9690"/>
                    </a:cubicBezTo>
                    <a:cubicBezTo>
                      <a:pt x="10140" y="9711"/>
                      <a:pt x="10140" y="9733"/>
                      <a:pt x="10140" y="9754"/>
                    </a:cubicBezTo>
                    <a:cubicBezTo>
                      <a:pt x="10076" y="9754"/>
                      <a:pt x="10012" y="9754"/>
                      <a:pt x="9947" y="9754"/>
                    </a:cubicBezTo>
                    <a:cubicBezTo>
                      <a:pt x="9947" y="9776"/>
                      <a:pt x="9947" y="9797"/>
                      <a:pt x="9947" y="9819"/>
                    </a:cubicBezTo>
                    <a:cubicBezTo>
                      <a:pt x="9883" y="9819"/>
                      <a:pt x="9820" y="9819"/>
                      <a:pt x="9754" y="9819"/>
                    </a:cubicBezTo>
                    <a:cubicBezTo>
                      <a:pt x="9754" y="9840"/>
                      <a:pt x="9754" y="9861"/>
                      <a:pt x="9754" y="9883"/>
                    </a:cubicBezTo>
                    <a:cubicBezTo>
                      <a:pt x="9691" y="9883"/>
                      <a:pt x="9627" y="9883"/>
                      <a:pt x="9562" y="9883"/>
                    </a:cubicBezTo>
                    <a:cubicBezTo>
                      <a:pt x="9562" y="9904"/>
                      <a:pt x="9562" y="9925"/>
                      <a:pt x="9562" y="9947"/>
                    </a:cubicBezTo>
                    <a:cubicBezTo>
                      <a:pt x="9498" y="9947"/>
                      <a:pt x="9435" y="9947"/>
                      <a:pt x="9369" y="9947"/>
                    </a:cubicBezTo>
                    <a:cubicBezTo>
                      <a:pt x="9369" y="9968"/>
                      <a:pt x="9369" y="9989"/>
                      <a:pt x="9369" y="10011"/>
                    </a:cubicBezTo>
                    <a:cubicBezTo>
                      <a:pt x="9285" y="10011"/>
                      <a:pt x="9200" y="10011"/>
                      <a:pt x="9113" y="10011"/>
                    </a:cubicBezTo>
                    <a:cubicBezTo>
                      <a:pt x="9113" y="10032"/>
                      <a:pt x="9113" y="10054"/>
                      <a:pt x="9113" y="10075"/>
                    </a:cubicBezTo>
                    <a:cubicBezTo>
                      <a:pt x="9007" y="10075"/>
                      <a:pt x="8901" y="10075"/>
                      <a:pt x="8792" y="10075"/>
                    </a:cubicBezTo>
                    <a:cubicBezTo>
                      <a:pt x="8792" y="10097"/>
                      <a:pt x="8792" y="10118"/>
                      <a:pt x="8792" y="10140"/>
                    </a:cubicBezTo>
                    <a:cubicBezTo>
                      <a:pt x="8665" y="10140"/>
                      <a:pt x="8538" y="10140"/>
                      <a:pt x="8407" y="10140"/>
                    </a:cubicBezTo>
                    <a:cubicBezTo>
                      <a:pt x="8407" y="10161"/>
                      <a:pt x="8407" y="10182"/>
                      <a:pt x="8407" y="10204"/>
                    </a:cubicBezTo>
                    <a:cubicBezTo>
                      <a:pt x="8280" y="10204"/>
                      <a:pt x="8153" y="10204"/>
                      <a:pt x="8022" y="10204"/>
                    </a:cubicBezTo>
                    <a:cubicBezTo>
                      <a:pt x="8022" y="10225"/>
                      <a:pt x="8022" y="10246"/>
                      <a:pt x="8022" y="10268"/>
                    </a:cubicBezTo>
                    <a:cubicBezTo>
                      <a:pt x="7874" y="10268"/>
                      <a:pt x="7725" y="10268"/>
                      <a:pt x="7573" y="10268"/>
                    </a:cubicBezTo>
                    <a:cubicBezTo>
                      <a:pt x="7573" y="10289"/>
                      <a:pt x="7573" y="10310"/>
                      <a:pt x="7573" y="10332"/>
                    </a:cubicBezTo>
                    <a:cubicBezTo>
                      <a:pt x="7276" y="10332"/>
                      <a:pt x="6980" y="10332"/>
                      <a:pt x="6674" y="10332"/>
                    </a:cubicBezTo>
                    <a:cubicBezTo>
                      <a:pt x="6674" y="10353"/>
                      <a:pt x="6674" y="10374"/>
                      <a:pt x="6674" y="10396"/>
                    </a:cubicBezTo>
                    <a:cubicBezTo>
                      <a:pt x="6081" y="10396"/>
                      <a:pt x="5488" y="10396"/>
                      <a:pt x="4877" y="10396"/>
                    </a:cubicBezTo>
                    <a:cubicBezTo>
                      <a:pt x="4877" y="10375"/>
                      <a:pt x="4877" y="10354"/>
                      <a:pt x="4877" y="10332"/>
                    </a:cubicBezTo>
                    <a:cubicBezTo>
                      <a:pt x="4602" y="10332"/>
                      <a:pt x="4327" y="10332"/>
                      <a:pt x="4043" y="10332"/>
                    </a:cubicBezTo>
                    <a:cubicBezTo>
                      <a:pt x="4043" y="10311"/>
                      <a:pt x="4043" y="10290"/>
                      <a:pt x="4043" y="10268"/>
                    </a:cubicBezTo>
                    <a:cubicBezTo>
                      <a:pt x="3874" y="10268"/>
                      <a:pt x="3704" y="10268"/>
                      <a:pt x="3530" y="10268"/>
                    </a:cubicBezTo>
                    <a:cubicBezTo>
                      <a:pt x="3530" y="10247"/>
                      <a:pt x="3530" y="10226"/>
                      <a:pt x="3530" y="10204"/>
                    </a:cubicBezTo>
                    <a:cubicBezTo>
                      <a:pt x="3381" y="10204"/>
                      <a:pt x="3233" y="10204"/>
                      <a:pt x="3080" y="10204"/>
                    </a:cubicBezTo>
                    <a:cubicBezTo>
                      <a:pt x="3080" y="10183"/>
                      <a:pt x="3080" y="10161"/>
                      <a:pt x="3080" y="10140"/>
                    </a:cubicBezTo>
                    <a:cubicBezTo>
                      <a:pt x="2974" y="10140"/>
                      <a:pt x="2869" y="10140"/>
                      <a:pt x="2759" y="10140"/>
                    </a:cubicBezTo>
                    <a:cubicBezTo>
                      <a:pt x="2759" y="10118"/>
                      <a:pt x="2759" y="10097"/>
                      <a:pt x="2759" y="10075"/>
                    </a:cubicBezTo>
                    <a:cubicBezTo>
                      <a:pt x="2654" y="10075"/>
                      <a:pt x="2548" y="10075"/>
                      <a:pt x="2439" y="10075"/>
                    </a:cubicBezTo>
                    <a:cubicBezTo>
                      <a:pt x="2439" y="10054"/>
                      <a:pt x="2439" y="10033"/>
                      <a:pt x="2439" y="10011"/>
                    </a:cubicBezTo>
                    <a:cubicBezTo>
                      <a:pt x="2375" y="10011"/>
                      <a:pt x="2312" y="10011"/>
                      <a:pt x="2246" y="10011"/>
                    </a:cubicBezTo>
                    <a:cubicBezTo>
                      <a:pt x="2246" y="9990"/>
                      <a:pt x="2246" y="9969"/>
                      <a:pt x="2246" y="9947"/>
                    </a:cubicBezTo>
                    <a:cubicBezTo>
                      <a:pt x="2161" y="9947"/>
                      <a:pt x="2077" y="9947"/>
                      <a:pt x="1989" y="9947"/>
                    </a:cubicBezTo>
                    <a:cubicBezTo>
                      <a:pt x="1989" y="9926"/>
                      <a:pt x="1989" y="9905"/>
                      <a:pt x="1989" y="9883"/>
                    </a:cubicBezTo>
                    <a:cubicBezTo>
                      <a:pt x="1926" y="9883"/>
                      <a:pt x="1862" y="9883"/>
                      <a:pt x="1797" y="9883"/>
                    </a:cubicBezTo>
                    <a:cubicBezTo>
                      <a:pt x="1797" y="9862"/>
                      <a:pt x="1797" y="9840"/>
                      <a:pt x="1797" y="9819"/>
                    </a:cubicBezTo>
                    <a:cubicBezTo>
                      <a:pt x="1733" y="9819"/>
                      <a:pt x="1670" y="9819"/>
                      <a:pt x="1604" y="9819"/>
                    </a:cubicBezTo>
                    <a:cubicBezTo>
                      <a:pt x="1604" y="9797"/>
                      <a:pt x="1604" y="9776"/>
                      <a:pt x="1604" y="9754"/>
                    </a:cubicBezTo>
                    <a:cubicBezTo>
                      <a:pt x="1541" y="9754"/>
                      <a:pt x="1477" y="9754"/>
                      <a:pt x="1412" y="9754"/>
                    </a:cubicBezTo>
                    <a:cubicBezTo>
                      <a:pt x="1412" y="9733"/>
                      <a:pt x="1412" y="9712"/>
                      <a:pt x="1412" y="9690"/>
                    </a:cubicBezTo>
                    <a:cubicBezTo>
                      <a:pt x="1369" y="9690"/>
                      <a:pt x="1327" y="9690"/>
                      <a:pt x="1283" y="9690"/>
                    </a:cubicBezTo>
                    <a:cubicBezTo>
                      <a:pt x="1283" y="9669"/>
                      <a:pt x="1283" y="9648"/>
                      <a:pt x="1283" y="9626"/>
                    </a:cubicBezTo>
                    <a:cubicBezTo>
                      <a:pt x="1220" y="9626"/>
                      <a:pt x="1156" y="9626"/>
                      <a:pt x="1091" y="9626"/>
                    </a:cubicBezTo>
                    <a:cubicBezTo>
                      <a:pt x="1091" y="9605"/>
                      <a:pt x="1091" y="9584"/>
                      <a:pt x="1091" y="9562"/>
                    </a:cubicBezTo>
                    <a:cubicBezTo>
                      <a:pt x="1049" y="9562"/>
                      <a:pt x="1006" y="9562"/>
                      <a:pt x="963" y="9562"/>
                    </a:cubicBezTo>
                    <a:cubicBezTo>
                      <a:pt x="963" y="9541"/>
                      <a:pt x="963" y="9520"/>
                      <a:pt x="963" y="9498"/>
                    </a:cubicBezTo>
                    <a:cubicBezTo>
                      <a:pt x="941" y="9498"/>
                      <a:pt x="920" y="9498"/>
                      <a:pt x="898" y="9498"/>
                    </a:cubicBezTo>
                    <a:cubicBezTo>
                      <a:pt x="898" y="9477"/>
                      <a:pt x="898" y="9455"/>
                      <a:pt x="898" y="9434"/>
                    </a:cubicBezTo>
                    <a:cubicBezTo>
                      <a:pt x="856" y="9434"/>
                      <a:pt x="814" y="9434"/>
                      <a:pt x="770" y="9434"/>
                    </a:cubicBezTo>
                    <a:cubicBezTo>
                      <a:pt x="770" y="9412"/>
                      <a:pt x="770" y="9391"/>
                      <a:pt x="770" y="9369"/>
                    </a:cubicBezTo>
                    <a:cubicBezTo>
                      <a:pt x="728" y="9369"/>
                      <a:pt x="685" y="9369"/>
                      <a:pt x="642" y="9369"/>
                    </a:cubicBezTo>
                    <a:cubicBezTo>
                      <a:pt x="642" y="9348"/>
                      <a:pt x="642" y="9327"/>
                      <a:pt x="642" y="9305"/>
                    </a:cubicBezTo>
                    <a:cubicBezTo>
                      <a:pt x="621" y="9305"/>
                      <a:pt x="599" y="9305"/>
                      <a:pt x="578" y="9305"/>
                    </a:cubicBezTo>
                    <a:cubicBezTo>
                      <a:pt x="578" y="9284"/>
                      <a:pt x="578" y="9263"/>
                      <a:pt x="578" y="9241"/>
                    </a:cubicBezTo>
                    <a:cubicBezTo>
                      <a:pt x="556" y="9241"/>
                      <a:pt x="535" y="9241"/>
                      <a:pt x="513" y="9241"/>
                    </a:cubicBezTo>
                    <a:cubicBezTo>
                      <a:pt x="513" y="9220"/>
                      <a:pt x="513" y="9199"/>
                      <a:pt x="513" y="9177"/>
                    </a:cubicBezTo>
                    <a:cubicBezTo>
                      <a:pt x="450" y="9177"/>
                      <a:pt x="386" y="9177"/>
                      <a:pt x="321" y="9177"/>
                    </a:cubicBezTo>
                    <a:close/>
                  </a:path>
                </a:pathLst>
              </a:custGeom>
              <a:solidFill>
                <a:srgbClr val="251047"/>
              </a:solidFill>
              <a:ln w="408" cap="flat">
                <a:noFill/>
              </a:ln>
            </p:spPr>
          </p:sp>
          <p:sp>
            <p:nvSpPr>
              <p:cNvPr id="1811" name="ICON_C_MANIFEST_HEADER_path_005"/>
              <p:cNvSpPr/>
              <p:nvPr/>
            </p:nvSpPr>
            <p:spPr>
              <a:xfrm>
                <a:off x="907037" y="7057465"/>
                <a:ext cx="136922" cy="39121"/>
              </a:xfrm>
              <a:custGeom>
                <a:avLst/>
                <a:gdLst/>
                <a:ahLst/>
                <a:cxnLst/>
                <a:rect l="0" t="0" r="r" b="b"/>
                <a:pathLst>
                  <a:path w="10781" h="3080" fill="norm" stroke="0">
                    <a:moveTo>
                      <a:pt x="3979" y="0"/>
                    </a:moveTo>
                    <a:cubicBezTo>
                      <a:pt x="4889" y="0"/>
                      <a:pt x="5800" y="0"/>
                      <a:pt x="6738" y="0"/>
                    </a:cubicBezTo>
                    <a:cubicBezTo>
                      <a:pt x="6738" y="21"/>
                      <a:pt x="6738" y="42"/>
                      <a:pt x="6738" y="64"/>
                    </a:cubicBezTo>
                    <a:cubicBezTo>
                      <a:pt x="6950" y="64"/>
                      <a:pt x="7162" y="64"/>
                      <a:pt x="7380" y="64"/>
                    </a:cubicBezTo>
                    <a:cubicBezTo>
                      <a:pt x="7380" y="85"/>
                      <a:pt x="7380" y="107"/>
                      <a:pt x="7380" y="128"/>
                    </a:cubicBezTo>
                    <a:cubicBezTo>
                      <a:pt x="7528" y="128"/>
                      <a:pt x="7677" y="128"/>
                      <a:pt x="7829" y="128"/>
                    </a:cubicBezTo>
                    <a:cubicBezTo>
                      <a:pt x="7829" y="150"/>
                      <a:pt x="7829" y="171"/>
                      <a:pt x="7829" y="193"/>
                    </a:cubicBezTo>
                    <a:cubicBezTo>
                      <a:pt x="7956" y="193"/>
                      <a:pt x="8083" y="193"/>
                      <a:pt x="8214" y="193"/>
                    </a:cubicBezTo>
                    <a:cubicBezTo>
                      <a:pt x="8214" y="214"/>
                      <a:pt x="8214" y="235"/>
                      <a:pt x="8214" y="257"/>
                    </a:cubicBezTo>
                    <a:cubicBezTo>
                      <a:pt x="8320" y="257"/>
                      <a:pt x="8426" y="257"/>
                      <a:pt x="8535" y="257"/>
                    </a:cubicBezTo>
                    <a:cubicBezTo>
                      <a:pt x="8535" y="278"/>
                      <a:pt x="8535" y="299"/>
                      <a:pt x="8535" y="321"/>
                    </a:cubicBezTo>
                    <a:cubicBezTo>
                      <a:pt x="8620" y="321"/>
                      <a:pt x="8705" y="321"/>
                      <a:pt x="8792" y="321"/>
                    </a:cubicBezTo>
                    <a:cubicBezTo>
                      <a:pt x="8792" y="342"/>
                      <a:pt x="8792" y="363"/>
                      <a:pt x="8792" y="385"/>
                    </a:cubicBezTo>
                    <a:cubicBezTo>
                      <a:pt x="8877" y="385"/>
                      <a:pt x="8961" y="385"/>
                      <a:pt x="9049" y="385"/>
                    </a:cubicBezTo>
                    <a:cubicBezTo>
                      <a:pt x="9049" y="406"/>
                      <a:pt x="9049" y="427"/>
                      <a:pt x="9049" y="449"/>
                    </a:cubicBezTo>
                    <a:cubicBezTo>
                      <a:pt x="9133" y="449"/>
                      <a:pt x="9218" y="449"/>
                      <a:pt x="9305" y="449"/>
                    </a:cubicBezTo>
                    <a:cubicBezTo>
                      <a:pt x="9305" y="470"/>
                      <a:pt x="9305" y="492"/>
                      <a:pt x="9305" y="513"/>
                    </a:cubicBezTo>
                    <a:cubicBezTo>
                      <a:pt x="9369" y="513"/>
                      <a:pt x="9432" y="513"/>
                      <a:pt x="9498" y="513"/>
                    </a:cubicBezTo>
                    <a:cubicBezTo>
                      <a:pt x="9498" y="535"/>
                      <a:pt x="9498" y="556"/>
                      <a:pt x="9498" y="578"/>
                    </a:cubicBezTo>
                    <a:cubicBezTo>
                      <a:pt x="9540" y="578"/>
                      <a:pt x="9582" y="578"/>
                      <a:pt x="9626" y="578"/>
                    </a:cubicBezTo>
                    <a:cubicBezTo>
                      <a:pt x="9626" y="599"/>
                      <a:pt x="9626" y="620"/>
                      <a:pt x="9626" y="642"/>
                    </a:cubicBezTo>
                    <a:cubicBezTo>
                      <a:pt x="9690" y="642"/>
                      <a:pt x="9753" y="642"/>
                      <a:pt x="9819" y="642"/>
                    </a:cubicBezTo>
                    <a:cubicBezTo>
                      <a:pt x="9819" y="663"/>
                      <a:pt x="9819" y="684"/>
                      <a:pt x="9819" y="706"/>
                    </a:cubicBezTo>
                    <a:cubicBezTo>
                      <a:pt x="9861" y="706"/>
                      <a:pt x="9903" y="706"/>
                      <a:pt x="9947" y="706"/>
                    </a:cubicBezTo>
                    <a:cubicBezTo>
                      <a:pt x="9947" y="727"/>
                      <a:pt x="9947" y="748"/>
                      <a:pt x="9947" y="770"/>
                    </a:cubicBezTo>
                    <a:cubicBezTo>
                      <a:pt x="9989" y="770"/>
                      <a:pt x="10032" y="770"/>
                      <a:pt x="10075" y="770"/>
                    </a:cubicBezTo>
                    <a:cubicBezTo>
                      <a:pt x="10075" y="791"/>
                      <a:pt x="10075" y="812"/>
                      <a:pt x="10075" y="834"/>
                    </a:cubicBezTo>
                    <a:cubicBezTo>
                      <a:pt x="10118" y="834"/>
                      <a:pt x="10160" y="834"/>
                      <a:pt x="10204" y="834"/>
                    </a:cubicBezTo>
                    <a:cubicBezTo>
                      <a:pt x="10204" y="855"/>
                      <a:pt x="10204" y="877"/>
                      <a:pt x="10204" y="898"/>
                    </a:cubicBezTo>
                    <a:cubicBezTo>
                      <a:pt x="10246" y="898"/>
                      <a:pt x="10288" y="898"/>
                      <a:pt x="10332" y="898"/>
                    </a:cubicBezTo>
                    <a:cubicBezTo>
                      <a:pt x="10332" y="920"/>
                      <a:pt x="10332" y="941"/>
                      <a:pt x="10332" y="963"/>
                    </a:cubicBezTo>
                    <a:cubicBezTo>
                      <a:pt x="10353" y="963"/>
                      <a:pt x="10374" y="963"/>
                      <a:pt x="10396" y="963"/>
                    </a:cubicBezTo>
                    <a:cubicBezTo>
                      <a:pt x="10396" y="984"/>
                      <a:pt x="10396" y="1005"/>
                      <a:pt x="10396" y="1027"/>
                    </a:cubicBezTo>
                    <a:cubicBezTo>
                      <a:pt x="10417" y="1027"/>
                      <a:pt x="10439" y="1027"/>
                      <a:pt x="10460" y="1027"/>
                    </a:cubicBezTo>
                    <a:cubicBezTo>
                      <a:pt x="10460" y="1048"/>
                      <a:pt x="10460" y="1069"/>
                      <a:pt x="10460" y="1091"/>
                    </a:cubicBezTo>
                    <a:cubicBezTo>
                      <a:pt x="10482" y="1091"/>
                      <a:pt x="10503" y="1091"/>
                      <a:pt x="10525" y="1091"/>
                    </a:cubicBezTo>
                    <a:cubicBezTo>
                      <a:pt x="10525" y="1112"/>
                      <a:pt x="10525" y="1133"/>
                      <a:pt x="10525" y="1155"/>
                    </a:cubicBezTo>
                    <a:cubicBezTo>
                      <a:pt x="10546" y="1155"/>
                      <a:pt x="10567" y="1155"/>
                      <a:pt x="10589" y="1155"/>
                    </a:cubicBezTo>
                    <a:cubicBezTo>
                      <a:pt x="10589" y="1176"/>
                      <a:pt x="10589" y="1197"/>
                      <a:pt x="10589" y="1219"/>
                    </a:cubicBezTo>
                    <a:cubicBezTo>
                      <a:pt x="10610" y="1219"/>
                      <a:pt x="10631" y="1219"/>
                      <a:pt x="10653" y="1219"/>
                    </a:cubicBezTo>
                    <a:cubicBezTo>
                      <a:pt x="10653" y="1240"/>
                      <a:pt x="10653" y="1262"/>
                      <a:pt x="10653" y="1283"/>
                    </a:cubicBezTo>
                    <a:cubicBezTo>
                      <a:pt x="10674" y="1283"/>
                      <a:pt x="10695" y="1283"/>
                      <a:pt x="10717" y="1283"/>
                    </a:cubicBezTo>
                    <a:cubicBezTo>
                      <a:pt x="10717" y="1305"/>
                      <a:pt x="10717" y="1326"/>
                      <a:pt x="10717" y="1348"/>
                    </a:cubicBezTo>
                    <a:cubicBezTo>
                      <a:pt x="10738" y="1348"/>
                      <a:pt x="10759" y="1348"/>
                      <a:pt x="10781" y="1348"/>
                    </a:cubicBezTo>
                    <a:cubicBezTo>
                      <a:pt x="10781" y="1475"/>
                      <a:pt x="10781" y="1602"/>
                      <a:pt x="10781" y="1733"/>
                    </a:cubicBezTo>
                    <a:cubicBezTo>
                      <a:pt x="10760" y="1733"/>
                      <a:pt x="10739" y="1733"/>
                      <a:pt x="10717" y="1733"/>
                    </a:cubicBezTo>
                    <a:cubicBezTo>
                      <a:pt x="10717" y="1775"/>
                      <a:pt x="10717" y="1817"/>
                      <a:pt x="10717" y="1861"/>
                    </a:cubicBezTo>
                    <a:cubicBezTo>
                      <a:pt x="10696" y="1861"/>
                      <a:pt x="10675" y="1861"/>
                      <a:pt x="10653" y="1861"/>
                    </a:cubicBezTo>
                    <a:cubicBezTo>
                      <a:pt x="10653" y="1882"/>
                      <a:pt x="10653" y="1903"/>
                      <a:pt x="10653" y="1925"/>
                    </a:cubicBezTo>
                    <a:cubicBezTo>
                      <a:pt x="10632" y="1925"/>
                      <a:pt x="10611" y="1925"/>
                      <a:pt x="10589" y="1925"/>
                    </a:cubicBezTo>
                    <a:cubicBezTo>
                      <a:pt x="10589" y="1946"/>
                      <a:pt x="10589" y="1968"/>
                      <a:pt x="10589" y="1989"/>
                    </a:cubicBezTo>
                    <a:cubicBezTo>
                      <a:pt x="10546" y="1989"/>
                      <a:pt x="10504" y="1989"/>
                      <a:pt x="10460" y="1989"/>
                    </a:cubicBezTo>
                    <a:cubicBezTo>
                      <a:pt x="10460" y="2011"/>
                      <a:pt x="10460" y="2032"/>
                      <a:pt x="10460" y="2054"/>
                    </a:cubicBezTo>
                    <a:cubicBezTo>
                      <a:pt x="10439" y="2054"/>
                      <a:pt x="10418" y="2054"/>
                      <a:pt x="10396" y="2054"/>
                    </a:cubicBezTo>
                    <a:cubicBezTo>
                      <a:pt x="10396" y="2075"/>
                      <a:pt x="10396" y="2096"/>
                      <a:pt x="10396" y="2118"/>
                    </a:cubicBezTo>
                    <a:cubicBezTo>
                      <a:pt x="10375" y="2118"/>
                      <a:pt x="10354" y="2118"/>
                      <a:pt x="10332" y="2118"/>
                    </a:cubicBezTo>
                    <a:cubicBezTo>
                      <a:pt x="10332" y="2139"/>
                      <a:pt x="10332" y="2160"/>
                      <a:pt x="10332" y="2182"/>
                    </a:cubicBezTo>
                    <a:cubicBezTo>
                      <a:pt x="10290" y="2182"/>
                      <a:pt x="10247" y="2182"/>
                      <a:pt x="10204" y="2182"/>
                    </a:cubicBezTo>
                    <a:cubicBezTo>
                      <a:pt x="10204" y="2203"/>
                      <a:pt x="10204" y="2224"/>
                      <a:pt x="10204" y="2246"/>
                    </a:cubicBezTo>
                    <a:cubicBezTo>
                      <a:pt x="10161" y="2246"/>
                      <a:pt x="10119" y="2246"/>
                      <a:pt x="10075" y="2246"/>
                    </a:cubicBezTo>
                    <a:cubicBezTo>
                      <a:pt x="10075" y="2267"/>
                      <a:pt x="10075" y="2288"/>
                      <a:pt x="10075" y="2310"/>
                    </a:cubicBezTo>
                    <a:cubicBezTo>
                      <a:pt x="10033" y="2310"/>
                      <a:pt x="9991" y="2310"/>
                      <a:pt x="9947" y="2310"/>
                    </a:cubicBezTo>
                    <a:cubicBezTo>
                      <a:pt x="9947" y="2331"/>
                      <a:pt x="9947" y="2353"/>
                      <a:pt x="9947" y="2374"/>
                    </a:cubicBezTo>
                    <a:cubicBezTo>
                      <a:pt x="9905" y="2374"/>
                      <a:pt x="9862" y="2374"/>
                      <a:pt x="9819" y="2374"/>
                    </a:cubicBezTo>
                    <a:cubicBezTo>
                      <a:pt x="9819" y="2396"/>
                      <a:pt x="9819" y="2417"/>
                      <a:pt x="9819" y="2439"/>
                    </a:cubicBezTo>
                    <a:cubicBezTo>
                      <a:pt x="9755" y="2439"/>
                      <a:pt x="9692" y="2439"/>
                      <a:pt x="9626" y="2439"/>
                    </a:cubicBezTo>
                    <a:cubicBezTo>
                      <a:pt x="9626" y="2460"/>
                      <a:pt x="9626" y="2481"/>
                      <a:pt x="9626" y="2503"/>
                    </a:cubicBezTo>
                    <a:cubicBezTo>
                      <a:pt x="9563" y="2503"/>
                      <a:pt x="9499" y="2503"/>
                      <a:pt x="9434" y="2503"/>
                    </a:cubicBezTo>
                    <a:cubicBezTo>
                      <a:pt x="9434" y="2524"/>
                      <a:pt x="9434" y="2545"/>
                      <a:pt x="9434" y="2567"/>
                    </a:cubicBezTo>
                    <a:cubicBezTo>
                      <a:pt x="9370" y="2567"/>
                      <a:pt x="9307" y="2567"/>
                      <a:pt x="9241" y="2567"/>
                    </a:cubicBezTo>
                    <a:cubicBezTo>
                      <a:pt x="9241" y="2588"/>
                      <a:pt x="9241" y="2609"/>
                      <a:pt x="9241" y="2631"/>
                    </a:cubicBezTo>
                    <a:cubicBezTo>
                      <a:pt x="9156" y="2631"/>
                      <a:pt x="9072" y="2631"/>
                      <a:pt x="8984" y="2631"/>
                    </a:cubicBezTo>
                    <a:cubicBezTo>
                      <a:pt x="8984" y="2652"/>
                      <a:pt x="8984" y="2673"/>
                      <a:pt x="8984" y="2695"/>
                    </a:cubicBezTo>
                    <a:cubicBezTo>
                      <a:pt x="8900" y="2695"/>
                      <a:pt x="8815" y="2695"/>
                      <a:pt x="8728" y="2695"/>
                    </a:cubicBezTo>
                    <a:cubicBezTo>
                      <a:pt x="8728" y="2716"/>
                      <a:pt x="8728" y="2738"/>
                      <a:pt x="8728" y="2759"/>
                    </a:cubicBezTo>
                    <a:cubicBezTo>
                      <a:pt x="8643" y="2759"/>
                      <a:pt x="8558" y="2759"/>
                      <a:pt x="8471" y="2759"/>
                    </a:cubicBezTo>
                    <a:cubicBezTo>
                      <a:pt x="8471" y="2781"/>
                      <a:pt x="8471" y="2802"/>
                      <a:pt x="8471" y="2824"/>
                    </a:cubicBezTo>
                    <a:cubicBezTo>
                      <a:pt x="8365" y="2824"/>
                      <a:pt x="8259" y="2824"/>
                      <a:pt x="8150" y="2824"/>
                    </a:cubicBezTo>
                    <a:cubicBezTo>
                      <a:pt x="8150" y="2845"/>
                      <a:pt x="8150" y="2866"/>
                      <a:pt x="8150" y="2888"/>
                    </a:cubicBezTo>
                    <a:cubicBezTo>
                      <a:pt x="8002" y="2888"/>
                      <a:pt x="7854" y="2888"/>
                      <a:pt x="7701" y="2888"/>
                    </a:cubicBezTo>
                    <a:cubicBezTo>
                      <a:pt x="7701" y="2909"/>
                      <a:pt x="7701" y="2930"/>
                      <a:pt x="7701" y="2952"/>
                    </a:cubicBezTo>
                    <a:cubicBezTo>
                      <a:pt x="7531" y="2952"/>
                      <a:pt x="7362" y="2952"/>
                      <a:pt x="7188" y="2952"/>
                    </a:cubicBezTo>
                    <a:cubicBezTo>
                      <a:pt x="7188" y="2973"/>
                      <a:pt x="7188" y="2994"/>
                      <a:pt x="7188" y="3016"/>
                    </a:cubicBezTo>
                    <a:cubicBezTo>
                      <a:pt x="6891" y="3016"/>
                      <a:pt x="6595" y="3016"/>
                      <a:pt x="6289" y="3016"/>
                    </a:cubicBezTo>
                    <a:cubicBezTo>
                      <a:pt x="6289" y="3037"/>
                      <a:pt x="6289" y="3059"/>
                      <a:pt x="6289" y="3080"/>
                    </a:cubicBezTo>
                    <a:cubicBezTo>
                      <a:pt x="5717" y="3080"/>
                      <a:pt x="5145" y="3080"/>
                      <a:pt x="4556" y="3080"/>
                    </a:cubicBezTo>
                    <a:cubicBezTo>
                      <a:pt x="4556" y="3059"/>
                      <a:pt x="4556" y="3038"/>
                      <a:pt x="4556" y="3016"/>
                    </a:cubicBezTo>
                    <a:cubicBezTo>
                      <a:pt x="4260" y="3016"/>
                      <a:pt x="3963" y="3016"/>
                      <a:pt x="3658" y="3016"/>
                    </a:cubicBezTo>
                    <a:cubicBezTo>
                      <a:pt x="3658" y="2995"/>
                      <a:pt x="3658" y="2974"/>
                      <a:pt x="3658" y="2952"/>
                    </a:cubicBezTo>
                    <a:cubicBezTo>
                      <a:pt x="3467" y="2952"/>
                      <a:pt x="3277" y="2952"/>
                      <a:pt x="3080" y="2952"/>
                    </a:cubicBezTo>
                    <a:cubicBezTo>
                      <a:pt x="3080" y="2931"/>
                      <a:pt x="3080" y="2910"/>
                      <a:pt x="3080" y="2888"/>
                    </a:cubicBezTo>
                    <a:cubicBezTo>
                      <a:pt x="2953" y="2888"/>
                      <a:pt x="2826" y="2888"/>
                      <a:pt x="2695" y="2888"/>
                    </a:cubicBezTo>
                    <a:cubicBezTo>
                      <a:pt x="2695" y="2867"/>
                      <a:pt x="2695" y="2845"/>
                      <a:pt x="2695" y="2824"/>
                    </a:cubicBezTo>
                    <a:cubicBezTo>
                      <a:pt x="2589" y="2824"/>
                      <a:pt x="2484" y="2824"/>
                      <a:pt x="2374" y="2824"/>
                    </a:cubicBezTo>
                    <a:cubicBezTo>
                      <a:pt x="2374" y="2802"/>
                      <a:pt x="2374" y="2781"/>
                      <a:pt x="2374" y="2759"/>
                    </a:cubicBezTo>
                    <a:cubicBezTo>
                      <a:pt x="2269" y="2759"/>
                      <a:pt x="2163" y="2759"/>
                      <a:pt x="2054" y="2759"/>
                    </a:cubicBezTo>
                    <a:cubicBezTo>
                      <a:pt x="2054" y="2738"/>
                      <a:pt x="2054" y="2717"/>
                      <a:pt x="2054" y="2695"/>
                    </a:cubicBezTo>
                    <a:cubicBezTo>
                      <a:pt x="1969" y="2695"/>
                      <a:pt x="1884" y="2695"/>
                      <a:pt x="1797" y="2695"/>
                    </a:cubicBezTo>
                    <a:cubicBezTo>
                      <a:pt x="1797" y="2674"/>
                      <a:pt x="1797" y="2653"/>
                      <a:pt x="1797" y="2631"/>
                    </a:cubicBezTo>
                    <a:cubicBezTo>
                      <a:pt x="1712" y="2631"/>
                      <a:pt x="1627" y="2631"/>
                      <a:pt x="1540" y="2631"/>
                    </a:cubicBezTo>
                    <a:cubicBezTo>
                      <a:pt x="1540" y="2610"/>
                      <a:pt x="1540" y="2589"/>
                      <a:pt x="1540" y="2567"/>
                    </a:cubicBezTo>
                    <a:cubicBezTo>
                      <a:pt x="1477" y="2567"/>
                      <a:pt x="1413" y="2567"/>
                      <a:pt x="1348" y="2567"/>
                    </a:cubicBezTo>
                    <a:cubicBezTo>
                      <a:pt x="1348" y="2546"/>
                      <a:pt x="1348" y="2525"/>
                      <a:pt x="1348" y="2503"/>
                    </a:cubicBezTo>
                    <a:cubicBezTo>
                      <a:pt x="1284" y="2503"/>
                      <a:pt x="1221" y="2503"/>
                      <a:pt x="1155" y="2503"/>
                    </a:cubicBezTo>
                    <a:cubicBezTo>
                      <a:pt x="1155" y="2482"/>
                      <a:pt x="1155" y="2460"/>
                      <a:pt x="1155" y="2439"/>
                    </a:cubicBezTo>
                    <a:cubicBezTo>
                      <a:pt x="1113" y="2439"/>
                      <a:pt x="1070" y="2439"/>
                      <a:pt x="1027" y="2439"/>
                    </a:cubicBezTo>
                    <a:cubicBezTo>
                      <a:pt x="1027" y="2417"/>
                      <a:pt x="1027" y="2396"/>
                      <a:pt x="1027" y="2374"/>
                    </a:cubicBezTo>
                    <a:cubicBezTo>
                      <a:pt x="984" y="2374"/>
                      <a:pt x="942" y="2374"/>
                      <a:pt x="898" y="2374"/>
                    </a:cubicBezTo>
                    <a:cubicBezTo>
                      <a:pt x="898" y="2353"/>
                      <a:pt x="898" y="2332"/>
                      <a:pt x="898" y="2310"/>
                    </a:cubicBezTo>
                    <a:cubicBezTo>
                      <a:pt x="835" y="2310"/>
                      <a:pt x="771" y="2310"/>
                      <a:pt x="706" y="2310"/>
                    </a:cubicBezTo>
                    <a:cubicBezTo>
                      <a:pt x="706" y="2289"/>
                      <a:pt x="706" y="2268"/>
                      <a:pt x="706" y="2246"/>
                    </a:cubicBezTo>
                    <a:cubicBezTo>
                      <a:pt x="685" y="2246"/>
                      <a:pt x="664" y="2246"/>
                      <a:pt x="642" y="2246"/>
                    </a:cubicBezTo>
                    <a:cubicBezTo>
                      <a:pt x="642" y="2225"/>
                      <a:pt x="642" y="2204"/>
                      <a:pt x="642" y="2182"/>
                    </a:cubicBezTo>
                    <a:cubicBezTo>
                      <a:pt x="599" y="2182"/>
                      <a:pt x="557" y="2182"/>
                      <a:pt x="513" y="2182"/>
                    </a:cubicBezTo>
                    <a:cubicBezTo>
                      <a:pt x="513" y="2161"/>
                      <a:pt x="513" y="2140"/>
                      <a:pt x="513" y="2118"/>
                    </a:cubicBezTo>
                    <a:cubicBezTo>
                      <a:pt x="471" y="2118"/>
                      <a:pt x="429" y="2118"/>
                      <a:pt x="385" y="2118"/>
                    </a:cubicBezTo>
                    <a:cubicBezTo>
                      <a:pt x="385" y="2097"/>
                      <a:pt x="385" y="2075"/>
                      <a:pt x="385" y="2054"/>
                    </a:cubicBezTo>
                    <a:cubicBezTo>
                      <a:pt x="364" y="2054"/>
                      <a:pt x="343" y="2054"/>
                      <a:pt x="321" y="2054"/>
                    </a:cubicBezTo>
                    <a:cubicBezTo>
                      <a:pt x="321" y="2032"/>
                      <a:pt x="321" y="2011"/>
                      <a:pt x="321" y="1989"/>
                    </a:cubicBezTo>
                    <a:cubicBezTo>
                      <a:pt x="300" y="1989"/>
                      <a:pt x="279" y="1989"/>
                      <a:pt x="257" y="1989"/>
                    </a:cubicBezTo>
                    <a:cubicBezTo>
                      <a:pt x="257" y="1968"/>
                      <a:pt x="257" y="1947"/>
                      <a:pt x="257" y="1925"/>
                    </a:cubicBezTo>
                    <a:cubicBezTo>
                      <a:pt x="236" y="1925"/>
                      <a:pt x="214" y="1925"/>
                      <a:pt x="193" y="1925"/>
                    </a:cubicBezTo>
                    <a:cubicBezTo>
                      <a:pt x="193" y="1904"/>
                      <a:pt x="193" y="1883"/>
                      <a:pt x="193" y="1861"/>
                    </a:cubicBezTo>
                    <a:cubicBezTo>
                      <a:pt x="171" y="1861"/>
                      <a:pt x="150" y="1861"/>
                      <a:pt x="128" y="1861"/>
                    </a:cubicBezTo>
                    <a:cubicBezTo>
                      <a:pt x="128" y="1840"/>
                      <a:pt x="128" y="1819"/>
                      <a:pt x="128" y="1797"/>
                    </a:cubicBezTo>
                    <a:cubicBezTo>
                      <a:pt x="107" y="1797"/>
                      <a:pt x="86" y="1797"/>
                      <a:pt x="64" y="1797"/>
                    </a:cubicBezTo>
                    <a:cubicBezTo>
                      <a:pt x="64" y="1776"/>
                      <a:pt x="64" y="1755"/>
                      <a:pt x="64" y="1733"/>
                    </a:cubicBezTo>
                    <a:cubicBezTo>
                      <a:pt x="43" y="1733"/>
                      <a:pt x="22" y="1733"/>
                      <a:pt x="0" y="1733"/>
                    </a:cubicBezTo>
                    <a:cubicBezTo>
                      <a:pt x="0" y="1606"/>
                      <a:pt x="0" y="1479"/>
                      <a:pt x="0" y="1348"/>
                    </a:cubicBezTo>
                    <a:cubicBezTo>
                      <a:pt x="21" y="1348"/>
                      <a:pt x="42" y="1348"/>
                      <a:pt x="64" y="1348"/>
                    </a:cubicBezTo>
                    <a:cubicBezTo>
                      <a:pt x="64" y="1326"/>
                      <a:pt x="64" y="1305"/>
                      <a:pt x="64" y="1283"/>
                    </a:cubicBezTo>
                    <a:cubicBezTo>
                      <a:pt x="85" y="1283"/>
                      <a:pt x="107" y="1283"/>
                      <a:pt x="128" y="1283"/>
                    </a:cubicBezTo>
                    <a:cubicBezTo>
                      <a:pt x="128" y="1241"/>
                      <a:pt x="128" y="1199"/>
                      <a:pt x="128" y="1155"/>
                    </a:cubicBezTo>
                    <a:cubicBezTo>
                      <a:pt x="150" y="1155"/>
                      <a:pt x="171" y="1155"/>
                      <a:pt x="193" y="1155"/>
                    </a:cubicBezTo>
                    <a:cubicBezTo>
                      <a:pt x="193" y="1134"/>
                      <a:pt x="193" y="1113"/>
                      <a:pt x="193" y="1091"/>
                    </a:cubicBezTo>
                    <a:cubicBezTo>
                      <a:pt x="235" y="1091"/>
                      <a:pt x="277" y="1091"/>
                      <a:pt x="321" y="1091"/>
                    </a:cubicBezTo>
                    <a:cubicBezTo>
                      <a:pt x="321" y="1070"/>
                      <a:pt x="321" y="1049"/>
                      <a:pt x="321" y="1027"/>
                    </a:cubicBezTo>
                    <a:cubicBezTo>
                      <a:pt x="342" y="1027"/>
                      <a:pt x="363" y="1027"/>
                      <a:pt x="385" y="1027"/>
                    </a:cubicBezTo>
                    <a:cubicBezTo>
                      <a:pt x="385" y="1006"/>
                      <a:pt x="385" y="984"/>
                      <a:pt x="385" y="963"/>
                    </a:cubicBezTo>
                    <a:cubicBezTo>
                      <a:pt x="406" y="963"/>
                      <a:pt x="427" y="963"/>
                      <a:pt x="449" y="963"/>
                    </a:cubicBezTo>
                    <a:cubicBezTo>
                      <a:pt x="449" y="941"/>
                      <a:pt x="449" y="920"/>
                      <a:pt x="449" y="898"/>
                    </a:cubicBezTo>
                    <a:cubicBezTo>
                      <a:pt x="492" y="898"/>
                      <a:pt x="534" y="898"/>
                      <a:pt x="578" y="898"/>
                    </a:cubicBezTo>
                    <a:cubicBezTo>
                      <a:pt x="578" y="877"/>
                      <a:pt x="578" y="856"/>
                      <a:pt x="578" y="834"/>
                    </a:cubicBezTo>
                    <a:cubicBezTo>
                      <a:pt x="620" y="834"/>
                      <a:pt x="662" y="834"/>
                      <a:pt x="706" y="834"/>
                    </a:cubicBezTo>
                    <a:cubicBezTo>
                      <a:pt x="706" y="813"/>
                      <a:pt x="706" y="792"/>
                      <a:pt x="706" y="770"/>
                    </a:cubicBezTo>
                    <a:cubicBezTo>
                      <a:pt x="748" y="770"/>
                      <a:pt x="791" y="770"/>
                      <a:pt x="834" y="770"/>
                    </a:cubicBezTo>
                    <a:cubicBezTo>
                      <a:pt x="834" y="749"/>
                      <a:pt x="834" y="728"/>
                      <a:pt x="834" y="706"/>
                    </a:cubicBezTo>
                    <a:cubicBezTo>
                      <a:pt x="877" y="706"/>
                      <a:pt x="919" y="706"/>
                      <a:pt x="963" y="706"/>
                    </a:cubicBezTo>
                    <a:cubicBezTo>
                      <a:pt x="963" y="685"/>
                      <a:pt x="963" y="664"/>
                      <a:pt x="963" y="642"/>
                    </a:cubicBezTo>
                    <a:cubicBezTo>
                      <a:pt x="1026" y="642"/>
                      <a:pt x="1090" y="642"/>
                      <a:pt x="1155" y="642"/>
                    </a:cubicBezTo>
                    <a:cubicBezTo>
                      <a:pt x="1155" y="621"/>
                      <a:pt x="1155" y="599"/>
                      <a:pt x="1155" y="578"/>
                    </a:cubicBezTo>
                    <a:cubicBezTo>
                      <a:pt x="1219" y="578"/>
                      <a:pt x="1282" y="578"/>
                      <a:pt x="1348" y="578"/>
                    </a:cubicBezTo>
                    <a:cubicBezTo>
                      <a:pt x="1348" y="556"/>
                      <a:pt x="1348" y="535"/>
                      <a:pt x="1348" y="513"/>
                    </a:cubicBezTo>
                    <a:cubicBezTo>
                      <a:pt x="1411" y="513"/>
                      <a:pt x="1475" y="513"/>
                      <a:pt x="1540" y="513"/>
                    </a:cubicBezTo>
                    <a:cubicBezTo>
                      <a:pt x="1540" y="492"/>
                      <a:pt x="1540" y="471"/>
                      <a:pt x="1540" y="449"/>
                    </a:cubicBezTo>
                    <a:cubicBezTo>
                      <a:pt x="1604" y="449"/>
                      <a:pt x="1667" y="449"/>
                      <a:pt x="1733" y="449"/>
                    </a:cubicBezTo>
                    <a:cubicBezTo>
                      <a:pt x="1733" y="428"/>
                      <a:pt x="1733" y="407"/>
                      <a:pt x="1733" y="385"/>
                    </a:cubicBezTo>
                    <a:cubicBezTo>
                      <a:pt x="1817" y="385"/>
                      <a:pt x="1902" y="385"/>
                      <a:pt x="1989" y="385"/>
                    </a:cubicBezTo>
                    <a:cubicBezTo>
                      <a:pt x="1989" y="364"/>
                      <a:pt x="1989" y="343"/>
                      <a:pt x="1989" y="321"/>
                    </a:cubicBezTo>
                    <a:cubicBezTo>
                      <a:pt x="2095" y="321"/>
                      <a:pt x="2201" y="321"/>
                      <a:pt x="2310" y="321"/>
                    </a:cubicBezTo>
                    <a:cubicBezTo>
                      <a:pt x="2310" y="300"/>
                      <a:pt x="2310" y="279"/>
                      <a:pt x="2310" y="257"/>
                    </a:cubicBezTo>
                    <a:cubicBezTo>
                      <a:pt x="2416" y="257"/>
                      <a:pt x="2522" y="257"/>
                      <a:pt x="2631" y="257"/>
                    </a:cubicBezTo>
                    <a:cubicBezTo>
                      <a:pt x="2631" y="236"/>
                      <a:pt x="2631" y="214"/>
                      <a:pt x="2631" y="193"/>
                    </a:cubicBezTo>
                    <a:cubicBezTo>
                      <a:pt x="2758" y="193"/>
                      <a:pt x="2885" y="193"/>
                      <a:pt x="3016" y="193"/>
                    </a:cubicBezTo>
                    <a:cubicBezTo>
                      <a:pt x="3016" y="171"/>
                      <a:pt x="3016" y="150"/>
                      <a:pt x="3016" y="128"/>
                    </a:cubicBezTo>
                    <a:cubicBezTo>
                      <a:pt x="3164" y="128"/>
                      <a:pt x="3313" y="128"/>
                      <a:pt x="3465" y="128"/>
                    </a:cubicBezTo>
                    <a:cubicBezTo>
                      <a:pt x="3465" y="107"/>
                      <a:pt x="3465" y="86"/>
                      <a:pt x="3465" y="64"/>
                    </a:cubicBezTo>
                    <a:cubicBezTo>
                      <a:pt x="3635" y="64"/>
                      <a:pt x="3804" y="64"/>
                      <a:pt x="3979" y="64"/>
                    </a:cubicBezTo>
                    <a:cubicBezTo>
                      <a:pt x="3979" y="43"/>
                      <a:pt x="3979" y="22"/>
                      <a:pt x="397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08" cap="flat">
                <a:noFill/>
              </a:ln>
            </p:spPr>
          </p:sp>
          <p:sp>
            <p:nvSpPr>
              <p:cNvPr id="1812" name="ICON_C_MANIFEST_HEADER_path_006"/>
              <p:cNvSpPr/>
              <p:nvPr/>
            </p:nvSpPr>
            <p:spPr>
              <a:xfrm>
                <a:off x="1012173" y="7145486"/>
                <a:ext cx="18745" cy="18745"/>
              </a:xfrm>
              <a:custGeom>
                <a:avLst/>
                <a:gdLst/>
                <a:ahLst/>
                <a:cxnLst/>
                <a:rect l="0" t="0" r="r" b="b"/>
                <a:pathLst>
                  <a:path w="1476" h="1476" fill="norm" stroke="0">
                    <a:moveTo>
                      <a:pt x="578" y="0"/>
                    </a:moveTo>
                    <a:cubicBezTo>
                      <a:pt x="683" y="0"/>
                      <a:pt x="789" y="0"/>
                      <a:pt x="898" y="0"/>
                    </a:cubicBezTo>
                    <a:cubicBezTo>
                      <a:pt x="898" y="21"/>
                      <a:pt x="898" y="42"/>
                      <a:pt x="898" y="64"/>
                    </a:cubicBezTo>
                    <a:cubicBezTo>
                      <a:pt x="962" y="64"/>
                      <a:pt x="1026" y="64"/>
                      <a:pt x="1091" y="64"/>
                    </a:cubicBezTo>
                    <a:cubicBezTo>
                      <a:pt x="1091" y="85"/>
                      <a:pt x="1091" y="107"/>
                      <a:pt x="1091" y="128"/>
                    </a:cubicBezTo>
                    <a:cubicBezTo>
                      <a:pt x="1112" y="128"/>
                      <a:pt x="1133" y="128"/>
                      <a:pt x="1155" y="128"/>
                    </a:cubicBezTo>
                    <a:cubicBezTo>
                      <a:pt x="1155" y="150"/>
                      <a:pt x="1155" y="171"/>
                      <a:pt x="1155" y="193"/>
                    </a:cubicBezTo>
                    <a:cubicBezTo>
                      <a:pt x="1197" y="193"/>
                      <a:pt x="1240" y="193"/>
                      <a:pt x="1283" y="193"/>
                    </a:cubicBezTo>
                    <a:cubicBezTo>
                      <a:pt x="1283" y="214"/>
                      <a:pt x="1283" y="235"/>
                      <a:pt x="1283" y="257"/>
                    </a:cubicBezTo>
                    <a:cubicBezTo>
                      <a:pt x="1305" y="257"/>
                      <a:pt x="1326" y="257"/>
                      <a:pt x="1348" y="257"/>
                    </a:cubicBezTo>
                    <a:cubicBezTo>
                      <a:pt x="1348" y="299"/>
                      <a:pt x="1348" y="341"/>
                      <a:pt x="1348" y="385"/>
                    </a:cubicBezTo>
                    <a:cubicBezTo>
                      <a:pt x="1369" y="385"/>
                      <a:pt x="1390" y="385"/>
                      <a:pt x="1412" y="385"/>
                    </a:cubicBezTo>
                    <a:cubicBezTo>
                      <a:pt x="1412" y="427"/>
                      <a:pt x="1412" y="470"/>
                      <a:pt x="1412" y="513"/>
                    </a:cubicBezTo>
                    <a:cubicBezTo>
                      <a:pt x="1433" y="513"/>
                      <a:pt x="1454" y="513"/>
                      <a:pt x="1476" y="513"/>
                    </a:cubicBezTo>
                    <a:cubicBezTo>
                      <a:pt x="1476" y="640"/>
                      <a:pt x="1476" y="768"/>
                      <a:pt x="1476" y="898"/>
                    </a:cubicBezTo>
                    <a:cubicBezTo>
                      <a:pt x="1455" y="898"/>
                      <a:pt x="1434" y="898"/>
                      <a:pt x="1412" y="898"/>
                    </a:cubicBezTo>
                    <a:cubicBezTo>
                      <a:pt x="1412" y="962"/>
                      <a:pt x="1412" y="1026"/>
                      <a:pt x="1412" y="1091"/>
                    </a:cubicBezTo>
                    <a:cubicBezTo>
                      <a:pt x="1391" y="1091"/>
                      <a:pt x="1369" y="1091"/>
                      <a:pt x="1348" y="1091"/>
                    </a:cubicBezTo>
                    <a:cubicBezTo>
                      <a:pt x="1348" y="1112"/>
                      <a:pt x="1348" y="1133"/>
                      <a:pt x="1348" y="1155"/>
                    </a:cubicBezTo>
                    <a:cubicBezTo>
                      <a:pt x="1326" y="1155"/>
                      <a:pt x="1305" y="1155"/>
                      <a:pt x="1283" y="1155"/>
                    </a:cubicBezTo>
                    <a:cubicBezTo>
                      <a:pt x="1283" y="1176"/>
                      <a:pt x="1283" y="1197"/>
                      <a:pt x="1283" y="1219"/>
                    </a:cubicBezTo>
                    <a:cubicBezTo>
                      <a:pt x="1262" y="1219"/>
                      <a:pt x="1241" y="1219"/>
                      <a:pt x="1219" y="1219"/>
                    </a:cubicBezTo>
                    <a:cubicBezTo>
                      <a:pt x="1219" y="1240"/>
                      <a:pt x="1219" y="1262"/>
                      <a:pt x="1219" y="1283"/>
                    </a:cubicBezTo>
                    <a:cubicBezTo>
                      <a:pt x="1198" y="1283"/>
                      <a:pt x="1177" y="1283"/>
                      <a:pt x="1155" y="1283"/>
                    </a:cubicBezTo>
                    <a:cubicBezTo>
                      <a:pt x="1155" y="1305"/>
                      <a:pt x="1155" y="1326"/>
                      <a:pt x="1155" y="1348"/>
                    </a:cubicBezTo>
                    <a:cubicBezTo>
                      <a:pt x="1113" y="1348"/>
                      <a:pt x="1070" y="1348"/>
                      <a:pt x="1027" y="1348"/>
                    </a:cubicBezTo>
                    <a:cubicBezTo>
                      <a:pt x="1027" y="1369"/>
                      <a:pt x="1027" y="1390"/>
                      <a:pt x="1027" y="1412"/>
                    </a:cubicBezTo>
                    <a:cubicBezTo>
                      <a:pt x="984" y="1412"/>
                      <a:pt x="942" y="1412"/>
                      <a:pt x="898" y="1412"/>
                    </a:cubicBezTo>
                    <a:cubicBezTo>
                      <a:pt x="898" y="1433"/>
                      <a:pt x="898" y="1454"/>
                      <a:pt x="898" y="1476"/>
                    </a:cubicBezTo>
                    <a:cubicBezTo>
                      <a:pt x="793" y="1476"/>
                      <a:pt x="687" y="1476"/>
                      <a:pt x="578" y="1476"/>
                    </a:cubicBezTo>
                    <a:cubicBezTo>
                      <a:pt x="578" y="1455"/>
                      <a:pt x="578" y="1434"/>
                      <a:pt x="578" y="1412"/>
                    </a:cubicBezTo>
                    <a:cubicBezTo>
                      <a:pt x="514" y="1412"/>
                      <a:pt x="451" y="1412"/>
                      <a:pt x="385" y="1412"/>
                    </a:cubicBezTo>
                    <a:cubicBezTo>
                      <a:pt x="385" y="1391"/>
                      <a:pt x="385" y="1369"/>
                      <a:pt x="385" y="1348"/>
                    </a:cubicBezTo>
                    <a:cubicBezTo>
                      <a:pt x="364" y="1348"/>
                      <a:pt x="343" y="1348"/>
                      <a:pt x="321" y="1348"/>
                    </a:cubicBezTo>
                    <a:cubicBezTo>
                      <a:pt x="321" y="1326"/>
                      <a:pt x="321" y="1305"/>
                      <a:pt x="321" y="1283"/>
                    </a:cubicBezTo>
                    <a:cubicBezTo>
                      <a:pt x="300" y="1283"/>
                      <a:pt x="279" y="1283"/>
                      <a:pt x="257" y="1283"/>
                    </a:cubicBezTo>
                    <a:cubicBezTo>
                      <a:pt x="257" y="1262"/>
                      <a:pt x="257" y="1241"/>
                      <a:pt x="257" y="1219"/>
                    </a:cubicBezTo>
                    <a:cubicBezTo>
                      <a:pt x="236" y="1219"/>
                      <a:pt x="214" y="1219"/>
                      <a:pt x="193" y="1219"/>
                    </a:cubicBezTo>
                    <a:cubicBezTo>
                      <a:pt x="193" y="1198"/>
                      <a:pt x="193" y="1177"/>
                      <a:pt x="193" y="1155"/>
                    </a:cubicBezTo>
                    <a:cubicBezTo>
                      <a:pt x="171" y="1155"/>
                      <a:pt x="150" y="1155"/>
                      <a:pt x="128" y="1155"/>
                    </a:cubicBezTo>
                    <a:cubicBezTo>
                      <a:pt x="128" y="1134"/>
                      <a:pt x="128" y="1113"/>
                      <a:pt x="128" y="1091"/>
                    </a:cubicBezTo>
                    <a:cubicBezTo>
                      <a:pt x="107" y="1091"/>
                      <a:pt x="86" y="1091"/>
                      <a:pt x="64" y="1091"/>
                    </a:cubicBezTo>
                    <a:cubicBezTo>
                      <a:pt x="64" y="1027"/>
                      <a:pt x="64" y="964"/>
                      <a:pt x="64" y="898"/>
                    </a:cubicBezTo>
                    <a:cubicBezTo>
                      <a:pt x="43" y="898"/>
                      <a:pt x="22" y="898"/>
                      <a:pt x="0" y="898"/>
                    </a:cubicBezTo>
                    <a:cubicBezTo>
                      <a:pt x="0" y="793"/>
                      <a:pt x="0" y="687"/>
                      <a:pt x="0" y="578"/>
                    </a:cubicBezTo>
                    <a:cubicBezTo>
                      <a:pt x="21" y="578"/>
                      <a:pt x="42" y="578"/>
                      <a:pt x="64" y="578"/>
                    </a:cubicBezTo>
                    <a:cubicBezTo>
                      <a:pt x="64" y="514"/>
                      <a:pt x="64" y="451"/>
                      <a:pt x="64" y="385"/>
                    </a:cubicBezTo>
                    <a:cubicBezTo>
                      <a:pt x="85" y="385"/>
                      <a:pt x="107" y="385"/>
                      <a:pt x="128" y="385"/>
                    </a:cubicBezTo>
                    <a:cubicBezTo>
                      <a:pt x="128" y="364"/>
                      <a:pt x="128" y="343"/>
                      <a:pt x="128" y="321"/>
                    </a:cubicBezTo>
                    <a:cubicBezTo>
                      <a:pt x="150" y="321"/>
                      <a:pt x="171" y="321"/>
                      <a:pt x="193" y="321"/>
                    </a:cubicBezTo>
                    <a:cubicBezTo>
                      <a:pt x="193" y="300"/>
                      <a:pt x="193" y="279"/>
                      <a:pt x="193" y="257"/>
                    </a:cubicBezTo>
                    <a:cubicBezTo>
                      <a:pt x="214" y="257"/>
                      <a:pt x="235" y="257"/>
                      <a:pt x="257" y="257"/>
                    </a:cubicBezTo>
                    <a:cubicBezTo>
                      <a:pt x="257" y="236"/>
                      <a:pt x="257" y="214"/>
                      <a:pt x="257" y="193"/>
                    </a:cubicBezTo>
                    <a:cubicBezTo>
                      <a:pt x="278" y="193"/>
                      <a:pt x="299" y="193"/>
                      <a:pt x="321" y="193"/>
                    </a:cubicBezTo>
                    <a:cubicBezTo>
                      <a:pt x="321" y="171"/>
                      <a:pt x="321" y="150"/>
                      <a:pt x="321" y="128"/>
                    </a:cubicBezTo>
                    <a:cubicBezTo>
                      <a:pt x="342" y="128"/>
                      <a:pt x="363" y="128"/>
                      <a:pt x="385" y="128"/>
                    </a:cubicBezTo>
                    <a:cubicBezTo>
                      <a:pt x="385" y="107"/>
                      <a:pt x="385" y="86"/>
                      <a:pt x="385" y="64"/>
                    </a:cubicBezTo>
                    <a:cubicBezTo>
                      <a:pt x="449" y="64"/>
                      <a:pt x="512" y="64"/>
                      <a:pt x="578" y="64"/>
                    </a:cubicBezTo>
                    <a:cubicBezTo>
                      <a:pt x="578" y="43"/>
                      <a:pt x="578" y="22"/>
                      <a:pt x="578" y="0"/>
                    </a:cubicBezTo>
                    <a:close/>
                    <a:moveTo>
                      <a:pt x="513" y="385"/>
                    </a:moveTo>
                    <a:cubicBezTo>
                      <a:pt x="513" y="406"/>
                      <a:pt x="513" y="427"/>
                      <a:pt x="513" y="449"/>
                    </a:cubicBezTo>
                    <a:cubicBezTo>
                      <a:pt x="492" y="449"/>
                      <a:pt x="471" y="449"/>
                      <a:pt x="449" y="449"/>
                    </a:cubicBezTo>
                    <a:cubicBezTo>
                      <a:pt x="449" y="492"/>
                      <a:pt x="449" y="534"/>
                      <a:pt x="449" y="578"/>
                    </a:cubicBezTo>
                    <a:cubicBezTo>
                      <a:pt x="428" y="578"/>
                      <a:pt x="407" y="578"/>
                      <a:pt x="385" y="578"/>
                    </a:cubicBezTo>
                    <a:cubicBezTo>
                      <a:pt x="385" y="683"/>
                      <a:pt x="385" y="789"/>
                      <a:pt x="385" y="898"/>
                    </a:cubicBezTo>
                    <a:cubicBezTo>
                      <a:pt x="406" y="898"/>
                      <a:pt x="427" y="898"/>
                      <a:pt x="449" y="898"/>
                    </a:cubicBezTo>
                    <a:cubicBezTo>
                      <a:pt x="449" y="920"/>
                      <a:pt x="449" y="941"/>
                      <a:pt x="449" y="963"/>
                    </a:cubicBezTo>
                    <a:cubicBezTo>
                      <a:pt x="470" y="963"/>
                      <a:pt x="492" y="963"/>
                      <a:pt x="513" y="963"/>
                    </a:cubicBezTo>
                    <a:cubicBezTo>
                      <a:pt x="513" y="984"/>
                      <a:pt x="513" y="1005"/>
                      <a:pt x="513" y="1027"/>
                    </a:cubicBezTo>
                    <a:cubicBezTo>
                      <a:pt x="535" y="1027"/>
                      <a:pt x="556" y="1027"/>
                      <a:pt x="578" y="1027"/>
                    </a:cubicBezTo>
                    <a:cubicBezTo>
                      <a:pt x="578" y="1048"/>
                      <a:pt x="578" y="1069"/>
                      <a:pt x="578" y="1091"/>
                    </a:cubicBezTo>
                    <a:cubicBezTo>
                      <a:pt x="683" y="1091"/>
                      <a:pt x="789" y="1091"/>
                      <a:pt x="898" y="1091"/>
                    </a:cubicBezTo>
                    <a:cubicBezTo>
                      <a:pt x="898" y="1070"/>
                      <a:pt x="898" y="1049"/>
                      <a:pt x="898" y="1027"/>
                    </a:cubicBezTo>
                    <a:cubicBezTo>
                      <a:pt x="920" y="1027"/>
                      <a:pt x="941" y="1027"/>
                      <a:pt x="963" y="1027"/>
                    </a:cubicBezTo>
                    <a:cubicBezTo>
                      <a:pt x="963" y="1006"/>
                      <a:pt x="963" y="984"/>
                      <a:pt x="963" y="963"/>
                    </a:cubicBezTo>
                    <a:cubicBezTo>
                      <a:pt x="984" y="963"/>
                      <a:pt x="1005" y="963"/>
                      <a:pt x="1027" y="963"/>
                    </a:cubicBezTo>
                    <a:cubicBezTo>
                      <a:pt x="1027" y="941"/>
                      <a:pt x="1027" y="920"/>
                      <a:pt x="1027" y="898"/>
                    </a:cubicBezTo>
                    <a:cubicBezTo>
                      <a:pt x="1048" y="898"/>
                      <a:pt x="1069" y="898"/>
                      <a:pt x="1091" y="898"/>
                    </a:cubicBezTo>
                    <a:cubicBezTo>
                      <a:pt x="1091" y="771"/>
                      <a:pt x="1091" y="644"/>
                      <a:pt x="1091" y="513"/>
                    </a:cubicBezTo>
                    <a:cubicBezTo>
                      <a:pt x="1070" y="513"/>
                      <a:pt x="1049" y="513"/>
                      <a:pt x="1027" y="513"/>
                    </a:cubicBezTo>
                    <a:cubicBezTo>
                      <a:pt x="1027" y="492"/>
                      <a:pt x="1027" y="471"/>
                      <a:pt x="1027" y="449"/>
                    </a:cubicBezTo>
                    <a:cubicBezTo>
                      <a:pt x="1006" y="449"/>
                      <a:pt x="984" y="449"/>
                      <a:pt x="963" y="449"/>
                    </a:cubicBezTo>
                    <a:cubicBezTo>
                      <a:pt x="963" y="428"/>
                      <a:pt x="963" y="407"/>
                      <a:pt x="963" y="385"/>
                    </a:cubicBezTo>
                    <a:cubicBezTo>
                      <a:pt x="814" y="385"/>
                      <a:pt x="666" y="385"/>
                      <a:pt x="513" y="385"/>
                    </a:cubicBezTo>
                    <a:close/>
                  </a:path>
                </a:pathLst>
              </a:custGeom>
              <a:solidFill>
                <a:srgbClr val="251047"/>
              </a:solidFill>
              <a:ln w="408" cap="flat">
                <a:noFill/>
              </a:ln>
            </p:spPr>
          </p:sp>
          <p:sp>
            <p:nvSpPr>
              <p:cNvPr id="1813" name="ICON_C_MANIFEST_HEADER_path_007"/>
              <p:cNvSpPr/>
              <p:nvPr/>
            </p:nvSpPr>
            <p:spPr>
              <a:xfrm>
                <a:off x="1012173" y="7187867"/>
                <a:ext cx="18745" cy="17930"/>
              </a:xfrm>
              <a:custGeom>
                <a:avLst/>
                <a:gdLst/>
                <a:ahLst/>
                <a:cxnLst/>
                <a:rect l="0" t="0" r="r" b="b"/>
                <a:pathLst>
                  <a:path w="1476" h="1412" fill="norm" stroke="0">
                    <a:moveTo>
                      <a:pt x="449" y="0"/>
                    </a:moveTo>
                    <a:cubicBezTo>
                      <a:pt x="640" y="0"/>
                      <a:pt x="830" y="0"/>
                      <a:pt x="1027" y="0"/>
                    </a:cubicBezTo>
                    <a:cubicBezTo>
                      <a:pt x="1027" y="21"/>
                      <a:pt x="1027" y="42"/>
                      <a:pt x="1027" y="64"/>
                    </a:cubicBezTo>
                    <a:cubicBezTo>
                      <a:pt x="1069" y="64"/>
                      <a:pt x="1111" y="64"/>
                      <a:pt x="1155" y="64"/>
                    </a:cubicBezTo>
                    <a:cubicBezTo>
                      <a:pt x="1155" y="85"/>
                      <a:pt x="1155" y="107"/>
                      <a:pt x="1155" y="128"/>
                    </a:cubicBezTo>
                    <a:cubicBezTo>
                      <a:pt x="1176" y="128"/>
                      <a:pt x="1197" y="128"/>
                      <a:pt x="1219" y="128"/>
                    </a:cubicBezTo>
                    <a:cubicBezTo>
                      <a:pt x="1219" y="150"/>
                      <a:pt x="1219" y="171"/>
                      <a:pt x="1219" y="193"/>
                    </a:cubicBezTo>
                    <a:cubicBezTo>
                      <a:pt x="1240" y="193"/>
                      <a:pt x="1262" y="193"/>
                      <a:pt x="1283" y="193"/>
                    </a:cubicBezTo>
                    <a:cubicBezTo>
                      <a:pt x="1283" y="214"/>
                      <a:pt x="1283" y="235"/>
                      <a:pt x="1283" y="257"/>
                    </a:cubicBezTo>
                    <a:cubicBezTo>
                      <a:pt x="1305" y="257"/>
                      <a:pt x="1326" y="257"/>
                      <a:pt x="1348" y="257"/>
                    </a:cubicBezTo>
                    <a:cubicBezTo>
                      <a:pt x="1348" y="278"/>
                      <a:pt x="1348" y="299"/>
                      <a:pt x="1348" y="321"/>
                    </a:cubicBezTo>
                    <a:cubicBezTo>
                      <a:pt x="1369" y="321"/>
                      <a:pt x="1390" y="321"/>
                      <a:pt x="1412" y="321"/>
                    </a:cubicBezTo>
                    <a:cubicBezTo>
                      <a:pt x="1412" y="384"/>
                      <a:pt x="1412" y="448"/>
                      <a:pt x="1412" y="513"/>
                    </a:cubicBezTo>
                    <a:cubicBezTo>
                      <a:pt x="1433" y="513"/>
                      <a:pt x="1454" y="513"/>
                      <a:pt x="1476" y="513"/>
                    </a:cubicBezTo>
                    <a:cubicBezTo>
                      <a:pt x="1476" y="619"/>
                      <a:pt x="1476" y="725"/>
                      <a:pt x="1476" y="834"/>
                    </a:cubicBezTo>
                    <a:cubicBezTo>
                      <a:pt x="1455" y="834"/>
                      <a:pt x="1434" y="834"/>
                      <a:pt x="1412" y="834"/>
                    </a:cubicBezTo>
                    <a:cubicBezTo>
                      <a:pt x="1412" y="898"/>
                      <a:pt x="1412" y="961"/>
                      <a:pt x="1412" y="1027"/>
                    </a:cubicBezTo>
                    <a:cubicBezTo>
                      <a:pt x="1391" y="1027"/>
                      <a:pt x="1369" y="1027"/>
                      <a:pt x="1348" y="1027"/>
                    </a:cubicBezTo>
                    <a:cubicBezTo>
                      <a:pt x="1348" y="1069"/>
                      <a:pt x="1348" y="1111"/>
                      <a:pt x="1348" y="1155"/>
                    </a:cubicBezTo>
                    <a:cubicBezTo>
                      <a:pt x="1326" y="1155"/>
                      <a:pt x="1305" y="1155"/>
                      <a:pt x="1283" y="1155"/>
                    </a:cubicBezTo>
                    <a:cubicBezTo>
                      <a:pt x="1283" y="1176"/>
                      <a:pt x="1283" y="1197"/>
                      <a:pt x="1283" y="1219"/>
                    </a:cubicBezTo>
                    <a:cubicBezTo>
                      <a:pt x="1262" y="1219"/>
                      <a:pt x="1241" y="1219"/>
                      <a:pt x="1219" y="1219"/>
                    </a:cubicBezTo>
                    <a:cubicBezTo>
                      <a:pt x="1219" y="1240"/>
                      <a:pt x="1219" y="1262"/>
                      <a:pt x="1219" y="1283"/>
                    </a:cubicBezTo>
                    <a:cubicBezTo>
                      <a:pt x="1198" y="1283"/>
                      <a:pt x="1177" y="1283"/>
                      <a:pt x="1155" y="1283"/>
                    </a:cubicBezTo>
                    <a:cubicBezTo>
                      <a:pt x="1155" y="1305"/>
                      <a:pt x="1155" y="1326"/>
                      <a:pt x="1155" y="1348"/>
                    </a:cubicBezTo>
                    <a:cubicBezTo>
                      <a:pt x="1113" y="1348"/>
                      <a:pt x="1070" y="1348"/>
                      <a:pt x="1027" y="1348"/>
                    </a:cubicBezTo>
                    <a:cubicBezTo>
                      <a:pt x="1027" y="1369"/>
                      <a:pt x="1027" y="1390"/>
                      <a:pt x="1027" y="1412"/>
                    </a:cubicBezTo>
                    <a:cubicBezTo>
                      <a:pt x="836" y="1412"/>
                      <a:pt x="646" y="1412"/>
                      <a:pt x="449" y="1412"/>
                    </a:cubicBezTo>
                    <a:cubicBezTo>
                      <a:pt x="449" y="1391"/>
                      <a:pt x="449" y="1369"/>
                      <a:pt x="449" y="1348"/>
                    </a:cubicBezTo>
                    <a:cubicBezTo>
                      <a:pt x="407" y="1348"/>
                      <a:pt x="365" y="1348"/>
                      <a:pt x="321" y="1348"/>
                    </a:cubicBezTo>
                    <a:cubicBezTo>
                      <a:pt x="321" y="1326"/>
                      <a:pt x="321" y="1305"/>
                      <a:pt x="321" y="1283"/>
                    </a:cubicBezTo>
                    <a:cubicBezTo>
                      <a:pt x="300" y="1283"/>
                      <a:pt x="279" y="1283"/>
                      <a:pt x="257" y="1283"/>
                    </a:cubicBezTo>
                    <a:cubicBezTo>
                      <a:pt x="257" y="1262"/>
                      <a:pt x="257" y="1241"/>
                      <a:pt x="257" y="1219"/>
                    </a:cubicBezTo>
                    <a:cubicBezTo>
                      <a:pt x="236" y="1219"/>
                      <a:pt x="214" y="1219"/>
                      <a:pt x="193" y="1219"/>
                    </a:cubicBezTo>
                    <a:cubicBezTo>
                      <a:pt x="193" y="1198"/>
                      <a:pt x="193" y="1177"/>
                      <a:pt x="193" y="1155"/>
                    </a:cubicBezTo>
                    <a:cubicBezTo>
                      <a:pt x="171" y="1155"/>
                      <a:pt x="150" y="1155"/>
                      <a:pt x="128" y="1155"/>
                    </a:cubicBezTo>
                    <a:cubicBezTo>
                      <a:pt x="128" y="1113"/>
                      <a:pt x="128" y="1070"/>
                      <a:pt x="128" y="1027"/>
                    </a:cubicBezTo>
                    <a:cubicBezTo>
                      <a:pt x="107" y="1027"/>
                      <a:pt x="86" y="1027"/>
                      <a:pt x="64" y="1027"/>
                    </a:cubicBezTo>
                    <a:cubicBezTo>
                      <a:pt x="64" y="963"/>
                      <a:pt x="64" y="900"/>
                      <a:pt x="64" y="834"/>
                    </a:cubicBezTo>
                    <a:cubicBezTo>
                      <a:pt x="43" y="834"/>
                      <a:pt x="22" y="834"/>
                      <a:pt x="0" y="834"/>
                    </a:cubicBezTo>
                    <a:cubicBezTo>
                      <a:pt x="0" y="750"/>
                      <a:pt x="0" y="665"/>
                      <a:pt x="0" y="578"/>
                    </a:cubicBezTo>
                    <a:cubicBezTo>
                      <a:pt x="21" y="578"/>
                      <a:pt x="42" y="578"/>
                      <a:pt x="64" y="578"/>
                    </a:cubicBezTo>
                    <a:cubicBezTo>
                      <a:pt x="64" y="514"/>
                      <a:pt x="64" y="451"/>
                      <a:pt x="64" y="385"/>
                    </a:cubicBezTo>
                    <a:cubicBezTo>
                      <a:pt x="85" y="385"/>
                      <a:pt x="107" y="385"/>
                      <a:pt x="128" y="385"/>
                    </a:cubicBezTo>
                    <a:cubicBezTo>
                      <a:pt x="128" y="343"/>
                      <a:pt x="128" y="300"/>
                      <a:pt x="128" y="257"/>
                    </a:cubicBezTo>
                    <a:cubicBezTo>
                      <a:pt x="150" y="257"/>
                      <a:pt x="171" y="257"/>
                      <a:pt x="193" y="257"/>
                    </a:cubicBezTo>
                    <a:cubicBezTo>
                      <a:pt x="193" y="236"/>
                      <a:pt x="193" y="214"/>
                      <a:pt x="193" y="193"/>
                    </a:cubicBezTo>
                    <a:cubicBezTo>
                      <a:pt x="214" y="193"/>
                      <a:pt x="235" y="193"/>
                      <a:pt x="257" y="193"/>
                    </a:cubicBezTo>
                    <a:cubicBezTo>
                      <a:pt x="257" y="171"/>
                      <a:pt x="257" y="150"/>
                      <a:pt x="257" y="128"/>
                    </a:cubicBezTo>
                    <a:cubicBezTo>
                      <a:pt x="278" y="128"/>
                      <a:pt x="299" y="128"/>
                      <a:pt x="321" y="128"/>
                    </a:cubicBezTo>
                    <a:cubicBezTo>
                      <a:pt x="321" y="107"/>
                      <a:pt x="321" y="86"/>
                      <a:pt x="321" y="64"/>
                    </a:cubicBezTo>
                    <a:cubicBezTo>
                      <a:pt x="363" y="64"/>
                      <a:pt x="406" y="64"/>
                      <a:pt x="449" y="64"/>
                    </a:cubicBezTo>
                    <a:cubicBezTo>
                      <a:pt x="449" y="43"/>
                      <a:pt x="449" y="22"/>
                      <a:pt x="449" y="0"/>
                    </a:cubicBezTo>
                    <a:close/>
                    <a:moveTo>
                      <a:pt x="578" y="321"/>
                    </a:moveTo>
                    <a:cubicBezTo>
                      <a:pt x="578" y="342"/>
                      <a:pt x="578" y="363"/>
                      <a:pt x="578" y="385"/>
                    </a:cubicBezTo>
                    <a:cubicBezTo>
                      <a:pt x="556" y="385"/>
                      <a:pt x="535" y="385"/>
                      <a:pt x="513" y="385"/>
                    </a:cubicBezTo>
                    <a:cubicBezTo>
                      <a:pt x="513" y="406"/>
                      <a:pt x="513" y="427"/>
                      <a:pt x="513" y="449"/>
                    </a:cubicBezTo>
                    <a:cubicBezTo>
                      <a:pt x="492" y="449"/>
                      <a:pt x="471" y="449"/>
                      <a:pt x="449" y="449"/>
                    </a:cubicBezTo>
                    <a:cubicBezTo>
                      <a:pt x="449" y="470"/>
                      <a:pt x="449" y="492"/>
                      <a:pt x="449" y="513"/>
                    </a:cubicBezTo>
                    <a:cubicBezTo>
                      <a:pt x="428" y="513"/>
                      <a:pt x="407" y="513"/>
                      <a:pt x="385" y="513"/>
                    </a:cubicBezTo>
                    <a:cubicBezTo>
                      <a:pt x="385" y="640"/>
                      <a:pt x="385" y="768"/>
                      <a:pt x="385" y="898"/>
                    </a:cubicBezTo>
                    <a:cubicBezTo>
                      <a:pt x="406" y="898"/>
                      <a:pt x="427" y="898"/>
                      <a:pt x="449" y="898"/>
                    </a:cubicBezTo>
                    <a:cubicBezTo>
                      <a:pt x="449" y="920"/>
                      <a:pt x="449" y="941"/>
                      <a:pt x="449" y="963"/>
                    </a:cubicBezTo>
                    <a:cubicBezTo>
                      <a:pt x="470" y="963"/>
                      <a:pt x="492" y="963"/>
                      <a:pt x="513" y="963"/>
                    </a:cubicBezTo>
                    <a:cubicBezTo>
                      <a:pt x="513" y="984"/>
                      <a:pt x="513" y="1005"/>
                      <a:pt x="513" y="1027"/>
                    </a:cubicBezTo>
                    <a:cubicBezTo>
                      <a:pt x="535" y="1027"/>
                      <a:pt x="556" y="1027"/>
                      <a:pt x="578" y="1027"/>
                    </a:cubicBezTo>
                    <a:cubicBezTo>
                      <a:pt x="578" y="1048"/>
                      <a:pt x="578" y="1069"/>
                      <a:pt x="578" y="1091"/>
                    </a:cubicBezTo>
                    <a:cubicBezTo>
                      <a:pt x="683" y="1091"/>
                      <a:pt x="789" y="1091"/>
                      <a:pt x="898" y="1091"/>
                    </a:cubicBezTo>
                    <a:cubicBezTo>
                      <a:pt x="898" y="1070"/>
                      <a:pt x="898" y="1049"/>
                      <a:pt x="898" y="1027"/>
                    </a:cubicBezTo>
                    <a:cubicBezTo>
                      <a:pt x="920" y="1027"/>
                      <a:pt x="941" y="1027"/>
                      <a:pt x="963" y="1027"/>
                    </a:cubicBezTo>
                    <a:cubicBezTo>
                      <a:pt x="963" y="1006"/>
                      <a:pt x="963" y="984"/>
                      <a:pt x="963" y="963"/>
                    </a:cubicBezTo>
                    <a:cubicBezTo>
                      <a:pt x="984" y="963"/>
                      <a:pt x="1005" y="963"/>
                      <a:pt x="1027" y="963"/>
                    </a:cubicBezTo>
                    <a:cubicBezTo>
                      <a:pt x="1027" y="941"/>
                      <a:pt x="1027" y="920"/>
                      <a:pt x="1027" y="898"/>
                    </a:cubicBezTo>
                    <a:cubicBezTo>
                      <a:pt x="1048" y="898"/>
                      <a:pt x="1069" y="898"/>
                      <a:pt x="1091" y="898"/>
                    </a:cubicBezTo>
                    <a:cubicBezTo>
                      <a:pt x="1091" y="771"/>
                      <a:pt x="1091" y="644"/>
                      <a:pt x="1091" y="513"/>
                    </a:cubicBezTo>
                    <a:cubicBezTo>
                      <a:pt x="1070" y="513"/>
                      <a:pt x="1049" y="513"/>
                      <a:pt x="1027" y="513"/>
                    </a:cubicBezTo>
                    <a:cubicBezTo>
                      <a:pt x="1027" y="492"/>
                      <a:pt x="1027" y="471"/>
                      <a:pt x="1027" y="449"/>
                    </a:cubicBezTo>
                    <a:cubicBezTo>
                      <a:pt x="1006" y="449"/>
                      <a:pt x="984" y="449"/>
                      <a:pt x="963" y="449"/>
                    </a:cubicBezTo>
                    <a:cubicBezTo>
                      <a:pt x="963" y="428"/>
                      <a:pt x="963" y="407"/>
                      <a:pt x="963" y="385"/>
                    </a:cubicBezTo>
                    <a:cubicBezTo>
                      <a:pt x="941" y="385"/>
                      <a:pt x="920" y="385"/>
                      <a:pt x="898" y="385"/>
                    </a:cubicBezTo>
                    <a:cubicBezTo>
                      <a:pt x="898" y="364"/>
                      <a:pt x="898" y="343"/>
                      <a:pt x="898" y="321"/>
                    </a:cubicBezTo>
                    <a:cubicBezTo>
                      <a:pt x="793" y="321"/>
                      <a:pt x="687" y="321"/>
                      <a:pt x="578" y="321"/>
                    </a:cubicBezTo>
                    <a:close/>
                  </a:path>
                </a:pathLst>
              </a:custGeom>
              <a:solidFill>
                <a:srgbClr val="251047"/>
              </a:solidFill>
              <a:ln w="408" cap="flat">
                <a:noFill/>
              </a:ln>
            </p:spPr>
          </p:sp>
          <p:sp>
            <p:nvSpPr>
              <p:cNvPr id="1814" name="ICON_C_MANIFEST_HEADER_path_008"/>
              <p:cNvSpPr/>
              <p:nvPr/>
            </p:nvSpPr>
            <p:spPr>
              <a:xfrm>
                <a:off x="1012173" y="7104736"/>
                <a:ext cx="18745" cy="17930"/>
              </a:xfrm>
              <a:custGeom>
                <a:avLst/>
                <a:gdLst/>
                <a:ahLst/>
                <a:cxnLst/>
                <a:rect l="0" t="0" r="r" b="b"/>
                <a:pathLst>
                  <a:path w="1476" h="1412" fill="norm" stroke="0">
                    <a:moveTo>
                      <a:pt x="449" y="0"/>
                    </a:moveTo>
                    <a:cubicBezTo>
                      <a:pt x="640" y="0"/>
                      <a:pt x="830" y="0"/>
                      <a:pt x="1027" y="0"/>
                    </a:cubicBezTo>
                    <a:cubicBezTo>
                      <a:pt x="1027" y="21"/>
                      <a:pt x="1027" y="42"/>
                      <a:pt x="1027" y="64"/>
                    </a:cubicBezTo>
                    <a:cubicBezTo>
                      <a:pt x="1069" y="64"/>
                      <a:pt x="1111" y="64"/>
                      <a:pt x="1155" y="64"/>
                    </a:cubicBezTo>
                    <a:cubicBezTo>
                      <a:pt x="1155" y="85"/>
                      <a:pt x="1155" y="107"/>
                      <a:pt x="1155" y="128"/>
                    </a:cubicBezTo>
                    <a:cubicBezTo>
                      <a:pt x="1176" y="128"/>
                      <a:pt x="1197" y="128"/>
                      <a:pt x="1219" y="128"/>
                    </a:cubicBezTo>
                    <a:cubicBezTo>
                      <a:pt x="1219" y="150"/>
                      <a:pt x="1219" y="171"/>
                      <a:pt x="1219" y="193"/>
                    </a:cubicBezTo>
                    <a:cubicBezTo>
                      <a:pt x="1240" y="193"/>
                      <a:pt x="1262" y="193"/>
                      <a:pt x="1283" y="193"/>
                    </a:cubicBezTo>
                    <a:cubicBezTo>
                      <a:pt x="1283" y="214"/>
                      <a:pt x="1283" y="235"/>
                      <a:pt x="1283" y="257"/>
                    </a:cubicBezTo>
                    <a:cubicBezTo>
                      <a:pt x="1305" y="257"/>
                      <a:pt x="1326" y="257"/>
                      <a:pt x="1348" y="257"/>
                    </a:cubicBezTo>
                    <a:cubicBezTo>
                      <a:pt x="1348" y="278"/>
                      <a:pt x="1348" y="299"/>
                      <a:pt x="1348" y="321"/>
                    </a:cubicBezTo>
                    <a:cubicBezTo>
                      <a:pt x="1369" y="321"/>
                      <a:pt x="1390" y="321"/>
                      <a:pt x="1412" y="321"/>
                    </a:cubicBezTo>
                    <a:cubicBezTo>
                      <a:pt x="1412" y="384"/>
                      <a:pt x="1412" y="448"/>
                      <a:pt x="1412" y="513"/>
                    </a:cubicBezTo>
                    <a:cubicBezTo>
                      <a:pt x="1433" y="513"/>
                      <a:pt x="1454" y="513"/>
                      <a:pt x="1476" y="513"/>
                    </a:cubicBezTo>
                    <a:cubicBezTo>
                      <a:pt x="1476" y="619"/>
                      <a:pt x="1476" y="725"/>
                      <a:pt x="1476" y="834"/>
                    </a:cubicBezTo>
                    <a:cubicBezTo>
                      <a:pt x="1455" y="834"/>
                      <a:pt x="1434" y="834"/>
                      <a:pt x="1412" y="834"/>
                    </a:cubicBezTo>
                    <a:cubicBezTo>
                      <a:pt x="1412" y="898"/>
                      <a:pt x="1412" y="961"/>
                      <a:pt x="1412" y="1027"/>
                    </a:cubicBezTo>
                    <a:cubicBezTo>
                      <a:pt x="1391" y="1027"/>
                      <a:pt x="1369" y="1027"/>
                      <a:pt x="1348" y="1027"/>
                    </a:cubicBezTo>
                    <a:cubicBezTo>
                      <a:pt x="1348" y="1069"/>
                      <a:pt x="1348" y="1111"/>
                      <a:pt x="1348" y="1155"/>
                    </a:cubicBezTo>
                    <a:cubicBezTo>
                      <a:pt x="1326" y="1155"/>
                      <a:pt x="1305" y="1155"/>
                      <a:pt x="1283" y="1155"/>
                    </a:cubicBezTo>
                    <a:cubicBezTo>
                      <a:pt x="1283" y="1176"/>
                      <a:pt x="1283" y="1197"/>
                      <a:pt x="1283" y="1219"/>
                    </a:cubicBezTo>
                    <a:cubicBezTo>
                      <a:pt x="1262" y="1219"/>
                      <a:pt x="1241" y="1219"/>
                      <a:pt x="1219" y="1219"/>
                    </a:cubicBezTo>
                    <a:cubicBezTo>
                      <a:pt x="1219" y="1240"/>
                      <a:pt x="1219" y="1262"/>
                      <a:pt x="1219" y="1283"/>
                    </a:cubicBezTo>
                    <a:cubicBezTo>
                      <a:pt x="1177" y="1283"/>
                      <a:pt x="1135" y="1283"/>
                      <a:pt x="1091" y="1283"/>
                    </a:cubicBezTo>
                    <a:cubicBezTo>
                      <a:pt x="1091" y="1305"/>
                      <a:pt x="1091" y="1326"/>
                      <a:pt x="1091" y="1348"/>
                    </a:cubicBezTo>
                    <a:cubicBezTo>
                      <a:pt x="1049" y="1348"/>
                      <a:pt x="1006" y="1348"/>
                      <a:pt x="963" y="1348"/>
                    </a:cubicBezTo>
                    <a:cubicBezTo>
                      <a:pt x="963" y="1369"/>
                      <a:pt x="963" y="1390"/>
                      <a:pt x="963" y="1412"/>
                    </a:cubicBezTo>
                    <a:cubicBezTo>
                      <a:pt x="814" y="1412"/>
                      <a:pt x="666" y="1412"/>
                      <a:pt x="513" y="1412"/>
                    </a:cubicBezTo>
                    <a:cubicBezTo>
                      <a:pt x="513" y="1391"/>
                      <a:pt x="513" y="1369"/>
                      <a:pt x="513" y="1348"/>
                    </a:cubicBezTo>
                    <a:cubicBezTo>
                      <a:pt x="471" y="1348"/>
                      <a:pt x="429" y="1348"/>
                      <a:pt x="385" y="1348"/>
                    </a:cubicBezTo>
                    <a:cubicBezTo>
                      <a:pt x="385" y="1326"/>
                      <a:pt x="385" y="1305"/>
                      <a:pt x="385" y="1283"/>
                    </a:cubicBezTo>
                    <a:cubicBezTo>
                      <a:pt x="343" y="1283"/>
                      <a:pt x="300" y="1283"/>
                      <a:pt x="257" y="1283"/>
                    </a:cubicBezTo>
                    <a:cubicBezTo>
                      <a:pt x="257" y="1262"/>
                      <a:pt x="257" y="1241"/>
                      <a:pt x="257" y="1219"/>
                    </a:cubicBezTo>
                    <a:cubicBezTo>
                      <a:pt x="236" y="1219"/>
                      <a:pt x="214" y="1219"/>
                      <a:pt x="193" y="1219"/>
                    </a:cubicBezTo>
                    <a:cubicBezTo>
                      <a:pt x="193" y="1198"/>
                      <a:pt x="193" y="1177"/>
                      <a:pt x="193" y="1155"/>
                    </a:cubicBezTo>
                    <a:cubicBezTo>
                      <a:pt x="171" y="1155"/>
                      <a:pt x="150" y="1155"/>
                      <a:pt x="128" y="1155"/>
                    </a:cubicBezTo>
                    <a:cubicBezTo>
                      <a:pt x="128" y="1113"/>
                      <a:pt x="128" y="1070"/>
                      <a:pt x="128" y="1027"/>
                    </a:cubicBezTo>
                    <a:cubicBezTo>
                      <a:pt x="107" y="1027"/>
                      <a:pt x="86" y="1027"/>
                      <a:pt x="64" y="1027"/>
                    </a:cubicBezTo>
                    <a:cubicBezTo>
                      <a:pt x="64" y="963"/>
                      <a:pt x="64" y="900"/>
                      <a:pt x="64" y="834"/>
                    </a:cubicBezTo>
                    <a:cubicBezTo>
                      <a:pt x="43" y="834"/>
                      <a:pt x="22" y="834"/>
                      <a:pt x="0" y="834"/>
                    </a:cubicBezTo>
                    <a:cubicBezTo>
                      <a:pt x="0" y="728"/>
                      <a:pt x="0" y="622"/>
                      <a:pt x="0" y="513"/>
                    </a:cubicBezTo>
                    <a:cubicBezTo>
                      <a:pt x="21" y="513"/>
                      <a:pt x="42" y="513"/>
                      <a:pt x="64" y="513"/>
                    </a:cubicBezTo>
                    <a:cubicBezTo>
                      <a:pt x="64" y="471"/>
                      <a:pt x="64" y="429"/>
                      <a:pt x="64" y="385"/>
                    </a:cubicBezTo>
                    <a:cubicBezTo>
                      <a:pt x="85" y="385"/>
                      <a:pt x="107" y="385"/>
                      <a:pt x="128" y="385"/>
                    </a:cubicBezTo>
                    <a:cubicBezTo>
                      <a:pt x="128" y="343"/>
                      <a:pt x="128" y="300"/>
                      <a:pt x="128" y="257"/>
                    </a:cubicBezTo>
                    <a:cubicBezTo>
                      <a:pt x="150" y="257"/>
                      <a:pt x="171" y="257"/>
                      <a:pt x="193" y="257"/>
                    </a:cubicBezTo>
                    <a:cubicBezTo>
                      <a:pt x="193" y="236"/>
                      <a:pt x="193" y="214"/>
                      <a:pt x="193" y="193"/>
                    </a:cubicBezTo>
                    <a:cubicBezTo>
                      <a:pt x="214" y="193"/>
                      <a:pt x="235" y="193"/>
                      <a:pt x="257" y="193"/>
                    </a:cubicBezTo>
                    <a:cubicBezTo>
                      <a:pt x="257" y="171"/>
                      <a:pt x="257" y="150"/>
                      <a:pt x="257" y="128"/>
                    </a:cubicBezTo>
                    <a:cubicBezTo>
                      <a:pt x="278" y="128"/>
                      <a:pt x="299" y="128"/>
                      <a:pt x="321" y="128"/>
                    </a:cubicBezTo>
                    <a:cubicBezTo>
                      <a:pt x="321" y="107"/>
                      <a:pt x="321" y="86"/>
                      <a:pt x="321" y="64"/>
                    </a:cubicBezTo>
                    <a:cubicBezTo>
                      <a:pt x="363" y="64"/>
                      <a:pt x="406" y="64"/>
                      <a:pt x="449" y="64"/>
                    </a:cubicBezTo>
                    <a:cubicBezTo>
                      <a:pt x="449" y="43"/>
                      <a:pt x="449" y="22"/>
                      <a:pt x="449" y="0"/>
                    </a:cubicBezTo>
                    <a:close/>
                    <a:moveTo>
                      <a:pt x="578" y="321"/>
                    </a:moveTo>
                    <a:cubicBezTo>
                      <a:pt x="578" y="342"/>
                      <a:pt x="578" y="363"/>
                      <a:pt x="578" y="385"/>
                    </a:cubicBezTo>
                    <a:cubicBezTo>
                      <a:pt x="556" y="385"/>
                      <a:pt x="535" y="385"/>
                      <a:pt x="513" y="385"/>
                    </a:cubicBezTo>
                    <a:cubicBezTo>
                      <a:pt x="513" y="406"/>
                      <a:pt x="513" y="427"/>
                      <a:pt x="513" y="449"/>
                    </a:cubicBezTo>
                    <a:cubicBezTo>
                      <a:pt x="492" y="449"/>
                      <a:pt x="471" y="449"/>
                      <a:pt x="449" y="449"/>
                    </a:cubicBezTo>
                    <a:cubicBezTo>
                      <a:pt x="449" y="470"/>
                      <a:pt x="449" y="492"/>
                      <a:pt x="449" y="513"/>
                    </a:cubicBezTo>
                    <a:cubicBezTo>
                      <a:pt x="428" y="513"/>
                      <a:pt x="407" y="513"/>
                      <a:pt x="385" y="513"/>
                    </a:cubicBezTo>
                    <a:cubicBezTo>
                      <a:pt x="385" y="640"/>
                      <a:pt x="385" y="768"/>
                      <a:pt x="385" y="898"/>
                    </a:cubicBezTo>
                    <a:cubicBezTo>
                      <a:pt x="406" y="898"/>
                      <a:pt x="427" y="898"/>
                      <a:pt x="449" y="898"/>
                    </a:cubicBezTo>
                    <a:cubicBezTo>
                      <a:pt x="449" y="920"/>
                      <a:pt x="449" y="941"/>
                      <a:pt x="449" y="963"/>
                    </a:cubicBezTo>
                    <a:cubicBezTo>
                      <a:pt x="470" y="963"/>
                      <a:pt x="492" y="963"/>
                      <a:pt x="513" y="963"/>
                    </a:cubicBezTo>
                    <a:cubicBezTo>
                      <a:pt x="513" y="984"/>
                      <a:pt x="513" y="1005"/>
                      <a:pt x="513" y="1027"/>
                    </a:cubicBezTo>
                    <a:cubicBezTo>
                      <a:pt x="662" y="1027"/>
                      <a:pt x="810" y="1027"/>
                      <a:pt x="963" y="1027"/>
                    </a:cubicBezTo>
                    <a:cubicBezTo>
                      <a:pt x="963" y="1006"/>
                      <a:pt x="963" y="984"/>
                      <a:pt x="963" y="963"/>
                    </a:cubicBezTo>
                    <a:cubicBezTo>
                      <a:pt x="984" y="963"/>
                      <a:pt x="1005" y="963"/>
                      <a:pt x="1027" y="963"/>
                    </a:cubicBezTo>
                    <a:cubicBezTo>
                      <a:pt x="1027" y="941"/>
                      <a:pt x="1027" y="920"/>
                      <a:pt x="1027" y="898"/>
                    </a:cubicBezTo>
                    <a:cubicBezTo>
                      <a:pt x="1048" y="898"/>
                      <a:pt x="1069" y="898"/>
                      <a:pt x="1091" y="898"/>
                    </a:cubicBezTo>
                    <a:cubicBezTo>
                      <a:pt x="1091" y="750"/>
                      <a:pt x="1091" y="602"/>
                      <a:pt x="1091" y="449"/>
                    </a:cubicBezTo>
                    <a:cubicBezTo>
                      <a:pt x="1070" y="449"/>
                      <a:pt x="1049" y="449"/>
                      <a:pt x="1027" y="449"/>
                    </a:cubicBezTo>
                    <a:cubicBezTo>
                      <a:pt x="1027" y="428"/>
                      <a:pt x="1027" y="407"/>
                      <a:pt x="1027" y="385"/>
                    </a:cubicBezTo>
                    <a:cubicBezTo>
                      <a:pt x="1006" y="385"/>
                      <a:pt x="984" y="385"/>
                      <a:pt x="963" y="385"/>
                    </a:cubicBezTo>
                    <a:cubicBezTo>
                      <a:pt x="963" y="364"/>
                      <a:pt x="963" y="343"/>
                      <a:pt x="963" y="321"/>
                    </a:cubicBezTo>
                    <a:cubicBezTo>
                      <a:pt x="836" y="321"/>
                      <a:pt x="708" y="321"/>
                      <a:pt x="578" y="321"/>
                    </a:cubicBezTo>
                    <a:close/>
                  </a:path>
                </a:pathLst>
              </a:custGeom>
              <a:solidFill>
                <a:srgbClr val="251047"/>
              </a:solidFill>
              <a:ln w="408" cap="flat">
                <a:noFill/>
              </a:ln>
            </p:spPr>
          </p:sp>
          <p:sp>
            <p:nvSpPr>
              <p:cNvPr id="1815" name="ICON_C_MANIFEST_HEADER_path_009"/>
              <p:cNvSpPr/>
              <p:nvPr/>
            </p:nvSpPr>
            <p:spPr>
              <a:xfrm>
                <a:off x="900516" y="7072950"/>
                <a:ext cx="1630" cy="130402"/>
              </a:xfrm>
              <a:custGeom>
                <a:avLst/>
                <a:gdLst/>
                <a:ahLst/>
                <a:cxnLst/>
                <a:rect l="0" t="0" r="r" b="b"/>
                <a:pathLst>
                  <a:path w="128" h="10268" fill="norm" stroke="0">
                    <a:moveTo>
                      <a:pt x="64" y="0"/>
                    </a:moveTo>
                    <a:cubicBezTo>
                      <a:pt x="85" y="0"/>
                      <a:pt x="107" y="0"/>
                      <a:pt x="128" y="0"/>
                    </a:cubicBezTo>
                    <a:cubicBezTo>
                      <a:pt x="128" y="3388"/>
                      <a:pt x="128" y="6777"/>
                      <a:pt x="128" y="10268"/>
                    </a:cubicBezTo>
                    <a:cubicBezTo>
                      <a:pt x="107" y="10268"/>
                      <a:pt x="86" y="10268"/>
                      <a:pt x="64" y="10268"/>
                    </a:cubicBezTo>
                    <a:cubicBezTo>
                      <a:pt x="64" y="10183"/>
                      <a:pt x="64" y="10098"/>
                      <a:pt x="64" y="10011"/>
                    </a:cubicBezTo>
                    <a:cubicBezTo>
                      <a:pt x="43" y="10011"/>
                      <a:pt x="22" y="10011"/>
                      <a:pt x="0" y="10011"/>
                    </a:cubicBezTo>
                    <a:cubicBezTo>
                      <a:pt x="0" y="9905"/>
                      <a:pt x="0" y="9799"/>
                      <a:pt x="0" y="9690"/>
                    </a:cubicBezTo>
                    <a:cubicBezTo>
                      <a:pt x="21" y="9690"/>
                      <a:pt x="42" y="9690"/>
                      <a:pt x="64" y="9690"/>
                    </a:cubicBezTo>
                    <a:cubicBezTo>
                      <a:pt x="64" y="9457"/>
                      <a:pt x="64" y="9224"/>
                      <a:pt x="64" y="8984"/>
                    </a:cubicBezTo>
                    <a:cubicBezTo>
                      <a:pt x="43" y="8984"/>
                      <a:pt x="22" y="8984"/>
                      <a:pt x="0" y="8984"/>
                    </a:cubicBezTo>
                    <a:cubicBezTo>
                      <a:pt x="0" y="8878"/>
                      <a:pt x="0" y="8773"/>
                      <a:pt x="0" y="8664"/>
                    </a:cubicBezTo>
                    <a:cubicBezTo>
                      <a:pt x="21" y="8664"/>
                      <a:pt x="42" y="8664"/>
                      <a:pt x="64" y="8664"/>
                    </a:cubicBezTo>
                    <a:cubicBezTo>
                      <a:pt x="64" y="8452"/>
                      <a:pt x="64" y="8240"/>
                      <a:pt x="64" y="8022"/>
                    </a:cubicBezTo>
                    <a:cubicBezTo>
                      <a:pt x="43" y="8022"/>
                      <a:pt x="22" y="8022"/>
                      <a:pt x="0" y="8022"/>
                    </a:cubicBezTo>
                    <a:cubicBezTo>
                      <a:pt x="0" y="7831"/>
                      <a:pt x="0" y="7641"/>
                      <a:pt x="0" y="7444"/>
                    </a:cubicBezTo>
                    <a:cubicBezTo>
                      <a:pt x="21" y="7444"/>
                      <a:pt x="42" y="7444"/>
                      <a:pt x="64" y="7444"/>
                    </a:cubicBezTo>
                    <a:cubicBezTo>
                      <a:pt x="64" y="7232"/>
                      <a:pt x="64" y="7021"/>
                      <a:pt x="64" y="6802"/>
                    </a:cubicBezTo>
                    <a:cubicBezTo>
                      <a:pt x="43" y="6802"/>
                      <a:pt x="22" y="6802"/>
                      <a:pt x="0" y="6802"/>
                    </a:cubicBezTo>
                    <a:cubicBezTo>
                      <a:pt x="0" y="6718"/>
                      <a:pt x="0" y="6633"/>
                      <a:pt x="0" y="6546"/>
                    </a:cubicBezTo>
                    <a:cubicBezTo>
                      <a:pt x="21" y="6546"/>
                      <a:pt x="42" y="6546"/>
                      <a:pt x="64" y="6546"/>
                    </a:cubicBezTo>
                    <a:cubicBezTo>
                      <a:pt x="64" y="6440"/>
                      <a:pt x="64" y="6334"/>
                      <a:pt x="64" y="6225"/>
                    </a:cubicBezTo>
                    <a:cubicBezTo>
                      <a:pt x="43" y="6225"/>
                      <a:pt x="22" y="6225"/>
                      <a:pt x="0" y="6225"/>
                    </a:cubicBezTo>
                    <a:cubicBezTo>
                      <a:pt x="0" y="6183"/>
                      <a:pt x="0" y="6140"/>
                      <a:pt x="0" y="6097"/>
                    </a:cubicBezTo>
                    <a:cubicBezTo>
                      <a:pt x="21" y="6097"/>
                      <a:pt x="42" y="6097"/>
                      <a:pt x="64" y="6097"/>
                    </a:cubicBezTo>
                    <a:cubicBezTo>
                      <a:pt x="64" y="6033"/>
                      <a:pt x="64" y="5969"/>
                      <a:pt x="64" y="5904"/>
                    </a:cubicBezTo>
                    <a:cubicBezTo>
                      <a:pt x="43" y="5904"/>
                      <a:pt x="22" y="5904"/>
                      <a:pt x="0" y="5904"/>
                    </a:cubicBezTo>
                    <a:cubicBezTo>
                      <a:pt x="0" y="5777"/>
                      <a:pt x="0" y="5650"/>
                      <a:pt x="0" y="5519"/>
                    </a:cubicBezTo>
                    <a:cubicBezTo>
                      <a:pt x="21" y="5519"/>
                      <a:pt x="42" y="5519"/>
                      <a:pt x="64" y="5519"/>
                    </a:cubicBezTo>
                    <a:cubicBezTo>
                      <a:pt x="64" y="5477"/>
                      <a:pt x="64" y="5434"/>
                      <a:pt x="64" y="5391"/>
                    </a:cubicBezTo>
                    <a:cubicBezTo>
                      <a:pt x="43" y="5391"/>
                      <a:pt x="22" y="5391"/>
                      <a:pt x="0" y="5391"/>
                    </a:cubicBezTo>
                    <a:cubicBezTo>
                      <a:pt x="0" y="5348"/>
                      <a:pt x="0" y="5306"/>
                      <a:pt x="0" y="5262"/>
                    </a:cubicBezTo>
                    <a:cubicBezTo>
                      <a:pt x="21" y="5262"/>
                      <a:pt x="42" y="5262"/>
                      <a:pt x="64" y="5262"/>
                    </a:cubicBezTo>
                    <a:cubicBezTo>
                      <a:pt x="64" y="5114"/>
                      <a:pt x="64" y="4966"/>
                      <a:pt x="64" y="4813"/>
                    </a:cubicBezTo>
                    <a:cubicBezTo>
                      <a:pt x="43" y="4813"/>
                      <a:pt x="22" y="4813"/>
                      <a:pt x="0" y="4813"/>
                    </a:cubicBezTo>
                    <a:cubicBezTo>
                      <a:pt x="0" y="4728"/>
                      <a:pt x="0" y="4644"/>
                      <a:pt x="0" y="4556"/>
                    </a:cubicBezTo>
                    <a:cubicBezTo>
                      <a:pt x="21" y="4556"/>
                      <a:pt x="42" y="4556"/>
                      <a:pt x="64" y="4556"/>
                    </a:cubicBezTo>
                    <a:cubicBezTo>
                      <a:pt x="64" y="4387"/>
                      <a:pt x="64" y="4218"/>
                      <a:pt x="64" y="4043"/>
                    </a:cubicBezTo>
                    <a:cubicBezTo>
                      <a:pt x="43" y="4043"/>
                      <a:pt x="22" y="4043"/>
                      <a:pt x="0" y="4043"/>
                    </a:cubicBezTo>
                    <a:cubicBezTo>
                      <a:pt x="0" y="3958"/>
                      <a:pt x="0" y="3874"/>
                      <a:pt x="0" y="3786"/>
                    </a:cubicBezTo>
                    <a:cubicBezTo>
                      <a:pt x="21" y="3786"/>
                      <a:pt x="42" y="3786"/>
                      <a:pt x="64" y="3786"/>
                    </a:cubicBezTo>
                    <a:cubicBezTo>
                      <a:pt x="64" y="3596"/>
                      <a:pt x="64" y="3405"/>
                      <a:pt x="64" y="3209"/>
                    </a:cubicBezTo>
                    <a:cubicBezTo>
                      <a:pt x="43" y="3209"/>
                      <a:pt x="22" y="3209"/>
                      <a:pt x="0" y="3209"/>
                    </a:cubicBezTo>
                    <a:cubicBezTo>
                      <a:pt x="0" y="3103"/>
                      <a:pt x="0" y="2997"/>
                      <a:pt x="0" y="2888"/>
                    </a:cubicBezTo>
                    <a:cubicBezTo>
                      <a:pt x="21" y="2888"/>
                      <a:pt x="42" y="2888"/>
                      <a:pt x="64" y="2888"/>
                    </a:cubicBezTo>
                    <a:cubicBezTo>
                      <a:pt x="64" y="2824"/>
                      <a:pt x="64" y="2761"/>
                      <a:pt x="64" y="2695"/>
                    </a:cubicBezTo>
                    <a:cubicBezTo>
                      <a:pt x="43" y="2695"/>
                      <a:pt x="22" y="2695"/>
                      <a:pt x="0" y="2695"/>
                    </a:cubicBezTo>
                    <a:cubicBezTo>
                      <a:pt x="0" y="2674"/>
                      <a:pt x="0" y="2653"/>
                      <a:pt x="0" y="2631"/>
                    </a:cubicBezTo>
                    <a:cubicBezTo>
                      <a:pt x="21" y="2631"/>
                      <a:pt x="42" y="2631"/>
                      <a:pt x="64" y="2631"/>
                    </a:cubicBezTo>
                    <a:cubicBezTo>
                      <a:pt x="64" y="2504"/>
                      <a:pt x="64" y="2377"/>
                      <a:pt x="64" y="2246"/>
                    </a:cubicBezTo>
                    <a:cubicBezTo>
                      <a:pt x="43" y="2246"/>
                      <a:pt x="22" y="2246"/>
                      <a:pt x="0" y="2246"/>
                    </a:cubicBezTo>
                    <a:cubicBezTo>
                      <a:pt x="0" y="2183"/>
                      <a:pt x="0" y="2119"/>
                      <a:pt x="0" y="2054"/>
                    </a:cubicBezTo>
                    <a:cubicBezTo>
                      <a:pt x="21" y="2054"/>
                      <a:pt x="42" y="2054"/>
                      <a:pt x="64" y="2054"/>
                    </a:cubicBezTo>
                    <a:cubicBezTo>
                      <a:pt x="64" y="1863"/>
                      <a:pt x="64" y="1672"/>
                      <a:pt x="64" y="1476"/>
                    </a:cubicBezTo>
                    <a:cubicBezTo>
                      <a:pt x="43" y="1476"/>
                      <a:pt x="22" y="1476"/>
                      <a:pt x="0" y="1476"/>
                    </a:cubicBezTo>
                    <a:cubicBezTo>
                      <a:pt x="0" y="1328"/>
                      <a:pt x="0" y="1180"/>
                      <a:pt x="0" y="1027"/>
                    </a:cubicBezTo>
                    <a:cubicBezTo>
                      <a:pt x="21" y="1027"/>
                      <a:pt x="42" y="1027"/>
                      <a:pt x="64" y="1027"/>
                    </a:cubicBezTo>
                    <a:cubicBezTo>
                      <a:pt x="64" y="773"/>
                      <a:pt x="64" y="519"/>
                      <a:pt x="64" y="257"/>
                    </a:cubicBezTo>
                    <a:cubicBezTo>
                      <a:pt x="43" y="257"/>
                      <a:pt x="22" y="257"/>
                      <a:pt x="0" y="257"/>
                    </a:cubicBezTo>
                    <a:cubicBezTo>
                      <a:pt x="0" y="214"/>
                      <a:pt x="0" y="172"/>
                      <a:pt x="0" y="128"/>
                    </a:cubicBezTo>
                    <a:cubicBezTo>
                      <a:pt x="21" y="128"/>
                      <a:pt x="42" y="128"/>
                      <a:pt x="64" y="128"/>
                    </a:cubicBezTo>
                    <a:cubicBezTo>
                      <a:pt x="64" y="86"/>
                      <a:pt x="64" y="44"/>
                      <a:pt x="6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08" cap="flat">
                <a:noFill/>
              </a:ln>
            </p:spPr>
          </p:sp>
          <p:sp>
            <p:nvSpPr>
              <p:cNvPr id="1816" name="ICON_C_MANIFEST_HEADER_path_010"/>
              <p:cNvSpPr/>
              <p:nvPr/>
            </p:nvSpPr>
            <p:spPr>
              <a:xfrm>
                <a:off x="1048033" y="7074580"/>
                <a:ext cx="4075" cy="130402"/>
              </a:xfrm>
              <a:custGeom>
                <a:avLst/>
                <a:gdLst/>
                <a:ahLst/>
                <a:cxnLst/>
                <a:rect l="0" t="0" r="r" b="b"/>
                <a:pathLst>
                  <a:path w="321" h="10268" fill="norm" stroke="0">
                    <a:moveTo>
                      <a:pt x="64" y="0"/>
                    </a:moveTo>
                    <a:cubicBezTo>
                      <a:pt x="85" y="0"/>
                      <a:pt x="107" y="0"/>
                      <a:pt x="128" y="0"/>
                    </a:cubicBezTo>
                    <a:cubicBezTo>
                      <a:pt x="128" y="21"/>
                      <a:pt x="128" y="42"/>
                      <a:pt x="128" y="64"/>
                    </a:cubicBezTo>
                    <a:cubicBezTo>
                      <a:pt x="150" y="64"/>
                      <a:pt x="171" y="64"/>
                      <a:pt x="193" y="64"/>
                    </a:cubicBezTo>
                    <a:cubicBezTo>
                      <a:pt x="193" y="107"/>
                      <a:pt x="193" y="149"/>
                      <a:pt x="193" y="193"/>
                    </a:cubicBezTo>
                    <a:cubicBezTo>
                      <a:pt x="171" y="193"/>
                      <a:pt x="150" y="193"/>
                      <a:pt x="128" y="193"/>
                    </a:cubicBezTo>
                    <a:cubicBezTo>
                      <a:pt x="128" y="447"/>
                      <a:pt x="128" y="701"/>
                      <a:pt x="128" y="963"/>
                    </a:cubicBezTo>
                    <a:cubicBezTo>
                      <a:pt x="192" y="963"/>
                      <a:pt x="255" y="963"/>
                      <a:pt x="321" y="963"/>
                    </a:cubicBezTo>
                    <a:cubicBezTo>
                      <a:pt x="321" y="1068"/>
                      <a:pt x="321" y="1174"/>
                      <a:pt x="321" y="1283"/>
                    </a:cubicBezTo>
                    <a:cubicBezTo>
                      <a:pt x="257" y="1283"/>
                      <a:pt x="194" y="1283"/>
                      <a:pt x="128" y="1283"/>
                    </a:cubicBezTo>
                    <a:cubicBezTo>
                      <a:pt x="128" y="1940"/>
                      <a:pt x="128" y="2596"/>
                      <a:pt x="128" y="3273"/>
                    </a:cubicBezTo>
                    <a:cubicBezTo>
                      <a:pt x="150" y="3273"/>
                      <a:pt x="171" y="3273"/>
                      <a:pt x="193" y="3273"/>
                    </a:cubicBezTo>
                    <a:cubicBezTo>
                      <a:pt x="193" y="3294"/>
                      <a:pt x="193" y="3315"/>
                      <a:pt x="193" y="3337"/>
                    </a:cubicBezTo>
                    <a:cubicBezTo>
                      <a:pt x="235" y="3337"/>
                      <a:pt x="277" y="3337"/>
                      <a:pt x="321" y="3337"/>
                    </a:cubicBezTo>
                    <a:cubicBezTo>
                      <a:pt x="321" y="3379"/>
                      <a:pt x="321" y="3422"/>
                      <a:pt x="321" y="3465"/>
                    </a:cubicBezTo>
                    <a:cubicBezTo>
                      <a:pt x="257" y="3465"/>
                      <a:pt x="194" y="3465"/>
                      <a:pt x="128" y="3465"/>
                    </a:cubicBezTo>
                    <a:cubicBezTo>
                      <a:pt x="128" y="4567"/>
                      <a:pt x="128" y="5668"/>
                      <a:pt x="128" y="6802"/>
                    </a:cubicBezTo>
                    <a:cubicBezTo>
                      <a:pt x="192" y="6802"/>
                      <a:pt x="255" y="6802"/>
                      <a:pt x="321" y="6802"/>
                    </a:cubicBezTo>
                    <a:cubicBezTo>
                      <a:pt x="321" y="6887"/>
                      <a:pt x="321" y="6972"/>
                      <a:pt x="321" y="7059"/>
                    </a:cubicBezTo>
                    <a:cubicBezTo>
                      <a:pt x="257" y="7059"/>
                      <a:pt x="194" y="7059"/>
                      <a:pt x="128" y="7059"/>
                    </a:cubicBezTo>
                    <a:cubicBezTo>
                      <a:pt x="128" y="7716"/>
                      <a:pt x="128" y="8372"/>
                      <a:pt x="128" y="9049"/>
                    </a:cubicBezTo>
                    <a:cubicBezTo>
                      <a:pt x="192" y="9049"/>
                      <a:pt x="255" y="9049"/>
                      <a:pt x="321" y="9049"/>
                    </a:cubicBezTo>
                    <a:cubicBezTo>
                      <a:pt x="321" y="9070"/>
                      <a:pt x="321" y="9091"/>
                      <a:pt x="321" y="9113"/>
                    </a:cubicBezTo>
                    <a:cubicBezTo>
                      <a:pt x="279" y="9113"/>
                      <a:pt x="236" y="9113"/>
                      <a:pt x="193" y="9113"/>
                    </a:cubicBezTo>
                    <a:cubicBezTo>
                      <a:pt x="193" y="9134"/>
                      <a:pt x="193" y="9155"/>
                      <a:pt x="193" y="9177"/>
                    </a:cubicBezTo>
                    <a:cubicBezTo>
                      <a:pt x="171" y="9177"/>
                      <a:pt x="150" y="9177"/>
                      <a:pt x="128" y="9177"/>
                    </a:cubicBezTo>
                    <a:cubicBezTo>
                      <a:pt x="128" y="9516"/>
                      <a:pt x="128" y="9855"/>
                      <a:pt x="128" y="10204"/>
                    </a:cubicBezTo>
                    <a:cubicBezTo>
                      <a:pt x="107" y="10204"/>
                      <a:pt x="86" y="10204"/>
                      <a:pt x="64" y="10204"/>
                    </a:cubicBezTo>
                    <a:cubicBezTo>
                      <a:pt x="64" y="10225"/>
                      <a:pt x="64" y="10246"/>
                      <a:pt x="64" y="10268"/>
                    </a:cubicBezTo>
                    <a:cubicBezTo>
                      <a:pt x="43" y="10268"/>
                      <a:pt x="22" y="10268"/>
                      <a:pt x="0" y="10268"/>
                    </a:cubicBezTo>
                    <a:cubicBezTo>
                      <a:pt x="2" y="10258"/>
                      <a:pt x="5" y="10249"/>
                      <a:pt x="7" y="10239"/>
                    </a:cubicBezTo>
                    <a:cubicBezTo>
                      <a:pt x="30" y="10135"/>
                      <a:pt x="37" y="10036"/>
                      <a:pt x="37" y="9930"/>
                    </a:cubicBezTo>
                    <a:cubicBezTo>
                      <a:pt x="37" y="9912"/>
                      <a:pt x="37" y="9895"/>
                      <a:pt x="37" y="9878"/>
                    </a:cubicBezTo>
                    <a:cubicBezTo>
                      <a:pt x="37" y="9830"/>
                      <a:pt x="37" y="9782"/>
                      <a:pt x="37" y="9735"/>
                    </a:cubicBezTo>
                    <a:cubicBezTo>
                      <a:pt x="37" y="9683"/>
                      <a:pt x="37" y="9631"/>
                      <a:pt x="38" y="9579"/>
                    </a:cubicBezTo>
                    <a:cubicBezTo>
                      <a:pt x="38" y="9488"/>
                      <a:pt x="38" y="9397"/>
                      <a:pt x="38" y="9306"/>
                    </a:cubicBezTo>
                    <a:cubicBezTo>
                      <a:pt x="39" y="9171"/>
                      <a:pt x="39" y="9036"/>
                      <a:pt x="39" y="8901"/>
                    </a:cubicBezTo>
                    <a:cubicBezTo>
                      <a:pt x="40" y="8673"/>
                      <a:pt x="41" y="8446"/>
                      <a:pt x="41" y="8219"/>
                    </a:cubicBezTo>
                    <a:cubicBezTo>
                      <a:pt x="42" y="7993"/>
                      <a:pt x="43" y="7768"/>
                      <a:pt x="43" y="7543"/>
                    </a:cubicBezTo>
                    <a:cubicBezTo>
                      <a:pt x="43" y="7529"/>
                      <a:pt x="43" y="7515"/>
                      <a:pt x="43" y="7501"/>
                    </a:cubicBezTo>
                    <a:cubicBezTo>
                      <a:pt x="44" y="7430"/>
                      <a:pt x="44" y="7359"/>
                      <a:pt x="44" y="7288"/>
                    </a:cubicBezTo>
                    <a:cubicBezTo>
                      <a:pt x="46" y="6784"/>
                      <a:pt x="47" y="6280"/>
                      <a:pt x="48" y="5777"/>
                    </a:cubicBezTo>
                    <a:cubicBezTo>
                      <a:pt x="49" y="5288"/>
                      <a:pt x="51" y="4799"/>
                      <a:pt x="52" y="4310"/>
                    </a:cubicBezTo>
                    <a:cubicBezTo>
                      <a:pt x="52" y="4302"/>
                      <a:pt x="52" y="4302"/>
                      <a:pt x="52" y="4264"/>
                    </a:cubicBezTo>
                    <a:cubicBezTo>
                      <a:pt x="53" y="4112"/>
                      <a:pt x="53" y="3961"/>
                      <a:pt x="54" y="3810"/>
                    </a:cubicBezTo>
                    <a:cubicBezTo>
                      <a:pt x="55" y="3501"/>
                      <a:pt x="55" y="3193"/>
                      <a:pt x="56" y="2884"/>
                    </a:cubicBezTo>
                    <a:cubicBezTo>
                      <a:pt x="56" y="2870"/>
                      <a:pt x="56" y="2856"/>
                      <a:pt x="56" y="2841"/>
                    </a:cubicBezTo>
                    <a:cubicBezTo>
                      <a:pt x="59" y="1894"/>
                      <a:pt x="62" y="947"/>
                      <a:pt x="6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08" cap="flat">
                <a:noFill/>
              </a:ln>
            </p:spPr>
          </p:sp>
          <p:sp>
            <p:nvSpPr>
              <p:cNvPr id="1817" name="ICON_C_MANIFEST_HEADER_path_011"/>
              <p:cNvSpPr/>
              <p:nvPr/>
            </p:nvSpPr>
            <p:spPr>
              <a:xfrm>
                <a:off x="946157" y="7224495"/>
                <a:ext cx="57866" cy="4937"/>
              </a:xfrm>
              <a:custGeom>
                <a:avLst/>
                <a:gdLst/>
                <a:ahLst/>
                <a:cxnLst/>
                <a:rect l="0" t="0" r="r" b="b"/>
                <a:pathLst>
                  <a:path w="4556" h="389" fill="norm" stroke="0">
                    <a:moveTo>
                      <a:pt x="64" y="4"/>
                    </a:moveTo>
                    <a:cubicBezTo>
                      <a:pt x="128" y="3"/>
                      <a:pt x="191" y="2"/>
                      <a:pt x="254" y="2"/>
                    </a:cubicBezTo>
                    <a:cubicBezTo>
                      <a:pt x="276" y="2"/>
                      <a:pt x="297" y="2"/>
                      <a:pt x="319" y="1"/>
                    </a:cubicBezTo>
                    <a:cubicBezTo>
                      <a:pt x="350" y="1"/>
                      <a:pt x="381" y="1"/>
                      <a:pt x="412" y="1"/>
                    </a:cubicBezTo>
                    <a:cubicBezTo>
                      <a:pt x="422" y="0"/>
                      <a:pt x="431" y="0"/>
                      <a:pt x="441" y="0"/>
                    </a:cubicBezTo>
                    <a:cubicBezTo>
                      <a:pt x="465" y="0"/>
                      <a:pt x="489" y="2"/>
                      <a:pt x="513" y="4"/>
                    </a:cubicBezTo>
                    <a:cubicBezTo>
                      <a:pt x="524" y="14"/>
                      <a:pt x="535" y="25"/>
                      <a:pt x="545" y="36"/>
                    </a:cubicBezTo>
                    <a:cubicBezTo>
                      <a:pt x="575" y="41"/>
                      <a:pt x="575" y="41"/>
                      <a:pt x="611" y="42"/>
                    </a:cubicBezTo>
                    <a:cubicBezTo>
                      <a:pt x="624" y="43"/>
                      <a:pt x="638" y="44"/>
                      <a:pt x="652" y="44"/>
                    </a:cubicBezTo>
                    <a:cubicBezTo>
                      <a:pt x="659" y="45"/>
                      <a:pt x="659" y="45"/>
                      <a:pt x="696" y="46"/>
                    </a:cubicBezTo>
                    <a:cubicBezTo>
                      <a:pt x="703" y="46"/>
                      <a:pt x="703" y="46"/>
                      <a:pt x="741" y="48"/>
                    </a:cubicBezTo>
                    <a:cubicBezTo>
                      <a:pt x="781" y="50"/>
                      <a:pt x="820" y="51"/>
                      <a:pt x="860" y="53"/>
                    </a:cubicBezTo>
                    <a:cubicBezTo>
                      <a:pt x="900" y="54"/>
                      <a:pt x="941" y="56"/>
                      <a:pt x="981" y="58"/>
                    </a:cubicBezTo>
                    <a:cubicBezTo>
                      <a:pt x="1061" y="62"/>
                      <a:pt x="1140" y="65"/>
                      <a:pt x="1219" y="68"/>
                    </a:cubicBezTo>
                    <a:cubicBezTo>
                      <a:pt x="1219" y="89"/>
                      <a:pt x="1219" y="110"/>
                      <a:pt x="1219" y="132"/>
                    </a:cubicBezTo>
                    <a:cubicBezTo>
                      <a:pt x="1918" y="132"/>
                      <a:pt x="2617" y="132"/>
                      <a:pt x="3337" y="132"/>
                    </a:cubicBezTo>
                    <a:cubicBezTo>
                      <a:pt x="3337" y="111"/>
                      <a:pt x="3337" y="90"/>
                      <a:pt x="3337" y="68"/>
                    </a:cubicBezTo>
                    <a:cubicBezTo>
                      <a:pt x="3346" y="68"/>
                      <a:pt x="3355" y="67"/>
                      <a:pt x="3365" y="67"/>
                    </a:cubicBezTo>
                    <a:cubicBezTo>
                      <a:pt x="3451" y="64"/>
                      <a:pt x="3538" y="60"/>
                      <a:pt x="3624" y="57"/>
                    </a:cubicBezTo>
                    <a:cubicBezTo>
                      <a:pt x="3668" y="55"/>
                      <a:pt x="3713" y="54"/>
                      <a:pt x="3757" y="52"/>
                    </a:cubicBezTo>
                    <a:cubicBezTo>
                      <a:pt x="3800" y="50"/>
                      <a:pt x="3843" y="49"/>
                      <a:pt x="3886" y="47"/>
                    </a:cubicBezTo>
                    <a:cubicBezTo>
                      <a:pt x="3902" y="46"/>
                      <a:pt x="3919" y="46"/>
                      <a:pt x="3935" y="45"/>
                    </a:cubicBezTo>
                    <a:cubicBezTo>
                      <a:pt x="3958" y="44"/>
                      <a:pt x="3981" y="43"/>
                      <a:pt x="4004" y="42"/>
                    </a:cubicBezTo>
                    <a:cubicBezTo>
                      <a:pt x="4017" y="42"/>
                      <a:pt x="4030" y="41"/>
                      <a:pt x="4043" y="41"/>
                    </a:cubicBezTo>
                    <a:cubicBezTo>
                      <a:pt x="4075" y="36"/>
                      <a:pt x="4075" y="36"/>
                      <a:pt x="4107" y="4"/>
                    </a:cubicBezTo>
                    <a:cubicBezTo>
                      <a:pt x="4137" y="1"/>
                      <a:pt x="4165" y="0"/>
                      <a:pt x="4195" y="1"/>
                    </a:cubicBezTo>
                    <a:cubicBezTo>
                      <a:pt x="4199" y="1"/>
                      <a:pt x="4199" y="1"/>
                      <a:pt x="4220" y="1"/>
                    </a:cubicBezTo>
                    <a:cubicBezTo>
                      <a:pt x="4247" y="1"/>
                      <a:pt x="4275" y="1"/>
                      <a:pt x="4302" y="2"/>
                    </a:cubicBezTo>
                    <a:cubicBezTo>
                      <a:pt x="4320" y="2"/>
                      <a:pt x="4338" y="2"/>
                      <a:pt x="4357" y="2"/>
                    </a:cubicBezTo>
                    <a:cubicBezTo>
                      <a:pt x="4402" y="3"/>
                      <a:pt x="4447" y="3"/>
                      <a:pt x="4492" y="4"/>
                    </a:cubicBezTo>
                    <a:cubicBezTo>
                      <a:pt x="4492" y="25"/>
                      <a:pt x="4492" y="46"/>
                      <a:pt x="4492" y="68"/>
                    </a:cubicBezTo>
                    <a:cubicBezTo>
                      <a:pt x="4513" y="68"/>
                      <a:pt x="4535" y="68"/>
                      <a:pt x="4556" y="68"/>
                    </a:cubicBezTo>
                    <a:cubicBezTo>
                      <a:pt x="4556" y="89"/>
                      <a:pt x="4556" y="110"/>
                      <a:pt x="4556" y="132"/>
                    </a:cubicBezTo>
                    <a:cubicBezTo>
                      <a:pt x="4493" y="132"/>
                      <a:pt x="4429" y="132"/>
                      <a:pt x="4364" y="132"/>
                    </a:cubicBezTo>
                    <a:cubicBezTo>
                      <a:pt x="4364" y="111"/>
                      <a:pt x="4364" y="90"/>
                      <a:pt x="4364" y="68"/>
                    </a:cubicBezTo>
                    <a:cubicBezTo>
                      <a:pt x="4343" y="68"/>
                      <a:pt x="4321" y="68"/>
                      <a:pt x="4300" y="68"/>
                    </a:cubicBezTo>
                    <a:cubicBezTo>
                      <a:pt x="4300" y="89"/>
                      <a:pt x="4300" y="110"/>
                      <a:pt x="4300" y="132"/>
                    </a:cubicBezTo>
                    <a:cubicBezTo>
                      <a:pt x="4024" y="132"/>
                      <a:pt x="3749" y="132"/>
                      <a:pt x="3465" y="132"/>
                    </a:cubicBezTo>
                    <a:cubicBezTo>
                      <a:pt x="3465" y="174"/>
                      <a:pt x="3465" y="217"/>
                      <a:pt x="3465" y="260"/>
                    </a:cubicBezTo>
                    <a:cubicBezTo>
                      <a:pt x="3423" y="260"/>
                      <a:pt x="3381" y="260"/>
                      <a:pt x="3337" y="260"/>
                    </a:cubicBezTo>
                    <a:cubicBezTo>
                      <a:pt x="3337" y="303"/>
                      <a:pt x="3337" y="345"/>
                      <a:pt x="3337" y="389"/>
                    </a:cubicBezTo>
                    <a:cubicBezTo>
                      <a:pt x="3146" y="389"/>
                      <a:pt x="2956" y="389"/>
                      <a:pt x="2759" y="389"/>
                    </a:cubicBezTo>
                    <a:cubicBezTo>
                      <a:pt x="2759" y="346"/>
                      <a:pt x="2759" y="304"/>
                      <a:pt x="2759" y="260"/>
                    </a:cubicBezTo>
                    <a:cubicBezTo>
                      <a:pt x="2696" y="260"/>
                      <a:pt x="2632" y="260"/>
                      <a:pt x="2567" y="260"/>
                    </a:cubicBezTo>
                    <a:cubicBezTo>
                      <a:pt x="2567" y="303"/>
                      <a:pt x="2567" y="345"/>
                      <a:pt x="2567" y="389"/>
                    </a:cubicBezTo>
                    <a:cubicBezTo>
                      <a:pt x="2440" y="389"/>
                      <a:pt x="2313" y="389"/>
                      <a:pt x="2182" y="389"/>
                    </a:cubicBezTo>
                    <a:cubicBezTo>
                      <a:pt x="2182" y="346"/>
                      <a:pt x="2182" y="304"/>
                      <a:pt x="2182" y="260"/>
                    </a:cubicBezTo>
                    <a:cubicBezTo>
                      <a:pt x="2097" y="260"/>
                      <a:pt x="2013" y="260"/>
                      <a:pt x="1925" y="260"/>
                    </a:cubicBezTo>
                    <a:cubicBezTo>
                      <a:pt x="1925" y="303"/>
                      <a:pt x="1925" y="345"/>
                      <a:pt x="1925" y="389"/>
                    </a:cubicBezTo>
                    <a:cubicBezTo>
                      <a:pt x="1777" y="389"/>
                      <a:pt x="1629" y="389"/>
                      <a:pt x="1476" y="389"/>
                    </a:cubicBezTo>
                    <a:cubicBezTo>
                      <a:pt x="1476" y="346"/>
                      <a:pt x="1476" y="304"/>
                      <a:pt x="1476" y="260"/>
                    </a:cubicBezTo>
                    <a:cubicBezTo>
                      <a:pt x="1349" y="260"/>
                      <a:pt x="1222" y="260"/>
                      <a:pt x="1091" y="260"/>
                    </a:cubicBezTo>
                    <a:cubicBezTo>
                      <a:pt x="1091" y="239"/>
                      <a:pt x="1091" y="218"/>
                      <a:pt x="1091" y="196"/>
                    </a:cubicBezTo>
                    <a:cubicBezTo>
                      <a:pt x="1070" y="196"/>
                      <a:pt x="1049" y="196"/>
                      <a:pt x="1027" y="196"/>
                    </a:cubicBezTo>
                    <a:cubicBezTo>
                      <a:pt x="1027" y="175"/>
                      <a:pt x="1027" y="154"/>
                      <a:pt x="1027" y="132"/>
                    </a:cubicBezTo>
                    <a:cubicBezTo>
                      <a:pt x="836" y="132"/>
                      <a:pt x="646" y="132"/>
                      <a:pt x="449" y="132"/>
                    </a:cubicBezTo>
                    <a:cubicBezTo>
                      <a:pt x="449" y="111"/>
                      <a:pt x="449" y="90"/>
                      <a:pt x="449" y="68"/>
                    </a:cubicBezTo>
                    <a:cubicBezTo>
                      <a:pt x="386" y="68"/>
                      <a:pt x="322" y="68"/>
                      <a:pt x="257" y="68"/>
                    </a:cubicBezTo>
                    <a:cubicBezTo>
                      <a:pt x="257" y="89"/>
                      <a:pt x="257" y="110"/>
                      <a:pt x="257" y="132"/>
                    </a:cubicBezTo>
                    <a:cubicBezTo>
                      <a:pt x="172" y="132"/>
                      <a:pt x="87" y="132"/>
                      <a:pt x="0" y="132"/>
                    </a:cubicBezTo>
                    <a:cubicBezTo>
                      <a:pt x="0" y="111"/>
                      <a:pt x="0" y="90"/>
                      <a:pt x="0" y="68"/>
                    </a:cubicBezTo>
                    <a:cubicBezTo>
                      <a:pt x="21" y="68"/>
                      <a:pt x="42" y="68"/>
                      <a:pt x="64" y="68"/>
                    </a:cubicBezTo>
                    <a:cubicBezTo>
                      <a:pt x="64" y="47"/>
                      <a:pt x="64" y="26"/>
                      <a:pt x="64" y="4"/>
                    </a:cubicBezTo>
                    <a:close/>
                  </a:path>
                </a:pathLst>
              </a:custGeom>
              <a:solidFill>
                <a:srgbClr val="ACB5E9"/>
              </a:solidFill>
              <a:ln w="408" cap="flat">
                <a:noFill/>
              </a:ln>
            </p:spPr>
          </p:sp>
          <p:sp>
            <p:nvSpPr>
              <p:cNvPr id="1818" name="ICON_C_MANIFEST_HEADER_path_012"/>
              <p:cNvSpPr/>
              <p:nvPr/>
            </p:nvSpPr>
            <p:spPr>
              <a:xfrm>
                <a:off x="1017063" y="7191942"/>
                <a:ext cx="8965" cy="9780"/>
              </a:xfrm>
              <a:custGeom>
                <a:avLst/>
                <a:gdLst/>
                <a:ahLst/>
                <a:cxnLst/>
                <a:rect l="0" t="0" r="r" b="b"/>
                <a:pathLst>
                  <a:path w="706" h="770" fill="norm" stroke="0">
                    <a:moveTo>
                      <a:pt x="193" y="0"/>
                    </a:moveTo>
                    <a:cubicBezTo>
                      <a:pt x="298" y="0"/>
                      <a:pt x="404" y="0"/>
                      <a:pt x="513" y="0"/>
                    </a:cubicBezTo>
                    <a:cubicBezTo>
                      <a:pt x="513" y="21"/>
                      <a:pt x="513" y="42"/>
                      <a:pt x="513" y="64"/>
                    </a:cubicBezTo>
                    <a:cubicBezTo>
                      <a:pt x="535" y="64"/>
                      <a:pt x="556" y="64"/>
                      <a:pt x="578" y="64"/>
                    </a:cubicBezTo>
                    <a:cubicBezTo>
                      <a:pt x="578" y="85"/>
                      <a:pt x="578" y="107"/>
                      <a:pt x="578" y="128"/>
                    </a:cubicBezTo>
                    <a:cubicBezTo>
                      <a:pt x="599" y="128"/>
                      <a:pt x="620" y="128"/>
                      <a:pt x="642" y="128"/>
                    </a:cubicBezTo>
                    <a:cubicBezTo>
                      <a:pt x="642" y="150"/>
                      <a:pt x="642" y="171"/>
                      <a:pt x="642" y="193"/>
                    </a:cubicBezTo>
                    <a:cubicBezTo>
                      <a:pt x="663" y="193"/>
                      <a:pt x="684" y="193"/>
                      <a:pt x="706" y="193"/>
                    </a:cubicBezTo>
                    <a:cubicBezTo>
                      <a:pt x="706" y="320"/>
                      <a:pt x="706" y="447"/>
                      <a:pt x="706" y="578"/>
                    </a:cubicBezTo>
                    <a:cubicBezTo>
                      <a:pt x="685" y="578"/>
                      <a:pt x="664" y="578"/>
                      <a:pt x="642" y="578"/>
                    </a:cubicBezTo>
                    <a:cubicBezTo>
                      <a:pt x="642" y="599"/>
                      <a:pt x="642" y="620"/>
                      <a:pt x="642" y="642"/>
                    </a:cubicBezTo>
                    <a:cubicBezTo>
                      <a:pt x="621" y="642"/>
                      <a:pt x="599" y="642"/>
                      <a:pt x="578" y="642"/>
                    </a:cubicBezTo>
                    <a:cubicBezTo>
                      <a:pt x="578" y="663"/>
                      <a:pt x="578" y="684"/>
                      <a:pt x="578" y="706"/>
                    </a:cubicBezTo>
                    <a:cubicBezTo>
                      <a:pt x="556" y="706"/>
                      <a:pt x="535" y="706"/>
                      <a:pt x="513" y="706"/>
                    </a:cubicBezTo>
                    <a:cubicBezTo>
                      <a:pt x="513" y="727"/>
                      <a:pt x="513" y="748"/>
                      <a:pt x="513" y="770"/>
                    </a:cubicBezTo>
                    <a:cubicBezTo>
                      <a:pt x="408" y="770"/>
                      <a:pt x="302" y="770"/>
                      <a:pt x="193" y="770"/>
                    </a:cubicBezTo>
                    <a:cubicBezTo>
                      <a:pt x="193" y="749"/>
                      <a:pt x="193" y="728"/>
                      <a:pt x="193" y="706"/>
                    </a:cubicBezTo>
                    <a:cubicBezTo>
                      <a:pt x="171" y="706"/>
                      <a:pt x="150" y="706"/>
                      <a:pt x="128" y="706"/>
                    </a:cubicBezTo>
                    <a:cubicBezTo>
                      <a:pt x="128" y="685"/>
                      <a:pt x="128" y="664"/>
                      <a:pt x="128" y="642"/>
                    </a:cubicBezTo>
                    <a:cubicBezTo>
                      <a:pt x="107" y="642"/>
                      <a:pt x="86" y="642"/>
                      <a:pt x="64" y="642"/>
                    </a:cubicBezTo>
                    <a:cubicBezTo>
                      <a:pt x="64" y="621"/>
                      <a:pt x="64" y="599"/>
                      <a:pt x="64" y="578"/>
                    </a:cubicBezTo>
                    <a:cubicBezTo>
                      <a:pt x="43" y="578"/>
                      <a:pt x="22" y="578"/>
                      <a:pt x="0" y="578"/>
                    </a:cubicBezTo>
                    <a:cubicBezTo>
                      <a:pt x="0" y="451"/>
                      <a:pt x="0" y="323"/>
                      <a:pt x="0" y="193"/>
                    </a:cubicBezTo>
                    <a:cubicBezTo>
                      <a:pt x="21" y="193"/>
                      <a:pt x="42" y="193"/>
                      <a:pt x="64" y="193"/>
                    </a:cubicBezTo>
                    <a:cubicBezTo>
                      <a:pt x="64" y="171"/>
                      <a:pt x="64" y="150"/>
                      <a:pt x="64" y="128"/>
                    </a:cubicBezTo>
                    <a:cubicBezTo>
                      <a:pt x="85" y="128"/>
                      <a:pt x="107" y="128"/>
                      <a:pt x="128" y="128"/>
                    </a:cubicBezTo>
                    <a:cubicBezTo>
                      <a:pt x="128" y="107"/>
                      <a:pt x="128" y="86"/>
                      <a:pt x="128" y="64"/>
                    </a:cubicBezTo>
                    <a:cubicBezTo>
                      <a:pt x="150" y="64"/>
                      <a:pt x="171" y="64"/>
                      <a:pt x="193" y="64"/>
                    </a:cubicBezTo>
                    <a:cubicBezTo>
                      <a:pt x="193" y="43"/>
                      <a:pt x="193" y="22"/>
                      <a:pt x="193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408" cap="flat">
                <a:noFill/>
              </a:ln>
            </p:spPr>
          </p:sp>
          <p:sp>
            <p:nvSpPr>
              <p:cNvPr id="1819" name="ICON_C_MANIFEST_HEADER_path_013"/>
              <p:cNvSpPr/>
              <p:nvPr/>
            </p:nvSpPr>
            <p:spPr>
              <a:xfrm>
                <a:off x="1017063" y="7108811"/>
                <a:ext cx="8965" cy="8965"/>
              </a:xfrm>
              <a:custGeom>
                <a:avLst/>
                <a:gdLst/>
                <a:ahLst/>
                <a:cxnLst/>
                <a:rect l="0" t="0" r="r" b="b"/>
                <a:pathLst>
                  <a:path w="706" h="706" fill="norm" stroke="0">
                    <a:moveTo>
                      <a:pt x="193" y="0"/>
                    </a:moveTo>
                    <a:cubicBezTo>
                      <a:pt x="320" y="0"/>
                      <a:pt x="447" y="0"/>
                      <a:pt x="578" y="0"/>
                    </a:cubicBezTo>
                    <a:cubicBezTo>
                      <a:pt x="578" y="21"/>
                      <a:pt x="578" y="42"/>
                      <a:pt x="578" y="64"/>
                    </a:cubicBezTo>
                    <a:cubicBezTo>
                      <a:pt x="599" y="64"/>
                      <a:pt x="620" y="64"/>
                      <a:pt x="642" y="64"/>
                    </a:cubicBezTo>
                    <a:cubicBezTo>
                      <a:pt x="642" y="85"/>
                      <a:pt x="642" y="107"/>
                      <a:pt x="642" y="128"/>
                    </a:cubicBezTo>
                    <a:cubicBezTo>
                      <a:pt x="663" y="128"/>
                      <a:pt x="684" y="128"/>
                      <a:pt x="706" y="128"/>
                    </a:cubicBezTo>
                    <a:cubicBezTo>
                      <a:pt x="706" y="277"/>
                      <a:pt x="706" y="425"/>
                      <a:pt x="706" y="578"/>
                    </a:cubicBezTo>
                    <a:cubicBezTo>
                      <a:pt x="685" y="578"/>
                      <a:pt x="664" y="578"/>
                      <a:pt x="642" y="578"/>
                    </a:cubicBezTo>
                    <a:cubicBezTo>
                      <a:pt x="642" y="599"/>
                      <a:pt x="642" y="620"/>
                      <a:pt x="642" y="642"/>
                    </a:cubicBezTo>
                    <a:cubicBezTo>
                      <a:pt x="621" y="642"/>
                      <a:pt x="599" y="642"/>
                      <a:pt x="578" y="642"/>
                    </a:cubicBezTo>
                    <a:cubicBezTo>
                      <a:pt x="578" y="663"/>
                      <a:pt x="578" y="684"/>
                      <a:pt x="578" y="706"/>
                    </a:cubicBezTo>
                    <a:cubicBezTo>
                      <a:pt x="429" y="706"/>
                      <a:pt x="281" y="706"/>
                      <a:pt x="128" y="706"/>
                    </a:cubicBezTo>
                    <a:cubicBezTo>
                      <a:pt x="128" y="685"/>
                      <a:pt x="128" y="664"/>
                      <a:pt x="128" y="642"/>
                    </a:cubicBezTo>
                    <a:cubicBezTo>
                      <a:pt x="107" y="642"/>
                      <a:pt x="86" y="642"/>
                      <a:pt x="64" y="642"/>
                    </a:cubicBezTo>
                    <a:cubicBezTo>
                      <a:pt x="64" y="621"/>
                      <a:pt x="64" y="599"/>
                      <a:pt x="64" y="578"/>
                    </a:cubicBezTo>
                    <a:cubicBezTo>
                      <a:pt x="43" y="578"/>
                      <a:pt x="22" y="578"/>
                      <a:pt x="0" y="578"/>
                    </a:cubicBezTo>
                    <a:cubicBezTo>
                      <a:pt x="0" y="451"/>
                      <a:pt x="0" y="323"/>
                      <a:pt x="0" y="193"/>
                    </a:cubicBezTo>
                    <a:cubicBezTo>
                      <a:pt x="21" y="193"/>
                      <a:pt x="42" y="193"/>
                      <a:pt x="64" y="193"/>
                    </a:cubicBezTo>
                    <a:cubicBezTo>
                      <a:pt x="64" y="171"/>
                      <a:pt x="64" y="150"/>
                      <a:pt x="64" y="128"/>
                    </a:cubicBezTo>
                    <a:cubicBezTo>
                      <a:pt x="85" y="128"/>
                      <a:pt x="107" y="128"/>
                      <a:pt x="128" y="128"/>
                    </a:cubicBezTo>
                    <a:cubicBezTo>
                      <a:pt x="128" y="107"/>
                      <a:pt x="128" y="86"/>
                      <a:pt x="128" y="64"/>
                    </a:cubicBezTo>
                    <a:cubicBezTo>
                      <a:pt x="150" y="64"/>
                      <a:pt x="171" y="64"/>
                      <a:pt x="193" y="64"/>
                    </a:cubicBezTo>
                    <a:cubicBezTo>
                      <a:pt x="193" y="43"/>
                      <a:pt x="193" y="22"/>
                      <a:pt x="193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408" cap="flat">
                <a:noFill/>
              </a:ln>
            </p:spPr>
          </p:sp>
          <p:sp>
            <p:nvSpPr>
              <p:cNvPr id="1820" name="ICON_C_MANIFEST_HEADER_path_014"/>
              <p:cNvSpPr/>
              <p:nvPr/>
            </p:nvSpPr>
            <p:spPr>
              <a:xfrm>
                <a:off x="1017063" y="7150376"/>
                <a:ext cx="8965" cy="8965"/>
              </a:xfrm>
              <a:custGeom>
                <a:avLst/>
                <a:gdLst/>
                <a:ahLst/>
                <a:cxnLst/>
                <a:rect l="0" t="0" r="r" b="b"/>
                <a:pathLst>
                  <a:path w="706" h="706" fill="norm" stroke="0">
                    <a:moveTo>
                      <a:pt x="128" y="0"/>
                    </a:moveTo>
                    <a:cubicBezTo>
                      <a:pt x="277" y="0"/>
                      <a:pt x="425" y="0"/>
                      <a:pt x="578" y="0"/>
                    </a:cubicBezTo>
                    <a:cubicBezTo>
                      <a:pt x="578" y="21"/>
                      <a:pt x="578" y="42"/>
                      <a:pt x="578" y="64"/>
                    </a:cubicBezTo>
                    <a:cubicBezTo>
                      <a:pt x="599" y="64"/>
                      <a:pt x="620" y="64"/>
                      <a:pt x="642" y="64"/>
                    </a:cubicBezTo>
                    <a:cubicBezTo>
                      <a:pt x="642" y="85"/>
                      <a:pt x="642" y="107"/>
                      <a:pt x="642" y="128"/>
                    </a:cubicBezTo>
                    <a:cubicBezTo>
                      <a:pt x="663" y="128"/>
                      <a:pt x="684" y="128"/>
                      <a:pt x="706" y="128"/>
                    </a:cubicBezTo>
                    <a:cubicBezTo>
                      <a:pt x="706" y="255"/>
                      <a:pt x="706" y="382"/>
                      <a:pt x="706" y="513"/>
                    </a:cubicBezTo>
                    <a:cubicBezTo>
                      <a:pt x="685" y="513"/>
                      <a:pt x="664" y="513"/>
                      <a:pt x="642" y="513"/>
                    </a:cubicBezTo>
                    <a:cubicBezTo>
                      <a:pt x="642" y="535"/>
                      <a:pt x="642" y="556"/>
                      <a:pt x="642" y="578"/>
                    </a:cubicBezTo>
                    <a:cubicBezTo>
                      <a:pt x="621" y="578"/>
                      <a:pt x="599" y="578"/>
                      <a:pt x="578" y="578"/>
                    </a:cubicBezTo>
                    <a:cubicBezTo>
                      <a:pt x="578" y="599"/>
                      <a:pt x="578" y="620"/>
                      <a:pt x="578" y="642"/>
                    </a:cubicBezTo>
                    <a:cubicBezTo>
                      <a:pt x="556" y="642"/>
                      <a:pt x="535" y="642"/>
                      <a:pt x="513" y="642"/>
                    </a:cubicBezTo>
                    <a:cubicBezTo>
                      <a:pt x="513" y="663"/>
                      <a:pt x="513" y="684"/>
                      <a:pt x="513" y="706"/>
                    </a:cubicBezTo>
                    <a:cubicBezTo>
                      <a:pt x="408" y="706"/>
                      <a:pt x="302" y="706"/>
                      <a:pt x="193" y="706"/>
                    </a:cubicBezTo>
                    <a:cubicBezTo>
                      <a:pt x="193" y="685"/>
                      <a:pt x="193" y="664"/>
                      <a:pt x="193" y="642"/>
                    </a:cubicBezTo>
                    <a:cubicBezTo>
                      <a:pt x="171" y="642"/>
                      <a:pt x="150" y="642"/>
                      <a:pt x="128" y="642"/>
                    </a:cubicBezTo>
                    <a:cubicBezTo>
                      <a:pt x="128" y="621"/>
                      <a:pt x="128" y="599"/>
                      <a:pt x="128" y="578"/>
                    </a:cubicBezTo>
                    <a:cubicBezTo>
                      <a:pt x="107" y="578"/>
                      <a:pt x="86" y="578"/>
                      <a:pt x="64" y="578"/>
                    </a:cubicBezTo>
                    <a:cubicBezTo>
                      <a:pt x="64" y="556"/>
                      <a:pt x="64" y="535"/>
                      <a:pt x="64" y="513"/>
                    </a:cubicBezTo>
                    <a:cubicBezTo>
                      <a:pt x="43" y="513"/>
                      <a:pt x="22" y="513"/>
                      <a:pt x="0" y="513"/>
                    </a:cubicBezTo>
                    <a:cubicBezTo>
                      <a:pt x="0" y="408"/>
                      <a:pt x="0" y="302"/>
                      <a:pt x="0" y="193"/>
                    </a:cubicBezTo>
                    <a:cubicBezTo>
                      <a:pt x="21" y="193"/>
                      <a:pt x="42" y="193"/>
                      <a:pt x="64" y="193"/>
                    </a:cubicBezTo>
                    <a:cubicBezTo>
                      <a:pt x="64" y="150"/>
                      <a:pt x="64" y="108"/>
                      <a:pt x="64" y="64"/>
                    </a:cubicBezTo>
                    <a:cubicBezTo>
                      <a:pt x="85" y="64"/>
                      <a:pt x="107" y="64"/>
                      <a:pt x="128" y="64"/>
                    </a:cubicBezTo>
                    <a:cubicBezTo>
                      <a:pt x="128" y="43"/>
                      <a:pt x="128" y="22"/>
                      <a:pt x="12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408" cap="flat">
                <a:noFill/>
              </a:ln>
            </p:spPr>
          </p:sp>
          <p:sp>
            <p:nvSpPr>
              <p:cNvPr id="1821" name="ICON_C_MANIFEST_HEADER_path_015"/>
              <p:cNvSpPr/>
              <p:nvPr/>
            </p:nvSpPr>
            <p:spPr>
              <a:xfrm>
                <a:off x="990168" y="7050130"/>
                <a:ext cx="13855" cy="4122"/>
              </a:xfrm>
              <a:custGeom>
                <a:avLst/>
                <a:gdLst/>
                <a:ahLst/>
                <a:cxnLst/>
                <a:rect l="0" t="0" r="r" b="b"/>
                <a:pathLst>
                  <a:path w="1091" h="325" fill="norm" stroke="0">
                    <a:moveTo>
                      <a:pt x="0" y="0"/>
                    </a:moveTo>
                    <a:cubicBezTo>
                      <a:pt x="64" y="0"/>
                      <a:pt x="127" y="0"/>
                      <a:pt x="193" y="0"/>
                    </a:cubicBezTo>
                    <a:cubicBezTo>
                      <a:pt x="193" y="42"/>
                      <a:pt x="193" y="85"/>
                      <a:pt x="193" y="128"/>
                    </a:cubicBezTo>
                    <a:cubicBezTo>
                      <a:pt x="362" y="128"/>
                      <a:pt x="531" y="128"/>
                      <a:pt x="706" y="128"/>
                    </a:cubicBezTo>
                    <a:cubicBezTo>
                      <a:pt x="706" y="150"/>
                      <a:pt x="706" y="171"/>
                      <a:pt x="706" y="193"/>
                    </a:cubicBezTo>
                    <a:cubicBezTo>
                      <a:pt x="748" y="193"/>
                      <a:pt x="791" y="193"/>
                      <a:pt x="834" y="193"/>
                    </a:cubicBezTo>
                    <a:cubicBezTo>
                      <a:pt x="834" y="214"/>
                      <a:pt x="834" y="235"/>
                      <a:pt x="834" y="257"/>
                    </a:cubicBezTo>
                    <a:cubicBezTo>
                      <a:pt x="919" y="257"/>
                      <a:pt x="1004" y="257"/>
                      <a:pt x="1091" y="257"/>
                    </a:cubicBezTo>
                    <a:cubicBezTo>
                      <a:pt x="1091" y="278"/>
                      <a:pt x="1091" y="299"/>
                      <a:pt x="1091" y="321"/>
                    </a:cubicBezTo>
                    <a:cubicBezTo>
                      <a:pt x="1037" y="322"/>
                      <a:pt x="982" y="322"/>
                      <a:pt x="928" y="323"/>
                    </a:cubicBezTo>
                    <a:cubicBezTo>
                      <a:pt x="910" y="323"/>
                      <a:pt x="891" y="323"/>
                      <a:pt x="873" y="323"/>
                    </a:cubicBezTo>
                    <a:cubicBezTo>
                      <a:pt x="846" y="324"/>
                      <a:pt x="820" y="324"/>
                      <a:pt x="793" y="324"/>
                    </a:cubicBezTo>
                    <a:cubicBezTo>
                      <a:pt x="785" y="324"/>
                      <a:pt x="777" y="324"/>
                      <a:pt x="768" y="324"/>
                    </a:cubicBezTo>
                    <a:cubicBezTo>
                      <a:pt x="745" y="325"/>
                      <a:pt x="745" y="325"/>
                      <a:pt x="706" y="321"/>
                    </a:cubicBezTo>
                    <a:cubicBezTo>
                      <a:pt x="695" y="310"/>
                      <a:pt x="685" y="300"/>
                      <a:pt x="674" y="289"/>
                    </a:cubicBezTo>
                    <a:cubicBezTo>
                      <a:pt x="644" y="284"/>
                      <a:pt x="644" y="284"/>
                      <a:pt x="608" y="282"/>
                    </a:cubicBezTo>
                    <a:cubicBezTo>
                      <a:pt x="595" y="282"/>
                      <a:pt x="581" y="281"/>
                      <a:pt x="567" y="280"/>
                    </a:cubicBezTo>
                    <a:cubicBezTo>
                      <a:pt x="560" y="280"/>
                      <a:pt x="560" y="280"/>
                      <a:pt x="523" y="279"/>
                    </a:cubicBezTo>
                    <a:cubicBezTo>
                      <a:pt x="508" y="278"/>
                      <a:pt x="493" y="277"/>
                      <a:pt x="478" y="277"/>
                    </a:cubicBezTo>
                    <a:cubicBezTo>
                      <a:pt x="439" y="275"/>
                      <a:pt x="399" y="273"/>
                      <a:pt x="359" y="272"/>
                    </a:cubicBezTo>
                    <a:cubicBezTo>
                      <a:pt x="319" y="270"/>
                      <a:pt x="278" y="268"/>
                      <a:pt x="238" y="267"/>
                    </a:cubicBezTo>
                    <a:cubicBezTo>
                      <a:pt x="159" y="263"/>
                      <a:pt x="79" y="260"/>
                      <a:pt x="0" y="257"/>
                    </a:cubicBezTo>
                    <a:cubicBezTo>
                      <a:pt x="0" y="172"/>
                      <a:pt x="0" y="8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08" cap="flat">
                <a:noFill/>
              </a:ln>
            </p:spPr>
          </p:sp>
          <p:sp>
            <p:nvSpPr>
              <p:cNvPr id="1822" name="ICON_C_MANIFEST_HEADER_path_016"/>
              <p:cNvSpPr/>
              <p:nvPr/>
            </p:nvSpPr>
            <p:spPr>
              <a:xfrm>
                <a:off x="953492" y="7050130"/>
                <a:ext cx="7335" cy="3260"/>
              </a:xfrm>
              <a:custGeom>
                <a:avLst/>
                <a:gdLst/>
                <a:ahLst/>
                <a:cxnLst/>
                <a:rect l="0" t="0" r="r" b="b"/>
                <a:pathLst>
                  <a:path w="578" h="257" fill="norm" stroke="0">
                    <a:moveTo>
                      <a:pt x="64" y="0"/>
                    </a:moveTo>
                    <a:cubicBezTo>
                      <a:pt x="234" y="0"/>
                      <a:pt x="403" y="0"/>
                      <a:pt x="578" y="0"/>
                    </a:cubicBezTo>
                    <a:cubicBezTo>
                      <a:pt x="578" y="64"/>
                      <a:pt x="578" y="127"/>
                      <a:pt x="578" y="193"/>
                    </a:cubicBezTo>
                    <a:cubicBezTo>
                      <a:pt x="556" y="193"/>
                      <a:pt x="535" y="193"/>
                      <a:pt x="513" y="193"/>
                    </a:cubicBezTo>
                    <a:cubicBezTo>
                      <a:pt x="513" y="214"/>
                      <a:pt x="513" y="235"/>
                      <a:pt x="513" y="257"/>
                    </a:cubicBezTo>
                    <a:cubicBezTo>
                      <a:pt x="344" y="257"/>
                      <a:pt x="175" y="257"/>
                      <a:pt x="0" y="257"/>
                    </a:cubicBezTo>
                    <a:cubicBezTo>
                      <a:pt x="0" y="214"/>
                      <a:pt x="0" y="172"/>
                      <a:pt x="0" y="128"/>
                    </a:cubicBezTo>
                    <a:cubicBezTo>
                      <a:pt x="21" y="128"/>
                      <a:pt x="42" y="128"/>
                      <a:pt x="64" y="128"/>
                    </a:cubicBezTo>
                    <a:cubicBezTo>
                      <a:pt x="64" y="86"/>
                      <a:pt x="64" y="44"/>
                      <a:pt x="6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08" cap="flat">
                <a:noFill/>
              </a:ln>
            </p:spPr>
          </p:sp>
          <p:sp>
            <p:nvSpPr>
              <p:cNvPr id="1823" name="ICON_C_MANIFEST_HEADER_path_017"/>
              <p:cNvSpPr/>
              <p:nvPr/>
            </p:nvSpPr>
            <p:spPr>
              <a:xfrm>
                <a:off x="927412" y="7220467"/>
                <a:ext cx="13040" cy="3260"/>
              </a:xfrm>
              <a:custGeom>
                <a:avLst/>
                <a:gdLst/>
                <a:ahLst/>
                <a:cxnLst/>
                <a:rect l="0" t="0" r="r" b="b"/>
                <a:pathLst>
                  <a:path w="1027" h="257" fill="norm" stroke="0">
                    <a:moveTo>
                      <a:pt x="0" y="0"/>
                    </a:moveTo>
                    <a:cubicBezTo>
                      <a:pt x="64" y="0"/>
                      <a:pt x="127" y="0"/>
                      <a:pt x="193" y="0"/>
                    </a:cubicBezTo>
                    <a:cubicBezTo>
                      <a:pt x="193" y="21"/>
                      <a:pt x="193" y="42"/>
                      <a:pt x="193" y="64"/>
                    </a:cubicBezTo>
                    <a:cubicBezTo>
                      <a:pt x="200" y="64"/>
                      <a:pt x="208" y="64"/>
                      <a:pt x="216" y="64"/>
                    </a:cubicBezTo>
                    <a:cubicBezTo>
                      <a:pt x="250" y="63"/>
                      <a:pt x="284" y="63"/>
                      <a:pt x="319" y="62"/>
                    </a:cubicBezTo>
                    <a:cubicBezTo>
                      <a:pt x="331" y="62"/>
                      <a:pt x="343" y="62"/>
                      <a:pt x="355" y="61"/>
                    </a:cubicBezTo>
                    <a:cubicBezTo>
                      <a:pt x="367" y="61"/>
                      <a:pt x="378" y="61"/>
                      <a:pt x="390" y="61"/>
                    </a:cubicBezTo>
                    <a:cubicBezTo>
                      <a:pt x="401" y="61"/>
                      <a:pt x="411" y="61"/>
                      <a:pt x="422" y="61"/>
                    </a:cubicBezTo>
                    <a:cubicBezTo>
                      <a:pt x="449" y="64"/>
                      <a:pt x="449" y="64"/>
                      <a:pt x="481" y="96"/>
                    </a:cubicBezTo>
                    <a:cubicBezTo>
                      <a:pt x="511" y="103"/>
                      <a:pt x="511" y="103"/>
                      <a:pt x="548" y="106"/>
                    </a:cubicBezTo>
                    <a:cubicBezTo>
                      <a:pt x="561" y="108"/>
                      <a:pt x="573" y="109"/>
                      <a:pt x="587" y="110"/>
                    </a:cubicBezTo>
                    <a:cubicBezTo>
                      <a:pt x="600" y="112"/>
                      <a:pt x="614" y="113"/>
                      <a:pt x="628" y="114"/>
                    </a:cubicBezTo>
                    <a:cubicBezTo>
                      <a:pt x="641" y="116"/>
                      <a:pt x="655" y="117"/>
                      <a:pt x="669" y="118"/>
                    </a:cubicBezTo>
                    <a:cubicBezTo>
                      <a:pt x="703" y="122"/>
                      <a:pt x="736" y="125"/>
                      <a:pt x="770" y="128"/>
                    </a:cubicBezTo>
                    <a:cubicBezTo>
                      <a:pt x="770" y="150"/>
                      <a:pt x="770" y="171"/>
                      <a:pt x="770" y="193"/>
                    </a:cubicBezTo>
                    <a:cubicBezTo>
                      <a:pt x="855" y="193"/>
                      <a:pt x="940" y="193"/>
                      <a:pt x="1027" y="193"/>
                    </a:cubicBezTo>
                    <a:cubicBezTo>
                      <a:pt x="1027" y="214"/>
                      <a:pt x="1027" y="235"/>
                      <a:pt x="1027" y="257"/>
                    </a:cubicBezTo>
                    <a:cubicBezTo>
                      <a:pt x="900" y="257"/>
                      <a:pt x="773" y="257"/>
                      <a:pt x="642" y="257"/>
                    </a:cubicBezTo>
                    <a:cubicBezTo>
                      <a:pt x="642" y="236"/>
                      <a:pt x="642" y="214"/>
                      <a:pt x="642" y="193"/>
                    </a:cubicBezTo>
                    <a:cubicBezTo>
                      <a:pt x="451" y="193"/>
                      <a:pt x="261" y="193"/>
                      <a:pt x="64" y="193"/>
                    </a:cubicBezTo>
                    <a:cubicBezTo>
                      <a:pt x="64" y="171"/>
                      <a:pt x="64" y="150"/>
                      <a:pt x="64" y="128"/>
                    </a:cubicBezTo>
                    <a:cubicBezTo>
                      <a:pt x="43" y="128"/>
                      <a:pt x="22" y="128"/>
                      <a:pt x="0" y="128"/>
                    </a:cubicBezTo>
                    <a:cubicBezTo>
                      <a:pt x="0" y="86"/>
                      <a:pt x="0" y="4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08" cap="flat">
                <a:noFill/>
              </a:ln>
            </p:spPr>
          </p:sp>
          <p:sp>
            <p:nvSpPr>
              <p:cNvPr id="1824" name="ICON_C_MANIFEST_HEADER_path_018"/>
              <p:cNvSpPr/>
              <p:nvPr/>
            </p:nvSpPr>
            <p:spPr>
              <a:xfrm>
                <a:off x="1005653" y="7053390"/>
                <a:ext cx="8150" cy="2491"/>
              </a:xfrm>
              <a:custGeom>
                <a:avLst/>
                <a:gdLst/>
                <a:ahLst/>
                <a:cxnLst/>
                <a:rect l="0" t="0" r="r" b="b"/>
                <a:pathLst>
                  <a:path w="642" h="196" fill="norm" stroke="0">
                    <a:moveTo>
                      <a:pt x="0" y="0"/>
                    </a:moveTo>
                    <a:cubicBezTo>
                      <a:pt x="127" y="0"/>
                      <a:pt x="254" y="0"/>
                      <a:pt x="385" y="0"/>
                    </a:cubicBezTo>
                    <a:cubicBezTo>
                      <a:pt x="385" y="21"/>
                      <a:pt x="385" y="42"/>
                      <a:pt x="385" y="64"/>
                    </a:cubicBezTo>
                    <a:cubicBezTo>
                      <a:pt x="470" y="64"/>
                      <a:pt x="554" y="64"/>
                      <a:pt x="642" y="64"/>
                    </a:cubicBezTo>
                    <a:cubicBezTo>
                      <a:pt x="642" y="107"/>
                      <a:pt x="642" y="149"/>
                      <a:pt x="642" y="193"/>
                    </a:cubicBezTo>
                    <a:cubicBezTo>
                      <a:pt x="600" y="193"/>
                      <a:pt x="558" y="194"/>
                      <a:pt x="515" y="195"/>
                    </a:cubicBezTo>
                    <a:cubicBezTo>
                      <a:pt x="503" y="195"/>
                      <a:pt x="491" y="195"/>
                      <a:pt x="479" y="195"/>
                    </a:cubicBezTo>
                    <a:cubicBezTo>
                      <a:pt x="468" y="195"/>
                      <a:pt x="456" y="196"/>
                      <a:pt x="444" y="196"/>
                    </a:cubicBezTo>
                    <a:cubicBezTo>
                      <a:pt x="434" y="196"/>
                      <a:pt x="423" y="196"/>
                      <a:pt x="412" y="196"/>
                    </a:cubicBezTo>
                    <a:cubicBezTo>
                      <a:pt x="385" y="193"/>
                      <a:pt x="385" y="193"/>
                      <a:pt x="353" y="160"/>
                    </a:cubicBezTo>
                    <a:cubicBezTo>
                      <a:pt x="317" y="154"/>
                      <a:pt x="317" y="154"/>
                      <a:pt x="273" y="150"/>
                    </a:cubicBezTo>
                    <a:cubicBezTo>
                      <a:pt x="257" y="149"/>
                      <a:pt x="241" y="148"/>
                      <a:pt x="225" y="146"/>
                    </a:cubicBezTo>
                    <a:cubicBezTo>
                      <a:pt x="208" y="145"/>
                      <a:pt x="191" y="144"/>
                      <a:pt x="174" y="142"/>
                    </a:cubicBezTo>
                    <a:cubicBezTo>
                      <a:pt x="158" y="141"/>
                      <a:pt x="141" y="140"/>
                      <a:pt x="124" y="138"/>
                    </a:cubicBezTo>
                    <a:cubicBezTo>
                      <a:pt x="83" y="135"/>
                      <a:pt x="41" y="131"/>
                      <a:pt x="0" y="128"/>
                    </a:cubicBezTo>
                    <a:cubicBezTo>
                      <a:pt x="0" y="86"/>
                      <a:pt x="0" y="4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08" cap="flat">
                <a:noFill/>
              </a:ln>
            </p:spPr>
          </p:sp>
          <p:sp>
            <p:nvSpPr>
              <p:cNvPr id="1825" name="ICON_C_MANIFEST_HEADER_path_019"/>
              <p:cNvSpPr/>
              <p:nvPr/>
            </p:nvSpPr>
            <p:spPr>
              <a:xfrm>
                <a:off x="1042328" y="7208191"/>
                <a:ext cx="4890" cy="5756"/>
              </a:xfrm>
              <a:custGeom>
                <a:avLst/>
                <a:gdLst/>
                <a:ahLst/>
                <a:cxnLst/>
                <a:rect l="0" t="0" r="r" b="b"/>
                <a:pathLst>
                  <a:path w="385" h="453" fill="norm" stroke="0">
                    <a:moveTo>
                      <a:pt x="257" y="4"/>
                    </a:moveTo>
                    <a:cubicBezTo>
                      <a:pt x="291" y="0"/>
                      <a:pt x="291" y="0"/>
                      <a:pt x="321" y="4"/>
                    </a:cubicBezTo>
                    <a:cubicBezTo>
                      <a:pt x="321" y="25"/>
                      <a:pt x="321" y="46"/>
                      <a:pt x="321" y="68"/>
                    </a:cubicBezTo>
                    <a:cubicBezTo>
                      <a:pt x="342" y="68"/>
                      <a:pt x="363" y="68"/>
                      <a:pt x="385" y="68"/>
                    </a:cubicBezTo>
                    <a:cubicBezTo>
                      <a:pt x="385" y="89"/>
                      <a:pt x="385" y="111"/>
                      <a:pt x="385" y="132"/>
                    </a:cubicBezTo>
                    <a:cubicBezTo>
                      <a:pt x="364" y="132"/>
                      <a:pt x="343" y="132"/>
                      <a:pt x="321" y="132"/>
                    </a:cubicBezTo>
                    <a:cubicBezTo>
                      <a:pt x="321" y="175"/>
                      <a:pt x="321" y="217"/>
                      <a:pt x="321" y="261"/>
                    </a:cubicBezTo>
                    <a:cubicBezTo>
                      <a:pt x="300" y="261"/>
                      <a:pt x="279" y="261"/>
                      <a:pt x="257" y="261"/>
                    </a:cubicBezTo>
                    <a:cubicBezTo>
                      <a:pt x="257" y="282"/>
                      <a:pt x="257" y="303"/>
                      <a:pt x="257" y="325"/>
                    </a:cubicBezTo>
                    <a:cubicBezTo>
                      <a:pt x="236" y="325"/>
                      <a:pt x="214" y="325"/>
                      <a:pt x="193" y="325"/>
                    </a:cubicBezTo>
                    <a:cubicBezTo>
                      <a:pt x="193" y="346"/>
                      <a:pt x="193" y="367"/>
                      <a:pt x="193" y="389"/>
                    </a:cubicBezTo>
                    <a:cubicBezTo>
                      <a:pt x="171" y="389"/>
                      <a:pt x="150" y="389"/>
                      <a:pt x="128" y="389"/>
                    </a:cubicBezTo>
                    <a:cubicBezTo>
                      <a:pt x="128" y="410"/>
                      <a:pt x="128" y="431"/>
                      <a:pt x="128" y="453"/>
                    </a:cubicBezTo>
                    <a:cubicBezTo>
                      <a:pt x="107" y="453"/>
                      <a:pt x="86" y="453"/>
                      <a:pt x="64" y="453"/>
                    </a:cubicBezTo>
                    <a:cubicBezTo>
                      <a:pt x="64" y="411"/>
                      <a:pt x="64" y="369"/>
                      <a:pt x="64" y="325"/>
                    </a:cubicBezTo>
                    <a:cubicBezTo>
                      <a:pt x="43" y="325"/>
                      <a:pt x="22" y="325"/>
                      <a:pt x="0" y="325"/>
                    </a:cubicBezTo>
                    <a:cubicBezTo>
                      <a:pt x="9" y="303"/>
                      <a:pt x="18" y="282"/>
                      <a:pt x="28" y="261"/>
                    </a:cubicBezTo>
                    <a:cubicBezTo>
                      <a:pt x="33" y="249"/>
                      <a:pt x="39" y="237"/>
                      <a:pt x="44" y="225"/>
                    </a:cubicBezTo>
                    <a:cubicBezTo>
                      <a:pt x="51" y="215"/>
                      <a:pt x="57" y="206"/>
                      <a:pt x="64" y="197"/>
                    </a:cubicBezTo>
                    <a:cubicBezTo>
                      <a:pt x="99" y="193"/>
                      <a:pt x="99" y="193"/>
                      <a:pt x="128" y="197"/>
                    </a:cubicBezTo>
                    <a:cubicBezTo>
                      <a:pt x="128" y="175"/>
                      <a:pt x="128" y="154"/>
                      <a:pt x="128" y="132"/>
                    </a:cubicBezTo>
                    <a:cubicBezTo>
                      <a:pt x="138" y="134"/>
                      <a:pt x="148" y="135"/>
                      <a:pt x="158" y="136"/>
                    </a:cubicBezTo>
                    <a:cubicBezTo>
                      <a:pt x="164" y="136"/>
                      <a:pt x="164" y="136"/>
                      <a:pt x="193" y="132"/>
                    </a:cubicBezTo>
                    <a:cubicBezTo>
                      <a:pt x="211" y="104"/>
                      <a:pt x="211" y="104"/>
                      <a:pt x="225" y="68"/>
                    </a:cubicBezTo>
                    <a:cubicBezTo>
                      <a:pt x="239" y="32"/>
                      <a:pt x="239" y="32"/>
                      <a:pt x="257" y="4"/>
                    </a:cubicBezTo>
                    <a:close/>
                  </a:path>
                </a:pathLst>
              </a:custGeom>
              <a:solidFill>
                <a:srgbClr val="ACB5E9"/>
              </a:solidFill>
              <a:ln w="408" cap="flat">
                <a:noFill/>
              </a:ln>
            </p:spPr>
          </p:sp>
        </p:grpSp>
        <p:grpSp>
          <p:nvGrpSpPr>
            <p:cNvPr id="1826" name="ICON_C_MANIFEST_DATABASE"/>
            <p:cNvGrpSpPr/>
            <p:nvPr/>
          </p:nvGrpSpPr>
          <p:grpSpPr>
            <a:xfrm>
              <a:off x="547688" y="7286625"/>
              <a:ext cx="230188" cy="269875"/>
              <a:chOff x="547688" y="7286625"/>
              <a:chExt cx="230188" cy="269875"/>
            </a:xfrm>
          </p:grpSpPr>
          <p:sp>
            <p:nvSpPr>
              <p:cNvPr id="1827" name="ICON_C_MANIFEST_DATABASE_path_001"/>
              <p:cNvSpPr/>
              <p:nvPr/>
            </p:nvSpPr>
            <p:spPr>
              <a:xfrm>
                <a:off x="559169" y="7402286"/>
                <a:ext cx="203611" cy="78312"/>
              </a:xfrm>
              <a:custGeom>
                <a:avLst/>
                <a:gdLst/>
                <a:ahLst/>
                <a:cxnLst/>
                <a:rect l="0" t="0" r="r" b="b"/>
                <a:pathLst>
                  <a:path w="16032" h="6166" fill="norm" stroke="0">
                    <a:moveTo>
                      <a:pt x="95" y="0"/>
                    </a:moveTo>
                    <a:cubicBezTo>
                      <a:pt x="127" y="13"/>
                      <a:pt x="158" y="27"/>
                      <a:pt x="190" y="42"/>
                    </a:cubicBezTo>
                    <a:cubicBezTo>
                      <a:pt x="207" y="49"/>
                      <a:pt x="225" y="57"/>
                      <a:pt x="243" y="65"/>
                    </a:cubicBezTo>
                    <a:cubicBezTo>
                      <a:pt x="257" y="75"/>
                      <a:pt x="271" y="85"/>
                      <a:pt x="285" y="95"/>
                    </a:cubicBezTo>
                    <a:cubicBezTo>
                      <a:pt x="291" y="146"/>
                      <a:pt x="291" y="146"/>
                      <a:pt x="285" y="190"/>
                    </a:cubicBezTo>
                    <a:cubicBezTo>
                      <a:pt x="316" y="190"/>
                      <a:pt x="347" y="190"/>
                      <a:pt x="379" y="190"/>
                    </a:cubicBezTo>
                    <a:cubicBezTo>
                      <a:pt x="379" y="221"/>
                      <a:pt x="379" y="252"/>
                      <a:pt x="379" y="285"/>
                    </a:cubicBezTo>
                    <a:cubicBezTo>
                      <a:pt x="442" y="285"/>
                      <a:pt x="505" y="285"/>
                      <a:pt x="569" y="285"/>
                    </a:cubicBezTo>
                    <a:cubicBezTo>
                      <a:pt x="569" y="316"/>
                      <a:pt x="569" y="347"/>
                      <a:pt x="569" y="379"/>
                    </a:cubicBezTo>
                    <a:cubicBezTo>
                      <a:pt x="632" y="379"/>
                      <a:pt x="694" y="379"/>
                      <a:pt x="759" y="379"/>
                    </a:cubicBezTo>
                    <a:cubicBezTo>
                      <a:pt x="759" y="411"/>
                      <a:pt x="759" y="442"/>
                      <a:pt x="759" y="474"/>
                    </a:cubicBezTo>
                    <a:cubicBezTo>
                      <a:pt x="790" y="474"/>
                      <a:pt x="822" y="474"/>
                      <a:pt x="854" y="474"/>
                    </a:cubicBezTo>
                    <a:cubicBezTo>
                      <a:pt x="854" y="506"/>
                      <a:pt x="854" y="537"/>
                      <a:pt x="854" y="569"/>
                    </a:cubicBezTo>
                    <a:cubicBezTo>
                      <a:pt x="916" y="569"/>
                      <a:pt x="979" y="569"/>
                      <a:pt x="1044" y="569"/>
                    </a:cubicBezTo>
                    <a:cubicBezTo>
                      <a:pt x="1044" y="601"/>
                      <a:pt x="1044" y="632"/>
                      <a:pt x="1044" y="664"/>
                    </a:cubicBezTo>
                    <a:cubicBezTo>
                      <a:pt x="1106" y="664"/>
                      <a:pt x="1169" y="664"/>
                      <a:pt x="1233" y="664"/>
                    </a:cubicBezTo>
                    <a:cubicBezTo>
                      <a:pt x="1233" y="695"/>
                      <a:pt x="1233" y="727"/>
                      <a:pt x="1233" y="759"/>
                    </a:cubicBezTo>
                    <a:cubicBezTo>
                      <a:pt x="1327" y="759"/>
                      <a:pt x="1421" y="759"/>
                      <a:pt x="1518" y="759"/>
                    </a:cubicBezTo>
                    <a:cubicBezTo>
                      <a:pt x="1518" y="790"/>
                      <a:pt x="1518" y="822"/>
                      <a:pt x="1518" y="854"/>
                    </a:cubicBezTo>
                    <a:cubicBezTo>
                      <a:pt x="1580" y="854"/>
                      <a:pt x="1643" y="854"/>
                      <a:pt x="1708" y="854"/>
                    </a:cubicBezTo>
                    <a:cubicBezTo>
                      <a:pt x="1708" y="885"/>
                      <a:pt x="1708" y="916"/>
                      <a:pt x="1708" y="949"/>
                    </a:cubicBezTo>
                    <a:cubicBezTo>
                      <a:pt x="1802" y="949"/>
                      <a:pt x="1895" y="949"/>
                      <a:pt x="1992" y="949"/>
                    </a:cubicBezTo>
                    <a:cubicBezTo>
                      <a:pt x="1992" y="980"/>
                      <a:pt x="1992" y="1011"/>
                      <a:pt x="1992" y="1044"/>
                    </a:cubicBezTo>
                    <a:cubicBezTo>
                      <a:pt x="2086" y="1044"/>
                      <a:pt x="2180" y="1044"/>
                      <a:pt x="2277" y="1044"/>
                    </a:cubicBezTo>
                    <a:cubicBezTo>
                      <a:pt x="2277" y="1075"/>
                      <a:pt x="2277" y="1106"/>
                      <a:pt x="2277" y="1138"/>
                    </a:cubicBezTo>
                    <a:cubicBezTo>
                      <a:pt x="2402" y="1138"/>
                      <a:pt x="2527" y="1138"/>
                      <a:pt x="2656" y="1138"/>
                    </a:cubicBezTo>
                    <a:cubicBezTo>
                      <a:pt x="2656" y="1170"/>
                      <a:pt x="2656" y="1201"/>
                      <a:pt x="2656" y="1233"/>
                    </a:cubicBezTo>
                    <a:cubicBezTo>
                      <a:pt x="2781" y="1233"/>
                      <a:pt x="2907" y="1233"/>
                      <a:pt x="3036" y="1233"/>
                    </a:cubicBezTo>
                    <a:cubicBezTo>
                      <a:pt x="3036" y="1265"/>
                      <a:pt x="3036" y="1296"/>
                      <a:pt x="3036" y="1328"/>
                    </a:cubicBezTo>
                    <a:cubicBezTo>
                      <a:pt x="3161" y="1328"/>
                      <a:pt x="3286" y="1328"/>
                      <a:pt x="3415" y="1328"/>
                    </a:cubicBezTo>
                    <a:cubicBezTo>
                      <a:pt x="3415" y="1359"/>
                      <a:pt x="3415" y="1391"/>
                      <a:pt x="3415" y="1423"/>
                    </a:cubicBezTo>
                    <a:cubicBezTo>
                      <a:pt x="3572" y="1423"/>
                      <a:pt x="3728" y="1423"/>
                      <a:pt x="3890" y="1423"/>
                    </a:cubicBezTo>
                    <a:cubicBezTo>
                      <a:pt x="3890" y="1454"/>
                      <a:pt x="3890" y="1486"/>
                      <a:pt x="3890" y="1518"/>
                    </a:cubicBezTo>
                    <a:cubicBezTo>
                      <a:pt x="4046" y="1518"/>
                      <a:pt x="4203" y="1518"/>
                      <a:pt x="4364" y="1518"/>
                    </a:cubicBezTo>
                    <a:cubicBezTo>
                      <a:pt x="4364" y="1549"/>
                      <a:pt x="4364" y="1580"/>
                      <a:pt x="4364" y="1613"/>
                    </a:cubicBezTo>
                    <a:cubicBezTo>
                      <a:pt x="4583" y="1613"/>
                      <a:pt x="4802" y="1613"/>
                      <a:pt x="5028" y="1613"/>
                    </a:cubicBezTo>
                    <a:cubicBezTo>
                      <a:pt x="5028" y="1644"/>
                      <a:pt x="5028" y="1675"/>
                      <a:pt x="5028" y="1708"/>
                    </a:cubicBezTo>
                    <a:cubicBezTo>
                      <a:pt x="5341" y="1708"/>
                      <a:pt x="5654" y="1708"/>
                      <a:pt x="5977" y="1708"/>
                    </a:cubicBezTo>
                    <a:cubicBezTo>
                      <a:pt x="5977" y="1739"/>
                      <a:pt x="5977" y="1770"/>
                      <a:pt x="5977" y="1802"/>
                    </a:cubicBezTo>
                    <a:cubicBezTo>
                      <a:pt x="7354" y="1802"/>
                      <a:pt x="8731" y="1802"/>
                      <a:pt x="10151" y="1802"/>
                    </a:cubicBezTo>
                    <a:cubicBezTo>
                      <a:pt x="10151" y="1771"/>
                      <a:pt x="10151" y="1740"/>
                      <a:pt x="10151" y="1708"/>
                    </a:cubicBezTo>
                    <a:cubicBezTo>
                      <a:pt x="10464" y="1708"/>
                      <a:pt x="10777" y="1708"/>
                      <a:pt x="11099" y="1708"/>
                    </a:cubicBezTo>
                    <a:cubicBezTo>
                      <a:pt x="11099" y="1676"/>
                      <a:pt x="11099" y="1645"/>
                      <a:pt x="11099" y="1613"/>
                    </a:cubicBezTo>
                    <a:cubicBezTo>
                      <a:pt x="11318" y="1613"/>
                      <a:pt x="11538" y="1613"/>
                      <a:pt x="11763" y="1613"/>
                    </a:cubicBezTo>
                    <a:cubicBezTo>
                      <a:pt x="11763" y="1581"/>
                      <a:pt x="11763" y="1550"/>
                      <a:pt x="11763" y="1518"/>
                    </a:cubicBezTo>
                    <a:cubicBezTo>
                      <a:pt x="11920" y="1518"/>
                      <a:pt x="12076" y="1518"/>
                      <a:pt x="12238" y="1518"/>
                    </a:cubicBezTo>
                    <a:cubicBezTo>
                      <a:pt x="12238" y="1487"/>
                      <a:pt x="12238" y="1455"/>
                      <a:pt x="12238" y="1423"/>
                    </a:cubicBezTo>
                    <a:cubicBezTo>
                      <a:pt x="12394" y="1423"/>
                      <a:pt x="12551" y="1423"/>
                      <a:pt x="12712" y="1423"/>
                    </a:cubicBezTo>
                    <a:cubicBezTo>
                      <a:pt x="12712" y="1392"/>
                      <a:pt x="12712" y="1360"/>
                      <a:pt x="12712" y="1328"/>
                    </a:cubicBezTo>
                    <a:cubicBezTo>
                      <a:pt x="12837" y="1328"/>
                      <a:pt x="12962" y="1328"/>
                      <a:pt x="13092" y="1328"/>
                    </a:cubicBezTo>
                    <a:cubicBezTo>
                      <a:pt x="13092" y="1297"/>
                      <a:pt x="13092" y="1266"/>
                      <a:pt x="13092" y="1233"/>
                    </a:cubicBezTo>
                    <a:cubicBezTo>
                      <a:pt x="13217" y="1233"/>
                      <a:pt x="13342" y="1233"/>
                      <a:pt x="13471" y="1233"/>
                    </a:cubicBezTo>
                    <a:cubicBezTo>
                      <a:pt x="13471" y="1202"/>
                      <a:pt x="13471" y="1171"/>
                      <a:pt x="13471" y="1138"/>
                    </a:cubicBezTo>
                    <a:cubicBezTo>
                      <a:pt x="13565" y="1138"/>
                      <a:pt x="13659" y="1138"/>
                      <a:pt x="13756" y="1138"/>
                    </a:cubicBezTo>
                    <a:cubicBezTo>
                      <a:pt x="13756" y="1107"/>
                      <a:pt x="13756" y="1076"/>
                      <a:pt x="13756" y="1044"/>
                    </a:cubicBezTo>
                    <a:cubicBezTo>
                      <a:pt x="13849" y="1044"/>
                      <a:pt x="13943" y="1044"/>
                      <a:pt x="14040" y="1044"/>
                    </a:cubicBezTo>
                    <a:cubicBezTo>
                      <a:pt x="14040" y="1012"/>
                      <a:pt x="14040" y="981"/>
                      <a:pt x="14040" y="949"/>
                    </a:cubicBezTo>
                    <a:cubicBezTo>
                      <a:pt x="14134" y="949"/>
                      <a:pt x="14228" y="949"/>
                      <a:pt x="14325" y="949"/>
                    </a:cubicBezTo>
                    <a:cubicBezTo>
                      <a:pt x="14325" y="917"/>
                      <a:pt x="14325" y="886"/>
                      <a:pt x="14325" y="854"/>
                    </a:cubicBezTo>
                    <a:cubicBezTo>
                      <a:pt x="14419" y="854"/>
                      <a:pt x="14513" y="854"/>
                      <a:pt x="14609" y="854"/>
                    </a:cubicBezTo>
                    <a:cubicBezTo>
                      <a:pt x="14609" y="822"/>
                      <a:pt x="14609" y="791"/>
                      <a:pt x="14609" y="759"/>
                    </a:cubicBezTo>
                    <a:cubicBezTo>
                      <a:pt x="14672" y="759"/>
                      <a:pt x="14735" y="759"/>
                      <a:pt x="14799" y="759"/>
                    </a:cubicBezTo>
                    <a:cubicBezTo>
                      <a:pt x="14799" y="728"/>
                      <a:pt x="14799" y="696"/>
                      <a:pt x="14799" y="664"/>
                    </a:cubicBezTo>
                    <a:cubicBezTo>
                      <a:pt x="14862" y="664"/>
                      <a:pt x="14924" y="664"/>
                      <a:pt x="14989" y="664"/>
                    </a:cubicBezTo>
                    <a:cubicBezTo>
                      <a:pt x="14989" y="633"/>
                      <a:pt x="14989" y="601"/>
                      <a:pt x="14989" y="569"/>
                    </a:cubicBezTo>
                    <a:cubicBezTo>
                      <a:pt x="15051" y="569"/>
                      <a:pt x="15114" y="569"/>
                      <a:pt x="15179" y="569"/>
                    </a:cubicBezTo>
                    <a:cubicBezTo>
                      <a:pt x="15179" y="538"/>
                      <a:pt x="15179" y="507"/>
                      <a:pt x="15179" y="474"/>
                    </a:cubicBezTo>
                    <a:cubicBezTo>
                      <a:pt x="15241" y="474"/>
                      <a:pt x="15304" y="474"/>
                      <a:pt x="15368" y="474"/>
                    </a:cubicBezTo>
                    <a:cubicBezTo>
                      <a:pt x="15368" y="443"/>
                      <a:pt x="15368" y="412"/>
                      <a:pt x="15368" y="379"/>
                    </a:cubicBezTo>
                    <a:cubicBezTo>
                      <a:pt x="15400" y="379"/>
                      <a:pt x="15431" y="379"/>
                      <a:pt x="15463" y="379"/>
                    </a:cubicBezTo>
                    <a:cubicBezTo>
                      <a:pt x="15463" y="348"/>
                      <a:pt x="15463" y="317"/>
                      <a:pt x="15463" y="285"/>
                    </a:cubicBezTo>
                    <a:cubicBezTo>
                      <a:pt x="15526" y="285"/>
                      <a:pt x="15588" y="285"/>
                      <a:pt x="15653" y="285"/>
                    </a:cubicBezTo>
                    <a:cubicBezTo>
                      <a:pt x="15653" y="253"/>
                      <a:pt x="15653" y="222"/>
                      <a:pt x="15653" y="190"/>
                    </a:cubicBezTo>
                    <a:cubicBezTo>
                      <a:pt x="15716" y="190"/>
                      <a:pt x="15778" y="190"/>
                      <a:pt x="15843" y="190"/>
                    </a:cubicBezTo>
                    <a:cubicBezTo>
                      <a:pt x="15843" y="158"/>
                      <a:pt x="15843" y="127"/>
                      <a:pt x="15843" y="95"/>
                    </a:cubicBezTo>
                    <a:cubicBezTo>
                      <a:pt x="15905" y="95"/>
                      <a:pt x="15968" y="95"/>
                      <a:pt x="16032" y="95"/>
                    </a:cubicBezTo>
                    <a:cubicBezTo>
                      <a:pt x="16032" y="1378"/>
                      <a:pt x="16032" y="2662"/>
                      <a:pt x="16032" y="3984"/>
                    </a:cubicBezTo>
                    <a:cubicBezTo>
                      <a:pt x="16001" y="3984"/>
                      <a:pt x="15970" y="3984"/>
                      <a:pt x="15938" y="3984"/>
                    </a:cubicBezTo>
                    <a:cubicBezTo>
                      <a:pt x="15938" y="4047"/>
                      <a:pt x="15938" y="4110"/>
                      <a:pt x="15938" y="4174"/>
                    </a:cubicBezTo>
                    <a:cubicBezTo>
                      <a:pt x="15906" y="4174"/>
                      <a:pt x="15875" y="4174"/>
                      <a:pt x="15843" y="4174"/>
                    </a:cubicBezTo>
                    <a:cubicBezTo>
                      <a:pt x="15843" y="4205"/>
                      <a:pt x="15843" y="4237"/>
                      <a:pt x="15843" y="4269"/>
                    </a:cubicBezTo>
                    <a:cubicBezTo>
                      <a:pt x="15811" y="4269"/>
                      <a:pt x="15780" y="4269"/>
                      <a:pt x="15748" y="4269"/>
                    </a:cubicBezTo>
                    <a:cubicBezTo>
                      <a:pt x="15748" y="4300"/>
                      <a:pt x="15748" y="4332"/>
                      <a:pt x="15748" y="4364"/>
                    </a:cubicBezTo>
                    <a:cubicBezTo>
                      <a:pt x="15716" y="4364"/>
                      <a:pt x="15685" y="4364"/>
                      <a:pt x="15653" y="4364"/>
                    </a:cubicBezTo>
                    <a:cubicBezTo>
                      <a:pt x="15653" y="4395"/>
                      <a:pt x="15653" y="4426"/>
                      <a:pt x="15653" y="4459"/>
                    </a:cubicBezTo>
                    <a:cubicBezTo>
                      <a:pt x="15622" y="4459"/>
                      <a:pt x="15590" y="4459"/>
                      <a:pt x="15558" y="4459"/>
                    </a:cubicBezTo>
                    <a:cubicBezTo>
                      <a:pt x="15558" y="4490"/>
                      <a:pt x="15558" y="4521"/>
                      <a:pt x="15558" y="4554"/>
                    </a:cubicBezTo>
                    <a:cubicBezTo>
                      <a:pt x="15527" y="4554"/>
                      <a:pt x="15495" y="4554"/>
                      <a:pt x="15463" y="4554"/>
                    </a:cubicBezTo>
                    <a:cubicBezTo>
                      <a:pt x="15463" y="4585"/>
                      <a:pt x="15463" y="4616"/>
                      <a:pt x="15463" y="4648"/>
                    </a:cubicBezTo>
                    <a:cubicBezTo>
                      <a:pt x="15432" y="4648"/>
                      <a:pt x="15401" y="4648"/>
                      <a:pt x="15368" y="4648"/>
                    </a:cubicBezTo>
                    <a:cubicBezTo>
                      <a:pt x="15368" y="4680"/>
                      <a:pt x="15368" y="4711"/>
                      <a:pt x="15368" y="4743"/>
                    </a:cubicBezTo>
                    <a:cubicBezTo>
                      <a:pt x="15306" y="4743"/>
                      <a:pt x="15243" y="4743"/>
                      <a:pt x="15179" y="4743"/>
                    </a:cubicBezTo>
                    <a:cubicBezTo>
                      <a:pt x="15179" y="4775"/>
                      <a:pt x="15179" y="4806"/>
                      <a:pt x="15179" y="4838"/>
                    </a:cubicBezTo>
                    <a:cubicBezTo>
                      <a:pt x="15147" y="4838"/>
                      <a:pt x="15116" y="4838"/>
                      <a:pt x="15084" y="4838"/>
                    </a:cubicBezTo>
                    <a:cubicBezTo>
                      <a:pt x="15084" y="4869"/>
                      <a:pt x="15084" y="4901"/>
                      <a:pt x="15084" y="4933"/>
                    </a:cubicBezTo>
                    <a:cubicBezTo>
                      <a:pt x="15021" y="4933"/>
                      <a:pt x="14958" y="4933"/>
                      <a:pt x="14894" y="4933"/>
                    </a:cubicBezTo>
                    <a:cubicBezTo>
                      <a:pt x="14894" y="4964"/>
                      <a:pt x="14894" y="4996"/>
                      <a:pt x="14894" y="5028"/>
                    </a:cubicBezTo>
                    <a:cubicBezTo>
                      <a:pt x="14831" y="5028"/>
                      <a:pt x="14769" y="5028"/>
                      <a:pt x="14704" y="5028"/>
                    </a:cubicBezTo>
                    <a:cubicBezTo>
                      <a:pt x="14704" y="5059"/>
                      <a:pt x="14704" y="5091"/>
                      <a:pt x="14704" y="5123"/>
                    </a:cubicBezTo>
                    <a:cubicBezTo>
                      <a:pt x="14610" y="5123"/>
                      <a:pt x="14516" y="5123"/>
                      <a:pt x="14420" y="5123"/>
                    </a:cubicBezTo>
                    <a:cubicBezTo>
                      <a:pt x="14420" y="5154"/>
                      <a:pt x="14420" y="5185"/>
                      <a:pt x="14420" y="5218"/>
                    </a:cubicBezTo>
                    <a:cubicBezTo>
                      <a:pt x="14357" y="5218"/>
                      <a:pt x="14294" y="5218"/>
                      <a:pt x="14230" y="5218"/>
                    </a:cubicBezTo>
                    <a:cubicBezTo>
                      <a:pt x="14230" y="5249"/>
                      <a:pt x="14230" y="5280"/>
                      <a:pt x="14230" y="5312"/>
                    </a:cubicBezTo>
                    <a:cubicBezTo>
                      <a:pt x="14136" y="5312"/>
                      <a:pt x="14042" y="5312"/>
                      <a:pt x="13945" y="5312"/>
                    </a:cubicBezTo>
                    <a:cubicBezTo>
                      <a:pt x="13945" y="5344"/>
                      <a:pt x="13945" y="5375"/>
                      <a:pt x="13945" y="5407"/>
                    </a:cubicBezTo>
                    <a:cubicBezTo>
                      <a:pt x="13851" y="5407"/>
                      <a:pt x="13757" y="5407"/>
                      <a:pt x="13661" y="5407"/>
                    </a:cubicBezTo>
                    <a:cubicBezTo>
                      <a:pt x="13661" y="5439"/>
                      <a:pt x="13661" y="5470"/>
                      <a:pt x="13661" y="5502"/>
                    </a:cubicBezTo>
                    <a:cubicBezTo>
                      <a:pt x="13567" y="5502"/>
                      <a:pt x="13473" y="5502"/>
                      <a:pt x="13376" y="5502"/>
                    </a:cubicBezTo>
                    <a:cubicBezTo>
                      <a:pt x="13376" y="5534"/>
                      <a:pt x="13376" y="5565"/>
                      <a:pt x="13376" y="5597"/>
                    </a:cubicBezTo>
                    <a:cubicBezTo>
                      <a:pt x="13251" y="5597"/>
                      <a:pt x="13126" y="5597"/>
                      <a:pt x="12997" y="5597"/>
                    </a:cubicBezTo>
                    <a:cubicBezTo>
                      <a:pt x="12997" y="5628"/>
                      <a:pt x="12997" y="5660"/>
                      <a:pt x="12997" y="5692"/>
                    </a:cubicBezTo>
                    <a:cubicBezTo>
                      <a:pt x="12871" y="5692"/>
                      <a:pt x="12746" y="5692"/>
                      <a:pt x="12617" y="5692"/>
                    </a:cubicBezTo>
                    <a:cubicBezTo>
                      <a:pt x="12617" y="5723"/>
                      <a:pt x="12617" y="5755"/>
                      <a:pt x="12617" y="5787"/>
                    </a:cubicBezTo>
                    <a:cubicBezTo>
                      <a:pt x="12461" y="5787"/>
                      <a:pt x="12304" y="5787"/>
                      <a:pt x="12143" y="5787"/>
                    </a:cubicBezTo>
                    <a:cubicBezTo>
                      <a:pt x="12143" y="5818"/>
                      <a:pt x="12143" y="5849"/>
                      <a:pt x="12143" y="5882"/>
                    </a:cubicBezTo>
                    <a:cubicBezTo>
                      <a:pt x="11955" y="5882"/>
                      <a:pt x="11767" y="5882"/>
                      <a:pt x="11574" y="5882"/>
                    </a:cubicBezTo>
                    <a:cubicBezTo>
                      <a:pt x="11574" y="5913"/>
                      <a:pt x="11574" y="5944"/>
                      <a:pt x="11574" y="5977"/>
                    </a:cubicBezTo>
                    <a:cubicBezTo>
                      <a:pt x="11355" y="5977"/>
                      <a:pt x="11135" y="5977"/>
                      <a:pt x="10910" y="5977"/>
                    </a:cubicBezTo>
                    <a:cubicBezTo>
                      <a:pt x="10910" y="6008"/>
                      <a:pt x="10910" y="6039"/>
                      <a:pt x="10910" y="6071"/>
                    </a:cubicBezTo>
                    <a:cubicBezTo>
                      <a:pt x="10565" y="6071"/>
                      <a:pt x="10221" y="6071"/>
                      <a:pt x="9866" y="6071"/>
                    </a:cubicBezTo>
                    <a:cubicBezTo>
                      <a:pt x="9866" y="6103"/>
                      <a:pt x="9866" y="6134"/>
                      <a:pt x="9866" y="6166"/>
                    </a:cubicBezTo>
                    <a:cubicBezTo>
                      <a:pt x="8676" y="6166"/>
                      <a:pt x="7487" y="6166"/>
                      <a:pt x="6261" y="6166"/>
                    </a:cubicBezTo>
                    <a:cubicBezTo>
                      <a:pt x="6261" y="6135"/>
                      <a:pt x="6261" y="6104"/>
                      <a:pt x="6261" y="6071"/>
                    </a:cubicBezTo>
                    <a:cubicBezTo>
                      <a:pt x="5948" y="6071"/>
                      <a:pt x="5635" y="6071"/>
                      <a:pt x="5312" y="6071"/>
                    </a:cubicBezTo>
                    <a:cubicBezTo>
                      <a:pt x="5312" y="6040"/>
                      <a:pt x="5312" y="6009"/>
                      <a:pt x="5312" y="5977"/>
                    </a:cubicBezTo>
                    <a:cubicBezTo>
                      <a:pt x="5062" y="5977"/>
                      <a:pt x="4812" y="5977"/>
                      <a:pt x="4554" y="5977"/>
                    </a:cubicBezTo>
                    <a:cubicBezTo>
                      <a:pt x="4554" y="5945"/>
                      <a:pt x="4554" y="5914"/>
                      <a:pt x="4554" y="5882"/>
                    </a:cubicBezTo>
                    <a:cubicBezTo>
                      <a:pt x="4366" y="5882"/>
                      <a:pt x="4178" y="5882"/>
                      <a:pt x="3984" y="5882"/>
                    </a:cubicBezTo>
                    <a:cubicBezTo>
                      <a:pt x="3984" y="5850"/>
                      <a:pt x="3984" y="5819"/>
                      <a:pt x="3984" y="5787"/>
                    </a:cubicBezTo>
                    <a:cubicBezTo>
                      <a:pt x="3859" y="5787"/>
                      <a:pt x="3734" y="5787"/>
                      <a:pt x="3605" y="5787"/>
                    </a:cubicBezTo>
                    <a:cubicBezTo>
                      <a:pt x="3605" y="5756"/>
                      <a:pt x="3605" y="5724"/>
                      <a:pt x="3605" y="5692"/>
                    </a:cubicBezTo>
                    <a:cubicBezTo>
                      <a:pt x="3448" y="5692"/>
                      <a:pt x="3292" y="5692"/>
                      <a:pt x="3131" y="5692"/>
                    </a:cubicBezTo>
                    <a:cubicBezTo>
                      <a:pt x="3131" y="5661"/>
                      <a:pt x="3131" y="5629"/>
                      <a:pt x="3131" y="5597"/>
                    </a:cubicBezTo>
                    <a:cubicBezTo>
                      <a:pt x="3005" y="5597"/>
                      <a:pt x="2880" y="5597"/>
                      <a:pt x="2751" y="5597"/>
                    </a:cubicBezTo>
                    <a:cubicBezTo>
                      <a:pt x="2751" y="5566"/>
                      <a:pt x="2751" y="5534"/>
                      <a:pt x="2751" y="5502"/>
                    </a:cubicBezTo>
                    <a:cubicBezTo>
                      <a:pt x="2657" y="5502"/>
                      <a:pt x="2563" y="5502"/>
                      <a:pt x="2467" y="5502"/>
                    </a:cubicBezTo>
                    <a:cubicBezTo>
                      <a:pt x="2467" y="5471"/>
                      <a:pt x="2467" y="5440"/>
                      <a:pt x="2467" y="5407"/>
                    </a:cubicBezTo>
                    <a:cubicBezTo>
                      <a:pt x="2373" y="5407"/>
                      <a:pt x="2279" y="5407"/>
                      <a:pt x="2182" y="5407"/>
                    </a:cubicBezTo>
                    <a:cubicBezTo>
                      <a:pt x="2182" y="5376"/>
                      <a:pt x="2182" y="5345"/>
                      <a:pt x="2182" y="5312"/>
                    </a:cubicBezTo>
                    <a:cubicBezTo>
                      <a:pt x="2088" y="5312"/>
                      <a:pt x="1994" y="5312"/>
                      <a:pt x="1897" y="5312"/>
                    </a:cubicBezTo>
                    <a:cubicBezTo>
                      <a:pt x="1897" y="5281"/>
                      <a:pt x="1897" y="5250"/>
                      <a:pt x="1897" y="5218"/>
                    </a:cubicBezTo>
                    <a:cubicBezTo>
                      <a:pt x="1803" y="5218"/>
                      <a:pt x="1709" y="5218"/>
                      <a:pt x="1613" y="5218"/>
                    </a:cubicBezTo>
                    <a:cubicBezTo>
                      <a:pt x="1613" y="5186"/>
                      <a:pt x="1613" y="5155"/>
                      <a:pt x="1613" y="5123"/>
                    </a:cubicBezTo>
                    <a:cubicBezTo>
                      <a:pt x="1550" y="5123"/>
                      <a:pt x="1487" y="5123"/>
                      <a:pt x="1423" y="5123"/>
                    </a:cubicBezTo>
                    <a:cubicBezTo>
                      <a:pt x="1423" y="5091"/>
                      <a:pt x="1423" y="5060"/>
                      <a:pt x="1423" y="5028"/>
                    </a:cubicBezTo>
                    <a:cubicBezTo>
                      <a:pt x="1360" y="5028"/>
                      <a:pt x="1298" y="5028"/>
                      <a:pt x="1233" y="5028"/>
                    </a:cubicBezTo>
                    <a:cubicBezTo>
                      <a:pt x="1233" y="4997"/>
                      <a:pt x="1233" y="4965"/>
                      <a:pt x="1233" y="4933"/>
                    </a:cubicBezTo>
                    <a:cubicBezTo>
                      <a:pt x="1171" y="4933"/>
                      <a:pt x="1108" y="4933"/>
                      <a:pt x="1044" y="4933"/>
                    </a:cubicBezTo>
                    <a:cubicBezTo>
                      <a:pt x="1044" y="4902"/>
                      <a:pt x="1044" y="4870"/>
                      <a:pt x="1044" y="4838"/>
                    </a:cubicBezTo>
                    <a:cubicBezTo>
                      <a:pt x="1012" y="4838"/>
                      <a:pt x="981" y="4838"/>
                      <a:pt x="949" y="4838"/>
                    </a:cubicBezTo>
                    <a:cubicBezTo>
                      <a:pt x="949" y="4807"/>
                      <a:pt x="949" y="4776"/>
                      <a:pt x="949" y="4743"/>
                    </a:cubicBezTo>
                    <a:cubicBezTo>
                      <a:pt x="886" y="4743"/>
                      <a:pt x="823" y="4743"/>
                      <a:pt x="759" y="4743"/>
                    </a:cubicBezTo>
                    <a:cubicBezTo>
                      <a:pt x="759" y="4712"/>
                      <a:pt x="759" y="4681"/>
                      <a:pt x="759" y="4648"/>
                    </a:cubicBezTo>
                    <a:cubicBezTo>
                      <a:pt x="728" y="4648"/>
                      <a:pt x="696" y="4648"/>
                      <a:pt x="664" y="4648"/>
                    </a:cubicBezTo>
                    <a:cubicBezTo>
                      <a:pt x="664" y="4617"/>
                      <a:pt x="664" y="4586"/>
                      <a:pt x="664" y="4554"/>
                    </a:cubicBezTo>
                    <a:cubicBezTo>
                      <a:pt x="601" y="4554"/>
                      <a:pt x="539" y="4554"/>
                      <a:pt x="474" y="4554"/>
                    </a:cubicBezTo>
                    <a:cubicBezTo>
                      <a:pt x="474" y="4522"/>
                      <a:pt x="474" y="4491"/>
                      <a:pt x="474" y="4459"/>
                    </a:cubicBezTo>
                    <a:cubicBezTo>
                      <a:pt x="443" y="4459"/>
                      <a:pt x="412" y="4459"/>
                      <a:pt x="379" y="4459"/>
                    </a:cubicBezTo>
                    <a:cubicBezTo>
                      <a:pt x="379" y="4427"/>
                      <a:pt x="379" y="4396"/>
                      <a:pt x="379" y="4364"/>
                    </a:cubicBezTo>
                    <a:cubicBezTo>
                      <a:pt x="348" y="4364"/>
                      <a:pt x="317" y="4364"/>
                      <a:pt x="285" y="4364"/>
                    </a:cubicBezTo>
                    <a:cubicBezTo>
                      <a:pt x="285" y="4301"/>
                      <a:pt x="285" y="4239"/>
                      <a:pt x="285" y="4174"/>
                    </a:cubicBezTo>
                    <a:cubicBezTo>
                      <a:pt x="253" y="4174"/>
                      <a:pt x="222" y="4174"/>
                      <a:pt x="190" y="4174"/>
                    </a:cubicBezTo>
                    <a:cubicBezTo>
                      <a:pt x="190" y="4143"/>
                      <a:pt x="190" y="4111"/>
                      <a:pt x="190" y="4079"/>
                    </a:cubicBezTo>
                    <a:cubicBezTo>
                      <a:pt x="158" y="4079"/>
                      <a:pt x="127" y="4079"/>
                      <a:pt x="95" y="4079"/>
                    </a:cubicBezTo>
                    <a:cubicBezTo>
                      <a:pt x="95" y="3985"/>
                      <a:pt x="95" y="3891"/>
                      <a:pt x="95" y="3795"/>
                    </a:cubicBezTo>
                    <a:cubicBezTo>
                      <a:pt x="64" y="3795"/>
                      <a:pt x="32" y="3795"/>
                      <a:pt x="0" y="3795"/>
                    </a:cubicBezTo>
                    <a:cubicBezTo>
                      <a:pt x="0" y="2574"/>
                      <a:pt x="0" y="1353"/>
                      <a:pt x="0" y="95"/>
                    </a:cubicBezTo>
                    <a:cubicBezTo>
                      <a:pt x="31" y="95"/>
                      <a:pt x="63" y="95"/>
                      <a:pt x="95" y="95"/>
                    </a:cubicBezTo>
                    <a:cubicBezTo>
                      <a:pt x="95" y="64"/>
                      <a:pt x="95" y="32"/>
                      <a:pt x="95" y="0"/>
                    </a:cubicBezTo>
                    <a:close/>
                    <a:moveTo>
                      <a:pt x="13186" y="2182"/>
                    </a:moveTo>
                    <a:cubicBezTo>
                      <a:pt x="13186" y="2213"/>
                      <a:pt x="13186" y="2245"/>
                      <a:pt x="13186" y="2277"/>
                    </a:cubicBezTo>
                    <a:cubicBezTo>
                      <a:pt x="13092" y="2277"/>
                      <a:pt x="12999" y="2277"/>
                      <a:pt x="12902" y="2277"/>
                    </a:cubicBezTo>
                    <a:cubicBezTo>
                      <a:pt x="12902" y="2308"/>
                      <a:pt x="12902" y="2339"/>
                      <a:pt x="12902" y="2372"/>
                    </a:cubicBezTo>
                    <a:cubicBezTo>
                      <a:pt x="12870" y="2372"/>
                      <a:pt x="12839" y="2372"/>
                      <a:pt x="12807" y="2372"/>
                    </a:cubicBezTo>
                    <a:cubicBezTo>
                      <a:pt x="12807" y="2403"/>
                      <a:pt x="12807" y="2434"/>
                      <a:pt x="12807" y="2467"/>
                    </a:cubicBezTo>
                    <a:cubicBezTo>
                      <a:pt x="12776" y="2467"/>
                      <a:pt x="12744" y="2467"/>
                      <a:pt x="12712" y="2467"/>
                    </a:cubicBezTo>
                    <a:cubicBezTo>
                      <a:pt x="12712" y="2498"/>
                      <a:pt x="12712" y="2529"/>
                      <a:pt x="12712" y="2561"/>
                    </a:cubicBezTo>
                    <a:cubicBezTo>
                      <a:pt x="12681" y="2561"/>
                      <a:pt x="12649" y="2561"/>
                      <a:pt x="12617" y="2561"/>
                    </a:cubicBezTo>
                    <a:cubicBezTo>
                      <a:pt x="12617" y="2593"/>
                      <a:pt x="12617" y="2624"/>
                      <a:pt x="12617" y="2656"/>
                    </a:cubicBezTo>
                    <a:cubicBezTo>
                      <a:pt x="12586" y="2656"/>
                      <a:pt x="12555" y="2656"/>
                      <a:pt x="12522" y="2656"/>
                    </a:cubicBezTo>
                    <a:cubicBezTo>
                      <a:pt x="12522" y="2688"/>
                      <a:pt x="12522" y="2719"/>
                      <a:pt x="12522" y="2751"/>
                    </a:cubicBezTo>
                    <a:cubicBezTo>
                      <a:pt x="12491" y="2751"/>
                      <a:pt x="12460" y="2751"/>
                      <a:pt x="12427" y="2751"/>
                    </a:cubicBezTo>
                    <a:cubicBezTo>
                      <a:pt x="12427" y="2845"/>
                      <a:pt x="12427" y="2939"/>
                      <a:pt x="12427" y="3036"/>
                    </a:cubicBezTo>
                    <a:cubicBezTo>
                      <a:pt x="12396" y="3036"/>
                      <a:pt x="12365" y="3036"/>
                      <a:pt x="12333" y="3036"/>
                    </a:cubicBezTo>
                    <a:cubicBezTo>
                      <a:pt x="12333" y="3192"/>
                      <a:pt x="12333" y="3349"/>
                      <a:pt x="12333" y="3510"/>
                    </a:cubicBezTo>
                    <a:cubicBezTo>
                      <a:pt x="12364" y="3510"/>
                      <a:pt x="12395" y="3510"/>
                      <a:pt x="12427" y="3510"/>
                    </a:cubicBezTo>
                    <a:cubicBezTo>
                      <a:pt x="12427" y="3604"/>
                      <a:pt x="12427" y="3698"/>
                      <a:pt x="12427" y="3795"/>
                    </a:cubicBezTo>
                    <a:cubicBezTo>
                      <a:pt x="12459" y="3795"/>
                      <a:pt x="12490" y="3795"/>
                      <a:pt x="12522" y="3795"/>
                    </a:cubicBezTo>
                    <a:cubicBezTo>
                      <a:pt x="12522" y="3826"/>
                      <a:pt x="12522" y="3857"/>
                      <a:pt x="12522" y="3890"/>
                    </a:cubicBezTo>
                    <a:cubicBezTo>
                      <a:pt x="12554" y="3890"/>
                      <a:pt x="12585" y="3890"/>
                      <a:pt x="12617" y="3890"/>
                    </a:cubicBezTo>
                    <a:cubicBezTo>
                      <a:pt x="12617" y="3921"/>
                      <a:pt x="12617" y="3952"/>
                      <a:pt x="12617" y="3984"/>
                    </a:cubicBezTo>
                    <a:cubicBezTo>
                      <a:pt x="12648" y="3984"/>
                      <a:pt x="12680" y="3984"/>
                      <a:pt x="12712" y="3984"/>
                    </a:cubicBezTo>
                    <a:cubicBezTo>
                      <a:pt x="12712" y="4016"/>
                      <a:pt x="12712" y="4047"/>
                      <a:pt x="12712" y="4079"/>
                    </a:cubicBezTo>
                    <a:cubicBezTo>
                      <a:pt x="12743" y="4079"/>
                      <a:pt x="12775" y="4079"/>
                      <a:pt x="12807" y="4079"/>
                    </a:cubicBezTo>
                    <a:cubicBezTo>
                      <a:pt x="12807" y="4111"/>
                      <a:pt x="12807" y="4142"/>
                      <a:pt x="12807" y="4174"/>
                    </a:cubicBezTo>
                    <a:cubicBezTo>
                      <a:pt x="12838" y="4174"/>
                      <a:pt x="12870" y="4174"/>
                      <a:pt x="12902" y="4174"/>
                    </a:cubicBezTo>
                    <a:cubicBezTo>
                      <a:pt x="12902" y="4205"/>
                      <a:pt x="12902" y="4237"/>
                      <a:pt x="12902" y="4269"/>
                    </a:cubicBezTo>
                    <a:cubicBezTo>
                      <a:pt x="12996" y="4269"/>
                      <a:pt x="13090" y="4269"/>
                      <a:pt x="13186" y="4269"/>
                    </a:cubicBezTo>
                    <a:cubicBezTo>
                      <a:pt x="13186" y="4300"/>
                      <a:pt x="13186" y="4332"/>
                      <a:pt x="13186" y="4364"/>
                    </a:cubicBezTo>
                    <a:cubicBezTo>
                      <a:pt x="13343" y="4364"/>
                      <a:pt x="13499" y="4364"/>
                      <a:pt x="13661" y="4364"/>
                    </a:cubicBezTo>
                    <a:cubicBezTo>
                      <a:pt x="13661" y="4333"/>
                      <a:pt x="13661" y="4301"/>
                      <a:pt x="13661" y="4269"/>
                    </a:cubicBezTo>
                    <a:cubicBezTo>
                      <a:pt x="13723" y="4269"/>
                      <a:pt x="13786" y="4269"/>
                      <a:pt x="13850" y="4269"/>
                    </a:cubicBezTo>
                    <a:cubicBezTo>
                      <a:pt x="13850" y="4238"/>
                      <a:pt x="13850" y="4206"/>
                      <a:pt x="13850" y="4174"/>
                    </a:cubicBezTo>
                    <a:cubicBezTo>
                      <a:pt x="13913" y="4174"/>
                      <a:pt x="13976" y="4174"/>
                      <a:pt x="14040" y="4174"/>
                    </a:cubicBezTo>
                    <a:cubicBezTo>
                      <a:pt x="14040" y="4143"/>
                      <a:pt x="14040" y="4111"/>
                      <a:pt x="14040" y="4079"/>
                    </a:cubicBezTo>
                    <a:cubicBezTo>
                      <a:pt x="14071" y="4079"/>
                      <a:pt x="14103" y="4079"/>
                      <a:pt x="14135" y="4079"/>
                    </a:cubicBezTo>
                    <a:cubicBezTo>
                      <a:pt x="14135" y="4048"/>
                      <a:pt x="14135" y="4017"/>
                      <a:pt x="14135" y="3984"/>
                    </a:cubicBezTo>
                    <a:cubicBezTo>
                      <a:pt x="14166" y="3984"/>
                      <a:pt x="14198" y="3984"/>
                      <a:pt x="14230" y="3984"/>
                    </a:cubicBezTo>
                    <a:cubicBezTo>
                      <a:pt x="14230" y="3953"/>
                      <a:pt x="14230" y="3922"/>
                      <a:pt x="14230" y="3890"/>
                    </a:cubicBezTo>
                    <a:cubicBezTo>
                      <a:pt x="14261" y="3890"/>
                      <a:pt x="14293" y="3890"/>
                      <a:pt x="14325" y="3890"/>
                    </a:cubicBezTo>
                    <a:cubicBezTo>
                      <a:pt x="14325" y="3858"/>
                      <a:pt x="14325" y="3827"/>
                      <a:pt x="14325" y="3795"/>
                    </a:cubicBezTo>
                    <a:cubicBezTo>
                      <a:pt x="14356" y="3795"/>
                      <a:pt x="14387" y="3795"/>
                      <a:pt x="14420" y="3795"/>
                    </a:cubicBezTo>
                    <a:cubicBezTo>
                      <a:pt x="14420" y="3701"/>
                      <a:pt x="14420" y="3607"/>
                      <a:pt x="14420" y="3510"/>
                    </a:cubicBezTo>
                    <a:cubicBezTo>
                      <a:pt x="14451" y="3510"/>
                      <a:pt x="14482" y="3510"/>
                      <a:pt x="14515" y="3510"/>
                    </a:cubicBezTo>
                    <a:cubicBezTo>
                      <a:pt x="14515" y="3322"/>
                      <a:pt x="14515" y="3134"/>
                      <a:pt x="14515" y="2941"/>
                    </a:cubicBezTo>
                    <a:cubicBezTo>
                      <a:pt x="14483" y="2941"/>
                      <a:pt x="14452" y="2941"/>
                      <a:pt x="14420" y="2941"/>
                    </a:cubicBezTo>
                    <a:cubicBezTo>
                      <a:pt x="14420" y="2878"/>
                      <a:pt x="14420" y="2816"/>
                      <a:pt x="14420" y="2751"/>
                    </a:cubicBezTo>
                    <a:cubicBezTo>
                      <a:pt x="14388" y="2751"/>
                      <a:pt x="14357" y="2751"/>
                      <a:pt x="14325" y="2751"/>
                    </a:cubicBezTo>
                    <a:cubicBezTo>
                      <a:pt x="14325" y="2689"/>
                      <a:pt x="14325" y="2626"/>
                      <a:pt x="14325" y="2561"/>
                    </a:cubicBezTo>
                    <a:cubicBezTo>
                      <a:pt x="14293" y="2561"/>
                      <a:pt x="14262" y="2561"/>
                      <a:pt x="14230" y="2561"/>
                    </a:cubicBezTo>
                    <a:cubicBezTo>
                      <a:pt x="14230" y="2530"/>
                      <a:pt x="14230" y="2499"/>
                      <a:pt x="14230" y="2467"/>
                    </a:cubicBezTo>
                    <a:cubicBezTo>
                      <a:pt x="14167" y="2467"/>
                      <a:pt x="14105" y="2467"/>
                      <a:pt x="14040" y="2467"/>
                    </a:cubicBezTo>
                    <a:cubicBezTo>
                      <a:pt x="14040" y="2435"/>
                      <a:pt x="14040" y="2404"/>
                      <a:pt x="14040" y="2372"/>
                    </a:cubicBezTo>
                    <a:cubicBezTo>
                      <a:pt x="14009" y="2372"/>
                      <a:pt x="13978" y="2372"/>
                      <a:pt x="13945" y="2372"/>
                    </a:cubicBezTo>
                    <a:cubicBezTo>
                      <a:pt x="13945" y="2340"/>
                      <a:pt x="13945" y="2309"/>
                      <a:pt x="13945" y="2277"/>
                    </a:cubicBezTo>
                    <a:cubicBezTo>
                      <a:pt x="13851" y="2277"/>
                      <a:pt x="13757" y="2277"/>
                      <a:pt x="13661" y="2277"/>
                    </a:cubicBezTo>
                    <a:cubicBezTo>
                      <a:pt x="13661" y="2245"/>
                      <a:pt x="13661" y="2214"/>
                      <a:pt x="13661" y="2182"/>
                    </a:cubicBezTo>
                    <a:cubicBezTo>
                      <a:pt x="13504" y="2182"/>
                      <a:pt x="13348" y="2182"/>
                      <a:pt x="13186" y="2182"/>
                    </a:cubicBezTo>
                    <a:close/>
                  </a:path>
                </a:pathLst>
              </a:custGeom>
              <a:solidFill>
                <a:srgbClr val="ACB5E9"/>
              </a:solidFill>
              <a:ln w="602" cap="flat">
                <a:noFill/>
              </a:ln>
            </p:spPr>
          </p:sp>
          <p:sp>
            <p:nvSpPr>
              <p:cNvPr id="1828" name="ICON_C_MANIFEST_DATABASE_path_002"/>
              <p:cNvSpPr/>
              <p:nvPr/>
            </p:nvSpPr>
            <p:spPr>
              <a:xfrm>
                <a:off x="559169" y="7464935"/>
                <a:ext cx="203611" cy="77107"/>
              </a:xfrm>
              <a:custGeom>
                <a:avLst/>
                <a:gdLst/>
                <a:ahLst/>
                <a:cxnLst/>
                <a:rect l="0" t="0" r="r" b="b"/>
                <a:pathLst>
                  <a:path w="16032" h="6071" fill="norm" stroke="0">
                    <a:moveTo>
                      <a:pt x="0" y="0"/>
                    </a:moveTo>
                    <a:cubicBezTo>
                      <a:pt x="94" y="0"/>
                      <a:pt x="188" y="0"/>
                      <a:pt x="285" y="0"/>
                    </a:cubicBezTo>
                    <a:cubicBezTo>
                      <a:pt x="285" y="31"/>
                      <a:pt x="285" y="63"/>
                      <a:pt x="285" y="95"/>
                    </a:cubicBezTo>
                    <a:cubicBezTo>
                      <a:pt x="316" y="95"/>
                      <a:pt x="347" y="95"/>
                      <a:pt x="379" y="95"/>
                    </a:cubicBezTo>
                    <a:cubicBezTo>
                      <a:pt x="379" y="126"/>
                      <a:pt x="379" y="157"/>
                      <a:pt x="379" y="190"/>
                    </a:cubicBezTo>
                    <a:cubicBezTo>
                      <a:pt x="411" y="190"/>
                      <a:pt x="442" y="190"/>
                      <a:pt x="474" y="190"/>
                    </a:cubicBezTo>
                    <a:cubicBezTo>
                      <a:pt x="474" y="221"/>
                      <a:pt x="474" y="252"/>
                      <a:pt x="474" y="285"/>
                    </a:cubicBezTo>
                    <a:cubicBezTo>
                      <a:pt x="537" y="285"/>
                      <a:pt x="600" y="285"/>
                      <a:pt x="664" y="285"/>
                    </a:cubicBezTo>
                    <a:cubicBezTo>
                      <a:pt x="664" y="316"/>
                      <a:pt x="664" y="347"/>
                      <a:pt x="664" y="379"/>
                    </a:cubicBezTo>
                    <a:cubicBezTo>
                      <a:pt x="727" y="379"/>
                      <a:pt x="789" y="379"/>
                      <a:pt x="854" y="379"/>
                    </a:cubicBezTo>
                    <a:cubicBezTo>
                      <a:pt x="854" y="411"/>
                      <a:pt x="854" y="442"/>
                      <a:pt x="854" y="474"/>
                    </a:cubicBezTo>
                    <a:cubicBezTo>
                      <a:pt x="885" y="474"/>
                      <a:pt x="916" y="474"/>
                      <a:pt x="949" y="474"/>
                    </a:cubicBezTo>
                    <a:cubicBezTo>
                      <a:pt x="949" y="506"/>
                      <a:pt x="949" y="537"/>
                      <a:pt x="949" y="569"/>
                    </a:cubicBezTo>
                    <a:cubicBezTo>
                      <a:pt x="1011" y="569"/>
                      <a:pt x="1074" y="569"/>
                      <a:pt x="1138" y="569"/>
                    </a:cubicBezTo>
                    <a:cubicBezTo>
                      <a:pt x="1138" y="601"/>
                      <a:pt x="1138" y="632"/>
                      <a:pt x="1138" y="664"/>
                    </a:cubicBezTo>
                    <a:cubicBezTo>
                      <a:pt x="1232" y="664"/>
                      <a:pt x="1326" y="664"/>
                      <a:pt x="1423" y="664"/>
                    </a:cubicBezTo>
                    <a:cubicBezTo>
                      <a:pt x="1423" y="695"/>
                      <a:pt x="1423" y="727"/>
                      <a:pt x="1423" y="759"/>
                    </a:cubicBezTo>
                    <a:cubicBezTo>
                      <a:pt x="1486" y="759"/>
                      <a:pt x="1548" y="759"/>
                      <a:pt x="1613" y="759"/>
                    </a:cubicBezTo>
                    <a:cubicBezTo>
                      <a:pt x="1613" y="790"/>
                      <a:pt x="1613" y="822"/>
                      <a:pt x="1613" y="854"/>
                    </a:cubicBezTo>
                    <a:cubicBezTo>
                      <a:pt x="1707" y="854"/>
                      <a:pt x="1801" y="854"/>
                      <a:pt x="1897" y="854"/>
                    </a:cubicBezTo>
                    <a:cubicBezTo>
                      <a:pt x="1897" y="885"/>
                      <a:pt x="1897" y="916"/>
                      <a:pt x="1897" y="949"/>
                    </a:cubicBezTo>
                    <a:cubicBezTo>
                      <a:pt x="1991" y="949"/>
                      <a:pt x="2085" y="949"/>
                      <a:pt x="2182" y="949"/>
                    </a:cubicBezTo>
                    <a:cubicBezTo>
                      <a:pt x="2182" y="980"/>
                      <a:pt x="2182" y="1011"/>
                      <a:pt x="2182" y="1044"/>
                    </a:cubicBezTo>
                    <a:cubicBezTo>
                      <a:pt x="2276" y="1044"/>
                      <a:pt x="2370" y="1044"/>
                      <a:pt x="2467" y="1044"/>
                    </a:cubicBezTo>
                    <a:cubicBezTo>
                      <a:pt x="2467" y="1075"/>
                      <a:pt x="2467" y="1106"/>
                      <a:pt x="2467" y="1138"/>
                    </a:cubicBezTo>
                    <a:cubicBezTo>
                      <a:pt x="2592" y="1138"/>
                      <a:pt x="2717" y="1138"/>
                      <a:pt x="2846" y="1138"/>
                    </a:cubicBezTo>
                    <a:cubicBezTo>
                      <a:pt x="2846" y="1170"/>
                      <a:pt x="2846" y="1201"/>
                      <a:pt x="2846" y="1233"/>
                    </a:cubicBezTo>
                    <a:cubicBezTo>
                      <a:pt x="2940" y="1233"/>
                      <a:pt x="3034" y="1233"/>
                      <a:pt x="3131" y="1233"/>
                    </a:cubicBezTo>
                    <a:cubicBezTo>
                      <a:pt x="3131" y="1265"/>
                      <a:pt x="3131" y="1296"/>
                      <a:pt x="3131" y="1328"/>
                    </a:cubicBezTo>
                    <a:cubicBezTo>
                      <a:pt x="3287" y="1328"/>
                      <a:pt x="3444" y="1328"/>
                      <a:pt x="3605" y="1328"/>
                    </a:cubicBezTo>
                    <a:cubicBezTo>
                      <a:pt x="3605" y="1359"/>
                      <a:pt x="3605" y="1391"/>
                      <a:pt x="3605" y="1423"/>
                    </a:cubicBezTo>
                    <a:cubicBezTo>
                      <a:pt x="3761" y="1423"/>
                      <a:pt x="3918" y="1423"/>
                      <a:pt x="4079" y="1423"/>
                    </a:cubicBezTo>
                    <a:cubicBezTo>
                      <a:pt x="4079" y="1454"/>
                      <a:pt x="4079" y="1486"/>
                      <a:pt x="4079" y="1518"/>
                    </a:cubicBezTo>
                    <a:cubicBezTo>
                      <a:pt x="4298" y="1518"/>
                      <a:pt x="4518" y="1518"/>
                      <a:pt x="4743" y="1518"/>
                    </a:cubicBezTo>
                    <a:cubicBezTo>
                      <a:pt x="4743" y="1549"/>
                      <a:pt x="4743" y="1580"/>
                      <a:pt x="4743" y="1613"/>
                    </a:cubicBezTo>
                    <a:cubicBezTo>
                      <a:pt x="4994" y="1613"/>
                      <a:pt x="5244" y="1613"/>
                      <a:pt x="5502" y="1613"/>
                    </a:cubicBezTo>
                    <a:cubicBezTo>
                      <a:pt x="5502" y="1644"/>
                      <a:pt x="5502" y="1675"/>
                      <a:pt x="5502" y="1708"/>
                    </a:cubicBezTo>
                    <a:cubicBezTo>
                      <a:pt x="5909" y="1708"/>
                      <a:pt x="6316" y="1708"/>
                      <a:pt x="6735" y="1708"/>
                    </a:cubicBezTo>
                    <a:cubicBezTo>
                      <a:pt x="6735" y="1739"/>
                      <a:pt x="6735" y="1770"/>
                      <a:pt x="6735" y="1802"/>
                    </a:cubicBezTo>
                    <a:cubicBezTo>
                      <a:pt x="7612" y="1802"/>
                      <a:pt x="8489" y="1802"/>
                      <a:pt x="9392" y="1802"/>
                    </a:cubicBezTo>
                    <a:cubicBezTo>
                      <a:pt x="9392" y="1771"/>
                      <a:pt x="9392" y="1740"/>
                      <a:pt x="9392" y="1708"/>
                    </a:cubicBezTo>
                    <a:cubicBezTo>
                      <a:pt x="9830" y="1708"/>
                      <a:pt x="10268" y="1708"/>
                      <a:pt x="10720" y="1708"/>
                    </a:cubicBezTo>
                    <a:cubicBezTo>
                      <a:pt x="10720" y="1676"/>
                      <a:pt x="10720" y="1645"/>
                      <a:pt x="10720" y="1613"/>
                    </a:cubicBezTo>
                    <a:cubicBezTo>
                      <a:pt x="10939" y="1613"/>
                      <a:pt x="11158" y="1613"/>
                      <a:pt x="11384" y="1613"/>
                    </a:cubicBezTo>
                    <a:cubicBezTo>
                      <a:pt x="11384" y="1581"/>
                      <a:pt x="11384" y="1550"/>
                      <a:pt x="11384" y="1518"/>
                    </a:cubicBezTo>
                    <a:cubicBezTo>
                      <a:pt x="11572" y="1518"/>
                      <a:pt x="11760" y="1518"/>
                      <a:pt x="11953" y="1518"/>
                    </a:cubicBezTo>
                    <a:cubicBezTo>
                      <a:pt x="11953" y="1487"/>
                      <a:pt x="11953" y="1455"/>
                      <a:pt x="11953" y="1423"/>
                    </a:cubicBezTo>
                    <a:cubicBezTo>
                      <a:pt x="12141" y="1423"/>
                      <a:pt x="12329" y="1423"/>
                      <a:pt x="12522" y="1423"/>
                    </a:cubicBezTo>
                    <a:cubicBezTo>
                      <a:pt x="12522" y="1392"/>
                      <a:pt x="12522" y="1360"/>
                      <a:pt x="12522" y="1328"/>
                    </a:cubicBezTo>
                    <a:cubicBezTo>
                      <a:pt x="12679" y="1328"/>
                      <a:pt x="12835" y="1328"/>
                      <a:pt x="12997" y="1328"/>
                    </a:cubicBezTo>
                    <a:cubicBezTo>
                      <a:pt x="12997" y="1297"/>
                      <a:pt x="12997" y="1266"/>
                      <a:pt x="12997" y="1233"/>
                    </a:cubicBezTo>
                    <a:cubicBezTo>
                      <a:pt x="13122" y="1233"/>
                      <a:pt x="13247" y="1233"/>
                      <a:pt x="13376" y="1233"/>
                    </a:cubicBezTo>
                    <a:cubicBezTo>
                      <a:pt x="13376" y="1202"/>
                      <a:pt x="13376" y="1171"/>
                      <a:pt x="13376" y="1138"/>
                    </a:cubicBezTo>
                    <a:cubicBezTo>
                      <a:pt x="13470" y="1138"/>
                      <a:pt x="13564" y="1138"/>
                      <a:pt x="13661" y="1138"/>
                    </a:cubicBezTo>
                    <a:cubicBezTo>
                      <a:pt x="13661" y="1107"/>
                      <a:pt x="13661" y="1076"/>
                      <a:pt x="13661" y="1044"/>
                    </a:cubicBezTo>
                    <a:cubicBezTo>
                      <a:pt x="13755" y="1044"/>
                      <a:pt x="13849" y="1044"/>
                      <a:pt x="13945" y="1044"/>
                    </a:cubicBezTo>
                    <a:cubicBezTo>
                      <a:pt x="13945" y="1012"/>
                      <a:pt x="13945" y="981"/>
                      <a:pt x="13945" y="949"/>
                    </a:cubicBezTo>
                    <a:cubicBezTo>
                      <a:pt x="14039" y="949"/>
                      <a:pt x="14133" y="949"/>
                      <a:pt x="14230" y="949"/>
                    </a:cubicBezTo>
                    <a:cubicBezTo>
                      <a:pt x="14230" y="917"/>
                      <a:pt x="14230" y="886"/>
                      <a:pt x="14230" y="854"/>
                    </a:cubicBezTo>
                    <a:cubicBezTo>
                      <a:pt x="14324" y="854"/>
                      <a:pt x="14418" y="854"/>
                      <a:pt x="14515" y="854"/>
                    </a:cubicBezTo>
                    <a:cubicBezTo>
                      <a:pt x="14515" y="822"/>
                      <a:pt x="14515" y="791"/>
                      <a:pt x="14515" y="759"/>
                    </a:cubicBezTo>
                    <a:cubicBezTo>
                      <a:pt x="14577" y="759"/>
                      <a:pt x="14640" y="759"/>
                      <a:pt x="14704" y="759"/>
                    </a:cubicBezTo>
                    <a:cubicBezTo>
                      <a:pt x="14704" y="728"/>
                      <a:pt x="14704" y="696"/>
                      <a:pt x="14704" y="664"/>
                    </a:cubicBezTo>
                    <a:cubicBezTo>
                      <a:pt x="14767" y="664"/>
                      <a:pt x="14829" y="664"/>
                      <a:pt x="14894" y="664"/>
                    </a:cubicBezTo>
                    <a:cubicBezTo>
                      <a:pt x="14894" y="633"/>
                      <a:pt x="14894" y="601"/>
                      <a:pt x="14894" y="569"/>
                    </a:cubicBezTo>
                    <a:cubicBezTo>
                      <a:pt x="14957" y="569"/>
                      <a:pt x="15019" y="569"/>
                      <a:pt x="15084" y="569"/>
                    </a:cubicBezTo>
                    <a:cubicBezTo>
                      <a:pt x="15084" y="538"/>
                      <a:pt x="15084" y="507"/>
                      <a:pt x="15084" y="474"/>
                    </a:cubicBezTo>
                    <a:cubicBezTo>
                      <a:pt x="15146" y="474"/>
                      <a:pt x="15209" y="474"/>
                      <a:pt x="15273" y="474"/>
                    </a:cubicBezTo>
                    <a:cubicBezTo>
                      <a:pt x="15273" y="443"/>
                      <a:pt x="15273" y="412"/>
                      <a:pt x="15273" y="379"/>
                    </a:cubicBezTo>
                    <a:cubicBezTo>
                      <a:pt x="15305" y="379"/>
                      <a:pt x="15336" y="379"/>
                      <a:pt x="15368" y="379"/>
                    </a:cubicBezTo>
                    <a:cubicBezTo>
                      <a:pt x="15368" y="348"/>
                      <a:pt x="15368" y="317"/>
                      <a:pt x="15368" y="285"/>
                    </a:cubicBezTo>
                    <a:cubicBezTo>
                      <a:pt x="15431" y="285"/>
                      <a:pt x="15494" y="285"/>
                      <a:pt x="15558" y="285"/>
                    </a:cubicBezTo>
                    <a:cubicBezTo>
                      <a:pt x="15558" y="253"/>
                      <a:pt x="15558" y="222"/>
                      <a:pt x="15558" y="190"/>
                    </a:cubicBezTo>
                    <a:cubicBezTo>
                      <a:pt x="15621" y="190"/>
                      <a:pt x="15683" y="190"/>
                      <a:pt x="15748" y="190"/>
                    </a:cubicBezTo>
                    <a:cubicBezTo>
                      <a:pt x="15748" y="158"/>
                      <a:pt x="15748" y="127"/>
                      <a:pt x="15748" y="95"/>
                    </a:cubicBezTo>
                    <a:cubicBezTo>
                      <a:pt x="15779" y="95"/>
                      <a:pt x="15810" y="95"/>
                      <a:pt x="15843" y="95"/>
                    </a:cubicBezTo>
                    <a:cubicBezTo>
                      <a:pt x="15843" y="64"/>
                      <a:pt x="15843" y="32"/>
                      <a:pt x="15843" y="0"/>
                    </a:cubicBezTo>
                    <a:cubicBezTo>
                      <a:pt x="15905" y="0"/>
                      <a:pt x="15968" y="0"/>
                      <a:pt x="16032" y="0"/>
                    </a:cubicBezTo>
                    <a:cubicBezTo>
                      <a:pt x="16032" y="1315"/>
                      <a:pt x="16032" y="2630"/>
                      <a:pt x="16032" y="3984"/>
                    </a:cubicBezTo>
                    <a:cubicBezTo>
                      <a:pt x="16001" y="3984"/>
                      <a:pt x="15970" y="3984"/>
                      <a:pt x="15938" y="3984"/>
                    </a:cubicBezTo>
                    <a:cubicBezTo>
                      <a:pt x="15938" y="4016"/>
                      <a:pt x="15938" y="4047"/>
                      <a:pt x="15938" y="4079"/>
                    </a:cubicBezTo>
                    <a:cubicBezTo>
                      <a:pt x="15906" y="4079"/>
                      <a:pt x="15875" y="4079"/>
                      <a:pt x="15843" y="4079"/>
                    </a:cubicBezTo>
                    <a:cubicBezTo>
                      <a:pt x="15843" y="4142"/>
                      <a:pt x="15843" y="4204"/>
                      <a:pt x="15843" y="4269"/>
                    </a:cubicBezTo>
                    <a:cubicBezTo>
                      <a:pt x="15811" y="4269"/>
                      <a:pt x="15780" y="4269"/>
                      <a:pt x="15748" y="4269"/>
                    </a:cubicBezTo>
                    <a:cubicBezTo>
                      <a:pt x="15748" y="4300"/>
                      <a:pt x="15748" y="4332"/>
                      <a:pt x="15748" y="4364"/>
                    </a:cubicBezTo>
                    <a:cubicBezTo>
                      <a:pt x="15716" y="4364"/>
                      <a:pt x="15685" y="4364"/>
                      <a:pt x="15653" y="4364"/>
                    </a:cubicBezTo>
                    <a:cubicBezTo>
                      <a:pt x="15653" y="4395"/>
                      <a:pt x="15653" y="4426"/>
                      <a:pt x="15653" y="4459"/>
                    </a:cubicBezTo>
                    <a:cubicBezTo>
                      <a:pt x="15590" y="4459"/>
                      <a:pt x="15528" y="4459"/>
                      <a:pt x="15463" y="4459"/>
                    </a:cubicBezTo>
                    <a:cubicBezTo>
                      <a:pt x="15463" y="4490"/>
                      <a:pt x="15463" y="4521"/>
                      <a:pt x="15463" y="4554"/>
                    </a:cubicBezTo>
                    <a:cubicBezTo>
                      <a:pt x="15432" y="4554"/>
                      <a:pt x="15401" y="4554"/>
                      <a:pt x="15368" y="4554"/>
                    </a:cubicBezTo>
                    <a:cubicBezTo>
                      <a:pt x="15368" y="4585"/>
                      <a:pt x="15368" y="4616"/>
                      <a:pt x="15368" y="4648"/>
                    </a:cubicBezTo>
                    <a:cubicBezTo>
                      <a:pt x="15337" y="4648"/>
                      <a:pt x="15306" y="4648"/>
                      <a:pt x="15273" y="4648"/>
                    </a:cubicBezTo>
                    <a:cubicBezTo>
                      <a:pt x="15273" y="4680"/>
                      <a:pt x="15273" y="4711"/>
                      <a:pt x="15273" y="4743"/>
                    </a:cubicBezTo>
                    <a:cubicBezTo>
                      <a:pt x="15211" y="4743"/>
                      <a:pt x="15148" y="4743"/>
                      <a:pt x="15084" y="4743"/>
                    </a:cubicBezTo>
                    <a:cubicBezTo>
                      <a:pt x="15084" y="4775"/>
                      <a:pt x="15084" y="4806"/>
                      <a:pt x="15084" y="4838"/>
                    </a:cubicBezTo>
                    <a:cubicBezTo>
                      <a:pt x="15021" y="4838"/>
                      <a:pt x="14958" y="4838"/>
                      <a:pt x="14894" y="4838"/>
                    </a:cubicBezTo>
                    <a:cubicBezTo>
                      <a:pt x="14894" y="4869"/>
                      <a:pt x="14894" y="4901"/>
                      <a:pt x="14894" y="4933"/>
                    </a:cubicBezTo>
                    <a:cubicBezTo>
                      <a:pt x="14831" y="4933"/>
                      <a:pt x="14769" y="4933"/>
                      <a:pt x="14704" y="4933"/>
                    </a:cubicBezTo>
                    <a:cubicBezTo>
                      <a:pt x="14704" y="4964"/>
                      <a:pt x="14704" y="4996"/>
                      <a:pt x="14704" y="5028"/>
                    </a:cubicBezTo>
                    <a:cubicBezTo>
                      <a:pt x="14642" y="5028"/>
                      <a:pt x="14579" y="5028"/>
                      <a:pt x="14515" y="5028"/>
                    </a:cubicBezTo>
                    <a:cubicBezTo>
                      <a:pt x="14515" y="5059"/>
                      <a:pt x="14515" y="5091"/>
                      <a:pt x="14515" y="5123"/>
                    </a:cubicBezTo>
                    <a:cubicBezTo>
                      <a:pt x="14421" y="5123"/>
                      <a:pt x="14327" y="5123"/>
                      <a:pt x="14230" y="5123"/>
                    </a:cubicBezTo>
                    <a:cubicBezTo>
                      <a:pt x="14230" y="5154"/>
                      <a:pt x="14230" y="5185"/>
                      <a:pt x="14230" y="5218"/>
                    </a:cubicBezTo>
                    <a:cubicBezTo>
                      <a:pt x="14167" y="5218"/>
                      <a:pt x="14105" y="5218"/>
                      <a:pt x="14040" y="5218"/>
                    </a:cubicBezTo>
                    <a:cubicBezTo>
                      <a:pt x="14040" y="5249"/>
                      <a:pt x="14040" y="5280"/>
                      <a:pt x="14040" y="5312"/>
                    </a:cubicBezTo>
                    <a:cubicBezTo>
                      <a:pt x="13915" y="5312"/>
                      <a:pt x="13790" y="5312"/>
                      <a:pt x="13661" y="5312"/>
                    </a:cubicBezTo>
                    <a:cubicBezTo>
                      <a:pt x="13661" y="5344"/>
                      <a:pt x="13661" y="5375"/>
                      <a:pt x="13661" y="5407"/>
                    </a:cubicBezTo>
                    <a:cubicBezTo>
                      <a:pt x="13567" y="5407"/>
                      <a:pt x="13473" y="5407"/>
                      <a:pt x="13376" y="5407"/>
                    </a:cubicBezTo>
                    <a:cubicBezTo>
                      <a:pt x="13376" y="5439"/>
                      <a:pt x="13376" y="5470"/>
                      <a:pt x="13376" y="5502"/>
                    </a:cubicBezTo>
                    <a:cubicBezTo>
                      <a:pt x="13251" y="5502"/>
                      <a:pt x="13126" y="5502"/>
                      <a:pt x="12997" y="5502"/>
                    </a:cubicBezTo>
                    <a:cubicBezTo>
                      <a:pt x="12997" y="5534"/>
                      <a:pt x="12997" y="5565"/>
                      <a:pt x="12997" y="5597"/>
                    </a:cubicBezTo>
                    <a:cubicBezTo>
                      <a:pt x="12871" y="5597"/>
                      <a:pt x="12746" y="5597"/>
                      <a:pt x="12617" y="5597"/>
                    </a:cubicBezTo>
                    <a:cubicBezTo>
                      <a:pt x="12617" y="5628"/>
                      <a:pt x="12617" y="5660"/>
                      <a:pt x="12617" y="5692"/>
                    </a:cubicBezTo>
                    <a:cubicBezTo>
                      <a:pt x="12461" y="5692"/>
                      <a:pt x="12304" y="5692"/>
                      <a:pt x="12143" y="5692"/>
                    </a:cubicBezTo>
                    <a:cubicBezTo>
                      <a:pt x="12143" y="5723"/>
                      <a:pt x="12143" y="5755"/>
                      <a:pt x="12143" y="5787"/>
                    </a:cubicBezTo>
                    <a:cubicBezTo>
                      <a:pt x="11986" y="5787"/>
                      <a:pt x="11830" y="5787"/>
                      <a:pt x="11669" y="5787"/>
                    </a:cubicBezTo>
                    <a:cubicBezTo>
                      <a:pt x="11669" y="5818"/>
                      <a:pt x="11669" y="5849"/>
                      <a:pt x="11669" y="5882"/>
                    </a:cubicBezTo>
                    <a:cubicBezTo>
                      <a:pt x="11418" y="5882"/>
                      <a:pt x="11168" y="5882"/>
                      <a:pt x="10910" y="5882"/>
                    </a:cubicBezTo>
                    <a:cubicBezTo>
                      <a:pt x="10910" y="5913"/>
                      <a:pt x="10910" y="5944"/>
                      <a:pt x="10910" y="5977"/>
                    </a:cubicBezTo>
                    <a:cubicBezTo>
                      <a:pt x="10597" y="5977"/>
                      <a:pt x="10283" y="5977"/>
                      <a:pt x="9961" y="5977"/>
                    </a:cubicBezTo>
                    <a:cubicBezTo>
                      <a:pt x="9961" y="6008"/>
                      <a:pt x="9961" y="6039"/>
                      <a:pt x="9961" y="6071"/>
                    </a:cubicBezTo>
                    <a:cubicBezTo>
                      <a:pt x="8740" y="6071"/>
                      <a:pt x="7519" y="6071"/>
                      <a:pt x="6261" y="6071"/>
                    </a:cubicBezTo>
                    <a:cubicBezTo>
                      <a:pt x="6261" y="6040"/>
                      <a:pt x="6261" y="6009"/>
                      <a:pt x="6261" y="5977"/>
                    </a:cubicBezTo>
                    <a:cubicBezTo>
                      <a:pt x="5917" y="5977"/>
                      <a:pt x="5572" y="5977"/>
                      <a:pt x="5218" y="5977"/>
                    </a:cubicBezTo>
                    <a:cubicBezTo>
                      <a:pt x="5218" y="5945"/>
                      <a:pt x="5218" y="5914"/>
                      <a:pt x="5218" y="5882"/>
                    </a:cubicBezTo>
                    <a:cubicBezTo>
                      <a:pt x="4998" y="5882"/>
                      <a:pt x="4779" y="5882"/>
                      <a:pt x="4554" y="5882"/>
                    </a:cubicBezTo>
                    <a:cubicBezTo>
                      <a:pt x="4554" y="5850"/>
                      <a:pt x="4554" y="5819"/>
                      <a:pt x="4554" y="5787"/>
                    </a:cubicBezTo>
                    <a:cubicBezTo>
                      <a:pt x="4366" y="5787"/>
                      <a:pt x="4178" y="5787"/>
                      <a:pt x="3984" y="5787"/>
                    </a:cubicBezTo>
                    <a:cubicBezTo>
                      <a:pt x="3984" y="5756"/>
                      <a:pt x="3984" y="5724"/>
                      <a:pt x="3984" y="5692"/>
                    </a:cubicBezTo>
                    <a:cubicBezTo>
                      <a:pt x="3828" y="5692"/>
                      <a:pt x="3671" y="5692"/>
                      <a:pt x="3510" y="5692"/>
                    </a:cubicBezTo>
                    <a:cubicBezTo>
                      <a:pt x="3510" y="5661"/>
                      <a:pt x="3510" y="5629"/>
                      <a:pt x="3510" y="5597"/>
                    </a:cubicBezTo>
                    <a:cubicBezTo>
                      <a:pt x="3385" y="5597"/>
                      <a:pt x="3260" y="5597"/>
                      <a:pt x="3131" y="5597"/>
                    </a:cubicBezTo>
                    <a:cubicBezTo>
                      <a:pt x="3131" y="5566"/>
                      <a:pt x="3131" y="5534"/>
                      <a:pt x="3131" y="5502"/>
                    </a:cubicBezTo>
                    <a:cubicBezTo>
                      <a:pt x="3005" y="5502"/>
                      <a:pt x="2880" y="5502"/>
                      <a:pt x="2751" y="5502"/>
                    </a:cubicBezTo>
                    <a:cubicBezTo>
                      <a:pt x="2751" y="5471"/>
                      <a:pt x="2751" y="5440"/>
                      <a:pt x="2751" y="5407"/>
                    </a:cubicBezTo>
                    <a:cubicBezTo>
                      <a:pt x="2626" y="5407"/>
                      <a:pt x="2501" y="5407"/>
                      <a:pt x="2372" y="5407"/>
                    </a:cubicBezTo>
                    <a:cubicBezTo>
                      <a:pt x="2372" y="5376"/>
                      <a:pt x="2372" y="5345"/>
                      <a:pt x="2372" y="5312"/>
                    </a:cubicBezTo>
                    <a:cubicBezTo>
                      <a:pt x="2278" y="5312"/>
                      <a:pt x="2184" y="5312"/>
                      <a:pt x="2087" y="5312"/>
                    </a:cubicBezTo>
                    <a:cubicBezTo>
                      <a:pt x="2087" y="5281"/>
                      <a:pt x="2087" y="5250"/>
                      <a:pt x="2087" y="5218"/>
                    </a:cubicBezTo>
                    <a:cubicBezTo>
                      <a:pt x="2024" y="5218"/>
                      <a:pt x="1962" y="5218"/>
                      <a:pt x="1897" y="5218"/>
                    </a:cubicBezTo>
                    <a:cubicBezTo>
                      <a:pt x="1897" y="5186"/>
                      <a:pt x="1897" y="5155"/>
                      <a:pt x="1897" y="5123"/>
                    </a:cubicBezTo>
                    <a:cubicBezTo>
                      <a:pt x="1803" y="5123"/>
                      <a:pt x="1709" y="5123"/>
                      <a:pt x="1613" y="5123"/>
                    </a:cubicBezTo>
                    <a:cubicBezTo>
                      <a:pt x="1613" y="5091"/>
                      <a:pt x="1613" y="5060"/>
                      <a:pt x="1613" y="5028"/>
                    </a:cubicBezTo>
                    <a:cubicBezTo>
                      <a:pt x="1550" y="5028"/>
                      <a:pt x="1487" y="5028"/>
                      <a:pt x="1423" y="5028"/>
                    </a:cubicBezTo>
                    <a:cubicBezTo>
                      <a:pt x="1423" y="4997"/>
                      <a:pt x="1423" y="4965"/>
                      <a:pt x="1423" y="4933"/>
                    </a:cubicBezTo>
                    <a:cubicBezTo>
                      <a:pt x="1360" y="4933"/>
                      <a:pt x="1298" y="4933"/>
                      <a:pt x="1233" y="4933"/>
                    </a:cubicBezTo>
                    <a:cubicBezTo>
                      <a:pt x="1233" y="4902"/>
                      <a:pt x="1233" y="4870"/>
                      <a:pt x="1233" y="4838"/>
                    </a:cubicBezTo>
                    <a:cubicBezTo>
                      <a:pt x="1171" y="4838"/>
                      <a:pt x="1108" y="4838"/>
                      <a:pt x="1044" y="4838"/>
                    </a:cubicBezTo>
                    <a:cubicBezTo>
                      <a:pt x="1044" y="4807"/>
                      <a:pt x="1044" y="4776"/>
                      <a:pt x="1044" y="4743"/>
                    </a:cubicBezTo>
                    <a:cubicBezTo>
                      <a:pt x="981" y="4743"/>
                      <a:pt x="918" y="4743"/>
                      <a:pt x="854" y="4743"/>
                    </a:cubicBezTo>
                    <a:cubicBezTo>
                      <a:pt x="854" y="4712"/>
                      <a:pt x="854" y="4681"/>
                      <a:pt x="854" y="4648"/>
                    </a:cubicBezTo>
                    <a:cubicBezTo>
                      <a:pt x="822" y="4648"/>
                      <a:pt x="791" y="4648"/>
                      <a:pt x="759" y="4648"/>
                    </a:cubicBezTo>
                    <a:cubicBezTo>
                      <a:pt x="759" y="4617"/>
                      <a:pt x="759" y="4586"/>
                      <a:pt x="759" y="4554"/>
                    </a:cubicBezTo>
                    <a:cubicBezTo>
                      <a:pt x="696" y="4554"/>
                      <a:pt x="634" y="4554"/>
                      <a:pt x="569" y="4554"/>
                    </a:cubicBezTo>
                    <a:cubicBezTo>
                      <a:pt x="569" y="4522"/>
                      <a:pt x="569" y="4491"/>
                      <a:pt x="569" y="4459"/>
                    </a:cubicBezTo>
                    <a:cubicBezTo>
                      <a:pt x="538" y="4459"/>
                      <a:pt x="507" y="4459"/>
                      <a:pt x="474" y="4459"/>
                    </a:cubicBezTo>
                    <a:cubicBezTo>
                      <a:pt x="474" y="4427"/>
                      <a:pt x="474" y="4396"/>
                      <a:pt x="474" y="4364"/>
                    </a:cubicBezTo>
                    <a:cubicBezTo>
                      <a:pt x="443" y="4364"/>
                      <a:pt x="412" y="4364"/>
                      <a:pt x="379" y="4364"/>
                    </a:cubicBezTo>
                    <a:cubicBezTo>
                      <a:pt x="379" y="4333"/>
                      <a:pt x="379" y="4301"/>
                      <a:pt x="379" y="4269"/>
                    </a:cubicBezTo>
                    <a:cubicBezTo>
                      <a:pt x="348" y="4269"/>
                      <a:pt x="317" y="4269"/>
                      <a:pt x="285" y="4269"/>
                    </a:cubicBezTo>
                    <a:cubicBezTo>
                      <a:pt x="285" y="4238"/>
                      <a:pt x="285" y="4206"/>
                      <a:pt x="285" y="4174"/>
                    </a:cubicBezTo>
                    <a:cubicBezTo>
                      <a:pt x="253" y="4174"/>
                      <a:pt x="222" y="4174"/>
                      <a:pt x="190" y="4174"/>
                    </a:cubicBezTo>
                    <a:cubicBezTo>
                      <a:pt x="190" y="4111"/>
                      <a:pt x="190" y="4049"/>
                      <a:pt x="190" y="3984"/>
                    </a:cubicBezTo>
                    <a:cubicBezTo>
                      <a:pt x="158" y="3984"/>
                      <a:pt x="127" y="3984"/>
                      <a:pt x="95" y="3984"/>
                    </a:cubicBezTo>
                    <a:cubicBezTo>
                      <a:pt x="95" y="3890"/>
                      <a:pt x="95" y="3797"/>
                      <a:pt x="95" y="3700"/>
                    </a:cubicBezTo>
                    <a:cubicBezTo>
                      <a:pt x="64" y="3700"/>
                      <a:pt x="32" y="3700"/>
                      <a:pt x="0" y="3700"/>
                    </a:cubicBezTo>
                    <a:cubicBezTo>
                      <a:pt x="0" y="3637"/>
                      <a:pt x="0" y="3575"/>
                      <a:pt x="0" y="3510"/>
                    </a:cubicBezTo>
                    <a:cubicBezTo>
                      <a:pt x="31" y="3510"/>
                      <a:pt x="63" y="3510"/>
                      <a:pt x="95" y="3510"/>
                    </a:cubicBezTo>
                    <a:cubicBezTo>
                      <a:pt x="95" y="3416"/>
                      <a:pt x="95" y="3322"/>
                      <a:pt x="95" y="3225"/>
                    </a:cubicBezTo>
                    <a:cubicBezTo>
                      <a:pt x="64" y="3225"/>
                      <a:pt x="32" y="3225"/>
                      <a:pt x="0" y="3225"/>
                    </a:cubicBezTo>
                    <a:cubicBezTo>
                      <a:pt x="0" y="2161"/>
                      <a:pt x="0" y="1097"/>
                      <a:pt x="0" y="0"/>
                    </a:cubicBezTo>
                    <a:close/>
                    <a:moveTo>
                      <a:pt x="12997" y="2182"/>
                    </a:moveTo>
                    <a:cubicBezTo>
                      <a:pt x="12997" y="2213"/>
                      <a:pt x="12997" y="2245"/>
                      <a:pt x="12997" y="2277"/>
                    </a:cubicBezTo>
                    <a:cubicBezTo>
                      <a:pt x="12934" y="2277"/>
                      <a:pt x="12871" y="2277"/>
                      <a:pt x="12807" y="2277"/>
                    </a:cubicBezTo>
                    <a:cubicBezTo>
                      <a:pt x="12807" y="2308"/>
                      <a:pt x="12807" y="2339"/>
                      <a:pt x="12807" y="2372"/>
                    </a:cubicBezTo>
                    <a:cubicBezTo>
                      <a:pt x="12776" y="2372"/>
                      <a:pt x="12744" y="2372"/>
                      <a:pt x="12712" y="2372"/>
                    </a:cubicBezTo>
                    <a:cubicBezTo>
                      <a:pt x="12712" y="2403"/>
                      <a:pt x="12712" y="2434"/>
                      <a:pt x="12712" y="2467"/>
                    </a:cubicBezTo>
                    <a:cubicBezTo>
                      <a:pt x="12681" y="2467"/>
                      <a:pt x="12649" y="2467"/>
                      <a:pt x="12617" y="2467"/>
                    </a:cubicBezTo>
                    <a:cubicBezTo>
                      <a:pt x="12617" y="2498"/>
                      <a:pt x="12617" y="2529"/>
                      <a:pt x="12617" y="2561"/>
                    </a:cubicBezTo>
                    <a:cubicBezTo>
                      <a:pt x="12586" y="2561"/>
                      <a:pt x="12555" y="2561"/>
                      <a:pt x="12522" y="2561"/>
                    </a:cubicBezTo>
                    <a:cubicBezTo>
                      <a:pt x="12522" y="2624"/>
                      <a:pt x="12522" y="2687"/>
                      <a:pt x="12522" y="2751"/>
                    </a:cubicBezTo>
                    <a:cubicBezTo>
                      <a:pt x="12491" y="2751"/>
                      <a:pt x="12460" y="2751"/>
                      <a:pt x="12427" y="2751"/>
                    </a:cubicBezTo>
                    <a:cubicBezTo>
                      <a:pt x="12427" y="2845"/>
                      <a:pt x="12427" y="2939"/>
                      <a:pt x="12427" y="3036"/>
                    </a:cubicBezTo>
                    <a:cubicBezTo>
                      <a:pt x="12396" y="3036"/>
                      <a:pt x="12365" y="3036"/>
                      <a:pt x="12333" y="3036"/>
                    </a:cubicBezTo>
                    <a:cubicBezTo>
                      <a:pt x="12333" y="3161"/>
                      <a:pt x="12333" y="3286"/>
                      <a:pt x="12333" y="3415"/>
                    </a:cubicBezTo>
                    <a:cubicBezTo>
                      <a:pt x="12364" y="3415"/>
                      <a:pt x="12395" y="3415"/>
                      <a:pt x="12427" y="3415"/>
                    </a:cubicBezTo>
                    <a:cubicBezTo>
                      <a:pt x="12427" y="3509"/>
                      <a:pt x="12427" y="3603"/>
                      <a:pt x="12427" y="3700"/>
                    </a:cubicBezTo>
                    <a:cubicBezTo>
                      <a:pt x="12459" y="3700"/>
                      <a:pt x="12490" y="3700"/>
                      <a:pt x="12522" y="3700"/>
                    </a:cubicBezTo>
                    <a:cubicBezTo>
                      <a:pt x="12522" y="3762"/>
                      <a:pt x="12522" y="3825"/>
                      <a:pt x="12522" y="3890"/>
                    </a:cubicBezTo>
                    <a:cubicBezTo>
                      <a:pt x="12554" y="3890"/>
                      <a:pt x="12585" y="3890"/>
                      <a:pt x="12617" y="3890"/>
                    </a:cubicBezTo>
                    <a:cubicBezTo>
                      <a:pt x="12617" y="3921"/>
                      <a:pt x="12617" y="3952"/>
                      <a:pt x="12617" y="3984"/>
                    </a:cubicBezTo>
                    <a:cubicBezTo>
                      <a:pt x="12648" y="3984"/>
                      <a:pt x="12680" y="3984"/>
                      <a:pt x="12712" y="3984"/>
                    </a:cubicBezTo>
                    <a:cubicBezTo>
                      <a:pt x="12712" y="4016"/>
                      <a:pt x="12712" y="4047"/>
                      <a:pt x="12712" y="4079"/>
                    </a:cubicBezTo>
                    <a:cubicBezTo>
                      <a:pt x="12743" y="4079"/>
                      <a:pt x="12775" y="4079"/>
                      <a:pt x="12807" y="4079"/>
                    </a:cubicBezTo>
                    <a:cubicBezTo>
                      <a:pt x="12807" y="4111"/>
                      <a:pt x="12807" y="4142"/>
                      <a:pt x="12807" y="4174"/>
                    </a:cubicBezTo>
                    <a:cubicBezTo>
                      <a:pt x="12870" y="4174"/>
                      <a:pt x="12932" y="4174"/>
                      <a:pt x="12997" y="4174"/>
                    </a:cubicBezTo>
                    <a:cubicBezTo>
                      <a:pt x="12997" y="4205"/>
                      <a:pt x="12997" y="4237"/>
                      <a:pt x="12997" y="4269"/>
                    </a:cubicBezTo>
                    <a:cubicBezTo>
                      <a:pt x="13278" y="4269"/>
                      <a:pt x="13560" y="4269"/>
                      <a:pt x="13850" y="4269"/>
                    </a:cubicBezTo>
                    <a:cubicBezTo>
                      <a:pt x="13850" y="4238"/>
                      <a:pt x="13850" y="4206"/>
                      <a:pt x="13850" y="4174"/>
                    </a:cubicBezTo>
                    <a:cubicBezTo>
                      <a:pt x="13913" y="4174"/>
                      <a:pt x="13976" y="4174"/>
                      <a:pt x="14040" y="4174"/>
                    </a:cubicBezTo>
                    <a:cubicBezTo>
                      <a:pt x="14040" y="4143"/>
                      <a:pt x="14040" y="4111"/>
                      <a:pt x="14040" y="4079"/>
                    </a:cubicBezTo>
                    <a:cubicBezTo>
                      <a:pt x="14071" y="4079"/>
                      <a:pt x="14103" y="4079"/>
                      <a:pt x="14135" y="4079"/>
                    </a:cubicBezTo>
                    <a:cubicBezTo>
                      <a:pt x="14135" y="4048"/>
                      <a:pt x="14135" y="4017"/>
                      <a:pt x="14135" y="3984"/>
                    </a:cubicBezTo>
                    <a:cubicBezTo>
                      <a:pt x="14166" y="3984"/>
                      <a:pt x="14198" y="3984"/>
                      <a:pt x="14230" y="3984"/>
                    </a:cubicBezTo>
                    <a:cubicBezTo>
                      <a:pt x="14230" y="3953"/>
                      <a:pt x="14230" y="3922"/>
                      <a:pt x="14230" y="3890"/>
                    </a:cubicBezTo>
                    <a:cubicBezTo>
                      <a:pt x="14261" y="3890"/>
                      <a:pt x="14293" y="3890"/>
                      <a:pt x="14325" y="3890"/>
                    </a:cubicBezTo>
                    <a:cubicBezTo>
                      <a:pt x="14325" y="3827"/>
                      <a:pt x="14325" y="3764"/>
                      <a:pt x="14325" y="3700"/>
                    </a:cubicBezTo>
                    <a:cubicBezTo>
                      <a:pt x="14356" y="3700"/>
                      <a:pt x="14387" y="3700"/>
                      <a:pt x="14420" y="3700"/>
                    </a:cubicBezTo>
                    <a:cubicBezTo>
                      <a:pt x="14420" y="3606"/>
                      <a:pt x="14420" y="3512"/>
                      <a:pt x="14420" y="3415"/>
                    </a:cubicBezTo>
                    <a:cubicBezTo>
                      <a:pt x="14451" y="3415"/>
                      <a:pt x="14482" y="3415"/>
                      <a:pt x="14515" y="3415"/>
                    </a:cubicBezTo>
                    <a:cubicBezTo>
                      <a:pt x="14515" y="3259"/>
                      <a:pt x="14515" y="3102"/>
                      <a:pt x="14515" y="2941"/>
                    </a:cubicBezTo>
                    <a:cubicBezTo>
                      <a:pt x="14483" y="2941"/>
                      <a:pt x="14452" y="2941"/>
                      <a:pt x="14420" y="2941"/>
                    </a:cubicBezTo>
                    <a:cubicBezTo>
                      <a:pt x="14420" y="2847"/>
                      <a:pt x="14420" y="2753"/>
                      <a:pt x="14420" y="2656"/>
                    </a:cubicBezTo>
                    <a:cubicBezTo>
                      <a:pt x="14388" y="2656"/>
                      <a:pt x="14357" y="2656"/>
                      <a:pt x="14325" y="2656"/>
                    </a:cubicBezTo>
                    <a:cubicBezTo>
                      <a:pt x="14325" y="2625"/>
                      <a:pt x="14325" y="2594"/>
                      <a:pt x="14325" y="2561"/>
                    </a:cubicBezTo>
                    <a:cubicBezTo>
                      <a:pt x="14293" y="2561"/>
                      <a:pt x="14262" y="2561"/>
                      <a:pt x="14230" y="2561"/>
                    </a:cubicBezTo>
                    <a:cubicBezTo>
                      <a:pt x="14230" y="2530"/>
                      <a:pt x="14230" y="2499"/>
                      <a:pt x="14230" y="2467"/>
                    </a:cubicBezTo>
                    <a:cubicBezTo>
                      <a:pt x="14199" y="2467"/>
                      <a:pt x="14167" y="2467"/>
                      <a:pt x="14135" y="2467"/>
                    </a:cubicBezTo>
                    <a:cubicBezTo>
                      <a:pt x="14135" y="2435"/>
                      <a:pt x="14135" y="2404"/>
                      <a:pt x="14135" y="2372"/>
                    </a:cubicBezTo>
                    <a:cubicBezTo>
                      <a:pt x="14104" y="2372"/>
                      <a:pt x="14072" y="2372"/>
                      <a:pt x="14040" y="2372"/>
                    </a:cubicBezTo>
                    <a:cubicBezTo>
                      <a:pt x="14040" y="2340"/>
                      <a:pt x="14040" y="2309"/>
                      <a:pt x="14040" y="2277"/>
                    </a:cubicBezTo>
                    <a:cubicBezTo>
                      <a:pt x="13978" y="2277"/>
                      <a:pt x="13915" y="2277"/>
                      <a:pt x="13850" y="2277"/>
                    </a:cubicBezTo>
                    <a:cubicBezTo>
                      <a:pt x="13850" y="2245"/>
                      <a:pt x="13850" y="2214"/>
                      <a:pt x="13850" y="2182"/>
                    </a:cubicBezTo>
                    <a:cubicBezTo>
                      <a:pt x="13569" y="2182"/>
                      <a:pt x="13287" y="2182"/>
                      <a:pt x="12997" y="2182"/>
                    </a:cubicBezTo>
                    <a:close/>
                  </a:path>
                </a:pathLst>
              </a:custGeom>
              <a:solidFill>
                <a:srgbClr val="ACB5E9"/>
              </a:solidFill>
              <a:ln w="602" cap="flat">
                <a:noFill/>
              </a:ln>
            </p:spPr>
          </p:sp>
          <p:sp>
            <p:nvSpPr>
              <p:cNvPr id="1829" name="ICON_C_MANIFEST_DATABASE_path_003"/>
              <p:cNvSpPr/>
              <p:nvPr/>
            </p:nvSpPr>
            <p:spPr>
              <a:xfrm>
                <a:off x="559169" y="7343175"/>
                <a:ext cx="203611" cy="75978"/>
              </a:xfrm>
              <a:custGeom>
                <a:avLst/>
                <a:gdLst/>
                <a:ahLst/>
                <a:cxnLst/>
                <a:rect l="0" t="0" r="r" b="b"/>
                <a:pathLst>
                  <a:path w="16032" h="5982" fill="norm" stroke="0">
                    <a:moveTo>
                      <a:pt x="0" y="6"/>
                    </a:moveTo>
                    <a:cubicBezTo>
                      <a:pt x="94" y="6"/>
                      <a:pt x="188" y="6"/>
                      <a:pt x="285" y="6"/>
                    </a:cubicBezTo>
                    <a:cubicBezTo>
                      <a:pt x="285" y="37"/>
                      <a:pt x="285" y="69"/>
                      <a:pt x="285" y="101"/>
                    </a:cubicBezTo>
                    <a:cubicBezTo>
                      <a:pt x="316" y="101"/>
                      <a:pt x="347" y="101"/>
                      <a:pt x="379" y="101"/>
                    </a:cubicBezTo>
                    <a:cubicBezTo>
                      <a:pt x="379" y="132"/>
                      <a:pt x="379" y="163"/>
                      <a:pt x="379" y="196"/>
                    </a:cubicBezTo>
                    <a:cubicBezTo>
                      <a:pt x="442" y="196"/>
                      <a:pt x="505" y="196"/>
                      <a:pt x="569" y="196"/>
                    </a:cubicBezTo>
                    <a:cubicBezTo>
                      <a:pt x="569" y="227"/>
                      <a:pt x="569" y="258"/>
                      <a:pt x="569" y="291"/>
                    </a:cubicBezTo>
                    <a:cubicBezTo>
                      <a:pt x="632" y="291"/>
                      <a:pt x="694" y="291"/>
                      <a:pt x="759" y="291"/>
                    </a:cubicBezTo>
                    <a:cubicBezTo>
                      <a:pt x="759" y="322"/>
                      <a:pt x="759" y="353"/>
                      <a:pt x="759" y="385"/>
                    </a:cubicBezTo>
                    <a:cubicBezTo>
                      <a:pt x="822" y="385"/>
                      <a:pt x="884" y="385"/>
                      <a:pt x="949" y="385"/>
                    </a:cubicBezTo>
                    <a:cubicBezTo>
                      <a:pt x="949" y="417"/>
                      <a:pt x="949" y="448"/>
                      <a:pt x="949" y="480"/>
                    </a:cubicBezTo>
                    <a:cubicBezTo>
                      <a:pt x="1011" y="480"/>
                      <a:pt x="1074" y="480"/>
                      <a:pt x="1138" y="480"/>
                    </a:cubicBezTo>
                    <a:cubicBezTo>
                      <a:pt x="1138" y="512"/>
                      <a:pt x="1138" y="543"/>
                      <a:pt x="1138" y="575"/>
                    </a:cubicBezTo>
                    <a:cubicBezTo>
                      <a:pt x="1201" y="575"/>
                      <a:pt x="1264" y="575"/>
                      <a:pt x="1328" y="575"/>
                    </a:cubicBezTo>
                    <a:cubicBezTo>
                      <a:pt x="1328" y="606"/>
                      <a:pt x="1328" y="638"/>
                      <a:pt x="1328" y="670"/>
                    </a:cubicBezTo>
                    <a:cubicBezTo>
                      <a:pt x="1391" y="670"/>
                      <a:pt x="1453" y="670"/>
                      <a:pt x="1518" y="670"/>
                    </a:cubicBezTo>
                    <a:cubicBezTo>
                      <a:pt x="1518" y="701"/>
                      <a:pt x="1518" y="733"/>
                      <a:pt x="1518" y="765"/>
                    </a:cubicBezTo>
                    <a:cubicBezTo>
                      <a:pt x="1612" y="765"/>
                      <a:pt x="1706" y="765"/>
                      <a:pt x="1802" y="765"/>
                    </a:cubicBezTo>
                    <a:cubicBezTo>
                      <a:pt x="1802" y="796"/>
                      <a:pt x="1802" y="827"/>
                      <a:pt x="1802" y="860"/>
                    </a:cubicBezTo>
                    <a:cubicBezTo>
                      <a:pt x="1896" y="860"/>
                      <a:pt x="1990" y="860"/>
                      <a:pt x="2087" y="860"/>
                    </a:cubicBezTo>
                    <a:cubicBezTo>
                      <a:pt x="2087" y="891"/>
                      <a:pt x="2087" y="922"/>
                      <a:pt x="2087" y="955"/>
                    </a:cubicBezTo>
                    <a:cubicBezTo>
                      <a:pt x="2212" y="955"/>
                      <a:pt x="2337" y="955"/>
                      <a:pt x="2467" y="955"/>
                    </a:cubicBezTo>
                    <a:cubicBezTo>
                      <a:pt x="2467" y="986"/>
                      <a:pt x="2467" y="1017"/>
                      <a:pt x="2467" y="1049"/>
                    </a:cubicBezTo>
                    <a:cubicBezTo>
                      <a:pt x="2560" y="1049"/>
                      <a:pt x="2654" y="1049"/>
                      <a:pt x="2751" y="1049"/>
                    </a:cubicBezTo>
                    <a:cubicBezTo>
                      <a:pt x="2751" y="1081"/>
                      <a:pt x="2751" y="1112"/>
                      <a:pt x="2751" y="1144"/>
                    </a:cubicBezTo>
                    <a:cubicBezTo>
                      <a:pt x="2876" y="1144"/>
                      <a:pt x="3002" y="1144"/>
                      <a:pt x="3131" y="1144"/>
                    </a:cubicBezTo>
                    <a:cubicBezTo>
                      <a:pt x="3131" y="1176"/>
                      <a:pt x="3131" y="1207"/>
                      <a:pt x="3131" y="1239"/>
                    </a:cubicBezTo>
                    <a:cubicBezTo>
                      <a:pt x="3287" y="1239"/>
                      <a:pt x="3444" y="1239"/>
                      <a:pt x="3605" y="1239"/>
                    </a:cubicBezTo>
                    <a:cubicBezTo>
                      <a:pt x="3605" y="1270"/>
                      <a:pt x="3605" y="1302"/>
                      <a:pt x="3605" y="1334"/>
                    </a:cubicBezTo>
                    <a:cubicBezTo>
                      <a:pt x="3761" y="1334"/>
                      <a:pt x="3918" y="1334"/>
                      <a:pt x="4079" y="1334"/>
                    </a:cubicBezTo>
                    <a:cubicBezTo>
                      <a:pt x="4079" y="1365"/>
                      <a:pt x="4079" y="1397"/>
                      <a:pt x="4079" y="1429"/>
                    </a:cubicBezTo>
                    <a:cubicBezTo>
                      <a:pt x="4298" y="1429"/>
                      <a:pt x="4518" y="1429"/>
                      <a:pt x="4743" y="1429"/>
                    </a:cubicBezTo>
                    <a:cubicBezTo>
                      <a:pt x="4743" y="1460"/>
                      <a:pt x="4743" y="1492"/>
                      <a:pt x="4743" y="1524"/>
                    </a:cubicBezTo>
                    <a:cubicBezTo>
                      <a:pt x="5025" y="1524"/>
                      <a:pt x="5307" y="1524"/>
                      <a:pt x="5597" y="1524"/>
                    </a:cubicBezTo>
                    <a:cubicBezTo>
                      <a:pt x="5597" y="1555"/>
                      <a:pt x="5597" y="1586"/>
                      <a:pt x="5597" y="1619"/>
                    </a:cubicBezTo>
                    <a:cubicBezTo>
                      <a:pt x="6098" y="1619"/>
                      <a:pt x="6599" y="1619"/>
                      <a:pt x="7115" y="1619"/>
                    </a:cubicBezTo>
                    <a:cubicBezTo>
                      <a:pt x="7115" y="1650"/>
                      <a:pt x="7115" y="1681"/>
                      <a:pt x="7115" y="1714"/>
                    </a:cubicBezTo>
                    <a:cubicBezTo>
                      <a:pt x="7772" y="1714"/>
                      <a:pt x="8430" y="1714"/>
                      <a:pt x="9107" y="1714"/>
                    </a:cubicBezTo>
                    <a:cubicBezTo>
                      <a:pt x="9107" y="1682"/>
                      <a:pt x="9107" y="1651"/>
                      <a:pt x="9107" y="1619"/>
                    </a:cubicBezTo>
                    <a:cubicBezTo>
                      <a:pt x="9577" y="1619"/>
                      <a:pt x="10046" y="1619"/>
                      <a:pt x="10530" y="1619"/>
                    </a:cubicBezTo>
                    <a:cubicBezTo>
                      <a:pt x="10530" y="1587"/>
                      <a:pt x="10530" y="1556"/>
                      <a:pt x="10530" y="1524"/>
                    </a:cubicBezTo>
                    <a:cubicBezTo>
                      <a:pt x="10843" y="1524"/>
                      <a:pt x="11156" y="1524"/>
                      <a:pt x="11479" y="1524"/>
                    </a:cubicBezTo>
                    <a:cubicBezTo>
                      <a:pt x="11479" y="1492"/>
                      <a:pt x="11479" y="1461"/>
                      <a:pt x="11479" y="1429"/>
                    </a:cubicBezTo>
                    <a:cubicBezTo>
                      <a:pt x="11667" y="1429"/>
                      <a:pt x="11854" y="1429"/>
                      <a:pt x="12048" y="1429"/>
                    </a:cubicBezTo>
                    <a:cubicBezTo>
                      <a:pt x="12048" y="1398"/>
                      <a:pt x="12048" y="1366"/>
                      <a:pt x="12048" y="1334"/>
                    </a:cubicBezTo>
                    <a:cubicBezTo>
                      <a:pt x="12205" y="1334"/>
                      <a:pt x="12361" y="1334"/>
                      <a:pt x="12522" y="1334"/>
                    </a:cubicBezTo>
                    <a:cubicBezTo>
                      <a:pt x="12522" y="1303"/>
                      <a:pt x="12522" y="1271"/>
                      <a:pt x="12522" y="1239"/>
                    </a:cubicBezTo>
                    <a:cubicBezTo>
                      <a:pt x="12679" y="1239"/>
                      <a:pt x="12835" y="1239"/>
                      <a:pt x="12997" y="1239"/>
                    </a:cubicBezTo>
                    <a:cubicBezTo>
                      <a:pt x="12997" y="1208"/>
                      <a:pt x="12997" y="1177"/>
                      <a:pt x="12997" y="1144"/>
                    </a:cubicBezTo>
                    <a:cubicBezTo>
                      <a:pt x="13122" y="1144"/>
                      <a:pt x="13247" y="1144"/>
                      <a:pt x="13376" y="1144"/>
                    </a:cubicBezTo>
                    <a:cubicBezTo>
                      <a:pt x="13376" y="1113"/>
                      <a:pt x="13376" y="1082"/>
                      <a:pt x="13376" y="1049"/>
                    </a:cubicBezTo>
                    <a:cubicBezTo>
                      <a:pt x="13501" y="1049"/>
                      <a:pt x="13627" y="1049"/>
                      <a:pt x="13756" y="1049"/>
                    </a:cubicBezTo>
                    <a:cubicBezTo>
                      <a:pt x="13756" y="1018"/>
                      <a:pt x="13756" y="987"/>
                      <a:pt x="13756" y="955"/>
                    </a:cubicBezTo>
                    <a:cubicBezTo>
                      <a:pt x="13849" y="955"/>
                      <a:pt x="13943" y="955"/>
                      <a:pt x="14040" y="955"/>
                    </a:cubicBezTo>
                    <a:cubicBezTo>
                      <a:pt x="14040" y="923"/>
                      <a:pt x="14040" y="892"/>
                      <a:pt x="14040" y="860"/>
                    </a:cubicBezTo>
                    <a:cubicBezTo>
                      <a:pt x="14134" y="860"/>
                      <a:pt x="14228" y="860"/>
                      <a:pt x="14325" y="860"/>
                    </a:cubicBezTo>
                    <a:cubicBezTo>
                      <a:pt x="14325" y="828"/>
                      <a:pt x="14325" y="797"/>
                      <a:pt x="14325" y="765"/>
                    </a:cubicBezTo>
                    <a:cubicBezTo>
                      <a:pt x="14419" y="765"/>
                      <a:pt x="14513" y="765"/>
                      <a:pt x="14609" y="765"/>
                    </a:cubicBezTo>
                    <a:cubicBezTo>
                      <a:pt x="14609" y="734"/>
                      <a:pt x="14609" y="702"/>
                      <a:pt x="14609" y="670"/>
                    </a:cubicBezTo>
                    <a:cubicBezTo>
                      <a:pt x="14672" y="670"/>
                      <a:pt x="14735" y="670"/>
                      <a:pt x="14799" y="670"/>
                    </a:cubicBezTo>
                    <a:cubicBezTo>
                      <a:pt x="14799" y="639"/>
                      <a:pt x="14799" y="607"/>
                      <a:pt x="14799" y="575"/>
                    </a:cubicBezTo>
                    <a:cubicBezTo>
                      <a:pt x="14862" y="575"/>
                      <a:pt x="14924" y="575"/>
                      <a:pt x="14989" y="575"/>
                    </a:cubicBezTo>
                    <a:cubicBezTo>
                      <a:pt x="14989" y="544"/>
                      <a:pt x="14989" y="513"/>
                      <a:pt x="14989" y="480"/>
                    </a:cubicBezTo>
                    <a:cubicBezTo>
                      <a:pt x="15083" y="480"/>
                      <a:pt x="15177" y="480"/>
                      <a:pt x="15273" y="480"/>
                    </a:cubicBezTo>
                    <a:cubicBezTo>
                      <a:pt x="15273" y="449"/>
                      <a:pt x="15273" y="418"/>
                      <a:pt x="15273" y="385"/>
                    </a:cubicBezTo>
                    <a:cubicBezTo>
                      <a:pt x="15305" y="385"/>
                      <a:pt x="15336" y="385"/>
                      <a:pt x="15368" y="385"/>
                    </a:cubicBezTo>
                    <a:cubicBezTo>
                      <a:pt x="15368" y="354"/>
                      <a:pt x="15368" y="323"/>
                      <a:pt x="15368" y="291"/>
                    </a:cubicBezTo>
                    <a:cubicBezTo>
                      <a:pt x="15431" y="291"/>
                      <a:pt x="15494" y="291"/>
                      <a:pt x="15558" y="291"/>
                    </a:cubicBezTo>
                    <a:cubicBezTo>
                      <a:pt x="15558" y="259"/>
                      <a:pt x="15558" y="228"/>
                      <a:pt x="15558" y="196"/>
                    </a:cubicBezTo>
                    <a:cubicBezTo>
                      <a:pt x="15571" y="198"/>
                      <a:pt x="15583" y="200"/>
                      <a:pt x="15596" y="202"/>
                    </a:cubicBezTo>
                    <a:cubicBezTo>
                      <a:pt x="15652" y="208"/>
                      <a:pt x="15694" y="210"/>
                      <a:pt x="15748" y="196"/>
                    </a:cubicBezTo>
                    <a:cubicBezTo>
                      <a:pt x="15782" y="148"/>
                      <a:pt x="15800" y="103"/>
                      <a:pt x="15819" y="47"/>
                    </a:cubicBezTo>
                    <a:cubicBezTo>
                      <a:pt x="15823" y="41"/>
                      <a:pt x="15823" y="41"/>
                      <a:pt x="15843" y="6"/>
                    </a:cubicBezTo>
                    <a:cubicBezTo>
                      <a:pt x="15893" y="0"/>
                      <a:pt x="15893" y="0"/>
                      <a:pt x="15938" y="6"/>
                    </a:cubicBezTo>
                    <a:cubicBezTo>
                      <a:pt x="15938" y="37"/>
                      <a:pt x="15938" y="69"/>
                      <a:pt x="15938" y="101"/>
                    </a:cubicBezTo>
                    <a:cubicBezTo>
                      <a:pt x="15969" y="101"/>
                      <a:pt x="16000" y="101"/>
                      <a:pt x="16032" y="101"/>
                    </a:cubicBezTo>
                    <a:cubicBezTo>
                      <a:pt x="16032" y="1322"/>
                      <a:pt x="16032" y="2543"/>
                      <a:pt x="16032" y="3801"/>
                    </a:cubicBezTo>
                    <a:cubicBezTo>
                      <a:pt x="16001" y="3801"/>
                      <a:pt x="15970" y="3801"/>
                      <a:pt x="15938" y="3801"/>
                    </a:cubicBezTo>
                    <a:cubicBezTo>
                      <a:pt x="15938" y="3832"/>
                      <a:pt x="15938" y="3863"/>
                      <a:pt x="15938" y="3895"/>
                    </a:cubicBezTo>
                    <a:cubicBezTo>
                      <a:pt x="15906" y="3895"/>
                      <a:pt x="15875" y="3895"/>
                      <a:pt x="15843" y="3895"/>
                    </a:cubicBezTo>
                    <a:cubicBezTo>
                      <a:pt x="15843" y="3958"/>
                      <a:pt x="15843" y="4021"/>
                      <a:pt x="15843" y="4085"/>
                    </a:cubicBezTo>
                    <a:cubicBezTo>
                      <a:pt x="15811" y="4085"/>
                      <a:pt x="15780" y="4085"/>
                      <a:pt x="15748" y="4085"/>
                    </a:cubicBezTo>
                    <a:cubicBezTo>
                      <a:pt x="15748" y="4116"/>
                      <a:pt x="15748" y="4148"/>
                      <a:pt x="15748" y="4180"/>
                    </a:cubicBezTo>
                    <a:cubicBezTo>
                      <a:pt x="15716" y="4180"/>
                      <a:pt x="15685" y="4180"/>
                      <a:pt x="15653" y="4180"/>
                    </a:cubicBezTo>
                    <a:cubicBezTo>
                      <a:pt x="15653" y="4211"/>
                      <a:pt x="15653" y="4243"/>
                      <a:pt x="15653" y="4275"/>
                    </a:cubicBezTo>
                    <a:cubicBezTo>
                      <a:pt x="15622" y="4275"/>
                      <a:pt x="15590" y="4275"/>
                      <a:pt x="15558" y="4275"/>
                    </a:cubicBezTo>
                    <a:cubicBezTo>
                      <a:pt x="15558" y="4306"/>
                      <a:pt x="15558" y="4338"/>
                      <a:pt x="15558" y="4370"/>
                    </a:cubicBezTo>
                    <a:cubicBezTo>
                      <a:pt x="15495" y="4370"/>
                      <a:pt x="15433" y="4370"/>
                      <a:pt x="15368" y="4370"/>
                    </a:cubicBezTo>
                    <a:cubicBezTo>
                      <a:pt x="15368" y="4401"/>
                      <a:pt x="15368" y="4432"/>
                      <a:pt x="15368" y="4465"/>
                    </a:cubicBezTo>
                    <a:cubicBezTo>
                      <a:pt x="15337" y="4465"/>
                      <a:pt x="15306" y="4465"/>
                      <a:pt x="15273" y="4465"/>
                    </a:cubicBezTo>
                    <a:cubicBezTo>
                      <a:pt x="15273" y="4496"/>
                      <a:pt x="15273" y="4527"/>
                      <a:pt x="15273" y="4560"/>
                    </a:cubicBezTo>
                    <a:cubicBezTo>
                      <a:pt x="15211" y="4560"/>
                      <a:pt x="15148" y="4560"/>
                      <a:pt x="15084" y="4560"/>
                    </a:cubicBezTo>
                    <a:cubicBezTo>
                      <a:pt x="15084" y="4591"/>
                      <a:pt x="15084" y="4622"/>
                      <a:pt x="15084" y="4654"/>
                    </a:cubicBezTo>
                    <a:cubicBezTo>
                      <a:pt x="15052" y="4654"/>
                      <a:pt x="15021" y="4654"/>
                      <a:pt x="14989" y="4654"/>
                    </a:cubicBezTo>
                    <a:cubicBezTo>
                      <a:pt x="14989" y="4686"/>
                      <a:pt x="14989" y="4717"/>
                      <a:pt x="14989" y="4749"/>
                    </a:cubicBezTo>
                    <a:cubicBezTo>
                      <a:pt x="14926" y="4749"/>
                      <a:pt x="14864" y="4749"/>
                      <a:pt x="14799" y="4749"/>
                    </a:cubicBezTo>
                    <a:cubicBezTo>
                      <a:pt x="14799" y="4781"/>
                      <a:pt x="14799" y="4812"/>
                      <a:pt x="14799" y="4844"/>
                    </a:cubicBezTo>
                    <a:cubicBezTo>
                      <a:pt x="14705" y="4844"/>
                      <a:pt x="14611" y="4844"/>
                      <a:pt x="14515" y="4844"/>
                    </a:cubicBezTo>
                    <a:cubicBezTo>
                      <a:pt x="14515" y="4875"/>
                      <a:pt x="14515" y="4907"/>
                      <a:pt x="14515" y="4939"/>
                    </a:cubicBezTo>
                    <a:cubicBezTo>
                      <a:pt x="14452" y="4939"/>
                      <a:pt x="14389" y="4939"/>
                      <a:pt x="14325" y="4939"/>
                    </a:cubicBezTo>
                    <a:cubicBezTo>
                      <a:pt x="14325" y="4970"/>
                      <a:pt x="14325" y="5002"/>
                      <a:pt x="14325" y="5034"/>
                    </a:cubicBezTo>
                    <a:cubicBezTo>
                      <a:pt x="14231" y="5034"/>
                      <a:pt x="14137" y="5034"/>
                      <a:pt x="14040" y="5034"/>
                    </a:cubicBezTo>
                    <a:cubicBezTo>
                      <a:pt x="14040" y="5065"/>
                      <a:pt x="14040" y="5096"/>
                      <a:pt x="14040" y="5129"/>
                    </a:cubicBezTo>
                    <a:cubicBezTo>
                      <a:pt x="13978" y="5129"/>
                      <a:pt x="13915" y="5129"/>
                      <a:pt x="13850" y="5129"/>
                    </a:cubicBezTo>
                    <a:cubicBezTo>
                      <a:pt x="13850" y="5160"/>
                      <a:pt x="13850" y="5191"/>
                      <a:pt x="13850" y="5224"/>
                    </a:cubicBezTo>
                    <a:cubicBezTo>
                      <a:pt x="13725" y="5224"/>
                      <a:pt x="13600" y="5224"/>
                      <a:pt x="13471" y="5224"/>
                    </a:cubicBezTo>
                    <a:cubicBezTo>
                      <a:pt x="13471" y="5255"/>
                      <a:pt x="13471" y="5286"/>
                      <a:pt x="13471" y="5318"/>
                    </a:cubicBezTo>
                    <a:cubicBezTo>
                      <a:pt x="13377" y="5318"/>
                      <a:pt x="13283" y="5318"/>
                      <a:pt x="13186" y="5318"/>
                    </a:cubicBezTo>
                    <a:cubicBezTo>
                      <a:pt x="13186" y="5350"/>
                      <a:pt x="13186" y="5381"/>
                      <a:pt x="13186" y="5413"/>
                    </a:cubicBezTo>
                    <a:cubicBezTo>
                      <a:pt x="13061" y="5413"/>
                      <a:pt x="12936" y="5413"/>
                      <a:pt x="12807" y="5413"/>
                    </a:cubicBezTo>
                    <a:cubicBezTo>
                      <a:pt x="12807" y="5445"/>
                      <a:pt x="12807" y="5476"/>
                      <a:pt x="12807" y="5508"/>
                    </a:cubicBezTo>
                    <a:cubicBezTo>
                      <a:pt x="12650" y="5508"/>
                      <a:pt x="12494" y="5508"/>
                      <a:pt x="12333" y="5508"/>
                    </a:cubicBezTo>
                    <a:cubicBezTo>
                      <a:pt x="12333" y="5539"/>
                      <a:pt x="12333" y="5571"/>
                      <a:pt x="12333" y="5603"/>
                    </a:cubicBezTo>
                    <a:cubicBezTo>
                      <a:pt x="12176" y="5603"/>
                      <a:pt x="12020" y="5603"/>
                      <a:pt x="11858" y="5603"/>
                    </a:cubicBezTo>
                    <a:cubicBezTo>
                      <a:pt x="11858" y="5634"/>
                      <a:pt x="11858" y="5666"/>
                      <a:pt x="11858" y="5698"/>
                    </a:cubicBezTo>
                    <a:cubicBezTo>
                      <a:pt x="11639" y="5698"/>
                      <a:pt x="11420" y="5698"/>
                      <a:pt x="11194" y="5698"/>
                    </a:cubicBezTo>
                    <a:cubicBezTo>
                      <a:pt x="11194" y="5729"/>
                      <a:pt x="11194" y="5761"/>
                      <a:pt x="11194" y="5793"/>
                    </a:cubicBezTo>
                    <a:cubicBezTo>
                      <a:pt x="10944" y="5793"/>
                      <a:pt x="10693" y="5793"/>
                      <a:pt x="10435" y="5793"/>
                    </a:cubicBezTo>
                    <a:cubicBezTo>
                      <a:pt x="10435" y="5824"/>
                      <a:pt x="10435" y="5855"/>
                      <a:pt x="10435" y="5888"/>
                    </a:cubicBezTo>
                    <a:cubicBezTo>
                      <a:pt x="9872" y="5888"/>
                      <a:pt x="9308" y="5888"/>
                      <a:pt x="8728" y="5888"/>
                    </a:cubicBezTo>
                    <a:cubicBezTo>
                      <a:pt x="8728" y="5919"/>
                      <a:pt x="8728" y="5950"/>
                      <a:pt x="8728" y="5982"/>
                    </a:cubicBezTo>
                    <a:cubicBezTo>
                      <a:pt x="8289" y="5982"/>
                      <a:pt x="7851" y="5982"/>
                      <a:pt x="7400" y="5982"/>
                    </a:cubicBezTo>
                    <a:cubicBezTo>
                      <a:pt x="7400" y="5951"/>
                      <a:pt x="7400" y="5920"/>
                      <a:pt x="7400" y="5888"/>
                    </a:cubicBezTo>
                    <a:cubicBezTo>
                      <a:pt x="6867" y="5888"/>
                      <a:pt x="6335" y="5888"/>
                      <a:pt x="5787" y="5888"/>
                    </a:cubicBezTo>
                    <a:cubicBezTo>
                      <a:pt x="5787" y="5856"/>
                      <a:pt x="5787" y="5825"/>
                      <a:pt x="5787" y="5793"/>
                    </a:cubicBezTo>
                    <a:cubicBezTo>
                      <a:pt x="5505" y="5793"/>
                      <a:pt x="5223" y="5793"/>
                      <a:pt x="4933" y="5793"/>
                    </a:cubicBezTo>
                    <a:cubicBezTo>
                      <a:pt x="4933" y="5761"/>
                      <a:pt x="4933" y="5730"/>
                      <a:pt x="4933" y="5698"/>
                    </a:cubicBezTo>
                    <a:cubicBezTo>
                      <a:pt x="4714" y="5698"/>
                      <a:pt x="4495" y="5698"/>
                      <a:pt x="4269" y="5698"/>
                    </a:cubicBezTo>
                    <a:cubicBezTo>
                      <a:pt x="4269" y="5667"/>
                      <a:pt x="4269" y="5635"/>
                      <a:pt x="4269" y="5603"/>
                    </a:cubicBezTo>
                    <a:cubicBezTo>
                      <a:pt x="4112" y="5603"/>
                      <a:pt x="3956" y="5603"/>
                      <a:pt x="3795" y="5603"/>
                    </a:cubicBezTo>
                    <a:cubicBezTo>
                      <a:pt x="3795" y="5572"/>
                      <a:pt x="3795" y="5540"/>
                      <a:pt x="3795" y="5508"/>
                    </a:cubicBezTo>
                    <a:cubicBezTo>
                      <a:pt x="3638" y="5508"/>
                      <a:pt x="3482" y="5508"/>
                      <a:pt x="3320" y="5508"/>
                    </a:cubicBezTo>
                    <a:cubicBezTo>
                      <a:pt x="3320" y="5477"/>
                      <a:pt x="3320" y="5446"/>
                      <a:pt x="3320" y="5413"/>
                    </a:cubicBezTo>
                    <a:cubicBezTo>
                      <a:pt x="3195" y="5413"/>
                      <a:pt x="3070" y="5413"/>
                      <a:pt x="2941" y="5413"/>
                    </a:cubicBezTo>
                    <a:cubicBezTo>
                      <a:pt x="2941" y="5382"/>
                      <a:pt x="2941" y="5351"/>
                      <a:pt x="2941" y="5318"/>
                    </a:cubicBezTo>
                    <a:cubicBezTo>
                      <a:pt x="2816" y="5318"/>
                      <a:pt x="2690" y="5318"/>
                      <a:pt x="2561" y="5318"/>
                    </a:cubicBezTo>
                    <a:cubicBezTo>
                      <a:pt x="2561" y="5287"/>
                      <a:pt x="2561" y="5256"/>
                      <a:pt x="2561" y="5224"/>
                    </a:cubicBezTo>
                    <a:cubicBezTo>
                      <a:pt x="2467" y="5224"/>
                      <a:pt x="2374" y="5224"/>
                      <a:pt x="2277" y="5224"/>
                    </a:cubicBezTo>
                    <a:cubicBezTo>
                      <a:pt x="2277" y="5192"/>
                      <a:pt x="2277" y="5161"/>
                      <a:pt x="2277" y="5129"/>
                    </a:cubicBezTo>
                    <a:cubicBezTo>
                      <a:pt x="2183" y="5129"/>
                      <a:pt x="2089" y="5129"/>
                      <a:pt x="1992" y="5129"/>
                    </a:cubicBezTo>
                    <a:cubicBezTo>
                      <a:pt x="1992" y="5097"/>
                      <a:pt x="1992" y="5066"/>
                      <a:pt x="1992" y="5034"/>
                    </a:cubicBezTo>
                    <a:cubicBezTo>
                      <a:pt x="1930" y="5034"/>
                      <a:pt x="1867" y="5034"/>
                      <a:pt x="1802" y="5034"/>
                    </a:cubicBezTo>
                    <a:cubicBezTo>
                      <a:pt x="1802" y="5003"/>
                      <a:pt x="1802" y="4971"/>
                      <a:pt x="1802" y="4939"/>
                    </a:cubicBezTo>
                    <a:cubicBezTo>
                      <a:pt x="1709" y="4939"/>
                      <a:pt x="1615" y="4939"/>
                      <a:pt x="1518" y="4939"/>
                    </a:cubicBezTo>
                    <a:cubicBezTo>
                      <a:pt x="1518" y="4908"/>
                      <a:pt x="1518" y="4876"/>
                      <a:pt x="1518" y="4844"/>
                    </a:cubicBezTo>
                    <a:cubicBezTo>
                      <a:pt x="1455" y="4844"/>
                      <a:pt x="1393" y="4844"/>
                      <a:pt x="1328" y="4844"/>
                    </a:cubicBezTo>
                    <a:cubicBezTo>
                      <a:pt x="1328" y="4813"/>
                      <a:pt x="1328" y="4781"/>
                      <a:pt x="1328" y="4749"/>
                    </a:cubicBezTo>
                    <a:cubicBezTo>
                      <a:pt x="1266" y="4749"/>
                      <a:pt x="1203" y="4749"/>
                      <a:pt x="1138" y="4749"/>
                    </a:cubicBezTo>
                    <a:cubicBezTo>
                      <a:pt x="1138" y="4718"/>
                      <a:pt x="1138" y="4687"/>
                      <a:pt x="1138" y="4654"/>
                    </a:cubicBezTo>
                    <a:cubicBezTo>
                      <a:pt x="1076" y="4654"/>
                      <a:pt x="1013" y="4654"/>
                      <a:pt x="949" y="4654"/>
                    </a:cubicBezTo>
                    <a:cubicBezTo>
                      <a:pt x="949" y="4623"/>
                      <a:pt x="949" y="4592"/>
                      <a:pt x="949" y="4560"/>
                    </a:cubicBezTo>
                    <a:cubicBezTo>
                      <a:pt x="917" y="4560"/>
                      <a:pt x="886" y="4560"/>
                      <a:pt x="854" y="4560"/>
                    </a:cubicBezTo>
                    <a:cubicBezTo>
                      <a:pt x="854" y="4528"/>
                      <a:pt x="854" y="4497"/>
                      <a:pt x="854" y="4465"/>
                    </a:cubicBezTo>
                    <a:cubicBezTo>
                      <a:pt x="791" y="4465"/>
                      <a:pt x="729" y="4465"/>
                      <a:pt x="664" y="4465"/>
                    </a:cubicBezTo>
                    <a:cubicBezTo>
                      <a:pt x="664" y="4433"/>
                      <a:pt x="664" y="4402"/>
                      <a:pt x="664" y="4370"/>
                    </a:cubicBezTo>
                    <a:cubicBezTo>
                      <a:pt x="633" y="4370"/>
                      <a:pt x="601" y="4370"/>
                      <a:pt x="569" y="4370"/>
                    </a:cubicBezTo>
                    <a:cubicBezTo>
                      <a:pt x="569" y="4338"/>
                      <a:pt x="569" y="4307"/>
                      <a:pt x="569" y="4275"/>
                    </a:cubicBezTo>
                    <a:cubicBezTo>
                      <a:pt x="538" y="4275"/>
                      <a:pt x="507" y="4275"/>
                      <a:pt x="474" y="4275"/>
                    </a:cubicBezTo>
                    <a:cubicBezTo>
                      <a:pt x="474" y="4244"/>
                      <a:pt x="474" y="4212"/>
                      <a:pt x="474" y="4180"/>
                    </a:cubicBezTo>
                    <a:cubicBezTo>
                      <a:pt x="443" y="4180"/>
                      <a:pt x="412" y="4180"/>
                      <a:pt x="379" y="4180"/>
                    </a:cubicBezTo>
                    <a:cubicBezTo>
                      <a:pt x="379" y="4149"/>
                      <a:pt x="379" y="4117"/>
                      <a:pt x="379" y="4085"/>
                    </a:cubicBezTo>
                    <a:cubicBezTo>
                      <a:pt x="348" y="4085"/>
                      <a:pt x="317" y="4085"/>
                      <a:pt x="285" y="4085"/>
                    </a:cubicBezTo>
                    <a:cubicBezTo>
                      <a:pt x="285" y="4054"/>
                      <a:pt x="285" y="4023"/>
                      <a:pt x="285" y="3990"/>
                    </a:cubicBezTo>
                    <a:cubicBezTo>
                      <a:pt x="253" y="3990"/>
                      <a:pt x="222" y="3990"/>
                      <a:pt x="190" y="3990"/>
                    </a:cubicBezTo>
                    <a:cubicBezTo>
                      <a:pt x="190" y="3928"/>
                      <a:pt x="190" y="3865"/>
                      <a:pt x="190" y="3801"/>
                    </a:cubicBezTo>
                    <a:cubicBezTo>
                      <a:pt x="158" y="3801"/>
                      <a:pt x="127" y="3801"/>
                      <a:pt x="95" y="3801"/>
                    </a:cubicBezTo>
                    <a:cubicBezTo>
                      <a:pt x="95" y="3738"/>
                      <a:pt x="95" y="3675"/>
                      <a:pt x="95" y="3611"/>
                    </a:cubicBezTo>
                    <a:cubicBezTo>
                      <a:pt x="64" y="3611"/>
                      <a:pt x="32" y="3611"/>
                      <a:pt x="0" y="3611"/>
                    </a:cubicBezTo>
                    <a:cubicBezTo>
                      <a:pt x="0" y="2421"/>
                      <a:pt x="0" y="1232"/>
                      <a:pt x="0" y="6"/>
                    </a:cubicBezTo>
                    <a:close/>
                    <a:moveTo>
                      <a:pt x="12997" y="2093"/>
                    </a:moveTo>
                    <a:cubicBezTo>
                      <a:pt x="12997" y="2124"/>
                      <a:pt x="12997" y="2156"/>
                      <a:pt x="12997" y="2188"/>
                    </a:cubicBezTo>
                    <a:cubicBezTo>
                      <a:pt x="12934" y="2188"/>
                      <a:pt x="12871" y="2188"/>
                      <a:pt x="12807" y="2188"/>
                    </a:cubicBezTo>
                    <a:cubicBezTo>
                      <a:pt x="12807" y="2219"/>
                      <a:pt x="12807" y="2250"/>
                      <a:pt x="12807" y="2283"/>
                    </a:cubicBezTo>
                    <a:cubicBezTo>
                      <a:pt x="12776" y="2283"/>
                      <a:pt x="12744" y="2283"/>
                      <a:pt x="12712" y="2283"/>
                    </a:cubicBezTo>
                    <a:cubicBezTo>
                      <a:pt x="12712" y="2314"/>
                      <a:pt x="12712" y="2345"/>
                      <a:pt x="12712" y="2378"/>
                    </a:cubicBezTo>
                    <a:cubicBezTo>
                      <a:pt x="12681" y="2378"/>
                      <a:pt x="12649" y="2378"/>
                      <a:pt x="12617" y="2378"/>
                    </a:cubicBezTo>
                    <a:cubicBezTo>
                      <a:pt x="12617" y="2409"/>
                      <a:pt x="12617" y="2440"/>
                      <a:pt x="12617" y="2472"/>
                    </a:cubicBezTo>
                    <a:cubicBezTo>
                      <a:pt x="12586" y="2472"/>
                      <a:pt x="12555" y="2472"/>
                      <a:pt x="12522" y="2472"/>
                    </a:cubicBezTo>
                    <a:cubicBezTo>
                      <a:pt x="12522" y="2535"/>
                      <a:pt x="12522" y="2598"/>
                      <a:pt x="12522" y="2662"/>
                    </a:cubicBezTo>
                    <a:cubicBezTo>
                      <a:pt x="12491" y="2662"/>
                      <a:pt x="12460" y="2662"/>
                      <a:pt x="12427" y="2662"/>
                    </a:cubicBezTo>
                    <a:cubicBezTo>
                      <a:pt x="12427" y="2725"/>
                      <a:pt x="12427" y="2787"/>
                      <a:pt x="12427" y="2852"/>
                    </a:cubicBezTo>
                    <a:cubicBezTo>
                      <a:pt x="12396" y="2852"/>
                      <a:pt x="12365" y="2852"/>
                      <a:pt x="12333" y="2852"/>
                    </a:cubicBezTo>
                    <a:cubicBezTo>
                      <a:pt x="12333" y="3008"/>
                      <a:pt x="12333" y="3165"/>
                      <a:pt x="12333" y="3326"/>
                    </a:cubicBezTo>
                    <a:cubicBezTo>
                      <a:pt x="12364" y="3326"/>
                      <a:pt x="12395" y="3326"/>
                      <a:pt x="12427" y="3326"/>
                    </a:cubicBezTo>
                    <a:cubicBezTo>
                      <a:pt x="12427" y="3420"/>
                      <a:pt x="12427" y="3514"/>
                      <a:pt x="12427" y="3611"/>
                    </a:cubicBezTo>
                    <a:cubicBezTo>
                      <a:pt x="12459" y="3611"/>
                      <a:pt x="12490" y="3611"/>
                      <a:pt x="12522" y="3611"/>
                    </a:cubicBezTo>
                    <a:cubicBezTo>
                      <a:pt x="12522" y="3673"/>
                      <a:pt x="12522" y="3736"/>
                      <a:pt x="12522" y="3801"/>
                    </a:cubicBezTo>
                    <a:cubicBezTo>
                      <a:pt x="12554" y="3801"/>
                      <a:pt x="12585" y="3801"/>
                      <a:pt x="12617" y="3801"/>
                    </a:cubicBezTo>
                    <a:cubicBezTo>
                      <a:pt x="12617" y="3832"/>
                      <a:pt x="12617" y="3863"/>
                      <a:pt x="12617" y="3895"/>
                    </a:cubicBezTo>
                    <a:cubicBezTo>
                      <a:pt x="12648" y="3895"/>
                      <a:pt x="12680" y="3895"/>
                      <a:pt x="12712" y="3895"/>
                    </a:cubicBezTo>
                    <a:cubicBezTo>
                      <a:pt x="12712" y="3927"/>
                      <a:pt x="12712" y="3958"/>
                      <a:pt x="12712" y="3990"/>
                    </a:cubicBezTo>
                    <a:cubicBezTo>
                      <a:pt x="12775" y="3990"/>
                      <a:pt x="12837" y="3990"/>
                      <a:pt x="12902" y="3990"/>
                    </a:cubicBezTo>
                    <a:cubicBezTo>
                      <a:pt x="12902" y="4022"/>
                      <a:pt x="12902" y="4053"/>
                      <a:pt x="12902" y="4085"/>
                    </a:cubicBezTo>
                    <a:cubicBezTo>
                      <a:pt x="12964" y="4085"/>
                      <a:pt x="13027" y="4085"/>
                      <a:pt x="13092" y="4085"/>
                    </a:cubicBezTo>
                    <a:cubicBezTo>
                      <a:pt x="13092" y="4116"/>
                      <a:pt x="13092" y="4148"/>
                      <a:pt x="13092" y="4180"/>
                    </a:cubicBezTo>
                    <a:cubicBezTo>
                      <a:pt x="13311" y="4180"/>
                      <a:pt x="13530" y="4180"/>
                      <a:pt x="13756" y="4180"/>
                    </a:cubicBezTo>
                    <a:cubicBezTo>
                      <a:pt x="13756" y="4149"/>
                      <a:pt x="13756" y="4117"/>
                      <a:pt x="13756" y="4085"/>
                    </a:cubicBezTo>
                    <a:cubicBezTo>
                      <a:pt x="13818" y="4085"/>
                      <a:pt x="13881" y="4085"/>
                      <a:pt x="13945" y="4085"/>
                    </a:cubicBezTo>
                    <a:cubicBezTo>
                      <a:pt x="13945" y="4054"/>
                      <a:pt x="13945" y="4023"/>
                      <a:pt x="13945" y="3990"/>
                    </a:cubicBezTo>
                    <a:cubicBezTo>
                      <a:pt x="14008" y="3990"/>
                      <a:pt x="14071" y="3990"/>
                      <a:pt x="14135" y="3990"/>
                    </a:cubicBezTo>
                    <a:cubicBezTo>
                      <a:pt x="14135" y="3959"/>
                      <a:pt x="14135" y="3928"/>
                      <a:pt x="14135" y="3895"/>
                    </a:cubicBezTo>
                    <a:cubicBezTo>
                      <a:pt x="14166" y="3895"/>
                      <a:pt x="14198" y="3895"/>
                      <a:pt x="14230" y="3895"/>
                    </a:cubicBezTo>
                    <a:cubicBezTo>
                      <a:pt x="14230" y="3864"/>
                      <a:pt x="14230" y="3833"/>
                      <a:pt x="14230" y="3801"/>
                    </a:cubicBezTo>
                    <a:cubicBezTo>
                      <a:pt x="14261" y="3801"/>
                      <a:pt x="14293" y="3801"/>
                      <a:pt x="14325" y="3801"/>
                    </a:cubicBezTo>
                    <a:cubicBezTo>
                      <a:pt x="14325" y="3738"/>
                      <a:pt x="14325" y="3675"/>
                      <a:pt x="14325" y="3611"/>
                    </a:cubicBezTo>
                    <a:cubicBezTo>
                      <a:pt x="14356" y="3611"/>
                      <a:pt x="14387" y="3611"/>
                      <a:pt x="14420" y="3611"/>
                    </a:cubicBezTo>
                    <a:cubicBezTo>
                      <a:pt x="14420" y="3517"/>
                      <a:pt x="14420" y="3423"/>
                      <a:pt x="14420" y="3326"/>
                    </a:cubicBezTo>
                    <a:cubicBezTo>
                      <a:pt x="14451" y="3326"/>
                      <a:pt x="14482" y="3326"/>
                      <a:pt x="14515" y="3326"/>
                    </a:cubicBezTo>
                    <a:cubicBezTo>
                      <a:pt x="14515" y="3170"/>
                      <a:pt x="14515" y="3013"/>
                      <a:pt x="14515" y="2852"/>
                    </a:cubicBezTo>
                    <a:cubicBezTo>
                      <a:pt x="14483" y="2852"/>
                      <a:pt x="14452" y="2852"/>
                      <a:pt x="14420" y="2852"/>
                    </a:cubicBezTo>
                    <a:cubicBezTo>
                      <a:pt x="14420" y="2758"/>
                      <a:pt x="14420" y="2664"/>
                      <a:pt x="14420" y="2567"/>
                    </a:cubicBezTo>
                    <a:cubicBezTo>
                      <a:pt x="14388" y="2567"/>
                      <a:pt x="14357" y="2567"/>
                      <a:pt x="14325" y="2567"/>
                    </a:cubicBezTo>
                    <a:cubicBezTo>
                      <a:pt x="14325" y="2536"/>
                      <a:pt x="14325" y="2505"/>
                      <a:pt x="14325" y="2472"/>
                    </a:cubicBezTo>
                    <a:cubicBezTo>
                      <a:pt x="14293" y="2472"/>
                      <a:pt x="14262" y="2472"/>
                      <a:pt x="14230" y="2472"/>
                    </a:cubicBezTo>
                    <a:cubicBezTo>
                      <a:pt x="14230" y="2441"/>
                      <a:pt x="14230" y="2410"/>
                      <a:pt x="14230" y="2378"/>
                    </a:cubicBezTo>
                    <a:cubicBezTo>
                      <a:pt x="14199" y="2378"/>
                      <a:pt x="14167" y="2378"/>
                      <a:pt x="14135" y="2378"/>
                    </a:cubicBezTo>
                    <a:cubicBezTo>
                      <a:pt x="14135" y="2346"/>
                      <a:pt x="14135" y="2315"/>
                      <a:pt x="14135" y="2283"/>
                    </a:cubicBezTo>
                    <a:cubicBezTo>
                      <a:pt x="14104" y="2283"/>
                      <a:pt x="14072" y="2283"/>
                      <a:pt x="14040" y="2283"/>
                    </a:cubicBezTo>
                    <a:cubicBezTo>
                      <a:pt x="14040" y="2251"/>
                      <a:pt x="14040" y="2220"/>
                      <a:pt x="14040" y="2188"/>
                    </a:cubicBezTo>
                    <a:cubicBezTo>
                      <a:pt x="13978" y="2188"/>
                      <a:pt x="13915" y="2188"/>
                      <a:pt x="13850" y="2188"/>
                    </a:cubicBezTo>
                    <a:cubicBezTo>
                      <a:pt x="13850" y="2157"/>
                      <a:pt x="13850" y="2125"/>
                      <a:pt x="13850" y="2093"/>
                    </a:cubicBezTo>
                    <a:cubicBezTo>
                      <a:pt x="13569" y="2093"/>
                      <a:pt x="13287" y="2093"/>
                      <a:pt x="12997" y="2093"/>
                    </a:cubicBezTo>
                    <a:close/>
                  </a:path>
                </a:pathLst>
              </a:custGeom>
              <a:solidFill>
                <a:srgbClr val="ACB5E9"/>
              </a:solidFill>
              <a:ln w="602" cap="flat">
                <a:noFill/>
              </a:ln>
            </p:spPr>
          </p:sp>
          <p:sp>
            <p:nvSpPr>
              <p:cNvPr id="1830" name="ICON_C_MANIFEST_DATABASE_path_004"/>
              <p:cNvSpPr/>
              <p:nvPr/>
            </p:nvSpPr>
            <p:spPr>
              <a:xfrm>
                <a:off x="553145" y="7292649"/>
                <a:ext cx="217049" cy="256622"/>
              </a:xfrm>
              <a:custGeom>
                <a:avLst/>
                <a:gdLst/>
                <a:ahLst/>
                <a:cxnLst/>
                <a:rect l="0" t="0" r="r" b="b"/>
                <a:pathLst>
                  <a:path w="17090" h="20206" fill="norm" stroke="0">
                    <a:moveTo>
                      <a:pt x="6735" y="0"/>
                    </a:moveTo>
                    <a:cubicBezTo>
                      <a:pt x="7894" y="0"/>
                      <a:pt x="9052" y="0"/>
                      <a:pt x="10246" y="0"/>
                    </a:cubicBezTo>
                    <a:cubicBezTo>
                      <a:pt x="10246" y="31"/>
                      <a:pt x="10246" y="63"/>
                      <a:pt x="10246" y="95"/>
                    </a:cubicBezTo>
                    <a:cubicBezTo>
                      <a:pt x="10258" y="95"/>
                      <a:pt x="10270" y="95"/>
                      <a:pt x="10283" y="95"/>
                    </a:cubicBezTo>
                    <a:cubicBezTo>
                      <a:pt x="10400" y="94"/>
                      <a:pt x="10516" y="93"/>
                      <a:pt x="10633" y="92"/>
                    </a:cubicBezTo>
                    <a:cubicBezTo>
                      <a:pt x="10693" y="92"/>
                      <a:pt x="10753" y="92"/>
                      <a:pt x="10812" y="91"/>
                    </a:cubicBezTo>
                    <a:cubicBezTo>
                      <a:pt x="10881" y="91"/>
                      <a:pt x="10950" y="90"/>
                      <a:pt x="11019" y="90"/>
                    </a:cubicBezTo>
                    <a:cubicBezTo>
                      <a:pt x="11041" y="90"/>
                      <a:pt x="11062" y="90"/>
                      <a:pt x="11084" y="90"/>
                    </a:cubicBezTo>
                    <a:cubicBezTo>
                      <a:pt x="11104" y="90"/>
                      <a:pt x="11124" y="90"/>
                      <a:pt x="11145" y="89"/>
                    </a:cubicBezTo>
                    <a:cubicBezTo>
                      <a:pt x="11154" y="89"/>
                      <a:pt x="11154" y="89"/>
                      <a:pt x="11198" y="89"/>
                    </a:cubicBezTo>
                    <a:cubicBezTo>
                      <a:pt x="11242" y="95"/>
                      <a:pt x="11242" y="95"/>
                      <a:pt x="11289" y="142"/>
                    </a:cubicBezTo>
                    <a:cubicBezTo>
                      <a:pt x="11324" y="150"/>
                      <a:pt x="11324" y="150"/>
                      <a:pt x="11364" y="152"/>
                    </a:cubicBezTo>
                    <a:cubicBezTo>
                      <a:pt x="11379" y="153"/>
                      <a:pt x="11395" y="154"/>
                      <a:pt x="11410" y="155"/>
                    </a:cubicBezTo>
                    <a:cubicBezTo>
                      <a:pt x="11427" y="156"/>
                      <a:pt x="11443" y="156"/>
                      <a:pt x="11460" y="157"/>
                    </a:cubicBezTo>
                    <a:cubicBezTo>
                      <a:pt x="11468" y="158"/>
                      <a:pt x="11468" y="158"/>
                      <a:pt x="11511" y="160"/>
                    </a:cubicBezTo>
                    <a:cubicBezTo>
                      <a:pt x="11564" y="163"/>
                      <a:pt x="11618" y="166"/>
                      <a:pt x="11671" y="169"/>
                    </a:cubicBezTo>
                    <a:cubicBezTo>
                      <a:pt x="11708" y="171"/>
                      <a:pt x="11744" y="173"/>
                      <a:pt x="11781" y="175"/>
                    </a:cubicBezTo>
                    <a:cubicBezTo>
                      <a:pt x="11870" y="180"/>
                      <a:pt x="11959" y="185"/>
                      <a:pt x="12048" y="190"/>
                    </a:cubicBezTo>
                    <a:cubicBezTo>
                      <a:pt x="12048" y="221"/>
                      <a:pt x="12048" y="252"/>
                      <a:pt x="12048" y="285"/>
                    </a:cubicBezTo>
                    <a:cubicBezTo>
                      <a:pt x="12064" y="284"/>
                      <a:pt x="12079" y="284"/>
                      <a:pt x="12095" y="284"/>
                    </a:cubicBezTo>
                    <a:cubicBezTo>
                      <a:pt x="12153" y="283"/>
                      <a:pt x="12211" y="282"/>
                      <a:pt x="12268" y="282"/>
                    </a:cubicBezTo>
                    <a:cubicBezTo>
                      <a:pt x="12293" y="282"/>
                      <a:pt x="12318" y="281"/>
                      <a:pt x="12343" y="281"/>
                    </a:cubicBezTo>
                    <a:cubicBezTo>
                      <a:pt x="12379" y="280"/>
                      <a:pt x="12415" y="280"/>
                      <a:pt x="12451" y="280"/>
                    </a:cubicBezTo>
                    <a:cubicBezTo>
                      <a:pt x="12473" y="280"/>
                      <a:pt x="12494" y="279"/>
                      <a:pt x="12516" y="279"/>
                    </a:cubicBezTo>
                    <a:cubicBezTo>
                      <a:pt x="12570" y="285"/>
                      <a:pt x="12570" y="285"/>
                      <a:pt x="12617" y="332"/>
                    </a:cubicBezTo>
                    <a:cubicBezTo>
                      <a:pt x="12661" y="339"/>
                      <a:pt x="12702" y="344"/>
                      <a:pt x="12746" y="347"/>
                    </a:cubicBezTo>
                    <a:cubicBezTo>
                      <a:pt x="12753" y="348"/>
                      <a:pt x="12753" y="348"/>
                      <a:pt x="12784" y="350"/>
                    </a:cubicBezTo>
                    <a:cubicBezTo>
                      <a:pt x="12825" y="353"/>
                      <a:pt x="12865" y="356"/>
                      <a:pt x="12905" y="359"/>
                    </a:cubicBezTo>
                    <a:cubicBezTo>
                      <a:pt x="12932" y="361"/>
                      <a:pt x="12959" y="363"/>
                      <a:pt x="12986" y="365"/>
                    </a:cubicBezTo>
                    <a:cubicBezTo>
                      <a:pt x="13053" y="370"/>
                      <a:pt x="13120" y="375"/>
                      <a:pt x="13186" y="379"/>
                    </a:cubicBezTo>
                    <a:cubicBezTo>
                      <a:pt x="13186" y="411"/>
                      <a:pt x="13186" y="442"/>
                      <a:pt x="13186" y="474"/>
                    </a:cubicBezTo>
                    <a:cubicBezTo>
                      <a:pt x="13210" y="474"/>
                      <a:pt x="13233" y="473"/>
                      <a:pt x="13257" y="473"/>
                    </a:cubicBezTo>
                    <a:cubicBezTo>
                      <a:pt x="13288" y="472"/>
                      <a:pt x="13319" y="472"/>
                      <a:pt x="13349" y="471"/>
                    </a:cubicBezTo>
                    <a:cubicBezTo>
                      <a:pt x="13365" y="471"/>
                      <a:pt x="13380" y="471"/>
                      <a:pt x="13396" y="470"/>
                    </a:cubicBezTo>
                    <a:cubicBezTo>
                      <a:pt x="13411" y="470"/>
                      <a:pt x="13426" y="470"/>
                      <a:pt x="13441" y="470"/>
                    </a:cubicBezTo>
                    <a:cubicBezTo>
                      <a:pt x="13448" y="470"/>
                      <a:pt x="13448" y="470"/>
                      <a:pt x="13483" y="469"/>
                    </a:cubicBezTo>
                    <a:cubicBezTo>
                      <a:pt x="13518" y="474"/>
                      <a:pt x="13518" y="474"/>
                      <a:pt x="13566" y="522"/>
                    </a:cubicBezTo>
                    <a:cubicBezTo>
                      <a:pt x="13615" y="531"/>
                      <a:pt x="13615" y="531"/>
                      <a:pt x="13674" y="537"/>
                    </a:cubicBezTo>
                    <a:cubicBezTo>
                      <a:pt x="13695" y="539"/>
                      <a:pt x="13717" y="541"/>
                      <a:pt x="13739" y="543"/>
                    </a:cubicBezTo>
                    <a:cubicBezTo>
                      <a:pt x="13761" y="545"/>
                      <a:pt x="13783" y="547"/>
                      <a:pt x="13806" y="548"/>
                    </a:cubicBezTo>
                    <a:cubicBezTo>
                      <a:pt x="13828" y="551"/>
                      <a:pt x="13851" y="553"/>
                      <a:pt x="13874" y="555"/>
                    </a:cubicBezTo>
                    <a:cubicBezTo>
                      <a:pt x="13929" y="560"/>
                      <a:pt x="13985" y="565"/>
                      <a:pt x="14040" y="569"/>
                    </a:cubicBezTo>
                    <a:cubicBezTo>
                      <a:pt x="14040" y="601"/>
                      <a:pt x="14040" y="632"/>
                      <a:pt x="14040" y="664"/>
                    </a:cubicBezTo>
                    <a:cubicBezTo>
                      <a:pt x="14048" y="664"/>
                      <a:pt x="14048" y="664"/>
                      <a:pt x="14090" y="662"/>
                    </a:cubicBezTo>
                    <a:cubicBezTo>
                      <a:pt x="14101" y="662"/>
                      <a:pt x="14101" y="662"/>
                      <a:pt x="14156" y="661"/>
                    </a:cubicBezTo>
                    <a:cubicBezTo>
                      <a:pt x="14167" y="661"/>
                      <a:pt x="14167" y="661"/>
                      <a:pt x="14221" y="659"/>
                    </a:cubicBezTo>
                    <a:cubicBezTo>
                      <a:pt x="14277" y="664"/>
                      <a:pt x="14277" y="664"/>
                      <a:pt x="14325" y="711"/>
                    </a:cubicBezTo>
                    <a:cubicBezTo>
                      <a:pt x="14365" y="721"/>
                      <a:pt x="14365" y="721"/>
                      <a:pt x="14412" y="726"/>
                    </a:cubicBezTo>
                    <a:cubicBezTo>
                      <a:pt x="14421" y="727"/>
                      <a:pt x="14421" y="727"/>
                      <a:pt x="14464" y="733"/>
                    </a:cubicBezTo>
                    <a:cubicBezTo>
                      <a:pt x="14482" y="734"/>
                      <a:pt x="14499" y="736"/>
                      <a:pt x="14517" y="738"/>
                    </a:cubicBezTo>
                    <a:cubicBezTo>
                      <a:pt x="14535" y="740"/>
                      <a:pt x="14553" y="742"/>
                      <a:pt x="14572" y="744"/>
                    </a:cubicBezTo>
                    <a:cubicBezTo>
                      <a:pt x="14616" y="749"/>
                      <a:pt x="14660" y="754"/>
                      <a:pt x="14704" y="759"/>
                    </a:cubicBezTo>
                    <a:cubicBezTo>
                      <a:pt x="14704" y="790"/>
                      <a:pt x="14704" y="822"/>
                      <a:pt x="14704" y="854"/>
                    </a:cubicBezTo>
                    <a:cubicBezTo>
                      <a:pt x="14767" y="854"/>
                      <a:pt x="14829" y="854"/>
                      <a:pt x="14894" y="854"/>
                    </a:cubicBezTo>
                    <a:cubicBezTo>
                      <a:pt x="14894" y="885"/>
                      <a:pt x="14894" y="916"/>
                      <a:pt x="14894" y="949"/>
                    </a:cubicBezTo>
                    <a:cubicBezTo>
                      <a:pt x="14904" y="948"/>
                      <a:pt x="14904" y="948"/>
                      <a:pt x="14953" y="944"/>
                    </a:cubicBezTo>
                    <a:cubicBezTo>
                      <a:pt x="14979" y="942"/>
                      <a:pt x="15005" y="941"/>
                      <a:pt x="15030" y="940"/>
                    </a:cubicBezTo>
                    <a:cubicBezTo>
                      <a:pt x="15043" y="939"/>
                      <a:pt x="15056" y="937"/>
                      <a:pt x="15069" y="936"/>
                    </a:cubicBezTo>
                    <a:cubicBezTo>
                      <a:pt x="15110" y="935"/>
                      <a:pt x="15140" y="935"/>
                      <a:pt x="15179" y="949"/>
                    </a:cubicBezTo>
                    <a:cubicBezTo>
                      <a:pt x="15203" y="980"/>
                      <a:pt x="15203" y="980"/>
                      <a:pt x="15224" y="1019"/>
                    </a:cubicBezTo>
                    <a:cubicBezTo>
                      <a:pt x="15263" y="1087"/>
                      <a:pt x="15263" y="1087"/>
                      <a:pt x="15313" y="1104"/>
                    </a:cubicBezTo>
                    <a:cubicBezTo>
                      <a:pt x="15361" y="1109"/>
                      <a:pt x="15409" y="1111"/>
                      <a:pt x="15457" y="1112"/>
                    </a:cubicBezTo>
                    <a:cubicBezTo>
                      <a:pt x="15623" y="1123"/>
                      <a:pt x="15705" y="1155"/>
                      <a:pt x="15814" y="1279"/>
                    </a:cubicBezTo>
                    <a:cubicBezTo>
                      <a:pt x="15843" y="1328"/>
                      <a:pt x="15843" y="1328"/>
                      <a:pt x="15843" y="1423"/>
                    </a:cubicBezTo>
                    <a:cubicBezTo>
                      <a:pt x="15937" y="1423"/>
                      <a:pt x="16030" y="1423"/>
                      <a:pt x="16127" y="1423"/>
                    </a:cubicBezTo>
                    <a:cubicBezTo>
                      <a:pt x="16127" y="1454"/>
                      <a:pt x="16127" y="1486"/>
                      <a:pt x="16127" y="1518"/>
                    </a:cubicBezTo>
                    <a:cubicBezTo>
                      <a:pt x="16159" y="1518"/>
                      <a:pt x="16190" y="1518"/>
                      <a:pt x="16222" y="1518"/>
                    </a:cubicBezTo>
                    <a:cubicBezTo>
                      <a:pt x="16222" y="1549"/>
                      <a:pt x="16222" y="1580"/>
                      <a:pt x="16222" y="1613"/>
                    </a:cubicBezTo>
                    <a:cubicBezTo>
                      <a:pt x="16236" y="1610"/>
                      <a:pt x="16249" y="1607"/>
                      <a:pt x="16264" y="1604"/>
                    </a:cubicBezTo>
                    <a:cubicBezTo>
                      <a:pt x="16281" y="1607"/>
                      <a:pt x="16299" y="1610"/>
                      <a:pt x="16317" y="1613"/>
                    </a:cubicBezTo>
                    <a:cubicBezTo>
                      <a:pt x="16338" y="1643"/>
                      <a:pt x="16338" y="1643"/>
                      <a:pt x="16358" y="1681"/>
                    </a:cubicBezTo>
                    <a:cubicBezTo>
                      <a:pt x="16389" y="1732"/>
                      <a:pt x="16404" y="1752"/>
                      <a:pt x="16460" y="1775"/>
                    </a:cubicBezTo>
                    <a:cubicBezTo>
                      <a:pt x="16507" y="1786"/>
                      <a:pt x="16554" y="1796"/>
                      <a:pt x="16602" y="1802"/>
                    </a:cubicBezTo>
                    <a:cubicBezTo>
                      <a:pt x="16602" y="1834"/>
                      <a:pt x="16602" y="1865"/>
                      <a:pt x="16602" y="1897"/>
                    </a:cubicBezTo>
                    <a:cubicBezTo>
                      <a:pt x="16633" y="1897"/>
                      <a:pt x="16664" y="1897"/>
                      <a:pt x="16696" y="1897"/>
                    </a:cubicBezTo>
                    <a:cubicBezTo>
                      <a:pt x="16702" y="1914"/>
                      <a:pt x="16708" y="1930"/>
                      <a:pt x="16714" y="1948"/>
                    </a:cubicBezTo>
                    <a:cubicBezTo>
                      <a:pt x="16722" y="1969"/>
                      <a:pt x="16730" y="1991"/>
                      <a:pt x="16738" y="2013"/>
                    </a:cubicBezTo>
                    <a:cubicBezTo>
                      <a:pt x="16746" y="2034"/>
                      <a:pt x="16753" y="2056"/>
                      <a:pt x="16761" y="2078"/>
                    </a:cubicBezTo>
                    <a:cubicBezTo>
                      <a:pt x="16796" y="2143"/>
                      <a:pt x="16820" y="2153"/>
                      <a:pt x="16886" y="2182"/>
                    </a:cubicBezTo>
                    <a:cubicBezTo>
                      <a:pt x="16892" y="2232"/>
                      <a:pt x="16892" y="2232"/>
                      <a:pt x="16886" y="2277"/>
                    </a:cubicBezTo>
                    <a:cubicBezTo>
                      <a:pt x="16917" y="2277"/>
                      <a:pt x="16949" y="2277"/>
                      <a:pt x="16981" y="2277"/>
                    </a:cubicBezTo>
                    <a:cubicBezTo>
                      <a:pt x="16981" y="2308"/>
                      <a:pt x="16981" y="2339"/>
                      <a:pt x="16981" y="2372"/>
                    </a:cubicBezTo>
                    <a:cubicBezTo>
                      <a:pt x="17012" y="2372"/>
                      <a:pt x="17044" y="2372"/>
                      <a:pt x="17076" y="2372"/>
                    </a:cubicBezTo>
                    <a:cubicBezTo>
                      <a:pt x="17078" y="3810"/>
                      <a:pt x="17079" y="5247"/>
                      <a:pt x="17080" y="6685"/>
                    </a:cubicBezTo>
                    <a:cubicBezTo>
                      <a:pt x="17080" y="6696"/>
                      <a:pt x="17080" y="6696"/>
                      <a:pt x="17080" y="6750"/>
                    </a:cubicBezTo>
                    <a:cubicBezTo>
                      <a:pt x="17080" y="7212"/>
                      <a:pt x="17080" y="7675"/>
                      <a:pt x="17081" y="8138"/>
                    </a:cubicBezTo>
                    <a:cubicBezTo>
                      <a:pt x="17081" y="8364"/>
                      <a:pt x="17081" y="8591"/>
                      <a:pt x="17081" y="8818"/>
                    </a:cubicBezTo>
                    <a:cubicBezTo>
                      <a:pt x="17081" y="8841"/>
                      <a:pt x="17081" y="8863"/>
                      <a:pt x="17081" y="8887"/>
                    </a:cubicBezTo>
                    <a:cubicBezTo>
                      <a:pt x="17082" y="9618"/>
                      <a:pt x="17082" y="10350"/>
                      <a:pt x="17083" y="11081"/>
                    </a:cubicBezTo>
                    <a:cubicBezTo>
                      <a:pt x="17084" y="11833"/>
                      <a:pt x="17085" y="12585"/>
                      <a:pt x="17085" y="13337"/>
                    </a:cubicBezTo>
                    <a:cubicBezTo>
                      <a:pt x="17085" y="13443"/>
                      <a:pt x="17085" y="13549"/>
                      <a:pt x="17085" y="13655"/>
                    </a:cubicBezTo>
                    <a:cubicBezTo>
                      <a:pt x="17085" y="13666"/>
                      <a:pt x="17085" y="13666"/>
                      <a:pt x="17085" y="13719"/>
                    </a:cubicBezTo>
                    <a:cubicBezTo>
                      <a:pt x="17085" y="14055"/>
                      <a:pt x="17085" y="14392"/>
                      <a:pt x="17086" y="14728"/>
                    </a:cubicBezTo>
                    <a:cubicBezTo>
                      <a:pt x="17087" y="15066"/>
                      <a:pt x="17087" y="15404"/>
                      <a:pt x="17087" y="15743"/>
                    </a:cubicBezTo>
                    <a:cubicBezTo>
                      <a:pt x="17087" y="15944"/>
                      <a:pt x="17087" y="16145"/>
                      <a:pt x="17087" y="16345"/>
                    </a:cubicBezTo>
                    <a:cubicBezTo>
                      <a:pt x="17088" y="16480"/>
                      <a:pt x="17088" y="16614"/>
                      <a:pt x="17087" y="16748"/>
                    </a:cubicBezTo>
                    <a:cubicBezTo>
                      <a:pt x="17087" y="16825"/>
                      <a:pt x="17087" y="16901"/>
                      <a:pt x="17088" y="16978"/>
                    </a:cubicBezTo>
                    <a:cubicBezTo>
                      <a:pt x="17090" y="17500"/>
                      <a:pt x="17090" y="17500"/>
                      <a:pt x="17037" y="17701"/>
                    </a:cubicBezTo>
                    <a:cubicBezTo>
                      <a:pt x="17033" y="17714"/>
                      <a:pt x="17030" y="17727"/>
                      <a:pt x="17027" y="17740"/>
                    </a:cubicBezTo>
                    <a:cubicBezTo>
                      <a:pt x="16997" y="17829"/>
                      <a:pt x="16948" y="17865"/>
                      <a:pt x="16870" y="17909"/>
                    </a:cubicBezTo>
                    <a:cubicBezTo>
                      <a:pt x="16839" y="17930"/>
                      <a:pt x="16839" y="17930"/>
                      <a:pt x="16821" y="17974"/>
                    </a:cubicBezTo>
                    <a:cubicBezTo>
                      <a:pt x="16821" y="17981"/>
                      <a:pt x="16821" y="17981"/>
                      <a:pt x="16818" y="18019"/>
                    </a:cubicBezTo>
                    <a:cubicBezTo>
                      <a:pt x="16795" y="18147"/>
                      <a:pt x="16706" y="18235"/>
                      <a:pt x="16602" y="18309"/>
                    </a:cubicBezTo>
                    <a:cubicBezTo>
                      <a:pt x="16548" y="18314"/>
                      <a:pt x="16548" y="18314"/>
                      <a:pt x="16507" y="18309"/>
                    </a:cubicBezTo>
                    <a:cubicBezTo>
                      <a:pt x="16509" y="18323"/>
                      <a:pt x="16510" y="18336"/>
                      <a:pt x="16512" y="18350"/>
                    </a:cubicBezTo>
                    <a:cubicBezTo>
                      <a:pt x="16505" y="18423"/>
                      <a:pt x="16468" y="18456"/>
                      <a:pt x="16418" y="18505"/>
                    </a:cubicBezTo>
                    <a:cubicBezTo>
                      <a:pt x="16414" y="18509"/>
                      <a:pt x="16414" y="18509"/>
                      <a:pt x="16393" y="18531"/>
                    </a:cubicBezTo>
                    <a:cubicBezTo>
                      <a:pt x="16349" y="18574"/>
                      <a:pt x="16325" y="18593"/>
                      <a:pt x="16263" y="18599"/>
                    </a:cubicBezTo>
                    <a:cubicBezTo>
                      <a:pt x="16250" y="18597"/>
                      <a:pt x="16236" y="18596"/>
                      <a:pt x="16222" y="18594"/>
                    </a:cubicBezTo>
                    <a:cubicBezTo>
                      <a:pt x="16222" y="18625"/>
                      <a:pt x="16222" y="18656"/>
                      <a:pt x="16222" y="18689"/>
                    </a:cubicBezTo>
                    <a:cubicBezTo>
                      <a:pt x="16159" y="18689"/>
                      <a:pt x="16097" y="18689"/>
                      <a:pt x="16032" y="18689"/>
                    </a:cubicBezTo>
                    <a:cubicBezTo>
                      <a:pt x="16032" y="18720"/>
                      <a:pt x="16032" y="18751"/>
                      <a:pt x="16032" y="18783"/>
                    </a:cubicBezTo>
                    <a:cubicBezTo>
                      <a:pt x="15970" y="18783"/>
                      <a:pt x="15907" y="18783"/>
                      <a:pt x="15843" y="18783"/>
                    </a:cubicBezTo>
                    <a:cubicBezTo>
                      <a:pt x="15843" y="18815"/>
                      <a:pt x="15843" y="18846"/>
                      <a:pt x="15843" y="18878"/>
                    </a:cubicBezTo>
                    <a:cubicBezTo>
                      <a:pt x="15780" y="18878"/>
                      <a:pt x="15717" y="18878"/>
                      <a:pt x="15653" y="18878"/>
                    </a:cubicBezTo>
                    <a:cubicBezTo>
                      <a:pt x="15653" y="18910"/>
                      <a:pt x="15653" y="18941"/>
                      <a:pt x="15653" y="18973"/>
                    </a:cubicBezTo>
                    <a:cubicBezTo>
                      <a:pt x="15622" y="18973"/>
                      <a:pt x="15590" y="18973"/>
                      <a:pt x="15558" y="18973"/>
                    </a:cubicBezTo>
                    <a:cubicBezTo>
                      <a:pt x="15558" y="19005"/>
                      <a:pt x="15558" y="19036"/>
                      <a:pt x="15558" y="19068"/>
                    </a:cubicBezTo>
                    <a:cubicBezTo>
                      <a:pt x="15464" y="19068"/>
                      <a:pt x="15370" y="19068"/>
                      <a:pt x="15273" y="19068"/>
                    </a:cubicBezTo>
                    <a:cubicBezTo>
                      <a:pt x="15273" y="19099"/>
                      <a:pt x="15273" y="19131"/>
                      <a:pt x="15273" y="19163"/>
                    </a:cubicBezTo>
                    <a:cubicBezTo>
                      <a:pt x="15211" y="19163"/>
                      <a:pt x="15148" y="19163"/>
                      <a:pt x="15084" y="19163"/>
                    </a:cubicBezTo>
                    <a:cubicBezTo>
                      <a:pt x="15084" y="19194"/>
                      <a:pt x="15084" y="19226"/>
                      <a:pt x="15084" y="19258"/>
                    </a:cubicBezTo>
                    <a:cubicBezTo>
                      <a:pt x="15021" y="19258"/>
                      <a:pt x="14958" y="19258"/>
                      <a:pt x="14894" y="19258"/>
                    </a:cubicBezTo>
                    <a:cubicBezTo>
                      <a:pt x="14894" y="19289"/>
                      <a:pt x="14894" y="19320"/>
                      <a:pt x="14894" y="19353"/>
                    </a:cubicBezTo>
                    <a:cubicBezTo>
                      <a:pt x="14769" y="19353"/>
                      <a:pt x="14644" y="19353"/>
                      <a:pt x="14515" y="19353"/>
                    </a:cubicBezTo>
                    <a:cubicBezTo>
                      <a:pt x="14515" y="19384"/>
                      <a:pt x="14515" y="19415"/>
                      <a:pt x="14515" y="19448"/>
                    </a:cubicBezTo>
                    <a:cubicBezTo>
                      <a:pt x="14452" y="19448"/>
                      <a:pt x="14389" y="19448"/>
                      <a:pt x="14325" y="19448"/>
                    </a:cubicBezTo>
                    <a:cubicBezTo>
                      <a:pt x="14325" y="19479"/>
                      <a:pt x="14325" y="19510"/>
                      <a:pt x="14325" y="19542"/>
                    </a:cubicBezTo>
                    <a:cubicBezTo>
                      <a:pt x="14200" y="19542"/>
                      <a:pt x="14074" y="19542"/>
                      <a:pt x="13945" y="19542"/>
                    </a:cubicBezTo>
                    <a:cubicBezTo>
                      <a:pt x="13945" y="19574"/>
                      <a:pt x="13945" y="19605"/>
                      <a:pt x="13945" y="19637"/>
                    </a:cubicBezTo>
                    <a:cubicBezTo>
                      <a:pt x="13820" y="19637"/>
                      <a:pt x="13695" y="19637"/>
                      <a:pt x="13566" y="19637"/>
                    </a:cubicBezTo>
                    <a:cubicBezTo>
                      <a:pt x="13566" y="19669"/>
                      <a:pt x="13566" y="19700"/>
                      <a:pt x="13566" y="19732"/>
                    </a:cubicBezTo>
                    <a:cubicBezTo>
                      <a:pt x="13549" y="19733"/>
                      <a:pt x="13532" y="19735"/>
                      <a:pt x="13514" y="19736"/>
                    </a:cubicBezTo>
                    <a:cubicBezTo>
                      <a:pt x="13451" y="19740"/>
                      <a:pt x="13388" y="19745"/>
                      <a:pt x="13325" y="19750"/>
                    </a:cubicBezTo>
                    <a:cubicBezTo>
                      <a:pt x="13298" y="19752"/>
                      <a:pt x="13271" y="19754"/>
                      <a:pt x="13243" y="19756"/>
                    </a:cubicBezTo>
                    <a:cubicBezTo>
                      <a:pt x="13204" y="19758"/>
                      <a:pt x="13165" y="19762"/>
                      <a:pt x="13126" y="19765"/>
                    </a:cubicBezTo>
                    <a:cubicBezTo>
                      <a:pt x="13120" y="19765"/>
                      <a:pt x="13120" y="19765"/>
                      <a:pt x="13089" y="19767"/>
                    </a:cubicBezTo>
                    <a:cubicBezTo>
                      <a:pt x="13019" y="19773"/>
                      <a:pt x="13000" y="19776"/>
                      <a:pt x="12949" y="19827"/>
                    </a:cubicBezTo>
                    <a:cubicBezTo>
                      <a:pt x="12905" y="19832"/>
                      <a:pt x="12905" y="19832"/>
                      <a:pt x="12851" y="19832"/>
                    </a:cubicBezTo>
                    <a:cubicBezTo>
                      <a:pt x="12832" y="19831"/>
                      <a:pt x="12813" y="19831"/>
                      <a:pt x="12793" y="19831"/>
                    </a:cubicBezTo>
                    <a:cubicBezTo>
                      <a:pt x="12773" y="19831"/>
                      <a:pt x="12753" y="19830"/>
                      <a:pt x="12733" y="19830"/>
                    </a:cubicBezTo>
                    <a:cubicBezTo>
                      <a:pt x="12713" y="19830"/>
                      <a:pt x="12693" y="19830"/>
                      <a:pt x="12672" y="19829"/>
                    </a:cubicBezTo>
                    <a:cubicBezTo>
                      <a:pt x="12622" y="19829"/>
                      <a:pt x="12572" y="19828"/>
                      <a:pt x="12522" y="19827"/>
                    </a:cubicBezTo>
                    <a:cubicBezTo>
                      <a:pt x="12522" y="19858"/>
                      <a:pt x="12522" y="19890"/>
                      <a:pt x="12522" y="19922"/>
                    </a:cubicBezTo>
                    <a:cubicBezTo>
                      <a:pt x="12366" y="19922"/>
                      <a:pt x="12209" y="19922"/>
                      <a:pt x="12048" y="19922"/>
                    </a:cubicBezTo>
                    <a:cubicBezTo>
                      <a:pt x="12048" y="19953"/>
                      <a:pt x="12048" y="19984"/>
                      <a:pt x="12048" y="20017"/>
                    </a:cubicBezTo>
                    <a:cubicBezTo>
                      <a:pt x="12037" y="20017"/>
                      <a:pt x="12027" y="20018"/>
                      <a:pt x="12016" y="20018"/>
                    </a:cubicBezTo>
                    <a:cubicBezTo>
                      <a:pt x="11906" y="20023"/>
                      <a:pt x="11796" y="20029"/>
                      <a:pt x="11686" y="20034"/>
                    </a:cubicBezTo>
                    <a:cubicBezTo>
                      <a:pt x="11645" y="20036"/>
                      <a:pt x="11604" y="20038"/>
                      <a:pt x="11563" y="20040"/>
                    </a:cubicBezTo>
                    <a:cubicBezTo>
                      <a:pt x="11504" y="20043"/>
                      <a:pt x="11445" y="20046"/>
                      <a:pt x="11386" y="20049"/>
                    </a:cubicBezTo>
                    <a:cubicBezTo>
                      <a:pt x="11376" y="20050"/>
                      <a:pt x="11376" y="20050"/>
                      <a:pt x="11330" y="20052"/>
                    </a:cubicBezTo>
                    <a:cubicBezTo>
                      <a:pt x="11313" y="20053"/>
                      <a:pt x="11296" y="20053"/>
                      <a:pt x="11278" y="20054"/>
                    </a:cubicBezTo>
                    <a:cubicBezTo>
                      <a:pt x="11263" y="20055"/>
                      <a:pt x="11248" y="20056"/>
                      <a:pt x="11232" y="20057"/>
                    </a:cubicBezTo>
                    <a:cubicBezTo>
                      <a:pt x="11194" y="20064"/>
                      <a:pt x="11194" y="20064"/>
                      <a:pt x="11147" y="20112"/>
                    </a:cubicBezTo>
                    <a:cubicBezTo>
                      <a:pt x="11100" y="20117"/>
                      <a:pt x="11100" y="20117"/>
                      <a:pt x="11041" y="20117"/>
                    </a:cubicBezTo>
                    <a:cubicBezTo>
                      <a:pt x="11019" y="20117"/>
                      <a:pt x="10998" y="20117"/>
                      <a:pt x="10975" y="20117"/>
                    </a:cubicBezTo>
                    <a:cubicBezTo>
                      <a:pt x="10951" y="20117"/>
                      <a:pt x="10927" y="20116"/>
                      <a:pt x="10903" y="20116"/>
                    </a:cubicBezTo>
                    <a:cubicBezTo>
                      <a:pt x="10879" y="20116"/>
                      <a:pt x="10855" y="20116"/>
                      <a:pt x="10830" y="20116"/>
                    </a:cubicBezTo>
                    <a:cubicBezTo>
                      <a:pt x="10766" y="20116"/>
                      <a:pt x="10702" y="20115"/>
                      <a:pt x="10638" y="20115"/>
                    </a:cubicBezTo>
                    <a:cubicBezTo>
                      <a:pt x="10572" y="20114"/>
                      <a:pt x="10507" y="20114"/>
                      <a:pt x="10441" y="20114"/>
                    </a:cubicBezTo>
                    <a:cubicBezTo>
                      <a:pt x="10313" y="20113"/>
                      <a:pt x="10184" y="20113"/>
                      <a:pt x="10056" y="20112"/>
                    </a:cubicBezTo>
                    <a:cubicBezTo>
                      <a:pt x="10056" y="20143"/>
                      <a:pt x="10056" y="20174"/>
                      <a:pt x="10056" y="20206"/>
                    </a:cubicBezTo>
                    <a:cubicBezTo>
                      <a:pt x="9023" y="20206"/>
                      <a:pt x="7990" y="20206"/>
                      <a:pt x="6925" y="20206"/>
                    </a:cubicBezTo>
                    <a:cubicBezTo>
                      <a:pt x="6925" y="20175"/>
                      <a:pt x="6925" y="20144"/>
                      <a:pt x="6925" y="20112"/>
                    </a:cubicBezTo>
                    <a:cubicBezTo>
                      <a:pt x="6913" y="20112"/>
                      <a:pt x="6900" y="20112"/>
                      <a:pt x="6888" y="20112"/>
                    </a:cubicBezTo>
                    <a:cubicBezTo>
                      <a:pt x="6771" y="20113"/>
                      <a:pt x="6655" y="20114"/>
                      <a:pt x="6538" y="20114"/>
                    </a:cubicBezTo>
                    <a:cubicBezTo>
                      <a:pt x="6478" y="20114"/>
                      <a:pt x="6418" y="20115"/>
                      <a:pt x="6358" y="20115"/>
                    </a:cubicBezTo>
                    <a:cubicBezTo>
                      <a:pt x="6289" y="20116"/>
                      <a:pt x="6221" y="20116"/>
                      <a:pt x="6152" y="20116"/>
                    </a:cubicBezTo>
                    <a:cubicBezTo>
                      <a:pt x="6141" y="20116"/>
                      <a:pt x="6141" y="20116"/>
                      <a:pt x="6086" y="20117"/>
                    </a:cubicBezTo>
                    <a:cubicBezTo>
                      <a:pt x="6076" y="20117"/>
                      <a:pt x="6076" y="20117"/>
                      <a:pt x="6026" y="20117"/>
                    </a:cubicBezTo>
                    <a:cubicBezTo>
                      <a:pt x="6008" y="20117"/>
                      <a:pt x="5991" y="20117"/>
                      <a:pt x="5973" y="20117"/>
                    </a:cubicBezTo>
                    <a:cubicBezTo>
                      <a:pt x="5929" y="20112"/>
                      <a:pt x="5929" y="20112"/>
                      <a:pt x="5882" y="20064"/>
                    </a:cubicBezTo>
                    <a:cubicBezTo>
                      <a:pt x="5844" y="20057"/>
                      <a:pt x="5844" y="20057"/>
                      <a:pt x="5798" y="20054"/>
                    </a:cubicBezTo>
                    <a:cubicBezTo>
                      <a:pt x="5781" y="20054"/>
                      <a:pt x="5764" y="20053"/>
                      <a:pt x="5746" y="20052"/>
                    </a:cubicBezTo>
                    <a:cubicBezTo>
                      <a:pt x="5728" y="20051"/>
                      <a:pt x="5709" y="20050"/>
                      <a:pt x="5690" y="20049"/>
                    </a:cubicBezTo>
                    <a:cubicBezTo>
                      <a:pt x="5681" y="20049"/>
                      <a:pt x="5681" y="20049"/>
                      <a:pt x="5633" y="20046"/>
                    </a:cubicBezTo>
                    <a:cubicBezTo>
                      <a:pt x="5573" y="20043"/>
                      <a:pt x="5512" y="20040"/>
                      <a:pt x="5452" y="20038"/>
                    </a:cubicBezTo>
                    <a:cubicBezTo>
                      <a:pt x="5411" y="20035"/>
                      <a:pt x="5370" y="20033"/>
                      <a:pt x="5329" y="20031"/>
                    </a:cubicBezTo>
                    <a:cubicBezTo>
                      <a:pt x="5229" y="20026"/>
                      <a:pt x="5128" y="20021"/>
                      <a:pt x="5028" y="20017"/>
                    </a:cubicBezTo>
                    <a:cubicBezTo>
                      <a:pt x="5028" y="19985"/>
                      <a:pt x="5028" y="19954"/>
                      <a:pt x="5028" y="19922"/>
                    </a:cubicBezTo>
                    <a:cubicBezTo>
                      <a:pt x="4840" y="19922"/>
                      <a:pt x="4652" y="19922"/>
                      <a:pt x="4459" y="19922"/>
                    </a:cubicBezTo>
                    <a:cubicBezTo>
                      <a:pt x="4459" y="19891"/>
                      <a:pt x="4459" y="19859"/>
                      <a:pt x="4459" y="19827"/>
                    </a:cubicBezTo>
                    <a:cubicBezTo>
                      <a:pt x="4333" y="19827"/>
                      <a:pt x="4208" y="19827"/>
                      <a:pt x="4079" y="19827"/>
                    </a:cubicBezTo>
                    <a:cubicBezTo>
                      <a:pt x="4079" y="19796"/>
                      <a:pt x="4079" y="19764"/>
                      <a:pt x="4079" y="19732"/>
                    </a:cubicBezTo>
                    <a:cubicBezTo>
                      <a:pt x="4073" y="19732"/>
                      <a:pt x="4073" y="19732"/>
                      <a:pt x="4041" y="19733"/>
                    </a:cubicBezTo>
                    <a:cubicBezTo>
                      <a:pt x="3983" y="19734"/>
                      <a:pt x="3926" y="19735"/>
                      <a:pt x="3869" y="19735"/>
                    </a:cubicBezTo>
                    <a:cubicBezTo>
                      <a:pt x="3849" y="19736"/>
                      <a:pt x="3829" y="19736"/>
                      <a:pt x="3808" y="19736"/>
                    </a:cubicBezTo>
                    <a:cubicBezTo>
                      <a:pt x="3799" y="19736"/>
                      <a:pt x="3799" y="19736"/>
                      <a:pt x="3750" y="19737"/>
                    </a:cubicBezTo>
                    <a:cubicBezTo>
                      <a:pt x="3742" y="19737"/>
                      <a:pt x="3742" y="19737"/>
                      <a:pt x="3697" y="19738"/>
                    </a:cubicBezTo>
                    <a:cubicBezTo>
                      <a:pt x="3652" y="19732"/>
                      <a:pt x="3652" y="19732"/>
                      <a:pt x="3605" y="19685"/>
                    </a:cubicBezTo>
                    <a:cubicBezTo>
                      <a:pt x="3565" y="19675"/>
                      <a:pt x="3565" y="19675"/>
                      <a:pt x="3517" y="19670"/>
                    </a:cubicBezTo>
                    <a:cubicBezTo>
                      <a:pt x="3500" y="19668"/>
                      <a:pt x="3483" y="19666"/>
                      <a:pt x="3466" y="19664"/>
                    </a:cubicBezTo>
                    <a:cubicBezTo>
                      <a:pt x="3457" y="19663"/>
                      <a:pt x="3457" y="19663"/>
                      <a:pt x="3412" y="19658"/>
                    </a:cubicBezTo>
                    <a:cubicBezTo>
                      <a:pt x="3394" y="19656"/>
                      <a:pt x="3376" y="19654"/>
                      <a:pt x="3358" y="19652"/>
                    </a:cubicBezTo>
                    <a:cubicBezTo>
                      <a:pt x="3314" y="19647"/>
                      <a:pt x="3270" y="19642"/>
                      <a:pt x="3225" y="19637"/>
                    </a:cubicBezTo>
                    <a:cubicBezTo>
                      <a:pt x="3225" y="19606"/>
                      <a:pt x="3225" y="19575"/>
                      <a:pt x="3225" y="19542"/>
                    </a:cubicBezTo>
                    <a:cubicBezTo>
                      <a:pt x="3100" y="19542"/>
                      <a:pt x="2975" y="19542"/>
                      <a:pt x="2846" y="19542"/>
                    </a:cubicBezTo>
                    <a:cubicBezTo>
                      <a:pt x="2846" y="19511"/>
                      <a:pt x="2846" y="19480"/>
                      <a:pt x="2846" y="19448"/>
                    </a:cubicBezTo>
                    <a:cubicBezTo>
                      <a:pt x="2721" y="19448"/>
                      <a:pt x="2596" y="19448"/>
                      <a:pt x="2467" y="19448"/>
                    </a:cubicBezTo>
                    <a:cubicBezTo>
                      <a:pt x="2467" y="19416"/>
                      <a:pt x="2467" y="19385"/>
                      <a:pt x="2467" y="19353"/>
                    </a:cubicBezTo>
                    <a:cubicBezTo>
                      <a:pt x="2373" y="19353"/>
                      <a:pt x="2279" y="19353"/>
                      <a:pt x="2182" y="19353"/>
                    </a:cubicBezTo>
                    <a:cubicBezTo>
                      <a:pt x="2182" y="19321"/>
                      <a:pt x="2182" y="19290"/>
                      <a:pt x="2182" y="19258"/>
                    </a:cubicBezTo>
                    <a:cubicBezTo>
                      <a:pt x="2119" y="19258"/>
                      <a:pt x="2057" y="19258"/>
                      <a:pt x="1992" y="19258"/>
                    </a:cubicBezTo>
                    <a:cubicBezTo>
                      <a:pt x="1992" y="19227"/>
                      <a:pt x="1992" y="19195"/>
                      <a:pt x="1992" y="19163"/>
                    </a:cubicBezTo>
                    <a:cubicBezTo>
                      <a:pt x="1898" y="19163"/>
                      <a:pt x="1804" y="19163"/>
                      <a:pt x="1708" y="19163"/>
                    </a:cubicBezTo>
                    <a:cubicBezTo>
                      <a:pt x="1708" y="19132"/>
                      <a:pt x="1708" y="19100"/>
                      <a:pt x="1708" y="19068"/>
                    </a:cubicBezTo>
                    <a:cubicBezTo>
                      <a:pt x="1676" y="19068"/>
                      <a:pt x="1645" y="19068"/>
                      <a:pt x="1613" y="19068"/>
                    </a:cubicBezTo>
                    <a:cubicBezTo>
                      <a:pt x="1613" y="19037"/>
                      <a:pt x="1613" y="19005"/>
                      <a:pt x="1613" y="18973"/>
                    </a:cubicBezTo>
                    <a:cubicBezTo>
                      <a:pt x="1550" y="18973"/>
                      <a:pt x="1487" y="18973"/>
                      <a:pt x="1423" y="18973"/>
                    </a:cubicBezTo>
                    <a:cubicBezTo>
                      <a:pt x="1423" y="18942"/>
                      <a:pt x="1423" y="18911"/>
                      <a:pt x="1423" y="18878"/>
                    </a:cubicBezTo>
                    <a:cubicBezTo>
                      <a:pt x="1329" y="18878"/>
                      <a:pt x="1235" y="18878"/>
                      <a:pt x="1138" y="18878"/>
                    </a:cubicBezTo>
                    <a:cubicBezTo>
                      <a:pt x="1138" y="18847"/>
                      <a:pt x="1138" y="18816"/>
                      <a:pt x="1138" y="18783"/>
                    </a:cubicBezTo>
                    <a:cubicBezTo>
                      <a:pt x="1132" y="18785"/>
                      <a:pt x="1132" y="18785"/>
                      <a:pt x="1097" y="18792"/>
                    </a:cubicBezTo>
                    <a:cubicBezTo>
                      <a:pt x="1044" y="18783"/>
                      <a:pt x="1044" y="18783"/>
                      <a:pt x="1024" y="18757"/>
                    </a:cubicBezTo>
                    <a:cubicBezTo>
                      <a:pt x="1018" y="18745"/>
                      <a:pt x="1012" y="18733"/>
                      <a:pt x="1005" y="18721"/>
                    </a:cubicBezTo>
                    <a:cubicBezTo>
                      <a:pt x="962" y="18648"/>
                      <a:pt x="915" y="18619"/>
                      <a:pt x="840" y="18579"/>
                    </a:cubicBezTo>
                    <a:cubicBezTo>
                      <a:pt x="701" y="18500"/>
                      <a:pt x="598" y="18395"/>
                      <a:pt x="489" y="18280"/>
                    </a:cubicBezTo>
                    <a:cubicBezTo>
                      <a:pt x="461" y="18250"/>
                      <a:pt x="433" y="18221"/>
                      <a:pt x="406" y="18192"/>
                    </a:cubicBezTo>
                    <a:cubicBezTo>
                      <a:pt x="380" y="18167"/>
                      <a:pt x="356" y="18140"/>
                      <a:pt x="331" y="18114"/>
                    </a:cubicBezTo>
                    <a:cubicBezTo>
                      <a:pt x="285" y="18072"/>
                      <a:pt x="285" y="18072"/>
                      <a:pt x="232" y="18046"/>
                    </a:cubicBezTo>
                    <a:cubicBezTo>
                      <a:pt x="218" y="18039"/>
                      <a:pt x="204" y="18032"/>
                      <a:pt x="190" y="18025"/>
                    </a:cubicBezTo>
                    <a:cubicBezTo>
                      <a:pt x="184" y="17974"/>
                      <a:pt x="184" y="17974"/>
                      <a:pt x="190" y="17930"/>
                    </a:cubicBezTo>
                    <a:cubicBezTo>
                      <a:pt x="158" y="17930"/>
                      <a:pt x="127" y="17930"/>
                      <a:pt x="95" y="17930"/>
                    </a:cubicBezTo>
                    <a:cubicBezTo>
                      <a:pt x="95" y="17867"/>
                      <a:pt x="95" y="17804"/>
                      <a:pt x="95" y="17740"/>
                    </a:cubicBezTo>
                    <a:cubicBezTo>
                      <a:pt x="64" y="17740"/>
                      <a:pt x="32" y="17740"/>
                      <a:pt x="0" y="17740"/>
                    </a:cubicBezTo>
                    <a:cubicBezTo>
                      <a:pt x="0" y="12668"/>
                      <a:pt x="0" y="7597"/>
                      <a:pt x="0" y="2372"/>
                    </a:cubicBezTo>
                    <a:cubicBezTo>
                      <a:pt x="31" y="2372"/>
                      <a:pt x="63" y="2372"/>
                      <a:pt x="95" y="2372"/>
                    </a:cubicBezTo>
                    <a:cubicBezTo>
                      <a:pt x="93" y="2360"/>
                      <a:pt x="91" y="2348"/>
                      <a:pt x="88" y="2336"/>
                    </a:cubicBezTo>
                    <a:cubicBezTo>
                      <a:pt x="80" y="2256"/>
                      <a:pt x="79" y="2203"/>
                      <a:pt x="129" y="2137"/>
                    </a:cubicBezTo>
                    <a:cubicBezTo>
                      <a:pt x="177" y="2093"/>
                      <a:pt x="227" y="2053"/>
                      <a:pt x="279" y="2013"/>
                    </a:cubicBezTo>
                    <a:cubicBezTo>
                      <a:pt x="488" y="1846"/>
                      <a:pt x="488" y="1846"/>
                      <a:pt x="550" y="1734"/>
                    </a:cubicBezTo>
                    <a:cubicBezTo>
                      <a:pt x="569" y="1708"/>
                      <a:pt x="569" y="1708"/>
                      <a:pt x="623" y="1699"/>
                    </a:cubicBezTo>
                    <a:cubicBezTo>
                      <a:pt x="629" y="1700"/>
                      <a:pt x="629" y="1700"/>
                      <a:pt x="664" y="1708"/>
                    </a:cubicBezTo>
                    <a:cubicBezTo>
                      <a:pt x="664" y="1676"/>
                      <a:pt x="664" y="1645"/>
                      <a:pt x="664" y="1613"/>
                    </a:cubicBezTo>
                    <a:cubicBezTo>
                      <a:pt x="681" y="1607"/>
                      <a:pt x="697" y="1601"/>
                      <a:pt x="714" y="1595"/>
                    </a:cubicBezTo>
                    <a:cubicBezTo>
                      <a:pt x="725" y="1591"/>
                      <a:pt x="725" y="1591"/>
                      <a:pt x="780" y="1571"/>
                    </a:cubicBezTo>
                    <a:cubicBezTo>
                      <a:pt x="801" y="1564"/>
                      <a:pt x="823" y="1556"/>
                      <a:pt x="845" y="1548"/>
                    </a:cubicBezTo>
                    <a:cubicBezTo>
                      <a:pt x="901" y="1518"/>
                      <a:pt x="901" y="1518"/>
                      <a:pt x="922" y="1470"/>
                    </a:cubicBezTo>
                    <a:cubicBezTo>
                      <a:pt x="954" y="1414"/>
                      <a:pt x="965" y="1413"/>
                      <a:pt x="1024" y="1396"/>
                    </a:cubicBezTo>
                    <a:cubicBezTo>
                      <a:pt x="1070" y="1385"/>
                      <a:pt x="1115" y="1375"/>
                      <a:pt x="1161" y="1366"/>
                    </a:cubicBezTo>
                    <a:cubicBezTo>
                      <a:pt x="1203" y="1355"/>
                      <a:pt x="1241" y="1346"/>
                      <a:pt x="1281" y="1328"/>
                    </a:cubicBezTo>
                    <a:cubicBezTo>
                      <a:pt x="1309" y="1278"/>
                      <a:pt x="1309" y="1278"/>
                      <a:pt x="1328" y="1233"/>
                    </a:cubicBezTo>
                    <a:cubicBezTo>
                      <a:pt x="1374" y="1224"/>
                      <a:pt x="1374" y="1224"/>
                      <a:pt x="1426" y="1227"/>
                    </a:cubicBezTo>
                    <a:cubicBezTo>
                      <a:pt x="1443" y="1228"/>
                      <a:pt x="1460" y="1229"/>
                      <a:pt x="1478" y="1230"/>
                    </a:cubicBezTo>
                    <a:cubicBezTo>
                      <a:pt x="1491" y="1231"/>
                      <a:pt x="1504" y="1232"/>
                      <a:pt x="1518" y="1233"/>
                    </a:cubicBezTo>
                    <a:cubicBezTo>
                      <a:pt x="1518" y="1202"/>
                      <a:pt x="1518" y="1171"/>
                      <a:pt x="1518" y="1138"/>
                    </a:cubicBezTo>
                    <a:cubicBezTo>
                      <a:pt x="1580" y="1138"/>
                      <a:pt x="1643" y="1138"/>
                      <a:pt x="1708" y="1138"/>
                    </a:cubicBezTo>
                    <a:cubicBezTo>
                      <a:pt x="1708" y="1107"/>
                      <a:pt x="1708" y="1076"/>
                      <a:pt x="1708" y="1044"/>
                    </a:cubicBezTo>
                    <a:cubicBezTo>
                      <a:pt x="1770" y="1044"/>
                      <a:pt x="1833" y="1044"/>
                      <a:pt x="1897" y="1044"/>
                    </a:cubicBezTo>
                    <a:cubicBezTo>
                      <a:pt x="1897" y="1012"/>
                      <a:pt x="1897" y="981"/>
                      <a:pt x="1897" y="949"/>
                    </a:cubicBezTo>
                    <a:cubicBezTo>
                      <a:pt x="2091" y="886"/>
                      <a:pt x="2261" y="837"/>
                      <a:pt x="2467" y="854"/>
                    </a:cubicBezTo>
                    <a:cubicBezTo>
                      <a:pt x="2467" y="822"/>
                      <a:pt x="2467" y="791"/>
                      <a:pt x="2467" y="759"/>
                    </a:cubicBezTo>
                    <a:cubicBezTo>
                      <a:pt x="2560" y="759"/>
                      <a:pt x="2654" y="759"/>
                      <a:pt x="2751" y="759"/>
                    </a:cubicBezTo>
                    <a:cubicBezTo>
                      <a:pt x="2751" y="728"/>
                      <a:pt x="2751" y="696"/>
                      <a:pt x="2751" y="664"/>
                    </a:cubicBezTo>
                    <a:cubicBezTo>
                      <a:pt x="2876" y="664"/>
                      <a:pt x="3002" y="664"/>
                      <a:pt x="3131" y="664"/>
                    </a:cubicBezTo>
                    <a:cubicBezTo>
                      <a:pt x="3131" y="633"/>
                      <a:pt x="3131" y="601"/>
                      <a:pt x="3131" y="569"/>
                    </a:cubicBezTo>
                    <a:cubicBezTo>
                      <a:pt x="3256" y="569"/>
                      <a:pt x="3381" y="569"/>
                      <a:pt x="3510" y="569"/>
                    </a:cubicBezTo>
                    <a:cubicBezTo>
                      <a:pt x="3510" y="538"/>
                      <a:pt x="3510" y="507"/>
                      <a:pt x="3510" y="474"/>
                    </a:cubicBezTo>
                    <a:cubicBezTo>
                      <a:pt x="3635" y="474"/>
                      <a:pt x="3760" y="474"/>
                      <a:pt x="3890" y="474"/>
                    </a:cubicBezTo>
                    <a:cubicBezTo>
                      <a:pt x="3890" y="443"/>
                      <a:pt x="3890" y="412"/>
                      <a:pt x="3890" y="379"/>
                    </a:cubicBezTo>
                    <a:cubicBezTo>
                      <a:pt x="4046" y="379"/>
                      <a:pt x="4203" y="379"/>
                      <a:pt x="4364" y="379"/>
                    </a:cubicBezTo>
                    <a:cubicBezTo>
                      <a:pt x="4364" y="348"/>
                      <a:pt x="4364" y="317"/>
                      <a:pt x="4364" y="285"/>
                    </a:cubicBezTo>
                    <a:cubicBezTo>
                      <a:pt x="4583" y="285"/>
                      <a:pt x="4802" y="285"/>
                      <a:pt x="5028" y="285"/>
                    </a:cubicBezTo>
                    <a:cubicBezTo>
                      <a:pt x="5028" y="253"/>
                      <a:pt x="5028" y="222"/>
                      <a:pt x="5028" y="190"/>
                    </a:cubicBezTo>
                    <a:cubicBezTo>
                      <a:pt x="5278" y="190"/>
                      <a:pt x="5529" y="190"/>
                      <a:pt x="5787" y="190"/>
                    </a:cubicBezTo>
                    <a:cubicBezTo>
                      <a:pt x="5787" y="158"/>
                      <a:pt x="5787" y="127"/>
                      <a:pt x="5787" y="95"/>
                    </a:cubicBezTo>
                    <a:cubicBezTo>
                      <a:pt x="6100" y="95"/>
                      <a:pt x="6413" y="95"/>
                      <a:pt x="6735" y="95"/>
                    </a:cubicBezTo>
                    <a:cubicBezTo>
                      <a:pt x="6735" y="64"/>
                      <a:pt x="6735" y="32"/>
                      <a:pt x="6735" y="0"/>
                    </a:cubicBezTo>
                    <a:close/>
                    <a:moveTo>
                      <a:pt x="6451" y="569"/>
                    </a:moveTo>
                    <a:cubicBezTo>
                      <a:pt x="6451" y="601"/>
                      <a:pt x="6451" y="632"/>
                      <a:pt x="6451" y="664"/>
                    </a:cubicBezTo>
                    <a:cubicBezTo>
                      <a:pt x="6200" y="664"/>
                      <a:pt x="5950" y="664"/>
                      <a:pt x="5692" y="664"/>
                    </a:cubicBezTo>
                    <a:cubicBezTo>
                      <a:pt x="5692" y="695"/>
                      <a:pt x="5692" y="727"/>
                      <a:pt x="5692" y="759"/>
                    </a:cubicBezTo>
                    <a:cubicBezTo>
                      <a:pt x="5473" y="759"/>
                      <a:pt x="5254" y="759"/>
                      <a:pt x="5028" y="759"/>
                    </a:cubicBezTo>
                    <a:cubicBezTo>
                      <a:pt x="5028" y="790"/>
                      <a:pt x="5028" y="822"/>
                      <a:pt x="5028" y="854"/>
                    </a:cubicBezTo>
                    <a:cubicBezTo>
                      <a:pt x="4840" y="854"/>
                      <a:pt x="4652" y="854"/>
                      <a:pt x="4459" y="854"/>
                    </a:cubicBezTo>
                    <a:cubicBezTo>
                      <a:pt x="4459" y="885"/>
                      <a:pt x="4459" y="916"/>
                      <a:pt x="4459" y="949"/>
                    </a:cubicBezTo>
                    <a:cubicBezTo>
                      <a:pt x="4302" y="949"/>
                      <a:pt x="4146" y="949"/>
                      <a:pt x="3984" y="949"/>
                    </a:cubicBezTo>
                    <a:cubicBezTo>
                      <a:pt x="3984" y="980"/>
                      <a:pt x="3984" y="1011"/>
                      <a:pt x="3984" y="1044"/>
                    </a:cubicBezTo>
                    <a:cubicBezTo>
                      <a:pt x="3828" y="1044"/>
                      <a:pt x="3671" y="1044"/>
                      <a:pt x="3510" y="1044"/>
                    </a:cubicBezTo>
                    <a:cubicBezTo>
                      <a:pt x="3510" y="1075"/>
                      <a:pt x="3510" y="1106"/>
                      <a:pt x="3510" y="1138"/>
                    </a:cubicBezTo>
                    <a:cubicBezTo>
                      <a:pt x="3385" y="1138"/>
                      <a:pt x="3260" y="1138"/>
                      <a:pt x="3131" y="1138"/>
                    </a:cubicBezTo>
                    <a:cubicBezTo>
                      <a:pt x="3131" y="1170"/>
                      <a:pt x="3131" y="1201"/>
                      <a:pt x="3131" y="1233"/>
                    </a:cubicBezTo>
                    <a:cubicBezTo>
                      <a:pt x="3037" y="1233"/>
                      <a:pt x="2943" y="1233"/>
                      <a:pt x="2846" y="1233"/>
                    </a:cubicBezTo>
                    <a:cubicBezTo>
                      <a:pt x="2846" y="1265"/>
                      <a:pt x="2846" y="1296"/>
                      <a:pt x="2846" y="1328"/>
                    </a:cubicBezTo>
                    <a:cubicBezTo>
                      <a:pt x="2752" y="1328"/>
                      <a:pt x="2658" y="1328"/>
                      <a:pt x="2561" y="1328"/>
                    </a:cubicBezTo>
                    <a:cubicBezTo>
                      <a:pt x="2561" y="1359"/>
                      <a:pt x="2561" y="1391"/>
                      <a:pt x="2561" y="1423"/>
                    </a:cubicBezTo>
                    <a:cubicBezTo>
                      <a:pt x="2467" y="1423"/>
                      <a:pt x="2374" y="1423"/>
                      <a:pt x="2277" y="1423"/>
                    </a:cubicBezTo>
                    <a:cubicBezTo>
                      <a:pt x="2277" y="1454"/>
                      <a:pt x="2277" y="1486"/>
                      <a:pt x="2277" y="1518"/>
                    </a:cubicBezTo>
                    <a:cubicBezTo>
                      <a:pt x="2183" y="1518"/>
                      <a:pt x="2089" y="1518"/>
                      <a:pt x="1992" y="1518"/>
                    </a:cubicBezTo>
                    <a:cubicBezTo>
                      <a:pt x="1992" y="1549"/>
                      <a:pt x="1992" y="1580"/>
                      <a:pt x="1992" y="1613"/>
                    </a:cubicBezTo>
                    <a:cubicBezTo>
                      <a:pt x="1930" y="1613"/>
                      <a:pt x="1867" y="1613"/>
                      <a:pt x="1802" y="1613"/>
                    </a:cubicBezTo>
                    <a:cubicBezTo>
                      <a:pt x="1802" y="1644"/>
                      <a:pt x="1802" y="1675"/>
                      <a:pt x="1802" y="1708"/>
                    </a:cubicBezTo>
                    <a:cubicBezTo>
                      <a:pt x="1740" y="1708"/>
                      <a:pt x="1677" y="1708"/>
                      <a:pt x="1613" y="1708"/>
                    </a:cubicBezTo>
                    <a:cubicBezTo>
                      <a:pt x="1613" y="1739"/>
                      <a:pt x="1613" y="1770"/>
                      <a:pt x="1613" y="1802"/>
                    </a:cubicBezTo>
                    <a:cubicBezTo>
                      <a:pt x="1550" y="1802"/>
                      <a:pt x="1487" y="1802"/>
                      <a:pt x="1423" y="1802"/>
                    </a:cubicBezTo>
                    <a:cubicBezTo>
                      <a:pt x="1423" y="1834"/>
                      <a:pt x="1423" y="1865"/>
                      <a:pt x="1423" y="1897"/>
                    </a:cubicBezTo>
                    <a:cubicBezTo>
                      <a:pt x="1360" y="1897"/>
                      <a:pt x="1298" y="1897"/>
                      <a:pt x="1233" y="1897"/>
                    </a:cubicBezTo>
                    <a:cubicBezTo>
                      <a:pt x="1233" y="1929"/>
                      <a:pt x="1233" y="1960"/>
                      <a:pt x="1233" y="1992"/>
                    </a:cubicBezTo>
                    <a:cubicBezTo>
                      <a:pt x="1202" y="1992"/>
                      <a:pt x="1171" y="1992"/>
                      <a:pt x="1138" y="1992"/>
                    </a:cubicBezTo>
                    <a:cubicBezTo>
                      <a:pt x="1138" y="2023"/>
                      <a:pt x="1138" y="2055"/>
                      <a:pt x="1138" y="2087"/>
                    </a:cubicBezTo>
                    <a:cubicBezTo>
                      <a:pt x="1107" y="2087"/>
                      <a:pt x="1076" y="2087"/>
                      <a:pt x="1044" y="2087"/>
                    </a:cubicBezTo>
                    <a:cubicBezTo>
                      <a:pt x="1044" y="2118"/>
                      <a:pt x="1044" y="2150"/>
                      <a:pt x="1044" y="2182"/>
                    </a:cubicBezTo>
                    <a:cubicBezTo>
                      <a:pt x="981" y="2182"/>
                      <a:pt x="918" y="2182"/>
                      <a:pt x="854" y="2182"/>
                    </a:cubicBezTo>
                    <a:cubicBezTo>
                      <a:pt x="854" y="2213"/>
                      <a:pt x="854" y="2245"/>
                      <a:pt x="854" y="2277"/>
                    </a:cubicBezTo>
                    <a:cubicBezTo>
                      <a:pt x="822" y="2277"/>
                      <a:pt x="791" y="2277"/>
                      <a:pt x="759" y="2277"/>
                    </a:cubicBezTo>
                    <a:cubicBezTo>
                      <a:pt x="759" y="2339"/>
                      <a:pt x="759" y="2402"/>
                      <a:pt x="759" y="2467"/>
                    </a:cubicBezTo>
                    <a:cubicBezTo>
                      <a:pt x="728" y="2467"/>
                      <a:pt x="696" y="2467"/>
                      <a:pt x="664" y="2467"/>
                    </a:cubicBezTo>
                    <a:cubicBezTo>
                      <a:pt x="664" y="2498"/>
                      <a:pt x="664" y="2529"/>
                      <a:pt x="664" y="2561"/>
                    </a:cubicBezTo>
                    <a:cubicBezTo>
                      <a:pt x="633" y="2561"/>
                      <a:pt x="601" y="2561"/>
                      <a:pt x="569" y="2561"/>
                    </a:cubicBezTo>
                    <a:cubicBezTo>
                      <a:pt x="569" y="2749"/>
                      <a:pt x="569" y="2937"/>
                      <a:pt x="569" y="3131"/>
                    </a:cubicBezTo>
                    <a:cubicBezTo>
                      <a:pt x="601" y="3131"/>
                      <a:pt x="632" y="3131"/>
                      <a:pt x="664" y="3131"/>
                    </a:cubicBezTo>
                    <a:cubicBezTo>
                      <a:pt x="664" y="3162"/>
                      <a:pt x="664" y="3193"/>
                      <a:pt x="664" y="3225"/>
                    </a:cubicBezTo>
                    <a:cubicBezTo>
                      <a:pt x="695" y="3225"/>
                      <a:pt x="727" y="3225"/>
                      <a:pt x="759" y="3225"/>
                    </a:cubicBezTo>
                    <a:cubicBezTo>
                      <a:pt x="759" y="3257"/>
                      <a:pt x="759" y="3288"/>
                      <a:pt x="759" y="3320"/>
                    </a:cubicBezTo>
                    <a:cubicBezTo>
                      <a:pt x="790" y="3320"/>
                      <a:pt x="822" y="3320"/>
                      <a:pt x="854" y="3320"/>
                    </a:cubicBezTo>
                    <a:cubicBezTo>
                      <a:pt x="854" y="3352"/>
                      <a:pt x="854" y="3383"/>
                      <a:pt x="854" y="3415"/>
                    </a:cubicBezTo>
                    <a:cubicBezTo>
                      <a:pt x="885" y="3415"/>
                      <a:pt x="916" y="3415"/>
                      <a:pt x="949" y="3415"/>
                    </a:cubicBezTo>
                    <a:cubicBezTo>
                      <a:pt x="949" y="3446"/>
                      <a:pt x="949" y="3478"/>
                      <a:pt x="949" y="3510"/>
                    </a:cubicBezTo>
                    <a:cubicBezTo>
                      <a:pt x="980" y="3510"/>
                      <a:pt x="1011" y="3510"/>
                      <a:pt x="1044" y="3510"/>
                    </a:cubicBezTo>
                    <a:cubicBezTo>
                      <a:pt x="1044" y="3541"/>
                      <a:pt x="1044" y="3573"/>
                      <a:pt x="1044" y="3605"/>
                    </a:cubicBezTo>
                    <a:cubicBezTo>
                      <a:pt x="1075" y="3605"/>
                      <a:pt x="1106" y="3605"/>
                      <a:pt x="1138" y="3605"/>
                    </a:cubicBezTo>
                    <a:cubicBezTo>
                      <a:pt x="1138" y="3636"/>
                      <a:pt x="1138" y="3668"/>
                      <a:pt x="1138" y="3700"/>
                    </a:cubicBezTo>
                    <a:cubicBezTo>
                      <a:pt x="1201" y="3700"/>
                      <a:pt x="1264" y="3700"/>
                      <a:pt x="1328" y="3700"/>
                    </a:cubicBezTo>
                    <a:cubicBezTo>
                      <a:pt x="1328" y="3731"/>
                      <a:pt x="1328" y="3762"/>
                      <a:pt x="1328" y="3795"/>
                    </a:cubicBezTo>
                    <a:cubicBezTo>
                      <a:pt x="1391" y="3795"/>
                      <a:pt x="1453" y="3795"/>
                      <a:pt x="1518" y="3795"/>
                    </a:cubicBezTo>
                    <a:cubicBezTo>
                      <a:pt x="1518" y="3826"/>
                      <a:pt x="1518" y="3857"/>
                      <a:pt x="1518" y="3890"/>
                    </a:cubicBezTo>
                    <a:cubicBezTo>
                      <a:pt x="1549" y="3890"/>
                      <a:pt x="1580" y="3890"/>
                      <a:pt x="1613" y="3890"/>
                    </a:cubicBezTo>
                    <a:cubicBezTo>
                      <a:pt x="1613" y="3921"/>
                      <a:pt x="1613" y="3952"/>
                      <a:pt x="1613" y="3984"/>
                    </a:cubicBezTo>
                    <a:cubicBezTo>
                      <a:pt x="1707" y="3984"/>
                      <a:pt x="1801" y="3984"/>
                      <a:pt x="1897" y="3984"/>
                    </a:cubicBezTo>
                    <a:cubicBezTo>
                      <a:pt x="1897" y="4016"/>
                      <a:pt x="1897" y="4047"/>
                      <a:pt x="1897" y="4079"/>
                    </a:cubicBezTo>
                    <a:cubicBezTo>
                      <a:pt x="1960" y="4079"/>
                      <a:pt x="2023" y="4079"/>
                      <a:pt x="2087" y="4079"/>
                    </a:cubicBezTo>
                    <a:cubicBezTo>
                      <a:pt x="2087" y="4111"/>
                      <a:pt x="2087" y="4142"/>
                      <a:pt x="2087" y="4174"/>
                    </a:cubicBezTo>
                    <a:cubicBezTo>
                      <a:pt x="2150" y="4174"/>
                      <a:pt x="2212" y="4174"/>
                      <a:pt x="2277" y="4174"/>
                    </a:cubicBezTo>
                    <a:cubicBezTo>
                      <a:pt x="2277" y="4205"/>
                      <a:pt x="2277" y="4237"/>
                      <a:pt x="2277" y="4269"/>
                    </a:cubicBezTo>
                    <a:cubicBezTo>
                      <a:pt x="2371" y="4269"/>
                      <a:pt x="2465" y="4269"/>
                      <a:pt x="2561" y="4269"/>
                    </a:cubicBezTo>
                    <a:cubicBezTo>
                      <a:pt x="2561" y="4300"/>
                      <a:pt x="2561" y="4332"/>
                      <a:pt x="2561" y="4364"/>
                    </a:cubicBezTo>
                    <a:cubicBezTo>
                      <a:pt x="2655" y="4364"/>
                      <a:pt x="2749" y="4364"/>
                      <a:pt x="2846" y="4364"/>
                    </a:cubicBezTo>
                    <a:cubicBezTo>
                      <a:pt x="2846" y="4395"/>
                      <a:pt x="2846" y="4426"/>
                      <a:pt x="2846" y="4459"/>
                    </a:cubicBezTo>
                    <a:cubicBezTo>
                      <a:pt x="2971" y="4459"/>
                      <a:pt x="3096" y="4459"/>
                      <a:pt x="3225" y="4459"/>
                    </a:cubicBezTo>
                    <a:cubicBezTo>
                      <a:pt x="3225" y="4490"/>
                      <a:pt x="3225" y="4521"/>
                      <a:pt x="3225" y="4554"/>
                    </a:cubicBezTo>
                    <a:cubicBezTo>
                      <a:pt x="3351" y="4554"/>
                      <a:pt x="3476" y="4554"/>
                      <a:pt x="3605" y="4554"/>
                    </a:cubicBezTo>
                    <a:cubicBezTo>
                      <a:pt x="3605" y="4585"/>
                      <a:pt x="3605" y="4616"/>
                      <a:pt x="3605" y="4648"/>
                    </a:cubicBezTo>
                    <a:cubicBezTo>
                      <a:pt x="3761" y="4648"/>
                      <a:pt x="3918" y="4648"/>
                      <a:pt x="4079" y="4648"/>
                    </a:cubicBezTo>
                    <a:cubicBezTo>
                      <a:pt x="4079" y="4680"/>
                      <a:pt x="4079" y="4711"/>
                      <a:pt x="4079" y="4743"/>
                    </a:cubicBezTo>
                    <a:cubicBezTo>
                      <a:pt x="4236" y="4743"/>
                      <a:pt x="4392" y="4743"/>
                      <a:pt x="4554" y="4743"/>
                    </a:cubicBezTo>
                    <a:cubicBezTo>
                      <a:pt x="4554" y="4775"/>
                      <a:pt x="4554" y="4806"/>
                      <a:pt x="4554" y="4838"/>
                    </a:cubicBezTo>
                    <a:cubicBezTo>
                      <a:pt x="4741" y="4838"/>
                      <a:pt x="4929" y="4838"/>
                      <a:pt x="5123" y="4838"/>
                    </a:cubicBezTo>
                    <a:cubicBezTo>
                      <a:pt x="5123" y="4869"/>
                      <a:pt x="5123" y="4901"/>
                      <a:pt x="5123" y="4933"/>
                    </a:cubicBezTo>
                    <a:cubicBezTo>
                      <a:pt x="5405" y="4933"/>
                      <a:pt x="5686" y="4933"/>
                      <a:pt x="5977" y="4933"/>
                    </a:cubicBezTo>
                    <a:cubicBezTo>
                      <a:pt x="5977" y="4964"/>
                      <a:pt x="5977" y="4996"/>
                      <a:pt x="5977" y="5028"/>
                    </a:cubicBezTo>
                    <a:cubicBezTo>
                      <a:pt x="6415" y="5028"/>
                      <a:pt x="6853" y="5028"/>
                      <a:pt x="7305" y="5028"/>
                    </a:cubicBezTo>
                    <a:cubicBezTo>
                      <a:pt x="7305" y="5059"/>
                      <a:pt x="7305" y="5091"/>
                      <a:pt x="7305" y="5123"/>
                    </a:cubicBezTo>
                    <a:cubicBezTo>
                      <a:pt x="8150" y="5123"/>
                      <a:pt x="8995" y="5123"/>
                      <a:pt x="9866" y="5123"/>
                    </a:cubicBezTo>
                    <a:cubicBezTo>
                      <a:pt x="9866" y="5091"/>
                      <a:pt x="9866" y="5060"/>
                      <a:pt x="9866" y="5028"/>
                    </a:cubicBezTo>
                    <a:cubicBezTo>
                      <a:pt x="10304" y="5028"/>
                      <a:pt x="10743" y="5028"/>
                      <a:pt x="11194" y="5028"/>
                    </a:cubicBezTo>
                    <a:cubicBezTo>
                      <a:pt x="11194" y="4997"/>
                      <a:pt x="11194" y="4965"/>
                      <a:pt x="11194" y="4933"/>
                    </a:cubicBezTo>
                    <a:cubicBezTo>
                      <a:pt x="11445" y="4933"/>
                      <a:pt x="11695" y="4933"/>
                      <a:pt x="11953" y="4933"/>
                    </a:cubicBezTo>
                    <a:cubicBezTo>
                      <a:pt x="11953" y="4902"/>
                      <a:pt x="11953" y="4870"/>
                      <a:pt x="11953" y="4838"/>
                    </a:cubicBezTo>
                    <a:cubicBezTo>
                      <a:pt x="12172" y="4838"/>
                      <a:pt x="12391" y="4838"/>
                      <a:pt x="12617" y="4838"/>
                    </a:cubicBezTo>
                    <a:cubicBezTo>
                      <a:pt x="12617" y="4807"/>
                      <a:pt x="12617" y="4776"/>
                      <a:pt x="12617" y="4743"/>
                    </a:cubicBezTo>
                    <a:cubicBezTo>
                      <a:pt x="12774" y="4743"/>
                      <a:pt x="12930" y="4743"/>
                      <a:pt x="13092" y="4743"/>
                    </a:cubicBezTo>
                    <a:cubicBezTo>
                      <a:pt x="13092" y="4712"/>
                      <a:pt x="13092" y="4681"/>
                      <a:pt x="13092" y="4648"/>
                    </a:cubicBezTo>
                    <a:cubicBezTo>
                      <a:pt x="13217" y="4648"/>
                      <a:pt x="13342" y="4648"/>
                      <a:pt x="13471" y="4648"/>
                    </a:cubicBezTo>
                    <a:cubicBezTo>
                      <a:pt x="13471" y="4617"/>
                      <a:pt x="13471" y="4586"/>
                      <a:pt x="13471" y="4554"/>
                    </a:cubicBezTo>
                    <a:cubicBezTo>
                      <a:pt x="13596" y="4554"/>
                      <a:pt x="13721" y="4554"/>
                      <a:pt x="13850" y="4554"/>
                    </a:cubicBezTo>
                    <a:cubicBezTo>
                      <a:pt x="13850" y="4522"/>
                      <a:pt x="13850" y="4491"/>
                      <a:pt x="13850" y="4459"/>
                    </a:cubicBezTo>
                    <a:cubicBezTo>
                      <a:pt x="13976" y="4459"/>
                      <a:pt x="14101" y="4459"/>
                      <a:pt x="14230" y="4459"/>
                    </a:cubicBezTo>
                    <a:cubicBezTo>
                      <a:pt x="14230" y="4427"/>
                      <a:pt x="14230" y="4396"/>
                      <a:pt x="14230" y="4364"/>
                    </a:cubicBezTo>
                    <a:cubicBezTo>
                      <a:pt x="14324" y="4364"/>
                      <a:pt x="14418" y="4364"/>
                      <a:pt x="14515" y="4364"/>
                    </a:cubicBezTo>
                    <a:cubicBezTo>
                      <a:pt x="14515" y="4333"/>
                      <a:pt x="14515" y="4301"/>
                      <a:pt x="14515" y="4269"/>
                    </a:cubicBezTo>
                    <a:cubicBezTo>
                      <a:pt x="14608" y="4269"/>
                      <a:pt x="14702" y="4269"/>
                      <a:pt x="14799" y="4269"/>
                    </a:cubicBezTo>
                    <a:cubicBezTo>
                      <a:pt x="14799" y="4238"/>
                      <a:pt x="14799" y="4206"/>
                      <a:pt x="14799" y="4174"/>
                    </a:cubicBezTo>
                    <a:cubicBezTo>
                      <a:pt x="14893" y="4174"/>
                      <a:pt x="14987" y="4174"/>
                      <a:pt x="15084" y="4174"/>
                    </a:cubicBezTo>
                    <a:cubicBezTo>
                      <a:pt x="15084" y="4143"/>
                      <a:pt x="15084" y="4111"/>
                      <a:pt x="15084" y="4079"/>
                    </a:cubicBezTo>
                    <a:cubicBezTo>
                      <a:pt x="15146" y="4079"/>
                      <a:pt x="15209" y="4079"/>
                      <a:pt x="15273" y="4079"/>
                    </a:cubicBezTo>
                    <a:cubicBezTo>
                      <a:pt x="15273" y="4048"/>
                      <a:pt x="15273" y="4017"/>
                      <a:pt x="15273" y="3984"/>
                    </a:cubicBezTo>
                    <a:cubicBezTo>
                      <a:pt x="15336" y="3984"/>
                      <a:pt x="15399" y="3984"/>
                      <a:pt x="15463" y="3984"/>
                    </a:cubicBezTo>
                    <a:cubicBezTo>
                      <a:pt x="15463" y="3953"/>
                      <a:pt x="15463" y="3922"/>
                      <a:pt x="15463" y="3890"/>
                    </a:cubicBezTo>
                    <a:cubicBezTo>
                      <a:pt x="15526" y="3890"/>
                      <a:pt x="15588" y="3890"/>
                      <a:pt x="15653" y="3890"/>
                    </a:cubicBezTo>
                    <a:cubicBezTo>
                      <a:pt x="15653" y="3858"/>
                      <a:pt x="15653" y="3827"/>
                      <a:pt x="15653" y="3795"/>
                    </a:cubicBezTo>
                    <a:cubicBezTo>
                      <a:pt x="15716" y="3795"/>
                      <a:pt x="15778" y="3795"/>
                      <a:pt x="15843" y="3795"/>
                    </a:cubicBezTo>
                    <a:cubicBezTo>
                      <a:pt x="15843" y="3763"/>
                      <a:pt x="15843" y="3732"/>
                      <a:pt x="15843" y="3700"/>
                    </a:cubicBezTo>
                    <a:cubicBezTo>
                      <a:pt x="15874" y="3700"/>
                      <a:pt x="15905" y="3700"/>
                      <a:pt x="15938" y="3700"/>
                    </a:cubicBezTo>
                    <a:cubicBezTo>
                      <a:pt x="15938" y="3668"/>
                      <a:pt x="15938" y="3637"/>
                      <a:pt x="15938" y="3605"/>
                    </a:cubicBezTo>
                    <a:cubicBezTo>
                      <a:pt x="15969" y="3605"/>
                      <a:pt x="16000" y="3605"/>
                      <a:pt x="16032" y="3605"/>
                    </a:cubicBezTo>
                    <a:cubicBezTo>
                      <a:pt x="16032" y="3574"/>
                      <a:pt x="16032" y="3542"/>
                      <a:pt x="16032" y="3510"/>
                    </a:cubicBezTo>
                    <a:cubicBezTo>
                      <a:pt x="16095" y="3510"/>
                      <a:pt x="16158" y="3510"/>
                      <a:pt x="16222" y="3510"/>
                    </a:cubicBezTo>
                    <a:cubicBezTo>
                      <a:pt x="16222" y="3479"/>
                      <a:pt x="16222" y="3447"/>
                      <a:pt x="16222" y="3415"/>
                    </a:cubicBezTo>
                    <a:cubicBezTo>
                      <a:pt x="16253" y="3415"/>
                      <a:pt x="16285" y="3415"/>
                      <a:pt x="16317" y="3415"/>
                    </a:cubicBezTo>
                    <a:cubicBezTo>
                      <a:pt x="16317" y="3384"/>
                      <a:pt x="16317" y="3353"/>
                      <a:pt x="16317" y="3320"/>
                    </a:cubicBezTo>
                    <a:cubicBezTo>
                      <a:pt x="16348" y="3320"/>
                      <a:pt x="16380" y="3320"/>
                      <a:pt x="16412" y="3320"/>
                    </a:cubicBezTo>
                    <a:cubicBezTo>
                      <a:pt x="16412" y="3258"/>
                      <a:pt x="16412" y="3195"/>
                      <a:pt x="16412" y="3131"/>
                    </a:cubicBezTo>
                    <a:cubicBezTo>
                      <a:pt x="16443" y="3131"/>
                      <a:pt x="16474" y="3131"/>
                      <a:pt x="16507" y="3131"/>
                    </a:cubicBezTo>
                    <a:cubicBezTo>
                      <a:pt x="16507" y="2943"/>
                      <a:pt x="16507" y="2755"/>
                      <a:pt x="16507" y="2561"/>
                    </a:cubicBezTo>
                    <a:cubicBezTo>
                      <a:pt x="16475" y="2561"/>
                      <a:pt x="16444" y="2561"/>
                      <a:pt x="16412" y="2561"/>
                    </a:cubicBezTo>
                    <a:cubicBezTo>
                      <a:pt x="16412" y="2530"/>
                      <a:pt x="16412" y="2499"/>
                      <a:pt x="16412" y="2467"/>
                    </a:cubicBezTo>
                    <a:cubicBezTo>
                      <a:pt x="16381" y="2467"/>
                      <a:pt x="16349" y="2467"/>
                      <a:pt x="16317" y="2467"/>
                    </a:cubicBezTo>
                    <a:cubicBezTo>
                      <a:pt x="16317" y="2435"/>
                      <a:pt x="16317" y="2404"/>
                      <a:pt x="16317" y="2372"/>
                    </a:cubicBezTo>
                    <a:cubicBezTo>
                      <a:pt x="16286" y="2372"/>
                      <a:pt x="16254" y="2372"/>
                      <a:pt x="16222" y="2372"/>
                    </a:cubicBezTo>
                    <a:cubicBezTo>
                      <a:pt x="16222" y="2340"/>
                      <a:pt x="16222" y="2309"/>
                      <a:pt x="16222" y="2277"/>
                    </a:cubicBezTo>
                    <a:cubicBezTo>
                      <a:pt x="16191" y="2277"/>
                      <a:pt x="16159" y="2277"/>
                      <a:pt x="16127" y="2277"/>
                    </a:cubicBezTo>
                    <a:cubicBezTo>
                      <a:pt x="16127" y="2245"/>
                      <a:pt x="16127" y="2214"/>
                      <a:pt x="16127" y="2182"/>
                    </a:cubicBezTo>
                    <a:cubicBezTo>
                      <a:pt x="16096" y="2182"/>
                      <a:pt x="16065" y="2182"/>
                      <a:pt x="16032" y="2182"/>
                    </a:cubicBezTo>
                    <a:cubicBezTo>
                      <a:pt x="16032" y="2151"/>
                      <a:pt x="16032" y="2119"/>
                      <a:pt x="16032" y="2087"/>
                    </a:cubicBezTo>
                    <a:cubicBezTo>
                      <a:pt x="16001" y="2087"/>
                      <a:pt x="15970" y="2087"/>
                      <a:pt x="15938" y="2087"/>
                    </a:cubicBezTo>
                    <a:cubicBezTo>
                      <a:pt x="15938" y="2056"/>
                      <a:pt x="15938" y="2024"/>
                      <a:pt x="15938" y="1992"/>
                    </a:cubicBezTo>
                    <a:cubicBezTo>
                      <a:pt x="15906" y="1992"/>
                      <a:pt x="15875" y="1992"/>
                      <a:pt x="15843" y="1992"/>
                    </a:cubicBezTo>
                    <a:cubicBezTo>
                      <a:pt x="15843" y="1961"/>
                      <a:pt x="15843" y="1930"/>
                      <a:pt x="15843" y="1897"/>
                    </a:cubicBezTo>
                    <a:cubicBezTo>
                      <a:pt x="15780" y="1897"/>
                      <a:pt x="15717" y="1897"/>
                      <a:pt x="15653" y="1897"/>
                    </a:cubicBezTo>
                    <a:cubicBezTo>
                      <a:pt x="15653" y="1866"/>
                      <a:pt x="15653" y="1835"/>
                      <a:pt x="15653" y="1802"/>
                    </a:cubicBezTo>
                    <a:cubicBezTo>
                      <a:pt x="15590" y="1802"/>
                      <a:pt x="15528" y="1802"/>
                      <a:pt x="15463" y="1802"/>
                    </a:cubicBezTo>
                    <a:cubicBezTo>
                      <a:pt x="15463" y="1771"/>
                      <a:pt x="15463" y="1740"/>
                      <a:pt x="15463" y="1708"/>
                    </a:cubicBezTo>
                    <a:cubicBezTo>
                      <a:pt x="15401" y="1708"/>
                      <a:pt x="15338" y="1708"/>
                      <a:pt x="15273" y="1708"/>
                    </a:cubicBezTo>
                    <a:cubicBezTo>
                      <a:pt x="15273" y="1676"/>
                      <a:pt x="15273" y="1645"/>
                      <a:pt x="15273" y="1613"/>
                    </a:cubicBezTo>
                    <a:cubicBezTo>
                      <a:pt x="15211" y="1613"/>
                      <a:pt x="15148" y="1613"/>
                      <a:pt x="15084" y="1613"/>
                    </a:cubicBezTo>
                    <a:cubicBezTo>
                      <a:pt x="15084" y="1581"/>
                      <a:pt x="15084" y="1550"/>
                      <a:pt x="15084" y="1518"/>
                    </a:cubicBezTo>
                    <a:cubicBezTo>
                      <a:pt x="14990" y="1518"/>
                      <a:pt x="14896" y="1518"/>
                      <a:pt x="14799" y="1518"/>
                    </a:cubicBezTo>
                    <a:cubicBezTo>
                      <a:pt x="14799" y="1487"/>
                      <a:pt x="14799" y="1455"/>
                      <a:pt x="14799" y="1423"/>
                    </a:cubicBezTo>
                    <a:cubicBezTo>
                      <a:pt x="14736" y="1423"/>
                      <a:pt x="14674" y="1423"/>
                      <a:pt x="14609" y="1423"/>
                    </a:cubicBezTo>
                    <a:cubicBezTo>
                      <a:pt x="14609" y="1392"/>
                      <a:pt x="14609" y="1360"/>
                      <a:pt x="14609" y="1328"/>
                    </a:cubicBezTo>
                    <a:cubicBezTo>
                      <a:pt x="14515" y="1328"/>
                      <a:pt x="14422" y="1328"/>
                      <a:pt x="14325" y="1328"/>
                    </a:cubicBezTo>
                    <a:cubicBezTo>
                      <a:pt x="14325" y="1297"/>
                      <a:pt x="14325" y="1266"/>
                      <a:pt x="14325" y="1233"/>
                    </a:cubicBezTo>
                    <a:cubicBezTo>
                      <a:pt x="14200" y="1233"/>
                      <a:pt x="14074" y="1233"/>
                      <a:pt x="13945" y="1233"/>
                    </a:cubicBezTo>
                    <a:cubicBezTo>
                      <a:pt x="13945" y="1202"/>
                      <a:pt x="13945" y="1171"/>
                      <a:pt x="13945" y="1138"/>
                    </a:cubicBezTo>
                    <a:cubicBezTo>
                      <a:pt x="13820" y="1138"/>
                      <a:pt x="13695" y="1138"/>
                      <a:pt x="13566" y="1138"/>
                    </a:cubicBezTo>
                    <a:cubicBezTo>
                      <a:pt x="13566" y="1107"/>
                      <a:pt x="13566" y="1076"/>
                      <a:pt x="13566" y="1044"/>
                    </a:cubicBezTo>
                    <a:cubicBezTo>
                      <a:pt x="13441" y="1044"/>
                      <a:pt x="13315" y="1044"/>
                      <a:pt x="13186" y="1044"/>
                    </a:cubicBezTo>
                    <a:cubicBezTo>
                      <a:pt x="13186" y="1012"/>
                      <a:pt x="13186" y="981"/>
                      <a:pt x="13186" y="949"/>
                    </a:cubicBezTo>
                    <a:cubicBezTo>
                      <a:pt x="13030" y="949"/>
                      <a:pt x="12873" y="949"/>
                      <a:pt x="12712" y="949"/>
                    </a:cubicBezTo>
                    <a:cubicBezTo>
                      <a:pt x="12712" y="917"/>
                      <a:pt x="12712" y="886"/>
                      <a:pt x="12712" y="854"/>
                    </a:cubicBezTo>
                    <a:cubicBezTo>
                      <a:pt x="12524" y="854"/>
                      <a:pt x="12336" y="854"/>
                      <a:pt x="12143" y="854"/>
                    </a:cubicBezTo>
                    <a:cubicBezTo>
                      <a:pt x="12143" y="822"/>
                      <a:pt x="12143" y="791"/>
                      <a:pt x="12143" y="759"/>
                    </a:cubicBezTo>
                    <a:cubicBezTo>
                      <a:pt x="11924" y="759"/>
                      <a:pt x="11705" y="759"/>
                      <a:pt x="11479" y="759"/>
                    </a:cubicBezTo>
                    <a:cubicBezTo>
                      <a:pt x="11479" y="728"/>
                      <a:pt x="11479" y="696"/>
                      <a:pt x="11479" y="664"/>
                    </a:cubicBezTo>
                    <a:cubicBezTo>
                      <a:pt x="11166" y="664"/>
                      <a:pt x="10853" y="664"/>
                      <a:pt x="10530" y="664"/>
                    </a:cubicBezTo>
                    <a:cubicBezTo>
                      <a:pt x="10530" y="633"/>
                      <a:pt x="10530" y="601"/>
                      <a:pt x="10530" y="569"/>
                    </a:cubicBezTo>
                    <a:cubicBezTo>
                      <a:pt x="9184" y="569"/>
                      <a:pt x="7838" y="569"/>
                      <a:pt x="6451" y="569"/>
                    </a:cubicBezTo>
                    <a:close/>
                    <a:moveTo>
                      <a:pt x="474" y="3984"/>
                    </a:moveTo>
                    <a:cubicBezTo>
                      <a:pt x="474" y="5174"/>
                      <a:pt x="474" y="6364"/>
                      <a:pt x="474" y="7589"/>
                    </a:cubicBezTo>
                    <a:cubicBezTo>
                      <a:pt x="506" y="7589"/>
                      <a:pt x="537" y="7589"/>
                      <a:pt x="569" y="7589"/>
                    </a:cubicBezTo>
                    <a:cubicBezTo>
                      <a:pt x="569" y="7652"/>
                      <a:pt x="569" y="7715"/>
                      <a:pt x="569" y="7779"/>
                    </a:cubicBezTo>
                    <a:cubicBezTo>
                      <a:pt x="601" y="7779"/>
                      <a:pt x="632" y="7779"/>
                      <a:pt x="664" y="7779"/>
                    </a:cubicBezTo>
                    <a:cubicBezTo>
                      <a:pt x="664" y="7842"/>
                      <a:pt x="664" y="7904"/>
                      <a:pt x="664" y="7969"/>
                    </a:cubicBezTo>
                    <a:cubicBezTo>
                      <a:pt x="695" y="7969"/>
                      <a:pt x="727" y="7969"/>
                      <a:pt x="759" y="7969"/>
                    </a:cubicBezTo>
                    <a:cubicBezTo>
                      <a:pt x="759" y="8000"/>
                      <a:pt x="759" y="8031"/>
                      <a:pt x="759" y="8064"/>
                    </a:cubicBezTo>
                    <a:cubicBezTo>
                      <a:pt x="790" y="8064"/>
                      <a:pt x="822" y="8064"/>
                      <a:pt x="854" y="8064"/>
                    </a:cubicBezTo>
                    <a:cubicBezTo>
                      <a:pt x="854" y="8095"/>
                      <a:pt x="854" y="8126"/>
                      <a:pt x="854" y="8158"/>
                    </a:cubicBezTo>
                    <a:cubicBezTo>
                      <a:pt x="885" y="8158"/>
                      <a:pt x="916" y="8158"/>
                      <a:pt x="949" y="8158"/>
                    </a:cubicBezTo>
                    <a:cubicBezTo>
                      <a:pt x="949" y="8190"/>
                      <a:pt x="949" y="8221"/>
                      <a:pt x="949" y="8253"/>
                    </a:cubicBezTo>
                    <a:cubicBezTo>
                      <a:pt x="980" y="8253"/>
                      <a:pt x="1011" y="8253"/>
                      <a:pt x="1044" y="8253"/>
                    </a:cubicBezTo>
                    <a:cubicBezTo>
                      <a:pt x="1044" y="8285"/>
                      <a:pt x="1044" y="8316"/>
                      <a:pt x="1044" y="8348"/>
                    </a:cubicBezTo>
                    <a:cubicBezTo>
                      <a:pt x="1075" y="8348"/>
                      <a:pt x="1106" y="8348"/>
                      <a:pt x="1138" y="8348"/>
                    </a:cubicBezTo>
                    <a:cubicBezTo>
                      <a:pt x="1138" y="8380"/>
                      <a:pt x="1138" y="8411"/>
                      <a:pt x="1138" y="8443"/>
                    </a:cubicBezTo>
                    <a:cubicBezTo>
                      <a:pt x="1201" y="8443"/>
                      <a:pt x="1264" y="8443"/>
                      <a:pt x="1328" y="8443"/>
                    </a:cubicBezTo>
                    <a:cubicBezTo>
                      <a:pt x="1328" y="8474"/>
                      <a:pt x="1328" y="8506"/>
                      <a:pt x="1328" y="8538"/>
                    </a:cubicBezTo>
                    <a:cubicBezTo>
                      <a:pt x="1359" y="8538"/>
                      <a:pt x="1391" y="8538"/>
                      <a:pt x="1423" y="8538"/>
                    </a:cubicBezTo>
                    <a:cubicBezTo>
                      <a:pt x="1423" y="8569"/>
                      <a:pt x="1423" y="8601"/>
                      <a:pt x="1423" y="8633"/>
                    </a:cubicBezTo>
                    <a:cubicBezTo>
                      <a:pt x="1486" y="8633"/>
                      <a:pt x="1548" y="8633"/>
                      <a:pt x="1613" y="8633"/>
                    </a:cubicBezTo>
                    <a:cubicBezTo>
                      <a:pt x="1613" y="8664"/>
                      <a:pt x="1613" y="8695"/>
                      <a:pt x="1613" y="8728"/>
                    </a:cubicBezTo>
                    <a:cubicBezTo>
                      <a:pt x="1675" y="8728"/>
                      <a:pt x="1738" y="8728"/>
                      <a:pt x="1802" y="8728"/>
                    </a:cubicBezTo>
                    <a:cubicBezTo>
                      <a:pt x="1802" y="8759"/>
                      <a:pt x="1802" y="8790"/>
                      <a:pt x="1802" y="8823"/>
                    </a:cubicBezTo>
                    <a:cubicBezTo>
                      <a:pt x="1865" y="8823"/>
                      <a:pt x="1928" y="8823"/>
                      <a:pt x="1992" y="8823"/>
                    </a:cubicBezTo>
                    <a:cubicBezTo>
                      <a:pt x="1992" y="8854"/>
                      <a:pt x="1992" y="8885"/>
                      <a:pt x="1992" y="8917"/>
                    </a:cubicBezTo>
                    <a:cubicBezTo>
                      <a:pt x="2086" y="8917"/>
                      <a:pt x="2180" y="8917"/>
                      <a:pt x="2277" y="8917"/>
                    </a:cubicBezTo>
                    <a:cubicBezTo>
                      <a:pt x="2277" y="8949"/>
                      <a:pt x="2277" y="8980"/>
                      <a:pt x="2277" y="9012"/>
                    </a:cubicBezTo>
                    <a:cubicBezTo>
                      <a:pt x="2339" y="9012"/>
                      <a:pt x="2402" y="9012"/>
                      <a:pt x="2467" y="9012"/>
                    </a:cubicBezTo>
                    <a:cubicBezTo>
                      <a:pt x="2467" y="9044"/>
                      <a:pt x="2467" y="9075"/>
                      <a:pt x="2467" y="9107"/>
                    </a:cubicBezTo>
                    <a:cubicBezTo>
                      <a:pt x="2560" y="9107"/>
                      <a:pt x="2654" y="9107"/>
                      <a:pt x="2751" y="9107"/>
                    </a:cubicBezTo>
                    <a:cubicBezTo>
                      <a:pt x="2751" y="9138"/>
                      <a:pt x="2751" y="9170"/>
                      <a:pt x="2751" y="9202"/>
                    </a:cubicBezTo>
                    <a:cubicBezTo>
                      <a:pt x="2845" y="9202"/>
                      <a:pt x="2939" y="9202"/>
                      <a:pt x="3036" y="9202"/>
                    </a:cubicBezTo>
                    <a:cubicBezTo>
                      <a:pt x="3036" y="9233"/>
                      <a:pt x="3036" y="9265"/>
                      <a:pt x="3036" y="9297"/>
                    </a:cubicBezTo>
                    <a:cubicBezTo>
                      <a:pt x="3161" y="9297"/>
                      <a:pt x="3286" y="9297"/>
                      <a:pt x="3415" y="9297"/>
                    </a:cubicBezTo>
                    <a:cubicBezTo>
                      <a:pt x="3415" y="9328"/>
                      <a:pt x="3415" y="9359"/>
                      <a:pt x="3415" y="9392"/>
                    </a:cubicBezTo>
                    <a:cubicBezTo>
                      <a:pt x="3540" y="9392"/>
                      <a:pt x="3666" y="9392"/>
                      <a:pt x="3795" y="9392"/>
                    </a:cubicBezTo>
                    <a:cubicBezTo>
                      <a:pt x="3795" y="9423"/>
                      <a:pt x="3795" y="9454"/>
                      <a:pt x="3795" y="9487"/>
                    </a:cubicBezTo>
                    <a:cubicBezTo>
                      <a:pt x="3951" y="9487"/>
                      <a:pt x="4108" y="9487"/>
                      <a:pt x="4269" y="9487"/>
                    </a:cubicBezTo>
                    <a:cubicBezTo>
                      <a:pt x="4269" y="9518"/>
                      <a:pt x="4269" y="9549"/>
                      <a:pt x="4269" y="9581"/>
                    </a:cubicBezTo>
                    <a:cubicBezTo>
                      <a:pt x="4426" y="9581"/>
                      <a:pt x="4582" y="9581"/>
                      <a:pt x="4743" y="9581"/>
                    </a:cubicBezTo>
                    <a:cubicBezTo>
                      <a:pt x="4743" y="9613"/>
                      <a:pt x="4743" y="9644"/>
                      <a:pt x="4743" y="9676"/>
                    </a:cubicBezTo>
                    <a:cubicBezTo>
                      <a:pt x="4962" y="9676"/>
                      <a:pt x="5182" y="9676"/>
                      <a:pt x="5407" y="9676"/>
                    </a:cubicBezTo>
                    <a:cubicBezTo>
                      <a:pt x="5407" y="9708"/>
                      <a:pt x="5407" y="9739"/>
                      <a:pt x="5407" y="9771"/>
                    </a:cubicBezTo>
                    <a:cubicBezTo>
                      <a:pt x="5689" y="9771"/>
                      <a:pt x="5971" y="9771"/>
                      <a:pt x="6261" y="9771"/>
                    </a:cubicBezTo>
                    <a:cubicBezTo>
                      <a:pt x="6261" y="9803"/>
                      <a:pt x="6261" y="9834"/>
                      <a:pt x="6261" y="9866"/>
                    </a:cubicBezTo>
                    <a:cubicBezTo>
                      <a:pt x="6793" y="9866"/>
                      <a:pt x="7326" y="9866"/>
                      <a:pt x="7874" y="9866"/>
                    </a:cubicBezTo>
                    <a:cubicBezTo>
                      <a:pt x="7874" y="9897"/>
                      <a:pt x="7874" y="9929"/>
                      <a:pt x="7874" y="9961"/>
                    </a:cubicBezTo>
                    <a:cubicBezTo>
                      <a:pt x="8312" y="9961"/>
                      <a:pt x="8750" y="9961"/>
                      <a:pt x="9202" y="9961"/>
                    </a:cubicBezTo>
                    <a:cubicBezTo>
                      <a:pt x="9202" y="9930"/>
                      <a:pt x="9202" y="9898"/>
                      <a:pt x="9202" y="9866"/>
                    </a:cubicBezTo>
                    <a:cubicBezTo>
                      <a:pt x="9766" y="9866"/>
                      <a:pt x="10329" y="9866"/>
                      <a:pt x="10910" y="9866"/>
                    </a:cubicBezTo>
                    <a:cubicBezTo>
                      <a:pt x="10910" y="9835"/>
                      <a:pt x="10910" y="9803"/>
                      <a:pt x="10910" y="9771"/>
                    </a:cubicBezTo>
                    <a:cubicBezTo>
                      <a:pt x="11160" y="9771"/>
                      <a:pt x="11410" y="9771"/>
                      <a:pt x="11669" y="9771"/>
                    </a:cubicBezTo>
                    <a:cubicBezTo>
                      <a:pt x="11669" y="9740"/>
                      <a:pt x="11669" y="9709"/>
                      <a:pt x="11669" y="9676"/>
                    </a:cubicBezTo>
                    <a:cubicBezTo>
                      <a:pt x="11888" y="9676"/>
                      <a:pt x="12107" y="9676"/>
                      <a:pt x="12333" y="9676"/>
                    </a:cubicBezTo>
                    <a:cubicBezTo>
                      <a:pt x="12333" y="9645"/>
                      <a:pt x="12333" y="9614"/>
                      <a:pt x="12333" y="9581"/>
                    </a:cubicBezTo>
                    <a:cubicBezTo>
                      <a:pt x="12489" y="9581"/>
                      <a:pt x="12646" y="9581"/>
                      <a:pt x="12807" y="9581"/>
                    </a:cubicBezTo>
                    <a:cubicBezTo>
                      <a:pt x="12807" y="9550"/>
                      <a:pt x="12807" y="9519"/>
                      <a:pt x="12807" y="9487"/>
                    </a:cubicBezTo>
                    <a:cubicBezTo>
                      <a:pt x="12963" y="9487"/>
                      <a:pt x="13120" y="9487"/>
                      <a:pt x="13281" y="9487"/>
                    </a:cubicBezTo>
                    <a:cubicBezTo>
                      <a:pt x="13281" y="9455"/>
                      <a:pt x="13281" y="9424"/>
                      <a:pt x="13281" y="9392"/>
                    </a:cubicBezTo>
                    <a:cubicBezTo>
                      <a:pt x="13406" y="9392"/>
                      <a:pt x="13532" y="9392"/>
                      <a:pt x="13661" y="9392"/>
                    </a:cubicBezTo>
                    <a:cubicBezTo>
                      <a:pt x="13661" y="9360"/>
                      <a:pt x="13661" y="9329"/>
                      <a:pt x="13661" y="9297"/>
                    </a:cubicBezTo>
                    <a:cubicBezTo>
                      <a:pt x="13755" y="9297"/>
                      <a:pt x="13849" y="9297"/>
                      <a:pt x="13945" y="9297"/>
                    </a:cubicBezTo>
                    <a:cubicBezTo>
                      <a:pt x="13945" y="9266"/>
                      <a:pt x="13945" y="9234"/>
                      <a:pt x="13945" y="9202"/>
                    </a:cubicBezTo>
                    <a:cubicBezTo>
                      <a:pt x="14071" y="9202"/>
                      <a:pt x="14196" y="9202"/>
                      <a:pt x="14325" y="9202"/>
                    </a:cubicBezTo>
                    <a:cubicBezTo>
                      <a:pt x="14325" y="9171"/>
                      <a:pt x="14325" y="9139"/>
                      <a:pt x="14325" y="9107"/>
                    </a:cubicBezTo>
                    <a:cubicBezTo>
                      <a:pt x="14387" y="9107"/>
                      <a:pt x="14450" y="9107"/>
                      <a:pt x="14515" y="9107"/>
                    </a:cubicBezTo>
                    <a:cubicBezTo>
                      <a:pt x="14515" y="9076"/>
                      <a:pt x="14515" y="9045"/>
                      <a:pt x="14515" y="9012"/>
                    </a:cubicBezTo>
                    <a:cubicBezTo>
                      <a:pt x="14608" y="9012"/>
                      <a:pt x="14702" y="9012"/>
                      <a:pt x="14799" y="9012"/>
                    </a:cubicBezTo>
                    <a:cubicBezTo>
                      <a:pt x="14799" y="8981"/>
                      <a:pt x="14799" y="8950"/>
                      <a:pt x="14799" y="8917"/>
                    </a:cubicBezTo>
                    <a:cubicBezTo>
                      <a:pt x="14862" y="8917"/>
                      <a:pt x="14924" y="8917"/>
                      <a:pt x="14989" y="8917"/>
                    </a:cubicBezTo>
                    <a:cubicBezTo>
                      <a:pt x="14989" y="8886"/>
                      <a:pt x="14989" y="8855"/>
                      <a:pt x="14989" y="8823"/>
                    </a:cubicBezTo>
                    <a:cubicBezTo>
                      <a:pt x="15083" y="8823"/>
                      <a:pt x="15177" y="8823"/>
                      <a:pt x="15273" y="8823"/>
                    </a:cubicBezTo>
                    <a:cubicBezTo>
                      <a:pt x="15273" y="8791"/>
                      <a:pt x="15273" y="8760"/>
                      <a:pt x="15273" y="8728"/>
                    </a:cubicBezTo>
                    <a:cubicBezTo>
                      <a:pt x="15336" y="8728"/>
                      <a:pt x="15399" y="8728"/>
                      <a:pt x="15463" y="8728"/>
                    </a:cubicBezTo>
                    <a:cubicBezTo>
                      <a:pt x="15463" y="8696"/>
                      <a:pt x="15463" y="8665"/>
                      <a:pt x="15463" y="8633"/>
                    </a:cubicBezTo>
                    <a:cubicBezTo>
                      <a:pt x="15494" y="8633"/>
                      <a:pt x="15526" y="8633"/>
                      <a:pt x="15558" y="8633"/>
                    </a:cubicBezTo>
                    <a:cubicBezTo>
                      <a:pt x="15558" y="8602"/>
                      <a:pt x="15558" y="8570"/>
                      <a:pt x="15558" y="8538"/>
                    </a:cubicBezTo>
                    <a:cubicBezTo>
                      <a:pt x="15621" y="8538"/>
                      <a:pt x="15683" y="8538"/>
                      <a:pt x="15748" y="8538"/>
                    </a:cubicBezTo>
                    <a:cubicBezTo>
                      <a:pt x="15748" y="8507"/>
                      <a:pt x="15748" y="8475"/>
                      <a:pt x="15748" y="8443"/>
                    </a:cubicBezTo>
                    <a:cubicBezTo>
                      <a:pt x="15779" y="8443"/>
                      <a:pt x="15810" y="8443"/>
                      <a:pt x="15843" y="8443"/>
                    </a:cubicBezTo>
                    <a:cubicBezTo>
                      <a:pt x="15843" y="8412"/>
                      <a:pt x="15843" y="8380"/>
                      <a:pt x="15843" y="8348"/>
                    </a:cubicBezTo>
                    <a:cubicBezTo>
                      <a:pt x="15905" y="8348"/>
                      <a:pt x="15968" y="8348"/>
                      <a:pt x="16032" y="8348"/>
                    </a:cubicBezTo>
                    <a:cubicBezTo>
                      <a:pt x="16032" y="8317"/>
                      <a:pt x="16032" y="8286"/>
                      <a:pt x="16032" y="8253"/>
                    </a:cubicBezTo>
                    <a:cubicBezTo>
                      <a:pt x="16064" y="8253"/>
                      <a:pt x="16095" y="8253"/>
                      <a:pt x="16127" y="8253"/>
                    </a:cubicBezTo>
                    <a:cubicBezTo>
                      <a:pt x="16127" y="8222"/>
                      <a:pt x="16127" y="8191"/>
                      <a:pt x="16127" y="8158"/>
                    </a:cubicBezTo>
                    <a:cubicBezTo>
                      <a:pt x="16159" y="8158"/>
                      <a:pt x="16190" y="8158"/>
                      <a:pt x="16222" y="8158"/>
                    </a:cubicBezTo>
                    <a:cubicBezTo>
                      <a:pt x="16222" y="8127"/>
                      <a:pt x="16222" y="8096"/>
                      <a:pt x="16222" y="8064"/>
                    </a:cubicBezTo>
                    <a:cubicBezTo>
                      <a:pt x="16253" y="8064"/>
                      <a:pt x="16285" y="8064"/>
                      <a:pt x="16317" y="8064"/>
                    </a:cubicBezTo>
                    <a:cubicBezTo>
                      <a:pt x="16317" y="8001"/>
                      <a:pt x="16317" y="7938"/>
                      <a:pt x="16317" y="7874"/>
                    </a:cubicBezTo>
                    <a:cubicBezTo>
                      <a:pt x="16348" y="7874"/>
                      <a:pt x="16380" y="7874"/>
                      <a:pt x="16412" y="7874"/>
                    </a:cubicBezTo>
                    <a:cubicBezTo>
                      <a:pt x="16412" y="7843"/>
                      <a:pt x="16412" y="7811"/>
                      <a:pt x="16412" y="7779"/>
                    </a:cubicBezTo>
                    <a:cubicBezTo>
                      <a:pt x="16443" y="7779"/>
                      <a:pt x="16474" y="7779"/>
                      <a:pt x="16507" y="7779"/>
                    </a:cubicBezTo>
                    <a:cubicBezTo>
                      <a:pt x="16507" y="6558"/>
                      <a:pt x="16507" y="5337"/>
                      <a:pt x="16507" y="4079"/>
                    </a:cubicBezTo>
                    <a:cubicBezTo>
                      <a:pt x="16475" y="4079"/>
                      <a:pt x="16444" y="4079"/>
                      <a:pt x="16412" y="4079"/>
                    </a:cubicBezTo>
                    <a:cubicBezTo>
                      <a:pt x="16412" y="4048"/>
                      <a:pt x="16412" y="4017"/>
                      <a:pt x="16412" y="3984"/>
                    </a:cubicBezTo>
                    <a:cubicBezTo>
                      <a:pt x="16380" y="3998"/>
                      <a:pt x="16348" y="4012"/>
                      <a:pt x="16317" y="4026"/>
                    </a:cubicBezTo>
                    <a:cubicBezTo>
                      <a:pt x="16299" y="4034"/>
                      <a:pt x="16282" y="4041"/>
                      <a:pt x="16264" y="4049"/>
                    </a:cubicBezTo>
                    <a:cubicBezTo>
                      <a:pt x="16250" y="4059"/>
                      <a:pt x="16236" y="4069"/>
                      <a:pt x="16222" y="4079"/>
                    </a:cubicBezTo>
                    <a:cubicBezTo>
                      <a:pt x="16222" y="4111"/>
                      <a:pt x="16222" y="4142"/>
                      <a:pt x="16222" y="4174"/>
                    </a:cubicBezTo>
                    <a:cubicBezTo>
                      <a:pt x="16159" y="4174"/>
                      <a:pt x="16097" y="4174"/>
                      <a:pt x="16032" y="4174"/>
                    </a:cubicBezTo>
                    <a:cubicBezTo>
                      <a:pt x="16032" y="4205"/>
                      <a:pt x="16032" y="4237"/>
                      <a:pt x="16032" y="4269"/>
                    </a:cubicBezTo>
                    <a:cubicBezTo>
                      <a:pt x="15970" y="4269"/>
                      <a:pt x="15907" y="4269"/>
                      <a:pt x="15843" y="4269"/>
                    </a:cubicBezTo>
                    <a:cubicBezTo>
                      <a:pt x="15843" y="4300"/>
                      <a:pt x="15843" y="4332"/>
                      <a:pt x="15843" y="4364"/>
                    </a:cubicBezTo>
                    <a:cubicBezTo>
                      <a:pt x="15811" y="4364"/>
                      <a:pt x="15780" y="4364"/>
                      <a:pt x="15748" y="4364"/>
                    </a:cubicBezTo>
                    <a:cubicBezTo>
                      <a:pt x="15748" y="4395"/>
                      <a:pt x="15748" y="4426"/>
                      <a:pt x="15748" y="4459"/>
                    </a:cubicBezTo>
                    <a:cubicBezTo>
                      <a:pt x="15654" y="4459"/>
                      <a:pt x="15560" y="4459"/>
                      <a:pt x="15463" y="4459"/>
                    </a:cubicBezTo>
                    <a:cubicBezTo>
                      <a:pt x="15463" y="4490"/>
                      <a:pt x="15463" y="4521"/>
                      <a:pt x="15463" y="4554"/>
                    </a:cubicBezTo>
                    <a:cubicBezTo>
                      <a:pt x="15401" y="4554"/>
                      <a:pt x="15338" y="4554"/>
                      <a:pt x="15273" y="4554"/>
                    </a:cubicBezTo>
                    <a:cubicBezTo>
                      <a:pt x="15273" y="4585"/>
                      <a:pt x="15273" y="4616"/>
                      <a:pt x="15273" y="4648"/>
                    </a:cubicBezTo>
                    <a:cubicBezTo>
                      <a:pt x="15211" y="4648"/>
                      <a:pt x="15148" y="4648"/>
                      <a:pt x="15084" y="4648"/>
                    </a:cubicBezTo>
                    <a:cubicBezTo>
                      <a:pt x="15084" y="4680"/>
                      <a:pt x="15084" y="4711"/>
                      <a:pt x="15084" y="4743"/>
                    </a:cubicBezTo>
                    <a:cubicBezTo>
                      <a:pt x="14990" y="4743"/>
                      <a:pt x="14896" y="4743"/>
                      <a:pt x="14799" y="4743"/>
                    </a:cubicBezTo>
                    <a:cubicBezTo>
                      <a:pt x="14799" y="4775"/>
                      <a:pt x="14799" y="4806"/>
                      <a:pt x="14799" y="4838"/>
                    </a:cubicBezTo>
                    <a:cubicBezTo>
                      <a:pt x="14705" y="4838"/>
                      <a:pt x="14611" y="4838"/>
                      <a:pt x="14515" y="4838"/>
                    </a:cubicBezTo>
                    <a:cubicBezTo>
                      <a:pt x="14515" y="4869"/>
                      <a:pt x="14515" y="4901"/>
                      <a:pt x="14515" y="4933"/>
                    </a:cubicBezTo>
                    <a:cubicBezTo>
                      <a:pt x="14421" y="4933"/>
                      <a:pt x="14327" y="4933"/>
                      <a:pt x="14230" y="4933"/>
                    </a:cubicBezTo>
                    <a:cubicBezTo>
                      <a:pt x="14230" y="4964"/>
                      <a:pt x="14230" y="4996"/>
                      <a:pt x="14230" y="5028"/>
                    </a:cubicBezTo>
                    <a:cubicBezTo>
                      <a:pt x="14105" y="5028"/>
                      <a:pt x="13979" y="5028"/>
                      <a:pt x="13850" y="5028"/>
                    </a:cubicBezTo>
                    <a:cubicBezTo>
                      <a:pt x="13850" y="5059"/>
                      <a:pt x="13850" y="5091"/>
                      <a:pt x="13850" y="5123"/>
                    </a:cubicBezTo>
                    <a:cubicBezTo>
                      <a:pt x="13725" y="5123"/>
                      <a:pt x="13600" y="5123"/>
                      <a:pt x="13471" y="5123"/>
                    </a:cubicBezTo>
                    <a:cubicBezTo>
                      <a:pt x="13471" y="5154"/>
                      <a:pt x="13471" y="5185"/>
                      <a:pt x="13471" y="5218"/>
                    </a:cubicBezTo>
                    <a:cubicBezTo>
                      <a:pt x="13314" y="5218"/>
                      <a:pt x="13158" y="5218"/>
                      <a:pt x="12997" y="5218"/>
                    </a:cubicBezTo>
                    <a:cubicBezTo>
                      <a:pt x="12997" y="5249"/>
                      <a:pt x="12997" y="5280"/>
                      <a:pt x="12997" y="5312"/>
                    </a:cubicBezTo>
                    <a:cubicBezTo>
                      <a:pt x="12840" y="5312"/>
                      <a:pt x="12684" y="5312"/>
                      <a:pt x="12522" y="5312"/>
                    </a:cubicBezTo>
                    <a:cubicBezTo>
                      <a:pt x="12522" y="5344"/>
                      <a:pt x="12522" y="5375"/>
                      <a:pt x="12522" y="5407"/>
                    </a:cubicBezTo>
                    <a:cubicBezTo>
                      <a:pt x="12334" y="5407"/>
                      <a:pt x="12147" y="5407"/>
                      <a:pt x="11953" y="5407"/>
                    </a:cubicBezTo>
                    <a:cubicBezTo>
                      <a:pt x="11953" y="5439"/>
                      <a:pt x="11953" y="5470"/>
                      <a:pt x="11953" y="5502"/>
                    </a:cubicBezTo>
                    <a:cubicBezTo>
                      <a:pt x="11640" y="5502"/>
                      <a:pt x="11327" y="5502"/>
                      <a:pt x="11004" y="5502"/>
                    </a:cubicBezTo>
                    <a:cubicBezTo>
                      <a:pt x="11004" y="5534"/>
                      <a:pt x="11004" y="5565"/>
                      <a:pt x="11004" y="5597"/>
                    </a:cubicBezTo>
                    <a:cubicBezTo>
                      <a:pt x="10535" y="5597"/>
                      <a:pt x="10065" y="5597"/>
                      <a:pt x="9581" y="5597"/>
                    </a:cubicBezTo>
                    <a:cubicBezTo>
                      <a:pt x="9581" y="5628"/>
                      <a:pt x="9581" y="5660"/>
                      <a:pt x="9581" y="5692"/>
                    </a:cubicBezTo>
                    <a:cubicBezTo>
                      <a:pt x="8924" y="5692"/>
                      <a:pt x="8267" y="5692"/>
                      <a:pt x="7589" y="5692"/>
                    </a:cubicBezTo>
                    <a:cubicBezTo>
                      <a:pt x="7589" y="5661"/>
                      <a:pt x="7589" y="5629"/>
                      <a:pt x="7589" y="5597"/>
                    </a:cubicBezTo>
                    <a:cubicBezTo>
                      <a:pt x="7088" y="5597"/>
                      <a:pt x="6587" y="5597"/>
                      <a:pt x="6071" y="5597"/>
                    </a:cubicBezTo>
                    <a:cubicBezTo>
                      <a:pt x="6071" y="5566"/>
                      <a:pt x="6071" y="5534"/>
                      <a:pt x="6071" y="5502"/>
                    </a:cubicBezTo>
                    <a:cubicBezTo>
                      <a:pt x="5790" y="5502"/>
                      <a:pt x="5508" y="5502"/>
                      <a:pt x="5218" y="5502"/>
                    </a:cubicBezTo>
                    <a:cubicBezTo>
                      <a:pt x="5218" y="5471"/>
                      <a:pt x="5218" y="5440"/>
                      <a:pt x="5218" y="5407"/>
                    </a:cubicBezTo>
                    <a:cubicBezTo>
                      <a:pt x="4998" y="5407"/>
                      <a:pt x="4779" y="5407"/>
                      <a:pt x="4554" y="5407"/>
                    </a:cubicBezTo>
                    <a:cubicBezTo>
                      <a:pt x="4554" y="5376"/>
                      <a:pt x="4554" y="5345"/>
                      <a:pt x="4554" y="5312"/>
                    </a:cubicBezTo>
                    <a:cubicBezTo>
                      <a:pt x="4397" y="5312"/>
                      <a:pt x="4241" y="5312"/>
                      <a:pt x="4079" y="5312"/>
                    </a:cubicBezTo>
                    <a:cubicBezTo>
                      <a:pt x="4079" y="5281"/>
                      <a:pt x="4079" y="5250"/>
                      <a:pt x="4079" y="5218"/>
                    </a:cubicBezTo>
                    <a:cubicBezTo>
                      <a:pt x="3923" y="5218"/>
                      <a:pt x="3766" y="5218"/>
                      <a:pt x="3605" y="5218"/>
                    </a:cubicBezTo>
                    <a:cubicBezTo>
                      <a:pt x="3605" y="5186"/>
                      <a:pt x="3605" y="5155"/>
                      <a:pt x="3605" y="5123"/>
                    </a:cubicBezTo>
                    <a:cubicBezTo>
                      <a:pt x="3480" y="5123"/>
                      <a:pt x="3354" y="5123"/>
                      <a:pt x="3225" y="5123"/>
                    </a:cubicBezTo>
                    <a:cubicBezTo>
                      <a:pt x="3225" y="5091"/>
                      <a:pt x="3225" y="5060"/>
                      <a:pt x="3225" y="5028"/>
                    </a:cubicBezTo>
                    <a:cubicBezTo>
                      <a:pt x="3132" y="5028"/>
                      <a:pt x="3038" y="5028"/>
                      <a:pt x="2941" y="5028"/>
                    </a:cubicBezTo>
                    <a:cubicBezTo>
                      <a:pt x="2941" y="4997"/>
                      <a:pt x="2941" y="4965"/>
                      <a:pt x="2941" y="4933"/>
                    </a:cubicBezTo>
                    <a:cubicBezTo>
                      <a:pt x="2816" y="4933"/>
                      <a:pt x="2690" y="4933"/>
                      <a:pt x="2561" y="4933"/>
                    </a:cubicBezTo>
                    <a:cubicBezTo>
                      <a:pt x="2561" y="4902"/>
                      <a:pt x="2561" y="4870"/>
                      <a:pt x="2561" y="4838"/>
                    </a:cubicBezTo>
                    <a:cubicBezTo>
                      <a:pt x="2467" y="4838"/>
                      <a:pt x="2374" y="4838"/>
                      <a:pt x="2277" y="4838"/>
                    </a:cubicBezTo>
                    <a:cubicBezTo>
                      <a:pt x="2277" y="4807"/>
                      <a:pt x="2277" y="4776"/>
                      <a:pt x="2277" y="4743"/>
                    </a:cubicBezTo>
                    <a:cubicBezTo>
                      <a:pt x="2183" y="4743"/>
                      <a:pt x="2089" y="4743"/>
                      <a:pt x="1992" y="4743"/>
                    </a:cubicBezTo>
                    <a:cubicBezTo>
                      <a:pt x="1992" y="4712"/>
                      <a:pt x="1992" y="4681"/>
                      <a:pt x="1992" y="4648"/>
                    </a:cubicBezTo>
                    <a:cubicBezTo>
                      <a:pt x="1930" y="4648"/>
                      <a:pt x="1867" y="4648"/>
                      <a:pt x="1802" y="4648"/>
                    </a:cubicBezTo>
                    <a:cubicBezTo>
                      <a:pt x="1802" y="4617"/>
                      <a:pt x="1802" y="4586"/>
                      <a:pt x="1802" y="4554"/>
                    </a:cubicBezTo>
                    <a:cubicBezTo>
                      <a:pt x="1740" y="4554"/>
                      <a:pt x="1677" y="4554"/>
                      <a:pt x="1613" y="4554"/>
                    </a:cubicBezTo>
                    <a:cubicBezTo>
                      <a:pt x="1613" y="4522"/>
                      <a:pt x="1613" y="4491"/>
                      <a:pt x="1613" y="4459"/>
                    </a:cubicBezTo>
                    <a:cubicBezTo>
                      <a:pt x="1550" y="4459"/>
                      <a:pt x="1487" y="4459"/>
                      <a:pt x="1423" y="4459"/>
                    </a:cubicBezTo>
                    <a:cubicBezTo>
                      <a:pt x="1423" y="4427"/>
                      <a:pt x="1423" y="4396"/>
                      <a:pt x="1423" y="4364"/>
                    </a:cubicBezTo>
                    <a:cubicBezTo>
                      <a:pt x="1360" y="4364"/>
                      <a:pt x="1298" y="4364"/>
                      <a:pt x="1233" y="4364"/>
                    </a:cubicBezTo>
                    <a:cubicBezTo>
                      <a:pt x="1233" y="4333"/>
                      <a:pt x="1233" y="4301"/>
                      <a:pt x="1233" y="4269"/>
                    </a:cubicBezTo>
                    <a:cubicBezTo>
                      <a:pt x="1171" y="4269"/>
                      <a:pt x="1108" y="4269"/>
                      <a:pt x="1044" y="4269"/>
                    </a:cubicBezTo>
                    <a:cubicBezTo>
                      <a:pt x="1044" y="4238"/>
                      <a:pt x="1044" y="4206"/>
                      <a:pt x="1044" y="4174"/>
                    </a:cubicBezTo>
                    <a:cubicBezTo>
                      <a:pt x="981" y="4174"/>
                      <a:pt x="918" y="4174"/>
                      <a:pt x="854" y="4174"/>
                    </a:cubicBezTo>
                    <a:cubicBezTo>
                      <a:pt x="854" y="4143"/>
                      <a:pt x="854" y="4111"/>
                      <a:pt x="854" y="4079"/>
                    </a:cubicBezTo>
                    <a:cubicBezTo>
                      <a:pt x="822" y="4079"/>
                      <a:pt x="791" y="4079"/>
                      <a:pt x="759" y="4079"/>
                    </a:cubicBezTo>
                    <a:cubicBezTo>
                      <a:pt x="759" y="4048"/>
                      <a:pt x="759" y="4017"/>
                      <a:pt x="759" y="3984"/>
                    </a:cubicBezTo>
                    <a:cubicBezTo>
                      <a:pt x="665" y="3984"/>
                      <a:pt x="571" y="3984"/>
                      <a:pt x="474" y="3984"/>
                    </a:cubicBezTo>
                    <a:close/>
                    <a:moveTo>
                      <a:pt x="569" y="8633"/>
                    </a:moveTo>
                    <a:cubicBezTo>
                      <a:pt x="569" y="8664"/>
                      <a:pt x="569" y="8695"/>
                      <a:pt x="569" y="8728"/>
                    </a:cubicBezTo>
                    <a:cubicBezTo>
                      <a:pt x="538" y="8728"/>
                      <a:pt x="507" y="8728"/>
                      <a:pt x="474" y="8728"/>
                    </a:cubicBezTo>
                    <a:cubicBezTo>
                      <a:pt x="474" y="9949"/>
                      <a:pt x="474" y="11170"/>
                      <a:pt x="474" y="12427"/>
                    </a:cubicBezTo>
                    <a:cubicBezTo>
                      <a:pt x="506" y="12427"/>
                      <a:pt x="537" y="12427"/>
                      <a:pt x="569" y="12427"/>
                    </a:cubicBezTo>
                    <a:cubicBezTo>
                      <a:pt x="569" y="12521"/>
                      <a:pt x="569" y="12615"/>
                      <a:pt x="569" y="12712"/>
                    </a:cubicBezTo>
                    <a:cubicBezTo>
                      <a:pt x="601" y="12712"/>
                      <a:pt x="632" y="12712"/>
                      <a:pt x="664" y="12712"/>
                    </a:cubicBezTo>
                    <a:cubicBezTo>
                      <a:pt x="664" y="12743"/>
                      <a:pt x="664" y="12775"/>
                      <a:pt x="664" y="12807"/>
                    </a:cubicBezTo>
                    <a:cubicBezTo>
                      <a:pt x="695" y="12807"/>
                      <a:pt x="727" y="12807"/>
                      <a:pt x="759" y="12807"/>
                    </a:cubicBezTo>
                    <a:cubicBezTo>
                      <a:pt x="759" y="12870"/>
                      <a:pt x="759" y="12932"/>
                      <a:pt x="759" y="12997"/>
                    </a:cubicBezTo>
                    <a:cubicBezTo>
                      <a:pt x="790" y="12997"/>
                      <a:pt x="822" y="12997"/>
                      <a:pt x="854" y="12997"/>
                    </a:cubicBezTo>
                    <a:cubicBezTo>
                      <a:pt x="854" y="13028"/>
                      <a:pt x="854" y="13059"/>
                      <a:pt x="854" y="13092"/>
                    </a:cubicBezTo>
                    <a:cubicBezTo>
                      <a:pt x="885" y="13092"/>
                      <a:pt x="916" y="13092"/>
                      <a:pt x="949" y="13092"/>
                    </a:cubicBezTo>
                    <a:cubicBezTo>
                      <a:pt x="949" y="13123"/>
                      <a:pt x="949" y="13154"/>
                      <a:pt x="949" y="13186"/>
                    </a:cubicBezTo>
                    <a:cubicBezTo>
                      <a:pt x="1011" y="13186"/>
                      <a:pt x="1074" y="13186"/>
                      <a:pt x="1138" y="13186"/>
                    </a:cubicBezTo>
                    <a:cubicBezTo>
                      <a:pt x="1138" y="13218"/>
                      <a:pt x="1138" y="13249"/>
                      <a:pt x="1138" y="13281"/>
                    </a:cubicBezTo>
                    <a:cubicBezTo>
                      <a:pt x="1170" y="13281"/>
                      <a:pt x="1201" y="13281"/>
                      <a:pt x="1233" y="13281"/>
                    </a:cubicBezTo>
                    <a:cubicBezTo>
                      <a:pt x="1233" y="13313"/>
                      <a:pt x="1233" y="13344"/>
                      <a:pt x="1233" y="13376"/>
                    </a:cubicBezTo>
                    <a:cubicBezTo>
                      <a:pt x="1296" y="13376"/>
                      <a:pt x="1358" y="13376"/>
                      <a:pt x="1423" y="13376"/>
                    </a:cubicBezTo>
                    <a:cubicBezTo>
                      <a:pt x="1423" y="13407"/>
                      <a:pt x="1423" y="13439"/>
                      <a:pt x="1423" y="13471"/>
                    </a:cubicBezTo>
                    <a:cubicBezTo>
                      <a:pt x="1454" y="13471"/>
                      <a:pt x="1486" y="13471"/>
                      <a:pt x="1518" y="13471"/>
                    </a:cubicBezTo>
                    <a:cubicBezTo>
                      <a:pt x="1518" y="13502"/>
                      <a:pt x="1518" y="13534"/>
                      <a:pt x="1518" y="13566"/>
                    </a:cubicBezTo>
                    <a:cubicBezTo>
                      <a:pt x="1580" y="13566"/>
                      <a:pt x="1643" y="13566"/>
                      <a:pt x="1708" y="13566"/>
                    </a:cubicBezTo>
                    <a:cubicBezTo>
                      <a:pt x="1708" y="13597"/>
                      <a:pt x="1708" y="13628"/>
                      <a:pt x="1708" y="13661"/>
                    </a:cubicBezTo>
                    <a:cubicBezTo>
                      <a:pt x="1770" y="13661"/>
                      <a:pt x="1833" y="13661"/>
                      <a:pt x="1897" y="13661"/>
                    </a:cubicBezTo>
                    <a:cubicBezTo>
                      <a:pt x="1897" y="13692"/>
                      <a:pt x="1897" y="13723"/>
                      <a:pt x="1897" y="13756"/>
                    </a:cubicBezTo>
                    <a:cubicBezTo>
                      <a:pt x="1960" y="13756"/>
                      <a:pt x="2023" y="13756"/>
                      <a:pt x="2087" y="13756"/>
                    </a:cubicBezTo>
                    <a:cubicBezTo>
                      <a:pt x="2087" y="13787"/>
                      <a:pt x="2087" y="13818"/>
                      <a:pt x="2087" y="13850"/>
                    </a:cubicBezTo>
                    <a:cubicBezTo>
                      <a:pt x="2181" y="13850"/>
                      <a:pt x="2275" y="13850"/>
                      <a:pt x="2372" y="13850"/>
                    </a:cubicBezTo>
                    <a:cubicBezTo>
                      <a:pt x="2372" y="13882"/>
                      <a:pt x="2372" y="13913"/>
                      <a:pt x="2372" y="13945"/>
                    </a:cubicBezTo>
                    <a:cubicBezTo>
                      <a:pt x="2466" y="13945"/>
                      <a:pt x="2559" y="13945"/>
                      <a:pt x="2656" y="13945"/>
                    </a:cubicBezTo>
                    <a:cubicBezTo>
                      <a:pt x="2656" y="13977"/>
                      <a:pt x="2656" y="14008"/>
                      <a:pt x="2656" y="14040"/>
                    </a:cubicBezTo>
                    <a:cubicBezTo>
                      <a:pt x="2750" y="14040"/>
                      <a:pt x="2844" y="14040"/>
                      <a:pt x="2941" y="14040"/>
                    </a:cubicBezTo>
                    <a:cubicBezTo>
                      <a:pt x="2941" y="14071"/>
                      <a:pt x="2941" y="14103"/>
                      <a:pt x="2941" y="14135"/>
                    </a:cubicBezTo>
                    <a:cubicBezTo>
                      <a:pt x="3035" y="14135"/>
                      <a:pt x="3129" y="14135"/>
                      <a:pt x="3225" y="14135"/>
                    </a:cubicBezTo>
                    <a:cubicBezTo>
                      <a:pt x="3225" y="14166"/>
                      <a:pt x="3225" y="14198"/>
                      <a:pt x="3225" y="14230"/>
                    </a:cubicBezTo>
                    <a:cubicBezTo>
                      <a:pt x="3351" y="14230"/>
                      <a:pt x="3476" y="14230"/>
                      <a:pt x="3605" y="14230"/>
                    </a:cubicBezTo>
                    <a:cubicBezTo>
                      <a:pt x="3605" y="14261"/>
                      <a:pt x="3605" y="14293"/>
                      <a:pt x="3605" y="14325"/>
                    </a:cubicBezTo>
                    <a:cubicBezTo>
                      <a:pt x="3761" y="14325"/>
                      <a:pt x="3918" y="14325"/>
                      <a:pt x="4079" y="14325"/>
                    </a:cubicBezTo>
                    <a:cubicBezTo>
                      <a:pt x="4079" y="14356"/>
                      <a:pt x="4079" y="14387"/>
                      <a:pt x="4079" y="14420"/>
                    </a:cubicBezTo>
                    <a:cubicBezTo>
                      <a:pt x="4204" y="14420"/>
                      <a:pt x="4330" y="14420"/>
                      <a:pt x="4459" y="14420"/>
                    </a:cubicBezTo>
                    <a:cubicBezTo>
                      <a:pt x="4459" y="14451"/>
                      <a:pt x="4459" y="14482"/>
                      <a:pt x="4459" y="14515"/>
                    </a:cubicBezTo>
                    <a:cubicBezTo>
                      <a:pt x="4647" y="14515"/>
                      <a:pt x="4834" y="14515"/>
                      <a:pt x="5028" y="14515"/>
                    </a:cubicBezTo>
                    <a:cubicBezTo>
                      <a:pt x="5028" y="14546"/>
                      <a:pt x="5028" y="14577"/>
                      <a:pt x="5028" y="14609"/>
                    </a:cubicBezTo>
                    <a:cubicBezTo>
                      <a:pt x="5278" y="14609"/>
                      <a:pt x="5529" y="14609"/>
                      <a:pt x="5787" y="14609"/>
                    </a:cubicBezTo>
                    <a:cubicBezTo>
                      <a:pt x="5787" y="14641"/>
                      <a:pt x="5787" y="14672"/>
                      <a:pt x="5787" y="14704"/>
                    </a:cubicBezTo>
                    <a:cubicBezTo>
                      <a:pt x="6100" y="14704"/>
                      <a:pt x="6413" y="14704"/>
                      <a:pt x="6735" y="14704"/>
                    </a:cubicBezTo>
                    <a:cubicBezTo>
                      <a:pt x="6735" y="14736"/>
                      <a:pt x="6735" y="14767"/>
                      <a:pt x="6735" y="14799"/>
                    </a:cubicBezTo>
                    <a:cubicBezTo>
                      <a:pt x="7925" y="14799"/>
                      <a:pt x="9115" y="14799"/>
                      <a:pt x="10340" y="14799"/>
                    </a:cubicBezTo>
                    <a:cubicBezTo>
                      <a:pt x="10340" y="14768"/>
                      <a:pt x="10340" y="14736"/>
                      <a:pt x="10340" y="14704"/>
                    </a:cubicBezTo>
                    <a:cubicBezTo>
                      <a:pt x="10685" y="14704"/>
                      <a:pt x="11029" y="14704"/>
                      <a:pt x="11384" y="14704"/>
                    </a:cubicBezTo>
                    <a:cubicBezTo>
                      <a:pt x="11384" y="14673"/>
                      <a:pt x="11384" y="14642"/>
                      <a:pt x="11384" y="14609"/>
                    </a:cubicBezTo>
                    <a:cubicBezTo>
                      <a:pt x="11603" y="14609"/>
                      <a:pt x="11822" y="14609"/>
                      <a:pt x="12048" y="14609"/>
                    </a:cubicBezTo>
                    <a:cubicBezTo>
                      <a:pt x="12048" y="14578"/>
                      <a:pt x="12048" y="14547"/>
                      <a:pt x="12048" y="14515"/>
                    </a:cubicBezTo>
                    <a:cubicBezTo>
                      <a:pt x="12236" y="14515"/>
                      <a:pt x="12424" y="14515"/>
                      <a:pt x="12617" y="14515"/>
                    </a:cubicBezTo>
                    <a:cubicBezTo>
                      <a:pt x="12617" y="14483"/>
                      <a:pt x="12617" y="14452"/>
                      <a:pt x="12617" y="14420"/>
                    </a:cubicBezTo>
                    <a:cubicBezTo>
                      <a:pt x="12774" y="14420"/>
                      <a:pt x="12930" y="14420"/>
                      <a:pt x="13092" y="14420"/>
                    </a:cubicBezTo>
                    <a:cubicBezTo>
                      <a:pt x="13092" y="14388"/>
                      <a:pt x="13092" y="14357"/>
                      <a:pt x="13092" y="14325"/>
                    </a:cubicBezTo>
                    <a:cubicBezTo>
                      <a:pt x="13217" y="14325"/>
                      <a:pt x="13342" y="14325"/>
                      <a:pt x="13471" y="14325"/>
                    </a:cubicBezTo>
                    <a:cubicBezTo>
                      <a:pt x="13471" y="14293"/>
                      <a:pt x="13471" y="14262"/>
                      <a:pt x="13471" y="14230"/>
                    </a:cubicBezTo>
                    <a:cubicBezTo>
                      <a:pt x="13596" y="14230"/>
                      <a:pt x="13721" y="14230"/>
                      <a:pt x="13850" y="14230"/>
                    </a:cubicBezTo>
                    <a:cubicBezTo>
                      <a:pt x="13850" y="14199"/>
                      <a:pt x="13850" y="14167"/>
                      <a:pt x="13850" y="14135"/>
                    </a:cubicBezTo>
                    <a:cubicBezTo>
                      <a:pt x="13944" y="14135"/>
                      <a:pt x="14038" y="14135"/>
                      <a:pt x="14135" y="14135"/>
                    </a:cubicBezTo>
                    <a:cubicBezTo>
                      <a:pt x="14135" y="14104"/>
                      <a:pt x="14135" y="14072"/>
                      <a:pt x="14135" y="14040"/>
                    </a:cubicBezTo>
                    <a:cubicBezTo>
                      <a:pt x="14229" y="14040"/>
                      <a:pt x="14323" y="14040"/>
                      <a:pt x="14420" y="14040"/>
                    </a:cubicBezTo>
                    <a:cubicBezTo>
                      <a:pt x="14420" y="14009"/>
                      <a:pt x="14420" y="13978"/>
                      <a:pt x="14420" y="13945"/>
                    </a:cubicBezTo>
                    <a:cubicBezTo>
                      <a:pt x="14514" y="13945"/>
                      <a:pt x="14607" y="13945"/>
                      <a:pt x="14704" y="13945"/>
                    </a:cubicBezTo>
                    <a:cubicBezTo>
                      <a:pt x="14704" y="13914"/>
                      <a:pt x="14704" y="13883"/>
                      <a:pt x="14704" y="13850"/>
                    </a:cubicBezTo>
                    <a:cubicBezTo>
                      <a:pt x="14767" y="13850"/>
                      <a:pt x="14829" y="13850"/>
                      <a:pt x="14894" y="13850"/>
                    </a:cubicBezTo>
                    <a:cubicBezTo>
                      <a:pt x="14894" y="13819"/>
                      <a:pt x="14894" y="13788"/>
                      <a:pt x="14894" y="13756"/>
                    </a:cubicBezTo>
                    <a:cubicBezTo>
                      <a:pt x="14988" y="13756"/>
                      <a:pt x="15082" y="13756"/>
                      <a:pt x="15179" y="13756"/>
                    </a:cubicBezTo>
                    <a:cubicBezTo>
                      <a:pt x="15179" y="13724"/>
                      <a:pt x="15179" y="13693"/>
                      <a:pt x="15179" y="13661"/>
                    </a:cubicBezTo>
                    <a:cubicBezTo>
                      <a:pt x="15241" y="13661"/>
                      <a:pt x="15304" y="13661"/>
                      <a:pt x="15368" y="13661"/>
                    </a:cubicBezTo>
                    <a:cubicBezTo>
                      <a:pt x="15368" y="13629"/>
                      <a:pt x="15368" y="13598"/>
                      <a:pt x="15368" y="13566"/>
                    </a:cubicBezTo>
                    <a:cubicBezTo>
                      <a:pt x="15431" y="13566"/>
                      <a:pt x="15494" y="13566"/>
                      <a:pt x="15558" y="13566"/>
                    </a:cubicBezTo>
                    <a:cubicBezTo>
                      <a:pt x="15558" y="13535"/>
                      <a:pt x="15558" y="13503"/>
                      <a:pt x="15558" y="13471"/>
                    </a:cubicBezTo>
                    <a:cubicBezTo>
                      <a:pt x="15589" y="13471"/>
                      <a:pt x="15621" y="13471"/>
                      <a:pt x="15653" y="13471"/>
                    </a:cubicBezTo>
                    <a:cubicBezTo>
                      <a:pt x="15653" y="13440"/>
                      <a:pt x="15653" y="13408"/>
                      <a:pt x="15653" y="13376"/>
                    </a:cubicBezTo>
                    <a:cubicBezTo>
                      <a:pt x="15716" y="13376"/>
                      <a:pt x="15778" y="13376"/>
                      <a:pt x="15843" y="13376"/>
                    </a:cubicBezTo>
                    <a:cubicBezTo>
                      <a:pt x="15843" y="13345"/>
                      <a:pt x="15843" y="13314"/>
                      <a:pt x="15843" y="13281"/>
                    </a:cubicBezTo>
                    <a:cubicBezTo>
                      <a:pt x="15874" y="13281"/>
                      <a:pt x="15905" y="13281"/>
                      <a:pt x="15938" y="13281"/>
                    </a:cubicBezTo>
                    <a:cubicBezTo>
                      <a:pt x="15938" y="13250"/>
                      <a:pt x="15938" y="13219"/>
                      <a:pt x="15938" y="13186"/>
                    </a:cubicBezTo>
                    <a:cubicBezTo>
                      <a:pt x="15969" y="13186"/>
                      <a:pt x="16000" y="13186"/>
                      <a:pt x="16032" y="13186"/>
                    </a:cubicBezTo>
                    <a:cubicBezTo>
                      <a:pt x="16032" y="13155"/>
                      <a:pt x="16032" y="13124"/>
                      <a:pt x="16032" y="13092"/>
                    </a:cubicBezTo>
                    <a:cubicBezTo>
                      <a:pt x="16064" y="13092"/>
                      <a:pt x="16095" y="13092"/>
                      <a:pt x="16127" y="13092"/>
                    </a:cubicBezTo>
                    <a:cubicBezTo>
                      <a:pt x="16127" y="13060"/>
                      <a:pt x="16127" y="13029"/>
                      <a:pt x="16127" y="12997"/>
                    </a:cubicBezTo>
                    <a:cubicBezTo>
                      <a:pt x="16159" y="12997"/>
                      <a:pt x="16190" y="12997"/>
                      <a:pt x="16222" y="12997"/>
                    </a:cubicBezTo>
                    <a:cubicBezTo>
                      <a:pt x="16222" y="12965"/>
                      <a:pt x="16222" y="12934"/>
                      <a:pt x="16222" y="12902"/>
                    </a:cubicBezTo>
                    <a:cubicBezTo>
                      <a:pt x="16253" y="12902"/>
                      <a:pt x="16285" y="12902"/>
                      <a:pt x="16317" y="12902"/>
                    </a:cubicBezTo>
                    <a:cubicBezTo>
                      <a:pt x="16317" y="12870"/>
                      <a:pt x="16317" y="12839"/>
                      <a:pt x="16317" y="12807"/>
                    </a:cubicBezTo>
                    <a:cubicBezTo>
                      <a:pt x="16348" y="12807"/>
                      <a:pt x="16380" y="12807"/>
                      <a:pt x="16412" y="12807"/>
                    </a:cubicBezTo>
                    <a:cubicBezTo>
                      <a:pt x="16412" y="12744"/>
                      <a:pt x="16412" y="12682"/>
                      <a:pt x="16412" y="12617"/>
                    </a:cubicBezTo>
                    <a:cubicBezTo>
                      <a:pt x="16443" y="12617"/>
                      <a:pt x="16474" y="12617"/>
                      <a:pt x="16507" y="12617"/>
                    </a:cubicBezTo>
                    <a:cubicBezTo>
                      <a:pt x="16507" y="11334"/>
                      <a:pt x="16507" y="10050"/>
                      <a:pt x="16507" y="8728"/>
                    </a:cubicBezTo>
                    <a:cubicBezTo>
                      <a:pt x="16444" y="8728"/>
                      <a:pt x="16381" y="8728"/>
                      <a:pt x="16317" y="8728"/>
                    </a:cubicBezTo>
                    <a:cubicBezTo>
                      <a:pt x="16317" y="8759"/>
                      <a:pt x="16317" y="8790"/>
                      <a:pt x="16317" y="8823"/>
                    </a:cubicBezTo>
                    <a:cubicBezTo>
                      <a:pt x="16254" y="8823"/>
                      <a:pt x="16192" y="8823"/>
                      <a:pt x="16127" y="8823"/>
                    </a:cubicBezTo>
                    <a:cubicBezTo>
                      <a:pt x="16127" y="8854"/>
                      <a:pt x="16127" y="8885"/>
                      <a:pt x="16127" y="8917"/>
                    </a:cubicBezTo>
                    <a:cubicBezTo>
                      <a:pt x="16065" y="8917"/>
                      <a:pt x="16002" y="8917"/>
                      <a:pt x="15938" y="8917"/>
                    </a:cubicBezTo>
                    <a:cubicBezTo>
                      <a:pt x="15938" y="8949"/>
                      <a:pt x="15938" y="8980"/>
                      <a:pt x="15938" y="9012"/>
                    </a:cubicBezTo>
                    <a:cubicBezTo>
                      <a:pt x="15906" y="9012"/>
                      <a:pt x="15875" y="9012"/>
                      <a:pt x="15843" y="9012"/>
                    </a:cubicBezTo>
                    <a:cubicBezTo>
                      <a:pt x="15843" y="9044"/>
                      <a:pt x="15843" y="9075"/>
                      <a:pt x="15843" y="9107"/>
                    </a:cubicBezTo>
                    <a:cubicBezTo>
                      <a:pt x="15780" y="9107"/>
                      <a:pt x="15717" y="9107"/>
                      <a:pt x="15653" y="9107"/>
                    </a:cubicBezTo>
                    <a:cubicBezTo>
                      <a:pt x="15653" y="9138"/>
                      <a:pt x="15653" y="9170"/>
                      <a:pt x="15653" y="9202"/>
                    </a:cubicBezTo>
                    <a:cubicBezTo>
                      <a:pt x="15590" y="9202"/>
                      <a:pt x="15528" y="9202"/>
                      <a:pt x="15463" y="9202"/>
                    </a:cubicBezTo>
                    <a:cubicBezTo>
                      <a:pt x="15463" y="9233"/>
                      <a:pt x="15463" y="9265"/>
                      <a:pt x="15463" y="9297"/>
                    </a:cubicBezTo>
                    <a:cubicBezTo>
                      <a:pt x="15401" y="9297"/>
                      <a:pt x="15338" y="9297"/>
                      <a:pt x="15273" y="9297"/>
                    </a:cubicBezTo>
                    <a:cubicBezTo>
                      <a:pt x="15273" y="9328"/>
                      <a:pt x="15273" y="9359"/>
                      <a:pt x="15273" y="9392"/>
                    </a:cubicBezTo>
                    <a:cubicBezTo>
                      <a:pt x="15211" y="9392"/>
                      <a:pt x="15148" y="9392"/>
                      <a:pt x="15084" y="9392"/>
                    </a:cubicBezTo>
                    <a:cubicBezTo>
                      <a:pt x="15084" y="9423"/>
                      <a:pt x="15084" y="9454"/>
                      <a:pt x="15084" y="9487"/>
                    </a:cubicBezTo>
                    <a:cubicBezTo>
                      <a:pt x="14990" y="9487"/>
                      <a:pt x="14896" y="9487"/>
                      <a:pt x="14799" y="9487"/>
                    </a:cubicBezTo>
                    <a:cubicBezTo>
                      <a:pt x="14799" y="9518"/>
                      <a:pt x="14799" y="9549"/>
                      <a:pt x="14799" y="9581"/>
                    </a:cubicBezTo>
                    <a:cubicBezTo>
                      <a:pt x="14705" y="9581"/>
                      <a:pt x="14611" y="9581"/>
                      <a:pt x="14515" y="9581"/>
                    </a:cubicBezTo>
                    <a:cubicBezTo>
                      <a:pt x="14515" y="9613"/>
                      <a:pt x="14515" y="9644"/>
                      <a:pt x="14515" y="9676"/>
                    </a:cubicBezTo>
                    <a:cubicBezTo>
                      <a:pt x="14421" y="9676"/>
                      <a:pt x="14327" y="9676"/>
                      <a:pt x="14230" y="9676"/>
                    </a:cubicBezTo>
                    <a:cubicBezTo>
                      <a:pt x="14230" y="9708"/>
                      <a:pt x="14230" y="9739"/>
                      <a:pt x="14230" y="9771"/>
                    </a:cubicBezTo>
                    <a:cubicBezTo>
                      <a:pt x="14136" y="9771"/>
                      <a:pt x="14042" y="9771"/>
                      <a:pt x="13945" y="9771"/>
                    </a:cubicBezTo>
                    <a:cubicBezTo>
                      <a:pt x="13945" y="9803"/>
                      <a:pt x="13945" y="9834"/>
                      <a:pt x="13945" y="9866"/>
                    </a:cubicBezTo>
                    <a:cubicBezTo>
                      <a:pt x="13820" y="9866"/>
                      <a:pt x="13695" y="9866"/>
                      <a:pt x="13566" y="9866"/>
                    </a:cubicBezTo>
                    <a:cubicBezTo>
                      <a:pt x="13566" y="9897"/>
                      <a:pt x="13566" y="9929"/>
                      <a:pt x="13566" y="9961"/>
                    </a:cubicBezTo>
                    <a:cubicBezTo>
                      <a:pt x="13441" y="9961"/>
                      <a:pt x="13315" y="9961"/>
                      <a:pt x="13186" y="9961"/>
                    </a:cubicBezTo>
                    <a:cubicBezTo>
                      <a:pt x="13186" y="9992"/>
                      <a:pt x="13186" y="10024"/>
                      <a:pt x="13186" y="10056"/>
                    </a:cubicBezTo>
                    <a:cubicBezTo>
                      <a:pt x="13030" y="10056"/>
                      <a:pt x="12873" y="10056"/>
                      <a:pt x="12712" y="10056"/>
                    </a:cubicBezTo>
                    <a:cubicBezTo>
                      <a:pt x="12712" y="10087"/>
                      <a:pt x="12712" y="10118"/>
                      <a:pt x="12712" y="10151"/>
                    </a:cubicBezTo>
                    <a:cubicBezTo>
                      <a:pt x="12556" y="10151"/>
                      <a:pt x="12399" y="10151"/>
                      <a:pt x="12238" y="10151"/>
                    </a:cubicBezTo>
                    <a:cubicBezTo>
                      <a:pt x="12238" y="10182"/>
                      <a:pt x="12238" y="10213"/>
                      <a:pt x="12238" y="10246"/>
                    </a:cubicBezTo>
                    <a:cubicBezTo>
                      <a:pt x="12019" y="10246"/>
                      <a:pt x="11799" y="10246"/>
                      <a:pt x="11574" y="10246"/>
                    </a:cubicBezTo>
                    <a:cubicBezTo>
                      <a:pt x="11574" y="10277"/>
                      <a:pt x="11574" y="10308"/>
                      <a:pt x="11574" y="10340"/>
                    </a:cubicBezTo>
                    <a:cubicBezTo>
                      <a:pt x="11261" y="10340"/>
                      <a:pt x="10948" y="10340"/>
                      <a:pt x="10625" y="10340"/>
                    </a:cubicBezTo>
                    <a:cubicBezTo>
                      <a:pt x="10625" y="10372"/>
                      <a:pt x="10625" y="10403"/>
                      <a:pt x="10625" y="10435"/>
                    </a:cubicBezTo>
                    <a:cubicBezTo>
                      <a:pt x="9248" y="10435"/>
                      <a:pt x="7870" y="10435"/>
                      <a:pt x="6451" y="10435"/>
                    </a:cubicBezTo>
                    <a:cubicBezTo>
                      <a:pt x="6451" y="10404"/>
                      <a:pt x="6451" y="10373"/>
                      <a:pt x="6451" y="10340"/>
                    </a:cubicBezTo>
                    <a:cubicBezTo>
                      <a:pt x="6138" y="10340"/>
                      <a:pt x="5825" y="10340"/>
                      <a:pt x="5502" y="10340"/>
                    </a:cubicBezTo>
                    <a:cubicBezTo>
                      <a:pt x="5502" y="10309"/>
                      <a:pt x="5502" y="10278"/>
                      <a:pt x="5502" y="10246"/>
                    </a:cubicBezTo>
                    <a:cubicBezTo>
                      <a:pt x="5283" y="10246"/>
                      <a:pt x="5064" y="10246"/>
                      <a:pt x="4838" y="10246"/>
                    </a:cubicBezTo>
                    <a:cubicBezTo>
                      <a:pt x="4838" y="10214"/>
                      <a:pt x="4838" y="10183"/>
                      <a:pt x="4838" y="10151"/>
                    </a:cubicBezTo>
                    <a:cubicBezTo>
                      <a:pt x="4682" y="10151"/>
                      <a:pt x="4525" y="10151"/>
                      <a:pt x="4364" y="10151"/>
                    </a:cubicBezTo>
                    <a:cubicBezTo>
                      <a:pt x="4364" y="10119"/>
                      <a:pt x="4364" y="10088"/>
                      <a:pt x="4364" y="10056"/>
                    </a:cubicBezTo>
                    <a:cubicBezTo>
                      <a:pt x="4207" y="10056"/>
                      <a:pt x="4051" y="10056"/>
                      <a:pt x="3890" y="10056"/>
                    </a:cubicBezTo>
                    <a:cubicBezTo>
                      <a:pt x="3890" y="10024"/>
                      <a:pt x="3890" y="9993"/>
                      <a:pt x="3890" y="9961"/>
                    </a:cubicBezTo>
                    <a:cubicBezTo>
                      <a:pt x="3764" y="9961"/>
                      <a:pt x="3639" y="9961"/>
                      <a:pt x="3510" y="9961"/>
                    </a:cubicBezTo>
                    <a:cubicBezTo>
                      <a:pt x="3510" y="9930"/>
                      <a:pt x="3510" y="9898"/>
                      <a:pt x="3510" y="9866"/>
                    </a:cubicBezTo>
                    <a:cubicBezTo>
                      <a:pt x="3385" y="9866"/>
                      <a:pt x="3260" y="9866"/>
                      <a:pt x="3131" y="9866"/>
                    </a:cubicBezTo>
                    <a:cubicBezTo>
                      <a:pt x="3131" y="9835"/>
                      <a:pt x="3131" y="9803"/>
                      <a:pt x="3131" y="9771"/>
                    </a:cubicBezTo>
                    <a:cubicBezTo>
                      <a:pt x="3005" y="9771"/>
                      <a:pt x="2880" y="9771"/>
                      <a:pt x="2751" y="9771"/>
                    </a:cubicBezTo>
                    <a:cubicBezTo>
                      <a:pt x="2751" y="9740"/>
                      <a:pt x="2751" y="9709"/>
                      <a:pt x="2751" y="9676"/>
                    </a:cubicBezTo>
                    <a:cubicBezTo>
                      <a:pt x="2657" y="9676"/>
                      <a:pt x="2563" y="9676"/>
                      <a:pt x="2467" y="9676"/>
                    </a:cubicBezTo>
                    <a:cubicBezTo>
                      <a:pt x="2467" y="9645"/>
                      <a:pt x="2467" y="9614"/>
                      <a:pt x="2467" y="9581"/>
                    </a:cubicBezTo>
                    <a:cubicBezTo>
                      <a:pt x="2373" y="9581"/>
                      <a:pt x="2279" y="9581"/>
                      <a:pt x="2182" y="9581"/>
                    </a:cubicBezTo>
                    <a:cubicBezTo>
                      <a:pt x="2182" y="9550"/>
                      <a:pt x="2182" y="9519"/>
                      <a:pt x="2182" y="9487"/>
                    </a:cubicBezTo>
                    <a:cubicBezTo>
                      <a:pt x="2119" y="9487"/>
                      <a:pt x="2057" y="9487"/>
                      <a:pt x="1992" y="9487"/>
                    </a:cubicBezTo>
                    <a:cubicBezTo>
                      <a:pt x="1992" y="9455"/>
                      <a:pt x="1992" y="9424"/>
                      <a:pt x="1992" y="9392"/>
                    </a:cubicBezTo>
                    <a:cubicBezTo>
                      <a:pt x="1898" y="9392"/>
                      <a:pt x="1804" y="9392"/>
                      <a:pt x="1708" y="9392"/>
                    </a:cubicBezTo>
                    <a:cubicBezTo>
                      <a:pt x="1708" y="9360"/>
                      <a:pt x="1708" y="9329"/>
                      <a:pt x="1708" y="9297"/>
                    </a:cubicBezTo>
                    <a:cubicBezTo>
                      <a:pt x="1645" y="9297"/>
                      <a:pt x="1582" y="9297"/>
                      <a:pt x="1518" y="9297"/>
                    </a:cubicBezTo>
                    <a:cubicBezTo>
                      <a:pt x="1518" y="9266"/>
                      <a:pt x="1518" y="9234"/>
                      <a:pt x="1518" y="9202"/>
                    </a:cubicBezTo>
                    <a:cubicBezTo>
                      <a:pt x="1455" y="9202"/>
                      <a:pt x="1393" y="9202"/>
                      <a:pt x="1328" y="9202"/>
                    </a:cubicBezTo>
                    <a:cubicBezTo>
                      <a:pt x="1328" y="9171"/>
                      <a:pt x="1328" y="9139"/>
                      <a:pt x="1328" y="9107"/>
                    </a:cubicBezTo>
                    <a:cubicBezTo>
                      <a:pt x="1297" y="9107"/>
                      <a:pt x="1266" y="9107"/>
                      <a:pt x="1233" y="9107"/>
                    </a:cubicBezTo>
                    <a:cubicBezTo>
                      <a:pt x="1233" y="9076"/>
                      <a:pt x="1233" y="9045"/>
                      <a:pt x="1233" y="9012"/>
                    </a:cubicBezTo>
                    <a:cubicBezTo>
                      <a:pt x="1171" y="9012"/>
                      <a:pt x="1108" y="9012"/>
                      <a:pt x="1044" y="9012"/>
                    </a:cubicBezTo>
                    <a:cubicBezTo>
                      <a:pt x="1044" y="8981"/>
                      <a:pt x="1044" y="8950"/>
                      <a:pt x="1044" y="8917"/>
                    </a:cubicBezTo>
                    <a:cubicBezTo>
                      <a:pt x="981" y="8917"/>
                      <a:pt x="918" y="8917"/>
                      <a:pt x="854" y="8917"/>
                    </a:cubicBezTo>
                    <a:cubicBezTo>
                      <a:pt x="854" y="8886"/>
                      <a:pt x="854" y="8855"/>
                      <a:pt x="854" y="8823"/>
                    </a:cubicBezTo>
                    <a:cubicBezTo>
                      <a:pt x="846" y="8824"/>
                      <a:pt x="846" y="8824"/>
                      <a:pt x="809" y="8828"/>
                    </a:cubicBezTo>
                    <a:cubicBezTo>
                      <a:pt x="793" y="8827"/>
                      <a:pt x="776" y="8825"/>
                      <a:pt x="759" y="8823"/>
                    </a:cubicBezTo>
                    <a:cubicBezTo>
                      <a:pt x="728" y="8775"/>
                      <a:pt x="711" y="8727"/>
                      <a:pt x="691" y="8674"/>
                    </a:cubicBezTo>
                    <a:cubicBezTo>
                      <a:pt x="682" y="8661"/>
                      <a:pt x="673" y="8647"/>
                      <a:pt x="664" y="8633"/>
                    </a:cubicBezTo>
                    <a:cubicBezTo>
                      <a:pt x="614" y="8627"/>
                      <a:pt x="614" y="8627"/>
                      <a:pt x="569" y="8633"/>
                    </a:cubicBezTo>
                    <a:close/>
                    <a:moveTo>
                      <a:pt x="474" y="13566"/>
                    </a:moveTo>
                    <a:cubicBezTo>
                      <a:pt x="474" y="14630"/>
                      <a:pt x="474" y="15695"/>
                      <a:pt x="474" y="16791"/>
                    </a:cubicBezTo>
                    <a:cubicBezTo>
                      <a:pt x="506" y="16791"/>
                      <a:pt x="537" y="16791"/>
                      <a:pt x="569" y="16791"/>
                    </a:cubicBezTo>
                    <a:cubicBezTo>
                      <a:pt x="569" y="16885"/>
                      <a:pt x="569" y="16979"/>
                      <a:pt x="569" y="17076"/>
                    </a:cubicBezTo>
                    <a:cubicBezTo>
                      <a:pt x="538" y="17076"/>
                      <a:pt x="507" y="17076"/>
                      <a:pt x="474" y="17076"/>
                    </a:cubicBezTo>
                    <a:cubicBezTo>
                      <a:pt x="474" y="17139"/>
                      <a:pt x="474" y="17201"/>
                      <a:pt x="474" y="17266"/>
                    </a:cubicBezTo>
                    <a:cubicBezTo>
                      <a:pt x="506" y="17266"/>
                      <a:pt x="537" y="17266"/>
                      <a:pt x="569" y="17266"/>
                    </a:cubicBezTo>
                    <a:cubicBezTo>
                      <a:pt x="569" y="17360"/>
                      <a:pt x="569" y="17453"/>
                      <a:pt x="569" y="17550"/>
                    </a:cubicBezTo>
                    <a:cubicBezTo>
                      <a:pt x="601" y="17550"/>
                      <a:pt x="632" y="17550"/>
                      <a:pt x="664" y="17550"/>
                    </a:cubicBezTo>
                    <a:cubicBezTo>
                      <a:pt x="664" y="17613"/>
                      <a:pt x="664" y="17675"/>
                      <a:pt x="664" y="17740"/>
                    </a:cubicBezTo>
                    <a:cubicBezTo>
                      <a:pt x="695" y="17740"/>
                      <a:pt x="727" y="17740"/>
                      <a:pt x="759" y="17740"/>
                    </a:cubicBezTo>
                    <a:cubicBezTo>
                      <a:pt x="759" y="17771"/>
                      <a:pt x="759" y="17803"/>
                      <a:pt x="759" y="17835"/>
                    </a:cubicBezTo>
                    <a:cubicBezTo>
                      <a:pt x="790" y="17835"/>
                      <a:pt x="822" y="17835"/>
                      <a:pt x="854" y="17835"/>
                    </a:cubicBezTo>
                    <a:cubicBezTo>
                      <a:pt x="854" y="17866"/>
                      <a:pt x="854" y="17897"/>
                      <a:pt x="854" y="17930"/>
                    </a:cubicBezTo>
                    <a:cubicBezTo>
                      <a:pt x="885" y="17930"/>
                      <a:pt x="916" y="17930"/>
                      <a:pt x="949" y="17930"/>
                    </a:cubicBezTo>
                    <a:cubicBezTo>
                      <a:pt x="949" y="17961"/>
                      <a:pt x="949" y="17992"/>
                      <a:pt x="949" y="18025"/>
                    </a:cubicBezTo>
                    <a:cubicBezTo>
                      <a:pt x="980" y="18025"/>
                      <a:pt x="1011" y="18025"/>
                      <a:pt x="1044" y="18025"/>
                    </a:cubicBezTo>
                    <a:cubicBezTo>
                      <a:pt x="1044" y="18056"/>
                      <a:pt x="1044" y="18087"/>
                      <a:pt x="1044" y="18119"/>
                    </a:cubicBezTo>
                    <a:cubicBezTo>
                      <a:pt x="1106" y="18119"/>
                      <a:pt x="1169" y="18119"/>
                      <a:pt x="1233" y="18119"/>
                    </a:cubicBezTo>
                    <a:cubicBezTo>
                      <a:pt x="1233" y="18151"/>
                      <a:pt x="1233" y="18182"/>
                      <a:pt x="1233" y="18214"/>
                    </a:cubicBezTo>
                    <a:cubicBezTo>
                      <a:pt x="1265" y="18214"/>
                      <a:pt x="1296" y="18214"/>
                      <a:pt x="1328" y="18214"/>
                    </a:cubicBezTo>
                    <a:cubicBezTo>
                      <a:pt x="1328" y="18246"/>
                      <a:pt x="1328" y="18277"/>
                      <a:pt x="1328" y="18309"/>
                    </a:cubicBezTo>
                    <a:cubicBezTo>
                      <a:pt x="1391" y="18309"/>
                      <a:pt x="1453" y="18309"/>
                      <a:pt x="1518" y="18309"/>
                    </a:cubicBezTo>
                    <a:cubicBezTo>
                      <a:pt x="1518" y="18340"/>
                      <a:pt x="1518" y="18372"/>
                      <a:pt x="1518" y="18404"/>
                    </a:cubicBezTo>
                    <a:cubicBezTo>
                      <a:pt x="1580" y="18404"/>
                      <a:pt x="1643" y="18404"/>
                      <a:pt x="1708" y="18404"/>
                    </a:cubicBezTo>
                    <a:cubicBezTo>
                      <a:pt x="1708" y="18435"/>
                      <a:pt x="1708" y="18467"/>
                      <a:pt x="1708" y="18499"/>
                    </a:cubicBezTo>
                    <a:cubicBezTo>
                      <a:pt x="1770" y="18499"/>
                      <a:pt x="1833" y="18499"/>
                      <a:pt x="1897" y="18499"/>
                    </a:cubicBezTo>
                    <a:cubicBezTo>
                      <a:pt x="1897" y="18530"/>
                      <a:pt x="1897" y="18561"/>
                      <a:pt x="1897" y="18594"/>
                    </a:cubicBezTo>
                    <a:cubicBezTo>
                      <a:pt x="1960" y="18594"/>
                      <a:pt x="2023" y="18594"/>
                      <a:pt x="2087" y="18594"/>
                    </a:cubicBezTo>
                    <a:cubicBezTo>
                      <a:pt x="2087" y="18625"/>
                      <a:pt x="2087" y="18656"/>
                      <a:pt x="2087" y="18689"/>
                    </a:cubicBezTo>
                    <a:cubicBezTo>
                      <a:pt x="2181" y="18689"/>
                      <a:pt x="2275" y="18689"/>
                      <a:pt x="2372" y="18689"/>
                    </a:cubicBezTo>
                    <a:cubicBezTo>
                      <a:pt x="2372" y="18720"/>
                      <a:pt x="2372" y="18751"/>
                      <a:pt x="2372" y="18783"/>
                    </a:cubicBezTo>
                    <a:cubicBezTo>
                      <a:pt x="2434" y="18783"/>
                      <a:pt x="2497" y="18783"/>
                      <a:pt x="2561" y="18783"/>
                    </a:cubicBezTo>
                    <a:cubicBezTo>
                      <a:pt x="2561" y="18815"/>
                      <a:pt x="2561" y="18846"/>
                      <a:pt x="2561" y="18878"/>
                    </a:cubicBezTo>
                    <a:cubicBezTo>
                      <a:pt x="2655" y="18878"/>
                      <a:pt x="2749" y="18878"/>
                      <a:pt x="2846" y="18878"/>
                    </a:cubicBezTo>
                    <a:cubicBezTo>
                      <a:pt x="2846" y="18910"/>
                      <a:pt x="2846" y="18941"/>
                      <a:pt x="2846" y="18973"/>
                    </a:cubicBezTo>
                    <a:cubicBezTo>
                      <a:pt x="2971" y="18973"/>
                      <a:pt x="3096" y="18973"/>
                      <a:pt x="3225" y="18973"/>
                    </a:cubicBezTo>
                    <a:cubicBezTo>
                      <a:pt x="3225" y="19005"/>
                      <a:pt x="3225" y="19036"/>
                      <a:pt x="3225" y="19068"/>
                    </a:cubicBezTo>
                    <a:cubicBezTo>
                      <a:pt x="3351" y="19068"/>
                      <a:pt x="3476" y="19068"/>
                      <a:pt x="3605" y="19068"/>
                    </a:cubicBezTo>
                    <a:cubicBezTo>
                      <a:pt x="3605" y="19099"/>
                      <a:pt x="3605" y="19131"/>
                      <a:pt x="3605" y="19163"/>
                    </a:cubicBezTo>
                    <a:cubicBezTo>
                      <a:pt x="3730" y="19163"/>
                      <a:pt x="3855" y="19163"/>
                      <a:pt x="3984" y="19163"/>
                    </a:cubicBezTo>
                    <a:cubicBezTo>
                      <a:pt x="3984" y="19194"/>
                      <a:pt x="3984" y="19226"/>
                      <a:pt x="3984" y="19258"/>
                    </a:cubicBezTo>
                    <a:cubicBezTo>
                      <a:pt x="4141" y="19258"/>
                      <a:pt x="4297" y="19258"/>
                      <a:pt x="4459" y="19258"/>
                    </a:cubicBezTo>
                    <a:cubicBezTo>
                      <a:pt x="4459" y="19289"/>
                      <a:pt x="4459" y="19320"/>
                      <a:pt x="4459" y="19353"/>
                    </a:cubicBezTo>
                    <a:cubicBezTo>
                      <a:pt x="4647" y="19353"/>
                      <a:pt x="4834" y="19353"/>
                      <a:pt x="5028" y="19353"/>
                    </a:cubicBezTo>
                    <a:cubicBezTo>
                      <a:pt x="5028" y="19384"/>
                      <a:pt x="5028" y="19415"/>
                      <a:pt x="5028" y="19448"/>
                    </a:cubicBezTo>
                    <a:cubicBezTo>
                      <a:pt x="5247" y="19448"/>
                      <a:pt x="5466" y="19448"/>
                      <a:pt x="5692" y="19448"/>
                    </a:cubicBezTo>
                    <a:cubicBezTo>
                      <a:pt x="5692" y="19479"/>
                      <a:pt x="5692" y="19510"/>
                      <a:pt x="5692" y="19542"/>
                    </a:cubicBezTo>
                    <a:cubicBezTo>
                      <a:pt x="6036" y="19542"/>
                      <a:pt x="6381" y="19542"/>
                      <a:pt x="6735" y="19542"/>
                    </a:cubicBezTo>
                    <a:cubicBezTo>
                      <a:pt x="6735" y="19574"/>
                      <a:pt x="6735" y="19605"/>
                      <a:pt x="6735" y="19637"/>
                    </a:cubicBezTo>
                    <a:cubicBezTo>
                      <a:pt x="7956" y="19637"/>
                      <a:pt x="9177" y="19637"/>
                      <a:pt x="10435" y="19637"/>
                    </a:cubicBezTo>
                    <a:cubicBezTo>
                      <a:pt x="10435" y="19606"/>
                      <a:pt x="10435" y="19575"/>
                      <a:pt x="10435" y="19542"/>
                    </a:cubicBezTo>
                    <a:cubicBezTo>
                      <a:pt x="10748" y="19542"/>
                      <a:pt x="11061" y="19542"/>
                      <a:pt x="11384" y="19542"/>
                    </a:cubicBezTo>
                    <a:cubicBezTo>
                      <a:pt x="11384" y="19511"/>
                      <a:pt x="11384" y="19480"/>
                      <a:pt x="11384" y="19448"/>
                    </a:cubicBezTo>
                    <a:cubicBezTo>
                      <a:pt x="11634" y="19448"/>
                      <a:pt x="11885" y="19448"/>
                      <a:pt x="12143" y="19448"/>
                    </a:cubicBezTo>
                    <a:cubicBezTo>
                      <a:pt x="12143" y="19416"/>
                      <a:pt x="12143" y="19385"/>
                      <a:pt x="12143" y="19353"/>
                    </a:cubicBezTo>
                    <a:cubicBezTo>
                      <a:pt x="12299" y="19353"/>
                      <a:pt x="12456" y="19353"/>
                      <a:pt x="12617" y="19353"/>
                    </a:cubicBezTo>
                    <a:cubicBezTo>
                      <a:pt x="12617" y="19321"/>
                      <a:pt x="12617" y="19290"/>
                      <a:pt x="12617" y="19258"/>
                    </a:cubicBezTo>
                    <a:cubicBezTo>
                      <a:pt x="12774" y="19258"/>
                      <a:pt x="12930" y="19258"/>
                      <a:pt x="13092" y="19258"/>
                    </a:cubicBezTo>
                    <a:cubicBezTo>
                      <a:pt x="13092" y="19227"/>
                      <a:pt x="13092" y="19195"/>
                      <a:pt x="13092" y="19163"/>
                    </a:cubicBezTo>
                    <a:cubicBezTo>
                      <a:pt x="13217" y="19163"/>
                      <a:pt x="13342" y="19163"/>
                      <a:pt x="13471" y="19163"/>
                    </a:cubicBezTo>
                    <a:cubicBezTo>
                      <a:pt x="13471" y="19132"/>
                      <a:pt x="13471" y="19100"/>
                      <a:pt x="13471" y="19068"/>
                    </a:cubicBezTo>
                    <a:cubicBezTo>
                      <a:pt x="13596" y="19068"/>
                      <a:pt x="13721" y="19068"/>
                      <a:pt x="13850" y="19068"/>
                    </a:cubicBezTo>
                    <a:cubicBezTo>
                      <a:pt x="13850" y="19037"/>
                      <a:pt x="13850" y="19005"/>
                      <a:pt x="13850" y="18973"/>
                    </a:cubicBezTo>
                    <a:cubicBezTo>
                      <a:pt x="13944" y="18973"/>
                      <a:pt x="14038" y="18973"/>
                      <a:pt x="14135" y="18973"/>
                    </a:cubicBezTo>
                    <a:cubicBezTo>
                      <a:pt x="14135" y="18942"/>
                      <a:pt x="14135" y="18911"/>
                      <a:pt x="14135" y="18878"/>
                    </a:cubicBezTo>
                    <a:cubicBezTo>
                      <a:pt x="14260" y="18878"/>
                      <a:pt x="14385" y="18878"/>
                      <a:pt x="14515" y="18878"/>
                    </a:cubicBezTo>
                    <a:cubicBezTo>
                      <a:pt x="14515" y="18847"/>
                      <a:pt x="14515" y="18816"/>
                      <a:pt x="14515" y="18783"/>
                    </a:cubicBezTo>
                    <a:cubicBezTo>
                      <a:pt x="14577" y="18783"/>
                      <a:pt x="14640" y="18783"/>
                      <a:pt x="14704" y="18783"/>
                    </a:cubicBezTo>
                    <a:cubicBezTo>
                      <a:pt x="14704" y="18752"/>
                      <a:pt x="14704" y="18721"/>
                      <a:pt x="14704" y="18689"/>
                    </a:cubicBezTo>
                    <a:cubicBezTo>
                      <a:pt x="14798" y="18689"/>
                      <a:pt x="14892" y="18689"/>
                      <a:pt x="14989" y="18689"/>
                    </a:cubicBezTo>
                    <a:cubicBezTo>
                      <a:pt x="14989" y="18657"/>
                      <a:pt x="14989" y="18626"/>
                      <a:pt x="14989" y="18594"/>
                    </a:cubicBezTo>
                    <a:cubicBezTo>
                      <a:pt x="15051" y="18594"/>
                      <a:pt x="15114" y="18594"/>
                      <a:pt x="15179" y="18594"/>
                    </a:cubicBezTo>
                    <a:cubicBezTo>
                      <a:pt x="15179" y="18562"/>
                      <a:pt x="15179" y="18531"/>
                      <a:pt x="15179" y="18499"/>
                    </a:cubicBezTo>
                    <a:cubicBezTo>
                      <a:pt x="15241" y="18499"/>
                      <a:pt x="15304" y="18499"/>
                      <a:pt x="15368" y="18499"/>
                    </a:cubicBezTo>
                    <a:cubicBezTo>
                      <a:pt x="15368" y="18468"/>
                      <a:pt x="15368" y="18436"/>
                      <a:pt x="15368" y="18404"/>
                    </a:cubicBezTo>
                    <a:cubicBezTo>
                      <a:pt x="15431" y="18404"/>
                      <a:pt x="15494" y="18404"/>
                      <a:pt x="15558" y="18404"/>
                    </a:cubicBezTo>
                    <a:cubicBezTo>
                      <a:pt x="15558" y="18373"/>
                      <a:pt x="15558" y="18341"/>
                      <a:pt x="15558" y="18309"/>
                    </a:cubicBezTo>
                    <a:cubicBezTo>
                      <a:pt x="15621" y="18309"/>
                      <a:pt x="15683" y="18309"/>
                      <a:pt x="15748" y="18309"/>
                    </a:cubicBezTo>
                    <a:cubicBezTo>
                      <a:pt x="15748" y="18278"/>
                      <a:pt x="15748" y="18247"/>
                      <a:pt x="15748" y="18214"/>
                    </a:cubicBezTo>
                    <a:cubicBezTo>
                      <a:pt x="15779" y="18214"/>
                      <a:pt x="15810" y="18214"/>
                      <a:pt x="15843" y="18214"/>
                    </a:cubicBezTo>
                    <a:cubicBezTo>
                      <a:pt x="15843" y="18183"/>
                      <a:pt x="15843" y="18152"/>
                      <a:pt x="15843" y="18119"/>
                    </a:cubicBezTo>
                    <a:cubicBezTo>
                      <a:pt x="15874" y="18119"/>
                      <a:pt x="15905" y="18119"/>
                      <a:pt x="15938" y="18119"/>
                    </a:cubicBezTo>
                    <a:cubicBezTo>
                      <a:pt x="15938" y="18088"/>
                      <a:pt x="15938" y="18057"/>
                      <a:pt x="15938" y="18025"/>
                    </a:cubicBezTo>
                    <a:cubicBezTo>
                      <a:pt x="16000" y="18025"/>
                      <a:pt x="16063" y="18025"/>
                      <a:pt x="16127" y="18025"/>
                    </a:cubicBezTo>
                    <a:cubicBezTo>
                      <a:pt x="16127" y="17993"/>
                      <a:pt x="16127" y="17962"/>
                      <a:pt x="16127" y="17930"/>
                    </a:cubicBezTo>
                    <a:cubicBezTo>
                      <a:pt x="16159" y="17930"/>
                      <a:pt x="16190" y="17930"/>
                      <a:pt x="16222" y="17930"/>
                    </a:cubicBezTo>
                    <a:cubicBezTo>
                      <a:pt x="16222" y="17898"/>
                      <a:pt x="16222" y="17867"/>
                      <a:pt x="16222" y="17835"/>
                    </a:cubicBezTo>
                    <a:cubicBezTo>
                      <a:pt x="16253" y="17835"/>
                      <a:pt x="16285" y="17835"/>
                      <a:pt x="16317" y="17835"/>
                    </a:cubicBezTo>
                    <a:cubicBezTo>
                      <a:pt x="16317" y="17772"/>
                      <a:pt x="16317" y="17710"/>
                      <a:pt x="16317" y="17645"/>
                    </a:cubicBezTo>
                    <a:cubicBezTo>
                      <a:pt x="16348" y="17645"/>
                      <a:pt x="16380" y="17645"/>
                      <a:pt x="16412" y="17645"/>
                    </a:cubicBezTo>
                    <a:cubicBezTo>
                      <a:pt x="16412" y="17614"/>
                      <a:pt x="16412" y="17582"/>
                      <a:pt x="16412" y="17550"/>
                    </a:cubicBezTo>
                    <a:cubicBezTo>
                      <a:pt x="16443" y="17550"/>
                      <a:pt x="16474" y="17550"/>
                      <a:pt x="16507" y="17550"/>
                    </a:cubicBezTo>
                    <a:cubicBezTo>
                      <a:pt x="16507" y="16235"/>
                      <a:pt x="16507" y="14921"/>
                      <a:pt x="16507" y="13566"/>
                    </a:cubicBezTo>
                    <a:cubicBezTo>
                      <a:pt x="16444" y="13566"/>
                      <a:pt x="16381" y="13566"/>
                      <a:pt x="16317" y="13566"/>
                    </a:cubicBezTo>
                    <a:cubicBezTo>
                      <a:pt x="16317" y="13597"/>
                      <a:pt x="16317" y="13628"/>
                      <a:pt x="16317" y="13661"/>
                    </a:cubicBezTo>
                    <a:cubicBezTo>
                      <a:pt x="16286" y="13661"/>
                      <a:pt x="16254" y="13661"/>
                      <a:pt x="16222" y="13661"/>
                    </a:cubicBezTo>
                    <a:cubicBezTo>
                      <a:pt x="16222" y="13692"/>
                      <a:pt x="16222" y="13723"/>
                      <a:pt x="16222" y="13756"/>
                    </a:cubicBezTo>
                    <a:cubicBezTo>
                      <a:pt x="16159" y="13756"/>
                      <a:pt x="16097" y="13756"/>
                      <a:pt x="16032" y="13756"/>
                    </a:cubicBezTo>
                    <a:cubicBezTo>
                      <a:pt x="16032" y="13787"/>
                      <a:pt x="16032" y="13818"/>
                      <a:pt x="16032" y="13850"/>
                    </a:cubicBezTo>
                    <a:cubicBezTo>
                      <a:pt x="15970" y="13850"/>
                      <a:pt x="15907" y="13850"/>
                      <a:pt x="15843" y="13850"/>
                    </a:cubicBezTo>
                    <a:cubicBezTo>
                      <a:pt x="15843" y="13882"/>
                      <a:pt x="15843" y="13913"/>
                      <a:pt x="15843" y="13945"/>
                    </a:cubicBezTo>
                    <a:cubicBezTo>
                      <a:pt x="15811" y="13945"/>
                      <a:pt x="15780" y="13945"/>
                      <a:pt x="15748" y="13945"/>
                    </a:cubicBezTo>
                    <a:cubicBezTo>
                      <a:pt x="15748" y="13977"/>
                      <a:pt x="15748" y="14008"/>
                      <a:pt x="15748" y="14040"/>
                    </a:cubicBezTo>
                    <a:cubicBezTo>
                      <a:pt x="15685" y="14040"/>
                      <a:pt x="15623" y="14040"/>
                      <a:pt x="15558" y="14040"/>
                    </a:cubicBezTo>
                    <a:cubicBezTo>
                      <a:pt x="15558" y="14071"/>
                      <a:pt x="15558" y="14103"/>
                      <a:pt x="15558" y="14135"/>
                    </a:cubicBezTo>
                    <a:cubicBezTo>
                      <a:pt x="15495" y="14135"/>
                      <a:pt x="15433" y="14135"/>
                      <a:pt x="15368" y="14135"/>
                    </a:cubicBezTo>
                    <a:cubicBezTo>
                      <a:pt x="15368" y="14166"/>
                      <a:pt x="15368" y="14198"/>
                      <a:pt x="15368" y="14230"/>
                    </a:cubicBezTo>
                    <a:cubicBezTo>
                      <a:pt x="15306" y="14230"/>
                      <a:pt x="15243" y="14230"/>
                      <a:pt x="15179" y="14230"/>
                    </a:cubicBezTo>
                    <a:cubicBezTo>
                      <a:pt x="15179" y="14261"/>
                      <a:pt x="15179" y="14293"/>
                      <a:pt x="15179" y="14325"/>
                    </a:cubicBezTo>
                    <a:cubicBezTo>
                      <a:pt x="15116" y="14325"/>
                      <a:pt x="15053" y="14325"/>
                      <a:pt x="14989" y="14325"/>
                    </a:cubicBezTo>
                    <a:cubicBezTo>
                      <a:pt x="14989" y="14356"/>
                      <a:pt x="14989" y="14387"/>
                      <a:pt x="14989" y="14420"/>
                    </a:cubicBezTo>
                    <a:cubicBezTo>
                      <a:pt x="14895" y="14420"/>
                      <a:pt x="14801" y="14420"/>
                      <a:pt x="14704" y="14420"/>
                    </a:cubicBezTo>
                    <a:cubicBezTo>
                      <a:pt x="14704" y="14451"/>
                      <a:pt x="14704" y="14482"/>
                      <a:pt x="14704" y="14515"/>
                    </a:cubicBezTo>
                    <a:cubicBezTo>
                      <a:pt x="14610" y="14515"/>
                      <a:pt x="14516" y="14515"/>
                      <a:pt x="14420" y="14515"/>
                    </a:cubicBezTo>
                    <a:cubicBezTo>
                      <a:pt x="14420" y="14546"/>
                      <a:pt x="14420" y="14577"/>
                      <a:pt x="14420" y="14609"/>
                    </a:cubicBezTo>
                    <a:cubicBezTo>
                      <a:pt x="14326" y="14609"/>
                      <a:pt x="14232" y="14609"/>
                      <a:pt x="14135" y="14609"/>
                    </a:cubicBezTo>
                    <a:cubicBezTo>
                      <a:pt x="14135" y="14641"/>
                      <a:pt x="14135" y="14672"/>
                      <a:pt x="14135" y="14704"/>
                    </a:cubicBezTo>
                    <a:cubicBezTo>
                      <a:pt x="14041" y="14704"/>
                      <a:pt x="13947" y="14704"/>
                      <a:pt x="13850" y="14704"/>
                    </a:cubicBezTo>
                    <a:cubicBezTo>
                      <a:pt x="13850" y="14736"/>
                      <a:pt x="13850" y="14767"/>
                      <a:pt x="13850" y="14799"/>
                    </a:cubicBezTo>
                    <a:cubicBezTo>
                      <a:pt x="13725" y="14799"/>
                      <a:pt x="13600" y="14799"/>
                      <a:pt x="13471" y="14799"/>
                    </a:cubicBezTo>
                    <a:cubicBezTo>
                      <a:pt x="13471" y="14830"/>
                      <a:pt x="13471" y="14862"/>
                      <a:pt x="13471" y="14894"/>
                    </a:cubicBezTo>
                    <a:cubicBezTo>
                      <a:pt x="13314" y="14894"/>
                      <a:pt x="13158" y="14894"/>
                      <a:pt x="12997" y="14894"/>
                    </a:cubicBezTo>
                    <a:cubicBezTo>
                      <a:pt x="12997" y="14925"/>
                      <a:pt x="12997" y="14957"/>
                      <a:pt x="12997" y="14989"/>
                    </a:cubicBezTo>
                    <a:cubicBezTo>
                      <a:pt x="12809" y="14989"/>
                      <a:pt x="12621" y="14989"/>
                      <a:pt x="12427" y="14989"/>
                    </a:cubicBezTo>
                    <a:cubicBezTo>
                      <a:pt x="12427" y="15020"/>
                      <a:pt x="12427" y="15051"/>
                      <a:pt x="12427" y="15084"/>
                    </a:cubicBezTo>
                    <a:cubicBezTo>
                      <a:pt x="12240" y="15084"/>
                      <a:pt x="12052" y="15084"/>
                      <a:pt x="11858" y="15084"/>
                    </a:cubicBezTo>
                    <a:cubicBezTo>
                      <a:pt x="11858" y="15115"/>
                      <a:pt x="11858" y="15146"/>
                      <a:pt x="11858" y="15179"/>
                    </a:cubicBezTo>
                    <a:cubicBezTo>
                      <a:pt x="11639" y="15179"/>
                      <a:pt x="11420" y="15179"/>
                      <a:pt x="11194" y="15179"/>
                    </a:cubicBezTo>
                    <a:cubicBezTo>
                      <a:pt x="11194" y="15210"/>
                      <a:pt x="11194" y="15241"/>
                      <a:pt x="11194" y="15273"/>
                    </a:cubicBezTo>
                    <a:cubicBezTo>
                      <a:pt x="10756" y="15273"/>
                      <a:pt x="10318" y="15273"/>
                      <a:pt x="9866" y="15273"/>
                    </a:cubicBezTo>
                    <a:cubicBezTo>
                      <a:pt x="9866" y="15305"/>
                      <a:pt x="9866" y="15336"/>
                      <a:pt x="9866" y="15368"/>
                    </a:cubicBezTo>
                    <a:cubicBezTo>
                      <a:pt x="8990" y="15368"/>
                      <a:pt x="8113" y="15368"/>
                      <a:pt x="7210" y="15368"/>
                    </a:cubicBezTo>
                    <a:cubicBezTo>
                      <a:pt x="7210" y="15337"/>
                      <a:pt x="7210" y="15306"/>
                      <a:pt x="7210" y="15273"/>
                    </a:cubicBezTo>
                    <a:cubicBezTo>
                      <a:pt x="6803" y="15273"/>
                      <a:pt x="6396" y="15273"/>
                      <a:pt x="5977" y="15273"/>
                    </a:cubicBezTo>
                    <a:cubicBezTo>
                      <a:pt x="5977" y="15242"/>
                      <a:pt x="5977" y="15211"/>
                      <a:pt x="5977" y="15179"/>
                    </a:cubicBezTo>
                    <a:cubicBezTo>
                      <a:pt x="5726" y="15179"/>
                      <a:pt x="5476" y="15179"/>
                      <a:pt x="5218" y="15179"/>
                    </a:cubicBezTo>
                    <a:cubicBezTo>
                      <a:pt x="5218" y="15147"/>
                      <a:pt x="5218" y="15116"/>
                      <a:pt x="5218" y="15084"/>
                    </a:cubicBezTo>
                    <a:cubicBezTo>
                      <a:pt x="4998" y="15084"/>
                      <a:pt x="4779" y="15084"/>
                      <a:pt x="4554" y="15084"/>
                    </a:cubicBezTo>
                    <a:cubicBezTo>
                      <a:pt x="4554" y="15052"/>
                      <a:pt x="4554" y="15021"/>
                      <a:pt x="4554" y="14989"/>
                    </a:cubicBezTo>
                    <a:cubicBezTo>
                      <a:pt x="4397" y="14989"/>
                      <a:pt x="4241" y="14989"/>
                      <a:pt x="4079" y="14989"/>
                    </a:cubicBezTo>
                    <a:cubicBezTo>
                      <a:pt x="4079" y="14958"/>
                      <a:pt x="4079" y="14926"/>
                      <a:pt x="4079" y="14894"/>
                    </a:cubicBezTo>
                    <a:cubicBezTo>
                      <a:pt x="3923" y="14894"/>
                      <a:pt x="3766" y="14894"/>
                      <a:pt x="3605" y="14894"/>
                    </a:cubicBezTo>
                    <a:cubicBezTo>
                      <a:pt x="3605" y="14863"/>
                      <a:pt x="3605" y="14831"/>
                      <a:pt x="3605" y="14799"/>
                    </a:cubicBezTo>
                    <a:cubicBezTo>
                      <a:pt x="3511" y="14799"/>
                      <a:pt x="3417" y="14799"/>
                      <a:pt x="3320" y="14799"/>
                    </a:cubicBezTo>
                    <a:cubicBezTo>
                      <a:pt x="3320" y="14768"/>
                      <a:pt x="3320" y="14736"/>
                      <a:pt x="3320" y="14704"/>
                    </a:cubicBezTo>
                    <a:cubicBezTo>
                      <a:pt x="3195" y="14704"/>
                      <a:pt x="3070" y="14704"/>
                      <a:pt x="2941" y="14704"/>
                    </a:cubicBezTo>
                    <a:cubicBezTo>
                      <a:pt x="2941" y="14673"/>
                      <a:pt x="2941" y="14642"/>
                      <a:pt x="2941" y="14609"/>
                    </a:cubicBezTo>
                    <a:cubicBezTo>
                      <a:pt x="2847" y="14609"/>
                      <a:pt x="2753" y="14609"/>
                      <a:pt x="2656" y="14609"/>
                    </a:cubicBezTo>
                    <a:cubicBezTo>
                      <a:pt x="2656" y="14578"/>
                      <a:pt x="2656" y="14547"/>
                      <a:pt x="2656" y="14515"/>
                    </a:cubicBezTo>
                    <a:cubicBezTo>
                      <a:pt x="2562" y="14515"/>
                      <a:pt x="2468" y="14515"/>
                      <a:pt x="2372" y="14515"/>
                    </a:cubicBezTo>
                    <a:cubicBezTo>
                      <a:pt x="2372" y="14483"/>
                      <a:pt x="2372" y="14452"/>
                      <a:pt x="2372" y="14420"/>
                    </a:cubicBezTo>
                    <a:cubicBezTo>
                      <a:pt x="2278" y="14420"/>
                      <a:pt x="2184" y="14420"/>
                      <a:pt x="2087" y="14420"/>
                    </a:cubicBezTo>
                    <a:cubicBezTo>
                      <a:pt x="2087" y="14388"/>
                      <a:pt x="2087" y="14357"/>
                      <a:pt x="2087" y="14325"/>
                    </a:cubicBezTo>
                    <a:cubicBezTo>
                      <a:pt x="2024" y="14325"/>
                      <a:pt x="1962" y="14325"/>
                      <a:pt x="1897" y="14325"/>
                    </a:cubicBezTo>
                    <a:cubicBezTo>
                      <a:pt x="1897" y="14293"/>
                      <a:pt x="1897" y="14262"/>
                      <a:pt x="1897" y="14230"/>
                    </a:cubicBezTo>
                    <a:cubicBezTo>
                      <a:pt x="1803" y="14230"/>
                      <a:pt x="1709" y="14230"/>
                      <a:pt x="1613" y="14230"/>
                    </a:cubicBezTo>
                    <a:cubicBezTo>
                      <a:pt x="1613" y="14199"/>
                      <a:pt x="1613" y="14167"/>
                      <a:pt x="1613" y="14135"/>
                    </a:cubicBezTo>
                    <a:cubicBezTo>
                      <a:pt x="1550" y="14135"/>
                      <a:pt x="1487" y="14135"/>
                      <a:pt x="1423" y="14135"/>
                    </a:cubicBezTo>
                    <a:cubicBezTo>
                      <a:pt x="1423" y="14104"/>
                      <a:pt x="1423" y="14072"/>
                      <a:pt x="1423" y="14040"/>
                    </a:cubicBezTo>
                    <a:cubicBezTo>
                      <a:pt x="1392" y="14040"/>
                      <a:pt x="1360" y="14040"/>
                      <a:pt x="1328" y="14040"/>
                    </a:cubicBezTo>
                    <a:cubicBezTo>
                      <a:pt x="1328" y="14009"/>
                      <a:pt x="1328" y="13978"/>
                      <a:pt x="1328" y="13945"/>
                    </a:cubicBezTo>
                    <a:cubicBezTo>
                      <a:pt x="1266" y="13945"/>
                      <a:pt x="1203" y="13945"/>
                      <a:pt x="1138" y="13945"/>
                    </a:cubicBezTo>
                    <a:cubicBezTo>
                      <a:pt x="1138" y="13914"/>
                      <a:pt x="1138" y="13883"/>
                      <a:pt x="1138" y="13850"/>
                    </a:cubicBezTo>
                    <a:cubicBezTo>
                      <a:pt x="1076" y="13850"/>
                      <a:pt x="1013" y="13850"/>
                      <a:pt x="949" y="13850"/>
                    </a:cubicBezTo>
                    <a:cubicBezTo>
                      <a:pt x="949" y="13819"/>
                      <a:pt x="949" y="13788"/>
                      <a:pt x="949" y="13756"/>
                    </a:cubicBezTo>
                    <a:cubicBezTo>
                      <a:pt x="917" y="13756"/>
                      <a:pt x="886" y="13756"/>
                      <a:pt x="854" y="13756"/>
                    </a:cubicBezTo>
                    <a:cubicBezTo>
                      <a:pt x="854" y="13724"/>
                      <a:pt x="854" y="13693"/>
                      <a:pt x="854" y="13661"/>
                    </a:cubicBezTo>
                    <a:cubicBezTo>
                      <a:pt x="822" y="13661"/>
                      <a:pt x="791" y="13661"/>
                      <a:pt x="759" y="13661"/>
                    </a:cubicBezTo>
                    <a:cubicBezTo>
                      <a:pt x="759" y="13629"/>
                      <a:pt x="759" y="13598"/>
                      <a:pt x="759" y="13566"/>
                    </a:cubicBezTo>
                    <a:cubicBezTo>
                      <a:pt x="665" y="13566"/>
                      <a:pt x="571" y="13566"/>
                      <a:pt x="474" y="13566"/>
                    </a:cubicBezTo>
                    <a:close/>
                  </a:path>
                </a:pathLst>
              </a:custGeom>
              <a:solidFill>
                <a:srgbClr val="251047"/>
              </a:solidFill>
              <a:ln w="602" cap="flat">
                <a:noFill/>
              </a:ln>
            </p:spPr>
          </p:sp>
          <p:sp>
            <p:nvSpPr>
              <p:cNvPr id="1831" name="ICON_C_MANIFEST_DATABASE_path_005"/>
              <p:cNvSpPr/>
              <p:nvPr/>
            </p:nvSpPr>
            <p:spPr>
              <a:xfrm>
                <a:off x="560373" y="7299878"/>
                <a:ext cx="202406" cy="57830"/>
              </a:xfrm>
              <a:custGeom>
                <a:avLst/>
                <a:gdLst/>
                <a:ahLst/>
                <a:cxnLst/>
                <a:rect l="0" t="0" r="r" b="b"/>
                <a:pathLst>
                  <a:path w="15938" h="4554" fill="norm" stroke="0">
                    <a:moveTo>
                      <a:pt x="5882" y="0"/>
                    </a:moveTo>
                    <a:cubicBezTo>
                      <a:pt x="7228" y="0"/>
                      <a:pt x="8574" y="0"/>
                      <a:pt x="9961" y="0"/>
                    </a:cubicBezTo>
                    <a:cubicBezTo>
                      <a:pt x="9961" y="31"/>
                      <a:pt x="9961" y="63"/>
                      <a:pt x="9961" y="95"/>
                    </a:cubicBezTo>
                    <a:cubicBezTo>
                      <a:pt x="10274" y="95"/>
                      <a:pt x="10587" y="95"/>
                      <a:pt x="10910" y="95"/>
                    </a:cubicBezTo>
                    <a:cubicBezTo>
                      <a:pt x="10910" y="126"/>
                      <a:pt x="10910" y="157"/>
                      <a:pt x="10910" y="190"/>
                    </a:cubicBezTo>
                    <a:cubicBezTo>
                      <a:pt x="11129" y="190"/>
                      <a:pt x="11348" y="190"/>
                      <a:pt x="11574" y="190"/>
                    </a:cubicBezTo>
                    <a:cubicBezTo>
                      <a:pt x="11574" y="221"/>
                      <a:pt x="11574" y="252"/>
                      <a:pt x="11574" y="285"/>
                    </a:cubicBezTo>
                    <a:cubicBezTo>
                      <a:pt x="11761" y="285"/>
                      <a:pt x="11949" y="285"/>
                      <a:pt x="12143" y="285"/>
                    </a:cubicBezTo>
                    <a:cubicBezTo>
                      <a:pt x="12143" y="316"/>
                      <a:pt x="12143" y="347"/>
                      <a:pt x="12143" y="379"/>
                    </a:cubicBezTo>
                    <a:cubicBezTo>
                      <a:pt x="12299" y="379"/>
                      <a:pt x="12456" y="379"/>
                      <a:pt x="12617" y="379"/>
                    </a:cubicBezTo>
                    <a:cubicBezTo>
                      <a:pt x="12617" y="411"/>
                      <a:pt x="12617" y="442"/>
                      <a:pt x="12617" y="474"/>
                    </a:cubicBezTo>
                    <a:cubicBezTo>
                      <a:pt x="12742" y="474"/>
                      <a:pt x="12868" y="474"/>
                      <a:pt x="12997" y="474"/>
                    </a:cubicBezTo>
                    <a:cubicBezTo>
                      <a:pt x="12997" y="506"/>
                      <a:pt x="12997" y="537"/>
                      <a:pt x="12997" y="569"/>
                    </a:cubicBezTo>
                    <a:cubicBezTo>
                      <a:pt x="13122" y="569"/>
                      <a:pt x="13247" y="569"/>
                      <a:pt x="13376" y="569"/>
                    </a:cubicBezTo>
                    <a:cubicBezTo>
                      <a:pt x="13376" y="601"/>
                      <a:pt x="13376" y="632"/>
                      <a:pt x="13376" y="664"/>
                    </a:cubicBezTo>
                    <a:cubicBezTo>
                      <a:pt x="13501" y="664"/>
                      <a:pt x="13627" y="664"/>
                      <a:pt x="13756" y="664"/>
                    </a:cubicBezTo>
                    <a:cubicBezTo>
                      <a:pt x="13756" y="695"/>
                      <a:pt x="13756" y="727"/>
                      <a:pt x="13756" y="759"/>
                    </a:cubicBezTo>
                    <a:cubicBezTo>
                      <a:pt x="13849" y="759"/>
                      <a:pt x="13943" y="759"/>
                      <a:pt x="14040" y="759"/>
                    </a:cubicBezTo>
                    <a:cubicBezTo>
                      <a:pt x="14040" y="790"/>
                      <a:pt x="14040" y="822"/>
                      <a:pt x="14040" y="854"/>
                    </a:cubicBezTo>
                    <a:cubicBezTo>
                      <a:pt x="14103" y="854"/>
                      <a:pt x="14165" y="854"/>
                      <a:pt x="14230" y="854"/>
                    </a:cubicBezTo>
                    <a:cubicBezTo>
                      <a:pt x="14230" y="885"/>
                      <a:pt x="14230" y="916"/>
                      <a:pt x="14230" y="949"/>
                    </a:cubicBezTo>
                    <a:cubicBezTo>
                      <a:pt x="14324" y="949"/>
                      <a:pt x="14418" y="949"/>
                      <a:pt x="14515" y="949"/>
                    </a:cubicBezTo>
                    <a:cubicBezTo>
                      <a:pt x="14515" y="980"/>
                      <a:pt x="14515" y="1011"/>
                      <a:pt x="14515" y="1044"/>
                    </a:cubicBezTo>
                    <a:cubicBezTo>
                      <a:pt x="14577" y="1044"/>
                      <a:pt x="14640" y="1044"/>
                      <a:pt x="14704" y="1044"/>
                    </a:cubicBezTo>
                    <a:cubicBezTo>
                      <a:pt x="14704" y="1075"/>
                      <a:pt x="14704" y="1106"/>
                      <a:pt x="14704" y="1138"/>
                    </a:cubicBezTo>
                    <a:cubicBezTo>
                      <a:pt x="14767" y="1138"/>
                      <a:pt x="14829" y="1138"/>
                      <a:pt x="14894" y="1138"/>
                    </a:cubicBezTo>
                    <a:cubicBezTo>
                      <a:pt x="14894" y="1170"/>
                      <a:pt x="14894" y="1201"/>
                      <a:pt x="14894" y="1233"/>
                    </a:cubicBezTo>
                    <a:cubicBezTo>
                      <a:pt x="14957" y="1233"/>
                      <a:pt x="15019" y="1233"/>
                      <a:pt x="15084" y="1233"/>
                    </a:cubicBezTo>
                    <a:cubicBezTo>
                      <a:pt x="15084" y="1265"/>
                      <a:pt x="15084" y="1296"/>
                      <a:pt x="15084" y="1328"/>
                    </a:cubicBezTo>
                    <a:cubicBezTo>
                      <a:pt x="15146" y="1328"/>
                      <a:pt x="15209" y="1328"/>
                      <a:pt x="15273" y="1328"/>
                    </a:cubicBezTo>
                    <a:cubicBezTo>
                      <a:pt x="15273" y="1359"/>
                      <a:pt x="15273" y="1391"/>
                      <a:pt x="15273" y="1423"/>
                    </a:cubicBezTo>
                    <a:cubicBezTo>
                      <a:pt x="15305" y="1423"/>
                      <a:pt x="15336" y="1423"/>
                      <a:pt x="15368" y="1423"/>
                    </a:cubicBezTo>
                    <a:cubicBezTo>
                      <a:pt x="15368" y="1454"/>
                      <a:pt x="15368" y="1486"/>
                      <a:pt x="15368" y="1518"/>
                    </a:cubicBezTo>
                    <a:cubicBezTo>
                      <a:pt x="15400" y="1518"/>
                      <a:pt x="15431" y="1518"/>
                      <a:pt x="15463" y="1518"/>
                    </a:cubicBezTo>
                    <a:cubicBezTo>
                      <a:pt x="15463" y="1549"/>
                      <a:pt x="15463" y="1580"/>
                      <a:pt x="15463" y="1613"/>
                    </a:cubicBezTo>
                    <a:cubicBezTo>
                      <a:pt x="15494" y="1613"/>
                      <a:pt x="15526" y="1613"/>
                      <a:pt x="15558" y="1613"/>
                    </a:cubicBezTo>
                    <a:cubicBezTo>
                      <a:pt x="15558" y="1644"/>
                      <a:pt x="15558" y="1675"/>
                      <a:pt x="15558" y="1708"/>
                    </a:cubicBezTo>
                    <a:cubicBezTo>
                      <a:pt x="15589" y="1708"/>
                      <a:pt x="15621" y="1708"/>
                      <a:pt x="15653" y="1708"/>
                    </a:cubicBezTo>
                    <a:cubicBezTo>
                      <a:pt x="15653" y="1739"/>
                      <a:pt x="15653" y="1770"/>
                      <a:pt x="15653" y="1802"/>
                    </a:cubicBezTo>
                    <a:cubicBezTo>
                      <a:pt x="15684" y="1802"/>
                      <a:pt x="15716" y="1802"/>
                      <a:pt x="15748" y="1802"/>
                    </a:cubicBezTo>
                    <a:cubicBezTo>
                      <a:pt x="15748" y="1834"/>
                      <a:pt x="15748" y="1865"/>
                      <a:pt x="15748" y="1897"/>
                    </a:cubicBezTo>
                    <a:cubicBezTo>
                      <a:pt x="15779" y="1897"/>
                      <a:pt x="15810" y="1897"/>
                      <a:pt x="15843" y="1897"/>
                    </a:cubicBezTo>
                    <a:cubicBezTo>
                      <a:pt x="15843" y="1929"/>
                      <a:pt x="15843" y="1960"/>
                      <a:pt x="15843" y="1992"/>
                    </a:cubicBezTo>
                    <a:cubicBezTo>
                      <a:pt x="15874" y="1992"/>
                      <a:pt x="15905" y="1992"/>
                      <a:pt x="15938" y="1992"/>
                    </a:cubicBezTo>
                    <a:cubicBezTo>
                      <a:pt x="15938" y="2180"/>
                      <a:pt x="15938" y="2368"/>
                      <a:pt x="15938" y="2561"/>
                    </a:cubicBezTo>
                    <a:cubicBezTo>
                      <a:pt x="15906" y="2561"/>
                      <a:pt x="15875" y="2561"/>
                      <a:pt x="15843" y="2561"/>
                    </a:cubicBezTo>
                    <a:cubicBezTo>
                      <a:pt x="15843" y="2624"/>
                      <a:pt x="15843" y="2687"/>
                      <a:pt x="15843" y="2751"/>
                    </a:cubicBezTo>
                    <a:cubicBezTo>
                      <a:pt x="15811" y="2751"/>
                      <a:pt x="15780" y="2751"/>
                      <a:pt x="15748" y="2751"/>
                    </a:cubicBezTo>
                    <a:cubicBezTo>
                      <a:pt x="15748" y="2782"/>
                      <a:pt x="15748" y="2814"/>
                      <a:pt x="15748" y="2846"/>
                    </a:cubicBezTo>
                    <a:cubicBezTo>
                      <a:pt x="15716" y="2846"/>
                      <a:pt x="15685" y="2846"/>
                      <a:pt x="15653" y="2846"/>
                    </a:cubicBezTo>
                    <a:cubicBezTo>
                      <a:pt x="15653" y="2877"/>
                      <a:pt x="15653" y="2909"/>
                      <a:pt x="15653" y="2941"/>
                    </a:cubicBezTo>
                    <a:cubicBezTo>
                      <a:pt x="15590" y="2941"/>
                      <a:pt x="15528" y="2941"/>
                      <a:pt x="15463" y="2941"/>
                    </a:cubicBezTo>
                    <a:cubicBezTo>
                      <a:pt x="15463" y="2972"/>
                      <a:pt x="15463" y="3003"/>
                      <a:pt x="15463" y="3036"/>
                    </a:cubicBezTo>
                    <a:cubicBezTo>
                      <a:pt x="15432" y="3036"/>
                      <a:pt x="15401" y="3036"/>
                      <a:pt x="15368" y="3036"/>
                    </a:cubicBezTo>
                    <a:cubicBezTo>
                      <a:pt x="15368" y="3067"/>
                      <a:pt x="15368" y="3098"/>
                      <a:pt x="15368" y="3131"/>
                    </a:cubicBezTo>
                    <a:cubicBezTo>
                      <a:pt x="15337" y="3131"/>
                      <a:pt x="15306" y="3131"/>
                      <a:pt x="15273" y="3131"/>
                    </a:cubicBezTo>
                    <a:cubicBezTo>
                      <a:pt x="15273" y="3162"/>
                      <a:pt x="15273" y="3193"/>
                      <a:pt x="15273" y="3225"/>
                    </a:cubicBezTo>
                    <a:cubicBezTo>
                      <a:pt x="15211" y="3225"/>
                      <a:pt x="15148" y="3225"/>
                      <a:pt x="15084" y="3225"/>
                    </a:cubicBezTo>
                    <a:cubicBezTo>
                      <a:pt x="15084" y="3257"/>
                      <a:pt x="15084" y="3288"/>
                      <a:pt x="15084" y="3320"/>
                    </a:cubicBezTo>
                    <a:cubicBezTo>
                      <a:pt x="15021" y="3320"/>
                      <a:pt x="14958" y="3320"/>
                      <a:pt x="14894" y="3320"/>
                    </a:cubicBezTo>
                    <a:cubicBezTo>
                      <a:pt x="14894" y="3352"/>
                      <a:pt x="14894" y="3383"/>
                      <a:pt x="14894" y="3415"/>
                    </a:cubicBezTo>
                    <a:cubicBezTo>
                      <a:pt x="14831" y="3415"/>
                      <a:pt x="14769" y="3415"/>
                      <a:pt x="14704" y="3415"/>
                    </a:cubicBezTo>
                    <a:cubicBezTo>
                      <a:pt x="14704" y="3446"/>
                      <a:pt x="14704" y="3478"/>
                      <a:pt x="14704" y="3510"/>
                    </a:cubicBezTo>
                    <a:cubicBezTo>
                      <a:pt x="14642" y="3510"/>
                      <a:pt x="14579" y="3510"/>
                      <a:pt x="14515" y="3510"/>
                    </a:cubicBezTo>
                    <a:cubicBezTo>
                      <a:pt x="14515" y="3541"/>
                      <a:pt x="14515" y="3573"/>
                      <a:pt x="14515" y="3605"/>
                    </a:cubicBezTo>
                    <a:cubicBezTo>
                      <a:pt x="14421" y="3605"/>
                      <a:pt x="14327" y="3605"/>
                      <a:pt x="14230" y="3605"/>
                    </a:cubicBezTo>
                    <a:cubicBezTo>
                      <a:pt x="14230" y="3636"/>
                      <a:pt x="14230" y="3668"/>
                      <a:pt x="14230" y="3700"/>
                    </a:cubicBezTo>
                    <a:cubicBezTo>
                      <a:pt x="14136" y="3700"/>
                      <a:pt x="14042" y="3700"/>
                      <a:pt x="13945" y="3700"/>
                    </a:cubicBezTo>
                    <a:cubicBezTo>
                      <a:pt x="13945" y="3731"/>
                      <a:pt x="13945" y="3762"/>
                      <a:pt x="13945" y="3795"/>
                    </a:cubicBezTo>
                    <a:cubicBezTo>
                      <a:pt x="13851" y="3795"/>
                      <a:pt x="13757" y="3795"/>
                      <a:pt x="13661" y="3795"/>
                    </a:cubicBezTo>
                    <a:cubicBezTo>
                      <a:pt x="13661" y="3826"/>
                      <a:pt x="13661" y="3857"/>
                      <a:pt x="13661" y="3890"/>
                    </a:cubicBezTo>
                    <a:cubicBezTo>
                      <a:pt x="13535" y="3890"/>
                      <a:pt x="13410" y="3890"/>
                      <a:pt x="13281" y="3890"/>
                    </a:cubicBezTo>
                    <a:cubicBezTo>
                      <a:pt x="13281" y="3921"/>
                      <a:pt x="13281" y="3952"/>
                      <a:pt x="13281" y="3984"/>
                    </a:cubicBezTo>
                    <a:cubicBezTo>
                      <a:pt x="13156" y="3984"/>
                      <a:pt x="13031" y="3984"/>
                      <a:pt x="12902" y="3984"/>
                    </a:cubicBezTo>
                    <a:cubicBezTo>
                      <a:pt x="12902" y="4016"/>
                      <a:pt x="12902" y="4047"/>
                      <a:pt x="12902" y="4079"/>
                    </a:cubicBezTo>
                    <a:cubicBezTo>
                      <a:pt x="12777" y="4079"/>
                      <a:pt x="12651" y="4079"/>
                      <a:pt x="12522" y="4079"/>
                    </a:cubicBezTo>
                    <a:cubicBezTo>
                      <a:pt x="12522" y="4111"/>
                      <a:pt x="12522" y="4142"/>
                      <a:pt x="12522" y="4174"/>
                    </a:cubicBezTo>
                    <a:cubicBezTo>
                      <a:pt x="12366" y="4174"/>
                      <a:pt x="12209" y="4174"/>
                      <a:pt x="12048" y="4174"/>
                    </a:cubicBezTo>
                    <a:cubicBezTo>
                      <a:pt x="12048" y="4205"/>
                      <a:pt x="12048" y="4237"/>
                      <a:pt x="12048" y="4269"/>
                    </a:cubicBezTo>
                    <a:cubicBezTo>
                      <a:pt x="11829" y="4269"/>
                      <a:pt x="11610" y="4269"/>
                      <a:pt x="11384" y="4269"/>
                    </a:cubicBezTo>
                    <a:cubicBezTo>
                      <a:pt x="11384" y="4300"/>
                      <a:pt x="11384" y="4332"/>
                      <a:pt x="11384" y="4364"/>
                    </a:cubicBezTo>
                    <a:cubicBezTo>
                      <a:pt x="11133" y="4364"/>
                      <a:pt x="10883" y="4364"/>
                      <a:pt x="10625" y="4364"/>
                    </a:cubicBezTo>
                    <a:cubicBezTo>
                      <a:pt x="10625" y="4395"/>
                      <a:pt x="10625" y="4426"/>
                      <a:pt x="10625" y="4459"/>
                    </a:cubicBezTo>
                    <a:cubicBezTo>
                      <a:pt x="10187" y="4459"/>
                      <a:pt x="9748" y="4459"/>
                      <a:pt x="9297" y="4459"/>
                    </a:cubicBezTo>
                    <a:cubicBezTo>
                      <a:pt x="9297" y="4490"/>
                      <a:pt x="9297" y="4521"/>
                      <a:pt x="9297" y="4554"/>
                    </a:cubicBezTo>
                    <a:cubicBezTo>
                      <a:pt x="8452" y="4554"/>
                      <a:pt x="7606" y="4554"/>
                      <a:pt x="6735" y="4554"/>
                    </a:cubicBezTo>
                    <a:cubicBezTo>
                      <a:pt x="6735" y="4522"/>
                      <a:pt x="6735" y="4491"/>
                      <a:pt x="6735" y="4459"/>
                    </a:cubicBezTo>
                    <a:cubicBezTo>
                      <a:pt x="6297" y="4459"/>
                      <a:pt x="5859" y="4459"/>
                      <a:pt x="5407" y="4459"/>
                    </a:cubicBezTo>
                    <a:cubicBezTo>
                      <a:pt x="5407" y="4427"/>
                      <a:pt x="5407" y="4396"/>
                      <a:pt x="5407" y="4364"/>
                    </a:cubicBezTo>
                    <a:cubicBezTo>
                      <a:pt x="5126" y="4364"/>
                      <a:pt x="4844" y="4364"/>
                      <a:pt x="4554" y="4364"/>
                    </a:cubicBezTo>
                    <a:cubicBezTo>
                      <a:pt x="4554" y="4333"/>
                      <a:pt x="4554" y="4301"/>
                      <a:pt x="4554" y="4269"/>
                    </a:cubicBezTo>
                    <a:cubicBezTo>
                      <a:pt x="4366" y="4269"/>
                      <a:pt x="4178" y="4269"/>
                      <a:pt x="3984" y="4269"/>
                    </a:cubicBezTo>
                    <a:cubicBezTo>
                      <a:pt x="3984" y="4238"/>
                      <a:pt x="3984" y="4206"/>
                      <a:pt x="3984" y="4174"/>
                    </a:cubicBezTo>
                    <a:cubicBezTo>
                      <a:pt x="3828" y="4174"/>
                      <a:pt x="3671" y="4174"/>
                      <a:pt x="3510" y="4174"/>
                    </a:cubicBezTo>
                    <a:cubicBezTo>
                      <a:pt x="3510" y="4143"/>
                      <a:pt x="3510" y="4111"/>
                      <a:pt x="3510" y="4079"/>
                    </a:cubicBezTo>
                    <a:cubicBezTo>
                      <a:pt x="3354" y="4079"/>
                      <a:pt x="3197" y="4079"/>
                      <a:pt x="3036" y="4079"/>
                    </a:cubicBezTo>
                    <a:cubicBezTo>
                      <a:pt x="3036" y="4048"/>
                      <a:pt x="3036" y="4017"/>
                      <a:pt x="3036" y="3984"/>
                    </a:cubicBezTo>
                    <a:cubicBezTo>
                      <a:pt x="2910" y="3984"/>
                      <a:pt x="2785" y="3984"/>
                      <a:pt x="2656" y="3984"/>
                    </a:cubicBezTo>
                    <a:cubicBezTo>
                      <a:pt x="2656" y="3953"/>
                      <a:pt x="2656" y="3922"/>
                      <a:pt x="2656" y="3890"/>
                    </a:cubicBezTo>
                    <a:cubicBezTo>
                      <a:pt x="2531" y="3890"/>
                      <a:pt x="2406" y="3890"/>
                      <a:pt x="2277" y="3890"/>
                    </a:cubicBezTo>
                    <a:cubicBezTo>
                      <a:pt x="2277" y="3858"/>
                      <a:pt x="2277" y="3827"/>
                      <a:pt x="2277" y="3795"/>
                    </a:cubicBezTo>
                    <a:cubicBezTo>
                      <a:pt x="2183" y="3795"/>
                      <a:pt x="2089" y="3795"/>
                      <a:pt x="1992" y="3795"/>
                    </a:cubicBezTo>
                    <a:cubicBezTo>
                      <a:pt x="1992" y="3763"/>
                      <a:pt x="1992" y="3732"/>
                      <a:pt x="1992" y="3700"/>
                    </a:cubicBezTo>
                    <a:cubicBezTo>
                      <a:pt x="1898" y="3700"/>
                      <a:pt x="1804" y="3700"/>
                      <a:pt x="1708" y="3700"/>
                    </a:cubicBezTo>
                    <a:cubicBezTo>
                      <a:pt x="1708" y="3668"/>
                      <a:pt x="1708" y="3637"/>
                      <a:pt x="1708" y="3605"/>
                    </a:cubicBezTo>
                    <a:cubicBezTo>
                      <a:pt x="1645" y="3605"/>
                      <a:pt x="1582" y="3605"/>
                      <a:pt x="1518" y="3605"/>
                    </a:cubicBezTo>
                    <a:cubicBezTo>
                      <a:pt x="1518" y="3574"/>
                      <a:pt x="1518" y="3542"/>
                      <a:pt x="1518" y="3510"/>
                    </a:cubicBezTo>
                    <a:cubicBezTo>
                      <a:pt x="1455" y="3510"/>
                      <a:pt x="1393" y="3510"/>
                      <a:pt x="1328" y="3510"/>
                    </a:cubicBezTo>
                    <a:cubicBezTo>
                      <a:pt x="1328" y="3479"/>
                      <a:pt x="1328" y="3447"/>
                      <a:pt x="1328" y="3415"/>
                    </a:cubicBezTo>
                    <a:cubicBezTo>
                      <a:pt x="1234" y="3415"/>
                      <a:pt x="1140" y="3415"/>
                      <a:pt x="1044" y="3415"/>
                    </a:cubicBezTo>
                    <a:cubicBezTo>
                      <a:pt x="1044" y="3384"/>
                      <a:pt x="1044" y="3353"/>
                      <a:pt x="1044" y="3320"/>
                    </a:cubicBezTo>
                    <a:cubicBezTo>
                      <a:pt x="1012" y="3320"/>
                      <a:pt x="981" y="3320"/>
                      <a:pt x="949" y="3320"/>
                    </a:cubicBezTo>
                    <a:cubicBezTo>
                      <a:pt x="949" y="3289"/>
                      <a:pt x="949" y="3258"/>
                      <a:pt x="949" y="3225"/>
                    </a:cubicBezTo>
                    <a:cubicBezTo>
                      <a:pt x="886" y="3225"/>
                      <a:pt x="823" y="3225"/>
                      <a:pt x="759" y="3225"/>
                    </a:cubicBezTo>
                    <a:cubicBezTo>
                      <a:pt x="759" y="3194"/>
                      <a:pt x="759" y="3163"/>
                      <a:pt x="759" y="3131"/>
                    </a:cubicBezTo>
                    <a:cubicBezTo>
                      <a:pt x="696" y="3131"/>
                      <a:pt x="634" y="3131"/>
                      <a:pt x="569" y="3131"/>
                    </a:cubicBezTo>
                    <a:cubicBezTo>
                      <a:pt x="569" y="3099"/>
                      <a:pt x="569" y="3068"/>
                      <a:pt x="569" y="3036"/>
                    </a:cubicBezTo>
                    <a:cubicBezTo>
                      <a:pt x="538" y="3036"/>
                      <a:pt x="507" y="3036"/>
                      <a:pt x="474" y="3036"/>
                    </a:cubicBezTo>
                    <a:cubicBezTo>
                      <a:pt x="474" y="3004"/>
                      <a:pt x="474" y="2973"/>
                      <a:pt x="474" y="2941"/>
                    </a:cubicBezTo>
                    <a:cubicBezTo>
                      <a:pt x="443" y="2941"/>
                      <a:pt x="412" y="2941"/>
                      <a:pt x="379" y="2941"/>
                    </a:cubicBezTo>
                    <a:cubicBezTo>
                      <a:pt x="379" y="2910"/>
                      <a:pt x="379" y="2878"/>
                      <a:pt x="379" y="2846"/>
                    </a:cubicBezTo>
                    <a:cubicBezTo>
                      <a:pt x="348" y="2846"/>
                      <a:pt x="317" y="2846"/>
                      <a:pt x="285" y="2846"/>
                    </a:cubicBezTo>
                    <a:cubicBezTo>
                      <a:pt x="285" y="2815"/>
                      <a:pt x="285" y="2783"/>
                      <a:pt x="285" y="2751"/>
                    </a:cubicBezTo>
                    <a:cubicBezTo>
                      <a:pt x="253" y="2751"/>
                      <a:pt x="222" y="2751"/>
                      <a:pt x="190" y="2751"/>
                    </a:cubicBezTo>
                    <a:cubicBezTo>
                      <a:pt x="190" y="2720"/>
                      <a:pt x="190" y="2689"/>
                      <a:pt x="190" y="2656"/>
                    </a:cubicBezTo>
                    <a:cubicBezTo>
                      <a:pt x="158" y="2656"/>
                      <a:pt x="127" y="2656"/>
                      <a:pt x="95" y="2656"/>
                    </a:cubicBezTo>
                    <a:cubicBezTo>
                      <a:pt x="95" y="2625"/>
                      <a:pt x="95" y="2594"/>
                      <a:pt x="95" y="2561"/>
                    </a:cubicBezTo>
                    <a:cubicBezTo>
                      <a:pt x="64" y="2561"/>
                      <a:pt x="32" y="2561"/>
                      <a:pt x="0" y="2561"/>
                    </a:cubicBezTo>
                    <a:cubicBezTo>
                      <a:pt x="0" y="2374"/>
                      <a:pt x="0" y="2186"/>
                      <a:pt x="0" y="1992"/>
                    </a:cubicBezTo>
                    <a:cubicBezTo>
                      <a:pt x="31" y="1992"/>
                      <a:pt x="63" y="1992"/>
                      <a:pt x="95" y="1992"/>
                    </a:cubicBezTo>
                    <a:cubicBezTo>
                      <a:pt x="95" y="1961"/>
                      <a:pt x="95" y="1930"/>
                      <a:pt x="95" y="1897"/>
                    </a:cubicBezTo>
                    <a:cubicBezTo>
                      <a:pt x="126" y="1897"/>
                      <a:pt x="157" y="1897"/>
                      <a:pt x="190" y="1897"/>
                    </a:cubicBezTo>
                    <a:cubicBezTo>
                      <a:pt x="190" y="1835"/>
                      <a:pt x="190" y="1772"/>
                      <a:pt x="190" y="1708"/>
                    </a:cubicBezTo>
                    <a:cubicBezTo>
                      <a:pt x="221" y="1708"/>
                      <a:pt x="252" y="1708"/>
                      <a:pt x="285" y="1708"/>
                    </a:cubicBezTo>
                    <a:cubicBezTo>
                      <a:pt x="285" y="1676"/>
                      <a:pt x="285" y="1645"/>
                      <a:pt x="285" y="1613"/>
                    </a:cubicBezTo>
                    <a:cubicBezTo>
                      <a:pt x="347" y="1613"/>
                      <a:pt x="410" y="1613"/>
                      <a:pt x="474" y="1613"/>
                    </a:cubicBezTo>
                    <a:cubicBezTo>
                      <a:pt x="474" y="1581"/>
                      <a:pt x="474" y="1550"/>
                      <a:pt x="474" y="1518"/>
                    </a:cubicBezTo>
                    <a:cubicBezTo>
                      <a:pt x="506" y="1518"/>
                      <a:pt x="537" y="1518"/>
                      <a:pt x="569" y="1518"/>
                    </a:cubicBezTo>
                    <a:cubicBezTo>
                      <a:pt x="569" y="1487"/>
                      <a:pt x="569" y="1455"/>
                      <a:pt x="569" y="1423"/>
                    </a:cubicBezTo>
                    <a:cubicBezTo>
                      <a:pt x="601" y="1423"/>
                      <a:pt x="632" y="1423"/>
                      <a:pt x="664" y="1423"/>
                    </a:cubicBezTo>
                    <a:cubicBezTo>
                      <a:pt x="664" y="1392"/>
                      <a:pt x="664" y="1360"/>
                      <a:pt x="664" y="1328"/>
                    </a:cubicBezTo>
                    <a:cubicBezTo>
                      <a:pt x="727" y="1328"/>
                      <a:pt x="789" y="1328"/>
                      <a:pt x="854" y="1328"/>
                    </a:cubicBezTo>
                    <a:cubicBezTo>
                      <a:pt x="854" y="1297"/>
                      <a:pt x="854" y="1266"/>
                      <a:pt x="854" y="1233"/>
                    </a:cubicBezTo>
                    <a:cubicBezTo>
                      <a:pt x="916" y="1233"/>
                      <a:pt x="979" y="1233"/>
                      <a:pt x="1044" y="1233"/>
                    </a:cubicBezTo>
                    <a:cubicBezTo>
                      <a:pt x="1044" y="1202"/>
                      <a:pt x="1044" y="1171"/>
                      <a:pt x="1044" y="1138"/>
                    </a:cubicBezTo>
                    <a:cubicBezTo>
                      <a:pt x="1106" y="1138"/>
                      <a:pt x="1169" y="1138"/>
                      <a:pt x="1233" y="1138"/>
                    </a:cubicBezTo>
                    <a:cubicBezTo>
                      <a:pt x="1233" y="1107"/>
                      <a:pt x="1233" y="1076"/>
                      <a:pt x="1233" y="1044"/>
                    </a:cubicBezTo>
                    <a:cubicBezTo>
                      <a:pt x="1296" y="1044"/>
                      <a:pt x="1358" y="1044"/>
                      <a:pt x="1423" y="1044"/>
                    </a:cubicBezTo>
                    <a:cubicBezTo>
                      <a:pt x="1423" y="1012"/>
                      <a:pt x="1423" y="981"/>
                      <a:pt x="1423" y="949"/>
                    </a:cubicBezTo>
                    <a:cubicBezTo>
                      <a:pt x="1517" y="949"/>
                      <a:pt x="1611" y="949"/>
                      <a:pt x="1708" y="949"/>
                    </a:cubicBezTo>
                    <a:cubicBezTo>
                      <a:pt x="1708" y="917"/>
                      <a:pt x="1708" y="886"/>
                      <a:pt x="1708" y="854"/>
                    </a:cubicBezTo>
                    <a:cubicBezTo>
                      <a:pt x="1802" y="854"/>
                      <a:pt x="1895" y="854"/>
                      <a:pt x="1992" y="854"/>
                    </a:cubicBezTo>
                    <a:cubicBezTo>
                      <a:pt x="1992" y="822"/>
                      <a:pt x="1992" y="791"/>
                      <a:pt x="1992" y="759"/>
                    </a:cubicBezTo>
                    <a:cubicBezTo>
                      <a:pt x="2086" y="759"/>
                      <a:pt x="2180" y="759"/>
                      <a:pt x="2277" y="759"/>
                    </a:cubicBezTo>
                    <a:cubicBezTo>
                      <a:pt x="2277" y="728"/>
                      <a:pt x="2277" y="696"/>
                      <a:pt x="2277" y="664"/>
                    </a:cubicBezTo>
                    <a:cubicBezTo>
                      <a:pt x="2371" y="664"/>
                      <a:pt x="2465" y="664"/>
                      <a:pt x="2561" y="664"/>
                    </a:cubicBezTo>
                    <a:cubicBezTo>
                      <a:pt x="2561" y="633"/>
                      <a:pt x="2561" y="601"/>
                      <a:pt x="2561" y="569"/>
                    </a:cubicBezTo>
                    <a:cubicBezTo>
                      <a:pt x="2687" y="569"/>
                      <a:pt x="2812" y="569"/>
                      <a:pt x="2941" y="569"/>
                    </a:cubicBezTo>
                    <a:cubicBezTo>
                      <a:pt x="2941" y="538"/>
                      <a:pt x="2941" y="507"/>
                      <a:pt x="2941" y="474"/>
                    </a:cubicBezTo>
                    <a:cubicBezTo>
                      <a:pt x="3097" y="474"/>
                      <a:pt x="3254" y="474"/>
                      <a:pt x="3415" y="474"/>
                    </a:cubicBezTo>
                    <a:cubicBezTo>
                      <a:pt x="3415" y="443"/>
                      <a:pt x="3415" y="412"/>
                      <a:pt x="3415" y="379"/>
                    </a:cubicBezTo>
                    <a:cubicBezTo>
                      <a:pt x="3572" y="379"/>
                      <a:pt x="3728" y="379"/>
                      <a:pt x="3890" y="379"/>
                    </a:cubicBezTo>
                    <a:cubicBezTo>
                      <a:pt x="3890" y="348"/>
                      <a:pt x="3890" y="317"/>
                      <a:pt x="3890" y="285"/>
                    </a:cubicBezTo>
                    <a:cubicBezTo>
                      <a:pt x="4077" y="285"/>
                      <a:pt x="4265" y="285"/>
                      <a:pt x="4459" y="285"/>
                    </a:cubicBezTo>
                    <a:cubicBezTo>
                      <a:pt x="4459" y="253"/>
                      <a:pt x="4459" y="222"/>
                      <a:pt x="4459" y="190"/>
                    </a:cubicBezTo>
                    <a:cubicBezTo>
                      <a:pt x="4678" y="190"/>
                      <a:pt x="4897" y="190"/>
                      <a:pt x="5123" y="190"/>
                    </a:cubicBezTo>
                    <a:cubicBezTo>
                      <a:pt x="5123" y="158"/>
                      <a:pt x="5123" y="127"/>
                      <a:pt x="5123" y="95"/>
                    </a:cubicBezTo>
                    <a:cubicBezTo>
                      <a:pt x="5373" y="95"/>
                      <a:pt x="5624" y="95"/>
                      <a:pt x="5882" y="95"/>
                    </a:cubicBezTo>
                    <a:cubicBezTo>
                      <a:pt x="5882" y="64"/>
                      <a:pt x="5882" y="32"/>
                      <a:pt x="588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02" cap="flat">
                <a:noFill/>
              </a:ln>
            </p:spPr>
          </p:sp>
          <p:sp>
            <p:nvSpPr>
              <p:cNvPr id="1832" name="ICON_C_MANIFEST_DATABASE_path_006"/>
              <p:cNvSpPr/>
              <p:nvPr/>
            </p:nvSpPr>
            <p:spPr>
              <a:xfrm>
                <a:off x="715792" y="7429996"/>
                <a:ext cx="27710" cy="27710"/>
              </a:xfrm>
              <a:custGeom>
                <a:avLst/>
                <a:gdLst/>
                <a:ahLst/>
                <a:cxnLst/>
                <a:rect l="0" t="0" r="r" b="b"/>
                <a:pathLst>
                  <a:path w="2182" h="2182" fill="norm" stroke="0">
                    <a:moveTo>
                      <a:pt x="854" y="0"/>
                    </a:moveTo>
                    <a:cubicBezTo>
                      <a:pt x="1010" y="0"/>
                      <a:pt x="1167" y="0"/>
                      <a:pt x="1328" y="0"/>
                    </a:cubicBezTo>
                    <a:cubicBezTo>
                      <a:pt x="1328" y="31"/>
                      <a:pt x="1328" y="63"/>
                      <a:pt x="1328" y="95"/>
                    </a:cubicBezTo>
                    <a:cubicBezTo>
                      <a:pt x="1422" y="95"/>
                      <a:pt x="1516" y="95"/>
                      <a:pt x="1613" y="95"/>
                    </a:cubicBezTo>
                    <a:cubicBezTo>
                      <a:pt x="1613" y="126"/>
                      <a:pt x="1613" y="157"/>
                      <a:pt x="1613" y="190"/>
                    </a:cubicBezTo>
                    <a:cubicBezTo>
                      <a:pt x="1644" y="190"/>
                      <a:pt x="1675" y="190"/>
                      <a:pt x="1708" y="190"/>
                    </a:cubicBezTo>
                    <a:cubicBezTo>
                      <a:pt x="1708" y="221"/>
                      <a:pt x="1708" y="252"/>
                      <a:pt x="1708" y="285"/>
                    </a:cubicBezTo>
                    <a:cubicBezTo>
                      <a:pt x="1770" y="285"/>
                      <a:pt x="1833" y="285"/>
                      <a:pt x="1897" y="285"/>
                    </a:cubicBezTo>
                    <a:cubicBezTo>
                      <a:pt x="1897" y="316"/>
                      <a:pt x="1897" y="347"/>
                      <a:pt x="1897" y="379"/>
                    </a:cubicBezTo>
                    <a:cubicBezTo>
                      <a:pt x="1929" y="379"/>
                      <a:pt x="1960" y="379"/>
                      <a:pt x="1992" y="379"/>
                    </a:cubicBezTo>
                    <a:cubicBezTo>
                      <a:pt x="1992" y="442"/>
                      <a:pt x="1992" y="505"/>
                      <a:pt x="1992" y="569"/>
                    </a:cubicBezTo>
                    <a:cubicBezTo>
                      <a:pt x="2023" y="569"/>
                      <a:pt x="2055" y="569"/>
                      <a:pt x="2087" y="569"/>
                    </a:cubicBezTo>
                    <a:cubicBezTo>
                      <a:pt x="2087" y="632"/>
                      <a:pt x="2087" y="694"/>
                      <a:pt x="2087" y="759"/>
                    </a:cubicBezTo>
                    <a:cubicBezTo>
                      <a:pt x="2118" y="759"/>
                      <a:pt x="2150" y="759"/>
                      <a:pt x="2182" y="759"/>
                    </a:cubicBezTo>
                    <a:cubicBezTo>
                      <a:pt x="2182" y="947"/>
                      <a:pt x="2182" y="1135"/>
                      <a:pt x="2182" y="1328"/>
                    </a:cubicBezTo>
                    <a:cubicBezTo>
                      <a:pt x="2151" y="1328"/>
                      <a:pt x="2119" y="1328"/>
                      <a:pt x="2087" y="1328"/>
                    </a:cubicBezTo>
                    <a:cubicBezTo>
                      <a:pt x="2087" y="1422"/>
                      <a:pt x="2087" y="1516"/>
                      <a:pt x="2087" y="1613"/>
                    </a:cubicBezTo>
                    <a:cubicBezTo>
                      <a:pt x="2056" y="1613"/>
                      <a:pt x="2024" y="1613"/>
                      <a:pt x="1992" y="1613"/>
                    </a:cubicBezTo>
                    <a:cubicBezTo>
                      <a:pt x="1992" y="1644"/>
                      <a:pt x="1992" y="1675"/>
                      <a:pt x="1992" y="1708"/>
                    </a:cubicBezTo>
                    <a:cubicBezTo>
                      <a:pt x="1961" y="1708"/>
                      <a:pt x="1930" y="1708"/>
                      <a:pt x="1897" y="1708"/>
                    </a:cubicBezTo>
                    <a:cubicBezTo>
                      <a:pt x="1897" y="1739"/>
                      <a:pt x="1897" y="1770"/>
                      <a:pt x="1897" y="1802"/>
                    </a:cubicBezTo>
                    <a:cubicBezTo>
                      <a:pt x="1866" y="1802"/>
                      <a:pt x="1835" y="1802"/>
                      <a:pt x="1802" y="1802"/>
                    </a:cubicBezTo>
                    <a:cubicBezTo>
                      <a:pt x="1802" y="1834"/>
                      <a:pt x="1802" y="1865"/>
                      <a:pt x="1802" y="1897"/>
                    </a:cubicBezTo>
                    <a:cubicBezTo>
                      <a:pt x="1771" y="1897"/>
                      <a:pt x="1740" y="1897"/>
                      <a:pt x="1708" y="1897"/>
                    </a:cubicBezTo>
                    <a:cubicBezTo>
                      <a:pt x="1708" y="1929"/>
                      <a:pt x="1708" y="1960"/>
                      <a:pt x="1708" y="1992"/>
                    </a:cubicBezTo>
                    <a:cubicBezTo>
                      <a:pt x="1645" y="1992"/>
                      <a:pt x="1582" y="1992"/>
                      <a:pt x="1518" y="1992"/>
                    </a:cubicBezTo>
                    <a:cubicBezTo>
                      <a:pt x="1518" y="2023"/>
                      <a:pt x="1518" y="2055"/>
                      <a:pt x="1518" y="2087"/>
                    </a:cubicBezTo>
                    <a:cubicBezTo>
                      <a:pt x="1455" y="2087"/>
                      <a:pt x="1393" y="2087"/>
                      <a:pt x="1328" y="2087"/>
                    </a:cubicBezTo>
                    <a:cubicBezTo>
                      <a:pt x="1328" y="2118"/>
                      <a:pt x="1328" y="2150"/>
                      <a:pt x="1328" y="2182"/>
                    </a:cubicBezTo>
                    <a:cubicBezTo>
                      <a:pt x="1172" y="2182"/>
                      <a:pt x="1015" y="2182"/>
                      <a:pt x="854" y="2182"/>
                    </a:cubicBezTo>
                    <a:cubicBezTo>
                      <a:pt x="854" y="2151"/>
                      <a:pt x="854" y="2119"/>
                      <a:pt x="854" y="2087"/>
                    </a:cubicBezTo>
                    <a:cubicBezTo>
                      <a:pt x="760" y="2087"/>
                      <a:pt x="666" y="2087"/>
                      <a:pt x="569" y="2087"/>
                    </a:cubicBezTo>
                    <a:cubicBezTo>
                      <a:pt x="569" y="2056"/>
                      <a:pt x="569" y="2024"/>
                      <a:pt x="569" y="1992"/>
                    </a:cubicBezTo>
                    <a:cubicBezTo>
                      <a:pt x="538" y="1992"/>
                      <a:pt x="507" y="1992"/>
                      <a:pt x="474" y="1992"/>
                    </a:cubicBezTo>
                    <a:cubicBezTo>
                      <a:pt x="474" y="1961"/>
                      <a:pt x="474" y="1930"/>
                      <a:pt x="474" y="1897"/>
                    </a:cubicBezTo>
                    <a:cubicBezTo>
                      <a:pt x="443" y="1897"/>
                      <a:pt x="412" y="1897"/>
                      <a:pt x="379" y="1897"/>
                    </a:cubicBezTo>
                    <a:cubicBezTo>
                      <a:pt x="379" y="1866"/>
                      <a:pt x="379" y="1835"/>
                      <a:pt x="379" y="1802"/>
                    </a:cubicBezTo>
                    <a:cubicBezTo>
                      <a:pt x="348" y="1802"/>
                      <a:pt x="317" y="1802"/>
                      <a:pt x="285" y="1802"/>
                    </a:cubicBezTo>
                    <a:cubicBezTo>
                      <a:pt x="285" y="1771"/>
                      <a:pt x="285" y="1740"/>
                      <a:pt x="285" y="1708"/>
                    </a:cubicBezTo>
                    <a:cubicBezTo>
                      <a:pt x="253" y="1708"/>
                      <a:pt x="222" y="1708"/>
                      <a:pt x="190" y="1708"/>
                    </a:cubicBezTo>
                    <a:cubicBezTo>
                      <a:pt x="190" y="1676"/>
                      <a:pt x="190" y="1645"/>
                      <a:pt x="190" y="1613"/>
                    </a:cubicBezTo>
                    <a:cubicBezTo>
                      <a:pt x="158" y="1613"/>
                      <a:pt x="127" y="1613"/>
                      <a:pt x="95" y="1613"/>
                    </a:cubicBezTo>
                    <a:cubicBezTo>
                      <a:pt x="95" y="1519"/>
                      <a:pt x="95" y="1425"/>
                      <a:pt x="95" y="1328"/>
                    </a:cubicBezTo>
                    <a:cubicBezTo>
                      <a:pt x="64" y="1328"/>
                      <a:pt x="32" y="1328"/>
                      <a:pt x="0" y="1328"/>
                    </a:cubicBezTo>
                    <a:cubicBezTo>
                      <a:pt x="0" y="1172"/>
                      <a:pt x="0" y="1015"/>
                      <a:pt x="0" y="854"/>
                    </a:cubicBezTo>
                    <a:cubicBezTo>
                      <a:pt x="31" y="854"/>
                      <a:pt x="63" y="854"/>
                      <a:pt x="95" y="854"/>
                    </a:cubicBezTo>
                    <a:cubicBezTo>
                      <a:pt x="95" y="760"/>
                      <a:pt x="95" y="666"/>
                      <a:pt x="95" y="569"/>
                    </a:cubicBezTo>
                    <a:cubicBezTo>
                      <a:pt x="126" y="569"/>
                      <a:pt x="157" y="569"/>
                      <a:pt x="190" y="569"/>
                    </a:cubicBezTo>
                    <a:cubicBezTo>
                      <a:pt x="190" y="538"/>
                      <a:pt x="190" y="507"/>
                      <a:pt x="190" y="474"/>
                    </a:cubicBezTo>
                    <a:cubicBezTo>
                      <a:pt x="221" y="474"/>
                      <a:pt x="252" y="474"/>
                      <a:pt x="285" y="474"/>
                    </a:cubicBezTo>
                    <a:cubicBezTo>
                      <a:pt x="285" y="443"/>
                      <a:pt x="285" y="412"/>
                      <a:pt x="285" y="379"/>
                    </a:cubicBezTo>
                    <a:cubicBezTo>
                      <a:pt x="316" y="379"/>
                      <a:pt x="347" y="379"/>
                      <a:pt x="379" y="379"/>
                    </a:cubicBezTo>
                    <a:cubicBezTo>
                      <a:pt x="379" y="348"/>
                      <a:pt x="379" y="317"/>
                      <a:pt x="379" y="285"/>
                    </a:cubicBezTo>
                    <a:cubicBezTo>
                      <a:pt x="411" y="285"/>
                      <a:pt x="442" y="285"/>
                      <a:pt x="474" y="285"/>
                    </a:cubicBezTo>
                    <a:cubicBezTo>
                      <a:pt x="474" y="253"/>
                      <a:pt x="474" y="222"/>
                      <a:pt x="474" y="190"/>
                    </a:cubicBezTo>
                    <a:cubicBezTo>
                      <a:pt x="506" y="190"/>
                      <a:pt x="537" y="190"/>
                      <a:pt x="569" y="190"/>
                    </a:cubicBezTo>
                    <a:cubicBezTo>
                      <a:pt x="569" y="158"/>
                      <a:pt x="569" y="127"/>
                      <a:pt x="569" y="95"/>
                    </a:cubicBezTo>
                    <a:cubicBezTo>
                      <a:pt x="663" y="95"/>
                      <a:pt x="757" y="95"/>
                      <a:pt x="854" y="95"/>
                    </a:cubicBezTo>
                    <a:cubicBezTo>
                      <a:pt x="854" y="64"/>
                      <a:pt x="854" y="32"/>
                      <a:pt x="854" y="0"/>
                    </a:cubicBezTo>
                    <a:close/>
                    <a:moveTo>
                      <a:pt x="759" y="569"/>
                    </a:moveTo>
                    <a:cubicBezTo>
                      <a:pt x="759" y="601"/>
                      <a:pt x="759" y="632"/>
                      <a:pt x="759" y="664"/>
                    </a:cubicBezTo>
                    <a:cubicBezTo>
                      <a:pt x="728" y="664"/>
                      <a:pt x="696" y="664"/>
                      <a:pt x="664" y="664"/>
                    </a:cubicBezTo>
                    <a:cubicBezTo>
                      <a:pt x="664" y="727"/>
                      <a:pt x="664" y="789"/>
                      <a:pt x="664" y="854"/>
                    </a:cubicBezTo>
                    <a:cubicBezTo>
                      <a:pt x="633" y="854"/>
                      <a:pt x="601" y="854"/>
                      <a:pt x="569" y="854"/>
                    </a:cubicBezTo>
                    <a:cubicBezTo>
                      <a:pt x="569" y="1010"/>
                      <a:pt x="569" y="1167"/>
                      <a:pt x="569" y="1328"/>
                    </a:cubicBezTo>
                    <a:cubicBezTo>
                      <a:pt x="601" y="1328"/>
                      <a:pt x="632" y="1328"/>
                      <a:pt x="664" y="1328"/>
                    </a:cubicBezTo>
                    <a:cubicBezTo>
                      <a:pt x="664" y="1359"/>
                      <a:pt x="664" y="1391"/>
                      <a:pt x="664" y="1423"/>
                    </a:cubicBezTo>
                    <a:cubicBezTo>
                      <a:pt x="695" y="1423"/>
                      <a:pt x="727" y="1423"/>
                      <a:pt x="759" y="1423"/>
                    </a:cubicBezTo>
                    <a:cubicBezTo>
                      <a:pt x="759" y="1454"/>
                      <a:pt x="759" y="1486"/>
                      <a:pt x="759" y="1518"/>
                    </a:cubicBezTo>
                    <a:cubicBezTo>
                      <a:pt x="790" y="1518"/>
                      <a:pt x="822" y="1518"/>
                      <a:pt x="854" y="1518"/>
                    </a:cubicBezTo>
                    <a:cubicBezTo>
                      <a:pt x="854" y="1549"/>
                      <a:pt x="854" y="1580"/>
                      <a:pt x="854" y="1613"/>
                    </a:cubicBezTo>
                    <a:cubicBezTo>
                      <a:pt x="1010" y="1613"/>
                      <a:pt x="1167" y="1613"/>
                      <a:pt x="1328" y="1613"/>
                    </a:cubicBezTo>
                    <a:cubicBezTo>
                      <a:pt x="1328" y="1581"/>
                      <a:pt x="1328" y="1550"/>
                      <a:pt x="1328" y="1518"/>
                    </a:cubicBezTo>
                    <a:cubicBezTo>
                      <a:pt x="1359" y="1518"/>
                      <a:pt x="1391" y="1518"/>
                      <a:pt x="1423" y="1518"/>
                    </a:cubicBezTo>
                    <a:cubicBezTo>
                      <a:pt x="1423" y="1487"/>
                      <a:pt x="1423" y="1455"/>
                      <a:pt x="1423" y="1423"/>
                    </a:cubicBezTo>
                    <a:cubicBezTo>
                      <a:pt x="1454" y="1423"/>
                      <a:pt x="1486" y="1423"/>
                      <a:pt x="1518" y="1423"/>
                    </a:cubicBezTo>
                    <a:cubicBezTo>
                      <a:pt x="1518" y="1392"/>
                      <a:pt x="1518" y="1360"/>
                      <a:pt x="1518" y="1328"/>
                    </a:cubicBezTo>
                    <a:cubicBezTo>
                      <a:pt x="1549" y="1328"/>
                      <a:pt x="1580" y="1328"/>
                      <a:pt x="1613" y="1328"/>
                    </a:cubicBezTo>
                    <a:cubicBezTo>
                      <a:pt x="1613" y="1140"/>
                      <a:pt x="1613" y="952"/>
                      <a:pt x="1613" y="759"/>
                    </a:cubicBezTo>
                    <a:cubicBezTo>
                      <a:pt x="1581" y="759"/>
                      <a:pt x="1550" y="759"/>
                      <a:pt x="1518" y="759"/>
                    </a:cubicBezTo>
                    <a:cubicBezTo>
                      <a:pt x="1518" y="728"/>
                      <a:pt x="1518" y="696"/>
                      <a:pt x="1518" y="664"/>
                    </a:cubicBezTo>
                    <a:cubicBezTo>
                      <a:pt x="1487" y="664"/>
                      <a:pt x="1455" y="664"/>
                      <a:pt x="1423" y="664"/>
                    </a:cubicBezTo>
                    <a:cubicBezTo>
                      <a:pt x="1423" y="633"/>
                      <a:pt x="1423" y="601"/>
                      <a:pt x="1423" y="569"/>
                    </a:cubicBezTo>
                    <a:cubicBezTo>
                      <a:pt x="1204" y="569"/>
                      <a:pt x="985" y="569"/>
                      <a:pt x="759" y="569"/>
                    </a:cubicBezTo>
                    <a:close/>
                  </a:path>
                </a:pathLst>
              </a:custGeom>
              <a:solidFill>
                <a:srgbClr val="251047"/>
              </a:solidFill>
              <a:ln w="602" cap="flat">
                <a:noFill/>
              </a:ln>
            </p:spPr>
          </p:sp>
          <p:sp>
            <p:nvSpPr>
              <p:cNvPr id="1833" name="ICON_C_MANIFEST_DATABASE_path_007"/>
              <p:cNvSpPr/>
              <p:nvPr/>
            </p:nvSpPr>
            <p:spPr>
              <a:xfrm>
                <a:off x="715792" y="7492646"/>
                <a:ext cx="27710" cy="26506"/>
              </a:xfrm>
              <a:custGeom>
                <a:avLst/>
                <a:gdLst/>
                <a:ahLst/>
                <a:cxnLst/>
                <a:rect l="0" t="0" r="r" b="b"/>
                <a:pathLst>
                  <a:path w="2182" h="2087" fill="norm" stroke="0">
                    <a:moveTo>
                      <a:pt x="664" y="0"/>
                    </a:moveTo>
                    <a:cubicBezTo>
                      <a:pt x="946" y="0"/>
                      <a:pt x="1228" y="0"/>
                      <a:pt x="1518" y="0"/>
                    </a:cubicBezTo>
                    <a:cubicBezTo>
                      <a:pt x="1518" y="31"/>
                      <a:pt x="1518" y="63"/>
                      <a:pt x="1518" y="95"/>
                    </a:cubicBezTo>
                    <a:cubicBezTo>
                      <a:pt x="1580" y="95"/>
                      <a:pt x="1643" y="95"/>
                      <a:pt x="1708" y="95"/>
                    </a:cubicBezTo>
                    <a:cubicBezTo>
                      <a:pt x="1708" y="126"/>
                      <a:pt x="1708" y="157"/>
                      <a:pt x="1708" y="190"/>
                    </a:cubicBezTo>
                    <a:cubicBezTo>
                      <a:pt x="1739" y="190"/>
                      <a:pt x="1770" y="190"/>
                      <a:pt x="1802" y="190"/>
                    </a:cubicBezTo>
                    <a:cubicBezTo>
                      <a:pt x="1802" y="221"/>
                      <a:pt x="1802" y="252"/>
                      <a:pt x="1802" y="285"/>
                    </a:cubicBezTo>
                    <a:cubicBezTo>
                      <a:pt x="1834" y="285"/>
                      <a:pt x="1865" y="285"/>
                      <a:pt x="1897" y="285"/>
                    </a:cubicBezTo>
                    <a:cubicBezTo>
                      <a:pt x="1897" y="316"/>
                      <a:pt x="1897" y="347"/>
                      <a:pt x="1897" y="379"/>
                    </a:cubicBezTo>
                    <a:cubicBezTo>
                      <a:pt x="1929" y="379"/>
                      <a:pt x="1960" y="379"/>
                      <a:pt x="1992" y="379"/>
                    </a:cubicBezTo>
                    <a:cubicBezTo>
                      <a:pt x="1992" y="411"/>
                      <a:pt x="1992" y="442"/>
                      <a:pt x="1992" y="474"/>
                    </a:cubicBezTo>
                    <a:cubicBezTo>
                      <a:pt x="2023" y="474"/>
                      <a:pt x="2055" y="474"/>
                      <a:pt x="2087" y="474"/>
                    </a:cubicBezTo>
                    <a:cubicBezTo>
                      <a:pt x="2087" y="568"/>
                      <a:pt x="2087" y="662"/>
                      <a:pt x="2087" y="759"/>
                    </a:cubicBezTo>
                    <a:cubicBezTo>
                      <a:pt x="2118" y="759"/>
                      <a:pt x="2150" y="759"/>
                      <a:pt x="2182" y="759"/>
                    </a:cubicBezTo>
                    <a:cubicBezTo>
                      <a:pt x="2182" y="915"/>
                      <a:pt x="2182" y="1072"/>
                      <a:pt x="2182" y="1233"/>
                    </a:cubicBezTo>
                    <a:cubicBezTo>
                      <a:pt x="2151" y="1233"/>
                      <a:pt x="2119" y="1233"/>
                      <a:pt x="2087" y="1233"/>
                    </a:cubicBezTo>
                    <a:cubicBezTo>
                      <a:pt x="2087" y="1327"/>
                      <a:pt x="2087" y="1421"/>
                      <a:pt x="2087" y="1518"/>
                    </a:cubicBezTo>
                    <a:cubicBezTo>
                      <a:pt x="2056" y="1518"/>
                      <a:pt x="2024" y="1518"/>
                      <a:pt x="1992" y="1518"/>
                    </a:cubicBezTo>
                    <a:cubicBezTo>
                      <a:pt x="1992" y="1580"/>
                      <a:pt x="1992" y="1643"/>
                      <a:pt x="1992" y="1708"/>
                    </a:cubicBezTo>
                    <a:cubicBezTo>
                      <a:pt x="1961" y="1708"/>
                      <a:pt x="1930" y="1708"/>
                      <a:pt x="1897" y="1708"/>
                    </a:cubicBezTo>
                    <a:cubicBezTo>
                      <a:pt x="1897" y="1739"/>
                      <a:pt x="1897" y="1770"/>
                      <a:pt x="1897" y="1802"/>
                    </a:cubicBezTo>
                    <a:cubicBezTo>
                      <a:pt x="1866" y="1802"/>
                      <a:pt x="1835" y="1802"/>
                      <a:pt x="1802" y="1802"/>
                    </a:cubicBezTo>
                    <a:cubicBezTo>
                      <a:pt x="1802" y="1834"/>
                      <a:pt x="1802" y="1865"/>
                      <a:pt x="1802" y="1897"/>
                    </a:cubicBezTo>
                    <a:cubicBezTo>
                      <a:pt x="1771" y="1897"/>
                      <a:pt x="1740" y="1897"/>
                      <a:pt x="1708" y="1897"/>
                    </a:cubicBezTo>
                    <a:cubicBezTo>
                      <a:pt x="1708" y="1929"/>
                      <a:pt x="1708" y="1960"/>
                      <a:pt x="1708" y="1992"/>
                    </a:cubicBezTo>
                    <a:cubicBezTo>
                      <a:pt x="1645" y="1992"/>
                      <a:pt x="1582" y="1992"/>
                      <a:pt x="1518" y="1992"/>
                    </a:cubicBezTo>
                    <a:cubicBezTo>
                      <a:pt x="1518" y="2023"/>
                      <a:pt x="1518" y="2055"/>
                      <a:pt x="1518" y="2087"/>
                    </a:cubicBezTo>
                    <a:cubicBezTo>
                      <a:pt x="1236" y="2087"/>
                      <a:pt x="954" y="2087"/>
                      <a:pt x="664" y="2087"/>
                    </a:cubicBezTo>
                    <a:cubicBezTo>
                      <a:pt x="664" y="2056"/>
                      <a:pt x="664" y="2024"/>
                      <a:pt x="664" y="1992"/>
                    </a:cubicBezTo>
                    <a:cubicBezTo>
                      <a:pt x="601" y="1992"/>
                      <a:pt x="539" y="1992"/>
                      <a:pt x="474" y="1992"/>
                    </a:cubicBezTo>
                    <a:cubicBezTo>
                      <a:pt x="474" y="1961"/>
                      <a:pt x="474" y="1930"/>
                      <a:pt x="474" y="1897"/>
                    </a:cubicBezTo>
                    <a:cubicBezTo>
                      <a:pt x="443" y="1897"/>
                      <a:pt x="412" y="1897"/>
                      <a:pt x="379" y="1897"/>
                    </a:cubicBezTo>
                    <a:cubicBezTo>
                      <a:pt x="379" y="1866"/>
                      <a:pt x="379" y="1835"/>
                      <a:pt x="379" y="1802"/>
                    </a:cubicBezTo>
                    <a:cubicBezTo>
                      <a:pt x="348" y="1802"/>
                      <a:pt x="317" y="1802"/>
                      <a:pt x="285" y="1802"/>
                    </a:cubicBezTo>
                    <a:cubicBezTo>
                      <a:pt x="285" y="1771"/>
                      <a:pt x="285" y="1740"/>
                      <a:pt x="285" y="1708"/>
                    </a:cubicBezTo>
                    <a:cubicBezTo>
                      <a:pt x="253" y="1708"/>
                      <a:pt x="222" y="1708"/>
                      <a:pt x="190" y="1708"/>
                    </a:cubicBezTo>
                    <a:cubicBezTo>
                      <a:pt x="190" y="1645"/>
                      <a:pt x="190" y="1582"/>
                      <a:pt x="190" y="1518"/>
                    </a:cubicBezTo>
                    <a:cubicBezTo>
                      <a:pt x="158" y="1518"/>
                      <a:pt x="127" y="1518"/>
                      <a:pt x="95" y="1518"/>
                    </a:cubicBezTo>
                    <a:cubicBezTo>
                      <a:pt x="95" y="1424"/>
                      <a:pt x="95" y="1330"/>
                      <a:pt x="95" y="1233"/>
                    </a:cubicBezTo>
                    <a:cubicBezTo>
                      <a:pt x="64" y="1233"/>
                      <a:pt x="32" y="1233"/>
                      <a:pt x="0" y="1233"/>
                    </a:cubicBezTo>
                    <a:cubicBezTo>
                      <a:pt x="0" y="1108"/>
                      <a:pt x="0" y="983"/>
                      <a:pt x="0" y="854"/>
                    </a:cubicBezTo>
                    <a:cubicBezTo>
                      <a:pt x="31" y="854"/>
                      <a:pt x="63" y="854"/>
                      <a:pt x="95" y="854"/>
                    </a:cubicBezTo>
                    <a:cubicBezTo>
                      <a:pt x="95" y="760"/>
                      <a:pt x="95" y="666"/>
                      <a:pt x="95" y="569"/>
                    </a:cubicBezTo>
                    <a:cubicBezTo>
                      <a:pt x="126" y="569"/>
                      <a:pt x="157" y="569"/>
                      <a:pt x="190" y="569"/>
                    </a:cubicBezTo>
                    <a:cubicBezTo>
                      <a:pt x="190" y="507"/>
                      <a:pt x="190" y="444"/>
                      <a:pt x="190" y="379"/>
                    </a:cubicBezTo>
                    <a:cubicBezTo>
                      <a:pt x="221" y="379"/>
                      <a:pt x="252" y="379"/>
                      <a:pt x="285" y="379"/>
                    </a:cubicBezTo>
                    <a:cubicBezTo>
                      <a:pt x="285" y="348"/>
                      <a:pt x="285" y="317"/>
                      <a:pt x="285" y="285"/>
                    </a:cubicBezTo>
                    <a:cubicBezTo>
                      <a:pt x="316" y="285"/>
                      <a:pt x="347" y="285"/>
                      <a:pt x="379" y="285"/>
                    </a:cubicBezTo>
                    <a:cubicBezTo>
                      <a:pt x="379" y="253"/>
                      <a:pt x="379" y="222"/>
                      <a:pt x="379" y="190"/>
                    </a:cubicBezTo>
                    <a:cubicBezTo>
                      <a:pt x="411" y="190"/>
                      <a:pt x="442" y="190"/>
                      <a:pt x="474" y="190"/>
                    </a:cubicBezTo>
                    <a:cubicBezTo>
                      <a:pt x="474" y="158"/>
                      <a:pt x="474" y="127"/>
                      <a:pt x="474" y="95"/>
                    </a:cubicBezTo>
                    <a:cubicBezTo>
                      <a:pt x="537" y="95"/>
                      <a:pt x="600" y="95"/>
                      <a:pt x="664" y="95"/>
                    </a:cubicBezTo>
                    <a:cubicBezTo>
                      <a:pt x="664" y="64"/>
                      <a:pt x="664" y="32"/>
                      <a:pt x="664" y="0"/>
                    </a:cubicBezTo>
                    <a:close/>
                    <a:moveTo>
                      <a:pt x="854" y="474"/>
                    </a:moveTo>
                    <a:cubicBezTo>
                      <a:pt x="854" y="506"/>
                      <a:pt x="854" y="537"/>
                      <a:pt x="854" y="569"/>
                    </a:cubicBezTo>
                    <a:cubicBezTo>
                      <a:pt x="822" y="569"/>
                      <a:pt x="791" y="569"/>
                      <a:pt x="759" y="569"/>
                    </a:cubicBezTo>
                    <a:cubicBezTo>
                      <a:pt x="759" y="601"/>
                      <a:pt x="759" y="632"/>
                      <a:pt x="759" y="664"/>
                    </a:cubicBezTo>
                    <a:cubicBezTo>
                      <a:pt x="728" y="664"/>
                      <a:pt x="696" y="664"/>
                      <a:pt x="664" y="664"/>
                    </a:cubicBezTo>
                    <a:cubicBezTo>
                      <a:pt x="664" y="695"/>
                      <a:pt x="664" y="727"/>
                      <a:pt x="664" y="759"/>
                    </a:cubicBezTo>
                    <a:cubicBezTo>
                      <a:pt x="633" y="759"/>
                      <a:pt x="601" y="759"/>
                      <a:pt x="569" y="759"/>
                    </a:cubicBezTo>
                    <a:cubicBezTo>
                      <a:pt x="569" y="947"/>
                      <a:pt x="569" y="1135"/>
                      <a:pt x="569" y="1328"/>
                    </a:cubicBezTo>
                    <a:cubicBezTo>
                      <a:pt x="601" y="1328"/>
                      <a:pt x="632" y="1328"/>
                      <a:pt x="664" y="1328"/>
                    </a:cubicBezTo>
                    <a:cubicBezTo>
                      <a:pt x="664" y="1359"/>
                      <a:pt x="664" y="1391"/>
                      <a:pt x="664" y="1423"/>
                    </a:cubicBezTo>
                    <a:cubicBezTo>
                      <a:pt x="695" y="1423"/>
                      <a:pt x="727" y="1423"/>
                      <a:pt x="759" y="1423"/>
                    </a:cubicBezTo>
                    <a:cubicBezTo>
                      <a:pt x="759" y="1454"/>
                      <a:pt x="759" y="1486"/>
                      <a:pt x="759" y="1518"/>
                    </a:cubicBezTo>
                    <a:cubicBezTo>
                      <a:pt x="790" y="1518"/>
                      <a:pt x="822" y="1518"/>
                      <a:pt x="854" y="1518"/>
                    </a:cubicBezTo>
                    <a:cubicBezTo>
                      <a:pt x="854" y="1549"/>
                      <a:pt x="854" y="1580"/>
                      <a:pt x="854" y="1613"/>
                    </a:cubicBezTo>
                    <a:cubicBezTo>
                      <a:pt x="1010" y="1613"/>
                      <a:pt x="1167" y="1613"/>
                      <a:pt x="1328" y="1613"/>
                    </a:cubicBezTo>
                    <a:cubicBezTo>
                      <a:pt x="1328" y="1581"/>
                      <a:pt x="1328" y="1550"/>
                      <a:pt x="1328" y="1518"/>
                    </a:cubicBezTo>
                    <a:cubicBezTo>
                      <a:pt x="1359" y="1518"/>
                      <a:pt x="1391" y="1518"/>
                      <a:pt x="1423" y="1518"/>
                    </a:cubicBezTo>
                    <a:cubicBezTo>
                      <a:pt x="1423" y="1487"/>
                      <a:pt x="1423" y="1455"/>
                      <a:pt x="1423" y="1423"/>
                    </a:cubicBezTo>
                    <a:cubicBezTo>
                      <a:pt x="1454" y="1423"/>
                      <a:pt x="1486" y="1423"/>
                      <a:pt x="1518" y="1423"/>
                    </a:cubicBezTo>
                    <a:cubicBezTo>
                      <a:pt x="1518" y="1392"/>
                      <a:pt x="1518" y="1360"/>
                      <a:pt x="1518" y="1328"/>
                    </a:cubicBezTo>
                    <a:cubicBezTo>
                      <a:pt x="1549" y="1328"/>
                      <a:pt x="1580" y="1328"/>
                      <a:pt x="1613" y="1328"/>
                    </a:cubicBezTo>
                    <a:cubicBezTo>
                      <a:pt x="1613" y="1140"/>
                      <a:pt x="1613" y="952"/>
                      <a:pt x="1613" y="759"/>
                    </a:cubicBezTo>
                    <a:cubicBezTo>
                      <a:pt x="1581" y="759"/>
                      <a:pt x="1550" y="759"/>
                      <a:pt x="1518" y="759"/>
                    </a:cubicBezTo>
                    <a:cubicBezTo>
                      <a:pt x="1518" y="728"/>
                      <a:pt x="1518" y="696"/>
                      <a:pt x="1518" y="664"/>
                    </a:cubicBezTo>
                    <a:cubicBezTo>
                      <a:pt x="1487" y="664"/>
                      <a:pt x="1455" y="664"/>
                      <a:pt x="1423" y="664"/>
                    </a:cubicBezTo>
                    <a:cubicBezTo>
                      <a:pt x="1423" y="633"/>
                      <a:pt x="1423" y="601"/>
                      <a:pt x="1423" y="569"/>
                    </a:cubicBezTo>
                    <a:cubicBezTo>
                      <a:pt x="1392" y="569"/>
                      <a:pt x="1360" y="569"/>
                      <a:pt x="1328" y="569"/>
                    </a:cubicBezTo>
                    <a:cubicBezTo>
                      <a:pt x="1328" y="538"/>
                      <a:pt x="1328" y="507"/>
                      <a:pt x="1328" y="474"/>
                    </a:cubicBezTo>
                    <a:cubicBezTo>
                      <a:pt x="1172" y="474"/>
                      <a:pt x="1015" y="474"/>
                      <a:pt x="854" y="474"/>
                    </a:cubicBezTo>
                    <a:close/>
                  </a:path>
                </a:pathLst>
              </a:custGeom>
              <a:solidFill>
                <a:srgbClr val="251047"/>
              </a:solidFill>
              <a:ln w="602" cap="flat">
                <a:noFill/>
              </a:ln>
            </p:spPr>
          </p:sp>
          <p:sp>
            <p:nvSpPr>
              <p:cNvPr id="1834" name="ICON_C_MANIFEST_DATABASE_path_008"/>
              <p:cNvSpPr/>
              <p:nvPr/>
            </p:nvSpPr>
            <p:spPr>
              <a:xfrm>
                <a:off x="715792" y="7369756"/>
                <a:ext cx="27710" cy="26506"/>
              </a:xfrm>
              <a:custGeom>
                <a:avLst/>
                <a:gdLst/>
                <a:ahLst/>
                <a:cxnLst/>
                <a:rect l="0" t="0" r="r" b="b"/>
                <a:pathLst>
                  <a:path w="2182" h="2087" fill="norm" stroke="0">
                    <a:moveTo>
                      <a:pt x="664" y="0"/>
                    </a:moveTo>
                    <a:cubicBezTo>
                      <a:pt x="946" y="0"/>
                      <a:pt x="1228" y="0"/>
                      <a:pt x="1518" y="0"/>
                    </a:cubicBezTo>
                    <a:cubicBezTo>
                      <a:pt x="1518" y="31"/>
                      <a:pt x="1518" y="63"/>
                      <a:pt x="1518" y="95"/>
                    </a:cubicBezTo>
                    <a:cubicBezTo>
                      <a:pt x="1580" y="95"/>
                      <a:pt x="1643" y="95"/>
                      <a:pt x="1708" y="95"/>
                    </a:cubicBezTo>
                    <a:cubicBezTo>
                      <a:pt x="1708" y="126"/>
                      <a:pt x="1708" y="157"/>
                      <a:pt x="1708" y="190"/>
                    </a:cubicBezTo>
                    <a:cubicBezTo>
                      <a:pt x="1739" y="190"/>
                      <a:pt x="1770" y="190"/>
                      <a:pt x="1802" y="190"/>
                    </a:cubicBezTo>
                    <a:cubicBezTo>
                      <a:pt x="1802" y="221"/>
                      <a:pt x="1802" y="252"/>
                      <a:pt x="1802" y="285"/>
                    </a:cubicBezTo>
                    <a:cubicBezTo>
                      <a:pt x="1834" y="285"/>
                      <a:pt x="1865" y="285"/>
                      <a:pt x="1897" y="285"/>
                    </a:cubicBezTo>
                    <a:cubicBezTo>
                      <a:pt x="1897" y="316"/>
                      <a:pt x="1897" y="347"/>
                      <a:pt x="1897" y="379"/>
                    </a:cubicBezTo>
                    <a:cubicBezTo>
                      <a:pt x="1929" y="379"/>
                      <a:pt x="1960" y="379"/>
                      <a:pt x="1992" y="379"/>
                    </a:cubicBezTo>
                    <a:cubicBezTo>
                      <a:pt x="1992" y="411"/>
                      <a:pt x="1992" y="442"/>
                      <a:pt x="1992" y="474"/>
                    </a:cubicBezTo>
                    <a:cubicBezTo>
                      <a:pt x="2023" y="474"/>
                      <a:pt x="2055" y="474"/>
                      <a:pt x="2087" y="474"/>
                    </a:cubicBezTo>
                    <a:cubicBezTo>
                      <a:pt x="2087" y="568"/>
                      <a:pt x="2087" y="662"/>
                      <a:pt x="2087" y="759"/>
                    </a:cubicBezTo>
                    <a:cubicBezTo>
                      <a:pt x="2118" y="759"/>
                      <a:pt x="2150" y="759"/>
                      <a:pt x="2182" y="759"/>
                    </a:cubicBezTo>
                    <a:cubicBezTo>
                      <a:pt x="2182" y="915"/>
                      <a:pt x="2182" y="1072"/>
                      <a:pt x="2182" y="1233"/>
                    </a:cubicBezTo>
                    <a:cubicBezTo>
                      <a:pt x="2151" y="1233"/>
                      <a:pt x="2119" y="1233"/>
                      <a:pt x="2087" y="1233"/>
                    </a:cubicBezTo>
                    <a:cubicBezTo>
                      <a:pt x="2087" y="1327"/>
                      <a:pt x="2087" y="1421"/>
                      <a:pt x="2087" y="1518"/>
                    </a:cubicBezTo>
                    <a:cubicBezTo>
                      <a:pt x="2056" y="1518"/>
                      <a:pt x="2024" y="1518"/>
                      <a:pt x="1992" y="1518"/>
                    </a:cubicBezTo>
                    <a:cubicBezTo>
                      <a:pt x="1992" y="1580"/>
                      <a:pt x="1992" y="1643"/>
                      <a:pt x="1992" y="1708"/>
                    </a:cubicBezTo>
                    <a:cubicBezTo>
                      <a:pt x="1961" y="1708"/>
                      <a:pt x="1930" y="1708"/>
                      <a:pt x="1897" y="1708"/>
                    </a:cubicBezTo>
                    <a:cubicBezTo>
                      <a:pt x="1897" y="1739"/>
                      <a:pt x="1897" y="1770"/>
                      <a:pt x="1897" y="1802"/>
                    </a:cubicBezTo>
                    <a:cubicBezTo>
                      <a:pt x="1866" y="1802"/>
                      <a:pt x="1835" y="1802"/>
                      <a:pt x="1802" y="1802"/>
                    </a:cubicBezTo>
                    <a:cubicBezTo>
                      <a:pt x="1802" y="1834"/>
                      <a:pt x="1802" y="1865"/>
                      <a:pt x="1802" y="1897"/>
                    </a:cubicBezTo>
                    <a:cubicBezTo>
                      <a:pt x="1740" y="1897"/>
                      <a:pt x="1677" y="1897"/>
                      <a:pt x="1613" y="1897"/>
                    </a:cubicBezTo>
                    <a:cubicBezTo>
                      <a:pt x="1613" y="1929"/>
                      <a:pt x="1613" y="1960"/>
                      <a:pt x="1613" y="1992"/>
                    </a:cubicBezTo>
                    <a:cubicBezTo>
                      <a:pt x="1550" y="1992"/>
                      <a:pt x="1487" y="1992"/>
                      <a:pt x="1423" y="1992"/>
                    </a:cubicBezTo>
                    <a:cubicBezTo>
                      <a:pt x="1423" y="2023"/>
                      <a:pt x="1423" y="2055"/>
                      <a:pt x="1423" y="2087"/>
                    </a:cubicBezTo>
                    <a:cubicBezTo>
                      <a:pt x="1204" y="2087"/>
                      <a:pt x="985" y="2087"/>
                      <a:pt x="759" y="2087"/>
                    </a:cubicBezTo>
                    <a:cubicBezTo>
                      <a:pt x="759" y="2056"/>
                      <a:pt x="759" y="2024"/>
                      <a:pt x="759" y="1992"/>
                    </a:cubicBezTo>
                    <a:cubicBezTo>
                      <a:pt x="696" y="1992"/>
                      <a:pt x="634" y="1992"/>
                      <a:pt x="569" y="1992"/>
                    </a:cubicBezTo>
                    <a:cubicBezTo>
                      <a:pt x="569" y="1961"/>
                      <a:pt x="569" y="1930"/>
                      <a:pt x="569" y="1897"/>
                    </a:cubicBezTo>
                    <a:cubicBezTo>
                      <a:pt x="507" y="1897"/>
                      <a:pt x="444" y="1897"/>
                      <a:pt x="379" y="1897"/>
                    </a:cubicBezTo>
                    <a:cubicBezTo>
                      <a:pt x="379" y="1866"/>
                      <a:pt x="379" y="1835"/>
                      <a:pt x="379" y="1802"/>
                    </a:cubicBezTo>
                    <a:cubicBezTo>
                      <a:pt x="348" y="1802"/>
                      <a:pt x="317" y="1802"/>
                      <a:pt x="285" y="1802"/>
                    </a:cubicBezTo>
                    <a:cubicBezTo>
                      <a:pt x="285" y="1771"/>
                      <a:pt x="285" y="1740"/>
                      <a:pt x="285" y="1708"/>
                    </a:cubicBezTo>
                    <a:cubicBezTo>
                      <a:pt x="253" y="1708"/>
                      <a:pt x="222" y="1708"/>
                      <a:pt x="190" y="1708"/>
                    </a:cubicBezTo>
                    <a:cubicBezTo>
                      <a:pt x="190" y="1645"/>
                      <a:pt x="190" y="1582"/>
                      <a:pt x="190" y="1518"/>
                    </a:cubicBezTo>
                    <a:cubicBezTo>
                      <a:pt x="158" y="1518"/>
                      <a:pt x="127" y="1518"/>
                      <a:pt x="95" y="1518"/>
                    </a:cubicBezTo>
                    <a:cubicBezTo>
                      <a:pt x="95" y="1424"/>
                      <a:pt x="95" y="1330"/>
                      <a:pt x="95" y="1233"/>
                    </a:cubicBezTo>
                    <a:cubicBezTo>
                      <a:pt x="64" y="1233"/>
                      <a:pt x="32" y="1233"/>
                      <a:pt x="0" y="1233"/>
                    </a:cubicBezTo>
                    <a:cubicBezTo>
                      <a:pt x="0" y="1077"/>
                      <a:pt x="0" y="920"/>
                      <a:pt x="0" y="759"/>
                    </a:cubicBezTo>
                    <a:cubicBezTo>
                      <a:pt x="31" y="759"/>
                      <a:pt x="63" y="759"/>
                      <a:pt x="95" y="759"/>
                    </a:cubicBezTo>
                    <a:cubicBezTo>
                      <a:pt x="95" y="696"/>
                      <a:pt x="95" y="634"/>
                      <a:pt x="95" y="569"/>
                    </a:cubicBezTo>
                    <a:cubicBezTo>
                      <a:pt x="126" y="569"/>
                      <a:pt x="157" y="569"/>
                      <a:pt x="190" y="569"/>
                    </a:cubicBezTo>
                    <a:cubicBezTo>
                      <a:pt x="190" y="507"/>
                      <a:pt x="190" y="444"/>
                      <a:pt x="190" y="379"/>
                    </a:cubicBezTo>
                    <a:cubicBezTo>
                      <a:pt x="221" y="379"/>
                      <a:pt x="252" y="379"/>
                      <a:pt x="285" y="379"/>
                    </a:cubicBezTo>
                    <a:cubicBezTo>
                      <a:pt x="285" y="348"/>
                      <a:pt x="285" y="317"/>
                      <a:pt x="285" y="285"/>
                    </a:cubicBezTo>
                    <a:cubicBezTo>
                      <a:pt x="316" y="285"/>
                      <a:pt x="347" y="285"/>
                      <a:pt x="379" y="285"/>
                    </a:cubicBezTo>
                    <a:cubicBezTo>
                      <a:pt x="379" y="253"/>
                      <a:pt x="379" y="222"/>
                      <a:pt x="379" y="190"/>
                    </a:cubicBezTo>
                    <a:cubicBezTo>
                      <a:pt x="411" y="190"/>
                      <a:pt x="442" y="190"/>
                      <a:pt x="474" y="190"/>
                    </a:cubicBezTo>
                    <a:cubicBezTo>
                      <a:pt x="474" y="158"/>
                      <a:pt x="474" y="127"/>
                      <a:pt x="474" y="95"/>
                    </a:cubicBezTo>
                    <a:cubicBezTo>
                      <a:pt x="537" y="95"/>
                      <a:pt x="600" y="95"/>
                      <a:pt x="664" y="95"/>
                    </a:cubicBezTo>
                    <a:cubicBezTo>
                      <a:pt x="664" y="64"/>
                      <a:pt x="664" y="32"/>
                      <a:pt x="664" y="0"/>
                    </a:cubicBezTo>
                    <a:close/>
                    <a:moveTo>
                      <a:pt x="854" y="474"/>
                    </a:moveTo>
                    <a:cubicBezTo>
                      <a:pt x="854" y="506"/>
                      <a:pt x="854" y="537"/>
                      <a:pt x="854" y="569"/>
                    </a:cubicBezTo>
                    <a:cubicBezTo>
                      <a:pt x="822" y="569"/>
                      <a:pt x="791" y="569"/>
                      <a:pt x="759" y="569"/>
                    </a:cubicBezTo>
                    <a:cubicBezTo>
                      <a:pt x="759" y="601"/>
                      <a:pt x="759" y="632"/>
                      <a:pt x="759" y="664"/>
                    </a:cubicBezTo>
                    <a:cubicBezTo>
                      <a:pt x="728" y="664"/>
                      <a:pt x="696" y="664"/>
                      <a:pt x="664" y="664"/>
                    </a:cubicBezTo>
                    <a:cubicBezTo>
                      <a:pt x="664" y="695"/>
                      <a:pt x="664" y="727"/>
                      <a:pt x="664" y="759"/>
                    </a:cubicBezTo>
                    <a:cubicBezTo>
                      <a:pt x="633" y="759"/>
                      <a:pt x="601" y="759"/>
                      <a:pt x="569" y="759"/>
                    </a:cubicBezTo>
                    <a:cubicBezTo>
                      <a:pt x="569" y="947"/>
                      <a:pt x="569" y="1135"/>
                      <a:pt x="569" y="1328"/>
                    </a:cubicBezTo>
                    <a:cubicBezTo>
                      <a:pt x="601" y="1328"/>
                      <a:pt x="632" y="1328"/>
                      <a:pt x="664" y="1328"/>
                    </a:cubicBezTo>
                    <a:cubicBezTo>
                      <a:pt x="664" y="1359"/>
                      <a:pt x="664" y="1391"/>
                      <a:pt x="664" y="1423"/>
                    </a:cubicBezTo>
                    <a:cubicBezTo>
                      <a:pt x="695" y="1423"/>
                      <a:pt x="727" y="1423"/>
                      <a:pt x="759" y="1423"/>
                    </a:cubicBezTo>
                    <a:cubicBezTo>
                      <a:pt x="759" y="1454"/>
                      <a:pt x="759" y="1486"/>
                      <a:pt x="759" y="1518"/>
                    </a:cubicBezTo>
                    <a:cubicBezTo>
                      <a:pt x="978" y="1518"/>
                      <a:pt x="1197" y="1518"/>
                      <a:pt x="1423" y="1518"/>
                    </a:cubicBezTo>
                    <a:cubicBezTo>
                      <a:pt x="1423" y="1487"/>
                      <a:pt x="1423" y="1455"/>
                      <a:pt x="1423" y="1423"/>
                    </a:cubicBezTo>
                    <a:cubicBezTo>
                      <a:pt x="1454" y="1423"/>
                      <a:pt x="1486" y="1423"/>
                      <a:pt x="1518" y="1423"/>
                    </a:cubicBezTo>
                    <a:cubicBezTo>
                      <a:pt x="1518" y="1392"/>
                      <a:pt x="1518" y="1360"/>
                      <a:pt x="1518" y="1328"/>
                    </a:cubicBezTo>
                    <a:cubicBezTo>
                      <a:pt x="1549" y="1328"/>
                      <a:pt x="1580" y="1328"/>
                      <a:pt x="1613" y="1328"/>
                    </a:cubicBezTo>
                    <a:cubicBezTo>
                      <a:pt x="1613" y="1109"/>
                      <a:pt x="1613" y="890"/>
                      <a:pt x="1613" y="664"/>
                    </a:cubicBezTo>
                    <a:cubicBezTo>
                      <a:pt x="1581" y="664"/>
                      <a:pt x="1550" y="664"/>
                      <a:pt x="1518" y="664"/>
                    </a:cubicBezTo>
                    <a:cubicBezTo>
                      <a:pt x="1518" y="633"/>
                      <a:pt x="1518" y="601"/>
                      <a:pt x="1518" y="569"/>
                    </a:cubicBezTo>
                    <a:cubicBezTo>
                      <a:pt x="1487" y="569"/>
                      <a:pt x="1455" y="569"/>
                      <a:pt x="1423" y="569"/>
                    </a:cubicBezTo>
                    <a:cubicBezTo>
                      <a:pt x="1423" y="538"/>
                      <a:pt x="1423" y="507"/>
                      <a:pt x="1423" y="474"/>
                    </a:cubicBezTo>
                    <a:cubicBezTo>
                      <a:pt x="1235" y="474"/>
                      <a:pt x="1047" y="474"/>
                      <a:pt x="854" y="474"/>
                    </a:cubicBezTo>
                    <a:close/>
                  </a:path>
                </a:pathLst>
              </a:custGeom>
              <a:solidFill>
                <a:srgbClr val="251047"/>
              </a:solidFill>
              <a:ln w="602" cap="flat">
                <a:noFill/>
              </a:ln>
            </p:spPr>
          </p:sp>
          <p:sp>
            <p:nvSpPr>
              <p:cNvPr id="1835" name="ICON_C_MANIFEST_DATABASE_path_009"/>
              <p:cNvSpPr/>
              <p:nvPr/>
            </p:nvSpPr>
            <p:spPr>
              <a:xfrm>
                <a:off x="550735" y="7322769"/>
                <a:ext cx="2410" cy="192768"/>
              </a:xfrm>
              <a:custGeom>
                <a:avLst/>
                <a:gdLst/>
                <a:ahLst/>
                <a:cxnLst/>
                <a:rect l="0" t="0" r="r" b="b"/>
                <a:pathLst>
                  <a:path w="190" h="15179" fill="norm" stroke="0">
                    <a:moveTo>
                      <a:pt x="95" y="0"/>
                    </a:moveTo>
                    <a:cubicBezTo>
                      <a:pt x="126" y="0"/>
                      <a:pt x="157" y="0"/>
                      <a:pt x="190" y="0"/>
                    </a:cubicBezTo>
                    <a:cubicBezTo>
                      <a:pt x="190" y="5009"/>
                      <a:pt x="190" y="10018"/>
                      <a:pt x="190" y="15179"/>
                    </a:cubicBezTo>
                    <a:cubicBezTo>
                      <a:pt x="158" y="15179"/>
                      <a:pt x="127" y="15179"/>
                      <a:pt x="95" y="15179"/>
                    </a:cubicBezTo>
                    <a:cubicBezTo>
                      <a:pt x="95" y="15053"/>
                      <a:pt x="95" y="14928"/>
                      <a:pt x="95" y="14799"/>
                    </a:cubicBezTo>
                    <a:cubicBezTo>
                      <a:pt x="64" y="14799"/>
                      <a:pt x="32" y="14799"/>
                      <a:pt x="0" y="14799"/>
                    </a:cubicBezTo>
                    <a:cubicBezTo>
                      <a:pt x="0" y="14643"/>
                      <a:pt x="0" y="14486"/>
                      <a:pt x="0" y="14325"/>
                    </a:cubicBezTo>
                    <a:cubicBezTo>
                      <a:pt x="31" y="14325"/>
                      <a:pt x="63" y="14325"/>
                      <a:pt x="95" y="14325"/>
                    </a:cubicBezTo>
                    <a:cubicBezTo>
                      <a:pt x="95" y="13980"/>
                      <a:pt x="95" y="13636"/>
                      <a:pt x="95" y="13281"/>
                    </a:cubicBezTo>
                    <a:cubicBezTo>
                      <a:pt x="64" y="13281"/>
                      <a:pt x="32" y="13281"/>
                      <a:pt x="0" y="13281"/>
                    </a:cubicBezTo>
                    <a:cubicBezTo>
                      <a:pt x="0" y="13125"/>
                      <a:pt x="0" y="12968"/>
                      <a:pt x="0" y="12807"/>
                    </a:cubicBezTo>
                    <a:cubicBezTo>
                      <a:pt x="31" y="12807"/>
                      <a:pt x="63" y="12807"/>
                      <a:pt x="95" y="12807"/>
                    </a:cubicBezTo>
                    <a:cubicBezTo>
                      <a:pt x="95" y="12494"/>
                      <a:pt x="95" y="12181"/>
                      <a:pt x="95" y="11858"/>
                    </a:cubicBezTo>
                    <a:cubicBezTo>
                      <a:pt x="64" y="11858"/>
                      <a:pt x="32" y="11858"/>
                      <a:pt x="0" y="11858"/>
                    </a:cubicBezTo>
                    <a:cubicBezTo>
                      <a:pt x="0" y="11577"/>
                      <a:pt x="0" y="11295"/>
                      <a:pt x="0" y="11004"/>
                    </a:cubicBezTo>
                    <a:cubicBezTo>
                      <a:pt x="31" y="11004"/>
                      <a:pt x="63" y="11004"/>
                      <a:pt x="95" y="11004"/>
                    </a:cubicBezTo>
                    <a:cubicBezTo>
                      <a:pt x="95" y="10691"/>
                      <a:pt x="95" y="10378"/>
                      <a:pt x="95" y="10056"/>
                    </a:cubicBezTo>
                    <a:cubicBezTo>
                      <a:pt x="64" y="10056"/>
                      <a:pt x="32" y="10056"/>
                      <a:pt x="0" y="10056"/>
                    </a:cubicBezTo>
                    <a:cubicBezTo>
                      <a:pt x="0" y="9931"/>
                      <a:pt x="0" y="9805"/>
                      <a:pt x="0" y="9676"/>
                    </a:cubicBezTo>
                    <a:cubicBezTo>
                      <a:pt x="31" y="9676"/>
                      <a:pt x="63" y="9676"/>
                      <a:pt x="95" y="9676"/>
                    </a:cubicBezTo>
                    <a:cubicBezTo>
                      <a:pt x="95" y="9520"/>
                      <a:pt x="95" y="9363"/>
                      <a:pt x="95" y="9202"/>
                    </a:cubicBezTo>
                    <a:cubicBezTo>
                      <a:pt x="64" y="9202"/>
                      <a:pt x="32" y="9202"/>
                      <a:pt x="0" y="9202"/>
                    </a:cubicBezTo>
                    <a:cubicBezTo>
                      <a:pt x="0" y="9139"/>
                      <a:pt x="0" y="9077"/>
                      <a:pt x="0" y="9012"/>
                    </a:cubicBezTo>
                    <a:cubicBezTo>
                      <a:pt x="31" y="9012"/>
                      <a:pt x="63" y="9012"/>
                      <a:pt x="95" y="9012"/>
                    </a:cubicBezTo>
                    <a:cubicBezTo>
                      <a:pt x="95" y="8918"/>
                      <a:pt x="95" y="8824"/>
                      <a:pt x="95" y="8728"/>
                    </a:cubicBezTo>
                    <a:cubicBezTo>
                      <a:pt x="64" y="8728"/>
                      <a:pt x="32" y="8728"/>
                      <a:pt x="0" y="8728"/>
                    </a:cubicBezTo>
                    <a:cubicBezTo>
                      <a:pt x="0" y="8540"/>
                      <a:pt x="0" y="8352"/>
                      <a:pt x="0" y="8158"/>
                    </a:cubicBezTo>
                    <a:cubicBezTo>
                      <a:pt x="31" y="8158"/>
                      <a:pt x="63" y="8158"/>
                      <a:pt x="95" y="8158"/>
                    </a:cubicBezTo>
                    <a:cubicBezTo>
                      <a:pt x="95" y="8096"/>
                      <a:pt x="95" y="8033"/>
                      <a:pt x="95" y="7969"/>
                    </a:cubicBezTo>
                    <a:cubicBezTo>
                      <a:pt x="64" y="7969"/>
                      <a:pt x="32" y="7969"/>
                      <a:pt x="0" y="7969"/>
                    </a:cubicBezTo>
                    <a:cubicBezTo>
                      <a:pt x="0" y="7906"/>
                      <a:pt x="0" y="7844"/>
                      <a:pt x="0" y="7779"/>
                    </a:cubicBezTo>
                    <a:cubicBezTo>
                      <a:pt x="31" y="7779"/>
                      <a:pt x="63" y="7779"/>
                      <a:pt x="95" y="7779"/>
                    </a:cubicBezTo>
                    <a:cubicBezTo>
                      <a:pt x="95" y="7560"/>
                      <a:pt x="95" y="7341"/>
                      <a:pt x="95" y="7115"/>
                    </a:cubicBezTo>
                    <a:cubicBezTo>
                      <a:pt x="64" y="7115"/>
                      <a:pt x="32" y="7115"/>
                      <a:pt x="0" y="7115"/>
                    </a:cubicBezTo>
                    <a:cubicBezTo>
                      <a:pt x="0" y="6990"/>
                      <a:pt x="0" y="6865"/>
                      <a:pt x="0" y="6735"/>
                    </a:cubicBezTo>
                    <a:cubicBezTo>
                      <a:pt x="31" y="6735"/>
                      <a:pt x="63" y="6735"/>
                      <a:pt x="95" y="6735"/>
                    </a:cubicBezTo>
                    <a:cubicBezTo>
                      <a:pt x="95" y="6485"/>
                      <a:pt x="95" y="6235"/>
                      <a:pt x="95" y="5977"/>
                    </a:cubicBezTo>
                    <a:cubicBezTo>
                      <a:pt x="64" y="5977"/>
                      <a:pt x="32" y="5977"/>
                      <a:pt x="0" y="5977"/>
                    </a:cubicBezTo>
                    <a:cubicBezTo>
                      <a:pt x="0" y="5851"/>
                      <a:pt x="0" y="5726"/>
                      <a:pt x="0" y="5597"/>
                    </a:cubicBezTo>
                    <a:cubicBezTo>
                      <a:pt x="31" y="5597"/>
                      <a:pt x="63" y="5597"/>
                      <a:pt x="95" y="5597"/>
                    </a:cubicBezTo>
                    <a:cubicBezTo>
                      <a:pt x="95" y="5315"/>
                      <a:pt x="95" y="5034"/>
                      <a:pt x="95" y="4743"/>
                    </a:cubicBezTo>
                    <a:cubicBezTo>
                      <a:pt x="64" y="4743"/>
                      <a:pt x="32" y="4743"/>
                      <a:pt x="0" y="4743"/>
                    </a:cubicBezTo>
                    <a:cubicBezTo>
                      <a:pt x="0" y="4587"/>
                      <a:pt x="0" y="4430"/>
                      <a:pt x="0" y="4269"/>
                    </a:cubicBezTo>
                    <a:cubicBezTo>
                      <a:pt x="31" y="4269"/>
                      <a:pt x="63" y="4269"/>
                      <a:pt x="95" y="4269"/>
                    </a:cubicBezTo>
                    <a:cubicBezTo>
                      <a:pt x="95" y="4175"/>
                      <a:pt x="95" y="4081"/>
                      <a:pt x="95" y="3984"/>
                    </a:cubicBezTo>
                    <a:cubicBezTo>
                      <a:pt x="64" y="3984"/>
                      <a:pt x="32" y="3984"/>
                      <a:pt x="0" y="3984"/>
                    </a:cubicBezTo>
                    <a:cubicBezTo>
                      <a:pt x="0" y="3953"/>
                      <a:pt x="0" y="3922"/>
                      <a:pt x="0" y="3890"/>
                    </a:cubicBezTo>
                    <a:cubicBezTo>
                      <a:pt x="31" y="3890"/>
                      <a:pt x="63" y="3890"/>
                      <a:pt x="95" y="3890"/>
                    </a:cubicBezTo>
                    <a:cubicBezTo>
                      <a:pt x="95" y="3702"/>
                      <a:pt x="95" y="3514"/>
                      <a:pt x="95" y="3320"/>
                    </a:cubicBezTo>
                    <a:cubicBezTo>
                      <a:pt x="64" y="3320"/>
                      <a:pt x="32" y="3320"/>
                      <a:pt x="0" y="3320"/>
                    </a:cubicBezTo>
                    <a:cubicBezTo>
                      <a:pt x="0" y="3226"/>
                      <a:pt x="0" y="3132"/>
                      <a:pt x="0" y="3036"/>
                    </a:cubicBezTo>
                    <a:cubicBezTo>
                      <a:pt x="31" y="3036"/>
                      <a:pt x="63" y="3036"/>
                      <a:pt x="95" y="3036"/>
                    </a:cubicBezTo>
                    <a:cubicBezTo>
                      <a:pt x="95" y="2754"/>
                      <a:pt x="95" y="2472"/>
                      <a:pt x="95" y="2182"/>
                    </a:cubicBezTo>
                    <a:cubicBezTo>
                      <a:pt x="64" y="2182"/>
                      <a:pt x="32" y="2182"/>
                      <a:pt x="0" y="2182"/>
                    </a:cubicBezTo>
                    <a:cubicBezTo>
                      <a:pt x="0" y="1963"/>
                      <a:pt x="0" y="1744"/>
                      <a:pt x="0" y="1518"/>
                    </a:cubicBezTo>
                    <a:cubicBezTo>
                      <a:pt x="31" y="1518"/>
                      <a:pt x="63" y="1518"/>
                      <a:pt x="95" y="1518"/>
                    </a:cubicBezTo>
                    <a:cubicBezTo>
                      <a:pt x="95" y="1142"/>
                      <a:pt x="95" y="767"/>
                      <a:pt x="95" y="379"/>
                    </a:cubicBezTo>
                    <a:cubicBezTo>
                      <a:pt x="64" y="379"/>
                      <a:pt x="32" y="379"/>
                      <a:pt x="0" y="379"/>
                    </a:cubicBezTo>
                    <a:cubicBezTo>
                      <a:pt x="0" y="317"/>
                      <a:pt x="0" y="254"/>
                      <a:pt x="0" y="190"/>
                    </a:cubicBezTo>
                    <a:cubicBezTo>
                      <a:pt x="31" y="190"/>
                      <a:pt x="63" y="190"/>
                      <a:pt x="95" y="190"/>
                    </a:cubicBezTo>
                    <a:cubicBezTo>
                      <a:pt x="95" y="127"/>
                      <a:pt x="95" y="65"/>
                      <a:pt x="9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02" cap="flat">
                <a:noFill/>
              </a:ln>
            </p:spPr>
          </p:sp>
          <p:sp>
            <p:nvSpPr>
              <p:cNvPr id="1836" name="ICON_C_MANIFEST_DATABASE_path_010"/>
              <p:cNvSpPr/>
              <p:nvPr/>
            </p:nvSpPr>
            <p:spPr>
              <a:xfrm>
                <a:off x="768804" y="7325179"/>
                <a:ext cx="6024" cy="192768"/>
              </a:xfrm>
              <a:custGeom>
                <a:avLst/>
                <a:gdLst/>
                <a:ahLst/>
                <a:cxnLst/>
                <a:rect l="0" t="0" r="r" b="b"/>
                <a:pathLst>
                  <a:path w="474" h="15179" fill="norm" stroke="0">
                    <a:moveTo>
                      <a:pt x="95" y="0"/>
                    </a:moveTo>
                    <a:cubicBezTo>
                      <a:pt x="126" y="0"/>
                      <a:pt x="157" y="0"/>
                      <a:pt x="190" y="0"/>
                    </a:cubicBezTo>
                    <a:cubicBezTo>
                      <a:pt x="190" y="31"/>
                      <a:pt x="190" y="63"/>
                      <a:pt x="190" y="95"/>
                    </a:cubicBezTo>
                    <a:cubicBezTo>
                      <a:pt x="221" y="95"/>
                      <a:pt x="252" y="95"/>
                      <a:pt x="285" y="95"/>
                    </a:cubicBezTo>
                    <a:cubicBezTo>
                      <a:pt x="285" y="157"/>
                      <a:pt x="285" y="220"/>
                      <a:pt x="285" y="285"/>
                    </a:cubicBezTo>
                    <a:cubicBezTo>
                      <a:pt x="253" y="285"/>
                      <a:pt x="222" y="285"/>
                      <a:pt x="190" y="285"/>
                    </a:cubicBezTo>
                    <a:cubicBezTo>
                      <a:pt x="190" y="660"/>
                      <a:pt x="190" y="1036"/>
                      <a:pt x="190" y="1423"/>
                    </a:cubicBezTo>
                    <a:cubicBezTo>
                      <a:pt x="284" y="1423"/>
                      <a:pt x="378" y="1423"/>
                      <a:pt x="474" y="1423"/>
                    </a:cubicBezTo>
                    <a:cubicBezTo>
                      <a:pt x="474" y="1580"/>
                      <a:pt x="474" y="1736"/>
                      <a:pt x="474" y="1897"/>
                    </a:cubicBezTo>
                    <a:cubicBezTo>
                      <a:pt x="380" y="1897"/>
                      <a:pt x="286" y="1897"/>
                      <a:pt x="190" y="1897"/>
                    </a:cubicBezTo>
                    <a:cubicBezTo>
                      <a:pt x="190" y="2868"/>
                      <a:pt x="190" y="3838"/>
                      <a:pt x="190" y="4838"/>
                    </a:cubicBezTo>
                    <a:cubicBezTo>
                      <a:pt x="221" y="4838"/>
                      <a:pt x="252" y="4838"/>
                      <a:pt x="285" y="4838"/>
                    </a:cubicBezTo>
                    <a:cubicBezTo>
                      <a:pt x="285" y="4869"/>
                      <a:pt x="285" y="4901"/>
                      <a:pt x="285" y="4933"/>
                    </a:cubicBezTo>
                    <a:cubicBezTo>
                      <a:pt x="347" y="4933"/>
                      <a:pt x="410" y="4933"/>
                      <a:pt x="474" y="4933"/>
                    </a:cubicBezTo>
                    <a:cubicBezTo>
                      <a:pt x="474" y="4996"/>
                      <a:pt x="474" y="5058"/>
                      <a:pt x="474" y="5123"/>
                    </a:cubicBezTo>
                    <a:cubicBezTo>
                      <a:pt x="380" y="5123"/>
                      <a:pt x="286" y="5123"/>
                      <a:pt x="190" y="5123"/>
                    </a:cubicBezTo>
                    <a:cubicBezTo>
                      <a:pt x="190" y="6751"/>
                      <a:pt x="190" y="8379"/>
                      <a:pt x="190" y="10056"/>
                    </a:cubicBezTo>
                    <a:cubicBezTo>
                      <a:pt x="284" y="10056"/>
                      <a:pt x="378" y="10056"/>
                      <a:pt x="474" y="10056"/>
                    </a:cubicBezTo>
                    <a:cubicBezTo>
                      <a:pt x="474" y="10181"/>
                      <a:pt x="474" y="10306"/>
                      <a:pt x="474" y="10435"/>
                    </a:cubicBezTo>
                    <a:cubicBezTo>
                      <a:pt x="380" y="10435"/>
                      <a:pt x="286" y="10435"/>
                      <a:pt x="190" y="10435"/>
                    </a:cubicBezTo>
                    <a:cubicBezTo>
                      <a:pt x="190" y="11406"/>
                      <a:pt x="190" y="12376"/>
                      <a:pt x="190" y="13376"/>
                    </a:cubicBezTo>
                    <a:cubicBezTo>
                      <a:pt x="284" y="13376"/>
                      <a:pt x="378" y="13376"/>
                      <a:pt x="474" y="13376"/>
                    </a:cubicBezTo>
                    <a:cubicBezTo>
                      <a:pt x="474" y="13407"/>
                      <a:pt x="474" y="13439"/>
                      <a:pt x="474" y="13471"/>
                    </a:cubicBezTo>
                    <a:cubicBezTo>
                      <a:pt x="412" y="13471"/>
                      <a:pt x="349" y="13471"/>
                      <a:pt x="285" y="13471"/>
                    </a:cubicBezTo>
                    <a:cubicBezTo>
                      <a:pt x="285" y="13502"/>
                      <a:pt x="285" y="13534"/>
                      <a:pt x="285" y="13566"/>
                    </a:cubicBezTo>
                    <a:cubicBezTo>
                      <a:pt x="253" y="13566"/>
                      <a:pt x="222" y="13566"/>
                      <a:pt x="190" y="13566"/>
                    </a:cubicBezTo>
                    <a:cubicBezTo>
                      <a:pt x="190" y="14067"/>
                      <a:pt x="190" y="14568"/>
                      <a:pt x="190" y="15084"/>
                    </a:cubicBezTo>
                    <a:cubicBezTo>
                      <a:pt x="158" y="15084"/>
                      <a:pt x="127" y="15084"/>
                      <a:pt x="95" y="15084"/>
                    </a:cubicBezTo>
                    <a:cubicBezTo>
                      <a:pt x="95" y="15115"/>
                      <a:pt x="95" y="15146"/>
                      <a:pt x="95" y="15179"/>
                    </a:cubicBezTo>
                    <a:cubicBezTo>
                      <a:pt x="64" y="15179"/>
                      <a:pt x="32" y="15179"/>
                      <a:pt x="0" y="15179"/>
                    </a:cubicBezTo>
                    <a:cubicBezTo>
                      <a:pt x="3" y="15164"/>
                      <a:pt x="7" y="15150"/>
                      <a:pt x="10" y="15136"/>
                    </a:cubicBezTo>
                    <a:cubicBezTo>
                      <a:pt x="44" y="14982"/>
                      <a:pt x="54" y="14836"/>
                      <a:pt x="54" y="14679"/>
                    </a:cubicBezTo>
                    <a:cubicBezTo>
                      <a:pt x="54" y="14653"/>
                      <a:pt x="54" y="14627"/>
                      <a:pt x="54" y="14602"/>
                    </a:cubicBezTo>
                    <a:cubicBezTo>
                      <a:pt x="55" y="14531"/>
                      <a:pt x="55" y="14461"/>
                      <a:pt x="55" y="14390"/>
                    </a:cubicBezTo>
                    <a:cubicBezTo>
                      <a:pt x="55" y="14314"/>
                      <a:pt x="55" y="14237"/>
                      <a:pt x="56" y="14160"/>
                    </a:cubicBezTo>
                    <a:cubicBezTo>
                      <a:pt x="56" y="14026"/>
                      <a:pt x="57" y="13891"/>
                      <a:pt x="57" y="13757"/>
                    </a:cubicBezTo>
                    <a:cubicBezTo>
                      <a:pt x="57" y="13557"/>
                      <a:pt x="58" y="13357"/>
                      <a:pt x="58" y="13158"/>
                    </a:cubicBezTo>
                    <a:cubicBezTo>
                      <a:pt x="60" y="12821"/>
                      <a:pt x="60" y="12485"/>
                      <a:pt x="61" y="12149"/>
                    </a:cubicBezTo>
                    <a:cubicBezTo>
                      <a:pt x="62" y="11816"/>
                      <a:pt x="63" y="11484"/>
                      <a:pt x="64" y="11151"/>
                    </a:cubicBezTo>
                    <a:cubicBezTo>
                      <a:pt x="64" y="11130"/>
                      <a:pt x="64" y="11110"/>
                      <a:pt x="64" y="11088"/>
                    </a:cubicBezTo>
                    <a:cubicBezTo>
                      <a:pt x="64" y="10983"/>
                      <a:pt x="65" y="10878"/>
                      <a:pt x="65" y="10773"/>
                    </a:cubicBezTo>
                    <a:cubicBezTo>
                      <a:pt x="67" y="10029"/>
                      <a:pt x="69" y="9284"/>
                      <a:pt x="71" y="8540"/>
                    </a:cubicBezTo>
                    <a:cubicBezTo>
                      <a:pt x="73" y="7817"/>
                      <a:pt x="75" y="7094"/>
                      <a:pt x="77" y="6371"/>
                    </a:cubicBezTo>
                    <a:cubicBezTo>
                      <a:pt x="77" y="6359"/>
                      <a:pt x="77" y="6359"/>
                      <a:pt x="77" y="6303"/>
                    </a:cubicBezTo>
                    <a:cubicBezTo>
                      <a:pt x="78" y="6079"/>
                      <a:pt x="79" y="5855"/>
                      <a:pt x="79" y="5631"/>
                    </a:cubicBezTo>
                    <a:cubicBezTo>
                      <a:pt x="81" y="5175"/>
                      <a:pt x="82" y="4719"/>
                      <a:pt x="83" y="4263"/>
                    </a:cubicBezTo>
                    <a:cubicBezTo>
                      <a:pt x="83" y="4242"/>
                      <a:pt x="83" y="4221"/>
                      <a:pt x="83" y="4200"/>
                    </a:cubicBezTo>
                    <a:cubicBezTo>
                      <a:pt x="88" y="2800"/>
                      <a:pt x="91" y="1400"/>
                      <a:pt x="9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02" cap="flat">
                <a:noFill/>
              </a:ln>
            </p:spPr>
          </p:sp>
          <p:sp>
            <p:nvSpPr>
              <p:cNvPr id="1837" name="ICON_C_MANIFEST_DATABASE_path_011"/>
              <p:cNvSpPr/>
              <p:nvPr/>
            </p:nvSpPr>
            <p:spPr>
              <a:xfrm>
                <a:off x="618204" y="7546792"/>
                <a:ext cx="85541" cy="7299"/>
              </a:xfrm>
              <a:custGeom>
                <a:avLst/>
                <a:gdLst/>
                <a:ahLst/>
                <a:cxnLst/>
                <a:rect l="0" t="0" r="r" b="b"/>
                <a:pathLst>
                  <a:path w="6735" h="575" fill="norm" stroke="0">
                    <a:moveTo>
                      <a:pt x="95" y="6"/>
                    </a:moveTo>
                    <a:cubicBezTo>
                      <a:pt x="189" y="4"/>
                      <a:pt x="282" y="3"/>
                      <a:pt x="376" y="3"/>
                    </a:cubicBezTo>
                    <a:cubicBezTo>
                      <a:pt x="408" y="3"/>
                      <a:pt x="440" y="2"/>
                      <a:pt x="472" y="2"/>
                    </a:cubicBezTo>
                    <a:cubicBezTo>
                      <a:pt x="517" y="1"/>
                      <a:pt x="563" y="1"/>
                      <a:pt x="609" y="1"/>
                    </a:cubicBezTo>
                    <a:cubicBezTo>
                      <a:pt x="623" y="1"/>
                      <a:pt x="638" y="0"/>
                      <a:pt x="652" y="0"/>
                    </a:cubicBezTo>
                    <a:cubicBezTo>
                      <a:pt x="688" y="0"/>
                      <a:pt x="723" y="3"/>
                      <a:pt x="759" y="6"/>
                    </a:cubicBezTo>
                    <a:cubicBezTo>
                      <a:pt x="775" y="21"/>
                      <a:pt x="790" y="37"/>
                      <a:pt x="806" y="53"/>
                    </a:cubicBezTo>
                    <a:cubicBezTo>
                      <a:pt x="850" y="60"/>
                      <a:pt x="850" y="60"/>
                      <a:pt x="903" y="63"/>
                    </a:cubicBezTo>
                    <a:cubicBezTo>
                      <a:pt x="923" y="64"/>
                      <a:pt x="943" y="65"/>
                      <a:pt x="964" y="66"/>
                    </a:cubicBezTo>
                    <a:cubicBezTo>
                      <a:pt x="974" y="66"/>
                      <a:pt x="974" y="66"/>
                      <a:pt x="1029" y="68"/>
                    </a:cubicBezTo>
                    <a:cubicBezTo>
                      <a:pt x="1040" y="68"/>
                      <a:pt x="1040" y="68"/>
                      <a:pt x="1096" y="71"/>
                    </a:cubicBezTo>
                    <a:cubicBezTo>
                      <a:pt x="1154" y="74"/>
                      <a:pt x="1213" y="76"/>
                      <a:pt x="1271" y="78"/>
                    </a:cubicBezTo>
                    <a:cubicBezTo>
                      <a:pt x="1331" y="81"/>
                      <a:pt x="1391" y="83"/>
                      <a:pt x="1451" y="86"/>
                    </a:cubicBezTo>
                    <a:cubicBezTo>
                      <a:pt x="1568" y="91"/>
                      <a:pt x="1685" y="96"/>
                      <a:pt x="1802" y="100"/>
                    </a:cubicBezTo>
                    <a:cubicBezTo>
                      <a:pt x="1802" y="132"/>
                      <a:pt x="1802" y="163"/>
                      <a:pt x="1802" y="195"/>
                    </a:cubicBezTo>
                    <a:cubicBezTo>
                      <a:pt x="2836" y="195"/>
                      <a:pt x="3869" y="195"/>
                      <a:pt x="4933" y="195"/>
                    </a:cubicBezTo>
                    <a:cubicBezTo>
                      <a:pt x="4933" y="164"/>
                      <a:pt x="4933" y="133"/>
                      <a:pt x="4933" y="100"/>
                    </a:cubicBezTo>
                    <a:cubicBezTo>
                      <a:pt x="4947" y="100"/>
                      <a:pt x="4960" y="99"/>
                      <a:pt x="4974" y="99"/>
                    </a:cubicBezTo>
                    <a:cubicBezTo>
                      <a:pt x="5102" y="94"/>
                      <a:pt x="5230" y="89"/>
                      <a:pt x="5357" y="84"/>
                    </a:cubicBezTo>
                    <a:cubicBezTo>
                      <a:pt x="5423" y="82"/>
                      <a:pt x="5489" y="79"/>
                      <a:pt x="5554" y="77"/>
                    </a:cubicBezTo>
                    <a:cubicBezTo>
                      <a:pt x="5618" y="75"/>
                      <a:pt x="5681" y="72"/>
                      <a:pt x="5744" y="69"/>
                    </a:cubicBezTo>
                    <a:cubicBezTo>
                      <a:pt x="5769" y="68"/>
                      <a:pt x="5793" y="68"/>
                      <a:pt x="5817" y="67"/>
                    </a:cubicBezTo>
                    <a:cubicBezTo>
                      <a:pt x="5851" y="66"/>
                      <a:pt x="5885" y="64"/>
                      <a:pt x="5918" y="63"/>
                    </a:cubicBezTo>
                    <a:cubicBezTo>
                      <a:pt x="5938" y="62"/>
                      <a:pt x="5957" y="61"/>
                      <a:pt x="5977" y="60"/>
                    </a:cubicBezTo>
                    <a:cubicBezTo>
                      <a:pt x="6024" y="53"/>
                      <a:pt x="6024" y="53"/>
                      <a:pt x="6071" y="6"/>
                    </a:cubicBezTo>
                    <a:cubicBezTo>
                      <a:pt x="6116" y="1"/>
                      <a:pt x="6156" y="0"/>
                      <a:pt x="6201" y="1"/>
                    </a:cubicBezTo>
                    <a:cubicBezTo>
                      <a:pt x="6207" y="1"/>
                      <a:pt x="6207" y="1"/>
                      <a:pt x="6239" y="1"/>
                    </a:cubicBezTo>
                    <a:cubicBezTo>
                      <a:pt x="6279" y="1"/>
                      <a:pt x="6319" y="2"/>
                      <a:pt x="6359" y="3"/>
                    </a:cubicBezTo>
                    <a:cubicBezTo>
                      <a:pt x="6386" y="3"/>
                      <a:pt x="6413" y="3"/>
                      <a:pt x="6441" y="3"/>
                    </a:cubicBezTo>
                    <a:cubicBezTo>
                      <a:pt x="6507" y="4"/>
                      <a:pt x="6574" y="5"/>
                      <a:pt x="6641" y="6"/>
                    </a:cubicBezTo>
                    <a:cubicBezTo>
                      <a:pt x="6641" y="37"/>
                      <a:pt x="6641" y="68"/>
                      <a:pt x="6641" y="100"/>
                    </a:cubicBezTo>
                    <a:cubicBezTo>
                      <a:pt x="6672" y="100"/>
                      <a:pt x="6703" y="100"/>
                      <a:pt x="6735" y="100"/>
                    </a:cubicBezTo>
                    <a:cubicBezTo>
                      <a:pt x="6735" y="132"/>
                      <a:pt x="6735" y="163"/>
                      <a:pt x="6735" y="195"/>
                    </a:cubicBezTo>
                    <a:cubicBezTo>
                      <a:pt x="6642" y="195"/>
                      <a:pt x="6548" y="195"/>
                      <a:pt x="6451" y="195"/>
                    </a:cubicBezTo>
                    <a:cubicBezTo>
                      <a:pt x="6451" y="164"/>
                      <a:pt x="6451" y="133"/>
                      <a:pt x="6451" y="100"/>
                    </a:cubicBezTo>
                    <a:cubicBezTo>
                      <a:pt x="6420" y="100"/>
                      <a:pt x="6388" y="100"/>
                      <a:pt x="6356" y="100"/>
                    </a:cubicBezTo>
                    <a:cubicBezTo>
                      <a:pt x="6356" y="132"/>
                      <a:pt x="6356" y="163"/>
                      <a:pt x="6356" y="195"/>
                    </a:cubicBezTo>
                    <a:cubicBezTo>
                      <a:pt x="5949" y="195"/>
                      <a:pt x="5542" y="195"/>
                      <a:pt x="5123" y="195"/>
                    </a:cubicBezTo>
                    <a:cubicBezTo>
                      <a:pt x="5123" y="258"/>
                      <a:pt x="5123" y="320"/>
                      <a:pt x="5123" y="385"/>
                    </a:cubicBezTo>
                    <a:cubicBezTo>
                      <a:pt x="5060" y="385"/>
                      <a:pt x="4998" y="385"/>
                      <a:pt x="4933" y="385"/>
                    </a:cubicBezTo>
                    <a:cubicBezTo>
                      <a:pt x="4933" y="448"/>
                      <a:pt x="4933" y="510"/>
                      <a:pt x="4933" y="575"/>
                    </a:cubicBezTo>
                    <a:cubicBezTo>
                      <a:pt x="4651" y="575"/>
                      <a:pt x="4370" y="575"/>
                      <a:pt x="4079" y="575"/>
                    </a:cubicBezTo>
                    <a:cubicBezTo>
                      <a:pt x="4079" y="512"/>
                      <a:pt x="4079" y="449"/>
                      <a:pt x="4079" y="385"/>
                    </a:cubicBezTo>
                    <a:cubicBezTo>
                      <a:pt x="3985" y="385"/>
                      <a:pt x="3891" y="385"/>
                      <a:pt x="3795" y="385"/>
                    </a:cubicBezTo>
                    <a:cubicBezTo>
                      <a:pt x="3795" y="448"/>
                      <a:pt x="3795" y="510"/>
                      <a:pt x="3795" y="575"/>
                    </a:cubicBezTo>
                    <a:cubicBezTo>
                      <a:pt x="3607" y="575"/>
                      <a:pt x="3419" y="575"/>
                      <a:pt x="3225" y="575"/>
                    </a:cubicBezTo>
                    <a:cubicBezTo>
                      <a:pt x="3225" y="512"/>
                      <a:pt x="3225" y="449"/>
                      <a:pt x="3225" y="385"/>
                    </a:cubicBezTo>
                    <a:cubicBezTo>
                      <a:pt x="3100" y="385"/>
                      <a:pt x="2975" y="385"/>
                      <a:pt x="2846" y="385"/>
                    </a:cubicBezTo>
                    <a:cubicBezTo>
                      <a:pt x="2846" y="448"/>
                      <a:pt x="2846" y="510"/>
                      <a:pt x="2846" y="575"/>
                    </a:cubicBezTo>
                    <a:cubicBezTo>
                      <a:pt x="2627" y="575"/>
                      <a:pt x="2408" y="575"/>
                      <a:pt x="2182" y="575"/>
                    </a:cubicBezTo>
                    <a:cubicBezTo>
                      <a:pt x="2182" y="512"/>
                      <a:pt x="2182" y="449"/>
                      <a:pt x="2182" y="385"/>
                    </a:cubicBezTo>
                    <a:cubicBezTo>
                      <a:pt x="1994" y="385"/>
                      <a:pt x="1806" y="385"/>
                      <a:pt x="1613" y="385"/>
                    </a:cubicBezTo>
                    <a:cubicBezTo>
                      <a:pt x="1613" y="354"/>
                      <a:pt x="1613" y="322"/>
                      <a:pt x="1613" y="290"/>
                    </a:cubicBezTo>
                    <a:cubicBezTo>
                      <a:pt x="1581" y="290"/>
                      <a:pt x="1550" y="290"/>
                      <a:pt x="1518" y="290"/>
                    </a:cubicBezTo>
                    <a:cubicBezTo>
                      <a:pt x="1518" y="259"/>
                      <a:pt x="1518" y="227"/>
                      <a:pt x="1518" y="195"/>
                    </a:cubicBezTo>
                    <a:cubicBezTo>
                      <a:pt x="1236" y="195"/>
                      <a:pt x="954" y="195"/>
                      <a:pt x="664" y="195"/>
                    </a:cubicBezTo>
                    <a:cubicBezTo>
                      <a:pt x="664" y="164"/>
                      <a:pt x="664" y="133"/>
                      <a:pt x="664" y="100"/>
                    </a:cubicBezTo>
                    <a:cubicBezTo>
                      <a:pt x="570" y="100"/>
                      <a:pt x="476" y="100"/>
                      <a:pt x="379" y="100"/>
                    </a:cubicBezTo>
                    <a:cubicBezTo>
                      <a:pt x="379" y="132"/>
                      <a:pt x="379" y="163"/>
                      <a:pt x="379" y="195"/>
                    </a:cubicBezTo>
                    <a:cubicBezTo>
                      <a:pt x="254" y="195"/>
                      <a:pt x="129" y="195"/>
                      <a:pt x="0" y="195"/>
                    </a:cubicBezTo>
                    <a:cubicBezTo>
                      <a:pt x="0" y="164"/>
                      <a:pt x="0" y="133"/>
                      <a:pt x="0" y="100"/>
                    </a:cubicBezTo>
                    <a:cubicBezTo>
                      <a:pt x="31" y="100"/>
                      <a:pt x="63" y="100"/>
                      <a:pt x="95" y="100"/>
                    </a:cubicBezTo>
                    <a:cubicBezTo>
                      <a:pt x="95" y="69"/>
                      <a:pt x="95" y="38"/>
                      <a:pt x="95" y="6"/>
                    </a:cubicBezTo>
                    <a:close/>
                  </a:path>
                </a:pathLst>
              </a:custGeom>
              <a:solidFill>
                <a:srgbClr val="ACB5E9"/>
              </a:solidFill>
              <a:ln w="602" cap="flat">
                <a:noFill/>
              </a:ln>
            </p:spPr>
          </p:sp>
          <p:sp>
            <p:nvSpPr>
              <p:cNvPr id="1838" name="ICON_C_MANIFEST_DATABASE_path_012"/>
              <p:cNvSpPr/>
              <p:nvPr/>
            </p:nvSpPr>
            <p:spPr>
              <a:xfrm>
                <a:off x="723021" y="7498670"/>
                <a:ext cx="13253" cy="14458"/>
              </a:xfrm>
              <a:custGeom>
                <a:avLst/>
                <a:gdLst/>
                <a:ahLst/>
                <a:cxnLst/>
                <a:rect l="0" t="0" r="r" b="b"/>
                <a:pathLst>
                  <a:path w="1044" h="1138" fill="norm" stroke="0">
                    <a:moveTo>
                      <a:pt x="285" y="0"/>
                    </a:moveTo>
                    <a:cubicBezTo>
                      <a:pt x="441" y="0"/>
                      <a:pt x="598" y="0"/>
                      <a:pt x="759" y="0"/>
                    </a:cubicBezTo>
                    <a:cubicBezTo>
                      <a:pt x="759" y="31"/>
                      <a:pt x="759" y="63"/>
                      <a:pt x="759" y="95"/>
                    </a:cubicBezTo>
                    <a:cubicBezTo>
                      <a:pt x="790" y="95"/>
                      <a:pt x="822" y="95"/>
                      <a:pt x="854" y="95"/>
                    </a:cubicBezTo>
                    <a:cubicBezTo>
                      <a:pt x="854" y="126"/>
                      <a:pt x="854" y="157"/>
                      <a:pt x="854" y="190"/>
                    </a:cubicBezTo>
                    <a:cubicBezTo>
                      <a:pt x="885" y="190"/>
                      <a:pt x="916" y="190"/>
                      <a:pt x="949" y="190"/>
                    </a:cubicBezTo>
                    <a:cubicBezTo>
                      <a:pt x="949" y="221"/>
                      <a:pt x="949" y="252"/>
                      <a:pt x="949" y="285"/>
                    </a:cubicBezTo>
                    <a:cubicBezTo>
                      <a:pt x="980" y="285"/>
                      <a:pt x="1011" y="285"/>
                      <a:pt x="1044" y="285"/>
                    </a:cubicBezTo>
                    <a:cubicBezTo>
                      <a:pt x="1044" y="472"/>
                      <a:pt x="1044" y="660"/>
                      <a:pt x="1044" y="854"/>
                    </a:cubicBezTo>
                    <a:cubicBezTo>
                      <a:pt x="1012" y="854"/>
                      <a:pt x="981" y="854"/>
                      <a:pt x="949" y="854"/>
                    </a:cubicBezTo>
                    <a:cubicBezTo>
                      <a:pt x="949" y="885"/>
                      <a:pt x="949" y="916"/>
                      <a:pt x="949" y="949"/>
                    </a:cubicBezTo>
                    <a:cubicBezTo>
                      <a:pt x="917" y="949"/>
                      <a:pt x="886" y="949"/>
                      <a:pt x="854" y="949"/>
                    </a:cubicBezTo>
                    <a:cubicBezTo>
                      <a:pt x="854" y="980"/>
                      <a:pt x="854" y="1011"/>
                      <a:pt x="854" y="1044"/>
                    </a:cubicBezTo>
                    <a:cubicBezTo>
                      <a:pt x="822" y="1044"/>
                      <a:pt x="791" y="1044"/>
                      <a:pt x="759" y="1044"/>
                    </a:cubicBezTo>
                    <a:cubicBezTo>
                      <a:pt x="759" y="1075"/>
                      <a:pt x="759" y="1106"/>
                      <a:pt x="759" y="1138"/>
                    </a:cubicBezTo>
                    <a:cubicBezTo>
                      <a:pt x="602" y="1138"/>
                      <a:pt x="446" y="1138"/>
                      <a:pt x="285" y="1138"/>
                    </a:cubicBezTo>
                    <a:cubicBezTo>
                      <a:pt x="285" y="1107"/>
                      <a:pt x="285" y="1076"/>
                      <a:pt x="285" y="1044"/>
                    </a:cubicBezTo>
                    <a:cubicBezTo>
                      <a:pt x="253" y="1044"/>
                      <a:pt x="222" y="1044"/>
                      <a:pt x="190" y="1044"/>
                    </a:cubicBezTo>
                    <a:cubicBezTo>
                      <a:pt x="190" y="1012"/>
                      <a:pt x="190" y="981"/>
                      <a:pt x="190" y="949"/>
                    </a:cubicBezTo>
                    <a:cubicBezTo>
                      <a:pt x="158" y="949"/>
                      <a:pt x="127" y="949"/>
                      <a:pt x="95" y="949"/>
                    </a:cubicBezTo>
                    <a:cubicBezTo>
                      <a:pt x="95" y="917"/>
                      <a:pt x="95" y="886"/>
                      <a:pt x="95" y="854"/>
                    </a:cubicBezTo>
                    <a:cubicBezTo>
                      <a:pt x="64" y="854"/>
                      <a:pt x="32" y="854"/>
                      <a:pt x="0" y="854"/>
                    </a:cubicBezTo>
                    <a:cubicBezTo>
                      <a:pt x="0" y="666"/>
                      <a:pt x="0" y="478"/>
                      <a:pt x="0" y="285"/>
                    </a:cubicBezTo>
                    <a:cubicBezTo>
                      <a:pt x="31" y="285"/>
                      <a:pt x="63" y="285"/>
                      <a:pt x="95" y="285"/>
                    </a:cubicBezTo>
                    <a:cubicBezTo>
                      <a:pt x="95" y="253"/>
                      <a:pt x="95" y="222"/>
                      <a:pt x="95" y="190"/>
                    </a:cubicBezTo>
                    <a:cubicBezTo>
                      <a:pt x="126" y="190"/>
                      <a:pt x="157" y="190"/>
                      <a:pt x="190" y="190"/>
                    </a:cubicBezTo>
                    <a:cubicBezTo>
                      <a:pt x="190" y="158"/>
                      <a:pt x="190" y="127"/>
                      <a:pt x="190" y="95"/>
                    </a:cubicBezTo>
                    <a:cubicBezTo>
                      <a:pt x="221" y="95"/>
                      <a:pt x="252" y="95"/>
                      <a:pt x="285" y="95"/>
                    </a:cubicBezTo>
                    <a:cubicBezTo>
                      <a:pt x="285" y="64"/>
                      <a:pt x="285" y="32"/>
                      <a:pt x="285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02" cap="flat">
                <a:noFill/>
              </a:ln>
            </p:spPr>
          </p:sp>
          <p:sp>
            <p:nvSpPr>
              <p:cNvPr id="1839" name="ICON_C_MANIFEST_DATABASE_path_013"/>
              <p:cNvSpPr/>
              <p:nvPr/>
            </p:nvSpPr>
            <p:spPr>
              <a:xfrm>
                <a:off x="723021" y="7375780"/>
                <a:ext cx="13253" cy="13253"/>
              </a:xfrm>
              <a:custGeom>
                <a:avLst/>
                <a:gdLst/>
                <a:ahLst/>
                <a:cxnLst/>
                <a:rect l="0" t="0" r="r" b="b"/>
                <a:pathLst>
                  <a:path w="1044" h="1044" fill="norm" stroke="0">
                    <a:moveTo>
                      <a:pt x="285" y="0"/>
                    </a:moveTo>
                    <a:cubicBezTo>
                      <a:pt x="472" y="0"/>
                      <a:pt x="660" y="0"/>
                      <a:pt x="854" y="0"/>
                    </a:cubicBezTo>
                    <a:cubicBezTo>
                      <a:pt x="854" y="31"/>
                      <a:pt x="854" y="63"/>
                      <a:pt x="854" y="95"/>
                    </a:cubicBezTo>
                    <a:cubicBezTo>
                      <a:pt x="885" y="95"/>
                      <a:pt x="916" y="95"/>
                      <a:pt x="949" y="95"/>
                    </a:cubicBezTo>
                    <a:cubicBezTo>
                      <a:pt x="949" y="126"/>
                      <a:pt x="949" y="157"/>
                      <a:pt x="949" y="190"/>
                    </a:cubicBezTo>
                    <a:cubicBezTo>
                      <a:pt x="980" y="190"/>
                      <a:pt x="1011" y="190"/>
                      <a:pt x="1044" y="190"/>
                    </a:cubicBezTo>
                    <a:cubicBezTo>
                      <a:pt x="1044" y="409"/>
                      <a:pt x="1044" y="628"/>
                      <a:pt x="1044" y="854"/>
                    </a:cubicBezTo>
                    <a:cubicBezTo>
                      <a:pt x="1012" y="854"/>
                      <a:pt x="981" y="854"/>
                      <a:pt x="949" y="854"/>
                    </a:cubicBezTo>
                    <a:cubicBezTo>
                      <a:pt x="949" y="885"/>
                      <a:pt x="949" y="916"/>
                      <a:pt x="949" y="949"/>
                    </a:cubicBezTo>
                    <a:cubicBezTo>
                      <a:pt x="917" y="949"/>
                      <a:pt x="886" y="949"/>
                      <a:pt x="854" y="949"/>
                    </a:cubicBezTo>
                    <a:cubicBezTo>
                      <a:pt x="854" y="980"/>
                      <a:pt x="854" y="1011"/>
                      <a:pt x="854" y="1044"/>
                    </a:cubicBezTo>
                    <a:cubicBezTo>
                      <a:pt x="635" y="1044"/>
                      <a:pt x="416" y="1044"/>
                      <a:pt x="190" y="1044"/>
                    </a:cubicBezTo>
                    <a:cubicBezTo>
                      <a:pt x="190" y="1012"/>
                      <a:pt x="190" y="981"/>
                      <a:pt x="190" y="949"/>
                    </a:cubicBezTo>
                    <a:cubicBezTo>
                      <a:pt x="158" y="949"/>
                      <a:pt x="127" y="949"/>
                      <a:pt x="95" y="949"/>
                    </a:cubicBezTo>
                    <a:cubicBezTo>
                      <a:pt x="95" y="917"/>
                      <a:pt x="95" y="886"/>
                      <a:pt x="95" y="854"/>
                    </a:cubicBezTo>
                    <a:cubicBezTo>
                      <a:pt x="64" y="854"/>
                      <a:pt x="32" y="854"/>
                      <a:pt x="0" y="854"/>
                    </a:cubicBezTo>
                    <a:cubicBezTo>
                      <a:pt x="0" y="666"/>
                      <a:pt x="0" y="478"/>
                      <a:pt x="0" y="285"/>
                    </a:cubicBezTo>
                    <a:cubicBezTo>
                      <a:pt x="31" y="285"/>
                      <a:pt x="63" y="285"/>
                      <a:pt x="95" y="285"/>
                    </a:cubicBezTo>
                    <a:cubicBezTo>
                      <a:pt x="95" y="253"/>
                      <a:pt x="95" y="222"/>
                      <a:pt x="95" y="190"/>
                    </a:cubicBezTo>
                    <a:cubicBezTo>
                      <a:pt x="126" y="190"/>
                      <a:pt x="157" y="190"/>
                      <a:pt x="190" y="190"/>
                    </a:cubicBezTo>
                    <a:cubicBezTo>
                      <a:pt x="190" y="158"/>
                      <a:pt x="190" y="127"/>
                      <a:pt x="190" y="95"/>
                    </a:cubicBezTo>
                    <a:cubicBezTo>
                      <a:pt x="221" y="95"/>
                      <a:pt x="252" y="95"/>
                      <a:pt x="285" y="95"/>
                    </a:cubicBezTo>
                    <a:cubicBezTo>
                      <a:pt x="285" y="64"/>
                      <a:pt x="285" y="32"/>
                      <a:pt x="285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02" cap="flat">
                <a:noFill/>
              </a:ln>
            </p:spPr>
          </p:sp>
          <p:sp>
            <p:nvSpPr>
              <p:cNvPr id="1840" name="ICON_C_MANIFEST_DATABASE_path_014"/>
              <p:cNvSpPr/>
              <p:nvPr/>
            </p:nvSpPr>
            <p:spPr>
              <a:xfrm>
                <a:off x="723021" y="7437225"/>
                <a:ext cx="13253" cy="13253"/>
              </a:xfrm>
              <a:custGeom>
                <a:avLst/>
                <a:gdLst/>
                <a:ahLst/>
                <a:cxnLst/>
                <a:rect l="0" t="0" r="r" b="b"/>
                <a:pathLst>
                  <a:path w="1044" h="1044" fill="norm" stroke="0">
                    <a:moveTo>
                      <a:pt x="190" y="0"/>
                    </a:moveTo>
                    <a:cubicBezTo>
                      <a:pt x="409" y="0"/>
                      <a:pt x="628" y="0"/>
                      <a:pt x="854" y="0"/>
                    </a:cubicBezTo>
                    <a:cubicBezTo>
                      <a:pt x="854" y="31"/>
                      <a:pt x="854" y="63"/>
                      <a:pt x="854" y="95"/>
                    </a:cubicBezTo>
                    <a:cubicBezTo>
                      <a:pt x="885" y="95"/>
                      <a:pt x="916" y="95"/>
                      <a:pt x="949" y="95"/>
                    </a:cubicBezTo>
                    <a:cubicBezTo>
                      <a:pt x="949" y="126"/>
                      <a:pt x="949" y="157"/>
                      <a:pt x="949" y="190"/>
                    </a:cubicBezTo>
                    <a:cubicBezTo>
                      <a:pt x="980" y="190"/>
                      <a:pt x="1011" y="190"/>
                      <a:pt x="1044" y="190"/>
                    </a:cubicBezTo>
                    <a:cubicBezTo>
                      <a:pt x="1044" y="378"/>
                      <a:pt x="1044" y="565"/>
                      <a:pt x="1044" y="759"/>
                    </a:cubicBezTo>
                    <a:cubicBezTo>
                      <a:pt x="1012" y="759"/>
                      <a:pt x="981" y="759"/>
                      <a:pt x="949" y="759"/>
                    </a:cubicBezTo>
                    <a:cubicBezTo>
                      <a:pt x="949" y="790"/>
                      <a:pt x="949" y="822"/>
                      <a:pt x="949" y="854"/>
                    </a:cubicBezTo>
                    <a:cubicBezTo>
                      <a:pt x="917" y="854"/>
                      <a:pt x="886" y="854"/>
                      <a:pt x="854" y="854"/>
                    </a:cubicBezTo>
                    <a:cubicBezTo>
                      <a:pt x="854" y="885"/>
                      <a:pt x="854" y="916"/>
                      <a:pt x="854" y="949"/>
                    </a:cubicBezTo>
                    <a:cubicBezTo>
                      <a:pt x="822" y="949"/>
                      <a:pt x="791" y="949"/>
                      <a:pt x="759" y="949"/>
                    </a:cubicBezTo>
                    <a:cubicBezTo>
                      <a:pt x="759" y="980"/>
                      <a:pt x="759" y="1011"/>
                      <a:pt x="759" y="1044"/>
                    </a:cubicBezTo>
                    <a:cubicBezTo>
                      <a:pt x="602" y="1044"/>
                      <a:pt x="446" y="1044"/>
                      <a:pt x="285" y="1044"/>
                    </a:cubicBezTo>
                    <a:cubicBezTo>
                      <a:pt x="285" y="1012"/>
                      <a:pt x="285" y="981"/>
                      <a:pt x="285" y="949"/>
                    </a:cubicBezTo>
                    <a:cubicBezTo>
                      <a:pt x="253" y="949"/>
                      <a:pt x="222" y="949"/>
                      <a:pt x="190" y="949"/>
                    </a:cubicBezTo>
                    <a:cubicBezTo>
                      <a:pt x="190" y="917"/>
                      <a:pt x="190" y="886"/>
                      <a:pt x="190" y="854"/>
                    </a:cubicBezTo>
                    <a:cubicBezTo>
                      <a:pt x="158" y="854"/>
                      <a:pt x="127" y="854"/>
                      <a:pt x="95" y="854"/>
                    </a:cubicBezTo>
                    <a:cubicBezTo>
                      <a:pt x="95" y="822"/>
                      <a:pt x="95" y="791"/>
                      <a:pt x="95" y="759"/>
                    </a:cubicBezTo>
                    <a:cubicBezTo>
                      <a:pt x="64" y="759"/>
                      <a:pt x="32" y="759"/>
                      <a:pt x="0" y="759"/>
                    </a:cubicBezTo>
                    <a:cubicBezTo>
                      <a:pt x="0" y="602"/>
                      <a:pt x="0" y="446"/>
                      <a:pt x="0" y="285"/>
                    </a:cubicBezTo>
                    <a:cubicBezTo>
                      <a:pt x="31" y="285"/>
                      <a:pt x="63" y="285"/>
                      <a:pt x="95" y="285"/>
                    </a:cubicBezTo>
                    <a:cubicBezTo>
                      <a:pt x="95" y="222"/>
                      <a:pt x="95" y="159"/>
                      <a:pt x="95" y="95"/>
                    </a:cubicBezTo>
                    <a:cubicBezTo>
                      <a:pt x="126" y="95"/>
                      <a:pt x="157" y="95"/>
                      <a:pt x="190" y="95"/>
                    </a:cubicBezTo>
                    <a:cubicBezTo>
                      <a:pt x="190" y="64"/>
                      <a:pt x="190" y="32"/>
                      <a:pt x="190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602" cap="flat">
                <a:noFill/>
              </a:ln>
            </p:spPr>
          </p:sp>
          <p:sp>
            <p:nvSpPr>
              <p:cNvPr id="1841" name="ICON_C_MANIFEST_DATABASE_path_015"/>
              <p:cNvSpPr/>
              <p:nvPr/>
            </p:nvSpPr>
            <p:spPr>
              <a:xfrm>
                <a:off x="683263" y="7289035"/>
                <a:ext cx="20482" cy="6093"/>
              </a:xfrm>
              <a:custGeom>
                <a:avLst/>
                <a:gdLst/>
                <a:ahLst/>
                <a:cxnLst/>
                <a:rect l="0" t="0" r="r" b="b"/>
                <a:pathLst>
                  <a:path w="1613" h="480" fill="norm" stroke="0">
                    <a:moveTo>
                      <a:pt x="0" y="0"/>
                    </a:moveTo>
                    <a:cubicBezTo>
                      <a:pt x="94" y="0"/>
                      <a:pt x="188" y="0"/>
                      <a:pt x="285" y="0"/>
                    </a:cubicBezTo>
                    <a:cubicBezTo>
                      <a:pt x="285" y="63"/>
                      <a:pt x="285" y="125"/>
                      <a:pt x="285" y="190"/>
                    </a:cubicBezTo>
                    <a:cubicBezTo>
                      <a:pt x="535" y="190"/>
                      <a:pt x="785" y="190"/>
                      <a:pt x="1044" y="190"/>
                    </a:cubicBezTo>
                    <a:cubicBezTo>
                      <a:pt x="1044" y="221"/>
                      <a:pt x="1044" y="252"/>
                      <a:pt x="1044" y="285"/>
                    </a:cubicBezTo>
                    <a:cubicBezTo>
                      <a:pt x="1106" y="285"/>
                      <a:pt x="1169" y="285"/>
                      <a:pt x="1233" y="285"/>
                    </a:cubicBezTo>
                    <a:cubicBezTo>
                      <a:pt x="1233" y="316"/>
                      <a:pt x="1233" y="347"/>
                      <a:pt x="1233" y="379"/>
                    </a:cubicBezTo>
                    <a:cubicBezTo>
                      <a:pt x="1358" y="379"/>
                      <a:pt x="1484" y="379"/>
                      <a:pt x="1613" y="379"/>
                    </a:cubicBezTo>
                    <a:cubicBezTo>
                      <a:pt x="1613" y="411"/>
                      <a:pt x="1613" y="442"/>
                      <a:pt x="1613" y="474"/>
                    </a:cubicBezTo>
                    <a:cubicBezTo>
                      <a:pt x="1533" y="476"/>
                      <a:pt x="1452" y="476"/>
                      <a:pt x="1372" y="477"/>
                    </a:cubicBezTo>
                    <a:cubicBezTo>
                      <a:pt x="1345" y="477"/>
                      <a:pt x="1318" y="478"/>
                      <a:pt x="1290" y="478"/>
                    </a:cubicBezTo>
                    <a:cubicBezTo>
                      <a:pt x="1251" y="479"/>
                      <a:pt x="1212" y="479"/>
                      <a:pt x="1173" y="479"/>
                    </a:cubicBezTo>
                    <a:cubicBezTo>
                      <a:pt x="1160" y="479"/>
                      <a:pt x="1148" y="479"/>
                      <a:pt x="1136" y="480"/>
                    </a:cubicBezTo>
                    <a:cubicBezTo>
                      <a:pt x="1101" y="480"/>
                      <a:pt x="1101" y="480"/>
                      <a:pt x="1044" y="474"/>
                    </a:cubicBezTo>
                    <a:cubicBezTo>
                      <a:pt x="1028" y="459"/>
                      <a:pt x="1012" y="443"/>
                      <a:pt x="996" y="427"/>
                    </a:cubicBezTo>
                    <a:cubicBezTo>
                      <a:pt x="953" y="419"/>
                      <a:pt x="953" y="419"/>
                      <a:pt x="899" y="417"/>
                    </a:cubicBezTo>
                    <a:cubicBezTo>
                      <a:pt x="879" y="416"/>
                      <a:pt x="859" y="415"/>
                      <a:pt x="839" y="414"/>
                    </a:cubicBezTo>
                    <a:cubicBezTo>
                      <a:pt x="828" y="414"/>
                      <a:pt x="828" y="414"/>
                      <a:pt x="774" y="412"/>
                    </a:cubicBezTo>
                    <a:cubicBezTo>
                      <a:pt x="752" y="411"/>
                      <a:pt x="729" y="410"/>
                      <a:pt x="707" y="409"/>
                    </a:cubicBezTo>
                    <a:cubicBezTo>
                      <a:pt x="648" y="406"/>
                      <a:pt x="590" y="404"/>
                      <a:pt x="531" y="402"/>
                    </a:cubicBezTo>
                    <a:cubicBezTo>
                      <a:pt x="471" y="399"/>
                      <a:pt x="412" y="397"/>
                      <a:pt x="352" y="394"/>
                    </a:cubicBezTo>
                    <a:cubicBezTo>
                      <a:pt x="235" y="389"/>
                      <a:pt x="117" y="384"/>
                      <a:pt x="0" y="379"/>
                    </a:cubicBezTo>
                    <a:cubicBezTo>
                      <a:pt x="0" y="254"/>
                      <a:pt x="0" y="12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02" cap="flat">
                <a:noFill/>
              </a:ln>
            </p:spPr>
          </p:sp>
          <p:sp>
            <p:nvSpPr>
              <p:cNvPr id="1842" name="ICON_C_MANIFEST_DATABASE_path_016"/>
              <p:cNvSpPr/>
              <p:nvPr/>
            </p:nvSpPr>
            <p:spPr>
              <a:xfrm>
                <a:off x="629047" y="7289035"/>
                <a:ext cx="10843" cy="4819"/>
              </a:xfrm>
              <a:custGeom>
                <a:avLst/>
                <a:gdLst/>
                <a:ahLst/>
                <a:cxnLst/>
                <a:rect l="0" t="0" r="r" b="b"/>
                <a:pathLst>
                  <a:path w="854" h="379" fill="norm" stroke="0">
                    <a:moveTo>
                      <a:pt x="95" y="0"/>
                    </a:moveTo>
                    <a:cubicBezTo>
                      <a:pt x="345" y="0"/>
                      <a:pt x="596" y="0"/>
                      <a:pt x="854" y="0"/>
                    </a:cubicBezTo>
                    <a:cubicBezTo>
                      <a:pt x="854" y="94"/>
                      <a:pt x="854" y="188"/>
                      <a:pt x="854" y="285"/>
                    </a:cubicBezTo>
                    <a:cubicBezTo>
                      <a:pt x="822" y="285"/>
                      <a:pt x="791" y="285"/>
                      <a:pt x="759" y="285"/>
                    </a:cubicBezTo>
                    <a:cubicBezTo>
                      <a:pt x="759" y="316"/>
                      <a:pt x="759" y="347"/>
                      <a:pt x="759" y="379"/>
                    </a:cubicBezTo>
                    <a:cubicBezTo>
                      <a:pt x="508" y="379"/>
                      <a:pt x="258" y="379"/>
                      <a:pt x="0" y="379"/>
                    </a:cubicBezTo>
                    <a:cubicBezTo>
                      <a:pt x="0" y="317"/>
                      <a:pt x="0" y="254"/>
                      <a:pt x="0" y="190"/>
                    </a:cubicBezTo>
                    <a:cubicBezTo>
                      <a:pt x="31" y="190"/>
                      <a:pt x="63" y="190"/>
                      <a:pt x="95" y="190"/>
                    </a:cubicBezTo>
                    <a:cubicBezTo>
                      <a:pt x="95" y="127"/>
                      <a:pt x="95" y="65"/>
                      <a:pt x="9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02" cap="flat">
                <a:noFill/>
              </a:ln>
            </p:spPr>
          </p:sp>
          <p:sp>
            <p:nvSpPr>
              <p:cNvPr id="1843" name="ICON_C_MANIFEST_DATABASE_path_017"/>
              <p:cNvSpPr/>
              <p:nvPr/>
            </p:nvSpPr>
            <p:spPr>
              <a:xfrm>
                <a:off x="590493" y="7540838"/>
                <a:ext cx="19277" cy="4819"/>
              </a:xfrm>
              <a:custGeom>
                <a:avLst/>
                <a:gdLst/>
                <a:ahLst/>
                <a:cxnLst/>
                <a:rect l="0" t="0" r="r" b="b"/>
                <a:pathLst>
                  <a:path w="1518" h="379" fill="norm" stroke="0">
                    <a:moveTo>
                      <a:pt x="0" y="0"/>
                    </a:moveTo>
                    <a:cubicBezTo>
                      <a:pt x="94" y="0"/>
                      <a:pt x="188" y="0"/>
                      <a:pt x="285" y="0"/>
                    </a:cubicBezTo>
                    <a:cubicBezTo>
                      <a:pt x="285" y="31"/>
                      <a:pt x="285" y="63"/>
                      <a:pt x="285" y="95"/>
                    </a:cubicBezTo>
                    <a:cubicBezTo>
                      <a:pt x="296" y="95"/>
                      <a:pt x="307" y="94"/>
                      <a:pt x="319" y="94"/>
                    </a:cubicBezTo>
                    <a:cubicBezTo>
                      <a:pt x="370" y="93"/>
                      <a:pt x="420" y="92"/>
                      <a:pt x="471" y="92"/>
                    </a:cubicBezTo>
                    <a:cubicBezTo>
                      <a:pt x="489" y="91"/>
                      <a:pt x="507" y="91"/>
                      <a:pt x="525" y="91"/>
                    </a:cubicBezTo>
                    <a:cubicBezTo>
                      <a:pt x="542" y="91"/>
                      <a:pt x="559" y="90"/>
                      <a:pt x="576" y="90"/>
                    </a:cubicBezTo>
                    <a:cubicBezTo>
                      <a:pt x="592" y="90"/>
                      <a:pt x="608" y="90"/>
                      <a:pt x="624" y="89"/>
                    </a:cubicBezTo>
                    <a:cubicBezTo>
                      <a:pt x="664" y="95"/>
                      <a:pt x="664" y="95"/>
                      <a:pt x="711" y="142"/>
                    </a:cubicBezTo>
                    <a:cubicBezTo>
                      <a:pt x="756" y="152"/>
                      <a:pt x="756" y="152"/>
                      <a:pt x="809" y="157"/>
                    </a:cubicBezTo>
                    <a:cubicBezTo>
                      <a:pt x="829" y="159"/>
                      <a:pt x="848" y="161"/>
                      <a:pt x="867" y="163"/>
                    </a:cubicBezTo>
                    <a:cubicBezTo>
                      <a:pt x="887" y="165"/>
                      <a:pt x="907" y="167"/>
                      <a:pt x="928" y="169"/>
                    </a:cubicBezTo>
                    <a:cubicBezTo>
                      <a:pt x="948" y="171"/>
                      <a:pt x="968" y="173"/>
                      <a:pt x="989" y="175"/>
                    </a:cubicBezTo>
                    <a:cubicBezTo>
                      <a:pt x="1039" y="180"/>
                      <a:pt x="1089" y="185"/>
                      <a:pt x="1138" y="190"/>
                    </a:cubicBezTo>
                    <a:cubicBezTo>
                      <a:pt x="1138" y="221"/>
                      <a:pt x="1138" y="252"/>
                      <a:pt x="1138" y="285"/>
                    </a:cubicBezTo>
                    <a:cubicBezTo>
                      <a:pt x="1264" y="285"/>
                      <a:pt x="1389" y="285"/>
                      <a:pt x="1518" y="285"/>
                    </a:cubicBezTo>
                    <a:cubicBezTo>
                      <a:pt x="1518" y="316"/>
                      <a:pt x="1518" y="347"/>
                      <a:pt x="1518" y="379"/>
                    </a:cubicBezTo>
                    <a:cubicBezTo>
                      <a:pt x="1330" y="379"/>
                      <a:pt x="1142" y="379"/>
                      <a:pt x="949" y="379"/>
                    </a:cubicBezTo>
                    <a:cubicBezTo>
                      <a:pt x="949" y="348"/>
                      <a:pt x="949" y="317"/>
                      <a:pt x="949" y="285"/>
                    </a:cubicBezTo>
                    <a:cubicBezTo>
                      <a:pt x="667" y="285"/>
                      <a:pt x="385" y="285"/>
                      <a:pt x="95" y="285"/>
                    </a:cubicBezTo>
                    <a:cubicBezTo>
                      <a:pt x="95" y="253"/>
                      <a:pt x="95" y="222"/>
                      <a:pt x="95" y="190"/>
                    </a:cubicBezTo>
                    <a:cubicBezTo>
                      <a:pt x="64" y="190"/>
                      <a:pt x="32" y="190"/>
                      <a:pt x="0" y="190"/>
                    </a:cubicBezTo>
                    <a:cubicBezTo>
                      <a:pt x="0" y="127"/>
                      <a:pt x="0" y="65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02" cap="flat">
                <a:noFill/>
              </a:ln>
            </p:spPr>
          </p:sp>
          <p:sp>
            <p:nvSpPr>
              <p:cNvPr id="1844" name="ICON_C_MANIFEST_DATABASE_path_018"/>
              <p:cNvSpPr/>
              <p:nvPr/>
            </p:nvSpPr>
            <p:spPr>
              <a:xfrm>
                <a:off x="706154" y="7293854"/>
                <a:ext cx="12048" cy="3683"/>
              </a:xfrm>
              <a:custGeom>
                <a:avLst/>
                <a:gdLst/>
                <a:ahLst/>
                <a:cxnLst/>
                <a:rect l="0" t="0" r="r" b="b"/>
                <a:pathLst>
                  <a:path w="949" h="290" fill="norm" stroke="0">
                    <a:moveTo>
                      <a:pt x="0" y="0"/>
                    </a:moveTo>
                    <a:cubicBezTo>
                      <a:pt x="188" y="0"/>
                      <a:pt x="376" y="0"/>
                      <a:pt x="569" y="0"/>
                    </a:cubicBezTo>
                    <a:cubicBezTo>
                      <a:pt x="569" y="31"/>
                      <a:pt x="569" y="63"/>
                      <a:pt x="569" y="95"/>
                    </a:cubicBezTo>
                    <a:cubicBezTo>
                      <a:pt x="694" y="95"/>
                      <a:pt x="820" y="95"/>
                      <a:pt x="949" y="95"/>
                    </a:cubicBezTo>
                    <a:cubicBezTo>
                      <a:pt x="949" y="157"/>
                      <a:pt x="949" y="220"/>
                      <a:pt x="949" y="285"/>
                    </a:cubicBezTo>
                    <a:cubicBezTo>
                      <a:pt x="886" y="286"/>
                      <a:pt x="824" y="287"/>
                      <a:pt x="762" y="288"/>
                    </a:cubicBezTo>
                    <a:cubicBezTo>
                      <a:pt x="744" y="288"/>
                      <a:pt x="726" y="288"/>
                      <a:pt x="708" y="289"/>
                    </a:cubicBezTo>
                    <a:cubicBezTo>
                      <a:pt x="691" y="289"/>
                      <a:pt x="674" y="289"/>
                      <a:pt x="657" y="289"/>
                    </a:cubicBezTo>
                    <a:cubicBezTo>
                      <a:pt x="641" y="289"/>
                      <a:pt x="626" y="290"/>
                      <a:pt x="609" y="290"/>
                    </a:cubicBezTo>
                    <a:cubicBezTo>
                      <a:pt x="569" y="285"/>
                      <a:pt x="569" y="285"/>
                      <a:pt x="522" y="237"/>
                    </a:cubicBezTo>
                    <a:cubicBezTo>
                      <a:pt x="468" y="227"/>
                      <a:pt x="468" y="227"/>
                      <a:pt x="403" y="222"/>
                    </a:cubicBezTo>
                    <a:cubicBezTo>
                      <a:pt x="380" y="220"/>
                      <a:pt x="356" y="218"/>
                      <a:pt x="332" y="216"/>
                    </a:cubicBezTo>
                    <a:cubicBezTo>
                      <a:pt x="307" y="214"/>
                      <a:pt x="283" y="212"/>
                      <a:pt x="258" y="211"/>
                    </a:cubicBezTo>
                    <a:cubicBezTo>
                      <a:pt x="233" y="208"/>
                      <a:pt x="208" y="206"/>
                      <a:pt x="183" y="204"/>
                    </a:cubicBezTo>
                    <a:cubicBezTo>
                      <a:pt x="122" y="199"/>
                      <a:pt x="61" y="194"/>
                      <a:pt x="0" y="190"/>
                    </a:cubicBezTo>
                    <a:cubicBezTo>
                      <a:pt x="0" y="127"/>
                      <a:pt x="0" y="65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602" cap="flat">
                <a:noFill/>
              </a:ln>
            </p:spPr>
          </p:sp>
          <p:sp>
            <p:nvSpPr>
              <p:cNvPr id="1845" name="ICON_C_MANIFEST_DATABASE_path_019"/>
              <p:cNvSpPr/>
              <p:nvPr/>
            </p:nvSpPr>
            <p:spPr>
              <a:xfrm>
                <a:off x="760370" y="7522690"/>
                <a:ext cx="7229" cy="8509"/>
              </a:xfrm>
              <a:custGeom>
                <a:avLst/>
                <a:gdLst/>
                <a:ahLst/>
                <a:cxnLst/>
                <a:rect l="0" t="0" r="r" b="b"/>
                <a:pathLst>
                  <a:path w="569" h="670" fill="norm" stroke="0">
                    <a:moveTo>
                      <a:pt x="379" y="6"/>
                    </a:moveTo>
                    <a:cubicBezTo>
                      <a:pt x="430" y="0"/>
                      <a:pt x="430" y="0"/>
                      <a:pt x="474" y="6"/>
                    </a:cubicBezTo>
                    <a:cubicBezTo>
                      <a:pt x="474" y="37"/>
                      <a:pt x="474" y="69"/>
                      <a:pt x="474" y="101"/>
                    </a:cubicBezTo>
                    <a:cubicBezTo>
                      <a:pt x="506" y="101"/>
                      <a:pt x="537" y="101"/>
                      <a:pt x="569" y="101"/>
                    </a:cubicBezTo>
                    <a:cubicBezTo>
                      <a:pt x="569" y="132"/>
                      <a:pt x="569" y="163"/>
                      <a:pt x="569" y="196"/>
                    </a:cubicBezTo>
                    <a:cubicBezTo>
                      <a:pt x="538" y="196"/>
                      <a:pt x="507" y="196"/>
                      <a:pt x="474" y="196"/>
                    </a:cubicBezTo>
                    <a:cubicBezTo>
                      <a:pt x="474" y="258"/>
                      <a:pt x="474" y="321"/>
                      <a:pt x="474" y="385"/>
                    </a:cubicBezTo>
                    <a:cubicBezTo>
                      <a:pt x="443" y="385"/>
                      <a:pt x="412" y="385"/>
                      <a:pt x="379" y="385"/>
                    </a:cubicBezTo>
                    <a:cubicBezTo>
                      <a:pt x="379" y="417"/>
                      <a:pt x="379" y="448"/>
                      <a:pt x="379" y="480"/>
                    </a:cubicBezTo>
                    <a:cubicBezTo>
                      <a:pt x="348" y="480"/>
                      <a:pt x="317" y="480"/>
                      <a:pt x="285" y="480"/>
                    </a:cubicBezTo>
                    <a:cubicBezTo>
                      <a:pt x="285" y="512"/>
                      <a:pt x="285" y="543"/>
                      <a:pt x="285" y="575"/>
                    </a:cubicBezTo>
                    <a:cubicBezTo>
                      <a:pt x="253" y="575"/>
                      <a:pt x="222" y="575"/>
                      <a:pt x="190" y="575"/>
                    </a:cubicBezTo>
                    <a:cubicBezTo>
                      <a:pt x="190" y="606"/>
                      <a:pt x="190" y="638"/>
                      <a:pt x="190" y="670"/>
                    </a:cubicBezTo>
                    <a:cubicBezTo>
                      <a:pt x="158" y="670"/>
                      <a:pt x="127" y="670"/>
                      <a:pt x="95" y="670"/>
                    </a:cubicBezTo>
                    <a:cubicBezTo>
                      <a:pt x="95" y="607"/>
                      <a:pt x="95" y="545"/>
                      <a:pt x="95" y="480"/>
                    </a:cubicBezTo>
                    <a:cubicBezTo>
                      <a:pt x="64" y="480"/>
                      <a:pt x="32" y="480"/>
                      <a:pt x="0" y="480"/>
                    </a:cubicBezTo>
                    <a:cubicBezTo>
                      <a:pt x="13" y="448"/>
                      <a:pt x="27" y="417"/>
                      <a:pt x="42" y="385"/>
                    </a:cubicBezTo>
                    <a:cubicBezTo>
                      <a:pt x="49" y="368"/>
                      <a:pt x="57" y="350"/>
                      <a:pt x="65" y="332"/>
                    </a:cubicBezTo>
                    <a:cubicBezTo>
                      <a:pt x="75" y="318"/>
                      <a:pt x="85" y="305"/>
                      <a:pt x="95" y="291"/>
                    </a:cubicBezTo>
                    <a:cubicBezTo>
                      <a:pt x="146" y="285"/>
                      <a:pt x="146" y="285"/>
                      <a:pt x="190" y="291"/>
                    </a:cubicBezTo>
                    <a:cubicBezTo>
                      <a:pt x="190" y="259"/>
                      <a:pt x="190" y="228"/>
                      <a:pt x="190" y="196"/>
                    </a:cubicBezTo>
                    <a:cubicBezTo>
                      <a:pt x="204" y="198"/>
                      <a:pt x="219" y="200"/>
                      <a:pt x="234" y="202"/>
                    </a:cubicBezTo>
                    <a:cubicBezTo>
                      <a:pt x="243" y="201"/>
                      <a:pt x="243" y="201"/>
                      <a:pt x="285" y="196"/>
                    </a:cubicBezTo>
                    <a:cubicBezTo>
                      <a:pt x="311" y="154"/>
                      <a:pt x="311" y="154"/>
                      <a:pt x="332" y="101"/>
                    </a:cubicBezTo>
                    <a:cubicBezTo>
                      <a:pt x="353" y="47"/>
                      <a:pt x="353" y="47"/>
                      <a:pt x="379" y="6"/>
                    </a:cubicBezTo>
                    <a:close/>
                  </a:path>
                </a:pathLst>
              </a:custGeom>
              <a:solidFill>
                <a:srgbClr val="ACB5E9"/>
              </a:solidFill>
              <a:ln w="602" cap="flat">
                <a:noFill/>
              </a:ln>
            </p:spPr>
          </p:sp>
        </p:grpSp>
        <p:sp>
          <p:nvSpPr>
            <p:cNvPr id="365" name="TXT_100"/>
            <p:cNvSpPr txBox="1"/>
            <p:nvPr/>
          </p:nvSpPr>
          <p:spPr>
            <a:xfrm>
              <a:off x="1119188" y="7064375"/>
              <a:ext cx="1031875" cy="17462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1" i="0" spc="0" lang="en-US">
                  <a:solidFill>
                    <a:srgbClr val="6B079C"/>
                  </a:solidFill>
                  <a:latin typeface="Roboto Condensed"/>
                  <a:ea typeface="微软雅黑"/>
                </a:defRPr>
              </a:pPr>
              <a:r>
                <a:rPr sz="969" b="1" i="0" spc="0" lang="en-US">
                  <a:solidFill>
                    <a:srgbClr val="6B079C"/>
                  </a:solidFill>
                  <a:latin typeface="Roboto Condensed"/>
                  <a:ea typeface="微软雅黑"/>
                </a:rPr>
                <a:t>Recording manifest</a:t>
              </a:r>
              <a:endParaRPr sz="969" b="1" i="0" spc="0" lang="en-US">
                <a:solidFill>
                  <a:srgbClr val="6B079C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70" name="TXT_106"/>
            <p:cNvSpPr txBox="1"/>
            <p:nvPr/>
          </p:nvSpPr>
          <p:spPr>
            <a:xfrm>
              <a:off x="904875" y="7270750"/>
              <a:ext cx="420688" cy="1587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sub-01</a:t>
              </a:r>
              <a:endParaRPr sz="781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71" name="TXT_107"/>
            <p:cNvSpPr txBox="1"/>
            <p:nvPr/>
          </p:nvSpPr>
          <p:spPr>
            <a:xfrm>
              <a:off x="1397000" y="7294562"/>
              <a:ext cx="269875" cy="12700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EEG</a:t>
              </a:r>
              <a:endParaRPr sz="781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72" name="TXT_108"/>
            <p:cNvSpPr txBox="1"/>
            <p:nvPr/>
          </p:nvSpPr>
          <p:spPr>
            <a:xfrm>
              <a:off x="1746250" y="7294562"/>
              <a:ext cx="420688" cy="13493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64 ch</a:t>
              </a:r>
              <a:endParaRPr sz="781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73" name="TXT_109"/>
            <p:cNvSpPr txBox="1"/>
            <p:nvPr/>
          </p:nvSpPr>
          <p:spPr>
            <a:xfrm>
              <a:off x="2095500" y="7278688"/>
              <a:ext cx="404812" cy="150812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500 Hz</a:t>
              </a:r>
              <a:endParaRPr sz="781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74" name="TXT_110"/>
            <p:cNvSpPr txBox="1"/>
            <p:nvPr/>
          </p:nvSpPr>
          <p:spPr>
            <a:xfrm>
              <a:off x="904875" y="7421562"/>
              <a:ext cx="420688" cy="14287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sub-02</a:t>
              </a:r>
              <a:endParaRPr sz="781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75" name="TXT_111"/>
            <p:cNvSpPr txBox="1"/>
            <p:nvPr/>
          </p:nvSpPr>
          <p:spPr>
            <a:xfrm>
              <a:off x="1373188" y="7413625"/>
              <a:ext cx="301625" cy="14287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EEG</a:t>
              </a:r>
              <a:endParaRPr sz="781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76" name="TXT_112"/>
            <p:cNvSpPr txBox="1"/>
            <p:nvPr/>
          </p:nvSpPr>
          <p:spPr>
            <a:xfrm>
              <a:off x="1746250" y="7421562"/>
              <a:ext cx="396875" cy="13493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32 ch</a:t>
              </a:r>
              <a:endParaRPr sz="781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77" name="TXT_113"/>
            <p:cNvSpPr txBox="1"/>
            <p:nvPr/>
          </p:nvSpPr>
          <p:spPr>
            <a:xfrm>
              <a:off x="2103438" y="7413625"/>
              <a:ext cx="420688" cy="14287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781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250 Hz</a:t>
              </a:r>
              <a:endParaRPr sz="781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378" name="TXT_114"/>
            <p:cNvSpPr txBox="1"/>
            <p:nvPr/>
          </p:nvSpPr>
          <p:spPr>
            <a:xfrm>
              <a:off x="1000125" y="7564438"/>
              <a:ext cx="206375" cy="95250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1000" b="0" i="0" spc="0" lang="en-US">
                  <a:solidFill>
                    <a:srgbClr val="100934"/>
                  </a:solidFill>
                  <a:latin typeface="Roboto Condensed"/>
                  <a:ea typeface="微软雅黑"/>
                </a:defRPr>
              </a:pPr>
              <a:r>
                <a:rPr sz="1000" b="0" i="0" spc="0" lang="en-US">
                  <a:solidFill>
                    <a:srgbClr val="100934"/>
                  </a:solidFill>
                  <a:latin typeface="Roboto Condensed"/>
                  <a:ea typeface="微软雅黑"/>
                </a:rPr>
                <a:t>⋯</a:t>
              </a:r>
              <a:endParaRPr sz="1000" b="0" i="0" spc="0" lang="en-US">
                <a:solidFill>
                  <a:srgbClr val="100934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4052" name="PORT_C_EXECUTION_0_from"/>
            <p:cNvSpPr/>
            <p:nvPr/>
          </p:nvSpPr>
          <p:spPr>
            <a:xfrm>
              <a:off x="2555811" y="7326312"/>
              <a:ext cx="128" cy="128"/>
            </a:xfrm>
            <a:prstGeom prst="rect">
              <a:avLst/>
            </a:prstGeom>
            <a:noFill/>
            <a:ln>
              <a:noFill/>
            </a:ln>
            <a:effectLst/>
          </p:spPr>
        </p:sp>
      </p:grpSp>
      <p:grpSp>
        <p:nvGrpSpPr>
          <p:cNvPr id="4039" name="MODULE_C_PROCESSED"/>
          <p:cNvGrpSpPr/>
          <p:nvPr/>
        </p:nvGrpSpPr>
        <p:grpSpPr>
          <a:xfrm>
            <a:off x="2778125" y="7032625"/>
            <a:ext cx="2063750" cy="674688"/>
            <a:chOff x="2778125" y="7032625"/>
            <a:chExt cx="2063750" cy="674688"/>
          </a:xfrm>
        </p:grpSpPr>
        <p:sp>
          <p:nvSpPr>
            <p:cNvPr id="109" name="C_PROCESSED"/>
            <p:cNvSpPr/>
            <p:nvPr/>
          </p:nvSpPr>
          <p:spPr>
            <a:xfrm>
              <a:off x="2778125" y="7032625"/>
              <a:ext cx="2063750" cy="674688"/>
            </a:xfrm>
            <a:prstGeom prst="roundRect">
              <a:avLst>
                <a:gd name="adj" fmla="val 11765"/>
              </a:avLst>
            </a:prstGeom>
            <a:solidFill>
              <a:srgbClr val="FFFFFF"/>
            </a:solidFill>
            <a:ln w="15875" cap="rnd">
              <a:solidFill>
                <a:srgbClr val="8152A3"/>
              </a:solidFill>
              <a:round/>
            </a:ln>
          </p:spPr>
        </p:sp>
        <p:sp>
          <p:nvSpPr>
            <p:cNvPr id="110" name="C_PROCESSED_HEADER"/>
            <p:cNvSpPr/>
            <p:nvPr/>
          </p:nvSpPr>
          <p:spPr>
            <a:xfrm>
              <a:off x="2786062" y="7040562"/>
              <a:ext cx="2047875" cy="198438"/>
            </a:xfrm>
            <a:custGeom>
              <a:avLst/>
              <a:gdLst/>
              <a:ahLst/>
              <a:cxnLst/>
              <a:rect l="0" t="0" r="r" b="b"/>
              <a:pathLst>
                <a:path w="258000" h="25000" fill="norm" stroke="0">
                  <a:moveTo>
                    <a:pt x="9000" y="0"/>
                  </a:moveTo>
                  <a:lnTo>
                    <a:pt x="249000" y="0"/>
                  </a:lnTo>
                  <a:cubicBezTo>
                    <a:pt x="253971" y="0"/>
                    <a:pt x="258000" y="4029"/>
                    <a:pt x="258000" y="9000"/>
                  </a:cubicBezTo>
                  <a:lnTo>
                    <a:pt x="258000" y="25000"/>
                  </a:lnTo>
                  <a:lnTo>
                    <a:pt x="0" y="25000"/>
                  </a:lnTo>
                  <a:lnTo>
                    <a:pt x="0" y="9000"/>
                  </a:lnTo>
                  <a:cubicBezTo>
                    <a:pt x="0" y="4029"/>
                    <a:pt x="4029" y="0"/>
                    <a:pt x="900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2EAF9"/>
                </a:gs>
                <a:gs pos="100000">
                  <a:srgbClr val="F9F5FC"/>
                </a:gs>
              </a:gsLst>
              <a:lin ang="5400000" scaled="1"/>
            </a:gradFill>
            <a:ln w="11906" cap="rnd">
              <a:noFill/>
            </a:ln>
          </p:spPr>
        </p:sp>
        <p:grpSp>
          <p:nvGrpSpPr>
            <p:cNvPr id="1846" name="ICON_C_SIGNAL_HEADER"/>
            <p:cNvGrpSpPr/>
            <p:nvPr/>
          </p:nvGrpSpPr>
          <p:grpSpPr>
            <a:xfrm>
              <a:off x="3182938" y="7064375"/>
              <a:ext cx="166688" cy="166688"/>
              <a:chOff x="3182938" y="7064375"/>
              <a:chExt cx="166688" cy="166688"/>
            </a:xfrm>
          </p:grpSpPr>
          <p:sp>
            <p:nvSpPr>
              <p:cNvPr id="1847" name="ICON_C_SIGNAL_HEADER_path_001"/>
              <p:cNvSpPr/>
              <p:nvPr/>
            </p:nvSpPr>
            <p:spPr>
              <a:xfrm>
                <a:off x="3199529" y="7072092"/>
                <a:ext cx="130418" cy="151253"/>
              </a:xfrm>
              <a:custGeom>
                <a:avLst/>
                <a:gdLst/>
                <a:ahLst/>
                <a:cxnLst/>
                <a:rect l="0" t="0" r="r" b="b"/>
                <a:pathLst>
                  <a:path w="10269" h="11910" fill="norm" stroke="0">
                    <a:moveTo>
                      <a:pt x="243" y="0"/>
                    </a:moveTo>
                    <a:cubicBezTo>
                      <a:pt x="2790" y="0"/>
                      <a:pt x="5336" y="0"/>
                      <a:pt x="7960" y="0"/>
                    </a:cubicBezTo>
                    <a:cubicBezTo>
                      <a:pt x="7960" y="20"/>
                      <a:pt x="7960" y="40"/>
                      <a:pt x="7960" y="61"/>
                    </a:cubicBezTo>
                    <a:cubicBezTo>
                      <a:pt x="7980" y="61"/>
                      <a:pt x="8000" y="61"/>
                      <a:pt x="8021" y="61"/>
                    </a:cubicBezTo>
                    <a:cubicBezTo>
                      <a:pt x="8021" y="783"/>
                      <a:pt x="8021" y="1505"/>
                      <a:pt x="8021" y="2248"/>
                    </a:cubicBezTo>
                    <a:cubicBezTo>
                      <a:pt x="8041" y="2248"/>
                      <a:pt x="8061" y="2248"/>
                      <a:pt x="8082" y="2248"/>
                    </a:cubicBezTo>
                    <a:cubicBezTo>
                      <a:pt x="8082" y="2288"/>
                      <a:pt x="8082" y="2328"/>
                      <a:pt x="8082" y="2370"/>
                    </a:cubicBezTo>
                    <a:cubicBezTo>
                      <a:pt x="8102" y="2370"/>
                      <a:pt x="8122" y="2370"/>
                      <a:pt x="8142" y="2370"/>
                    </a:cubicBezTo>
                    <a:cubicBezTo>
                      <a:pt x="8142" y="2390"/>
                      <a:pt x="8142" y="2410"/>
                      <a:pt x="8142" y="2431"/>
                    </a:cubicBezTo>
                    <a:cubicBezTo>
                      <a:pt x="8162" y="2431"/>
                      <a:pt x="8182" y="2431"/>
                      <a:pt x="8203" y="2431"/>
                    </a:cubicBezTo>
                    <a:cubicBezTo>
                      <a:pt x="8203" y="2451"/>
                      <a:pt x="8203" y="2471"/>
                      <a:pt x="8203" y="2491"/>
                    </a:cubicBezTo>
                    <a:cubicBezTo>
                      <a:pt x="8223" y="2491"/>
                      <a:pt x="8243" y="2491"/>
                      <a:pt x="8264" y="2491"/>
                    </a:cubicBezTo>
                    <a:cubicBezTo>
                      <a:pt x="8264" y="2511"/>
                      <a:pt x="8264" y="2531"/>
                      <a:pt x="8264" y="2552"/>
                    </a:cubicBezTo>
                    <a:cubicBezTo>
                      <a:pt x="8324" y="2552"/>
                      <a:pt x="8384" y="2552"/>
                      <a:pt x="8446" y="2552"/>
                    </a:cubicBezTo>
                    <a:cubicBezTo>
                      <a:pt x="8446" y="2572"/>
                      <a:pt x="8446" y="2592"/>
                      <a:pt x="8446" y="2613"/>
                    </a:cubicBezTo>
                    <a:cubicBezTo>
                      <a:pt x="9028" y="2613"/>
                      <a:pt x="9609" y="2613"/>
                      <a:pt x="10208" y="2613"/>
                    </a:cubicBezTo>
                    <a:cubicBezTo>
                      <a:pt x="10208" y="2633"/>
                      <a:pt x="10208" y="2653"/>
                      <a:pt x="10208" y="2674"/>
                    </a:cubicBezTo>
                    <a:cubicBezTo>
                      <a:pt x="10228" y="2674"/>
                      <a:pt x="10248" y="2674"/>
                      <a:pt x="10269" y="2674"/>
                    </a:cubicBezTo>
                    <a:cubicBezTo>
                      <a:pt x="10269" y="5661"/>
                      <a:pt x="10269" y="8649"/>
                      <a:pt x="10269" y="11727"/>
                    </a:cubicBezTo>
                    <a:cubicBezTo>
                      <a:pt x="10249" y="11727"/>
                      <a:pt x="10229" y="11727"/>
                      <a:pt x="10208" y="11727"/>
                    </a:cubicBezTo>
                    <a:cubicBezTo>
                      <a:pt x="10208" y="11747"/>
                      <a:pt x="10208" y="11768"/>
                      <a:pt x="10208" y="11788"/>
                    </a:cubicBezTo>
                    <a:cubicBezTo>
                      <a:pt x="10188" y="11788"/>
                      <a:pt x="10168" y="11788"/>
                      <a:pt x="10148" y="11788"/>
                    </a:cubicBezTo>
                    <a:cubicBezTo>
                      <a:pt x="10148" y="11808"/>
                      <a:pt x="10148" y="11828"/>
                      <a:pt x="10148" y="11849"/>
                    </a:cubicBezTo>
                    <a:cubicBezTo>
                      <a:pt x="10107" y="11849"/>
                      <a:pt x="10067" y="11849"/>
                      <a:pt x="10026" y="11849"/>
                    </a:cubicBezTo>
                    <a:cubicBezTo>
                      <a:pt x="10026" y="11869"/>
                      <a:pt x="10026" y="11889"/>
                      <a:pt x="10026" y="11910"/>
                    </a:cubicBezTo>
                    <a:cubicBezTo>
                      <a:pt x="6818" y="11910"/>
                      <a:pt x="3609" y="11910"/>
                      <a:pt x="304" y="11910"/>
                    </a:cubicBezTo>
                    <a:cubicBezTo>
                      <a:pt x="304" y="11890"/>
                      <a:pt x="304" y="11870"/>
                      <a:pt x="304" y="11849"/>
                    </a:cubicBezTo>
                    <a:cubicBezTo>
                      <a:pt x="264" y="11849"/>
                      <a:pt x="224" y="11849"/>
                      <a:pt x="182" y="11849"/>
                    </a:cubicBezTo>
                    <a:cubicBezTo>
                      <a:pt x="182" y="11829"/>
                      <a:pt x="182" y="11809"/>
                      <a:pt x="182" y="11788"/>
                    </a:cubicBezTo>
                    <a:cubicBezTo>
                      <a:pt x="162" y="11788"/>
                      <a:pt x="142" y="11788"/>
                      <a:pt x="122" y="11788"/>
                    </a:cubicBezTo>
                    <a:cubicBezTo>
                      <a:pt x="122" y="11768"/>
                      <a:pt x="122" y="11748"/>
                      <a:pt x="122" y="11727"/>
                    </a:cubicBezTo>
                    <a:cubicBezTo>
                      <a:pt x="101" y="11727"/>
                      <a:pt x="81" y="11727"/>
                      <a:pt x="61" y="11727"/>
                    </a:cubicBezTo>
                    <a:cubicBezTo>
                      <a:pt x="61" y="11707"/>
                      <a:pt x="61" y="11687"/>
                      <a:pt x="61" y="11667"/>
                    </a:cubicBezTo>
                    <a:cubicBezTo>
                      <a:pt x="41" y="11667"/>
                      <a:pt x="21" y="11667"/>
                      <a:pt x="0" y="11667"/>
                    </a:cubicBezTo>
                    <a:cubicBezTo>
                      <a:pt x="0" y="7897"/>
                      <a:pt x="0" y="4127"/>
                      <a:pt x="0" y="243"/>
                    </a:cubicBezTo>
                    <a:cubicBezTo>
                      <a:pt x="20" y="243"/>
                      <a:pt x="40" y="243"/>
                      <a:pt x="61" y="243"/>
                    </a:cubicBezTo>
                    <a:cubicBezTo>
                      <a:pt x="61" y="203"/>
                      <a:pt x="61" y="163"/>
                      <a:pt x="61" y="122"/>
                    </a:cubicBezTo>
                    <a:cubicBezTo>
                      <a:pt x="81" y="122"/>
                      <a:pt x="101" y="122"/>
                      <a:pt x="122" y="122"/>
                    </a:cubicBezTo>
                    <a:cubicBezTo>
                      <a:pt x="122" y="101"/>
                      <a:pt x="122" y="81"/>
                      <a:pt x="122" y="61"/>
                    </a:cubicBezTo>
                    <a:cubicBezTo>
                      <a:pt x="162" y="61"/>
                      <a:pt x="202" y="61"/>
                      <a:pt x="243" y="61"/>
                    </a:cubicBezTo>
                    <a:cubicBezTo>
                      <a:pt x="243" y="41"/>
                      <a:pt x="243" y="21"/>
                      <a:pt x="243" y="0"/>
                    </a:cubicBezTo>
                    <a:close/>
                    <a:moveTo>
                      <a:pt x="61" y="851"/>
                    </a:moveTo>
                    <a:cubicBezTo>
                      <a:pt x="61" y="1091"/>
                      <a:pt x="61" y="1332"/>
                      <a:pt x="61" y="1580"/>
                    </a:cubicBezTo>
                    <a:cubicBezTo>
                      <a:pt x="101" y="1580"/>
                      <a:pt x="141" y="1580"/>
                      <a:pt x="182" y="1580"/>
                    </a:cubicBezTo>
                    <a:cubicBezTo>
                      <a:pt x="182" y="1339"/>
                      <a:pt x="182" y="1099"/>
                      <a:pt x="182" y="851"/>
                    </a:cubicBezTo>
                    <a:cubicBezTo>
                      <a:pt x="142" y="851"/>
                      <a:pt x="102" y="851"/>
                      <a:pt x="61" y="851"/>
                    </a:cubicBezTo>
                    <a:close/>
                    <a:moveTo>
                      <a:pt x="61" y="1823"/>
                    </a:moveTo>
                    <a:cubicBezTo>
                      <a:pt x="61" y="2485"/>
                      <a:pt x="61" y="3146"/>
                      <a:pt x="61" y="3828"/>
                    </a:cubicBezTo>
                    <a:cubicBezTo>
                      <a:pt x="101" y="3828"/>
                      <a:pt x="141" y="3828"/>
                      <a:pt x="182" y="3828"/>
                    </a:cubicBezTo>
                    <a:cubicBezTo>
                      <a:pt x="182" y="3166"/>
                      <a:pt x="182" y="2505"/>
                      <a:pt x="182" y="1823"/>
                    </a:cubicBezTo>
                    <a:cubicBezTo>
                      <a:pt x="142" y="1823"/>
                      <a:pt x="102" y="1823"/>
                      <a:pt x="61" y="1823"/>
                    </a:cubicBezTo>
                    <a:close/>
                    <a:moveTo>
                      <a:pt x="1580" y="2977"/>
                    </a:moveTo>
                    <a:cubicBezTo>
                      <a:pt x="1580" y="2997"/>
                      <a:pt x="1580" y="3018"/>
                      <a:pt x="1580" y="3038"/>
                    </a:cubicBezTo>
                    <a:cubicBezTo>
                      <a:pt x="1560" y="3038"/>
                      <a:pt x="1540" y="3038"/>
                      <a:pt x="1519" y="3038"/>
                    </a:cubicBezTo>
                    <a:cubicBezTo>
                      <a:pt x="1519" y="3058"/>
                      <a:pt x="1519" y="3078"/>
                      <a:pt x="1519" y="3099"/>
                    </a:cubicBezTo>
                    <a:cubicBezTo>
                      <a:pt x="1499" y="3099"/>
                      <a:pt x="1479" y="3099"/>
                      <a:pt x="1458" y="3099"/>
                    </a:cubicBezTo>
                    <a:cubicBezTo>
                      <a:pt x="1458" y="3139"/>
                      <a:pt x="1458" y="3179"/>
                      <a:pt x="1458" y="3220"/>
                    </a:cubicBezTo>
                    <a:cubicBezTo>
                      <a:pt x="1438" y="3220"/>
                      <a:pt x="1418" y="3220"/>
                      <a:pt x="1398" y="3220"/>
                    </a:cubicBezTo>
                    <a:cubicBezTo>
                      <a:pt x="1398" y="3261"/>
                      <a:pt x="1398" y="3301"/>
                      <a:pt x="1398" y="3342"/>
                    </a:cubicBezTo>
                    <a:cubicBezTo>
                      <a:pt x="1418" y="3342"/>
                      <a:pt x="1438" y="3342"/>
                      <a:pt x="1458" y="3342"/>
                    </a:cubicBezTo>
                    <a:cubicBezTo>
                      <a:pt x="1458" y="3382"/>
                      <a:pt x="1458" y="3422"/>
                      <a:pt x="1458" y="3464"/>
                    </a:cubicBezTo>
                    <a:cubicBezTo>
                      <a:pt x="1478" y="3464"/>
                      <a:pt x="1498" y="3464"/>
                      <a:pt x="1519" y="3464"/>
                    </a:cubicBezTo>
                    <a:cubicBezTo>
                      <a:pt x="1519" y="3484"/>
                      <a:pt x="1519" y="3504"/>
                      <a:pt x="1519" y="3524"/>
                    </a:cubicBezTo>
                    <a:cubicBezTo>
                      <a:pt x="1559" y="3524"/>
                      <a:pt x="1599" y="3524"/>
                      <a:pt x="1641" y="3524"/>
                    </a:cubicBezTo>
                    <a:cubicBezTo>
                      <a:pt x="1641" y="3544"/>
                      <a:pt x="1641" y="3564"/>
                      <a:pt x="1641" y="3585"/>
                    </a:cubicBezTo>
                    <a:cubicBezTo>
                      <a:pt x="3084" y="3585"/>
                      <a:pt x="4528" y="3585"/>
                      <a:pt x="6016" y="3585"/>
                    </a:cubicBezTo>
                    <a:cubicBezTo>
                      <a:pt x="6016" y="3565"/>
                      <a:pt x="6016" y="3545"/>
                      <a:pt x="6016" y="3524"/>
                    </a:cubicBezTo>
                    <a:cubicBezTo>
                      <a:pt x="6056" y="3524"/>
                      <a:pt x="6096" y="3524"/>
                      <a:pt x="6137" y="3524"/>
                    </a:cubicBezTo>
                    <a:cubicBezTo>
                      <a:pt x="6137" y="3504"/>
                      <a:pt x="6137" y="3484"/>
                      <a:pt x="6137" y="3464"/>
                    </a:cubicBezTo>
                    <a:cubicBezTo>
                      <a:pt x="6157" y="3464"/>
                      <a:pt x="6177" y="3464"/>
                      <a:pt x="6198" y="3464"/>
                    </a:cubicBezTo>
                    <a:cubicBezTo>
                      <a:pt x="6198" y="3343"/>
                      <a:pt x="6198" y="3223"/>
                      <a:pt x="6198" y="3099"/>
                    </a:cubicBezTo>
                    <a:cubicBezTo>
                      <a:pt x="6178" y="3099"/>
                      <a:pt x="6158" y="3099"/>
                      <a:pt x="6137" y="3099"/>
                    </a:cubicBezTo>
                    <a:cubicBezTo>
                      <a:pt x="6137" y="3079"/>
                      <a:pt x="6137" y="3059"/>
                      <a:pt x="6137" y="3038"/>
                    </a:cubicBezTo>
                    <a:cubicBezTo>
                      <a:pt x="6117" y="3038"/>
                      <a:pt x="6097" y="3038"/>
                      <a:pt x="6076" y="3038"/>
                    </a:cubicBezTo>
                    <a:cubicBezTo>
                      <a:pt x="6076" y="3018"/>
                      <a:pt x="6076" y="2998"/>
                      <a:pt x="6076" y="2977"/>
                    </a:cubicBezTo>
                    <a:cubicBezTo>
                      <a:pt x="4593" y="2977"/>
                      <a:pt x="3109" y="2977"/>
                      <a:pt x="1580" y="2977"/>
                    </a:cubicBezTo>
                    <a:close/>
                    <a:moveTo>
                      <a:pt x="1580" y="4740"/>
                    </a:moveTo>
                    <a:cubicBezTo>
                      <a:pt x="1580" y="4760"/>
                      <a:pt x="1580" y="4780"/>
                      <a:pt x="1580" y="4800"/>
                    </a:cubicBezTo>
                    <a:cubicBezTo>
                      <a:pt x="1560" y="4800"/>
                      <a:pt x="1540" y="4800"/>
                      <a:pt x="1519" y="4800"/>
                    </a:cubicBezTo>
                    <a:cubicBezTo>
                      <a:pt x="1519" y="4820"/>
                      <a:pt x="1519" y="4840"/>
                      <a:pt x="1519" y="4861"/>
                    </a:cubicBezTo>
                    <a:cubicBezTo>
                      <a:pt x="1499" y="4861"/>
                      <a:pt x="1479" y="4861"/>
                      <a:pt x="1458" y="4861"/>
                    </a:cubicBezTo>
                    <a:cubicBezTo>
                      <a:pt x="1458" y="4921"/>
                      <a:pt x="1458" y="4981"/>
                      <a:pt x="1458" y="5043"/>
                    </a:cubicBezTo>
                    <a:cubicBezTo>
                      <a:pt x="1478" y="5043"/>
                      <a:pt x="1498" y="5043"/>
                      <a:pt x="1519" y="5043"/>
                    </a:cubicBezTo>
                    <a:cubicBezTo>
                      <a:pt x="1519" y="5063"/>
                      <a:pt x="1519" y="5084"/>
                      <a:pt x="1519" y="5104"/>
                    </a:cubicBezTo>
                    <a:cubicBezTo>
                      <a:pt x="1539" y="5104"/>
                      <a:pt x="1559" y="5104"/>
                      <a:pt x="1580" y="5104"/>
                    </a:cubicBezTo>
                    <a:cubicBezTo>
                      <a:pt x="1580" y="5124"/>
                      <a:pt x="1580" y="5144"/>
                      <a:pt x="1580" y="5165"/>
                    </a:cubicBezTo>
                    <a:cubicBezTo>
                      <a:pt x="3946" y="5165"/>
                      <a:pt x="6312" y="5165"/>
                      <a:pt x="8750" y="5165"/>
                    </a:cubicBezTo>
                    <a:cubicBezTo>
                      <a:pt x="8750" y="5145"/>
                      <a:pt x="8750" y="5125"/>
                      <a:pt x="8750" y="5104"/>
                    </a:cubicBezTo>
                    <a:cubicBezTo>
                      <a:pt x="8770" y="5104"/>
                      <a:pt x="8790" y="5104"/>
                      <a:pt x="8811" y="5104"/>
                    </a:cubicBezTo>
                    <a:cubicBezTo>
                      <a:pt x="8811" y="5084"/>
                      <a:pt x="8811" y="5064"/>
                      <a:pt x="8811" y="5043"/>
                    </a:cubicBezTo>
                    <a:cubicBezTo>
                      <a:pt x="8831" y="5043"/>
                      <a:pt x="8851" y="5043"/>
                      <a:pt x="8872" y="5043"/>
                    </a:cubicBezTo>
                    <a:cubicBezTo>
                      <a:pt x="8872" y="4983"/>
                      <a:pt x="8872" y="4923"/>
                      <a:pt x="8872" y="4861"/>
                    </a:cubicBezTo>
                    <a:cubicBezTo>
                      <a:pt x="8851" y="4861"/>
                      <a:pt x="8831" y="4861"/>
                      <a:pt x="8811" y="4861"/>
                    </a:cubicBezTo>
                    <a:cubicBezTo>
                      <a:pt x="8811" y="4841"/>
                      <a:pt x="8811" y="4821"/>
                      <a:pt x="8811" y="4800"/>
                    </a:cubicBezTo>
                    <a:cubicBezTo>
                      <a:pt x="8791" y="4800"/>
                      <a:pt x="8771" y="4800"/>
                      <a:pt x="8750" y="4800"/>
                    </a:cubicBezTo>
                    <a:cubicBezTo>
                      <a:pt x="8750" y="4780"/>
                      <a:pt x="8750" y="4760"/>
                      <a:pt x="8750" y="4740"/>
                    </a:cubicBezTo>
                    <a:cubicBezTo>
                      <a:pt x="6384" y="4740"/>
                      <a:pt x="4018" y="4740"/>
                      <a:pt x="1580" y="4740"/>
                    </a:cubicBezTo>
                    <a:close/>
                    <a:moveTo>
                      <a:pt x="61" y="5286"/>
                    </a:moveTo>
                    <a:cubicBezTo>
                      <a:pt x="61" y="5487"/>
                      <a:pt x="61" y="5688"/>
                      <a:pt x="61" y="5894"/>
                    </a:cubicBezTo>
                    <a:cubicBezTo>
                      <a:pt x="101" y="5894"/>
                      <a:pt x="141" y="5894"/>
                      <a:pt x="182" y="5894"/>
                    </a:cubicBezTo>
                    <a:cubicBezTo>
                      <a:pt x="182" y="5694"/>
                      <a:pt x="182" y="5493"/>
                      <a:pt x="182" y="5286"/>
                    </a:cubicBezTo>
                    <a:cubicBezTo>
                      <a:pt x="142" y="5286"/>
                      <a:pt x="102" y="5286"/>
                      <a:pt x="61" y="5286"/>
                    </a:cubicBezTo>
                    <a:close/>
                    <a:moveTo>
                      <a:pt x="61" y="6319"/>
                    </a:moveTo>
                    <a:cubicBezTo>
                      <a:pt x="61" y="6540"/>
                      <a:pt x="61" y="6761"/>
                      <a:pt x="61" y="6988"/>
                    </a:cubicBezTo>
                    <a:cubicBezTo>
                      <a:pt x="101" y="6988"/>
                      <a:pt x="141" y="6988"/>
                      <a:pt x="182" y="6988"/>
                    </a:cubicBezTo>
                    <a:cubicBezTo>
                      <a:pt x="182" y="6767"/>
                      <a:pt x="182" y="6547"/>
                      <a:pt x="182" y="6319"/>
                    </a:cubicBezTo>
                    <a:cubicBezTo>
                      <a:pt x="142" y="6319"/>
                      <a:pt x="102" y="6319"/>
                      <a:pt x="61" y="6319"/>
                    </a:cubicBezTo>
                    <a:close/>
                    <a:moveTo>
                      <a:pt x="1519" y="6441"/>
                    </a:moveTo>
                    <a:cubicBezTo>
                      <a:pt x="1513" y="6475"/>
                      <a:pt x="1513" y="6475"/>
                      <a:pt x="1519" y="6502"/>
                    </a:cubicBezTo>
                    <a:cubicBezTo>
                      <a:pt x="1499" y="6502"/>
                      <a:pt x="1479" y="6502"/>
                      <a:pt x="1458" y="6502"/>
                    </a:cubicBezTo>
                    <a:cubicBezTo>
                      <a:pt x="1458" y="6562"/>
                      <a:pt x="1458" y="6622"/>
                      <a:pt x="1458" y="6684"/>
                    </a:cubicBezTo>
                    <a:cubicBezTo>
                      <a:pt x="1478" y="6684"/>
                      <a:pt x="1498" y="6684"/>
                      <a:pt x="1519" y="6684"/>
                    </a:cubicBezTo>
                    <a:cubicBezTo>
                      <a:pt x="1519" y="6704"/>
                      <a:pt x="1519" y="6724"/>
                      <a:pt x="1519" y="6745"/>
                    </a:cubicBezTo>
                    <a:cubicBezTo>
                      <a:pt x="1539" y="6745"/>
                      <a:pt x="1559" y="6745"/>
                      <a:pt x="1580" y="6745"/>
                    </a:cubicBezTo>
                    <a:cubicBezTo>
                      <a:pt x="1580" y="6765"/>
                      <a:pt x="1580" y="6785"/>
                      <a:pt x="1580" y="6806"/>
                    </a:cubicBezTo>
                    <a:cubicBezTo>
                      <a:pt x="3946" y="6806"/>
                      <a:pt x="6312" y="6806"/>
                      <a:pt x="8750" y="6806"/>
                    </a:cubicBezTo>
                    <a:cubicBezTo>
                      <a:pt x="8750" y="6786"/>
                      <a:pt x="8750" y="6765"/>
                      <a:pt x="8750" y="6745"/>
                    </a:cubicBezTo>
                    <a:cubicBezTo>
                      <a:pt x="8770" y="6745"/>
                      <a:pt x="8790" y="6745"/>
                      <a:pt x="8811" y="6745"/>
                    </a:cubicBezTo>
                    <a:cubicBezTo>
                      <a:pt x="8811" y="6725"/>
                      <a:pt x="8811" y="6705"/>
                      <a:pt x="8811" y="6684"/>
                    </a:cubicBezTo>
                    <a:cubicBezTo>
                      <a:pt x="8831" y="6684"/>
                      <a:pt x="8851" y="6684"/>
                      <a:pt x="8872" y="6684"/>
                    </a:cubicBezTo>
                    <a:cubicBezTo>
                      <a:pt x="8872" y="6644"/>
                      <a:pt x="8872" y="6604"/>
                      <a:pt x="8872" y="6562"/>
                    </a:cubicBezTo>
                    <a:cubicBezTo>
                      <a:pt x="8851" y="6562"/>
                      <a:pt x="8831" y="6562"/>
                      <a:pt x="8811" y="6562"/>
                    </a:cubicBezTo>
                    <a:cubicBezTo>
                      <a:pt x="8811" y="6522"/>
                      <a:pt x="8811" y="6482"/>
                      <a:pt x="8811" y="6441"/>
                    </a:cubicBezTo>
                    <a:cubicBezTo>
                      <a:pt x="8791" y="6441"/>
                      <a:pt x="8771" y="6441"/>
                      <a:pt x="8750" y="6441"/>
                    </a:cubicBezTo>
                    <a:cubicBezTo>
                      <a:pt x="8750" y="6421"/>
                      <a:pt x="8750" y="6401"/>
                      <a:pt x="8750" y="6380"/>
                    </a:cubicBezTo>
                    <a:cubicBezTo>
                      <a:pt x="8071" y="6379"/>
                      <a:pt x="7391" y="6378"/>
                      <a:pt x="6712" y="6378"/>
                    </a:cubicBezTo>
                    <a:cubicBezTo>
                      <a:pt x="6702" y="6378"/>
                      <a:pt x="6692" y="6378"/>
                      <a:pt x="6681" y="6378"/>
                    </a:cubicBezTo>
                    <a:cubicBezTo>
                      <a:pt x="6463" y="6377"/>
                      <a:pt x="6244" y="6377"/>
                      <a:pt x="6026" y="6377"/>
                    </a:cubicBezTo>
                    <a:cubicBezTo>
                      <a:pt x="5919" y="6377"/>
                      <a:pt x="5812" y="6377"/>
                      <a:pt x="5705" y="6377"/>
                    </a:cubicBezTo>
                    <a:cubicBezTo>
                      <a:pt x="5699" y="6377"/>
                      <a:pt x="5699" y="6377"/>
                      <a:pt x="5672" y="6377"/>
                    </a:cubicBezTo>
                    <a:cubicBezTo>
                      <a:pt x="5327" y="6377"/>
                      <a:pt x="4981" y="6376"/>
                      <a:pt x="4635" y="6376"/>
                    </a:cubicBezTo>
                    <a:cubicBezTo>
                      <a:pt x="4280" y="6375"/>
                      <a:pt x="3925" y="6375"/>
                      <a:pt x="3570" y="6374"/>
                    </a:cubicBezTo>
                    <a:cubicBezTo>
                      <a:pt x="3520" y="6374"/>
                      <a:pt x="3470" y="6374"/>
                      <a:pt x="3419" y="6374"/>
                    </a:cubicBezTo>
                    <a:cubicBezTo>
                      <a:pt x="3414" y="6374"/>
                      <a:pt x="3414" y="6374"/>
                      <a:pt x="3390" y="6374"/>
                    </a:cubicBezTo>
                    <a:cubicBezTo>
                      <a:pt x="3231" y="6374"/>
                      <a:pt x="3072" y="6374"/>
                      <a:pt x="2913" y="6374"/>
                    </a:cubicBezTo>
                    <a:cubicBezTo>
                      <a:pt x="2753" y="6373"/>
                      <a:pt x="2593" y="6373"/>
                      <a:pt x="2433" y="6373"/>
                    </a:cubicBezTo>
                    <a:cubicBezTo>
                      <a:pt x="2338" y="6373"/>
                      <a:pt x="2243" y="6373"/>
                      <a:pt x="2148" y="6373"/>
                    </a:cubicBezTo>
                    <a:cubicBezTo>
                      <a:pt x="2078" y="6373"/>
                      <a:pt x="2007" y="6373"/>
                      <a:pt x="1936" y="6373"/>
                    </a:cubicBezTo>
                    <a:cubicBezTo>
                      <a:pt x="1907" y="6373"/>
                      <a:pt x="1878" y="6373"/>
                      <a:pt x="1850" y="6373"/>
                    </a:cubicBezTo>
                    <a:cubicBezTo>
                      <a:pt x="1811" y="6372"/>
                      <a:pt x="1772" y="6373"/>
                      <a:pt x="1733" y="6373"/>
                    </a:cubicBezTo>
                    <a:cubicBezTo>
                      <a:pt x="1722" y="6373"/>
                      <a:pt x="1711" y="6372"/>
                      <a:pt x="1699" y="6372"/>
                    </a:cubicBezTo>
                    <a:cubicBezTo>
                      <a:pt x="1626" y="6373"/>
                      <a:pt x="1571" y="6388"/>
                      <a:pt x="1519" y="6441"/>
                    </a:cubicBezTo>
                    <a:close/>
                    <a:moveTo>
                      <a:pt x="61" y="7170"/>
                    </a:moveTo>
                    <a:cubicBezTo>
                      <a:pt x="61" y="7351"/>
                      <a:pt x="61" y="7531"/>
                      <a:pt x="61" y="7717"/>
                    </a:cubicBezTo>
                    <a:cubicBezTo>
                      <a:pt x="101" y="7717"/>
                      <a:pt x="141" y="7717"/>
                      <a:pt x="182" y="7717"/>
                    </a:cubicBezTo>
                    <a:cubicBezTo>
                      <a:pt x="182" y="7537"/>
                      <a:pt x="182" y="7356"/>
                      <a:pt x="182" y="7170"/>
                    </a:cubicBezTo>
                    <a:cubicBezTo>
                      <a:pt x="142" y="7170"/>
                      <a:pt x="102" y="7170"/>
                      <a:pt x="61" y="7170"/>
                    </a:cubicBezTo>
                    <a:close/>
                    <a:moveTo>
                      <a:pt x="61" y="7899"/>
                    </a:moveTo>
                    <a:cubicBezTo>
                      <a:pt x="61" y="8120"/>
                      <a:pt x="61" y="8340"/>
                      <a:pt x="61" y="8568"/>
                    </a:cubicBezTo>
                    <a:cubicBezTo>
                      <a:pt x="101" y="8568"/>
                      <a:pt x="141" y="8568"/>
                      <a:pt x="182" y="8568"/>
                    </a:cubicBezTo>
                    <a:cubicBezTo>
                      <a:pt x="182" y="8347"/>
                      <a:pt x="182" y="8127"/>
                      <a:pt x="182" y="7899"/>
                    </a:cubicBezTo>
                    <a:cubicBezTo>
                      <a:pt x="142" y="7899"/>
                      <a:pt x="102" y="7899"/>
                      <a:pt x="61" y="7899"/>
                    </a:cubicBezTo>
                    <a:close/>
                    <a:moveTo>
                      <a:pt x="1580" y="8021"/>
                    </a:moveTo>
                    <a:cubicBezTo>
                      <a:pt x="1580" y="8041"/>
                      <a:pt x="1580" y="8061"/>
                      <a:pt x="1580" y="8082"/>
                    </a:cubicBezTo>
                    <a:cubicBezTo>
                      <a:pt x="1560" y="8082"/>
                      <a:pt x="1540" y="8082"/>
                      <a:pt x="1519" y="8082"/>
                    </a:cubicBezTo>
                    <a:cubicBezTo>
                      <a:pt x="1519" y="8102"/>
                      <a:pt x="1519" y="8122"/>
                      <a:pt x="1519" y="8142"/>
                    </a:cubicBezTo>
                    <a:cubicBezTo>
                      <a:pt x="1499" y="8142"/>
                      <a:pt x="1479" y="8142"/>
                      <a:pt x="1458" y="8142"/>
                    </a:cubicBezTo>
                    <a:cubicBezTo>
                      <a:pt x="1458" y="8203"/>
                      <a:pt x="1458" y="8263"/>
                      <a:pt x="1458" y="8325"/>
                    </a:cubicBezTo>
                    <a:cubicBezTo>
                      <a:pt x="1478" y="8325"/>
                      <a:pt x="1498" y="8325"/>
                      <a:pt x="1519" y="8325"/>
                    </a:cubicBezTo>
                    <a:cubicBezTo>
                      <a:pt x="1519" y="8365"/>
                      <a:pt x="1519" y="8405"/>
                      <a:pt x="1519" y="8446"/>
                    </a:cubicBezTo>
                    <a:cubicBezTo>
                      <a:pt x="1559" y="8446"/>
                      <a:pt x="1599" y="8446"/>
                      <a:pt x="1641" y="8446"/>
                    </a:cubicBezTo>
                    <a:cubicBezTo>
                      <a:pt x="1641" y="8466"/>
                      <a:pt x="1641" y="8486"/>
                      <a:pt x="1641" y="8507"/>
                    </a:cubicBezTo>
                    <a:cubicBezTo>
                      <a:pt x="3967" y="8507"/>
                      <a:pt x="6293" y="8507"/>
                      <a:pt x="8689" y="8507"/>
                    </a:cubicBezTo>
                    <a:cubicBezTo>
                      <a:pt x="8689" y="8487"/>
                      <a:pt x="8689" y="8467"/>
                      <a:pt x="8689" y="8446"/>
                    </a:cubicBezTo>
                    <a:cubicBezTo>
                      <a:pt x="8709" y="8446"/>
                      <a:pt x="8729" y="8446"/>
                      <a:pt x="8750" y="8446"/>
                    </a:cubicBezTo>
                    <a:cubicBezTo>
                      <a:pt x="8750" y="8426"/>
                      <a:pt x="8750" y="8406"/>
                      <a:pt x="8750" y="8385"/>
                    </a:cubicBezTo>
                    <a:cubicBezTo>
                      <a:pt x="8770" y="8385"/>
                      <a:pt x="8790" y="8385"/>
                      <a:pt x="8811" y="8385"/>
                    </a:cubicBezTo>
                    <a:cubicBezTo>
                      <a:pt x="8811" y="8365"/>
                      <a:pt x="8811" y="8345"/>
                      <a:pt x="8811" y="8325"/>
                    </a:cubicBezTo>
                    <a:cubicBezTo>
                      <a:pt x="8831" y="8325"/>
                      <a:pt x="8851" y="8325"/>
                      <a:pt x="8872" y="8325"/>
                    </a:cubicBezTo>
                    <a:cubicBezTo>
                      <a:pt x="8872" y="8264"/>
                      <a:pt x="8872" y="8204"/>
                      <a:pt x="8872" y="8142"/>
                    </a:cubicBezTo>
                    <a:cubicBezTo>
                      <a:pt x="8851" y="8142"/>
                      <a:pt x="8831" y="8142"/>
                      <a:pt x="8811" y="8142"/>
                    </a:cubicBezTo>
                    <a:cubicBezTo>
                      <a:pt x="8811" y="8122"/>
                      <a:pt x="8811" y="8102"/>
                      <a:pt x="8811" y="8082"/>
                    </a:cubicBezTo>
                    <a:cubicBezTo>
                      <a:pt x="8791" y="8082"/>
                      <a:pt x="8771" y="8082"/>
                      <a:pt x="8750" y="8082"/>
                    </a:cubicBezTo>
                    <a:cubicBezTo>
                      <a:pt x="8750" y="8062"/>
                      <a:pt x="8750" y="8041"/>
                      <a:pt x="8750" y="8021"/>
                    </a:cubicBezTo>
                    <a:cubicBezTo>
                      <a:pt x="6384" y="8021"/>
                      <a:pt x="4018" y="8021"/>
                      <a:pt x="1580" y="8021"/>
                    </a:cubicBezTo>
                    <a:close/>
                    <a:moveTo>
                      <a:pt x="1580" y="9661"/>
                    </a:moveTo>
                    <a:cubicBezTo>
                      <a:pt x="1580" y="9682"/>
                      <a:pt x="1580" y="9702"/>
                      <a:pt x="1580" y="9722"/>
                    </a:cubicBezTo>
                    <a:cubicBezTo>
                      <a:pt x="1560" y="9722"/>
                      <a:pt x="1540" y="9722"/>
                      <a:pt x="1519" y="9722"/>
                    </a:cubicBezTo>
                    <a:cubicBezTo>
                      <a:pt x="1519" y="9742"/>
                      <a:pt x="1519" y="9762"/>
                      <a:pt x="1519" y="9783"/>
                    </a:cubicBezTo>
                    <a:cubicBezTo>
                      <a:pt x="1499" y="9783"/>
                      <a:pt x="1479" y="9783"/>
                      <a:pt x="1458" y="9783"/>
                    </a:cubicBezTo>
                    <a:cubicBezTo>
                      <a:pt x="1458" y="9843"/>
                      <a:pt x="1458" y="9903"/>
                      <a:pt x="1458" y="9965"/>
                    </a:cubicBezTo>
                    <a:cubicBezTo>
                      <a:pt x="1478" y="9965"/>
                      <a:pt x="1498" y="9965"/>
                      <a:pt x="1519" y="9965"/>
                    </a:cubicBezTo>
                    <a:cubicBezTo>
                      <a:pt x="1519" y="10005"/>
                      <a:pt x="1519" y="10045"/>
                      <a:pt x="1519" y="10087"/>
                    </a:cubicBezTo>
                    <a:cubicBezTo>
                      <a:pt x="1539" y="10087"/>
                      <a:pt x="1559" y="10087"/>
                      <a:pt x="1580" y="10087"/>
                    </a:cubicBezTo>
                    <a:cubicBezTo>
                      <a:pt x="1580" y="10107"/>
                      <a:pt x="1580" y="10127"/>
                      <a:pt x="1580" y="10148"/>
                    </a:cubicBezTo>
                    <a:cubicBezTo>
                      <a:pt x="3104" y="10148"/>
                      <a:pt x="4628" y="10148"/>
                      <a:pt x="6198" y="10148"/>
                    </a:cubicBezTo>
                    <a:cubicBezTo>
                      <a:pt x="6198" y="10128"/>
                      <a:pt x="6198" y="10107"/>
                      <a:pt x="6198" y="10087"/>
                    </a:cubicBezTo>
                    <a:cubicBezTo>
                      <a:pt x="6209" y="10087"/>
                      <a:pt x="6219" y="10087"/>
                      <a:pt x="6230" y="10088"/>
                    </a:cubicBezTo>
                    <a:cubicBezTo>
                      <a:pt x="6270" y="10089"/>
                      <a:pt x="6310" y="10090"/>
                      <a:pt x="6350" y="10090"/>
                    </a:cubicBezTo>
                    <a:cubicBezTo>
                      <a:pt x="6368" y="10090"/>
                      <a:pt x="6385" y="10091"/>
                      <a:pt x="6402" y="10091"/>
                    </a:cubicBezTo>
                    <a:cubicBezTo>
                      <a:pt x="6427" y="10092"/>
                      <a:pt x="6452" y="10092"/>
                      <a:pt x="6477" y="10093"/>
                    </a:cubicBezTo>
                    <a:cubicBezTo>
                      <a:pt x="6484" y="10093"/>
                      <a:pt x="6484" y="10093"/>
                      <a:pt x="6522" y="10094"/>
                    </a:cubicBezTo>
                    <a:cubicBezTo>
                      <a:pt x="6574" y="10085"/>
                      <a:pt x="6592" y="10068"/>
                      <a:pt x="6623" y="10026"/>
                    </a:cubicBezTo>
                    <a:cubicBezTo>
                      <a:pt x="6630" y="9997"/>
                      <a:pt x="6630" y="9997"/>
                      <a:pt x="6629" y="9967"/>
                    </a:cubicBezTo>
                    <a:cubicBezTo>
                      <a:pt x="6629" y="9956"/>
                      <a:pt x="6629" y="9945"/>
                      <a:pt x="6629" y="9934"/>
                    </a:cubicBezTo>
                    <a:cubicBezTo>
                      <a:pt x="6628" y="9923"/>
                      <a:pt x="6628" y="9912"/>
                      <a:pt x="6627" y="9901"/>
                    </a:cubicBezTo>
                    <a:cubicBezTo>
                      <a:pt x="6627" y="9889"/>
                      <a:pt x="6627" y="9878"/>
                      <a:pt x="6626" y="9866"/>
                    </a:cubicBezTo>
                    <a:cubicBezTo>
                      <a:pt x="6626" y="9839"/>
                      <a:pt x="6625" y="9811"/>
                      <a:pt x="6623" y="9783"/>
                    </a:cubicBezTo>
                    <a:cubicBezTo>
                      <a:pt x="6603" y="9783"/>
                      <a:pt x="6583" y="9783"/>
                      <a:pt x="6562" y="9783"/>
                    </a:cubicBezTo>
                    <a:cubicBezTo>
                      <a:pt x="6562" y="9763"/>
                      <a:pt x="6562" y="9743"/>
                      <a:pt x="6562" y="9722"/>
                    </a:cubicBezTo>
                    <a:cubicBezTo>
                      <a:pt x="6542" y="9722"/>
                      <a:pt x="6522" y="9722"/>
                      <a:pt x="6502" y="9722"/>
                    </a:cubicBezTo>
                    <a:cubicBezTo>
                      <a:pt x="6502" y="9702"/>
                      <a:pt x="6502" y="9682"/>
                      <a:pt x="6502" y="9661"/>
                    </a:cubicBezTo>
                    <a:cubicBezTo>
                      <a:pt x="4878" y="9661"/>
                      <a:pt x="3253" y="9661"/>
                      <a:pt x="1580" y="9661"/>
                    </a:cubicBezTo>
                    <a:close/>
                    <a:moveTo>
                      <a:pt x="61" y="10208"/>
                    </a:moveTo>
                    <a:cubicBezTo>
                      <a:pt x="61" y="10409"/>
                      <a:pt x="61" y="10609"/>
                      <a:pt x="61" y="10816"/>
                    </a:cubicBezTo>
                    <a:cubicBezTo>
                      <a:pt x="101" y="10816"/>
                      <a:pt x="141" y="10816"/>
                      <a:pt x="182" y="10816"/>
                    </a:cubicBezTo>
                    <a:cubicBezTo>
                      <a:pt x="182" y="10615"/>
                      <a:pt x="182" y="10415"/>
                      <a:pt x="182" y="10208"/>
                    </a:cubicBezTo>
                    <a:cubicBezTo>
                      <a:pt x="142" y="10208"/>
                      <a:pt x="102" y="10208"/>
                      <a:pt x="61" y="10208"/>
                    </a:cubicBezTo>
                    <a:close/>
                  </a:path>
                </a:pathLst>
              </a:custGeom>
              <a:solidFill>
                <a:srgbClr val="ACB5E9"/>
              </a:solidFill>
              <a:ln w="386" cap="flat">
                <a:noFill/>
              </a:ln>
            </p:spPr>
          </p:sp>
          <p:sp>
            <p:nvSpPr>
              <p:cNvPr id="1848" name="ICON_C_SIGNAL_HEADER_path_002"/>
              <p:cNvSpPr/>
              <p:nvPr/>
            </p:nvSpPr>
            <p:spPr>
              <a:xfrm>
                <a:off x="3194899" y="7067087"/>
                <a:ext cx="139779" cy="161073"/>
              </a:xfrm>
              <a:custGeom>
                <a:avLst/>
                <a:gdLst/>
                <a:ahLst/>
                <a:cxnLst/>
                <a:rect l="0" t="0" r="r" b="b"/>
                <a:pathLst>
                  <a:path w="11006" h="12683" fill="norm" stroke="0">
                    <a:moveTo>
                      <a:pt x="885" y="22"/>
                    </a:moveTo>
                    <a:cubicBezTo>
                      <a:pt x="926" y="22"/>
                      <a:pt x="967" y="22"/>
                      <a:pt x="1009" y="22"/>
                    </a:cubicBezTo>
                    <a:cubicBezTo>
                      <a:pt x="1081" y="22"/>
                      <a:pt x="1153" y="22"/>
                      <a:pt x="1226" y="22"/>
                    </a:cubicBezTo>
                    <a:cubicBezTo>
                      <a:pt x="1333" y="23"/>
                      <a:pt x="1441" y="23"/>
                      <a:pt x="1548" y="23"/>
                    </a:cubicBezTo>
                    <a:cubicBezTo>
                      <a:pt x="1729" y="23"/>
                      <a:pt x="1910" y="23"/>
                      <a:pt x="2091" y="23"/>
                    </a:cubicBezTo>
                    <a:cubicBezTo>
                      <a:pt x="2270" y="23"/>
                      <a:pt x="2449" y="24"/>
                      <a:pt x="2628" y="24"/>
                    </a:cubicBezTo>
                    <a:cubicBezTo>
                      <a:pt x="2639" y="24"/>
                      <a:pt x="2650" y="24"/>
                      <a:pt x="2662" y="24"/>
                    </a:cubicBezTo>
                    <a:cubicBezTo>
                      <a:pt x="2718" y="24"/>
                      <a:pt x="2775" y="24"/>
                      <a:pt x="2831" y="24"/>
                    </a:cubicBezTo>
                    <a:cubicBezTo>
                      <a:pt x="3232" y="24"/>
                      <a:pt x="3633" y="24"/>
                      <a:pt x="4033" y="25"/>
                    </a:cubicBezTo>
                    <a:cubicBezTo>
                      <a:pt x="4422" y="26"/>
                      <a:pt x="4811" y="26"/>
                      <a:pt x="5200" y="26"/>
                    </a:cubicBezTo>
                    <a:cubicBezTo>
                      <a:pt x="5212" y="26"/>
                      <a:pt x="5224" y="26"/>
                      <a:pt x="5237" y="26"/>
                    </a:cubicBezTo>
                    <a:cubicBezTo>
                      <a:pt x="5357" y="26"/>
                      <a:pt x="5478" y="26"/>
                      <a:pt x="5598" y="26"/>
                    </a:cubicBezTo>
                    <a:cubicBezTo>
                      <a:pt x="5844" y="27"/>
                      <a:pt x="6089" y="27"/>
                      <a:pt x="6335" y="27"/>
                    </a:cubicBezTo>
                    <a:cubicBezTo>
                      <a:pt x="6340" y="27"/>
                      <a:pt x="6340" y="27"/>
                      <a:pt x="6369" y="27"/>
                    </a:cubicBezTo>
                    <a:cubicBezTo>
                      <a:pt x="7122" y="28"/>
                      <a:pt x="7875" y="29"/>
                      <a:pt x="8628" y="30"/>
                    </a:cubicBezTo>
                    <a:cubicBezTo>
                      <a:pt x="8628" y="50"/>
                      <a:pt x="8628" y="70"/>
                      <a:pt x="8628" y="90"/>
                    </a:cubicBezTo>
                    <a:cubicBezTo>
                      <a:pt x="8649" y="90"/>
                      <a:pt x="8669" y="90"/>
                      <a:pt x="8689" y="90"/>
                    </a:cubicBezTo>
                    <a:cubicBezTo>
                      <a:pt x="8689" y="110"/>
                      <a:pt x="8689" y="130"/>
                      <a:pt x="8689" y="151"/>
                    </a:cubicBezTo>
                    <a:cubicBezTo>
                      <a:pt x="8698" y="150"/>
                      <a:pt x="8707" y="149"/>
                      <a:pt x="8717" y="148"/>
                    </a:cubicBezTo>
                    <a:cubicBezTo>
                      <a:pt x="8750" y="151"/>
                      <a:pt x="8750" y="151"/>
                      <a:pt x="8775" y="172"/>
                    </a:cubicBezTo>
                    <a:cubicBezTo>
                      <a:pt x="8783" y="182"/>
                      <a:pt x="8791" y="192"/>
                      <a:pt x="8799" y="202"/>
                    </a:cubicBezTo>
                    <a:cubicBezTo>
                      <a:pt x="8808" y="213"/>
                      <a:pt x="8817" y="223"/>
                      <a:pt x="8827" y="235"/>
                    </a:cubicBezTo>
                    <a:cubicBezTo>
                      <a:pt x="8831" y="240"/>
                      <a:pt x="8831" y="240"/>
                      <a:pt x="8854" y="269"/>
                    </a:cubicBezTo>
                    <a:cubicBezTo>
                      <a:pt x="8957" y="394"/>
                      <a:pt x="8957" y="394"/>
                      <a:pt x="9011" y="423"/>
                    </a:cubicBezTo>
                    <a:cubicBezTo>
                      <a:pt x="9055" y="449"/>
                      <a:pt x="9063" y="475"/>
                      <a:pt x="9079" y="523"/>
                    </a:cubicBezTo>
                    <a:cubicBezTo>
                      <a:pt x="9116" y="628"/>
                      <a:pt x="9192" y="696"/>
                      <a:pt x="9272" y="772"/>
                    </a:cubicBezTo>
                    <a:cubicBezTo>
                      <a:pt x="9297" y="797"/>
                      <a:pt x="9322" y="822"/>
                      <a:pt x="9347" y="847"/>
                    </a:cubicBezTo>
                    <a:cubicBezTo>
                      <a:pt x="9363" y="862"/>
                      <a:pt x="9379" y="878"/>
                      <a:pt x="9396" y="894"/>
                    </a:cubicBezTo>
                    <a:cubicBezTo>
                      <a:pt x="9403" y="901"/>
                      <a:pt x="9411" y="909"/>
                      <a:pt x="9418" y="916"/>
                    </a:cubicBezTo>
                    <a:cubicBezTo>
                      <a:pt x="9457" y="953"/>
                      <a:pt x="9491" y="978"/>
                      <a:pt x="9540" y="1002"/>
                    </a:cubicBezTo>
                    <a:cubicBezTo>
                      <a:pt x="9546" y="1031"/>
                      <a:pt x="9546" y="1031"/>
                      <a:pt x="9544" y="1064"/>
                    </a:cubicBezTo>
                    <a:cubicBezTo>
                      <a:pt x="9543" y="1075"/>
                      <a:pt x="9543" y="1086"/>
                      <a:pt x="9542" y="1098"/>
                    </a:cubicBezTo>
                    <a:cubicBezTo>
                      <a:pt x="9542" y="1102"/>
                      <a:pt x="9542" y="1102"/>
                      <a:pt x="9540" y="1123"/>
                    </a:cubicBezTo>
                    <a:cubicBezTo>
                      <a:pt x="9549" y="1122"/>
                      <a:pt x="9558" y="1121"/>
                      <a:pt x="9567" y="1119"/>
                    </a:cubicBezTo>
                    <a:cubicBezTo>
                      <a:pt x="9601" y="1123"/>
                      <a:pt x="9601" y="1123"/>
                      <a:pt x="9628" y="1151"/>
                    </a:cubicBezTo>
                    <a:cubicBezTo>
                      <a:pt x="9637" y="1164"/>
                      <a:pt x="9647" y="1177"/>
                      <a:pt x="9656" y="1190"/>
                    </a:cubicBezTo>
                    <a:cubicBezTo>
                      <a:pt x="9698" y="1246"/>
                      <a:pt x="9742" y="1299"/>
                      <a:pt x="9792" y="1349"/>
                    </a:cubicBezTo>
                    <a:cubicBezTo>
                      <a:pt x="9799" y="1355"/>
                      <a:pt x="9805" y="1362"/>
                      <a:pt x="9811" y="1368"/>
                    </a:cubicBezTo>
                    <a:cubicBezTo>
                      <a:pt x="9849" y="1405"/>
                      <a:pt x="9888" y="1439"/>
                      <a:pt x="9929" y="1472"/>
                    </a:cubicBezTo>
                    <a:cubicBezTo>
                      <a:pt x="9938" y="1480"/>
                      <a:pt x="9948" y="1487"/>
                      <a:pt x="9958" y="1495"/>
                    </a:cubicBezTo>
                    <a:cubicBezTo>
                      <a:pt x="9976" y="1510"/>
                      <a:pt x="9995" y="1525"/>
                      <a:pt x="10014" y="1539"/>
                    </a:cubicBezTo>
                    <a:cubicBezTo>
                      <a:pt x="10066" y="1582"/>
                      <a:pt x="10091" y="1614"/>
                      <a:pt x="10112" y="1679"/>
                    </a:cubicBezTo>
                    <a:cubicBezTo>
                      <a:pt x="10149" y="1784"/>
                      <a:pt x="10226" y="1851"/>
                      <a:pt x="10305" y="1927"/>
                    </a:cubicBezTo>
                    <a:cubicBezTo>
                      <a:pt x="10330" y="1951"/>
                      <a:pt x="10355" y="1976"/>
                      <a:pt x="10380" y="2001"/>
                    </a:cubicBezTo>
                    <a:cubicBezTo>
                      <a:pt x="10396" y="2017"/>
                      <a:pt x="10412" y="2033"/>
                      <a:pt x="10429" y="2049"/>
                    </a:cubicBezTo>
                    <a:cubicBezTo>
                      <a:pt x="10436" y="2056"/>
                      <a:pt x="10444" y="2063"/>
                      <a:pt x="10451" y="2071"/>
                    </a:cubicBezTo>
                    <a:cubicBezTo>
                      <a:pt x="10490" y="2108"/>
                      <a:pt x="10524" y="2133"/>
                      <a:pt x="10573" y="2156"/>
                    </a:cubicBezTo>
                    <a:cubicBezTo>
                      <a:pt x="10577" y="2189"/>
                      <a:pt x="10577" y="2189"/>
                      <a:pt x="10573" y="2217"/>
                    </a:cubicBezTo>
                    <a:cubicBezTo>
                      <a:pt x="10593" y="2217"/>
                      <a:pt x="10613" y="2217"/>
                      <a:pt x="10634" y="2217"/>
                    </a:cubicBezTo>
                    <a:cubicBezTo>
                      <a:pt x="10634" y="2257"/>
                      <a:pt x="10634" y="2297"/>
                      <a:pt x="10634" y="2339"/>
                    </a:cubicBezTo>
                    <a:cubicBezTo>
                      <a:pt x="10654" y="2339"/>
                      <a:pt x="10674" y="2339"/>
                      <a:pt x="10694" y="2339"/>
                    </a:cubicBezTo>
                    <a:cubicBezTo>
                      <a:pt x="10694" y="2359"/>
                      <a:pt x="10694" y="2379"/>
                      <a:pt x="10694" y="2399"/>
                    </a:cubicBezTo>
                    <a:cubicBezTo>
                      <a:pt x="10704" y="2398"/>
                      <a:pt x="10713" y="2397"/>
                      <a:pt x="10722" y="2396"/>
                    </a:cubicBezTo>
                    <a:cubicBezTo>
                      <a:pt x="10755" y="2399"/>
                      <a:pt x="10755" y="2399"/>
                      <a:pt x="10778" y="2418"/>
                    </a:cubicBezTo>
                    <a:cubicBezTo>
                      <a:pt x="10785" y="2427"/>
                      <a:pt x="10792" y="2436"/>
                      <a:pt x="10799" y="2445"/>
                    </a:cubicBezTo>
                    <a:cubicBezTo>
                      <a:pt x="10803" y="2450"/>
                      <a:pt x="10803" y="2450"/>
                      <a:pt x="10822" y="2473"/>
                    </a:cubicBezTo>
                    <a:cubicBezTo>
                      <a:pt x="10830" y="2483"/>
                      <a:pt x="10838" y="2493"/>
                      <a:pt x="10846" y="2504"/>
                    </a:cubicBezTo>
                    <a:cubicBezTo>
                      <a:pt x="10862" y="2523"/>
                      <a:pt x="10878" y="2543"/>
                      <a:pt x="10894" y="2563"/>
                    </a:cubicBezTo>
                    <a:cubicBezTo>
                      <a:pt x="10901" y="2571"/>
                      <a:pt x="10908" y="2580"/>
                      <a:pt x="10915" y="2589"/>
                    </a:cubicBezTo>
                    <a:cubicBezTo>
                      <a:pt x="10937" y="2612"/>
                      <a:pt x="10937" y="2612"/>
                      <a:pt x="10969" y="2625"/>
                    </a:cubicBezTo>
                    <a:cubicBezTo>
                      <a:pt x="10998" y="2642"/>
                      <a:pt x="10998" y="2642"/>
                      <a:pt x="11006" y="2671"/>
                    </a:cubicBezTo>
                    <a:cubicBezTo>
                      <a:pt x="11006" y="2683"/>
                      <a:pt x="11006" y="2695"/>
                      <a:pt x="11006" y="2707"/>
                    </a:cubicBezTo>
                    <a:cubicBezTo>
                      <a:pt x="11006" y="2721"/>
                      <a:pt x="11006" y="2735"/>
                      <a:pt x="11006" y="2749"/>
                    </a:cubicBezTo>
                    <a:cubicBezTo>
                      <a:pt x="11006" y="2764"/>
                      <a:pt x="11006" y="2780"/>
                      <a:pt x="11006" y="2795"/>
                    </a:cubicBezTo>
                    <a:cubicBezTo>
                      <a:pt x="11006" y="2811"/>
                      <a:pt x="11006" y="2828"/>
                      <a:pt x="11006" y="2844"/>
                    </a:cubicBezTo>
                    <a:cubicBezTo>
                      <a:pt x="11006" y="2889"/>
                      <a:pt x="11006" y="2934"/>
                      <a:pt x="11006" y="2979"/>
                    </a:cubicBezTo>
                    <a:cubicBezTo>
                      <a:pt x="11005" y="3028"/>
                      <a:pt x="11006" y="3077"/>
                      <a:pt x="11006" y="3126"/>
                    </a:cubicBezTo>
                    <a:cubicBezTo>
                      <a:pt x="11006" y="3212"/>
                      <a:pt x="11006" y="3298"/>
                      <a:pt x="11006" y="3384"/>
                    </a:cubicBezTo>
                    <a:cubicBezTo>
                      <a:pt x="11005" y="3512"/>
                      <a:pt x="11005" y="3640"/>
                      <a:pt x="11005" y="3768"/>
                    </a:cubicBezTo>
                    <a:cubicBezTo>
                      <a:pt x="11005" y="3982"/>
                      <a:pt x="11005" y="4197"/>
                      <a:pt x="11005" y="4412"/>
                    </a:cubicBezTo>
                    <a:cubicBezTo>
                      <a:pt x="11004" y="4625"/>
                      <a:pt x="11004" y="4838"/>
                      <a:pt x="11004" y="5051"/>
                    </a:cubicBezTo>
                    <a:cubicBezTo>
                      <a:pt x="11004" y="5064"/>
                      <a:pt x="11004" y="5078"/>
                      <a:pt x="11004" y="5091"/>
                    </a:cubicBezTo>
                    <a:cubicBezTo>
                      <a:pt x="11004" y="5158"/>
                      <a:pt x="11004" y="5225"/>
                      <a:pt x="11004" y="5293"/>
                    </a:cubicBezTo>
                    <a:cubicBezTo>
                      <a:pt x="11004" y="5769"/>
                      <a:pt x="11003" y="6245"/>
                      <a:pt x="11003" y="6721"/>
                    </a:cubicBezTo>
                    <a:cubicBezTo>
                      <a:pt x="11002" y="7183"/>
                      <a:pt x="11002" y="7646"/>
                      <a:pt x="11002" y="8108"/>
                    </a:cubicBezTo>
                    <a:cubicBezTo>
                      <a:pt x="11002" y="8122"/>
                      <a:pt x="11002" y="8137"/>
                      <a:pt x="11002" y="8151"/>
                    </a:cubicBezTo>
                    <a:cubicBezTo>
                      <a:pt x="11002" y="8294"/>
                      <a:pt x="11001" y="8437"/>
                      <a:pt x="11001" y="8581"/>
                    </a:cubicBezTo>
                    <a:cubicBezTo>
                      <a:pt x="11001" y="8872"/>
                      <a:pt x="11001" y="9164"/>
                      <a:pt x="11001" y="9455"/>
                    </a:cubicBezTo>
                    <a:cubicBezTo>
                      <a:pt x="11001" y="9462"/>
                      <a:pt x="11001" y="9462"/>
                      <a:pt x="11001" y="9496"/>
                    </a:cubicBezTo>
                    <a:cubicBezTo>
                      <a:pt x="11000" y="10391"/>
                      <a:pt x="10999" y="11287"/>
                      <a:pt x="10998" y="12182"/>
                    </a:cubicBezTo>
                    <a:cubicBezTo>
                      <a:pt x="10978" y="12182"/>
                      <a:pt x="10958" y="12182"/>
                      <a:pt x="10937" y="12182"/>
                    </a:cubicBezTo>
                    <a:cubicBezTo>
                      <a:pt x="10937" y="12242"/>
                      <a:pt x="10937" y="12303"/>
                      <a:pt x="10937" y="12365"/>
                    </a:cubicBezTo>
                    <a:cubicBezTo>
                      <a:pt x="10917" y="12365"/>
                      <a:pt x="10897" y="12365"/>
                      <a:pt x="10877" y="12365"/>
                    </a:cubicBezTo>
                    <a:cubicBezTo>
                      <a:pt x="10878" y="12373"/>
                      <a:pt x="10879" y="12382"/>
                      <a:pt x="10880" y="12391"/>
                    </a:cubicBezTo>
                    <a:cubicBezTo>
                      <a:pt x="10874" y="12450"/>
                      <a:pt x="10832" y="12483"/>
                      <a:pt x="10790" y="12522"/>
                    </a:cubicBezTo>
                    <a:cubicBezTo>
                      <a:pt x="10744" y="12555"/>
                      <a:pt x="10712" y="12557"/>
                      <a:pt x="10656" y="12551"/>
                    </a:cubicBezTo>
                    <a:cubicBezTo>
                      <a:pt x="10649" y="12550"/>
                      <a:pt x="10641" y="12548"/>
                      <a:pt x="10634" y="12547"/>
                    </a:cubicBezTo>
                    <a:cubicBezTo>
                      <a:pt x="10634" y="12567"/>
                      <a:pt x="10634" y="12587"/>
                      <a:pt x="10634" y="12608"/>
                    </a:cubicBezTo>
                    <a:cubicBezTo>
                      <a:pt x="10445" y="12683"/>
                      <a:pt x="10254" y="12677"/>
                      <a:pt x="10055" y="12676"/>
                    </a:cubicBezTo>
                    <a:cubicBezTo>
                      <a:pt x="10004" y="12676"/>
                      <a:pt x="9954" y="12676"/>
                      <a:pt x="9904" y="12676"/>
                    </a:cubicBezTo>
                    <a:cubicBezTo>
                      <a:pt x="9817" y="12677"/>
                      <a:pt x="9729" y="12677"/>
                      <a:pt x="9642" y="12677"/>
                    </a:cubicBezTo>
                    <a:cubicBezTo>
                      <a:pt x="9511" y="12676"/>
                      <a:pt x="9381" y="12676"/>
                      <a:pt x="9251" y="12677"/>
                    </a:cubicBezTo>
                    <a:cubicBezTo>
                      <a:pt x="9018" y="12677"/>
                      <a:pt x="8786" y="12677"/>
                      <a:pt x="8553" y="12677"/>
                    </a:cubicBezTo>
                    <a:cubicBezTo>
                      <a:pt x="8349" y="12677"/>
                      <a:pt x="8146" y="12677"/>
                      <a:pt x="7942" y="12677"/>
                    </a:cubicBezTo>
                    <a:cubicBezTo>
                      <a:pt x="7929" y="12677"/>
                      <a:pt x="7915" y="12677"/>
                      <a:pt x="7901" y="12677"/>
                    </a:cubicBezTo>
                    <a:cubicBezTo>
                      <a:pt x="7846" y="12677"/>
                      <a:pt x="7791" y="12677"/>
                      <a:pt x="7736" y="12677"/>
                    </a:cubicBezTo>
                    <a:cubicBezTo>
                      <a:pt x="7222" y="12677"/>
                      <a:pt x="6707" y="12677"/>
                      <a:pt x="6193" y="12676"/>
                    </a:cubicBezTo>
                    <a:cubicBezTo>
                      <a:pt x="5736" y="12676"/>
                      <a:pt x="5279" y="12676"/>
                      <a:pt x="4822" y="12676"/>
                    </a:cubicBezTo>
                    <a:cubicBezTo>
                      <a:pt x="4309" y="12677"/>
                      <a:pt x="3795" y="12677"/>
                      <a:pt x="3281" y="12677"/>
                    </a:cubicBezTo>
                    <a:cubicBezTo>
                      <a:pt x="3227" y="12677"/>
                      <a:pt x="3172" y="12677"/>
                      <a:pt x="3117" y="12677"/>
                    </a:cubicBezTo>
                    <a:cubicBezTo>
                      <a:pt x="3104" y="12677"/>
                      <a:pt x="3090" y="12677"/>
                      <a:pt x="3076" y="12677"/>
                    </a:cubicBezTo>
                    <a:cubicBezTo>
                      <a:pt x="2873" y="12676"/>
                      <a:pt x="2669" y="12677"/>
                      <a:pt x="2466" y="12677"/>
                    </a:cubicBezTo>
                    <a:cubicBezTo>
                      <a:pt x="2234" y="12677"/>
                      <a:pt x="2003" y="12677"/>
                      <a:pt x="1772" y="12677"/>
                    </a:cubicBezTo>
                    <a:cubicBezTo>
                      <a:pt x="1642" y="12676"/>
                      <a:pt x="1513" y="12676"/>
                      <a:pt x="1383" y="12677"/>
                    </a:cubicBezTo>
                    <a:cubicBezTo>
                      <a:pt x="1297" y="12677"/>
                      <a:pt x="1210" y="12677"/>
                      <a:pt x="1124" y="12676"/>
                    </a:cubicBezTo>
                    <a:cubicBezTo>
                      <a:pt x="1074" y="12676"/>
                      <a:pt x="1025" y="12676"/>
                      <a:pt x="976" y="12676"/>
                    </a:cubicBezTo>
                    <a:cubicBezTo>
                      <a:pt x="601" y="12678"/>
                      <a:pt x="601" y="12678"/>
                      <a:pt x="425" y="12608"/>
                    </a:cubicBezTo>
                    <a:cubicBezTo>
                      <a:pt x="425" y="12588"/>
                      <a:pt x="425" y="12568"/>
                      <a:pt x="425" y="12547"/>
                    </a:cubicBezTo>
                    <a:cubicBezTo>
                      <a:pt x="418" y="12549"/>
                      <a:pt x="411" y="12550"/>
                      <a:pt x="403" y="12552"/>
                    </a:cubicBezTo>
                    <a:cubicBezTo>
                      <a:pt x="365" y="12557"/>
                      <a:pt x="341" y="12557"/>
                      <a:pt x="304" y="12547"/>
                    </a:cubicBezTo>
                    <a:cubicBezTo>
                      <a:pt x="272" y="12519"/>
                      <a:pt x="248" y="12486"/>
                      <a:pt x="225" y="12452"/>
                    </a:cubicBezTo>
                    <a:cubicBezTo>
                      <a:pt x="194" y="12407"/>
                      <a:pt x="172" y="12388"/>
                      <a:pt x="122" y="12365"/>
                    </a:cubicBezTo>
                    <a:cubicBezTo>
                      <a:pt x="118" y="12332"/>
                      <a:pt x="118" y="12332"/>
                      <a:pt x="122" y="12304"/>
                    </a:cubicBezTo>
                    <a:cubicBezTo>
                      <a:pt x="101" y="12304"/>
                      <a:pt x="81" y="12304"/>
                      <a:pt x="61" y="12304"/>
                    </a:cubicBezTo>
                    <a:cubicBezTo>
                      <a:pt x="61" y="12204"/>
                      <a:pt x="61" y="12103"/>
                      <a:pt x="61" y="12000"/>
                    </a:cubicBezTo>
                    <a:cubicBezTo>
                      <a:pt x="41" y="12000"/>
                      <a:pt x="21" y="12000"/>
                      <a:pt x="0" y="12000"/>
                    </a:cubicBezTo>
                    <a:cubicBezTo>
                      <a:pt x="0" y="11860"/>
                      <a:pt x="0" y="11719"/>
                      <a:pt x="0" y="11575"/>
                    </a:cubicBezTo>
                    <a:cubicBezTo>
                      <a:pt x="20" y="11575"/>
                      <a:pt x="40" y="11575"/>
                      <a:pt x="61" y="11575"/>
                    </a:cubicBezTo>
                    <a:cubicBezTo>
                      <a:pt x="61" y="11414"/>
                      <a:pt x="61" y="11254"/>
                      <a:pt x="61" y="11089"/>
                    </a:cubicBezTo>
                    <a:cubicBezTo>
                      <a:pt x="41" y="11089"/>
                      <a:pt x="21" y="11089"/>
                      <a:pt x="0" y="11089"/>
                    </a:cubicBezTo>
                    <a:cubicBezTo>
                      <a:pt x="0" y="10948"/>
                      <a:pt x="0" y="10808"/>
                      <a:pt x="0" y="10663"/>
                    </a:cubicBezTo>
                    <a:cubicBezTo>
                      <a:pt x="20" y="10663"/>
                      <a:pt x="40" y="10663"/>
                      <a:pt x="61" y="10663"/>
                    </a:cubicBezTo>
                    <a:cubicBezTo>
                      <a:pt x="61" y="10342"/>
                      <a:pt x="61" y="10022"/>
                      <a:pt x="61" y="9691"/>
                    </a:cubicBezTo>
                    <a:cubicBezTo>
                      <a:pt x="41" y="9691"/>
                      <a:pt x="21" y="9691"/>
                      <a:pt x="0" y="9691"/>
                    </a:cubicBezTo>
                    <a:cubicBezTo>
                      <a:pt x="0" y="9270"/>
                      <a:pt x="0" y="8849"/>
                      <a:pt x="0" y="8415"/>
                    </a:cubicBezTo>
                    <a:cubicBezTo>
                      <a:pt x="20" y="8415"/>
                      <a:pt x="40" y="8415"/>
                      <a:pt x="61" y="8415"/>
                    </a:cubicBezTo>
                    <a:cubicBezTo>
                      <a:pt x="61" y="7874"/>
                      <a:pt x="61" y="7332"/>
                      <a:pt x="61" y="6774"/>
                    </a:cubicBezTo>
                    <a:cubicBezTo>
                      <a:pt x="41" y="6774"/>
                      <a:pt x="21" y="6774"/>
                      <a:pt x="0" y="6774"/>
                    </a:cubicBezTo>
                    <a:cubicBezTo>
                      <a:pt x="0" y="6253"/>
                      <a:pt x="0" y="5732"/>
                      <a:pt x="0" y="5194"/>
                    </a:cubicBezTo>
                    <a:cubicBezTo>
                      <a:pt x="20" y="5194"/>
                      <a:pt x="40" y="5194"/>
                      <a:pt x="61" y="5194"/>
                    </a:cubicBezTo>
                    <a:cubicBezTo>
                      <a:pt x="61" y="5134"/>
                      <a:pt x="61" y="5074"/>
                      <a:pt x="61" y="5012"/>
                    </a:cubicBezTo>
                    <a:cubicBezTo>
                      <a:pt x="41" y="5012"/>
                      <a:pt x="21" y="5012"/>
                      <a:pt x="0" y="5012"/>
                    </a:cubicBezTo>
                    <a:cubicBezTo>
                      <a:pt x="0" y="4591"/>
                      <a:pt x="0" y="4170"/>
                      <a:pt x="0" y="3736"/>
                    </a:cubicBezTo>
                    <a:cubicBezTo>
                      <a:pt x="20" y="3736"/>
                      <a:pt x="40" y="3736"/>
                      <a:pt x="61" y="3736"/>
                    </a:cubicBezTo>
                    <a:cubicBezTo>
                      <a:pt x="61" y="3716"/>
                      <a:pt x="61" y="3696"/>
                      <a:pt x="61" y="3675"/>
                    </a:cubicBezTo>
                    <a:cubicBezTo>
                      <a:pt x="41" y="3675"/>
                      <a:pt x="21" y="3675"/>
                      <a:pt x="0" y="3675"/>
                    </a:cubicBezTo>
                    <a:cubicBezTo>
                      <a:pt x="0" y="3274"/>
                      <a:pt x="0" y="2873"/>
                      <a:pt x="0" y="2460"/>
                    </a:cubicBezTo>
                    <a:cubicBezTo>
                      <a:pt x="20" y="2460"/>
                      <a:pt x="40" y="2460"/>
                      <a:pt x="61" y="2460"/>
                    </a:cubicBezTo>
                    <a:cubicBezTo>
                      <a:pt x="61" y="2059"/>
                      <a:pt x="61" y="1658"/>
                      <a:pt x="61" y="1245"/>
                    </a:cubicBezTo>
                    <a:cubicBezTo>
                      <a:pt x="41" y="1245"/>
                      <a:pt x="21" y="1245"/>
                      <a:pt x="0" y="1245"/>
                    </a:cubicBezTo>
                    <a:cubicBezTo>
                      <a:pt x="0" y="1125"/>
                      <a:pt x="0" y="1004"/>
                      <a:pt x="0" y="880"/>
                    </a:cubicBezTo>
                    <a:cubicBezTo>
                      <a:pt x="20" y="880"/>
                      <a:pt x="40" y="880"/>
                      <a:pt x="61" y="880"/>
                    </a:cubicBezTo>
                    <a:cubicBezTo>
                      <a:pt x="60" y="867"/>
                      <a:pt x="60" y="854"/>
                      <a:pt x="60" y="840"/>
                    </a:cubicBezTo>
                    <a:cubicBezTo>
                      <a:pt x="59" y="790"/>
                      <a:pt x="58" y="740"/>
                      <a:pt x="57" y="691"/>
                    </a:cubicBezTo>
                    <a:cubicBezTo>
                      <a:pt x="57" y="669"/>
                      <a:pt x="57" y="648"/>
                      <a:pt x="56" y="626"/>
                    </a:cubicBezTo>
                    <a:cubicBezTo>
                      <a:pt x="55" y="595"/>
                      <a:pt x="55" y="564"/>
                      <a:pt x="55" y="533"/>
                    </a:cubicBezTo>
                    <a:cubicBezTo>
                      <a:pt x="55" y="524"/>
                      <a:pt x="54" y="514"/>
                      <a:pt x="54" y="504"/>
                    </a:cubicBezTo>
                    <a:cubicBezTo>
                      <a:pt x="54" y="435"/>
                      <a:pt x="72" y="384"/>
                      <a:pt x="122" y="333"/>
                    </a:cubicBezTo>
                    <a:cubicBezTo>
                      <a:pt x="156" y="328"/>
                      <a:pt x="156" y="328"/>
                      <a:pt x="182" y="333"/>
                    </a:cubicBezTo>
                    <a:cubicBezTo>
                      <a:pt x="182" y="313"/>
                      <a:pt x="182" y="293"/>
                      <a:pt x="182" y="273"/>
                    </a:cubicBezTo>
                    <a:cubicBezTo>
                      <a:pt x="202" y="273"/>
                      <a:pt x="222" y="273"/>
                      <a:pt x="243" y="273"/>
                    </a:cubicBezTo>
                    <a:cubicBezTo>
                      <a:pt x="242" y="264"/>
                      <a:pt x="241" y="255"/>
                      <a:pt x="240" y="246"/>
                    </a:cubicBezTo>
                    <a:cubicBezTo>
                      <a:pt x="245" y="187"/>
                      <a:pt x="282" y="159"/>
                      <a:pt x="324" y="121"/>
                    </a:cubicBezTo>
                    <a:cubicBezTo>
                      <a:pt x="474" y="0"/>
                      <a:pt x="704" y="21"/>
                      <a:pt x="885" y="22"/>
                    </a:cubicBezTo>
                    <a:close/>
                    <a:moveTo>
                      <a:pt x="608" y="394"/>
                    </a:moveTo>
                    <a:cubicBezTo>
                      <a:pt x="608" y="414"/>
                      <a:pt x="608" y="434"/>
                      <a:pt x="608" y="455"/>
                    </a:cubicBezTo>
                    <a:cubicBezTo>
                      <a:pt x="568" y="455"/>
                      <a:pt x="527" y="455"/>
                      <a:pt x="486" y="455"/>
                    </a:cubicBezTo>
                    <a:cubicBezTo>
                      <a:pt x="486" y="475"/>
                      <a:pt x="486" y="495"/>
                      <a:pt x="486" y="516"/>
                    </a:cubicBezTo>
                    <a:cubicBezTo>
                      <a:pt x="466" y="516"/>
                      <a:pt x="446" y="516"/>
                      <a:pt x="425" y="516"/>
                    </a:cubicBezTo>
                    <a:cubicBezTo>
                      <a:pt x="425" y="556"/>
                      <a:pt x="425" y="596"/>
                      <a:pt x="425" y="637"/>
                    </a:cubicBezTo>
                    <a:cubicBezTo>
                      <a:pt x="405" y="637"/>
                      <a:pt x="385" y="637"/>
                      <a:pt x="365" y="637"/>
                    </a:cubicBezTo>
                    <a:cubicBezTo>
                      <a:pt x="365" y="4407"/>
                      <a:pt x="365" y="8177"/>
                      <a:pt x="365" y="12061"/>
                    </a:cubicBezTo>
                    <a:cubicBezTo>
                      <a:pt x="385" y="12061"/>
                      <a:pt x="405" y="12061"/>
                      <a:pt x="425" y="12061"/>
                    </a:cubicBezTo>
                    <a:cubicBezTo>
                      <a:pt x="425" y="12081"/>
                      <a:pt x="425" y="12101"/>
                      <a:pt x="425" y="12122"/>
                    </a:cubicBezTo>
                    <a:cubicBezTo>
                      <a:pt x="445" y="12122"/>
                      <a:pt x="465" y="12122"/>
                      <a:pt x="486" y="12122"/>
                    </a:cubicBezTo>
                    <a:cubicBezTo>
                      <a:pt x="486" y="12142"/>
                      <a:pt x="486" y="12162"/>
                      <a:pt x="486" y="12182"/>
                    </a:cubicBezTo>
                    <a:cubicBezTo>
                      <a:pt x="506" y="12182"/>
                      <a:pt x="526" y="12182"/>
                      <a:pt x="547" y="12182"/>
                    </a:cubicBezTo>
                    <a:cubicBezTo>
                      <a:pt x="547" y="12202"/>
                      <a:pt x="547" y="12222"/>
                      <a:pt x="547" y="12243"/>
                    </a:cubicBezTo>
                    <a:cubicBezTo>
                      <a:pt x="587" y="12243"/>
                      <a:pt x="627" y="12243"/>
                      <a:pt x="668" y="12243"/>
                    </a:cubicBezTo>
                    <a:cubicBezTo>
                      <a:pt x="668" y="12263"/>
                      <a:pt x="668" y="12283"/>
                      <a:pt x="668" y="12304"/>
                    </a:cubicBezTo>
                    <a:cubicBezTo>
                      <a:pt x="3877" y="12304"/>
                      <a:pt x="7085" y="12304"/>
                      <a:pt x="10391" y="12304"/>
                    </a:cubicBezTo>
                    <a:cubicBezTo>
                      <a:pt x="10391" y="12284"/>
                      <a:pt x="10391" y="12264"/>
                      <a:pt x="10391" y="12243"/>
                    </a:cubicBezTo>
                    <a:cubicBezTo>
                      <a:pt x="10431" y="12243"/>
                      <a:pt x="10471" y="12243"/>
                      <a:pt x="10512" y="12243"/>
                    </a:cubicBezTo>
                    <a:cubicBezTo>
                      <a:pt x="10512" y="12223"/>
                      <a:pt x="10512" y="12203"/>
                      <a:pt x="10512" y="12182"/>
                    </a:cubicBezTo>
                    <a:cubicBezTo>
                      <a:pt x="10532" y="12182"/>
                      <a:pt x="10552" y="12182"/>
                      <a:pt x="10573" y="12182"/>
                    </a:cubicBezTo>
                    <a:cubicBezTo>
                      <a:pt x="10573" y="12162"/>
                      <a:pt x="10573" y="12142"/>
                      <a:pt x="10573" y="12122"/>
                    </a:cubicBezTo>
                    <a:cubicBezTo>
                      <a:pt x="10593" y="12122"/>
                      <a:pt x="10613" y="12122"/>
                      <a:pt x="10634" y="12122"/>
                    </a:cubicBezTo>
                    <a:cubicBezTo>
                      <a:pt x="10634" y="9134"/>
                      <a:pt x="10634" y="6146"/>
                      <a:pt x="10634" y="3068"/>
                    </a:cubicBezTo>
                    <a:cubicBezTo>
                      <a:pt x="10614" y="3068"/>
                      <a:pt x="10594" y="3068"/>
                      <a:pt x="10573" y="3068"/>
                    </a:cubicBezTo>
                    <a:cubicBezTo>
                      <a:pt x="10573" y="3048"/>
                      <a:pt x="10573" y="3028"/>
                      <a:pt x="10573" y="3007"/>
                    </a:cubicBezTo>
                    <a:cubicBezTo>
                      <a:pt x="9991" y="3007"/>
                      <a:pt x="9410" y="3007"/>
                      <a:pt x="8811" y="3007"/>
                    </a:cubicBezTo>
                    <a:cubicBezTo>
                      <a:pt x="8811" y="2987"/>
                      <a:pt x="8811" y="2967"/>
                      <a:pt x="8811" y="2946"/>
                    </a:cubicBezTo>
                    <a:cubicBezTo>
                      <a:pt x="8751" y="2946"/>
                      <a:pt x="8690" y="2946"/>
                      <a:pt x="8628" y="2946"/>
                    </a:cubicBezTo>
                    <a:cubicBezTo>
                      <a:pt x="8628" y="2926"/>
                      <a:pt x="8628" y="2906"/>
                      <a:pt x="8628" y="2885"/>
                    </a:cubicBezTo>
                    <a:cubicBezTo>
                      <a:pt x="8608" y="2885"/>
                      <a:pt x="8588" y="2885"/>
                      <a:pt x="8568" y="2885"/>
                    </a:cubicBezTo>
                    <a:cubicBezTo>
                      <a:pt x="8568" y="2865"/>
                      <a:pt x="8568" y="2845"/>
                      <a:pt x="8568" y="2825"/>
                    </a:cubicBezTo>
                    <a:cubicBezTo>
                      <a:pt x="8548" y="2825"/>
                      <a:pt x="8528" y="2825"/>
                      <a:pt x="8507" y="2825"/>
                    </a:cubicBezTo>
                    <a:cubicBezTo>
                      <a:pt x="8507" y="2805"/>
                      <a:pt x="8507" y="2785"/>
                      <a:pt x="8507" y="2764"/>
                    </a:cubicBezTo>
                    <a:cubicBezTo>
                      <a:pt x="8487" y="2764"/>
                      <a:pt x="8467" y="2764"/>
                      <a:pt x="8446" y="2764"/>
                    </a:cubicBezTo>
                    <a:cubicBezTo>
                      <a:pt x="8446" y="2724"/>
                      <a:pt x="8446" y="2684"/>
                      <a:pt x="8446" y="2642"/>
                    </a:cubicBezTo>
                    <a:cubicBezTo>
                      <a:pt x="8426" y="2642"/>
                      <a:pt x="8406" y="2642"/>
                      <a:pt x="8385" y="2642"/>
                    </a:cubicBezTo>
                    <a:cubicBezTo>
                      <a:pt x="8385" y="1921"/>
                      <a:pt x="8385" y="1199"/>
                      <a:pt x="8385" y="455"/>
                    </a:cubicBezTo>
                    <a:cubicBezTo>
                      <a:pt x="8365" y="455"/>
                      <a:pt x="8345" y="455"/>
                      <a:pt x="8325" y="455"/>
                    </a:cubicBezTo>
                    <a:cubicBezTo>
                      <a:pt x="8325" y="435"/>
                      <a:pt x="8325" y="415"/>
                      <a:pt x="8325" y="394"/>
                    </a:cubicBezTo>
                    <a:cubicBezTo>
                      <a:pt x="5778" y="394"/>
                      <a:pt x="3231" y="394"/>
                      <a:pt x="608" y="394"/>
                    </a:cubicBezTo>
                    <a:close/>
                    <a:moveTo>
                      <a:pt x="8750" y="759"/>
                    </a:moveTo>
                    <a:cubicBezTo>
                      <a:pt x="8750" y="779"/>
                      <a:pt x="8750" y="799"/>
                      <a:pt x="8750" y="819"/>
                    </a:cubicBezTo>
                    <a:cubicBezTo>
                      <a:pt x="8730" y="819"/>
                      <a:pt x="8710" y="819"/>
                      <a:pt x="8689" y="819"/>
                    </a:cubicBezTo>
                    <a:cubicBezTo>
                      <a:pt x="8689" y="1361"/>
                      <a:pt x="8689" y="1902"/>
                      <a:pt x="8689" y="2460"/>
                    </a:cubicBezTo>
                    <a:cubicBezTo>
                      <a:pt x="8709" y="2460"/>
                      <a:pt x="8729" y="2460"/>
                      <a:pt x="8750" y="2460"/>
                    </a:cubicBezTo>
                    <a:cubicBezTo>
                      <a:pt x="8750" y="2500"/>
                      <a:pt x="8750" y="2540"/>
                      <a:pt x="8750" y="2582"/>
                    </a:cubicBezTo>
                    <a:cubicBezTo>
                      <a:pt x="8770" y="2582"/>
                      <a:pt x="8790" y="2582"/>
                      <a:pt x="8811" y="2582"/>
                    </a:cubicBezTo>
                    <a:cubicBezTo>
                      <a:pt x="8811" y="2602"/>
                      <a:pt x="8811" y="2622"/>
                      <a:pt x="8811" y="2642"/>
                    </a:cubicBezTo>
                    <a:cubicBezTo>
                      <a:pt x="9332" y="2642"/>
                      <a:pt x="9853" y="2642"/>
                      <a:pt x="10391" y="2642"/>
                    </a:cubicBezTo>
                    <a:cubicBezTo>
                      <a:pt x="10391" y="2602"/>
                      <a:pt x="10391" y="2562"/>
                      <a:pt x="10391" y="2521"/>
                    </a:cubicBezTo>
                    <a:cubicBezTo>
                      <a:pt x="10371" y="2521"/>
                      <a:pt x="10351" y="2521"/>
                      <a:pt x="10330" y="2521"/>
                    </a:cubicBezTo>
                    <a:cubicBezTo>
                      <a:pt x="10330" y="2501"/>
                      <a:pt x="10330" y="2481"/>
                      <a:pt x="10330" y="2460"/>
                    </a:cubicBezTo>
                    <a:cubicBezTo>
                      <a:pt x="10310" y="2460"/>
                      <a:pt x="10290" y="2460"/>
                      <a:pt x="10269" y="2460"/>
                    </a:cubicBezTo>
                    <a:cubicBezTo>
                      <a:pt x="10269" y="2440"/>
                      <a:pt x="10269" y="2420"/>
                      <a:pt x="10269" y="2399"/>
                    </a:cubicBezTo>
                    <a:cubicBezTo>
                      <a:pt x="10249" y="2399"/>
                      <a:pt x="10229" y="2399"/>
                      <a:pt x="10208" y="2399"/>
                    </a:cubicBezTo>
                    <a:cubicBezTo>
                      <a:pt x="10208" y="2379"/>
                      <a:pt x="10208" y="2359"/>
                      <a:pt x="10208" y="2339"/>
                    </a:cubicBezTo>
                    <a:cubicBezTo>
                      <a:pt x="10188" y="2339"/>
                      <a:pt x="10168" y="2339"/>
                      <a:pt x="10148" y="2339"/>
                    </a:cubicBezTo>
                    <a:cubicBezTo>
                      <a:pt x="10148" y="2298"/>
                      <a:pt x="10148" y="2258"/>
                      <a:pt x="10148" y="2217"/>
                    </a:cubicBezTo>
                    <a:cubicBezTo>
                      <a:pt x="10128" y="2217"/>
                      <a:pt x="10107" y="2217"/>
                      <a:pt x="10087" y="2217"/>
                    </a:cubicBezTo>
                    <a:cubicBezTo>
                      <a:pt x="10087" y="2197"/>
                      <a:pt x="10087" y="2177"/>
                      <a:pt x="10087" y="2156"/>
                    </a:cubicBezTo>
                    <a:cubicBezTo>
                      <a:pt x="10067" y="2156"/>
                      <a:pt x="10047" y="2156"/>
                      <a:pt x="10026" y="2156"/>
                    </a:cubicBezTo>
                    <a:cubicBezTo>
                      <a:pt x="10026" y="2136"/>
                      <a:pt x="10026" y="2116"/>
                      <a:pt x="10026" y="2096"/>
                    </a:cubicBezTo>
                    <a:cubicBezTo>
                      <a:pt x="10006" y="2096"/>
                      <a:pt x="9986" y="2096"/>
                      <a:pt x="9965" y="2096"/>
                    </a:cubicBezTo>
                    <a:cubicBezTo>
                      <a:pt x="9965" y="2075"/>
                      <a:pt x="9965" y="2055"/>
                      <a:pt x="9965" y="2035"/>
                    </a:cubicBezTo>
                    <a:cubicBezTo>
                      <a:pt x="9945" y="2035"/>
                      <a:pt x="9925" y="2035"/>
                      <a:pt x="9905" y="2035"/>
                    </a:cubicBezTo>
                    <a:cubicBezTo>
                      <a:pt x="9905" y="2015"/>
                      <a:pt x="9905" y="1995"/>
                      <a:pt x="9905" y="1974"/>
                    </a:cubicBezTo>
                    <a:cubicBezTo>
                      <a:pt x="9884" y="1974"/>
                      <a:pt x="9864" y="1974"/>
                      <a:pt x="9844" y="1974"/>
                    </a:cubicBezTo>
                    <a:cubicBezTo>
                      <a:pt x="9844" y="1954"/>
                      <a:pt x="9844" y="1934"/>
                      <a:pt x="9844" y="1913"/>
                    </a:cubicBezTo>
                    <a:cubicBezTo>
                      <a:pt x="9824" y="1913"/>
                      <a:pt x="9804" y="1913"/>
                      <a:pt x="9783" y="1913"/>
                    </a:cubicBezTo>
                    <a:cubicBezTo>
                      <a:pt x="9783" y="1893"/>
                      <a:pt x="9783" y="1873"/>
                      <a:pt x="9783" y="1852"/>
                    </a:cubicBezTo>
                    <a:cubicBezTo>
                      <a:pt x="9763" y="1852"/>
                      <a:pt x="9743" y="1852"/>
                      <a:pt x="9722" y="1852"/>
                    </a:cubicBezTo>
                    <a:cubicBezTo>
                      <a:pt x="9722" y="1832"/>
                      <a:pt x="9722" y="1812"/>
                      <a:pt x="9722" y="1792"/>
                    </a:cubicBezTo>
                    <a:cubicBezTo>
                      <a:pt x="9702" y="1792"/>
                      <a:pt x="9682" y="1792"/>
                      <a:pt x="9661" y="1792"/>
                    </a:cubicBezTo>
                    <a:cubicBezTo>
                      <a:pt x="9661" y="1772"/>
                      <a:pt x="9661" y="1752"/>
                      <a:pt x="9661" y="1731"/>
                    </a:cubicBezTo>
                    <a:cubicBezTo>
                      <a:pt x="9641" y="1731"/>
                      <a:pt x="9621" y="1731"/>
                      <a:pt x="9601" y="1731"/>
                    </a:cubicBezTo>
                    <a:cubicBezTo>
                      <a:pt x="9601" y="1711"/>
                      <a:pt x="9601" y="1691"/>
                      <a:pt x="9601" y="1670"/>
                    </a:cubicBezTo>
                    <a:cubicBezTo>
                      <a:pt x="9581" y="1670"/>
                      <a:pt x="9561" y="1670"/>
                      <a:pt x="9540" y="1670"/>
                    </a:cubicBezTo>
                    <a:cubicBezTo>
                      <a:pt x="9540" y="1630"/>
                      <a:pt x="9540" y="1590"/>
                      <a:pt x="9540" y="1549"/>
                    </a:cubicBezTo>
                    <a:cubicBezTo>
                      <a:pt x="9520" y="1549"/>
                      <a:pt x="9500" y="1549"/>
                      <a:pt x="9479" y="1549"/>
                    </a:cubicBezTo>
                    <a:cubicBezTo>
                      <a:pt x="9479" y="1529"/>
                      <a:pt x="9479" y="1509"/>
                      <a:pt x="9479" y="1488"/>
                    </a:cubicBezTo>
                    <a:cubicBezTo>
                      <a:pt x="9459" y="1488"/>
                      <a:pt x="9439" y="1488"/>
                      <a:pt x="9418" y="1488"/>
                    </a:cubicBezTo>
                    <a:cubicBezTo>
                      <a:pt x="9418" y="1468"/>
                      <a:pt x="9418" y="1448"/>
                      <a:pt x="9418" y="1427"/>
                    </a:cubicBezTo>
                    <a:cubicBezTo>
                      <a:pt x="9398" y="1427"/>
                      <a:pt x="9378" y="1427"/>
                      <a:pt x="9358" y="1427"/>
                    </a:cubicBezTo>
                    <a:cubicBezTo>
                      <a:pt x="9358" y="1407"/>
                      <a:pt x="9358" y="1387"/>
                      <a:pt x="9358" y="1366"/>
                    </a:cubicBezTo>
                    <a:cubicBezTo>
                      <a:pt x="9338" y="1366"/>
                      <a:pt x="9318" y="1366"/>
                      <a:pt x="9297" y="1366"/>
                    </a:cubicBezTo>
                    <a:cubicBezTo>
                      <a:pt x="9297" y="1346"/>
                      <a:pt x="9297" y="1326"/>
                      <a:pt x="9297" y="1306"/>
                    </a:cubicBezTo>
                    <a:cubicBezTo>
                      <a:pt x="9277" y="1306"/>
                      <a:pt x="9257" y="1306"/>
                      <a:pt x="9236" y="1306"/>
                    </a:cubicBezTo>
                    <a:cubicBezTo>
                      <a:pt x="9236" y="1265"/>
                      <a:pt x="9236" y="1225"/>
                      <a:pt x="9236" y="1184"/>
                    </a:cubicBezTo>
                    <a:cubicBezTo>
                      <a:pt x="9216" y="1184"/>
                      <a:pt x="9196" y="1184"/>
                      <a:pt x="9175" y="1184"/>
                    </a:cubicBezTo>
                    <a:cubicBezTo>
                      <a:pt x="9175" y="1164"/>
                      <a:pt x="9175" y="1144"/>
                      <a:pt x="9175" y="1123"/>
                    </a:cubicBezTo>
                    <a:cubicBezTo>
                      <a:pt x="9155" y="1123"/>
                      <a:pt x="9135" y="1123"/>
                      <a:pt x="9115" y="1123"/>
                    </a:cubicBezTo>
                    <a:cubicBezTo>
                      <a:pt x="9115" y="1103"/>
                      <a:pt x="9115" y="1083"/>
                      <a:pt x="9115" y="1063"/>
                    </a:cubicBezTo>
                    <a:cubicBezTo>
                      <a:pt x="9095" y="1063"/>
                      <a:pt x="9074" y="1063"/>
                      <a:pt x="9054" y="1063"/>
                    </a:cubicBezTo>
                    <a:cubicBezTo>
                      <a:pt x="9054" y="1042"/>
                      <a:pt x="9054" y="1022"/>
                      <a:pt x="9054" y="1002"/>
                    </a:cubicBezTo>
                    <a:cubicBezTo>
                      <a:pt x="9034" y="1002"/>
                      <a:pt x="9014" y="1002"/>
                      <a:pt x="8993" y="1002"/>
                    </a:cubicBezTo>
                    <a:cubicBezTo>
                      <a:pt x="8993" y="982"/>
                      <a:pt x="8993" y="962"/>
                      <a:pt x="8993" y="941"/>
                    </a:cubicBezTo>
                    <a:cubicBezTo>
                      <a:pt x="8973" y="941"/>
                      <a:pt x="8953" y="941"/>
                      <a:pt x="8932" y="941"/>
                    </a:cubicBezTo>
                    <a:cubicBezTo>
                      <a:pt x="8932" y="921"/>
                      <a:pt x="8932" y="901"/>
                      <a:pt x="8932" y="880"/>
                    </a:cubicBezTo>
                    <a:cubicBezTo>
                      <a:pt x="8928" y="881"/>
                      <a:pt x="8928" y="881"/>
                      <a:pt x="8904" y="884"/>
                    </a:cubicBezTo>
                    <a:cubicBezTo>
                      <a:pt x="8893" y="883"/>
                      <a:pt x="8882" y="882"/>
                      <a:pt x="8872" y="880"/>
                    </a:cubicBezTo>
                    <a:cubicBezTo>
                      <a:pt x="8852" y="850"/>
                      <a:pt x="8841" y="819"/>
                      <a:pt x="8828" y="785"/>
                    </a:cubicBezTo>
                    <a:cubicBezTo>
                      <a:pt x="8822" y="777"/>
                      <a:pt x="8817" y="768"/>
                      <a:pt x="8811" y="759"/>
                    </a:cubicBezTo>
                    <a:cubicBezTo>
                      <a:pt x="8778" y="755"/>
                      <a:pt x="8778" y="755"/>
                      <a:pt x="8750" y="759"/>
                    </a:cubicBezTo>
                    <a:close/>
                  </a:path>
                </a:pathLst>
              </a:custGeom>
              <a:solidFill>
                <a:srgbClr val="251047"/>
              </a:solidFill>
              <a:ln w="386" cap="flat">
                <a:noFill/>
              </a:ln>
            </p:spPr>
          </p:sp>
          <p:sp>
            <p:nvSpPr>
              <p:cNvPr id="1849" name="ICON_C_SIGNAL_HEADER_path_003"/>
              <p:cNvSpPr/>
              <p:nvPr/>
            </p:nvSpPr>
            <p:spPr>
              <a:xfrm>
                <a:off x="3218050" y="7173957"/>
                <a:ext cx="94148" cy="6174"/>
              </a:xfrm>
              <a:custGeom>
                <a:avLst/>
                <a:gdLst/>
                <a:ahLst/>
                <a:cxnLst/>
                <a:rect l="0" t="0" r="r" b="b"/>
                <a:pathLst>
                  <a:path w="7413" h="486" fill="norm" stroke="0">
                    <a:moveTo>
                      <a:pt x="122" y="0"/>
                    </a:moveTo>
                    <a:cubicBezTo>
                      <a:pt x="2488" y="0"/>
                      <a:pt x="4854" y="0"/>
                      <a:pt x="7292" y="0"/>
                    </a:cubicBezTo>
                    <a:cubicBezTo>
                      <a:pt x="7292" y="20"/>
                      <a:pt x="7292" y="40"/>
                      <a:pt x="7292" y="61"/>
                    </a:cubicBezTo>
                    <a:cubicBezTo>
                      <a:pt x="7312" y="61"/>
                      <a:pt x="7332" y="61"/>
                      <a:pt x="7352" y="61"/>
                    </a:cubicBezTo>
                    <a:cubicBezTo>
                      <a:pt x="7352" y="81"/>
                      <a:pt x="7352" y="101"/>
                      <a:pt x="7352" y="122"/>
                    </a:cubicBezTo>
                    <a:cubicBezTo>
                      <a:pt x="7372" y="122"/>
                      <a:pt x="7393" y="122"/>
                      <a:pt x="7413" y="122"/>
                    </a:cubicBezTo>
                    <a:cubicBezTo>
                      <a:pt x="7413" y="182"/>
                      <a:pt x="7413" y="242"/>
                      <a:pt x="7413" y="304"/>
                    </a:cubicBezTo>
                    <a:cubicBezTo>
                      <a:pt x="7393" y="304"/>
                      <a:pt x="7373" y="304"/>
                      <a:pt x="7352" y="304"/>
                    </a:cubicBezTo>
                    <a:cubicBezTo>
                      <a:pt x="7352" y="324"/>
                      <a:pt x="7352" y="344"/>
                      <a:pt x="7352" y="365"/>
                    </a:cubicBezTo>
                    <a:cubicBezTo>
                      <a:pt x="7332" y="365"/>
                      <a:pt x="7312" y="365"/>
                      <a:pt x="7292" y="365"/>
                    </a:cubicBezTo>
                    <a:cubicBezTo>
                      <a:pt x="7292" y="385"/>
                      <a:pt x="7292" y="405"/>
                      <a:pt x="7292" y="425"/>
                    </a:cubicBezTo>
                    <a:cubicBezTo>
                      <a:pt x="7272" y="425"/>
                      <a:pt x="7252" y="425"/>
                      <a:pt x="7231" y="425"/>
                    </a:cubicBezTo>
                    <a:cubicBezTo>
                      <a:pt x="7231" y="445"/>
                      <a:pt x="7231" y="465"/>
                      <a:pt x="7231" y="486"/>
                    </a:cubicBezTo>
                    <a:cubicBezTo>
                      <a:pt x="4905" y="486"/>
                      <a:pt x="2579" y="486"/>
                      <a:pt x="182" y="486"/>
                    </a:cubicBezTo>
                    <a:cubicBezTo>
                      <a:pt x="182" y="466"/>
                      <a:pt x="182" y="446"/>
                      <a:pt x="182" y="425"/>
                    </a:cubicBezTo>
                    <a:cubicBezTo>
                      <a:pt x="142" y="425"/>
                      <a:pt x="102" y="425"/>
                      <a:pt x="61" y="425"/>
                    </a:cubicBezTo>
                    <a:cubicBezTo>
                      <a:pt x="61" y="385"/>
                      <a:pt x="61" y="345"/>
                      <a:pt x="61" y="304"/>
                    </a:cubicBezTo>
                    <a:cubicBezTo>
                      <a:pt x="41" y="304"/>
                      <a:pt x="21" y="304"/>
                      <a:pt x="0" y="304"/>
                    </a:cubicBezTo>
                    <a:cubicBezTo>
                      <a:pt x="0" y="244"/>
                      <a:pt x="0" y="184"/>
                      <a:pt x="0" y="122"/>
                    </a:cubicBezTo>
                    <a:cubicBezTo>
                      <a:pt x="20" y="122"/>
                      <a:pt x="40" y="122"/>
                      <a:pt x="61" y="122"/>
                    </a:cubicBezTo>
                    <a:cubicBezTo>
                      <a:pt x="61" y="101"/>
                      <a:pt x="61" y="81"/>
                      <a:pt x="61" y="61"/>
                    </a:cubicBezTo>
                    <a:cubicBezTo>
                      <a:pt x="81" y="61"/>
                      <a:pt x="101" y="61"/>
                      <a:pt x="122" y="61"/>
                    </a:cubicBezTo>
                    <a:cubicBezTo>
                      <a:pt x="122" y="41"/>
                      <a:pt x="122" y="21"/>
                      <a:pt x="122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386" cap="flat">
                <a:noFill/>
              </a:ln>
            </p:spPr>
          </p:sp>
          <p:sp>
            <p:nvSpPr>
              <p:cNvPr id="1850" name="ICON_C_SIGNAL_HEADER_path_004"/>
              <p:cNvSpPr/>
              <p:nvPr/>
            </p:nvSpPr>
            <p:spPr>
              <a:xfrm>
                <a:off x="3218050" y="7132285"/>
                <a:ext cx="94148" cy="5402"/>
              </a:xfrm>
              <a:custGeom>
                <a:avLst/>
                <a:gdLst/>
                <a:ahLst/>
                <a:cxnLst/>
                <a:rect l="0" t="0" r="r" b="b"/>
                <a:pathLst>
                  <a:path w="7413" h="425" fill="norm" stroke="0">
                    <a:moveTo>
                      <a:pt x="122" y="0"/>
                    </a:moveTo>
                    <a:cubicBezTo>
                      <a:pt x="2488" y="0"/>
                      <a:pt x="4854" y="0"/>
                      <a:pt x="7292" y="0"/>
                    </a:cubicBezTo>
                    <a:cubicBezTo>
                      <a:pt x="7292" y="20"/>
                      <a:pt x="7292" y="40"/>
                      <a:pt x="7292" y="61"/>
                    </a:cubicBezTo>
                    <a:cubicBezTo>
                      <a:pt x="7312" y="61"/>
                      <a:pt x="7332" y="61"/>
                      <a:pt x="7352" y="61"/>
                    </a:cubicBezTo>
                    <a:cubicBezTo>
                      <a:pt x="7352" y="81"/>
                      <a:pt x="7352" y="101"/>
                      <a:pt x="7352" y="122"/>
                    </a:cubicBezTo>
                    <a:cubicBezTo>
                      <a:pt x="7372" y="122"/>
                      <a:pt x="7393" y="122"/>
                      <a:pt x="7413" y="122"/>
                    </a:cubicBezTo>
                    <a:cubicBezTo>
                      <a:pt x="7413" y="182"/>
                      <a:pt x="7413" y="242"/>
                      <a:pt x="7413" y="304"/>
                    </a:cubicBezTo>
                    <a:cubicBezTo>
                      <a:pt x="7393" y="304"/>
                      <a:pt x="7373" y="304"/>
                      <a:pt x="7352" y="304"/>
                    </a:cubicBezTo>
                    <a:cubicBezTo>
                      <a:pt x="7352" y="324"/>
                      <a:pt x="7352" y="344"/>
                      <a:pt x="7352" y="365"/>
                    </a:cubicBezTo>
                    <a:cubicBezTo>
                      <a:pt x="7332" y="365"/>
                      <a:pt x="7312" y="365"/>
                      <a:pt x="7292" y="365"/>
                    </a:cubicBezTo>
                    <a:cubicBezTo>
                      <a:pt x="7292" y="385"/>
                      <a:pt x="7292" y="405"/>
                      <a:pt x="7292" y="425"/>
                    </a:cubicBezTo>
                    <a:cubicBezTo>
                      <a:pt x="4926" y="425"/>
                      <a:pt x="2559" y="425"/>
                      <a:pt x="122" y="425"/>
                    </a:cubicBezTo>
                    <a:cubicBezTo>
                      <a:pt x="122" y="405"/>
                      <a:pt x="122" y="385"/>
                      <a:pt x="122" y="365"/>
                    </a:cubicBezTo>
                    <a:cubicBezTo>
                      <a:pt x="101" y="365"/>
                      <a:pt x="81" y="365"/>
                      <a:pt x="61" y="365"/>
                    </a:cubicBezTo>
                    <a:cubicBezTo>
                      <a:pt x="61" y="345"/>
                      <a:pt x="61" y="324"/>
                      <a:pt x="61" y="304"/>
                    </a:cubicBezTo>
                    <a:cubicBezTo>
                      <a:pt x="41" y="304"/>
                      <a:pt x="21" y="304"/>
                      <a:pt x="0" y="304"/>
                    </a:cubicBezTo>
                    <a:cubicBezTo>
                      <a:pt x="0" y="244"/>
                      <a:pt x="0" y="184"/>
                      <a:pt x="0" y="122"/>
                    </a:cubicBezTo>
                    <a:cubicBezTo>
                      <a:pt x="20" y="122"/>
                      <a:pt x="40" y="122"/>
                      <a:pt x="61" y="122"/>
                    </a:cubicBezTo>
                    <a:cubicBezTo>
                      <a:pt x="61" y="101"/>
                      <a:pt x="61" y="81"/>
                      <a:pt x="61" y="61"/>
                    </a:cubicBezTo>
                    <a:cubicBezTo>
                      <a:pt x="81" y="61"/>
                      <a:pt x="101" y="61"/>
                      <a:pt x="122" y="61"/>
                    </a:cubicBezTo>
                    <a:cubicBezTo>
                      <a:pt x="122" y="41"/>
                      <a:pt x="122" y="21"/>
                      <a:pt x="122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386" cap="flat">
                <a:noFill/>
              </a:ln>
            </p:spPr>
          </p:sp>
          <p:sp>
            <p:nvSpPr>
              <p:cNvPr id="1851" name="ICON_C_SIGNAL_HEADER_path_005"/>
              <p:cNvSpPr/>
              <p:nvPr/>
            </p:nvSpPr>
            <p:spPr>
              <a:xfrm>
                <a:off x="3218050" y="7153011"/>
                <a:ext cx="94148" cy="5511"/>
              </a:xfrm>
              <a:custGeom>
                <a:avLst/>
                <a:gdLst/>
                <a:ahLst/>
                <a:cxnLst/>
                <a:rect l="0" t="0" r="r" b="b"/>
                <a:pathLst>
                  <a:path w="7413" h="434" fill="norm" stroke="0">
                    <a:moveTo>
                      <a:pt x="275" y="1"/>
                    </a:moveTo>
                    <a:cubicBezTo>
                      <a:pt x="287" y="1"/>
                      <a:pt x="299" y="1"/>
                      <a:pt x="311" y="1"/>
                    </a:cubicBezTo>
                    <a:cubicBezTo>
                      <a:pt x="352" y="1"/>
                      <a:pt x="393" y="1"/>
                      <a:pt x="434" y="1"/>
                    </a:cubicBezTo>
                    <a:cubicBezTo>
                      <a:pt x="463" y="1"/>
                      <a:pt x="493" y="1"/>
                      <a:pt x="523" y="1"/>
                    </a:cubicBezTo>
                    <a:cubicBezTo>
                      <a:pt x="587" y="1"/>
                      <a:pt x="651" y="1"/>
                      <a:pt x="715" y="1"/>
                    </a:cubicBezTo>
                    <a:cubicBezTo>
                      <a:pt x="811" y="2"/>
                      <a:pt x="906" y="2"/>
                      <a:pt x="1002" y="2"/>
                    </a:cubicBezTo>
                    <a:cubicBezTo>
                      <a:pt x="1162" y="2"/>
                      <a:pt x="1323" y="2"/>
                      <a:pt x="1484" y="2"/>
                    </a:cubicBezTo>
                    <a:cubicBezTo>
                      <a:pt x="1643" y="3"/>
                      <a:pt x="1802" y="3"/>
                      <a:pt x="1961" y="3"/>
                    </a:cubicBezTo>
                    <a:cubicBezTo>
                      <a:pt x="1971" y="3"/>
                      <a:pt x="1981" y="3"/>
                      <a:pt x="1991" y="3"/>
                    </a:cubicBezTo>
                    <a:cubicBezTo>
                      <a:pt x="2041" y="3"/>
                      <a:pt x="2092" y="3"/>
                      <a:pt x="2142" y="3"/>
                    </a:cubicBezTo>
                    <a:cubicBezTo>
                      <a:pt x="2498" y="3"/>
                      <a:pt x="2853" y="3"/>
                      <a:pt x="3209" y="4"/>
                    </a:cubicBezTo>
                    <a:cubicBezTo>
                      <a:pt x="3555" y="5"/>
                      <a:pt x="3901" y="5"/>
                      <a:pt x="4246" y="5"/>
                    </a:cubicBezTo>
                    <a:cubicBezTo>
                      <a:pt x="4257" y="5"/>
                      <a:pt x="4268" y="5"/>
                      <a:pt x="4279" y="5"/>
                    </a:cubicBezTo>
                    <a:cubicBezTo>
                      <a:pt x="4386" y="5"/>
                      <a:pt x="4493" y="5"/>
                      <a:pt x="4600" y="6"/>
                    </a:cubicBezTo>
                    <a:cubicBezTo>
                      <a:pt x="4818" y="6"/>
                      <a:pt x="5036" y="6"/>
                      <a:pt x="5253" y="6"/>
                    </a:cubicBezTo>
                    <a:cubicBezTo>
                      <a:pt x="5258" y="6"/>
                      <a:pt x="5258" y="6"/>
                      <a:pt x="5284" y="6"/>
                    </a:cubicBezTo>
                    <a:cubicBezTo>
                      <a:pt x="5953" y="7"/>
                      <a:pt x="6622" y="8"/>
                      <a:pt x="7292" y="9"/>
                    </a:cubicBezTo>
                    <a:cubicBezTo>
                      <a:pt x="7292" y="29"/>
                      <a:pt x="7292" y="49"/>
                      <a:pt x="7292" y="69"/>
                    </a:cubicBezTo>
                    <a:cubicBezTo>
                      <a:pt x="7312" y="69"/>
                      <a:pt x="7332" y="69"/>
                      <a:pt x="7352" y="69"/>
                    </a:cubicBezTo>
                    <a:cubicBezTo>
                      <a:pt x="7352" y="109"/>
                      <a:pt x="7352" y="150"/>
                      <a:pt x="7352" y="191"/>
                    </a:cubicBezTo>
                    <a:cubicBezTo>
                      <a:pt x="7372" y="191"/>
                      <a:pt x="7393" y="191"/>
                      <a:pt x="7413" y="191"/>
                    </a:cubicBezTo>
                    <a:cubicBezTo>
                      <a:pt x="7413" y="231"/>
                      <a:pt x="7413" y="271"/>
                      <a:pt x="7413" y="312"/>
                    </a:cubicBezTo>
                    <a:cubicBezTo>
                      <a:pt x="7393" y="312"/>
                      <a:pt x="7373" y="312"/>
                      <a:pt x="7352" y="312"/>
                    </a:cubicBezTo>
                    <a:cubicBezTo>
                      <a:pt x="7352" y="332"/>
                      <a:pt x="7352" y="353"/>
                      <a:pt x="7352" y="373"/>
                    </a:cubicBezTo>
                    <a:cubicBezTo>
                      <a:pt x="7332" y="373"/>
                      <a:pt x="7312" y="373"/>
                      <a:pt x="7292" y="373"/>
                    </a:cubicBezTo>
                    <a:cubicBezTo>
                      <a:pt x="7292" y="393"/>
                      <a:pt x="7292" y="413"/>
                      <a:pt x="7292" y="434"/>
                    </a:cubicBezTo>
                    <a:cubicBezTo>
                      <a:pt x="4926" y="434"/>
                      <a:pt x="2559" y="434"/>
                      <a:pt x="122" y="434"/>
                    </a:cubicBezTo>
                    <a:cubicBezTo>
                      <a:pt x="122" y="414"/>
                      <a:pt x="122" y="394"/>
                      <a:pt x="122" y="373"/>
                    </a:cubicBezTo>
                    <a:cubicBezTo>
                      <a:pt x="101" y="373"/>
                      <a:pt x="81" y="373"/>
                      <a:pt x="61" y="373"/>
                    </a:cubicBezTo>
                    <a:cubicBezTo>
                      <a:pt x="61" y="353"/>
                      <a:pt x="61" y="333"/>
                      <a:pt x="61" y="312"/>
                    </a:cubicBezTo>
                    <a:cubicBezTo>
                      <a:pt x="41" y="312"/>
                      <a:pt x="21" y="312"/>
                      <a:pt x="0" y="312"/>
                    </a:cubicBezTo>
                    <a:cubicBezTo>
                      <a:pt x="0" y="252"/>
                      <a:pt x="0" y="192"/>
                      <a:pt x="0" y="130"/>
                    </a:cubicBezTo>
                    <a:cubicBezTo>
                      <a:pt x="20" y="130"/>
                      <a:pt x="40" y="130"/>
                      <a:pt x="61" y="130"/>
                    </a:cubicBezTo>
                    <a:cubicBezTo>
                      <a:pt x="60" y="126"/>
                      <a:pt x="60" y="126"/>
                      <a:pt x="55" y="104"/>
                    </a:cubicBezTo>
                    <a:cubicBezTo>
                      <a:pt x="61" y="69"/>
                      <a:pt x="61" y="69"/>
                      <a:pt x="77" y="53"/>
                    </a:cubicBezTo>
                    <a:cubicBezTo>
                      <a:pt x="143" y="6"/>
                      <a:pt x="195" y="0"/>
                      <a:pt x="275" y="1"/>
                    </a:cubicBezTo>
                    <a:close/>
                  </a:path>
                </a:pathLst>
              </a:custGeom>
              <a:solidFill>
                <a:srgbClr val="251047"/>
              </a:solidFill>
              <a:ln w="386" cap="flat">
                <a:noFill/>
              </a:ln>
            </p:spPr>
          </p:sp>
          <p:sp>
            <p:nvSpPr>
              <p:cNvPr id="1852" name="ICON_C_SIGNAL_HEADER_path_006"/>
              <p:cNvSpPr/>
              <p:nvPr/>
            </p:nvSpPr>
            <p:spPr>
              <a:xfrm>
                <a:off x="3217278" y="7109905"/>
                <a:ext cx="60964" cy="7717"/>
              </a:xfrm>
              <a:custGeom>
                <a:avLst/>
                <a:gdLst/>
                <a:ahLst/>
                <a:cxnLst/>
                <a:rect l="0" t="0" r="r" b="b"/>
                <a:pathLst>
                  <a:path w="4800" h="608" fill="norm" stroke="0">
                    <a:moveTo>
                      <a:pt x="182" y="0"/>
                    </a:moveTo>
                    <a:cubicBezTo>
                      <a:pt x="1666" y="0"/>
                      <a:pt x="3150" y="0"/>
                      <a:pt x="4679" y="0"/>
                    </a:cubicBezTo>
                    <a:cubicBezTo>
                      <a:pt x="4679" y="20"/>
                      <a:pt x="4679" y="40"/>
                      <a:pt x="4679" y="61"/>
                    </a:cubicBezTo>
                    <a:cubicBezTo>
                      <a:pt x="4699" y="61"/>
                      <a:pt x="4719" y="61"/>
                      <a:pt x="4740" y="61"/>
                    </a:cubicBezTo>
                    <a:cubicBezTo>
                      <a:pt x="4740" y="81"/>
                      <a:pt x="4740" y="101"/>
                      <a:pt x="4740" y="122"/>
                    </a:cubicBezTo>
                    <a:cubicBezTo>
                      <a:pt x="4760" y="122"/>
                      <a:pt x="4780" y="122"/>
                      <a:pt x="4800" y="122"/>
                    </a:cubicBezTo>
                    <a:cubicBezTo>
                      <a:pt x="4800" y="242"/>
                      <a:pt x="4800" y="362"/>
                      <a:pt x="4800" y="486"/>
                    </a:cubicBezTo>
                    <a:cubicBezTo>
                      <a:pt x="4780" y="486"/>
                      <a:pt x="4760" y="486"/>
                      <a:pt x="4740" y="486"/>
                    </a:cubicBezTo>
                    <a:cubicBezTo>
                      <a:pt x="4740" y="506"/>
                      <a:pt x="4740" y="526"/>
                      <a:pt x="4740" y="547"/>
                    </a:cubicBezTo>
                    <a:cubicBezTo>
                      <a:pt x="4699" y="547"/>
                      <a:pt x="4659" y="547"/>
                      <a:pt x="4618" y="547"/>
                    </a:cubicBezTo>
                    <a:cubicBezTo>
                      <a:pt x="4618" y="567"/>
                      <a:pt x="4618" y="587"/>
                      <a:pt x="4618" y="608"/>
                    </a:cubicBezTo>
                    <a:cubicBezTo>
                      <a:pt x="3174" y="608"/>
                      <a:pt x="1731" y="608"/>
                      <a:pt x="243" y="608"/>
                    </a:cubicBezTo>
                    <a:cubicBezTo>
                      <a:pt x="243" y="588"/>
                      <a:pt x="243" y="568"/>
                      <a:pt x="243" y="547"/>
                    </a:cubicBezTo>
                    <a:cubicBezTo>
                      <a:pt x="203" y="547"/>
                      <a:pt x="163" y="547"/>
                      <a:pt x="122" y="547"/>
                    </a:cubicBezTo>
                    <a:cubicBezTo>
                      <a:pt x="122" y="527"/>
                      <a:pt x="122" y="507"/>
                      <a:pt x="122" y="486"/>
                    </a:cubicBezTo>
                    <a:cubicBezTo>
                      <a:pt x="101" y="486"/>
                      <a:pt x="81" y="486"/>
                      <a:pt x="61" y="486"/>
                    </a:cubicBezTo>
                    <a:cubicBezTo>
                      <a:pt x="61" y="446"/>
                      <a:pt x="61" y="406"/>
                      <a:pt x="61" y="365"/>
                    </a:cubicBezTo>
                    <a:cubicBezTo>
                      <a:pt x="41" y="365"/>
                      <a:pt x="21" y="365"/>
                      <a:pt x="0" y="365"/>
                    </a:cubicBezTo>
                    <a:cubicBezTo>
                      <a:pt x="0" y="324"/>
                      <a:pt x="0" y="284"/>
                      <a:pt x="0" y="243"/>
                    </a:cubicBezTo>
                    <a:cubicBezTo>
                      <a:pt x="20" y="243"/>
                      <a:pt x="40" y="243"/>
                      <a:pt x="61" y="243"/>
                    </a:cubicBezTo>
                    <a:cubicBezTo>
                      <a:pt x="61" y="203"/>
                      <a:pt x="61" y="163"/>
                      <a:pt x="61" y="122"/>
                    </a:cubicBezTo>
                    <a:cubicBezTo>
                      <a:pt x="81" y="122"/>
                      <a:pt x="101" y="122"/>
                      <a:pt x="122" y="122"/>
                    </a:cubicBezTo>
                    <a:cubicBezTo>
                      <a:pt x="122" y="101"/>
                      <a:pt x="122" y="81"/>
                      <a:pt x="122" y="61"/>
                    </a:cubicBezTo>
                    <a:cubicBezTo>
                      <a:pt x="142" y="61"/>
                      <a:pt x="162" y="61"/>
                      <a:pt x="182" y="61"/>
                    </a:cubicBezTo>
                    <a:cubicBezTo>
                      <a:pt x="182" y="41"/>
                      <a:pt x="182" y="21"/>
                      <a:pt x="182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86" cap="flat">
                <a:noFill/>
              </a:ln>
            </p:spPr>
          </p:sp>
          <p:sp>
            <p:nvSpPr>
              <p:cNvPr id="1853" name="ICON_C_SIGNAL_HEADER_path_007"/>
              <p:cNvSpPr/>
              <p:nvPr/>
            </p:nvSpPr>
            <p:spPr>
              <a:xfrm>
                <a:off x="3218050" y="7194793"/>
                <a:ext cx="65682" cy="6174"/>
              </a:xfrm>
              <a:custGeom>
                <a:avLst/>
                <a:gdLst/>
                <a:ahLst/>
                <a:cxnLst/>
                <a:rect l="0" t="0" r="r" b="b"/>
                <a:pathLst>
                  <a:path w="5172" h="486" fill="norm" stroke="0">
                    <a:moveTo>
                      <a:pt x="122" y="0"/>
                    </a:moveTo>
                    <a:cubicBezTo>
                      <a:pt x="1746" y="0"/>
                      <a:pt x="3370" y="0"/>
                      <a:pt x="5043" y="0"/>
                    </a:cubicBezTo>
                    <a:cubicBezTo>
                      <a:pt x="5043" y="20"/>
                      <a:pt x="5043" y="40"/>
                      <a:pt x="5043" y="61"/>
                    </a:cubicBezTo>
                    <a:cubicBezTo>
                      <a:pt x="5063" y="61"/>
                      <a:pt x="5084" y="61"/>
                      <a:pt x="5104" y="61"/>
                    </a:cubicBezTo>
                    <a:cubicBezTo>
                      <a:pt x="5104" y="81"/>
                      <a:pt x="5104" y="101"/>
                      <a:pt x="5104" y="122"/>
                    </a:cubicBezTo>
                    <a:cubicBezTo>
                      <a:pt x="5124" y="122"/>
                      <a:pt x="5144" y="122"/>
                      <a:pt x="5165" y="122"/>
                    </a:cubicBezTo>
                    <a:cubicBezTo>
                      <a:pt x="5167" y="161"/>
                      <a:pt x="5168" y="200"/>
                      <a:pt x="5169" y="239"/>
                    </a:cubicBezTo>
                    <a:cubicBezTo>
                      <a:pt x="5169" y="250"/>
                      <a:pt x="5170" y="261"/>
                      <a:pt x="5170" y="273"/>
                    </a:cubicBezTo>
                    <a:cubicBezTo>
                      <a:pt x="5170" y="284"/>
                      <a:pt x="5171" y="294"/>
                      <a:pt x="5171" y="305"/>
                    </a:cubicBezTo>
                    <a:cubicBezTo>
                      <a:pt x="5171" y="315"/>
                      <a:pt x="5171" y="325"/>
                      <a:pt x="5172" y="335"/>
                    </a:cubicBezTo>
                    <a:cubicBezTo>
                      <a:pt x="5161" y="380"/>
                      <a:pt x="5140" y="398"/>
                      <a:pt x="5104" y="425"/>
                    </a:cubicBezTo>
                    <a:cubicBezTo>
                      <a:pt x="5064" y="432"/>
                      <a:pt x="5064" y="432"/>
                      <a:pt x="5018" y="431"/>
                    </a:cubicBezTo>
                    <a:cubicBezTo>
                      <a:pt x="5010" y="431"/>
                      <a:pt x="5002" y="431"/>
                      <a:pt x="4994" y="431"/>
                    </a:cubicBezTo>
                    <a:cubicBezTo>
                      <a:pt x="4969" y="431"/>
                      <a:pt x="4943" y="430"/>
                      <a:pt x="4918" y="429"/>
                    </a:cubicBezTo>
                    <a:cubicBezTo>
                      <a:pt x="4901" y="429"/>
                      <a:pt x="4884" y="429"/>
                      <a:pt x="4866" y="428"/>
                    </a:cubicBezTo>
                    <a:cubicBezTo>
                      <a:pt x="4824" y="428"/>
                      <a:pt x="4782" y="427"/>
                      <a:pt x="4740" y="425"/>
                    </a:cubicBezTo>
                    <a:cubicBezTo>
                      <a:pt x="4740" y="445"/>
                      <a:pt x="4740" y="465"/>
                      <a:pt x="4740" y="486"/>
                    </a:cubicBezTo>
                    <a:cubicBezTo>
                      <a:pt x="3216" y="486"/>
                      <a:pt x="1692" y="486"/>
                      <a:pt x="122" y="486"/>
                    </a:cubicBezTo>
                    <a:cubicBezTo>
                      <a:pt x="122" y="466"/>
                      <a:pt x="122" y="446"/>
                      <a:pt x="122" y="425"/>
                    </a:cubicBezTo>
                    <a:cubicBezTo>
                      <a:pt x="101" y="425"/>
                      <a:pt x="81" y="425"/>
                      <a:pt x="61" y="425"/>
                    </a:cubicBezTo>
                    <a:cubicBezTo>
                      <a:pt x="61" y="385"/>
                      <a:pt x="61" y="345"/>
                      <a:pt x="61" y="304"/>
                    </a:cubicBezTo>
                    <a:cubicBezTo>
                      <a:pt x="41" y="304"/>
                      <a:pt x="21" y="304"/>
                      <a:pt x="0" y="304"/>
                    </a:cubicBezTo>
                    <a:cubicBezTo>
                      <a:pt x="0" y="244"/>
                      <a:pt x="0" y="184"/>
                      <a:pt x="0" y="122"/>
                    </a:cubicBezTo>
                    <a:cubicBezTo>
                      <a:pt x="20" y="122"/>
                      <a:pt x="40" y="122"/>
                      <a:pt x="61" y="122"/>
                    </a:cubicBezTo>
                    <a:cubicBezTo>
                      <a:pt x="61" y="101"/>
                      <a:pt x="61" y="81"/>
                      <a:pt x="61" y="61"/>
                    </a:cubicBezTo>
                    <a:cubicBezTo>
                      <a:pt x="81" y="61"/>
                      <a:pt x="101" y="61"/>
                      <a:pt x="122" y="61"/>
                    </a:cubicBezTo>
                    <a:cubicBezTo>
                      <a:pt x="122" y="41"/>
                      <a:pt x="122" y="21"/>
                      <a:pt x="122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386" cap="flat">
                <a:noFill/>
              </a:ln>
            </p:spPr>
          </p:sp>
          <p:sp>
            <p:nvSpPr>
              <p:cNvPr id="1854" name="ICON_C_SIGNAL_HEADER_path_008"/>
              <p:cNvSpPr/>
              <p:nvPr/>
            </p:nvSpPr>
            <p:spPr>
              <a:xfrm>
                <a:off x="3333805" y="7101417"/>
                <a:ext cx="4630" cy="121929"/>
              </a:xfrm>
              <a:custGeom>
                <a:avLst/>
                <a:gdLst/>
                <a:ahLst/>
                <a:cxnLst/>
                <a:rect l="0" t="0" r="r" b="b"/>
                <a:pathLst>
                  <a:path w="365" h="9601" fill="norm" stroke="0">
                    <a:moveTo>
                      <a:pt x="61" y="0"/>
                    </a:moveTo>
                    <a:cubicBezTo>
                      <a:pt x="81" y="0"/>
                      <a:pt x="101" y="0"/>
                      <a:pt x="122" y="0"/>
                    </a:cubicBezTo>
                    <a:cubicBezTo>
                      <a:pt x="122" y="221"/>
                      <a:pt x="122" y="441"/>
                      <a:pt x="122" y="668"/>
                    </a:cubicBezTo>
                    <a:cubicBezTo>
                      <a:pt x="162" y="668"/>
                      <a:pt x="202" y="668"/>
                      <a:pt x="243" y="668"/>
                    </a:cubicBezTo>
                    <a:cubicBezTo>
                      <a:pt x="243" y="448"/>
                      <a:pt x="243" y="227"/>
                      <a:pt x="243" y="0"/>
                    </a:cubicBezTo>
                    <a:cubicBezTo>
                      <a:pt x="283" y="0"/>
                      <a:pt x="323" y="0"/>
                      <a:pt x="365" y="0"/>
                    </a:cubicBezTo>
                    <a:cubicBezTo>
                      <a:pt x="365" y="341"/>
                      <a:pt x="365" y="682"/>
                      <a:pt x="365" y="1033"/>
                    </a:cubicBezTo>
                    <a:cubicBezTo>
                      <a:pt x="345" y="1033"/>
                      <a:pt x="324" y="1033"/>
                      <a:pt x="304" y="1033"/>
                    </a:cubicBezTo>
                    <a:cubicBezTo>
                      <a:pt x="304" y="1254"/>
                      <a:pt x="304" y="1474"/>
                      <a:pt x="304" y="1701"/>
                    </a:cubicBezTo>
                    <a:cubicBezTo>
                      <a:pt x="324" y="1701"/>
                      <a:pt x="344" y="1701"/>
                      <a:pt x="365" y="1701"/>
                    </a:cubicBezTo>
                    <a:cubicBezTo>
                      <a:pt x="365" y="1822"/>
                      <a:pt x="365" y="1942"/>
                      <a:pt x="365" y="2066"/>
                    </a:cubicBezTo>
                    <a:cubicBezTo>
                      <a:pt x="345" y="2066"/>
                      <a:pt x="324" y="2066"/>
                      <a:pt x="304" y="2066"/>
                    </a:cubicBezTo>
                    <a:cubicBezTo>
                      <a:pt x="304" y="2287"/>
                      <a:pt x="304" y="2507"/>
                      <a:pt x="304" y="2734"/>
                    </a:cubicBezTo>
                    <a:cubicBezTo>
                      <a:pt x="324" y="2734"/>
                      <a:pt x="344" y="2734"/>
                      <a:pt x="365" y="2734"/>
                    </a:cubicBezTo>
                    <a:cubicBezTo>
                      <a:pt x="365" y="2875"/>
                      <a:pt x="365" y="3015"/>
                      <a:pt x="365" y="3160"/>
                    </a:cubicBezTo>
                    <a:cubicBezTo>
                      <a:pt x="345" y="3160"/>
                      <a:pt x="324" y="3160"/>
                      <a:pt x="304" y="3160"/>
                    </a:cubicBezTo>
                    <a:cubicBezTo>
                      <a:pt x="304" y="3180"/>
                      <a:pt x="304" y="3200"/>
                      <a:pt x="304" y="3220"/>
                    </a:cubicBezTo>
                    <a:cubicBezTo>
                      <a:pt x="284" y="3220"/>
                      <a:pt x="264" y="3220"/>
                      <a:pt x="243" y="3220"/>
                    </a:cubicBezTo>
                    <a:cubicBezTo>
                      <a:pt x="243" y="3200"/>
                      <a:pt x="243" y="3180"/>
                      <a:pt x="243" y="3160"/>
                    </a:cubicBezTo>
                    <a:cubicBezTo>
                      <a:pt x="203" y="3160"/>
                      <a:pt x="163" y="3160"/>
                      <a:pt x="122" y="3160"/>
                    </a:cubicBezTo>
                    <a:cubicBezTo>
                      <a:pt x="122" y="3260"/>
                      <a:pt x="122" y="3360"/>
                      <a:pt x="122" y="3464"/>
                    </a:cubicBezTo>
                    <a:cubicBezTo>
                      <a:pt x="162" y="3464"/>
                      <a:pt x="202" y="3464"/>
                      <a:pt x="243" y="3464"/>
                    </a:cubicBezTo>
                    <a:cubicBezTo>
                      <a:pt x="243" y="3423"/>
                      <a:pt x="243" y="3383"/>
                      <a:pt x="243" y="3342"/>
                    </a:cubicBezTo>
                    <a:cubicBezTo>
                      <a:pt x="283" y="3342"/>
                      <a:pt x="323" y="3342"/>
                      <a:pt x="365" y="3342"/>
                    </a:cubicBezTo>
                    <a:cubicBezTo>
                      <a:pt x="365" y="3402"/>
                      <a:pt x="365" y="3462"/>
                      <a:pt x="365" y="3524"/>
                    </a:cubicBezTo>
                    <a:cubicBezTo>
                      <a:pt x="345" y="3524"/>
                      <a:pt x="324" y="3524"/>
                      <a:pt x="304" y="3524"/>
                    </a:cubicBezTo>
                    <a:cubicBezTo>
                      <a:pt x="304" y="3564"/>
                      <a:pt x="304" y="3605"/>
                      <a:pt x="304" y="3646"/>
                    </a:cubicBezTo>
                    <a:cubicBezTo>
                      <a:pt x="324" y="3646"/>
                      <a:pt x="344" y="3646"/>
                      <a:pt x="365" y="3646"/>
                    </a:cubicBezTo>
                    <a:cubicBezTo>
                      <a:pt x="365" y="3786"/>
                      <a:pt x="365" y="3927"/>
                      <a:pt x="365" y="4071"/>
                    </a:cubicBezTo>
                    <a:cubicBezTo>
                      <a:pt x="345" y="4071"/>
                      <a:pt x="324" y="4071"/>
                      <a:pt x="304" y="4071"/>
                    </a:cubicBezTo>
                    <a:cubicBezTo>
                      <a:pt x="304" y="4131"/>
                      <a:pt x="304" y="4191"/>
                      <a:pt x="304" y="4253"/>
                    </a:cubicBezTo>
                    <a:cubicBezTo>
                      <a:pt x="324" y="4253"/>
                      <a:pt x="344" y="4253"/>
                      <a:pt x="365" y="4253"/>
                    </a:cubicBezTo>
                    <a:cubicBezTo>
                      <a:pt x="365" y="4374"/>
                      <a:pt x="365" y="4494"/>
                      <a:pt x="365" y="4618"/>
                    </a:cubicBezTo>
                    <a:cubicBezTo>
                      <a:pt x="345" y="4618"/>
                      <a:pt x="324" y="4618"/>
                      <a:pt x="304" y="4618"/>
                    </a:cubicBezTo>
                    <a:cubicBezTo>
                      <a:pt x="304" y="4658"/>
                      <a:pt x="304" y="4698"/>
                      <a:pt x="304" y="4740"/>
                    </a:cubicBezTo>
                    <a:cubicBezTo>
                      <a:pt x="324" y="4740"/>
                      <a:pt x="344" y="4740"/>
                      <a:pt x="365" y="4740"/>
                    </a:cubicBezTo>
                    <a:cubicBezTo>
                      <a:pt x="365" y="4780"/>
                      <a:pt x="365" y="4820"/>
                      <a:pt x="365" y="4861"/>
                    </a:cubicBezTo>
                    <a:cubicBezTo>
                      <a:pt x="345" y="4861"/>
                      <a:pt x="324" y="4861"/>
                      <a:pt x="304" y="4861"/>
                    </a:cubicBezTo>
                    <a:cubicBezTo>
                      <a:pt x="304" y="4981"/>
                      <a:pt x="304" y="5102"/>
                      <a:pt x="304" y="5226"/>
                    </a:cubicBezTo>
                    <a:cubicBezTo>
                      <a:pt x="324" y="5226"/>
                      <a:pt x="344" y="5226"/>
                      <a:pt x="365" y="5226"/>
                    </a:cubicBezTo>
                    <a:cubicBezTo>
                      <a:pt x="365" y="5466"/>
                      <a:pt x="365" y="5707"/>
                      <a:pt x="365" y="5955"/>
                    </a:cubicBezTo>
                    <a:cubicBezTo>
                      <a:pt x="345" y="5955"/>
                      <a:pt x="324" y="5955"/>
                      <a:pt x="304" y="5955"/>
                    </a:cubicBezTo>
                    <a:cubicBezTo>
                      <a:pt x="304" y="6055"/>
                      <a:pt x="304" y="6155"/>
                      <a:pt x="304" y="6259"/>
                    </a:cubicBezTo>
                    <a:cubicBezTo>
                      <a:pt x="324" y="6259"/>
                      <a:pt x="344" y="6259"/>
                      <a:pt x="365" y="6259"/>
                    </a:cubicBezTo>
                    <a:cubicBezTo>
                      <a:pt x="365" y="6379"/>
                      <a:pt x="365" y="6499"/>
                      <a:pt x="365" y="6623"/>
                    </a:cubicBezTo>
                    <a:cubicBezTo>
                      <a:pt x="345" y="6623"/>
                      <a:pt x="324" y="6623"/>
                      <a:pt x="304" y="6623"/>
                    </a:cubicBezTo>
                    <a:cubicBezTo>
                      <a:pt x="304" y="6744"/>
                      <a:pt x="304" y="6864"/>
                      <a:pt x="304" y="6988"/>
                    </a:cubicBezTo>
                    <a:cubicBezTo>
                      <a:pt x="324" y="6988"/>
                      <a:pt x="344" y="6988"/>
                      <a:pt x="365" y="6988"/>
                    </a:cubicBezTo>
                    <a:cubicBezTo>
                      <a:pt x="365" y="7369"/>
                      <a:pt x="365" y="7750"/>
                      <a:pt x="365" y="8142"/>
                    </a:cubicBezTo>
                    <a:cubicBezTo>
                      <a:pt x="345" y="8142"/>
                      <a:pt x="324" y="8142"/>
                      <a:pt x="304" y="8142"/>
                    </a:cubicBezTo>
                    <a:cubicBezTo>
                      <a:pt x="304" y="8203"/>
                      <a:pt x="304" y="8263"/>
                      <a:pt x="304" y="8325"/>
                    </a:cubicBezTo>
                    <a:cubicBezTo>
                      <a:pt x="324" y="8325"/>
                      <a:pt x="344" y="8325"/>
                      <a:pt x="365" y="8325"/>
                    </a:cubicBezTo>
                    <a:cubicBezTo>
                      <a:pt x="365" y="8565"/>
                      <a:pt x="365" y="8806"/>
                      <a:pt x="365" y="9054"/>
                    </a:cubicBezTo>
                    <a:cubicBezTo>
                      <a:pt x="345" y="9054"/>
                      <a:pt x="324" y="9054"/>
                      <a:pt x="304" y="9054"/>
                    </a:cubicBezTo>
                    <a:cubicBezTo>
                      <a:pt x="304" y="9094"/>
                      <a:pt x="304" y="9134"/>
                      <a:pt x="304" y="9175"/>
                    </a:cubicBezTo>
                    <a:cubicBezTo>
                      <a:pt x="244" y="9175"/>
                      <a:pt x="184" y="9175"/>
                      <a:pt x="122" y="9175"/>
                    </a:cubicBezTo>
                    <a:cubicBezTo>
                      <a:pt x="122" y="9236"/>
                      <a:pt x="122" y="9296"/>
                      <a:pt x="122" y="9358"/>
                    </a:cubicBezTo>
                    <a:cubicBezTo>
                      <a:pt x="142" y="9358"/>
                      <a:pt x="162" y="9358"/>
                      <a:pt x="182" y="9358"/>
                    </a:cubicBezTo>
                    <a:cubicBezTo>
                      <a:pt x="182" y="9398"/>
                      <a:pt x="182" y="9438"/>
                      <a:pt x="182" y="9479"/>
                    </a:cubicBezTo>
                    <a:cubicBezTo>
                      <a:pt x="162" y="9479"/>
                      <a:pt x="142" y="9479"/>
                      <a:pt x="122" y="9479"/>
                    </a:cubicBezTo>
                    <a:cubicBezTo>
                      <a:pt x="122" y="9499"/>
                      <a:pt x="122" y="9519"/>
                      <a:pt x="122" y="9540"/>
                    </a:cubicBezTo>
                    <a:cubicBezTo>
                      <a:pt x="101" y="9540"/>
                      <a:pt x="81" y="9540"/>
                      <a:pt x="61" y="9540"/>
                    </a:cubicBezTo>
                    <a:cubicBezTo>
                      <a:pt x="61" y="9560"/>
                      <a:pt x="61" y="9580"/>
                      <a:pt x="61" y="9601"/>
                    </a:cubicBezTo>
                    <a:cubicBezTo>
                      <a:pt x="41" y="9601"/>
                      <a:pt x="21" y="9601"/>
                      <a:pt x="0" y="9601"/>
                    </a:cubicBezTo>
                    <a:cubicBezTo>
                      <a:pt x="0" y="9561"/>
                      <a:pt x="0" y="9520"/>
                      <a:pt x="0" y="9479"/>
                    </a:cubicBezTo>
                    <a:cubicBezTo>
                      <a:pt x="20" y="9479"/>
                      <a:pt x="40" y="9479"/>
                      <a:pt x="61" y="9479"/>
                    </a:cubicBezTo>
                    <a:cubicBezTo>
                      <a:pt x="61" y="6351"/>
                      <a:pt x="61" y="3223"/>
                      <a:pt x="61" y="0"/>
                    </a:cubicBezTo>
                    <a:close/>
                    <a:moveTo>
                      <a:pt x="122" y="8264"/>
                    </a:moveTo>
                    <a:cubicBezTo>
                      <a:pt x="122" y="8525"/>
                      <a:pt x="122" y="8785"/>
                      <a:pt x="122" y="9054"/>
                    </a:cubicBezTo>
                    <a:cubicBezTo>
                      <a:pt x="162" y="9054"/>
                      <a:pt x="202" y="9054"/>
                      <a:pt x="243" y="9054"/>
                    </a:cubicBezTo>
                    <a:cubicBezTo>
                      <a:pt x="243" y="8793"/>
                      <a:pt x="243" y="8532"/>
                      <a:pt x="243" y="8264"/>
                    </a:cubicBezTo>
                    <a:cubicBezTo>
                      <a:pt x="203" y="8264"/>
                      <a:pt x="163" y="8264"/>
                      <a:pt x="122" y="8264"/>
                    </a:cubicBezTo>
                    <a:close/>
                  </a:path>
                </a:pathLst>
              </a:custGeom>
              <a:solidFill>
                <a:srgbClr val="ACB5E9"/>
              </a:solidFill>
              <a:ln w="386" cap="flat">
                <a:noFill/>
              </a:ln>
            </p:spPr>
          </p:sp>
          <p:sp>
            <p:nvSpPr>
              <p:cNvPr id="1855" name="ICON_C_SIGNAL_HEADER_path_009"/>
              <p:cNvSpPr/>
              <p:nvPr/>
            </p:nvSpPr>
            <p:spPr>
              <a:xfrm>
                <a:off x="3305252" y="7076722"/>
                <a:ext cx="21608" cy="23923"/>
              </a:xfrm>
              <a:custGeom>
                <a:avLst/>
                <a:gdLst/>
                <a:ahLst/>
                <a:cxnLst/>
                <a:rect l="0" t="0" r="r" b="b"/>
                <a:pathLst>
                  <a:path w="1701" h="1884" fill="norm" stroke="0">
                    <a:moveTo>
                      <a:pt x="61" y="0"/>
                    </a:moveTo>
                    <a:cubicBezTo>
                      <a:pt x="81" y="9"/>
                      <a:pt x="101" y="18"/>
                      <a:pt x="122" y="27"/>
                    </a:cubicBezTo>
                    <a:cubicBezTo>
                      <a:pt x="133" y="32"/>
                      <a:pt x="144" y="36"/>
                      <a:pt x="156" y="42"/>
                    </a:cubicBezTo>
                    <a:cubicBezTo>
                      <a:pt x="164" y="48"/>
                      <a:pt x="173" y="54"/>
                      <a:pt x="182" y="61"/>
                    </a:cubicBezTo>
                    <a:cubicBezTo>
                      <a:pt x="186" y="93"/>
                      <a:pt x="186" y="93"/>
                      <a:pt x="182" y="122"/>
                    </a:cubicBezTo>
                    <a:cubicBezTo>
                      <a:pt x="202" y="122"/>
                      <a:pt x="222" y="122"/>
                      <a:pt x="243" y="122"/>
                    </a:cubicBezTo>
                    <a:cubicBezTo>
                      <a:pt x="243" y="142"/>
                      <a:pt x="243" y="162"/>
                      <a:pt x="243" y="182"/>
                    </a:cubicBezTo>
                    <a:cubicBezTo>
                      <a:pt x="263" y="182"/>
                      <a:pt x="283" y="182"/>
                      <a:pt x="304" y="182"/>
                    </a:cubicBezTo>
                    <a:cubicBezTo>
                      <a:pt x="304" y="202"/>
                      <a:pt x="304" y="222"/>
                      <a:pt x="304" y="243"/>
                    </a:cubicBezTo>
                    <a:cubicBezTo>
                      <a:pt x="324" y="243"/>
                      <a:pt x="344" y="243"/>
                      <a:pt x="365" y="243"/>
                    </a:cubicBezTo>
                    <a:cubicBezTo>
                      <a:pt x="365" y="263"/>
                      <a:pt x="365" y="283"/>
                      <a:pt x="365" y="304"/>
                    </a:cubicBezTo>
                    <a:cubicBezTo>
                      <a:pt x="385" y="304"/>
                      <a:pt x="405" y="304"/>
                      <a:pt x="425" y="304"/>
                    </a:cubicBezTo>
                    <a:cubicBezTo>
                      <a:pt x="425" y="324"/>
                      <a:pt x="425" y="344"/>
                      <a:pt x="425" y="365"/>
                    </a:cubicBezTo>
                    <a:cubicBezTo>
                      <a:pt x="445" y="365"/>
                      <a:pt x="465" y="365"/>
                      <a:pt x="486" y="365"/>
                    </a:cubicBezTo>
                    <a:cubicBezTo>
                      <a:pt x="486" y="385"/>
                      <a:pt x="486" y="405"/>
                      <a:pt x="486" y="425"/>
                    </a:cubicBezTo>
                    <a:cubicBezTo>
                      <a:pt x="506" y="425"/>
                      <a:pt x="526" y="425"/>
                      <a:pt x="547" y="425"/>
                    </a:cubicBezTo>
                    <a:cubicBezTo>
                      <a:pt x="547" y="465"/>
                      <a:pt x="547" y="506"/>
                      <a:pt x="547" y="547"/>
                    </a:cubicBezTo>
                    <a:cubicBezTo>
                      <a:pt x="567" y="547"/>
                      <a:pt x="587" y="547"/>
                      <a:pt x="608" y="547"/>
                    </a:cubicBezTo>
                    <a:cubicBezTo>
                      <a:pt x="608" y="567"/>
                      <a:pt x="608" y="587"/>
                      <a:pt x="608" y="608"/>
                    </a:cubicBezTo>
                    <a:cubicBezTo>
                      <a:pt x="628" y="608"/>
                      <a:pt x="648" y="608"/>
                      <a:pt x="668" y="608"/>
                    </a:cubicBezTo>
                    <a:cubicBezTo>
                      <a:pt x="668" y="628"/>
                      <a:pt x="668" y="648"/>
                      <a:pt x="668" y="668"/>
                    </a:cubicBezTo>
                    <a:cubicBezTo>
                      <a:pt x="688" y="668"/>
                      <a:pt x="709" y="668"/>
                      <a:pt x="729" y="668"/>
                    </a:cubicBezTo>
                    <a:cubicBezTo>
                      <a:pt x="729" y="688"/>
                      <a:pt x="729" y="709"/>
                      <a:pt x="729" y="729"/>
                    </a:cubicBezTo>
                    <a:cubicBezTo>
                      <a:pt x="749" y="729"/>
                      <a:pt x="769" y="729"/>
                      <a:pt x="790" y="729"/>
                    </a:cubicBezTo>
                    <a:cubicBezTo>
                      <a:pt x="790" y="749"/>
                      <a:pt x="790" y="769"/>
                      <a:pt x="790" y="790"/>
                    </a:cubicBezTo>
                    <a:cubicBezTo>
                      <a:pt x="810" y="790"/>
                      <a:pt x="830" y="790"/>
                      <a:pt x="851" y="790"/>
                    </a:cubicBezTo>
                    <a:cubicBezTo>
                      <a:pt x="851" y="830"/>
                      <a:pt x="851" y="870"/>
                      <a:pt x="851" y="911"/>
                    </a:cubicBezTo>
                    <a:cubicBezTo>
                      <a:pt x="871" y="911"/>
                      <a:pt x="891" y="911"/>
                      <a:pt x="911" y="911"/>
                    </a:cubicBezTo>
                    <a:cubicBezTo>
                      <a:pt x="911" y="932"/>
                      <a:pt x="911" y="952"/>
                      <a:pt x="911" y="972"/>
                    </a:cubicBezTo>
                    <a:cubicBezTo>
                      <a:pt x="932" y="972"/>
                      <a:pt x="952" y="972"/>
                      <a:pt x="972" y="972"/>
                    </a:cubicBezTo>
                    <a:cubicBezTo>
                      <a:pt x="972" y="992"/>
                      <a:pt x="972" y="1012"/>
                      <a:pt x="972" y="1033"/>
                    </a:cubicBezTo>
                    <a:cubicBezTo>
                      <a:pt x="992" y="1033"/>
                      <a:pt x="1012" y="1033"/>
                      <a:pt x="1033" y="1033"/>
                    </a:cubicBezTo>
                    <a:cubicBezTo>
                      <a:pt x="1033" y="1053"/>
                      <a:pt x="1033" y="1073"/>
                      <a:pt x="1033" y="1094"/>
                    </a:cubicBezTo>
                    <a:cubicBezTo>
                      <a:pt x="1053" y="1094"/>
                      <a:pt x="1073" y="1094"/>
                      <a:pt x="1094" y="1094"/>
                    </a:cubicBezTo>
                    <a:cubicBezTo>
                      <a:pt x="1094" y="1114"/>
                      <a:pt x="1094" y="1134"/>
                      <a:pt x="1094" y="1155"/>
                    </a:cubicBezTo>
                    <a:cubicBezTo>
                      <a:pt x="1114" y="1155"/>
                      <a:pt x="1134" y="1155"/>
                      <a:pt x="1155" y="1155"/>
                    </a:cubicBezTo>
                    <a:cubicBezTo>
                      <a:pt x="1155" y="1175"/>
                      <a:pt x="1155" y="1195"/>
                      <a:pt x="1155" y="1215"/>
                    </a:cubicBezTo>
                    <a:cubicBezTo>
                      <a:pt x="1175" y="1215"/>
                      <a:pt x="1195" y="1215"/>
                      <a:pt x="1215" y="1215"/>
                    </a:cubicBezTo>
                    <a:cubicBezTo>
                      <a:pt x="1215" y="1235"/>
                      <a:pt x="1215" y="1255"/>
                      <a:pt x="1215" y="1276"/>
                    </a:cubicBezTo>
                    <a:cubicBezTo>
                      <a:pt x="1235" y="1276"/>
                      <a:pt x="1255" y="1276"/>
                      <a:pt x="1276" y="1276"/>
                    </a:cubicBezTo>
                    <a:cubicBezTo>
                      <a:pt x="1276" y="1296"/>
                      <a:pt x="1276" y="1316"/>
                      <a:pt x="1276" y="1337"/>
                    </a:cubicBezTo>
                    <a:cubicBezTo>
                      <a:pt x="1296" y="1337"/>
                      <a:pt x="1316" y="1337"/>
                      <a:pt x="1337" y="1337"/>
                    </a:cubicBezTo>
                    <a:cubicBezTo>
                      <a:pt x="1337" y="1357"/>
                      <a:pt x="1337" y="1377"/>
                      <a:pt x="1337" y="1398"/>
                    </a:cubicBezTo>
                    <a:cubicBezTo>
                      <a:pt x="1357" y="1398"/>
                      <a:pt x="1377" y="1398"/>
                      <a:pt x="1398" y="1398"/>
                    </a:cubicBezTo>
                    <a:cubicBezTo>
                      <a:pt x="1398" y="1418"/>
                      <a:pt x="1398" y="1438"/>
                      <a:pt x="1398" y="1458"/>
                    </a:cubicBezTo>
                    <a:cubicBezTo>
                      <a:pt x="1418" y="1458"/>
                      <a:pt x="1438" y="1458"/>
                      <a:pt x="1458" y="1458"/>
                    </a:cubicBezTo>
                    <a:cubicBezTo>
                      <a:pt x="1458" y="1498"/>
                      <a:pt x="1458" y="1539"/>
                      <a:pt x="1458" y="1580"/>
                    </a:cubicBezTo>
                    <a:cubicBezTo>
                      <a:pt x="1478" y="1580"/>
                      <a:pt x="1498" y="1580"/>
                      <a:pt x="1519" y="1580"/>
                    </a:cubicBezTo>
                    <a:cubicBezTo>
                      <a:pt x="1519" y="1600"/>
                      <a:pt x="1519" y="1620"/>
                      <a:pt x="1519" y="1641"/>
                    </a:cubicBezTo>
                    <a:cubicBezTo>
                      <a:pt x="1539" y="1641"/>
                      <a:pt x="1559" y="1641"/>
                      <a:pt x="1580" y="1641"/>
                    </a:cubicBezTo>
                    <a:cubicBezTo>
                      <a:pt x="1580" y="1661"/>
                      <a:pt x="1580" y="1681"/>
                      <a:pt x="1580" y="1701"/>
                    </a:cubicBezTo>
                    <a:cubicBezTo>
                      <a:pt x="1600" y="1701"/>
                      <a:pt x="1620" y="1701"/>
                      <a:pt x="1641" y="1701"/>
                    </a:cubicBezTo>
                    <a:cubicBezTo>
                      <a:pt x="1641" y="1721"/>
                      <a:pt x="1641" y="1741"/>
                      <a:pt x="1641" y="1762"/>
                    </a:cubicBezTo>
                    <a:cubicBezTo>
                      <a:pt x="1661" y="1762"/>
                      <a:pt x="1681" y="1762"/>
                      <a:pt x="1701" y="1762"/>
                    </a:cubicBezTo>
                    <a:cubicBezTo>
                      <a:pt x="1701" y="1802"/>
                      <a:pt x="1701" y="1842"/>
                      <a:pt x="1701" y="1884"/>
                    </a:cubicBezTo>
                    <a:cubicBezTo>
                      <a:pt x="1180" y="1884"/>
                      <a:pt x="659" y="1884"/>
                      <a:pt x="122" y="1884"/>
                    </a:cubicBezTo>
                    <a:cubicBezTo>
                      <a:pt x="122" y="1864"/>
                      <a:pt x="122" y="1844"/>
                      <a:pt x="122" y="1823"/>
                    </a:cubicBezTo>
                    <a:cubicBezTo>
                      <a:pt x="101" y="1823"/>
                      <a:pt x="81" y="1823"/>
                      <a:pt x="61" y="1823"/>
                    </a:cubicBezTo>
                    <a:cubicBezTo>
                      <a:pt x="61" y="1783"/>
                      <a:pt x="61" y="1743"/>
                      <a:pt x="61" y="1701"/>
                    </a:cubicBezTo>
                    <a:cubicBezTo>
                      <a:pt x="41" y="1701"/>
                      <a:pt x="21" y="1701"/>
                      <a:pt x="0" y="1701"/>
                    </a:cubicBezTo>
                    <a:cubicBezTo>
                      <a:pt x="0" y="1160"/>
                      <a:pt x="0" y="619"/>
                      <a:pt x="0" y="61"/>
                    </a:cubicBezTo>
                    <a:cubicBezTo>
                      <a:pt x="20" y="61"/>
                      <a:pt x="40" y="61"/>
                      <a:pt x="61" y="61"/>
                    </a:cubicBezTo>
                    <a:cubicBezTo>
                      <a:pt x="61" y="41"/>
                      <a:pt x="61" y="21"/>
                      <a:pt x="6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86" cap="flat">
                <a:noFill/>
              </a:ln>
            </p:spPr>
          </p:sp>
          <p:sp>
            <p:nvSpPr>
              <p:cNvPr id="1856" name="ICON_C_SIGNAL_HEADER_path_010"/>
              <p:cNvSpPr/>
              <p:nvPr/>
            </p:nvSpPr>
            <p:spPr>
              <a:xfrm>
                <a:off x="3200301" y="7065918"/>
                <a:ext cx="108038" cy="4630"/>
              </a:xfrm>
              <a:custGeom>
                <a:avLst/>
                <a:gdLst/>
                <a:ahLst/>
                <a:cxnLst/>
                <a:rect l="0" t="0" r="r" b="b"/>
                <a:pathLst>
                  <a:path w="8507" h="365" fill="norm" stroke="0">
                    <a:moveTo>
                      <a:pt x="182" y="0"/>
                    </a:moveTo>
                    <a:cubicBezTo>
                      <a:pt x="202" y="0"/>
                      <a:pt x="222" y="0"/>
                      <a:pt x="243" y="0"/>
                    </a:cubicBezTo>
                    <a:cubicBezTo>
                      <a:pt x="243" y="20"/>
                      <a:pt x="243" y="40"/>
                      <a:pt x="243" y="61"/>
                    </a:cubicBezTo>
                    <a:cubicBezTo>
                      <a:pt x="343" y="61"/>
                      <a:pt x="444" y="61"/>
                      <a:pt x="547" y="61"/>
                    </a:cubicBezTo>
                    <a:cubicBezTo>
                      <a:pt x="547" y="41"/>
                      <a:pt x="547" y="21"/>
                      <a:pt x="547" y="0"/>
                    </a:cubicBezTo>
                    <a:cubicBezTo>
                      <a:pt x="828" y="0"/>
                      <a:pt x="1108" y="0"/>
                      <a:pt x="1398" y="0"/>
                    </a:cubicBezTo>
                    <a:cubicBezTo>
                      <a:pt x="1398" y="20"/>
                      <a:pt x="1398" y="40"/>
                      <a:pt x="1398" y="61"/>
                    </a:cubicBezTo>
                    <a:cubicBezTo>
                      <a:pt x="1438" y="61"/>
                      <a:pt x="1478" y="61"/>
                      <a:pt x="1519" y="61"/>
                    </a:cubicBezTo>
                    <a:cubicBezTo>
                      <a:pt x="1519" y="41"/>
                      <a:pt x="1519" y="21"/>
                      <a:pt x="1519" y="0"/>
                    </a:cubicBezTo>
                    <a:cubicBezTo>
                      <a:pt x="3043" y="0"/>
                      <a:pt x="4567" y="0"/>
                      <a:pt x="6137" y="0"/>
                    </a:cubicBezTo>
                    <a:cubicBezTo>
                      <a:pt x="6137" y="20"/>
                      <a:pt x="6137" y="40"/>
                      <a:pt x="6137" y="61"/>
                    </a:cubicBezTo>
                    <a:cubicBezTo>
                      <a:pt x="6217" y="61"/>
                      <a:pt x="6298" y="61"/>
                      <a:pt x="6380" y="61"/>
                    </a:cubicBezTo>
                    <a:cubicBezTo>
                      <a:pt x="6380" y="41"/>
                      <a:pt x="6380" y="21"/>
                      <a:pt x="6380" y="0"/>
                    </a:cubicBezTo>
                    <a:cubicBezTo>
                      <a:pt x="6681" y="0"/>
                      <a:pt x="6982" y="0"/>
                      <a:pt x="7292" y="0"/>
                    </a:cubicBezTo>
                    <a:cubicBezTo>
                      <a:pt x="7292" y="20"/>
                      <a:pt x="7292" y="40"/>
                      <a:pt x="7292" y="61"/>
                    </a:cubicBezTo>
                    <a:cubicBezTo>
                      <a:pt x="7492" y="61"/>
                      <a:pt x="7693" y="61"/>
                      <a:pt x="7899" y="61"/>
                    </a:cubicBezTo>
                    <a:cubicBezTo>
                      <a:pt x="7899" y="41"/>
                      <a:pt x="7899" y="21"/>
                      <a:pt x="7899" y="0"/>
                    </a:cubicBezTo>
                    <a:cubicBezTo>
                      <a:pt x="8000" y="0"/>
                      <a:pt x="8100" y="0"/>
                      <a:pt x="8203" y="0"/>
                    </a:cubicBezTo>
                    <a:cubicBezTo>
                      <a:pt x="8203" y="20"/>
                      <a:pt x="8203" y="40"/>
                      <a:pt x="8203" y="61"/>
                    </a:cubicBezTo>
                    <a:cubicBezTo>
                      <a:pt x="8223" y="61"/>
                      <a:pt x="8243" y="61"/>
                      <a:pt x="8264" y="61"/>
                    </a:cubicBezTo>
                    <a:cubicBezTo>
                      <a:pt x="8264" y="81"/>
                      <a:pt x="8264" y="101"/>
                      <a:pt x="8264" y="122"/>
                    </a:cubicBezTo>
                    <a:cubicBezTo>
                      <a:pt x="8304" y="122"/>
                      <a:pt x="8344" y="122"/>
                      <a:pt x="8385" y="122"/>
                    </a:cubicBezTo>
                    <a:cubicBezTo>
                      <a:pt x="8385" y="142"/>
                      <a:pt x="8385" y="162"/>
                      <a:pt x="8385" y="182"/>
                    </a:cubicBezTo>
                    <a:cubicBezTo>
                      <a:pt x="8426" y="182"/>
                      <a:pt x="8466" y="182"/>
                      <a:pt x="8507" y="182"/>
                    </a:cubicBezTo>
                    <a:cubicBezTo>
                      <a:pt x="8507" y="222"/>
                      <a:pt x="8507" y="263"/>
                      <a:pt x="8507" y="304"/>
                    </a:cubicBezTo>
                    <a:cubicBezTo>
                      <a:pt x="8487" y="304"/>
                      <a:pt x="8467" y="304"/>
                      <a:pt x="8446" y="304"/>
                    </a:cubicBezTo>
                    <a:cubicBezTo>
                      <a:pt x="8446" y="324"/>
                      <a:pt x="8446" y="344"/>
                      <a:pt x="8446" y="365"/>
                    </a:cubicBezTo>
                    <a:cubicBezTo>
                      <a:pt x="8426" y="356"/>
                      <a:pt x="8406" y="347"/>
                      <a:pt x="8385" y="338"/>
                    </a:cubicBezTo>
                    <a:cubicBezTo>
                      <a:pt x="8374" y="333"/>
                      <a:pt x="8363" y="328"/>
                      <a:pt x="8351" y="323"/>
                    </a:cubicBezTo>
                    <a:cubicBezTo>
                      <a:pt x="8347" y="320"/>
                      <a:pt x="8347" y="320"/>
                      <a:pt x="8325" y="304"/>
                    </a:cubicBezTo>
                    <a:cubicBezTo>
                      <a:pt x="8321" y="271"/>
                      <a:pt x="8321" y="271"/>
                      <a:pt x="8325" y="243"/>
                    </a:cubicBezTo>
                    <a:cubicBezTo>
                      <a:pt x="8305" y="243"/>
                      <a:pt x="8285" y="243"/>
                      <a:pt x="8264" y="243"/>
                    </a:cubicBezTo>
                    <a:cubicBezTo>
                      <a:pt x="8264" y="223"/>
                      <a:pt x="8264" y="203"/>
                      <a:pt x="8264" y="182"/>
                    </a:cubicBezTo>
                    <a:cubicBezTo>
                      <a:pt x="8244" y="182"/>
                      <a:pt x="8224" y="182"/>
                      <a:pt x="8203" y="182"/>
                    </a:cubicBezTo>
                    <a:cubicBezTo>
                      <a:pt x="8203" y="162"/>
                      <a:pt x="8203" y="142"/>
                      <a:pt x="8203" y="122"/>
                    </a:cubicBezTo>
                    <a:cubicBezTo>
                      <a:pt x="7438" y="124"/>
                      <a:pt x="6672" y="126"/>
                      <a:pt x="5907" y="129"/>
                    </a:cubicBezTo>
                    <a:cubicBezTo>
                      <a:pt x="5895" y="129"/>
                      <a:pt x="5884" y="129"/>
                      <a:pt x="5872" y="129"/>
                    </a:cubicBezTo>
                    <a:cubicBezTo>
                      <a:pt x="5626" y="130"/>
                      <a:pt x="5380" y="131"/>
                      <a:pt x="5134" y="132"/>
                    </a:cubicBezTo>
                    <a:cubicBezTo>
                      <a:pt x="5013" y="132"/>
                      <a:pt x="4892" y="132"/>
                      <a:pt x="4772" y="133"/>
                    </a:cubicBezTo>
                    <a:cubicBezTo>
                      <a:pt x="4760" y="133"/>
                      <a:pt x="4748" y="133"/>
                      <a:pt x="4735" y="133"/>
                    </a:cubicBezTo>
                    <a:cubicBezTo>
                      <a:pt x="4346" y="134"/>
                      <a:pt x="3956" y="136"/>
                      <a:pt x="3567" y="137"/>
                    </a:cubicBezTo>
                    <a:cubicBezTo>
                      <a:pt x="3167" y="138"/>
                      <a:pt x="2766" y="139"/>
                      <a:pt x="2366" y="141"/>
                    </a:cubicBezTo>
                    <a:cubicBezTo>
                      <a:pt x="2310" y="141"/>
                      <a:pt x="2253" y="141"/>
                      <a:pt x="2197" y="141"/>
                    </a:cubicBezTo>
                    <a:cubicBezTo>
                      <a:pt x="2186" y="141"/>
                      <a:pt x="2174" y="141"/>
                      <a:pt x="2163" y="141"/>
                    </a:cubicBezTo>
                    <a:cubicBezTo>
                      <a:pt x="1984" y="142"/>
                      <a:pt x="1805" y="143"/>
                      <a:pt x="1626" y="143"/>
                    </a:cubicBezTo>
                    <a:cubicBezTo>
                      <a:pt x="1446" y="144"/>
                      <a:pt x="1266" y="144"/>
                      <a:pt x="1086" y="145"/>
                    </a:cubicBezTo>
                    <a:cubicBezTo>
                      <a:pt x="979" y="145"/>
                      <a:pt x="872" y="146"/>
                      <a:pt x="765" y="146"/>
                    </a:cubicBezTo>
                    <a:cubicBezTo>
                      <a:pt x="693" y="146"/>
                      <a:pt x="622" y="146"/>
                      <a:pt x="550" y="147"/>
                    </a:cubicBezTo>
                    <a:cubicBezTo>
                      <a:pt x="510" y="147"/>
                      <a:pt x="469" y="147"/>
                      <a:pt x="428" y="147"/>
                    </a:cubicBezTo>
                    <a:cubicBezTo>
                      <a:pt x="384" y="147"/>
                      <a:pt x="340" y="147"/>
                      <a:pt x="296" y="148"/>
                    </a:cubicBezTo>
                    <a:cubicBezTo>
                      <a:pt x="284" y="148"/>
                      <a:pt x="271" y="148"/>
                      <a:pt x="258" y="148"/>
                    </a:cubicBezTo>
                    <a:cubicBezTo>
                      <a:pt x="170" y="148"/>
                      <a:pt x="87" y="162"/>
                      <a:pt x="0" y="182"/>
                    </a:cubicBezTo>
                    <a:cubicBezTo>
                      <a:pt x="5" y="173"/>
                      <a:pt x="10" y="164"/>
                      <a:pt x="15" y="154"/>
                    </a:cubicBezTo>
                    <a:cubicBezTo>
                      <a:pt x="30" y="122"/>
                      <a:pt x="30" y="122"/>
                      <a:pt x="40" y="87"/>
                    </a:cubicBezTo>
                    <a:cubicBezTo>
                      <a:pt x="61" y="61"/>
                      <a:pt x="61" y="61"/>
                      <a:pt x="90" y="57"/>
                    </a:cubicBezTo>
                    <a:cubicBezTo>
                      <a:pt x="121" y="57"/>
                      <a:pt x="151" y="58"/>
                      <a:pt x="182" y="61"/>
                    </a:cubicBezTo>
                    <a:cubicBezTo>
                      <a:pt x="182" y="41"/>
                      <a:pt x="182" y="21"/>
                      <a:pt x="18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86" cap="flat">
                <a:noFill/>
              </a:ln>
            </p:spPr>
          </p:sp>
          <p:sp>
            <p:nvSpPr>
              <p:cNvPr id="1857" name="ICON_C_SIGNAL_HEADER_path_011"/>
              <p:cNvSpPr/>
              <p:nvPr/>
            </p:nvSpPr>
            <p:spPr>
              <a:xfrm>
                <a:off x="3198757" y="7226432"/>
                <a:ext cx="132733" cy="3087"/>
              </a:xfrm>
              <a:custGeom>
                <a:avLst/>
                <a:gdLst/>
                <a:ahLst/>
                <a:cxnLst/>
                <a:rect l="0" t="0" r="r" b="b"/>
                <a:pathLst>
                  <a:path w="10451" h="243" fill="norm" stroke="0">
                    <a:moveTo>
                      <a:pt x="0" y="0"/>
                    </a:moveTo>
                    <a:cubicBezTo>
                      <a:pt x="40" y="0"/>
                      <a:pt x="80" y="0"/>
                      <a:pt x="122" y="0"/>
                    </a:cubicBezTo>
                    <a:cubicBezTo>
                      <a:pt x="122" y="20"/>
                      <a:pt x="122" y="40"/>
                      <a:pt x="122" y="61"/>
                    </a:cubicBezTo>
                    <a:cubicBezTo>
                      <a:pt x="134" y="60"/>
                      <a:pt x="147" y="60"/>
                      <a:pt x="160" y="60"/>
                    </a:cubicBezTo>
                    <a:cubicBezTo>
                      <a:pt x="177" y="59"/>
                      <a:pt x="194" y="59"/>
                      <a:pt x="211" y="59"/>
                    </a:cubicBezTo>
                    <a:cubicBezTo>
                      <a:pt x="215" y="59"/>
                      <a:pt x="215" y="59"/>
                      <a:pt x="236" y="58"/>
                    </a:cubicBezTo>
                    <a:cubicBezTo>
                      <a:pt x="259" y="58"/>
                      <a:pt x="281" y="59"/>
                      <a:pt x="304" y="61"/>
                    </a:cubicBezTo>
                    <a:cubicBezTo>
                      <a:pt x="314" y="71"/>
                      <a:pt x="324" y="81"/>
                      <a:pt x="334" y="91"/>
                    </a:cubicBezTo>
                    <a:cubicBezTo>
                      <a:pt x="364" y="95"/>
                      <a:pt x="364" y="95"/>
                      <a:pt x="401" y="95"/>
                    </a:cubicBezTo>
                    <a:cubicBezTo>
                      <a:pt x="415" y="95"/>
                      <a:pt x="429" y="95"/>
                      <a:pt x="443" y="95"/>
                    </a:cubicBezTo>
                    <a:cubicBezTo>
                      <a:pt x="459" y="95"/>
                      <a:pt x="475" y="95"/>
                      <a:pt x="491" y="95"/>
                    </a:cubicBezTo>
                    <a:cubicBezTo>
                      <a:pt x="507" y="95"/>
                      <a:pt x="524" y="95"/>
                      <a:pt x="541" y="95"/>
                    </a:cubicBezTo>
                    <a:cubicBezTo>
                      <a:pt x="587" y="95"/>
                      <a:pt x="633" y="95"/>
                      <a:pt x="680" y="95"/>
                    </a:cubicBezTo>
                    <a:cubicBezTo>
                      <a:pt x="730" y="95"/>
                      <a:pt x="780" y="95"/>
                      <a:pt x="830" y="95"/>
                    </a:cubicBezTo>
                    <a:cubicBezTo>
                      <a:pt x="918" y="95"/>
                      <a:pt x="1006" y="95"/>
                      <a:pt x="1094" y="95"/>
                    </a:cubicBezTo>
                    <a:cubicBezTo>
                      <a:pt x="1225" y="95"/>
                      <a:pt x="1356" y="95"/>
                      <a:pt x="1487" y="95"/>
                    </a:cubicBezTo>
                    <a:cubicBezTo>
                      <a:pt x="1721" y="95"/>
                      <a:pt x="1955" y="95"/>
                      <a:pt x="2189" y="95"/>
                    </a:cubicBezTo>
                    <a:cubicBezTo>
                      <a:pt x="2394" y="95"/>
                      <a:pt x="2598" y="95"/>
                      <a:pt x="2803" y="95"/>
                    </a:cubicBezTo>
                    <a:cubicBezTo>
                      <a:pt x="2817" y="95"/>
                      <a:pt x="2830" y="95"/>
                      <a:pt x="2844" y="95"/>
                    </a:cubicBezTo>
                    <a:cubicBezTo>
                      <a:pt x="2899" y="95"/>
                      <a:pt x="2954" y="95"/>
                      <a:pt x="3009" y="95"/>
                    </a:cubicBezTo>
                    <a:cubicBezTo>
                      <a:pt x="3526" y="95"/>
                      <a:pt x="4042" y="95"/>
                      <a:pt x="4559" y="95"/>
                    </a:cubicBezTo>
                    <a:cubicBezTo>
                      <a:pt x="5018" y="95"/>
                      <a:pt x="5478" y="95"/>
                      <a:pt x="5937" y="95"/>
                    </a:cubicBezTo>
                    <a:cubicBezTo>
                      <a:pt x="6452" y="95"/>
                      <a:pt x="6968" y="95"/>
                      <a:pt x="7484" y="95"/>
                    </a:cubicBezTo>
                    <a:cubicBezTo>
                      <a:pt x="7539" y="95"/>
                      <a:pt x="7593" y="95"/>
                      <a:pt x="7648" y="95"/>
                    </a:cubicBezTo>
                    <a:cubicBezTo>
                      <a:pt x="7662" y="95"/>
                      <a:pt x="7675" y="95"/>
                      <a:pt x="7689" y="95"/>
                    </a:cubicBezTo>
                    <a:cubicBezTo>
                      <a:pt x="7894" y="95"/>
                      <a:pt x="8099" y="95"/>
                      <a:pt x="8303" y="95"/>
                    </a:cubicBezTo>
                    <a:cubicBezTo>
                      <a:pt x="8536" y="95"/>
                      <a:pt x="8768" y="95"/>
                      <a:pt x="9001" y="95"/>
                    </a:cubicBezTo>
                    <a:cubicBezTo>
                      <a:pt x="9131" y="95"/>
                      <a:pt x="9261" y="95"/>
                      <a:pt x="9392" y="95"/>
                    </a:cubicBezTo>
                    <a:cubicBezTo>
                      <a:pt x="9478" y="95"/>
                      <a:pt x="9565" y="95"/>
                      <a:pt x="9652" y="95"/>
                    </a:cubicBezTo>
                    <a:cubicBezTo>
                      <a:pt x="9702" y="95"/>
                      <a:pt x="9751" y="95"/>
                      <a:pt x="9801" y="95"/>
                    </a:cubicBezTo>
                    <a:cubicBezTo>
                      <a:pt x="9846" y="95"/>
                      <a:pt x="9891" y="95"/>
                      <a:pt x="9936" y="95"/>
                    </a:cubicBezTo>
                    <a:cubicBezTo>
                      <a:pt x="9952" y="95"/>
                      <a:pt x="9969" y="95"/>
                      <a:pt x="9985" y="95"/>
                    </a:cubicBezTo>
                    <a:cubicBezTo>
                      <a:pt x="10007" y="95"/>
                      <a:pt x="10029" y="95"/>
                      <a:pt x="10051" y="95"/>
                    </a:cubicBezTo>
                    <a:cubicBezTo>
                      <a:pt x="10057" y="95"/>
                      <a:pt x="10057" y="95"/>
                      <a:pt x="10088" y="95"/>
                    </a:cubicBezTo>
                    <a:cubicBezTo>
                      <a:pt x="10117" y="91"/>
                      <a:pt x="10117" y="91"/>
                      <a:pt x="10148" y="61"/>
                    </a:cubicBezTo>
                    <a:cubicBezTo>
                      <a:pt x="10179" y="59"/>
                      <a:pt x="10209" y="58"/>
                      <a:pt x="10241" y="59"/>
                    </a:cubicBezTo>
                    <a:cubicBezTo>
                      <a:pt x="10249" y="59"/>
                      <a:pt x="10258" y="59"/>
                      <a:pt x="10267" y="59"/>
                    </a:cubicBezTo>
                    <a:cubicBezTo>
                      <a:pt x="10288" y="60"/>
                      <a:pt x="10309" y="60"/>
                      <a:pt x="10330" y="61"/>
                    </a:cubicBezTo>
                    <a:cubicBezTo>
                      <a:pt x="10330" y="41"/>
                      <a:pt x="10330" y="21"/>
                      <a:pt x="10330" y="0"/>
                    </a:cubicBezTo>
                    <a:cubicBezTo>
                      <a:pt x="10370" y="0"/>
                      <a:pt x="10410" y="0"/>
                      <a:pt x="10451" y="0"/>
                    </a:cubicBezTo>
                    <a:cubicBezTo>
                      <a:pt x="10441" y="20"/>
                      <a:pt x="10431" y="40"/>
                      <a:pt x="10421" y="61"/>
                    </a:cubicBezTo>
                    <a:cubicBezTo>
                      <a:pt x="10417" y="72"/>
                      <a:pt x="10412" y="83"/>
                      <a:pt x="10408" y="95"/>
                    </a:cubicBezTo>
                    <a:cubicBezTo>
                      <a:pt x="10402" y="104"/>
                      <a:pt x="10396" y="112"/>
                      <a:pt x="10391" y="122"/>
                    </a:cubicBezTo>
                    <a:cubicBezTo>
                      <a:pt x="10358" y="125"/>
                      <a:pt x="10358" y="125"/>
                      <a:pt x="10330" y="122"/>
                    </a:cubicBezTo>
                    <a:cubicBezTo>
                      <a:pt x="10330" y="142"/>
                      <a:pt x="10330" y="162"/>
                      <a:pt x="10330" y="182"/>
                    </a:cubicBezTo>
                    <a:cubicBezTo>
                      <a:pt x="9969" y="182"/>
                      <a:pt x="9608" y="182"/>
                      <a:pt x="9236" y="182"/>
                    </a:cubicBezTo>
                    <a:cubicBezTo>
                      <a:pt x="9236" y="202"/>
                      <a:pt x="9236" y="222"/>
                      <a:pt x="9236" y="243"/>
                    </a:cubicBezTo>
                    <a:cubicBezTo>
                      <a:pt x="9229" y="241"/>
                      <a:pt x="9222" y="239"/>
                      <a:pt x="9214" y="237"/>
                    </a:cubicBezTo>
                    <a:cubicBezTo>
                      <a:pt x="9133" y="214"/>
                      <a:pt x="9058" y="208"/>
                      <a:pt x="8973" y="208"/>
                    </a:cubicBezTo>
                    <a:cubicBezTo>
                      <a:pt x="8960" y="208"/>
                      <a:pt x="8946" y="208"/>
                      <a:pt x="8932" y="208"/>
                    </a:cubicBezTo>
                    <a:cubicBezTo>
                      <a:pt x="8894" y="208"/>
                      <a:pt x="8855" y="208"/>
                      <a:pt x="8817" y="208"/>
                    </a:cubicBezTo>
                    <a:cubicBezTo>
                      <a:pt x="8776" y="208"/>
                      <a:pt x="8734" y="208"/>
                      <a:pt x="8693" y="207"/>
                    </a:cubicBezTo>
                    <a:cubicBezTo>
                      <a:pt x="8620" y="207"/>
                      <a:pt x="8547" y="207"/>
                      <a:pt x="8475" y="207"/>
                    </a:cubicBezTo>
                    <a:cubicBezTo>
                      <a:pt x="8367" y="206"/>
                      <a:pt x="8259" y="206"/>
                      <a:pt x="8151" y="206"/>
                    </a:cubicBezTo>
                    <a:cubicBezTo>
                      <a:pt x="7969" y="205"/>
                      <a:pt x="7787" y="204"/>
                      <a:pt x="7605" y="204"/>
                    </a:cubicBezTo>
                    <a:cubicBezTo>
                      <a:pt x="7425" y="203"/>
                      <a:pt x="7245" y="203"/>
                      <a:pt x="7065" y="202"/>
                    </a:cubicBezTo>
                    <a:cubicBezTo>
                      <a:pt x="7059" y="202"/>
                      <a:pt x="7059" y="202"/>
                      <a:pt x="7031" y="202"/>
                    </a:cubicBezTo>
                    <a:cubicBezTo>
                      <a:pt x="6974" y="202"/>
                      <a:pt x="6917" y="202"/>
                      <a:pt x="6861" y="201"/>
                    </a:cubicBezTo>
                    <a:cubicBezTo>
                      <a:pt x="6458" y="200"/>
                      <a:pt x="6055" y="199"/>
                      <a:pt x="5653" y="197"/>
                    </a:cubicBezTo>
                    <a:cubicBezTo>
                      <a:pt x="5261" y="196"/>
                      <a:pt x="4870" y="195"/>
                      <a:pt x="4479" y="194"/>
                    </a:cubicBezTo>
                    <a:cubicBezTo>
                      <a:pt x="4473" y="194"/>
                      <a:pt x="4473" y="194"/>
                      <a:pt x="4443" y="193"/>
                    </a:cubicBezTo>
                    <a:cubicBezTo>
                      <a:pt x="4321" y="193"/>
                      <a:pt x="4200" y="193"/>
                      <a:pt x="4079" y="192"/>
                    </a:cubicBezTo>
                    <a:cubicBezTo>
                      <a:pt x="3833" y="191"/>
                      <a:pt x="3586" y="191"/>
                      <a:pt x="3339" y="190"/>
                    </a:cubicBezTo>
                    <a:cubicBezTo>
                      <a:pt x="3334" y="190"/>
                      <a:pt x="3334" y="190"/>
                      <a:pt x="3305" y="190"/>
                    </a:cubicBezTo>
                    <a:cubicBezTo>
                      <a:pt x="2548" y="187"/>
                      <a:pt x="1790" y="185"/>
                      <a:pt x="1033" y="182"/>
                    </a:cubicBezTo>
                    <a:cubicBezTo>
                      <a:pt x="1033" y="202"/>
                      <a:pt x="1033" y="222"/>
                      <a:pt x="1033" y="243"/>
                    </a:cubicBezTo>
                    <a:cubicBezTo>
                      <a:pt x="933" y="243"/>
                      <a:pt x="832" y="243"/>
                      <a:pt x="729" y="243"/>
                    </a:cubicBezTo>
                    <a:cubicBezTo>
                      <a:pt x="729" y="223"/>
                      <a:pt x="729" y="203"/>
                      <a:pt x="729" y="182"/>
                    </a:cubicBezTo>
                    <a:cubicBezTo>
                      <a:pt x="529" y="182"/>
                      <a:pt x="328" y="182"/>
                      <a:pt x="122" y="182"/>
                    </a:cubicBezTo>
                    <a:cubicBezTo>
                      <a:pt x="122" y="162"/>
                      <a:pt x="122" y="142"/>
                      <a:pt x="122" y="122"/>
                    </a:cubicBezTo>
                    <a:cubicBezTo>
                      <a:pt x="117" y="122"/>
                      <a:pt x="117" y="122"/>
                      <a:pt x="93" y="125"/>
                    </a:cubicBezTo>
                    <a:cubicBezTo>
                      <a:pt x="82" y="124"/>
                      <a:pt x="72" y="123"/>
                      <a:pt x="61" y="122"/>
                    </a:cubicBezTo>
                    <a:cubicBezTo>
                      <a:pt x="44" y="95"/>
                      <a:pt x="44" y="95"/>
                      <a:pt x="30" y="61"/>
                    </a:cubicBezTo>
                    <a:cubicBezTo>
                      <a:pt x="25" y="49"/>
                      <a:pt x="19" y="38"/>
                      <a:pt x="13" y="27"/>
                    </a:cubicBezTo>
                    <a:cubicBezTo>
                      <a:pt x="9" y="18"/>
                      <a:pt x="5" y="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86" cap="flat">
                <a:noFill/>
              </a:ln>
            </p:spPr>
          </p:sp>
          <p:sp>
            <p:nvSpPr>
              <p:cNvPr id="1858" name="ICON_C_SIGNAL_HEADER_path_012"/>
              <p:cNvSpPr/>
              <p:nvPr/>
            </p:nvSpPr>
            <p:spPr>
              <a:xfrm>
                <a:off x="3200301" y="7095243"/>
                <a:ext cx="1543" cy="25466"/>
              </a:xfrm>
              <a:custGeom>
                <a:avLst/>
                <a:gdLst/>
                <a:ahLst/>
                <a:cxnLst/>
                <a:rect l="0" t="0" r="r" b="b"/>
                <a:pathLst>
                  <a:path w="122" h="2005" fill="norm" stroke="0">
                    <a:moveTo>
                      <a:pt x="0" y="0"/>
                    </a:moveTo>
                    <a:cubicBezTo>
                      <a:pt x="40" y="0"/>
                      <a:pt x="80" y="0"/>
                      <a:pt x="122" y="0"/>
                    </a:cubicBezTo>
                    <a:cubicBezTo>
                      <a:pt x="122" y="662"/>
                      <a:pt x="122" y="1323"/>
                      <a:pt x="122" y="2005"/>
                    </a:cubicBezTo>
                    <a:cubicBezTo>
                      <a:pt x="81" y="2005"/>
                      <a:pt x="41" y="2005"/>
                      <a:pt x="0" y="2005"/>
                    </a:cubicBezTo>
                    <a:cubicBezTo>
                      <a:pt x="0" y="1343"/>
                      <a:pt x="0" y="6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86" cap="flat">
                <a:noFill/>
              </a:ln>
            </p:spPr>
          </p:sp>
          <p:sp>
            <p:nvSpPr>
              <p:cNvPr id="1859" name="ICON_C_SIGNAL_HEADER_path_013"/>
              <p:cNvSpPr/>
              <p:nvPr/>
            </p:nvSpPr>
            <p:spPr>
              <a:xfrm>
                <a:off x="3194127" y="7153121"/>
                <a:ext cx="1543" cy="20836"/>
              </a:xfrm>
              <a:custGeom>
                <a:avLst/>
                <a:gdLst/>
                <a:ahLst/>
                <a:cxnLst/>
                <a:rect l="0" t="0" r="r" b="b"/>
                <a:pathLst>
                  <a:path w="122" h="1641" fill="norm" stroke="0">
                    <a:moveTo>
                      <a:pt x="61" y="0"/>
                    </a:moveTo>
                    <a:cubicBezTo>
                      <a:pt x="81" y="0"/>
                      <a:pt x="101" y="0"/>
                      <a:pt x="122" y="0"/>
                    </a:cubicBezTo>
                    <a:cubicBezTo>
                      <a:pt x="122" y="541"/>
                      <a:pt x="122" y="1083"/>
                      <a:pt x="122" y="1641"/>
                    </a:cubicBezTo>
                    <a:cubicBezTo>
                      <a:pt x="101" y="1641"/>
                      <a:pt x="81" y="1641"/>
                      <a:pt x="61" y="1641"/>
                    </a:cubicBezTo>
                    <a:cubicBezTo>
                      <a:pt x="61" y="1159"/>
                      <a:pt x="61" y="678"/>
                      <a:pt x="61" y="182"/>
                    </a:cubicBezTo>
                    <a:cubicBezTo>
                      <a:pt x="41" y="182"/>
                      <a:pt x="21" y="182"/>
                      <a:pt x="0" y="182"/>
                    </a:cubicBezTo>
                    <a:cubicBezTo>
                      <a:pt x="0" y="142"/>
                      <a:pt x="0" y="102"/>
                      <a:pt x="0" y="61"/>
                    </a:cubicBezTo>
                    <a:cubicBezTo>
                      <a:pt x="20" y="61"/>
                      <a:pt x="40" y="61"/>
                      <a:pt x="61" y="61"/>
                    </a:cubicBezTo>
                    <a:cubicBezTo>
                      <a:pt x="61" y="41"/>
                      <a:pt x="61" y="21"/>
                      <a:pt x="6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86" cap="flat">
                <a:noFill/>
              </a:ln>
            </p:spPr>
          </p:sp>
          <p:sp>
            <p:nvSpPr>
              <p:cNvPr id="1860" name="ICON_C_SIGNAL_HEADER_path_014"/>
              <p:cNvSpPr/>
              <p:nvPr/>
            </p:nvSpPr>
            <p:spPr>
              <a:xfrm>
                <a:off x="3335349" y="7206368"/>
                <a:ext cx="1543" cy="10032"/>
              </a:xfrm>
              <a:custGeom>
                <a:avLst/>
                <a:gdLst/>
                <a:ahLst/>
                <a:cxnLst/>
                <a:rect l="0" t="0" r="r" b="b"/>
                <a:pathLst>
                  <a:path w="122" h="790" fill="norm" stroke="0">
                    <a:moveTo>
                      <a:pt x="0" y="0"/>
                    </a:moveTo>
                    <a:cubicBezTo>
                      <a:pt x="40" y="0"/>
                      <a:pt x="80" y="0"/>
                      <a:pt x="122" y="0"/>
                    </a:cubicBezTo>
                    <a:cubicBezTo>
                      <a:pt x="122" y="261"/>
                      <a:pt x="122" y="521"/>
                      <a:pt x="122" y="790"/>
                    </a:cubicBezTo>
                    <a:cubicBezTo>
                      <a:pt x="81" y="790"/>
                      <a:pt x="41" y="790"/>
                      <a:pt x="0" y="790"/>
                    </a:cubicBezTo>
                    <a:cubicBezTo>
                      <a:pt x="0" y="529"/>
                      <a:pt x="0" y="26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86" cap="flat">
                <a:noFill/>
              </a:ln>
            </p:spPr>
          </p:sp>
          <p:sp>
            <p:nvSpPr>
              <p:cNvPr id="1861" name="ICON_C_SIGNAL_HEADER_path_015"/>
              <p:cNvSpPr/>
              <p:nvPr/>
            </p:nvSpPr>
            <p:spPr>
              <a:xfrm>
                <a:off x="3200301" y="7082896"/>
                <a:ext cx="1543" cy="9260"/>
              </a:xfrm>
              <a:custGeom>
                <a:avLst/>
                <a:gdLst/>
                <a:ahLst/>
                <a:cxnLst/>
                <a:rect l="0" t="0" r="r" b="b"/>
                <a:pathLst>
                  <a:path w="122" h="729" fill="norm" stroke="0">
                    <a:moveTo>
                      <a:pt x="0" y="0"/>
                    </a:moveTo>
                    <a:cubicBezTo>
                      <a:pt x="40" y="0"/>
                      <a:pt x="80" y="0"/>
                      <a:pt x="122" y="0"/>
                    </a:cubicBezTo>
                    <a:cubicBezTo>
                      <a:pt x="122" y="241"/>
                      <a:pt x="122" y="481"/>
                      <a:pt x="122" y="729"/>
                    </a:cubicBezTo>
                    <a:cubicBezTo>
                      <a:pt x="81" y="729"/>
                      <a:pt x="41" y="729"/>
                      <a:pt x="0" y="729"/>
                    </a:cubicBezTo>
                    <a:cubicBezTo>
                      <a:pt x="0" y="489"/>
                      <a:pt x="0" y="24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86" cap="flat">
                <a:noFill/>
              </a:ln>
            </p:spPr>
          </p:sp>
          <p:sp>
            <p:nvSpPr>
              <p:cNvPr id="1862" name="ICON_C_SIGNAL_HEADER_path_016"/>
              <p:cNvSpPr/>
              <p:nvPr/>
            </p:nvSpPr>
            <p:spPr>
              <a:xfrm>
                <a:off x="3200301" y="7172413"/>
                <a:ext cx="1543" cy="8489"/>
              </a:xfrm>
              <a:custGeom>
                <a:avLst/>
                <a:gdLst/>
                <a:ahLst/>
                <a:cxnLst/>
                <a:rect l="0" t="0" r="r" b="b"/>
                <a:pathLst>
                  <a:path w="122" h="668" fill="norm" stroke="0">
                    <a:moveTo>
                      <a:pt x="0" y="0"/>
                    </a:moveTo>
                    <a:cubicBezTo>
                      <a:pt x="40" y="0"/>
                      <a:pt x="80" y="0"/>
                      <a:pt x="122" y="0"/>
                    </a:cubicBezTo>
                    <a:cubicBezTo>
                      <a:pt x="122" y="221"/>
                      <a:pt x="122" y="441"/>
                      <a:pt x="122" y="668"/>
                    </a:cubicBezTo>
                    <a:cubicBezTo>
                      <a:pt x="81" y="668"/>
                      <a:pt x="41" y="668"/>
                      <a:pt x="0" y="668"/>
                    </a:cubicBezTo>
                    <a:cubicBezTo>
                      <a:pt x="0" y="448"/>
                      <a:pt x="0" y="22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86" cap="flat">
                <a:noFill/>
              </a:ln>
            </p:spPr>
          </p:sp>
          <p:sp>
            <p:nvSpPr>
              <p:cNvPr id="1863" name="ICON_C_SIGNAL_HEADER_path_017"/>
              <p:cNvSpPr/>
              <p:nvPr/>
            </p:nvSpPr>
            <p:spPr>
              <a:xfrm>
                <a:off x="3200301" y="7152349"/>
                <a:ext cx="1543" cy="8489"/>
              </a:xfrm>
              <a:custGeom>
                <a:avLst/>
                <a:gdLst/>
                <a:ahLst/>
                <a:cxnLst/>
                <a:rect l="0" t="0" r="r" b="b"/>
                <a:pathLst>
                  <a:path w="122" h="668" fill="norm" stroke="0">
                    <a:moveTo>
                      <a:pt x="0" y="0"/>
                    </a:moveTo>
                    <a:cubicBezTo>
                      <a:pt x="40" y="0"/>
                      <a:pt x="80" y="0"/>
                      <a:pt x="122" y="0"/>
                    </a:cubicBezTo>
                    <a:cubicBezTo>
                      <a:pt x="122" y="221"/>
                      <a:pt x="122" y="441"/>
                      <a:pt x="122" y="668"/>
                    </a:cubicBezTo>
                    <a:cubicBezTo>
                      <a:pt x="81" y="668"/>
                      <a:pt x="41" y="668"/>
                      <a:pt x="0" y="668"/>
                    </a:cubicBezTo>
                    <a:cubicBezTo>
                      <a:pt x="0" y="448"/>
                      <a:pt x="0" y="22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86" cap="flat">
                <a:noFill/>
              </a:ln>
            </p:spPr>
          </p:sp>
          <p:sp>
            <p:nvSpPr>
              <p:cNvPr id="1864" name="ICON_C_SIGNAL_HEADER_path_018"/>
              <p:cNvSpPr/>
              <p:nvPr/>
            </p:nvSpPr>
            <p:spPr>
              <a:xfrm>
                <a:off x="3194127" y="7082896"/>
                <a:ext cx="1543" cy="15434"/>
              </a:xfrm>
              <a:custGeom>
                <a:avLst/>
                <a:gdLst/>
                <a:ahLst/>
                <a:cxnLst/>
                <a:rect l="0" t="0" r="r" b="b"/>
                <a:pathLst>
                  <a:path w="122" h="1215" fill="norm" stroke="0">
                    <a:moveTo>
                      <a:pt x="61" y="0"/>
                    </a:moveTo>
                    <a:cubicBezTo>
                      <a:pt x="81" y="0"/>
                      <a:pt x="101" y="0"/>
                      <a:pt x="122" y="0"/>
                    </a:cubicBezTo>
                    <a:cubicBezTo>
                      <a:pt x="122" y="401"/>
                      <a:pt x="122" y="802"/>
                      <a:pt x="122" y="1215"/>
                    </a:cubicBezTo>
                    <a:cubicBezTo>
                      <a:pt x="101" y="1215"/>
                      <a:pt x="81" y="1215"/>
                      <a:pt x="61" y="1215"/>
                    </a:cubicBezTo>
                    <a:cubicBezTo>
                      <a:pt x="61" y="1155"/>
                      <a:pt x="61" y="1095"/>
                      <a:pt x="61" y="1033"/>
                    </a:cubicBezTo>
                    <a:cubicBezTo>
                      <a:pt x="41" y="1033"/>
                      <a:pt x="21" y="1033"/>
                      <a:pt x="0" y="1033"/>
                    </a:cubicBezTo>
                    <a:cubicBezTo>
                      <a:pt x="0" y="993"/>
                      <a:pt x="0" y="953"/>
                      <a:pt x="0" y="911"/>
                    </a:cubicBezTo>
                    <a:cubicBezTo>
                      <a:pt x="20" y="911"/>
                      <a:pt x="40" y="911"/>
                      <a:pt x="61" y="911"/>
                    </a:cubicBezTo>
                    <a:cubicBezTo>
                      <a:pt x="61" y="611"/>
                      <a:pt x="61" y="310"/>
                      <a:pt x="6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86" cap="flat">
                <a:noFill/>
              </a:ln>
            </p:spPr>
          </p:sp>
          <p:sp>
            <p:nvSpPr>
              <p:cNvPr id="1865" name="ICON_C_SIGNAL_HEADER_path_019"/>
              <p:cNvSpPr/>
              <p:nvPr/>
            </p:nvSpPr>
            <p:spPr>
              <a:xfrm>
                <a:off x="3194899" y="7068234"/>
                <a:ext cx="4630" cy="10032"/>
              </a:xfrm>
              <a:custGeom>
                <a:avLst/>
                <a:gdLst/>
                <a:ahLst/>
                <a:cxnLst/>
                <a:rect l="0" t="0" r="r" b="b"/>
                <a:pathLst>
                  <a:path w="365" h="790" fill="norm" stroke="0">
                    <a:moveTo>
                      <a:pt x="182" y="0"/>
                    </a:moveTo>
                    <a:cubicBezTo>
                      <a:pt x="242" y="0"/>
                      <a:pt x="303" y="0"/>
                      <a:pt x="365" y="0"/>
                    </a:cubicBezTo>
                    <a:cubicBezTo>
                      <a:pt x="323" y="95"/>
                      <a:pt x="323" y="95"/>
                      <a:pt x="304" y="122"/>
                    </a:cubicBezTo>
                    <a:cubicBezTo>
                      <a:pt x="271" y="125"/>
                      <a:pt x="271" y="125"/>
                      <a:pt x="243" y="122"/>
                    </a:cubicBezTo>
                    <a:cubicBezTo>
                      <a:pt x="243" y="142"/>
                      <a:pt x="243" y="162"/>
                      <a:pt x="243" y="182"/>
                    </a:cubicBezTo>
                    <a:cubicBezTo>
                      <a:pt x="223" y="182"/>
                      <a:pt x="203" y="182"/>
                      <a:pt x="182" y="182"/>
                    </a:cubicBezTo>
                    <a:cubicBezTo>
                      <a:pt x="182" y="202"/>
                      <a:pt x="182" y="222"/>
                      <a:pt x="182" y="243"/>
                    </a:cubicBezTo>
                    <a:cubicBezTo>
                      <a:pt x="162" y="243"/>
                      <a:pt x="142" y="243"/>
                      <a:pt x="122" y="243"/>
                    </a:cubicBezTo>
                    <a:cubicBezTo>
                      <a:pt x="96" y="311"/>
                      <a:pt x="85" y="371"/>
                      <a:pt x="82" y="443"/>
                    </a:cubicBezTo>
                    <a:cubicBezTo>
                      <a:pt x="81" y="453"/>
                      <a:pt x="80" y="463"/>
                      <a:pt x="80" y="473"/>
                    </a:cubicBezTo>
                    <a:cubicBezTo>
                      <a:pt x="78" y="505"/>
                      <a:pt x="76" y="536"/>
                      <a:pt x="74" y="568"/>
                    </a:cubicBezTo>
                    <a:cubicBezTo>
                      <a:pt x="73" y="589"/>
                      <a:pt x="71" y="611"/>
                      <a:pt x="70" y="632"/>
                    </a:cubicBezTo>
                    <a:cubicBezTo>
                      <a:pt x="67" y="685"/>
                      <a:pt x="64" y="737"/>
                      <a:pt x="61" y="790"/>
                    </a:cubicBezTo>
                    <a:cubicBezTo>
                      <a:pt x="41" y="790"/>
                      <a:pt x="21" y="790"/>
                      <a:pt x="0" y="790"/>
                    </a:cubicBezTo>
                    <a:cubicBezTo>
                      <a:pt x="0" y="609"/>
                      <a:pt x="0" y="429"/>
                      <a:pt x="0" y="243"/>
                    </a:cubicBezTo>
                    <a:cubicBezTo>
                      <a:pt x="20" y="243"/>
                      <a:pt x="40" y="243"/>
                      <a:pt x="61" y="243"/>
                    </a:cubicBezTo>
                    <a:cubicBezTo>
                      <a:pt x="61" y="203"/>
                      <a:pt x="61" y="163"/>
                      <a:pt x="61" y="122"/>
                    </a:cubicBezTo>
                    <a:cubicBezTo>
                      <a:pt x="81" y="122"/>
                      <a:pt x="101" y="122"/>
                      <a:pt x="122" y="122"/>
                    </a:cubicBezTo>
                    <a:cubicBezTo>
                      <a:pt x="122" y="101"/>
                      <a:pt x="122" y="81"/>
                      <a:pt x="122" y="61"/>
                    </a:cubicBezTo>
                    <a:cubicBezTo>
                      <a:pt x="142" y="61"/>
                      <a:pt x="162" y="61"/>
                      <a:pt x="182" y="61"/>
                    </a:cubicBezTo>
                    <a:cubicBezTo>
                      <a:pt x="182" y="41"/>
                      <a:pt x="182" y="21"/>
                      <a:pt x="18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86" cap="flat">
                <a:noFill/>
              </a:ln>
            </p:spPr>
          </p:sp>
          <p:sp>
            <p:nvSpPr>
              <p:cNvPr id="1866" name="ICON_C_SIGNAL_HEADER_path_020"/>
              <p:cNvSpPr/>
              <p:nvPr/>
            </p:nvSpPr>
            <p:spPr>
              <a:xfrm>
                <a:off x="3200301" y="7201738"/>
                <a:ext cx="1543" cy="7717"/>
              </a:xfrm>
              <a:custGeom>
                <a:avLst/>
                <a:gdLst/>
                <a:ahLst/>
                <a:cxnLst/>
                <a:rect l="0" t="0" r="r" b="b"/>
                <a:pathLst>
                  <a:path w="122" h="608" fill="norm" stroke="0">
                    <a:moveTo>
                      <a:pt x="0" y="0"/>
                    </a:moveTo>
                    <a:cubicBezTo>
                      <a:pt x="40" y="0"/>
                      <a:pt x="80" y="0"/>
                      <a:pt x="122" y="0"/>
                    </a:cubicBezTo>
                    <a:cubicBezTo>
                      <a:pt x="122" y="201"/>
                      <a:pt x="122" y="401"/>
                      <a:pt x="122" y="608"/>
                    </a:cubicBezTo>
                    <a:cubicBezTo>
                      <a:pt x="81" y="608"/>
                      <a:pt x="41" y="608"/>
                      <a:pt x="0" y="608"/>
                    </a:cubicBezTo>
                    <a:cubicBezTo>
                      <a:pt x="0" y="407"/>
                      <a:pt x="0" y="20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86" cap="flat">
                <a:noFill/>
              </a:ln>
            </p:spPr>
          </p:sp>
          <p:sp>
            <p:nvSpPr>
              <p:cNvPr id="1867" name="ICON_C_SIGNAL_HEADER_path_021"/>
              <p:cNvSpPr/>
              <p:nvPr/>
            </p:nvSpPr>
            <p:spPr>
              <a:xfrm>
                <a:off x="3200301" y="7139230"/>
                <a:ext cx="1543" cy="7717"/>
              </a:xfrm>
              <a:custGeom>
                <a:avLst/>
                <a:gdLst/>
                <a:ahLst/>
                <a:cxnLst/>
                <a:rect l="0" t="0" r="r" b="b"/>
                <a:pathLst>
                  <a:path w="122" h="608" fill="norm" stroke="0">
                    <a:moveTo>
                      <a:pt x="0" y="0"/>
                    </a:moveTo>
                    <a:cubicBezTo>
                      <a:pt x="40" y="0"/>
                      <a:pt x="80" y="0"/>
                      <a:pt x="122" y="0"/>
                    </a:cubicBezTo>
                    <a:cubicBezTo>
                      <a:pt x="122" y="201"/>
                      <a:pt x="122" y="401"/>
                      <a:pt x="122" y="608"/>
                    </a:cubicBezTo>
                    <a:cubicBezTo>
                      <a:pt x="81" y="608"/>
                      <a:pt x="41" y="608"/>
                      <a:pt x="0" y="608"/>
                    </a:cubicBezTo>
                    <a:cubicBezTo>
                      <a:pt x="0" y="407"/>
                      <a:pt x="0" y="20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86" cap="flat">
                <a:noFill/>
              </a:ln>
            </p:spPr>
          </p:sp>
          <p:sp>
            <p:nvSpPr>
              <p:cNvPr id="1868" name="ICON_C_SIGNAL_HEADER_path_022"/>
              <p:cNvSpPr/>
              <p:nvPr/>
            </p:nvSpPr>
            <p:spPr>
              <a:xfrm>
                <a:off x="3194127" y="7190162"/>
                <a:ext cx="1543" cy="12347"/>
              </a:xfrm>
              <a:custGeom>
                <a:avLst/>
                <a:gdLst/>
                <a:ahLst/>
                <a:cxnLst/>
                <a:rect l="0" t="0" r="r" b="b"/>
                <a:pathLst>
                  <a:path w="122" h="972" fill="norm" stroke="0">
                    <a:moveTo>
                      <a:pt x="61" y="0"/>
                    </a:moveTo>
                    <a:cubicBezTo>
                      <a:pt x="81" y="0"/>
                      <a:pt x="101" y="0"/>
                      <a:pt x="122" y="0"/>
                    </a:cubicBezTo>
                    <a:cubicBezTo>
                      <a:pt x="122" y="321"/>
                      <a:pt x="122" y="642"/>
                      <a:pt x="122" y="972"/>
                    </a:cubicBezTo>
                    <a:cubicBezTo>
                      <a:pt x="101" y="972"/>
                      <a:pt x="81" y="972"/>
                      <a:pt x="61" y="972"/>
                    </a:cubicBezTo>
                    <a:cubicBezTo>
                      <a:pt x="61" y="752"/>
                      <a:pt x="61" y="531"/>
                      <a:pt x="61" y="304"/>
                    </a:cubicBezTo>
                    <a:cubicBezTo>
                      <a:pt x="41" y="304"/>
                      <a:pt x="21" y="304"/>
                      <a:pt x="0" y="304"/>
                    </a:cubicBezTo>
                    <a:cubicBezTo>
                      <a:pt x="0" y="264"/>
                      <a:pt x="0" y="224"/>
                      <a:pt x="0" y="182"/>
                    </a:cubicBezTo>
                    <a:cubicBezTo>
                      <a:pt x="20" y="182"/>
                      <a:pt x="40" y="182"/>
                      <a:pt x="61" y="182"/>
                    </a:cubicBezTo>
                    <a:cubicBezTo>
                      <a:pt x="61" y="122"/>
                      <a:pt x="61" y="62"/>
                      <a:pt x="6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86" cap="flat">
                <a:noFill/>
              </a:ln>
            </p:spPr>
          </p:sp>
          <p:sp>
            <p:nvSpPr>
              <p:cNvPr id="1869" name="ICON_C_SIGNAL_HEADER_path_023"/>
              <p:cNvSpPr/>
              <p:nvPr/>
            </p:nvSpPr>
            <p:spPr>
              <a:xfrm>
                <a:off x="3200301" y="7163153"/>
                <a:ext cx="1543" cy="6945"/>
              </a:xfrm>
              <a:custGeom>
                <a:avLst/>
                <a:gdLst/>
                <a:ahLst/>
                <a:cxnLst/>
                <a:rect l="0" t="0" r="r" b="b"/>
                <a:pathLst>
                  <a:path w="122" h="547" fill="norm" stroke="0">
                    <a:moveTo>
                      <a:pt x="0" y="0"/>
                    </a:moveTo>
                    <a:cubicBezTo>
                      <a:pt x="40" y="0"/>
                      <a:pt x="80" y="0"/>
                      <a:pt x="122" y="0"/>
                    </a:cubicBezTo>
                    <a:cubicBezTo>
                      <a:pt x="122" y="180"/>
                      <a:pt x="122" y="361"/>
                      <a:pt x="122" y="547"/>
                    </a:cubicBezTo>
                    <a:cubicBezTo>
                      <a:pt x="81" y="547"/>
                      <a:pt x="41" y="547"/>
                      <a:pt x="0" y="547"/>
                    </a:cubicBezTo>
                    <a:cubicBezTo>
                      <a:pt x="0" y="366"/>
                      <a:pt x="0" y="18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86" cap="flat">
                <a:noFill/>
              </a:ln>
            </p:spPr>
          </p:sp>
          <p:sp>
            <p:nvSpPr>
              <p:cNvPr id="1870" name="ICON_C_SIGNAL_HEADER_path_024"/>
              <p:cNvSpPr/>
              <p:nvPr/>
            </p:nvSpPr>
            <p:spPr>
              <a:xfrm>
                <a:off x="3329175" y="7094471"/>
                <a:ext cx="5402" cy="6174"/>
              </a:xfrm>
              <a:custGeom>
                <a:avLst/>
                <a:gdLst/>
                <a:ahLst/>
                <a:cxnLst/>
                <a:rect l="0" t="0" r="r" b="b"/>
                <a:pathLst>
                  <a:path w="425" h="486" fill="norm" stroke="0">
                    <a:moveTo>
                      <a:pt x="0" y="0"/>
                    </a:moveTo>
                    <a:cubicBezTo>
                      <a:pt x="60" y="0"/>
                      <a:pt x="120" y="0"/>
                      <a:pt x="182" y="0"/>
                    </a:cubicBezTo>
                    <a:cubicBezTo>
                      <a:pt x="182" y="40"/>
                      <a:pt x="182" y="80"/>
                      <a:pt x="182" y="122"/>
                    </a:cubicBezTo>
                    <a:cubicBezTo>
                      <a:pt x="222" y="122"/>
                      <a:pt x="262" y="122"/>
                      <a:pt x="304" y="122"/>
                    </a:cubicBezTo>
                    <a:cubicBezTo>
                      <a:pt x="305" y="138"/>
                      <a:pt x="306" y="154"/>
                      <a:pt x="307" y="170"/>
                    </a:cubicBezTo>
                    <a:cubicBezTo>
                      <a:pt x="318" y="299"/>
                      <a:pt x="328" y="393"/>
                      <a:pt x="425" y="486"/>
                    </a:cubicBezTo>
                    <a:cubicBezTo>
                      <a:pt x="327" y="447"/>
                      <a:pt x="245" y="389"/>
                      <a:pt x="182" y="304"/>
                    </a:cubicBezTo>
                    <a:cubicBezTo>
                      <a:pt x="179" y="270"/>
                      <a:pt x="179" y="270"/>
                      <a:pt x="182" y="243"/>
                    </a:cubicBezTo>
                    <a:cubicBezTo>
                      <a:pt x="162" y="243"/>
                      <a:pt x="142" y="243"/>
                      <a:pt x="122" y="243"/>
                    </a:cubicBezTo>
                    <a:cubicBezTo>
                      <a:pt x="122" y="223"/>
                      <a:pt x="122" y="203"/>
                      <a:pt x="122" y="182"/>
                    </a:cubicBezTo>
                    <a:cubicBezTo>
                      <a:pt x="101" y="182"/>
                      <a:pt x="81" y="182"/>
                      <a:pt x="61" y="182"/>
                    </a:cubicBezTo>
                    <a:cubicBezTo>
                      <a:pt x="61" y="142"/>
                      <a:pt x="61" y="102"/>
                      <a:pt x="61" y="61"/>
                    </a:cubicBezTo>
                    <a:cubicBezTo>
                      <a:pt x="41" y="61"/>
                      <a:pt x="21" y="61"/>
                      <a:pt x="0" y="61"/>
                    </a:cubicBezTo>
                    <a:cubicBezTo>
                      <a:pt x="0" y="41"/>
                      <a:pt x="0" y="21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86" cap="flat">
                <a:noFill/>
              </a:ln>
            </p:spPr>
          </p:sp>
        </p:grpSp>
        <p:grpSp>
          <p:nvGrpSpPr>
            <p:cNvPr id="3767" name="ICON_C_SIGNAL_GRAPHIC"/>
            <p:cNvGrpSpPr/>
            <p:nvPr/>
          </p:nvGrpSpPr>
          <p:grpSpPr>
            <a:xfrm>
              <a:off x="2936875" y="7286625"/>
              <a:ext cx="1722438" cy="381000"/>
              <a:chOff x="2936875" y="7286625"/>
              <a:chExt cx="1722438" cy="381000"/>
            </a:xfrm>
          </p:grpSpPr>
          <p:sp>
            <p:nvSpPr>
              <p:cNvPr id="3768" name="ICON_C_SIGNAL_GRAPHIC_path_001"/>
              <p:cNvSpPr/>
              <p:nvPr/>
            </p:nvSpPr>
            <p:spPr>
              <a:xfrm>
                <a:off x="2952009" y="7302500"/>
                <a:ext cx="1620515" cy="246121"/>
              </a:xfrm>
              <a:custGeom>
                <a:avLst/>
                <a:gdLst/>
                <a:ahLst/>
                <a:cxnLst/>
                <a:rect l="0" t="0" r="r" b="b"/>
                <a:pathLst>
                  <a:path w="127600" h="19380" fill="norm" stroke="0">
                    <a:moveTo>
                      <a:pt x="5683" y="0"/>
                    </a:moveTo>
                    <a:cubicBezTo>
                      <a:pt x="6308" y="0"/>
                      <a:pt x="6308" y="0"/>
                      <a:pt x="6504" y="147"/>
                    </a:cubicBezTo>
                    <a:cubicBezTo>
                      <a:pt x="6583" y="246"/>
                      <a:pt x="6583" y="246"/>
                      <a:pt x="6656" y="355"/>
                    </a:cubicBezTo>
                    <a:cubicBezTo>
                      <a:pt x="6683" y="392"/>
                      <a:pt x="6709" y="429"/>
                      <a:pt x="6736" y="468"/>
                    </a:cubicBezTo>
                    <a:cubicBezTo>
                      <a:pt x="7017" y="905"/>
                      <a:pt x="7014" y="1322"/>
                      <a:pt x="6994" y="1826"/>
                    </a:cubicBezTo>
                    <a:cubicBezTo>
                      <a:pt x="6993" y="1918"/>
                      <a:pt x="6992" y="2011"/>
                      <a:pt x="6992" y="2103"/>
                    </a:cubicBezTo>
                    <a:cubicBezTo>
                      <a:pt x="6989" y="2343"/>
                      <a:pt x="6983" y="2582"/>
                      <a:pt x="6976" y="2822"/>
                    </a:cubicBezTo>
                    <a:cubicBezTo>
                      <a:pt x="6970" y="3068"/>
                      <a:pt x="6967" y="3314"/>
                      <a:pt x="6964" y="3560"/>
                    </a:cubicBezTo>
                    <a:cubicBezTo>
                      <a:pt x="6957" y="4040"/>
                      <a:pt x="6947" y="4520"/>
                      <a:pt x="6933" y="5000"/>
                    </a:cubicBezTo>
                    <a:cubicBezTo>
                      <a:pt x="7035" y="5004"/>
                      <a:pt x="7137" y="5006"/>
                      <a:pt x="7239" y="5009"/>
                    </a:cubicBezTo>
                    <a:cubicBezTo>
                      <a:pt x="7268" y="5010"/>
                      <a:pt x="7297" y="5011"/>
                      <a:pt x="7327" y="5012"/>
                    </a:cubicBezTo>
                    <a:cubicBezTo>
                      <a:pt x="7541" y="5015"/>
                      <a:pt x="7541" y="5015"/>
                      <a:pt x="7630" y="4936"/>
                    </a:cubicBezTo>
                    <a:cubicBezTo>
                      <a:pt x="7671" y="4851"/>
                      <a:pt x="7687" y="4780"/>
                      <a:pt x="7702" y="4688"/>
                    </a:cubicBezTo>
                    <a:cubicBezTo>
                      <a:pt x="7723" y="4584"/>
                      <a:pt x="7745" y="4481"/>
                      <a:pt x="7767" y="4375"/>
                    </a:cubicBezTo>
                    <a:cubicBezTo>
                      <a:pt x="8110" y="4444"/>
                      <a:pt x="8454" y="4513"/>
                      <a:pt x="8808" y="4583"/>
                    </a:cubicBezTo>
                    <a:cubicBezTo>
                      <a:pt x="8808" y="5133"/>
                      <a:pt x="8808" y="5683"/>
                      <a:pt x="8808" y="6250"/>
                    </a:cubicBezTo>
                    <a:cubicBezTo>
                      <a:pt x="9015" y="6250"/>
                      <a:pt x="9221" y="6250"/>
                      <a:pt x="9433" y="6250"/>
                    </a:cubicBezTo>
                    <a:cubicBezTo>
                      <a:pt x="9543" y="6091"/>
                      <a:pt x="9572" y="6020"/>
                      <a:pt x="9609" y="5840"/>
                    </a:cubicBezTo>
                    <a:cubicBezTo>
                      <a:pt x="9621" y="5798"/>
                      <a:pt x="9632" y="5757"/>
                      <a:pt x="9644" y="5714"/>
                    </a:cubicBezTo>
                    <a:cubicBezTo>
                      <a:pt x="9681" y="5581"/>
                      <a:pt x="9714" y="5447"/>
                      <a:pt x="9746" y="5312"/>
                    </a:cubicBezTo>
                    <a:cubicBezTo>
                      <a:pt x="9948" y="4466"/>
                      <a:pt x="9948" y="4466"/>
                      <a:pt x="10123" y="4321"/>
                    </a:cubicBezTo>
                    <a:cubicBezTo>
                      <a:pt x="10258" y="4257"/>
                      <a:pt x="10370" y="4257"/>
                      <a:pt x="10514" y="4294"/>
                    </a:cubicBezTo>
                    <a:cubicBezTo>
                      <a:pt x="10866" y="4439"/>
                      <a:pt x="11093" y="4709"/>
                      <a:pt x="11255" y="5048"/>
                    </a:cubicBezTo>
                    <a:cubicBezTo>
                      <a:pt x="11466" y="5612"/>
                      <a:pt x="11371" y="6317"/>
                      <a:pt x="11351" y="6907"/>
                    </a:cubicBezTo>
                    <a:cubicBezTo>
                      <a:pt x="11345" y="7115"/>
                      <a:pt x="11342" y="7324"/>
                      <a:pt x="11339" y="7532"/>
                    </a:cubicBezTo>
                    <a:cubicBezTo>
                      <a:pt x="11332" y="7938"/>
                      <a:pt x="11322" y="8344"/>
                      <a:pt x="11308" y="8750"/>
                    </a:cubicBezTo>
                    <a:cubicBezTo>
                      <a:pt x="11852" y="8796"/>
                      <a:pt x="11852" y="8796"/>
                      <a:pt x="12023" y="8699"/>
                    </a:cubicBezTo>
                    <a:cubicBezTo>
                      <a:pt x="12092" y="8616"/>
                      <a:pt x="12132" y="8539"/>
                      <a:pt x="12175" y="8440"/>
                    </a:cubicBezTo>
                    <a:cubicBezTo>
                      <a:pt x="12192" y="8404"/>
                      <a:pt x="12208" y="8368"/>
                      <a:pt x="12225" y="8331"/>
                    </a:cubicBezTo>
                    <a:cubicBezTo>
                      <a:pt x="12510" y="7613"/>
                      <a:pt x="12433" y="6737"/>
                      <a:pt x="12445" y="5977"/>
                    </a:cubicBezTo>
                    <a:cubicBezTo>
                      <a:pt x="12448" y="5789"/>
                      <a:pt x="12455" y="5600"/>
                      <a:pt x="12463" y="5411"/>
                    </a:cubicBezTo>
                    <a:cubicBezTo>
                      <a:pt x="12465" y="5340"/>
                      <a:pt x="12466" y="5269"/>
                      <a:pt x="12466" y="5197"/>
                    </a:cubicBezTo>
                    <a:cubicBezTo>
                      <a:pt x="12466" y="4978"/>
                      <a:pt x="12470" y="4786"/>
                      <a:pt x="12558" y="4583"/>
                    </a:cubicBezTo>
                    <a:cubicBezTo>
                      <a:pt x="12681" y="4505"/>
                      <a:pt x="12819" y="4481"/>
                      <a:pt x="12960" y="4451"/>
                    </a:cubicBezTo>
                    <a:cubicBezTo>
                      <a:pt x="13043" y="4431"/>
                      <a:pt x="13043" y="4431"/>
                      <a:pt x="13183" y="4375"/>
                    </a:cubicBezTo>
                    <a:cubicBezTo>
                      <a:pt x="13274" y="4191"/>
                      <a:pt x="13257" y="4008"/>
                      <a:pt x="13244" y="3808"/>
                    </a:cubicBezTo>
                    <a:cubicBezTo>
                      <a:pt x="13243" y="3752"/>
                      <a:pt x="13242" y="3696"/>
                      <a:pt x="13242" y="3641"/>
                    </a:cubicBezTo>
                    <a:cubicBezTo>
                      <a:pt x="13239" y="3494"/>
                      <a:pt x="13233" y="3348"/>
                      <a:pt x="13226" y="3202"/>
                    </a:cubicBezTo>
                    <a:cubicBezTo>
                      <a:pt x="13220" y="3053"/>
                      <a:pt x="13217" y="2903"/>
                      <a:pt x="13214" y="2754"/>
                    </a:cubicBezTo>
                    <a:cubicBezTo>
                      <a:pt x="13207" y="2460"/>
                      <a:pt x="13196" y="2168"/>
                      <a:pt x="13183" y="1875"/>
                    </a:cubicBezTo>
                    <a:cubicBezTo>
                      <a:pt x="13390" y="1875"/>
                      <a:pt x="13596" y="1875"/>
                      <a:pt x="13808" y="1875"/>
                    </a:cubicBezTo>
                    <a:cubicBezTo>
                      <a:pt x="13810" y="1899"/>
                      <a:pt x="13810" y="1899"/>
                      <a:pt x="13821" y="2021"/>
                    </a:cubicBezTo>
                    <a:cubicBezTo>
                      <a:pt x="13837" y="2202"/>
                      <a:pt x="13855" y="2383"/>
                      <a:pt x="13874" y="2564"/>
                    </a:cubicBezTo>
                    <a:cubicBezTo>
                      <a:pt x="13882" y="2642"/>
                      <a:pt x="13890" y="2720"/>
                      <a:pt x="13896" y="2798"/>
                    </a:cubicBezTo>
                    <a:cubicBezTo>
                      <a:pt x="13954" y="3476"/>
                      <a:pt x="13954" y="3476"/>
                      <a:pt x="14117" y="3647"/>
                    </a:cubicBezTo>
                    <a:cubicBezTo>
                      <a:pt x="14155" y="3675"/>
                      <a:pt x="14192" y="3702"/>
                      <a:pt x="14231" y="3730"/>
                    </a:cubicBezTo>
                    <a:cubicBezTo>
                      <a:pt x="14366" y="3841"/>
                      <a:pt x="14422" y="3899"/>
                      <a:pt x="14455" y="4071"/>
                    </a:cubicBezTo>
                    <a:cubicBezTo>
                      <a:pt x="14484" y="4397"/>
                      <a:pt x="14473" y="4723"/>
                      <a:pt x="14462" y="5049"/>
                    </a:cubicBezTo>
                    <a:cubicBezTo>
                      <a:pt x="14458" y="5185"/>
                      <a:pt x="14456" y="5320"/>
                      <a:pt x="14454" y="5456"/>
                    </a:cubicBezTo>
                    <a:cubicBezTo>
                      <a:pt x="14449" y="5721"/>
                      <a:pt x="14442" y="5985"/>
                      <a:pt x="14433" y="6250"/>
                    </a:cubicBezTo>
                    <a:cubicBezTo>
                      <a:pt x="14986" y="6303"/>
                      <a:pt x="14986" y="6303"/>
                      <a:pt x="15142" y="6189"/>
                    </a:cubicBezTo>
                    <a:cubicBezTo>
                      <a:pt x="15202" y="6094"/>
                      <a:pt x="15241" y="6004"/>
                      <a:pt x="15280" y="5898"/>
                    </a:cubicBezTo>
                    <a:cubicBezTo>
                      <a:pt x="15296" y="5861"/>
                      <a:pt x="15312" y="5825"/>
                      <a:pt x="15328" y="5787"/>
                    </a:cubicBezTo>
                    <a:cubicBezTo>
                      <a:pt x="15380" y="5664"/>
                      <a:pt x="15428" y="5541"/>
                      <a:pt x="15475" y="5417"/>
                    </a:cubicBezTo>
                    <a:cubicBezTo>
                      <a:pt x="15509" y="5328"/>
                      <a:pt x="15544" y="5240"/>
                      <a:pt x="15578" y="5151"/>
                    </a:cubicBezTo>
                    <a:cubicBezTo>
                      <a:pt x="15596" y="5107"/>
                      <a:pt x="15613" y="5063"/>
                      <a:pt x="15631" y="5017"/>
                    </a:cubicBezTo>
                    <a:cubicBezTo>
                      <a:pt x="16059" y="3924"/>
                      <a:pt x="16059" y="3924"/>
                      <a:pt x="16308" y="3750"/>
                    </a:cubicBezTo>
                    <a:cubicBezTo>
                      <a:pt x="16524" y="3682"/>
                      <a:pt x="16709" y="3719"/>
                      <a:pt x="16933" y="3750"/>
                    </a:cubicBezTo>
                    <a:cubicBezTo>
                      <a:pt x="16968" y="3922"/>
                      <a:pt x="16968" y="3922"/>
                      <a:pt x="17142" y="4792"/>
                    </a:cubicBezTo>
                    <a:cubicBezTo>
                      <a:pt x="17305" y="4766"/>
                      <a:pt x="17468" y="4740"/>
                      <a:pt x="17636" y="4714"/>
                    </a:cubicBezTo>
                    <a:cubicBezTo>
                      <a:pt x="17687" y="4706"/>
                      <a:pt x="17738" y="4699"/>
                      <a:pt x="17790" y="4692"/>
                    </a:cubicBezTo>
                    <a:cubicBezTo>
                      <a:pt x="18094" y="4638"/>
                      <a:pt x="18310" y="4541"/>
                      <a:pt x="18518" y="4309"/>
                    </a:cubicBezTo>
                    <a:cubicBezTo>
                      <a:pt x="18708" y="4024"/>
                      <a:pt x="18702" y="3638"/>
                      <a:pt x="18730" y="3307"/>
                    </a:cubicBezTo>
                    <a:cubicBezTo>
                      <a:pt x="18738" y="3229"/>
                      <a:pt x="18746" y="3150"/>
                      <a:pt x="18755" y="3072"/>
                    </a:cubicBezTo>
                    <a:cubicBezTo>
                      <a:pt x="18774" y="2881"/>
                      <a:pt x="18792" y="2691"/>
                      <a:pt x="18808" y="2500"/>
                    </a:cubicBezTo>
                    <a:cubicBezTo>
                      <a:pt x="19338" y="2451"/>
                      <a:pt x="19338" y="2451"/>
                      <a:pt x="19540" y="2555"/>
                    </a:cubicBezTo>
                    <a:cubicBezTo>
                      <a:pt x="19632" y="2639"/>
                      <a:pt x="19701" y="2723"/>
                      <a:pt x="19772" y="2825"/>
                    </a:cubicBezTo>
                    <a:cubicBezTo>
                      <a:pt x="19798" y="2861"/>
                      <a:pt x="19824" y="2896"/>
                      <a:pt x="19851" y="2933"/>
                    </a:cubicBezTo>
                    <a:cubicBezTo>
                      <a:pt x="20202" y="3474"/>
                      <a:pt x="20219" y="4165"/>
                      <a:pt x="20267" y="4792"/>
                    </a:cubicBezTo>
                    <a:cubicBezTo>
                      <a:pt x="20540" y="4856"/>
                      <a:pt x="20835" y="4909"/>
                      <a:pt x="21100" y="4792"/>
                    </a:cubicBezTo>
                    <a:cubicBezTo>
                      <a:pt x="21289" y="4571"/>
                      <a:pt x="21352" y="4261"/>
                      <a:pt x="21436" y="3988"/>
                    </a:cubicBezTo>
                    <a:cubicBezTo>
                      <a:pt x="21528" y="3697"/>
                      <a:pt x="21662" y="3428"/>
                      <a:pt x="21800" y="3156"/>
                    </a:cubicBezTo>
                    <a:cubicBezTo>
                      <a:pt x="21841" y="3074"/>
                      <a:pt x="21882" y="2992"/>
                      <a:pt x="21923" y="2910"/>
                    </a:cubicBezTo>
                    <a:cubicBezTo>
                      <a:pt x="21948" y="2859"/>
                      <a:pt x="21974" y="2808"/>
                      <a:pt x="21999" y="2757"/>
                    </a:cubicBezTo>
                    <a:cubicBezTo>
                      <a:pt x="22022" y="2712"/>
                      <a:pt x="22044" y="2668"/>
                      <a:pt x="22067" y="2622"/>
                    </a:cubicBezTo>
                    <a:cubicBezTo>
                      <a:pt x="22142" y="2500"/>
                      <a:pt x="22142" y="2500"/>
                      <a:pt x="22251" y="2404"/>
                    </a:cubicBezTo>
                    <a:cubicBezTo>
                      <a:pt x="22390" y="2247"/>
                      <a:pt x="22396" y="2110"/>
                      <a:pt x="22416" y="1907"/>
                    </a:cubicBezTo>
                    <a:cubicBezTo>
                      <a:pt x="22418" y="1888"/>
                      <a:pt x="22418" y="1888"/>
                      <a:pt x="22429" y="1796"/>
                    </a:cubicBezTo>
                    <a:cubicBezTo>
                      <a:pt x="22442" y="1679"/>
                      <a:pt x="22455" y="1562"/>
                      <a:pt x="22467" y="1445"/>
                    </a:cubicBezTo>
                    <a:cubicBezTo>
                      <a:pt x="22476" y="1366"/>
                      <a:pt x="22485" y="1287"/>
                      <a:pt x="22494" y="1207"/>
                    </a:cubicBezTo>
                    <a:cubicBezTo>
                      <a:pt x="22517" y="1013"/>
                      <a:pt x="22538" y="819"/>
                      <a:pt x="22558" y="625"/>
                    </a:cubicBezTo>
                    <a:cubicBezTo>
                      <a:pt x="22765" y="625"/>
                      <a:pt x="22971" y="625"/>
                      <a:pt x="23183" y="625"/>
                    </a:cubicBezTo>
                    <a:cubicBezTo>
                      <a:pt x="23185" y="677"/>
                      <a:pt x="23187" y="729"/>
                      <a:pt x="23189" y="782"/>
                    </a:cubicBezTo>
                    <a:cubicBezTo>
                      <a:pt x="23205" y="1269"/>
                      <a:pt x="23223" y="1757"/>
                      <a:pt x="23243" y="2244"/>
                    </a:cubicBezTo>
                    <a:cubicBezTo>
                      <a:pt x="23254" y="2495"/>
                      <a:pt x="23263" y="2745"/>
                      <a:pt x="23271" y="2996"/>
                    </a:cubicBezTo>
                    <a:cubicBezTo>
                      <a:pt x="23279" y="3238"/>
                      <a:pt x="23289" y="3479"/>
                      <a:pt x="23300" y="3721"/>
                    </a:cubicBezTo>
                    <a:cubicBezTo>
                      <a:pt x="23304" y="3813"/>
                      <a:pt x="23307" y="3906"/>
                      <a:pt x="23309" y="3998"/>
                    </a:cubicBezTo>
                    <a:cubicBezTo>
                      <a:pt x="23312" y="4127"/>
                      <a:pt x="23319" y="4256"/>
                      <a:pt x="23325" y="4386"/>
                    </a:cubicBezTo>
                    <a:cubicBezTo>
                      <a:pt x="23326" y="4424"/>
                      <a:pt x="23326" y="4462"/>
                      <a:pt x="23327" y="4501"/>
                    </a:cubicBezTo>
                    <a:cubicBezTo>
                      <a:pt x="23334" y="4613"/>
                      <a:pt x="23343" y="4691"/>
                      <a:pt x="23392" y="4792"/>
                    </a:cubicBezTo>
                    <a:cubicBezTo>
                      <a:pt x="23522" y="4887"/>
                      <a:pt x="23657" y="4946"/>
                      <a:pt x="23808" y="5000"/>
                    </a:cubicBezTo>
                    <a:cubicBezTo>
                      <a:pt x="23815" y="4974"/>
                      <a:pt x="23823" y="4948"/>
                      <a:pt x="23830" y="4921"/>
                    </a:cubicBezTo>
                    <a:cubicBezTo>
                      <a:pt x="23897" y="4679"/>
                      <a:pt x="23968" y="4439"/>
                      <a:pt x="24041" y="4199"/>
                    </a:cubicBezTo>
                    <a:cubicBezTo>
                      <a:pt x="24068" y="4108"/>
                      <a:pt x="24094" y="4017"/>
                      <a:pt x="24119" y="3926"/>
                    </a:cubicBezTo>
                    <a:cubicBezTo>
                      <a:pt x="24320" y="3196"/>
                      <a:pt x="24320" y="3196"/>
                      <a:pt x="24504" y="3080"/>
                    </a:cubicBezTo>
                    <a:cubicBezTo>
                      <a:pt x="24739" y="3009"/>
                      <a:pt x="24955" y="3077"/>
                      <a:pt x="25170" y="3177"/>
                    </a:cubicBezTo>
                    <a:cubicBezTo>
                      <a:pt x="25268" y="3243"/>
                      <a:pt x="25343" y="3312"/>
                      <a:pt x="25423" y="3398"/>
                    </a:cubicBezTo>
                    <a:cubicBezTo>
                      <a:pt x="25450" y="3426"/>
                      <a:pt x="25476" y="3454"/>
                      <a:pt x="25504" y="3482"/>
                    </a:cubicBezTo>
                    <a:cubicBezTo>
                      <a:pt x="25627" y="3626"/>
                      <a:pt x="25703" y="3737"/>
                      <a:pt x="25691" y="3931"/>
                    </a:cubicBezTo>
                    <a:cubicBezTo>
                      <a:pt x="25654" y="4109"/>
                      <a:pt x="25590" y="4234"/>
                      <a:pt x="25475" y="4375"/>
                    </a:cubicBezTo>
                    <a:cubicBezTo>
                      <a:pt x="25325" y="4429"/>
                      <a:pt x="25210" y="4415"/>
                      <a:pt x="25058" y="4375"/>
                    </a:cubicBezTo>
                    <a:cubicBezTo>
                      <a:pt x="24983" y="4822"/>
                      <a:pt x="24983" y="4822"/>
                      <a:pt x="25058" y="5000"/>
                    </a:cubicBezTo>
                    <a:cubicBezTo>
                      <a:pt x="25178" y="5085"/>
                      <a:pt x="25318" y="5106"/>
                      <a:pt x="25460" y="5136"/>
                    </a:cubicBezTo>
                    <a:cubicBezTo>
                      <a:pt x="25544" y="5156"/>
                      <a:pt x="25544" y="5156"/>
                      <a:pt x="25683" y="5208"/>
                    </a:cubicBezTo>
                    <a:cubicBezTo>
                      <a:pt x="25742" y="5355"/>
                      <a:pt x="25723" y="5474"/>
                      <a:pt x="25683" y="5625"/>
                    </a:cubicBezTo>
                    <a:cubicBezTo>
                      <a:pt x="25892" y="5675"/>
                      <a:pt x="26107" y="5721"/>
                      <a:pt x="26308" y="5625"/>
                    </a:cubicBezTo>
                    <a:cubicBezTo>
                      <a:pt x="26409" y="5507"/>
                      <a:pt x="26468" y="5376"/>
                      <a:pt x="26530" y="5234"/>
                    </a:cubicBezTo>
                    <a:cubicBezTo>
                      <a:pt x="26546" y="5196"/>
                      <a:pt x="26563" y="5159"/>
                      <a:pt x="26581" y="5120"/>
                    </a:cubicBezTo>
                    <a:cubicBezTo>
                      <a:pt x="26614" y="5045"/>
                      <a:pt x="26646" y="4969"/>
                      <a:pt x="26679" y="4894"/>
                    </a:cubicBezTo>
                    <a:cubicBezTo>
                      <a:pt x="26762" y="4709"/>
                      <a:pt x="26843" y="4564"/>
                      <a:pt x="26997" y="4427"/>
                    </a:cubicBezTo>
                    <a:cubicBezTo>
                      <a:pt x="27375" y="4291"/>
                      <a:pt x="27827" y="4427"/>
                      <a:pt x="28183" y="4583"/>
                    </a:cubicBezTo>
                    <a:cubicBezTo>
                      <a:pt x="28325" y="4670"/>
                      <a:pt x="28443" y="4766"/>
                      <a:pt x="28561" y="4883"/>
                    </a:cubicBezTo>
                    <a:cubicBezTo>
                      <a:pt x="28587" y="4908"/>
                      <a:pt x="28613" y="4934"/>
                      <a:pt x="28639" y="4960"/>
                    </a:cubicBezTo>
                    <a:cubicBezTo>
                      <a:pt x="28777" y="5116"/>
                      <a:pt x="28823" y="5227"/>
                      <a:pt x="28824" y="5437"/>
                    </a:cubicBezTo>
                    <a:cubicBezTo>
                      <a:pt x="28819" y="5499"/>
                      <a:pt x="28814" y="5561"/>
                      <a:pt x="28808" y="5625"/>
                    </a:cubicBezTo>
                    <a:cubicBezTo>
                      <a:pt x="29015" y="5625"/>
                      <a:pt x="29221" y="5625"/>
                      <a:pt x="29433" y="5625"/>
                    </a:cubicBezTo>
                    <a:cubicBezTo>
                      <a:pt x="29432" y="5592"/>
                      <a:pt x="29432" y="5592"/>
                      <a:pt x="29423" y="5428"/>
                    </a:cubicBezTo>
                    <a:cubicBezTo>
                      <a:pt x="29413" y="5209"/>
                      <a:pt x="29406" y="4991"/>
                      <a:pt x="29401" y="4772"/>
                    </a:cubicBezTo>
                    <a:cubicBezTo>
                      <a:pt x="29398" y="4639"/>
                      <a:pt x="29393" y="4508"/>
                      <a:pt x="29386" y="4375"/>
                    </a:cubicBezTo>
                    <a:cubicBezTo>
                      <a:pt x="29357" y="3798"/>
                      <a:pt x="29363" y="3325"/>
                      <a:pt x="29709" y="2842"/>
                    </a:cubicBezTo>
                    <a:cubicBezTo>
                      <a:pt x="29721" y="2824"/>
                      <a:pt x="29721" y="2824"/>
                      <a:pt x="29783" y="2735"/>
                    </a:cubicBezTo>
                    <a:cubicBezTo>
                      <a:pt x="29862" y="2640"/>
                      <a:pt x="29862" y="2640"/>
                      <a:pt x="30058" y="2500"/>
                    </a:cubicBezTo>
                    <a:cubicBezTo>
                      <a:pt x="30265" y="2500"/>
                      <a:pt x="30471" y="2500"/>
                      <a:pt x="30683" y="2500"/>
                    </a:cubicBezTo>
                    <a:cubicBezTo>
                      <a:pt x="30683" y="2913"/>
                      <a:pt x="30683" y="3325"/>
                      <a:pt x="30683" y="3750"/>
                    </a:cubicBezTo>
                    <a:cubicBezTo>
                      <a:pt x="30890" y="3750"/>
                      <a:pt x="31096" y="3750"/>
                      <a:pt x="31308" y="3750"/>
                    </a:cubicBezTo>
                    <a:cubicBezTo>
                      <a:pt x="31308" y="2788"/>
                      <a:pt x="31308" y="1825"/>
                      <a:pt x="31308" y="833"/>
                    </a:cubicBezTo>
                    <a:cubicBezTo>
                      <a:pt x="31652" y="765"/>
                      <a:pt x="31996" y="696"/>
                      <a:pt x="32350" y="625"/>
                    </a:cubicBezTo>
                    <a:cubicBezTo>
                      <a:pt x="32558" y="833"/>
                      <a:pt x="32558" y="833"/>
                      <a:pt x="32584" y="934"/>
                    </a:cubicBezTo>
                    <a:cubicBezTo>
                      <a:pt x="32584" y="969"/>
                      <a:pt x="32584" y="1004"/>
                      <a:pt x="32583" y="1040"/>
                    </a:cubicBezTo>
                    <a:cubicBezTo>
                      <a:pt x="32584" y="1061"/>
                      <a:pt x="32584" y="1061"/>
                      <a:pt x="32584" y="1163"/>
                    </a:cubicBezTo>
                    <a:cubicBezTo>
                      <a:pt x="32584" y="1207"/>
                      <a:pt x="32583" y="1251"/>
                      <a:pt x="32582" y="1297"/>
                    </a:cubicBezTo>
                    <a:cubicBezTo>
                      <a:pt x="32582" y="1344"/>
                      <a:pt x="32582" y="1390"/>
                      <a:pt x="32582" y="1439"/>
                    </a:cubicBezTo>
                    <a:cubicBezTo>
                      <a:pt x="32582" y="1566"/>
                      <a:pt x="32581" y="1694"/>
                      <a:pt x="32579" y="1822"/>
                    </a:cubicBezTo>
                    <a:cubicBezTo>
                      <a:pt x="32578" y="1956"/>
                      <a:pt x="32578" y="2090"/>
                      <a:pt x="32578" y="2223"/>
                    </a:cubicBezTo>
                    <a:cubicBezTo>
                      <a:pt x="32577" y="2476"/>
                      <a:pt x="32575" y="2729"/>
                      <a:pt x="32573" y="2982"/>
                    </a:cubicBezTo>
                    <a:cubicBezTo>
                      <a:pt x="32571" y="3271"/>
                      <a:pt x="32570" y="3559"/>
                      <a:pt x="32569" y="3847"/>
                    </a:cubicBezTo>
                    <a:cubicBezTo>
                      <a:pt x="32567" y="4440"/>
                      <a:pt x="32563" y="5032"/>
                      <a:pt x="32558" y="5625"/>
                    </a:cubicBezTo>
                    <a:cubicBezTo>
                      <a:pt x="32765" y="5625"/>
                      <a:pt x="32971" y="5625"/>
                      <a:pt x="33183" y="5625"/>
                    </a:cubicBezTo>
                    <a:cubicBezTo>
                      <a:pt x="33174" y="5559"/>
                      <a:pt x="33164" y="5494"/>
                      <a:pt x="33154" y="5426"/>
                    </a:cubicBezTo>
                    <a:cubicBezTo>
                      <a:pt x="33105" y="4951"/>
                      <a:pt x="33121" y="4585"/>
                      <a:pt x="33429" y="4201"/>
                    </a:cubicBezTo>
                    <a:cubicBezTo>
                      <a:pt x="33679" y="3936"/>
                      <a:pt x="33915" y="3736"/>
                      <a:pt x="34289" y="3709"/>
                    </a:cubicBezTo>
                    <a:cubicBezTo>
                      <a:pt x="34576" y="3722"/>
                      <a:pt x="34825" y="3787"/>
                      <a:pt x="35058" y="3958"/>
                    </a:cubicBezTo>
                    <a:cubicBezTo>
                      <a:pt x="35266" y="4216"/>
                      <a:pt x="35346" y="4538"/>
                      <a:pt x="35433" y="4853"/>
                    </a:cubicBezTo>
                    <a:cubicBezTo>
                      <a:pt x="35503" y="5098"/>
                      <a:pt x="35592" y="5335"/>
                      <a:pt x="35683" y="5573"/>
                    </a:cubicBezTo>
                    <a:cubicBezTo>
                      <a:pt x="35691" y="5595"/>
                      <a:pt x="35691" y="5595"/>
                      <a:pt x="35728" y="5706"/>
                    </a:cubicBezTo>
                    <a:cubicBezTo>
                      <a:pt x="35815" y="5940"/>
                      <a:pt x="35885" y="6060"/>
                      <a:pt x="36113" y="6175"/>
                    </a:cubicBezTo>
                    <a:cubicBezTo>
                      <a:pt x="36178" y="6202"/>
                      <a:pt x="36243" y="6227"/>
                      <a:pt x="36308" y="6250"/>
                    </a:cubicBezTo>
                    <a:cubicBezTo>
                      <a:pt x="36306" y="6228"/>
                      <a:pt x="36305" y="6206"/>
                      <a:pt x="36303" y="6183"/>
                    </a:cubicBezTo>
                    <a:cubicBezTo>
                      <a:pt x="36169" y="4508"/>
                      <a:pt x="36169" y="4508"/>
                      <a:pt x="36457" y="4104"/>
                    </a:cubicBezTo>
                    <a:cubicBezTo>
                      <a:pt x="36690" y="3873"/>
                      <a:pt x="36948" y="3766"/>
                      <a:pt x="37273" y="3739"/>
                    </a:cubicBezTo>
                    <a:cubicBezTo>
                      <a:pt x="37829" y="3744"/>
                      <a:pt x="38250" y="3951"/>
                      <a:pt x="38639" y="4335"/>
                    </a:cubicBezTo>
                    <a:cubicBezTo>
                      <a:pt x="38777" y="4491"/>
                      <a:pt x="38823" y="4602"/>
                      <a:pt x="38824" y="4812"/>
                    </a:cubicBezTo>
                    <a:cubicBezTo>
                      <a:pt x="38819" y="4874"/>
                      <a:pt x="38814" y="4936"/>
                      <a:pt x="38808" y="5000"/>
                    </a:cubicBezTo>
                    <a:cubicBezTo>
                      <a:pt x="39015" y="5000"/>
                      <a:pt x="39221" y="5000"/>
                      <a:pt x="39433" y="5000"/>
                    </a:cubicBezTo>
                    <a:cubicBezTo>
                      <a:pt x="39433" y="3969"/>
                      <a:pt x="39433" y="2938"/>
                      <a:pt x="39433" y="1875"/>
                    </a:cubicBezTo>
                    <a:cubicBezTo>
                      <a:pt x="40058" y="1875"/>
                      <a:pt x="40058" y="1875"/>
                      <a:pt x="40255" y="2015"/>
                    </a:cubicBezTo>
                    <a:cubicBezTo>
                      <a:pt x="40334" y="2110"/>
                      <a:pt x="40334" y="2110"/>
                      <a:pt x="40408" y="2217"/>
                    </a:cubicBezTo>
                    <a:cubicBezTo>
                      <a:pt x="40434" y="2254"/>
                      <a:pt x="40460" y="2290"/>
                      <a:pt x="40488" y="2329"/>
                    </a:cubicBezTo>
                    <a:cubicBezTo>
                      <a:pt x="40800" y="2818"/>
                      <a:pt x="40751" y="3347"/>
                      <a:pt x="40723" y="3906"/>
                    </a:cubicBezTo>
                    <a:cubicBezTo>
                      <a:pt x="40719" y="4013"/>
                      <a:pt x="40716" y="4119"/>
                      <a:pt x="40714" y="4226"/>
                    </a:cubicBezTo>
                    <a:cubicBezTo>
                      <a:pt x="40707" y="4484"/>
                      <a:pt x="40696" y="4742"/>
                      <a:pt x="40683" y="5000"/>
                    </a:cubicBezTo>
                    <a:cubicBezTo>
                      <a:pt x="40890" y="5000"/>
                      <a:pt x="41096" y="5000"/>
                      <a:pt x="41308" y="5000"/>
                    </a:cubicBezTo>
                    <a:cubicBezTo>
                      <a:pt x="41301" y="4934"/>
                      <a:pt x="41294" y="4869"/>
                      <a:pt x="41286" y="4801"/>
                    </a:cubicBezTo>
                    <a:cubicBezTo>
                      <a:pt x="41243" y="4227"/>
                      <a:pt x="41297" y="3827"/>
                      <a:pt x="41667" y="3372"/>
                    </a:cubicBezTo>
                    <a:cubicBezTo>
                      <a:pt x="41844" y="3180"/>
                      <a:pt x="41983" y="3064"/>
                      <a:pt x="42246" y="3034"/>
                    </a:cubicBezTo>
                    <a:cubicBezTo>
                      <a:pt x="42576" y="3065"/>
                      <a:pt x="42833" y="3286"/>
                      <a:pt x="43039" y="3530"/>
                    </a:cubicBezTo>
                    <a:cubicBezTo>
                      <a:pt x="43287" y="3871"/>
                      <a:pt x="43395" y="4288"/>
                      <a:pt x="43510" y="4688"/>
                    </a:cubicBezTo>
                    <a:cubicBezTo>
                      <a:pt x="43514" y="4700"/>
                      <a:pt x="43514" y="4700"/>
                      <a:pt x="43534" y="4764"/>
                    </a:cubicBezTo>
                    <a:cubicBezTo>
                      <a:pt x="43582" y="4928"/>
                      <a:pt x="43620" y="5091"/>
                      <a:pt x="43650" y="5259"/>
                    </a:cubicBezTo>
                    <a:cubicBezTo>
                      <a:pt x="43686" y="5387"/>
                      <a:pt x="43751" y="5505"/>
                      <a:pt x="43808" y="5625"/>
                    </a:cubicBezTo>
                    <a:cubicBezTo>
                      <a:pt x="44015" y="5625"/>
                      <a:pt x="44221" y="5625"/>
                      <a:pt x="44433" y="5625"/>
                    </a:cubicBezTo>
                    <a:cubicBezTo>
                      <a:pt x="44433" y="4250"/>
                      <a:pt x="44433" y="2875"/>
                      <a:pt x="44433" y="1458"/>
                    </a:cubicBezTo>
                    <a:cubicBezTo>
                      <a:pt x="44777" y="1390"/>
                      <a:pt x="45121" y="1321"/>
                      <a:pt x="45475" y="1250"/>
                    </a:cubicBezTo>
                    <a:cubicBezTo>
                      <a:pt x="45683" y="1458"/>
                      <a:pt x="45683" y="1458"/>
                      <a:pt x="45709" y="1539"/>
                    </a:cubicBezTo>
                    <a:cubicBezTo>
                      <a:pt x="45709" y="1565"/>
                      <a:pt x="45709" y="1591"/>
                      <a:pt x="45708" y="1618"/>
                    </a:cubicBezTo>
                    <a:cubicBezTo>
                      <a:pt x="45709" y="1633"/>
                      <a:pt x="45709" y="1633"/>
                      <a:pt x="45709" y="1709"/>
                    </a:cubicBezTo>
                    <a:cubicBezTo>
                      <a:pt x="45709" y="1741"/>
                      <a:pt x="45708" y="1774"/>
                      <a:pt x="45707" y="1807"/>
                    </a:cubicBezTo>
                    <a:cubicBezTo>
                      <a:pt x="45707" y="1842"/>
                      <a:pt x="45707" y="1876"/>
                      <a:pt x="45707" y="1912"/>
                    </a:cubicBezTo>
                    <a:cubicBezTo>
                      <a:pt x="45707" y="2026"/>
                      <a:pt x="45705" y="2140"/>
                      <a:pt x="45704" y="2253"/>
                    </a:cubicBezTo>
                    <a:cubicBezTo>
                      <a:pt x="45703" y="2332"/>
                      <a:pt x="45703" y="2412"/>
                      <a:pt x="45703" y="2491"/>
                    </a:cubicBezTo>
                    <a:cubicBezTo>
                      <a:pt x="45702" y="2699"/>
                      <a:pt x="45700" y="2906"/>
                      <a:pt x="45698" y="3114"/>
                    </a:cubicBezTo>
                    <a:cubicBezTo>
                      <a:pt x="45695" y="3327"/>
                      <a:pt x="45695" y="3539"/>
                      <a:pt x="45694" y="3751"/>
                    </a:cubicBezTo>
                    <a:cubicBezTo>
                      <a:pt x="45691" y="4168"/>
                      <a:pt x="45688" y="4584"/>
                      <a:pt x="45683" y="5000"/>
                    </a:cubicBezTo>
                    <a:cubicBezTo>
                      <a:pt x="45890" y="5000"/>
                      <a:pt x="46096" y="5000"/>
                      <a:pt x="46308" y="5000"/>
                    </a:cubicBezTo>
                    <a:cubicBezTo>
                      <a:pt x="46304" y="4930"/>
                      <a:pt x="46299" y="4859"/>
                      <a:pt x="46294" y="4787"/>
                    </a:cubicBezTo>
                    <a:cubicBezTo>
                      <a:pt x="46257" y="4033"/>
                      <a:pt x="46257" y="4033"/>
                      <a:pt x="46394" y="3833"/>
                    </a:cubicBezTo>
                    <a:cubicBezTo>
                      <a:pt x="46468" y="3777"/>
                      <a:pt x="46543" y="3721"/>
                      <a:pt x="46618" y="3667"/>
                    </a:cubicBezTo>
                    <a:cubicBezTo>
                      <a:pt x="46889" y="3416"/>
                      <a:pt x="46885" y="2846"/>
                      <a:pt x="46933" y="2500"/>
                    </a:cubicBezTo>
                    <a:cubicBezTo>
                      <a:pt x="47150" y="2445"/>
                      <a:pt x="47344" y="2424"/>
                      <a:pt x="47558" y="2500"/>
                    </a:cubicBezTo>
                    <a:cubicBezTo>
                      <a:pt x="47862" y="2683"/>
                      <a:pt x="48090" y="2992"/>
                      <a:pt x="48183" y="3333"/>
                    </a:cubicBezTo>
                    <a:cubicBezTo>
                      <a:pt x="48272" y="3879"/>
                      <a:pt x="48222" y="4452"/>
                      <a:pt x="48183" y="5000"/>
                    </a:cubicBezTo>
                    <a:cubicBezTo>
                      <a:pt x="48206" y="4981"/>
                      <a:pt x="48229" y="4962"/>
                      <a:pt x="48253" y="4943"/>
                    </a:cubicBezTo>
                    <a:cubicBezTo>
                      <a:pt x="48359" y="4856"/>
                      <a:pt x="48467" y="4772"/>
                      <a:pt x="48574" y="4688"/>
                    </a:cubicBezTo>
                    <a:cubicBezTo>
                      <a:pt x="48610" y="4658"/>
                      <a:pt x="48646" y="4628"/>
                      <a:pt x="48684" y="4597"/>
                    </a:cubicBezTo>
                    <a:cubicBezTo>
                      <a:pt x="48903" y="4427"/>
                      <a:pt x="49068" y="4328"/>
                      <a:pt x="49351" y="4351"/>
                    </a:cubicBezTo>
                    <a:cubicBezTo>
                      <a:pt x="49433" y="4375"/>
                      <a:pt x="49433" y="4375"/>
                      <a:pt x="49490" y="4466"/>
                    </a:cubicBezTo>
                    <a:cubicBezTo>
                      <a:pt x="49494" y="4485"/>
                      <a:pt x="49494" y="4485"/>
                      <a:pt x="49511" y="4583"/>
                    </a:cubicBezTo>
                    <a:cubicBezTo>
                      <a:pt x="49555" y="4699"/>
                      <a:pt x="49555" y="4699"/>
                      <a:pt x="49642" y="4792"/>
                    </a:cubicBezTo>
                    <a:cubicBezTo>
                      <a:pt x="49911" y="4851"/>
                      <a:pt x="50202" y="4816"/>
                      <a:pt x="50475" y="4792"/>
                    </a:cubicBezTo>
                    <a:cubicBezTo>
                      <a:pt x="50476" y="4749"/>
                      <a:pt x="50477" y="4705"/>
                      <a:pt x="50478" y="4661"/>
                    </a:cubicBezTo>
                    <a:cubicBezTo>
                      <a:pt x="50507" y="3660"/>
                      <a:pt x="50507" y="3660"/>
                      <a:pt x="50683" y="3333"/>
                    </a:cubicBezTo>
                    <a:cubicBezTo>
                      <a:pt x="50941" y="3114"/>
                      <a:pt x="51283" y="3102"/>
                      <a:pt x="51609" y="3097"/>
                    </a:cubicBezTo>
                    <a:cubicBezTo>
                      <a:pt x="51775" y="3137"/>
                      <a:pt x="51834" y="3195"/>
                      <a:pt x="51933" y="3333"/>
                    </a:cubicBezTo>
                    <a:cubicBezTo>
                      <a:pt x="51961" y="3462"/>
                      <a:pt x="51958" y="3587"/>
                      <a:pt x="51954" y="3718"/>
                    </a:cubicBezTo>
                    <a:cubicBezTo>
                      <a:pt x="51953" y="3755"/>
                      <a:pt x="51953" y="3792"/>
                      <a:pt x="51953" y="3829"/>
                    </a:cubicBezTo>
                    <a:cubicBezTo>
                      <a:pt x="51952" y="3946"/>
                      <a:pt x="51949" y="4063"/>
                      <a:pt x="51946" y="4180"/>
                    </a:cubicBezTo>
                    <a:cubicBezTo>
                      <a:pt x="51945" y="4259"/>
                      <a:pt x="51944" y="4338"/>
                      <a:pt x="51944" y="4418"/>
                    </a:cubicBezTo>
                    <a:cubicBezTo>
                      <a:pt x="51941" y="4612"/>
                      <a:pt x="51938" y="4806"/>
                      <a:pt x="51933" y="5000"/>
                    </a:cubicBezTo>
                    <a:cubicBezTo>
                      <a:pt x="52501" y="5047"/>
                      <a:pt x="52501" y="5047"/>
                      <a:pt x="52629" y="4941"/>
                    </a:cubicBezTo>
                    <a:cubicBezTo>
                      <a:pt x="52668" y="4856"/>
                      <a:pt x="52687" y="4780"/>
                      <a:pt x="52702" y="4688"/>
                    </a:cubicBezTo>
                    <a:cubicBezTo>
                      <a:pt x="52709" y="4658"/>
                      <a:pt x="52716" y="4628"/>
                      <a:pt x="52723" y="4597"/>
                    </a:cubicBezTo>
                    <a:cubicBezTo>
                      <a:pt x="52740" y="4524"/>
                      <a:pt x="52754" y="4449"/>
                      <a:pt x="52767" y="4375"/>
                    </a:cubicBezTo>
                    <a:cubicBezTo>
                      <a:pt x="53122" y="4385"/>
                      <a:pt x="53493" y="4409"/>
                      <a:pt x="53808" y="4583"/>
                    </a:cubicBezTo>
                    <a:cubicBezTo>
                      <a:pt x="54110" y="4937"/>
                      <a:pt x="54197" y="5470"/>
                      <a:pt x="54290" y="5915"/>
                    </a:cubicBezTo>
                    <a:cubicBezTo>
                      <a:pt x="54325" y="6031"/>
                      <a:pt x="54381" y="6140"/>
                      <a:pt x="54433" y="6250"/>
                    </a:cubicBezTo>
                    <a:cubicBezTo>
                      <a:pt x="54640" y="6250"/>
                      <a:pt x="54846" y="6250"/>
                      <a:pt x="55058" y="6250"/>
                    </a:cubicBezTo>
                    <a:cubicBezTo>
                      <a:pt x="55058" y="4462"/>
                      <a:pt x="55058" y="2675"/>
                      <a:pt x="55058" y="833"/>
                    </a:cubicBezTo>
                    <a:cubicBezTo>
                      <a:pt x="55402" y="765"/>
                      <a:pt x="55746" y="696"/>
                      <a:pt x="56100" y="625"/>
                    </a:cubicBezTo>
                    <a:cubicBezTo>
                      <a:pt x="56308" y="833"/>
                      <a:pt x="56340" y="885"/>
                      <a:pt x="56345" y="1150"/>
                    </a:cubicBezTo>
                    <a:cubicBezTo>
                      <a:pt x="56346" y="1181"/>
                      <a:pt x="56347" y="1212"/>
                      <a:pt x="56349" y="1244"/>
                    </a:cubicBezTo>
                    <a:cubicBezTo>
                      <a:pt x="56352" y="1312"/>
                      <a:pt x="56354" y="1380"/>
                      <a:pt x="56356" y="1447"/>
                    </a:cubicBezTo>
                    <a:cubicBezTo>
                      <a:pt x="56360" y="1555"/>
                      <a:pt x="56365" y="1663"/>
                      <a:pt x="56370" y="1771"/>
                    </a:cubicBezTo>
                    <a:cubicBezTo>
                      <a:pt x="56384" y="2077"/>
                      <a:pt x="56397" y="2384"/>
                      <a:pt x="56408" y="2691"/>
                    </a:cubicBezTo>
                    <a:cubicBezTo>
                      <a:pt x="56475" y="4564"/>
                      <a:pt x="56475" y="4564"/>
                      <a:pt x="56933" y="5000"/>
                    </a:cubicBezTo>
                    <a:cubicBezTo>
                      <a:pt x="57089" y="5086"/>
                      <a:pt x="57234" y="5116"/>
                      <a:pt x="57409" y="5082"/>
                    </a:cubicBezTo>
                    <a:cubicBezTo>
                      <a:pt x="57615" y="4998"/>
                      <a:pt x="57682" y="4817"/>
                      <a:pt x="57767" y="4622"/>
                    </a:cubicBezTo>
                    <a:cubicBezTo>
                      <a:pt x="57775" y="4603"/>
                      <a:pt x="57775" y="4603"/>
                      <a:pt x="57814" y="4505"/>
                    </a:cubicBezTo>
                    <a:cubicBezTo>
                      <a:pt x="57916" y="4262"/>
                      <a:pt x="58004" y="4125"/>
                      <a:pt x="58216" y="3969"/>
                    </a:cubicBezTo>
                    <a:cubicBezTo>
                      <a:pt x="58527" y="3738"/>
                      <a:pt x="58626" y="3508"/>
                      <a:pt x="58686" y="3132"/>
                    </a:cubicBezTo>
                    <a:cubicBezTo>
                      <a:pt x="58746" y="2715"/>
                      <a:pt x="58781" y="2295"/>
                      <a:pt x="58808" y="1875"/>
                    </a:cubicBezTo>
                    <a:cubicBezTo>
                      <a:pt x="59015" y="1875"/>
                      <a:pt x="59221" y="1875"/>
                      <a:pt x="59433" y="1875"/>
                    </a:cubicBezTo>
                    <a:cubicBezTo>
                      <a:pt x="59433" y="3112"/>
                      <a:pt x="59433" y="4350"/>
                      <a:pt x="59433" y="5625"/>
                    </a:cubicBezTo>
                    <a:cubicBezTo>
                      <a:pt x="59640" y="5625"/>
                      <a:pt x="59846" y="5625"/>
                      <a:pt x="60058" y="5625"/>
                    </a:cubicBezTo>
                    <a:cubicBezTo>
                      <a:pt x="60055" y="5592"/>
                      <a:pt x="60055" y="5592"/>
                      <a:pt x="60036" y="5426"/>
                    </a:cubicBezTo>
                    <a:cubicBezTo>
                      <a:pt x="59993" y="4852"/>
                      <a:pt x="60047" y="4452"/>
                      <a:pt x="60417" y="3997"/>
                    </a:cubicBezTo>
                    <a:cubicBezTo>
                      <a:pt x="60594" y="3805"/>
                      <a:pt x="60733" y="3689"/>
                      <a:pt x="60996" y="3659"/>
                    </a:cubicBezTo>
                    <a:cubicBezTo>
                      <a:pt x="61325" y="3690"/>
                      <a:pt x="61582" y="3911"/>
                      <a:pt x="61789" y="4154"/>
                    </a:cubicBezTo>
                    <a:cubicBezTo>
                      <a:pt x="62013" y="4461"/>
                      <a:pt x="62114" y="4832"/>
                      <a:pt x="62215" y="5194"/>
                    </a:cubicBezTo>
                    <a:cubicBezTo>
                      <a:pt x="62223" y="5221"/>
                      <a:pt x="62231" y="5247"/>
                      <a:pt x="62239" y="5275"/>
                    </a:cubicBezTo>
                    <a:cubicBezTo>
                      <a:pt x="62259" y="5349"/>
                      <a:pt x="62279" y="5423"/>
                      <a:pt x="62298" y="5496"/>
                    </a:cubicBezTo>
                    <a:cubicBezTo>
                      <a:pt x="62350" y="5625"/>
                      <a:pt x="62350" y="5625"/>
                      <a:pt x="62459" y="5731"/>
                    </a:cubicBezTo>
                    <a:cubicBezTo>
                      <a:pt x="62558" y="5833"/>
                      <a:pt x="62558" y="5833"/>
                      <a:pt x="62582" y="5953"/>
                    </a:cubicBezTo>
                    <a:cubicBezTo>
                      <a:pt x="62581" y="5995"/>
                      <a:pt x="62580" y="6038"/>
                      <a:pt x="62579" y="6081"/>
                    </a:cubicBezTo>
                    <a:cubicBezTo>
                      <a:pt x="62578" y="6128"/>
                      <a:pt x="62577" y="6174"/>
                      <a:pt x="62577" y="6222"/>
                    </a:cubicBezTo>
                    <a:cubicBezTo>
                      <a:pt x="62575" y="6270"/>
                      <a:pt x="62573" y="6318"/>
                      <a:pt x="62571" y="6367"/>
                    </a:cubicBezTo>
                    <a:cubicBezTo>
                      <a:pt x="62570" y="6416"/>
                      <a:pt x="62569" y="6465"/>
                      <a:pt x="62569" y="6515"/>
                    </a:cubicBezTo>
                    <a:cubicBezTo>
                      <a:pt x="62566" y="6635"/>
                      <a:pt x="62562" y="6755"/>
                      <a:pt x="62558" y="6875"/>
                    </a:cubicBezTo>
                    <a:cubicBezTo>
                      <a:pt x="62713" y="6824"/>
                      <a:pt x="62846" y="6766"/>
                      <a:pt x="62975" y="6667"/>
                    </a:cubicBezTo>
                    <a:cubicBezTo>
                      <a:pt x="63041" y="6516"/>
                      <a:pt x="63043" y="6369"/>
                      <a:pt x="63047" y="6205"/>
                    </a:cubicBezTo>
                    <a:cubicBezTo>
                      <a:pt x="63048" y="6183"/>
                      <a:pt x="63048" y="6183"/>
                      <a:pt x="63056" y="6069"/>
                    </a:cubicBezTo>
                    <a:cubicBezTo>
                      <a:pt x="63065" y="5925"/>
                      <a:pt x="63073" y="5782"/>
                      <a:pt x="63079" y="5638"/>
                    </a:cubicBezTo>
                    <a:cubicBezTo>
                      <a:pt x="63088" y="5449"/>
                      <a:pt x="63099" y="5261"/>
                      <a:pt x="63112" y="5072"/>
                    </a:cubicBezTo>
                    <a:cubicBezTo>
                      <a:pt x="63113" y="5030"/>
                      <a:pt x="63114" y="4987"/>
                      <a:pt x="63115" y="4943"/>
                    </a:cubicBezTo>
                    <a:cubicBezTo>
                      <a:pt x="63133" y="4675"/>
                      <a:pt x="63189" y="4559"/>
                      <a:pt x="63391" y="4378"/>
                    </a:cubicBezTo>
                    <a:cubicBezTo>
                      <a:pt x="63603" y="4187"/>
                      <a:pt x="63654" y="4051"/>
                      <a:pt x="63679" y="3770"/>
                    </a:cubicBezTo>
                    <a:cubicBezTo>
                      <a:pt x="63681" y="3722"/>
                      <a:pt x="63684" y="3674"/>
                      <a:pt x="63686" y="3625"/>
                    </a:cubicBezTo>
                    <a:cubicBezTo>
                      <a:pt x="63690" y="3574"/>
                      <a:pt x="63694" y="3524"/>
                      <a:pt x="63699" y="3472"/>
                    </a:cubicBezTo>
                    <a:cubicBezTo>
                      <a:pt x="63709" y="3340"/>
                      <a:pt x="63717" y="3208"/>
                      <a:pt x="63725" y="3076"/>
                    </a:cubicBezTo>
                    <a:cubicBezTo>
                      <a:pt x="63734" y="2940"/>
                      <a:pt x="63744" y="2805"/>
                      <a:pt x="63755" y="2669"/>
                    </a:cubicBezTo>
                    <a:cubicBezTo>
                      <a:pt x="63775" y="2405"/>
                      <a:pt x="63792" y="2140"/>
                      <a:pt x="63808" y="1875"/>
                    </a:cubicBezTo>
                    <a:cubicBezTo>
                      <a:pt x="64015" y="1875"/>
                      <a:pt x="64221" y="1875"/>
                      <a:pt x="64433" y="1875"/>
                    </a:cubicBezTo>
                    <a:cubicBezTo>
                      <a:pt x="64435" y="1919"/>
                      <a:pt x="64437" y="1962"/>
                      <a:pt x="64439" y="2007"/>
                    </a:cubicBezTo>
                    <a:cubicBezTo>
                      <a:pt x="64455" y="2418"/>
                      <a:pt x="64473" y="2828"/>
                      <a:pt x="64493" y="3239"/>
                    </a:cubicBezTo>
                    <a:cubicBezTo>
                      <a:pt x="64504" y="3450"/>
                      <a:pt x="64513" y="3661"/>
                      <a:pt x="64521" y="3872"/>
                    </a:cubicBezTo>
                    <a:cubicBezTo>
                      <a:pt x="64529" y="4076"/>
                      <a:pt x="64539" y="4280"/>
                      <a:pt x="64550" y="4484"/>
                    </a:cubicBezTo>
                    <a:cubicBezTo>
                      <a:pt x="64553" y="4561"/>
                      <a:pt x="64557" y="4639"/>
                      <a:pt x="64559" y="4717"/>
                    </a:cubicBezTo>
                    <a:cubicBezTo>
                      <a:pt x="64581" y="5401"/>
                      <a:pt x="64581" y="5401"/>
                      <a:pt x="64851" y="5654"/>
                    </a:cubicBezTo>
                    <a:cubicBezTo>
                      <a:pt x="64888" y="5685"/>
                      <a:pt x="64926" y="5716"/>
                      <a:pt x="64964" y="5747"/>
                    </a:cubicBezTo>
                    <a:cubicBezTo>
                      <a:pt x="65086" y="5858"/>
                      <a:pt x="65111" y="5937"/>
                      <a:pt x="65127" y="6097"/>
                    </a:cubicBezTo>
                    <a:cubicBezTo>
                      <a:pt x="65127" y="6112"/>
                      <a:pt x="65127" y="6112"/>
                      <a:pt x="65130" y="6186"/>
                    </a:cubicBezTo>
                    <a:cubicBezTo>
                      <a:pt x="65131" y="6201"/>
                      <a:pt x="65131" y="6201"/>
                      <a:pt x="65139" y="6280"/>
                    </a:cubicBezTo>
                    <a:cubicBezTo>
                      <a:pt x="65152" y="6412"/>
                      <a:pt x="65160" y="6544"/>
                      <a:pt x="65169" y="6676"/>
                    </a:cubicBezTo>
                    <a:cubicBezTo>
                      <a:pt x="65176" y="6773"/>
                      <a:pt x="65186" y="6870"/>
                      <a:pt x="65195" y="6967"/>
                    </a:cubicBezTo>
                    <a:cubicBezTo>
                      <a:pt x="65196" y="6982"/>
                      <a:pt x="65196" y="6982"/>
                      <a:pt x="65198" y="7056"/>
                    </a:cubicBezTo>
                    <a:cubicBezTo>
                      <a:pt x="65208" y="7151"/>
                      <a:pt x="65218" y="7209"/>
                      <a:pt x="65267" y="7292"/>
                    </a:cubicBezTo>
                    <a:cubicBezTo>
                      <a:pt x="65398" y="7381"/>
                      <a:pt x="65535" y="7443"/>
                      <a:pt x="65683" y="7500"/>
                    </a:cubicBezTo>
                    <a:cubicBezTo>
                      <a:pt x="66055" y="6908"/>
                      <a:pt x="66145" y="6416"/>
                      <a:pt x="66161" y="5725"/>
                    </a:cubicBezTo>
                    <a:cubicBezTo>
                      <a:pt x="66193" y="4685"/>
                      <a:pt x="66193" y="4685"/>
                      <a:pt x="66405" y="4454"/>
                    </a:cubicBezTo>
                    <a:cubicBezTo>
                      <a:pt x="66616" y="4308"/>
                      <a:pt x="66816" y="4279"/>
                      <a:pt x="67070" y="4294"/>
                    </a:cubicBezTo>
                    <a:cubicBezTo>
                      <a:pt x="67526" y="4390"/>
                      <a:pt x="67853" y="4728"/>
                      <a:pt x="68122" y="5092"/>
                    </a:cubicBezTo>
                    <a:cubicBezTo>
                      <a:pt x="68221" y="5279"/>
                      <a:pt x="68209" y="5418"/>
                      <a:pt x="68183" y="5625"/>
                    </a:cubicBezTo>
                    <a:cubicBezTo>
                      <a:pt x="68390" y="5625"/>
                      <a:pt x="68596" y="5625"/>
                      <a:pt x="68808" y="5625"/>
                    </a:cubicBezTo>
                    <a:cubicBezTo>
                      <a:pt x="68808" y="4594"/>
                      <a:pt x="68808" y="3562"/>
                      <a:pt x="68808" y="2500"/>
                    </a:cubicBezTo>
                    <a:cubicBezTo>
                      <a:pt x="69433" y="2500"/>
                      <a:pt x="69433" y="2500"/>
                      <a:pt x="69624" y="2631"/>
                    </a:cubicBezTo>
                    <a:cubicBezTo>
                      <a:pt x="69700" y="2722"/>
                      <a:pt x="69700" y="2722"/>
                      <a:pt x="69772" y="2825"/>
                    </a:cubicBezTo>
                    <a:cubicBezTo>
                      <a:pt x="69798" y="2861"/>
                      <a:pt x="69824" y="2896"/>
                      <a:pt x="69851" y="2933"/>
                    </a:cubicBezTo>
                    <a:cubicBezTo>
                      <a:pt x="70202" y="3474"/>
                      <a:pt x="70219" y="4165"/>
                      <a:pt x="70267" y="4792"/>
                    </a:cubicBezTo>
                    <a:cubicBezTo>
                      <a:pt x="70432" y="4768"/>
                      <a:pt x="70597" y="4741"/>
                      <a:pt x="70761" y="4714"/>
                    </a:cubicBezTo>
                    <a:cubicBezTo>
                      <a:pt x="70808" y="4707"/>
                      <a:pt x="70854" y="4701"/>
                      <a:pt x="70901" y="4694"/>
                    </a:cubicBezTo>
                    <a:cubicBezTo>
                      <a:pt x="71203" y="4641"/>
                      <a:pt x="71439" y="4552"/>
                      <a:pt x="71648" y="4321"/>
                    </a:cubicBezTo>
                    <a:cubicBezTo>
                      <a:pt x="71831" y="4021"/>
                      <a:pt x="71779" y="3594"/>
                      <a:pt x="71786" y="3256"/>
                    </a:cubicBezTo>
                    <a:cubicBezTo>
                      <a:pt x="71815" y="2249"/>
                      <a:pt x="71815" y="2249"/>
                      <a:pt x="71983" y="2014"/>
                    </a:cubicBezTo>
                    <a:cubicBezTo>
                      <a:pt x="72190" y="1829"/>
                      <a:pt x="72470" y="1823"/>
                      <a:pt x="72734" y="1827"/>
                    </a:cubicBezTo>
                    <a:cubicBezTo>
                      <a:pt x="72899" y="1841"/>
                      <a:pt x="73028" y="1876"/>
                      <a:pt x="73142" y="2003"/>
                    </a:cubicBezTo>
                    <a:cubicBezTo>
                      <a:pt x="73232" y="2179"/>
                      <a:pt x="73224" y="2387"/>
                      <a:pt x="73231" y="2581"/>
                    </a:cubicBezTo>
                    <a:cubicBezTo>
                      <a:pt x="73235" y="2668"/>
                      <a:pt x="73240" y="2755"/>
                      <a:pt x="73245" y="2842"/>
                    </a:cubicBezTo>
                    <a:cubicBezTo>
                      <a:pt x="73259" y="3089"/>
                      <a:pt x="73272" y="3336"/>
                      <a:pt x="73283" y="3583"/>
                    </a:cubicBezTo>
                    <a:cubicBezTo>
                      <a:pt x="73354" y="5172"/>
                      <a:pt x="73354" y="5172"/>
                      <a:pt x="73808" y="5625"/>
                    </a:cubicBezTo>
                    <a:cubicBezTo>
                      <a:pt x="73969" y="5707"/>
                      <a:pt x="74120" y="5731"/>
                      <a:pt x="74297" y="5696"/>
                    </a:cubicBezTo>
                    <a:cubicBezTo>
                      <a:pt x="74454" y="5615"/>
                      <a:pt x="74454" y="5615"/>
                      <a:pt x="74505" y="5482"/>
                    </a:cubicBezTo>
                    <a:cubicBezTo>
                      <a:pt x="74532" y="5395"/>
                      <a:pt x="74550" y="5313"/>
                      <a:pt x="74563" y="5222"/>
                    </a:cubicBezTo>
                    <a:cubicBezTo>
                      <a:pt x="74577" y="5137"/>
                      <a:pt x="74577" y="5137"/>
                      <a:pt x="74642" y="5000"/>
                    </a:cubicBezTo>
                    <a:cubicBezTo>
                      <a:pt x="74779" y="5000"/>
                      <a:pt x="74917" y="5000"/>
                      <a:pt x="75058" y="5000"/>
                    </a:cubicBezTo>
                    <a:cubicBezTo>
                      <a:pt x="75058" y="4656"/>
                      <a:pt x="75058" y="4312"/>
                      <a:pt x="75058" y="3958"/>
                    </a:cubicBezTo>
                    <a:cubicBezTo>
                      <a:pt x="75227" y="3918"/>
                      <a:pt x="75396" y="3879"/>
                      <a:pt x="75566" y="3841"/>
                    </a:cubicBezTo>
                    <a:cubicBezTo>
                      <a:pt x="75614" y="3829"/>
                      <a:pt x="75662" y="3818"/>
                      <a:pt x="75711" y="3806"/>
                    </a:cubicBezTo>
                    <a:cubicBezTo>
                      <a:pt x="75735" y="3801"/>
                      <a:pt x="75735" y="3801"/>
                      <a:pt x="75852" y="3775"/>
                    </a:cubicBezTo>
                    <a:cubicBezTo>
                      <a:pt x="75873" y="3770"/>
                      <a:pt x="75873" y="3770"/>
                      <a:pt x="75981" y="3745"/>
                    </a:cubicBezTo>
                    <a:cubicBezTo>
                      <a:pt x="76100" y="3750"/>
                      <a:pt x="76100" y="3750"/>
                      <a:pt x="76216" y="3832"/>
                    </a:cubicBezTo>
                    <a:cubicBezTo>
                      <a:pt x="76326" y="3982"/>
                      <a:pt x="76346" y="4104"/>
                      <a:pt x="76360" y="4283"/>
                    </a:cubicBezTo>
                    <a:cubicBezTo>
                      <a:pt x="76366" y="4347"/>
                      <a:pt x="76373" y="4411"/>
                      <a:pt x="76380" y="4475"/>
                    </a:cubicBezTo>
                    <a:cubicBezTo>
                      <a:pt x="76390" y="4574"/>
                      <a:pt x="76399" y="4674"/>
                      <a:pt x="76408" y="4774"/>
                    </a:cubicBezTo>
                    <a:cubicBezTo>
                      <a:pt x="76446" y="5214"/>
                      <a:pt x="76492" y="5435"/>
                      <a:pt x="76843" y="5732"/>
                    </a:cubicBezTo>
                    <a:cubicBezTo>
                      <a:pt x="76985" y="5891"/>
                      <a:pt x="76976" y="6035"/>
                      <a:pt x="76970" y="6240"/>
                    </a:cubicBezTo>
                    <a:cubicBezTo>
                      <a:pt x="76966" y="6286"/>
                      <a:pt x="76963" y="6333"/>
                      <a:pt x="76959" y="6380"/>
                    </a:cubicBezTo>
                    <a:cubicBezTo>
                      <a:pt x="76958" y="6428"/>
                      <a:pt x="76956" y="6476"/>
                      <a:pt x="76954" y="6525"/>
                    </a:cubicBezTo>
                    <a:cubicBezTo>
                      <a:pt x="76949" y="6642"/>
                      <a:pt x="76941" y="6758"/>
                      <a:pt x="76933" y="6875"/>
                    </a:cubicBezTo>
                    <a:cubicBezTo>
                      <a:pt x="77140" y="6875"/>
                      <a:pt x="77346" y="6875"/>
                      <a:pt x="77558" y="6875"/>
                    </a:cubicBezTo>
                    <a:cubicBezTo>
                      <a:pt x="77554" y="6805"/>
                      <a:pt x="77549" y="6734"/>
                      <a:pt x="77544" y="6662"/>
                    </a:cubicBezTo>
                    <a:cubicBezTo>
                      <a:pt x="77540" y="6568"/>
                      <a:pt x="77536" y="6474"/>
                      <a:pt x="77532" y="6380"/>
                    </a:cubicBezTo>
                    <a:cubicBezTo>
                      <a:pt x="77529" y="6334"/>
                      <a:pt x="77525" y="6288"/>
                      <a:pt x="77522" y="6240"/>
                    </a:cubicBezTo>
                    <a:cubicBezTo>
                      <a:pt x="77517" y="6094"/>
                      <a:pt x="77523" y="5976"/>
                      <a:pt x="77558" y="5833"/>
                    </a:cubicBezTo>
                    <a:cubicBezTo>
                      <a:pt x="77650" y="5748"/>
                      <a:pt x="77650" y="5748"/>
                      <a:pt x="77764" y="5665"/>
                    </a:cubicBezTo>
                    <a:cubicBezTo>
                      <a:pt x="77980" y="5475"/>
                      <a:pt x="78020" y="5287"/>
                      <a:pt x="78041" y="5006"/>
                    </a:cubicBezTo>
                    <a:cubicBezTo>
                      <a:pt x="78051" y="4841"/>
                      <a:pt x="78057" y="4676"/>
                      <a:pt x="78061" y="4510"/>
                    </a:cubicBezTo>
                    <a:cubicBezTo>
                      <a:pt x="78065" y="4422"/>
                      <a:pt x="78069" y="4334"/>
                      <a:pt x="78074" y="4246"/>
                    </a:cubicBezTo>
                    <a:cubicBezTo>
                      <a:pt x="78084" y="4015"/>
                      <a:pt x="78093" y="3784"/>
                      <a:pt x="78100" y="3553"/>
                    </a:cubicBezTo>
                    <a:cubicBezTo>
                      <a:pt x="78109" y="3317"/>
                      <a:pt x="78119" y="3081"/>
                      <a:pt x="78130" y="2845"/>
                    </a:cubicBezTo>
                    <a:cubicBezTo>
                      <a:pt x="78150" y="2383"/>
                      <a:pt x="78167" y="1921"/>
                      <a:pt x="78183" y="1458"/>
                    </a:cubicBezTo>
                    <a:cubicBezTo>
                      <a:pt x="78352" y="1417"/>
                      <a:pt x="78521" y="1379"/>
                      <a:pt x="78691" y="1341"/>
                    </a:cubicBezTo>
                    <a:cubicBezTo>
                      <a:pt x="78739" y="1329"/>
                      <a:pt x="78787" y="1318"/>
                      <a:pt x="78836" y="1306"/>
                    </a:cubicBezTo>
                    <a:cubicBezTo>
                      <a:pt x="78860" y="1301"/>
                      <a:pt x="78860" y="1301"/>
                      <a:pt x="78977" y="1275"/>
                    </a:cubicBezTo>
                    <a:cubicBezTo>
                      <a:pt x="78998" y="1270"/>
                      <a:pt x="78998" y="1270"/>
                      <a:pt x="79106" y="1245"/>
                    </a:cubicBezTo>
                    <a:cubicBezTo>
                      <a:pt x="79225" y="1250"/>
                      <a:pt x="79225" y="1250"/>
                      <a:pt x="79344" y="1335"/>
                    </a:cubicBezTo>
                    <a:cubicBezTo>
                      <a:pt x="79454" y="1487"/>
                      <a:pt x="79456" y="1560"/>
                      <a:pt x="79447" y="1746"/>
                    </a:cubicBezTo>
                    <a:cubicBezTo>
                      <a:pt x="79446" y="1775"/>
                      <a:pt x="79445" y="1803"/>
                      <a:pt x="79444" y="1832"/>
                    </a:cubicBezTo>
                    <a:cubicBezTo>
                      <a:pt x="79442" y="1893"/>
                      <a:pt x="79439" y="1953"/>
                      <a:pt x="79436" y="2014"/>
                    </a:cubicBezTo>
                    <a:cubicBezTo>
                      <a:pt x="79432" y="2110"/>
                      <a:pt x="79429" y="2207"/>
                      <a:pt x="79426" y="2303"/>
                    </a:cubicBezTo>
                    <a:cubicBezTo>
                      <a:pt x="79419" y="2577"/>
                      <a:pt x="79411" y="2851"/>
                      <a:pt x="79398" y="3125"/>
                    </a:cubicBezTo>
                    <a:cubicBezTo>
                      <a:pt x="79390" y="3292"/>
                      <a:pt x="79385" y="3460"/>
                      <a:pt x="79382" y="3628"/>
                    </a:cubicBezTo>
                    <a:cubicBezTo>
                      <a:pt x="79380" y="3692"/>
                      <a:pt x="79378" y="3755"/>
                      <a:pt x="79374" y="3819"/>
                    </a:cubicBezTo>
                    <a:cubicBezTo>
                      <a:pt x="79361" y="4019"/>
                      <a:pt x="79355" y="4188"/>
                      <a:pt x="79433" y="4375"/>
                    </a:cubicBezTo>
                    <a:cubicBezTo>
                      <a:pt x="79555" y="4459"/>
                      <a:pt x="79689" y="4494"/>
                      <a:pt x="79833" y="4521"/>
                    </a:cubicBezTo>
                    <a:cubicBezTo>
                      <a:pt x="79918" y="4536"/>
                      <a:pt x="79918" y="4536"/>
                      <a:pt x="80058" y="4583"/>
                    </a:cubicBezTo>
                    <a:cubicBezTo>
                      <a:pt x="80135" y="4766"/>
                      <a:pt x="80119" y="4923"/>
                      <a:pt x="80098" y="5117"/>
                    </a:cubicBezTo>
                    <a:cubicBezTo>
                      <a:pt x="80095" y="5166"/>
                      <a:pt x="80092" y="5215"/>
                      <a:pt x="80089" y="5265"/>
                    </a:cubicBezTo>
                    <a:cubicBezTo>
                      <a:pt x="80081" y="5385"/>
                      <a:pt x="80070" y="5505"/>
                      <a:pt x="80058" y="5625"/>
                    </a:cubicBezTo>
                    <a:cubicBezTo>
                      <a:pt x="80265" y="5625"/>
                      <a:pt x="80471" y="5625"/>
                      <a:pt x="80683" y="5625"/>
                    </a:cubicBezTo>
                    <a:cubicBezTo>
                      <a:pt x="80682" y="5589"/>
                      <a:pt x="80682" y="5589"/>
                      <a:pt x="80676" y="5404"/>
                    </a:cubicBezTo>
                    <a:cubicBezTo>
                      <a:pt x="80674" y="5309"/>
                      <a:pt x="80672" y="5213"/>
                      <a:pt x="80670" y="5117"/>
                    </a:cubicBezTo>
                    <a:cubicBezTo>
                      <a:pt x="80669" y="5069"/>
                      <a:pt x="80667" y="5021"/>
                      <a:pt x="80665" y="4972"/>
                    </a:cubicBezTo>
                    <a:cubicBezTo>
                      <a:pt x="80665" y="4949"/>
                      <a:pt x="80665" y="4949"/>
                      <a:pt x="80663" y="4831"/>
                    </a:cubicBezTo>
                    <a:cubicBezTo>
                      <a:pt x="80663" y="4810"/>
                      <a:pt x="80663" y="4810"/>
                      <a:pt x="80660" y="4703"/>
                    </a:cubicBezTo>
                    <a:cubicBezTo>
                      <a:pt x="80683" y="4583"/>
                      <a:pt x="80683" y="4583"/>
                      <a:pt x="80892" y="4375"/>
                    </a:cubicBezTo>
                    <a:cubicBezTo>
                      <a:pt x="81235" y="4375"/>
                      <a:pt x="81579" y="4375"/>
                      <a:pt x="81933" y="4375"/>
                    </a:cubicBezTo>
                    <a:cubicBezTo>
                      <a:pt x="81933" y="3550"/>
                      <a:pt x="81933" y="2725"/>
                      <a:pt x="81933" y="1875"/>
                    </a:cubicBezTo>
                    <a:cubicBezTo>
                      <a:pt x="82140" y="1875"/>
                      <a:pt x="82346" y="1875"/>
                      <a:pt x="82558" y="1875"/>
                    </a:cubicBezTo>
                    <a:cubicBezTo>
                      <a:pt x="82721" y="2174"/>
                      <a:pt x="82721" y="2174"/>
                      <a:pt x="82751" y="2309"/>
                    </a:cubicBezTo>
                    <a:cubicBezTo>
                      <a:pt x="82755" y="2324"/>
                      <a:pt x="82755" y="2324"/>
                      <a:pt x="82772" y="2398"/>
                    </a:cubicBezTo>
                    <a:cubicBezTo>
                      <a:pt x="82775" y="2412"/>
                      <a:pt x="82775" y="2412"/>
                      <a:pt x="82793" y="2487"/>
                    </a:cubicBezTo>
                    <a:cubicBezTo>
                      <a:pt x="82815" y="2574"/>
                      <a:pt x="82839" y="2661"/>
                      <a:pt x="82863" y="2748"/>
                    </a:cubicBezTo>
                    <a:cubicBezTo>
                      <a:pt x="82878" y="2802"/>
                      <a:pt x="82891" y="2856"/>
                      <a:pt x="82904" y="2911"/>
                    </a:cubicBezTo>
                    <a:cubicBezTo>
                      <a:pt x="82940" y="3056"/>
                      <a:pt x="82971" y="3122"/>
                      <a:pt x="83084" y="3224"/>
                    </a:cubicBezTo>
                    <a:cubicBezTo>
                      <a:pt x="83228" y="3382"/>
                      <a:pt x="83210" y="3511"/>
                      <a:pt x="83204" y="3718"/>
                    </a:cubicBezTo>
                    <a:cubicBezTo>
                      <a:pt x="83203" y="3755"/>
                      <a:pt x="83203" y="3792"/>
                      <a:pt x="83203" y="3829"/>
                    </a:cubicBezTo>
                    <a:cubicBezTo>
                      <a:pt x="83202" y="3946"/>
                      <a:pt x="83199" y="4063"/>
                      <a:pt x="83196" y="4180"/>
                    </a:cubicBezTo>
                    <a:cubicBezTo>
                      <a:pt x="83195" y="4259"/>
                      <a:pt x="83194" y="4338"/>
                      <a:pt x="83194" y="4418"/>
                    </a:cubicBezTo>
                    <a:cubicBezTo>
                      <a:pt x="83191" y="4612"/>
                      <a:pt x="83188" y="4806"/>
                      <a:pt x="83183" y="5000"/>
                    </a:cubicBezTo>
                    <a:cubicBezTo>
                      <a:pt x="83397" y="5023"/>
                      <a:pt x="83595" y="5034"/>
                      <a:pt x="83808" y="5000"/>
                    </a:cubicBezTo>
                    <a:cubicBezTo>
                      <a:pt x="83940" y="4893"/>
                      <a:pt x="83986" y="4767"/>
                      <a:pt x="84043" y="4609"/>
                    </a:cubicBezTo>
                    <a:cubicBezTo>
                      <a:pt x="84074" y="4536"/>
                      <a:pt x="84105" y="4463"/>
                      <a:pt x="84135" y="4390"/>
                    </a:cubicBezTo>
                    <a:cubicBezTo>
                      <a:pt x="84183" y="4276"/>
                      <a:pt x="84226" y="4165"/>
                      <a:pt x="84261" y="4046"/>
                    </a:cubicBezTo>
                    <a:cubicBezTo>
                      <a:pt x="84301" y="3931"/>
                      <a:pt x="84301" y="3931"/>
                      <a:pt x="84433" y="3750"/>
                    </a:cubicBezTo>
                    <a:cubicBezTo>
                      <a:pt x="84640" y="3750"/>
                      <a:pt x="84846" y="3750"/>
                      <a:pt x="85058" y="3750"/>
                    </a:cubicBezTo>
                    <a:cubicBezTo>
                      <a:pt x="85058" y="4163"/>
                      <a:pt x="85058" y="4575"/>
                      <a:pt x="85058" y="5000"/>
                    </a:cubicBezTo>
                    <a:cubicBezTo>
                      <a:pt x="85265" y="5000"/>
                      <a:pt x="85471" y="5000"/>
                      <a:pt x="85683" y="5000"/>
                    </a:cubicBezTo>
                    <a:cubicBezTo>
                      <a:pt x="85784" y="4870"/>
                      <a:pt x="85803" y="4838"/>
                      <a:pt x="85827" y="4688"/>
                    </a:cubicBezTo>
                    <a:cubicBezTo>
                      <a:pt x="85834" y="4658"/>
                      <a:pt x="85841" y="4628"/>
                      <a:pt x="85848" y="4597"/>
                    </a:cubicBezTo>
                    <a:cubicBezTo>
                      <a:pt x="85865" y="4524"/>
                      <a:pt x="85879" y="4449"/>
                      <a:pt x="85892" y="4375"/>
                    </a:cubicBezTo>
                    <a:cubicBezTo>
                      <a:pt x="86450" y="4435"/>
                      <a:pt x="86980" y="4506"/>
                      <a:pt x="87387" y="4922"/>
                    </a:cubicBezTo>
                    <a:cubicBezTo>
                      <a:pt x="87688" y="5298"/>
                      <a:pt x="87606" y="5801"/>
                      <a:pt x="87558" y="6250"/>
                    </a:cubicBezTo>
                    <a:cubicBezTo>
                      <a:pt x="87765" y="6250"/>
                      <a:pt x="87971" y="6250"/>
                      <a:pt x="88183" y="6250"/>
                    </a:cubicBezTo>
                    <a:cubicBezTo>
                      <a:pt x="88180" y="6182"/>
                      <a:pt x="88177" y="6113"/>
                      <a:pt x="88173" y="6043"/>
                    </a:cubicBezTo>
                    <a:cubicBezTo>
                      <a:pt x="88163" y="5817"/>
                      <a:pt x="88156" y="5591"/>
                      <a:pt x="88151" y="5364"/>
                    </a:cubicBezTo>
                    <a:cubicBezTo>
                      <a:pt x="88148" y="5227"/>
                      <a:pt x="88143" y="5090"/>
                      <a:pt x="88136" y="4953"/>
                    </a:cubicBezTo>
                    <a:cubicBezTo>
                      <a:pt x="88099" y="4214"/>
                      <a:pt x="88099" y="4214"/>
                      <a:pt x="88183" y="3958"/>
                    </a:cubicBezTo>
                    <a:cubicBezTo>
                      <a:pt x="88299" y="3848"/>
                      <a:pt x="88431" y="3831"/>
                      <a:pt x="88584" y="3809"/>
                    </a:cubicBezTo>
                    <a:cubicBezTo>
                      <a:pt x="88668" y="3796"/>
                      <a:pt x="88668" y="3796"/>
                      <a:pt x="88808" y="3750"/>
                    </a:cubicBezTo>
                    <a:cubicBezTo>
                      <a:pt x="88892" y="3538"/>
                      <a:pt x="88868" y="3336"/>
                      <a:pt x="88848" y="3112"/>
                    </a:cubicBezTo>
                    <a:cubicBezTo>
                      <a:pt x="88844" y="3053"/>
                      <a:pt x="88841" y="2994"/>
                      <a:pt x="88839" y="2934"/>
                    </a:cubicBezTo>
                    <a:cubicBezTo>
                      <a:pt x="88832" y="2789"/>
                      <a:pt x="88821" y="2645"/>
                      <a:pt x="88808" y="2500"/>
                    </a:cubicBezTo>
                    <a:cubicBezTo>
                      <a:pt x="89343" y="2445"/>
                      <a:pt x="89343" y="2445"/>
                      <a:pt x="89540" y="2565"/>
                    </a:cubicBezTo>
                    <a:cubicBezTo>
                      <a:pt x="89630" y="2659"/>
                      <a:pt x="89701" y="2755"/>
                      <a:pt x="89772" y="2865"/>
                    </a:cubicBezTo>
                    <a:cubicBezTo>
                      <a:pt x="89798" y="2902"/>
                      <a:pt x="89824" y="2939"/>
                      <a:pt x="89851" y="2977"/>
                    </a:cubicBezTo>
                    <a:cubicBezTo>
                      <a:pt x="90102" y="3356"/>
                      <a:pt x="90187" y="3722"/>
                      <a:pt x="90267" y="4167"/>
                    </a:cubicBezTo>
                    <a:cubicBezTo>
                      <a:pt x="90542" y="4167"/>
                      <a:pt x="90817" y="4167"/>
                      <a:pt x="91100" y="4167"/>
                    </a:cubicBezTo>
                    <a:cubicBezTo>
                      <a:pt x="91169" y="3410"/>
                      <a:pt x="91238" y="2654"/>
                      <a:pt x="91308" y="1875"/>
                    </a:cubicBezTo>
                    <a:cubicBezTo>
                      <a:pt x="91515" y="1875"/>
                      <a:pt x="91721" y="1875"/>
                      <a:pt x="91933" y="1875"/>
                    </a:cubicBezTo>
                    <a:cubicBezTo>
                      <a:pt x="92071" y="2148"/>
                      <a:pt x="92071" y="2148"/>
                      <a:pt x="92094" y="2277"/>
                    </a:cubicBezTo>
                    <a:cubicBezTo>
                      <a:pt x="92206" y="2838"/>
                      <a:pt x="92344" y="3183"/>
                      <a:pt x="92793" y="3555"/>
                    </a:cubicBezTo>
                    <a:cubicBezTo>
                      <a:pt x="93039" y="3762"/>
                      <a:pt x="93201" y="3910"/>
                      <a:pt x="93237" y="4241"/>
                    </a:cubicBezTo>
                    <a:cubicBezTo>
                      <a:pt x="93244" y="4498"/>
                      <a:pt x="93221" y="4746"/>
                      <a:pt x="93183" y="5000"/>
                    </a:cubicBezTo>
                    <a:cubicBezTo>
                      <a:pt x="93390" y="5000"/>
                      <a:pt x="93596" y="5000"/>
                      <a:pt x="93808" y="5000"/>
                    </a:cubicBezTo>
                    <a:cubicBezTo>
                      <a:pt x="93808" y="4587"/>
                      <a:pt x="93808" y="4175"/>
                      <a:pt x="93808" y="3750"/>
                    </a:cubicBezTo>
                    <a:cubicBezTo>
                      <a:pt x="94015" y="3750"/>
                      <a:pt x="94221" y="3750"/>
                      <a:pt x="94433" y="3750"/>
                    </a:cubicBezTo>
                    <a:cubicBezTo>
                      <a:pt x="94433" y="4163"/>
                      <a:pt x="94433" y="4575"/>
                      <a:pt x="94433" y="5000"/>
                    </a:cubicBezTo>
                    <a:cubicBezTo>
                      <a:pt x="94640" y="5000"/>
                      <a:pt x="94846" y="5000"/>
                      <a:pt x="95058" y="5000"/>
                    </a:cubicBezTo>
                    <a:cubicBezTo>
                      <a:pt x="95159" y="4870"/>
                      <a:pt x="95178" y="4838"/>
                      <a:pt x="95202" y="4688"/>
                    </a:cubicBezTo>
                    <a:cubicBezTo>
                      <a:pt x="95209" y="4658"/>
                      <a:pt x="95216" y="4628"/>
                      <a:pt x="95223" y="4597"/>
                    </a:cubicBezTo>
                    <a:cubicBezTo>
                      <a:pt x="95240" y="4524"/>
                      <a:pt x="95254" y="4449"/>
                      <a:pt x="95267" y="4375"/>
                    </a:cubicBezTo>
                    <a:cubicBezTo>
                      <a:pt x="95825" y="4435"/>
                      <a:pt x="96355" y="4506"/>
                      <a:pt x="96762" y="4922"/>
                    </a:cubicBezTo>
                    <a:cubicBezTo>
                      <a:pt x="97063" y="5298"/>
                      <a:pt x="96981" y="5801"/>
                      <a:pt x="96933" y="6250"/>
                    </a:cubicBezTo>
                    <a:cubicBezTo>
                      <a:pt x="97140" y="6250"/>
                      <a:pt x="97346" y="6250"/>
                      <a:pt x="97558" y="6250"/>
                    </a:cubicBezTo>
                    <a:cubicBezTo>
                      <a:pt x="97558" y="5631"/>
                      <a:pt x="97558" y="5013"/>
                      <a:pt x="97558" y="4375"/>
                    </a:cubicBezTo>
                    <a:cubicBezTo>
                      <a:pt x="97765" y="4375"/>
                      <a:pt x="97971" y="4375"/>
                      <a:pt x="98183" y="4375"/>
                    </a:cubicBezTo>
                    <a:cubicBezTo>
                      <a:pt x="98252" y="4719"/>
                      <a:pt x="98321" y="5062"/>
                      <a:pt x="98392" y="5417"/>
                    </a:cubicBezTo>
                    <a:cubicBezTo>
                      <a:pt x="98559" y="5387"/>
                      <a:pt x="98727" y="5356"/>
                      <a:pt x="98900" y="5325"/>
                    </a:cubicBezTo>
                    <a:cubicBezTo>
                      <a:pt x="98952" y="5316"/>
                      <a:pt x="99004" y="5308"/>
                      <a:pt x="99059" y="5298"/>
                    </a:cubicBezTo>
                    <a:cubicBezTo>
                      <a:pt x="99412" y="5231"/>
                      <a:pt x="99412" y="5231"/>
                      <a:pt x="99538" y="5098"/>
                    </a:cubicBezTo>
                    <a:cubicBezTo>
                      <a:pt x="99690" y="4954"/>
                      <a:pt x="99827" y="4979"/>
                      <a:pt x="100030" y="4982"/>
                    </a:cubicBezTo>
                    <a:cubicBezTo>
                      <a:pt x="100078" y="4983"/>
                      <a:pt x="100126" y="4985"/>
                      <a:pt x="100175" y="4987"/>
                    </a:cubicBezTo>
                    <a:cubicBezTo>
                      <a:pt x="100224" y="4988"/>
                      <a:pt x="100273" y="4989"/>
                      <a:pt x="100323" y="4990"/>
                    </a:cubicBezTo>
                    <a:cubicBezTo>
                      <a:pt x="100443" y="4992"/>
                      <a:pt x="100563" y="4996"/>
                      <a:pt x="100683" y="5000"/>
                    </a:cubicBezTo>
                    <a:cubicBezTo>
                      <a:pt x="100680" y="4954"/>
                      <a:pt x="100677" y="4908"/>
                      <a:pt x="100673" y="4860"/>
                    </a:cubicBezTo>
                    <a:cubicBezTo>
                      <a:pt x="100573" y="3316"/>
                      <a:pt x="100573" y="3316"/>
                      <a:pt x="100957" y="2812"/>
                    </a:cubicBezTo>
                    <a:cubicBezTo>
                      <a:pt x="100981" y="2779"/>
                      <a:pt x="101006" y="2746"/>
                      <a:pt x="101031" y="2712"/>
                    </a:cubicBezTo>
                    <a:cubicBezTo>
                      <a:pt x="101163" y="2565"/>
                      <a:pt x="101273" y="2496"/>
                      <a:pt x="101470" y="2481"/>
                    </a:cubicBezTo>
                    <a:cubicBezTo>
                      <a:pt x="101625" y="2477"/>
                      <a:pt x="101778" y="2486"/>
                      <a:pt x="101933" y="2500"/>
                    </a:cubicBezTo>
                    <a:cubicBezTo>
                      <a:pt x="101930" y="2537"/>
                      <a:pt x="101927" y="2574"/>
                      <a:pt x="101923" y="2611"/>
                    </a:cubicBezTo>
                    <a:cubicBezTo>
                      <a:pt x="101843" y="3643"/>
                      <a:pt x="101843" y="3643"/>
                      <a:pt x="101995" y="3823"/>
                    </a:cubicBezTo>
                    <a:cubicBezTo>
                      <a:pt x="102131" y="3896"/>
                      <a:pt x="102268" y="3910"/>
                      <a:pt x="102419" y="3928"/>
                    </a:cubicBezTo>
                    <a:cubicBezTo>
                      <a:pt x="102465" y="3938"/>
                      <a:pt x="102511" y="3948"/>
                      <a:pt x="102558" y="3958"/>
                    </a:cubicBezTo>
                    <a:cubicBezTo>
                      <a:pt x="102618" y="4105"/>
                      <a:pt x="102598" y="4225"/>
                      <a:pt x="102558" y="4375"/>
                    </a:cubicBezTo>
                    <a:cubicBezTo>
                      <a:pt x="103005" y="4451"/>
                      <a:pt x="103005" y="4451"/>
                      <a:pt x="103183" y="4375"/>
                    </a:cubicBezTo>
                    <a:cubicBezTo>
                      <a:pt x="103268" y="4255"/>
                      <a:pt x="103293" y="4116"/>
                      <a:pt x="103313" y="3972"/>
                    </a:cubicBezTo>
                    <a:cubicBezTo>
                      <a:pt x="103327" y="3887"/>
                      <a:pt x="103327" y="3887"/>
                      <a:pt x="103392" y="3750"/>
                    </a:cubicBezTo>
                    <a:cubicBezTo>
                      <a:pt x="103529" y="3750"/>
                      <a:pt x="103667" y="3750"/>
                      <a:pt x="103808" y="3750"/>
                    </a:cubicBezTo>
                    <a:cubicBezTo>
                      <a:pt x="103808" y="3406"/>
                      <a:pt x="103808" y="3062"/>
                      <a:pt x="103808" y="2708"/>
                    </a:cubicBezTo>
                    <a:cubicBezTo>
                      <a:pt x="103977" y="2668"/>
                      <a:pt x="104146" y="2629"/>
                      <a:pt x="104316" y="2591"/>
                    </a:cubicBezTo>
                    <a:cubicBezTo>
                      <a:pt x="104364" y="2579"/>
                      <a:pt x="104412" y="2568"/>
                      <a:pt x="104461" y="2556"/>
                    </a:cubicBezTo>
                    <a:cubicBezTo>
                      <a:pt x="104485" y="2551"/>
                      <a:pt x="104485" y="2551"/>
                      <a:pt x="104602" y="2525"/>
                    </a:cubicBezTo>
                    <a:cubicBezTo>
                      <a:pt x="104623" y="2520"/>
                      <a:pt x="104623" y="2520"/>
                      <a:pt x="104731" y="2495"/>
                    </a:cubicBezTo>
                    <a:cubicBezTo>
                      <a:pt x="104850" y="2500"/>
                      <a:pt x="104850" y="2500"/>
                      <a:pt x="104968" y="2570"/>
                    </a:cubicBezTo>
                    <a:cubicBezTo>
                      <a:pt x="105125" y="2751"/>
                      <a:pt x="105084" y="3005"/>
                      <a:pt x="105079" y="3230"/>
                    </a:cubicBezTo>
                    <a:cubicBezTo>
                      <a:pt x="105079" y="3255"/>
                      <a:pt x="105079" y="3255"/>
                      <a:pt x="105078" y="3383"/>
                    </a:cubicBezTo>
                    <a:cubicBezTo>
                      <a:pt x="105077" y="3517"/>
                      <a:pt x="105075" y="3651"/>
                      <a:pt x="105073" y="3785"/>
                    </a:cubicBezTo>
                    <a:cubicBezTo>
                      <a:pt x="105070" y="3922"/>
                      <a:pt x="105070" y="4059"/>
                      <a:pt x="105069" y="4196"/>
                    </a:cubicBezTo>
                    <a:cubicBezTo>
                      <a:pt x="105066" y="4464"/>
                      <a:pt x="105063" y="4732"/>
                      <a:pt x="105058" y="5000"/>
                    </a:cubicBezTo>
                    <a:cubicBezTo>
                      <a:pt x="105270" y="5017"/>
                      <a:pt x="105473" y="5027"/>
                      <a:pt x="105683" y="5000"/>
                    </a:cubicBezTo>
                    <a:cubicBezTo>
                      <a:pt x="105759" y="4874"/>
                      <a:pt x="105768" y="4838"/>
                      <a:pt x="105775" y="4700"/>
                    </a:cubicBezTo>
                    <a:cubicBezTo>
                      <a:pt x="105792" y="4576"/>
                      <a:pt x="105816" y="4476"/>
                      <a:pt x="105892" y="4375"/>
                    </a:cubicBezTo>
                    <a:cubicBezTo>
                      <a:pt x="105993" y="4346"/>
                      <a:pt x="106087" y="4344"/>
                      <a:pt x="106192" y="4339"/>
                    </a:cubicBezTo>
                    <a:cubicBezTo>
                      <a:pt x="106394" y="4328"/>
                      <a:pt x="106567" y="4299"/>
                      <a:pt x="106725" y="4167"/>
                    </a:cubicBezTo>
                    <a:cubicBezTo>
                      <a:pt x="106893" y="3772"/>
                      <a:pt x="106843" y="3273"/>
                      <a:pt x="106842" y="2852"/>
                    </a:cubicBezTo>
                    <a:cubicBezTo>
                      <a:pt x="106846" y="1328"/>
                      <a:pt x="106846" y="1328"/>
                      <a:pt x="107381" y="762"/>
                    </a:cubicBezTo>
                    <a:cubicBezTo>
                      <a:pt x="107547" y="616"/>
                      <a:pt x="107689" y="564"/>
                      <a:pt x="107910" y="573"/>
                    </a:cubicBezTo>
                    <a:cubicBezTo>
                      <a:pt x="108005" y="584"/>
                      <a:pt x="108090" y="601"/>
                      <a:pt x="108183" y="625"/>
                    </a:cubicBezTo>
                    <a:cubicBezTo>
                      <a:pt x="108184" y="670"/>
                      <a:pt x="108185" y="715"/>
                      <a:pt x="108186" y="761"/>
                    </a:cubicBezTo>
                    <a:cubicBezTo>
                      <a:pt x="108225" y="2125"/>
                      <a:pt x="108225" y="2125"/>
                      <a:pt x="108504" y="2436"/>
                    </a:cubicBezTo>
                    <a:cubicBezTo>
                      <a:pt x="108636" y="2560"/>
                      <a:pt x="108780" y="2666"/>
                      <a:pt x="108925" y="2773"/>
                    </a:cubicBezTo>
                    <a:cubicBezTo>
                      <a:pt x="109176" y="2959"/>
                      <a:pt x="109390" y="3145"/>
                      <a:pt x="109463" y="3459"/>
                    </a:cubicBezTo>
                    <a:cubicBezTo>
                      <a:pt x="109560" y="4170"/>
                      <a:pt x="109494" y="4914"/>
                      <a:pt x="109433" y="5625"/>
                    </a:cubicBezTo>
                    <a:cubicBezTo>
                      <a:pt x="109640" y="5625"/>
                      <a:pt x="109846" y="5625"/>
                      <a:pt x="110058" y="5625"/>
                    </a:cubicBezTo>
                    <a:cubicBezTo>
                      <a:pt x="110055" y="5560"/>
                      <a:pt x="110052" y="5495"/>
                      <a:pt x="110048" y="5428"/>
                    </a:cubicBezTo>
                    <a:cubicBezTo>
                      <a:pt x="110038" y="5209"/>
                      <a:pt x="110031" y="4991"/>
                      <a:pt x="110026" y="4772"/>
                    </a:cubicBezTo>
                    <a:cubicBezTo>
                      <a:pt x="110023" y="4639"/>
                      <a:pt x="110018" y="4508"/>
                      <a:pt x="110011" y="4375"/>
                    </a:cubicBezTo>
                    <a:cubicBezTo>
                      <a:pt x="109982" y="3798"/>
                      <a:pt x="109988" y="3325"/>
                      <a:pt x="110334" y="2842"/>
                    </a:cubicBezTo>
                    <a:cubicBezTo>
                      <a:pt x="110346" y="2824"/>
                      <a:pt x="110346" y="2824"/>
                      <a:pt x="110408" y="2735"/>
                    </a:cubicBezTo>
                    <a:cubicBezTo>
                      <a:pt x="110487" y="2640"/>
                      <a:pt x="110487" y="2640"/>
                      <a:pt x="110683" y="2500"/>
                    </a:cubicBezTo>
                    <a:cubicBezTo>
                      <a:pt x="110890" y="2500"/>
                      <a:pt x="111096" y="2500"/>
                      <a:pt x="111308" y="2500"/>
                    </a:cubicBezTo>
                    <a:cubicBezTo>
                      <a:pt x="111308" y="3531"/>
                      <a:pt x="111308" y="4562"/>
                      <a:pt x="111308" y="5625"/>
                    </a:cubicBezTo>
                    <a:cubicBezTo>
                      <a:pt x="111933" y="5625"/>
                      <a:pt x="111933" y="5625"/>
                      <a:pt x="112082" y="5490"/>
                    </a:cubicBezTo>
                    <a:cubicBezTo>
                      <a:pt x="112132" y="5398"/>
                      <a:pt x="112132" y="5398"/>
                      <a:pt x="112175" y="5293"/>
                    </a:cubicBezTo>
                    <a:cubicBezTo>
                      <a:pt x="112192" y="5256"/>
                      <a:pt x="112208" y="5220"/>
                      <a:pt x="112225" y="5182"/>
                    </a:cubicBezTo>
                    <a:cubicBezTo>
                      <a:pt x="112465" y="4585"/>
                      <a:pt x="112431" y="3892"/>
                      <a:pt x="112445" y="3258"/>
                    </a:cubicBezTo>
                    <a:cubicBezTo>
                      <a:pt x="112473" y="2092"/>
                      <a:pt x="112473" y="2092"/>
                      <a:pt x="112839" y="1582"/>
                    </a:cubicBezTo>
                    <a:cubicBezTo>
                      <a:pt x="112863" y="1548"/>
                      <a:pt x="112887" y="1513"/>
                      <a:pt x="112912" y="1477"/>
                    </a:cubicBezTo>
                    <a:cubicBezTo>
                      <a:pt x="112990" y="1385"/>
                      <a:pt x="112990" y="1385"/>
                      <a:pt x="113183" y="1250"/>
                    </a:cubicBezTo>
                    <a:cubicBezTo>
                      <a:pt x="113390" y="1250"/>
                      <a:pt x="113596" y="1250"/>
                      <a:pt x="113808" y="1250"/>
                    </a:cubicBezTo>
                    <a:cubicBezTo>
                      <a:pt x="113808" y="2694"/>
                      <a:pt x="113808" y="4138"/>
                      <a:pt x="113808" y="5625"/>
                    </a:cubicBezTo>
                    <a:cubicBezTo>
                      <a:pt x="114015" y="5625"/>
                      <a:pt x="114221" y="5625"/>
                      <a:pt x="114433" y="5625"/>
                    </a:cubicBezTo>
                    <a:cubicBezTo>
                      <a:pt x="114539" y="5475"/>
                      <a:pt x="114562" y="5416"/>
                      <a:pt x="114594" y="5244"/>
                    </a:cubicBezTo>
                    <a:cubicBezTo>
                      <a:pt x="114615" y="5163"/>
                      <a:pt x="114636" y="5082"/>
                      <a:pt x="114658" y="5001"/>
                    </a:cubicBezTo>
                    <a:cubicBezTo>
                      <a:pt x="114668" y="4958"/>
                      <a:pt x="114678" y="4916"/>
                      <a:pt x="114688" y="4872"/>
                    </a:cubicBezTo>
                    <a:cubicBezTo>
                      <a:pt x="114959" y="3744"/>
                      <a:pt x="114959" y="3744"/>
                      <a:pt x="115392" y="3477"/>
                    </a:cubicBezTo>
                    <a:cubicBezTo>
                      <a:pt x="115463" y="3437"/>
                      <a:pt x="115534" y="3398"/>
                      <a:pt x="115605" y="3359"/>
                    </a:cubicBezTo>
                    <a:cubicBezTo>
                      <a:pt x="115856" y="3222"/>
                      <a:pt x="116049" y="3080"/>
                      <a:pt x="116137" y="2798"/>
                    </a:cubicBezTo>
                    <a:cubicBezTo>
                      <a:pt x="116292" y="2091"/>
                      <a:pt x="116299" y="1345"/>
                      <a:pt x="116308" y="625"/>
                    </a:cubicBezTo>
                    <a:cubicBezTo>
                      <a:pt x="116515" y="625"/>
                      <a:pt x="116721" y="625"/>
                      <a:pt x="116933" y="625"/>
                    </a:cubicBezTo>
                    <a:cubicBezTo>
                      <a:pt x="116938" y="693"/>
                      <a:pt x="116942" y="762"/>
                      <a:pt x="116946" y="832"/>
                    </a:cubicBezTo>
                    <a:cubicBezTo>
                      <a:pt x="116960" y="1058"/>
                      <a:pt x="116976" y="1285"/>
                      <a:pt x="116993" y="1511"/>
                    </a:cubicBezTo>
                    <a:cubicBezTo>
                      <a:pt x="117004" y="1648"/>
                      <a:pt x="117013" y="1785"/>
                      <a:pt x="117021" y="1922"/>
                    </a:cubicBezTo>
                    <a:cubicBezTo>
                      <a:pt x="117030" y="2080"/>
                      <a:pt x="117043" y="2237"/>
                      <a:pt x="117055" y="2395"/>
                    </a:cubicBezTo>
                    <a:cubicBezTo>
                      <a:pt x="117058" y="2444"/>
                      <a:pt x="117060" y="2493"/>
                      <a:pt x="117063" y="2544"/>
                    </a:cubicBezTo>
                    <a:cubicBezTo>
                      <a:pt x="117075" y="2680"/>
                      <a:pt x="117088" y="2790"/>
                      <a:pt x="117142" y="2917"/>
                    </a:cubicBezTo>
                    <a:cubicBezTo>
                      <a:pt x="117245" y="2992"/>
                      <a:pt x="117344" y="3035"/>
                      <a:pt x="117463" y="3082"/>
                    </a:cubicBezTo>
                    <a:cubicBezTo>
                      <a:pt x="117558" y="3125"/>
                      <a:pt x="117558" y="3125"/>
                      <a:pt x="117625" y="3244"/>
                    </a:cubicBezTo>
                    <a:cubicBezTo>
                      <a:pt x="117631" y="3287"/>
                      <a:pt x="117638" y="3329"/>
                      <a:pt x="117645" y="3373"/>
                    </a:cubicBezTo>
                    <a:cubicBezTo>
                      <a:pt x="117649" y="3396"/>
                      <a:pt x="117649" y="3396"/>
                      <a:pt x="117669" y="3514"/>
                    </a:cubicBezTo>
                    <a:cubicBezTo>
                      <a:pt x="117675" y="3561"/>
                      <a:pt x="117682" y="3609"/>
                      <a:pt x="117689" y="3659"/>
                    </a:cubicBezTo>
                    <a:cubicBezTo>
                      <a:pt x="117697" y="3707"/>
                      <a:pt x="117705" y="3756"/>
                      <a:pt x="117713" y="3806"/>
                    </a:cubicBezTo>
                    <a:cubicBezTo>
                      <a:pt x="117733" y="3926"/>
                      <a:pt x="117750" y="4046"/>
                      <a:pt x="117767" y="4167"/>
                    </a:cubicBezTo>
                    <a:cubicBezTo>
                      <a:pt x="118039" y="4231"/>
                      <a:pt x="118338" y="4289"/>
                      <a:pt x="118600" y="4167"/>
                    </a:cubicBezTo>
                    <a:cubicBezTo>
                      <a:pt x="118804" y="3912"/>
                      <a:pt x="118876" y="3564"/>
                      <a:pt x="118972" y="3257"/>
                    </a:cubicBezTo>
                    <a:cubicBezTo>
                      <a:pt x="119034" y="3074"/>
                      <a:pt x="119112" y="2912"/>
                      <a:pt x="119212" y="2747"/>
                    </a:cubicBezTo>
                    <a:cubicBezTo>
                      <a:pt x="119225" y="2722"/>
                      <a:pt x="119238" y="2696"/>
                      <a:pt x="119251" y="2669"/>
                    </a:cubicBezTo>
                    <a:cubicBezTo>
                      <a:pt x="119296" y="2600"/>
                      <a:pt x="119296" y="2600"/>
                      <a:pt x="119433" y="2500"/>
                    </a:cubicBezTo>
                    <a:cubicBezTo>
                      <a:pt x="119640" y="2500"/>
                      <a:pt x="119846" y="2500"/>
                      <a:pt x="120058" y="2500"/>
                    </a:cubicBezTo>
                    <a:cubicBezTo>
                      <a:pt x="120127" y="3256"/>
                      <a:pt x="120196" y="4013"/>
                      <a:pt x="120267" y="4792"/>
                    </a:cubicBezTo>
                    <a:cubicBezTo>
                      <a:pt x="121282" y="4870"/>
                      <a:pt x="121282" y="4870"/>
                      <a:pt x="121600" y="4891"/>
                    </a:cubicBezTo>
                    <a:cubicBezTo>
                      <a:pt x="122323" y="4950"/>
                      <a:pt x="122323" y="4950"/>
                      <a:pt x="122480" y="5101"/>
                    </a:cubicBezTo>
                    <a:cubicBezTo>
                      <a:pt x="122511" y="5139"/>
                      <a:pt x="122541" y="5177"/>
                      <a:pt x="122573" y="5216"/>
                    </a:cubicBezTo>
                    <a:cubicBezTo>
                      <a:pt x="122637" y="5283"/>
                      <a:pt x="122701" y="5349"/>
                      <a:pt x="122767" y="5417"/>
                    </a:cubicBezTo>
                    <a:cubicBezTo>
                      <a:pt x="123042" y="5417"/>
                      <a:pt x="123317" y="5417"/>
                      <a:pt x="123600" y="5417"/>
                    </a:cubicBezTo>
                    <a:cubicBezTo>
                      <a:pt x="123669" y="4042"/>
                      <a:pt x="123738" y="2667"/>
                      <a:pt x="123808" y="1250"/>
                    </a:cubicBezTo>
                    <a:cubicBezTo>
                      <a:pt x="124015" y="1250"/>
                      <a:pt x="124221" y="1250"/>
                      <a:pt x="124433" y="1250"/>
                    </a:cubicBezTo>
                    <a:cubicBezTo>
                      <a:pt x="124433" y="2694"/>
                      <a:pt x="124433" y="4138"/>
                      <a:pt x="124433" y="5625"/>
                    </a:cubicBezTo>
                    <a:cubicBezTo>
                      <a:pt x="124640" y="5625"/>
                      <a:pt x="124846" y="5625"/>
                      <a:pt x="125058" y="5625"/>
                    </a:cubicBezTo>
                    <a:cubicBezTo>
                      <a:pt x="125146" y="5495"/>
                      <a:pt x="125162" y="5459"/>
                      <a:pt x="125175" y="5312"/>
                    </a:cubicBezTo>
                    <a:cubicBezTo>
                      <a:pt x="125191" y="5187"/>
                      <a:pt x="125211" y="5119"/>
                      <a:pt x="125267" y="5000"/>
                    </a:cubicBezTo>
                    <a:cubicBezTo>
                      <a:pt x="125404" y="5000"/>
                      <a:pt x="125542" y="5000"/>
                      <a:pt x="125683" y="5000"/>
                    </a:cubicBezTo>
                    <a:cubicBezTo>
                      <a:pt x="125683" y="6031"/>
                      <a:pt x="125683" y="7062"/>
                      <a:pt x="125683" y="8125"/>
                    </a:cubicBezTo>
                    <a:cubicBezTo>
                      <a:pt x="125890" y="8125"/>
                      <a:pt x="126096" y="8125"/>
                      <a:pt x="126308" y="8125"/>
                    </a:cubicBezTo>
                    <a:cubicBezTo>
                      <a:pt x="126305" y="8071"/>
                      <a:pt x="126302" y="8018"/>
                      <a:pt x="126298" y="7963"/>
                    </a:cubicBezTo>
                    <a:cubicBezTo>
                      <a:pt x="126287" y="7761"/>
                      <a:pt x="126280" y="7560"/>
                      <a:pt x="126274" y="7358"/>
                    </a:cubicBezTo>
                    <a:cubicBezTo>
                      <a:pt x="126271" y="7271"/>
                      <a:pt x="126267" y="7185"/>
                      <a:pt x="126261" y="7098"/>
                    </a:cubicBezTo>
                    <a:cubicBezTo>
                      <a:pt x="126215" y="6349"/>
                      <a:pt x="126215" y="6349"/>
                      <a:pt x="126438" y="6051"/>
                    </a:cubicBezTo>
                    <a:cubicBezTo>
                      <a:pt x="126631" y="5835"/>
                      <a:pt x="126822" y="5626"/>
                      <a:pt x="127120" y="5589"/>
                    </a:cubicBezTo>
                    <a:cubicBezTo>
                      <a:pt x="127270" y="5580"/>
                      <a:pt x="127410" y="5597"/>
                      <a:pt x="127558" y="5625"/>
                    </a:cubicBezTo>
                    <a:cubicBezTo>
                      <a:pt x="127570" y="5725"/>
                      <a:pt x="127578" y="5824"/>
                      <a:pt x="127584" y="5925"/>
                    </a:cubicBezTo>
                    <a:cubicBezTo>
                      <a:pt x="127588" y="5952"/>
                      <a:pt x="127591" y="5981"/>
                      <a:pt x="127595" y="6010"/>
                    </a:cubicBezTo>
                    <a:cubicBezTo>
                      <a:pt x="127600" y="6105"/>
                      <a:pt x="127596" y="6161"/>
                      <a:pt x="127558" y="6250"/>
                    </a:cubicBezTo>
                    <a:cubicBezTo>
                      <a:pt x="127466" y="6295"/>
                      <a:pt x="127466" y="6295"/>
                      <a:pt x="127352" y="6335"/>
                    </a:cubicBezTo>
                    <a:cubicBezTo>
                      <a:pt x="127155" y="6428"/>
                      <a:pt x="127155" y="6428"/>
                      <a:pt x="127099" y="6554"/>
                    </a:cubicBezTo>
                    <a:cubicBezTo>
                      <a:pt x="127080" y="6677"/>
                      <a:pt x="127073" y="6796"/>
                      <a:pt x="127070" y="6920"/>
                    </a:cubicBezTo>
                    <a:cubicBezTo>
                      <a:pt x="127069" y="6942"/>
                      <a:pt x="127069" y="6942"/>
                      <a:pt x="127061" y="7056"/>
                    </a:cubicBezTo>
                    <a:cubicBezTo>
                      <a:pt x="127051" y="7200"/>
                      <a:pt x="127044" y="7343"/>
                      <a:pt x="127038" y="7487"/>
                    </a:cubicBezTo>
                    <a:cubicBezTo>
                      <a:pt x="126991" y="8504"/>
                      <a:pt x="126991" y="8504"/>
                      <a:pt x="126839" y="8670"/>
                    </a:cubicBezTo>
                    <a:cubicBezTo>
                      <a:pt x="126765" y="8731"/>
                      <a:pt x="126690" y="8790"/>
                      <a:pt x="126614" y="8849"/>
                    </a:cubicBezTo>
                    <a:cubicBezTo>
                      <a:pt x="126392" y="9099"/>
                      <a:pt x="126414" y="9497"/>
                      <a:pt x="126386" y="9818"/>
                    </a:cubicBezTo>
                    <a:cubicBezTo>
                      <a:pt x="126379" y="9896"/>
                      <a:pt x="126370" y="9975"/>
                      <a:pt x="126362" y="10053"/>
                    </a:cubicBezTo>
                    <a:cubicBezTo>
                      <a:pt x="126342" y="10244"/>
                      <a:pt x="126325" y="10434"/>
                      <a:pt x="126308" y="10625"/>
                    </a:cubicBezTo>
                    <a:cubicBezTo>
                      <a:pt x="126102" y="10625"/>
                      <a:pt x="125896" y="10625"/>
                      <a:pt x="125683" y="10625"/>
                    </a:cubicBezTo>
                    <a:cubicBezTo>
                      <a:pt x="125679" y="10577"/>
                      <a:pt x="125675" y="10528"/>
                      <a:pt x="125671" y="10479"/>
                    </a:cubicBezTo>
                    <a:cubicBezTo>
                      <a:pt x="125655" y="10298"/>
                      <a:pt x="125636" y="10117"/>
                      <a:pt x="125617" y="9936"/>
                    </a:cubicBezTo>
                    <a:cubicBezTo>
                      <a:pt x="125609" y="9858"/>
                      <a:pt x="125602" y="9780"/>
                      <a:pt x="125595" y="9702"/>
                    </a:cubicBezTo>
                    <a:cubicBezTo>
                      <a:pt x="125533" y="8969"/>
                      <a:pt x="125533" y="8969"/>
                      <a:pt x="125267" y="8744"/>
                    </a:cubicBezTo>
                    <a:cubicBezTo>
                      <a:pt x="125230" y="8713"/>
                      <a:pt x="125193" y="8683"/>
                      <a:pt x="125155" y="8652"/>
                    </a:cubicBezTo>
                    <a:cubicBezTo>
                      <a:pt x="124950" y="8419"/>
                      <a:pt x="124957" y="8084"/>
                      <a:pt x="124928" y="7786"/>
                    </a:cubicBezTo>
                    <a:cubicBezTo>
                      <a:pt x="124920" y="7718"/>
                      <a:pt x="124912" y="7650"/>
                      <a:pt x="124904" y="7581"/>
                    </a:cubicBezTo>
                    <a:cubicBezTo>
                      <a:pt x="124884" y="7415"/>
                      <a:pt x="124867" y="7250"/>
                      <a:pt x="124850" y="7083"/>
                    </a:cubicBezTo>
                    <a:cubicBezTo>
                      <a:pt x="124575" y="7083"/>
                      <a:pt x="124300" y="7083"/>
                      <a:pt x="124017" y="7083"/>
                    </a:cubicBezTo>
                    <a:cubicBezTo>
                      <a:pt x="123948" y="8183"/>
                      <a:pt x="123879" y="9283"/>
                      <a:pt x="123808" y="10417"/>
                    </a:cubicBezTo>
                    <a:cubicBezTo>
                      <a:pt x="123465" y="10485"/>
                      <a:pt x="123121" y="10554"/>
                      <a:pt x="122767" y="10625"/>
                    </a:cubicBezTo>
                    <a:cubicBezTo>
                      <a:pt x="122558" y="10417"/>
                      <a:pt x="122558" y="10417"/>
                      <a:pt x="122533" y="10281"/>
                    </a:cubicBezTo>
                    <a:cubicBezTo>
                      <a:pt x="122534" y="10255"/>
                      <a:pt x="122534" y="10255"/>
                      <a:pt x="122535" y="10125"/>
                    </a:cubicBezTo>
                    <a:cubicBezTo>
                      <a:pt x="122535" y="10097"/>
                      <a:pt x="122535" y="10068"/>
                      <a:pt x="122535" y="10039"/>
                    </a:cubicBezTo>
                    <a:cubicBezTo>
                      <a:pt x="122535" y="9945"/>
                      <a:pt x="122536" y="9852"/>
                      <a:pt x="122538" y="9758"/>
                    </a:cubicBezTo>
                    <a:cubicBezTo>
                      <a:pt x="122538" y="9693"/>
                      <a:pt x="122539" y="9628"/>
                      <a:pt x="122539" y="9563"/>
                    </a:cubicBezTo>
                    <a:cubicBezTo>
                      <a:pt x="122540" y="9392"/>
                      <a:pt x="122542" y="9221"/>
                      <a:pt x="122544" y="9050"/>
                    </a:cubicBezTo>
                    <a:cubicBezTo>
                      <a:pt x="122546" y="8876"/>
                      <a:pt x="122547" y="8701"/>
                      <a:pt x="122548" y="8527"/>
                    </a:cubicBezTo>
                    <a:cubicBezTo>
                      <a:pt x="122550" y="8184"/>
                      <a:pt x="122554" y="7842"/>
                      <a:pt x="122558" y="7500"/>
                    </a:cubicBezTo>
                    <a:cubicBezTo>
                      <a:pt x="122352" y="7500"/>
                      <a:pt x="122146" y="7500"/>
                      <a:pt x="121933" y="7500"/>
                    </a:cubicBezTo>
                    <a:cubicBezTo>
                      <a:pt x="121933" y="8050"/>
                      <a:pt x="121933" y="8600"/>
                      <a:pt x="121933" y="9167"/>
                    </a:cubicBezTo>
                    <a:cubicBezTo>
                      <a:pt x="121766" y="9205"/>
                      <a:pt x="121598" y="9244"/>
                      <a:pt x="121425" y="9284"/>
                    </a:cubicBezTo>
                    <a:cubicBezTo>
                      <a:pt x="121373" y="9297"/>
                      <a:pt x="121321" y="9309"/>
                      <a:pt x="121266" y="9322"/>
                    </a:cubicBezTo>
                    <a:cubicBezTo>
                      <a:pt x="121225" y="9331"/>
                      <a:pt x="121183" y="9340"/>
                      <a:pt x="121140" y="9350"/>
                    </a:cubicBezTo>
                    <a:cubicBezTo>
                      <a:pt x="121097" y="9360"/>
                      <a:pt x="121055" y="9369"/>
                      <a:pt x="121011" y="9380"/>
                    </a:cubicBezTo>
                    <a:cubicBezTo>
                      <a:pt x="120892" y="9375"/>
                      <a:pt x="120892" y="9375"/>
                      <a:pt x="120773" y="9305"/>
                    </a:cubicBezTo>
                    <a:cubicBezTo>
                      <a:pt x="120617" y="9124"/>
                      <a:pt x="120658" y="8870"/>
                      <a:pt x="120663" y="8645"/>
                    </a:cubicBezTo>
                    <a:cubicBezTo>
                      <a:pt x="120663" y="8594"/>
                      <a:pt x="120664" y="8544"/>
                      <a:pt x="120664" y="8492"/>
                    </a:cubicBezTo>
                    <a:cubicBezTo>
                      <a:pt x="120665" y="8358"/>
                      <a:pt x="120667" y="8224"/>
                      <a:pt x="120669" y="8090"/>
                    </a:cubicBezTo>
                    <a:cubicBezTo>
                      <a:pt x="120671" y="7953"/>
                      <a:pt x="120672" y="7816"/>
                      <a:pt x="120673" y="7679"/>
                    </a:cubicBezTo>
                    <a:cubicBezTo>
                      <a:pt x="120675" y="7411"/>
                      <a:pt x="120679" y="7143"/>
                      <a:pt x="120683" y="6875"/>
                    </a:cubicBezTo>
                    <a:cubicBezTo>
                      <a:pt x="120469" y="6852"/>
                      <a:pt x="120272" y="6841"/>
                      <a:pt x="120058" y="6875"/>
                    </a:cubicBezTo>
                    <a:cubicBezTo>
                      <a:pt x="119927" y="6982"/>
                      <a:pt x="119881" y="7108"/>
                      <a:pt x="119824" y="7266"/>
                    </a:cubicBezTo>
                    <a:cubicBezTo>
                      <a:pt x="119793" y="7339"/>
                      <a:pt x="119762" y="7412"/>
                      <a:pt x="119731" y="7485"/>
                    </a:cubicBezTo>
                    <a:cubicBezTo>
                      <a:pt x="119684" y="7599"/>
                      <a:pt x="119641" y="7710"/>
                      <a:pt x="119606" y="7829"/>
                    </a:cubicBezTo>
                    <a:cubicBezTo>
                      <a:pt x="119565" y="7944"/>
                      <a:pt x="119565" y="7944"/>
                      <a:pt x="119433" y="8125"/>
                    </a:cubicBezTo>
                    <a:cubicBezTo>
                      <a:pt x="119227" y="8125"/>
                      <a:pt x="119021" y="8125"/>
                      <a:pt x="118808" y="8125"/>
                    </a:cubicBezTo>
                    <a:cubicBezTo>
                      <a:pt x="118808" y="7506"/>
                      <a:pt x="118808" y="6888"/>
                      <a:pt x="118808" y="6250"/>
                    </a:cubicBezTo>
                    <a:cubicBezTo>
                      <a:pt x="118418" y="6562"/>
                      <a:pt x="118418" y="6562"/>
                      <a:pt x="118297" y="6661"/>
                    </a:cubicBezTo>
                    <a:cubicBezTo>
                      <a:pt x="118265" y="6687"/>
                      <a:pt x="118232" y="6712"/>
                      <a:pt x="118198" y="6738"/>
                    </a:cubicBezTo>
                    <a:cubicBezTo>
                      <a:pt x="118165" y="6764"/>
                      <a:pt x="118132" y="6791"/>
                      <a:pt x="118099" y="6818"/>
                    </a:cubicBezTo>
                    <a:cubicBezTo>
                      <a:pt x="117975" y="6875"/>
                      <a:pt x="117975" y="6875"/>
                      <a:pt x="117558" y="6875"/>
                    </a:cubicBezTo>
                    <a:cubicBezTo>
                      <a:pt x="117558" y="6462"/>
                      <a:pt x="117558" y="6050"/>
                      <a:pt x="117558" y="5625"/>
                    </a:cubicBezTo>
                    <a:cubicBezTo>
                      <a:pt x="117285" y="5938"/>
                      <a:pt x="117285" y="5938"/>
                      <a:pt x="117203" y="6036"/>
                    </a:cubicBezTo>
                    <a:cubicBezTo>
                      <a:pt x="117131" y="6113"/>
                      <a:pt x="117131" y="6113"/>
                      <a:pt x="116933" y="6250"/>
                    </a:cubicBezTo>
                    <a:cubicBezTo>
                      <a:pt x="116727" y="6250"/>
                      <a:pt x="116521" y="6250"/>
                      <a:pt x="116308" y="6250"/>
                    </a:cubicBezTo>
                    <a:cubicBezTo>
                      <a:pt x="116308" y="5837"/>
                      <a:pt x="116308" y="5425"/>
                      <a:pt x="116308" y="5000"/>
                    </a:cubicBezTo>
                    <a:cubicBezTo>
                      <a:pt x="116102" y="5000"/>
                      <a:pt x="115896" y="5000"/>
                      <a:pt x="115683" y="5000"/>
                    </a:cubicBezTo>
                    <a:cubicBezTo>
                      <a:pt x="115689" y="5045"/>
                      <a:pt x="115694" y="5090"/>
                      <a:pt x="115700" y="5136"/>
                    </a:cubicBezTo>
                    <a:cubicBezTo>
                      <a:pt x="115839" y="6396"/>
                      <a:pt x="115839" y="6396"/>
                      <a:pt x="115639" y="6744"/>
                    </a:cubicBezTo>
                    <a:cubicBezTo>
                      <a:pt x="115508" y="6905"/>
                      <a:pt x="115342" y="7026"/>
                      <a:pt x="115175" y="7148"/>
                    </a:cubicBezTo>
                    <a:cubicBezTo>
                      <a:pt x="114806" y="7422"/>
                      <a:pt x="114624" y="7663"/>
                      <a:pt x="114547" y="8125"/>
                    </a:cubicBezTo>
                    <a:cubicBezTo>
                      <a:pt x="114510" y="8389"/>
                      <a:pt x="114488" y="8654"/>
                      <a:pt x="114473" y="8919"/>
                    </a:cubicBezTo>
                    <a:cubicBezTo>
                      <a:pt x="114471" y="8946"/>
                      <a:pt x="114469" y="8972"/>
                      <a:pt x="114468" y="9000"/>
                    </a:cubicBezTo>
                    <a:cubicBezTo>
                      <a:pt x="114448" y="9333"/>
                      <a:pt x="114437" y="9666"/>
                      <a:pt x="114433" y="10000"/>
                    </a:cubicBezTo>
                    <a:cubicBezTo>
                      <a:pt x="114218" y="10055"/>
                      <a:pt x="114021" y="10080"/>
                      <a:pt x="113808" y="10000"/>
                    </a:cubicBezTo>
                    <a:cubicBezTo>
                      <a:pt x="113484" y="9776"/>
                      <a:pt x="113238" y="9411"/>
                      <a:pt x="113152" y="9027"/>
                    </a:cubicBezTo>
                    <a:cubicBezTo>
                      <a:pt x="113108" y="8674"/>
                      <a:pt x="113126" y="8323"/>
                      <a:pt x="113144" y="7969"/>
                    </a:cubicBezTo>
                    <a:cubicBezTo>
                      <a:pt x="113148" y="7862"/>
                      <a:pt x="113150" y="7756"/>
                      <a:pt x="113153" y="7649"/>
                    </a:cubicBezTo>
                    <a:cubicBezTo>
                      <a:pt x="113160" y="7391"/>
                      <a:pt x="113170" y="7133"/>
                      <a:pt x="113183" y="6875"/>
                    </a:cubicBezTo>
                    <a:cubicBezTo>
                      <a:pt x="112977" y="6875"/>
                      <a:pt x="112771" y="6875"/>
                      <a:pt x="112558" y="6875"/>
                    </a:cubicBezTo>
                    <a:cubicBezTo>
                      <a:pt x="112558" y="7631"/>
                      <a:pt x="112558" y="8388"/>
                      <a:pt x="112558" y="9167"/>
                    </a:cubicBezTo>
                    <a:cubicBezTo>
                      <a:pt x="112215" y="9235"/>
                      <a:pt x="111871" y="9304"/>
                      <a:pt x="111517" y="9375"/>
                    </a:cubicBezTo>
                    <a:cubicBezTo>
                      <a:pt x="111308" y="9167"/>
                      <a:pt x="111308" y="9167"/>
                      <a:pt x="111285" y="9047"/>
                    </a:cubicBezTo>
                    <a:cubicBezTo>
                      <a:pt x="111286" y="9005"/>
                      <a:pt x="111287" y="8962"/>
                      <a:pt x="111288" y="8919"/>
                    </a:cubicBezTo>
                    <a:cubicBezTo>
                      <a:pt x="111289" y="8872"/>
                      <a:pt x="111289" y="8826"/>
                      <a:pt x="111290" y="8778"/>
                    </a:cubicBezTo>
                    <a:cubicBezTo>
                      <a:pt x="111292" y="8730"/>
                      <a:pt x="111294" y="8682"/>
                      <a:pt x="111295" y="8633"/>
                    </a:cubicBezTo>
                    <a:cubicBezTo>
                      <a:pt x="111296" y="8584"/>
                      <a:pt x="111297" y="8535"/>
                      <a:pt x="111298" y="8485"/>
                    </a:cubicBezTo>
                    <a:cubicBezTo>
                      <a:pt x="111301" y="8365"/>
                      <a:pt x="111304" y="8245"/>
                      <a:pt x="111308" y="8125"/>
                    </a:cubicBezTo>
                    <a:cubicBezTo>
                      <a:pt x="111102" y="8125"/>
                      <a:pt x="110896" y="8125"/>
                      <a:pt x="110683" y="8125"/>
                    </a:cubicBezTo>
                    <a:cubicBezTo>
                      <a:pt x="110688" y="8195"/>
                      <a:pt x="110693" y="8266"/>
                      <a:pt x="110698" y="8338"/>
                    </a:cubicBezTo>
                    <a:cubicBezTo>
                      <a:pt x="110702" y="8432"/>
                      <a:pt x="110706" y="8526"/>
                      <a:pt x="110709" y="8620"/>
                    </a:cubicBezTo>
                    <a:cubicBezTo>
                      <a:pt x="110713" y="8666"/>
                      <a:pt x="110716" y="8712"/>
                      <a:pt x="110720" y="8760"/>
                    </a:cubicBezTo>
                    <a:cubicBezTo>
                      <a:pt x="110730" y="9116"/>
                      <a:pt x="110730" y="9116"/>
                      <a:pt x="110593" y="9264"/>
                    </a:cubicBezTo>
                    <a:cubicBezTo>
                      <a:pt x="110556" y="9294"/>
                      <a:pt x="110520" y="9324"/>
                      <a:pt x="110481" y="9355"/>
                    </a:cubicBezTo>
                    <a:cubicBezTo>
                      <a:pt x="110155" y="9642"/>
                      <a:pt x="110171" y="10032"/>
                      <a:pt x="110136" y="10443"/>
                    </a:cubicBezTo>
                    <a:cubicBezTo>
                      <a:pt x="110129" y="10521"/>
                      <a:pt x="110120" y="10600"/>
                      <a:pt x="110112" y="10678"/>
                    </a:cubicBezTo>
                    <a:cubicBezTo>
                      <a:pt x="110092" y="10869"/>
                      <a:pt x="110075" y="11059"/>
                      <a:pt x="110058" y="11250"/>
                    </a:cubicBezTo>
                    <a:cubicBezTo>
                      <a:pt x="109852" y="11250"/>
                      <a:pt x="109646" y="11250"/>
                      <a:pt x="109433" y="11250"/>
                    </a:cubicBezTo>
                    <a:cubicBezTo>
                      <a:pt x="109429" y="11164"/>
                      <a:pt x="109425" y="11078"/>
                      <a:pt x="109421" y="10989"/>
                    </a:cubicBezTo>
                    <a:cubicBezTo>
                      <a:pt x="109407" y="10703"/>
                      <a:pt x="109391" y="10417"/>
                      <a:pt x="109373" y="10131"/>
                    </a:cubicBezTo>
                    <a:cubicBezTo>
                      <a:pt x="109363" y="9957"/>
                      <a:pt x="109353" y="9784"/>
                      <a:pt x="109345" y="9611"/>
                    </a:cubicBezTo>
                    <a:cubicBezTo>
                      <a:pt x="109338" y="9443"/>
                      <a:pt x="109328" y="9276"/>
                      <a:pt x="109317" y="9108"/>
                    </a:cubicBezTo>
                    <a:cubicBezTo>
                      <a:pt x="109313" y="9045"/>
                      <a:pt x="109310" y="8981"/>
                      <a:pt x="109308" y="8918"/>
                    </a:cubicBezTo>
                    <a:cubicBezTo>
                      <a:pt x="109294" y="8584"/>
                      <a:pt x="109274" y="8347"/>
                      <a:pt x="109017" y="8105"/>
                    </a:cubicBezTo>
                    <a:cubicBezTo>
                      <a:pt x="108998" y="8089"/>
                      <a:pt x="108998" y="8089"/>
                      <a:pt x="108904" y="8008"/>
                    </a:cubicBezTo>
                    <a:cubicBezTo>
                      <a:pt x="108761" y="7871"/>
                      <a:pt x="108738" y="7749"/>
                      <a:pt x="108722" y="7557"/>
                    </a:cubicBezTo>
                    <a:cubicBezTo>
                      <a:pt x="108720" y="7541"/>
                      <a:pt x="108720" y="7541"/>
                      <a:pt x="108710" y="7461"/>
                    </a:cubicBezTo>
                    <a:cubicBezTo>
                      <a:pt x="108697" y="7361"/>
                      <a:pt x="108688" y="7261"/>
                      <a:pt x="108678" y="7161"/>
                    </a:cubicBezTo>
                    <a:cubicBezTo>
                      <a:pt x="108670" y="7093"/>
                      <a:pt x="108662" y="7025"/>
                      <a:pt x="108654" y="6956"/>
                    </a:cubicBezTo>
                    <a:cubicBezTo>
                      <a:pt x="108634" y="6790"/>
                      <a:pt x="108617" y="6625"/>
                      <a:pt x="108600" y="6458"/>
                    </a:cubicBezTo>
                    <a:cubicBezTo>
                      <a:pt x="108325" y="6458"/>
                      <a:pt x="108050" y="6458"/>
                      <a:pt x="107767" y="6458"/>
                    </a:cubicBezTo>
                    <a:cubicBezTo>
                      <a:pt x="107766" y="6499"/>
                      <a:pt x="107766" y="6499"/>
                      <a:pt x="107764" y="6704"/>
                    </a:cubicBezTo>
                    <a:cubicBezTo>
                      <a:pt x="107760" y="6972"/>
                      <a:pt x="107751" y="7239"/>
                      <a:pt x="107739" y="7507"/>
                    </a:cubicBezTo>
                    <a:cubicBezTo>
                      <a:pt x="107732" y="7669"/>
                      <a:pt x="107727" y="7831"/>
                      <a:pt x="107726" y="7994"/>
                    </a:cubicBezTo>
                    <a:cubicBezTo>
                      <a:pt x="107720" y="8857"/>
                      <a:pt x="107720" y="8857"/>
                      <a:pt x="107558" y="9167"/>
                    </a:cubicBezTo>
                    <a:cubicBezTo>
                      <a:pt x="107297" y="9369"/>
                      <a:pt x="106952" y="9405"/>
                      <a:pt x="106629" y="9393"/>
                    </a:cubicBezTo>
                    <a:cubicBezTo>
                      <a:pt x="106517" y="9375"/>
                      <a:pt x="106517" y="9375"/>
                      <a:pt x="106384" y="9301"/>
                    </a:cubicBezTo>
                    <a:cubicBezTo>
                      <a:pt x="106272" y="9103"/>
                      <a:pt x="106260" y="8915"/>
                      <a:pt x="106242" y="8691"/>
                    </a:cubicBezTo>
                    <a:cubicBezTo>
                      <a:pt x="106238" y="8645"/>
                      <a:pt x="106234" y="8599"/>
                      <a:pt x="106229" y="8551"/>
                    </a:cubicBezTo>
                    <a:cubicBezTo>
                      <a:pt x="106216" y="8405"/>
                      <a:pt x="106203" y="8259"/>
                      <a:pt x="106191" y="8112"/>
                    </a:cubicBezTo>
                    <a:cubicBezTo>
                      <a:pt x="106182" y="8013"/>
                      <a:pt x="106173" y="7913"/>
                      <a:pt x="106164" y="7814"/>
                    </a:cubicBezTo>
                    <a:cubicBezTo>
                      <a:pt x="106142" y="7570"/>
                      <a:pt x="106120" y="7327"/>
                      <a:pt x="106100" y="7083"/>
                    </a:cubicBezTo>
                    <a:cubicBezTo>
                      <a:pt x="105964" y="7077"/>
                      <a:pt x="105827" y="7074"/>
                      <a:pt x="105691" y="7070"/>
                    </a:cubicBezTo>
                    <a:cubicBezTo>
                      <a:pt x="105671" y="7069"/>
                      <a:pt x="105671" y="7069"/>
                      <a:pt x="105573" y="7065"/>
                    </a:cubicBezTo>
                    <a:cubicBezTo>
                      <a:pt x="105467" y="7063"/>
                      <a:pt x="105371" y="7064"/>
                      <a:pt x="105267" y="7083"/>
                    </a:cubicBezTo>
                    <a:cubicBezTo>
                      <a:pt x="105187" y="7175"/>
                      <a:pt x="105187" y="7175"/>
                      <a:pt x="105150" y="7292"/>
                    </a:cubicBezTo>
                    <a:cubicBezTo>
                      <a:pt x="105119" y="7360"/>
                      <a:pt x="105089" y="7429"/>
                      <a:pt x="105058" y="7500"/>
                    </a:cubicBezTo>
                    <a:cubicBezTo>
                      <a:pt x="104852" y="7500"/>
                      <a:pt x="104646" y="7500"/>
                      <a:pt x="104433" y="7500"/>
                    </a:cubicBezTo>
                    <a:cubicBezTo>
                      <a:pt x="104365" y="6950"/>
                      <a:pt x="104296" y="6400"/>
                      <a:pt x="104225" y="5833"/>
                    </a:cubicBezTo>
                    <a:cubicBezTo>
                      <a:pt x="103566" y="5791"/>
                      <a:pt x="103566" y="5791"/>
                      <a:pt x="103283" y="5783"/>
                    </a:cubicBezTo>
                    <a:cubicBezTo>
                      <a:pt x="103090" y="5776"/>
                      <a:pt x="102897" y="5769"/>
                      <a:pt x="102705" y="5755"/>
                    </a:cubicBezTo>
                    <a:cubicBezTo>
                      <a:pt x="101854" y="5694"/>
                      <a:pt x="101854" y="5694"/>
                      <a:pt x="101517" y="5833"/>
                    </a:cubicBezTo>
                    <a:cubicBezTo>
                      <a:pt x="101274" y="6083"/>
                      <a:pt x="101209" y="6417"/>
                      <a:pt x="101136" y="6748"/>
                    </a:cubicBezTo>
                    <a:cubicBezTo>
                      <a:pt x="101081" y="6941"/>
                      <a:pt x="100983" y="7092"/>
                      <a:pt x="100866" y="7253"/>
                    </a:cubicBezTo>
                    <a:cubicBezTo>
                      <a:pt x="100847" y="7278"/>
                      <a:pt x="100829" y="7304"/>
                      <a:pt x="100810" y="7330"/>
                    </a:cubicBezTo>
                    <a:cubicBezTo>
                      <a:pt x="100769" y="7388"/>
                      <a:pt x="100726" y="7444"/>
                      <a:pt x="100683" y="7500"/>
                    </a:cubicBezTo>
                    <a:cubicBezTo>
                      <a:pt x="100267" y="7292"/>
                      <a:pt x="99850" y="7083"/>
                      <a:pt x="99433" y="6875"/>
                    </a:cubicBezTo>
                    <a:cubicBezTo>
                      <a:pt x="99433" y="7700"/>
                      <a:pt x="99433" y="8525"/>
                      <a:pt x="99433" y="9375"/>
                    </a:cubicBezTo>
                    <a:cubicBezTo>
                      <a:pt x="98808" y="9375"/>
                      <a:pt x="98808" y="9375"/>
                      <a:pt x="98611" y="9229"/>
                    </a:cubicBezTo>
                    <a:cubicBezTo>
                      <a:pt x="98531" y="9131"/>
                      <a:pt x="98531" y="9131"/>
                      <a:pt x="98457" y="9023"/>
                    </a:cubicBezTo>
                    <a:cubicBezTo>
                      <a:pt x="98430" y="8987"/>
                      <a:pt x="98404" y="8951"/>
                      <a:pt x="98376" y="8913"/>
                    </a:cubicBezTo>
                    <a:cubicBezTo>
                      <a:pt x="98088" y="8470"/>
                      <a:pt x="98127" y="8006"/>
                      <a:pt x="98183" y="7500"/>
                    </a:cubicBezTo>
                    <a:cubicBezTo>
                      <a:pt x="97977" y="7500"/>
                      <a:pt x="97771" y="7500"/>
                      <a:pt x="97558" y="7500"/>
                    </a:cubicBezTo>
                    <a:cubicBezTo>
                      <a:pt x="97558" y="8531"/>
                      <a:pt x="97558" y="9562"/>
                      <a:pt x="97558" y="10625"/>
                    </a:cubicBezTo>
                    <a:cubicBezTo>
                      <a:pt x="96933" y="10625"/>
                      <a:pt x="96933" y="10625"/>
                      <a:pt x="96736" y="10494"/>
                    </a:cubicBezTo>
                    <a:cubicBezTo>
                      <a:pt x="96656" y="10403"/>
                      <a:pt x="96656" y="10403"/>
                      <a:pt x="96582" y="10300"/>
                    </a:cubicBezTo>
                    <a:cubicBezTo>
                      <a:pt x="96556" y="10264"/>
                      <a:pt x="96529" y="10228"/>
                      <a:pt x="96502" y="10191"/>
                    </a:cubicBezTo>
                    <a:cubicBezTo>
                      <a:pt x="96271" y="9826"/>
                      <a:pt x="96246" y="9460"/>
                      <a:pt x="96243" y="9036"/>
                    </a:cubicBezTo>
                    <a:cubicBezTo>
                      <a:pt x="96242" y="9005"/>
                      <a:pt x="96242" y="8973"/>
                      <a:pt x="96241" y="8941"/>
                    </a:cubicBezTo>
                    <a:cubicBezTo>
                      <a:pt x="96234" y="8427"/>
                      <a:pt x="96234" y="8427"/>
                      <a:pt x="96401" y="8216"/>
                    </a:cubicBezTo>
                    <a:cubicBezTo>
                      <a:pt x="96475" y="8149"/>
                      <a:pt x="96550" y="8084"/>
                      <a:pt x="96626" y="8019"/>
                    </a:cubicBezTo>
                    <a:cubicBezTo>
                      <a:pt x="96803" y="7836"/>
                      <a:pt x="96821" y="7614"/>
                      <a:pt x="96855" y="7370"/>
                    </a:cubicBezTo>
                    <a:cubicBezTo>
                      <a:pt x="96863" y="7322"/>
                      <a:pt x="96871" y="7274"/>
                      <a:pt x="96880" y="7225"/>
                    </a:cubicBezTo>
                    <a:cubicBezTo>
                      <a:pt x="96899" y="7109"/>
                      <a:pt x="96917" y="6992"/>
                      <a:pt x="96933" y="6875"/>
                    </a:cubicBezTo>
                    <a:cubicBezTo>
                      <a:pt x="96724" y="6825"/>
                      <a:pt x="96510" y="6780"/>
                      <a:pt x="96308" y="6875"/>
                    </a:cubicBezTo>
                    <a:cubicBezTo>
                      <a:pt x="96127" y="7077"/>
                      <a:pt x="96036" y="7346"/>
                      <a:pt x="95938" y="7596"/>
                    </a:cubicBezTo>
                    <a:cubicBezTo>
                      <a:pt x="95863" y="7777"/>
                      <a:pt x="95774" y="7951"/>
                      <a:pt x="95683" y="8125"/>
                    </a:cubicBezTo>
                    <a:cubicBezTo>
                      <a:pt x="95578" y="8101"/>
                      <a:pt x="95475" y="8075"/>
                      <a:pt x="95371" y="8047"/>
                    </a:cubicBezTo>
                    <a:cubicBezTo>
                      <a:pt x="95341" y="8040"/>
                      <a:pt x="95311" y="8034"/>
                      <a:pt x="95280" y="8027"/>
                    </a:cubicBezTo>
                    <a:cubicBezTo>
                      <a:pt x="95188" y="8001"/>
                      <a:pt x="95129" y="7982"/>
                      <a:pt x="95058" y="7917"/>
                    </a:cubicBezTo>
                    <a:cubicBezTo>
                      <a:pt x="95031" y="7775"/>
                      <a:pt x="95040" y="7643"/>
                      <a:pt x="95058" y="7500"/>
                    </a:cubicBezTo>
                    <a:cubicBezTo>
                      <a:pt x="95035" y="7519"/>
                      <a:pt x="95012" y="7538"/>
                      <a:pt x="94989" y="7557"/>
                    </a:cubicBezTo>
                    <a:cubicBezTo>
                      <a:pt x="94882" y="7644"/>
                      <a:pt x="94775" y="7728"/>
                      <a:pt x="94668" y="7812"/>
                    </a:cubicBezTo>
                    <a:cubicBezTo>
                      <a:pt x="94631" y="7842"/>
                      <a:pt x="94595" y="7872"/>
                      <a:pt x="94558" y="7903"/>
                    </a:cubicBezTo>
                    <a:cubicBezTo>
                      <a:pt x="94540" y="7917"/>
                      <a:pt x="94540" y="7917"/>
                      <a:pt x="94448" y="7988"/>
                    </a:cubicBezTo>
                    <a:cubicBezTo>
                      <a:pt x="94415" y="8014"/>
                      <a:pt x="94382" y="8041"/>
                      <a:pt x="94349" y="8068"/>
                    </a:cubicBezTo>
                    <a:cubicBezTo>
                      <a:pt x="94225" y="8125"/>
                      <a:pt x="94225" y="8125"/>
                      <a:pt x="93808" y="8125"/>
                    </a:cubicBezTo>
                    <a:cubicBezTo>
                      <a:pt x="93808" y="7712"/>
                      <a:pt x="93808" y="7300"/>
                      <a:pt x="93808" y="6875"/>
                    </a:cubicBezTo>
                    <a:cubicBezTo>
                      <a:pt x="93602" y="6875"/>
                      <a:pt x="93396" y="6875"/>
                      <a:pt x="93183" y="6875"/>
                    </a:cubicBezTo>
                    <a:cubicBezTo>
                      <a:pt x="93183" y="7288"/>
                      <a:pt x="93183" y="7700"/>
                      <a:pt x="93183" y="8125"/>
                    </a:cubicBezTo>
                    <a:cubicBezTo>
                      <a:pt x="92977" y="8125"/>
                      <a:pt x="92771" y="8125"/>
                      <a:pt x="92558" y="8125"/>
                    </a:cubicBezTo>
                    <a:cubicBezTo>
                      <a:pt x="92558" y="7300"/>
                      <a:pt x="92558" y="6475"/>
                      <a:pt x="92558" y="5625"/>
                    </a:cubicBezTo>
                    <a:cubicBezTo>
                      <a:pt x="92352" y="5625"/>
                      <a:pt x="92146" y="5625"/>
                      <a:pt x="91933" y="5625"/>
                    </a:cubicBezTo>
                    <a:cubicBezTo>
                      <a:pt x="91933" y="6244"/>
                      <a:pt x="91933" y="6862"/>
                      <a:pt x="91933" y="7500"/>
                    </a:cubicBezTo>
                    <a:cubicBezTo>
                      <a:pt x="91727" y="7500"/>
                      <a:pt x="91521" y="7500"/>
                      <a:pt x="91308" y="7500"/>
                    </a:cubicBezTo>
                    <a:cubicBezTo>
                      <a:pt x="91308" y="7087"/>
                      <a:pt x="91308" y="6675"/>
                      <a:pt x="91308" y="6250"/>
                    </a:cubicBezTo>
                    <a:cubicBezTo>
                      <a:pt x="91102" y="6250"/>
                      <a:pt x="90896" y="6250"/>
                      <a:pt x="90683" y="6250"/>
                    </a:cubicBezTo>
                    <a:cubicBezTo>
                      <a:pt x="90683" y="6869"/>
                      <a:pt x="90683" y="7487"/>
                      <a:pt x="90683" y="8125"/>
                    </a:cubicBezTo>
                    <a:cubicBezTo>
                      <a:pt x="90477" y="8125"/>
                      <a:pt x="90271" y="8125"/>
                      <a:pt x="90058" y="8125"/>
                    </a:cubicBezTo>
                    <a:cubicBezTo>
                      <a:pt x="89967" y="7917"/>
                      <a:pt x="89967" y="7917"/>
                      <a:pt x="89930" y="7801"/>
                    </a:cubicBezTo>
                    <a:cubicBezTo>
                      <a:pt x="89850" y="7708"/>
                      <a:pt x="89850" y="7708"/>
                      <a:pt x="89761" y="7689"/>
                    </a:cubicBezTo>
                    <a:cubicBezTo>
                      <a:pt x="89513" y="7670"/>
                      <a:pt x="89264" y="7686"/>
                      <a:pt x="89017" y="7708"/>
                    </a:cubicBezTo>
                    <a:cubicBezTo>
                      <a:pt x="89016" y="7751"/>
                      <a:pt x="89015" y="7795"/>
                      <a:pt x="89014" y="7839"/>
                    </a:cubicBezTo>
                    <a:cubicBezTo>
                      <a:pt x="88984" y="8840"/>
                      <a:pt x="88984" y="8840"/>
                      <a:pt x="88808" y="9167"/>
                    </a:cubicBezTo>
                    <a:cubicBezTo>
                      <a:pt x="88551" y="9386"/>
                      <a:pt x="88209" y="9398"/>
                      <a:pt x="87883" y="9403"/>
                    </a:cubicBezTo>
                    <a:cubicBezTo>
                      <a:pt x="87716" y="9363"/>
                      <a:pt x="87658" y="9305"/>
                      <a:pt x="87558" y="9167"/>
                    </a:cubicBezTo>
                    <a:cubicBezTo>
                      <a:pt x="87531" y="9038"/>
                      <a:pt x="87534" y="8913"/>
                      <a:pt x="87538" y="8782"/>
                    </a:cubicBezTo>
                    <a:cubicBezTo>
                      <a:pt x="87538" y="8763"/>
                      <a:pt x="87538" y="8763"/>
                      <a:pt x="87539" y="8671"/>
                    </a:cubicBezTo>
                    <a:cubicBezTo>
                      <a:pt x="87540" y="8554"/>
                      <a:pt x="87543" y="8437"/>
                      <a:pt x="87545" y="8320"/>
                    </a:cubicBezTo>
                    <a:cubicBezTo>
                      <a:pt x="87546" y="8241"/>
                      <a:pt x="87547" y="8162"/>
                      <a:pt x="87548" y="8082"/>
                    </a:cubicBezTo>
                    <a:cubicBezTo>
                      <a:pt x="87550" y="7888"/>
                      <a:pt x="87554" y="7694"/>
                      <a:pt x="87558" y="7500"/>
                    </a:cubicBezTo>
                    <a:cubicBezTo>
                      <a:pt x="87541" y="7521"/>
                      <a:pt x="87524" y="7542"/>
                      <a:pt x="87506" y="7563"/>
                    </a:cubicBezTo>
                    <a:cubicBezTo>
                      <a:pt x="87028" y="8130"/>
                      <a:pt x="87028" y="8130"/>
                      <a:pt x="86753" y="8166"/>
                    </a:cubicBezTo>
                    <a:cubicBezTo>
                      <a:pt x="86598" y="8174"/>
                      <a:pt x="86466" y="8148"/>
                      <a:pt x="86308" y="8125"/>
                    </a:cubicBezTo>
                    <a:cubicBezTo>
                      <a:pt x="86308" y="7919"/>
                      <a:pt x="86308" y="7712"/>
                      <a:pt x="86308" y="7500"/>
                    </a:cubicBezTo>
                    <a:cubicBezTo>
                      <a:pt x="86253" y="7545"/>
                      <a:pt x="86198" y="7590"/>
                      <a:pt x="86141" y="7637"/>
                    </a:cubicBezTo>
                    <a:cubicBezTo>
                      <a:pt x="86066" y="7695"/>
                      <a:pt x="85992" y="7754"/>
                      <a:pt x="85918" y="7812"/>
                    </a:cubicBezTo>
                    <a:cubicBezTo>
                      <a:pt x="85881" y="7842"/>
                      <a:pt x="85845" y="7872"/>
                      <a:pt x="85808" y="7903"/>
                    </a:cubicBezTo>
                    <a:cubicBezTo>
                      <a:pt x="85790" y="7917"/>
                      <a:pt x="85790" y="7917"/>
                      <a:pt x="85698" y="7988"/>
                    </a:cubicBezTo>
                    <a:cubicBezTo>
                      <a:pt x="85665" y="8014"/>
                      <a:pt x="85632" y="8041"/>
                      <a:pt x="85599" y="8068"/>
                    </a:cubicBezTo>
                    <a:cubicBezTo>
                      <a:pt x="85475" y="8125"/>
                      <a:pt x="85475" y="8125"/>
                      <a:pt x="85058" y="8125"/>
                    </a:cubicBezTo>
                    <a:cubicBezTo>
                      <a:pt x="85058" y="7506"/>
                      <a:pt x="85058" y="6888"/>
                      <a:pt x="85058" y="6250"/>
                    </a:cubicBezTo>
                    <a:cubicBezTo>
                      <a:pt x="84852" y="6250"/>
                      <a:pt x="84646" y="6250"/>
                      <a:pt x="84433" y="6250"/>
                    </a:cubicBezTo>
                    <a:cubicBezTo>
                      <a:pt x="84437" y="6299"/>
                      <a:pt x="84440" y="6349"/>
                      <a:pt x="84443" y="6400"/>
                    </a:cubicBezTo>
                    <a:cubicBezTo>
                      <a:pt x="84455" y="6583"/>
                      <a:pt x="84462" y="6767"/>
                      <a:pt x="84468" y="6951"/>
                    </a:cubicBezTo>
                    <a:cubicBezTo>
                      <a:pt x="84471" y="7030"/>
                      <a:pt x="84475" y="7110"/>
                      <a:pt x="84480" y="7189"/>
                    </a:cubicBezTo>
                    <a:cubicBezTo>
                      <a:pt x="84516" y="7723"/>
                      <a:pt x="84516" y="7723"/>
                      <a:pt x="84433" y="7917"/>
                    </a:cubicBezTo>
                    <a:cubicBezTo>
                      <a:pt x="84262" y="8071"/>
                      <a:pt x="84030" y="8099"/>
                      <a:pt x="83808" y="8125"/>
                    </a:cubicBezTo>
                    <a:cubicBezTo>
                      <a:pt x="83810" y="8094"/>
                      <a:pt x="83811" y="8064"/>
                      <a:pt x="83812" y="8032"/>
                    </a:cubicBezTo>
                    <a:cubicBezTo>
                      <a:pt x="83818" y="7700"/>
                      <a:pt x="83808" y="7356"/>
                      <a:pt x="83600" y="7083"/>
                    </a:cubicBezTo>
                    <a:cubicBezTo>
                      <a:pt x="83192" y="6880"/>
                      <a:pt x="82679" y="6918"/>
                      <a:pt x="82234" y="6915"/>
                    </a:cubicBezTo>
                    <a:cubicBezTo>
                      <a:pt x="82059" y="6913"/>
                      <a:pt x="81885" y="6905"/>
                      <a:pt x="81710" y="6898"/>
                    </a:cubicBezTo>
                    <a:cubicBezTo>
                      <a:pt x="81368" y="6885"/>
                      <a:pt x="81026" y="6878"/>
                      <a:pt x="80683" y="6875"/>
                    </a:cubicBezTo>
                    <a:cubicBezTo>
                      <a:pt x="80684" y="6888"/>
                      <a:pt x="80684" y="6888"/>
                      <a:pt x="80688" y="6956"/>
                    </a:cubicBezTo>
                    <a:cubicBezTo>
                      <a:pt x="80700" y="7214"/>
                      <a:pt x="80710" y="7471"/>
                      <a:pt x="80716" y="7728"/>
                    </a:cubicBezTo>
                    <a:cubicBezTo>
                      <a:pt x="80719" y="7861"/>
                      <a:pt x="80724" y="7992"/>
                      <a:pt x="80730" y="8125"/>
                    </a:cubicBezTo>
                    <a:cubicBezTo>
                      <a:pt x="80760" y="8702"/>
                      <a:pt x="80754" y="9175"/>
                      <a:pt x="80407" y="9658"/>
                    </a:cubicBezTo>
                    <a:cubicBezTo>
                      <a:pt x="80383" y="9693"/>
                      <a:pt x="80359" y="9729"/>
                      <a:pt x="80334" y="9765"/>
                    </a:cubicBezTo>
                    <a:cubicBezTo>
                      <a:pt x="80255" y="9860"/>
                      <a:pt x="80255" y="9860"/>
                      <a:pt x="80058" y="10000"/>
                    </a:cubicBezTo>
                    <a:cubicBezTo>
                      <a:pt x="79852" y="10000"/>
                      <a:pt x="79646" y="10000"/>
                      <a:pt x="79433" y="10000"/>
                    </a:cubicBezTo>
                    <a:cubicBezTo>
                      <a:pt x="79433" y="8556"/>
                      <a:pt x="79433" y="7112"/>
                      <a:pt x="79433" y="5625"/>
                    </a:cubicBezTo>
                    <a:cubicBezTo>
                      <a:pt x="79227" y="5625"/>
                      <a:pt x="79021" y="5625"/>
                      <a:pt x="78808" y="5625"/>
                    </a:cubicBezTo>
                    <a:cubicBezTo>
                      <a:pt x="78813" y="5695"/>
                      <a:pt x="78818" y="5766"/>
                      <a:pt x="78823" y="5838"/>
                    </a:cubicBezTo>
                    <a:cubicBezTo>
                      <a:pt x="78859" y="6592"/>
                      <a:pt x="78859" y="6592"/>
                      <a:pt x="78723" y="6792"/>
                    </a:cubicBezTo>
                    <a:cubicBezTo>
                      <a:pt x="78649" y="6848"/>
                      <a:pt x="78574" y="6904"/>
                      <a:pt x="78498" y="6958"/>
                    </a:cubicBezTo>
                    <a:cubicBezTo>
                      <a:pt x="78229" y="7208"/>
                      <a:pt x="78233" y="7782"/>
                      <a:pt x="78183" y="8125"/>
                    </a:cubicBezTo>
                    <a:cubicBezTo>
                      <a:pt x="77977" y="8125"/>
                      <a:pt x="77771" y="8125"/>
                      <a:pt x="77558" y="8125"/>
                    </a:cubicBezTo>
                    <a:cubicBezTo>
                      <a:pt x="77558" y="8675"/>
                      <a:pt x="77558" y="9225"/>
                      <a:pt x="77558" y="9792"/>
                    </a:cubicBezTo>
                    <a:cubicBezTo>
                      <a:pt x="77391" y="9830"/>
                      <a:pt x="77223" y="9869"/>
                      <a:pt x="77050" y="9909"/>
                    </a:cubicBezTo>
                    <a:cubicBezTo>
                      <a:pt x="76998" y="9922"/>
                      <a:pt x="76946" y="9934"/>
                      <a:pt x="76891" y="9947"/>
                    </a:cubicBezTo>
                    <a:cubicBezTo>
                      <a:pt x="76850" y="9956"/>
                      <a:pt x="76808" y="9965"/>
                      <a:pt x="76765" y="9975"/>
                    </a:cubicBezTo>
                    <a:cubicBezTo>
                      <a:pt x="76722" y="9985"/>
                      <a:pt x="76680" y="9994"/>
                      <a:pt x="76636" y="10005"/>
                    </a:cubicBezTo>
                    <a:cubicBezTo>
                      <a:pt x="76517" y="10000"/>
                      <a:pt x="76517" y="10000"/>
                      <a:pt x="76400" y="9934"/>
                    </a:cubicBezTo>
                    <a:cubicBezTo>
                      <a:pt x="76250" y="9759"/>
                      <a:pt x="76269" y="9513"/>
                      <a:pt x="76260" y="9294"/>
                    </a:cubicBezTo>
                    <a:cubicBezTo>
                      <a:pt x="76257" y="9207"/>
                      <a:pt x="76252" y="9120"/>
                      <a:pt x="76247" y="9033"/>
                    </a:cubicBezTo>
                    <a:cubicBezTo>
                      <a:pt x="76232" y="8786"/>
                      <a:pt x="76220" y="8539"/>
                      <a:pt x="76209" y="8292"/>
                    </a:cubicBezTo>
                    <a:cubicBezTo>
                      <a:pt x="76155" y="7090"/>
                      <a:pt x="76155" y="7090"/>
                      <a:pt x="75905" y="6583"/>
                    </a:cubicBezTo>
                    <a:cubicBezTo>
                      <a:pt x="75897" y="6566"/>
                      <a:pt x="75897" y="6566"/>
                      <a:pt x="75855" y="6480"/>
                    </a:cubicBezTo>
                    <a:cubicBezTo>
                      <a:pt x="75786" y="6357"/>
                      <a:pt x="75735" y="6270"/>
                      <a:pt x="75600" y="6217"/>
                    </a:cubicBezTo>
                    <a:cubicBezTo>
                      <a:pt x="75410" y="6184"/>
                      <a:pt x="75245" y="6205"/>
                      <a:pt x="75058" y="6250"/>
                    </a:cubicBezTo>
                    <a:cubicBezTo>
                      <a:pt x="75062" y="6277"/>
                      <a:pt x="75065" y="6304"/>
                      <a:pt x="75068" y="6332"/>
                    </a:cubicBezTo>
                    <a:cubicBezTo>
                      <a:pt x="75125" y="6880"/>
                      <a:pt x="75118" y="7316"/>
                      <a:pt x="74785" y="7773"/>
                    </a:cubicBezTo>
                    <a:cubicBezTo>
                      <a:pt x="74760" y="7809"/>
                      <a:pt x="74736" y="7845"/>
                      <a:pt x="74711" y="7881"/>
                    </a:cubicBezTo>
                    <a:cubicBezTo>
                      <a:pt x="74609" y="8007"/>
                      <a:pt x="74522" y="8108"/>
                      <a:pt x="74356" y="8140"/>
                    </a:cubicBezTo>
                    <a:cubicBezTo>
                      <a:pt x="74172" y="8155"/>
                      <a:pt x="73992" y="8143"/>
                      <a:pt x="73808" y="8125"/>
                    </a:cubicBezTo>
                    <a:cubicBezTo>
                      <a:pt x="73804" y="8079"/>
                      <a:pt x="73800" y="8033"/>
                      <a:pt x="73796" y="7985"/>
                    </a:cubicBezTo>
                    <a:cubicBezTo>
                      <a:pt x="73613" y="6010"/>
                      <a:pt x="73613" y="6010"/>
                      <a:pt x="73183" y="5625"/>
                    </a:cubicBezTo>
                    <a:cubicBezTo>
                      <a:pt x="73028" y="5529"/>
                      <a:pt x="72887" y="5504"/>
                      <a:pt x="72709" y="5544"/>
                    </a:cubicBezTo>
                    <a:cubicBezTo>
                      <a:pt x="72472" y="5642"/>
                      <a:pt x="72385" y="5867"/>
                      <a:pt x="72287" y="6089"/>
                    </a:cubicBezTo>
                    <a:cubicBezTo>
                      <a:pt x="72254" y="6170"/>
                      <a:pt x="72222" y="6251"/>
                      <a:pt x="72190" y="6333"/>
                    </a:cubicBezTo>
                    <a:cubicBezTo>
                      <a:pt x="72142" y="6457"/>
                      <a:pt x="72091" y="6579"/>
                      <a:pt x="72038" y="6702"/>
                    </a:cubicBezTo>
                    <a:cubicBezTo>
                      <a:pt x="71880" y="7078"/>
                      <a:pt x="71736" y="7450"/>
                      <a:pt x="71628" y="7844"/>
                    </a:cubicBezTo>
                    <a:cubicBezTo>
                      <a:pt x="71603" y="7931"/>
                      <a:pt x="71578" y="8018"/>
                      <a:pt x="71553" y="8105"/>
                    </a:cubicBezTo>
                    <a:cubicBezTo>
                      <a:pt x="71530" y="8189"/>
                      <a:pt x="71510" y="8274"/>
                      <a:pt x="71490" y="8359"/>
                    </a:cubicBezTo>
                    <a:cubicBezTo>
                      <a:pt x="71450" y="8508"/>
                      <a:pt x="71410" y="8629"/>
                      <a:pt x="71308" y="8750"/>
                    </a:cubicBezTo>
                    <a:cubicBezTo>
                      <a:pt x="71106" y="8817"/>
                      <a:pt x="70890" y="8781"/>
                      <a:pt x="70683" y="8750"/>
                    </a:cubicBezTo>
                    <a:cubicBezTo>
                      <a:pt x="70679" y="8704"/>
                      <a:pt x="70675" y="8658"/>
                      <a:pt x="70671" y="8610"/>
                    </a:cubicBezTo>
                    <a:cubicBezTo>
                      <a:pt x="70499" y="6755"/>
                      <a:pt x="70499" y="6755"/>
                      <a:pt x="70125" y="6305"/>
                    </a:cubicBezTo>
                    <a:cubicBezTo>
                      <a:pt x="70003" y="6205"/>
                      <a:pt x="69875" y="6190"/>
                      <a:pt x="69720" y="6198"/>
                    </a:cubicBezTo>
                    <a:cubicBezTo>
                      <a:pt x="69673" y="6206"/>
                      <a:pt x="69673" y="6206"/>
                      <a:pt x="69433" y="6250"/>
                    </a:cubicBezTo>
                    <a:cubicBezTo>
                      <a:pt x="69433" y="6594"/>
                      <a:pt x="69433" y="6938"/>
                      <a:pt x="69433" y="7292"/>
                    </a:cubicBezTo>
                    <a:cubicBezTo>
                      <a:pt x="68559" y="7583"/>
                      <a:pt x="68559" y="7583"/>
                      <a:pt x="68261" y="7435"/>
                    </a:cubicBezTo>
                    <a:cubicBezTo>
                      <a:pt x="68131" y="7339"/>
                      <a:pt x="68020" y="7239"/>
                      <a:pt x="67910" y="7122"/>
                    </a:cubicBezTo>
                    <a:cubicBezTo>
                      <a:pt x="67874" y="7085"/>
                      <a:pt x="67839" y="7048"/>
                      <a:pt x="67802" y="7010"/>
                    </a:cubicBezTo>
                    <a:cubicBezTo>
                      <a:pt x="67639" y="6822"/>
                      <a:pt x="67538" y="6684"/>
                      <a:pt x="67536" y="6430"/>
                    </a:cubicBezTo>
                    <a:cubicBezTo>
                      <a:pt x="67540" y="6400"/>
                      <a:pt x="67540" y="6400"/>
                      <a:pt x="67558" y="6250"/>
                    </a:cubicBezTo>
                    <a:cubicBezTo>
                      <a:pt x="67352" y="6250"/>
                      <a:pt x="67146" y="6250"/>
                      <a:pt x="66933" y="6250"/>
                    </a:cubicBezTo>
                    <a:cubicBezTo>
                      <a:pt x="66937" y="6299"/>
                      <a:pt x="66940" y="6349"/>
                      <a:pt x="66943" y="6400"/>
                    </a:cubicBezTo>
                    <a:cubicBezTo>
                      <a:pt x="66955" y="6583"/>
                      <a:pt x="66962" y="6767"/>
                      <a:pt x="66968" y="6951"/>
                    </a:cubicBezTo>
                    <a:cubicBezTo>
                      <a:pt x="66971" y="7030"/>
                      <a:pt x="66975" y="7110"/>
                      <a:pt x="66980" y="7189"/>
                    </a:cubicBezTo>
                    <a:cubicBezTo>
                      <a:pt x="67016" y="7728"/>
                      <a:pt x="67016" y="7728"/>
                      <a:pt x="66933" y="7917"/>
                    </a:cubicBezTo>
                    <a:cubicBezTo>
                      <a:pt x="66814" y="8010"/>
                      <a:pt x="66676" y="8032"/>
                      <a:pt x="66530" y="8061"/>
                    </a:cubicBezTo>
                    <a:cubicBezTo>
                      <a:pt x="66446" y="8079"/>
                      <a:pt x="66446" y="8079"/>
                      <a:pt x="66308" y="8125"/>
                    </a:cubicBezTo>
                    <a:cubicBezTo>
                      <a:pt x="66240" y="8287"/>
                      <a:pt x="66279" y="8437"/>
                      <a:pt x="66308" y="8607"/>
                    </a:cubicBezTo>
                    <a:cubicBezTo>
                      <a:pt x="66345" y="9033"/>
                      <a:pt x="66291" y="9301"/>
                      <a:pt x="66035" y="9648"/>
                    </a:cubicBezTo>
                    <a:cubicBezTo>
                      <a:pt x="66010" y="9684"/>
                      <a:pt x="65986" y="9720"/>
                      <a:pt x="65960" y="9756"/>
                    </a:cubicBezTo>
                    <a:cubicBezTo>
                      <a:pt x="65859" y="9882"/>
                      <a:pt x="65771" y="9983"/>
                      <a:pt x="65606" y="10015"/>
                    </a:cubicBezTo>
                    <a:cubicBezTo>
                      <a:pt x="65422" y="10030"/>
                      <a:pt x="65242" y="10018"/>
                      <a:pt x="65058" y="10000"/>
                    </a:cubicBezTo>
                    <a:cubicBezTo>
                      <a:pt x="65054" y="9952"/>
                      <a:pt x="65050" y="9903"/>
                      <a:pt x="65046" y="9854"/>
                    </a:cubicBezTo>
                    <a:cubicBezTo>
                      <a:pt x="65030" y="9673"/>
                      <a:pt x="65011" y="9492"/>
                      <a:pt x="64992" y="9311"/>
                    </a:cubicBezTo>
                    <a:cubicBezTo>
                      <a:pt x="64984" y="9233"/>
                      <a:pt x="64977" y="9155"/>
                      <a:pt x="64970" y="9077"/>
                    </a:cubicBezTo>
                    <a:cubicBezTo>
                      <a:pt x="64913" y="8407"/>
                      <a:pt x="64913" y="8407"/>
                      <a:pt x="64750" y="8217"/>
                    </a:cubicBezTo>
                    <a:cubicBezTo>
                      <a:pt x="64712" y="8186"/>
                      <a:pt x="64674" y="8156"/>
                      <a:pt x="64635" y="8125"/>
                    </a:cubicBezTo>
                    <a:cubicBezTo>
                      <a:pt x="64485" y="8002"/>
                      <a:pt x="64422" y="7920"/>
                      <a:pt x="64399" y="7729"/>
                    </a:cubicBezTo>
                    <a:cubicBezTo>
                      <a:pt x="64387" y="7505"/>
                      <a:pt x="64397" y="7282"/>
                      <a:pt x="64407" y="7057"/>
                    </a:cubicBezTo>
                    <a:cubicBezTo>
                      <a:pt x="64409" y="6979"/>
                      <a:pt x="64411" y="6900"/>
                      <a:pt x="64413" y="6822"/>
                    </a:cubicBezTo>
                    <a:cubicBezTo>
                      <a:pt x="64418" y="6631"/>
                      <a:pt x="64425" y="6441"/>
                      <a:pt x="64433" y="6250"/>
                    </a:cubicBezTo>
                    <a:cubicBezTo>
                      <a:pt x="64227" y="6250"/>
                      <a:pt x="64021" y="6250"/>
                      <a:pt x="63808" y="6250"/>
                    </a:cubicBezTo>
                    <a:cubicBezTo>
                      <a:pt x="63813" y="6320"/>
                      <a:pt x="63818" y="6391"/>
                      <a:pt x="63823" y="6463"/>
                    </a:cubicBezTo>
                    <a:cubicBezTo>
                      <a:pt x="63827" y="6557"/>
                      <a:pt x="63831" y="6651"/>
                      <a:pt x="63834" y="6745"/>
                    </a:cubicBezTo>
                    <a:cubicBezTo>
                      <a:pt x="63838" y="6791"/>
                      <a:pt x="63841" y="6837"/>
                      <a:pt x="63845" y="6885"/>
                    </a:cubicBezTo>
                    <a:cubicBezTo>
                      <a:pt x="63849" y="7031"/>
                      <a:pt x="63843" y="7149"/>
                      <a:pt x="63808" y="7292"/>
                    </a:cubicBezTo>
                    <a:cubicBezTo>
                      <a:pt x="63716" y="7385"/>
                      <a:pt x="63716" y="7385"/>
                      <a:pt x="63603" y="7474"/>
                    </a:cubicBezTo>
                    <a:cubicBezTo>
                      <a:pt x="63370" y="7683"/>
                      <a:pt x="63331" y="7897"/>
                      <a:pt x="63313" y="8200"/>
                    </a:cubicBezTo>
                    <a:cubicBezTo>
                      <a:pt x="63310" y="8263"/>
                      <a:pt x="63308" y="8325"/>
                      <a:pt x="63305" y="8387"/>
                    </a:cubicBezTo>
                    <a:cubicBezTo>
                      <a:pt x="63301" y="8452"/>
                      <a:pt x="63298" y="8517"/>
                      <a:pt x="63293" y="8581"/>
                    </a:cubicBezTo>
                    <a:cubicBezTo>
                      <a:pt x="63283" y="8751"/>
                      <a:pt x="63274" y="8920"/>
                      <a:pt x="63266" y="9089"/>
                    </a:cubicBezTo>
                    <a:cubicBezTo>
                      <a:pt x="63258" y="9262"/>
                      <a:pt x="63248" y="9435"/>
                      <a:pt x="63237" y="9609"/>
                    </a:cubicBezTo>
                    <a:cubicBezTo>
                      <a:pt x="63217" y="9947"/>
                      <a:pt x="63200" y="10286"/>
                      <a:pt x="63183" y="10625"/>
                    </a:cubicBezTo>
                    <a:cubicBezTo>
                      <a:pt x="62977" y="10625"/>
                      <a:pt x="62771" y="10625"/>
                      <a:pt x="62558" y="10625"/>
                    </a:cubicBezTo>
                    <a:cubicBezTo>
                      <a:pt x="62554" y="10577"/>
                      <a:pt x="62550" y="10528"/>
                      <a:pt x="62546" y="10479"/>
                    </a:cubicBezTo>
                    <a:cubicBezTo>
                      <a:pt x="62530" y="10298"/>
                      <a:pt x="62511" y="10117"/>
                      <a:pt x="62492" y="9936"/>
                    </a:cubicBezTo>
                    <a:cubicBezTo>
                      <a:pt x="62484" y="9858"/>
                      <a:pt x="62477" y="9780"/>
                      <a:pt x="62470" y="9702"/>
                    </a:cubicBezTo>
                    <a:cubicBezTo>
                      <a:pt x="62408" y="8969"/>
                      <a:pt x="62408" y="8969"/>
                      <a:pt x="62140" y="8740"/>
                    </a:cubicBezTo>
                    <a:cubicBezTo>
                      <a:pt x="62103" y="8710"/>
                      <a:pt x="62066" y="8679"/>
                      <a:pt x="62028" y="8648"/>
                    </a:cubicBezTo>
                    <a:cubicBezTo>
                      <a:pt x="61850" y="8449"/>
                      <a:pt x="61856" y="8192"/>
                      <a:pt x="61837" y="7934"/>
                    </a:cubicBezTo>
                    <a:cubicBezTo>
                      <a:pt x="61735" y="6655"/>
                      <a:pt x="61735" y="6655"/>
                      <a:pt x="61308" y="6250"/>
                    </a:cubicBezTo>
                    <a:cubicBezTo>
                      <a:pt x="61179" y="6168"/>
                      <a:pt x="61067" y="6140"/>
                      <a:pt x="60915" y="6152"/>
                    </a:cubicBezTo>
                    <a:cubicBezTo>
                      <a:pt x="60715" y="6200"/>
                      <a:pt x="60610" y="6306"/>
                      <a:pt x="60502" y="6476"/>
                    </a:cubicBezTo>
                    <a:cubicBezTo>
                      <a:pt x="60332" y="6796"/>
                      <a:pt x="60256" y="7098"/>
                      <a:pt x="60232" y="7456"/>
                    </a:cubicBezTo>
                    <a:cubicBezTo>
                      <a:pt x="60222" y="7588"/>
                      <a:pt x="60212" y="7720"/>
                      <a:pt x="60202" y="7852"/>
                    </a:cubicBezTo>
                    <a:cubicBezTo>
                      <a:pt x="60199" y="7884"/>
                      <a:pt x="60196" y="7917"/>
                      <a:pt x="60194" y="7950"/>
                    </a:cubicBezTo>
                    <a:cubicBezTo>
                      <a:pt x="60174" y="8161"/>
                      <a:pt x="60146" y="8348"/>
                      <a:pt x="60058" y="8542"/>
                    </a:cubicBezTo>
                    <a:cubicBezTo>
                      <a:pt x="59767" y="8769"/>
                      <a:pt x="59372" y="8765"/>
                      <a:pt x="59017" y="8750"/>
                    </a:cubicBezTo>
                    <a:cubicBezTo>
                      <a:pt x="58808" y="8028"/>
                      <a:pt x="58808" y="8028"/>
                      <a:pt x="58808" y="7708"/>
                    </a:cubicBezTo>
                    <a:cubicBezTo>
                      <a:pt x="58895" y="7583"/>
                      <a:pt x="58895" y="7583"/>
                      <a:pt x="59017" y="7500"/>
                    </a:cubicBezTo>
                    <a:cubicBezTo>
                      <a:pt x="59138" y="7415"/>
                      <a:pt x="59138" y="7415"/>
                      <a:pt x="59225" y="7292"/>
                    </a:cubicBezTo>
                    <a:cubicBezTo>
                      <a:pt x="59235" y="6980"/>
                      <a:pt x="59136" y="6672"/>
                      <a:pt x="59051" y="6375"/>
                    </a:cubicBezTo>
                    <a:cubicBezTo>
                      <a:pt x="59013" y="6238"/>
                      <a:pt x="58986" y="6101"/>
                      <a:pt x="58963" y="5960"/>
                    </a:cubicBezTo>
                    <a:cubicBezTo>
                      <a:pt x="58926" y="5829"/>
                      <a:pt x="58889" y="5736"/>
                      <a:pt x="58808" y="5625"/>
                    </a:cubicBezTo>
                    <a:cubicBezTo>
                      <a:pt x="58689" y="5606"/>
                      <a:pt x="58605" y="5601"/>
                      <a:pt x="58488" y="5610"/>
                    </a:cubicBezTo>
                    <a:cubicBezTo>
                      <a:pt x="58459" y="5611"/>
                      <a:pt x="58429" y="5612"/>
                      <a:pt x="58399" y="5613"/>
                    </a:cubicBezTo>
                    <a:cubicBezTo>
                      <a:pt x="58327" y="5616"/>
                      <a:pt x="58255" y="5620"/>
                      <a:pt x="58183" y="5625"/>
                    </a:cubicBezTo>
                    <a:cubicBezTo>
                      <a:pt x="58191" y="5667"/>
                      <a:pt x="58198" y="5709"/>
                      <a:pt x="58206" y="5752"/>
                    </a:cubicBezTo>
                    <a:cubicBezTo>
                      <a:pt x="58233" y="5910"/>
                      <a:pt x="58259" y="6067"/>
                      <a:pt x="58284" y="6225"/>
                    </a:cubicBezTo>
                    <a:cubicBezTo>
                      <a:pt x="58295" y="6293"/>
                      <a:pt x="58306" y="6361"/>
                      <a:pt x="58318" y="6429"/>
                    </a:cubicBezTo>
                    <a:cubicBezTo>
                      <a:pt x="58430" y="7061"/>
                      <a:pt x="58430" y="7061"/>
                      <a:pt x="58332" y="7339"/>
                    </a:cubicBezTo>
                    <a:cubicBezTo>
                      <a:pt x="58283" y="7392"/>
                      <a:pt x="58234" y="7445"/>
                      <a:pt x="58183" y="7500"/>
                    </a:cubicBezTo>
                    <a:cubicBezTo>
                      <a:pt x="57977" y="7500"/>
                      <a:pt x="57771" y="7500"/>
                      <a:pt x="57558" y="7500"/>
                    </a:cubicBezTo>
                    <a:cubicBezTo>
                      <a:pt x="57558" y="7087"/>
                      <a:pt x="57558" y="6675"/>
                      <a:pt x="57558" y="6250"/>
                    </a:cubicBezTo>
                    <a:cubicBezTo>
                      <a:pt x="57352" y="6250"/>
                      <a:pt x="57146" y="6250"/>
                      <a:pt x="56933" y="6250"/>
                    </a:cubicBezTo>
                    <a:cubicBezTo>
                      <a:pt x="56933" y="6869"/>
                      <a:pt x="56933" y="7487"/>
                      <a:pt x="56933" y="8125"/>
                    </a:cubicBezTo>
                    <a:cubicBezTo>
                      <a:pt x="56727" y="8125"/>
                      <a:pt x="56521" y="8125"/>
                      <a:pt x="56308" y="8125"/>
                    </a:cubicBezTo>
                    <a:cubicBezTo>
                      <a:pt x="56308" y="7506"/>
                      <a:pt x="56308" y="6888"/>
                      <a:pt x="56308" y="6250"/>
                    </a:cubicBezTo>
                    <a:cubicBezTo>
                      <a:pt x="56102" y="6250"/>
                      <a:pt x="55896" y="6250"/>
                      <a:pt x="55683" y="6250"/>
                    </a:cubicBezTo>
                    <a:cubicBezTo>
                      <a:pt x="55683" y="7419"/>
                      <a:pt x="55683" y="8587"/>
                      <a:pt x="55683" y="9792"/>
                    </a:cubicBezTo>
                    <a:cubicBezTo>
                      <a:pt x="55340" y="9860"/>
                      <a:pt x="54996" y="9929"/>
                      <a:pt x="54642" y="10000"/>
                    </a:cubicBezTo>
                    <a:cubicBezTo>
                      <a:pt x="54433" y="9792"/>
                      <a:pt x="54433" y="9792"/>
                      <a:pt x="54408" y="9680"/>
                    </a:cubicBezTo>
                    <a:cubicBezTo>
                      <a:pt x="54409" y="9639"/>
                      <a:pt x="54409" y="9599"/>
                      <a:pt x="54410" y="9558"/>
                    </a:cubicBezTo>
                    <a:cubicBezTo>
                      <a:pt x="54410" y="9512"/>
                      <a:pt x="54410" y="9466"/>
                      <a:pt x="54410" y="9419"/>
                    </a:cubicBezTo>
                    <a:cubicBezTo>
                      <a:pt x="54411" y="9370"/>
                      <a:pt x="54412" y="9321"/>
                      <a:pt x="54413" y="9270"/>
                    </a:cubicBezTo>
                    <a:cubicBezTo>
                      <a:pt x="54413" y="9245"/>
                      <a:pt x="54413" y="9245"/>
                      <a:pt x="54414" y="9117"/>
                    </a:cubicBezTo>
                    <a:cubicBezTo>
                      <a:pt x="54415" y="8983"/>
                      <a:pt x="54417" y="8849"/>
                      <a:pt x="54419" y="8715"/>
                    </a:cubicBezTo>
                    <a:cubicBezTo>
                      <a:pt x="54421" y="8578"/>
                      <a:pt x="54422" y="8441"/>
                      <a:pt x="54423" y="8304"/>
                    </a:cubicBezTo>
                    <a:cubicBezTo>
                      <a:pt x="54425" y="8036"/>
                      <a:pt x="54429" y="7768"/>
                      <a:pt x="54433" y="7500"/>
                    </a:cubicBezTo>
                    <a:cubicBezTo>
                      <a:pt x="54227" y="7500"/>
                      <a:pt x="54021" y="7500"/>
                      <a:pt x="53808" y="7500"/>
                    </a:cubicBezTo>
                    <a:cubicBezTo>
                      <a:pt x="53813" y="7570"/>
                      <a:pt x="53818" y="7641"/>
                      <a:pt x="53823" y="7713"/>
                    </a:cubicBezTo>
                    <a:cubicBezTo>
                      <a:pt x="53827" y="7807"/>
                      <a:pt x="53831" y="7901"/>
                      <a:pt x="53834" y="7995"/>
                    </a:cubicBezTo>
                    <a:cubicBezTo>
                      <a:pt x="53838" y="8041"/>
                      <a:pt x="53841" y="8087"/>
                      <a:pt x="53845" y="8135"/>
                    </a:cubicBezTo>
                    <a:cubicBezTo>
                      <a:pt x="53855" y="8491"/>
                      <a:pt x="53855" y="8491"/>
                      <a:pt x="53718" y="8639"/>
                    </a:cubicBezTo>
                    <a:cubicBezTo>
                      <a:pt x="53681" y="8669"/>
                      <a:pt x="53645" y="8699"/>
                      <a:pt x="53606" y="8730"/>
                    </a:cubicBezTo>
                    <a:cubicBezTo>
                      <a:pt x="53280" y="9017"/>
                      <a:pt x="53296" y="9407"/>
                      <a:pt x="53261" y="9818"/>
                    </a:cubicBezTo>
                    <a:cubicBezTo>
                      <a:pt x="53254" y="9896"/>
                      <a:pt x="53245" y="9975"/>
                      <a:pt x="53237" y="10053"/>
                    </a:cubicBezTo>
                    <a:cubicBezTo>
                      <a:pt x="53217" y="10244"/>
                      <a:pt x="53200" y="10434"/>
                      <a:pt x="53183" y="10625"/>
                    </a:cubicBezTo>
                    <a:cubicBezTo>
                      <a:pt x="52755" y="10697"/>
                      <a:pt x="52755" y="10697"/>
                      <a:pt x="52558" y="10625"/>
                    </a:cubicBezTo>
                    <a:cubicBezTo>
                      <a:pt x="52417" y="10441"/>
                      <a:pt x="52375" y="10236"/>
                      <a:pt x="52324" y="10013"/>
                    </a:cubicBezTo>
                    <a:cubicBezTo>
                      <a:pt x="52301" y="9926"/>
                      <a:pt x="52278" y="9839"/>
                      <a:pt x="52254" y="9752"/>
                    </a:cubicBezTo>
                    <a:cubicBezTo>
                      <a:pt x="52239" y="9698"/>
                      <a:pt x="52225" y="9644"/>
                      <a:pt x="52213" y="9589"/>
                    </a:cubicBezTo>
                    <a:cubicBezTo>
                      <a:pt x="52176" y="9444"/>
                      <a:pt x="52145" y="9378"/>
                      <a:pt x="52033" y="9276"/>
                    </a:cubicBezTo>
                    <a:cubicBezTo>
                      <a:pt x="51889" y="9118"/>
                      <a:pt x="51907" y="8989"/>
                      <a:pt x="51913" y="8782"/>
                    </a:cubicBezTo>
                    <a:cubicBezTo>
                      <a:pt x="51913" y="8763"/>
                      <a:pt x="51913" y="8763"/>
                      <a:pt x="51914" y="8671"/>
                    </a:cubicBezTo>
                    <a:cubicBezTo>
                      <a:pt x="51915" y="8554"/>
                      <a:pt x="51918" y="8437"/>
                      <a:pt x="51920" y="8320"/>
                    </a:cubicBezTo>
                    <a:cubicBezTo>
                      <a:pt x="51921" y="8241"/>
                      <a:pt x="51922" y="8162"/>
                      <a:pt x="51923" y="8082"/>
                    </a:cubicBezTo>
                    <a:cubicBezTo>
                      <a:pt x="51925" y="7888"/>
                      <a:pt x="51929" y="7694"/>
                      <a:pt x="51933" y="7500"/>
                    </a:cubicBezTo>
                    <a:cubicBezTo>
                      <a:pt x="51727" y="7500"/>
                      <a:pt x="51521" y="7500"/>
                      <a:pt x="51308" y="7500"/>
                    </a:cubicBezTo>
                    <a:cubicBezTo>
                      <a:pt x="51308" y="8050"/>
                      <a:pt x="51308" y="8600"/>
                      <a:pt x="51308" y="9167"/>
                    </a:cubicBezTo>
                    <a:cubicBezTo>
                      <a:pt x="51141" y="9205"/>
                      <a:pt x="50973" y="9244"/>
                      <a:pt x="50800" y="9284"/>
                    </a:cubicBezTo>
                    <a:cubicBezTo>
                      <a:pt x="50748" y="9297"/>
                      <a:pt x="50696" y="9309"/>
                      <a:pt x="50641" y="9322"/>
                    </a:cubicBezTo>
                    <a:cubicBezTo>
                      <a:pt x="50600" y="9331"/>
                      <a:pt x="50558" y="9340"/>
                      <a:pt x="50515" y="9350"/>
                    </a:cubicBezTo>
                    <a:cubicBezTo>
                      <a:pt x="50472" y="9360"/>
                      <a:pt x="50430" y="9369"/>
                      <a:pt x="50386" y="9380"/>
                    </a:cubicBezTo>
                    <a:cubicBezTo>
                      <a:pt x="50267" y="9375"/>
                      <a:pt x="50267" y="9375"/>
                      <a:pt x="50148" y="9296"/>
                    </a:cubicBezTo>
                    <a:cubicBezTo>
                      <a:pt x="50016" y="9143"/>
                      <a:pt x="50032" y="8975"/>
                      <a:pt x="50038" y="8782"/>
                    </a:cubicBezTo>
                    <a:cubicBezTo>
                      <a:pt x="50038" y="8763"/>
                      <a:pt x="50038" y="8763"/>
                      <a:pt x="50039" y="8671"/>
                    </a:cubicBezTo>
                    <a:cubicBezTo>
                      <a:pt x="50040" y="8554"/>
                      <a:pt x="50043" y="8437"/>
                      <a:pt x="50045" y="8320"/>
                    </a:cubicBezTo>
                    <a:cubicBezTo>
                      <a:pt x="50046" y="8241"/>
                      <a:pt x="50047" y="8162"/>
                      <a:pt x="50048" y="8082"/>
                    </a:cubicBezTo>
                    <a:cubicBezTo>
                      <a:pt x="50050" y="7888"/>
                      <a:pt x="50054" y="7694"/>
                      <a:pt x="50058" y="7500"/>
                    </a:cubicBezTo>
                    <a:cubicBezTo>
                      <a:pt x="49847" y="7449"/>
                      <a:pt x="49640" y="7411"/>
                      <a:pt x="49433" y="7500"/>
                    </a:cubicBezTo>
                    <a:cubicBezTo>
                      <a:pt x="48934" y="7966"/>
                      <a:pt x="48948" y="8788"/>
                      <a:pt x="48925" y="9414"/>
                    </a:cubicBezTo>
                    <a:cubicBezTo>
                      <a:pt x="48924" y="9461"/>
                      <a:pt x="48923" y="9508"/>
                      <a:pt x="48922" y="9557"/>
                    </a:cubicBezTo>
                    <a:cubicBezTo>
                      <a:pt x="48900" y="10212"/>
                      <a:pt x="48900" y="10212"/>
                      <a:pt x="48808" y="10417"/>
                    </a:cubicBezTo>
                    <a:cubicBezTo>
                      <a:pt x="48688" y="10513"/>
                      <a:pt x="48553" y="10533"/>
                      <a:pt x="48404" y="10558"/>
                    </a:cubicBezTo>
                    <a:cubicBezTo>
                      <a:pt x="48321" y="10574"/>
                      <a:pt x="48321" y="10574"/>
                      <a:pt x="48183" y="10625"/>
                    </a:cubicBezTo>
                    <a:cubicBezTo>
                      <a:pt x="48100" y="10838"/>
                      <a:pt x="48124" y="11039"/>
                      <a:pt x="48144" y="11263"/>
                    </a:cubicBezTo>
                    <a:cubicBezTo>
                      <a:pt x="48147" y="11322"/>
                      <a:pt x="48150" y="11381"/>
                      <a:pt x="48153" y="11441"/>
                    </a:cubicBezTo>
                    <a:cubicBezTo>
                      <a:pt x="48160" y="11586"/>
                      <a:pt x="48170" y="11730"/>
                      <a:pt x="48183" y="11875"/>
                    </a:cubicBezTo>
                    <a:cubicBezTo>
                      <a:pt x="47575" y="11922"/>
                      <a:pt x="47575" y="11922"/>
                      <a:pt x="47361" y="11760"/>
                    </a:cubicBezTo>
                    <a:cubicBezTo>
                      <a:pt x="47281" y="11684"/>
                      <a:pt x="47281" y="11684"/>
                      <a:pt x="47207" y="11602"/>
                    </a:cubicBezTo>
                    <a:cubicBezTo>
                      <a:pt x="47181" y="11574"/>
                      <a:pt x="47154" y="11546"/>
                      <a:pt x="47127" y="11517"/>
                    </a:cubicBezTo>
                    <a:cubicBezTo>
                      <a:pt x="46917" y="11273"/>
                      <a:pt x="46866" y="11077"/>
                      <a:pt x="46871" y="10760"/>
                    </a:cubicBezTo>
                    <a:cubicBezTo>
                      <a:pt x="46933" y="10625"/>
                      <a:pt x="46933" y="10625"/>
                      <a:pt x="47027" y="10585"/>
                    </a:cubicBezTo>
                    <a:cubicBezTo>
                      <a:pt x="47046" y="10578"/>
                      <a:pt x="47046" y="10578"/>
                      <a:pt x="47140" y="10545"/>
                    </a:cubicBezTo>
                    <a:cubicBezTo>
                      <a:pt x="47275" y="10480"/>
                      <a:pt x="47336" y="10449"/>
                      <a:pt x="47395" y="10310"/>
                    </a:cubicBezTo>
                    <a:cubicBezTo>
                      <a:pt x="47418" y="10171"/>
                      <a:pt x="47429" y="10036"/>
                      <a:pt x="47436" y="9895"/>
                    </a:cubicBezTo>
                    <a:cubicBezTo>
                      <a:pt x="47440" y="9844"/>
                      <a:pt x="47444" y="9794"/>
                      <a:pt x="47449" y="9742"/>
                    </a:cubicBezTo>
                    <a:cubicBezTo>
                      <a:pt x="47459" y="9608"/>
                      <a:pt x="47468" y="9474"/>
                      <a:pt x="47475" y="9340"/>
                    </a:cubicBezTo>
                    <a:cubicBezTo>
                      <a:pt x="47484" y="9203"/>
                      <a:pt x="47494" y="9066"/>
                      <a:pt x="47505" y="8929"/>
                    </a:cubicBezTo>
                    <a:cubicBezTo>
                      <a:pt x="47525" y="8661"/>
                      <a:pt x="47542" y="8393"/>
                      <a:pt x="47558" y="8125"/>
                    </a:cubicBezTo>
                    <a:cubicBezTo>
                      <a:pt x="47535" y="8144"/>
                      <a:pt x="47512" y="8163"/>
                      <a:pt x="47489" y="8182"/>
                    </a:cubicBezTo>
                    <a:cubicBezTo>
                      <a:pt x="47382" y="8269"/>
                      <a:pt x="47275" y="8353"/>
                      <a:pt x="47168" y="8438"/>
                    </a:cubicBezTo>
                    <a:cubicBezTo>
                      <a:pt x="47131" y="8467"/>
                      <a:pt x="47095" y="8497"/>
                      <a:pt x="47058" y="8528"/>
                    </a:cubicBezTo>
                    <a:cubicBezTo>
                      <a:pt x="47022" y="8556"/>
                      <a:pt x="46985" y="8584"/>
                      <a:pt x="46948" y="8613"/>
                    </a:cubicBezTo>
                    <a:cubicBezTo>
                      <a:pt x="46915" y="8639"/>
                      <a:pt x="46882" y="8666"/>
                      <a:pt x="46849" y="8693"/>
                    </a:cubicBezTo>
                    <a:cubicBezTo>
                      <a:pt x="46725" y="8750"/>
                      <a:pt x="46725" y="8750"/>
                      <a:pt x="46308" y="8750"/>
                    </a:cubicBezTo>
                    <a:cubicBezTo>
                      <a:pt x="46308" y="8131"/>
                      <a:pt x="46308" y="7513"/>
                      <a:pt x="46308" y="6875"/>
                    </a:cubicBezTo>
                    <a:cubicBezTo>
                      <a:pt x="46102" y="6875"/>
                      <a:pt x="45896" y="6875"/>
                      <a:pt x="45683" y="6875"/>
                    </a:cubicBezTo>
                    <a:cubicBezTo>
                      <a:pt x="45683" y="7288"/>
                      <a:pt x="45683" y="7700"/>
                      <a:pt x="45683" y="8125"/>
                    </a:cubicBezTo>
                    <a:cubicBezTo>
                      <a:pt x="45477" y="8125"/>
                      <a:pt x="45271" y="8125"/>
                      <a:pt x="45058" y="8125"/>
                    </a:cubicBezTo>
                    <a:cubicBezTo>
                      <a:pt x="45058" y="7506"/>
                      <a:pt x="45058" y="6888"/>
                      <a:pt x="45058" y="6250"/>
                    </a:cubicBezTo>
                    <a:cubicBezTo>
                      <a:pt x="44852" y="6250"/>
                      <a:pt x="44646" y="6250"/>
                      <a:pt x="44433" y="6250"/>
                    </a:cubicBezTo>
                    <a:cubicBezTo>
                      <a:pt x="44433" y="6663"/>
                      <a:pt x="44433" y="7075"/>
                      <a:pt x="44433" y="7500"/>
                    </a:cubicBezTo>
                    <a:cubicBezTo>
                      <a:pt x="43808" y="7500"/>
                      <a:pt x="43808" y="7500"/>
                      <a:pt x="43678" y="7401"/>
                    </a:cubicBezTo>
                    <a:cubicBezTo>
                      <a:pt x="43653" y="7356"/>
                      <a:pt x="43627" y="7311"/>
                      <a:pt x="43602" y="7265"/>
                    </a:cubicBezTo>
                    <a:cubicBezTo>
                      <a:pt x="43571" y="7216"/>
                      <a:pt x="43541" y="7167"/>
                      <a:pt x="43510" y="7119"/>
                    </a:cubicBezTo>
                    <a:cubicBezTo>
                      <a:pt x="43495" y="7094"/>
                      <a:pt x="43480" y="7068"/>
                      <a:pt x="43465" y="7043"/>
                    </a:cubicBezTo>
                    <a:cubicBezTo>
                      <a:pt x="43313" y="6795"/>
                      <a:pt x="43131" y="6510"/>
                      <a:pt x="42846" y="6416"/>
                    </a:cubicBezTo>
                    <a:cubicBezTo>
                      <a:pt x="42516" y="6392"/>
                      <a:pt x="42208" y="6484"/>
                      <a:pt x="41933" y="6667"/>
                    </a:cubicBezTo>
                    <a:cubicBezTo>
                      <a:pt x="41769" y="6830"/>
                      <a:pt x="41641" y="7010"/>
                      <a:pt x="41533" y="7214"/>
                    </a:cubicBezTo>
                    <a:cubicBezTo>
                      <a:pt x="41469" y="7325"/>
                      <a:pt x="41469" y="7325"/>
                      <a:pt x="41308" y="7500"/>
                    </a:cubicBezTo>
                    <a:cubicBezTo>
                      <a:pt x="41102" y="7500"/>
                      <a:pt x="40896" y="7500"/>
                      <a:pt x="40683" y="7500"/>
                    </a:cubicBezTo>
                    <a:cubicBezTo>
                      <a:pt x="40683" y="7087"/>
                      <a:pt x="40683" y="6675"/>
                      <a:pt x="40683" y="6250"/>
                    </a:cubicBezTo>
                    <a:cubicBezTo>
                      <a:pt x="40477" y="6250"/>
                      <a:pt x="40271" y="6250"/>
                      <a:pt x="40058" y="6250"/>
                    </a:cubicBezTo>
                    <a:cubicBezTo>
                      <a:pt x="40060" y="6273"/>
                      <a:pt x="40060" y="6273"/>
                      <a:pt x="40068" y="6390"/>
                    </a:cubicBezTo>
                    <a:cubicBezTo>
                      <a:pt x="40168" y="7934"/>
                      <a:pt x="40168" y="7934"/>
                      <a:pt x="39785" y="8438"/>
                    </a:cubicBezTo>
                    <a:cubicBezTo>
                      <a:pt x="39773" y="8454"/>
                      <a:pt x="39773" y="8454"/>
                      <a:pt x="39711" y="8538"/>
                    </a:cubicBezTo>
                    <a:cubicBezTo>
                      <a:pt x="39631" y="8626"/>
                      <a:pt x="39631" y="8626"/>
                      <a:pt x="39433" y="8750"/>
                    </a:cubicBezTo>
                    <a:cubicBezTo>
                      <a:pt x="39227" y="8750"/>
                      <a:pt x="39021" y="8750"/>
                      <a:pt x="38808" y="8750"/>
                    </a:cubicBezTo>
                    <a:cubicBezTo>
                      <a:pt x="38740" y="8200"/>
                      <a:pt x="38671" y="7650"/>
                      <a:pt x="38600" y="7083"/>
                    </a:cubicBezTo>
                    <a:cubicBezTo>
                      <a:pt x="37152" y="7001"/>
                      <a:pt x="37152" y="7001"/>
                      <a:pt x="36826" y="7233"/>
                    </a:cubicBezTo>
                    <a:cubicBezTo>
                      <a:pt x="36462" y="7581"/>
                      <a:pt x="36450" y="8047"/>
                      <a:pt x="36403" y="8521"/>
                    </a:cubicBezTo>
                    <a:cubicBezTo>
                      <a:pt x="36359" y="8968"/>
                      <a:pt x="36295" y="9304"/>
                      <a:pt x="36022" y="9675"/>
                    </a:cubicBezTo>
                    <a:cubicBezTo>
                      <a:pt x="36010" y="9691"/>
                      <a:pt x="36010" y="9691"/>
                      <a:pt x="35950" y="9778"/>
                    </a:cubicBezTo>
                    <a:cubicBezTo>
                      <a:pt x="35865" y="9880"/>
                      <a:pt x="35801" y="9936"/>
                      <a:pt x="35683" y="10000"/>
                    </a:cubicBezTo>
                    <a:cubicBezTo>
                      <a:pt x="35571" y="10009"/>
                      <a:pt x="35470" y="10013"/>
                      <a:pt x="35359" y="10008"/>
                    </a:cubicBezTo>
                    <a:cubicBezTo>
                      <a:pt x="35344" y="10008"/>
                      <a:pt x="35344" y="10008"/>
                      <a:pt x="35271" y="10006"/>
                    </a:cubicBezTo>
                    <a:cubicBezTo>
                      <a:pt x="35200" y="10005"/>
                      <a:pt x="35129" y="10003"/>
                      <a:pt x="35058" y="10000"/>
                    </a:cubicBezTo>
                    <a:cubicBezTo>
                      <a:pt x="35058" y="9989"/>
                      <a:pt x="35058" y="9989"/>
                      <a:pt x="35056" y="9935"/>
                    </a:cubicBezTo>
                    <a:cubicBezTo>
                      <a:pt x="35039" y="9417"/>
                      <a:pt x="35020" y="8899"/>
                      <a:pt x="34998" y="8381"/>
                    </a:cubicBezTo>
                    <a:cubicBezTo>
                      <a:pt x="34988" y="8130"/>
                      <a:pt x="34978" y="7880"/>
                      <a:pt x="34970" y="7629"/>
                    </a:cubicBezTo>
                    <a:cubicBezTo>
                      <a:pt x="34963" y="7387"/>
                      <a:pt x="34953" y="7146"/>
                      <a:pt x="34942" y="6904"/>
                    </a:cubicBezTo>
                    <a:cubicBezTo>
                      <a:pt x="34938" y="6812"/>
                      <a:pt x="34935" y="6719"/>
                      <a:pt x="34933" y="6627"/>
                    </a:cubicBezTo>
                    <a:cubicBezTo>
                      <a:pt x="34929" y="6498"/>
                      <a:pt x="34923" y="6369"/>
                      <a:pt x="34916" y="6239"/>
                    </a:cubicBezTo>
                    <a:cubicBezTo>
                      <a:pt x="34916" y="6201"/>
                      <a:pt x="34916" y="6163"/>
                      <a:pt x="34915" y="6124"/>
                    </a:cubicBezTo>
                    <a:cubicBezTo>
                      <a:pt x="34908" y="6012"/>
                      <a:pt x="34899" y="5934"/>
                      <a:pt x="34850" y="5833"/>
                    </a:cubicBezTo>
                    <a:cubicBezTo>
                      <a:pt x="34720" y="5738"/>
                      <a:pt x="34585" y="5679"/>
                      <a:pt x="34433" y="5625"/>
                    </a:cubicBezTo>
                    <a:cubicBezTo>
                      <a:pt x="34112" y="6236"/>
                      <a:pt x="33850" y="6856"/>
                      <a:pt x="33600" y="7500"/>
                    </a:cubicBezTo>
                    <a:cubicBezTo>
                      <a:pt x="33256" y="7431"/>
                      <a:pt x="32913" y="7362"/>
                      <a:pt x="32558" y="7292"/>
                    </a:cubicBezTo>
                    <a:cubicBezTo>
                      <a:pt x="32558" y="6948"/>
                      <a:pt x="32558" y="6604"/>
                      <a:pt x="32558" y="6250"/>
                    </a:cubicBezTo>
                    <a:cubicBezTo>
                      <a:pt x="32352" y="6250"/>
                      <a:pt x="32146" y="6250"/>
                      <a:pt x="31933" y="6250"/>
                    </a:cubicBezTo>
                    <a:cubicBezTo>
                      <a:pt x="31933" y="7694"/>
                      <a:pt x="31933" y="9138"/>
                      <a:pt x="31933" y="10625"/>
                    </a:cubicBezTo>
                    <a:cubicBezTo>
                      <a:pt x="31727" y="10625"/>
                      <a:pt x="31521" y="10625"/>
                      <a:pt x="31308" y="10625"/>
                    </a:cubicBezTo>
                    <a:cubicBezTo>
                      <a:pt x="31304" y="10558"/>
                      <a:pt x="31300" y="10491"/>
                      <a:pt x="31296" y="10421"/>
                    </a:cubicBezTo>
                    <a:cubicBezTo>
                      <a:pt x="31282" y="10197"/>
                      <a:pt x="31266" y="9974"/>
                      <a:pt x="31248" y="9750"/>
                    </a:cubicBezTo>
                    <a:cubicBezTo>
                      <a:pt x="31238" y="9615"/>
                      <a:pt x="31229" y="9479"/>
                      <a:pt x="31220" y="9344"/>
                    </a:cubicBezTo>
                    <a:cubicBezTo>
                      <a:pt x="31211" y="9188"/>
                      <a:pt x="31199" y="9031"/>
                      <a:pt x="31186" y="8875"/>
                    </a:cubicBezTo>
                    <a:cubicBezTo>
                      <a:pt x="31184" y="8827"/>
                      <a:pt x="31181" y="8779"/>
                      <a:pt x="31179" y="8730"/>
                    </a:cubicBezTo>
                    <a:cubicBezTo>
                      <a:pt x="31147" y="8380"/>
                      <a:pt x="31034" y="8246"/>
                      <a:pt x="30776" y="8016"/>
                    </a:cubicBezTo>
                    <a:cubicBezTo>
                      <a:pt x="30652" y="7883"/>
                      <a:pt x="30636" y="7793"/>
                      <a:pt x="30636" y="7615"/>
                    </a:cubicBezTo>
                    <a:cubicBezTo>
                      <a:pt x="30638" y="7581"/>
                      <a:pt x="30640" y="7547"/>
                      <a:pt x="30643" y="7511"/>
                    </a:cubicBezTo>
                    <a:cubicBezTo>
                      <a:pt x="30643" y="7475"/>
                      <a:pt x="30644" y="7439"/>
                      <a:pt x="30644" y="7401"/>
                    </a:cubicBezTo>
                    <a:cubicBezTo>
                      <a:pt x="30647" y="7286"/>
                      <a:pt x="30652" y="7172"/>
                      <a:pt x="30657" y="7057"/>
                    </a:cubicBezTo>
                    <a:cubicBezTo>
                      <a:pt x="30659" y="6979"/>
                      <a:pt x="30661" y="6900"/>
                      <a:pt x="30663" y="6822"/>
                    </a:cubicBezTo>
                    <a:cubicBezTo>
                      <a:pt x="30668" y="6631"/>
                      <a:pt x="30675" y="6441"/>
                      <a:pt x="30683" y="6250"/>
                    </a:cubicBezTo>
                    <a:cubicBezTo>
                      <a:pt x="30477" y="6250"/>
                      <a:pt x="30271" y="6250"/>
                      <a:pt x="30058" y="6250"/>
                    </a:cubicBezTo>
                    <a:cubicBezTo>
                      <a:pt x="30060" y="6273"/>
                      <a:pt x="30060" y="6273"/>
                      <a:pt x="30068" y="6390"/>
                    </a:cubicBezTo>
                    <a:cubicBezTo>
                      <a:pt x="30168" y="7934"/>
                      <a:pt x="30168" y="7934"/>
                      <a:pt x="29785" y="8438"/>
                    </a:cubicBezTo>
                    <a:cubicBezTo>
                      <a:pt x="29773" y="8454"/>
                      <a:pt x="29773" y="8454"/>
                      <a:pt x="29711" y="8538"/>
                    </a:cubicBezTo>
                    <a:cubicBezTo>
                      <a:pt x="29541" y="8727"/>
                      <a:pt x="29361" y="8790"/>
                      <a:pt x="29114" y="8806"/>
                    </a:cubicBezTo>
                    <a:cubicBezTo>
                      <a:pt x="28994" y="8806"/>
                      <a:pt x="28926" y="8789"/>
                      <a:pt x="28808" y="8750"/>
                    </a:cubicBezTo>
                    <a:cubicBezTo>
                      <a:pt x="28669" y="8574"/>
                      <a:pt x="28625" y="8378"/>
                      <a:pt x="28574" y="8164"/>
                    </a:cubicBezTo>
                    <a:cubicBezTo>
                      <a:pt x="28559" y="8109"/>
                      <a:pt x="28543" y="8054"/>
                      <a:pt x="28527" y="7999"/>
                    </a:cubicBezTo>
                    <a:cubicBezTo>
                      <a:pt x="28456" y="7747"/>
                      <a:pt x="28388" y="7497"/>
                      <a:pt x="28342" y="7238"/>
                    </a:cubicBezTo>
                    <a:cubicBezTo>
                      <a:pt x="28305" y="7111"/>
                      <a:pt x="28241" y="6994"/>
                      <a:pt x="28183" y="6875"/>
                    </a:cubicBezTo>
                    <a:cubicBezTo>
                      <a:pt x="27977" y="6875"/>
                      <a:pt x="27771" y="6875"/>
                      <a:pt x="27558" y="6875"/>
                    </a:cubicBezTo>
                    <a:cubicBezTo>
                      <a:pt x="27558" y="7288"/>
                      <a:pt x="27558" y="7700"/>
                      <a:pt x="27558" y="8125"/>
                    </a:cubicBezTo>
                    <a:cubicBezTo>
                      <a:pt x="27352" y="8125"/>
                      <a:pt x="27146" y="8125"/>
                      <a:pt x="26933" y="8125"/>
                    </a:cubicBezTo>
                    <a:cubicBezTo>
                      <a:pt x="26842" y="7917"/>
                      <a:pt x="26842" y="7917"/>
                      <a:pt x="26805" y="7801"/>
                    </a:cubicBezTo>
                    <a:cubicBezTo>
                      <a:pt x="26725" y="7708"/>
                      <a:pt x="26725" y="7708"/>
                      <a:pt x="26636" y="7689"/>
                    </a:cubicBezTo>
                    <a:cubicBezTo>
                      <a:pt x="26385" y="7670"/>
                      <a:pt x="26145" y="7692"/>
                      <a:pt x="25892" y="7708"/>
                    </a:cubicBezTo>
                    <a:cubicBezTo>
                      <a:pt x="25823" y="8052"/>
                      <a:pt x="25754" y="8396"/>
                      <a:pt x="25683" y="8750"/>
                    </a:cubicBezTo>
                    <a:cubicBezTo>
                      <a:pt x="25477" y="8750"/>
                      <a:pt x="25271" y="8750"/>
                      <a:pt x="25058" y="8750"/>
                    </a:cubicBezTo>
                    <a:cubicBezTo>
                      <a:pt x="25056" y="8727"/>
                      <a:pt x="25056" y="8727"/>
                      <a:pt x="25046" y="8610"/>
                    </a:cubicBezTo>
                    <a:cubicBezTo>
                      <a:pt x="24903" y="7068"/>
                      <a:pt x="24903" y="7068"/>
                      <a:pt x="24668" y="6562"/>
                    </a:cubicBezTo>
                    <a:cubicBezTo>
                      <a:pt x="24654" y="6529"/>
                      <a:pt x="24640" y="6496"/>
                      <a:pt x="24626" y="6462"/>
                    </a:cubicBezTo>
                    <a:cubicBezTo>
                      <a:pt x="24578" y="6374"/>
                      <a:pt x="24578" y="6374"/>
                      <a:pt x="24433" y="6250"/>
                    </a:cubicBezTo>
                    <a:cubicBezTo>
                      <a:pt x="24227" y="6250"/>
                      <a:pt x="24021" y="6250"/>
                      <a:pt x="23808" y="6250"/>
                    </a:cubicBezTo>
                    <a:cubicBezTo>
                      <a:pt x="23808" y="6663"/>
                      <a:pt x="23808" y="7075"/>
                      <a:pt x="23808" y="7500"/>
                    </a:cubicBezTo>
                    <a:cubicBezTo>
                      <a:pt x="23602" y="7500"/>
                      <a:pt x="23396" y="7500"/>
                      <a:pt x="23183" y="7500"/>
                    </a:cubicBezTo>
                    <a:cubicBezTo>
                      <a:pt x="23181" y="7476"/>
                      <a:pt x="23181" y="7476"/>
                      <a:pt x="23171" y="7354"/>
                    </a:cubicBezTo>
                    <a:cubicBezTo>
                      <a:pt x="23155" y="7173"/>
                      <a:pt x="23136" y="6992"/>
                      <a:pt x="23117" y="6811"/>
                    </a:cubicBezTo>
                    <a:cubicBezTo>
                      <a:pt x="23109" y="6733"/>
                      <a:pt x="23102" y="6655"/>
                      <a:pt x="23095" y="6577"/>
                    </a:cubicBezTo>
                    <a:cubicBezTo>
                      <a:pt x="23033" y="5844"/>
                      <a:pt x="23033" y="5844"/>
                      <a:pt x="22760" y="5605"/>
                    </a:cubicBezTo>
                    <a:cubicBezTo>
                      <a:pt x="22723" y="5575"/>
                      <a:pt x="22686" y="5545"/>
                      <a:pt x="22648" y="5514"/>
                    </a:cubicBezTo>
                    <a:cubicBezTo>
                      <a:pt x="22505" y="5359"/>
                      <a:pt x="22516" y="5213"/>
                      <a:pt x="22522" y="5010"/>
                    </a:cubicBezTo>
                    <a:cubicBezTo>
                      <a:pt x="22524" y="4987"/>
                      <a:pt x="22524" y="4987"/>
                      <a:pt x="22532" y="4870"/>
                    </a:cubicBezTo>
                    <a:cubicBezTo>
                      <a:pt x="22534" y="4822"/>
                      <a:pt x="22536" y="4774"/>
                      <a:pt x="22538" y="4725"/>
                    </a:cubicBezTo>
                    <a:cubicBezTo>
                      <a:pt x="22543" y="4608"/>
                      <a:pt x="22550" y="4492"/>
                      <a:pt x="22558" y="4375"/>
                    </a:cubicBezTo>
                    <a:cubicBezTo>
                      <a:pt x="22401" y="4424"/>
                      <a:pt x="22271" y="4480"/>
                      <a:pt x="22142" y="4583"/>
                    </a:cubicBezTo>
                    <a:cubicBezTo>
                      <a:pt x="22070" y="4753"/>
                      <a:pt x="22064" y="4922"/>
                      <a:pt x="22055" y="5105"/>
                    </a:cubicBezTo>
                    <a:cubicBezTo>
                      <a:pt x="22051" y="5156"/>
                      <a:pt x="22047" y="5206"/>
                      <a:pt x="22043" y="5258"/>
                    </a:cubicBezTo>
                    <a:cubicBezTo>
                      <a:pt x="22032" y="5392"/>
                      <a:pt x="22024" y="5526"/>
                      <a:pt x="22016" y="5660"/>
                    </a:cubicBezTo>
                    <a:cubicBezTo>
                      <a:pt x="22008" y="5797"/>
                      <a:pt x="21998" y="5934"/>
                      <a:pt x="21987" y="6071"/>
                    </a:cubicBezTo>
                    <a:cubicBezTo>
                      <a:pt x="21967" y="6339"/>
                      <a:pt x="21950" y="6607"/>
                      <a:pt x="21933" y="6875"/>
                    </a:cubicBezTo>
                    <a:cubicBezTo>
                      <a:pt x="21521" y="6875"/>
                      <a:pt x="21108" y="6875"/>
                      <a:pt x="20683" y="6875"/>
                    </a:cubicBezTo>
                    <a:cubicBezTo>
                      <a:pt x="20683" y="7494"/>
                      <a:pt x="20683" y="8112"/>
                      <a:pt x="20683" y="8750"/>
                    </a:cubicBezTo>
                    <a:cubicBezTo>
                      <a:pt x="20058" y="8750"/>
                      <a:pt x="20058" y="8750"/>
                      <a:pt x="19862" y="8621"/>
                    </a:cubicBezTo>
                    <a:cubicBezTo>
                      <a:pt x="19783" y="8531"/>
                      <a:pt x="19783" y="8531"/>
                      <a:pt x="19709" y="8428"/>
                    </a:cubicBezTo>
                    <a:cubicBezTo>
                      <a:pt x="19683" y="8391"/>
                      <a:pt x="19656" y="8355"/>
                      <a:pt x="19629" y="8318"/>
                    </a:cubicBezTo>
                    <a:cubicBezTo>
                      <a:pt x="19289" y="7776"/>
                      <a:pt x="19364" y="7122"/>
                      <a:pt x="19390" y="6507"/>
                    </a:cubicBezTo>
                    <a:cubicBezTo>
                      <a:pt x="19397" y="6337"/>
                      <a:pt x="19400" y="6167"/>
                      <a:pt x="19403" y="5996"/>
                    </a:cubicBezTo>
                    <a:cubicBezTo>
                      <a:pt x="19409" y="5664"/>
                      <a:pt x="19420" y="5332"/>
                      <a:pt x="19433" y="5000"/>
                    </a:cubicBezTo>
                    <a:cubicBezTo>
                      <a:pt x="19227" y="5000"/>
                      <a:pt x="19021" y="5000"/>
                      <a:pt x="18808" y="5000"/>
                    </a:cubicBezTo>
                    <a:cubicBezTo>
                      <a:pt x="18816" y="5029"/>
                      <a:pt x="18816" y="5029"/>
                      <a:pt x="18852" y="5177"/>
                    </a:cubicBezTo>
                    <a:cubicBezTo>
                      <a:pt x="18917" y="5574"/>
                      <a:pt x="18917" y="5897"/>
                      <a:pt x="18686" y="6234"/>
                    </a:cubicBezTo>
                    <a:cubicBezTo>
                      <a:pt x="18347" y="6686"/>
                      <a:pt x="17953" y="7097"/>
                      <a:pt x="17558" y="7500"/>
                    </a:cubicBezTo>
                    <a:cubicBezTo>
                      <a:pt x="17142" y="7292"/>
                      <a:pt x="16725" y="7083"/>
                      <a:pt x="16308" y="6875"/>
                    </a:cubicBezTo>
                    <a:cubicBezTo>
                      <a:pt x="16058" y="7266"/>
                      <a:pt x="15885" y="7616"/>
                      <a:pt x="15854" y="8081"/>
                    </a:cubicBezTo>
                    <a:cubicBezTo>
                      <a:pt x="15852" y="8114"/>
                      <a:pt x="15850" y="8146"/>
                      <a:pt x="15847" y="8179"/>
                    </a:cubicBezTo>
                    <a:cubicBezTo>
                      <a:pt x="15845" y="8212"/>
                      <a:pt x="15843" y="8245"/>
                      <a:pt x="15841" y="8278"/>
                    </a:cubicBezTo>
                    <a:cubicBezTo>
                      <a:pt x="15797" y="8910"/>
                      <a:pt x="15797" y="8910"/>
                      <a:pt x="15683" y="9167"/>
                    </a:cubicBezTo>
                    <a:cubicBezTo>
                      <a:pt x="15424" y="9383"/>
                      <a:pt x="15084" y="9398"/>
                      <a:pt x="14758" y="9403"/>
                    </a:cubicBezTo>
                    <a:cubicBezTo>
                      <a:pt x="14594" y="9364"/>
                      <a:pt x="14534" y="9300"/>
                      <a:pt x="14433" y="9167"/>
                    </a:cubicBezTo>
                    <a:cubicBezTo>
                      <a:pt x="14406" y="9053"/>
                      <a:pt x="14391" y="8957"/>
                      <a:pt x="14382" y="8842"/>
                    </a:cubicBezTo>
                    <a:cubicBezTo>
                      <a:pt x="14375" y="8778"/>
                      <a:pt x="14368" y="8714"/>
                      <a:pt x="14361" y="8650"/>
                    </a:cubicBezTo>
                    <a:cubicBezTo>
                      <a:pt x="14351" y="8551"/>
                      <a:pt x="14342" y="8451"/>
                      <a:pt x="14334" y="8351"/>
                    </a:cubicBezTo>
                    <a:cubicBezTo>
                      <a:pt x="14284" y="7773"/>
                      <a:pt x="14284" y="7773"/>
                      <a:pt x="14126" y="7599"/>
                    </a:cubicBezTo>
                    <a:cubicBezTo>
                      <a:pt x="14088" y="7569"/>
                      <a:pt x="14050" y="7539"/>
                      <a:pt x="14011" y="7507"/>
                    </a:cubicBezTo>
                    <a:cubicBezTo>
                      <a:pt x="13862" y="7381"/>
                      <a:pt x="13797" y="7296"/>
                      <a:pt x="13774" y="7104"/>
                    </a:cubicBezTo>
                    <a:cubicBezTo>
                      <a:pt x="13762" y="6880"/>
                      <a:pt x="13772" y="6656"/>
                      <a:pt x="13782" y="6432"/>
                    </a:cubicBezTo>
                    <a:cubicBezTo>
                      <a:pt x="13784" y="6354"/>
                      <a:pt x="13786" y="6275"/>
                      <a:pt x="13788" y="6197"/>
                    </a:cubicBezTo>
                    <a:cubicBezTo>
                      <a:pt x="13793" y="6006"/>
                      <a:pt x="13800" y="5816"/>
                      <a:pt x="13808" y="5625"/>
                    </a:cubicBezTo>
                    <a:cubicBezTo>
                      <a:pt x="13602" y="5625"/>
                      <a:pt x="13396" y="5625"/>
                      <a:pt x="13183" y="5625"/>
                    </a:cubicBezTo>
                    <a:cubicBezTo>
                      <a:pt x="13184" y="5668"/>
                      <a:pt x="13184" y="5668"/>
                      <a:pt x="13190" y="5886"/>
                    </a:cubicBezTo>
                    <a:cubicBezTo>
                      <a:pt x="13197" y="6172"/>
                      <a:pt x="13201" y="6458"/>
                      <a:pt x="13205" y="6744"/>
                    </a:cubicBezTo>
                    <a:cubicBezTo>
                      <a:pt x="13207" y="6918"/>
                      <a:pt x="13210" y="7091"/>
                      <a:pt x="13215" y="7264"/>
                    </a:cubicBezTo>
                    <a:cubicBezTo>
                      <a:pt x="13219" y="7432"/>
                      <a:pt x="13222" y="7599"/>
                      <a:pt x="13223" y="7767"/>
                    </a:cubicBezTo>
                    <a:cubicBezTo>
                      <a:pt x="13224" y="7830"/>
                      <a:pt x="13225" y="7894"/>
                      <a:pt x="13227" y="7957"/>
                    </a:cubicBezTo>
                    <a:cubicBezTo>
                      <a:pt x="13245" y="8464"/>
                      <a:pt x="13245" y="8464"/>
                      <a:pt x="13090" y="8660"/>
                    </a:cubicBezTo>
                    <a:cubicBezTo>
                      <a:pt x="13015" y="8728"/>
                      <a:pt x="12939" y="8795"/>
                      <a:pt x="12862" y="8861"/>
                    </a:cubicBezTo>
                    <a:cubicBezTo>
                      <a:pt x="12699" y="9028"/>
                      <a:pt x="12705" y="9201"/>
                      <a:pt x="12702" y="9425"/>
                    </a:cubicBezTo>
                    <a:cubicBezTo>
                      <a:pt x="12697" y="9515"/>
                      <a:pt x="12692" y="9605"/>
                      <a:pt x="12686" y="9695"/>
                    </a:cubicBezTo>
                    <a:cubicBezTo>
                      <a:pt x="12681" y="9834"/>
                      <a:pt x="12676" y="9973"/>
                      <a:pt x="12672" y="10112"/>
                    </a:cubicBezTo>
                    <a:cubicBezTo>
                      <a:pt x="12649" y="10788"/>
                      <a:pt x="12530" y="11326"/>
                      <a:pt x="12022" y="11810"/>
                    </a:cubicBezTo>
                    <a:cubicBezTo>
                      <a:pt x="11856" y="11931"/>
                      <a:pt x="11698" y="11940"/>
                      <a:pt x="11499" y="11918"/>
                    </a:cubicBezTo>
                    <a:cubicBezTo>
                      <a:pt x="11435" y="11906"/>
                      <a:pt x="11371" y="11891"/>
                      <a:pt x="11308" y="11875"/>
                    </a:cubicBezTo>
                    <a:cubicBezTo>
                      <a:pt x="11306" y="11850"/>
                      <a:pt x="11306" y="11850"/>
                      <a:pt x="11296" y="11725"/>
                    </a:cubicBezTo>
                    <a:cubicBezTo>
                      <a:pt x="11280" y="11541"/>
                      <a:pt x="11261" y="11358"/>
                      <a:pt x="11242" y="11174"/>
                    </a:cubicBezTo>
                    <a:cubicBezTo>
                      <a:pt x="11234" y="11095"/>
                      <a:pt x="11227" y="11016"/>
                      <a:pt x="11220" y="10936"/>
                    </a:cubicBezTo>
                    <a:cubicBezTo>
                      <a:pt x="11211" y="10822"/>
                      <a:pt x="11199" y="10707"/>
                      <a:pt x="11186" y="10593"/>
                    </a:cubicBezTo>
                    <a:cubicBezTo>
                      <a:pt x="11185" y="10576"/>
                      <a:pt x="11185" y="10576"/>
                      <a:pt x="11179" y="10486"/>
                    </a:cubicBezTo>
                    <a:cubicBezTo>
                      <a:pt x="11166" y="10379"/>
                      <a:pt x="11153" y="10303"/>
                      <a:pt x="11100" y="10208"/>
                    </a:cubicBezTo>
                    <a:cubicBezTo>
                      <a:pt x="11003" y="10158"/>
                      <a:pt x="11003" y="10158"/>
                      <a:pt x="10889" y="10116"/>
                    </a:cubicBezTo>
                    <a:cubicBezTo>
                      <a:pt x="10776" y="10068"/>
                      <a:pt x="10776" y="10068"/>
                      <a:pt x="10683" y="10000"/>
                    </a:cubicBezTo>
                    <a:cubicBezTo>
                      <a:pt x="10623" y="9813"/>
                      <a:pt x="10635" y="9627"/>
                      <a:pt x="10643" y="9433"/>
                    </a:cubicBezTo>
                    <a:cubicBezTo>
                      <a:pt x="10643" y="9377"/>
                      <a:pt x="10644" y="9321"/>
                      <a:pt x="10644" y="9266"/>
                    </a:cubicBezTo>
                    <a:cubicBezTo>
                      <a:pt x="10646" y="9119"/>
                      <a:pt x="10650" y="8973"/>
                      <a:pt x="10655" y="8827"/>
                    </a:cubicBezTo>
                    <a:cubicBezTo>
                      <a:pt x="10659" y="8677"/>
                      <a:pt x="10661" y="8528"/>
                      <a:pt x="10663" y="8379"/>
                    </a:cubicBezTo>
                    <a:cubicBezTo>
                      <a:pt x="10668" y="8086"/>
                      <a:pt x="10675" y="7793"/>
                      <a:pt x="10683" y="7500"/>
                    </a:cubicBezTo>
                    <a:cubicBezTo>
                      <a:pt x="10477" y="7500"/>
                      <a:pt x="10271" y="7500"/>
                      <a:pt x="10058" y="7500"/>
                    </a:cubicBezTo>
                    <a:cubicBezTo>
                      <a:pt x="10058" y="8050"/>
                      <a:pt x="10058" y="8600"/>
                      <a:pt x="10058" y="9167"/>
                    </a:cubicBezTo>
                    <a:cubicBezTo>
                      <a:pt x="9295" y="9455"/>
                      <a:pt x="9295" y="9455"/>
                      <a:pt x="9017" y="9375"/>
                    </a:cubicBezTo>
                    <a:cubicBezTo>
                      <a:pt x="8746" y="9099"/>
                      <a:pt x="8608" y="8705"/>
                      <a:pt x="8484" y="8345"/>
                    </a:cubicBezTo>
                    <a:cubicBezTo>
                      <a:pt x="8434" y="8204"/>
                      <a:pt x="8394" y="8127"/>
                      <a:pt x="8281" y="8026"/>
                    </a:cubicBezTo>
                    <a:cubicBezTo>
                      <a:pt x="8139" y="7867"/>
                      <a:pt x="8157" y="7737"/>
                      <a:pt x="8163" y="7532"/>
                    </a:cubicBezTo>
                    <a:cubicBezTo>
                      <a:pt x="8163" y="7495"/>
                      <a:pt x="8164" y="7458"/>
                      <a:pt x="8164" y="7421"/>
                    </a:cubicBezTo>
                    <a:cubicBezTo>
                      <a:pt x="8165" y="7304"/>
                      <a:pt x="8168" y="7187"/>
                      <a:pt x="8170" y="7070"/>
                    </a:cubicBezTo>
                    <a:cubicBezTo>
                      <a:pt x="8171" y="6991"/>
                      <a:pt x="8172" y="6912"/>
                      <a:pt x="8173" y="6832"/>
                    </a:cubicBezTo>
                    <a:cubicBezTo>
                      <a:pt x="8175" y="6638"/>
                      <a:pt x="8179" y="6444"/>
                      <a:pt x="8183" y="6250"/>
                    </a:cubicBezTo>
                    <a:cubicBezTo>
                      <a:pt x="7977" y="6250"/>
                      <a:pt x="7771" y="6250"/>
                      <a:pt x="7558" y="6250"/>
                    </a:cubicBezTo>
                    <a:cubicBezTo>
                      <a:pt x="7558" y="7006"/>
                      <a:pt x="7558" y="7763"/>
                      <a:pt x="7558" y="8542"/>
                    </a:cubicBezTo>
                    <a:cubicBezTo>
                      <a:pt x="7386" y="8576"/>
                      <a:pt x="7386" y="8576"/>
                      <a:pt x="6517" y="8750"/>
                    </a:cubicBezTo>
                    <a:cubicBezTo>
                      <a:pt x="6308" y="8542"/>
                      <a:pt x="6308" y="8542"/>
                      <a:pt x="6283" y="8461"/>
                    </a:cubicBezTo>
                    <a:cubicBezTo>
                      <a:pt x="6283" y="8448"/>
                      <a:pt x="6283" y="8448"/>
                      <a:pt x="6283" y="8382"/>
                    </a:cubicBezTo>
                    <a:cubicBezTo>
                      <a:pt x="6283" y="8352"/>
                      <a:pt x="6283" y="8322"/>
                      <a:pt x="6282" y="8291"/>
                    </a:cubicBezTo>
                    <a:cubicBezTo>
                      <a:pt x="6283" y="8259"/>
                      <a:pt x="6284" y="8226"/>
                      <a:pt x="6285" y="8193"/>
                    </a:cubicBezTo>
                    <a:cubicBezTo>
                      <a:pt x="6285" y="8158"/>
                      <a:pt x="6285" y="8124"/>
                      <a:pt x="6285" y="8088"/>
                    </a:cubicBezTo>
                    <a:cubicBezTo>
                      <a:pt x="6285" y="7974"/>
                      <a:pt x="6286" y="7860"/>
                      <a:pt x="6288" y="7747"/>
                    </a:cubicBezTo>
                    <a:cubicBezTo>
                      <a:pt x="6288" y="7668"/>
                      <a:pt x="6289" y="7588"/>
                      <a:pt x="6289" y="7509"/>
                    </a:cubicBezTo>
                    <a:cubicBezTo>
                      <a:pt x="6290" y="7301"/>
                      <a:pt x="6292" y="7094"/>
                      <a:pt x="6294" y="6886"/>
                    </a:cubicBezTo>
                    <a:cubicBezTo>
                      <a:pt x="6296" y="6673"/>
                      <a:pt x="6297" y="6461"/>
                      <a:pt x="6298" y="6249"/>
                    </a:cubicBezTo>
                    <a:cubicBezTo>
                      <a:pt x="6300" y="5832"/>
                      <a:pt x="6304" y="5416"/>
                      <a:pt x="6308" y="5000"/>
                    </a:cubicBezTo>
                    <a:cubicBezTo>
                      <a:pt x="6102" y="5000"/>
                      <a:pt x="5896" y="5000"/>
                      <a:pt x="5683" y="5000"/>
                    </a:cubicBezTo>
                    <a:cubicBezTo>
                      <a:pt x="5688" y="5033"/>
                      <a:pt x="5688" y="5033"/>
                      <a:pt x="5713" y="5199"/>
                    </a:cubicBezTo>
                    <a:cubicBezTo>
                      <a:pt x="5754" y="5598"/>
                      <a:pt x="5768" y="5953"/>
                      <a:pt x="5534" y="6296"/>
                    </a:cubicBezTo>
                    <a:cubicBezTo>
                      <a:pt x="5268" y="6619"/>
                      <a:pt x="4992" y="6878"/>
                      <a:pt x="4563" y="6926"/>
                    </a:cubicBezTo>
                    <a:cubicBezTo>
                      <a:pt x="4308" y="6935"/>
                      <a:pt x="4060" y="6915"/>
                      <a:pt x="3808" y="6875"/>
                    </a:cubicBezTo>
                    <a:cubicBezTo>
                      <a:pt x="3812" y="6902"/>
                      <a:pt x="3815" y="6929"/>
                      <a:pt x="3818" y="6957"/>
                    </a:cubicBezTo>
                    <a:cubicBezTo>
                      <a:pt x="3875" y="7505"/>
                      <a:pt x="3868" y="7941"/>
                      <a:pt x="3535" y="8398"/>
                    </a:cubicBezTo>
                    <a:cubicBezTo>
                      <a:pt x="3510" y="8434"/>
                      <a:pt x="3486" y="8470"/>
                      <a:pt x="3461" y="8506"/>
                    </a:cubicBezTo>
                    <a:cubicBezTo>
                      <a:pt x="3381" y="8604"/>
                      <a:pt x="3381" y="8604"/>
                      <a:pt x="3183" y="8750"/>
                    </a:cubicBezTo>
                    <a:cubicBezTo>
                      <a:pt x="2977" y="8750"/>
                      <a:pt x="2771" y="8750"/>
                      <a:pt x="2558" y="8750"/>
                    </a:cubicBezTo>
                    <a:cubicBezTo>
                      <a:pt x="2558" y="8337"/>
                      <a:pt x="2558" y="7925"/>
                      <a:pt x="2558" y="7500"/>
                    </a:cubicBezTo>
                    <a:cubicBezTo>
                      <a:pt x="2352" y="7500"/>
                      <a:pt x="2146" y="7500"/>
                      <a:pt x="1933" y="7500"/>
                    </a:cubicBezTo>
                    <a:cubicBezTo>
                      <a:pt x="1939" y="7602"/>
                      <a:pt x="1944" y="7704"/>
                      <a:pt x="1950" y="7809"/>
                    </a:cubicBezTo>
                    <a:cubicBezTo>
                      <a:pt x="1967" y="8149"/>
                      <a:pt x="1979" y="8490"/>
                      <a:pt x="1987" y="8831"/>
                    </a:cubicBezTo>
                    <a:cubicBezTo>
                      <a:pt x="1993" y="9038"/>
                      <a:pt x="2000" y="9244"/>
                      <a:pt x="2012" y="9450"/>
                    </a:cubicBezTo>
                    <a:cubicBezTo>
                      <a:pt x="2094" y="10898"/>
                      <a:pt x="2094" y="10898"/>
                      <a:pt x="1767" y="11272"/>
                    </a:cubicBezTo>
                    <a:cubicBezTo>
                      <a:pt x="1632" y="11408"/>
                      <a:pt x="1489" y="11530"/>
                      <a:pt x="1341" y="11650"/>
                    </a:cubicBezTo>
                    <a:cubicBezTo>
                      <a:pt x="1032" y="11902"/>
                      <a:pt x="839" y="12088"/>
                      <a:pt x="789" y="12496"/>
                    </a:cubicBezTo>
                    <a:cubicBezTo>
                      <a:pt x="764" y="12793"/>
                      <a:pt x="777" y="13089"/>
                      <a:pt x="796" y="13386"/>
                    </a:cubicBezTo>
                    <a:cubicBezTo>
                      <a:pt x="802" y="13508"/>
                      <a:pt x="803" y="13630"/>
                      <a:pt x="804" y="13752"/>
                    </a:cubicBezTo>
                    <a:cubicBezTo>
                      <a:pt x="804" y="13871"/>
                      <a:pt x="808" y="13990"/>
                      <a:pt x="812" y="14110"/>
                    </a:cubicBezTo>
                    <a:cubicBezTo>
                      <a:pt x="813" y="14166"/>
                      <a:pt x="815" y="14222"/>
                      <a:pt x="816" y="14278"/>
                    </a:cubicBezTo>
                    <a:cubicBezTo>
                      <a:pt x="822" y="14520"/>
                      <a:pt x="831" y="14716"/>
                      <a:pt x="986" y="14909"/>
                    </a:cubicBezTo>
                    <a:cubicBezTo>
                      <a:pt x="1061" y="14978"/>
                      <a:pt x="1136" y="15047"/>
                      <a:pt x="1213" y="15114"/>
                    </a:cubicBezTo>
                    <a:cubicBezTo>
                      <a:pt x="1354" y="15254"/>
                      <a:pt x="1379" y="15375"/>
                      <a:pt x="1395" y="15568"/>
                    </a:cubicBezTo>
                    <a:cubicBezTo>
                      <a:pt x="1399" y="15600"/>
                      <a:pt x="1403" y="15632"/>
                      <a:pt x="1407" y="15664"/>
                    </a:cubicBezTo>
                    <a:cubicBezTo>
                      <a:pt x="1419" y="15764"/>
                      <a:pt x="1429" y="15864"/>
                      <a:pt x="1439" y="15964"/>
                    </a:cubicBezTo>
                    <a:cubicBezTo>
                      <a:pt x="1446" y="16032"/>
                      <a:pt x="1455" y="16100"/>
                      <a:pt x="1463" y="16169"/>
                    </a:cubicBezTo>
                    <a:cubicBezTo>
                      <a:pt x="1483" y="16334"/>
                      <a:pt x="1500" y="16500"/>
                      <a:pt x="1517" y="16667"/>
                    </a:cubicBezTo>
                    <a:cubicBezTo>
                      <a:pt x="2109" y="16720"/>
                      <a:pt x="2109" y="16720"/>
                      <a:pt x="2350" y="16667"/>
                    </a:cubicBezTo>
                    <a:cubicBezTo>
                      <a:pt x="2441" y="16561"/>
                      <a:pt x="2462" y="16476"/>
                      <a:pt x="2500" y="16343"/>
                    </a:cubicBezTo>
                    <a:cubicBezTo>
                      <a:pt x="2519" y="16312"/>
                      <a:pt x="2538" y="16281"/>
                      <a:pt x="2558" y="16250"/>
                    </a:cubicBezTo>
                    <a:cubicBezTo>
                      <a:pt x="2771" y="16211"/>
                      <a:pt x="2969" y="16226"/>
                      <a:pt x="3183" y="16250"/>
                    </a:cubicBezTo>
                    <a:cubicBezTo>
                      <a:pt x="3245" y="16636"/>
                      <a:pt x="3310" y="17070"/>
                      <a:pt x="3108" y="17423"/>
                    </a:cubicBezTo>
                    <a:cubicBezTo>
                      <a:pt x="3014" y="17551"/>
                      <a:pt x="2907" y="17663"/>
                      <a:pt x="2793" y="17773"/>
                    </a:cubicBezTo>
                    <a:cubicBezTo>
                      <a:pt x="2756" y="17809"/>
                      <a:pt x="2720" y="17845"/>
                      <a:pt x="2683" y="17881"/>
                    </a:cubicBezTo>
                    <a:cubicBezTo>
                      <a:pt x="2402" y="18131"/>
                      <a:pt x="2361" y="18125"/>
                      <a:pt x="1933" y="18125"/>
                    </a:cubicBezTo>
                    <a:cubicBezTo>
                      <a:pt x="1933" y="18469"/>
                      <a:pt x="1933" y="18812"/>
                      <a:pt x="1933" y="19167"/>
                    </a:cubicBezTo>
                    <a:cubicBezTo>
                      <a:pt x="1764" y="19207"/>
                      <a:pt x="1595" y="19246"/>
                      <a:pt x="1425" y="19284"/>
                    </a:cubicBezTo>
                    <a:cubicBezTo>
                      <a:pt x="1401" y="19290"/>
                      <a:pt x="1401" y="19290"/>
                      <a:pt x="1280" y="19319"/>
                    </a:cubicBezTo>
                    <a:cubicBezTo>
                      <a:pt x="1234" y="19329"/>
                      <a:pt x="1188" y="19339"/>
                      <a:pt x="1140" y="19350"/>
                    </a:cubicBezTo>
                    <a:cubicBezTo>
                      <a:pt x="1119" y="19355"/>
                      <a:pt x="1119" y="19355"/>
                      <a:pt x="1011" y="19380"/>
                    </a:cubicBezTo>
                    <a:cubicBezTo>
                      <a:pt x="892" y="19375"/>
                      <a:pt x="892" y="19375"/>
                      <a:pt x="775" y="19301"/>
                    </a:cubicBezTo>
                    <a:cubicBezTo>
                      <a:pt x="630" y="19133"/>
                      <a:pt x="643" y="18917"/>
                      <a:pt x="632" y="18705"/>
                    </a:cubicBezTo>
                    <a:cubicBezTo>
                      <a:pt x="625" y="18613"/>
                      <a:pt x="618" y="18520"/>
                      <a:pt x="611" y="18428"/>
                    </a:cubicBezTo>
                    <a:cubicBezTo>
                      <a:pt x="601" y="18283"/>
                      <a:pt x="592" y="18138"/>
                      <a:pt x="584" y="17993"/>
                    </a:cubicBezTo>
                    <a:cubicBezTo>
                      <a:pt x="576" y="17853"/>
                      <a:pt x="565" y="17713"/>
                      <a:pt x="554" y="17572"/>
                    </a:cubicBezTo>
                    <a:cubicBezTo>
                      <a:pt x="552" y="17530"/>
                      <a:pt x="550" y="17487"/>
                      <a:pt x="549" y="17443"/>
                    </a:cubicBezTo>
                    <a:cubicBezTo>
                      <a:pt x="522" y="17125"/>
                      <a:pt x="522" y="17125"/>
                      <a:pt x="379" y="16998"/>
                    </a:cubicBezTo>
                    <a:cubicBezTo>
                      <a:pt x="341" y="16970"/>
                      <a:pt x="304" y="16941"/>
                      <a:pt x="265" y="16912"/>
                    </a:cubicBezTo>
                    <a:cubicBezTo>
                      <a:pt x="64" y="16729"/>
                      <a:pt x="29" y="16589"/>
                      <a:pt x="9" y="16319"/>
                    </a:cubicBezTo>
                    <a:cubicBezTo>
                      <a:pt x="1" y="16100"/>
                      <a:pt x="0" y="15883"/>
                      <a:pt x="2" y="15664"/>
                    </a:cubicBezTo>
                    <a:cubicBezTo>
                      <a:pt x="3" y="15531"/>
                      <a:pt x="2" y="15399"/>
                      <a:pt x="2" y="15266"/>
                    </a:cubicBezTo>
                    <a:cubicBezTo>
                      <a:pt x="1" y="15044"/>
                      <a:pt x="2" y="14822"/>
                      <a:pt x="4" y="14599"/>
                    </a:cubicBezTo>
                    <a:cubicBezTo>
                      <a:pt x="6" y="14343"/>
                      <a:pt x="6" y="14086"/>
                      <a:pt x="3" y="13830"/>
                    </a:cubicBezTo>
                    <a:cubicBezTo>
                      <a:pt x="1" y="13609"/>
                      <a:pt x="1" y="13388"/>
                      <a:pt x="2" y="13167"/>
                    </a:cubicBezTo>
                    <a:cubicBezTo>
                      <a:pt x="3" y="13035"/>
                      <a:pt x="3" y="12903"/>
                      <a:pt x="1" y="12772"/>
                    </a:cubicBezTo>
                    <a:cubicBezTo>
                      <a:pt x="0" y="12625"/>
                      <a:pt x="2" y="12479"/>
                      <a:pt x="4" y="12332"/>
                    </a:cubicBezTo>
                    <a:cubicBezTo>
                      <a:pt x="4" y="12289"/>
                      <a:pt x="3" y="12245"/>
                      <a:pt x="2" y="12200"/>
                    </a:cubicBezTo>
                    <a:cubicBezTo>
                      <a:pt x="5" y="12078"/>
                      <a:pt x="11" y="11988"/>
                      <a:pt x="58" y="11875"/>
                    </a:cubicBezTo>
                    <a:cubicBezTo>
                      <a:pt x="162" y="11799"/>
                      <a:pt x="259" y="11754"/>
                      <a:pt x="380" y="11711"/>
                    </a:cubicBezTo>
                    <a:cubicBezTo>
                      <a:pt x="475" y="11667"/>
                      <a:pt x="475" y="11667"/>
                      <a:pt x="515" y="11591"/>
                    </a:cubicBezTo>
                    <a:cubicBezTo>
                      <a:pt x="531" y="11506"/>
                      <a:pt x="533" y="11429"/>
                      <a:pt x="530" y="11342"/>
                    </a:cubicBezTo>
                    <a:cubicBezTo>
                      <a:pt x="531" y="11311"/>
                      <a:pt x="531" y="11280"/>
                      <a:pt x="531" y="11248"/>
                    </a:cubicBezTo>
                    <a:cubicBezTo>
                      <a:pt x="532" y="11182"/>
                      <a:pt x="531" y="11116"/>
                      <a:pt x="529" y="11051"/>
                    </a:cubicBezTo>
                    <a:cubicBezTo>
                      <a:pt x="527" y="10951"/>
                      <a:pt x="529" y="10853"/>
                      <a:pt x="532" y="10753"/>
                    </a:cubicBezTo>
                    <a:cubicBezTo>
                      <a:pt x="532" y="10689"/>
                      <a:pt x="531" y="10625"/>
                      <a:pt x="530" y="10561"/>
                    </a:cubicBezTo>
                    <a:cubicBezTo>
                      <a:pt x="531" y="10532"/>
                      <a:pt x="532" y="10503"/>
                      <a:pt x="533" y="10472"/>
                    </a:cubicBezTo>
                    <a:cubicBezTo>
                      <a:pt x="528" y="10371"/>
                      <a:pt x="515" y="10303"/>
                      <a:pt x="475" y="10208"/>
                    </a:cubicBezTo>
                    <a:cubicBezTo>
                      <a:pt x="407" y="10148"/>
                      <a:pt x="337" y="10090"/>
                      <a:pt x="266" y="10034"/>
                    </a:cubicBezTo>
                    <a:cubicBezTo>
                      <a:pt x="108" y="9889"/>
                      <a:pt x="33" y="9769"/>
                      <a:pt x="12" y="9553"/>
                    </a:cubicBezTo>
                    <a:cubicBezTo>
                      <a:pt x="5" y="9394"/>
                      <a:pt x="7" y="9235"/>
                      <a:pt x="11" y="9075"/>
                    </a:cubicBezTo>
                    <a:cubicBezTo>
                      <a:pt x="11" y="9003"/>
                      <a:pt x="11" y="8931"/>
                      <a:pt x="11" y="8859"/>
                    </a:cubicBezTo>
                    <a:cubicBezTo>
                      <a:pt x="11" y="8665"/>
                      <a:pt x="13" y="8471"/>
                      <a:pt x="16" y="8277"/>
                    </a:cubicBezTo>
                    <a:cubicBezTo>
                      <a:pt x="19" y="8074"/>
                      <a:pt x="19" y="7871"/>
                      <a:pt x="19" y="7667"/>
                    </a:cubicBezTo>
                    <a:cubicBezTo>
                      <a:pt x="21" y="7283"/>
                      <a:pt x="24" y="6899"/>
                      <a:pt x="28" y="6514"/>
                    </a:cubicBezTo>
                    <a:cubicBezTo>
                      <a:pt x="33" y="6076"/>
                      <a:pt x="35" y="5638"/>
                      <a:pt x="37" y="5201"/>
                    </a:cubicBezTo>
                    <a:cubicBezTo>
                      <a:pt x="42" y="4300"/>
                      <a:pt x="49" y="3400"/>
                      <a:pt x="58" y="2500"/>
                    </a:cubicBezTo>
                    <a:cubicBezTo>
                      <a:pt x="265" y="2500"/>
                      <a:pt x="471" y="2500"/>
                      <a:pt x="683" y="2500"/>
                    </a:cubicBezTo>
                    <a:cubicBezTo>
                      <a:pt x="683" y="4150"/>
                      <a:pt x="683" y="5800"/>
                      <a:pt x="683" y="7500"/>
                    </a:cubicBezTo>
                    <a:cubicBezTo>
                      <a:pt x="890" y="7500"/>
                      <a:pt x="1096" y="7500"/>
                      <a:pt x="1308" y="7500"/>
                    </a:cubicBezTo>
                    <a:cubicBezTo>
                      <a:pt x="1299" y="7434"/>
                      <a:pt x="1289" y="7369"/>
                      <a:pt x="1279" y="7301"/>
                    </a:cubicBezTo>
                    <a:cubicBezTo>
                      <a:pt x="1232" y="6847"/>
                      <a:pt x="1239" y="6467"/>
                      <a:pt x="1532" y="6098"/>
                    </a:cubicBezTo>
                    <a:cubicBezTo>
                      <a:pt x="1980" y="5621"/>
                      <a:pt x="2365" y="5564"/>
                      <a:pt x="2995" y="5528"/>
                    </a:cubicBezTo>
                    <a:cubicBezTo>
                      <a:pt x="3530" y="5493"/>
                      <a:pt x="3530" y="5493"/>
                      <a:pt x="3700" y="5308"/>
                    </a:cubicBezTo>
                    <a:cubicBezTo>
                      <a:pt x="3823" y="5078"/>
                      <a:pt x="3881" y="4849"/>
                      <a:pt x="3936" y="4596"/>
                    </a:cubicBezTo>
                    <a:cubicBezTo>
                      <a:pt x="3967" y="4469"/>
                      <a:pt x="3967" y="4469"/>
                      <a:pt x="4017" y="4375"/>
                    </a:cubicBezTo>
                    <a:cubicBezTo>
                      <a:pt x="4162" y="4330"/>
                      <a:pt x="4286" y="4344"/>
                      <a:pt x="4433" y="4375"/>
                    </a:cubicBezTo>
                    <a:cubicBezTo>
                      <a:pt x="4414" y="4352"/>
                      <a:pt x="4395" y="4329"/>
                      <a:pt x="4376" y="4305"/>
                    </a:cubicBezTo>
                    <a:cubicBezTo>
                      <a:pt x="4290" y="4199"/>
                      <a:pt x="4205" y="4092"/>
                      <a:pt x="4121" y="3984"/>
                    </a:cubicBezTo>
                    <a:cubicBezTo>
                      <a:pt x="4106" y="3966"/>
                      <a:pt x="4106" y="3966"/>
                      <a:pt x="4030" y="3875"/>
                    </a:cubicBezTo>
                    <a:cubicBezTo>
                      <a:pt x="3852" y="3646"/>
                      <a:pt x="3774" y="3494"/>
                      <a:pt x="3797" y="3201"/>
                    </a:cubicBezTo>
                    <a:cubicBezTo>
                      <a:pt x="3799" y="3188"/>
                      <a:pt x="3799" y="3188"/>
                      <a:pt x="3808" y="3125"/>
                    </a:cubicBezTo>
                    <a:cubicBezTo>
                      <a:pt x="4554" y="3045"/>
                      <a:pt x="4554" y="3045"/>
                      <a:pt x="4850" y="3125"/>
                    </a:cubicBezTo>
                    <a:cubicBezTo>
                      <a:pt x="4960" y="3238"/>
                      <a:pt x="4979" y="3374"/>
                      <a:pt x="4982" y="3528"/>
                    </a:cubicBezTo>
                    <a:cubicBezTo>
                      <a:pt x="4988" y="3613"/>
                      <a:pt x="4988" y="3613"/>
                      <a:pt x="5058" y="3750"/>
                    </a:cubicBezTo>
                    <a:cubicBezTo>
                      <a:pt x="5265" y="3750"/>
                      <a:pt x="5471" y="3750"/>
                      <a:pt x="5683" y="3750"/>
                    </a:cubicBezTo>
                    <a:cubicBezTo>
                      <a:pt x="5683" y="2513"/>
                      <a:pt x="5683" y="1275"/>
                      <a:pt x="5683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769" name="ICON_C_SIGNAL_GRAPHIC_path_002"/>
              <p:cNvSpPr/>
              <p:nvPr/>
            </p:nvSpPr>
            <p:spPr>
              <a:xfrm>
                <a:off x="3976688" y="7563136"/>
                <a:ext cx="666750" cy="89646"/>
              </a:xfrm>
              <a:custGeom>
                <a:avLst/>
                <a:gdLst/>
                <a:ahLst/>
                <a:cxnLst/>
                <a:rect l="0" t="0" r="r" b="b"/>
                <a:pathLst>
                  <a:path w="52500" h="7059" fill="norm" stroke="0">
                    <a:moveTo>
                      <a:pt x="34375" y="102"/>
                    </a:moveTo>
                    <a:cubicBezTo>
                      <a:pt x="34444" y="1271"/>
                      <a:pt x="34512" y="2440"/>
                      <a:pt x="34583" y="3644"/>
                    </a:cubicBezTo>
                    <a:cubicBezTo>
                      <a:pt x="34858" y="3644"/>
                      <a:pt x="35133" y="3644"/>
                      <a:pt x="35417" y="3644"/>
                    </a:cubicBezTo>
                    <a:cubicBezTo>
                      <a:pt x="35485" y="3094"/>
                      <a:pt x="35554" y="2544"/>
                      <a:pt x="35625" y="1977"/>
                    </a:cubicBezTo>
                    <a:cubicBezTo>
                      <a:pt x="35831" y="1977"/>
                      <a:pt x="36038" y="1977"/>
                      <a:pt x="36250" y="1977"/>
                    </a:cubicBezTo>
                    <a:cubicBezTo>
                      <a:pt x="36253" y="2048"/>
                      <a:pt x="36256" y="2118"/>
                      <a:pt x="36259" y="2191"/>
                    </a:cubicBezTo>
                    <a:cubicBezTo>
                      <a:pt x="36311" y="2765"/>
                      <a:pt x="36311" y="2765"/>
                      <a:pt x="36458" y="3019"/>
                    </a:cubicBezTo>
                    <a:cubicBezTo>
                      <a:pt x="36664" y="3172"/>
                      <a:pt x="36894" y="3242"/>
                      <a:pt x="37140" y="3304"/>
                    </a:cubicBezTo>
                    <a:cubicBezTo>
                      <a:pt x="37390" y="3370"/>
                      <a:pt x="37390" y="3370"/>
                      <a:pt x="37500" y="3436"/>
                    </a:cubicBezTo>
                    <a:cubicBezTo>
                      <a:pt x="37545" y="3582"/>
                      <a:pt x="37531" y="3705"/>
                      <a:pt x="37500" y="3852"/>
                    </a:cubicBezTo>
                    <a:cubicBezTo>
                      <a:pt x="37947" y="3928"/>
                      <a:pt x="37947" y="3928"/>
                      <a:pt x="38125" y="3852"/>
                    </a:cubicBezTo>
                    <a:cubicBezTo>
                      <a:pt x="38210" y="3732"/>
                      <a:pt x="38235" y="3593"/>
                      <a:pt x="38254" y="3450"/>
                    </a:cubicBezTo>
                    <a:cubicBezTo>
                      <a:pt x="38269" y="3364"/>
                      <a:pt x="38269" y="3364"/>
                      <a:pt x="38333" y="3227"/>
                    </a:cubicBezTo>
                    <a:cubicBezTo>
                      <a:pt x="38471" y="3227"/>
                      <a:pt x="38608" y="3227"/>
                      <a:pt x="38750" y="3227"/>
                    </a:cubicBezTo>
                    <a:cubicBezTo>
                      <a:pt x="38750" y="2815"/>
                      <a:pt x="38750" y="2402"/>
                      <a:pt x="38750" y="1977"/>
                    </a:cubicBezTo>
                    <a:cubicBezTo>
                      <a:pt x="39375" y="1977"/>
                      <a:pt x="39375" y="1977"/>
                      <a:pt x="39573" y="2123"/>
                    </a:cubicBezTo>
                    <a:cubicBezTo>
                      <a:pt x="39652" y="2221"/>
                      <a:pt x="39652" y="2221"/>
                      <a:pt x="39727" y="2329"/>
                    </a:cubicBezTo>
                    <a:cubicBezTo>
                      <a:pt x="39753" y="2365"/>
                      <a:pt x="39780" y="2402"/>
                      <a:pt x="39807" y="2440"/>
                    </a:cubicBezTo>
                    <a:cubicBezTo>
                      <a:pt x="40095" y="2882"/>
                      <a:pt x="40056" y="3346"/>
                      <a:pt x="40000" y="3852"/>
                    </a:cubicBezTo>
                    <a:cubicBezTo>
                      <a:pt x="40206" y="3852"/>
                      <a:pt x="40413" y="3852"/>
                      <a:pt x="40625" y="3852"/>
                    </a:cubicBezTo>
                    <a:cubicBezTo>
                      <a:pt x="40618" y="3780"/>
                      <a:pt x="40610" y="3707"/>
                      <a:pt x="40603" y="3632"/>
                    </a:cubicBezTo>
                    <a:cubicBezTo>
                      <a:pt x="40562" y="3041"/>
                      <a:pt x="40562" y="3041"/>
                      <a:pt x="40625" y="2811"/>
                    </a:cubicBezTo>
                    <a:cubicBezTo>
                      <a:pt x="40720" y="2729"/>
                      <a:pt x="40816" y="2720"/>
                      <a:pt x="40938" y="2707"/>
                    </a:cubicBezTo>
                    <a:cubicBezTo>
                      <a:pt x="41159" y="2680"/>
                      <a:pt x="41159" y="2680"/>
                      <a:pt x="41250" y="2602"/>
                    </a:cubicBezTo>
                    <a:cubicBezTo>
                      <a:pt x="41283" y="2441"/>
                      <a:pt x="41264" y="2284"/>
                      <a:pt x="41250" y="2121"/>
                    </a:cubicBezTo>
                    <a:cubicBezTo>
                      <a:pt x="41217" y="1693"/>
                      <a:pt x="41266" y="1428"/>
                      <a:pt x="41523" y="1079"/>
                    </a:cubicBezTo>
                    <a:cubicBezTo>
                      <a:pt x="41548" y="1043"/>
                      <a:pt x="41572" y="1008"/>
                      <a:pt x="41598" y="971"/>
                    </a:cubicBezTo>
                    <a:cubicBezTo>
                      <a:pt x="41700" y="845"/>
                      <a:pt x="41787" y="744"/>
                      <a:pt x="41952" y="713"/>
                    </a:cubicBezTo>
                    <a:cubicBezTo>
                      <a:pt x="42136" y="698"/>
                      <a:pt x="42316" y="709"/>
                      <a:pt x="42500" y="727"/>
                    </a:cubicBezTo>
                    <a:cubicBezTo>
                      <a:pt x="42504" y="776"/>
                      <a:pt x="42508" y="824"/>
                      <a:pt x="42512" y="874"/>
                    </a:cubicBezTo>
                    <a:cubicBezTo>
                      <a:pt x="42529" y="1055"/>
                      <a:pt x="42547" y="1236"/>
                      <a:pt x="42566" y="1417"/>
                    </a:cubicBezTo>
                    <a:cubicBezTo>
                      <a:pt x="42574" y="1495"/>
                      <a:pt x="42581" y="1573"/>
                      <a:pt x="42588" y="1651"/>
                    </a:cubicBezTo>
                    <a:cubicBezTo>
                      <a:pt x="42646" y="2328"/>
                      <a:pt x="42646" y="2328"/>
                      <a:pt x="42809" y="2500"/>
                    </a:cubicBezTo>
                    <a:cubicBezTo>
                      <a:pt x="42846" y="2527"/>
                      <a:pt x="42884" y="2555"/>
                      <a:pt x="42923" y="2583"/>
                    </a:cubicBezTo>
                    <a:cubicBezTo>
                      <a:pt x="43058" y="2694"/>
                      <a:pt x="43113" y="2752"/>
                      <a:pt x="43147" y="2924"/>
                    </a:cubicBezTo>
                    <a:cubicBezTo>
                      <a:pt x="43176" y="3249"/>
                      <a:pt x="43165" y="3576"/>
                      <a:pt x="43154" y="3902"/>
                    </a:cubicBezTo>
                    <a:cubicBezTo>
                      <a:pt x="43149" y="4037"/>
                      <a:pt x="43147" y="4173"/>
                      <a:pt x="43145" y="4308"/>
                    </a:cubicBezTo>
                    <a:cubicBezTo>
                      <a:pt x="43141" y="4573"/>
                      <a:pt x="43134" y="4838"/>
                      <a:pt x="43125" y="5102"/>
                    </a:cubicBezTo>
                    <a:cubicBezTo>
                      <a:pt x="43683" y="5156"/>
                      <a:pt x="43683" y="5156"/>
                      <a:pt x="43827" y="5041"/>
                    </a:cubicBezTo>
                    <a:cubicBezTo>
                      <a:pt x="43879" y="4946"/>
                      <a:pt x="43912" y="4854"/>
                      <a:pt x="43945" y="4751"/>
                    </a:cubicBezTo>
                    <a:cubicBezTo>
                      <a:pt x="44095" y="4388"/>
                      <a:pt x="44279" y="4077"/>
                      <a:pt x="44517" y="3767"/>
                    </a:cubicBezTo>
                    <a:cubicBezTo>
                      <a:pt x="44552" y="3720"/>
                      <a:pt x="44587" y="3673"/>
                      <a:pt x="44621" y="3625"/>
                    </a:cubicBezTo>
                    <a:cubicBezTo>
                      <a:pt x="44762" y="3426"/>
                      <a:pt x="44903" y="3237"/>
                      <a:pt x="45154" y="3185"/>
                    </a:cubicBezTo>
                    <a:cubicBezTo>
                      <a:pt x="45368" y="3161"/>
                      <a:pt x="45551" y="3177"/>
                      <a:pt x="45734" y="3301"/>
                    </a:cubicBezTo>
                    <a:cubicBezTo>
                      <a:pt x="45828" y="3401"/>
                      <a:pt x="45902" y="3503"/>
                      <a:pt x="45977" y="3618"/>
                    </a:cubicBezTo>
                    <a:cubicBezTo>
                      <a:pt x="46004" y="3654"/>
                      <a:pt x="46031" y="3691"/>
                      <a:pt x="46058" y="3728"/>
                    </a:cubicBezTo>
                    <a:cubicBezTo>
                      <a:pt x="46235" y="3980"/>
                      <a:pt x="46289" y="4172"/>
                      <a:pt x="46250" y="4477"/>
                    </a:cubicBezTo>
                    <a:cubicBezTo>
                      <a:pt x="46459" y="4528"/>
                      <a:pt x="46673" y="4572"/>
                      <a:pt x="46875" y="4477"/>
                    </a:cubicBezTo>
                    <a:cubicBezTo>
                      <a:pt x="47107" y="4218"/>
                      <a:pt x="47213" y="3845"/>
                      <a:pt x="47338" y="3525"/>
                    </a:cubicBezTo>
                    <a:cubicBezTo>
                      <a:pt x="47457" y="3251"/>
                      <a:pt x="47457" y="3251"/>
                      <a:pt x="47572" y="3188"/>
                    </a:cubicBezTo>
                    <a:cubicBezTo>
                      <a:pt x="47656" y="3171"/>
                      <a:pt x="47727" y="3170"/>
                      <a:pt x="47812" y="3175"/>
                    </a:cubicBezTo>
                    <a:cubicBezTo>
                      <a:pt x="47841" y="3176"/>
                      <a:pt x="47869" y="3177"/>
                      <a:pt x="47899" y="3178"/>
                    </a:cubicBezTo>
                    <a:cubicBezTo>
                      <a:pt x="47983" y="3185"/>
                      <a:pt x="47983" y="3185"/>
                      <a:pt x="48125" y="3227"/>
                    </a:cubicBezTo>
                    <a:cubicBezTo>
                      <a:pt x="48183" y="3322"/>
                      <a:pt x="48183" y="3322"/>
                      <a:pt x="48216" y="3436"/>
                    </a:cubicBezTo>
                    <a:cubicBezTo>
                      <a:pt x="48254" y="3551"/>
                      <a:pt x="48254" y="3551"/>
                      <a:pt x="48333" y="3644"/>
                    </a:cubicBezTo>
                    <a:cubicBezTo>
                      <a:pt x="48603" y="3704"/>
                      <a:pt x="48894" y="3669"/>
                      <a:pt x="49167" y="3644"/>
                    </a:cubicBezTo>
                    <a:cubicBezTo>
                      <a:pt x="49168" y="3601"/>
                      <a:pt x="49168" y="3558"/>
                      <a:pt x="49169" y="3514"/>
                    </a:cubicBezTo>
                    <a:cubicBezTo>
                      <a:pt x="49204" y="2370"/>
                      <a:pt x="49204" y="2370"/>
                      <a:pt x="49477" y="2076"/>
                    </a:cubicBezTo>
                    <a:cubicBezTo>
                      <a:pt x="49730" y="1915"/>
                      <a:pt x="49994" y="1862"/>
                      <a:pt x="50290" y="1917"/>
                    </a:cubicBezTo>
                    <a:cubicBezTo>
                      <a:pt x="50623" y="2076"/>
                      <a:pt x="50745" y="2496"/>
                      <a:pt x="50868" y="2821"/>
                    </a:cubicBezTo>
                    <a:cubicBezTo>
                      <a:pt x="51020" y="3217"/>
                      <a:pt x="51203" y="3506"/>
                      <a:pt x="51589" y="3715"/>
                    </a:cubicBezTo>
                    <a:cubicBezTo>
                      <a:pt x="51726" y="3776"/>
                      <a:pt x="51864" y="3828"/>
                      <a:pt x="52005" y="3879"/>
                    </a:cubicBezTo>
                    <a:cubicBezTo>
                      <a:pt x="52053" y="3896"/>
                      <a:pt x="52101" y="3915"/>
                      <a:pt x="52150" y="3933"/>
                    </a:cubicBezTo>
                    <a:cubicBezTo>
                      <a:pt x="52266" y="3977"/>
                      <a:pt x="52383" y="4019"/>
                      <a:pt x="52500" y="4061"/>
                    </a:cubicBezTo>
                    <a:cubicBezTo>
                      <a:pt x="52440" y="4621"/>
                      <a:pt x="52365" y="5159"/>
                      <a:pt x="51953" y="5571"/>
                    </a:cubicBezTo>
                    <a:cubicBezTo>
                      <a:pt x="51768" y="5718"/>
                      <a:pt x="51628" y="5741"/>
                      <a:pt x="51394" y="5719"/>
                    </a:cubicBezTo>
                    <a:cubicBezTo>
                      <a:pt x="51126" y="5678"/>
                      <a:pt x="50890" y="5598"/>
                      <a:pt x="50625" y="5519"/>
                    </a:cubicBezTo>
                    <a:cubicBezTo>
                      <a:pt x="50625" y="4969"/>
                      <a:pt x="50625" y="4419"/>
                      <a:pt x="50625" y="3852"/>
                    </a:cubicBezTo>
                    <a:cubicBezTo>
                      <a:pt x="50419" y="3852"/>
                      <a:pt x="50212" y="3852"/>
                      <a:pt x="50000" y="3852"/>
                    </a:cubicBezTo>
                    <a:cubicBezTo>
                      <a:pt x="49880" y="3999"/>
                      <a:pt x="49836" y="4072"/>
                      <a:pt x="49779" y="4243"/>
                    </a:cubicBezTo>
                    <a:cubicBezTo>
                      <a:pt x="49655" y="4574"/>
                      <a:pt x="49506" y="4943"/>
                      <a:pt x="49167" y="5102"/>
                    </a:cubicBezTo>
                    <a:cubicBezTo>
                      <a:pt x="48886" y="5167"/>
                      <a:pt x="48593" y="5142"/>
                      <a:pt x="48307" y="5129"/>
                    </a:cubicBezTo>
                    <a:cubicBezTo>
                      <a:pt x="48229" y="5126"/>
                      <a:pt x="48150" y="5125"/>
                      <a:pt x="48072" y="5123"/>
                    </a:cubicBezTo>
                    <a:cubicBezTo>
                      <a:pt x="47881" y="5119"/>
                      <a:pt x="47691" y="5110"/>
                      <a:pt x="47500" y="5102"/>
                    </a:cubicBezTo>
                    <a:cubicBezTo>
                      <a:pt x="47500" y="5446"/>
                      <a:pt x="47500" y="5790"/>
                      <a:pt x="47500" y="6144"/>
                    </a:cubicBezTo>
                    <a:cubicBezTo>
                      <a:pt x="46743" y="6431"/>
                      <a:pt x="46743" y="6431"/>
                      <a:pt x="46458" y="6352"/>
                    </a:cubicBezTo>
                    <a:cubicBezTo>
                      <a:pt x="46090" y="6000"/>
                      <a:pt x="45918" y="5403"/>
                      <a:pt x="45782" y="4924"/>
                    </a:cubicBezTo>
                    <a:cubicBezTo>
                      <a:pt x="45777" y="4910"/>
                      <a:pt x="45777" y="4910"/>
                      <a:pt x="45756" y="4837"/>
                    </a:cubicBezTo>
                    <a:cubicBezTo>
                      <a:pt x="45740" y="4783"/>
                      <a:pt x="45725" y="4728"/>
                      <a:pt x="45712" y="4673"/>
                    </a:cubicBezTo>
                    <a:cubicBezTo>
                      <a:pt x="45682" y="4570"/>
                      <a:pt x="45654" y="4494"/>
                      <a:pt x="45558" y="4440"/>
                    </a:cubicBezTo>
                    <a:cubicBezTo>
                      <a:pt x="45382" y="4381"/>
                      <a:pt x="45247" y="4372"/>
                      <a:pt x="45075" y="4431"/>
                    </a:cubicBezTo>
                    <a:cubicBezTo>
                      <a:pt x="44890" y="4546"/>
                      <a:pt x="44824" y="4777"/>
                      <a:pt x="44744" y="4971"/>
                    </a:cubicBezTo>
                    <a:cubicBezTo>
                      <a:pt x="44626" y="5248"/>
                      <a:pt x="44499" y="5416"/>
                      <a:pt x="44271" y="5610"/>
                    </a:cubicBezTo>
                    <a:cubicBezTo>
                      <a:pt x="43850" y="5979"/>
                      <a:pt x="43724" y="6459"/>
                      <a:pt x="43542" y="6977"/>
                    </a:cubicBezTo>
                    <a:cubicBezTo>
                      <a:pt x="43198" y="6909"/>
                      <a:pt x="42854" y="6840"/>
                      <a:pt x="42500" y="6769"/>
                    </a:cubicBezTo>
                    <a:cubicBezTo>
                      <a:pt x="42500" y="5807"/>
                      <a:pt x="42500" y="4844"/>
                      <a:pt x="42500" y="3852"/>
                    </a:cubicBezTo>
                    <a:cubicBezTo>
                      <a:pt x="42294" y="3852"/>
                      <a:pt x="42087" y="3852"/>
                      <a:pt x="41875" y="3852"/>
                    </a:cubicBezTo>
                    <a:cubicBezTo>
                      <a:pt x="41767" y="4000"/>
                      <a:pt x="41730" y="4076"/>
                      <a:pt x="41680" y="4243"/>
                    </a:cubicBezTo>
                    <a:cubicBezTo>
                      <a:pt x="41531" y="4639"/>
                      <a:pt x="41531" y="4639"/>
                      <a:pt x="41360" y="4749"/>
                    </a:cubicBezTo>
                    <a:cubicBezTo>
                      <a:pt x="41246" y="4798"/>
                      <a:pt x="41132" y="4841"/>
                      <a:pt x="41016" y="4881"/>
                    </a:cubicBezTo>
                    <a:cubicBezTo>
                      <a:pt x="40865" y="4936"/>
                      <a:pt x="40739" y="4986"/>
                      <a:pt x="40625" y="5102"/>
                    </a:cubicBezTo>
                    <a:cubicBezTo>
                      <a:pt x="40519" y="5435"/>
                      <a:pt x="40575" y="5804"/>
                      <a:pt x="40625" y="6144"/>
                    </a:cubicBezTo>
                    <a:cubicBezTo>
                      <a:pt x="40456" y="6185"/>
                      <a:pt x="40287" y="6224"/>
                      <a:pt x="40117" y="6261"/>
                    </a:cubicBezTo>
                    <a:cubicBezTo>
                      <a:pt x="40069" y="6273"/>
                      <a:pt x="40021" y="6285"/>
                      <a:pt x="39972" y="6297"/>
                    </a:cubicBezTo>
                    <a:cubicBezTo>
                      <a:pt x="39926" y="6307"/>
                      <a:pt x="39879" y="6317"/>
                      <a:pt x="39831" y="6327"/>
                    </a:cubicBezTo>
                    <a:cubicBezTo>
                      <a:pt x="39789" y="6337"/>
                      <a:pt x="39746" y="6347"/>
                      <a:pt x="39703" y="6357"/>
                    </a:cubicBezTo>
                    <a:cubicBezTo>
                      <a:pt x="39583" y="6352"/>
                      <a:pt x="39583" y="6352"/>
                      <a:pt x="39465" y="6274"/>
                    </a:cubicBezTo>
                    <a:cubicBezTo>
                      <a:pt x="39332" y="6121"/>
                      <a:pt x="39349" y="5952"/>
                      <a:pt x="39355" y="5759"/>
                    </a:cubicBezTo>
                    <a:cubicBezTo>
                      <a:pt x="39355" y="5722"/>
                      <a:pt x="39355" y="5686"/>
                      <a:pt x="39356" y="5648"/>
                    </a:cubicBezTo>
                    <a:cubicBezTo>
                      <a:pt x="39357" y="5531"/>
                      <a:pt x="39359" y="5415"/>
                      <a:pt x="39362" y="5298"/>
                    </a:cubicBezTo>
                    <a:cubicBezTo>
                      <a:pt x="39363" y="5219"/>
                      <a:pt x="39364" y="5139"/>
                      <a:pt x="39365" y="5060"/>
                    </a:cubicBezTo>
                    <a:cubicBezTo>
                      <a:pt x="39367" y="4866"/>
                      <a:pt x="39371" y="4672"/>
                      <a:pt x="39375" y="4477"/>
                    </a:cubicBezTo>
                    <a:cubicBezTo>
                      <a:pt x="38808" y="4430"/>
                      <a:pt x="38808" y="4430"/>
                      <a:pt x="38679" y="4536"/>
                    </a:cubicBezTo>
                    <a:cubicBezTo>
                      <a:pt x="38640" y="4622"/>
                      <a:pt x="38621" y="4697"/>
                      <a:pt x="38607" y="4790"/>
                    </a:cubicBezTo>
                    <a:cubicBezTo>
                      <a:pt x="38600" y="4820"/>
                      <a:pt x="38592" y="4850"/>
                      <a:pt x="38585" y="4880"/>
                    </a:cubicBezTo>
                    <a:cubicBezTo>
                      <a:pt x="38568" y="4954"/>
                      <a:pt x="38555" y="5028"/>
                      <a:pt x="38542" y="5102"/>
                    </a:cubicBezTo>
                    <a:cubicBezTo>
                      <a:pt x="37847" y="4964"/>
                      <a:pt x="37153" y="4825"/>
                      <a:pt x="36458" y="4686"/>
                    </a:cubicBezTo>
                    <a:cubicBezTo>
                      <a:pt x="36459" y="4710"/>
                      <a:pt x="36459" y="4710"/>
                      <a:pt x="36459" y="4832"/>
                    </a:cubicBezTo>
                    <a:cubicBezTo>
                      <a:pt x="36451" y="6111"/>
                      <a:pt x="36451" y="6111"/>
                      <a:pt x="36196" y="6417"/>
                    </a:cubicBezTo>
                    <a:cubicBezTo>
                      <a:pt x="35917" y="6651"/>
                      <a:pt x="35517" y="6697"/>
                      <a:pt x="35168" y="6744"/>
                    </a:cubicBezTo>
                    <a:cubicBezTo>
                      <a:pt x="35006" y="6767"/>
                      <a:pt x="34852" y="6803"/>
                      <a:pt x="34693" y="6844"/>
                    </a:cubicBezTo>
                    <a:cubicBezTo>
                      <a:pt x="34327" y="6935"/>
                      <a:pt x="34327" y="6935"/>
                      <a:pt x="34163" y="6967"/>
                    </a:cubicBezTo>
                    <a:cubicBezTo>
                      <a:pt x="34128" y="6974"/>
                      <a:pt x="34093" y="6981"/>
                      <a:pt x="34058" y="6989"/>
                    </a:cubicBezTo>
                    <a:cubicBezTo>
                      <a:pt x="33934" y="6975"/>
                      <a:pt x="33880" y="6924"/>
                      <a:pt x="33796" y="6835"/>
                    </a:cubicBezTo>
                    <a:cubicBezTo>
                      <a:pt x="33713" y="6715"/>
                      <a:pt x="33713" y="6580"/>
                      <a:pt x="33707" y="6440"/>
                    </a:cubicBezTo>
                    <a:cubicBezTo>
                      <a:pt x="33705" y="6407"/>
                      <a:pt x="33703" y="6374"/>
                      <a:pt x="33701" y="6341"/>
                    </a:cubicBezTo>
                    <a:cubicBezTo>
                      <a:pt x="33694" y="6234"/>
                      <a:pt x="33689" y="6127"/>
                      <a:pt x="33684" y="6020"/>
                    </a:cubicBezTo>
                    <a:cubicBezTo>
                      <a:pt x="33680" y="5945"/>
                      <a:pt x="33675" y="5871"/>
                      <a:pt x="33671" y="5796"/>
                    </a:cubicBezTo>
                    <a:cubicBezTo>
                      <a:pt x="33660" y="5601"/>
                      <a:pt x="33649" y="5405"/>
                      <a:pt x="33639" y="5210"/>
                    </a:cubicBezTo>
                    <a:cubicBezTo>
                      <a:pt x="33629" y="5010"/>
                      <a:pt x="33617" y="4810"/>
                      <a:pt x="33606" y="4611"/>
                    </a:cubicBezTo>
                    <a:cubicBezTo>
                      <a:pt x="33583" y="4219"/>
                      <a:pt x="33562" y="3827"/>
                      <a:pt x="33542" y="3436"/>
                    </a:cubicBezTo>
                    <a:cubicBezTo>
                      <a:pt x="33267" y="3436"/>
                      <a:pt x="32992" y="3436"/>
                      <a:pt x="32708" y="3436"/>
                    </a:cubicBezTo>
                    <a:cubicBezTo>
                      <a:pt x="32701" y="3504"/>
                      <a:pt x="32693" y="3572"/>
                      <a:pt x="32685" y="3642"/>
                    </a:cubicBezTo>
                    <a:cubicBezTo>
                      <a:pt x="32610" y="4179"/>
                      <a:pt x="32510" y="4678"/>
                      <a:pt x="32061" y="5027"/>
                    </a:cubicBezTo>
                    <a:cubicBezTo>
                      <a:pt x="31951" y="5087"/>
                      <a:pt x="31896" y="5105"/>
                      <a:pt x="31771" y="5090"/>
                    </a:cubicBezTo>
                    <a:cubicBezTo>
                      <a:pt x="31541" y="5014"/>
                      <a:pt x="31344" y="4888"/>
                      <a:pt x="31144" y="4752"/>
                    </a:cubicBezTo>
                    <a:cubicBezTo>
                      <a:pt x="30979" y="4645"/>
                      <a:pt x="30803" y="4562"/>
                      <a:pt x="30625" y="4477"/>
                    </a:cubicBezTo>
                    <a:cubicBezTo>
                      <a:pt x="30620" y="4489"/>
                      <a:pt x="30620" y="4489"/>
                      <a:pt x="30593" y="4547"/>
                    </a:cubicBezTo>
                    <a:cubicBezTo>
                      <a:pt x="30474" y="4807"/>
                      <a:pt x="30345" y="5060"/>
                      <a:pt x="30208" y="5311"/>
                    </a:cubicBezTo>
                    <a:cubicBezTo>
                      <a:pt x="30194" y="5339"/>
                      <a:pt x="30179" y="5366"/>
                      <a:pt x="30165" y="5395"/>
                    </a:cubicBezTo>
                    <a:cubicBezTo>
                      <a:pt x="30067" y="5570"/>
                      <a:pt x="29983" y="5663"/>
                      <a:pt x="29792" y="5727"/>
                    </a:cubicBezTo>
                    <a:cubicBezTo>
                      <a:pt x="29436" y="5715"/>
                      <a:pt x="29090" y="5617"/>
                      <a:pt x="28750" y="5519"/>
                    </a:cubicBezTo>
                    <a:cubicBezTo>
                      <a:pt x="28750" y="5382"/>
                      <a:pt x="28750" y="5244"/>
                      <a:pt x="28750" y="5102"/>
                    </a:cubicBezTo>
                    <a:cubicBezTo>
                      <a:pt x="28727" y="5121"/>
                      <a:pt x="28704" y="5140"/>
                      <a:pt x="28680" y="5160"/>
                    </a:cubicBezTo>
                    <a:cubicBezTo>
                      <a:pt x="28574" y="5246"/>
                      <a:pt x="28467" y="5330"/>
                      <a:pt x="28359" y="5415"/>
                    </a:cubicBezTo>
                    <a:cubicBezTo>
                      <a:pt x="28323" y="5445"/>
                      <a:pt x="28287" y="5475"/>
                      <a:pt x="28250" y="5505"/>
                    </a:cubicBezTo>
                    <a:cubicBezTo>
                      <a:pt x="28046" y="5664"/>
                      <a:pt x="27865" y="5792"/>
                      <a:pt x="27599" y="5770"/>
                    </a:cubicBezTo>
                    <a:cubicBezTo>
                      <a:pt x="27399" y="5684"/>
                      <a:pt x="27306" y="5473"/>
                      <a:pt x="27196" y="5294"/>
                    </a:cubicBezTo>
                    <a:cubicBezTo>
                      <a:pt x="26826" y="4713"/>
                      <a:pt x="26826" y="4713"/>
                      <a:pt x="26509" y="4636"/>
                    </a:cubicBezTo>
                    <a:cubicBezTo>
                      <a:pt x="26333" y="4608"/>
                      <a:pt x="26155" y="4601"/>
                      <a:pt x="25977" y="4595"/>
                    </a:cubicBezTo>
                    <a:cubicBezTo>
                      <a:pt x="25001" y="4561"/>
                      <a:pt x="24405" y="3890"/>
                      <a:pt x="23750" y="3227"/>
                    </a:cubicBezTo>
                    <a:cubicBezTo>
                      <a:pt x="23741" y="3270"/>
                      <a:pt x="23731" y="3313"/>
                      <a:pt x="23721" y="3357"/>
                    </a:cubicBezTo>
                    <a:cubicBezTo>
                      <a:pt x="23609" y="3801"/>
                      <a:pt x="23609" y="3801"/>
                      <a:pt x="23440" y="3930"/>
                    </a:cubicBezTo>
                    <a:cubicBezTo>
                      <a:pt x="23315" y="3979"/>
                      <a:pt x="23190" y="4015"/>
                      <a:pt x="23060" y="4048"/>
                    </a:cubicBezTo>
                    <a:cubicBezTo>
                      <a:pt x="22625" y="4185"/>
                      <a:pt x="22397" y="4349"/>
                      <a:pt x="22109" y="4699"/>
                    </a:cubicBezTo>
                    <a:cubicBezTo>
                      <a:pt x="21756" y="5116"/>
                      <a:pt x="21443" y="5176"/>
                      <a:pt x="20925" y="5220"/>
                    </a:cubicBezTo>
                    <a:cubicBezTo>
                      <a:pt x="20065" y="5295"/>
                      <a:pt x="20065" y="5295"/>
                      <a:pt x="19748" y="5650"/>
                    </a:cubicBezTo>
                    <a:cubicBezTo>
                      <a:pt x="19471" y="6027"/>
                      <a:pt x="19427" y="6526"/>
                      <a:pt x="19375" y="6977"/>
                    </a:cubicBezTo>
                    <a:cubicBezTo>
                      <a:pt x="19169" y="6977"/>
                      <a:pt x="18962" y="6977"/>
                      <a:pt x="18750" y="6977"/>
                    </a:cubicBezTo>
                    <a:cubicBezTo>
                      <a:pt x="18748" y="6953"/>
                      <a:pt x="18748" y="6953"/>
                      <a:pt x="18738" y="6831"/>
                    </a:cubicBezTo>
                    <a:cubicBezTo>
                      <a:pt x="18721" y="6650"/>
                      <a:pt x="18703" y="6469"/>
                      <a:pt x="18684" y="6288"/>
                    </a:cubicBezTo>
                    <a:cubicBezTo>
                      <a:pt x="18676" y="6210"/>
                      <a:pt x="18669" y="6132"/>
                      <a:pt x="18662" y="6054"/>
                    </a:cubicBezTo>
                    <a:cubicBezTo>
                      <a:pt x="18600" y="5322"/>
                      <a:pt x="18600" y="5322"/>
                      <a:pt x="18327" y="5083"/>
                    </a:cubicBezTo>
                    <a:cubicBezTo>
                      <a:pt x="18290" y="5053"/>
                      <a:pt x="18253" y="5022"/>
                      <a:pt x="18215" y="4991"/>
                    </a:cubicBezTo>
                    <a:cubicBezTo>
                      <a:pt x="18071" y="4836"/>
                      <a:pt x="18082" y="4691"/>
                      <a:pt x="18088" y="4487"/>
                    </a:cubicBezTo>
                    <a:cubicBezTo>
                      <a:pt x="18090" y="4464"/>
                      <a:pt x="18090" y="4464"/>
                      <a:pt x="18099" y="4347"/>
                    </a:cubicBezTo>
                    <a:cubicBezTo>
                      <a:pt x="18101" y="4300"/>
                      <a:pt x="18103" y="4252"/>
                      <a:pt x="18105" y="4202"/>
                    </a:cubicBezTo>
                    <a:cubicBezTo>
                      <a:pt x="18110" y="4086"/>
                      <a:pt x="18117" y="3969"/>
                      <a:pt x="18125" y="3852"/>
                    </a:cubicBezTo>
                    <a:cubicBezTo>
                      <a:pt x="17919" y="3852"/>
                      <a:pt x="17712" y="3852"/>
                      <a:pt x="17500" y="3852"/>
                    </a:cubicBezTo>
                    <a:cubicBezTo>
                      <a:pt x="17500" y="4884"/>
                      <a:pt x="17500" y="5915"/>
                      <a:pt x="17500" y="6977"/>
                    </a:cubicBezTo>
                    <a:cubicBezTo>
                      <a:pt x="17294" y="6977"/>
                      <a:pt x="17087" y="6977"/>
                      <a:pt x="16875" y="6977"/>
                    </a:cubicBezTo>
                    <a:cubicBezTo>
                      <a:pt x="16875" y="6152"/>
                      <a:pt x="16875" y="5327"/>
                      <a:pt x="16875" y="4477"/>
                    </a:cubicBezTo>
                    <a:cubicBezTo>
                      <a:pt x="16669" y="4477"/>
                      <a:pt x="16462" y="4477"/>
                      <a:pt x="16250" y="4477"/>
                    </a:cubicBezTo>
                    <a:cubicBezTo>
                      <a:pt x="16123" y="4624"/>
                      <a:pt x="16078" y="4695"/>
                      <a:pt x="16016" y="4868"/>
                    </a:cubicBezTo>
                    <a:cubicBezTo>
                      <a:pt x="15985" y="4941"/>
                      <a:pt x="15954" y="5015"/>
                      <a:pt x="15923" y="5088"/>
                    </a:cubicBezTo>
                    <a:cubicBezTo>
                      <a:pt x="15908" y="5124"/>
                      <a:pt x="15894" y="5161"/>
                      <a:pt x="15878" y="5199"/>
                    </a:cubicBezTo>
                    <a:cubicBezTo>
                      <a:pt x="15677" y="5701"/>
                      <a:pt x="15677" y="5701"/>
                      <a:pt x="15490" y="5798"/>
                    </a:cubicBezTo>
                    <a:cubicBezTo>
                      <a:pt x="15256" y="5810"/>
                      <a:pt x="15095" y="5809"/>
                      <a:pt x="14910" y="5651"/>
                    </a:cubicBezTo>
                    <a:cubicBezTo>
                      <a:pt x="14816" y="5550"/>
                      <a:pt x="14731" y="5447"/>
                      <a:pt x="14648" y="5337"/>
                    </a:cubicBezTo>
                    <a:cubicBezTo>
                      <a:pt x="14621" y="5301"/>
                      <a:pt x="14594" y="5265"/>
                      <a:pt x="14566" y="5227"/>
                    </a:cubicBezTo>
                    <a:cubicBezTo>
                      <a:pt x="14391" y="4974"/>
                      <a:pt x="14336" y="4784"/>
                      <a:pt x="14375" y="4477"/>
                    </a:cubicBezTo>
                    <a:cubicBezTo>
                      <a:pt x="14367" y="4487"/>
                      <a:pt x="14367" y="4487"/>
                      <a:pt x="14327" y="4535"/>
                    </a:cubicBezTo>
                    <a:cubicBezTo>
                      <a:pt x="14254" y="4622"/>
                      <a:pt x="14178" y="4706"/>
                      <a:pt x="14102" y="4790"/>
                    </a:cubicBezTo>
                    <a:cubicBezTo>
                      <a:pt x="14077" y="4820"/>
                      <a:pt x="14053" y="4850"/>
                      <a:pt x="14027" y="4880"/>
                    </a:cubicBezTo>
                    <a:cubicBezTo>
                      <a:pt x="13948" y="4966"/>
                      <a:pt x="13948" y="4966"/>
                      <a:pt x="13750" y="5102"/>
                    </a:cubicBezTo>
                    <a:cubicBezTo>
                      <a:pt x="13544" y="5102"/>
                      <a:pt x="13337" y="5102"/>
                      <a:pt x="13125" y="5102"/>
                    </a:cubicBezTo>
                    <a:cubicBezTo>
                      <a:pt x="13125" y="4690"/>
                      <a:pt x="13125" y="4277"/>
                      <a:pt x="13125" y="3852"/>
                    </a:cubicBezTo>
                    <a:cubicBezTo>
                      <a:pt x="12919" y="3852"/>
                      <a:pt x="12712" y="3852"/>
                      <a:pt x="12500" y="3852"/>
                    </a:cubicBezTo>
                    <a:cubicBezTo>
                      <a:pt x="12500" y="4402"/>
                      <a:pt x="12500" y="4952"/>
                      <a:pt x="12500" y="5519"/>
                    </a:cubicBezTo>
                    <a:cubicBezTo>
                      <a:pt x="11769" y="5791"/>
                      <a:pt x="11769" y="5791"/>
                      <a:pt x="11458" y="5727"/>
                    </a:cubicBezTo>
                    <a:cubicBezTo>
                      <a:pt x="11248" y="5600"/>
                      <a:pt x="11094" y="5393"/>
                      <a:pt x="10938" y="5207"/>
                    </a:cubicBezTo>
                    <a:cubicBezTo>
                      <a:pt x="10522" y="4720"/>
                      <a:pt x="10522" y="4720"/>
                      <a:pt x="10283" y="4642"/>
                    </a:cubicBezTo>
                    <a:cubicBezTo>
                      <a:pt x="9953" y="4619"/>
                      <a:pt x="9652" y="4717"/>
                      <a:pt x="9375" y="4894"/>
                    </a:cubicBezTo>
                    <a:cubicBezTo>
                      <a:pt x="9195" y="5056"/>
                      <a:pt x="9042" y="5240"/>
                      <a:pt x="8889" y="5427"/>
                    </a:cubicBezTo>
                    <a:cubicBezTo>
                      <a:pt x="8559" y="5790"/>
                      <a:pt x="8241" y="5793"/>
                      <a:pt x="7773" y="5819"/>
                    </a:cubicBezTo>
                    <a:cubicBezTo>
                      <a:pt x="7533" y="5832"/>
                      <a:pt x="7308" y="5845"/>
                      <a:pt x="7083" y="5936"/>
                    </a:cubicBezTo>
                    <a:cubicBezTo>
                      <a:pt x="6855" y="6225"/>
                      <a:pt x="6860" y="6624"/>
                      <a:pt x="6875" y="6977"/>
                    </a:cubicBezTo>
                    <a:cubicBezTo>
                      <a:pt x="6660" y="7032"/>
                      <a:pt x="6462" y="7059"/>
                      <a:pt x="6250" y="6977"/>
                    </a:cubicBezTo>
                    <a:cubicBezTo>
                      <a:pt x="5933" y="6751"/>
                      <a:pt x="5671" y="6387"/>
                      <a:pt x="5598" y="6002"/>
                    </a:cubicBezTo>
                    <a:cubicBezTo>
                      <a:pt x="5573" y="5701"/>
                      <a:pt x="5589" y="5403"/>
                      <a:pt x="5625" y="5102"/>
                    </a:cubicBezTo>
                    <a:cubicBezTo>
                      <a:pt x="5181" y="5027"/>
                      <a:pt x="5181" y="5027"/>
                      <a:pt x="5000" y="5102"/>
                    </a:cubicBezTo>
                    <a:cubicBezTo>
                      <a:pt x="4860" y="5274"/>
                      <a:pt x="4828" y="5515"/>
                      <a:pt x="4792" y="5727"/>
                    </a:cubicBezTo>
                    <a:cubicBezTo>
                      <a:pt x="4260" y="5670"/>
                      <a:pt x="3763" y="5614"/>
                      <a:pt x="3373" y="5220"/>
                    </a:cubicBezTo>
                    <a:cubicBezTo>
                      <a:pt x="3360" y="5207"/>
                      <a:pt x="3360" y="5207"/>
                      <a:pt x="3294" y="5142"/>
                    </a:cubicBezTo>
                    <a:cubicBezTo>
                      <a:pt x="3156" y="4986"/>
                      <a:pt x="3110" y="4876"/>
                      <a:pt x="3110" y="4665"/>
                    </a:cubicBezTo>
                    <a:cubicBezTo>
                      <a:pt x="3112" y="4634"/>
                      <a:pt x="3112" y="4634"/>
                      <a:pt x="3125" y="4477"/>
                    </a:cubicBezTo>
                    <a:cubicBezTo>
                      <a:pt x="2919" y="4477"/>
                      <a:pt x="2712" y="4477"/>
                      <a:pt x="2500" y="4477"/>
                    </a:cubicBezTo>
                    <a:cubicBezTo>
                      <a:pt x="2500" y="5027"/>
                      <a:pt x="2500" y="5577"/>
                      <a:pt x="2500" y="6144"/>
                    </a:cubicBezTo>
                    <a:cubicBezTo>
                      <a:pt x="2156" y="6213"/>
                      <a:pt x="1812" y="6282"/>
                      <a:pt x="1458" y="6352"/>
                    </a:cubicBezTo>
                    <a:cubicBezTo>
                      <a:pt x="1393" y="6040"/>
                      <a:pt x="1393" y="6040"/>
                      <a:pt x="1377" y="5941"/>
                    </a:cubicBezTo>
                    <a:cubicBezTo>
                      <a:pt x="1357" y="5864"/>
                      <a:pt x="1357" y="5864"/>
                      <a:pt x="1250" y="5727"/>
                    </a:cubicBezTo>
                    <a:cubicBezTo>
                      <a:pt x="1044" y="5727"/>
                      <a:pt x="837" y="5727"/>
                      <a:pt x="625" y="5727"/>
                    </a:cubicBezTo>
                    <a:cubicBezTo>
                      <a:pt x="625" y="6140"/>
                      <a:pt x="625" y="6553"/>
                      <a:pt x="625" y="6977"/>
                    </a:cubicBezTo>
                    <a:cubicBezTo>
                      <a:pt x="419" y="6977"/>
                      <a:pt x="212" y="6977"/>
                      <a:pt x="0" y="6977"/>
                    </a:cubicBezTo>
                    <a:cubicBezTo>
                      <a:pt x="0" y="4915"/>
                      <a:pt x="0" y="2852"/>
                      <a:pt x="0" y="727"/>
                    </a:cubicBezTo>
                    <a:cubicBezTo>
                      <a:pt x="206" y="727"/>
                      <a:pt x="413" y="727"/>
                      <a:pt x="625" y="727"/>
                    </a:cubicBezTo>
                    <a:cubicBezTo>
                      <a:pt x="694" y="1690"/>
                      <a:pt x="762" y="2652"/>
                      <a:pt x="833" y="3644"/>
                    </a:cubicBezTo>
                    <a:cubicBezTo>
                      <a:pt x="1177" y="3575"/>
                      <a:pt x="1521" y="3507"/>
                      <a:pt x="1875" y="3436"/>
                    </a:cubicBezTo>
                    <a:cubicBezTo>
                      <a:pt x="2000" y="3414"/>
                      <a:pt x="2124" y="3391"/>
                      <a:pt x="2252" y="3368"/>
                    </a:cubicBezTo>
                    <a:cubicBezTo>
                      <a:pt x="2397" y="3316"/>
                      <a:pt x="2397" y="3316"/>
                      <a:pt x="2500" y="3227"/>
                    </a:cubicBezTo>
                    <a:cubicBezTo>
                      <a:pt x="2575" y="3010"/>
                      <a:pt x="2535" y="2770"/>
                      <a:pt x="2511" y="2547"/>
                    </a:cubicBezTo>
                    <a:cubicBezTo>
                      <a:pt x="2457" y="1997"/>
                      <a:pt x="2422" y="1496"/>
                      <a:pt x="2773" y="1040"/>
                    </a:cubicBezTo>
                    <a:cubicBezTo>
                      <a:pt x="2798" y="1007"/>
                      <a:pt x="2822" y="974"/>
                      <a:pt x="2848" y="939"/>
                    </a:cubicBezTo>
                    <a:cubicBezTo>
                      <a:pt x="2980" y="793"/>
                      <a:pt x="3089" y="723"/>
                      <a:pt x="3286" y="709"/>
                    </a:cubicBezTo>
                    <a:cubicBezTo>
                      <a:pt x="3442" y="705"/>
                      <a:pt x="3595" y="714"/>
                      <a:pt x="3750" y="727"/>
                    </a:cubicBezTo>
                    <a:cubicBezTo>
                      <a:pt x="3751" y="741"/>
                      <a:pt x="3751" y="741"/>
                      <a:pt x="3755" y="809"/>
                    </a:cubicBezTo>
                    <a:cubicBezTo>
                      <a:pt x="3772" y="1066"/>
                      <a:pt x="3790" y="1324"/>
                      <a:pt x="3810" y="1581"/>
                    </a:cubicBezTo>
                    <a:cubicBezTo>
                      <a:pt x="3820" y="1713"/>
                      <a:pt x="3830" y="1845"/>
                      <a:pt x="3838" y="1977"/>
                    </a:cubicBezTo>
                    <a:cubicBezTo>
                      <a:pt x="3872" y="2515"/>
                      <a:pt x="3915" y="3015"/>
                      <a:pt x="4154" y="3505"/>
                    </a:cubicBezTo>
                    <a:cubicBezTo>
                      <a:pt x="4171" y="3539"/>
                      <a:pt x="4188" y="3574"/>
                      <a:pt x="4205" y="3609"/>
                    </a:cubicBezTo>
                    <a:cubicBezTo>
                      <a:pt x="4294" y="3771"/>
                      <a:pt x="4361" y="3866"/>
                      <a:pt x="4541" y="3921"/>
                    </a:cubicBezTo>
                    <a:cubicBezTo>
                      <a:pt x="4723" y="3959"/>
                      <a:pt x="4835" y="3937"/>
                      <a:pt x="5000" y="3852"/>
                    </a:cubicBezTo>
                    <a:cubicBezTo>
                      <a:pt x="5134" y="3672"/>
                      <a:pt x="5171" y="3445"/>
                      <a:pt x="5208" y="3227"/>
                    </a:cubicBezTo>
                    <a:cubicBezTo>
                      <a:pt x="5562" y="3238"/>
                      <a:pt x="5937" y="3259"/>
                      <a:pt x="6250" y="3436"/>
                    </a:cubicBezTo>
                    <a:cubicBezTo>
                      <a:pt x="6391" y="3623"/>
                      <a:pt x="6452" y="3835"/>
                      <a:pt x="6498" y="4063"/>
                    </a:cubicBezTo>
                    <a:cubicBezTo>
                      <a:pt x="6642" y="4649"/>
                      <a:pt x="6933" y="4677"/>
                      <a:pt x="7500" y="5102"/>
                    </a:cubicBezTo>
                    <a:cubicBezTo>
                      <a:pt x="7500" y="3659"/>
                      <a:pt x="7500" y="2215"/>
                      <a:pt x="7500" y="727"/>
                    </a:cubicBezTo>
                    <a:cubicBezTo>
                      <a:pt x="7706" y="727"/>
                      <a:pt x="7913" y="727"/>
                      <a:pt x="8125" y="727"/>
                    </a:cubicBezTo>
                    <a:cubicBezTo>
                      <a:pt x="8125" y="1759"/>
                      <a:pt x="8125" y="2790"/>
                      <a:pt x="8125" y="3852"/>
                    </a:cubicBezTo>
                    <a:cubicBezTo>
                      <a:pt x="8331" y="3852"/>
                      <a:pt x="8538" y="3852"/>
                      <a:pt x="8750" y="3852"/>
                    </a:cubicBezTo>
                    <a:cubicBezTo>
                      <a:pt x="8871" y="3705"/>
                      <a:pt x="8913" y="3633"/>
                      <a:pt x="8971" y="3462"/>
                    </a:cubicBezTo>
                    <a:cubicBezTo>
                      <a:pt x="9005" y="3385"/>
                      <a:pt x="9038" y="3309"/>
                      <a:pt x="9072" y="3233"/>
                    </a:cubicBezTo>
                    <a:cubicBezTo>
                      <a:pt x="9088" y="3196"/>
                      <a:pt x="9104" y="3160"/>
                      <a:pt x="9121" y="3122"/>
                    </a:cubicBezTo>
                    <a:cubicBezTo>
                      <a:pt x="9204" y="2936"/>
                      <a:pt x="9285" y="2791"/>
                      <a:pt x="9440" y="2653"/>
                    </a:cubicBezTo>
                    <a:cubicBezTo>
                      <a:pt x="9810" y="2522"/>
                      <a:pt x="10261" y="2712"/>
                      <a:pt x="10625" y="2811"/>
                    </a:cubicBezTo>
                    <a:cubicBezTo>
                      <a:pt x="10815" y="2861"/>
                      <a:pt x="11006" y="2909"/>
                      <a:pt x="11198" y="2954"/>
                    </a:cubicBezTo>
                    <a:cubicBezTo>
                      <a:pt x="11242" y="2967"/>
                      <a:pt x="11286" y="2979"/>
                      <a:pt x="11331" y="2992"/>
                    </a:cubicBezTo>
                    <a:cubicBezTo>
                      <a:pt x="11453" y="3021"/>
                      <a:pt x="11543" y="3042"/>
                      <a:pt x="11667" y="3019"/>
                    </a:cubicBezTo>
                    <a:cubicBezTo>
                      <a:pt x="11741" y="2918"/>
                      <a:pt x="11781" y="2818"/>
                      <a:pt x="11826" y="2701"/>
                    </a:cubicBezTo>
                    <a:cubicBezTo>
                      <a:pt x="11875" y="2602"/>
                      <a:pt x="11875" y="2602"/>
                      <a:pt x="11946" y="2561"/>
                    </a:cubicBezTo>
                    <a:cubicBezTo>
                      <a:pt x="12029" y="2546"/>
                      <a:pt x="12103" y="2545"/>
                      <a:pt x="12188" y="2550"/>
                    </a:cubicBezTo>
                    <a:cubicBezTo>
                      <a:pt x="12215" y="2549"/>
                      <a:pt x="12242" y="2547"/>
                      <a:pt x="12270" y="2546"/>
                    </a:cubicBezTo>
                    <a:cubicBezTo>
                      <a:pt x="12364" y="2548"/>
                      <a:pt x="12416" y="2557"/>
                      <a:pt x="12500" y="2602"/>
                    </a:cubicBezTo>
                    <a:cubicBezTo>
                      <a:pt x="12544" y="2696"/>
                      <a:pt x="12544" y="2696"/>
                      <a:pt x="12584" y="2809"/>
                    </a:cubicBezTo>
                    <a:cubicBezTo>
                      <a:pt x="12677" y="3005"/>
                      <a:pt x="12677" y="3005"/>
                      <a:pt x="12806" y="3063"/>
                    </a:cubicBezTo>
                    <a:cubicBezTo>
                      <a:pt x="12930" y="3084"/>
                      <a:pt x="13051" y="3093"/>
                      <a:pt x="13177" y="3098"/>
                    </a:cubicBezTo>
                    <a:cubicBezTo>
                      <a:pt x="13223" y="3102"/>
                      <a:pt x="13268" y="3105"/>
                      <a:pt x="13315" y="3109"/>
                    </a:cubicBezTo>
                    <a:cubicBezTo>
                      <a:pt x="13460" y="3120"/>
                      <a:pt x="13605" y="3128"/>
                      <a:pt x="13750" y="3136"/>
                    </a:cubicBezTo>
                    <a:cubicBezTo>
                      <a:pt x="13895" y="3146"/>
                      <a:pt x="14040" y="3155"/>
                      <a:pt x="14185" y="3166"/>
                    </a:cubicBezTo>
                    <a:cubicBezTo>
                      <a:pt x="14275" y="3173"/>
                      <a:pt x="14365" y="3178"/>
                      <a:pt x="14456" y="3183"/>
                    </a:cubicBezTo>
                    <a:cubicBezTo>
                      <a:pt x="14796" y="3206"/>
                      <a:pt x="14796" y="3206"/>
                      <a:pt x="14924" y="3319"/>
                    </a:cubicBezTo>
                    <a:cubicBezTo>
                      <a:pt x="15012" y="3455"/>
                      <a:pt x="15024" y="3524"/>
                      <a:pt x="15020" y="3684"/>
                    </a:cubicBezTo>
                    <a:cubicBezTo>
                      <a:pt x="15020" y="3707"/>
                      <a:pt x="15020" y="3707"/>
                      <a:pt x="15018" y="3824"/>
                    </a:cubicBezTo>
                    <a:cubicBezTo>
                      <a:pt x="15017" y="3848"/>
                      <a:pt x="15017" y="3848"/>
                      <a:pt x="15013" y="3970"/>
                    </a:cubicBezTo>
                    <a:cubicBezTo>
                      <a:pt x="15012" y="4018"/>
                      <a:pt x="15011" y="4067"/>
                      <a:pt x="15010" y="4117"/>
                    </a:cubicBezTo>
                    <a:cubicBezTo>
                      <a:pt x="15008" y="4237"/>
                      <a:pt x="15004" y="4357"/>
                      <a:pt x="15000" y="4477"/>
                    </a:cubicBezTo>
                    <a:cubicBezTo>
                      <a:pt x="15206" y="4477"/>
                      <a:pt x="15413" y="4477"/>
                      <a:pt x="15625" y="4477"/>
                    </a:cubicBezTo>
                    <a:cubicBezTo>
                      <a:pt x="15615" y="4412"/>
                      <a:pt x="15606" y="4346"/>
                      <a:pt x="15596" y="4279"/>
                    </a:cubicBezTo>
                    <a:cubicBezTo>
                      <a:pt x="15555" y="3880"/>
                      <a:pt x="15535" y="3524"/>
                      <a:pt x="15781" y="3188"/>
                    </a:cubicBezTo>
                    <a:cubicBezTo>
                      <a:pt x="16137" y="2783"/>
                      <a:pt x="16488" y="2539"/>
                      <a:pt x="17022" y="2455"/>
                    </a:cubicBezTo>
                    <a:cubicBezTo>
                      <a:pt x="17277" y="2414"/>
                      <a:pt x="17277" y="2414"/>
                      <a:pt x="17368" y="2291"/>
                    </a:cubicBezTo>
                    <a:cubicBezTo>
                      <a:pt x="17394" y="2216"/>
                      <a:pt x="17419" y="2140"/>
                      <a:pt x="17442" y="2065"/>
                    </a:cubicBezTo>
                    <a:cubicBezTo>
                      <a:pt x="17500" y="1977"/>
                      <a:pt x="17500" y="1977"/>
                      <a:pt x="17642" y="1936"/>
                    </a:cubicBezTo>
                    <a:cubicBezTo>
                      <a:pt x="17699" y="1931"/>
                      <a:pt x="17756" y="1927"/>
                      <a:pt x="17812" y="1925"/>
                    </a:cubicBezTo>
                    <a:cubicBezTo>
                      <a:pt x="17826" y="1924"/>
                      <a:pt x="17826" y="1924"/>
                      <a:pt x="17895" y="1920"/>
                    </a:cubicBezTo>
                    <a:cubicBezTo>
                      <a:pt x="17988" y="1923"/>
                      <a:pt x="18044" y="1931"/>
                      <a:pt x="18125" y="1977"/>
                    </a:cubicBezTo>
                    <a:cubicBezTo>
                      <a:pt x="18172" y="2067"/>
                      <a:pt x="18172" y="2067"/>
                      <a:pt x="18215" y="2176"/>
                    </a:cubicBezTo>
                    <a:cubicBezTo>
                      <a:pt x="18277" y="2319"/>
                      <a:pt x="18311" y="2381"/>
                      <a:pt x="18447" y="2461"/>
                    </a:cubicBezTo>
                    <a:cubicBezTo>
                      <a:pt x="18634" y="2531"/>
                      <a:pt x="18823" y="2589"/>
                      <a:pt x="19015" y="2646"/>
                    </a:cubicBezTo>
                    <a:cubicBezTo>
                      <a:pt x="19148" y="2691"/>
                      <a:pt x="19260" y="2730"/>
                      <a:pt x="19375" y="2811"/>
                    </a:cubicBezTo>
                    <a:cubicBezTo>
                      <a:pt x="19422" y="2967"/>
                      <a:pt x="19402" y="3062"/>
                      <a:pt x="19375" y="3227"/>
                    </a:cubicBezTo>
                    <a:cubicBezTo>
                      <a:pt x="19581" y="3227"/>
                      <a:pt x="19788" y="3227"/>
                      <a:pt x="20000" y="3227"/>
                    </a:cubicBezTo>
                    <a:cubicBezTo>
                      <a:pt x="20000" y="2609"/>
                      <a:pt x="20000" y="1990"/>
                      <a:pt x="20000" y="1352"/>
                    </a:cubicBezTo>
                    <a:cubicBezTo>
                      <a:pt x="20206" y="1352"/>
                      <a:pt x="20413" y="1352"/>
                      <a:pt x="20625" y="1352"/>
                    </a:cubicBezTo>
                    <a:cubicBezTo>
                      <a:pt x="20625" y="1971"/>
                      <a:pt x="20625" y="2590"/>
                      <a:pt x="20625" y="3227"/>
                    </a:cubicBezTo>
                    <a:cubicBezTo>
                      <a:pt x="20831" y="3227"/>
                      <a:pt x="21038" y="3227"/>
                      <a:pt x="21250" y="3227"/>
                    </a:cubicBezTo>
                    <a:cubicBezTo>
                      <a:pt x="21360" y="3068"/>
                      <a:pt x="21388" y="2998"/>
                      <a:pt x="21426" y="2817"/>
                    </a:cubicBezTo>
                    <a:cubicBezTo>
                      <a:pt x="21437" y="2776"/>
                      <a:pt x="21449" y="2734"/>
                      <a:pt x="21461" y="2691"/>
                    </a:cubicBezTo>
                    <a:cubicBezTo>
                      <a:pt x="21498" y="2558"/>
                      <a:pt x="21530" y="2424"/>
                      <a:pt x="21562" y="2290"/>
                    </a:cubicBezTo>
                    <a:cubicBezTo>
                      <a:pt x="21605" y="2113"/>
                      <a:pt x="21651" y="1938"/>
                      <a:pt x="21699" y="1763"/>
                    </a:cubicBezTo>
                    <a:cubicBezTo>
                      <a:pt x="21704" y="1742"/>
                      <a:pt x="21704" y="1742"/>
                      <a:pt x="21725" y="1638"/>
                    </a:cubicBezTo>
                    <a:cubicBezTo>
                      <a:pt x="21757" y="1525"/>
                      <a:pt x="21757" y="1525"/>
                      <a:pt x="21875" y="1352"/>
                    </a:cubicBezTo>
                    <a:cubicBezTo>
                      <a:pt x="22081" y="1352"/>
                      <a:pt x="22288" y="1352"/>
                      <a:pt x="22500" y="1352"/>
                    </a:cubicBezTo>
                    <a:cubicBezTo>
                      <a:pt x="22500" y="1765"/>
                      <a:pt x="22500" y="2178"/>
                      <a:pt x="22500" y="2602"/>
                    </a:cubicBezTo>
                    <a:cubicBezTo>
                      <a:pt x="22706" y="2602"/>
                      <a:pt x="22913" y="2602"/>
                      <a:pt x="23125" y="2602"/>
                    </a:cubicBezTo>
                    <a:cubicBezTo>
                      <a:pt x="23213" y="2472"/>
                      <a:pt x="23227" y="2436"/>
                      <a:pt x="23242" y="2290"/>
                    </a:cubicBezTo>
                    <a:cubicBezTo>
                      <a:pt x="23265" y="2180"/>
                      <a:pt x="23294" y="2084"/>
                      <a:pt x="23333" y="1977"/>
                    </a:cubicBezTo>
                    <a:cubicBezTo>
                      <a:pt x="23452" y="1909"/>
                      <a:pt x="23513" y="1907"/>
                      <a:pt x="23647" y="1931"/>
                    </a:cubicBezTo>
                    <a:cubicBezTo>
                      <a:pt x="23750" y="1977"/>
                      <a:pt x="23750" y="1977"/>
                      <a:pt x="23800" y="2072"/>
                    </a:cubicBezTo>
                    <a:cubicBezTo>
                      <a:pt x="23812" y="2110"/>
                      <a:pt x="23825" y="2147"/>
                      <a:pt x="23838" y="2185"/>
                    </a:cubicBezTo>
                    <a:cubicBezTo>
                      <a:pt x="23929" y="2381"/>
                      <a:pt x="23929" y="2381"/>
                      <a:pt x="24054" y="2436"/>
                    </a:cubicBezTo>
                    <a:cubicBezTo>
                      <a:pt x="24177" y="2456"/>
                      <a:pt x="24295" y="2463"/>
                      <a:pt x="24420" y="2466"/>
                    </a:cubicBezTo>
                    <a:cubicBezTo>
                      <a:pt x="24465" y="2469"/>
                      <a:pt x="24510" y="2472"/>
                      <a:pt x="24556" y="2475"/>
                    </a:cubicBezTo>
                    <a:cubicBezTo>
                      <a:pt x="24700" y="2485"/>
                      <a:pt x="24843" y="2492"/>
                      <a:pt x="24987" y="2498"/>
                    </a:cubicBezTo>
                    <a:cubicBezTo>
                      <a:pt x="25996" y="2544"/>
                      <a:pt x="25996" y="2544"/>
                      <a:pt x="26181" y="2696"/>
                    </a:cubicBezTo>
                    <a:cubicBezTo>
                      <a:pt x="26282" y="2807"/>
                      <a:pt x="26282" y="2807"/>
                      <a:pt x="26368" y="2920"/>
                    </a:cubicBezTo>
                    <a:cubicBezTo>
                      <a:pt x="26508" y="3074"/>
                      <a:pt x="26669" y="3099"/>
                      <a:pt x="26865" y="3151"/>
                    </a:cubicBezTo>
                    <a:cubicBezTo>
                      <a:pt x="27098" y="3213"/>
                      <a:pt x="27316" y="3275"/>
                      <a:pt x="27500" y="3436"/>
                    </a:cubicBezTo>
                    <a:cubicBezTo>
                      <a:pt x="27631" y="3766"/>
                      <a:pt x="27559" y="4137"/>
                      <a:pt x="27500" y="4477"/>
                    </a:cubicBezTo>
                    <a:cubicBezTo>
                      <a:pt x="27706" y="4477"/>
                      <a:pt x="27913" y="4477"/>
                      <a:pt x="28125" y="4477"/>
                    </a:cubicBezTo>
                    <a:cubicBezTo>
                      <a:pt x="28118" y="4444"/>
                      <a:pt x="28118" y="4444"/>
                      <a:pt x="28081" y="4272"/>
                    </a:cubicBezTo>
                    <a:cubicBezTo>
                      <a:pt x="28038" y="3982"/>
                      <a:pt x="28010" y="3711"/>
                      <a:pt x="28125" y="3436"/>
                    </a:cubicBezTo>
                    <a:cubicBezTo>
                      <a:pt x="28625" y="2929"/>
                      <a:pt x="29636" y="2652"/>
                      <a:pt x="30322" y="2597"/>
                    </a:cubicBezTo>
                    <a:cubicBezTo>
                      <a:pt x="30417" y="2602"/>
                      <a:pt x="30417" y="2602"/>
                      <a:pt x="30549" y="2670"/>
                    </a:cubicBezTo>
                    <a:cubicBezTo>
                      <a:pt x="30691" y="2856"/>
                      <a:pt x="30646" y="3124"/>
                      <a:pt x="30638" y="3345"/>
                    </a:cubicBezTo>
                    <a:cubicBezTo>
                      <a:pt x="30637" y="3393"/>
                      <a:pt x="30636" y="3442"/>
                      <a:pt x="30635" y="3492"/>
                    </a:cubicBezTo>
                    <a:cubicBezTo>
                      <a:pt x="30633" y="3612"/>
                      <a:pt x="30629" y="3732"/>
                      <a:pt x="30625" y="3852"/>
                    </a:cubicBezTo>
                    <a:cubicBezTo>
                      <a:pt x="30834" y="3902"/>
                      <a:pt x="31049" y="3948"/>
                      <a:pt x="31250" y="3852"/>
                    </a:cubicBezTo>
                    <a:cubicBezTo>
                      <a:pt x="31426" y="3645"/>
                      <a:pt x="31513" y="3367"/>
                      <a:pt x="31620" y="3120"/>
                    </a:cubicBezTo>
                    <a:cubicBezTo>
                      <a:pt x="31725" y="2894"/>
                      <a:pt x="31861" y="2722"/>
                      <a:pt x="32083" y="2602"/>
                    </a:cubicBezTo>
                    <a:cubicBezTo>
                      <a:pt x="32180" y="2590"/>
                      <a:pt x="32180" y="2590"/>
                      <a:pt x="32288" y="2583"/>
                    </a:cubicBezTo>
                    <a:cubicBezTo>
                      <a:pt x="32756" y="2548"/>
                      <a:pt x="32756" y="2548"/>
                      <a:pt x="32917" y="2394"/>
                    </a:cubicBezTo>
                    <a:cubicBezTo>
                      <a:pt x="32995" y="2169"/>
                      <a:pt x="33015" y="1941"/>
                      <a:pt x="33034" y="1704"/>
                    </a:cubicBezTo>
                    <a:cubicBezTo>
                      <a:pt x="33074" y="1214"/>
                      <a:pt x="33107" y="834"/>
                      <a:pt x="33411" y="428"/>
                    </a:cubicBezTo>
                    <a:cubicBezTo>
                      <a:pt x="33423" y="411"/>
                      <a:pt x="33423" y="411"/>
                      <a:pt x="33484" y="325"/>
                    </a:cubicBezTo>
                    <a:cubicBezTo>
                      <a:pt x="33754" y="0"/>
                      <a:pt x="33898" y="102"/>
                      <a:pt x="34375" y="102"/>
                    </a:cubicBezTo>
                    <a:close/>
                  </a:path>
                </a:pathLst>
              </a:custGeom>
              <a:solidFill>
                <a:srgbClr val="62ADAD"/>
              </a:solidFill>
              <a:ln w="2646" cap="flat">
                <a:noFill/>
              </a:ln>
            </p:spPr>
          </p:sp>
          <p:sp>
            <p:nvSpPr>
              <p:cNvPr id="3770" name="ICON_C_SIGNAL_GRAPHIC_path_003"/>
              <p:cNvSpPr/>
              <p:nvPr/>
            </p:nvSpPr>
            <p:spPr>
              <a:xfrm>
                <a:off x="3491902" y="7571777"/>
                <a:ext cx="477552" cy="80224"/>
              </a:xfrm>
              <a:custGeom>
                <a:avLst/>
                <a:gdLst/>
                <a:ahLst/>
                <a:cxnLst/>
                <a:rect l="0" t="0" r="r" b="b"/>
                <a:pathLst>
                  <a:path w="37602" h="6317" fill="norm" stroke="0">
                    <a:moveTo>
                      <a:pt x="672" y="47"/>
                    </a:moveTo>
                    <a:cubicBezTo>
                      <a:pt x="1281" y="0"/>
                      <a:pt x="1281" y="0"/>
                      <a:pt x="1495" y="162"/>
                    </a:cubicBezTo>
                    <a:cubicBezTo>
                      <a:pt x="1575" y="238"/>
                      <a:pt x="1575" y="238"/>
                      <a:pt x="1649" y="320"/>
                    </a:cubicBezTo>
                    <a:cubicBezTo>
                      <a:pt x="1675" y="349"/>
                      <a:pt x="1701" y="377"/>
                      <a:pt x="1728" y="406"/>
                    </a:cubicBezTo>
                    <a:cubicBezTo>
                      <a:pt x="1885" y="591"/>
                      <a:pt x="1973" y="742"/>
                      <a:pt x="2000" y="985"/>
                    </a:cubicBezTo>
                    <a:cubicBezTo>
                      <a:pt x="1960" y="1406"/>
                      <a:pt x="1606" y="1667"/>
                      <a:pt x="1297" y="1922"/>
                    </a:cubicBezTo>
                    <a:cubicBezTo>
                      <a:pt x="1320" y="1924"/>
                      <a:pt x="1320" y="1924"/>
                      <a:pt x="1434" y="1931"/>
                    </a:cubicBezTo>
                    <a:cubicBezTo>
                      <a:pt x="1620" y="1958"/>
                      <a:pt x="1793" y="1984"/>
                      <a:pt x="1922" y="2130"/>
                    </a:cubicBezTo>
                    <a:cubicBezTo>
                      <a:pt x="2010" y="2465"/>
                      <a:pt x="1956" y="2833"/>
                      <a:pt x="1922" y="3172"/>
                    </a:cubicBezTo>
                    <a:cubicBezTo>
                      <a:pt x="2128" y="3172"/>
                      <a:pt x="2335" y="3172"/>
                      <a:pt x="2547" y="3172"/>
                    </a:cubicBezTo>
                    <a:cubicBezTo>
                      <a:pt x="2540" y="3099"/>
                      <a:pt x="2532" y="3026"/>
                      <a:pt x="2525" y="2951"/>
                    </a:cubicBezTo>
                    <a:cubicBezTo>
                      <a:pt x="2484" y="2361"/>
                      <a:pt x="2484" y="2361"/>
                      <a:pt x="2547" y="2130"/>
                    </a:cubicBezTo>
                    <a:cubicBezTo>
                      <a:pt x="2662" y="2031"/>
                      <a:pt x="2802" y="2032"/>
                      <a:pt x="2948" y="2017"/>
                    </a:cubicBezTo>
                    <a:cubicBezTo>
                      <a:pt x="3044" y="1999"/>
                      <a:pt x="3098" y="1986"/>
                      <a:pt x="3172" y="1922"/>
                    </a:cubicBezTo>
                    <a:cubicBezTo>
                      <a:pt x="3263" y="1591"/>
                      <a:pt x="3208" y="1218"/>
                      <a:pt x="3172" y="880"/>
                    </a:cubicBezTo>
                    <a:cubicBezTo>
                      <a:pt x="3341" y="839"/>
                      <a:pt x="3510" y="801"/>
                      <a:pt x="3680" y="763"/>
                    </a:cubicBezTo>
                    <a:cubicBezTo>
                      <a:pt x="3728" y="751"/>
                      <a:pt x="3776" y="740"/>
                      <a:pt x="3825" y="728"/>
                    </a:cubicBezTo>
                    <a:cubicBezTo>
                      <a:pt x="3848" y="723"/>
                      <a:pt x="3848" y="723"/>
                      <a:pt x="3966" y="697"/>
                    </a:cubicBezTo>
                    <a:cubicBezTo>
                      <a:pt x="4008" y="688"/>
                      <a:pt x="4051" y="678"/>
                      <a:pt x="4094" y="668"/>
                    </a:cubicBezTo>
                    <a:cubicBezTo>
                      <a:pt x="4214" y="672"/>
                      <a:pt x="4214" y="672"/>
                      <a:pt x="4333" y="741"/>
                    </a:cubicBezTo>
                    <a:cubicBezTo>
                      <a:pt x="4491" y="924"/>
                      <a:pt x="4443" y="1189"/>
                      <a:pt x="4435" y="1414"/>
                    </a:cubicBezTo>
                    <a:cubicBezTo>
                      <a:pt x="4434" y="1463"/>
                      <a:pt x="4433" y="1512"/>
                      <a:pt x="4432" y="1562"/>
                    </a:cubicBezTo>
                    <a:cubicBezTo>
                      <a:pt x="4430" y="1682"/>
                      <a:pt x="4426" y="1802"/>
                      <a:pt x="4422" y="1922"/>
                    </a:cubicBezTo>
                    <a:cubicBezTo>
                      <a:pt x="4458" y="1921"/>
                      <a:pt x="4494" y="1919"/>
                      <a:pt x="4531" y="1918"/>
                    </a:cubicBezTo>
                    <a:cubicBezTo>
                      <a:pt x="4872" y="1905"/>
                      <a:pt x="5212" y="1896"/>
                      <a:pt x="5552" y="1890"/>
                    </a:cubicBezTo>
                    <a:cubicBezTo>
                      <a:pt x="5727" y="1886"/>
                      <a:pt x="5902" y="1882"/>
                      <a:pt x="6077" y="1875"/>
                    </a:cubicBezTo>
                    <a:cubicBezTo>
                      <a:pt x="6246" y="1868"/>
                      <a:pt x="6414" y="1864"/>
                      <a:pt x="6584" y="1863"/>
                    </a:cubicBezTo>
                    <a:cubicBezTo>
                      <a:pt x="6648" y="1862"/>
                      <a:pt x="6712" y="1859"/>
                      <a:pt x="6777" y="1856"/>
                    </a:cubicBezTo>
                    <a:cubicBezTo>
                      <a:pt x="6979" y="1846"/>
                      <a:pt x="7150" y="1842"/>
                      <a:pt x="7339" y="1922"/>
                    </a:cubicBezTo>
                    <a:cubicBezTo>
                      <a:pt x="7474" y="2103"/>
                      <a:pt x="7511" y="2329"/>
                      <a:pt x="7547" y="2547"/>
                    </a:cubicBezTo>
                    <a:cubicBezTo>
                      <a:pt x="7564" y="2526"/>
                      <a:pt x="7582" y="2505"/>
                      <a:pt x="7600" y="2484"/>
                    </a:cubicBezTo>
                    <a:cubicBezTo>
                      <a:pt x="7671" y="2399"/>
                      <a:pt x="7746" y="2317"/>
                      <a:pt x="7820" y="2235"/>
                    </a:cubicBezTo>
                    <a:cubicBezTo>
                      <a:pt x="7845" y="2205"/>
                      <a:pt x="7870" y="2175"/>
                      <a:pt x="7895" y="2144"/>
                    </a:cubicBezTo>
                    <a:cubicBezTo>
                      <a:pt x="7974" y="2059"/>
                      <a:pt x="7974" y="2059"/>
                      <a:pt x="8172" y="1922"/>
                    </a:cubicBezTo>
                    <a:cubicBezTo>
                      <a:pt x="8378" y="1922"/>
                      <a:pt x="8585" y="1922"/>
                      <a:pt x="8797" y="1922"/>
                    </a:cubicBezTo>
                    <a:cubicBezTo>
                      <a:pt x="8797" y="2335"/>
                      <a:pt x="8797" y="2747"/>
                      <a:pt x="8797" y="3172"/>
                    </a:cubicBezTo>
                    <a:cubicBezTo>
                      <a:pt x="9214" y="2964"/>
                      <a:pt x="9214" y="2964"/>
                      <a:pt x="9280" y="2844"/>
                    </a:cubicBezTo>
                    <a:cubicBezTo>
                      <a:pt x="9287" y="2802"/>
                      <a:pt x="9293" y="2759"/>
                      <a:pt x="9300" y="2716"/>
                    </a:cubicBezTo>
                    <a:cubicBezTo>
                      <a:pt x="9308" y="2669"/>
                      <a:pt x="9316" y="2623"/>
                      <a:pt x="9324" y="2575"/>
                    </a:cubicBezTo>
                    <a:cubicBezTo>
                      <a:pt x="9331" y="2527"/>
                      <a:pt x="9337" y="2479"/>
                      <a:pt x="9344" y="2430"/>
                    </a:cubicBezTo>
                    <a:cubicBezTo>
                      <a:pt x="9352" y="2381"/>
                      <a:pt x="9360" y="2333"/>
                      <a:pt x="9368" y="2282"/>
                    </a:cubicBezTo>
                    <a:cubicBezTo>
                      <a:pt x="9388" y="2163"/>
                      <a:pt x="9405" y="2042"/>
                      <a:pt x="9422" y="1922"/>
                    </a:cubicBezTo>
                    <a:cubicBezTo>
                      <a:pt x="9628" y="1922"/>
                      <a:pt x="9835" y="1922"/>
                      <a:pt x="10047" y="1922"/>
                    </a:cubicBezTo>
                    <a:cubicBezTo>
                      <a:pt x="10081" y="2094"/>
                      <a:pt x="10081" y="2094"/>
                      <a:pt x="10255" y="2964"/>
                    </a:cubicBezTo>
                    <a:cubicBezTo>
                      <a:pt x="10389" y="2972"/>
                      <a:pt x="10522" y="2981"/>
                      <a:pt x="10659" y="2990"/>
                    </a:cubicBezTo>
                    <a:cubicBezTo>
                      <a:pt x="10680" y="2992"/>
                      <a:pt x="10680" y="2992"/>
                      <a:pt x="10785" y="3001"/>
                    </a:cubicBezTo>
                    <a:cubicBezTo>
                      <a:pt x="10899" y="3005"/>
                      <a:pt x="10981" y="3003"/>
                      <a:pt x="11089" y="2964"/>
                    </a:cubicBezTo>
                    <a:cubicBezTo>
                      <a:pt x="11189" y="2835"/>
                      <a:pt x="11245" y="2701"/>
                      <a:pt x="11297" y="2547"/>
                    </a:cubicBezTo>
                    <a:cubicBezTo>
                      <a:pt x="11505" y="2651"/>
                      <a:pt x="11505" y="2651"/>
                      <a:pt x="12547" y="3172"/>
                    </a:cubicBezTo>
                    <a:cubicBezTo>
                      <a:pt x="12554" y="3128"/>
                      <a:pt x="12561" y="3084"/>
                      <a:pt x="12568" y="3039"/>
                    </a:cubicBezTo>
                    <a:cubicBezTo>
                      <a:pt x="12604" y="2863"/>
                      <a:pt x="12644" y="2692"/>
                      <a:pt x="12755" y="2547"/>
                    </a:cubicBezTo>
                    <a:cubicBezTo>
                      <a:pt x="12935" y="2445"/>
                      <a:pt x="13157" y="2453"/>
                      <a:pt x="13359" y="2447"/>
                    </a:cubicBezTo>
                    <a:cubicBezTo>
                      <a:pt x="14274" y="2411"/>
                      <a:pt x="14274" y="2411"/>
                      <a:pt x="14591" y="2078"/>
                    </a:cubicBezTo>
                    <a:cubicBezTo>
                      <a:pt x="14933" y="1688"/>
                      <a:pt x="15087" y="1150"/>
                      <a:pt x="15255" y="672"/>
                    </a:cubicBezTo>
                    <a:cubicBezTo>
                      <a:pt x="15599" y="741"/>
                      <a:pt x="15943" y="810"/>
                      <a:pt x="16297" y="880"/>
                    </a:cubicBezTo>
                    <a:cubicBezTo>
                      <a:pt x="16297" y="1224"/>
                      <a:pt x="16297" y="1568"/>
                      <a:pt x="16297" y="1922"/>
                    </a:cubicBezTo>
                    <a:cubicBezTo>
                      <a:pt x="16503" y="1922"/>
                      <a:pt x="16710" y="1922"/>
                      <a:pt x="16922" y="1922"/>
                    </a:cubicBezTo>
                    <a:cubicBezTo>
                      <a:pt x="16922" y="2335"/>
                      <a:pt x="16922" y="2747"/>
                      <a:pt x="16922" y="3172"/>
                    </a:cubicBezTo>
                    <a:cubicBezTo>
                      <a:pt x="17128" y="3172"/>
                      <a:pt x="17335" y="3172"/>
                      <a:pt x="17547" y="3172"/>
                    </a:cubicBezTo>
                    <a:cubicBezTo>
                      <a:pt x="17651" y="3039"/>
                      <a:pt x="17666" y="3014"/>
                      <a:pt x="17690" y="2860"/>
                    </a:cubicBezTo>
                    <a:cubicBezTo>
                      <a:pt x="17712" y="2756"/>
                      <a:pt x="17733" y="2653"/>
                      <a:pt x="17755" y="2547"/>
                    </a:cubicBezTo>
                    <a:cubicBezTo>
                      <a:pt x="18099" y="2616"/>
                      <a:pt x="18443" y="2685"/>
                      <a:pt x="18797" y="2755"/>
                    </a:cubicBezTo>
                    <a:cubicBezTo>
                      <a:pt x="18797" y="2893"/>
                      <a:pt x="18797" y="3030"/>
                      <a:pt x="18797" y="3172"/>
                    </a:cubicBezTo>
                    <a:cubicBezTo>
                      <a:pt x="19017" y="3209"/>
                      <a:pt x="19205" y="3231"/>
                      <a:pt x="19422" y="3172"/>
                    </a:cubicBezTo>
                    <a:cubicBezTo>
                      <a:pt x="19470" y="3063"/>
                      <a:pt x="19493" y="2987"/>
                      <a:pt x="19513" y="2873"/>
                    </a:cubicBezTo>
                    <a:cubicBezTo>
                      <a:pt x="19536" y="2751"/>
                      <a:pt x="19559" y="2649"/>
                      <a:pt x="19630" y="2547"/>
                    </a:cubicBezTo>
                    <a:cubicBezTo>
                      <a:pt x="19796" y="2463"/>
                      <a:pt x="19976" y="2438"/>
                      <a:pt x="20160" y="2418"/>
                    </a:cubicBezTo>
                    <a:cubicBezTo>
                      <a:pt x="20273" y="2403"/>
                      <a:pt x="20361" y="2388"/>
                      <a:pt x="20464" y="2339"/>
                    </a:cubicBezTo>
                    <a:cubicBezTo>
                      <a:pt x="20560" y="2209"/>
                      <a:pt x="20619" y="2074"/>
                      <a:pt x="20672" y="1922"/>
                    </a:cubicBezTo>
                    <a:cubicBezTo>
                      <a:pt x="21089" y="2130"/>
                      <a:pt x="21505" y="2339"/>
                      <a:pt x="21922" y="2547"/>
                    </a:cubicBezTo>
                    <a:cubicBezTo>
                      <a:pt x="21927" y="2525"/>
                      <a:pt x="21927" y="2525"/>
                      <a:pt x="21953" y="2410"/>
                    </a:cubicBezTo>
                    <a:cubicBezTo>
                      <a:pt x="21969" y="2352"/>
                      <a:pt x="21984" y="2293"/>
                      <a:pt x="22000" y="2235"/>
                    </a:cubicBezTo>
                    <a:cubicBezTo>
                      <a:pt x="22007" y="2205"/>
                      <a:pt x="22013" y="2175"/>
                      <a:pt x="22020" y="2144"/>
                    </a:cubicBezTo>
                    <a:cubicBezTo>
                      <a:pt x="22044" y="2059"/>
                      <a:pt x="22044" y="2059"/>
                      <a:pt x="22130" y="1922"/>
                    </a:cubicBezTo>
                    <a:cubicBezTo>
                      <a:pt x="22268" y="1922"/>
                      <a:pt x="22405" y="1922"/>
                      <a:pt x="22547" y="1922"/>
                    </a:cubicBezTo>
                    <a:cubicBezTo>
                      <a:pt x="22547" y="1372"/>
                      <a:pt x="22547" y="822"/>
                      <a:pt x="22547" y="255"/>
                    </a:cubicBezTo>
                    <a:cubicBezTo>
                      <a:pt x="22715" y="217"/>
                      <a:pt x="22882" y="178"/>
                      <a:pt x="23055" y="138"/>
                    </a:cubicBezTo>
                    <a:cubicBezTo>
                      <a:pt x="23107" y="125"/>
                      <a:pt x="23160" y="113"/>
                      <a:pt x="23214" y="100"/>
                    </a:cubicBezTo>
                    <a:cubicBezTo>
                      <a:pt x="23256" y="91"/>
                      <a:pt x="23298" y="82"/>
                      <a:pt x="23341" y="72"/>
                    </a:cubicBezTo>
                    <a:cubicBezTo>
                      <a:pt x="23383" y="62"/>
                      <a:pt x="23426" y="53"/>
                      <a:pt x="23469" y="43"/>
                    </a:cubicBezTo>
                    <a:cubicBezTo>
                      <a:pt x="23589" y="47"/>
                      <a:pt x="23589" y="47"/>
                      <a:pt x="23704" y="120"/>
                    </a:cubicBezTo>
                    <a:cubicBezTo>
                      <a:pt x="23852" y="291"/>
                      <a:pt x="23846" y="516"/>
                      <a:pt x="23863" y="731"/>
                    </a:cubicBezTo>
                    <a:cubicBezTo>
                      <a:pt x="23867" y="778"/>
                      <a:pt x="23872" y="823"/>
                      <a:pt x="23876" y="871"/>
                    </a:cubicBezTo>
                    <a:cubicBezTo>
                      <a:pt x="23890" y="1017"/>
                      <a:pt x="23902" y="1164"/>
                      <a:pt x="23914" y="1310"/>
                    </a:cubicBezTo>
                    <a:cubicBezTo>
                      <a:pt x="23923" y="1410"/>
                      <a:pt x="23932" y="1509"/>
                      <a:pt x="23941" y="1608"/>
                    </a:cubicBezTo>
                    <a:cubicBezTo>
                      <a:pt x="23964" y="1852"/>
                      <a:pt x="23985" y="2095"/>
                      <a:pt x="24005" y="2339"/>
                    </a:cubicBezTo>
                    <a:cubicBezTo>
                      <a:pt x="24262" y="2291"/>
                      <a:pt x="24518" y="2242"/>
                      <a:pt x="24774" y="2187"/>
                    </a:cubicBezTo>
                    <a:cubicBezTo>
                      <a:pt x="24934" y="2152"/>
                      <a:pt x="25092" y="2124"/>
                      <a:pt x="25255" y="2107"/>
                    </a:cubicBezTo>
                    <a:cubicBezTo>
                      <a:pt x="25430" y="2082"/>
                      <a:pt x="25546" y="2054"/>
                      <a:pt x="25672" y="1922"/>
                    </a:cubicBezTo>
                    <a:cubicBezTo>
                      <a:pt x="25704" y="1716"/>
                      <a:pt x="25677" y="1508"/>
                      <a:pt x="25661" y="1301"/>
                    </a:cubicBezTo>
                    <a:cubicBezTo>
                      <a:pt x="25644" y="927"/>
                      <a:pt x="25724" y="699"/>
                      <a:pt x="25945" y="399"/>
                    </a:cubicBezTo>
                    <a:cubicBezTo>
                      <a:pt x="25970" y="363"/>
                      <a:pt x="25995" y="327"/>
                      <a:pt x="26020" y="291"/>
                    </a:cubicBezTo>
                    <a:cubicBezTo>
                      <a:pt x="26122" y="165"/>
                      <a:pt x="26209" y="64"/>
                      <a:pt x="26374" y="33"/>
                    </a:cubicBezTo>
                    <a:cubicBezTo>
                      <a:pt x="26558" y="18"/>
                      <a:pt x="26739" y="29"/>
                      <a:pt x="26922" y="47"/>
                    </a:cubicBezTo>
                    <a:cubicBezTo>
                      <a:pt x="26921" y="96"/>
                      <a:pt x="26919" y="146"/>
                      <a:pt x="26918" y="197"/>
                    </a:cubicBezTo>
                    <a:cubicBezTo>
                      <a:pt x="26901" y="1359"/>
                      <a:pt x="26901" y="1359"/>
                      <a:pt x="27130" y="1714"/>
                    </a:cubicBezTo>
                    <a:cubicBezTo>
                      <a:pt x="27386" y="1908"/>
                      <a:pt x="27757" y="1888"/>
                      <a:pt x="28062" y="1878"/>
                    </a:cubicBezTo>
                    <a:cubicBezTo>
                      <a:pt x="28466" y="1868"/>
                      <a:pt x="28466" y="1868"/>
                      <a:pt x="28589" y="1922"/>
                    </a:cubicBezTo>
                    <a:cubicBezTo>
                      <a:pt x="28733" y="2096"/>
                      <a:pt x="28765" y="2329"/>
                      <a:pt x="28797" y="2547"/>
                    </a:cubicBezTo>
                    <a:cubicBezTo>
                      <a:pt x="28820" y="2528"/>
                      <a:pt x="28843" y="2509"/>
                      <a:pt x="28867" y="2490"/>
                    </a:cubicBezTo>
                    <a:cubicBezTo>
                      <a:pt x="28973" y="2404"/>
                      <a:pt x="29080" y="2319"/>
                      <a:pt x="29188" y="2235"/>
                    </a:cubicBezTo>
                    <a:cubicBezTo>
                      <a:pt x="29224" y="2205"/>
                      <a:pt x="29260" y="2175"/>
                      <a:pt x="29297" y="2144"/>
                    </a:cubicBezTo>
                    <a:cubicBezTo>
                      <a:pt x="29334" y="2116"/>
                      <a:pt x="29370" y="2088"/>
                      <a:pt x="29407" y="2059"/>
                    </a:cubicBezTo>
                    <a:cubicBezTo>
                      <a:pt x="29440" y="2033"/>
                      <a:pt x="29473" y="2006"/>
                      <a:pt x="29507" y="1979"/>
                    </a:cubicBezTo>
                    <a:cubicBezTo>
                      <a:pt x="29630" y="1922"/>
                      <a:pt x="29630" y="1922"/>
                      <a:pt x="30047" y="1922"/>
                    </a:cubicBezTo>
                    <a:cubicBezTo>
                      <a:pt x="30047" y="2335"/>
                      <a:pt x="30047" y="2747"/>
                      <a:pt x="30047" y="3172"/>
                    </a:cubicBezTo>
                    <a:cubicBezTo>
                      <a:pt x="30253" y="3172"/>
                      <a:pt x="30460" y="3172"/>
                      <a:pt x="30672" y="3172"/>
                    </a:cubicBezTo>
                    <a:cubicBezTo>
                      <a:pt x="30776" y="3039"/>
                      <a:pt x="30791" y="3014"/>
                      <a:pt x="30815" y="2860"/>
                    </a:cubicBezTo>
                    <a:cubicBezTo>
                      <a:pt x="30826" y="2808"/>
                      <a:pt x="30826" y="2808"/>
                      <a:pt x="30880" y="2547"/>
                    </a:cubicBezTo>
                    <a:cubicBezTo>
                      <a:pt x="31224" y="2616"/>
                      <a:pt x="31568" y="2685"/>
                      <a:pt x="31922" y="2755"/>
                    </a:cubicBezTo>
                    <a:cubicBezTo>
                      <a:pt x="31922" y="2893"/>
                      <a:pt x="31922" y="3030"/>
                      <a:pt x="31922" y="3172"/>
                    </a:cubicBezTo>
                    <a:cubicBezTo>
                      <a:pt x="32128" y="3172"/>
                      <a:pt x="32335" y="3172"/>
                      <a:pt x="32547" y="3172"/>
                    </a:cubicBezTo>
                    <a:cubicBezTo>
                      <a:pt x="32547" y="2760"/>
                      <a:pt x="32547" y="2347"/>
                      <a:pt x="32547" y="1922"/>
                    </a:cubicBezTo>
                    <a:cubicBezTo>
                      <a:pt x="33172" y="1922"/>
                      <a:pt x="33172" y="1922"/>
                      <a:pt x="33370" y="2090"/>
                    </a:cubicBezTo>
                    <a:cubicBezTo>
                      <a:pt x="33423" y="2163"/>
                      <a:pt x="33475" y="2237"/>
                      <a:pt x="33524" y="2313"/>
                    </a:cubicBezTo>
                    <a:cubicBezTo>
                      <a:pt x="33537" y="2331"/>
                      <a:pt x="33537" y="2331"/>
                      <a:pt x="33605" y="2423"/>
                    </a:cubicBezTo>
                    <a:cubicBezTo>
                      <a:pt x="33787" y="2682"/>
                      <a:pt x="33827" y="2857"/>
                      <a:pt x="33797" y="3172"/>
                    </a:cubicBezTo>
                    <a:cubicBezTo>
                      <a:pt x="34003" y="3172"/>
                      <a:pt x="34210" y="3172"/>
                      <a:pt x="34422" y="3172"/>
                    </a:cubicBezTo>
                    <a:cubicBezTo>
                      <a:pt x="34422" y="2553"/>
                      <a:pt x="34422" y="1935"/>
                      <a:pt x="34422" y="1297"/>
                    </a:cubicBezTo>
                    <a:cubicBezTo>
                      <a:pt x="34628" y="1297"/>
                      <a:pt x="34835" y="1297"/>
                      <a:pt x="35047" y="1297"/>
                    </a:cubicBezTo>
                    <a:cubicBezTo>
                      <a:pt x="35116" y="1641"/>
                      <a:pt x="35185" y="1985"/>
                      <a:pt x="35255" y="2339"/>
                    </a:cubicBezTo>
                    <a:cubicBezTo>
                      <a:pt x="35406" y="2309"/>
                      <a:pt x="35556" y="2279"/>
                      <a:pt x="35711" y="2248"/>
                    </a:cubicBezTo>
                    <a:cubicBezTo>
                      <a:pt x="35761" y="2238"/>
                      <a:pt x="35812" y="2228"/>
                      <a:pt x="35864" y="2218"/>
                    </a:cubicBezTo>
                    <a:cubicBezTo>
                      <a:pt x="36107" y="2170"/>
                      <a:pt x="36349" y="2119"/>
                      <a:pt x="36591" y="2063"/>
                    </a:cubicBezTo>
                    <a:cubicBezTo>
                      <a:pt x="36638" y="2052"/>
                      <a:pt x="36685" y="2042"/>
                      <a:pt x="36733" y="2031"/>
                    </a:cubicBezTo>
                    <a:cubicBezTo>
                      <a:pt x="36823" y="2011"/>
                      <a:pt x="36913" y="1990"/>
                      <a:pt x="37003" y="1967"/>
                    </a:cubicBezTo>
                    <a:cubicBezTo>
                      <a:pt x="37044" y="1958"/>
                      <a:pt x="37085" y="1949"/>
                      <a:pt x="37127" y="1940"/>
                    </a:cubicBezTo>
                    <a:cubicBezTo>
                      <a:pt x="37163" y="1931"/>
                      <a:pt x="37199" y="1923"/>
                      <a:pt x="37236" y="1914"/>
                    </a:cubicBezTo>
                    <a:cubicBezTo>
                      <a:pt x="37363" y="1924"/>
                      <a:pt x="37422" y="1969"/>
                      <a:pt x="37506" y="2063"/>
                    </a:cubicBezTo>
                    <a:cubicBezTo>
                      <a:pt x="37581" y="2185"/>
                      <a:pt x="37581" y="2316"/>
                      <a:pt x="37582" y="2455"/>
                    </a:cubicBezTo>
                    <a:cubicBezTo>
                      <a:pt x="37583" y="2486"/>
                      <a:pt x="37584" y="2517"/>
                      <a:pt x="37584" y="2549"/>
                    </a:cubicBezTo>
                    <a:cubicBezTo>
                      <a:pt x="37585" y="2615"/>
                      <a:pt x="37586" y="2681"/>
                      <a:pt x="37586" y="2746"/>
                    </a:cubicBezTo>
                    <a:cubicBezTo>
                      <a:pt x="37586" y="2846"/>
                      <a:pt x="37590" y="2945"/>
                      <a:pt x="37594" y="3044"/>
                    </a:cubicBezTo>
                    <a:cubicBezTo>
                      <a:pt x="37602" y="3513"/>
                      <a:pt x="37602" y="3513"/>
                      <a:pt x="37460" y="3709"/>
                    </a:cubicBezTo>
                    <a:cubicBezTo>
                      <a:pt x="37387" y="3776"/>
                      <a:pt x="37313" y="3841"/>
                      <a:pt x="37237" y="3904"/>
                    </a:cubicBezTo>
                    <a:cubicBezTo>
                      <a:pt x="37049" y="4083"/>
                      <a:pt x="36981" y="4313"/>
                      <a:pt x="36896" y="4552"/>
                    </a:cubicBezTo>
                    <a:cubicBezTo>
                      <a:pt x="36836" y="4716"/>
                      <a:pt x="36776" y="4879"/>
                      <a:pt x="36714" y="5047"/>
                    </a:cubicBezTo>
                    <a:cubicBezTo>
                      <a:pt x="36370" y="4978"/>
                      <a:pt x="36026" y="4910"/>
                      <a:pt x="35672" y="4839"/>
                    </a:cubicBezTo>
                    <a:cubicBezTo>
                      <a:pt x="35672" y="4495"/>
                      <a:pt x="35672" y="4151"/>
                      <a:pt x="35672" y="3797"/>
                    </a:cubicBezTo>
                    <a:cubicBezTo>
                      <a:pt x="35631" y="3853"/>
                      <a:pt x="35631" y="3853"/>
                      <a:pt x="35425" y="4136"/>
                    </a:cubicBezTo>
                    <a:cubicBezTo>
                      <a:pt x="35312" y="4266"/>
                      <a:pt x="35210" y="4361"/>
                      <a:pt x="35047" y="4422"/>
                    </a:cubicBezTo>
                    <a:cubicBezTo>
                      <a:pt x="34812" y="4386"/>
                      <a:pt x="34612" y="4265"/>
                      <a:pt x="34404" y="4156"/>
                    </a:cubicBezTo>
                    <a:cubicBezTo>
                      <a:pt x="34064" y="3991"/>
                      <a:pt x="34064" y="3991"/>
                      <a:pt x="33887" y="4034"/>
                    </a:cubicBezTo>
                    <a:cubicBezTo>
                      <a:pt x="33772" y="4091"/>
                      <a:pt x="33669" y="4155"/>
                      <a:pt x="33563" y="4227"/>
                    </a:cubicBezTo>
                    <a:cubicBezTo>
                      <a:pt x="33316" y="4395"/>
                      <a:pt x="33316" y="4395"/>
                      <a:pt x="33172" y="4422"/>
                    </a:cubicBezTo>
                    <a:cubicBezTo>
                      <a:pt x="32889" y="4305"/>
                      <a:pt x="32727" y="4031"/>
                      <a:pt x="32547" y="3797"/>
                    </a:cubicBezTo>
                    <a:cubicBezTo>
                      <a:pt x="32547" y="4347"/>
                      <a:pt x="32547" y="4897"/>
                      <a:pt x="32547" y="5464"/>
                    </a:cubicBezTo>
                    <a:cubicBezTo>
                      <a:pt x="32380" y="5503"/>
                      <a:pt x="32212" y="5541"/>
                      <a:pt x="32039" y="5581"/>
                    </a:cubicBezTo>
                    <a:cubicBezTo>
                      <a:pt x="31987" y="5594"/>
                      <a:pt x="31934" y="5606"/>
                      <a:pt x="31880" y="5620"/>
                    </a:cubicBezTo>
                    <a:cubicBezTo>
                      <a:pt x="31839" y="5629"/>
                      <a:pt x="31797" y="5638"/>
                      <a:pt x="31754" y="5647"/>
                    </a:cubicBezTo>
                    <a:cubicBezTo>
                      <a:pt x="31711" y="5657"/>
                      <a:pt x="31669" y="5666"/>
                      <a:pt x="31625" y="5677"/>
                    </a:cubicBezTo>
                    <a:cubicBezTo>
                      <a:pt x="31505" y="5672"/>
                      <a:pt x="31505" y="5672"/>
                      <a:pt x="31387" y="5594"/>
                    </a:cubicBezTo>
                    <a:cubicBezTo>
                      <a:pt x="31254" y="5440"/>
                      <a:pt x="31271" y="5272"/>
                      <a:pt x="31277" y="5079"/>
                    </a:cubicBezTo>
                    <a:cubicBezTo>
                      <a:pt x="31277" y="5042"/>
                      <a:pt x="31277" y="5005"/>
                      <a:pt x="31278" y="4968"/>
                    </a:cubicBezTo>
                    <a:cubicBezTo>
                      <a:pt x="31279" y="4851"/>
                      <a:pt x="31281" y="4734"/>
                      <a:pt x="31284" y="4618"/>
                    </a:cubicBezTo>
                    <a:cubicBezTo>
                      <a:pt x="31285" y="4538"/>
                      <a:pt x="31286" y="4459"/>
                      <a:pt x="31287" y="4379"/>
                    </a:cubicBezTo>
                    <a:cubicBezTo>
                      <a:pt x="31289" y="4185"/>
                      <a:pt x="31293" y="3991"/>
                      <a:pt x="31297" y="3797"/>
                    </a:cubicBezTo>
                    <a:cubicBezTo>
                      <a:pt x="30730" y="3750"/>
                      <a:pt x="30730" y="3750"/>
                      <a:pt x="30601" y="3856"/>
                    </a:cubicBezTo>
                    <a:cubicBezTo>
                      <a:pt x="30561" y="3942"/>
                      <a:pt x="30544" y="4015"/>
                      <a:pt x="30529" y="4110"/>
                    </a:cubicBezTo>
                    <a:cubicBezTo>
                      <a:pt x="30518" y="4161"/>
                      <a:pt x="30518" y="4161"/>
                      <a:pt x="30464" y="4422"/>
                    </a:cubicBezTo>
                    <a:cubicBezTo>
                      <a:pt x="30120" y="4353"/>
                      <a:pt x="29776" y="4285"/>
                      <a:pt x="29422" y="4214"/>
                    </a:cubicBezTo>
                    <a:cubicBezTo>
                      <a:pt x="29422" y="3870"/>
                      <a:pt x="29422" y="3526"/>
                      <a:pt x="29422" y="3172"/>
                    </a:cubicBezTo>
                    <a:cubicBezTo>
                      <a:pt x="28946" y="3110"/>
                      <a:pt x="28946" y="3110"/>
                      <a:pt x="28797" y="3172"/>
                    </a:cubicBezTo>
                    <a:cubicBezTo>
                      <a:pt x="28657" y="3344"/>
                      <a:pt x="28625" y="3584"/>
                      <a:pt x="28589" y="3797"/>
                    </a:cubicBezTo>
                    <a:cubicBezTo>
                      <a:pt x="28057" y="3740"/>
                      <a:pt x="27560" y="3684"/>
                      <a:pt x="27170" y="3289"/>
                    </a:cubicBezTo>
                    <a:cubicBezTo>
                      <a:pt x="27144" y="3264"/>
                      <a:pt x="27118" y="3238"/>
                      <a:pt x="27091" y="3212"/>
                    </a:cubicBezTo>
                    <a:cubicBezTo>
                      <a:pt x="26953" y="3056"/>
                      <a:pt x="26907" y="2945"/>
                      <a:pt x="26907" y="2735"/>
                    </a:cubicBezTo>
                    <a:cubicBezTo>
                      <a:pt x="26911" y="2672"/>
                      <a:pt x="26915" y="2610"/>
                      <a:pt x="26922" y="2547"/>
                    </a:cubicBezTo>
                    <a:cubicBezTo>
                      <a:pt x="26475" y="2471"/>
                      <a:pt x="26475" y="2471"/>
                      <a:pt x="26297" y="2547"/>
                    </a:cubicBezTo>
                    <a:cubicBezTo>
                      <a:pt x="26212" y="2667"/>
                      <a:pt x="26187" y="2806"/>
                      <a:pt x="26168" y="2950"/>
                    </a:cubicBezTo>
                    <a:cubicBezTo>
                      <a:pt x="26153" y="3035"/>
                      <a:pt x="26153" y="3035"/>
                      <a:pt x="26089" y="3172"/>
                    </a:cubicBezTo>
                    <a:cubicBezTo>
                      <a:pt x="25947" y="3200"/>
                      <a:pt x="25815" y="3190"/>
                      <a:pt x="25672" y="3172"/>
                    </a:cubicBezTo>
                    <a:cubicBezTo>
                      <a:pt x="25679" y="3196"/>
                      <a:pt x="25685" y="3220"/>
                      <a:pt x="25692" y="3245"/>
                    </a:cubicBezTo>
                    <a:cubicBezTo>
                      <a:pt x="25775" y="3605"/>
                      <a:pt x="25801" y="3975"/>
                      <a:pt x="25621" y="4308"/>
                    </a:cubicBezTo>
                    <a:cubicBezTo>
                      <a:pt x="25464" y="4558"/>
                      <a:pt x="25278" y="4784"/>
                      <a:pt x="25086" y="5008"/>
                    </a:cubicBezTo>
                    <a:cubicBezTo>
                      <a:pt x="25059" y="5041"/>
                      <a:pt x="25032" y="5074"/>
                      <a:pt x="25004" y="5108"/>
                    </a:cubicBezTo>
                    <a:cubicBezTo>
                      <a:pt x="24533" y="5671"/>
                      <a:pt x="24533" y="5671"/>
                      <a:pt x="24241" y="5713"/>
                    </a:cubicBezTo>
                    <a:cubicBezTo>
                      <a:pt x="24089" y="5720"/>
                      <a:pt x="23946" y="5703"/>
                      <a:pt x="23797" y="5672"/>
                    </a:cubicBezTo>
                    <a:cubicBezTo>
                      <a:pt x="23795" y="5649"/>
                      <a:pt x="23795" y="5649"/>
                      <a:pt x="23785" y="5532"/>
                    </a:cubicBezTo>
                    <a:cubicBezTo>
                      <a:pt x="23613" y="3677"/>
                      <a:pt x="23613" y="3677"/>
                      <a:pt x="23239" y="3227"/>
                    </a:cubicBezTo>
                    <a:cubicBezTo>
                      <a:pt x="23116" y="3127"/>
                      <a:pt x="22988" y="3112"/>
                      <a:pt x="22834" y="3120"/>
                    </a:cubicBezTo>
                    <a:cubicBezTo>
                      <a:pt x="22786" y="3129"/>
                      <a:pt x="22786" y="3129"/>
                      <a:pt x="22547" y="3172"/>
                    </a:cubicBezTo>
                    <a:cubicBezTo>
                      <a:pt x="22547" y="3516"/>
                      <a:pt x="22547" y="3860"/>
                      <a:pt x="22547" y="4214"/>
                    </a:cubicBezTo>
                    <a:cubicBezTo>
                      <a:pt x="22203" y="4283"/>
                      <a:pt x="21860" y="4351"/>
                      <a:pt x="21505" y="4422"/>
                    </a:cubicBezTo>
                    <a:cubicBezTo>
                      <a:pt x="21440" y="4110"/>
                      <a:pt x="21440" y="4110"/>
                      <a:pt x="21425" y="4011"/>
                    </a:cubicBezTo>
                    <a:cubicBezTo>
                      <a:pt x="21404" y="3934"/>
                      <a:pt x="21404" y="3934"/>
                      <a:pt x="21297" y="3797"/>
                    </a:cubicBezTo>
                    <a:cubicBezTo>
                      <a:pt x="21091" y="3797"/>
                      <a:pt x="20885" y="3797"/>
                      <a:pt x="20672" y="3797"/>
                    </a:cubicBezTo>
                    <a:cubicBezTo>
                      <a:pt x="20672" y="4210"/>
                      <a:pt x="20672" y="4622"/>
                      <a:pt x="20672" y="5047"/>
                    </a:cubicBezTo>
                    <a:cubicBezTo>
                      <a:pt x="20053" y="5047"/>
                      <a:pt x="19435" y="5047"/>
                      <a:pt x="18797" y="5047"/>
                    </a:cubicBezTo>
                    <a:cubicBezTo>
                      <a:pt x="18797" y="5391"/>
                      <a:pt x="18797" y="5735"/>
                      <a:pt x="18797" y="6089"/>
                    </a:cubicBezTo>
                    <a:cubicBezTo>
                      <a:pt x="18628" y="6129"/>
                      <a:pt x="18459" y="6168"/>
                      <a:pt x="18289" y="6206"/>
                    </a:cubicBezTo>
                    <a:cubicBezTo>
                      <a:pt x="18241" y="6218"/>
                      <a:pt x="18193" y="6229"/>
                      <a:pt x="18144" y="6241"/>
                    </a:cubicBezTo>
                    <a:cubicBezTo>
                      <a:pt x="17797" y="6317"/>
                      <a:pt x="17797" y="6317"/>
                      <a:pt x="17619" y="6232"/>
                    </a:cubicBezTo>
                    <a:cubicBezTo>
                      <a:pt x="17483" y="6043"/>
                      <a:pt x="17526" y="5775"/>
                      <a:pt x="17534" y="5555"/>
                    </a:cubicBezTo>
                    <a:cubicBezTo>
                      <a:pt x="17535" y="5506"/>
                      <a:pt x="17536" y="5458"/>
                      <a:pt x="17537" y="5407"/>
                    </a:cubicBezTo>
                    <a:cubicBezTo>
                      <a:pt x="17539" y="5287"/>
                      <a:pt x="17543" y="5167"/>
                      <a:pt x="17547" y="5047"/>
                    </a:cubicBezTo>
                    <a:cubicBezTo>
                      <a:pt x="17341" y="5047"/>
                      <a:pt x="17135" y="5047"/>
                      <a:pt x="16922" y="5047"/>
                    </a:cubicBezTo>
                    <a:cubicBezTo>
                      <a:pt x="16922" y="5460"/>
                      <a:pt x="16922" y="5872"/>
                      <a:pt x="16922" y="6297"/>
                    </a:cubicBezTo>
                    <a:cubicBezTo>
                      <a:pt x="16716" y="6297"/>
                      <a:pt x="16510" y="6297"/>
                      <a:pt x="16297" y="6297"/>
                    </a:cubicBezTo>
                    <a:cubicBezTo>
                      <a:pt x="16293" y="6213"/>
                      <a:pt x="16289" y="6129"/>
                      <a:pt x="16285" y="6043"/>
                    </a:cubicBezTo>
                    <a:cubicBezTo>
                      <a:pt x="16270" y="5761"/>
                      <a:pt x="16254" y="5480"/>
                      <a:pt x="16237" y="5199"/>
                    </a:cubicBezTo>
                    <a:cubicBezTo>
                      <a:pt x="16227" y="5029"/>
                      <a:pt x="16217" y="4860"/>
                      <a:pt x="16209" y="4689"/>
                    </a:cubicBezTo>
                    <a:cubicBezTo>
                      <a:pt x="16132" y="3084"/>
                      <a:pt x="16132" y="3084"/>
                      <a:pt x="15740" y="2605"/>
                    </a:cubicBezTo>
                    <a:cubicBezTo>
                      <a:pt x="15617" y="2501"/>
                      <a:pt x="15491" y="2489"/>
                      <a:pt x="15334" y="2495"/>
                    </a:cubicBezTo>
                    <a:cubicBezTo>
                      <a:pt x="15235" y="2506"/>
                      <a:pt x="15144" y="2524"/>
                      <a:pt x="15047" y="2547"/>
                    </a:cubicBezTo>
                    <a:cubicBezTo>
                      <a:pt x="15050" y="2582"/>
                      <a:pt x="15054" y="2616"/>
                      <a:pt x="15057" y="2652"/>
                    </a:cubicBezTo>
                    <a:cubicBezTo>
                      <a:pt x="15147" y="3751"/>
                      <a:pt x="15147" y="3751"/>
                      <a:pt x="14866" y="4130"/>
                    </a:cubicBezTo>
                    <a:cubicBezTo>
                      <a:pt x="14733" y="4271"/>
                      <a:pt x="14615" y="4379"/>
                      <a:pt x="14422" y="4422"/>
                    </a:cubicBezTo>
                    <a:cubicBezTo>
                      <a:pt x="14146" y="4387"/>
                      <a:pt x="13917" y="4225"/>
                      <a:pt x="13691" y="4072"/>
                    </a:cubicBezTo>
                    <a:cubicBezTo>
                      <a:pt x="13526" y="3965"/>
                      <a:pt x="13350" y="3881"/>
                      <a:pt x="13172" y="3797"/>
                    </a:cubicBezTo>
                    <a:cubicBezTo>
                      <a:pt x="13161" y="3820"/>
                      <a:pt x="13149" y="3843"/>
                      <a:pt x="13137" y="3867"/>
                    </a:cubicBezTo>
                    <a:cubicBezTo>
                      <a:pt x="12867" y="4408"/>
                      <a:pt x="12867" y="4408"/>
                      <a:pt x="12809" y="4518"/>
                    </a:cubicBezTo>
                    <a:cubicBezTo>
                      <a:pt x="12755" y="4630"/>
                      <a:pt x="12755" y="4630"/>
                      <a:pt x="12717" y="4751"/>
                    </a:cubicBezTo>
                    <a:cubicBezTo>
                      <a:pt x="12676" y="4866"/>
                      <a:pt x="12676" y="4866"/>
                      <a:pt x="12547" y="5047"/>
                    </a:cubicBezTo>
                    <a:cubicBezTo>
                      <a:pt x="12341" y="5047"/>
                      <a:pt x="12135" y="5047"/>
                      <a:pt x="11922" y="5047"/>
                    </a:cubicBezTo>
                    <a:cubicBezTo>
                      <a:pt x="11922" y="4635"/>
                      <a:pt x="11922" y="4222"/>
                      <a:pt x="11922" y="3797"/>
                    </a:cubicBezTo>
                    <a:cubicBezTo>
                      <a:pt x="11716" y="3797"/>
                      <a:pt x="11510" y="3797"/>
                      <a:pt x="11297" y="3797"/>
                    </a:cubicBezTo>
                    <a:cubicBezTo>
                      <a:pt x="11304" y="3863"/>
                      <a:pt x="11312" y="3928"/>
                      <a:pt x="11319" y="3996"/>
                    </a:cubicBezTo>
                    <a:cubicBezTo>
                      <a:pt x="11358" y="4509"/>
                      <a:pt x="11334" y="4895"/>
                      <a:pt x="11024" y="5320"/>
                    </a:cubicBezTo>
                    <a:cubicBezTo>
                      <a:pt x="11011" y="5338"/>
                      <a:pt x="11011" y="5338"/>
                      <a:pt x="10949" y="5429"/>
                    </a:cubicBezTo>
                    <a:cubicBezTo>
                      <a:pt x="10870" y="5526"/>
                      <a:pt x="10870" y="5526"/>
                      <a:pt x="10672" y="5672"/>
                    </a:cubicBezTo>
                    <a:cubicBezTo>
                      <a:pt x="10466" y="5672"/>
                      <a:pt x="10260" y="5672"/>
                      <a:pt x="10047" y="5672"/>
                    </a:cubicBezTo>
                    <a:cubicBezTo>
                      <a:pt x="10047" y="5053"/>
                      <a:pt x="10047" y="4435"/>
                      <a:pt x="10047" y="3797"/>
                    </a:cubicBezTo>
                    <a:cubicBezTo>
                      <a:pt x="9841" y="3797"/>
                      <a:pt x="9635" y="3797"/>
                      <a:pt x="9422" y="3797"/>
                    </a:cubicBezTo>
                    <a:cubicBezTo>
                      <a:pt x="9321" y="3927"/>
                      <a:pt x="9303" y="3959"/>
                      <a:pt x="9279" y="4110"/>
                    </a:cubicBezTo>
                    <a:cubicBezTo>
                      <a:pt x="9272" y="4139"/>
                      <a:pt x="9265" y="4169"/>
                      <a:pt x="9257" y="4200"/>
                    </a:cubicBezTo>
                    <a:cubicBezTo>
                      <a:pt x="9240" y="4273"/>
                      <a:pt x="9227" y="4348"/>
                      <a:pt x="9214" y="4422"/>
                    </a:cubicBezTo>
                    <a:cubicBezTo>
                      <a:pt x="9044" y="4393"/>
                      <a:pt x="8875" y="4362"/>
                      <a:pt x="8706" y="4331"/>
                    </a:cubicBezTo>
                    <a:cubicBezTo>
                      <a:pt x="8658" y="4323"/>
                      <a:pt x="8610" y="4315"/>
                      <a:pt x="8561" y="4306"/>
                    </a:cubicBezTo>
                    <a:cubicBezTo>
                      <a:pt x="8514" y="4297"/>
                      <a:pt x="8468" y="4289"/>
                      <a:pt x="8420" y="4280"/>
                    </a:cubicBezTo>
                    <a:cubicBezTo>
                      <a:pt x="8378" y="4272"/>
                      <a:pt x="8335" y="4264"/>
                      <a:pt x="8291" y="4256"/>
                    </a:cubicBezTo>
                    <a:cubicBezTo>
                      <a:pt x="8172" y="4214"/>
                      <a:pt x="8172" y="4214"/>
                      <a:pt x="8076" y="4110"/>
                    </a:cubicBezTo>
                    <a:cubicBezTo>
                      <a:pt x="7920" y="3965"/>
                      <a:pt x="7786" y="3960"/>
                      <a:pt x="7579" y="3940"/>
                    </a:cubicBezTo>
                    <a:cubicBezTo>
                      <a:pt x="7542" y="3935"/>
                      <a:pt x="7505" y="3931"/>
                      <a:pt x="7468" y="3926"/>
                    </a:cubicBezTo>
                    <a:cubicBezTo>
                      <a:pt x="7351" y="3913"/>
                      <a:pt x="7234" y="3900"/>
                      <a:pt x="7118" y="3888"/>
                    </a:cubicBezTo>
                    <a:cubicBezTo>
                      <a:pt x="7038" y="3879"/>
                      <a:pt x="6959" y="3870"/>
                      <a:pt x="6879" y="3861"/>
                    </a:cubicBezTo>
                    <a:cubicBezTo>
                      <a:pt x="6685" y="3839"/>
                      <a:pt x="6491" y="3818"/>
                      <a:pt x="6297" y="3797"/>
                    </a:cubicBezTo>
                    <a:cubicBezTo>
                      <a:pt x="6297" y="3385"/>
                      <a:pt x="6297" y="2972"/>
                      <a:pt x="6297" y="2547"/>
                    </a:cubicBezTo>
                    <a:cubicBezTo>
                      <a:pt x="6250" y="2593"/>
                      <a:pt x="6250" y="2593"/>
                      <a:pt x="6015" y="2828"/>
                    </a:cubicBezTo>
                    <a:cubicBezTo>
                      <a:pt x="4979" y="3825"/>
                      <a:pt x="4979" y="3825"/>
                      <a:pt x="4587" y="3839"/>
                    </a:cubicBezTo>
                    <a:cubicBezTo>
                      <a:pt x="4303" y="3820"/>
                      <a:pt x="4049" y="3716"/>
                      <a:pt x="3797" y="3589"/>
                    </a:cubicBezTo>
                    <a:cubicBezTo>
                      <a:pt x="3797" y="3451"/>
                      <a:pt x="3797" y="3314"/>
                      <a:pt x="3797" y="3172"/>
                    </a:cubicBezTo>
                    <a:cubicBezTo>
                      <a:pt x="3586" y="3121"/>
                      <a:pt x="3377" y="3082"/>
                      <a:pt x="3172" y="3172"/>
                    </a:cubicBezTo>
                    <a:cubicBezTo>
                      <a:pt x="2957" y="3392"/>
                      <a:pt x="2864" y="3724"/>
                      <a:pt x="2755" y="4005"/>
                    </a:cubicBezTo>
                    <a:cubicBezTo>
                      <a:pt x="2716" y="4101"/>
                      <a:pt x="2677" y="4197"/>
                      <a:pt x="2637" y="4293"/>
                    </a:cubicBezTo>
                    <a:cubicBezTo>
                      <a:pt x="2535" y="4543"/>
                      <a:pt x="2436" y="4795"/>
                      <a:pt x="2339" y="5047"/>
                    </a:cubicBezTo>
                    <a:cubicBezTo>
                      <a:pt x="1988" y="5062"/>
                      <a:pt x="1580" y="5072"/>
                      <a:pt x="1297" y="4839"/>
                    </a:cubicBezTo>
                    <a:cubicBezTo>
                      <a:pt x="1182" y="4588"/>
                      <a:pt x="1200" y="4278"/>
                      <a:pt x="1189" y="4008"/>
                    </a:cubicBezTo>
                    <a:cubicBezTo>
                      <a:pt x="1166" y="3549"/>
                      <a:pt x="1166" y="3549"/>
                      <a:pt x="1089" y="3380"/>
                    </a:cubicBezTo>
                    <a:cubicBezTo>
                      <a:pt x="806" y="3147"/>
                      <a:pt x="398" y="3157"/>
                      <a:pt x="47" y="3172"/>
                    </a:cubicBezTo>
                    <a:cubicBezTo>
                      <a:pt x="35" y="3007"/>
                      <a:pt x="27" y="2843"/>
                      <a:pt x="21" y="2677"/>
                    </a:cubicBezTo>
                    <a:cubicBezTo>
                      <a:pt x="19" y="2654"/>
                      <a:pt x="19" y="2654"/>
                      <a:pt x="10" y="2537"/>
                    </a:cubicBezTo>
                    <a:cubicBezTo>
                      <a:pt x="0" y="2181"/>
                      <a:pt x="0" y="2181"/>
                      <a:pt x="137" y="2034"/>
                    </a:cubicBezTo>
                    <a:cubicBezTo>
                      <a:pt x="174" y="2003"/>
                      <a:pt x="211" y="1973"/>
                      <a:pt x="249" y="1942"/>
                    </a:cubicBezTo>
                    <a:cubicBezTo>
                      <a:pt x="576" y="1655"/>
                      <a:pt x="559" y="1265"/>
                      <a:pt x="594" y="854"/>
                    </a:cubicBezTo>
                    <a:cubicBezTo>
                      <a:pt x="602" y="776"/>
                      <a:pt x="610" y="697"/>
                      <a:pt x="618" y="619"/>
                    </a:cubicBezTo>
                    <a:cubicBezTo>
                      <a:pt x="638" y="429"/>
                      <a:pt x="656" y="238"/>
                      <a:pt x="672" y="47"/>
                    </a:cubicBezTo>
                    <a:close/>
                  </a:path>
                </a:pathLst>
              </a:custGeom>
              <a:solidFill>
                <a:srgbClr val="64ACAE"/>
              </a:solidFill>
              <a:ln w="2646" cap="flat">
                <a:noFill/>
              </a:ln>
            </p:spPr>
          </p:sp>
          <p:sp>
            <p:nvSpPr>
              <p:cNvPr id="3771" name="ICON_C_SIGNAL_GRAPHIC_path_004"/>
              <p:cNvSpPr/>
              <p:nvPr/>
            </p:nvSpPr>
            <p:spPr>
              <a:xfrm>
                <a:off x="2952329" y="7555598"/>
                <a:ext cx="349671" cy="96504"/>
              </a:xfrm>
              <a:custGeom>
                <a:avLst/>
                <a:gdLst/>
                <a:ahLst/>
                <a:cxnLst/>
                <a:rect l="0" t="0" r="r" b="b"/>
                <a:pathLst>
                  <a:path w="27533" h="7599" fill="norm" stroke="0">
                    <a:moveTo>
                      <a:pt x="33" y="71"/>
                    </a:moveTo>
                    <a:cubicBezTo>
                      <a:pt x="239" y="71"/>
                      <a:pt x="446" y="71"/>
                      <a:pt x="658" y="71"/>
                    </a:cubicBezTo>
                    <a:cubicBezTo>
                      <a:pt x="662" y="174"/>
                      <a:pt x="666" y="277"/>
                      <a:pt x="671" y="383"/>
                    </a:cubicBezTo>
                    <a:cubicBezTo>
                      <a:pt x="685" y="726"/>
                      <a:pt x="701" y="1070"/>
                      <a:pt x="718" y="1413"/>
                    </a:cubicBezTo>
                    <a:cubicBezTo>
                      <a:pt x="728" y="1621"/>
                      <a:pt x="738" y="1829"/>
                      <a:pt x="746" y="2037"/>
                    </a:cubicBezTo>
                    <a:cubicBezTo>
                      <a:pt x="818" y="3874"/>
                      <a:pt x="818" y="3874"/>
                      <a:pt x="1220" y="4390"/>
                    </a:cubicBezTo>
                    <a:cubicBezTo>
                      <a:pt x="1353" y="4508"/>
                      <a:pt x="1516" y="4542"/>
                      <a:pt x="1690" y="4533"/>
                    </a:cubicBezTo>
                    <a:cubicBezTo>
                      <a:pt x="1803" y="4510"/>
                      <a:pt x="1887" y="4475"/>
                      <a:pt x="1956" y="4381"/>
                    </a:cubicBezTo>
                    <a:cubicBezTo>
                      <a:pt x="2044" y="4203"/>
                      <a:pt x="2083" y="4016"/>
                      <a:pt x="2116" y="3821"/>
                    </a:cubicBezTo>
                    <a:cubicBezTo>
                      <a:pt x="2310" y="3860"/>
                      <a:pt x="2503" y="3898"/>
                      <a:pt x="2696" y="3937"/>
                    </a:cubicBezTo>
                    <a:cubicBezTo>
                      <a:pt x="2790" y="3956"/>
                      <a:pt x="2884" y="3973"/>
                      <a:pt x="2978" y="3989"/>
                    </a:cubicBezTo>
                    <a:cubicBezTo>
                      <a:pt x="3124" y="4018"/>
                      <a:pt x="3260" y="4063"/>
                      <a:pt x="3401" y="4112"/>
                    </a:cubicBezTo>
                    <a:cubicBezTo>
                      <a:pt x="3665" y="4196"/>
                      <a:pt x="3921" y="4275"/>
                      <a:pt x="4200" y="4238"/>
                    </a:cubicBezTo>
                    <a:cubicBezTo>
                      <a:pt x="4532" y="4063"/>
                      <a:pt x="4743" y="3716"/>
                      <a:pt x="4955" y="3417"/>
                    </a:cubicBezTo>
                    <a:cubicBezTo>
                      <a:pt x="5073" y="3257"/>
                      <a:pt x="5192" y="3099"/>
                      <a:pt x="5315" y="2943"/>
                    </a:cubicBezTo>
                    <a:cubicBezTo>
                      <a:pt x="5343" y="2906"/>
                      <a:pt x="5372" y="2870"/>
                      <a:pt x="5401" y="2832"/>
                    </a:cubicBezTo>
                    <a:cubicBezTo>
                      <a:pt x="5634" y="2555"/>
                      <a:pt x="5634" y="2555"/>
                      <a:pt x="5841" y="2518"/>
                    </a:cubicBezTo>
                    <a:cubicBezTo>
                      <a:pt x="5995" y="2510"/>
                      <a:pt x="6134" y="2531"/>
                      <a:pt x="6283" y="2571"/>
                    </a:cubicBezTo>
                    <a:cubicBezTo>
                      <a:pt x="6280" y="2608"/>
                      <a:pt x="6277" y="2645"/>
                      <a:pt x="6273" y="2683"/>
                    </a:cubicBezTo>
                    <a:cubicBezTo>
                      <a:pt x="6193" y="3714"/>
                      <a:pt x="6193" y="3714"/>
                      <a:pt x="6344" y="3894"/>
                    </a:cubicBezTo>
                    <a:cubicBezTo>
                      <a:pt x="6481" y="3967"/>
                      <a:pt x="6618" y="3981"/>
                      <a:pt x="6769" y="3999"/>
                    </a:cubicBezTo>
                    <a:cubicBezTo>
                      <a:pt x="6815" y="4009"/>
                      <a:pt x="6861" y="4019"/>
                      <a:pt x="6908" y="4029"/>
                    </a:cubicBezTo>
                    <a:cubicBezTo>
                      <a:pt x="6968" y="4176"/>
                      <a:pt x="6948" y="4296"/>
                      <a:pt x="6908" y="4446"/>
                    </a:cubicBezTo>
                    <a:cubicBezTo>
                      <a:pt x="7117" y="4496"/>
                      <a:pt x="7331" y="4541"/>
                      <a:pt x="7533" y="4446"/>
                    </a:cubicBezTo>
                    <a:cubicBezTo>
                      <a:pt x="7714" y="4244"/>
                      <a:pt x="7806" y="3975"/>
                      <a:pt x="7904" y="3725"/>
                    </a:cubicBezTo>
                    <a:cubicBezTo>
                      <a:pt x="7978" y="3544"/>
                      <a:pt x="8068" y="3370"/>
                      <a:pt x="8158" y="3196"/>
                    </a:cubicBezTo>
                    <a:cubicBezTo>
                      <a:pt x="8627" y="3302"/>
                      <a:pt x="8627" y="3302"/>
                      <a:pt x="8783" y="3404"/>
                    </a:cubicBezTo>
                    <a:cubicBezTo>
                      <a:pt x="8846" y="3565"/>
                      <a:pt x="8818" y="3648"/>
                      <a:pt x="8783" y="3821"/>
                    </a:cubicBezTo>
                    <a:cubicBezTo>
                      <a:pt x="8989" y="3821"/>
                      <a:pt x="9196" y="3821"/>
                      <a:pt x="9408" y="3821"/>
                    </a:cubicBezTo>
                    <a:cubicBezTo>
                      <a:pt x="9408" y="3409"/>
                      <a:pt x="9408" y="2996"/>
                      <a:pt x="9408" y="2571"/>
                    </a:cubicBezTo>
                    <a:cubicBezTo>
                      <a:pt x="9614" y="2571"/>
                      <a:pt x="9821" y="2571"/>
                      <a:pt x="10033" y="2571"/>
                    </a:cubicBezTo>
                    <a:cubicBezTo>
                      <a:pt x="10068" y="2743"/>
                      <a:pt x="10068" y="2743"/>
                      <a:pt x="10241" y="3613"/>
                    </a:cubicBezTo>
                    <a:cubicBezTo>
                      <a:pt x="10325" y="3598"/>
                      <a:pt x="10325" y="3598"/>
                      <a:pt x="10749" y="3521"/>
                    </a:cubicBezTo>
                    <a:cubicBezTo>
                      <a:pt x="10802" y="3513"/>
                      <a:pt x="10854" y="3504"/>
                      <a:pt x="10908" y="3494"/>
                    </a:cubicBezTo>
                    <a:cubicBezTo>
                      <a:pt x="10929" y="3490"/>
                      <a:pt x="10929" y="3490"/>
                      <a:pt x="11035" y="3470"/>
                    </a:cubicBezTo>
                    <a:cubicBezTo>
                      <a:pt x="11078" y="3463"/>
                      <a:pt x="11120" y="3455"/>
                      <a:pt x="11164" y="3447"/>
                    </a:cubicBezTo>
                    <a:cubicBezTo>
                      <a:pt x="11283" y="3404"/>
                      <a:pt x="11283" y="3404"/>
                      <a:pt x="11382" y="3298"/>
                    </a:cubicBezTo>
                    <a:cubicBezTo>
                      <a:pt x="11530" y="3161"/>
                      <a:pt x="11629" y="3166"/>
                      <a:pt x="11824" y="3168"/>
                    </a:cubicBezTo>
                    <a:cubicBezTo>
                      <a:pt x="11855" y="3168"/>
                      <a:pt x="11887" y="3168"/>
                      <a:pt x="11919" y="3168"/>
                    </a:cubicBezTo>
                    <a:cubicBezTo>
                      <a:pt x="11986" y="3168"/>
                      <a:pt x="12052" y="3168"/>
                      <a:pt x="12119" y="3169"/>
                    </a:cubicBezTo>
                    <a:cubicBezTo>
                      <a:pt x="12220" y="3170"/>
                      <a:pt x="12322" y="3169"/>
                      <a:pt x="12423" y="3168"/>
                    </a:cubicBezTo>
                    <a:cubicBezTo>
                      <a:pt x="12488" y="3168"/>
                      <a:pt x="12553" y="3168"/>
                      <a:pt x="12618" y="3168"/>
                    </a:cubicBezTo>
                    <a:cubicBezTo>
                      <a:pt x="12648" y="3168"/>
                      <a:pt x="12678" y="3168"/>
                      <a:pt x="12709" y="3167"/>
                    </a:cubicBezTo>
                    <a:cubicBezTo>
                      <a:pt x="12873" y="3171"/>
                      <a:pt x="12937" y="3187"/>
                      <a:pt x="13074" y="3286"/>
                    </a:cubicBezTo>
                    <a:cubicBezTo>
                      <a:pt x="13172" y="3423"/>
                      <a:pt x="13183" y="3486"/>
                      <a:pt x="13179" y="3653"/>
                    </a:cubicBezTo>
                    <a:cubicBezTo>
                      <a:pt x="13178" y="3699"/>
                      <a:pt x="13177" y="3745"/>
                      <a:pt x="13176" y="3793"/>
                    </a:cubicBezTo>
                    <a:cubicBezTo>
                      <a:pt x="13176" y="3817"/>
                      <a:pt x="13176" y="3817"/>
                      <a:pt x="13171" y="3938"/>
                    </a:cubicBezTo>
                    <a:cubicBezTo>
                      <a:pt x="13170" y="3987"/>
                      <a:pt x="13169" y="4036"/>
                      <a:pt x="13168" y="4086"/>
                    </a:cubicBezTo>
                    <a:cubicBezTo>
                      <a:pt x="13166" y="4206"/>
                      <a:pt x="13162" y="4326"/>
                      <a:pt x="13158" y="4446"/>
                    </a:cubicBezTo>
                    <a:cubicBezTo>
                      <a:pt x="13364" y="4446"/>
                      <a:pt x="13571" y="4446"/>
                      <a:pt x="13783" y="4446"/>
                    </a:cubicBezTo>
                    <a:cubicBezTo>
                      <a:pt x="13780" y="4343"/>
                      <a:pt x="13777" y="4240"/>
                      <a:pt x="13773" y="4134"/>
                    </a:cubicBezTo>
                    <a:cubicBezTo>
                      <a:pt x="13763" y="3791"/>
                      <a:pt x="13756" y="3447"/>
                      <a:pt x="13751" y="3104"/>
                    </a:cubicBezTo>
                    <a:cubicBezTo>
                      <a:pt x="13748" y="2896"/>
                      <a:pt x="13743" y="2688"/>
                      <a:pt x="13736" y="2480"/>
                    </a:cubicBezTo>
                    <a:cubicBezTo>
                      <a:pt x="13679" y="765"/>
                      <a:pt x="13679" y="765"/>
                      <a:pt x="14212" y="189"/>
                    </a:cubicBezTo>
                    <a:cubicBezTo>
                      <a:pt x="14449" y="0"/>
                      <a:pt x="14748" y="47"/>
                      <a:pt x="15033" y="71"/>
                    </a:cubicBezTo>
                    <a:cubicBezTo>
                      <a:pt x="15035" y="107"/>
                      <a:pt x="15036" y="142"/>
                      <a:pt x="15038" y="179"/>
                    </a:cubicBezTo>
                    <a:cubicBezTo>
                      <a:pt x="15055" y="516"/>
                      <a:pt x="15073" y="853"/>
                      <a:pt x="15093" y="1190"/>
                    </a:cubicBezTo>
                    <a:cubicBezTo>
                      <a:pt x="15103" y="1364"/>
                      <a:pt x="15113" y="1537"/>
                      <a:pt x="15121" y="1710"/>
                    </a:cubicBezTo>
                    <a:cubicBezTo>
                      <a:pt x="15129" y="1878"/>
                      <a:pt x="15138" y="2045"/>
                      <a:pt x="15149" y="2213"/>
                    </a:cubicBezTo>
                    <a:cubicBezTo>
                      <a:pt x="15153" y="2276"/>
                      <a:pt x="15156" y="2340"/>
                      <a:pt x="15159" y="2404"/>
                    </a:cubicBezTo>
                    <a:cubicBezTo>
                      <a:pt x="15172" y="2738"/>
                      <a:pt x="15193" y="2974"/>
                      <a:pt x="15451" y="3216"/>
                    </a:cubicBezTo>
                    <a:cubicBezTo>
                      <a:pt x="15488" y="3249"/>
                      <a:pt x="15525" y="3281"/>
                      <a:pt x="15564" y="3314"/>
                    </a:cubicBezTo>
                    <a:cubicBezTo>
                      <a:pt x="15705" y="3450"/>
                      <a:pt x="15723" y="3567"/>
                      <a:pt x="15730" y="3757"/>
                    </a:cubicBezTo>
                    <a:cubicBezTo>
                      <a:pt x="15733" y="3788"/>
                      <a:pt x="15736" y="3819"/>
                      <a:pt x="15739" y="3851"/>
                    </a:cubicBezTo>
                    <a:cubicBezTo>
                      <a:pt x="15752" y="3983"/>
                      <a:pt x="15760" y="4115"/>
                      <a:pt x="15769" y="4247"/>
                    </a:cubicBezTo>
                    <a:cubicBezTo>
                      <a:pt x="15776" y="4344"/>
                      <a:pt x="15785" y="4441"/>
                      <a:pt x="15795" y="4538"/>
                    </a:cubicBezTo>
                    <a:cubicBezTo>
                      <a:pt x="15795" y="4553"/>
                      <a:pt x="15795" y="4553"/>
                      <a:pt x="15798" y="4628"/>
                    </a:cubicBezTo>
                    <a:cubicBezTo>
                      <a:pt x="15807" y="4712"/>
                      <a:pt x="15807" y="4712"/>
                      <a:pt x="15866" y="4863"/>
                    </a:cubicBezTo>
                    <a:cubicBezTo>
                      <a:pt x="16004" y="4931"/>
                      <a:pt x="16141" y="5000"/>
                      <a:pt x="16283" y="5071"/>
                    </a:cubicBezTo>
                    <a:cubicBezTo>
                      <a:pt x="16283" y="4040"/>
                      <a:pt x="16283" y="3009"/>
                      <a:pt x="16283" y="1946"/>
                    </a:cubicBezTo>
                    <a:cubicBezTo>
                      <a:pt x="16489" y="1946"/>
                      <a:pt x="16696" y="1946"/>
                      <a:pt x="16908" y="1946"/>
                    </a:cubicBezTo>
                    <a:cubicBezTo>
                      <a:pt x="17071" y="2228"/>
                      <a:pt x="17071" y="2228"/>
                      <a:pt x="17101" y="2360"/>
                    </a:cubicBezTo>
                    <a:cubicBezTo>
                      <a:pt x="17108" y="2388"/>
                      <a:pt x="17115" y="2416"/>
                      <a:pt x="17122" y="2446"/>
                    </a:cubicBezTo>
                    <a:cubicBezTo>
                      <a:pt x="17129" y="2474"/>
                      <a:pt x="17135" y="2503"/>
                      <a:pt x="17143" y="2532"/>
                    </a:cubicBezTo>
                    <a:cubicBezTo>
                      <a:pt x="17158" y="2587"/>
                      <a:pt x="17173" y="2642"/>
                      <a:pt x="17189" y="2697"/>
                    </a:cubicBezTo>
                    <a:cubicBezTo>
                      <a:pt x="17220" y="2807"/>
                      <a:pt x="17250" y="2917"/>
                      <a:pt x="17279" y="3027"/>
                    </a:cubicBezTo>
                    <a:cubicBezTo>
                      <a:pt x="17350" y="3296"/>
                      <a:pt x="17442" y="3558"/>
                      <a:pt x="17533" y="3821"/>
                    </a:cubicBezTo>
                    <a:cubicBezTo>
                      <a:pt x="17556" y="3802"/>
                      <a:pt x="17579" y="3783"/>
                      <a:pt x="17603" y="3764"/>
                    </a:cubicBezTo>
                    <a:cubicBezTo>
                      <a:pt x="17709" y="3678"/>
                      <a:pt x="17816" y="3593"/>
                      <a:pt x="17924" y="3509"/>
                    </a:cubicBezTo>
                    <a:cubicBezTo>
                      <a:pt x="17960" y="3479"/>
                      <a:pt x="17996" y="3449"/>
                      <a:pt x="18034" y="3418"/>
                    </a:cubicBezTo>
                    <a:cubicBezTo>
                      <a:pt x="18253" y="3248"/>
                      <a:pt x="18418" y="3149"/>
                      <a:pt x="18701" y="3172"/>
                    </a:cubicBezTo>
                    <a:cubicBezTo>
                      <a:pt x="18783" y="3196"/>
                      <a:pt x="18783" y="3196"/>
                      <a:pt x="18840" y="3287"/>
                    </a:cubicBezTo>
                    <a:cubicBezTo>
                      <a:pt x="18847" y="3326"/>
                      <a:pt x="18854" y="3365"/>
                      <a:pt x="18861" y="3404"/>
                    </a:cubicBezTo>
                    <a:cubicBezTo>
                      <a:pt x="18905" y="3518"/>
                      <a:pt x="18905" y="3518"/>
                      <a:pt x="18991" y="3613"/>
                    </a:cubicBezTo>
                    <a:cubicBezTo>
                      <a:pt x="19250" y="3692"/>
                      <a:pt x="19566" y="3693"/>
                      <a:pt x="19825" y="3613"/>
                    </a:cubicBezTo>
                    <a:cubicBezTo>
                      <a:pt x="19913" y="3507"/>
                      <a:pt x="19937" y="3422"/>
                      <a:pt x="19975" y="3290"/>
                    </a:cubicBezTo>
                    <a:cubicBezTo>
                      <a:pt x="20033" y="3196"/>
                      <a:pt x="20033" y="3196"/>
                      <a:pt x="20176" y="3154"/>
                    </a:cubicBezTo>
                    <a:cubicBezTo>
                      <a:pt x="20349" y="3137"/>
                      <a:pt x="20490" y="3147"/>
                      <a:pt x="20658" y="3196"/>
                    </a:cubicBezTo>
                    <a:cubicBezTo>
                      <a:pt x="20783" y="3331"/>
                      <a:pt x="20810" y="3433"/>
                      <a:pt x="20866" y="3613"/>
                    </a:cubicBezTo>
                    <a:cubicBezTo>
                      <a:pt x="21141" y="3544"/>
                      <a:pt x="21416" y="3475"/>
                      <a:pt x="21700" y="3404"/>
                    </a:cubicBezTo>
                    <a:cubicBezTo>
                      <a:pt x="21627" y="3357"/>
                      <a:pt x="21554" y="3310"/>
                      <a:pt x="21479" y="3261"/>
                    </a:cubicBezTo>
                    <a:cubicBezTo>
                      <a:pt x="21380" y="3181"/>
                      <a:pt x="21325" y="3108"/>
                      <a:pt x="21283" y="2988"/>
                    </a:cubicBezTo>
                    <a:cubicBezTo>
                      <a:pt x="21285" y="2634"/>
                      <a:pt x="21394" y="2283"/>
                      <a:pt x="21491" y="1946"/>
                    </a:cubicBezTo>
                    <a:cubicBezTo>
                      <a:pt x="21841" y="1931"/>
                      <a:pt x="22253" y="1919"/>
                      <a:pt x="22533" y="2154"/>
                    </a:cubicBezTo>
                    <a:cubicBezTo>
                      <a:pt x="22626" y="2378"/>
                      <a:pt x="22606" y="2645"/>
                      <a:pt x="22611" y="2884"/>
                    </a:cubicBezTo>
                    <a:cubicBezTo>
                      <a:pt x="22627" y="3427"/>
                      <a:pt x="22627" y="3427"/>
                      <a:pt x="22741" y="3613"/>
                    </a:cubicBezTo>
                    <a:cubicBezTo>
                      <a:pt x="22990" y="3751"/>
                      <a:pt x="23252" y="3750"/>
                      <a:pt x="23531" y="3759"/>
                    </a:cubicBezTo>
                    <a:cubicBezTo>
                      <a:pt x="24006" y="3776"/>
                      <a:pt x="24316" y="3813"/>
                      <a:pt x="24655" y="4168"/>
                    </a:cubicBezTo>
                    <a:cubicBezTo>
                      <a:pt x="24672" y="4186"/>
                      <a:pt x="24690" y="4205"/>
                      <a:pt x="24708" y="4225"/>
                    </a:cubicBezTo>
                    <a:cubicBezTo>
                      <a:pt x="24742" y="4260"/>
                      <a:pt x="24776" y="4296"/>
                      <a:pt x="24811" y="4332"/>
                    </a:cubicBezTo>
                    <a:cubicBezTo>
                      <a:pt x="24967" y="4514"/>
                      <a:pt x="25052" y="4646"/>
                      <a:pt x="25054" y="4890"/>
                    </a:cubicBezTo>
                    <a:cubicBezTo>
                      <a:pt x="25047" y="4949"/>
                      <a:pt x="25040" y="5009"/>
                      <a:pt x="25033" y="5071"/>
                    </a:cubicBezTo>
                    <a:cubicBezTo>
                      <a:pt x="25239" y="5071"/>
                      <a:pt x="25446" y="5071"/>
                      <a:pt x="25658" y="5071"/>
                    </a:cubicBezTo>
                    <a:cubicBezTo>
                      <a:pt x="25653" y="5001"/>
                      <a:pt x="25649" y="4930"/>
                      <a:pt x="25644" y="4858"/>
                    </a:cubicBezTo>
                    <a:cubicBezTo>
                      <a:pt x="25607" y="4111"/>
                      <a:pt x="25607" y="4111"/>
                      <a:pt x="25736" y="3904"/>
                    </a:cubicBezTo>
                    <a:cubicBezTo>
                      <a:pt x="25808" y="3847"/>
                      <a:pt x="25880" y="3792"/>
                      <a:pt x="25954" y="3738"/>
                    </a:cubicBezTo>
                    <a:cubicBezTo>
                      <a:pt x="26248" y="3484"/>
                      <a:pt x="26369" y="2904"/>
                      <a:pt x="26491" y="2571"/>
                    </a:cubicBezTo>
                    <a:cubicBezTo>
                      <a:pt x="26835" y="2640"/>
                      <a:pt x="27179" y="2709"/>
                      <a:pt x="27533" y="2779"/>
                    </a:cubicBezTo>
                    <a:cubicBezTo>
                      <a:pt x="27533" y="3536"/>
                      <a:pt x="27533" y="4292"/>
                      <a:pt x="27533" y="5071"/>
                    </a:cubicBezTo>
                    <a:cubicBezTo>
                      <a:pt x="27327" y="5002"/>
                      <a:pt x="27121" y="4934"/>
                      <a:pt x="26908" y="4863"/>
                    </a:cubicBezTo>
                    <a:cubicBezTo>
                      <a:pt x="26869" y="4641"/>
                      <a:pt x="26869" y="4641"/>
                      <a:pt x="26908" y="4446"/>
                    </a:cubicBezTo>
                    <a:cubicBezTo>
                      <a:pt x="26702" y="4446"/>
                      <a:pt x="26496" y="4446"/>
                      <a:pt x="26283" y="4446"/>
                    </a:cubicBezTo>
                    <a:cubicBezTo>
                      <a:pt x="26293" y="4512"/>
                      <a:pt x="26303" y="4577"/>
                      <a:pt x="26313" y="4645"/>
                    </a:cubicBezTo>
                    <a:cubicBezTo>
                      <a:pt x="26361" y="5119"/>
                      <a:pt x="26345" y="5486"/>
                      <a:pt x="26038" y="5870"/>
                    </a:cubicBezTo>
                    <a:cubicBezTo>
                      <a:pt x="25784" y="6139"/>
                      <a:pt x="25552" y="6338"/>
                      <a:pt x="25170" y="6355"/>
                    </a:cubicBezTo>
                    <a:cubicBezTo>
                      <a:pt x="25029" y="6344"/>
                      <a:pt x="25029" y="6344"/>
                      <a:pt x="24890" y="6321"/>
                    </a:cubicBezTo>
                    <a:cubicBezTo>
                      <a:pt x="24845" y="6315"/>
                      <a:pt x="24801" y="6309"/>
                      <a:pt x="24755" y="6303"/>
                    </a:cubicBezTo>
                    <a:cubicBezTo>
                      <a:pt x="24599" y="6261"/>
                      <a:pt x="24523" y="6228"/>
                      <a:pt x="24408" y="6113"/>
                    </a:cubicBezTo>
                    <a:cubicBezTo>
                      <a:pt x="24291" y="5850"/>
                      <a:pt x="24244" y="5562"/>
                      <a:pt x="24200" y="5279"/>
                    </a:cubicBezTo>
                    <a:cubicBezTo>
                      <a:pt x="23854" y="5255"/>
                      <a:pt x="23509" y="5237"/>
                      <a:pt x="23162" y="5225"/>
                    </a:cubicBezTo>
                    <a:cubicBezTo>
                      <a:pt x="23001" y="5220"/>
                      <a:pt x="22841" y="5213"/>
                      <a:pt x="22680" y="5201"/>
                    </a:cubicBezTo>
                    <a:cubicBezTo>
                      <a:pt x="21819" y="5139"/>
                      <a:pt x="21819" y="5139"/>
                      <a:pt x="21491" y="5279"/>
                    </a:cubicBezTo>
                    <a:cubicBezTo>
                      <a:pt x="21321" y="5474"/>
                      <a:pt x="21252" y="5698"/>
                      <a:pt x="21201" y="5948"/>
                    </a:cubicBezTo>
                    <a:cubicBezTo>
                      <a:pt x="21148" y="6199"/>
                      <a:pt x="21148" y="6199"/>
                      <a:pt x="21075" y="6321"/>
                    </a:cubicBezTo>
                    <a:cubicBezTo>
                      <a:pt x="20892" y="6393"/>
                      <a:pt x="20723" y="6394"/>
                      <a:pt x="20528" y="6386"/>
                    </a:cubicBezTo>
                    <a:cubicBezTo>
                      <a:pt x="20498" y="6385"/>
                      <a:pt x="20468" y="6384"/>
                      <a:pt x="20437" y="6383"/>
                    </a:cubicBezTo>
                    <a:cubicBezTo>
                      <a:pt x="20366" y="6378"/>
                      <a:pt x="20366" y="6378"/>
                      <a:pt x="20246" y="6358"/>
                    </a:cubicBezTo>
                    <a:cubicBezTo>
                      <a:pt x="20205" y="6351"/>
                      <a:pt x="20164" y="6344"/>
                      <a:pt x="20122" y="6338"/>
                    </a:cubicBezTo>
                    <a:cubicBezTo>
                      <a:pt x="20093" y="6332"/>
                      <a:pt x="20063" y="6327"/>
                      <a:pt x="20033" y="6321"/>
                    </a:cubicBezTo>
                    <a:cubicBezTo>
                      <a:pt x="20241" y="5904"/>
                      <a:pt x="20450" y="5488"/>
                      <a:pt x="20658" y="5071"/>
                    </a:cubicBezTo>
                    <a:cubicBezTo>
                      <a:pt x="20466" y="5119"/>
                      <a:pt x="20275" y="5171"/>
                      <a:pt x="20085" y="5227"/>
                    </a:cubicBezTo>
                    <a:cubicBezTo>
                      <a:pt x="20057" y="5236"/>
                      <a:pt x="20028" y="5244"/>
                      <a:pt x="19999" y="5253"/>
                    </a:cubicBezTo>
                    <a:cubicBezTo>
                      <a:pt x="19537" y="5395"/>
                      <a:pt x="19284" y="5571"/>
                      <a:pt x="18979" y="5944"/>
                    </a:cubicBezTo>
                    <a:cubicBezTo>
                      <a:pt x="18675" y="6308"/>
                      <a:pt x="18675" y="6308"/>
                      <a:pt x="18439" y="6338"/>
                    </a:cubicBezTo>
                    <a:cubicBezTo>
                      <a:pt x="18123" y="6317"/>
                      <a:pt x="17827" y="6228"/>
                      <a:pt x="17533" y="6113"/>
                    </a:cubicBezTo>
                    <a:cubicBezTo>
                      <a:pt x="17533" y="5975"/>
                      <a:pt x="17533" y="5838"/>
                      <a:pt x="17533" y="5696"/>
                    </a:cubicBezTo>
                    <a:cubicBezTo>
                      <a:pt x="17327" y="5696"/>
                      <a:pt x="17121" y="5696"/>
                      <a:pt x="16908" y="5696"/>
                    </a:cubicBezTo>
                    <a:cubicBezTo>
                      <a:pt x="16908" y="6246"/>
                      <a:pt x="16908" y="6796"/>
                      <a:pt x="16908" y="7363"/>
                    </a:cubicBezTo>
                    <a:cubicBezTo>
                      <a:pt x="16741" y="7401"/>
                      <a:pt x="16573" y="7440"/>
                      <a:pt x="16400" y="7480"/>
                    </a:cubicBezTo>
                    <a:cubicBezTo>
                      <a:pt x="16348" y="7493"/>
                      <a:pt x="16295" y="7505"/>
                      <a:pt x="16241" y="7519"/>
                    </a:cubicBezTo>
                    <a:cubicBezTo>
                      <a:pt x="15907" y="7590"/>
                      <a:pt x="15907" y="7590"/>
                      <a:pt x="15730" y="7506"/>
                    </a:cubicBezTo>
                    <a:cubicBezTo>
                      <a:pt x="15594" y="7317"/>
                      <a:pt x="15637" y="7049"/>
                      <a:pt x="15645" y="6829"/>
                    </a:cubicBezTo>
                    <a:cubicBezTo>
                      <a:pt x="15646" y="6780"/>
                      <a:pt x="15647" y="6731"/>
                      <a:pt x="15648" y="6681"/>
                    </a:cubicBezTo>
                    <a:cubicBezTo>
                      <a:pt x="15650" y="6561"/>
                      <a:pt x="15654" y="6441"/>
                      <a:pt x="15658" y="6321"/>
                    </a:cubicBezTo>
                    <a:cubicBezTo>
                      <a:pt x="15452" y="6321"/>
                      <a:pt x="15246" y="6321"/>
                      <a:pt x="15033" y="6321"/>
                    </a:cubicBezTo>
                    <a:cubicBezTo>
                      <a:pt x="15031" y="6296"/>
                      <a:pt x="15031" y="6296"/>
                      <a:pt x="15021" y="6171"/>
                    </a:cubicBezTo>
                    <a:cubicBezTo>
                      <a:pt x="15005" y="5988"/>
                      <a:pt x="14986" y="5804"/>
                      <a:pt x="14967" y="5620"/>
                    </a:cubicBezTo>
                    <a:cubicBezTo>
                      <a:pt x="14959" y="5541"/>
                      <a:pt x="14952" y="5462"/>
                      <a:pt x="14945" y="5382"/>
                    </a:cubicBezTo>
                    <a:cubicBezTo>
                      <a:pt x="14890" y="4718"/>
                      <a:pt x="14890" y="4718"/>
                      <a:pt x="14724" y="4555"/>
                    </a:cubicBezTo>
                    <a:cubicBezTo>
                      <a:pt x="14618" y="4502"/>
                      <a:pt x="14525" y="4467"/>
                      <a:pt x="14408" y="4446"/>
                    </a:cubicBezTo>
                    <a:cubicBezTo>
                      <a:pt x="14410" y="4475"/>
                      <a:pt x="14413" y="4505"/>
                      <a:pt x="14415" y="4535"/>
                    </a:cubicBezTo>
                    <a:cubicBezTo>
                      <a:pt x="14424" y="4670"/>
                      <a:pt x="14429" y="4805"/>
                      <a:pt x="14434" y="4941"/>
                    </a:cubicBezTo>
                    <a:cubicBezTo>
                      <a:pt x="14438" y="4987"/>
                      <a:pt x="14441" y="5033"/>
                      <a:pt x="14445" y="5081"/>
                    </a:cubicBezTo>
                    <a:cubicBezTo>
                      <a:pt x="14455" y="5436"/>
                      <a:pt x="14455" y="5436"/>
                      <a:pt x="14316" y="5589"/>
                    </a:cubicBezTo>
                    <a:cubicBezTo>
                      <a:pt x="14297" y="5604"/>
                      <a:pt x="14297" y="5604"/>
                      <a:pt x="14202" y="5684"/>
                    </a:cubicBezTo>
                    <a:cubicBezTo>
                      <a:pt x="14027" y="5837"/>
                      <a:pt x="13966" y="5936"/>
                      <a:pt x="13946" y="6162"/>
                    </a:cubicBezTo>
                    <a:cubicBezTo>
                      <a:pt x="13940" y="6290"/>
                      <a:pt x="13935" y="6419"/>
                      <a:pt x="13931" y="6548"/>
                    </a:cubicBezTo>
                    <a:cubicBezTo>
                      <a:pt x="13906" y="7126"/>
                      <a:pt x="13906" y="7126"/>
                      <a:pt x="13783" y="7363"/>
                    </a:cubicBezTo>
                    <a:cubicBezTo>
                      <a:pt x="13526" y="7581"/>
                      <a:pt x="13183" y="7594"/>
                      <a:pt x="12858" y="7599"/>
                    </a:cubicBezTo>
                    <a:cubicBezTo>
                      <a:pt x="12693" y="7560"/>
                      <a:pt x="12632" y="7499"/>
                      <a:pt x="12533" y="7363"/>
                    </a:cubicBezTo>
                    <a:cubicBezTo>
                      <a:pt x="12521" y="7244"/>
                      <a:pt x="12519" y="7148"/>
                      <a:pt x="12526" y="7031"/>
                    </a:cubicBezTo>
                    <a:cubicBezTo>
                      <a:pt x="12532" y="6162"/>
                      <a:pt x="12532" y="6162"/>
                      <a:pt x="12325" y="5904"/>
                    </a:cubicBezTo>
                    <a:cubicBezTo>
                      <a:pt x="11875" y="5618"/>
                      <a:pt x="11165" y="5688"/>
                      <a:pt x="10658" y="5696"/>
                    </a:cubicBezTo>
                    <a:cubicBezTo>
                      <a:pt x="10658" y="6040"/>
                      <a:pt x="10658" y="6384"/>
                      <a:pt x="10658" y="6738"/>
                    </a:cubicBezTo>
                    <a:cubicBezTo>
                      <a:pt x="10489" y="6778"/>
                      <a:pt x="10320" y="6817"/>
                      <a:pt x="10150" y="6855"/>
                    </a:cubicBezTo>
                    <a:cubicBezTo>
                      <a:pt x="10102" y="6867"/>
                      <a:pt x="10054" y="6878"/>
                      <a:pt x="10005" y="6890"/>
                    </a:cubicBezTo>
                    <a:cubicBezTo>
                      <a:pt x="9959" y="6900"/>
                      <a:pt x="9913" y="6910"/>
                      <a:pt x="9865" y="6921"/>
                    </a:cubicBezTo>
                    <a:cubicBezTo>
                      <a:pt x="9822" y="6931"/>
                      <a:pt x="9780" y="6940"/>
                      <a:pt x="9736" y="6951"/>
                    </a:cubicBezTo>
                    <a:cubicBezTo>
                      <a:pt x="9616" y="6946"/>
                      <a:pt x="9616" y="6946"/>
                      <a:pt x="9498" y="6868"/>
                    </a:cubicBezTo>
                    <a:cubicBezTo>
                      <a:pt x="9365" y="6714"/>
                      <a:pt x="9382" y="6546"/>
                      <a:pt x="9388" y="6353"/>
                    </a:cubicBezTo>
                    <a:cubicBezTo>
                      <a:pt x="9388" y="6316"/>
                      <a:pt x="9388" y="6279"/>
                      <a:pt x="9389" y="6242"/>
                    </a:cubicBezTo>
                    <a:cubicBezTo>
                      <a:pt x="9390" y="6125"/>
                      <a:pt x="9393" y="6008"/>
                      <a:pt x="9395" y="5891"/>
                    </a:cubicBezTo>
                    <a:cubicBezTo>
                      <a:pt x="9396" y="5812"/>
                      <a:pt x="9397" y="5733"/>
                      <a:pt x="9398" y="5653"/>
                    </a:cubicBezTo>
                    <a:cubicBezTo>
                      <a:pt x="9400" y="5459"/>
                      <a:pt x="9404" y="5265"/>
                      <a:pt x="9408" y="5071"/>
                    </a:cubicBezTo>
                    <a:cubicBezTo>
                      <a:pt x="9199" y="5016"/>
                      <a:pt x="8984" y="4966"/>
                      <a:pt x="8783" y="5071"/>
                    </a:cubicBezTo>
                    <a:cubicBezTo>
                      <a:pt x="8581" y="5332"/>
                      <a:pt x="8517" y="5696"/>
                      <a:pt x="8431" y="6009"/>
                    </a:cubicBezTo>
                    <a:cubicBezTo>
                      <a:pt x="8405" y="6099"/>
                      <a:pt x="8377" y="6189"/>
                      <a:pt x="8350" y="6280"/>
                    </a:cubicBezTo>
                    <a:cubicBezTo>
                      <a:pt x="8283" y="6501"/>
                      <a:pt x="8219" y="6723"/>
                      <a:pt x="8158" y="6946"/>
                    </a:cubicBezTo>
                    <a:cubicBezTo>
                      <a:pt x="7741" y="6738"/>
                      <a:pt x="7325" y="6529"/>
                      <a:pt x="6908" y="6321"/>
                    </a:cubicBezTo>
                    <a:cubicBezTo>
                      <a:pt x="6908" y="6665"/>
                      <a:pt x="6908" y="7009"/>
                      <a:pt x="6908" y="7363"/>
                    </a:cubicBezTo>
                    <a:cubicBezTo>
                      <a:pt x="6739" y="7403"/>
                      <a:pt x="6570" y="7442"/>
                      <a:pt x="6400" y="7480"/>
                    </a:cubicBezTo>
                    <a:cubicBezTo>
                      <a:pt x="6376" y="7486"/>
                      <a:pt x="6376" y="7486"/>
                      <a:pt x="6255" y="7515"/>
                    </a:cubicBezTo>
                    <a:cubicBezTo>
                      <a:pt x="6232" y="7520"/>
                      <a:pt x="6232" y="7520"/>
                      <a:pt x="6115" y="7546"/>
                    </a:cubicBezTo>
                    <a:cubicBezTo>
                      <a:pt x="6072" y="7556"/>
                      <a:pt x="6030" y="7565"/>
                      <a:pt x="5986" y="7576"/>
                    </a:cubicBezTo>
                    <a:cubicBezTo>
                      <a:pt x="5866" y="7571"/>
                      <a:pt x="5866" y="7571"/>
                      <a:pt x="5751" y="7498"/>
                    </a:cubicBezTo>
                    <a:cubicBezTo>
                      <a:pt x="5603" y="7327"/>
                      <a:pt x="5609" y="7103"/>
                      <a:pt x="5592" y="6887"/>
                    </a:cubicBezTo>
                    <a:cubicBezTo>
                      <a:pt x="5588" y="6841"/>
                      <a:pt x="5584" y="6795"/>
                      <a:pt x="5579" y="6748"/>
                    </a:cubicBezTo>
                    <a:cubicBezTo>
                      <a:pt x="5565" y="6601"/>
                      <a:pt x="5553" y="6455"/>
                      <a:pt x="5541" y="6308"/>
                    </a:cubicBezTo>
                    <a:cubicBezTo>
                      <a:pt x="5532" y="6209"/>
                      <a:pt x="5523" y="6109"/>
                      <a:pt x="5514" y="6010"/>
                    </a:cubicBezTo>
                    <a:cubicBezTo>
                      <a:pt x="5491" y="5766"/>
                      <a:pt x="5470" y="5523"/>
                      <a:pt x="5450" y="5279"/>
                    </a:cubicBezTo>
                    <a:cubicBezTo>
                      <a:pt x="4886" y="5215"/>
                      <a:pt x="4886" y="5215"/>
                      <a:pt x="4616" y="5279"/>
                    </a:cubicBezTo>
                    <a:cubicBezTo>
                      <a:pt x="4453" y="5427"/>
                      <a:pt x="4410" y="5591"/>
                      <a:pt x="4356" y="5800"/>
                    </a:cubicBezTo>
                    <a:cubicBezTo>
                      <a:pt x="4340" y="5850"/>
                      <a:pt x="4324" y="5901"/>
                      <a:pt x="4307" y="5951"/>
                    </a:cubicBezTo>
                    <a:cubicBezTo>
                      <a:pt x="4268" y="6073"/>
                      <a:pt x="4234" y="6197"/>
                      <a:pt x="4200" y="6321"/>
                    </a:cubicBezTo>
                    <a:cubicBezTo>
                      <a:pt x="3856" y="6252"/>
                      <a:pt x="3512" y="6184"/>
                      <a:pt x="3158" y="6113"/>
                    </a:cubicBezTo>
                    <a:cubicBezTo>
                      <a:pt x="3158" y="5975"/>
                      <a:pt x="3158" y="5838"/>
                      <a:pt x="3158" y="5696"/>
                    </a:cubicBezTo>
                    <a:cubicBezTo>
                      <a:pt x="2952" y="5696"/>
                      <a:pt x="2746" y="5696"/>
                      <a:pt x="2533" y="5696"/>
                    </a:cubicBezTo>
                    <a:cubicBezTo>
                      <a:pt x="2533" y="6109"/>
                      <a:pt x="2533" y="6521"/>
                      <a:pt x="2533" y="6946"/>
                    </a:cubicBezTo>
                    <a:cubicBezTo>
                      <a:pt x="2116" y="6738"/>
                      <a:pt x="1700" y="6529"/>
                      <a:pt x="1283" y="6321"/>
                    </a:cubicBezTo>
                    <a:cubicBezTo>
                      <a:pt x="1283" y="6665"/>
                      <a:pt x="1283" y="7009"/>
                      <a:pt x="1283" y="7363"/>
                    </a:cubicBezTo>
                    <a:cubicBezTo>
                      <a:pt x="1114" y="7403"/>
                      <a:pt x="945" y="7442"/>
                      <a:pt x="775" y="7480"/>
                    </a:cubicBezTo>
                    <a:cubicBezTo>
                      <a:pt x="751" y="7486"/>
                      <a:pt x="751" y="7486"/>
                      <a:pt x="630" y="7515"/>
                    </a:cubicBezTo>
                    <a:cubicBezTo>
                      <a:pt x="584" y="7525"/>
                      <a:pt x="538" y="7535"/>
                      <a:pt x="490" y="7546"/>
                    </a:cubicBezTo>
                    <a:cubicBezTo>
                      <a:pt x="447" y="7556"/>
                      <a:pt x="405" y="7565"/>
                      <a:pt x="361" y="7576"/>
                    </a:cubicBezTo>
                    <a:cubicBezTo>
                      <a:pt x="220" y="7570"/>
                      <a:pt x="172" y="7529"/>
                      <a:pt x="77" y="7428"/>
                    </a:cubicBezTo>
                    <a:cubicBezTo>
                      <a:pt x="0" y="7314"/>
                      <a:pt x="5" y="7193"/>
                      <a:pt x="8" y="7061"/>
                    </a:cubicBezTo>
                    <a:cubicBezTo>
                      <a:pt x="8" y="7031"/>
                      <a:pt x="8" y="7001"/>
                      <a:pt x="8" y="6970"/>
                    </a:cubicBezTo>
                    <a:cubicBezTo>
                      <a:pt x="7" y="6870"/>
                      <a:pt x="8" y="6770"/>
                      <a:pt x="9" y="6670"/>
                    </a:cubicBezTo>
                    <a:cubicBezTo>
                      <a:pt x="10" y="6598"/>
                      <a:pt x="10" y="6526"/>
                      <a:pt x="9" y="6454"/>
                    </a:cubicBezTo>
                    <a:cubicBezTo>
                      <a:pt x="9" y="6259"/>
                      <a:pt x="11" y="6064"/>
                      <a:pt x="12" y="5869"/>
                    </a:cubicBezTo>
                    <a:cubicBezTo>
                      <a:pt x="13" y="5665"/>
                      <a:pt x="13" y="5462"/>
                      <a:pt x="14" y="5258"/>
                    </a:cubicBezTo>
                    <a:cubicBezTo>
                      <a:pt x="14" y="4872"/>
                      <a:pt x="16" y="4486"/>
                      <a:pt x="18" y="4100"/>
                    </a:cubicBezTo>
                    <a:cubicBezTo>
                      <a:pt x="20" y="3661"/>
                      <a:pt x="22" y="3221"/>
                      <a:pt x="23" y="2782"/>
                    </a:cubicBezTo>
                    <a:cubicBezTo>
                      <a:pt x="25" y="1878"/>
                      <a:pt x="29" y="975"/>
                      <a:pt x="33" y="71"/>
                    </a:cubicBezTo>
                    <a:close/>
                  </a:path>
                </a:pathLst>
              </a:custGeom>
              <a:solidFill>
                <a:srgbClr val="63ADAD"/>
              </a:solidFill>
              <a:ln w="2646" cap="flat">
                <a:noFill/>
              </a:ln>
            </p:spPr>
          </p:sp>
          <p:sp>
            <p:nvSpPr>
              <p:cNvPr id="3772" name="ICON_C_SIGNAL_GRAPHIC_path_005"/>
              <p:cNvSpPr/>
              <p:nvPr/>
            </p:nvSpPr>
            <p:spPr>
              <a:xfrm>
                <a:off x="4174075" y="7444340"/>
                <a:ext cx="343088" cy="121060"/>
              </a:xfrm>
              <a:custGeom>
                <a:avLst/>
                <a:gdLst/>
                <a:ahLst/>
                <a:cxnLst/>
                <a:rect l="0" t="0" r="r" b="b"/>
                <a:pathLst>
                  <a:path w="27015" h="9532" fill="norm" stroke="0">
                    <a:moveTo>
                      <a:pt x="4458" y="81"/>
                    </a:moveTo>
                    <a:cubicBezTo>
                      <a:pt x="4673" y="26"/>
                      <a:pt x="4871" y="0"/>
                      <a:pt x="5083" y="81"/>
                    </a:cubicBezTo>
                    <a:cubicBezTo>
                      <a:pt x="5434" y="336"/>
                      <a:pt x="5688" y="749"/>
                      <a:pt x="5770" y="1172"/>
                    </a:cubicBezTo>
                    <a:cubicBezTo>
                      <a:pt x="5806" y="1441"/>
                      <a:pt x="5817" y="1711"/>
                      <a:pt x="5825" y="1982"/>
                    </a:cubicBezTo>
                    <a:cubicBezTo>
                      <a:pt x="5860" y="2964"/>
                      <a:pt x="5860" y="2964"/>
                      <a:pt x="6014" y="3124"/>
                    </a:cubicBezTo>
                    <a:cubicBezTo>
                      <a:pt x="6089" y="3185"/>
                      <a:pt x="6165" y="3245"/>
                      <a:pt x="6241" y="3304"/>
                    </a:cubicBezTo>
                    <a:cubicBezTo>
                      <a:pt x="6452" y="3559"/>
                      <a:pt x="6373" y="3961"/>
                      <a:pt x="6359" y="4274"/>
                    </a:cubicBezTo>
                    <a:cubicBezTo>
                      <a:pt x="6357" y="4352"/>
                      <a:pt x="6355" y="4431"/>
                      <a:pt x="6353" y="4509"/>
                    </a:cubicBezTo>
                    <a:cubicBezTo>
                      <a:pt x="6349" y="4700"/>
                      <a:pt x="6341" y="4891"/>
                      <a:pt x="6333" y="5081"/>
                    </a:cubicBezTo>
                    <a:cubicBezTo>
                      <a:pt x="6880" y="5130"/>
                      <a:pt x="6880" y="5130"/>
                      <a:pt x="7045" y="5027"/>
                    </a:cubicBezTo>
                    <a:cubicBezTo>
                      <a:pt x="7111" y="4940"/>
                      <a:pt x="7151" y="4857"/>
                      <a:pt x="7192" y="4756"/>
                    </a:cubicBezTo>
                    <a:cubicBezTo>
                      <a:pt x="7201" y="4738"/>
                      <a:pt x="7201" y="4738"/>
                      <a:pt x="7244" y="4648"/>
                    </a:cubicBezTo>
                    <a:cubicBezTo>
                      <a:pt x="7352" y="4392"/>
                      <a:pt x="7390" y="4150"/>
                      <a:pt x="7409" y="3875"/>
                    </a:cubicBezTo>
                    <a:cubicBezTo>
                      <a:pt x="7470" y="3044"/>
                      <a:pt x="7470" y="3044"/>
                      <a:pt x="7583" y="2790"/>
                    </a:cubicBezTo>
                    <a:cubicBezTo>
                      <a:pt x="7838" y="2577"/>
                      <a:pt x="8190" y="2545"/>
                      <a:pt x="8513" y="2562"/>
                    </a:cubicBezTo>
                    <a:cubicBezTo>
                      <a:pt x="8624" y="2581"/>
                      <a:pt x="8624" y="2581"/>
                      <a:pt x="8760" y="2652"/>
                    </a:cubicBezTo>
                    <a:cubicBezTo>
                      <a:pt x="8875" y="2870"/>
                      <a:pt x="8855" y="3081"/>
                      <a:pt x="8846" y="3324"/>
                    </a:cubicBezTo>
                    <a:cubicBezTo>
                      <a:pt x="8845" y="3372"/>
                      <a:pt x="8844" y="3421"/>
                      <a:pt x="8843" y="3471"/>
                    </a:cubicBezTo>
                    <a:cubicBezTo>
                      <a:pt x="8840" y="3591"/>
                      <a:pt x="8837" y="3711"/>
                      <a:pt x="8833" y="3831"/>
                    </a:cubicBezTo>
                    <a:cubicBezTo>
                      <a:pt x="9039" y="3831"/>
                      <a:pt x="9245" y="3831"/>
                      <a:pt x="9458" y="3831"/>
                    </a:cubicBezTo>
                    <a:cubicBezTo>
                      <a:pt x="9454" y="3785"/>
                      <a:pt x="9451" y="3739"/>
                      <a:pt x="9448" y="3692"/>
                    </a:cubicBezTo>
                    <a:cubicBezTo>
                      <a:pt x="9348" y="2147"/>
                      <a:pt x="9348" y="2147"/>
                      <a:pt x="9731" y="1644"/>
                    </a:cubicBezTo>
                    <a:cubicBezTo>
                      <a:pt x="9743" y="1627"/>
                      <a:pt x="9743" y="1627"/>
                      <a:pt x="9805" y="1543"/>
                    </a:cubicBezTo>
                    <a:cubicBezTo>
                      <a:pt x="9938" y="1397"/>
                      <a:pt x="10047" y="1327"/>
                      <a:pt x="10244" y="1313"/>
                    </a:cubicBezTo>
                    <a:cubicBezTo>
                      <a:pt x="10400" y="1309"/>
                      <a:pt x="10553" y="1318"/>
                      <a:pt x="10708" y="1331"/>
                    </a:cubicBezTo>
                    <a:cubicBezTo>
                      <a:pt x="10709" y="1376"/>
                      <a:pt x="10709" y="1421"/>
                      <a:pt x="10710" y="1468"/>
                    </a:cubicBezTo>
                    <a:cubicBezTo>
                      <a:pt x="10752" y="2934"/>
                      <a:pt x="10752" y="2934"/>
                      <a:pt x="11303" y="3467"/>
                    </a:cubicBezTo>
                    <a:cubicBezTo>
                      <a:pt x="11399" y="3554"/>
                      <a:pt x="11497" y="3636"/>
                      <a:pt x="11598" y="3717"/>
                    </a:cubicBezTo>
                    <a:cubicBezTo>
                      <a:pt x="11644" y="3755"/>
                      <a:pt x="11691" y="3792"/>
                      <a:pt x="11737" y="3830"/>
                    </a:cubicBezTo>
                    <a:cubicBezTo>
                      <a:pt x="11748" y="3839"/>
                      <a:pt x="11748" y="3839"/>
                      <a:pt x="11803" y="3883"/>
                    </a:cubicBezTo>
                    <a:cubicBezTo>
                      <a:pt x="11905" y="3971"/>
                      <a:pt x="11955" y="4028"/>
                      <a:pt x="11989" y="4160"/>
                    </a:cubicBezTo>
                    <a:cubicBezTo>
                      <a:pt x="11989" y="4264"/>
                      <a:pt x="11982" y="4355"/>
                      <a:pt x="11958" y="4456"/>
                    </a:cubicBezTo>
                    <a:cubicBezTo>
                      <a:pt x="12401" y="4532"/>
                      <a:pt x="12401" y="4532"/>
                      <a:pt x="12583" y="4456"/>
                    </a:cubicBezTo>
                    <a:cubicBezTo>
                      <a:pt x="12726" y="4281"/>
                      <a:pt x="12746" y="4047"/>
                      <a:pt x="12791" y="3831"/>
                    </a:cubicBezTo>
                    <a:cubicBezTo>
                      <a:pt x="13135" y="3900"/>
                      <a:pt x="13479" y="3969"/>
                      <a:pt x="13833" y="4040"/>
                    </a:cubicBezTo>
                    <a:cubicBezTo>
                      <a:pt x="13833" y="4384"/>
                      <a:pt x="13833" y="4727"/>
                      <a:pt x="13833" y="5081"/>
                    </a:cubicBezTo>
                    <a:cubicBezTo>
                      <a:pt x="14039" y="5081"/>
                      <a:pt x="14245" y="5081"/>
                      <a:pt x="14458" y="5081"/>
                    </a:cubicBezTo>
                    <a:cubicBezTo>
                      <a:pt x="14458" y="4738"/>
                      <a:pt x="14458" y="4394"/>
                      <a:pt x="14458" y="4040"/>
                    </a:cubicBezTo>
                    <a:cubicBezTo>
                      <a:pt x="14627" y="3999"/>
                      <a:pt x="14796" y="3960"/>
                      <a:pt x="14966" y="3923"/>
                    </a:cubicBezTo>
                    <a:cubicBezTo>
                      <a:pt x="15014" y="3911"/>
                      <a:pt x="15061" y="3899"/>
                      <a:pt x="15111" y="3887"/>
                    </a:cubicBezTo>
                    <a:cubicBezTo>
                      <a:pt x="15458" y="3812"/>
                      <a:pt x="15458" y="3812"/>
                      <a:pt x="15636" y="3896"/>
                    </a:cubicBezTo>
                    <a:cubicBezTo>
                      <a:pt x="15771" y="4086"/>
                      <a:pt x="15729" y="4354"/>
                      <a:pt x="15721" y="4574"/>
                    </a:cubicBezTo>
                    <a:cubicBezTo>
                      <a:pt x="15720" y="4622"/>
                      <a:pt x="15719" y="4671"/>
                      <a:pt x="15718" y="4721"/>
                    </a:cubicBezTo>
                    <a:cubicBezTo>
                      <a:pt x="15715" y="4841"/>
                      <a:pt x="15712" y="4961"/>
                      <a:pt x="15708" y="5081"/>
                    </a:cubicBezTo>
                    <a:cubicBezTo>
                      <a:pt x="15905" y="5015"/>
                      <a:pt x="16076" y="4949"/>
                      <a:pt x="16191" y="4768"/>
                    </a:cubicBezTo>
                    <a:cubicBezTo>
                      <a:pt x="16245" y="4640"/>
                      <a:pt x="16290" y="4511"/>
                      <a:pt x="16333" y="4378"/>
                    </a:cubicBezTo>
                    <a:cubicBezTo>
                      <a:pt x="16367" y="4285"/>
                      <a:pt x="16402" y="4191"/>
                      <a:pt x="16438" y="4097"/>
                    </a:cubicBezTo>
                    <a:cubicBezTo>
                      <a:pt x="16455" y="4052"/>
                      <a:pt x="16472" y="4007"/>
                      <a:pt x="16490" y="3960"/>
                    </a:cubicBezTo>
                    <a:cubicBezTo>
                      <a:pt x="16742" y="3326"/>
                      <a:pt x="16742" y="3326"/>
                      <a:pt x="17027" y="3168"/>
                    </a:cubicBezTo>
                    <a:cubicBezTo>
                      <a:pt x="17189" y="3106"/>
                      <a:pt x="17334" y="3102"/>
                      <a:pt x="17499" y="3159"/>
                    </a:cubicBezTo>
                    <a:cubicBezTo>
                      <a:pt x="17806" y="3333"/>
                      <a:pt x="18070" y="3720"/>
                      <a:pt x="18208" y="4040"/>
                    </a:cubicBezTo>
                    <a:cubicBezTo>
                      <a:pt x="18228" y="4187"/>
                      <a:pt x="18222" y="4307"/>
                      <a:pt x="18208" y="4456"/>
                    </a:cubicBezTo>
                    <a:cubicBezTo>
                      <a:pt x="18414" y="4456"/>
                      <a:pt x="18620" y="4456"/>
                      <a:pt x="18833" y="4456"/>
                    </a:cubicBezTo>
                    <a:cubicBezTo>
                      <a:pt x="18833" y="3219"/>
                      <a:pt x="18833" y="1981"/>
                      <a:pt x="18833" y="706"/>
                    </a:cubicBezTo>
                    <a:cubicBezTo>
                      <a:pt x="19039" y="706"/>
                      <a:pt x="19245" y="706"/>
                      <a:pt x="19458" y="706"/>
                    </a:cubicBezTo>
                    <a:cubicBezTo>
                      <a:pt x="19460" y="750"/>
                      <a:pt x="19460" y="750"/>
                      <a:pt x="19470" y="971"/>
                    </a:cubicBezTo>
                    <a:cubicBezTo>
                      <a:pt x="19484" y="1260"/>
                      <a:pt x="19500" y="1548"/>
                      <a:pt x="19518" y="1836"/>
                    </a:cubicBezTo>
                    <a:cubicBezTo>
                      <a:pt x="19528" y="2011"/>
                      <a:pt x="19538" y="2186"/>
                      <a:pt x="19546" y="2361"/>
                    </a:cubicBezTo>
                    <a:cubicBezTo>
                      <a:pt x="19553" y="2530"/>
                      <a:pt x="19563" y="2699"/>
                      <a:pt x="19574" y="2868"/>
                    </a:cubicBezTo>
                    <a:cubicBezTo>
                      <a:pt x="19578" y="2932"/>
                      <a:pt x="19581" y="2996"/>
                      <a:pt x="19583" y="3061"/>
                    </a:cubicBezTo>
                    <a:cubicBezTo>
                      <a:pt x="19591" y="3257"/>
                      <a:pt x="19602" y="3437"/>
                      <a:pt x="19666" y="3623"/>
                    </a:cubicBezTo>
                    <a:cubicBezTo>
                      <a:pt x="19794" y="3736"/>
                      <a:pt x="19918" y="3790"/>
                      <a:pt x="20083" y="3831"/>
                    </a:cubicBezTo>
                    <a:cubicBezTo>
                      <a:pt x="20081" y="3816"/>
                      <a:pt x="20081" y="3816"/>
                      <a:pt x="20072" y="3740"/>
                    </a:cubicBezTo>
                    <a:cubicBezTo>
                      <a:pt x="20014" y="3196"/>
                      <a:pt x="20026" y="2762"/>
                      <a:pt x="20356" y="2308"/>
                    </a:cubicBezTo>
                    <a:cubicBezTo>
                      <a:pt x="20368" y="2290"/>
                      <a:pt x="20368" y="2290"/>
                      <a:pt x="20430" y="2200"/>
                    </a:cubicBezTo>
                    <a:cubicBezTo>
                      <a:pt x="20510" y="2102"/>
                      <a:pt x="20510" y="2102"/>
                      <a:pt x="20708" y="1956"/>
                    </a:cubicBezTo>
                    <a:cubicBezTo>
                      <a:pt x="20914" y="1956"/>
                      <a:pt x="21120" y="1956"/>
                      <a:pt x="21333" y="1956"/>
                    </a:cubicBezTo>
                    <a:cubicBezTo>
                      <a:pt x="21333" y="2575"/>
                      <a:pt x="21333" y="3194"/>
                      <a:pt x="21333" y="3831"/>
                    </a:cubicBezTo>
                    <a:cubicBezTo>
                      <a:pt x="21539" y="3831"/>
                      <a:pt x="21745" y="3831"/>
                      <a:pt x="21958" y="3831"/>
                    </a:cubicBezTo>
                    <a:cubicBezTo>
                      <a:pt x="22067" y="3672"/>
                      <a:pt x="22096" y="3602"/>
                      <a:pt x="22134" y="3421"/>
                    </a:cubicBezTo>
                    <a:cubicBezTo>
                      <a:pt x="22145" y="3380"/>
                      <a:pt x="22156" y="3338"/>
                      <a:pt x="22168" y="3295"/>
                    </a:cubicBezTo>
                    <a:cubicBezTo>
                      <a:pt x="22205" y="3162"/>
                      <a:pt x="22238" y="3028"/>
                      <a:pt x="22270" y="2894"/>
                    </a:cubicBezTo>
                    <a:cubicBezTo>
                      <a:pt x="22473" y="2048"/>
                      <a:pt x="22473" y="2048"/>
                      <a:pt x="22648" y="1903"/>
                    </a:cubicBezTo>
                    <a:cubicBezTo>
                      <a:pt x="22782" y="1839"/>
                      <a:pt x="22895" y="1838"/>
                      <a:pt x="23038" y="1874"/>
                    </a:cubicBezTo>
                    <a:cubicBezTo>
                      <a:pt x="23387" y="2018"/>
                      <a:pt x="23615" y="2313"/>
                      <a:pt x="23779" y="2643"/>
                    </a:cubicBezTo>
                    <a:cubicBezTo>
                      <a:pt x="23970" y="3116"/>
                      <a:pt x="23897" y="3700"/>
                      <a:pt x="23876" y="4199"/>
                    </a:cubicBezTo>
                    <a:cubicBezTo>
                      <a:pt x="23869" y="4369"/>
                      <a:pt x="23866" y="4540"/>
                      <a:pt x="23863" y="4710"/>
                    </a:cubicBezTo>
                    <a:cubicBezTo>
                      <a:pt x="23857" y="5043"/>
                      <a:pt x="23846" y="5374"/>
                      <a:pt x="23833" y="5706"/>
                    </a:cubicBezTo>
                    <a:cubicBezTo>
                      <a:pt x="24039" y="5706"/>
                      <a:pt x="24245" y="5706"/>
                      <a:pt x="24458" y="5706"/>
                    </a:cubicBezTo>
                    <a:cubicBezTo>
                      <a:pt x="24453" y="5636"/>
                      <a:pt x="24448" y="5566"/>
                      <a:pt x="24443" y="5493"/>
                    </a:cubicBezTo>
                    <a:cubicBezTo>
                      <a:pt x="24439" y="5399"/>
                      <a:pt x="24435" y="5306"/>
                      <a:pt x="24432" y="5212"/>
                    </a:cubicBezTo>
                    <a:cubicBezTo>
                      <a:pt x="24428" y="5165"/>
                      <a:pt x="24425" y="5119"/>
                      <a:pt x="24421" y="5072"/>
                    </a:cubicBezTo>
                    <a:cubicBezTo>
                      <a:pt x="24417" y="4926"/>
                      <a:pt x="24420" y="4806"/>
                      <a:pt x="24458" y="4665"/>
                    </a:cubicBezTo>
                    <a:cubicBezTo>
                      <a:pt x="24549" y="4575"/>
                      <a:pt x="24549" y="4575"/>
                      <a:pt x="24662" y="4488"/>
                    </a:cubicBezTo>
                    <a:cubicBezTo>
                      <a:pt x="24870" y="4307"/>
                      <a:pt x="24905" y="4167"/>
                      <a:pt x="24930" y="3895"/>
                    </a:cubicBezTo>
                    <a:cubicBezTo>
                      <a:pt x="24948" y="3612"/>
                      <a:pt x="24962" y="3330"/>
                      <a:pt x="24969" y="3048"/>
                    </a:cubicBezTo>
                    <a:cubicBezTo>
                      <a:pt x="24991" y="2373"/>
                      <a:pt x="24991" y="2373"/>
                      <a:pt x="25083" y="2165"/>
                    </a:cubicBezTo>
                    <a:cubicBezTo>
                      <a:pt x="25204" y="2074"/>
                      <a:pt x="25341" y="2064"/>
                      <a:pt x="25487" y="2043"/>
                    </a:cubicBezTo>
                    <a:cubicBezTo>
                      <a:pt x="25570" y="2026"/>
                      <a:pt x="25570" y="2026"/>
                      <a:pt x="25708" y="1956"/>
                    </a:cubicBezTo>
                    <a:cubicBezTo>
                      <a:pt x="25824" y="1667"/>
                      <a:pt x="25765" y="1310"/>
                      <a:pt x="25747" y="1006"/>
                    </a:cubicBezTo>
                    <a:cubicBezTo>
                      <a:pt x="25744" y="917"/>
                      <a:pt x="25741" y="827"/>
                      <a:pt x="25738" y="738"/>
                    </a:cubicBezTo>
                    <a:cubicBezTo>
                      <a:pt x="25731" y="519"/>
                      <a:pt x="25721" y="300"/>
                      <a:pt x="25708" y="81"/>
                    </a:cubicBezTo>
                    <a:cubicBezTo>
                      <a:pt x="25914" y="81"/>
                      <a:pt x="26120" y="81"/>
                      <a:pt x="26333" y="81"/>
                    </a:cubicBezTo>
                    <a:cubicBezTo>
                      <a:pt x="26343" y="154"/>
                      <a:pt x="26353" y="227"/>
                      <a:pt x="26364" y="302"/>
                    </a:cubicBezTo>
                    <a:cubicBezTo>
                      <a:pt x="26379" y="398"/>
                      <a:pt x="26395" y="494"/>
                      <a:pt x="26411" y="589"/>
                    </a:cubicBezTo>
                    <a:cubicBezTo>
                      <a:pt x="26417" y="637"/>
                      <a:pt x="26424" y="685"/>
                      <a:pt x="26430" y="735"/>
                    </a:cubicBezTo>
                    <a:cubicBezTo>
                      <a:pt x="26455" y="875"/>
                      <a:pt x="26480" y="994"/>
                      <a:pt x="26541" y="1123"/>
                    </a:cubicBezTo>
                    <a:cubicBezTo>
                      <a:pt x="26646" y="1196"/>
                      <a:pt x="26747" y="1238"/>
                      <a:pt x="26866" y="1284"/>
                    </a:cubicBezTo>
                    <a:cubicBezTo>
                      <a:pt x="26958" y="1331"/>
                      <a:pt x="26958" y="1331"/>
                      <a:pt x="26998" y="1402"/>
                    </a:cubicBezTo>
                    <a:cubicBezTo>
                      <a:pt x="27014" y="1486"/>
                      <a:pt x="27015" y="1559"/>
                      <a:pt x="27010" y="1644"/>
                    </a:cubicBezTo>
                    <a:cubicBezTo>
                      <a:pt x="27011" y="1671"/>
                      <a:pt x="27013" y="1698"/>
                      <a:pt x="27015" y="1726"/>
                    </a:cubicBezTo>
                    <a:cubicBezTo>
                      <a:pt x="27013" y="1820"/>
                      <a:pt x="27005" y="1875"/>
                      <a:pt x="26958" y="1956"/>
                    </a:cubicBezTo>
                    <a:cubicBezTo>
                      <a:pt x="26869" y="2004"/>
                      <a:pt x="26869" y="2004"/>
                      <a:pt x="26760" y="2048"/>
                    </a:cubicBezTo>
                    <a:cubicBezTo>
                      <a:pt x="26563" y="2133"/>
                      <a:pt x="26499" y="2208"/>
                      <a:pt x="26416" y="2406"/>
                    </a:cubicBezTo>
                    <a:cubicBezTo>
                      <a:pt x="26383" y="2499"/>
                      <a:pt x="26350" y="2592"/>
                      <a:pt x="26320" y="2686"/>
                    </a:cubicBezTo>
                    <a:cubicBezTo>
                      <a:pt x="26287" y="2779"/>
                      <a:pt x="26255" y="2872"/>
                      <a:pt x="26221" y="2966"/>
                    </a:cubicBezTo>
                    <a:cubicBezTo>
                      <a:pt x="26208" y="3007"/>
                      <a:pt x="26194" y="3048"/>
                      <a:pt x="26180" y="3090"/>
                    </a:cubicBezTo>
                    <a:cubicBezTo>
                      <a:pt x="26124" y="3206"/>
                      <a:pt x="26124" y="3206"/>
                      <a:pt x="26017" y="3305"/>
                    </a:cubicBezTo>
                    <a:cubicBezTo>
                      <a:pt x="25889" y="3444"/>
                      <a:pt x="25878" y="3559"/>
                      <a:pt x="25865" y="3740"/>
                    </a:cubicBezTo>
                    <a:cubicBezTo>
                      <a:pt x="25858" y="3803"/>
                      <a:pt x="25851" y="3867"/>
                      <a:pt x="25844" y="3931"/>
                    </a:cubicBezTo>
                    <a:cubicBezTo>
                      <a:pt x="25834" y="4031"/>
                      <a:pt x="25825" y="4130"/>
                      <a:pt x="25817" y="4230"/>
                    </a:cubicBezTo>
                    <a:cubicBezTo>
                      <a:pt x="25779" y="4670"/>
                      <a:pt x="25734" y="4882"/>
                      <a:pt x="25386" y="5178"/>
                    </a:cubicBezTo>
                    <a:cubicBezTo>
                      <a:pt x="25191" y="5408"/>
                      <a:pt x="25207" y="5729"/>
                      <a:pt x="25187" y="6019"/>
                    </a:cubicBezTo>
                    <a:cubicBezTo>
                      <a:pt x="25178" y="6147"/>
                      <a:pt x="25167" y="6275"/>
                      <a:pt x="25154" y="6403"/>
                    </a:cubicBezTo>
                    <a:cubicBezTo>
                      <a:pt x="25153" y="6431"/>
                      <a:pt x="25152" y="6460"/>
                      <a:pt x="25151" y="6489"/>
                    </a:cubicBezTo>
                    <a:cubicBezTo>
                      <a:pt x="25129" y="6710"/>
                      <a:pt x="25040" y="6798"/>
                      <a:pt x="24875" y="6944"/>
                    </a:cubicBezTo>
                    <a:cubicBezTo>
                      <a:pt x="24625" y="7179"/>
                      <a:pt x="24596" y="7374"/>
                      <a:pt x="24580" y="7707"/>
                    </a:cubicBezTo>
                    <a:cubicBezTo>
                      <a:pt x="24576" y="7757"/>
                      <a:pt x="24572" y="7807"/>
                      <a:pt x="24567" y="7859"/>
                    </a:cubicBezTo>
                    <a:cubicBezTo>
                      <a:pt x="24557" y="7991"/>
                      <a:pt x="24549" y="8123"/>
                      <a:pt x="24541" y="8256"/>
                    </a:cubicBezTo>
                    <a:cubicBezTo>
                      <a:pt x="24533" y="8391"/>
                      <a:pt x="24522" y="8527"/>
                      <a:pt x="24511" y="8662"/>
                    </a:cubicBezTo>
                    <a:cubicBezTo>
                      <a:pt x="24491" y="8927"/>
                      <a:pt x="24474" y="9191"/>
                      <a:pt x="24458" y="9456"/>
                    </a:cubicBezTo>
                    <a:cubicBezTo>
                      <a:pt x="24241" y="9512"/>
                      <a:pt x="24047" y="9532"/>
                      <a:pt x="23833" y="9456"/>
                    </a:cubicBezTo>
                    <a:cubicBezTo>
                      <a:pt x="23529" y="9271"/>
                      <a:pt x="23317" y="8959"/>
                      <a:pt x="23208" y="8623"/>
                    </a:cubicBezTo>
                    <a:cubicBezTo>
                      <a:pt x="23088" y="8108"/>
                      <a:pt x="23101" y="7559"/>
                      <a:pt x="23093" y="7033"/>
                    </a:cubicBezTo>
                    <a:cubicBezTo>
                      <a:pt x="23087" y="6728"/>
                      <a:pt x="23079" y="6423"/>
                      <a:pt x="23067" y="6118"/>
                    </a:cubicBezTo>
                    <a:cubicBezTo>
                      <a:pt x="23064" y="6012"/>
                      <a:pt x="23063" y="5906"/>
                      <a:pt x="23062" y="5800"/>
                    </a:cubicBezTo>
                    <a:cubicBezTo>
                      <a:pt x="23058" y="5621"/>
                      <a:pt x="23049" y="5462"/>
                      <a:pt x="22999" y="5290"/>
                    </a:cubicBezTo>
                    <a:cubicBezTo>
                      <a:pt x="22873" y="5171"/>
                      <a:pt x="22751" y="5120"/>
                      <a:pt x="22583" y="5081"/>
                    </a:cubicBezTo>
                    <a:cubicBezTo>
                      <a:pt x="22585" y="5114"/>
                      <a:pt x="22587" y="5146"/>
                      <a:pt x="22590" y="5180"/>
                    </a:cubicBezTo>
                    <a:cubicBezTo>
                      <a:pt x="22647" y="6029"/>
                      <a:pt x="22647" y="6029"/>
                      <a:pt x="22497" y="6249"/>
                    </a:cubicBezTo>
                    <a:cubicBezTo>
                      <a:pt x="22423" y="6305"/>
                      <a:pt x="22348" y="6360"/>
                      <a:pt x="22273" y="6414"/>
                    </a:cubicBezTo>
                    <a:cubicBezTo>
                      <a:pt x="22003" y="6665"/>
                      <a:pt x="22008" y="7238"/>
                      <a:pt x="21958" y="7581"/>
                    </a:cubicBezTo>
                    <a:cubicBezTo>
                      <a:pt x="21751" y="7581"/>
                      <a:pt x="21545" y="7581"/>
                      <a:pt x="21333" y="7581"/>
                    </a:cubicBezTo>
                    <a:cubicBezTo>
                      <a:pt x="21330" y="7515"/>
                      <a:pt x="21327" y="7449"/>
                      <a:pt x="21324" y="7381"/>
                    </a:cubicBezTo>
                    <a:cubicBezTo>
                      <a:pt x="21313" y="7160"/>
                      <a:pt x="21299" y="6939"/>
                      <a:pt x="21284" y="6717"/>
                    </a:cubicBezTo>
                    <a:cubicBezTo>
                      <a:pt x="21274" y="6584"/>
                      <a:pt x="21266" y="6450"/>
                      <a:pt x="21261" y="6316"/>
                    </a:cubicBezTo>
                    <a:cubicBezTo>
                      <a:pt x="21216" y="5283"/>
                      <a:pt x="21216" y="5283"/>
                      <a:pt x="20836" y="4901"/>
                    </a:cubicBezTo>
                    <a:cubicBezTo>
                      <a:pt x="20648" y="4732"/>
                      <a:pt x="20487" y="4627"/>
                      <a:pt x="20225" y="4635"/>
                    </a:cubicBezTo>
                    <a:cubicBezTo>
                      <a:pt x="20095" y="4664"/>
                      <a:pt x="20095" y="4664"/>
                      <a:pt x="19966" y="4704"/>
                    </a:cubicBezTo>
                    <a:cubicBezTo>
                      <a:pt x="19922" y="4713"/>
                      <a:pt x="19879" y="4722"/>
                      <a:pt x="19834" y="4732"/>
                    </a:cubicBezTo>
                    <a:cubicBezTo>
                      <a:pt x="19531" y="4809"/>
                      <a:pt x="19260" y="4950"/>
                      <a:pt x="19080" y="5214"/>
                    </a:cubicBezTo>
                    <a:cubicBezTo>
                      <a:pt x="18936" y="5494"/>
                      <a:pt x="18937" y="5842"/>
                      <a:pt x="18911" y="6149"/>
                    </a:cubicBezTo>
                    <a:cubicBezTo>
                      <a:pt x="18903" y="6227"/>
                      <a:pt x="18895" y="6306"/>
                      <a:pt x="18886" y="6384"/>
                    </a:cubicBezTo>
                    <a:cubicBezTo>
                      <a:pt x="18867" y="6575"/>
                      <a:pt x="18849" y="6766"/>
                      <a:pt x="18833" y="6956"/>
                    </a:cubicBezTo>
                    <a:cubicBezTo>
                      <a:pt x="18626" y="6956"/>
                      <a:pt x="18420" y="6956"/>
                      <a:pt x="18208" y="6956"/>
                    </a:cubicBezTo>
                    <a:cubicBezTo>
                      <a:pt x="18206" y="6933"/>
                      <a:pt x="18206" y="6933"/>
                      <a:pt x="18195" y="6817"/>
                    </a:cubicBezTo>
                    <a:cubicBezTo>
                      <a:pt x="18023" y="4961"/>
                      <a:pt x="18023" y="4961"/>
                      <a:pt x="17650" y="4511"/>
                    </a:cubicBezTo>
                    <a:cubicBezTo>
                      <a:pt x="17526" y="4410"/>
                      <a:pt x="17400" y="4399"/>
                      <a:pt x="17244" y="4404"/>
                    </a:cubicBezTo>
                    <a:cubicBezTo>
                      <a:pt x="17145" y="4415"/>
                      <a:pt x="17055" y="4433"/>
                      <a:pt x="16958" y="4456"/>
                    </a:cubicBezTo>
                    <a:cubicBezTo>
                      <a:pt x="16961" y="4484"/>
                      <a:pt x="16964" y="4511"/>
                      <a:pt x="16968" y="4539"/>
                    </a:cubicBezTo>
                    <a:cubicBezTo>
                      <a:pt x="17031" y="5151"/>
                      <a:pt x="16993" y="5594"/>
                      <a:pt x="16600" y="6085"/>
                    </a:cubicBezTo>
                    <a:cubicBezTo>
                      <a:pt x="16445" y="6255"/>
                      <a:pt x="16309" y="6377"/>
                      <a:pt x="16076" y="6409"/>
                    </a:cubicBezTo>
                    <a:cubicBezTo>
                      <a:pt x="15932" y="6410"/>
                      <a:pt x="15840" y="6391"/>
                      <a:pt x="15708" y="6331"/>
                    </a:cubicBezTo>
                    <a:cubicBezTo>
                      <a:pt x="15651" y="6235"/>
                      <a:pt x="15651" y="6235"/>
                      <a:pt x="15616" y="6123"/>
                    </a:cubicBezTo>
                    <a:cubicBezTo>
                      <a:pt x="15578" y="6054"/>
                      <a:pt x="15539" y="5986"/>
                      <a:pt x="15499" y="5915"/>
                    </a:cubicBezTo>
                    <a:cubicBezTo>
                      <a:pt x="15224" y="5915"/>
                      <a:pt x="14949" y="5915"/>
                      <a:pt x="14666" y="5915"/>
                    </a:cubicBezTo>
                    <a:cubicBezTo>
                      <a:pt x="14597" y="6671"/>
                      <a:pt x="14529" y="7427"/>
                      <a:pt x="14458" y="8206"/>
                    </a:cubicBezTo>
                    <a:cubicBezTo>
                      <a:pt x="13748" y="8206"/>
                      <a:pt x="13748" y="8206"/>
                      <a:pt x="13534" y="8026"/>
                    </a:cubicBezTo>
                    <a:cubicBezTo>
                      <a:pt x="13508" y="8000"/>
                      <a:pt x="13482" y="7973"/>
                      <a:pt x="13455" y="7946"/>
                    </a:cubicBezTo>
                    <a:cubicBezTo>
                      <a:pt x="13428" y="7919"/>
                      <a:pt x="13400" y="7891"/>
                      <a:pt x="13372" y="7863"/>
                    </a:cubicBezTo>
                    <a:cubicBezTo>
                      <a:pt x="13294" y="7770"/>
                      <a:pt x="13246" y="7697"/>
                      <a:pt x="13208" y="7581"/>
                    </a:cubicBezTo>
                    <a:cubicBezTo>
                      <a:pt x="13236" y="7306"/>
                      <a:pt x="13406" y="7074"/>
                      <a:pt x="13558" y="6851"/>
                    </a:cubicBezTo>
                    <a:cubicBezTo>
                      <a:pt x="13665" y="6685"/>
                      <a:pt x="13749" y="6509"/>
                      <a:pt x="13833" y="6331"/>
                    </a:cubicBezTo>
                    <a:cubicBezTo>
                      <a:pt x="13451" y="6087"/>
                      <a:pt x="13099" y="5906"/>
                      <a:pt x="12641" y="5885"/>
                    </a:cubicBezTo>
                    <a:cubicBezTo>
                      <a:pt x="11692" y="5835"/>
                      <a:pt x="11692" y="5835"/>
                      <a:pt x="11476" y="5651"/>
                    </a:cubicBezTo>
                    <a:cubicBezTo>
                      <a:pt x="11152" y="5289"/>
                      <a:pt x="10974" y="4745"/>
                      <a:pt x="10877" y="4276"/>
                    </a:cubicBezTo>
                    <a:cubicBezTo>
                      <a:pt x="10789" y="3884"/>
                      <a:pt x="10789" y="3884"/>
                      <a:pt x="10643" y="3790"/>
                    </a:cubicBezTo>
                    <a:cubicBezTo>
                      <a:pt x="10476" y="3724"/>
                      <a:pt x="10322" y="3717"/>
                      <a:pt x="10154" y="3781"/>
                    </a:cubicBezTo>
                    <a:cubicBezTo>
                      <a:pt x="9886" y="3970"/>
                      <a:pt x="9841" y="4471"/>
                      <a:pt x="9770" y="4769"/>
                    </a:cubicBezTo>
                    <a:cubicBezTo>
                      <a:pt x="9728" y="4946"/>
                      <a:pt x="9682" y="5121"/>
                      <a:pt x="9634" y="5296"/>
                    </a:cubicBezTo>
                    <a:cubicBezTo>
                      <a:pt x="9625" y="5337"/>
                      <a:pt x="9616" y="5378"/>
                      <a:pt x="9608" y="5421"/>
                    </a:cubicBezTo>
                    <a:cubicBezTo>
                      <a:pt x="9576" y="5534"/>
                      <a:pt x="9576" y="5534"/>
                      <a:pt x="9458" y="5706"/>
                    </a:cubicBezTo>
                    <a:cubicBezTo>
                      <a:pt x="9251" y="5706"/>
                      <a:pt x="9045" y="5706"/>
                      <a:pt x="8833" y="5706"/>
                    </a:cubicBezTo>
                    <a:cubicBezTo>
                      <a:pt x="8833" y="5294"/>
                      <a:pt x="8833" y="4881"/>
                      <a:pt x="8833" y="4456"/>
                    </a:cubicBezTo>
                    <a:cubicBezTo>
                      <a:pt x="8626" y="4456"/>
                      <a:pt x="8420" y="4456"/>
                      <a:pt x="8208" y="4456"/>
                    </a:cubicBezTo>
                    <a:cubicBezTo>
                      <a:pt x="8092" y="4599"/>
                      <a:pt x="8054" y="4668"/>
                      <a:pt x="7999" y="4834"/>
                    </a:cubicBezTo>
                    <a:cubicBezTo>
                      <a:pt x="7870" y="5156"/>
                      <a:pt x="7742" y="5364"/>
                      <a:pt x="7479" y="5589"/>
                    </a:cubicBezTo>
                    <a:cubicBezTo>
                      <a:pt x="7010" y="6012"/>
                      <a:pt x="6840" y="6619"/>
                      <a:pt x="6678" y="7213"/>
                    </a:cubicBezTo>
                    <a:cubicBezTo>
                      <a:pt x="6646" y="7330"/>
                      <a:pt x="6612" y="7445"/>
                      <a:pt x="6578" y="7561"/>
                    </a:cubicBezTo>
                    <a:cubicBezTo>
                      <a:pt x="6548" y="7669"/>
                      <a:pt x="6523" y="7778"/>
                      <a:pt x="6499" y="7888"/>
                    </a:cubicBezTo>
                    <a:cubicBezTo>
                      <a:pt x="6455" y="8013"/>
                      <a:pt x="6415" y="8102"/>
                      <a:pt x="6333" y="8206"/>
                    </a:cubicBezTo>
                    <a:cubicBezTo>
                      <a:pt x="6214" y="8225"/>
                      <a:pt x="6129" y="8229"/>
                      <a:pt x="6012" y="8221"/>
                    </a:cubicBezTo>
                    <a:cubicBezTo>
                      <a:pt x="5983" y="8220"/>
                      <a:pt x="5953" y="8219"/>
                      <a:pt x="5923" y="8218"/>
                    </a:cubicBezTo>
                    <a:cubicBezTo>
                      <a:pt x="5851" y="8215"/>
                      <a:pt x="5780" y="8211"/>
                      <a:pt x="5708" y="8206"/>
                    </a:cubicBezTo>
                    <a:cubicBezTo>
                      <a:pt x="5706" y="8155"/>
                      <a:pt x="5704" y="8104"/>
                      <a:pt x="5703" y="8051"/>
                    </a:cubicBezTo>
                    <a:cubicBezTo>
                      <a:pt x="5686" y="7567"/>
                      <a:pt x="5668" y="7082"/>
                      <a:pt x="5648" y="6598"/>
                    </a:cubicBezTo>
                    <a:cubicBezTo>
                      <a:pt x="5638" y="6349"/>
                      <a:pt x="5628" y="6100"/>
                      <a:pt x="5620" y="5851"/>
                    </a:cubicBezTo>
                    <a:cubicBezTo>
                      <a:pt x="5612" y="5611"/>
                      <a:pt x="5603" y="5370"/>
                      <a:pt x="5591" y="5130"/>
                    </a:cubicBezTo>
                    <a:cubicBezTo>
                      <a:pt x="5588" y="5039"/>
                      <a:pt x="5584" y="4947"/>
                      <a:pt x="5582" y="4855"/>
                    </a:cubicBezTo>
                    <a:cubicBezTo>
                      <a:pt x="5560" y="4061"/>
                      <a:pt x="5560" y="4061"/>
                      <a:pt x="5346" y="3839"/>
                    </a:cubicBezTo>
                    <a:cubicBezTo>
                      <a:pt x="5288" y="3789"/>
                      <a:pt x="5288" y="3789"/>
                      <a:pt x="5175" y="3707"/>
                    </a:cubicBezTo>
                    <a:cubicBezTo>
                      <a:pt x="5053" y="3596"/>
                      <a:pt x="5051" y="3517"/>
                      <a:pt x="5042" y="3355"/>
                    </a:cubicBezTo>
                    <a:cubicBezTo>
                      <a:pt x="5045" y="3262"/>
                      <a:pt x="5050" y="3169"/>
                      <a:pt x="5057" y="3076"/>
                    </a:cubicBezTo>
                    <a:cubicBezTo>
                      <a:pt x="5059" y="3029"/>
                      <a:pt x="5060" y="2981"/>
                      <a:pt x="5062" y="2931"/>
                    </a:cubicBezTo>
                    <a:cubicBezTo>
                      <a:pt x="5067" y="2815"/>
                      <a:pt x="5075" y="2698"/>
                      <a:pt x="5083" y="2581"/>
                    </a:cubicBezTo>
                    <a:cubicBezTo>
                      <a:pt x="4876" y="2581"/>
                      <a:pt x="4670" y="2581"/>
                      <a:pt x="4458" y="2581"/>
                    </a:cubicBezTo>
                    <a:cubicBezTo>
                      <a:pt x="4460" y="2649"/>
                      <a:pt x="4462" y="2716"/>
                      <a:pt x="4464" y="2785"/>
                    </a:cubicBezTo>
                    <a:cubicBezTo>
                      <a:pt x="4471" y="3009"/>
                      <a:pt x="4476" y="3232"/>
                      <a:pt x="4479" y="3456"/>
                    </a:cubicBezTo>
                    <a:cubicBezTo>
                      <a:pt x="4481" y="3592"/>
                      <a:pt x="4484" y="3727"/>
                      <a:pt x="4489" y="3862"/>
                    </a:cubicBezTo>
                    <a:cubicBezTo>
                      <a:pt x="4495" y="4019"/>
                      <a:pt x="4497" y="4175"/>
                      <a:pt x="4498" y="4331"/>
                    </a:cubicBezTo>
                    <a:cubicBezTo>
                      <a:pt x="4501" y="4379"/>
                      <a:pt x="4503" y="4427"/>
                      <a:pt x="4505" y="4476"/>
                    </a:cubicBezTo>
                    <a:cubicBezTo>
                      <a:pt x="4505" y="4823"/>
                      <a:pt x="4505" y="4823"/>
                      <a:pt x="4365" y="4971"/>
                    </a:cubicBezTo>
                    <a:cubicBezTo>
                      <a:pt x="4328" y="5002"/>
                      <a:pt x="4291" y="5033"/>
                      <a:pt x="4252" y="5064"/>
                    </a:cubicBezTo>
                    <a:cubicBezTo>
                      <a:pt x="4013" y="5276"/>
                      <a:pt x="3989" y="5456"/>
                      <a:pt x="3968" y="5768"/>
                    </a:cubicBezTo>
                    <a:cubicBezTo>
                      <a:pt x="3962" y="5880"/>
                      <a:pt x="3958" y="5993"/>
                      <a:pt x="3955" y="6105"/>
                    </a:cubicBezTo>
                    <a:cubicBezTo>
                      <a:pt x="3951" y="6184"/>
                      <a:pt x="3947" y="6263"/>
                      <a:pt x="3943" y="6342"/>
                    </a:cubicBezTo>
                    <a:cubicBezTo>
                      <a:pt x="3932" y="6548"/>
                      <a:pt x="3924" y="6754"/>
                      <a:pt x="3916" y="6960"/>
                    </a:cubicBezTo>
                    <a:cubicBezTo>
                      <a:pt x="3908" y="7171"/>
                      <a:pt x="3897" y="7382"/>
                      <a:pt x="3886" y="7593"/>
                    </a:cubicBezTo>
                    <a:cubicBezTo>
                      <a:pt x="3866" y="8006"/>
                      <a:pt x="3849" y="8419"/>
                      <a:pt x="3833" y="8831"/>
                    </a:cubicBezTo>
                    <a:cubicBezTo>
                      <a:pt x="3626" y="8831"/>
                      <a:pt x="3420" y="8831"/>
                      <a:pt x="3208" y="8831"/>
                    </a:cubicBezTo>
                    <a:cubicBezTo>
                      <a:pt x="3208" y="8788"/>
                      <a:pt x="3207" y="8745"/>
                      <a:pt x="3207" y="8700"/>
                    </a:cubicBezTo>
                    <a:cubicBezTo>
                      <a:pt x="3203" y="8289"/>
                      <a:pt x="3194" y="7878"/>
                      <a:pt x="3180" y="7468"/>
                    </a:cubicBezTo>
                    <a:cubicBezTo>
                      <a:pt x="3173" y="7256"/>
                      <a:pt x="3168" y="7046"/>
                      <a:pt x="3167" y="6834"/>
                    </a:cubicBezTo>
                    <a:cubicBezTo>
                      <a:pt x="3160" y="5483"/>
                      <a:pt x="3160" y="5483"/>
                      <a:pt x="2949" y="5229"/>
                    </a:cubicBezTo>
                    <a:cubicBezTo>
                      <a:pt x="2727" y="5041"/>
                      <a:pt x="2457" y="4990"/>
                      <a:pt x="2180" y="4942"/>
                    </a:cubicBezTo>
                    <a:cubicBezTo>
                      <a:pt x="2053" y="4918"/>
                      <a:pt x="2053" y="4918"/>
                      <a:pt x="1958" y="4873"/>
                    </a:cubicBezTo>
                    <a:cubicBezTo>
                      <a:pt x="1908" y="4718"/>
                      <a:pt x="1931" y="4621"/>
                      <a:pt x="1958" y="4456"/>
                    </a:cubicBezTo>
                    <a:cubicBezTo>
                      <a:pt x="1751" y="4456"/>
                      <a:pt x="1545" y="4456"/>
                      <a:pt x="1333" y="4456"/>
                    </a:cubicBezTo>
                    <a:cubicBezTo>
                      <a:pt x="1340" y="4522"/>
                      <a:pt x="1347" y="4587"/>
                      <a:pt x="1355" y="4655"/>
                    </a:cubicBezTo>
                    <a:cubicBezTo>
                      <a:pt x="1394" y="5169"/>
                      <a:pt x="1369" y="5554"/>
                      <a:pt x="1059" y="5980"/>
                    </a:cubicBezTo>
                    <a:cubicBezTo>
                      <a:pt x="1035" y="6016"/>
                      <a:pt x="1010" y="6051"/>
                      <a:pt x="985" y="6088"/>
                    </a:cubicBezTo>
                    <a:cubicBezTo>
                      <a:pt x="883" y="6214"/>
                      <a:pt x="796" y="6315"/>
                      <a:pt x="631" y="6346"/>
                    </a:cubicBezTo>
                    <a:cubicBezTo>
                      <a:pt x="447" y="6361"/>
                      <a:pt x="266" y="6350"/>
                      <a:pt x="83" y="6331"/>
                    </a:cubicBezTo>
                    <a:cubicBezTo>
                      <a:pt x="67" y="6098"/>
                      <a:pt x="56" y="5865"/>
                      <a:pt x="48" y="5631"/>
                    </a:cubicBezTo>
                    <a:cubicBezTo>
                      <a:pt x="45" y="5551"/>
                      <a:pt x="41" y="5472"/>
                      <a:pt x="36" y="5393"/>
                    </a:cubicBezTo>
                    <a:cubicBezTo>
                      <a:pt x="0" y="4859"/>
                      <a:pt x="0" y="4859"/>
                      <a:pt x="83" y="4665"/>
                    </a:cubicBezTo>
                    <a:cubicBezTo>
                      <a:pt x="218" y="4550"/>
                      <a:pt x="389" y="4529"/>
                      <a:pt x="558" y="4495"/>
                    </a:cubicBezTo>
                    <a:cubicBezTo>
                      <a:pt x="708" y="4456"/>
                      <a:pt x="708" y="4456"/>
                      <a:pt x="785" y="4381"/>
                    </a:cubicBezTo>
                    <a:cubicBezTo>
                      <a:pt x="833" y="4286"/>
                      <a:pt x="869" y="4193"/>
                      <a:pt x="903" y="4092"/>
                    </a:cubicBezTo>
                    <a:cubicBezTo>
                      <a:pt x="1054" y="3736"/>
                      <a:pt x="1240" y="3427"/>
                      <a:pt x="1474" y="3121"/>
                    </a:cubicBezTo>
                    <a:cubicBezTo>
                      <a:pt x="1510" y="3074"/>
                      <a:pt x="1544" y="3027"/>
                      <a:pt x="1578" y="2979"/>
                    </a:cubicBezTo>
                    <a:cubicBezTo>
                      <a:pt x="1840" y="2610"/>
                      <a:pt x="1840" y="2610"/>
                      <a:pt x="2038" y="2562"/>
                    </a:cubicBezTo>
                    <a:cubicBezTo>
                      <a:pt x="2222" y="2542"/>
                      <a:pt x="2400" y="2557"/>
                      <a:pt x="2583" y="2581"/>
                    </a:cubicBezTo>
                    <a:cubicBezTo>
                      <a:pt x="2579" y="2618"/>
                      <a:pt x="2576" y="2655"/>
                      <a:pt x="2573" y="2693"/>
                    </a:cubicBezTo>
                    <a:cubicBezTo>
                      <a:pt x="2493" y="3724"/>
                      <a:pt x="2493" y="3724"/>
                      <a:pt x="2644" y="3904"/>
                    </a:cubicBezTo>
                    <a:cubicBezTo>
                      <a:pt x="2780" y="3977"/>
                      <a:pt x="2917" y="3991"/>
                      <a:pt x="3069" y="4010"/>
                    </a:cubicBezTo>
                    <a:cubicBezTo>
                      <a:pt x="3114" y="4020"/>
                      <a:pt x="3160" y="4030"/>
                      <a:pt x="3208" y="4040"/>
                    </a:cubicBezTo>
                    <a:cubicBezTo>
                      <a:pt x="3272" y="4197"/>
                      <a:pt x="3242" y="4286"/>
                      <a:pt x="3208" y="4456"/>
                    </a:cubicBezTo>
                    <a:cubicBezTo>
                      <a:pt x="3414" y="4456"/>
                      <a:pt x="3620" y="4456"/>
                      <a:pt x="3833" y="4456"/>
                    </a:cubicBezTo>
                    <a:cubicBezTo>
                      <a:pt x="3829" y="4369"/>
                      <a:pt x="3826" y="4282"/>
                      <a:pt x="3823" y="4192"/>
                    </a:cubicBezTo>
                    <a:cubicBezTo>
                      <a:pt x="3812" y="3904"/>
                      <a:pt x="3806" y="3615"/>
                      <a:pt x="3800" y="3326"/>
                    </a:cubicBezTo>
                    <a:cubicBezTo>
                      <a:pt x="3797" y="3151"/>
                      <a:pt x="3793" y="2976"/>
                      <a:pt x="3786" y="2802"/>
                    </a:cubicBezTo>
                    <a:cubicBezTo>
                      <a:pt x="3779" y="2633"/>
                      <a:pt x="3775" y="2464"/>
                      <a:pt x="3773" y="2295"/>
                    </a:cubicBezTo>
                    <a:cubicBezTo>
                      <a:pt x="3772" y="2231"/>
                      <a:pt x="3770" y="2166"/>
                      <a:pt x="3767" y="2102"/>
                    </a:cubicBezTo>
                    <a:cubicBezTo>
                      <a:pt x="3756" y="1900"/>
                      <a:pt x="3752" y="1728"/>
                      <a:pt x="3833" y="1540"/>
                    </a:cubicBezTo>
                    <a:cubicBezTo>
                      <a:pt x="3954" y="1457"/>
                      <a:pt x="4089" y="1423"/>
                      <a:pt x="4233" y="1398"/>
                    </a:cubicBezTo>
                    <a:cubicBezTo>
                      <a:pt x="4317" y="1383"/>
                      <a:pt x="4317" y="1383"/>
                      <a:pt x="4458" y="1331"/>
                    </a:cubicBezTo>
                    <a:cubicBezTo>
                      <a:pt x="4514" y="1175"/>
                      <a:pt x="4529" y="1033"/>
                      <a:pt x="4513" y="869"/>
                    </a:cubicBezTo>
                    <a:cubicBezTo>
                      <a:pt x="4510" y="840"/>
                      <a:pt x="4508" y="811"/>
                      <a:pt x="4505" y="782"/>
                    </a:cubicBezTo>
                    <a:cubicBezTo>
                      <a:pt x="4502" y="752"/>
                      <a:pt x="4500" y="724"/>
                      <a:pt x="4497" y="694"/>
                    </a:cubicBezTo>
                    <a:cubicBezTo>
                      <a:pt x="4494" y="634"/>
                      <a:pt x="4491" y="575"/>
                      <a:pt x="4488" y="516"/>
                    </a:cubicBezTo>
                    <a:cubicBezTo>
                      <a:pt x="4481" y="371"/>
                      <a:pt x="4471" y="226"/>
                      <a:pt x="4458" y="81"/>
                    </a:cubicBezTo>
                    <a:close/>
                  </a:path>
                </a:pathLst>
              </a:custGeom>
              <a:solidFill>
                <a:srgbClr val="EB58AD"/>
              </a:solidFill>
              <a:ln w="2646" cap="flat">
                <a:noFill/>
              </a:ln>
            </p:spPr>
          </p:sp>
          <p:sp>
            <p:nvSpPr>
              <p:cNvPr id="3773" name="ICON_C_SIGNAL_GRAPHIC_path_006"/>
              <p:cNvSpPr/>
              <p:nvPr/>
            </p:nvSpPr>
            <p:spPr>
              <a:xfrm>
                <a:off x="3309271" y="7571759"/>
                <a:ext cx="175292" cy="80650"/>
              </a:xfrm>
              <a:custGeom>
                <a:avLst/>
                <a:gdLst/>
                <a:ahLst/>
                <a:cxnLst/>
                <a:rect l="0" t="0" r="r" b="b"/>
                <a:pathLst>
                  <a:path w="13803" h="6350" fill="norm" stroke="0">
                    <a:moveTo>
                      <a:pt x="1303" y="49"/>
                    </a:moveTo>
                    <a:cubicBezTo>
                      <a:pt x="1832" y="0"/>
                      <a:pt x="1832" y="0"/>
                      <a:pt x="2034" y="103"/>
                    </a:cubicBezTo>
                    <a:cubicBezTo>
                      <a:pt x="2126" y="187"/>
                      <a:pt x="2195" y="272"/>
                      <a:pt x="2266" y="374"/>
                    </a:cubicBezTo>
                    <a:cubicBezTo>
                      <a:pt x="2279" y="392"/>
                      <a:pt x="2279" y="392"/>
                      <a:pt x="2345" y="481"/>
                    </a:cubicBezTo>
                    <a:cubicBezTo>
                      <a:pt x="2700" y="1030"/>
                      <a:pt x="2700" y="1709"/>
                      <a:pt x="2761" y="2340"/>
                    </a:cubicBezTo>
                    <a:cubicBezTo>
                      <a:pt x="3242" y="2340"/>
                      <a:pt x="3723" y="2340"/>
                      <a:pt x="4219" y="2340"/>
                    </a:cubicBezTo>
                    <a:cubicBezTo>
                      <a:pt x="4241" y="2117"/>
                      <a:pt x="4262" y="1893"/>
                      <a:pt x="4284" y="1663"/>
                    </a:cubicBezTo>
                    <a:cubicBezTo>
                      <a:pt x="4345" y="1180"/>
                      <a:pt x="4420" y="774"/>
                      <a:pt x="4714" y="374"/>
                    </a:cubicBezTo>
                    <a:cubicBezTo>
                      <a:pt x="4738" y="340"/>
                      <a:pt x="4761" y="306"/>
                      <a:pt x="4786" y="271"/>
                    </a:cubicBezTo>
                    <a:cubicBezTo>
                      <a:pt x="4862" y="180"/>
                      <a:pt x="4862" y="180"/>
                      <a:pt x="5053" y="49"/>
                    </a:cubicBezTo>
                    <a:cubicBezTo>
                      <a:pt x="5259" y="49"/>
                      <a:pt x="5465" y="49"/>
                      <a:pt x="5678" y="49"/>
                    </a:cubicBezTo>
                    <a:cubicBezTo>
                      <a:pt x="5712" y="633"/>
                      <a:pt x="5712" y="633"/>
                      <a:pt x="5886" y="3590"/>
                    </a:cubicBezTo>
                    <a:cubicBezTo>
                      <a:pt x="6161" y="3590"/>
                      <a:pt x="6436" y="3590"/>
                      <a:pt x="6719" y="3590"/>
                    </a:cubicBezTo>
                    <a:cubicBezTo>
                      <a:pt x="6720" y="3520"/>
                      <a:pt x="6720" y="3450"/>
                      <a:pt x="6721" y="3377"/>
                    </a:cubicBezTo>
                    <a:cubicBezTo>
                      <a:pt x="6740" y="3082"/>
                      <a:pt x="6769" y="2804"/>
                      <a:pt x="6928" y="2549"/>
                    </a:cubicBezTo>
                    <a:cubicBezTo>
                      <a:pt x="7257" y="2301"/>
                      <a:pt x="7697" y="2228"/>
                      <a:pt x="8094" y="2149"/>
                    </a:cubicBezTo>
                    <a:cubicBezTo>
                      <a:pt x="8175" y="2132"/>
                      <a:pt x="8257" y="2115"/>
                      <a:pt x="8338" y="2096"/>
                    </a:cubicBezTo>
                    <a:cubicBezTo>
                      <a:pt x="8631" y="2031"/>
                      <a:pt x="8924" y="1973"/>
                      <a:pt x="9219" y="1924"/>
                    </a:cubicBezTo>
                    <a:cubicBezTo>
                      <a:pt x="9254" y="2027"/>
                      <a:pt x="9254" y="2027"/>
                      <a:pt x="9428" y="2549"/>
                    </a:cubicBezTo>
                    <a:cubicBezTo>
                      <a:pt x="9483" y="2503"/>
                      <a:pt x="9538" y="2458"/>
                      <a:pt x="9595" y="2412"/>
                    </a:cubicBezTo>
                    <a:cubicBezTo>
                      <a:pt x="9669" y="2353"/>
                      <a:pt x="9744" y="2295"/>
                      <a:pt x="9818" y="2236"/>
                    </a:cubicBezTo>
                    <a:cubicBezTo>
                      <a:pt x="9854" y="2206"/>
                      <a:pt x="9891" y="2176"/>
                      <a:pt x="9928" y="2146"/>
                    </a:cubicBezTo>
                    <a:cubicBezTo>
                      <a:pt x="9964" y="2117"/>
                      <a:pt x="10000" y="2089"/>
                      <a:pt x="10038" y="2060"/>
                    </a:cubicBezTo>
                    <a:cubicBezTo>
                      <a:pt x="10071" y="2034"/>
                      <a:pt x="10103" y="2008"/>
                      <a:pt x="10137" y="1981"/>
                    </a:cubicBezTo>
                    <a:cubicBezTo>
                      <a:pt x="10261" y="1924"/>
                      <a:pt x="10261" y="1924"/>
                      <a:pt x="10678" y="1924"/>
                    </a:cubicBezTo>
                    <a:cubicBezTo>
                      <a:pt x="10712" y="2095"/>
                      <a:pt x="10712" y="2095"/>
                      <a:pt x="10886" y="2965"/>
                    </a:cubicBezTo>
                    <a:cubicBezTo>
                      <a:pt x="11562" y="2890"/>
                      <a:pt x="11909" y="2844"/>
                      <a:pt x="12344" y="2314"/>
                    </a:cubicBezTo>
                    <a:cubicBezTo>
                      <a:pt x="12659" y="1937"/>
                      <a:pt x="12659" y="1937"/>
                      <a:pt x="12898" y="1905"/>
                    </a:cubicBezTo>
                    <a:cubicBezTo>
                      <a:pt x="13226" y="1928"/>
                      <a:pt x="13483" y="2025"/>
                      <a:pt x="13803" y="2132"/>
                    </a:cubicBezTo>
                    <a:cubicBezTo>
                      <a:pt x="13734" y="2476"/>
                      <a:pt x="13665" y="2819"/>
                      <a:pt x="13594" y="3174"/>
                    </a:cubicBezTo>
                    <a:cubicBezTo>
                      <a:pt x="13457" y="3174"/>
                      <a:pt x="13319" y="3174"/>
                      <a:pt x="13178" y="3174"/>
                    </a:cubicBezTo>
                    <a:cubicBezTo>
                      <a:pt x="13090" y="3298"/>
                      <a:pt x="13047" y="3386"/>
                      <a:pt x="12995" y="3525"/>
                    </a:cubicBezTo>
                    <a:cubicBezTo>
                      <a:pt x="12838" y="3884"/>
                      <a:pt x="12647" y="4199"/>
                      <a:pt x="12411" y="4509"/>
                    </a:cubicBezTo>
                    <a:cubicBezTo>
                      <a:pt x="12375" y="4556"/>
                      <a:pt x="12341" y="4603"/>
                      <a:pt x="12307" y="4651"/>
                    </a:cubicBezTo>
                    <a:cubicBezTo>
                      <a:pt x="12165" y="4850"/>
                      <a:pt x="12023" y="5036"/>
                      <a:pt x="11774" y="5096"/>
                    </a:cubicBezTo>
                    <a:cubicBezTo>
                      <a:pt x="11600" y="5120"/>
                      <a:pt x="11470" y="5105"/>
                      <a:pt x="11303" y="5049"/>
                    </a:cubicBezTo>
                    <a:cubicBezTo>
                      <a:pt x="11165" y="4917"/>
                      <a:pt x="11076" y="4767"/>
                      <a:pt x="10983" y="4603"/>
                    </a:cubicBezTo>
                    <a:cubicBezTo>
                      <a:pt x="10818" y="4325"/>
                      <a:pt x="10623" y="4036"/>
                      <a:pt x="10296" y="3951"/>
                    </a:cubicBezTo>
                    <a:cubicBezTo>
                      <a:pt x="10102" y="3916"/>
                      <a:pt x="9911" y="3912"/>
                      <a:pt x="9714" y="3916"/>
                    </a:cubicBezTo>
                    <a:cubicBezTo>
                      <a:pt x="9698" y="3916"/>
                      <a:pt x="9698" y="3916"/>
                      <a:pt x="9618" y="3916"/>
                    </a:cubicBezTo>
                    <a:cubicBezTo>
                      <a:pt x="9353" y="3920"/>
                      <a:pt x="9106" y="3924"/>
                      <a:pt x="8900" y="4104"/>
                    </a:cubicBezTo>
                    <a:cubicBezTo>
                      <a:pt x="8884" y="4122"/>
                      <a:pt x="8884" y="4122"/>
                      <a:pt x="8804" y="4217"/>
                    </a:cubicBezTo>
                    <a:cubicBezTo>
                      <a:pt x="8657" y="4390"/>
                      <a:pt x="8563" y="4448"/>
                      <a:pt x="8343" y="4469"/>
                    </a:cubicBezTo>
                    <a:cubicBezTo>
                      <a:pt x="8216" y="4475"/>
                      <a:pt x="8090" y="4480"/>
                      <a:pt x="7963" y="4485"/>
                    </a:cubicBezTo>
                    <a:cubicBezTo>
                      <a:pt x="7251" y="4514"/>
                      <a:pt x="7251" y="4514"/>
                      <a:pt x="7028" y="4742"/>
                    </a:cubicBezTo>
                    <a:cubicBezTo>
                      <a:pt x="6847" y="5045"/>
                      <a:pt x="6801" y="5319"/>
                      <a:pt x="6719" y="5674"/>
                    </a:cubicBezTo>
                    <a:cubicBezTo>
                      <a:pt x="6375" y="5605"/>
                      <a:pt x="6032" y="5536"/>
                      <a:pt x="5678" y="5465"/>
                    </a:cubicBezTo>
                    <a:cubicBezTo>
                      <a:pt x="5678" y="5328"/>
                      <a:pt x="5678" y="5190"/>
                      <a:pt x="5678" y="5049"/>
                    </a:cubicBezTo>
                    <a:cubicBezTo>
                      <a:pt x="5471" y="5049"/>
                      <a:pt x="5265" y="5049"/>
                      <a:pt x="5053" y="5049"/>
                    </a:cubicBezTo>
                    <a:cubicBezTo>
                      <a:pt x="5053" y="5392"/>
                      <a:pt x="5053" y="5736"/>
                      <a:pt x="5053" y="6090"/>
                    </a:cubicBezTo>
                    <a:cubicBezTo>
                      <a:pt x="4466" y="6245"/>
                      <a:pt x="4466" y="6245"/>
                      <a:pt x="4266" y="6278"/>
                    </a:cubicBezTo>
                    <a:cubicBezTo>
                      <a:pt x="4223" y="6286"/>
                      <a:pt x="4179" y="6294"/>
                      <a:pt x="4133" y="6303"/>
                    </a:cubicBezTo>
                    <a:cubicBezTo>
                      <a:pt x="3971" y="6297"/>
                      <a:pt x="3915" y="6242"/>
                      <a:pt x="3803" y="6129"/>
                    </a:cubicBezTo>
                    <a:cubicBezTo>
                      <a:pt x="3774" y="6089"/>
                      <a:pt x="3746" y="6049"/>
                      <a:pt x="3717" y="6007"/>
                    </a:cubicBezTo>
                    <a:cubicBezTo>
                      <a:pt x="3560" y="5815"/>
                      <a:pt x="3313" y="5765"/>
                      <a:pt x="3086" y="5686"/>
                    </a:cubicBezTo>
                    <a:cubicBezTo>
                      <a:pt x="2652" y="5525"/>
                      <a:pt x="2233" y="5347"/>
                      <a:pt x="1972" y="4944"/>
                    </a:cubicBezTo>
                    <a:cubicBezTo>
                      <a:pt x="1822" y="4594"/>
                      <a:pt x="1887" y="4168"/>
                      <a:pt x="1928" y="3799"/>
                    </a:cubicBezTo>
                    <a:cubicBezTo>
                      <a:pt x="1773" y="3849"/>
                      <a:pt x="1640" y="3906"/>
                      <a:pt x="1511" y="4007"/>
                    </a:cubicBezTo>
                    <a:cubicBezTo>
                      <a:pt x="1451" y="4162"/>
                      <a:pt x="1458" y="4311"/>
                      <a:pt x="1461" y="4476"/>
                    </a:cubicBezTo>
                    <a:cubicBezTo>
                      <a:pt x="1459" y="4569"/>
                      <a:pt x="1456" y="4662"/>
                      <a:pt x="1453" y="4756"/>
                    </a:cubicBezTo>
                    <a:cubicBezTo>
                      <a:pt x="1452" y="4780"/>
                      <a:pt x="1452" y="4780"/>
                      <a:pt x="1450" y="4901"/>
                    </a:cubicBezTo>
                    <a:cubicBezTo>
                      <a:pt x="1421" y="5923"/>
                      <a:pt x="1421" y="5923"/>
                      <a:pt x="1253" y="6160"/>
                    </a:cubicBezTo>
                    <a:cubicBezTo>
                      <a:pt x="1047" y="6346"/>
                      <a:pt x="766" y="6350"/>
                      <a:pt x="502" y="6346"/>
                    </a:cubicBezTo>
                    <a:cubicBezTo>
                      <a:pt x="343" y="6333"/>
                      <a:pt x="273" y="6307"/>
                      <a:pt x="144" y="6212"/>
                    </a:cubicBezTo>
                    <a:cubicBezTo>
                      <a:pt x="32" y="6062"/>
                      <a:pt x="19" y="5946"/>
                      <a:pt x="17" y="5765"/>
                    </a:cubicBezTo>
                    <a:cubicBezTo>
                      <a:pt x="17" y="5734"/>
                      <a:pt x="16" y="5703"/>
                      <a:pt x="15" y="5671"/>
                    </a:cubicBezTo>
                    <a:cubicBezTo>
                      <a:pt x="14" y="5606"/>
                      <a:pt x="14" y="5540"/>
                      <a:pt x="14" y="5474"/>
                    </a:cubicBezTo>
                    <a:cubicBezTo>
                      <a:pt x="14" y="5375"/>
                      <a:pt x="10" y="5276"/>
                      <a:pt x="6" y="5177"/>
                    </a:cubicBezTo>
                    <a:cubicBezTo>
                      <a:pt x="5" y="5112"/>
                      <a:pt x="5" y="5048"/>
                      <a:pt x="5" y="4984"/>
                    </a:cubicBezTo>
                    <a:cubicBezTo>
                      <a:pt x="4" y="4970"/>
                      <a:pt x="4" y="4970"/>
                      <a:pt x="0" y="4896"/>
                    </a:cubicBezTo>
                    <a:cubicBezTo>
                      <a:pt x="4" y="4732"/>
                      <a:pt x="27" y="4657"/>
                      <a:pt x="146" y="4539"/>
                    </a:cubicBezTo>
                    <a:cubicBezTo>
                      <a:pt x="165" y="4523"/>
                      <a:pt x="165" y="4523"/>
                      <a:pt x="260" y="4441"/>
                    </a:cubicBezTo>
                    <a:cubicBezTo>
                      <a:pt x="462" y="4252"/>
                      <a:pt x="516" y="4117"/>
                      <a:pt x="530" y="3843"/>
                    </a:cubicBezTo>
                    <a:cubicBezTo>
                      <a:pt x="531" y="3787"/>
                      <a:pt x="532" y="3731"/>
                      <a:pt x="533" y="3676"/>
                    </a:cubicBezTo>
                    <a:cubicBezTo>
                      <a:pt x="534" y="3587"/>
                      <a:pt x="537" y="3499"/>
                      <a:pt x="541" y="3410"/>
                    </a:cubicBezTo>
                    <a:cubicBezTo>
                      <a:pt x="553" y="3159"/>
                      <a:pt x="559" y="2908"/>
                      <a:pt x="564" y="2657"/>
                    </a:cubicBezTo>
                    <a:cubicBezTo>
                      <a:pt x="567" y="2502"/>
                      <a:pt x="574" y="2348"/>
                      <a:pt x="582" y="2193"/>
                    </a:cubicBezTo>
                    <a:cubicBezTo>
                      <a:pt x="584" y="2135"/>
                      <a:pt x="586" y="2076"/>
                      <a:pt x="586" y="2018"/>
                    </a:cubicBezTo>
                    <a:cubicBezTo>
                      <a:pt x="586" y="1834"/>
                      <a:pt x="593" y="1674"/>
                      <a:pt x="678" y="1507"/>
                    </a:cubicBezTo>
                    <a:cubicBezTo>
                      <a:pt x="801" y="1429"/>
                      <a:pt x="936" y="1394"/>
                      <a:pt x="1080" y="1368"/>
                    </a:cubicBezTo>
                    <a:cubicBezTo>
                      <a:pt x="1163" y="1352"/>
                      <a:pt x="1163" y="1352"/>
                      <a:pt x="1303" y="1299"/>
                    </a:cubicBezTo>
                    <a:cubicBezTo>
                      <a:pt x="1358" y="1142"/>
                      <a:pt x="1374" y="1000"/>
                      <a:pt x="1358" y="836"/>
                    </a:cubicBezTo>
                    <a:cubicBezTo>
                      <a:pt x="1355" y="807"/>
                      <a:pt x="1352" y="778"/>
                      <a:pt x="1350" y="749"/>
                    </a:cubicBezTo>
                    <a:cubicBezTo>
                      <a:pt x="1347" y="720"/>
                      <a:pt x="1344" y="691"/>
                      <a:pt x="1342" y="661"/>
                    </a:cubicBezTo>
                    <a:cubicBezTo>
                      <a:pt x="1338" y="601"/>
                      <a:pt x="1336" y="542"/>
                      <a:pt x="1333" y="483"/>
                    </a:cubicBezTo>
                    <a:cubicBezTo>
                      <a:pt x="1326" y="338"/>
                      <a:pt x="1315" y="193"/>
                      <a:pt x="1303" y="49"/>
                    </a:cubicBezTo>
                    <a:close/>
                  </a:path>
                </a:pathLst>
              </a:custGeom>
              <a:solidFill>
                <a:srgbClr val="63ADAD"/>
              </a:solidFill>
              <a:ln w="2646" cap="flat">
                <a:noFill/>
              </a:ln>
            </p:spPr>
          </p:sp>
          <p:sp>
            <p:nvSpPr>
              <p:cNvPr id="3774" name="ICON_C_SIGNAL_GRAPHIC_path_007"/>
              <p:cNvSpPr/>
              <p:nvPr/>
            </p:nvSpPr>
            <p:spPr>
              <a:xfrm>
                <a:off x="3142652" y="7437438"/>
                <a:ext cx="160618" cy="119062"/>
              </a:xfrm>
              <a:custGeom>
                <a:avLst/>
                <a:gdLst/>
                <a:ahLst/>
                <a:cxnLst/>
                <a:rect l="0" t="0" r="r" b="b"/>
                <a:pathLst>
                  <a:path w="12647" h="9375" fill="norm" stroke="0">
                    <a:moveTo>
                      <a:pt x="11297" y="0"/>
                    </a:moveTo>
                    <a:cubicBezTo>
                      <a:pt x="11503" y="0"/>
                      <a:pt x="11710" y="0"/>
                      <a:pt x="11922" y="0"/>
                    </a:cubicBezTo>
                    <a:cubicBezTo>
                      <a:pt x="11923" y="34"/>
                      <a:pt x="11923" y="34"/>
                      <a:pt x="11927" y="203"/>
                    </a:cubicBezTo>
                    <a:cubicBezTo>
                      <a:pt x="11943" y="834"/>
                      <a:pt x="11962" y="1466"/>
                      <a:pt x="11982" y="2097"/>
                    </a:cubicBezTo>
                    <a:cubicBezTo>
                      <a:pt x="11993" y="2422"/>
                      <a:pt x="12002" y="2746"/>
                      <a:pt x="12010" y="3071"/>
                    </a:cubicBezTo>
                    <a:cubicBezTo>
                      <a:pt x="12017" y="3354"/>
                      <a:pt x="12025" y="3637"/>
                      <a:pt x="12035" y="3920"/>
                    </a:cubicBezTo>
                    <a:cubicBezTo>
                      <a:pt x="12040" y="4070"/>
                      <a:pt x="12045" y="4220"/>
                      <a:pt x="12048" y="4369"/>
                    </a:cubicBezTo>
                    <a:cubicBezTo>
                      <a:pt x="12050" y="4511"/>
                      <a:pt x="12055" y="4652"/>
                      <a:pt x="12061" y="4793"/>
                    </a:cubicBezTo>
                    <a:cubicBezTo>
                      <a:pt x="12064" y="4869"/>
                      <a:pt x="12065" y="4945"/>
                      <a:pt x="12065" y="5021"/>
                    </a:cubicBezTo>
                    <a:cubicBezTo>
                      <a:pt x="12079" y="5298"/>
                      <a:pt x="12132" y="5454"/>
                      <a:pt x="12339" y="5641"/>
                    </a:cubicBezTo>
                    <a:cubicBezTo>
                      <a:pt x="12377" y="5672"/>
                      <a:pt x="12414" y="5702"/>
                      <a:pt x="12453" y="5734"/>
                    </a:cubicBezTo>
                    <a:cubicBezTo>
                      <a:pt x="12636" y="5927"/>
                      <a:pt x="12611" y="6184"/>
                      <a:pt x="12610" y="6437"/>
                    </a:cubicBezTo>
                    <a:cubicBezTo>
                      <a:pt x="12611" y="6495"/>
                      <a:pt x="12611" y="6553"/>
                      <a:pt x="12613" y="6612"/>
                    </a:cubicBezTo>
                    <a:cubicBezTo>
                      <a:pt x="12614" y="6733"/>
                      <a:pt x="12614" y="6855"/>
                      <a:pt x="12613" y="6976"/>
                    </a:cubicBezTo>
                    <a:cubicBezTo>
                      <a:pt x="12612" y="7099"/>
                      <a:pt x="12613" y="7222"/>
                      <a:pt x="12617" y="7345"/>
                    </a:cubicBezTo>
                    <a:cubicBezTo>
                      <a:pt x="12636" y="7964"/>
                      <a:pt x="12647" y="8521"/>
                      <a:pt x="12270" y="9045"/>
                    </a:cubicBezTo>
                    <a:cubicBezTo>
                      <a:pt x="12245" y="9079"/>
                      <a:pt x="12221" y="9114"/>
                      <a:pt x="12196" y="9149"/>
                    </a:cubicBezTo>
                    <a:cubicBezTo>
                      <a:pt x="12118" y="9241"/>
                      <a:pt x="12118" y="9241"/>
                      <a:pt x="11922" y="9375"/>
                    </a:cubicBezTo>
                    <a:cubicBezTo>
                      <a:pt x="11716" y="9375"/>
                      <a:pt x="11510" y="9375"/>
                      <a:pt x="11297" y="9375"/>
                    </a:cubicBezTo>
                    <a:cubicBezTo>
                      <a:pt x="11297" y="8138"/>
                      <a:pt x="11297" y="6900"/>
                      <a:pt x="11297" y="5625"/>
                    </a:cubicBezTo>
                    <a:cubicBezTo>
                      <a:pt x="11091" y="5625"/>
                      <a:pt x="10885" y="5625"/>
                      <a:pt x="10672" y="5625"/>
                    </a:cubicBezTo>
                    <a:cubicBezTo>
                      <a:pt x="10545" y="5772"/>
                      <a:pt x="10500" y="5842"/>
                      <a:pt x="10438" y="6016"/>
                    </a:cubicBezTo>
                    <a:cubicBezTo>
                      <a:pt x="10407" y="6089"/>
                      <a:pt x="10376" y="6162"/>
                      <a:pt x="10345" y="6235"/>
                    </a:cubicBezTo>
                    <a:cubicBezTo>
                      <a:pt x="10299" y="6349"/>
                      <a:pt x="10254" y="6463"/>
                      <a:pt x="10209" y="6577"/>
                    </a:cubicBezTo>
                    <a:cubicBezTo>
                      <a:pt x="10090" y="6852"/>
                      <a:pt x="10090" y="6852"/>
                      <a:pt x="9975" y="6914"/>
                    </a:cubicBezTo>
                    <a:cubicBezTo>
                      <a:pt x="9891" y="6931"/>
                      <a:pt x="9820" y="6932"/>
                      <a:pt x="9735" y="6927"/>
                    </a:cubicBezTo>
                    <a:cubicBezTo>
                      <a:pt x="9721" y="6928"/>
                      <a:pt x="9721" y="6928"/>
                      <a:pt x="9652" y="6932"/>
                    </a:cubicBezTo>
                    <a:cubicBezTo>
                      <a:pt x="9558" y="6930"/>
                      <a:pt x="9504" y="6923"/>
                      <a:pt x="9422" y="6875"/>
                    </a:cubicBezTo>
                    <a:cubicBezTo>
                      <a:pt x="9374" y="6777"/>
                      <a:pt x="9374" y="6777"/>
                      <a:pt x="9330" y="6660"/>
                    </a:cubicBezTo>
                    <a:cubicBezTo>
                      <a:pt x="9281" y="6546"/>
                      <a:pt x="9281" y="6546"/>
                      <a:pt x="9214" y="6458"/>
                    </a:cubicBezTo>
                    <a:cubicBezTo>
                      <a:pt x="9036" y="6423"/>
                      <a:pt x="8879" y="6466"/>
                      <a:pt x="8706" y="6510"/>
                    </a:cubicBezTo>
                    <a:cubicBezTo>
                      <a:pt x="8683" y="6516"/>
                      <a:pt x="8683" y="6516"/>
                      <a:pt x="8563" y="6545"/>
                    </a:cubicBezTo>
                    <a:cubicBezTo>
                      <a:pt x="8021" y="6689"/>
                      <a:pt x="8021" y="6689"/>
                      <a:pt x="7825" y="6929"/>
                    </a:cubicBezTo>
                    <a:cubicBezTo>
                      <a:pt x="7637" y="7283"/>
                      <a:pt x="7604" y="7734"/>
                      <a:pt x="7547" y="8125"/>
                    </a:cubicBezTo>
                    <a:cubicBezTo>
                      <a:pt x="7341" y="8125"/>
                      <a:pt x="7135" y="8125"/>
                      <a:pt x="6922" y="8125"/>
                    </a:cubicBezTo>
                    <a:cubicBezTo>
                      <a:pt x="6922" y="7300"/>
                      <a:pt x="6922" y="6475"/>
                      <a:pt x="6922" y="5625"/>
                    </a:cubicBezTo>
                    <a:cubicBezTo>
                      <a:pt x="6647" y="5831"/>
                      <a:pt x="6372" y="6038"/>
                      <a:pt x="6089" y="6250"/>
                    </a:cubicBezTo>
                    <a:cubicBezTo>
                      <a:pt x="5951" y="6250"/>
                      <a:pt x="5814" y="6250"/>
                      <a:pt x="5672" y="6250"/>
                    </a:cubicBezTo>
                    <a:cubicBezTo>
                      <a:pt x="5638" y="6078"/>
                      <a:pt x="5638" y="6078"/>
                      <a:pt x="5464" y="5208"/>
                    </a:cubicBezTo>
                    <a:cubicBezTo>
                      <a:pt x="4363" y="5076"/>
                      <a:pt x="4363" y="5076"/>
                      <a:pt x="4005" y="5208"/>
                    </a:cubicBezTo>
                    <a:cubicBezTo>
                      <a:pt x="3750" y="5437"/>
                      <a:pt x="3697" y="5796"/>
                      <a:pt x="3623" y="6118"/>
                    </a:cubicBezTo>
                    <a:cubicBezTo>
                      <a:pt x="3574" y="6307"/>
                      <a:pt x="3497" y="6463"/>
                      <a:pt x="3393" y="6628"/>
                    </a:cubicBezTo>
                    <a:cubicBezTo>
                      <a:pt x="3380" y="6653"/>
                      <a:pt x="3367" y="6679"/>
                      <a:pt x="3354" y="6706"/>
                    </a:cubicBezTo>
                    <a:cubicBezTo>
                      <a:pt x="3310" y="6775"/>
                      <a:pt x="3310" y="6775"/>
                      <a:pt x="3172" y="6875"/>
                    </a:cubicBezTo>
                    <a:cubicBezTo>
                      <a:pt x="2966" y="6875"/>
                      <a:pt x="2760" y="6875"/>
                      <a:pt x="2547" y="6875"/>
                    </a:cubicBezTo>
                    <a:cubicBezTo>
                      <a:pt x="2547" y="6256"/>
                      <a:pt x="2547" y="5638"/>
                      <a:pt x="2547" y="5000"/>
                    </a:cubicBezTo>
                    <a:cubicBezTo>
                      <a:pt x="2341" y="5000"/>
                      <a:pt x="2135" y="5000"/>
                      <a:pt x="1922" y="5000"/>
                    </a:cubicBezTo>
                    <a:cubicBezTo>
                      <a:pt x="1796" y="5133"/>
                      <a:pt x="1760" y="5189"/>
                      <a:pt x="1701" y="5352"/>
                    </a:cubicBezTo>
                    <a:cubicBezTo>
                      <a:pt x="1693" y="5370"/>
                      <a:pt x="1693" y="5370"/>
                      <a:pt x="1652" y="5463"/>
                    </a:cubicBezTo>
                    <a:cubicBezTo>
                      <a:pt x="1600" y="5586"/>
                      <a:pt x="1552" y="5709"/>
                      <a:pt x="1505" y="5833"/>
                    </a:cubicBezTo>
                    <a:cubicBezTo>
                      <a:pt x="1471" y="5922"/>
                      <a:pt x="1437" y="6010"/>
                      <a:pt x="1402" y="6099"/>
                    </a:cubicBezTo>
                    <a:cubicBezTo>
                      <a:pt x="1385" y="6143"/>
                      <a:pt x="1367" y="6187"/>
                      <a:pt x="1350" y="6233"/>
                    </a:cubicBezTo>
                    <a:cubicBezTo>
                      <a:pt x="921" y="7326"/>
                      <a:pt x="921" y="7326"/>
                      <a:pt x="672" y="7500"/>
                    </a:cubicBezTo>
                    <a:cubicBezTo>
                      <a:pt x="465" y="7566"/>
                      <a:pt x="257" y="7538"/>
                      <a:pt x="47" y="7500"/>
                    </a:cubicBezTo>
                    <a:cubicBezTo>
                      <a:pt x="35" y="7335"/>
                      <a:pt x="27" y="7170"/>
                      <a:pt x="21" y="7005"/>
                    </a:cubicBezTo>
                    <a:cubicBezTo>
                      <a:pt x="17" y="6959"/>
                      <a:pt x="14" y="6913"/>
                      <a:pt x="10" y="6865"/>
                    </a:cubicBezTo>
                    <a:cubicBezTo>
                      <a:pt x="0" y="6511"/>
                      <a:pt x="0" y="6511"/>
                      <a:pt x="139" y="6356"/>
                    </a:cubicBezTo>
                    <a:cubicBezTo>
                      <a:pt x="158" y="6340"/>
                      <a:pt x="158" y="6340"/>
                      <a:pt x="252" y="6260"/>
                    </a:cubicBezTo>
                    <a:cubicBezTo>
                      <a:pt x="483" y="6058"/>
                      <a:pt x="507" y="5912"/>
                      <a:pt x="527" y="5621"/>
                    </a:cubicBezTo>
                    <a:cubicBezTo>
                      <a:pt x="530" y="5559"/>
                      <a:pt x="533" y="5496"/>
                      <a:pt x="536" y="5434"/>
                    </a:cubicBezTo>
                    <a:cubicBezTo>
                      <a:pt x="571" y="4826"/>
                      <a:pt x="693" y="4382"/>
                      <a:pt x="1147" y="3960"/>
                    </a:cubicBezTo>
                    <a:cubicBezTo>
                      <a:pt x="1345" y="3807"/>
                      <a:pt x="1502" y="3729"/>
                      <a:pt x="1755" y="3739"/>
                    </a:cubicBezTo>
                    <a:cubicBezTo>
                      <a:pt x="1982" y="3774"/>
                      <a:pt x="2196" y="3839"/>
                      <a:pt x="2412" y="3913"/>
                    </a:cubicBezTo>
                    <a:cubicBezTo>
                      <a:pt x="2958" y="4098"/>
                      <a:pt x="3517" y="4273"/>
                      <a:pt x="4070" y="4036"/>
                    </a:cubicBezTo>
                    <a:cubicBezTo>
                      <a:pt x="4220" y="3961"/>
                      <a:pt x="4326" y="3888"/>
                      <a:pt x="4422" y="3750"/>
                    </a:cubicBezTo>
                    <a:cubicBezTo>
                      <a:pt x="4518" y="3411"/>
                      <a:pt x="4473" y="3052"/>
                      <a:pt x="4422" y="2708"/>
                    </a:cubicBezTo>
                    <a:cubicBezTo>
                      <a:pt x="4591" y="2667"/>
                      <a:pt x="4760" y="2629"/>
                      <a:pt x="4930" y="2591"/>
                    </a:cubicBezTo>
                    <a:cubicBezTo>
                      <a:pt x="4978" y="2579"/>
                      <a:pt x="5026" y="2568"/>
                      <a:pt x="5075" y="2556"/>
                    </a:cubicBezTo>
                    <a:cubicBezTo>
                      <a:pt x="5098" y="2551"/>
                      <a:pt x="5098" y="2551"/>
                      <a:pt x="5216" y="2525"/>
                    </a:cubicBezTo>
                    <a:cubicBezTo>
                      <a:pt x="5258" y="2515"/>
                      <a:pt x="5301" y="2506"/>
                      <a:pt x="5344" y="2495"/>
                    </a:cubicBezTo>
                    <a:cubicBezTo>
                      <a:pt x="5464" y="2500"/>
                      <a:pt x="5464" y="2500"/>
                      <a:pt x="5579" y="2581"/>
                    </a:cubicBezTo>
                    <a:cubicBezTo>
                      <a:pt x="5700" y="2721"/>
                      <a:pt x="5718" y="2869"/>
                      <a:pt x="5738" y="3048"/>
                    </a:cubicBezTo>
                    <a:cubicBezTo>
                      <a:pt x="5742" y="3080"/>
                      <a:pt x="5747" y="3112"/>
                      <a:pt x="5751" y="3145"/>
                    </a:cubicBezTo>
                    <a:cubicBezTo>
                      <a:pt x="5765" y="3247"/>
                      <a:pt x="5777" y="3349"/>
                      <a:pt x="5789" y="3450"/>
                    </a:cubicBezTo>
                    <a:cubicBezTo>
                      <a:pt x="5798" y="3520"/>
                      <a:pt x="5807" y="3589"/>
                      <a:pt x="5816" y="3659"/>
                    </a:cubicBezTo>
                    <a:cubicBezTo>
                      <a:pt x="5839" y="3828"/>
                      <a:pt x="5860" y="3997"/>
                      <a:pt x="5880" y="4167"/>
                    </a:cubicBezTo>
                    <a:cubicBezTo>
                      <a:pt x="6015" y="4179"/>
                      <a:pt x="6149" y="4186"/>
                      <a:pt x="6284" y="4193"/>
                    </a:cubicBezTo>
                    <a:cubicBezTo>
                      <a:pt x="6322" y="4196"/>
                      <a:pt x="6360" y="4200"/>
                      <a:pt x="6399" y="4203"/>
                    </a:cubicBezTo>
                    <a:cubicBezTo>
                      <a:pt x="6517" y="4207"/>
                      <a:pt x="6602" y="4207"/>
                      <a:pt x="6714" y="4167"/>
                    </a:cubicBezTo>
                    <a:cubicBezTo>
                      <a:pt x="6814" y="4038"/>
                      <a:pt x="6870" y="3904"/>
                      <a:pt x="6922" y="3750"/>
                    </a:cubicBezTo>
                    <a:cubicBezTo>
                      <a:pt x="7339" y="3958"/>
                      <a:pt x="7755" y="4167"/>
                      <a:pt x="8172" y="4375"/>
                    </a:cubicBezTo>
                    <a:cubicBezTo>
                      <a:pt x="8182" y="4352"/>
                      <a:pt x="8193" y="4329"/>
                      <a:pt x="8204" y="4305"/>
                    </a:cubicBezTo>
                    <a:cubicBezTo>
                      <a:pt x="8323" y="4045"/>
                      <a:pt x="8452" y="3792"/>
                      <a:pt x="8589" y="3542"/>
                    </a:cubicBezTo>
                    <a:cubicBezTo>
                      <a:pt x="8603" y="3514"/>
                      <a:pt x="8618" y="3486"/>
                      <a:pt x="8632" y="3458"/>
                    </a:cubicBezTo>
                    <a:cubicBezTo>
                      <a:pt x="8730" y="3283"/>
                      <a:pt x="8815" y="3189"/>
                      <a:pt x="9005" y="3125"/>
                    </a:cubicBezTo>
                    <a:cubicBezTo>
                      <a:pt x="9361" y="3138"/>
                      <a:pt x="9707" y="3235"/>
                      <a:pt x="10047" y="3333"/>
                    </a:cubicBezTo>
                    <a:cubicBezTo>
                      <a:pt x="10047" y="3471"/>
                      <a:pt x="10047" y="3608"/>
                      <a:pt x="10047" y="3750"/>
                    </a:cubicBezTo>
                    <a:cubicBezTo>
                      <a:pt x="10253" y="3750"/>
                      <a:pt x="10460" y="3750"/>
                      <a:pt x="10672" y="3750"/>
                    </a:cubicBezTo>
                    <a:cubicBezTo>
                      <a:pt x="10667" y="3680"/>
                      <a:pt x="10662" y="3609"/>
                      <a:pt x="10657" y="3537"/>
                    </a:cubicBezTo>
                    <a:cubicBezTo>
                      <a:pt x="10654" y="3443"/>
                      <a:pt x="10650" y="3349"/>
                      <a:pt x="10646" y="3255"/>
                    </a:cubicBezTo>
                    <a:cubicBezTo>
                      <a:pt x="10642" y="3209"/>
                      <a:pt x="10639" y="3163"/>
                      <a:pt x="10635" y="3115"/>
                    </a:cubicBezTo>
                    <a:cubicBezTo>
                      <a:pt x="10625" y="2759"/>
                      <a:pt x="10625" y="2759"/>
                      <a:pt x="10764" y="2610"/>
                    </a:cubicBezTo>
                    <a:cubicBezTo>
                      <a:pt x="10802" y="2579"/>
                      <a:pt x="10839" y="2549"/>
                      <a:pt x="10877" y="2517"/>
                    </a:cubicBezTo>
                    <a:cubicBezTo>
                      <a:pt x="11127" y="2291"/>
                      <a:pt x="11159" y="2077"/>
                      <a:pt x="11175" y="1750"/>
                    </a:cubicBezTo>
                    <a:cubicBezTo>
                      <a:pt x="11179" y="1699"/>
                      <a:pt x="11183" y="1649"/>
                      <a:pt x="11187" y="1597"/>
                    </a:cubicBezTo>
                    <a:cubicBezTo>
                      <a:pt x="11198" y="1465"/>
                      <a:pt x="11206" y="1333"/>
                      <a:pt x="11214" y="1201"/>
                    </a:cubicBezTo>
                    <a:cubicBezTo>
                      <a:pt x="11222" y="1065"/>
                      <a:pt x="11233" y="930"/>
                      <a:pt x="11243" y="794"/>
                    </a:cubicBezTo>
                    <a:cubicBezTo>
                      <a:pt x="11263" y="530"/>
                      <a:pt x="11281" y="265"/>
                      <a:pt x="11297" y="0"/>
                    </a:cubicBezTo>
                    <a:close/>
                  </a:path>
                </a:pathLst>
              </a:custGeom>
              <a:solidFill>
                <a:srgbClr val="EE56AC"/>
              </a:solidFill>
              <a:ln w="2646" cap="flat">
                <a:noFill/>
              </a:ln>
            </p:spPr>
          </p:sp>
          <p:sp>
            <p:nvSpPr>
              <p:cNvPr id="3775" name="ICON_C_SIGNAL_GRAPHIC_path_008"/>
              <p:cNvSpPr/>
              <p:nvPr/>
            </p:nvSpPr>
            <p:spPr>
              <a:xfrm>
                <a:off x="3602466" y="7452400"/>
                <a:ext cx="152755" cy="112038"/>
              </a:xfrm>
              <a:custGeom>
                <a:avLst/>
                <a:gdLst/>
                <a:ahLst/>
                <a:cxnLst/>
                <a:rect l="0" t="0" r="r" b="b"/>
                <a:pathLst>
                  <a:path w="12028" h="8822" fill="norm" stroke="0">
                    <a:moveTo>
                      <a:pt x="4466" y="72"/>
                    </a:moveTo>
                    <a:cubicBezTo>
                      <a:pt x="4895" y="0"/>
                      <a:pt x="4895" y="0"/>
                      <a:pt x="5091" y="72"/>
                    </a:cubicBezTo>
                    <a:cubicBezTo>
                      <a:pt x="5232" y="256"/>
                      <a:pt x="5274" y="461"/>
                      <a:pt x="5326" y="684"/>
                    </a:cubicBezTo>
                    <a:cubicBezTo>
                      <a:pt x="5348" y="771"/>
                      <a:pt x="5372" y="858"/>
                      <a:pt x="5396" y="945"/>
                    </a:cubicBezTo>
                    <a:cubicBezTo>
                      <a:pt x="5410" y="999"/>
                      <a:pt x="5424" y="1053"/>
                      <a:pt x="5437" y="1108"/>
                    </a:cubicBezTo>
                    <a:cubicBezTo>
                      <a:pt x="5473" y="1252"/>
                      <a:pt x="5504" y="1319"/>
                      <a:pt x="5616" y="1420"/>
                    </a:cubicBezTo>
                    <a:cubicBezTo>
                      <a:pt x="5761" y="1579"/>
                      <a:pt x="5743" y="1708"/>
                      <a:pt x="5737" y="1915"/>
                    </a:cubicBezTo>
                    <a:cubicBezTo>
                      <a:pt x="5736" y="1952"/>
                      <a:pt x="5736" y="1989"/>
                      <a:pt x="5736" y="2026"/>
                    </a:cubicBezTo>
                    <a:cubicBezTo>
                      <a:pt x="5735" y="2143"/>
                      <a:pt x="5732" y="2260"/>
                      <a:pt x="5729" y="2376"/>
                    </a:cubicBezTo>
                    <a:cubicBezTo>
                      <a:pt x="5728" y="2456"/>
                      <a:pt x="5727" y="2535"/>
                      <a:pt x="5726" y="2615"/>
                    </a:cubicBezTo>
                    <a:cubicBezTo>
                      <a:pt x="5724" y="2809"/>
                      <a:pt x="5721" y="3003"/>
                      <a:pt x="5716" y="3197"/>
                    </a:cubicBezTo>
                    <a:cubicBezTo>
                      <a:pt x="5884" y="3158"/>
                      <a:pt x="6005" y="3105"/>
                      <a:pt x="6133" y="2989"/>
                    </a:cubicBezTo>
                    <a:cubicBezTo>
                      <a:pt x="6208" y="2755"/>
                      <a:pt x="6221" y="2516"/>
                      <a:pt x="6237" y="2272"/>
                    </a:cubicBezTo>
                    <a:cubicBezTo>
                      <a:pt x="6286" y="1545"/>
                      <a:pt x="6286" y="1545"/>
                      <a:pt x="6548" y="1310"/>
                    </a:cubicBezTo>
                    <a:cubicBezTo>
                      <a:pt x="6585" y="1278"/>
                      <a:pt x="6622" y="1247"/>
                      <a:pt x="6660" y="1215"/>
                    </a:cubicBezTo>
                    <a:cubicBezTo>
                      <a:pt x="6836" y="1033"/>
                      <a:pt x="6854" y="810"/>
                      <a:pt x="6888" y="567"/>
                    </a:cubicBezTo>
                    <a:cubicBezTo>
                      <a:pt x="6896" y="519"/>
                      <a:pt x="6904" y="471"/>
                      <a:pt x="6913" y="422"/>
                    </a:cubicBezTo>
                    <a:cubicBezTo>
                      <a:pt x="6932" y="305"/>
                      <a:pt x="6949" y="189"/>
                      <a:pt x="6966" y="72"/>
                    </a:cubicBezTo>
                    <a:cubicBezTo>
                      <a:pt x="7173" y="72"/>
                      <a:pt x="7379" y="72"/>
                      <a:pt x="7591" y="72"/>
                    </a:cubicBezTo>
                    <a:cubicBezTo>
                      <a:pt x="7593" y="96"/>
                      <a:pt x="7593" y="96"/>
                      <a:pt x="7604" y="218"/>
                    </a:cubicBezTo>
                    <a:cubicBezTo>
                      <a:pt x="7620" y="399"/>
                      <a:pt x="7638" y="580"/>
                      <a:pt x="7657" y="761"/>
                    </a:cubicBezTo>
                    <a:cubicBezTo>
                      <a:pt x="7665" y="839"/>
                      <a:pt x="7673" y="917"/>
                      <a:pt x="7679" y="995"/>
                    </a:cubicBezTo>
                    <a:cubicBezTo>
                      <a:pt x="7742" y="1727"/>
                      <a:pt x="7742" y="1727"/>
                      <a:pt x="8002" y="1969"/>
                    </a:cubicBezTo>
                    <a:cubicBezTo>
                      <a:pt x="8039" y="1999"/>
                      <a:pt x="8076" y="2030"/>
                      <a:pt x="8114" y="2061"/>
                    </a:cubicBezTo>
                    <a:cubicBezTo>
                      <a:pt x="8293" y="2226"/>
                      <a:pt x="8357" y="2438"/>
                      <a:pt x="8438" y="2663"/>
                    </a:cubicBezTo>
                    <a:cubicBezTo>
                      <a:pt x="8455" y="2709"/>
                      <a:pt x="8473" y="2754"/>
                      <a:pt x="8491" y="2801"/>
                    </a:cubicBezTo>
                    <a:cubicBezTo>
                      <a:pt x="8567" y="3000"/>
                      <a:pt x="8636" y="3196"/>
                      <a:pt x="8683" y="3404"/>
                    </a:cubicBezTo>
                    <a:cubicBezTo>
                      <a:pt x="8751" y="3696"/>
                      <a:pt x="8751" y="3696"/>
                      <a:pt x="8841" y="3822"/>
                    </a:cubicBezTo>
                    <a:cubicBezTo>
                      <a:pt x="9060" y="3876"/>
                      <a:pt x="9246" y="3859"/>
                      <a:pt x="9466" y="3822"/>
                    </a:cubicBezTo>
                    <a:cubicBezTo>
                      <a:pt x="9465" y="3807"/>
                      <a:pt x="9465" y="3807"/>
                      <a:pt x="9460" y="3733"/>
                    </a:cubicBezTo>
                    <a:cubicBezTo>
                      <a:pt x="9451" y="3598"/>
                      <a:pt x="9446" y="3462"/>
                      <a:pt x="9440" y="3327"/>
                    </a:cubicBezTo>
                    <a:cubicBezTo>
                      <a:pt x="9437" y="3281"/>
                      <a:pt x="9433" y="3235"/>
                      <a:pt x="9430" y="3187"/>
                    </a:cubicBezTo>
                    <a:cubicBezTo>
                      <a:pt x="9419" y="2833"/>
                      <a:pt x="9419" y="2833"/>
                      <a:pt x="9558" y="2678"/>
                    </a:cubicBezTo>
                    <a:cubicBezTo>
                      <a:pt x="9595" y="2646"/>
                      <a:pt x="9632" y="2614"/>
                      <a:pt x="9670" y="2582"/>
                    </a:cubicBezTo>
                    <a:cubicBezTo>
                      <a:pt x="9925" y="2359"/>
                      <a:pt x="9938" y="2171"/>
                      <a:pt x="9962" y="1850"/>
                    </a:cubicBezTo>
                    <a:cubicBezTo>
                      <a:pt x="9963" y="1835"/>
                      <a:pt x="9963" y="1835"/>
                      <a:pt x="9968" y="1756"/>
                    </a:cubicBezTo>
                    <a:cubicBezTo>
                      <a:pt x="10002" y="1249"/>
                      <a:pt x="10070" y="815"/>
                      <a:pt x="10378" y="397"/>
                    </a:cubicBezTo>
                    <a:cubicBezTo>
                      <a:pt x="10401" y="363"/>
                      <a:pt x="10425" y="329"/>
                      <a:pt x="10450" y="294"/>
                    </a:cubicBezTo>
                    <a:cubicBezTo>
                      <a:pt x="10593" y="122"/>
                      <a:pt x="10733" y="50"/>
                      <a:pt x="10951" y="19"/>
                    </a:cubicBezTo>
                    <a:cubicBezTo>
                      <a:pt x="11100" y="9"/>
                      <a:pt x="11198" y="22"/>
                      <a:pt x="11341" y="72"/>
                    </a:cubicBezTo>
                    <a:cubicBezTo>
                      <a:pt x="11480" y="258"/>
                      <a:pt x="11524" y="460"/>
                      <a:pt x="11576" y="684"/>
                    </a:cubicBezTo>
                    <a:cubicBezTo>
                      <a:pt x="11598" y="771"/>
                      <a:pt x="11622" y="858"/>
                      <a:pt x="11646" y="945"/>
                    </a:cubicBezTo>
                    <a:cubicBezTo>
                      <a:pt x="11660" y="999"/>
                      <a:pt x="11674" y="1053"/>
                      <a:pt x="11687" y="1108"/>
                    </a:cubicBezTo>
                    <a:cubicBezTo>
                      <a:pt x="11723" y="1252"/>
                      <a:pt x="11750" y="1315"/>
                      <a:pt x="11866" y="1412"/>
                    </a:cubicBezTo>
                    <a:cubicBezTo>
                      <a:pt x="12028" y="1603"/>
                      <a:pt x="11992" y="1810"/>
                      <a:pt x="11987" y="2052"/>
                    </a:cubicBezTo>
                    <a:cubicBezTo>
                      <a:pt x="11986" y="2102"/>
                      <a:pt x="11986" y="2153"/>
                      <a:pt x="11986" y="2205"/>
                    </a:cubicBezTo>
                    <a:cubicBezTo>
                      <a:pt x="11985" y="2339"/>
                      <a:pt x="11983" y="2473"/>
                      <a:pt x="11981" y="2607"/>
                    </a:cubicBezTo>
                    <a:cubicBezTo>
                      <a:pt x="11978" y="2744"/>
                      <a:pt x="11978" y="2881"/>
                      <a:pt x="11976" y="3017"/>
                    </a:cubicBezTo>
                    <a:cubicBezTo>
                      <a:pt x="11974" y="3286"/>
                      <a:pt x="11971" y="3554"/>
                      <a:pt x="11966" y="3822"/>
                    </a:cubicBezTo>
                    <a:cubicBezTo>
                      <a:pt x="11760" y="3822"/>
                      <a:pt x="11554" y="3822"/>
                      <a:pt x="11341" y="3822"/>
                    </a:cubicBezTo>
                    <a:cubicBezTo>
                      <a:pt x="11341" y="3203"/>
                      <a:pt x="11341" y="2584"/>
                      <a:pt x="11341" y="1947"/>
                    </a:cubicBezTo>
                    <a:cubicBezTo>
                      <a:pt x="11135" y="1947"/>
                      <a:pt x="10929" y="1947"/>
                      <a:pt x="10716" y="1947"/>
                    </a:cubicBezTo>
                    <a:cubicBezTo>
                      <a:pt x="10721" y="2017"/>
                      <a:pt x="10726" y="2087"/>
                      <a:pt x="10731" y="2160"/>
                    </a:cubicBezTo>
                    <a:cubicBezTo>
                      <a:pt x="10735" y="2254"/>
                      <a:pt x="10739" y="2348"/>
                      <a:pt x="10742" y="2442"/>
                    </a:cubicBezTo>
                    <a:cubicBezTo>
                      <a:pt x="10746" y="2488"/>
                      <a:pt x="10749" y="2534"/>
                      <a:pt x="10753" y="2582"/>
                    </a:cubicBezTo>
                    <a:cubicBezTo>
                      <a:pt x="10763" y="2936"/>
                      <a:pt x="10763" y="2936"/>
                      <a:pt x="10624" y="3091"/>
                    </a:cubicBezTo>
                    <a:cubicBezTo>
                      <a:pt x="10587" y="3123"/>
                      <a:pt x="10550" y="3154"/>
                      <a:pt x="10511" y="3187"/>
                    </a:cubicBezTo>
                    <a:cubicBezTo>
                      <a:pt x="10280" y="3389"/>
                      <a:pt x="10256" y="3535"/>
                      <a:pt x="10236" y="3826"/>
                    </a:cubicBezTo>
                    <a:cubicBezTo>
                      <a:pt x="10233" y="3888"/>
                      <a:pt x="10230" y="3950"/>
                      <a:pt x="10227" y="4012"/>
                    </a:cubicBezTo>
                    <a:cubicBezTo>
                      <a:pt x="10191" y="4660"/>
                      <a:pt x="10046" y="5026"/>
                      <a:pt x="9580" y="5475"/>
                    </a:cubicBezTo>
                    <a:cubicBezTo>
                      <a:pt x="9304" y="5710"/>
                      <a:pt x="9256" y="5697"/>
                      <a:pt x="8841" y="5697"/>
                    </a:cubicBezTo>
                    <a:cubicBezTo>
                      <a:pt x="8841" y="6109"/>
                      <a:pt x="8841" y="6522"/>
                      <a:pt x="8841" y="6947"/>
                    </a:cubicBezTo>
                    <a:cubicBezTo>
                      <a:pt x="8216" y="6947"/>
                      <a:pt x="8216" y="6947"/>
                      <a:pt x="8023" y="6825"/>
                    </a:cubicBezTo>
                    <a:cubicBezTo>
                      <a:pt x="7945" y="6737"/>
                      <a:pt x="7945" y="6737"/>
                      <a:pt x="7872" y="6637"/>
                    </a:cubicBezTo>
                    <a:cubicBezTo>
                      <a:pt x="7846" y="6601"/>
                      <a:pt x="7819" y="6565"/>
                      <a:pt x="7792" y="6528"/>
                    </a:cubicBezTo>
                    <a:cubicBezTo>
                      <a:pt x="7426" y="5944"/>
                      <a:pt x="7487" y="5189"/>
                      <a:pt x="7476" y="4523"/>
                    </a:cubicBezTo>
                    <a:cubicBezTo>
                      <a:pt x="7471" y="4218"/>
                      <a:pt x="7462" y="3913"/>
                      <a:pt x="7451" y="3608"/>
                    </a:cubicBezTo>
                    <a:cubicBezTo>
                      <a:pt x="7447" y="3502"/>
                      <a:pt x="7446" y="3397"/>
                      <a:pt x="7446" y="3291"/>
                    </a:cubicBezTo>
                    <a:cubicBezTo>
                      <a:pt x="7442" y="3112"/>
                      <a:pt x="7433" y="2953"/>
                      <a:pt x="7383" y="2780"/>
                    </a:cubicBezTo>
                    <a:cubicBezTo>
                      <a:pt x="7256" y="2662"/>
                      <a:pt x="7134" y="2610"/>
                      <a:pt x="6966" y="2572"/>
                    </a:cubicBezTo>
                    <a:cubicBezTo>
                      <a:pt x="6967" y="2623"/>
                      <a:pt x="6968" y="2674"/>
                      <a:pt x="6969" y="2727"/>
                    </a:cubicBezTo>
                    <a:cubicBezTo>
                      <a:pt x="6978" y="3211"/>
                      <a:pt x="6984" y="3696"/>
                      <a:pt x="6988" y="4180"/>
                    </a:cubicBezTo>
                    <a:cubicBezTo>
                      <a:pt x="6990" y="4429"/>
                      <a:pt x="6993" y="4678"/>
                      <a:pt x="6998" y="4927"/>
                    </a:cubicBezTo>
                    <a:cubicBezTo>
                      <a:pt x="7002" y="5167"/>
                      <a:pt x="7005" y="5408"/>
                      <a:pt x="7006" y="5648"/>
                    </a:cubicBezTo>
                    <a:cubicBezTo>
                      <a:pt x="7006" y="5740"/>
                      <a:pt x="7008" y="5831"/>
                      <a:pt x="7010" y="5923"/>
                    </a:cubicBezTo>
                    <a:cubicBezTo>
                      <a:pt x="7028" y="6685"/>
                      <a:pt x="7028" y="6685"/>
                      <a:pt x="6874" y="6876"/>
                    </a:cubicBezTo>
                    <a:cubicBezTo>
                      <a:pt x="6761" y="6981"/>
                      <a:pt x="6761" y="6981"/>
                      <a:pt x="6646" y="7071"/>
                    </a:cubicBezTo>
                    <a:cubicBezTo>
                      <a:pt x="6487" y="7209"/>
                      <a:pt x="6478" y="7358"/>
                      <a:pt x="6463" y="7560"/>
                    </a:cubicBezTo>
                    <a:cubicBezTo>
                      <a:pt x="6459" y="7597"/>
                      <a:pt x="6455" y="7633"/>
                      <a:pt x="6451" y="7671"/>
                    </a:cubicBezTo>
                    <a:cubicBezTo>
                      <a:pt x="6439" y="7785"/>
                      <a:pt x="6429" y="7900"/>
                      <a:pt x="6419" y="8015"/>
                    </a:cubicBezTo>
                    <a:cubicBezTo>
                      <a:pt x="6411" y="8093"/>
                      <a:pt x="6403" y="8171"/>
                      <a:pt x="6395" y="8250"/>
                    </a:cubicBezTo>
                    <a:cubicBezTo>
                      <a:pt x="6375" y="8440"/>
                      <a:pt x="6358" y="8631"/>
                      <a:pt x="6341" y="8822"/>
                    </a:cubicBezTo>
                    <a:cubicBezTo>
                      <a:pt x="6135" y="8822"/>
                      <a:pt x="5929" y="8822"/>
                      <a:pt x="5716" y="8822"/>
                    </a:cubicBezTo>
                    <a:cubicBezTo>
                      <a:pt x="5715" y="8793"/>
                      <a:pt x="5715" y="8793"/>
                      <a:pt x="5711" y="8646"/>
                    </a:cubicBezTo>
                    <a:cubicBezTo>
                      <a:pt x="5695" y="8094"/>
                      <a:pt x="5677" y="7542"/>
                      <a:pt x="5656" y="6991"/>
                    </a:cubicBezTo>
                    <a:cubicBezTo>
                      <a:pt x="5646" y="6707"/>
                      <a:pt x="5636" y="6424"/>
                      <a:pt x="5628" y="6140"/>
                    </a:cubicBezTo>
                    <a:cubicBezTo>
                      <a:pt x="5621" y="5893"/>
                      <a:pt x="5613" y="5645"/>
                      <a:pt x="5603" y="5398"/>
                    </a:cubicBezTo>
                    <a:cubicBezTo>
                      <a:pt x="5598" y="5267"/>
                      <a:pt x="5594" y="5136"/>
                      <a:pt x="5591" y="5006"/>
                    </a:cubicBezTo>
                    <a:cubicBezTo>
                      <a:pt x="5578" y="4485"/>
                      <a:pt x="5545" y="4021"/>
                      <a:pt x="5315" y="3546"/>
                    </a:cubicBezTo>
                    <a:cubicBezTo>
                      <a:pt x="5299" y="3511"/>
                      <a:pt x="5282" y="3476"/>
                      <a:pt x="5265" y="3440"/>
                    </a:cubicBezTo>
                    <a:cubicBezTo>
                      <a:pt x="5143" y="3218"/>
                      <a:pt x="5143" y="3218"/>
                      <a:pt x="5007" y="3163"/>
                    </a:cubicBezTo>
                    <a:cubicBezTo>
                      <a:pt x="4818" y="3130"/>
                      <a:pt x="4652" y="3152"/>
                      <a:pt x="4466" y="3197"/>
                    </a:cubicBezTo>
                    <a:cubicBezTo>
                      <a:pt x="4467" y="3228"/>
                      <a:pt x="4468" y="3259"/>
                      <a:pt x="4469" y="3290"/>
                    </a:cubicBezTo>
                    <a:cubicBezTo>
                      <a:pt x="4478" y="3582"/>
                      <a:pt x="4484" y="3873"/>
                      <a:pt x="4488" y="4164"/>
                    </a:cubicBezTo>
                    <a:cubicBezTo>
                      <a:pt x="4490" y="4314"/>
                      <a:pt x="4493" y="4463"/>
                      <a:pt x="4498" y="4613"/>
                    </a:cubicBezTo>
                    <a:cubicBezTo>
                      <a:pt x="4502" y="4757"/>
                      <a:pt x="4505" y="4902"/>
                      <a:pt x="4506" y="5047"/>
                    </a:cubicBezTo>
                    <a:cubicBezTo>
                      <a:pt x="4506" y="5102"/>
                      <a:pt x="4508" y="5157"/>
                      <a:pt x="4510" y="5212"/>
                    </a:cubicBezTo>
                    <a:cubicBezTo>
                      <a:pt x="4517" y="5381"/>
                      <a:pt x="4519" y="5535"/>
                      <a:pt x="4466" y="5697"/>
                    </a:cubicBezTo>
                    <a:cubicBezTo>
                      <a:pt x="4364" y="5772"/>
                      <a:pt x="4265" y="5811"/>
                      <a:pt x="4146" y="5855"/>
                    </a:cubicBezTo>
                    <a:cubicBezTo>
                      <a:pt x="4050" y="5905"/>
                      <a:pt x="4050" y="5905"/>
                      <a:pt x="4004" y="5986"/>
                    </a:cubicBezTo>
                    <a:cubicBezTo>
                      <a:pt x="3982" y="6088"/>
                      <a:pt x="3970" y="6186"/>
                      <a:pt x="3963" y="6290"/>
                    </a:cubicBezTo>
                    <a:cubicBezTo>
                      <a:pt x="3959" y="6327"/>
                      <a:pt x="3955" y="6364"/>
                      <a:pt x="3951" y="6401"/>
                    </a:cubicBezTo>
                    <a:cubicBezTo>
                      <a:pt x="3939" y="6518"/>
                      <a:pt x="3929" y="6635"/>
                      <a:pt x="3919" y="6751"/>
                    </a:cubicBezTo>
                    <a:cubicBezTo>
                      <a:pt x="3911" y="6831"/>
                      <a:pt x="3903" y="6910"/>
                      <a:pt x="3895" y="6990"/>
                    </a:cubicBezTo>
                    <a:cubicBezTo>
                      <a:pt x="3875" y="7184"/>
                      <a:pt x="3858" y="7377"/>
                      <a:pt x="3841" y="7572"/>
                    </a:cubicBezTo>
                    <a:cubicBezTo>
                      <a:pt x="3635" y="7572"/>
                      <a:pt x="3429" y="7572"/>
                      <a:pt x="3216" y="7572"/>
                    </a:cubicBezTo>
                    <a:cubicBezTo>
                      <a:pt x="3212" y="7522"/>
                      <a:pt x="3208" y="7473"/>
                      <a:pt x="3204" y="7422"/>
                    </a:cubicBezTo>
                    <a:cubicBezTo>
                      <a:pt x="3188" y="7238"/>
                      <a:pt x="3169" y="7055"/>
                      <a:pt x="3150" y="6871"/>
                    </a:cubicBezTo>
                    <a:cubicBezTo>
                      <a:pt x="3142" y="6792"/>
                      <a:pt x="3135" y="6712"/>
                      <a:pt x="3128" y="6633"/>
                    </a:cubicBezTo>
                    <a:cubicBezTo>
                      <a:pt x="3083" y="6091"/>
                      <a:pt x="3083" y="6091"/>
                      <a:pt x="3008" y="5905"/>
                    </a:cubicBezTo>
                    <a:cubicBezTo>
                      <a:pt x="2900" y="5822"/>
                      <a:pt x="2810" y="5793"/>
                      <a:pt x="2681" y="5754"/>
                    </a:cubicBezTo>
                    <a:cubicBezTo>
                      <a:pt x="2591" y="5697"/>
                      <a:pt x="2591" y="5697"/>
                      <a:pt x="2557" y="5566"/>
                    </a:cubicBezTo>
                    <a:cubicBezTo>
                      <a:pt x="2545" y="5396"/>
                      <a:pt x="2555" y="5228"/>
                      <a:pt x="2565" y="5059"/>
                    </a:cubicBezTo>
                    <a:cubicBezTo>
                      <a:pt x="2567" y="5000"/>
                      <a:pt x="2569" y="4940"/>
                      <a:pt x="2571" y="4881"/>
                    </a:cubicBezTo>
                    <a:cubicBezTo>
                      <a:pt x="2575" y="4736"/>
                      <a:pt x="2583" y="4592"/>
                      <a:pt x="2591" y="4447"/>
                    </a:cubicBezTo>
                    <a:cubicBezTo>
                      <a:pt x="2024" y="4400"/>
                      <a:pt x="2024" y="4400"/>
                      <a:pt x="1895" y="4505"/>
                    </a:cubicBezTo>
                    <a:cubicBezTo>
                      <a:pt x="1856" y="4592"/>
                      <a:pt x="1838" y="4665"/>
                      <a:pt x="1823" y="4759"/>
                    </a:cubicBezTo>
                    <a:cubicBezTo>
                      <a:pt x="1812" y="4811"/>
                      <a:pt x="1812" y="4811"/>
                      <a:pt x="1758" y="5072"/>
                    </a:cubicBezTo>
                    <a:cubicBezTo>
                      <a:pt x="1414" y="5003"/>
                      <a:pt x="1070" y="4934"/>
                      <a:pt x="716" y="4864"/>
                    </a:cubicBezTo>
                    <a:cubicBezTo>
                      <a:pt x="723" y="4780"/>
                      <a:pt x="723" y="4780"/>
                      <a:pt x="755" y="4356"/>
                    </a:cubicBezTo>
                    <a:cubicBezTo>
                      <a:pt x="762" y="4172"/>
                      <a:pt x="765" y="4000"/>
                      <a:pt x="716" y="3822"/>
                    </a:cubicBezTo>
                    <a:cubicBezTo>
                      <a:pt x="622" y="3740"/>
                      <a:pt x="526" y="3730"/>
                      <a:pt x="404" y="3718"/>
                    </a:cubicBezTo>
                    <a:cubicBezTo>
                      <a:pt x="185" y="3695"/>
                      <a:pt x="185" y="3695"/>
                      <a:pt x="91" y="3614"/>
                    </a:cubicBezTo>
                    <a:cubicBezTo>
                      <a:pt x="0" y="3282"/>
                      <a:pt x="55" y="2909"/>
                      <a:pt x="91" y="2572"/>
                    </a:cubicBezTo>
                    <a:cubicBezTo>
                      <a:pt x="305" y="2548"/>
                      <a:pt x="503" y="2533"/>
                      <a:pt x="716" y="2572"/>
                    </a:cubicBezTo>
                    <a:cubicBezTo>
                      <a:pt x="775" y="2665"/>
                      <a:pt x="775" y="2665"/>
                      <a:pt x="808" y="2780"/>
                    </a:cubicBezTo>
                    <a:cubicBezTo>
                      <a:pt x="846" y="2894"/>
                      <a:pt x="846" y="2894"/>
                      <a:pt x="925" y="2989"/>
                    </a:cubicBezTo>
                    <a:cubicBezTo>
                      <a:pt x="1183" y="3068"/>
                      <a:pt x="1500" y="3068"/>
                      <a:pt x="1758" y="2989"/>
                    </a:cubicBezTo>
                    <a:cubicBezTo>
                      <a:pt x="1846" y="2883"/>
                      <a:pt x="1870" y="2798"/>
                      <a:pt x="1910" y="2668"/>
                    </a:cubicBezTo>
                    <a:cubicBezTo>
                      <a:pt x="1966" y="2572"/>
                      <a:pt x="1966" y="2572"/>
                      <a:pt x="2094" y="2515"/>
                    </a:cubicBezTo>
                    <a:cubicBezTo>
                      <a:pt x="2274" y="2480"/>
                      <a:pt x="2425" y="2493"/>
                      <a:pt x="2591" y="2572"/>
                    </a:cubicBezTo>
                    <a:cubicBezTo>
                      <a:pt x="2906" y="2806"/>
                      <a:pt x="3169" y="3158"/>
                      <a:pt x="3243" y="3547"/>
                    </a:cubicBezTo>
                    <a:cubicBezTo>
                      <a:pt x="3269" y="3850"/>
                      <a:pt x="3250" y="4145"/>
                      <a:pt x="3216" y="4447"/>
                    </a:cubicBezTo>
                    <a:cubicBezTo>
                      <a:pt x="3423" y="4447"/>
                      <a:pt x="3629" y="4447"/>
                      <a:pt x="3841" y="4447"/>
                    </a:cubicBezTo>
                    <a:cubicBezTo>
                      <a:pt x="3838" y="4379"/>
                      <a:pt x="3835" y="4310"/>
                      <a:pt x="3831" y="4240"/>
                    </a:cubicBezTo>
                    <a:cubicBezTo>
                      <a:pt x="3821" y="4014"/>
                      <a:pt x="3814" y="3788"/>
                      <a:pt x="3809" y="3561"/>
                    </a:cubicBezTo>
                    <a:cubicBezTo>
                      <a:pt x="3806" y="3424"/>
                      <a:pt x="3801" y="3287"/>
                      <a:pt x="3794" y="3150"/>
                    </a:cubicBezTo>
                    <a:cubicBezTo>
                      <a:pt x="3757" y="2408"/>
                      <a:pt x="3757" y="2408"/>
                      <a:pt x="3841" y="2155"/>
                    </a:cubicBezTo>
                    <a:cubicBezTo>
                      <a:pt x="3958" y="2053"/>
                      <a:pt x="4093" y="2046"/>
                      <a:pt x="4242" y="2027"/>
                    </a:cubicBezTo>
                    <a:cubicBezTo>
                      <a:pt x="4326" y="2012"/>
                      <a:pt x="4326" y="2012"/>
                      <a:pt x="4466" y="1947"/>
                    </a:cubicBezTo>
                    <a:cubicBezTo>
                      <a:pt x="4584" y="1659"/>
                      <a:pt x="4524" y="1299"/>
                      <a:pt x="4505" y="996"/>
                    </a:cubicBezTo>
                    <a:cubicBezTo>
                      <a:pt x="4502" y="907"/>
                      <a:pt x="4499" y="817"/>
                      <a:pt x="4497" y="728"/>
                    </a:cubicBezTo>
                    <a:cubicBezTo>
                      <a:pt x="4490" y="509"/>
                      <a:pt x="4479" y="291"/>
                      <a:pt x="4466" y="72"/>
                    </a:cubicBezTo>
                    <a:close/>
                  </a:path>
                </a:pathLst>
              </a:custGeom>
              <a:solidFill>
                <a:srgbClr val="EB57AD"/>
              </a:solidFill>
              <a:ln w="2646" cap="flat">
                <a:noFill/>
              </a:ln>
            </p:spPr>
          </p:sp>
          <p:sp>
            <p:nvSpPr>
              <p:cNvPr id="3776" name="ICON_C_SIGNAL_GRAPHIC_path_009"/>
              <p:cNvSpPr/>
              <p:nvPr/>
            </p:nvSpPr>
            <p:spPr>
              <a:xfrm>
                <a:off x="3690938" y="7571244"/>
                <a:ext cx="119062" cy="80756"/>
              </a:xfrm>
              <a:custGeom>
                <a:avLst/>
                <a:gdLst/>
                <a:ahLst/>
                <a:cxnLst/>
                <a:rect l="0" t="0" r="r" b="b"/>
                <a:pathLst>
                  <a:path w="9375" h="6359" fill="norm" stroke="0">
                    <a:moveTo>
                      <a:pt x="7750" y="67"/>
                    </a:moveTo>
                    <a:cubicBezTo>
                      <a:pt x="7912" y="112"/>
                      <a:pt x="8030" y="157"/>
                      <a:pt x="8125" y="297"/>
                    </a:cubicBezTo>
                    <a:cubicBezTo>
                      <a:pt x="8244" y="673"/>
                      <a:pt x="8222" y="1096"/>
                      <a:pt x="8233" y="1486"/>
                    </a:cubicBezTo>
                    <a:cubicBezTo>
                      <a:pt x="8261" y="2279"/>
                      <a:pt x="8261" y="2279"/>
                      <a:pt x="8382" y="2449"/>
                    </a:cubicBezTo>
                    <a:cubicBezTo>
                      <a:pt x="8598" y="2632"/>
                      <a:pt x="8886" y="2625"/>
                      <a:pt x="9154" y="2617"/>
                    </a:cubicBezTo>
                    <a:cubicBezTo>
                      <a:pt x="9227" y="2608"/>
                      <a:pt x="9300" y="2599"/>
                      <a:pt x="9375" y="2589"/>
                    </a:cubicBezTo>
                    <a:cubicBezTo>
                      <a:pt x="9375" y="2795"/>
                      <a:pt x="9375" y="3001"/>
                      <a:pt x="9375" y="3214"/>
                    </a:cubicBezTo>
                    <a:cubicBezTo>
                      <a:pt x="9305" y="3222"/>
                      <a:pt x="9234" y="3230"/>
                      <a:pt x="9162" y="3238"/>
                    </a:cubicBezTo>
                    <a:cubicBezTo>
                      <a:pt x="8372" y="3346"/>
                      <a:pt x="8372" y="3346"/>
                      <a:pt x="8171" y="3575"/>
                    </a:cubicBezTo>
                    <a:cubicBezTo>
                      <a:pt x="8066" y="3724"/>
                      <a:pt x="7987" y="3880"/>
                      <a:pt x="7917" y="4047"/>
                    </a:cubicBezTo>
                    <a:cubicBezTo>
                      <a:pt x="7907" y="4022"/>
                      <a:pt x="7898" y="3997"/>
                      <a:pt x="7888" y="3971"/>
                    </a:cubicBezTo>
                    <a:cubicBezTo>
                      <a:pt x="7618" y="3272"/>
                      <a:pt x="7618" y="3272"/>
                      <a:pt x="7419" y="3175"/>
                    </a:cubicBezTo>
                    <a:cubicBezTo>
                      <a:pt x="7222" y="3138"/>
                      <a:pt x="7079" y="3177"/>
                      <a:pt x="6875" y="3214"/>
                    </a:cubicBezTo>
                    <a:cubicBezTo>
                      <a:pt x="6875" y="3558"/>
                      <a:pt x="6875" y="3901"/>
                      <a:pt x="6875" y="4256"/>
                    </a:cubicBezTo>
                    <a:cubicBezTo>
                      <a:pt x="6531" y="4324"/>
                      <a:pt x="6188" y="4393"/>
                      <a:pt x="5833" y="4464"/>
                    </a:cubicBezTo>
                    <a:cubicBezTo>
                      <a:pt x="5768" y="4151"/>
                      <a:pt x="5768" y="4151"/>
                      <a:pt x="5752" y="4053"/>
                    </a:cubicBezTo>
                    <a:cubicBezTo>
                      <a:pt x="5732" y="3976"/>
                      <a:pt x="5732" y="3976"/>
                      <a:pt x="5625" y="3839"/>
                    </a:cubicBezTo>
                    <a:cubicBezTo>
                      <a:pt x="5419" y="3839"/>
                      <a:pt x="5212" y="3839"/>
                      <a:pt x="5000" y="3839"/>
                    </a:cubicBezTo>
                    <a:cubicBezTo>
                      <a:pt x="5000" y="4251"/>
                      <a:pt x="5000" y="4664"/>
                      <a:pt x="5000" y="5089"/>
                    </a:cubicBezTo>
                    <a:cubicBezTo>
                      <a:pt x="4381" y="5089"/>
                      <a:pt x="3762" y="5089"/>
                      <a:pt x="3125" y="5089"/>
                    </a:cubicBezTo>
                    <a:cubicBezTo>
                      <a:pt x="3125" y="5433"/>
                      <a:pt x="3125" y="5776"/>
                      <a:pt x="3125" y="6131"/>
                    </a:cubicBezTo>
                    <a:cubicBezTo>
                      <a:pt x="2956" y="6171"/>
                      <a:pt x="2787" y="6210"/>
                      <a:pt x="2617" y="6248"/>
                    </a:cubicBezTo>
                    <a:cubicBezTo>
                      <a:pt x="2569" y="6260"/>
                      <a:pt x="2521" y="6271"/>
                      <a:pt x="2472" y="6283"/>
                    </a:cubicBezTo>
                    <a:cubicBezTo>
                      <a:pt x="2125" y="6359"/>
                      <a:pt x="2125" y="6359"/>
                      <a:pt x="1947" y="6274"/>
                    </a:cubicBezTo>
                    <a:cubicBezTo>
                      <a:pt x="1811" y="6085"/>
                      <a:pt x="1854" y="5817"/>
                      <a:pt x="1862" y="5597"/>
                    </a:cubicBezTo>
                    <a:cubicBezTo>
                      <a:pt x="1863" y="5548"/>
                      <a:pt x="1864" y="5499"/>
                      <a:pt x="1865" y="5449"/>
                    </a:cubicBezTo>
                    <a:cubicBezTo>
                      <a:pt x="1867" y="5329"/>
                      <a:pt x="1871" y="5209"/>
                      <a:pt x="1875" y="5089"/>
                    </a:cubicBezTo>
                    <a:cubicBezTo>
                      <a:pt x="1669" y="5089"/>
                      <a:pt x="1462" y="5089"/>
                      <a:pt x="1250" y="5089"/>
                    </a:cubicBezTo>
                    <a:cubicBezTo>
                      <a:pt x="1250" y="5501"/>
                      <a:pt x="1250" y="5914"/>
                      <a:pt x="1250" y="6339"/>
                    </a:cubicBezTo>
                    <a:cubicBezTo>
                      <a:pt x="1044" y="6339"/>
                      <a:pt x="837" y="6339"/>
                      <a:pt x="625" y="6339"/>
                    </a:cubicBezTo>
                    <a:cubicBezTo>
                      <a:pt x="623" y="6297"/>
                      <a:pt x="623" y="6297"/>
                      <a:pt x="613" y="6085"/>
                    </a:cubicBezTo>
                    <a:cubicBezTo>
                      <a:pt x="598" y="5803"/>
                      <a:pt x="582" y="5522"/>
                      <a:pt x="565" y="5241"/>
                    </a:cubicBezTo>
                    <a:cubicBezTo>
                      <a:pt x="555" y="5071"/>
                      <a:pt x="545" y="4901"/>
                      <a:pt x="537" y="4731"/>
                    </a:cubicBezTo>
                    <a:cubicBezTo>
                      <a:pt x="528" y="4535"/>
                      <a:pt x="516" y="4338"/>
                      <a:pt x="503" y="4142"/>
                    </a:cubicBezTo>
                    <a:cubicBezTo>
                      <a:pt x="501" y="4110"/>
                      <a:pt x="499" y="4078"/>
                      <a:pt x="496" y="4045"/>
                    </a:cubicBezTo>
                    <a:cubicBezTo>
                      <a:pt x="462" y="3594"/>
                      <a:pt x="384" y="3221"/>
                      <a:pt x="120" y="2840"/>
                    </a:cubicBezTo>
                    <a:cubicBezTo>
                      <a:pt x="62" y="2754"/>
                      <a:pt x="21" y="2691"/>
                      <a:pt x="0" y="2589"/>
                    </a:cubicBezTo>
                    <a:cubicBezTo>
                      <a:pt x="116" y="2292"/>
                      <a:pt x="349" y="2104"/>
                      <a:pt x="625" y="1964"/>
                    </a:cubicBezTo>
                    <a:cubicBezTo>
                      <a:pt x="831" y="1964"/>
                      <a:pt x="1037" y="1964"/>
                      <a:pt x="1250" y="1964"/>
                    </a:cubicBezTo>
                    <a:cubicBezTo>
                      <a:pt x="1250" y="2376"/>
                      <a:pt x="1250" y="2789"/>
                      <a:pt x="1250" y="3214"/>
                    </a:cubicBezTo>
                    <a:cubicBezTo>
                      <a:pt x="1456" y="3214"/>
                      <a:pt x="1662" y="3214"/>
                      <a:pt x="1875" y="3214"/>
                    </a:cubicBezTo>
                    <a:cubicBezTo>
                      <a:pt x="1979" y="3081"/>
                      <a:pt x="1994" y="3056"/>
                      <a:pt x="2018" y="2901"/>
                    </a:cubicBezTo>
                    <a:cubicBezTo>
                      <a:pt x="2040" y="2798"/>
                      <a:pt x="2061" y="2695"/>
                      <a:pt x="2083" y="2589"/>
                    </a:cubicBezTo>
                    <a:cubicBezTo>
                      <a:pt x="2427" y="2658"/>
                      <a:pt x="2771" y="2726"/>
                      <a:pt x="3125" y="2797"/>
                    </a:cubicBezTo>
                    <a:cubicBezTo>
                      <a:pt x="3125" y="2935"/>
                      <a:pt x="3125" y="3072"/>
                      <a:pt x="3125" y="3214"/>
                    </a:cubicBezTo>
                    <a:cubicBezTo>
                      <a:pt x="3345" y="3251"/>
                      <a:pt x="3533" y="3273"/>
                      <a:pt x="3750" y="3214"/>
                    </a:cubicBezTo>
                    <a:cubicBezTo>
                      <a:pt x="3798" y="3105"/>
                      <a:pt x="3821" y="3029"/>
                      <a:pt x="3841" y="2915"/>
                    </a:cubicBezTo>
                    <a:cubicBezTo>
                      <a:pt x="3864" y="2793"/>
                      <a:pt x="3886" y="2691"/>
                      <a:pt x="3958" y="2589"/>
                    </a:cubicBezTo>
                    <a:cubicBezTo>
                      <a:pt x="4124" y="2505"/>
                      <a:pt x="4304" y="2480"/>
                      <a:pt x="4488" y="2460"/>
                    </a:cubicBezTo>
                    <a:cubicBezTo>
                      <a:pt x="4601" y="2444"/>
                      <a:pt x="4689" y="2430"/>
                      <a:pt x="4792" y="2381"/>
                    </a:cubicBezTo>
                    <a:cubicBezTo>
                      <a:pt x="4887" y="2251"/>
                      <a:pt x="4947" y="2116"/>
                      <a:pt x="5000" y="1964"/>
                    </a:cubicBezTo>
                    <a:cubicBezTo>
                      <a:pt x="5417" y="2172"/>
                      <a:pt x="5833" y="2381"/>
                      <a:pt x="6250" y="2589"/>
                    </a:cubicBezTo>
                    <a:cubicBezTo>
                      <a:pt x="6260" y="2544"/>
                      <a:pt x="6270" y="2499"/>
                      <a:pt x="6281" y="2452"/>
                    </a:cubicBezTo>
                    <a:cubicBezTo>
                      <a:pt x="6296" y="2394"/>
                      <a:pt x="6312" y="2335"/>
                      <a:pt x="6328" y="2276"/>
                    </a:cubicBezTo>
                    <a:cubicBezTo>
                      <a:pt x="6331" y="2262"/>
                      <a:pt x="6331" y="2262"/>
                      <a:pt x="6348" y="2186"/>
                    </a:cubicBezTo>
                    <a:cubicBezTo>
                      <a:pt x="6374" y="2094"/>
                      <a:pt x="6393" y="2035"/>
                      <a:pt x="6458" y="1964"/>
                    </a:cubicBezTo>
                    <a:cubicBezTo>
                      <a:pt x="6600" y="1937"/>
                      <a:pt x="6732" y="1946"/>
                      <a:pt x="6875" y="1964"/>
                    </a:cubicBezTo>
                    <a:cubicBezTo>
                      <a:pt x="6874" y="1915"/>
                      <a:pt x="6873" y="1865"/>
                      <a:pt x="6872" y="1814"/>
                    </a:cubicBezTo>
                    <a:cubicBezTo>
                      <a:pt x="6868" y="1631"/>
                      <a:pt x="6865" y="1447"/>
                      <a:pt x="6864" y="1263"/>
                    </a:cubicBezTo>
                    <a:cubicBezTo>
                      <a:pt x="6863" y="1184"/>
                      <a:pt x="6861" y="1105"/>
                      <a:pt x="6859" y="1025"/>
                    </a:cubicBezTo>
                    <a:cubicBezTo>
                      <a:pt x="6857" y="911"/>
                      <a:pt x="6856" y="797"/>
                      <a:pt x="6855" y="682"/>
                    </a:cubicBezTo>
                    <a:cubicBezTo>
                      <a:pt x="6854" y="647"/>
                      <a:pt x="6852" y="611"/>
                      <a:pt x="6851" y="575"/>
                    </a:cubicBezTo>
                    <a:cubicBezTo>
                      <a:pt x="6851" y="398"/>
                      <a:pt x="6859" y="320"/>
                      <a:pt x="6965" y="172"/>
                    </a:cubicBezTo>
                    <a:cubicBezTo>
                      <a:pt x="7210" y="0"/>
                      <a:pt x="7464" y="34"/>
                      <a:pt x="7750" y="67"/>
                    </a:cubicBezTo>
                    <a:close/>
                  </a:path>
                </a:pathLst>
              </a:custGeom>
              <a:solidFill>
                <a:srgbClr val="64ACAE"/>
              </a:solidFill>
              <a:ln w="2646" cap="flat">
                <a:noFill/>
              </a:ln>
            </p:spPr>
          </p:sp>
          <p:sp>
            <p:nvSpPr>
              <p:cNvPr id="3777" name="ICON_C_SIGNAL_GRAPHIC_path_010"/>
              <p:cNvSpPr/>
              <p:nvPr/>
            </p:nvSpPr>
            <p:spPr>
              <a:xfrm>
                <a:off x="4515808" y="7445375"/>
                <a:ext cx="95880" cy="103188"/>
              </a:xfrm>
              <a:custGeom>
                <a:avLst/>
                <a:gdLst/>
                <a:ahLst/>
                <a:cxnLst/>
                <a:rect l="0" t="0" r="r" b="b"/>
                <a:pathLst>
                  <a:path w="7550" h="8125" fill="norm" stroke="0">
                    <a:moveTo>
                      <a:pt x="6925" y="0"/>
                    </a:moveTo>
                    <a:cubicBezTo>
                      <a:pt x="7131" y="0"/>
                      <a:pt x="7337" y="0"/>
                      <a:pt x="7550" y="0"/>
                    </a:cubicBezTo>
                    <a:cubicBezTo>
                      <a:pt x="7550" y="1444"/>
                      <a:pt x="7550" y="2888"/>
                      <a:pt x="7550" y="4375"/>
                    </a:cubicBezTo>
                    <a:cubicBezTo>
                      <a:pt x="7343" y="4375"/>
                      <a:pt x="7137" y="4375"/>
                      <a:pt x="6925" y="4375"/>
                    </a:cubicBezTo>
                    <a:cubicBezTo>
                      <a:pt x="6925" y="4719"/>
                      <a:pt x="6925" y="5062"/>
                      <a:pt x="6925" y="5417"/>
                    </a:cubicBezTo>
                    <a:cubicBezTo>
                      <a:pt x="6067" y="5702"/>
                      <a:pt x="6067" y="5702"/>
                      <a:pt x="5752" y="5570"/>
                    </a:cubicBezTo>
                    <a:cubicBezTo>
                      <a:pt x="5417" y="5353"/>
                      <a:pt x="5112" y="5045"/>
                      <a:pt x="5015" y="4649"/>
                    </a:cubicBezTo>
                    <a:cubicBezTo>
                      <a:pt x="4980" y="4344"/>
                      <a:pt x="5005" y="4053"/>
                      <a:pt x="5050" y="3750"/>
                    </a:cubicBezTo>
                    <a:cubicBezTo>
                      <a:pt x="4843" y="3750"/>
                      <a:pt x="4637" y="3750"/>
                      <a:pt x="4425" y="3750"/>
                    </a:cubicBezTo>
                    <a:cubicBezTo>
                      <a:pt x="4427" y="3823"/>
                      <a:pt x="4429" y="3896"/>
                      <a:pt x="4432" y="3971"/>
                    </a:cubicBezTo>
                    <a:cubicBezTo>
                      <a:pt x="4434" y="4066"/>
                      <a:pt x="4436" y="4162"/>
                      <a:pt x="4438" y="4258"/>
                    </a:cubicBezTo>
                    <a:cubicBezTo>
                      <a:pt x="4439" y="4306"/>
                      <a:pt x="4441" y="4354"/>
                      <a:pt x="4443" y="4403"/>
                    </a:cubicBezTo>
                    <a:cubicBezTo>
                      <a:pt x="4443" y="4426"/>
                      <a:pt x="4443" y="4426"/>
                      <a:pt x="4445" y="4544"/>
                    </a:cubicBezTo>
                    <a:cubicBezTo>
                      <a:pt x="4445" y="4565"/>
                      <a:pt x="4445" y="4565"/>
                      <a:pt x="4448" y="4672"/>
                    </a:cubicBezTo>
                    <a:cubicBezTo>
                      <a:pt x="4415" y="4840"/>
                      <a:pt x="4352" y="4899"/>
                      <a:pt x="4216" y="5000"/>
                    </a:cubicBezTo>
                    <a:cubicBezTo>
                      <a:pt x="4110" y="5018"/>
                      <a:pt x="4027" y="5024"/>
                      <a:pt x="3921" y="5022"/>
                    </a:cubicBezTo>
                    <a:cubicBezTo>
                      <a:pt x="3059" y="5047"/>
                      <a:pt x="2496" y="5276"/>
                      <a:pt x="1896" y="5904"/>
                    </a:cubicBezTo>
                    <a:cubicBezTo>
                      <a:pt x="1336" y="6535"/>
                      <a:pt x="1295" y="7314"/>
                      <a:pt x="1300" y="8125"/>
                    </a:cubicBezTo>
                    <a:cubicBezTo>
                      <a:pt x="1093" y="8125"/>
                      <a:pt x="887" y="8125"/>
                      <a:pt x="675" y="8125"/>
                    </a:cubicBezTo>
                    <a:cubicBezTo>
                      <a:pt x="670" y="8077"/>
                      <a:pt x="666" y="8028"/>
                      <a:pt x="662" y="7979"/>
                    </a:cubicBezTo>
                    <a:cubicBezTo>
                      <a:pt x="646" y="7798"/>
                      <a:pt x="628" y="7617"/>
                      <a:pt x="609" y="7436"/>
                    </a:cubicBezTo>
                    <a:cubicBezTo>
                      <a:pt x="601" y="7358"/>
                      <a:pt x="593" y="7280"/>
                      <a:pt x="587" y="7202"/>
                    </a:cubicBezTo>
                    <a:cubicBezTo>
                      <a:pt x="577" y="7089"/>
                      <a:pt x="565" y="6976"/>
                      <a:pt x="553" y="6864"/>
                    </a:cubicBezTo>
                    <a:cubicBezTo>
                      <a:pt x="550" y="6829"/>
                      <a:pt x="548" y="6795"/>
                      <a:pt x="545" y="6760"/>
                    </a:cubicBezTo>
                    <a:cubicBezTo>
                      <a:pt x="515" y="6518"/>
                      <a:pt x="440" y="6425"/>
                      <a:pt x="255" y="6267"/>
                    </a:cubicBezTo>
                    <a:cubicBezTo>
                      <a:pt x="101" y="6124"/>
                      <a:pt x="25" y="6025"/>
                      <a:pt x="5" y="5811"/>
                    </a:cubicBezTo>
                    <a:cubicBezTo>
                      <a:pt x="0" y="5662"/>
                      <a:pt x="4" y="5513"/>
                      <a:pt x="9" y="5363"/>
                    </a:cubicBezTo>
                    <a:cubicBezTo>
                      <a:pt x="10" y="5298"/>
                      <a:pt x="10" y="5233"/>
                      <a:pt x="11" y="5169"/>
                    </a:cubicBezTo>
                    <a:cubicBezTo>
                      <a:pt x="12" y="4999"/>
                      <a:pt x="16" y="4830"/>
                      <a:pt x="21" y="4661"/>
                    </a:cubicBezTo>
                    <a:cubicBezTo>
                      <a:pt x="25" y="4488"/>
                      <a:pt x="27" y="4315"/>
                      <a:pt x="29" y="4141"/>
                    </a:cubicBezTo>
                    <a:cubicBezTo>
                      <a:pt x="34" y="3803"/>
                      <a:pt x="41" y="3464"/>
                      <a:pt x="50" y="3125"/>
                    </a:cubicBezTo>
                    <a:cubicBezTo>
                      <a:pt x="256" y="3125"/>
                      <a:pt x="462" y="3125"/>
                      <a:pt x="675" y="3125"/>
                    </a:cubicBezTo>
                    <a:cubicBezTo>
                      <a:pt x="675" y="3744"/>
                      <a:pt x="675" y="4362"/>
                      <a:pt x="675" y="5000"/>
                    </a:cubicBezTo>
                    <a:cubicBezTo>
                      <a:pt x="881" y="5000"/>
                      <a:pt x="1087" y="5000"/>
                      <a:pt x="1300" y="5000"/>
                    </a:cubicBezTo>
                    <a:cubicBezTo>
                      <a:pt x="1290" y="4934"/>
                      <a:pt x="1280" y="4869"/>
                      <a:pt x="1270" y="4801"/>
                    </a:cubicBezTo>
                    <a:cubicBezTo>
                      <a:pt x="1230" y="4410"/>
                      <a:pt x="1208" y="4050"/>
                      <a:pt x="1449" y="3718"/>
                    </a:cubicBezTo>
                    <a:cubicBezTo>
                      <a:pt x="1830" y="3283"/>
                      <a:pt x="2212" y="3078"/>
                      <a:pt x="2757" y="2918"/>
                    </a:cubicBezTo>
                    <a:cubicBezTo>
                      <a:pt x="3311" y="2715"/>
                      <a:pt x="3639" y="2207"/>
                      <a:pt x="3978" y="1747"/>
                    </a:cubicBezTo>
                    <a:cubicBezTo>
                      <a:pt x="4353" y="1252"/>
                      <a:pt x="4353" y="1252"/>
                      <a:pt x="4589" y="1194"/>
                    </a:cubicBezTo>
                    <a:cubicBezTo>
                      <a:pt x="4799" y="1169"/>
                      <a:pt x="4973" y="1205"/>
                      <a:pt x="5157" y="1314"/>
                    </a:cubicBezTo>
                    <a:cubicBezTo>
                      <a:pt x="5255" y="1403"/>
                      <a:pt x="5326" y="1493"/>
                      <a:pt x="5401" y="1602"/>
                    </a:cubicBezTo>
                    <a:cubicBezTo>
                      <a:pt x="5428" y="1638"/>
                      <a:pt x="5454" y="1674"/>
                      <a:pt x="5481" y="1712"/>
                    </a:cubicBezTo>
                    <a:cubicBezTo>
                      <a:pt x="5770" y="2155"/>
                      <a:pt x="5731" y="2619"/>
                      <a:pt x="5675" y="3125"/>
                    </a:cubicBezTo>
                    <a:cubicBezTo>
                      <a:pt x="5881" y="3125"/>
                      <a:pt x="6087" y="3125"/>
                      <a:pt x="6300" y="3125"/>
                    </a:cubicBezTo>
                    <a:cubicBezTo>
                      <a:pt x="6295" y="3055"/>
                      <a:pt x="6290" y="2984"/>
                      <a:pt x="6285" y="2912"/>
                    </a:cubicBezTo>
                    <a:cubicBezTo>
                      <a:pt x="6281" y="2818"/>
                      <a:pt x="6277" y="2724"/>
                      <a:pt x="6274" y="2630"/>
                    </a:cubicBezTo>
                    <a:cubicBezTo>
                      <a:pt x="6270" y="2584"/>
                      <a:pt x="6266" y="2538"/>
                      <a:pt x="6263" y="2490"/>
                    </a:cubicBezTo>
                    <a:cubicBezTo>
                      <a:pt x="6252" y="2134"/>
                      <a:pt x="6252" y="2134"/>
                      <a:pt x="6390" y="1986"/>
                    </a:cubicBezTo>
                    <a:cubicBezTo>
                      <a:pt x="6426" y="1956"/>
                      <a:pt x="6463" y="1926"/>
                      <a:pt x="6501" y="1895"/>
                    </a:cubicBezTo>
                    <a:cubicBezTo>
                      <a:pt x="6828" y="1608"/>
                      <a:pt x="6812" y="1218"/>
                      <a:pt x="6846" y="807"/>
                    </a:cubicBezTo>
                    <a:cubicBezTo>
                      <a:pt x="6854" y="729"/>
                      <a:pt x="6863" y="650"/>
                      <a:pt x="6871" y="572"/>
                    </a:cubicBezTo>
                    <a:cubicBezTo>
                      <a:pt x="6891" y="381"/>
                      <a:pt x="6908" y="191"/>
                      <a:pt x="6925" y="0"/>
                    </a:cubicBezTo>
                    <a:close/>
                  </a:path>
                </a:pathLst>
              </a:custGeom>
              <a:solidFill>
                <a:srgbClr val="E959AE"/>
              </a:solidFill>
              <a:ln w="2646" cap="flat">
                <a:noFill/>
              </a:ln>
            </p:spPr>
          </p:sp>
          <p:sp>
            <p:nvSpPr>
              <p:cNvPr id="3778" name="ICON_C_SIGNAL_GRAPHIC_path_011"/>
              <p:cNvSpPr/>
              <p:nvPr/>
            </p:nvSpPr>
            <p:spPr>
              <a:xfrm>
                <a:off x="4062653" y="7459983"/>
                <a:ext cx="113538" cy="104455"/>
              </a:xfrm>
              <a:custGeom>
                <a:avLst/>
                <a:gdLst/>
                <a:ahLst/>
                <a:cxnLst/>
                <a:rect l="0" t="0" r="r" b="b"/>
                <a:pathLst>
                  <a:path w="8940" h="8225" fill="norm" stroke="0">
                    <a:moveTo>
                      <a:pt x="5731" y="100"/>
                    </a:moveTo>
                    <a:cubicBezTo>
                      <a:pt x="5731" y="925"/>
                      <a:pt x="5731" y="1750"/>
                      <a:pt x="5731" y="2600"/>
                    </a:cubicBezTo>
                    <a:cubicBezTo>
                      <a:pt x="5937" y="2600"/>
                      <a:pt x="6144" y="2600"/>
                      <a:pt x="6356" y="2600"/>
                    </a:cubicBezTo>
                    <a:cubicBezTo>
                      <a:pt x="6423" y="2469"/>
                      <a:pt x="6430" y="2428"/>
                      <a:pt x="6433" y="2290"/>
                    </a:cubicBezTo>
                    <a:cubicBezTo>
                      <a:pt x="6454" y="2166"/>
                      <a:pt x="6481" y="2070"/>
                      <a:pt x="6564" y="1975"/>
                    </a:cubicBezTo>
                    <a:cubicBezTo>
                      <a:pt x="6890" y="1857"/>
                      <a:pt x="7280" y="1917"/>
                      <a:pt x="7619" y="1936"/>
                    </a:cubicBezTo>
                    <a:cubicBezTo>
                      <a:pt x="7719" y="1939"/>
                      <a:pt x="7818" y="1942"/>
                      <a:pt x="7917" y="1944"/>
                    </a:cubicBezTo>
                    <a:cubicBezTo>
                      <a:pt x="8161" y="1951"/>
                      <a:pt x="8404" y="1962"/>
                      <a:pt x="8648" y="1975"/>
                    </a:cubicBezTo>
                    <a:cubicBezTo>
                      <a:pt x="8940" y="2898"/>
                      <a:pt x="8940" y="2898"/>
                      <a:pt x="8753" y="3271"/>
                    </a:cubicBezTo>
                    <a:cubicBezTo>
                      <a:pt x="8703" y="3349"/>
                      <a:pt x="8650" y="3424"/>
                      <a:pt x="8596" y="3498"/>
                    </a:cubicBezTo>
                    <a:cubicBezTo>
                      <a:pt x="8583" y="3516"/>
                      <a:pt x="8583" y="3516"/>
                      <a:pt x="8519" y="3606"/>
                    </a:cubicBezTo>
                    <a:cubicBezTo>
                      <a:pt x="8436" y="3704"/>
                      <a:pt x="8436" y="3704"/>
                      <a:pt x="8231" y="3850"/>
                    </a:cubicBezTo>
                    <a:cubicBezTo>
                      <a:pt x="8025" y="3850"/>
                      <a:pt x="7819" y="3850"/>
                      <a:pt x="7606" y="3850"/>
                    </a:cubicBezTo>
                    <a:cubicBezTo>
                      <a:pt x="7606" y="3437"/>
                      <a:pt x="7606" y="3025"/>
                      <a:pt x="7606" y="2600"/>
                    </a:cubicBezTo>
                    <a:cubicBezTo>
                      <a:pt x="7469" y="2669"/>
                      <a:pt x="7331" y="2737"/>
                      <a:pt x="7189" y="2808"/>
                    </a:cubicBezTo>
                    <a:cubicBezTo>
                      <a:pt x="7147" y="2956"/>
                      <a:pt x="7136" y="3038"/>
                      <a:pt x="7140" y="3186"/>
                    </a:cubicBezTo>
                    <a:cubicBezTo>
                      <a:pt x="7136" y="3260"/>
                      <a:pt x="7133" y="3334"/>
                      <a:pt x="7130" y="3409"/>
                    </a:cubicBezTo>
                    <a:cubicBezTo>
                      <a:pt x="7126" y="3525"/>
                      <a:pt x="7124" y="3642"/>
                      <a:pt x="7126" y="3759"/>
                    </a:cubicBezTo>
                    <a:cubicBezTo>
                      <a:pt x="7126" y="3797"/>
                      <a:pt x="7126" y="3835"/>
                      <a:pt x="7126" y="3874"/>
                    </a:cubicBezTo>
                    <a:cubicBezTo>
                      <a:pt x="7127" y="3908"/>
                      <a:pt x="7128" y="3942"/>
                      <a:pt x="7128" y="3977"/>
                    </a:cubicBezTo>
                    <a:cubicBezTo>
                      <a:pt x="7114" y="4097"/>
                      <a:pt x="7114" y="4097"/>
                      <a:pt x="6981" y="4475"/>
                    </a:cubicBezTo>
                    <a:cubicBezTo>
                      <a:pt x="6637" y="4544"/>
                      <a:pt x="6294" y="4612"/>
                      <a:pt x="5939" y="4683"/>
                    </a:cubicBezTo>
                    <a:cubicBezTo>
                      <a:pt x="5871" y="5852"/>
                      <a:pt x="5802" y="7021"/>
                      <a:pt x="5731" y="8225"/>
                    </a:cubicBezTo>
                    <a:cubicBezTo>
                      <a:pt x="5525" y="8225"/>
                      <a:pt x="5319" y="8225"/>
                      <a:pt x="5106" y="8225"/>
                    </a:cubicBezTo>
                    <a:cubicBezTo>
                      <a:pt x="5102" y="8122"/>
                      <a:pt x="5098" y="8019"/>
                      <a:pt x="5094" y="7913"/>
                    </a:cubicBezTo>
                    <a:cubicBezTo>
                      <a:pt x="5079" y="7569"/>
                      <a:pt x="5063" y="7226"/>
                      <a:pt x="5046" y="6883"/>
                    </a:cubicBezTo>
                    <a:cubicBezTo>
                      <a:pt x="5036" y="6675"/>
                      <a:pt x="5026" y="6467"/>
                      <a:pt x="5018" y="6259"/>
                    </a:cubicBezTo>
                    <a:cubicBezTo>
                      <a:pt x="4946" y="4410"/>
                      <a:pt x="4946" y="4410"/>
                      <a:pt x="4545" y="3903"/>
                    </a:cubicBezTo>
                    <a:cubicBezTo>
                      <a:pt x="4426" y="3805"/>
                      <a:pt x="4293" y="3795"/>
                      <a:pt x="4142" y="3798"/>
                    </a:cubicBezTo>
                    <a:cubicBezTo>
                      <a:pt x="4044" y="3809"/>
                      <a:pt x="3953" y="3826"/>
                      <a:pt x="3856" y="3850"/>
                    </a:cubicBezTo>
                    <a:cubicBezTo>
                      <a:pt x="3859" y="3862"/>
                      <a:pt x="3859" y="3862"/>
                      <a:pt x="3876" y="3922"/>
                    </a:cubicBezTo>
                    <a:cubicBezTo>
                      <a:pt x="3959" y="4283"/>
                      <a:pt x="3985" y="4652"/>
                      <a:pt x="3805" y="4986"/>
                    </a:cubicBezTo>
                    <a:cubicBezTo>
                      <a:pt x="3648" y="5236"/>
                      <a:pt x="3462" y="5461"/>
                      <a:pt x="3270" y="5686"/>
                    </a:cubicBezTo>
                    <a:cubicBezTo>
                      <a:pt x="3256" y="5702"/>
                      <a:pt x="3256" y="5702"/>
                      <a:pt x="3188" y="5786"/>
                    </a:cubicBezTo>
                    <a:cubicBezTo>
                      <a:pt x="3107" y="5882"/>
                      <a:pt x="3025" y="5975"/>
                      <a:pt x="2940" y="6067"/>
                    </a:cubicBezTo>
                    <a:cubicBezTo>
                      <a:pt x="2916" y="6096"/>
                      <a:pt x="2892" y="6125"/>
                      <a:pt x="2868" y="6154"/>
                    </a:cubicBezTo>
                    <a:cubicBezTo>
                      <a:pt x="2792" y="6232"/>
                      <a:pt x="2792" y="6232"/>
                      <a:pt x="2606" y="6350"/>
                    </a:cubicBezTo>
                    <a:cubicBezTo>
                      <a:pt x="2400" y="6350"/>
                      <a:pt x="2194" y="6350"/>
                      <a:pt x="1981" y="6350"/>
                    </a:cubicBezTo>
                    <a:cubicBezTo>
                      <a:pt x="1981" y="5319"/>
                      <a:pt x="1981" y="4287"/>
                      <a:pt x="1981" y="3225"/>
                    </a:cubicBezTo>
                    <a:cubicBezTo>
                      <a:pt x="1775" y="3225"/>
                      <a:pt x="1569" y="3225"/>
                      <a:pt x="1356" y="3225"/>
                    </a:cubicBezTo>
                    <a:cubicBezTo>
                      <a:pt x="1356" y="3775"/>
                      <a:pt x="1356" y="4325"/>
                      <a:pt x="1356" y="4891"/>
                    </a:cubicBezTo>
                    <a:cubicBezTo>
                      <a:pt x="1189" y="4930"/>
                      <a:pt x="1021" y="4969"/>
                      <a:pt x="848" y="5009"/>
                    </a:cubicBezTo>
                    <a:cubicBezTo>
                      <a:pt x="796" y="5021"/>
                      <a:pt x="743" y="5034"/>
                      <a:pt x="689" y="5047"/>
                    </a:cubicBezTo>
                    <a:cubicBezTo>
                      <a:pt x="647" y="5056"/>
                      <a:pt x="606" y="5065"/>
                      <a:pt x="562" y="5075"/>
                    </a:cubicBezTo>
                    <a:cubicBezTo>
                      <a:pt x="520" y="5084"/>
                      <a:pt x="478" y="5094"/>
                      <a:pt x="434" y="5104"/>
                    </a:cubicBezTo>
                    <a:cubicBezTo>
                      <a:pt x="314" y="5100"/>
                      <a:pt x="314" y="5100"/>
                      <a:pt x="199" y="5015"/>
                    </a:cubicBezTo>
                    <a:cubicBezTo>
                      <a:pt x="28" y="4787"/>
                      <a:pt x="26" y="4517"/>
                      <a:pt x="15" y="4240"/>
                    </a:cubicBezTo>
                    <a:cubicBezTo>
                      <a:pt x="14" y="4209"/>
                      <a:pt x="12" y="4177"/>
                      <a:pt x="11" y="4145"/>
                    </a:cubicBezTo>
                    <a:cubicBezTo>
                      <a:pt x="0" y="3499"/>
                      <a:pt x="280" y="3088"/>
                      <a:pt x="692" y="2613"/>
                    </a:cubicBezTo>
                    <a:cubicBezTo>
                      <a:pt x="719" y="2580"/>
                      <a:pt x="746" y="2548"/>
                      <a:pt x="774" y="2515"/>
                    </a:cubicBezTo>
                    <a:cubicBezTo>
                      <a:pt x="1256" y="1954"/>
                      <a:pt x="1256" y="1954"/>
                      <a:pt x="1607" y="1916"/>
                    </a:cubicBezTo>
                    <a:cubicBezTo>
                      <a:pt x="1827" y="1915"/>
                      <a:pt x="2005" y="1964"/>
                      <a:pt x="2179" y="2099"/>
                    </a:cubicBezTo>
                    <a:cubicBezTo>
                      <a:pt x="2258" y="2187"/>
                      <a:pt x="2258" y="2187"/>
                      <a:pt x="2333" y="2287"/>
                    </a:cubicBezTo>
                    <a:cubicBezTo>
                      <a:pt x="2359" y="2322"/>
                      <a:pt x="2386" y="2357"/>
                      <a:pt x="2413" y="2393"/>
                    </a:cubicBezTo>
                    <a:cubicBezTo>
                      <a:pt x="2790" y="2984"/>
                      <a:pt x="2654" y="3807"/>
                      <a:pt x="2606" y="4475"/>
                    </a:cubicBezTo>
                    <a:cubicBezTo>
                      <a:pt x="2772" y="4435"/>
                      <a:pt x="2896" y="4383"/>
                      <a:pt x="3023" y="4266"/>
                    </a:cubicBezTo>
                    <a:cubicBezTo>
                      <a:pt x="3079" y="4071"/>
                      <a:pt x="3086" y="3878"/>
                      <a:pt x="3095" y="3675"/>
                    </a:cubicBezTo>
                    <a:cubicBezTo>
                      <a:pt x="3126" y="3107"/>
                      <a:pt x="3218" y="2700"/>
                      <a:pt x="3635" y="2300"/>
                    </a:cubicBezTo>
                    <a:cubicBezTo>
                      <a:pt x="3652" y="2283"/>
                      <a:pt x="3652" y="2283"/>
                      <a:pt x="3742" y="2197"/>
                    </a:cubicBezTo>
                    <a:cubicBezTo>
                      <a:pt x="3924" y="2041"/>
                      <a:pt x="4056" y="1956"/>
                      <a:pt x="4300" y="1954"/>
                    </a:cubicBezTo>
                    <a:cubicBezTo>
                      <a:pt x="4360" y="1960"/>
                      <a:pt x="4421" y="1966"/>
                      <a:pt x="4481" y="1975"/>
                    </a:cubicBezTo>
                    <a:cubicBezTo>
                      <a:pt x="4478" y="1947"/>
                      <a:pt x="4475" y="1920"/>
                      <a:pt x="4471" y="1892"/>
                    </a:cubicBezTo>
                    <a:cubicBezTo>
                      <a:pt x="4414" y="1345"/>
                      <a:pt x="4421" y="909"/>
                      <a:pt x="4754" y="451"/>
                    </a:cubicBezTo>
                    <a:cubicBezTo>
                      <a:pt x="4779" y="416"/>
                      <a:pt x="4804" y="380"/>
                      <a:pt x="4829" y="343"/>
                    </a:cubicBezTo>
                    <a:cubicBezTo>
                      <a:pt x="5108" y="0"/>
                      <a:pt x="5228" y="100"/>
                      <a:pt x="5731" y="100"/>
                    </a:cubicBezTo>
                    <a:close/>
                  </a:path>
                </a:pathLst>
              </a:custGeom>
              <a:solidFill>
                <a:srgbClr val="EF54AB"/>
              </a:solidFill>
              <a:ln w="2646" cap="flat">
                <a:noFill/>
              </a:ln>
            </p:spPr>
          </p:sp>
          <p:sp>
            <p:nvSpPr>
              <p:cNvPr id="3779" name="ICON_C_SIGNAL_GRAPHIC_path_012"/>
              <p:cNvSpPr/>
              <p:nvPr/>
            </p:nvSpPr>
            <p:spPr>
              <a:xfrm>
                <a:off x="3332975" y="7461250"/>
                <a:ext cx="144460" cy="79375"/>
              </a:xfrm>
              <a:custGeom>
                <a:avLst/>
                <a:gdLst/>
                <a:ahLst/>
                <a:cxnLst/>
                <a:rect l="0" t="0" r="r" b="b"/>
                <a:pathLst>
                  <a:path w="11375" h="6250" fill="norm" stroke="0">
                    <a:moveTo>
                      <a:pt x="3811" y="0"/>
                    </a:moveTo>
                    <a:cubicBezTo>
                      <a:pt x="4436" y="0"/>
                      <a:pt x="4436" y="0"/>
                      <a:pt x="4632" y="140"/>
                    </a:cubicBezTo>
                    <a:cubicBezTo>
                      <a:pt x="4711" y="235"/>
                      <a:pt x="4711" y="235"/>
                      <a:pt x="4785" y="342"/>
                    </a:cubicBezTo>
                    <a:cubicBezTo>
                      <a:pt x="4812" y="379"/>
                      <a:pt x="4838" y="415"/>
                      <a:pt x="4865" y="454"/>
                    </a:cubicBezTo>
                    <a:cubicBezTo>
                      <a:pt x="5178" y="943"/>
                      <a:pt x="5129" y="1472"/>
                      <a:pt x="5100" y="2031"/>
                    </a:cubicBezTo>
                    <a:cubicBezTo>
                      <a:pt x="5097" y="2138"/>
                      <a:pt x="5094" y="2244"/>
                      <a:pt x="5091" y="2351"/>
                    </a:cubicBezTo>
                    <a:cubicBezTo>
                      <a:pt x="5085" y="2609"/>
                      <a:pt x="5074" y="2867"/>
                      <a:pt x="5061" y="3125"/>
                    </a:cubicBezTo>
                    <a:cubicBezTo>
                      <a:pt x="5071" y="3116"/>
                      <a:pt x="5071" y="3116"/>
                      <a:pt x="5120" y="3069"/>
                    </a:cubicBezTo>
                    <a:cubicBezTo>
                      <a:pt x="5675" y="2561"/>
                      <a:pt x="6094" y="2426"/>
                      <a:pt x="6836" y="2423"/>
                    </a:cubicBezTo>
                    <a:cubicBezTo>
                      <a:pt x="7817" y="2413"/>
                      <a:pt x="7817" y="2413"/>
                      <a:pt x="8044" y="2242"/>
                    </a:cubicBezTo>
                    <a:cubicBezTo>
                      <a:pt x="8225" y="2024"/>
                      <a:pt x="8222" y="1740"/>
                      <a:pt x="8214" y="1471"/>
                    </a:cubicBezTo>
                    <a:cubicBezTo>
                      <a:pt x="8206" y="1397"/>
                      <a:pt x="8197" y="1323"/>
                      <a:pt x="8186" y="1250"/>
                    </a:cubicBezTo>
                    <a:cubicBezTo>
                      <a:pt x="8400" y="1195"/>
                      <a:pt x="8601" y="1166"/>
                      <a:pt x="8811" y="1250"/>
                    </a:cubicBezTo>
                    <a:cubicBezTo>
                      <a:pt x="9340" y="1663"/>
                      <a:pt x="9532" y="2286"/>
                      <a:pt x="9644" y="2917"/>
                    </a:cubicBezTo>
                    <a:cubicBezTo>
                      <a:pt x="9919" y="2917"/>
                      <a:pt x="10194" y="2917"/>
                      <a:pt x="10478" y="2917"/>
                    </a:cubicBezTo>
                    <a:cubicBezTo>
                      <a:pt x="10546" y="2573"/>
                      <a:pt x="10615" y="2229"/>
                      <a:pt x="10686" y="1875"/>
                    </a:cubicBezTo>
                    <a:cubicBezTo>
                      <a:pt x="10892" y="1875"/>
                      <a:pt x="11099" y="1875"/>
                      <a:pt x="11311" y="1875"/>
                    </a:cubicBezTo>
                    <a:cubicBezTo>
                      <a:pt x="11328" y="2045"/>
                      <a:pt x="11340" y="2213"/>
                      <a:pt x="11350" y="2383"/>
                    </a:cubicBezTo>
                    <a:cubicBezTo>
                      <a:pt x="11355" y="2431"/>
                      <a:pt x="11361" y="2479"/>
                      <a:pt x="11366" y="2528"/>
                    </a:cubicBezTo>
                    <a:cubicBezTo>
                      <a:pt x="11373" y="2679"/>
                      <a:pt x="11375" y="2779"/>
                      <a:pt x="11311" y="2917"/>
                    </a:cubicBezTo>
                    <a:cubicBezTo>
                      <a:pt x="11203" y="2955"/>
                      <a:pt x="11110" y="2980"/>
                      <a:pt x="10999" y="3001"/>
                    </a:cubicBezTo>
                    <a:cubicBezTo>
                      <a:pt x="10881" y="3026"/>
                      <a:pt x="10782" y="3051"/>
                      <a:pt x="10686" y="3125"/>
                    </a:cubicBezTo>
                    <a:cubicBezTo>
                      <a:pt x="10574" y="3381"/>
                      <a:pt x="10629" y="3700"/>
                      <a:pt x="10647" y="3971"/>
                    </a:cubicBezTo>
                    <a:cubicBezTo>
                      <a:pt x="10650" y="4051"/>
                      <a:pt x="10653" y="4130"/>
                      <a:pt x="10656" y="4209"/>
                    </a:cubicBezTo>
                    <a:cubicBezTo>
                      <a:pt x="10662" y="4404"/>
                      <a:pt x="10673" y="4597"/>
                      <a:pt x="10686" y="4792"/>
                    </a:cubicBezTo>
                    <a:cubicBezTo>
                      <a:pt x="10365" y="4938"/>
                      <a:pt x="9998" y="5097"/>
                      <a:pt x="9644" y="5000"/>
                    </a:cubicBezTo>
                    <a:cubicBezTo>
                      <a:pt x="9277" y="4648"/>
                      <a:pt x="9103" y="4050"/>
                      <a:pt x="8968" y="3571"/>
                    </a:cubicBezTo>
                    <a:cubicBezTo>
                      <a:pt x="8964" y="3556"/>
                      <a:pt x="8964" y="3556"/>
                      <a:pt x="8943" y="3484"/>
                    </a:cubicBezTo>
                    <a:cubicBezTo>
                      <a:pt x="8927" y="3430"/>
                      <a:pt x="8912" y="3375"/>
                      <a:pt x="8899" y="3320"/>
                    </a:cubicBezTo>
                    <a:cubicBezTo>
                      <a:pt x="8878" y="3246"/>
                      <a:pt x="8878" y="3246"/>
                      <a:pt x="8811" y="3125"/>
                    </a:cubicBezTo>
                    <a:cubicBezTo>
                      <a:pt x="8662" y="3051"/>
                      <a:pt x="8490" y="3026"/>
                      <a:pt x="8328" y="3063"/>
                    </a:cubicBezTo>
                    <a:cubicBezTo>
                      <a:pt x="8186" y="3125"/>
                      <a:pt x="8186" y="3125"/>
                      <a:pt x="8136" y="3252"/>
                    </a:cubicBezTo>
                    <a:cubicBezTo>
                      <a:pt x="8126" y="3305"/>
                      <a:pt x="8116" y="3358"/>
                      <a:pt x="8108" y="3411"/>
                    </a:cubicBezTo>
                    <a:cubicBezTo>
                      <a:pt x="8074" y="3588"/>
                      <a:pt x="8034" y="3709"/>
                      <a:pt x="7885" y="3817"/>
                    </a:cubicBezTo>
                    <a:cubicBezTo>
                      <a:pt x="7272" y="4138"/>
                      <a:pt x="6571" y="4266"/>
                      <a:pt x="5894" y="4375"/>
                    </a:cubicBezTo>
                    <a:cubicBezTo>
                      <a:pt x="5826" y="4169"/>
                      <a:pt x="5757" y="3962"/>
                      <a:pt x="5686" y="3750"/>
                    </a:cubicBezTo>
                    <a:cubicBezTo>
                      <a:pt x="5519" y="3809"/>
                      <a:pt x="5405" y="3850"/>
                      <a:pt x="5269" y="3958"/>
                    </a:cubicBezTo>
                    <a:cubicBezTo>
                      <a:pt x="5198" y="4128"/>
                      <a:pt x="5192" y="4297"/>
                      <a:pt x="5183" y="4480"/>
                    </a:cubicBezTo>
                    <a:cubicBezTo>
                      <a:pt x="5179" y="4531"/>
                      <a:pt x="5175" y="4581"/>
                      <a:pt x="5171" y="4633"/>
                    </a:cubicBezTo>
                    <a:cubicBezTo>
                      <a:pt x="5160" y="4767"/>
                      <a:pt x="5152" y="4901"/>
                      <a:pt x="5144" y="5035"/>
                    </a:cubicBezTo>
                    <a:cubicBezTo>
                      <a:pt x="5136" y="5172"/>
                      <a:pt x="5125" y="5309"/>
                      <a:pt x="5115" y="5446"/>
                    </a:cubicBezTo>
                    <a:cubicBezTo>
                      <a:pt x="5095" y="5714"/>
                      <a:pt x="5077" y="5982"/>
                      <a:pt x="5061" y="6250"/>
                    </a:cubicBezTo>
                    <a:cubicBezTo>
                      <a:pt x="4855" y="6250"/>
                      <a:pt x="4649" y="6250"/>
                      <a:pt x="4436" y="6250"/>
                    </a:cubicBezTo>
                    <a:cubicBezTo>
                      <a:pt x="4435" y="6217"/>
                      <a:pt x="4435" y="6217"/>
                      <a:pt x="4430" y="6050"/>
                    </a:cubicBezTo>
                    <a:cubicBezTo>
                      <a:pt x="4423" y="5828"/>
                      <a:pt x="4411" y="5607"/>
                      <a:pt x="4398" y="5386"/>
                    </a:cubicBezTo>
                    <a:cubicBezTo>
                      <a:pt x="4390" y="5252"/>
                      <a:pt x="4383" y="5119"/>
                      <a:pt x="4380" y="4985"/>
                    </a:cubicBezTo>
                    <a:cubicBezTo>
                      <a:pt x="4357" y="4122"/>
                      <a:pt x="4357" y="4122"/>
                      <a:pt x="4139" y="3846"/>
                    </a:cubicBezTo>
                    <a:cubicBezTo>
                      <a:pt x="3916" y="3635"/>
                      <a:pt x="3665" y="3475"/>
                      <a:pt x="3394" y="3333"/>
                    </a:cubicBezTo>
                    <a:cubicBezTo>
                      <a:pt x="3384" y="3350"/>
                      <a:pt x="3384" y="3350"/>
                      <a:pt x="3330" y="3437"/>
                    </a:cubicBezTo>
                    <a:cubicBezTo>
                      <a:pt x="3230" y="3587"/>
                      <a:pt x="3152" y="3690"/>
                      <a:pt x="2978" y="3750"/>
                    </a:cubicBezTo>
                    <a:cubicBezTo>
                      <a:pt x="2624" y="3748"/>
                      <a:pt x="2273" y="3639"/>
                      <a:pt x="1936" y="3542"/>
                    </a:cubicBezTo>
                    <a:cubicBezTo>
                      <a:pt x="1936" y="3404"/>
                      <a:pt x="1936" y="3267"/>
                      <a:pt x="1936" y="3125"/>
                    </a:cubicBezTo>
                    <a:cubicBezTo>
                      <a:pt x="1730" y="3125"/>
                      <a:pt x="1524" y="3125"/>
                      <a:pt x="1311" y="3125"/>
                    </a:cubicBezTo>
                    <a:cubicBezTo>
                      <a:pt x="1314" y="3171"/>
                      <a:pt x="1317" y="3217"/>
                      <a:pt x="1321" y="3265"/>
                    </a:cubicBezTo>
                    <a:cubicBezTo>
                      <a:pt x="1421" y="4809"/>
                      <a:pt x="1421" y="4809"/>
                      <a:pt x="1038" y="5312"/>
                    </a:cubicBezTo>
                    <a:cubicBezTo>
                      <a:pt x="1013" y="5346"/>
                      <a:pt x="989" y="5379"/>
                      <a:pt x="963" y="5413"/>
                    </a:cubicBezTo>
                    <a:cubicBezTo>
                      <a:pt x="831" y="5560"/>
                      <a:pt x="722" y="5629"/>
                      <a:pt x="525" y="5644"/>
                    </a:cubicBezTo>
                    <a:cubicBezTo>
                      <a:pt x="369" y="5648"/>
                      <a:pt x="216" y="5639"/>
                      <a:pt x="61" y="5625"/>
                    </a:cubicBezTo>
                    <a:cubicBezTo>
                      <a:pt x="51" y="5395"/>
                      <a:pt x="43" y="5166"/>
                      <a:pt x="38" y="4936"/>
                    </a:cubicBezTo>
                    <a:cubicBezTo>
                      <a:pt x="36" y="4858"/>
                      <a:pt x="33" y="4780"/>
                      <a:pt x="30" y="4702"/>
                    </a:cubicBezTo>
                    <a:cubicBezTo>
                      <a:pt x="0" y="4049"/>
                      <a:pt x="0" y="4049"/>
                      <a:pt x="148" y="3830"/>
                    </a:cubicBezTo>
                    <a:cubicBezTo>
                      <a:pt x="221" y="3762"/>
                      <a:pt x="296" y="3698"/>
                      <a:pt x="373" y="3636"/>
                    </a:cubicBezTo>
                    <a:cubicBezTo>
                      <a:pt x="554" y="3473"/>
                      <a:pt x="609" y="3260"/>
                      <a:pt x="686" y="3034"/>
                    </a:cubicBezTo>
                    <a:cubicBezTo>
                      <a:pt x="1049" y="2069"/>
                      <a:pt x="1049" y="2069"/>
                      <a:pt x="1311" y="1875"/>
                    </a:cubicBezTo>
                    <a:cubicBezTo>
                      <a:pt x="1420" y="1829"/>
                      <a:pt x="1519" y="1814"/>
                      <a:pt x="1636" y="1810"/>
                    </a:cubicBezTo>
                    <a:cubicBezTo>
                      <a:pt x="1663" y="1809"/>
                      <a:pt x="1689" y="1808"/>
                      <a:pt x="1717" y="1806"/>
                    </a:cubicBezTo>
                    <a:cubicBezTo>
                      <a:pt x="1794" y="1812"/>
                      <a:pt x="1794" y="1812"/>
                      <a:pt x="1936" y="1875"/>
                    </a:cubicBezTo>
                    <a:cubicBezTo>
                      <a:pt x="1964" y="1944"/>
                      <a:pt x="1989" y="2015"/>
                      <a:pt x="2012" y="2086"/>
                    </a:cubicBezTo>
                    <a:cubicBezTo>
                      <a:pt x="2062" y="2199"/>
                      <a:pt x="2062" y="2199"/>
                      <a:pt x="2144" y="2292"/>
                    </a:cubicBezTo>
                    <a:cubicBezTo>
                      <a:pt x="2377" y="2366"/>
                      <a:pt x="2647" y="2330"/>
                      <a:pt x="2886" y="2318"/>
                    </a:cubicBezTo>
                    <a:cubicBezTo>
                      <a:pt x="3123" y="2309"/>
                      <a:pt x="3359" y="2301"/>
                      <a:pt x="3603" y="2292"/>
                    </a:cubicBezTo>
                    <a:cubicBezTo>
                      <a:pt x="3671" y="1535"/>
                      <a:pt x="3740" y="779"/>
                      <a:pt x="3811" y="0"/>
                    </a:cubicBezTo>
                    <a:close/>
                  </a:path>
                </a:pathLst>
              </a:custGeom>
              <a:solidFill>
                <a:srgbClr val="ED56AC"/>
              </a:solidFill>
              <a:ln w="2646" cap="flat">
                <a:noFill/>
              </a:ln>
            </p:spPr>
          </p:sp>
          <p:sp>
            <p:nvSpPr>
              <p:cNvPr id="3780" name="ICON_C_SIGNAL_GRAPHIC_path_013"/>
              <p:cNvSpPr/>
              <p:nvPr/>
            </p:nvSpPr>
            <p:spPr>
              <a:xfrm>
                <a:off x="3808936" y="7476040"/>
                <a:ext cx="120293" cy="64585"/>
              </a:xfrm>
              <a:custGeom>
                <a:avLst/>
                <a:gdLst/>
                <a:ahLst/>
                <a:cxnLst/>
                <a:rect l="0" t="0" r="r" b="b"/>
                <a:pathLst>
                  <a:path w="9472" h="5085" fill="norm" stroke="0">
                    <a:moveTo>
                      <a:pt x="1959" y="85"/>
                    </a:moveTo>
                    <a:cubicBezTo>
                      <a:pt x="2073" y="70"/>
                      <a:pt x="2164" y="67"/>
                      <a:pt x="2277" y="73"/>
                    </a:cubicBezTo>
                    <a:cubicBezTo>
                      <a:pt x="2292" y="74"/>
                      <a:pt x="2292" y="74"/>
                      <a:pt x="2366" y="76"/>
                    </a:cubicBezTo>
                    <a:cubicBezTo>
                      <a:pt x="2439" y="78"/>
                      <a:pt x="2511" y="82"/>
                      <a:pt x="2584" y="85"/>
                    </a:cubicBezTo>
                    <a:cubicBezTo>
                      <a:pt x="2588" y="135"/>
                      <a:pt x="2592" y="184"/>
                      <a:pt x="2596" y="235"/>
                    </a:cubicBezTo>
                    <a:cubicBezTo>
                      <a:pt x="2612" y="419"/>
                      <a:pt x="2631" y="602"/>
                      <a:pt x="2650" y="786"/>
                    </a:cubicBezTo>
                    <a:cubicBezTo>
                      <a:pt x="2658" y="865"/>
                      <a:pt x="2665" y="945"/>
                      <a:pt x="2672" y="1024"/>
                    </a:cubicBezTo>
                    <a:cubicBezTo>
                      <a:pt x="2727" y="1688"/>
                      <a:pt x="2727" y="1688"/>
                      <a:pt x="2893" y="1851"/>
                    </a:cubicBezTo>
                    <a:cubicBezTo>
                      <a:pt x="2999" y="1905"/>
                      <a:pt x="3092" y="1939"/>
                      <a:pt x="3209" y="1960"/>
                    </a:cubicBezTo>
                    <a:cubicBezTo>
                      <a:pt x="3220" y="1937"/>
                      <a:pt x="3232" y="1914"/>
                      <a:pt x="3244" y="1891"/>
                    </a:cubicBezTo>
                    <a:cubicBezTo>
                      <a:pt x="3440" y="1497"/>
                      <a:pt x="3637" y="1104"/>
                      <a:pt x="3834" y="710"/>
                    </a:cubicBezTo>
                    <a:cubicBezTo>
                      <a:pt x="3939" y="734"/>
                      <a:pt x="4042" y="760"/>
                      <a:pt x="4146" y="789"/>
                    </a:cubicBezTo>
                    <a:cubicBezTo>
                      <a:pt x="4176" y="795"/>
                      <a:pt x="4206" y="801"/>
                      <a:pt x="4237" y="808"/>
                    </a:cubicBezTo>
                    <a:cubicBezTo>
                      <a:pt x="4329" y="835"/>
                      <a:pt x="4388" y="853"/>
                      <a:pt x="4459" y="919"/>
                    </a:cubicBezTo>
                    <a:cubicBezTo>
                      <a:pt x="4486" y="1061"/>
                      <a:pt x="4477" y="1192"/>
                      <a:pt x="4459" y="1335"/>
                    </a:cubicBezTo>
                    <a:cubicBezTo>
                      <a:pt x="4482" y="1316"/>
                      <a:pt x="4505" y="1298"/>
                      <a:pt x="4529" y="1278"/>
                    </a:cubicBezTo>
                    <a:cubicBezTo>
                      <a:pt x="4635" y="1192"/>
                      <a:pt x="4742" y="1107"/>
                      <a:pt x="4849" y="1023"/>
                    </a:cubicBezTo>
                    <a:cubicBezTo>
                      <a:pt x="4868" y="1008"/>
                      <a:pt x="4868" y="1008"/>
                      <a:pt x="4959" y="933"/>
                    </a:cubicBezTo>
                    <a:cubicBezTo>
                      <a:pt x="4977" y="919"/>
                      <a:pt x="4977" y="919"/>
                      <a:pt x="5069" y="847"/>
                    </a:cubicBezTo>
                    <a:cubicBezTo>
                      <a:pt x="5085" y="834"/>
                      <a:pt x="5085" y="834"/>
                      <a:pt x="5168" y="768"/>
                    </a:cubicBezTo>
                    <a:cubicBezTo>
                      <a:pt x="5292" y="710"/>
                      <a:pt x="5292" y="710"/>
                      <a:pt x="5709" y="710"/>
                    </a:cubicBezTo>
                    <a:cubicBezTo>
                      <a:pt x="5709" y="1123"/>
                      <a:pt x="5709" y="1535"/>
                      <a:pt x="5709" y="1960"/>
                    </a:cubicBezTo>
                    <a:cubicBezTo>
                      <a:pt x="5915" y="1960"/>
                      <a:pt x="6121" y="1960"/>
                      <a:pt x="6334" y="1960"/>
                    </a:cubicBezTo>
                    <a:cubicBezTo>
                      <a:pt x="6331" y="1888"/>
                      <a:pt x="6329" y="1815"/>
                      <a:pt x="6326" y="1740"/>
                    </a:cubicBezTo>
                    <a:cubicBezTo>
                      <a:pt x="6324" y="1644"/>
                      <a:pt x="6322" y="1548"/>
                      <a:pt x="6321" y="1452"/>
                    </a:cubicBezTo>
                    <a:cubicBezTo>
                      <a:pt x="6319" y="1405"/>
                      <a:pt x="6317" y="1357"/>
                      <a:pt x="6315" y="1307"/>
                    </a:cubicBezTo>
                    <a:cubicBezTo>
                      <a:pt x="6315" y="1284"/>
                      <a:pt x="6315" y="1284"/>
                      <a:pt x="6313" y="1167"/>
                    </a:cubicBezTo>
                    <a:cubicBezTo>
                      <a:pt x="6313" y="1146"/>
                      <a:pt x="6313" y="1146"/>
                      <a:pt x="6310" y="1038"/>
                    </a:cubicBezTo>
                    <a:cubicBezTo>
                      <a:pt x="6344" y="870"/>
                      <a:pt x="6405" y="812"/>
                      <a:pt x="6542" y="710"/>
                    </a:cubicBezTo>
                    <a:cubicBezTo>
                      <a:pt x="6652" y="676"/>
                      <a:pt x="6760" y="667"/>
                      <a:pt x="6874" y="659"/>
                    </a:cubicBezTo>
                    <a:cubicBezTo>
                      <a:pt x="6939" y="652"/>
                      <a:pt x="7004" y="645"/>
                      <a:pt x="7069" y="638"/>
                    </a:cubicBezTo>
                    <a:cubicBezTo>
                      <a:pt x="7170" y="629"/>
                      <a:pt x="7271" y="619"/>
                      <a:pt x="7373" y="611"/>
                    </a:cubicBezTo>
                    <a:cubicBezTo>
                      <a:pt x="7838" y="572"/>
                      <a:pt x="7838" y="572"/>
                      <a:pt x="8000" y="502"/>
                    </a:cubicBezTo>
                    <a:cubicBezTo>
                      <a:pt x="8089" y="397"/>
                      <a:pt x="8126" y="309"/>
                      <a:pt x="8170" y="180"/>
                    </a:cubicBezTo>
                    <a:cubicBezTo>
                      <a:pt x="8209" y="85"/>
                      <a:pt x="8209" y="85"/>
                      <a:pt x="8344" y="15"/>
                    </a:cubicBezTo>
                    <a:cubicBezTo>
                      <a:pt x="8632" y="0"/>
                      <a:pt x="8801" y="40"/>
                      <a:pt x="9021" y="236"/>
                    </a:cubicBezTo>
                    <a:cubicBezTo>
                      <a:pt x="9242" y="469"/>
                      <a:pt x="9439" y="722"/>
                      <a:pt x="9472" y="1050"/>
                    </a:cubicBezTo>
                    <a:cubicBezTo>
                      <a:pt x="9450" y="1545"/>
                      <a:pt x="9268" y="2184"/>
                      <a:pt x="8900" y="2539"/>
                    </a:cubicBezTo>
                    <a:cubicBezTo>
                      <a:pt x="8777" y="2625"/>
                      <a:pt x="8656" y="2645"/>
                      <a:pt x="8508" y="2650"/>
                    </a:cubicBezTo>
                    <a:cubicBezTo>
                      <a:pt x="8482" y="2652"/>
                      <a:pt x="8455" y="2653"/>
                      <a:pt x="8428" y="2654"/>
                    </a:cubicBezTo>
                    <a:cubicBezTo>
                      <a:pt x="8351" y="2648"/>
                      <a:pt x="8351" y="2648"/>
                      <a:pt x="8209" y="2585"/>
                    </a:cubicBezTo>
                    <a:cubicBezTo>
                      <a:pt x="8160" y="2488"/>
                      <a:pt x="8160" y="2488"/>
                      <a:pt x="8115" y="2372"/>
                    </a:cubicBezTo>
                    <a:cubicBezTo>
                      <a:pt x="8065" y="2259"/>
                      <a:pt x="8065" y="2259"/>
                      <a:pt x="8000" y="2169"/>
                    </a:cubicBezTo>
                    <a:cubicBezTo>
                      <a:pt x="7678" y="2064"/>
                      <a:pt x="7249" y="2233"/>
                      <a:pt x="6959" y="2377"/>
                    </a:cubicBezTo>
                    <a:cubicBezTo>
                      <a:pt x="6514" y="2627"/>
                      <a:pt x="6052" y="3029"/>
                      <a:pt x="5881" y="3522"/>
                    </a:cubicBezTo>
                    <a:cubicBezTo>
                      <a:pt x="5744" y="4029"/>
                      <a:pt x="5719" y="4562"/>
                      <a:pt x="5709" y="5085"/>
                    </a:cubicBezTo>
                    <a:cubicBezTo>
                      <a:pt x="5502" y="5085"/>
                      <a:pt x="5296" y="5085"/>
                      <a:pt x="5084" y="5085"/>
                    </a:cubicBezTo>
                    <a:cubicBezTo>
                      <a:pt x="5080" y="5039"/>
                      <a:pt x="5075" y="4993"/>
                      <a:pt x="5071" y="4946"/>
                    </a:cubicBezTo>
                    <a:cubicBezTo>
                      <a:pt x="4899" y="3090"/>
                      <a:pt x="4899" y="3090"/>
                      <a:pt x="4526" y="2640"/>
                    </a:cubicBezTo>
                    <a:cubicBezTo>
                      <a:pt x="4402" y="2539"/>
                      <a:pt x="4276" y="2528"/>
                      <a:pt x="4120" y="2533"/>
                    </a:cubicBezTo>
                    <a:cubicBezTo>
                      <a:pt x="4021" y="2544"/>
                      <a:pt x="3931" y="2562"/>
                      <a:pt x="3834" y="2585"/>
                    </a:cubicBezTo>
                    <a:cubicBezTo>
                      <a:pt x="3837" y="2613"/>
                      <a:pt x="3840" y="2640"/>
                      <a:pt x="3844" y="2668"/>
                    </a:cubicBezTo>
                    <a:cubicBezTo>
                      <a:pt x="3900" y="3216"/>
                      <a:pt x="3893" y="3651"/>
                      <a:pt x="3560" y="4109"/>
                    </a:cubicBezTo>
                    <a:cubicBezTo>
                      <a:pt x="3536" y="4145"/>
                      <a:pt x="3511" y="4180"/>
                      <a:pt x="3486" y="4217"/>
                    </a:cubicBezTo>
                    <a:cubicBezTo>
                      <a:pt x="3384" y="4342"/>
                      <a:pt x="3297" y="4444"/>
                      <a:pt x="3132" y="4475"/>
                    </a:cubicBezTo>
                    <a:cubicBezTo>
                      <a:pt x="2948" y="4490"/>
                      <a:pt x="2767" y="4479"/>
                      <a:pt x="2584" y="4460"/>
                    </a:cubicBezTo>
                    <a:cubicBezTo>
                      <a:pt x="2582" y="4436"/>
                      <a:pt x="2582" y="4436"/>
                      <a:pt x="2571" y="4314"/>
                    </a:cubicBezTo>
                    <a:cubicBezTo>
                      <a:pt x="2555" y="4133"/>
                      <a:pt x="2537" y="3952"/>
                      <a:pt x="2518" y="3771"/>
                    </a:cubicBezTo>
                    <a:cubicBezTo>
                      <a:pt x="2510" y="3693"/>
                      <a:pt x="2502" y="3615"/>
                      <a:pt x="2496" y="3537"/>
                    </a:cubicBezTo>
                    <a:cubicBezTo>
                      <a:pt x="2433" y="2805"/>
                      <a:pt x="2433" y="2805"/>
                      <a:pt x="2165" y="2559"/>
                    </a:cubicBezTo>
                    <a:cubicBezTo>
                      <a:pt x="2129" y="2528"/>
                      <a:pt x="2091" y="2498"/>
                      <a:pt x="2054" y="2467"/>
                    </a:cubicBezTo>
                    <a:cubicBezTo>
                      <a:pt x="1897" y="2319"/>
                      <a:pt x="1883" y="2153"/>
                      <a:pt x="1855" y="1947"/>
                    </a:cubicBezTo>
                    <a:cubicBezTo>
                      <a:pt x="1786" y="1577"/>
                      <a:pt x="1786" y="1577"/>
                      <a:pt x="1645" y="1444"/>
                    </a:cubicBezTo>
                    <a:cubicBezTo>
                      <a:pt x="1541" y="1393"/>
                      <a:pt x="1447" y="1357"/>
                      <a:pt x="1334" y="1335"/>
                    </a:cubicBezTo>
                    <a:cubicBezTo>
                      <a:pt x="1331" y="1381"/>
                      <a:pt x="1328" y="1426"/>
                      <a:pt x="1325" y="1472"/>
                    </a:cubicBezTo>
                    <a:cubicBezTo>
                      <a:pt x="1298" y="1658"/>
                      <a:pt x="1272" y="1832"/>
                      <a:pt x="1125" y="1960"/>
                    </a:cubicBezTo>
                    <a:cubicBezTo>
                      <a:pt x="792" y="2049"/>
                      <a:pt x="423" y="1997"/>
                      <a:pt x="84" y="1960"/>
                    </a:cubicBezTo>
                    <a:cubicBezTo>
                      <a:pt x="29" y="1746"/>
                      <a:pt x="0" y="1546"/>
                      <a:pt x="84" y="1335"/>
                    </a:cubicBezTo>
                    <a:cubicBezTo>
                      <a:pt x="430" y="891"/>
                      <a:pt x="942" y="669"/>
                      <a:pt x="1481" y="574"/>
                    </a:cubicBezTo>
                    <a:cubicBezTo>
                      <a:pt x="1734" y="525"/>
                      <a:pt x="1734" y="525"/>
                      <a:pt x="1827" y="398"/>
                    </a:cubicBezTo>
                    <a:cubicBezTo>
                      <a:pt x="1852" y="325"/>
                      <a:pt x="1876" y="251"/>
                      <a:pt x="1896" y="176"/>
                    </a:cubicBezTo>
                    <a:cubicBezTo>
                      <a:pt x="1917" y="146"/>
                      <a:pt x="1937" y="116"/>
                      <a:pt x="1959" y="85"/>
                    </a:cubicBezTo>
                    <a:close/>
                  </a:path>
                </a:pathLst>
              </a:custGeom>
              <a:solidFill>
                <a:srgbClr val="F054AA"/>
              </a:solidFill>
              <a:ln w="2646" cap="flat">
                <a:noFill/>
              </a:ln>
            </p:spPr>
          </p:sp>
          <p:sp>
            <p:nvSpPr>
              <p:cNvPr id="3781" name="ICON_C_SIGNAL_GRAPHIC_path_014"/>
              <p:cNvSpPr/>
              <p:nvPr/>
            </p:nvSpPr>
            <p:spPr>
              <a:xfrm>
                <a:off x="2952329" y="7556500"/>
                <a:ext cx="72133" cy="95308"/>
              </a:xfrm>
              <a:custGeom>
                <a:avLst/>
                <a:gdLst/>
                <a:ahLst/>
                <a:cxnLst/>
                <a:rect l="0" t="0" r="r" b="b"/>
                <a:pathLst>
                  <a:path w="5680" h="7505" fill="norm" stroke="0">
                    <a:moveTo>
                      <a:pt x="33" y="0"/>
                    </a:moveTo>
                    <a:cubicBezTo>
                      <a:pt x="239" y="0"/>
                      <a:pt x="446" y="0"/>
                      <a:pt x="658" y="0"/>
                    </a:cubicBezTo>
                    <a:cubicBezTo>
                      <a:pt x="662" y="103"/>
                      <a:pt x="666" y="206"/>
                      <a:pt x="671" y="312"/>
                    </a:cubicBezTo>
                    <a:cubicBezTo>
                      <a:pt x="685" y="655"/>
                      <a:pt x="701" y="999"/>
                      <a:pt x="718" y="1342"/>
                    </a:cubicBezTo>
                    <a:cubicBezTo>
                      <a:pt x="728" y="1550"/>
                      <a:pt x="738" y="1758"/>
                      <a:pt x="746" y="1966"/>
                    </a:cubicBezTo>
                    <a:cubicBezTo>
                      <a:pt x="818" y="3803"/>
                      <a:pt x="818" y="3803"/>
                      <a:pt x="1220" y="4319"/>
                    </a:cubicBezTo>
                    <a:cubicBezTo>
                      <a:pt x="1353" y="4437"/>
                      <a:pt x="1516" y="4471"/>
                      <a:pt x="1690" y="4462"/>
                    </a:cubicBezTo>
                    <a:cubicBezTo>
                      <a:pt x="1803" y="4439"/>
                      <a:pt x="1887" y="4404"/>
                      <a:pt x="1956" y="4310"/>
                    </a:cubicBezTo>
                    <a:cubicBezTo>
                      <a:pt x="2044" y="4132"/>
                      <a:pt x="2083" y="3945"/>
                      <a:pt x="2116" y="3750"/>
                    </a:cubicBezTo>
                    <a:cubicBezTo>
                      <a:pt x="2222" y="3771"/>
                      <a:pt x="2328" y="3792"/>
                      <a:pt x="2434" y="3814"/>
                    </a:cubicBezTo>
                    <a:cubicBezTo>
                      <a:pt x="2528" y="3832"/>
                      <a:pt x="2621" y="3850"/>
                      <a:pt x="2715" y="3866"/>
                    </a:cubicBezTo>
                    <a:cubicBezTo>
                      <a:pt x="2960" y="3911"/>
                      <a:pt x="3180" y="3962"/>
                      <a:pt x="3408" y="4062"/>
                    </a:cubicBezTo>
                    <a:cubicBezTo>
                      <a:pt x="3668" y="4166"/>
                      <a:pt x="3923" y="4263"/>
                      <a:pt x="4200" y="4167"/>
                    </a:cubicBezTo>
                    <a:cubicBezTo>
                      <a:pt x="4753" y="3862"/>
                      <a:pt x="5218" y="3362"/>
                      <a:pt x="5658" y="2917"/>
                    </a:cubicBezTo>
                    <a:cubicBezTo>
                      <a:pt x="5664" y="3050"/>
                      <a:pt x="5668" y="3184"/>
                      <a:pt x="5671" y="3317"/>
                    </a:cubicBezTo>
                    <a:cubicBezTo>
                      <a:pt x="5673" y="3355"/>
                      <a:pt x="5675" y="3392"/>
                      <a:pt x="5676" y="3431"/>
                    </a:cubicBezTo>
                    <a:cubicBezTo>
                      <a:pt x="5680" y="3618"/>
                      <a:pt x="5679" y="3750"/>
                      <a:pt x="5560" y="3901"/>
                    </a:cubicBezTo>
                    <a:cubicBezTo>
                      <a:pt x="5459" y="4001"/>
                      <a:pt x="5359" y="4087"/>
                      <a:pt x="5241" y="4167"/>
                    </a:cubicBezTo>
                    <a:cubicBezTo>
                      <a:pt x="5379" y="4235"/>
                      <a:pt x="5516" y="4304"/>
                      <a:pt x="5658" y="4375"/>
                    </a:cubicBezTo>
                    <a:cubicBezTo>
                      <a:pt x="5589" y="4650"/>
                      <a:pt x="5521" y="4925"/>
                      <a:pt x="5450" y="5208"/>
                    </a:cubicBezTo>
                    <a:cubicBezTo>
                      <a:pt x="5321" y="5187"/>
                      <a:pt x="5192" y="5165"/>
                      <a:pt x="5059" y="5143"/>
                    </a:cubicBezTo>
                    <a:cubicBezTo>
                      <a:pt x="4894" y="5130"/>
                      <a:pt x="4767" y="5135"/>
                      <a:pt x="4616" y="5208"/>
                    </a:cubicBezTo>
                    <a:cubicBezTo>
                      <a:pt x="4387" y="5500"/>
                      <a:pt x="4295" y="5898"/>
                      <a:pt x="4200" y="6250"/>
                    </a:cubicBezTo>
                    <a:cubicBezTo>
                      <a:pt x="3856" y="6181"/>
                      <a:pt x="3512" y="6112"/>
                      <a:pt x="3158" y="6042"/>
                    </a:cubicBezTo>
                    <a:cubicBezTo>
                      <a:pt x="3158" y="5904"/>
                      <a:pt x="3158" y="5767"/>
                      <a:pt x="3158" y="5625"/>
                    </a:cubicBezTo>
                    <a:cubicBezTo>
                      <a:pt x="2952" y="5625"/>
                      <a:pt x="2746" y="5625"/>
                      <a:pt x="2533" y="5625"/>
                    </a:cubicBezTo>
                    <a:cubicBezTo>
                      <a:pt x="2533" y="6038"/>
                      <a:pt x="2533" y="6450"/>
                      <a:pt x="2533" y="6875"/>
                    </a:cubicBezTo>
                    <a:cubicBezTo>
                      <a:pt x="2116" y="6667"/>
                      <a:pt x="1700" y="6458"/>
                      <a:pt x="1283" y="6250"/>
                    </a:cubicBezTo>
                    <a:cubicBezTo>
                      <a:pt x="1283" y="6594"/>
                      <a:pt x="1283" y="6938"/>
                      <a:pt x="1283" y="7292"/>
                    </a:cubicBezTo>
                    <a:cubicBezTo>
                      <a:pt x="1114" y="7332"/>
                      <a:pt x="945" y="7371"/>
                      <a:pt x="775" y="7409"/>
                    </a:cubicBezTo>
                    <a:cubicBezTo>
                      <a:pt x="751" y="7415"/>
                      <a:pt x="751" y="7415"/>
                      <a:pt x="630" y="7444"/>
                    </a:cubicBezTo>
                    <a:cubicBezTo>
                      <a:pt x="584" y="7454"/>
                      <a:pt x="538" y="7464"/>
                      <a:pt x="490" y="7475"/>
                    </a:cubicBezTo>
                    <a:cubicBezTo>
                      <a:pt x="447" y="7485"/>
                      <a:pt x="405" y="7494"/>
                      <a:pt x="361" y="7505"/>
                    </a:cubicBezTo>
                    <a:cubicBezTo>
                      <a:pt x="220" y="7499"/>
                      <a:pt x="172" y="7457"/>
                      <a:pt x="77" y="7356"/>
                    </a:cubicBezTo>
                    <a:cubicBezTo>
                      <a:pt x="0" y="7243"/>
                      <a:pt x="5" y="7122"/>
                      <a:pt x="8" y="6990"/>
                    </a:cubicBezTo>
                    <a:cubicBezTo>
                      <a:pt x="8" y="6960"/>
                      <a:pt x="8" y="6930"/>
                      <a:pt x="8" y="6899"/>
                    </a:cubicBezTo>
                    <a:cubicBezTo>
                      <a:pt x="7" y="6799"/>
                      <a:pt x="8" y="6699"/>
                      <a:pt x="9" y="6599"/>
                    </a:cubicBezTo>
                    <a:cubicBezTo>
                      <a:pt x="10" y="6527"/>
                      <a:pt x="10" y="6455"/>
                      <a:pt x="9" y="6383"/>
                    </a:cubicBezTo>
                    <a:cubicBezTo>
                      <a:pt x="9" y="6188"/>
                      <a:pt x="11" y="5993"/>
                      <a:pt x="12" y="5798"/>
                    </a:cubicBezTo>
                    <a:cubicBezTo>
                      <a:pt x="13" y="5594"/>
                      <a:pt x="13" y="5391"/>
                      <a:pt x="14" y="5187"/>
                    </a:cubicBezTo>
                    <a:cubicBezTo>
                      <a:pt x="14" y="4801"/>
                      <a:pt x="16" y="4415"/>
                      <a:pt x="18" y="4029"/>
                    </a:cubicBezTo>
                    <a:cubicBezTo>
                      <a:pt x="20" y="3590"/>
                      <a:pt x="22" y="3150"/>
                      <a:pt x="23" y="2711"/>
                    </a:cubicBezTo>
                    <a:cubicBezTo>
                      <a:pt x="25" y="1807"/>
                      <a:pt x="29" y="904"/>
                      <a:pt x="33" y="0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782" name="ICON_C_SIGNAL_GRAPHIC_path_015"/>
              <p:cNvSpPr/>
              <p:nvPr/>
            </p:nvSpPr>
            <p:spPr>
              <a:xfrm>
                <a:off x="4572000" y="7342188"/>
                <a:ext cx="72316" cy="80034"/>
              </a:xfrm>
              <a:custGeom>
                <a:avLst/>
                <a:gdLst/>
                <a:ahLst/>
                <a:cxnLst/>
                <a:rect l="0" t="0" r="r" b="b"/>
                <a:pathLst>
                  <a:path w="5694" h="6302" fill="norm" stroke="0">
                    <a:moveTo>
                      <a:pt x="1250" y="0"/>
                    </a:moveTo>
                    <a:cubicBezTo>
                      <a:pt x="1456" y="0"/>
                      <a:pt x="1663" y="0"/>
                      <a:pt x="1875" y="0"/>
                    </a:cubicBezTo>
                    <a:cubicBezTo>
                      <a:pt x="2029" y="291"/>
                      <a:pt x="2029" y="291"/>
                      <a:pt x="2058" y="424"/>
                    </a:cubicBezTo>
                    <a:cubicBezTo>
                      <a:pt x="2064" y="453"/>
                      <a:pt x="2071" y="481"/>
                      <a:pt x="2077" y="511"/>
                    </a:cubicBezTo>
                    <a:cubicBezTo>
                      <a:pt x="2084" y="540"/>
                      <a:pt x="2090" y="569"/>
                      <a:pt x="2096" y="599"/>
                    </a:cubicBezTo>
                    <a:cubicBezTo>
                      <a:pt x="2203" y="1050"/>
                      <a:pt x="2305" y="1389"/>
                      <a:pt x="2708" y="1667"/>
                    </a:cubicBezTo>
                    <a:cubicBezTo>
                      <a:pt x="2931" y="1776"/>
                      <a:pt x="3163" y="1847"/>
                      <a:pt x="3400" y="1919"/>
                    </a:cubicBezTo>
                    <a:cubicBezTo>
                      <a:pt x="3530" y="1964"/>
                      <a:pt x="3639" y="2002"/>
                      <a:pt x="3750" y="2083"/>
                    </a:cubicBezTo>
                    <a:cubicBezTo>
                      <a:pt x="3793" y="2230"/>
                      <a:pt x="3781" y="2352"/>
                      <a:pt x="3750" y="2500"/>
                    </a:cubicBezTo>
                    <a:cubicBezTo>
                      <a:pt x="3959" y="2550"/>
                      <a:pt x="4173" y="2595"/>
                      <a:pt x="4375" y="2500"/>
                    </a:cubicBezTo>
                    <a:cubicBezTo>
                      <a:pt x="4607" y="2241"/>
                      <a:pt x="4715" y="1867"/>
                      <a:pt x="4838" y="1547"/>
                    </a:cubicBezTo>
                    <a:cubicBezTo>
                      <a:pt x="4957" y="1269"/>
                      <a:pt x="4957" y="1269"/>
                      <a:pt x="5075" y="1217"/>
                    </a:cubicBezTo>
                    <a:cubicBezTo>
                      <a:pt x="5162" y="1209"/>
                      <a:pt x="5239" y="1213"/>
                      <a:pt x="5325" y="1224"/>
                    </a:cubicBezTo>
                    <a:cubicBezTo>
                      <a:pt x="5354" y="1226"/>
                      <a:pt x="5383" y="1228"/>
                      <a:pt x="5413" y="1230"/>
                    </a:cubicBezTo>
                    <a:cubicBezTo>
                      <a:pt x="5484" y="1235"/>
                      <a:pt x="5554" y="1242"/>
                      <a:pt x="5625" y="1250"/>
                    </a:cubicBezTo>
                    <a:cubicBezTo>
                      <a:pt x="5694" y="2181"/>
                      <a:pt x="5694" y="2181"/>
                      <a:pt x="5547" y="2417"/>
                    </a:cubicBezTo>
                    <a:cubicBezTo>
                      <a:pt x="5475" y="2474"/>
                      <a:pt x="5402" y="2530"/>
                      <a:pt x="5328" y="2584"/>
                    </a:cubicBezTo>
                    <a:cubicBezTo>
                      <a:pt x="5105" y="2777"/>
                      <a:pt x="5033" y="3114"/>
                      <a:pt x="4937" y="3383"/>
                    </a:cubicBezTo>
                    <a:cubicBezTo>
                      <a:pt x="4921" y="3427"/>
                      <a:pt x="4905" y="3471"/>
                      <a:pt x="4889" y="3516"/>
                    </a:cubicBezTo>
                    <a:cubicBezTo>
                      <a:pt x="4875" y="3556"/>
                      <a:pt x="4861" y="3596"/>
                      <a:pt x="4847" y="3637"/>
                    </a:cubicBezTo>
                    <a:cubicBezTo>
                      <a:pt x="4792" y="3750"/>
                      <a:pt x="4792" y="3750"/>
                      <a:pt x="4683" y="3839"/>
                    </a:cubicBezTo>
                    <a:cubicBezTo>
                      <a:pt x="4530" y="4021"/>
                      <a:pt x="4555" y="4197"/>
                      <a:pt x="4554" y="4427"/>
                    </a:cubicBezTo>
                    <a:cubicBezTo>
                      <a:pt x="4551" y="4520"/>
                      <a:pt x="4548" y="4614"/>
                      <a:pt x="4544" y="4707"/>
                    </a:cubicBezTo>
                    <a:cubicBezTo>
                      <a:pt x="4542" y="4755"/>
                      <a:pt x="4540" y="4803"/>
                      <a:pt x="4538" y="4853"/>
                    </a:cubicBezTo>
                    <a:cubicBezTo>
                      <a:pt x="4490" y="5881"/>
                      <a:pt x="4490" y="5881"/>
                      <a:pt x="4325" y="6111"/>
                    </a:cubicBezTo>
                    <a:cubicBezTo>
                      <a:pt x="4118" y="6297"/>
                      <a:pt x="3838" y="6302"/>
                      <a:pt x="3574" y="6298"/>
                    </a:cubicBezTo>
                    <a:cubicBezTo>
                      <a:pt x="3416" y="6285"/>
                      <a:pt x="3345" y="6259"/>
                      <a:pt x="3217" y="6164"/>
                    </a:cubicBezTo>
                    <a:cubicBezTo>
                      <a:pt x="3099" y="6008"/>
                      <a:pt x="3088" y="5900"/>
                      <a:pt x="3083" y="5710"/>
                    </a:cubicBezTo>
                    <a:cubicBezTo>
                      <a:pt x="3081" y="5678"/>
                      <a:pt x="3080" y="5646"/>
                      <a:pt x="3079" y="5614"/>
                    </a:cubicBezTo>
                    <a:cubicBezTo>
                      <a:pt x="3077" y="5548"/>
                      <a:pt x="3076" y="5481"/>
                      <a:pt x="3075" y="5414"/>
                    </a:cubicBezTo>
                    <a:cubicBezTo>
                      <a:pt x="3073" y="5312"/>
                      <a:pt x="3066" y="5211"/>
                      <a:pt x="3060" y="5110"/>
                    </a:cubicBezTo>
                    <a:cubicBezTo>
                      <a:pt x="3047" y="4734"/>
                      <a:pt x="3047" y="4734"/>
                      <a:pt x="3125" y="4583"/>
                    </a:cubicBezTo>
                    <a:cubicBezTo>
                      <a:pt x="3244" y="4494"/>
                      <a:pt x="3377" y="4462"/>
                      <a:pt x="3522" y="4438"/>
                    </a:cubicBezTo>
                    <a:cubicBezTo>
                      <a:pt x="3606" y="4424"/>
                      <a:pt x="3606" y="4424"/>
                      <a:pt x="3750" y="4375"/>
                    </a:cubicBezTo>
                    <a:cubicBezTo>
                      <a:pt x="3826" y="4252"/>
                      <a:pt x="3841" y="4126"/>
                      <a:pt x="3841" y="3983"/>
                    </a:cubicBezTo>
                    <a:cubicBezTo>
                      <a:pt x="3788" y="3786"/>
                      <a:pt x="3706" y="3680"/>
                      <a:pt x="3535" y="3568"/>
                    </a:cubicBezTo>
                    <a:cubicBezTo>
                      <a:pt x="2854" y="3202"/>
                      <a:pt x="2004" y="3195"/>
                      <a:pt x="1250" y="3125"/>
                    </a:cubicBezTo>
                    <a:cubicBezTo>
                      <a:pt x="1250" y="3469"/>
                      <a:pt x="1250" y="3812"/>
                      <a:pt x="1250" y="4167"/>
                    </a:cubicBezTo>
                    <a:cubicBezTo>
                      <a:pt x="906" y="4235"/>
                      <a:pt x="562" y="4304"/>
                      <a:pt x="208" y="4375"/>
                    </a:cubicBezTo>
                    <a:cubicBezTo>
                      <a:pt x="140" y="4031"/>
                      <a:pt x="71" y="3688"/>
                      <a:pt x="0" y="3333"/>
                    </a:cubicBezTo>
                    <a:cubicBezTo>
                      <a:pt x="51" y="3329"/>
                      <a:pt x="51" y="3329"/>
                      <a:pt x="312" y="3307"/>
                    </a:cubicBezTo>
                    <a:cubicBezTo>
                      <a:pt x="452" y="3279"/>
                      <a:pt x="537" y="3239"/>
                      <a:pt x="625" y="3125"/>
                    </a:cubicBezTo>
                    <a:cubicBezTo>
                      <a:pt x="715" y="2721"/>
                      <a:pt x="659" y="2283"/>
                      <a:pt x="625" y="1875"/>
                    </a:cubicBezTo>
                    <a:cubicBezTo>
                      <a:pt x="831" y="1875"/>
                      <a:pt x="1038" y="1875"/>
                      <a:pt x="1250" y="1875"/>
                    </a:cubicBezTo>
                    <a:cubicBezTo>
                      <a:pt x="1250" y="1256"/>
                      <a:pt x="1250" y="638"/>
                      <a:pt x="1250" y="0"/>
                    </a:cubicBezTo>
                    <a:close/>
                  </a:path>
                </a:pathLst>
              </a:custGeom>
              <a:solidFill>
                <a:srgbClr val="AA8DD2"/>
              </a:solidFill>
              <a:ln w="2646" cap="flat">
                <a:noFill/>
              </a:ln>
            </p:spPr>
          </p:sp>
          <p:sp>
            <p:nvSpPr>
              <p:cNvPr id="3783" name="ICON_C_SIGNAL_GRAPHIC_path_016"/>
              <p:cNvSpPr/>
              <p:nvPr/>
            </p:nvSpPr>
            <p:spPr>
              <a:xfrm>
                <a:off x="3524250" y="7469188"/>
                <a:ext cx="79375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6250" h="5000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3" y="73"/>
                      <a:pt x="621" y="146"/>
                      <a:pt x="619" y="221"/>
                    </a:cubicBezTo>
                    <a:cubicBezTo>
                      <a:pt x="631" y="515"/>
                      <a:pt x="645" y="803"/>
                      <a:pt x="833" y="1042"/>
                    </a:cubicBezTo>
                    <a:cubicBezTo>
                      <a:pt x="1058" y="1132"/>
                      <a:pt x="1283" y="1146"/>
                      <a:pt x="1523" y="1159"/>
                    </a:cubicBezTo>
                    <a:cubicBezTo>
                      <a:pt x="2067" y="1190"/>
                      <a:pt x="2418" y="1245"/>
                      <a:pt x="2800" y="1654"/>
                    </a:cubicBezTo>
                    <a:cubicBezTo>
                      <a:pt x="2816" y="1671"/>
                      <a:pt x="2816" y="1671"/>
                      <a:pt x="2903" y="1761"/>
                    </a:cubicBezTo>
                    <a:cubicBezTo>
                      <a:pt x="3059" y="1943"/>
                      <a:pt x="3144" y="2075"/>
                      <a:pt x="3145" y="2319"/>
                    </a:cubicBezTo>
                    <a:cubicBezTo>
                      <a:pt x="3140" y="2379"/>
                      <a:pt x="3134" y="2440"/>
                      <a:pt x="3125" y="2500"/>
                    </a:cubicBezTo>
                    <a:cubicBezTo>
                      <a:pt x="3335" y="2550"/>
                      <a:pt x="3547" y="2592"/>
                      <a:pt x="3750" y="2500"/>
                    </a:cubicBezTo>
                    <a:cubicBezTo>
                      <a:pt x="3842" y="2395"/>
                      <a:pt x="3891" y="2276"/>
                      <a:pt x="3945" y="2148"/>
                    </a:cubicBezTo>
                    <a:cubicBezTo>
                      <a:pt x="4099" y="1787"/>
                      <a:pt x="4278" y="1475"/>
                      <a:pt x="4517" y="1164"/>
                    </a:cubicBezTo>
                    <a:cubicBezTo>
                      <a:pt x="4552" y="1118"/>
                      <a:pt x="4587" y="1071"/>
                      <a:pt x="4621" y="1023"/>
                    </a:cubicBezTo>
                    <a:cubicBezTo>
                      <a:pt x="4883" y="654"/>
                      <a:pt x="4883" y="654"/>
                      <a:pt x="5080" y="605"/>
                    </a:cubicBezTo>
                    <a:cubicBezTo>
                      <a:pt x="5264" y="586"/>
                      <a:pt x="5442" y="600"/>
                      <a:pt x="5625" y="625"/>
                    </a:cubicBezTo>
                    <a:cubicBezTo>
                      <a:pt x="5624" y="648"/>
                      <a:pt x="5622" y="671"/>
                      <a:pt x="5621" y="695"/>
                    </a:cubicBezTo>
                    <a:cubicBezTo>
                      <a:pt x="5607" y="935"/>
                      <a:pt x="5598" y="1174"/>
                      <a:pt x="5591" y="1415"/>
                    </a:cubicBezTo>
                    <a:cubicBezTo>
                      <a:pt x="5587" y="1504"/>
                      <a:pt x="5583" y="1594"/>
                      <a:pt x="5578" y="1683"/>
                    </a:cubicBezTo>
                    <a:cubicBezTo>
                      <a:pt x="5542" y="2286"/>
                      <a:pt x="5542" y="2286"/>
                      <a:pt x="5625" y="2500"/>
                    </a:cubicBezTo>
                    <a:cubicBezTo>
                      <a:pt x="5801" y="2671"/>
                      <a:pt x="6012" y="2674"/>
                      <a:pt x="6250" y="2708"/>
                    </a:cubicBezTo>
                    <a:cubicBezTo>
                      <a:pt x="6181" y="3052"/>
                      <a:pt x="6113" y="3396"/>
                      <a:pt x="6042" y="3750"/>
                    </a:cubicBezTo>
                    <a:cubicBezTo>
                      <a:pt x="5347" y="3611"/>
                      <a:pt x="4653" y="3472"/>
                      <a:pt x="3958" y="3333"/>
                    </a:cubicBezTo>
                    <a:cubicBezTo>
                      <a:pt x="3890" y="3883"/>
                      <a:pt x="3821" y="4433"/>
                      <a:pt x="3750" y="5000"/>
                    </a:cubicBezTo>
                    <a:cubicBezTo>
                      <a:pt x="3125" y="5000"/>
                      <a:pt x="3125" y="5000"/>
                      <a:pt x="2935" y="4869"/>
                    </a:cubicBezTo>
                    <a:cubicBezTo>
                      <a:pt x="2858" y="4778"/>
                      <a:pt x="2858" y="4778"/>
                      <a:pt x="2786" y="4675"/>
                    </a:cubicBezTo>
                    <a:cubicBezTo>
                      <a:pt x="2774" y="4657"/>
                      <a:pt x="2774" y="4657"/>
                      <a:pt x="2708" y="4567"/>
                    </a:cubicBezTo>
                    <a:cubicBezTo>
                      <a:pt x="2357" y="4026"/>
                      <a:pt x="2340" y="3335"/>
                      <a:pt x="2292" y="2708"/>
                    </a:cubicBezTo>
                    <a:cubicBezTo>
                      <a:pt x="2122" y="2737"/>
                      <a:pt x="1953" y="2768"/>
                      <a:pt x="1784" y="2800"/>
                    </a:cubicBezTo>
                    <a:cubicBezTo>
                      <a:pt x="1760" y="2804"/>
                      <a:pt x="1760" y="2804"/>
                      <a:pt x="1639" y="2824"/>
                    </a:cubicBezTo>
                    <a:cubicBezTo>
                      <a:pt x="1615" y="2829"/>
                      <a:pt x="1615" y="2829"/>
                      <a:pt x="1498" y="2851"/>
                    </a:cubicBezTo>
                    <a:cubicBezTo>
                      <a:pt x="1456" y="2858"/>
                      <a:pt x="1413" y="2866"/>
                      <a:pt x="1369" y="2874"/>
                    </a:cubicBezTo>
                    <a:cubicBezTo>
                      <a:pt x="1250" y="2917"/>
                      <a:pt x="1250" y="2917"/>
                      <a:pt x="1042" y="3125"/>
                    </a:cubicBezTo>
                    <a:cubicBezTo>
                      <a:pt x="698" y="3125"/>
                      <a:pt x="354" y="3125"/>
                      <a:pt x="0" y="3125"/>
                    </a:cubicBezTo>
                    <a:cubicBezTo>
                      <a:pt x="0" y="2094"/>
                      <a:pt x="0" y="1062"/>
                      <a:pt x="0" y="0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784" name="ICON_C_SIGNAL_GRAPHIC_path_017"/>
              <p:cNvSpPr/>
              <p:nvPr/>
            </p:nvSpPr>
            <p:spPr>
              <a:xfrm>
                <a:off x="4294187" y="7460890"/>
                <a:ext cx="80185" cy="88286"/>
              </a:xfrm>
              <a:custGeom>
                <a:avLst/>
                <a:gdLst/>
                <a:ahLst/>
                <a:cxnLst/>
                <a:rect l="0" t="0" r="r" b="b"/>
                <a:pathLst>
                  <a:path w="6314" h="6952" fill="norm" stroke="0">
                    <a:moveTo>
                      <a:pt x="863" y="0"/>
                    </a:moveTo>
                    <a:cubicBezTo>
                      <a:pt x="993" y="3"/>
                      <a:pt x="1121" y="14"/>
                      <a:pt x="1250" y="28"/>
                    </a:cubicBezTo>
                    <a:cubicBezTo>
                      <a:pt x="1251" y="73"/>
                      <a:pt x="1252" y="118"/>
                      <a:pt x="1252" y="165"/>
                    </a:cubicBezTo>
                    <a:cubicBezTo>
                      <a:pt x="1294" y="1631"/>
                      <a:pt x="1294" y="1631"/>
                      <a:pt x="1846" y="2164"/>
                    </a:cubicBezTo>
                    <a:cubicBezTo>
                      <a:pt x="1941" y="2251"/>
                      <a:pt x="2040" y="2333"/>
                      <a:pt x="2140" y="2414"/>
                    </a:cubicBezTo>
                    <a:cubicBezTo>
                      <a:pt x="2186" y="2452"/>
                      <a:pt x="2233" y="2489"/>
                      <a:pt x="2279" y="2527"/>
                    </a:cubicBezTo>
                    <a:cubicBezTo>
                      <a:pt x="2301" y="2544"/>
                      <a:pt x="2323" y="2562"/>
                      <a:pt x="2345" y="2580"/>
                    </a:cubicBezTo>
                    <a:cubicBezTo>
                      <a:pt x="2447" y="2668"/>
                      <a:pt x="2497" y="2725"/>
                      <a:pt x="2532" y="2856"/>
                    </a:cubicBezTo>
                    <a:cubicBezTo>
                      <a:pt x="2532" y="2961"/>
                      <a:pt x="2524" y="3052"/>
                      <a:pt x="2500" y="3153"/>
                    </a:cubicBezTo>
                    <a:cubicBezTo>
                      <a:pt x="2944" y="3229"/>
                      <a:pt x="2944" y="3229"/>
                      <a:pt x="3125" y="3153"/>
                    </a:cubicBezTo>
                    <a:cubicBezTo>
                      <a:pt x="3269" y="2977"/>
                      <a:pt x="3289" y="2744"/>
                      <a:pt x="3333" y="2528"/>
                    </a:cubicBezTo>
                    <a:cubicBezTo>
                      <a:pt x="3505" y="2563"/>
                      <a:pt x="3505" y="2563"/>
                      <a:pt x="4375" y="2737"/>
                    </a:cubicBezTo>
                    <a:cubicBezTo>
                      <a:pt x="4375" y="3080"/>
                      <a:pt x="4375" y="3424"/>
                      <a:pt x="4375" y="3778"/>
                    </a:cubicBezTo>
                    <a:cubicBezTo>
                      <a:pt x="4581" y="3778"/>
                      <a:pt x="4788" y="3778"/>
                      <a:pt x="5000" y="3778"/>
                    </a:cubicBezTo>
                    <a:cubicBezTo>
                      <a:pt x="5000" y="3435"/>
                      <a:pt x="5000" y="3091"/>
                      <a:pt x="5000" y="2737"/>
                    </a:cubicBezTo>
                    <a:cubicBezTo>
                      <a:pt x="5169" y="2696"/>
                      <a:pt x="5338" y="2657"/>
                      <a:pt x="5508" y="2619"/>
                    </a:cubicBezTo>
                    <a:cubicBezTo>
                      <a:pt x="5556" y="2608"/>
                      <a:pt x="5604" y="2596"/>
                      <a:pt x="5653" y="2584"/>
                    </a:cubicBezTo>
                    <a:cubicBezTo>
                      <a:pt x="6000" y="2509"/>
                      <a:pt x="6000" y="2509"/>
                      <a:pt x="6178" y="2593"/>
                    </a:cubicBezTo>
                    <a:cubicBezTo>
                      <a:pt x="6314" y="2783"/>
                      <a:pt x="6271" y="3051"/>
                      <a:pt x="6263" y="3270"/>
                    </a:cubicBezTo>
                    <a:cubicBezTo>
                      <a:pt x="6262" y="3319"/>
                      <a:pt x="6261" y="3368"/>
                      <a:pt x="6260" y="3418"/>
                    </a:cubicBezTo>
                    <a:cubicBezTo>
                      <a:pt x="6258" y="3538"/>
                      <a:pt x="6254" y="3658"/>
                      <a:pt x="6250" y="3778"/>
                    </a:cubicBezTo>
                    <a:cubicBezTo>
                      <a:pt x="6044" y="3778"/>
                      <a:pt x="5837" y="3778"/>
                      <a:pt x="5625" y="3778"/>
                    </a:cubicBezTo>
                    <a:cubicBezTo>
                      <a:pt x="5651" y="4078"/>
                      <a:pt x="5651" y="4078"/>
                      <a:pt x="5663" y="4171"/>
                    </a:cubicBezTo>
                    <a:cubicBezTo>
                      <a:pt x="5666" y="4263"/>
                      <a:pt x="5661" y="4318"/>
                      <a:pt x="5625" y="4403"/>
                    </a:cubicBezTo>
                    <a:cubicBezTo>
                      <a:pt x="5533" y="4446"/>
                      <a:pt x="5533" y="4446"/>
                      <a:pt x="5420" y="4485"/>
                    </a:cubicBezTo>
                    <a:cubicBezTo>
                      <a:pt x="5284" y="4549"/>
                      <a:pt x="5222" y="4579"/>
                      <a:pt x="5163" y="4719"/>
                    </a:cubicBezTo>
                    <a:cubicBezTo>
                      <a:pt x="5140" y="4857"/>
                      <a:pt x="5129" y="4993"/>
                      <a:pt x="5122" y="5133"/>
                    </a:cubicBezTo>
                    <a:cubicBezTo>
                      <a:pt x="5118" y="5184"/>
                      <a:pt x="5114" y="5234"/>
                      <a:pt x="5110" y="5286"/>
                    </a:cubicBezTo>
                    <a:cubicBezTo>
                      <a:pt x="5099" y="5420"/>
                      <a:pt x="5091" y="5554"/>
                      <a:pt x="5083" y="5688"/>
                    </a:cubicBezTo>
                    <a:cubicBezTo>
                      <a:pt x="5075" y="5825"/>
                      <a:pt x="5064" y="5962"/>
                      <a:pt x="5054" y="6099"/>
                    </a:cubicBezTo>
                    <a:cubicBezTo>
                      <a:pt x="5034" y="6367"/>
                      <a:pt x="5016" y="6635"/>
                      <a:pt x="5000" y="6903"/>
                    </a:cubicBezTo>
                    <a:cubicBezTo>
                      <a:pt x="4348" y="6952"/>
                      <a:pt x="4348" y="6952"/>
                      <a:pt x="4076" y="6723"/>
                    </a:cubicBezTo>
                    <a:cubicBezTo>
                      <a:pt x="4050" y="6697"/>
                      <a:pt x="4024" y="6670"/>
                      <a:pt x="3998" y="6643"/>
                    </a:cubicBezTo>
                    <a:cubicBezTo>
                      <a:pt x="3970" y="6615"/>
                      <a:pt x="3942" y="6588"/>
                      <a:pt x="3914" y="6560"/>
                    </a:cubicBezTo>
                    <a:cubicBezTo>
                      <a:pt x="3836" y="6466"/>
                      <a:pt x="3788" y="6394"/>
                      <a:pt x="3750" y="6278"/>
                    </a:cubicBezTo>
                    <a:cubicBezTo>
                      <a:pt x="3778" y="6003"/>
                      <a:pt x="3948" y="5771"/>
                      <a:pt x="4100" y="5548"/>
                    </a:cubicBezTo>
                    <a:cubicBezTo>
                      <a:pt x="4207" y="5382"/>
                      <a:pt x="4291" y="5206"/>
                      <a:pt x="4375" y="5028"/>
                    </a:cubicBezTo>
                    <a:cubicBezTo>
                      <a:pt x="3993" y="4784"/>
                      <a:pt x="3641" y="4603"/>
                      <a:pt x="3184" y="4581"/>
                    </a:cubicBezTo>
                    <a:cubicBezTo>
                      <a:pt x="2226" y="4531"/>
                      <a:pt x="2226" y="4531"/>
                      <a:pt x="2018" y="4345"/>
                    </a:cubicBezTo>
                    <a:cubicBezTo>
                      <a:pt x="1783" y="4067"/>
                      <a:pt x="1647" y="3706"/>
                      <a:pt x="1540" y="3362"/>
                    </a:cubicBezTo>
                    <a:cubicBezTo>
                      <a:pt x="1495" y="3221"/>
                      <a:pt x="1455" y="3150"/>
                      <a:pt x="1347" y="3046"/>
                    </a:cubicBezTo>
                    <a:cubicBezTo>
                      <a:pt x="1250" y="2945"/>
                      <a:pt x="1250" y="2945"/>
                      <a:pt x="1240" y="2832"/>
                    </a:cubicBezTo>
                    <a:cubicBezTo>
                      <a:pt x="1246" y="2793"/>
                      <a:pt x="1252" y="2753"/>
                      <a:pt x="1259" y="2711"/>
                    </a:cubicBezTo>
                    <a:cubicBezTo>
                      <a:pt x="1322" y="2151"/>
                      <a:pt x="1322" y="2151"/>
                      <a:pt x="1250" y="1903"/>
                    </a:cubicBezTo>
                    <a:cubicBezTo>
                      <a:pt x="1066" y="1690"/>
                      <a:pt x="790" y="1610"/>
                      <a:pt x="529" y="1526"/>
                    </a:cubicBezTo>
                    <a:cubicBezTo>
                      <a:pt x="344" y="1461"/>
                      <a:pt x="173" y="1370"/>
                      <a:pt x="0" y="1278"/>
                    </a:cubicBezTo>
                    <a:cubicBezTo>
                      <a:pt x="305" y="668"/>
                      <a:pt x="305" y="668"/>
                      <a:pt x="363" y="558"/>
                    </a:cubicBezTo>
                    <a:cubicBezTo>
                      <a:pt x="417" y="445"/>
                      <a:pt x="417" y="445"/>
                      <a:pt x="455" y="324"/>
                    </a:cubicBezTo>
                    <a:cubicBezTo>
                      <a:pt x="538" y="87"/>
                      <a:pt x="599" y="7"/>
                      <a:pt x="863" y="0"/>
                    </a:cubicBezTo>
                    <a:close/>
                  </a:path>
                </a:pathLst>
              </a:custGeom>
              <a:solidFill>
                <a:srgbClr val="EA58AE"/>
              </a:solidFill>
              <a:ln w="2646" cap="flat">
                <a:noFill/>
              </a:ln>
            </p:spPr>
          </p:sp>
          <p:sp>
            <p:nvSpPr>
              <p:cNvPr id="3785" name="ICON_C_SIGNAL_GRAPHIC_path_018"/>
              <p:cNvSpPr/>
              <p:nvPr/>
            </p:nvSpPr>
            <p:spPr>
              <a:xfrm>
                <a:off x="3222442" y="7579974"/>
                <a:ext cx="79558" cy="56335"/>
              </a:xfrm>
              <a:custGeom>
                <a:avLst/>
                <a:gdLst/>
                <a:ahLst/>
                <a:cxnLst/>
                <a:rect l="0" t="0" r="r" b="b"/>
                <a:pathLst>
                  <a:path w="6264" h="4436" fill="norm" stroke="0">
                    <a:moveTo>
                      <a:pt x="223" y="27"/>
                    </a:moveTo>
                    <a:cubicBezTo>
                      <a:pt x="572" y="11"/>
                      <a:pt x="984" y="0"/>
                      <a:pt x="1264" y="235"/>
                    </a:cubicBezTo>
                    <a:cubicBezTo>
                      <a:pt x="1357" y="459"/>
                      <a:pt x="1337" y="726"/>
                      <a:pt x="1343" y="964"/>
                    </a:cubicBezTo>
                    <a:cubicBezTo>
                      <a:pt x="1358" y="1508"/>
                      <a:pt x="1358" y="1508"/>
                      <a:pt x="1473" y="1693"/>
                    </a:cubicBezTo>
                    <a:cubicBezTo>
                      <a:pt x="1721" y="1832"/>
                      <a:pt x="1983" y="1830"/>
                      <a:pt x="2262" y="1840"/>
                    </a:cubicBezTo>
                    <a:cubicBezTo>
                      <a:pt x="2737" y="1857"/>
                      <a:pt x="3047" y="1894"/>
                      <a:pt x="3386" y="2248"/>
                    </a:cubicBezTo>
                    <a:cubicBezTo>
                      <a:pt x="3395" y="2258"/>
                      <a:pt x="3395" y="2258"/>
                      <a:pt x="3439" y="2305"/>
                    </a:cubicBezTo>
                    <a:cubicBezTo>
                      <a:pt x="3473" y="2341"/>
                      <a:pt x="3507" y="2376"/>
                      <a:pt x="3542" y="2413"/>
                    </a:cubicBezTo>
                    <a:cubicBezTo>
                      <a:pt x="3698" y="2595"/>
                      <a:pt x="3783" y="2727"/>
                      <a:pt x="3785" y="2970"/>
                    </a:cubicBezTo>
                    <a:cubicBezTo>
                      <a:pt x="3778" y="3030"/>
                      <a:pt x="3771" y="3090"/>
                      <a:pt x="3764" y="3152"/>
                    </a:cubicBezTo>
                    <a:cubicBezTo>
                      <a:pt x="3971" y="3152"/>
                      <a:pt x="4177" y="3152"/>
                      <a:pt x="4389" y="3152"/>
                    </a:cubicBezTo>
                    <a:cubicBezTo>
                      <a:pt x="4385" y="3081"/>
                      <a:pt x="4380" y="3011"/>
                      <a:pt x="4375" y="2939"/>
                    </a:cubicBezTo>
                    <a:cubicBezTo>
                      <a:pt x="4338" y="2192"/>
                      <a:pt x="4338" y="2192"/>
                      <a:pt x="4468" y="1985"/>
                    </a:cubicBezTo>
                    <a:cubicBezTo>
                      <a:pt x="4539" y="1928"/>
                      <a:pt x="4612" y="1872"/>
                      <a:pt x="4686" y="1819"/>
                    </a:cubicBezTo>
                    <a:cubicBezTo>
                      <a:pt x="4979" y="1564"/>
                      <a:pt x="5100" y="984"/>
                      <a:pt x="5223" y="652"/>
                    </a:cubicBezTo>
                    <a:cubicBezTo>
                      <a:pt x="5395" y="686"/>
                      <a:pt x="5395" y="686"/>
                      <a:pt x="6264" y="860"/>
                    </a:cubicBezTo>
                    <a:cubicBezTo>
                      <a:pt x="6264" y="1616"/>
                      <a:pt x="6264" y="2372"/>
                      <a:pt x="6264" y="3152"/>
                    </a:cubicBezTo>
                    <a:cubicBezTo>
                      <a:pt x="6058" y="3083"/>
                      <a:pt x="5852" y="3014"/>
                      <a:pt x="5639" y="2943"/>
                    </a:cubicBezTo>
                    <a:cubicBezTo>
                      <a:pt x="5600" y="2722"/>
                      <a:pt x="5600" y="2722"/>
                      <a:pt x="5639" y="2527"/>
                    </a:cubicBezTo>
                    <a:cubicBezTo>
                      <a:pt x="5433" y="2527"/>
                      <a:pt x="5227" y="2527"/>
                      <a:pt x="5014" y="2527"/>
                    </a:cubicBezTo>
                    <a:cubicBezTo>
                      <a:pt x="5024" y="2592"/>
                      <a:pt x="5034" y="2658"/>
                      <a:pt x="5044" y="2725"/>
                    </a:cubicBezTo>
                    <a:cubicBezTo>
                      <a:pt x="5092" y="3200"/>
                      <a:pt x="5077" y="3567"/>
                      <a:pt x="4769" y="3951"/>
                    </a:cubicBezTo>
                    <a:cubicBezTo>
                      <a:pt x="4515" y="4220"/>
                      <a:pt x="4283" y="4419"/>
                      <a:pt x="3901" y="4436"/>
                    </a:cubicBezTo>
                    <a:cubicBezTo>
                      <a:pt x="3760" y="4424"/>
                      <a:pt x="3760" y="4424"/>
                      <a:pt x="3621" y="4402"/>
                    </a:cubicBezTo>
                    <a:cubicBezTo>
                      <a:pt x="3576" y="4396"/>
                      <a:pt x="3532" y="4390"/>
                      <a:pt x="3486" y="4383"/>
                    </a:cubicBezTo>
                    <a:cubicBezTo>
                      <a:pt x="3330" y="4342"/>
                      <a:pt x="3252" y="4310"/>
                      <a:pt x="3139" y="4193"/>
                    </a:cubicBezTo>
                    <a:cubicBezTo>
                      <a:pt x="3114" y="4092"/>
                      <a:pt x="3103" y="3992"/>
                      <a:pt x="3091" y="3888"/>
                    </a:cubicBezTo>
                    <a:cubicBezTo>
                      <a:pt x="3047" y="3519"/>
                      <a:pt x="3047" y="3519"/>
                      <a:pt x="2931" y="3360"/>
                    </a:cubicBezTo>
                    <a:cubicBezTo>
                      <a:pt x="2610" y="3195"/>
                      <a:pt x="2209" y="3215"/>
                      <a:pt x="1854" y="3206"/>
                    </a:cubicBezTo>
                    <a:cubicBezTo>
                      <a:pt x="1717" y="3202"/>
                      <a:pt x="1581" y="3193"/>
                      <a:pt x="1444" y="3185"/>
                    </a:cubicBezTo>
                    <a:cubicBezTo>
                      <a:pt x="1176" y="3169"/>
                      <a:pt x="908" y="3159"/>
                      <a:pt x="639" y="3152"/>
                    </a:cubicBezTo>
                    <a:cubicBezTo>
                      <a:pt x="635" y="3103"/>
                      <a:pt x="631" y="3055"/>
                      <a:pt x="627" y="3005"/>
                    </a:cubicBezTo>
                    <a:cubicBezTo>
                      <a:pt x="611" y="2824"/>
                      <a:pt x="593" y="2643"/>
                      <a:pt x="573" y="2462"/>
                    </a:cubicBezTo>
                    <a:cubicBezTo>
                      <a:pt x="565" y="2385"/>
                      <a:pt x="558" y="2306"/>
                      <a:pt x="551" y="2229"/>
                    </a:cubicBezTo>
                    <a:cubicBezTo>
                      <a:pt x="489" y="1496"/>
                      <a:pt x="489" y="1496"/>
                      <a:pt x="210" y="1257"/>
                    </a:cubicBezTo>
                    <a:cubicBezTo>
                      <a:pt x="173" y="1227"/>
                      <a:pt x="136" y="1196"/>
                      <a:pt x="98" y="1165"/>
                    </a:cubicBezTo>
                    <a:cubicBezTo>
                      <a:pt x="14" y="1068"/>
                      <a:pt x="14" y="1068"/>
                      <a:pt x="0" y="940"/>
                    </a:cubicBezTo>
                    <a:cubicBezTo>
                      <a:pt x="20" y="795"/>
                      <a:pt x="52" y="662"/>
                      <a:pt x="93" y="521"/>
                    </a:cubicBezTo>
                    <a:cubicBezTo>
                      <a:pt x="104" y="474"/>
                      <a:pt x="116" y="426"/>
                      <a:pt x="128" y="377"/>
                    </a:cubicBezTo>
                    <a:cubicBezTo>
                      <a:pt x="158" y="259"/>
                      <a:pt x="189" y="143"/>
                      <a:pt x="223" y="27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786" name="ICON_C_SIGNAL_GRAPHIC_path_019"/>
              <p:cNvSpPr/>
              <p:nvPr/>
            </p:nvSpPr>
            <p:spPr>
              <a:xfrm>
                <a:off x="3960289" y="7453312"/>
                <a:ext cx="65098" cy="95562"/>
              </a:xfrm>
              <a:custGeom>
                <a:avLst/>
                <a:gdLst/>
                <a:ahLst/>
                <a:cxnLst/>
                <a:rect l="0" t="0" r="r" b="b"/>
                <a:pathLst>
                  <a:path w="5126" h="7525" fill="norm" stroke="0">
                    <a:moveTo>
                      <a:pt x="4416" y="0"/>
                    </a:moveTo>
                    <a:cubicBezTo>
                      <a:pt x="4623" y="0"/>
                      <a:pt x="4829" y="0"/>
                      <a:pt x="5041" y="0"/>
                    </a:cubicBezTo>
                    <a:cubicBezTo>
                      <a:pt x="5055" y="295"/>
                      <a:pt x="5067" y="590"/>
                      <a:pt x="5074" y="886"/>
                    </a:cubicBezTo>
                    <a:cubicBezTo>
                      <a:pt x="5077" y="1023"/>
                      <a:pt x="5081" y="1160"/>
                      <a:pt x="5088" y="1297"/>
                    </a:cubicBezTo>
                    <a:cubicBezTo>
                      <a:pt x="5126" y="2039"/>
                      <a:pt x="5126" y="2039"/>
                      <a:pt x="5041" y="2292"/>
                    </a:cubicBezTo>
                    <a:cubicBezTo>
                      <a:pt x="4925" y="2394"/>
                      <a:pt x="4790" y="2401"/>
                      <a:pt x="4641" y="2420"/>
                    </a:cubicBezTo>
                    <a:cubicBezTo>
                      <a:pt x="4557" y="2435"/>
                      <a:pt x="4557" y="2435"/>
                      <a:pt x="4416" y="2500"/>
                    </a:cubicBezTo>
                    <a:cubicBezTo>
                      <a:pt x="4299" y="2788"/>
                      <a:pt x="4359" y="3148"/>
                      <a:pt x="4377" y="3450"/>
                    </a:cubicBezTo>
                    <a:cubicBezTo>
                      <a:pt x="4380" y="3540"/>
                      <a:pt x="4383" y="3629"/>
                      <a:pt x="4386" y="3719"/>
                    </a:cubicBezTo>
                    <a:cubicBezTo>
                      <a:pt x="4393" y="3938"/>
                      <a:pt x="4403" y="4156"/>
                      <a:pt x="4416" y="4375"/>
                    </a:cubicBezTo>
                    <a:cubicBezTo>
                      <a:pt x="4202" y="4399"/>
                      <a:pt x="4004" y="4414"/>
                      <a:pt x="3791" y="4375"/>
                    </a:cubicBezTo>
                    <a:cubicBezTo>
                      <a:pt x="3713" y="4270"/>
                      <a:pt x="3683" y="4171"/>
                      <a:pt x="3639" y="4048"/>
                    </a:cubicBezTo>
                    <a:cubicBezTo>
                      <a:pt x="3620" y="4019"/>
                      <a:pt x="3602" y="3989"/>
                      <a:pt x="3583" y="3958"/>
                    </a:cubicBezTo>
                    <a:cubicBezTo>
                      <a:pt x="3405" y="3922"/>
                      <a:pt x="3248" y="3966"/>
                      <a:pt x="3075" y="4010"/>
                    </a:cubicBezTo>
                    <a:cubicBezTo>
                      <a:pt x="3028" y="4022"/>
                      <a:pt x="2981" y="4033"/>
                      <a:pt x="2932" y="4045"/>
                    </a:cubicBezTo>
                    <a:cubicBezTo>
                      <a:pt x="2618" y="4128"/>
                      <a:pt x="2342" y="4202"/>
                      <a:pt x="2168" y="4497"/>
                    </a:cubicBezTo>
                    <a:cubicBezTo>
                      <a:pt x="2045" y="4743"/>
                      <a:pt x="1945" y="4999"/>
                      <a:pt x="1853" y="5257"/>
                    </a:cubicBezTo>
                    <a:cubicBezTo>
                      <a:pt x="1837" y="5302"/>
                      <a:pt x="1821" y="5346"/>
                      <a:pt x="1805" y="5391"/>
                    </a:cubicBezTo>
                    <a:cubicBezTo>
                      <a:pt x="1791" y="5431"/>
                      <a:pt x="1777" y="5471"/>
                      <a:pt x="1763" y="5512"/>
                    </a:cubicBezTo>
                    <a:cubicBezTo>
                      <a:pt x="1708" y="5625"/>
                      <a:pt x="1708" y="5625"/>
                      <a:pt x="1601" y="5723"/>
                    </a:cubicBezTo>
                    <a:cubicBezTo>
                      <a:pt x="1468" y="5868"/>
                      <a:pt x="1459" y="5975"/>
                      <a:pt x="1441" y="6165"/>
                    </a:cubicBezTo>
                    <a:cubicBezTo>
                      <a:pt x="1437" y="6197"/>
                      <a:pt x="1433" y="6229"/>
                      <a:pt x="1429" y="6261"/>
                    </a:cubicBezTo>
                    <a:cubicBezTo>
                      <a:pt x="1417" y="6361"/>
                      <a:pt x="1406" y="6462"/>
                      <a:pt x="1395" y="6562"/>
                    </a:cubicBezTo>
                    <a:cubicBezTo>
                      <a:pt x="1381" y="6695"/>
                      <a:pt x="1366" y="6827"/>
                      <a:pt x="1350" y="6960"/>
                    </a:cubicBezTo>
                    <a:cubicBezTo>
                      <a:pt x="1347" y="6990"/>
                      <a:pt x="1344" y="7020"/>
                      <a:pt x="1341" y="7051"/>
                    </a:cubicBezTo>
                    <a:cubicBezTo>
                      <a:pt x="1322" y="7210"/>
                      <a:pt x="1297" y="7284"/>
                      <a:pt x="1199" y="7415"/>
                    </a:cubicBezTo>
                    <a:cubicBezTo>
                      <a:pt x="1063" y="7514"/>
                      <a:pt x="1001" y="7525"/>
                      <a:pt x="835" y="7520"/>
                    </a:cubicBezTo>
                    <a:cubicBezTo>
                      <a:pt x="788" y="7520"/>
                      <a:pt x="742" y="7519"/>
                      <a:pt x="694" y="7518"/>
                    </a:cubicBezTo>
                    <a:cubicBezTo>
                      <a:pt x="670" y="7518"/>
                      <a:pt x="670" y="7518"/>
                      <a:pt x="549" y="7513"/>
                    </a:cubicBezTo>
                    <a:cubicBezTo>
                      <a:pt x="500" y="7512"/>
                      <a:pt x="452" y="7511"/>
                      <a:pt x="401" y="7510"/>
                    </a:cubicBezTo>
                    <a:cubicBezTo>
                      <a:pt x="281" y="7508"/>
                      <a:pt x="161" y="7504"/>
                      <a:pt x="41" y="7500"/>
                    </a:cubicBezTo>
                    <a:cubicBezTo>
                      <a:pt x="30" y="7400"/>
                      <a:pt x="22" y="7301"/>
                      <a:pt x="15" y="7200"/>
                    </a:cubicBezTo>
                    <a:cubicBezTo>
                      <a:pt x="12" y="7173"/>
                      <a:pt x="8" y="7144"/>
                      <a:pt x="5" y="7115"/>
                    </a:cubicBezTo>
                    <a:cubicBezTo>
                      <a:pt x="0" y="7020"/>
                      <a:pt x="3" y="6963"/>
                      <a:pt x="41" y="6875"/>
                    </a:cubicBezTo>
                    <a:cubicBezTo>
                      <a:pt x="135" y="6837"/>
                      <a:pt x="135" y="6837"/>
                      <a:pt x="249" y="6802"/>
                    </a:cubicBezTo>
                    <a:cubicBezTo>
                      <a:pt x="363" y="6748"/>
                      <a:pt x="363" y="6748"/>
                      <a:pt x="458" y="6667"/>
                    </a:cubicBezTo>
                    <a:cubicBezTo>
                      <a:pt x="512" y="6481"/>
                      <a:pt x="512" y="6303"/>
                      <a:pt x="509" y="6111"/>
                    </a:cubicBezTo>
                    <a:cubicBezTo>
                      <a:pt x="507" y="6014"/>
                      <a:pt x="509" y="5918"/>
                      <a:pt x="512" y="5822"/>
                    </a:cubicBezTo>
                    <a:cubicBezTo>
                      <a:pt x="520" y="5548"/>
                      <a:pt x="524" y="5274"/>
                      <a:pt x="521" y="5000"/>
                    </a:cubicBezTo>
                    <a:cubicBezTo>
                      <a:pt x="516" y="4058"/>
                      <a:pt x="516" y="4058"/>
                      <a:pt x="666" y="3750"/>
                    </a:cubicBezTo>
                    <a:cubicBezTo>
                      <a:pt x="871" y="3613"/>
                      <a:pt x="1093" y="3606"/>
                      <a:pt x="1333" y="3591"/>
                    </a:cubicBezTo>
                    <a:cubicBezTo>
                      <a:pt x="1682" y="3569"/>
                      <a:pt x="1682" y="3569"/>
                      <a:pt x="1768" y="3478"/>
                    </a:cubicBezTo>
                    <a:cubicBezTo>
                      <a:pt x="1857" y="3268"/>
                      <a:pt x="1845" y="3037"/>
                      <a:pt x="1838" y="2812"/>
                    </a:cubicBezTo>
                    <a:cubicBezTo>
                      <a:pt x="1834" y="2247"/>
                      <a:pt x="1834" y="2247"/>
                      <a:pt x="1916" y="2083"/>
                    </a:cubicBezTo>
                    <a:cubicBezTo>
                      <a:pt x="2093" y="1941"/>
                      <a:pt x="2323" y="1908"/>
                      <a:pt x="2541" y="1875"/>
                    </a:cubicBezTo>
                    <a:cubicBezTo>
                      <a:pt x="2545" y="1905"/>
                      <a:pt x="2550" y="1936"/>
                      <a:pt x="2554" y="1967"/>
                    </a:cubicBezTo>
                    <a:cubicBezTo>
                      <a:pt x="2574" y="2106"/>
                      <a:pt x="2596" y="2244"/>
                      <a:pt x="2619" y="2383"/>
                    </a:cubicBezTo>
                    <a:cubicBezTo>
                      <a:pt x="2623" y="2407"/>
                      <a:pt x="2623" y="2407"/>
                      <a:pt x="2639" y="2528"/>
                    </a:cubicBezTo>
                    <a:cubicBezTo>
                      <a:pt x="2700" y="2877"/>
                      <a:pt x="2700" y="2877"/>
                      <a:pt x="2851" y="2996"/>
                    </a:cubicBezTo>
                    <a:cubicBezTo>
                      <a:pt x="2955" y="3049"/>
                      <a:pt x="3055" y="3091"/>
                      <a:pt x="3166" y="3125"/>
                    </a:cubicBezTo>
                    <a:cubicBezTo>
                      <a:pt x="3176" y="3103"/>
                      <a:pt x="3185" y="3081"/>
                      <a:pt x="3195" y="3058"/>
                    </a:cubicBezTo>
                    <a:cubicBezTo>
                      <a:pt x="3514" y="2326"/>
                      <a:pt x="3514" y="2326"/>
                      <a:pt x="3825" y="2094"/>
                    </a:cubicBezTo>
                    <a:cubicBezTo>
                      <a:pt x="4173" y="1831"/>
                      <a:pt x="4250" y="1561"/>
                      <a:pt x="4311" y="1144"/>
                    </a:cubicBezTo>
                    <a:cubicBezTo>
                      <a:pt x="4360" y="764"/>
                      <a:pt x="4392" y="382"/>
                      <a:pt x="4416" y="0"/>
                    </a:cubicBezTo>
                    <a:close/>
                  </a:path>
                </a:pathLst>
              </a:custGeom>
              <a:solidFill>
                <a:srgbClr val="EC57AD"/>
              </a:solidFill>
              <a:ln w="2646" cap="flat">
                <a:noFill/>
              </a:ln>
            </p:spPr>
          </p:sp>
          <p:sp>
            <p:nvSpPr>
              <p:cNvPr id="3787" name="ICON_C_SIGNAL_GRAPHIC_path_020"/>
              <p:cNvSpPr/>
              <p:nvPr/>
            </p:nvSpPr>
            <p:spPr>
              <a:xfrm>
                <a:off x="4062654" y="7483794"/>
                <a:ext cx="64847" cy="56833"/>
              </a:xfrm>
              <a:custGeom>
                <a:avLst/>
                <a:gdLst/>
                <a:ahLst/>
                <a:cxnLst/>
                <a:rect l="0" t="0" r="r" b="b"/>
                <a:pathLst>
                  <a:path w="5106" h="4475" fill="norm" stroke="0">
                    <a:moveTo>
                      <a:pt x="1843" y="59"/>
                    </a:moveTo>
                    <a:cubicBezTo>
                      <a:pt x="2070" y="126"/>
                      <a:pt x="2192" y="223"/>
                      <a:pt x="2332" y="413"/>
                    </a:cubicBezTo>
                    <a:cubicBezTo>
                      <a:pt x="2359" y="447"/>
                      <a:pt x="2386" y="482"/>
                      <a:pt x="2413" y="518"/>
                    </a:cubicBezTo>
                    <a:cubicBezTo>
                      <a:pt x="2790" y="1109"/>
                      <a:pt x="2653" y="1932"/>
                      <a:pt x="2606" y="2600"/>
                    </a:cubicBezTo>
                    <a:cubicBezTo>
                      <a:pt x="2763" y="2551"/>
                      <a:pt x="2895" y="2496"/>
                      <a:pt x="3023" y="2392"/>
                    </a:cubicBezTo>
                    <a:cubicBezTo>
                      <a:pt x="3075" y="2225"/>
                      <a:pt x="3069" y="2057"/>
                      <a:pt x="3075" y="1884"/>
                    </a:cubicBezTo>
                    <a:cubicBezTo>
                      <a:pt x="3096" y="1686"/>
                      <a:pt x="3129" y="1522"/>
                      <a:pt x="3231" y="1350"/>
                    </a:cubicBezTo>
                    <a:cubicBezTo>
                      <a:pt x="3540" y="1129"/>
                      <a:pt x="3931" y="1053"/>
                      <a:pt x="4299" y="979"/>
                    </a:cubicBezTo>
                    <a:cubicBezTo>
                      <a:pt x="4572" y="910"/>
                      <a:pt x="4838" y="814"/>
                      <a:pt x="5106" y="725"/>
                    </a:cubicBezTo>
                    <a:cubicBezTo>
                      <a:pt x="5106" y="1344"/>
                      <a:pt x="5106" y="1962"/>
                      <a:pt x="5106" y="2600"/>
                    </a:cubicBezTo>
                    <a:cubicBezTo>
                      <a:pt x="4900" y="2531"/>
                      <a:pt x="4694" y="2462"/>
                      <a:pt x="4481" y="2392"/>
                    </a:cubicBezTo>
                    <a:cubicBezTo>
                      <a:pt x="4442" y="2170"/>
                      <a:pt x="4442" y="2170"/>
                      <a:pt x="4481" y="1975"/>
                    </a:cubicBezTo>
                    <a:cubicBezTo>
                      <a:pt x="4275" y="1975"/>
                      <a:pt x="4069" y="1975"/>
                      <a:pt x="3856" y="1975"/>
                    </a:cubicBezTo>
                    <a:cubicBezTo>
                      <a:pt x="3870" y="2033"/>
                      <a:pt x="3885" y="2091"/>
                      <a:pt x="3900" y="2151"/>
                    </a:cubicBezTo>
                    <a:cubicBezTo>
                      <a:pt x="3975" y="2606"/>
                      <a:pt x="3935" y="2931"/>
                      <a:pt x="3675" y="3309"/>
                    </a:cubicBezTo>
                    <a:cubicBezTo>
                      <a:pt x="3546" y="3482"/>
                      <a:pt x="3410" y="3647"/>
                      <a:pt x="3270" y="3811"/>
                    </a:cubicBezTo>
                    <a:cubicBezTo>
                      <a:pt x="3256" y="3827"/>
                      <a:pt x="3256" y="3827"/>
                      <a:pt x="3188" y="3911"/>
                    </a:cubicBezTo>
                    <a:cubicBezTo>
                      <a:pt x="3107" y="4007"/>
                      <a:pt x="3025" y="4100"/>
                      <a:pt x="2940" y="4192"/>
                    </a:cubicBezTo>
                    <a:cubicBezTo>
                      <a:pt x="2916" y="4221"/>
                      <a:pt x="2892" y="4250"/>
                      <a:pt x="2867" y="4279"/>
                    </a:cubicBezTo>
                    <a:cubicBezTo>
                      <a:pt x="2792" y="4358"/>
                      <a:pt x="2792" y="4358"/>
                      <a:pt x="2606" y="4475"/>
                    </a:cubicBezTo>
                    <a:cubicBezTo>
                      <a:pt x="2400" y="4475"/>
                      <a:pt x="2194" y="4475"/>
                      <a:pt x="1981" y="4475"/>
                    </a:cubicBezTo>
                    <a:cubicBezTo>
                      <a:pt x="1981" y="3444"/>
                      <a:pt x="1981" y="2413"/>
                      <a:pt x="1981" y="1350"/>
                    </a:cubicBezTo>
                    <a:cubicBezTo>
                      <a:pt x="1775" y="1350"/>
                      <a:pt x="1569" y="1350"/>
                      <a:pt x="1356" y="1350"/>
                    </a:cubicBezTo>
                    <a:cubicBezTo>
                      <a:pt x="1356" y="1900"/>
                      <a:pt x="1356" y="2450"/>
                      <a:pt x="1356" y="3017"/>
                    </a:cubicBezTo>
                    <a:cubicBezTo>
                      <a:pt x="1272" y="3036"/>
                      <a:pt x="1272" y="3036"/>
                      <a:pt x="848" y="3134"/>
                    </a:cubicBezTo>
                    <a:cubicBezTo>
                      <a:pt x="796" y="3146"/>
                      <a:pt x="743" y="3159"/>
                      <a:pt x="689" y="3173"/>
                    </a:cubicBezTo>
                    <a:cubicBezTo>
                      <a:pt x="647" y="3181"/>
                      <a:pt x="606" y="3190"/>
                      <a:pt x="562" y="3200"/>
                    </a:cubicBezTo>
                    <a:cubicBezTo>
                      <a:pt x="520" y="3210"/>
                      <a:pt x="478" y="3219"/>
                      <a:pt x="434" y="3229"/>
                    </a:cubicBezTo>
                    <a:cubicBezTo>
                      <a:pt x="314" y="3225"/>
                      <a:pt x="314" y="3225"/>
                      <a:pt x="199" y="3140"/>
                    </a:cubicBezTo>
                    <a:cubicBezTo>
                      <a:pt x="28" y="2912"/>
                      <a:pt x="26" y="2642"/>
                      <a:pt x="15" y="2366"/>
                    </a:cubicBezTo>
                    <a:cubicBezTo>
                      <a:pt x="14" y="2334"/>
                      <a:pt x="12" y="2302"/>
                      <a:pt x="11" y="2270"/>
                    </a:cubicBezTo>
                    <a:cubicBezTo>
                      <a:pt x="0" y="1624"/>
                      <a:pt x="280" y="1213"/>
                      <a:pt x="692" y="738"/>
                    </a:cubicBezTo>
                    <a:cubicBezTo>
                      <a:pt x="719" y="706"/>
                      <a:pt x="746" y="673"/>
                      <a:pt x="774" y="640"/>
                    </a:cubicBezTo>
                    <a:cubicBezTo>
                      <a:pt x="1083" y="280"/>
                      <a:pt x="1344" y="0"/>
                      <a:pt x="1843" y="59"/>
                    </a:cubicBezTo>
                    <a:close/>
                  </a:path>
                </a:pathLst>
              </a:custGeom>
              <a:solidFill>
                <a:srgbClr val="EE55AB"/>
              </a:solidFill>
              <a:ln w="2646" cap="flat">
                <a:noFill/>
              </a:ln>
            </p:spPr>
          </p:sp>
          <p:sp>
            <p:nvSpPr>
              <p:cNvPr id="3788" name="ICON_C_SIGNAL_GRAPHIC_path_021"/>
              <p:cNvSpPr/>
              <p:nvPr/>
            </p:nvSpPr>
            <p:spPr>
              <a:xfrm>
                <a:off x="3404801" y="7476061"/>
                <a:ext cx="72633" cy="49924"/>
              </a:xfrm>
              <a:custGeom>
                <a:avLst/>
                <a:gdLst/>
                <a:ahLst/>
                <a:cxnLst/>
                <a:rect l="0" t="0" r="r" b="b"/>
                <a:pathLst>
                  <a:path w="5719" h="3931" fill="norm" stroke="0">
                    <a:moveTo>
                      <a:pt x="2530" y="84"/>
                    </a:moveTo>
                    <a:cubicBezTo>
                      <a:pt x="2745" y="29"/>
                      <a:pt x="2945" y="0"/>
                      <a:pt x="3155" y="84"/>
                    </a:cubicBezTo>
                    <a:cubicBezTo>
                      <a:pt x="3685" y="497"/>
                      <a:pt x="3876" y="1119"/>
                      <a:pt x="3989" y="1750"/>
                    </a:cubicBezTo>
                    <a:cubicBezTo>
                      <a:pt x="4264" y="1750"/>
                      <a:pt x="4539" y="1750"/>
                      <a:pt x="4822" y="1750"/>
                    </a:cubicBezTo>
                    <a:cubicBezTo>
                      <a:pt x="4891" y="1407"/>
                      <a:pt x="4960" y="1063"/>
                      <a:pt x="5030" y="709"/>
                    </a:cubicBezTo>
                    <a:cubicBezTo>
                      <a:pt x="5237" y="709"/>
                      <a:pt x="5443" y="709"/>
                      <a:pt x="5655" y="709"/>
                    </a:cubicBezTo>
                    <a:cubicBezTo>
                      <a:pt x="5672" y="878"/>
                      <a:pt x="5685" y="1046"/>
                      <a:pt x="5695" y="1217"/>
                    </a:cubicBezTo>
                    <a:cubicBezTo>
                      <a:pt x="5700" y="1265"/>
                      <a:pt x="5705" y="1312"/>
                      <a:pt x="5710" y="1362"/>
                    </a:cubicBezTo>
                    <a:cubicBezTo>
                      <a:pt x="5717" y="1513"/>
                      <a:pt x="5719" y="1612"/>
                      <a:pt x="5655" y="1750"/>
                    </a:cubicBezTo>
                    <a:cubicBezTo>
                      <a:pt x="5547" y="1789"/>
                      <a:pt x="5454" y="1814"/>
                      <a:pt x="5343" y="1835"/>
                    </a:cubicBezTo>
                    <a:cubicBezTo>
                      <a:pt x="5225" y="1860"/>
                      <a:pt x="5126" y="1885"/>
                      <a:pt x="5030" y="1959"/>
                    </a:cubicBezTo>
                    <a:cubicBezTo>
                      <a:pt x="4918" y="2215"/>
                      <a:pt x="4973" y="2534"/>
                      <a:pt x="4991" y="2805"/>
                    </a:cubicBezTo>
                    <a:cubicBezTo>
                      <a:pt x="4995" y="2884"/>
                      <a:pt x="4997" y="2964"/>
                      <a:pt x="5000" y="3043"/>
                    </a:cubicBezTo>
                    <a:cubicBezTo>
                      <a:pt x="5007" y="3237"/>
                      <a:pt x="5017" y="3431"/>
                      <a:pt x="5030" y="3625"/>
                    </a:cubicBezTo>
                    <a:cubicBezTo>
                      <a:pt x="4709" y="3771"/>
                      <a:pt x="4342" y="3931"/>
                      <a:pt x="3989" y="3834"/>
                    </a:cubicBezTo>
                    <a:cubicBezTo>
                      <a:pt x="3621" y="3482"/>
                      <a:pt x="3447" y="2884"/>
                      <a:pt x="3312" y="2405"/>
                    </a:cubicBezTo>
                    <a:cubicBezTo>
                      <a:pt x="3308" y="2390"/>
                      <a:pt x="3308" y="2390"/>
                      <a:pt x="3287" y="2318"/>
                    </a:cubicBezTo>
                    <a:cubicBezTo>
                      <a:pt x="3271" y="2263"/>
                      <a:pt x="3257" y="2209"/>
                      <a:pt x="3244" y="2153"/>
                    </a:cubicBezTo>
                    <a:cubicBezTo>
                      <a:pt x="3222" y="2079"/>
                      <a:pt x="3222" y="2079"/>
                      <a:pt x="3155" y="1959"/>
                    </a:cubicBezTo>
                    <a:cubicBezTo>
                      <a:pt x="3006" y="1885"/>
                      <a:pt x="2835" y="1860"/>
                      <a:pt x="2672" y="1897"/>
                    </a:cubicBezTo>
                    <a:cubicBezTo>
                      <a:pt x="2530" y="1959"/>
                      <a:pt x="2530" y="1959"/>
                      <a:pt x="2480" y="2086"/>
                    </a:cubicBezTo>
                    <a:cubicBezTo>
                      <a:pt x="2470" y="2139"/>
                      <a:pt x="2461" y="2192"/>
                      <a:pt x="2452" y="2245"/>
                    </a:cubicBezTo>
                    <a:cubicBezTo>
                      <a:pt x="2418" y="2422"/>
                      <a:pt x="2379" y="2543"/>
                      <a:pt x="2230" y="2651"/>
                    </a:cubicBezTo>
                    <a:cubicBezTo>
                      <a:pt x="1758" y="2898"/>
                      <a:pt x="1224" y="3029"/>
                      <a:pt x="707" y="3144"/>
                    </a:cubicBezTo>
                    <a:cubicBezTo>
                      <a:pt x="664" y="3154"/>
                      <a:pt x="620" y="3164"/>
                      <a:pt x="575" y="3174"/>
                    </a:cubicBezTo>
                    <a:cubicBezTo>
                      <a:pt x="554" y="3178"/>
                      <a:pt x="554" y="3178"/>
                      <a:pt x="450" y="3198"/>
                    </a:cubicBezTo>
                    <a:cubicBezTo>
                      <a:pt x="414" y="3205"/>
                      <a:pt x="379" y="3212"/>
                      <a:pt x="341" y="3220"/>
                    </a:cubicBezTo>
                    <a:cubicBezTo>
                      <a:pt x="239" y="3209"/>
                      <a:pt x="239" y="3209"/>
                      <a:pt x="123" y="3126"/>
                    </a:cubicBezTo>
                    <a:cubicBezTo>
                      <a:pt x="4" y="2965"/>
                      <a:pt x="0" y="2863"/>
                      <a:pt x="3" y="2668"/>
                    </a:cubicBezTo>
                    <a:cubicBezTo>
                      <a:pt x="2" y="2637"/>
                      <a:pt x="2" y="2605"/>
                      <a:pt x="2" y="2573"/>
                    </a:cubicBezTo>
                    <a:cubicBezTo>
                      <a:pt x="2" y="2506"/>
                      <a:pt x="2" y="2440"/>
                      <a:pt x="3" y="2373"/>
                    </a:cubicBezTo>
                    <a:cubicBezTo>
                      <a:pt x="4" y="2271"/>
                      <a:pt x="3" y="2170"/>
                      <a:pt x="2" y="2069"/>
                    </a:cubicBezTo>
                    <a:cubicBezTo>
                      <a:pt x="2" y="2004"/>
                      <a:pt x="2" y="1939"/>
                      <a:pt x="3" y="1874"/>
                    </a:cubicBezTo>
                    <a:cubicBezTo>
                      <a:pt x="2" y="1844"/>
                      <a:pt x="2" y="1814"/>
                      <a:pt x="1" y="1783"/>
                    </a:cubicBezTo>
                    <a:cubicBezTo>
                      <a:pt x="5" y="1629"/>
                      <a:pt x="24" y="1553"/>
                      <a:pt x="107" y="1419"/>
                    </a:cubicBezTo>
                    <a:cubicBezTo>
                      <a:pt x="275" y="1277"/>
                      <a:pt x="499" y="1305"/>
                      <a:pt x="707" y="1304"/>
                    </a:cubicBezTo>
                    <a:cubicBezTo>
                      <a:pt x="801" y="1301"/>
                      <a:pt x="894" y="1298"/>
                      <a:pt x="988" y="1294"/>
                    </a:cubicBezTo>
                    <a:cubicBezTo>
                      <a:pt x="1036" y="1292"/>
                      <a:pt x="1084" y="1290"/>
                      <a:pt x="1133" y="1289"/>
                    </a:cubicBezTo>
                    <a:cubicBezTo>
                      <a:pt x="2169" y="1241"/>
                      <a:pt x="2169" y="1241"/>
                      <a:pt x="2390" y="1074"/>
                    </a:cubicBezTo>
                    <a:cubicBezTo>
                      <a:pt x="2572" y="857"/>
                      <a:pt x="2566" y="573"/>
                      <a:pt x="2558" y="304"/>
                    </a:cubicBezTo>
                    <a:cubicBezTo>
                      <a:pt x="2550" y="231"/>
                      <a:pt x="2541" y="157"/>
                      <a:pt x="2530" y="84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789" name="ICON_C_SIGNAL_GRAPHIC_path_022"/>
              <p:cNvSpPr/>
              <p:nvPr/>
            </p:nvSpPr>
            <p:spPr>
              <a:xfrm>
                <a:off x="3753759" y="7453255"/>
                <a:ext cx="64177" cy="80095"/>
              </a:xfrm>
              <a:custGeom>
                <a:avLst/>
                <a:gdLst/>
                <a:ahLst/>
                <a:cxnLst/>
                <a:rect l="0" t="0" r="r" b="b"/>
                <a:pathLst>
                  <a:path w="5053" h="6307" fill="norm" stroke="0">
                    <a:moveTo>
                      <a:pt x="4131" y="0"/>
                    </a:moveTo>
                    <a:cubicBezTo>
                      <a:pt x="4174" y="10"/>
                      <a:pt x="4216" y="20"/>
                      <a:pt x="4260" y="30"/>
                    </a:cubicBezTo>
                    <a:cubicBezTo>
                      <a:pt x="4306" y="40"/>
                      <a:pt x="4353" y="50"/>
                      <a:pt x="4400" y="60"/>
                    </a:cubicBezTo>
                    <a:cubicBezTo>
                      <a:pt x="4448" y="72"/>
                      <a:pt x="4496" y="84"/>
                      <a:pt x="4546" y="96"/>
                    </a:cubicBezTo>
                    <a:cubicBezTo>
                      <a:pt x="4594" y="106"/>
                      <a:pt x="4643" y="117"/>
                      <a:pt x="4693" y="129"/>
                    </a:cubicBezTo>
                    <a:cubicBezTo>
                      <a:pt x="4814" y="156"/>
                      <a:pt x="4934" y="184"/>
                      <a:pt x="5053" y="213"/>
                    </a:cubicBezTo>
                    <a:cubicBezTo>
                      <a:pt x="4877" y="1666"/>
                      <a:pt x="4138" y="2691"/>
                      <a:pt x="3178" y="3755"/>
                    </a:cubicBezTo>
                    <a:cubicBezTo>
                      <a:pt x="2762" y="3546"/>
                      <a:pt x="2345" y="3338"/>
                      <a:pt x="1928" y="3130"/>
                    </a:cubicBezTo>
                    <a:cubicBezTo>
                      <a:pt x="1557" y="3722"/>
                      <a:pt x="1467" y="4214"/>
                      <a:pt x="1451" y="4905"/>
                    </a:cubicBezTo>
                    <a:cubicBezTo>
                      <a:pt x="1421" y="5884"/>
                      <a:pt x="1421" y="5884"/>
                      <a:pt x="1254" y="6114"/>
                    </a:cubicBezTo>
                    <a:cubicBezTo>
                      <a:pt x="1046" y="6298"/>
                      <a:pt x="767" y="6307"/>
                      <a:pt x="503" y="6303"/>
                    </a:cubicBezTo>
                    <a:cubicBezTo>
                      <a:pt x="335" y="6289"/>
                      <a:pt x="209" y="6252"/>
                      <a:pt x="93" y="6123"/>
                    </a:cubicBezTo>
                    <a:cubicBezTo>
                      <a:pt x="0" y="5942"/>
                      <a:pt x="29" y="5723"/>
                      <a:pt x="33" y="5525"/>
                    </a:cubicBezTo>
                    <a:cubicBezTo>
                      <a:pt x="33" y="5474"/>
                      <a:pt x="34" y="5423"/>
                      <a:pt x="34" y="5371"/>
                    </a:cubicBezTo>
                    <a:cubicBezTo>
                      <a:pt x="35" y="5237"/>
                      <a:pt x="37" y="5104"/>
                      <a:pt x="39" y="4970"/>
                    </a:cubicBezTo>
                    <a:cubicBezTo>
                      <a:pt x="41" y="4833"/>
                      <a:pt x="42" y="4696"/>
                      <a:pt x="43" y="4559"/>
                    </a:cubicBezTo>
                    <a:cubicBezTo>
                      <a:pt x="45" y="4291"/>
                      <a:pt x="49" y="4023"/>
                      <a:pt x="53" y="3755"/>
                    </a:cubicBezTo>
                    <a:cubicBezTo>
                      <a:pt x="75" y="3757"/>
                      <a:pt x="75" y="3757"/>
                      <a:pt x="183" y="3767"/>
                    </a:cubicBezTo>
                    <a:cubicBezTo>
                      <a:pt x="625" y="3797"/>
                      <a:pt x="625" y="3797"/>
                      <a:pt x="756" y="3693"/>
                    </a:cubicBezTo>
                    <a:cubicBezTo>
                      <a:pt x="807" y="3598"/>
                      <a:pt x="841" y="3506"/>
                      <a:pt x="874" y="3403"/>
                    </a:cubicBezTo>
                    <a:cubicBezTo>
                      <a:pt x="1037" y="2996"/>
                      <a:pt x="1261" y="2683"/>
                      <a:pt x="1538" y="2348"/>
                    </a:cubicBezTo>
                    <a:cubicBezTo>
                      <a:pt x="1547" y="2336"/>
                      <a:pt x="1547" y="2336"/>
                      <a:pt x="1596" y="2277"/>
                    </a:cubicBezTo>
                    <a:cubicBezTo>
                      <a:pt x="1706" y="2144"/>
                      <a:pt x="1817" y="2011"/>
                      <a:pt x="1928" y="1880"/>
                    </a:cubicBezTo>
                    <a:cubicBezTo>
                      <a:pt x="2345" y="2088"/>
                      <a:pt x="2762" y="2296"/>
                      <a:pt x="3178" y="2505"/>
                    </a:cubicBezTo>
                    <a:cubicBezTo>
                      <a:pt x="3551" y="1922"/>
                      <a:pt x="3664" y="1385"/>
                      <a:pt x="3732" y="707"/>
                    </a:cubicBezTo>
                    <a:cubicBezTo>
                      <a:pt x="3734" y="692"/>
                      <a:pt x="3734" y="692"/>
                      <a:pt x="3743" y="613"/>
                    </a:cubicBezTo>
                    <a:cubicBezTo>
                      <a:pt x="3749" y="555"/>
                      <a:pt x="3754" y="496"/>
                      <a:pt x="3759" y="438"/>
                    </a:cubicBezTo>
                    <a:cubicBezTo>
                      <a:pt x="3775" y="288"/>
                      <a:pt x="3806" y="210"/>
                      <a:pt x="3895" y="88"/>
                    </a:cubicBezTo>
                    <a:cubicBezTo>
                      <a:pt x="4012" y="5"/>
                      <a:pt x="4012" y="5"/>
                      <a:pt x="4131" y="0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790" name="ICON_C_SIGNAL_GRAPHIC_path_023"/>
              <p:cNvSpPr/>
              <p:nvPr/>
            </p:nvSpPr>
            <p:spPr>
              <a:xfrm>
                <a:off x="3928396" y="7453312"/>
                <a:ext cx="48292" cy="79375"/>
              </a:xfrm>
              <a:custGeom>
                <a:avLst/>
                <a:gdLst/>
                <a:ahLst/>
                <a:cxnLst/>
                <a:rect l="0" t="0" r="r" b="b"/>
                <a:pathLst>
                  <a:path w="3803" h="6250" fill="norm" stroke="0">
                    <a:moveTo>
                      <a:pt x="261" y="0"/>
                    </a:moveTo>
                    <a:cubicBezTo>
                      <a:pt x="605" y="69"/>
                      <a:pt x="948" y="138"/>
                      <a:pt x="1303" y="208"/>
                    </a:cubicBezTo>
                    <a:cubicBezTo>
                      <a:pt x="1303" y="1171"/>
                      <a:pt x="1303" y="2133"/>
                      <a:pt x="1303" y="3125"/>
                    </a:cubicBezTo>
                    <a:cubicBezTo>
                      <a:pt x="1509" y="3125"/>
                      <a:pt x="1715" y="3125"/>
                      <a:pt x="1928" y="3125"/>
                    </a:cubicBezTo>
                    <a:cubicBezTo>
                      <a:pt x="2048" y="2978"/>
                      <a:pt x="2090" y="2906"/>
                      <a:pt x="2149" y="2734"/>
                    </a:cubicBezTo>
                    <a:cubicBezTo>
                      <a:pt x="2182" y="2658"/>
                      <a:pt x="2216" y="2582"/>
                      <a:pt x="2250" y="2506"/>
                    </a:cubicBezTo>
                    <a:cubicBezTo>
                      <a:pt x="2266" y="2469"/>
                      <a:pt x="2282" y="2432"/>
                      <a:pt x="2298" y="2394"/>
                    </a:cubicBezTo>
                    <a:cubicBezTo>
                      <a:pt x="2381" y="2210"/>
                      <a:pt x="2464" y="2065"/>
                      <a:pt x="2614" y="1925"/>
                    </a:cubicBezTo>
                    <a:cubicBezTo>
                      <a:pt x="2985" y="1800"/>
                      <a:pt x="3438" y="1978"/>
                      <a:pt x="3803" y="2083"/>
                    </a:cubicBezTo>
                    <a:cubicBezTo>
                      <a:pt x="3775" y="2116"/>
                      <a:pt x="3747" y="2149"/>
                      <a:pt x="3719" y="2183"/>
                    </a:cubicBezTo>
                    <a:cubicBezTo>
                      <a:pt x="3349" y="2660"/>
                      <a:pt x="3266" y="3163"/>
                      <a:pt x="3178" y="3750"/>
                    </a:cubicBezTo>
                    <a:cubicBezTo>
                      <a:pt x="2971" y="3750"/>
                      <a:pt x="2765" y="3750"/>
                      <a:pt x="2553" y="3750"/>
                    </a:cubicBezTo>
                    <a:cubicBezTo>
                      <a:pt x="2557" y="3820"/>
                      <a:pt x="2562" y="3891"/>
                      <a:pt x="2567" y="3963"/>
                    </a:cubicBezTo>
                    <a:cubicBezTo>
                      <a:pt x="2604" y="4717"/>
                      <a:pt x="2604" y="4717"/>
                      <a:pt x="2467" y="4917"/>
                    </a:cubicBezTo>
                    <a:cubicBezTo>
                      <a:pt x="2393" y="4973"/>
                      <a:pt x="2318" y="5029"/>
                      <a:pt x="2243" y="5083"/>
                    </a:cubicBezTo>
                    <a:cubicBezTo>
                      <a:pt x="1973" y="5333"/>
                      <a:pt x="1977" y="5907"/>
                      <a:pt x="1928" y="6250"/>
                    </a:cubicBezTo>
                    <a:cubicBezTo>
                      <a:pt x="1721" y="6250"/>
                      <a:pt x="1515" y="6250"/>
                      <a:pt x="1303" y="6250"/>
                    </a:cubicBezTo>
                    <a:cubicBezTo>
                      <a:pt x="1303" y="5631"/>
                      <a:pt x="1303" y="5013"/>
                      <a:pt x="1303" y="4375"/>
                    </a:cubicBezTo>
                    <a:cubicBezTo>
                      <a:pt x="1096" y="4375"/>
                      <a:pt x="890" y="4375"/>
                      <a:pt x="678" y="4375"/>
                    </a:cubicBezTo>
                    <a:cubicBezTo>
                      <a:pt x="673" y="4308"/>
                      <a:pt x="669" y="4241"/>
                      <a:pt x="665" y="4171"/>
                    </a:cubicBezTo>
                    <a:cubicBezTo>
                      <a:pt x="651" y="3947"/>
                      <a:pt x="635" y="3724"/>
                      <a:pt x="618" y="3500"/>
                    </a:cubicBezTo>
                    <a:cubicBezTo>
                      <a:pt x="607" y="3365"/>
                      <a:pt x="598" y="3229"/>
                      <a:pt x="590" y="3094"/>
                    </a:cubicBezTo>
                    <a:cubicBezTo>
                      <a:pt x="580" y="2938"/>
                      <a:pt x="568" y="2781"/>
                      <a:pt x="555" y="2625"/>
                    </a:cubicBezTo>
                    <a:cubicBezTo>
                      <a:pt x="553" y="2577"/>
                      <a:pt x="551" y="2529"/>
                      <a:pt x="548" y="2480"/>
                    </a:cubicBezTo>
                    <a:cubicBezTo>
                      <a:pt x="517" y="2131"/>
                      <a:pt x="403" y="1992"/>
                      <a:pt x="145" y="1762"/>
                    </a:cubicBezTo>
                    <a:cubicBezTo>
                      <a:pt x="29" y="1643"/>
                      <a:pt x="4" y="1566"/>
                      <a:pt x="0" y="1403"/>
                    </a:cubicBezTo>
                    <a:cubicBezTo>
                      <a:pt x="1" y="1373"/>
                      <a:pt x="3" y="1344"/>
                      <a:pt x="5" y="1314"/>
                    </a:cubicBezTo>
                    <a:cubicBezTo>
                      <a:pt x="5" y="1283"/>
                      <a:pt x="5" y="1252"/>
                      <a:pt x="5" y="1220"/>
                    </a:cubicBezTo>
                    <a:cubicBezTo>
                      <a:pt x="5" y="1154"/>
                      <a:pt x="7" y="1089"/>
                      <a:pt x="10" y="1024"/>
                    </a:cubicBezTo>
                    <a:cubicBezTo>
                      <a:pt x="14" y="924"/>
                      <a:pt x="14" y="825"/>
                      <a:pt x="14" y="725"/>
                    </a:cubicBezTo>
                    <a:cubicBezTo>
                      <a:pt x="15" y="661"/>
                      <a:pt x="16" y="597"/>
                      <a:pt x="17" y="533"/>
                    </a:cubicBezTo>
                    <a:cubicBezTo>
                      <a:pt x="18" y="504"/>
                      <a:pt x="18" y="474"/>
                      <a:pt x="18" y="444"/>
                    </a:cubicBezTo>
                    <a:cubicBezTo>
                      <a:pt x="30" y="202"/>
                      <a:pt x="70" y="191"/>
                      <a:pt x="261" y="0"/>
                    </a:cubicBezTo>
                    <a:close/>
                  </a:path>
                </a:pathLst>
              </a:custGeom>
              <a:solidFill>
                <a:srgbClr val="E85AAF"/>
              </a:solidFill>
              <a:ln w="2646" cap="flat">
                <a:noFill/>
              </a:ln>
            </p:spPr>
          </p:sp>
          <p:sp>
            <p:nvSpPr>
              <p:cNvPr id="3791" name="ICON_C_SIGNAL_GRAPHIC_path_024"/>
              <p:cNvSpPr/>
              <p:nvPr/>
            </p:nvSpPr>
            <p:spPr>
              <a:xfrm>
                <a:off x="4174075" y="7476313"/>
                <a:ext cx="51596" cy="80187"/>
              </a:xfrm>
              <a:custGeom>
                <a:avLst/>
                <a:gdLst/>
                <a:ahLst/>
                <a:cxnLst/>
                <a:rect l="0" t="0" r="r" b="b"/>
                <a:pathLst>
                  <a:path w="4063" h="6314" fill="norm" stroke="0">
                    <a:moveTo>
                      <a:pt x="2583" y="64"/>
                    </a:moveTo>
                    <a:cubicBezTo>
                      <a:pt x="2579" y="101"/>
                      <a:pt x="2576" y="137"/>
                      <a:pt x="2573" y="175"/>
                    </a:cubicBezTo>
                    <a:cubicBezTo>
                      <a:pt x="2493" y="1207"/>
                      <a:pt x="2493" y="1207"/>
                      <a:pt x="2644" y="1387"/>
                    </a:cubicBezTo>
                    <a:cubicBezTo>
                      <a:pt x="2780" y="1460"/>
                      <a:pt x="2917" y="1474"/>
                      <a:pt x="3069" y="1492"/>
                    </a:cubicBezTo>
                    <a:cubicBezTo>
                      <a:pt x="3114" y="1502"/>
                      <a:pt x="3160" y="1512"/>
                      <a:pt x="3208" y="1522"/>
                    </a:cubicBezTo>
                    <a:cubicBezTo>
                      <a:pt x="3272" y="1680"/>
                      <a:pt x="3242" y="1769"/>
                      <a:pt x="3208" y="1939"/>
                    </a:cubicBezTo>
                    <a:cubicBezTo>
                      <a:pt x="3414" y="1939"/>
                      <a:pt x="3620" y="1939"/>
                      <a:pt x="3833" y="1939"/>
                    </a:cubicBezTo>
                    <a:cubicBezTo>
                      <a:pt x="4011" y="2522"/>
                      <a:pt x="4063" y="3022"/>
                      <a:pt x="4016" y="3628"/>
                    </a:cubicBezTo>
                    <a:cubicBezTo>
                      <a:pt x="4011" y="3707"/>
                      <a:pt x="4006" y="3785"/>
                      <a:pt x="4001" y="3863"/>
                    </a:cubicBezTo>
                    <a:cubicBezTo>
                      <a:pt x="3988" y="4066"/>
                      <a:pt x="3974" y="4269"/>
                      <a:pt x="3959" y="4471"/>
                    </a:cubicBezTo>
                    <a:cubicBezTo>
                      <a:pt x="3944" y="4679"/>
                      <a:pt x="3930" y="4887"/>
                      <a:pt x="3917" y="5096"/>
                    </a:cubicBezTo>
                    <a:cubicBezTo>
                      <a:pt x="3890" y="5502"/>
                      <a:pt x="3862" y="5908"/>
                      <a:pt x="3833" y="6314"/>
                    </a:cubicBezTo>
                    <a:cubicBezTo>
                      <a:pt x="3626" y="6314"/>
                      <a:pt x="3420" y="6314"/>
                      <a:pt x="3208" y="6314"/>
                    </a:cubicBezTo>
                    <a:cubicBezTo>
                      <a:pt x="3208" y="6270"/>
                      <a:pt x="3207" y="6227"/>
                      <a:pt x="3207" y="6182"/>
                    </a:cubicBezTo>
                    <a:cubicBezTo>
                      <a:pt x="3203" y="5771"/>
                      <a:pt x="3194" y="5361"/>
                      <a:pt x="3180" y="4950"/>
                    </a:cubicBezTo>
                    <a:cubicBezTo>
                      <a:pt x="3173" y="4739"/>
                      <a:pt x="3168" y="4528"/>
                      <a:pt x="3167" y="4317"/>
                    </a:cubicBezTo>
                    <a:cubicBezTo>
                      <a:pt x="3160" y="2966"/>
                      <a:pt x="3160" y="2966"/>
                      <a:pt x="2949" y="2711"/>
                    </a:cubicBezTo>
                    <a:cubicBezTo>
                      <a:pt x="2727" y="2523"/>
                      <a:pt x="2457" y="2473"/>
                      <a:pt x="2180" y="2424"/>
                    </a:cubicBezTo>
                    <a:cubicBezTo>
                      <a:pt x="2053" y="2400"/>
                      <a:pt x="2053" y="2400"/>
                      <a:pt x="1958" y="2356"/>
                    </a:cubicBezTo>
                    <a:cubicBezTo>
                      <a:pt x="1908" y="2201"/>
                      <a:pt x="1931" y="2104"/>
                      <a:pt x="1958" y="1939"/>
                    </a:cubicBezTo>
                    <a:cubicBezTo>
                      <a:pt x="1751" y="1939"/>
                      <a:pt x="1545" y="1939"/>
                      <a:pt x="1333" y="1939"/>
                    </a:cubicBezTo>
                    <a:cubicBezTo>
                      <a:pt x="1340" y="2005"/>
                      <a:pt x="1347" y="2070"/>
                      <a:pt x="1355" y="2137"/>
                    </a:cubicBezTo>
                    <a:cubicBezTo>
                      <a:pt x="1394" y="2651"/>
                      <a:pt x="1369" y="3036"/>
                      <a:pt x="1059" y="3462"/>
                    </a:cubicBezTo>
                    <a:cubicBezTo>
                      <a:pt x="1035" y="3498"/>
                      <a:pt x="1010" y="3534"/>
                      <a:pt x="985" y="3570"/>
                    </a:cubicBezTo>
                    <a:cubicBezTo>
                      <a:pt x="883" y="3696"/>
                      <a:pt x="796" y="3797"/>
                      <a:pt x="631" y="3829"/>
                    </a:cubicBezTo>
                    <a:cubicBezTo>
                      <a:pt x="447" y="3844"/>
                      <a:pt x="266" y="3832"/>
                      <a:pt x="83" y="3814"/>
                    </a:cubicBezTo>
                    <a:cubicBezTo>
                      <a:pt x="67" y="3580"/>
                      <a:pt x="56" y="3347"/>
                      <a:pt x="48" y="3113"/>
                    </a:cubicBezTo>
                    <a:cubicBezTo>
                      <a:pt x="45" y="3034"/>
                      <a:pt x="41" y="2954"/>
                      <a:pt x="36" y="2875"/>
                    </a:cubicBezTo>
                    <a:cubicBezTo>
                      <a:pt x="0" y="2342"/>
                      <a:pt x="0" y="2342"/>
                      <a:pt x="83" y="2147"/>
                    </a:cubicBezTo>
                    <a:cubicBezTo>
                      <a:pt x="218" y="2033"/>
                      <a:pt x="389" y="2012"/>
                      <a:pt x="558" y="1978"/>
                    </a:cubicBezTo>
                    <a:cubicBezTo>
                      <a:pt x="708" y="1939"/>
                      <a:pt x="708" y="1939"/>
                      <a:pt x="785" y="1864"/>
                    </a:cubicBezTo>
                    <a:cubicBezTo>
                      <a:pt x="833" y="1769"/>
                      <a:pt x="869" y="1675"/>
                      <a:pt x="903" y="1574"/>
                    </a:cubicBezTo>
                    <a:cubicBezTo>
                      <a:pt x="1054" y="1218"/>
                      <a:pt x="1240" y="910"/>
                      <a:pt x="1474" y="604"/>
                    </a:cubicBezTo>
                    <a:cubicBezTo>
                      <a:pt x="1510" y="557"/>
                      <a:pt x="1544" y="510"/>
                      <a:pt x="1578" y="462"/>
                    </a:cubicBezTo>
                    <a:cubicBezTo>
                      <a:pt x="1866" y="57"/>
                      <a:pt x="2110" y="0"/>
                      <a:pt x="2583" y="64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792" name="ICON_C_SIGNAL_GRAPHIC_path_025"/>
              <p:cNvSpPr/>
              <p:nvPr/>
            </p:nvSpPr>
            <p:spPr>
              <a:xfrm>
                <a:off x="2952120" y="7469188"/>
                <a:ext cx="41929" cy="79433"/>
              </a:xfrm>
              <a:custGeom>
                <a:avLst/>
                <a:gdLst/>
                <a:ahLst/>
                <a:cxnLst/>
                <a:rect l="0" t="0" r="r" b="b"/>
                <a:pathLst>
                  <a:path w="3301" h="6255" fill="norm" stroke="0">
                    <a:moveTo>
                      <a:pt x="50" y="0"/>
                    </a:moveTo>
                    <a:cubicBezTo>
                      <a:pt x="256" y="0"/>
                      <a:pt x="462" y="0"/>
                      <a:pt x="675" y="0"/>
                    </a:cubicBezTo>
                    <a:cubicBezTo>
                      <a:pt x="679" y="48"/>
                      <a:pt x="683" y="97"/>
                      <a:pt x="687" y="146"/>
                    </a:cubicBezTo>
                    <a:cubicBezTo>
                      <a:pt x="703" y="327"/>
                      <a:pt x="721" y="508"/>
                      <a:pt x="741" y="689"/>
                    </a:cubicBezTo>
                    <a:cubicBezTo>
                      <a:pt x="749" y="767"/>
                      <a:pt x="756" y="845"/>
                      <a:pt x="763" y="923"/>
                    </a:cubicBezTo>
                    <a:cubicBezTo>
                      <a:pt x="825" y="1656"/>
                      <a:pt x="825" y="1656"/>
                      <a:pt x="1091" y="1881"/>
                    </a:cubicBezTo>
                    <a:cubicBezTo>
                      <a:pt x="1128" y="1912"/>
                      <a:pt x="1165" y="1942"/>
                      <a:pt x="1203" y="1973"/>
                    </a:cubicBezTo>
                    <a:cubicBezTo>
                      <a:pt x="1408" y="2206"/>
                      <a:pt x="1401" y="2541"/>
                      <a:pt x="1430" y="2839"/>
                    </a:cubicBezTo>
                    <a:cubicBezTo>
                      <a:pt x="1438" y="2907"/>
                      <a:pt x="1446" y="2975"/>
                      <a:pt x="1454" y="3044"/>
                    </a:cubicBezTo>
                    <a:cubicBezTo>
                      <a:pt x="1474" y="3209"/>
                      <a:pt x="1492" y="3375"/>
                      <a:pt x="1508" y="3542"/>
                    </a:cubicBezTo>
                    <a:cubicBezTo>
                      <a:pt x="2100" y="3595"/>
                      <a:pt x="2100" y="3595"/>
                      <a:pt x="2341" y="3542"/>
                    </a:cubicBezTo>
                    <a:cubicBezTo>
                      <a:pt x="2433" y="3436"/>
                      <a:pt x="2453" y="3351"/>
                      <a:pt x="2491" y="3218"/>
                    </a:cubicBezTo>
                    <a:cubicBezTo>
                      <a:pt x="2510" y="3187"/>
                      <a:pt x="2530" y="3156"/>
                      <a:pt x="2550" y="3125"/>
                    </a:cubicBezTo>
                    <a:cubicBezTo>
                      <a:pt x="2763" y="3086"/>
                      <a:pt x="2960" y="3101"/>
                      <a:pt x="3175" y="3125"/>
                    </a:cubicBezTo>
                    <a:cubicBezTo>
                      <a:pt x="3237" y="3511"/>
                      <a:pt x="3301" y="3945"/>
                      <a:pt x="3100" y="4298"/>
                    </a:cubicBezTo>
                    <a:cubicBezTo>
                      <a:pt x="3006" y="4426"/>
                      <a:pt x="2898" y="4538"/>
                      <a:pt x="2784" y="4648"/>
                    </a:cubicBezTo>
                    <a:cubicBezTo>
                      <a:pt x="2748" y="4684"/>
                      <a:pt x="2712" y="4720"/>
                      <a:pt x="2674" y="4756"/>
                    </a:cubicBezTo>
                    <a:cubicBezTo>
                      <a:pt x="2393" y="5006"/>
                      <a:pt x="2352" y="5000"/>
                      <a:pt x="1925" y="5000"/>
                    </a:cubicBezTo>
                    <a:cubicBezTo>
                      <a:pt x="1925" y="5344"/>
                      <a:pt x="1925" y="5688"/>
                      <a:pt x="1925" y="6042"/>
                    </a:cubicBezTo>
                    <a:cubicBezTo>
                      <a:pt x="1756" y="6082"/>
                      <a:pt x="1586" y="6121"/>
                      <a:pt x="1417" y="6159"/>
                    </a:cubicBezTo>
                    <a:cubicBezTo>
                      <a:pt x="1369" y="6171"/>
                      <a:pt x="1321" y="6182"/>
                      <a:pt x="1271" y="6194"/>
                    </a:cubicBezTo>
                    <a:cubicBezTo>
                      <a:pt x="1225" y="6204"/>
                      <a:pt x="1179" y="6214"/>
                      <a:pt x="1131" y="6225"/>
                    </a:cubicBezTo>
                    <a:cubicBezTo>
                      <a:pt x="1089" y="6235"/>
                      <a:pt x="1046" y="6244"/>
                      <a:pt x="1002" y="6255"/>
                    </a:cubicBezTo>
                    <a:cubicBezTo>
                      <a:pt x="883" y="6250"/>
                      <a:pt x="883" y="6250"/>
                      <a:pt x="766" y="6176"/>
                    </a:cubicBezTo>
                    <a:cubicBezTo>
                      <a:pt x="621" y="6008"/>
                      <a:pt x="634" y="5792"/>
                      <a:pt x="623" y="5580"/>
                    </a:cubicBezTo>
                    <a:cubicBezTo>
                      <a:pt x="616" y="5488"/>
                      <a:pt x="610" y="5395"/>
                      <a:pt x="603" y="5303"/>
                    </a:cubicBezTo>
                    <a:cubicBezTo>
                      <a:pt x="593" y="5158"/>
                      <a:pt x="584" y="5013"/>
                      <a:pt x="575" y="4868"/>
                    </a:cubicBezTo>
                    <a:cubicBezTo>
                      <a:pt x="567" y="4728"/>
                      <a:pt x="556" y="4588"/>
                      <a:pt x="545" y="4447"/>
                    </a:cubicBezTo>
                    <a:cubicBezTo>
                      <a:pt x="543" y="4405"/>
                      <a:pt x="542" y="4362"/>
                      <a:pt x="540" y="4318"/>
                    </a:cubicBezTo>
                    <a:cubicBezTo>
                      <a:pt x="524" y="4125"/>
                      <a:pt x="512" y="4003"/>
                      <a:pt x="370" y="3864"/>
                    </a:cubicBezTo>
                    <a:cubicBezTo>
                      <a:pt x="351" y="3849"/>
                      <a:pt x="351" y="3849"/>
                      <a:pt x="256" y="3770"/>
                    </a:cubicBezTo>
                    <a:cubicBezTo>
                      <a:pt x="79" y="3610"/>
                      <a:pt x="24" y="3509"/>
                      <a:pt x="5" y="3272"/>
                    </a:cubicBezTo>
                    <a:cubicBezTo>
                      <a:pt x="0" y="3090"/>
                      <a:pt x="4" y="2908"/>
                      <a:pt x="9" y="2726"/>
                    </a:cubicBezTo>
                    <a:cubicBezTo>
                      <a:pt x="10" y="2648"/>
                      <a:pt x="10" y="2569"/>
                      <a:pt x="11" y="2490"/>
                    </a:cubicBezTo>
                    <a:cubicBezTo>
                      <a:pt x="12" y="2284"/>
                      <a:pt x="16" y="2077"/>
                      <a:pt x="21" y="1871"/>
                    </a:cubicBezTo>
                    <a:cubicBezTo>
                      <a:pt x="25" y="1660"/>
                      <a:pt x="27" y="1450"/>
                      <a:pt x="29" y="1239"/>
                    </a:cubicBezTo>
                    <a:cubicBezTo>
                      <a:pt x="34" y="826"/>
                      <a:pt x="41" y="413"/>
                      <a:pt x="50" y="0"/>
                    </a:cubicBezTo>
                    <a:close/>
                  </a:path>
                </a:pathLst>
              </a:custGeom>
              <a:solidFill>
                <a:srgbClr val="E35DB1"/>
              </a:solidFill>
              <a:ln w="2646" cap="flat">
                <a:noFill/>
              </a:ln>
            </p:spPr>
          </p:sp>
          <p:sp>
            <p:nvSpPr>
              <p:cNvPr id="3793" name="ICON_C_SIGNAL_GRAPHIC_path_026"/>
              <p:cNvSpPr/>
              <p:nvPr/>
            </p:nvSpPr>
            <p:spPr>
              <a:xfrm>
                <a:off x="3309148" y="7453255"/>
                <a:ext cx="25204" cy="111183"/>
              </a:xfrm>
              <a:custGeom>
                <a:avLst/>
                <a:gdLst/>
                <a:ahLst/>
                <a:cxnLst/>
                <a:rect l="0" t="0" r="r" b="b"/>
                <a:pathLst>
                  <a:path w="1985" h="8755" fill="norm" stroke="0">
                    <a:moveTo>
                      <a:pt x="1015" y="0"/>
                    </a:moveTo>
                    <a:cubicBezTo>
                      <a:pt x="1036" y="5"/>
                      <a:pt x="1036" y="5"/>
                      <a:pt x="1144" y="30"/>
                    </a:cubicBezTo>
                    <a:cubicBezTo>
                      <a:pt x="1190" y="40"/>
                      <a:pt x="1236" y="50"/>
                      <a:pt x="1284" y="60"/>
                    </a:cubicBezTo>
                    <a:cubicBezTo>
                      <a:pt x="1332" y="72"/>
                      <a:pt x="1380" y="84"/>
                      <a:pt x="1429" y="96"/>
                    </a:cubicBezTo>
                    <a:cubicBezTo>
                      <a:pt x="1478" y="106"/>
                      <a:pt x="1527" y="117"/>
                      <a:pt x="1577" y="129"/>
                    </a:cubicBezTo>
                    <a:cubicBezTo>
                      <a:pt x="1697" y="156"/>
                      <a:pt x="1817" y="184"/>
                      <a:pt x="1937" y="213"/>
                    </a:cubicBezTo>
                    <a:cubicBezTo>
                      <a:pt x="1947" y="413"/>
                      <a:pt x="1955" y="613"/>
                      <a:pt x="1960" y="813"/>
                    </a:cubicBezTo>
                    <a:cubicBezTo>
                      <a:pt x="1962" y="881"/>
                      <a:pt x="1965" y="949"/>
                      <a:pt x="1969" y="1017"/>
                    </a:cubicBezTo>
                    <a:cubicBezTo>
                      <a:pt x="1974" y="1115"/>
                      <a:pt x="1976" y="1213"/>
                      <a:pt x="1978" y="1311"/>
                    </a:cubicBezTo>
                    <a:cubicBezTo>
                      <a:pt x="1980" y="1341"/>
                      <a:pt x="1982" y="1371"/>
                      <a:pt x="1984" y="1402"/>
                    </a:cubicBezTo>
                    <a:cubicBezTo>
                      <a:pt x="1985" y="1505"/>
                      <a:pt x="1977" y="1575"/>
                      <a:pt x="1937" y="1671"/>
                    </a:cubicBezTo>
                    <a:cubicBezTo>
                      <a:pt x="1870" y="1732"/>
                      <a:pt x="1801" y="1790"/>
                      <a:pt x="1731" y="1846"/>
                    </a:cubicBezTo>
                    <a:cubicBezTo>
                      <a:pt x="1485" y="2075"/>
                      <a:pt x="1470" y="2281"/>
                      <a:pt x="1456" y="2608"/>
                    </a:cubicBezTo>
                    <a:cubicBezTo>
                      <a:pt x="1453" y="2689"/>
                      <a:pt x="1452" y="2771"/>
                      <a:pt x="1451" y="2852"/>
                    </a:cubicBezTo>
                    <a:cubicBezTo>
                      <a:pt x="1449" y="2982"/>
                      <a:pt x="1445" y="3111"/>
                      <a:pt x="1440" y="3241"/>
                    </a:cubicBezTo>
                    <a:cubicBezTo>
                      <a:pt x="1430" y="3516"/>
                      <a:pt x="1423" y="3792"/>
                      <a:pt x="1416" y="4067"/>
                    </a:cubicBezTo>
                    <a:cubicBezTo>
                      <a:pt x="1409" y="4386"/>
                      <a:pt x="1400" y="4705"/>
                      <a:pt x="1388" y="5025"/>
                    </a:cubicBezTo>
                    <a:cubicBezTo>
                      <a:pt x="1384" y="5152"/>
                      <a:pt x="1382" y="5279"/>
                      <a:pt x="1380" y="5406"/>
                    </a:cubicBezTo>
                    <a:cubicBezTo>
                      <a:pt x="1364" y="6008"/>
                      <a:pt x="1364" y="6008"/>
                      <a:pt x="1218" y="6175"/>
                    </a:cubicBezTo>
                    <a:cubicBezTo>
                      <a:pt x="1144" y="6241"/>
                      <a:pt x="1069" y="6306"/>
                      <a:pt x="991" y="6368"/>
                    </a:cubicBezTo>
                    <a:cubicBezTo>
                      <a:pt x="813" y="6545"/>
                      <a:pt x="821" y="6765"/>
                      <a:pt x="809" y="7005"/>
                    </a:cubicBezTo>
                    <a:cubicBezTo>
                      <a:pt x="805" y="7055"/>
                      <a:pt x="801" y="7105"/>
                      <a:pt x="797" y="7157"/>
                    </a:cubicBezTo>
                    <a:cubicBezTo>
                      <a:pt x="786" y="7289"/>
                      <a:pt x="778" y="7421"/>
                      <a:pt x="770" y="7554"/>
                    </a:cubicBezTo>
                    <a:cubicBezTo>
                      <a:pt x="762" y="7689"/>
                      <a:pt x="751" y="7825"/>
                      <a:pt x="741" y="7960"/>
                    </a:cubicBezTo>
                    <a:cubicBezTo>
                      <a:pt x="721" y="8225"/>
                      <a:pt x="704" y="8490"/>
                      <a:pt x="687" y="8755"/>
                    </a:cubicBezTo>
                    <a:cubicBezTo>
                      <a:pt x="481" y="8755"/>
                      <a:pt x="275" y="8755"/>
                      <a:pt x="62" y="8755"/>
                    </a:cubicBezTo>
                    <a:cubicBezTo>
                      <a:pt x="53" y="8137"/>
                      <a:pt x="45" y="7519"/>
                      <a:pt x="41" y="6902"/>
                    </a:cubicBezTo>
                    <a:cubicBezTo>
                      <a:pt x="39" y="6615"/>
                      <a:pt x="36" y="6328"/>
                      <a:pt x="31" y="6041"/>
                    </a:cubicBezTo>
                    <a:cubicBezTo>
                      <a:pt x="27" y="5791"/>
                      <a:pt x="24" y="5541"/>
                      <a:pt x="23" y="5291"/>
                    </a:cubicBezTo>
                    <a:cubicBezTo>
                      <a:pt x="22" y="5159"/>
                      <a:pt x="21" y="5027"/>
                      <a:pt x="18" y="4894"/>
                    </a:cubicBezTo>
                    <a:cubicBezTo>
                      <a:pt x="0" y="4008"/>
                      <a:pt x="0" y="4008"/>
                      <a:pt x="155" y="3830"/>
                    </a:cubicBezTo>
                    <a:cubicBezTo>
                      <a:pt x="229" y="3767"/>
                      <a:pt x="305" y="3706"/>
                      <a:pt x="382" y="3648"/>
                    </a:cubicBezTo>
                    <a:cubicBezTo>
                      <a:pt x="594" y="3425"/>
                      <a:pt x="551" y="3075"/>
                      <a:pt x="558" y="2784"/>
                    </a:cubicBezTo>
                    <a:cubicBezTo>
                      <a:pt x="561" y="2710"/>
                      <a:pt x="565" y="2636"/>
                      <a:pt x="569" y="2563"/>
                    </a:cubicBezTo>
                    <a:cubicBezTo>
                      <a:pt x="578" y="2370"/>
                      <a:pt x="585" y="2177"/>
                      <a:pt x="592" y="1985"/>
                    </a:cubicBezTo>
                    <a:cubicBezTo>
                      <a:pt x="603" y="1675"/>
                      <a:pt x="616" y="1366"/>
                      <a:pt x="631" y="1057"/>
                    </a:cubicBezTo>
                    <a:cubicBezTo>
                      <a:pt x="636" y="949"/>
                      <a:pt x="639" y="842"/>
                      <a:pt x="642" y="734"/>
                    </a:cubicBezTo>
                    <a:cubicBezTo>
                      <a:pt x="645" y="668"/>
                      <a:pt x="648" y="602"/>
                      <a:pt x="651" y="536"/>
                    </a:cubicBezTo>
                    <a:cubicBezTo>
                      <a:pt x="652" y="506"/>
                      <a:pt x="652" y="476"/>
                      <a:pt x="653" y="446"/>
                    </a:cubicBezTo>
                    <a:cubicBezTo>
                      <a:pt x="660" y="295"/>
                      <a:pt x="684" y="198"/>
                      <a:pt x="786" y="89"/>
                    </a:cubicBezTo>
                    <a:cubicBezTo>
                      <a:pt x="895" y="5"/>
                      <a:pt x="895" y="5"/>
                      <a:pt x="1015" y="0"/>
                    </a:cubicBezTo>
                    <a:close/>
                  </a:path>
                </a:pathLst>
              </a:custGeom>
              <a:solidFill>
                <a:srgbClr val="E959AE"/>
              </a:solidFill>
              <a:ln w="2646" cap="flat">
                <a:noFill/>
              </a:ln>
            </p:spPr>
          </p:sp>
          <p:sp>
            <p:nvSpPr>
              <p:cNvPr id="3794" name="ICON_C_SIGNAL_GRAPHIC_path_027"/>
              <p:cNvSpPr/>
              <p:nvPr/>
            </p:nvSpPr>
            <p:spPr>
              <a:xfrm>
                <a:off x="3476306" y="7452726"/>
                <a:ext cx="24733" cy="103830"/>
              </a:xfrm>
              <a:custGeom>
                <a:avLst/>
                <a:gdLst/>
                <a:ahLst/>
                <a:cxnLst/>
                <a:rect l="0" t="0" r="r" b="b"/>
                <a:pathLst>
                  <a:path w="1947" h="8176" fill="norm" stroke="0">
                    <a:moveTo>
                      <a:pt x="767" y="137"/>
                    </a:moveTo>
                    <a:cubicBezTo>
                      <a:pt x="816" y="148"/>
                      <a:pt x="865" y="159"/>
                      <a:pt x="915" y="170"/>
                    </a:cubicBezTo>
                    <a:cubicBezTo>
                      <a:pt x="1035" y="197"/>
                      <a:pt x="1155" y="225"/>
                      <a:pt x="1275" y="254"/>
                    </a:cubicBezTo>
                    <a:cubicBezTo>
                      <a:pt x="1276" y="281"/>
                      <a:pt x="1276" y="307"/>
                      <a:pt x="1277" y="335"/>
                    </a:cubicBezTo>
                    <a:cubicBezTo>
                      <a:pt x="1294" y="980"/>
                      <a:pt x="1313" y="1625"/>
                      <a:pt x="1335" y="2270"/>
                    </a:cubicBezTo>
                    <a:cubicBezTo>
                      <a:pt x="1345" y="2582"/>
                      <a:pt x="1355" y="2894"/>
                      <a:pt x="1363" y="3206"/>
                    </a:cubicBezTo>
                    <a:cubicBezTo>
                      <a:pt x="1370" y="3478"/>
                      <a:pt x="1378" y="3750"/>
                      <a:pt x="1388" y="4022"/>
                    </a:cubicBezTo>
                    <a:cubicBezTo>
                      <a:pt x="1393" y="4166"/>
                      <a:pt x="1398" y="4310"/>
                      <a:pt x="1401" y="4454"/>
                    </a:cubicBezTo>
                    <a:cubicBezTo>
                      <a:pt x="1404" y="4615"/>
                      <a:pt x="1410" y="4776"/>
                      <a:pt x="1417" y="4938"/>
                    </a:cubicBezTo>
                    <a:cubicBezTo>
                      <a:pt x="1418" y="4985"/>
                      <a:pt x="1418" y="5032"/>
                      <a:pt x="1418" y="5080"/>
                    </a:cubicBezTo>
                    <a:cubicBezTo>
                      <a:pt x="1433" y="5353"/>
                      <a:pt x="1491" y="5504"/>
                      <a:pt x="1693" y="5689"/>
                    </a:cubicBezTo>
                    <a:cubicBezTo>
                      <a:pt x="1730" y="5720"/>
                      <a:pt x="1768" y="5751"/>
                      <a:pt x="1807" y="5784"/>
                    </a:cubicBezTo>
                    <a:cubicBezTo>
                      <a:pt x="1945" y="5926"/>
                      <a:pt x="1947" y="6052"/>
                      <a:pt x="1947" y="6244"/>
                    </a:cubicBezTo>
                    <a:cubicBezTo>
                      <a:pt x="1946" y="6266"/>
                      <a:pt x="1946" y="6266"/>
                      <a:pt x="1941" y="6376"/>
                    </a:cubicBezTo>
                    <a:cubicBezTo>
                      <a:pt x="1940" y="6421"/>
                      <a:pt x="1940" y="6467"/>
                      <a:pt x="1939" y="6514"/>
                    </a:cubicBezTo>
                    <a:cubicBezTo>
                      <a:pt x="1937" y="6659"/>
                      <a:pt x="1931" y="6803"/>
                      <a:pt x="1926" y="6947"/>
                    </a:cubicBezTo>
                    <a:cubicBezTo>
                      <a:pt x="1924" y="7046"/>
                      <a:pt x="1922" y="7144"/>
                      <a:pt x="1920" y="7242"/>
                    </a:cubicBezTo>
                    <a:cubicBezTo>
                      <a:pt x="1916" y="7483"/>
                      <a:pt x="1909" y="7723"/>
                      <a:pt x="1900" y="7963"/>
                    </a:cubicBezTo>
                    <a:cubicBezTo>
                      <a:pt x="1731" y="8004"/>
                      <a:pt x="1562" y="8042"/>
                      <a:pt x="1392" y="8080"/>
                    </a:cubicBezTo>
                    <a:cubicBezTo>
                      <a:pt x="1368" y="8086"/>
                      <a:pt x="1368" y="8086"/>
                      <a:pt x="1247" y="8115"/>
                    </a:cubicBezTo>
                    <a:cubicBezTo>
                      <a:pt x="1201" y="8125"/>
                      <a:pt x="1154" y="8136"/>
                      <a:pt x="1107" y="8146"/>
                    </a:cubicBezTo>
                    <a:cubicBezTo>
                      <a:pt x="1064" y="8156"/>
                      <a:pt x="1021" y="8166"/>
                      <a:pt x="978" y="8176"/>
                    </a:cubicBezTo>
                    <a:cubicBezTo>
                      <a:pt x="842" y="8171"/>
                      <a:pt x="786" y="8140"/>
                      <a:pt x="694" y="8041"/>
                    </a:cubicBezTo>
                    <a:cubicBezTo>
                      <a:pt x="594" y="7862"/>
                      <a:pt x="624" y="7641"/>
                      <a:pt x="626" y="7442"/>
                    </a:cubicBezTo>
                    <a:cubicBezTo>
                      <a:pt x="626" y="7389"/>
                      <a:pt x="626" y="7335"/>
                      <a:pt x="626" y="7282"/>
                    </a:cubicBezTo>
                    <a:cubicBezTo>
                      <a:pt x="626" y="7137"/>
                      <a:pt x="627" y="6992"/>
                      <a:pt x="629" y="6848"/>
                    </a:cubicBezTo>
                    <a:cubicBezTo>
                      <a:pt x="630" y="6697"/>
                      <a:pt x="630" y="6545"/>
                      <a:pt x="631" y="6394"/>
                    </a:cubicBezTo>
                    <a:cubicBezTo>
                      <a:pt x="631" y="6108"/>
                      <a:pt x="633" y="5822"/>
                      <a:pt x="635" y="5535"/>
                    </a:cubicBezTo>
                    <a:cubicBezTo>
                      <a:pt x="637" y="5209"/>
                      <a:pt x="639" y="4883"/>
                      <a:pt x="640" y="4557"/>
                    </a:cubicBezTo>
                    <a:cubicBezTo>
                      <a:pt x="642" y="3887"/>
                      <a:pt x="645" y="3216"/>
                      <a:pt x="650" y="2546"/>
                    </a:cubicBezTo>
                    <a:cubicBezTo>
                      <a:pt x="444" y="2546"/>
                      <a:pt x="238" y="2546"/>
                      <a:pt x="25" y="2546"/>
                    </a:cubicBezTo>
                    <a:cubicBezTo>
                      <a:pt x="20" y="2251"/>
                      <a:pt x="17" y="1956"/>
                      <a:pt x="14" y="1661"/>
                    </a:cubicBezTo>
                    <a:cubicBezTo>
                      <a:pt x="13" y="1524"/>
                      <a:pt x="12" y="1386"/>
                      <a:pt x="9" y="1249"/>
                    </a:cubicBezTo>
                    <a:cubicBezTo>
                      <a:pt x="7" y="1092"/>
                      <a:pt x="6" y="934"/>
                      <a:pt x="5" y="776"/>
                    </a:cubicBezTo>
                    <a:cubicBezTo>
                      <a:pt x="4" y="727"/>
                      <a:pt x="3" y="678"/>
                      <a:pt x="1" y="628"/>
                    </a:cubicBezTo>
                    <a:cubicBezTo>
                      <a:pt x="1" y="582"/>
                      <a:pt x="1" y="536"/>
                      <a:pt x="1" y="489"/>
                    </a:cubicBezTo>
                    <a:cubicBezTo>
                      <a:pt x="1" y="448"/>
                      <a:pt x="1" y="408"/>
                      <a:pt x="0" y="366"/>
                    </a:cubicBezTo>
                    <a:cubicBezTo>
                      <a:pt x="27" y="246"/>
                      <a:pt x="61" y="162"/>
                      <a:pt x="154" y="79"/>
                    </a:cubicBezTo>
                    <a:cubicBezTo>
                      <a:pt x="346" y="0"/>
                      <a:pt x="575" y="90"/>
                      <a:pt x="767" y="137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795" name="ICON_C_SIGNAL_GRAPHIC_path_028"/>
              <p:cNvSpPr/>
              <p:nvPr/>
            </p:nvSpPr>
            <p:spPr>
              <a:xfrm>
                <a:off x="3087087" y="7453312"/>
                <a:ext cx="48226" cy="103188"/>
              </a:xfrm>
              <a:custGeom>
                <a:avLst/>
                <a:gdLst/>
                <a:ahLst/>
                <a:cxnLst/>
                <a:rect l="0" t="0" r="r" b="b"/>
                <a:pathLst>
                  <a:path w="3797" h="8125" fill="norm" stroke="0">
                    <a:moveTo>
                      <a:pt x="3172" y="0"/>
                    </a:moveTo>
                    <a:cubicBezTo>
                      <a:pt x="3379" y="0"/>
                      <a:pt x="3585" y="0"/>
                      <a:pt x="3797" y="0"/>
                    </a:cubicBezTo>
                    <a:cubicBezTo>
                      <a:pt x="3797" y="619"/>
                      <a:pt x="3797" y="1237"/>
                      <a:pt x="3797" y="1875"/>
                    </a:cubicBezTo>
                    <a:cubicBezTo>
                      <a:pt x="3591" y="1875"/>
                      <a:pt x="3385" y="1875"/>
                      <a:pt x="3172" y="1875"/>
                    </a:cubicBezTo>
                    <a:cubicBezTo>
                      <a:pt x="3177" y="1963"/>
                      <a:pt x="3182" y="2051"/>
                      <a:pt x="3187" y="2141"/>
                    </a:cubicBezTo>
                    <a:cubicBezTo>
                      <a:pt x="3190" y="2227"/>
                      <a:pt x="3193" y="2312"/>
                      <a:pt x="3195" y="2398"/>
                    </a:cubicBezTo>
                    <a:cubicBezTo>
                      <a:pt x="3197" y="2457"/>
                      <a:pt x="3200" y="2516"/>
                      <a:pt x="3204" y="2575"/>
                    </a:cubicBezTo>
                    <a:cubicBezTo>
                      <a:pt x="3215" y="2765"/>
                      <a:pt x="3220" y="2940"/>
                      <a:pt x="3172" y="3125"/>
                    </a:cubicBezTo>
                    <a:cubicBezTo>
                      <a:pt x="3081" y="3186"/>
                      <a:pt x="3081" y="3186"/>
                      <a:pt x="2969" y="3224"/>
                    </a:cubicBezTo>
                    <a:cubicBezTo>
                      <a:pt x="2854" y="3265"/>
                      <a:pt x="2854" y="3265"/>
                      <a:pt x="2756" y="3333"/>
                    </a:cubicBezTo>
                    <a:cubicBezTo>
                      <a:pt x="2680" y="3567"/>
                      <a:pt x="2667" y="3806"/>
                      <a:pt x="2651" y="4050"/>
                    </a:cubicBezTo>
                    <a:cubicBezTo>
                      <a:pt x="2603" y="4777"/>
                      <a:pt x="2603" y="4777"/>
                      <a:pt x="2346" y="5013"/>
                    </a:cubicBezTo>
                    <a:cubicBezTo>
                      <a:pt x="2309" y="5044"/>
                      <a:pt x="2272" y="5076"/>
                      <a:pt x="2234" y="5108"/>
                    </a:cubicBezTo>
                    <a:cubicBezTo>
                      <a:pt x="2053" y="5284"/>
                      <a:pt x="1989" y="5508"/>
                      <a:pt x="1909" y="5742"/>
                    </a:cubicBezTo>
                    <a:cubicBezTo>
                      <a:pt x="1877" y="5834"/>
                      <a:pt x="1844" y="5925"/>
                      <a:pt x="1811" y="6016"/>
                    </a:cubicBezTo>
                    <a:cubicBezTo>
                      <a:pt x="1797" y="6056"/>
                      <a:pt x="1783" y="6096"/>
                      <a:pt x="1769" y="6137"/>
                    </a:cubicBezTo>
                    <a:cubicBezTo>
                      <a:pt x="1714" y="6250"/>
                      <a:pt x="1714" y="6250"/>
                      <a:pt x="1608" y="6345"/>
                    </a:cubicBezTo>
                    <a:cubicBezTo>
                      <a:pt x="1466" y="6502"/>
                      <a:pt x="1460" y="6637"/>
                      <a:pt x="1440" y="6843"/>
                    </a:cubicBezTo>
                    <a:cubicBezTo>
                      <a:pt x="1435" y="6880"/>
                      <a:pt x="1431" y="6917"/>
                      <a:pt x="1427" y="6954"/>
                    </a:cubicBezTo>
                    <a:cubicBezTo>
                      <a:pt x="1413" y="7071"/>
                      <a:pt x="1401" y="7188"/>
                      <a:pt x="1389" y="7305"/>
                    </a:cubicBezTo>
                    <a:cubicBezTo>
                      <a:pt x="1379" y="7384"/>
                      <a:pt x="1370" y="7463"/>
                      <a:pt x="1361" y="7543"/>
                    </a:cubicBezTo>
                    <a:cubicBezTo>
                      <a:pt x="1339" y="7737"/>
                      <a:pt x="1318" y="7931"/>
                      <a:pt x="1297" y="8125"/>
                    </a:cubicBezTo>
                    <a:cubicBezTo>
                      <a:pt x="1091" y="8125"/>
                      <a:pt x="885" y="8125"/>
                      <a:pt x="672" y="8125"/>
                    </a:cubicBezTo>
                    <a:cubicBezTo>
                      <a:pt x="668" y="8058"/>
                      <a:pt x="664" y="7991"/>
                      <a:pt x="660" y="7921"/>
                    </a:cubicBezTo>
                    <a:cubicBezTo>
                      <a:pt x="646" y="7697"/>
                      <a:pt x="630" y="7474"/>
                      <a:pt x="612" y="7250"/>
                    </a:cubicBezTo>
                    <a:cubicBezTo>
                      <a:pt x="602" y="7115"/>
                      <a:pt x="593" y="6979"/>
                      <a:pt x="584" y="6844"/>
                    </a:cubicBezTo>
                    <a:cubicBezTo>
                      <a:pt x="575" y="6688"/>
                      <a:pt x="563" y="6531"/>
                      <a:pt x="550" y="6375"/>
                    </a:cubicBezTo>
                    <a:cubicBezTo>
                      <a:pt x="548" y="6327"/>
                      <a:pt x="545" y="6279"/>
                      <a:pt x="543" y="6230"/>
                    </a:cubicBezTo>
                    <a:cubicBezTo>
                      <a:pt x="511" y="5880"/>
                      <a:pt x="398" y="5746"/>
                      <a:pt x="140" y="5516"/>
                    </a:cubicBezTo>
                    <a:cubicBezTo>
                      <a:pt x="16" y="5383"/>
                      <a:pt x="0" y="5293"/>
                      <a:pt x="0" y="5115"/>
                    </a:cubicBezTo>
                    <a:cubicBezTo>
                      <a:pt x="2" y="5081"/>
                      <a:pt x="4" y="5047"/>
                      <a:pt x="7" y="5011"/>
                    </a:cubicBezTo>
                    <a:cubicBezTo>
                      <a:pt x="7" y="4975"/>
                      <a:pt x="8" y="4939"/>
                      <a:pt x="8" y="4901"/>
                    </a:cubicBezTo>
                    <a:cubicBezTo>
                      <a:pt x="11" y="4786"/>
                      <a:pt x="16" y="4672"/>
                      <a:pt x="21" y="4557"/>
                    </a:cubicBezTo>
                    <a:cubicBezTo>
                      <a:pt x="23" y="4479"/>
                      <a:pt x="25" y="4400"/>
                      <a:pt x="27" y="4322"/>
                    </a:cubicBezTo>
                    <a:cubicBezTo>
                      <a:pt x="31" y="4131"/>
                      <a:pt x="39" y="3941"/>
                      <a:pt x="47" y="3750"/>
                    </a:cubicBezTo>
                    <a:cubicBezTo>
                      <a:pt x="254" y="3750"/>
                      <a:pt x="460" y="3750"/>
                      <a:pt x="672" y="3750"/>
                    </a:cubicBezTo>
                    <a:cubicBezTo>
                      <a:pt x="672" y="4163"/>
                      <a:pt x="672" y="4575"/>
                      <a:pt x="672" y="5000"/>
                    </a:cubicBezTo>
                    <a:cubicBezTo>
                      <a:pt x="879" y="5000"/>
                      <a:pt x="1085" y="5000"/>
                      <a:pt x="1297" y="5000"/>
                    </a:cubicBezTo>
                    <a:cubicBezTo>
                      <a:pt x="1410" y="4844"/>
                      <a:pt x="1440" y="4776"/>
                      <a:pt x="1480" y="4597"/>
                    </a:cubicBezTo>
                    <a:cubicBezTo>
                      <a:pt x="1493" y="4556"/>
                      <a:pt x="1504" y="4515"/>
                      <a:pt x="1517" y="4472"/>
                    </a:cubicBezTo>
                    <a:cubicBezTo>
                      <a:pt x="1555" y="4341"/>
                      <a:pt x="1589" y="4209"/>
                      <a:pt x="1623" y="4075"/>
                    </a:cubicBezTo>
                    <a:cubicBezTo>
                      <a:pt x="1658" y="3944"/>
                      <a:pt x="1693" y="3812"/>
                      <a:pt x="1731" y="3681"/>
                    </a:cubicBezTo>
                    <a:cubicBezTo>
                      <a:pt x="1754" y="3599"/>
                      <a:pt x="1776" y="3517"/>
                      <a:pt x="1796" y="3434"/>
                    </a:cubicBezTo>
                    <a:cubicBezTo>
                      <a:pt x="1874" y="3155"/>
                      <a:pt x="1874" y="3155"/>
                      <a:pt x="2022" y="3064"/>
                    </a:cubicBezTo>
                    <a:cubicBezTo>
                      <a:pt x="2097" y="3031"/>
                      <a:pt x="2172" y="2999"/>
                      <a:pt x="2247" y="2968"/>
                    </a:cubicBezTo>
                    <a:cubicBezTo>
                      <a:pt x="2339" y="2917"/>
                      <a:pt x="2339" y="2917"/>
                      <a:pt x="2381" y="2846"/>
                    </a:cubicBezTo>
                    <a:cubicBezTo>
                      <a:pt x="2400" y="2760"/>
                      <a:pt x="2407" y="2680"/>
                      <a:pt x="2411" y="2592"/>
                    </a:cubicBezTo>
                    <a:cubicBezTo>
                      <a:pt x="2414" y="2561"/>
                      <a:pt x="2417" y="2530"/>
                      <a:pt x="2420" y="2498"/>
                    </a:cubicBezTo>
                    <a:cubicBezTo>
                      <a:pt x="2429" y="2399"/>
                      <a:pt x="2437" y="2300"/>
                      <a:pt x="2443" y="2200"/>
                    </a:cubicBezTo>
                    <a:cubicBezTo>
                      <a:pt x="2492" y="1473"/>
                      <a:pt x="2492" y="1473"/>
                      <a:pt x="2754" y="1238"/>
                    </a:cubicBezTo>
                    <a:cubicBezTo>
                      <a:pt x="2791" y="1206"/>
                      <a:pt x="2828" y="1175"/>
                      <a:pt x="2866" y="1143"/>
                    </a:cubicBezTo>
                    <a:cubicBezTo>
                      <a:pt x="3042" y="961"/>
                      <a:pt x="3060" y="738"/>
                      <a:pt x="3094" y="495"/>
                    </a:cubicBezTo>
                    <a:cubicBezTo>
                      <a:pt x="3098" y="471"/>
                      <a:pt x="3098" y="471"/>
                      <a:pt x="3119" y="350"/>
                    </a:cubicBezTo>
                    <a:cubicBezTo>
                      <a:pt x="3138" y="234"/>
                      <a:pt x="3155" y="117"/>
                      <a:pt x="3172" y="0"/>
                    </a:cubicBezTo>
                    <a:close/>
                  </a:path>
                </a:pathLst>
              </a:custGeom>
              <a:solidFill>
                <a:srgbClr val="EB58AD"/>
              </a:solidFill>
              <a:ln w="2646" cap="flat">
                <a:noFill/>
              </a:ln>
            </p:spPr>
          </p:sp>
          <p:sp>
            <p:nvSpPr>
              <p:cNvPr id="3796" name="ICON_C_SIGNAL_GRAPHIC_path_029"/>
              <p:cNvSpPr/>
              <p:nvPr/>
            </p:nvSpPr>
            <p:spPr>
              <a:xfrm>
                <a:off x="3032126" y="7483900"/>
                <a:ext cx="55562" cy="48789"/>
              </a:xfrm>
              <a:custGeom>
                <a:avLst/>
                <a:gdLst/>
                <a:ahLst/>
                <a:cxnLst/>
                <a:rect l="0" t="0" r="r" b="b"/>
                <a:pathLst>
                  <a:path w="4375" h="3842" fill="norm" stroke="0">
                    <a:moveTo>
                      <a:pt x="1378" y="35"/>
                    </a:moveTo>
                    <a:cubicBezTo>
                      <a:pt x="1558" y="0"/>
                      <a:pt x="1710" y="8"/>
                      <a:pt x="1875" y="92"/>
                    </a:cubicBezTo>
                    <a:cubicBezTo>
                      <a:pt x="2011" y="208"/>
                      <a:pt x="2119" y="339"/>
                      <a:pt x="2226" y="482"/>
                    </a:cubicBezTo>
                    <a:cubicBezTo>
                      <a:pt x="2254" y="518"/>
                      <a:pt x="2281" y="555"/>
                      <a:pt x="2309" y="592"/>
                    </a:cubicBezTo>
                    <a:cubicBezTo>
                      <a:pt x="2484" y="845"/>
                      <a:pt x="2539" y="1036"/>
                      <a:pt x="2500" y="1342"/>
                    </a:cubicBezTo>
                    <a:cubicBezTo>
                      <a:pt x="2709" y="1392"/>
                      <a:pt x="2923" y="1436"/>
                      <a:pt x="3125" y="1342"/>
                    </a:cubicBezTo>
                    <a:cubicBezTo>
                      <a:pt x="3281" y="1167"/>
                      <a:pt x="3364" y="946"/>
                      <a:pt x="3452" y="731"/>
                    </a:cubicBezTo>
                    <a:cubicBezTo>
                      <a:pt x="3467" y="695"/>
                      <a:pt x="3482" y="658"/>
                      <a:pt x="3498" y="621"/>
                    </a:cubicBezTo>
                    <a:cubicBezTo>
                      <a:pt x="3542" y="508"/>
                      <a:pt x="3542" y="508"/>
                      <a:pt x="3577" y="388"/>
                    </a:cubicBezTo>
                    <a:cubicBezTo>
                      <a:pt x="3618" y="272"/>
                      <a:pt x="3618" y="272"/>
                      <a:pt x="3750" y="92"/>
                    </a:cubicBezTo>
                    <a:cubicBezTo>
                      <a:pt x="3956" y="92"/>
                      <a:pt x="4163" y="92"/>
                      <a:pt x="4375" y="92"/>
                    </a:cubicBezTo>
                    <a:cubicBezTo>
                      <a:pt x="4375" y="504"/>
                      <a:pt x="4375" y="917"/>
                      <a:pt x="4375" y="1342"/>
                    </a:cubicBezTo>
                    <a:cubicBezTo>
                      <a:pt x="4169" y="1342"/>
                      <a:pt x="3963" y="1342"/>
                      <a:pt x="3750" y="1342"/>
                    </a:cubicBezTo>
                    <a:cubicBezTo>
                      <a:pt x="3750" y="2167"/>
                      <a:pt x="3750" y="2992"/>
                      <a:pt x="3750" y="3842"/>
                    </a:cubicBezTo>
                    <a:cubicBezTo>
                      <a:pt x="3125" y="3842"/>
                      <a:pt x="3125" y="3842"/>
                      <a:pt x="2984" y="3749"/>
                    </a:cubicBezTo>
                    <a:cubicBezTo>
                      <a:pt x="2955" y="3707"/>
                      <a:pt x="2926" y="3665"/>
                      <a:pt x="2896" y="3621"/>
                    </a:cubicBezTo>
                    <a:cubicBezTo>
                      <a:pt x="2888" y="3610"/>
                      <a:pt x="2888" y="3610"/>
                      <a:pt x="2846" y="3553"/>
                    </a:cubicBezTo>
                    <a:cubicBezTo>
                      <a:pt x="2794" y="3481"/>
                      <a:pt x="2744" y="3408"/>
                      <a:pt x="2695" y="3334"/>
                    </a:cubicBezTo>
                    <a:cubicBezTo>
                      <a:pt x="2629" y="3238"/>
                      <a:pt x="2561" y="3143"/>
                      <a:pt x="2493" y="3048"/>
                    </a:cubicBezTo>
                    <a:cubicBezTo>
                      <a:pt x="2485" y="3037"/>
                      <a:pt x="2485" y="3037"/>
                      <a:pt x="2443" y="2978"/>
                    </a:cubicBezTo>
                    <a:cubicBezTo>
                      <a:pt x="2330" y="2827"/>
                      <a:pt x="2236" y="2764"/>
                      <a:pt x="2060" y="2702"/>
                    </a:cubicBezTo>
                    <a:cubicBezTo>
                      <a:pt x="1955" y="2659"/>
                      <a:pt x="1955" y="2659"/>
                      <a:pt x="1875" y="2592"/>
                    </a:cubicBezTo>
                    <a:cubicBezTo>
                      <a:pt x="1822" y="2378"/>
                      <a:pt x="1836" y="2172"/>
                      <a:pt x="1849" y="1954"/>
                    </a:cubicBezTo>
                    <a:cubicBezTo>
                      <a:pt x="1851" y="1894"/>
                      <a:pt x="1853" y="1835"/>
                      <a:pt x="1855" y="1776"/>
                    </a:cubicBezTo>
                    <a:cubicBezTo>
                      <a:pt x="1859" y="1631"/>
                      <a:pt x="1866" y="1486"/>
                      <a:pt x="1875" y="1342"/>
                    </a:cubicBezTo>
                    <a:cubicBezTo>
                      <a:pt x="1308" y="1294"/>
                      <a:pt x="1308" y="1294"/>
                      <a:pt x="1179" y="1400"/>
                    </a:cubicBezTo>
                    <a:cubicBezTo>
                      <a:pt x="1139" y="1487"/>
                      <a:pt x="1122" y="1560"/>
                      <a:pt x="1107" y="1654"/>
                    </a:cubicBezTo>
                    <a:cubicBezTo>
                      <a:pt x="1085" y="1757"/>
                      <a:pt x="1064" y="1860"/>
                      <a:pt x="1042" y="1967"/>
                    </a:cubicBezTo>
                    <a:cubicBezTo>
                      <a:pt x="698" y="1898"/>
                      <a:pt x="354" y="1829"/>
                      <a:pt x="0" y="1758"/>
                    </a:cubicBezTo>
                    <a:cubicBezTo>
                      <a:pt x="83" y="951"/>
                      <a:pt x="83" y="951"/>
                      <a:pt x="208" y="717"/>
                    </a:cubicBezTo>
                    <a:cubicBezTo>
                      <a:pt x="399" y="580"/>
                      <a:pt x="625" y="573"/>
                      <a:pt x="852" y="546"/>
                    </a:cubicBezTo>
                    <a:cubicBezTo>
                      <a:pt x="1031" y="521"/>
                      <a:pt x="1031" y="521"/>
                      <a:pt x="1121" y="406"/>
                    </a:cubicBezTo>
                    <a:cubicBezTo>
                      <a:pt x="1133" y="366"/>
                      <a:pt x="1146" y="327"/>
                      <a:pt x="1159" y="287"/>
                    </a:cubicBezTo>
                    <a:cubicBezTo>
                      <a:pt x="1209" y="134"/>
                      <a:pt x="1226" y="102"/>
                      <a:pt x="1378" y="35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797" name="ICON_C_SIGNAL_GRAPHIC_path_030"/>
              <p:cNvSpPr/>
              <p:nvPr/>
            </p:nvSpPr>
            <p:spPr>
              <a:xfrm>
                <a:off x="4611688" y="7493000"/>
                <a:ext cx="31750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5000" fill="norm" stroke="0">
                    <a:moveTo>
                      <a:pt x="1250" y="0"/>
                    </a:moveTo>
                    <a:cubicBezTo>
                      <a:pt x="1594" y="0"/>
                      <a:pt x="1938" y="0"/>
                      <a:pt x="2292" y="0"/>
                    </a:cubicBezTo>
                    <a:cubicBezTo>
                      <a:pt x="2360" y="344"/>
                      <a:pt x="2429" y="688"/>
                      <a:pt x="2500" y="1042"/>
                    </a:cubicBezTo>
                    <a:cubicBezTo>
                      <a:pt x="2449" y="1048"/>
                      <a:pt x="2449" y="1048"/>
                      <a:pt x="2188" y="1081"/>
                    </a:cubicBezTo>
                    <a:cubicBezTo>
                      <a:pt x="2058" y="1112"/>
                      <a:pt x="1964" y="1148"/>
                      <a:pt x="1875" y="1250"/>
                    </a:cubicBezTo>
                    <a:cubicBezTo>
                      <a:pt x="1854" y="1408"/>
                      <a:pt x="1881" y="1561"/>
                      <a:pt x="1901" y="1719"/>
                    </a:cubicBezTo>
                    <a:cubicBezTo>
                      <a:pt x="1950" y="2180"/>
                      <a:pt x="1950" y="2180"/>
                      <a:pt x="1832" y="2355"/>
                    </a:cubicBezTo>
                    <a:cubicBezTo>
                      <a:pt x="1694" y="2511"/>
                      <a:pt x="1529" y="2641"/>
                      <a:pt x="1367" y="2773"/>
                    </a:cubicBezTo>
                    <a:cubicBezTo>
                      <a:pt x="894" y="3164"/>
                      <a:pt x="735" y="3505"/>
                      <a:pt x="674" y="4116"/>
                    </a:cubicBezTo>
                    <a:cubicBezTo>
                      <a:pt x="649" y="4411"/>
                      <a:pt x="631" y="4704"/>
                      <a:pt x="625" y="5000"/>
                    </a:cubicBezTo>
                    <a:cubicBezTo>
                      <a:pt x="419" y="5000"/>
                      <a:pt x="212" y="5000"/>
                      <a:pt x="0" y="5000"/>
                    </a:cubicBezTo>
                    <a:cubicBezTo>
                      <a:pt x="0" y="3556"/>
                      <a:pt x="0" y="2112"/>
                      <a:pt x="0" y="625"/>
                    </a:cubicBezTo>
                    <a:cubicBezTo>
                      <a:pt x="625" y="625"/>
                      <a:pt x="625" y="625"/>
                      <a:pt x="823" y="762"/>
                    </a:cubicBezTo>
                    <a:cubicBezTo>
                      <a:pt x="876" y="819"/>
                      <a:pt x="927" y="878"/>
                      <a:pt x="977" y="938"/>
                    </a:cubicBezTo>
                    <a:cubicBezTo>
                      <a:pt x="1067" y="1041"/>
                      <a:pt x="1157" y="1144"/>
                      <a:pt x="1250" y="1250"/>
                    </a:cubicBezTo>
                    <a:cubicBezTo>
                      <a:pt x="1250" y="837"/>
                      <a:pt x="1250" y="425"/>
                      <a:pt x="1250" y="0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798" name="ICON_C_SIGNAL_GRAPHIC_path_031"/>
              <p:cNvSpPr/>
              <p:nvPr/>
            </p:nvSpPr>
            <p:spPr>
              <a:xfrm>
                <a:off x="2991447" y="7461193"/>
                <a:ext cx="48615" cy="63558"/>
              </a:xfrm>
              <a:custGeom>
                <a:avLst/>
                <a:gdLst/>
                <a:ahLst/>
                <a:cxnLst/>
                <a:rect l="0" t="0" r="r" b="b"/>
                <a:pathLst>
                  <a:path w="3828" h="5005" fill="norm" stroke="0">
                    <a:moveTo>
                      <a:pt x="2906" y="0"/>
                    </a:moveTo>
                    <a:cubicBezTo>
                      <a:pt x="2948" y="10"/>
                      <a:pt x="2991" y="20"/>
                      <a:pt x="3035" y="30"/>
                    </a:cubicBezTo>
                    <a:cubicBezTo>
                      <a:pt x="3081" y="40"/>
                      <a:pt x="3127" y="50"/>
                      <a:pt x="3175" y="60"/>
                    </a:cubicBezTo>
                    <a:cubicBezTo>
                      <a:pt x="3223" y="72"/>
                      <a:pt x="3271" y="84"/>
                      <a:pt x="3320" y="96"/>
                    </a:cubicBezTo>
                    <a:cubicBezTo>
                      <a:pt x="3369" y="106"/>
                      <a:pt x="3418" y="117"/>
                      <a:pt x="3468" y="129"/>
                    </a:cubicBezTo>
                    <a:cubicBezTo>
                      <a:pt x="3588" y="156"/>
                      <a:pt x="3708" y="184"/>
                      <a:pt x="3828" y="213"/>
                    </a:cubicBezTo>
                    <a:cubicBezTo>
                      <a:pt x="3687" y="1377"/>
                      <a:pt x="3202" y="2299"/>
                      <a:pt x="2461" y="3195"/>
                    </a:cubicBezTo>
                    <a:cubicBezTo>
                      <a:pt x="2450" y="3208"/>
                      <a:pt x="2450" y="3208"/>
                      <a:pt x="2394" y="3276"/>
                    </a:cubicBezTo>
                    <a:cubicBezTo>
                      <a:pt x="2000" y="3752"/>
                      <a:pt x="2000" y="3752"/>
                      <a:pt x="1721" y="3860"/>
                    </a:cubicBezTo>
                    <a:cubicBezTo>
                      <a:pt x="1586" y="3917"/>
                      <a:pt x="1547" y="3941"/>
                      <a:pt x="1484" y="4075"/>
                    </a:cubicBezTo>
                    <a:cubicBezTo>
                      <a:pt x="1449" y="4216"/>
                      <a:pt x="1425" y="4353"/>
                      <a:pt x="1406" y="4497"/>
                    </a:cubicBezTo>
                    <a:cubicBezTo>
                      <a:pt x="1398" y="4545"/>
                      <a:pt x="1390" y="4594"/>
                      <a:pt x="1382" y="4644"/>
                    </a:cubicBezTo>
                    <a:cubicBezTo>
                      <a:pt x="1362" y="4764"/>
                      <a:pt x="1345" y="4884"/>
                      <a:pt x="1328" y="5005"/>
                    </a:cubicBezTo>
                    <a:cubicBezTo>
                      <a:pt x="1122" y="5005"/>
                      <a:pt x="915" y="5005"/>
                      <a:pt x="703" y="5005"/>
                    </a:cubicBezTo>
                    <a:cubicBezTo>
                      <a:pt x="703" y="4592"/>
                      <a:pt x="703" y="4180"/>
                      <a:pt x="703" y="3755"/>
                    </a:cubicBezTo>
                    <a:cubicBezTo>
                      <a:pt x="497" y="3755"/>
                      <a:pt x="290" y="3755"/>
                      <a:pt x="78" y="3755"/>
                    </a:cubicBezTo>
                    <a:cubicBezTo>
                      <a:pt x="14" y="3180"/>
                      <a:pt x="0" y="2714"/>
                      <a:pt x="351" y="2231"/>
                    </a:cubicBezTo>
                    <a:cubicBezTo>
                      <a:pt x="364" y="2213"/>
                      <a:pt x="364" y="2213"/>
                      <a:pt x="426" y="2123"/>
                    </a:cubicBezTo>
                    <a:cubicBezTo>
                      <a:pt x="505" y="2025"/>
                      <a:pt x="505" y="2025"/>
                      <a:pt x="703" y="1880"/>
                    </a:cubicBezTo>
                    <a:cubicBezTo>
                      <a:pt x="909" y="1880"/>
                      <a:pt x="1115" y="1880"/>
                      <a:pt x="1328" y="1880"/>
                    </a:cubicBezTo>
                    <a:cubicBezTo>
                      <a:pt x="1328" y="2292"/>
                      <a:pt x="1328" y="2705"/>
                      <a:pt x="1328" y="3130"/>
                    </a:cubicBezTo>
                    <a:cubicBezTo>
                      <a:pt x="1534" y="3130"/>
                      <a:pt x="1740" y="3130"/>
                      <a:pt x="1953" y="3130"/>
                    </a:cubicBezTo>
                    <a:cubicBezTo>
                      <a:pt x="1948" y="3059"/>
                      <a:pt x="1943" y="2989"/>
                      <a:pt x="1938" y="2916"/>
                    </a:cubicBezTo>
                    <a:cubicBezTo>
                      <a:pt x="1934" y="2822"/>
                      <a:pt x="1931" y="2729"/>
                      <a:pt x="1927" y="2635"/>
                    </a:cubicBezTo>
                    <a:cubicBezTo>
                      <a:pt x="1924" y="2589"/>
                      <a:pt x="1920" y="2542"/>
                      <a:pt x="1916" y="2495"/>
                    </a:cubicBezTo>
                    <a:cubicBezTo>
                      <a:pt x="1906" y="2140"/>
                      <a:pt x="1906" y="2140"/>
                      <a:pt x="2044" y="1987"/>
                    </a:cubicBezTo>
                    <a:cubicBezTo>
                      <a:pt x="2080" y="1955"/>
                      <a:pt x="2117" y="1924"/>
                      <a:pt x="2156" y="1892"/>
                    </a:cubicBezTo>
                    <a:cubicBezTo>
                      <a:pt x="2460" y="1625"/>
                      <a:pt x="2455" y="1311"/>
                      <a:pt x="2487" y="929"/>
                    </a:cubicBezTo>
                    <a:cubicBezTo>
                      <a:pt x="2496" y="830"/>
                      <a:pt x="2506" y="731"/>
                      <a:pt x="2517" y="632"/>
                    </a:cubicBezTo>
                    <a:cubicBezTo>
                      <a:pt x="2523" y="571"/>
                      <a:pt x="2529" y="509"/>
                      <a:pt x="2533" y="448"/>
                    </a:cubicBezTo>
                    <a:cubicBezTo>
                      <a:pt x="2549" y="295"/>
                      <a:pt x="2579" y="212"/>
                      <a:pt x="2670" y="87"/>
                    </a:cubicBezTo>
                    <a:cubicBezTo>
                      <a:pt x="2786" y="5"/>
                      <a:pt x="2786" y="5"/>
                      <a:pt x="2906" y="0"/>
                    </a:cubicBezTo>
                    <a:close/>
                  </a:path>
                </a:pathLst>
              </a:custGeom>
              <a:solidFill>
                <a:srgbClr val="BA7DC8"/>
              </a:solidFill>
              <a:ln w="2646" cap="flat">
                <a:noFill/>
              </a:ln>
            </p:spPr>
          </p:sp>
          <p:sp>
            <p:nvSpPr>
              <p:cNvPr id="3799" name="ICON_C_SIGNAL_GRAPHIC_path_032"/>
              <p:cNvSpPr/>
              <p:nvPr/>
            </p:nvSpPr>
            <p:spPr>
              <a:xfrm>
                <a:off x="2952750" y="7556500"/>
                <a:ext cx="15875" cy="95250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7500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29" y="103"/>
                      <a:pt x="633" y="206"/>
                      <a:pt x="637" y="312"/>
                    </a:cubicBezTo>
                    <a:cubicBezTo>
                      <a:pt x="652" y="655"/>
                      <a:pt x="668" y="999"/>
                      <a:pt x="685" y="1342"/>
                    </a:cubicBezTo>
                    <a:cubicBezTo>
                      <a:pt x="695" y="1550"/>
                      <a:pt x="705" y="1758"/>
                      <a:pt x="713" y="1966"/>
                    </a:cubicBezTo>
                    <a:cubicBezTo>
                      <a:pt x="782" y="3736"/>
                      <a:pt x="782" y="3736"/>
                      <a:pt x="1250" y="4375"/>
                    </a:cubicBezTo>
                    <a:cubicBezTo>
                      <a:pt x="1220" y="4383"/>
                      <a:pt x="1191" y="4390"/>
                      <a:pt x="1160" y="4398"/>
                    </a:cubicBezTo>
                    <a:cubicBezTo>
                      <a:pt x="1026" y="4444"/>
                      <a:pt x="939" y="4487"/>
                      <a:pt x="833" y="4583"/>
                    </a:cubicBezTo>
                    <a:cubicBezTo>
                      <a:pt x="772" y="4802"/>
                      <a:pt x="785" y="5016"/>
                      <a:pt x="793" y="5242"/>
                    </a:cubicBezTo>
                    <a:cubicBezTo>
                      <a:pt x="793" y="5307"/>
                      <a:pt x="794" y="5372"/>
                      <a:pt x="794" y="5437"/>
                    </a:cubicBezTo>
                    <a:cubicBezTo>
                      <a:pt x="796" y="5608"/>
                      <a:pt x="800" y="5779"/>
                      <a:pt x="805" y="5950"/>
                    </a:cubicBezTo>
                    <a:cubicBezTo>
                      <a:pt x="809" y="6124"/>
                      <a:pt x="811" y="6299"/>
                      <a:pt x="813" y="6473"/>
                    </a:cubicBezTo>
                    <a:cubicBezTo>
                      <a:pt x="817" y="6816"/>
                      <a:pt x="825" y="7158"/>
                      <a:pt x="833" y="7500"/>
                    </a:cubicBezTo>
                    <a:cubicBezTo>
                      <a:pt x="558" y="7431"/>
                      <a:pt x="283" y="7362"/>
                      <a:pt x="0" y="7292"/>
                    </a:cubicBezTo>
                    <a:cubicBezTo>
                      <a:pt x="0" y="4885"/>
                      <a:pt x="0" y="2479"/>
                      <a:pt x="0" y="0"/>
                    </a:cubicBezTo>
                    <a:close/>
                  </a:path>
                </a:pathLst>
              </a:custGeom>
              <a:solidFill>
                <a:srgbClr val="AA8CD2"/>
              </a:solidFill>
              <a:ln w="2646" cap="flat">
                <a:noFill/>
              </a:ln>
            </p:spPr>
          </p:sp>
          <p:sp>
            <p:nvSpPr>
              <p:cNvPr id="3800" name="ICON_C_SIGNAL_GRAPHIC_path_033"/>
              <p:cNvSpPr/>
              <p:nvPr/>
            </p:nvSpPr>
            <p:spPr>
              <a:xfrm>
                <a:off x="4023818" y="7453312"/>
                <a:ext cx="42106" cy="48787"/>
              </a:xfrm>
              <a:custGeom>
                <a:avLst/>
                <a:gdLst/>
                <a:ahLst/>
                <a:cxnLst/>
                <a:rect l="0" t="0" r="r" b="b"/>
                <a:pathLst>
                  <a:path w="3315" h="3841" fill="norm" stroke="0">
                    <a:moveTo>
                      <a:pt x="2539" y="0"/>
                    </a:moveTo>
                    <a:cubicBezTo>
                      <a:pt x="2745" y="0"/>
                      <a:pt x="2951" y="0"/>
                      <a:pt x="3164" y="0"/>
                    </a:cubicBezTo>
                    <a:cubicBezTo>
                      <a:pt x="3315" y="2257"/>
                      <a:pt x="3315" y="2257"/>
                      <a:pt x="2908" y="2740"/>
                    </a:cubicBezTo>
                    <a:cubicBezTo>
                      <a:pt x="2573" y="3043"/>
                      <a:pt x="2211" y="3202"/>
                      <a:pt x="1766" y="3272"/>
                    </a:cubicBezTo>
                    <a:cubicBezTo>
                      <a:pt x="1512" y="3313"/>
                      <a:pt x="1512" y="3313"/>
                      <a:pt x="1421" y="3437"/>
                    </a:cubicBezTo>
                    <a:cubicBezTo>
                      <a:pt x="1395" y="3511"/>
                      <a:pt x="1370" y="3586"/>
                      <a:pt x="1345" y="3661"/>
                    </a:cubicBezTo>
                    <a:cubicBezTo>
                      <a:pt x="1289" y="3750"/>
                      <a:pt x="1289" y="3750"/>
                      <a:pt x="1161" y="3806"/>
                    </a:cubicBezTo>
                    <a:cubicBezTo>
                      <a:pt x="981" y="3841"/>
                      <a:pt x="829" y="3834"/>
                      <a:pt x="664" y="3750"/>
                    </a:cubicBezTo>
                    <a:cubicBezTo>
                      <a:pt x="527" y="3634"/>
                      <a:pt x="420" y="3502"/>
                      <a:pt x="312" y="3359"/>
                    </a:cubicBezTo>
                    <a:cubicBezTo>
                      <a:pt x="285" y="3323"/>
                      <a:pt x="258" y="3287"/>
                      <a:pt x="230" y="3250"/>
                    </a:cubicBezTo>
                    <a:cubicBezTo>
                      <a:pt x="55" y="2996"/>
                      <a:pt x="0" y="2806"/>
                      <a:pt x="39" y="2500"/>
                    </a:cubicBezTo>
                    <a:cubicBezTo>
                      <a:pt x="82" y="2507"/>
                      <a:pt x="124" y="2515"/>
                      <a:pt x="168" y="2522"/>
                    </a:cubicBezTo>
                    <a:cubicBezTo>
                      <a:pt x="347" y="2543"/>
                      <a:pt x="489" y="2547"/>
                      <a:pt x="664" y="2500"/>
                    </a:cubicBezTo>
                    <a:cubicBezTo>
                      <a:pt x="707" y="2396"/>
                      <a:pt x="726" y="2322"/>
                      <a:pt x="742" y="2214"/>
                    </a:cubicBezTo>
                    <a:cubicBezTo>
                      <a:pt x="765" y="2083"/>
                      <a:pt x="794" y="1982"/>
                      <a:pt x="872" y="1875"/>
                    </a:cubicBezTo>
                    <a:cubicBezTo>
                      <a:pt x="1032" y="1776"/>
                      <a:pt x="1203" y="1715"/>
                      <a:pt x="1380" y="1654"/>
                    </a:cubicBezTo>
                    <a:cubicBezTo>
                      <a:pt x="2154" y="1378"/>
                      <a:pt x="2154" y="1378"/>
                      <a:pt x="2297" y="1125"/>
                    </a:cubicBezTo>
                    <a:cubicBezTo>
                      <a:pt x="2440" y="772"/>
                      <a:pt x="2485" y="375"/>
                      <a:pt x="2539" y="0"/>
                    </a:cubicBezTo>
                    <a:close/>
                  </a:path>
                </a:pathLst>
              </a:custGeom>
              <a:solidFill>
                <a:srgbClr val="EB58AD"/>
              </a:solidFill>
              <a:ln w="2646" cap="flat">
                <a:noFill/>
              </a:ln>
            </p:spPr>
          </p:sp>
          <p:sp>
            <p:nvSpPr>
              <p:cNvPr id="3801" name="ICON_C_SIGNAL_GRAPHIC_path_034"/>
              <p:cNvSpPr/>
              <p:nvPr/>
            </p:nvSpPr>
            <p:spPr>
              <a:xfrm>
                <a:off x="3499440" y="7491786"/>
                <a:ext cx="24810" cy="41865"/>
              </a:xfrm>
              <a:custGeom>
                <a:avLst/>
                <a:gdLst/>
                <a:ahLst/>
                <a:cxnLst/>
                <a:rect l="0" t="0" r="r" b="b"/>
                <a:pathLst>
                  <a:path w="1954" h="3296" fill="norm" stroke="0">
                    <a:moveTo>
                      <a:pt x="1329" y="96"/>
                    </a:moveTo>
                    <a:cubicBezTo>
                      <a:pt x="1329" y="508"/>
                      <a:pt x="1329" y="921"/>
                      <a:pt x="1329" y="1346"/>
                    </a:cubicBezTo>
                    <a:cubicBezTo>
                      <a:pt x="1535" y="1346"/>
                      <a:pt x="1741" y="1346"/>
                      <a:pt x="1954" y="1346"/>
                    </a:cubicBezTo>
                    <a:cubicBezTo>
                      <a:pt x="1954" y="1896"/>
                      <a:pt x="1954" y="2446"/>
                      <a:pt x="1954" y="3012"/>
                    </a:cubicBezTo>
                    <a:cubicBezTo>
                      <a:pt x="1203" y="3296"/>
                      <a:pt x="1203" y="3296"/>
                      <a:pt x="912" y="3221"/>
                    </a:cubicBezTo>
                    <a:cubicBezTo>
                      <a:pt x="585" y="2928"/>
                      <a:pt x="449" y="2460"/>
                      <a:pt x="315" y="2055"/>
                    </a:cubicBezTo>
                    <a:cubicBezTo>
                      <a:pt x="289" y="1976"/>
                      <a:pt x="261" y="1899"/>
                      <a:pt x="231" y="1822"/>
                    </a:cubicBezTo>
                    <a:cubicBezTo>
                      <a:pt x="109" y="1487"/>
                      <a:pt x="0" y="1152"/>
                      <a:pt x="123" y="803"/>
                    </a:cubicBezTo>
                    <a:cubicBezTo>
                      <a:pt x="186" y="676"/>
                      <a:pt x="256" y="563"/>
                      <a:pt x="339" y="447"/>
                    </a:cubicBezTo>
                    <a:cubicBezTo>
                      <a:pt x="364" y="411"/>
                      <a:pt x="390" y="376"/>
                      <a:pt x="416" y="339"/>
                    </a:cubicBezTo>
                    <a:cubicBezTo>
                      <a:pt x="704" y="0"/>
                      <a:pt x="825" y="96"/>
                      <a:pt x="1329" y="96"/>
                    </a:cubicBezTo>
                    <a:close/>
                  </a:path>
                </a:pathLst>
              </a:custGeom>
              <a:solidFill>
                <a:srgbClr val="E75BAF"/>
              </a:solidFill>
              <a:ln w="2646" cap="flat">
                <a:noFill/>
              </a:ln>
            </p:spPr>
          </p:sp>
          <p:sp>
            <p:nvSpPr>
              <p:cNvPr id="3802" name="ICON_C_SIGNAL_GRAPHIC_path_035"/>
              <p:cNvSpPr/>
              <p:nvPr/>
            </p:nvSpPr>
            <p:spPr>
              <a:xfrm>
                <a:off x="3277391" y="7588250"/>
                <a:ext cx="24609" cy="42333"/>
              </a:xfrm>
              <a:custGeom>
                <a:avLst/>
                <a:gdLst/>
                <a:ahLst/>
                <a:cxnLst/>
                <a:rect l="0" t="0" r="r" b="b"/>
                <a:pathLst>
                  <a:path w="1938" h="3333" fill="norm" stroke="0">
                    <a:moveTo>
                      <a:pt x="896" y="0"/>
                    </a:moveTo>
                    <a:cubicBezTo>
                      <a:pt x="1240" y="69"/>
                      <a:pt x="1584" y="138"/>
                      <a:pt x="1938" y="208"/>
                    </a:cubicBezTo>
                    <a:cubicBezTo>
                      <a:pt x="1938" y="965"/>
                      <a:pt x="1938" y="1721"/>
                      <a:pt x="1938" y="2500"/>
                    </a:cubicBezTo>
                    <a:cubicBezTo>
                      <a:pt x="1731" y="2431"/>
                      <a:pt x="1525" y="2362"/>
                      <a:pt x="1313" y="2292"/>
                    </a:cubicBezTo>
                    <a:cubicBezTo>
                      <a:pt x="1274" y="2070"/>
                      <a:pt x="1274" y="2070"/>
                      <a:pt x="1313" y="1875"/>
                    </a:cubicBezTo>
                    <a:cubicBezTo>
                      <a:pt x="1106" y="1875"/>
                      <a:pt x="900" y="1875"/>
                      <a:pt x="688" y="1875"/>
                    </a:cubicBezTo>
                    <a:cubicBezTo>
                      <a:pt x="695" y="1945"/>
                      <a:pt x="702" y="2016"/>
                      <a:pt x="710" y="2088"/>
                    </a:cubicBezTo>
                    <a:cubicBezTo>
                      <a:pt x="716" y="2182"/>
                      <a:pt x="721" y="2276"/>
                      <a:pt x="727" y="2370"/>
                    </a:cubicBezTo>
                    <a:cubicBezTo>
                      <a:pt x="732" y="2416"/>
                      <a:pt x="737" y="2462"/>
                      <a:pt x="743" y="2510"/>
                    </a:cubicBezTo>
                    <a:cubicBezTo>
                      <a:pt x="750" y="2667"/>
                      <a:pt x="745" y="2769"/>
                      <a:pt x="688" y="2917"/>
                    </a:cubicBezTo>
                    <a:cubicBezTo>
                      <a:pt x="511" y="3097"/>
                      <a:pt x="284" y="3216"/>
                      <a:pt x="63" y="3333"/>
                    </a:cubicBezTo>
                    <a:cubicBezTo>
                      <a:pt x="52" y="3074"/>
                      <a:pt x="45" y="2815"/>
                      <a:pt x="40" y="2555"/>
                    </a:cubicBezTo>
                    <a:cubicBezTo>
                      <a:pt x="38" y="2467"/>
                      <a:pt x="35" y="2379"/>
                      <a:pt x="31" y="2291"/>
                    </a:cubicBezTo>
                    <a:cubicBezTo>
                      <a:pt x="0" y="1512"/>
                      <a:pt x="0" y="1512"/>
                      <a:pt x="149" y="1324"/>
                    </a:cubicBezTo>
                    <a:cubicBezTo>
                      <a:pt x="258" y="1224"/>
                      <a:pt x="258" y="1224"/>
                      <a:pt x="373" y="1135"/>
                    </a:cubicBezTo>
                    <a:cubicBezTo>
                      <a:pt x="566" y="966"/>
                      <a:pt x="630" y="731"/>
                      <a:pt x="714" y="495"/>
                    </a:cubicBezTo>
                    <a:cubicBezTo>
                      <a:pt x="774" y="331"/>
                      <a:pt x="834" y="168"/>
                      <a:pt x="896" y="0"/>
                    </a:cubicBezTo>
                    <a:close/>
                  </a:path>
                </a:pathLst>
              </a:custGeom>
              <a:solidFill>
                <a:srgbClr val="70A6B4"/>
              </a:solidFill>
              <a:ln w="2646" cap="flat">
                <a:noFill/>
              </a:ln>
            </p:spPr>
          </p:sp>
          <p:sp>
            <p:nvSpPr>
              <p:cNvPr id="3803" name="ICON_C_SIGNAL_GRAPHIC_path_036"/>
              <p:cNvSpPr/>
              <p:nvPr/>
            </p:nvSpPr>
            <p:spPr>
              <a:xfrm>
                <a:off x="3108494" y="7453312"/>
                <a:ext cx="26818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2112" h="5000" fill="norm" stroke="0">
                    <a:moveTo>
                      <a:pt x="1487" y="0"/>
                    </a:moveTo>
                    <a:cubicBezTo>
                      <a:pt x="1693" y="0"/>
                      <a:pt x="1899" y="0"/>
                      <a:pt x="2112" y="0"/>
                    </a:cubicBezTo>
                    <a:cubicBezTo>
                      <a:pt x="2112" y="619"/>
                      <a:pt x="2112" y="1237"/>
                      <a:pt x="2112" y="1875"/>
                    </a:cubicBezTo>
                    <a:cubicBezTo>
                      <a:pt x="1905" y="1875"/>
                      <a:pt x="1699" y="1875"/>
                      <a:pt x="1487" y="1875"/>
                    </a:cubicBezTo>
                    <a:cubicBezTo>
                      <a:pt x="1491" y="1963"/>
                      <a:pt x="1496" y="2051"/>
                      <a:pt x="1501" y="2141"/>
                    </a:cubicBezTo>
                    <a:cubicBezTo>
                      <a:pt x="1505" y="2227"/>
                      <a:pt x="1507" y="2312"/>
                      <a:pt x="1510" y="2398"/>
                    </a:cubicBezTo>
                    <a:cubicBezTo>
                      <a:pt x="1512" y="2457"/>
                      <a:pt x="1515" y="2516"/>
                      <a:pt x="1518" y="2575"/>
                    </a:cubicBezTo>
                    <a:cubicBezTo>
                      <a:pt x="1529" y="2765"/>
                      <a:pt x="1535" y="2940"/>
                      <a:pt x="1487" y="3125"/>
                    </a:cubicBezTo>
                    <a:cubicBezTo>
                      <a:pt x="1395" y="3186"/>
                      <a:pt x="1395" y="3186"/>
                      <a:pt x="1282" y="3224"/>
                    </a:cubicBezTo>
                    <a:cubicBezTo>
                      <a:pt x="1168" y="3264"/>
                      <a:pt x="1168" y="3264"/>
                      <a:pt x="1070" y="3333"/>
                    </a:cubicBezTo>
                    <a:cubicBezTo>
                      <a:pt x="991" y="3602"/>
                      <a:pt x="986" y="3885"/>
                      <a:pt x="975" y="4164"/>
                    </a:cubicBezTo>
                    <a:cubicBezTo>
                      <a:pt x="954" y="4630"/>
                      <a:pt x="954" y="4630"/>
                      <a:pt x="862" y="4792"/>
                    </a:cubicBezTo>
                    <a:cubicBezTo>
                      <a:pt x="683" y="4931"/>
                      <a:pt x="456" y="4967"/>
                      <a:pt x="237" y="5000"/>
                    </a:cubicBezTo>
                    <a:cubicBezTo>
                      <a:pt x="62" y="4520"/>
                      <a:pt x="0" y="4114"/>
                      <a:pt x="93" y="3607"/>
                    </a:cubicBezTo>
                    <a:cubicBezTo>
                      <a:pt x="101" y="3562"/>
                      <a:pt x="108" y="3518"/>
                      <a:pt x="115" y="3471"/>
                    </a:cubicBezTo>
                    <a:cubicBezTo>
                      <a:pt x="143" y="3342"/>
                      <a:pt x="171" y="3240"/>
                      <a:pt x="237" y="3125"/>
                    </a:cubicBezTo>
                    <a:cubicBezTo>
                      <a:pt x="335" y="3074"/>
                      <a:pt x="335" y="3074"/>
                      <a:pt x="448" y="3035"/>
                    </a:cubicBezTo>
                    <a:cubicBezTo>
                      <a:pt x="559" y="2991"/>
                      <a:pt x="559" y="2991"/>
                      <a:pt x="653" y="2917"/>
                    </a:cubicBezTo>
                    <a:cubicBezTo>
                      <a:pt x="728" y="2683"/>
                      <a:pt x="741" y="2445"/>
                      <a:pt x="758" y="2200"/>
                    </a:cubicBezTo>
                    <a:cubicBezTo>
                      <a:pt x="806" y="1473"/>
                      <a:pt x="806" y="1473"/>
                      <a:pt x="1068" y="1238"/>
                    </a:cubicBezTo>
                    <a:cubicBezTo>
                      <a:pt x="1105" y="1206"/>
                      <a:pt x="1143" y="1175"/>
                      <a:pt x="1181" y="1143"/>
                    </a:cubicBezTo>
                    <a:cubicBezTo>
                      <a:pt x="1356" y="961"/>
                      <a:pt x="1375" y="738"/>
                      <a:pt x="1409" y="495"/>
                    </a:cubicBezTo>
                    <a:cubicBezTo>
                      <a:pt x="1417" y="447"/>
                      <a:pt x="1425" y="399"/>
                      <a:pt x="1433" y="350"/>
                    </a:cubicBezTo>
                    <a:cubicBezTo>
                      <a:pt x="1452" y="234"/>
                      <a:pt x="1470" y="117"/>
                      <a:pt x="1487" y="0"/>
                    </a:cubicBezTo>
                    <a:close/>
                  </a:path>
                </a:pathLst>
              </a:custGeom>
              <a:solidFill>
                <a:srgbClr val="E65CB0"/>
              </a:solidFill>
              <a:ln w="2646" cap="flat">
                <a:noFill/>
              </a:ln>
            </p:spPr>
          </p:sp>
          <p:sp>
            <p:nvSpPr>
              <p:cNvPr id="3804" name="ICON_C_SIGNAL_GRAPHIC_path_037"/>
              <p:cNvSpPr/>
              <p:nvPr/>
            </p:nvSpPr>
            <p:spPr>
              <a:xfrm>
                <a:off x="4364904" y="7483810"/>
                <a:ext cx="40500" cy="42098"/>
              </a:xfrm>
              <a:custGeom>
                <a:avLst/>
                <a:gdLst/>
                <a:ahLst/>
                <a:cxnLst/>
                <a:rect l="0" t="0" r="r" b="b"/>
                <a:pathLst>
                  <a:path w="3189" h="3315" fill="norm" stroke="0">
                    <a:moveTo>
                      <a:pt x="2310" y="9"/>
                    </a:moveTo>
                    <a:cubicBezTo>
                      <a:pt x="2634" y="65"/>
                      <a:pt x="2806" y="354"/>
                      <a:pt x="2991" y="599"/>
                    </a:cubicBezTo>
                    <a:cubicBezTo>
                      <a:pt x="3189" y="886"/>
                      <a:pt x="3182" y="950"/>
                      <a:pt x="3182" y="1349"/>
                    </a:cubicBezTo>
                    <a:cubicBezTo>
                      <a:pt x="2769" y="1349"/>
                      <a:pt x="2357" y="1349"/>
                      <a:pt x="1932" y="1349"/>
                    </a:cubicBezTo>
                    <a:cubicBezTo>
                      <a:pt x="1945" y="1503"/>
                      <a:pt x="1957" y="1658"/>
                      <a:pt x="1971" y="1817"/>
                    </a:cubicBezTo>
                    <a:cubicBezTo>
                      <a:pt x="1987" y="2338"/>
                      <a:pt x="1837" y="2691"/>
                      <a:pt x="1485" y="3072"/>
                    </a:cubicBezTo>
                    <a:cubicBezTo>
                      <a:pt x="1325" y="3221"/>
                      <a:pt x="1213" y="3289"/>
                      <a:pt x="994" y="3315"/>
                    </a:cubicBezTo>
                    <a:cubicBezTo>
                      <a:pt x="645" y="3263"/>
                      <a:pt x="399" y="3042"/>
                      <a:pt x="174" y="2779"/>
                    </a:cubicBezTo>
                    <a:cubicBezTo>
                      <a:pt x="11" y="2558"/>
                      <a:pt x="0" y="2354"/>
                      <a:pt x="35" y="2088"/>
                    </a:cubicBezTo>
                    <a:cubicBezTo>
                      <a:pt x="42" y="2050"/>
                      <a:pt x="49" y="2013"/>
                      <a:pt x="57" y="1974"/>
                    </a:cubicBezTo>
                    <a:cubicBezTo>
                      <a:pt x="86" y="1973"/>
                      <a:pt x="116" y="1972"/>
                      <a:pt x="146" y="1971"/>
                    </a:cubicBezTo>
                    <a:cubicBezTo>
                      <a:pt x="474" y="1954"/>
                      <a:pt x="808" y="1928"/>
                      <a:pt x="1099" y="1765"/>
                    </a:cubicBezTo>
                    <a:cubicBezTo>
                      <a:pt x="1309" y="1508"/>
                      <a:pt x="1382" y="1166"/>
                      <a:pt x="1474" y="852"/>
                    </a:cubicBezTo>
                    <a:cubicBezTo>
                      <a:pt x="1605" y="444"/>
                      <a:pt x="1827" y="0"/>
                      <a:pt x="2310" y="9"/>
                    </a:cubicBezTo>
                    <a:close/>
                  </a:path>
                </a:pathLst>
              </a:custGeom>
              <a:solidFill>
                <a:srgbClr val="E160B3"/>
              </a:solidFill>
              <a:ln w="2646" cap="flat">
                <a:noFill/>
              </a:ln>
            </p:spPr>
          </p:sp>
          <p:sp>
            <p:nvSpPr>
              <p:cNvPr id="3805" name="ICON_C_SIGNAL_GRAPHIC_path_038"/>
              <p:cNvSpPr/>
              <p:nvPr/>
            </p:nvSpPr>
            <p:spPr>
              <a:xfrm>
                <a:off x="3061229" y="7483795"/>
                <a:ext cx="26458" cy="48892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3850" fill="norm" stroke="0">
                    <a:moveTo>
                      <a:pt x="2083" y="100"/>
                    </a:moveTo>
                    <a:cubicBezTo>
                      <a:pt x="2083" y="512"/>
                      <a:pt x="2083" y="925"/>
                      <a:pt x="2083" y="1350"/>
                    </a:cubicBezTo>
                    <a:cubicBezTo>
                      <a:pt x="1877" y="1350"/>
                      <a:pt x="1671" y="1350"/>
                      <a:pt x="1458" y="1350"/>
                    </a:cubicBezTo>
                    <a:cubicBezTo>
                      <a:pt x="1458" y="2175"/>
                      <a:pt x="1458" y="3000"/>
                      <a:pt x="1458" y="3850"/>
                    </a:cubicBezTo>
                    <a:cubicBezTo>
                      <a:pt x="833" y="3850"/>
                      <a:pt x="833" y="3850"/>
                      <a:pt x="679" y="3745"/>
                    </a:cubicBezTo>
                    <a:cubicBezTo>
                      <a:pt x="625" y="3675"/>
                      <a:pt x="625" y="3675"/>
                      <a:pt x="575" y="3598"/>
                    </a:cubicBezTo>
                    <a:cubicBezTo>
                      <a:pt x="566" y="3585"/>
                      <a:pt x="566" y="3585"/>
                      <a:pt x="519" y="3519"/>
                    </a:cubicBezTo>
                    <a:cubicBezTo>
                      <a:pt x="481" y="3463"/>
                      <a:pt x="443" y="3407"/>
                      <a:pt x="407" y="3350"/>
                    </a:cubicBezTo>
                    <a:cubicBezTo>
                      <a:pt x="351" y="3263"/>
                      <a:pt x="291" y="3182"/>
                      <a:pt x="229" y="3099"/>
                    </a:cubicBezTo>
                    <a:cubicBezTo>
                      <a:pt x="121" y="2943"/>
                      <a:pt x="20" y="2793"/>
                      <a:pt x="0" y="2600"/>
                    </a:cubicBezTo>
                    <a:cubicBezTo>
                      <a:pt x="54" y="2350"/>
                      <a:pt x="215" y="2129"/>
                      <a:pt x="417" y="1975"/>
                    </a:cubicBezTo>
                    <a:cubicBezTo>
                      <a:pt x="569" y="1926"/>
                      <a:pt x="681" y="1931"/>
                      <a:pt x="833" y="1975"/>
                    </a:cubicBezTo>
                    <a:cubicBezTo>
                      <a:pt x="830" y="1947"/>
                      <a:pt x="827" y="1920"/>
                      <a:pt x="823" y="1892"/>
                    </a:cubicBezTo>
                    <a:cubicBezTo>
                      <a:pt x="767" y="1345"/>
                      <a:pt x="774" y="909"/>
                      <a:pt x="1107" y="451"/>
                    </a:cubicBezTo>
                    <a:cubicBezTo>
                      <a:pt x="1131" y="416"/>
                      <a:pt x="1156" y="380"/>
                      <a:pt x="1181" y="343"/>
                    </a:cubicBezTo>
                    <a:cubicBezTo>
                      <a:pt x="1460" y="0"/>
                      <a:pt x="1581" y="100"/>
                      <a:pt x="2083" y="100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806" name="ICON_C_SIGNAL_GRAPHIC_path_039"/>
              <p:cNvSpPr/>
              <p:nvPr/>
            </p:nvSpPr>
            <p:spPr>
              <a:xfrm>
                <a:off x="3476307" y="7453312"/>
                <a:ext cx="16193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1275" h="2500" fill="norm" stroke="0">
                    <a:moveTo>
                      <a:pt x="233" y="0"/>
                    </a:moveTo>
                    <a:cubicBezTo>
                      <a:pt x="577" y="69"/>
                      <a:pt x="921" y="138"/>
                      <a:pt x="1275" y="208"/>
                    </a:cubicBezTo>
                    <a:cubicBezTo>
                      <a:pt x="1275" y="965"/>
                      <a:pt x="1275" y="1721"/>
                      <a:pt x="1275" y="2500"/>
                    </a:cubicBezTo>
                    <a:cubicBezTo>
                      <a:pt x="863" y="2500"/>
                      <a:pt x="450" y="2500"/>
                      <a:pt x="25" y="2500"/>
                    </a:cubicBezTo>
                    <a:cubicBezTo>
                      <a:pt x="21" y="2205"/>
                      <a:pt x="16" y="1910"/>
                      <a:pt x="14" y="1615"/>
                    </a:cubicBezTo>
                    <a:cubicBezTo>
                      <a:pt x="13" y="1478"/>
                      <a:pt x="12" y="1340"/>
                      <a:pt x="9" y="1203"/>
                    </a:cubicBezTo>
                    <a:cubicBezTo>
                      <a:pt x="7" y="1045"/>
                      <a:pt x="6" y="888"/>
                      <a:pt x="5" y="730"/>
                    </a:cubicBezTo>
                    <a:cubicBezTo>
                      <a:pt x="4" y="681"/>
                      <a:pt x="2" y="632"/>
                      <a:pt x="1" y="581"/>
                    </a:cubicBezTo>
                    <a:cubicBezTo>
                      <a:pt x="1" y="535"/>
                      <a:pt x="1" y="490"/>
                      <a:pt x="1" y="442"/>
                    </a:cubicBezTo>
                    <a:cubicBezTo>
                      <a:pt x="1" y="402"/>
                      <a:pt x="0" y="362"/>
                      <a:pt x="0" y="320"/>
                    </a:cubicBezTo>
                    <a:cubicBezTo>
                      <a:pt x="25" y="208"/>
                      <a:pt x="25" y="208"/>
                      <a:pt x="233" y="0"/>
                    </a:cubicBezTo>
                    <a:close/>
                  </a:path>
                </a:pathLst>
              </a:custGeom>
              <a:solidFill>
                <a:srgbClr val="AC8FD3"/>
              </a:solidFill>
              <a:ln w="2646" cap="flat">
                <a:noFill/>
              </a:ln>
            </p:spPr>
          </p:sp>
          <p:sp>
            <p:nvSpPr>
              <p:cNvPr id="3807" name="ICON_C_SIGNAL_GRAPHIC_path_040"/>
              <p:cNvSpPr/>
              <p:nvPr/>
            </p:nvSpPr>
            <p:spPr>
              <a:xfrm>
                <a:off x="4619625" y="7612062"/>
                <a:ext cx="24786" cy="24299"/>
              </a:xfrm>
              <a:custGeom>
                <a:avLst/>
                <a:gdLst/>
                <a:ahLst/>
                <a:cxnLst/>
                <a:rect l="0" t="0" r="r" b="b"/>
                <a:pathLst>
                  <a:path w="1952" h="1913" fill="norm" stroke="0">
                    <a:moveTo>
                      <a:pt x="0" y="0"/>
                    </a:moveTo>
                    <a:cubicBezTo>
                      <a:pt x="550" y="0"/>
                      <a:pt x="1100" y="0"/>
                      <a:pt x="1667" y="0"/>
                    </a:cubicBezTo>
                    <a:cubicBezTo>
                      <a:pt x="1952" y="855"/>
                      <a:pt x="1952" y="855"/>
                      <a:pt x="1820" y="1176"/>
                    </a:cubicBezTo>
                    <a:cubicBezTo>
                      <a:pt x="1629" y="1480"/>
                      <a:pt x="1377" y="1738"/>
                      <a:pt x="1042" y="1875"/>
                    </a:cubicBezTo>
                    <a:cubicBezTo>
                      <a:pt x="663" y="1913"/>
                      <a:pt x="361" y="1787"/>
                      <a:pt x="0" y="1667"/>
                    </a:cubicBezTo>
                    <a:cubicBezTo>
                      <a:pt x="0" y="1117"/>
                      <a:pt x="0" y="567"/>
                      <a:pt x="0" y="0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808" name="ICON_C_SIGNAL_GRAPHIC_path_041"/>
              <p:cNvSpPr/>
              <p:nvPr/>
            </p:nvSpPr>
            <p:spPr>
              <a:xfrm>
                <a:off x="3309234" y="7612062"/>
                <a:ext cx="17732" cy="39918"/>
              </a:xfrm>
              <a:custGeom>
                <a:avLst/>
                <a:gdLst/>
                <a:ahLst/>
                <a:cxnLst/>
                <a:rect l="0" t="0" r="r" b="b"/>
                <a:pathLst>
                  <a:path w="1396" h="3143" fill="norm" stroke="0">
                    <a:moveTo>
                      <a:pt x="680" y="0"/>
                    </a:moveTo>
                    <a:cubicBezTo>
                      <a:pt x="1126" y="80"/>
                      <a:pt x="1126" y="80"/>
                      <a:pt x="1305" y="208"/>
                    </a:cubicBezTo>
                    <a:cubicBezTo>
                      <a:pt x="1396" y="409"/>
                      <a:pt x="1379" y="606"/>
                      <a:pt x="1366" y="821"/>
                    </a:cubicBezTo>
                    <a:cubicBezTo>
                      <a:pt x="1365" y="881"/>
                      <a:pt x="1364" y="942"/>
                      <a:pt x="1364" y="1003"/>
                    </a:cubicBezTo>
                    <a:cubicBezTo>
                      <a:pt x="1361" y="1161"/>
                      <a:pt x="1355" y="1320"/>
                      <a:pt x="1348" y="1478"/>
                    </a:cubicBezTo>
                    <a:cubicBezTo>
                      <a:pt x="1342" y="1640"/>
                      <a:pt x="1339" y="1802"/>
                      <a:pt x="1336" y="1964"/>
                    </a:cubicBezTo>
                    <a:cubicBezTo>
                      <a:pt x="1329" y="2282"/>
                      <a:pt x="1319" y="2599"/>
                      <a:pt x="1305" y="2917"/>
                    </a:cubicBezTo>
                    <a:cubicBezTo>
                      <a:pt x="1136" y="2958"/>
                      <a:pt x="967" y="2996"/>
                      <a:pt x="797" y="3034"/>
                    </a:cubicBezTo>
                    <a:cubicBezTo>
                      <a:pt x="750" y="3046"/>
                      <a:pt x="702" y="3057"/>
                      <a:pt x="652" y="3069"/>
                    </a:cubicBezTo>
                    <a:cubicBezTo>
                      <a:pt x="312" y="3143"/>
                      <a:pt x="312" y="3143"/>
                      <a:pt x="185" y="3096"/>
                    </a:cubicBezTo>
                    <a:cubicBezTo>
                      <a:pt x="75" y="3001"/>
                      <a:pt x="53" y="2904"/>
                      <a:pt x="25" y="2766"/>
                    </a:cubicBezTo>
                    <a:cubicBezTo>
                      <a:pt x="22" y="2708"/>
                      <a:pt x="21" y="2650"/>
                      <a:pt x="20" y="2592"/>
                    </a:cubicBezTo>
                    <a:cubicBezTo>
                      <a:pt x="20" y="2561"/>
                      <a:pt x="19" y="2530"/>
                      <a:pt x="18" y="2498"/>
                    </a:cubicBezTo>
                    <a:cubicBezTo>
                      <a:pt x="17" y="2432"/>
                      <a:pt x="17" y="2366"/>
                      <a:pt x="17" y="2301"/>
                    </a:cubicBezTo>
                    <a:cubicBezTo>
                      <a:pt x="16" y="2201"/>
                      <a:pt x="12" y="2102"/>
                      <a:pt x="9" y="2003"/>
                    </a:cubicBezTo>
                    <a:cubicBezTo>
                      <a:pt x="0" y="1531"/>
                      <a:pt x="0" y="1531"/>
                      <a:pt x="146" y="1338"/>
                    </a:cubicBezTo>
                    <a:cubicBezTo>
                      <a:pt x="220" y="1272"/>
                      <a:pt x="296" y="1206"/>
                      <a:pt x="372" y="1143"/>
                    </a:cubicBezTo>
                    <a:cubicBezTo>
                      <a:pt x="551" y="962"/>
                      <a:pt x="568" y="739"/>
                      <a:pt x="602" y="495"/>
                    </a:cubicBezTo>
                    <a:cubicBezTo>
                      <a:pt x="610" y="447"/>
                      <a:pt x="618" y="399"/>
                      <a:pt x="627" y="350"/>
                    </a:cubicBezTo>
                    <a:cubicBezTo>
                      <a:pt x="646" y="233"/>
                      <a:pt x="664" y="117"/>
                      <a:pt x="680" y="0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809" name="ICON_C_SIGNAL_GRAPHIC_path_042"/>
              <p:cNvSpPr/>
              <p:nvPr/>
            </p:nvSpPr>
            <p:spPr>
              <a:xfrm>
                <a:off x="4492448" y="7445375"/>
                <a:ext cx="24715" cy="40529"/>
              </a:xfrm>
              <a:custGeom>
                <a:avLst/>
                <a:gdLst/>
                <a:ahLst/>
                <a:cxnLst/>
                <a:rect l="0" t="0" r="r" b="b"/>
                <a:pathLst>
                  <a:path w="1946" h="3191" fill="norm" stroke="0">
                    <a:moveTo>
                      <a:pt x="639" y="0"/>
                    </a:moveTo>
                    <a:cubicBezTo>
                      <a:pt x="845" y="0"/>
                      <a:pt x="1051" y="0"/>
                      <a:pt x="1264" y="0"/>
                    </a:cubicBezTo>
                    <a:cubicBezTo>
                      <a:pt x="1269" y="36"/>
                      <a:pt x="1269" y="36"/>
                      <a:pt x="1295" y="221"/>
                    </a:cubicBezTo>
                    <a:cubicBezTo>
                      <a:pt x="1310" y="316"/>
                      <a:pt x="1326" y="412"/>
                      <a:pt x="1342" y="508"/>
                    </a:cubicBezTo>
                    <a:cubicBezTo>
                      <a:pt x="1349" y="556"/>
                      <a:pt x="1355" y="604"/>
                      <a:pt x="1362" y="653"/>
                    </a:cubicBezTo>
                    <a:cubicBezTo>
                      <a:pt x="1386" y="794"/>
                      <a:pt x="1411" y="912"/>
                      <a:pt x="1472" y="1042"/>
                    </a:cubicBezTo>
                    <a:cubicBezTo>
                      <a:pt x="1577" y="1115"/>
                      <a:pt x="1678" y="1157"/>
                      <a:pt x="1797" y="1203"/>
                    </a:cubicBezTo>
                    <a:cubicBezTo>
                      <a:pt x="1889" y="1250"/>
                      <a:pt x="1889" y="1250"/>
                      <a:pt x="1930" y="1320"/>
                    </a:cubicBezTo>
                    <a:cubicBezTo>
                      <a:pt x="1945" y="1405"/>
                      <a:pt x="1946" y="1477"/>
                      <a:pt x="1941" y="1562"/>
                    </a:cubicBezTo>
                    <a:cubicBezTo>
                      <a:pt x="1943" y="1590"/>
                      <a:pt x="1944" y="1617"/>
                      <a:pt x="1946" y="1645"/>
                    </a:cubicBezTo>
                    <a:cubicBezTo>
                      <a:pt x="1944" y="1739"/>
                      <a:pt x="1936" y="1793"/>
                      <a:pt x="1889" y="1875"/>
                    </a:cubicBezTo>
                    <a:cubicBezTo>
                      <a:pt x="1800" y="1922"/>
                      <a:pt x="1800" y="1922"/>
                      <a:pt x="1690" y="1965"/>
                    </a:cubicBezTo>
                    <a:cubicBezTo>
                      <a:pt x="1547" y="2027"/>
                      <a:pt x="1485" y="2061"/>
                      <a:pt x="1406" y="2197"/>
                    </a:cubicBezTo>
                    <a:cubicBezTo>
                      <a:pt x="1335" y="2384"/>
                      <a:pt x="1277" y="2573"/>
                      <a:pt x="1220" y="2765"/>
                    </a:cubicBezTo>
                    <a:cubicBezTo>
                      <a:pt x="1175" y="2898"/>
                      <a:pt x="1135" y="3009"/>
                      <a:pt x="1056" y="3125"/>
                    </a:cubicBezTo>
                    <a:cubicBezTo>
                      <a:pt x="906" y="3191"/>
                      <a:pt x="793" y="3174"/>
                      <a:pt x="639" y="3125"/>
                    </a:cubicBezTo>
                    <a:cubicBezTo>
                      <a:pt x="501" y="3052"/>
                      <a:pt x="397" y="2962"/>
                      <a:pt x="287" y="2852"/>
                    </a:cubicBezTo>
                    <a:cubicBezTo>
                      <a:pt x="260" y="2824"/>
                      <a:pt x="232" y="2796"/>
                      <a:pt x="203" y="2768"/>
                    </a:cubicBezTo>
                    <a:cubicBezTo>
                      <a:pt x="103" y="2655"/>
                      <a:pt x="23" y="2561"/>
                      <a:pt x="0" y="2409"/>
                    </a:cubicBezTo>
                    <a:cubicBezTo>
                      <a:pt x="6" y="2315"/>
                      <a:pt x="23" y="2238"/>
                      <a:pt x="53" y="2148"/>
                    </a:cubicBezTo>
                    <a:cubicBezTo>
                      <a:pt x="62" y="2121"/>
                      <a:pt x="71" y="2094"/>
                      <a:pt x="80" y="2066"/>
                    </a:cubicBezTo>
                    <a:cubicBezTo>
                      <a:pt x="114" y="1990"/>
                      <a:pt x="114" y="1990"/>
                      <a:pt x="222" y="1875"/>
                    </a:cubicBezTo>
                    <a:cubicBezTo>
                      <a:pt x="360" y="1875"/>
                      <a:pt x="497" y="1875"/>
                      <a:pt x="639" y="1875"/>
                    </a:cubicBezTo>
                    <a:cubicBezTo>
                      <a:pt x="639" y="1256"/>
                      <a:pt x="639" y="638"/>
                      <a:pt x="639" y="0"/>
                    </a:cubicBezTo>
                    <a:close/>
                  </a:path>
                </a:pathLst>
              </a:custGeom>
              <a:solidFill>
                <a:srgbClr val="E35DB1"/>
              </a:solidFill>
              <a:ln w="2646" cap="flat">
                <a:noFill/>
              </a:ln>
            </p:spPr>
          </p:sp>
          <p:sp>
            <p:nvSpPr>
              <p:cNvPr id="3810" name="ICON_C_SIGNAL_GRAPHIC_path_043"/>
              <p:cNvSpPr/>
              <p:nvPr/>
            </p:nvSpPr>
            <p:spPr>
              <a:xfrm>
                <a:off x="3658555" y="7452400"/>
                <a:ext cx="17071" cy="40600"/>
              </a:xfrm>
              <a:custGeom>
                <a:avLst/>
                <a:gdLst/>
                <a:ahLst/>
                <a:cxnLst/>
                <a:rect l="0" t="0" r="r" b="b"/>
                <a:pathLst>
                  <a:path w="1344" h="3197" fill="norm" stroke="0">
                    <a:moveTo>
                      <a:pt x="50" y="72"/>
                    </a:moveTo>
                    <a:cubicBezTo>
                      <a:pt x="478" y="0"/>
                      <a:pt x="478" y="0"/>
                      <a:pt x="675" y="72"/>
                    </a:cubicBezTo>
                    <a:cubicBezTo>
                      <a:pt x="816" y="256"/>
                      <a:pt x="858" y="461"/>
                      <a:pt x="909" y="684"/>
                    </a:cubicBezTo>
                    <a:cubicBezTo>
                      <a:pt x="932" y="771"/>
                      <a:pt x="955" y="858"/>
                      <a:pt x="979" y="945"/>
                    </a:cubicBezTo>
                    <a:cubicBezTo>
                      <a:pt x="994" y="999"/>
                      <a:pt x="1008" y="1053"/>
                      <a:pt x="1020" y="1108"/>
                    </a:cubicBezTo>
                    <a:cubicBezTo>
                      <a:pt x="1057" y="1252"/>
                      <a:pt x="1088" y="1319"/>
                      <a:pt x="1200" y="1420"/>
                    </a:cubicBezTo>
                    <a:cubicBezTo>
                      <a:pt x="1344" y="1579"/>
                      <a:pt x="1326" y="1708"/>
                      <a:pt x="1320" y="1915"/>
                    </a:cubicBezTo>
                    <a:cubicBezTo>
                      <a:pt x="1320" y="1952"/>
                      <a:pt x="1320" y="1989"/>
                      <a:pt x="1319" y="2026"/>
                    </a:cubicBezTo>
                    <a:cubicBezTo>
                      <a:pt x="1318" y="2143"/>
                      <a:pt x="1315" y="2260"/>
                      <a:pt x="1313" y="2376"/>
                    </a:cubicBezTo>
                    <a:cubicBezTo>
                      <a:pt x="1312" y="2456"/>
                      <a:pt x="1311" y="2535"/>
                      <a:pt x="1310" y="2615"/>
                    </a:cubicBezTo>
                    <a:cubicBezTo>
                      <a:pt x="1308" y="2809"/>
                      <a:pt x="1304" y="3003"/>
                      <a:pt x="1300" y="3197"/>
                    </a:cubicBezTo>
                    <a:cubicBezTo>
                      <a:pt x="1169" y="3137"/>
                      <a:pt x="1039" y="3076"/>
                      <a:pt x="909" y="3015"/>
                    </a:cubicBezTo>
                    <a:cubicBezTo>
                      <a:pt x="873" y="2998"/>
                      <a:pt x="837" y="2982"/>
                      <a:pt x="799" y="2965"/>
                    </a:cubicBezTo>
                    <a:cubicBezTo>
                      <a:pt x="684" y="2909"/>
                      <a:pt x="576" y="2847"/>
                      <a:pt x="466" y="2780"/>
                    </a:cubicBezTo>
                    <a:cubicBezTo>
                      <a:pt x="427" y="2758"/>
                      <a:pt x="388" y="2736"/>
                      <a:pt x="347" y="2714"/>
                    </a:cubicBezTo>
                    <a:cubicBezTo>
                      <a:pt x="164" y="2581"/>
                      <a:pt x="69" y="2469"/>
                      <a:pt x="29" y="2248"/>
                    </a:cubicBezTo>
                    <a:cubicBezTo>
                      <a:pt x="0" y="1923"/>
                      <a:pt x="10" y="1598"/>
                      <a:pt x="21" y="1272"/>
                    </a:cubicBezTo>
                    <a:cubicBezTo>
                      <a:pt x="25" y="1137"/>
                      <a:pt x="27" y="1002"/>
                      <a:pt x="29" y="866"/>
                    </a:cubicBezTo>
                    <a:cubicBezTo>
                      <a:pt x="34" y="601"/>
                      <a:pt x="41" y="337"/>
                      <a:pt x="50" y="72"/>
                    </a:cubicBezTo>
                    <a:close/>
                  </a:path>
                </a:pathLst>
              </a:custGeom>
              <a:solidFill>
                <a:srgbClr val="E75BAF"/>
              </a:solidFill>
              <a:ln w="2646" cap="flat">
                <a:noFill/>
              </a:ln>
            </p:spPr>
          </p:sp>
          <p:sp>
            <p:nvSpPr>
              <p:cNvPr id="3811" name="ICON_C_SIGNAL_GRAPHIC_path_044"/>
              <p:cNvSpPr/>
              <p:nvPr/>
            </p:nvSpPr>
            <p:spPr>
              <a:xfrm>
                <a:off x="2952750" y="7556500"/>
                <a:ext cx="8361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658" h="4375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30" y="509"/>
                      <a:pt x="634" y="1018"/>
                      <a:pt x="636" y="1527"/>
                    </a:cubicBezTo>
                    <a:cubicBezTo>
                      <a:pt x="637" y="1763"/>
                      <a:pt x="638" y="1999"/>
                      <a:pt x="641" y="2236"/>
                    </a:cubicBezTo>
                    <a:cubicBezTo>
                      <a:pt x="643" y="2464"/>
                      <a:pt x="644" y="2692"/>
                      <a:pt x="645" y="2921"/>
                    </a:cubicBezTo>
                    <a:cubicBezTo>
                      <a:pt x="645" y="3008"/>
                      <a:pt x="646" y="3094"/>
                      <a:pt x="647" y="3181"/>
                    </a:cubicBezTo>
                    <a:cubicBezTo>
                      <a:pt x="658" y="4091"/>
                      <a:pt x="658" y="4091"/>
                      <a:pt x="417" y="4375"/>
                    </a:cubicBezTo>
                    <a:cubicBezTo>
                      <a:pt x="279" y="4375"/>
                      <a:pt x="142" y="4375"/>
                      <a:pt x="0" y="4375"/>
                    </a:cubicBezTo>
                    <a:cubicBezTo>
                      <a:pt x="0" y="2931"/>
                      <a:pt x="0" y="1487"/>
                      <a:pt x="0" y="0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812" name="ICON_C_SIGNAL_GRAPHIC_path_045"/>
              <p:cNvSpPr/>
              <p:nvPr/>
            </p:nvSpPr>
            <p:spPr>
              <a:xfrm>
                <a:off x="2968624" y="7508355"/>
                <a:ext cx="25315" cy="25157"/>
              </a:xfrm>
              <a:custGeom>
                <a:avLst/>
                <a:gdLst/>
                <a:ahLst/>
                <a:cxnLst/>
                <a:rect l="0" t="0" r="r" b="b"/>
                <a:pathLst>
                  <a:path w="1993" h="1981" fill="norm" stroke="0">
                    <a:moveTo>
                      <a:pt x="1324" y="7"/>
                    </a:moveTo>
                    <a:cubicBezTo>
                      <a:pt x="1411" y="0"/>
                      <a:pt x="1489" y="4"/>
                      <a:pt x="1576" y="15"/>
                    </a:cubicBezTo>
                    <a:cubicBezTo>
                      <a:pt x="1604" y="17"/>
                      <a:pt x="1633" y="19"/>
                      <a:pt x="1663" y="21"/>
                    </a:cubicBezTo>
                    <a:cubicBezTo>
                      <a:pt x="1734" y="25"/>
                      <a:pt x="1805" y="33"/>
                      <a:pt x="1875" y="41"/>
                    </a:cubicBezTo>
                    <a:cubicBezTo>
                      <a:pt x="1947" y="492"/>
                      <a:pt x="1993" y="944"/>
                      <a:pt x="1726" y="1337"/>
                    </a:cubicBezTo>
                    <a:cubicBezTo>
                      <a:pt x="1459" y="1660"/>
                      <a:pt x="1183" y="1919"/>
                      <a:pt x="754" y="1967"/>
                    </a:cubicBezTo>
                    <a:cubicBezTo>
                      <a:pt x="494" y="1981"/>
                      <a:pt x="266" y="1945"/>
                      <a:pt x="0" y="1916"/>
                    </a:cubicBezTo>
                    <a:cubicBezTo>
                      <a:pt x="0" y="1504"/>
                      <a:pt x="0" y="1091"/>
                      <a:pt x="0" y="666"/>
                    </a:cubicBezTo>
                    <a:cubicBezTo>
                      <a:pt x="508" y="588"/>
                      <a:pt x="508" y="588"/>
                      <a:pt x="667" y="566"/>
                    </a:cubicBezTo>
                    <a:cubicBezTo>
                      <a:pt x="802" y="542"/>
                      <a:pt x="917" y="517"/>
                      <a:pt x="1042" y="458"/>
                    </a:cubicBezTo>
                    <a:cubicBezTo>
                      <a:pt x="1114" y="352"/>
                      <a:pt x="1156" y="250"/>
                      <a:pt x="1202" y="131"/>
                    </a:cubicBezTo>
                    <a:cubicBezTo>
                      <a:pt x="1250" y="41"/>
                      <a:pt x="1250" y="41"/>
                      <a:pt x="1324" y="7"/>
                    </a:cubicBezTo>
                    <a:close/>
                  </a:path>
                </a:pathLst>
              </a:custGeom>
              <a:solidFill>
                <a:srgbClr val="D569B9"/>
              </a:solidFill>
              <a:ln w="2646" cap="flat">
                <a:noFill/>
              </a:ln>
            </p:spPr>
          </p:sp>
          <p:sp>
            <p:nvSpPr>
              <p:cNvPr id="3813" name="ICON_C_SIGNAL_GRAPHIC_path_046"/>
              <p:cNvSpPr/>
              <p:nvPr/>
            </p:nvSpPr>
            <p:spPr>
              <a:xfrm>
                <a:off x="3799251" y="7453255"/>
                <a:ext cx="18685" cy="32385"/>
              </a:xfrm>
              <a:custGeom>
                <a:avLst/>
                <a:gdLst/>
                <a:ahLst/>
                <a:cxnLst/>
                <a:rect l="0" t="0" r="r" b="b"/>
                <a:pathLst>
                  <a:path w="1471" h="2550" fill="norm" stroke="0">
                    <a:moveTo>
                      <a:pt x="549" y="0"/>
                    </a:moveTo>
                    <a:cubicBezTo>
                      <a:pt x="591" y="10"/>
                      <a:pt x="634" y="20"/>
                      <a:pt x="678" y="30"/>
                    </a:cubicBezTo>
                    <a:cubicBezTo>
                      <a:pt x="701" y="35"/>
                      <a:pt x="701" y="35"/>
                      <a:pt x="818" y="60"/>
                    </a:cubicBezTo>
                    <a:cubicBezTo>
                      <a:pt x="866" y="72"/>
                      <a:pt x="914" y="84"/>
                      <a:pt x="964" y="96"/>
                    </a:cubicBezTo>
                    <a:cubicBezTo>
                      <a:pt x="1012" y="106"/>
                      <a:pt x="1061" y="117"/>
                      <a:pt x="1111" y="129"/>
                    </a:cubicBezTo>
                    <a:cubicBezTo>
                      <a:pt x="1232" y="156"/>
                      <a:pt x="1351" y="184"/>
                      <a:pt x="1471" y="213"/>
                    </a:cubicBezTo>
                    <a:cubicBezTo>
                      <a:pt x="1400" y="801"/>
                      <a:pt x="1260" y="1327"/>
                      <a:pt x="1004" y="1860"/>
                    </a:cubicBezTo>
                    <a:cubicBezTo>
                      <a:pt x="977" y="1916"/>
                      <a:pt x="951" y="1973"/>
                      <a:pt x="925" y="2030"/>
                    </a:cubicBezTo>
                    <a:cubicBezTo>
                      <a:pt x="845" y="2203"/>
                      <a:pt x="766" y="2361"/>
                      <a:pt x="638" y="2505"/>
                    </a:cubicBezTo>
                    <a:cubicBezTo>
                      <a:pt x="489" y="2550"/>
                      <a:pt x="371" y="2542"/>
                      <a:pt x="221" y="2505"/>
                    </a:cubicBezTo>
                    <a:cubicBezTo>
                      <a:pt x="0" y="1956"/>
                      <a:pt x="8" y="1477"/>
                      <a:pt x="91" y="903"/>
                    </a:cubicBezTo>
                    <a:cubicBezTo>
                      <a:pt x="96" y="870"/>
                      <a:pt x="100" y="838"/>
                      <a:pt x="105" y="804"/>
                    </a:cubicBezTo>
                    <a:cubicBezTo>
                      <a:pt x="118" y="710"/>
                      <a:pt x="133" y="617"/>
                      <a:pt x="148" y="523"/>
                    </a:cubicBezTo>
                    <a:cubicBezTo>
                      <a:pt x="152" y="495"/>
                      <a:pt x="156" y="466"/>
                      <a:pt x="161" y="438"/>
                    </a:cubicBezTo>
                    <a:cubicBezTo>
                      <a:pt x="202" y="209"/>
                      <a:pt x="295" y="10"/>
                      <a:pt x="549" y="0"/>
                    </a:cubicBezTo>
                    <a:close/>
                  </a:path>
                </a:pathLst>
              </a:custGeom>
              <a:solidFill>
                <a:srgbClr val="DC63B5"/>
              </a:solidFill>
              <a:ln w="2646" cap="flat">
                <a:noFill/>
              </a:ln>
            </p:spPr>
          </p:sp>
          <p:sp>
            <p:nvSpPr>
              <p:cNvPr id="3814" name="ICON_C_SIGNAL_GRAPHIC_path_047"/>
              <p:cNvSpPr/>
              <p:nvPr/>
            </p:nvSpPr>
            <p:spPr>
              <a:xfrm>
                <a:off x="3452812" y="7485062"/>
                <a:ext cx="24622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1939" h="3125" fill="norm" stroke="0">
                    <a:moveTo>
                      <a:pt x="1250" y="0"/>
                    </a:moveTo>
                    <a:cubicBezTo>
                      <a:pt x="1456" y="0"/>
                      <a:pt x="1663" y="0"/>
                      <a:pt x="1875" y="0"/>
                    </a:cubicBezTo>
                    <a:cubicBezTo>
                      <a:pt x="1892" y="170"/>
                      <a:pt x="1904" y="338"/>
                      <a:pt x="1914" y="508"/>
                    </a:cubicBezTo>
                    <a:cubicBezTo>
                      <a:pt x="1917" y="532"/>
                      <a:pt x="1917" y="532"/>
                      <a:pt x="1930" y="653"/>
                    </a:cubicBezTo>
                    <a:cubicBezTo>
                      <a:pt x="1936" y="804"/>
                      <a:pt x="1939" y="904"/>
                      <a:pt x="1875" y="1042"/>
                    </a:cubicBezTo>
                    <a:cubicBezTo>
                      <a:pt x="1767" y="1080"/>
                      <a:pt x="1674" y="1105"/>
                      <a:pt x="1562" y="1126"/>
                    </a:cubicBezTo>
                    <a:cubicBezTo>
                      <a:pt x="1445" y="1151"/>
                      <a:pt x="1346" y="1176"/>
                      <a:pt x="1250" y="1250"/>
                    </a:cubicBezTo>
                    <a:cubicBezTo>
                      <a:pt x="1138" y="1506"/>
                      <a:pt x="1192" y="1825"/>
                      <a:pt x="1211" y="2096"/>
                    </a:cubicBezTo>
                    <a:cubicBezTo>
                      <a:pt x="1214" y="2176"/>
                      <a:pt x="1217" y="2255"/>
                      <a:pt x="1220" y="2334"/>
                    </a:cubicBezTo>
                    <a:cubicBezTo>
                      <a:pt x="1226" y="2529"/>
                      <a:pt x="1238" y="2722"/>
                      <a:pt x="1250" y="2917"/>
                    </a:cubicBezTo>
                    <a:cubicBezTo>
                      <a:pt x="906" y="2985"/>
                      <a:pt x="562" y="3054"/>
                      <a:pt x="208" y="3125"/>
                    </a:cubicBezTo>
                    <a:cubicBezTo>
                      <a:pt x="140" y="2919"/>
                      <a:pt x="71" y="2712"/>
                      <a:pt x="0" y="2500"/>
                    </a:cubicBezTo>
                    <a:cubicBezTo>
                      <a:pt x="67" y="2476"/>
                      <a:pt x="133" y="2453"/>
                      <a:pt x="202" y="2428"/>
                    </a:cubicBezTo>
                    <a:cubicBezTo>
                      <a:pt x="340" y="2359"/>
                      <a:pt x="403" y="2324"/>
                      <a:pt x="464" y="2180"/>
                    </a:cubicBezTo>
                    <a:cubicBezTo>
                      <a:pt x="490" y="2044"/>
                      <a:pt x="507" y="1909"/>
                      <a:pt x="521" y="1771"/>
                    </a:cubicBezTo>
                    <a:cubicBezTo>
                      <a:pt x="556" y="1413"/>
                      <a:pt x="556" y="1413"/>
                      <a:pt x="625" y="1250"/>
                    </a:cubicBezTo>
                    <a:cubicBezTo>
                      <a:pt x="720" y="1190"/>
                      <a:pt x="720" y="1190"/>
                      <a:pt x="832" y="1147"/>
                    </a:cubicBezTo>
                    <a:cubicBezTo>
                      <a:pt x="975" y="1091"/>
                      <a:pt x="1028" y="1070"/>
                      <a:pt x="1095" y="929"/>
                    </a:cubicBezTo>
                    <a:cubicBezTo>
                      <a:pt x="1129" y="789"/>
                      <a:pt x="1153" y="651"/>
                      <a:pt x="1172" y="508"/>
                    </a:cubicBezTo>
                    <a:cubicBezTo>
                      <a:pt x="1180" y="459"/>
                      <a:pt x="1188" y="410"/>
                      <a:pt x="1196" y="360"/>
                    </a:cubicBezTo>
                    <a:cubicBezTo>
                      <a:pt x="1216" y="240"/>
                      <a:pt x="1233" y="120"/>
                      <a:pt x="1250" y="0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815" name="ICON_C_SIGNAL_GRAPHIC_path_048"/>
              <p:cNvSpPr/>
              <p:nvPr/>
            </p:nvSpPr>
            <p:spPr>
              <a:xfrm>
                <a:off x="3682700" y="7580255"/>
                <a:ext cx="16476" cy="24183"/>
              </a:xfrm>
              <a:custGeom>
                <a:avLst/>
                <a:gdLst/>
                <a:ahLst/>
                <a:cxnLst/>
                <a:rect l="0" t="0" r="r" b="b"/>
                <a:pathLst>
                  <a:path w="1297" h="1904" fill="norm" stroke="0">
                    <a:moveTo>
                      <a:pt x="351" y="0"/>
                    </a:moveTo>
                    <a:cubicBezTo>
                      <a:pt x="373" y="5"/>
                      <a:pt x="373" y="5"/>
                      <a:pt x="480" y="30"/>
                    </a:cubicBezTo>
                    <a:cubicBezTo>
                      <a:pt x="503" y="35"/>
                      <a:pt x="503" y="35"/>
                      <a:pt x="621" y="60"/>
                    </a:cubicBezTo>
                    <a:cubicBezTo>
                      <a:pt x="669" y="72"/>
                      <a:pt x="716" y="84"/>
                      <a:pt x="766" y="96"/>
                    </a:cubicBezTo>
                    <a:cubicBezTo>
                      <a:pt x="815" y="106"/>
                      <a:pt x="863" y="117"/>
                      <a:pt x="914" y="129"/>
                    </a:cubicBezTo>
                    <a:cubicBezTo>
                      <a:pt x="1034" y="156"/>
                      <a:pt x="1154" y="184"/>
                      <a:pt x="1274" y="213"/>
                    </a:cubicBezTo>
                    <a:cubicBezTo>
                      <a:pt x="1279" y="417"/>
                      <a:pt x="1282" y="621"/>
                      <a:pt x="1285" y="825"/>
                    </a:cubicBezTo>
                    <a:cubicBezTo>
                      <a:pt x="1286" y="894"/>
                      <a:pt x="1287" y="963"/>
                      <a:pt x="1289" y="1033"/>
                    </a:cubicBezTo>
                    <a:cubicBezTo>
                      <a:pt x="1292" y="1132"/>
                      <a:pt x="1293" y="1232"/>
                      <a:pt x="1294" y="1332"/>
                    </a:cubicBezTo>
                    <a:cubicBezTo>
                      <a:pt x="1295" y="1363"/>
                      <a:pt x="1296" y="1394"/>
                      <a:pt x="1297" y="1425"/>
                    </a:cubicBezTo>
                    <a:cubicBezTo>
                      <a:pt x="1297" y="1591"/>
                      <a:pt x="1285" y="1656"/>
                      <a:pt x="1184" y="1795"/>
                    </a:cubicBezTo>
                    <a:cubicBezTo>
                      <a:pt x="1047" y="1893"/>
                      <a:pt x="983" y="1904"/>
                      <a:pt x="817" y="1900"/>
                    </a:cubicBezTo>
                    <a:cubicBezTo>
                      <a:pt x="771" y="1899"/>
                      <a:pt x="724" y="1899"/>
                      <a:pt x="677" y="1898"/>
                    </a:cubicBezTo>
                    <a:cubicBezTo>
                      <a:pt x="629" y="1896"/>
                      <a:pt x="581" y="1894"/>
                      <a:pt x="531" y="1893"/>
                    </a:cubicBezTo>
                    <a:cubicBezTo>
                      <a:pt x="507" y="1892"/>
                      <a:pt x="507" y="1892"/>
                      <a:pt x="384" y="1890"/>
                    </a:cubicBezTo>
                    <a:cubicBezTo>
                      <a:pt x="264" y="1887"/>
                      <a:pt x="144" y="1884"/>
                      <a:pt x="24" y="1880"/>
                    </a:cubicBezTo>
                    <a:cubicBezTo>
                      <a:pt x="19" y="1646"/>
                      <a:pt x="15" y="1413"/>
                      <a:pt x="12" y="1179"/>
                    </a:cubicBezTo>
                    <a:cubicBezTo>
                      <a:pt x="11" y="1099"/>
                      <a:pt x="10" y="1020"/>
                      <a:pt x="8" y="941"/>
                    </a:cubicBezTo>
                    <a:cubicBezTo>
                      <a:pt x="5" y="826"/>
                      <a:pt x="4" y="712"/>
                      <a:pt x="3" y="598"/>
                    </a:cubicBezTo>
                    <a:cubicBezTo>
                      <a:pt x="2" y="562"/>
                      <a:pt x="1" y="527"/>
                      <a:pt x="0" y="491"/>
                    </a:cubicBezTo>
                    <a:cubicBezTo>
                      <a:pt x="0" y="327"/>
                      <a:pt x="4" y="210"/>
                      <a:pt x="114" y="83"/>
                    </a:cubicBezTo>
                    <a:cubicBezTo>
                      <a:pt x="232" y="5"/>
                      <a:pt x="232" y="5"/>
                      <a:pt x="351" y="0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816" name="ICON_C_SIGNAL_GRAPHIC_path_049"/>
              <p:cNvSpPr/>
              <p:nvPr/>
            </p:nvSpPr>
            <p:spPr>
              <a:xfrm>
                <a:off x="4302125" y="7604125"/>
                <a:ext cx="26458" cy="24074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1896" fill="norm" stroke="0">
                    <a:moveTo>
                      <a:pt x="1250" y="0"/>
                    </a:moveTo>
                    <a:cubicBezTo>
                      <a:pt x="1473" y="27"/>
                      <a:pt x="1698" y="60"/>
                      <a:pt x="1875" y="208"/>
                    </a:cubicBezTo>
                    <a:cubicBezTo>
                      <a:pt x="2010" y="460"/>
                      <a:pt x="2002" y="775"/>
                      <a:pt x="2018" y="1055"/>
                    </a:cubicBezTo>
                    <a:cubicBezTo>
                      <a:pt x="2025" y="1134"/>
                      <a:pt x="2032" y="1213"/>
                      <a:pt x="2040" y="1293"/>
                    </a:cubicBezTo>
                    <a:cubicBezTo>
                      <a:pt x="2058" y="1487"/>
                      <a:pt x="2071" y="1681"/>
                      <a:pt x="2083" y="1875"/>
                    </a:cubicBezTo>
                    <a:cubicBezTo>
                      <a:pt x="1983" y="1880"/>
                      <a:pt x="1883" y="1884"/>
                      <a:pt x="1782" y="1887"/>
                    </a:cubicBezTo>
                    <a:cubicBezTo>
                      <a:pt x="1754" y="1889"/>
                      <a:pt x="1726" y="1890"/>
                      <a:pt x="1696" y="1892"/>
                    </a:cubicBezTo>
                    <a:cubicBezTo>
                      <a:pt x="1541" y="1896"/>
                      <a:pt x="1472" y="1887"/>
                      <a:pt x="1353" y="1784"/>
                    </a:cubicBezTo>
                    <a:cubicBezTo>
                      <a:pt x="1340" y="1767"/>
                      <a:pt x="1340" y="1767"/>
                      <a:pt x="1276" y="1680"/>
                    </a:cubicBezTo>
                    <a:cubicBezTo>
                      <a:pt x="975" y="1314"/>
                      <a:pt x="443" y="1314"/>
                      <a:pt x="0" y="1250"/>
                    </a:cubicBezTo>
                    <a:cubicBezTo>
                      <a:pt x="0" y="1044"/>
                      <a:pt x="0" y="837"/>
                      <a:pt x="0" y="625"/>
                    </a:cubicBezTo>
                    <a:cubicBezTo>
                      <a:pt x="413" y="556"/>
                      <a:pt x="825" y="487"/>
                      <a:pt x="1250" y="417"/>
                    </a:cubicBezTo>
                    <a:cubicBezTo>
                      <a:pt x="1250" y="279"/>
                      <a:pt x="1250" y="142"/>
                      <a:pt x="1250" y="0"/>
                    </a:cubicBezTo>
                    <a:close/>
                  </a:path>
                </a:pathLst>
              </a:custGeom>
              <a:solidFill>
                <a:srgbClr val="9E90CC"/>
              </a:solidFill>
              <a:ln w="2646" cap="flat">
                <a:noFill/>
              </a:ln>
            </p:spPr>
          </p:sp>
          <p:sp>
            <p:nvSpPr>
              <p:cNvPr id="3817" name="ICON_C_SIGNAL_GRAPHIC_path_050"/>
              <p:cNvSpPr/>
              <p:nvPr/>
            </p:nvSpPr>
            <p:spPr>
              <a:xfrm>
                <a:off x="4079875" y="7594894"/>
                <a:ext cx="40513" cy="25678"/>
              </a:xfrm>
              <a:custGeom>
                <a:avLst/>
                <a:gdLst/>
                <a:ahLst/>
                <a:cxnLst/>
                <a:rect l="0" t="0" r="r" b="b"/>
                <a:pathLst>
                  <a:path w="3190" h="2022" fill="norm" stroke="0">
                    <a:moveTo>
                      <a:pt x="2707" y="396"/>
                    </a:moveTo>
                    <a:cubicBezTo>
                      <a:pt x="2870" y="482"/>
                      <a:pt x="3021" y="571"/>
                      <a:pt x="3125" y="727"/>
                    </a:cubicBezTo>
                    <a:cubicBezTo>
                      <a:pt x="3190" y="935"/>
                      <a:pt x="3163" y="1141"/>
                      <a:pt x="3125" y="1352"/>
                    </a:cubicBezTo>
                    <a:cubicBezTo>
                      <a:pt x="2911" y="1376"/>
                      <a:pt x="2713" y="1391"/>
                      <a:pt x="2500" y="1352"/>
                    </a:cubicBezTo>
                    <a:cubicBezTo>
                      <a:pt x="2441" y="1259"/>
                      <a:pt x="2441" y="1259"/>
                      <a:pt x="2409" y="1144"/>
                    </a:cubicBezTo>
                    <a:cubicBezTo>
                      <a:pt x="2365" y="1024"/>
                      <a:pt x="2333" y="955"/>
                      <a:pt x="2216" y="899"/>
                    </a:cubicBezTo>
                    <a:cubicBezTo>
                      <a:pt x="1958" y="821"/>
                      <a:pt x="1703" y="816"/>
                      <a:pt x="1458" y="935"/>
                    </a:cubicBezTo>
                    <a:cubicBezTo>
                      <a:pt x="1250" y="1132"/>
                      <a:pt x="1086" y="1364"/>
                      <a:pt x="934" y="1606"/>
                    </a:cubicBezTo>
                    <a:cubicBezTo>
                      <a:pt x="708" y="1953"/>
                      <a:pt x="708" y="1953"/>
                      <a:pt x="546" y="1999"/>
                    </a:cubicBezTo>
                    <a:cubicBezTo>
                      <a:pt x="356" y="2022"/>
                      <a:pt x="195" y="1999"/>
                      <a:pt x="0" y="1977"/>
                    </a:cubicBezTo>
                    <a:cubicBezTo>
                      <a:pt x="0" y="1771"/>
                      <a:pt x="0" y="1564"/>
                      <a:pt x="0" y="1352"/>
                    </a:cubicBezTo>
                    <a:cubicBezTo>
                      <a:pt x="95" y="1369"/>
                      <a:pt x="189" y="1386"/>
                      <a:pt x="286" y="1404"/>
                    </a:cubicBezTo>
                    <a:cubicBezTo>
                      <a:pt x="412" y="1414"/>
                      <a:pt x="510" y="1406"/>
                      <a:pt x="625" y="1352"/>
                    </a:cubicBezTo>
                    <a:cubicBezTo>
                      <a:pt x="725" y="1234"/>
                      <a:pt x="784" y="1103"/>
                      <a:pt x="846" y="961"/>
                    </a:cubicBezTo>
                    <a:cubicBezTo>
                      <a:pt x="863" y="923"/>
                      <a:pt x="880" y="886"/>
                      <a:pt x="897" y="846"/>
                    </a:cubicBezTo>
                    <a:cubicBezTo>
                      <a:pt x="930" y="771"/>
                      <a:pt x="963" y="696"/>
                      <a:pt x="996" y="621"/>
                    </a:cubicBezTo>
                    <a:cubicBezTo>
                      <a:pt x="1079" y="436"/>
                      <a:pt x="1160" y="291"/>
                      <a:pt x="1313" y="153"/>
                    </a:cubicBezTo>
                    <a:cubicBezTo>
                      <a:pt x="1746" y="0"/>
                      <a:pt x="2306" y="217"/>
                      <a:pt x="2707" y="396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18" name="ICON_C_SIGNAL_GRAPHIC_path_051"/>
              <p:cNvSpPr/>
              <p:nvPr/>
            </p:nvSpPr>
            <p:spPr>
              <a:xfrm>
                <a:off x="3484562" y="7612062"/>
                <a:ext cx="7938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625" h="3125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1031"/>
                      <a:pt x="625" y="2062"/>
                      <a:pt x="625" y="3125"/>
                    </a:cubicBezTo>
                    <a:cubicBezTo>
                      <a:pt x="419" y="3125"/>
                      <a:pt x="212" y="3125"/>
                      <a:pt x="0" y="3125"/>
                    </a:cubicBezTo>
                    <a:cubicBezTo>
                      <a:pt x="0" y="2094"/>
                      <a:pt x="0" y="1062"/>
                      <a:pt x="0" y="0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819" name="ICON_C_SIGNAL_GRAPHIC_path_052"/>
              <p:cNvSpPr/>
              <p:nvPr/>
            </p:nvSpPr>
            <p:spPr>
              <a:xfrm>
                <a:off x="2997730" y="7593402"/>
                <a:ext cx="29104" cy="29244"/>
              </a:xfrm>
              <a:custGeom>
                <a:avLst/>
                <a:gdLst/>
                <a:ahLst/>
                <a:cxnLst/>
                <a:rect l="0" t="0" r="r" b="b"/>
                <a:pathLst>
                  <a:path w="2292" h="2303" fill="norm" stroke="0">
                    <a:moveTo>
                      <a:pt x="1991" y="35"/>
                    </a:moveTo>
                    <a:cubicBezTo>
                      <a:pt x="2100" y="89"/>
                      <a:pt x="2195" y="147"/>
                      <a:pt x="2292" y="219"/>
                    </a:cubicBezTo>
                    <a:cubicBezTo>
                      <a:pt x="2176" y="678"/>
                      <a:pt x="2035" y="957"/>
                      <a:pt x="1667" y="1261"/>
                    </a:cubicBezTo>
                    <a:cubicBezTo>
                      <a:pt x="1804" y="1330"/>
                      <a:pt x="1942" y="1399"/>
                      <a:pt x="2083" y="1469"/>
                    </a:cubicBezTo>
                    <a:cubicBezTo>
                      <a:pt x="2015" y="1744"/>
                      <a:pt x="1946" y="2019"/>
                      <a:pt x="1875" y="2303"/>
                    </a:cubicBezTo>
                    <a:cubicBezTo>
                      <a:pt x="1549" y="2181"/>
                      <a:pt x="1549" y="2181"/>
                      <a:pt x="1458" y="2094"/>
                    </a:cubicBezTo>
                    <a:cubicBezTo>
                      <a:pt x="1458" y="1957"/>
                      <a:pt x="1458" y="1819"/>
                      <a:pt x="1458" y="1678"/>
                    </a:cubicBezTo>
                    <a:cubicBezTo>
                      <a:pt x="1046" y="1815"/>
                      <a:pt x="633" y="1953"/>
                      <a:pt x="208" y="2094"/>
                    </a:cubicBezTo>
                    <a:cubicBezTo>
                      <a:pt x="140" y="1888"/>
                      <a:pt x="71" y="1682"/>
                      <a:pt x="0" y="1469"/>
                    </a:cubicBezTo>
                    <a:cubicBezTo>
                      <a:pt x="33" y="1452"/>
                      <a:pt x="33" y="1452"/>
                      <a:pt x="199" y="1362"/>
                    </a:cubicBezTo>
                    <a:cubicBezTo>
                      <a:pt x="289" y="1311"/>
                      <a:pt x="379" y="1260"/>
                      <a:pt x="469" y="1209"/>
                    </a:cubicBezTo>
                    <a:cubicBezTo>
                      <a:pt x="480" y="1202"/>
                      <a:pt x="480" y="1202"/>
                      <a:pt x="540" y="1168"/>
                    </a:cubicBezTo>
                    <a:cubicBezTo>
                      <a:pt x="816" y="1009"/>
                      <a:pt x="1061" y="842"/>
                      <a:pt x="1282" y="610"/>
                    </a:cubicBezTo>
                    <a:cubicBezTo>
                      <a:pt x="1300" y="590"/>
                      <a:pt x="1319" y="571"/>
                      <a:pt x="1338" y="551"/>
                    </a:cubicBezTo>
                    <a:cubicBezTo>
                      <a:pt x="1427" y="455"/>
                      <a:pt x="1512" y="358"/>
                      <a:pt x="1595" y="257"/>
                    </a:cubicBezTo>
                    <a:cubicBezTo>
                      <a:pt x="1822" y="0"/>
                      <a:pt x="1822" y="0"/>
                      <a:pt x="1991" y="35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20" name="ICON_C_SIGNAL_GRAPHIC_path_053"/>
              <p:cNvSpPr/>
              <p:nvPr/>
            </p:nvSpPr>
            <p:spPr>
              <a:xfrm>
                <a:off x="3524250" y="7469188"/>
                <a:ext cx="15875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2500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35" y="73"/>
                      <a:pt x="645" y="146"/>
                      <a:pt x="656" y="221"/>
                    </a:cubicBezTo>
                    <a:cubicBezTo>
                      <a:pt x="671" y="316"/>
                      <a:pt x="687" y="412"/>
                      <a:pt x="703" y="508"/>
                    </a:cubicBezTo>
                    <a:cubicBezTo>
                      <a:pt x="710" y="556"/>
                      <a:pt x="716" y="604"/>
                      <a:pt x="723" y="653"/>
                    </a:cubicBezTo>
                    <a:cubicBezTo>
                      <a:pt x="783" y="1002"/>
                      <a:pt x="783" y="1002"/>
                      <a:pt x="934" y="1121"/>
                    </a:cubicBezTo>
                    <a:cubicBezTo>
                      <a:pt x="1039" y="1174"/>
                      <a:pt x="1139" y="1216"/>
                      <a:pt x="1250" y="1250"/>
                    </a:cubicBezTo>
                    <a:cubicBezTo>
                      <a:pt x="1202" y="1382"/>
                      <a:pt x="1149" y="1511"/>
                      <a:pt x="1094" y="1641"/>
                    </a:cubicBezTo>
                    <a:cubicBezTo>
                      <a:pt x="1081" y="1677"/>
                      <a:pt x="1068" y="1713"/>
                      <a:pt x="1055" y="1750"/>
                    </a:cubicBezTo>
                    <a:cubicBezTo>
                      <a:pt x="841" y="2230"/>
                      <a:pt x="527" y="2236"/>
                      <a:pt x="0" y="2500"/>
                    </a:cubicBezTo>
                    <a:cubicBezTo>
                      <a:pt x="0" y="1675"/>
                      <a:pt x="0" y="850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21" name="ICON_C_SIGNAL_GRAPHIC_path_054"/>
              <p:cNvSpPr/>
              <p:nvPr/>
            </p:nvSpPr>
            <p:spPr>
              <a:xfrm>
                <a:off x="3362471" y="7580220"/>
                <a:ext cx="14880" cy="31843"/>
              </a:xfrm>
              <a:custGeom>
                <a:avLst/>
                <a:gdLst/>
                <a:ahLst/>
                <a:cxnLst/>
                <a:rect l="0" t="0" r="r" b="b"/>
                <a:pathLst>
                  <a:path w="1172" h="2507" fill="norm" stroke="0">
                    <a:moveTo>
                      <a:pt x="602" y="0"/>
                    </a:moveTo>
                    <a:cubicBezTo>
                      <a:pt x="780" y="34"/>
                      <a:pt x="944" y="82"/>
                      <a:pt x="1072" y="216"/>
                    </a:cubicBezTo>
                    <a:cubicBezTo>
                      <a:pt x="1172" y="464"/>
                      <a:pt x="1144" y="747"/>
                      <a:pt x="1130" y="1010"/>
                    </a:cubicBezTo>
                    <a:cubicBezTo>
                      <a:pt x="1124" y="1139"/>
                      <a:pt x="1122" y="1268"/>
                      <a:pt x="1121" y="1398"/>
                    </a:cubicBezTo>
                    <a:cubicBezTo>
                      <a:pt x="1119" y="1481"/>
                      <a:pt x="1117" y="1564"/>
                      <a:pt x="1114" y="1647"/>
                    </a:cubicBezTo>
                    <a:cubicBezTo>
                      <a:pt x="1113" y="1685"/>
                      <a:pt x="1113" y="1724"/>
                      <a:pt x="1111" y="1763"/>
                    </a:cubicBezTo>
                    <a:cubicBezTo>
                      <a:pt x="1096" y="2049"/>
                      <a:pt x="1007" y="2260"/>
                      <a:pt x="864" y="2507"/>
                    </a:cubicBezTo>
                    <a:cubicBezTo>
                      <a:pt x="762" y="2489"/>
                      <a:pt x="664" y="2467"/>
                      <a:pt x="564" y="2442"/>
                    </a:cubicBezTo>
                    <a:cubicBezTo>
                      <a:pt x="550" y="2440"/>
                      <a:pt x="550" y="2440"/>
                      <a:pt x="479" y="2428"/>
                    </a:cubicBezTo>
                    <a:cubicBezTo>
                      <a:pt x="375" y="2400"/>
                      <a:pt x="319" y="2371"/>
                      <a:pt x="239" y="2299"/>
                    </a:cubicBezTo>
                    <a:cubicBezTo>
                      <a:pt x="0" y="1881"/>
                      <a:pt x="14" y="1476"/>
                      <a:pt x="92" y="1015"/>
                    </a:cubicBezTo>
                    <a:cubicBezTo>
                      <a:pt x="109" y="918"/>
                      <a:pt x="122" y="820"/>
                      <a:pt x="136" y="722"/>
                    </a:cubicBezTo>
                    <a:cubicBezTo>
                      <a:pt x="146" y="659"/>
                      <a:pt x="155" y="596"/>
                      <a:pt x="165" y="533"/>
                    </a:cubicBezTo>
                    <a:cubicBezTo>
                      <a:pt x="169" y="504"/>
                      <a:pt x="174" y="475"/>
                      <a:pt x="178" y="446"/>
                    </a:cubicBezTo>
                    <a:cubicBezTo>
                      <a:pt x="203" y="301"/>
                      <a:pt x="243" y="210"/>
                      <a:pt x="327" y="90"/>
                    </a:cubicBezTo>
                    <a:cubicBezTo>
                      <a:pt x="447" y="7"/>
                      <a:pt x="447" y="7"/>
                      <a:pt x="602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22" name="ICON_C_SIGNAL_GRAPHIC_path_055"/>
              <p:cNvSpPr/>
              <p:nvPr/>
            </p:nvSpPr>
            <p:spPr>
              <a:xfrm>
                <a:off x="3889375" y="7620000"/>
                <a:ext cx="15875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87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413"/>
                      <a:pt x="833" y="825"/>
                      <a:pt x="833" y="1250"/>
                    </a:cubicBezTo>
                    <a:cubicBezTo>
                      <a:pt x="971" y="1250"/>
                      <a:pt x="1108" y="1250"/>
                      <a:pt x="1250" y="1250"/>
                    </a:cubicBezTo>
                    <a:cubicBezTo>
                      <a:pt x="1181" y="1456"/>
                      <a:pt x="1113" y="1663"/>
                      <a:pt x="1042" y="1875"/>
                    </a:cubicBezTo>
                    <a:cubicBezTo>
                      <a:pt x="698" y="1806"/>
                      <a:pt x="354" y="1737"/>
                      <a:pt x="0" y="1667"/>
                    </a:cubicBezTo>
                    <a:cubicBezTo>
                      <a:pt x="0" y="1117"/>
                      <a:pt x="0" y="567"/>
                      <a:pt x="0" y="0"/>
                    </a:cubicBezTo>
                    <a:close/>
                  </a:path>
                </a:pathLst>
              </a:custGeom>
              <a:solidFill>
                <a:srgbClr val="AD90D4"/>
              </a:solidFill>
              <a:ln w="2646" cap="flat">
                <a:noFill/>
              </a:ln>
            </p:spPr>
          </p:sp>
          <p:sp>
            <p:nvSpPr>
              <p:cNvPr id="3823" name="ICON_C_SIGNAL_GRAPHIC_path_056"/>
              <p:cNvSpPr/>
              <p:nvPr/>
            </p:nvSpPr>
            <p:spPr>
              <a:xfrm>
                <a:off x="3316982" y="7587955"/>
                <a:ext cx="17711" cy="34690"/>
              </a:xfrm>
              <a:custGeom>
                <a:avLst/>
                <a:gdLst/>
                <a:ahLst/>
                <a:cxnLst/>
                <a:rect l="0" t="0" r="r" b="b"/>
                <a:pathLst>
                  <a:path w="1395" h="2731" fill="norm" stroke="0">
                    <a:moveTo>
                      <a:pt x="500" y="10"/>
                    </a:moveTo>
                    <a:cubicBezTo>
                      <a:pt x="537" y="12"/>
                      <a:pt x="574" y="14"/>
                      <a:pt x="611" y="16"/>
                    </a:cubicBezTo>
                    <a:cubicBezTo>
                      <a:pt x="625" y="17"/>
                      <a:pt x="625" y="17"/>
                      <a:pt x="695" y="23"/>
                    </a:cubicBezTo>
                    <a:cubicBezTo>
                      <a:pt x="828" y="461"/>
                      <a:pt x="918" y="853"/>
                      <a:pt x="891" y="1312"/>
                    </a:cubicBezTo>
                    <a:cubicBezTo>
                      <a:pt x="877" y="1568"/>
                      <a:pt x="877" y="1568"/>
                      <a:pt x="904" y="1690"/>
                    </a:cubicBezTo>
                    <a:cubicBezTo>
                      <a:pt x="1008" y="1777"/>
                      <a:pt x="1096" y="1802"/>
                      <a:pt x="1225" y="1840"/>
                    </a:cubicBezTo>
                    <a:cubicBezTo>
                      <a:pt x="1320" y="1898"/>
                      <a:pt x="1320" y="1898"/>
                      <a:pt x="1370" y="2041"/>
                    </a:cubicBezTo>
                    <a:cubicBezTo>
                      <a:pt x="1395" y="2222"/>
                      <a:pt x="1386" y="2351"/>
                      <a:pt x="1320" y="2523"/>
                    </a:cubicBezTo>
                    <a:cubicBezTo>
                      <a:pt x="1144" y="2661"/>
                      <a:pt x="911" y="2694"/>
                      <a:pt x="695" y="2731"/>
                    </a:cubicBezTo>
                    <a:cubicBezTo>
                      <a:pt x="685" y="2689"/>
                      <a:pt x="675" y="2646"/>
                      <a:pt x="664" y="2602"/>
                    </a:cubicBezTo>
                    <a:cubicBezTo>
                      <a:pt x="649" y="2545"/>
                      <a:pt x="633" y="2489"/>
                      <a:pt x="617" y="2432"/>
                    </a:cubicBezTo>
                    <a:cubicBezTo>
                      <a:pt x="611" y="2404"/>
                      <a:pt x="604" y="2376"/>
                      <a:pt x="598" y="2347"/>
                    </a:cubicBezTo>
                    <a:cubicBezTo>
                      <a:pt x="570" y="2253"/>
                      <a:pt x="546" y="2186"/>
                      <a:pt x="487" y="2106"/>
                    </a:cubicBezTo>
                    <a:cubicBezTo>
                      <a:pt x="416" y="2080"/>
                      <a:pt x="345" y="2056"/>
                      <a:pt x="273" y="2034"/>
                    </a:cubicBezTo>
                    <a:cubicBezTo>
                      <a:pt x="161" y="1985"/>
                      <a:pt x="161" y="1985"/>
                      <a:pt x="70" y="1898"/>
                    </a:cubicBezTo>
                    <a:cubicBezTo>
                      <a:pt x="0" y="1669"/>
                      <a:pt x="19" y="1418"/>
                      <a:pt x="27" y="1182"/>
                    </a:cubicBezTo>
                    <a:cubicBezTo>
                      <a:pt x="31" y="1065"/>
                      <a:pt x="32" y="949"/>
                      <a:pt x="32" y="832"/>
                    </a:cubicBezTo>
                    <a:cubicBezTo>
                      <a:pt x="33" y="758"/>
                      <a:pt x="34" y="684"/>
                      <a:pt x="35" y="609"/>
                    </a:cubicBezTo>
                    <a:cubicBezTo>
                      <a:pt x="36" y="574"/>
                      <a:pt x="36" y="540"/>
                      <a:pt x="36" y="504"/>
                    </a:cubicBezTo>
                    <a:cubicBezTo>
                      <a:pt x="43" y="343"/>
                      <a:pt x="53" y="228"/>
                      <a:pt x="163" y="105"/>
                    </a:cubicBezTo>
                    <a:cubicBezTo>
                      <a:pt x="291" y="14"/>
                      <a:pt x="346" y="0"/>
                      <a:pt x="500" y="1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24" name="ICON_C_SIGNAL_GRAPHIC_path_057"/>
              <p:cNvSpPr/>
              <p:nvPr/>
            </p:nvSpPr>
            <p:spPr>
              <a:xfrm>
                <a:off x="3619500" y="7620000"/>
                <a:ext cx="15875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875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971" y="625"/>
                      <a:pt x="1108" y="625"/>
                      <a:pt x="1250" y="625"/>
                    </a:cubicBezTo>
                    <a:cubicBezTo>
                      <a:pt x="945" y="1235"/>
                      <a:pt x="945" y="1235"/>
                      <a:pt x="887" y="1346"/>
                    </a:cubicBezTo>
                    <a:cubicBezTo>
                      <a:pt x="833" y="1458"/>
                      <a:pt x="833" y="1458"/>
                      <a:pt x="795" y="1579"/>
                    </a:cubicBezTo>
                    <a:cubicBezTo>
                      <a:pt x="754" y="1694"/>
                      <a:pt x="754" y="1694"/>
                      <a:pt x="625" y="1875"/>
                    </a:cubicBezTo>
                    <a:cubicBezTo>
                      <a:pt x="419" y="1875"/>
                      <a:pt x="212" y="1875"/>
                      <a:pt x="0" y="1875"/>
                    </a:cubicBezTo>
                    <a:cubicBezTo>
                      <a:pt x="0" y="1256"/>
                      <a:pt x="0" y="638"/>
                      <a:pt x="0" y="0"/>
                    </a:cubicBezTo>
                    <a:close/>
                  </a:path>
                </a:pathLst>
              </a:custGeom>
              <a:solidFill>
                <a:srgbClr val="9D90CC"/>
              </a:solidFill>
              <a:ln w="2646" cap="flat">
                <a:noFill/>
              </a:ln>
            </p:spPr>
          </p:sp>
          <p:sp>
            <p:nvSpPr>
              <p:cNvPr id="3825" name="ICON_C_SIGNAL_GRAPHIC_path_058"/>
              <p:cNvSpPr/>
              <p:nvPr/>
            </p:nvSpPr>
            <p:spPr>
              <a:xfrm>
                <a:off x="4476750" y="7620000"/>
                <a:ext cx="15875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875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94" y="413"/>
                      <a:pt x="762" y="825"/>
                      <a:pt x="833" y="1250"/>
                    </a:cubicBezTo>
                    <a:cubicBezTo>
                      <a:pt x="971" y="1250"/>
                      <a:pt x="1108" y="1250"/>
                      <a:pt x="1250" y="1250"/>
                    </a:cubicBezTo>
                    <a:cubicBezTo>
                      <a:pt x="1181" y="1456"/>
                      <a:pt x="1113" y="1663"/>
                      <a:pt x="1042" y="1875"/>
                    </a:cubicBezTo>
                    <a:cubicBezTo>
                      <a:pt x="698" y="1806"/>
                      <a:pt x="354" y="1737"/>
                      <a:pt x="0" y="1667"/>
                    </a:cubicBezTo>
                    <a:cubicBezTo>
                      <a:pt x="0" y="1117"/>
                      <a:pt x="0" y="567"/>
                      <a:pt x="0" y="0"/>
                    </a:cubicBezTo>
                    <a:close/>
                  </a:path>
                </a:pathLst>
              </a:custGeom>
              <a:solidFill>
                <a:srgbClr val="AD91D4"/>
              </a:solidFill>
              <a:ln w="2646" cap="flat">
                <a:noFill/>
              </a:ln>
            </p:spPr>
          </p:sp>
          <p:sp>
            <p:nvSpPr>
              <p:cNvPr id="3826" name="ICON_C_SIGNAL_GRAPHIC_path_059"/>
              <p:cNvSpPr/>
              <p:nvPr/>
            </p:nvSpPr>
            <p:spPr>
              <a:xfrm>
                <a:off x="3119438" y="7453312"/>
                <a:ext cx="15875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875" fill="norm" stroke="0">
                    <a:moveTo>
                      <a:pt x="625" y="0"/>
                    </a:moveTo>
                    <a:cubicBezTo>
                      <a:pt x="831" y="0"/>
                      <a:pt x="1037" y="0"/>
                      <a:pt x="1250" y="0"/>
                    </a:cubicBezTo>
                    <a:cubicBezTo>
                      <a:pt x="1250" y="619"/>
                      <a:pt x="1250" y="1237"/>
                      <a:pt x="1250" y="1875"/>
                    </a:cubicBezTo>
                    <a:cubicBezTo>
                      <a:pt x="838" y="1875"/>
                      <a:pt x="425" y="1875"/>
                      <a:pt x="0" y="1875"/>
                    </a:cubicBezTo>
                    <a:cubicBezTo>
                      <a:pt x="75" y="1607"/>
                      <a:pt x="151" y="1340"/>
                      <a:pt x="233" y="1074"/>
                    </a:cubicBezTo>
                    <a:cubicBezTo>
                      <a:pt x="260" y="983"/>
                      <a:pt x="286" y="892"/>
                      <a:pt x="311" y="801"/>
                    </a:cubicBezTo>
                    <a:cubicBezTo>
                      <a:pt x="347" y="670"/>
                      <a:pt x="387" y="540"/>
                      <a:pt x="427" y="410"/>
                    </a:cubicBezTo>
                    <a:cubicBezTo>
                      <a:pt x="438" y="369"/>
                      <a:pt x="448" y="328"/>
                      <a:pt x="459" y="286"/>
                    </a:cubicBezTo>
                    <a:cubicBezTo>
                      <a:pt x="497" y="172"/>
                      <a:pt x="497" y="172"/>
                      <a:pt x="625" y="0"/>
                    </a:cubicBezTo>
                    <a:close/>
                  </a:path>
                </a:pathLst>
              </a:custGeom>
              <a:solidFill>
                <a:srgbClr val="E15FB2"/>
              </a:solidFill>
              <a:ln w="2646" cap="flat">
                <a:noFill/>
              </a:ln>
            </p:spPr>
          </p:sp>
          <p:sp>
            <p:nvSpPr>
              <p:cNvPr id="3827" name="ICON_C_SIGNAL_GRAPHIC_path_060"/>
              <p:cNvSpPr/>
              <p:nvPr/>
            </p:nvSpPr>
            <p:spPr>
              <a:xfrm>
                <a:off x="4110590" y="7492905"/>
                <a:ext cx="16910" cy="23908"/>
              </a:xfrm>
              <a:custGeom>
                <a:avLst/>
                <a:gdLst/>
                <a:ahLst/>
                <a:cxnLst/>
                <a:rect l="0" t="0" r="r" b="b"/>
                <a:pathLst>
                  <a:path w="1331" h="1883" fill="norm" stroke="0">
                    <a:moveTo>
                      <a:pt x="1331" y="8"/>
                    </a:moveTo>
                    <a:cubicBezTo>
                      <a:pt x="1331" y="626"/>
                      <a:pt x="1331" y="1245"/>
                      <a:pt x="1331" y="1883"/>
                    </a:cubicBezTo>
                    <a:cubicBezTo>
                      <a:pt x="1125" y="1814"/>
                      <a:pt x="919" y="1745"/>
                      <a:pt x="706" y="1674"/>
                    </a:cubicBezTo>
                    <a:cubicBezTo>
                      <a:pt x="667" y="1453"/>
                      <a:pt x="667" y="1453"/>
                      <a:pt x="706" y="1258"/>
                    </a:cubicBezTo>
                    <a:cubicBezTo>
                      <a:pt x="500" y="1258"/>
                      <a:pt x="294" y="1258"/>
                      <a:pt x="81" y="1258"/>
                    </a:cubicBezTo>
                    <a:cubicBezTo>
                      <a:pt x="0" y="830"/>
                      <a:pt x="0" y="830"/>
                      <a:pt x="81" y="633"/>
                    </a:cubicBezTo>
                    <a:cubicBezTo>
                      <a:pt x="196" y="494"/>
                      <a:pt x="328" y="388"/>
                      <a:pt x="472" y="281"/>
                    </a:cubicBezTo>
                    <a:cubicBezTo>
                      <a:pt x="490" y="267"/>
                      <a:pt x="490" y="267"/>
                      <a:pt x="582" y="198"/>
                    </a:cubicBezTo>
                    <a:cubicBezTo>
                      <a:pt x="869" y="0"/>
                      <a:pt x="934" y="8"/>
                      <a:pt x="1331" y="8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28" name="ICON_C_SIGNAL_GRAPHIC_path_061"/>
              <p:cNvSpPr/>
              <p:nvPr/>
            </p:nvSpPr>
            <p:spPr>
              <a:xfrm>
                <a:off x="3135312" y="7477125"/>
                <a:ext cx="8840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696" h="2500" fill="norm" stroke="0">
                    <a:moveTo>
                      <a:pt x="0" y="0"/>
                    </a:moveTo>
                    <a:cubicBezTo>
                      <a:pt x="206" y="0"/>
                      <a:pt x="412" y="0"/>
                      <a:pt x="625" y="0"/>
                    </a:cubicBezTo>
                    <a:cubicBezTo>
                      <a:pt x="639" y="295"/>
                      <a:pt x="651" y="590"/>
                      <a:pt x="657" y="886"/>
                    </a:cubicBezTo>
                    <a:cubicBezTo>
                      <a:pt x="661" y="1023"/>
                      <a:pt x="665" y="1160"/>
                      <a:pt x="672" y="1297"/>
                    </a:cubicBezTo>
                    <a:cubicBezTo>
                      <a:pt x="680" y="1455"/>
                      <a:pt x="683" y="1612"/>
                      <a:pt x="686" y="1770"/>
                    </a:cubicBezTo>
                    <a:cubicBezTo>
                      <a:pt x="689" y="1819"/>
                      <a:pt x="692" y="1868"/>
                      <a:pt x="696" y="1919"/>
                    </a:cubicBezTo>
                    <a:cubicBezTo>
                      <a:pt x="696" y="2058"/>
                      <a:pt x="696" y="2058"/>
                      <a:pt x="625" y="2292"/>
                    </a:cubicBezTo>
                    <a:cubicBezTo>
                      <a:pt x="419" y="2360"/>
                      <a:pt x="213" y="2429"/>
                      <a:pt x="0" y="2500"/>
                    </a:cubicBezTo>
                    <a:cubicBezTo>
                      <a:pt x="0" y="1675"/>
                      <a:pt x="0" y="850"/>
                      <a:pt x="0" y="0"/>
                    </a:cubicBezTo>
                    <a:close/>
                  </a:path>
                </a:pathLst>
              </a:custGeom>
              <a:solidFill>
                <a:srgbClr val="DF61B4"/>
              </a:solidFill>
              <a:ln w="2646" cap="flat">
                <a:noFill/>
              </a:ln>
            </p:spPr>
          </p:sp>
          <p:sp>
            <p:nvSpPr>
              <p:cNvPr id="3829" name="ICON_C_SIGNAL_GRAPHIC_path_062"/>
              <p:cNvSpPr/>
              <p:nvPr/>
            </p:nvSpPr>
            <p:spPr>
              <a:xfrm>
                <a:off x="3783542" y="7572375"/>
                <a:ext cx="10583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875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758"/>
                      <a:pt x="833" y="1308"/>
                      <a:pt x="833" y="1875"/>
                    </a:cubicBezTo>
                    <a:cubicBezTo>
                      <a:pt x="558" y="1806"/>
                      <a:pt x="283" y="1737"/>
                      <a:pt x="0" y="1667"/>
                    </a:cubicBezTo>
                    <a:cubicBezTo>
                      <a:pt x="0" y="1117"/>
                      <a:pt x="0" y="567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30" name="ICON_C_SIGNAL_GRAPHIC_path_063"/>
              <p:cNvSpPr/>
              <p:nvPr/>
            </p:nvSpPr>
            <p:spPr>
              <a:xfrm>
                <a:off x="3492500" y="7524750"/>
                <a:ext cx="9065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714" h="2500" fill="norm" stroke="0">
                    <a:moveTo>
                      <a:pt x="0" y="0"/>
                    </a:moveTo>
                    <a:cubicBezTo>
                      <a:pt x="206" y="69"/>
                      <a:pt x="413" y="138"/>
                      <a:pt x="625" y="208"/>
                    </a:cubicBezTo>
                    <a:cubicBezTo>
                      <a:pt x="699" y="401"/>
                      <a:pt x="714" y="481"/>
                      <a:pt x="708" y="677"/>
                    </a:cubicBezTo>
                    <a:cubicBezTo>
                      <a:pt x="709" y="722"/>
                      <a:pt x="709" y="768"/>
                      <a:pt x="710" y="815"/>
                    </a:cubicBezTo>
                    <a:cubicBezTo>
                      <a:pt x="710" y="911"/>
                      <a:pt x="709" y="1007"/>
                      <a:pt x="706" y="1103"/>
                    </a:cubicBezTo>
                    <a:cubicBezTo>
                      <a:pt x="703" y="1250"/>
                      <a:pt x="706" y="1396"/>
                      <a:pt x="710" y="1543"/>
                    </a:cubicBezTo>
                    <a:cubicBezTo>
                      <a:pt x="710" y="1636"/>
                      <a:pt x="709" y="1730"/>
                      <a:pt x="708" y="1823"/>
                    </a:cubicBezTo>
                    <a:cubicBezTo>
                      <a:pt x="709" y="1867"/>
                      <a:pt x="711" y="1911"/>
                      <a:pt x="712" y="1956"/>
                    </a:cubicBezTo>
                    <a:cubicBezTo>
                      <a:pt x="706" y="2080"/>
                      <a:pt x="706" y="2080"/>
                      <a:pt x="625" y="2292"/>
                    </a:cubicBezTo>
                    <a:cubicBezTo>
                      <a:pt x="419" y="2360"/>
                      <a:pt x="212" y="2429"/>
                      <a:pt x="0" y="2500"/>
                    </a:cubicBezTo>
                    <a:cubicBezTo>
                      <a:pt x="0" y="1675"/>
                      <a:pt x="0" y="850"/>
                      <a:pt x="0" y="0"/>
                    </a:cubicBezTo>
                    <a:close/>
                  </a:path>
                </a:pathLst>
              </a:custGeom>
              <a:solidFill>
                <a:srgbClr val="AB8ED3"/>
              </a:solidFill>
              <a:ln w="2646" cap="flat">
                <a:noFill/>
              </a:ln>
            </p:spPr>
          </p:sp>
          <p:sp>
            <p:nvSpPr>
              <p:cNvPr id="3831" name="ICON_C_SIGNAL_GRAPHIC_path_064"/>
              <p:cNvSpPr/>
              <p:nvPr/>
            </p:nvSpPr>
            <p:spPr>
              <a:xfrm>
                <a:off x="3022966" y="7459955"/>
                <a:ext cx="17097" cy="20254"/>
              </a:xfrm>
              <a:custGeom>
                <a:avLst/>
                <a:gdLst/>
                <a:ahLst/>
                <a:cxnLst/>
                <a:rect l="0" t="0" r="r" b="b"/>
                <a:pathLst>
                  <a:path w="1346" h="1595" fill="norm" stroke="0">
                    <a:moveTo>
                      <a:pt x="838" y="193"/>
                    </a:moveTo>
                    <a:cubicBezTo>
                      <a:pt x="887" y="204"/>
                      <a:pt x="936" y="215"/>
                      <a:pt x="986" y="226"/>
                    </a:cubicBezTo>
                    <a:cubicBezTo>
                      <a:pt x="1106" y="253"/>
                      <a:pt x="1226" y="281"/>
                      <a:pt x="1346" y="310"/>
                    </a:cubicBezTo>
                    <a:cubicBezTo>
                      <a:pt x="1323" y="480"/>
                      <a:pt x="1296" y="649"/>
                      <a:pt x="1268" y="818"/>
                    </a:cubicBezTo>
                    <a:cubicBezTo>
                      <a:pt x="1262" y="866"/>
                      <a:pt x="1255" y="914"/>
                      <a:pt x="1249" y="963"/>
                    </a:cubicBezTo>
                    <a:cubicBezTo>
                      <a:pt x="1189" y="1306"/>
                      <a:pt x="1189" y="1306"/>
                      <a:pt x="1049" y="1433"/>
                    </a:cubicBezTo>
                    <a:cubicBezTo>
                      <a:pt x="861" y="1536"/>
                      <a:pt x="676" y="1595"/>
                      <a:pt x="462" y="1558"/>
                    </a:cubicBezTo>
                    <a:cubicBezTo>
                      <a:pt x="194" y="1479"/>
                      <a:pt x="194" y="1479"/>
                      <a:pt x="96" y="1352"/>
                    </a:cubicBezTo>
                    <a:cubicBezTo>
                      <a:pt x="0" y="1014"/>
                      <a:pt x="1" y="559"/>
                      <a:pt x="127" y="228"/>
                    </a:cubicBezTo>
                    <a:cubicBezTo>
                      <a:pt x="289" y="0"/>
                      <a:pt x="617" y="139"/>
                      <a:pt x="838" y="193"/>
                    </a:cubicBezTo>
                    <a:close/>
                  </a:path>
                </a:pathLst>
              </a:custGeom>
              <a:solidFill>
                <a:srgbClr val="E060B3"/>
              </a:solidFill>
              <a:ln w="2646" cap="flat">
                <a:noFill/>
              </a:ln>
            </p:spPr>
          </p:sp>
          <p:sp>
            <p:nvSpPr>
              <p:cNvPr id="3832" name="ICON_C_SIGNAL_GRAPHIC_path_065"/>
              <p:cNvSpPr/>
              <p:nvPr/>
            </p:nvSpPr>
            <p:spPr>
              <a:xfrm>
                <a:off x="3317875" y="7453312"/>
                <a:ext cx="16925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333" h="1875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264" y="413"/>
                      <a:pt x="1277" y="615"/>
                      <a:pt x="1284" y="820"/>
                    </a:cubicBezTo>
                    <a:cubicBezTo>
                      <a:pt x="1287" y="889"/>
                      <a:pt x="1292" y="959"/>
                      <a:pt x="1297" y="1028"/>
                    </a:cubicBezTo>
                    <a:cubicBezTo>
                      <a:pt x="1333" y="1494"/>
                      <a:pt x="1333" y="1494"/>
                      <a:pt x="1250" y="1667"/>
                    </a:cubicBezTo>
                    <a:cubicBezTo>
                      <a:pt x="1075" y="1811"/>
                      <a:pt x="844" y="1844"/>
                      <a:pt x="625" y="1875"/>
                    </a:cubicBezTo>
                    <a:cubicBezTo>
                      <a:pt x="621" y="1845"/>
                      <a:pt x="617" y="1814"/>
                      <a:pt x="612" y="1783"/>
                    </a:cubicBezTo>
                    <a:cubicBezTo>
                      <a:pt x="592" y="1644"/>
                      <a:pt x="570" y="1506"/>
                      <a:pt x="547" y="1367"/>
                    </a:cubicBezTo>
                    <a:cubicBezTo>
                      <a:pt x="540" y="1319"/>
                      <a:pt x="534" y="1271"/>
                      <a:pt x="527" y="1222"/>
                    </a:cubicBezTo>
                    <a:cubicBezTo>
                      <a:pt x="467" y="873"/>
                      <a:pt x="467" y="873"/>
                      <a:pt x="316" y="754"/>
                    </a:cubicBezTo>
                    <a:cubicBezTo>
                      <a:pt x="200" y="696"/>
                      <a:pt x="200" y="696"/>
                      <a:pt x="0" y="625"/>
                    </a:cubicBezTo>
                    <a:cubicBezTo>
                      <a:pt x="69" y="419"/>
                      <a:pt x="137" y="212"/>
                      <a:pt x="208" y="0"/>
                    </a:cubicBezTo>
                    <a:close/>
                  </a:path>
                </a:pathLst>
              </a:custGeom>
              <a:solidFill>
                <a:srgbClr val="AE91D4"/>
              </a:solidFill>
              <a:ln w="2646" cap="flat">
                <a:noFill/>
              </a:ln>
            </p:spPr>
          </p:sp>
          <p:sp>
            <p:nvSpPr>
              <p:cNvPr id="3833" name="ICON_C_SIGNAL_GRAPHIC_path_066"/>
              <p:cNvSpPr/>
              <p:nvPr/>
            </p:nvSpPr>
            <p:spPr>
              <a:xfrm>
                <a:off x="4007534" y="7571478"/>
                <a:ext cx="16777" cy="24709"/>
              </a:xfrm>
              <a:custGeom>
                <a:avLst/>
                <a:gdLst/>
                <a:ahLst/>
                <a:cxnLst/>
                <a:rect l="0" t="0" r="r" b="b"/>
                <a:pathLst>
                  <a:path w="1321" h="1946" fill="norm" stroke="0">
                    <a:moveTo>
                      <a:pt x="1048" y="19"/>
                    </a:moveTo>
                    <a:cubicBezTo>
                      <a:pt x="1093" y="27"/>
                      <a:pt x="1093" y="27"/>
                      <a:pt x="1321" y="71"/>
                    </a:cubicBezTo>
                    <a:cubicBezTo>
                      <a:pt x="1321" y="277"/>
                      <a:pt x="1321" y="483"/>
                      <a:pt x="1321" y="696"/>
                    </a:cubicBezTo>
                    <a:cubicBezTo>
                      <a:pt x="1184" y="696"/>
                      <a:pt x="1046" y="696"/>
                      <a:pt x="904" y="696"/>
                    </a:cubicBezTo>
                    <a:cubicBezTo>
                      <a:pt x="904" y="1039"/>
                      <a:pt x="904" y="1383"/>
                      <a:pt x="904" y="1737"/>
                    </a:cubicBezTo>
                    <a:cubicBezTo>
                      <a:pt x="630" y="1806"/>
                      <a:pt x="355" y="1875"/>
                      <a:pt x="71" y="1946"/>
                    </a:cubicBezTo>
                    <a:cubicBezTo>
                      <a:pt x="0" y="1303"/>
                      <a:pt x="17" y="837"/>
                      <a:pt x="429" y="316"/>
                    </a:cubicBezTo>
                    <a:cubicBezTo>
                      <a:pt x="612" y="113"/>
                      <a:pt x="767" y="0"/>
                      <a:pt x="1048" y="1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34" name="ICON_C_SIGNAL_GRAPHIC_path_067"/>
              <p:cNvSpPr/>
              <p:nvPr/>
            </p:nvSpPr>
            <p:spPr>
              <a:xfrm>
                <a:off x="3079057" y="7596187"/>
                <a:ext cx="27152" cy="18748"/>
              </a:xfrm>
              <a:custGeom>
                <a:avLst/>
                <a:gdLst/>
                <a:ahLst/>
                <a:cxnLst/>
                <a:rect l="0" t="0" r="r" b="b"/>
                <a:pathLst>
                  <a:path w="2138" h="1476" fill="norm" stroke="0">
                    <a:moveTo>
                      <a:pt x="1588" y="3"/>
                    </a:moveTo>
                    <a:cubicBezTo>
                      <a:pt x="1674" y="26"/>
                      <a:pt x="1755" y="56"/>
                      <a:pt x="1838" y="91"/>
                    </a:cubicBezTo>
                    <a:cubicBezTo>
                      <a:pt x="1853" y="97"/>
                      <a:pt x="1853" y="97"/>
                      <a:pt x="1926" y="124"/>
                    </a:cubicBezTo>
                    <a:cubicBezTo>
                      <a:pt x="1997" y="151"/>
                      <a:pt x="2067" y="180"/>
                      <a:pt x="2138" y="208"/>
                    </a:cubicBezTo>
                    <a:cubicBezTo>
                      <a:pt x="1377" y="1318"/>
                      <a:pt x="1377" y="1318"/>
                      <a:pt x="862" y="1432"/>
                    </a:cubicBezTo>
                    <a:cubicBezTo>
                      <a:pt x="640" y="1469"/>
                      <a:pt x="427" y="1476"/>
                      <a:pt x="211" y="1406"/>
                    </a:cubicBezTo>
                    <a:cubicBezTo>
                      <a:pt x="87" y="1314"/>
                      <a:pt x="57" y="1258"/>
                      <a:pt x="18" y="1106"/>
                    </a:cubicBezTo>
                    <a:cubicBezTo>
                      <a:pt x="0" y="933"/>
                      <a:pt x="5" y="794"/>
                      <a:pt x="55" y="625"/>
                    </a:cubicBezTo>
                    <a:cubicBezTo>
                      <a:pt x="239" y="485"/>
                      <a:pt x="443" y="442"/>
                      <a:pt x="666" y="391"/>
                    </a:cubicBezTo>
                    <a:cubicBezTo>
                      <a:pt x="754" y="368"/>
                      <a:pt x="841" y="345"/>
                      <a:pt x="928" y="320"/>
                    </a:cubicBezTo>
                    <a:cubicBezTo>
                      <a:pt x="981" y="306"/>
                      <a:pt x="1036" y="292"/>
                      <a:pt x="1090" y="279"/>
                    </a:cubicBezTo>
                    <a:cubicBezTo>
                      <a:pt x="1240" y="242"/>
                      <a:pt x="1302" y="211"/>
                      <a:pt x="1407" y="93"/>
                    </a:cubicBezTo>
                    <a:cubicBezTo>
                      <a:pt x="1513" y="0"/>
                      <a:pt x="1513" y="0"/>
                      <a:pt x="1588" y="3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35" name="ICON_C_SIGNAL_GRAPHIC_path_068"/>
              <p:cNvSpPr/>
              <p:nvPr/>
            </p:nvSpPr>
            <p:spPr>
              <a:xfrm>
                <a:off x="4410605" y="7635300"/>
                <a:ext cx="19598" cy="17021"/>
              </a:xfrm>
              <a:custGeom>
                <a:avLst/>
                <a:gdLst/>
                <a:ahLst/>
                <a:cxnLst/>
                <a:rect l="0" t="0" r="r" b="b"/>
                <a:pathLst>
                  <a:path w="1543" h="1340" fill="norm" stroke="0">
                    <a:moveTo>
                      <a:pt x="950" y="32"/>
                    </a:moveTo>
                    <a:cubicBezTo>
                      <a:pt x="999" y="33"/>
                      <a:pt x="1048" y="34"/>
                      <a:pt x="1098" y="35"/>
                    </a:cubicBezTo>
                    <a:cubicBezTo>
                      <a:pt x="1218" y="38"/>
                      <a:pt x="1338" y="41"/>
                      <a:pt x="1458" y="45"/>
                    </a:cubicBezTo>
                    <a:cubicBezTo>
                      <a:pt x="1513" y="260"/>
                      <a:pt x="1543" y="460"/>
                      <a:pt x="1458" y="670"/>
                    </a:cubicBezTo>
                    <a:cubicBezTo>
                      <a:pt x="1220" y="973"/>
                      <a:pt x="821" y="1284"/>
                      <a:pt x="430" y="1334"/>
                    </a:cubicBezTo>
                    <a:cubicBezTo>
                      <a:pt x="284" y="1340"/>
                      <a:pt x="144" y="1325"/>
                      <a:pt x="0" y="1295"/>
                    </a:cubicBezTo>
                    <a:cubicBezTo>
                      <a:pt x="29" y="1126"/>
                      <a:pt x="60" y="957"/>
                      <a:pt x="91" y="788"/>
                    </a:cubicBezTo>
                    <a:cubicBezTo>
                      <a:pt x="99" y="740"/>
                      <a:pt x="108" y="692"/>
                      <a:pt x="116" y="642"/>
                    </a:cubicBezTo>
                    <a:cubicBezTo>
                      <a:pt x="191" y="244"/>
                      <a:pt x="191" y="244"/>
                      <a:pt x="286" y="117"/>
                    </a:cubicBezTo>
                    <a:cubicBezTo>
                      <a:pt x="499" y="0"/>
                      <a:pt x="713" y="24"/>
                      <a:pt x="950" y="32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36" name="ICON_C_SIGNAL_GRAPHIC_path_069"/>
              <p:cNvSpPr/>
              <p:nvPr/>
            </p:nvSpPr>
            <p:spPr>
              <a:xfrm>
                <a:off x="3786188" y="7602400"/>
                <a:ext cx="23812" cy="20246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1594" fill="norm" stroke="0">
                    <a:moveTo>
                      <a:pt x="1875" y="136"/>
                    </a:moveTo>
                    <a:cubicBezTo>
                      <a:pt x="1875" y="342"/>
                      <a:pt x="1875" y="548"/>
                      <a:pt x="1875" y="761"/>
                    </a:cubicBezTo>
                    <a:cubicBezTo>
                      <a:pt x="1805" y="769"/>
                      <a:pt x="1734" y="776"/>
                      <a:pt x="1662" y="784"/>
                    </a:cubicBezTo>
                    <a:cubicBezTo>
                      <a:pt x="872" y="893"/>
                      <a:pt x="872" y="893"/>
                      <a:pt x="671" y="1122"/>
                    </a:cubicBezTo>
                    <a:cubicBezTo>
                      <a:pt x="566" y="1271"/>
                      <a:pt x="487" y="1427"/>
                      <a:pt x="417" y="1594"/>
                    </a:cubicBezTo>
                    <a:cubicBezTo>
                      <a:pt x="235" y="1343"/>
                      <a:pt x="47" y="1074"/>
                      <a:pt x="0" y="761"/>
                    </a:cubicBezTo>
                    <a:cubicBezTo>
                      <a:pt x="49" y="530"/>
                      <a:pt x="204" y="383"/>
                      <a:pt x="388" y="246"/>
                    </a:cubicBezTo>
                    <a:cubicBezTo>
                      <a:pt x="823" y="0"/>
                      <a:pt x="1398" y="94"/>
                      <a:pt x="1875" y="136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37" name="ICON_C_SIGNAL_GRAPHIC_path_070"/>
              <p:cNvSpPr/>
              <p:nvPr/>
            </p:nvSpPr>
            <p:spPr>
              <a:xfrm>
                <a:off x="3618525" y="7483500"/>
                <a:ext cx="25088" cy="20082"/>
              </a:xfrm>
              <a:custGeom>
                <a:avLst/>
                <a:gdLst/>
                <a:ahLst/>
                <a:cxnLst/>
                <a:rect l="0" t="0" r="r" b="b"/>
                <a:pathLst>
                  <a:path w="1975" h="1581" fill="norm" stroke="0">
                    <a:moveTo>
                      <a:pt x="1167" y="48"/>
                    </a:moveTo>
                    <a:cubicBezTo>
                      <a:pt x="1507" y="171"/>
                      <a:pt x="1747" y="540"/>
                      <a:pt x="1910" y="845"/>
                    </a:cubicBezTo>
                    <a:cubicBezTo>
                      <a:pt x="1975" y="1020"/>
                      <a:pt x="1958" y="1151"/>
                      <a:pt x="1887" y="1321"/>
                    </a:cubicBezTo>
                    <a:cubicBezTo>
                      <a:pt x="1863" y="1364"/>
                      <a:pt x="1863" y="1364"/>
                      <a:pt x="1744" y="1581"/>
                    </a:cubicBezTo>
                    <a:cubicBezTo>
                      <a:pt x="1606" y="1306"/>
                      <a:pt x="1469" y="1031"/>
                      <a:pt x="1327" y="748"/>
                    </a:cubicBezTo>
                    <a:cubicBezTo>
                      <a:pt x="1236" y="851"/>
                      <a:pt x="1146" y="954"/>
                      <a:pt x="1053" y="1060"/>
                    </a:cubicBezTo>
                    <a:cubicBezTo>
                      <a:pt x="751" y="1384"/>
                      <a:pt x="751" y="1384"/>
                      <a:pt x="521" y="1415"/>
                    </a:cubicBezTo>
                    <a:cubicBezTo>
                      <a:pt x="370" y="1419"/>
                      <a:pt x="225" y="1401"/>
                      <a:pt x="77" y="1373"/>
                    </a:cubicBezTo>
                    <a:cubicBezTo>
                      <a:pt x="30" y="1126"/>
                      <a:pt x="0" y="884"/>
                      <a:pt x="128" y="657"/>
                    </a:cubicBezTo>
                    <a:cubicBezTo>
                      <a:pt x="382" y="312"/>
                      <a:pt x="715" y="0"/>
                      <a:pt x="1167" y="48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38" name="ICON_C_SIGNAL_GRAPHIC_path_071"/>
              <p:cNvSpPr/>
              <p:nvPr/>
            </p:nvSpPr>
            <p:spPr>
              <a:xfrm>
                <a:off x="4560935" y="7460586"/>
                <a:ext cx="19002" cy="24477"/>
              </a:xfrm>
              <a:custGeom>
                <a:avLst/>
                <a:gdLst/>
                <a:ahLst/>
                <a:cxnLst/>
                <a:rect l="0" t="0" r="r" b="b"/>
                <a:pathLst>
                  <a:path w="1496" h="1927" fill="norm" stroke="0">
                    <a:moveTo>
                      <a:pt x="1496" y="52"/>
                    </a:moveTo>
                    <a:cubicBezTo>
                      <a:pt x="1496" y="259"/>
                      <a:pt x="1496" y="465"/>
                      <a:pt x="1496" y="677"/>
                    </a:cubicBezTo>
                    <a:cubicBezTo>
                      <a:pt x="1290" y="677"/>
                      <a:pt x="1084" y="677"/>
                      <a:pt x="871" y="677"/>
                    </a:cubicBezTo>
                    <a:cubicBezTo>
                      <a:pt x="871" y="1090"/>
                      <a:pt x="871" y="1502"/>
                      <a:pt x="871" y="1927"/>
                    </a:cubicBezTo>
                    <a:cubicBezTo>
                      <a:pt x="665" y="1927"/>
                      <a:pt x="459" y="1927"/>
                      <a:pt x="246" y="1927"/>
                    </a:cubicBezTo>
                    <a:cubicBezTo>
                      <a:pt x="109" y="1660"/>
                      <a:pt x="0" y="1399"/>
                      <a:pt x="38" y="1094"/>
                    </a:cubicBezTo>
                    <a:cubicBezTo>
                      <a:pt x="131" y="879"/>
                      <a:pt x="257" y="704"/>
                      <a:pt x="402" y="521"/>
                    </a:cubicBezTo>
                    <a:cubicBezTo>
                      <a:pt x="420" y="497"/>
                      <a:pt x="438" y="474"/>
                      <a:pt x="456" y="450"/>
                    </a:cubicBezTo>
                    <a:cubicBezTo>
                      <a:pt x="768" y="44"/>
                      <a:pt x="990" y="0"/>
                      <a:pt x="1496" y="52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39" name="ICON_C_SIGNAL_GRAPHIC_path_072"/>
              <p:cNvSpPr/>
              <p:nvPr/>
            </p:nvSpPr>
            <p:spPr>
              <a:xfrm>
                <a:off x="3651084" y="7476413"/>
                <a:ext cx="23979" cy="27170"/>
              </a:xfrm>
              <a:custGeom>
                <a:avLst/>
                <a:gdLst/>
                <a:ahLst/>
                <a:cxnLst/>
                <a:rect l="0" t="0" r="r" b="b"/>
                <a:pathLst>
                  <a:path w="1888" h="2139" fill="norm" stroke="0">
                    <a:moveTo>
                      <a:pt x="525" y="15"/>
                    </a:moveTo>
                    <a:cubicBezTo>
                      <a:pt x="770" y="104"/>
                      <a:pt x="910" y="357"/>
                      <a:pt x="1055" y="564"/>
                    </a:cubicBezTo>
                    <a:cubicBezTo>
                      <a:pt x="1296" y="902"/>
                      <a:pt x="1486" y="1150"/>
                      <a:pt x="1888" y="1306"/>
                    </a:cubicBezTo>
                    <a:cubicBezTo>
                      <a:pt x="1819" y="1581"/>
                      <a:pt x="1751" y="1856"/>
                      <a:pt x="1680" y="2139"/>
                    </a:cubicBezTo>
                    <a:cubicBezTo>
                      <a:pt x="1668" y="2109"/>
                      <a:pt x="1668" y="2109"/>
                      <a:pt x="1611" y="1957"/>
                    </a:cubicBezTo>
                    <a:cubicBezTo>
                      <a:pt x="1414" y="1482"/>
                      <a:pt x="1414" y="1482"/>
                      <a:pt x="1263" y="1306"/>
                    </a:cubicBezTo>
                    <a:cubicBezTo>
                      <a:pt x="1121" y="1273"/>
                      <a:pt x="1027" y="1282"/>
                      <a:pt x="885" y="1306"/>
                    </a:cubicBezTo>
                    <a:cubicBezTo>
                      <a:pt x="701" y="1328"/>
                      <a:pt x="604" y="1300"/>
                      <a:pt x="452" y="1192"/>
                    </a:cubicBezTo>
                    <a:cubicBezTo>
                      <a:pt x="37" y="845"/>
                      <a:pt x="37" y="845"/>
                      <a:pt x="0" y="590"/>
                    </a:cubicBezTo>
                    <a:cubicBezTo>
                      <a:pt x="6" y="496"/>
                      <a:pt x="23" y="419"/>
                      <a:pt x="52" y="329"/>
                    </a:cubicBezTo>
                    <a:cubicBezTo>
                      <a:pt x="61" y="302"/>
                      <a:pt x="70" y="275"/>
                      <a:pt x="79" y="247"/>
                    </a:cubicBezTo>
                    <a:cubicBezTo>
                      <a:pt x="171" y="44"/>
                      <a:pt x="309" y="0"/>
                      <a:pt x="525" y="15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40" name="ICON_C_SIGNAL_GRAPHIC_path_073"/>
              <p:cNvSpPr/>
              <p:nvPr/>
            </p:nvSpPr>
            <p:spPr>
              <a:xfrm>
                <a:off x="3746500" y="7477125"/>
                <a:ext cx="7938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875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619"/>
                      <a:pt x="625" y="1237"/>
                      <a:pt x="625" y="1875"/>
                    </a:cubicBezTo>
                    <a:cubicBezTo>
                      <a:pt x="419" y="1875"/>
                      <a:pt x="212" y="1875"/>
                      <a:pt x="0" y="1875"/>
                    </a:cubicBezTo>
                    <a:cubicBezTo>
                      <a:pt x="0" y="1256"/>
                      <a:pt x="0" y="638"/>
                      <a:pt x="0" y="0"/>
                    </a:cubicBezTo>
                    <a:close/>
                  </a:path>
                </a:pathLst>
              </a:custGeom>
              <a:solidFill>
                <a:srgbClr val="D965B7"/>
              </a:solidFill>
              <a:ln w="2646" cap="flat">
                <a:noFill/>
              </a:ln>
            </p:spPr>
          </p:sp>
          <p:sp>
            <p:nvSpPr>
              <p:cNvPr id="3841" name="ICON_C_SIGNAL_GRAPHIC_path_074"/>
              <p:cNvSpPr/>
              <p:nvPr/>
            </p:nvSpPr>
            <p:spPr>
              <a:xfrm>
                <a:off x="3698875" y="7326312"/>
                <a:ext cx="7938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875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619"/>
                      <a:pt x="625" y="1237"/>
                      <a:pt x="625" y="1875"/>
                    </a:cubicBezTo>
                    <a:cubicBezTo>
                      <a:pt x="419" y="1875"/>
                      <a:pt x="212" y="1875"/>
                      <a:pt x="0" y="1875"/>
                    </a:cubicBezTo>
                    <a:cubicBezTo>
                      <a:pt x="0" y="1256"/>
                      <a:pt x="0" y="638"/>
                      <a:pt x="0" y="0"/>
                    </a:cubicBezTo>
                    <a:close/>
                  </a:path>
                </a:pathLst>
              </a:custGeom>
              <a:solidFill>
                <a:srgbClr val="60AFAC"/>
              </a:solidFill>
              <a:ln w="2646" cap="flat">
                <a:noFill/>
              </a:ln>
            </p:spPr>
          </p:sp>
          <p:sp>
            <p:nvSpPr>
              <p:cNvPr id="3842" name="ICON_C_SIGNAL_GRAPHIC_path_075"/>
              <p:cNvSpPr/>
              <p:nvPr/>
            </p:nvSpPr>
            <p:spPr>
              <a:xfrm>
                <a:off x="2984500" y="7619473"/>
                <a:ext cx="23812" cy="16402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1291" fill="norm" stroke="0">
                    <a:moveTo>
                      <a:pt x="0" y="41"/>
                    </a:moveTo>
                    <a:cubicBezTo>
                      <a:pt x="99" y="33"/>
                      <a:pt x="198" y="24"/>
                      <a:pt x="300" y="15"/>
                    </a:cubicBezTo>
                    <a:cubicBezTo>
                      <a:pt x="315" y="14"/>
                      <a:pt x="315" y="14"/>
                      <a:pt x="393" y="4"/>
                    </a:cubicBezTo>
                    <a:cubicBezTo>
                      <a:pt x="484" y="0"/>
                      <a:pt x="541" y="3"/>
                      <a:pt x="625" y="41"/>
                    </a:cubicBezTo>
                    <a:cubicBezTo>
                      <a:pt x="673" y="131"/>
                      <a:pt x="673" y="131"/>
                      <a:pt x="716" y="243"/>
                    </a:cubicBezTo>
                    <a:cubicBezTo>
                      <a:pt x="777" y="386"/>
                      <a:pt x="804" y="444"/>
                      <a:pt x="947" y="512"/>
                    </a:cubicBezTo>
                    <a:cubicBezTo>
                      <a:pt x="1087" y="546"/>
                      <a:pt x="1225" y="569"/>
                      <a:pt x="1367" y="588"/>
                    </a:cubicBezTo>
                    <a:cubicBezTo>
                      <a:pt x="1416" y="596"/>
                      <a:pt x="1465" y="604"/>
                      <a:pt x="1515" y="613"/>
                    </a:cubicBezTo>
                    <a:cubicBezTo>
                      <a:pt x="1635" y="632"/>
                      <a:pt x="1755" y="650"/>
                      <a:pt x="1875" y="666"/>
                    </a:cubicBezTo>
                    <a:cubicBezTo>
                      <a:pt x="1806" y="873"/>
                      <a:pt x="1738" y="1079"/>
                      <a:pt x="1667" y="1291"/>
                    </a:cubicBezTo>
                    <a:cubicBezTo>
                      <a:pt x="1323" y="1223"/>
                      <a:pt x="979" y="1154"/>
                      <a:pt x="625" y="1083"/>
                    </a:cubicBezTo>
                    <a:cubicBezTo>
                      <a:pt x="625" y="946"/>
                      <a:pt x="625" y="808"/>
                      <a:pt x="625" y="666"/>
                    </a:cubicBezTo>
                    <a:cubicBezTo>
                      <a:pt x="419" y="666"/>
                      <a:pt x="213" y="666"/>
                      <a:pt x="0" y="666"/>
                    </a:cubicBezTo>
                    <a:cubicBezTo>
                      <a:pt x="0" y="460"/>
                      <a:pt x="0" y="254"/>
                      <a:pt x="0" y="41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43" name="ICON_C_SIGNAL_GRAPHIC_path_076"/>
              <p:cNvSpPr/>
              <p:nvPr/>
            </p:nvSpPr>
            <p:spPr>
              <a:xfrm>
                <a:off x="3683000" y="7516812"/>
                <a:ext cx="8840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696" h="1875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40" y="234"/>
                      <a:pt x="652" y="467"/>
                      <a:pt x="659" y="701"/>
                    </a:cubicBezTo>
                    <a:cubicBezTo>
                      <a:pt x="663" y="780"/>
                      <a:pt x="667" y="860"/>
                      <a:pt x="672" y="939"/>
                    </a:cubicBezTo>
                    <a:cubicBezTo>
                      <a:pt x="680" y="1053"/>
                      <a:pt x="683" y="1167"/>
                      <a:pt x="686" y="1282"/>
                    </a:cubicBezTo>
                    <a:cubicBezTo>
                      <a:pt x="689" y="1317"/>
                      <a:pt x="692" y="1352"/>
                      <a:pt x="696" y="1389"/>
                    </a:cubicBezTo>
                    <a:cubicBezTo>
                      <a:pt x="696" y="1490"/>
                      <a:pt x="696" y="1490"/>
                      <a:pt x="625" y="1667"/>
                    </a:cubicBezTo>
                    <a:cubicBezTo>
                      <a:pt x="419" y="1735"/>
                      <a:pt x="212" y="1804"/>
                      <a:pt x="0" y="1875"/>
                    </a:cubicBezTo>
                    <a:cubicBezTo>
                      <a:pt x="0" y="1256"/>
                      <a:pt x="0" y="638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44" name="ICON_C_SIGNAL_GRAPHIC_path_077"/>
              <p:cNvSpPr/>
              <p:nvPr/>
            </p:nvSpPr>
            <p:spPr>
              <a:xfrm>
                <a:off x="3016249" y="7476602"/>
                <a:ext cx="16163" cy="16936"/>
              </a:xfrm>
              <a:custGeom>
                <a:avLst/>
                <a:gdLst/>
                <a:ahLst/>
                <a:cxnLst/>
                <a:rect l="0" t="0" r="r" b="b"/>
                <a:pathLst>
                  <a:path w="1273" h="1334" fill="norm" stroke="0">
                    <a:moveTo>
                      <a:pt x="700" y="9"/>
                    </a:moveTo>
                    <a:cubicBezTo>
                      <a:pt x="787" y="0"/>
                      <a:pt x="864" y="4"/>
                      <a:pt x="951" y="15"/>
                    </a:cubicBezTo>
                    <a:cubicBezTo>
                      <a:pt x="979" y="17"/>
                      <a:pt x="1008" y="19"/>
                      <a:pt x="1038" y="21"/>
                    </a:cubicBezTo>
                    <a:cubicBezTo>
                      <a:pt x="1109" y="26"/>
                      <a:pt x="1180" y="33"/>
                      <a:pt x="1250" y="41"/>
                    </a:cubicBezTo>
                    <a:cubicBezTo>
                      <a:pt x="1256" y="210"/>
                      <a:pt x="1260" y="380"/>
                      <a:pt x="1263" y="549"/>
                    </a:cubicBezTo>
                    <a:cubicBezTo>
                      <a:pt x="1265" y="597"/>
                      <a:pt x="1267" y="645"/>
                      <a:pt x="1268" y="694"/>
                    </a:cubicBezTo>
                    <a:cubicBezTo>
                      <a:pt x="1271" y="895"/>
                      <a:pt x="1273" y="1040"/>
                      <a:pt x="1179" y="1220"/>
                    </a:cubicBezTo>
                    <a:cubicBezTo>
                      <a:pt x="961" y="1334"/>
                      <a:pt x="749" y="1313"/>
                      <a:pt x="508" y="1304"/>
                    </a:cubicBezTo>
                    <a:cubicBezTo>
                      <a:pt x="459" y="1303"/>
                      <a:pt x="410" y="1302"/>
                      <a:pt x="360" y="1301"/>
                    </a:cubicBezTo>
                    <a:cubicBezTo>
                      <a:pt x="240" y="1299"/>
                      <a:pt x="120" y="1295"/>
                      <a:pt x="0" y="1291"/>
                    </a:cubicBezTo>
                    <a:cubicBezTo>
                      <a:pt x="305" y="681"/>
                      <a:pt x="305" y="681"/>
                      <a:pt x="362" y="570"/>
                    </a:cubicBezTo>
                    <a:cubicBezTo>
                      <a:pt x="399" y="494"/>
                      <a:pt x="434" y="417"/>
                      <a:pt x="466" y="338"/>
                    </a:cubicBezTo>
                    <a:cubicBezTo>
                      <a:pt x="584" y="59"/>
                      <a:pt x="584" y="59"/>
                      <a:pt x="700" y="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45" name="ICON_C_SIGNAL_GRAPHIC_path_078"/>
              <p:cNvSpPr/>
              <p:nvPr/>
            </p:nvSpPr>
            <p:spPr>
              <a:xfrm>
                <a:off x="3246438" y="7373938"/>
                <a:ext cx="8909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701" h="1875" fill="norm" stroke="0">
                    <a:moveTo>
                      <a:pt x="0" y="0"/>
                    </a:moveTo>
                    <a:cubicBezTo>
                      <a:pt x="206" y="69"/>
                      <a:pt x="413" y="138"/>
                      <a:pt x="625" y="208"/>
                    </a:cubicBezTo>
                    <a:cubicBezTo>
                      <a:pt x="692" y="376"/>
                      <a:pt x="701" y="425"/>
                      <a:pt x="686" y="593"/>
                    </a:cubicBezTo>
                    <a:cubicBezTo>
                      <a:pt x="685" y="630"/>
                      <a:pt x="684" y="667"/>
                      <a:pt x="683" y="704"/>
                    </a:cubicBezTo>
                    <a:cubicBezTo>
                      <a:pt x="680" y="821"/>
                      <a:pt x="672" y="938"/>
                      <a:pt x="664" y="1055"/>
                    </a:cubicBezTo>
                    <a:cubicBezTo>
                      <a:pt x="661" y="1134"/>
                      <a:pt x="658" y="1213"/>
                      <a:pt x="655" y="1293"/>
                    </a:cubicBezTo>
                    <a:cubicBezTo>
                      <a:pt x="649" y="1487"/>
                      <a:pt x="638" y="1681"/>
                      <a:pt x="625" y="1875"/>
                    </a:cubicBezTo>
                    <a:cubicBezTo>
                      <a:pt x="419" y="1875"/>
                      <a:pt x="213" y="1875"/>
                      <a:pt x="0" y="1875"/>
                    </a:cubicBezTo>
                    <a:cubicBezTo>
                      <a:pt x="0" y="1256"/>
                      <a:pt x="0" y="638"/>
                      <a:pt x="0" y="0"/>
                    </a:cubicBezTo>
                    <a:close/>
                  </a:path>
                </a:pathLst>
              </a:custGeom>
              <a:solidFill>
                <a:srgbClr val="79A2B9"/>
              </a:solidFill>
              <a:ln w="2646" cap="flat">
                <a:noFill/>
              </a:ln>
            </p:spPr>
          </p:sp>
          <p:sp>
            <p:nvSpPr>
              <p:cNvPr id="3846" name="ICON_C_SIGNAL_GRAPHIC_path_079"/>
              <p:cNvSpPr/>
              <p:nvPr/>
            </p:nvSpPr>
            <p:spPr>
              <a:xfrm>
                <a:off x="4253188" y="7600438"/>
                <a:ext cx="21270" cy="22209"/>
              </a:xfrm>
              <a:custGeom>
                <a:avLst/>
                <a:gdLst/>
                <a:ahLst/>
                <a:cxnLst/>
                <a:rect l="0" t="0" r="r" b="b"/>
                <a:pathLst>
                  <a:path w="1675" h="1749" fill="norm" stroke="0">
                    <a:moveTo>
                      <a:pt x="1219" y="68"/>
                    </a:moveTo>
                    <a:cubicBezTo>
                      <a:pt x="1426" y="136"/>
                      <a:pt x="1531" y="235"/>
                      <a:pt x="1636" y="425"/>
                    </a:cubicBezTo>
                    <a:cubicBezTo>
                      <a:pt x="1675" y="622"/>
                      <a:pt x="1675" y="745"/>
                      <a:pt x="1562" y="915"/>
                    </a:cubicBezTo>
                    <a:cubicBezTo>
                      <a:pt x="1258" y="1183"/>
                      <a:pt x="880" y="1361"/>
                      <a:pt x="520" y="1540"/>
                    </a:cubicBezTo>
                    <a:cubicBezTo>
                      <a:pt x="499" y="1551"/>
                      <a:pt x="499" y="1551"/>
                      <a:pt x="393" y="1604"/>
                    </a:cubicBezTo>
                    <a:cubicBezTo>
                      <a:pt x="296" y="1653"/>
                      <a:pt x="200" y="1701"/>
                      <a:pt x="103" y="1749"/>
                    </a:cubicBezTo>
                    <a:cubicBezTo>
                      <a:pt x="40" y="1416"/>
                      <a:pt x="0" y="1095"/>
                      <a:pt x="175" y="791"/>
                    </a:cubicBezTo>
                    <a:cubicBezTo>
                      <a:pt x="413" y="470"/>
                      <a:pt x="779" y="0"/>
                      <a:pt x="1219" y="68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47" name="ICON_C_SIGNAL_GRAPHIC_path_080"/>
              <p:cNvSpPr/>
              <p:nvPr/>
            </p:nvSpPr>
            <p:spPr>
              <a:xfrm>
                <a:off x="4505762" y="7381875"/>
                <a:ext cx="13565" cy="18539"/>
              </a:xfrm>
              <a:custGeom>
                <a:avLst/>
                <a:gdLst/>
                <a:ahLst/>
                <a:cxnLst/>
                <a:rect l="0" t="0" r="r" b="b"/>
                <a:pathLst>
                  <a:path w="1068" h="1460" fill="norm" stroke="0">
                    <a:moveTo>
                      <a:pt x="216" y="0"/>
                    </a:moveTo>
                    <a:cubicBezTo>
                      <a:pt x="422" y="0"/>
                      <a:pt x="628" y="0"/>
                      <a:pt x="841" y="0"/>
                    </a:cubicBezTo>
                    <a:cubicBezTo>
                      <a:pt x="880" y="174"/>
                      <a:pt x="918" y="347"/>
                      <a:pt x="952" y="523"/>
                    </a:cubicBezTo>
                    <a:cubicBezTo>
                      <a:pt x="965" y="582"/>
                      <a:pt x="978" y="641"/>
                      <a:pt x="991" y="700"/>
                    </a:cubicBezTo>
                    <a:cubicBezTo>
                      <a:pt x="1035" y="887"/>
                      <a:pt x="1068" y="1058"/>
                      <a:pt x="1049" y="1250"/>
                    </a:cubicBezTo>
                    <a:cubicBezTo>
                      <a:pt x="957" y="1365"/>
                      <a:pt x="888" y="1403"/>
                      <a:pt x="750" y="1449"/>
                    </a:cubicBezTo>
                    <a:cubicBezTo>
                      <a:pt x="614" y="1460"/>
                      <a:pt x="561" y="1444"/>
                      <a:pt x="447" y="1371"/>
                    </a:cubicBezTo>
                    <a:cubicBezTo>
                      <a:pt x="363" y="1297"/>
                      <a:pt x="363" y="1297"/>
                      <a:pt x="281" y="1211"/>
                    </a:cubicBezTo>
                    <a:cubicBezTo>
                      <a:pt x="253" y="1183"/>
                      <a:pt x="225" y="1155"/>
                      <a:pt x="196" y="1126"/>
                    </a:cubicBezTo>
                    <a:cubicBezTo>
                      <a:pt x="84" y="996"/>
                      <a:pt x="11" y="895"/>
                      <a:pt x="0" y="721"/>
                    </a:cubicBezTo>
                    <a:cubicBezTo>
                      <a:pt x="30" y="467"/>
                      <a:pt x="117" y="235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646" cap="flat">
                <a:noFill/>
              </a:ln>
            </p:spPr>
          </p:sp>
          <p:sp>
            <p:nvSpPr>
              <p:cNvPr id="3848" name="ICON_C_SIGNAL_GRAPHIC_path_081"/>
              <p:cNvSpPr/>
              <p:nvPr/>
            </p:nvSpPr>
            <p:spPr>
              <a:xfrm>
                <a:off x="3354597" y="7627938"/>
                <a:ext cx="13549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067" h="1458" fill="norm" stroke="0">
                    <a:moveTo>
                      <a:pt x="234" y="0"/>
                    </a:moveTo>
                    <a:cubicBezTo>
                      <a:pt x="440" y="0"/>
                      <a:pt x="646" y="0"/>
                      <a:pt x="859" y="0"/>
                    </a:cubicBezTo>
                    <a:cubicBezTo>
                      <a:pt x="927" y="481"/>
                      <a:pt x="996" y="962"/>
                      <a:pt x="1067" y="1458"/>
                    </a:cubicBezTo>
                    <a:cubicBezTo>
                      <a:pt x="325" y="1339"/>
                      <a:pt x="325" y="1339"/>
                      <a:pt x="170" y="1189"/>
                    </a:cubicBezTo>
                    <a:cubicBezTo>
                      <a:pt x="8" y="941"/>
                      <a:pt x="0" y="641"/>
                      <a:pt x="56" y="358"/>
                    </a:cubicBezTo>
                    <a:cubicBezTo>
                      <a:pt x="60" y="344"/>
                      <a:pt x="60" y="344"/>
                      <a:pt x="77" y="273"/>
                    </a:cubicBezTo>
                    <a:cubicBezTo>
                      <a:pt x="83" y="246"/>
                      <a:pt x="88" y="219"/>
                      <a:pt x="94" y="191"/>
                    </a:cubicBezTo>
                    <a:cubicBezTo>
                      <a:pt x="120" y="115"/>
                      <a:pt x="120" y="115"/>
                      <a:pt x="2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646" cap="flat">
                <a:noFill/>
              </a:ln>
            </p:spPr>
          </p:sp>
          <p:sp>
            <p:nvSpPr>
              <p:cNvPr id="3849" name="ICON_C_SIGNAL_GRAPHIC_path_082"/>
              <p:cNvSpPr/>
              <p:nvPr/>
            </p:nvSpPr>
            <p:spPr>
              <a:xfrm>
                <a:off x="3143250" y="7617354"/>
                <a:ext cx="17039" cy="19346"/>
              </a:xfrm>
              <a:custGeom>
                <a:avLst/>
                <a:gdLst/>
                <a:ahLst/>
                <a:cxnLst/>
                <a:rect l="0" t="0" r="r" b="b"/>
                <a:pathLst>
                  <a:path w="1342" h="1523" fill="norm" stroke="0">
                    <a:moveTo>
                      <a:pt x="625" y="0"/>
                    </a:moveTo>
                    <a:cubicBezTo>
                      <a:pt x="1102" y="100"/>
                      <a:pt x="1102" y="100"/>
                      <a:pt x="1250" y="208"/>
                    </a:cubicBezTo>
                    <a:cubicBezTo>
                      <a:pt x="1340" y="394"/>
                      <a:pt x="1342" y="551"/>
                      <a:pt x="1287" y="746"/>
                    </a:cubicBezTo>
                    <a:cubicBezTo>
                      <a:pt x="1161" y="1044"/>
                      <a:pt x="904" y="1301"/>
                      <a:pt x="625" y="1458"/>
                    </a:cubicBezTo>
                    <a:cubicBezTo>
                      <a:pt x="405" y="1523"/>
                      <a:pt x="229" y="1491"/>
                      <a:pt x="0" y="1458"/>
                    </a:cubicBezTo>
                    <a:cubicBezTo>
                      <a:pt x="0" y="1252"/>
                      <a:pt x="0" y="1046"/>
                      <a:pt x="0" y="833"/>
                    </a:cubicBezTo>
                    <a:cubicBezTo>
                      <a:pt x="137" y="833"/>
                      <a:pt x="275" y="833"/>
                      <a:pt x="417" y="833"/>
                    </a:cubicBezTo>
                    <a:cubicBezTo>
                      <a:pt x="485" y="558"/>
                      <a:pt x="554" y="283"/>
                      <a:pt x="625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50" name="ICON_C_SIGNAL_GRAPHIC_path_083"/>
              <p:cNvSpPr/>
              <p:nvPr/>
            </p:nvSpPr>
            <p:spPr>
              <a:xfrm>
                <a:off x="3219318" y="7602826"/>
                <a:ext cx="14552" cy="17605"/>
              </a:xfrm>
              <a:custGeom>
                <a:avLst/>
                <a:gdLst/>
                <a:ahLst/>
                <a:cxnLst/>
                <a:rect l="0" t="0" r="r" b="b"/>
                <a:pathLst>
                  <a:path w="1146" h="1386" fill="norm" stroke="0">
                    <a:moveTo>
                      <a:pt x="885" y="102"/>
                    </a:moveTo>
                    <a:cubicBezTo>
                      <a:pt x="1146" y="914"/>
                      <a:pt x="1146" y="914"/>
                      <a:pt x="1042" y="1196"/>
                    </a:cubicBezTo>
                    <a:cubicBezTo>
                      <a:pt x="981" y="1289"/>
                      <a:pt x="981" y="1289"/>
                      <a:pt x="885" y="1352"/>
                    </a:cubicBezTo>
                    <a:cubicBezTo>
                      <a:pt x="671" y="1386"/>
                      <a:pt x="475" y="1377"/>
                      <a:pt x="260" y="1352"/>
                    </a:cubicBezTo>
                    <a:cubicBezTo>
                      <a:pt x="0" y="541"/>
                      <a:pt x="0" y="541"/>
                      <a:pt x="104" y="259"/>
                    </a:cubicBezTo>
                    <a:cubicBezTo>
                      <a:pt x="274" y="0"/>
                      <a:pt x="615" y="72"/>
                      <a:pt x="885" y="102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51" name="ICON_C_SIGNAL_GRAPHIC_path_084"/>
              <p:cNvSpPr/>
              <p:nvPr/>
            </p:nvSpPr>
            <p:spPr>
              <a:xfrm>
                <a:off x="3164417" y="7593542"/>
                <a:ext cx="13229" cy="18852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484" fill="norm" stroke="0">
                    <a:moveTo>
                      <a:pt x="208" y="0"/>
                    </a:moveTo>
                    <a:cubicBezTo>
                      <a:pt x="483" y="275"/>
                      <a:pt x="758" y="550"/>
                      <a:pt x="1042" y="833"/>
                    </a:cubicBezTo>
                    <a:cubicBezTo>
                      <a:pt x="773" y="1350"/>
                      <a:pt x="773" y="1350"/>
                      <a:pt x="625" y="1458"/>
                    </a:cubicBezTo>
                    <a:cubicBezTo>
                      <a:pt x="395" y="1484"/>
                      <a:pt x="199" y="1349"/>
                      <a:pt x="0" y="1250"/>
                    </a:cubicBezTo>
                    <a:cubicBezTo>
                      <a:pt x="69" y="837"/>
                      <a:pt x="138" y="425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52" name="ICON_C_SIGNAL_GRAPHIC_path_085"/>
              <p:cNvSpPr/>
              <p:nvPr/>
            </p:nvSpPr>
            <p:spPr>
              <a:xfrm>
                <a:off x="3118612" y="7612062"/>
                <a:ext cx="16700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315" h="1458" fill="norm" stroke="0">
                    <a:moveTo>
                      <a:pt x="65" y="0"/>
                    </a:moveTo>
                    <a:cubicBezTo>
                      <a:pt x="340" y="69"/>
                      <a:pt x="615" y="138"/>
                      <a:pt x="898" y="208"/>
                    </a:cubicBezTo>
                    <a:cubicBezTo>
                      <a:pt x="898" y="346"/>
                      <a:pt x="898" y="483"/>
                      <a:pt x="898" y="625"/>
                    </a:cubicBezTo>
                    <a:cubicBezTo>
                      <a:pt x="1036" y="625"/>
                      <a:pt x="1173" y="625"/>
                      <a:pt x="1315" y="625"/>
                    </a:cubicBezTo>
                    <a:cubicBezTo>
                      <a:pt x="1178" y="900"/>
                      <a:pt x="1040" y="1175"/>
                      <a:pt x="898" y="1458"/>
                    </a:cubicBezTo>
                    <a:cubicBezTo>
                      <a:pt x="59" y="720"/>
                      <a:pt x="59" y="720"/>
                      <a:pt x="10" y="430"/>
                    </a:cubicBezTo>
                    <a:cubicBezTo>
                      <a:pt x="0" y="276"/>
                      <a:pt x="33" y="160"/>
                      <a:pt x="65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53" name="ICON_C_SIGNAL_GRAPHIC_path_086"/>
              <p:cNvSpPr/>
              <p:nvPr/>
            </p:nvSpPr>
            <p:spPr>
              <a:xfrm>
                <a:off x="3690938" y="7595251"/>
                <a:ext cx="15875" cy="19457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532" fill="norm" stroke="0">
                    <a:moveTo>
                      <a:pt x="1250" y="74"/>
                    </a:moveTo>
                    <a:cubicBezTo>
                      <a:pt x="1250" y="280"/>
                      <a:pt x="1250" y="486"/>
                      <a:pt x="1250" y="699"/>
                    </a:cubicBezTo>
                    <a:cubicBezTo>
                      <a:pt x="1186" y="690"/>
                      <a:pt x="1122" y="682"/>
                      <a:pt x="1056" y="673"/>
                    </a:cubicBezTo>
                    <a:cubicBezTo>
                      <a:pt x="941" y="673"/>
                      <a:pt x="941" y="673"/>
                      <a:pt x="833" y="699"/>
                    </a:cubicBezTo>
                    <a:cubicBezTo>
                      <a:pt x="719" y="821"/>
                      <a:pt x="662" y="962"/>
                      <a:pt x="599" y="1115"/>
                    </a:cubicBezTo>
                    <a:cubicBezTo>
                      <a:pt x="581" y="1155"/>
                      <a:pt x="563" y="1195"/>
                      <a:pt x="544" y="1236"/>
                    </a:cubicBezTo>
                    <a:cubicBezTo>
                      <a:pt x="500" y="1334"/>
                      <a:pt x="458" y="1433"/>
                      <a:pt x="417" y="1532"/>
                    </a:cubicBezTo>
                    <a:cubicBezTo>
                      <a:pt x="39" y="1010"/>
                      <a:pt x="39" y="1010"/>
                      <a:pt x="0" y="699"/>
                    </a:cubicBezTo>
                    <a:cubicBezTo>
                      <a:pt x="81" y="439"/>
                      <a:pt x="304" y="263"/>
                      <a:pt x="527" y="122"/>
                    </a:cubicBezTo>
                    <a:cubicBezTo>
                      <a:pt x="775" y="0"/>
                      <a:pt x="980" y="35"/>
                      <a:pt x="1250" y="74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54" name="ICON_C_SIGNAL_GRAPHIC_path_087"/>
              <p:cNvSpPr/>
              <p:nvPr/>
            </p:nvSpPr>
            <p:spPr>
              <a:xfrm>
                <a:off x="3222625" y="7580312"/>
                <a:ext cx="105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42" fill="norm" stroke="0">
                    <a:moveTo>
                      <a:pt x="208" y="0"/>
                    </a:moveTo>
                    <a:cubicBezTo>
                      <a:pt x="415" y="0"/>
                      <a:pt x="621" y="0"/>
                      <a:pt x="833" y="0"/>
                    </a:cubicBezTo>
                    <a:cubicBezTo>
                      <a:pt x="833" y="344"/>
                      <a:pt x="833" y="688"/>
                      <a:pt x="833" y="1042"/>
                    </a:cubicBezTo>
                    <a:cubicBezTo>
                      <a:pt x="558" y="1042"/>
                      <a:pt x="283" y="1042"/>
                      <a:pt x="0" y="1042"/>
                    </a:cubicBezTo>
                    <a:cubicBezTo>
                      <a:pt x="69" y="698"/>
                      <a:pt x="138" y="354"/>
                      <a:pt x="208" y="0"/>
                    </a:cubicBezTo>
                    <a:close/>
                  </a:path>
                </a:pathLst>
              </a:custGeom>
              <a:solidFill>
                <a:srgbClr val="B196D6"/>
              </a:solidFill>
              <a:ln w="2646" cap="flat">
                <a:noFill/>
              </a:ln>
            </p:spPr>
          </p:sp>
          <p:sp>
            <p:nvSpPr>
              <p:cNvPr id="3855" name="ICON_C_SIGNAL_GRAPHIC_path_088"/>
              <p:cNvSpPr/>
              <p:nvPr/>
            </p:nvSpPr>
            <p:spPr>
              <a:xfrm>
                <a:off x="3817936" y="7571852"/>
                <a:ext cx="15875" cy="19045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500" fill="norm" stroke="0">
                    <a:moveTo>
                      <a:pt x="700" y="9"/>
                    </a:moveTo>
                    <a:cubicBezTo>
                      <a:pt x="788" y="0"/>
                      <a:pt x="863" y="4"/>
                      <a:pt x="951" y="15"/>
                    </a:cubicBezTo>
                    <a:cubicBezTo>
                      <a:pt x="1000" y="19"/>
                      <a:pt x="1000" y="19"/>
                      <a:pt x="1250" y="41"/>
                    </a:cubicBezTo>
                    <a:cubicBezTo>
                      <a:pt x="1250" y="248"/>
                      <a:pt x="1250" y="454"/>
                      <a:pt x="1250" y="666"/>
                    </a:cubicBezTo>
                    <a:cubicBezTo>
                      <a:pt x="1186" y="658"/>
                      <a:pt x="1122" y="649"/>
                      <a:pt x="1056" y="640"/>
                    </a:cubicBezTo>
                    <a:cubicBezTo>
                      <a:pt x="941" y="640"/>
                      <a:pt x="941" y="640"/>
                      <a:pt x="833" y="666"/>
                    </a:cubicBezTo>
                    <a:cubicBezTo>
                      <a:pt x="719" y="788"/>
                      <a:pt x="662" y="929"/>
                      <a:pt x="599" y="1083"/>
                    </a:cubicBezTo>
                    <a:cubicBezTo>
                      <a:pt x="581" y="1123"/>
                      <a:pt x="563" y="1162"/>
                      <a:pt x="545" y="1203"/>
                    </a:cubicBezTo>
                    <a:cubicBezTo>
                      <a:pt x="500" y="1301"/>
                      <a:pt x="458" y="1400"/>
                      <a:pt x="417" y="1500"/>
                    </a:cubicBezTo>
                    <a:cubicBezTo>
                      <a:pt x="279" y="1431"/>
                      <a:pt x="142" y="1362"/>
                      <a:pt x="0" y="1291"/>
                    </a:cubicBezTo>
                    <a:cubicBezTo>
                      <a:pt x="305" y="681"/>
                      <a:pt x="305" y="681"/>
                      <a:pt x="362" y="570"/>
                    </a:cubicBezTo>
                    <a:cubicBezTo>
                      <a:pt x="399" y="494"/>
                      <a:pt x="434" y="417"/>
                      <a:pt x="466" y="338"/>
                    </a:cubicBezTo>
                    <a:cubicBezTo>
                      <a:pt x="584" y="59"/>
                      <a:pt x="584" y="59"/>
                      <a:pt x="700" y="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56" name="ICON_C_SIGNAL_GRAPHIC_path_089"/>
              <p:cNvSpPr/>
              <p:nvPr/>
            </p:nvSpPr>
            <p:spPr>
              <a:xfrm>
                <a:off x="3500438" y="7571393"/>
                <a:ext cx="16491" cy="16857"/>
              </a:xfrm>
              <a:custGeom>
                <a:avLst/>
                <a:gdLst/>
                <a:ahLst/>
                <a:cxnLst/>
                <a:rect l="0" t="0" r="r" b="b"/>
                <a:pathLst>
                  <a:path w="1299" h="1327" fill="norm" stroke="0">
                    <a:moveTo>
                      <a:pt x="0" y="77"/>
                    </a:moveTo>
                    <a:cubicBezTo>
                      <a:pt x="541" y="0"/>
                      <a:pt x="541" y="0"/>
                      <a:pt x="806" y="194"/>
                    </a:cubicBezTo>
                    <a:cubicBezTo>
                      <a:pt x="1024" y="382"/>
                      <a:pt x="1249" y="585"/>
                      <a:pt x="1289" y="883"/>
                    </a:cubicBezTo>
                    <a:cubicBezTo>
                      <a:pt x="1299" y="1039"/>
                      <a:pt x="1273" y="1167"/>
                      <a:pt x="1250" y="1327"/>
                    </a:cubicBezTo>
                    <a:cubicBezTo>
                      <a:pt x="975" y="1259"/>
                      <a:pt x="700" y="1190"/>
                      <a:pt x="417" y="1119"/>
                    </a:cubicBezTo>
                    <a:cubicBezTo>
                      <a:pt x="417" y="981"/>
                      <a:pt x="417" y="844"/>
                      <a:pt x="417" y="702"/>
                    </a:cubicBezTo>
                    <a:cubicBezTo>
                      <a:pt x="279" y="702"/>
                      <a:pt x="142" y="702"/>
                      <a:pt x="0" y="702"/>
                    </a:cubicBezTo>
                    <a:cubicBezTo>
                      <a:pt x="0" y="496"/>
                      <a:pt x="0" y="290"/>
                      <a:pt x="0" y="77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57" name="ICON_C_SIGNAL_GRAPHIC_path_090"/>
              <p:cNvSpPr/>
              <p:nvPr/>
            </p:nvSpPr>
            <p:spPr>
              <a:xfrm>
                <a:off x="4397374" y="7563914"/>
                <a:ext cx="15875" cy="19045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500" fill="norm" stroke="0">
                    <a:moveTo>
                      <a:pt x="700" y="9"/>
                    </a:moveTo>
                    <a:cubicBezTo>
                      <a:pt x="788" y="0"/>
                      <a:pt x="863" y="4"/>
                      <a:pt x="951" y="15"/>
                    </a:cubicBezTo>
                    <a:cubicBezTo>
                      <a:pt x="1000" y="19"/>
                      <a:pt x="1000" y="19"/>
                      <a:pt x="1250" y="41"/>
                    </a:cubicBezTo>
                    <a:cubicBezTo>
                      <a:pt x="1250" y="248"/>
                      <a:pt x="1250" y="454"/>
                      <a:pt x="1250" y="666"/>
                    </a:cubicBezTo>
                    <a:cubicBezTo>
                      <a:pt x="1186" y="658"/>
                      <a:pt x="1122" y="649"/>
                      <a:pt x="1056" y="640"/>
                    </a:cubicBezTo>
                    <a:cubicBezTo>
                      <a:pt x="941" y="640"/>
                      <a:pt x="941" y="640"/>
                      <a:pt x="833" y="666"/>
                    </a:cubicBezTo>
                    <a:cubicBezTo>
                      <a:pt x="719" y="788"/>
                      <a:pt x="662" y="929"/>
                      <a:pt x="599" y="1083"/>
                    </a:cubicBezTo>
                    <a:cubicBezTo>
                      <a:pt x="581" y="1123"/>
                      <a:pt x="563" y="1162"/>
                      <a:pt x="545" y="1203"/>
                    </a:cubicBezTo>
                    <a:cubicBezTo>
                      <a:pt x="500" y="1301"/>
                      <a:pt x="458" y="1400"/>
                      <a:pt x="417" y="1500"/>
                    </a:cubicBezTo>
                    <a:cubicBezTo>
                      <a:pt x="279" y="1431"/>
                      <a:pt x="142" y="1362"/>
                      <a:pt x="0" y="1291"/>
                    </a:cubicBezTo>
                    <a:cubicBezTo>
                      <a:pt x="305" y="681"/>
                      <a:pt x="305" y="681"/>
                      <a:pt x="362" y="570"/>
                    </a:cubicBezTo>
                    <a:cubicBezTo>
                      <a:pt x="399" y="494"/>
                      <a:pt x="434" y="417"/>
                      <a:pt x="466" y="338"/>
                    </a:cubicBezTo>
                    <a:cubicBezTo>
                      <a:pt x="584" y="59"/>
                      <a:pt x="584" y="59"/>
                      <a:pt x="700" y="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58" name="ICON_C_SIGNAL_GRAPHIC_path_091"/>
              <p:cNvSpPr/>
              <p:nvPr/>
            </p:nvSpPr>
            <p:spPr>
              <a:xfrm>
                <a:off x="3127374" y="7555977"/>
                <a:ext cx="15875" cy="19045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500" fill="norm" stroke="0">
                    <a:moveTo>
                      <a:pt x="700" y="9"/>
                    </a:moveTo>
                    <a:cubicBezTo>
                      <a:pt x="788" y="0"/>
                      <a:pt x="862" y="4"/>
                      <a:pt x="951" y="15"/>
                    </a:cubicBezTo>
                    <a:cubicBezTo>
                      <a:pt x="1000" y="19"/>
                      <a:pt x="1000" y="19"/>
                      <a:pt x="1250" y="41"/>
                    </a:cubicBezTo>
                    <a:cubicBezTo>
                      <a:pt x="1250" y="248"/>
                      <a:pt x="1250" y="454"/>
                      <a:pt x="1250" y="666"/>
                    </a:cubicBezTo>
                    <a:cubicBezTo>
                      <a:pt x="1186" y="658"/>
                      <a:pt x="1122" y="649"/>
                      <a:pt x="1056" y="640"/>
                    </a:cubicBezTo>
                    <a:cubicBezTo>
                      <a:pt x="941" y="640"/>
                      <a:pt x="941" y="640"/>
                      <a:pt x="833" y="666"/>
                    </a:cubicBezTo>
                    <a:cubicBezTo>
                      <a:pt x="719" y="788"/>
                      <a:pt x="662" y="929"/>
                      <a:pt x="599" y="1083"/>
                    </a:cubicBezTo>
                    <a:cubicBezTo>
                      <a:pt x="581" y="1123"/>
                      <a:pt x="563" y="1162"/>
                      <a:pt x="545" y="1203"/>
                    </a:cubicBezTo>
                    <a:cubicBezTo>
                      <a:pt x="500" y="1301"/>
                      <a:pt x="458" y="1400"/>
                      <a:pt x="417" y="1500"/>
                    </a:cubicBezTo>
                    <a:cubicBezTo>
                      <a:pt x="279" y="1431"/>
                      <a:pt x="142" y="1362"/>
                      <a:pt x="0" y="1291"/>
                    </a:cubicBezTo>
                    <a:cubicBezTo>
                      <a:pt x="305" y="681"/>
                      <a:pt x="305" y="681"/>
                      <a:pt x="362" y="570"/>
                    </a:cubicBezTo>
                    <a:cubicBezTo>
                      <a:pt x="399" y="494"/>
                      <a:pt x="434" y="417"/>
                      <a:pt x="466" y="338"/>
                    </a:cubicBezTo>
                    <a:cubicBezTo>
                      <a:pt x="584" y="59"/>
                      <a:pt x="584" y="59"/>
                      <a:pt x="700" y="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59" name="ICON_C_SIGNAL_GRAPHIC_path_092"/>
              <p:cNvSpPr/>
              <p:nvPr/>
            </p:nvSpPr>
            <p:spPr>
              <a:xfrm>
                <a:off x="3738562" y="7623395"/>
                <a:ext cx="15875" cy="12480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983" fill="norm" stroke="0">
                    <a:moveTo>
                      <a:pt x="1250" y="358"/>
                    </a:moveTo>
                    <a:cubicBezTo>
                      <a:pt x="1250" y="564"/>
                      <a:pt x="1250" y="770"/>
                      <a:pt x="1250" y="983"/>
                    </a:cubicBezTo>
                    <a:cubicBezTo>
                      <a:pt x="837" y="983"/>
                      <a:pt x="425" y="983"/>
                      <a:pt x="0" y="983"/>
                    </a:cubicBezTo>
                    <a:cubicBezTo>
                      <a:pt x="0" y="776"/>
                      <a:pt x="0" y="570"/>
                      <a:pt x="0" y="358"/>
                    </a:cubicBezTo>
                    <a:cubicBezTo>
                      <a:pt x="358" y="0"/>
                      <a:pt x="822" y="222"/>
                      <a:pt x="1250" y="358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60" name="ICON_C_SIGNAL_GRAPHIC_path_093"/>
              <p:cNvSpPr/>
              <p:nvPr/>
            </p:nvSpPr>
            <p:spPr>
              <a:xfrm>
                <a:off x="4055488" y="7617354"/>
                <a:ext cx="17121" cy="19447"/>
              </a:xfrm>
              <a:custGeom>
                <a:avLst/>
                <a:gdLst/>
                <a:ahLst/>
                <a:cxnLst/>
                <a:rect l="0" t="0" r="r" b="b"/>
                <a:pathLst>
                  <a:path w="1348" h="1531" fill="norm" stroke="0">
                    <a:moveTo>
                      <a:pt x="45" y="0"/>
                    </a:moveTo>
                    <a:cubicBezTo>
                      <a:pt x="225" y="104"/>
                      <a:pt x="403" y="212"/>
                      <a:pt x="579" y="322"/>
                    </a:cubicBezTo>
                    <a:cubicBezTo>
                      <a:pt x="639" y="359"/>
                      <a:pt x="700" y="395"/>
                      <a:pt x="761" y="430"/>
                    </a:cubicBezTo>
                    <a:cubicBezTo>
                      <a:pt x="1257" y="718"/>
                      <a:pt x="1257" y="718"/>
                      <a:pt x="1322" y="915"/>
                    </a:cubicBezTo>
                    <a:cubicBezTo>
                      <a:pt x="1348" y="1100"/>
                      <a:pt x="1329" y="1275"/>
                      <a:pt x="1295" y="1458"/>
                    </a:cubicBezTo>
                    <a:cubicBezTo>
                      <a:pt x="988" y="1506"/>
                      <a:pt x="754" y="1531"/>
                      <a:pt x="490" y="1349"/>
                    </a:cubicBezTo>
                    <a:cubicBezTo>
                      <a:pt x="240" y="1143"/>
                      <a:pt x="41" y="938"/>
                      <a:pt x="6" y="606"/>
                    </a:cubicBezTo>
                    <a:cubicBezTo>
                      <a:pt x="0" y="402"/>
                      <a:pt x="15" y="202"/>
                      <a:pt x="45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61" name="ICON_C_SIGNAL_GRAPHIC_path_094"/>
              <p:cNvSpPr/>
              <p:nvPr/>
            </p:nvSpPr>
            <p:spPr>
              <a:xfrm>
                <a:off x="3167062" y="7618965"/>
                <a:ext cx="18521" cy="16910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1331" fill="norm" stroke="0">
                    <a:moveTo>
                      <a:pt x="0" y="81"/>
                    </a:moveTo>
                    <a:cubicBezTo>
                      <a:pt x="407" y="0"/>
                      <a:pt x="407" y="0"/>
                      <a:pt x="625" y="81"/>
                    </a:cubicBezTo>
                    <a:cubicBezTo>
                      <a:pt x="794" y="195"/>
                      <a:pt x="937" y="329"/>
                      <a:pt x="1081" y="472"/>
                    </a:cubicBezTo>
                    <a:cubicBezTo>
                      <a:pt x="1100" y="490"/>
                      <a:pt x="1118" y="508"/>
                      <a:pt x="1138" y="527"/>
                    </a:cubicBezTo>
                    <a:cubicBezTo>
                      <a:pt x="1262" y="649"/>
                      <a:pt x="1376" y="761"/>
                      <a:pt x="1458" y="915"/>
                    </a:cubicBezTo>
                    <a:cubicBezTo>
                      <a:pt x="1458" y="1052"/>
                      <a:pt x="1458" y="1190"/>
                      <a:pt x="1458" y="1331"/>
                    </a:cubicBezTo>
                    <a:cubicBezTo>
                      <a:pt x="1183" y="1263"/>
                      <a:pt x="908" y="1194"/>
                      <a:pt x="625" y="1123"/>
                    </a:cubicBezTo>
                    <a:cubicBezTo>
                      <a:pt x="625" y="986"/>
                      <a:pt x="625" y="848"/>
                      <a:pt x="625" y="706"/>
                    </a:cubicBezTo>
                    <a:cubicBezTo>
                      <a:pt x="419" y="706"/>
                      <a:pt x="213" y="706"/>
                      <a:pt x="0" y="706"/>
                    </a:cubicBezTo>
                    <a:cubicBezTo>
                      <a:pt x="0" y="500"/>
                      <a:pt x="0" y="294"/>
                      <a:pt x="0" y="81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62" name="ICON_C_SIGNAL_GRAPHIC_path_095"/>
              <p:cNvSpPr/>
              <p:nvPr/>
            </p:nvSpPr>
            <p:spPr>
              <a:xfrm>
                <a:off x="4008438" y="7609417"/>
                <a:ext cx="16711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316" h="1667" fill="norm" stroke="0">
                    <a:moveTo>
                      <a:pt x="0" y="0"/>
                    </a:moveTo>
                    <a:cubicBezTo>
                      <a:pt x="490" y="117"/>
                      <a:pt x="913" y="308"/>
                      <a:pt x="1209" y="736"/>
                    </a:cubicBezTo>
                    <a:cubicBezTo>
                      <a:pt x="1316" y="988"/>
                      <a:pt x="1199" y="1263"/>
                      <a:pt x="1109" y="1506"/>
                    </a:cubicBezTo>
                    <a:cubicBezTo>
                      <a:pt x="1087" y="1560"/>
                      <a:pt x="1065" y="1614"/>
                      <a:pt x="1042" y="1667"/>
                    </a:cubicBezTo>
                    <a:cubicBezTo>
                      <a:pt x="1032" y="1641"/>
                      <a:pt x="1023" y="1616"/>
                      <a:pt x="1013" y="1590"/>
                    </a:cubicBezTo>
                    <a:cubicBezTo>
                      <a:pt x="743" y="891"/>
                      <a:pt x="743" y="891"/>
                      <a:pt x="544" y="794"/>
                    </a:cubicBezTo>
                    <a:cubicBezTo>
                      <a:pt x="348" y="758"/>
                      <a:pt x="204" y="796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63" name="ICON_C_SIGNAL_GRAPHIC_path_096"/>
              <p:cNvSpPr/>
              <p:nvPr/>
            </p:nvSpPr>
            <p:spPr>
              <a:xfrm>
                <a:off x="3664480" y="7610685"/>
                <a:ext cx="19288" cy="17253"/>
              </a:xfrm>
              <a:custGeom>
                <a:avLst/>
                <a:gdLst/>
                <a:ahLst/>
                <a:cxnLst/>
                <a:rect l="0" t="0" r="r" b="b"/>
                <a:pathLst>
                  <a:path w="1519" h="1359" fill="norm" stroke="0">
                    <a:moveTo>
                      <a:pt x="1351" y="79"/>
                    </a:moveTo>
                    <a:cubicBezTo>
                      <a:pt x="1369" y="84"/>
                      <a:pt x="1369" y="84"/>
                      <a:pt x="1458" y="109"/>
                    </a:cubicBezTo>
                    <a:cubicBezTo>
                      <a:pt x="1516" y="412"/>
                      <a:pt x="1519" y="660"/>
                      <a:pt x="1348" y="929"/>
                    </a:cubicBezTo>
                    <a:cubicBezTo>
                      <a:pt x="1207" y="1113"/>
                      <a:pt x="1061" y="1287"/>
                      <a:pt x="833" y="1359"/>
                    </a:cubicBezTo>
                    <a:cubicBezTo>
                      <a:pt x="521" y="1319"/>
                      <a:pt x="249" y="1122"/>
                      <a:pt x="0" y="942"/>
                    </a:cubicBezTo>
                    <a:cubicBezTo>
                      <a:pt x="820" y="0"/>
                      <a:pt x="820" y="0"/>
                      <a:pt x="1351" y="7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64" name="ICON_C_SIGNAL_GRAPHIC_path_097"/>
              <p:cNvSpPr/>
              <p:nvPr/>
            </p:nvSpPr>
            <p:spPr>
              <a:xfrm>
                <a:off x="3473979" y="7596188"/>
                <a:ext cx="10583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250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765" y="552"/>
                      <a:pt x="696" y="896"/>
                      <a:pt x="625" y="1250"/>
                    </a:cubicBezTo>
                    <a:cubicBezTo>
                      <a:pt x="488" y="1250"/>
                      <a:pt x="350" y="1250"/>
                      <a:pt x="208" y="1250"/>
                    </a:cubicBezTo>
                    <a:cubicBezTo>
                      <a:pt x="140" y="837"/>
                      <a:pt x="71" y="425"/>
                      <a:pt x="0" y="0"/>
                    </a:cubicBezTo>
                    <a:close/>
                  </a:path>
                </a:pathLst>
              </a:custGeom>
              <a:solidFill>
                <a:srgbClr val="B196D6"/>
              </a:solidFill>
              <a:ln w="2646" cap="flat">
                <a:noFill/>
              </a:ln>
            </p:spPr>
          </p:sp>
          <p:sp>
            <p:nvSpPr>
              <p:cNvPr id="3865" name="ICON_C_SIGNAL_GRAPHIC_path_098"/>
              <p:cNvSpPr/>
              <p:nvPr/>
            </p:nvSpPr>
            <p:spPr>
              <a:xfrm>
                <a:off x="3285157" y="7537979"/>
                <a:ext cx="17174" cy="19270"/>
              </a:xfrm>
              <a:custGeom>
                <a:avLst/>
                <a:gdLst/>
                <a:ahLst/>
                <a:cxnLst/>
                <a:rect l="0" t="0" r="r" b="b"/>
                <a:pathLst>
                  <a:path w="1352" h="1517" fill="norm" stroke="0">
                    <a:moveTo>
                      <a:pt x="1118" y="0"/>
                    </a:moveTo>
                    <a:cubicBezTo>
                      <a:pt x="1352" y="517"/>
                      <a:pt x="1352" y="517"/>
                      <a:pt x="1295" y="755"/>
                    </a:cubicBezTo>
                    <a:cubicBezTo>
                      <a:pt x="1228" y="875"/>
                      <a:pt x="1155" y="975"/>
                      <a:pt x="1066" y="1081"/>
                    </a:cubicBezTo>
                    <a:cubicBezTo>
                      <a:pt x="1037" y="1117"/>
                      <a:pt x="1009" y="1153"/>
                      <a:pt x="979" y="1191"/>
                    </a:cubicBezTo>
                    <a:cubicBezTo>
                      <a:pt x="818" y="1377"/>
                      <a:pt x="691" y="1498"/>
                      <a:pt x="440" y="1517"/>
                    </a:cubicBezTo>
                    <a:cubicBezTo>
                      <a:pt x="317" y="1508"/>
                      <a:pt x="197" y="1483"/>
                      <a:pt x="76" y="1458"/>
                    </a:cubicBezTo>
                    <a:cubicBezTo>
                      <a:pt x="0" y="955"/>
                      <a:pt x="0" y="955"/>
                      <a:pt x="119" y="765"/>
                    </a:cubicBezTo>
                    <a:cubicBezTo>
                      <a:pt x="257" y="610"/>
                      <a:pt x="427" y="495"/>
                      <a:pt x="597" y="378"/>
                    </a:cubicBezTo>
                    <a:cubicBezTo>
                      <a:pt x="647" y="340"/>
                      <a:pt x="697" y="303"/>
                      <a:pt x="748" y="266"/>
                    </a:cubicBezTo>
                    <a:cubicBezTo>
                      <a:pt x="870" y="175"/>
                      <a:pt x="993" y="87"/>
                      <a:pt x="111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66" name="ICON_C_SIGNAL_GRAPHIC_path_099"/>
              <p:cNvSpPr/>
              <p:nvPr/>
            </p:nvSpPr>
            <p:spPr>
              <a:xfrm>
                <a:off x="4349094" y="7611121"/>
                <a:ext cx="16767" cy="17481"/>
              </a:xfrm>
              <a:custGeom>
                <a:avLst/>
                <a:gdLst/>
                <a:ahLst/>
                <a:cxnLst/>
                <a:rect l="0" t="0" r="r" b="b"/>
                <a:pathLst>
                  <a:path w="1320" h="1376" fill="norm" stroke="0">
                    <a:moveTo>
                      <a:pt x="52" y="74"/>
                    </a:moveTo>
                    <a:cubicBezTo>
                      <a:pt x="301" y="26"/>
                      <a:pt x="540" y="0"/>
                      <a:pt x="771" y="125"/>
                    </a:cubicBezTo>
                    <a:cubicBezTo>
                      <a:pt x="986" y="277"/>
                      <a:pt x="1187" y="458"/>
                      <a:pt x="1302" y="699"/>
                    </a:cubicBezTo>
                    <a:cubicBezTo>
                      <a:pt x="1320" y="828"/>
                      <a:pt x="1303" y="928"/>
                      <a:pt x="1262" y="1051"/>
                    </a:cubicBezTo>
                    <a:cubicBezTo>
                      <a:pt x="1254" y="1078"/>
                      <a:pt x="1245" y="1105"/>
                      <a:pt x="1236" y="1134"/>
                    </a:cubicBezTo>
                    <a:cubicBezTo>
                      <a:pt x="1197" y="1219"/>
                      <a:pt x="1167" y="1266"/>
                      <a:pt x="1093" y="1324"/>
                    </a:cubicBezTo>
                    <a:cubicBezTo>
                      <a:pt x="911" y="1376"/>
                      <a:pt x="752" y="1364"/>
                      <a:pt x="584" y="1275"/>
                    </a:cubicBezTo>
                    <a:cubicBezTo>
                      <a:pt x="494" y="1206"/>
                      <a:pt x="417" y="1132"/>
                      <a:pt x="338" y="1051"/>
                    </a:cubicBezTo>
                    <a:cubicBezTo>
                      <a:pt x="311" y="1023"/>
                      <a:pt x="283" y="995"/>
                      <a:pt x="255" y="967"/>
                    </a:cubicBezTo>
                    <a:cubicBezTo>
                      <a:pt x="76" y="770"/>
                      <a:pt x="0" y="615"/>
                      <a:pt x="12" y="347"/>
                    </a:cubicBezTo>
                    <a:cubicBezTo>
                      <a:pt x="21" y="254"/>
                      <a:pt x="34" y="166"/>
                      <a:pt x="52" y="74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67" name="ICON_C_SIGNAL_GRAPHIC_path_100"/>
              <p:cNvSpPr/>
              <p:nvPr/>
            </p:nvSpPr>
            <p:spPr>
              <a:xfrm>
                <a:off x="4205753" y="7612062"/>
                <a:ext cx="11991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944" h="1250" fill="norm" stroke="0">
                    <a:moveTo>
                      <a:pt x="88" y="0"/>
                    </a:moveTo>
                    <a:cubicBezTo>
                      <a:pt x="295" y="0"/>
                      <a:pt x="501" y="0"/>
                      <a:pt x="713" y="0"/>
                    </a:cubicBezTo>
                    <a:cubicBezTo>
                      <a:pt x="944" y="731"/>
                      <a:pt x="944" y="731"/>
                      <a:pt x="889" y="981"/>
                    </a:cubicBezTo>
                    <a:cubicBezTo>
                      <a:pt x="837" y="1080"/>
                      <a:pt x="786" y="1165"/>
                      <a:pt x="713" y="1250"/>
                    </a:cubicBezTo>
                    <a:cubicBezTo>
                      <a:pt x="244" y="1219"/>
                      <a:pt x="244" y="1219"/>
                      <a:pt x="88" y="1042"/>
                    </a:cubicBezTo>
                    <a:cubicBezTo>
                      <a:pt x="0" y="707"/>
                      <a:pt x="55" y="340"/>
                      <a:pt x="8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68" name="ICON_C_SIGNAL_GRAPHIC_path_101"/>
              <p:cNvSpPr/>
              <p:nvPr/>
            </p:nvSpPr>
            <p:spPr>
              <a:xfrm>
                <a:off x="3738563" y="7603344"/>
                <a:ext cx="15875" cy="11650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917" fill="norm" stroke="0">
                    <a:moveTo>
                      <a:pt x="890" y="30"/>
                    </a:moveTo>
                    <a:cubicBezTo>
                      <a:pt x="1010" y="38"/>
                      <a:pt x="1130" y="50"/>
                      <a:pt x="1250" y="61"/>
                    </a:cubicBezTo>
                    <a:cubicBezTo>
                      <a:pt x="1250" y="268"/>
                      <a:pt x="1250" y="474"/>
                      <a:pt x="1250" y="686"/>
                    </a:cubicBezTo>
                    <a:cubicBezTo>
                      <a:pt x="519" y="917"/>
                      <a:pt x="519" y="917"/>
                      <a:pt x="269" y="862"/>
                    </a:cubicBezTo>
                    <a:cubicBezTo>
                      <a:pt x="170" y="811"/>
                      <a:pt x="85" y="759"/>
                      <a:pt x="0" y="686"/>
                    </a:cubicBezTo>
                    <a:cubicBezTo>
                      <a:pt x="41" y="58"/>
                      <a:pt x="291" y="0"/>
                      <a:pt x="890" y="3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69" name="ICON_C_SIGNAL_GRAPHIC_path_102"/>
              <p:cNvSpPr/>
              <p:nvPr/>
            </p:nvSpPr>
            <p:spPr>
              <a:xfrm>
                <a:off x="4212167" y="7596188"/>
                <a:ext cx="18521" cy="16624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1309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1040" y="625"/>
                      <a:pt x="1246" y="625"/>
                      <a:pt x="1458" y="625"/>
                    </a:cubicBezTo>
                    <a:cubicBezTo>
                      <a:pt x="1458" y="831"/>
                      <a:pt x="1458" y="1038"/>
                      <a:pt x="1458" y="1250"/>
                    </a:cubicBezTo>
                    <a:cubicBezTo>
                      <a:pt x="931" y="1309"/>
                      <a:pt x="931" y="1309"/>
                      <a:pt x="765" y="1209"/>
                    </a:cubicBezTo>
                    <a:cubicBezTo>
                      <a:pt x="633" y="1095"/>
                      <a:pt x="530" y="958"/>
                      <a:pt x="430" y="816"/>
                    </a:cubicBezTo>
                    <a:cubicBezTo>
                      <a:pt x="377" y="742"/>
                      <a:pt x="322" y="669"/>
                      <a:pt x="266" y="597"/>
                    </a:cubicBezTo>
                    <a:cubicBezTo>
                      <a:pt x="230" y="550"/>
                      <a:pt x="195" y="504"/>
                      <a:pt x="160" y="456"/>
                    </a:cubicBezTo>
                    <a:cubicBezTo>
                      <a:pt x="144" y="435"/>
                      <a:pt x="128" y="413"/>
                      <a:pt x="111" y="391"/>
                    </a:cubicBezTo>
                    <a:cubicBezTo>
                      <a:pt x="5" y="240"/>
                      <a:pt x="0" y="196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70" name="ICON_C_SIGNAL_GRAPHIC_path_103"/>
              <p:cNvSpPr/>
              <p:nvPr/>
            </p:nvSpPr>
            <p:spPr>
              <a:xfrm>
                <a:off x="3492193" y="7595817"/>
                <a:ext cx="11552" cy="16677"/>
              </a:xfrm>
              <a:custGeom>
                <a:avLst/>
                <a:gdLst/>
                <a:ahLst/>
                <a:cxnLst/>
                <a:rect l="0" t="0" r="r" b="b"/>
                <a:pathLst>
                  <a:path w="910" h="1313" fill="norm" stroke="0">
                    <a:moveTo>
                      <a:pt x="649" y="29"/>
                    </a:moveTo>
                    <a:cubicBezTo>
                      <a:pt x="910" y="841"/>
                      <a:pt x="910" y="841"/>
                      <a:pt x="805" y="1123"/>
                    </a:cubicBezTo>
                    <a:cubicBezTo>
                      <a:pt x="744" y="1216"/>
                      <a:pt x="744" y="1216"/>
                      <a:pt x="649" y="1279"/>
                    </a:cubicBezTo>
                    <a:cubicBezTo>
                      <a:pt x="435" y="1313"/>
                      <a:pt x="239" y="1304"/>
                      <a:pt x="24" y="1279"/>
                    </a:cubicBezTo>
                    <a:cubicBezTo>
                      <a:pt x="18" y="1110"/>
                      <a:pt x="14" y="941"/>
                      <a:pt x="11" y="771"/>
                    </a:cubicBezTo>
                    <a:cubicBezTo>
                      <a:pt x="9" y="723"/>
                      <a:pt x="8" y="675"/>
                      <a:pt x="6" y="626"/>
                    </a:cubicBezTo>
                    <a:cubicBezTo>
                      <a:pt x="0" y="228"/>
                      <a:pt x="0" y="228"/>
                      <a:pt x="103" y="100"/>
                    </a:cubicBezTo>
                    <a:cubicBezTo>
                      <a:pt x="286" y="0"/>
                      <a:pt x="445" y="11"/>
                      <a:pt x="649" y="2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71" name="ICON_C_SIGNAL_GRAPHIC_path_104"/>
              <p:cNvSpPr/>
              <p:nvPr/>
            </p:nvSpPr>
            <p:spPr>
              <a:xfrm>
                <a:off x="4251854" y="7580312"/>
                <a:ext cx="10583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250" fill="norm" stroke="0">
                    <a:moveTo>
                      <a:pt x="208" y="0"/>
                    </a:moveTo>
                    <a:cubicBezTo>
                      <a:pt x="415" y="0"/>
                      <a:pt x="621" y="0"/>
                      <a:pt x="833" y="0"/>
                    </a:cubicBezTo>
                    <a:cubicBezTo>
                      <a:pt x="833" y="413"/>
                      <a:pt x="833" y="825"/>
                      <a:pt x="833" y="1250"/>
                    </a:cubicBezTo>
                    <a:cubicBezTo>
                      <a:pt x="558" y="1181"/>
                      <a:pt x="283" y="1112"/>
                      <a:pt x="0" y="1042"/>
                    </a:cubicBezTo>
                    <a:cubicBezTo>
                      <a:pt x="69" y="698"/>
                      <a:pt x="137" y="354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72" name="ICON_C_SIGNAL_GRAPHIC_path_105"/>
              <p:cNvSpPr/>
              <p:nvPr/>
            </p:nvSpPr>
            <p:spPr>
              <a:xfrm>
                <a:off x="3698380" y="7523776"/>
                <a:ext cx="17026" cy="17947"/>
              </a:xfrm>
              <a:custGeom>
                <a:avLst/>
                <a:gdLst/>
                <a:ahLst/>
                <a:cxnLst/>
                <a:rect l="0" t="0" r="r" b="b"/>
                <a:pathLst>
                  <a:path w="1341" h="1413" fill="norm" stroke="0">
                    <a:moveTo>
                      <a:pt x="39" y="77"/>
                    </a:moveTo>
                    <a:cubicBezTo>
                      <a:pt x="286" y="29"/>
                      <a:pt x="528" y="0"/>
                      <a:pt x="755" y="128"/>
                    </a:cubicBezTo>
                    <a:cubicBezTo>
                      <a:pt x="983" y="295"/>
                      <a:pt x="1233" y="513"/>
                      <a:pt x="1316" y="793"/>
                    </a:cubicBezTo>
                    <a:cubicBezTo>
                      <a:pt x="1341" y="975"/>
                      <a:pt x="1324" y="1146"/>
                      <a:pt x="1289" y="1327"/>
                    </a:cubicBezTo>
                    <a:cubicBezTo>
                      <a:pt x="1075" y="1381"/>
                      <a:pt x="873" y="1413"/>
                      <a:pt x="664" y="1327"/>
                    </a:cubicBezTo>
                    <a:cubicBezTo>
                      <a:pt x="525" y="1212"/>
                      <a:pt x="420" y="1080"/>
                      <a:pt x="312" y="936"/>
                    </a:cubicBezTo>
                    <a:cubicBezTo>
                      <a:pt x="299" y="918"/>
                      <a:pt x="299" y="918"/>
                      <a:pt x="230" y="826"/>
                    </a:cubicBezTo>
                    <a:cubicBezTo>
                      <a:pt x="55" y="573"/>
                      <a:pt x="0" y="383"/>
                      <a:pt x="39" y="77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73" name="ICON_C_SIGNAL_GRAPHIC_path_106"/>
              <p:cNvSpPr/>
              <p:nvPr/>
            </p:nvSpPr>
            <p:spPr>
              <a:xfrm>
                <a:off x="3055938" y="7500938"/>
                <a:ext cx="16857" cy="16491"/>
              </a:xfrm>
              <a:custGeom>
                <a:avLst/>
                <a:gdLst/>
                <a:ahLst/>
                <a:cxnLst/>
                <a:rect l="0" t="0" r="r" b="b"/>
                <a:pathLst>
                  <a:path w="1327" h="1299" fill="norm" stroke="0">
                    <a:moveTo>
                      <a:pt x="625" y="0"/>
                    </a:moveTo>
                    <a:cubicBezTo>
                      <a:pt x="831" y="0"/>
                      <a:pt x="1037" y="0"/>
                      <a:pt x="1250" y="0"/>
                    </a:cubicBezTo>
                    <a:cubicBezTo>
                      <a:pt x="1327" y="541"/>
                      <a:pt x="1327" y="541"/>
                      <a:pt x="1133" y="806"/>
                    </a:cubicBezTo>
                    <a:cubicBezTo>
                      <a:pt x="945" y="1024"/>
                      <a:pt x="742" y="1249"/>
                      <a:pt x="444" y="1289"/>
                    </a:cubicBezTo>
                    <a:cubicBezTo>
                      <a:pt x="289" y="1299"/>
                      <a:pt x="160" y="1273"/>
                      <a:pt x="0" y="1250"/>
                    </a:cubicBezTo>
                    <a:cubicBezTo>
                      <a:pt x="0" y="1044"/>
                      <a:pt x="0" y="837"/>
                      <a:pt x="0" y="625"/>
                    </a:cubicBezTo>
                    <a:cubicBezTo>
                      <a:pt x="206" y="625"/>
                      <a:pt x="412" y="625"/>
                      <a:pt x="625" y="625"/>
                    </a:cubicBezTo>
                    <a:cubicBezTo>
                      <a:pt x="625" y="419"/>
                      <a:pt x="625" y="212"/>
                      <a:pt x="625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74" name="ICON_C_SIGNAL_GRAPHIC_path_107"/>
              <p:cNvSpPr/>
              <p:nvPr/>
            </p:nvSpPr>
            <p:spPr>
              <a:xfrm>
                <a:off x="4023818" y="7484089"/>
                <a:ext cx="17026" cy="17947"/>
              </a:xfrm>
              <a:custGeom>
                <a:avLst/>
                <a:gdLst/>
                <a:ahLst/>
                <a:cxnLst/>
                <a:rect l="0" t="0" r="r" b="b"/>
                <a:pathLst>
                  <a:path w="1341" h="1413" fill="norm" stroke="0">
                    <a:moveTo>
                      <a:pt x="39" y="77"/>
                    </a:moveTo>
                    <a:cubicBezTo>
                      <a:pt x="286" y="29"/>
                      <a:pt x="528" y="0"/>
                      <a:pt x="755" y="128"/>
                    </a:cubicBezTo>
                    <a:cubicBezTo>
                      <a:pt x="983" y="295"/>
                      <a:pt x="1233" y="513"/>
                      <a:pt x="1316" y="793"/>
                    </a:cubicBezTo>
                    <a:cubicBezTo>
                      <a:pt x="1341" y="975"/>
                      <a:pt x="1324" y="1146"/>
                      <a:pt x="1289" y="1327"/>
                    </a:cubicBezTo>
                    <a:cubicBezTo>
                      <a:pt x="1075" y="1381"/>
                      <a:pt x="873" y="1413"/>
                      <a:pt x="664" y="1327"/>
                    </a:cubicBezTo>
                    <a:cubicBezTo>
                      <a:pt x="525" y="1212"/>
                      <a:pt x="420" y="1080"/>
                      <a:pt x="312" y="936"/>
                    </a:cubicBezTo>
                    <a:cubicBezTo>
                      <a:pt x="299" y="918"/>
                      <a:pt x="299" y="918"/>
                      <a:pt x="230" y="826"/>
                    </a:cubicBezTo>
                    <a:cubicBezTo>
                      <a:pt x="55" y="573"/>
                      <a:pt x="0" y="383"/>
                      <a:pt x="39" y="77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75" name="ICON_C_SIGNAL_GRAPHIC_path_108"/>
              <p:cNvSpPr/>
              <p:nvPr/>
            </p:nvSpPr>
            <p:spPr>
              <a:xfrm>
                <a:off x="3524250" y="7469188"/>
                <a:ext cx="8734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688" h="1458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39" y="175"/>
                      <a:pt x="652" y="348"/>
                      <a:pt x="659" y="523"/>
                    </a:cubicBezTo>
                    <a:cubicBezTo>
                      <a:pt x="663" y="582"/>
                      <a:pt x="667" y="641"/>
                      <a:pt x="672" y="700"/>
                    </a:cubicBezTo>
                    <a:cubicBezTo>
                      <a:pt x="673" y="715"/>
                      <a:pt x="673" y="715"/>
                      <a:pt x="680" y="787"/>
                    </a:cubicBezTo>
                    <a:cubicBezTo>
                      <a:pt x="683" y="813"/>
                      <a:pt x="685" y="838"/>
                      <a:pt x="688" y="864"/>
                    </a:cubicBezTo>
                    <a:cubicBezTo>
                      <a:pt x="685" y="995"/>
                      <a:pt x="651" y="1122"/>
                      <a:pt x="625" y="1250"/>
                    </a:cubicBezTo>
                    <a:cubicBezTo>
                      <a:pt x="419" y="1319"/>
                      <a:pt x="212" y="1388"/>
                      <a:pt x="0" y="1458"/>
                    </a:cubicBezTo>
                    <a:cubicBezTo>
                      <a:pt x="0" y="977"/>
                      <a:pt x="0" y="496"/>
                      <a:pt x="0" y="0"/>
                    </a:cubicBezTo>
                    <a:close/>
                  </a:path>
                </a:pathLst>
              </a:custGeom>
              <a:solidFill>
                <a:srgbClr val="CF6DBC"/>
              </a:solidFill>
              <a:ln w="2646" cap="flat">
                <a:noFill/>
              </a:ln>
            </p:spPr>
          </p:sp>
          <p:sp>
            <p:nvSpPr>
              <p:cNvPr id="3876" name="ICON_C_SIGNAL_GRAPHIC_path_109"/>
              <p:cNvSpPr/>
              <p:nvPr/>
            </p:nvSpPr>
            <p:spPr>
              <a:xfrm>
                <a:off x="3380719" y="7460152"/>
                <a:ext cx="17026" cy="17947"/>
              </a:xfrm>
              <a:custGeom>
                <a:avLst/>
                <a:gdLst/>
                <a:ahLst/>
                <a:cxnLst/>
                <a:rect l="0" t="0" r="r" b="b"/>
                <a:pathLst>
                  <a:path w="1341" h="1413" fill="norm" stroke="0">
                    <a:moveTo>
                      <a:pt x="52" y="86"/>
                    </a:moveTo>
                    <a:cubicBezTo>
                      <a:pt x="265" y="32"/>
                      <a:pt x="468" y="0"/>
                      <a:pt x="677" y="86"/>
                    </a:cubicBezTo>
                    <a:cubicBezTo>
                      <a:pt x="816" y="201"/>
                      <a:pt x="921" y="333"/>
                      <a:pt x="1028" y="477"/>
                    </a:cubicBezTo>
                    <a:cubicBezTo>
                      <a:pt x="1042" y="495"/>
                      <a:pt x="1042" y="495"/>
                      <a:pt x="1111" y="587"/>
                    </a:cubicBezTo>
                    <a:cubicBezTo>
                      <a:pt x="1285" y="840"/>
                      <a:pt x="1341" y="1031"/>
                      <a:pt x="1302" y="1336"/>
                    </a:cubicBezTo>
                    <a:cubicBezTo>
                      <a:pt x="1055" y="1384"/>
                      <a:pt x="813" y="1413"/>
                      <a:pt x="586" y="1285"/>
                    </a:cubicBezTo>
                    <a:cubicBezTo>
                      <a:pt x="358" y="1118"/>
                      <a:pt x="107" y="900"/>
                      <a:pt x="25" y="620"/>
                    </a:cubicBezTo>
                    <a:cubicBezTo>
                      <a:pt x="0" y="438"/>
                      <a:pt x="17" y="267"/>
                      <a:pt x="52" y="86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77" name="ICON_C_SIGNAL_GRAPHIC_path_110"/>
              <p:cNvSpPr/>
              <p:nvPr/>
            </p:nvSpPr>
            <p:spPr>
              <a:xfrm>
                <a:off x="3348776" y="7635875"/>
                <a:ext cx="19370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525" h="1250" fill="norm" stroke="0">
                    <a:moveTo>
                      <a:pt x="67" y="0"/>
                    </a:moveTo>
                    <a:cubicBezTo>
                      <a:pt x="172" y="24"/>
                      <a:pt x="275" y="50"/>
                      <a:pt x="379" y="78"/>
                    </a:cubicBezTo>
                    <a:cubicBezTo>
                      <a:pt x="394" y="81"/>
                      <a:pt x="394" y="81"/>
                      <a:pt x="470" y="98"/>
                    </a:cubicBezTo>
                    <a:cubicBezTo>
                      <a:pt x="555" y="122"/>
                      <a:pt x="555" y="122"/>
                      <a:pt x="692" y="208"/>
                    </a:cubicBezTo>
                    <a:cubicBezTo>
                      <a:pt x="692" y="346"/>
                      <a:pt x="692" y="483"/>
                      <a:pt x="692" y="625"/>
                    </a:cubicBezTo>
                    <a:cubicBezTo>
                      <a:pt x="967" y="694"/>
                      <a:pt x="1242" y="763"/>
                      <a:pt x="1525" y="833"/>
                    </a:cubicBezTo>
                    <a:cubicBezTo>
                      <a:pt x="1525" y="971"/>
                      <a:pt x="1525" y="1108"/>
                      <a:pt x="1525" y="1250"/>
                    </a:cubicBezTo>
                    <a:cubicBezTo>
                      <a:pt x="351" y="1024"/>
                      <a:pt x="351" y="1024"/>
                      <a:pt x="67" y="625"/>
                    </a:cubicBezTo>
                    <a:cubicBezTo>
                      <a:pt x="0" y="418"/>
                      <a:pt x="29" y="210"/>
                      <a:pt x="67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78" name="ICON_C_SIGNAL_GRAPHIC_path_111"/>
              <p:cNvSpPr/>
              <p:nvPr/>
            </p:nvSpPr>
            <p:spPr>
              <a:xfrm>
                <a:off x="3992562" y="7632062"/>
                <a:ext cx="15875" cy="11750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925" fill="norm" stroke="0">
                    <a:moveTo>
                      <a:pt x="1250" y="300"/>
                    </a:moveTo>
                    <a:cubicBezTo>
                      <a:pt x="1181" y="506"/>
                      <a:pt x="1113" y="713"/>
                      <a:pt x="1042" y="925"/>
                    </a:cubicBezTo>
                    <a:cubicBezTo>
                      <a:pt x="698" y="856"/>
                      <a:pt x="354" y="788"/>
                      <a:pt x="0" y="717"/>
                    </a:cubicBezTo>
                    <a:cubicBezTo>
                      <a:pt x="0" y="300"/>
                      <a:pt x="0" y="300"/>
                      <a:pt x="62" y="207"/>
                    </a:cubicBezTo>
                    <a:cubicBezTo>
                      <a:pt x="455" y="0"/>
                      <a:pt x="853" y="175"/>
                      <a:pt x="1250" y="30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79" name="ICON_C_SIGNAL_GRAPHIC_path_112"/>
              <p:cNvSpPr/>
              <p:nvPr/>
            </p:nvSpPr>
            <p:spPr>
              <a:xfrm>
                <a:off x="4349750" y="7596188"/>
                <a:ext cx="15875" cy="10869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856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250" y="346"/>
                      <a:pt x="1250" y="483"/>
                      <a:pt x="1250" y="625"/>
                    </a:cubicBezTo>
                    <a:cubicBezTo>
                      <a:pt x="519" y="856"/>
                      <a:pt x="519" y="856"/>
                      <a:pt x="269" y="801"/>
                    </a:cubicBezTo>
                    <a:cubicBezTo>
                      <a:pt x="156" y="742"/>
                      <a:pt x="156" y="742"/>
                      <a:pt x="0" y="625"/>
                    </a:cubicBezTo>
                    <a:cubicBezTo>
                      <a:pt x="69" y="419"/>
                      <a:pt x="137" y="212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80" name="ICON_C_SIGNAL_GRAPHIC_path_113"/>
              <p:cNvSpPr/>
              <p:nvPr/>
            </p:nvSpPr>
            <p:spPr>
              <a:xfrm>
                <a:off x="3952875" y="7596188"/>
                <a:ext cx="15875" cy="10869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856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250" y="346"/>
                      <a:pt x="1250" y="483"/>
                      <a:pt x="1250" y="625"/>
                    </a:cubicBezTo>
                    <a:cubicBezTo>
                      <a:pt x="519" y="856"/>
                      <a:pt x="519" y="856"/>
                      <a:pt x="269" y="801"/>
                    </a:cubicBezTo>
                    <a:cubicBezTo>
                      <a:pt x="156" y="742"/>
                      <a:pt x="156" y="742"/>
                      <a:pt x="0" y="625"/>
                    </a:cubicBezTo>
                    <a:cubicBezTo>
                      <a:pt x="69" y="419"/>
                      <a:pt x="137" y="212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81" name="ICON_C_SIGNAL_GRAPHIC_path_114"/>
              <p:cNvSpPr/>
              <p:nvPr/>
            </p:nvSpPr>
            <p:spPr>
              <a:xfrm>
                <a:off x="3762375" y="7595444"/>
                <a:ext cx="16849" cy="17291"/>
              </a:xfrm>
              <a:custGeom>
                <a:avLst/>
                <a:gdLst/>
                <a:ahLst/>
                <a:cxnLst/>
                <a:rect l="0" t="0" r="r" b="b"/>
                <a:pathLst>
                  <a:path w="1327" h="1361" fill="norm" stroke="0">
                    <a:moveTo>
                      <a:pt x="833" y="59"/>
                    </a:moveTo>
                    <a:cubicBezTo>
                      <a:pt x="980" y="0"/>
                      <a:pt x="1099" y="19"/>
                      <a:pt x="1250" y="59"/>
                    </a:cubicBezTo>
                    <a:cubicBezTo>
                      <a:pt x="1297" y="306"/>
                      <a:pt x="1327" y="548"/>
                      <a:pt x="1199" y="775"/>
                    </a:cubicBezTo>
                    <a:cubicBezTo>
                      <a:pt x="1031" y="1002"/>
                      <a:pt x="813" y="1253"/>
                      <a:pt x="534" y="1335"/>
                    </a:cubicBezTo>
                    <a:cubicBezTo>
                      <a:pt x="343" y="1361"/>
                      <a:pt x="197" y="1337"/>
                      <a:pt x="0" y="1309"/>
                    </a:cubicBezTo>
                    <a:cubicBezTo>
                      <a:pt x="0" y="1102"/>
                      <a:pt x="0" y="896"/>
                      <a:pt x="0" y="684"/>
                    </a:cubicBezTo>
                    <a:cubicBezTo>
                      <a:pt x="99" y="696"/>
                      <a:pt x="198" y="709"/>
                      <a:pt x="300" y="723"/>
                    </a:cubicBezTo>
                    <a:cubicBezTo>
                      <a:pt x="417" y="730"/>
                      <a:pt x="516" y="730"/>
                      <a:pt x="625" y="684"/>
                    </a:cubicBezTo>
                    <a:cubicBezTo>
                      <a:pt x="710" y="564"/>
                      <a:pt x="731" y="424"/>
                      <a:pt x="761" y="282"/>
                    </a:cubicBezTo>
                    <a:cubicBezTo>
                      <a:pt x="781" y="198"/>
                      <a:pt x="781" y="198"/>
                      <a:pt x="833" y="5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82" name="ICON_C_SIGNAL_GRAPHIC_path_115"/>
              <p:cNvSpPr/>
              <p:nvPr/>
            </p:nvSpPr>
            <p:spPr>
              <a:xfrm>
                <a:off x="3413125" y="7596188"/>
                <a:ext cx="15875" cy="10869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856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250" y="346"/>
                      <a:pt x="1250" y="483"/>
                      <a:pt x="1250" y="625"/>
                    </a:cubicBezTo>
                    <a:cubicBezTo>
                      <a:pt x="519" y="856"/>
                      <a:pt x="519" y="856"/>
                      <a:pt x="269" y="801"/>
                    </a:cubicBezTo>
                    <a:cubicBezTo>
                      <a:pt x="156" y="742"/>
                      <a:pt x="156" y="742"/>
                      <a:pt x="0" y="625"/>
                    </a:cubicBezTo>
                    <a:cubicBezTo>
                      <a:pt x="69" y="419"/>
                      <a:pt x="137" y="212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83" name="ICON_C_SIGNAL_GRAPHIC_path_116"/>
              <p:cNvSpPr/>
              <p:nvPr/>
            </p:nvSpPr>
            <p:spPr>
              <a:xfrm>
                <a:off x="4603750" y="7588250"/>
                <a:ext cx="15875" cy="10869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856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250" y="346"/>
                      <a:pt x="1250" y="483"/>
                      <a:pt x="1250" y="625"/>
                    </a:cubicBezTo>
                    <a:cubicBezTo>
                      <a:pt x="519" y="856"/>
                      <a:pt x="519" y="856"/>
                      <a:pt x="269" y="801"/>
                    </a:cubicBezTo>
                    <a:cubicBezTo>
                      <a:pt x="156" y="742"/>
                      <a:pt x="156" y="742"/>
                      <a:pt x="0" y="625"/>
                    </a:cubicBezTo>
                    <a:cubicBezTo>
                      <a:pt x="69" y="419"/>
                      <a:pt x="137" y="212"/>
                      <a:pt x="208" y="0"/>
                    </a:cubicBezTo>
                    <a:close/>
                  </a:path>
                </a:pathLst>
              </a:custGeom>
              <a:solidFill>
                <a:srgbClr val="B297D7"/>
              </a:solidFill>
              <a:ln w="2646" cap="flat">
                <a:noFill/>
              </a:ln>
            </p:spPr>
          </p:sp>
          <p:sp>
            <p:nvSpPr>
              <p:cNvPr id="3884" name="ICON_C_SIGNAL_GRAPHIC_path_117"/>
              <p:cNvSpPr/>
              <p:nvPr/>
            </p:nvSpPr>
            <p:spPr>
              <a:xfrm>
                <a:off x="3449514" y="7500357"/>
                <a:ext cx="12248" cy="16457"/>
              </a:xfrm>
              <a:custGeom>
                <a:avLst/>
                <a:gdLst/>
                <a:ahLst/>
                <a:cxnLst/>
                <a:rect l="0" t="0" r="r" b="b"/>
                <a:pathLst>
                  <a:path w="964" h="1296" fill="norm" stroke="0">
                    <a:moveTo>
                      <a:pt x="414" y="7"/>
                    </a:moveTo>
                    <a:cubicBezTo>
                      <a:pt x="574" y="0"/>
                      <a:pt x="727" y="19"/>
                      <a:pt x="885" y="46"/>
                    </a:cubicBezTo>
                    <a:cubicBezTo>
                      <a:pt x="964" y="786"/>
                      <a:pt x="964" y="786"/>
                      <a:pt x="885" y="1087"/>
                    </a:cubicBezTo>
                    <a:cubicBezTo>
                      <a:pt x="728" y="1265"/>
                      <a:pt x="484" y="1281"/>
                      <a:pt x="260" y="1296"/>
                    </a:cubicBezTo>
                    <a:cubicBezTo>
                      <a:pt x="92" y="931"/>
                      <a:pt x="0" y="630"/>
                      <a:pt x="131" y="238"/>
                    </a:cubicBezTo>
                    <a:cubicBezTo>
                      <a:pt x="197" y="92"/>
                      <a:pt x="259" y="30"/>
                      <a:pt x="414" y="7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85" name="ICON_C_SIGNAL_GRAPHIC_path_118"/>
              <p:cNvSpPr/>
              <p:nvPr/>
            </p:nvSpPr>
            <p:spPr>
              <a:xfrm>
                <a:off x="3032125" y="7493000"/>
                <a:ext cx="1086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56" h="1250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856" y="731"/>
                      <a:pt x="856" y="731"/>
                      <a:pt x="801" y="981"/>
                    </a:cubicBezTo>
                    <a:cubicBezTo>
                      <a:pt x="742" y="1094"/>
                      <a:pt x="742" y="1094"/>
                      <a:pt x="625" y="1250"/>
                    </a:cubicBezTo>
                    <a:cubicBezTo>
                      <a:pt x="419" y="1181"/>
                      <a:pt x="213" y="1112"/>
                      <a:pt x="0" y="1042"/>
                    </a:cubicBezTo>
                    <a:cubicBezTo>
                      <a:pt x="69" y="698"/>
                      <a:pt x="138" y="354"/>
                      <a:pt x="208" y="0"/>
                    </a:cubicBezTo>
                    <a:close/>
                  </a:path>
                </a:pathLst>
              </a:custGeom>
              <a:solidFill>
                <a:srgbClr val="B297D7"/>
              </a:solidFill>
              <a:ln w="2646" cap="flat">
                <a:noFill/>
              </a:ln>
            </p:spPr>
          </p:sp>
          <p:sp>
            <p:nvSpPr>
              <p:cNvPr id="3886" name="ICON_C_SIGNAL_GRAPHIC_path_119"/>
              <p:cNvSpPr/>
              <p:nvPr/>
            </p:nvSpPr>
            <p:spPr>
              <a:xfrm>
                <a:off x="4445000" y="7482417"/>
                <a:ext cx="16066" cy="19656"/>
              </a:xfrm>
              <a:custGeom>
                <a:avLst/>
                <a:gdLst/>
                <a:ahLst/>
                <a:cxnLst/>
                <a:rect l="0" t="0" r="r" b="b"/>
                <a:pathLst>
                  <a:path w="1265" h="1548" fill="norm" stroke="0">
                    <a:moveTo>
                      <a:pt x="1042" y="0"/>
                    </a:moveTo>
                    <a:cubicBezTo>
                      <a:pt x="1165" y="196"/>
                      <a:pt x="1265" y="388"/>
                      <a:pt x="1250" y="625"/>
                    </a:cubicBezTo>
                    <a:cubicBezTo>
                      <a:pt x="1130" y="947"/>
                      <a:pt x="899" y="1250"/>
                      <a:pt x="625" y="1458"/>
                    </a:cubicBezTo>
                    <a:cubicBezTo>
                      <a:pt x="401" y="1548"/>
                      <a:pt x="238" y="1504"/>
                      <a:pt x="0" y="1458"/>
                    </a:cubicBezTo>
                    <a:cubicBezTo>
                      <a:pt x="0" y="1252"/>
                      <a:pt x="0" y="1046"/>
                      <a:pt x="0" y="833"/>
                    </a:cubicBezTo>
                    <a:cubicBezTo>
                      <a:pt x="95" y="850"/>
                      <a:pt x="189" y="868"/>
                      <a:pt x="286" y="885"/>
                    </a:cubicBezTo>
                    <a:cubicBezTo>
                      <a:pt x="414" y="897"/>
                      <a:pt x="509" y="890"/>
                      <a:pt x="625" y="833"/>
                    </a:cubicBezTo>
                    <a:cubicBezTo>
                      <a:pt x="827" y="599"/>
                      <a:pt x="935" y="288"/>
                      <a:pt x="1042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87" name="ICON_C_SIGNAL_GRAPHIC_path_120"/>
              <p:cNvSpPr/>
              <p:nvPr/>
            </p:nvSpPr>
            <p:spPr>
              <a:xfrm>
                <a:off x="2997586" y="7485062"/>
                <a:ext cx="10726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45" h="1250" fill="norm" stroke="0">
                    <a:moveTo>
                      <a:pt x="220" y="0"/>
                    </a:moveTo>
                    <a:cubicBezTo>
                      <a:pt x="426" y="0"/>
                      <a:pt x="632" y="0"/>
                      <a:pt x="845" y="0"/>
                    </a:cubicBezTo>
                    <a:cubicBezTo>
                      <a:pt x="845" y="413"/>
                      <a:pt x="845" y="825"/>
                      <a:pt x="845" y="1250"/>
                    </a:cubicBezTo>
                    <a:cubicBezTo>
                      <a:pt x="293" y="1130"/>
                      <a:pt x="293" y="1130"/>
                      <a:pt x="166" y="977"/>
                    </a:cubicBezTo>
                    <a:cubicBezTo>
                      <a:pt x="42" y="759"/>
                      <a:pt x="0" y="531"/>
                      <a:pt x="24" y="283"/>
                    </a:cubicBezTo>
                    <a:cubicBezTo>
                      <a:pt x="63" y="169"/>
                      <a:pt x="63" y="169"/>
                      <a:pt x="220" y="0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888" name="ICON_C_SIGNAL_GRAPHIC_path_121"/>
              <p:cNvSpPr/>
              <p:nvPr/>
            </p:nvSpPr>
            <p:spPr>
              <a:xfrm>
                <a:off x="4294188" y="7477125"/>
                <a:ext cx="1639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291" h="1250" fill="norm" stroke="0">
                    <a:moveTo>
                      <a:pt x="0" y="0"/>
                    </a:moveTo>
                    <a:cubicBezTo>
                      <a:pt x="610" y="305"/>
                      <a:pt x="610" y="305"/>
                      <a:pt x="721" y="362"/>
                    </a:cubicBezTo>
                    <a:cubicBezTo>
                      <a:pt x="797" y="399"/>
                      <a:pt x="875" y="434"/>
                      <a:pt x="953" y="466"/>
                    </a:cubicBezTo>
                    <a:cubicBezTo>
                      <a:pt x="1232" y="584"/>
                      <a:pt x="1232" y="584"/>
                      <a:pt x="1283" y="700"/>
                    </a:cubicBezTo>
                    <a:cubicBezTo>
                      <a:pt x="1291" y="788"/>
                      <a:pt x="1287" y="862"/>
                      <a:pt x="1276" y="950"/>
                    </a:cubicBezTo>
                    <a:cubicBezTo>
                      <a:pt x="1267" y="1049"/>
                      <a:pt x="1259" y="1148"/>
                      <a:pt x="1250" y="1250"/>
                    </a:cubicBezTo>
                    <a:cubicBezTo>
                      <a:pt x="1044" y="1250"/>
                      <a:pt x="837" y="1250"/>
                      <a:pt x="625" y="1250"/>
                    </a:cubicBezTo>
                    <a:cubicBezTo>
                      <a:pt x="625" y="1044"/>
                      <a:pt x="625" y="837"/>
                      <a:pt x="625" y="625"/>
                    </a:cubicBezTo>
                    <a:cubicBezTo>
                      <a:pt x="419" y="625"/>
                      <a:pt x="212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89" name="ICON_C_SIGNAL_GRAPHIC_path_122"/>
              <p:cNvSpPr/>
              <p:nvPr/>
            </p:nvSpPr>
            <p:spPr>
              <a:xfrm>
                <a:off x="4492446" y="7468656"/>
                <a:ext cx="16232" cy="17079"/>
              </a:xfrm>
              <a:custGeom>
                <a:avLst/>
                <a:gdLst/>
                <a:ahLst/>
                <a:cxnLst/>
                <a:rect l="0" t="0" r="r" b="b"/>
                <a:pathLst>
                  <a:path w="1278" h="1345" fill="norm" stroke="0">
                    <a:moveTo>
                      <a:pt x="530" y="15"/>
                    </a:moveTo>
                    <a:cubicBezTo>
                      <a:pt x="727" y="63"/>
                      <a:pt x="851" y="174"/>
                      <a:pt x="991" y="315"/>
                    </a:cubicBezTo>
                    <a:cubicBezTo>
                      <a:pt x="1018" y="343"/>
                      <a:pt x="1046" y="371"/>
                      <a:pt x="1075" y="399"/>
                    </a:cubicBezTo>
                    <a:cubicBezTo>
                      <a:pt x="1175" y="512"/>
                      <a:pt x="1255" y="606"/>
                      <a:pt x="1278" y="758"/>
                    </a:cubicBezTo>
                    <a:cubicBezTo>
                      <a:pt x="1272" y="852"/>
                      <a:pt x="1255" y="929"/>
                      <a:pt x="1225" y="1018"/>
                    </a:cubicBezTo>
                    <a:cubicBezTo>
                      <a:pt x="1221" y="1032"/>
                      <a:pt x="1221" y="1032"/>
                      <a:pt x="1198" y="1101"/>
                    </a:cubicBezTo>
                    <a:cubicBezTo>
                      <a:pt x="1160" y="1186"/>
                      <a:pt x="1129" y="1234"/>
                      <a:pt x="1056" y="1292"/>
                    </a:cubicBezTo>
                    <a:cubicBezTo>
                      <a:pt x="872" y="1345"/>
                      <a:pt x="713" y="1330"/>
                      <a:pt x="543" y="1242"/>
                    </a:cubicBezTo>
                    <a:cubicBezTo>
                      <a:pt x="450" y="1174"/>
                      <a:pt x="369" y="1101"/>
                      <a:pt x="287" y="1018"/>
                    </a:cubicBezTo>
                    <a:cubicBezTo>
                      <a:pt x="260" y="991"/>
                      <a:pt x="232" y="963"/>
                      <a:pt x="204" y="934"/>
                    </a:cubicBezTo>
                    <a:cubicBezTo>
                      <a:pt x="103" y="821"/>
                      <a:pt x="24" y="728"/>
                      <a:pt x="0" y="576"/>
                    </a:cubicBezTo>
                    <a:cubicBezTo>
                      <a:pt x="6" y="482"/>
                      <a:pt x="24" y="405"/>
                      <a:pt x="53" y="315"/>
                    </a:cubicBezTo>
                    <a:cubicBezTo>
                      <a:pt x="62" y="288"/>
                      <a:pt x="71" y="261"/>
                      <a:pt x="80" y="232"/>
                    </a:cubicBezTo>
                    <a:cubicBezTo>
                      <a:pt x="175" y="22"/>
                      <a:pt x="310" y="0"/>
                      <a:pt x="530" y="15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90" name="ICON_C_SIGNAL_GRAPHIC_path_123"/>
              <p:cNvSpPr/>
              <p:nvPr/>
            </p:nvSpPr>
            <p:spPr>
              <a:xfrm>
                <a:off x="3548062" y="7366000"/>
                <a:ext cx="793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250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413"/>
                      <a:pt x="625" y="825"/>
                      <a:pt x="625" y="1250"/>
                    </a:cubicBezTo>
                    <a:cubicBezTo>
                      <a:pt x="419" y="1250"/>
                      <a:pt x="212" y="1250"/>
                      <a:pt x="0" y="1250"/>
                    </a:cubicBezTo>
                    <a:cubicBezTo>
                      <a:pt x="0" y="837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646" cap="flat">
                <a:noFill/>
              </a:ln>
            </p:spPr>
          </p:sp>
          <p:sp>
            <p:nvSpPr>
              <p:cNvPr id="3891" name="ICON_C_SIGNAL_GRAPHIC_path_124"/>
              <p:cNvSpPr/>
              <p:nvPr/>
            </p:nvSpPr>
            <p:spPr>
              <a:xfrm>
                <a:off x="3722386" y="7609417"/>
                <a:ext cx="10885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857" h="1458" fill="norm" stroke="0">
                    <a:moveTo>
                      <a:pt x="24" y="0"/>
                    </a:moveTo>
                    <a:cubicBezTo>
                      <a:pt x="299" y="275"/>
                      <a:pt x="574" y="550"/>
                      <a:pt x="857" y="833"/>
                    </a:cubicBezTo>
                    <a:cubicBezTo>
                      <a:pt x="651" y="1040"/>
                      <a:pt x="445" y="1246"/>
                      <a:pt x="232" y="1458"/>
                    </a:cubicBezTo>
                    <a:cubicBezTo>
                      <a:pt x="24" y="1250"/>
                      <a:pt x="24" y="1250"/>
                      <a:pt x="0" y="1112"/>
                    </a:cubicBezTo>
                    <a:cubicBezTo>
                      <a:pt x="1" y="1060"/>
                      <a:pt x="2" y="1009"/>
                      <a:pt x="3" y="956"/>
                    </a:cubicBezTo>
                    <a:cubicBezTo>
                      <a:pt x="4" y="929"/>
                      <a:pt x="4" y="901"/>
                      <a:pt x="4" y="873"/>
                    </a:cubicBezTo>
                    <a:cubicBezTo>
                      <a:pt x="5" y="786"/>
                      <a:pt x="8" y="699"/>
                      <a:pt x="11" y="612"/>
                    </a:cubicBezTo>
                    <a:cubicBezTo>
                      <a:pt x="12" y="553"/>
                      <a:pt x="13" y="493"/>
                      <a:pt x="14" y="434"/>
                    </a:cubicBezTo>
                    <a:cubicBezTo>
                      <a:pt x="16" y="289"/>
                      <a:pt x="20" y="145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646" cap="flat">
                <a:noFill/>
              </a:ln>
            </p:spPr>
          </p:sp>
          <p:sp>
            <p:nvSpPr>
              <p:cNvPr id="3892" name="ICON_C_SIGNAL_GRAPHIC_path_125"/>
              <p:cNvSpPr/>
              <p:nvPr/>
            </p:nvSpPr>
            <p:spPr>
              <a:xfrm>
                <a:off x="3000375" y="7508875"/>
                <a:ext cx="905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13" h="1250" fill="norm" stroke="0">
                    <a:moveTo>
                      <a:pt x="0" y="0"/>
                    </a:moveTo>
                    <a:cubicBezTo>
                      <a:pt x="496" y="62"/>
                      <a:pt x="496" y="62"/>
                      <a:pt x="625" y="208"/>
                    </a:cubicBezTo>
                    <a:cubicBezTo>
                      <a:pt x="713" y="543"/>
                      <a:pt x="659" y="910"/>
                      <a:pt x="625" y="1250"/>
                    </a:cubicBezTo>
                    <a:cubicBezTo>
                      <a:pt x="419" y="1250"/>
                      <a:pt x="213" y="1250"/>
                      <a:pt x="0" y="1250"/>
                    </a:cubicBezTo>
                    <a:cubicBezTo>
                      <a:pt x="0" y="837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893" name="ICON_C_SIGNAL_GRAPHIC_path_126"/>
              <p:cNvSpPr/>
              <p:nvPr/>
            </p:nvSpPr>
            <p:spPr>
              <a:xfrm>
                <a:off x="3476625" y="7469188"/>
                <a:ext cx="905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13" h="1250" fill="norm" stroke="0">
                    <a:moveTo>
                      <a:pt x="0" y="0"/>
                    </a:moveTo>
                    <a:cubicBezTo>
                      <a:pt x="496" y="62"/>
                      <a:pt x="496" y="62"/>
                      <a:pt x="625" y="208"/>
                    </a:cubicBezTo>
                    <a:cubicBezTo>
                      <a:pt x="713" y="543"/>
                      <a:pt x="659" y="910"/>
                      <a:pt x="625" y="1250"/>
                    </a:cubicBezTo>
                    <a:cubicBezTo>
                      <a:pt x="419" y="1250"/>
                      <a:pt x="212" y="1250"/>
                      <a:pt x="0" y="1250"/>
                    </a:cubicBezTo>
                    <a:cubicBezTo>
                      <a:pt x="0" y="837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894" name="ICON_C_SIGNAL_GRAPHIC_path_127"/>
              <p:cNvSpPr/>
              <p:nvPr/>
            </p:nvSpPr>
            <p:spPr>
              <a:xfrm>
                <a:off x="3508375" y="7627938"/>
                <a:ext cx="15875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625" fill="norm" stroke="0">
                    <a:moveTo>
                      <a:pt x="0" y="0"/>
                    </a:moveTo>
                    <a:cubicBezTo>
                      <a:pt x="413" y="0"/>
                      <a:pt x="825" y="0"/>
                      <a:pt x="1250" y="0"/>
                    </a:cubicBezTo>
                    <a:cubicBezTo>
                      <a:pt x="1181" y="206"/>
                      <a:pt x="1113" y="413"/>
                      <a:pt x="1042" y="625"/>
                    </a:cubicBezTo>
                    <a:cubicBezTo>
                      <a:pt x="698" y="556"/>
                      <a:pt x="354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B399D7"/>
              </a:solidFill>
              <a:ln w="2646" cap="flat">
                <a:noFill/>
              </a:ln>
            </p:spPr>
          </p:sp>
          <p:sp>
            <p:nvSpPr>
              <p:cNvPr id="3895" name="ICON_C_SIGNAL_GRAPHIC_path_128"/>
              <p:cNvSpPr/>
              <p:nvPr/>
            </p:nvSpPr>
            <p:spPr>
              <a:xfrm>
                <a:off x="3754438" y="7524750"/>
                <a:ext cx="15875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625" fill="norm" stroke="0">
                    <a:moveTo>
                      <a:pt x="0" y="0"/>
                    </a:moveTo>
                    <a:cubicBezTo>
                      <a:pt x="413" y="0"/>
                      <a:pt x="825" y="0"/>
                      <a:pt x="1250" y="0"/>
                    </a:cubicBezTo>
                    <a:cubicBezTo>
                      <a:pt x="1181" y="206"/>
                      <a:pt x="1113" y="413"/>
                      <a:pt x="1042" y="625"/>
                    </a:cubicBezTo>
                    <a:cubicBezTo>
                      <a:pt x="698" y="556"/>
                      <a:pt x="354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96" name="ICON_C_SIGNAL_GRAPHIC_path_129"/>
              <p:cNvSpPr/>
              <p:nvPr/>
            </p:nvSpPr>
            <p:spPr>
              <a:xfrm>
                <a:off x="3508375" y="7524750"/>
                <a:ext cx="15875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625" fill="norm" stroke="0">
                    <a:moveTo>
                      <a:pt x="0" y="0"/>
                    </a:moveTo>
                    <a:cubicBezTo>
                      <a:pt x="413" y="0"/>
                      <a:pt x="825" y="0"/>
                      <a:pt x="1250" y="0"/>
                    </a:cubicBezTo>
                    <a:cubicBezTo>
                      <a:pt x="1181" y="206"/>
                      <a:pt x="1113" y="413"/>
                      <a:pt x="1042" y="625"/>
                    </a:cubicBezTo>
                    <a:cubicBezTo>
                      <a:pt x="698" y="556"/>
                      <a:pt x="354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AE92D4"/>
              </a:solidFill>
              <a:ln w="2646" cap="flat">
                <a:noFill/>
              </a:ln>
            </p:spPr>
          </p:sp>
          <p:sp>
            <p:nvSpPr>
              <p:cNvPr id="3897" name="ICON_C_SIGNAL_GRAPHIC_path_130"/>
              <p:cNvSpPr/>
              <p:nvPr/>
            </p:nvSpPr>
            <p:spPr>
              <a:xfrm>
                <a:off x="3929063" y="7453312"/>
                <a:ext cx="15875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625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250" y="346"/>
                      <a:pt x="1250" y="483"/>
                      <a:pt x="1250" y="625"/>
                    </a:cubicBezTo>
                    <a:cubicBezTo>
                      <a:pt x="837" y="625"/>
                      <a:pt x="425" y="625"/>
                      <a:pt x="0" y="625"/>
                    </a:cubicBezTo>
                    <a:cubicBezTo>
                      <a:pt x="69" y="419"/>
                      <a:pt x="137" y="212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98" name="ICON_C_SIGNAL_GRAPHIC_path_131"/>
              <p:cNvSpPr/>
              <p:nvPr/>
            </p:nvSpPr>
            <p:spPr>
              <a:xfrm>
                <a:off x="3357562" y="7619476"/>
                <a:ext cx="11374" cy="21691"/>
              </a:xfrm>
              <a:custGeom>
                <a:avLst/>
                <a:gdLst/>
                <a:ahLst/>
                <a:cxnLst/>
                <a:rect l="0" t="0" r="r" b="b"/>
                <a:pathLst>
                  <a:path w="896" h="1708" fill="norm" stroke="0">
                    <a:moveTo>
                      <a:pt x="0" y="41"/>
                    </a:moveTo>
                    <a:cubicBezTo>
                      <a:pt x="99" y="33"/>
                      <a:pt x="198" y="24"/>
                      <a:pt x="300" y="15"/>
                    </a:cubicBezTo>
                    <a:cubicBezTo>
                      <a:pt x="315" y="13"/>
                      <a:pt x="315" y="13"/>
                      <a:pt x="393" y="4"/>
                    </a:cubicBezTo>
                    <a:cubicBezTo>
                      <a:pt x="483" y="0"/>
                      <a:pt x="541" y="6"/>
                      <a:pt x="625" y="41"/>
                    </a:cubicBezTo>
                    <a:cubicBezTo>
                      <a:pt x="896" y="334"/>
                      <a:pt x="858" y="739"/>
                      <a:pt x="846" y="1109"/>
                    </a:cubicBezTo>
                    <a:cubicBezTo>
                      <a:pt x="845" y="1167"/>
                      <a:pt x="844" y="1226"/>
                      <a:pt x="844" y="1284"/>
                    </a:cubicBezTo>
                    <a:cubicBezTo>
                      <a:pt x="841" y="1425"/>
                      <a:pt x="838" y="1567"/>
                      <a:pt x="833" y="1708"/>
                    </a:cubicBezTo>
                    <a:cubicBezTo>
                      <a:pt x="765" y="1708"/>
                      <a:pt x="696" y="1708"/>
                      <a:pt x="625" y="1708"/>
                    </a:cubicBezTo>
                    <a:cubicBezTo>
                      <a:pt x="625" y="1364"/>
                      <a:pt x="625" y="1020"/>
                      <a:pt x="625" y="666"/>
                    </a:cubicBezTo>
                    <a:cubicBezTo>
                      <a:pt x="419" y="666"/>
                      <a:pt x="212" y="666"/>
                      <a:pt x="0" y="666"/>
                    </a:cubicBezTo>
                    <a:cubicBezTo>
                      <a:pt x="0" y="460"/>
                      <a:pt x="0" y="254"/>
                      <a:pt x="0" y="41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899" name="ICON_C_SIGNAL_GRAPHIC_path_132"/>
              <p:cNvSpPr/>
              <p:nvPr/>
            </p:nvSpPr>
            <p:spPr>
              <a:xfrm>
                <a:off x="3024188" y="7640749"/>
                <a:ext cx="11703" cy="11001"/>
              </a:xfrm>
              <a:custGeom>
                <a:avLst/>
                <a:gdLst/>
                <a:ahLst/>
                <a:cxnLst/>
                <a:rect l="0" t="0" r="r" b="b"/>
                <a:pathLst>
                  <a:path w="921" h="866" fill="norm" stroke="0">
                    <a:moveTo>
                      <a:pt x="755" y="146"/>
                    </a:moveTo>
                    <a:cubicBezTo>
                      <a:pt x="921" y="349"/>
                      <a:pt x="855" y="622"/>
                      <a:pt x="833" y="866"/>
                    </a:cubicBezTo>
                    <a:cubicBezTo>
                      <a:pt x="558" y="798"/>
                      <a:pt x="283" y="729"/>
                      <a:pt x="0" y="658"/>
                    </a:cubicBezTo>
                    <a:cubicBezTo>
                      <a:pt x="0" y="241"/>
                      <a:pt x="0" y="241"/>
                      <a:pt x="76" y="148"/>
                    </a:cubicBezTo>
                    <a:cubicBezTo>
                      <a:pt x="330" y="29"/>
                      <a:pt x="506" y="0"/>
                      <a:pt x="755" y="146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00" name="ICON_C_SIGNAL_GRAPHIC_path_133"/>
              <p:cNvSpPr/>
              <p:nvPr/>
            </p:nvSpPr>
            <p:spPr>
              <a:xfrm>
                <a:off x="4569354" y="7633229"/>
                <a:ext cx="10583" cy="11647"/>
              </a:xfrm>
              <a:custGeom>
                <a:avLst/>
                <a:gdLst/>
                <a:ahLst/>
                <a:cxnLst/>
                <a:rect l="0" t="0" r="r" b="b"/>
                <a:pathLst>
                  <a:path w="833" h="917" fill="norm" stroke="0">
                    <a:moveTo>
                      <a:pt x="208" y="0"/>
                    </a:moveTo>
                    <a:cubicBezTo>
                      <a:pt x="415" y="69"/>
                      <a:pt x="621" y="138"/>
                      <a:pt x="833" y="208"/>
                    </a:cubicBezTo>
                    <a:cubicBezTo>
                      <a:pt x="730" y="705"/>
                      <a:pt x="730" y="705"/>
                      <a:pt x="625" y="833"/>
                    </a:cubicBezTo>
                    <a:cubicBezTo>
                      <a:pt x="424" y="917"/>
                      <a:pt x="209" y="861"/>
                      <a:pt x="0" y="833"/>
                    </a:cubicBezTo>
                    <a:cubicBezTo>
                      <a:pt x="69" y="558"/>
                      <a:pt x="137" y="283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01" name="ICON_C_SIGNAL_GRAPHIC_path_134"/>
              <p:cNvSpPr/>
              <p:nvPr/>
            </p:nvSpPr>
            <p:spPr>
              <a:xfrm>
                <a:off x="3071812" y="7632811"/>
                <a:ext cx="11703" cy="11001"/>
              </a:xfrm>
              <a:custGeom>
                <a:avLst/>
                <a:gdLst/>
                <a:ahLst/>
                <a:cxnLst/>
                <a:rect l="0" t="0" r="r" b="b"/>
                <a:pathLst>
                  <a:path w="921" h="866" fill="norm" stroke="0">
                    <a:moveTo>
                      <a:pt x="755" y="146"/>
                    </a:moveTo>
                    <a:cubicBezTo>
                      <a:pt x="921" y="349"/>
                      <a:pt x="855" y="622"/>
                      <a:pt x="833" y="866"/>
                    </a:cubicBezTo>
                    <a:cubicBezTo>
                      <a:pt x="558" y="798"/>
                      <a:pt x="283" y="729"/>
                      <a:pt x="0" y="658"/>
                    </a:cubicBezTo>
                    <a:cubicBezTo>
                      <a:pt x="0" y="241"/>
                      <a:pt x="0" y="241"/>
                      <a:pt x="76" y="148"/>
                    </a:cubicBezTo>
                    <a:cubicBezTo>
                      <a:pt x="330" y="29"/>
                      <a:pt x="506" y="0"/>
                      <a:pt x="755" y="146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02" name="ICON_C_SIGNAL_GRAPHIC_path_135"/>
              <p:cNvSpPr/>
              <p:nvPr/>
            </p:nvSpPr>
            <p:spPr>
              <a:xfrm>
                <a:off x="3206750" y="7625292"/>
                <a:ext cx="11126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76" h="833" fill="norm" stroke="0">
                    <a:moveTo>
                      <a:pt x="417" y="0"/>
                    </a:moveTo>
                    <a:cubicBezTo>
                      <a:pt x="554" y="69"/>
                      <a:pt x="692" y="138"/>
                      <a:pt x="833" y="208"/>
                    </a:cubicBezTo>
                    <a:cubicBezTo>
                      <a:pt x="870" y="349"/>
                      <a:pt x="876" y="398"/>
                      <a:pt x="859" y="534"/>
                    </a:cubicBezTo>
                    <a:cubicBezTo>
                      <a:pt x="851" y="633"/>
                      <a:pt x="842" y="731"/>
                      <a:pt x="833" y="833"/>
                    </a:cubicBezTo>
                    <a:cubicBezTo>
                      <a:pt x="558" y="833"/>
                      <a:pt x="283" y="833"/>
                      <a:pt x="0" y="833"/>
                    </a:cubicBezTo>
                    <a:cubicBezTo>
                      <a:pt x="137" y="558"/>
                      <a:pt x="275" y="283"/>
                      <a:pt x="417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03" name="ICON_C_SIGNAL_GRAPHIC_path_136"/>
              <p:cNvSpPr/>
              <p:nvPr/>
            </p:nvSpPr>
            <p:spPr>
              <a:xfrm>
                <a:off x="3767667" y="7617354"/>
                <a:ext cx="10583" cy="11647"/>
              </a:xfrm>
              <a:custGeom>
                <a:avLst/>
                <a:gdLst/>
                <a:ahLst/>
                <a:cxnLst/>
                <a:rect l="0" t="0" r="r" b="b"/>
                <a:pathLst>
                  <a:path w="833" h="917" fill="norm" stroke="0">
                    <a:moveTo>
                      <a:pt x="208" y="0"/>
                    </a:moveTo>
                    <a:cubicBezTo>
                      <a:pt x="415" y="69"/>
                      <a:pt x="621" y="138"/>
                      <a:pt x="833" y="208"/>
                    </a:cubicBezTo>
                    <a:cubicBezTo>
                      <a:pt x="730" y="705"/>
                      <a:pt x="730" y="705"/>
                      <a:pt x="625" y="833"/>
                    </a:cubicBezTo>
                    <a:cubicBezTo>
                      <a:pt x="424" y="917"/>
                      <a:pt x="209" y="861"/>
                      <a:pt x="0" y="833"/>
                    </a:cubicBezTo>
                    <a:cubicBezTo>
                      <a:pt x="69" y="558"/>
                      <a:pt x="137" y="283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04" name="ICON_C_SIGNAL_GRAPHIC_path_137"/>
              <p:cNvSpPr/>
              <p:nvPr/>
            </p:nvSpPr>
            <p:spPr>
              <a:xfrm>
                <a:off x="4180417" y="7612062"/>
                <a:ext cx="13229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25" fill="norm" stroke="0">
                    <a:moveTo>
                      <a:pt x="0" y="0"/>
                    </a:moveTo>
                    <a:cubicBezTo>
                      <a:pt x="172" y="34"/>
                      <a:pt x="172" y="34"/>
                      <a:pt x="1042" y="208"/>
                    </a:cubicBezTo>
                    <a:cubicBezTo>
                      <a:pt x="973" y="346"/>
                      <a:pt x="904" y="483"/>
                      <a:pt x="833" y="625"/>
                    </a:cubicBezTo>
                    <a:cubicBezTo>
                      <a:pt x="558" y="556"/>
                      <a:pt x="283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05" name="ICON_C_SIGNAL_GRAPHIC_path_138"/>
              <p:cNvSpPr/>
              <p:nvPr/>
            </p:nvSpPr>
            <p:spPr>
              <a:xfrm>
                <a:off x="4441291" y="7604125"/>
                <a:ext cx="11647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917" h="833" fill="norm" stroke="0">
                    <a:moveTo>
                      <a:pt x="84" y="0"/>
                    </a:moveTo>
                    <a:cubicBezTo>
                      <a:pt x="359" y="69"/>
                      <a:pt x="634" y="138"/>
                      <a:pt x="917" y="208"/>
                    </a:cubicBezTo>
                    <a:cubicBezTo>
                      <a:pt x="848" y="415"/>
                      <a:pt x="780" y="621"/>
                      <a:pt x="709" y="833"/>
                    </a:cubicBezTo>
                    <a:cubicBezTo>
                      <a:pt x="212" y="730"/>
                      <a:pt x="212" y="730"/>
                      <a:pt x="84" y="625"/>
                    </a:cubicBezTo>
                    <a:cubicBezTo>
                      <a:pt x="0" y="424"/>
                      <a:pt x="56" y="209"/>
                      <a:pt x="84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06" name="ICON_C_SIGNAL_GRAPHIC_path_139"/>
              <p:cNvSpPr/>
              <p:nvPr/>
            </p:nvSpPr>
            <p:spPr>
              <a:xfrm>
                <a:off x="4045479" y="7604125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710" y="702"/>
                      <a:pt x="656" y="726"/>
                      <a:pt x="521" y="755"/>
                    </a:cubicBezTo>
                    <a:cubicBezTo>
                      <a:pt x="418" y="781"/>
                      <a:pt x="315" y="807"/>
                      <a:pt x="208" y="833"/>
                    </a:cubicBezTo>
                    <a:cubicBezTo>
                      <a:pt x="140" y="558"/>
                      <a:pt x="71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07" name="ICON_C_SIGNAL_GRAPHIC_path_140"/>
              <p:cNvSpPr/>
              <p:nvPr/>
            </p:nvSpPr>
            <p:spPr>
              <a:xfrm>
                <a:off x="3556000" y="7601479"/>
                <a:ext cx="105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42" fill="norm" stroke="0">
                    <a:moveTo>
                      <a:pt x="0" y="0"/>
                    </a:moveTo>
                    <a:cubicBezTo>
                      <a:pt x="137" y="69"/>
                      <a:pt x="137" y="69"/>
                      <a:pt x="833" y="417"/>
                    </a:cubicBezTo>
                    <a:cubicBezTo>
                      <a:pt x="558" y="623"/>
                      <a:pt x="283" y="829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08" name="ICON_C_SIGNAL_GRAPHIC_path_141"/>
              <p:cNvSpPr/>
              <p:nvPr/>
            </p:nvSpPr>
            <p:spPr>
              <a:xfrm>
                <a:off x="3291417" y="7588250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710" y="702"/>
                      <a:pt x="656" y="726"/>
                      <a:pt x="521" y="755"/>
                    </a:cubicBezTo>
                    <a:cubicBezTo>
                      <a:pt x="418" y="781"/>
                      <a:pt x="315" y="807"/>
                      <a:pt x="208" y="833"/>
                    </a:cubicBezTo>
                    <a:cubicBezTo>
                      <a:pt x="140" y="558"/>
                      <a:pt x="71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09" name="ICON_C_SIGNAL_GRAPHIC_path_142"/>
              <p:cNvSpPr/>
              <p:nvPr/>
            </p:nvSpPr>
            <p:spPr>
              <a:xfrm>
                <a:off x="4500562" y="7577667"/>
                <a:ext cx="105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42" fill="norm" stroke="0">
                    <a:moveTo>
                      <a:pt x="417" y="0"/>
                    </a:moveTo>
                    <a:cubicBezTo>
                      <a:pt x="554" y="275"/>
                      <a:pt x="692" y="550"/>
                      <a:pt x="833" y="833"/>
                    </a:cubicBezTo>
                    <a:cubicBezTo>
                      <a:pt x="765" y="868"/>
                      <a:pt x="765" y="868"/>
                      <a:pt x="417" y="1042"/>
                    </a:cubicBezTo>
                    <a:cubicBezTo>
                      <a:pt x="279" y="973"/>
                      <a:pt x="142" y="904"/>
                      <a:pt x="0" y="833"/>
                    </a:cubicBezTo>
                    <a:cubicBezTo>
                      <a:pt x="138" y="558"/>
                      <a:pt x="275" y="283"/>
                      <a:pt x="417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10" name="ICON_C_SIGNAL_GRAPHIC_path_143"/>
              <p:cNvSpPr/>
              <p:nvPr/>
            </p:nvSpPr>
            <p:spPr>
              <a:xfrm>
                <a:off x="3537479" y="7580312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710" y="702"/>
                      <a:pt x="656" y="726"/>
                      <a:pt x="521" y="755"/>
                    </a:cubicBezTo>
                    <a:cubicBezTo>
                      <a:pt x="418" y="781"/>
                      <a:pt x="315" y="807"/>
                      <a:pt x="208" y="833"/>
                    </a:cubicBezTo>
                    <a:cubicBezTo>
                      <a:pt x="140" y="558"/>
                      <a:pt x="71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11" name="ICON_C_SIGNAL_GRAPHIC_path_144"/>
              <p:cNvSpPr/>
              <p:nvPr/>
            </p:nvSpPr>
            <p:spPr>
              <a:xfrm>
                <a:off x="3714750" y="7643812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558" y="556"/>
                      <a:pt x="283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B095D6"/>
              </a:solidFill>
              <a:ln w="2646" cap="flat">
                <a:noFill/>
              </a:ln>
            </p:spPr>
          </p:sp>
          <p:sp>
            <p:nvSpPr>
              <p:cNvPr id="3912" name="ICON_C_SIGNAL_GRAPHIC_path_145"/>
              <p:cNvSpPr/>
              <p:nvPr/>
            </p:nvSpPr>
            <p:spPr>
              <a:xfrm>
                <a:off x="4048125" y="7635875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765" y="415"/>
                      <a:pt x="696" y="621"/>
                      <a:pt x="625" y="833"/>
                    </a:cubicBezTo>
                    <a:cubicBezTo>
                      <a:pt x="519" y="774"/>
                      <a:pt x="416" y="714"/>
                      <a:pt x="312" y="651"/>
                    </a:cubicBezTo>
                    <a:cubicBezTo>
                      <a:pt x="283" y="635"/>
                      <a:pt x="253" y="618"/>
                      <a:pt x="222" y="601"/>
                    </a:cubicBezTo>
                    <a:cubicBezTo>
                      <a:pt x="137" y="549"/>
                      <a:pt x="137" y="549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13" name="ICON_C_SIGNAL_GRAPHIC_path_146"/>
              <p:cNvSpPr/>
              <p:nvPr/>
            </p:nvSpPr>
            <p:spPr>
              <a:xfrm>
                <a:off x="3950229" y="7627938"/>
                <a:ext cx="10583" cy="900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709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730" y="496"/>
                      <a:pt x="730" y="496"/>
                      <a:pt x="625" y="625"/>
                    </a:cubicBezTo>
                    <a:cubicBezTo>
                      <a:pt x="424" y="709"/>
                      <a:pt x="209" y="652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B095D6"/>
              </a:solidFill>
              <a:ln w="2646" cap="flat">
                <a:noFill/>
              </a:ln>
            </p:spPr>
          </p:sp>
          <p:sp>
            <p:nvSpPr>
              <p:cNvPr id="3914" name="ICON_C_SIGNAL_GRAPHIC_path_147"/>
              <p:cNvSpPr/>
              <p:nvPr/>
            </p:nvSpPr>
            <p:spPr>
              <a:xfrm>
                <a:off x="4220105" y="7626907"/>
                <a:ext cx="13229" cy="1161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914" fill="norm" stroke="0">
                    <a:moveTo>
                      <a:pt x="638" y="172"/>
                    </a:moveTo>
                    <a:cubicBezTo>
                      <a:pt x="705" y="192"/>
                      <a:pt x="705" y="192"/>
                      <a:pt x="1042" y="289"/>
                    </a:cubicBezTo>
                    <a:cubicBezTo>
                      <a:pt x="767" y="496"/>
                      <a:pt x="492" y="702"/>
                      <a:pt x="208" y="914"/>
                    </a:cubicBezTo>
                    <a:cubicBezTo>
                      <a:pt x="189" y="865"/>
                      <a:pt x="189" y="865"/>
                      <a:pt x="91" y="615"/>
                    </a:cubicBezTo>
                    <a:cubicBezTo>
                      <a:pt x="78" y="584"/>
                      <a:pt x="65" y="554"/>
                      <a:pt x="52" y="522"/>
                    </a:cubicBezTo>
                    <a:cubicBezTo>
                      <a:pt x="24" y="442"/>
                      <a:pt x="4" y="375"/>
                      <a:pt x="0" y="289"/>
                    </a:cubicBezTo>
                    <a:cubicBezTo>
                      <a:pt x="159" y="0"/>
                      <a:pt x="361" y="87"/>
                      <a:pt x="638" y="172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15" name="ICON_C_SIGNAL_GRAPHIC_path_148"/>
              <p:cNvSpPr/>
              <p:nvPr/>
            </p:nvSpPr>
            <p:spPr>
              <a:xfrm>
                <a:off x="4124854" y="7627938"/>
                <a:ext cx="10583" cy="900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709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730" y="496"/>
                      <a:pt x="730" y="496"/>
                      <a:pt x="625" y="625"/>
                    </a:cubicBezTo>
                    <a:cubicBezTo>
                      <a:pt x="424" y="709"/>
                      <a:pt x="209" y="652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16" name="ICON_C_SIGNAL_GRAPHIC_path_149"/>
              <p:cNvSpPr/>
              <p:nvPr/>
            </p:nvSpPr>
            <p:spPr>
              <a:xfrm>
                <a:off x="4029604" y="7627938"/>
                <a:ext cx="10583" cy="900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709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730" y="496"/>
                      <a:pt x="730" y="496"/>
                      <a:pt x="625" y="625"/>
                    </a:cubicBezTo>
                    <a:cubicBezTo>
                      <a:pt x="424" y="709"/>
                      <a:pt x="209" y="652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17" name="ICON_C_SIGNAL_GRAPHIC_path_150"/>
              <p:cNvSpPr/>
              <p:nvPr/>
            </p:nvSpPr>
            <p:spPr>
              <a:xfrm>
                <a:off x="3450167" y="7627938"/>
                <a:ext cx="13229" cy="9062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714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941" y="485"/>
                      <a:pt x="941" y="485"/>
                      <a:pt x="833" y="625"/>
                    </a:cubicBezTo>
                    <a:cubicBezTo>
                      <a:pt x="683" y="713"/>
                      <a:pt x="523" y="714"/>
                      <a:pt x="354" y="689"/>
                    </a:cubicBezTo>
                    <a:cubicBezTo>
                      <a:pt x="261" y="660"/>
                      <a:pt x="219" y="639"/>
                      <a:pt x="159" y="561"/>
                    </a:cubicBezTo>
                    <a:cubicBezTo>
                      <a:pt x="69" y="378"/>
                      <a:pt x="43" y="205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18" name="ICON_C_SIGNAL_GRAPHIC_path_151"/>
              <p:cNvSpPr/>
              <p:nvPr/>
            </p:nvSpPr>
            <p:spPr>
              <a:xfrm>
                <a:off x="3642531" y="7624745"/>
                <a:ext cx="11385" cy="11766"/>
              </a:xfrm>
              <a:custGeom>
                <a:avLst/>
                <a:gdLst/>
                <a:ahLst/>
                <a:cxnLst/>
                <a:rect l="0" t="0" r="r" b="b"/>
                <a:pathLst>
                  <a:path w="896" h="926" fill="norm" stroke="0">
                    <a:moveTo>
                      <a:pt x="726" y="212"/>
                    </a:moveTo>
                    <a:cubicBezTo>
                      <a:pt x="833" y="327"/>
                      <a:pt x="894" y="419"/>
                      <a:pt x="896" y="581"/>
                    </a:cubicBezTo>
                    <a:cubicBezTo>
                      <a:pt x="846" y="721"/>
                      <a:pt x="805" y="786"/>
                      <a:pt x="686" y="876"/>
                    </a:cubicBezTo>
                    <a:cubicBezTo>
                      <a:pt x="482" y="926"/>
                      <a:pt x="269" y="900"/>
                      <a:pt x="61" y="876"/>
                    </a:cubicBezTo>
                    <a:cubicBezTo>
                      <a:pt x="0" y="332"/>
                      <a:pt x="0" y="332"/>
                      <a:pt x="140" y="149"/>
                    </a:cubicBezTo>
                    <a:cubicBezTo>
                      <a:pt x="372" y="0"/>
                      <a:pt x="527" y="27"/>
                      <a:pt x="726" y="212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19" name="ICON_C_SIGNAL_GRAPHIC_path_152"/>
              <p:cNvSpPr/>
              <p:nvPr/>
            </p:nvSpPr>
            <p:spPr>
              <a:xfrm>
                <a:off x="3865562" y="7620000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558" y="556"/>
                      <a:pt x="283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B8A0DA"/>
              </a:solidFill>
              <a:ln w="2646" cap="flat">
                <a:noFill/>
              </a:ln>
            </p:spPr>
          </p:sp>
          <p:sp>
            <p:nvSpPr>
              <p:cNvPr id="3920" name="ICON_C_SIGNAL_GRAPHIC_path_153"/>
              <p:cNvSpPr/>
              <p:nvPr/>
            </p:nvSpPr>
            <p:spPr>
              <a:xfrm>
                <a:off x="3937000" y="7609417"/>
                <a:ext cx="8805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93" h="1042" fill="norm" stroke="0">
                    <a:moveTo>
                      <a:pt x="208" y="0"/>
                    </a:moveTo>
                    <a:cubicBezTo>
                      <a:pt x="625" y="208"/>
                      <a:pt x="625" y="208"/>
                      <a:pt x="688" y="358"/>
                    </a:cubicBezTo>
                    <a:cubicBezTo>
                      <a:pt x="693" y="438"/>
                      <a:pt x="693" y="438"/>
                      <a:pt x="690" y="521"/>
                    </a:cubicBezTo>
                    <a:cubicBezTo>
                      <a:pt x="690" y="549"/>
                      <a:pt x="690" y="577"/>
                      <a:pt x="689" y="605"/>
                    </a:cubicBezTo>
                    <a:cubicBezTo>
                      <a:pt x="681" y="688"/>
                      <a:pt x="681" y="688"/>
                      <a:pt x="625" y="833"/>
                    </a:cubicBezTo>
                    <a:cubicBezTo>
                      <a:pt x="444" y="974"/>
                      <a:pt x="220" y="996"/>
                      <a:pt x="0" y="1042"/>
                    </a:cubicBezTo>
                    <a:cubicBezTo>
                      <a:pt x="69" y="698"/>
                      <a:pt x="137" y="354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21" name="ICON_C_SIGNAL_GRAPHIC_path_154"/>
              <p:cNvSpPr/>
              <p:nvPr/>
            </p:nvSpPr>
            <p:spPr>
              <a:xfrm>
                <a:off x="3577167" y="7612062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558" y="556"/>
                      <a:pt x="283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22" name="ICON_C_SIGNAL_GRAPHIC_path_155"/>
              <p:cNvSpPr/>
              <p:nvPr/>
            </p:nvSpPr>
            <p:spPr>
              <a:xfrm>
                <a:off x="2981854" y="7604125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23" name="ICON_C_SIGNAL_GRAPHIC_path_156"/>
              <p:cNvSpPr/>
              <p:nvPr/>
            </p:nvSpPr>
            <p:spPr>
              <a:xfrm>
                <a:off x="4513604" y="7593542"/>
                <a:ext cx="11811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930" h="1042" fill="norm" stroke="0">
                    <a:moveTo>
                      <a:pt x="223" y="0"/>
                    </a:moveTo>
                    <a:cubicBezTo>
                      <a:pt x="790" y="312"/>
                      <a:pt x="790" y="312"/>
                      <a:pt x="912" y="530"/>
                    </a:cubicBezTo>
                    <a:cubicBezTo>
                      <a:pt x="930" y="666"/>
                      <a:pt x="927" y="719"/>
                      <a:pt x="848" y="833"/>
                    </a:cubicBezTo>
                    <a:cubicBezTo>
                      <a:pt x="658" y="947"/>
                      <a:pt x="437" y="993"/>
                      <a:pt x="223" y="1042"/>
                    </a:cubicBezTo>
                    <a:cubicBezTo>
                      <a:pt x="110" y="893"/>
                      <a:pt x="0" y="738"/>
                      <a:pt x="25" y="544"/>
                    </a:cubicBezTo>
                    <a:cubicBezTo>
                      <a:pt x="74" y="356"/>
                      <a:pt x="146" y="178"/>
                      <a:pt x="223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24" name="ICON_C_SIGNAL_GRAPHIC_path_157"/>
              <p:cNvSpPr/>
              <p:nvPr/>
            </p:nvSpPr>
            <p:spPr>
              <a:xfrm>
                <a:off x="4291542" y="7596188"/>
                <a:ext cx="13229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25" fill="norm" stroke="0">
                    <a:moveTo>
                      <a:pt x="208" y="0"/>
                    </a:moveTo>
                    <a:cubicBezTo>
                      <a:pt x="346" y="34"/>
                      <a:pt x="346" y="34"/>
                      <a:pt x="1042" y="208"/>
                    </a:cubicBezTo>
                    <a:cubicBezTo>
                      <a:pt x="973" y="346"/>
                      <a:pt x="904" y="483"/>
                      <a:pt x="833" y="625"/>
                    </a:cubicBezTo>
                    <a:cubicBezTo>
                      <a:pt x="558" y="556"/>
                      <a:pt x="283" y="487"/>
                      <a:pt x="0" y="417"/>
                    </a:cubicBezTo>
                    <a:cubicBezTo>
                      <a:pt x="69" y="279"/>
                      <a:pt x="137" y="142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25" name="ICON_C_SIGNAL_GRAPHIC_path_158"/>
              <p:cNvSpPr/>
              <p:nvPr/>
            </p:nvSpPr>
            <p:spPr>
              <a:xfrm>
                <a:off x="3904790" y="7595230"/>
                <a:ext cx="11044" cy="11644"/>
              </a:xfrm>
              <a:custGeom>
                <a:avLst/>
                <a:gdLst/>
                <a:ahLst/>
                <a:cxnLst/>
                <a:rect l="0" t="0" r="r" b="b"/>
                <a:pathLst>
                  <a:path w="870" h="917" fill="norm" stroke="0">
                    <a:moveTo>
                      <a:pt x="36" y="75"/>
                    </a:moveTo>
                    <a:cubicBezTo>
                      <a:pt x="480" y="0"/>
                      <a:pt x="480" y="0"/>
                      <a:pt x="661" y="75"/>
                    </a:cubicBezTo>
                    <a:cubicBezTo>
                      <a:pt x="801" y="247"/>
                      <a:pt x="833" y="488"/>
                      <a:pt x="870" y="700"/>
                    </a:cubicBezTo>
                    <a:cubicBezTo>
                      <a:pt x="699" y="819"/>
                      <a:pt x="546" y="917"/>
                      <a:pt x="332" y="898"/>
                    </a:cubicBezTo>
                    <a:cubicBezTo>
                      <a:pt x="198" y="849"/>
                      <a:pt x="128" y="812"/>
                      <a:pt x="36" y="700"/>
                    </a:cubicBezTo>
                    <a:cubicBezTo>
                      <a:pt x="0" y="487"/>
                      <a:pt x="12" y="290"/>
                      <a:pt x="36" y="75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26" name="ICON_C_SIGNAL_GRAPHIC_path_159"/>
              <p:cNvSpPr/>
              <p:nvPr/>
            </p:nvSpPr>
            <p:spPr>
              <a:xfrm>
                <a:off x="2968625" y="7522104"/>
                <a:ext cx="9001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709" h="833" fill="norm" stroke="0">
                    <a:moveTo>
                      <a:pt x="0" y="0"/>
                    </a:moveTo>
                    <a:cubicBezTo>
                      <a:pt x="496" y="103"/>
                      <a:pt x="496" y="103"/>
                      <a:pt x="625" y="208"/>
                    </a:cubicBezTo>
                    <a:cubicBezTo>
                      <a:pt x="709" y="410"/>
                      <a:pt x="652" y="624"/>
                      <a:pt x="625" y="833"/>
                    </a:cubicBezTo>
                    <a:cubicBezTo>
                      <a:pt x="419" y="833"/>
                      <a:pt x="213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646" cap="flat">
                <a:noFill/>
              </a:ln>
            </p:spPr>
          </p:sp>
          <p:sp>
            <p:nvSpPr>
              <p:cNvPr id="3927" name="ICON_C_SIGNAL_GRAPHIC_path_160"/>
              <p:cNvSpPr/>
              <p:nvPr/>
            </p:nvSpPr>
            <p:spPr>
              <a:xfrm>
                <a:off x="3396612" y="7498292"/>
                <a:ext cx="8575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75" h="1042" fill="norm" stroke="0">
                    <a:moveTo>
                      <a:pt x="467" y="0"/>
                    </a:moveTo>
                    <a:cubicBezTo>
                      <a:pt x="536" y="275"/>
                      <a:pt x="604" y="550"/>
                      <a:pt x="675" y="833"/>
                    </a:cubicBezTo>
                    <a:cubicBezTo>
                      <a:pt x="469" y="902"/>
                      <a:pt x="263" y="971"/>
                      <a:pt x="50" y="1042"/>
                    </a:cubicBezTo>
                    <a:cubicBezTo>
                      <a:pt x="0" y="442"/>
                      <a:pt x="0" y="442"/>
                      <a:pt x="50" y="208"/>
                    </a:cubicBezTo>
                    <a:cubicBezTo>
                      <a:pt x="184" y="62"/>
                      <a:pt x="270" y="49"/>
                      <a:pt x="467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28" name="ICON_C_SIGNAL_GRAPHIC_path_161"/>
              <p:cNvSpPr/>
              <p:nvPr/>
            </p:nvSpPr>
            <p:spPr>
              <a:xfrm>
                <a:off x="3910542" y="7476111"/>
                <a:ext cx="13229" cy="8951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705" fill="norm" stroke="0">
                    <a:moveTo>
                      <a:pt x="436" y="4"/>
                    </a:moveTo>
                    <a:cubicBezTo>
                      <a:pt x="582" y="0"/>
                      <a:pt x="705" y="5"/>
                      <a:pt x="833" y="80"/>
                    </a:cubicBezTo>
                    <a:cubicBezTo>
                      <a:pt x="973" y="263"/>
                      <a:pt x="995" y="483"/>
                      <a:pt x="1042" y="705"/>
                    </a:cubicBezTo>
                    <a:cubicBezTo>
                      <a:pt x="698" y="705"/>
                      <a:pt x="354" y="705"/>
                      <a:pt x="0" y="705"/>
                    </a:cubicBezTo>
                    <a:cubicBezTo>
                      <a:pt x="137" y="49"/>
                      <a:pt x="137" y="49"/>
                      <a:pt x="436" y="4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29" name="ICON_C_SIGNAL_GRAPHIC_path_162"/>
              <p:cNvSpPr/>
              <p:nvPr/>
            </p:nvSpPr>
            <p:spPr>
              <a:xfrm>
                <a:off x="4564063" y="7474479"/>
                <a:ext cx="7938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833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25" y="275"/>
                      <a:pt x="625" y="550"/>
                      <a:pt x="625" y="833"/>
                    </a:cubicBezTo>
                    <a:cubicBezTo>
                      <a:pt x="419" y="833"/>
                      <a:pt x="212" y="833"/>
                      <a:pt x="0" y="833"/>
                    </a:cubicBezTo>
                    <a:cubicBezTo>
                      <a:pt x="69" y="558"/>
                      <a:pt x="137" y="283"/>
                      <a:pt x="2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646" cap="flat">
                <a:noFill/>
              </a:ln>
            </p:spPr>
          </p:sp>
          <p:sp>
            <p:nvSpPr>
              <p:cNvPr id="3930" name="ICON_C_SIGNAL_GRAPHIC_path_163"/>
              <p:cNvSpPr/>
              <p:nvPr/>
            </p:nvSpPr>
            <p:spPr>
              <a:xfrm>
                <a:off x="3794125" y="7635875"/>
                <a:ext cx="10583" cy="845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66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742" y="502"/>
                      <a:pt x="742" y="502"/>
                      <a:pt x="625" y="625"/>
                    </a:cubicBezTo>
                    <a:cubicBezTo>
                      <a:pt x="400" y="666"/>
                      <a:pt x="234" y="64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31" name="ICON_C_SIGNAL_GRAPHIC_path_164"/>
              <p:cNvSpPr/>
              <p:nvPr/>
            </p:nvSpPr>
            <p:spPr>
              <a:xfrm>
                <a:off x="4341812" y="7627938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558" y="556"/>
                      <a:pt x="283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32" name="ICON_C_SIGNAL_GRAPHIC_path_165"/>
              <p:cNvSpPr/>
              <p:nvPr/>
            </p:nvSpPr>
            <p:spPr>
              <a:xfrm>
                <a:off x="3333750" y="7625292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417" y="0"/>
                    </a:moveTo>
                    <a:cubicBezTo>
                      <a:pt x="554" y="206"/>
                      <a:pt x="692" y="413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87"/>
                      <a:pt x="0" y="350"/>
                      <a:pt x="0" y="208"/>
                    </a:cubicBezTo>
                    <a:cubicBezTo>
                      <a:pt x="126" y="89"/>
                      <a:pt x="250" y="62"/>
                      <a:pt x="417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33" name="ICON_C_SIGNAL_GRAPHIC_path_166"/>
              <p:cNvSpPr/>
              <p:nvPr/>
            </p:nvSpPr>
            <p:spPr>
              <a:xfrm>
                <a:off x="3910542" y="7620000"/>
                <a:ext cx="13229" cy="8977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707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702" y="581"/>
                      <a:pt x="702" y="581"/>
                      <a:pt x="512" y="689"/>
                    </a:cubicBezTo>
                    <a:cubicBezTo>
                      <a:pt x="376" y="707"/>
                      <a:pt x="322" y="704"/>
                      <a:pt x="208" y="625"/>
                    </a:cubicBezTo>
                    <a:cubicBezTo>
                      <a:pt x="93" y="432"/>
                      <a:pt x="54" y="216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34" name="ICON_C_SIGNAL_GRAPHIC_path_167"/>
              <p:cNvSpPr/>
              <p:nvPr/>
            </p:nvSpPr>
            <p:spPr>
              <a:xfrm>
                <a:off x="3190875" y="7620000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558" y="415"/>
                      <a:pt x="283" y="621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35" name="ICON_C_SIGNAL_GRAPHIC_path_168"/>
              <p:cNvSpPr/>
              <p:nvPr/>
            </p:nvSpPr>
            <p:spPr>
              <a:xfrm>
                <a:off x="3103047" y="7620000"/>
                <a:ext cx="845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66" h="833" fill="norm" stroke="0">
                    <a:moveTo>
                      <a:pt x="41" y="0"/>
                    </a:moveTo>
                    <a:cubicBezTo>
                      <a:pt x="247" y="0"/>
                      <a:pt x="453" y="0"/>
                      <a:pt x="666" y="0"/>
                    </a:cubicBezTo>
                    <a:cubicBezTo>
                      <a:pt x="597" y="275"/>
                      <a:pt x="528" y="550"/>
                      <a:pt x="457" y="833"/>
                    </a:cubicBezTo>
                    <a:cubicBezTo>
                      <a:pt x="164" y="742"/>
                      <a:pt x="164" y="742"/>
                      <a:pt x="41" y="625"/>
                    </a:cubicBezTo>
                    <a:cubicBezTo>
                      <a:pt x="0" y="400"/>
                      <a:pt x="20" y="234"/>
                      <a:pt x="41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36" name="ICON_C_SIGNAL_GRAPHIC_path_169"/>
              <p:cNvSpPr/>
              <p:nvPr/>
            </p:nvSpPr>
            <p:spPr>
              <a:xfrm>
                <a:off x="4635500" y="7612062"/>
                <a:ext cx="7938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833" fill="norm" stroke="0">
                    <a:moveTo>
                      <a:pt x="0" y="0"/>
                    </a:moveTo>
                    <a:cubicBezTo>
                      <a:pt x="206" y="69"/>
                      <a:pt x="413" y="138"/>
                      <a:pt x="625" y="208"/>
                    </a:cubicBezTo>
                    <a:cubicBezTo>
                      <a:pt x="599" y="311"/>
                      <a:pt x="574" y="415"/>
                      <a:pt x="547" y="521"/>
                    </a:cubicBezTo>
                    <a:cubicBezTo>
                      <a:pt x="543" y="537"/>
                      <a:pt x="543" y="537"/>
                      <a:pt x="525" y="620"/>
                    </a:cubicBezTo>
                    <a:cubicBezTo>
                      <a:pt x="503" y="697"/>
                      <a:pt x="503" y="697"/>
                      <a:pt x="417" y="833"/>
                    </a:cubicBezTo>
                    <a:cubicBezTo>
                      <a:pt x="279" y="833"/>
                      <a:pt x="142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37" name="ICON_C_SIGNAL_GRAPHIC_path_170"/>
              <p:cNvSpPr/>
              <p:nvPr/>
            </p:nvSpPr>
            <p:spPr>
              <a:xfrm>
                <a:off x="3540125" y="7612062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558" y="556"/>
                      <a:pt x="283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38" name="ICON_C_SIGNAL_GRAPHIC_path_171"/>
              <p:cNvSpPr/>
              <p:nvPr/>
            </p:nvSpPr>
            <p:spPr>
              <a:xfrm>
                <a:off x="4619625" y="7601479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275"/>
                      <a:pt x="550" y="550"/>
                      <a:pt x="833" y="833"/>
                    </a:cubicBezTo>
                    <a:cubicBezTo>
                      <a:pt x="558" y="833"/>
                      <a:pt x="283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39" name="ICON_C_SIGNAL_GRAPHIC_path_172"/>
              <p:cNvSpPr/>
              <p:nvPr/>
            </p:nvSpPr>
            <p:spPr>
              <a:xfrm>
                <a:off x="4333876" y="7604076"/>
                <a:ext cx="10583" cy="10634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7" fill="norm" stroke="0">
                    <a:moveTo>
                      <a:pt x="284" y="8"/>
                    </a:moveTo>
                    <a:cubicBezTo>
                      <a:pt x="371" y="31"/>
                      <a:pt x="450" y="60"/>
                      <a:pt x="534" y="95"/>
                    </a:cubicBezTo>
                    <a:cubicBezTo>
                      <a:pt x="632" y="134"/>
                      <a:pt x="731" y="172"/>
                      <a:pt x="833" y="212"/>
                    </a:cubicBezTo>
                    <a:cubicBezTo>
                      <a:pt x="627" y="419"/>
                      <a:pt x="421" y="625"/>
                      <a:pt x="208" y="837"/>
                    </a:cubicBezTo>
                    <a:cubicBezTo>
                      <a:pt x="189" y="788"/>
                      <a:pt x="189" y="788"/>
                      <a:pt x="91" y="538"/>
                    </a:cubicBezTo>
                    <a:cubicBezTo>
                      <a:pt x="78" y="507"/>
                      <a:pt x="65" y="476"/>
                      <a:pt x="52" y="445"/>
                    </a:cubicBezTo>
                    <a:cubicBezTo>
                      <a:pt x="23" y="365"/>
                      <a:pt x="4" y="298"/>
                      <a:pt x="0" y="212"/>
                    </a:cubicBezTo>
                    <a:cubicBezTo>
                      <a:pt x="127" y="0"/>
                      <a:pt x="127" y="0"/>
                      <a:pt x="284" y="8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40" name="ICON_C_SIGNAL_GRAPHIC_path_173"/>
              <p:cNvSpPr/>
              <p:nvPr/>
            </p:nvSpPr>
            <p:spPr>
              <a:xfrm>
                <a:off x="3672417" y="7593542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625" y="0"/>
                    </a:moveTo>
                    <a:cubicBezTo>
                      <a:pt x="694" y="275"/>
                      <a:pt x="762" y="550"/>
                      <a:pt x="833" y="833"/>
                    </a:cubicBezTo>
                    <a:cubicBezTo>
                      <a:pt x="558" y="765"/>
                      <a:pt x="283" y="696"/>
                      <a:pt x="0" y="625"/>
                    </a:cubicBezTo>
                    <a:cubicBezTo>
                      <a:pt x="206" y="419"/>
                      <a:pt x="413" y="212"/>
                      <a:pt x="625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41" name="ICON_C_SIGNAL_GRAPHIC_path_174"/>
              <p:cNvSpPr/>
              <p:nvPr/>
            </p:nvSpPr>
            <p:spPr>
              <a:xfrm>
                <a:off x="3593043" y="7595804"/>
                <a:ext cx="10583" cy="83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55" fill="norm" stroke="0">
                    <a:moveTo>
                      <a:pt x="438" y="0"/>
                    </a:moveTo>
                    <a:cubicBezTo>
                      <a:pt x="570" y="6"/>
                      <a:pt x="702" y="19"/>
                      <a:pt x="833" y="30"/>
                    </a:cubicBezTo>
                    <a:cubicBezTo>
                      <a:pt x="833" y="236"/>
                      <a:pt x="833" y="443"/>
                      <a:pt x="833" y="655"/>
                    </a:cubicBezTo>
                    <a:cubicBezTo>
                      <a:pt x="558" y="586"/>
                      <a:pt x="283" y="518"/>
                      <a:pt x="0" y="447"/>
                    </a:cubicBezTo>
                    <a:cubicBezTo>
                      <a:pt x="136" y="10"/>
                      <a:pt x="136" y="10"/>
                      <a:pt x="43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42" name="ICON_C_SIGNAL_GRAPHIC_path_175"/>
              <p:cNvSpPr/>
              <p:nvPr/>
            </p:nvSpPr>
            <p:spPr>
              <a:xfrm>
                <a:off x="3524249" y="7595143"/>
                <a:ext cx="10583" cy="1162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916" fill="norm" stroke="0">
                    <a:moveTo>
                      <a:pt x="308" y="19"/>
                    </a:moveTo>
                    <a:cubicBezTo>
                      <a:pt x="447" y="0"/>
                      <a:pt x="505" y="6"/>
                      <a:pt x="625" y="82"/>
                    </a:cubicBezTo>
                    <a:cubicBezTo>
                      <a:pt x="740" y="271"/>
                      <a:pt x="785" y="494"/>
                      <a:pt x="833" y="707"/>
                    </a:cubicBezTo>
                    <a:cubicBezTo>
                      <a:pt x="700" y="800"/>
                      <a:pt x="574" y="873"/>
                      <a:pt x="417" y="916"/>
                    </a:cubicBezTo>
                    <a:cubicBezTo>
                      <a:pt x="259" y="873"/>
                      <a:pt x="134" y="800"/>
                      <a:pt x="0" y="707"/>
                    </a:cubicBezTo>
                    <a:cubicBezTo>
                      <a:pt x="130" y="132"/>
                      <a:pt x="130" y="132"/>
                      <a:pt x="308" y="19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43" name="ICON_C_SIGNAL_GRAPHIC_path_176"/>
              <p:cNvSpPr/>
              <p:nvPr/>
            </p:nvSpPr>
            <p:spPr>
              <a:xfrm>
                <a:off x="3204105" y="7595804"/>
                <a:ext cx="10583" cy="83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55" fill="norm" stroke="0">
                    <a:moveTo>
                      <a:pt x="438" y="0"/>
                    </a:moveTo>
                    <a:cubicBezTo>
                      <a:pt x="570" y="6"/>
                      <a:pt x="702" y="19"/>
                      <a:pt x="833" y="30"/>
                    </a:cubicBezTo>
                    <a:cubicBezTo>
                      <a:pt x="833" y="236"/>
                      <a:pt x="833" y="443"/>
                      <a:pt x="833" y="655"/>
                    </a:cubicBezTo>
                    <a:cubicBezTo>
                      <a:pt x="558" y="586"/>
                      <a:pt x="283" y="518"/>
                      <a:pt x="0" y="447"/>
                    </a:cubicBezTo>
                    <a:cubicBezTo>
                      <a:pt x="136" y="10"/>
                      <a:pt x="136" y="10"/>
                      <a:pt x="43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44" name="ICON_C_SIGNAL_GRAPHIC_path_177"/>
              <p:cNvSpPr/>
              <p:nvPr/>
            </p:nvSpPr>
            <p:spPr>
              <a:xfrm>
                <a:off x="4468812" y="7587462"/>
                <a:ext cx="10583" cy="8726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87" fill="norm" stroke="0">
                    <a:moveTo>
                      <a:pt x="0" y="62"/>
                    </a:moveTo>
                    <a:cubicBezTo>
                      <a:pt x="476" y="0"/>
                      <a:pt x="476" y="0"/>
                      <a:pt x="625" y="62"/>
                    </a:cubicBezTo>
                    <a:cubicBezTo>
                      <a:pt x="768" y="238"/>
                      <a:pt x="789" y="472"/>
                      <a:pt x="833" y="687"/>
                    </a:cubicBezTo>
                    <a:cubicBezTo>
                      <a:pt x="558" y="687"/>
                      <a:pt x="283" y="687"/>
                      <a:pt x="0" y="687"/>
                    </a:cubicBezTo>
                    <a:cubicBezTo>
                      <a:pt x="0" y="481"/>
                      <a:pt x="0" y="275"/>
                      <a:pt x="0" y="62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45" name="ICON_C_SIGNAL_GRAPHIC_path_178"/>
              <p:cNvSpPr/>
              <p:nvPr/>
            </p:nvSpPr>
            <p:spPr>
              <a:xfrm>
                <a:off x="4196293" y="7587866"/>
                <a:ext cx="10583" cy="83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55" fill="norm" stroke="0">
                    <a:moveTo>
                      <a:pt x="438" y="0"/>
                    </a:moveTo>
                    <a:cubicBezTo>
                      <a:pt x="570" y="6"/>
                      <a:pt x="702" y="19"/>
                      <a:pt x="833" y="30"/>
                    </a:cubicBezTo>
                    <a:cubicBezTo>
                      <a:pt x="833" y="236"/>
                      <a:pt x="833" y="443"/>
                      <a:pt x="833" y="655"/>
                    </a:cubicBezTo>
                    <a:cubicBezTo>
                      <a:pt x="558" y="586"/>
                      <a:pt x="283" y="518"/>
                      <a:pt x="0" y="447"/>
                    </a:cubicBezTo>
                    <a:cubicBezTo>
                      <a:pt x="136" y="10"/>
                      <a:pt x="136" y="10"/>
                      <a:pt x="43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46" name="ICON_C_SIGNAL_GRAPHIC_path_179"/>
              <p:cNvSpPr/>
              <p:nvPr/>
            </p:nvSpPr>
            <p:spPr>
              <a:xfrm>
                <a:off x="3331104" y="7577667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208" y="0"/>
                    </a:moveTo>
                    <a:cubicBezTo>
                      <a:pt x="314" y="59"/>
                      <a:pt x="417" y="120"/>
                      <a:pt x="521" y="182"/>
                    </a:cubicBezTo>
                    <a:cubicBezTo>
                      <a:pt x="551" y="199"/>
                      <a:pt x="580" y="215"/>
                      <a:pt x="611" y="232"/>
                    </a:cubicBezTo>
                    <a:cubicBezTo>
                      <a:pt x="697" y="285"/>
                      <a:pt x="697" y="285"/>
                      <a:pt x="833" y="417"/>
                    </a:cubicBezTo>
                    <a:cubicBezTo>
                      <a:pt x="833" y="554"/>
                      <a:pt x="833" y="692"/>
                      <a:pt x="833" y="833"/>
                    </a:cubicBezTo>
                    <a:cubicBezTo>
                      <a:pt x="558" y="765"/>
                      <a:pt x="283" y="696"/>
                      <a:pt x="0" y="625"/>
                    </a:cubicBezTo>
                    <a:cubicBezTo>
                      <a:pt x="69" y="419"/>
                      <a:pt x="137" y="212"/>
                      <a:pt x="20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47" name="ICON_C_SIGNAL_GRAPHIC_path_180"/>
              <p:cNvSpPr/>
              <p:nvPr/>
            </p:nvSpPr>
            <p:spPr>
              <a:xfrm>
                <a:off x="4474104" y="7556500"/>
                <a:ext cx="10583" cy="8726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87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358" y="687"/>
                      <a:pt x="358" y="687"/>
                      <a:pt x="208" y="625"/>
                    </a:cubicBezTo>
                    <a:cubicBezTo>
                      <a:pt x="65" y="449"/>
                      <a:pt x="45" y="215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48" name="ICON_C_SIGNAL_GRAPHIC_path_181"/>
              <p:cNvSpPr/>
              <p:nvPr/>
            </p:nvSpPr>
            <p:spPr>
              <a:xfrm>
                <a:off x="3333750" y="7524750"/>
                <a:ext cx="10583" cy="845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66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742" y="502"/>
                      <a:pt x="742" y="502"/>
                      <a:pt x="625" y="625"/>
                    </a:cubicBezTo>
                    <a:cubicBezTo>
                      <a:pt x="400" y="666"/>
                      <a:pt x="234" y="64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49" name="ICON_C_SIGNAL_GRAPHIC_path_182"/>
              <p:cNvSpPr/>
              <p:nvPr/>
            </p:nvSpPr>
            <p:spPr>
              <a:xfrm>
                <a:off x="3069167" y="7524750"/>
                <a:ext cx="10583" cy="8726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87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357" y="687"/>
                      <a:pt x="357" y="687"/>
                      <a:pt x="208" y="625"/>
                    </a:cubicBezTo>
                    <a:cubicBezTo>
                      <a:pt x="65" y="449"/>
                      <a:pt x="45" y="215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50" name="ICON_C_SIGNAL_GRAPHIC_path_183"/>
              <p:cNvSpPr/>
              <p:nvPr/>
            </p:nvSpPr>
            <p:spPr>
              <a:xfrm>
                <a:off x="4175125" y="7516812"/>
                <a:ext cx="10583" cy="845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66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742" y="502"/>
                      <a:pt x="742" y="502"/>
                      <a:pt x="625" y="625"/>
                    </a:cubicBezTo>
                    <a:cubicBezTo>
                      <a:pt x="400" y="666"/>
                      <a:pt x="234" y="64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51" name="ICON_C_SIGNAL_GRAPHIC_path_184"/>
              <p:cNvSpPr/>
              <p:nvPr/>
            </p:nvSpPr>
            <p:spPr>
              <a:xfrm>
                <a:off x="3635375" y="7514167"/>
                <a:ext cx="9001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709" h="833" fill="norm" stroke="0">
                    <a:moveTo>
                      <a:pt x="0" y="0"/>
                    </a:moveTo>
                    <a:cubicBezTo>
                      <a:pt x="496" y="103"/>
                      <a:pt x="496" y="103"/>
                      <a:pt x="625" y="208"/>
                    </a:cubicBezTo>
                    <a:cubicBezTo>
                      <a:pt x="709" y="410"/>
                      <a:pt x="652" y="624"/>
                      <a:pt x="625" y="833"/>
                    </a:cubicBezTo>
                    <a:cubicBezTo>
                      <a:pt x="419" y="833"/>
                      <a:pt x="212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52" name="ICON_C_SIGNAL_GRAPHIC_path_185"/>
              <p:cNvSpPr/>
              <p:nvPr/>
            </p:nvSpPr>
            <p:spPr>
              <a:xfrm>
                <a:off x="4619625" y="7506229"/>
                <a:ext cx="9001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709" h="833" fill="norm" stroke="0">
                    <a:moveTo>
                      <a:pt x="0" y="0"/>
                    </a:moveTo>
                    <a:cubicBezTo>
                      <a:pt x="496" y="103"/>
                      <a:pt x="496" y="103"/>
                      <a:pt x="625" y="208"/>
                    </a:cubicBezTo>
                    <a:cubicBezTo>
                      <a:pt x="709" y="410"/>
                      <a:pt x="652" y="624"/>
                      <a:pt x="625" y="833"/>
                    </a:cubicBezTo>
                    <a:cubicBezTo>
                      <a:pt x="419" y="833"/>
                      <a:pt x="212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53" name="ICON_C_SIGNAL_GRAPHIC_path_186"/>
              <p:cNvSpPr/>
              <p:nvPr/>
            </p:nvSpPr>
            <p:spPr>
              <a:xfrm>
                <a:off x="4548188" y="7500938"/>
                <a:ext cx="8726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87" h="833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87" y="476"/>
                      <a:pt x="687" y="476"/>
                      <a:pt x="625" y="625"/>
                    </a:cubicBezTo>
                    <a:cubicBezTo>
                      <a:pt x="449" y="768"/>
                      <a:pt x="215" y="789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54" name="ICON_C_SIGNAL_GRAPHIC_path_187"/>
              <p:cNvSpPr/>
              <p:nvPr/>
            </p:nvSpPr>
            <p:spPr>
              <a:xfrm>
                <a:off x="4460359" y="7500938"/>
                <a:ext cx="845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66" h="833" fill="norm" stroke="0">
                    <a:moveTo>
                      <a:pt x="41" y="0"/>
                    </a:moveTo>
                    <a:cubicBezTo>
                      <a:pt x="247" y="0"/>
                      <a:pt x="453" y="0"/>
                      <a:pt x="666" y="0"/>
                    </a:cubicBezTo>
                    <a:cubicBezTo>
                      <a:pt x="597" y="275"/>
                      <a:pt x="528" y="550"/>
                      <a:pt x="457" y="833"/>
                    </a:cubicBezTo>
                    <a:cubicBezTo>
                      <a:pt x="164" y="742"/>
                      <a:pt x="164" y="742"/>
                      <a:pt x="41" y="625"/>
                    </a:cubicBezTo>
                    <a:cubicBezTo>
                      <a:pt x="0" y="400"/>
                      <a:pt x="20" y="234"/>
                      <a:pt x="41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55" name="ICON_C_SIGNAL_GRAPHIC_path_188"/>
              <p:cNvSpPr/>
              <p:nvPr/>
            </p:nvSpPr>
            <p:spPr>
              <a:xfrm>
                <a:off x="3505730" y="7492616"/>
                <a:ext cx="10583" cy="83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55" fill="norm" stroke="0">
                    <a:moveTo>
                      <a:pt x="438" y="0"/>
                    </a:moveTo>
                    <a:cubicBezTo>
                      <a:pt x="570" y="6"/>
                      <a:pt x="702" y="19"/>
                      <a:pt x="833" y="30"/>
                    </a:cubicBezTo>
                    <a:cubicBezTo>
                      <a:pt x="833" y="236"/>
                      <a:pt x="833" y="443"/>
                      <a:pt x="833" y="655"/>
                    </a:cubicBezTo>
                    <a:cubicBezTo>
                      <a:pt x="558" y="586"/>
                      <a:pt x="283" y="518"/>
                      <a:pt x="0" y="447"/>
                    </a:cubicBezTo>
                    <a:cubicBezTo>
                      <a:pt x="136" y="10"/>
                      <a:pt x="136" y="10"/>
                      <a:pt x="43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56" name="ICON_C_SIGNAL_GRAPHIC_path_189"/>
              <p:cNvSpPr/>
              <p:nvPr/>
            </p:nvSpPr>
            <p:spPr>
              <a:xfrm>
                <a:off x="3016250" y="7493000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558" y="415"/>
                      <a:pt x="283" y="621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F253AA"/>
              </a:solidFill>
              <a:ln w="2646" cap="flat">
                <a:noFill/>
              </a:ln>
            </p:spPr>
          </p:sp>
          <p:sp>
            <p:nvSpPr>
              <p:cNvPr id="3957" name="ICON_C_SIGNAL_GRAPHIC_path_190"/>
              <p:cNvSpPr/>
              <p:nvPr/>
            </p:nvSpPr>
            <p:spPr>
              <a:xfrm>
                <a:off x="4386793" y="7484679"/>
                <a:ext cx="10583" cy="83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55" fill="norm" stroke="0">
                    <a:moveTo>
                      <a:pt x="438" y="0"/>
                    </a:moveTo>
                    <a:cubicBezTo>
                      <a:pt x="570" y="6"/>
                      <a:pt x="702" y="19"/>
                      <a:pt x="833" y="30"/>
                    </a:cubicBezTo>
                    <a:cubicBezTo>
                      <a:pt x="833" y="236"/>
                      <a:pt x="833" y="443"/>
                      <a:pt x="833" y="655"/>
                    </a:cubicBezTo>
                    <a:cubicBezTo>
                      <a:pt x="558" y="586"/>
                      <a:pt x="283" y="518"/>
                      <a:pt x="0" y="447"/>
                    </a:cubicBezTo>
                    <a:cubicBezTo>
                      <a:pt x="136" y="10"/>
                      <a:pt x="136" y="10"/>
                      <a:pt x="43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  <p:sp>
            <p:nvSpPr>
              <p:cNvPr id="3958" name="ICON_C_SIGNAL_GRAPHIC_path_191"/>
              <p:cNvSpPr/>
              <p:nvPr/>
            </p:nvSpPr>
            <p:spPr>
              <a:xfrm>
                <a:off x="3585105" y="7476741"/>
                <a:ext cx="10583" cy="83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55" fill="norm" stroke="0">
                    <a:moveTo>
                      <a:pt x="438" y="0"/>
                    </a:moveTo>
                    <a:cubicBezTo>
                      <a:pt x="570" y="6"/>
                      <a:pt x="702" y="19"/>
                      <a:pt x="833" y="30"/>
                    </a:cubicBezTo>
                    <a:cubicBezTo>
                      <a:pt x="833" y="236"/>
                      <a:pt x="833" y="443"/>
                      <a:pt x="833" y="655"/>
                    </a:cubicBezTo>
                    <a:cubicBezTo>
                      <a:pt x="558" y="586"/>
                      <a:pt x="283" y="518"/>
                      <a:pt x="0" y="447"/>
                    </a:cubicBezTo>
                    <a:cubicBezTo>
                      <a:pt x="136" y="10"/>
                      <a:pt x="136" y="10"/>
                      <a:pt x="438" y="0"/>
                    </a:cubicBezTo>
                    <a:close/>
                  </a:path>
                </a:pathLst>
              </a:custGeom>
              <a:solidFill>
                <a:srgbClr val="A98BD2"/>
              </a:solidFill>
              <a:ln w="2646" cap="flat">
                <a:noFill/>
              </a:ln>
            </p:spPr>
          </p:sp>
        </p:grpSp>
        <p:sp>
          <p:nvSpPr>
            <p:cNvPr id="366" name="TXT_102"/>
            <p:cNvSpPr txBox="1"/>
            <p:nvPr/>
          </p:nvSpPr>
          <p:spPr>
            <a:xfrm>
              <a:off x="3405188" y="7072312"/>
              <a:ext cx="865188" cy="17462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1" i="0" spc="0" lang="en-US">
                  <a:solidFill>
                    <a:srgbClr val="6B079C"/>
                  </a:solidFill>
                  <a:latin typeface="Roboto Condensed"/>
                  <a:ea typeface="微软雅黑"/>
                </a:defRPr>
              </a:pPr>
              <a:r>
                <a:rPr sz="969" b="1" i="0" spc="0" lang="en-US">
                  <a:solidFill>
                    <a:srgbClr val="6B079C"/>
                  </a:solidFill>
                  <a:latin typeface="Roboto Condensed"/>
                  <a:ea typeface="微软雅黑"/>
                </a:rPr>
                <a:t>Processed signal</a:t>
              </a:r>
              <a:endParaRPr sz="969" b="1" i="0" spc="0" lang="en-US">
                <a:solidFill>
                  <a:srgbClr val="6B079C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4053" name="PORT_C_EXECUTION_0_to"/>
            <p:cNvSpPr/>
            <p:nvPr/>
          </p:nvSpPr>
          <p:spPr>
            <a:xfrm>
              <a:off x="2770123" y="7326320"/>
              <a:ext cx="128" cy="128"/>
            </a:xfrm>
            <a:prstGeom prst="rect">
              <a:avLst/>
            </a:prstGeom>
            <a:noFill/>
            <a:ln>
              <a:noFill/>
            </a:ln>
            <a:effectLst/>
          </p:spPr>
        </p:sp>
        <p:sp>
          <p:nvSpPr>
            <p:cNvPr id="4054" name="PORT_C_EXECUTION_1_from"/>
            <p:cNvSpPr/>
            <p:nvPr/>
          </p:nvSpPr>
          <p:spPr>
            <a:xfrm>
              <a:off x="4865624" y="7326312"/>
              <a:ext cx="128" cy="128"/>
            </a:xfrm>
            <a:prstGeom prst="rect">
              <a:avLst/>
            </a:prstGeom>
            <a:noFill/>
            <a:ln>
              <a:noFill/>
            </a:ln>
            <a:effectLst/>
          </p:spPr>
        </p:sp>
      </p:grpSp>
      <p:grpSp>
        <p:nvGrpSpPr>
          <p:cNvPr id="4040" name="MODULE_C_WINDOWS"/>
          <p:cNvGrpSpPr/>
          <p:nvPr/>
        </p:nvGrpSpPr>
        <p:grpSpPr>
          <a:xfrm>
            <a:off x="5087938" y="7032625"/>
            <a:ext cx="2135188" cy="674688"/>
            <a:chOff x="5087938" y="7032625"/>
            <a:chExt cx="2135188" cy="674688"/>
          </a:xfrm>
        </p:grpSpPr>
        <p:sp>
          <p:nvSpPr>
            <p:cNvPr id="111" name="C_WINDOWS"/>
            <p:cNvSpPr/>
            <p:nvPr/>
          </p:nvSpPr>
          <p:spPr>
            <a:xfrm>
              <a:off x="5087938" y="7032625"/>
              <a:ext cx="2135188" cy="674688"/>
            </a:xfrm>
            <a:prstGeom prst="roundRect">
              <a:avLst>
                <a:gd name="adj" fmla="val 11765"/>
              </a:avLst>
            </a:prstGeom>
            <a:solidFill>
              <a:srgbClr val="FFFFFF"/>
            </a:solidFill>
            <a:ln w="15875" cap="rnd">
              <a:solidFill>
                <a:srgbClr val="8152A3"/>
              </a:solidFill>
              <a:round/>
            </a:ln>
          </p:spPr>
        </p:sp>
        <p:sp>
          <p:nvSpPr>
            <p:cNvPr id="112" name="C_WINDOWS_HEADER"/>
            <p:cNvSpPr/>
            <p:nvPr/>
          </p:nvSpPr>
          <p:spPr>
            <a:xfrm>
              <a:off x="5095875" y="7040562"/>
              <a:ext cx="2119312" cy="198438"/>
            </a:xfrm>
            <a:custGeom>
              <a:avLst/>
              <a:gdLst/>
              <a:ahLst/>
              <a:cxnLst/>
              <a:rect l="0" t="0" r="r" b="b"/>
              <a:pathLst>
                <a:path w="267000" h="25000" fill="norm" stroke="0">
                  <a:moveTo>
                    <a:pt x="9000" y="0"/>
                  </a:moveTo>
                  <a:lnTo>
                    <a:pt x="258000" y="0"/>
                  </a:lnTo>
                  <a:cubicBezTo>
                    <a:pt x="262971" y="0"/>
                    <a:pt x="267000" y="4029"/>
                    <a:pt x="267000" y="9000"/>
                  </a:cubicBezTo>
                  <a:lnTo>
                    <a:pt x="267000" y="25000"/>
                  </a:lnTo>
                  <a:lnTo>
                    <a:pt x="0" y="25000"/>
                  </a:lnTo>
                  <a:lnTo>
                    <a:pt x="0" y="9000"/>
                  </a:lnTo>
                  <a:cubicBezTo>
                    <a:pt x="0" y="4029"/>
                    <a:pt x="4029" y="0"/>
                    <a:pt x="900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2EAF9"/>
                </a:gs>
                <a:gs pos="100000">
                  <a:srgbClr val="F9F5FC"/>
                </a:gs>
              </a:gsLst>
              <a:lin ang="5400000" scaled="1"/>
            </a:gradFill>
            <a:ln w="11906" cap="rnd">
              <a:noFill/>
            </a:ln>
          </p:spPr>
        </p:sp>
        <p:grpSp>
          <p:nvGrpSpPr>
            <p:cNvPr id="1871" name="ICON_C_WINDOWS_HEADER"/>
            <p:cNvGrpSpPr/>
            <p:nvPr/>
          </p:nvGrpSpPr>
          <p:grpSpPr>
            <a:xfrm>
              <a:off x="5580062" y="7056438"/>
              <a:ext cx="214312" cy="190500"/>
              <a:chOff x="5580062" y="7056438"/>
              <a:chExt cx="214312" cy="190500"/>
            </a:xfrm>
          </p:grpSpPr>
          <p:sp>
            <p:nvSpPr>
              <p:cNvPr id="1872" name="ICON_C_WINDOWS_HEADER_path_001"/>
              <p:cNvSpPr/>
              <p:nvPr/>
            </p:nvSpPr>
            <p:spPr>
              <a:xfrm>
                <a:off x="5631767" y="7093239"/>
                <a:ext cx="93668" cy="92169"/>
              </a:xfrm>
              <a:custGeom>
                <a:avLst/>
                <a:gdLst/>
                <a:ahLst/>
                <a:cxnLst/>
                <a:rect l="0" t="0" r="r" b="b"/>
                <a:pathLst>
                  <a:path w="7375" h="7257" fill="norm" stroke="0">
                    <a:moveTo>
                      <a:pt x="1239" y="0"/>
                    </a:moveTo>
                    <a:cubicBezTo>
                      <a:pt x="1317" y="0"/>
                      <a:pt x="1395" y="0"/>
                      <a:pt x="1475" y="0"/>
                    </a:cubicBezTo>
                    <a:cubicBezTo>
                      <a:pt x="1475" y="19"/>
                      <a:pt x="1475" y="39"/>
                      <a:pt x="1475" y="59"/>
                    </a:cubicBezTo>
                    <a:cubicBezTo>
                      <a:pt x="1495" y="59"/>
                      <a:pt x="1514" y="59"/>
                      <a:pt x="1534" y="59"/>
                    </a:cubicBezTo>
                    <a:cubicBezTo>
                      <a:pt x="1534" y="78"/>
                      <a:pt x="1534" y="98"/>
                      <a:pt x="1534" y="118"/>
                    </a:cubicBezTo>
                    <a:cubicBezTo>
                      <a:pt x="1554" y="118"/>
                      <a:pt x="1573" y="118"/>
                      <a:pt x="1593" y="118"/>
                    </a:cubicBezTo>
                    <a:cubicBezTo>
                      <a:pt x="1593" y="137"/>
                      <a:pt x="1593" y="157"/>
                      <a:pt x="1593" y="177"/>
                    </a:cubicBezTo>
                    <a:cubicBezTo>
                      <a:pt x="3268" y="177"/>
                      <a:pt x="4942" y="177"/>
                      <a:pt x="6667" y="177"/>
                    </a:cubicBezTo>
                    <a:cubicBezTo>
                      <a:pt x="6667" y="196"/>
                      <a:pt x="6667" y="216"/>
                      <a:pt x="6667" y="236"/>
                    </a:cubicBezTo>
                    <a:cubicBezTo>
                      <a:pt x="6687" y="236"/>
                      <a:pt x="6706" y="236"/>
                      <a:pt x="6726" y="236"/>
                    </a:cubicBezTo>
                    <a:cubicBezTo>
                      <a:pt x="6726" y="255"/>
                      <a:pt x="6726" y="275"/>
                      <a:pt x="6726" y="295"/>
                    </a:cubicBezTo>
                    <a:cubicBezTo>
                      <a:pt x="6707" y="295"/>
                      <a:pt x="6687" y="295"/>
                      <a:pt x="6667" y="295"/>
                    </a:cubicBezTo>
                    <a:cubicBezTo>
                      <a:pt x="6667" y="431"/>
                      <a:pt x="6667" y="568"/>
                      <a:pt x="6667" y="708"/>
                    </a:cubicBezTo>
                    <a:cubicBezTo>
                      <a:pt x="6687" y="708"/>
                      <a:pt x="6706" y="708"/>
                      <a:pt x="6726" y="708"/>
                    </a:cubicBezTo>
                    <a:cubicBezTo>
                      <a:pt x="6726" y="747"/>
                      <a:pt x="6726" y="786"/>
                      <a:pt x="6726" y="826"/>
                    </a:cubicBezTo>
                    <a:cubicBezTo>
                      <a:pt x="6746" y="826"/>
                      <a:pt x="6765" y="826"/>
                      <a:pt x="6785" y="826"/>
                    </a:cubicBezTo>
                    <a:cubicBezTo>
                      <a:pt x="6785" y="846"/>
                      <a:pt x="6785" y="865"/>
                      <a:pt x="6785" y="885"/>
                    </a:cubicBezTo>
                    <a:cubicBezTo>
                      <a:pt x="6805" y="885"/>
                      <a:pt x="6824" y="885"/>
                      <a:pt x="6844" y="885"/>
                    </a:cubicBezTo>
                    <a:cubicBezTo>
                      <a:pt x="6844" y="905"/>
                      <a:pt x="6844" y="924"/>
                      <a:pt x="6844" y="944"/>
                    </a:cubicBezTo>
                    <a:cubicBezTo>
                      <a:pt x="6883" y="944"/>
                      <a:pt x="6922" y="944"/>
                      <a:pt x="6962" y="944"/>
                    </a:cubicBezTo>
                    <a:cubicBezTo>
                      <a:pt x="6962" y="964"/>
                      <a:pt x="6962" y="983"/>
                      <a:pt x="6962" y="1003"/>
                    </a:cubicBezTo>
                    <a:cubicBezTo>
                      <a:pt x="6982" y="1003"/>
                      <a:pt x="7001" y="1003"/>
                      <a:pt x="7021" y="1003"/>
                    </a:cubicBezTo>
                    <a:cubicBezTo>
                      <a:pt x="7021" y="1023"/>
                      <a:pt x="7021" y="1042"/>
                      <a:pt x="7021" y="1062"/>
                    </a:cubicBezTo>
                    <a:cubicBezTo>
                      <a:pt x="7041" y="1062"/>
                      <a:pt x="7060" y="1062"/>
                      <a:pt x="7080" y="1062"/>
                    </a:cubicBezTo>
                    <a:cubicBezTo>
                      <a:pt x="7080" y="1218"/>
                      <a:pt x="7080" y="1374"/>
                      <a:pt x="7080" y="1534"/>
                    </a:cubicBezTo>
                    <a:cubicBezTo>
                      <a:pt x="7100" y="1534"/>
                      <a:pt x="7119" y="1534"/>
                      <a:pt x="7139" y="1534"/>
                    </a:cubicBezTo>
                    <a:cubicBezTo>
                      <a:pt x="7139" y="1554"/>
                      <a:pt x="7139" y="1573"/>
                      <a:pt x="7139" y="1593"/>
                    </a:cubicBezTo>
                    <a:cubicBezTo>
                      <a:pt x="7178" y="1593"/>
                      <a:pt x="7217" y="1593"/>
                      <a:pt x="7257" y="1593"/>
                    </a:cubicBezTo>
                    <a:cubicBezTo>
                      <a:pt x="7257" y="1652"/>
                      <a:pt x="7257" y="1710"/>
                      <a:pt x="7257" y="1770"/>
                    </a:cubicBezTo>
                    <a:cubicBezTo>
                      <a:pt x="7277" y="1770"/>
                      <a:pt x="7296" y="1770"/>
                      <a:pt x="7316" y="1770"/>
                    </a:cubicBezTo>
                    <a:cubicBezTo>
                      <a:pt x="7316" y="1790"/>
                      <a:pt x="7316" y="1809"/>
                      <a:pt x="7316" y="1829"/>
                    </a:cubicBezTo>
                    <a:cubicBezTo>
                      <a:pt x="7258" y="1829"/>
                      <a:pt x="7200" y="1829"/>
                      <a:pt x="7139" y="1829"/>
                    </a:cubicBezTo>
                    <a:cubicBezTo>
                      <a:pt x="7139" y="1849"/>
                      <a:pt x="7139" y="1868"/>
                      <a:pt x="7139" y="1888"/>
                    </a:cubicBezTo>
                    <a:cubicBezTo>
                      <a:pt x="7120" y="1888"/>
                      <a:pt x="7100" y="1888"/>
                      <a:pt x="7080" y="1888"/>
                    </a:cubicBezTo>
                    <a:cubicBezTo>
                      <a:pt x="7080" y="2044"/>
                      <a:pt x="7080" y="2200"/>
                      <a:pt x="7080" y="2360"/>
                    </a:cubicBezTo>
                    <a:cubicBezTo>
                      <a:pt x="7100" y="2360"/>
                      <a:pt x="7119" y="2360"/>
                      <a:pt x="7139" y="2360"/>
                    </a:cubicBezTo>
                    <a:cubicBezTo>
                      <a:pt x="7139" y="2380"/>
                      <a:pt x="7139" y="2399"/>
                      <a:pt x="7139" y="2419"/>
                    </a:cubicBezTo>
                    <a:cubicBezTo>
                      <a:pt x="7188" y="2419"/>
                      <a:pt x="7237" y="2419"/>
                      <a:pt x="7287" y="2419"/>
                    </a:cubicBezTo>
                    <a:cubicBezTo>
                      <a:pt x="7277" y="2439"/>
                      <a:pt x="7267" y="2458"/>
                      <a:pt x="7257" y="2478"/>
                    </a:cubicBezTo>
                    <a:cubicBezTo>
                      <a:pt x="7238" y="2478"/>
                      <a:pt x="7218" y="2478"/>
                      <a:pt x="7198" y="2478"/>
                    </a:cubicBezTo>
                    <a:cubicBezTo>
                      <a:pt x="7208" y="2537"/>
                      <a:pt x="7218" y="2595"/>
                      <a:pt x="7228" y="2655"/>
                    </a:cubicBezTo>
                    <a:cubicBezTo>
                      <a:pt x="7199" y="2655"/>
                      <a:pt x="7170" y="2655"/>
                      <a:pt x="7139" y="2655"/>
                    </a:cubicBezTo>
                    <a:cubicBezTo>
                      <a:pt x="7139" y="2675"/>
                      <a:pt x="7139" y="2694"/>
                      <a:pt x="7139" y="2714"/>
                    </a:cubicBezTo>
                    <a:cubicBezTo>
                      <a:pt x="7120" y="2714"/>
                      <a:pt x="7100" y="2714"/>
                      <a:pt x="7080" y="2714"/>
                    </a:cubicBezTo>
                    <a:cubicBezTo>
                      <a:pt x="7080" y="2889"/>
                      <a:pt x="7080" y="3065"/>
                      <a:pt x="7080" y="3245"/>
                    </a:cubicBezTo>
                    <a:cubicBezTo>
                      <a:pt x="7100" y="3245"/>
                      <a:pt x="7119" y="3245"/>
                      <a:pt x="7139" y="3245"/>
                    </a:cubicBezTo>
                    <a:cubicBezTo>
                      <a:pt x="7139" y="3265"/>
                      <a:pt x="7139" y="3284"/>
                      <a:pt x="7139" y="3304"/>
                    </a:cubicBezTo>
                    <a:cubicBezTo>
                      <a:pt x="7169" y="3314"/>
                      <a:pt x="7198" y="3324"/>
                      <a:pt x="7228" y="3334"/>
                    </a:cubicBezTo>
                    <a:cubicBezTo>
                      <a:pt x="7218" y="3382"/>
                      <a:pt x="7208" y="3431"/>
                      <a:pt x="7198" y="3481"/>
                    </a:cubicBezTo>
                    <a:cubicBezTo>
                      <a:pt x="7228" y="3491"/>
                      <a:pt x="7257" y="3501"/>
                      <a:pt x="7287" y="3511"/>
                    </a:cubicBezTo>
                    <a:cubicBezTo>
                      <a:pt x="7287" y="3520"/>
                      <a:pt x="7287" y="3530"/>
                      <a:pt x="7287" y="3540"/>
                    </a:cubicBezTo>
                    <a:cubicBezTo>
                      <a:pt x="7238" y="3540"/>
                      <a:pt x="7190" y="3540"/>
                      <a:pt x="7139" y="3540"/>
                    </a:cubicBezTo>
                    <a:cubicBezTo>
                      <a:pt x="7139" y="3560"/>
                      <a:pt x="7139" y="3579"/>
                      <a:pt x="7139" y="3599"/>
                    </a:cubicBezTo>
                    <a:cubicBezTo>
                      <a:pt x="7120" y="3599"/>
                      <a:pt x="7100" y="3599"/>
                      <a:pt x="7080" y="3599"/>
                    </a:cubicBezTo>
                    <a:cubicBezTo>
                      <a:pt x="7080" y="3755"/>
                      <a:pt x="7080" y="3911"/>
                      <a:pt x="7080" y="4071"/>
                    </a:cubicBezTo>
                    <a:cubicBezTo>
                      <a:pt x="7100" y="4071"/>
                      <a:pt x="7119" y="4071"/>
                      <a:pt x="7139" y="4071"/>
                    </a:cubicBezTo>
                    <a:cubicBezTo>
                      <a:pt x="7139" y="4091"/>
                      <a:pt x="7139" y="4110"/>
                      <a:pt x="7139" y="4130"/>
                    </a:cubicBezTo>
                    <a:cubicBezTo>
                      <a:pt x="7198" y="4130"/>
                      <a:pt x="7256" y="4130"/>
                      <a:pt x="7316" y="4130"/>
                    </a:cubicBezTo>
                    <a:cubicBezTo>
                      <a:pt x="7316" y="4150"/>
                      <a:pt x="7316" y="4169"/>
                      <a:pt x="7316" y="4189"/>
                    </a:cubicBezTo>
                    <a:cubicBezTo>
                      <a:pt x="7297" y="4189"/>
                      <a:pt x="7277" y="4189"/>
                      <a:pt x="7257" y="4189"/>
                    </a:cubicBezTo>
                    <a:cubicBezTo>
                      <a:pt x="7257" y="4248"/>
                      <a:pt x="7257" y="4306"/>
                      <a:pt x="7257" y="4366"/>
                    </a:cubicBezTo>
                    <a:cubicBezTo>
                      <a:pt x="7218" y="4366"/>
                      <a:pt x="7180" y="4366"/>
                      <a:pt x="7139" y="4366"/>
                    </a:cubicBezTo>
                    <a:cubicBezTo>
                      <a:pt x="7139" y="4386"/>
                      <a:pt x="7139" y="4405"/>
                      <a:pt x="7139" y="4425"/>
                    </a:cubicBezTo>
                    <a:cubicBezTo>
                      <a:pt x="7120" y="4425"/>
                      <a:pt x="7100" y="4425"/>
                      <a:pt x="7080" y="4425"/>
                    </a:cubicBezTo>
                    <a:cubicBezTo>
                      <a:pt x="7080" y="4601"/>
                      <a:pt x="7080" y="4776"/>
                      <a:pt x="7080" y="4956"/>
                    </a:cubicBezTo>
                    <a:cubicBezTo>
                      <a:pt x="7100" y="4956"/>
                      <a:pt x="7119" y="4956"/>
                      <a:pt x="7139" y="4956"/>
                    </a:cubicBezTo>
                    <a:cubicBezTo>
                      <a:pt x="7139" y="4976"/>
                      <a:pt x="7139" y="4995"/>
                      <a:pt x="7139" y="5015"/>
                    </a:cubicBezTo>
                    <a:cubicBezTo>
                      <a:pt x="7178" y="5015"/>
                      <a:pt x="7217" y="5015"/>
                      <a:pt x="7257" y="5015"/>
                    </a:cubicBezTo>
                    <a:cubicBezTo>
                      <a:pt x="7257" y="5035"/>
                      <a:pt x="7257" y="5054"/>
                      <a:pt x="7257" y="5074"/>
                    </a:cubicBezTo>
                    <a:cubicBezTo>
                      <a:pt x="7238" y="5074"/>
                      <a:pt x="7218" y="5074"/>
                      <a:pt x="7198" y="5074"/>
                    </a:cubicBezTo>
                    <a:cubicBezTo>
                      <a:pt x="7207" y="5108"/>
                      <a:pt x="7215" y="5142"/>
                      <a:pt x="7224" y="5176"/>
                    </a:cubicBezTo>
                    <a:cubicBezTo>
                      <a:pt x="7227" y="5185"/>
                      <a:pt x="7229" y="5195"/>
                      <a:pt x="7231" y="5205"/>
                    </a:cubicBezTo>
                    <a:cubicBezTo>
                      <a:pt x="7250" y="5277"/>
                      <a:pt x="7250" y="5277"/>
                      <a:pt x="7289" y="5300"/>
                    </a:cubicBezTo>
                    <a:cubicBezTo>
                      <a:pt x="7298" y="5304"/>
                      <a:pt x="7307" y="5307"/>
                      <a:pt x="7316" y="5310"/>
                    </a:cubicBezTo>
                    <a:cubicBezTo>
                      <a:pt x="7320" y="5342"/>
                      <a:pt x="7320" y="5342"/>
                      <a:pt x="7316" y="5369"/>
                    </a:cubicBezTo>
                    <a:cubicBezTo>
                      <a:pt x="7336" y="5369"/>
                      <a:pt x="7355" y="5369"/>
                      <a:pt x="7375" y="5369"/>
                    </a:cubicBezTo>
                    <a:cubicBezTo>
                      <a:pt x="7375" y="5408"/>
                      <a:pt x="7375" y="5447"/>
                      <a:pt x="7375" y="5487"/>
                    </a:cubicBezTo>
                    <a:cubicBezTo>
                      <a:pt x="7317" y="5487"/>
                      <a:pt x="7259" y="5487"/>
                      <a:pt x="7198" y="5487"/>
                    </a:cubicBezTo>
                    <a:cubicBezTo>
                      <a:pt x="7198" y="5468"/>
                      <a:pt x="7198" y="5448"/>
                      <a:pt x="7198" y="5428"/>
                    </a:cubicBezTo>
                    <a:cubicBezTo>
                      <a:pt x="7179" y="5428"/>
                      <a:pt x="7159" y="5428"/>
                      <a:pt x="7139" y="5428"/>
                    </a:cubicBezTo>
                    <a:cubicBezTo>
                      <a:pt x="7139" y="5409"/>
                      <a:pt x="7139" y="5389"/>
                      <a:pt x="7139" y="5369"/>
                    </a:cubicBezTo>
                    <a:cubicBezTo>
                      <a:pt x="7120" y="5369"/>
                      <a:pt x="7100" y="5369"/>
                      <a:pt x="7080" y="5369"/>
                    </a:cubicBezTo>
                    <a:cubicBezTo>
                      <a:pt x="7080" y="5350"/>
                      <a:pt x="7080" y="5330"/>
                      <a:pt x="7080" y="5310"/>
                    </a:cubicBezTo>
                    <a:cubicBezTo>
                      <a:pt x="6983" y="5310"/>
                      <a:pt x="6886" y="5310"/>
                      <a:pt x="6785" y="5310"/>
                    </a:cubicBezTo>
                    <a:cubicBezTo>
                      <a:pt x="6785" y="5330"/>
                      <a:pt x="6785" y="5349"/>
                      <a:pt x="6785" y="5369"/>
                    </a:cubicBezTo>
                    <a:cubicBezTo>
                      <a:pt x="6766" y="5369"/>
                      <a:pt x="6746" y="5369"/>
                      <a:pt x="6726" y="5369"/>
                    </a:cubicBezTo>
                    <a:cubicBezTo>
                      <a:pt x="6726" y="5389"/>
                      <a:pt x="6726" y="5408"/>
                      <a:pt x="6726" y="5428"/>
                    </a:cubicBezTo>
                    <a:cubicBezTo>
                      <a:pt x="6707" y="5428"/>
                      <a:pt x="6687" y="5428"/>
                      <a:pt x="6667" y="5428"/>
                    </a:cubicBezTo>
                    <a:cubicBezTo>
                      <a:pt x="6667" y="5467"/>
                      <a:pt x="6667" y="5506"/>
                      <a:pt x="6667" y="5546"/>
                    </a:cubicBezTo>
                    <a:cubicBezTo>
                      <a:pt x="6648" y="5546"/>
                      <a:pt x="6628" y="5546"/>
                      <a:pt x="6608" y="5546"/>
                    </a:cubicBezTo>
                    <a:cubicBezTo>
                      <a:pt x="6608" y="5566"/>
                      <a:pt x="6608" y="5585"/>
                      <a:pt x="6608" y="5605"/>
                    </a:cubicBezTo>
                    <a:cubicBezTo>
                      <a:pt x="6569" y="5605"/>
                      <a:pt x="6531" y="5605"/>
                      <a:pt x="6490" y="5605"/>
                    </a:cubicBezTo>
                    <a:cubicBezTo>
                      <a:pt x="6490" y="5586"/>
                      <a:pt x="6490" y="5566"/>
                      <a:pt x="6490" y="5546"/>
                    </a:cubicBezTo>
                    <a:cubicBezTo>
                      <a:pt x="6471" y="5546"/>
                      <a:pt x="6451" y="5546"/>
                      <a:pt x="6431" y="5546"/>
                    </a:cubicBezTo>
                    <a:cubicBezTo>
                      <a:pt x="6431" y="5507"/>
                      <a:pt x="6431" y="5468"/>
                      <a:pt x="6431" y="5428"/>
                    </a:cubicBezTo>
                    <a:cubicBezTo>
                      <a:pt x="6412" y="5428"/>
                      <a:pt x="6392" y="5428"/>
                      <a:pt x="6372" y="5428"/>
                    </a:cubicBezTo>
                    <a:cubicBezTo>
                      <a:pt x="6372" y="5350"/>
                      <a:pt x="6372" y="5273"/>
                      <a:pt x="6372" y="5192"/>
                    </a:cubicBezTo>
                    <a:cubicBezTo>
                      <a:pt x="6353" y="5192"/>
                      <a:pt x="6333" y="5192"/>
                      <a:pt x="6313" y="5192"/>
                    </a:cubicBezTo>
                    <a:cubicBezTo>
                      <a:pt x="6313" y="5134"/>
                      <a:pt x="6313" y="5075"/>
                      <a:pt x="6313" y="5015"/>
                    </a:cubicBezTo>
                    <a:cubicBezTo>
                      <a:pt x="6294" y="5015"/>
                      <a:pt x="6274" y="5015"/>
                      <a:pt x="6254" y="5015"/>
                    </a:cubicBezTo>
                    <a:cubicBezTo>
                      <a:pt x="6254" y="4937"/>
                      <a:pt x="6254" y="4860"/>
                      <a:pt x="6254" y="4779"/>
                    </a:cubicBezTo>
                    <a:cubicBezTo>
                      <a:pt x="6235" y="4779"/>
                      <a:pt x="6215" y="4779"/>
                      <a:pt x="6195" y="4779"/>
                    </a:cubicBezTo>
                    <a:cubicBezTo>
                      <a:pt x="6195" y="4721"/>
                      <a:pt x="6195" y="4662"/>
                      <a:pt x="6195" y="4602"/>
                    </a:cubicBezTo>
                    <a:cubicBezTo>
                      <a:pt x="6176" y="4602"/>
                      <a:pt x="6156" y="4602"/>
                      <a:pt x="6136" y="4602"/>
                    </a:cubicBezTo>
                    <a:cubicBezTo>
                      <a:pt x="6136" y="4544"/>
                      <a:pt x="6136" y="4485"/>
                      <a:pt x="6136" y="4425"/>
                    </a:cubicBezTo>
                    <a:cubicBezTo>
                      <a:pt x="6117" y="4425"/>
                      <a:pt x="6097" y="4425"/>
                      <a:pt x="6077" y="4425"/>
                    </a:cubicBezTo>
                    <a:cubicBezTo>
                      <a:pt x="6077" y="4406"/>
                      <a:pt x="6077" y="4386"/>
                      <a:pt x="6077" y="4366"/>
                    </a:cubicBezTo>
                    <a:cubicBezTo>
                      <a:pt x="6058" y="4366"/>
                      <a:pt x="6038" y="4366"/>
                      <a:pt x="6018" y="4366"/>
                    </a:cubicBezTo>
                    <a:cubicBezTo>
                      <a:pt x="6018" y="4386"/>
                      <a:pt x="6018" y="4405"/>
                      <a:pt x="6018" y="4425"/>
                    </a:cubicBezTo>
                    <a:cubicBezTo>
                      <a:pt x="5999" y="4425"/>
                      <a:pt x="5979" y="4425"/>
                      <a:pt x="5959" y="4425"/>
                    </a:cubicBezTo>
                    <a:cubicBezTo>
                      <a:pt x="5959" y="4445"/>
                      <a:pt x="5959" y="4464"/>
                      <a:pt x="5959" y="4484"/>
                    </a:cubicBezTo>
                    <a:cubicBezTo>
                      <a:pt x="5920" y="4484"/>
                      <a:pt x="5881" y="4484"/>
                      <a:pt x="5841" y="4484"/>
                    </a:cubicBezTo>
                    <a:cubicBezTo>
                      <a:pt x="5841" y="4465"/>
                      <a:pt x="5841" y="4445"/>
                      <a:pt x="5841" y="4425"/>
                    </a:cubicBezTo>
                    <a:cubicBezTo>
                      <a:pt x="5763" y="4425"/>
                      <a:pt x="5686" y="4425"/>
                      <a:pt x="5605" y="4425"/>
                    </a:cubicBezTo>
                    <a:cubicBezTo>
                      <a:pt x="5605" y="4445"/>
                      <a:pt x="5605" y="4464"/>
                      <a:pt x="5605" y="4484"/>
                    </a:cubicBezTo>
                    <a:cubicBezTo>
                      <a:pt x="5586" y="4484"/>
                      <a:pt x="5566" y="4484"/>
                      <a:pt x="5546" y="4484"/>
                    </a:cubicBezTo>
                    <a:cubicBezTo>
                      <a:pt x="5546" y="4504"/>
                      <a:pt x="5546" y="4523"/>
                      <a:pt x="5546" y="4543"/>
                    </a:cubicBezTo>
                    <a:cubicBezTo>
                      <a:pt x="5527" y="4543"/>
                      <a:pt x="5507" y="4543"/>
                      <a:pt x="5487" y="4543"/>
                    </a:cubicBezTo>
                    <a:cubicBezTo>
                      <a:pt x="5487" y="4621"/>
                      <a:pt x="5487" y="4699"/>
                      <a:pt x="5487" y="4779"/>
                    </a:cubicBezTo>
                    <a:cubicBezTo>
                      <a:pt x="5468" y="4779"/>
                      <a:pt x="5448" y="4779"/>
                      <a:pt x="5428" y="4779"/>
                    </a:cubicBezTo>
                    <a:cubicBezTo>
                      <a:pt x="5428" y="4877"/>
                      <a:pt x="5428" y="4974"/>
                      <a:pt x="5428" y="5074"/>
                    </a:cubicBezTo>
                    <a:cubicBezTo>
                      <a:pt x="5409" y="5074"/>
                      <a:pt x="5389" y="5074"/>
                      <a:pt x="5369" y="5074"/>
                    </a:cubicBezTo>
                    <a:cubicBezTo>
                      <a:pt x="5369" y="5211"/>
                      <a:pt x="5369" y="5347"/>
                      <a:pt x="5369" y="5487"/>
                    </a:cubicBezTo>
                    <a:cubicBezTo>
                      <a:pt x="5350" y="5487"/>
                      <a:pt x="5330" y="5487"/>
                      <a:pt x="5310" y="5487"/>
                    </a:cubicBezTo>
                    <a:cubicBezTo>
                      <a:pt x="5310" y="5604"/>
                      <a:pt x="5310" y="5721"/>
                      <a:pt x="5310" y="5841"/>
                    </a:cubicBezTo>
                    <a:cubicBezTo>
                      <a:pt x="5291" y="5841"/>
                      <a:pt x="5271" y="5841"/>
                      <a:pt x="5251" y="5841"/>
                    </a:cubicBezTo>
                    <a:cubicBezTo>
                      <a:pt x="5251" y="5958"/>
                      <a:pt x="5251" y="6075"/>
                      <a:pt x="5251" y="6195"/>
                    </a:cubicBezTo>
                    <a:cubicBezTo>
                      <a:pt x="5232" y="6195"/>
                      <a:pt x="5212" y="6195"/>
                      <a:pt x="5192" y="6195"/>
                    </a:cubicBezTo>
                    <a:cubicBezTo>
                      <a:pt x="5192" y="6293"/>
                      <a:pt x="5192" y="6390"/>
                      <a:pt x="5192" y="6490"/>
                    </a:cubicBezTo>
                    <a:cubicBezTo>
                      <a:pt x="5173" y="6490"/>
                      <a:pt x="5153" y="6490"/>
                      <a:pt x="5133" y="6490"/>
                    </a:cubicBezTo>
                    <a:cubicBezTo>
                      <a:pt x="5133" y="6568"/>
                      <a:pt x="5133" y="6646"/>
                      <a:pt x="5133" y="6726"/>
                    </a:cubicBezTo>
                    <a:cubicBezTo>
                      <a:pt x="5114" y="6726"/>
                      <a:pt x="5094" y="6726"/>
                      <a:pt x="5074" y="6726"/>
                    </a:cubicBezTo>
                    <a:cubicBezTo>
                      <a:pt x="5074" y="6765"/>
                      <a:pt x="5074" y="6804"/>
                      <a:pt x="5074" y="6844"/>
                    </a:cubicBezTo>
                    <a:cubicBezTo>
                      <a:pt x="5035" y="6844"/>
                      <a:pt x="4996" y="6844"/>
                      <a:pt x="4956" y="6844"/>
                    </a:cubicBezTo>
                    <a:cubicBezTo>
                      <a:pt x="4956" y="6786"/>
                      <a:pt x="4956" y="6728"/>
                      <a:pt x="4956" y="6667"/>
                    </a:cubicBezTo>
                    <a:cubicBezTo>
                      <a:pt x="4937" y="6667"/>
                      <a:pt x="4917" y="6667"/>
                      <a:pt x="4897" y="6667"/>
                    </a:cubicBezTo>
                    <a:cubicBezTo>
                      <a:pt x="4897" y="6551"/>
                      <a:pt x="4897" y="6434"/>
                      <a:pt x="4897" y="6313"/>
                    </a:cubicBezTo>
                    <a:cubicBezTo>
                      <a:pt x="4878" y="6313"/>
                      <a:pt x="4858" y="6313"/>
                      <a:pt x="4838" y="6313"/>
                    </a:cubicBezTo>
                    <a:cubicBezTo>
                      <a:pt x="4838" y="6177"/>
                      <a:pt x="4838" y="6041"/>
                      <a:pt x="4838" y="5900"/>
                    </a:cubicBezTo>
                    <a:cubicBezTo>
                      <a:pt x="4819" y="5900"/>
                      <a:pt x="4799" y="5900"/>
                      <a:pt x="4779" y="5900"/>
                    </a:cubicBezTo>
                    <a:cubicBezTo>
                      <a:pt x="4779" y="5725"/>
                      <a:pt x="4779" y="5550"/>
                      <a:pt x="4779" y="5369"/>
                    </a:cubicBezTo>
                    <a:cubicBezTo>
                      <a:pt x="4760" y="5369"/>
                      <a:pt x="4740" y="5369"/>
                      <a:pt x="4720" y="5369"/>
                    </a:cubicBezTo>
                    <a:cubicBezTo>
                      <a:pt x="4720" y="5214"/>
                      <a:pt x="4720" y="5058"/>
                      <a:pt x="4720" y="4897"/>
                    </a:cubicBezTo>
                    <a:cubicBezTo>
                      <a:pt x="4701" y="4897"/>
                      <a:pt x="4681" y="4897"/>
                      <a:pt x="4661" y="4897"/>
                    </a:cubicBezTo>
                    <a:cubicBezTo>
                      <a:pt x="4661" y="4742"/>
                      <a:pt x="4661" y="4586"/>
                      <a:pt x="4661" y="4425"/>
                    </a:cubicBezTo>
                    <a:cubicBezTo>
                      <a:pt x="4642" y="4425"/>
                      <a:pt x="4622" y="4425"/>
                      <a:pt x="4602" y="4425"/>
                    </a:cubicBezTo>
                    <a:cubicBezTo>
                      <a:pt x="4602" y="4250"/>
                      <a:pt x="4602" y="4075"/>
                      <a:pt x="4602" y="3894"/>
                    </a:cubicBezTo>
                    <a:cubicBezTo>
                      <a:pt x="4583" y="3894"/>
                      <a:pt x="4563" y="3894"/>
                      <a:pt x="4543" y="3894"/>
                    </a:cubicBezTo>
                    <a:cubicBezTo>
                      <a:pt x="4543" y="3797"/>
                      <a:pt x="4543" y="3700"/>
                      <a:pt x="4543" y="3599"/>
                    </a:cubicBezTo>
                    <a:cubicBezTo>
                      <a:pt x="4524" y="3599"/>
                      <a:pt x="4504" y="3599"/>
                      <a:pt x="4484" y="3599"/>
                    </a:cubicBezTo>
                    <a:cubicBezTo>
                      <a:pt x="4484" y="3482"/>
                      <a:pt x="4484" y="3366"/>
                      <a:pt x="4484" y="3245"/>
                    </a:cubicBezTo>
                    <a:cubicBezTo>
                      <a:pt x="4465" y="3245"/>
                      <a:pt x="4445" y="3245"/>
                      <a:pt x="4425" y="3245"/>
                    </a:cubicBezTo>
                    <a:cubicBezTo>
                      <a:pt x="4425" y="3167"/>
                      <a:pt x="4425" y="3089"/>
                      <a:pt x="4425" y="3009"/>
                    </a:cubicBezTo>
                    <a:cubicBezTo>
                      <a:pt x="4406" y="3009"/>
                      <a:pt x="4386" y="3009"/>
                      <a:pt x="4366" y="3009"/>
                    </a:cubicBezTo>
                    <a:cubicBezTo>
                      <a:pt x="4366" y="2951"/>
                      <a:pt x="4366" y="2892"/>
                      <a:pt x="4366" y="2832"/>
                    </a:cubicBezTo>
                    <a:cubicBezTo>
                      <a:pt x="4347" y="2832"/>
                      <a:pt x="4327" y="2832"/>
                      <a:pt x="4307" y="2832"/>
                    </a:cubicBezTo>
                    <a:cubicBezTo>
                      <a:pt x="4307" y="2793"/>
                      <a:pt x="4307" y="2754"/>
                      <a:pt x="4307" y="2714"/>
                    </a:cubicBezTo>
                    <a:cubicBezTo>
                      <a:pt x="4288" y="2714"/>
                      <a:pt x="4268" y="2714"/>
                      <a:pt x="4248" y="2714"/>
                    </a:cubicBezTo>
                    <a:cubicBezTo>
                      <a:pt x="4248" y="2695"/>
                      <a:pt x="4248" y="2675"/>
                      <a:pt x="4248" y="2655"/>
                    </a:cubicBezTo>
                    <a:cubicBezTo>
                      <a:pt x="4170" y="2655"/>
                      <a:pt x="4092" y="2655"/>
                      <a:pt x="4012" y="2655"/>
                    </a:cubicBezTo>
                    <a:cubicBezTo>
                      <a:pt x="4012" y="2675"/>
                      <a:pt x="4012" y="2694"/>
                      <a:pt x="4012" y="2714"/>
                    </a:cubicBezTo>
                    <a:cubicBezTo>
                      <a:pt x="3993" y="2714"/>
                      <a:pt x="3973" y="2714"/>
                      <a:pt x="3953" y="2714"/>
                    </a:cubicBezTo>
                    <a:cubicBezTo>
                      <a:pt x="3953" y="2753"/>
                      <a:pt x="3953" y="2792"/>
                      <a:pt x="3953" y="2832"/>
                    </a:cubicBezTo>
                    <a:cubicBezTo>
                      <a:pt x="3934" y="2832"/>
                      <a:pt x="3914" y="2832"/>
                      <a:pt x="3894" y="2832"/>
                    </a:cubicBezTo>
                    <a:cubicBezTo>
                      <a:pt x="3894" y="2871"/>
                      <a:pt x="3894" y="2910"/>
                      <a:pt x="3894" y="2950"/>
                    </a:cubicBezTo>
                    <a:cubicBezTo>
                      <a:pt x="3875" y="2950"/>
                      <a:pt x="3855" y="2950"/>
                      <a:pt x="3835" y="2950"/>
                    </a:cubicBezTo>
                    <a:cubicBezTo>
                      <a:pt x="3835" y="3028"/>
                      <a:pt x="3835" y="3106"/>
                      <a:pt x="3835" y="3186"/>
                    </a:cubicBezTo>
                    <a:cubicBezTo>
                      <a:pt x="3816" y="3186"/>
                      <a:pt x="3796" y="3186"/>
                      <a:pt x="3776" y="3186"/>
                    </a:cubicBezTo>
                    <a:cubicBezTo>
                      <a:pt x="3776" y="3284"/>
                      <a:pt x="3776" y="3381"/>
                      <a:pt x="3776" y="3481"/>
                    </a:cubicBezTo>
                    <a:cubicBezTo>
                      <a:pt x="3757" y="3481"/>
                      <a:pt x="3737" y="3481"/>
                      <a:pt x="3717" y="3481"/>
                    </a:cubicBezTo>
                    <a:cubicBezTo>
                      <a:pt x="3717" y="3598"/>
                      <a:pt x="3717" y="3715"/>
                      <a:pt x="3717" y="3835"/>
                    </a:cubicBezTo>
                    <a:cubicBezTo>
                      <a:pt x="3698" y="3835"/>
                      <a:pt x="3678" y="3835"/>
                      <a:pt x="3658" y="3835"/>
                    </a:cubicBezTo>
                    <a:cubicBezTo>
                      <a:pt x="3658" y="3972"/>
                      <a:pt x="3658" y="4108"/>
                      <a:pt x="3658" y="4248"/>
                    </a:cubicBezTo>
                    <a:cubicBezTo>
                      <a:pt x="3639" y="4248"/>
                      <a:pt x="3619" y="4248"/>
                      <a:pt x="3599" y="4248"/>
                    </a:cubicBezTo>
                    <a:cubicBezTo>
                      <a:pt x="3599" y="4423"/>
                      <a:pt x="3599" y="4599"/>
                      <a:pt x="3599" y="4779"/>
                    </a:cubicBezTo>
                    <a:cubicBezTo>
                      <a:pt x="3580" y="4779"/>
                      <a:pt x="3560" y="4779"/>
                      <a:pt x="3540" y="4779"/>
                    </a:cubicBezTo>
                    <a:cubicBezTo>
                      <a:pt x="3540" y="4955"/>
                      <a:pt x="3540" y="5130"/>
                      <a:pt x="3540" y="5310"/>
                    </a:cubicBezTo>
                    <a:cubicBezTo>
                      <a:pt x="3521" y="5310"/>
                      <a:pt x="3501" y="5310"/>
                      <a:pt x="3481" y="5310"/>
                    </a:cubicBezTo>
                    <a:cubicBezTo>
                      <a:pt x="3481" y="5447"/>
                      <a:pt x="3481" y="5583"/>
                      <a:pt x="3481" y="5723"/>
                    </a:cubicBezTo>
                    <a:cubicBezTo>
                      <a:pt x="3462" y="5723"/>
                      <a:pt x="3442" y="5723"/>
                      <a:pt x="3422" y="5723"/>
                    </a:cubicBezTo>
                    <a:cubicBezTo>
                      <a:pt x="3422" y="5918"/>
                      <a:pt x="3422" y="6113"/>
                      <a:pt x="3422" y="6313"/>
                    </a:cubicBezTo>
                    <a:cubicBezTo>
                      <a:pt x="3403" y="6313"/>
                      <a:pt x="3383" y="6313"/>
                      <a:pt x="3363" y="6313"/>
                    </a:cubicBezTo>
                    <a:cubicBezTo>
                      <a:pt x="3363" y="6450"/>
                      <a:pt x="3363" y="6586"/>
                      <a:pt x="3363" y="6726"/>
                    </a:cubicBezTo>
                    <a:cubicBezTo>
                      <a:pt x="3344" y="6726"/>
                      <a:pt x="3324" y="6726"/>
                      <a:pt x="3304" y="6726"/>
                    </a:cubicBezTo>
                    <a:cubicBezTo>
                      <a:pt x="3304" y="6843"/>
                      <a:pt x="3304" y="6960"/>
                      <a:pt x="3304" y="7080"/>
                    </a:cubicBezTo>
                    <a:cubicBezTo>
                      <a:pt x="3285" y="7080"/>
                      <a:pt x="3265" y="7080"/>
                      <a:pt x="3245" y="7080"/>
                    </a:cubicBezTo>
                    <a:cubicBezTo>
                      <a:pt x="3245" y="7139"/>
                      <a:pt x="3245" y="7197"/>
                      <a:pt x="3245" y="7257"/>
                    </a:cubicBezTo>
                    <a:cubicBezTo>
                      <a:pt x="3206" y="7257"/>
                      <a:pt x="3167" y="7257"/>
                      <a:pt x="3127" y="7257"/>
                    </a:cubicBezTo>
                    <a:cubicBezTo>
                      <a:pt x="3127" y="7218"/>
                      <a:pt x="3127" y="7180"/>
                      <a:pt x="3127" y="7139"/>
                    </a:cubicBezTo>
                    <a:cubicBezTo>
                      <a:pt x="3108" y="7139"/>
                      <a:pt x="3088" y="7139"/>
                      <a:pt x="3068" y="7139"/>
                    </a:cubicBezTo>
                    <a:cubicBezTo>
                      <a:pt x="3068" y="7042"/>
                      <a:pt x="3068" y="6945"/>
                      <a:pt x="3068" y="6844"/>
                    </a:cubicBezTo>
                    <a:cubicBezTo>
                      <a:pt x="3049" y="6844"/>
                      <a:pt x="3029" y="6844"/>
                      <a:pt x="3009" y="6844"/>
                    </a:cubicBezTo>
                    <a:cubicBezTo>
                      <a:pt x="3009" y="6708"/>
                      <a:pt x="3009" y="6572"/>
                      <a:pt x="3009" y="6431"/>
                    </a:cubicBezTo>
                    <a:cubicBezTo>
                      <a:pt x="2990" y="6431"/>
                      <a:pt x="2970" y="6431"/>
                      <a:pt x="2950" y="6431"/>
                    </a:cubicBezTo>
                    <a:cubicBezTo>
                      <a:pt x="2950" y="6276"/>
                      <a:pt x="2950" y="6120"/>
                      <a:pt x="2950" y="5959"/>
                    </a:cubicBezTo>
                    <a:cubicBezTo>
                      <a:pt x="2931" y="5959"/>
                      <a:pt x="2911" y="5959"/>
                      <a:pt x="2891" y="5959"/>
                    </a:cubicBezTo>
                    <a:cubicBezTo>
                      <a:pt x="2891" y="5843"/>
                      <a:pt x="2891" y="5726"/>
                      <a:pt x="2891" y="5605"/>
                    </a:cubicBezTo>
                    <a:cubicBezTo>
                      <a:pt x="2872" y="5605"/>
                      <a:pt x="2852" y="5605"/>
                      <a:pt x="2832" y="5605"/>
                    </a:cubicBezTo>
                    <a:cubicBezTo>
                      <a:pt x="2832" y="5450"/>
                      <a:pt x="2832" y="5294"/>
                      <a:pt x="2832" y="5133"/>
                    </a:cubicBezTo>
                    <a:cubicBezTo>
                      <a:pt x="2813" y="5133"/>
                      <a:pt x="2793" y="5133"/>
                      <a:pt x="2773" y="5133"/>
                    </a:cubicBezTo>
                    <a:cubicBezTo>
                      <a:pt x="2773" y="5016"/>
                      <a:pt x="2773" y="4900"/>
                      <a:pt x="2773" y="4779"/>
                    </a:cubicBezTo>
                    <a:cubicBezTo>
                      <a:pt x="2754" y="4779"/>
                      <a:pt x="2734" y="4779"/>
                      <a:pt x="2714" y="4779"/>
                    </a:cubicBezTo>
                    <a:cubicBezTo>
                      <a:pt x="2714" y="4682"/>
                      <a:pt x="2714" y="4585"/>
                      <a:pt x="2714" y="4484"/>
                    </a:cubicBezTo>
                    <a:cubicBezTo>
                      <a:pt x="2695" y="4484"/>
                      <a:pt x="2675" y="4484"/>
                      <a:pt x="2655" y="4484"/>
                    </a:cubicBezTo>
                    <a:cubicBezTo>
                      <a:pt x="2655" y="4406"/>
                      <a:pt x="2655" y="4328"/>
                      <a:pt x="2655" y="4248"/>
                    </a:cubicBezTo>
                    <a:cubicBezTo>
                      <a:pt x="2636" y="4248"/>
                      <a:pt x="2616" y="4248"/>
                      <a:pt x="2596" y="4248"/>
                    </a:cubicBezTo>
                    <a:cubicBezTo>
                      <a:pt x="2596" y="4190"/>
                      <a:pt x="2596" y="4131"/>
                      <a:pt x="2596" y="4071"/>
                    </a:cubicBezTo>
                    <a:cubicBezTo>
                      <a:pt x="2577" y="4071"/>
                      <a:pt x="2557" y="4071"/>
                      <a:pt x="2537" y="4071"/>
                    </a:cubicBezTo>
                    <a:cubicBezTo>
                      <a:pt x="2537" y="4032"/>
                      <a:pt x="2537" y="3993"/>
                      <a:pt x="2537" y="3953"/>
                    </a:cubicBezTo>
                    <a:cubicBezTo>
                      <a:pt x="2518" y="3953"/>
                      <a:pt x="2498" y="3953"/>
                      <a:pt x="2478" y="3953"/>
                    </a:cubicBezTo>
                    <a:cubicBezTo>
                      <a:pt x="2478" y="3934"/>
                      <a:pt x="2478" y="3914"/>
                      <a:pt x="2478" y="3894"/>
                    </a:cubicBezTo>
                    <a:cubicBezTo>
                      <a:pt x="2439" y="3894"/>
                      <a:pt x="2400" y="3894"/>
                      <a:pt x="2360" y="3894"/>
                    </a:cubicBezTo>
                    <a:cubicBezTo>
                      <a:pt x="2360" y="3875"/>
                      <a:pt x="2360" y="3855"/>
                      <a:pt x="2360" y="3835"/>
                    </a:cubicBezTo>
                    <a:cubicBezTo>
                      <a:pt x="2321" y="3835"/>
                      <a:pt x="2282" y="3835"/>
                      <a:pt x="2242" y="3835"/>
                    </a:cubicBezTo>
                    <a:cubicBezTo>
                      <a:pt x="2242" y="3855"/>
                      <a:pt x="2242" y="3874"/>
                      <a:pt x="2242" y="3894"/>
                    </a:cubicBezTo>
                    <a:cubicBezTo>
                      <a:pt x="2223" y="3894"/>
                      <a:pt x="2203" y="3894"/>
                      <a:pt x="2183" y="3894"/>
                    </a:cubicBezTo>
                    <a:cubicBezTo>
                      <a:pt x="2183" y="3914"/>
                      <a:pt x="2183" y="3933"/>
                      <a:pt x="2183" y="3953"/>
                    </a:cubicBezTo>
                    <a:cubicBezTo>
                      <a:pt x="2164" y="3953"/>
                      <a:pt x="2144" y="3953"/>
                      <a:pt x="2124" y="3953"/>
                    </a:cubicBezTo>
                    <a:cubicBezTo>
                      <a:pt x="2124" y="3973"/>
                      <a:pt x="2124" y="3992"/>
                      <a:pt x="2124" y="4012"/>
                    </a:cubicBezTo>
                    <a:cubicBezTo>
                      <a:pt x="2105" y="4012"/>
                      <a:pt x="2085" y="4012"/>
                      <a:pt x="2065" y="4012"/>
                    </a:cubicBezTo>
                    <a:cubicBezTo>
                      <a:pt x="2065" y="4071"/>
                      <a:pt x="2065" y="4129"/>
                      <a:pt x="2065" y="4189"/>
                    </a:cubicBezTo>
                    <a:cubicBezTo>
                      <a:pt x="2046" y="4189"/>
                      <a:pt x="2026" y="4189"/>
                      <a:pt x="2006" y="4189"/>
                    </a:cubicBezTo>
                    <a:cubicBezTo>
                      <a:pt x="2006" y="4248"/>
                      <a:pt x="2006" y="4306"/>
                      <a:pt x="2006" y="4366"/>
                    </a:cubicBezTo>
                    <a:cubicBezTo>
                      <a:pt x="1987" y="4366"/>
                      <a:pt x="1967" y="4366"/>
                      <a:pt x="1947" y="4366"/>
                    </a:cubicBezTo>
                    <a:cubicBezTo>
                      <a:pt x="1947" y="4425"/>
                      <a:pt x="1947" y="4483"/>
                      <a:pt x="1947" y="4543"/>
                    </a:cubicBezTo>
                    <a:cubicBezTo>
                      <a:pt x="1928" y="4543"/>
                      <a:pt x="1908" y="4543"/>
                      <a:pt x="1888" y="4543"/>
                    </a:cubicBezTo>
                    <a:cubicBezTo>
                      <a:pt x="1888" y="4621"/>
                      <a:pt x="1888" y="4699"/>
                      <a:pt x="1888" y="4779"/>
                    </a:cubicBezTo>
                    <a:cubicBezTo>
                      <a:pt x="1869" y="4779"/>
                      <a:pt x="1849" y="4779"/>
                      <a:pt x="1829" y="4779"/>
                    </a:cubicBezTo>
                    <a:cubicBezTo>
                      <a:pt x="1829" y="4857"/>
                      <a:pt x="1829" y="4935"/>
                      <a:pt x="1829" y="5015"/>
                    </a:cubicBezTo>
                    <a:cubicBezTo>
                      <a:pt x="1810" y="5015"/>
                      <a:pt x="1790" y="5015"/>
                      <a:pt x="1770" y="5015"/>
                    </a:cubicBezTo>
                    <a:cubicBezTo>
                      <a:pt x="1770" y="5093"/>
                      <a:pt x="1770" y="5171"/>
                      <a:pt x="1770" y="5251"/>
                    </a:cubicBezTo>
                    <a:cubicBezTo>
                      <a:pt x="1751" y="5251"/>
                      <a:pt x="1731" y="5251"/>
                      <a:pt x="1711" y="5251"/>
                    </a:cubicBezTo>
                    <a:cubicBezTo>
                      <a:pt x="1711" y="5329"/>
                      <a:pt x="1711" y="5407"/>
                      <a:pt x="1711" y="5487"/>
                    </a:cubicBezTo>
                    <a:cubicBezTo>
                      <a:pt x="1692" y="5487"/>
                      <a:pt x="1672" y="5487"/>
                      <a:pt x="1652" y="5487"/>
                    </a:cubicBezTo>
                    <a:cubicBezTo>
                      <a:pt x="1652" y="5526"/>
                      <a:pt x="1652" y="5565"/>
                      <a:pt x="1652" y="5605"/>
                    </a:cubicBezTo>
                    <a:cubicBezTo>
                      <a:pt x="1594" y="5605"/>
                      <a:pt x="1535" y="5605"/>
                      <a:pt x="1475" y="5605"/>
                    </a:cubicBezTo>
                    <a:cubicBezTo>
                      <a:pt x="1475" y="5566"/>
                      <a:pt x="1475" y="5527"/>
                      <a:pt x="1475" y="5487"/>
                    </a:cubicBezTo>
                    <a:cubicBezTo>
                      <a:pt x="1456" y="5487"/>
                      <a:pt x="1436" y="5487"/>
                      <a:pt x="1416" y="5487"/>
                    </a:cubicBezTo>
                    <a:cubicBezTo>
                      <a:pt x="1416" y="5468"/>
                      <a:pt x="1416" y="5448"/>
                      <a:pt x="1416" y="5428"/>
                    </a:cubicBezTo>
                    <a:cubicBezTo>
                      <a:pt x="1397" y="5428"/>
                      <a:pt x="1377" y="5428"/>
                      <a:pt x="1357" y="5428"/>
                    </a:cubicBezTo>
                    <a:cubicBezTo>
                      <a:pt x="1357" y="5409"/>
                      <a:pt x="1357" y="5389"/>
                      <a:pt x="1357" y="5369"/>
                    </a:cubicBezTo>
                    <a:cubicBezTo>
                      <a:pt x="1299" y="5369"/>
                      <a:pt x="1240" y="5369"/>
                      <a:pt x="1180" y="5369"/>
                    </a:cubicBezTo>
                    <a:cubicBezTo>
                      <a:pt x="1180" y="5350"/>
                      <a:pt x="1180" y="5330"/>
                      <a:pt x="1180" y="5310"/>
                    </a:cubicBezTo>
                    <a:cubicBezTo>
                      <a:pt x="1161" y="5310"/>
                      <a:pt x="1141" y="5310"/>
                      <a:pt x="1121" y="5310"/>
                    </a:cubicBezTo>
                    <a:cubicBezTo>
                      <a:pt x="1121" y="5330"/>
                      <a:pt x="1121" y="5349"/>
                      <a:pt x="1121" y="5369"/>
                    </a:cubicBezTo>
                    <a:cubicBezTo>
                      <a:pt x="1102" y="5369"/>
                      <a:pt x="1082" y="5369"/>
                      <a:pt x="1062" y="5369"/>
                    </a:cubicBezTo>
                    <a:cubicBezTo>
                      <a:pt x="1062" y="5389"/>
                      <a:pt x="1062" y="5408"/>
                      <a:pt x="1062" y="5428"/>
                    </a:cubicBezTo>
                    <a:cubicBezTo>
                      <a:pt x="1043" y="5428"/>
                      <a:pt x="1023" y="5428"/>
                      <a:pt x="1003" y="5428"/>
                    </a:cubicBezTo>
                    <a:cubicBezTo>
                      <a:pt x="1003" y="5448"/>
                      <a:pt x="1003" y="5467"/>
                      <a:pt x="1003" y="5487"/>
                    </a:cubicBezTo>
                    <a:cubicBezTo>
                      <a:pt x="945" y="5487"/>
                      <a:pt x="886" y="5487"/>
                      <a:pt x="826" y="5487"/>
                    </a:cubicBezTo>
                    <a:cubicBezTo>
                      <a:pt x="813" y="5450"/>
                      <a:pt x="799" y="5412"/>
                      <a:pt x="786" y="5375"/>
                    </a:cubicBezTo>
                    <a:cubicBezTo>
                      <a:pt x="767" y="5340"/>
                      <a:pt x="767" y="5340"/>
                      <a:pt x="736" y="5324"/>
                    </a:cubicBezTo>
                    <a:cubicBezTo>
                      <a:pt x="727" y="5320"/>
                      <a:pt x="717" y="5315"/>
                      <a:pt x="708" y="5310"/>
                    </a:cubicBezTo>
                    <a:cubicBezTo>
                      <a:pt x="702" y="5282"/>
                      <a:pt x="702" y="5282"/>
                      <a:pt x="704" y="5249"/>
                    </a:cubicBezTo>
                    <a:cubicBezTo>
                      <a:pt x="705" y="5239"/>
                      <a:pt x="705" y="5228"/>
                      <a:pt x="706" y="5217"/>
                    </a:cubicBezTo>
                    <a:cubicBezTo>
                      <a:pt x="707" y="5209"/>
                      <a:pt x="707" y="5201"/>
                      <a:pt x="708" y="5192"/>
                    </a:cubicBezTo>
                    <a:cubicBezTo>
                      <a:pt x="689" y="5192"/>
                      <a:pt x="669" y="5192"/>
                      <a:pt x="649" y="5192"/>
                    </a:cubicBezTo>
                    <a:cubicBezTo>
                      <a:pt x="649" y="5134"/>
                      <a:pt x="649" y="5075"/>
                      <a:pt x="649" y="5015"/>
                    </a:cubicBezTo>
                    <a:cubicBezTo>
                      <a:pt x="630" y="5015"/>
                      <a:pt x="610" y="5015"/>
                      <a:pt x="590" y="5015"/>
                    </a:cubicBezTo>
                    <a:cubicBezTo>
                      <a:pt x="590" y="4957"/>
                      <a:pt x="590" y="4898"/>
                      <a:pt x="590" y="4838"/>
                    </a:cubicBezTo>
                    <a:cubicBezTo>
                      <a:pt x="571" y="4838"/>
                      <a:pt x="551" y="4838"/>
                      <a:pt x="531" y="4838"/>
                    </a:cubicBezTo>
                    <a:cubicBezTo>
                      <a:pt x="531" y="4799"/>
                      <a:pt x="531" y="4760"/>
                      <a:pt x="531" y="4720"/>
                    </a:cubicBezTo>
                    <a:cubicBezTo>
                      <a:pt x="512" y="4720"/>
                      <a:pt x="492" y="4720"/>
                      <a:pt x="472" y="4720"/>
                    </a:cubicBezTo>
                    <a:cubicBezTo>
                      <a:pt x="472" y="4701"/>
                      <a:pt x="472" y="4681"/>
                      <a:pt x="472" y="4661"/>
                    </a:cubicBezTo>
                    <a:cubicBezTo>
                      <a:pt x="355" y="4642"/>
                      <a:pt x="238" y="4622"/>
                      <a:pt x="118" y="4602"/>
                    </a:cubicBezTo>
                    <a:cubicBezTo>
                      <a:pt x="118" y="4622"/>
                      <a:pt x="118" y="4641"/>
                      <a:pt x="118" y="4661"/>
                    </a:cubicBezTo>
                    <a:cubicBezTo>
                      <a:pt x="99" y="4661"/>
                      <a:pt x="79" y="4661"/>
                      <a:pt x="59" y="4661"/>
                    </a:cubicBezTo>
                    <a:cubicBezTo>
                      <a:pt x="49" y="4690"/>
                      <a:pt x="40" y="4720"/>
                      <a:pt x="30" y="4750"/>
                    </a:cubicBezTo>
                    <a:cubicBezTo>
                      <a:pt x="20" y="4750"/>
                      <a:pt x="10" y="4750"/>
                      <a:pt x="0" y="4750"/>
                    </a:cubicBezTo>
                    <a:cubicBezTo>
                      <a:pt x="0" y="4701"/>
                      <a:pt x="0" y="4652"/>
                      <a:pt x="0" y="4602"/>
                    </a:cubicBezTo>
                    <a:cubicBezTo>
                      <a:pt x="19" y="4602"/>
                      <a:pt x="39" y="4602"/>
                      <a:pt x="59" y="4602"/>
                    </a:cubicBezTo>
                    <a:cubicBezTo>
                      <a:pt x="59" y="4583"/>
                      <a:pt x="59" y="4563"/>
                      <a:pt x="59" y="4543"/>
                    </a:cubicBezTo>
                    <a:cubicBezTo>
                      <a:pt x="332" y="4532"/>
                      <a:pt x="332" y="4532"/>
                      <a:pt x="443" y="4589"/>
                    </a:cubicBezTo>
                    <a:cubicBezTo>
                      <a:pt x="475" y="4604"/>
                      <a:pt x="497" y="4605"/>
                      <a:pt x="531" y="4602"/>
                    </a:cubicBezTo>
                    <a:cubicBezTo>
                      <a:pt x="531" y="4583"/>
                      <a:pt x="531" y="4563"/>
                      <a:pt x="531" y="4543"/>
                    </a:cubicBezTo>
                    <a:cubicBezTo>
                      <a:pt x="648" y="4543"/>
                      <a:pt x="765" y="4543"/>
                      <a:pt x="885" y="4543"/>
                    </a:cubicBezTo>
                    <a:cubicBezTo>
                      <a:pt x="885" y="4621"/>
                      <a:pt x="885" y="4699"/>
                      <a:pt x="885" y="4779"/>
                    </a:cubicBezTo>
                    <a:cubicBezTo>
                      <a:pt x="866" y="4779"/>
                      <a:pt x="846" y="4779"/>
                      <a:pt x="826" y="4779"/>
                    </a:cubicBezTo>
                    <a:cubicBezTo>
                      <a:pt x="826" y="4818"/>
                      <a:pt x="826" y="4857"/>
                      <a:pt x="826" y="4897"/>
                    </a:cubicBezTo>
                    <a:cubicBezTo>
                      <a:pt x="846" y="4897"/>
                      <a:pt x="865" y="4897"/>
                      <a:pt x="885" y="4897"/>
                    </a:cubicBezTo>
                    <a:cubicBezTo>
                      <a:pt x="885" y="4917"/>
                      <a:pt x="885" y="4936"/>
                      <a:pt x="885" y="4956"/>
                    </a:cubicBezTo>
                    <a:cubicBezTo>
                      <a:pt x="905" y="4956"/>
                      <a:pt x="924" y="4956"/>
                      <a:pt x="944" y="4956"/>
                    </a:cubicBezTo>
                    <a:cubicBezTo>
                      <a:pt x="944" y="4976"/>
                      <a:pt x="944" y="4995"/>
                      <a:pt x="944" y="5015"/>
                    </a:cubicBezTo>
                    <a:cubicBezTo>
                      <a:pt x="983" y="5015"/>
                      <a:pt x="1022" y="5015"/>
                      <a:pt x="1062" y="5015"/>
                    </a:cubicBezTo>
                    <a:cubicBezTo>
                      <a:pt x="1062" y="4996"/>
                      <a:pt x="1062" y="4976"/>
                      <a:pt x="1062" y="4956"/>
                    </a:cubicBezTo>
                    <a:cubicBezTo>
                      <a:pt x="1082" y="4956"/>
                      <a:pt x="1101" y="4956"/>
                      <a:pt x="1121" y="4956"/>
                    </a:cubicBezTo>
                    <a:cubicBezTo>
                      <a:pt x="1121" y="4781"/>
                      <a:pt x="1121" y="4606"/>
                      <a:pt x="1121" y="4425"/>
                    </a:cubicBezTo>
                    <a:cubicBezTo>
                      <a:pt x="1102" y="4425"/>
                      <a:pt x="1082" y="4425"/>
                      <a:pt x="1062" y="4425"/>
                    </a:cubicBezTo>
                    <a:cubicBezTo>
                      <a:pt x="1062" y="4406"/>
                      <a:pt x="1062" y="4386"/>
                      <a:pt x="1062" y="4366"/>
                    </a:cubicBezTo>
                    <a:cubicBezTo>
                      <a:pt x="1023" y="4366"/>
                      <a:pt x="984" y="4366"/>
                      <a:pt x="944" y="4366"/>
                    </a:cubicBezTo>
                    <a:cubicBezTo>
                      <a:pt x="944" y="4347"/>
                      <a:pt x="944" y="4327"/>
                      <a:pt x="944" y="4307"/>
                    </a:cubicBezTo>
                    <a:cubicBezTo>
                      <a:pt x="925" y="4307"/>
                      <a:pt x="905" y="4307"/>
                      <a:pt x="885" y="4307"/>
                    </a:cubicBezTo>
                    <a:cubicBezTo>
                      <a:pt x="885" y="4288"/>
                      <a:pt x="885" y="4268"/>
                      <a:pt x="885" y="4248"/>
                    </a:cubicBezTo>
                    <a:cubicBezTo>
                      <a:pt x="866" y="4248"/>
                      <a:pt x="846" y="4248"/>
                      <a:pt x="826" y="4248"/>
                    </a:cubicBezTo>
                    <a:cubicBezTo>
                      <a:pt x="826" y="4229"/>
                      <a:pt x="826" y="4209"/>
                      <a:pt x="826" y="4189"/>
                    </a:cubicBezTo>
                    <a:cubicBezTo>
                      <a:pt x="807" y="4189"/>
                      <a:pt x="787" y="4189"/>
                      <a:pt x="767" y="4189"/>
                    </a:cubicBezTo>
                    <a:cubicBezTo>
                      <a:pt x="767" y="4170"/>
                      <a:pt x="767" y="4150"/>
                      <a:pt x="767" y="4130"/>
                    </a:cubicBezTo>
                    <a:cubicBezTo>
                      <a:pt x="748" y="4130"/>
                      <a:pt x="728" y="4130"/>
                      <a:pt x="708" y="4130"/>
                    </a:cubicBezTo>
                    <a:cubicBezTo>
                      <a:pt x="708" y="4033"/>
                      <a:pt x="708" y="3936"/>
                      <a:pt x="708" y="3835"/>
                    </a:cubicBezTo>
                    <a:cubicBezTo>
                      <a:pt x="689" y="3835"/>
                      <a:pt x="669" y="3835"/>
                      <a:pt x="649" y="3835"/>
                    </a:cubicBezTo>
                    <a:cubicBezTo>
                      <a:pt x="649" y="3816"/>
                      <a:pt x="649" y="3796"/>
                      <a:pt x="649" y="3776"/>
                    </a:cubicBezTo>
                    <a:cubicBezTo>
                      <a:pt x="669" y="3776"/>
                      <a:pt x="688" y="3776"/>
                      <a:pt x="708" y="3776"/>
                    </a:cubicBezTo>
                    <a:cubicBezTo>
                      <a:pt x="708" y="3757"/>
                      <a:pt x="708" y="3737"/>
                      <a:pt x="708" y="3717"/>
                    </a:cubicBezTo>
                    <a:cubicBezTo>
                      <a:pt x="747" y="3717"/>
                      <a:pt x="786" y="3717"/>
                      <a:pt x="826" y="3717"/>
                    </a:cubicBezTo>
                    <a:cubicBezTo>
                      <a:pt x="826" y="3834"/>
                      <a:pt x="826" y="3951"/>
                      <a:pt x="826" y="4071"/>
                    </a:cubicBezTo>
                    <a:cubicBezTo>
                      <a:pt x="846" y="4071"/>
                      <a:pt x="865" y="4071"/>
                      <a:pt x="885" y="4071"/>
                    </a:cubicBezTo>
                    <a:cubicBezTo>
                      <a:pt x="885" y="4091"/>
                      <a:pt x="885" y="4110"/>
                      <a:pt x="885" y="4130"/>
                    </a:cubicBezTo>
                    <a:cubicBezTo>
                      <a:pt x="943" y="4130"/>
                      <a:pt x="1002" y="4130"/>
                      <a:pt x="1062" y="4130"/>
                    </a:cubicBezTo>
                    <a:cubicBezTo>
                      <a:pt x="1062" y="4111"/>
                      <a:pt x="1062" y="4091"/>
                      <a:pt x="1062" y="4071"/>
                    </a:cubicBezTo>
                    <a:cubicBezTo>
                      <a:pt x="1082" y="4071"/>
                      <a:pt x="1101" y="4071"/>
                      <a:pt x="1121" y="4071"/>
                    </a:cubicBezTo>
                    <a:cubicBezTo>
                      <a:pt x="1121" y="3915"/>
                      <a:pt x="1121" y="3760"/>
                      <a:pt x="1121" y="3599"/>
                    </a:cubicBezTo>
                    <a:cubicBezTo>
                      <a:pt x="1102" y="3599"/>
                      <a:pt x="1082" y="3599"/>
                      <a:pt x="1062" y="3599"/>
                    </a:cubicBezTo>
                    <a:cubicBezTo>
                      <a:pt x="1062" y="3580"/>
                      <a:pt x="1062" y="3560"/>
                      <a:pt x="1062" y="3540"/>
                    </a:cubicBezTo>
                    <a:cubicBezTo>
                      <a:pt x="1023" y="3540"/>
                      <a:pt x="984" y="3540"/>
                      <a:pt x="944" y="3540"/>
                    </a:cubicBezTo>
                    <a:cubicBezTo>
                      <a:pt x="944" y="3462"/>
                      <a:pt x="944" y="3384"/>
                      <a:pt x="944" y="3304"/>
                    </a:cubicBezTo>
                    <a:cubicBezTo>
                      <a:pt x="983" y="3304"/>
                      <a:pt x="1022" y="3304"/>
                      <a:pt x="1062" y="3304"/>
                    </a:cubicBezTo>
                    <a:cubicBezTo>
                      <a:pt x="1062" y="3285"/>
                      <a:pt x="1062" y="3265"/>
                      <a:pt x="1062" y="3245"/>
                    </a:cubicBezTo>
                    <a:cubicBezTo>
                      <a:pt x="1082" y="3245"/>
                      <a:pt x="1101" y="3245"/>
                      <a:pt x="1121" y="3245"/>
                    </a:cubicBezTo>
                    <a:cubicBezTo>
                      <a:pt x="1121" y="3070"/>
                      <a:pt x="1121" y="2895"/>
                      <a:pt x="1121" y="2714"/>
                    </a:cubicBezTo>
                    <a:cubicBezTo>
                      <a:pt x="1102" y="2714"/>
                      <a:pt x="1082" y="2714"/>
                      <a:pt x="1062" y="2714"/>
                    </a:cubicBezTo>
                    <a:cubicBezTo>
                      <a:pt x="1062" y="2695"/>
                      <a:pt x="1062" y="2675"/>
                      <a:pt x="1062" y="2655"/>
                    </a:cubicBezTo>
                    <a:cubicBezTo>
                      <a:pt x="1023" y="2655"/>
                      <a:pt x="984" y="2655"/>
                      <a:pt x="944" y="2655"/>
                    </a:cubicBezTo>
                    <a:cubicBezTo>
                      <a:pt x="934" y="2577"/>
                      <a:pt x="925" y="2499"/>
                      <a:pt x="915" y="2419"/>
                    </a:cubicBezTo>
                    <a:cubicBezTo>
                      <a:pt x="963" y="2419"/>
                      <a:pt x="1012" y="2419"/>
                      <a:pt x="1062" y="2419"/>
                    </a:cubicBezTo>
                    <a:cubicBezTo>
                      <a:pt x="1062" y="2400"/>
                      <a:pt x="1062" y="2380"/>
                      <a:pt x="1062" y="2360"/>
                    </a:cubicBezTo>
                    <a:cubicBezTo>
                      <a:pt x="1082" y="2360"/>
                      <a:pt x="1101" y="2360"/>
                      <a:pt x="1121" y="2360"/>
                    </a:cubicBezTo>
                    <a:cubicBezTo>
                      <a:pt x="1121" y="2204"/>
                      <a:pt x="1121" y="2049"/>
                      <a:pt x="1121" y="1888"/>
                    </a:cubicBezTo>
                    <a:cubicBezTo>
                      <a:pt x="1102" y="1888"/>
                      <a:pt x="1082" y="1888"/>
                      <a:pt x="1062" y="1888"/>
                    </a:cubicBezTo>
                    <a:cubicBezTo>
                      <a:pt x="1062" y="1869"/>
                      <a:pt x="1062" y="1849"/>
                      <a:pt x="1062" y="1829"/>
                    </a:cubicBezTo>
                    <a:cubicBezTo>
                      <a:pt x="1013" y="1829"/>
                      <a:pt x="965" y="1829"/>
                      <a:pt x="915" y="1829"/>
                    </a:cubicBezTo>
                    <a:cubicBezTo>
                      <a:pt x="924" y="1751"/>
                      <a:pt x="934" y="1673"/>
                      <a:pt x="944" y="1593"/>
                    </a:cubicBezTo>
                    <a:cubicBezTo>
                      <a:pt x="983" y="1593"/>
                      <a:pt x="1022" y="1593"/>
                      <a:pt x="1062" y="1593"/>
                    </a:cubicBezTo>
                    <a:cubicBezTo>
                      <a:pt x="1062" y="1574"/>
                      <a:pt x="1062" y="1554"/>
                      <a:pt x="1062" y="1534"/>
                    </a:cubicBezTo>
                    <a:cubicBezTo>
                      <a:pt x="1082" y="1534"/>
                      <a:pt x="1101" y="1534"/>
                      <a:pt x="1121" y="1534"/>
                    </a:cubicBezTo>
                    <a:cubicBezTo>
                      <a:pt x="1121" y="1378"/>
                      <a:pt x="1121" y="1223"/>
                      <a:pt x="1121" y="1062"/>
                    </a:cubicBezTo>
                    <a:cubicBezTo>
                      <a:pt x="1141" y="1062"/>
                      <a:pt x="1160" y="1062"/>
                      <a:pt x="1180" y="1062"/>
                    </a:cubicBezTo>
                    <a:cubicBezTo>
                      <a:pt x="1180" y="1043"/>
                      <a:pt x="1180" y="1023"/>
                      <a:pt x="1180" y="1003"/>
                    </a:cubicBezTo>
                    <a:cubicBezTo>
                      <a:pt x="1200" y="1003"/>
                      <a:pt x="1219" y="1003"/>
                      <a:pt x="1239" y="1003"/>
                    </a:cubicBezTo>
                    <a:cubicBezTo>
                      <a:pt x="1239" y="984"/>
                      <a:pt x="1239" y="964"/>
                      <a:pt x="1239" y="944"/>
                    </a:cubicBezTo>
                    <a:cubicBezTo>
                      <a:pt x="1278" y="944"/>
                      <a:pt x="1317" y="944"/>
                      <a:pt x="1357" y="944"/>
                    </a:cubicBezTo>
                    <a:cubicBezTo>
                      <a:pt x="1357" y="925"/>
                      <a:pt x="1357" y="905"/>
                      <a:pt x="1357" y="885"/>
                    </a:cubicBezTo>
                    <a:cubicBezTo>
                      <a:pt x="1377" y="885"/>
                      <a:pt x="1396" y="885"/>
                      <a:pt x="1416" y="885"/>
                    </a:cubicBezTo>
                    <a:cubicBezTo>
                      <a:pt x="1416" y="866"/>
                      <a:pt x="1416" y="846"/>
                      <a:pt x="1416" y="826"/>
                    </a:cubicBezTo>
                    <a:cubicBezTo>
                      <a:pt x="1436" y="826"/>
                      <a:pt x="1455" y="826"/>
                      <a:pt x="1475" y="826"/>
                    </a:cubicBezTo>
                    <a:cubicBezTo>
                      <a:pt x="1475" y="787"/>
                      <a:pt x="1475" y="748"/>
                      <a:pt x="1475" y="708"/>
                    </a:cubicBezTo>
                    <a:cubicBezTo>
                      <a:pt x="1495" y="708"/>
                      <a:pt x="1514" y="708"/>
                      <a:pt x="1534" y="708"/>
                    </a:cubicBezTo>
                    <a:cubicBezTo>
                      <a:pt x="1534" y="572"/>
                      <a:pt x="1534" y="435"/>
                      <a:pt x="1534" y="295"/>
                    </a:cubicBezTo>
                    <a:cubicBezTo>
                      <a:pt x="1515" y="295"/>
                      <a:pt x="1495" y="295"/>
                      <a:pt x="1475" y="295"/>
                    </a:cubicBezTo>
                    <a:cubicBezTo>
                      <a:pt x="1475" y="256"/>
                      <a:pt x="1475" y="217"/>
                      <a:pt x="1475" y="177"/>
                    </a:cubicBezTo>
                    <a:cubicBezTo>
                      <a:pt x="1456" y="177"/>
                      <a:pt x="1436" y="177"/>
                      <a:pt x="1416" y="177"/>
                    </a:cubicBezTo>
                    <a:cubicBezTo>
                      <a:pt x="1416" y="158"/>
                      <a:pt x="1416" y="138"/>
                      <a:pt x="1416" y="118"/>
                    </a:cubicBezTo>
                    <a:cubicBezTo>
                      <a:pt x="1397" y="118"/>
                      <a:pt x="1377" y="118"/>
                      <a:pt x="1357" y="118"/>
                    </a:cubicBezTo>
                    <a:cubicBezTo>
                      <a:pt x="1357" y="99"/>
                      <a:pt x="1357" y="79"/>
                      <a:pt x="1357" y="59"/>
                    </a:cubicBezTo>
                    <a:cubicBezTo>
                      <a:pt x="1318" y="59"/>
                      <a:pt x="1279" y="59"/>
                      <a:pt x="1239" y="59"/>
                    </a:cubicBezTo>
                    <a:cubicBezTo>
                      <a:pt x="1239" y="40"/>
                      <a:pt x="1239" y="20"/>
                      <a:pt x="123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73" name="ICON_C_WINDOWS_HEADER_path_002"/>
              <p:cNvSpPr/>
              <p:nvPr/>
            </p:nvSpPr>
            <p:spPr>
              <a:xfrm>
                <a:off x="5585846" y="7132954"/>
                <a:ext cx="142212" cy="77182"/>
              </a:xfrm>
              <a:custGeom>
                <a:avLst/>
                <a:gdLst/>
                <a:ahLst/>
                <a:cxnLst/>
                <a:rect l="0" t="0" r="r" b="b"/>
                <a:pathLst>
                  <a:path w="11198" h="6077" fill="norm" stroke="0">
                    <a:moveTo>
                      <a:pt x="7687" y="0"/>
                    </a:moveTo>
                    <a:cubicBezTo>
                      <a:pt x="7726" y="0"/>
                      <a:pt x="7765" y="0"/>
                      <a:pt x="7805" y="0"/>
                    </a:cubicBezTo>
                    <a:cubicBezTo>
                      <a:pt x="7805" y="19"/>
                      <a:pt x="7805" y="39"/>
                      <a:pt x="7805" y="59"/>
                    </a:cubicBezTo>
                    <a:cubicBezTo>
                      <a:pt x="7825" y="59"/>
                      <a:pt x="7844" y="59"/>
                      <a:pt x="7864" y="59"/>
                    </a:cubicBezTo>
                    <a:cubicBezTo>
                      <a:pt x="7864" y="254"/>
                      <a:pt x="7864" y="448"/>
                      <a:pt x="7864" y="649"/>
                    </a:cubicBezTo>
                    <a:cubicBezTo>
                      <a:pt x="7884" y="649"/>
                      <a:pt x="7903" y="649"/>
                      <a:pt x="7923" y="649"/>
                    </a:cubicBezTo>
                    <a:cubicBezTo>
                      <a:pt x="7923" y="785"/>
                      <a:pt x="7923" y="922"/>
                      <a:pt x="7923" y="1062"/>
                    </a:cubicBezTo>
                    <a:cubicBezTo>
                      <a:pt x="7943" y="1062"/>
                      <a:pt x="7962" y="1062"/>
                      <a:pt x="7982" y="1062"/>
                    </a:cubicBezTo>
                    <a:cubicBezTo>
                      <a:pt x="7982" y="1218"/>
                      <a:pt x="7982" y="1374"/>
                      <a:pt x="7982" y="1534"/>
                    </a:cubicBezTo>
                    <a:cubicBezTo>
                      <a:pt x="8002" y="1534"/>
                      <a:pt x="8021" y="1534"/>
                      <a:pt x="8041" y="1534"/>
                    </a:cubicBezTo>
                    <a:cubicBezTo>
                      <a:pt x="8041" y="1709"/>
                      <a:pt x="8041" y="1885"/>
                      <a:pt x="8041" y="2065"/>
                    </a:cubicBezTo>
                    <a:cubicBezTo>
                      <a:pt x="8061" y="2065"/>
                      <a:pt x="8080" y="2065"/>
                      <a:pt x="8100" y="2065"/>
                    </a:cubicBezTo>
                    <a:cubicBezTo>
                      <a:pt x="8100" y="2240"/>
                      <a:pt x="8100" y="2416"/>
                      <a:pt x="8100" y="2596"/>
                    </a:cubicBezTo>
                    <a:cubicBezTo>
                      <a:pt x="8120" y="2596"/>
                      <a:pt x="8139" y="2596"/>
                      <a:pt x="8159" y="2596"/>
                    </a:cubicBezTo>
                    <a:cubicBezTo>
                      <a:pt x="8159" y="2752"/>
                      <a:pt x="8159" y="2908"/>
                      <a:pt x="8159" y="3068"/>
                    </a:cubicBezTo>
                    <a:cubicBezTo>
                      <a:pt x="8179" y="3068"/>
                      <a:pt x="8198" y="3068"/>
                      <a:pt x="8218" y="3068"/>
                    </a:cubicBezTo>
                    <a:cubicBezTo>
                      <a:pt x="8218" y="3204"/>
                      <a:pt x="8218" y="3341"/>
                      <a:pt x="8218" y="3481"/>
                    </a:cubicBezTo>
                    <a:cubicBezTo>
                      <a:pt x="8238" y="3481"/>
                      <a:pt x="8257" y="3481"/>
                      <a:pt x="8277" y="3481"/>
                    </a:cubicBezTo>
                    <a:cubicBezTo>
                      <a:pt x="8277" y="3579"/>
                      <a:pt x="8277" y="3676"/>
                      <a:pt x="8277" y="3776"/>
                    </a:cubicBezTo>
                    <a:cubicBezTo>
                      <a:pt x="8297" y="3776"/>
                      <a:pt x="8316" y="3776"/>
                      <a:pt x="8336" y="3776"/>
                    </a:cubicBezTo>
                    <a:cubicBezTo>
                      <a:pt x="8336" y="3835"/>
                      <a:pt x="8336" y="3893"/>
                      <a:pt x="8336" y="3953"/>
                    </a:cubicBezTo>
                    <a:cubicBezTo>
                      <a:pt x="8356" y="3953"/>
                      <a:pt x="8375" y="3953"/>
                      <a:pt x="8395" y="3953"/>
                    </a:cubicBezTo>
                    <a:cubicBezTo>
                      <a:pt x="8395" y="3992"/>
                      <a:pt x="8395" y="4031"/>
                      <a:pt x="8395" y="4071"/>
                    </a:cubicBezTo>
                    <a:cubicBezTo>
                      <a:pt x="8415" y="4071"/>
                      <a:pt x="8434" y="4071"/>
                      <a:pt x="8454" y="4071"/>
                    </a:cubicBezTo>
                    <a:cubicBezTo>
                      <a:pt x="8454" y="4091"/>
                      <a:pt x="8454" y="4110"/>
                      <a:pt x="8454" y="4130"/>
                    </a:cubicBezTo>
                    <a:cubicBezTo>
                      <a:pt x="8474" y="4130"/>
                      <a:pt x="8493" y="4130"/>
                      <a:pt x="8513" y="4130"/>
                    </a:cubicBezTo>
                    <a:cubicBezTo>
                      <a:pt x="8513" y="4150"/>
                      <a:pt x="8513" y="4169"/>
                      <a:pt x="8513" y="4189"/>
                    </a:cubicBezTo>
                    <a:cubicBezTo>
                      <a:pt x="8591" y="4189"/>
                      <a:pt x="8669" y="4189"/>
                      <a:pt x="8749" y="4189"/>
                    </a:cubicBezTo>
                    <a:cubicBezTo>
                      <a:pt x="8749" y="4170"/>
                      <a:pt x="8749" y="4150"/>
                      <a:pt x="8749" y="4130"/>
                    </a:cubicBezTo>
                    <a:cubicBezTo>
                      <a:pt x="8769" y="4130"/>
                      <a:pt x="8788" y="4130"/>
                      <a:pt x="8808" y="4130"/>
                    </a:cubicBezTo>
                    <a:cubicBezTo>
                      <a:pt x="8808" y="4111"/>
                      <a:pt x="8808" y="4091"/>
                      <a:pt x="8808" y="4071"/>
                    </a:cubicBezTo>
                    <a:cubicBezTo>
                      <a:pt x="8828" y="4071"/>
                      <a:pt x="8847" y="4071"/>
                      <a:pt x="8867" y="4071"/>
                    </a:cubicBezTo>
                    <a:cubicBezTo>
                      <a:pt x="8867" y="4032"/>
                      <a:pt x="8867" y="3993"/>
                      <a:pt x="8867" y="3953"/>
                    </a:cubicBezTo>
                    <a:cubicBezTo>
                      <a:pt x="8887" y="3953"/>
                      <a:pt x="8906" y="3953"/>
                      <a:pt x="8926" y="3953"/>
                    </a:cubicBezTo>
                    <a:cubicBezTo>
                      <a:pt x="8926" y="3895"/>
                      <a:pt x="8926" y="3836"/>
                      <a:pt x="8926" y="3776"/>
                    </a:cubicBezTo>
                    <a:cubicBezTo>
                      <a:pt x="8946" y="3776"/>
                      <a:pt x="8965" y="3776"/>
                      <a:pt x="8985" y="3776"/>
                    </a:cubicBezTo>
                    <a:cubicBezTo>
                      <a:pt x="8985" y="3698"/>
                      <a:pt x="8985" y="3620"/>
                      <a:pt x="8985" y="3540"/>
                    </a:cubicBezTo>
                    <a:cubicBezTo>
                      <a:pt x="9005" y="3540"/>
                      <a:pt x="9024" y="3540"/>
                      <a:pt x="9044" y="3540"/>
                    </a:cubicBezTo>
                    <a:cubicBezTo>
                      <a:pt x="9044" y="3443"/>
                      <a:pt x="9044" y="3345"/>
                      <a:pt x="9044" y="3245"/>
                    </a:cubicBezTo>
                    <a:cubicBezTo>
                      <a:pt x="9064" y="3245"/>
                      <a:pt x="9083" y="3245"/>
                      <a:pt x="9103" y="3245"/>
                    </a:cubicBezTo>
                    <a:cubicBezTo>
                      <a:pt x="9103" y="3148"/>
                      <a:pt x="9103" y="3050"/>
                      <a:pt x="9103" y="2950"/>
                    </a:cubicBezTo>
                    <a:cubicBezTo>
                      <a:pt x="9123" y="2950"/>
                      <a:pt x="9142" y="2950"/>
                      <a:pt x="9162" y="2950"/>
                    </a:cubicBezTo>
                    <a:cubicBezTo>
                      <a:pt x="9162" y="2794"/>
                      <a:pt x="9162" y="2639"/>
                      <a:pt x="9162" y="2478"/>
                    </a:cubicBezTo>
                    <a:cubicBezTo>
                      <a:pt x="9182" y="2478"/>
                      <a:pt x="9201" y="2478"/>
                      <a:pt x="9221" y="2478"/>
                    </a:cubicBezTo>
                    <a:cubicBezTo>
                      <a:pt x="9221" y="2381"/>
                      <a:pt x="9221" y="2283"/>
                      <a:pt x="9221" y="2183"/>
                    </a:cubicBezTo>
                    <a:cubicBezTo>
                      <a:pt x="9241" y="2183"/>
                      <a:pt x="9260" y="2183"/>
                      <a:pt x="9280" y="2183"/>
                    </a:cubicBezTo>
                    <a:cubicBezTo>
                      <a:pt x="9280" y="2086"/>
                      <a:pt x="9280" y="1988"/>
                      <a:pt x="9280" y="1888"/>
                    </a:cubicBezTo>
                    <a:cubicBezTo>
                      <a:pt x="9300" y="1888"/>
                      <a:pt x="9319" y="1888"/>
                      <a:pt x="9339" y="1888"/>
                    </a:cubicBezTo>
                    <a:cubicBezTo>
                      <a:pt x="9339" y="1791"/>
                      <a:pt x="9339" y="1693"/>
                      <a:pt x="9339" y="1593"/>
                    </a:cubicBezTo>
                    <a:cubicBezTo>
                      <a:pt x="9359" y="1593"/>
                      <a:pt x="9378" y="1593"/>
                      <a:pt x="9398" y="1593"/>
                    </a:cubicBezTo>
                    <a:cubicBezTo>
                      <a:pt x="9398" y="1554"/>
                      <a:pt x="9398" y="1515"/>
                      <a:pt x="9398" y="1475"/>
                    </a:cubicBezTo>
                    <a:cubicBezTo>
                      <a:pt x="9437" y="1475"/>
                      <a:pt x="9476" y="1475"/>
                      <a:pt x="9516" y="1475"/>
                    </a:cubicBezTo>
                    <a:cubicBezTo>
                      <a:pt x="9516" y="1514"/>
                      <a:pt x="9516" y="1553"/>
                      <a:pt x="9516" y="1593"/>
                    </a:cubicBezTo>
                    <a:cubicBezTo>
                      <a:pt x="9536" y="1593"/>
                      <a:pt x="9555" y="1593"/>
                      <a:pt x="9575" y="1593"/>
                    </a:cubicBezTo>
                    <a:cubicBezTo>
                      <a:pt x="9575" y="1671"/>
                      <a:pt x="9575" y="1749"/>
                      <a:pt x="9575" y="1829"/>
                    </a:cubicBezTo>
                    <a:cubicBezTo>
                      <a:pt x="9595" y="1829"/>
                      <a:pt x="9614" y="1829"/>
                      <a:pt x="9634" y="1829"/>
                    </a:cubicBezTo>
                    <a:cubicBezTo>
                      <a:pt x="9634" y="1907"/>
                      <a:pt x="9634" y="1985"/>
                      <a:pt x="9634" y="2065"/>
                    </a:cubicBezTo>
                    <a:cubicBezTo>
                      <a:pt x="9654" y="2065"/>
                      <a:pt x="9673" y="2065"/>
                      <a:pt x="9693" y="2065"/>
                    </a:cubicBezTo>
                    <a:cubicBezTo>
                      <a:pt x="9693" y="2143"/>
                      <a:pt x="9693" y="2221"/>
                      <a:pt x="9693" y="2301"/>
                    </a:cubicBezTo>
                    <a:cubicBezTo>
                      <a:pt x="9713" y="2301"/>
                      <a:pt x="9732" y="2301"/>
                      <a:pt x="9752" y="2301"/>
                    </a:cubicBezTo>
                    <a:cubicBezTo>
                      <a:pt x="9752" y="2360"/>
                      <a:pt x="9752" y="2418"/>
                      <a:pt x="9752" y="2478"/>
                    </a:cubicBezTo>
                    <a:cubicBezTo>
                      <a:pt x="9772" y="2478"/>
                      <a:pt x="9791" y="2478"/>
                      <a:pt x="9811" y="2478"/>
                    </a:cubicBezTo>
                    <a:cubicBezTo>
                      <a:pt x="9811" y="2537"/>
                      <a:pt x="9811" y="2595"/>
                      <a:pt x="9811" y="2655"/>
                    </a:cubicBezTo>
                    <a:cubicBezTo>
                      <a:pt x="9831" y="2655"/>
                      <a:pt x="9850" y="2655"/>
                      <a:pt x="9870" y="2655"/>
                    </a:cubicBezTo>
                    <a:cubicBezTo>
                      <a:pt x="9870" y="2675"/>
                      <a:pt x="9870" y="2694"/>
                      <a:pt x="9870" y="2714"/>
                    </a:cubicBezTo>
                    <a:cubicBezTo>
                      <a:pt x="9890" y="2714"/>
                      <a:pt x="9909" y="2714"/>
                      <a:pt x="9929" y="2714"/>
                    </a:cubicBezTo>
                    <a:cubicBezTo>
                      <a:pt x="9929" y="2734"/>
                      <a:pt x="9929" y="2753"/>
                      <a:pt x="9929" y="2773"/>
                    </a:cubicBezTo>
                    <a:cubicBezTo>
                      <a:pt x="9949" y="2773"/>
                      <a:pt x="9968" y="2773"/>
                      <a:pt x="9988" y="2773"/>
                    </a:cubicBezTo>
                    <a:cubicBezTo>
                      <a:pt x="9988" y="2793"/>
                      <a:pt x="9988" y="2812"/>
                      <a:pt x="9988" y="2832"/>
                    </a:cubicBezTo>
                    <a:cubicBezTo>
                      <a:pt x="10086" y="2832"/>
                      <a:pt x="10183" y="2832"/>
                      <a:pt x="10283" y="2832"/>
                    </a:cubicBezTo>
                    <a:cubicBezTo>
                      <a:pt x="10283" y="2813"/>
                      <a:pt x="10283" y="2793"/>
                      <a:pt x="10283" y="2773"/>
                    </a:cubicBezTo>
                    <a:cubicBezTo>
                      <a:pt x="10303" y="2773"/>
                      <a:pt x="10322" y="2773"/>
                      <a:pt x="10342" y="2773"/>
                    </a:cubicBezTo>
                    <a:cubicBezTo>
                      <a:pt x="10342" y="2754"/>
                      <a:pt x="10342" y="2734"/>
                      <a:pt x="10342" y="2714"/>
                    </a:cubicBezTo>
                    <a:cubicBezTo>
                      <a:pt x="10362" y="2714"/>
                      <a:pt x="10381" y="2714"/>
                      <a:pt x="10401" y="2714"/>
                    </a:cubicBezTo>
                    <a:cubicBezTo>
                      <a:pt x="10401" y="2695"/>
                      <a:pt x="10401" y="2675"/>
                      <a:pt x="10401" y="2655"/>
                    </a:cubicBezTo>
                    <a:cubicBezTo>
                      <a:pt x="10421" y="2655"/>
                      <a:pt x="10440" y="2655"/>
                      <a:pt x="10460" y="2655"/>
                    </a:cubicBezTo>
                    <a:cubicBezTo>
                      <a:pt x="10460" y="2616"/>
                      <a:pt x="10460" y="2577"/>
                      <a:pt x="10460" y="2537"/>
                    </a:cubicBezTo>
                    <a:cubicBezTo>
                      <a:pt x="10480" y="2537"/>
                      <a:pt x="10499" y="2537"/>
                      <a:pt x="10519" y="2537"/>
                    </a:cubicBezTo>
                    <a:cubicBezTo>
                      <a:pt x="10519" y="2518"/>
                      <a:pt x="10519" y="2498"/>
                      <a:pt x="10519" y="2478"/>
                    </a:cubicBezTo>
                    <a:cubicBezTo>
                      <a:pt x="10558" y="2478"/>
                      <a:pt x="10597" y="2478"/>
                      <a:pt x="10637" y="2478"/>
                    </a:cubicBezTo>
                    <a:cubicBezTo>
                      <a:pt x="10637" y="2498"/>
                      <a:pt x="10637" y="2517"/>
                      <a:pt x="10637" y="2537"/>
                    </a:cubicBezTo>
                    <a:cubicBezTo>
                      <a:pt x="10657" y="2537"/>
                      <a:pt x="10676" y="2537"/>
                      <a:pt x="10696" y="2537"/>
                    </a:cubicBezTo>
                    <a:cubicBezTo>
                      <a:pt x="10696" y="2557"/>
                      <a:pt x="10696" y="2576"/>
                      <a:pt x="10696" y="2596"/>
                    </a:cubicBezTo>
                    <a:cubicBezTo>
                      <a:pt x="10716" y="2596"/>
                      <a:pt x="10735" y="2596"/>
                      <a:pt x="10755" y="2596"/>
                    </a:cubicBezTo>
                    <a:cubicBezTo>
                      <a:pt x="10755" y="2616"/>
                      <a:pt x="10755" y="2635"/>
                      <a:pt x="10755" y="2655"/>
                    </a:cubicBezTo>
                    <a:cubicBezTo>
                      <a:pt x="10794" y="2655"/>
                      <a:pt x="10833" y="2655"/>
                      <a:pt x="10873" y="2655"/>
                    </a:cubicBezTo>
                    <a:cubicBezTo>
                      <a:pt x="10873" y="2675"/>
                      <a:pt x="10873" y="2694"/>
                      <a:pt x="10873" y="2714"/>
                    </a:cubicBezTo>
                    <a:cubicBezTo>
                      <a:pt x="10980" y="2714"/>
                      <a:pt x="11087" y="2714"/>
                      <a:pt x="11198" y="2714"/>
                    </a:cubicBezTo>
                    <a:cubicBezTo>
                      <a:pt x="11062" y="2782"/>
                      <a:pt x="11062" y="2782"/>
                      <a:pt x="10969" y="2777"/>
                    </a:cubicBezTo>
                    <a:cubicBezTo>
                      <a:pt x="10960" y="2777"/>
                      <a:pt x="10950" y="2776"/>
                      <a:pt x="10941" y="2776"/>
                    </a:cubicBezTo>
                    <a:cubicBezTo>
                      <a:pt x="10918" y="2775"/>
                      <a:pt x="10896" y="2774"/>
                      <a:pt x="10873" y="2773"/>
                    </a:cubicBezTo>
                    <a:cubicBezTo>
                      <a:pt x="10873" y="2793"/>
                      <a:pt x="10873" y="2812"/>
                      <a:pt x="10873" y="2832"/>
                    </a:cubicBezTo>
                    <a:cubicBezTo>
                      <a:pt x="10893" y="2832"/>
                      <a:pt x="10912" y="2832"/>
                      <a:pt x="10932" y="2832"/>
                    </a:cubicBezTo>
                    <a:cubicBezTo>
                      <a:pt x="10932" y="2852"/>
                      <a:pt x="10932" y="2871"/>
                      <a:pt x="10932" y="2891"/>
                    </a:cubicBezTo>
                    <a:cubicBezTo>
                      <a:pt x="10952" y="2891"/>
                      <a:pt x="10971" y="2891"/>
                      <a:pt x="10991" y="2891"/>
                    </a:cubicBezTo>
                    <a:cubicBezTo>
                      <a:pt x="10991" y="2911"/>
                      <a:pt x="10991" y="2930"/>
                      <a:pt x="10991" y="2950"/>
                    </a:cubicBezTo>
                    <a:cubicBezTo>
                      <a:pt x="11011" y="2950"/>
                      <a:pt x="11030" y="2950"/>
                      <a:pt x="11050" y="2950"/>
                    </a:cubicBezTo>
                    <a:cubicBezTo>
                      <a:pt x="11050" y="2970"/>
                      <a:pt x="11050" y="2989"/>
                      <a:pt x="11050" y="3009"/>
                    </a:cubicBezTo>
                    <a:cubicBezTo>
                      <a:pt x="11070" y="3009"/>
                      <a:pt x="11089" y="3009"/>
                      <a:pt x="11109" y="3009"/>
                    </a:cubicBezTo>
                    <a:cubicBezTo>
                      <a:pt x="11109" y="3048"/>
                      <a:pt x="11109" y="3087"/>
                      <a:pt x="11109" y="3127"/>
                    </a:cubicBezTo>
                    <a:cubicBezTo>
                      <a:pt x="11129" y="3127"/>
                      <a:pt x="11148" y="3127"/>
                      <a:pt x="11168" y="3127"/>
                    </a:cubicBezTo>
                    <a:cubicBezTo>
                      <a:pt x="11168" y="3205"/>
                      <a:pt x="11168" y="3283"/>
                      <a:pt x="11168" y="3363"/>
                    </a:cubicBezTo>
                    <a:cubicBezTo>
                      <a:pt x="11149" y="3363"/>
                      <a:pt x="11129" y="3363"/>
                      <a:pt x="11109" y="3363"/>
                    </a:cubicBezTo>
                    <a:cubicBezTo>
                      <a:pt x="11109" y="3383"/>
                      <a:pt x="11109" y="3402"/>
                      <a:pt x="11109" y="3422"/>
                    </a:cubicBezTo>
                    <a:cubicBezTo>
                      <a:pt x="11090" y="3422"/>
                      <a:pt x="11070" y="3422"/>
                      <a:pt x="11050" y="3422"/>
                    </a:cubicBezTo>
                    <a:cubicBezTo>
                      <a:pt x="11050" y="3442"/>
                      <a:pt x="11050" y="3461"/>
                      <a:pt x="11050" y="3481"/>
                    </a:cubicBezTo>
                    <a:cubicBezTo>
                      <a:pt x="11011" y="3481"/>
                      <a:pt x="10972" y="3481"/>
                      <a:pt x="10932" y="3481"/>
                    </a:cubicBezTo>
                    <a:cubicBezTo>
                      <a:pt x="10932" y="3325"/>
                      <a:pt x="10932" y="3170"/>
                      <a:pt x="10932" y="3009"/>
                    </a:cubicBezTo>
                    <a:cubicBezTo>
                      <a:pt x="10913" y="3009"/>
                      <a:pt x="10893" y="3009"/>
                      <a:pt x="10873" y="3009"/>
                    </a:cubicBezTo>
                    <a:cubicBezTo>
                      <a:pt x="10873" y="2990"/>
                      <a:pt x="10873" y="2970"/>
                      <a:pt x="10873" y="2950"/>
                    </a:cubicBezTo>
                    <a:cubicBezTo>
                      <a:pt x="10834" y="2950"/>
                      <a:pt x="10795" y="2950"/>
                      <a:pt x="10755" y="2950"/>
                    </a:cubicBezTo>
                    <a:cubicBezTo>
                      <a:pt x="10755" y="2970"/>
                      <a:pt x="10755" y="2989"/>
                      <a:pt x="10755" y="3009"/>
                    </a:cubicBezTo>
                    <a:cubicBezTo>
                      <a:pt x="10736" y="3009"/>
                      <a:pt x="10716" y="3009"/>
                      <a:pt x="10696" y="3009"/>
                    </a:cubicBezTo>
                    <a:cubicBezTo>
                      <a:pt x="10696" y="3165"/>
                      <a:pt x="10696" y="3321"/>
                      <a:pt x="10696" y="3481"/>
                    </a:cubicBezTo>
                    <a:cubicBezTo>
                      <a:pt x="10716" y="3481"/>
                      <a:pt x="10735" y="3481"/>
                      <a:pt x="10755" y="3481"/>
                    </a:cubicBezTo>
                    <a:cubicBezTo>
                      <a:pt x="10755" y="3501"/>
                      <a:pt x="10755" y="3520"/>
                      <a:pt x="10755" y="3540"/>
                    </a:cubicBezTo>
                    <a:cubicBezTo>
                      <a:pt x="10804" y="3540"/>
                      <a:pt x="10853" y="3540"/>
                      <a:pt x="10903" y="3540"/>
                    </a:cubicBezTo>
                    <a:cubicBezTo>
                      <a:pt x="10893" y="3560"/>
                      <a:pt x="10883" y="3579"/>
                      <a:pt x="10873" y="3599"/>
                    </a:cubicBezTo>
                    <a:cubicBezTo>
                      <a:pt x="10854" y="3599"/>
                      <a:pt x="10834" y="3599"/>
                      <a:pt x="10814" y="3599"/>
                    </a:cubicBezTo>
                    <a:cubicBezTo>
                      <a:pt x="10824" y="3658"/>
                      <a:pt x="10834" y="3716"/>
                      <a:pt x="10844" y="3776"/>
                    </a:cubicBezTo>
                    <a:cubicBezTo>
                      <a:pt x="10815" y="3776"/>
                      <a:pt x="10785" y="3776"/>
                      <a:pt x="10755" y="3776"/>
                    </a:cubicBezTo>
                    <a:cubicBezTo>
                      <a:pt x="10755" y="3796"/>
                      <a:pt x="10755" y="3815"/>
                      <a:pt x="10755" y="3835"/>
                    </a:cubicBezTo>
                    <a:cubicBezTo>
                      <a:pt x="10736" y="3835"/>
                      <a:pt x="10716" y="3835"/>
                      <a:pt x="10696" y="3835"/>
                    </a:cubicBezTo>
                    <a:cubicBezTo>
                      <a:pt x="10696" y="4010"/>
                      <a:pt x="10696" y="4186"/>
                      <a:pt x="10696" y="4366"/>
                    </a:cubicBezTo>
                    <a:cubicBezTo>
                      <a:pt x="10716" y="4366"/>
                      <a:pt x="10735" y="4366"/>
                      <a:pt x="10755" y="4366"/>
                    </a:cubicBezTo>
                    <a:cubicBezTo>
                      <a:pt x="10755" y="4386"/>
                      <a:pt x="10755" y="4405"/>
                      <a:pt x="10755" y="4425"/>
                    </a:cubicBezTo>
                    <a:cubicBezTo>
                      <a:pt x="10794" y="4425"/>
                      <a:pt x="10833" y="4425"/>
                      <a:pt x="10873" y="4425"/>
                    </a:cubicBezTo>
                    <a:cubicBezTo>
                      <a:pt x="10873" y="4406"/>
                      <a:pt x="10873" y="4386"/>
                      <a:pt x="10873" y="4366"/>
                    </a:cubicBezTo>
                    <a:cubicBezTo>
                      <a:pt x="10893" y="4366"/>
                      <a:pt x="10912" y="4366"/>
                      <a:pt x="10932" y="4366"/>
                    </a:cubicBezTo>
                    <a:cubicBezTo>
                      <a:pt x="10932" y="4230"/>
                      <a:pt x="10932" y="4094"/>
                      <a:pt x="10932" y="3953"/>
                    </a:cubicBezTo>
                    <a:cubicBezTo>
                      <a:pt x="10952" y="3953"/>
                      <a:pt x="10971" y="3953"/>
                      <a:pt x="10991" y="3953"/>
                    </a:cubicBezTo>
                    <a:cubicBezTo>
                      <a:pt x="10991" y="4109"/>
                      <a:pt x="10991" y="4265"/>
                      <a:pt x="10991" y="4425"/>
                    </a:cubicBezTo>
                    <a:cubicBezTo>
                      <a:pt x="10972" y="4425"/>
                      <a:pt x="10952" y="4425"/>
                      <a:pt x="10932" y="4425"/>
                    </a:cubicBezTo>
                    <a:cubicBezTo>
                      <a:pt x="10932" y="4464"/>
                      <a:pt x="10932" y="4503"/>
                      <a:pt x="10932" y="4543"/>
                    </a:cubicBezTo>
                    <a:cubicBezTo>
                      <a:pt x="10952" y="4543"/>
                      <a:pt x="10971" y="4543"/>
                      <a:pt x="10991" y="4543"/>
                    </a:cubicBezTo>
                    <a:cubicBezTo>
                      <a:pt x="10993" y="4627"/>
                      <a:pt x="10994" y="4710"/>
                      <a:pt x="10995" y="4794"/>
                    </a:cubicBezTo>
                    <a:cubicBezTo>
                      <a:pt x="10995" y="4822"/>
                      <a:pt x="10995" y="4851"/>
                      <a:pt x="10996" y="4879"/>
                    </a:cubicBezTo>
                    <a:cubicBezTo>
                      <a:pt x="10996" y="4920"/>
                      <a:pt x="10997" y="4961"/>
                      <a:pt x="10997" y="5001"/>
                    </a:cubicBezTo>
                    <a:cubicBezTo>
                      <a:pt x="10997" y="5008"/>
                      <a:pt x="10997" y="5008"/>
                      <a:pt x="10998" y="5040"/>
                    </a:cubicBezTo>
                    <a:cubicBezTo>
                      <a:pt x="10998" y="5052"/>
                      <a:pt x="10998" y="5064"/>
                      <a:pt x="10998" y="5076"/>
                    </a:cubicBezTo>
                    <a:cubicBezTo>
                      <a:pt x="10998" y="5086"/>
                      <a:pt x="10998" y="5097"/>
                      <a:pt x="10998" y="5107"/>
                    </a:cubicBezTo>
                    <a:cubicBezTo>
                      <a:pt x="10996" y="5116"/>
                      <a:pt x="10994" y="5124"/>
                      <a:pt x="10991" y="5133"/>
                    </a:cubicBezTo>
                    <a:cubicBezTo>
                      <a:pt x="10972" y="5143"/>
                      <a:pt x="10952" y="5153"/>
                      <a:pt x="10932" y="5163"/>
                    </a:cubicBezTo>
                    <a:cubicBezTo>
                      <a:pt x="10932" y="5017"/>
                      <a:pt x="10932" y="4871"/>
                      <a:pt x="10932" y="4720"/>
                    </a:cubicBezTo>
                    <a:cubicBezTo>
                      <a:pt x="10913" y="4720"/>
                      <a:pt x="10893" y="4720"/>
                      <a:pt x="10873" y="4720"/>
                    </a:cubicBezTo>
                    <a:cubicBezTo>
                      <a:pt x="10873" y="4701"/>
                      <a:pt x="10873" y="4681"/>
                      <a:pt x="10873" y="4661"/>
                    </a:cubicBezTo>
                    <a:cubicBezTo>
                      <a:pt x="10834" y="4661"/>
                      <a:pt x="10795" y="4661"/>
                      <a:pt x="10755" y="4661"/>
                    </a:cubicBezTo>
                    <a:cubicBezTo>
                      <a:pt x="10755" y="4681"/>
                      <a:pt x="10755" y="4700"/>
                      <a:pt x="10755" y="4720"/>
                    </a:cubicBezTo>
                    <a:cubicBezTo>
                      <a:pt x="10736" y="4720"/>
                      <a:pt x="10716" y="4720"/>
                      <a:pt x="10696" y="4720"/>
                    </a:cubicBezTo>
                    <a:cubicBezTo>
                      <a:pt x="10696" y="4876"/>
                      <a:pt x="10696" y="5032"/>
                      <a:pt x="10696" y="5192"/>
                    </a:cubicBezTo>
                    <a:cubicBezTo>
                      <a:pt x="10716" y="5192"/>
                      <a:pt x="10735" y="5192"/>
                      <a:pt x="10755" y="5192"/>
                    </a:cubicBezTo>
                    <a:cubicBezTo>
                      <a:pt x="10755" y="5212"/>
                      <a:pt x="10755" y="5231"/>
                      <a:pt x="10755" y="5251"/>
                    </a:cubicBezTo>
                    <a:cubicBezTo>
                      <a:pt x="10784" y="5261"/>
                      <a:pt x="10814" y="5271"/>
                      <a:pt x="10844" y="5281"/>
                    </a:cubicBezTo>
                    <a:cubicBezTo>
                      <a:pt x="10844" y="5349"/>
                      <a:pt x="10844" y="5417"/>
                      <a:pt x="10844" y="5487"/>
                    </a:cubicBezTo>
                    <a:cubicBezTo>
                      <a:pt x="10815" y="5487"/>
                      <a:pt x="10785" y="5487"/>
                      <a:pt x="10755" y="5487"/>
                    </a:cubicBezTo>
                    <a:cubicBezTo>
                      <a:pt x="10755" y="5507"/>
                      <a:pt x="10755" y="5526"/>
                      <a:pt x="10755" y="5546"/>
                    </a:cubicBezTo>
                    <a:cubicBezTo>
                      <a:pt x="10736" y="5546"/>
                      <a:pt x="10716" y="5546"/>
                      <a:pt x="10696" y="5546"/>
                    </a:cubicBezTo>
                    <a:cubicBezTo>
                      <a:pt x="10696" y="5722"/>
                      <a:pt x="10696" y="5897"/>
                      <a:pt x="10696" y="6077"/>
                    </a:cubicBezTo>
                    <a:cubicBezTo>
                      <a:pt x="8710" y="6077"/>
                      <a:pt x="6724" y="6077"/>
                      <a:pt x="4678" y="6077"/>
                    </a:cubicBezTo>
                    <a:cubicBezTo>
                      <a:pt x="4678" y="6058"/>
                      <a:pt x="4678" y="6038"/>
                      <a:pt x="4678" y="6018"/>
                    </a:cubicBezTo>
                    <a:cubicBezTo>
                      <a:pt x="4697" y="6018"/>
                      <a:pt x="4717" y="6018"/>
                      <a:pt x="4737" y="6018"/>
                    </a:cubicBezTo>
                    <a:cubicBezTo>
                      <a:pt x="4737" y="5863"/>
                      <a:pt x="4737" y="5707"/>
                      <a:pt x="4737" y="5546"/>
                    </a:cubicBezTo>
                    <a:cubicBezTo>
                      <a:pt x="4717" y="5546"/>
                      <a:pt x="4698" y="5546"/>
                      <a:pt x="4678" y="5546"/>
                    </a:cubicBezTo>
                    <a:cubicBezTo>
                      <a:pt x="4678" y="5527"/>
                      <a:pt x="4678" y="5507"/>
                      <a:pt x="4678" y="5487"/>
                    </a:cubicBezTo>
                    <a:cubicBezTo>
                      <a:pt x="4639" y="5487"/>
                      <a:pt x="4600" y="5487"/>
                      <a:pt x="4560" y="5487"/>
                    </a:cubicBezTo>
                    <a:cubicBezTo>
                      <a:pt x="4560" y="5507"/>
                      <a:pt x="4560" y="5526"/>
                      <a:pt x="4560" y="5546"/>
                    </a:cubicBezTo>
                    <a:cubicBezTo>
                      <a:pt x="4540" y="5546"/>
                      <a:pt x="4521" y="5546"/>
                      <a:pt x="4501" y="5546"/>
                    </a:cubicBezTo>
                    <a:cubicBezTo>
                      <a:pt x="4501" y="5566"/>
                      <a:pt x="4501" y="5585"/>
                      <a:pt x="4501" y="5605"/>
                    </a:cubicBezTo>
                    <a:cubicBezTo>
                      <a:pt x="4481" y="5605"/>
                      <a:pt x="4462" y="5605"/>
                      <a:pt x="4442" y="5605"/>
                    </a:cubicBezTo>
                    <a:cubicBezTo>
                      <a:pt x="4442" y="5683"/>
                      <a:pt x="4442" y="5761"/>
                      <a:pt x="4442" y="5841"/>
                    </a:cubicBezTo>
                    <a:cubicBezTo>
                      <a:pt x="3895" y="5844"/>
                      <a:pt x="3348" y="5846"/>
                      <a:pt x="2802" y="5847"/>
                    </a:cubicBezTo>
                    <a:cubicBezTo>
                      <a:pt x="2737" y="5848"/>
                      <a:pt x="2673" y="5848"/>
                      <a:pt x="2608" y="5848"/>
                    </a:cubicBezTo>
                    <a:cubicBezTo>
                      <a:pt x="2595" y="5848"/>
                      <a:pt x="2582" y="5848"/>
                      <a:pt x="2569" y="5848"/>
                    </a:cubicBezTo>
                    <a:cubicBezTo>
                      <a:pt x="2361" y="5848"/>
                      <a:pt x="2153" y="5849"/>
                      <a:pt x="1945" y="5850"/>
                    </a:cubicBezTo>
                    <a:cubicBezTo>
                      <a:pt x="1731" y="5852"/>
                      <a:pt x="1518" y="5852"/>
                      <a:pt x="1305" y="5852"/>
                    </a:cubicBezTo>
                    <a:cubicBezTo>
                      <a:pt x="1173" y="5853"/>
                      <a:pt x="1041" y="5853"/>
                      <a:pt x="909" y="5854"/>
                    </a:cubicBezTo>
                    <a:cubicBezTo>
                      <a:pt x="819" y="5855"/>
                      <a:pt x="729" y="5855"/>
                      <a:pt x="638" y="5855"/>
                    </a:cubicBezTo>
                    <a:cubicBezTo>
                      <a:pt x="586" y="5855"/>
                      <a:pt x="534" y="5855"/>
                      <a:pt x="482" y="5855"/>
                    </a:cubicBezTo>
                    <a:cubicBezTo>
                      <a:pt x="434" y="5856"/>
                      <a:pt x="386" y="5856"/>
                      <a:pt x="339" y="5856"/>
                    </a:cubicBezTo>
                    <a:cubicBezTo>
                      <a:pt x="321" y="5856"/>
                      <a:pt x="304" y="5856"/>
                      <a:pt x="287" y="5856"/>
                    </a:cubicBezTo>
                    <a:cubicBezTo>
                      <a:pt x="199" y="5858"/>
                      <a:pt x="134" y="5851"/>
                      <a:pt x="65" y="5790"/>
                    </a:cubicBezTo>
                    <a:cubicBezTo>
                      <a:pt x="10" y="5725"/>
                      <a:pt x="0" y="5674"/>
                      <a:pt x="2" y="5590"/>
                    </a:cubicBezTo>
                    <a:cubicBezTo>
                      <a:pt x="2" y="5584"/>
                      <a:pt x="2" y="5584"/>
                      <a:pt x="2" y="5551"/>
                    </a:cubicBezTo>
                    <a:cubicBezTo>
                      <a:pt x="2" y="5516"/>
                      <a:pt x="2" y="5481"/>
                      <a:pt x="3" y="5445"/>
                    </a:cubicBezTo>
                    <a:cubicBezTo>
                      <a:pt x="3" y="5407"/>
                      <a:pt x="3" y="5369"/>
                      <a:pt x="3" y="5330"/>
                    </a:cubicBezTo>
                    <a:cubicBezTo>
                      <a:pt x="3" y="5264"/>
                      <a:pt x="3" y="5198"/>
                      <a:pt x="4" y="5132"/>
                    </a:cubicBezTo>
                    <a:cubicBezTo>
                      <a:pt x="5" y="5036"/>
                      <a:pt x="5" y="4940"/>
                      <a:pt x="6" y="4844"/>
                    </a:cubicBezTo>
                    <a:cubicBezTo>
                      <a:pt x="6" y="4689"/>
                      <a:pt x="7" y="4534"/>
                      <a:pt x="8" y="4378"/>
                    </a:cubicBezTo>
                    <a:cubicBezTo>
                      <a:pt x="9" y="4227"/>
                      <a:pt x="10" y="4077"/>
                      <a:pt x="10" y="3926"/>
                    </a:cubicBezTo>
                    <a:cubicBezTo>
                      <a:pt x="10" y="3916"/>
                      <a:pt x="10" y="3907"/>
                      <a:pt x="10" y="3898"/>
                    </a:cubicBezTo>
                    <a:cubicBezTo>
                      <a:pt x="10" y="3851"/>
                      <a:pt x="11" y="3804"/>
                      <a:pt x="11" y="3757"/>
                    </a:cubicBezTo>
                    <a:cubicBezTo>
                      <a:pt x="12" y="3370"/>
                      <a:pt x="14" y="2983"/>
                      <a:pt x="17" y="2596"/>
                    </a:cubicBezTo>
                    <a:cubicBezTo>
                      <a:pt x="36" y="2596"/>
                      <a:pt x="56" y="2596"/>
                      <a:pt x="76" y="2596"/>
                    </a:cubicBezTo>
                    <a:cubicBezTo>
                      <a:pt x="76" y="2577"/>
                      <a:pt x="76" y="2557"/>
                      <a:pt x="76" y="2537"/>
                    </a:cubicBezTo>
                    <a:cubicBezTo>
                      <a:pt x="173" y="2537"/>
                      <a:pt x="270" y="2537"/>
                      <a:pt x="371" y="2537"/>
                    </a:cubicBezTo>
                    <a:cubicBezTo>
                      <a:pt x="371" y="2518"/>
                      <a:pt x="371" y="2498"/>
                      <a:pt x="371" y="2478"/>
                    </a:cubicBezTo>
                    <a:cubicBezTo>
                      <a:pt x="410" y="2478"/>
                      <a:pt x="449" y="2478"/>
                      <a:pt x="489" y="2478"/>
                    </a:cubicBezTo>
                    <a:cubicBezTo>
                      <a:pt x="489" y="2459"/>
                      <a:pt x="489" y="2439"/>
                      <a:pt x="489" y="2419"/>
                    </a:cubicBezTo>
                    <a:cubicBezTo>
                      <a:pt x="508" y="2419"/>
                      <a:pt x="528" y="2419"/>
                      <a:pt x="548" y="2419"/>
                    </a:cubicBezTo>
                    <a:cubicBezTo>
                      <a:pt x="548" y="2400"/>
                      <a:pt x="548" y="2380"/>
                      <a:pt x="548" y="2360"/>
                    </a:cubicBezTo>
                    <a:cubicBezTo>
                      <a:pt x="567" y="2360"/>
                      <a:pt x="587" y="2360"/>
                      <a:pt x="607" y="2360"/>
                    </a:cubicBezTo>
                    <a:cubicBezTo>
                      <a:pt x="616" y="2311"/>
                      <a:pt x="626" y="2263"/>
                      <a:pt x="636" y="2213"/>
                    </a:cubicBezTo>
                    <a:cubicBezTo>
                      <a:pt x="651" y="2217"/>
                      <a:pt x="651" y="2217"/>
                      <a:pt x="725" y="2242"/>
                    </a:cubicBezTo>
                    <a:cubicBezTo>
                      <a:pt x="725" y="2281"/>
                      <a:pt x="725" y="2320"/>
                      <a:pt x="725" y="2360"/>
                    </a:cubicBezTo>
                    <a:cubicBezTo>
                      <a:pt x="744" y="2360"/>
                      <a:pt x="764" y="2360"/>
                      <a:pt x="784" y="2360"/>
                    </a:cubicBezTo>
                    <a:cubicBezTo>
                      <a:pt x="784" y="2399"/>
                      <a:pt x="784" y="2438"/>
                      <a:pt x="784" y="2478"/>
                    </a:cubicBezTo>
                    <a:cubicBezTo>
                      <a:pt x="842" y="2478"/>
                      <a:pt x="900" y="2478"/>
                      <a:pt x="961" y="2478"/>
                    </a:cubicBezTo>
                    <a:cubicBezTo>
                      <a:pt x="961" y="2556"/>
                      <a:pt x="961" y="2634"/>
                      <a:pt x="961" y="2714"/>
                    </a:cubicBezTo>
                    <a:cubicBezTo>
                      <a:pt x="941" y="2714"/>
                      <a:pt x="922" y="2714"/>
                      <a:pt x="902" y="2714"/>
                    </a:cubicBezTo>
                    <a:cubicBezTo>
                      <a:pt x="902" y="2734"/>
                      <a:pt x="902" y="2753"/>
                      <a:pt x="902" y="2773"/>
                    </a:cubicBezTo>
                    <a:cubicBezTo>
                      <a:pt x="863" y="2773"/>
                      <a:pt x="824" y="2773"/>
                      <a:pt x="784" y="2773"/>
                    </a:cubicBezTo>
                    <a:cubicBezTo>
                      <a:pt x="784" y="2754"/>
                      <a:pt x="784" y="2734"/>
                      <a:pt x="784" y="2714"/>
                    </a:cubicBezTo>
                    <a:cubicBezTo>
                      <a:pt x="764" y="2714"/>
                      <a:pt x="745" y="2714"/>
                      <a:pt x="725" y="2714"/>
                    </a:cubicBezTo>
                    <a:cubicBezTo>
                      <a:pt x="725" y="2656"/>
                      <a:pt x="725" y="2597"/>
                      <a:pt x="725" y="2537"/>
                    </a:cubicBezTo>
                    <a:cubicBezTo>
                      <a:pt x="627" y="2537"/>
                      <a:pt x="530" y="2537"/>
                      <a:pt x="430" y="2537"/>
                    </a:cubicBezTo>
                    <a:cubicBezTo>
                      <a:pt x="430" y="2557"/>
                      <a:pt x="430" y="2576"/>
                      <a:pt x="430" y="2596"/>
                    </a:cubicBezTo>
                    <a:cubicBezTo>
                      <a:pt x="410" y="2596"/>
                      <a:pt x="391" y="2596"/>
                      <a:pt x="371" y="2596"/>
                    </a:cubicBezTo>
                    <a:cubicBezTo>
                      <a:pt x="371" y="2655"/>
                      <a:pt x="371" y="2713"/>
                      <a:pt x="371" y="2773"/>
                    </a:cubicBezTo>
                    <a:cubicBezTo>
                      <a:pt x="351" y="2773"/>
                      <a:pt x="332" y="2773"/>
                      <a:pt x="312" y="2773"/>
                    </a:cubicBezTo>
                    <a:cubicBezTo>
                      <a:pt x="312" y="3766"/>
                      <a:pt x="312" y="4759"/>
                      <a:pt x="312" y="5782"/>
                    </a:cubicBezTo>
                    <a:cubicBezTo>
                      <a:pt x="896" y="5782"/>
                      <a:pt x="1480" y="5782"/>
                      <a:pt x="2082" y="5782"/>
                    </a:cubicBezTo>
                    <a:cubicBezTo>
                      <a:pt x="2082" y="5763"/>
                      <a:pt x="2082" y="5743"/>
                      <a:pt x="2082" y="5723"/>
                    </a:cubicBezTo>
                    <a:cubicBezTo>
                      <a:pt x="2121" y="5723"/>
                      <a:pt x="2160" y="5723"/>
                      <a:pt x="2200" y="5723"/>
                    </a:cubicBezTo>
                    <a:cubicBezTo>
                      <a:pt x="2200" y="5743"/>
                      <a:pt x="2200" y="5762"/>
                      <a:pt x="2200" y="5782"/>
                    </a:cubicBezTo>
                    <a:cubicBezTo>
                      <a:pt x="2842" y="5782"/>
                      <a:pt x="3485" y="5782"/>
                      <a:pt x="4147" y="5782"/>
                    </a:cubicBezTo>
                    <a:cubicBezTo>
                      <a:pt x="4147" y="5763"/>
                      <a:pt x="4147" y="5743"/>
                      <a:pt x="4147" y="5723"/>
                    </a:cubicBezTo>
                    <a:cubicBezTo>
                      <a:pt x="4166" y="5723"/>
                      <a:pt x="4186" y="5723"/>
                      <a:pt x="4206" y="5723"/>
                    </a:cubicBezTo>
                    <a:cubicBezTo>
                      <a:pt x="4206" y="5684"/>
                      <a:pt x="4206" y="5645"/>
                      <a:pt x="4206" y="5605"/>
                    </a:cubicBezTo>
                    <a:cubicBezTo>
                      <a:pt x="4225" y="5605"/>
                      <a:pt x="4245" y="5605"/>
                      <a:pt x="4265" y="5605"/>
                    </a:cubicBezTo>
                    <a:cubicBezTo>
                      <a:pt x="4265" y="5586"/>
                      <a:pt x="4265" y="5566"/>
                      <a:pt x="4265" y="5546"/>
                    </a:cubicBezTo>
                    <a:cubicBezTo>
                      <a:pt x="4304" y="5546"/>
                      <a:pt x="4343" y="5546"/>
                      <a:pt x="4383" y="5546"/>
                    </a:cubicBezTo>
                    <a:cubicBezTo>
                      <a:pt x="4383" y="5527"/>
                      <a:pt x="4383" y="5507"/>
                      <a:pt x="4383" y="5487"/>
                    </a:cubicBezTo>
                    <a:cubicBezTo>
                      <a:pt x="4402" y="5487"/>
                      <a:pt x="4422" y="5487"/>
                      <a:pt x="4442" y="5487"/>
                    </a:cubicBezTo>
                    <a:cubicBezTo>
                      <a:pt x="4442" y="5429"/>
                      <a:pt x="4442" y="5370"/>
                      <a:pt x="4442" y="5310"/>
                    </a:cubicBezTo>
                    <a:cubicBezTo>
                      <a:pt x="4422" y="5310"/>
                      <a:pt x="4403" y="5310"/>
                      <a:pt x="4383" y="5310"/>
                    </a:cubicBezTo>
                    <a:cubicBezTo>
                      <a:pt x="4383" y="5271"/>
                      <a:pt x="4383" y="5232"/>
                      <a:pt x="4383" y="5192"/>
                    </a:cubicBezTo>
                    <a:cubicBezTo>
                      <a:pt x="4441" y="5192"/>
                      <a:pt x="4500" y="5192"/>
                      <a:pt x="4560" y="5192"/>
                    </a:cubicBezTo>
                    <a:cubicBezTo>
                      <a:pt x="4560" y="5212"/>
                      <a:pt x="4560" y="5231"/>
                      <a:pt x="4560" y="5251"/>
                    </a:cubicBezTo>
                    <a:cubicBezTo>
                      <a:pt x="4599" y="5251"/>
                      <a:pt x="4638" y="5251"/>
                      <a:pt x="4678" y="5251"/>
                    </a:cubicBezTo>
                    <a:cubicBezTo>
                      <a:pt x="4678" y="5232"/>
                      <a:pt x="4678" y="5212"/>
                      <a:pt x="4678" y="5192"/>
                    </a:cubicBezTo>
                    <a:cubicBezTo>
                      <a:pt x="4697" y="5192"/>
                      <a:pt x="4717" y="5192"/>
                      <a:pt x="4737" y="5192"/>
                    </a:cubicBezTo>
                    <a:cubicBezTo>
                      <a:pt x="4737" y="5037"/>
                      <a:pt x="4737" y="4881"/>
                      <a:pt x="4737" y="4720"/>
                    </a:cubicBezTo>
                    <a:cubicBezTo>
                      <a:pt x="4717" y="4720"/>
                      <a:pt x="4698" y="4720"/>
                      <a:pt x="4678" y="4720"/>
                    </a:cubicBezTo>
                    <a:cubicBezTo>
                      <a:pt x="4678" y="4701"/>
                      <a:pt x="4678" y="4681"/>
                      <a:pt x="4678" y="4661"/>
                    </a:cubicBezTo>
                    <a:cubicBezTo>
                      <a:pt x="4658" y="4661"/>
                      <a:pt x="4639" y="4661"/>
                      <a:pt x="4619" y="4661"/>
                    </a:cubicBezTo>
                    <a:cubicBezTo>
                      <a:pt x="4619" y="4642"/>
                      <a:pt x="4619" y="4622"/>
                      <a:pt x="4619" y="4602"/>
                    </a:cubicBezTo>
                    <a:cubicBezTo>
                      <a:pt x="4599" y="4602"/>
                      <a:pt x="4580" y="4602"/>
                      <a:pt x="4560" y="4602"/>
                    </a:cubicBezTo>
                    <a:cubicBezTo>
                      <a:pt x="4550" y="4544"/>
                      <a:pt x="4540" y="4485"/>
                      <a:pt x="4530" y="4425"/>
                    </a:cubicBezTo>
                    <a:cubicBezTo>
                      <a:pt x="4579" y="4425"/>
                      <a:pt x="4628" y="4425"/>
                      <a:pt x="4678" y="4425"/>
                    </a:cubicBezTo>
                    <a:cubicBezTo>
                      <a:pt x="4678" y="4406"/>
                      <a:pt x="4678" y="4386"/>
                      <a:pt x="4678" y="4366"/>
                    </a:cubicBezTo>
                    <a:cubicBezTo>
                      <a:pt x="4697" y="4366"/>
                      <a:pt x="4717" y="4366"/>
                      <a:pt x="4737" y="4366"/>
                    </a:cubicBezTo>
                    <a:cubicBezTo>
                      <a:pt x="4737" y="4191"/>
                      <a:pt x="4737" y="4016"/>
                      <a:pt x="4737" y="3835"/>
                    </a:cubicBezTo>
                    <a:cubicBezTo>
                      <a:pt x="4717" y="3835"/>
                      <a:pt x="4698" y="3835"/>
                      <a:pt x="4678" y="3835"/>
                    </a:cubicBezTo>
                    <a:cubicBezTo>
                      <a:pt x="4678" y="3816"/>
                      <a:pt x="4678" y="3796"/>
                      <a:pt x="4678" y="3776"/>
                    </a:cubicBezTo>
                    <a:cubicBezTo>
                      <a:pt x="4639" y="3776"/>
                      <a:pt x="4600" y="3776"/>
                      <a:pt x="4560" y="3776"/>
                    </a:cubicBezTo>
                    <a:cubicBezTo>
                      <a:pt x="4550" y="3698"/>
                      <a:pt x="4540" y="3620"/>
                      <a:pt x="4530" y="3540"/>
                    </a:cubicBezTo>
                    <a:cubicBezTo>
                      <a:pt x="4579" y="3540"/>
                      <a:pt x="4628" y="3540"/>
                      <a:pt x="4678" y="3540"/>
                    </a:cubicBezTo>
                    <a:cubicBezTo>
                      <a:pt x="4678" y="3521"/>
                      <a:pt x="4678" y="3501"/>
                      <a:pt x="4678" y="3481"/>
                    </a:cubicBezTo>
                    <a:cubicBezTo>
                      <a:pt x="4697" y="3481"/>
                      <a:pt x="4717" y="3481"/>
                      <a:pt x="4737" y="3481"/>
                    </a:cubicBezTo>
                    <a:cubicBezTo>
                      <a:pt x="4737" y="3325"/>
                      <a:pt x="4737" y="3170"/>
                      <a:pt x="4737" y="3009"/>
                    </a:cubicBezTo>
                    <a:cubicBezTo>
                      <a:pt x="4717" y="3009"/>
                      <a:pt x="4698" y="3009"/>
                      <a:pt x="4678" y="3009"/>
                    </a:cubicBezTo>
                    <a:cubicBezTo>
                      <a:pt x="4678" y="2990"/>
                      <a:pt x="4678" y="2970"/>
                      <a:pt x="4678" y="2950"/>
                    </a:cubicBezTo>
                    <a:cubicBezTo>
                      <a:pt x="4619" y="2950"/>
                      <a:pt x="4561" y="2950"/>
                      <a:pt x="4501" y="2950"/>
                    </a:cubicBezTo>
                    <a:cubicBezTo>
                      <a:pt x="4501" y="2970"/>
                      <a:pt x="4501" y="2989"/>
                      <a:pt x="4501" y="3009"/>
                    </a:cubicBezTo>
                    <a:cubicBezTo>
                      <a:pt x="4481" y="3009"/>
                      <a:pt x="4462" y="3009"/>
                      <a:pt x="4442" y="3009"/>
                    </a:cubicBezTo>
                    <a:cubicBezTo>
                      <a:pt x="4442" y="3068"/>
                      <a:pt x="4442" y="3126"/>
                      <a:pt x="4442" y="3186"/>
                    </a:cubicBezTo>
                    <a:cubicBezTo>
                      <a:pt x="4422" y="3186"/>
                      <a:pt x="4403" y="3186"/>
                      <a:pt x="4383" y="3186"/>
                    </a:cubicBezTo>
                    <a:cubicBezTo>
                      <a:pt x="4383" y="3206"/>
                      <a:pt x="4383" y="3225"/>
                      <a:pt x="4383" y="3245"/>
                    </a:cubicBezTo>
                    <a:cubicBezTo>
                      <a:pt x="4363" y="3245"/>
                      <a:pt x="4344" y="3245"/>
                      <a:pt x="4324" y="3245"/>
                    </a:cubicBezTo>
                    <a:cubicBezTo>
                      <a:pt x="4324" y="3226"/>
                      <a:pt x="4324" y="3206"/>
                      <a:pt x="4324" y="3186"/>
                    </a:cubicBezTo>
                    <a:cubicBezTo>
                      <a:pt x="4304" y="3186"/>
                      <a:pt x="4285" y="3186"/>
                      <a:pt x="4265" y="3186"/>
                    </a:cubicBezTo>
                    <a:cubicBezTo>
                      <a:pt x="4265" y="3147"/>
                      <a:pt x="4265" y="3108"/>
                      <a:pt x="4265" y="3068"/>
                    </a:cubicBezTo>
                    <a:cubicBezTo>
                      <a:pt x="4284" y="3068"/>
                      <a:pt x="4304" y="3068"/>
                      <a:pt x="4324" y="3068"/>
                    </a:cubicBezTo>
                    <a:cubicBezTo>
                      <a:pt x="4324" y="3029"/>
                      <a:pt x="4324" y="2990"/>
                      <a:pt x="4324" y="2950"/>
                    </a:cubicBezTo>
                    <a:cubicBezTo>
                      <a:pt x="4343" y="2950"/>
                      <a:pt x="4363" y="2950"/>
                      <a:pt x="4383" y="2950"/>
                    </a:cubicBezTo>
                    <a:cubicBezTo>
                      <a:pt x="4383" y="2911"/>
                      <a:pt x="4383" y="2872"/>
                      <a:pt x="4383" y="2832"/>
                    </a:cubicBezTo>
                    <a:cubicBezTo>
                      <a:pt x="4402" y="2832"/>
                      <a:pt x="4422" y="2832"/>
                      <a:pt x="4442" y="2832"/>
                    </a:cubicBezTo>
                    <a:cubicBezTo>
                      <a:pt x="4438" y="2790"/>
                      <a:pt x="4431" y="2753"/>
                      <a:pt x="4412" y="2714"/>
                    </a:cubicBezTo>
                    <a:cubicBezTo>
                      <a:pt x="4376" y="2687"/>
                      <a:pt x="4337" y="2670"/>
                      <a:pt x="4294" y="2655"/>
                    </a:cubicBezTo>
                    <a:cubicBezTo>
                      <a:pt x="4304" y="2636"/>
                      <a:pt x="4314" y="2616"/>
                      <a:pt x="4324" y="2596"/>
                    </a:cubicBezTo>
                    <a:cubicBezTo>
                      <a:pt x="4334" y="2606"/>
                      <a:pt x="4343" y="2616"/>
                      <a:pt x="4353" y="2626"/>
                    </a:cubicBezTo>
                    <a:cubicBezTo>
                      <a:pt x="4386" y="2632"/>
                      <a:pt x="4386" y="2632"/>
                      <a:pt x="4427" y="2635"/>
                    </a:cubicBezTo>
                    <a:cubicBezTo>
                      <a:pt x="4442" y="2636"/>
                      <a:pt x="4456" y="2637"/>
                      <a:pt x="4471" y="2639"/>
                    </a:cubicBezTo>
                    <a:cubicBezTo>
                      <a:pt x="4487" y="2640"/>
                      <a:pt x="4502" y="2641"/>
                      <a:pt x="4517" y="2642"/>
                    </a:cubicBezTo>
                    <a:cubicBezTo>
                      <a:pt x="4533" y="2644"/>
                      <a:pt x="4548" y="2645"/>
                      <a:pt x="4564" y="2646"/>
                    </a:cubicBezTo>
                    <a:cubicBezTo>
                      <a:pt x="4602" y="2649"/>
                      <a:pt x="4640" y="2652"/>
                      <a:pt x="4678" y="2655"/>
                    </a:cubicBezTo>
                    <a:cubicBezTo>
                      <a:pt x="4678" y="2636"/>
                      <a:pt x="4678" y="2616"/>
                      <a:pt x="4678" y="2596"/>
                    </a:cubicBezTo>
                    <a:cubicBezTo>
                      <a:pt x="4697" y="2596"/>
                      <a:pt x="4717" y="2596"/>
                      <a:pt x="4737" y="2596"/>
                    </a:cubicBezTo>
                    <a:cubicBezTo>
                      <a:pt x="4737" y="2577"/>
                      <a:pt x="4737" y="2557"/>
                      <a:pt x="4737" y="2537"/>
                    </a:cubicBezTo>
                    <a:cubicBezTo>
                      <a:pt x="4776" y="2537"/>
                      <a:pt x="4815" y="2537"/>
                      <a:pt x="4855" y="2537"/>
                    </a:cubicBezTo>
                    <a:cubicBezTo>
                      <a:pt x="4855" y="2557"/>
                      <a:pt x="4855" y="2576"/>
                      <a:pt x="4855" y="2596"/>
                    </a:cubicBezTo>
                    <a:cubicBezTo>
                      <a:pt x="4874" y="2596"/>
                      <a:pt x="4894" y="2596"/>
                      <a:pt x="4914" y="2596"/>
                    </a:cubicBezTo>
                    <a:cubicBezTo>
                      <a:pt x="4914" y="2616"/>
                      <a:pt x="4914" y="2635"/>
                      <a:pt x="4914" y="2655"/>
                    </a:cubicBezTo>
                    <a:cubicBezTo>
                      <a:pt x="4933" y="2655"/>
                      <a:pt x="4953" y="2655"/>
                      <a:pt x="4973" y="2655"/>
                    </a:cubicBezTo>
                    <a:cubicBezTo>
                      <a:pt x="4973" y="2675"/>
                      <a:pt x="4973" y="2694"/>
                      <a:pt x="4973" y="2714"/>
                    </a:cubicBezTo>
                    <a:cubicBezTo>
                      <a:pt x="4992" y="2714"/>
                      <a:pt x="5012" y="2714"/>
                      <a:pt x="5032" y="2714"/>
                    </a:cubicBezTo>
                    <a:cubicBezTo>
                      <a:pt x="5032" y="2734"/>
                      <a:pt x="5032" y="2753"/>
                      <a:pt x="5032" y="2773"/>
                    </a:cubicBezTo>
                    <a:cubicBezTo>
                      <a:pt x="5051" y="2773"/>
                      <a:pt x="5071" y="2773"/>
                      <a:pt x="5091" y="2773"/>
                    </a:cubicBezTo>
                    <a:cubicBezTo>
                      <a:pt x="5091" y="2793"/>
                      <a:pt x="5091" y="2812"/>
                      <a:pt x="5091" y="2832"/>
                    </a:cubicBezTo>
                    <a:cubicBezTo>
                      <a:pt x="5169" y="2832"/>
                      <a:pt x="5247" y="2832"/>
                      <a:pt x="5327" y="2832"/>
                    </a:cubicBezTo>
                    <a:cubicBezTo>
                      <a:pt x="5327" y="2813"/>
                      <a:pt x="5327" y="2793"/>
                      <a:pt x="5327" y="2773"/>
                    </a:cubicBezTo>
                    <a:cubicBezTo>
                      <a:pt x="5346" y="2773"/>
                      <a:pt x="5366" y="2773"/>
                      <a:pt x="5386" y="2773"/>
                    </a:cubicBezTo>
                    <a:cubicBezTo>
                      <a:pt x="5386" y="2754"/>
                      <a:pt x="5386" y="2734"/>
                      <a:pt x="5386" y="2714"/>
                    </a:cubicBezTo>
                    <a:cubicBezTo>
                      <a:pt x="5405" y="2714"/>
                      <a:pt x="5425" y="2714"/>
                      <a:pt x="5445" y="2714"/>
                    </a:cubicBezTo>
                    <a:cubicBezTo>
                      <a:pt x="5445" y="2695"/>
                      <a:pt x="5445" y="2675"/>
                      <a:pt x="5445" y="2655"/>
                    </a:cubicBezTo>
                    <a:cubicBezTo>
                      <a:pt x="5464" y="2655"/>
                      <a:pt x="5484" y="2655"/>
                      <a:pt x="5504" y="2655"/>
                    </a:cubicBezTo>
                    <a:cubicBezTo>
                      <a:pt x="5504" y="2597"/>
                      <a:pt x="5504" y="2538"/>
                      <a:pt x="5504" y="2478"/>
                    </a:cubicBezTo>
                    <a:cubicBezTo>
                      <a:pt x="5523" y="2478"/>
                      <a:pt x="5543" y="2478"/>
                      <a:pt x="5563" y="2478"/>
                    </a:cubicBezTo>
                    <a:cubicBezTo>
                      <a:pt x="5563" y="2420"/>
                      <a:pt x="5563" y="2361"/>
                      <a:pt x="5563" y="2301"/>
                    </a:cubicBezTo>
                    <a:cubicBezTo>
                      <a:pt x="5582" y="2301"/>
                      <a:pt x="5602" y="2301"/>
                      <a:pt x="5622" y="2301"/>
                    </a:cubicBezTo>
                    <a:cubicBezTo>
                      <a:pt x="5622" y="2223"/>
                      <a:pt x="5622" y="2145"/>
                      <a:pt x="5622" y="2065"/>
                    </a:cubicBezTo>
                    <a:cubicBezTo>
                      <a:pt x="5641" y="2065"/>
                      <a:pt x="5661" y="2065"/>
                      <a:pt x="5681" y="2065"/>
                    </a:cubicBezTo>
                    <a:cubicBezTo>
                      <a:pt x="5681" y="1968"/>
                      <a:pt x="5681" y="1870"/>
                      <a:pt x="5681" y="1770"/>
                    </a:cubicBezTo>
                    <a:cubicBezTo>
                      <a:pt x="5700" y="1770"/>
                      <a:pt x="5720" y="1770"/>
                      <a:pt x="5740" y="1770"/>
                    </a:cubicBezTo>
                    <a:cubicBezTo>
                      <a:pt x="5740" y="1692"/>
                      <a:pt x="5740" y="1614"/>
                      <a:pt x="5740" y="1534"/>
                    </a:cubicBezTo>
                    <a:cubicBezTo>
                      <a:pt x="5759" y="1534"/>
                      <a:pt x="5779" y="1534"/>
                      <a:pt x="5799" y="1534"/>
                    </a:cubicBezTo>
                    <a:cubicBezTo>
                      <a:pt x="5799" y="1476"/>
                      <a:pt x="5799" y="1417"/>
                      <a:pt x="5799" y="1357"/>
                    </a:cubicBezTo>
                    <a:cubicBezTo>
                      <a:pt x="5818" y="1357"/>
                      <a:pt x="5838" y="1357"/>
                      <a:pt x="5858" y="1357"/>
                    </a:cubicBezTo>
                    <a:cubicBezTo>
                      <a:pt x="5858" y="1299"/>
                      <a:pt x="5858" y="1240"/>
                      <a:pt x="5858" y="1180"/>
                    </a:cubicBezTo>
                    <a:cubicBezTo>
                      <a:pt x="5897" y="1180"/>
                      <a:pt x="5936" y="1180"/>
                      <a:pt x="5976" y="1180"/>
                    </a:cubicBezTo>
                    <a:cubicBezTo>
                      <a:pt x="5976" y="1219"/>
                      <a:pt x="5976" y="1258"/>
                      <a:pt x="5976" y="1298"/>
                    </a:cubicBezTo>
                    <a:cubicBezTo>
                      <a:pt x="5995" y="1298"/>
                      <a:pt x="6015" y="1298"/>
                      <a:pt x="6035" y="1298"/>
                    </a:cubicBezTo>
                    <a:cubicBezTo>
                      <a:pt x="6035" y="1376"/>
                      <a:pt x="6035" y="1454"/>
                      <a:pt x="6035" y="1534"/>
                    </a:cubicBezTo>
                    <a:cubicBezTo>
                      <a:pt x="6054" y="1534"/>
                      <a:pt x="6074" y="1534"/>
                      <a:pt x="6094" y="1534"/>
                    </a:cubicBezTo>
                    <a:cubicBezTo>
                      <a:pt x="6094" y="1651"/>
                      <a:pt x="6094" y="1768"/>
                      <a:pt x="6094" y="1888"/>
                    </a:cubicBezTo>
                    <a:cubicBezTo>
                      <a:pt x="6113" y="1888"/>
                      <a:pt x="6133" y="1888"/>
                      <a:pt x="6153" y="1888"/>
                    </a:cubicBezTo>
                    <a:cubicBezTo>
                      <a:pt x="6153" y="2024"/>
                      <a:pt x="6153" y="2161"/>
                      <a:pt x="6153" y="2301"/>
                    </a:cubicBezTo>
                    <a:cubicBezTo>
                      <a:pt x="6172" y="2301"/>
                      <a:pt x="6192" y="2301"/>
                      <a:pt x="6212" y="2301"/>
                    </a:cubicBezTo>
                    <a:cubicBezTo>
                      <a:pt x="6212" y="2437"/>
                      <a:pt x="6212" y="2574"/>
                      <a:pt x="6212" y="2714"/>
                    </a:cubicBezTo>
                    <a:cubicBezTo>
                      <a:pt x="6231" y="2714"/>
                      <a:pt x="6251" y="2714"/>
                      <a:pt x="6271" y="2714"/>
                    </a:cubicBezTo>
                    <a:cubicBezTo>
                      <a:pt x="6271" y="2870"/>
                      <a:pt x="6271" y="3026"/>
                      <a:pt x="6271" y="3186"/>
                    </a:cubicBezTo>
                    <a:cubicBezTo>
                      <a:pt x="6290" y="3186"/>
                      <a:pt x="6310" y="3186"/>
                      <a:pt x="6330" y="3186"/>
                    </a:cubicBezTo>
                    <a:cubicBezTo>
                      <a:pt x="6330" y="3303"/>
                      <a:pt x="6330" y="3420"/>
                      <a:pt x="6330" y="3540"/>
                    </a:cubicBezTo>
                    <a:cubicBezTo>
                      <a:pt x="6349" y="3540"/>
                      <a:pt x="6369" y="3540"/>
                      <a:pt x="6389" y="3540"/>
                    </a:cubicBezTo>
                    <a:cubicBezTo>
                      <a:pt x="6389" y="3657"/>
                      <a:pt x="6389" y="3774"/>
                      <a:pt x="6389" y="3894"/>
                    </a:cubicBezTo>
                    <a:cubicBezTo>
                      <a:pt x="6408" y="3894"/>
                      <a:pt x="6428" y="3894"/>
                      <a:pt x="6448" y="3894"/>
                    </a:cubicBezTo>
                    <a:cubicBezTo>
                      <a:pt x="6448" y="3992"/>
                      <a:pt x="6448" y="4089"/>
                      <a:pt x="6448" y="4189"/>
                    </a:cubicBezTo>
                    <a:cubicBezTo>
                      <a:pt x="6467" y="4189"/>
                      <a:pt x="6487" y="4189"/>
                      <a:pt x="6507" y="4189"/>
                    </a:cubicBezTo>
                    <a:cubicBezTo>
                      <a:pt x="6507" y="4267"/>
                      <a:pt x="6507" y="4345"/>
                      <a:pt x="6507" y="4425"/>
                    </a:cubicBezTo>
                    <a:cubicBezTo>
                      <a:pt x="6526" y="4425"/>
                      <a:pt x="6546" y="4425"/>
                      <a:pt x="6566" y="4425"/>
                    </a:cubicBezTo>
                    <a:cubicBezTo>
                      <a:pt x="6566" y="4464"/>
                      <a:pt x="6566" y="4503"/>
                      <a:pt x="6566" y="4543"/>
                    </a:cubicBezTo>
                    <a:cubicBezTo>
                      <a:pt x="6585" y="4543"/>
                      <a:pt x="6605" y="4543"/>
                      <a:pt x="6625" y="4543"/>
                    </a:cubicBezTo>
                    <a:cubicBezTo>
                      <a:pt x="6625" y="4563"/>
                      <a:pt x="6625" y="4582"/>
                      <a:pt x="6625" y="4602"/>
                    </a:cubicBezTo>
                    <a:cubicBezTo>
                      <a:pt x="6644" y="4602"/>
                      <a:pt x="6664" y="4602"/>
                      <a:pt x="6684" y="4602"/>
                    </a:cubicBezTo>
                    <a:cubicBezTo>
                      <a:pt x="6684" y="4622"/>
                      <a:pt x="6684" y="4641"/>
                      <a:pt x="6684" y="4661"/>
                    </a:cubicBezTo>
                    <a:cubicBezTo>
                      <a:pt x="6762" y="4661"/>
                      <a:pt x="6840" y="4661"/>
                      <a:pt x="6920" y="4661"/>
                    </a:cubicBezTo>
                    <a:cubicBezTo>
                      <a:pt x="6920" y="4642"/>
                      <a:pt x="6920" y="4622"/>
                      <a:pt x="6920" y="4602"/>
                    </a:cubicBezTo>
                    <a:cubicBezTo>
                      <a:pt x="6939" y="4602"/>
                      <a:pt x="6959" y="4602"/>
                      <a:pt x="6979" y="4602"/>
                    </a:cubicBezTo>
                    <a:cubicBezTo>
                      <a:pt x="6979" y="4583"/>
                      <a:pt x="6979" y="4563"/>
                      <a:pt x="6979" y="4543"/>
                    </a:cubicBezTo>
                    <a:cubicBezTo>
                      <a:pt x="6998" y="4543"/>
                      <a:pt x="7018" y="4543"/>
                      <a:pt x="7038" y="4543"/>
                    </a:cubicBezTo>
                    <a:cubicBezTo>
                      <a:pt x="7038" y="4485"/>
                      <a:pt x="7038" y="4426"/>
                      <a:pt x="7038" y="4366"/>
                    </a:cubicBezTo>
                    <a:cubicBezTo>
                      <a:pt x="7057" y="4366"/>
                      <a:pt x="7077" y="4366"/>
                      <a:pt x="7097" y="4366"/>
                    </a:cubicBezTo>
                    <a:cubicBezTo>
                      <a:pt x="7097" y="4288"/>
                      <a:pt x="7097" y="4210"/>
                      <a:pt x="7097" y="4130"/>
                    </a:cubicBezTo>
                    <a:cubicBezTo>
                      <a:pt x="7117" y="4130"/>
                      <a:pt x="7136" y="4130"/>
                      <a:pt x="7156" y="4130"/>
                    </a:cubicBezTo>
                    <a:cubicBezTo>
                      <a:pt x="7156" y="4033"/>
                      <a:pt x="7156" y="3936"/>
                      <a:pt x="7156" y="3835"/>
                    </a:cubicBezTo>
                    <a:cubicBezTo>
                      <a:pt x="7176" y="3835"/>
                      <a:pt x="7195" y="3835"/>
                      <a:pt x="7215" y="3835"/>
                    </a:cubicBezTo>
                    <a:cubicBezTo>
                      <a:pt x="7215" y="3699"/>
                      <a:pt x="7215" y="3563"/>
                      <a:pt x="7215" y="3422"/>
                    </a:cubicBezTo>
                    <a:cubicBezTo>
                      <a:pt x="7235" y="3422"/>
                      <a:pt x="7254" y="3422"/>
                      <a:pt x="7274" y="3422"/>
                    </a:cubicBezTo>
                    <a:cubicBezTo>
                      <a:pt x="7274" y="3286"/>
                      <a:pt x="7274" y="3150"/>
                      <a:pt x="7274" y="3009"/>
                    </a:cubicBezTo>
                    <a:cubicBezTo>
                      <a:pt x="7294" y="3009"/>
                      <a:pt x="7313" y="3009"/>
                      <a:pt x="7333" y="3009"/>
                    </a:cubicBezTo>
                    <a:cubicBezTo>
                      <a:pt x="7333" y="2834"/>
                      <a:pt x="7333" y="2659"/>
                      <a:pt x="7333" y="2478"/>
                    </a:cubicBezTo>
                    <a:cubicBezTo>
                      <a:pt x="7353" y="2478"/>
                      <a:pt x="7372" y="2478"/>
                      <a:pt x="7392" y="2478"/>
                    </a:cubicBezTo>
                    <a:cubicBezTo>
                      <a:pt x="7392" y="2264"/>
                      <a:pt x="7392" y="2050"/>
                      <a:pt x="7392" y="1829"/>
                    </a:cubicBezTo>
                    <a:cubicBezTo>
                      <a:pt x="7412" y="1829"/>
                      <a:pt x="7431" y="1829"/>
                      <a:pt x="7451" y="1829"/>
                    </a:cubicBezTo>
                    <a:cubicBezTo>
                      <a:pt x="7451" y="1693"/>
                      <a:pt x="7451" y="1557"/>
                      <a:pt x="7451" y="1416"/>
                    </a:cubicBezTo>
                    <a:cubicBezTo>
                      <a:pt x="7471" y="1416"/>
                      <a:pt x="7490" y="1416"/>
                      <a:pt x="7510" y="1416"/>
                    </a:cubicBezTo>
                    <a:cubicBezTo>
                      <a:pt x="7510" y="1241"/>
                      <a:pt x="7510" y="1066"/>
                      <a:pt x="7510" y="885"/>
                    </a:cubicBezTo>
                    <a:cubicBezTo>
                      <a:pt x="7530" y="885"/>
                      <a:pt x="7549" y="885"/>
                      <a:pt x="7569" y="885"/>
                    </a:cubicBezTo>
                    <a:cubicBezTo>
                      <a:pt x="7569" y="768"/>
                      <a:pt x="7569" y="651"/>
                      <a:pt x="7569" y="531"/>
                    </a:cubicBezTo>
                    <a:cubicBezTo>
                      <a:pt x="7589" y="531"/>
                      <a:pt x="7608" y="531"/>
                      <a:pt x="7628" y="531"/>
                    </a:cubicBezTo>
                    <a:cubicBezTo>
                      <a:pt x="7628" y="414"/>
                      <a:pt x="7628" y="297"/>
                      <a:pt x="7628" y="177"/>
                    </a:cubicBezTo>
                    <a:cubicBezTo>
                      <a:pt x="7648" y="177"/>
                      <a:pt x="7667" y="177"/>
                      <a:pt x="7687" y="177"/>
                    </a:cubicBezTo>
                    <a:cubicBezTo>
                      <a:pt x="7687" y="119"/>
                      <a:pt x="7687" y="60"/>
                      <a:pt x="768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74" name="ICON_C_WINDOWS_HEADER_path_003"/>
              <p:cNvSpPr/>
              <p:nvPr/>
            </p:nvSpPr>
            <p:spPr>
              <a:xfrm>
                <a:off x="5723106" y="7110099"/>
                <a:ext cx="62704" cy="54327"/>
              </a:xfrm>
              <a:custGeom>
                <a:avLst/>
                <a:gdLst/>
                <a:ahLst/>
                <a:cxnLst/>
                <a:rect l="0" t="0" r="r" b="b"/>
                <a:pathLst>
                  <a:path w="4937" h="4278" fill="norm" stroke="0">
                    <a:moveTo>
                      <a:pt x="4756" y="0"/>
                    </a:moveTo>
                    <a:cubicBezTo>
                      <a:pt x="4805" y="19"/>
                      <a:pt x="4854" y="39"/>
                      <a:pt x="4904" y="59"/>
                    </a:cubicBezTo>
                    <a:cubicBezTo>
                      <a:pt x="4903" y="64"/>
                      <a:pt x="4903" y="64"/>
                      <a:pt x="4901" y="92"/>
                    </a:cubicBezTo>
                    <a:cubicBezTo>
                      <a:pt x="4861" y="562"/>
                      <a:pt x="4875" y="1033"/>
                      <a:pt x="4884" y="1504"/>
                    </a:cubicBezTo>
                    <a:cubicBezTo>
                      <a:pt x="4885" y="1596"/>
                      <a:pt x="4886" y="1687"/>
                      <a:pt x="4888" y="1779"/>
                    </a:cubicBezTo>
                    <a:cubicBezTo>
                      <a:pt x="4889" y="1880"/>
                      <a:pt x="4891" y="1980"/>
                      <a:pt x="4892" y="2080"/>
                    </a:cubicBezTo>
                    <a:cubicBezTo>
                      <a:pt x="4893" y="2123"/>
                      <a:pt x="4894" y="2165"/>
                      <a:pt x="4894" y="2207"/>
                    </a:cubicBezTo>
                    <a:cubicBezTo>
                      <a:pt x="4895" y="2257"/>
                      <a:pt x="4896" y="2307"/>
                      <a:pt x="4897" y="2356"/>
                    </a:cubicBezTo>
                    <a:cubicBezTo>
                      <a:pt x="4897" y="2374"/>
                      <a:pt x="4897" y="2392"/>
                      <a:pt x="4897" y="2410"/>
                    </a:cubicBezTo>
                    <a:cubicBezTo>
                      <a:pt x="4899" y="2497"/>
                      <a:pt x="4900" y="2574"/>
                      <a:pt x="4933" y="2655"/>
                    </a:cubicBezTo>
                    <a:cubicBezTo>
                      <a:pt x="4937" y="2686"/>
                      <a:pt x="4937" y="2716"/>
                      <a:pt x="4937" y="2747"/>
                    </a:cubicBezTo>
                    <a:cubicBezTo>
                      <a:pt x="4937" y="2755"/>
                      <a:pt x="4937" y="2763"/>
                      <a:pt x="4937" y="2771"/>
                    </a:cubicBezTo>
                    <a:cubicBezTo>
                      <a:pt x="4937" y="2828"/>
                      <a:pt x="4937" y="2828"/>
                      <a:pt x="4904" y="2862"/>
                    </a:cubicBezTo>
                    <a:cubicBezTo>
                      <a:pt x="4900" y="2882"/>
                      <a:pt x="4900" y="2882"/>
                      <a:pt x="4899" y="2906"/>
                    </a:cubicBezTo>
                    <a:cubicBezTo>
                      <a:pt x="4899" y="2916"/>
                      <a:pt x="4899" y="2925"/>
                      <a:pt x="4898" y="2934"/>
                    </a:cubicBezTo>
                    <a:cubicBezTo>
                      <a:pt x="4898" y="2944"/>
                      <a:pt x="4898" y="2954"/>
                      <a:pt x="4898" y="2965"/>
                    </a:cubicBezTo>
                    <a:cubicBezTo>
                      <a:pt x="4898" y="2975"/>
                      <a:pt x="4898" y="2986"/>
                      <a:pt x="4897" y="2997"/>
                    </a:cubicBezTo>
                    <a:cubicBezTo>
                      <a:pt x="4897" y="3020"/>
                      <a:pt x="4896" y="3043"/>
                      <a:pt x="4896" y="3066"/>
                    </a:cubicBezTo>
                    <a:cubicBezTo>
                      <a:pt x="4895" y="3102"/>
                      <a:pt x="4895" y="3139"/>
                      <a:pt x="4894" y="3175"/>
                    </a:cubicBezTo>
                    <a:cubicBezTo>
                      <a:pt x="4892" y="3253"/>
                      <a:pt x="4890" y="3330"/>
                      <a:pt x="4889" y="3407"/>
                    </a:cubicBezTo>
                    <a:cubicBezTo>
                      <a:pt x="4887" y="3497"/>
                      <a:pt x="4885" y="3587"/>
                      <a:pt x="4883" y="3676"/>
                    </a:cubicBezTo>
                    <a:cubicBezTo>
                      <a:pt x="4882" y="3712"/>
                      <a:pt x="4882" y="3748"/>
                      <a:pt x="4881" y="3784"/>
                    </a:cubicBezTo>
                    <a:cubicBezTo>
                      <a:pt x="4881" y="3806"/>
                      <a:pt x="4880" y="3828"/>
                      <a:pt x="4880" y="3850"/>
                    </a:cubicBezTo>
                    <a:cubicBezTo>
                      <a:pt x="4880" y="3855"/>
                      <a:pt x="4880" y="3855"/>
                      <a:pt x="4879" y="3881"/>
                    </a:cubicBezTo>
                    <a:cubicBezTo>
                      <a:pt x="4879" y="3890"/>
                      <a:pt x="4879" y="3899"/>
                      <a:pt x="4879" y="3908"/>
                    </a:cubicBezTo>
                    <a:cubicBezTo>
                      <a:pt x="4878" y="3916"/>
                      <a:pt x="4878" y="3924"/>
                      <a:pt x="4878" y="3933"/>
                    </a:cubicBezTo>
                    <a:cubicBezTo>
                      <a:pt x="4874" y="3953"/>
                      <a:pt x="4874" y="3953"/>
                      <a:pt x="4845" y="3983"/>
                    </a:cubicBezTo>
                    <a:cubicBezTo>
                      <a:pt x="4817" y="3986"/>
                      <a:pt x="4817" y="3986"/>
                      <a:pt x="4784" y="3986"/>
                    </a:cubicBezTo>
                    <a:cubicBezTo>
                      <a:pt x="4772" y="3986"/>
                      <a:pt x="4760" y="3985"/>
                      <a:pt x="4748" y="3985"/>
                    </a:cubicBezTo>
                    <a:cubicBezTo>
                      <a:pt x="4735" y="3985"/>
                      <a:pt x="4723" y="3985"/>
                      <a:pt x="4710" y="3985"/>
                    </a:cubicBezTo>
                    <a:cubicBezTo>
                      <a:pt x="4698" y="3984"/>
                      <a:pt x="4685" y="3984"/>
                      <a:pt x="4672" y="3984"/>
                    </a:cubicBezTo>
                    <a:cubicBezTo>
                      <a:pt x="4641" y="3984"/>
                      <a:pt x="4610" y="3983"/>
                      <a:pt x="4579" y="3983"/>
                    </a:cubicBezTo>
                    <a:cubicBezTo>
                      <a:pt x="4589" y="3924"/>
                      <a:pt x="4599" y="3866"/>
                      <a:pt x="4609" y="3806"/>
                    </a:cubicBezTo>
                    <a:cubicBezTo>
                      <a:pt x="4648" y="3806"/>
                      <a:pt x="4687" y="3806"/>
                      <a:pt x="4727" y="3806"/>
                    </a:cubicBezTo>
                    <a:cubicBezTo>
                      <a:pt x="4727" y="3747"/>
                      <a:pt x="4727" y="3689"/>
                      <a:pt x="4727" y="3629"/>
                    </a:cubicBezTo>
                    <a:cubicBezTo>
                      <a:pt x="4688" y="3629"/>
                      <a:pt x="4649" y="3629"/>
                      <a:pt x="4609" y="3629"/>
                    </a:cubicBezTo>
                    <a:cubicBezTo>
                      <a:pt x="4608" y="3634"/>
                      <a:pt x="4608" y="3634"/>
                      <a:pt x="4604" y="3660"/>
                    </a:cubicBezTo>
                    <a:cubicBezTo>
                      <a:pt x="4602" y="3673"/>
                      <a:pt x="4600" y="3687"/>
                      <a:pt x="4598" y="3701"/>
                    </a:cubicBezTo>
                    <a:cubicBezTo>
                      <a:pt x="4596" y="3714"/>
                      <a:pt x="4593" y="3727"/>
                      <a:pt x="4591" y="3741"/>
                    </a:cubicBezTo>
                    <a:cubicBezTo>
                      <a:pt x="4579" y="3776"/>
                      <a:pt x="4579" y="3776"/>
                      <a:pt x="4548" y="3796"/>
                    </a:cubicBezTo>
                    <a:cubicBezTo>
                      <a:pt x="4544" y="3797"/>
                      <a:pt x="4544" y="3797"/>
                      <a:pt x="4520" y="3806"/>
                    </a:cubicBezTo>
                    <a:cubicBezTo>
                      <a:pt x="4520" y="3799"/>
                      <a:pt x="4519" y="3792"/>
                      <a:pt x="4519" y="3785"/>
                    </a:cubicBezTo>
                    <a:cubicBezTo>
                      <a:pt x="4506" y="3696"/>
                      <a:pt x="4462" y="3652"/>
                      <a:pt x="4397" y="3594"/>
                    </a:cubicBezTo>
                    <a:cubicBezTo>
                      <a:pt x="4361" y="3562"/>
                      <a:pt x="4341" y="3541"/>
                      <a:pt x="4329" y="3493"/>
                    </a:cubicBezTo>
                    <a:cubicBezTo>
                      <a:pt x="4323" y="3471"/>
                      <a:pt x="4323" y="3471"/>
                      <a:pt x="4314" y="3452"/>
                    </a:cubicBezTo>
                    <a:cubicBezTo>
                      <a:pt x="4208" y="3396"/>
                      <a:pt x="4044" y="3393"/>
                      <a:pt x="3930" y="3422"/>
                    </a:cubicBezTo>
                    <a:cubicBezTo>
                      <a:pt x="3869" y="3461"/>
                      <a:pt x="3833" y="3520"/>
                      <a:pt x="3796" y="3581"/>
                    </a:cubicBezTo>
                    <a:cubicBezTo>
                      <a:pt x="3783" y="3599"/>
                      <a:pt x="3783" y="3599"/>
                      <a:pt x="3751" y="3614"/>
                    </a:cubicBezTo>
                    <a:cubicBezTo>
                      <a:pt x="3714" y="3634"/>
                      <a:pt x="3710" y="3655"/>
                      <a:pt x="3697" y="3694"/>
                    </a:cubicBezTo>
                    <a:cubicBezTo>
                      <a:pt x="3695" y="3702"/>
                      <a:pt x="3693" y="3711"/>
                      <a:pt x="3690" y="3719"/>
                    </a:cubicBezTo>
                    <a:cubicBezTo>
                      <a:pt x="3689" y="3723"/>
                      <a:pt x="3689" y="3723"/>
                      <a:pt x="3683" y="3744"/>
                    </a:cubicBezTo>
                    <a:cubicBezTo>
                      <a:pt x="3676" y="3765"/>
                      <a:pt x="3670" y="3785"/>
                      <a:pt x="3665" y="3806"/>
                    </a:cubicBezTo>
                    <a:cubicBezTo>
                      <a:pt x="3645" y="3806"/>
                      <a:pt x="3626" y="3806"/>
                      <a:pt x="3606" y="3806"/>
                    </a:cubicBezTo>
                    <a:cubicBezTo>
                      <a:pt x="3606" y="3825"/>
                      <a:pt x="3606" y="3845"/>
                      <a:pt x="3606" y="3865"/>
                    </a:cubicBezTo>
                    <a:cubicBezTo>
                      <a:pt x="3567" y="3865"/>
                      <a:pt x="3528" y="3865"/>
                      <a:pt x="3488" y="3865"/>
                    </a:cubicBezTo>
                    <a:cubicBezTo>
                      <a:pt x="3488" y="3884"/>
                      <a:pt x="3488" y="3904"/>
                      <a:pt x="3488" y="3924"/>
                    </a:cubicBezTo>
                    <a:cubicBezTo>
                      <a:pt x="3449" y="3924"/>
                      <a:pt x="3410" y="3924"/>
                      <a:pt x="3370" y="3924"/>
                    </a:cubicBezTo>
                    <a:cubicBezTo>
                      <a:pt x="3370" y="3943"/>
                      <a:pt x="3370" y="3963"/>
                      <a:pt x="3370" y="3983"/>
                    </a:cubicBezTo>
                    <a:cubicBezTo>
                      <a:pt x="3350" y="3983"/>
                      <a:pt x="3331" y="3983"/>
                      <a:pt x="3311" y="3983"/>
                    </a:cubicBezTo>
                    <a:cubicBezTo>
                      <a:pt x="3311" y="4002"/>
                      <a:pt x="3311" y="4022"/>
                      <a:pt x="3311" y="4042"/>
                    </a:cubicBezTo>
                    <a:cubicBezTo>
                      <a:pt x="3291" y="4042"/>
                      <a:pt x="3272" y="4042"/>
                      <a:pt x="3252" y="4042"/>
                    </a:cubicBezTo>
                    <a:cubicBezTo>
                      <a:pt x="3252" y="4061"/>
                      <a:pt x="3252" y="4081"/>
                      <a:pt x="3252" y="4101"/>
                    </a:cubicBezTo>
                    <a:cubicBezTo>
                      <a:pt x="3193" y="4101"/>
                      <a:pt x="3135" y="4101"/>
                      <a:pt x="3075" y="4101"/>
                    </a:cubicBezTo>
                    <a:cubicBezTo>
                      <a:pt x="3075" y="4081"/>
                      <a:pt x="3075" y="4062"/>
                      <a:pt x="3075" y="4042"/>
                    </a:cubicBezTo>
                    <a:cubicBezTo>
                      <a:pt x="3055" y="4042"/>
                      <a:pt x="3036" y="4042"/>
                      <a:pt x="3016" y="4042"/>
                    </a:cubicBezTo>
                    <a:cubicBezTo>
                      <a:pt x="3007" y="3994"/>
                      <a:pt x="2999" y="3945"/>
                      <a:pt x="2990" y="3897"/>
                    </a:cubicBezTo>
                    <a:cubicBezTo>
                      <a:pt x="2988" y="3881"/>
                      <a:pt x="2985" y="3864"/>
                      <a:pt x="2982" y="3848"/>
                    </a:cubicBezTo>
                    <a:cubicBezTo>
                      <a:pt x="2965" y="3755"/>
                      <a:pt x="2951" y="3665"/>
                      <a:pt x="2957" y="3570"/>
                    </a:cubicBezTo>
                    <a:cubicBezTo>
                      <a:pt x="2976" y="3570"/>
                      <a:pt x="2995" y="3570"/>
                      <a:pt x="3016" y="3570"/>
                    </a:cubicBezTo>
                    <a:cubicBezTo>
                      <a:pt x="3016" y="3550"/>
                      <a:pt x="3016" y="3531"/>
                      <a:pt x="3016" y="3511"/>
                    </a:cubicBezTo>
                    <a:cubicBezTo>
                      <a:pt x="3054" y="3511"/>
                      <a:pt x="3093" y="3511"/>
                      <a:pt x="3134" y="3511"/>
                    </a:cubicBezTo>
                    <a:cubicBezTo>
                      <a:pt x="3134" y="3472"/>
                      <a:pt x="3134" y="3433"/>
                      <a:pt x="3134" y="3393"/>
                    </a:cubicBezTo>
                    <a:cubicBezTo>
                      <a:pt x="3153" y="3393"/>
                      <a:pt x="3173" y="3393"/>
                      <a:pt x="3193" y="3393"/>
                    </a:cubicBezTo>
                    <a:cubicBezTo>
                      <a:pt x="3193" y="3373"/>
                      <a:pt x="3193" y="3354"/>
                      <a:pt x="3193" y="3334"/>
                    </a:cubicBezTo>
                    <a:cubicBezTo>
                      <a:pt x="3212" y="3334"/>
                      <a:pt x="3232" y="3334"/>
                      <a:pt x="3252" y="3334"/>
                    </a:cubicBezTo>
                    <a:cubicBezTo>
                      <a:pt x="3252" y="3295"/>
                      <a:pt x="3252" y="3256"/>
                      <a:pt x="3252" y="3216"/>
                    </a:cubicBezTo>
                    <a:cubicBezTo>
                      <a:pt x="3232" y="3216"/>
                      <a:pt x="3213" y="3216"/>
                      <a:pt x="3193" y="3216"/>
                    </a:cubicBezTo>
                    <a:cubicBezTo>
                      <a:pt x="3193" y="3196"/>
                      <a:pt x="3193" y="3177"/>
                      <a:pt x="3193" y="3157"/>
                    </a:cubicBezTo>
                    <a:cubicBezTo>
                      <a:pt x="3173" y="3157"/>
                      <a:pt x="3154" y="3157"/>
                      <a:pt x="3134" y="3157"/>
                    </a:cubicBezTo>
                    <a:cubicBezTo>
                      <a:pt x="3134" y="3137"/>
                      <a:pt x="3134" y="3118"/>
                      <a:pt x="3134" y="3098"/>
                    </a:cubicBezTo>
                    <a:cubicBezTo>
                      <a:pt x="3056" y="3098"/>
                      <a:pt x="2978" y="3098"/>
                      <a:pt x="2898" y="3098"/>
                    </a:cubicBezTo>
                    <a:cubicBezTo>
                      <a:pt x="2898" y="3078"/>
                      <a:pt x="2898" y="3059"/>
                      <a:pt x="2898" y="3039"/>
                    </a:cubicBezTo>
                    <a:cubicBezTo>
                      <a:pt x="2878" y="3039"/>
                      <a:pt x="2859" y="3039"/>
                      <a:pt x="2839" y="3039"/>
                    </a:cubicBezTo>
                    <a:cubicBezTo>
                      <a:pt x="2829" y="2980"/>
                      <a:pt x="2829" y="2980"/>
                      <a:pt x="2780" y="2685"/>
                    </a:cubicBezTo>
                    <a:cubicBezTo>
                      <a:pt x="2799" y="2685"/>
                      <a:pt x="2818" y="2685"/>
                      <a:pt x="2839" y="2685"/>
                    </a:cubicBezTo>
                    <a:cubicBezTo>
                      <a:pt x="2839" y="2665"/>
                      <a:pt x="2839" y="2646"/>
                      <a:pt x="2839" y="2626"/>
                    </a:cubicBezTo>
                    <a:cubicBezTo>
                      <a:pt x="2877" y="2626"/>
                      <a:pt x="2916" y="2626"/>
                      <a:pt x="2957" y="2626"/>
                    </a:cubicBezTo>
                    <a:cubicBezTo>
                      <a:pt x="2957" y="2567"/>
                      <a:pt x="2957" y="2509"/>
                      <a:pt x="2957" y="2449"/>
                    </a:cubicBezTo>
                    <a:cubicBezTo>
                      <a:pt x="2937" y="2449"/>
                      <a:pt x="2918" y="2449"/>
                      <a:pt x="2898" y="2449"/>
                    </a:cubicBezTo>
                    <a:cubicBezTo>
                      <a:pt x="2898" y="2429"/>
                      <a:pt x="2898" y="2410"/>
                      <a:pt x="2898" y="2390"/>
                    </a:cubicBezTo>
                    <a:cubicBezTo>
                      <a:pt x="2878" y="2390"/>
                      <a:pt x="2859" y="2390"/>
                      <a:pt x="2839" y="2390"/>
                    </a:cubicBezTo>
                    <a:cubicBezTo>
                      <a:pt x="2839" y="2370"/>
                      <a:pt x="2839" y="2351"/>
                      <a:pt x="2839" y="2331"/>
                    </a:cubicBezTo>
                    <a:cubicBezTo>
                      <a:pt x="2800" y="2331"/>
                      <a:pt x="2761" y="2331"/>
                      <a:pt x="2721" y="2331"/>
                    </a:cubicBezTo>
                    <a:cubicBezTo>
                      <a:pt x="2721" y="2311"/>
                      <a:pt x="2721" y="2292"/>
                      <a:pt x="2721" y="2272"/>
                    </a:cubicBezTo>
                    <a:cubicBezTo>
                      <a:pt x="2701" y="2272"/>
                      <a:pt x="2682" y="2272"/>
                      <a:pt x="2662" y="2272"/>
                    </a:cubicBezTo>
                    <a:cubicBezTo>
                      <a:pt x="2662" y="2252"/>
                      <a:pt x="2662" y="2233"/>
                      <a:pt x="2662" y="2213"/>
                    </a:cubicBezTo>
                    <a:cubicBezTo>
                      <a:pt x="2642" y="2213"/>
                      <a:pt x="2623" y="2213"/>
                      <a:pt x="2603" y="2213"/>
                    </a:cubicBezTo>
                    <a:cubicBezTo>
                      <a:pt x="2603" y="2193"/>
                      <a:pt x="2603" y="2174"/>
                      <a:pt x="2603" y="2154"/>
                    </a:cubicBezTo>
                    <a:cubicBezTo>
                      <a:pt x="2544" y="2158"/>
                      <a:pt x="2544" y="2158"/>
                      <a:pt x="2249" y="2183"/>
                    </a:cubicBezTo>
                    <a:cubicBezTo>
                      <a:pt x="2249" y="2203"/>
                      <a:pt x="2249" y="2222"/>
                      <a:pt x="2249" y="2242"/>
                    </a:cubicBezTo>
                    <a:cubicBezTo>
                      <a:pt x="2190" y="2232"/>
                      <a:pt x="2132" y="2223"/>
                      <a:pt x="2071" y="2213"/>
                    </a:cubicBezTo>
                    <a:cubicBezTo>
                      <a:pt x="2071" y="2271"/>
                      <a:pt x="2071" y="2329"/>
                      <a:pt x="2071" y="2390"/>
                    </a:cubicBezTo>
                    <a:cubicBezTo>
                      <a:pt x="2052" y="2390"/>
                      <a:pt x="2033" y="2390"/>
                      <a:pt x="2012" y="2390"/>
                    </a:cubicBezTo>
                    <a:cubicBezTo>
                      <a:pt x="2012" y="2409"/>
                      <a:pt x="2012" y="2429"/>
                      <a:pt x="2012" y="2449"/>
                    </a:cubicBezTo>
                    <a:cubicBezTo>
                      <a:pt x="1974" y="2449"/>
                      <a:pt x="1935" y="2449"/>
                      <a:pt x="1894" y="2449"/>
                    </a:cubicBezTo>
                    <a:cubicBezTo>
                      <a:pt x="1894" y="2468"/>
                      <a:pt x="1894" y="2488"/>
                      <a:pt x="1894" y="2508"/>
                    </a:cubicBezTo>
                    <a:cubicBezTo>
                      <a:pt x="1856" y="2508"/>
                      <a:pt x="1817" y="2508"/>
                      <a:pt x="1776" y="2508"/>
                    </a:cubicBezTo>
                    <a:cubicBezTo>
                      <a:pt x="1776" y="2527"/>
                      <a:pt x="1776" y="2547"/>
                      <a:pt x="1776" y="2567"/>
                    </a:cubicBezTo>
                    <a:cubicBezTo>
                      <a:pt x="1757" y="2567"/>
                      <a:pt x="1738" y="2567"/>
                      <a:pt x="1717" y="2567"/>
                    </a:cubicBezTo>
                    <a:cubicBezTo>
                      <a:pt x="1717" y="2606"/>
                      <a:pt x="1717" y="2645"/>
                      <a:pt x="1717" y="2685"/>
                    </a:cubicBezTo>
                    <a:cubicBezTo>
                      <a:pt x="1737" y="2685"/>
                      <a:pt x="1756" y="2685"/>
                      <a:pt x="1776" y="2685"/>
                    </a:cubicBezTo>
                    <a:cubicBezTo>
                      <a:pt x="1776" y="2704"/>
                      <a:pt x="1776" y="2724"/>
                      <a:pt x="1776" y="2744"/>
                    </a:cubicBezTo>
                    <a:cubicBezTo>
                      <a:pt x="1796" y="2744"/>
                      <a:pt x="1815" y="2744"/>
                      <a:pt x="1835" y="2744"/>
                    </a:cubicBezTo>
                    <a:cubicBezTo>
                      <a:pt x="1835" y="2763"/>
                      <a:pt x="1835" y="2783"/>
                      <a:pt x="1835" y="2803"/>
                    </a:cubicBezTo>
                    <a:cubicBezTo>
                      <a:pt x="1855" y="2803"/>
                      <a:pt x="1874" y="2803"/>
                      <a:pt x="1894" y="2803"/>
                    </a:cubicBezTo>
                    <a:cubicBezTo>
                      <a:pt x="1924" y="2975"/>
                      <a:pt x="1931" y="3111"/>
                      <a:pt x="1865" y="3275"/>
                    </a:cubicBezTo>
                    <a:cubicBezTo>
                      <a:pt x="1860" y="3288"/>
                      <a:pt x="1856" y="3300"/>
                      <a:pt x="1851" y="3314"/>
                    </a:cubicBezTo>
                    <a:cubicBezTo>
                      <a:pt x="1838" y="3344"/>
                      <a:pt x="1828" y="3368"/>
                      <a:pt x="1806" y="3393"/>
                    </a:cubicBezTo>
                    <a:cubicBezTo>
                      <a:pt x="1772" y="3403"/>
                      <a:pt x="1753" y="3399"/>
                      <a:pt x="1717" y="3393"/>
                    </a:cubicBezTo>
                    <a:cubicBezTo>
                      <a:pt x="1717" y="3373"/>
                      <a:pt x="1717" y="3354"/>
                      <a:pt x="1717" y="3334"/>
                    </a:cubicBezTo>
                    <a:cubicBezTo>
                      <a:pt x="1679" y="3334"/>
                      <a:pt x="1640" y="3334"/>
                      <a:pt x="1599" y="3334"/>
                    </a:cubicBezTo>
                    <a:cubicBezTo>
                      <a:pt x="1599" y="3412"/>
                      <a:pt x="1599" y="3489"/>
                      <a:pt x="1599" y="3570"/>
                    </a:cubicBezTo>
                    <a:cubicBezTo>
                      <a:pt x="1619" y="3570"/>
                      <a:pt x="1638" y="3570"/>
                      <a:pt x="1658" y="3570"/>
                    </a:cubicBezTo>
                    <a:cubicBezTo>
                      <a:pt x="1658" y="3609"/>
                      <a:pt x="1658" y="3648"/>
                      <a:pt x="1658" y="3688"/>
                    </a:cubicBezTo>
                    <a:cubicBezTo>
                      <a:pt x="1678" y="3688"/>
                      <a:pt x="1697" y="3688"/>
                      <a:pt x="1717" y="3688"/>
                    </a:cubicBezTo>
                    <a:cubicBezTo>
                      <a:pt x="1742" y="3831"/>
                      <a:pt x="1761" y="3954"/>
                      <a:pt x="1704" y="4090"/>
                    </a:cubicBezTo>
                    <a:cubicBezTo>
                      <a:pt x="1680" y="4151"/>
                      <a:pt x="1669" y="4213"/>
                      <a:pt x="1658" y="4278"/>
                    </a:cubicBezTo>
                    <a:cubicBezTo>
                      <a:pt x="1620" y="4278"/>
                      <a:pt x="1581" y="4278"/>
                      <a:pt x="1540" y="4278"/>
                    </a:cubicBezTo>
                    <a:cubicBezTo>
                      <a:pt x="1540" y="4200"/>
                      <a:pt x="1540" y="4122"/>
                      <a:pt x="1540" y="4042"/>
                    </a:cubicBezTo>
                    <a:cubicBezTo>
                      <a:pt x="1521" y="4042"/>
                      <a:pt x="1502" y="4042"/>
                      <a:pt x="1481" y="4042"/>
                    </a:cubicBezTo>
                    <a:cubicBezTo>
                      <a:pt x="1481" y="4022"/>
                      <a:pt x="1481" y="4003"/>
                      <a:pt x="1481" y="3983"/>
                    </a:cubicBezTo>
                    <a:cubicBezTo>
                      <a:pt x="1462" y="3983"/>
                      <a:pt x="1443" y="3983"/>
                      <a:pt x="1422" y="3983"/>
                    </a:cubicBezTo>
                    <a:cubicBezTo>
                      <a:pt x="1422" y="4022"/>
                      <a:pt x="1422" y="4061"/>
                      <a:pt x="1422" y="4101"/>
                    </a:cubicBezTo>
                    <a:cubicBezTo>
                      <a:pt x="1403" y="4101"/>
                      <a:pt x="1384" y="4101"/>
                      <a:pt x="1363" y="4101"/>
                    </a:cubicBezTo>
                    <a:cubicBezTo>
                      <a:pt x="1363" y="4120"/>
                      <a:pt x="1363" y="4140"/>
                      <a:pt x="1363" y="4160"/>
                    </a:cubicBezTo>
                    <a:cubicBezTo>
                      <a:pt x="1334" y="4160"/>
                      <a:pt x="1305" y="4160"/>
                      <a:pt x="1275" y="4160"/>
                    </a:cubicBezTo>
                    <a:cubicBezTo>
                      <a:pt x="1258" y="4118"/>
                      <a:pt x="1243" y="4075"/>
                      <a:pt x="1227" y="4033"/>
                    </a:cubicBezTo>
                    <a:cubicBezTo>
                      <a:pt x="1225" y="4027"/>
                      <a:pt x="1225" y="4027"/>
                      <a:pt x="1213" y="3996"/>
                    </a:cubicBezTo>
                    <a:cubicBezTo>
                      <a:pt x="1182" y="3910"/>
                      <a:pt x="1182" y="3910"/>
                      <a:pt x="1195" y="3866"/>
                    </a:cubicBezTo>
                    <a:cubicBezTo>
                      <a:pt x="1210" y="3840"/>
                      <a:pt x="1221" y="3823"/>
                      <a:pt x="1245" y="3806"/>
                    </a:cubicBezTo>
                    <a:cubicBezTo>
                      <a:pt x="1265" y="3806"/>
                      <a:pt x="1284" y="3806"/>
                      <a:pt x="1304" y="3806"/>
                    </a:cubicBezTo>
                    <a:cubicBezTo>
                      <a:pt x="1304" y="3767"/>
                      <a:pt x="1304" y="3728"/>
                      <a:pt x="1304" y="3688"/>
                    </a:cubicBezTo>
                    <a:cubicBezTo>
                      <a:pt x="1246" y="3688"/>
                      <a:pt x="1188" y="3688"/>
                      <a:pt x="1127" y="3688"/>
                    </a:cubicBezTo>
                    <a:cubicBezTo>
                      <a:pt x="1127" y="3668"/>
                      <a:pt x="1127" y="3649"/>
                      <a:pt x="1127" y="3629"/>
                    </a:cubicBezTo>
                    <a:cubicBezTo>
                      <a:pt x="1108" y="3629"/>
                      <a:pt x="1088" y="3629"/>
                      <a:pt x="1068" y="3629"/>
                    </a:cubicBezTo>
                    <a:cubicBezTo>
                      <a:pt x="1068" y="3609"/>
                      <a:pt x="1068" y="3590"/>
                      <a:pt x="1068" y="3570"/>
                    </a:cubicBezTo>
                    <a:cubicBezTo>
                      <a:pt x="1049" y="3570"/>
                      <a:pt x="1029" y="3570"/>
                      <a:pt x="1009" y="3570"/>
                    </a:cubicBezTo>
                    <a:cubicBezTo>
                      <a:pt x="1009" y="3550"/>
                      <a:pt x="1009" y="3531"/>
                      <a:pt x="1009" y="3511"/>
                    </a:cubicBezTo>
                    <a:cubicBezTo>
                      <a:pt x="951" y="3516"/>
                      <a:pt x="951" y="3516"/>
                      <a:pt x="655" y="3540"/>
                    </a:cubicBezTo>
                    <a:cubicBezTo>
                      <a:pt x="655" y="3569"/>
                      <a:pt x="655" y="3599"/>
                      <a:pt x="655" y="3629"/>
                    </a:cubicBezTo>
                    <a:cubicBezTo>
                      <a:pt x="646" y="3628"/>
                      <a:pt x="637" y="3627"/>
                      <a:pt x="628" y="3626"/>
                    </a:cubicBezTo>
                    <a:cubicBezTo>
                      <a:pt x="617" y="3627"/>
                      <a:pt x="607" y="3628"/>
                      <a:pt x="596" y="3629"/>
                    </a:cubicBezTo>
                    <a:cubicBezTo>
                      <a:pt x="581" y="3648"/>
                      <a:pt x="581" y="3648"/>
                      <a:pt x="570" y="3676"/>
                    </a:cubicBezTo>
                    <a:cubicBezTo>
                      <a:pt x="545" y="3731"/>
                      <a:pt x="518" y="3785"/>
                      <a:pt x="490" y="3839"/>
                    </a:cubicBezTo>
                    <a:cubicBezTo>
                      <a:pt x="485" y="3847"/>
                      <a:pt x="481" y="3855"/>
                      <a:pt x="476" y="3864"/>
                    </a:cubicBezTo>
                    <a:cubicBezTo>
                      <a:pt x="468" y="3881"/>
                      <a:pt x="459" y="3898"/>
                      <a:pt x="450" y="3915"/>
                    </a:cubicBezTo>
                    <a:cubicBezTo>
                      <a:pt x="441" y="3932"/>
                      <a:pt x="431" y="3949"/>
                      <a:pt x="423" y="3966"/>
                    </a:cubicBezTo>
                    <a:cubicBezTo>
                      <a:pt x="313" y="4177"/>
                      <a:pt x="313" y="4177"/>
                      <a:pt x="242" y="4219"/>
                    </a:cubicBezTo>
                    <a:cubicBezTo>
                      <a:pt x="223" y="4219"/>
                      <a:pt x="203" y="4219"/>
                      <a:pt x="183" y="4219"/>
                    </a:cubicBezTo>
                    <a:cubicBezTo>
                      <a:pt x="183" y="4160"/>
                      <a:pt x="183" y="4102"/>
                      <a:pt x="183" y="4042"/>
                    </a:cubicBezTo>
                    <a:cubicBezTo>
                      <a:pt x="164" y="4042"/>
                      <a:pt x="144" y="4042"/>
                      <a:pt x="124" y="4042"/>
                    </a:cubicBezTo>
                    <a:cubicBezTo>
                      <a:pt x="124" y="4022"/>
                      <a:pt x="124" y="4003"/>
                      <a:pt x="124" y="3983"/>
                    </a:cubicBezTo>
                    <a:cubicBezTo>
                      <a:pt x="117" y="3981"/>
                      <a:pt x="117" y="3981"/>
                      <a:pt x="81" y="3975"/>
                    </a:cubicBezTo>
                    <a:cubicBezTo>
                      <a:pt x="57" y="3966"/>
                      <a:pt x="57" y="3966"/>
                      <a:pt x="36" y="3953"/>
                    </a:cubicBezTo>
                    <a:cubicBezTo>
                      <a:pt x="20" y="3919"/>
                      <a:pt x="18" y="3885"/>
                      <a:pt x="16" y="3848"/>
                    </a:cubicBezTo>
                    <a:cubicBezTo>
                      <a:pt x="15" y="3838"/>
                      <a:pt x="14" y="3829"/>
                      <a:pt x="13" y="3819"/>
                    </a:cubicBezTo>
                    <a:cubicBezTo>
                      <a:pt x="10" y="3795"/>
                      <a:pt x="8" y="3771"/>
                      <a:pt x="6" y="3747"/>
                    </a:cubicBezTo>
                    <a:cubicBezTo>
                      <a:pt x="26" y="3747"/>
                      <a:pt x="45" y="3747"/>
                      <a:pt x="65" y="3747"/>
                    </a:cubicBezTo>
                    <a:cubicBezTo>
                      <a:pt x="65" y="3708"/>
                      <a:pt x="65" y="3669"/>
                      <a:pt x="65" y="3629"/>
                    </a:cubicBezTo>
                    <a:cubicBezTo>
                      <a:pt x="85" y="3629"/>
                      <a:pt x="104" y="3629"/>
                      <a:pt x="124" y="3629"/>
                    </a:cubicBezTo>
                    <a:cubicBezTo>
                      <a:pt x="124" y="3609"/>
                      <a:pt x="124" y="3590"/>
                      <a:pt x="124" y="3570"/>
                    </a:cubicBezTo>
                    <a:cubicBezTo>
                      <a:pt x="202" y="3570"/>
                      <a:pt x="280" y="3570"/>
                      <a:pt x="360" y="3570"/>
                    </a:cubicBezTo>
                    <a:cubicBezTo>
                      <a:pt x="360" y="3453"/>
                      <a:pt x="360" y="3336"/>
                      <a:pt x="360" y="3216"/>
                    </a:cubicBezTo>
                    <a:cubicBezTo>
                      <a:pt x="341" y="3216"/>
                      <a:pt x="321" y="3216"/>
                      <a:pt x="301" y="3216"/>
                    </a:cubicBezTo>
                    <a:cubicBezTo>
                      <a:pt x="301" y="3177"/>
                      <a:pt x="301" y="3138"/>
                      <a:pt x="301" y="3098"/>
                    </a:cubicBezTo>
                    <a:cubicBezTo>
                      <a:pt x="262" y="3098"/>
                      <a:pt x="224" y="3098"/>
                      <a:pt x="183" y="3098"/>
                    </a:cubicBezTo>
                    <a:cubicBezTo>
                      <a:pt x="183" y="3078"/>
                      <a:pt x="183" y="3059"/>
                      <a:pt x="183" y="3039"/>
                    </a:cubicBezTo>
                    <a:cubicBezTo>
                      <a:pt x="144" y="3039"/>
                      <a:pt x="105" y="3039"/>
                      <a:pt x="65" y="3039"/>
                    </a:cubicBezTo>
                    <a:cubicBezTo>
                      <a:pt x="65" y="2980"/>
                      <a:pt x="65" y="2922"/>
                      <a:pt x="65" y="2862"/>
                    </a:cubicBezTo>
                    <a:cubicBezTo>
                      <a:pt x="85" y="2862"/>
                      <a:pt x="104" y="2862"/>
                      <a:pt x="124" y="2862"/>
                    </a:cubicBezTo>
                    <a:cubicBezTo>
                      <a:pt x="123" y="2778"/>
                      <a:pt x="120" y="2694"/>
                      <a:pt x="117" y="2611"/>
                    </a:cubicBezTo>
                    <a:cubicBezTo>
                      <a:pt x="116" y="2572"/>
                      <a:pt x="115" y="2533"/>
                      <a:pt x="114" y="2494"/>
                    </a:cubicBezTo>
                    <a:cubicBezTo>
                      <a:pt x="113" y="2450"/>
                      <a:pt x="112" y="2405"/>
                      <a:pt x="110" y="2360"/>
                    </a:cubicBezTo>
                    <a:cubicBezTo>
                      <a:pt x="110" y="2353"/>
                      <a:pt x="110" y="2353"/>
                      <a:pt x="109" y="2318"/>
                    </a:cubicBezTo>
                    <a:cubicBezTo>
                      <a:pt x="105" y="2223"/>
                      <a:pt x="105" y="2223"/>
                      <a:pt x="74" y="2192"/>
                    </a:cubicBezTo>
                    <a:cubicBezTo>
                      <a:pt x="50" y="2177"/>
                      <a:pt x="50" y="2177"/>
                      <a:pt x="26" y="2166"/>
                    </a:cubicBezTo>
                    <a:cubicBezTo>
                      <a:pt x="6" y="2154"/>
                      <a:pt x="6" y="2154"/>
                      <a:pt x="1" y="2129"/>
                    </a:cubicBezTo>
                    <a:cubicBezTo>
                      <a:pt x="1" y="2101"/>
                      <a:pt x="5" y="2076"/>
                      <a:pt x="10" y="2049"/>
                    </a:cubicBezTo>
                    <a:cubicBezTo>
                      <a:pt x="11" y="2044"/>
                      <a:pt x="11" y="2044"/>
                      <a:pt x="13" y="2020"/>
                    </a:cubicBezTo>
                    <a:cubicBezTo>
                      <a:pt x="22" y="1969"/>
                      <a:pt x="22" y="1969"/>
                      <a:pt x="36" y="1947"/>
                    </a:cubicBezTo>
                    <a:cubicBezTo>
                      <a:pt x="50" y="1942"/>
                      <a:pt x="50" y="1942"/>
                      <a:pt x="124" y="1918"/>
                    </a:cubicBezTo>
                    <a:cubicBezTo>
                      <a:pt x="124" y="1742"/>
                      <a:pt x="124" y="1567"/>
                      <a:pt x="124" y="1387"/>
                    </a:cubicBezTo>
                    <a:cubicBezTo>
                      <a:pt x="95" y="1377"/>
                      <a:pt x="66" y="1367"/>
                      <a:pt x="36" y="1357"/>
                    </a:cubicBezTo>
                    <a:cubicBezTo>
                      <a:pt x="15" y="1326"/>
                      <a:pt x="14" y="1292"/>
                      <a:pt x="10" y="1256"/>
                    </a:cubicBezTo>
                    <a:cubicBezTo>
                      <a:pt x="8" y="1246"/>
                      <a:pt x="7" y="1237"/>
                      <a:pt x="5" y="1228"/>
                    </a:cubicBezTo>
                    <a:cubicBezTo>
                      <a:pt x="1" y="1199"/>
                      <a:pt x="0" y="1179"/>
                      <a:pt x="6" y="1151"/>
                    </a:cubicBezTo>
                    <a:cubicBezTo>
                      <a:pt x="26" y="1138"/>
                      <a:pt x="26" y="1138"/>
                      <a:pt x="50" y="1127"/>
                    </a:cubicBezTo>
                    <a:cubicBezTo>
                      <a:pt x="82" y="1107"/>
                      <a:pt x="93" y="1098"/>
                      <a:pt x="104" y="1061"/>
                    </a:cubicBezTo>
                    <a:cubicBezTo>
                      <a:pt x="108" y="1022"/>
                      <a:pt x="109" y="983"/>
                      <a:pt x="110" y="944"/>
                    </a:cubicBezTo>
                    <a:cubicBezTo>
                      <a:pt x="110" y="937"/>
                      <a:pt x="110" y="937"/>
                      <a:pt x="112" y="900"/>
                    </a:cubicBezTo>
                    <a:cubicBezTo>
                      <a:pt x="113" y="863"/>
                      <a:pt x="114" y="825"/>
                      <a:pt x="115" y="787"/>
                    </a:cubicBezTo>
                    <a:cubicBezTo>
                      <a:pt x="115" y="748"/>
                      <a:pt x="117" y="709"/>
                      <a:pt x="118" y="670"/>
                    </a:cubicBezTo>
                    <a:cubicBezTo>
                      <a:pt x="121" y="594"/>
                      <a:pt x="123" y="518"/>
                      <a:pt x="124" y="443"/>
                    </a:cubicBezTo>
                    <a:cubicBezTo>
                      <a:pt x="105" y="443"/>
                      <a:pt x="85" y="443"/>
                      <a:pt x="65" y="443"/>
                    </a:cubicBezTo>
                    <a:cubicBezTo>
                      <a:pt x="65" y="365"/>
                      <a:pt x="65" y="287"/>
                      <a:pt x="65" y="207"/>
                    </a:cubicBezTo>
                    <a:cubicBezTo>
                      <a:pt x="85" y="207"/>
                      <a:pt x="104" y="207"/>
                      <a:pt x="124" y="207"/>
                    </a:cubicBezTo>
                    <a:cubicBezTo>
                      <a:pt x="124" y="187"/>
                      <a:pt x="124" y="168"/>
                      <a:pt x="124" y="148"/>
                    </a:cubicBezTo>
                    <a:cubicBezTo>
                      <a:pt x="183" y="148"/>
                      <a:pt x="241" y="148"/>
                      <a:pt x="301" y="148"/>
                    </a:cubicBezTo>
                    <a:cubicBezTo>
                      <a:pt x="301" y="186"/>
                      <a:pt x="301" y="225"/>
                      <a:pt x="301" y="266"/>
                    </a:cubicBezTo>
                    <a:cubicBezTo>
                      <a:pt x="321" y="266"/>
                      <a:pt x="340" y="266"/>
                      <a:pt x="360" y="266"/>
                    </a:cubicBezTo>
                    <a:cubicBezTo>
                      <a:pt x="360" y="285"/>
                      <a:pt x="360" y="304"/>
                      <a:pt x="360" y="325"/>
                    </a:cubicBezTo>
                    <a:cubicBezTo>
                      <a:pt x="380" y="325"/>
                      <a:pt x="399" y="325"/>
                      <a:pt x="419" y="325"/>
                    </a:cubicBezTo>
                    <a:cubicBezTo>
                      <a:pt x="419" y="305"/>
                      <a:pt x="419" y="286"/>
                      <a:pt x="419" y="266"/>
                    </a:cubicBezTo>
                    <a:cubicBezTo>
                      <a:pt x="439" y="266"/>
                      <a:pt x="458" y="266"/>
                      <a:pt x="478" y="266"/>
                    </a:cubicBezTo>
                    <a:cubicBezTo>
                      <a:pt x="478" y="246"/>
                      <a:pt x="478" y="227"/>
                      <a:pt x="478" y="207"/>
                    </a:cubicBezTo>
                    <a:cubicBezTo>
                      <a:pt x="498" y="207"/>
                      <a:pt x="517" y="207"/>
                      <a:pt x="537" y="207"/>
                    </a:cubicBezTo>
                    <a:cubicBezTo>
                      <a:pt x="537" y="187"/>
                      <a:pt x="537" y="168"/>
                      <a:pt x="537" y="148"/>
                    </a:cubicBezTo>
                    <a:cubicBezTo>
                      <a:pt x="615" y="148"/>
                      <a:pt x="693" y="148"/>
                      <a:pt x="773" y="148"/>
                    </a:cubicBezTo>
                    <a:cubicBezTo>
                      <a:pt x="773" y="128"/>
                      <a:pt x="773" y="109"/>
                      <a:pt x="773" y="89"/>
                    </a:cubicBezTo>
                    <a:cubicBezTo>
                      <a:pt x="1786" y="89"/>
                      <a:pt x="2798" y="89"/>
                      <a:pt x="3842" y="89"/>
                    </a:cubicBezTo>
                    <a:cubicBezTo>
                      <a:pt x="3842" y="108"/>
                      <a:pt x="3842" y="127"/>
                      <a:pt x="3842" y="148"/>
                    </a:cubicBezTo>
                    <a:cubicBezTo>
                      <a:pt x="4075" y="148"/>
                      <a:pt x="4309" y="148"/>
                      <a:pt x="4550" y="148"/>
                    </a:cubicBezTo>
                    <a:cubicBezTo>
                      <a:pt x="4550" y="167"/>
                      <a:pt x="4550" y="186"/>
                      <a:pt x="4550" y="207"/>
                    </a:cubicBezTo>
                    <a:cubicBezTo>
                      <a:pt x="4589" y="207"/>
                      <a:pt x="4628" y="207"/>
                      <a:pt x="4668" y="207"/>
                    </a:cubicBezTo>
                    <a:cubicBezTo>
                      <a:pt x="4668" y="168"/>
                      <a:pt x="4668" y="129"/>
                      <a:pt x="4668" y="89"/>
                    </a:cubicBezTo>
                    <a:cubicBezTo>
                      <a:pt x="4687" y="89"/>
                      <a:pt x="4707" y="89"/>
                      <a:pt x="4727" y="89"/>
                    </a:cubicBezTo>
                    <a:cubicBezTo>
                      <a:pt x="4736" y="59"/>
                      <a:pt x="4746" y="30"/>
                      <a:pt x="47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75" cap="flat">
                <a:noFill/>
              </a:ln>
            </p:spPr>
          </p:sp>
          <p:sp>
            <p:nvSpPr>
              <p:cNvPr id="1875" name="ICON_C_WINDOWS_HEADER_path_004"/>
              <p:cNvSpPr/>
              <p:nvPr/>
            </p:nvSpPr>
            <p:spPr>
              <a:xfrm>
                <a:off x="5618279" y="7106520"/>
                <a:ext cx="170553" cy="102867"/>
              </a:xfrm>
              <a:custGeom>
                <a:avLst/>
                <a:gdLst/>
                <a:ahLst/>
                <a:cxnLst/>
                <a:rect l="0" t="0" r="r" b="b"/>
                <a:pathLst>
                  <a:path w="13429" h="8100" fill="norm" stroke="0">
                    <a:moveTo>
                      <a:pt x="8378" y="16"/>
                    </a:moveTo>
                    <a:cubicBezTo>
                      <a:pt x="9000" y="14"/>
                      <a:pt x="9622" y="12"/>
                      <a:pt x="10244" y="10"/>
                    </a:cubicBezTo>
                    <a:cubicBezTo>
                      <a:pt x="10318" y="10"/>
                      <a:pt x="10391" y="10"/>
                      <a:pt x="10464" y="10"/>
                    </a:cubicBezTo>
                    <a:cubicBezTo>
                      <a:pt x="10472" y="10"/>
                      <a:pt x="10479" y="10"/>
                      <a:pt x="10486" y="10"/>
                    </a:cubicBezTo>
                    <a:cubicBezTo>
                      <a:pt x="10731" y="9"/>
                      <a:pt x="10975" y="8"/>
                      <a:pt x="11219" y="7"/>
                    </a:cubicBezTo>
                    <a:cubicBezTo>
                      <a:pt x="11461" y="6"/>
                      <a:pt x="11704" y="5"/>
                      <a:pt x="11947" y="5"/>
                    </a:cubicBezTo>
                    <a:cubicBezTo>
                      <a:pt x="12097" y="5"/>
                      <a:pt x="12247" y="5"/>
                      <a:pt x="12397" y="4"/>
                    </a:cubicBezTo>
                    <a:cubicBezTo>
                      <a:pt x="12499" y="3"/>
                      <a:pt x="12602" y="3"/>
                      <a:pt x="12705" y="3"/>
                    </a:cubicBezTo>
                    <a:cubicBezTo>
                      <a:pt x="12764" y="3"/>
                      <a:pt x="12823" y="3"/>
                      <a:pt x="12883" y="2"/>
                    </a:cubicBezTo>
                    <a:cubicBezTo>
                      <a:pt x="12937" y="2"/>
                      <a:pt x="12991" y="2"/>
                      <a:pt x="13046" y="2"/>
                    </a:cubicBezTo>
                    <a:cubicBezTo>
                      <a:pt x="13065" y="2"/>
                      <a:pt x="13085" y="2"/>
                      <a:pt x="13105" y="2"/>
                    </a:cubicBezTo>
                    <a:cubicBezTo>
                      <a:pt x="13193" y="0"/>
                      <a:pt x="13273" y="2"/>
                      <a:pt x="13346" y="57"/>
                    </a:cubicBezTo>
                    <a:cubicBezTo>
                      <a:pt x="13429" y="157"/>
                      <a:pt x="13410" y="298"/>
                      <a:pt x="13409" y="421"/>
                    </a:cubicBezTo>
                    <a:cubicBezTo>
                      <a:pt x="13408" y="461"/>
                      <a:pt x="13409" y="501"/>
                      <a:pt x="13409" y="541"/>
                    </a:cubicBezTo>
                    <a:cubicBezTo>
                      <a:pt x="13409" y="611"/>
                      <a:pt x="13409" y="681"/>
                      <a:pt x="13409" y="751"/>
                    </a:cubicBezTo>
                    <a:cubicBezTo>
                      <a:pt x="13408" y="856"/>
                      <a:pt x="13408" y="960"/>
                      <a:pt x="13408" y="1064"/>
                    </a:cubicBezTo>
                    <a:cubicBezTo>
                      <a:pt x="13409" y="1239"/>
                      <a:pt x="13409" y="1415"/>
                      <a:pt x="13408" y="1590"/>
                    </a:cubicBezTo>
                    <a:cubicBezTo>
                      <a:pt x="13408" y="1764"/>
                      <a:pt x="13407" y="1938"/>
                      <a:pt x="13407" y="2111"/>
                    </a:cubicBezTo>
                    <a:cubicBezTo>
                      <a:pt x="13407" y="2117"/>
                      <a:pt x="13407" y="2117"/>
                      <a:pt x="13407" y="2144"/>
                    </a:cubicBezTo>
                    <a:cubicBezTo>
                      <a:pt x="13407" y="2188"/>
                      <a:pt x="13407" y="2232"/>
                      <a:pt x="13407" y="2276"/>
                    </a:cubicBezTo>
                    <a:cubicBezTo>
                      <a:pt x="13407" y="2687"/>
                      <a:pt x="13407" y="3099"/>
                      <a:pt x="13406" y="3511"/>
                    </a:cubicBezTo>
                    <a:cubicBezTo>
                      <a:pt x="13405" y="3876"/>
                      <a:pt x="13405" y="4242"/>
                      <a:pt x="13405" y="4607"/>
                    </a:cubicBezTo>
                    <a:cubicBezTo>
                      <a:pt x="13405" y="4631"/>
                      <a:pt x="13405" y="4654"/>
                      <a:pt x="13405" y="4678"/>
                    </a:cubicBezTo>
                    <a:cubicBezTo>
                      <a:pt x="13405" y="4689"/>
                      <a:pt x="13405" y="4701"/>
                      <a:pt x="13405" y="4713"/>
                    </a:cubicBezTo>
                    <a:cubicBezTo>
                      <a:pt x="13405" y="4771"/>
                      <a:pt x="13405" y="4830"/>
                      <a:pt x="13405" y="4888"/>
                    </a:cubicBezTo>
                    <a:cubicBezTo>
                      <a:pt x="13405" y="4900"/>
                      <a:pt x="13405" y="4911"/>
                      <a:pt x="13405" y="4923"/>
                    </a:cubicBezTo>
                    <a:cubicBezTo>
                      <a:pt x="13405" y="5229"/>
                      <a:pt x="13405" y="5534"/>
                      <a:pt x="13404" y="5840"/>
                    </a:cubicBezTo>
                    <a:cubicBezTo>
                      <a:pt x="13404" y="5851"/>
                      <a:pt x="13404" y="5862"/>
                      <a:pt x="13404" y="5873"/>
                    </a:cubicBezTo>
                    <a:cubicBezTo>
                      <a:pt x="13404" y="5917"/>
                      <a:pt x="13404" y="5960"/>
                      <a:pt x="13404" y="6004"/>
                    </a:cubicBezTo>
                    <a:cubicBezTo>
                      <a:pt x="13404" y="6156"/>
                      <a:pt x="13404" y="6308"/>
                      <a:pt x="13404" y="6460"/>
                    </a:cubicBezTo>
                    <a:cubicBezTo>
                      <a:pt x="13404" y="6656"/>
                      <a:pt x="13403" y="6852"/>
                      <a:pt x="13403" y="7048"/>
                    </a:cubicBezTo>
                    <a:cubicBezTo>
                      <a:pt x="13402" y="7152"/>
                      <a:pt x="13402" y="7255"/>
                      <a:pt x="13402" y="7359"/>
                    </a:cubicBezTo>
                    <a:cubicBezTo>
                      <a:pt x="13402" y="7428"/>
                      <a:pt x="13402" y="7497"/>
                      <a:pt x="13402" y="7566"/>
                    </a:cubicBezTo>
                    <a:cubicBezTo>
                      <a:pt x="13402" y="7606"/>
                      <a:pt x="13402" y="7645"/>
                      <a:pt x="13402" y="7685"/>
                    </a:cubicBezTo>
                    <a:cubicBezTo>
                      <a:pt x="13402" y="7727"/>
                      <a:pt x="13402" y="7770"/>
                      <a:pt x="13401" y="7812"/>
                    </a:cubicBezTo>
                    <a:cubicBezTo>
                      <a:pt x="13401" y="7818"/>
                      <a:pt x="13401" y="7818"/>
                      <a:pt x="13402" y="7849"/>
                    </a:cubicBezTo>
                    <a:cubicBezTo>
                      <a:pt x="13400" y="7951"/>
                      <a:pt x="13377" y="7995"/>
                      <a:pt x="13335" y="8100"/>
                    </a:cubicBezTo>
                    <a:cubicBezTo>
                      <a:pt x="11699" y="8100"/>
                      <a:pt x="10064" y="8100"/>
                      <a:pt x="8378" y="8100"/>
                    </a:cubicBezTo>
                    <a:cubicBezTo>
                      <a:pt x="8378" y="8041"/>
                      <a:pt x="8378" y="7983"/>
                      <a:pt x="8378" y="7923"/>
                    </a:cubicBezTo>
                    <a:cubicBezTo>
                      <a:pt x="8391" y="7923"/>
                      <a:pt x="8391" y="7923"/>
                      <a:pt x="8452" y="7922"/>
                    </a:cubicBezTo>
                    <a:cubicBezTo>
                      <a:pt x="9028" y="7919"/>
                      <a:pt x="9605" y="7916"/>
                      <a:pt x="10181" y="7913"/>
                    </a:cubicBezTo>
                    <a:cubicBezTo>
                      <a:pt x="10252" y="7913"/>
                      <a:pt x="10323" y="7912"/>
                      <a:pt x="10394" y="7912"/>
                    </a:cubicBezTo>
                    <a:cubicBezTo>
                      <a:pt x="10408" y="7912"/>
                      <a:pt x="10422" y="7912"/>
                      <a:pt x="10436" y="7912"/>
                    </a:cubicBezTo>
                    <a:cubicBezTo>
                      <a:pt x="10665" y="7910"/>
                      <a:pt x="10894" y="7909"/>
                      <a:pt x="11123" y="7908"/>
                    </a:cubicBezTo>
                    <a:cubicBezTo>
                      <a:pt x="11357" y="7907"/>
                      <a:pt x="11592" y="7905"/>
                      <a:pt x="11826" y="7904"/>
                    </a:cubicBezTo>
                    <a:cubicBezTo>
                      <a:pt x="11971" y="7903"/>
                      <a:pt x="12116" y="7902"/>
                      <a:pt x="12261" y="7902"/>
                    </a:cubicBezTo>
                    <a:cubicBezTo>
                      <a:pt x="12360" y="7901"/>
                      <a:pt x="12459" y="7901"/>
                      <a:pt x="12558" y="7900"/>
                    </a:cubicBezTo>
                    <a:cubicBezTo>
                      <a:pt x="12615" y="7900"/>
                      <a:pt x="12673" y="7899"/>
                      <a:pt x="12730" y="7899"/>
                    </a:cubicBezTo>
                    <a:cubicBezTo>
                      <a:pt x="12782" y="7899"/>
                      <a:pt x="12835" y="7899"/>
                      <a:pt x="12887" y="7898"/>
                    </a:cubicBezTo>
                    <a:cubicBezTo>
                      <a:pt x="12906" y="7898"/>
                      <a:pt x="12925" y="7898"/>
                      <a:pt x="12944" y="7898"/>
                    </a:cubicBezTo>
                    <a:cubicBezTo>
                      <a:pt x="12970" y="7898"/>
                      <a:pt x="12996" y="7898"/>
                      <a:pt x="13021" y="7897"/>
                    </a:cubicBezTo>
                    <a:cubicBezTo>
                      <a:pt x="13029" y="7897"/>
                      <a:pt x="13029" y="7897"/>
                      <a:pt x="13065" y="7897"/>
                    </a:cubicBezTo>
                    <a:cubicBezTo>
                      <a:pt x="13099" y="7893"/>
                      <a:pt x="13099" y="7893"/>
                      <a:pt x="13128" y="7864"/>
                    </a:cubicBezTo>
                    <a:cubicBezTo>
                      <a:pt x="13132" y="7842"/>
                      <a:pt x="13132" y="7842"/>
                      <a:pt x="13132" y="7816"/>
                    </a:cubicBezTo>
                    <a:cubicBezTo>
                      <a:pt x="13132" y="7811"/>
                      <a:pt x="13132" y="7811"/>
                      <a:pt x="13132" y="7786"/>
                    </a:cubicBezTo>
                    <a:cubicBezTo>
                      <a:pt x="13132" y="7780"/>
                      <a:pt x="13132" y="7780"/>
                      <a:pt x="13132" y="7753"/>
                    </a:cubicBezTo>
                    <a:cubicBezTo>
                      <a:pt x="13132" y="7741"/>
                      <a:pt x="13132" y="7730"/>
                      <a:pt x="13132" y="7718"/>
                    </a:cubicBezTo>
                    <a:cubicBezTo>
                      <a:pt x="13132" y="7679"/>
                      <a:pt x="13132" y="7640"/>
                      <a:pt x="13132" y="7600"/>
                    </a:cubicBezTo>
                    <a:cubicBezTo>
                      <a:pt x="13132" y="7573"/>
                      <a:pt x="13132" y="7545"/>
                      <a:pt x="13132" y="7517"/>
                    </a:cubicBezTo>
                    <a:cubicBezTo>
                      <a:pt x="13132" y="7457"/>
                      <a:pt x="13132" y="7396"/>
                      <a:pt x="13131" y="7336"/>
                    </a:cubicBezTo>
                    <a:cubicBezTo>
                      <a:pt x="13131" y="7249"/>
                      <a:pt x="13131" y="7162"/>
                      <a:pt x="13131" y="7075"/>
                    </a:cubicBezTo>
                    <a:cubicBezTo>
                      <a:pt x="13131" y="6934"/>
                      <a:pt x="13131" y="6793"/>
                      <a:pt x="13130" y="6652"/>
                    </a:cubicBezTo>
                    <a:cubicBezTo>
                      <a:pt x="13130" y="6514"/>
                      <a:pt x="13130" y="6377"/>
                      <a:pt x="13130" y="6240"/>
                    </a:cubicBezTo>
                    <a:cubicBezTo>
                      <a:pt x="13130" y="6232"/>
                      <a:pt x="13130" y="6223"/>
                      <a:pt x="13130" y="6214"/>
                    </a:cubicBezTo>
                    <a:cubicBezTo>
                      <a:pt x="13130" y="6172"/>
                      <a:pt x="13130" y="6130"/>
                      <a:pt x="13130" y="6087"/>
                    </a:cubicBezTo>
                    <a:cubicBezTo>
                      <a:pt x="13129" y="5735"/>
                      <a:pt x="13129" y="5383"/>
                      <a:pt x="13128" y="5032"/>
                    </a:cubicBezTo>
                    <a:cubicBezTo>
                      <a:pt x="13060" y="5012"/>
                      <a:pt x="12992" y="4993"/>
                      <a:pt x="12922" y="4973"/>
                    </a:cubicBezTo>
                    <a:cubicBezTo>
                      <a:pt x="12922" y="4953"/>
                      <a:pt x="12922" y="4934"/>
                      <a:pt x="12922" y="4914"/>
                    </a:cubicBezTo>
                    <a:cubicBezTo>
                      <a:pt x="12883" y="4914"/>
                      <a:pt x="12844" y="4914"/>
                      <a:pt x="12804" y="4914"/>
                    </a:cubicBezTo>
                    <a:cubicBezTo>
                      <a:pt x="12804" y="4894"/>
                      <a:pt x="12804" y="4875"/>
                      <a:pt x="12804" y="4855"/>
                    </a:cubicBezTo>
                    <a:cubicBezTo>
                      <a:pt x="12795" y="4856"/>
                      <a:pt x="12787" y="4857"/>
                      <a:pt x="12778" y="4859"/>
                    </a:cubicBezTo>
                    <a:cubicBezTo>
                      <a:pt x="12730" y="4853"/>
                      <a:pt x="12711" y="4826"/>
                      <a:pt x="12682" y="4790"/>
                    </a:cubicBezTo>
                    <a:cubicBezTo>
                      <a:pt x="12677" y="4784"/>
                      <a:pt x="12672" y="4777"/>
                      <a:pt x="12666" y="4770"/>
                    </a:cubicBezTo>
                    <a:cubicBezTo>
                      <a:pt x="12622" y="4711"/>
                      <a:pt x="12616" y="4661"/>
                      <a:pt x="12623" y="4587"/>
                    </a:cubicBezTo>
                    <a:cubicBezTo>
                      <a:pt x="12624" y="4578"/>
                      <a:pt x="12625" y="4569"/>
                      <a:pt x="12627" y="4560"/>
                    </a:cubicBezTo>
                    <a:cubicBezTo>
                      <a:pt x="12607" y="4560"/>
                      <a:pt x="12588" y="4560"/>
                      <a:pt x="12568" y="4560"/>
                    </a:cubicBezTo>
                    <a:cubicBezTo>
                      <a:pt x="12568" y="4521"/>
                      <a:pt x="12568" y="4482"/>
                      <a:pt x="12568" y="4442"/>
                    </a:cubicBezTo>
                    <a:cubicBezTo>
                      <a:pt x="12548" y="4442"/>
                      <a:pt x="12529" y="4442"/>
                      <a:pt x="12509" y="4442"/>
                    </a:cubicBezTo>
                    <a:cubicBezTo>
                      <a:pt x="12489" y="4344"/>
                      <a:pt x="12470" y="4247"/>
                      <a:pt x="12450" y="4147"/>
                    </a:cubicBezTo>
                    <a:cubicBezTo>
                      <a:pt x="12430" y="4147"/>
                      <a:pt x="12411" y="4147"/>
                      <a:pt x="12391" y="4147"/>
                    </a:cubicBezTo>
                    <a:cubicBezTo>
                      <a:pt x="12391" y="4108"/>
                      <a:pt x="12391" y="4069"/>
                      <a:pt x="12391" y="4029"/>
                    </a:cubicBezTo>
                    <a:cubicBezTo>
                      <a:pt x="12383" y="4037"/>
                      <a:pt x="12375" y="4046"/>
                      <a:pt x="12367" y="4054"/>
                    </a:cubicBezTo>
                    <a:cubicBezTo>
                      <a:pt x="12356" y="4065"/>
                      <a:pt x="12346" y="4076"/>
                      <a:pt x="12335" y="4088"/>
                    </a:cubicBezTo>
                    <a:cubicBezTo>
                      <a:pt x="12330" y="4093"/>
                      <a:pt x="12325" y="4099"/>
                      <a:pt x="12320" y="4105"/>
                    </a:cubicBezTo>
                    <a:cubicBezTo>
                      <a:pt x="12293" y="4132"/>
                      <a:pt x="12278" y="4146"/>
                      <a:pt x="12239" y="4150"/>
                    </a:cubicBezTo>
                    <a:cubicBezTo>
                      <a:pt x="12231" y="4149"/>
                      <a:pt x="12222" y="4148"/>
                      <a:pt x="12214" y="4147"/>
                    </a:cubicBezTo>
                    <a:cubicBezTo>
                      <a:pt x="12214" y="4161"/>
                      <a:pt x="12214" y="4176"/>
                      <a:pt x="12215" y="4191"/>
                    </a:cubicBezTo>
                    <a:cubicBezTo>
                      <a:pt x="12215" y="4210"/>
                      <a:pt x="12215" y="4229"/>
                      <a:pt x="12216" y="4248"/>
                    </a:cubicBezTo>
                    <a:cubicBezTo>
                      <a:pt x="12216" y="4258"/>
                      <a:pt x="12216" y="4267"/>
                      <a:pt x="12216" y="4277"/>
                    </a:cubicBezTo>
                    <a:cubicBezTo>
                      <a:pt x="12216" y="4282"/>
                      <a:pt x="12216" y="4282"/>
                      <a:pt x="12217" y="4305"/>
                    </a:cubicBezTo>
                    <a:cubicBezTo>
                      <a:pt x="12217" y="4309"/>
                      <a:pt x="12217" y="4309"/>
                      <a:pt x="12217" y="4331"/>
                    </a:cubicBezTo>
                    <a:cubicBezTo>
                      <a:pt x="12214" y="4353"/>
                      <a:pt x="12214" y="4353"/>
                      <a:pt x="12184" y="4383"/>
                    </a:cubicBezTo>
                    <a:cubicBezTo>
                      <a:pt x="12179" y="4404"/>
                      <a:pt x="12179" y="4404"/>
                      <a:pt x="12176" y="4430"/>
                    </a:cubicBezTo>
                    <a:cubicBezTo>
                      <a:pt x="12175" y="4439"/>
                      <a:pt x="12174" y="4448"/>
                      <a:pt x="12173" y="4457"/>
                    </a:cubicBezTo>
                    <a:cubicBezTo>
                      <a:pt x="12172" y="4462"/>
                      <a:pt x="12172" y="4462"/>
                      <a:pt x="12169" y="4486"/>
                    </a:cubicBezTo>
                    <a:cubicBezTo>
                      <a:pt x="12167" y="4505"/>
                      <a:pt x="12165" y="4523"/>
                      <a:pt x="12163" y="4542"/>
                    </a:cubicBezTo>
                    <a:cubicBezTo>
                      <a:pt x="12162" y="4550"/>
                      <a:pt x="12161" y="4559"/>
                      <a:pt x="12160" y="4567"/>
                    </a:cubicBezTo>
                    <a:cubicBezTo>
                      <a:pt x="12155" y="4589"/>
                      <a:pt x="12155" y="4589"/>
                      <a:pt x="12125" y="4619"/>
                    </a:cubicBezTo>
                    <a:cubicBezTo>
                      <a:pt x="12119" y="4644"/>
                      <a:pt x="12119" y="4644"/>
                      <a:pt x="12116" y="4673"/>
                    </a:cubicBezTo>
                    <a:cubicBezTo>
                      <a:pt x="12115" y="4684"/>
                      <a:pt x="12113" y="4694"/>
                      <a:pt x="12112" y="4705"/>
                    </a:cubicBezTo>
                    <a:cubicBezTo>
                      <a:pt x="12112" y="4711"/>
                      <a:pt x="12112" y="4711"/>
                      <a:pt x="12109" y="4738"/>
                    </a:cubicBezTo>
                    <a:cubicBezTo>
                      <a:pt x="12107" y="4750"/>
                      <a:pt x="12106" y="4761"/>
                      <a:pt x="12105" y="4772"/>
                    </a:cubicBezTo>
                    <a:cubicBezTo>
                      <a:pt x="12102" y="4800"/>
                      <a:pt x="12099" y="4827"/>
                      <a:pt x="12096" y="4855"/>
                    </a:cubicBezTo>
                    <a:cubicBezTo>
                      <a:pt x="12076" y="4855"/>
                      <a:pt x="12057" y="4855"/>
                      <a:pt x="12037" y="4855"/>
                    </a:cubicBezTo>
                    <a:cubicBezTo>
                      <a:pt x="12037" y="4971"/>
                      <a:pt x="12037" y="5088"/>
                      <a:pt x="12037" y="5209"/>
                    </a:cubicBezTo>
                    <a:cubicBezTo>
                      <a:pt x="12017" y="5209"/>
                      <a:pt x="11998" y="5209"/>
                      <a:pt x="11978" y="5209"/>
                    </a:cubicBezTo>
                    <a:cubicBezTo>
                      <a:pt x="11978" y="5287"/>
                      <a:pt x="11978" y="5364"/>
                      <a:pt x="11978" y="5445"/>
                    </a:cubicBezTo>
                    <a:cubicBezTo>
                      <a:pt x="11958" y="5445"/>
                      <a:pt x="11939" y="5445"/>
                      <a:pt x="11919" y="5445"/>
                    </a:cubicBezTo>
                    <a:cubicBezTo>
                      <a:pt x="11919" y="5542"/>
                      <a:pt x="11919" y="5639"/>
                      <a:pt x="11919" y="5740"/>
                    </a:cubicBezTo>
                    <a:cubicBezTo>
                      <a:pt x="11899" y="5740"/>
                      <a:pt x="11880" y="5740"/>
                      <a:pt x="11860" y="5740"/>
                    </a:cubicBezTo>
                    <a:cubicBezTo>
                      <a:pt x="11861" y="5749"/>
                      <a:pt x="11862" y="5758"/>
                      <a:pt x="11864" y="5767"/>
                    </a:cubicBezTo>
                    <a:cubicBezTo>
                      <a:pt x="11871" y="5853"/>
                      <a:pt x="11858" y="5904"/>
                      <a:pt x="11804" y="5970"/>
                    </a:cubicBezTo>
                    <a:cubicBezTo>
                      <a:pt x="11799" y="5977"/>
                      <a:pt x="11794" y="5983"/>
                      <a:pt x="11789" y="5990"/>
                    </a:cubicBezTo>
                    <a:cubicBezTo>
                      <a:pt x="11763" y="6020"/>
                      <a:pt x="11748" y="6034"/>
                      <a:pt x="11708" y="6039"/>
                    </a:cubicBezTo>
                    <a:cubicBezTo>
                      <a:pt x="11700" y="6037"/>
                      <a:pt x="11691" y="6036"/>
                      <a:pt x="11683" y="6035"/>
                    </a:cubicBezTo>
                    <a:cubicBezTo>
                      <a:pt x="11683" y="6054"/>
                      <a:pt x="11683" y="6074"/>
                      <a:pt x="11683" y="6094"/>
                    </a:cubicBezTo>
                    <a:cubicBezTo>
                      <a:pt x="11644" y="6094"/>
                      <a:pt x="11605" y="6094"/>
                      <a:pt x="11565" y="6094"/>
                    </a:cubicBezTo>
                    <a:cubicBezTo>
                      <a:pt x="11565" y="6113"/>
                      <a:pt x="11565" y="6133"/>
                      <a:pt x="11565" y="6153"/>
                    </a:cubicBezTo>
                    <a:cubicBezTo>
                      <a:pt x="11423" y="6120"/>
                      <a:pt x="11423" y="6120"/>
                      <a:pt x="11388" y="6094"/>
                    </a:cubicBezTo>
                    <a:cubicBezTo>
                      <a:pt x="11384" y="6062"/>
                      <a:pt x="11384" y="6062"/>
                      <a:pt x="11388" y="6035"/>
                    </a:cubicBezTo>
                    <a:cubicBezTo>
                      <a:pt x="11368" y="6035"/>
                      <a:pt x="11349" y="6035"/>
                      <a:pt x="11329" y="6035"/>
                    </a:cubicBezTo>
                    <a:cubicBezTo>
                      <a:pt x="11329" y="6015"/>
                      <a:pt x="11329" y="5996"/>
                      <a:pt x="11329" y="5976"/>
                    </a:cubicBezTo>
                    <a:cubicBezTo>
                      <a:pt x="11309" y="5976"/>
                      <a:pt x="11290" y="5976"/>
                      <a:pt x="11270" y="5976"/>
                    </a:cubicBezTo>
                    <a:cubicBezTo>
                      <a:pt x="11270" y="5937"/>
                      <a:pt x="11270" y="5898"/>
                      <a:pt x="11270" y="5858"/>
                    </a:cubicBezTo>
                    <a:cubicBezTo>
                      <a:pt x="11250" y="5858"/>
                      <a:pt x="11231" y="5858"/>
                      <a:pt x="11211" y="5858"/>
                    </a:cubicBezTo>
                    <a:cubicBezTo>
                      <a:pt x="11211" y="5780"/>
                      <a:pt x="11211" y="5702"/>
                      <a:pt x="11211" y="5622"/>
                    </a:cubicBezTo>
                    <a:cubicBezTo>
                      <a:pt x="11191" y="5622"/>
                      <a:pt x="11172" y="5622"/>
                      <a:pt x="11152" y="5622"/>
                    </a:cubicBezTo>
                    <a:cubicBezTo>
                      <a:pt x="11103" y="5482"/>
                      <a:pt x="11083" y="5345"/>
                      <a:pt x="11073" y="5198"/>
                    </a:cubicBezTo>
                    <a:cubicBezTo>
                      <a:pt x="11073" y="5191"/>
                      <a:pt x="11073" y="5191"/>
                      <a:pt x="11070" y="5157"/>
                    </a:cubicBezTo>
                    <a:cubicBezTo>
                      <a:pt x="11070" y="5151"/>
                      <a:pt x="11070" y="5151"/>
                      <a:pt x="11068" y="5120"/>
                    </a:cubicBezTo>
                    <a:cubicBezTo>
                      <a:pt x="11063" y="5091"/>
                      <a:pt x="11063" y="5091"/>
                      <a:pt x="11034" y="5061"/>
                    </a:cubicBezTo>
                    <a:cubicBezTo>
                      <a:pt x="11030" y="5033"/>
                      <a:pt x="11030" y="5033"/>
                      <a:pt x="11031" y="5000"/>
                    </a:cubicBezTo>
                    <a:cubicBezTo>
                      <a:pt x="11031" y="4988"/>
                      <a:pt x="11031" y="4976"/>
                      <a:pt x="11031" y="4964"/>
                    </a:cubicBezTo>
                    <a:cubicBezTo>
                      <a:pt x="11031" y="4952"/>
                      <a:pt x="11032" y="4939"/>
                      <a:pt x="11032" y="4927"/>
                    </a:cubicBezTo>
                    <a:cubicBezTo>
                      <a:pt x="11032" y="4914"/>
                      <a:pt x="11032" y="4901"/>
                      <a:pt x="11032" y="4889"/>
                    </a:cubicBezTo>
                    <a:cubicBezTo>
                      <a:pt x="11033" y="4858"/>
                      <a:pt x="11033" y="4827"/>
                      <a:pt x="11034" y="4796"/>
                    </a:cubicBezTo>
                    <a:cubicBezTo>
                      <a:pt x="11014" y="4796"/>
                      <a:pt x="10995" y="4796"/>
                      <a:pt x="10975" y="4796"/>
                    </a:cubicBezTo>
                    <a:cubicBezTo>
                      <a:pt x="10975" y="4659"/>
                      <a:pt x="10975" y="4523"/>
                      <a:pt x="10975" y="4383"/>
                    </a:cubicBezTo>
                    <a:cubicBezTo>
                      <a:pt x="10955" y="4383"/>
                      <a:pt x="10936" y="4383"/>
                      <a:pt x="10916" y="4383"/>
                    </a:cubicBezTo>
                    <a:cubicBezTo>
                      <a:pt x="10915" y="4370"/>
                      <a:pt x="10914" y="4358"/>
                      <a:pt x="10913" y="4345"/>
                    </a:cubicBezTo>
                    <a:cubicBezTo>
                      <a:pt x="10911" y="4299"/>
                      <a:pt x="10908" y="4254"/>
                      <a:pt x="10905" y="4208"/>
                    </a:cubicBezTo>
                    <a:cubicBezTo>
                      <a:pt x="10903" y="4188"/>
                      <a:pt x="10902" y="4168"/>
                      <a:pt x="10901" y="4148"/>
                    </a:cubicBezTo>
                    <a:cubicBezTo>
                      <a:pt x="10899" y="4120"/>
                      <a:pt x="10897" y="4091"/>
                      <a:pt x="10895" y="4063"/>
                    </a:cubicBezTo>
                    <a:cubicBezTo>
                      <a:pt x="10895" y="4058"/>
                      <a:pt x="10895" y="4058"/>
                      <a:pt x="10894" y="4036"/>
                    </a:cubicBezTo>
                    <a:cubicBezTo>
                      <a:pt x="10890" y="3973"/>
                      <a:pt x="10890" y="3973"/>
                      <a:pt x="10857" y="3940"/>
                    </a:cubicBezTo>
                    <a:cubicBezTo>
                      <a:pt x="10854" y="3910"/>
                      <a:pt x="10853" y="3883"/>
                      <a:pt x="10854" y="3853"/>
                    </a:cubicBezTo>
                    <a:cubicBezTo>
                      <a:pt x="10854" y="3849"/>
                      <a:pt x="10854" y="3849"/>
                      <a:pt x="10854" y="3828"/>
                    </a:cubicBezTo>
                    <a:cubicBezTo>
                      <a:pt x="10854" y="3801"/>
                      <a:pt x="10854" y="3774"/>
                      <a:pt x="10855" y="3746"/>
                    </a:cubicBezTo>
                    <a:cubicBezTo>
                      <a:pt x="10855" y="3728"/>
                      <a:pt x="10855" y="3710"/>
                      <a:pt x="10855" y="3691"/>
                    </a:cubicBezTo>
                    <a:cubicBezTo>
                      <a:pt x="10856" y="3646"/>
                      <a:pt x="10856" y="3601"/>
                      <a:pt x="10857" y="3557"/>
                    </a:cubicBezTo>
                    <a:cubicBezTo>
                      <a:pt x="10837" y="3557"/>
                      <a:pt x="10818" y="3557"/>
                      <a:pt x="10798" y="3557"/>
                    </a:cubicBezTo>
                    <a:cubicBezTo>
                      <a:pt x="10797" y="3550"/>
                      <a:pt x="10796" y="3543"/>
                      <a:pt x="10795" y="3535"/>
                    </a:cubicBezTo>
                    <a:cubicBezTo>
                      <a:pt x="10792" y="3504"/>
                      <a:pt x="10788" y="3472"/>
                      <a:pt x="10785" y="3440"/>
                    </a:cubicBezTo>
                    <a:cubicBezTo>
                      <a:pt x="10784" y="3429"/>
                      <a:pt x="10782" y="3418"/>
                      <a:pt x="10781" y="3407"/>
                    </a:cubicBezTo>
                    <a:cubicBezTo>
                      <a:pt x="10780" y="3396"/>
                      <a:pt x="10779" y="3386"/>
                      <a:pt x="10777" y="3375"/>
                    </a:cubicBezTo>
                    <a:cubicBezTo>
                      <a:pt x="10776" y="3365"/>
                      <a:pt x="10775" y="3356"/>
                      <a:pt x="10774" y="3346"/>
                    </a:cubicBezTo>
                    <a:cubicBezTo>
                      <a:pt x="10768" y="3321"/>
                      <a:pt x="10768" y="3321"/>
                      <a:pt x="10739" y="3291"/>
                    </a:cubicBezTo>
                    <a:cubicBezTo>
                      <a:pt x="10735" y="3263"/>
                      <a:pt x="10735" y="3263"/>
                      <a:pt x="10736" y="3230"/>
                    </a:cubicBezTo>
                    <a:cubicBezTo>
                      <a:pt x="10736" y="3218"/>
                      <a:pt x="10736" y="3206"/>
                      <a:pt x="10736" y="3194"/>
                    </a:cubicBezTo>
                    <a:cubicBezTo>
                      <a:pt x="10736" y="3182"/>
                      <a:pt x="10737" y="3169"/>
                      <a:pt x="10737" y="3156"/>
                    </a:cubicBezTo>
                    <a:cubicBezTo>
                      <a:pt x="10737" y="3144"/>
                      <a:pt x="10737" y="3131"/>
                      <a:pt x="10737" y="3118"/>
                    </a:cubicBezTo>
                    <a:cubicBezTo>
                      <a:pt x="10738" y="3087"/>
                      <a:pt x="10738" y="3056"/>
                      <a:pt x="10739" y="3025"/>
                    </a:cubicBezTo>
                    <a:cubicBezTo>
                      <a:pt x="10719" y="3025"/>
                      <a:pt x="10700" y="3025"/>
                      <a:pt x="10680" y="3025"/>
                    </a:cubicBezTo>
                    <a:cubicBezTo>
                      <a:pt x="10680" y="2987"/>
                      <a:pt x="10680" y="2948"/>
                      <a:pt x="10680" y="2907"/>
                    </a:cubicBezTo>
                    <a:cubicBezTo>
                      <a:pt x="10641" y="2907"/>
                      <a:pt x="10602" y="2907"/>
                      <a:pt x="10562" y="2907"/>
                    </a:cubicBezTo>
                    <a:cubicBezTo>
                      <a:pt x="10562" y="2920"/>
                      <a:pt x="10563" y="2933"/>
                      <a:pt x="10564" y="2945"/>
                    </a:cubicBezTo>
                    <a:cubicBezTo>
                      <a:pt x="10569" y="3080"/>
                      <a:pt x="10546" y="3193"/>
                      <a:pt x="10503" y="3321"/>
                    </a:cubicBezTo>
                    <a:cubicBezTo>
                      <a:pt x="10483" y="3321"/>
                      <a:pt x="10464" y="3321"/>
                      <a:pt x="10444" y="3321"/>
                    </a:cubicBezTo>
                    <a:cubicBezTo>
                      <a:pt x="10444" y="3418"/>
                      <a:pt x="10444" y="3515"/>
                      <a:pt x="10444" y="3616"/>
                    </a:cubicBezTo>
                    <a:cubicBezTo>
                      <a:pt x="10424" y="3616"/>
                      <a:pt x="10405" y="3616"/>
                      <a:pt x="10385" y="3616"/>
                    </a:cubicBezTo>
                    <a:cubicBezTo>
                      <a:pt x="10385" y="3627"/>
                      <a:pt x="10385" y="3638"/>
                      <a:pt x="10385" y="3650"/>
                    </a:cubicBezTo>
                    <a:cubicBezTo>
                      <a:pt x="10386" y="3693"/>
                      <a:pt x="10386" y="3735"/>
                      <a:pt x="10386" y="3778"/>
                    </a:cubicBezTo>
                    <a:cubicBezTo>
                      <a:pt x="10386" y="3796"/>
                      <a:pt x="10387" y="3815"/>
                      <a:pt x="10387" y="3833"/>
                    </a:cubicBezTo>
                    <a:cubicBezTo>
                      <a:pt x="10387" y="3859"/>
                      <a:pt x="10387" y="3886"/>
                      <a:pt x="10388" y="3912"/>
                    </a:cubicBezTo>
                    <a:cubicBezTo>
                      <a:pt x="10388" y="3921"/>
                      <a:pt x="10388" y="3929"/>
                      <a:pt x="10388" y="3937"/>
                    </a:cubicBezTo>
                    <a:cubicBezTo>
                      <a:pt x="10388" y="3960"/>
                      <a:pt x="10388" y="3960"/>
                      <a:pt x="10385" y="3999"/>
                    </a:cubicBezTo>
                    <a:cubicBezTo>
                      <a:pt x="10375" y="4009"/>
                      <a:pt x="10365" y="4019"/>
                      <a:pt x="10355" y="4029"/>
                    </a:cubicBezTo>
                    <a:cubicBezTo>
                      <a:pt x="10350" y="4050"/>
                      <a:pt x="10350" y="4050"/>
                      <a:pt x="10347" y="4076"/>
                    </a:cubicBezTo>
                    <a:cubicBezTo>
                      <a:pt x="10346" y="4085"/>
                      <a:pt x="10345" y="4094"/>
                      <a:pt x="10343" y="4103"/>
                    </a:cubicBezTo>
                    <a:cubicBezTo>
                      <a:pt x="10343" y="4108"/>
                      <a:pt x="10343" y="4108"/>
                      <a:pt x="10340" y="4132"/>
                    </a:cubicBezTo>
                    <a:cubicBezTo>
                      <a:pt x="10338" y="4151"/>
                      <a:pt x="10336" y="4169"/>
                      <a:pt x="10334" y="4188"/>
                    </a:cubicBezTo>
                    <a:cubicBezTo>
                      <a:pt x="10333" y="4196"/>
                      <a:pt x="10332" y="4205"/>
                      <a:pt x="10331" y="4213"/>
                    </a:cubicBezTo>
                    <a:cubicBezTo>
                      <a:pt x="10326" y="4235"/>
                      <a:pt x="10326" y="4235"/>
                      <a:pt x="10296" y="4265"/>
                    </a:cubicBezTo>
                    <a:cubicBezTo>
                      <a:pt x="10292" y="4292"/>
                      <a:pt x="10289" y="4317"/>
                      <a:pt x="10287" y="4345"/>
                    </a:cubicBezTo>
                    <a:cubicBezTo>
                      <a:pt x="10286" y="4353"/>
                      <a:pt x="10286" y="4361"/>
                      <a:pt x="10285" y="4369"/>
                    </a:cubicBezTo>
                    <a:cubicBezTo>
                      <a:pt x="10283" y="4394"/>
                      <a:pt x="10281" y="4418"/>
                      <a:pt x="10280" y="4443"/>
                    </a:cubicBezTo>
                    <a:cubicBezTo>
                      <a:pt x="10278" y="4460"/>
                      <a:pt x="10277" y="4477"/>
                      <a:pt x="10276" y="4494"/>
                    </a:cubicBezTo>
                    <a:cubicBezTo>
                      <a:pt x="10273" y="4536"/>
                      <a:pt x="10269" y="4577"/>
                      <a:pt x="10267" y="4619"/>
                    </a:cubicBezTo>
                    <a:cubicBezTo>
                      <a:pt x="10247" y="4619"/>
                      <a:pt x="10228" y="4619"/>
                      <a:pt x="10208" y="4619"/>
                    </a:cubicBezTo>
                    <a:cubicBezTo>
                      <a:pt x="10208" y="4696"/>
                      <a:pt x="10208" y="4774"/>
                      <a:pt x="10208" y="4855"/>
                    </a:cubicBezTo>
                    <a:cubicBezTo>
                      <a:pt x="10188" y="4855"/>
                      <a:pt x="10169" y="4855"/>
                      <a:pt x="10149" y="4855"/>
                    </a:cubicBezTo>
                    <a:cubicBezTo>
                      <a:pt x="10149" y="4859"/>
                      <a:pt x="10149" y="4859"/>
                      <a:pt x="10149" y="4878"/>
                    </a:cubicBezTo>
                    <a:cubicBezTo>
                      <a:pt x="10150" y="4914"/>
                      <a:pt x="10150" y="4950"/>
                      <a:pt x="10150" y="4986"/>
                    </a:cubicBezTo>
                    <a:cubicBezTo>
                      <a:pt x="10151" y="4998"/>
                      <a:pt x="10151" y="5010"/>
                      <a:pt x="10151" y="5023"/>
                    </a:cubicBezTo>
                    <a:cubicBezTo>
                      <a:pt x="10151" y="5029"/>
                      <a:pt x="10151" y="5029"/>
                      <a:pt x="10151" y="5059"/>
                    </a:cubicBezTo>
                    <a:cubicBezTo>
                      <a:pt x="10152" y="5065"/>
                      <a:pt x="10152" y="5065"/>
                      <a:pt x="10152" y="5092"/>
                    </a:cubicBezTo>
                    <a:cubicBezTo>
                      <a:pt x="10149" y="5120"/>
                      <a:pt x="10149" y="5120"/>
                      <a:pt x="10119" y="5150"/>
                    </a:cubicBezTo>
                    <a:cubicBezTo>
                      <a:pt x="10116" y="5172"/>
                      <a:pt x="10114" y="5195"/>
                      <a:pt x="10112" y="5218"/>
                    </a:cubicBezTo>
                    <a:cubicBezTo>
                      <a:pt x="10105" y="5307"/>
                      <a:pt x="10089" y="5373"/>
                      <a:pt x="10032" y="5443"/>
                    </a:cubicBezTo>
                    <a:cubicBezTo>
                      <a:pt x="10027" y="5449"/>
                      <a:pt x="10022" y="5455"/>
                      <a:pt x="10017" y="5462"/>
                    </a:cubicBezTo>
                    <a:cubicBezTo>
                      <a:pt x="9992" y="5490"/>
                      <a:pt x="9977" y="5503"/>
                      <a:pt x="9938" y="5507"/>
                    </a:cubicBezTo>
                    <a:cubicBezTo>
                      <a:pt x="9930" y="5506"/>
                      <a:pt x="9921" y="5505"/>
                      <a:pt x="9913" y="5504"/>
                    </a:cubicBezTo>
                    <a:cubicBezTo>
                      <a:pt x="9913" y="5523"/>
                      <a:pt x="9913" y="5543"/>
                      <a:pt x="9913" y="5563"/>
                    </a:cubicBezTo>
                    <a:cubicBezTo>
                      <a:pt x="9893" y="5563"/>
                      <a:pt x="9874" y="5563"/>
                      <a:pt x="9854" y="5563"/>
                    </a:cubicBezTo>
                    <a:cubicBezTo>
                      <a:pt x="9854" y="5582"/>
                      <a:pt x="9854" y="5602"/>
                      <a:pt x="9854" y="5622"/>
                    </a:cubicBezTo>
                    <a:cubicBezTo>
                      <a:pt x="9772" y="5637"/>
                      <a:pt x="9691" y="5648"/>
                      <a:pt x="9617" y="5604"/>
                    </a:cubicBezTo>
                    <a:cubicBezTo>
                      <a:pt x="9542" y="5546"/>
                      <a:pt x="9445" y="5466"/>
                      <a:pt x="9428" y="5369"/>
                    </a:cubicBezTo>
                    <a:cubicBezTo>
                      <a:pt x="9428" y="5332"/>
                      <a:pt x="9430" y="5302"/>
                      <a:pt x="9441" y="5268"/>
                    </a:cubicBezTo>
                    <a:cubicBezTo>
                      <a:pt x="9421" y="5268"/>
                      <a:pt x="9402" y="5268"/>
                      <a:pt x="9382" y="5268"/>
                    </a:cubicBezTo>
                    <a:cubicBezTo>
                      <a:pt x="9382" y="5190"/>
                      <a:pt x="9382" y="5112"/>
                      <a:pt x="9382" y="5032"/>
                    </a:cubicBezTo>
                    <a:cubicBezTo>
                      <a:pt x="9362" y="5032"/>
                      <a:pt x="9343" y="5032"/>
                      <a:pt x="9323" y="5032"/>
                    </a:cubicBezTo>
                    <a:cubicBezTo>
                      <a:pt x="9274" y="4890"/>
                      <a:pt x="9255" y="4768"/>
                      <a:pt x="9264" y="4619"/>
                    </a:cubicBezTo>
                    <a:cubicBezTo>
                      <a:pt x="9244" y="4619"/>
                      <a:pt x="9225" y="4619"/>
                      <a:pt x="9205" y="4619"/>
                    </a:cubicBezTo>
                    <a:cubicBezTo>
                      <a:pt x="9190" y="4560"/>
                      <a:pt x="9190" y="4560"/>
                      <a:pt x="9116" y="4265"/>
                    </a:cubicBezTo>
                    <a:cubicBezTo>
                      <a:pt x="9077" y="4265"/>
                      <a:pt x="9038" y="4265"/>
                      <a:pt x="8998" y="4265"/>
                    </a:cubicBezTo>
                    <a:cubicBezTo>
                      <a:pt x="8969" y="4342"/>
                      <a:pt x="8940" y="4420"/>
                      <a:pt x="8910" y="4501"/>
                    </a:cubicBezTo>
                    <a:cubicBezTo>
                      <a:pt x="8890" y="4501"/>
                      <a:pt x="8871" y="4501"/>
                      <a:pt x="8851" y="4501"/>
                    </a:cubicBezTo>
                    <a:cubicBezTo>
                      <a:pt x="8851" y="4520"/>
                      <a:pt x="8851" y="4540"/>
                      <a:pt x="8851" y="4560"/>
                    </a:cubicBezTo>
                    <a:cubicBezTo>
                      <a:pt x="8831" y="4560"/>
                      <a:pt x="8812" y="4560"/>
                      <a:pt x="8792" y="4560"/>
                    </a:cubicBezTo>
                    <a:cubicBezTo>
                      <a:pt x="8792" y="4579"/>
                      <a:pt x="8792" y="4599"/>
                      <a:pt x="8792" y="4619"/>
                    </a:cubicBezTo>
                    <a:cubicBezTo>
                      <a:pt x="8772" y="4619"/>
                      <a:pt x="8753" y="4619"/>
                      <a:pt x="8733" y="4619"/>
                    </a:cubicBezTo>
                    <a:cubicBezTo>
                      <a:pt x="8731" y="4626"/>
                      <a:pt x="8730" y="4634"/>
                      <a:pt x="8728" y="4642"/>
                    </a:cubicBezTo>
                    <a:cubicBezTo>
                      <a:pt x="8726" y="4653"/>
                      <a:pt x="8724" y="4663"/>
                      <a:pt x="8721" y="4674"/>
                    </a:cubicBezTo>
                    <a:cubicBezTo>
                      <a:pt x="8719" y="4684"/>
                      <a:pt x="8717" y="4694"/>
                      <a:pt x="8715" y="4705"/>
                    </a:cubicBezTo>
                    <a:cubicBezTo>
                      <a:pt x="8699" y="4747"/>
                      <a:pt x="8685" y="4776"/>
                      <a:pt x="8644" y="4796"/>
                    </a:cubicBezTo>
                    <a:cubicBezTo>
                      <a:pt x="8589" y="4803"/>
                      <a:pt x="8534" y="4801"/>
                      <a:pt x="8478" y="4799"/>
                    </a:cubicBezTo>
                    <a:cubicBezTo>
                      <a:pt x="8463" y="4799"/>
                      <a:pt x="8447" y="4799"/>
                      <a:pt x="8432" y="4798"/>
                    </a:cubicBezTo>
                    <a:cubicBezTo>
                      <a:pt x="8394" y="4798"/>
                      <a:pt x="8357" y="4797"/>
                      <a:pt x="8319" y="4796"/>
                    </a:cubicBezTo>
                    <a:cubicBezTo>
                      <a:pt x="8319" y="4776"/>
                      <a:pt x="8319" y="4757"/>
                      <a:pt x="8319" y="4737"/>
                    </a:cubicBezTo>
                    <a:cubicBezTo>
                      <a:pt x="8281" y="4737"/>
                      <a:pt x="8242" y="4737"/>
                      <a:pt x="8201" y="4737"/>
                    </a:cubicBezTo>
                    <a:cubicBezTo>
                      <a:pt x="8201" y="4717"/>
                      <a:pt x="8201" y="4698"/>
                      <a:pt x="8201" y="4678"/>
                    </a:cubicBezTo>
                    <a:cubicBezTo>
                      <a:pt x="8182" y="4678"/>
                      <a:pt x="8163" y="4678"/>
                      <a:pt x="8142" y="4678"/>
                    </a:cubicBezTo>
                    <a:cubicBezTo>
                      <a:pt x="8142" y="4658"/>
                      <a:pt x="8142" y="4639"/>
                      <a:pt x="8142" y="4619"/>
                    </a:cubicBezTo>
                    <a:cubicBezTo>
                      <a:pt x="8123" y="4619"/>
                      <a:pt x="8104" y="4619"/>
                      <a:pt x="8083" y="4619"/>
                    </a:cubicBezTo>
                    <a:cubicBezTo>
                      <a:pt x="8083" y="4599"/>
                      <a:pt x="8083" y="4580"/>
                      <a:pt x="8083" y="4560"/>
                    </a:cubicBezTo>
                    <a:cubicBezTo>
                      <a:pt x="8045" y="4560"/>
                      <a:pt x="8006" y="4560"/>
                      <a:pt x="7965" y="4560"/>
                    </a:cubicBezTo>
                    <a:cubicBezTo>
                      <a:pt x="7965" y="4579"/>
                      <a:pt x="7965" y="4599"/>
                      <a:pt x="7965" y="4619"/>
                    </a:cubicBezTo>
                    <a:cubicBezTo>
                      <a:pt x="7946" y="4619"/>
                      <a:pt x="7927" y="4619"/>
                      <a:pt x="7906" y="4619"/>
                    </a:cubicBezTo>
                    <a:cubicBezTo>
                      <a:pt x="7906" y="4658"/>
                      <a:pt x="7906" y="4696"/>
                      <a:pt x="7906" y="4737"/>
                    </a:cubicBezTo>
                    <a:cubicBezTo>
                      <a:pt x="7887" y="4737"/>
                      <a:pt x="7868" y="4737"/>
                      <a:pt x="7847" y="4737"/>
                    </a:cubicBezTo>
                    <a:cubicBezTo>
                      <a:pt x="7847" y="4756"/>
                      <a:pt x="7847" y="4776"/>
                      <a:pt x="7847" y="4796"/>
                    </a:cubicBezTo>
                    <a:cubicBezTo>
                      <a:pt x="7828" y="4796"/>
                      <a:pt x="7809" y="4796"/>
                      <a:pt x="7788" y="4796"/>
                    </a:cubicBezTo>
                    <a:cubicBezTo>
                      <a:pt x="7788" y="4815"/>
                      <a:pt x="7788" y="4835"/>
                      <a:pt x="7788" y="4855"/>
                    </a:cubicBezTo>
                    <a:cubicBezTo>
                      <a:pt x="7769" y="4855"/>
                      <a:pt x="7750" y="4855"/>
                      <a:pt x="7729" y="4855"/>
                    </a:cubicBezTo>
                    <a:cubicBezTo>
                      <a:pt x="7729" y="4874"/>
                      <a:pt x="7729" y="4894"/>
                      <a:pt x="7729" y="4914"/>
                    </a:cubicBezTo>
                    <a:cubicBezTo>
                      <a:pt x="7632" y="4914"/>
                      <a:pt x="7535" y="4914"/>
                      <a:pt x="7434" y="4914"/>
                    </a:cubicBezTo>
                    <a:cubicBezTo>
                      <a:pt x="7434" y="4894"/>
                      <a:pt x="7434" y="4875"/>
                      <a:pt x="7434" y="4855"/>
                    </a:cubicBezTo>
                    <a:cubicBezTo>
                      <a:pt x="7415" y="4855"/>
                      <a:pt x="7395" y="4855"/>
                      <a:pt x="7375" y="4855"/>
                    </a:cubicBezTo>
                    <a:cubicBezTo>
                      <a:pt x="7375" y="4835"/>
                      <a:pt x="7375" y="4816"/>
                      <a:pt x="7375" y="4796"/>
                    </a:cubicBezTo>
                    <a:cubicBezTo>
                      <a:pt x="7356" y="4796"/>
                      <a:pt x="7336" y="4796"/>
                      <a:pt x="7316" y="4796"/>
                    </a:cubicBezTo>
                    <a:cubicBezTo>
                      <a:pt x="7316" y="4776"/>
                      <a:pt x="7316" y="4757"/>
                      <a:pt x="7316" y="4737"/>
                    </a:cubicBezTo>
                    <a:cubicBezTo>
                      <a:pt x="7297" y="4737"/>
                      <a:pt x="7277" y="4737"/>
                      <a:pt x="7257" y="4737"/>
                    </a:cubicBezTo>
                    <a:cubicBezTo>
                      <a:pt x="7257" y="4678"/>
                      <a:pt x="7257" y="4620"/>
                      <a:pt x="7257" y="4560"/>
                    </a:cubicBezTo>
                    <a:cubicBezTo>
                      <a:pt x="7238" y="4560"/>
                      <a:pt x="7218" y="4560"/>
                      <a:pt x="7198" y="4560"/>
                    </a:cubicBezTo>
                    <a:cubicBezTo>
                      <a:pt x="7198" y="4501"/>
                      <a:pt x="7198" y="4443"/>
                      <a:pt x="7198" y="4383"/>
                    </a:cubicBezTo>
                    <a:cubicBezTo>
                      <a:pt x="7179" y="4383"/>
                      <a:pt x="7159" y="4383"/>
                      <a:pt x="7139" y="4383"/>
                    </a:cubicBezTo>
                    <a:cubicBezTo>
                      <a:pt x="7139" y="4305"/>
                      <a:pt x="7139" y="4227"/>
                      <a:pt x="7139" y="4147"/>
                    </a:cubicBezTo>
                    <a:cubicBezTo>
                      <a:pt x="7120" y="4147"/>
                      <a:pt x="7100" y="4147"/>
                      <a:pt x="7080" y="4147"/>
                    </a:cubicBezTo>
                    <a:cubicBezTo>
                      <a:pt x="7080" y="4069"/>
                      <a:pt x="7080" y="3991"/>
                      <a:pt x="7080" y="3911"/>
                    </a:cubicBezTo>
                    <a:cubicBezTo>
                      <a:pt x="7061" y="3911"/>
                      <a:pt x="7041" y="3911"/>
                      <a:pt x="7021" y="3911"/>
                    </a:cubicBezTo>
                    <a:cubicBezTo>
                      <a:pt x="7021" y="3833"/>
                      <a:pt x="7021" y="3755"/>
                      <a:pt x="7021" y="3675"/>
                    </a:cubicBezTo>
                    <a:cubicBezTo>
                      <a:pt x="7002" y="3675"/>
                      <a:pt x="6982" y="3675"/>
                      <a:pt x="6962" y="3675"/>
                    </a:cubicBezTo>
                    <a:cubicBezTo>
                      <a:pt x="6962" y="3636"/>
                      <a:pt x="6962" y="3597"/>
                      <a:pt x="6962" y="3557"/>
                    </a:cubicBezTo>
                    <a:cubicBezTo>
                      <a:pt x="6923" y="3557"/>
                      <a:pt x="6885" y="3557"/>
                      <a:pt x="6844" y="3557"/>
                    </a:cubicBezTo>
                    <a:cubicBezTo>
                      <a:pt x="6844" y="3595"/>
                      <a:pt x="6844" y="3634"/>
                      <a:pt x="6844" y="3675"/>
                    </a:cubicBezTo>
                    <a:cubicBezTo>
                      <a:pt x="6825" y="3675"/>
                      <a:pt x="6805" y="3675"/>
                      <a:pt x="6785" y="3675"/>
                    </a:cubicBezTo>
                    <a:cubicBezTo>
                      <a:pt x="6785" y="3772"/>
                      <a:pt x="6785" y="3869"/>
                      <a:pt x="6785" y="3970"/>
                    </a:cubicBezTo>
                    <a:cubicBezTo>
                      <a:pt x="6766" y="3970"/>
                      <a:pt x="6746" y="3970"/>
                      <a:pt x="6726" y="3970"/>
                    </a:cubicBezTo>
                    <a:cubicBezTo>
                      <a:pt x="6726" y="4067"/>
                      <a:pt x="6726" y="4164"/>
                      <a:pt x="6726" y="4265"/>
                    </a:cubicBezTo>
                    <a:cubicBezTo>
                      <a:pt x="6707" y="4265"/>
                      <a:pt x="6687" y="4265"/>
                      <a:pt x="6667" y="4265"/>
                    </a:cubicBezTo>
                    <a:cubicBezTo>
                      <a:pt x="6667" y="4362"/>
                      <a:pt x="6667" y="4459"/>
                      <a:pt x="6667" y="4560"/>
                    </a:cubicBezTo>
                    <a:cubicBezTo>
                      <a:pt x="6648" y="4560"/>
                      <a:pt x="6628" y="4560"/>
                      <a:pt x="6608" y="4560"/>
                    </a:cubicBezTo>
                    <a:cubicBezTo>
                      <a:pt x="6608" y="4715"/>
                      <a:pt x="6608" y="4871"/>
                      <a:pt x="6608" y="5032"/>
                    </a:cubicBezTo>
                    <a:cubicBezTo>
                      <a:pt x="6589" y="5032"/>
                      <a:pt x="6569" y="5032"/>
                      <a:pt x="6549" y="5032"/>
                    </a:cubicBezTo>
                    <a:cubicBezTo>
                      <a:pt x="6549" y="5129"/>
                      <a:pt x="6549" y="5226"/>
                      <a:pt x="6549" y="5327"/>
                    </a:cubicBezTo>
                    <a:cubicBezTo>
                      <a:pt x="6530" y="5327"/>
                      <a:pt x="6510" y="5327"/>
                      <a:pt x="6490" y="5327"/>
                    </a:cubicBezTo>
                    <a:cubicBezTo>
                      <a:pt x="6490" y="5424"/>
                      <a:pt x="6490" y="5521"/>
                      <a:pt x="6490" y="5622"/>
                    </a:cubicBezTo>
                    <a:cubicBezTo>
                      <a:pt x="6471" y="5622"/>
                      <a:pt x="6451" y="5622"/>
                      <a:pt x="6431" y="5622"/>
                    </a:cubicBezTo>
                    <a:cubicBezTo>
                      <a:pt x="6431" y="5700"/>
                      <a:pt x="6431" y="5777"/>
                      <a:pt x="6431" y="5858"/>
                    </a:cubicBezTo>
                    <a:cubicBezTo>
                      <a:pt x="6412" y="5858"/>
                      <a:pt x="6392" y="5858"/>
                      <a:pt x="6372" y="5858"/>
                    </a:cubicBezTo>
                    <a:cubicBezTo>
                      <a:pt x="6372" y="5916"/>
                      <a:pt x="6372" y="5974"/>
                      <a:pt x="6372" y="6035"/>
                    </a:cubicBezTo>
                    <a:cubicBezTo>
                      <a:pt x="6353" y="6035"/>
                      <a:pt x="6333" y="6035"/>
                      <a:pt x="6313" y="6035"/>
                    </a:cubicBezTo>
                    <a:cubicBezTo>
                      <a:pt x="6313" y="6074"/>
                      <a:pt x="6313" y="6113"/>
                      <a:pt x="6313" y="6153"/>
                    </a:cubicBezTo>
                    <a:cubicBezTo>
                      <a:pt x="6294" y="6153"/>
                      <a:pt x="6274" y="6153"/>
                      <a:pt x="6254" y="6153"/>
                    </a:cubicBezTo>
                    <a:cubicBezTo>
                      <a:pt x="6254" y="6172"/>
                      <a:pt x="6254" y="6192"/>
                      <a:pt x="6254" y="6212"/>
                    </a:cubicBezTo>
                    <a:cubicBezTo>
                      <a:pt x="6235" y="6212"/>
                      <a:pt x="6215" y="6212"/>
                      <a:pt x="6195" y="6212"/>
                    </a:cubicBezTo>
                    <a:cubicBezTo>
                      <a:pt x="6195" y="6231"/>
                      <a:pt x="6195" y="6251"/>
                      <a:pt x="6195" y="6271"/>
                    </a:cubicBezTo>
                    <a:cubicBezTo>
                      <a:pt x="6117" y="6271"/>
                      <a:pt x="6040" y="6271"/>
                      <a:pt x="5959" y="6271"/>
                    </a:cubicBezTo>
                    <a:cubicBezTo>
                      <a:pt x="5959" y="6251"/>
                      <a:pt x="5959" y="6232"/>
                      <a:pt x="5959" y="6212"/>
                    </a:cubicBezTo>
                    <a:cubicBezTo>
                      <a:pt x="5940" y="6212"/>
                      <a:pt x="5920" y="6212"/>
                      <a:pt x="5900" y="6212"/>
                    </a:cubicBezTo>
                    <a:cubicBezTo>
                      <a:pt x="5900" y="6192"/>
                      <a:pt x="5900" y="6173"/>
                      <a:pt x="5900" y="6153"/>
                    </a:cubicBezTo>
                    <a:cubicBezTo>
                      <a:pt x="5881" y="6153"/>
                      <a:pt x="5861" y="6153"/>
                      <a:pt x="5841" y="6153"/>
                    </a:cubicBezTo>
                    <a:cubicBezTo>
                      <a:pt x="5841" y="6114"/>
                      <a:pt x="5841" y="6075"/>
                      <a:pt x="5841" y="6035"/>
                    </a:cubicBezTo>
                    <a:cubicBezTo>
                      <a:pt x="5822" y="6035"/>
                      <a:pt x="5802" y="6035"/>
                      <a:pt x="5782" y="6035"/>
                    </a:cubicBezTo>
                    <a:cubicBezTo>
                      <a:pt x="5782" y="5976"/>
                      <a:pt x="5782" y="5918"/>
                      <a:pt x="5782" y="5858"/>
                    </a:cubicBezTo>
                    <a:cubicBezTo>
                      <a:pt x="5763" y="5858"/>
                      <a:pt x="5743" y="5858"/>
                      <a:pt x="5723" y="5858"/>
                    </a:cubicBezTo>
                    <a:cubicBezTo>
                      <a:pt x="5723" y="5760"/>
                      <a:pt x="5723" y="5663"/>
                      <a:pt x="5723" y="5563"/>
                    </a:cubicBezTo>
                    <a:cubicBezTo>
                      <a:pt x="5704" y="5563"/>
                      <a:pt x="5684" y="5563"/>
                      <a:pt x="5664" y="5563"/>
                    </a:cubicBezTo>
                    <a:cubicBezTo>
                      <a:pt x="5664" y="5426"/>
                      <a:pt x="5664" y="5290"/>
                      <a:pt x="5664" y="5150"/>
                    </a:cubicBezTo>
                    <a:cubicBezTo>
                      <a:pt x="5645" y="5150"/>
                      <a:pt x="5625" y="5150"/>
                      <a:pt x="5605" y="5150"/>
                    </a:cubicBezTo>
                    <a:cubicBezTo>
                      <a:pt x="5605" y="4994"/>
                      <a:pt x="5605" y="4838"/>
                      <a:pt x="5605" y="4678"/>
                    </a:cubicBezTo>
                    <a:cubicBezTo>
                      <a:pt x="5586" y="4678"/>
                      <a:pt x="5566" y="4678"/>
                      <a:pt x="5546" y="4678"/>
                    </a:cubicBezTo>
                    <a:cubicBezTo>
                      <a:pt x="5546" y="4502"/>
                      <a:pt x="5546" y="4327"/>
                      <a:pt x="5546" y="4147"/>
                    </a:cubicBezTo>
                    <a:cubicBezTo>
                      <a:pt x="5527" y="4147"/>
                      <a:pt x="5507" y="4147"/>
                      <a:pt x="5487" y="4147"/>
                    </a:cubicBezTo>
                    <a:cubicBezTo>
                      <a:pt x="5487" y="3971"/>
                      <a:pt x="5487" y="3796"/>
                      <a:pt x="5487" y="3616"/>
                    </a:cubicBezTo>
                    <a:cubicBezTo>
                      <a:pt x="5468" y="3616"/>
                      <a:pt x="5448" y="3616"/>
                      <a:pt x="5428" y="3616"/>
                    </a:cubicBezTo>
                    <a:cubicBezTo>
                      <a:pt x="5428" y="3460"/>
                      <a:pt x="5428" y="3304"/>
                      <a:pt x="5428" y="3143"/>
                    </a:cubicBezTo>
                    <a:cubicBezTo>
                      <a:pt x="5409" y="3143"/>
                      <a:pt x="5389" y="3143"/>
                      <a:pt x="5369" y="3143"/>
                    </a:cubicBezTo>
                    <a:cubicBezTo>
                      <a:pt x="5369" y="3007"/>
                      <a:pt x="5369" y="2871"/>
                      <a:pt x="5369" y="2730"/>
                    </a:cubicBezTo>
                    <a:cubicBezTo>
                      <a:pt x="5350" y="2730"/>
                      <a:pt x="5330" y="2730"/>
                      <a:pt x="5310" y="2730"/>
                    </a:cubicBezTo>
                    <a:cubicBezTo>
                      <a:pt x="5310" y="2536"/>
                      <a:pt x="5310" y="2341"/>
                      <a:pt x="5310" y="2140"/>
                    </a:cubicBezTo>
                    <a:cubicBezTo>
                      <a:pt x="5291" y="2140"/>
                      <a:pt x="5271" y="2140"/>
                      <a:pt x="5251" y="2140"/>
                    </a:cubicBezTo>
                    <a:cubicBezTo>
                      <a:pt x="5251" y="2121"/>
                      <a:pt x="5251" y="2101"/>
                      <a:pt x="5251" y="2081"/>
                    </a:cubicBezTo>
                    <a:cubicBezTo>
                      <a:pt x="5212" y="2081"/>
                      <a:pt x="5173" y="2081"/>
                      <a:pt x="5133" y="2081"/>
                    </a:cubicBezTo>
                    <a:cubicBezTo>
                      <a:pt x="5133" y="2140"/>
                      <a:pt x="5133" y="2198"/>
                      <a:pt x="5133" y="2258"/>
                    </a:cubicBezTo>
                    <a:cubicBezTo>
                      <a:pt x="5114" y="2258"/>
                      <a:pt x="5094" y="2258"/>
                      <a:pt x="5074" y="2258"/>
                    </a:cubicBezTo>
                    <a:cubicBezTo>
                      <a:pt x="5074" y="2375"/>
                      <a:pt x="5074" y="2492"/>
                      <a:pt x="5074" y="2612"/>
                    </a:cubicBezTo>
                    <a:cubicBezTo>
                      <a:pt x="5055" y="2612"/>
                      <a:pt x="5035" y="2612"/>
                      <a:pt x="5015" y="2612"/>
                    </a:cubicBezTo>
                    <a:cubicBezTo>
                      <a:pt x="5015" y="2729"/>
                      <a:pt x="5015" y="2846"/>
                      <a:pt x="5015" y="2966"/>
                    </a:cubicBezTo>
                    <a:cubicBezTo>
                      <a:pt x="4996" y="2966"/>
                      <a:pt x="4976" y="2966"/>
                      <a:pt x="4956" y="2966"/>
                    </a:cubicBezTo>
                    <a:cubicBezTo>
                      <a:pt x="4956" y="3142"/>
                      <a:pt x="4956" y="3317"/>
                      <a:pt x="4956" y="3498"/>
                    </a:cubicBezTo>
                    <a:cubicBezTo>
                      <a:pt x="4937" y="3498"/>
                      <a:pt x="4917" y="3498"/>
                      <a:pt x="4897" y="3498"/>
                    </a:cubicBezTo>
                    <a:cubicBezTo>
                      <a:pt x="4897" y="3634"/>
                      <a:pt x="4897" y="3770"/>
                      <a:pt x="4897" y="3911"/>
                    </a:cubicBezTo>
                    <a:cubicBezTo>
                      <a:pt x="4878" y="3911"/>
                      <a:pt x="4858" y="3911"/>
                      <a:pt x="4838" y="3911"/>
                    </a:cubicBezTo>
                    <a:cubicBezTo>
                      <a:pt x="4838" y="4125"/>
                      <a:pt x="4838" y="4339"/>
                      <a:pt x="4838" y="4560"/>
                    </a:cubicBezTo>
                    <a:cubicBezTo>
                      <a:pt x="4819" y="4560"/>
                      <a:pt x="4799" y="4560"/>
                      <a:pt x="4779" y="4560"/>
                    </a:cubicBezTo>
                    <a:cubicBezTo>
                      <a:pt x="4779" y="4735"/>
                      <a:pt x="4779" y="4910"/>
                      <a:pt x="4779" y="5091"/>
                    </a:cubicBezTo>
                    <a:cubicBezTo>
                      <a:pt x="4760" y="5091"/>
                      <a:pt x="4740" y="5091"/>
                      <a:pt x="4720" y="5091"/>
                    </a:cubicBezTo>
                    <a:cubicBezTo>
                      <a:pt x="4720" y="5227"/>
                      <a:pt x="4720" y="5363"/>
                      <a:pt x="4720" y="5504"/>
                    </a:cubicBezTo>
                    <a:cubicBezTo>
                      <a:pt x="4701" y="5504"/>
                      <a:pt x="4681" y="5504"/>
                      <a:pt x="4661" y="5504"/>
                    </a:cubicBezTo>
                    <a:cubicBezTo>
                      <a:pt x="4661" y="5640"/>
                      <a:pt x="4661" y="5776"/>
                      <a:pt x="4661" y="5917"/>
                    </a:cubicBezTo>
                    <a:cubicBezTo>
                      <a:pt x="4642" y="5917"/>
                      <a:pt x="4622" y="5917"/>
                      <a:pt x="4602" y="5917"/>
                    </a:cubicBezTo>
                    <a:cubicBezTo>
                      <a:pt x="4602" y="6014"/>
                      <a:pt x="4602" y="6111"/>
                      <a:pt x="4602" y="6212"/>
                    </a:cubicBezTo>
                    <a:cubicBezTo>
                      <a:pt x="4583" y="6212"/>
                      <a:pt x="4563" y="6212"/>
                      <a:pt x="4543" y="6212"/>
                    </a:cubicBezTo>
                    <a:cubicBezTo>
                      <a:pt x="4543" y="6290"/>
                      <a:pt x="4543" y="6367"/>
                      <a:pt x="4543" y="6448"/>
                    </a:cubicBezTo>
                    <a:cubicBezTo>
                      <a:pt x="4524" y="6448"/>
                      <a:pt x="4504" y="6448"/>
                      <a:pt x="4484" y="6448"/>
                    </a:cubicBezTo>
                    <a:cubicBezTo>
                      <a:pt x="4484" y="6506"/>
                      <a:pt x="4484" y="6565"/>
                      <a:pt x="4484" y="6625"/>
                    </a:cubicBezTo>
                    <a:cubicBezTo>
                      <a:pt x="4465" y="6625"/>
                      <a:pt x="4445" y="6625"/>
                      <a:pt x="4425" y="6625"/>
                    </a:cubicBezTo>
                    <a:cubicBezTo>
                      <a:pt x="4425" y="6644"/>
                      <a:pt x="4425" y="6664"/>
                      <a:pt x="4425" y="6684"/>
                    </a:cubicBezTo>
                    <a:cubicBezTo>
                      <a:pt x="4406" y="6684"/>
                      <a:pt x="4386" y="6684"/>
                      <a:pt x="4366" y="6684"/>
                    </a:cubicBezTo>
                    <a:cubicBezTo>
                      <a:pt x="4366" y="6703"/>
                      <a:pt x="4366" y="6723"/>
                      <a:pt x="4366" y="6743"/>
                    </a:cubicBezTo>
                    <a:cubicBezTo>
                      <a:pt x="4288" y="6743"/>
                      <a:pt x="4210" y="6743"/>
                      <a:pt x="4130" y="6743"/>
                    </a:cubicBezTo>
                    <a:cubicBezTo>
                      <a:pt x="4130" y="6723"/>
                      <a:pt x="4130" y="6704"/>
                      <a:pt x="4130" y="6684"/>
                    </a:cubicBezTo>
                    <a:cubicBezTo>
                      <a:pt x="4111" y="6684"/>
                      <a:pt x="4091" y="6684"/>
                      <a:pt x="4071" y="6684"/>
                    </a:cubicBezTo>
                    <a:cubicBezTo>
                      <a:pt x="4071" y="6664"/>
                      <a:pt x="4071" y="6645"/>
                      <a:pt x="4071" y="6625"/>
                    </a:cubicBezTo>
                    <a:cubicBezTo>
                      <a:pt x="4052" y="6625"/>
                      <a:pt x="4032" y="6625"/>
                      <a:pt x="4012" y="6625"/>
                    </a:cubicBezTo>
                    <a:cubicBezTo>
                      <a:pt x="4012" y="6586"/>
                      <a:pt x="4012" y="6547"/>
                      <a:pt x="4012" y="6507"/>
                    </a:cubicBezTo>
                    <a:cubicBezTo>
                      <a:pt x="3993" y="6507"/>
                      <a:pt x="3973" y="6507"/>
                      <a:pt x="3953" y="6507"/>
                    </a:cubicBezTo>
                    <a:cubicBezTo>
                      <a:pt x="3953" y="6429"/>
                      <a:pt x="3953" y="6351"/>
                      <a:pt x="3953" y="6271"/>
                    </a:cubicBezTo>
                    <a:cubicBezTo>
                      <a:pt x="3934" y="6271"/>
                      <a:pt x="3914" y="6271"/>
                      <a:pt x="3894" y="6271"/>
                    </a:cubicBezTo>
                    <a:cubicBezTo>
                      <a:pt x="3894" y="6173"/>
                      <a:pt x="3894" y="6076"/>
                      <a:pt x="3894" y="5976"/>
                    </a:cubicBezTo>
                    <a:cubicBezTo>
                      <a:pt x="3875" y="5976"/>
                      <a:pt x="3855" y="5976"/>
                      <a:pt x="3835" y="5976"/>
                    </a:cubicBezTo>
                    <a:cubicBezTo>
                      <a:pt x="3835" y="5859"/>
                      <a:pt x="3835" y="5742"/>
                      <a:pt x="3835" y="5622"/>
                    </a:cubicBezTo>
                    <a:cubicBezTo>
                      <a:pt x="3816" y="5622"/>
                      <a:pt x="3796" y="5622"/>
                      <a:pt x="3776" y="5622"/>
                    </a:cubicBezTo>
                    <a:cubicBezTo>
                      <a:pt x="3776" y="5505"/>
                      <a:pt x="3776" y="5388"/>
                      <a:pt x="3776" y="5268"/>
                    </a:cubicBezTo>
                    <a:cubicBezTo>
                      <a:pt x="3757" y="5268"/>
                      <a:pt x="3737" y="5268"/>
                      <a:pt x="3717" y="5268"/>
                    </a:cubicBezTo>
                    <a:cubicBezTo>
                      <a:pt x="3717" y="5112"/>
                      <a:pt x="3717" y="4956"/>
                      <a:pt x="3717" y="4796"/>
                    </a:cubicBezTo>
                    <a:cubicBezTo>
                      <a:pt x="3698" y="4796"/>
                      <a:pt x="3678" y="4796"/>
                      <a:pt x="3658" y="4796"/>
                    </a:cubicBezTo>
                    <a:cubicBezTo>
                      <a:pt x="3658" y="4659"/>
                      <a:pt x="3658" y="4523"/>
                      <a:pt x="3658" y="4383"/>
                    </a:cubicBezTo>
                    <a:cubicBezTo>
                      <a:pt x="3639" y="4383"/>
                      <a:pt x="3619" y="4383"/>
                      <a:pt x="3599" y="4383"/>
                    </a:cubicBezTo>
                    <a:cubicBezTo>
                      <a:pt x="3599" y="4246"/>
                      <a:pt x="3599" y="4110"/>
                      <a:pt x="3599" y="3970"/>
                    </a:cubicBezTo>
                    <a:cubicBezTo>
                      <a:pt x="3580" y="3970"/>
                      <a:pt x="3560" y="3970"/>
                      <a:pt x="3540" y="3970"/>
                    </a:cubicBezTo>
                    <a:cubicBezTo>
                      <a:pt x="3540" y="3853"/>
                      <a:pt x="3540" y="3736"/>
                      <a:pt x="3540" y="3616"/>
                    </a:cubicBezTo>
                    <a:cubicBezTo>
                      <a:pt x="3521" y="3616"/>
                      <a:pt x="3501" y="3616"/>
                      <a:pt x="3481" y="3616"/>
                    </a:cubicBezTo>
                    <a:cubicBezTo>
                      <a:pt x="3481" y="3538"/>
                      <a:pt x="3481" y="3460"/>
                      <a:pt x="3481" y="3380"/>
                    </a:cubicBezTo>
                    <a:cubicBezTo>
                      <a:pt x="3462" y="3380"/>
                      <a:pt x="3442" y="3380"/>
                      <a:pt x="3422" y="3380"/>
                    </a:cubicBezTo>
                    <a:cubicBezTo>
                      <a:pt x="3422" y="3341"/>
                      <a:pt x="3422" y="3302"/>
                      <a:pt x="3422" y="3262"/>
                    </a:cubicBezTo>
                    <a:cubicBezTo>
                      <a:pt x="3383" y="3262"/>
                      <a:pt x="3344" y="3262"/>
                      <a:pt x="3304" y="3262"/>
                    </a:cubicBezTo>
                    <a:cubicBezTo>
                      <a:pt x="3304" y="3320"/>
                      <a:pt x="3304" y="3378"/>
                      <a:pt x="3304" y="3439"/>
                    </a:cubicBezTo>
                    <a:cubicBezTo>
                      <a:pt x="3285" y="3439"/>
                      <a:pt x="3265" y="3439"/>
                      <a:pt x="3245" y="3439"/>
                    </a:cubicBezTo>
                    <a:cubicBezTo>
                      <a:pt x="3245" y="3497"/>
                      <a:pt x="3245" y="3555"/>
                      <a:pt x="3245" y="3616"/>
                    </a:cubicBezTo>
                    <a:cubicBezTo>
                      <a:pt x="3226" y="3616"/>
                      <a:pt x="3206" y="3616"/>
                      <a:pt x="3186" y="3616"/>
                    </a:cubicBezTo>
                    <a:cubicBezTo>
                      <a:pt x="3186" y="3693"/>
                      <a:pt x="3186" y="3771"/>
                      <a:pt x="3186" y="3852"/>
                    </a:cubicBezTo>
                    <a:cubicBezTo>
                      <a:pt x="3167" y="3852"/>
                      <a:pt x="3147" y="3852"/>
                      <a:pt x="3127" y="3852"/>
                    </a:cubicBezTo>
                    <a:cubicBezTo>
                      <a:pt x="3127" y="3949"/>
                      <a:pt x="3127" y="4046"/>
                      <a:pt x="3127" y="4147"/>
                    </a:cubicBezTo>
                    <a:cubicBezTo>
                      <a:pt x="3108" y="4147"/>
                      <a:pt x="3088" y="4147"/>
                      <a:pt x="3068" y="4147"/>
                    </a:cubicBezTo>
                    <a:cubicBezTo>
                      <a:pt x="3068" y="4224"/>
                      <a:pt x="3068" y="4302"/>
                      <a:pt x="3068" y="4383"/>
                    </a:cubicBezTo>
                    <a:cubicBezTo>
                      <a:pt x="3049" y="4383"/>
                      <a:pt x="3029" y="4383"/>
                      <a:pt x="3009" y="4383"/>
                    </a:cubicBezTo>
                    <a:cubicBezTo>
                      <a:pt x="3009" y="4441"/>
                      <a:pt x="3009" y="4499"/>
                      <a:pt x="3009" y="4560"/>
                    </a:cubicBezTo>
                    <a:cubicBezTo>
                      <a:pt x="2990" y="4560"/>
                      <a:pt x="2970" y="4560"/>
                      <a:pt x="2950" y="4560"/>
                    </a:cubicBezTo>
                    <a:cubicBezTo>
                      <a:pt x="2950" y="4618"/>
                      <a:pt x="2950" y="4676"/>
                      <a:pt x="2950" y="4737"/>
                    </a:cubicBezTo>
                    <a:cubicBezTo>
                      <a:pt x="2931" y="4737"/>
                      <a:pt x="2911" y="4737"/>
                      <a:pt x="2891" y="4737"/>
                    </a:cubicBezTo>
                    <a:cubicBezTo>
                      <a:pt x="2891" y="4756"/>
                      <a:pt x="2891" y="4776"/>
                      <a:pt x="2891" y="4796"/>
                    </a:cubicBezTo>
                    <a:cubicBezTo>
                      <a:pt x="2872" y="4796"/>
                      <a:pt x="2852" y="4796"/>
                      <a:pt x="2832" y="4796"/>
                    </a:cubicBezTo>
                    <a:cubicBezTo>
                      <a:pt x="2832" y="4815"/>
                      <a:pt x="2832" y="4835"/>
                      <a:pt x="2832" y="4855"/>
                    </a:cubicBezTo>
                    <a:cubicBezTo>
                      <a:pt x="2813" y="4855"/>
                      <a:pt x="2793" y="4855"/>
                      <a:pt x="2773" y="4855"/>
                    </a:cubicBezTo>
                    <a:cubicBezTo>
                      <a:pt x="2773" y="4874"/>
                      <a:pt x="2773" y="4894"/>
                      <a:pt x="2773" y="4914"/>
                    </a:cubicBezTo>
                    <a:cubicBezTo>
                      <a:pt x="2695" y="4914"/>
                      <a:pt x="2617" y="4914"/>
                      <a:pt x="2537" y="4914"/>
                    </a:cubicBezTo>
                    <a:cubicBezTo>
                      <a:pt x="2537" y="4894"/>
                      <a:pt x="2537" y="4875"/>
                      <a:pt x="2537" y="4855"/>
                    </a:cubicBezTo>
                    <a:cubicBezTo>
                      <a:pt x="2518" y="4855"/>
                      <a:pt x="2498" y="4855"/>
                      <a:pt x="2478" y="4855"/>
                    </a:cubicBezTo>
                    <a:cubicBezTo>
                      <a:pt x="2478" y="4835"/>
                      <a:pt x="2478" y="4816"/>
                      <a:pt x="2478" y="4796"/>
                    </a:cubicBezTo>
                    <a:cubicBezTo>
                      <a:pt x="2459" y="4796"/>
                      <a:pt x="2439" y="4796"/>
                      <a:pt x="2419" y="4796"/>
                    </a:cubicBezTo>
                    <a:cubicBezTo>
                      <a:pt x="2419" y="4776"/>
                      <a:pt x="2419" y="4757"/>
                      <a:pt x="2419" y="4737"/>
                    </a:cubicBezTo>
                    <a:cubicBezTo>
                      <a:pt x="2400" y="4737"/>
                      <a:pt x="2380" y="4737"/>
                      <a:pt x="2360" y="4737"/>
                    </a:cubicBezTo>
                    <a:cubicBezTo>
                      <a:pt x="2360" y="4717"/>
                      <a:pt x="2360" y="4698"/>
                      <a:pt x="2360" y="4678"/>
                    </a:cubicBezTo>
                    <a:cubicBezTo>
                      <a:pt x="2341" y="4678"/>
                      <a:pt x="2321" y="4678"/>
                      <a:pt x="2301" y="4678"/>
                    </a:cubicBezTo>
                    <a:cubicBezTo>
                      <a:pt x="2301" y="4658"/>
                      <a:pt x="2301" y="4639"/>
                      <a:pt x="2301" y="4619"/>
                    </a:cubicBezTo>
                    <a:cubicBezTo>
                      <a:pt x="2262" y="4619"/>
                      <a:pt x="2223" y="4619"/>
                      <a:pt x="2183" y="4619"/>
                    </a:cubicBezTo>
                    <a:cubicBezTo>
                      <a:pt x="2183" y="4638"/>
                      <a:pt x="2183" y="4658"/>
                      <a:pt x="2183" y="4678"/>
                    </a:cubicBezTo>
                    <a:cubicBezTo>
                      <a:pt x="2164" y="4678"/>
                      <a:pt x="2144" y="4678"/>
                      <a:pt x="2124" y="4678"/>
                    </a:cubicBezTo>
                    <a:cubicBezTo>
                      <a:pt x="2124" y="4697"/>
                      <a:pt x="2124" y="4717"/>
                      <a:pt x="2124" y="4737"/>
                    </a:cubicBezTo>
                    <a:cubicBezTo>
                      <a:pt x="2080" y="4738"/>
                      <a:pt x="2035" y="4739"/>
                      <a:pt x="1990" y="4740"/>
                    </a:cubicBezTo>
                    <a:cubicBezTo>
                      <a:pt x="1975" y="4740"/>
                      <a:pt x="1960" y="4741"/>
                      <a:pt x="1945" y="4741"/>
                    </a:cubicBezTo>
                    <a:cubicBezTo>
                      <a:pt x="1794" y="4746"/>
                      <a:pt x="1794" y="4746"/>
                      <a:pt x="1725" y="4694"/>
                    </a:cubicBezTo>
                    <a:cubicBezTo>
                      <a:pt x="1711" y="4678"/>
                      <a:pt x="1711" y="4678"/>
                      <a:pt x="1706" y="4644"/>
                    </a:cubicBezTo>
                    <a:cubicBezTo>
                      <a:pt x="1706" y="4640"/>
                      <a:pt x="1706" y="4640"/>
                      <a:pt x="1711" y="4619"/>
                    </a:cubicBezTo>
                    <a:cubicBezTo>
                      <a:pt x="1692" y="4619"/>
                      <a:pt x="1672" y="4619"/>
                      <a:pt x="1652" y="4619"/>
                    </a:cubicBezTo>
                    <a:cubicBezTo>
                      <a:pt x="1652" y="4599"/>
                      <a:pt x="1652" y="4580"/>
                      <a:pt x="1652" y="4560"/>
                    </a:cubicBezTo>
                    <a:cubicBezTo>
                      <a:pt x="1633" y="4560"/>
                      <a:pt x="1613" y="4560"/>
                      <a:pt x="1593" y="4560"/>
                    </a:cubicBezTo>
                    <a:cubicBezTo>
                      <a:pt x="1593" y="4501"/>
                      <a:pt x="1593" y="4443"/>
                      <a:pt x="1593" y="4383"/>
                    </a:cubicBezTo>
                    <a:cubicBezTo>
                      <a:pt x="1574" y="4383"/>
                      <a:pt x="1554" y="4383"/>
                      <a:pt x="1534" y="4383"/>
                    </a:cubicBezTo>
                    <a:cubicBezTo>
                      <a:pt x="1534" y="4344"/>
                      <a:pt x="1534" y="4305"/>
                      <a:pt x="1534" y="4265"/>
                    </a:cubicBezTo>
                    <a:cubicBezTo>
                      <a:pt x="1515" y="4265"/>
                      <a:pt x="1495" y="4265"/>
                      <a:pt x="1475" y="4265"/>
                    </a:cubicBezTo>
                    <a:cubicBezTo>
                      <a:pt x="1475" y="4206"/>
                      <a:pt x="1475" y="4148"/>
                      <a:pt x="1475" y="4088"/>
                    </a:cubicBezTo>
                    <a:cubicBezTo>
                      <a:pt x="1456" y="4088"/>
                      <a:pt x="1436" y="4088"/>
                      <a:pt x="1416" y="4088"/>
                    </a:cubicBezTo>
                    <a:cubicBezTo>
                      <a:pt x="1416" y="4049"/>
                      <a:pt x="1416" y="4010"/>
                      <a:pt x="1416" y="3970"/>
                    </a:cubicBezTo>
                    <a:cubicBezTo>
                      <a:pt x="1377" y="3970"/>
                      <a:pt x="1338" y="3970"/>
                      <a:pt x="1298" y="3970"/>
                    </a:cubicBezTo>
                    <a:cubicBezTo>
                      <a:pt x="1298" y="4008"/>
                      <a:pt x="1298" y="4047"/>
                      <a:pt x="1298" y="4088"/>
                    </a:cubicBezTo>
                    <a:cubicBezTo>
                      <a:pt x="1279" y="4088"/>
                      <a:pt x="1259" y="4088"/>
                      <a:pt x="1239" y="4088"/>
                    </a:cubicBezTo>
                    <a:cubicBezTo>
                      <a:pt x="1239" y="4165"/>
                      <a:pt x="1239" y="4243"/>
                      <a:pt x="1239" y="4324"/>
                    </a:cubicBezTo>
                    <a:cubicBezTo>
                      <a:pt x="1220" y="4324"/>
                      <a:pt x="1200" y="4324"/>
                      <a:pt x="1180" y="4324"/>
                    </a:cubicBezTo>
                    <a:cubicBezTo>
                      <a:pt x="1180" y="4401"/>
                      <a:pt x="1180" y="4479"/>
                      <a:pt x="1180" y="4560"/>
                    </a:cubicBezTo>
                    <a:cubicBezTo>
                      <a:pt x="1161" y="4560"/>
                      <a:pt x="1141" y="4560"/>
                      <a:pt x="1121" y="4560"/>
                    </a:cubicBezTo>
                    <a:cubicBezTo>
                      <a:pt x="1121" y="4569"/>
                      <a:pt x="1121" y="4579"/>
                      <a:pt x="1122" y="4589"/>
                    </a:cubicBezTo>
                    <a:cubicBezTo>
                      <a:pt x="1122" y="4625"/>
                      <a:pt x="1122" y="4661"/>
                      <a:pt x="1123" y="4697"/>
                    </a:cubicBezTo>
                    <a:cubicBezTo>
                      <a:pt x="1123" y="4712"/>
                      <a:pt x="1123" y="4728"/>
                      <a:pt x="1123" y="4743"/>
                    </a:cubicBezTo>
                    <a:cubicBezTo>
                      <a:pt x="1124" y="4766"/>
                      <a:pt x="1124" y="4788"/>
                      <a:pt x="1124" y="4810"/>
                    </a:cubicBezTo>
                    <a:cubicBezTo>
                      <a:pt x="1124" y="4824"/>
                      <a:pt x="1124" y="4837"/>
                      <a:pt x="1124" y="4851"/>
                    </a:cubicBezTo>
                    <a:cubicBezTo>
                      <a:pt x="1121" y="4884"/>
                      <a:pt x="1121" y="4884"/>
                      <a:pt x="1092" y="4914"/>
                    </a:cubicBezTo>
                    <a:cubicBezTo>
                      <a:pt x="1086" y="4944"/>
                      <a:pt x="1086" y="4944"/>
                      <a:pt x="1082" y="4981"/>
                    </a:cubicBezTo>
                    <a:cubicBezTo>
                      <a:pt x="1082" y="4988"/>
                      <a:pt x="1082" y="4988"/>
                      <a:pt x="1078" y="5021"/>
                    </a:cubicBezTo>
                    <a:cubicBezTo>
                      <a:pt x="1077" y="5035"/>
                      <a:pt x="1076" y="5049"/>
                      <a:pt x="1075" y="5063"/>
                    </a:cubicBezTo>
                    <a:cubicBezTo>
                      <a:pt x="1074" y="5070"/>
                      <a:pt x="1074" y="5070"/>
                      <a:pt x="1071" y="5105"/>
                    </a:cubicBezTo>
                    <a:cubicBezTo>
                      <a:pt x="1068" y="5140"/>
                      <a:pt x="1065" y="5174"/>
                      <a:pt x="1062" y="5209"/>
                    </a:cubicBezTo>
                    <a:cubicBezTo>
                      <a:pt x="1043" y="5209"/>
                      <a:pt x="1023" y="5209"/>
                      <a:pt x="1003" y="5209"/>
                    </a:cubicBezTo>
                    <a:cubicBezTo>
                      <a:pt x="1003" y="5287"/>
                      <a:pt x="1003" y="5364"/>
                      <a:pt x="1003" y="5445"/>
                    </a:cubicBezTo>
                    <a:cubicBezTo>
                      <a:pt x="984" y="5445"/>
                      <a:pt x="964" y="5445"/>
                      <a:pt x="944" y="5445"/>
                    </a:cubicBezTo>
                    <a:cubicBezTo>
                      <a:pt x="945" y="5457"/>
                      <a:pt x="947" y="5470"/>
                      <a:pt x="948" y="5483"/>
                    </a:cubicBezTo>
                    <a:cubicBezTo>
                      <a:pt x="956" y="5592"/>
                      <a:pt x="944" y="5671"/>
                      <a:pt x="889" y="5767"/>
                    </a:cubicBezTo>
                    <a:cubicBezTo>
                      <a:pt x="884" y="5776"/>
                      <a:pt x="879" y="5785"/>
                      <a:pt x="873" y="5795"/>
                    </a:cubicBezTo>
                    <a:cubicBezTo>
                      <a:pt x="859" y="5818"/>
                      <a:pt x="845" y="5838"/>
                      <a:pt x="826" y="5858"/>
                    </a:cubicBezTo>
                    <a:cubicBezTo>
                      <a:pt x="793" y="5863"/>
                      <a:pt x="793" y="5863"/>
                      <a:pt x="767" y="5858"/>
                    </a:cubicBezTo>
                    <a:cubicBezTo>
                      <a:pt x="769" y="5866"/>
                      <a:pt x="771" y="5875"/>
                      <a:pt x="773" y="5883"/>
                    </a:cubicBezTo>
                    <a:cubicBezTo>
                      <a:pt x="766" y="5921"/>
                      <a:pt x="761" y="5927"/>
                      <a:pt x="732" y="5950"/>
                    </a:cubicBezTo>
                    <a:cubicBezTo>
                      <a:pt x="669" y="5988"/>
                      <a:pt x="602" y="5981"/>
                      <a:pt x="531" y="5976"/>
                    </a:cubicBezTo>
                    <a:cubicBezTo>
                      <a:pt x="531" y="5956"/>
                      <a:pt x="531" y="5937"/>
                      <a:pt x="531" y="5917"/>
                    </a:cubicBezTo>
                    <a:cubicBezTo>
                      <a:pt x="492" y="5917"/>
                      <a:pt x="453" y="5917"/>
                      <a:pt x="413" y="5917"/>
                    </a:cubicBezTo>
                    <a:cubicBezTo>
                      <a:pt x="413" y="5878"/>
                      <a:pt x="413" y="5839"/>
                      <a:pt x="413" y="5799"/>
                    </a:cubicBezTo>
                    <a:cubicBezTo>
                      <a:pt x="394" y="5799"/>
                      <a:pt x="374" y="5799"/>
                      <a:pt x="354" y="5799"/>
                    </a:cubicBezTo>
                    <a:cubicBezTo>
                      <a:pt x="354" y="5760"/>
                      <a:pt x="354" y="5721"/>
                      <a:pt x="354" y="5681"/>
                    </a:cubicBezTo>
                    <a:cubicBezTo>
                      <a:pt x="335" y="5681"/>
                      <a:pt x="315" y="5681"/>
                      <a:pt x="295" y="5681"/>
                    </a:cubicBezTo>
                    <a:cubicBezTo>
                      <a:pt x="295" y="5622"/>
                      <a:pt x="295" y="5564"/>
                      <a:pt x="295" y="5504"/>
                    </a:cubicBezTo>
                    <a:cubicBezTo>
                      <a:pt x="276" y="5504"/>
                      <a:pt x="256" y="5504"/>
                      <a:pt x="236" y="5504"/>
                    </a:cubicBezTo>
                    <a:cubicBezTo>
                      <a:pt x="235" y="5495"/>
                      <a:pt x="235" y="5486"/>
                      <a:pt x="234" y="5477"/>
                    </a:cubicBezTo>
                    <a:cubicBezTo>
                      <a:pt x="230" y="5437"/>
                      <a:pt x="227" y="5398"/>
                      <a:pt x="223" y="5358"/>
                    </a:cubicBezTo>
                    <a:cubicBezTo>
                      <a:pt x="223" y="5351"/>
                      <a:pt x="223" y="5351"/>
                      <a:pt x="220" y="5316"/>
                    </a:cubicBezTo>
                    <a:cubicBezTo>
                      <a:pt x="218" y="5303"/>
                      <a:pt x="217" y="5290"/>
                      <a:pt x="216" y="5276"/>
                    </a:cubicBezTo>
                    <a:cubicBezTo>
                      <a:pt x="215" y="5264"/>
                      <a:pt x="214" y="5252"/>
                      <a:pt x="213" y="5239"/>
                    </a:cubicBezTo>
                    <a:cubicBezTo>
                      <a:pt x="207" y="5209"/>
                      <a:pt x="207" y="5209"/>
                      <a:pt x="177" y="5179"/>
                    </a:cubicBezTo>
                    <a:cubicBezTo>
                      <a:pt x="171" y="5152"/>
                      <a:pt x="171" y="5152"/>
                      <a:pt x="169" y="5119"/>
                    </a:cubicBezTo>
                    <a:cubicBezTo>
                      <a:pt x="168" y="5107"/>
                      <a:pt x="167" y="5096"/>
                      <a:pt x="165" y="5084"/>
                    </a:cubicBezTo>
                    <a:cubicBezTo>
                      <a:pt x="163" y="5059"/>
                      <a:pt x="161" y="5034"/>
                      <a:pt x="159" y="5009"/>
                    </a:cubicBezTo>
                    <a:cubicBezTo>
                      <a:pt x="158" y="4997"/>
                      <a:pt x="157" y="4986"/>
                      <a:pt x="156" y="4974"/>
                    </a:cubicBezTo>
                    <a:cubicBezTo>
                      <a:pt x="155" y="4963"/>
                      <a:pt x="154" y="4952"/>
                      <a:pt x="153" y="4941"/>
                    </a:cubicBezTo>
                    <a:cubicBezTo>
                      <a:pt x="148" y="4914"/>
                      <a:pt x="148" y="4914"/>
                      <a:pt x="118" y="4884"/>
                    </a:cubicBezTo>
                    <a:cubicBezTo>
                      <a:pt x="115" y="4850"/>
                      <a:pt x="115" y="4818"/>
                      <a:pt x="115" y="4784"/>
                    </a:cubicBezTo>
                    <a:cubicBezTo>
                      <a:pt x="115" y="4775"/>
                      <a:pt x="115" y="4765"/>
                      <a:pt x="115" y="4755"/>
                    </a:cubicBezTo>
                    <a:cubicBezTo>
                      <a:pt x="115" y="4724"/>
                      <a:pt x="116" y="4692"/>
                      <a:pt x="116" y="4661"/>
                    </a:cubicBezTo>
                    <a:cubicBezTo>
                      <a:pt x="116" y="4640"/>
                      <a:pt x="116" y="4619"/>
                      <a:pt x="117" y="4597"/>
                    </a:cubicBezTo>
                    <a:cubicBezTo>
                      <a:pt x="117" y="4545"/>
                      <a:pt x="117" y="4494"/>
                      <a:pt x="118" y="4442"/>
                    </a:cubicBezTo>
                    <a:cubicBezTo>
                      <a:pt x="99" y="4442"/>
                      <a:pt x="79" y="4442"/>
                      <a:pt x="59" y="4442"/>
                    </a:cubicBezTo>
                    <a:cubicBezTo>
                      <a:pt x="59" y="4325"/>
                      <a:pt x="59" y="4208"/>
                      <a:pt x="59" y="4088"/>
                    </a:cubicBezTo>
                    <a:cubicBezTo>
                      <a:pt x="40" y="4088"/>
                      <a:pt x="20" y="4088"/>
                      <a:pt x="0" y="4088"/>
                    </a:cubicBezTo>
                    <a:cubicBezTo>
                      <a:pt x="0" y="4029"/>
                      <a:pt x="0" y="3971"/>
                      <a:pt x="0" y="3911"/>
                    </a:cubicBezTo>
                    <a:cubicBezTo>
                      <a:pt x="19" y="3911"/>
                      <a:pt x="39" y="3911"/>
                      <a:pt x="59" y="3911"/>
                    </a:cubicBezTo>
                    <a:cubicBezTo>
                      <a:pt x="59" y="3872"/>
                      <a:pt x="59" y="3833"/>
                      <a:pt x="59" y="3793"/>
                    </a:cubicBezTo>
                    <a:cubicBezTo>
                      <a:pt x="93" y="3792"/>
                      <a:pt x="127" y="3791"/>
                      <a:pt x="160" y="3791"/>
                    </a:cubicBezTo>
                    <a:cubicBezTo>
                      <a:pt x="170" y="3790"/>
                      <a:pt x="180" y="3790"/>
                      <a:pt x="190" y="3790"/>
                    </a:cubicBezTo>
                    <a:cubicBezTo>
                      <a:pt x="199" y="3790"/>
                      <a:pt x="208" y="3790"/>
                      <a:pt x="217" y="3790"/>
                    </a:cubicBezTo>
                    <a:cubicBezTo>
                      <a:pt x="226" y="3789"/>
                      <a:pt x="234" y="3789"/>
                      <a:pt x="243" y="3789"/>
                    </a:cubicBezTo>
                    <a:cubicBezTo>
                      <a:pt x="266" y="3793"/>
                      <a:pt x="266" y="3793"/>
                      <a:pt x="295" y="3822"/>
                    </a:cubicBezTo>
                    <a:cubicBezTo>
                      <a:pt x="298" y="3852"/>
                      <a:pt x="298" y="3879"/>
                      <a:pt x="298" y="3909"/>
                    </a:cubicBezTo>
                    <a:cubicBezTo>
                      <a:pt x="298" y="3917"/>
                      <a:pt x="298" y="3926"/>
                      <a:pt x="298" y="3935"/>
                    </a:cubicBezTo>
                    <a:cubicBezTo>
                      <a:pt x="298" y="3962"/>
                      <a:pt x="297" y="3989"/>
                      <a:pt x="297" y="4016"/>
                    </a:cubicBezTo>
                    <a:cubicBezTo>
                      <a:pt x="297" y="4034"/>
                      <a:pt x="297" y="4052"/>
                      <a:pt x="296" y="4071"/>
                    </a:cubicBezTo>
                    <a:cubicBezTo>
                      <a:pt x="296" y="4116"/>
                      <a:pt x="296" y="4161"/>
                      <a:pt x="295" y="4206"/>
                    </a:cubicBezTo>
                    <a:cubicBezTo>
                      <a:pt x="314" y="4206"/>
                      <a:pt x="334" y="4206"/>
                      <a:pt x="354" y="4206"/>
                    </a:cubicBezTo>
                    <a:cubicBezTo>
                      <a:pt x="354" y="4342"/>
                      <a:pt x="354" y="4478"/>
                      <a:pt x="354" y="4619"/>
                    </a:cubicBezTo>
                    <a:cubicBezTo>
                      <a:pt x="373" y="4619"/>
                      <a:pt x="393" y="4619"/>
                      <a:pt x="413" y="4619"/>
                    </a:cubicBezTo>
                    <a:cubicBezTo>
                      <a:pt x="414" y="4627"/>
                      <a:pt x="414" y="4636"/>
                      <a:pt x="415" y="4645"/>
                    </a:cubicBezTo>
                    <a:cubicBezTo>
                      <a:pt x="419" y="4685"/>
                      <a:pt x="422" y="4725"/>
                      <a:pt x="426" y="4764"/>
                    </a:cubicBezTo>
                    <a:cubicBezTo>
                      <a:pt x="427" y="4771"/>
                      <a:pt x="427" y="4771"/>
                      <a:pt x="429" y="4806"/>
                    </a:cubicBezTo>
                    <a:cubicBezTo>
                      <a:pt x="431" y="4819"/>
                      <a:pt x="432" y="4833"/>
                      <a:pt x="433" y="4846"/>
                    </a:cubicBezTo>
                    <a:cubicBezTo>
                      <a:pt x="434" y="4858"/>
                      <a:pt x="435" y="4871"/>
                      <a:pt x="436" y="4883"/>
                    </a:cubicBezTo>
                    <a:cubicBezTo>
                      <a:pt x="443" y="4914"/>
                      <a:pt x="443" y="4914"/>
                      <a:pt x="472" y="4943"/>
                    </a:cubicBezTo>
                    <a:cubicBezTo>
                      <a:pt x="478" y="4970"/>
                      <a:pt x="478" y="4970"/>
                      <a:pt x="480" y="5003"/>
                    </a:cubicBezTo>
                    <a:cubicBezTo>
                      <a:pt x="481" y="5015"/>
                      <a:pt x="483" y="5027"/>
                      <a:pt x="484" y="5039"/>
                    </a:cubicBezTo>
                    <a:cubicBezTo>
                      <a:pt x="486" y="5063"/>
                      <a:pt x="488" y="5088"/>
                      <a:pt x="490" y="5113"/>
                    </a:cubicBezTo>
                    <a:cubicBezTo>
                      <a:pt x="491" y="5125"/>
                      <a:pt x="492" y="5137"/>
                      <a:pt x="493" y="5149"/>
                    </a:cubicBezTo>
                    <a:cubicBezTo>
                      <a:pt x="494" y="5159"/>
                      <a:pt x="495" y="5170"/>
                      <a:pt x="496" y="5181"/>
                    </a:cubicBezTo>
                    <a:cubicBezTo>
                      <a:pt x="502" y="5209"/>
                      <a:pt x="502" y="5209"/>
                      <a:pt x="531" y="5238"/>
                    </a:cubicBezTo>
                    <a:cubicBezTo>
                      <a:pt x="534" y="5266"/>
                      <a:pt x="534" y="5266"/>
                      <a:pt x="534" y="5299"/>
                    </a:cubicBezTo>
                    <a:cubicBezTo>
                      <a:pt x="534" y="5311"/>
                      <a:pt x="534" y="5323"/>
                      <a:pt x="534" y="5335"/>
                    </a:cubicBezTo>
                    <a:cubicBezTo>
                      <a:pt x="533" y="5348"/>
                      <a:pt x="533" y="5360"/>
                      <a:pt x="533" y="5373"/>
                    </a:cubicBezTo>
                    <a:cubicBezTo>
                      <a:pt x="533" y="5385"/>
                      <a:pt x="533" y="5398"/>
                      <a:pt x="532" y="5411"/>
                    </a:cubicBezTo>
                    <a:cubicBezTo>
                      <a:pt x="532" y="5442"/>
                      <a:pt x="532" y="5473"/>
                      <a:pt x="531" y="5504"/>
                    </a:cubicBezTo>
                    <a:cubicBezTo>
                      <a:pt x="570" y="5504"/>
                      <a:pt x="609" y="5504"/>
                      <a:pt x="649" y="5504"/>
                    </a:cubicBezTo>
                    <a:cubicBezTo>
                      <a:pt x="649" y="5484"/>
                      <a:pt x="649" y="5465"/>
                      <a:pt x="649" y="5445"/>
                    </a:cubicBezTo>
                    <a:cubicBezTo>
                      <a:pt x="669" y="5445"/>
                      <a:pt x="688" y="5445"/>
                      <a:pt x="708" y="5445"/>
                    </a:cubicBezTo>
                    <a:cubicBezTo>
                      <a:pt x="708" y="5386"/>
                      <a:pt x="708" y="5328"/>
                      <a:pt x="708" y="5268"/>
                    </a:cubicBezTo>
                    <a:cubicBezTo>
                      <a:pt x="728" y="5268"/>
                      <a:pt x="747" y="5268"/>
                      <a:pt x="767" y="5268"/>
                    </a:cubicBezTo>
                    <a:cubicBezTo>
                      <a:pt x="767" y="5209"/>
                      <a:pt x="767" y="5151"/>
                      <a:pt x="767" y="5091"/>
                    </a:cubicBezTo>
                    <a:cubicBezTo>
                      <a:pt x="787" y="5091"/>
                      <a:pt x="806" y="5091"/>
                      <a:pt x="826" y="5091"/>
                    </a:cubicBezTo>
                    <a:cubicBezTo>
                      <a:pt x="826" y="4954"/>
                      <a:pt x="826" y="4818"/>
                      <a:pt x="826" y="4678"/>
                    </a:cubicBezTo>
                    <a:cubicBezTo>
                      <a:pt x="846" y="4678"/>
                      <a:pt x="865" y="4678"/>
                      <a:pt x="885" y="4678"/>
                    </a:cubicBezTo>
                    <a:cubicBezTo>
                      <a:pt x="885" y="4561"/>
                      <a:pt x="885" y="4444"/>
                      <a:pt x="885" y="4324"/>
                    </a:cubicBezTo>
                    <a:cubicBezTo>
                      <a:pt x="905" y="4324"/>
                      <a:pt x="924" y="4324"/>
                      <a:pt x="944" y="4324"/>
                    </a:cubicBezTo>
                    <a:cubicBezTo>
                      <a:pt x="944" y="4320"/>
                      <a:pt x="944" y="4320"/>
                      <a:pt x="944" y="4300"/>
                    </a:cubicBezTo>
                    <a:cubicBezTo>
                      <a:pt x="943" y="4264"/>
                      <a:pt x="943" y="4228"/>
                      <a:pt x="942" y="4193"/>
                    </a:cubicBezTo>
                    <a:cubicBezTo>
                      <a:pt x="942" y="4180"/>
                      <a:pt x="942" y="4168"/>
                      <a:pt x="941" y="4155"/>
                    </a:cubicBezTo>
                    <a:cubicBezTo>
                      <a:pt x="941" y="4149"/>
                      <a:pt x="941" y="4149"/>
                      <a:pt x="941" y="4119"/>
                    </a:cubicBezTo>
                    <a:cubicBezTo>
                      <a:pt x="941" y="4114"/>
                      <a:pt x="941" y="4114"/>
                      <a:pt x="941" y="4086"/>
                    </a:cubicBezTo>
                    <a:cubicBezTo>
                      <a:pt x="944" y="4058"/>
                      <a:pt x="944" y="4058"/>
                      <a:pt x="974" y="4029"/>
                    </a:cubicBezTo>
                    <a:cubicBezTo>
                      <a:pt x="980" y="4004"/>
                      <a:pt x="980" y="4004"/>
                      <a:pt x="983" y="3974"/>
                    </a:cubicBezTo>
                    <a:cubicBezTo>
                      <a:pt x="984" y="3964"/>
                      <a:pt x="985" y="3953"/>
                      <a:pt x="987" y="3942"/>
                    </a:cubicBezTo>
                    <a:cubicBezTo>
                      <a:pt x="988" y="3931"/>
                      <a:pt x="989" y="3920"/>
                      <a:pt x="990" y="3909"/>
                    </a:cubicBezTo>
                    <a:cubicBezTo>
                      <a:pt x="991" y="3903"/>
                      <a:pt x="991" y="3903"/>
                      <a:pt x="994" y="3875"/>
                    </a:cubicBezTo>
                    <a:cubicBezTo>
                      <a:pt x="997" y="3848"/>
                      <a:pt x="1000" y="3820"/>
                      <a:pt x="1003" y="3793"/>
                    </a:cubicBezTo>
                    <a:cubicBezTo>
                      <a:pt x="1023" y="3793"/>
                      <a:pt x="1042" y="3793"/>
                      <a:pt x="1062" y="3793"/>
                    </a:cubicBezTo>
                    <a:cubicBezTo>
                      <a:pt x="1063" y="3789"/>
                      <a:pt x="1063" y="3789"/>
                      <a:pt x="1067" y="3769"/>
                    </a:cubicBezTo>
                    <a:cubicBezTo>
                      <a:pt x="1096" y="3649"/>
                      <a:pt x="1096" y="3649"/>
                      <a:pt x="1121" y="3616"/>
                    </a:cubicBezTo>
                    <a:cubicBezTo>
                      <a:pt x="1152" y="3612"/>
                      <a:pt x="1152" y="3612"/>
                      <a:pt x="1180" y="3616"/>
                    </a:cubicBezTo>
                    <a:cubicBezTo>
                      <a:pt x="1180" y="3596"/>
                      <a:pt x="1180" y="3577"/>
                      <a:pt x="1180" y="3557"/>
                    </a:cubicBezTo>
                    <a:cubicBezTo>
                      <a:pt x="1222" y="3555"/>
                      <a:pt x="1265" y="3554"/>
                      <a:pt x="1307" y="3553"/>
                    </a:cubicBezTo>
                    <a:cubicBezTo>
                      <a:pt x="1319" y="3552"/>
                      <a:pt x="1331" y="3552"/>
                      <a:pt x="1343" y="3551"/>
                    </a:cubicBezTo>
                    <a:cubicBezTo>
                      <a:pt x="1415" y="3550"/>
                      <a:pt x="1461" y="3557"/>
                      <a:pt x="1519" y="3600"/>
                    </a:cubicBezTo>
                    <a:cubicBezTo>
                      <a:pt x="1534" y="3616"/>
                      <a:pt x="1534" y="3616"/>
                      <a:pt x="1540" y="3649"/>
                    </a:cubicBezTo>
                    <a:cubicBezTo>
                      <a:pt x="1538" y="3657"/>
                      <a:pt x="1536" y="3666"/>
                      <a:pt x="1534" y="3675"/>
                    </a:cubicBezTo>
                    <a:cubicBezTo>
                      <a:pt x="1554" y="3675"/>
                      <a:pt x="1573" y="3675"/>
                      <a:pt x="1593" y="3675"/>
                    </a:cubicBezTo>
                    <a:cubicBezTo>
                      <a:pt x="1593" y="3713"/>
                      <a:pt x="1593" y="3752"/>
                      <a:pt x="1593" y="3793"/>
                    </a:cubicBezTo>
                    <a:cubicBezTo>
                      <a:pt x="1613" y="3793"/>
                      <a:pt x="1632" y="3793"/>
                      <a:pt x="1652" y="3793"/>
                    </a:cubicBezTo>
                    <a:cubicBezTo>
                      <a:pt x="1652" y="3851"/>
                      <a:pt x="1652" y="3909"/>
                      <a:pt x="1652" y="3970"/>
                    </a:cubicBezTo>
                    <a:cubicBezTo>
                      <a:pt x="1672" y="3970"/>
                      <a:pt x="1691" y="3970"/>
                      <a:pt x="1711" y="3970"/>
                    </a:cubicBezTo>
                    <a:cubicBezTo>
                      <a:pt x="1711" y="4028"/>
                      <a:pt x="1711" y="4086"/>
                      <a:pt x="1711" y="4147"/>
                    </a:cubicBezTo>
                    <a:cubicBezTo>
                      <a:pt x="1731" y="4147"/>
                      <a:pt x="1750" y="4147"/>
                      <a:pt x="1770" y="4147"/>
                    </a:cubicBezTo>
                    <a:cubicBezTo>
                      <a:pt x="1769" y="4154"/>
                      <a:pt x="1767" y="4162"/>
                      <a:pt x="1766" y="4170"/>
                    </a:cubicBezTo>
                    <a:cubicBezTo>
                      <a:pt x="1762" y="4205"/>
                      <a:pt x="1761" y="4231"/>
                      <a:pt x="1770" y="4265"/>
                    </a:cubicBezTo>
                    <a:cubicBezTo>
                      <a:pt x="1796" y="4281"/>
                      <a:pt x="1796" y="4281"/>
                      <a:pt x="1829" y="4294"/>
                    </a:cubicBezTo>
                    <a:cubicBezTo>
                      <a:pt x="1862" y="4307"/>
                      <a:pt x="1862" y="4307"/>
                      <a:pt x="1888" y="4324"/>
                    </a:cubicBezTo>
                    <a:cubicBezTo>
                      <a:pt x="1899" y="4367"/>
                      <a:pt x="1894" y="4396"/>
                      <a:pt x="1888" y="4442"/>
                    </a:cubicBezTo>
                    <a:cubicBezTo>
                      <a:pt x="1947" y="4442"/>
                      <a:pt x="2005" y="4442"/>
                      <a:pt x="2065" y="4442"/>
                    </a:cubicBezTo>
                    <a:cubicBezTo>
                      <a:pt x="2065" y="4422"/>
                      <a:pt x="2065" y="4403"/>
                      <a:pt x="2065" y="4383"/>
                    </a:cubicBezTo>
                    <a:cubicBezTo>
                      <a:pt x="2085" y="4383"/>
                      <a:pt x="2104" y="4383"/>
                      <a:pt x="2124" y="4383"/>
                    </a:cubicBezTo>
                    <a:cubicBezTo>
                      <a:pt x="2124" y="4363"/>
                      <a:pt x="2124" y="4344"/>
                      <a:pt x="2124" y="4324"/>
                    </a:cubicBezTo>
                    <a:cubicBezTo>
                      <a:pt x="2144" y="4324"/>
                      <a:pt x="2163" y="4324"/>
                      <a:pt x="2183" y="4324"/>
                    </a:cubicBezTo>
                    <a:cubicBezTo>
                      <a:pt x="2183" y="4304"/>
                      <a:pt x="2183" y="4285"/>
                      <a:pt x="2183" y="4265"/>
                    </a:cubicBezTo>
                    <a:cubicBezTo>
                      <a:pt x="2203" y="4265"/>
                      <a:pt x="2222" y="4265"/>
                      <a:pt x="2242" y="4265"/>
                    </a:cubicBezTo>
                    <a:cubicBezTo>
                      <a:pt x="2242" y="4284"/>
                      <a:pt x="2242" y="4304"/>
                      <a:pt x="2242" y="4324"/>
                    </a:cubicBezTo>
                    <a:cubicBezTo>
                      <a:pt x="2301" y="4324"/>
                      <a:pt x="2359" y="4324"/>
                      <a:pt x="2419" y="4324"/>
                    </a:cubicBezTo>
                    <a:cubicBezTo>
                      <a:pt x="2419" y="4343"/>
                      <a:pt x="2419" y="4363"/>
                      <a:pt x="2419" y="4383"/>
                    </a:cubicBezTo>
                    <a:cubicBezTo>
                      <a:pt x="2439" y="4383"/>
                      <a:pt x="2458" y="4383"/>
                      <a:pt x="2478" y="4383"/>
                    </a:cubicBezTo>
                    <a:cubicBezTo>
                      <a:pt x="2478" y="4402"/>
                      <a:pt x="2478" y="4422"/>
                      <a:pt x="2478" y="4442"/>
                    </a:cubicBezTo>
                    <a:cubicBezTo>
                      <a:pt x="2498" y="4442"/>
                      <a:pt x="2517" y="4442"/>
                      <a:pt x="2537" y="4442"/>
                    </a:cubicBezTo>
                    <a:cubicBezTo>
                      <a:pt x="2537" y="4481"/>
                      <a:pt x="2537" y="4519"/>
                      <a:pt x="2537" y="4560"/>
                    </a:cubicBezTo>
                    <a:cubicBezTo>
                      <a:pt x="2596" y="4560"/>
                      <a:pt x="2654" y="4560"/>
                      <a:pt x="2714" y="4560"/>
                    </a:cubicBezTo>
                    <a:cubicBezTo>
                      <a:pt x="2714" y="4521"/>
                      <a:pt x="2714" y="4482"/>
                      <a:pt x="2714" y="4442"/>
                    </a:cubicBezTo>
                    <a:cubicBezTo>
                      <a:pt x="2734" y="4442"/>
                      <a:pt x="2753" y="4442"/>
                      <a:pt x="2773" y="4442"/>
                    </a:cubicBezTo>
                    <a:cubicBezTo>
                      <a:pt x="2773" y="4364"/>
                      <a:pt x="2773" y="4286"/>
                      <a:pt x="2773" y="4206"/>
                    </a:cubicBezTo>
                    <a:cubicBezTo>
                      <a:pt x="2793" y="4206"/>
                      <a:pt x="2812" y="4206"/>
                      <a:pt x="2832" y="4206"/>
                    </a:cubicBezTo>
                    <a:cubicBezTo>
                      <a:pt x="2832" y="4128"/>
                      <a:pt x="2832" y="4050"/>
                      <a:pt x="2832" y="3970"/>
                    </a:cubicBezTo>
                    <a:cubicBezTo>
                      <a:pt x="2852" y="3970"/>
                      <a:pt x="2871" y="3970"/>
                      <a:pt x="2891" y="3970"/>
                    </a:cubicBezTo>
                    <a:cubicBezTo>
                      <a:pt x="2891" y="3892"/>
                      <a:pt x="2891" y="3814"/>
                      <a:pt x="2891" y="3734"/>
                    </a:cubicBezTo>
                    <a:cubicBezTo>
                      <a:pt x="2911" y="3734"/>
                      <a:pt x="2930" y="3734"/>
                      <a:pt x="2950" y="3734"/>
                    </a:cubicBezTo>
                    <a:cubicBezTo>
                      <a:pt x="2950" y="3656"/>
                      <a:pt x="2950" y="3578"/>
                      <a:pt x="2950" y="3498"/>
                    </a:cubicBezTo>
                    <a:cubicBezTo>
                      <a:pt x="2970" y="3498"/>
                      <a:pt x="2989" y="3498"/>
                      <a:pt x="3009" y="3498"/>
                    </a:cubicBezTo>
                    <a:cubicBezTo>
                      <a:pt x="3009" y="3439"/>
                      <a:pt x="3009" y="3381"/>
                      <a:pt x="3009" y="3321"/>
                    </a:cubicBezTo>
                    <a:cubicBezTo>
                      <a:pt x="3029" y="3321"/>
                      <a:pt x="3048" y="3321"/>
                      <a:pt x="3068" y="3321"/>
                    </a:cubicBezTo>
                    <a:cubicBezTo>
                      <a:pt x="3068" y="3262"/>
                      <a:pt x="3068" y="3204"/>
                      <a:pt x="3068" y="3143"/>
                    </a:cubicBezTo>
                    <a:cubicBezTo>
                      <a:pt x="3088" y="3143"/>
                      <a:pt x="3107" y="3143"/>
                      <a:pt x="3127" y="3143"/>
                    </a:cubicBezTo>
                    <a:cubicBezTo>
                      <a:pt x="3127" y="3085"/>
                      <a:pt x="3127" y="3027"/>
                      <a:pt x="3127" y="2966"/>
                    </a:cubicBezTo>
                    <a:cubicBezTo>
                      <a:pt x="3147" y="2966"/>
                      <a:pt x="3166" y="2966"/>
                      <a:pt x="3186" y="2966"/>
                    </a:cubicBezTo>
                    <a:cubicBezTo>
                      <a:pt x="3186" y="2947"/>
                      <a:pt x="3186" y="2928"/>
                      <a:pt x="3186" y="2907"/>
                    </a:cubicBezTo>
                    <a:cubicBezTo>
                      <a:pt x="3206" y="2907"/>
                      <a:pt x="3225" y="2907"/>
                      <a:pt x="3245" y="2907"/>
                    </a:cubicBezTo>
                    <a:cubicBezTo>
                      <a:pt x="3245" y="2888"/>
                      <a:pt x="3245" y="2869"/>
                      <a:pt x="3245" y="2848"/>
                    </a:cubicBezTo>
                    <a:cubicBezTo>
                      <a:pt x="3265" y="2848"/>
                      <a:pt x="3284" y="2848"/>
                      <a:pt x="3304" y="2848"/>
                    </a:cubicBezTo>
                    <a:cubicBezTo>
                      <a:pt x="3304" y="2829"/>
                      <a:pt x="3304" y="2810"/>
                      <a:pt x="3304" y="2789"/>
                    </a:cubicBezTo>
                    <a:cubicBezTo>
                      <a:pt x="3343" y="2789"/>
                      <a:pt x="3382" y="2789"/>
                      <a:pt x="3422" y="2789"/>
                    </a:cubicBezTo>
                    <a:cubicBezTo>
                      <a:pt x="3422" y="2809"/>
                      <a:pt x="3422" y="2828"/>
                      <a:pt x="3422" y="2848"/>
                    </a:cubicBezTo>
                    <a:cubicBezTo>
                      <a:pt x="3461" y="2848"/>
                      <a:pt x="3500" y="2848"/>
                      <a:pt x="3540" y="2848"/>
                    </a:cubicBezTo>
                    <a:cubicBezTo>
                      <a:pt x="3540" y="2868"/>
                      <a:pt x="3540" y="2887"/>
                      <a:pt x="3540" y="2907"/>
                    </a:cubicBezTo>
                    <a:cubicBezTo>
                      <a:pt x="3560" y="2907"/>
                      <a:pt x="3579" y="2907"/>
                      <a:pt x="3599" y="2907"/>
                    </a:cubicBezTo>
                    <a:cubicBezTo>
                      <a:pt x="3599" y="2946"/>
                      <a:pt x="3599" y="2985"/>
                      <a:pt x="3599" y="3025"/>
                    </a:cubicBezTo>
                    <a:cubicBezTo>
                      <a:pt x="3619" y="3025"/>
                      <a:pt x="3638" y="3025"/>
                      <a:pt x="3658" y="3025"/>
                    </a:cubicBezTo>
                    <a:cubicBezTo>
                      <a:pt x="3658" y="3084"/>
                      <a:pt x="3658" y="3142"/>
                      <a:pt x="3658" y="3203"/>
                    </a:cubicBezTo>
                    <a:cubicBezTo>
                      <a:pt x="3678" y="3203"/>
                      <a:pt x="3697" y="3203"/>
                      <a:pt x="3717" y="3203"/>
                    </a:cubicBezTo>
                    <a:cubicBezTo>
                      <a:pt x="3717" y="3280"/>
                      <a:pt x="3717" y="3358"/>
                      <a:pt x="3717" y="3439"/>
                    </a:cubicBezTo>
                    <a:cubicBezTo>
                      <a:pt x="3737" y="3439"/>
                      <a:pt x="3756" y="3439"/>
                      <a:pt x="3776" y="3439"/>
                    </a:cubicBezTo>
                    <a:cubicBezTo>
                      <a:pt x="3776" y="3536"/>
                      <a:pt x="3776" y="3633"/>
                      <a:pt x="3776" y="3734"/>
                    </a:cubicBezTo>
                    <a:cubicBezTo>
                      <a:pt x="3796" y="3734"/>
                      <a:pt x="3815" y="3734"/>
                      <a:pt x="3835" y="3734"/>
                    </a:cubicBezTo>
                    <a:cubicBezTo>
                      <a:pt x="3835" y="3850"/>
                      <a:pt x="3835" y="3967"/>
                      <a:pt x="3835" y="4088"/>
                    </a:cubicBezTo>
                    <a:cubicBezTo>
                      <a:pt x="3855" y="4088"/>
                      <a:pt x="3874" y="4088"/>
                      <a:pt x="3894" y="4088"/>
                    </a:cubicBezTo>
                    <a:cubicBezTo>
                      <a:pt x="3894" y="4243"/>
                      <a:pt x="3894" y="4399"/>
                      <a:pt x="3894" y="4560"/>
                    </a:cubicBezTo>
                    <a:cubicBezTo>
                      <a:pt x="3914" y="4560"/>
                      <a:pt x="3933" y="4560"/>
                      <a:pt x="3953" y="4560"/>
                    </a:cubicBezTo>
                    <a:cubicBezTo>
                      <a:pt x="3953" y="4676"/>
                      <a:pt x="3953" y="4793"/>
                      <a:pt x="3953" y="4914"/>
                    </a:cubicBezTo>
                    <a:cubicBezTo>
                      <a:pt x="3973" y="4914"/>
                      <a:pt x="3992" y="4914"/>
                      <a:pt x="4012" y="4914"/>
                    </a:cubicBezTo>
                    <a:cubicBezTo>
                      <a:pt x="4012" y="5069"/>
                      <a:pt x="4012" y="5225"/>
                      <a:pt x="4012" y="5386"/>
                    </a:cubicBezTo>
                    <a:cubicBezTo>
                      <a:pt x="4032" y="5386"/>
                      <a:pt x="4051" y="5386"/>
                      <a:pt x="4071" y="5386"/>
                    </a:cubicBezTo>
                    <a:cubicBezTo>
                      <a:pt x="4071" y="5522"/>
                      <a:pt x="4071" y="5658"/>
                      <a:pt x="4071" y="5799"/>
                    </a:cubicBezTo>
                    <a:cubicBezTo>
                      <a:pt x="4091" y="5799"/>
                      <a:pt x="4110" y="5799"/>
                      <a:pt x="4130" y="5799"/>
                    </a:cubicBezTo>
                    <a:cubicBezTo>
                      <a:pt x="4130" y="5896"/>
                      <a:pt x="4130" y="5993"/>
                      <a:pt x="4130" y="6094"/>
                    </a:cubicBezTo>
                    <a:cubicBezTo>
                      <a:pt x="4150" y="6094"/>
                      <a:pt x="4169" y="6094"/>
                      <a:pt x="4189" y="6094"/>
                    </a:cubicBezTo>
                    <a:cubicBezTo>
                      <a:pt x="4189" y="6133"/>
                      <a:pt x="4189" y="6172"/>
                      <a:pt x="4189" y="6212"/>
                    </a:cubicBezTo>
                    <a:cubicBezTo>
                      <a:pt x="4228" y="6212"/>
                      <a:pt x="4267" y="6212"/>
                      <a:pt x="4307" y="6212"/>
                    </a:cubicBezTo>
                    <a:cubicBezTo>
                      <a:pt x="4307" y="6153"/>
                      <a:pt x="4307" y="6095"/>
                      <a:pt x="4307" y="6035"/>
                    </a:cubicBezTo>
                    <a:cubicBezTo>
                      <a:pt x="4327" y="6035"/>
                      <a:pt x="4346" y="6035"/>
                      <a:pt x="4366" y="6035"/>
                    </a:cubicBezTo>
                    <a:cubicBezTo>
                      <a:pt x="4366" y="5918"/>
                      <a:pt x="4366" y="5801"/>
                      <a:pt x="4366" y="5681"/>
                    </a:cubicBezTo>
                    <a:cubicBezTo>
                      <a:pt x="4386" y="5681"/>
                      <a:pt x="4405" y="5681"/>
                      <a:pt x="4425" y="5681"/>
                    </a:cubicBezTo>
                    <a:cubicBezTo>
                      <a:pt x="4425" y="5544"/>
                      <a:pt x="4425" y="5408"/>
                      <a:pt x="4425" y="5268"/>
                    </a:cubicBezTo>
                    <a:cubicBezTo>
                      <a:pt x="4445" y="5268"/>
                      <a:pt x="4464" y="5268"/>
                      <a:pt x="4484" y="5268"/>
                    </a:cubicBezTo>
                    <a:cubicBezTo>
                      <a:pt x="4484" y="5073"/>
                      <a:pt x="4484" y="4878"/>
                      <a:pt x="4484" y="4678"/>
                    </a:cubicBezTo>
                    <a:cubicBezTo>
                      <a:pt x="4504" y="4678"/>
                      <a:pt x="4523" y="4678"/>
                      <a:pt x="4543" y="4678"/>
                    </a:cubicBezTo>
                    <a:cubicBezTo>
                      <a:pt x="4543" y="4541"/>
                      <a:pt x="4543" y="4405"/>
                      <a:pt x="4543" y="4265"/>
                    </a:cubicBezTo>
                    <a:cubicBezTo>
                      <a:pt x="4563" y="4265"/>
                      <a:pt x="4582" y="4265"/>
                      <a:pt x="4602" y="4265"/>
                    </a:cubicBezTo>
                    <a:cubicBezTo>
                      <a:pt x="4602" y="4089"/>
                      <a:pt x="4602" y="3914"/>
                      <a:pt x="4602" y="3734"/>
                    </a:cubicBezTo>
                    <a:cubicBezTo>
                      <a:pt x="4622" y="3734"/>
                      <a:pt x="4641" y="3734"/>
                      <a:pt x="4661" y="3734"/>
                    </a:cubicBezTo>
                    <a:cubicBezTo>
                      <a:pt x="4661" y="3558"/>
                      <a:pt x="4661" y="3383"/>
                      <a:pt x="4661" y="3203"/>
                    </a:cubicBezTo>
                    <a:cubicBezTo>
                      <a:pt x="4681" y="3203"/>
                      <a:pt x="4700" y="3203"/>
                      <a:pt x="4720" y="3203"/>
                    </a:cubicBezTo>
                    <a:cubicBezTo>
                      <a:pt x="4720" y="3066"/>
                      <a:pt x="4720" y="2930"/>
                      <a:pt x="4720" y="2789"/>
                    </a:cubicBezTo>
                    <a:cubicBezTo>
                      <a:pt x="4740" y="2789"/>
                      <a:pt x="4759" y="2789"/>
                      <a:pt x="4779" y="2789"/>
                    </a:cubicBezTo>
                    <a:cubicBezTo>
                      <a:pt x="4779" y="2673"/>
                      <a:pt x="4779" y="2556"/>
                      <a:pt x="4779" y="2435"/>
                    </a:cubicBezTo>
                    <a:cubicBezTo>
                      <a:pt x="4799" y="2435"/>
                      <a:pt x="4818" y="2435"/>
                      <a:pt x="4838" y="2435"/>
                    </a:cubicBezTo>
                    <a:cubicBezTo>
                      <a:pt x="4838" y="2338"/>
                      <a:pt x="4838" y="2241"/>
                      <a:pt x="4838" y="2140"/>
                    </a:cubicBezTo>
                    <a:cubicBezTo>
                      <a:pt x="4858" y="2140"/>
                      <a:pt x="4877" y="2140"/>
                      <a:pt x="4897" y="2140"/>
                    </a:cubicBezTo>
                    <a:cubicBezTo>
                      <a:pt x="4897" y="2063"/>
                      <a:pt x="4897" y="1985"/>
                      <a:pt x="4897" y="1904"/>
                    </a:cubicBezTo>
                    <a:cubicBezTo>
                      <a:pt x="4917" y="1904"/>
                      <a:pt x="4936" y="1904"/>
                      <a:pt x="4956" y="1904"/>
                    </a:cubicBezTo>
                    <a:cubicBezTo>
                      <a:pt x="4956" y="1865"/>
                      <a:pt x="4956" y="1827"/>
                      <a:pt x="4956" y="1786"/>
                    </a:cubicBezTo>
                    <a:cubicBezTo>
                      <a:pt x="4976" y="1786"/>
                      <a:pt x="4995" y="1786"/>
                      <a:pt x="5015" y="1786"/>
                    </a:cubicBezTo>
                    <a:cubicBezTo>
                      <a:pt x="5015" y="1747"/>
                      <a:pt x="5015" y="1709"/>
                      <a:pt x="5015" y="1668"/>
                    </a:cubicBezTo>
                    <a:cubicBezTo>
                      <a:pt x="5035" y="1668"/>
                      <a:pt x="5054" y="1668"/>
                      <a:pt x="5074" y="1668"/>
                    </a:cubicBezTo>
                    <a:cubicBezTo>
                      <a:pt x="5074" y="1649"/>
                      <a:pt x="5074" y="1629"/>
                      <a:pt x="5074" y="1609"/>
                    </a:cubicBezTo>
                    <a:cubicBezTo>
                      <a:pt x="5152" y="1609"/>
                      <a:pt x="5230" y="1609"/>
                      <a:pt x="5310" y="1609"/>
                    </a:cubicBezTo>
                    <a:cubicBezTo>
                      <a:pt x="5310" y="1629"/>
                      <a:pt x="5310" y="1648"/>
                      <a:pt x="5310" y="1668"/>
                    </a:cubicBezTo>
                    <a:cubicBezTo>
                      <a:pt x="5330" y="1668"/>
                      <a:pt x="5349" y="1668"/>
                      <a:pt x="5369" y="1668"/>
                    </a:cubicBezTo>
                    <a:cubicBezTo>
                      <a:pt x="5369" y="1707"/>
                      <a:pt x="5369" y="1746"/>
                      <a:pt x="5369" y="1786"/>
                    </a:cubicBezTo>
                    <a:cubicBezTo>
                      <a:pt x="5389" y="1786"/>
                      <a:pt x="5408" y="1786"/>
                      <a:pt x="5428" y="1786"/>
                    </a:cubicBezTo>
                    <a:cubicBezTo>
                      <a:pt x="5428" y="1845"/>
                      <a:pt x="5428" y="1903"/>
                      <a:pt x="5428" y="1963"/>
                    </a:cubicBezTo>
                    <a:cubicBezTo>
                      <a:pt x="5448" y="1963"/>
                      <a:pt x="5467" y="1963"/>
                      <a:pt x="5487" y="1963"/>
                    </a:cubicBezTo>
                    <a:cubicBezTo>
                      <a:pt x="5487" y="2041"/>
                      <a:pt x="5487" y="2119"/>
                      <a:pt x="5487" y="2199"/>
                    </a:cubicBezTo>
                    <a:cubicBezTo>
                      <a:pt x="5507" y="2199"/>
                      <a:pt x="5526" y="2199"/>
                      <a:pt x="5546" y="2199"/>
                    </a:cubicBezTo>
                    <a:cubicBezTo>
                      <a:pt x="5546" y="2316"/>
                      <a:pt x="5546" y="2433"/>
                      <a:pt x="5546" y="2553"/>
                    </a:cubicBezTo>
                    <a:cubicBezTo>
                      <a:pt x="5566" y="2553"/>
                      <a:pt x="5585" y="2553"/>
                      <a:pt x="5605" y="2553"/>
                    </a:cubicBezTo>
                    <a:cubicBezTo>
                      <a:pt x="5605" y="2651"/>
                      <a:pt x="5605" y="2748"/>
                      <a:pt x="5605" y="2848"/>
                    </a:cubicBezTo>
                    <a:cubicBezTo>
                      <a:pt x="5625" y="2848"/>
                      <a:pt x="5644" y="2848"/>
                      <a:pt x="5664" y="2848"/>
                    </a:cubicBezTo>
                    <a:cubicBezTo>
                      <a:pt x="5664" y="3024"/>
                      <a:pt x="5664" y="3199"/>
                      <a:pt x="5664" y="3380"/>
                    </a:cubicBezTo>
                    <a:cubicBezTo>
                      <a:pt x="5684" y="3380"/>
                      <a:pt x="5703" y="3380"/>
                      <a:pt x="5723" y="3380"/>
                    </a:cubicBezTo>
                    <a:cubicBezTo>
                      <a:pt x="5723" y="3535"/>
                      <a:pt x="5723" y="3691"/>
                      <a:pt x="5723" y="3852"/>
                    </a:cubicBezTo>
                    <a:cubicBezTo>
                      <a:pt x="5743" y="3852"/>
                      <a:pt x="5762" y="3852"/>
                      <a:pt x="5782" y="3852"/>
                    </a:cubicBezTo>
                    <a:cubicBezTo>
                      <a:pt x="5782" y="4007"/>
                      <a:pt x="5782" y="4163"/>
                      <a:pt x="5782" y="4324"/>
                    </a:cubicBezTo>
                    <a:cubicBezTo>
                      <a:pt x="5802" y="4324"/>
                      <a:pt x="5821" y="4324"/>
                      <a:pt x="5841" y="4324"/>
                    </a:cubicBezTo>
                    <a:cubicBezTo>
                      <a:pt x="5841" y="4499"/>
                      <a:pt x="5841" y="4674"/>
                      <a:pt x="5841" y="4855"/>
                    </a:cubicBezTo>
                    <a:cubicBezTo>
                      <a:pt x="5861" y="4855"/>
                      <a:pt x="5880" y="4855"/>
                      <a:pt x="5900" y="4855"/>
                    </a:cubicBezTo>
                    <a:cubicBezTo>
                      <a:pt x="5900" y="4991"/>
                      <a:pt x="5900" y="5127"/>
                      <a:pt x="5900" y="5268"/>
                    </a:cubicBezTo>
                    <a:cubicBezTo>
                      <a:pt x="5920" y="5268"/>
                      <a:pt x="5939" y="5268"/>
                      <a:pt x="5959" y="5268"/>
                    </a:cubicBezTo>
                    <a:cubicBezTo>
                      <a:pt x="5959" y="5384"/>
                      <a:pt x="5959" y="5501"/>
                      <a:pt x="5959" y="5622"/>
                    </a:cubicBezTo>
                    <a:cubicBezTo>
                      <a:pt x="5979" y="5622"/>
                      <a:pt x="5998" y="5622"/>
                      <a:pt x="6018" y="5622"/>
                    </a:cubicBezTo>
                    <a:cubicBezTo>
                      <a:pt x="6018" y="5680"/>
                      <a:pt x="6018" y="5738"/>
                      <a:pt x="6018" y="5799"/>
                    </a:cubicBezTo>
                    <a:cubicBezTo>
                      <a:pt x="6057" y="5799"/>
                      <a:pt x="6096" y="5799"/>
                      <a:pt x="6136" y="5799"/>
                    </a:cubicBezTo>
                    <a:cubicBezTo>
                      <a:pt x="6136" y="5760"/>
                      <a:pt x="6136" y="5721"/>
                      <a:pt x="6136" y="5681"/>
                    </a:cubicBezTo>
                    <a:cubicBezTo>
                      <a:pt x="6156" y="5681"/>
                      <a:pt x="6175" y="5681"/>
                      <a:pt x="6195" y="5681"/>
                    </a:cubicBezTo>
                    <a:cubicBezTo>
                      <a:pt x="6195" y="5603"/>
                      <a:pt x="6195" y="5525"/>
                      <a:pt x="6195" y="5445"/>
                    </a:cubicBezTo>
                    <a:cubicBezTo>
                      <a:pt x="6215" y="5445"/>
                      <a:pt x="6234" y="5445"/>
                      <a:pt x="6254" y="5445"/>
                    </a:cubicBezTo>
                    <a:cubicBezTo>
                      <a:pt x="6254" y="5347"/>
                      <a:pt x="6254" y="5250"/>
                      <a:pt x="6254" y="5150"/>
                    </a:cubicBezTo>
                    <a:cubicBezTo>
                      <a:pt x="6274" y="5150"/>
                      <a:pt x="6293" y="5150"/>
                      <a:pt x="6313" y="5150"/>
                    </a:cubicBezTo>
                    <a:cubicBezTo>
                      <a:pt x="6313" y="5033"/>
                      <a:pt x="6313" y="4916"/>
                      <a:pt x="6313" y="4796"/>
                    </a:cubicBezTo>
                    <a:cubicBezTo>
                      <a:pt x="6333" y="4796"/>
                      <a:pt x="6352" y="4796"/>
                      <a:pt x="6372" y="4796"/>
                    </a:cubicBezTo>
                    <a:cubicBezTo>
                      <a:pt x="6372" y="4679"/>
                      <a:pt x="6372" y="4562"/>
                      <a:pt x="6372" y="4442"/>
                    </a:cubicBezTo>
                    <a:cubicBezTo>
                      <a:pt x="6392" y="4442"/>
                      <a:pt x="6411" y="4442"/>
                      <a:pt x="6431" y="4442"/>
                    </a:cubicBezTo>
                    <a:cubicBezTo>
                      <a:pt x="6431" y="4305"/>
                      <a:pt x="6431" y="4169"/>
                      <a:pt x="6431" y="4029"/>
                    </a:cubicBezTo>
                    <a:cubicBezTo>
                      <a:pt x="6451" y="4029"/>
                      <a:pt x="6470" y="4029"/>
                      <a:pt x="6490" y="4029"/>
                    </a:cubicBezTo>
                    <a:cubicBezTo>
                      <a:pt x="6490" y="3931"/>
                      <a:pt x="6490" y="3834"/>
                      <a:pt x="6490" y="3734"/>
                    </a:cubicBezTo>
                    <a:cubicBezTo>
                      <a:pt x="6510" y="3734"/>
                      <a:pt x="6529" y="3734"/>
                      <a:pt x="6549" y="3734"/>
                    </a:cubicBezTo>
                    <a:cubicBezTo>
                      <a:pt x="6549" y="3656"/>
                      <a:pt x="6549" y="3578"/>
                      <a:pt x="6549" y="3498"/>
                    </a:cubicBezTo>
                    <a:cubicBezTo>
                      <a:pt x="6569" y="3498"/>
                      <a:pt x="6588" y="3498"/>
                      <a:pt x="6608" y="3498"/>
                    </a:cubicBezTo>
                    <a:cubicBezTo>
                      <a:pt x="6608" y="3478"/>
                      <a:pt x="6608" y="3459"/>
                      <a:pt x="6608" y="3439"/>
                    </a:cubicBezTo>
                    <a:cubicBezTo>
                      <a:pt x="6628" y="3439"/>
                      <a:pt x="6647" y="3439"/>
                      <a:pt x="6667" y="3439"/>
                    </a:cubicBezTo>
                    <a:cubicBezTo>
                      <a:pt x="6667" y="3419"/>
                      <a:pt x="6667" y="3400"/>
                      <a:pt x="6667" y="3380"/>
                    </a:cubicBezTo>
                    <a:cubicBezTo>
                      <a:pt x="6745" y="3380"/>
                      <a:pt x="6823" y="3380"/>
                      <a:pt x="6903" y="3380"/>
                    </a:cubicBezTo>
                    <a:cubicBezTo>
                      <a:pt x="6903" y="3399"/>
                      <a:pt x="6903" y="3418"/>
                      <a:pt x="6903" y="3439"/>
                    </a:cubicBezTo>
                    <a:cubicBezTo>
                      <a:pt x="6942" y="3439"/>
                      <a:pt x="6981" y="3439"/>
                      <a:pt x="7021" y="3439"/>
                    </a:cubicBezTo>
                    <a:cubicBezTo>
                      <a:pt x="7021" y="3419"/>
                      <a:pt x="7021" y="3400"/>
                      <a:pt x="7021" y="3380"/>
                    </a:cubicBezTo>
                    <a:cubicBezTo>
                      <a:pt x="7041" y="3380"/>
                      <a:pt x="7060" y="3380"/>
                      <a:pt x="7080" y="3380"/>
                    </a:cubicBezTo>
                    <a:cubicBezTo>
                      <a:pt x="7080" y="3360"/>
                      <a:pt x="7080" y="3341"/>
                      <a:pt x="7080" y="3321"/>
                    </a:cubicBezTo>
                    <a:cubicBezTo>
                      <a:pt x="7100" y="3321"/>
                      <a:pt x="7119" y="3321"/>
                      <a:pt x="7139" y="3321"/>
                    </a:cubicBezTo>
                    <a:cubicBezTo>
                      <a:pt x="7139" y="3340"/>
                      <a:pt x="7139" y="3359"/>
                      <a:pt x="7139" y="3380"/>
                    </a:cubicBezTo>
                    <a:cubicBezTo>
                      <a:pt x="7159" y="3380"/>
                      <a:pt x="7178" y="3380"/>
                      <a:pt x="7198" y="3380"/>
                    </a:cubicBezTo>
                    <a:cubicBezTo>
                      <a:pt x="7198" y="3438"/>
                      <a:pt x="7198" y="3496"/>
                      <a:pt x="7198" y="3557"/>
                    </a:cubicBezTo>
                    <a:cubicBezTo>
                      <a:pt x="7218" y="3557"/>
                      <a:pt x="7237" y="3557"/>
                      <a:pt x="7257" y="3557"/>
                    </a:cubicBezTo>
                    <a:cubicBezTo>
                      <a:pt x="7257" y="3615"/>
                      <a:pt x="7257" y="3673"/>
                      <a:pt x="7257" y="3734"/>
                    </a:cubicBezTo>
                    <a:cubicBezTo>
                      <a:pt x="7277" y="3734"/>
                      <a:pt x="7296" y="3734"/>
                      <a:pt x="7316" y="3734"/>
                    </a:cubicBezTo>
                    <a:cubicBezTo>
                      <a:pt x="7316" y="3811"/>
                      <a:pt x="7316" y="3889"/>
                      <a:pt x="7316" y="3970"/>
                    </a:cubicBezTo>
                    <a:cubicBezTo>
                      <a:pt x="7336" y="3970"/>
                      <a:pt x="7355" y="3970"/>
                      <a:pt x="7375" y="3970"/>
                    </a:cubicBezTo>
                    <a:cubicBezTo>
                      <a:pt x="7375" y="4028"/>
                      <a:pt x="7375" y="4086"/>
                      <a:pt x="7375" y="4147"/>
                    </a:cubicBezTo>
                    <a:cubicBezTo>
                      <a:pt x="7395" y="4147"/>
                      <a:pt x="7414" y="4147"/>
                      <a:pt x="7434" y="4147"/>
                    </a:cubicBezTo>
                    <a:cubicBezTo>
                      <a:pt x="7434" y="4224"/>
                      <a:pt x="7434" y="4302"/>
                      <a:pt x="7434" y="4383"/>
                    </a:cubicBezTo>
                    <a:cubicBezTo>
                      <a:pt x="7454" y="4383"/>
                      <a:pt x="7473" y="4383"/>
                      <a:pt x="7493" y="4383"/>
                    </a:cubicBezTo>
                    <a:cubicBezTo>
                      <a:pt x="7493" y="4422"/>
                      <a:pt x="7493" y="4460"/>
                      <a:pt x="7493" y="4501"/>
                    </a:cubicBezTo>
                    <a:cubicBezTo>
                      <a:pt x="7513" y="4501"/>
                      <a:pt x="7532" y="4501"/>
                      <a:pt x="7552" y="4501"/>
                    </a:cubicBezTo>
                    <a:cubicBezTo>
                      <a:pt x="7552" y="4520"/>
                      <a:pt x="7552" y="4540"/>
                      <a:pt x="7552" y="4560"/>
                    </a:cubicBezTo>
                    <a:cubicBezTo>
                      <a:pt x="7591" y="4560"/>
                      <a:pt x="7630" y="4560"/>
                      <a:pt x="7670" y="4560"/>
                    </a:cubicBezTo>
                    <a:cubicBezTo>
                      <a:pt x="7670" y="4540"/>
                      <a:pt x="7670" y="4521"/>
                      <a:pt x="7670" y="4501"/>
                    </a:cubicBezTo>
                    <a:cubicBezTo>
                      <a:pt x="7690" y="4501"/>
                      <a:pt x="7709" y="4501"/>
                      <a:pt x="7729" y="4501"/>
                    </a:cubicBezTo>
                    <a:cubicBezTo>
                      <a:pt x="7729" y="4462"/>
                      <a:pt x="7729" y="4423"/>
                      <a:pt x="7729" y="4383"/>
                    </a:cubicBezTo>
                    <a:cubicBezTo>
                      <a:pt x="7749" y="4383"/>
                      <a:pt x="7768" y="4383"/>
                      <a:pt x="7788" y="4383"/>
                    </a:cubicBezTo>
                    <a:cubicBezTo>
                      <a:pt x="7788" y="4363"/>
                      <a:pt x="7788" y="4344"/>
                      <a:pt x="7788" y="4324"/>
                    </a:cubicBezTo>
                    <a:cubicBezTo>
                      <a:pt x="7808" y="4324"/>
                      <a:pt x="7827" y="4324"/>
                      <a:pt x="7847" y="4324"/>
                    </a:cubicBezTo>
                    <a:cubicBezTo>
                      <a:pt x="7847" y="4304"/>
                      <a:pt x="7847" y="4285"/>
                      <a:pt x="7847" y="4265"/>
                    </a:cubicBezTo>
                    <a:cubicBezTo>
                      <a:pt x="7945" y="4265"/>
                      <a:pt x="8042" y="4265"/>
                      <a:pt x="8142" y="4265"/>
                    </a:cubicBezTo>
                    <a:cubicBezTo>
                      <a:pt x="8142" y="4284"/>
                      <a:pt x="8142" y="4304"/>
                      <a:pt x="8142" y="4324"/>
                    </a:cubicBezTo>
                    <a:cubicBezTo>
                      <a:pt x="8162" y="4324"/>
                      <a:pt x="8181" y="4324"/>
                      <a:pt x="8201" y="4324"/>
                    </a:cubicBezTo>
                    <a:cubicBezTo>
                      <a:pt x="8201" y="4343"/>
                      <a:pt x="8201" y="4363"/>
                      <a:pt x="8201" y="4383"/>
                    </a:cubicBezTo>
                    <a:cubicBezTo>
                      <a:pt x="8221" y="4383"/>
                      <a:pt x="8240" y="4383"/>
                      <a:pt x="8260" y="4383"/>
                    </a:cubicBezTo>
                    <a:cubicBezTo>
                      <a:pt x="8260" y="4402"/>
                      <a:pt x="8260" y="4422"/>
                      <a:pt x="8260" y="4442"/>
                    </a:cubicBezTo>
                    <a:cubicBezTo>
                      <a:pt x="8319" y="4442"/>
                      <a:pt x="8377" y="4442"/>
                      <a:pt x="8438" y="4442"/>
                    </a:cubicBezTo>
                    <a:cubicBezTo>
                      <a:pt x="8438" y="4461"/>
                      <a:pt x="8438" y="4481"/>
                      <a:pt x="8438" y="4501"/>
                    </a:cubicBezTo>
                    <a:cubicBezTo>
                      <a:pt x="8549" y="4425"/>
                      <a:pt x="8610" y="4354"/>
                      <a:pt x="8663" y="4231"/>
                    </a:cubicBezTo>
                    <a:cubicBezTo>
                      <a:pt x="8724" y="4090"/>
                      <a:pt x="8787" y="3977"/>
                      <a:pt x="8910" y="3881"/>
                    </a:cubicBezTo>
                    <a:cubicBezTo>
                      <a:pt x="8919" y="3871"/>
                      <a:pt x="8929" y="3862"/>
                      <a:pt x="8939" y="3852"/>
                    </a:cubicBezTo>
                    <a:cubicBezTo>
                      <a:pt x="8967" y="3848"/>
                      <a:pt x="8967" y="3848"/>
                      <a:pt x="9000" y="3849"/>
                    </a:cubicBezTo>
                    <a:cubicBezTo>
                      <a:pt x="9012" y="3849"/>
                      <a:pt x="9024" y="3849"/>
                      <a:pt x="9036" y="3849"/>
                    </a:cubicBezTo>
                    <a:cubicBezTo>
                      <a:pt x="9048" y="3849"/>
                      <a:pt x="9061" y="3849"/>
                      <a:pt x="9074" y="3850"/>
                    </a:cubicBezTo>
                    <a:cubicBezTo>
                      <a:pt x="9086" y="3850"/>
                      <a:pt x="9099" y="3850"/>
                      <a:pt x="9112" y="3850"/>
                    </a:cubicBezTo>
                    <a:cubicBezTo>
                      <a:pt x="9143" y="3850"/>
                      <a:pt x="9174" y="3851"/>
                      <a:pt x="9205" y="3852"/>
                    </a:cubicBezTo>
                    <a:cubicBezTo>
                      <a:pt x="9205" y="3871"/>
                      <a:pt x="9205" y="3890"/>
                      <a:pt x="9205" y="3911"/>
                    </a:cubicBezTo>
                    <a:cubicBezTo>
                      <a:pt x="9224" y="3911"/>
                      <a:pt x="9243" y="3911"/>
                      <a:pt x="9264" y="3911"/>
                    </a:cubicBezTo>
                    <a:cubicBezTo>
                      <a:pt x="9264" y="3930"/>
                      <a:pt x="9264" y="3949"/>
                      <a:pt x="9264" y="3970"/>
                    </a:cubicBezTo>
                    <a:cubicBezTo>
                      <a:pt x="9283" y="3970"/>
                      <a:pt x="9302" y="3970"/>
                      <a:pt x="9323" y="3970"/>
                    </a:cubicBezTo>
                    <a:cubicBezTo>
                      <a:pt x="9323" y="3989"/>
                      <a:pt x="9323" y="4008"/>
                      <a:pt x="9323" y="4029"/>
                    </a:cubicBezTo>
                    <a:cubicBezTo>
                      <a:pt x="9342" y="4029"/>
                      <a:pt x="9361" y="4029"/>
                      <a:pt x="9382" y="4029"/>
                    </a:cubicBezTo>
                    <a:cubicBezTo>
                      <a:pt x="9382" y="4048"/>
                      <a:pt x="9382" y="4067"/>
                      <a:pt x="9382" y="4088"/>
                    </a:cubicBezTo>
                    <a:cubicBezTo>
                      <a:pt x="9401" y="4088"/>
                      <a:pt x="9420" y="4088"/>
                      <a:pt x="9441" y="4088"/>
                    </a:cubicBezTo>
                    <a:cubicBezTo>
                      <a:pt x="9441" y="4095"/>
                      <a:pt x="9442" y="4102"/>
                      <a:pt x="9443" y="4109"/>
                    </a:cubicBezTo>
                    <a:cubicBezTo>
                      <a:pt x="9446" y="4140"/>
                      <a:pt x="9450" y="4172"/>
                      <a:pt x="9453" y="4204"/>
                    </a:cubicBezTo>
                    <a:cubicBezTo>
                      <a:pt x="9454" y="4209"/>
                      <a:pt x="9454" y="4209"/>
                      <a:pt x="9457" y="4237"/>
                    </a:cubicBezTo>
                    <a:cubicBezTo>
                      <a:pt x="9458" y="4248"/>
                      <a:pt x="9459" y="4258"/>
                      <a:pt x="9461" y="4269"/>
                    </a:cubicBezTo>
                    <a:cubicBezTo>
                      <a:pt x="9462" y="4279"/>
                      <a:pt x="9463" y="4289"/>
                      <a:pt x="9464" y="4299"/>
                    </a:cubicBezTo>
                    <a:cubicBezTo>
                      <a:pt x="9470" y="4324"/>
                      <a:pt x="9470" y="4324"/>
                      <a:pt x="9500" y="4353"/>
                    </a:cubicBezTo>
                    <a:cubicBezTo>
                      <a:pt x="9503" y="4375"/>
                      <a:pt x="9503" y="4375"/>
                      <a:pt x="9502" y="4401"/>
                    </a:cubicBezTo>
                    <a:cubicBezTo>
                      <a:pt x="9502" y="4410"/>
                      <a:pt x="9502" y="4420"/>
                      <a:pt x="9502" y="4429"/>
                    </a:cubicBezTo>
                    <a:cubicBezTo>
                      <a:pt x="9502" y="4439"/>
                      <a:pt x="9502" y="4448"/>
                      <a:pt x="9501" y="4458"/>
                    </a:cubicBezTo>
                    <a:cubicBezTo>
                      <a:pt x="9501" y="4468"/>
                      <a:pt x="9501" y="4478"/>
                      <a:pt x="9501" y="4488"/>
                    </a:cubicBezTo>
                    <a:cubicBezTo>
                      <a:pt x="9501" y="4512"/>
                      <a:pt x="9500" y="4536"/>
                      <a:pt x="9500" y="4560"/>
                    </a:cubicBezTo>
                    <a:cubicBezTo>
                      <a:pt x="9519" y="4560"/>
                      <a:pt x="9539" y="4560"/>
                      <a:pt x="9559" y="4560"/>
                    </a:cubicBezTo>
                    <a:cubicBezTo>
                      <a:pt x="9559" y="4657"/>
                      <a:pt x="9559" y="4754"/>
                      <a:pt x="9559" y="4855"/>
                    </a:cubicBezTo>
                    <a:cubicBezTo>
                      <a:pt x="9578" y="4855"/>
                      <a:pt x="9598" y="4855"/>
                      <a:pt x="9618" y="4855"/>
                    </a:cubicBezTo>
                    <a:cubicBezTo>
                      <a:pt x="9618" y="4913"/>
                      <a:pt x="9618" y="4971"/>
                      <a:pt x="9618" y="5032"/>
                    </a:cubicBezTo>
                    <a:cubicBezTo>
                      <a:pt x="9637" y="5032"/>
                      <a:pt x="9657" y="5032"/>
                      <a:pt x="9677" y="5032"/>
                    </a:cubicBezTo>
                    <a:cubicBezTo>
                      <a:pt x="9677" y="5090"/>
                      <a:pt x="9677" y="5148"/>
                      <a:pt x="9677" y="5209"/>
                    </a:cubicBezTo>
                    <a:cubicBezTo>
                      <a:pt x="9716" y="5209"/>
                      <a:pt x="9754" y="5209"/>
                      <a:pt x="9795" y="5209"/>
                    </a:cubicBezTo>
                    <a:cubicBezTo>
                      <a:pt x="9795" y="5170"/>
                      <a:pt x="9795" y="5131"/>
                      <a:pt x="9795" y="5091"/>
                    </a:cubicBezTo>
                    <a:cubicBezTo>
                      <a:pt x="9814" y="5091"/>
                      <a:pt x="9834" y="5091"/>
                      <a:pt x="9854" y="5091"/>
                    </a:cubicBezTo>
                    <a:cubicBezTo>
                      <a:pt x="9854" y="5013"/>
                      <a:pt x="9854" y="4935"/>
                      <a:pt x="9854" y="4855"/>
                    </a:cubicBezTo>
                    <a:cubicBezTo>
                      <a:pt x="9873" y="4855"/>
                      <a:pt x="9893" y="4855"/>
                      <a:pt x="9913" y="4855"/>
                    </a:cubicBezTo>
                    <a:cubicBezTo>
                      <a:pt x="9913" y="4757"/>
                      <a:pt x="9913" y="4660"/>
                      <a:pt x="9913" y="4560"/>
                    </a:cubicBezTo>
                    <a:cubicBezTo>
                      <a:pt x="9932" y="4560"/>
                      <a:pt x="9952" y="4560"/>
                      <a:pt x="9972" y="4560"/>
                    </a:cubicBezTo>
                    <a:cubicBezTo>
                      <a:pt x="9972" y="4556"/>
                      <a:pt x="9972" y="4556"/>
                      <a:pt x="9971" y="4536"/>
                    </a:cubicBezTo>
                    <a:cubicBezTo>
                      <a:pt x="9970" y="4500"/>
                      <a:pt x="9970" y="4464"/>
                      <a:pt x="9970" y="4429"/>
                    </a:cubicBezTo>
                    <a:cubicBezTo>
                      <a:pt x="9969" y="4416"/>
                      <a:pt x="9969" y="4404"/>
                      <a:pt x="9969" y="4391"/>
                    </a:cubicBezTo>
                    <a:cubicBezTo>
                      <a:pt x="9969" y="4385"/>
                      <a:pt x="9969" y="4385"/>
                      <a:pt x="9969" y="4355"/>
                    </a:cubicBezTo>
                    <a:cubicBezTo>
                      <a:pt x="9969" y="4350"/>
                      <a:pt x="9969" y="4350"/>
                      <a:pt x="9968" y="4322"/>
                    </a:cubicBezTo>
                    <a:cubicBezTo>
                      <a:pt x="9972" y="4294"/>
                      <a:pt x="9972" y="4294"/>
                      <a:pt x="10001" y="4265"/>
                    </a:cubicBezTo>
                    <a:cubicBezTo>
                      <a:pt x="10007" y="4234"/>
                      <a:pt x="10007" y="4234"/>
                      <a:pt x="10010" y="4197"/>
                    </a:cubicBezTo>
                    <a:cubicBezTo>
                      <a:pt x="10012" y="4184"/>
                      <a:pt x="10013" y="4171"/>
                      <a:pt x="10014" y="4157"/>
                    </a:cubicBezTo>
                    <a:cubicBezTo>
                      <a:pt x="10015" y="4150"/>
                      <a:pt x="10015" y="4150"/>
                      <a:pt x="10018" y="4115"/>
                    </a:cubicBezTo>
                    <a:cubicBezTo>
                      <a:pt x="10019" y="4101"/>
                      <a:pt x="10020" y="4087"/>
                      <a:pt x="10022" y="4073"/>
                    </a:cubicBezTo>
                    <a:cubicBezTo>
                      <a:pt x="10025" y="4039"/>
                      <a:pt x="10028" y="4004"/>
                      <a:pt x="10031" y="3970"/>
                    </a:cubicBezTo>
                    <a:cubicBezTo>
                      <a:pt x="10050" y="3970"/>
                      <a:pt x="10070" y="3970"/>
                      <a:pt x="10090" y="3970"/>
                    </a:cubicBezTo>
                    <a:cubicBezTo>
                      <a:pt x="10089" y="3960"/>
                      <a:pt x="10089" y="3950"/>
                      <a:pt x="10089" y="3940"/>
                    </a:cubicBezTo>
                    <a:cubicBezTo>
                      <a:pt x="10089" y="3904"/>
                      <a:pt x="10088" y="3868"/>
                      <a:pt x="10088" y="3833"/>
                    </a:cubicBezTo>
                    <a:cubicBezTo>
                      <a:pt x="10088" y="3817"/>
                      <a:pt x="10088" y="3801"/>
                      <a:pt x="10087" y="3786"/>
                    </a:cubicBezTo>
                    <a:cubicBezTo>
                      <a:pt x="10087" y="3764"/>
                      <a:pt x="10087" y="3741"/>
                      <a:pt x="10087" y="3719"/>
                    </a:cubicBezTo>
                    <a:cubicBezTo>
                      <a:pt x="10087" y="3712"/>
                      <a:pt x="10087" y="3712"/>
                      <a:pt x="10086" y="3678"/>
                    </a:cubicBezTo>
                    <a:cubicBezTo>
                      <a:pt x="10090" y="3645"/>
                      <a:pt x="10090" y="3645"/>
                      <a:pt x="10119" y="3616"/>
                    </a:cubicBezTo>
                    <a:cubicBezTo>
                      <a:pt x="10125" y="3585"/>
                      <a:pt x="10129" y="3555"/>
                      <a:pt x="10132" y="3523"/>
                    </a:cubicBezTo>
                    <a:cubicBezTo>
                      <a:pt x="10146" y="3413"/>
                      <a:pt x="10174" y="3309"/>
                      <a:pt x="10208" y="3203"/>
                    </a:cubicBezTo>
                    <a:cubicBezTo>
                      <a:pt x="10227" y="3203"/>
                      <a:pt x="10247" y="3203"/>
                      <a:pt x="10267" y="3203"/>
                    </a:cubicBezTo>
                    <a:cubicBezTo>
                      <a:pt x="10267" y="3125"/>
                      <a:pt x="10267" y="3047"/>
                      <a:pt x="10267" y="2966"/>
                    </a:cubicBezTo>
                    <a:cubicBezTo>
                      <a:pt x="10286" y="2966"/>
                      <a:pt x="10306" y="2966"/>
                      <a:pt x="10326" y="2966"/>
                    </a:cubicBezTo>
                    <a:cubicBezTo>
                      <a:pt x="10326" y="2908"/>
                      <a:pt x="10326" y="2850"/>
                      <a:pt x="10326" y="2789"/>
                    </a:cubicBezTo>
                    <a:cubicBezTo>
                      <a:pt x="10345" y="2789"/>
                      <a:pt x="10365" y="2789"/>
                      <a:pt x="10385" y="2789"/>
                    </a:cubicBezTo>
                    <a:cubicBezTo>
                      <a:pt x="10385" y="2731"/>
                      <a:pt x="10385" y="2673"/>
                      <a:pt x="10385" y="2612"/>
                    </a:cubicBezTo>
                    <a:cubicBezTo>
                      <a:pt x="10404" y="2612"/>
                      <a:pt x="10424" y="2612"/>
                      <a:pt x="10444" y="2612"/>
                    </a:cubicBezTo>
                    <a:cubicBezTo>
                      <a:pt x="10443" y="2608"/>
                      <a:pt x="10443" y="2608"/>
                      <a:pt x="10438" y="2587"/>
                    </a:cubicBezTo>
                    <a:cubicBezTo>
                      <a:pt x="10444" y="2550"/>
                      <a:pt x="10448" y="2543"/>
                      <a:pt x="10475" y="2520"/>
                    </a:cubicBezTo>
                    <a:cubicBezTo>
                      <a:pt x="10551" y="2473"/>
                      <a:pt x="10653" y="2490"/>
                      <a:pt x="10739" y="2494"/>
                    </a:cubicBezTo>
                    <a:cubicBezTo>
                      <a:pt x="10739" y="2514"/>
                      <a:pt x="10739" y="2533"/>
                      <a:pt x="10739" y="2553"/>
                    </a:cubicBezTo>
                    <a:cubicBezTo>
                      <a:pt x="10758" y="2553"/>
                      <a:pt x="10778" y="2553"/>
                      <a:pt x="10798" y="2553"/>
                    </a:cubicBezTo>
                    <a:cubicBezTo>
                      <a:pt x="10798" y="2573"/>
                      <a:pt x="10798" y="2592"/>
                      <a:pt x="10798" y="2612"/>
                    </a:cubicBezTo>
                    <a:cubicBezTo>
                      <a:pt x="10817" y="2612"/>
                      <a:pt x="10837" y="2612"/>
                      <a:pt x="10857" y="2612"/>
                    </a:cubicBezTo>
                    <a:cubicBezTo>
                      <a:pt x="10857" y="2632"/>
                      <a:pt x="10857" y="2651"/>
                      <a:pt x="10857" y="2671"/>
                    </a:cubicBezTo>
                    <a:cubicBezTo>
                      <a:pt x="10876" y="2671"/>
                      <a:pt x="10896" y="2671"/>
                      <a:pt x="10916" y="2671"/>
                    </a:cubicBezTo>
                    <a:cubicBezTo>
                      <a:pt x="10961" y="2767"/>
                      <a:pt x="10983" y="2853"/>
                      <a:pt x="10994" y="2957"/>
                    </a:cubicBezTo>
                    <a:cubicBezTo>
                      <a:pt x="11001" y="3023"/>
                      <a:pt x="11001" y="3023"/>
                      <a:pt x="11034" y="3055"/>
                    </a:cubicBezTo>
                    <a:cubicBezTo>
                      <a:pt x="11037" y="3088"/>
                      <a:pt x="11037" y="3088"/>
                      <a:pt x="11037" y="3129"/>
                    </a:cubicBezTo>
                    <a:cubicBezTo>
                      <a:pt x="11036" y="3143"/>
                      <a:pt x="11036" y="3158"/>
                      <a:pt x="11036" y="3173"/>
                    </a:cubicBezTo>
                    <a:cubicBezTo>
                      <a:pt x="11036" y="3188"/>
                      <a:pt x="11036" y="3204"/>
                      <a:pt x="11035" y="3219"/>
                    </a:cubicBezTo>
                    <a:cubicBezTo>
                      <a:pt x="11035" y="3235"/>
                      <a:pt x="11035" y="3250"/>
                      <a:pt x="11035" y="3266"/>
                    </a:cubicBezTo>
                    <a:cubicBezTo>
                      <a:pt x="11035" y="3304"/>
                      <a:pt x="11034" y="3342"/>
                      <a:pt x="11034" y="3380"/>
                    </a:cubicBezTo>
                    <a:cubicBezTo>
                      <a:pt x="11053" y="3380"/>
                      <a:pt x="11073" y="3380"/>
                      <a:pt x="11093" y="3380"/>
                    </a:cubicBezTo>
                    <a:cubicBezTo>
                      <a:pt x="11093" y="3477"/>
                      <a:pt x="11093" y="3574"/>
                      <a:pt x="11093" y="3675"/>
                    </a:cubicBezTo>
                    <a:cubicBezTo>
                      <a:pt x="11112" y="3675"/>
                      <a:pt x="11132" y="3675"/>
                      <a:pt x="11152" y="3675"/>
                    </a:cubicBezTo>
                    <a:cubicBezTo>
                      <a:pt x="11152" y="3683"/>
                      <a:pt x="11153" y="3692"/>
                      <a:pt x="11154" y="3701"/>
                    </a:cubicBezTo>
                    <a:cubicBezTo>
                      <a:pt x="11157" y="3741"/>
                      <a:pt x="11161" y="3781"/>
                      <a:pt x="11165" y="3820"/>
                    </a:cubicBezTo>
                    <a:cubicBezTo>
                      <a:pt x="11166" y="3834"/>
                      <a:pt x="11167" y="3848"/>
                      <a:pt x="11168" y="3862"/>
                    </a:cubicBezTo>
                    <a:cubicBezTo>
                      <a:pt x="11169" y="3875"/>
                      <a:pt x="11171" y="3889"/>
                      <a:pt x="11172" y="3902"/>
                    </a:cubicBezTo>
                    <a:cubicBezTo>
                      <a:pt x="11173" y="3914"/>
                      <a:pt x="11174" y="3927"/>
                      <a:pt x="11175" y="3939"/>
                    </a:cubicBezTo>
                    <a:cubicBezTo>
                      <a:pt x="11181" y="3970"/>
                      <a:pt x="11181" y="3970"/>
                      <a:pt x="11211" y="3999"/>
                    </a:cubicBezTo>
                    <a:cubicBezTo>
                      <a:pt x="11213" y="4029"/>
                      <a:pt x="11214" y="4056"/>
                      <a:pt x="11214" y="4086"/>
                    </a:cubicBezTo>
                    <a:cubicBezTo>
                      <a:pt x="11214" y="4090"/>
                      <a:pt x="11214" y="4090"/>
                      <a:pt x="11213" y="4112"/>
                    </a:cubicBezTo>
                    <a:cubicBezTo>
                      <a:pt x="11213" y="4139"/>
                      <a:pt x="11213" y="4166"/>
                      <a:pt x="11212" y="4193"/>
                    </a:cubicBezTo>
                    <a:cubicBezTo>
                      <a:pt x="11212" y="4211"/>
                      <a:pt x="11212" y="4229"/>
                      <a:pt x="11212" y="4248"/>
                    </a:cubicBezTo>
                    <a:cubicBezTo>
                      <a:pt x="11212" y="4293"/>
                      <a:pt x="11211" y="4338"/>
                      <a:pt x="11211" y="4383"/>
                    </a:cubicBezTo>
                    <a:cubicBezTo>
                      <a:pt x="11230" y="4383"/>
                      <a:pt x="11250" y="4383"/>
                      <a:pt x="11270" y="4383"/>
                    </a:cubicBezTo>
                    <a:cubicBezTo>
                      <a:pt x="11270" y="4393"/>
                      <a:pt x="11271" y="4404"/>
                      <a:pt x="11272" y="4415"/>
                    </a:cubicBezTo>
                    <a:cubicBezTo>
                      <a:pt x="11275" y="4454"/>
                      <a:pt x="11278" y="4493"/>
                      <a:pt x="11281" y="4532"/>
                    </a:cubicBezTo>
                    <a:cubicBezTo>
                      <a:pt x="11282" y="4549"/>
                      <a:pt x="11283" y="4566"/>
                      <a:pt x="11284" y="4583"/>
                    </a:cubicBezTo>
                    <a:cubicBezTo>
                      <a:pt x="11286" y="4608"/>
                      <a:pt x="11288" y="4632"/>
                      <a:pt x="11290" y="4656"/>
                    </a:cubicBezTo>
                    <a:cubicBezTo>
                      <a:pt x="11290" y="4660"/>
                      <a:pt x="11290" y="4660"/>
                      <a:pt x="11291" y="4679"/>
                    </a:cubicBezTo>
                    <a:cubicBezTo>
                      <a:pt x="11295" y="4722"/>
                      <a:pt x="11297" y="4734"/>
                      <a:pt x="11329" y="4766"/>
                    </a:cubicBezTo>
                    <a:cubicBezTo>
                      <a:pt x="11331" y="4796"/>
                      <a:pt x="11332" y="4823"/>
                      <a:pt x="11332" y="4853"/>
                    </a:cubicBezTo>
                    <a:cubicBezTo>
                      <a:pt x="11332" y="4857"/>
                      <a:pt x="11332" y="4857"/>
                      <a:pt x="11331" y="4879"/>
                    </a:cubicBezTo>
                    <a:cubicBezTo>
                      <a:pt x="11331" y="4906"/>
                      <a:pt x="11331" y="4933"/>
                      <a:pt x="11331" y="4960"/>
                    </a:cubicBezTo>
                    <a:cubicBezTo>
                      <a:pt x="11330" y="4978"/>
                      <a:pt x="11330" y="4996"/>
                      <a:pt x="11330" y="5015"/>
                    </a:cubicBezTo>
                    <a:cubicBezTo>
                      <a:pt x="11330" y="5060"/>
                      <a:pt x="11329" y="5105"/>
                      <a:pt x="11329" y="5150"/>
                    </a:cubicBezTo>
                    <a:cubicBezTo>
                      <a:pt x="11348" y="5150"/>
                      <a:pt x="11368" y="5150"/>
                      <a:pt x="11388" y="5150"/>
                    </a:cubicBezTo>
                    <a:cubicBezTo>
                      <a:pt x="11388" y="5228"/>
                      <a:pt x="11388" y="5305"/>
                      <a:pt x="11388" y="5386"/>
                    </a:cubicBezTo>
                    <a:cubicBezTo>
                      <a:pt x="11407" y="5386"/>
                      <a:pt x="11427" y="5386"/>
                      <a:pt x="11447" y="5386"/>
                    </a:cubicBezTo>
                    <a:cubicBezTo>
                      <a:pt x="11447" y="5464"/>
                      <a:pt x="11447" y="5541"/>
                      <a:pt x="11447" y="5622"/>
                    </a:cubicBezTo>
                    <a:cubicBezTo>
                      <a:pt x="11466" y="5622"/>
                      <a:pt x="11486" y="5622"/>
                      <a:pt x="11506" y="5622"/>
                    </a:cubicBezTo>
                    <a:cubicBezTo>
                      <a:pt x="11506" y="5641"/>
                      <a:pt x="11506" y="5661"/>
                      <a:pt x="11506" y="5681"/>
                    </a:cubicBezTo>
                    <a:cubicBezTo>
                      <a:pt x="11545" y="5681"/>
                      <a:pt x="11584" y="5681"/>
                      <a:pt x="11624" y="5681"/>
                    </a:cubicBezTo>
                    <a:cubicBezTo>
                      <a:pt x="11624" y="5622"/>
                      <a:pt x="11624" y="5564"/>
                      <a:pt x="11624" y="5504"/>
                    </a:cubicBezTo>
                    <a:cubicBezTo>
                      <a:pt x="11643" y="5504"/>
                      <a:pt x="11663" y="5504"/>
                      <a:pt x="11683" y="5504"/>
                    </a:cubicBezTo>
                    <a:cubicBezTo>
                      <a:pt x="11683" y="5387"/>
                      <a:pt x="11683" y="5270"/>
                      <a:pt x="11683" y="5150"/>
                    </a:cubicBezTo>
                    <a:cubicBezTo>
                      <a:pt x="11702" y="5150"/>
                      <a:pt x="11722" y="5150"/>
                      <a:pt x="11742" y="5150"/>
                    </a:cubicBezTo>
                    <a:cubicBezTo>
                      <a:pt x="11741" y="5135"/>
                      <a:pt x="11741" y="5121"/>
                      <a:pt x="11741" y="5105"/>
                    </a:cubicBezTo>
                    <a:cubicBezTo>
                      <a:pt x="11740" y="5086"/>
                      <a:pt x="11740" y="5067"/>
                      <a:pt x="11740" y="5048"/>
                    </a:cubicBezTo>
                    <a:cubicBezTo>
                      <a:pt x="11740" y="5039"/>
                      <a:pt x="11739" y="5029"/>
                      <a:pt x="11739" y="5019"/>
                    </a:cubicBezTo>
                    <a:cubicBezTo>
                      <a:pt x="11739" y="5015"/>
                      <a:pt x="11739" y="5015"/>
                      <a:pt x="11739" y="4991"/>
                    </a:cubicBezTo>
                    <a:cubicBezTo>
                      <a:pt x="11739" y="4987"/>
                      <a:pt x="11739" y="4987"/>
                      <a:pt x="11738" y="4965"/>
                    </a:cubicBezTo>
                    <a:cubicBezTo>
                      <a:pt x="11742" y="4943"/>
                      <a:pt x="11742" y="4943"/>
                      <a:pt x="11771" y="4914"/>
                    </a:cubicBezTo>
                    <a:cubicBezTo>
                      <a:pt x="11776" y="4889"/>
                      <a:pt x="11776" y="4889"/>
                      <a:pt x="11778" y="4860"/>
                    </a:cubicBezTo>
                    <a:cubicBezTo>
                      <a:pt x="11779" y="4849"/>
                      <a:pt x="11780" y="4838"/>
                      <a:pt x="11781" y="4827"/>
                    </a:cubicBezTo>
                    <a:cubicBezTo>
                      <a:pt x="11782" y="4815"/>
                      <a:pt x="11783" y="4804"/>
                      <a:pt x="11784" y="4792"/>
                    </a:cubicBezTo>
                    <a:cubicBezTo>
                      <a:pt x="11796" y="4670"/>
                      <a:pt x="11821" y="4558"/>
                      <a:pt x="11860" y="4442"/>
                    </a:cubicBezTo>
                    <a:cubicBezTo>
                      <a:pt x="11879" y="4442"/>
                      <a:pt x="11899" y="4442"/>
                      <a:pt x="11919" y="4442"/>
                    </a:cubicBezTo>
                    <a:cubicBezTo>
                      <a:pt x="11919" y="4364"/>
                      <a:pt x="11919" y="4286"/>
                      <a:pt x="11919" y="4206"/>
                    </a:cubicBezTo>
                    <a:cubicBezTo>
                      <a:pt x="11938" y="4206"/>
                      <a:pt x="11958" y="4206"/>
                      <a:pt x="11978" y="4206"/>
                    </a:cubicBezTo>
                    <a:cubicBezTo>
                      <a:pt x="11977" y="4198"/>
                      <a:pt x="11976" y="4191"/>
                      <a:pt x="11976" y="4184"/>
                    </a:cubicBezTo>
                    <a:cubicBezTo>
                      <a:pt x="11965" y="4034"/>
                      <a:pt x="11965" y="3922"/>
                      <a:pt x="12061" y="3801"/>
                    </a:cubicBezTo>
                    <a:cubicBezTo>
                      <a:pt x="12073" y="3788"/>
                      <a:pt x="12084" y="3776"/>
                      <a:pt x="12096" y="3763"/>
                    </a:cubicBezTo>
                    <a:cubicBezTo>
                      <a:pt x="12102" y="3755"/>
                      <a:pt x="12108" y="3747"/>
                      <a:pt x="12114" y="3739"/>
                    </a:cubicBezTo>
                    <a:cubicBezTo>
                      <a:pt x="12156" y="3690"/>
                      <a:pt x="12188" y="3669"/>
                      <a:pt x="12252" y="3661"/>
                    </a:cubicBezTo>
                    <a:cubicBezTo>
                      <a:pt x="12277" y="3660"/>
                      <a:pt x="12303" y="3659"/>
                      <a:pt x="12328" y="3660"/>
                    </a:cubicBezTo>
                    <a:cubicBezTo>
                      <a:pt x="12341" y="3660"/>
                      <a:pt x="12354" y="3660"/>
                      <a:pt x="12368" y="3660"/>
                    </a:cubicBezTo>
                    <a:cubicBezTo>
                      <a:pt x="12450" y="3665"/>
                      <a:pt x="12507" y="3676"/>
                      <a:pt x="12564" y="3737"/>
                    </a:cubicBezTo>
                    <a:cubicBezTo>
                      <a:pt x="12581" y="3757"/>
                      <a:pt x="12596" y="3778"/>
                      <a:pt x="12611" y="3800"/>
                    </a:cubicBezTo>
                    <a:cubicBezTo>
                      <a:pt x="12627" y="3823"/>
                      <a:pt x="12644" y="3844"/>
                      <a:pt x="12662" y="3866"/>
                    </a:cubicBezTo>
                    <a:cubicBezTo>
                      <a:pt x="12726" y="3951"/>
                      <a:pt x="12758" y="4012"/>
                      <a:pt x="12749" y="4121"/>
                    </a:cubicBezTo>
                    <a:cubicBezTo>
                      <a:pt x="12748" y="4129"/>
                      <a:pt x="12746" y="4138"/>
                      <a:pt x="12745" y="4147"/>
                    </a:cubicBezTo>
                    <a:cubicBezTo>
                      <a:pt x="12764" y="4147"/>
                      <a:pt x="12784" y="4147"/>
                      <a:pt x="12804" y="4147"/>
                    </a:cubicBezTo>
                    <a:cubicBezTo>
                      <a:pt x="12804" y="4224"/>
                      <a:pt x="12804" y="4302"/>
                      <a:pt x="12804" y="4383"/>
                    </a:cubicBezTo>
                    <a:cubicBezTo>
                      <a:pt x="12823" y="4383"/>
                      <a:pt x="12843" y="4383"/>
                      <a:pt x="12863" y="4383"/>
                    </a:cubicBezTo>
                    <a:cubicBezTo>
                      <a:pt x="12863" y="4422"/>
                      <a:pt x="12863" y="4460"/>
                      <a:pt x="12863" y="4501"/>
                    </a:cubicBezTo>
                    <a:cubicBezTo>
                      <a:pt x="12882" y="4501"/>
                      <a:pt x="12902" y="4501"/>
                      <a:pt x="12922" y="4501"/>
                    </a:cubicBezTo>
                    <a:cubicBezTo>
                      <a:pt x="12922" y="4540"/>
                      <a:pt x="12922" y="4578"/>
                      <a:pt x="12922" y="4619"/>
                    </a:cubicBezTo>
                    <a:cubicBezTo>
                      <a:pt x="12941" y="4619"/>
                      <a:pt x="12961" y="4619"/>
                      <a:pt x="12981" y="4619"/>
                    </a:cubicBezTo>
                    <a:cubicBezTo>
                      <a:pt x="12981" y="4638"/>
                      <a:pt x="12981" y="4658"/>
                      <a:pt x="12981" y="4678"/>
                    </a:cubicBezTo>
                    <a:cubicBezTo>
                      <a:pt x="13020" y="4678"/>
                      <a:pt x="13059" y="4678"/>
                      <a:pt x="13099" y="4678"/>
                    </a:cubicBezTo>
                    <a:cubicBezTo>
                      <a:pt x="13099" y="4658"/>
                      <a:pt x="13099" y="4639"/>
                      <a:pt x="13099" y="4619"/>
                    </a:cubicBezTo>
                    <a:cubicBezTo>
                      <a:pt x="13118" y="4619"/>
                      <a:pt x="13138" y="4619"/>
                      <a:pt x="13158" y="4619"/>
                    </a:cubicBezTo>
                    <a:cubicBezTo>
                      <a:pt x="13158" y="4615"/>
                      <a:pt x="13158" y="4615"/>
                      <a:pt x="13158" y="4596"/>
                    </a:cubicBezTo>
                    <a:cubicBezTo>
                      <a:pt x="13157" y="4416"/>
                      <a:pt x="13157" y="4235"/>
                      <a:pt x="13156" y="4055"/>
                    </a:cubicBezTo>
                    <a:cubicBezTo>
                      <a:pt x="13156" y="3967"/>
                      <a:pt x="13156" y="3880"/>
                      <a:pt x="13156" y="3793"/>
                    </a:cubicBezTo>
                    <a:cubicBezTo>
                      <a:pt x="13155" y="3717"/>
                      <a:pt x="13155" y="3641"/>
                      <a:pt x="13155" y="3565"/>
                    </a:cubicBezTo>
                    <a:cubicBezTo>
                      <a:pt x="13155" y="3524"/>
                      <a:pt x="13155" y="3484"/>
                      <a:pt x="13155" y="3444"/>
                    </a:cubicBezTo>
                    <a:cubicBezTo>
                      <a:pt x="13154" y="3399"/>
                      <a:pt x="13154" y="3354"/>
                      <a:pt x="13154" y="3309"/>
                    </a:cubicBezTo>
                    <a:cubicBezTo>
                      <a:pt x="13154" y="3296"/>
                      <a:pt x="13154" y="3282"/>
                      <a:pt x="13154" y="3268"/>
                    </a:cubicBezTo>
                    <a:cubicBezTo>
                      <a:pt x="13154" y="3256"/>
                      <a:pt x="13154" y="3244"/>
                      <a:pt x="13154" y="3231"/>
                    </a:cubicBezTo>
                    <a:cubicBezTo>
                      <a:pt x="13154" y="3226"/>
                      <a:pt x="13154" y="3226"/>
                      <a:pt x="13154" y="3199"/>
                    </a:cubicBezTo>
                    <a:cubicBezTo>
                      <a:pt x="13158" y="3173"/>
                      <a:pt x="13158" y="3173"/>
                      <a:pt x="13187" y="3143"/>
                    </a:cubicBezTo>
                    <a:cubicBezTo>
                      <a:pt x="13191" y="3114"/>
                      <a:pt x="13191" y="3114"/>
                      <a:pt x="13191" y="3077"/>
                    </a:cubicBezTo>
                    <a:cubicBezTo>
                      <a:pt x="13191" y="3071"/>
                      <a:pt x="13191" y="3071"/>
                      <a:pt x="13191" y="3037"/>
                    </a:cubicBezTo>
                    <a:cubicBezTo>
                      <a:pt x="13191" y="3024"/>
                      <a:pt x="13191" y="3010"/>
                      <a:pt x="13191" y="2996"/>
                    </a:cubicBezTo>
                    <a:cubicBezTo>
                      <a:pt x="13191" y="2982"/>
                      <a:pt x="13191" y="2969"/>
                      <a:pt x="13191" y="2955"/>
                    </a:cubicBezTo>
                    <a:cubicBezTo>
                      <a:pt x="13191" y="2941"/>
                      <a:pt x="13191" y="2928"/>
                      <a:pt x="13191" y="2915"/>
                    </a:cubicBezTo>
                    <a:cubicBezTo>
                      <a:pt x="13191" y="2903"/>
                      <a:pt x="13191" y="2891"/>
                      <a:pt x="13191" y="2878"/>
                    </a:cubicBezTo>
                    <a:cubicBezTo>
                      <a:pt x="13187" y="2848"/>
                      <a:pt x="13187" y="2848"/>
                      <a:pt x="13158" y="2819"/>
                    </a:cubicBezTo>
                    <a:cubicBezTo>
                      <a:pt x="13155" y="2786"/>
                      <a:pt x="13153" y="2754"/>
                      <a:pt x="13153" y="2720"/>
                    </a:cubicBezTo>
                    <a:cubicBezTo>
                      <a:pt x="13153" y="2715"/>
                      <a:pt x="13153" y="2715"/>
                      <a:pt x="13153" y="2689"/>
                    </a:cubicBezTo>
                    <a:cubicBezTo>
                      <a:pt x="13153" y="2655"/>
                      <a:pt x="13152" y="2620"/>
                      <a:pt x="13152" y="2586"/>
                    </a:cubicBezTo>
                    <a:cubicBezTo>
                      <a:pt x="13152" y="2561"/>
                      <a:pt x="13152" y="2537"/>
                      <a:pt x="13151" y="2512"/>
                    </a:cubicBezTo>
                    <a:cubicBezTo>
                      <a:pt x="13151" y="2459"/>
                      <a:pt x="13150" y="2406"/>
                      <a:pt x="13150" y="2352"/>
                    </a:cubicBezTo>
                    <a:cubicBezTo>
                      <a:pt x="13149" y="2268"/>
                      <a:pt x="13149" y="2184"/>
                      <a:pt x="13148" y="2100"/>
                    </a:cubicBezTo>
                    <a:cubicBezTo>
                      <a:pt x="13147" y="1983"/>
                      <a:pt x="13146" y="1865"/>
                      <a:pt x="13145" y="1747"/>
                    </a:cubicBezTo>
                    <a:cubicBezTo>
                      <a:pt x="13145" y="1740"/>
                      <a:pt x="13144" y="1732"/>
                      <a:pt x="13144" y="1724"/>
                    </a:cubicBezTo>
                    <a:cubicBezTo>
                      <a:pt x="13144" y="1664"/>
                      <a:pt x="13143" y="1603"/>
                      <a:pt x="13143" y="1542"/>
                    </a:cubicBezTo>
                    <a:cubicBezTo>
                      <a:pt x="13142" y="1489"/>
                      <a:pt x="13142" y="1436"/>
                      <a:pt x="13141" y="1383"/>
                    </a:cubicBezTo>
                    <a:cubicBezTo>
                      <a:pt x="13141" y="1376"/>
                      <a:pt x="13141" y="1368"/>
                      <a:pt x="13141" y="1361"/>
                    </a:cubicBezTo>
                    <a:cubicBezTo>
                      <a:pt x="13140" y="1236"/>
                      <a:pt x="13139" y="1112"/>
                      <a:pt x="13138" y="988"/>
                    </a:cubicBezTo>
                    <a:cubicBezTo>
                      <a:pt x="13137" y="904"/>
                      <a:pt x="13136" y="820"/>
                      <a:pt x="13136" y="737"/>
                    </a:cubicBezTo>
                    <a:cubicBezTo>
                      <a:pt x="13135" y="685"/>
                      <a:pt x="13135" y="633"/>
                      <a:pt x="13134" y="581"/>
                    </a:cubicBezTo>
                    <a:cubicBezTo>
                      <a:pt x="13134" y="557"/>
                      <a:pt x="13134" y="533"/>
                      <a:pt x="13134" y="508"/>
                    </a:cubicBezTo>
                    <a:cubicBezTo>
                      <a:pt x="13133" y="476"/>
                      <a:pt x="13133" y="443"/>
                      <a:pt x="13133" y="410"/>
                    </a:cubicBezTo>
                    <a:cubicBezTo>
                      <a:pt x="13133" y="400"/>
                      <a:pt x="13133" y="391"/>
                      <a:pt x="13133" y="381"/>
                    </a:cubicBezTo>
                    <a:cubicBezTo>
                      <a:pt x="13132" y="315"/>
                      <a:pt x="13132" y="315"/>
                      <a:pt x="13099" y="282"/>
                    </a:cubicBezTo>
                    <a:cubicBezTo>
                      <a:pt x="13065" y="278"/>
                      <a:pt x="13065" y="278"/>
                      <a:pt x="13021" y="278"/>
                    </a:cubicBezTo>
                    <a:cubicBezTo>
                      <a:pt x="13013" y="278"/>
                      <a:pt x="13005" y="278"/>
                      <a:pt x="12997" y="277"/>
                    </a:cubicBezTo>
                    <a:cubicBezTo>
                      <a:pt x="12970" y="277"/>
                      <a:pt x="12943" y="277"/>
                      <a:pt x="12916" y="277"/>
                    </a:cubicBezTo>
                    <a:cubicBezTo>
                      <a:pt x="12897" y="277"/>
                      <a:pt x="12877" y="277"/>
                      <a:pt x="12858" y="277"/>
                    </a:cubicBezTo>
                    <a:cubicBezTo>
                      <a:pt x="12804" y="276"/>
                      <a:pt x="12750" y="276"/>
                      <a:pt x="12696" y="276"/>
                    </a:cubicBezTo>
                    <a:cubicBezTo>
                      <a:pt x="12638" y="276"/>
                      <a:pt x="12580" y="275"/>
                      <a:pt x="12523" y="275"/>
                    </a:cubicBezTo>
                    <a:cubicBezTo>
                      <a:pt x="12422" y="274"/>
                      <a:pt x="12322" y="274"/>
                      <a:pt x="12221" y="273"/>
                    </a:cubicBezTo>
                    <a:cubicBezTo>
                      <a:pt x="12076" y="273"/>
                      <a:pt x="11931" y="272"/>
                      <a:pt x="11786" y="271"/>
                    </a:cubicBezTo>
                    <a:cubicBezTo>
                      <a:pt x="11551" y="269"/>
                      <a:pt x="11315" y="268"/>
                      <a:pt x="11080" y="267"/>
                    </a:cubicBezTo>
                    <a:cubicBezTo>
                      <a:pt x="10851" y="266"/>
                      <a:pt x="10622" y="265"/>
                      <a:pt x="10394" y="263"/>
                    </a:cubicBezTo>
                    <a:cubicBezTo>
                      <a:pt x="10387" y="263"/>
                      <a:pt x="10387" y="263"/>
                      <a:pt x="10351" y="263"/>
                    </a:cubicBezTo>
                    <a:cubicBezTo>
                      <a:pt x="10280" y="263"/>
                      <a:pt x="10210" y="262"/>
                      <a:pt x="10139" y="262"/>
                    </a:cubicBezTo>
                    <a:cubicBezTo>
                      <a:pt x="9552" y="258"/>
                      <a:pt x="8965" y="255"/>
                      <a:pt x="8378" y="252"/>
                    </a:cubicBezTo>
                    <a:cubicBezTo>
                      <a:pt x="8378" y="174"/>
                      <a:pt x="8378" y="97"/>
                      <a:pt x="8378" y="16"/>
                    </a:cubicBezTo>
                    <a:close/>
                  </a:path>
                </a:pathLst>
              </a:custGeom>
              <a:solidFill>
                <a:srgbClr val="251047"/>
              </a:solidFill>
              <a:ln w="375" cap="flat">
                <a:noFill/>
              </a:ln>
            </p:spPr>
          </p:sp>
          <p:sp>
            <p:nvSpPr>
              <p:cNvPr id="1876" name="ICON_C_WINDOWS_HEADER_path_005"/>
              <p:cNvSpPr/>
              <p:nvPr/>
            </p:nvSpPr>
            <p:spPr>
              <a:xfrm>
                <a:off x="5589804" y="7111223"/>
                <a:ext cx="54109" cy="48707"/>
              </a:xfrm>
              <a:custGeom>
                <a:avLst/>
                <a:gdLst/>
                <a:ahLst/>
                <a:cxnLst/>
                <a:rect l="0" t="0" r="r" b="b"/>
                <a:pathLst>
                  <a:path w="4261" h="3835" fill="norm" stroke="0">
                    <a:moveTo>
                      <a:pt x="590" y="0"/>
                    </a:moveTo>
                    <a:cubicBezTo>
                      <a:pt x="1583" y="0"/>
                      <a:pt x="2576" y="0"/>
                      <a:pt x="3599" y="0"/>
                    </a:cubicBezTo>
                    <a:cubicBezTo>
                      <a:pt x="3599" y="19"/>
                      <a:pt x="3599" y="39"/>
                      <a:pt x="3599" y="59"/>
                    </a:cubicBezTo>
                    <a:cubicBezTo>
                      <a:pt x="3697" y="59"/>
                      <a:pt x="3794" y="59"/>
                      <a:pt x="3894" y="59"/>
                    </a:cubicBezTo>
                    <a:cubicBezTo>
                      <a:pt x="3894" y="78"/>
                      <a:pt x="3894" y="98"/>
                      <a:pt x="3894" y="118"/>
                    </a:cubicBezTo>
                    <a:cubicBezTo>
                      <a:pt x="3933" y="118"/>
                      <a:pt x="3972" y="118"/>
                      <a:pt x="4012" y="118"/>
                    </a:cubicBezTo>
                    <a:cubicBezTo>
                      <a:pt x="4012" y="99"/>
                      <a:pt x="4012" y="79"/>
                      <a:pt x="4012" y="59"/>
                    </a:cubicBezTo>
                    <a:cubicBezTo>
                      <a:pt x="4035" y="57"/>
                      <a:pt x="4058" y="56"/>
                      <a:pt x="4080" y="55"/>
                    </a:cubicBezTo>
                    <a:cubicBezTo>
                      <a:pt x="4087" y="55"/>
                      <a:pt x="4087" y="55"/>
                      <a:pt x="4119" y="53"/>
                    </a:cubicBezTo>
                    <a:cubicBezTo>
                      <a:pt x="4173" y="61"/>
                      <a:pt x="4212" y="75"/>
                      <a:pt x="4248" y="118"/>
                    </a:cubicBezTo>
                    <a:cubicBezTo>
                      <a:pt x="4261" y="162"/>
                      <a:pt x="4259" y="204"/>
                      <a:pt x="4257" y="249"/>
                    </a:cubicBezTo>
                    <a:cubicBezTo>
                      <a:pt x="4258" y="261"/>
                      <a:pt x="4258" y="272"/>
                      <a:pt x="4258" y="284"/>
                    </a:cubicBezTo>
                    <a:cubicBezTo>
                      <a:pt x="4257" y="350"/>
                      <a:pt x="4249" y="403"/>
                      <a:pt x="4208" y="457"/>
                    </a:cubicBezTo>
                    <a:cubicBezTo>
                      <a:pt x="4174" y="485"/>
                      <a:pt x="4140" y="482"/>
                      <a:pt x="4097" y="478"/>
                    </a:cubicBezTo>
                    <a:cubicBezTo>
                      <a:pt x="4089" y="477"/>
                      <a:pt x="4081" y="477"/>
                      <a:pt x="4072" y="476"/>
                    </a:cubicBezTo>
                    <a:cubicBezTo>
                      <a:pt x="4052" y="475"/>
                      <a:pt x="4032" y="474"/>
                      <a:pt x="4012" y="472"/>
                    </a:cubicBezTo>
                    <a:cubicBezTo>
                      <a:pt x="4012" y="491"/>
                      <a:pt x="4012" y="511"/>
                      <a:pt x="4012" y="531"/>
                    </a:cubicBezTo>
                    <a:cubicBezTo>
                      <a:pt x="3993" y="531"/>
                      <a:pt x="3973" y="531"/>
                      <a:pt x="3953" y="531"/>
                    </a:cubicBezTo>
                    <a:cubicBezTo>
                      <a:pt x="3953" y="589"/>
                      <a:pt x="3953" y="648"/>
                      <a:pt x="3953" y="708"/>
                    </a:cubicBezTo>
                    <a:cubicBezTo>
                      <a:pt x="3973" y="708"/>
                      <a:pt x="3992" y="708"/>
                      <a:pt x="4012" y="708"/>
                    </a:cubicBezTo>
                    <a:cubicBezTo>
                      <a:pt x="4012" y="766"/>
                      <a:pt x="4012" y="825"/>
                      <a:pt x="4012" y="885"/>
                    </a:cubicBezTo>
                    <a:cubicBezTo>
                      <a:pt x="4032" y="885"/>
                      <a:pt x="4051" y="885"/>
                      <a:pt x="4071" y="885"/>
                    </a:cubicBezTo>
                    <a:cubicBezTo>
                      <a:pt x="4071" y="905"/>
                      <a:pt x="4071" y="924"/>
                      <a:pt x="4071" y="944"/>
                    </a:cubicBezTo>
                    <a:cubicBezTo>
                      <a:pt x="4079" y="943"/>
                      <a:pt x="4087" y="942"/>
                      <a:pt x="4095" y="941"/>
                    </a:cubicBezTo>
                    <a:cubicBezTo>
                      <a:pt x="4105" y="940"/>
                      <a:pt x="4116" y="939"/>
                      <a:pt x="4127" y="939"/>
                    </a:cubicBezTo>
                    <a:cubicBezTo>
                      <a:pt x="4132" y="938"/>
                      <a:pt x="4132" y="938"/>
                      <a:pt x="4158" y="935"/>
                    </a:cubicBezTo>
                    <a:cubicBezTo>
                      <a:pt x="4201" y="947"/>
                      <a:pt x="4214" y="967"/>
                      <a:pt x="4237" y="1004"/>
                    </a:cubicBezTo>
                    <a:cubicBezTo>
                      <a:pt x="4259" y="1059"/>
                      <a:pt x="4254" y="1113"/>
                      <a:pt x="4252" y="1171"/>
                    </a:cubicBezTo>
                    <a:cubicBezTo>
                      <a:pt x="4252" y="1183"/>
                      <a:pt x="4251" y="1195"/>
                      <a:pt x="4251" y="1208"/>
                    </a:cubicBezTo>
                    <a:cubicBezTo>
                      <a:pt x="4250" y="1238"/>
                      <a:pt x="4249" y="1268"/>
                      <a:pt x="4248" y="1298"/>
                    </a:cubicBezTo>
                    <a:cubicBezTo>
                      <a:pt x="4229" y="1298"/>
                      <a:pt x="4209" y="1298"/>
                      <a:pt x="4189" y="1298"/>
                    </a:cubicBezTo>
                    <a:cubicBezTo>
                      <a:pt x="4189" y="1473"/>
                      <a:pt x="4189" y="1649"/>
                      <a:pt x="4189" y="1829"/>
                    </a:cubicBezTo>
                    <a:cubicBezTo>
                      <a:pt x="4209" y="1829"/>
                      <a:pt x="4228" y="1829"/>
                      <a:pt x="4248" y="1829"/>
                    </a:cubicBezTo>
                    <a:cubicBezTo>
                      <a:pt x="4248" y="1926"/>
                      <a:pt x="4248" y="2024"/>
                      <a:pt x="4248" y="2124"/>
                    </a:cubicBezTo>
                    <a:cubicBezTo>
                      <a:pt x="4229" y="2124"/>
                      <a:pt x="4209" y="2124"/>
                      <a:pt x="4189" y="2124"/>
                    </a:cubicBezTo>
                    <a:cubicBezTo>
                      <a:pt x="4189" y="2163"/>
                      <a:pt x="4189" y="2202"/>
                      <a:pt x="4189" y="2242"/>
                    </a:cubicBezTo>
                    <a:cubicBezTo>
                      <a:pt x="4170" y="2242"/>
                      <a:pt x="4150" y="2242"/>
                      <a:pt x="4130" y="2242"/>
                    </a:cubicBezTo>
                    <a:cubicBezTo>
                      <a:pt x="4130" y="2262"/>
                      <a:pt x="4130" y="2281"/>
                      <a:pt x="4130" y="2301"/>
                    </a:cubicBezTo>
                    <a:cubicBezTo>
                      <a:pt x="4091" y="2301"/>
                      <a:pt x="4052" y="2301"/>
                      <a:pt x="4012" y="2301"/>
                    </a:cubicBezTo>
                    <a:cubicBezTo>
                      <a:pt x="4012" y="2321"/>
                      <a:pt x="4012" y="2340"/>
                      <a:pt x="4012" y="2360"/>
                    </a:cubicBezTo>
                    <a:cubicBezTo>
                      <a:pt x="3993" y="2360"/>
                      <a:pt x="3973" y="2360"/>
                      <a:pt x="3953" y="2360"/>
                    </a:cubicBezTo>
                    <a:cubicBezTo>
                      <a:pt x="3953" y="2380"/>
                      <a:pt x="3953" y="2399"/>
                      <a:pt x="3953" y="2419"/>
                    </a:cubicBezTo>
                    <a:cubicBezTo>
                      <a:pt x="3973" y="2419"/>
                      <a:pt x="3992" y="2419"/>
                      <a:pt x="4012" y="2419"/>
                    </a:cubicBezTo>
                    <a:cubicBezTo>
                      <a:pt x="4012" y="2516"/>
                      <a:pt x="4012" y="2614"/>
                      <a:pt x="4012" y="2714"/>
                    </a:cubicBezTo>
                    <a:cubicBezTo>
                      <a:pt x="4032" y="2714"/>
                      <a:pt x="4051" y="2714"/>
                      <a:pt x="4071" y="2714"/>
                    </a:cubicBezTo>
                    <a:cubicBezTo>
                      <a:pt x="4071" y="2734"/>
                      <a:pt x="4071" y="2753"/>
                      <a:pt x="4071" y="2773"/>
                    </a:cubicBezTo>
                    <a:cubicBezTo>
                      <a:pt x="4091" y="2773"/>
                      <a:pt x="4110" y="2773"/>
                      <a:pt x="4130" y="2773"/>
                    </a:cubicBezTo>
                    <a:cubicBezTo>
                      <a:pt x="4130" y="2793"/>
                      <a:pt x="4130" y="2812"/>
                      <a:pt x="4130" y="2832"/>
                    </a:cubicBezTo>
                    <a:cubicBezTo>
                      <a:pt x="4150" y="2832"/>
                      <a:pt x="4169" y="2832"/>
                      <a:pt x="4189" y="2832"/>
                    </a:cubicBezTo>
                    <a:cubicBezTo>
                      <a:pt x="4189" y="2852"/>
                      <a:pt x="4189" y="2871"/>
                      <a:pt x="4189" y="2891"/>
                    </a:cubicBezTo>
                    <a:cubicBezTo>
                      <a:pt x="4209" y="2891"/>
                      <a:pt x="4228" y="2891"/>
                      <a:pt x="4248" y="2891"/>
                    </a:cubicBezTo>
                    <a:cubicBezTo>
                      <a:pt x="4248" y="2930"/>
                      <a:pt x="4248" y="2969"/>
                      <a:pt x="4248" y="3009"/>
                    </a:cubicBezTo>
                    <a:cubicBezTo>
                      <a:pt x="4229" y="3009"/>
                      <a:pt x="4209" y="3009"/>
                      <a:pt x="4189" y="3009"/>
                    </a:cubicBezTo>
                    <a:cubicBezTo>
                      <a:pt x="4189" y="3048"/>
                      <a:pt x="4189" y="3087"/>
                      <a:pt x="4189" y="3127"/>
                    </a:cubicBezTo>
                    <a:cubicBezTo>
                      <a:pt x="4072" y="3127"/>
                      <a:pt x="3956" y="3127"/>
                      <a:pt x="3835" y="3127"/>
                    </a:cubicBezTo>
                    <a:cubicBezTo>
                      <a:pt x="3835" y="3147"/>
                      <a:pt x="3835" y="3166"/>
                      <a:pt x="3835" y="3186"/>
                    </a:cubicBezTo>
                    <a:cubicBezTo>
                      <a:pt x="3803" y="3202"/>
                      <a:pt x="3782" y="3212"/>
                      <a:pt x="3747" y="3216"/>
                    </a:cubicBezTo>
                    <a:cubicBezTo>
                      <a:pt x="3721" y="3205"/>
                      <a:pt x="3721" y="3205"/>
                      <a:pt x="3693" y="3188"/>
                    </a:cubicBezTo>
                    <a:cubicBezTo>
                      <a:pt x="3626" y="3152"/>
                      <a:pt x="3564" y="3144"/>
                      <a:pt x="3489" y="3138"/>
                    </a:cubicBezTo>
                    <a:cubicBezTo>
                      <a:pt x="3476" y="3137"/>
                      <a:pt x="3464" y="3136"/>
                      <a:pt x="3452" y="3135"/>
                    </a:cubicBezTo>
                    <a:cubicBezTo>
                      <a:pt x="3422" y="3132"/>
                      <a:pt x="3393" y="3130"/>
                      <a:pt x="3363" y="3127"/>
                    </a:cubicBezTo>
                    <a:cubicBezTo>
                      <a:pt x="3363" y="3147"/>
                      <a:pt x="3363" y="3166"/>
                      <a:pt x="3363" y="3186"/>
                    </a:cubicBezTo>
                    <a:cubicBezTo>
                      <a:pt x="3344" y="3186"/>
                      <a:pt x="3324" y="3186"/>
                      <a:pt x="3304" y="3186"/>
                    </a:cubicBezTo>
                    <a:cubicBezTo>
                      <a:pt x="3304" y="3264"/>
                      <a:pt x="3304" y="3342"/>
                      <a:pt x="3304" y="3422"/>
                    </a:cubicBezTo>
                    <a:cubicBezTo>
                      <a:pt x="3285" y="3422"/>
                      <a:pt x="3265" y="3422"/>
                      <a:pt x="3245" y="3422"/>
                    </a:cubicBezTo>
                    <a:cubicBezTo>
                      <a:pt x="3245" y="3500"/>
                      <a:pt x="3245" y="3578"/>
                      <a:pt x="3245" y="3658"/>
                    </a:cubicBezTo>
                    <a:cubicBezTo>
                      <a:pt x="3231" y="3663"/>
                      <a:pt x="3231" y="3663"/>
                      <a:pt x="3157" y="3688"/>
                    </a:cubicBezTo>
                    <a:cubicBezTo>
                      <a:pt x="3142" y="3710"/>
                      <a:pt x="3142" y="3710"/>
                      <a:pt x="3136" y="3734"/>
                    </a:cubicBezTo>
                    <a:cubicBezTo>
                      <a:pt x="3133" y="3748"/>
                      <a:pt x="3130" y="3762"/>
                      <a:pt x="3127" y="3776"/>
                    </a:cubicBezTo>
                    <a:cubicBezTo>
                      <a:pt x="3069" y="3776"/>
                      <a:pt x="3010" y="3776"/>
                      <a:pt x="2950" y="3776"/>
                    </a:cubicBezTo>
                    <a:cubicBezTo>
                      <a:pt x="2950" y="3796"/>
                      <a:pt x="2950" y="3815"/>
                      <a:pt x="2950" y="3835"/>
                    </a:cubicBezTo>
                    <a:cubicBezTo>
                      <a:pt x="2931" y="3835"/>
                      <a:pt x="2911" y="3835"/>
                      <a:pt x="2891" y="3835"/>
                    </a:cubicBezTo>
                    <a:cubicBezTo>
                      <a:pt x="2891" y="3816"/>
                      <a:pt x="2891" y="3796"/>
                      <a:pt x="2891" y="3776"/>
                    </a:cubicBezTo>
                    <a:cubicBezTo>
                      <a:pt x="2872" y="3776"/>
                      <a:pt x="2852" y="3776"/>
                      <a:pt x="2832" y="3776"/>
                    </a:cubicBezTo>
                    <a:cubicBezTo>
                      <a:pt x="2832" y="3698"/>
                      <a:pt x="2832" y="3620"/>
                      <a:pt x="2832" y="3540"/>
                    </a:cubicBezTo>
                    <a:cubicBezTo>
                      <a:pt x="2813" y="3540"/>
                      <a:pt x="2793" y="3540"/>
                      <a:pt x="2773" y="3540"/>
                    </a:cubicBezTo>
                    <a:cubicBezTo>
                      <a:pt x="2773" y="3521"/>
                      <a:pt x="2773" y="3501"/>
                      <a:pt x="2773" y="3481"/>
                    </a:cubicBezTo>
                    <a:cubicBezTo>
                      <a:pt x="2759" y="3482"/>
                      <a:pt x="2744" y="3482"/>
                      <a:pt x="2729" y="3482"/>
                    </a:cubicBezTo>
                    <a:cubicBezTo>
                      <a:pt x="2710" y="3483"/>
                      <a:pt x="2691" y="3483"/>
                      <a:pt x="2672" y="3483"/>
                    </a:cubicBezTo>
                    <a:cubicBezTo>
                      <a:pt x="2662" y="3483"/>
                      <a:pt x="2653" y="3484"/>
                      <a:pt x="2643" y="3484"/>
                    </a:cubicBezTo>
                    <a:cubicBezTo>
                      <a:pt x="2633" y="3484"/>
                      <a:pt x="2624" y="3484"/>
                      <a:pt x="2615" y="3484"/>
                    </a:cubicBezTo>
                    <a:cubicBezTo>
                      <a:pt x="2606" y="3484"/>
                      <a:pt x="2598" y="3484"/>
                      <a:pt x="2589" y="3485"/>
                    </a:cubicBezTo>
                    <a:cubicBezTo>
                      <a:pt x="2567" y="3481"/>
                      <a:pt x="2567" y="3481"/>
                      <a:pt x="2537" y="3452"/>
                    </a:cubicBezTo>
                    <a:cubicBezTo>
                      <a:pt x="2534" y="3429"/>
                      <a:pt x="2534" y="3429"/>
                      <a:pt x="2534" y="3404"/>
                    </a:cubicBezTo>
                    <a:cubicBezTo>
                      <a:pt x="2534" y="3399"/>
                      <a:pt x="2534" y="3399"/>
                      <a:pt x="2535" y="3376"/>
                    </a:cubicBezTo>
                    <a:cubicBezTo>
                      <a:pt x="2535" y="3371"/>
                      <a:pt x="2535" y="3371"/>
                      <a:pt x="2535" y="3347"/>
                    </a:cubicBezTo>
                    <a:cubicBezTo>
                      <a:pt x="2535" y="3337"/>
                      <a:pt x="2536" y="3327"/>
                      <a:pt x="2536" y="3317"/>
                    </a:cubicBezTo>
                    <a:cubicBezTo>
                      <a:pt x="2536" y="3293"/>
                      <a:pt x="2537" y="3269"/>
                      <a:pt x="2537" y="3245"/>
                    </a:cubicBezTo>
                    <a:cubicBezTo>
                      <a:pt x="2518" y="3245"/>
                      <a:pt x="2498" y="3245"/>
                      <a:pt x="2478" y="3245"/>
                    </a:cubicBezTo>
                    <a:cubicBezTo>
                      <a:pt x="2478" y="3148"/>
                      <a:pt x="2478" y="3050"/>
                      <a:pt x="2478" y="2950"/>
                    </a:cubicBezTo>
                    <a:cubicBezTo>
                      <a:pt x="2498" y="2950"/>
                      <a:pt x="2517" y="2950"/>
                      <a:pt x="2537" y="2950"/>
                    </a:cubicBezTo>
                    <a:cubicBezTo>
                      <a:pt x="2537" y="2931"/>
                      <a:pt x="2537" y="2911"/>
                      <a:pt x="2537" y="2891"/>
                    </a:cubicBezTo>
                    <a:cubicBezTo>
                      <a:pt x="2576" y="2891"/>
                      <a:pt x="2615" y="2891"/>
                      <a:pt x="2655" y="2891"/>
                    </a:cubicBezTo>
                    <a:cubicBezTo>
                      <a:pt x="2655" y="2872"/>
                      <a:pt x="2655" y="2852"/>
                      <a:pt x="2655" y="2832"/>
                    </a:cubicBezTo>
                    <a:cubicBezTo>
                      <a:pt x="2675" y="2832"/>
                      <a:pt x="2694" y="2832"/>
                      <a:pt x="2714" y="2832"/>
                    </a:cubicBezTo>
                    <a:cubicBezTo>
                      <a:pt x="2714" y="2813"/>
                      <a:pt x="2714" y="2793"/>
                      <a:pt x="2714" y="2773"/>
                    </a:cubicBezTo>
                    <a:cubicBezTo>
                      <a:pt x="2695" y="2773"/>
                      <a:pt x="2675" y="2773"/>
                      <a:pt x="2655" y="2773"/>
                    </a:cubicBezTo>
                    <a:cubicBezTo>
                      <a:pt x="2655" y="2734"/>
                      <a:pt x="2655" y="2695"/>
                      <a:pt x="2655" y="2655"/>
                    </a:cubicBezTo>
                    <a:cubicBezTo>
                      <a:pt x="2616" y="2655"/>
                      <a:pt x="2577" y="2655"/>
                      <a:pt x="2537" y="2655"/>
                    </a:cubicBezTo>
                    <a:cubicBezTo>
                      <a:pt x="2537" y="2675"/>
                      <a:pt x="2537" y="2694"/>
                      <a:pt x="2537" y="2714"/>
                    </a:cubicBezTo>
                    <a:cubicBezTo>
                      <a:pt x="2488" y="2714"/>
                      <a:pt x="2440" y="2714"/>
                      <a:pt x="2390" y="2714"/>
                    </a:cubicBezTo>
                    <a:cubicBezTo>
                      <a:pt x="2384" y="2684"/>
                      <a:pt x="2378" y="2655"/>
                      <a:pt x="2372" y="2625"/>
                    </a:cubicBezTo>
                    <a:cubicBezTo>
                      <a:pt x="2360" y="2596"/>
                      <a:pt x="2360" y="2596"/>
                      <a:pt x="2330" y="2582"/>
                    </a:cubicBezTo>
                    <a:cubicBezTo>
                      <a:pt x="2320" y="2577"/>
                      <a:pt x="2311" y="2572"/>
                      <a:pt x="2301" y="2567"/>
                    </a:cubicBezTo>
                    <a:cubicBezTo>
                      <a:pt x="2295" y="2532"/>
                      <a:pt x="2295" y="2532"/>
                      <a:pt x="2297" y="2491"/>
                    </a:cubicBezTo>
                    <a:cubicBezTo>
                      <a:pt x="2298" y="2478"/>
                      <a:pt x="2299" y="2464"/>
                      <a:pt x="2299" y="2450"/>
                    </a:cubicBezTo>
                    <a:cubicBezTo>
                      <a:pt x="2300" y="2440"/>
                      <a:pt x="2300" y="2430"/>
                      <a:pt x="2301" y="2419"/>
                    </a:cubicBezTo>
                    <a:cubicBezTo>
                      <a:pt x="2282" y="2419"/>
                      <a:pt x="2262" y="2419"/>
                      <a:pt x="2242" y="2419"/>
                    </a:cubicBezTo>
                    <a:cubicBezTo>
                      <a:pt x="2242" y="2400"/>
                      <a:pt x="2242" y="2380"/>
                      <a:pt x="2242" y="2360"/>
                    </a:cubicBezTo>
                    <a:cubicBezTo>
                      <a:pt x="2223" y="2360"/>
                      <a:pt x="2203" y="2360"/>
                      <a:pt x="2183" y="2360"/>
                    </a:cubicBezTo>
                    <a:cubicBezTo>
                      <a:pt x="2183" y="2341"/>
                      <a:pt x="2183" y="2321"/>
                      <a:pt x="2183" y="2301"/>
                    </a:cubicBezTo>
                    <a:cubicBezTo>
                      <a:pt x="2086" y="2301"/>
                      <a:pt x="1988" y="2301"/>
                      <a:pt x="1888" y="2301"/>
                    </a:cubicBezTo>
                    <a:cubicBezTo>
                      <a:pt x="1888" y="2321"/>
                      <a:pt x="1888" y="2340"/>
                      <a:pt x="1888" y="2360"/>
                    </a:cubicBezTo>
                    <a:cubicBezTo>
                      <a:pt x="1869" y="2360"/>
                      <a:pt x="1849" y="2360"/>
                      <a:pt x="1829" y="2360"/>
                    </a:cubicBezTo>
                    <a:cubicBezTo>
                      <a:pt x="1829" y="2380"/>
                      <a:pt x="1829" y="2399"/>
                      <a:pt x="1829" y="2419"/>
                    </a:cubicBezTo>
                    <a:cubicBezTo>
                      <a:pt x="1810" y="2419"/>
                      <a:pt x="1790" y="2419"/>
                      <a:pt x="1770" y="2419"/>
                    </a:cubicBezTo>
                    <a:cubicBezTo>
                      <a:pt x="1770" y="2439"/>
                      <a:pt x="1770" y="2458"/>
                      <a:pt x="1770" y="2478"/>
                    </a:cubicBezTo>
                    <a:cubicBezTo>
                      <a:pt x="1751" y="2478"/>
                      <a:pt x="1731" y="2478"/>
                      <a:pt x="1711" y="2478"/>
                    </a:cubicBezTo>
                    <a:cubicBezTo>
                      <a:pt x="1711" y="2498"/>
                      <a:pt x="1711" y="2517"/>
                      <a:pt x="1711" y="2537"/>
                    </a:cubicBezTo>
                    <a:cubicBezTo>
                      <a:pt x="1692" y="2537"/>
                      <a:pt x="1672" y="2537"/>
                      <a:pt x="1652" y="2537"/>
                    </a:cubicBezTo>
                    <a:cubicBezTo>
                      <a:pt x="1652" y="2557"/>
                      <a:pt x="1652" y="2576"/>
                      <a:pt x="1652" y="2596"/>
                    </a:cubicBezTo>
                    <a:cubicBezTo>
                      <a:pt x="1594" y="2596"/>
                      <a:pt x="1535" y="2596"/>
                      <a:pt x="1475" y="2596"/>
                    </a:cubicBezTo>
                    <a:cubicBezTo>
                      <a:pt x="1475" y="2616"/>
                      <a:pt x="1475" y="2635"/>
                      <a:pt x="1475" y="2655"/>
                    </a:cubicBezTo>
                    <a:cubicBezTo>
                      <a:pt x="1456" y="2655"/>
                      <a:pt x="1436" y="2655"/>
                      <a:pt x="1416" y="2655"/>
                    </a:cubicBezTo>
                    <a:cubicBezTo>
                      <a:pt x="1416" y="2675"/>
                      <a:pt x="1416" y="2694"/>
                      <a:pt x="1416" y="2714"/>
                    </a:cubicBezTo>
                    <a:cubicBezTo>
                      <a:pt x="1436" y="2714"/>
                      <a:pt x="1455" y="2714"/>
                      <a:pt x="1475" y="2714"/>
                    </a:cubicBezTo>
                    <a:cubicBezTo>
                      <a:pt x="1475" y="2734"/>
                      <a:pt x="1475" y="2753"/>
                      <a:pt x="1475" y="2773"/>
                    </a:cubicBezTo>
                    <a:cubicBezTo>
                      <a:pt x="1495" y="2773"/>
                      <a:pt x="1514" y="2773"/>
                      <a:pt x="1534" y="2773"/>
                    </a:cubicBezTo>
                    <a:cubicBezTo>
                      <a:pt x="1534" y="2793"/>
                      <a:pt x="1534" y="2812"/>
                      <a:pt x="1534" y="2832"/>
                    </a:cubicBezTo>
                    <a:cubicBezTo>
                      <a:pt x="1554" y="2832"/>
                      <a:pt x="1573" y="2832"/>
                      <a:pt x="1593" y="2832"/>
                    </a:cubicBezTo>
                    <a:cubicBezTo>
                      <a:pt x="1593" y="2930"/>
                      <a:pt x="1593" y="3027"/>
                      <a:pt x="1593" y="3127"/>
                    </a:cubicBezTo>
                    <a:cubicBezTo>
                      <a:pt x="1574" y="3127"/>
                      <a:pt x="1554" y="3127"/>
                      <a:pt x="1534" y="3127"/>
                    </a:cubicBezTo>
                    <a:cubicBezTo>
                      <a:pt x="1524" y="3205"/>
                      <a:pt x="1515" y="3283"/>
                      <a:pt x="1505" y="3363"/>
                    </a:cubicBezTo>
                    <a:cubicBezTo>
                      <a:pt x="1456" y="3363"/>
                      <a:pt x="1407" y="3363"/>
                      <a:pt x="1357" y="3363"/>
                    </a:cubicBezTo>
                    <a:cubicBezTo>
                      <a:pt x="1357" y="3344"/>
                      <a:pt x="1357" y="3324"/>
                      <a:pt x="1357" y="3304"/>
                    </a:cubicBezTo>
                    <a:cubicBezTo>
                      <a:pt x="1318" y="3304"/>
                      <a:pt x="1279" y="3304"/>
                      <a:pt x="1239" y="3304"/>
                    </a:cubicBezTo>
                    <a:cubicBezTo>
                      <a:pt x="1239" y="3382"/>
                      <a:pt x="1239" y="3460"/>
                      <a:pt x="1239" y="3540"/>
                    </a:cubicBezTo>
                    <a:cubicBezTo>
                      <a:pt x="1161" y="3540"/>
                      <a:pt x="1083" y="3540"/>
                      <a:pt x="1003" y="3540"/>
                    </a:cubicBezTo>
                    <a:cubicBezTo>
                      <a:pt x="1003" y="3521"/>
                      <a:pt x="1003" y="3501"/>
                      <a:pt x="1003" y="3481"/>
                    </a:cubicBezTo>
                    <a:cubicBezTo>
                      <a:pt x="974" y="3481"/>
                      <a:pt x="945" y="3481"/>
                      <a:pt x="915" y="3481"/>
                    </a:cubicBezTo>
                    <a:cubicBezTo>
                      <a:pt x="914" y="3473"/>
                      <a:pt x="913" y="3466"/>
                      <a:pt x="912" y="3457"/>
                    </a:cubicBezTo>
                    <a:cubicBezTo>
                      <a:pt x="907" y="3423"/>
                      <a:pt x="900" y="3395"/>
                      <a:pt x="885" y="3363"/>
                    </a:cubicBezTo>
                    <a:cubicBezTo>
                      <a:pt x="859" y="3348"/>
                      <a:pt x="859" y="3348"/>
                      <a:pt x="828" y="3337"/>
                    </a:cubicBezTo>
                    <a:cubicBezTo>
                      <a:pt x="796" y="3325"/>
                      <a:pt x="773" y="3315"/>
                      <a:pt x="756" y="3285"/>
                    </a:cubicBezTo>
                    <a:cubicBezTo>
                      <a:pt x="735" y="3234"/>
                      <a:pt x="721" y="3181"/>
                      <a:pt x="708" y="3127"/>
                    </a:cubicBezTo>
                    <a:cubicBezTo>
                      <a:pt x="689" y="3127"/>
                      <a:pt x="669" y="3127"/>
                      <a:pt x="649" y="3127"/>
                    </a:cubicBezTo>
                    <a:cubicBezTo>
                      <a:pt x="649" y="3108"/>
                      <a:pt x="649" y="3088"/>
                      <a:pt x="649" y="3068"/>
                    </a:cubicBezTo>
                    <a:cubicBezTo>
                      <a:pt x="630" y="3068"/>
                      <a:pt x="610" y="3068"/>
                      <a:pt x="590" y="3068"/>
                    </a:cubicBezTo>
                    <a:cubicBezTo>
                      <a:pt x="589" y="3075"/>
                      <a:pt x="589" y="3075"/>
                      <a:pt x="584" y="3109"/>
                    </a:cubicBezTo>
                    <a:cubicBezTo>
                      <a:pt x="572" y="3145"/>
                      <a:pt x="562" y="3156"/>
                      <a:pt x="530" y="3177"/>
                    </a:cubicBezTo>
                    <a:cubicBezTo>
                      <a:pt x="452" y="3212"/>
                      <a:pt x="397" y="3223"/>
                      <a:pt x="316" y="3195"/>
                    </a:cubicBezTo>
                    <a:cubicBezTo>
                      <a:pt x="309" y="3192"/>
                      <a:pt x="302" y="3189"/>
                      <a:pt x="295" y="3186"/>
                    </a:cubicBezTo>
                    <a:cubicBezTo>
                      <a:pt x="295" y="3206"/>
                      <a:pt x="295" y="3225"/>
                      <a:pt x="295" y="3245"/>
                    </a:cubicBezTo>
                    <a:cubicBezTo>
                      <a:pt x="256" y="3245"/>
                      <a:pt x="217" y="3245"/>
                      <a:pt x="177" y="3245"/>
                    </a:cubicBezTo>
                    <a:cubicBezTo>
                      <a:pt x="177" y="3265"/>
                      <a:pt x="177" y="3284"/>
                      <a:pt x="177" y="3304"/>
                    </a:cubicBezTo>
                    <a:cubicBezTo>
                      <a:pt x="119" y="3304"/>
                      <a:pt x="60" y="3304"/>
                      <a:pt x="0" y="3304"/>
                    </a:cubicBezTo>
                    <a:cubicBezTo>
                      <a:pt x="0" y="3246"/>
                      <a:pt x="0" y="3187"/>
                      <a:pt x="0" y="3127"/>
                    </a:cubicBezTo>
                    <a:cubicBezTo>
                      <a:pt x="19" y="3127"/>
                      <a:pt x="39" y="3127"/>
                      <a:pt x="59" y="3127"/>
                    </a:cubicBezTo>
                    <a:cubicBezTo>
                      <a:pt x="59" y="3108"/>
                      <a:pt x="59" y="3088"/>
                      <a:pt x="59" y="3068"/>
                    </a:cubicBezTo>
                    <a:cubicBezTo>
                      <a:pt x="40" y="3068"/>
                      <a:pt x="20" y="3068"/>
                      <a:pt x="0" y="3068"/>
                    </a:cubicBezTo>
                    <a:cubicBezTo>
                      <a:pt x="0" y="2114"/>
                      <a:pt x="0" y="1160"/>
                      <a:pt x="0" y="177"/>
                    </a:cubicBezTo>
                    <a:cubicBezTo>
                      <a:pt x="19" y="177"/>
                      <a:pt x="39" y="177"/>
                      <a:pt x="59" y="177"/>
                    </a:cubicBezTo>
                    <a:cubicBezTo>
                      <a:pt x="59" y="158"/>
                      <a:pt x="59" y="138"/>
                      <a:pt x="59" y="118"/>
                    </a:cubicBezTo>
                    <a:cubicBezTo>
                      <a:pt x="78" y="118"/>
                      <a:pt x="98" y="118"/>
                      <a:pt x="118" y="118"/>
                    </a:cubicBezTo>
                    <a:cubicBezTo>
                      <a:pt x="118" y="99"/>
                      <a:pt x="118" y="79"/>
                      <a:pt x="118" y="59"/>
                    </a:cubicBezTo>
                    <a:cubicBezTo>
                      <a:pt x="274" y="59"/>
                      <a:pt x="430" y="59"/>
                      <a:pt x="590" y="59"/>
                    </a:cubicBezTo>
                    <a:cubicBezTo>
                      <a:pt x="590" y="40"/>
                      <a:pt x="590" y="20"/>
                      <a:pt x="5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75" cap="flat">
                <a:noFill/>
              </a:ln>
            </p:spPr>
          </p:sp>
          <p:sp>
            <p:nvSpPr>
              <p:cNvPr id="1877" name="ICON_C_WINDOWS_HEADER_path_006"/>
              <p:cNvSpPr/>
              <p:nvPr/>
            </p:nvSpPr>
            <p:spPr>
              <a:xfrm>
                <a:off x="5722977" y="7159181"/>
                <a:ext cx="62571" cy="47608"/>
              </a:xfrm>
              <a:custGeom>
                <a:avLst/>
                <a:gdLst/>
                <a:ahLst/>
                <a:cxnLst/>
                <a:rect l="0" t="0" r="r" b="b"/>
                <a:pathLst>
                  <a:path w="4927" h="3749" fill="norm" stroke="0">
                    <a:moveTo>
                      <a:pt x="4088" y="0"/>
                    </a:moveTo>
                    <a:cubicBezTo>
                      <a:pt x="4127" y="0"/>
                      <a:pt x="4166" y="0"/>
                      <a:pt x="4206" y="0"/>
                    </a:cubicBezTo>
                    <a:cubicBezTo>
                      <a:pt x="4216" y="68"/>
                      <a:pt x="4225" y="136"/>
                      <a:pt x="4235" y="207"/>
                    </a:cubicBezTo>
                    <a:cubicBezTo>
                      <a:pt x="4187" y="216"/>
                      <a:pt x="4138" y="226"/>
                      <a:pt x="4088" y="236"/>
                    </a:cubicBezTo>
                    <a:cubicBezTo>
                      <a:pt x="4088" y="333"/>
                      <a:pt x="4088" y="431"/>
                      <a:pt x="4088" y="531"/>
                    </a:cubicBezTo>
                    <a:cubicBezTo>
                      <a:pt x="4127" y="531"/>
                      <a:pt x="4166" y="531"/>
                      <a:pt x="4206" y="531"/>
                    </a:cubicBezTo>
                    <a:cubicBezTo>
                      <a:pt x="4206" y="512"/>
                      <a:pt x="4206" y="492"/>
                      <a:pt x="4206" y="472"/>
                    </a:cubicBezTo>
                    <a:cubicBezTo>
                      <a:pt x="4255" y="462"/>
                      <a:pt x="4303" y="453"/>
                      <a:pt x="4353" y="443"/>
                    </a:cubicBezTo>
                    <a:cubicBezTo>
                      <a:pt x="4353" y="491"/>
                      <a:pt x="4353" y="540"/>
                      <a:pt x="4353" y="590"/>
                    </a:cubicBezTo>
                    <a:cubicBezTo>
                      <a:pt x="4383" y="590"/>
                      <a:pt x="4412" y="590"/>
                      <a:pt x="4442" y="590"/>
                    </a:cubicBezTo>
                    <a:cubicBezTo>
                      <a:pt x="4442" y="610"/>
                      <a:pt x="4442" y="629"/>
                      <a:pt x="4442" y="649"/>
                    </a:cubicBezTo>
                    <a:cubicBezTo>
                      <a:pt x="4422" y="649"/>
                      <a:pt x="4403" y="649"/>
                      <a:pt x="4383" y="649"/>
                    </a:cubicBezTo>
                    <a:cubicBezTo>
                      <a:pt x="4383" y="707"/>
                      <a:pt x="4383" y="766"/>
                      <a:pt x="4383" y="826"/>
                    </a:cubicBezTo>
                    <a:cubicBezTo>
                      <a:pt x="4422" y="826"/>
                      <a:pt x="4461" y="826"/>
                      <a:pt x="4501" y="826"/>
                    </a:cubicBezTo>
                    <a:cubicBezTo>
                      <a:pt x="4501" y="884"/>
                      <a:pt x="4501" y="943"/>
                      <a:pt x="4501" y="1003"/>
                    </a:cubicBezTo>
                    <a:cubicBezTo>
                      <a:pt x="4520" y="1003"/>
                      <a:pt x="4540" y="1003"/>
                      <a:pt x="4560" y="1003"/>
                    </a:cubicBezTo>
                    <a:cubicBezTo>
                      <a:pt x="4560" y="1023"/>
                      <a:pt x="4560" y="1042"/>
                      <a:pt x="4560" y="1062"/>
                    </a:cubicBezTo>
                    <a:cubicBezTo>
                      <a:pt x="4579" y="1062"/>
                      <a:pt x="4599" y="1062"/>
                      <a:pt x="4619" y="1062"/>
                    </a:cubicBezTo>
                    <a:cubicBezTo>
                      <a:pt x="4619" y="1043"/>
                      <a:pt x="4619" y="1023"/>
                      <a:pt x="4619" y="1003"/>
                    </a:cubicBezTo>
                    <a:cubicBezTo>
                      <a:pt x="4658" y="1003"/>
                      <a:pt x="4697" y="1003"/>
                      <a:pt x="4737" y="1003"/>
                    </a:cubicBezTo>
                    <a:cubicBezTo>
                      <a:pt x="4737" y="984"/>
                      <a:pt x="4737" y="964"/>
                      <a:pt x="4737" y="944"/>
                    </a:cubicBezTo>
                    <a:cubicBezTo>
                      <a:pt x="4756" y="944"/>
                      <a:pt x="4776" y="944"/>
                      <a:pt x="4796" y="944"/>
                    </a:cubicBezTo>
                    <a:cubicBezTo>
                      <a:pt x="4806" y="915"/>
                      <a:pt x="4815" y="886"/>
                      <a:pt x="4825" y="856"/>
                    </a:cubicBezTo>
                    <a:cubicBezTo>
                      <a:pt x="4859" y="871"/>
                      <a:pt x="4887" y="888"/>
                      <a:pt x="4914" y="915"/>
                    </a:cubicBezTo>
                    <a:cubicBezTo>
                      <a:pt x="4927" y="952"/>
                      <a:pt x="4925" y="988"/>
                      <a:pt x="4925" y="1027"/>
                    </a:cubicBezTo>
                    <a:cubicBezTo>
                      <a:pt x="4925" y="1038"/>
                      <a:pt x="4925" y="1050"/>
                      <a:pt x="4925" y="1061"/>
                    </a:cubicBezTo>
                    <a:cubicBezTo>
                      <a:pt x="4925" y="1100"/>
                      <a:pt x="4924" y="1138"/>
                      <a:pt x="4924" y="1176"/>
                    </a:cubicBezTo>
                    <a:cubicBezTo>
                      <a:pt x="4924" y="1203"/>
                      <a:pt x="4924" y="1230"/>
                      <a:pt x="4924" y="1258"/>
                    </a:cubicBezTo>
                    <a:cubicBezTo>
                      <a:pt x="4924" y="1317"/>
                      <a:pt x="4924" y="1376"/>
                      <a:pt x="4923" y="1434"/>
                    </a:cubicBezTo>
                    <a:cubicBezTo>
                      <a:pt x="4923" y="1519"/>
                      <a:pt x="4922" y="1605"/>
                      <a:pt x="4922" y="1690"/>
                    </a:cubicBezTo>
                    <a:cubicBezTo>
                      <a:pt x="4922" y="1828"/>
                      <a:pt x="4921" y="1966"/>
                      <a:pt x="4921" y="2104"/>
                    </a:cubicBezTo>
                    <a:cubicBezTo>
                      <a:pt x="4920" y="2238"/>
                      <a:pt x="4919" y="2372"/>
                      <a:pt x="4919" y="2506"/>
                    </a:cubicBezTo>
                    <a:cubicBezTo>
                      <a:pt x="4919" y="2510"/>
                      <a:pt x="4919" y="2510"/>
                      <a:pt x="4919" y="2531"/>
                    </a:cubicBezTo>
                    <a:cubicBezTo>
                      <a:pt x="4919" y="2573"/>
                      <a:pt x="4918" y="2614"/>
                      <a:pt x="4918" y="2656"/>
                    </a:cubicBezTo>
                    <a:cubicBezTo>
                      <a:pt x="4917" y="3000"/>
                      <a:pt x="4916" y="3344"/>
                      <a:pt x="4914" y="3688"/>
                    </a:cubicBezTo>
                    <a:cubicBezTo>
                      <a:pt x="4890" y="3698"/>
                      <a:pt x="4867" y="3708"/>
                      <a:pt x="4843" y="3718"/>
                    </a:cubicBezTo>
                    <a:cubicBezTo>
                      <a:pt x="4830" y="3724"/>
                      <a:pt x="4817" y="3729"/>
                      <a:pt x="4804" y="3735"/>
                    </a:cubicBezTo>
                    <a:cubicBezTo>
                      <a:pt x="4766" y="3747"/>
                      <a:pt x="4750" y="3749"/>
                      <a:pt x="4713" y="3736"/>
                    </a:cubicBezTo>
                    <a:cubicBezTo>
                      <a:pt x="4701" y="3730"/>
                      <a:pt x="4690" y="3723"/>
                      <a:pt x="4678" y="3717"/>
                    </a:cubicBezTo>
                    <a:cubicBezTo>
                      <a:pt x="4678" y="3659"/>
                      <a:pt x="4678" y="3600"/>
                      <a:pt x="4678" y="3540"/>
                    </a:cubicBezTo>
                    <a:cubicBezTo>
                      <a:pt x="4619" y="3540"/>
                      <a:pt x="4561" y="3540"/>
                      <a:pt x="4501" y="3540"/>
                    </a:cubicBezTo>
                    <a:cubicBezTo>
                      <a:pt x="4501" y="3579"/>
                      <a:pt x="4501" y="3618"/>
                      <a:pt x="4501" y="3658"/>
                    </a:cubicBezTo>
                    <a:cubicBezTo>
                      <a:pt x="4403" y="3658"/>
                      <a:pt x="4306" y="3658"/>
                      <a:pt x="4206" y="3658"/>
                    </a:cubicBezTo>
                    <a:cubicBezTo>
                      <a:pt x="4206" y="3678"/>
                      <a:pt x="4206" y="3697"/>
                      <a:pt x="4206" y="3717"/>
                    </a:cubicBezTo>
                    <a:cubicBezTo>
                      <a:pt x="3135" y="3717"/>
                      <a:pt x="2064" y="3717"/>
                      <a:pt x="961" y="3717"/>
                    </a:cubicBezTo>
                    <a:cubicBezTo>
                      <a:pt x="961" y="3698"/>
                      <a:pt x="961" y="3678"/>
                      <a:pt x="961" y="3658"/>
                    </a:cubicBezTo>
                    <a:cubicBezTo>
                      <a:pt x="922" y="3658"/>
                      <a:pt x="883" y="3658"/>
                      <a:pt x="843" y="3658"/>
                    </a:cubicBezTo>
                    <a:cubicBezTo>
                      <a:pt x="843" y="3678"/>
                      <a:pt x="843" y="3697"/>
                      <a:pt x="843" y="3717"/>
                    </a:cubicBezTo>
                    <a:cubicBezTo>
                      <a:pt x="648" y="3717"/>
                      <a:pt x="453" y="3717"/>
                      <a:pt x="253" y="3717"/>
                    </a:cubicBezTo>
                    <a:cubicBezTo>
                      <a:pt x="253" y="3698"/>
                      <a:pt x="253" y="3678"/>
                      <a:pt x="253" y="3658"/>
                    </a:cubicBezTo>
                    <a:cubicBezTo>
                      <a:pt x="233" y="3658"/>
                      <a:pt x="214" y="3658"/>
                      <a:pt x="194" y="3658"/>
                    </a:cubicBezTo>
                    <a:cubicBezTo>
                      <a:pt x="191" y="3649"/>
                      <a:pt x="188" y="3640"/>
                      <a:pt x="185" y="3630"/>
                    </a:cubicBezTo>
                    <a:cubicBezTo>
                      <a:pt x="157" y="3551"/>
                      <a:pt x="136" y="3508"/>
                      <a:pt x="72" y="3454"/>
                    </a:cubicBezTo>
                    <a:cubicBezTo>
                      <a:pt x="24" y="3409"/>
                      <a:pt x="3" y="3372"/>
                      <a:pt x="0" y="3306"/>
                    </a:cubicBezTo>
                    <a:cubicBezTo>
                      <a:pt x="1" y="3267"/>
                      <a:pt x="4" y="3230"/>
                      <a:pt x="31" y="3199"/>
                    </a:cubicBezTo>
                    <a:cubicBezTo>
                      <a:pt x="44" y="3190"/>
                      <a:pt x="57" y="3180"/>
                      <a:pt x="69" y="3171"/>
                    </a:cubicBezTo>
                    <a:cubicBezTo>
                      <a:pt x="131" y="3124"/>
                      <a:pt x="166" y="3079"/>
                      <a:pt x="179" y="3001"/>
                    </a:cubicBezTo>
                    <a:cubicBezTo>
                      <a:pt x="187" y="2922"/>
                      <a:pt x="188" y="2843"/>
                      <a:pt x="188" y="2764"/>
                    </a:cubicBezTo>
                    <a:cubicBezTo>
                      <a:pt x="189" y="2736"/>
                      <a:pt x="189" y="2708"/>
                      <a:pt x="190" y="2681"/>
                    </a:cubicBezTo>
                    <a:cubicBezTo>
                      <a:pt x="192" y="2613"/>
                      <a:pt x="193" y="2546"/>
                      <a:pt x="194" y="2478"/>
                    </a:cubicBezTo>
                    <a:cubicBezTo>
                      <a:pt x="174" y="2478"/>
                      <a:pt x="155" y="2478"/>
                      <a:pt x="135" y="2478"/>
                    </a:cubicBezTo>
                    <a:cubicBezTo>
                      <a:pt x="135" y="2439"/>
                      <a:pt x="135" y="2400"/>
                      <a:pt x="135" y="2360"/>
                    </a:cubicBezTo>
                    <a:cubicBezTo>
                      <a:pt x="154" y="2360"/>
                      <a:pt x="174" y="2360"/>
                      <a:pt x="194" y="2360"/>
                    </a:cubicBezTo>
                    <a:cubicBezTo>
                      <a:pt x="194" y="2204"/>
                      <a:pt x="194" y="2049"/>
                      <a:pt x="194" y="1888"/>
                    </a:cubicBezTo>
                    <a:cubicBezTo>
                      <a:pt x="174" y="1888"/>
                      <a:pt x="155" y="1888"/>
                      <a:pt x="135" y="1888"/>
                    </a:cubicBezTo>
                    <a:cubicBezTo>
                      <a:pt x="135" y="1849"/>
                      <a:pt x="135" y="1810"/>
                      <a:pt x="135" y="1770"/>
                    </a:cubicBezTo>
                    <a:cubicBezTo>
                      <a:pt x="128" y="1769"/>
                      <a:pt x="128" y="1769"/>
                      <a:pt x="92" y="1761"/>
                    </a:cubicBezTo>
                    <a:cubicBezTo>
                      <a:pt x="64" y="1752"/>
                      <a:pt x="50" y="1747"/>
                      <a:pt x="34" y="1721"/>
                    </a:cubicBezTo>
                    <a:cubicBezTo>
                      <a:pt x="26" y="1695"/>
                      <a:pt x="22" y="1670"/>
                      <a:pt x="18" y="1643"/>
                    </a:cubicBezTo>
                    <a:cubicBezTo>
                      <a:pt x="17" y="1634"/>
                      <a:pt x="16" y="1624"/>
                      <a:pt x="15" y="1615"/>
                    </a:cubicBezTo>
                    <a:cubicBezTo>
                      <a:pt x="11" y="1569"/>
                      <a:pt x="12" y="1534"/>
                      <a:pt x="37" y="1494"/>
                    </a:cubicBezTo>
                    <a:cubicBezTo>
                      <a:pt x="77" y="1451"/>
                      <a:pt x="110" y="1421"/>
                      <a:pt x="169" y="1409"/>
                    </a:cubicBezTo>
                    <a:cubicBezTo>
                      <a:pt x="198" y="1409"/>
                      <a:pt x="224" y="1411"/>
                      <a:pt x="253" y="1416"/>
                    </a:cubicBezTo>
                    <a:cubicBezTo>
                      <a:pt x="253" y="1397"/>
                      <a:pt x="253" y="1377"/>
                      <a:pt x="253" y="1357"/>
                    </a:cubicBezTo>
                    <a:cubicBezTo>
                      <a:pt x="272" y="1357"/>
                      <a:pt x="292" y="1357"/>
                      <a:pt x="312" y="1357"/>
                    </a:cubicBezTo>
                    <a:cubicBezTo>
                      <a:pt x="312" y="1338"/>
                      <a:pt x="312" y="1318"/>
                      <a:pt x="312" y="1298"/>
                    </a:cubicBezTo>
                    <a:cubicBezTo>
                      <a:pt x="331" y="1298"/>
                      <a:pt x="351" y="1298"/>
                      <a:pt x="371" y="1298"/>
                    </a:cubicBezTo>
                    <a:cubicBezTo>
                      <a:pt x="371" y="1220"/>
                      <a:pt x="371" y="1142"/>
                      <a:pt x="371" y="1062"/>
                    </a:cubicBezTo>
                    <a:cubicBezTo>
                      <a:pt x="351" y="1062"/>
                      <a:pt x="332" y="1062"/>
                      <a:pt x="312" y="1062"/>
                    </a:cubicBezTo>
                    <a:cubicBezTo>
                      <a:pt x="312" y="1023"/>
                      <a:pt x="312" y="984"/>
                      <a:pt x="312" y="944"/>
                    </a:cubicBezTo>
                    <a:cubicBezTo>
                      <a:pt x="292" y="944"/>
                      <a:pt x="273" y="944"/>
                      <a:pt x="253" y="944"/>
                    </a:cubicBezTo>
                    <a:cubicBezTo>
                      <a:pt x="253" y="925"/>
                      <a:pt x="253" y="905"/>
                      <a:pt x="253" y="885"/>
                    </a:cubicBezTo>
                    <a:cubicBezTo>
                      <a:pt x="233" y="885"/>
                      <a:pt x="214" y="885"/>
                      <a:pt x="194" y="885"/>
                    </a:cubicBezTo>
                    <a:cubicBezTo>
                      <a:pt x="194" y="866"/>
                      <a:pt x="194" y="846"/>
                      <a:pt x="194" y="826"/>
                    </a:cubicBezTo>
                    <a:cubicBezTo>
                      <a:pt x="174" y="826"/>
                      <a:pt x="155" y="826"/>
                      <a:pt x="135" y="826"/>
                    </a:cubicBezTo>
                    <a:cubicBezTo>
                      <a:pt x="135" y="807"/>
                      <a:pt x="135" y="787"/>
                      <a:pt x="135" y="767"/>
                    </a:cubicBezTo>
                    <a:cubicBezTo>
                      <a:pt x="115" y="767"/>
                      <a:pt x="96" y="767"/>
                      <a:pt x="76" y="767"/>
                    </a:cubicBezTo>
                    <a:cubicBezTo>
                      <a:pt x="76" y="748"/>
                      <a:pt x="76" y="728"/>
                      <a:pt x="76" y="708"/>
                    </a:cubicBezTo>
                    <a:cubicBezTo>
                      <a:pt x="85" y="708"/>
                      <a:pt x="95" y="707"/>
                      <a:pt x="104" y="707"/>
                    </a:cubicBezTo>
                    <a:cubicBezTo>
                      <a:pt x="140" y="706"/>
                      <a:pt x="175" y="704"/>
                      <a:pt x="211" y="702"/>
                    </a:cubicBezTo>
                    <a:cubicBezTo>
                      <a:pt x="226" y="701"/>
                      <a:pt x="242" y="700"/>
                      <a:pt x="257" y="700"/>
                    </a:cubicBezTo>
                    <a:cubicBezTo>
                      <a:pt x="307" y="699"/>
                      <a:pt x="353" y="695"/>
                      <a:pt x="400" y="679"/>
                    </a:cubicBezTo>
                    <a:cubicBezTo>
                      <a:pt x="432" y="643"/>
                      <a:pt x="446" y="606"/>
                      <a:pt x="459" y="561"/>
                    </a:cubicBezTo>
                    <a:cubicBezTo>
                      <a:pt x="462" y="552"/>
                      <a:pt x="466" y="543"/>
                      <a:pt x="469" y="533"/>
                    </a:cubicBezTo>
                    <a:cubicBezTo>
                      <a:pt x="476" y="513"/>
                      <a:pt x="482" y="493"/>
                      <a:pt x="489" y="472"/>
                    </a:cubicBezTo>
                    <a:cubicBezTo>
                      <a:pt x="508" y="472"/>
                      <a:pt x="528" y="472"/>
                      <a:pt x="548" y="472"/>
                    </a:cubicBezTo>
                    <a:cubicBezTo>
                      <a:pt x="548" y="453"/>
                      <a:pt x="548" y="433"/>
                      <a:pt x="548" y="413"/>
                    </a:cubicBezTo>
                    <a:cubicBezTo>
                      <a:pt x="567" y="413"/>
                      <a:pt x="587" y="413"/>
                      <a:pt x="607" y="413"/>
                    </a:cubicBezTo>
                    <a:cubicBezTo>
                      <a:pt x="607" y="394"/>
                      <a:pt x="607" y="374"/>
                      <a:pt x="607" y="354"/>
                    </a:cubicBezTo>
                    <a:cubicBezTo>
                      <a:pt x="626" y="354"/>
                      <a:pt x="646" y="354"/>
                      <a:pt x="666" y="354"/>
                    </a:cubicBezTo>
                    <a:cubicBezTo>
                      <a:pt x="667" y="345"/>
                      <a:pt x="668" y="336"/>
                      <a:pt x="669" y="327"/>
                    </a:cubicBezTo>
                    <a:cubicBezTo>
                      <a:pt x="686" y="221"/>
                      <a:pt x="724" y="147"/>
                      <a:pt x="784" y="59"/>
                    </a:cubicBezTo>
                    <a:cubicBezTo>
                      <a:pt x="829" y="72"/>
                      <a:pt x="864" y="89"/>
                      <a:pt x="902" y="118"/>
                    </a:cubicBezTo>
                    <a:cubicBezTo>
                      <a:pt x="915" y="145"/>
                      <a:pt x="925" y="167"/>
                      <a:pt x="933" y="196"/>
                    </a:cubicBezTo>
                    <a:cubicBezTo>
                      <a:pt x="936" y="204"/>
                      <a:pt x="938" y="211"/>
                      <a:pt x="940" y="219"/>
                    </a:cubicBezTo>
                    <a:cubicBezTo>
                      <a:pt x="968" y="313"/>
                      <a:pt x="980" y="410"/>
                      <a:pt x="992" y="507"/>
                    </a:cubicBezTo>
                    <a:cubicBezTo>
                      <a:pt x="995" y="534"/>
                      <a:pt x="999" y="562"/>
                      <a:pt x="1002" y="589"/>
                    </a:cubicBezTo>
                    <a:cubicBezTo>
                      <a:pt x="1005" y="606"/>
                      <a:pt x="1007" y="623"/>
                      <a:pt x="1009" y="640"/>
                    </a:cubicBezTo>
                    <a:cubicBezTo>
                      <a:pt x="1014" y="680"/>
                      <a:pt x="1022" y="717"/>
                      <a:pt x="1035" y="756"/>
                    </a:cubicBezTo>
                    <a:cubicBezTo>
                      <a:pt x="1055" y="813"/>
                      <a:pt x="1042" y="832"/>
                      <a:pt x="1020" y="885"/>
                    </a:cubicBezTo>
                    <a:cubicBezTo>
                      <a:pt x="1000" y="885"/>
                      <a:pt x="981" y="885"/>
                      <a:pt x="961" y="885"/>
                    </a:cubicBezTo>
                    <a:cubicBezTo>
                      <a:pt x="961" y="905"/>
                      <a:pt x="961" y="924"/>
                      <a:pt x="961" y="944"/>
                    </a:cubicBezTo>
                    <a:cubicBezTo>
                      <a:pt x="941" y="944"/>
                      <a:pt x="922" y="944"/>
                      <a:pt x="902" y="944"/>
                    </a:cubicBezTo>
                    <a:cubicBezTo>
                      <a:pt x="902" y="964"/>
                      <a:pt x="902" y="983"/>
                      <a:pt x="902" y="1003"/>
                    </a:cubicBezTo>
                    <a:cubicBezTo>
                      <a:pt x="863" y="1003"/>
                      <a:pt x="824" y="1003"/>
                      <a:pt x="784" y="1003"/>
                    </a:cubicBezTo>
                    <a:cubicBezTo>
                      <a:pt x="784" y="984"/>
                      <a:pt x="784" y="964"/>
                      <a:pt x="784" y="944"/>
                    </a:cubicBezTo>
                    <a:cubicBezTo>
                      <a:pt x="764" y="944"/>
                      <a:pt x="745" y="944"/>
                      <a:pt x="725" y="944"/>
                    </a:cubicBezTo>
                    <a:cubicBezTo>
                      <a:pt x="725" y="925"/>
                      <a:pt x="725" y="905"/>
                      <a:pt x="725" y="885"/>
                    </a:cubicBezTo>
                    <a:cubicBezTo>
                      <a:pt x="705" y="885"/>
                      <a:pt x="686" y="885"/>
                      <a:pt x="666" y="885"/>
                    </a:cubicBezTo>
                    <a:cubicBezTo>
                      <a:pt x="666" y="866"/>
                      <a:pt x="666" y="846"/>
                      <a:pt x="666" y="826"/>
                    </a:cubicBezTo>
                    <a:cubicBezTo>
                      <a:pt x="646" y="826"/>
                      <a:pt x="627" y="826"/>
                      <a:pt x="607" y="826"/>
                    </a:cubicBezTo>
                    <a:cubicBezTo>
                      <a:pt x="607" y="807"/>
                      <a:pt x="607" y="787"/>
                      <a:pt x="607" y="767"/>
                    </a:cubicBezTo>
                    <a:cubicBezTo>
                      <a:pt x="568" y="767"/>
                      <a:pt x="529" y="767"/>
                      <a:pt x="489" y="767"/>
                    </a:cubicBezTo>
                    <a:cubicBezTo>
                      <a:pt x="489" y="787"/>
                      <a:pt x="489" y="806"/>
                      <a:pt x="489" y="826"/>
                    </a:cubicBezTo>
                    <a:cubicBezTo>
                      <a:pt x="469" y="826"/>
                      <a:pt x="450" y="826"/>
                      <a:pt x="430" y="826"/>
                    </a:cubicBezTo>
                    <a:cubicBezTo>
                      <a:pt x="430" y="865"/>
                      <a:pt x="430" y="904"/>
                      <a:pt x="430" y="944"/>
                    </a:cubicBezTo>
                    <a:cubicBezTo>
                      <a:pt x="449" y="944"/>
                      <a:pt x="469" y="944"/>
                      <a:pt x="489" y="944"/>
                    </a:cubicBezTo>
                    <a:cubicBezTo>
                      <a:pt x="489" y="983"/>
                      <a:pt x="489" y="1022"/>
                      <a:pt x="489" y="1062"/>
                    </a:cubicBezTo>
                    <a:cubicBezTo>
                      <a:pt x="508" y="1062"/>
                      <a:pt x="528" y="1062"/>
                      <a:pt x="548" y="1062"/>
                    </a:cubicBezTo>
                    <a:cubicBezTo>
                      <a:pt x="548" y="1101"/>
                      <a:pt x="548" y="1140"/>
                      <a:pt x="548" y="1180"/>
                    </a:cubicBezTo>
                    <a:cubicBezTo>
                      <a:pt x="742" y="1180"/>
                      <a:pt x="937" y="1180"/>
                      <a:pt x="1138" y="1180"/>
                    </a:cubicBezTo>
                    <a:cubicBezTo>
                      <a:pt x="1147" y="1209"/>
                      <a:pt x="1157" y="1238"/>
                      <a:pt x="1167" y="1269"/>
                    </a:cubicBezTo>
                    <a:cubicBezTo>
                      <a:pt x="1192" y="1286"/>
                      <a:pt x="1192" y="1286"/>
                      <a:pt x="1221" y="1296"/>
                    </a:cubicBezTo>
                    <a:cubicBezTo>
                      <a:pt x="1274" y="1319"/>
                      <a:pt x="1301" y="1344"/>
                      <a:pt x="1339" y="1388"/>
                    </a:cubicBezTo>
                    <a:cubicBezTo>
                      <a:pt x="1413" y="1469"/>
                      <a:pt x="1505" y="1469"/>
                      <a:pt x="1610" y="1475"/>
                    </a:cubicBezTo>
                    <a:cubicBezTo>
                      <a:pt x="1610" y="1456"/>
                      <a:pt x="1610" y="1436"/>
                      <a:pt x="1610" y="1416"/>
                    </a:cubicBezTo>
                    <a:cubicBezTo>
                      <a:pt x="1629" y="1416"/>
                      <a:pt x="1649" y="1416"/>
                      <a:pt x="1669" y="1416"/>
                    </a:cubicBezTo>
                    <a:cubicBezTo>
                      <a:pt x="1669" y="1397"/>
                      <a:pt x="1669" y="1377"/>
                      <a:pt x="1669" y="1357"/>
                    </a:cubicBezTo>
                    <a:cubicBezTo>
                      <a:pt x="1688" y="1357"/>
                      <a:pt x="1708" y="1357"/>
                      <a:pt x="1728" y="1357"/>
                    </a:cubicBezTo>
                    <a:cubicBezTo>
                      <a:pt x="1731" y="1343"/>
                      <a:pt x="1734" y="1329"/>
                      <a:pt x="1737" y="1315"/>
                    </a:cubicBezTo>
                    <a:cubicBezTo>
                      <a:pt x="1742" y="1291"/>
                      <a:pt x="1742" y="1291"/>
                      <a:pt x="1757" y="1269"/>
                    </a:cubicBezTo>
                    <a:cubicBezTo>
                      <a:pt x="1772" y="1264"/>
                      <a:pt x="1787" y="1260"/>
                      <a:pt x="1802" y="1257"/>
                    </a:cubicBezTo>
                    <a:cubicBezTo>
                      <a:pt x="1826" y="1250"/>
                      <a:pt x="1826" y="1250"/>
                      <a:pt x="1846" y="1239"/>
                    </a:cubicBezTo>
                    <a:cubicBezTo>
                      <a:pt x="1856" y="1205"/>
                      <a:pt x="1859" y="1182"/>
                      <a:pt x="1860" y="1147"/>
                    </a:cubicBezTo>
                    <a:cubicBezTo>
                      <a:pt x="1870" y="1028"/>
                      <a:pt x="1912" y="932"/>
                      <a:pt x="1964" y="826"/>
                    </a:cubicBezTo>
                    <a:cubicBezTo>
                      <a:pt x="1983" y="826"/>
                      <a:pt x="2003" y="826"/>
                      <a:pt x="2023" y="826"/>
                    </a:cubicBezTo>
                    <a:cubicBezTo>
                      <a:pt x="2023" y="807"/>
                      <a:pt x="2023" y="787"/>
                      <a:pt x="2023" y="767"/>
                    </a:cubicBezTo>
                    <a:cubicBezTo>
                      <a:pt x="2062" y="767"/>
                      <a:pt x="2101" y="767"/>
                      <a:pt x="2141" y="767"/>
                    </a:cubicBezTo>
                    <a:cubicBezTo>
                      <a:pt x="2141" y="748"/>
                      <a:pt x="2141" y="728"/>
                      <a:pt x="2141" y="708"/>
                    </a:cubicBezTo>
                    <a:cubicBezTo>
                      <a:pt x="2160" y="708"/>
                      <a:pt x="2180" y="708"/>
                      <a:pt x="2200" y="708"/>
                    </a:cubicBezTo>
                    <a:cubicBezTo>
                      <a:pt x="2200" y="689"/>
                      <a:pt x="2200" y="669"/>
                      <a:pt x="2200" y="649"/>
                    </a:cubicBezTo>
                    <a:cubicBezTo>
                      <a:pt x="2258" y="649"/>
                      <a:pt x="2317" y="649"/>
                      <a:pt x="2377" y="649"/>
                    </a:cubicBezTo>
                    <a:cubicBezTo>
                      <a:pt x="2377" y="669"/>
                      <a:pt x="2377" y="688"/>
                      <a:pt x="2377" y="708"/>
                    </a:cubicBezTo>
                    <a:cubicBezTo>
                      <a:pt x="2396" y="708"/>
                      <a:pt x="2416" y="708"/>
                      <a:pt x="2436" y="708"/>
                    </a:cubicBezTo>
                    <a:cubicBezTo>
                      <a:pt x="2436" y="728"/>
                      <a:pt x="2436" y="747"/>
                      <a:pt x="2436" y="767"/>
                    </a:cubicBezTo>
                    <a:cubicBezTo>
                      <a:pt x="2475" y="767"/>
                      <a:pt x="2514" y="767"/>
                      <a:pt x="2554" y="767"/>
                    </a:cubicBezTo>
                    <a:cubicBezTo>
                      <a:pt x="2554" y="748"/>
                      <a:pt x="2554" y="728"/>
                      <a:pt x="2554" y="708"/>
                    </a:cubicBezTo>
                    <a:cubicBezTo>
                      <a:pt x="2573" y="708"/>
                      <a:pt x="2593" y="708"/>
                      <a:pt x="2613" y="708"/>
                    </a:cubicBezTo>
                    <a:cubicBezTo>
                      <a:pt x="2613" y="689"/>
                      <a:pt x="2613" y="669"/>
                      <a:pt x="2613" y="649"/>
                    </a:cubicBezTo>
                    <a:cubicBezTo>
                      <a:pt x="2661" y="659"/>
                      <a:pt x="2710" y="669"/>
                      <a:pt x="2760" y="679"/>
                    </a:cubicBezTo>
                    <a:cubicBezTo>
                      <a:pt x="2762" y="697"/>
                      <a:pt x="2764" y="715"/>
                      <a:pt x="2766" y="734"/>
                    </a:cubicBezTo>
                    <a:cubicBezTo>
                      <a:pt x="2768" y="758"/>
                      <a:pt x="2771" y="782"/>
                      <a:pt x="2773" y="806"/>
                    </a:cubicBezTo>
                    <a:cubicBezTo>
                      <a:pt x="2774" y="818"/>
                      <a:pt x="2775" y="830"/>
                      <a:pt x="2777" y="842"/>
                    </a:cubicBezTo>
                    <a:cubicBezTo>
                      <a:pt x="2787" y="942"/>
                      <a:pt x="2787" y="942"/>
                      <a:pt x="2805" y="989"/>
                    </a:cubicBezTo>
                    <a:cubicBezTo>
                      <a:pt x="2830" y="1057"/>
                      <a:pt x="2831" y="1131"/>
                      <a:pt x="2837" y="1203"/>
                    </a:cubicBezTo>
                    <a:cubicBezTo>
                      <a:pt x="2838" y="1209"/>
                      <a:pt x="2838" y="1209"/>
                      <a:pt x="2840" y="1237"/>
                    </a:cubicBezTo>
                    <a:cubicBezTo>
                      <a:pt x="2841" y="1248"/>
                      <a:pt x="2842" y="1258"/>
                      <a:pt x="2843" y="1268"/>
                    </a:cubicBezTo>
                    <a:cubicBezTo>
                      <a:pt x="2849" y="1298"/>
                      <a:pt x="2849" y="1298"/>
                      <a:pt x="2878" y="1357"/>
                    </a:cubicBezTo>
                    <a:cubicBezTo>
                      <a:pt x="2810" y="1357"/>
                      <a:pt x="2742" y="1357"/>
                      <a:pt x="2672" y="1357"/>
                    </a:cubicBezTo>
                    <a:cubicBezTo>
                      <a:pt x="2672" y="1435"/>
                      <a:pt x="2672" y="1513"/>
                      <a:pt x="2672" y="1593"/>
                    </a:cubicBezTo>
                    <a:cubicBezTo>
                      <a:pt x="2691" y="1593"/>
                      <a:pt x="2711" y="1593"/>
                      <a:pt x="2731" y="1593"/>
                    </a:cubicBezTo>
                    <a:cubicBezTo>
                      <a:pt x="2731" y="1613"/>
                      <a:pt x="2731" y="1632"/>
                      <a:pt x="2731" y="1652"/>
                    </a:cubicBezTo>
                    <a:cubicBezTo>
                      <a:pt x="2750" y="1652"/>
                      <a:pt x="2770" y="1652"/>
                      <a:pt x="2790" y="1652"/>
                    </a:cubicBezTo>
                    <a:cubicBezTo>
                      <a:pt x="2790" y="1691"/>
                      <a:pt x="2790" y="1730"/>
                      <a:pt x="2790" y="1770"/>
                    </a:cubicBezTo>
                    <a:cubicBezTo>
                      <a:pt x="2809" y="1770"/>
                      <a:pt x="2829" y="1770"/>
                      <a:pt x="2849" y="1770"/>
                    </a:cubicBezTo>
                    <a:cubicBezTo>
                      <a:pt x="2849" y="1790"/>
                      <a:pt x="2849" y="1809"/>
                      <a:pt x="2849" y="1829"/>
                    </a:cubicBezTo>
                    <a:cubicBezTo>
                      <a:pt x="2868" y="1829"/>
                      <a:pt x="2888" y="1829"/>
                      <a:pt x="2908" y="1829"/>
                    </a:cubicBezTo>
                    <a:cubicBezTo>
                      <a:pt x="2908" y="1849"/>
                      <a:pt x="2908" y="1868"/>
                      <a:pt x="2908" y="1888"/>
                    </a:cubicBezTo>
                    <a:cubicBezTo>
                      <a:pt x="2927" y="1888"/>
                      <a:pt x="2947" y="1888"/>
                      <a:pt x="2967" y="1888"/>
                    </a:cubicBezTo>
                    <a:cubicBezTo>
                      <a:pt x="2967" y="1908"/>
                      <a:pt x="2967" y="1927"/>
                      <a:pt x="2967" y="1947"/>
                    </a:cubicBezTo>
                    <a:cubicBezTo>
                      <a:pt x="3006" y="1947"/>
                      <a:pt x="3045" y="1947"/>
                      <a:pt x="3085" y="1947"/>
                    </a:cubicBezTo>
                    <a:cubicBezTo>
                      <a:pt x="3085" y="1967"/>
                      <a:pt x="3085" y="1986"/>
                      <a:pt x="3085" y="2006"/>
                    </a:cubicBezTo>
                    <a:cubicBezTo>
                      <a:pt x="3099" y="2008"/>
                      <a:pt x="3113" y="2010"/>
                      <a:pt x="3127" y="2012"/>
                    </a:cubicBezTo>
                    <a:cubicBezTo>
                      <a:pt x="3145" y="2014"/>
                      <a:pt x="3164" y="2017"/>
                      <a:pt x="3182" y="2019"/>
                    </a:cubicBezTo>
                    <a:cubicBezTo>
                      <a:pt x="3192" y="2020"/>
                      <a:pt x="3201" y="2021"/>
                      <a:pt x="3210" y="2023"/>
                    </a:cubicBezTo>
                    <a:cubicBezTo>
                      <a:pt x="3219" y="2024"/>
                      <a:pt x="3228" y="2025"/>
                      <a:pt x="3237" y="2026"/>
                    </a:cubicBezTo>
                    <a:cubicBezTo>
                      <a:pt x="3246" y="2027"/>
                      <a:pt x="3254" y="2028"/>
                      <a:pt x="3262" y="2030"/>
                    </a:cubicBezTo>
                    <a:cubicBezTo>
                      <a:pt x="3302" y="2038"/>
                      <a:pt x="3341" y="2052"/>
                      <a:pt x="3380" y="2065"/>
                    </a:cubicBezTo>
                    <a:cubicBezTo>
                      <a:pt x="3399" y="2007"/>
                      <a:pt x="3419" y="1948"/>
                      <a:pt x="3439" y="1888"/>
                    </a:cubicBezTo>
                    <a:cubicBezTo>
                      <a:pt x="3458" y="1888"/>
                      <a:pt x="3478" y="1888"/>
                      <a:pt x="3498" y="1888"/>
                    </a:cubicBezTo>
                    <a:cubicBezTo>
                      <a:pt x="3562" y="1812"/>
                      <a:pt x="3586" y="1687"/>
                      <a:pt x="3616" y="1593"/>
                    </a:cubicBezTo>
                    <a:cubicBezTo>
                      <a:pt x="3645" y="1593"/>
                      <a:pt x="3674" y="1593"/>
                      <a:pt x="3704" y="1593"/>
                    </a:cubicBezTo>
                    <a:cubicBezTo>
                      <a:pt x="3714" y="1515"/>
                      <a:pt x="3724" y="1437"/>
                      <a:pt x="3734" y="1357"/>
                    </a:cubicBezTo>
                    <a:cubicBezTo>
                      <a:pt x="3753" y="1357"/>
                      <a:pt x="3773" y="1357"/>
                      <a:pt x="3793" y="1357"/>
                    </a:cubicBezTo>
                    <a:cubicBezTo>
                      <a:pt x="3793" y="1338"/>
                      <a:pt x="3793" y="1318"/>
                      <a:pt x="3793" y="1298"/>
                    </a:cubicBezTo>
                    <a:cubicBezTo>
                      <a:pt x="3832" y="1298"/>
                      <a:pt x="3871" y="1298"/>
                      <a:pt x="3911" y="1298"/>
                    </a:cubicBezTo>
                    <a:cubicBezTo>
                      <a:pt x="3911" y="1279"/>
                      <a:pt x="3911" y="1259"/>
                      <a:pt x="3911" y="1239"/>
                    </a:cubicBezTo>
                    <a:cubicBezTo>
                      <a:pt x="3930" y="1239"/>
                      <a:pt x="3950" y="1239"/>
                      <a:pt x="3970" y="1239"/>
                    </a:cubicBezTo>
                    <a:cubicBezTo>
                      <a:pt x="3970" y="1220"/>
                      <a:pt x="3970" y="1200"/>
                      <a:pt x="3970" y="1180"/>
                    </a:cubicBezTo>
                    <a:cubicBezTo>
                      <a:pt x="3989" y="1180"/>
                      <a:pt x="4009" y="1180"/>
                      <a:pt x="4029" y="1180"/>
                    </a:cubicBezTo>
                    <a:cubicBezTo>
                      <a:pt x="4029" y="1161"/>
                      <a:pt x="4029" y="1141"/>
                      <a:pt x="4029" y="1121"/>
                    </a:cubicBezTo>
                    <a:cubicBezTo>
                      <a:pt x="4048" y="1121"/>
                      <a:pt x="4068" y="1121"/>
                      <a:pt x="4088" y="1121"/>
                    </a:cubicBezTo>
                    <a:cubicBezTo>
                      <a:pt x="4088" y="1102"/>
                      <a:pt x="4088" y="1082"/>
                      <a:pt x="4088" y="1062"/>
                    </a:cubicBezTo>
                    <a:cubicBezTo>
                      <a:pt x="4107" y="1062"/>
                      <a:pt x="4127" y="1062"/>
                      <a:pt x="4147" y="1062"/>
                    </a:cubicBezTo>
                    <a:cubicBezTo>
                      <a:pt x="4147" y="1023"/>
                      <a:pt x="4147" y="984"/>
                      <a:pt x="4147" y="944"/>
                    </a:cubicBezTo>
                    <a:cubicBezTo>
                      <a:pt x="4069" y="944"/>
                      <a:pt x="3991" y="944"/>
                      <a:pt x="3911" y="944"/>
                    </a:cubicBezTo>
                    <a:cubicBezTo>
                      <a:pt x="3911" y="925"/>
                      <a:pt x="3911" y="905"/>
                      <a:pt x="3911" y="885"/>
                    </a:cubicBezTo>
                    <a:cubicBezTo>
                      <a:pt x="3891" y="885"/>
                      <a:pt x="3872" y="885"/>
                      <a:pt x="3852" y="885"/>
                    </a:cubicBezTo>
                    <a:cubicBezTo>
                      <a:pt x="3852" y="846"/>
                      <a:pt x="3852" y="807"/>
                      <a:pt x="3852" y="767"/>
                    </a:cubicBezTo>
                    <a:cubicBezTo>
                      <a:pt x="3871" y="767"/>
                      <a:pt x="3891" y="767"/>
                      <a:pt x="3911" y="767"/>
                    </a:cubicBezTo>
                    <a:cubicBezTo>
                      <a:pt x="3910" y="760"/>
                      <a:pt x="3908" y="753"/>
                      <a:pt x="3907" y="746"/>
                    </a:cubicBezTo>
                    <a:cubicBezTo>
                      <a:pt x="3880" y="578"/>
                      <a:pt x="3879" y="453"/>
                      <a:pt x="3940" y="295"/>
                    </a:cubicBezTo>
                    <a:cubicBezTo>
                      <a:pt x="3948" y="273"/>
                      <a:pt x="3956" y="252"/>
                      <a:pt x="3964" y="230"/>
                    </a:cubicBezTo>
                    <a:cubicBezTo>
                      <a:pt x="3985" y="173"/>
                      <a:pt x="4007" y="116"/>
                      <a:pt x="4029" y="59"/>
                    </a:cubicBezTo>
                    <a:cubicBezTo>
                      <a:pt x="4048" y="59"/>
                      <a:pt x="4068" y="59"/>
                      <a:pt x="4088" y="59"/>
                    </a:cubicBezTo>
                    <a:cubicBezTo>
                      <a:pt x="4088" y="40"/>
                      <a:pt x="4088" y="20"/>
                      <a:pt x="40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75" cap="flat">
                <a:noFill/>
              </a:ln>
            </p:spPr>
          </p:sp>
          <p:sp>
            <p:nvSpPr>
              <p:cNvPr id="1878" name="ICON_C_WINDOWS_HEADER_path_007"/>
              <p:cNvSpPr/>
              <p:nvPr/>
            </p:nvSpPr>
            <p:spPr>
              <a:xfrm>
                <a:off x="5589804" y="7157308"/>
                <a:ext cx="54702" cy="49082"/>
              </a:xfrm>
              <a:custGeom>
                <a:avLst/>
                <a:gdLst/>
                <a:ahLst/>
                <a:cxnLst/>
                <a:rect l="0" t="0" r="r" b="b"/>
                <a:pathLst>
                  <a:path w="4307" h="3865" fill="norm" stroke="0">
                    <a:moveTo>
                      <a:pt x="620" y="0"/>
                    </a:moveTo>
                    <a:cubicBezTo>
                      <a:pt x="629" y="107"/>
                      <a:pt x="639" y="214"/>
                      <a:pt x="649" y="325"/>
                    </a:cubicBezTo>
                    <a:cubicBezTo>
                      <a:pt x="669" y="325"/>
                      <a:pt x="688" y="325"/>
                      <a:pt x="708" y="325"/>
                    </a:cubicBezTo>
                    <a:cubicBezTo>
                      <a:pt x="708" y="422"/>
                      <a:pt x="708" y="519"/>
                      <a:pt x="708" y="620"/>
                    </a:cubicBezTo>
                    <a:cubicBezTo>
                      <a:pt x="728" y="620"/>
                      <a:pt x="747" y="620"/>
                      <a:pt x="767" y="620"/>
                    </a:cubicBezTo>
                    <a:cubicBezTo>
                      <a:pt x="767" y="795"/>
                      <a:pt x="767" y="970"/>
                      <a:pt x="767" y="1151"/>
                    </a:cubicBezTo>
                    <a:cubicBezTo>
                      <a:pt x="787" y="1151"/>
                      <a:pt x="806" y="1151"/>
                      <a:pt x="826" y="1151"/>
                    </a:cubicBezTo>
                    <a:cubicBezTo>
                      <a:pt x="826" y="1170"/>
                      <a:pt x="826" y="1190"/>
                      <a:pt x="826" y="1210"/>
                    </a:cubicBezTo>
                    <a:cubicBezTo>
                      <a:pt x="865" y="1210"/>
                      <a:pt x="904" y="1210"/>
                      <a:pt x="944" y="1210"/>
                    </a:cubicBezTo>
                    <a:cubicBezTo>
                      <a:pt x="944" y="1229"/>
                      <a:pt x="944" y="1249"/>
                      <a:pt x="944" y="1269"/>
                    </a:cubicBezTo>
                    <a:cubicBezTo>
                      <a:pt x="983" y="1269"/>
                      <a:pt x="1022" y="1269"/>
                      <a:pt x="1062" y="1269"/>
                    </a:cubicBezTo>
                    <a:cubicBezTo>
                      <a:pt x="1062" y="1288"/>
                      <a:pt x="1062" y="1308"/>
                      <a:pt x="1062" y="1328"/>
                    </a:cubicBezTo>
                    <a:cubicBezTo>
                      <a:pt x="1082" y="1328"/>
                      <a:pt x="1101" y="1328"/>
                      <a:pt x="1121" y="1328"/>
                    </a:cubicBezTo>
                    <a:cubicBezTo>
                      <a:pt x="1121" y="1347"/>
                      <a:pt x="1121" y="1367"/>
                      <a:pt x="1121" y="1387"/>
                    </a:cubicBezTo>
                    <a:cubicBezTo>
                      <a:pt x="1218" y="1387"/>
                      <a:pt x="1316" y="1387"/>
                      <a:pt x="1416" y="1387"/>
                    </a:cubicBezTo>
                    <a:cubicBezTo>
                      <a:pt x="1416" y="1348"/>
                      <a:pt x="1416" y="1309"/>
                      <a:pt x="1416" y="1269"/>
                    </a:cubicBezTo>
                    <a:cubicBezTo>
                      <a:pt x="1436" y="1269"/>
                      <a:pt x="1455" y="1269"/>
                      <a:pt x="1475" y="1269"/>
                    </a:cubicBezTo>
                    <a:cubicBezTo>
                      <a:pt x="1475" y="1249"/>
                      <a:pt x="1475" y="1230"/>
                      <a:pt x="1475" y="1210"/>
                    </a:cubicBezTo>
                    <a:cubicBezTo>
                      <a:pt x="1514" y="1210"/>
                      <a:pt x="1553" y="1210"/>
                      <a:pt x="1593" y="1210"/>
                    </a:cubicBezTo>
                    <a:cubicBezTo>
                      <a:pt x="1593" y="1190"/>
                      <a:pt x="1593" y="1171"/>
                      <a:pt x="1593" y="1151"/>
                    </a:cubicBezTo>
                    <a:cubicBezTo>
                      <a:pt x="1632" y="1151"/>
                      <a:pt x="1671" y="1151"/>
                      <a:pt x="1711" y="1151"/>
                    </a:cubicBezTo>
                    <a:cubicBezTo>
                      <a:pt x="1711" y="1131"/>
                      <a:pt x="1711" y="1112"/>
                      <a:pt x="1711" y="1092"/>
                    </a:cubicBezTo>
                    <a:cubicBezTo>
                      <a:pt x="1770" y="1092"/>
                      <a:pt x="1828" y="1092"/>
                      <a:pt x="1888" y="1092"/>
                    </a:cubicBezTo>
                    <a:cubicBezTo>
                      <a:pt x="1888" y="1072"/>
                      <a:pt x="1888" y="1053"/>
                      <a:pt x="1888" y="1033"/>
                    </a:cubicBezTo>
                    <a:cubicBezTo>
                      <a:pt x="1908" y="1033"/>
                      <a:pt x="1927" y="1033"/>
                      <a:pt x="1947" y="1033"/>
                    </a:cubicBezTo>
                    <a:cubicBezTo>
                      <a:pt x="1947" y="1013"/>
                      <a:pt x="1947" y="994"/>
                      <a:pt x="1947" y="974"/>
                    </a:cubicBezTo>
                    <a:cubicBezTo>
                      <a:pt x="2006" y="974"/>
                      <a:pt x="2064" y="974"/>
                      <a:pt x="2124" y="974"/>
                    </a:cubicBezTo>
                    <a:cubicBezTo>
                      <a:pt x="2124" y="993"/>
                      <a:pt x="2124" y="1013"/>
                      <a:pt x="2124" y="1033"/>
                    </a:cubicBezTo>
                    <a:cubicBezTo>
                      <a:pt x="2163" y="1033"/>
                      <a:pt x="2202" y="1033"/>
                      <a:pt x="2242" y="1033"/>
                    </a:cubicBezTo>
                    <a:cubicBezTo>
                      <a:pt x="2242" y="974"/>
                      <a:pt x="2242" y="916"/>
                      <a:pt x="2242" y="856"/>
                    </a:cubicBezTo>
                    <a:cubicBezTo>
                      <a:pt x="2223" y="856"/>
                      <a:pt x="2203" y="856"/>
                      <a:pt x="2183" y="856"/>
                    </a:cubicBezTo>
                    <a:cubicBezTo>
                      <a:pt x="2183" y="836"/>
                      <a:pt x="2183" y="817"/>
                      <a:pt x="2183" y="797"/>
                    </a:cubicBezTo>
                    <a:cubicBezTo>
                      <a:pt x="2125" y="797"/>
                      <a:pt x="2066" y="797"/>
                      <a:pt x="2006" y="797"/>
                    </a:cubicBezTo>
                    <a:cubicBezTo>
                      <a:pt x="2006" y="816"/>
                      <a:pt x="2006" y="835"/>
                      <a:pt x="2006" y="856"/>
                    </a:cubicBezTo>
                    <a:cubicBezTo>
                      <a:pt x="1967" y="856"/>
                      <a:pt x="1928" y="856"/>
                      <a:pt x="1888" y="856"/>
                    </a:cubicBezTo>
                    <a:cubicBezTo>
                      <a:pt x="1888" y="875"/>
                      <a:pt x="1888" y="894"/>
                      <a:pt x="1888" y="915"/>
                    </a:cubicBezTo>
                    <a:cubicBezTo>
                      <a:pt x="1869" y="915"/>
                      <a:pt x="1849" y="915"/>
                      <a:pt x="1829" y="915"/>
                    </a:cubicBezTo>
                    <a:cubicBezTo>
                      <a:pt x="1829" y="895"/>
                      <a:pt x="1829" y="876"/>
                      <a:pt x="1829" y="856"/>
                    </a:cubicBezTo>
                    <a:cubicBezTo>
                      <a:pt x="1810" y="856"/>
                      <a:pt x="1790" y="856"/>
                      <a:pt x="1770" y="856"/>
                    </a:cubicBezTo>
                    <a:cubicBezTo>
                      <a:pt x="1770" y="817"/>
                      <a:pt x="1770" y="778"/>
                      <a:pt x="1770" y="738"/>
                    </a:cubicBezTo>
                    <a:cubicBezTo>
                      <a:pt x="1751" y="738"/>
                      <a:pt x="1731" y="738"/>
                      <a:pt x="1711" y="738"/>
                    </a:cubicBezTo>
                    <a:cubicBezTo>
                      <a:pt x="1711" y="621"/>
                      <a:pt x="1711" y="504"/>
                      <a:pt x="1711" y="384"/>
                    </a:cubicBezTo>
                    <a:cubicBezTo>
                      <a:pt x="1731" y="384"/>
                      <a:pt x="1750" y="384"/>
                      <a:pt x="1770" y="384"/>
                    </a:cubicBezTo>
                    <a:cubicBezTo>
                      <a:pt x="1770" y="306"/>
                      <a:pt x="1770" y="228"/>
                      <a:pt x="1770" y="148"/>
                    </a:cubicBezTo>
                    <a:cubicBezTo>
                      <a:pt x="1790" y="148"/>
                      <a:pt x="1809" y="148"/>
                      <a:pt x="1829" y="148"/>
                    </a:cubicBezTo>
                    <a:cubicBezTo>
                      <a:pt x="1829" y="128"/>
                      <a:pt x="1829" y="109"/>
                      <a:pt x="1829" y="89"/>
                    </a:cubicBezTo>
                    <a:cubicBezTo>
                      <a:pt x="1868" y="89"/>
                      <a:pt x="1907" y="89"/>
                      <a:pt x="1947" y="89"/>
                    </a:cubicBezTo>
                    <a:cubicBezTo>
                      <a:pt x="1947" y="166"/>
                      <a:pt x="1947" y="244"/>
                      <a:pt x="1947" y="325"/>
                    </a:cubicBezTo>
                    <a:cubicBezTo>
                      <a:pt x="1928" y="325"/>
                      <a:pt x="1908" y="325"/>
                      <a:pt x="1888" y="325"/>
                    </a:cubicBezTo>
                    <a:cubicBezTo>
                      <a:pt x="1888" y="344"/>
                      <a:pt x="1888" y="363"/>
                      <a:pt x="1888" y="384"/>
                    </a:cubicBezTo>
                    <a:cubicBezTo>
                      <a:pt x="1869" y="384"/>
                      <a:pt x="1849" y="384"/>
                      <a:pt x="1829" y="384"/>
                    </a:cubicBezTo>
                    <a:cubicBezTo>
                      <a:pt x="1829" y="461"/>
                      <a:pt x="1829" y="539"/>
                      <a:pt x="1829" y="620"/>
                    </a:cubicBezTo>
                    <a:cubicBezTo>
                      <a:pt x="1868" y="620"/>
                      <a:pt x="1907" y="620"/>
                      <a:pt x="1947" y="620"/>
                    </a:cubicBezTo>
                    <a:cubicBezTo>
                      <a:pt x="1947" y="581"/>
                      <a:pt x="1947" y="542"/>
                      <a:pt x="1947" y="502"/>
                    </a:cubicBezTo>
                    <a:cubicBezTo>
                      <a:pt x="1967" y="502"/>
                      <a:pt x="1986" y="502"/>
                      <a:pt x="2006" y="502"/>
                    </a:cubicBezTo>
                    <a:cubicBezTo>
                      <a:pt x="2006" y="463"/>
                      <a:pt x="2006" y="424"/>
                      <a:pt x="2006" y="384"/>
                    </a:cubicBezTo>
                    <a:cubicBezTo>
                      <a:pt x="2045" y="384"/>
                      <a:pt x="2084" y="384"/>
                      <a:pt x="2124" y="384"/>
                    </a:cubicBezTo>
                    <a:cubicBezTo>
                      <a:pt x="2124" y="442"/>
                      <a:pt x="2124" y="500"/>
                      <a:pt x="2124" y="561"/>
                    </a:cubicBezTo>
                    <a:cubicBezTo>
                      <a:pt x="2144" y="561"/>
                      <a:pt x="2163" y="561"/>
                      <a:pt x="2183" y="561"/>
                    </a:cubicBezTo>
                    <a:cubicBezTo>
                      <a:pt x="2183" y="580"/>
                      <a:pt x="2183" y="599"/>
                      <a:pt x="2183" y="620"/>
                    </a:cubicBezTo>
                    <a:cubicBezTo>
                      <a:pt x="2203" y="620"/>
                      <a:pt x="2222" y="620"/>
                      <a:pt x="2242" y="620"/>
                    </a:cubicBezTo>
                    <a:cubicBezTo>
                      <a:pt x="2242" y="658"/>
                      <a:pt x="2242" y="697"/>
                      <a:pt x="2242" y="738"/>
                    </a:cubicBezTo>
                    <a:cubicBezTo>
                      <a:pt x="2256" y="740"/>
                      <a:pt x="2270" y="743"/>
                      <a:pt x="2284" y="746"/>
                    </a:cubicBezTo>
                    <a:cubicBezTo>
                      <a:pt x="2314" y="756"/>
                      <a:pt x="2327" y="761"/>
                      <a:pt x="2343" y="788"/>
                    </a:cubicBezTo>
                    <a:cubicBezTo>
                      <a:pt x="2352" y="817"/>
                      <a:pt x="2358" y="845"/>
                      <a:pt x="2364" y="874"/>
                    </a:cubicBezTo>
                    <a:cubicBezTo>
                      <a:pt x="2366" y="885"/>
                      <a:pt x="2368" y="895"/>
                      <a:pt x="2371" y="906"/>
                    </a:cubicBezTo>
                    <a:cubicBezTo>
                      <a:pt x="2389" y="991"/>
                      <a:pt x="2402" y="1077"/>
                      <a:pt x="2413" y="1163"/>
                    </a:cubicBezTo>
                    <a:cubicBezTo>
                      <a:pt x="2418" y="1203"/>
                      <a:pt x="2427" y="1241"/>
                      <a:pt x="2438" y="1280"/>
                    </a:cubicBezTo>
                    <a:cubicBezTo>
                      <a:pt x="2462" y="1391"/>
                      <a:pt x="2435" y="1511"/>
                      <a:pt x="2419" y="1623"/>
                    </a:cubicBezTo>
                    <a:cubicBezTo>
                      <a:pt x="2400" y="1623"/>
                      <a:pt x="2380" y="1623"/>
                      <a:pt x="2360" y="1623"/>
                    </a:cubicBezTo>
                    <a:cubicBezTo>
                      <a:pt x="2360" y="1642"/>
                      <a:pt x="2360" y="1662"/>
                      <a:pt x="2360" y="1682"/>
                    </a:cubicBezTo>
                    <a:cubicBezTo>
                      <a:pt x="2341" y="1682"/>
                      <a:pt x="2321" y="1682"/>
                      <a:pt x="2301" y="1682"/>
                    </a:cubicBezTo>
                    <a:cubicBezTo>
                      <a:pt x="2301" y="1721"/>
                      <a:pt x="2301" y="1759"/>
                      <a:pt x="2301" y="1800"/>
                    </a:cubicBezTo>
                    <a:cubicBezTo>
                      <a:pt x="2340" y="1800"/>
                      <a:pt x="2379" y="1800"/>
                      <a:pt x="2419" y="1800"/>
                    </a:cubicBezTo>
                    <a:cubicBezTo>
                      <a:pt x="2419" y="1819"/>
                      <a:pt x="2419" y="1839"/>
                      <a:pt x="2419" y="1859"/>
                    </a:cubicBezTo>
                    <a:cubicBezTo>
                      <a:pt x="2478" y="1859"/>
                      <a:pt x="2536" y="1859"/>
                      <a:pt x="2596" y="1859"/>
                    </a:cubicBezTo>
                    <a:cubicBezTo>
                      <a:pt x="2599" y="1873"/>
                      <a:pt x="2602" y="1887"/>
                      <a:pt x="2605" y="1901"/>
                    </a:cubicBezTo>
                    <a:cubicBezTo>
                      <a:pt x="2615" y="1931"/>
                      <a:pt x="2620" y="1944"/>
                      <a:pt x="2647" y="1960"/>
                    </a:cubicBezTo>
                    <a:cubicBezTo>
                      <a:pt x="2672" y="1967"/>
                      <a:pt x="2672" y="1967"/>
                      <a:pt x="2714" y="1977"/>
                    </a:cubicBezTo>
                    <a:cubicBezTo>
                      <a:pt x="2714" y="1996"/>
                      <a:pt x="2714" y="2016"/>
                      <a:pt x="2714" y="2036"/>
                    </a:cubicBezTo>
                    <a:cubicBezTo>
                      <a:pt x="2721" y="2034"/>
                      <a:pt x="2727" y="2032"/>
                      <a:pt x="2734" y="2030"/>
                    </a:cubicBezTo>
                    <a:cubicBezTo>
                      <a:pt x="2764" y="2022"/>
                      <a:pt x="2794" y="2014"/>
                      <a:pt x="2825" y="2006"/>
                    </a:cubicBezTo>
                    <a:cubicBezTo>
                      <a:pt x="2835" y="2003"/>
                      <a:pt x="2845" y="2000"/>
                      <a:pt x="2856" y="1998"/>
                    </a:cubicBezTo>
                    <a:cubicBezTo>
                      <a:pt x="2928" y="1979"/>
                      <a:pt x="2994" y="1973"/>
                      <a:pt x="3068" y="1977"/>
                    </a:cubicBezTo>
                    <a:cubicBezTo>
                      <a:pt x="3068" y="1957"/>
                      <a:pt x="3068" y="1938"/>
                      <a:pt x="3068" y="1918"/>
                    </a:cubicBezTo>
                    <a:cubicBezTo>
                      <a:pt x="3088" y="1918"/>
                      <a:pt x="3107" y="1918"/>
                      <a:pt x="3127" y="1918"/>
                    </a:cubicBezTo>
                    <a:cubicBezTo>
                      <a:pt x="3129" y="1904"/>
                      <a:pt x="3130" y="1891"/>
                      <a:pt x="3132" y="1878"/>
                    </a:cubicBezTo>
                    <a:cubicBezTo>
                      <a:pt x="3145" y="1764"/>
                      <a:pt x="3166" y="1668"/>
                      <a:pt x="3216" y="1564"/>
                    </a:cubicBezTo>
                    <a:cubicBezTo>
                      <a:pt x="3245" y="1564"/>
                      <a:pt x="3274" y="1564"/>
                      <a:pt x="3304" y="1564"/>
                    </a:cubicBezTo>
                    <a:cubicBezTo>
                      <a:pt x="3304" y="1544"/>
                      <a:pt x="3304" y="1525"/>
                      <a:pt x="3304" y="1505"/>
                    </a:cubicBezTo>
                    <a:cubicBezTo>
                      <a:pt x="3343" y="1505"/>
                      <a:pt x="3382" y="1505"/>
                      <a:pt x="3422" y="1505"/>
                    </a:cubicBezTo>
                    <a:cubicBezTo>
                      <a:pt x="3422" y="1485"/>
                      <a:pt x="3422" y="1466"/>
                      <a:pt x="3422" y="1446"/>
                    </a:cubicBezTo>
                    <a:cubicBezTo>
                      <a:pt x="3461" y="1446"/>
                      <a:pt x="3500" y="1446"/>
                      <a:pt x="3540" y="1446"/>
                    </a:cubicBezTo>
                    <a:cubicBezTo>
                      <a:pt x="3540" y="1426"/>
                      <a:pt x="3540" y="1407"/>
                      <a:pt x="3540" y="1387"/>
                    </a:cubicBezTo>
                    <a:cubicBezTo>
                      <a:pt x="3560" y="1387"/>
                      <a:pt x="3579" y="1387"/>
                      <a:pt x="3599" y="1387"/>
                    </a:cubicBezTo>
                    <a:cubicBezTo>
                      <a:pt x="3599" y="1328"/>
                      <a:pt x="3599" y="1270"/>
                      <a:pt x="3599" y="1210"/>
                    </a:cubicBezTo>
                    <a:cubicBezTo>
                      <a:pt x="3580" y="1210"/>
                      <a:pt x="3560" y="1210"/>
                      <a:pt x="3540" y="1210"/>
                    </a:cubicBezTo>
                    <a:cubicBezTo>
                      <a:pt x="3540" y="1190"/>
                      <a:pt x="3540" y="1171"/>
                      <a:pt x="3540" y="1151"/>
                    </a:cubicBezTo>
                    <a:cubicBezTo>
                      <a:pt x="3482" y="1151"/>
                      <a:pt x="3423" y="1151"/>
                      <a:pt x="3363" y="1151"/>
                    </a:cubicBezTo>
                    <a:cubicBezTo>
                      <a:pt x="3316" y="974"/>
                      <a:pt x="3354" y="845"/>
                      <a:pt x="3422" y="679"/>
                    </a:cubicBezTo>
                    <a:cubicBezTo>
                      <a:pt x="3442" y="679"/>
                      <a:pt x="3461" y="679"/>
                      <a:pt x="3481" y="679"/>
                    </a:cubicBezTo>
                    <a:cubicBezTo>
                      <a:pt x="3481" y="659"/>
                      <a:pt x="3481" y="640"/>
                      <a:pt x="3481" y="620"/>
                    </a:cubicBezTo>
                    <a:cubicBezTo>
                      <a:pt x="3501" y="620"/>
                      <a:pt x="3520" y="620"/>
                      <a:pt x="3540" y="620"/>
                    </a:cubicBezTo>
                    <a:cubicBezTo>
                      <a:pt x="3540" y="639"/>
                      <a:pt x="3540" y="658"/>
                      <a:pt x="3540" y="679"/>
                    </a:cubicBezTo>
                    <a:cubicBezTo>
                      <a:pt x="3579" y="679"/>
                      <a:pt x="3618" y="679"/>
                      <a:pt x="3658" y="679"/>
                    </a:cubicBezTo>
                    <a:cubicBezTo>
                      <a:pt x="3658" y="659"/>
                      <a:pt x="3658" y="640"/>
                      <a:pt x="3658" y="620"/>
                    </a:cubicBezTo>
                    <a:cubicBezTo>
                      <a:pt x="3678" y="620"/>
                      <a:pt x="3697" y="620"/>
                      <a:pt x="3717" y="620"/>
                    </a:cubicBezTo>
                    <a:cubicBezTo>
                      <a:pt x="3717" y="600"/>
                      <a:pt x="3717" y="581"/>
                      <a:pt x="3717" y="561"/>
                    </a:cubicBezTo>
                    <a:cubicBezTo>
                      <a:pt x="3776" y="561"/>
                      <a:pt x="3834" y="561"/>
                      <a:pt x="3894" y="561"/>
                    </a:cubicBezTo>
                    <a:cubicBezTo>
                      <a:pt x="3894" y="580"/>
                      <a:pt x="3894" y="599"/>
                      <a:pt x="3894" y="620"/>
                    </a:cubicBezTo>
                    <a:cubicBezTo>
                      <a:pt x="3903" y="618"/>
                      <a:pt x="3913" y="617"/>
                      <a:pt x="3922" y="616"/>
                    </a:cubicBezTo>
                    <a:cubicBezTo>
                      <a:pt x="3932" y="617"/>
                      <a:pt x="3943" y="618"/>
                      <a:pt x="3953" y="620"/>
                    </a:cubicBezTo>
                    <a:cubicBezTo>
                      <a:pt x="3968" y="643"/>
                      <a:pt x="3968" y="643"/>
                      <a:pt x="3979" y="675"/>
                    </a:cubicBezTo>
                    <a:cubicBezTo>
                      <a:pt x="3996" y="714"/>
                      <a:pt x="4004" y="733"/>
                      <a:pt x="4042" y="754"/>
                    </a:cubicBezTo>
                    <a:cubicBezTo>
                      <a:pt x="4053" y="759"/>
                      <a:pt x="4064" y="763"/>
                      <a:pt x="4075" y="767"/>
                    </a:cubicBezTo>
                    <a:cubicBezTo>
                      <a:pt x="4106" y="780"/>
                      <a:pt x="4106" y="780"/>
                      <a:pt x="4130" y="797"/>
                    </a:cubicBezTo>
                    <a:cubicBezTo>
                      <a:pt x="4141" y="837"/>
                      <a:pt x="4137" y="873"/>
                      <a:pt x="4130" y="915"/>
                    </a:cubicBezTo>
                    <a:cubicBezTo>
                      <a:pt x="4111" y="915"/>
                      <a:pt x="4091" y="915"/>
                      <a:pt x="4071" y="915"/>
                    </a:cubicBezTo>
                    <a:cubicBezTo>
                      <a:pt x="4071" y="953"/>
                      <a:pt x="4071" y="992"/>
                      <a:pt x="4071" y="1033"/>
                    </a:cubicBezTo>
                    <a:cubicBezTo>
                      <a:pt x="4052" y="1033"/>
                      <a:pt x="4032" y="1033"/>
                      <a:pt x="4012" y="1033"/>
                    </a:cubicBezTo>
                    <a:cubicBezTo>
                      <a:pt x="4012" y="1072"/>
                      <a:pt x="4012" y="1110"/>
                      <a:pt x="4012" y="1151"/>
                    </a:cubicBezTo>
                    <a:cubicBezTo>
                      <a:pt x="3993" y="1151"/>
                      <a:pt x="3973" y="1151"/>
                      <a:pt x="3953" y="1151"/>
                    </a:cubicBezTo>
                    <a:cubicBezTo>
                      <a:pt x="3953" y="1190"/>
                      <a:pt x="3953" y="1228"/>
                      <a:pt x="3953" y="1269"/>
                    </a:cubicBezTo>
                    <a:cubicBezTo>
                      <a:pt x="3973" y="1269"/>
                      <a:pt x="3992" y="1269"/>
                      <a:pt x="4012" y="1269"/>
                    </a:cubicBezTo>
                    <a:cubicBezTo>
                      <a:pt x="4012" y="1288"/>
                      <a:pt x="4012" y="1308"/>
                      <a:pt x="4012" y="1328"/>
                    </a:cubicBezTo>
                    <a:cubicBezTo>
                      <a:pt x="4032" y="1328"/>
                      <a:pt x="4051" y="1328"/>
                      <a:pt x="4071" y="1328"/>
                    </a:cubicBezTo>
                    <a:cubicBezTo>
                      <a:pt x="4071" y="1308"/>
                      <a:pt x="4071" y="1289"/>
                      <a:pt x="4071" y="1269"/>
                    </a:cubicBezTo>
                    <a:cubicBezTo>
                      <a:pt x="4091" y="1269"/>
                      <a:pt x="4110" y="1269"/>
                      <a:pt x="4130" y="1269"/>
                    </a:cubicBezTo>
                    <a:cubicBezTo>
                      <a:pt x="4130" y="1366"/>
                      <a:pt x="4130" y="1463"/>
                      <a:pt x="4130" y="1564"/>
                    </a:cubicBezTo>
                    <a:cubicBezTo>
                      <a:pt x="4159" y="1573"/>
                      <a:pt x="4189" y="1583"/>
                      <a:pt x="4219" y="1593"/>
                    </a:cubicBezTo>
                    <a:cubicBezTo>
                      <a:pt x="4248" y="1633"/>
                      <a:pt x="4252" y="1667"/>
                      <a:pt x="4251" y="1716"/>
                    </a:cubicBezTo>
                    <a:cubicBezTo>
                      <a:pt x="4251" y="1728"/>
                      <a:pt x="4251" y="1740"/>
                      <a:pt x="4251" y="1752"/>
                    </a:cubicBezTo>
                    <a:cubicBezTo>
                      <a:pt x="4251" y="1764"/>
                      <a:pt x="4250" y="1776"/>
                      <a:pt x="4250" y="1789"/>
                    </a:cubicBezTo>
                    <a:cubicBezTo>
                      <a:pt x="4250" y="1801"/>
                      <a:pt x="4250" y="1813"/>
                      <a:pt x="4250" y="1826"/>
                    </a:cubicBezTo>
                    <a:cubicBezTo>
                      <a:pt x="4249" y="1857"/>
                      <a:pt x="4249" y="1887"/>
                      <a:pt x="4248" y="1918"/>
                    </a:cubicBezTo>
                    <a:cubicBezTo>
                      <a:pt x="4190" y="1918"/>
                      <a:pt x="4131" y="1918"/>
                      <a:pt x="4071" y="1918"/>
                    </a:cubicBezTo>
                    <a:cubicBezTo>
                      <a:pt x="4071" y="1937"/>
                      <a:pt x="4071" y="1957"/>
                      <a:pt x="4071" y="1977"/>
                    </a:cubicBezTo>
                    <a:cubicBezTo>
                      <a:pt x="4052" y="1977"/>
                      <a:pt x="4032" y="1977"/>
                      <a:pt x="4012" y="1977"/>
                    </a:cubicBezTo>
                    <a:cubicBezTo>
                      <a:pt x="4012" y="1996"/>
                      <a:pt x="4012" y="2016"/>
                      <a:pt x="4012" y="2036"/>
                    </a:cubicBezTo>
                    <a:cubicBezTo>
                      <a:pt x="3993" y="2036"/>
                      <a:pt x="3973" y="2036"/>
                      <a:pt x="3953" y="2036"/>
                    </a:cubicBezTo>
                    <a:cubicBezTo>
                      <a:pt x="3953" y="2055"/>
                      <a:pt x="3953" y="2075"/>
                      <a:pt x="3953" y="2095"/>
                    </a:cubicBezTo>
                    <a:cubicBezTo>
                      <a:pt x="3973" y="2095"/>
                      <a:pt x="3992" y="2095"/>
                      <a:pt x="4012" y="2095"/>
                    </a:cubicBezTo>
                    <a:cubicBezTo>
                      <a:pt x="4012" y="2211"/>
                      <a:pt x="4012" y="2328"/>
                      <a:pt x="4012" y="2449"/>
                    </a:cubicBezTo>
                    <a:cubicBezTo>
                      <a:pt x="4071" y="2449"/>
                      <a:pt x="4129" y="2449"/>
                      <a:pt x="4189" y="2449"/>
                    </a:cubicBezTo>
                    <a:cubicBezTo>
                      <a:pt x="4239" y="2492"/>
                      <a:pt x="4246" y="2512"/>
                      <a:pt x="4251" y="2576"/>
                    </a:cubicBezTo>
                    <a:cubicBezTo>
                      <a:pt x="4252" y="2612"/>
                      <a:pt x="4251" y="2648"/>
                      <a:pt x="4248" y="2685"/>
                    </a:cubicBezTo>
                    <a:cubicBezTo>
                      <a:pt x="4268" y="2685"/>
                      <a:pt x="4287" y="2685"/>
                      <a:pt x="4307" y="2685"/>
                    </a:cubicBezTo>
                    <a:cubicBezTo>
                      <a:pt x="4307" y="2704"/>
                      <a:pt x="4307" y="2724"/>
                      <a:pt x="4307" y="2744"/>
                    </a:cubicBezTo>
                    <a:cubicBezTo>
                      <a:pt x="4268" y="2744"/>
                      <a:pt x="4229" y="2744"/>
                      <a:pt x="4189" y="2744"/>
                    </a:cubicBezTo>
                    <a:cubicBezTo>
                      <a:pt x="4189" y="2802"/>
                      <a:pt x="4189" y="2860"/>
                      <a:pt x="4189" y="2921"/>
                    </a:cubicBezTo>
                    <a:cubicBezTo>
                      <a:pt x="4170" y="2921"/>
                      <a:pt x="4150" y="2921"/>
                      <a:pt x="4130" y="2921"/>
                    </a:cubicBezTo>
                    <a:cubicBezTo>
                      <a:pt x="4130" y="3038"/>
                      <a:pt x="4130" y="3154"/>
                      <a:pt x="4130" y="3275"/>
                    </a:cubicBezTo>
                    <a:cubicBezTo>
                      <a:pt x="4111" y="3275"/>
                      <a:pt x="4091" y="3275"/>
                      <a:pt x="4071" y="3275"/>
                    </a:cubicBezTo>
                    <a:cubicBezTo>
                      <a:pt x="4071" y="3314"/>
                      <a:pt x="4071" y="3353"/>
                      <a:pt x="4071" y="3393"/>
                    </a:cubicBezTo>
                    <a:cubicBezTo>
                      <a:pt x="4091" y="3393"/>
                      <a:pt x="4110" y="3393"/>
                      <a:pt x="4130" y="3393"/>
                    </a:cubicBezTo>
                    <a:cubicBezTo>
                      <a:pt x="4130" y="3451"/>
                      <a:pt x="4130" y="3510"/>
                      <a:pt x="4130" y="3570"/>
                    </a:cubicBezTo>
                    <a:cubicBezTo>
                      <a:pt x="4111" y="3570"/>
                      <a:pt x="4091" y="3570"/>
                      <a:pt x="4071" y="3570"/>
                    </a:cubicBezTo>
                    <a:cubicBezTo>
                      <a:pt x="4071" y="3589"/>
                      <a:pt x="4071" y="3609"/>
                      <a:pt x="4071" y="3629"/>
                    </a:cubicBezTo>
                    <a:cubicBezTo>
                      <a:pt x="4032" y="3629"/>
                      <a:pt x="3993" y="3629"/>
                      <a:pt x="3953" y="3629"/>
                    </a:cubicBezTo>
                    <a:cubicBezTo>
                      <a:pt x="3953" y="3648"/>
                      <a:pt x="3953" y="3668"/>
                      <a:pt x="3953" y="3688"/>
                    </a:cubicBezTo>
                    <a:cubicBezTo>
                      <a:pt x="3934" y="3688"/>
                      <a:pt x="3914" y="3688"/>
                      <a:pt x="3894" y="3688"/>
                    </a:cubicBezTo>
                    <a:cubicBezTo>
                      <a:pt x="3894" y="3727"/>
                      <a:pt x="3894" y="3766"/>
                      <a:pt x="3894" y="3806"/>
                    </a:cubicBezTo>
                    <a:cubicBezTo>
                      <a:pt x="3875" y="3806"/>
                      <a:pt x="3855" y="3806"/>
                      <a:pt x="3835" y="3806"/>
                    </a:cubicBezTo>
                    <a:cubicBezTo>
                      <a:pt x="3835" y="3825"/>
                      <a:pt x="3835" y="3845"/>
                      <a:pt x="3835" y="3865"/>
                    </a:cubicBezTo>
                    <a:cubicBezTo>
                      <a:pt x="3193" y="3865"/>
                      <a:pt x="2550" y="3865"/>
                      <a:pt x="1888" y="3865"/>
                    </a:cubicBezTo>
                    <a:cubicBezTo>
                      <a:pt x="1888" y="3845"/>
                      <a:pt x="1888" y="3826"/>
                      <a:pt x="1888" y="3806"/>
                    </a:cubicBezTo>
                    <a:cubicBezTo>
                      <a:pt x="1849" y="3806"/>
                      <a:pt x="1810" y="3806"/>
                      <a:pt x="1770" y="3806"/>
                    </a:cubicBezTo>
                    <a:cubicBezTo>
                      <a:pt x="1770" y="3825"/>
                      <a:pt x="1770" y="3845"/>
                      <a:pt x="1770" y="3865"/>
                    </a:cubicBezTo>
                    <a:cubicBezTo>
                      <a:pt x="1186" y="3865"/>
                      <a:pt x="602" y="3865"/>
                      <a:pt x="0" y="3865"/>
                    </a:cubicBezTo>
                    <a:cubicBezTo>
                      <a:pt x="0" y="2872"/>
                      <a:pt x="0" y="1879"/>
                      <a:pt x="0" y="856"/>
                    </a:cubicBezTo>
                    <a:cubicBezTo>
                      <a:pt x="19" y="856"/>
                      <a:pt x="39" y="856"/>
                      <a:pt x="59" y="856"/>
                    </a:cubicBezTo>
                    <a:cubicBezTo>
                      <a:pt x="59" y="797"/>
                      <a:pt x="59" y="739"/>
                      <a:pt x="59" y="679"/>
                    </a:cubicBezTo>
                    <a:cubicBezTo>
                      <a:pt x="78" y="679"/>
                      <a:pt x="98" y="679"/>
                      <a:pt x="118" y="679"/>
                    </a:cubicBezTo>
                    <a:cubicBezTo>
                      <a:pt x="118" y="659"/>
                      <a:pt x="118" y="640"/>
                      <a:pt x="118" y="620"/>
                    </a:cubicBezTo>
                    <a:cubicBezTo>
                      <a:pt x="215" y="620"/>
                      <a:pt x="313" y="620"/>
                      <a:pt x="413" y="620"/>
                    </a:cubicBezTo>
                    <a:cubicBezTo>
                      <a:pt x="413" y="678"/>
                      <a:pt x="413" y="736"/>
                      <a:pt x="413" y="797"/>
                    </a:cubicBezTo>
                    <a:cubicBezTo>
                      <a:pt x="432" y="797"/>
                      <a:pt x="452" y="797"/>
                      <a:pt x="472" y="797"/>
                    </a:cubicBezTo>
                    <a:cubicBezTo>
                      <a:pt x="472" y="816"/>
                      <a:pt x="472" y="835"/>
                      <a:pt x="472" y="856"/>
                    </a:cubicBezTo>
                    <a:cubicBezTo>
                      <a:pt x="511" y="856"/>
                      <a:pt x="550" y="856"/>
                      <a:pt x="590" y="856"/>
                    </a:cubicBezTo>
                    <a:cubicBezTo>
                      <a:pt x="590" y="836"/>
                      <a:pt x="590" y="817"/>
                      <a:pt x="590" y="797"/>
                    </a:cubicBezTo>
                    <a:cubicBezTo>
                      <a:pt x="610" y="797"/>
                      <a:pt x="629" y="797"/>
                      <a:pt x="649" y="797"/>
                    </a:cubicBezTo>
                    <a:cubicBezTo>
                      <a:pt x="649" y="719"/>
                      <a:pt x="649" y="641"/>
                      <a:pt x="649" y="561"/>
                    </a:cubicBezTo>
                    <a:cubicBezTo>
                      <a:pt x="591" y="561"/>
                      <a:pt x="532" y="561"/>
                      <a:pt x="472" y="561"/>
                    </a:cubicBezTo>
                    <a:cubicBezTo>
                      <a:pt x="472" y="522"/>
                      <a:pt x="472" y="483"/>
                      <a:pt x="472" y="443"/>
                    </a:cubicBezTo>
                    <a:cubicBezTo>
                      <a:pt x="453" y="443"/>
                      <a:pt x="433" y="443"/>
                      <a:pt x="413" y="443"/>
                    </a:cubicBezTo>
                    <a:cubicBezTo>
                      <a:pt x="413" y="404"/>
                      <a:pt x="413" y="365"/>
                      <a:pt x="413" y="325"/>
                    </a:cubicBezTo>
                    <a:cubicBezTo>
                      <a:pt x="394" y="325"/>
                      <a:pt x="374" y="325"/>
                      <a:pt x="354" y="325"/>
                    </a:cubicBezTo>
                    <a:cubicBezTo>
                      <a:pt x="354" y="305"/>
                      <a:pt x="354" y="286"/>
                      <a:pt x="354" y="266"/>
                    </a:cubicBezTo>
                    <a:cubicBezTo>
                      <a:pt x="383" y="266"/>
                      <a:pt x="412" y="266"/>
                      <a:pt x="443" y="266"/>
                    </a:cubicBezTo>
                    <a:cubicBezTo>
                      <a:pt x="443" y="254"/>
                      <a:pt x="444" y="242"/>
                      <a:pt x="445" y="230"/>
                    </a:cubicBezTo>
                    <a:cubicBezTo>
                      <a:pt x="457" y="106"/>
                      <a:pt x="457" y="106"/>
                      <a:pt x="499" y="57"/>
                    </a:cubicBezTo>
                    <a:cubicBezTo>
                      <a:pt x="575" y="0"/>
                      <a:pt x="575" y="0"/>
                      <a:pt x="6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75" cap="flat">
                <a:noFill/>
              </a:ln>
            </p:spPr>
          </p:sp>
          <p:sp>
            <p:nvSpPr>
              <p:cNvPr id="1879" name="ICON_C_WINDOWS_HEADER_path_008"/>
              <p:cNvSpPr/>
              <p:nvPr/>
            </p:nvSpPr>
            <p:spPr>
              <a:xfrm>
                <a:off x="5583060" y="7102231"/>
                <a:ext cx="59948" cy="59948"/>
              </a:xfrm>
              <a:custGeom>
                <a:avLst/>
                <a:gdLst/>
                <a:ahLst/>
                <a:cxnLst/>
                <a:rect l="0" t="0" r="r" b="b"/>
                <a:pathLst>
                  <a:path w="4720" h="4720" fill="norm" stroke="0">
                    <a:moveTo>
                      <a:pt x="4307" y="0"/>
                    </a:moveTo>
                    <a:cubicBezTo>
                      <a:pt x="4351" y="15"/>
                      <a:pt x="4389" y="30"/>
                      <a:pt x="4425" y="59"/>
                    </a:cubicBezTo>
                    <a:cubicBezTo>
                      <a:pt x="4436" y="100"/>
                      <a:pt x="4432" y="136"/>
                      <a:pt x="4425" y="177"/>
                    </a:cubicBezTo>
                    <a:cubicBezTo>
                      <a:pt x="4445" y="177"/>
                      <a:pt x="4464" y="177"/>
                      <a:pt x="4484" y="177"/>
                    </a:cubicBezTo>
                    <a:cubicBezTo>
                      <a:pt x="4484" y="196"/>
                      <a:pt x="4484" y="216"/>
                      <a:pt x="4484" y="236"/>
                    </a:cubicBezTo>
                    <a:cubicBezTo>
                      <a:pt x="4504" y="236"/>
                      <a:pt x="4523" y="236"/>
                      <a:pt x="4543" y="236"/>
                    </a:cubicBezTo>
                    <a:cubicBezTo>
                      <a:pt x="4543" y="255"/>
                      <a:pt x="4543" y="275"/>
                      <a:pt x="4543" y="295"/>
                    </a:cubicBezTo>
                    <a:cubicBezTo>
                      <a:pt x="4582" y="295"/>
                      <a:pt x="4621" y="295"/>
                      <a:pt x="4661" y="295"/>
                    </a:cubicBezTo>
                    <a:cubicBezTo>
                      <a:pt x="4661" y="314"/>
                      <a:pt x="4661" y="334"/>
                      <a:pt x="4661" y="354"/>
                    </a:cubicBezTo>
                    <a:cubicBezTo>
                      <a:pt x="4681" y="354"/>
                      <a:pt x="4700" y="354"/>
                      <a:pt x="4720" y="354"/>
                    </a:cubicBezTo>
                    <a:cubicBezTo>
                      <a:pt x="4720" y="500"/>
                      <a:pt x="4720" y="646"/>
                      <a:pt x="4720" y="797"/>
                    </a:cubicBezTo>
                    <a:cubicBezTo>
                      <a:pt x="4662" y="787"/>
                      <a:pt x="4603" y="777"/>
                      <a:pt x="4543" y="767"/>
                    </a:cubicBezTo>
                    <a:cubicBezTo>
                      <a:pt x="4543" y="787"/>
                      <a:pt x="4543" y="806"/>
                      <a:pt x="4543" y="826"/>
                    </a:cubicBezTo>
                    <a:cubicBezTo>
                      <a:pt x="4504" y="826"/>
                      <a:pt x="4465" y="826"/>
                      <a:pt x="4425" y="826"/>
                    </a:cubicBezTo>
                    <a:cubicBezTo>
                      <a:pt x="4425" y="807"/>
                      <a:pt x="4425" y="787"/>
                      <a:pt x="4425" y="767"/>
                    </a:cubicBezTo>
                    <a:cubicBezTo>
                      <a:pt x="4328" y="767"/>
                      <a:pt x="4231" y="767"/>
                      <a:pt x="4130" y="767"/>
                    </a:cubicBezTo>
                    <a:cubicBezTo>
                      <a:pt x="4130" y="748"/>
                      <a:pt x="4130" y="728"/>
                      <a:pt x="4130" y="708"/>
                    </a:cubicBezTo>
                    <a:cubicBezTo>
                      <a:pt x="3137" y="708"/>
                      <a:pt x="2144" y="708"/>
                      <a:pt x="1121" y="708"/>
                    </a:cubicBezTo>
                    <a:cubicBezTo>
                      <a:pt x="1121" y="728"/>
                      <a:pt x="1121" y="747"/>
                      <a:pt x="1121" y="767"/>
                    </a:cubicBezTo>
                    <a:cubicBezTo>
                      <a:pt x="965" y="767"/>
                      <a:pt x="810" y="767"/>
                      <a:pt x="649" y="767"/>
                    </a:cubicBezTo>
                    <a:cubicBezTo>
                      <a:pt x="649" y="787"/>
                      <a:pt x="649" y="806"/>
                      <a:pt x="649" y="826"/>
                    </a:cubicBezTo>
                    <a:cubicBezTo>
                      <a:pt x="630" y="826"/>
                      <a:pt x="610" y="826"/>
                      <a:pt x="590" y="826"/>
                    </a:cubicBezTo>
                    <a:cubicBezTo>
                      <a:pt x="590" y="846"/>
                      <a:pt x="590" y="865"/>
                      <a:pt x="590" y="885"/>
                    </a:cubicBezTo>
                    <a:cubicBezTo>
                      <a:pt x="571" y="885"/>
                      <a:pt x="551" y="885"/>
                      <a:pt x="531" y="885"/>
                    </a:cubicBezTo>
                    <a:cubicBezTo>
                      <a:pt x="531" y="1839"/>
                      <a:pt x="531" y="2793"/>
                      <a:pt x="531" y="3776"/>
                    </a:cubicBezTo>
                    <a:cubicBezTo>
                      <a:pt x="551" y="3776"/>
                      <a:pt x="570" y="3776"/>
                      <a:pt x="590" y="3776"/>
                    </a:cubicBezTo>
                    <a:cubicBezTo>
                      <a:pt x="590" y="3796"/>
                      <a:pt x="590" y="3815"/>
                      <a:pt x="590" y="3835"/>
                    </a:cubicBezTo>
                    <a:cubicBezTo>
                      <a:pt x="571" y="3835"/>
                      <a:pt x="551" y="3835"/>
                      <a:pt x="531" y="3835"/>
                    </a:cubicBezTo>
                    <a:cubicBezTo>
                      <a:pt x="531" y="3894"/>
                      <a:pt x="531" y="3952"/>
                      <a:pt x="531" y="4012"/>
                    </a:cubicBezTo>
                    <a:cubicBezTo>
                      <a:pt x="589" y="4012"/>
                      <a:pt x="648" y="4012"/>
                      <a:pt x="708" y="4012"/>
                    </a:cubicBezTo>
                    <a:cubicBezTo>
                      <a:pt x="708" y="3993"/>
                      <a:pt x="708" y="3973"/>
                      <a:pt x="708" y="3953"/>
                    </a:cubicBezTo>
                    <a:cubicBezTo>
                      <a:pt x="747" y="3953"/>
                      <a:pt x="786" y="3953"/>
                      <a:pt x="826" y="3953"/>
                    </a:cubicBezTo>
                    <a:cubicBezTo>
                      <a:pt x="826" y="3934"/>
                      <a:pt x="826" y="3914"/>
                      <a:pt x="826" y="3894"/>
                    </a:cubicBezTo>
                    <a:cubicBezTo>
                      <a:pt x="835" y="3895"/>
                      <a:pt x="845" y="3896"/>
                      <a:pt x="854" y="3896"/>
                    </a:cubicBezTo>
                    <a:cubicBezTo>
                      <a:pt x="944" y="3900"/>
                      <a:pt x="1019" y="3893"/>
                      <a:pt x="1092" y="3835"/>
                    </a:cubicBezTo>
                    <a:cubicBezTo>
                      <a:pt x="1102" y="3816"/>
                      <a:pt x="1111" y="3796"/>
                      <a:pt x="1121" y="3776"/>
                    </a:cubicBezTo>
                    <a:cubicBezTo>
                      <a:pt x="1152" y="3773"/>
                      <a:pt x="1152" y="3773"/>
                      <a:pt x="1180" y="3776"/>
                    </a:cubicBezTo>
                    <a:cubicBezTo>
                      <a:pt x="1180" y="3796"/>
                      <a:pt x="1180" y="3815"/>
                      <a:pt x="1180" y="3835"/>
                    </a:cubicBezTo>
                    <a:cubicBezTo>
                      <a:pt x="1189" y="3834"/>
                      <a:pt x="1198" y="3833"/>
                      <a:pt x="1208" y="3832"/>
                    </a:cubicBezTo>
                    <a:cubicBezTo>
                      <a:pt x="1218" y="3833"/>
                      <a:pt x="1228" y="3834"/>
                      <a:pt x="1239" y="3835"/>
                    </a:cubicBezTo>
                    <a:cubicBezTo>
                      <a:pt x="1266" y="3872"/>
                      <a:pt x="1280" y="3911"/>
                      <a:pt x="1298" y="3953"/>
                    </a:cubicBezTo>
                    <a:cubicBezTo>
                      <a:pt x="1240" y="3953"/>
                      <a:pt x="1181" y="3953"/>
                      <a:pt x="1121" y="3953"/>
                    </a:cubicBezTo>
                    <a:cubicBezTo>
                      <a:pt x="1121" y="3934"/>
                      <a:pt x="1121" y="3914"/>
                      <a:pt x="1121" y="3894"/>
                    </a:cubicBezTo>
                    <a:cubicBezTo>
                      <a:pt x="1092" y="3904"/>
                      <a:pt x="1092" y="3904"/>
                      <a:pt x="944" y="3953"/>
                    </a:cubicBezTo>
                    <a:cubicBezTo>
                      <a:pt x="944" y="4031"/>
                      <a:pt x="944" y="4109"/>
                      <a:pt x="944" y="4189"/>
                    </a:cubicBezTo>
                    <a:cubicBezTo>
                      <a:pt x="964" y="4189"/>
                      <a:pt x="983" y="4189"/>
                      <a:pt x="1003" y="4189"/>
                    </a:cubicBezTo>
                    <a:cubicBezTo>
                      <a:pt x="1003" y="4209"/>
                      <a:pt x="1003" y="4228"/>
                      <a:pt x="1003" y="4248"/>
                    </a:cubicBezTo>
                    <a:cubicBezTo>
                      <a:pt x="1042" y="4248"/>
                      <a:pt x="1081" y="4248"/>
                      <a:pt x="1121" y="4248"/>
                    </a:cubicBezTo>
                    <a:cubicBezTo>
                      <a:pt x="1121" y="4268"/>
                      <a:pt x="1121" y="4287"/>
                      <a:pt x="1121" y="4307"/>
                    </a:cubicBezTo>
                    <a:cubicBezTo>
                      <a:pt x="1141" y="4307"/>
                      <a:pt x="1160" y="4307"/>
                      <a:pt x="1180" y="4307"/>
                    </a:cubicBezTo>
                    <a:cubicBezTo>
                      <a:pt x="1180" y="4366"/>
                      <a:pt x="1180" y="4424"/>
                      <a:pt x="1180" y="4484"/>
                    </a:cubicBezTo>
                    <a:cubicBezTo>
                      <a:pt x="1170" y="4465"/>
                      <a:pt x="1170" y="4465"/>
                      <a:pt x="1121" y="4366"/>
                    </a:cubicBezTo>
                    <a:cubicBezTo>
                      <a:pt x="1040" y="4392"/>
                      <a:pt x="1040" y="4392"/>
                      <a:pt x="1003" y="4425"/>
                    </a:cubicBezTo>
                    <a:cubicBezTo>
                      <a:pt x="980" y="4481"/>
                      <a:pt x="977" y="4543"/>
                      <a:pt x="974" y="4602"/>
                    </a:cubicBezTo>
                    <a:cubicBezTo>
                      <a:pt x="954" y="4593"/>
                      <a:pt x="935" y="4583"/>
                      <a:pt x="915" y="4573"/>
                    </a:cubicBezTo>
                    <a:cubicBezTo>
                      <a:pt x="924" y="4544"/>
                      <a:pt x="934" y="4514"/>
                      <a:pt x="944" y="4484"/>
                    </a:cubicBezTo>
                    <a:cubicBezTo>
                      <a:pt x="925" y="4484"/>
                      <a:pt x="905" y="4484"/>
                      <a:pt x="885" y="4484"/>
                    </a:cubicBezTo>
                    <a:cubicBezTo>
                      <a:pt x="885" y="4504"/>
                      <a:pt x="885" y="4523"/>
                      <a:pt x="885" y="4543"/>
                    </a:cubicBezTo>
                    <a:cubicBezTo>
                      <a:pt x="788" y="4543"/>
                      <a:pt x="690" y="4543"/>
                      <a:pt x="590" y="4543"/>
                    </a:cubicBezTo>
                    <a:cubicBezTo>
                      <a:pt x="590" y="4563"/>
                      <a:pt x="590" y="4582"/>
                      <a:pt x="590" y="4602"/>
                    </a:cubicBezTo>
                    <a:cubicBezTo>
                      <a:pt x="571" y="4602"/>
                      <a:pt x="551" y="4602"/>
                      <a:pt x="531" y="4602"/>
                    </a:cubicBezTo>
                    <a:cubicBezTo>
                      <a:pt x="531" y="4622"/>
                      <a:pt x="531" y="4641"/>
                      <a:pt x="531" y="4661"/>
                    </a:cubicBezTo>
                    <a:cubicBezTo>
                      <a:pt x="512" y="4661"/>
                      <a:pt x="492" y="4661"/>
                      <a:pt x="472" y="4661"/>
                    </a:cubicBezTo>
                    <a:cubicBezTo>
                      <a:pt x="472" y="4681"/>
                      <a:pt x="472" y="4700"/>
                      <a:pt x="472" y="4720"/>
                    </a:cubicBezTo>
                    <a:cubicBezTo>
                      <a:pt x="414" y="4720"/>
                      <a:pt x="355" y="4720"/>
                      <a:pt x="295" y="4720"/>
                    </a:cubicBezTo>
                    <a:cubicBezTo>
                      <a:pt x="295" y="4701"/>
                      <a:pt x="295" y="4681"/>
                      <a:pt x="295" y="4661"/>
                    </a:cubicBezTo>
                    <a:cubicBezTo>
                      <a:pt x="276" y="4661"/>
                      <a:pt x="256" y="4661"/>
                      <a:pt x="236" y="4661"/>
                    </a:cubicBezTo>
                    <a:cubicBezTo>
                      <a:pt x="236" y="3337"/>
                      <a:pt x="236" y="2013"/>
                      <a:pt x="236" y="649"/>
                    </a:cubicBezTo>
                    <a:cubicBezTo>
                      <a:pt x="255" y="649"/>
                      <a:pt x="275" y="649"/>
                      <a:pt x="295" y="649"/>
                    </a:cubicBezTo>
                    <a:cubicBezTo>
                      <a:pt x="295" y="591"/>
                      <a:pt x="295" y="532"/>
                      <a:pt x="295" y="472"/>
                    </a:cubicBezTo>
                    <a:cubicBezTo>
                      <a:pt x="262" y="476"/>
                      <a:pt x="230" y="481"/>
                      <a:pt x="197" y="485"/>
                    </a:cubicBezTo>
                    <a:cubicBezTo>
                      <a:pt x="188" y="486"/>
                      <a:pt x="179" y="487"/>
                      <a:pt x="170" y="488"/>
                    </a:cubicBezTo>
                    <a:cubicBezTo>
                      <a:pt x="110" y="497"/>
                      <a:pt x="57" y="510"/>
                      <a:pt x="0" y="531"/>
                    </a:cubicBezTo>
                    <a:cubicBezTo>
                      <a:pt x="0" y="492"/>
                      <a:pt x="0" y="453"/>
                      <a:pt x="0" y="413"/>
                    </a:cubicBezTo>
                    <a:cubicBezTo>
                      <a:pt x="19" y="413"/>
                      <a:pt x="39" y="413"/>
                      <a:pt x="59" y="413"/>
                    </a:cubicBezTo>
                    <a:cubicBezTo>
                      <a:pt x="59" y="394"/>
                      <a:pt x="59" y="374"/>
                      <a:pt x="59" y="354"/>
                    </a:cubicBezTo>
                    <a:cubicBezTo>
                      <a:pt x="98" y="354"/>
                      <a:pt x="137" y="354"/>
                      <a:pt x="177" y="354"/>
                    </a:cubicBezTo>
                    <a:cubicBezTo>
                      <a:pt x="177" y="335"/>
                      <a:pt x="177" y="315"/>
                      <a:pt x="177" y="295"/>
                    </a:cubicBezTo>
                    <a:cubicBezTo>
                      <a:pt x="1521" y="295"/>
                      <a:pt x="2864" y="295"/>
                      <a:pt x="4248" y="295"/>
                    </a:cubicBezTo>
                    <a:cubicBezTo>
                      <a:pt x="4248" y="237"/>
                      <a:pt x="4248" y="178"/>
                      <a:pt x="4248" y="118"/>
                    </a:cubicBezTo>
                    <a:cubicBezTo>
                      <a:pt x="4268" y="118"/>
                      <a:pt x="4287" y="118"/>
                      <a:pt x="4307" y="118"/>
                    </a:cubicBezTo>
                    <a:cubicBezTo>
                      <a:pt x="4307" y="79"/>
                      <a:pt x="4307" y="40"/>
                      <a:pt x="4307" y="0"/>
                    </a:cubicBezTo>
                    <a:close/>
                    <a:moveTo>
                      <a:pt x="4425" y="354"/>
                    </a:moveTo>
                    <a:cubicBezTo>
                      <a:pt x="4425" y="373"/>
                      <a:pt x="4425" y="393"/>
                      <a:pt x="4425" y="413"/>
                    </a:cubicBezTo>
                    <a:cubicBezTo>
                      <a:pt x="4347" y="413"/>
                      <a:pt x="4269" y="413"/>
                      <a:pt x="4189" y="413"/>
                    </a:cubicBezTo>
                    <a:cubicBezTo>
                      <a:pt x="4189" y="471"/>
                      <a:pt x="4189" y="530"/>
                      <a:pt x="4189" y="590"/>
                    </a:cubicBezTo>
                    <a:cubicBezTo>
                      <a:pt x="4326" y="590"/>
                      <a:pt x="4462" y="590"/>
                      <a:pt x="4602" y="590"/>
                    </a:cubicBezTo>
                    <a:cubicBezTo>
                      <a:pt x="4602" y="571"/>
                      <a:pt x="4602" y="551"/>
                      <a:pt x="4602" y="531"/>
                    </a:cubicBezTo>
                    <a:cubicBezTo>
                      <a:pt x="4622" y="531"/>
                      <a:pt x="4641" y="531"/>
                      <a:pt x="4661" y="531"/>
                    </a:cubicBezTo>
                    <a:cubicBezTo>
                      <a:pt x="4661" y="492"/>
                      <a:pt x="4661" y="453"/>
                      <a:pt x="4661" y="413"/>
                    </a:cubicBezTo>
                    <a:cubicBezTo>
                      <a:pt x="4642" y="413"/>
                      <a:pt x="4622" y="413"/>
                      <a:pt x="4602" y="413"/>
                    </a:cubicBezTo>
                    <a:cubicBezTo>
                      <a:pt x="4602" y="394"/>
                      <a:pt x="4602" y="374"/>
                      <a:pt x="4602" y="354"/>
                    </a:cubicBezTo>
                    <a:cubicBezTo>
                      <a:pt x="4544" y="354"/>
                      <a:pt x="4485" y="354"/>
                      <a:pt x="4425" y="354"/>
                    </a:cubicBezTo>
                    <a:close/>
                    <a:moveTo>
                      <a:pt x="354" y="413"/>
                    </a:moveTo>
                    <a:cubicBezTo>
                      <a:pt x="354" y="471"/>
                      <a:pt x="354" y="530"/>
                      <a:pt x="354" y="590"/>
                    </a:cubicBezTo>
                    <a:cubicBezTo>
                      <a:pt x="471" y="590"/>
                      <a:pt x="588" y="590"/>
                      <a:pt x="708" y="590"/>
                    </a:cubicBezTo>
                    <a:cubicBezTo>
                      <a:pt x="708" y="532"/>
                      <a:pt x="708" y="473"/>
                      <a:pt x="708" y="413"/>
                    </a:cubicBezTo>
                    <a:cubicBezTo>
                      <a:pt x="591" y="413"/>
                      <a:pt x="474" y="413"/>
                      <a:pt x="354" y="413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80" name="ICON_C_WINDOWS_HEADER_path_009"/>
              <p:cNvSpPr/>
              <p:nvPr/>
            </p:nvSpPr>
            <p:spPr>
              <a:xfrm>
                <a:off x="5582608" y="7108129"/>
                <a:ext cx="60400" cy="101466"/>
              </a:xfrm>
              <a:custGeom>
                <a:avLst/>
                <a:gdLst/>
                <a:ahLst/>
                <a:cxnLst/>
                <a:rect l="0" t="0" r="r" b="b"/>
                <a:pathLst>
                  <a:path w="4756" h="7989" fill="norm" stroke="0">
                    <a:moveTo>
                      <a:pt x="178" y="2"/>
                    </a:moveTo>
                    <a:cubicBezTo>
                      <a:pt x="187" y="2"/>
                      <a:pt x="196" y="2"/>
                      <a:pt x="205" y="2"/>
                    </a:cubicBezTo>
                    <a:cubicBezTo>
                      <a:pt x="214" y="3"/>
                      <a:pt x="224" y="3"/>
                      <a:pt x="233" y="4"/>
                    </a:cubicBezTo>
                    <a:cubicBezTo>
                      <a:pt x="238" y="4"/>
                      <a:pt x="238" y="4"/>
                      <a:pt x="262" y="5"/>
                    </a:cubicBezTo>
                    <a:cubicBezTo>
                      <a:pt x="285" y="5"/>
                      <a:pt x="308" y="6"/>
                      <a:pt x="331" y="8"/>
                    </a:cubicBezTo>
                    <a:cubicBezTo>
                      <a:pt x="331" y="66"/>
                      <a:pt x="331" y="124"/>
                      <a:pt x="331" y="185"/>
                    </a:cubicBezTo>
                    <a:cubicBezTo>
                      <a:pt x="311" y="185"/>
                      <a:pt x="292" y="185"/>
                      <a:pt x="272" y="185"/>
                    </a:cubicBezTo>
                    <a:cubicBezTo>
                      <a:pt x="272" y="1509"/>
                      <a:pt x="272" y="2833"/>
                      <a:pt x="272" y="4197"/>
                    </a:cubicBezTo>
                    <a:cubicBezTo>
                      <a:pt x="291" y="4197"/>
                      <a:pt x="311" y="4197"/>
                      <a:pt x="331" y="4197"/>
                    </a:cubicBezTo>
                    <a:cubicBezTo>
                      <a:pt x="331" y="4216"/>
                      <a:pt x="331" y="4236"/>
                      <a:pt x="331" y="4256"/>
                    </a:cubicBezTo>
                    <a:cubicBezTo>
                      <a:pt x="389" y="4256"/>
                      <a:pt x="447" y="4256"/>
                      <a:pt x="508" y="4256"/>
                    </a:cubicBezTo>
                    <a:cubicBezTo>
                      <a:pt x="508" y="4236"/>
                      <a:pt x="508" y="4217"/>
                      <a:pt x="508" y="4197"/>
                    </a:cubicBezTo>
                    <a:cubicBezTo>
                      <a:pt x="527" y="4197"/>
                      <a:pt x="547" y="4197"/>
                      <a:pt x="567" y="4197"/>
                    </a:cubicBezTo>
                    <a:cubicBezTo>
                      <a:pt x="567" y="4177"/>
                      <a:pt x="567" y="4158"/>
                      <a:pt x="567" y="4138"/>
                    </a:cubicBezTo>
                    <a:cubicBezTo>
                      <a:pt x="586" y="4138"/>
                      <a:pt x="606" y="4138"/>
                      <a:pt x="626" y="4138"/>
                    </a:cubicBezTo>
                    <a:cubicBezTo>
                      <a:pt x="626" y="4118"/>
                      <a:pt x="626" y="4099"/>
                      <a:pt x="626" y="4079"/>
                    </a:cubicBezTo>
                    <a:cubicBezTo>
                      <a:pt x="723" y="4079"/>
                      <a:pt x="820" y="4079"/>
                      <a:pt x="921" y="4079"/>
                    </a:cubicBezTo>
                    <a:cubicBezTo>
                      <a:pt x="921" y="4059"/>
                      <a:pt x="921" y="4040"/>
                      <a:pt x="921" y="4020"/>
                    </a:cubicBezTo>
                    <a:cubicBezTo>
                      <a:pt x="940" y="4020"/>
                      <a:pt x="960" y="4020"/>
                      <a:pt x="980" y="4020"/>
                    </a:cubicBezTo>
                    <a:cubicBezTo>
                      <a:pt x="965" y="4100"/>
                      <a:pt x="949" y="4139"/>
                      <a:pt x="891" y="4197"/>
                    </a:cubicBezTo>
                    <a:cubicBezTo>
                      <a:pt x="878" y="4236"/>
                      <a:pt x="869" y="4275"/>
                      <a:pt x="862" y="4315"/>
                    </a:cubicBezTo>
                    <a:cubicBezTo>
                      <a:pt x="842" y="4315"/>
                      <a:pt x="823" y="4315"/>
                      <a:pt x="803" y="4315"/>
                    </a:cubicBezTo>
                    <a:cubicBezTo>
                      <a:pt x="803" y="4334"/>
                      <a:pt x="803" y="4354"/>
                      <a:pt x="803" y="4374"/>
                    </a:cubicBezTo>
                    <a:cubicBezTo>
                      <a:pt x="783" y="4374"/>
                      <a:pt x="764" y="4374"/>
                      <a:pt x="744" y="4374"/>
                    </a:cubicBezTo>
                    <a:cubicBezTo>
                      <a:pt x="744" y="4393"/>
                      <a:pt x="744" y="4413"/>
                      <a:pt x="744" y="4433"/>
                    </a:cubicBezTo>
                    <a:cubicBezTo>
                      <a:pt x="705" y="4433"/>
                      <a:pt x="666" y="4433"/>
                      <a:pt x="626" y="4433"/>
                    </a:cubicBezTo>
                    <a:cubicBezTo>
                      <a:pt x="626" y="4452"/>
                      <a:pt x="626" y="4472"/>
                      <a:pt x="626" y="4492"/>
                    </a:cubicBezTo>
                    <a:cubicBezTo>
                      <a:pt x="528" y="4492"/>
                      <a:pt x="431" y="4492"/>
                      <a:pt x="331" y="4492"/>
                    </a:cubicBezTo>
                    <a:cubicBezTo>
                      <a:pt x="331" y="4511"/>
                      <a:pt x="331" y="4531"/>
                      <a:pt x="331" y="4551"/>
                    </a:cubicBezTo>
                    <a:cubicBezTo>
                      <a:pt x="311" y="4551"/>
                      <a:pt x="292" y="4551"/>
                      <a:pt x="272" y="4551"/>
                    </a:cubicBezTo>
                    <a:cubicBezTo>
                      <a:pt x="273" y="4948"/>
                      <a:pt x="276" y="5345"/>
                      <a:pt x="278" y="5741"/>
                    </a:cubicBezTo>
                    <a:cubicBezTo>
                      <a:pt x="279" y="5788"/>
                      <a:pt x="279" y="5835"/>
                      <a:pt x="279" y="5882"/>
                    </a:cubicBezTo>
                    <a:cubicBezTo>
                      <a:pt x="279" y="5891"/>
                      <a:pt x="279" y="5901"/>
                      <a:pt x="280" y="5910"/>
                    </a:cubicBezTo>
                    <a:cubicBezTo>
                      <a:pt x="281" y="6061"/>
                      <a:pt x="281" y="6212"/>
                      <a:pt x="282" y="6363"/>
                    </a:cubicBezTo>
                    <a:cubicBezTo>
                      <a:pt x="283" y="6518"/>
                      <a:pt x="284" y="6673"/>
                      <a:pt x="285" y="6828"/>
                    </a:cubicBezTo>
                    <a:cubicBezTo>
                      <a:pt x="286" y="6924"/>
                      <a:pt x="286" y="7020"/>
                      <a:pt x="286" y="7115"/>
                    </a:cubicBezTo>
                    <a:cubicBezTo>
                      <a:pt x="286" y="7181"/>
                      <a:pt x="287" y="7246"/>
                      <a:pt x="288" y="7312"/>
                    </a:cubicBezTo>
                    <a:cubicBezTo>
                      <a:pt x="288" y="7350"/>
                      <a:pt x="288" y="7388"/>
                      <a:pt x="288" y="7426"/>
                    </a:cubicBezTo>
                    <a:cubicBezTo>
                      <a:pt x="288" y="7467"/>
                      <a:pt x="289" y="7508"/>
                      <a:pt x="289" y="7549"/>
                    </a:cubicBezTo>
                    <a:cubicBezTo>
                      <a:pt x="289" y="7561"/>
                      <a:pt x="289" y="7573"/>
                      <a:pt x="289" y="7585"/>
                    </a:cubicBezTo>
                    <a:cubicBezTo>
                      <a:pt x="290" y="7643"/>
                      <a:pt x="298" y="7684"/>
                      <a:pt x="335" y="7730"/>
                    </a:cubicBezTo>
                    <a:cubicBezTo>
                      <a:pt x="402" y="7787"/>
                      <a:pt x="483" y="7779"/>
                      <a:pt x="566" y="7778"/>
                    </a:cubicBezTo>
                    <a:cubicBezTo>
                      <a:pt x="584" y="7778"/>
                      <a:pt x="602" y="7779"/>
                      <a:pt x="620" y="7779"/>
                    </a:cubicBezTo>
                    <a:cubicBezTo>
                      <a:pt x="670" y="7779"/>
                      <a:pt x="719" y="7779"/>
                      <a:pt x="769" y="7779"/>
                    </a:cubicBezTo>
                    <a:cubicBezTo>
                      <a:pt x="823" y="7779"/>
                      <a:pt x="876" y="7780"/>
                      <a:pt x="930" y="7780"/>
                    </a:cubicBezTo>
                    <a:cubicBezTo>
                      <a:pt x="1022" y="7781"/>
                      <a:pt x="1115" y="7781"/>
                      <a:pt x="1208" y="7781"/>
                    </a:cubicBezTo>
                    <a:cubicBezTo>
                      <a:pt x="1342" y="7782"/>
                      <a:pt x="1476" y="7782"/>
                      <a:pt x="1610" y="7783"/>
                    </a:cubicBezTo>
                    <a:cubicBezTo>
                      <a:pt x="1827" y="7784"/>
                      <a:pt x="2044" y="7785"/>
                      <a:pt x="2262" y="7786"/>
                    </a:cubicBezTo>
                    <a:cubicBezTo>
                      <a:pt x="2473" y="7786"/>
                      <a:pt x="2684" y="7787"/>
                      <a:pt x="2895" y="7788"/>
                    </a:cubicBezTo>
                    <a:cubicBezTo>
                      <a:pt x="2908" y="7788"/>
                      <a:pt x="2921" y="7788"/>
                      <a:pt x="2935" y="7789"/>
                    </a:cubicBezTo>
                    <a:cubicBezTo>
                      <a:pt x="3000" y="7789"/>
                      <a:pt x="3065" y="7789"/>
                      <a:pt x="3131" y="7789"/>
                    </a:cubicBezTo>
                    <a:cubicBezTo>
                      <a:pt x="3672" y="7792"/>
                      <a:pt x="4214" y="7794"/>
                      <a:pt x="4756" y="7796"/>
                    </a:cubicBezTo>
                    <a:cubicBezTo>
                      <a:pt x="4756" y="7854"/>
                      <a:pt x="4756" y="7913"/>
                      <a:pt x="4756" y="7973"/>
                    </a:cubicBezTo>
                    <a:cubicBezTo>
                      <a:pt x="4172" y="7976"/>
                      <a:pt x="3587" y="7978"/>
                      <a:pt x="3003" y="7979"/>
                    </a:cubicBezTo>
                    <a:cubicBezTo>
                      <a:pt x="2934" y="7979"/>
                      <a:pt x="2865" y="7979"/>
                      <a:pt x="2796" y="7980"/>
                    </a:cubicBezTo>
                    <a:cubicBezTo>
                      <a:pt x="2782" y="7980"/>
                      <a:pt x="2769" y="7980"/>
                      <a:pt x="2754" y="7980"/>
                    </a:cubicBezTo>
                    <a:cubicBezTo>
                      <a:pt x="2532" y="7980"/>
                      <a:pt x="2310" y="7981"/>
                      <a:pt x="2087" y="7982"/>
                    </a:cubicBezTo>
                    <a:cubicBezTo>
                      <a:pt x="1859" y="7983"/>
                      <a:pt x="1631" y="7984"/>
                      <a:pt x="1403" y="7984"/>
                    </a:cubicBezTo>
                    <a:cubicBezTo>
                      <a:pt x="1262" y="7984"/>
                      <a:pt x="1121" y="7985"/>
                      <a:pt x="981" y="7986"/>
                    </a:cubicBezTo>
                    <a:cubicBezTo>
                      <a:pt x="884" y="7986"/>
                      <a:pt x="787" y="7987"/>
                      <a:pt x="691" y="7986"/>
                    </a:cubicBezTo>
                    <a:cubicBezTo>
                      <a:pt x="635" y="7986"/>
                      <a:pt x="579" y="7987"/>
                      <a:pt x="524" y="7987"/>
                    </a:cubicBezTo>
                    <a:cubicBezTo>
                      <a:pt x="473" y="7988"/>
                      <a:pt x="422" y="7988"/>
                      <a:pt x="371" y="7987"/>
                    </a:cubicBezTo>
                    <a:cubicBezTo>
                      <a:pt x="352" y="7987"/>
                      <a:pt x="334" y="7987"/>
                      <a:pt x="315" y="7988"/>
                    </a:cubicBezTo>
                    <a:cubicBezTo>
                      <a:pt x="230" y="7989"/>
                      <a:pt x="155" y="7986"/>
                      <a:pt x="84" y="7933"/>
                    </a:cubicBezTo>
                    <a:cubicBezTo>
                      <a:pt x="0" y="7833"/>
                      <a:pt x="19" y="7692"/>
                      <a:pt x="21" y="7569"/>
                    </a:cubicBezTo>
                    <a:cubicBezTo>
                      <a:pt x="21" y="7529"/>
                      <a:pt x="21" y="7489"/>
                      <a:pt x="20" y="7449"/>
                    </a:cubicBezTo>
                    <a:cubicBezTo>
                      <a:pt x="20" y="7379"/>
                      <a:pt x="20" y="7309"/>
                      <a:pt x="20" y="7239"/>
                    </a:cubicBezTo>
                    <a:cubicBezTo>
                      <a:pt x="21" y="7135"/>
                      <a:pt x="21" y="7031"/>
                      <a:pt x="20" y="6927"/>
                    </a:cubicBezTo>
                    <a:cubicBezTo>
                      <a:pt x="20" y="6741"/>
                      <a:pt x="20" y="6555"/>
                      <a:pt x="21" y="6370"/>
                    </a:cubicBezTo>
                    <a:cubicBezTo>
                      <a:pt x="21" y="6207"/>
                      <a:pt x="21" y="6045"/>
                      <a:pt x="21" y="5882"/>
                    </a:cubicBezTo>
                    <a:cubicBezTo>
                      <a:pt x="21" y="5871"/>
                      <a:pt x="21" y="5860"/>
                      <a:pt x="21" y="5849"/>
                    </a:cubicBezTo>
                    <a:cubicBezTo>
                      <a:pt x="21" y="5806"/>
                      <a:pt x="21" y="5762"/>
                      <a:pt x="21" y="5718"/>
                    </a:cubicBezTo>
                    <a:cubicBezTo>
                      <a:pt x="21" y="5308"/>
                      <a:pt x="21" y="4897"/>
                      <a:pt x="22" y="4487"/>
                    </a:cubicBezTo>
                    <a:cubicBezTo>
                      <a:pt x="23" y="4122"/>
                      <a:pt x="23" y="3757"/>
                      <a:pt x="22" y="3392"/>
                    </a:cubicBezTo>
                    <a:cubicBezTo>
                      <a:pt x="22" y="3299"/>
                      <a:pt x="22" y="3205"/>
                      <a:pt x="22" y="3112"/>
                    </a:cubicBezTo>
                    <a:cubicBezTo>
                      <a:pt x="22" y="3100"/>
                      <a:pt x="22" y="3089"/>
                      <a:pt x="22" y="3077"/>
                    </a:cubicBezTo>
                    <a:cubicBezTo>
                      <a:pt x="22" y="2772"/>
                      <a:pt x="22" y="2467"/>
                      <a:pt x="22" y="2163"/>
                    </a:cubicBezTo>
                    <a:cubicBezTo>
                      <a:pt x="23" y="2130"/>
                      <a:pt x="23" y="2097"/>
                      <a:pt x="23" y="2064"/>
                    </a:cubicBezTo>
                    <a:cubicBezTo>
                      <a:pt x="23" y="2043"/>
                      <a:pt x="23" y="2021"/>
                      <a:pt x="23" y="1999"/>
                    </a:cubicBezTo>
                    <a:cubicBezTo>
                      <a:pt x="23" y="1837"/>
                      <a:pt x="23" y="1674"/>
                      <a:pt x="23" y="1512"/>
                    </a:cubicBezTo>
                    <a:cubicBezTo>
                      <a:pt x="22" y="1327"/>
                      <a:pt x="23" y="1142"/>
                      <a:pt x="23" y="958"/>
                    </a:cubicBezTo>
                    <a:cubicBezTo>
                      <a:pt x="24" y="854"/>
                      <a:pt x="24" y="751"/>
                      <a:pt x="23" y="647"/>
                    </a:cubicBezTo>
                    <a:cubicBezTo>
                      <a:pt x="23" y="578"/>
                      <a:pt x="23" y="509"/>
                      <a:pt x="24" y="440"/>
                    </a:cubicBezTo>
                    <a:cubicBezTo>
                      <a:pt x="24" y="401"/>
                      <a:pt x="24" y="362"/>
                      <a:pt x="24" y="322"/>
                    </a:cubicBezTo>
                    <a:cubicBezTo>
                      <a:pt x="24" y="280"/>
                      <a:pt x="24" y="238"/>
                      <a:pt x="24" y="195"/>
                    </a:cubicBezTo>
                    <a:cubicBezTo>
                      <a:pt x="24" y="183"/>
                      <a:pt x="24" y="171"/>
                      <a:pt x="24" y="158"/>
                    </a:cubicBezTo>
                    <a:cubicBezTo>
                      <a:pt x="25" y="77"/>
                      <a:pt x="25" y="77"/>
                      <a:pt x="55" y="46"/>
                    </a:cubicBezTo>
                    <a:cubicBezTo>
                      <a:pt x="94" y="19"/>
                      <a:pt x="129" y="0"/>
                      <a:pt x="178" y="2"/>
                    </a:cubicBezTo>
                    <a:close/>
                  </a:path>
                </a:pathLst>
              </a:custGeom>
              <a:solidFill>
                <a:srgbClr val="251047"/>
              </a:solidFill>
              <a:ln w="375" cap="flat">
                <a:noFill/>
              </a:ln>
            </p:spPr>
          </p:sp>
          <p:sp>
            <p:nvSpPr>
              <p:cNvPr id="1881" name="ICON_C_WINDOWS_HEADER_path_010"/>
              <p:cNvSpPr/>
              <p:nvPr/>
            </p:nvSpPr>
            <p:spPr>
              <a:xfrm>
                <a:off x="5725435" y="7108975"/>
                <a:ext cx="67441" cy="101911"/>
              </a:xfrm>
              <a:custGeom>
                <a:avLst/>
                <a:gdLst/>
                <a:ahLst/>
                <a:cxnLst/>
                <a:rect l="0" t="0" r="r" b="b"/>
                <a:pathLst>
                  <a:path w="5310" h="8024" fill="norm" stroke="0">
                    <a:moveTo>
                      <a:pt x="4956" y="0"/>
                    </a:moveTo>
                    <a:cubicBezTo>
                      <a:pt x="4976" y="0"/>
                      <a:pt x="4995" y="0"/>
                      <a:pt x="5015" y="0"/>
                    </a:cubicBezTo>
                    <a:cubicBezTo>
                      <a:pt x="5015" y="58"/>
                      <a:pt x="5015" y="117"/>
                      <a:pt x="5015" y="177"/>
                    </a:cubicBezTo>
                    <a:cubicBezTo>
                      <a:pt x="5054" y="177"/>
                      <a:pt x="5093" y="177"/>
                      <a:pt x="5133" y="177"/>
                    </a:cubicBezTo>
                    <a:cubicBezTo>
                      <a:pt x="5133" y="119"/>
                      <a:pt x="5133" y="60"/>
                      <a:pt x="5133" y="0"/>
                    </a:cubicBezTo>
                    <a:cubicBezTo>
                      <a:pt x="5172" y="0"/>
                      <a:pt x="5211" y="0"/>
                      <a:pt x="5251" y="0"/>
                    </a:cubicBezTo>
                    <a:cubicBezTo>
                      <a:pt x="5251" y="19"/>
                      <a:pt x="5251" y="39"/>
                      <a:pt x="5251" y="59"/>
                    </a:cubicBezTo>
                    <a:cubicBezTo>
                      <a:pt x="5271" y="59"/>
                      <a:pt x="5290" y="59"/>
                      <a:pt x="5310" y="59"/>
                    </a:cubicBezTo>
                    <a:cubicBezTo>
                      <a:pt x="5310" y="156"/>
                      <a:pt x="5310" y="254"/>
                      <a:pt x="5310" y="354"/>
                    </a:cubicBezTo>
                    <a:cubicBezTo>
                      <a:pt x="5291" y="354"/>
                      <a:pt x="5271" y="354"/>
                      <a:pt x="5251" y="354"/>
                    </a:cubicBezTo>
                    <a:cubicBezTo>
                      <a:pt x="5251" y="607"/>
                      <a:pt x="5251" y="860"/>
                      <a:pt x="5251" y="1121"/>
                    </a:cubicBezTo>
                    <a:cubicBezTo>
                      <a:pt x="5271" y="1121"/>
                      <a:pt x="5290" y="1121"/>
                      <a:pt x="5310" y="1121"/>
                    </a:cubicBezTo>
                    <a:cubicBezTo>
                      <a:pt x="5310" y="1160"/>
                      <a:pt x="5310" y="1199"/>
                      <a:pt x="5310" y="1239"/>
                    </a:cubicBezTo>
                    <a:cubicBezTo>
                      <a:pt x="5291" y="1239"/>
                      <a:pt x="5271" y="1239"/>
                      <a:pt x="5251" y="1239"/>
                    </a:cubicBezTo>
                    <a:cubicBezTo>
                      <a:pt x="5251" y="1356"/>
                      <a:pt x="5251" y="1473"/>
                      <a:pt x="5251" y="1593"/>
                    </a:cubicBezTo>
                    <a:cubicBezTo>
                      <a:pt x="5271" y="1593"/>
                      <a:pt x="5290" y="1593"/>
                      <a:pt x="5310" y="1593"/>
                    </a:cubicBezTo>
                    <a:cubicBezTo>
                      <a:pt x="5310" y="1652"/>
                      <a:pt x="5310" y="1710"/>
                      <a:pt x="5310" y="1770"/>
                    </a:cubicBezTo>
                    <a:cubicBezTo>
                      <a:pt x="5291" y="1770"/>
                      <a:pt x="5271" y="1770"/>
                      <a:pt x="5251" y="1770"/>
                    </a:cubicBezTo>
                    <a:cubicBezTo>
                      <a:pt x="5251" y="2354"/>
                      <a:pt x="5251" y="2938"/>
                      <a:pt x="5251" y="3540"/>
                    </a:cubicBezTo>
                    <a:cubicBezTo>
                      <a:pt x="5271" y="3540"/>
                      <a:pt x="5290" y="3540"/>
                      <a:pt x="5310" y="3540"/>
                    </a:cubicBezTo>
                    <a:cubicBezTo>
                      <a:pt x="5310" y="3599"/>
                      <a:pt x="5310" y="3657"/>
                      <a:pt x="5310" y="3717"/>
                    </a:cubicBezTo>
                    <a:cubicBezTo>
                      <a:pt x="5291" y="3717"/>
                      <a:pt x="5271" y="3717"/>
                      <a:pt x="5251" y="3717"/>
                    </a:cubicBezTo>
                    <a:cubicBezTo>
                      <a:pt x="5251" y="4983"/>
                      <a:pt x="5251" y="6248"/>
                      <a:pt x="5251" y="7552"/>
                    </a:cubicBezTo>
                    <a:cubicBezTo>
                      <a:pt x="5271" y="7552"/>
                      <a:pt x="5290" y="7552"/>
                      <a:pt x="5310" y="7552"/>
                    </a:cubicBezTo>
                    <a:cubicBezTo>
                      <a:pt x="5310" y="7591"/>
                      <a:pt x="5310" y="7630"/>
                      <a:pt x="5310" y="7670"/>
                    </a:cubicBezTo>
                    <a:cubicBezTo>
                      <a:pt x="5291" y="7670"/>
                      <a:pt x="5271" y="7670"/>
                      <a:pt x="5251" y="7670"/>
                    </a:cubicBezTo>
                    <a:cubicBezTo>
                      <a:pt x="5251" y="7690"/>
                      <a:pt x="5251" y="7709"/>
                      <a:pt x="5251" y="7729"/>
                    </a:cubicBezTo>
                    <a:cubicBezTo>
                      <a:pt x="5212" y="7729"/>
                      <a:pt x="5173" y="7729"/>
                      <a:pt x="5133" y="7729"/>
                    </a:cubicBezTo>
                    <a:cubicBezTo>
                      <a:pt x="5133" y="7632"/>
                      <a:pt x="5133" y="7535"/>
                      <a:pt x="5133" y="7434"/>
                    </a:cubicBezTo>
                    <a:cubicBezTo>
                      <a:pt x="5094" y="7434"/>
                      <a:pt x="5055" y="7434"/>
                      <a:pt x="5015" y="7434"/>
                    </a:cubicBezTo>
                    <a:cubicBezTo>
                      <a:pt x="5015" y="7571"/>
                      <a:pt x="5015" y="7707"/>
                      <a:pt x="5015" y="7847"/>
                    </a:cubicBezTo>
                    <a:cubicBezTo>
                      <a:pt x="4996" y="7847"/>
                      <a:pt x="4976" y="7847"/>
                      <a:pt x="4956" y="7847"/>
                    </a:cubicBezTo>
                    <a:cubicBezTo>
                      <a:pt x="4956" y="7886"/>
                      <a:pt x="4956" y="7925"/>
                      <a:pt x="4956" y="7965"/>
                    </a:cubicBezTo>
                    <a:cubicBezTo>
                      <a:pt x="4937" y="7965"/>
                      <a:pt x="4917" y="7965"/>
                      <a:pt x="4897" y="7965"/>
                    </a:cubicBezTo>
                    <a:cubicBezTo>
                      <a:pt x="4897" y="7985"/>
                      <a:pt x="4897" y="8004"/>
                      <a:pt x="4897" y="8024"/>
                    </a:cubicBezTo>
                    <a:cubicBezTo>
                      <a:pt x="4819" y="8024"/>
                      <a:pt x="4742" y="8024"/>
                      <a:pt x="4661" y="8024"/>
                    </a:cubicBezTo>
                    <a:cubicBezTo>
                      <a:pt x="4661" y="8005"/>
                      <a:pt x="4661" y="7986"/>
                      <a:pt x="4661" y="7965"/>
                    </a:cubicBezTo>
                    <a:cubicBezTo>
                      <a:pt x="3123" y="7965"/>
                      <a:pt x="1585" y="7965"/>
                      <a:pt x="0" y="7965"/>
                    </a:cubicBezTo>
                    <a:cubicBezTo>
                      <a:pt x="0" y="7946"/>
                      <a:pt x="0" y="7927"/>
                      <a:pt x="0" y="7906"/>
                    </a:cubicBezTo>
                    <a:cubicBezTo>
                      <a:pt x="1616" y="7906"/>
                      <a:pt x="3232" y="7906"/>
                      <a:pt x="4897" y="7906"/>
                    </a:cubicBezTo>
                    <a:cubicBezTo>
                      <a:pt x="4918" y="7805"/>
                      <a:pt x="4931" y="7721"/>
                      <a:pt x="4931" y="7620"/>
                    </a:cubicBezTo>
                    <a:cubicBezTo>
                      <a:pt x="4931" y="7613"/>
                      <a:pt x="4931" y="7613"/>
                      <a:pt x="4931" y="7579"/>
                    </a:cubicBezTo>
                    <a:cubicBezTo>
                      <a:pt x="4931" y="7543"/>
                      <a:pt x="4931" y="7506"/>
                      <a:pt x="4931" y="7470"/>
                    </a:cubicBezTo>
                    <a:cubicBezTo>
                      <a:pt x="4931" y="7430"/>
                      <a:pt x="4932" y="7390"/>
                      <a:pt x="4932" y="7350"/>
                    </a:cubicBezTo>
                    <a:cubicBezTo>
                      <a:pt x="4932" y="7281"/>
                      <a:pt x="4932" y="7211"/>
                      <a:pt x="4933" y="7141"/>
                    </a:cubicBezTo>
                    <a:cubicBezTo>
                      <a:pt x="4933" y="7037"/>
                      <a:pt x="4933" y="6934"/>
                      <a:pt x="4934" y="6830"/>
                    </a:cubicBezTo>
                    <a:cubicBezTo>
                      <a:pt x="4934" y="6655"/>
                      <a:pt x="4935" y="6481"/>
                      <a:pt x="4935" y="6306"/>
                    </a:cubicBezTo>
                    <a:cubicBezTo>
                      <a:pt x="4936" y="6134"/>
                      <a:pt x="4936" y="5961"/>
                      <a:pt x="4937" y="5788"/>
                    </a:cubicBezTo>
                    <a:cubicBezTo>
                      <a:pt x="4937" y="5778"/>
                      <a:pt x="4937" y="5767"/>
                      <a:pt x="4937" y="5756"/>
                    </a:cubicBezTo>
                    <a:cubicBezTo>
                      <a:pt x="4937" y="5701"/>
                      <a:pt x="4938" y="5647"/>
                      <a:pt x="4938" y="5592"/>
                    </a:cubicBezTo>
                    <a:cubicBezTo>
                      <a:pt x="4939" y="5206"/>
                      <a:pt x="4940" y="4819"/>
                      <a:pt x="4942" y="4433"/>
                    </a:cubicBezTo>
                    <a:cubicBezTo>
                      <a:pt x="4943" y="4058"/>
                      <a:pt x="4944" y="3682"/>
                      <a:pt x="4945" y="3307"/>
                    </a:cubicBezTo>
                    <a:cubicBezTo>
                      <a:pt x="4945" y="3295"/>
                      <a:pt x="4945" y="3284"/>
                      <a:pt x="4945" y="3272"/>
                    </a:cubicBezTo>
                    <a:cubicBezTo>
                      <a:pt x="4946" y="3156"/>
                      <a:pt x="4946" y="3039"/>
                      <a:pt x="4947" y="2923"/>
                    </a:cubicBezTo>
                    <a:cubicBezTo>
                      <a:pt x="4947" y="2686"/>
                      <a:pt x="4948" y="2450"/>
                      <a:pt x="4949" y="2213"/>
                    </a:cubicBezTo>
                    <a:cubicBezTo>
                      <a:pt x="4949" y="2202"/>
                      <a:pt x="4949" y="2191"/>
                      <a:pt x="4949" y="2180"/>
                    </a:cubicBezTo>
                    <a:cubicBezTo>
                      <a:pt x="4952" y="1453"/>
                      <a:pt x="4954" y="727"/>
                      <a:pt x="4956" y="0"/>
                    </a:cubicBezTo>
                    <a:close/>
                    <a:moveTo>
                      <a:pt x="5015" y="826"/>
                    </a:moveTo>
                    <a:cubicBezTo>
                      <a:pt x="5015" y="1274"/>
                      <a:pt x="5015" y="1722"/>
                      <a:pt x="5015" y="2183"/>
                    </a:cubicBezTo>
                    <a:cubicBezTo>
                      <a:pt x="5054" y="2183"/>
                      <a:pt x="5093" y="2183"/>
                      <a:pt x="5133" y="2183"/>
                    </a:cubicBezTo>
                    <a:cubicBezTo>
                      <a:pt x="5133" y="1735"/>
                      <a:pt x="5133" y="1287"/>
                      <a:pt x="5133" y="826"/>
                    </a:cubicBezTo>
                    <a:cubicBezTo>
                      <a:pt x="5094" y="826"/>
                      <a:pt x="5055" y="826"/>
                      <a:pt x="5015" y="826"/>
                    </a:cubicBezTo>
                    <a:close/>
                    <a:moveTo>
                      <a:pt x="5015" y="2478"/>
                    </a:moveTo>
                    <a:cubicBezTo>
                      <a:pt x="5015" y="2770"/>
                      <a:pt x="5015" y="3062"/>
                      <a:pt x="5015" y="3363"/>
                    </a:cubicBezTo>
                    <a:cubicBezTo>
                      <a:pt x="5054" y="3363"/>
                      <a:pt x="5093" y="3363"/>
                      <a:pt x="5133" y="3363"/>
                    </a:cubicBezTo>
                    <a:cubicBezTo>
                      <a:pt x="5133" y="3071"/>
                      <a:pt x="5133" y="2779"/>
                      <a:pt x="5133" y="2478"/>
                    </a:cubicBezTo>
                    <a:cubicBezTo>
                      <a:pt x="5094" y="2478"/>
                      <a:pt x="5055" y="2478"/>
                      <a:pt x="5015" y="2478"/>
                    </a:cubicBezTo>
                    <a:close/>
                    <a:moveTo>
                      <a:pt x="5015" y="4484"/>
                    </a:moveTo>
                    <a:cubicBezTo>
                      <a:pt x="5015" y="5088"/>
                      <a:pt x="5015" y="5691"/>
                      <a:pt x="5015" y="6313"/>
                    </a:cubicBezTo>
                    <a:cubicBezTo>
                      <a:pt x="5054" y="6313"/>
                      <a:pt x="5093" y="6313"/>
                      <a:pt x="5133" y="6313"/>
                    </a:cubicBezTo>
                    <a:cubicBezTo>
                      <a:pt x="5133" y="5710"/>
                      <a:pt x="5133" y="5106"/>
                      <a:pt x="5133" y="4484"/>
                    </a:cubicBezTo>
                    <a:cubicBezTo>
                      <a:pt x="5094" y="4484"/>
                      <a:pt x="5055" y="4484"/>
                      <a:pt x="5015" y="4484"/>
                    </a:cubicBezTo>
                    <a:close/>
                    <a:moveTo>
                      <a:pt x="5015" y="6431"/>
                    </a:moveTo>
                    <a:cubicBezTo>
                      <a:pt x="5015" y="6626"/>
                      <a:pt x="5015" y="6821"/>
                      <a:pt x="5015" y="7021"/>
                    </a:cubicBezTo>
                    <a:cubicBezTo>
                      <a:pt x="5054" y="7021"/>
                      <a:pt x="5093" y="7021"/>
                      <a:pt x="5133" y="7021"/>
                    </a:cubicBezTo>
                    <a:cubicBezTo>
                      <a:pt x="5133" y="6827"/>
                      <a:pt x="5133" y="6632"/>
                      <a:pt x="5133" y="6431"/>
                    </a:cubicBezTo>
                    <a:cubicBezTo>
                      <a:pt x="5094" y="6431"/>
                      <a:pt x="5055" y="6431"/>
                      <a:pt x="5015" y="6431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82" name="ICON_C_WINDOWS_HEADER_path_011"/>
              <p:cNvSpPr/>
              <p:nvPr/>
            </p:nvSpPr>
            <p:spPr>
              <a:xfrm>
                <a:off x="5598047" y="7143819"/>
                <a:ext cx="26227" cy="32596"/>
              </a:xfrm>
              <a:custGeom>
                <a:avLst/>
                <a:gdLst/>
                <a:ahLst/>
                <a:cxnLst/>
                <a:rect l="0" t="0" r="r" b="b"/>
                <a:pathLst>
                  <a:path w="2065" h="2567" fill="norm" stroke="0">
                    <a:moveTo>
                      <a:pt x="1682" y="0"/>
                    </a:moveTo>
                    <a:cubicBezTo>
                      <a:pt x="1701" y="10"/>
                      <a:pt x="1721" y="19"/>
                      <a:pt x="1741" y="30"/>
                    </a:cubicBezTo>
                    <a:cubicBezTo>
                      <a:pt x="1749" y="70"/>
                      <a:pt x="1743" y="106"/>
                      <a:pt x="1741" y="148"/>
                    </a:cubicBezTo>
                    <a:cubicBezTo>
                      <a:pt x="1789" y="148"/>
                      <a:pt x="1838" y="148"/>
                      <a:pt x="1888" y="148"/>
                    </a:cubicBezTo>
                    <a:cubicBezTo>
                      <a:pt x="1888" y="128"/>
                      <a:pt x="1888" y="109"/>
                      <a:pt x="1888" y="89"/>
                    </a:cubicBezTo>
                    <a:cubicBezTo>
                      <a:pt x="1927" y="89"/>
                      <a:pt x="1966" y="89"/>
                      <a:pt x="2006" y="89"/>
                    </a:cubicBezTo>
                    <a:cubicBezTo>
                      <a:pt x="2006" y="127"/>
                      <a:pt x="2006" y="166"/>
                      <a:pt x="2006" y="207"/>
                    </a:cubicBezTo>
                    <a:cubicBezTo>
                      <a:pt x="2026" y="207"/>
                      <a:pt x="2045" y="207"/>
                      <a:pt x="2065" y="207"/>
                    </a:cubicBezTo>
                    <a:cubicBezTo>
                      <a:pt x="2065" y="226"/>
                      <a:pt x="2065" y="245"/>
                      <a:pt x="2065" y="266"/>
                    </a:cubicBezTo>
                    <a:cubicBezTo>
                      <a:pt x="2046" y="266"/>
                      <a:pt x="2026" y="266"/>
                      <a:pt x="2006" y="266"/>
                    </a:cubicBezTo>
                    <a:cubicBezTo>
                      <a:pt x="2006" y="285"/>
                      <a:pt x="2006" y="304"/>
                      <a:pt x="2006" y="325"/>
                    </a:cubicBezTo>
                    <a:cubicBezTo>
                      <a:pt x="1967" y="325"/>
                      <a:pt x="1928" y="325"/>
                      <a:pt x="1888" y="325"/>
                    </a:cubicBezTo>
                    <a:cubicBezTo>
                      <a:pt x="1888" y="344"/>
                      <a:pt x="1888" y="363"/>
                      <a:pt x="1888" y="384"/>
                    </a:cubicBezTo>
                    <a:cubicBezTo>
                      <a:pt x="1869" y="384"/>
                      <a:pt x="1849" y="384"/>
                      <a:pt x="1829" y="384"/>
                    </a:cubicBezTo>
                    <a:cubicBezTo>
                      <a:pt x="1829" y="481"/>
                      <a:pt x="1829" y="578"/>
                      <a:pt x="1829" y="679"/>
                    </a:cubicBezTo>
                    <a:cubicBezTo>
                      <a:pt x="1849" y="679"/>
                      <a:pt x="1868" y="679"/>
                      <a:pt x="1888" y="679"/>
                    </a:cubicBezTo>
                    <a:cubicBezTo>
                      <a:pt x="1888" y="747"/>
                      <a:pt x="1888" y="815"/>
                      <a:pt x="1888" y="885"/>
                    </a:cubicBezTo>
                    <a:cubicBezTo>
                      <a:pt x="1810" y="875"/>
                      <a:pt x="1732" y="866"/>
                      <a:pt x="1652" y="856"/>
                    </a:cubicBezTo>
                    <a:cubicBezTo>
                      <a:pt x="1652" y="894"/>
                      <a:pt x="1652" y="933"/>
                      <a:pt x="1652" y="974"/>
                    </a:cubicBezTo>
                    <a:cubicBezTo>
                      <a:pt x="1633" y="974"/>
                      <a:pt x="1613" y="974"/>
                      <a:pt x="1593" y="974"/>
                    </a:cubicBezTo>
                    <a:cubicBezTo>
                      <a:pt x="1593" y="1032"/>
                      <a:pt x="1593" y="1090"/>
                      <a:pt x="1593" y="1151"/>
                    </a:cubicBezTo>
                    <a:cubicBezTo>
                      <a:pt x="1613" y="1151"/>
                      <a:pt x="1632" y="1151"/>
                      <a:pt x="1652" y="1151"/>
                    </a:cubicBezTo>
                    <a:cubicBezTo>
                      <a:pt x="1652" y="1267"/>
                      <a:pt x="1652" y="1384"/>
                      <a:pt x="1652" y="1505"/>
                    </a:cubicBezTo>
                    <a:cubicBezTo>
                      <a:pt x="1672" y="1505"/>
                      <a:pt x="1691" y="1505"/>
                      <a:pt x="1711" y="1505"/>
                    </a:cubicBezTo>
                    <a:cubicBezTo>
                      <a:pt x="1712" y="1518"/>
                      <a:pt x="1713" y="1531"/>
                      <a:pt x="1713" y="1545"/>
                    </a:cubicBezTo>
                    <a:cubicBezTo>
                      <a:pt x="1716" y="1594"/>
                      <a:pt x="1719" y="1643"/>
                      <a:pt x="1722" y="1692"/>
                    </a:cubicBezTo>
                    <a:cubicBezTo>
                      <a:pt x="1723" y="1713"/>
                      <a:pt x="1725" y="1735"/>
                      <a:pt x="1726" y="1756"/>
                    </a:cubicBezTo>
                    <a:cubicBezTo>
                      <a:pt x="1727" y="1786"/>
                      <a:pt x="1729" y="1817"/>
                      <a:pt x="1731" y="1847"/>
                    </a:cubicBezTo>
                    <a:cubicBezTo>
                      <a:pt x="1732" y="1857"/>
                      <a:pt x="1732" y="1866"/>
                      <a:pt x="1733" y="1876"/>
                    </a:cubicBezTo>
                    <a:cubicBezTo>
                      <a:pt x="1733" y="1881"/>
                      <a:pt x="1733" y="1881"/>
                      <a:pt x="1735" y="1903"/>
                    </a:cubicBezTo>
                    <a:cubicBezTo>
                      <a:pt x="1735" y="1911"/>
                      <a:pt x="1735" y="1919"/>
                      <a:pt x="1736" y="1927"/>
                    </a:cubicBezTo>
                    <a:cubicBezTo>
                      <a:pt x="1741" y="1947"/>
                      <a:pt x="1741" y="1947"/>
                      <a:pt x="1770" y="1977"/>
                    </a:cubicBezTo>
                    <a:cubicBezTo>
                      <a:pt x="1776" y="2004"/>
                      <a:pt x="1776" y="2004"/>
                      <a:pt x="1778" y="2037"/>
                    </a:cubicBezTo>
                    <a:cubicBezTo>
                      <a:pt x="1780" y="2048"/>
                      <a:pt x="1781" y="2060"/>
                      <a:pt x="1782" y="2072"/>
                    </a:cubicBezTo>
                    <a:cubicBezTo>
                      <a:pt x="1784" y="2097"/>
                      <a:pt x="1786" y="2122"/>
                      <a:pt x="1788" y="2147"/>
                    </a:cubicBezTo>
                    <a:cubicBezTo>
                      <a:pt x="1789" y="2158"/>
                      <a:pt x="1790" y="2170"/>
                      <a:pt x="1791" y="2182"/>
                    </a:cubicBezTo>
                    <a:cubicBezTo>
                      <a:pt x="1792" y="2193"/>
                      <a:pt x="1793" y="2204"/>
                      <a:pt x="1794" y="2215"/>
                    </a:cubicBezTo>
                    <a:cubicBezTo>
                      <a:pt x="1800" y="2242"/>
                      <a:pt x="1800" y="2242"/>
                      <a:pt x="1829" y="2272"/>
                    </a:cubicBezTo>
                    <a:cubicBezTo>
                      <a:pt x="1832" y="2302"/>
                      <a:pt x="1832" y="2302"/>
                      <a:pt x="1832" y="2339"/>
                    </a:cubicBezTo>
                    <a:cubicBezTo>
                      <a:pt x="1832" y="2352"/>
                      <a:pt x="1832" y="2365"/>
                      <a:pt x="1832" y="2379"/>
                    </a:cubicBezTo>
                    <a:cubicBezTo>
                      <a:pt x="1832" y="2386"/>
                      <a:pt x="1832" y="2386"/>
                      <a:pt x="1831" y="2421"/>
                    </a:cubicBezTo>
                    <a:cubicBezTo>
                      <a:pt x="1831" y="2435"/>
                      <a:pt x="1831" y="2449"/>
                      <a:pt x="1831" y="2463"/>
                    </a:cubicBezTo>
                    <a:cubicBezTo>
                      <a:pt x="1830" y="2498"/>
                      <a:pt x="1830" y="2532"/>
                      <a:pt x="1829" y="2567"/>
                    </a:cubicBezTo>
                    <a:cubicBezTo>
                      <a:pt x="1819" y="2567"/>
                      <a:pt x="1810" y="2567"/>
                      <a:pt x="1800" y="2567"/>
                    </a:cubicBezTo>
                    <a:cubicBezTo>
                      <a:pt x="1799" y="2560"/>
                      <a:pt x="1798" y="2552"/>
                      <a:pt x="1798" y="2545"/>
                    </a:cubicBezTo>
                    <a:cubicBezTo>
                      <a:pt x="1786" y="2412"/>
                      <a:pt x="1772" y="2289"/>
                      <a:pt x="1725" y="2163"/>
                    </a:cubicBezTo>
                    <a:cubicBezTo>
                      <a:pt x="1699" y="2090"/>
                      <a:pt x="1687" y="2013"/>
                      <a:pt x="1675" y="1936"/>
                    </a:cubicBezTo>
                    <a:cubicBezTo>
                      <a:pt x="1673" y="1922"/>
                      <a:pt x="1671" y="1909"/>
                      <a:pt x="1669" y="1895"/>
                    </a:cubicBezTo>
                    <a:cubicBezTo>
                      <a:pt x="1668" y="1889"/>
                      <a:pt x="1668" y="1889"/>
                      <a:pt x="1663" y="1859"/>
                    </a:cubicBezTo>
                    <a:cubicBezTo>
                      <a:pt x="1652" y="1829"/>
                      <a:pt x="1652" y="1829"/>
                      <a:pt x="1622" y="1814"/>
                    </a:cubicBezTo>
                    <a:cubicBezTo>
                      <a:pt x="1612" y="1809"/>
                      <a:pt x="1603" y="1805"/>
                      <a:pt x="1593" y="1800"/>
                    </a:cubicBezTo>
                    <a:cubicBezTo>
                      <a:pt x="1587" y="1771"/>
                      <a:pt x="1587" y="1771"/>
                      <a:pt x="1589" y="1739"/>
                    </a:cubicBezTo>
                    <a:cubicBezTo>
                      <a:pt x="1590" y="1728"/>
                      <a:pt x="1590" y="1717"/>
                      <a:pt x="1591" y="1706"/>
                    </a:cubicBezTo>
                    <a:cubicBezTo>
                      <a:pt x="1592" y="1698"/>
                      <a:pt x="1592" y="1690"/>
                      <a:pt x="1593" y="1682"/>
                    </a:cubicBezTo>
                    <a:cubicBezTo>
                      <a:pt x="1574" y="1682"/>
                      <a:pt x="1554" y="1682"/>
                      <a:pt x="1534" y="1682"/>
                    </a:cubicBezTo>
                    <a:cubicBezTo>
                      <a:pt x="1534" y="1662"/>
                      <a:pt x="1534" y="1643"/>
                      <a:pt x="1534" y="1623"/>
                    </a:cubicBezTo>
                    <a:cubicBezTo>
                      <a:pt x="1515" y="1623"/>
                      <a:pt x="1495" y="1623"/>
                      <a:pt x="1475" y="1623"/>
                    </a:cubicBezTo>
                    <a:cubicBezTo>
                      <a:pt x="1475" y="1564"/>
                      <a:pt x="1475" y="1506"/>
                      <a:pt x="1475" y="1446"/>
                    </a:cubicBezTo>
                    <a:cubicBezTo>
                      <a:pt x="1436" y="1446"/>
                      <a:pt x="1397" y="1446"/>
                      <a:pt x="1357" y="1446"/>
                    </a:cubicBezTo>
                    <a:cubicBezTo>
                      <a:pt x="1357" y="1485"/>
                      <a:pt x="1357" y="1523"/>
                      <a:pt x="1357" y="1564"/>
                    </a:cubicBezTo>
                    <a:cubicBezTo>
                      <a:pt x="1338" y="1564"/>
                      <a:pt x="1318" y="1564"/>
                      <a:pt x="1298" y="1564"/>
                    </a:cubicBezTo>
                    <a:cubicBezTo>
                      <a:pt x="1298" y="1603"/>
                      <a:pt x="1298" y="1641"/>
                      <a:pt x="1298" y="1682"/>
                    </a:cubicBezTo>
                    <a:cubicBezTo>
                      <a:pt x="1259" y="1682"/>
                      <a:pt x="1220" y="1682"/>
                      <a:pt x="1180" y="1682"/>
                    </a:cubicBezTo>
                    <a:cubicBezTo>
                      <a:pt x="1180" y="1604"/>
                      <a:pt x="1180" y="1526"/>
                      <a:pt x="1180" y="1446"/>
                    </a:cubicBezTo>
                    <a:cubicBezTo>
                      <a:pt x="1200" y="1446"/>
                      <a:pt x="1219" y="1446"/>
                      <a:pt x="1239" y="1446"/>
                    </a:cubicBezTo>
                    <a:cubicBezTo>
                      <a:pt x="1239" y="1426"/>
                      <a:pt x="1239" y="1407"/>
                      <a:pt x="1239" y="1387"/>
                    </a:cubicBezTo>
                    <a:cubicBezTo>
                      <a:pt x="1259" y="1387"/>
                      <a:pt x="1278" y="1387"/>
                      <a:pt x="1298" y="1387"/>
                    </a:cubicBezTo>
                    <a:cubicBezTo>
                      <a:pt x="1298" y="1309"/>
                      <a:pt x="1298" y="1231"/>
                      <a:pt x="1298" y="1151"/>
                    </a:cubicBezTo>
                    <a:cubicBezTo>
                      <a:pt x="1259" y="1151"/>
                      <a:pt x="1220" y="1151"/>
                      <a:pt x="1180" y="1151"/>
                    </a:cubicBezTo>
                    <a:cubicBezTo>
                      <a:pt x="1180" y="1170"/>
                      <a:pt x="1180" y="1190"/>
                      <a:pt x="1180" y="1210"/>
                    </a:cubicBezTo>
                    <a:cubicBezTo>
                      <a:pt x="1161" y="1210"/>
                      <a:pt x="1141" y="1210"/>
                      <a:pt x="1121" y="1210"/>
                    </a:cubicBezTo>
                    <a:cubicBezTo>
                      <a:pt x="1121" y="1287"/>
                      <a:pt x="1121" y="1365"/>
                      <a:pt x="1121" y="1446"/>
                    </a:cubicBezTo>
                    <a:cubicBezTo>
                      <a:pt x="1102" y="1446"/>
                      <a:pt x="1082" y="1446"/>
                      <a:pt x="1062" y="1446"/>
                    </a:cubicBezTo>
                    <a:cubicBezTo>
                      <a:pt x="1062" y="1562"/>
                      <a:pt x="1062" y="1679"/>
                      <a:pt x="1062" y="1800"/>
                    </a:cubicBezTo>
                    <a:cubicBezTo>
                      <a:pt x="1082" y="1800"/>
                      <a:pt x="1101" y="1800"/>
                      <a:pt x="1121" y="1800"/>
                    </a:cubicBezTo>
                    <a:cubicBezTo>
                      <a:pt x="1121" y="1839"/>
                      <a:pt x="1121" y="1877"/>
                      <a:pt x="1121" y="1918"/>
                    </a:cubicBezTo>
                    <a:cubicBezTo>
                      <a:pt x="1141" y="1918"/>
                      <a:pt x="1160" y="1918"/>
                      <a:pt x="1180" y="1918"/>
                    </a:cubicBezTo>
                    <a:cubicBezTo>
                      <a:pt x="1180" y="1937"/>
                      <a:pt x="1180" y="1957"/>
                      <a:pt x="1180" y="1977"/>
                    </a:cubicBezTo>
                    <a:cubicBezTo>
                      <a:pt x="1200" y="1977"/>
                      <a:pt x="1219" y="1977"/>
                      <a:pt x="1239" y="1977"/>
                    </a:cubicBezTo>
                    <a:cubicBezTo>
                      <a:pt x="1239" y="1957"/>
                      <a:pt x="1239" y="1938"/>
                      <a:pt x="1239" y="1918"/>
                    </a:cubicBezTo>
                    <a:cubicBezTo>
                      <a:pt x="1278" y="1918"/>
                      <a:pt x="1317" y="1918"/>
                      <a:pt x="1357" y="1918"/>
                    </a:cubicBezTo>
                    <a:cubicBezTo>
                      <a:pt x="1357" y="1898"/>
                      <a:pt x="1357" y="1879"/>
                      <a:pt x="1357" y="1859"/>
                    </a:cubicBezTo>
                    <a:cubicBezTo>
                      <a:pt x="1415" y="1859"/>
                      <a:pt x="1474" y="1859"/>
                      <a:pt x="1534" y="1859"/>
                    </a:cubicBezTo>
                    <a:cubicBezTo>
                      <a:pt x="1534" y="1878"/>
                      <a:pt x="1534" y="1898"/>
                      <a:pt x="1534" y="1918"/>
                    </a:cubicBezTo>
                    <a:cubicBezTo>
                      <a:pt x="1554" y="1918"/>
                      <a:pt x="1573" y="1918"/>
                      <a:pt x="1593" y="1918"/>
                    </a:cubicBezTo>
                    <a:cubicBezTo>
                      <a:pt x="1593" y="1976"/>
                      <a:pt x="1593" y="2034"/>
                      <a:pt x="1593" y="2095"/>
                    </a:cubicBezTo>
                    <a:cubicBezTo>
                      <a:pt x="1554" y="2095"/>
                      <a:pt x="1515" y="2095"/>
                      <a:pt x="1475" y="2095"/>
                    </a:cubicBezTo>
                    <a:cubicBezTo>
                      <a:pt x="1475" y="2075"/>
                      <a:pt x="1475" y="2056"/>
                      <a:pt x="1475" y="2036"/>
                    </a:cubicBezTo>
                    <a:cubicBezTo>
                      <a:pt x="1417" y="2036"/>
                      <a:pt x="1358" y="2036"/>
                      <a:pt x="1298" y="2036"/>
                    </a:cubicBezTo>
                    <a:cubicBezTo>
                      <a:pt x="1298" y="2055"/>
                      <a:pt x="1298" y="2075"/>
                      <a:pt x="1298" y="2095"/>
                    </a:cubicBezTo>
                    <a:cubicBezTo>
                      <a:pt x="1279" y="2095"/>
                      <a:pt x="1259" y="2095"/>
                      <a:pt x="1239" y="2095"/>
                    </a:cubicBezTo>
                    <a:cubicBezTo>
                      <a:pt x="1239" y="2114"/>
                      <a:pt x="1239" y="2134"/>
                      <a:pt x="1239" y="2154"/>
                    </a:cubicBezTo>
                    <a:cubicBezTo>
                      <a:pt x="1181" y="2154"/>
                      <a:pt x="1122" y="2154"/>
                      <a:pt x="1062" y="2154"/>
                    </a:cubicBezTo>
                    <a:cubicBezTo>
                      <a:pt x="1062" y="2173"/>
                      <a:pt x="1062" y="2193"/>
                      <a:pt x="1062" y="2213"/>
                    </a:cubicBezTo>
                    <a:cubicBezTo>
                      <a:pt x="1023" y="2213"/>
                      <a:pt x="984" y="2213"/>
                      <a:pt x="944" y="2213"/>
                    </a:cubicBezTo>
                    <a:cubicBezTo>
                      <a:pt x="944" y="2232"/>
                      <a:pt x="944" y="2252"/>
                      <a:pt x="944" y="2272"/>
                    </a:cubicBezTo>
                    <a:cubicBezTo>
                      <a:pt x="905" y="2272"/>
                      <a:pt x="866" y="2272"/>
                      <a:pt x="826" y="2272"/>
                    </a:cubicBezTo>
                    <a:cubicBezTo>
                      <a:pt x="826" y="2291"/>
                      <a:pt x="826" y="2311"/>
                      <a:pt x="826" y="2331"/>
                    </a:cubicBezTo>
                    <a:cubicBezTo>
                      <a:pt x="807" y="2331"/>
                      <a:pt x="787" y="2331"/>
                      <a:pt x="767" y="2331"/>
                    </a:cubicBezTo>
                    <a:cubicBezTo>
                      <a:pt x="767" y="2370"/>
                      <a:pt x="767" y="2409"/>
                      <a:pt x="767" y="2449"/>
                    </a:cubicBezTo>
                    <a:cubicBezTo>
                      <a:pt x="670" y="2449"/>
                      <a:pt x="572" y="2449"/>
                      <a:pt x="472" y="2449"/>
                    </a:cubicBezTo>
                    <a:cubicBezTo>
                      <a:pt x="472" y="2429"/>
                      <a:pt x="472" y="2410"/>
                      <a:pt x="472" y="2390"/>
                    </a:cubicBezTo>
                    <a:cubicBezTo>
                      <a:pt x="453" y="2390"/>
                      <a:pt x="433" y="2390"/>
                      <a:pt x="413" y="2390"/>
                    </a:cubicBezTo>
                    <a:cubicBezTo>
                      <a:pt x="413" y="2370"/>
                      <a:pt x="413" y="2351"/>
                      <a:pt x="413" y="2331"/>
                    </a:cubicBezTo>
                    <a:cubicBezTo>
                      <a:pt x="374" y="2331"/>
                      <a:pt x="335" y="2331"/>
                      <a:pt x="295" y="2331"/>
                    </a:cubicBezTo>
                    <a:cubicBezTo>
                      <a:pt x="295" y="2311"/>
                      <a:pt x="295" y="2292"/>
                      <a:pt x="295" y="2272"/>
                    </a:cubicBezTo>
                    <a:cubicBezTo>
                      <a:pt x="256" y="2272"/>
                      <a:pt x="217" y="2272"/>
                      <a:pt x="177" y="2272"/>
                    </a:cubicBezTo>
                    <a:cubicBezTo>
                      <a:pt x="177" y="2252"/>
                      <a:pt x="177" y="2233"/>
                      <a:pt x="177" y="2213"/>
                    </a:cubicBezTo>
                    <a:cubicBezTo>
                      <a:pt x="158" y="2213"/>
                      <a:pt x="138" y="2213"/>
                      <a:pt x="118" y="2213"/>
                    </a:cubicBezTo>
                    <a:cubicBezTo>
                      <a:pt x="118" y="2037"/>
                      <a:pt x="118" y="1862"/>
                      <a:pt x="118" y="1682"/>
                    </a:cubicBezTo>
                    <a:cubicBezTo>
                      <a:pt x="99" y="1682"/>
                      <a:pt x="79" y="1682"/>
                      <a:pt x="59" y="1682"/>
                    </a:cubicBezTo>
                    <a:cubicBezTo>
                      <a:pt x="59" y="1584"/>
                      <a:pt x="59" y="1487"/>
                      <a:pt x="59" y="1387"/>
                    </a:cubicBezTo>
                    <a:cubicBezTo>
                      <a:pt x="40" y="1387"/>
                      <a:pt x="20" y="1387"/>
                      <a:pt x="0" y="1387"/>
                    </a:cubicBezTo>
                    <a:cubicBezTo>
                      <a:pt x="0" y="1328"/>
                      <a:pt x="0" y="1270"/>
                      <a:pt x="0" y="1210"/>
                    </a:cubicBezTo>
                    <a:cubicBezTo>
                      <a:pt x="39" y="1210"/>
                      <a:pt x="78" y="1210"/>
                      <a:pt x="118" y="1210"/>
                    </a:cubicBezTo>
                    <a:cubicBezTo>
                      <a:pt x="118" y="1249"/>
                      <a:pt x="118" y="1287"/>
                      <a:pt x="118" y="1328"/>
                    </a:cubicBezTo>
                    <a:cubicBezTo>
                      <a:pt x="137" y="1328"/>
                      <a:pt x="157" y="1328"/>
                      <a:pt x="177" y="1328"/>
                    </a:cubicBezTo>
                    <a:cubicBezTo>
                      <a:pt x="177" y="1347"/>
                      <a:pt x="177" y="1367"/>
                      <a:pt x="177" y="1387"/>
                    </a:cubicBezTo>
                    <a:cubicBezTo>
                      <a:pt x="235" y="1387"/>
                      <a:pt x="294" y="1387"/>
                      <a:pt x="354" y="1387"/>
                    </a:cubicBezTo>
                    <a:cubicBezTo>
                      <a:pt x="354" y="1328"/>
                      <a:pt x="354" y="1270"/>
                      <a:pt x="354" y="1210"/>
                    </a:cubicBezTo>
                    <a:cubicBezTo>
                      <a:pt x="335" y="1210"/>
                      <a:pt x="315" y="1210"/>
                      <a:pt x="295" y="1210"/>
                    </a:cubicBezTo>
                    <a:cubicBezTo>
                      <a:pt x="295" y="1151"/>
                      <a:pt x="295" y="1093"/>
                      <a:pt x="295" y="1033"/>
                    </a:cubicBezTo>
                    <a:cubicBezTo>
                      <a:pt x="276" y="1033"/>
                      <a:pt x="256" y="1033"/>
                      <a:pt x="236" y="1033"/>
                    </a:cubicBezTo>
                    <a:cubicBezTo>
                      <a:pt x="234" y="1018"/>
                      <a:pt x="232" y="1004"/>
                      <a:pt x="231" y="989"/>
                    </a:cubicBezTo>
                    <a:cubicBezTo>
                      <a:pt x="228" y="971"/>
                      <a:pt x="226" y="952"/>
                      <a:pt x="223" y="933"/>
                    </a:cubicBezTo>
                    <a:cubicBezTo>
                      <a:pt x="223" y="928"/>
                      <a:pt x="223" y="928"/>
                      <a:pt x="220" y="905"/>
                    </a:cubicBezTo>
                    <a:cubicBezTo>
                      <a:pt x="213" y="853"/>
                      <a:pt x="204" y="812"/>
                      <a:pt x="177" y="767"/>
                    </a:cubicBezTo>
                    <a:cubicBezTo>
                      <a:pt x="206" y="777"/>
                      <a:pt x="235" y="787"/>
                      <a:pt x="266" y="797"/>
                    </a:cubicBezTo>
                    <a:cubicBezTo>
                      <a:pt x="266" y="835"/>
                      <a:pt x="266" y="874"/>
                      <a:pt x="266" y="915"/>
                    </a:cubicBezTo>
                    <a:cubicBezTo>
                      <a:pt x="295" y="915"/>
                      <a:pt x="324" y="915"/>
                      <a:pt x="354" y="915"/>
                    </a:cubicBezTo>
                    <a:cubicBezTo>
                      <a:pt x="354" y="934"/>
                      <a:pt x="354" y="953"/>
                      <a:pt x="354" y="974"/>
                    </a:cubicBezTo>
                    <a:cubicBezTo>
                      <a:pt x="432" y="974"/>
                      <a:pt x="510" y="974"/>
                      <a:pt x="590" y="974"/>
                    </a:cubicBezTo>
                    <a:cubicBezTo>
                      <a:pt x="590" y="896"/>
                      <a:pt x="590" y="818"/>
                      <a:pt x="590" y="738"/>
                    </a:cubicBezTo>
                    <a:cubicBezTo>
                      <a:pt x="629" y="738"/>
                      <a:pt x="668" y="738"/>
                      <a:pt x="708" y="738"/>
                    </a:cubicBezTo>
                    <a:cubicBezTo>
                      <a:pt x="708" y="757"/>
                      <a:pt x="708" y="776"/>
                      <a:pt x="708" y="797"/>
                    </a:cubicBezTo>
                    <a:cubicBezTo>
                      <a:pt x="757" y="797"/>
                      <a:pt x="805" y="797"/>
                      <a:pt x="856" y="797"/>
                    </a:cubicBezTo>
                    <a:cubicBezTo>
                      <a:pt x="865" y="758"/>
                      <a:pt x="875" y="719"/>
                      <a:pt x="885" y="679"/>
                    </a:cubicBezTo>
                    <a:cubicBezTo>
                      <a:pt x="885" y="854"/>
                      <a:pt x="885" y="1029"/>
                      <a:pt x="885" y="1210"/>
                    </a:cubicBezTo>
                    <a:cubicBezTo>
                      <a:pt x="943" y="1210"/>
                      <a:pt x="1002" y="1210"/>
                      <a:pt x="1062" y="1210"/>
                    </a:cubicBezTo>
                    <a:cubicBezTo>
                      <a:pt x="1062" y="1190"/>
                      <a:pt x="1062" y="1171"/>
                      <a:pt x="1062" y="1151"/>
                    </a:cubicBezTo>
                    <a:cubicBezTo>
                      <a:pt x="1082" y="1151"/>
                      <a:pt x="1101" y="1151"/>
                      <a:pt x="1121" y="1151"/>
                    </a:cubicBezTo>
                    <a:cubicBezTo>
                      <a:pt x="1121" y="1073"/>
                      <a:pt x="1121" y="995"/>
                      <a:pt x="1121" y="915"/>
                    </a:cubicBezTo>
                    <a:cubicBezTo>
                      <a:pt x="1141" y="915"/>
                      <a:pt x="1160" y="915"/>
                      <a:pt x="1180" y="915"/>
                    </a:cubicBezTo>
                    <a:cubicBezTo>
                      <a:pt x="1180" y="908"/>
                      <a:pt x="1180" y="901"/>
                      <a:pt x="1180" y="895"/>
                    </a:cubicBezTo>
                    <a:cubicBezTo>
                      <a:pt x="1180" y="744"/>
                      <a:pt x="1180" y="593"/>
                      <a:pt x="1180" y="443"/>
                    </a:cubicBezTo>
                    <a:cubicBezTo>
                      <a:pt x="1219" y="443"/>
                      <a:pt x="1258" y="443"/>
                      <a:pt x="1298" y="443"/>
                    </a:cubicBezTo>
                    <a:cubicBezTo>
                      <a:pt x="1288" y="520"/>
                      <a:pt x="1279" y="598"/>
                      <a:pt x="1269" y="679"/>
                    </a:cubicBezTo>
                    <a:cubicBezTo>
                      <a:pt x="1317" y="679"/>
                      <a:pt x="1366" y="679"/>
                      <a:pt x="1416" y="679"/>
                    </a:cubicBezTo>
                    <a:cubicBezTo>
                      <a:pt x="1416" y="659"/>
                      <a:pt x="1416" y="640"/>
                      <a:pt x="1416" y="620"/>
                    </a:cubicBezTo>
                    <a:cubicBezTo>
                      <a:pt x="1436" y="620"/>
                      <a:pt x="1455" y="620"/>
                      <a:pt x="1475" y="620"/>
                    </a:cubicBezTo>
                    <a:cubicBezTo>
                      <a:pt x="1475" y="581"/>
                      <a:pt x="1475" y="542"/>
                      <a:pt x="1475" y="502"/>
                    </a:cubicBezTo>
                    <a:cubicBezTo>
                      <a:pt x="1514" y="502"/>
                      <a:pt x="1553" y="502"/>
                      <a:pt x="1593" y="502"/>
                    </a:cubicBezTo>
                    <a:cubicBezTo>
                      <a:pt x="1593" y="521"/>
                      <a:pt x="1593" y="540"/>
                      <a:pt x="1593" y="561"/>
                    </a:cubicBezTo>
                    <a:cubicBezTo>
                      <a:pt x="1632" y="561"/>
                      <a:pt x="1671" y="561"/>
                      <a:pt x="1711" y="561"/>
                    </a:cubicBezTo>
                    <a:cubicBezTo>
                      <a:pt x="1711" y="541"/>
                      <a:pt x="1711" y="522"/>
                      <a:pt x="1711" y="502"/>
                    </a:cubicBezTo>
                    <a:cubicBezTo>
                      <a:pt x="1731" y="502"/>
                      <a:pt x="1750" y="502"/>
                      <a:pt x="1770" y="502"/>
                    </a:cubicBezTo>
                    <a:cubicBezTo>
                      <a:pt x="1770" y="443"/>
                      <a:pt x="1770" y="385"/>
                      <a:pt x="1770" y="325"/>
                    </a:cubicBezTo>
                    <a:cubicBezTo>
                      <a:pt x="1751" y="325"/>
                      <a:pt x="1731" y="325"/>
                      <a:pt x="1711" y="325"/>
                    </a:cubicBezTo>
                    <a:cubicBezTo>
                      <a:pt x="1706" y="271"/>
                      <a:pt x="1706" y="271"/>
                      <a:pt x="1682" y="0"/>
                    </a:cubicBezTo>
                    <a:close/>
                    <a:moveTo>
                      <a:pt x="649" y="974"/>
                    </a:moveTo>
                    <a:cubicBezTo>
                      <a:pt x="649" y="993"/>
                      <a:pt x="649" y="1013"/>
                      <a:pt x="649" y="1033"/>
                    </a:cubicBezTo>
                    <a:cubicBezTo>
                      <a:pt x="630" y="1033"/>
                      <a:pt x="610" y="1033"/>
                      <a:pt x="590" y="1033"/>
                    </a:cubicBezTo>
                    <a:cubicBezTo>
                      <a:pt x="590" y="1110"/>
                      <a:pt x="590" y="1188"/>
                      <a:pt x="590" y="1269"/>
                    </a:cubicBezTo>
                    <a:cubicBezTo>
                      <a:pt x="532" y="1269"/>
                      <a:pt x="473" y="1269"/>
                      <a:pt x="413" y="1269"/>
                    </a:cubicBezTo>
                    <a:cubicBezTo>
                      <a:pt x="413" y="1346"/>
                      <a:pt x="413" y="1424"/>
                      <a:pt x="413" y="1505"/>
                    </a:cubicBezTo>
                    <a:cubicBezTo>
                      <a:pt x="432" y="1505"/>
                      <a:pt x="452" y="1505"/>
                      <a:pt x="472" y="1505"/>
                    </a:cubicBezTo>
                    <a:cubicBezTo>
                      <a:pt x="472" y="1544"/>
                      <a:pt x="472" y="1582"/>
                      <a:pt x="472" y="1623"/>
                    </a:cubicBezTo>
                    <a:cubicBezTo>
                      <a:pt x="491" y="1623"/>
                      <a:pt x="511" y="1623"/>
                      <a:pt x="531" y="1623"/>
                    </a:cubicBezTo>
                    <a:cubicBezTo>
                      <a:pt x="512" y="1681"/>
                      <a:pt x="492" y="1739"/>
                      <a:pt x="472" y="1800"/>
                    </a:cubicBezTo>
                    <a:cubicBezTo>
                      <a:pt x="472" y="1761"/>
                      <a:pt x="472" y="1722"/>
                      <a:pt x="472" y="1682"/>
                    </a:cubicBezTo>
                    <a:cubicBezTo>
                      <a:pt x="453" y="1682"/>
                      <a:pt x="433" y="1682"/>
                      <a:pt x="413" y="1682"/>
                    </a:cubicBezTo>
                    <a:cubicBezTo>
                      <a:pt x="413" y="1662"/>
                      <a:pt x="413" y="1643"/>
                      <a:pt x="413" y="1623"/>
                    </a:cubicBezTo>
                    <a:cubicBezTo>
                      <a:pt x="355" y="1623"/>
                      <a:pt x="296" y="1623"/>
                      <a:pt x="236" y="1623"/>
                    </a:cubicBezTo>
                    <a:cubicBezTo>
                      <a:pt x="236" y="1642"/>
                      <a:pt x="236" y="1662"/>
                      <a:pt x="236" y="1682"/>
                    </a:cubicBezTo>
                    <a:cubicBezTo>
                      <a:pt x="217" y="1682"/>
                      <a:pt x="197" y="1682"/>
                      <a:pt x="177" y="1682"/>
                    </a:cubicBezTo>
                    <a:cubicBezTo>
                      <a:pt x="177" y="1721"/>
                      <a:pt x="177" y="1759"/>
                      <a:pt x="177" y="1800"/>
                    </a:cubicBezTo>
                    <a:cubicBezTo>
                      <a:pt x="196" y="1800"/>
                      <a:pt x="216" y="1800"/>
                      <a:pt x="236" y="1800"/>
                    </a:cubicBezTo>
                    <a:cubicBezTo>
                      <a:pt x="236" y="1858"/>
                      <a:pt x="236" y="1916"/>
                      <a:pt x="236" y="1977"/>
                    </a:cubicBezTo>
                    <a:cubicBezTo>
                      <a:pt x="255" y="1977"/>
                      <a:pt x="275" y="1977"/>
                      <a:pt x="295" y="1977"/>
                    </a:cubicBezTo>
                    <a:cubicBezTo>
                      <a:pt x="295" y="2035"/>
                      <a:pt x="295" y="2093"/>
                      <a:pt x="295" y="2154"/>
                    </a:cubicBezTo>
                    <a:cubicBezTo>
                      <a:pt x="314" y="2154"/>
                      <a:pt x="334" y="2154"/>
                      <a:pt x="354" y="2154"/>
                    </a:cubicBezTo>
                    <a:cubicBezTo>
                      <a:pt x="354" y="2173"/>
                      <a:pt x="354" y="2193"/>
                      <a:pt x="354" y="2213"/>
                    </a:cubicBezTo>
                    <a:cubicBezTo>
                      <a:pt x="373" y="2213"/>
                      <a:pt x="393" y="2213"/>
                      <a:pt x="413" y="2213"/>
                    </a:cubicBezTo>
                    <a:cubicBezTo>
                      <a:pt x="413" y="2232"/>
                      <a:pt x="413" y="2252"/>
                      <a:pt x="413" y="2272"/>
                    </a:cubicBezTo>
                    <a:cubicBezTo>
                      <a:pt x="452" y="2272"/>
                      <a:pt x="491" y="2272"/>
                      <a:pt x="531" y="2272"/>
                    </a:cubicBezTo>
                    <a:cubicBezTo>
                      <a:pt x="531" y="2291"/>
                      <a:pt x="531" y="2311"/>
                      <a:pt x="531" y="2331"/>
                    </a:cubicBezTo>
                    <a:cubicBezTo>
                      <a:pt x="570" y="2331"/>
                      <a:pt x="609" y="2331"/>
                      <a:pt x="649" y="2331"/>
                    </a:cubicBezTo>
                    <a:cubicBezTo>
                      <a:pt x="649" y="2311"/>
                      <a:pt x="649" y="2292"/>
                      <a:pt x="649" y="2272"/>
                    </a:cubicBezTo>
                    <a:cubicBezTo>
                      <a:pt x="688" y="2272"/>
                      <a:pt x="727" y="2272"/>
                      <a:pt x="767" y="2272"/>
                    </a:cubicBezTo>
                    <a:cubicBezTo>
                      <a:pt x="767" y="2233"/>
                      <a:pt x="767" y="2194"/>
                      <a:pt x="767" y="2154"/>
                    </a:cubicBezTo>
                    <a:cubicBezTo>
                      <a:pt x="787" y="2154"/>
                      <a:pt x="806" y="2154"/>
                      <a:pt x="826" y="2154"/>
                    </a:cubicBezTo>
                    <a:cubicBezTo>
                      <a:pt x="826" y="2134"/>
                      <a:pt x="826" y="2115"/>
                      <a:pt x="826" y="2095"/>
                    </a:cubicBezTo>
                    <a:cubicBezTo>
                      <a:pt x="846" y="2095"/>
                      <a:pt x="865" y="2095"/>
                      <a:pt x="885" y="2095"/>
                    </a:cubicBezTo>
                    <a:cubicBezTo>
                      <a:pt x="885" y="2036"/>
                      <a:pt x="885" y="1978"/>
                      <a:pt x="885" y="1918"/>
                    </a:cubicBezTo>
                    <a:cubicBezTo>
                      <a:pt x="905" y="1918"/>
                      <a:pt x="924" y="1918"/>
                      <a:pt x="944" y="1918"/>
                    </a:cubicBezTo>
                    <a:cubicBezTo>
                      <a:pt x="944" y="1801"/>
                      <a:pt x="944" y="1684"/>
                      <a:pt x="944" y="1564"/>
                    </a:cubicBezTo>
                    <a:cubicBezTo>
                      <a:pt x="925" y="1564"/>
                      <a:pt x="905" y="1564"/>
                      <a:pt x="885" y="1564"/>
                    </a:cubicBezTo>
                    <a:cubicBezTo>
                      <a:pt x="885" y="1583"/>
                      <a:pt x="885" y="1603"/>
                      <a:pt x="885" y="1623"/>
                    </a:cubicBezTo>
                    <a:cubicBezTo>
                      <a:pt x="846" y="1623"/>
                      <a:pt x="807" y="1623"/>
                      <a:pt x="767" y="1623"/>
                    </a:cubicBezTo>
                    <a:cubicBezTo>
                      <a:pt x="767" y="1642"/>
                      <a:pt x="767" y="1662"/>
                      <a:pt x="767" y="1682"/>
                    </a:cubicBezTo>
                    <a:cubicBezTo>
                      <a:pt x="738" y="1682"/>
                      <a:pt x="708" y="1682"/>
                      <a:pt x="679" y="1682"/>
                    </a:cubicBezTo>
                    <a:cubicBezTo>
                      <a:pt x="669" y="1643"/>
                      <a:pt x="659" y="1604"/>
                      <a:pt x="649" y="1564"/>
                    </a:cubicBezTo>
                    <a:cubicBezTo>
                      <a:pt x="669" y="1564"/>
                      <a:pt x="688" y="1564"/>
                      <a:pt x="708" y="1564"/>
                    </a:cubicBezTo>
                    <a:cubicBezTo>
                      <a:pt x="708" y="1466"/>
                      <a:pt x="708" y="1369"/>
                      <a:pt x="708" y="1269"/>
                    </a:cubicBezTo>
                    <a:cubicBezTo>
                      <a:pt x="728" y="1269"/>
                      <a:pt x="747" y="1269"/>
                      <a:pt x="767" y="1269"/>
                    </a:cubicBezTo>
                    <a:cubicBezTo>
                      <a:pt x="767" y="1210"/>
                      <a:pt x="767" y="1152"/>
                      <a:pt x="767" y="1092"/>
                    </a:cubicBezTo>
                    <a:cubicBezTo>
                      <a:pt x="748" y="1092"/>
                      <a:pt x="728" y="1092"/>
                      <a:pt x="708" y="1092"/>
                    </a:cubicBezTo>
                    <a:cubicBezTo>
                      <a:pt x="708" y="1053"/>
                      <a:pt x="708" y="1014"/>
                      <a:pt x="708" y="974"/>
                    </a:cubicBezTo>
                    <a:cubicBezTo>
                      <a:pt x="689" y="974"/>
                      <a:pt x="669" y="974"/>
                      <a:pt x="649" y="974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83" name="ICON_C_WINDOWS_HEADER_path_012"/>
              <p:cNvSpPr/>
              <p:nvPr/>
            </p:nvSpPr>
            <p:spPr>
              <a:xfrm>
                <a:off x="5716443" y="7092489"/>
                <a:ext cx="13488" cy="20982"/>
              </a:xfrm>
              <a:custGeom>
                <a:avLst/>
                <a:gdLst/>
                <a:ahLst/>
                <a:cxnLst/>
                <a:rect l="0" t="0" r="r" b="b"/>
                <a:pathLst>
                  <a:path w="1062" h="1652" fill="norm" stroke="0">
                    <a:moveTo>
                      <a:pt x="413" y="0"/>
                    </a:moveTo>
                    <a:cubicBezTo>
                      <a:pt x="491" y="0"/>
                      <a:pt x="569" y="0"/>
                      <a:pt x="649" y="0"/>
                    </a:cubicBezTo>
                    <a:cubicBezTo>
                      <a:pt x="649" y="19"/>
                      <a:pt x="649" y="39"/>
                      <a:pt x="649" y="59"/>
                    </a:cubicBezTo>
                    <a:cubicBezTo>
                      <a:pt x="688" y="59"/>
                      <a:pt x="727" y="59"/>
                      <a:pt x="767" y="59"/>
                    </a:cubicBezTo>
                    <a:cubicBezTo>
                      <a:pt x="767" y="78"/>
                      <a:pt x="767" y="98"/>
                      <a:pt x="767" y="118"/>
                    </a:cubicBezTo>
                    <a:cubicBezTo>
                      <a:pt x="806" y="118"/>
                      <a:pt x="845" y="118"/>
                      <a:pt x="885" y="118"/>
                    </a:cubicBezTo>
                    <a:cubicBezTo>
                      <a:pt x="885" y="137"/>
                      <a:pt x="885" y="157"/>
                      <a:pt x="885" y="177"/>
                    </a:cubicBezTo>
                    <a:cubicBezTo>
                      <a:pt x="905" y="177"/>
                      <a:pt x="924" y="177"/>
                      <a:pt x="944" y="177"/>
                    </a:cubicBezTo>
                    <a:cubicBezTo>
                      <a:pt x="944" y="196"/>
                      <a:pt x="944" y="216"/>
                      <a:pt x="944" y="236"/>
                    </a:cubicBezTo>
                    <a:cubicBezTo>
                      <a:pt x="964" y="236"/>
                      <a:pt x="983" y="236"/>
                      <a:pt x="1003" y="236"/>
                    </a:cubicBezTo>
                    <a:cubicBezTo>
                      <a:pt x="1003" y="294"/>
                      <a:pt x="1003" y="353"/>
                      <a:pt x="1003" y="413"/>
                    </a:cubicBezTo>
                    <a:cubicBezTo>
                      <a:pt x="1023" y="413"/>
                      <a:pt x="1042" y="413"/>
                      <a:pt x="1062" y="413"/>
                    </a:cubicBezTo>
                    <a:cubicBezTo>
                      <a:pt x="1062" y="510"/>
                      <a:pt x="1062" y="608"/>
                      <a:pt x="1062" y="708"/>
                    </a:cubicBezTo>
                    <a:cubicBezTo>
                      <a:pt x="1043" y="708"/>
                      <a:pt x="1023" y="708"/>
                      <a:pt x="1003" y="708"/>
                    </a:cubicBezTo>
                    <a:cubicBezTo>
                      <a:pt x="1003" y="747"/>
                      <a:pt x="1003" y="786"/>
                      <a:pt x="1003" y="826"/>
                    </a:cubicBezTo>
                    <a:cubicBezTo>
                      <a:pt x="984" y="826"/>
                      <a:pt x="964" y="826"/>
                      <a:pt x="944" y="826"/>
                    </a:cubicBezTo>
                    <a:cubicBezTo>
                      <a:pt x="944" y="865"/>
                      <a:pt x="944" y="904"/>
                      <a:pt x="944" y="944"/>
                    </a:cubicBezTo>
                    <a:cubicBezTo>
                      <a:pt x="925" y="944"/>
                      <a:pt x="905" y="944"/>
                      <a:pt x="885" y="944"/>
                    </a:cubicBezTo>
                    <a:cubicBezTo>
                      <a:pt x="885" y="964"/>
                      <a:pt x="885" y="983"/>
                      <a:pt x="885" y="1003"/>
                    </a:cubicBezTo>
                    <a:cubicBezTo>
                      <a:pt x="846" y="1003"/>
                      <a:pt x="807" y="1003"/>
                      <a:pt x="767" y="1003"/>
                    </a:cubicBezTo>
                    <a:cubicBezTo>
                      <a:pt x="767" y="1023"/>
                      <a:pt x="767" y="1042"/>
                      <a:pt x="767" y="1062"/>
                    </a:cubicBezTo>
                    <a:cubicBezTo>
                      <a:pt x="748" y="1062"/>
                      <a:pt x="728" y="1062"/>
                      <a:pt x="708" y="1062"/>
                    </a:cubicBezTo>
                    <a:cubicBezTo>
                      <a:pt x="708" y="1082"/>
                      <a:pt x="708" y="1101"/>
                      <a:pt x="708" y="1121"/>
                    </a:cubicBezTo>
                    <a:cubicBezTo>
                      <a:pt x="689" y="1121"/>
                      <a:pt x="669" y="1121"/>
                      <a:pt x="649" y="1121"/>
                    </a:cubicBezTo>
                    <a:cubicBezTo>
                      <a:pt x="649" y="1199"/>
                      <a:pt x="649" y="1277"/>
                      <a:pt x="649" y="1357"/>
                    </a:cubicBezTo>
                    <a:cubicBezTo>
                      <a:pt x="669" y="1357"/>
                      <a:pt x="688" y="1357"/>
                      <a:pt x="708" y="1357"/>
                    </a:cubicBezTo>
                    <a:cubicBezTo>
                      <a:pt x="708" y="1415"/>
                      <a:pt x="708" y="1474"/>
                      <a:pt x="708" y="1534"/>
                    </a:cubicBezTo>
                    <a:cubicBezTo>
                      <a:pt x="689" y="1534"/>
                      <a:pt x="669" y="1534"/>
                      <a:pt x="649" y="1534"/>
                    </a:cubicBezTo>
                    <a:cubicBezTo>
                      <a:pt x="649" y="1554"/>
                      <a:pt x="649" y="1573"/>
                      <a:pt x="649" y="1593"/>
                    </a:cubicBezTo>
                    <a:cubicBezTo>
                      <a:pt x="630" y="1593"/>
                      <a:pt x="610" y="1593"/>
                      <a:pt x="590" y="1593"/>
                    </a:cubicBezTo>
                    <a:cubicBezTo>
                      <a:pt x="590" y="1613"/>
                      <a:pt x="590" y="1632"/>
                      <a:pt x="590" y="1652"/>
                    </a:cubicBezTo>
                    <a:cubicBezTo>
                      <a:pt x="551" y="1652"/>
                      <a:pt x="512" y="1652"/>
                      <a:pt x="472" y="1652"/>
                    </a:cubicBezTo>
                    <a:cubicBezTo>
                      <a:pt x="472" y="1633"/>
                      <a:pt x="472" y="1613"/>
                      <a:pt x="472" y="1593"/>
                    </a:cubicBezTo>
                    <a:cubicBezTo>
                      <a:pt x="453" y="1593"/>
                      <a:pt x="433" y="1593"/>
                      <a:pt x="413" y="1593"/>
                    </a:cubicBezTo>
                    <a:cubicBezTo>
                      <a:pt x="413" y="1437"/>
                      <a:pt x="413" y="1282"/>
                      <a:pt x="413" y="1121"/>
                    </a:cubicBezTo>
                    <a:cubicBezTo>
                      <a:pt x="394" y="1121"/>
                      <a:pt x="374" y="1121"/>
                      <a:pt x="354" y="1121"/>
                    </a:cubicBezTo>
                    <a:cubicBezTo>
                      <a:pt x="354" y="1102"/>
                      <a:pt x="354" y="1082"/>
                      <a:pt x="354" y="1062"/>
                    </a:cubicBezTo>
                    <a:cubicBezTo>
                      <a:pt x="335" y="1062"/>
                      <a:pt x="315" y="1062"/>
                      <a:pt x="295" y="1062"/>
                    </a:cubicBezTo>
                    <a:cubicBezTo>
                      <a:pt x="295" y="1043"/>
                      <a:pt x="295" y="1023"/>
                      <a:pt x="295" y="1003"/>
                    </a:cubicBezTo>
                    <a:cubicBezTo>
                      <a:pt x="256" y="1003"/>
                      <a:pt x="217" y="1003"/>
                      <a:pt x="177" y="1003"/>
                    </a:cubicBezTo>
                    <a:cubicBezTo>
                      <a:pt x="177" y="984"/>
                      <a:pt x="177" y="964"/>
                      <a:pt x="177" y="944"/>
                    </a:cubicBezTo>
                    <a:cubicBezTo>
                      <a:pt x="158" y="944"/>
                      <a:pt x="138" y="944"/>
                      <a:pt x="118" y="944"/>
                    </a:cubicBezTo>
                    <a:cubicBezTo>
                      <a:pt x="118" y="925"/>
                      <a:pt x="118" y="905"/>
                      <a:pt x="118" y="885"/>
                    </a:cubicBezTo>
                    <a:cubicBezTo>
                      <a:pt x="99" y="885"/>
                      <a:pt x="79" y="885"/>
                      <a:pt x="59" y="885"/>
                    </a:cubicBezTo>
                    <a:cubicBezTo>
                      <a:pt x="59" y="846"/>
                      <a:pt x="59" y="807"/>
                      <a:pt x="59" y="767"/>
                    </a:cubicBezTo>
                    <a:cubicBezTo>
                      <a:pt x="40" y="767"/>
                      <a:pt x="20" y="767"/>
                      <a:pt x="0" y="767"/>
                    </a:cubicBezTo>
                    <a:cubicBezTo>
                      <a:pt x="0" y="631"/>
                      <a:pt x="0" y="494"/>
                      <a:pt x="0" y="354"/>
                    </a:cubicBezTo>
                    <a:cubicBezTo>
                      <a:pt x="19" y="354"/>
                      <a:pt x="39" y="354"/>
                      <a:pt x="59" y="354"/>
                    </a:cubicBezTo>
                    <a:cubicBezTo>
                      <a:pt x="59" y="315"/>
                      <a:pt x="59" y="276"/>
                      <a:pt x="59" y="236"/>
                    </a:cubicBezTo>
                    <a:cubicBezTo>
                      <a:pt x="78" y="236"/>
                      <a:pt x="98" y="236"/>
                      <a:pt x="118" y="236"/>
                    </a:cubicBezTo>
                    <a:cubicBezTo>
                      <a:pt x="118" y="217"/>
                      <a:pt x="118" y="197"/>
                      <a:pt x="118" y="177"/>
                    </a:cubicBezTo>
                    <a:cubicBezTo>
                      <a:pt x="137" y="177"/>
                      <a:pt x="157" y="177"/>
                      <a:pt x="177" y="177"/>
                    </a:cubicBezTo>
                    <a:cubicBezTo>
                      <a:pt x="177" y="158"/>
                      <a:pt x="177" y="138"/>
                      <a:pt x="177" y="118"/>
                    </a:cubicBezTo>
                    <a:cubicBezTo>
                      <a:pt x="196" y="118"/>
                      <a:pt x="216" y="118"/>
                      <a:pt x="236" y="118"/>
                    </a:cubicBezTo>
                    <a:cubicBezTo>
                      <a:pt x="236" y="99"/>
                      <a:pt x="236" y="79"/>
                      <a:pt x="236" y="59"/>
                    </a:cubicBezTo>
                    <a:cubicBezTo>
                      <a:pt x="294" y="59"/>
                      <a:pt x="353" y="59"/>
                      <a:pt x="413" y="59"/>
                    </a:cubicBezTo>
                    <a:cubicBezTo>
                      <a:pt x="413" y="40"/>
                      <a:pt x="413" y="20"/>
                      <a:pt x="413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884" name="ICON_C_WINDOWS_HEADER_path_013"/>
              <p:cNvSpPr/>
              <p:nvPr/>
            </p:nvSpPr>
            <p:spPr>
              <a:xfrm>
                <a:off x="5637762" y="7092489"/>
                <a:ext cx="13488" cy="20982"/>
              </a:xfrm>
              <a:custGeom>
                <a:avLst/>
                <a:gdLst/>
                <a:ahLst/>
                <a:cxnLst/>
                <a:rect l="0" t="0" r="r" b="b"/>
                <a:pathLst>
                  <a:path w="1062" h="1652" fill="norm" stroke="0">
                    <a:moveTo>
                      <a:pt x="413" y="0"/>
                    </a:moveTo>
                    <a:cubicBezTo>
                      <a:pt x="491" y="0"/>
                      <a:pt x="569" y="0"/>
                      <a:pt x="649" y="0"/>
                    </a:cubicBezTo>
                    <a:cubicBezTo>
                      <a:pt x="649" y="19"/>
                      <a:pt x="649" y="39"/>
                      <a:pt x="649" y="59"/>
                    </a:cubicBezTo>
                    <a:cubicBezTo>
                      <a:pt x="688" y="59"/>
                      <a:pt x="727" y="59"/>
                      <a:pt x="767" y="59"/>
                    </a:cubicBezTo>
                    <a:cubicBezTo>
                      <a:pt x="767" y="78"/>
                      <a:pt x="767" y="98"/>
                      <a:pt x="767" y="118"/>
                    </a:cubicBezTo>
                    <a:cubicBezTo>
                      <a:pt x="806" y="118"/>
                      <a:pt x="845" y="118"/>
                      <a:pt x="885" y="118"/>
                    </a:cubicBezTo>
                    <a:cubicBezTo>
                      <a:pt x="885" y="137"/>
                      <a:pt x="885" y="157"/>
                      <a:pt x="885" y="177"/>
                    </a:cubicBezTo>
                    <a:cubicBezTo>
                      <a:pt x="905" y="177"/>
                      <a:pt x="924" y="177"/>
                      <a:pt x="944" y="177"/>
                    </a:cubicBezTo>
                    <a:cubicBezTo>
                      <a:pt x="944" y="196"/>
                      <a:pt x="944" y="216"/>
                      <a:pt x="944" y="236"/>
                    </a:cubicBezTo>
                    <a:cubicBezTo>
                      <a:pt x="964" y="236"/>
                      <a:pt x="983" y="236"/>
                      <a:pt x="1003" y="236"/>
                    </a:cubicBezTo>
                    <a:cubicBezTo>
                      <a:pt x="1003" y="275"/>
                      <a:pt x="1003" y="314"/>
                      <a:pt x="1003" y="354"/>
                    </a:cubicBezTo>
                    <a:cubicBezTo>
                      <a:pt x="1023" y="354"/>
                      <a:pt x="1042" y="354"/>
                      <a:pt x="1062" y="354"/>
                    </a:cubicBezTo>
                    <a:cubicBezTo>
                      <a:pt x="1062" y="490"/>
                      <a:pt x="1062" y="627"/>
                      <a:pt x="1062" y="767"/>
                    </a:cubicBezTo>
                    <a:cubicBezTo>
                      <a:pt x="1043" y="767"/>
                      <a:pt x="1023" y="767"/>
                      <a:pt x="1003" y="767"/>
                    </a:cubicBezTo>
                    <a:cubicBezTo>
                      <a:pt x="1003" y="806"/>
                      <a:pt x="1003" y="845"/>
                      <a:pt x="1003" y="885"/>
                    </a:cubicBezTo>
                    <a:cubicBezTo>
                      <a:pt x="984" y="885"/>
                      <a:pt x="964" y="885"/>
                      <a:pt x="944" y="885"/>
                    </a:cubicBezTo>
                    <a:cubicBezTo>
                      <a:pt x="944" y="905"/>
                      <a:pt x="944" y="924"/>
                      <a:pt x="944" y="944"/>
                    </a:cubicBezTo>
                    <a:cubicBezTo>
                      <a:pt x="925" y="944"/>
                      <a:pt x="905" y="944"/>
                      <a:pt x="885" y="944"/>
                    </a:cubicBezTo>
                    <a:cubicBezTo>
                      <a:pt x="885" y="964"/>
                      <a:pt x="885" y="983"/>
                      <a:pt x="885" y="1003"/>
                    </a:cubicBezTo>
                    <a:cubicBezTo>
                      <a:pt x="846" y="1003"/>
                      <a:pt x="807" y="1003"/>
                      <a:pt x="767" y="1003"/>
                    </a:cubicBezTo>
                    <a:cubicBezTo>
                      <a:pt x="767" y="1023"/>
                      <a:pt x="767" y="1042"/>
                      <a:pt x="767" y="1062"/>
                    </a:cubicBezTo>
                    <a:cubicBezTo>
                      <a:pt x="748" y="1062"/>
                      <a:pt x="728" y="1062"/>
                      <a:pt x="708" y="1062"/>
                    </a:cubicBezTo>
                    <a:cubicBezTo>
                      <a:pt x="708" y="1082"/>
                      <a:pt x="708" y="1101"/>
                      <a:pt x="708" y="1121"/>
                    </a:cubicBezTo>
                    <a:cubicBezTo>
                      <a:pt x="689" y="1121"/>
                      <a:pt x="669" y="1121"/>
                      <a:pt x="649" y="1121"/>
                    </a:cubicBezTo>
                    <a:cubicBezTo>
                      <a:pt x="649" y="1277"/>
                      <a:pt x="649" y="1433"/>
                      <a:pt x="649" y="1593"/>
                    </a:cubicBezTo>
                    <a:cubicBezTo>
                      <a:pt x="630" y="1593"/>
                      <a:pt x="610" y="1593"/>
                      <a:pt x="590" y="1593"/>
                    </a:cubicBezTo>
                    <a:cubicBezTo>
                      <a:pt x="590" y="1613"/>
                      <a:pt x="590" y="1632"/>
                      <a:pt x="590" y="1652"/>
                    </a:cubicBezTo>
                    <a:cubicBezTo>
                      <a:pt x="551" y="1652"/>
                      <a:pt x="512" y="1652"/>
                      <a:pt x="472" y="1652"/>
                    </a:cubicBezTo>
                    <a:cubicBezTo>
                      <a:pt x="472" y="1633"/>
                      <a:pt x="472" y="1613"/>
                      <a:pt x="472" y="1593"/>
                    </a:cubicBezTo>
                    <a:cubicBezTo>
                      <a:pt x="453" y="1593"/>
                      <a:pt x="433" y="1593"/>
                      <a:pt x="413" y="1593"/>
                    </a:cubicBezTo>
                    <a:cubicBezTo>
                      <a:pt x="413" y="1437"/>
                      <a:pt x="413" y="1282"/>
                      <a:pt x="413" y="1121"/>
                    </a:cubicBezTo>
                    <a:cubicBezTo>
                      <a:pt x="394" y="1121"/>
                      <a:pt x="374" y="1121"/>
                      <a:pt x="354" y="1121"/>
                    </a:cubicBezTo>
                    <a:cubicBezTo>
                      <a:pt x="354" y="1102"/>
                      <a:pt x="354" y="1082"/>
                      <a:pt x="354" y="1062"/>
                    </a:cubicBezTo>
                    <a:cubicBezTo>
                      <a:pt x="315" y="1062"/>
                      <a:pt x="276" y="1062"/>
                      <a:pt x="236" y="1062"/>
                    </a:cubicBezTo>
                    <a:cubicBezTo>
                      <a:pt x="236" y="1043"/>
                      <a:pt x="236" y="1023"/>
                      <a:pt x="236" y="1003"/>
                    </a:cubicBezTo>
                    <a:cubicBezTo>
                      <a:pt x="217" y="1003"/>
                      <a:pt x="197" y="1003"/>
                      <a:pt x="177" y="1003"/>
                    </a:cubicBezTo>
                    <a:cubicBezTo>
                      <a:pt x="177" y="984"/>
                      <a:pt x="177" y="964"/>
                      <a:pt x="177" y="944"/>
                    </a:cubicBezTo>
                    <a:cubicBezTo>
                      <a:pt x="158" y="944"/>
                      <a:pt x="138" y="944"/>
                      <a:pt x="118" y="944"/>
                    </a:cubicBezTo>
                    <a:cubicBezTo>
                      <a:pt x="50" y="791"/>
                      <a:pt x="50" y="791"/>
                      <a:pt x="59" y="708"/>
                    </a:cubicBezTo>
                    <a:cubicBezTo>
                      <a:pt x="40" y="708"/>
                      <a:pt x="20" y="708"/>
                      <a:pt x="0" y="708"/>
                    </a:cubicBezTo>
                    <a:cubicBezTo>
                      <a:pt x="0" y="611"/>
                      <a:pt x="0" y="513"/>
                      <a:pt x="0" y="413"/>
                    </a:cubicBezTo>
                    <a:cubicBezTo>
                      <a:pt x="19" y="413"/>
                      <a:pt x="39" y="413"/>
                      <a:pt x="59" y="413"/>
                    </a:cubicBezTo>
                    <a:cubicBezTo>
                      <a:pt x="59" y="374"/>
                      <a:pt x="59" y="335"/>
                      <a:pt x="59" y="295"/>
                    </a:cubicBezTo>
                    <a:cubicBezTo>
                      <a:pt x="78" y="295"/>
                      <a:pt x="98" y="295"/>
                      <a:pt x="118" y="295"/>
                    </a:cubicBezTo>
                    <a:cubicBezTo>
                      <a:pt x="118" y="276"/>
                      <a:pt x="118" y="256"/>
                      <a:pt x="118" y="236"/>
                    </a:cubicBezTo>
                    <a:cubicBezTo>
                      <a:pt x="137" y="236"/>
                      <a:pt x="157" y="236"/>
                      <a:pt x="177" y="236"/>
                    </a:cubicBezTo>
                    <a:cubicBezTo>
                      <a:pt x="177" y="217"/>
                      <a:pt x="177" y="197"/>
                      <a:pt x="177" y="177"/>
                    </a:cubicBezTo>
                    <a:cubicBezTo>
                      <a:pt x="196" y="177"/>
                      <a:pt x="216" y="177"/>
                      <a:pt x="236" y="177"/>
                    </a:cubicBezTo>
                    <a:cubicBezTo>
                      <a:pt x="236" y="158"/>
                      <a:pt x="236" y="138"/>
                      <a:pt x="236" y="118"/>
                    </a:cubicBezTo>
                    <a:cubicBezTo>
                      <a:pt x="255" y="118"/>
                      <a:pt x="275" y="118"/>
                      <a:pt x="295" y="118"/>
                    </a:cubicBezTo>
                    <a:cubicBezTo>
                      <a:pt x="295" y="99"/>
                      <a:pt x="295" y="79"/>
                      <a:pt x="295" y="59"/>
                    </a:cubicBezTo>
                    <a:cubicBezTo>
                      <a:pt x="334" y="59"/>
                      <a:pt x="373" y="59"/>
                      <a:pt x="413" y="59"/>
                    </a:cubicBezTo>
                    <a:cubicBezTo>
                      <a:pt x="413" y="40"/>
                      <a:pt x="413" y="20"/>
                      <a:pt x="413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885" name="ICON_C_WINDOWS_HEADER_path_014"/>
              <p:cNvSpPr/>
              <p:nvPr/>
            </p:nvSpPr>
            <p:spPr>
              <a:xfrm>
                <a:off x="5725435" y="7109559"/>
                <a:ext cx="59948" cy="4661"/>
              </a:xfrm>
              <a:custGeom>
                <a:avLst/>
                <a:gdLst/>
                <a:ahLst/>
                <a:cxnLst/>
                <a:rect l="0" t="0" r="r" b="b"/>
                <a:pathLst>
                  <a:path w="4720" h="367" fill="norm" stroke="0">
                    <a:moveTo>
                      <a:pt x="0" y="13"/>
                    </a:moveTo>
                    <a:cubicBezTo>
                      <a:pt x="593" y="11"/>
                      <a:pt x="1186" y="9"/>
                      <a:pt x="1778" y="8"/>
                    </a:cubicBezTo>
                    <a:cubicBezTo>
                      <a:pt x="1848" y="8"/>
                      <a:pt x="1918" y="8"/>
                      <a:pt x="1988" y="8"/>
                    </a:cubicBezTo>
                    <a:cubicBezTo>
                      <a:pt x="2002" y="8"/>
                      <a:pt x="2016" y="8"/>
                      <a:pt x="2030" y="8"/>
                    </a:cubicBezTo>
                    <a:cubicBezTo>
                      <a:pt x="2256" y="8"/>
                      <a:pt x="2482" y="7"/>
                      <a:pt x="2707" y="6"/>
                    </a:cubicBezTo>
                    <a:cubicBezTo>
                      <a:pt x="2939" y="5"/>
                      <a:pt x="3170" y="5"/>
                      <a:pt x="3402" y="5"/>
                    </a:cubicBezTo>
                    <a:cubicBezTo>
                      <a:pt x="3545" y="5"/>
                      <a:pt x="3687" y="4"/>
                      <a:pt x="3830" y="3"/>
                    </a:cubicBezTo>
                    <a:cubicBezTo>
                      <a:pt x="3928" y="3"/>
                      <a:pt x="4026" y="3"/>
                      <a:pt x="4124" y="3"/>
                    </a:cubicBezTo>
                    <a:cubicBezTo>
                      <a:pt x="4181" y="3"/>
                      <a:pt x="4237" y="3"/>
                      <a:pt x="4294" y="2"/>
                    </a:cubicBezTo>
                    <a:cubicBezTo>
                      <a:pt x="4345" y="2"/>
                      <a:pt x="4397" y="2"/>
                      <a:pt x="4449" y="2"/>
                    </a:cubicBezTo>
                    <a:cubicBezTo>
                      <a:pt x="4467" y="2"/>
                      <a:pt x="4486" y="2"/>
                      <a:pt x="4505" y="2"/>
                    </a:cubicBezTo>
                    <a:cubicBezTo>
                      <a:pt x="4646" y="0"/>
                      <a:pt x="4646" y="0"/>
                      <a:pt x="4686" y="33"/>
                    </a:cubicBezTo>
                    <a:cubicBezTo>
                      <a:pt x="4702" y="58"/>
                      <a:pt x="4702" y="58"/>
                      <a:pt x="4720" y="102"/>
                    </a:cubicBezTo>
                    <a:cubicBezTo>
                      <a:pt x="4672" y="92"/>
                      <a:pt x="4623" y="82"/>
                      <a:pt x="4573" y="72"/>
                    </a:cubicBezTo>
                    <a:cubicBezTo>
                      <a:pt x="4563" y="91"/>
                      <a:pt x="4553" y="111"/>
                      <a:pt x="4543" y="131"/>
                    </a:cubicBezTo>
                    <a:cubicBezTo>
                      <a:pt x="4524" y="131"/>
                      <a:pt x="4504" y="131"/>
                      <a:pt x="4484" y="131"/>
                    </a:cubicBezTo>
                    <a:cubicBezTo>
                      <a:pt x="4484" y="170"/>
                      <a:pt x="4484" y="209"/>
                      <a:pt x="4484" y="249"/>
                    </a:cubicBezTo>
                    <a:cubicBezTo>
                      <a:pt x="4445" y="249"/>
                      <a:pt x="4406" y="249"/>
                      <a:pt x="4366" y="249"/>
                    </a:cubicBezTo>
                    <a:cubicBezTo>
                      <a:pt x="4366" y="230"/>
                      <a:pt x="4366" y="210"/>
                      <a:pt x="4366" y="190"/>
                    </a:cubicBezTo>
                    <a:cubicBezTo>
                      <a:pt x="4133" y="190"/>
                      <a:pt x="3899" y="190"/>
                      <a:pt x="3658" y="190"/>
                    </a:cubicBezTo>
                    <a:cubicBezTo>
                      <a:pt x="3658" y="171"/>
                      <a:pt x="3658" y="151"/>
                      <a:pt x="3658" y="131"/>
                    </a:cubicBezTo>
                    <a:cubicBezTo>
                      <a:pt x="2646" y="131"/>
                      <a:pt x="1633" y="131"/>
                      <a:pt x="590" y="131"/>
                    </a:cubicBezTo>
                    <a:cubicBezTo>
                      <a:pt x="590" y="150"/>
                      <a:pt x="590" y="170"/>
                      <a:pt x="590" y="190"/>
                    </a:cubicBezTo>
                    <a:cubicBezTo>
                      <a:pt x="512" y="190"/>
                      <a:pt x="434" y="190"/>
                      <a:pt x="354" y="190"/>
                    </a:cubicBezTo>
                    <a:cubicBezTo>
                      <a:pt x="354" y="209"/>
                      <a:pt x="354" y="229"/>
                      <a:pt x="354" y="249"/>
                    </a:cubicBezTo>
                    <a:cubicBezTo>
                      <a:pt x="335" y="249"/>
                      <a:pt x="315" y="249"/>
                      <a:pt x="295" y="249"/>
                    </a:cubicBezTo>
                    <a:cubicBezTo>
                      <a:pt x="295" y="268"/>
                      <a:pt x="295" y="288"/>
                      <a:pt x="295" y="308"/>
                    </a:cubicBezTo>
                    <a:cubicBezTo>
                      <a:pt x="276" y="308"/>
                      <a:pt x="256" y="308"/>
                      <a:pt x="236" y="308"/>
                    </a:cubicBezTo>
                    <a:cubicBezTo>
                      <a:pt x="236" y="327"/>
                      <a:pt x="236" y="347"/>
                      <a:pt x="236" y="367"/>
                    </a:cubicBezTo>
                    <a:cubicBezTo>
                      <a:pt x="217" y="367"/>
                      <a:pt x="197" y="367"/>
                      <a:pt x="177" y="367"/>
                    </a:cubicBezTo>
                    <a:cubicBezTo>
                      <a:pt x="177" y="348"/>
                      <a:pt x="177" y="328"/>
                      <a:pt x="177" y="308"/>
                    </a:cubicBezTo>
                    <a:cubicBezTo>
                      <a:pt x="158" y="308"/>
                      <a:pt x="138" y="308"/>
                      <a:pt x="118" y="308"/>
                    </a:cubicBezTo>
                    <a:cubicBezTo>
                      <a:pt x="118" y="269"/>
                      <a:pt x="118" y="230"/>
                      <a:pt x="118" y="190"/>
                    </a:cubicBezTo>
                    <a:cubicBezTo>
                      <a:pt x="79" y="190"/>
                      <a:pt x="40" y="190"/>
                      <a:pt x="0" y="190"/>
                    </a:cubicBezTo>
                    <a:cubicBezTo>
                      <a:pt x="0" y="132"/>
                      <a:pt x="0" y="73"/>
                      <a:pt x="0" y="13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86" name="ICON_C_WINDOWS_HEADER_path_015"/>
              <p:cNvSpPr/>
              <p:nvPr/>
            </p:nvSpPr>
            <p:spPr>
              <a:xfrm>
                <a:off x="5760655" y="7155809"/>
                <a:ext cx="10491" cy="22855"/>
              </a:xfrm>
              <a:custGeom>
                <a:avLst/>
                <a:gdLst/>
                <a:ahLst/>
                <a:cxnLst/>
                <a:rect l="0" t="0" r="r" b="b"/>
                <a:pathLst>
                  <a:path w="826" h="1800" fill="norm" stroke="0">
                    <a:moveTo>
                      <a:pt x="767" y="0"/>
                    </a:moveTo>
                    <a:cubicBezTo>
                      <a:pt x="787" y="10"/>
                      <a:pt x="806" y="19"/>
                      <a:pt x="826" y="30"/>
                    </a:cubicBezTo>
                    <a:cubicBezTo>
                      <a:pt x="816" y="39"/>
                      <a:pt x="807" y="49"/>
                      <a:pt x="797" y="59"/>
                    </a:cubicBezTo>
                    <a:cubicBezTo>
                      <a:pt x="790" y="87"/>
                      <a:pt x="790" y="87"/>
                      <a:pt x="787" y="120"/>
                    </a:cubicBezTo>
                    <a:cubicBezTo>
                      <a:pt x="786" y="132"/>
                      <a:pt x="785" y="144"/>
                      <a:pt x="783" y="156"/>
                    </a:cubicBezTo>
                    <a:cubicBezTo>
                      <a:pt x="782" y="168"/>
                      <a:pt x="781" y="181"/>
                      <a:pt x="780" y="194"/>
                    </a:cubicBezTo>
                    <a:cubicBezTo>
                      <a:pt x="779" y="206"/>
                      <a:pt x="777" y="219"/>
                      <a:pt x="776" y="232"/>
                    </a:cubicBezTo>
                    <a:cubicBezTo>
                      <a:pt x="773" y="263"/>
                      <a:pt x="770" y="294"/>
                      <a:pt x="767" y="325"/>
                    </a:cubicBezTo>
                    <a:cubicBezTo>
                      <a:pt x="748" y="325"/>
                      <a:pt x="728" y="325"/>
                      <a:pt x="708" y="325"/>
                    </a:cubicBezTo>
                    <a:cubicBezTo>
                      <a:pt x="708" y="402"/>
                      <a:pt x="708" y="480"/>
                      <a:pt x="708" y="561"/>
                    </a:cubicBezTo>
                    <a:cubicBezTo>
                      <a:pt x="689" y="561"/>
                      <a:pt x="669" y="561"/>
                      <a:pt x="649" y="561"/>
                    </a:cubicBezTo>
                    <a:cubicBezTo>
                      <a:pt x="649" y="573"/>
                      <a:pt x="650" y="585"/>
                      <a:pt x="650" y="598"/>
                    </a:cubicBezTo>
                    <a:cubicBezTo>
                      <a:pt x="650" y="615"/>
                      <a:pt x="651" y="631"/>
                      <a:pt x="651" y="647"/>
                    </a:cubicBezTo>
                    <a:cubicBezTo>
                      <a:pt x="651" y="655"/>
                      <a:pt x="651" y="664"/>
                      <a:pt x="652" y="672"/>
                    </a:cubicBezTo>
                    <a:cubicBezTo>
                      <a:pt x="652" y="694"/>
                      <a:pt x="651" y="716"/>
                      <a:pt x="649" y="738"/>
                    </a:cubicBezTo>
                    <a:cubicBezTo>
                      <a:pt x="639" y="747"/>
                      <a:pt x="630" y="757"/>
                      <a:pt x="620" y="767"/>
                    </a:cubicBezTo>
                    <a:cubicBezTo>
                      <a:pt x="614" y="794"/>
                      <a:pt x="614" y="794"/>
                      <a:pt x="611" y="827"/>
                    </a:cubicBezTo>
                    <a:cubicBezTo>
                      <a:pt x="610" y="839"/>
                      <a:pt x="609" y="850"/>
                      <a:pt x="608" y="863"/>
                    </a:cubicBezTo>
                    <a:cubicBezTo>
                      <a:pt x="607" y="875"/>
                      <a:pt x="606" y="887"/>
                      <a:pt x="605" y="900"/>
                    </a:cubicBezTo>
                    <a:cubicBezTo>
                      <a:pt x="603" y="924"/>
                      <a:pt x="601" y="948"/>
                      <a:pt x="598" y="973"/>
                    </a:cubicBezTo>
                    <a:cubicBezTo>
                      <a:pt x="598" y="978"/>
                      <a:pt x="598" y="978"/>
                      <a:pt x="596" y="1005"/>
                    </a:cubicBezTo>
                    <a:cubicBezTo>
                      <a:pt x="590" y="1033"/>
                      <a:pt x="590" y="1033"/>
                      <a:pt x="561" y="1062"/>
                    </a:cubicBezTo>
                    <a:cubicBezTo>
                      <a:pt x="554" y="1084"/>
                      <a:pt x="554" y="1084"/>
                      <a:pt x="551" y="1110"/>
                    </a:cubicBezTo>
                    <a:cubicBezTo>
                      <a:pt x="550" y="1119"/>
                      <a:pt x="549" y="1129"/>
                      <a:pt x="547" y="1138"/>
                    </a:cubicBezTo>
                    <a:cubicBezTo>
                      <a:pt x="546" y="1148"/>
                      <a:pt x="545" y="1157"/>
                      <a:pt x="544" y="1167"/>
                    </a:cubicBezTo>
                    <a:cubicBezTo>
                      <a:pt x="543" y="1177"/>
                      <a:pt x="541" y="1187"/>
                      <a:pt x="540" y="1197"/>
                    </a:cubicBezTo>
                    <a:cubicBezTo>
                      <a:pt x="537" y="1221"/>
                      <a:pt x="534" y="1245"/>
                      <a:pt x="531" y="1269"/>
                    </a:cubicBezTo>
                    <a:cubicBezTo>
                      <a:pt x="512" y="1269"/>
                      <a:pt x="492" y="1269"/>
                      <a:pt x="472" y="1269"/>
                    </a:cubicBezTo>
                    <a:cubicBezTo>
                      <a:pt x="472" y="1385"/>
                      <a:pt x="472" y="1502"/>
                      <a:pt x="472" y="1623"/>
                    </a:cubicBezTo>
                    <a:cubicBezTo>
                      <a:pt x="453" y="1623"/>
                      <a:pt x="433" y="1623"/>
                      <a:pt x="413" y="1623"/>
                    </a:cubicBezTo>
                    <a:cubicBezTo>
                      <a:pt x="413" y="1681"/>
                      <a:pt x="413" y="1739"/>
                      <a:pt x="413" y="1800"/>
                    </a:cubicBezTo>
                    <a:cubicBezTo>
                      <a:pt x="374" y="1800"/>
                      <a:pt x="335" y="1800"/>
                      <a:pt x="295" y="1800"/>
                    </a:cubicBezTo>
                    <a:cubicBezTo>
                      <a:pt x="295" y="1780"/>
                      <a:pt x="295" y="1761"/>
                      <a:pt x="295" y="1741"/>
                    </a:cubicBezTo>
                    <a:cubicBezTo>
                      <a:pt x="276" y="1741"/>
                      <a:pt x="256" y="1741"/>
                      <a:pt x="236" y="1741"/>
                    </a:cubicBezTo>
                    <a:cubicBezTo>
                      <a:pt x="236" y="1663"/>
                      <a:pt x="236" y="1585"/>
                      <a:pt x="236" y="1505"/>
                    </a:cubicBezTo>
                    <a:cubicBezTo>
                      <a:pt x="217" y="1505"/>
                      <a:pt x="197" y="1505"/>
                      <a:pt x="177" y="1505"/>
                    </a:cubicBezTo>
                    <a:cubicBezTo>
                      <a:pt x="177" y="1427"/>
                      <a:pt x="177" y="1349"/>
                      <a:pt x="177" y="1269"/>
                    </a:cubicBezTo>
                    <a:cubicBezTo>
                      <a:pt x="158" y="1269"/>
                      <a:pt x="138" y="1269"/>
                      <a:pt x="118" y="1269"/>
                    </a:cubicBezTo>
                    <a:cubicBezTo>
                      <a:pt x="118" y="1263"/>
                      <a:pt x="118" y="1263"/>
                      <a:pt x="116" y="1234"/>
                    </a:cubicBezTo>
                    <a:cubicBezTo>
                      <a:pt x="113" y="1191"/>
                      <a:pt x="110" y="1149"/>
                      <a:pt x="107" y="1106"/>
                    </a:cubicBezTo>
                    <a:cubicBezTo>
                      <a:pt x="106" y="1088"/>
                      <a:pt x="105" y="1070"/>
                      <a:pt x="103" y="1051"/>
                    </a:cubicBezTo>
                    <a:cubicBezTo>
                      <a:pt x="102" y="1025"/>
                      <a:pt x="100" y="998"/>
                      <a:pt x="98" y="972"/>
                    </a:cubicBezTo>
                    <a:cubicBezTo>
                      <a:pt x="97" y="964"/>
                      <a:pt x="97" y="955"/>
                      <a:pt x="96" y="947"/>
                    </a:cubicBezTo>
                    <a:cubicBezTo>
                      <a:pt x="93" y="902"/>
                      <a:pt x="92" y="888"/>
                      <a:pt x="59" y="856"/>
                    </a:cubicBezTo>
                    <a:cubicBezTo>
                      <a:pt x="56" y="828"/>
                      <a:pt x="56" y="803"/>
                      <a:pt x="56" y="775"/>
                    </a:cubicBezTo>
                    <a:cubicBezTo>
                      <a:pt x="56" y="767"/>
                      <a:pt x="56" y="760"/>
                      <a:pt x="56" y="752"/>
                    </a:cubicBezTo>
                    <a:cubicBezTo>
                      <a:pt x="56" y="727"/>
                      <a:pt x="57" y="702"/>
                      <a:pt x="57" y="677"/>
                    </a:cubicBezTo>
                    <a:cubicBezTo>
                      <a:pt x="57" y="660"/>
                      <a:pt x="57" y="643"/>
                      <a:pt x="58" y="626"/>
                    </a:cubicBezTo>
                    <a:cubicBezTo>
                      <a:pt x="58" y="584"/>
                      <a:pt x="58" y="543"/>
                      <a:pt x="59" y="502"/>
                    </a:cubicBezTo>
                    <a:cubicBezTo>
                      <a:pt x="40" y="502"/>
                      <a:pt x="20" y="502"/>
                      <a:pt x="0" y="502"/>
                    </a:cubicBezTo>
                    <a:cubicBezTo>
                      <a:pt x="0" y="414"/>
                      <a:pt x="0" y="326"/>
                      <a:pt x="0" y="236"/>
                    </a:cubicBezTo>
                    <a:cubicBezTo>
                      <a:pt x="19" y="236"/>
                      <a:pt x="39" y="236"/>
                      <a:pt x="59" y="236"/>
                    </a:cubicBezTo>
                    <a:cubicBezTo>
                      <a:pt x="59" y="304"/>
                      <a:pt x="59" y="372"/>
                      <a:pt x="59" y="443"/>
                    </a:cubicBezTo>
                    <a:cubicBezTo>
                      <a:pt x="78" y="443"/>
                      <a:pt x="98" y="443"/>
                      <a:pt x="118" y="443"/>
                    </a:cubicBezTo>
                    <a:cubicBezTo>
                      <a:pt x="118" y="462"/>
                      <a:pt x="118" y="481"/>
                      <a:pt x="118" y="502"/>
                    </a:cubicBezTo>
                    <a:cubicBezTo>
                      <a:pt x="176" y="502"/>
                      <a:pt x="235" y="502"/>
                      <a:pt x="295" y="502"/>
                    </a:cubicBezTo>
                    <a:cubicBezTo>
                      <a:pt x="295" y="482"/>
                      <a:pt x="295" y="463"/>
                      <a:pt x="295" y="443"/>
                    </a:cubicBezTo>
                    <a:cubicBezTo>
                      <a:pt x="314" y="443"/>
                      <a:pt x="334" y="443"/>
                      <a:pt x="354" y="443"/>
                    </a:cubicBezTo>
                    <a:cubicBezTo>
                      <a:pt x="354" y="423"/>
                      <a:pt x="354" y="404"/>
                      <a:pt x="354" y="384"/>
                    </a:cubicBezTo>
                    <a:cubicBezTo>
                      <a:pt x="373" y="384"/>
                      <a:pt x="393" y="384"/>
                      <a:pt x="413" y="384"/>
                    </a:cubicBezTo>
                    <a:cubicBezTo>
                      <a:pt x="413" y="364"/>
                      <a:pt x="413" y="345"/>
                      <a:pt x="413" y="325"/>
                    </a:cubicBezTo>
                    <a:cubicBezTo>
                      <a:pt x="452" y="325"/>
                      <a:pt x="491" y="325"/>
                      <a:pt x="531" y="325"/>
                    </a:cubicBezTo>
                    <a:cubicBezTo>
                      <a:pt x="531" y="305"/>
                      <a:pt x="531" y="286"/>
                      <a:pt x="531" y="266"/>
                    </a:cubicBezTo>
                    <a:cubicBezTo>
                      <a:pt x="570" y="266"/>
                      <a:pt x="609" y="266"/>
                      <a:pt x="649" y="266"/>
                    </a:cubicBezTo>
                    <a:cubicBezTo>
                      <a:pt x="649" y="246"/>
                      <a:pt x="649" y="227"/>
                      <a:pt x="649" y="207"/>
                    </a:cubicBezTo>
                    <a:cubicBezTo>
                      <a:pt x="658" y="202"/>
                      <a:pt x="667" y="198"/>
                      <a:pt x="676" y="194"/>
                    </a:cubicBezTo>
                    <a:cubicBezTo>
                      <a:pt x="717" y="172"/>
                      <a:pt x="721" y="154"/>
                      <a:pt x="734" y="111"/>
                    </a:cubicBezTo>
                    <a:cubicBezTo>
                      <a:pt x="735" y="107"/>
                      <a:pt x="735" y="107"/>
                      <a:pt x="741" y="87"/>
                    </a:cubicBezTo>
                    <a:cubicBezTo>
                      <a:pt x="744" y="78"/>
                      <a:pt x="746" y="70"/>
                      <a:pt x="749" y="61"/>
                    </a:cubicBezTo>
                    <a:cubicBezTo>
                      <a:pt x="755" y="41"/>
                      <a:pt x="761" y="21"/>
                      <a:pt x="767" y="0"/>
                    </a:cubicBezTo>
                    <a:close/>
                    <a:moveTo>
                      <a:pt x="472" y="620"/>
                    </a:moveTo>
                    <a:cubicBezTo>
                      <a:pt x="472" y="658"/>
                      <a:pt x="472" y="697"/>
                      <a:pt x="472" y="738"/>
                    </a:cubicBezTo>
                    <a:cubicBezTo>
                      <a:pt x="453" y="738"/>
                      <a:pt x="433" y="738"/>
                      <a:pt x="413" y="738"/>
                    </a:cubicBezTo>
                    <a:cubicBezTo>
                      <a:pt x="413" y="757"/>
                      <a:pt x="413" y="776"/>
                      <a:pt x="413" y="797"/>
                    </a:cubicBezTo>
                    <a:cubicBezTo>
                      <a:pt x="394" y="797"/>
                      <a:pt x="374" y="797"/>
                      <a:pt x="354" y="797"/>
                    </a:cubicBezTo>
                    <a:cubicBezTo>
                      <a:pt x="354" y="952"/>
                      <a:pt x="354" y="1108"/>
                      <a:pt x="354" y="1269"/>
                    </a:cubicBezTo>
                    <a:cubicBezTo>
                      <a:pt x="315" y="1269"/>
                      <a:pt x="276" y="1269"/>
                      <a:pt x="236" y="1269"/>
                    </a:cubicBezTo>
                    <a:cubicBezTo>
                      <a:pt x="236" y="1308"/>
                      <a:pt x="236" y="1346"/>
                      <a:pt x="236" y="1387"/>
                    </a:cubicBezTo>
                    <a:cubicBezTo>
                      <a:pt x="275" y="1387"/>
                      <a:pt x="314" y="1387"/>
                      <a:pt x="354" y="1387"/>
                    </a:cubicBezTo>
                    <a:cubicBezTo>
                      <a:pt x="354" y="1367"/>
                      <a:pt x="354" y="1348"/>
                      <a:pt x="354" y="1328"/>
                    </a:cubicBezTo>
                    <a:cubicBezTo>
                      <a:pt x="373" y="1328"/>
                      <a:pt x="393" y="1328"/>
                      <a:pt x="413" y="1328"/>
                    </a:cubicBezTo>
                    <a:cubicBezTo>
                      <a:pt x="413" y="1289"/>
                      <a:pt x="413" y="1250"/>
                      <a:pt x="413" y="1210"/>
                    </a:cubicBezTo>
                    <a:cubicBezTo>
                      <a:pt x="427" y="1207"/>
                      <a:pt x="441" y="1204"/>
                      <a:pt x="455" y="1202"/>
                    </a:cubicBezTo>
                    <a:cubicBezTo>
                      <a:pt x="485" y="1192"/>
                      <a:pt x="498" y="1186"/>
                      <a:pt x="514" y="1159"/>
                    </a:cubicBezTo>
                    <a:cubicBezTo>
                      <a:pt x="523" y="1130"/>
                      <a:pt x="529" y="1102"/>
                      <a:pt x="535" y="1073"/>
                    </a:cubicBezTo>
                    <a:cubicBezTo>
                      <a:pt x="537" y="1063"/>
                      <a:pt x="539" y="1052"/>
                      <a:pt x="542" y="1041"/>
                    </a:cubicBezTo>
                    <a:cubicBezTo>
                      <a:pt x="571" y="902"/>
                      <a:pt x="596" y="762"/>
                      <a:pt x="590" y="620"/>
                    </a:cubicBezTo>
                    <a:cubicBezTo>
                      <a:pt x="551" y="620"/>
                      <a:pt x="512" y="620"/>
                      <a:pt x="472" y="62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87" name="ICON_C_WINDOWS_HEADER_path_016"/>
              <p:cNvSpPr/>
              <p:nvPr/>
            </p:nvSpPr>
            <p:spPr>
              <a:xfrm>
                <a:off x="5581561" y="7109724"/>
                <a:ext cx="1499" cy="97415"/>
              </a:xfrm>
              <a:custGeom>
                <a:avLst/>
                <a:gdLst/>
                <a:ahLst/>
                <a:cxnLst/>
                <a:rect l="0" t="0" r="r" b="b"/>
                <a:pathLst>
                  <a:path w="118" h="7670" fill="norm" stroke="0">
                    <a:moveTo>
                      <a:pt x="59" y="0"/>
                    </a:moveTo>
                    <a:cubicBezTo>
                      <a:pt x="78" y="0"/>
                      <a:pt x="98" y="0"/>
                      <a:pt x="118" y="0"/>
                    </a:cubicBezTo>
                    <a:cubicBezTo>
                      <a:pt x="118" y="2531"/>
                      <a:pt x="118" y="5062"/>
                      <a:pt x="118" y="7670"/>
                    </a:cubicBezTo>
                    <a:cubicBezTo>
                      <a:pt x="99" y="7670"/>
                      <a:pt x="79" y="7670"/>
                      <a:pt x="59" y="7670"/>
                    </a:cubicBezTo>
                    <a:cubicBezTo>
                      <a:pt x="59" y="6385"/>
                      <a:pt x="59" y="5100"/>
                      <a:pt x="59" y="3776"/>
                    </a:cubicBezTo>
                    <a:cubicBezTo>
                      <a:pt x="40" y="3776"/>
                      <a:pt x="20" y="3776"/>
                      <a:pt x="0" y="3776"/>
                    </a:cubicBezTo>
                    <a:cubicBezTo>
                      <a:pt x="0" y="3737"/>
                      <a:pt x="0" y="3698"/>
                      <a:pt x="0" y="3658"/>
                    </a:cubicBezTo>
                    <a:cubicBezTo>
                      <a:pt x="19" y="3658"/>
                      <a:pt x="39" y="3658"/>
                      <a:pt x="59" y="3658"/>
                    </a:cubicBezTo>
                    <a:cubicBezTo>
                      <a:pt x="59" y="2451"/>
                      <a:pt x="59" y="1244"/>
                      <a:pt x="5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88" name="ICON_C_WINDOWS_HEADER_path_017"/>
              <p:cNvSpPr/>
              <p:nvPr/>
            </p:nvSpPr>
            <p:spPr>
              <a:xfrm>
                <a:off x="5622026" y="7155060"/>
                <a:ext cx="8243" cy="21356"/>
              </a:xfrm>
              <a:custGeom>
                <a:avLst/>
                <a:gdLst/>
                <a:ahLst/>
                <a:cxnLst/>
                <a:rect l="0" t="0" r="r" b="b"/>
                <a:pathLst>
                  <a:path w="649" h="1682" fill="norm" stroke="0">
                    <a:moveTo>
                      <a:pt x="0" y="0"/>
                    </a:moveTo>
                    <a:cubicBezTo>
                      <a:pt x="78" y="10"/>
                      <a:pt x="156" y="19"/>
                      <a:pt x="236" y="30"/>
                    </a:cubicBezTo>
                    <a:cubicBezTo>
                      <a:pt x="236" y="49"/>
                      <a:pt x="236" y="68"/>
                      <a:pt x="236" y="89"/>
                    </a:cubicBezTo>
                    <a:cubicBezTo>
                      <a:pt x="255" y="89"/>
                      <a:pt x="275" y="89"/>
                      <a:pt x="295" y="89"/>
                    </a:cubicBezTo>
                    <a:cubicBezTo>
                      <a:pt x="295" y="166"/>
                      <a:pt x="295" y="244"/>
                      <a:pt x="295" y="325"/>
                    </a:cubicBezTo>
                    <a:cubicBezTo>
                      <a:pt x="314" y="325"/>
                      <a:pt x="334" y="325"/>
                      <a:pt x="354" y="325"/>
                    </a:cubicBezTo>
                    <a:cubicBezTo>
                      <a:pt x="354" y="344"/>
                      <a:pt x="354" y="363"/>
                      <a:pt x="354" y="384"/>
                    </a:cubicBezTo>
                    <a:cubicBezTo>
                      <a:pt x="373" y="384"/>
                      <a:pt x="393" y="384"/>
                      <a:pt x="413" y="384"/>
                    </a:cubicBezTo>
                    <a:cubicBezTo>
                      <a:pt x="413" y="364"/>
                      <a:pt x="413" y="345"/>
                      <a:pt x="413" y="325"/>
                    </a:cubicBezTo>
                    <a:cubicBezTo>
                      <a:pt x="425" y="323"/>
                      <a:pt x="437" y="322"/>
                      <a:pt x="450" y="320"/>
                    </a:cubicBezTo>
                    <a:cubicBezTo>
                      <a:pt x="466" y="318"/>
                      <a:pt x="482" y="316"/>
                      <a:pt x="498" y="313"/>
                    </a:cubicBezTo>
                    <a:cubicBezTo>
                      <a:pt x="502" y="313"/>
                      <a:pt x="502" y="313"/>
                      <a:pt x="522" y="311"/>
                    </a:cubicBezTo>
                    <a:cubicBezTo>
                      <a:pt x="530" y="310"/>
                      <a:pt x="538" y="308"/>
                      <a:pt x="546" y="307"/>
                    </a:cubicBezTo>
                    <a:cubicBezTo>
                      <a:pt x="553" y="306"/>
                      <a:pt x="560" y="305"/>
                      <a:pt x="567" y="304"/>
                    </a:cubicBezTo>
                    <a:cubicBezTo>
                      <a:pt x="590" y="295"/>
                      <a:pt x="590" y="295"/>
                      <a:pt x="649" y="236"/>
                    </a:cubicBezTo>
                    <a:cubicBezTo>
                      <a:pt x="649" y="324"/>
                      <a:pt x="649" y="411"/>
                      <a:pt x="649" y="502"/>
                    </a:cubicBezTo>
                    <a:cubicBezTo>
                      <a:pt x="630" y="502"/>
                      <a:pt x="610" y="502"/>
                      <a:pt x="590" y="502"/>
                    </a:cubicBezTo>
                    <a:cubicBezTo>
                      <a:pt x="590" y="618"/>
                      <a:pt x="590" y="735"/>
                      <a:pt x="590" y="856"/>
                    </a:cubicBezTo>
                    <a:cubicBezTo>
                      <a:pt x="571" y="856"/>
                      <a:pt x="551" y="856"/>
                      <a:pt x="531" y="856"/>
                    </a:cubicBezTo>
                    <a:cubicBezTo>
                      <a:pt x="531" y="992"/>
                      <a:pt x="531" y="1128"/>
                      <a:pt x="531" y="1269"/>
                    </a:cubicBezTo>
                    <a:cubicBezTo>
                      <a:pt x="512" y="1269"/>
                      <a:pt x="492" y="1269"/>
                      <a:pt x="472" y="1269"/>
                    </a:cubicBezTo>
                    <a:cubicBezTo>
                      <a:pt x="472" y="1327"/>
                      <a:pt x="472" y="1385"/>
                      <a:pt x="472" y="1446"/>
                    </a:cubicBezTo>
                    <a:cubicBezTo>
                      <a:pt x="453" y="1446"/>
                      <a:pt x="433" y="1446"/>
                      <a:pt x="413" y="1446"/>
                    </a:cubicBezTo>
                    <a:cubicBezTo>
                      <a:pt x="413" y="1504"/>
                      <a:pt x="413" y="1562"/>
                      <a:pt x="413" y="1623"/>
                    </a:cubicBezTo>
                    <a:cubicBezTo>
                      <a:pt x="394" y="1623"/>
                      <a:pt x="374" y="1623"/>
                      <a:pt x="354" y="1623"/>
                    </a:cubicBezTo>
                    <a:cubicBezTo>
                      <a:pt x="354" y="1642"/>
                      <a:pt x="354" y="1662"/>
                      <a:pt x="354" y="1682"/>
                    </a:cubicBezTo>
                    <a:cubicBezTo>
                      <a:pt x="315" y="1682"/>
                      <a:pt x="276" y="1682"/>
                      <a:pt x="236" y="1682"/>
                    </a:cubicBezTo>
                    <a:cubicBezTo>
                      <a:pt x="234" y="1663"/>
                      <a:pt x="232" y="1644"/>
                      <a:pt x="231" y="1625"/>
                    </a:cubicBezTo>
                    <a:cubicBezTo>
                      <a:pt x="228" y="1600"/>
                      <a:pt x="226" y="1575"/>
                      <a:pt x="223" y="1551"/>
                    </a:cubicBezTo>
                    <a:cubicBezTo>
                      <a:pt x="223" y="1544"/>
                      <a:pt x="223" y="1544"/>
                      <a:pt x="220" y="1513"/>
                    </a:cubicBezTo>
                    <a:cubicBezTo>
                      <a:pt x="218" y="1501"/>
                      <a:pt x="217" y="1489"/>
                      <a:pt x="216" y="1477"/>
                    </a:cubicBezTo>
                    <a:cubicBezTo>
                      <a:pt x="215" y="1466"/>
                      <a:pt x="214" y="1455"/>
                      <a:pt x="213" y="1444"/>
                    </a:cubicBezTo>
                    <a:cubicBezTo>
                      <a:pt x="207" y="1416"/>
                      <a:pt x="207" y="1416"/>
                      <a:pt x="177" y="1387"/>
                    </a:cubicBezTo>
                    <a:cubicBezTo>
                      <a:pt x="171" y="1359"/>
                      <a:pt x="171" y="1359"/>
                      <a:pt x="169" y="1327"/>
                    </a:cubicBezTo>
                    <a:cubicBezTo>
                      <a:pt x="168" y="1321"/>
                      <a:pt x="168" y="1321"/>
                      <a:pt x="165" y="1291"/>
                    </a:cubicBezTo>
                    <a:cubicBezTo>
                      <a:pt x="163" y="1266"/>
                      <a:pt x="161" y="1241"/>
                      <a:pt x="159" y="1217"/>
                    </a:cubicBezTo>
                    <a:cubicBezTo>
                      <a:pt x="159" y="1211"/>
                      <a:pt x="159" y="1211"/>
                      <a:pt x="156" y="1181"/>
                    </a:cubicBezTo>
                    <a:cubicBezTo>
                      <a:pt x="155" y="1170"/>
                      <a:pt x="154" y="1159"/>
                      <a:pt x="153" y="1148"/>
                    </a:cubicBezTo>
                    <a:cubicBezTo>
                      <a:pt x="148" y="1121"/>
                      <a:pt x="148" y="1121"/>
                      <a:pt x="118" y="1092"/>
                    </a:cubicBezTo>
                    <a:cubicBezTo>
                      <a:pt x="115" y="1061"/>
                      <a:pt x="115" y="1061"/>
                      <a:pt x="115" y="1024"/>
                    </a:cubicBezTo>
                    <a:cubicBezTo>
                      <a:pt x="115" y="1011"/>
                      <a:pt x="115" y="998"/>
                      <a:pt x="115" y="984"/>
                    </a:cubicBezTo>
                    <a:cubicBezTo>
                      <a:pt x="116" y="970"/>
                      <a:pt x="116" y="956"/>
                      <a:pt x="116" y="942"/>
                    </a:cubicBezTo>
                    <a:cubicBezTo>
                      <a:pt x="116" y="928"/>
                      <a:pt x="116" y="914"/>
                      <a:pt x="117" y="900"/>
                    </a:cubicBezTo>
                    <a:cubicBezTo>
                      <a:pt x="117" y="865"/>
                      <a:pt x="117" y="831"/>
                      <a:pt x="118" y="797"/>
                    </a:cubicBezTo>
                    <a:cubicBezTo>
                      <a:pt x="99" y="797"/>
                      <a:pt x="79" y="797"/>
                      <a:pt x="59" y="797"/>
                    </a:cubicBezTo>
                    <a:cubicBezTo>
                      <a:pt x="59" y="660"/>
                      <a:pt x="59" y="524"/>
                      <a:pt x="59" y="384"/>
                    </a:cubicBezTo>
                    <a:cubicBezTo>
                      <a:pt x="40" y="384"/>
                      <a:pt x="20" y="384"/>
                      <a:pt x="0" y="384"/>
                    </a:cubicBezTo>
                    <a:cubicBezTo>
                      <a:pt x="0" y="257"/>
                      <a:pt x="0" y="130"/>
                      <a:pt x="0" y="0"/>
                    </a:cubicBezTo>
                    <a:close/>
                    <a:moveTo>
                      <a:pt x="177" y="502"/>
                    </a:moveTo>
                    <a:cubicBezTo>
                      <a:pt x="177" y="540"/>
                      <a:pt x="177" y="579"/>
                      <a:pt x="177" y="620"/>
                    </a:cubicBezTo>
                    <a:cubicBezTo>
                      <a:pt x="158" y="620"/>
                      <a:pt x="138" y="620"/>
                      <a:pt x="118" y="620"/>
                    </a:cubicBezTo>
                    <a:cubicBezTo>
                      <a:pt x="118" y="658"/>
                      <a:pt x="118" y="697"/>
                      <a:pt x="118" y="738"/>
                    </a:cubicBezTo>
                    <a:cubicBezTo>
                      <a:pt x="137" y="738"/>
                      <a:pt x="157" y="738"/>
                      <a:pt x="177" y="738"/>
                    </a:cubicBezTo>
                    <a:cubicBezTo>
                      <a:pt x="176" y="746"/>
                      <a:pt x="175" y="755"/>
                      <a:pt x="173" y="765"/>
                    </a:cubicBezTo>
                    <a:cubicBezTo>
                      <a:pt x="134" y="1070"/>
                      <a:pt x="134" y="1070"/>
                      <a:pt x="191" y="1202"/>
                    </a:cubicBezTo>
                    <a:cubicBezTo>
                      <a:pt x="207" y="1240"/>
                      <a:pt x="215" y="1275"/>
                      <a:pt x="221" y="1317"/>
                    </a:cubicBezTo>
                    <a:cubicBezTo>
                      <a:pt x="234" y="1386"/>
                      <a:pt x="260" y="1443"/>
                      <a:pt x="295" y="1505"/>
                    </a:cubicBezTo>
                    <a:cubicBezTo>
                      <a:pt x="351" y="1466"/>
                      <a:pt x="405" y="1427"/>
                      <a:pt x="419" y="1358"/>
                    </a:cubicBezTo>
                    <a:cubicBezTo>
                      <a:pt x="424" y="1289"/>
                      <a:pt x="420" y="1220"/>
                      <a:pt x="413" y="1151"/>
                    </a:cubicBezTo>
                    <a:cubicBezTo>
                      <a:pt x="432" y="1151"/>
                      <a:pt x="452" y="1151"/>
                      <a:pt x="472" y="1151"/>
                    </a:cubicBezTo>
                    <a:cubicBezTo>
                      <a:pt x="472" y="1073"/>
                      <a:pt x="472" y="995"/>
                      <a:pt x="472" y="915"/>
                    </a:cubicBezTo>
                    <a:cubicBezTo>
                      <a:pt x="453" y="915"/>
                      <a:pt x="433" y="915"/>
                      <a:pt x="413" y="915"/>
                    </a:cubicBezTo>
                    <a:cubicBezTo>
                      <a:pt x="413" y="895"/>
                      <a:pt x="413" y="876"/>
                      <a:pt x="413" y="856"/>
                    </a:cubicBezTo>
                    <a:cubicBezTo>
                      <a:pt x="374" y="856"/>
                      <a:pt x="335" y="856"/>
                      <a:pt x="295" y="856"/>
                    </a:cubicBezTo>
                    <a:cubicBezTo>
                      <a:pt x="295" y="836"/>
                      <a:pt x="295" y="817"/>
                      <a:pt x="295" y="797"/>
                    </a:cubicBezTo>
                    <a:cubicBezTo>
                      <a:pt x="276" y="797"/>
                      <a:pt x="256" y="797"/>
                      <a:pt x="236" y="797"/>
                    </a:cubicBezTo>
                    <a:cubicBezTo>
                      <a:pt x="236" y="758"/>
                      <a:pt x="236" y="719"/>
                      <a:pt x="236" y="679"/>
                    </a:cubicBezTo>
                    <a:cubicBezTo>
                      <a:pt x="255" y="679"/>
                      <a:pt x="275" y="679"/>
                      <a:pt x="295" y="679"/>
                    </a:cubicBezTo>
                    <a:cubicBezTo>
                      <a:pt x="295" y="659"/>
                      <a:pt x="295" y="640"/>
                      <a:pt x="295" y="620"/>
                    </a:cubicBezTo>
                    <a:cubicBezTo>
                      <a:pt x="314" y="620"/>
                      <a:pt x="334" y="620"/>
                      <a:pt x="354" y="620"/>
                    </a:cubicBezTo>
                    <a:cubicBezTo>
                      <a:pt x="354" y="581"/>
                      <a:pt x="354" y="542"/>
                      <a:pt x="354" y="502"/>
                    </a:cubicBezTo>
                    <a:cubicBezTo>
                      <a:pt x="296" y="502"/>
                      <a:pt x="237" y="502"/>
                      <a:pt x="177" y="502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89" name="ICON_C_WINDOWS_HEADER_path_018"/>
              <p:cNvSpPr/>
              <p:nvPr/>
            </p:nvSpPr>
            <p:spPr>
              <a:xfrm>
                <a:off x="5609287" y="7143445"/>
                <a:ext cx="11240" cy="15736"/>
              </a:xfrm>
              <a:custGeom>
                <a:avLst/>
                <a:gdLst/>
                <a:ahLst/>
                <a:cxnLst/>
                <a:rect l="0" t="0" r="r" b="b"/>
                <a:pathLst>
                  <a:path w="885" h="1239" fill="norm" stroke="0">
                    <a:moveTo>
                      <a:pt x="295" y="0"/>
                    </a:moveTo>
                    <a:cubicBezTo>
                      <a:pt x="314" y="0"/>
                      <a:pt x="334" y="0"/>
                      <a:pt x="354" y="0"/>
                    </a:cubicBezTo>
                    <a:cubicBezTo>
                      <a:pt x="354" y="19"/>
                      <a:pt x="354" y="39"/>
                      <a:pt x="354" y="59"/>
                    </a:cubicBezTo>
                    <a:cubicBezTo>
                      <a:pt x="373" y="59"/>
                      <a:pt x="393" y="59"/>
                      <a:pt x="413" y="59"/>
                    </a:cubicBezTo>
                    <a:cubicBezTo>
                      <a:pt x="413" y="78"/>
                      <a:pt x="413" y="98"/>
                      <a:pt x="413" y="118"/>
                    </a:cubicBezTo>
                    <a:cubicBezTo>
                      <a:pt x="491" y="118"/>
                      <a:pt x="569" y="118"/>
                      <a:pt x="649" y="118"/>
                    </a:cubicBezTo>
                    <a:cubicBezTo>
                      <a:pt x="649" y="99"/>
                      <a:pt x="649" y="79"/>
                      <a:pt x="649" y="59"/>
                    </a:cubicBezTo>
                    <a:cubicBezTo>
                      <a:pt x="673" y="58"/>
                      <a:pt x="697" y="58"/>
                      <a:pt x="721" y="57"/>
                    </a:cubicBezTo>
                    <a:cubicBezTo>
                      <a:pt x="728" y="57"/>
                      <a:pt x="728" y="57"/>
                      <a:pt x="761" y="56"/>
                    </a:cubicBezTo>
                    <a:cubicBezTo>
                      <a:pt x="797" y="59"/>
                      <a:pt x="797" y="59"/>
                      <a:pt x="826" y="89"/>
                    </a:cubicBezTo>
                    <a:cubicBezTo>
                      <a:pt x="829" y="116"/>
                      <a:pt x="829" y="116"/>
                      <a:pt x="829" y="149"/>
                    </a:cubicBezTo>
                    <a:cubicBezTo>
                      <a:pt x="829" y="161"/>
                      <a:pt x="829" y="173"/>
                      <a:pt x="829" y="185"/>
                    </a:cubicBezTo>
                    <a:cubicBezTo>
                      <a:pt x="828" y="198"/>
                      <a:pt x="828" y="210"/>
                      <a:pt x="828" y="223"/>
                    </a:cubicBezTo>
                    <a:cubicBezTo>
                      <a:pt x="828" y="236"/>
                      <a:pt x="828" y="248"/>
                      <a:pt x="827" y="261"/>
                    </a:cubicBezTo>
                    <a:cubicBezTo>
                      <a:pt x="827" y="292"/>
                      <a:pt x="827" y="323"/>
                      <a:pt x="826" y="354"/>
                    </a:cubicBezTo>
                    <a:cubicBezTo>
                      <a:pt x="846" y="354"/>
                      <a:pt x="865" y="354"/>
                      <a:pt x="885" y="354"/>
                    </a:cubicBezTo>
                    <a:cubicBezTo>
                      <a:pt x="885" y="412"/>
                      <a:pt x="885" y="471"/>
                      <a:pt x="885" y="531"/>
                    </a:cubicBezTo>
                    <a:cubicBezTo>
                      <a:pt x="866" y="531"/>
                      <a:pt x="846" y="531"/>
                      <a:pt x="826" y="531"/>
                    </a:cubicBezTo>
                    <a:cubicBezTo>
                      <a:pt x="826" y="551"/>
                      <a:pt x="826" y="570"/>
                      <a:pt x="826" y="590"/>
                    </a:cubicBezTo>
                    <a:cubicBezTo>
                      <a:pt x="787" y="590"/>
                      <a:pt x="748" y="590"/>
                      <a:pt x="708" y="590"/>
                    </a:cubicBezTo>
                    <a:cubicBezTo>
                      <a:pt x="708" y="571"/>
                      <a:pt x="708" y="551"/>
                      <a:pt x="708" y="531"/>
                    </a:cubicBezTo>
                    <a:cubicBezTo>
                      <a:pt x="669" y="531"/>
                      <a:pt x="630" y="531"/>
                      <a:pt x="590" y="531"/>
                    </a:cubicBezTo>
                    <a:cubicBezTo>
                      <a:pt x="590" y="434"/>
                      <a:pt x="590" y="336"/>
                      <a:pt x="590" y="236"/>
                    </a:cubicBezTo>
                    <a:cubicBezTo>
                      <a:pt x="532" y="236"/>
                      <a:pt x="473" y="236"/>
                      <a:pt x="413" y="236"/>
                    </a:cubicBezTo>
                    <a:cubicBezTo>
                      <a:pt x="413" y="314"/>
                      <a:pt x="413" y="392"/>
                      <a:pt x="413" y="472"/>
                    </a:cubicBezTo>
                    <a:cubicBezTo>
                      <a:pt x="374" y="472"/>
                      <a:pt x="335" y="472"/>
                      <a:pt x="295" y="472"/>
                    </a:cubicBezTo>
                    <a:cubicBezTo>
                      <a:pt x="300" y="487"/>
                      <a:pt x="304" y="501"/>
                      <a:pt x="309" y="516"/>
                    </a:cubicBezTo>
                    <a:cubicBezTo>
                      <a:pt x="315" y="535"/>
                      <a:pt x="321" y="554"/>
                      <a:pt x="326" y="573"/>
                    </a:cubicBezTo>
                    <a:cubicBezTo>
                      <a:pt x="329" y="583"/>
                      <a:pt x="332" y="593"/>
                      <a:pt x="336" y="603"/>
                    </a:cubicBezTo>
                    <a:cubicBezTo>
                      <a:pt x="338" y="612"/>
                      <a:pt x="341" y="621"/>
                      <a:pt x="344" y="630"/>
                    </a:cubicBezTo>
                    <a:cubicBezTo>
                      <a:pt x="347" y="639"/>
                      <a:pt x="349" y="647"/>
                      <a:pt x="352" y="656"/>
                    </a:cubicBezTo>
                    <a:cubicBezTo>
                      <a:pt x="352" y="660"/>
                      <a:pt x="352" y="660"/>
                      <a:pt x="354" y="679"/>
                    </a:cubicBezTo>
                    <a:cubicBezTo>
                      <a:pt x="344" y="688"/>
                      <a:pt x="335" y="698"/>
                      <a:pt x="325" y="708"/>
                    </a:cubicBezTo>
                    <a:cubicBezTo>
                      <a:pt x="318" y="733"/>
                      <a:pt x="318" y="733"/>
                      <a:pt x="315" y="763"/>
                    </a:cubicBezTo>
                    <a:cubicBezTo>
                      <a:pt x="314" y="773"/>
                      <a:pt x="313" y="784"/>
                      <a:pt x="311" y="795"/>
                    </a:cubicBezTo>
                    <a:cubicBezTo>
                      <a:pt x="311" y="800"/>
                      <a:pt x="311" y="800"/>
                      <a:pt x="308" y="828"/>
                    </a:cubicBezTo>
                    <a:cubicBezTo>
                      <a:pt x="307" y="839"/>
                      <a:pt x="305" y="850"/>
                      <a:pt x="304" y="862"/>
                    </a:cubicBezTo>
                    <a:cubicBezTo>
                      <a:pt x="301" y="889"/>
                      <a:pt x="298" y="917"/>
                      <a:pt x="295" y="944"/>
                    </a:cubicBezTo>
                    <a:cubicBezTo>
                      <a:pt x="276" y="944"/>
                      <a:pt x="256" y="944"/>
                      <a:pt x="236" y="944"/>
                    </a:cubicBezTo>
                    <a:cubicBezTo>
                      <a:pt x="236" y="1022"/>
                      <a:pt x="236" y="1100"/>
                      <a:pt x="236" y="1180"/>
                    </a:cubicBezTo>
                    <a:cubicBezTo>
                      <a:pt x="217" y="1180"/>
                      <a:pt x="197" y="1180"/>
                      <a:pt x="177" y="1180"/>
                    </a:cubicBezTo>
                    <a:cubicBezTo>
                      <a:pt x="177" y="1200"/>
                      <a:pt x="177" y="1219"/>
                      <a:pt x="177" y="1239"/>
                    </a:cubicBezTo>
                    <a:cubicBezTo>
                      <a:pt x="119" y="1239"/>
                      <a:pt x="60" y="1239"/>
                      <a:pt x="0" y="1239"/>
                    </a:cubicBezTo>
                    <a:cubicBezTo>
                      <a:pt x="0" y="1064"/>
                      <a:pt x="0" y="889"/>
                      <a:pt x="0" y="708"/>
                    </a:cubicBezTo>
                    <a:cubicBezTo>
                      <a:pt x="39" y="708"/>
                      <a:pt x="78" y="708"/>
                      <a:pt x="118" y="708"/>
                    </a:cubicBezTo>
                    <a:cubicBezTo>
                      <a:pt x="118" y="572"/>
                      <a:pt x="118" y="435"/>
                      <a:pt x="118" y="295"/>
                    </a:cubicBezTo>
                    <a:cubicBezTo>
                      <a:pt x="137" y="295"/>
                      <a:pt x="157" y="295"/>
                      <a:pt x="177" y="295"/>
                    </a:cubicBezTo>
                    <a:cubicBezTo>
                      <a:pt x="177" y="237"/>
                      <a:pt x="177" y="178"/>
                      <a:pt x="177" y="118"/>
                    </a:cubicBezTo>
                    <a:cubicBezTo>
                      <a:pt x="196" y="118"/>
                      <a:pt x="216" y="118"/>
                      <a:pt x="236" y="118"/>
                    </a:cubicBezTo>
                    <a:cubicBezTo>
                      <a:pt x="236" y="99"/>
                      <a:pt x="236" y="79"/>
                      <a:pt x="236" y="59"/>
                    </a:cubicBezTo>
                    <a:cubicBezTo>
                      <a:pt x="255" y="59"/>
                      <a:pt x="275" y="59"/>
                      <a:pt x="295" y="59"/>
                    </a:cubicBezTo>
                    <a:cubicBezTo>
                      <a:pt x="295" y="40"/>
                      <a:pt x="295" y="20"/>
                      <a:pt x="295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375" cap="flat">
                <a:noFill/>
              </a:ln>
            </p:spPr>
          </p:sp>
          <p:sp>
            <p:nvSpPr>
              <p:cNvPr id="1890" name="ICON_C_WINDOWS_HEADER_path_019"/>
              <p:cNvSpPr/>
              <p:nvPr/>
            </p:nvSpPr>
            <p:spPr>
              <a:xfrm>
                <a:off x="5725435" y="7104479"/>
                <a:ext cx="60697" cy="2248"/>
              </a:xfrm>
              <a:custGeom>
                <a:avLst/>
                <a:gdLst/>
                <a:ahLst/>
                <a:cxnLst/>
                <a:rect l="0" t="0" r="r" b="b"/>
                <a:pathLst>
                  <a:path w="4779" h="177" fill="norm" stroke="0">
                    <a:moveTo>
                      <a:pt x="413" y="0"/>
                    </a:moveTo>
                    <a:cubicBezTo>
                      <a:pt x="588" y="0"/>
                      <a:pt x="764" y="0"/>
                      <a:pt x="944" y="0"/>
                    </a:cubicBezTo>
                    <a:cubicBezTo>
                      <a:pt x="944" y="19"/>
                      <a:pt x="944" y="39"/>
                      <a:pt x="944" y="59"/>
                    </a:cubicBezTo>
                    <a:cubicBezTo>
                      <a:pt x="983" y="59"/>
                      <a:pt x="1022" y="59"/>
                      <a:pt x="1062" y="59"/>
                    </a:cubicBezTo>
                    <a:cubicBezTo>
                      <a:pt x="1062" y="78"/>
                      <a:pt x="1062" y="98"/>
                      <a:pt x="1062" y="118"/>
                    </a:cubicBezTo>
                    <a:cubicBezTo>
                      <a:pt x="2094" y="118"/>
                      <a:pt x="3126" y="118"/>
                      <a:pt x="4189" y="118"/>
                    </a:cubicBezTo>
                    <a:cubicBezTo>
                      <a:pt x="4189" y="99"/>
                      <a:pt x="4189" y="79"/>
                      <a:pt x="4189" y="59"/>
                    </a:cubicBezTo>
                    <a:cubicBezTo>
                      <a:pt x="4267" y="59"/>
                      <a:pt x="4345" y="59"/>
                      <a:pt x="4425" y="59"/>
                    </a:cubicBezTo>
                    <a:cubicBezTo>
                      <a:pt x="4425" y="78"/>
                      <a:pt x="4425" y="98"/>
                      <a:pt x="4425" y="118"/>
                    </a:cubicBezTo>
                    <a:cubicBezTo>
                      <a:pt x="4542" y="118"/>
                      <a:pt x="4659" y="118"/>
                      <a:pt x="4779" y="118"/>
                    </a:cubicBezTo>
                    <a:cubicBezTo>
                      <a:pt x="4779" y="137"/>
                      <a:pt x="4779" y="157"/>
                      <a:pt x="4779" y="177"/>
                    </a:cubicBezTo>
                    <a:cubicBezTo>
                      <a:pt x="3202" y="177"/>
                      <a:pt x="1625" y="177"/>
                      <a:pt x="0" y="177"/>
                    </a:cubicBezTo>
                    <a:cubicBezTo>
                      <a:pt x="0" y="158"/>
                      <a:pt x="0" y="138"/>
                      <a:pt x="0" y="118"/>
                    </a:cubicBezTo>
                    <a:cubicBezTo>
                      <a:pt x="19" y="118"/>
                      <a:pt x="39" y="118"/>
                      <a:pt x="59" y="118"/>
                    </a:cubicBezTo>
                    <a:cubicBezTo>
                      <a:pt x="59" y="99"/>
                      <a:pt x="59" y="79"/>
                      <a:pt x="59" y="59"/>
                    </a:cubicBezTo>
                    <a:cubicBezTo>
                      <a:pt x="98" y="59"/>
                      <a:pt x="137" y="59"/>
                      <a:pt x="177" y="59"/>
                    </a:cubicBezTo>
                    <a:cubicBezTo>
                      <a:pt x="177" y="78"/>
                      <a:pt x="177" y="98"/>
                      <a:pt x="177" y="118"/>
                    </a:cubicBezTo>
                    <a:cubicBezTo>
                      <a:pt x="235" y="118"/>
                      <a:pt x="294" y="118"/>
                      <a:pt x="354" y="118"/>
                    </a:cubicBezTo>
                    <a:cubicBezTo>
                      <a:pt x="354" y="99"/>
                      <a:pt x="354" y="79"/>
                      <a:pt x="354" y="59"/>
                    </a:cubicBezTo>
                    <a:cubicBezTo>
                      <a:pt x="373" y="59"/>
                      <a:pt x="393" y="59"/>
                      <a:pt x="413" y="59"/>
                    </a:cubicBezTo>
                    <a:cubicBezTo>
                      <a:pt x="413" y="40"/>
                      <a:pt x="413" y="20"/>
                      <a:pt x="41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91" name="ICON_C_WINDOWS_HEADER_path_020"/>
              <p:cNvSpPr/>
              <p:nvPr/>
            </p:nvSpPr>
            <p:spPr>
              <a:xfrm>
                <a:off x="5750164" y="7143445"/>
                <a:ext cx="6744" cy="14987"/>
              </a:xfrm>
              <a:custGeom>
                <a:avLst/>
                <a:gdLst/>
                <a:ahLst/>
                <a:cxnLst/>
                <a:rect l="0" t="0" r="r" b="b"/>
                <a:pathLst>
                  <a:path w="531" h="1180" fill="norm" stroke="0">
                    <a:moveTo>
                      <a:pt x="177" y="0"/>
                    </a:moveTo>
                    <a:cubicBezTo>
                      <a:pt x="216" y="0"/>
                      <a:pt x="255" y="0"/>
                      <a:pt x="295" y="0"/>
                    </a:cubicBezTo>
                    <a:cubicBezTo>
                      <a:pt x="295" y="39"/>
                      <a:pt x="295" y="78"/>
                      <a:pt x="295" y="118"/>
                    </a:cubicBezTo>
                    <a:cubicBezTo>
                      <a:pt x="314" y="118"/>
                      <a:pt x="334" y="118"/>
                      <a:pt x="354" y="118"/>
                    </a:cubicBezTo>
                    <a:cubicBezTo>
                      <a:pt x="355" y="126"/>
                      <a:pt x="355" y="134"/>
                      <a:pt x="356" y="142"/>
                    </a:cubicBezTo>
                    <a:cubicBezTo>
                      <a:pt x="360" y="178"/>
                      <a:pt x="363" y="213"/>
                      <a:pt x="367" y="249"/>
                    </a:cubicBezTo>
                    <a:cubicBezTo>
                      <a:pt x="368" y="261"/>
                      <a:pt x="369" y="274"/>
                      <a:pt x="370" y="287"/>
                    </a:cubicBezTo>
                    <a:cubicBezTo>
                      <a:pt x="371" y="292"/>
                      <a:pt x="371" y="292"/>
                      <a:pt x="374" y="323"/>
                    </a:cubicBezTo>
                    <a:cubicBezTo>
                      <a:pt x="375" y="334"/>
                      <a:pt x="376" y="344"/>
                      <a:pt x="377" y="356"/>
                    </a:cubicBezTo>
                    <a:cubicBezTo>
                      <a:pt x="384" y="384"/>
                      <a:pt x="384" y="384"/>
                      <a:pt x="413" y="413"/>
                    </a:cubicBezTo>
                    <a:cubicBezTo>
                      <a:pt x="416" y="438"/>
                      <a:pt x="416" y="438"/>
                      <a:pt x="416" y="468"/>
                    </a:cubicBezTo>
                    <a:cubicBezTo>
                      <a:pt x="416" y="478"/>
                      <a:pt x="416" y="489"/>
                      <a:pt x="416" y="500"/>
                    </a:cubicBezTo>
                    <a:cubicBezTo>
                      <a:pt x="415" y="511"/>
                      <a:pt x="415" y="522"/>
                      <a:pt x="415" y="533"/>
                    </a:cubicBezTo>
                    <a:cubicBezTo>
                      <a:pt x="415" y="544"/>
                      <a:pt x="415" y="555"/>
                      <a:pt x="414" y="567"/>
                    </a:cubicBezTo>
                    <a:cubicBezTo>
                      <a:pt x="414" y="594"/>
                      <a:pt x="414" y="622"/>
                      <a:pt x="413" y="649"/>
                    </a:cubicBezTo>
                    <a:cubicBezTo>
                      <a:pt x="432" y="649"/>
                      <a:pt x="452" y="649"/>
                      <a:pt x="472" y="649"/>
                    </a:cubicBezTo>
                    <a:cubicBezTo>
                      <a:pt x="473" y="660"/>
                      <a:pt x="474" y="671"/>
                      <a:pt x="474" y="682"/>
                    </a:cubicBezTo>
                    <a:cubicBezTo>
                      <a:pt x="477" y="724"/>
                      <a:pt x="480" y="765"/>
                      <a:pt x="483" y="806"/>
                    </a:cubicBezTo>
                    <a:cubicBezTo>
                      <a:pt x="484" y="824"/>
                      <a:pt x="486" y="842"/>
                      <a:pt x="487" y="860"/>
                    </a:cubicBezTo>
                    <a:cubicBezTo>
                      <a:pt x="493" y="959"/>
                      <a:pt x="501" y="1055"/>
                      <a:pt x="531" y="1151"/>
                    </a:cubicBezTo>
                    <a:cubicBezTo>
                      <a:pt x="446" y="1081"/>
                      <a:pt x="446" y="1081"/>
                      <a:pt x="437" y="1030"/>
                    </a:cubicBezTo>
                    <a:cubicBezTo>
                      <a:pt x="437" y="998"/>
                      <a:pt x="437" y="998"/>
                      <a:pt x="443" y="944"/>
                    </a:cubicBezTo>
                    <a:cubicBezTo>
                      <a:pt x="394" y="944"/>
                      <a:pt x="345" y="944"/>
                      <a:pt x="295" y="944"/>
                    </a:cubicBezTo>
                    <a:cubicBezTo>
                      <a:pt x="295" y="1002"/>
                      <a:pt x="295" y="1061"/>
                      <a:pt x="295" y="1121"/>
                    </a:cubicBezTo>
                    <a:cubicBezTo>
                      <a:pt x="276" y="1121"/>
                      <a:pt x="256" y="1121"/>
                      <a:pt x="236" y="1121"/>
                    </a:cubicBezTo>
                    <a:cubicBezTo>
                      <a:pt x="236" y="1141"/>
                      <a:pt x="236" y="1160"/>
                      <a:pt x="236" y="1180"/>
                    </a:cubicBezTo>
                    <a:cubicBezTo>
                      <a:pt x="217" y="1180"/>
                      <a:pt x="197" y="1180"/>
                      <a:pt x="177" y="1180"/>
                    </a:cubicBezTo>
                    <a:cubicBezTo>
                      <a:pt x="177" y="1161"/>
                      <a:pt x="177" y="1141"/>
                      <a:pt x="177" y="1121"/>
                    </a:cubicBezTo>
                    <a:cubicBezTo>
                      <a:pt x="158" y="1121"/>
                      <a:pt x="138" y="1121"/>
                      <a:pt x="118" y="1121"/>
                    </a:cubicBezTo>
                    <a:cubicBezTo>
                      <a:pt x="118" y="1102"/>
                      <a:pt x="118" y="1082"/>
                      <a:pt x="118" y="1062"/>
                    </a:cubicBezTo>
                    <a:cubicBezTo>
                      <a:pt x="99" y="1067"/>
                      <a:pt x="99" y="1067"/>
                      <a:pt x="0" y="1092"/>
                    </a:cubicBezTo>
                    <a:cubicBezTo>
                      <a:pt x="0" y="965"/>
                      <a:pt x="0" y="838"/>
                      <a:pt x="0" y="708"/>
                    </a:cubicBezTo>
                    <a:cubicBezTo>
                      <a:pt x="19" y="708"/>
                      <a:pt x="39" y="708"/>
                      <a:pt x="59" y="708"/>
                    </a:cubicBezTo>
                    <a:cubicBezTo>
                      <a:pt x="59" y="611"/>
                      <a:pt x="59" y="513"/>
                      <a:pt x="59" y="413"/>
                    </a:cubicBezTo>
                    <a:cubicBezTo>
                      <a:pt x="78" y="413"/>
                      <a:pt x="98" y="413"/>
                      <a:pt x="118" y="413"/>
                    </a:cubicBezTo>
                    <a:cubicBezTo>
                      <a:pt x="118" y="401"/>
                      <a:pt x="117" y="388"/>
                      <a:pt x="117" y="375"/>
                    </a:cubicBezTo>
                    <a:cubicBezTo>
                      <a:pt x="117" y="359"/>
                      <a:pt x="116" y="343"/>
                      <a:pt x="116" y="326"/>
                    </a:cubicBezTo>
                    <a:cubicBezTo>
                      <a:pt x="116" y="318"/>
                      <a:pt x="116" y="310"/>
                      <a:pt x="115" y="302"/>
                    </a:cubicBezTo>
                    <a:cubicBezTo>
                      <a:pt x="115" y="280"/>
                      <a:pt x="117" y="258"/>
                      <a:pt x="118" y="236"/>
                    </a:cubicBezTo>
                    <a:cubicBezTo>
                      <a:pt x="128" y="226"/>
                      <a:pt x="137" y="217"/>
                      <a:pt x="148" y="207"/>
                    </a:cubicBezTo>
                    <a:cubicBezTo>
                      <a:pt x="154" y="184"/>
                      <a:pt x="154" y="184"/>
                      <a:pt x="157" y="158"/>
                    </a:cubicBezTo>
                    <a:cubicBezTo>
                      <a:pt x="158" y="149"/>
                      <a:pt x="159" y="140"/>
                      <a:pt x="161" y="131"/>
                    </a:cubicBezTo>
                    <a:cubicBezTo>
                      <a:pt x="162" y="121"/>
                      <a:pt x="163" y="111"/>
                      <a:pt x="164" y="101"/>
                    </a:cubicBezTo>
                    <a:cubicBezTo>
                      <a:pt x="165" y="97"/>
                      <a:pt x="165" y="97"/>
                      <a:pt x="168" y="72"/>
                    </a:cubicBezTo>
                    <a:cubicBezTo>
                      <a:pt x="171" y="48"/>
                      <a:pt x="174" y="24"/>
                      <a:pt x="17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92" name="ICON_C_WINDOWS_HEADER_path_021"/>
              <p:cNvSpPr/>
              <p:nvPr/>
            </p:nvSpPr>
            <p:spPr>
              <a:xfrm>
                <a:off x="5600295" y="7163677"/>
                <a:ext cx="9741" cy="9741"/>
              </a:xfrm>
              <a:custGeom>
                <a:avLst/>
                <a:gdLst/>
                <a:ahLst/>
                <a:cxnLst/>
                <a:rect l="0" t="0" r="r" b="b"/>
                <a:pathLst>
                  <a:path w="767" h="767" fill="norm" stroke="0">
                    <a:moveTo>
                      <a:pt x="708" y="0"/>
                    </a:moveTo>
                    <a:cubicBezTo>
                      <a:pt x="728" y="0"/>
                      <a:pt x="747" y="0"/>
                      <a:pt x="767" y="0"/>
                    </a:cubicBezTo>
                    <a:cubicBezTo>
                      <a:pt x="767" y="117"/>
                      <a:pt x="767" y="234"/>
                      <a:pt x="767" y="354"/>
                    </a:cubicBezTo>
                    <a:cubicBezTo>
                      <a:pt x="748" y="354"/>
                      <a:pt x="728" y="354"/>
                      <a:pt x="708" y="354"/>
                    </a:cubicBezTo>
                    <a:cubicBezTo>
                      <a:pt x="708" y="412"/>
                      <a:pt x="708" y="471"/>
                      <a:pt x="708" y="531"/>
                    </a:cubicBezTo>
                    <a:cubicBezTo>
                      <a:pt x="689" y="531"/>
                      <a:pt x="669" y="531"/>
                      <a:pt x="649" y="531"/>
                    </a:cubicBezTo>
                    <a:cubicBezTo>
                      <a:pt x="649" y="551"/>
                      <a:pt x="649" y="570"/>
                      <a:pt x="649" y="590"/>
                    </a:cubicBezTo>
                    <a:cubicBezTo>
                      <a:pt x="630" y="590"/>
                      <a:pt x="610" y="590"/>
                      <a:pt x="590" y="590"/>
                    </a:cubicBezTo>
                    <a:cubicBezTo>
                      <a:pt x="590" y="629"/>
                      <a:pt x="590" y="668"/>
                      <a:pt x="590" y="708"/>
                    </a:cubicBezTo>
                    <a:cubicBezTo>
                      <a:pt x="551" y="708"/>
                      <a:pt x="512" y="708"/>
                      <a:pt x="472" y="708"/>
                    </a:cubicBezTo>
                    <a:cubicBezTo>
                      <a:pt x="472" y="728"/>
                      <a:pt x="472" y="747"/>
                      <a:pt x="472" y="767"/>
                    </a:cubicBezTo>
                    <a:cubicBezTo>
                      <a:pt x="433" y="767"/>
                      <a:pt x="394" y="767"/>
                      <a:pt x="354" y="767"/>
                    </a:cubicBezTo>
                    <a:cubicBezTo>
                      <a:pt x="354" y="748"/>
                      <a:pt x="354" y="728"/>
                      <a:pt x="354" y="708"/>
                    </a:cubicBezTo>
                    <a:cubicBezTo>
                      <a:pt x="315" y="708"/>
                      <a:pt x="276" y="708"/>
                      <a:pt x="236" y="708"/>
                    </a:cubicBezTo>
                    <a:cubicBezTo>
                      <a:pt x="236" y="689"/>
                      <a:pt x="236" y="669"/>
                      <a:pt x="236" y="649"/>
                    </a:cubicBezTo>
                    <a:cubicBezTo>
                      <a:pt x="217" y="649"/>
                      <a:pt x="197" y="649"/>
                      <a:pt x="177" y="649"/>
                    </a:cubicBezTo>
                    <a:cubicBezTo>
                      <a:pt x="177" y="630"/>
                      <a:pt x="177" y="610"/>
                      <a:pt x="177" y="590"/>
                    </a:cubicBezTo>
                    <a:cubicBezTo>
                      <a:pt x="158" y="590"/>
                      <a:pt x="138" y="590"/>
                      <a:pt x="118" y="590"/>
                    </a:cubicBezTo>
                    <a:cubicBezTo>
                      <a:pt x="118" y="532"/>
                      <a:pt x="118" y="473"/>
                      <a:pt x="118" y="413"/>
                    </a:cubicBezTo>
                    <a:cubicBezTo>
                      <a:pt x="99" y="413"/>
                      <a:pt x="79" y="413"/>
                      <a:pt x="59" y="413"/>
                    </a:cubicBezTo>
                    <a:cubicBezTo>
                      <a:pt x="59" y="355"/>
                      <a:pt x="59" y="296"/>
                      <a:pt x="59" y="236"/>
                    </a:cubicBezTo>
                    <a:cubicBezTo>
                      <a:pt x="40" y="236"/>
                      <a:pt x="20" y="236"/>
                      <a:pt x="0" y="236"/>
                    </a:cubicBezTo>
                    <a:cubicBezTo>
                      <a:pt x="0" y="197"/>
                      <a:pt x="0" y="158"/>
                      <a:pt x="0" y="118"/>
                    </a:cubicBezTo>
                    <a:cubicBezTo>
                      <a:pt x="19" y="118"/>
                      <a:pt x="39" y="118"/>
                      <a:pt x="59" y="118"/>
                    </a:cubicBezTo>
                    <a:cubicBezTo>
                      <a:pt x="59" y="99"/>
                      <a:pt x="59" y="79"/>
                      <a:pt x="59" y="59"/>
                    </a:cubicBezTo>
                    <a:cubicBezTo>
                      <a:pt x="117" y="59"/>
                      <a:pt x="176" y="59"/>
                      <a:pt x="236" y="59"/>
                    </a:cubicBezTo>
                    <a:cubicBezTo>
                      <a:pt x="236" y="78"/>
                      <a:pt x="236" y="98"/>
                      <a:pt x="236" y="118"/>
                    </a:cubicBezTo>
                    <a:cubicBezTo>
                      <a:pt x="255" y="118"/>
                      <a:pt x="275" y="118"/>
                      <a:pt x="295" y="118"/>
                    </a:cubicBezTo>
                    <a:cubicBezTo>
                      <a:pt x="295" y="157"/>
                      <a:pt x="295" y="196"/>
                      <a:pt x="295" y="236"/>
                    </a:cubicBezTo>
                    <a:cubicBezTo>
                      <a:pt x="314" y="236"/>
                      <a:pt x="334" y="236"/>
                      <a:pt x="354" y="236"/>
                    </a:cubicBezTo>
                    <a:cubicBezTo>
                      <a:pt x="354" y="275"/>
                      <a:pt x="354" y="314"/>
                      <a:pt x="354" y="354"/>
                    </a:cubicBezTo>
                    <a:cubicBezTo>
                      <a:pt x="393" y="354"/>
                      <a:pt x="432" y="354"/>
                      <a:pt x="472" y="354"/>
                    </a:cubicBezTo>
                    <a:cubicBezTo>
                      <a:pt x="471" y="344"/>
                      <a:pt x="471" y="335"/>
                      <a:pt x="470" y="325"/>
                    </a:cubicBezTo>
                    <a:cubicBezTo>
                      <a:pt x="467" y="250"/>
                      <a:pt x="466" y="193"/>
                      <a:pt x="514" y="133"/>
                    </a:cubicBezTo>
                    <a:cubicBezTo>
                      <a:pt x="531" y="118"/>
                      <a:pt x="531" y="118"/>
                      <a:pt x="564" y="112"/>
                    </a:cubicBezTo>
                    <a:cubicBezTo>
                      <a:pt x="568" y="113"/>
                      <a:pt x="568" y="113"/>
                      <a:pt x="590" y="118"/>
                    </a:cubicBezTo>
                    <a:cubicBezTo>
                      <a:pt x="590" y="99"/>
                      <a:pt x="590" y="79"/>
                      <a:pt x="590" y="59"/>
                    </a:cubicBezTo>
                    <a:cubicBezTo>
                      <a:pt x="629" y="59"/>
                      <a:pt x="668" y="59"/>
                      <a:pt x="708" y="59"/>
                    </a:cubicBezTo>
                    <a:cubicBezTo>
                      <a:pt x="708" y="40"/>
                      <a:pt x="708" y="20"/>
                      <a:pt x="708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375" cap="flat">
                <a:noFill/>
              </a:ln>
            </p:spPr>
          </p:sp>
          <p:sp>
            <p:nvSpPr>
              <p:cNvPr id="1893" name="ICON_C_WINDOWS_HEADER_path_022"/>
              <p:cNvSpPr/>
              <p:nvPr/>
            </p:nvSpPr>
            <p:spPr>
              <a:xfrm>
                <a:off x="5745668" y="7157308"/>
                <a:ext cx="11990" cy="17984"/>
              </a:xfrm>
              <a:custGeom>
                <a:avLst/>
                <a:gdLst/>
                <a:ahLst/>
                <a:cxnLst/>
                <a:rect l="0" t="0" r="r" b="b"/>
                <a:pathLst>
                  <a:path w="944" h="1416" fill="norm" stroke="0">
                    <a:moveTo>
                      <a:pt x="325" y="0"/>
                    </a:moveTo>
                    <a:cubicBezTo>
                      <a:pt x="360" y="79"/>
                      <a:pt x="350" y="128"/>
                      <a:pt x="328" y="210"/>
                    </a:cubicBezTo>
                    <a:cubicBezTo>
                      <a:pt x="295" y="346"/>
                      <a:pt x="278" y="481"/>
                      <a:pt x="266" y="620"/>
                    </a:cubicBezTo>
                    <a:cubicBezTo>
                      <a:pt x="295" y="620"/>
                      <a:pt x="324" y="620"/>
                      <a:pt x="354" y="620"/>
                    </a:cubicBezTo>
                    <a:cubicBezTo>
                      <a:pt x="354" y="561"/>
                      <a:pt x="354" y="503"/>
                      <a:pt x="354" y="443"/>
                    </a:cubicBezTo>
                    <a:cubicBezTo>
                      <a:pt x="412" y="443"/>
                      <a:pt x="471" y="443"/>
                      <a:pt x="531" y="443"/>
                    </a:cubicBezTo>
                    <a:cubicBezTo>
                      <a:pt x="531" y="462"/>
                      <a:pt x="531" y="481"/>
                      <a:pt x="531" y="502"/>
                    </a:cubicBezTo>
                    <a:cubicBezTo>
                      <a:pt x="609" y="502"/>
                      <a:pt x="687" y="502"/>
                      <a:pt x="767" y="502"/>
                    </a:cubicBezTo>
                    <a:cubicBezTo>
                      <a:pt x="767" y="482"/>
                      <a:pt x="767" y="463"/>
                      <a:pt x="767" y="443"/>
                    </a:cubicBezTo>
                    <a:cubicBezTo>
                      <a:pt x="787" y="443"/>
                      <a:pt x="806" y="443"/>
                      <a:pt x="826" y="443"/>
                    </a:cubicBezTo>
                    <a:cubicBezTo>
                      <a:pt x="826" y="432"/>
                      <a:pt x="825" y="421"/>
                      <a:pt x="825" y="410"/>
                    </a:cubicBezTo>
                    <a:cubicBezTo>
                      <a:pt x="824" y="371"/>
                      <a:pt x="823" y="332"/>
                      <a:pt x="823" y="293"/>
                    </a:cubicBezTo>
                    <a:cubicBezTo>
                      <a:pt x="823" y="276"/>
                      <a:pt x="822" y="259"/>
                      <a:pt x="822" y="242"/>
                    </a:cubicBezTo>
                    <a:cubicBezTo>
                      <a:pt x="821" y="218"/>
                      <a:pt x="821" y="193"/>
                      <a:pt x="820" y="169"/>
                    </a:cubicBezTo>
                    <a:cubicBezTo>
                      <a:pt x="820" y="161"/>
                      <a:pt x="820" y="154"/>
                      <a:pt x="819" y="146"/>
                    </a:cubicBezTo>
                    <a:cubicBezTo>
                      <a:pt x="819" y="124"/>
                      <a:pt x="819" y="124"/>
                      <a:pt x="826" y="89"/>
                    </a:cubicBezTo>
                    <a:cubicBezTo>
                      <a:pt x="846" y="79"/>
                      <a:pt x="865" y="69"/>
                      <a:pt x="885" y="59"/>
                    </a:cubicBezTo>
                    <a:cubicBezTo>
                      <a:pt x="885" y="166"/>
                      <a:pt x="885" y="273"/>
                      <a:pt x="885" y="384"/>
                    </a:cubicBezTo>
                    <a:cubicBezTo>
                      <a:pt x="905" y="384"/>
                      <a:pt x="924" y="384"/>
                      <a:pt x="944" y="384"/>
                    </a:cubicBezTo>
                    <a:cubicBezTo>
                      <a:pt x="944" y="520"/>
                      <a:pt x="944" y="656"/>
                      <a:pt x="944" y="797"/>
                    </a:cubicBezTo>
                    <a:cubicBezTo>
                      <a:pt x="905" y="797"/>
                      <a:pt x="866" y="797"/>
                      <a:pt x="826" y="797"/>
                    </a:cubicBezTo>
                    <a:cubicBezTo>
                      <a:pt x="826" y="816"/>
                      <a:pt x="826" y="835"/>
                      <a:pt x="826" y="856"/>
                    </a:cubicBezTo>
                    <a:cubicBezTo>
                      <a:pt x="807" y="856"/>
                      <a:pt x="787" y="856"/>
                      <a:pt x="767" y="856"/>
                    </a:cubicBezTo>
                    <a:cubicBezTo>
                      <a:pt x="767" y="875"/>
                      <a:pt x="767" y="894"/>
                      <a:pt x="767" y="915"/>
                    </a:cubicBezTo>
                    <a:cubicBezTo>
                      <a:pt x="728" y="915"/>
                      <a:pt x="689" y="915"/>
                      <a:pt x="649" y="915"/>
                    </a:cubicBezTo>
                    <a:cubicBezTo>
                      <a:pt x="649" y="895"/>
                      <a:pt x="649" y="876"/>
                      <a:pt x="649" y="856"/>
                    </a:cubicBezTo>
                    <a:cubicBezTo>
                      <a:pt x="630" y="856"/>
                      <a:pt x="610" y="856"/>
                      <a:pt x="590" y="856"/>
                    </a:cubicBezTo>
                    <a:cubicBezTo>
                      <a:pt x="590" y="836"/>
                      <a:pt x="590" y="817"/>
                      <a:pt x="590" y="797"/>
                    </a:cubicBezTo>
                    <a:cubicBezTo>
                      <a:pt x="532" y="797"/>
                      <a:pt x="473" y="797"/>
                      <a:pt x="413" y="797"/>
                    </a:cubicBezTo>
                    <a:cubicBezTo>
                      <a:pt x="413" y="816"/>
                      <a:pt x="413" y="835"/>
                      <a:pt x="413" y="856"/>
                    </a:cubicBezTo>
                    <a:cubicBezTo>
                      <a:pt x="394" y="856"/>
                      <a:pt x="374" y="856"/>
                      <a:pt x="354" y="856"/>
                    </a:cubicBezTo>
                    <a:cubicBezTo>
                      <a:pt x="354" y="875"/>
                      <a:pt x="354" y="894"/>
                      <a:pt x="354" y="915"/>
                    </a:cubicBezTo>
                    <a:cubicBezTo>
                      <a:pt x="315" y="915"/>
                      <a:pt x="276" y="915"/>
                      <a:pt x="236" y="915"/>
                    </a:cubicBezTo>
                    <a:cubicBezTo>
                      <a:pt x="236" y="934"/>
                      <a:pt x="236" y="953"/>
                      <a:pt x="236" y="974"/>
                    </a:cubicBezTo>
                    <a:cubicBezTo>
                      <a:pt x="227" y="977"/>
                      <a:pt x="218" y="981"/>
                      <a:pt x="208" y="984"/>
                    </a:cubicBezTo>
                    <a:cubicBezTo>
                      <a:pt x="177" y="1003"/>
                      <a:pt x="177" y="1003"/>
                      <a:pt x="168" y="1028"/>
                    </a:cubicBezTo>
                    <a:cubicBezTo>
                      <a:pt x="160" y="1061"/>
                      <a:pt x="153" y="1095"/>
                      <a:pt x="148" y="1128"/>
                    </a:cubicBezTo>
                    <a:cubicBezTo>
                      <a:pt x="127" y="1230"/>
                      <a:pt x="103" y="1322"/>
                      <a:pt x="59" y="1416"/>
                    </a:cubicBezTo>
                    <a:cubicBezTo>
                      <a:pt x="40" y="1406"/>
                      <a:pt x="20" y="1397"/>
                      <a:pt x="0" y="1387"/>
                    </a:cubicBezTo>
                    <a:cubicBezTo>
                      <a:pt x="5" y="1382"/>
                      <a:pt x="5" y="1382"/>
                      <a:pt x="30" y="1357"/>
                    </a:cubicBezTo>
                    <a:cubicBezTo>
                      <a:pt x="35" y="1335"/>
                      <a:pt x="35" y="1335"/>
                      <a:pt x="38" y="1310"/>
                    </a:cubicBezTo>
                    <a:cubicBezTo>
                      <a:pt x="39" y="1301"/>
                      <a:pt x="40" y="1292"/>
                      <a:pt x="41" y="1283"/>
                    </a:cubicBezTo>
                    <a:cubicBezTo>
                      <a:pt x="42" y="1278"/>
                      <a:pt x="42" y="1278"/>
                      <a:pt x="44" y="1254"/>
                    </a:cubicBezTo>
                    <a:cubicBezTo>
                      <a:pt x="46" y="1235"/>
                      <a:pt x="48" y="1216"/>
                      <a:pt x="51" y="1198"/>
                    </a:cubicBezTo>
                    <a:cubicBezTo>
                      <a:pt x="51" y="1193"/>
                      <a:pt x="51" y="1193"/>
                      <a:pt x="53" y="1172"/>
                    </a:cubicBezTo>
                    <a:cubicBezTo>
                      <a:pt x="59" y="1151"/>
                      <a:pt x="59" y="1151"/>
                      <a:pt x="89" y="1121"/>
                    </a:cubicBezTo>
                    <a:cubicBezTo>
                      <a:pt x="95" y="1093"/>
                      <a:pt x="95" y="1093"/>
                      <a:pt x="98" y="1060"/>
                    </a:cubicBezTo>
                    <a:cubicBezTo>
                      <a:pt x="98" y="1054"/>
                      <a:pt x="98" y="1054"/>
                      <a:pt x="102" y="1024"/>
                    </a:cubicBezTo>
                    <a:cubicBezTo>
                      <a:pt x="103" y="1012"/>
                      <a:pt x="104" y="999"/>
                      <a:pt x="105" y="986"/>
                    </a:cubicBezTo>
                    <a:cubicBezTo>
                      <a:pt x="106" y="974"/>
                      <a:pt x="108" y="961"/>
                      <a:pt x="109" y="948"/>
                    </a:cubicBezTo>
                    <a:cubicBezTo>
                      <a:pt x="112" y="918"/>
                      <a:pt x="115" y="887"/>
                      <a:pt x="118" y="856"/>
                    </a:cubicBezTo>
                    <a:cubicBezTo>
                      <a:pt x="137" y="856"/>
                      <a:pt x="157" y="856"/>
                      <a:pt x="177" y="856"/>
                    </a:cubicBezTo>
                    <a:cubicBezTo>
                      <a:pt x="177" y="778"/>
                      <a:pt x="177" y="700"/>
                      <a:pt x="177" y="620"/>
                    </a:cubicBezTo>
                    <a:cubicBezTo>
                      <a:pt x="196" y="620"/>
                      <a:pt x="216" y="620"/>
                      <a:pt x="236" y="620"/>
                    </a:cubicBezTo>
                    <a:cubicBezTo>
                      <a:pt x="236" y="609"/>
                      <a:pt x="236" y="598"/>
                      <a:pt x="236" y="587"/>
                    </a:cubicBezTo>
                    <a:cubicBezTo>
                      <a:pt x="235" y="548"/>
                      <a:pt x="235" y="509"/>
                      <a:pt x="234" y="470"/>
                    </a:cubicBezTo>
                    <a:cubicBezTo>
                      <a:pt x="234" y="453"/>
                      <a:pt x="234" y="436"/>
                      <a:pt x="234" y="419"/>
                    </a:cubicBezTo>
                    <a:cubicBezTo>
                      <a:pt x="233" y="395"/>
                      <a:pt x="233" y="370"/>
                      <a:pt x="233" y="346"/>
                    </a:cubicBezTo>
                    <a:cubicBezTo>
                      <a:pt x="233" y="338"/>
                      <a:pt x="233" y="331"/>
                      <a:pt x="233" y="323"/>
                    </a:cubicBezTo>
                    <a:cubicBezTo>
                      <a:pt x="233" y="301"/>
                      <a:pt x="233" y="301"/>
                      <a:pt x="236" y="266"/>
                    </a:cubicBezTo>
                    <a:cubicBezTo>
                      <a:pt x="246" y="256"/>
                      <a:pt x="255" y="246"/>
                      <a:pt x="266" y="236"/>
                    </a:cubicBezTo>
                    <a:cubicBezTo>
                      <a:pt x="271" y="214"/>
                      <a:pt x="271" y="214"/>
                      <a:pt x="274" y="189"/>
                    </a:cubicBezTo>
                    <a:cubicBezTo>
                      <a:pt x="275" y="180"/>
                      <a:pt x="276" y="171"/>
                      <a:pt x="277" y="161"/>
                    </a:cubicBezTo>
                    <a:cubicBezTo>
                      <a:pt x="278" y="152"/>
                      <a:pt x="279" y="143"/>
                      <a:pt x="280" y="133"/>
                    </a:cubicBezTo>
                    <a:cubicBezTo>
                      <a:pt x="282" y="114"/>
                      <a:pt x="284" y="95"/>
                      <a:pt x="287" y="77"/>
                    </a:cubicBezTo>
                    <a:cubicBezTo>
                      <a:pt x="287" y="72"/>
                      <a:pt x="287" y="72"/>
                      <a:pt x="289" y="51"/>
                    </a:cubicBezTo>
                    <a:cubicBezTo>
                      <a:pt x="295" y="30"/>
                      <a:pt x="295" y="30"/>
                      <a:pt x="32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94" name="ICON_C_WINDOWS_HEADER_path_023"/>
              <p:cNvSpPr/>
              <p:nvPr/>
            </p:nvSpPr>
            <p:spPr>
              <a:xfrm>
                <a:off x="5724686" y="7203767"/>
                <a:ext cx="60697" cy="3469"/>
              </a:xfrm>
              <a:custGeom>
                <a:avLst/>
                <a:gdLst/>
                <a:ahLst/>
                <a:cxnLst/>
                <a:rect l="0" t="0" r="r" b="b"/>
                <a:pathLst>
                  <a:path w="4779" h="273" fill="norm" stroke="0">
                    <a:moveTo>
                      <a:pt x="0" y="0"/>
                    </a:moveTo>
                    <a:cubicBezTo>
                      <a:pt x="10" y="5"/>
                      <a:pt x="10" y="5"/>
                      <a:pt x="59" y="30"/>
                    </a:cubicBezTo>
                    <a:cubicBezTo>
                      <a:pt x="65" y="58"/>
                      <a:pt x="65" y="58"/>
                      <a:pt x="63" y="90"/>
                    </a:cubicBezTo>
                    <a:cubicBezTo>
                      <a:pt x="62" y="101"/>
                      <a:pt x="62" y="112"/>
                      <a:pt x="61" y="123"/>
                    </a:cubicBezTo>
                    <a:cubicBezTo>
                      <a:pt x="60" y="131"/>
                      <a:pt x="60" y="139"/>
                      <a:pt x="59" y="148"/>
                    </a:cubicBezTo>
                    <a:cubicBezTo>
                      <a:pt x="78" y="148"/>
                      <a:pt x="98" y="148"/>
                      <a:pt x="118" y="148"/>
                    </a:cubicBezTo>
                    <a:cubicBezTo>
                      <a:pt x="118" y="167"/>
                      <a:pt x="118" y="186"/>
                      <a:pt x="118" y="207"/>
                    </a:cubicBezTo>
                    <a:cubicBezTo>
                      <a:pt x="313" y="207"/>
                      <a:pt x="507" y="207"/>
                      <a:pt x="708" y="207"/>
                    </a:cubicBezTo>
                    <a:cubicBezTo>
                      <a:pt x="708" y="187"/>
                      <a:pt x="708" y="168"/>
                      <a:pt x="708" y="148"/>
                    </a:cubicBezTo>
                    <a:cubicBezTo>
                      <a:pt x="747" y="148"/>
                      <a:pt x="786" y="148"/>
                      <a:pt x="826" y="148"/>
                    </a:cubicBezTo>
                    <a:cubicBezTo>
                      <a:pt x="826" y="167"/>
                      <a:pt x="826" y="186"/>
                      <a:pt x="826" y="207"/>
                    </a:cubicBezTo>
                    <a:cubicBezTo>
                      <a:pt x="1897" y="207"/>
                      <a:pt x="2968" y="207"/>
                      <a:pt x="4071" y="207"/>
                    </a:cubicBezTo>
                    <a:cubicBezTo>
                      <a:pt x="4071" y="187"/>
                      <a:pt x="4071" y="168"/>
                      <a:pt x="4071" y="148"/>
                    </a:cubicBezTo>
                    <a:cubicBezTo>
                      <a:pt x="4169" y="148"/>
                      <a:pt x="4266" y="148"/>
                      <a:pt x="4366" y="148"/>
                    </a:cubicBezTo>
                    <a:cubicBezTo>
                      <a:pt x="4366" y="109"/>
                      <a:pt x="4366" y="70"/>
                      <a:pt x="4366" y="30"/>
                    </a:cubicBezTo>
                    <a:cubicBezTo>
                      <a:pt x="4425" y="30"/>
                      <a:pt x="4483" y="30"/>
                      <a:pt x="4543" y="30"/>
                    </a:cubicBezTo>
                    <a:cubicBezTo>
                      <a:pt x="4543" y="88"/>
                      <a:pt x="4543" y="146"/>
                      <a:pt x="4543" y="207"/>
                    </a:cubicBezTo>
                    <a:cubicBezTo>
                      <a:pt x="4566" y="207"/>
                      <a:pt x="4588" y="207"/>
                      <a:pt x="4611" y="207"/>
                    </a:cubicBezTo>
                    <a:cubicBezTo>
                      <a:pt x="4667" y="207"/>
                      <a:pt x="4723" y="207"/>
                      <a:pt x="4779" y="207"/>
                    </a:cubicBezTo>
                    <a:cubicBezTo>
                      <a:pt x="4731" y="263"/>
                      <a:pt x="4731" y="263"/>
                      <a:pt x="4683" y="273"/>
                    </a:cubicBezTo>
                    <a:cubicBezTo>
                      <a:pt x="4668" y="273"/>
                      <a:pt x="4654" y="273"/>
                      <a:pt x="4639" y="273"/>
                    </a:cubicBezTo>
                    <a:cubicBezTo>
                      <a:pt x="4635" y="273"/>
                      <a:pt x="4635" y="273"/>
                      <a:pt x="4615" y="273"/>
                    </a:cubicBezTo>
                    <a:cubicBezTo>
                      <a:pt x="4588" y="273"/>
                      <a:pt x="4561" y="273"/>
                      <a:pt x="4534" y="273"/>
                    </a:cubicBezTo>
                    <a:cubicBezTo>
                      <a:pt x="4514" y="273"/>
                      <a:pt x="4495" y="273"/>
                      <a:pt x="4475" y="273"/>
                    </a:cubicBezTo>
                    <a:cubicBezTo>
                      <a:pt x="4422" y="273"/>
                      <a:pt x="4368" y="273"/>
                      <a:pt x="4314" y="272"/>
                    </a:cubicBezTo>
                    <a:cubicBezTo>
                      <a:pt x="4256" y="272"/>
                      <a:pt x="4199" y="272"/>
                      <a:pt x="4141" y="272"/>
                    </a:cubicBezTo>
                    <a:cubicBezTo>
                      <a:pt x="4040" y="272"/>
                      <a:pt x="3940" y="272"/>
                      <a:pt x="3840" y="272"/>
                    </a:cubicBezTo>
                    <a:cubicBezTo>
                      <a:pt x="3695" y="271"/>
                      <a:pt x="3550" y="271"/>
                      <a:pt x="3405" y="271"/>
                    </a:cubicBezTo>
                    <a:cubicBezTo>
                      <a:pt x="3170" y="271"/>
                      <a:pt x="2934" y="271"/>
                      <a:pt x="2699" y="270"/>
                    </a:cubicBezTo>
                    <a:cubicBezTo>
                      <a:pt x="2471" y="269"/>
                      <a:pt x="2242" y="269"/>
                      <a:pt x="2013" y="269"/>
                    </a:cubicBezTo>
                    <a:cubicBezTo>
                      <a:pt x="1999" y="269"/>
                      <a:pt x="1985" y="269"/>
                      <a:pt x="1971" y="269"/>
                    </a:cubicBezTo>
                    <a:cubicBezTo>
                      <a:pt x="1900" y="269"/>
                      <a:pt x="1829" y="269"/>
                      <a:pt x="1759" y="268"/>
                    </a:cubicBezTo>
                    <a:cubicBezTo>
                      <a:pt x="1173" y="268"/>
                      <a:pt x="586" y="267"/>
                      <a:pt x="0" y="266"/>
                    </a:cubicBezTo>
                    <a:cubicBezTo>
                      <a:pt x="0" y="178"/>
                      <a:pt x="0" y="9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95" name="ICON_C_WINDOWS_HEADER_path_024"/>
              <p:cNvSpPr/>
              <p:nvPr/>
            </p:nvSpPr>
            <p:spPr>
              <a:xfrm>
                <a:off x="5748906" y="7155434"/>
                <a:ext cx="7955" cy="9741"/>
              </a:xfrm>
              <a:custGeom>
                <a:avLst/>
                <a:gdLst/>
                <a:ahLst/>
                <a:cxnLst/>
                <a:rect l="0" t="0" r="r" b="b"/>
                <a:pathLst>
                  <a:path w="626" h="767" fill="norm" stroke="0">
                    <a:moveTo>
                      <a:pt x="394" y="0"/>
                    </a:moveTo>
                    <a:cubicBezTo>
                      <a:pt x="443" y="0"/>
                      <a:pt x="491" y="0"/>
                      <a:pt x="542" y="0"/>
                    </a:cubicBezTo>
                    <a:cubicBezTo>
                      <a:pt x="626" y="193"/>
                      <a:pt x="594" y="387"/>
                      <a:pt x="571" y="590"/>
                    </a:cubicBezTo>
                    <a:cubicBezTo>
                      <a:pt x="552" y="590"/>
                      <a:pt x="532" y="590"/>
                      <a:pt x="512" y="590"/>
                    </a:cubicBezTo>
                    <a:cubicBezTo>
                      <a:pt x="512" y="610"/>
                      <a:pt x="512" y="629"/>
                      <a:pt x="512" y="649"/>
                    </a:cubicBezTo>
                    <a:cubicBezTo>
                      <a:pt x="434" y="649"/>
                      <a:pt x="356" y="649"/>
                      <a:pt x="276" y="649"/>
                    </a:cubicBezTo>
                    <a:cubicBezTo>
                      <a:pt x="276" y="630"/>
                      <a:pt x="276" y="610"/>
                      <a:pt x="276" y="590"/>
                    </a:cubicBezTo>
                    <a:cubicBezTo>
                      <a:pt x="218" y="590"/>
                      <a:pt x="159" y="590"/>
                      <a:pt x="99" y="590"/>
                    </a:cubicBezTo>
                    <a:cubicBezTo>
                      <a:pt x="99" y="648"/>
                      <a:pt x="99" y="707"/>
                      <a:pt x="99" y="767"/>
                    </a:cubicBezTo>
                    <a:cubicBezTo>
                      <a:pt x="70" y="767"/>
                      <a:pt x="41" y="767"/>
                      <a:pt x="11" y="767"/>
                    </a:cubicBezTo>
                    <a:cubicBezTo>
                      <a:pt x="4" y="582"/>
                      <a:pt x="0" y="411"/>
                      <a:pt x="70" y="236"/>
                    </a:cubicBezTo>
                    <a:cubicBezTo>
                      <a:pt x="74" y="223"/>
                      <a:pt x="79" y="210"/>
                      <a:pt x="83" y="197"/>
                    </a:cubicBezTo>
                    <a:cubicBezTo>
                      <a:pt x="96" y="167"/>
                      <a:pt x="107" y="143"/>
                      <a:pt x="129" y="118"/>
                    </a:cubicBezTo>
                    <a:cubicBezTo>
                      <a:pt x="163" y="108"/>
                      <a:pt x="181" y="111"/>
                      <a:pt x="217" y="118"/>
                    </a:cubicBezTo>
                    <a:cubicBezTo>
                      <a:pt x="217" y="137"/>
                      <a:pt x="217" y="157"/>
                      <a:pt x="217" y="177"/>
                    </a:cubicBezTo>
                    <a:cubicBezTo>
                      <a:pt x="236" y="177"/>
                      <a:pt x="256" y="177"/>
                      <a:pt x="276" y="177"/>
                    </a:cubicBezTo>
                    <a:cubicBezTo>
                      <a:pt x="276" y="196"/>
                      <a:pt x="276" y="216"/>
                      <a:pt x="276" y="236"/>
                    </a:cubicBezTo>
                    <a:cubicBezTo>
                      <a:pt x="295" y="236"/>
                      <a:pt x="315" y="236"/>
                      <a:pt x="335" y="236"/>
                    </a:cubicBezTo>
                    <a:cubicBezTo>
                      <a:pt x="335" y="217"/>
                      <a:pt x="335" y="197"/>
                      <a:pt x="335" y="177"/>
                    </a:cubicBezTo>
                    <a:cubicBezTo>
                      <a:pt x="354" y="177"/>
                      <a:pt x="374" y="177"/>
                      <a:pt x="394" y="177"/>
                    </a:cubicBezTo>
                    <a:cubicBezTo>
                      <a:pt x="394" y="119"/>
                      <a:pt x="394" y="60"/>
                      <a:pt x="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75" cap="flat">
                <a:noFill/>
              </a:ln>
            </p:spPr>
          </p:sp>
          <p:sp>
            <p:nvSpPr>
              <p:cNvPr id="1896" name="ICON_C_WINDOWS_HEADER_path_025"/>
              <p:cNvSpPr/>
              <p:nvPr/>
            </p:nvSpPr>
            <p:spPr>
              <a:xfrm>
                <a:off x="5607788" y="7140447"/>
                <a:ext cx="11615" cy="11990"/>
              </a:xfrm>
              <a:custGeom>
                <a:avLst/>
                <a:gdLst/>
                <a:ahLst/>
                <a:cxnLst/>
                <a:rect l="0" t="0" r="r" b="b"/>
                <a:pathLst>
                  <a:path w="915" h="944" fill="norm" stroke="0">
                    <a:moveTo>
                      <a:pt x="472" y="0"/>
                    </a:moveTo>
                    <a:cubicBezTo>
                      <a:pt x="569" y="0"/>
                      <a:pt x="667" y="0"/>
                      <a:pt x="767" y="0"/>
                    </a:cubicBezTo>
                    <a:cubicBezTo>
                      <a:pt x="767" y="19"/>
                      <a:pt x="767" y="39"/>
                      <a:pt x="767" y="59"/>
                    </a:cubicBezTo>
                    <a:cubicBezTo>
                      <a:pt x="787" y="59"/>
                      <a:pt x="806" y="59"/>
                      <a:pt x="826" y="59"/>
                    </a:cubicBezTo>
                    <a:cubicBezTo>
                      <a:pt x="826" y="78"/>
                      <a:pt x="826" y="98"/>
                      <a:pt x="826" y="118"/>
                    </a:cubicBezTo>
                    <a:cubicBezTo>
                      <a:pt x="846" y="118"/>
                      <a:pt x="865" y="118"/>
                      <a:pt x="885" y="118"/>
                    </a:cubicBezTo>
                    <a:cubicBezTo>
                      <a:pt x="895" y="176"/>
                      <a:pt x="905" y="235"/>
                      <a:pt x="915" y="295"/>
                    </a:cubicBezTo>
                    <a:cubicBezTo>
                      <a:pt x="866" y="295"/>
                      <a:pt x="817" y="295"/>
                      <a:pt x="767" y="295"/>
                    </a:cubicBezTo>
                    <a:cubicBezTo>
                      <a:pt x="767" y="314"/>
                      <a:pt x="767" y="334"/>
                      <a:pt x="767" y="354"/>
                    </a:cubicBezTo>
                    <a:cubicBezTo>
                      <a:pt x="689" y="354"/>
                      <a:pt x="611" y="354"/>
                      <a:pt x="531" y="354"/>
                    </a:cubicBezTo>
                    <a:cubicBezTo>
                      <a:pt x="531" y="335"/>
                      <a:pt x="531" y="315"/>
                      <a:pt x="531" y="295"/>
                    </a:cubicBezTo>
                    <a:cubicBezTo>
                      <a:pt x="512" y="295"/>
                      <a:pt x="492" y="295"/>
                      <a:pt x="472" y="295"/>
                    </a:cubicBezTo>
                    <a:cubicBezTo>
                      <a:pt x="472" y="276"/>
                      <a:pt x="472" y="256"/>
                      <a:pt x="472" y="236"/>
                    </a:cubicBezTo>
                    <a:cubicBezTo>
                      <a:pt x="453" y="236"/>
                      <a:pt x="433" y="236"/>
                      <a:pt x="413" y="236"/>
                    </a:cubicBezTo>
                    <a:cubicBezTo>
                      <a:pt x="413" y="255"/>
                      <a:pt x="413" y="275"/>
                      <a:pt x="413" y="295"/>
                    </a:cubicBezTo>
                    <a:cubicBezTo>
                      <a:pt x="394" y="295"/>
                      <a:pt x="374" y="295"/>
                      <a:pt x="354" y="295"/>
                    </a:cubicBezTo>
                    <a:cubicBezTo>
                      <a:pt x="354" y="314"/>
                      <a:pt x="354" y="334"/>
                      <a:pt x="354" y="354"/>
                    </a:cubicBezTo>
                    <a:cubicBezTo>
                      <a:pt x="335" y="354"/>
                      <a:pt x="315" y="354"/>
                      <a:pt x="295" y="354"/>
                    </a:cubicBezTo>
                    <a:cubicBezTo>
                      <a:pt x="295" y="412"/>
                      <a:pt x="295" y="471"/>
                      <a:pt x="295" y="531"/>
                    </a:cubicBezTo>
                    <a:cubicBezTo>
                      <a:pt x="276" y="531"/>
                      <a:pt x="256" y="531"/>
                      <a:pt x="236" y="531"/>
                    </a:cubicBezTo>
                    <a:cubicBezTo>
                      <a:pt x="236" y="667"/>
                      <a:pt x="236" y="804"/>
                      <a:pt x="236" y="944"/>
                    </a:cubicBezTo>
                    <a:cubicBezTo>
                      <a:pt x="197" y="944"/>
                      <a:pt x="158" y="944"/>
                      <a:pt x="118" y="944"/>
                    </a:cubicBezTo>
                    <a:cubicBezTo>
                      <a:pt x="118" y="905"/>
                      <a:pt x="118" y="866"/>
                      <a:pt x="118" y="826"/>
                    </a:cubicBezTo>
                    <a:cubicBezTo>
                      <a:pt x="137" y="826"/>
                      <a:pt x="157" y="826"/>
                      <a:pt x="177" y="826"/>
                    </a:cubicBezTo>
                    <a:cubicBezTo>
                      <a:pt x="177" y="729"/>
                      <a:pt x="177" y="631"/>
                      <a:pt x="177" y="531"/>
                    </a:cubicBezTo>
                    <a:cubicBezTo>
                      <a:pt x="158" y="531"/>
                      <a:pt x="138" y="531"/>
                      <a:pt x="118" y="531"/>
                    </a:cubicBezTo>
                    <a:cubicBezTo>
                      <a:pt x="118" y="512"/>
                      <a:pt x="118" y="492"/>
                      <a:pt x="118" y="472"/>
                    </a:cubicBezTo>
                    <a:cubicBezTo>
                      <a:pt x="99" y="472"/>
                      <a:pt x="79" y="472"/>
                      <a:pt x="59" y="472"/>
                    </a:cubicBezTo>
                    <a:cubicBezTo>
                      <a:pt x="59" y="453"/>
                      <a:pt x="59" y="433"/>
                      <a:pt x="59" y="413"/>
                    </a:cubicBezTo>
                    <a:cubicBezTo>
                      <a:pt x="40" y="413"/>
                      <a:pt x="20" y="413"/>
                      <a:pt x="0" y="413"/>
                    </a:cubicBezTo>
                    <a:cubicBezTo>
                      <a:pt x="0" y="394"/>
                      <a:pt x="0" y="374"/>
                      <a:pt x="0" y="354"/>
                    </a:cubicBezTo>
                    <a:cubicBezTo>
                      <a:pt x="19" y="354"/>
                      <a:pt x="39" y="354"/>
                      <a:pt x="59" y="354"/>
                    </a:cubicBezTo>
                    <a:cubicBezTo>
                      <a:pt x="59" y="335"/>
                      <a:pt x="59" y="315"/>
                      <a:pt x="59" y="295"/>
                    </a:cubicBezTo>
                    <a:cubicBezTo>
                      <a:pt x="117" y="295"/>
                      <a:pt x="176" y="295"/>
                      <a:pt x="236" y="295"/>
                    </a:cubicBezTo>
                    <a:cubicBezTo>
                      <a:pt x="236" y="276"/>
                      <a:pt x="236" y="256"/>
                      <a:pt x="236" y="236"/>
                    </a:cubicBezTo>
                    <a:cubicBezTo>
                      <a:pt x="255" y="236"/>
                      <a:pt x="275" y="236"/>
                      <a:pt x="295" y="236"/>
                    </a:cubicBezTo>
                    <a:cubicBezTo>
                      <a:pt x="295" y="217"/>
                      <a:pt x="295" y="197"/>
                      <a:pt x="295" y="177"/>
                    </a:cubicBezTo>
                    <a:cubicBezTo>
                      <a:pt x="314" y="177"/>
                      <a:pt x="334" y="177"/>
                      <a:pt x="354" y="177"/>
                    </a:cubicBezTo>
                    <a:cubicBezTo>
                      <a:pt x="354" y="158"/>
                      <a:pt x="354" y="138"/>
                      <a:pt x="354" y="118"/>
                    </a:cubicBezTo>
                    <a:cubicBezTo>
                      <a:pt x="373" y="118"/>
                      <a:pt x="393" y="118"/>
                      <a:pt x="413" y="118"/>
                    </a:cubicBezTo>
                    <a:cubicBezTo>
                      <a:pt x="413" y="99"/>
                      <a:pt x="413" y="79"/>
                      <a:pt x="413" y="59"/>
                    </a:cubicBezTo>
                    <a:cubicBezTo>
                      <a:pt x="432" y="59"/>
                      <a:pt x="452" y="59"/>
                      <a:pt x="472" y="59"/>
                    </a:cubicBezTo>
                    <a:cubicBezTo>
                      <a:pt x="472" y="40"/>
                      <a:pt x="472" y="20"/>
                      <a:pt x="47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97" name="ICON_C_WINDOWS_HEADER_path_026"/>
              <p:cNvSpPr/>
              <p:nvPr/>
            </p:nvSpPr>
            <p:spPr>
              <a:xfrm>
                <a:off x="5594923" y="7151609"/>
                <a:ext cx="7619" cy="9820"/>
              </a:xfrm>
              <a:custGeom>
                <a:avLst/>
                <a:gdLst/>
                <a:ahLst/>
                <a:cxnLst/>
                <a:rect l="0" t="0" r="r" b="b"/>
                <a:pathLst>
                  <a:path w="600" h="773" fill="norm" stroke="0">
                    <a:moveTo>
                      <a:pt x="187" y="6"/>
                    </a:moveTo>
                    <a:cubicBezTo>
                      <a:pt x="187" y="26"/>
                      <a:pt x="187" y="45"/>
                      <a:pt x="187" y="65"/>
                    </a:cubicBezTo>
                    <a:cubicBezTo>
                      <a:pt x="198" y="63"/>
                      <a:pt x="210" y="62"/>
                      <a:pt x="221" y="60"/>
                    </a:cubicBezTo>
                    <a:cubicBezTo>
                      <a:pt x="287" y="53"/>
                      <a:pt x="348" y="48"/>
                      <a:pt x="402" y="91"/>
                    </a:cubicBezTo>
                    <a:cubicBezTo>
                      <a:pt x="463" y="152"/>
                      <a:pt x="488" y="211"/>
                      <a:pt x="490" y="297"/>
                    </a:cubicBezTo>
                    <a:cubicBezTo>
                      <a:pt x="489" y="338"/>
                      <a:pt x="486" y="378"/>
                      <a:pt x="482" y="419"/>
                    </a:cubicBezTo>
                    <a:cubicBezTo>
                      <a:pt x="501" y="419"/>
                      <a:pt x="521" y="419"/>
                      <a:pt x="541" y="419"/>
                    </a:cubicBezTo>
                    <a:cubicBezTo>
                      <a:pt x="541" y="478"/>
                      <a:pt x="541" y="536"/>
                      <a:pt x="541" y="596"/>
                    </a:cubicBezTo>
                    <a:cubicBezTo>
                      <a:pt x="560" y="596"/>
                      <a:pt x="580" y="596"/>
                      <a:pt x="600" y="596"/>
                    </a:cubicBezTo>
                    <a:cubicBezTo>
                      <a:pt x="600" y="655"/>
                      <a:pt x="600" y="713"/>
                      <a:pt x="600" y="773"/>
                    </a:cubicBezTo>
                    <a:cubicBezTo>
                      <a:pt x="542" y="773"/>
                      <a:pt x="483" y="773"/>
                      <a:pt x="423" y="773"/>
                    </a:cubicBezTo>
                    <a:cubicBezTo>
                      <a:pt x="423" y="754"/>
                      <a:pt x="423" y="734"/>
                      <a:pt x="423" y="714"/>
                    </a:cubicBezTo>
                    <a:cubicBezTo>
                      <a:pt x="403" y="714"/>
                      <a:pt x="384" y="714"/>
                      <a:pt x="364" y="714"/>
                    </a:cubicBezTo>
                    <a:cubicBezTo>
                      <a:pt x="364" y="675"/>
                      <a:pt x="364" y="636"/>
                      <a:pt x="364" y="596"/>
                    </a:cubicBezTo>
                    <a:cubicBezTo>
                      <a:pt x="325" y="596"/>
                      <a:pt x="286" y="596"/>
                      <a:pt x="246" y="596"/>
                    </a:cubicBezTo>
                    <a:cubicBezTo>
                      <a:pt x="246" y="538"/>
                      <a:pt x="246" y="479"/>
                      <a:pt x="246" y="419"/>
                    </a:cubicBezTo>
                    <a:cubicBezTo>
                      <a:pt x="226" y="419"/>
                      <a:pt x="207" y="419"/>
                      <a:pt x="187" y="419"/>
                    </a:cubicBezTo>
                    <a:cubicBezTo>
                      <a:pt x="187" y="400"/>
                      <a:pt x="187" y="380"/>
                      <a:pt x="187" y="360"/>
                    </a:cubicBezTo>
                    <a:cubicBezTo>
                      <a:pt x="148" y="360"/>
                      <a:pt x="109" y="360"/>
                      <a:pt x="69" y="360"/>
                    </a:cubicBezTo>
                    <a:cubicBezTo>
                      <a:pt x="69" y="341"/>
                      <a:pt x="69" y="321"/>
                      <a:pt x="69" y="301"/>
                    </a:cubicBezTo>
                    <a:cubicBezTo>
                      <a:pt x="49" y="301"/>
                      <a:pt x="30" y="301"/>
                      <a:pt x="10" y="301"/>
                    </a:cubicBezTo>
                    <a:cubicBezTo>
                      <a:pt x="7" y="263"/>
                      <a:pt x="6" y="225"/>
                      <a:pt x="4" y="187"/>
                    </a:cubicBezTo>
                    <a:cubicBezTo>
                      <a:pt x="4" y="176"/>
                      <a:pt x="3" y="165"/>
                      <a:pt x="2" y="154"/>
                    </a:cubicBezTo>
                    <a:cubicBezTo>
                      <a:pt x="0" y="76"/>
                      <a:pt x="0" y="76"/>
                      <a:pt x="28" y="45"/>
                    </a:cubicBezTo>
                    <a:cubicBezTo>
                      <a:pt x="82" y="7"/>
                      <a:pt x="122" y="0"/>
                      <a:pt x="187" y="6"/>
                    </a:cubicBezTo>
                    <a:close/>
                  </a:path>
                </a:pathLst>
              </a:custGeom>
              <a:solidFill>
                <a:srgbClr val="251047"/>
              </a:solidFill>
              <a:ln w="375" cap="flat">
                <a:noFill/>
              </a:ln>
            </p:spPr>
          </p:sp>
          <p:sp>
            <p:nvSpPr>
              <p:cNvPr id="1898" name="ICON_C_WINDOWS_HEADER_path_027"/>
              <p:cNvSpPr/>
              <p:nvPr/>
            </p:nvSpPr>
            <p:spPr>
              <a:xfrm>
                <a:off x="5738174" y="7159930"/>
                <a:ext cx="5995" cy="12739"/>
              </a:xfrm>
              <a:custGeom>
                <a:avLst/>
                <a:gdLst/>
                <a:ahLst/>
                <a:cxnLst/>
                <a:rect l="0" t="0" r="r" b="b"/>
                <a:pathLst>
                  <a:path w="472" h="1003" fill="norm" stroke="0">
                    <a:moveTo>
                      <a:pt x="0" y="0"/>
                    </a:moveTo>
                    <a:cubicBezTo>
                      <a:pt x="95" y="106"/>
                      <a:pt x="95" y="106"/>
                      <a:pt x="94" y="184"/>
                    </a:cubicBezTo>
                    <a:cubicBezTo>
                      <a:pt x="93" y="202"/>
                      <a:pt x="91" y="219"/>
                      <a:pt x="89" y="236"/>
                    </a:cubicBezTo>
                    <a:cubicBezTo>
                      <a:pt x="118" y="236"/>
                      <a:pt x="147" y="236"/>
                      <a:pt x="177" y="236"/>
                    </a:cubicBezTo>
                    <a:cubicBezTo>
                      <a:pt x="177" y="217"/>
                      <a:pt x="177" y="197"/>
                      <a:pt x="177" y="177"/>
                    </a:cubicBezTo>
                    <a:cubicBezTo>
                      <a:pt x="196" y="177"/>
                      <a:pt x="216" y="177"/>
                      <a:pt x="236" y="177"/>
                    </a:cubicBezTo>
                    <a:cubicBezTo>
                      <a:pt x="236" y="138"/>
                      <a:pt x="236" y="99"/>
                      <a:pt x="236" y="59"/>
                    </a:cubicBezTo>
                    <a:cubicBezTo>
                      <a:pt x="255" y="59"/>
                      <a:pt x="275" y="59"/>
                      <a:pt x="295" y="59"/>
                    </a:cubicBezTo>
                    <a:cubicBezTo>
                      <a:pt x="295" y="78"/>
                      <a:pt x="295" y="98"/>
                      <a:pt x="295" y="118"/>
                    </a:cubicBezTo>
                    <a:cubicBezTo>
                      <a:pt x="314" y="118"/>
                      <a:pt x="334" y="118"/>
                      <a:pt x="354" y="118"/>
                    </a:cubicBezTo>
                    <a:cubicBezTo>
                      <a:pt x="354" y="196"/>
                      <a:pt x="354" y="274"/>
                      <a:pt x="354" y="354"/>
                    </a:cubicBezTo>
                    <a:cubicBezTo>
                      <a:pt x="393" y="354"/>
                      <a:pt x="432" y="354"/>
                      <a:pt x="472" y="354"/>
                    </a:cubicBezTo>
                    <a:cubicBezTo>
                      <a:pt x="472" y="451"/>
                      <a:pt x="472" y="549"/>
                      <a:pt x="472" y="649"/>
                    </a:cubicBezTo>
                    <a:cubicBezTo>
                      <a:pt x="453" y="649"/>
                      <a:pt x="433" y="649"/>
                      <a:pt x="413" y="649"/>
                    </a:cubicBezTo>
                    <a:cubicBezTo>
                      <a:pt x="413" y="727"/>
                      <a:pt x="413" y="805"/>
                      <a:pt x="413" y="885"/>
                    </a:cubicBezTo>
                    <a:cubicBezTo>
                      <a:pt x="394" y="885"/>
                      <a:pt x="374" y="885"/>
                      <a:pt x="354" y="885"/>
                    </a:cubicBezTo>
                    <a:cubicBezTo>
                      <a:pt x="354" y="924"/>
                      <a:pt x="354" y="963"/>
                      <a:pt x="354" y="1003"/>
                    </a:cubicBezTo>
                    <a:cubicBezTo>
                      <a:pt x="315" y="1003"/>
                      <a:pt x="276" y="1003"/>
                      <a:pt x="236" y="1003"/>
                    </a:cubicBezTo>
                    <a:cubicBezTo>
                      <a:pt x="236" y="945"/>
                      <a:pt x="236" y="886"/>
                      <a:pt x="236" y="826"/>
                    </a:cubicBezTo>
                    <a:cubicBezTo>
                      <a:pt x="217" y="826"/>
                      <a:pt x="197" y="826"/>
                      <a:pt x="177" y="826"/>
                    </a:cubicBezTo>
                    <a:cubicBezTo>
                      <a:pt x="177" y="768"/>
                      <a:pt x="177" y="709"/>
                      <a:pt x="177" y="649"/>
                    </a:cubicBezTo>
                    <a:cubicBezTo>
                      <a:pt x="158" y="649"/>
                      <a:pt x="138" y="649"/>
                      <a:pt x="118" y="649"/>
                    </a:cubicBezTo>
                    <a:cubicBezTo>
                      <a:pt x="118" y="552"/>
                      <a:pt x="118" y="454"/>
                      <a:pt x="118" y="354"/>
                    </a:cubicBezTo>
                    <a:cubicBezTo>
                      <a:pt x="99" y="354"/>
                      <a:pt x="79" y="354"/>
                      <a:pt x="59" y="354"/>
                    </a:cubicBezTo>
                    <a:cubicBezTo>
                      <a:pt x="57" y="341"/>
                      <a:pt x="55" y="328"/>
                      <a:pt x="54" y="314"/>
                    </a:cubicBezTo>
                    <a:cubicBezTo>
                      <a:pt x="39" y="208"/>
                      <a:pt x="23" y="10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899" name="ICON_C_WINDOWS_HEADER_path_028"/>
              <p:cNvSpPr/>
              <p:nvPr/>
            </p:nvSpPr>
            <p:spPr>
              <a:xfrm>
                <a:off x="5789130" y="7165925"/>
                <a:ext cx="1499" cy="23230"/>
              </a:xfrm>
              <a:custGeom>
                <a:avLst/>
                <a:gdLst/>
                <a:ahLst/>
                <a:cxnLst/>
                <a:rect l="0" t="0" r="r" b="b"/>
                <a:pathLst>
                  <a:path w="118" h="1829" fill="norm" stroke="0">
                    <a:moveTo>
                      <a:pt x="0" y="0"/>
                    </a:moveTo>
                    <a:cubicBezTo>
                      <a:pt x="39" y="0"/>
                      <a:pt x="78" y="0"/>
                      <a:pt x="118" y="0"/>
                    </a:cubicBezTo>
                    <a:cubicBezTo>
                      <a:pt x="118" y="604"/>
                      <a:pt x="118" y="1207"/>
                      <a:pt x="118" y="1829"/>
                    </a:cubicBezTo>
                    <a:cubicBezTo>
                      <a:pt x="79" y="1829"/>
                      <a:pt x="40" y="1829"/>
                      <a:pt x="0" y="1829"/>
                    </a:cubicBezTo>
                    <a:cubicBezTo>
                      <a:pt x="0" y="1226"/>
                      <a:pt x="0" y="6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75" cap="flat">
                <a:noFill/>
              </a:ln>
            </p:spPr>
          </p:sp>
          <p:sp>
            <p:nvSpPr>
              <p:cNvPr id="1900" name="ICON_C_WINDOWS_HEADER_path_029"/>
              <p:cNvSpPr/>
              <p:nvPr/>
            </p:nvSpPr>
            <p:spPr>
              <a:xfrm>
                <a:off x="5631767" y="7156933"/>
                <a:ext cx="6744" cy="13114"/>
              </a:xfrm>
              <a:custGeom>
                <a:avLst/>
                <a:gdLst/>
                <a:ahLst/>
                <a:cxnLst/>
                <a:rect l="0" t="0" r="r" b="b"/>
                <a:pathLst>
                  <a:path w="531" h="1033" fill="norm" stroke="0">
                    <a:moveTo>
                      <a:pt x="236" y="0"/>
                    </a:moveTo>
                    <a:cubicBezTo>
                      <a:pt x="275" y="0"/>
                      <a:pt x="314" y="0"/>
                      <a:pt x="354" y="0"/>
                    </a:cubicBezTo>
                    <a:cubicBezTo>
                      <a:pt x="354" y="39"/>
                      <a:pt x="354" y="78"/>
                      <a:pt x="354" y="118"/>
                    </a:cubicBezTo>
                    <a:cubicBezTo>
                      <a:pt x="373" y="118"/>
                      <a:pt x="393" y="118"/>
                      <a:pt x="413" y="118"/>
                    </a:cubicBezTo>
                    <a:cubicBezTo>
                      <a:pt x="413" y="176"/>
                      <a:pt x="413" y="235"/>
                      <a:pt x="413" y="295"/>
                    </a:cubicBezTo>
                    <a:cubicBezTo>
                      <a:pt x="432" y="295"/>
                      <a:pt x="452" y="295"/>
                      <a:pt x="472" y="295"/>
                    </a:cubicBezTo>
                    <a:cubicBezTo>
                      <a:pt x="472" y="334"/>
                      <a:pt x="472" y="373"/>
                      <a:pt x="472" y="413"/>
                    </a:cubicBezTo>
                    <a:cubicBezTo>
                      <a:pt x="491" y="413"/>
                      <a:pt x="511" y="413"/>
                      <a:pt x="531" y="413"/>
                    </a:cubicBezTo>
                    <a:cubicBezTo>
                      <a:pt x="531" y="471"/>
                      <a:pt x="531" y="530"/>
                      <a:pt x="531" y="590"/>
                    </a:cubicBezTo>
                    <a:cubicBezTo>
                      <a:pt x="492" y="590"/>
                      <a:pt x="453" y="590"/>
                      <a:pt x="413" y="590"/>
                    </a:cubicBezTo>
                    <a:cubicBezTo>
                      <a:pt x="413" y="610"/>
                      <a:pt x="413" y="629"/>
                      <a:pt x="413" y="649"/>
                    </a:cubicBezTo>
                    <a:cubicBezTo>
                      <a:pt x="394" y="649"/>
                      <a:pt x="374" y="649"/>
                      <a:pt x="354" y="649"/>
                    </a:cubicBezTo>
                    <a:cubicBezTo>
                      <a:pt x="354" y="669"/>
                      <a:pt x="354" y="688"/>
                      <a:pt x="354" y="708"/>
                    </a:cubicBezTo>
                    <a:cubicBezTo>
                      <a:pt x="315" y="708"/>
                      <a:pt x="276" y="708"/>
                      <a:pt x="236" y="708"/>
                    </a:cubicBezTo>
                    <a:cubicBezTo>
                      <a:pt x="236" y="689"/>
                      <a:pt x="236" y="669"/>
                      <a:pt x="236" y="649"/>
                    </a:cubicBezTo>
                    <a:cubicBezTo>
                      <a:pt x="217" y="649"/>
                      <a:pt x="197" y="649"/>
                      <a:pt x="177" y="649"/>
                    </a:cubicBezTo>
                    <a:cubicBezTo>
                      <a:pt x="177" y="669"/>
                      <a:pt x="177" y="688"/>
                      <a:pt x="177" y="708"/>
                    </a:cubicBezTo>
                    <a:cubicBezTo>
                      <a:pt x="158" y="708"/>
                      <a:pt x="138" y="708"/>
                      <a:pt x="118" y="708"/>
                    </a:cubicBezTo>
                    <a:cubicBezTo>
                      <a:pt x="118" y="711"/>
                      <a:pt x="118" y="711"/>
                      <a:pt x="117" y="728"/>
                    </a:cubicBezTo>
                    <a:cubicBezTo>
                      <a:pt x="114" y="759"/>
                      <a:pt x="112" y="790"/>
                      <a:pt x="109" y="821"/>
                    </a:cubicBezTo>
                    <a:cubicBezTo>
                      <a:pt x="108" y="831"/>
                      <a:pt x="107" y="842"/>
                      <a:pt x="107" y="852"/>
                    </a:cubicBezTo>
                    <a:cubicBezTo>
                      <a:pt x="97" y="950"/>
                      <a:pt x="78" y="955"/>
                      <a:pt x="0" y="1033"/>
                    </a:cubicBezTo>
                    <a:cubicBezTo>
                      <a:pt x="19" y="887"/>
                      <a:pt x="39" y="740"/>
                      <a:pt x="59" y="590"/>
                    </a:cubicBezTo>
                    <a:cubicBezTo>
                      <a:pt x="78" y="590"/>
                      <a:pt x="98" y="590"/>
                      <a:pt x="118" y="590"/>
                    </a:cubicBezTo>
                    <a:cubicBezTo>
                      <a:pt x="118" y="512"/>
                      <a:pt x="118" y="434"/>
                      <a:pt x="118" y="354"/>
                    </a:cubicBezTo>
                    <a:cubicBezTo>
                      <a:pt x="137" y="354"/>
                      <a:pt x="157" y="354"/>
                      <a:pt x="177" y="354"/>
                    </a:cubicBezTo>
                    <a:cubicBezTo>
                      <a:pt x="177" y="276"/>
                      <a:pt x="177" y="198"/>
                      <a:pt x="177" y="118"/>
                    </a:cubicBezTo>
                    <a:cubicBezTo>
                      <a:pt x="196" y="118"/>
                      <a:pt x="216" y="118"/>
                      <a:pt x="236" y="118"/>
                    </a:cubicBezTo>
                    <a:cubicBezTo>
                      <a:pt x="236" y="79"/>
                      <a:pt x="236" y="40"/>
                      <a:pt x="23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01" name="ICON_C_WINDOWS_HEADER_path_030"/>
              <p:cNvSpPr/>
              <p:nvPr/>
            </p:nvSpPr>
            <p:spPr>
              <a:xfrm>
                <a:off x="5728433" y="7165176"/>
                <a:ext cx="9741" cy="10116"/>
              </a:xfrm>
              <a:custGeom>
                <a:avLst/>
                <a:gdLst/>
                <a:ahLst/>
                <a:cxnLst/>
                <a:rect l="0" t="0" r="r" b="b"/>
                <a:pathLst>
                  <a:path w="767" h="797" fill="norm" stroke="0">
                    <a:moveTo>
                      <a:pt x="531" y="0"/>
                    </a:moveTo>
                    <a:cubicBezTo>
                      <a:pt x="551" y="0"/>
                      <a:pt x="570" y="0"/>
                      <a:pt x="590" y="0"/>
                    </a:cubicBezTo>
                    <a:cubicBezTo>
                      <a:pt x="591" y="6"/>
                      <a:pt x="592" y="12"/>
                      <a:pt x="592" y="18"/>
                    </a:cubicBezTo>
                    <a:cubicBezTo>
                      <a:pt x="596" y="46"/>
                      <a:pt x="599" y="74"/>
                      <a:pt x="603" y="101"/>
                    </a:cubicBezTo>
                    <a:cubicBezTo>
                      <a:pt x="604" y="111"/>
                      <a:pt x="605" y="121"/>
                      <a:pt x="606" y="131"/>
                    </a:cubicBezTo>
                    <a:cubicBezTo>
                      <a:pt x="608" y="140"/>
                      <a:pt x="609" y="149"/>
                      <a:pt x="610" y="158"/>
                    </a:cubicBezTo>
                    <a:cubicBezTo>
                      <a:pt x="611" y="167"/>
                      <a:pt x="612" y="175"/>
                      <a:pt x="613" y="184"/>
                    </a:cubicBezTo>
                    <a:cubicBezTo>
                      <a:pt x="620" y="207"/>
                      <a:pt x="620" y="207"/>
                      <a:pt x="649" y="236"/>
                    </a:cubicBezTo>
                    <a:cubicBezTo>
                      <a:pt x="651" y="267"/>
                      <a:pt x="652" y="296"/>
                      <a:pt x="651" y="326"/>
                    </a:cubicBezTo>
                    <a:cubicBezTo>
                      <a:pt x="651" y="335"/>
                      <a:pt x="651" y="343"/>
                      <a:pt x="650" y="352"/>
                    </a:cubicBezTo>
                    <a:cubicBezTo>
                      <a:pt x="650" y="372"/>
                      <a:pt x="650" y="393"/>
                      <a:pt x="649" y="413"/>
                    </a:cubicBezTo>
                    <a:cubicBezTo>
                      <a:pt x="669" y="413"/>
                      <a:pt x="688" y="413"/>
                      <a:pt x="708" y="413"/>
                    </a:cubicBezTo>
                    <a:cubicBezTo>
                      <a:pt x="708" y="491"/>
                      <a:pt x="708" y="569"/>
                      <a:pt x="708" y="649"/>
                    </a:cubicBezTo>
                    <a:cubicBezTo>
                      <a:pt x="728" y="649"/>
                      <a:pt x="747" y="649"/>
                      <a:pt x="767" y="649"/>
                    </a:cubicBezTo>
                    <a:cubicBezTo>
                      <a:pt x="767" y="698"/>
                      <a:pt x="767" y="746"/>
                      <a:pt x="767" y="797"/>
                    </a:cubicBezTo>
                    <a:cubicBezTo>
                      <a:pt x="760" y="787"/>
                      <a:pt x="753" y="778"/>
                      <a:pt x="746" y="768"/>
                    </a:cubicBezTo>
                    <a:cubicBezTo>
                      <a:pt x="698" y="721"/>
                      <a:pt x="637" y="727"/>
                      <a:pt x="573" y="725"/>
                    </a:cubicBezTo>
                    <a:cubicBezTo>
                      <a:pt x="560" y="725"/>
                      <a:pt x="547" y="724"/>
                      <a:pt x="534" y="724"/>
                    </a:cubicBezTo>
                    <a:cubicBezTo>
                      <a:pt x="492" y="722"/>
                      <a:pt x="451" y="720"/>
                      <a:pt x="409" y="719"/>
                    </a:cubicBezTo>
                    <a:cubicBezTo>
                      <a:pt x="381" y="718"/>
                      <a:pt x="353" y="717"/>
                      <a:pt x="325" y="716"/>
                    </a:cubicBezTo>
                    <a:cubicBezTo>
                      <a:pt x="256" y="713"/>
                      <a:pt x="187" y="710"/>
                      <a:pt x="118" y="708"/>
                    </a:cubicBezTo>
                    <a:cubicBezTo>
                      <a:pt x="118" y="669"/>
                      <a:pt x="118" y="630"/>
                      <a:pt x="118" y="590"/>
                    </a:cubicBezTo>
                    <a:cubicBezTo>
                      <a:pt x="99" y="590"/>
                      <a:pt x="79" y="590"/>
                      <a:pt x="59" y="590"/>
                    </a:cubicBezTo>
                    <a:cubicBezTo>
                      <a:pt x="59" y="551"/>
                      <a:pt x="59" y="512"/>
                      <a:pt x="59" y="472"/>
                    </a:cubicBezTo>
                    <a:cubicBezTo>
                      <a:pt x="40" y="472"/>
                      <a:pt x="20" y="472"/>
                      <a:pt x="0" y="472"/>
                    </a:cubicBezTo>
                    <a:cubicBezTo>
                      <a:pt x="0" y="433"/>
                      <a:pt x="0" y="394"/>
                      <a:pt x="0" y="354"/>
                    </a:cubicBezTo>
                    <a:cubicBezTo>
                      <a:pt x="19" y="354"/>
                      <a:pt x="39" y="354"/>
                      <a:pt x="59" y="354"/>
                    </a:cubicBezTo>
                    <a:cubicBezTo>
                      <a:pt x="59" y="335"/>
                      <a:pt x="59" y="315"/>
                      <a:pt x="59" y="295"/>
                    </a:cubicBezTo>
                    <a:cubicBezTo>
                      <a:pt x="98" y="295"/>
                      <a:pt x="137" y="295"/>
                      <a:pt x="177" y="295"/>
                    </a:cubicBezTo>
                    <a:cubicBezTo>
                      <a:pt x="177" y="314"/>
                      <a:pt x="177" y="334"/>
                      <a:pt x="177" y="354"/>
                    </a:cubicBezTo>
                    <a:cubicBezTo>
                      <a:pt x="196" y="354"/>
                      <a:pt x="216" y="354"/>
                      <a:pt x="236" y="354"/>
                    </a:cubicBezTo>
                    <a:cubicBezTo>
                      <a:pt x="236" y="373"/>
                      <a:pt x="236" y="393"/>
                      <a:pt x="236" y="413"/>
                    </a:cubicBezTo>
                    <a:cubicBezTo>
                      <a:pt x="255" y="413"/>
                      <a:pt x="275" y="413"/>
                      <a:pt x="295" y="413"/>
                    </a:cubicBezTo>
                    <a:cubicBezTo>
                      <a:pt x="295" y="432"/>
                      <a:pt x="295" y="452"/>
                      <a:pt x="295" y="472"/>
                    </a:cubicBezTo>
                    <a:cubicBezTo>
                      <a:pt x="314" y="472"/>
                      <a:pt x="334" y="472"/>
                      <a:pt x="354" y="472"/>
                    </a:cubicBezTo>
                    <a:cubicBezTo>
                      <a:pt x="354" y="491"/>
                      <a:pt x="354" y="511"/>
                      <a:pt x="354" y="531"/>
                    </a:cubicBezTo>
                    <a:cubicBezTo>
                      <a:pt x="393" y="531"/>
                      <a:pt x="432" y="531"/>
                      <a:pt x="472" y="531"/>
                    </a:cubicBezTo>
                    <a:cubicBezTo>
                      <a:pt x="472" y="512"/>
                      <a:pt x="472" y="492"/>
                      <a:pt x="472" y="472"/>
                    </a:cubicBezTo>
                    <a:cubicBezTo>
                      <a:pt x="491" y="472"/>
                      <a:pt x="511" y="472"/>
                      <a:pt x="531" y="472"/>
                    </a:cubicBezTo>
                    <a:cubicBezTo>
                      <a:pt x="531" y="453"/>
                      <a:pt x="531" y="433"/>
                      <a:pt x="531" y="413"/>
                    </a:cubicBezTo>
                    <a:cubicBezTo>
                      <a:pt x="551" y="413"/>
                      <a:pt x="570" y="413"/>
                      <a:pt x="590" y="413"/>
                    </a:cubicBezTo>
                    <a:cubicBezTo>
                      <a:pt x="591" y="389"/>
                      <a:pt x="591" y="365"/>
                      <a:pt x="592" y="341"/>
                    </a:cubicBezTo>
                    <a:cubicBezTo>
                      <a:pt x="592" y="328"/>
                      <a:pt x="593" y="314"/>
                      <a:pt x="593" y="301"/>
                    </a:cubicBezTo>
                    <a:cubicBezTo>
                      <a:pt x="590" y="266"/>
                      <a:pt x="590" y="266"/>
                      <a:pt x="561" y="236"/>
                    </a:cubicBezTo>
                    <a:cubicBezTo>
                      <a:pt x="554" y="211"/>
                      <a:pt x="554" y="211"/>
                      <a:pt x="551" y="181"/>
                    </a:cubicBezTo>
                    <a:cubicBezTo>
                      <a:pt x="550" y="171"/>
                      <a:pt x="549" y="160"/>
                      <a:pt x="547" y="150"/>
                    </a:cubicBezTo>
                    <a:cubicBezTo>
                      <a:pt x="546" y="139"/>
                      <a:pt x="545" y="128"/>
                      <a:pt x="544" y="116"/>
                    </a:cubicBezTo>
                    <a:cubicBezTo>
                      <a:pt x="543" y="105"/>
                      <a:pt x="541" y="94"/>
                      <a:pt x="540" y="82"/>
                    </a:cubicBezTo>
                    <a:cubicBezTo>
                      <a:pt x="537" y="55"/>
                      <a:pt x="534" y="27"/>
                      <a:pt x="53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02" name="ICON_C_WINDOWS_HEADER_path_031"/>
              <p:cNvSpPr/>
              <p:nvPr/>
            </p:nvSpPr>
            <p:spPr>
              <a:xfrm>
                <a:off x="5769647" y="7157682"/>
                <a:ext cx="5995" cy="21731"/>
              </a:xfrm>
              <a:custGeom>
                <a:avLst/>
                <a:gdLst/>
                <a:ahLst/>
                <a:cxnLst/>
                <a:rect l="0" t="0" r="r" b="b"/>
                <a:pathLst>
                  <a:path w="472" h="1711" fill="norm" stroke="0">
                    <a:moveTo>
                      <a:pt x="413" y="0"/>
                    </a:moveTo>
                    <a:cubicBezTo>
                      <a:pt x="432" y="0"/>
                      <a:pt x="452" y="0"/>
                      <a:pt x="472" y="0"/>
                    </a:cubicBezTo>
                    <a:cubicBezTo>
                      <a:pt x="472" y="39"/>
                      <a:pt x="472" y="78"/>
                      <a:pt x="472" y="118"/>
                    </a:cubicBezTo>
                    <a:cubicBezTo>
                      <a:pt x="453" y="118"/>
                      <a:pt x="433" y="118"/>
                      <a:pt x="413" y="118"/>
                    </a:cubicBezTo>
                    <a:cubicBezTo>
                      <a:pt x="414" y="123"/>
                      <a:pt x="414" y="123"/>
                      <a:pt x="417" y="146"/>
                    </a:cubicBezTo>
                    <a:cubicBezTo>
                      <a:pt x="416" y="156"/>
                      <a:pt x="414" y="166"/>
                      <a:pt x="413" y="177"/>
                    </a:cubicBezTo>
                    <a:cubicBezTo>
                      <a:pt x="404" y="180"/>
                      <a:pt x="395" y="183"/>
                      <a:pt x="385" y="186"/>
                    </a:cubicBezTo>
                    <a:cubicBezTo>
                      <a:pt x="348" y="210"/>
                      <a:pt x="347" y="219"/>
                      <a:pt x="337" y="260"/>
                    </a:cubicBezTo>
                    <a:cubicBezTo>
                      <a:pt x="333" y="283"/>
                      <a:pt x="329" y="305"/>
                      <a:pt x="325" y="328"/>
                    </a:cubicBezTo>
                    <a:cubicBezTo>
                      <a:pt x="320" y="352"/>
                      <a:pt x="315" y="377"/>
                      <a:pt x="310" y="401"/>
                    </a:cubicBezTo>
                    <a:cubicBezTo>
                      <a:pt x="308" y="413"/>
                      <a:pt x="305" y="425"/>
                      <a:pt x="303" y="438"/>
                    </a:cubicBezTo>
                    <a:cubicBezTo>
                      <a:pt x="292" y="486"/>
                      <a:pt x="277" y="532"/>
                      <a:pt x="262" y="579"/>
                    </a:cubicBezTo>
                    <a:cubicBezTo>
                      <a:pt x="230" y="681"/>
                      <a:pt x="230" y="779"/>
                      <a:pt x="236" y="885"/>
                    </a:cubicBezTo>
                    <a:cubicBezTo>
                      <a:pt x="217" y="885"/>
                      <a:pt x="197" y="885"/>
                      <a:pt x="177" y="885"/>
                    </a:cubicBezTo>
                    <a:cubicBezTo>
                      <a:pt x="177" y="924"/>
                      <a:pt x="177" y="963"/>
                      <a:pt x="177" y="1003"/>
                    </a:cubicBezTo>
                    <a:cubicBezTo>
                      <a:pt x="196" y="1003"/>
                      <a:pt x="216" y="1003"/>
                      <a:pt x="236" y="1003"/>
                    </a:cubicBezTo>
                    <a:cubicBezTo>
                      <a:pt x="236" y="1023"/>
                      <a:pt x="236" y="1042"/>
                      <a:pt x="236" y="1062"/>
                    </a:cubicBezTo>
                    <a:cubicBezTo>
                      <a:pt x="314" y="1062"/>
                      <a:pt x="392" y="1062"/>
                      <a:pt x="472" y="1062"/>
                    </a:cubicBezTo>
                    <a:cubicBezTo>
                      <a:pt x="472" y="1101"/>
                      <a:pt x="472" y="1140"/>
                      <a:pt x="472" y="1180"/>
                    </a:cubicBezTo>
                    <a:cubicBezTo>
                      <a:pt x="453" y="1180"/>
                      <a:pt x="433" y="1180"/>
                      <a:pt x="413" y="1180"/>
                    </a:cubicBezTo>
                    <a:cubicBezTo>
                      <a:pt x="413" y="1200"/>
                      <a:pt x="413" y="1219"/>
                      <a:pt x="413" y="1239"/>
                    </a:cubicBezTo>
                    <a:cubicBezTo>
                      <a:pt x="394" y="1239"/>
                      <a:pt x="374" y="1239"/>
                      <a:pt x="354" y="1239"/>
                    </a:cubicBezTo>
                    <a:cubicBezTo>
                      <a:pt x="354" y="1259"/>
                      <a:pt x="354" y="1278"/>
                      <a:pt x="354" y="1298"/>
                    </a:cubicBezTo>
                    <a:cubicBezTo>
                      <a:pt x="335" y="1298"/>
                      <a:pt x="315" y="1298"/>
                      <a:pt x="295" y="1298"/>
                    </a:cubicBezTo>
                    <a:cubicBezTo>
                      <a:pt x="295" y="1318"/>
                      <a:pt x="295" y="1337"/>
                      <a:pt x="295" y="1357"/>
                    </a:cubicBezTo>
                    <a:cubicBezTo>
                      <a:pt x="276" y="1357"/>
                      <a:pt x="256" y="1357"/>
                      <a:pt x="236" y="1357"/>
                    </a:cubicBezTo>
                    <a:cubicBezTo>
                      <a:pt x="236" y="1377"/>
                      <a:pt x="236" y="1396"/>
                      <a:pt x="236" y="1416"/>
                    </a:cubicBezTo>
                    <a:cubicBezTo>
                      <a:pt x="197" y="1416"/>
                      <a:pt x="158" y="1416"/>
                      <a:pt x="118" y="1416"/>
                    </a:cubicBezTo>
                    <a:cubicBezTo>
                      <a:pt x="118" y="1436"/>
                      <a:pt x="118" y="1455"/>
                      <a:pt x="118" y="1475"/>
                    </a:cubicBezTo>
                    <a:cubicBezTo>
                      <a:pt x="99" y="1475"/>
                      <a:pt x="79" y="1475"/>
                      <a:pt x="59" y="1475"/>
                    </a:cubicBezTo>
                    <a:cubicBezTo>
                      <a:pt x="49" y="1553"/>
                      <a:pt x="40" y="1631"/>
                      <a:pt x="30" y="1711"/>
                    </a:cubicBezTo>
                    <a:cubicBezTo>
                      <a:pt x="20" y="1711"/>
                      <a:pt x="10" y="1711"/>
                      <a:pt x="0" y="1711"/>
                    </a:cubicBezTo>
                    <a:cubicBezTo>
                      <a:pt x="0" y="1614"/>
                      <a:pt x="0" y="1516"/>
                      <a:pt x="0" y="1416"/>
                    </a:cubicBezTo>
                    <a:cubicBezTo>
                      <a:pt x="19" y="1416"/>
                      <a:pt x="39" y="1416"/>
                      <a:pt x="59" y="1416"/>
                    </a:cubicBezTo>
                    <a:cubicBezTo>
                      <a:pt x="59" y="1338"/>
                      <a:pt x="59" y="1260"/>
                      <a:pt x="59" y="1180"/>
                    </a:cubicBezTo>
                    <a:cubicBezTo>
                      <a:pt x="78" y="1180"/>
                      <a:pt x="98" y="1180"/>
                      <a:pt x="118" y="1180"/>
                    </a:cubicBezTo>
                    <a:cubicBezTo>
                      <a:pt x="118" y="1063"/>
                      <a:pt x="118" y="946"/>
                      <a:pt x="118" y="826"/>
                    </a:cubicBezTo>
                    <a:cubicBezTo>
                      <a:pt x="137" y="826"/>
                      <a:pt x="157" y="826"/>
                      <a:pt x="177" y="826"/>
                    </a:cubicBezTo>
                    <a:cubicBezTo>
                      <a:pt x="177" y="819"/>
                      <a:pt x="177" y="812"/>
                      <a:pt x="177" y="805"/>
                    </a:cubicBezTo>
                    <a:cubicBezTo>
                      <a:pt x="176" y="773"/>
                      <a:pt x="176" y="742"/>
                      <a:pt x="175" y="710"/>
                    </a:cubicBezTo>
                    <a:cubicBezTo>
                      <a:pt x="175" y="699"/>
                      <a:pt x="175" y="688"/>
                      <a:pt x="174" y="677"/>
                    </a:cubicBezTo>
                    <a:cubicBezTo>
                      <a:pt x="174" y="666"/>
                      <a:pt x="174" y="655"/>
                      <a:pt x="174" y="645"/>
                    </a:cubicBezTo>
                    <a:cubicBezTo>
                      <a:pt x="174" y="635"/>
                      <a:pt x="174" y="625"/>
                      <a:pt x="174" y="615"/>
                    </a:cubicBezTo>
                    <a:cubicBezTo>
                      <a:pt x="177" y="590"/>
                      <a:pt x="177" y="590"/>
                      <a:pt x="207" y="561"/>
                    </a:cubicBezTo>
                    <a:cubicBezTo>
                      <a:pt x="212" y="539"/>
                      <a:pt x="212" y="539"/>
                      <a:pt x="215" y="514"/>
                    </a:cubicBezTo>
                    <a:cubicBezTo>
                      <a:pt x="216" y="504"/>
                      <a:pt x="217" y="495"/>
                      <a:pt x="218" y="486"/>
                    </a:cubicBezTo>
                    <a:cubicBezTo>
                      <a:pt x="219" y="477"/>
                      <a:pt x="220" y="467"/>
                      <a:pt x="221" y="457"/>
                    </a:cubicBezTo>
                    <a:cubicBezTo>
                      <a:pt x="223" y="439"/>
                      <a:pt x="225" y="420"/>
                      <a:pt x="228" y="401"/>
                    </a:cubicBezTo>
                    <a:cubicBezTo>
                      <a:pt x="229" y="393"/>
                      <a:pt x="229" y="384"/>
                      <a:pt x="230" y="376"/>
                    </a:cubicBezTo>
                    <a:cubicBezTo>
                      <a:pt x="236" y="354"/>
                      <a:pt x="236" y="354"/>
                      <a:pt x="266" y="325"/>
                    </a:cubicBezTo>
                    <a:cubicBezTo>
                      <a:pt x="272" y="302"/>
                      <a:pt x="272" y="302"/>
                      <a:pt x="275" y="276"/>
                    </a:cubicBezTo>
                    <a:cubicBezTo>
                      <a:pt x="276" y="267"/>
                      <a:pt x="277" y="258"/>
                      <a:pt x="279" y="249"/>
                    </a:cubicBezTo>
                    <a:cubicBezTo>
                      <a:pt x="280" y="239"/>
                      <a:pt x="281" y="229"/>
                      <a:pt x="282" y="219"/>
                    </a:cubicBezTo>
                    <a:cubicBezTo>
                      <a:pt x="283" y="210"/>
                      <a:pt x="285" y="200"/>
                      <a:pt x="286" y="190"/>
                    </a:cubicBezTo>
                    <a:cubicBezTo>
                      <a:pt x="289" y="166"/>
                      <a:pt x="292" y="142"/>
                      <a:pt x="295" y="118"/>
                    </a:cubicBezTo>
                    <a:cubicBezTo>
                      <a:pt x="304" y="119"/>
                      <a:pt x="313" y="120"/>
                      <a:pt x="323" y="122"/>
                    </a:cubicBezTo>
                    <a:cubicBezTo>
                      <a:pt x="328" y="121"/>
                      <a:pt x="328" y="121"/>
                      <a:pt x="354" y="118"/>
                    </a:cubicBezTo>
                    <a:cubicBezTo>
                      <a:pt x="371" y="92"/>
                      <a:pt x="371" y="92"/>
                      <a:pt x="384" y="59"/>
                    </a:cubicBezTo>
                    <a:cubicBezTo>
                      <a:pt x="396" y="26"/>
                      <a:pt x="396" y="26"/>
                      <a:pt x="41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03" name="ICON_C_WINDOWS_HEADER_path_032"/>
              <p:cNvSpPr/>
              <p:nvPr/>
            </p:nvSpPr>
            <p:spPr>
              <a:xfrm>
                <a:off x="5623524" y="7161429"/>
                <a:ext cx="4496" cy="12739"/>
              </a:xfrm>
              <a:custGeom>
                <a:avLst/>
                <a:gdLst/>
                <a:ahLst/>
                <a:cxnLst/>
                <a:rect l="0" t="0" r="r" b="b"/>
                <a:pathLst>
                  <a:path w="354" h="1003" fill="norm" stroke="0">
                    <a:moveTo>
                      <a:pt x="59" y="0"/>
                    </a:moveTo>
                    <a:cubicBezTo>
                      <a:pt x="117" y="0"/>
                      <a:pt x="176" y="0"/>
                      <a:pt x="236" y="0"/>
                    </a:cubicBezTo>
                    <a:cubicBezTo>
                      <a:pt x="236" y="39"/>
                      <a:pt x="236" y="78"/>
                      <a:pt x="236" y="118"/>
                    </a:cubicBezTo>
                    <a:cubicBezTo>
                      <a:pt x="217" y="118"/>
                      <a:pt x="197" y="118"/>
                      <a:pt x="177" y="118"/>
                    </a:cubicBezTo>
                    <a:cubicBezTo>
                      <a:pt x="177" y="137"/>
                      <a:pt x="177" y="157"/>
                      <a:pt x="177" y="177"/>
                    </a:cubicBezTo>
                    <a:cubicBezTo>
                      <a:pt x="158" y="177"/>
                      <a:pt x="138" y="177"/>
                      <a:pt x="118" y="177"/>
                    </a:cubicBezTo>
                    <a:cubicBezTo>
                      <a:pt x="118" y="216"/>
                      <a:pt x="118" y="255"/>
                      <a:pt x="118" y="295"/>
                    </a:cubicBezTo>
                    <a:cubicBezTo>
                      <a:pt x="137" y="295"/>
                      <a:pt x="157" y="295"/>
                      <a:pt x="177" y="295"/>
                    </a:cubicBezTo>
                    <a:cubicBezTo>
                      <a:pt x="177" y="314"/>
                      <a:pt x="177" y="334"/>
                      <a:pt x="177" y="354"/>
                    </a:cubicBezTo>
                    <a:cubicBezTo>
                      <a:pt x="216" y="354"/>
                      <a:pt x="255" y="354"/>
                      <a:pt x="295" y="354"/>
                    </a:cubicBezTo>
                    <a:cubicBezTo>
                      <a:pt x="295" y="373"/>
                      <a:pt x="295" y="393"/>
                      <a:pt x="295" y="413"/>
                    </a:cubicBezTo>
                    <a:cubicBezTo>
                      <a:pt x="314" y="413"/>
                      <a:pt x="334" y="413"/>
                      <a:pt x="354" y="413"/>
                    </a:cubicBezTo>
                    <a:cubicBezTo>
                      <a:pt x="354" y="491"/>
                      <a:pt x="354" y="569"/>
                      <a:pt x="354" y="649"/>
                    </a:cubicBezTo>
                    <a:cubicBezTo>
                      <a:pt x="335" y="649"/>
                      <a:pt x="315" y="649"/>
                      <a:pt x="295" y="649"/>
                    </a:cubicBezTo>
                    <a:cubicBezTo>
                      <a:pt x="296" y="656"/>
                      <a:pt x="297" y="662"/>
                      <a:pt x="297" y="669"/>
                    </a:cubicBezTo>
                    <a:cubicBezTo>
                      <a:pt x="316" y="852"/>
                      <a:pt x="316" y="852"/>
                      <a:pt x="281" y="908"/>
                    </a:cubicBezTo>
                    <a:cubicBezTo>
                      <a:pt x="242" y="948"/>
                      <a:pt x="196" y="977"/>
                      <a:pt x="148" y="1003"/>
                    </a:cubicBezTo>
                    <a:cubicBezTo>
                      <a:pt x="112" y="890"/>
                      <a:pt x="82" y="779"/>
                      <a:pt x="69" y="661"/>
                    </a:cubicBezTo>
                    <a:cubicBezTo>
                      <a:pt x="64" y="620"/>
                      <a:pt x="58" y="586"/>
                      <a:pt x="43" y="548"/>
                    </a:cubicBezTo>
                    <a:cubicBezTo>
                      <a:pt x="21" y="487"/>
                      <a:pt x="34" y="426"/>
                      <a:pt x="42" y="363"/>
                    </a:cubicBezTo>
                    <a:cubicBezTo>
                      <a:pt x="44" y="351"/>
                      <a:pt x="45" y="339"/>
                      <a:pt x="47" y="326"/>
                    </a:cubicBezTo>
                    <a:cubicBezTo>
                      <a:pt x="51" y="296"/>
                      <a:pt x="55" y="266"/>
                      <a:pt x="59" y="236"/>
                    </a:cubicBezTo>
                    <a:cubicBezTo>
                      <a:pt x="40" y="236"/>
                      <a:pt x="20" y="236"/>
                      <a:pt x="0" y="236"/>
                    </a:cubicBezTo>
                    <a:cubicBezTo>
                      <a:pt x="0" y="197"/>
                      <a:pt x="0" y="158"/>
                      <a:pt x="0" y="118"/>
                    </a:cubicBezTo>
                    <a:cubicBezTo>
                      <a:pt x="19" y="118"/>
                      <a:pt x="39" y="118"/>
                      <a:pt x="59" y="118"/>
                    </a:cubicBezTo>
                    <a:cubicBezTo>
                      <a:pt x="59" y="79"/>
                      <a:pt x="59" y="40"/>
                      <a:pt x="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75" cap="flat">
                <a:noFill/>
              </a:ln>
            </p:spPr>
          </p:sp>
          <p:sp>
            <p:nvSpPr>
              <p:cNvPr id="1904" name="ICON_C_WINDOWS_HEADER_path_033"/>
              <p:cNvSpPr/>
              <p:nvPr/>
            </p:nvSpPr>
            <p:spPr>
              <a:xfrm>
                <a:off x="5756908" y="7167424"/>
                <a:ext cx="9741" cy="17984"/>
              </a:xfrm>
              <a:custGeom>
                <a:avLst/>
                <a:gdLst/>
                <a:ahLst/>
                <a:cxnLst/>
                <a:rect l="0" t="0" r="r" b="b"/>
                <a:pathLst>
                  <a:path w="767" h="1416" fill="norm" stroke="0">
                    <a:moveTo>
                      <a:pt x="59" y="0"/>
                    </a:moveTo>
                    <a:cubicBezTo>
                      <a:pt x="78" y="0"/>
                      <a:pt x="98" y="0"/>
                      <a:pt x="118" y="0"/>
                    </a:cubicBezTo>
                    <a:cubicBezTo>
                      <a:pt x="119" y="8"/>
                      <a:pt x="119" y="16"/>
                      <a:pt x="120" y="24"/>
                    </a:cubicBezTo>
                    <a:cubicBezTo>
                      <a:pt x="124" y="60"/>
                      <a:pt x="127" y="95"/>
                      <a:pt x="131" y="131"/>
                    </a:cubicBezTo>
                    <a:cubicBezTo>
                      <a:pt x="132" y="143"/>
                      <a:pt x="133" y="156"/>
                      <a:pt x="134" y="169"/>
                    </a:cubicBezTo>
                    <a:cubicBezTo>
                      <a:pt x="136" y="180"/>
                      <a:pt x="137" y="192"/>
                      <a:pt x="138" y="205"/>
                    </a:cubicBezTo>
                    <a:cubicBezTo>
                      <a:pt x="139" y="216"/>
                      <a:pt x="140" y="226"/>
                      <a:pt x="141" y="238"/>
                    </a:cubicBezTo>
                    <a:cubicBezTo>
                      <a:pt x="148" y="266"/>
                      <a:pt x="148" y="266"/>
                      <a:pt x="177" y="295"/>
                    </a:cubicBezTo>
                    <a:cubicBezTo>
                      <a:pt x="183" y="328"/>
                      <a:pt x="183" y="328"/>
                      <a:pt x="185" y="368"/>
                    </a:cubicBezTo>
                    <a:cubicBezTo>
                      <a:pt x="186" y="382"/>
                      <a:pt x="188" y="397"/>
                      <a:pt x="189" y="412"/>
                    </a:cubicBezTo>
                    <a:cubicBezTo>
                      <a:pt x="190" y="434"/>
                      <a:pt x="192" y="457"/>
                      <a:pt x="193" y="480"/>
                    </a:cubicBezTo>
                    <a:cubicBezTo>
                      <a:pt x="195" y="502"/>
                      <a:pt x="197" y="525"/>
                      <a:pt x="198" y="547"/>
                    </a:cubicBezTo>
                    <a:cubicBezTo>
                      <a:pt x="199" y="560"/>
                      <a:pt x="200" y="573"/>
                      <a:pt x="201" y="587"/>
                    </a:cubicBezTo>
                    <a:cubicBezTo>
                      <a:pt x="207" y="620"/>
                      <a:pt x="207" y="620"/>
                      <a:pt x="236" y="649"/>
                    </a:cubicBezTo>
                    <a:cubicBezTo>
                      <a:pt x="238" y="680"/>
                      <a:pt x="239" y="709"/>
                      <a:pt x="238" y="739"/>
                    </a:cubicBezTo>
                    <a:cubicBezTo>
                      <a:pt x="238" y="748"/>
                      <a:pt x="238" y="756"/>
                      <a:pt x="237" y="765"/>
                    </a:cubicBezTo>
                    <a:cubicBezTo>
                      <a:pt x="237" y="785"/>
                      <a:pt x="237" y="806"/>
                      <a:pt x="236" y="826"/>
                    </a:cubicBezTo>
                    <a:cubicBezTo>
                      <a:pt x="255" y="826"/>
                      <a:pt x="275" y="826"/>
                      <a:pt x="295" y="826"/>
                    </a:cubicBezTo>
                    <a:cubicBezTo>
                      <a:pt x="295" y="904"/>
                      <a:pt x="295" y="982"/>
                      <a:pt x="295" y="1062"/>
                    </a:cubicBezTo>
                    <a:cubicBezTo>
                      <a:pt x="314" y="1062"/>
                      <a:pt x="334" y="1062"/>
                      <a:pt x="354" y="1062"/>
                    </a:cubicBezTo>
                    <a:cubicBezTo>
                      <a:pt x="354" y="1101"/>
                      <a:pt x="354" y="1140"/>
                      <a:pt x="354" y="1180"/>
                    </a:cubicBezTo>
                    <a:cubicBezTo>
                      <a:pt x="373" y="1180"/>
                      <a:pt x="393" y="1180"/>
                      <a:pt x="413" y="1180"/>
                    </a:cubicBezTo>
                    <a:cubicBezTo>
                      <a:pt x="413" y="1200"/>
                      <a:pt x="413" y="1219"/>
                      <a:pt x="413" y="1239"/>
                    </a:cubicBezTo>
                    <a:cubicBezTo>
                      <a:pt x="432" y="1239"/>
                      <a:pt x="452" y="1239"/>
                      <a:pt x="472" y="1239"/>
                    </a:cubicBezTo>
                    <a:cubicBezTo>
                      <a:pt x="472" y="1259"/>
                      <a:pt x="472" y="1278"/>
                      <a:pt x="472" y="1298"/>
                    </a:cubicBezTo>
                    <a:cubicBezTo>
                      <a:pt x="530" y="1318"/>
                      <a:pt x="589" y="1337"/>
                      <a:pt x="649" y="1357"/>
                    </a:cubicBezTo>
                    <a:cubicBezTo>
                      <a:pt x="649" y="1338"/>
                      <a:pt x="649" y="1318"/>
                      <a:pt x="649" y="1298"/>
                    </a:cubicBezTo>
                    <a:cubicBezTo>
                      <a:pt x="688" y="1308"/>
                      <a:pt x="727" y="1318"/>
                      <a:pt x="767" y="1328"/>
                    </a:cubicBezTo>
                    <a:cubicBezTo>
                      <a:pt x="748" y="1357"/>
                      <a:pt x="728" y="1386"/>
                      <a:pt x="708" y="1416"/>
                    </a:cubicBezTo>
                    <a:cubicBezTo>
                      <a:pt x="611" y="1397"/>
                      <a:pt x="513" y="1377"/>
                      <a:pt x="413" y="1357"/>
                    </a:cubicBezTo>
                    <a:cubicBezTo>
                      <a:pt x="413" y="1338"/>
                      <a:pt x="413" y="1318"/>
                      <a:pt x="413" y="1298"/>
                    </a:cubicBezTo>
                    <a:cubicBezTo>
                      <a:pt x="374" y="1298"/>
                      <a:pt x="335" y="1298"/>
                      <a:pt x="295" y="1298"/>
                    </a:cubicBezTo>
                    <a:cubicBezTo>
                      <a:pt x="295" y="1279"/>
                      <a:pt x="295" y="1259"/>
                      <a:pt x="295" y="1239"/>
                    </a:cubicBezTo>
                    <a:cubicBezTo>
                      <a:pt x="276" y="1239"/>
                      <a:pt x="256" y="1239"/>
                      <a:pt x="236" y="1239"/>
                    </a:cubicBezTo>
                    <a:cubicBezTo>
                      <a:pt x="236" y="1220"/>
                      <a:pt x="236" y="1200"/>
                      <a:pt x="236" y="1180"/>
                    </a:cubicBezTo>
                    <a:cubicBezTo>
                      <a:pt x="217" y="1180"/>
                      <a:pt x="197" y="1180"/>
                      <a:pt x="177" y="1180"/>
                    </a:cubicBezTo>
                    <a:cubicBezTo>
                      <a:pt x="177" y="1161"/>
                      <a:pt x="177" y="1141"/>
                      <a:pt x="177" y="1121"/>
                    </a:cubicBezTo>
                    <a:cubicBezTo>
                      <a:pt x="158" y="1121"/>
                      <a:pt x="138" y="1121"/>
                      <a:pt x="118" y="1121"/>
                    </a:cubicBezTo>
                    <a:cubicBezTo>
                      <a:pt x="118" y="1082"/>
                      <a:pt x="118" y="1043"/>
                      <a:pt x="118" y="1003"/>
                    </a:cubicBezTo>
                    <a:cubicBezTo>
                      <a:pt x="99" y="1003"/>
                      <a:pt x="79" y="1003"/>
                      <a:pt x="59" y="1003"/>
                    </a:cubicBezTo>
                    <a:cubicBezTo>
                      <a:pt x="59" y="984"/>
                      <a:pt x="59" y="964"/>
                      <a:pt x="59" y="944"/>
                    </a:cubicBezTo>
                    <a:cubicBezTo>
                      <a:pt x="40" y="944"/>
                      <a:pt x="20" y="944"/>
                      <a:pt x="0" y="944"/>
                    </a:cubicBezTo>
                    <a:cubicBezTo>
                      <a:pt x="0" y="866"/>
                      <a:pt x="0" y="788"/>
                      <a:pt x="0" y="708"/>
                    </a:cubicBezTo>
                    <a:cubicBezTo>
                      <a:pt x="58" y="698"/>
                      <a:pt x="117" y="689"/>
                      <a:pt x="177" y="679"/>
                    </a:cubicBezTo>
                    <a:cubicBezTo>
                      <a:pt x="167" y="653"/>
                      <a:pt x="158" y="627"/>
                      <a:pt x="148" y="601"/>
                    </a:cubicBezTo>
                    <a:cubicBezTo>
                      <a:pt x="124" y="536"/>
                      <a:pt x="115" y="482"/>
                      <a:pt x="118" y="413"/>
                    </a:cubicBezTo>
                    <a:cubicBezTo>
                      <a:pt x="121" y="337"/>
                      <a:pt x="107" y="283"/>
                      <a:pt x="80" y="212"/>
                    </a:cubicBezTo>
                    <a:cubicBezTo>
                      <a:pt x="54" y="141"/>
                      <a:pt x="53" y="75"/>
                      <a:pt x="5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05" name="ICON_C_WINDOWS_HEADER_path_034"/>
              <p:cNvSpPr/>
              <p:nvPr/>
            </p:nvSpPr>
            <p:spPr>
              <a:xfrm>
                <a:off x="5603292" y="7156184"/>
                <a:ext cx="4496" cy="11990"/>
              </a:xfrm>
              <a:custGeom>
                <a:avLst/>
                <a:gdLst/>
                <a:ahLst/>
                <a:cxnLst/>
                <a:rect l="0" t="0" r="r" b="b"/>
                <a:pathLst>
                  <a:path w="354" h="944" fill="norm" stroke="0">
                    <a:moveTo>
                      <a:pt x="236" y="0"/>
                    </a:moveTo>
                    <a:cubicBezTo>
                      <a:pt x="255" y="0"/>
                      <a:pt x="275" y="0"/>
                      <a:pt x="295" y="0"/>
                    </a:cubicBezTo>
                    <a:cubicBezTo>
                      <a:pt x="295" y="39"/>
                      <a:pt x="295" y="78"/>
                      <a:pt x="295" y="118"/>
                    </a:cubicBezTo>
                    <a:cubicBezTo>
                      <a:pt x="314" y="118"/>
                      <a:pt x="334" y="118"/>
                      <a:pt x="354" y="118"/>
                    </a:cubicBezTo>
                    <a:cubicBezTo>
                      <a:pt x="354" y="176"/>
                      <a:pt x="354" y="235"/>
                      <a:pt x="354" y="295"/>
                    </a:cubicBezTo>
                    <a:cubicBezTo>
                      <a:pt x="335" y="295"/>
                      <a:pt x="315" y="295"/>
                      <a:pt x="295" y="295"/>
                    </a:cubicBezTo>
                    <a:cubicBezTo>
                      <a:pt x="295" y="392"/>
                      <a:pt x="295" y="490"/>
                      <a:pt x="295" y="590"/>
                    </a:cubicBezTo>
                    <a:cubicBezTo>
                      <a:pt x="276" y="590"/>
                      <a:pt x="256" y="590"/>
                      <a:pt x="236" y="590"/>
                    </a:cubicBezTo>
                    <a:cubicBezTo>
                      <a:pt x="238" y="598"/>
                      <a:pt x="241" y="607"/>
                      <a:pt x="244" y="615"/>
                    </a:cubicBezTo>
                    <a:cubicBezTo>
                      <a:pt x="273" y="731"/>
                      <a:pt x="258" y="828"/>
                      <a:pt x="236" y="944"/>
                    </a:cubicBezTo>
                    <a:cubicBezTo>
                      <a:pt x="197" y="944"/>
                      <a:pt x="158" y="944"/>
                      <a:pt x="118" y="944"/>
                    </a:cubicBezTo>
                    <a:cubicBezTo>
                      <a:pt x="112" y="912"/>
                      <a:pt x="107" y="879"/>
                      <a:pt x="101" y="846"/>
                    </a:cubicBezTo>
                    <a:cubicBezTo>
                      <a:pt x="100" y="837"/>
                      <a:pt x="98" y="828"/>
                      <a:pt x="96" y="819"/>
                    </a:cubicBezTo>
                    <a:cubicBezTo>
                      <a:pt x="86" y="753"/>
                      <a:pt x="92" y="711"/>
                      <a:pt x="118" y="649"/>
                    </a:cubicBezTo>
                    <a:cubicBezTo>
                      <a:pt x="99" y="649"/>
                      <a:pt x="79" y="649"/>
                      <a:pt x="59" y="649"/>
                    </a:cubicBezTo>
                    <a:cubicBezTo>
                      <a:pt x="59" y="610"/>
                      <a:pt x="59" y="571"/>
                      <a:pt x="59" y="531"/>
                    </a:cubicBezTo>
                    <a:cubicBezTo>
                      <a:pt x="40" y="531"/>
                      <a:pt x="20" y="531"/>
                      <a:pt x="0" y="531"/>
                    </a:cubicBezTo>
                    <a:cubicBezTo>
                      <a:pt x="0" y="453"/>
                      <a:pt x="0" y="375"/>
                      <a:pt x="0" y="295"/>
                    </a:cubicBezTo>
                    <a:cubicBezTo>
                      <a:pt x="58" y="295"/>
                      <a:pt x="117" y="295"/>
                      <a:pt x="177" y="295"/>
                    </a:cubicBezTo>
                    <a:cubicBezTo>
                      <a:pt x="177" y="217"/>
                      <a:pt x="177" y="139"/>
                      <a:pt x="177" y="59"/>
                    </a:cubicBezTo>
                    <a:cubicBezTo>
                      <a:pt x="196" y="59"/>
                      <a:pt x="216" y="59"/>
                      <a:pt x="236" y="59"/>
                    </a:cubicBezTo>
                    <a:cubicBezTo>
                      <a:pt x="236" y="40"/>
                      <a:pt x="236" y="20"/>
                      <a:pt x="2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75" cap="flat">
                <a:noFill/>
              </a:ln>
            </p:spPr>
          </p:sp>
          <p:sp>
            <p:nvSpPr>
              <p:cNvPr id="1906" name="ICON_C_WINDOWS_HEADER_path_035"/>
              <p:cNvSpPr/>
              <p:nvPr/>
            </p:nvSpPr>
            <p:spPr>
              <a:xfrm>
                <a:off x="5758406" y="7146817"/>
                <a:ext cx="5995" cy="11990"/>
              </a:xfrm>
              <a:custGeom>
                <a:avLst/>
                <a:gdLst/>
                <a:ahLst/>
                <a:cxnLst/>
                <a:rect l="0" t="0" r="r" b="b"/>
                <a:pathLst>
                  <a:path w="472" h="944" fill="norm" stroke="0">
                    <a:moveTo>
                      <a:pt x="0" y="0"/>
                    </a:moveTo>
                    <a:cubicBezTo>
                      <a:pt x="19" y="0"/>
                      <a:pt x="39" y="0"/>
                      <a:pt x="59" y="0"/>
                    </a:cubicBezTo>
                    <a:cubicBezTo>
                      <a:pt x="59" y="49"/>
                      <a:pt x="59" y="97"/>
                      <a:pt x="59" y="148"/>
                    </a:cubicBezTo>
                    <a:cubicBezTo>
                      <a:pt x="78" y="148"/>
                      <a:pt x="98" y="148"/>
                      <a:pt x="118" y="148"/>
                    </a:cubicBezTo>
                    <a:cubicBezTo>
                      <a:pt x="118" y="167"/>
                      <a:pt x="118" y="186"/>
                      <a:pt x="118" y="207"/>
                    </a:cubicBezTo>
                    <a:cubicBezTo>
                      <a:pt x="196" y="207"/>
                      <a:pt x="274" y="207"/>
                      <a:pt x="354" y="207"/>
                    </a:cubicBezTo>
                    <a:cubicBezTo>
                      <a:pt x="354" y="226"/>
                      <a:pt x="354" y="245"/>
                      <a:pt x="354" y="266"/>
                    </a:cubicBezTo>
                    <a:cubicBezTo>
                      <a:pt x="373" y="266"/>
                      <a:pt x="393" y="266"/>
                      <a:pt x="413" y="266"/>
                    </a:cubicBezTo>
                    <a:cubicBezTo>
                      <a:pt x="413" y="285"/>
                      <a:pt x="413" y="304"/>
                      <a:pt x="413" y="325"/>
                    </a:cubicBezTo>
                    <a:cubicBezTo>
                      <a:pt x="432" y="325"/>
                      <a:pt x="452" y="325"/>
                      <a:pt x="472" y="325"/>
                    </a:cubicBezTo>
                    <a:cubicBezTo>
                      <a:pt x="472" y="363"/>
                      <a:pt x="472" y="402"/>
                      <a:pt x="472" y="443"/>
                    </a:cubicBezTo>
                    <a:cubicBezTo>
                      <a:pt x="453" y="443"/>
                      <a:pt x="433" y="443"/>
                      <a:pt x="413" y="443"/>
                    </a:cubicBezTo>
                    <a:cubicBezTo>
                      <a:pt x="413" y="462"/>
                      <a:pt x="413" y="481"/>
                      <a:pt x="413" y="502"/>
                    </a:cubicBezTo>
                    <a:cubicBezTo>
                      <a:pt x="394" y="502"/>
                      <a:pt x="374" y="502"/>
                      <a:pt x="354" y="502"/>
                    </a:cubicBezTo>
                    <a:cubicBezTo>
                      <a:pt x="354" y="540"/>
                      <a:pt x="354" y="579"/>
                      <a:pt x="354" y="620"/>
                    </a:cubicBezTo>
                    <a:cubicBezTo>
                      <a:pt x="315" y="620"/>
                      <a:pt x="276" y="620"/>
                      <a:pt x="236" y="620"/>
                    </a:cubicBezTo>
                    <a:cubicBezTo>
                      <a:pt x="236" y="639"/>
                      <a:pt x="236" y="658"/>
                      <a:pt x="236" y="679"/>
                    </a:cubicBezTo>
                    <a:cubicBezTo>
                      <a:pt x="217" y="688"/>
                      <a:pt x="197" y="698"/>
                      <a:pt x="177" y="708"/>
                    </a:cubicBezTo>
                    <a:cubicBezTo>
                      <a:pt x="187" y="786"/>
                      <a:pt x="196" y="864"/>
                      <a:pt x="207" y="944"/>
                    </a:cubicBezTo>
                    <a:cubicBezTo>
                      <a:pt x="192" y="914"/>
                      <a:pt x="178" y="885"/>
                      <a:pt x="163" y="855"/>
                    </a:cubicBezTo>
                    <a:cubicBezTo>
                      <a:pt x="148" y="826"/>
                      <a:pt x="148" y="826"/>
                      <a:pt x="118" y="797"/>
                    </a:cubicBezTo>
                    <a:cubicBezTo>
                      <a:pt x="115" y="766"/>
                      <a:pt x="115" y="766"/>
                      <a:pt x="115" y="729"/>
                    </a:cubicBezTo>
                    <a:cubicBezTo>
                      <a:pt x="115" y="716"/>
                      <a:pt x="115" y="703"/>
                      <a:pt x="115" y="689"/>
                    </a:cubicBezTo>
                    <a:cubicBezTo>
                      <a:pt x="116" y="675"/>
                      <a:pt x="116" y="661"/>
                      <a:pt x="116" y="647"/>
                    </a:cubicBezTo>
                    <a:cubicBezTo>
                      <a:pt x="116" y="633"/>
                      <a:pt x="116" y="619"/>
                      <a:pt x="117" y="605"/>
                    </a:cubicBezTo>
                    <a:cubicBezTo>
                      <a:pt x="117" y="570"/>
                      <a:pt x="117" y="536"/>
                      <a:pt x="118" y="502"/>
                    </a:cubicBezTo>
                    <a:cubicBezTo>
                      <a:pt x="99" y="502"/>
                      <a:pt x="79" y="502"/>
                      <a:pt x="59" y="502"/>
                    </a:cubicBezTo>
                    <a:cubicBezTo>
                      <a:pt x="59" y="404"/>
                      <a:pt x="59" y="307"/>
                      <a:pt x="59" y="207"/>
                    </a:cubicBezTo>
                    <a:cubicBezTo>
                      <a:pt x="40" y="207"/>
                      <a:pt x="20" y="207"/>
                      <a:pt x="0" y="207"/>
                    </a:cubicBezTo>
                    <a:cubicBezTo>
                      <a:pt x="0" y="138"/>
                      <a:pt x="0" y="7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07" name="ICON_C_WINDOWS_HEADER_path_036"/>
              <p:cNvSpPr/>
              <p:nvPr/>
            </p:nvSpPr>
            <p:spPr>
              <a:xfrm>
                <a:off x="5642258" y="7180912"/>
                <a:ext cx="3747" cy="8243"/>
              </a:xfrm>
              <a:custGeom>
                <a:avLst/>
                <a:gdLst/>
                <a:ahLst/>
                <a:cxnLst/>
                <a:rect l="0" t="0" r="r" b="b"/>
                <a:pathLst>
                  <a:path w="295" h="649" fill="norm" stroke="0">
                    <a:moveTo>
                      <a:pt x="118" y="0"/>
                    </a:moveTo>
                    <a:cubicBezTo>
                      <a:pt x="157" y="0"/>
                      <a:pt x="196" y="0"/>
                      <a:pt x="236" y="0"/>
                    </a:cubicBezTo>
                    <a:cubicBezTo>
                      <a:pt x="236" y="19"/>
                      <a:pt x="236" y="39"/>
                      <a:pt x="236" y="59"/>
                    </a:cubicBezTo>
                    <a:cubicBezTo>
                      <a:pt x="255" y="59"/>
                      <a:pt x="275" y="59"/>
                      <a:pt x="295" y="59"/>
                    </a:cubicBezTo>
                    <a:cubicBezTo>
                      <a:pt x="295" y="234"/>
                      <a:pt x="295" y="409"/>
                      <a:pt x="295" y="590"/>
                    </a:cubicBezTo>
                    <a:cubicBezTo>
                      <a:pt x="276" y="590"/>
                      <a:pt x="256" y="590"/>
                      <a:pt x="236" y="590"/>
                    </a:cubicBezTo>
                    <a:cubicBezTo>
                      <a:pt x="236" y="610"/>
                      <a:pt x="236" y="629"/>
                      <a:pt x="236" y="649"/>
                    </a:cubicBezTo>
                    <a:cubicBezTo>
                      <a:pt x="178" y="649"/>
                      <a:pt x="119" y="649"/>
                      <a:pt x="59" y="649"/>
                    </a:cubicBezTo>
                    <a:cubicBezTo>
                      <a:pt x="59" y="610"/>
                      <a:pt x="59" y="571"/>
                      <a:pt x="59" y="531"/>
                    </a:cubicBezTo>
                    <a:cubicBezTo>
                      <a:pt x="40" y="531"/>
                      <a:pt x="20" y="531"/>
                      <a:pt x="0" y="531"/>
                    </a:cubicBezTo>
                    <a:cubicBezTo>
                      <a:pt x="0" y="395"/>
                      <a:pt x="0" y="258"/>
                      <a:pt x="0" y="118"/>
                    </a:cubicBezTo>
                    <a:cubicBezTo>
                      <a:pt x="19" y="118"/>
                      <a:pt x="39" y="118"/>
                      <a:pt x="59" y="118"/>
                    </a:cubicBezTo>
                    <a:cubicBezTo>
                      <a:pt x="59" y="99"/>
                      <a:pt x="59" y="79"/>
                      <a:pt x="59" y="59"/>
                    </a:cubicBezTo>
                    <a:cubicBezTo>
                      <a:pt x="78" y="59"/>
                      <a:pt x="98" y="59"/>
                      <a:pt x="118" y="59"/>
                    </a:cubicBezTo>
                    <a:cubicBezTo>
                      <a:pt x="118" y="40"/>
                      <a:pt x="118" y="20"/>
                      <a:pt x="11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08" name="ICON_C_WINDOWS_HEADER_path_037"/>
              <p:cNvSpPr/>
              <p:nvPr/>
            </p:nvSpPr>
            <p:spPr>
              <a:xfrm>
                <a:off x="5789130" y="7119466"/>
                <a:ext cx="1499" cy="17235"/>
              </a:xfrm>
              <a:custGeom>
                <a:avLst/>
                <a:gdLst/>
                <a:ahLst/>
                <a:cxnLst/>
                <a:rect l="0" t="0" r="r" b="b"/>
                <a:pathLst>
                  <a:path w="118" h="1357" fill="norm" stroke="0">
                    <a:moveTo>
                      <a:pt x="0" y="0"/>
                    </a:moveTo>
                    <a:cubicBezTo>
                      <a:pt x="39" y="0"/>
                      <a:pt x="78" y="0"/>
                      <a:pt x="118" y="0"/>
                    </a:cubicBezTo>
                    <a:cubicBezTo>
                      <a:pt x="118" y="448"/>
                      <a:pt x="118" y="896"/>
                      <a:pt x="118" y="1357"/>
                    </a:cubicBezTo>
                    <a:cubicBezTo>
                      <a:pt x="79" y="1357"/>
                      <a:pt x="40" y="1357"/>
                      <a:pt x="0" y="1357"/>
                    </a:cubicBezTo>
                    <a:cubicBezTo>
                      <a:pt x="0" y="909"/>
                      <a:pt x="0" y="46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75" cap="flat">
                <a:noFill/>
              </a:ln>
            </p:spPr>
          </p:sp>
          <p:sp>
            <p:nvSpPr>
              <p:cNvPr id="1909" name="ICON_C_WINDOWS_HEADER_path_038"/>
              <p:cNvSpPr/>
              <p:nvPr/>
            </p:nvSpPr>
            <p:spPr>
              <a:xfrm>
                <a:off x="5642106" y="7170421"/>
                <a:ext cx="3899" cy="7567"/>
              </a:xfrm>
              <a:custGeom>
                <a:avLst/>
                <a:gdLst/>
                <a:ahLst/>
                <a:cxnLst/>
                <a:rect l="0" t="0" r="r" b="b"/>
                <a:pathLst>
                  <a:path w="307" h="596" fill="norm" stroke="0">
                    <a:moveTo>
                      <a:pt x="71" y="0"/>
                    </a:moveTo>
                    <a:cubicBezTo>
                      <a:pt x="129" y="0"/>
                      <a:pt x="188" y="0"/>
                      <a:pt x="248" y="0"/>
                    </a:cubicBezTo>
                    <a:cubicBezTo>
                      <a:pt x="248" y="19"/>
                      <a:pt x="248" y="39"/>
                      <a:pt x="248" y="59"/>
                    </a:cubicBezTo>
                    <a:cubicBezTo>
                      <a:pt x="267" y="59"/>
                      <a:pt x="287" y="59"/>
                      <a:pt x="307" y="59"/>
                    </a:cubicBezTo>
                    <a:cubicBezTo>
                      <a:pt x="307" y="215"/>
                      <a:pt x="307" y="371"/>
                      <a:pt x="307" y="531"/>
                    </a:cubicBezTo>
                    <a:cubicBezTo>
                      <a:pt x="288" y="531"/>
                      <a:pt x="268" y="531"/>
                      <a:pt x="248" y="531"/>
                    </a:cubicBezTo>
                    <a:cubicBezTo>
                      <a:pt x="248" y="551"/>
                      <a:pt x="248" y="570"/>
                      <a:pt x="248" y="590"/>
                    </a:cubicBezTo>
                    <a:cubicBezTo>
                      <a:pt x="225" y="592"/>
                      <a:pt x="203" y="593"/>
                      <a:pt x="180" y="594"/>
                    </a:cubicBezTo>
                    <a:cubicBezTo>
                      <a:pt x="167" y="594"/>
                      <a:pt x="154" y="595"/>
                      <a:pt x="141" y="596"/>
                    </a:cubicBezTo>
                    <a:cubicBezTo>
                      <a:pt x="88" y="588"/>
                      <a:pt x="50" y="571"/>
                      <a:pt x="12" y="531"/>
                    </a:cubicBezTo>
                    <a:cubicBezTo>
                      <a:pt x="0" y="494"/>
                      <a:pt x="2" y="460"/>
                      <a:pt x="3" y="422"/>
                    </a:cubicBezTo>
                    <a:cubicBezTo>
                      <a:pt x="3" y="412"/>
                      <a:pt x="4" y="401"/>
                      <a:pt x="4" y="391"/>
                    </a:cubicBezTo>
                    <a:cubicBezTo>
                      <a:pt x="4" y="357"/>
                      <a:pt x="5" y="324"/>
                      <a:pt x="6" y="291"/>
                    </a:cubicBezTo>
                    <a:cubicBezTo>
                      <a:pt x="7" y="269"/>
                      <a:pt x="7" y="246"/>
                      <a:pt x="8" y="224"/>
                    </a:cubicBezTo>
                    <a:cubicBezTo>
                      <a:pt x="9" y="169"/>
                      <a:pt x="10" y="114"/>
                      <a:pt x="12" y="59"/>
                    </a:cubicBezTo>
                    <a:cubicBezTo>
                      <a:pt x="31" y="59"/>
                      <a:pt x="51" y="59"/>
                      <a:pt x="71" y="59"/>
                    </a:cubicBezTo>
                    <a:cubicBezTo>
                      <a:pt x="71" y="40"/>
                      <a:pt x="71" y="20"/>
                      <a:pt x="71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10" name="ICON_C_WINDOWS_HEADER_path_039"/>
              <p:cNvSpPr/>
              <p:nvPr/>
            </p:nvSpPr>
            <p:spPr>
              <a:xfrm>
                <a:off x="5744918" y="7138199"/>
                <a:ext cx="6744" cy="14612"/>
              </a:xfrm>
              <a:custGeom>
                <a:avLst/>
                <a:gdLst/>
                <a:ahLst/>
                <a:cxnLst/>
                <a:rect l="0" t="0" r="r" b="b"/>
                <a:pathLst>
                  <a:path w="531" h="1151" fill="norm" stroke="0">
                    <a:moveTo>
                      <a:pt x="354" y="0"/>
                    </a:moveTo>
                    <a:cubicBezTo>
                      <a:pt x="383" y="5"/>
                      <a:pt x="383" y="5"/>
                      <a:pt x="531" y="30"/>
                    </a:cubicBezTo>
                    <a:cubicBezTo>
                      <a:pt x="521" y="34"/>
                      <a:pt x="521" y="34"/>
                      <a:pt x="472" y="59"/>
                    </a:cubicBezTo>
                    <a:cubicBezTo>
                      <a:pt x="468" y="90"/>
                      <a:pt x="468" y="90"/>
                      <a:pt x="472" y="118"/>
                    </a:cubicBezTo>
                    <a:cubicBezTo>
                      <a:pt x="453" y="118"/>
                      <a:pt x="433" y="118"/>
                      <a:pt x="413" y="118"/>
                    </a:cubicBezTo>
                    <a:cubicBezTo>
                      <a:pt x="413" y="176"/>
                      <a:pt x="413" y="235"/>
                      <a:pt x="413" y="295"/>
                    </a:cubicBezTo>
                    <a:cubicBezTo>
                      <a:pt x="394" y="295"/>
                      <a:pt x="374" y="295"/>
                      <a:pt x="354" y="295"/>
                    </a:cubicBezTo>
                    <a:cubicBezTo>
                      <a:pt x="354" y="353"/>
                      <a:pt x="354" y="412"/>
                      <a:pt x="354" y="472"/>
                    </a:cubicBezTo>
                    <a:cubicBezTo>
                      <a:pt x="335" y="472"/>
                      <a:pt x="315" y="472"/>
                      <a:pt x="295" y="472"/>
                    </a:cubicBezTo>
                    <a:cubicBezTo>
                      <a:pt x="295" y="550"/>
                      <a:pt x="295" y="628"/>
                      <a:pt x="295" y="708"/>
                    </a:cubicBezTo>
                    <a:cubicBezTo>
                      <a:pt x="276" y="708"/>
                      <a:pt x="256" y="708"/>
                      <a:pt x="236" y="708"/>
                    </a:cubicBezTo>
                    <a:cubicBezTo>
                      <a:pt x="236" y="720"/>
                      <a:pt x="237" y="733"/>
                      <a:pt x="237" y="746"/>
                    </a:cubicBezTo>
                    <a:cubicBezTo>
                      <a:pt x="237" y="762"/>
                      <a:pt x="238" y="778"/>
                      <a:pt x="238" y="795"/>
                    </a:cubicBezTo>
                    <a:cubicBezTo>
                      <a:pt x="238" y="803"/>
                      <a:pt x="238" y="811"/>
                      <a:pt x="239" y="820"/>
                    </a:cubicBezTo>
                    <a:cubicBezTo>
                      <a:pt x="239" y="841"/>
                      <a:pt x="238" y="863"/>
                      <a:pt x="236" y="885"/>
                    </a:cubicBezTo>
                    <a:cubicBezTo>
                      <a:pt x="226" y="895"/>
                      <a:pt x="217" y="905"/>
                      <a:pt x="207" y="915"/>
                    </a:cubicBezTo>
                    <a:cubicBezTo>
                      <a:pt x="201" y="936"/>
                      <a:pt x="201" y="936"/>
                      <a:pt x="199" y="962"/>
                    </a:cubicBezTo>
                    <a:cubicBezTo>
                      <a:pt x="198" y="971"/>
                      <a:pt x="197" y="980"/>
                      <a:pt x="196" y="989"/>
                    </a:cubicBezTo>
                    <a:cubicBezTo>
                      <a:pt x="195" y="1008"/>
                      <a:pt x="193" y="1027"/>
                      <a:pt x="191" y="1047"/>
                    </a:cubicBezTo>
                    <a:cubicBezTo>
                      <a:pt x="188" y="1073"/>
                      <a:pt x="185" y="1096"/>
                      <a:pt x="177" y="1121"/>
                    </a:cubicBezTo>
                    <a:cubicBezTo>
                      <a:pt x="146" y="1142"/>
                      <a:pt x="146" y="1142"/>
                      <a:pt x="118" y="1151"/>
                    </a:cubicBezTo>
                    <a:cubicBezTo>
                      <a:pt x="122" y="1108"/>
                      <a:pt x="127" y="1066"/>
                      <a:pt x="131" y="1023"/>
                    </a:cubicBezTo>
                    <a:cubicBezTo>
                      <a:pt x="132" y="1011"/>
                      <a:pt x="133" y="999"/>
                      <a:pt x="134" y="987"/>
                    </a:cubicBezTo>
                    <a:cubicBezTo>
                      <a:pt x="145" y="887"/>
                      <a:pt x="145" y="887"/>
                      <a:pt x="163" y="839"/>
                    </a:cubicBezTo>
                    <a:cubicBezTo>
                      <a:pt x="182" y="789"/>
                      <a:pt x="180" y="741"/>
                      <a:pt x="179" y="688"/>
                    </a:cubicBezTo>
                    <a:cubicBezTo>
                      <a:pt x="179" y="678"/>
                      <a:pt x="179" y="669"/>
                      <a:pt x="178" y="659"/>
                    </a:cubicBezTo>
                    <a:cubicBezTo>
                      <a:pt x="178" y="636"/>
                      <a:pt x="178" y="613"/>
                      <a:pt x="177" y="590"/>
                    </a:cubicBezTo>
                    <a:cubicBezTo>
                      <a:pt x="158" y="590"/>
                      <a:pt x="138" y="590"/>
                      <a:pt x="118" y="590"/>
                    </a:cubicBezTo>
                    <a:cubicBezTo>
                      <a:pt x="118" y="571"/>
                      <a:pt x="118" y="551"/>
                      <a:pt x="118" y="531"/>
                    </a:cubicBezTo>
                    <a:cubicBezTo>
                      <a:pt x="99" y="531"/>
                      <a:pt x="79" y="531"/>
                      <a:pt x="59" y="531"/>
                    </a:cubicBezTo>
                    <a:cubicBezTo>
                      <a:pt x="59" y="512"/>
                      <a:pt x="59" y="492"/>
                      <a:pt x="59" y="472"/>
                    </a:cubicBezTo>
                    <a:cubicBezTo>
                      <a:pt x="40" y="472"/>
                      <a:pt x="20" y="472"/>
                      <a:pt x="0" y="472"/>
                    </a:cubicBezTo>
                    <a:cubicBezTo>
                      <a:pt x="0" y="433"/>
                      <a:pt x="0" y="394"/>
                      <a:pt x="0" y="354"/>
                    </a:cubicBezTo>
                    <a:cubicBezTo>
                      <a:pt x="19" y="354"/>
                      <a:pt x="39" y="354"/>
                      <a:pt x="59" y="354"/>
                    </a:cubicBezTo>
                    <a:cubicBezTo>
                      <a:pt x="59" y="335"/>
                      <a:pt x="59" y="315"/>
                      <a:pt x="59" y="295"/>
                    </a:cubicBezTo>
                    <a:cubicBezTo>
                      <a:pt x="98" y="295"/>
                      <a:pt x="137" y="295"/>
                      <a:pt x="177" y="295"/>
                    </a:cubicBezTo>
                    <a:cubicBezTo>
                      <a:pt x="177" y="276"/>
                      <a:pt x="177" y="256"/>
                      <a:pt x="177" y="236"/>
                    </a:cubicBezTo>
                    <a:cubicBezTo>
                      <a:pt x="216" y="236"/>
                      <a:pt x="255" y="236"/>
                      <a:pt x="295" y="236"/>
                    </a:cubicBezTo>
                    <a:cubicBezTo>
                      <a:pt x="295" y="217"/>
                      <a:pt x="295" y="197"/>
                      <a:pt x="295" y="177"/>
                    </a:cubicBezTo>
                    <a:cubicBezTo>
                      <a:pt x="314" y="177"/>
                      <a:pt x="334" y="177"/>
                      <a:pt x="354" y="177"/>
                    </a:cubicBezTo>
                    <a:cubicBezTo>
                      <a:pt x="354" y="119"/>
                      <a:pt x="354" y="60"/>
                      <a:pt x="354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11" name="ICON_C_WINDOWS_HEADER_path_040"/>
              <p:cNvSpPr/>
              <p:nvPr/>
            </p:nvSpPr>
            <p:spPr>
              <a:xfrm>
                <a:off x="5721689" y="7148690"/>
                <a:ext cx="3747" cy="8243"/>
              </a:xfrm>
              <a:custGeom>
                <a:avLst/>
                <a:gdLst/>
                <a:ahLst/>
                <a:cxnLst/>
                <a:rect l="0" t="0" r="r" b="b"/>
                <a:pathLst>
                  <a:path w="295" h="649" fill="norm" stroke="0">
                    <a:moveTo>
                      <a:pt x="59" y="0"/>
                    </a:moveTo>
                    <a:cubicBezTo>
                      <a:pt x="98" y="0"/>
                      <a:pt x="137" y="0"/>
                      <a:pt x="177" y="0"/>
                    </a:cubicBezTo>
                    <a:cubicBezTo>
                      <a:pt x="177" y="19"/>
                      <a:pt x="177" y="39"/>
                      <a:pt x="177" y="59"/>
                    </a:cubicBezTo>
                    <a:cubicBezTo>
                      <a:pt x="196" y="59"/>
                      <a:pt x="216" y="59"/>
                      <a:pt x="236" y="59"/>
                    </a:cubicBezTo>
                    <a:cubicBezTo>
                      <a:pt x="236" y="78"/>
                      <a:pt x="236" y="98"/>
                      <a:pt x="236" y="118"/>
                    </a:cubicBezTo>
                    <a:cubicBezTo>
                      <a:pt x="255" y="118"/>
                      <a:pt x="275" y="118"/>
                      <a:pt x="295" y="118"/>
                    </a:cubicBezTo>
                    <a:cubicBezTo>
                      <a:pt x="295" y="176"/>
                      <a:pt x="295" y="235"/>
                      <a:pt x="295" y="295"/>
                    </a:cubicBezTo>
                    <a:cubicBezTo>
                      <a:pt x="276" y="295"/>
                      <a:pt x="256" y="295"/>
                      <a:pt x="236" y="295"/>
                    </a:cubicBezTo>
                    <a:cubicBezTo>
                      <a:pt x="236" y="334"/>
                      <a:pt x="236" y="373"/>
                      <a:pt x="236" y="413"/>
                    </a:cubicBezTo>
                    <a:cubicBezTo>
                      <a:pt x="255" y="413"/>
                      <a:pt x="275" y="413"/>
                      <a:pt x="295" y="413"/>
                    </a:cubicBezTo>
                    <a:cubicBezTo>
                      <a:pt x="295" y="452"/>
                      <a:pt x="295" y="491"/>
                      <a:pt x="295" y="531"/>
                    </a:cubicBezTo>
                    <a:cubicBezTo>
                      <a:pt x="276" y="531"/>
                      <a:pt x="256" y="531"/>
                      <a:pt x="236" y="531"/>
                    </a:cubicBezTo>
                    <a:cubicBezTo>
                      <a:pt x="236" y="551"/>
                      <a:pt x="236" y="570"/>
                      <a:pt x="236" y="590"/>
                    </a:cubicBezTo>
                    <a:cubicBezTo>
                      <a:pt x="217" y="590"/>
                      <a:pt x="197" y="590"/>
                      <a:pt x="177" y="590"/>
                    </a:cubicBezTo>
                    <a:cubicBezTo>
                      <a:pt x="177" y="610"/>
                      <a:pt x="177" y="629"/>
                      <a:pt x="177" y="649"/>
                    </a:cubicBezTo>
                    <a:cubicBezTo>
                      <a:pt x="138" y="649"/>
                      <a:pt x="99" y="649"/>
                      <a:pt x="59" y="649"/>
                    </a:cubicBezTo>
                    <a:cubicBezTo>
                      <a:pt x="59" y="630"/>
                      <a:pt x="59" y="610"/>
                      <a:pt x="59" y="590"/>
                    </a:cubicBezTo>
                    <a:cubicBezTo>
                      <a:pt x="40" y="590"/>
                      <a:pt x="20" y="590"/>
                      <a:pt x="0" y="590"/>
                    </a:cubicBezTo>
                    <a:cubicBezTo>
                      <a:pt x="0" y="415"/>
                      <a:pt x="0" y="240"/>
                      <a:pt x="0" y="59"/>
                    </a:cubicBezTo>
                    <a:cubicBezTo>
                      <a:pt x="19" y="59"/>
                      <a:pt x="39" y="59"/>
                      <a:pt x="59" y="59"/>
                    </a:cubicBezTo>
                    <a:cubicBezTo>
                      <a:pt x="59" y="40"/>
                      <a:pt x="59" y="20"/>
                      <a:pt x="5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12" name="ICON_C_WINDOWS_HEADER_path_041"/>
              <p:cNvSpPr/>
              <p:nvPr/>
            </p:nvSpPr>
            <p:spPr>
              <a:xfrm>
                <a:off x="5642258" y="7138199"/>
                <a:ext cx="3747" cy="7493"/>
              </a:xfrm>
              <a:custGeom>
                <a:avLst/>
                <a:gdLst/>
                <a:ahLst/>
                <a:cxnLst/>
                <a:rect l="0" t="0" r="r" b="b"/>
                <a:pathLst>
                  <a:path w="295" h="590" fill="norm" stroke="0">
                    <a:moveTo>
                      <a:pt x="59" y="0"/>
                    </a:moveTo>
                    <a:cubicBezTo>
                      <a:pt x="117" y="0"/>
                      <a:pt x="176" y="0"/>
                      <a:pt x="236" y="0"/>
                    </a:cubicBezTo>
                    <a:cubicBezTo>
                      <a:pt x="236" y="19"/>
                      <a:pt x="236" y="39"/>
                      <a:pt x="236" y="59"/>
                    </a:cubicBezTo>
                    <a:cubicBezTo>
                      <a:pt x="255" y="59"/>
                      <a:pt x="275" y="59"/>
                      <a:pt x="295" y="59"/>
                    </a:cubicBezTo>
                    <a:cubicBezTo>
                      <a:pt x="295" y="215"/>
                      <a:pt x="295" y="371"/>
                      <a:pt x="295" y="531"/>
                    </a:cubicBezTo>
                    <a:cubicBezTo>
                      <a:pt x="276" y="531"/>
                      <a:pt x="256" y="531"/>
                      <a:pt x="236" y="531"/>
                    </a:cubicBezTo>
                    <a:cubicBezTo>
                      <a:pt x="236" y="551"/>
                      <a:pt x="236" y="570"/>
                      <a:pt x="236" y="590"/>
                    </a:cubicBezTo>
                    <a:cubicBezTo>
                      <a:pt x="178" y="590"/>
                      <a:pt x="119" y="590"/>
                      <a:pt x="59" y="590"/>
                    </a:cubicBezTo>
                    <a:cubicBezTo>
                      <a:pt x="59" y="571"/>
                      <a:pt x="59" y="551"/>
                      <a:pt x="59" y="531"/>
                    </a:cubicBezTo>
                    <a:cubicBezTo>
                      <a:pt x="40" y="531"/>
                      <a:pt x="20" y="531"/>
                      <a:pt x="0" y="531"/>
                    </a:cubicBezTo>
                    <a:cubicBezTo>
                      <a:pt x="0" y="395"/>
                      <a:pt x="0" y="258"/>
                      <a:pt x="0" y="118"/>
                    </a:cubicBezTo>
                    <a:cubicBezTo>
                      <a:pt x="19" y="118"/>
                      <a:pt x="39" y="118"/>
                      <a:pt x="59" y="118"/>
                    </a:cubicBezTo>
                    <a:cubicBezTo>
                      <a:pt x="59" y="79"/>
                      <a:pt x="59" y="40"/>
                      <a:pt x="5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13" name="ICON_C_WINDOWS_HEADER_path_042"/>
              <p:cNvSpPr/>
              <p:nvPr/>
            </p:nvSpPr>
            <p:spPr>
              <a:xfrm>
                <a:off x="5779388" y="7156184"/>
                <a:ext cx="5995" cy="9741"/>
              </a:xfrm>
              <a:custGeom>
                <a:avLst/>
                <a:gdLst/>
                <a:ahLst/>
                <a:cxnLst/>
                <a:rect l="0" t="0" r="r" b="b"/>
                <a:pathLst>
                  <a:path w="472" h="767" fill="norm" stroke="0">
                    <a:moveTo>
                      <a:pt x="177" y="0"/>
                    </a:moveTo>
                    <a:cubicBezTo>
                      <a:pt x="216" y="0"/>
                      <a:pt x="255" y="0"/>
                      <a:pt x="295" y="0"/>
                    </a:cubicBezTo>
                    <a:cubicBezTo>
                      <a:pt x="295" y="58"/>
                      <a:pt x="295" y="117"/>
                      <a:pt x="295" y="177"/>
                    </a:cubicBezTo>
                    <a:cubicBezTo>
                      <a:pt x="256" y="177"/>
                      <a:pt x="217" y="177"/>
                      <a:pt x="177" y="177"/>
                    </a:cubicBezTo>
                    <a:cubicBezTo>
                      <a:pt x="167" y="235"/>
                      <a:pt x="158" y="294"/>
                      <a:pt x="148" y="354"/>
                    </a:cubicBezTo>
                    <a:cubicBezTo>
                      <a:pt x="191" y="350"/>
                      <a:pt x="234" y="346"/>
                      <a:pt x="277" y="341"/>
                    </a:cubicBezTo>
                    <a:cubicBezTo>
                      <a:pt x="289" y="340"/>
                      <a:pt x="301" y="339"/>
                      <a:pt x="313" y="338"/>
                    </a:cubicBezTo>
                    <a:cubicBezTo>
                      <a:pt x="325" y="336"/>
                      <a:pt x="337" y="335"/>
                      <a:pt x="349" y="334"/>
                    </a:cubicBezTo>
                    <a:cubicBezTo>
                      <a:pt x="360" y="333"/>
                      <a:pt x="371" y="332"/>
                      <a:pt x="382" y="331"/>
                    </a:cubicBezTo>
                    <a:cubicBezTo>
                      <a:pt x="413" y="325"/>
                      <a:pt x="413" y="325"/>
                      <a:pt x="472" y="295"/>
                    </a:cubicBezTo>
                    <a:cubicBezTo>
                      <a:pt x="472" y="431"/>
                      <a:pt x="472" y="568"/>
                      <a:pt x="472" y="708"/>
                    </a:cubicBezTo>
                    <a:cubicBezTo>
                      <a:pt x="453" y="708"/>
                      <a:pt x="433" y="708"/>
                      <a:pt x="413" y="708"/>
                    </a:cubicBezTo>
                    <a:cubicBezTo>
                      <a:pt x="413" y="728"/>
                      <a:pt x="413" y="747"/>
                      <a:pt x="413" y="767"/>
                    </a:cubicBezTo>
                    <a:cubicBezTo>
                      <a:pt x="374" y="767"/>
                      <a:pt x="335" y="767"/>
                      <a:pt x="295" y="767"/>
                    </a:cubicBezTo>
                    <a:cubicBezTo>
                      <a:pt x="295" y="748"/>
                      <a:pt x="295" y="728"/>
                      <a:pt x="295" y="708"/>
                    </a:cubicBezTo>
                    <a:cubicBezTo>
                      <a:pt x="276" y="708"/>
                      <a:pt x="256" y="708"/>
                      <a:pt x="236" y="708"/>
                    </a:cubicBezTo>
                    <a:cubicBezTo>
                      <a:pt x="236" y="669"/>
                      <a:pt x="236" y="630"/>
                      <a:pt x="236" y="590"/>
                    </a:cubicBezTo>
                    <a:cubicBezTo>
                      <a:pt x="217" y="590"/>
                      <a:pt x="197" y="590"/>
                      <a:pt x="177" y="590"/>
                    </a:cubicBezTo>
                    <a:cubicBezTo>
                      <a:pt x="177" y="551"/>
                      <a:pt x="177" y="512"/>
                      <a:pt x="177" y="472"/>
                    </a:cubicBezTo>
                    <a:cubicBezTo>
                      <a:pt x="158" y="472"/>
                      <a:pt x="138" y="472"/>
                      <a:pt x="118" y="472"/>
                    </a:cubicBezTo>
                    <a:cubicBezTo>
                      <a:pt x="118" y="394"/>
                      <a:pt x="118" y="316"/>
                      <a:pt x="118" y="236"/>
                    </a:cubicBezTo>
                    <a:cubicBezTo>
                      <a:pt x="99" y="236"/>
                      <a:pt x="79" y="236"/>
                      <a:pt x="59" y="236"/>
                    </a:cubicBezTo>
                    <a:cubicBezTo>
                      <a:pt x="40" y="168"/>
                      <a:pt x="20" y="100"/>
                      <a:pt x="0" y="30"/>
                    </a:cubicBezTo>
                    <a:cubicBezTo>
                      <a:pt x="89" y="59"/>
                      <a:pt x="89" y="59"/>
                      <a:pt x="104" y="81"/>
                    </a:cubicBezTo>
                    <a:cubicBezTo>
                      <a:pt x="106" y="92"/>
                      <a:pt x="106" y="92"/>
                      <a:pt x="118" y="148"/>
                    </a:cubicBezTo>
                    <a:cubicBezTo>
                      <a:pt x="137" y="99"/>
                      <a:pt x="157" y="50"/>
                      <a:pt x="17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14" name="ICON_C_WINDOWS_HEADER_path_043"/>
              <p:cNvSpPr/>
              <p:nvPr/>
            </p:nvSpPr>
            <p:spPr>
              <a:xfrm>
                <a:off x="5642258" y="7116468"/>
                <a:ext cx="3747" cy="7493"/>
              </a:xfrm>
              <a:custGeom>
                <a:avLst/>
                <a:gdLst/>
                <a:ahLst/>
                <a:cxnLst/>
                <a:rect l="0" t="0" r="r" b="b"/>
                <a:pathLst>
                  <a:path w="295" h="590" fill="norm" stroke="0">
                    <a:moveTo>
                      <a:pt x="59" y="0"/>
                    </a:moveTo>
                    <a:cubicBezTo>
                      <a:pt x="117" y="0"/>
                      <a:pt x="176" y="0"/>
                      <a:pt x="236" y="0"/>
                    </a:cubicBezTo>
                    <a:cubicBezTo>
                      <a:pt x="236" y="19"/>
                      <a:pt x="236" y="39"/>
                      <a:pt x="236" y="59"/>
                    </a:cubicBezTo>
                    <a:cubicBezTo>
                      <a:pt x="255" y="59"/>
                      <a:pt x="275" y="59"/>
                      <a:pt x="295" y="59"/>
                    </a:cubicBezTo>
                    <a:cubicBezTo>
                      <a:pt x="295" y="215"/>
                      <a:pt x="295" y="371"/>
                      <a:pt x="295" y="531"/>
                    </a:cubicBezTo>
                    <a:cubicBezTo>
                      <a:pt x="276" y="531"/>
                      <a:pt x="256" y="531"/>
                      <a:pt x="236" y="531"/>
                    </a:cubicBezTo>
                    <a:cubicBezTo>
                      <a:pt x="236" y="551"/>
                      <a:pt x="236" y="570"/>
                      <a:pt x="236" y="590"/>
                    </a:cubicBezTo>
                    <a:cubicBezTo>
                      <a:pt x="178" y="590"/>
                      <a:pt x="119" y="590"/>
                      <a:pt x="59" y="590"/>
                    </a:cubicBezTo>
                    <a:cubicBezTo>
                      <a:pt x="59" y="551"/>
                      <a:pt x="59" y="512"/>
                      <a:pt x="59" y="472"/>
                    </a:cubicBezTo>
                    <a:cubicBezTo>
                      <a:pt x="40" y="472"/>
                      <a:pt x="20" y="472"/>
                      <a:pt x="0" y="472"/>
                    </a:cubicBezTo>
                    <a:cubicBezTo>
                      <a:pt x="0" y="355"/>
                      <a:pt x="0" y="238"/>
                      <a:pt x="0" y="118"/>
                    </a:cubicBezTo>
                    <a:cubicBezTo>
                      <a:pt x="19" y="118"/>
                      <a:pt x="39" y="118"/>
                      <a:pt x="59" y="118"/>
                    </a:cubicBezTo>
                    <a:cubicBezTo>
                      <a:pt x="59" y="79"/>
                      <a:pt x="59" y="40"/>
                      <a:pt x="5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15" name="ICON_C_WINDOWS_HEADER_path_044"/>
              <p:cNvSpPr/>
              <p:nvPr/>
            </p:nvSpPr>
            <p:spPr>
              <a:xfrm>
                <a:off x="5642258" y="7192152"/>
                <a:ext cx="3747" cy="7493"/>
              </a:xfrm>
              <a:custGeom>
                <a:avLst/>
                <a:gdLst/>
                <a:ahLst/>
                <a:cxnLst/>
                <a:rect l="0" t="0" r="r" b="b"/>
                <a:pathLst>
                  <a:path w="295" h="590" fill="norm" stroke="0">
                    <a:moveTo>
                      <a:pt x="59" y="0"/>
                    </a:moveTo>
                    <a:cubicBezTo>
                      <a:pt x="117" y="0"/>
                      <a:pt x="176" y="0"/>
                      <a:pt x="236" y="0"/>
                    </a:cubicBezTo>
                    <a:cubicBezTo>
                      <a:pt x="236" y="19"/>
                      <a:pt x="236" y="39"/>
                      <a:pt x="236" y="59"/>
                    </a:cubicBezTo>
                    <a:cubicBezTo>
                      <a:pt x="255" y="59"/>
                      <a:pt x="275" y="59"/>
                      <a:pt x="295" y="59"/>
                    </a:cubicBezTo>
                    <a:cubicBezTo>
                      <a:pt x="295" y="215"/>
                      <a:pt x="295" y="371"/>
                      <a:pt x="295" y="531"/>
                    </a:cubicBezTo>
                    <a:cubicBezTo>
                      <a:pt x="276" y="531"/>
                      <a:pt x="256" y="531"/>
                      <a:pt x="236" y="531"/>
                    </a:cubicBezTo>
                    <a:cubicBezTo>
                      <a:pt x="236" y="551"/>
                      <a:pt x="236" y="570"/>
                      <a:pt x="236" y="590"/>
                    </a:cubicBezTo>
                    <a:cubicBezTo>
                      <a:pt x="197" y="590"/>
                      <a:pt x="158" y="590"/>
                      <a:pt x="118" y="590"/>
                    </a:cubicBezTo>
                    <a:cubicBezTo>
                      <a:pt x="118" y="571"/>
                      <a:pt x="118" y="551"/>
                      <a:pt x="118" y="531"/>
                    </a:cubicBezTo>
                    <a:cubicBezTo>
                      <a:pt x="79" y="531"/>
                      <a:pt x="40" y="531"/>
                      <a:pt x="0" y="531"/>
                    </a:cubicBezTo>
                    <a:cubicBezTo>
                      <a:pt x="0" y="414"/>
                      <a:pt x="0" y="297"/>
                      <a:pt x="0" y="177"/>
                    </a:cubicBezTo>
                    <a:cubicBezTo>
                      <a:pt x="19" y="177"/>
                      <a:pt x="39" y="177"/>
                      <a:pt x="59" y="177"/>
                    </a:cubicBezTo>
                    <a:cubicBezTo>
                      <a:pt x="59" y="119"/>
                      <a:pt x="59" y="60"/>
                      <a:pt x="5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16" name="ICON_C_WINDOWS_HEADER_path_045"/>
              <p:cNvSpPr/>
              <p:nvPr/>
            </p:nvSpPr>
            <p:spPr>
              <a:xfrm>
                <a:off x="5642258" y="7148690"/>
                <a:ext cx="3747" cy="8243"/>
              </a:xfrm>
              <a:custGeom>
                <a:avLst/>
                <a:gdLst/>
                <a:ahLst/>
                <a:cxnLst/>
                <a:rect l="0" t="0" r="r" b="b"/>
                <a:pathLst>
                  <a:path w="295" h="649" fill="norm" stroke="0">
                    <a:moveTo>
                      <a:pt x="118" y="0"/>
                    </a:moveTo>
                    <a:cubicBezTo>
                      <a:pt x="157" y="0"/>
                      <a:pt x="196" y="0"/>
                      <a:pt x="236" y="0"/>
                    </a:cubicBezTo>
                    <a:cubicBezTo>
                      <a:pt x="236" y="19"/>
                      <a:pt x="236" y="39"/>
                      <a:pt x="236" y="59"/>
                    </a:cubicBezTo>
                    <a:cubicBezTo>
                      <a:pt x="255" y="59"/>
                      <a:pt x="275" y="59"/>
                      <a:pt x="295" y="59"/>
                    </a:cubicBezTo>
                    <a:cubicBezTo>
                      <a:pt x="295" y="234"/>
                      <a:pt x="295" y="409"/>
                      <a:pt x="295" y="590"/>
                    </a:cubicBezTo>
                    <a:cubicBezTo>
                      <a:pt x="276" y="590"/>
                      <a:pt x="256" y="590"/>
                      <a:pt x="236" y="590"/>
                    </a:cubicBezTo>
                    <a:cubicBezTo>
                      <a:pt x="236" y="610"/>
                      <a:pt x="236" y="629"/>
                      <a:pt x="236" y="649"/>
                    </a:cubicBezTo>
                    <a:cubicBezTo>
                      <a:pt x="197" y="649"/>
                      <a:pt x="158" y="649"/>
                      <a:pt x="118" y="649"/>
                    </a:cubicBezTo>
                    <a:cubicBezTo>
                      <a:pt x="118" y="630"/>
                      <a:pt x="118" y="610"/>
                      <a:pt x="118" y="590"/>
                    </a:cubicBezTo>
                    <a:cubicBezTo>
                      <a:pt x="99" y="590"/>
                      <a:pt x="79" y="590"/>
                      <a:pt x="59" y="590"/>
                    </a:cubicBezTo>
                    <a:cubicBezTo>
                      <a:pt x="59" y="571"/>
                      <a:pt x="59" y="551"/>
                      <a:pt x="59" y="531"/>
                    </a:cubicBezTo>
                    <a:cubicBezTo>
                      <a:pt x="40" y="531"/>
                      <a:pt x="20" y="531"/>
                      <a:pt x="0" y="531"/>
                    </a:cubicBezTo>
                    <a:cubicBezTo>
                      <a:pt x="0" y="492"/>
                      <a:pt x="0" y="453"/>
                      <a:pt x="0" y="413"/>
                    </a:cubicBezTo>
                    <a:cubicBezTo>
                      <a:pt x="19" y="413"/>
                      <a:pt x="39" y="413"/>
                      <a:pt x="59" y="413"/>
                    </a:cubicBezTo>
                    <a:cubicBezTo>
                      <a:pt x="59" y="296"/>
                      <a:pt x="59" y="179"/>
                      <a:pt x="59" y="59"/>
                    </a:cubicBezTo>
                    <a:cubicBezTo>
                      <a:pt x="78" y="59"/>
                      <a:pt x="98" y="59"/>
                      <a:pt x="118" y="59"/>
                    </a:cubicBezTo>
                    <a:cubicBezTo>
                      <a:pt x="118" y="40"/>
                      <a:pt x="118" y="20"/>
                      <a:pt x="11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17" name="ICON_C_WINDOWS_HEADER_path_046"/>
              <p:cNvSpPr/>
              <p:nvPr/>
            </p:nvSpPr>
            <p:spPr>
              <a:xfrm>
                <a:off x="5642258" y="7202643"/>
                <a:ext cx="3747" cy="7493"/>
              </a:xfrm>
              <a:custGeom>
                <a:avLst/>
                <a:gdLst/>
                <a:ahLst/>
                <a:cxnLst/>
                <a:rect l="0" t="0" r="r" b="b"/>
                <a:pathLst>
                  <a:path w="295" h="590" fill="norm" stroke="0">
                    <a:moveTo>
                      <a:pt x="118" y="0"/>
                    </a:moveTo>
                    <a:cubicBezTo>
                      <a:pt x="157" y="0"/>
                      <a:pt x="196" y="0"/>
                      <a:pt x="236" y="0"/>
                    </a:cubicBezTo>
                    <a:cubicBezTo>
                      <a:pt x="236" y="19"/>
                      <a:pt x="236" y="39"/>
                      <a:pt x="236" y="59"/>
                    </a:cubicBezTo>
                    <a:cubicBezTo>
                      <a:pt x="255" y="59"/>
                      <a:pt x="275" y="59"/>
                      <a:pt x="295" y="59"/>
                    </a:cubicBezTo>
                    <a:cubicBezTo>
                      <a:pt x="295" y="215"/>
                      <a:pt x="295" y="371"/>
                      <a:pt x="295" y="531"/>
                    </a:cubicBezTo>
                    <a:cubicBezTo>
                      <a:pt x="276" y="531"/>
                      <a:pt x="256" y="531"/>
                      <a:pt x="236" y="531"/>
                    </a:cubicBezTo>
                    <a:cubicBezTo>
                      <a:pt x="236" y="551"/>
                      <a:pt x="236" y="570"/>
                      <a:pt x="236" y="590"/>
                    </a:cubicBezTo>
                    <a:cubicBezTo>
                      <a:pt x="178" y="590"/>
                      <a:pt x="119" y="590"/>
                      <a:pt x="59" y="590"/>
                    </a:cubicBezTo>
                    <a:cubicBezTo>
                      <a:pt x="59" y="512"/>
                      <a:pt x="59" y="434"/>
                      <a:pt x="59" y="354"/>
                    </a:cubicBezTo>
                    <a:cubicBezTo>
                      <a:pt x="40" y="354"/>
                      <a:pt x="20" y="354"/>
                      <a:pt x="0" y="354"/>
                    </a:cubicBezTo>
                    <a:cubicBezTo>
                      <a:pt x="0" y="276"/>
                      <a:pt x="0" y="198"/>
                      <a:pt x="0" y="118"/>
                    </a:cubicBezTo>
                    <a:cubicBezTo>
                      <a:pt x="19" y="118"/>
                      <a:pt x="39" y="118"/>
                      <a:pt x="59" y="118"/>
                    </a:cubicBezTo>
                    <a:cubicBezTo>
                      <a:pt x="59" y="99"/>
                      <a:pt x="59" y="79"/>
                      <a:pt x="59" y="59"/>
                    </a:cubicBezTo>
                    <a:cubicBezTo>
                      <a:pt x="78" y="59"/>
                      <a:pt x="98" y="59"/>
                      <a:pt x="118" y="59"/>
                    </a:cubicBezTo>
                    <a:cubicBezTo>
                      <a:pt x="118" y="40"/>
                      <a:pt x="118" y="20"/>
                      <a:pt x="11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18" name="ICON_C_WINDOWS_HEADER_path_047"/>
              <p:cNvSpPr/>
              <p:nvPr/>
            </p:nvSpPr>
            <p:spPr>
              <a:xfrm>
                <a:off x="5643007" y="7126959"/>
                <a:ext cx="2997" cy="8243"/>
              </a:xfrm>
              <a:custGeom>
                <a:avLst/>
                <a:gdLst/>
                <a:ahLst/>
                <a:cxnLst/>
                <a:rect l="0" t="0" r="r" b="b"/>
                <a:pathLst>
                  <a:path w="236" h="649" fill="norm" stroke="0">
                    <a:moveTo>
                      <a:pt x="59" y="0"/>
                    </a:moveTo>
                    <a:cubicBezTo>
                      <a:pt x="98" y="0"/>
                      <a:pt x="137" y="0"/>
                      <a:pt x="177" y="0"/>
                    </a:cubicBezTo>
                    <a:cubicBezTo>
                      <a:pt x="177" y="19"/>
                      <a:pt x="177" y="39"/>
                      <a:pt x="177" y="59"/>
                    </a:cubicBezTo>
                    <a:cubicBezTo>
                      <a:pt x="196" y="59"/>
                      <a:pt x="216" y="59"/>
                      <a:pt x="236" y="59"/>
                    </a:cubicBezTo>
                    <a:cubicBezTo>
                      <a:pt x="236" y="234"/>
                      <a:pt x="236" y="409"/>
                      <a:pt x="236" y="590"/>
                    </a:cubicBezTo>
                    <a:cubicBezTo>
                      <a:pt x="217" y="590"/>
                      <a:pt x="197" y="590"/>
                      <a:pt x="177" y="590"/>
                    </a:cubicBezTo>
                    <a:cubicBezTo>
                      <a:pt x="177" y="610"/>
                      <a:pt x="177" y="629"/>
                      <a:pt x="177" y="649"/>
                    </a:cubicBezTo>
                    <a:cubicBezTo>
                      <a:pt x="138" y="649"/>
                      <a:pt x="99" y="649"/>
                      <a:pt x="59" y="649"/>
                    </a:cubicBezTo>
                    <a:cubicBezTo>
                      <a:pt x="59" y="630"/>
                      <a:pt x="59" y="610"/>
                      <a:pt x="59" y="590"/>
                    </a:cubicBezTo>
                    <a:cubicBezTo>
                      <a:pt x="40" y="590"/>
                      <a:pt x="20" y="590"/>
                      <a:pt x="0" y="590"/>
                    </a:cubicBezTo>
                    <a:cubicBezTo>
                      <a:pt x="0" y="415"/>
                      <a:pt x="0" y="240"/>
                      <a:pt x="0" y="59"/>
                    </a:cubicBezTo>
                    <a:cubicBezTo>
                      <a:pt x="19" y="59"/>
                      <a:pt x="39" y="59"/>
                      <a:pt x="59" y="59"/>
                    </a:cubicBezTo>
                    <a:cubicBezTo>
                      <a:pt x="59" y="40"/>
                      <a:pt x="59" y="20"/>
                      <a:pt x="5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19" name="ICON_C_WINDOWS_HEADER_path_048"/>
              <p:cNvSpPr/>
              <p:nvPr/>
            </p:nvSpPr>
            <p:spPr>
              <a:xfrm>
                <a:off x="5721689" y="7180912"/>
                <a:ext cx="3085" cy="8243"/>
              </a:xfrm>
              <a:custGeom>
                <a:avLst/>
                <a:gdLst/>
                <a:ahLst/>
                <a:cxnLst/>
                <a:rect l="0" t="0" r="r" b="b"/>
                <a:pathLst>
                  <a:path w="243" h="649" fill="norm" stroke="0">
                    <a:moveTo>
                      <a:pt x="59" y="0"/>
                    </a:moveTo>
                    <a:cubicBezTo>
                      <a:pt x="77" y="4"/>
                      <a:pt x="96" y="9"/>
                      <a:pt x="114" y="13"/>
                    </a:cubicBezTo>
                    <a:cubicBezTo>
                      <a:pt x="125" y="15"/>
                      <a:pt x="135" y="18"/>
                      <a:pt x="145" y="20"/>
                    </a:cubicBezTo>
                    <a:cubicBezTo>
                      <a:pt x="156" y="23"/>
                      <a:pt x="166" y="26"/>
                      <a:pt x="177" y="30"/>
                    </a:cubicBezTo>
                    <a:cubicBezTo>
                      <a:pt x="187" y="32"/>
                      <a:pt x="198" y="35"/>
                      <a:pt x="208" y="37"/>
                    </a:cubicBezTo>
                    <a:cubicBezTo>
                      <a:pt x="236" y="59"/>
                      <a:pt x="236" y="59"/>
                      <a:pt x="241" y="82"/>
                    </a:cubicBezTo>
                    <a:cubicBezTo>
                      <a:pt x="243" y="114"/>
                      <a:pt x="243" y="146"/>
                      <a:pt x="242" y="178"/>
                    </a:cubicBezTo>
                    <a:cubicBezTo>
                      <a:pt x="242" y="190"/>
                      <a:pt x="242" y="202"/>
                      <a:pt x="242" y="214"/>
                    </a:cubicBezTo>
                    <a:cubicBezTo>
                      <a:pt x="241" y="251"/>
                      <a:pt x="240" y="289"/>
                      <a:pt x="240" y="326"/>
                    </a:cubicBezTo>
                    <a:cubicBezTo>
                      <a:pt x="239" y="352"/>
                      <a:pt x="239" y="377"/>
                      <a:pt x="239" y="403"/>
                    </a:cubicBezTo>
                    <a:cubicBezTo>
                      <a:pt x="238" y="465"/>
                      <a:pt x="237" y="528"/>
                      <a:pt x="236" y="590"/>
                    </a:cubicBezTo>
                    <a:cubicBezTo>
                      <a:pt x="217" y="590"/>
                      <a:pt x="197" y="590"/>
                      <a:pt x="177" y="590"/>
                    </a:cubicBezTo>
                    <a:cubicBezTo>
                      <a:pt x="177" y="610"/>
                      <a:pt x="177" y="629"/>
                      <a:pt x="177" y="649"/>
                    </a:cubicBezTo>
                    <a:cubicBezTo>
                      <a:pt x="138" y="649"/>
                      <a:pt x="99" y="649"/>
                      <a:pt x="59" y="649"/>
                    </a:cubicBezTo>
                    <a:cubicBezTo>
                      <a:pt x="59" y="630"/>
                      <a:pt x="59" y="610"/>
                      <a:pt x="59" y="590"/>
                    </a:cubicBezTo>
                    <a:cubicBezTo>
                      <a:pt x="40" y="590"/>
                      <a:pt x="20" y="590"/>
                      <a:pt x="0" y="590"/>
                    </a:cubicBezTo>
                    <a:cubicBezTo>
                      <a:pt x="0" y="415"/>
                      <a:pt x="0" y="240"/>
                      <a:pt x="0" y="59"/>
                    </a:cubicBezTo>
                    <a:cubicBezTo>
                      <a:pt x="19" y="59"/>
                      <a:pt x="39" y="59"/>
                      <a:pt x="59" y="59"/>
                    </a:cubicBezTo>
                    <a:cubicBezTo>
                      <a:pt x="59" y="40"/>
                      <a:pt x="59" y="20"/>
                      <a:pt x="5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20" name="ICON_C_WINDOWS_HEADER_path_049"/>
              <p:cNvSpPr/>
              <p:nvPr/>
            </p:nvSpPr>
            <p:spPr>
              <a:xfrm>
                <a:off x="5721689" y="7126959"/>
                <a:ext cx="3144" cy="8321"/>
              </a:xfrm>
              <a:custGeom>
                <a:avLst/>
                <a:gdLst/>
                <a:ahLst/>
                <a:cxnLst/>
                <a:rect l="0" t="0" r="r" b="b"/>
                <a:pathLst>
                  <a:path w="248" h="655" fill="norm" stroke="0">
                    <a:moveTo>
                      <a:pt x="59" y="0"/>
                    </a:moveTo>
                    <a:cubicBezTo>
                      <a:pt x="77" y="4"/>
                      <a:pt x="96" y="9"/>
                      <a:pt x="114" y="13"/>
                    </a:cubicBezTo>
                    <a:cubicBezTo>
                      <a:pt x="125" y="15"/>
                      <a:pt x="135" y="18"/>
                      <a:pt x="145" y="20"/>
                    </a:cubicBezTo>
                    <a:cubicBezTo>
                      <a:pt x="156" y="23"/>
                      <a:pt x="166" y="26"/>
                      <a:pt x="177" y="30"/>
                    </a:cubicBezTo>
                    <a:cubicBezTo>
                      <a:pt x="187" y="32"/>
                      <a:pt x="197" y="35"/>
                      <a:pt x="208" y="38"/>
                    </a:cubicBezTo>
                    <a:cubicBezTo>
                      <a:pt x="236" y="59"/>
                      <a:pt x="236" y="59"/>
                      <a:pt x="242" y="82"/>
                    </a:cubicBezTo>
                    <a:cubicBezTo>
                      <a:pt x="244" y="113"/>
                      <a:pt x="245" y="144"/>
                      <a:pt x="245" y="176"/>
                    </a:cubicBezTo>
                    <a:cubicBezTo>
                      <a:pt x="245" y="188"/>
                      <a:pt x="245" y="199"/>
                      <a:pt x="245" y="211"/>
                    </a:cubicBezTo>
                    <a:cubicBezTo>
                      <a:pt x="245" y="236"/>
                      <a:pt x="245" y="260"/>
                      <a:pt x="245" y="285"/>
                    </a:cubicBezTo>
                    <a:cubicBezTo>
                      <a:pt x="245" y="322"/>
                      <a:pt x="246" y="360"/>
                      <a:pt x="247" y="398"/>
                    </a:cubicBezTo>
                    <a:cubicBezTo>
                      <a:pt x="247" y="421"/>
                      <a:pt x="247" y="445"/>
                      <a:pt x="247" y="469"/>
                    </a:cubicBezTo>
                    <a:cubicBezTo>
                      <a:pt x="247" y="480"/>
                      <a:pt x="247" y="492"/>
                      <a:pt x="248" y="503"/>
                    </a:cubicBezTo>
                    <a:cubicBezTo>
                      <a:pt x="246" y="579"/>
                      <a:pt x="246" y="579"/>
                      <a:pt x="217" y="611"/>
                    </a:cubicBezTo>
                    <a:cubicBezTo>
                      <a:pt x="164" y="649"/>
                      <a:pt x="124" y="655"/>
                      <a:pt x="59" y="649"/>
                    </a:cubicBezTo>
                    <a:cubicBezTo>
                      <a:pt x="59" y="630"/>
                      <a:pt x="59" y="610"/>
                      <a:pt x="59" y="590"/>
                    </a:cubicBezTo>
                    <a:cubicBezTo>
                      <a:pt x="40" y="590"/>
                      <a:pt x="20" y="590"/>
                      <a:pt x="0" y="590"/>
                    </a:cubicBezTo>
                    <a:cubicBezTo>
                      <a:pt x="0" y="415"/>
                      <a:pt x="0" y="240"/>
                      <a:pt x="0" y="59"/>
                    </a:cubicBezTo>
                    <a:cubicBezTo>
                      <a:pt x="19" y="59"/>
                      <a:pt x="39" y="59"/>
                      <a:pt x="59" y="59"/>
                    </a:cubicBezTo>
                    <a:cubicBezTo>
                      <a:pt x="59" y="40"/>
                      <a:pt x="59" y="20"/>
                      <a:pt x="5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21" name="ICON_C_WINDOWS_HEADER_path_050"/>
              <p:cNvSpPr/>
              <p:nvPr/>
            </p:nvSpPr>
            <p:spPr>
              <a:xfrm>
                <a:off x="5784586" y="7111598"/>
                <a:ext cx="1598" cy="48333"/>
              </a:xfrm>
              <a:custGeom>
                <a:avLst/>
                <a:gdLst/>
                <a:ahLst/>
                <a:cxnLst/>
                <a:rect l="0" t="0" r="r" b="b"/>
                <a:pathLst>
                  <a:path w="126" h="3806" fill="norm" stroke="0">
                    <a:moveTo>
                      <a:pt x="33" y="0"/>
                    </a:moveTo>
                    <a:cubicBezTo>
                      <a:pt x="43" y="0"/>
                      <a:pt x="53" y="0"/>
                      <a:pt x="63" y="0"/>
                    </a:cubicBezTo>
                    <a:cubicBezTo>
                      <a:pt x="63" y="12"/>
                      <a:pt x="63" y="25"/>
                      <a:pt x="63" y="38"/>
                    </a:cubicBezTo>
                    <a:cubicBezTo>
                      <a:pt x="66" y="340"/>
                      <a:pt x="69" y="642"/>
                      <a:pt x="73" y="945"/>
                    </a:cubicBezTo>
                    <a:cubicBezTo>
                      <a:pt x="74" y="1091"/>
                      <a:pt x="76" y="1237"/>
                      <a:pt x="77" y="1383"/>
                    </a:cubicBezTo>
                    <a:cubicBezTo>
                      <a:pt x="79" y="1511"/>
                      <a:pt x="80" y="1638"/>
                      <a:pt x="82" y="1766"/>
                    </a:cubicBezTo>
                    <a:cubicBezTo>
                      <a:pt x="82" y="1833"/>
                      <a:pt x="83" y="1901"/>
                      <a:pt x="84" y="1968"/>
                    </a:cubicBezTo>
                    <a:cubicBezTo>
                      <a:pt x="84" y="2031"/>
                      <a:pt x="85" y="2095"/>
                      <a:pt x="86" y="2158"/>
                    </a:cubicBezTo>
                    <a:cubicBezTo>
                      <a:pt x="86" y="2182"/>
                      <a:pt x="86" y="2205"/>
                      <a:pt x="86" y="2228"/>
                    </a:cubicBezTo>
                    <a:cubicBezTo>
                      <a:pt x="87" y="2260"/>
                      <a:pt x="87" y="2292"/>
                      <a:pt x="88" y="2324"/>
                    </a:cubicBezTo>
                    <a:cubicBezTo>
                      <a:pt x="88" y="2333"/>
                      <a:pt x="88" y="2342"/>
                      <a:pt x="88" y="2352"/>
                    </a:cubicBezTo>
                    <a:cubicBezTo>
                      <a:pt x="89" y="2416"/>
                      <a:pt x="89" y="2416"/>
                      <a:pt x="122" y="2449"/>
                    </a:cubicBezTo>
                    <a:cubicBezTo>
                      <a:pt x="126" y="2479"/>
                      <a:pt x="126" y="2479"/>
                      <a:pt x="126" y="2515"/>
                    </a:cubicBezTo>
                    <a:cubicBezTo>
                      <a:pt x="126" y="2528"/>
                      <a:pt x="126" y="2541"/>
                      <a:pt x="126" y="2555"/>
                    </a:cubicBezTo>
                    <a:cubicBezTo>
                      <a:pt x="126" y="2568"/>
                      <a:pt x="126" y="2582"/>
                      <a:pt x="125" y="2596"/>
                    </a:cubicBezTo>
                    <a:cubicBezTo>
                      <a:pt x="126" y="2610"/>
                      <a:pt x="126" y="2624"/>
                      <a:pt x="126" y="2638"/>
                    </a:cubicBezTo>
                    <a:cubicBezTo>
                      <a:pt x="126" y="2651"/>
                      <a:pt x="126" y="2664"/>
                      <a:pt x="126" y="2677"/>
                    </a:cubicBezTo>
                    <a:cubicBezTo>
                      <a:pt x="126" y="2689"/>
                      <a:pt x="126" y="2701"/>
                      <a:pt x="126" y="2714"/>
                    </a:cubicBezTo>
                    <a:cubicBezTo>
                      <a:pt x="122" y="2744"/>
                      <a:pt x="122" y="2744"/>
                      <a:pt x="92" y="2773"/>
                    </a:cubicBezTo>
                    <a:cubicBezTo>
                      <a:pt x="89" y="2806"/>
                      <a:pt x="87" y="2838"/>
                      <a:pt x="86" y="2871"/>
                    </a:cubicBezTo>
                    <a:cubicBezTo>
                      <a:pt x="86" y="2881"/>
                      <a:pt x="86" y="2891"/>
                      <a:pt x="85" y="2902"/>
                    </a:cubicBezTo>
                    <a:cubicBezTo>
                      <a:pt x="84" y="2935"/>
                      <a:pt x="84" y="2969"/>
                      <a:pt x="83" y="3002"/>
                    </a:cubicBezTo>
                    <a:cubicBezTo>
                      <a:pt x="82" y="3025"/>
                      <a:pt x="82" y="3048"/>
                      <a:pt x="81" y="3071"/>
                    </a:cubicBezTo>
                    <a:cubicBezTo>
                      <a:pt x="79" y="3132"/>
                      <a:pt x="78" y="3193"/>
                      <a:pt x="77" y="3254"/>
                    </a:cubicBezTo>
                    <a:cubicBezTo>
                      <a:pt x="75" y="3316"/>
                      <a:pt x="73" y="3378"/>
                      <a:pt x="72" y="3440"/>
                    </a:cubicBezTo>
                    <a:cubicBezTo>
                      <a:pt x="69" y="3562"/>
                      <a:pt x="66" y="3684"/>
                      <a:pt x="63" y="3806"/>
                    </a:cubicBezTo>
                    <a:cubicBezTo>
                      <a:pt x="53" y="3806"/>
                      <a:pt x="43" y="3806"/>
                      <a:pt x="33" y="3806"/>
                    </a:cubicBezTo>
                    <a:cubicBezTo>
                      <a:pt x="33" y="3669"/>
                      <a:pt x="32" y="3532"/>
                      <a:pt x="32" y="3395"/>
                    </a:cubicBezTo>
                    <a:cubicBezTo>
                      <a:pt x="32" y="3331"/>
                      <a:pt x="31" y="3268"/>
                      <a:pt x="31" y="3204"/>
                    </a:cubicBezTo>
                    <a:cubicBezTo>
                      <a:pt x="31" y="3143"/>
                      <a:pt x="31" y="3081"/>
                      <a:pt x="30" y="3020"/>
                    </a:cubicBezTo>
                    <a:cubicBezTo>
                      <a:pt x="30" y="2996"/>
                      <a:pt x="30" y="2973"/>
                      <a:pt x="30" y="2950"/>
                    </a:cubicBezTo>
                    <a:cubicBezTo>
                      <a:pt x="30" y="2917"/>
                      <a:pt x="30" y="2884"/>
                      <a:pt x="30" y="2851"/>
                    </a:cubicBezTo>
                    <a:cubicBezTo>
                      <a:pt x="30" y="2842"/>
                      <a:pt x="30" y="2832"/>
                      <a:pt x="30" y="2822"/>
                    </a:cubicBezTo>
                    <a:cubicBezTo>
                      <a:pt x="30" y="2760"/>
                      <a:pt x="42" y="2713"/>
                      <a:pt x="63" y="2655"/>
                    </a:cubicBezTo>
                    <a:cubicBezTo>
                      <a:pt x="66" y="2624"/>
                      <a:pt x="67" y="2594"/>
                      <a:pt x="66" y="2563"/>
                    </a:cubicBezTo>
                    <a:cubicBezTo>
                      <a:pt x="67" y="2555"/>
                      <a:pt x="67" y="2547"/>
                      <a:pt x="67" y="2539"/>
                    </a:cubicBezTo>
                    <a:cubicBezTo>
                      <a:pt x="67" y="2482"/>
                      <a:pt x="67" y="2482"/>
                      <a:pt x="33" y="2449"/>
                    </a:cubicBezTo>
                    <a:cubicBezTo>
                      <a:pt x="29" y="2415"/>
                      <a:pt x="29" y="2415"/>
                      <a:pt x="28" y="2373"/>
                    </a:cubicBezTo>
                    <a:cubicBezTo>
                      <a:pt x="28" y="2365"/>
                      <a:pt x="28" y="2358"/>
                      <a:pt x="28" y="2350"/>
                    </a:cubicBezTo>
                    <a:cubicBezTo>
                      <a:pt x="27" y="2324"/>
                      <a:pt x="27" y="2297"/>
                      <a:pt x="27" y="2271"/>
                    </a:cubicBezTo>
                    <a:cubicBezTo>
                      <a:pt x="26" y="2253"/>
                      <a:pt x="26" y="2234"/>
                      <a:pt x="26" y="2215"/>
                    </a:cubicBezTo>
                    <a:cubicBezTo>
                      <a:pt x="25" y="2164"/>
                      <a:pt x="24" y="2113"/>
                      <a:pt x="23" y="2062"/>
                    </a:cubicBezTo>
                    <a:cubicBezTo>
                      <a:pt x="23" y="2019"/>
                      <a:pt x="22" y="1976"/>
                      <a:pt x="21" y="1933"/>
                    </a:cubicBezTo>
                    <a:cubicBezTo>
                      <a:pt x="20" y="1831"/>
                      <a:pt x="18" y="1730"/>
                      <a:pt x="17" y="1628"/>
                    </a:cubicBezTo>
                    <a:cubicBezTo>
                      <a:pt x="15" y="1524"/>
                      <a:pt x="14" y="1420"/>
                      <a:pt x="12" y="1316"/>
                    </a:cubicBezTo>
                    <a:cubicBezTo>
                      <a:pt x="10" y="1227"/>
                      <a:pt x="9" y="1137"/>
                      <a:pt x="8" y="1047"/>
                    </a:cubicBezTo>
                    <a:cubicBezTo>
                      <a:pt x="7" y="994"/>
                      <a:pt x="6" y="940"/>
                      <a:pt x="5" y="887"/>
                    </a:cubicBezTo>
                    <a:cubicBezTo>
                      <a:pt x="0" y="590"/>
                      <a:pt x="11" y="296"/>
                      <a:pt x="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22" name="ICON_C_WINDOWS_HEADER_path_051"/>
              <p:cNvSpPr/>
              <p:nvPr/>
            </p:nvSpPr>
            <p:spPr>
              <a:xfrm>
                <a:off x="5721689" y="7138199"/>
                <a:ext cx="2997" cy="7493"/>
              </a:xfrm>
              <a:custGeom>
                <a:avLst/>
                <a:gdLst/>
                <a:ahLst/>
                <a:cxnLst/>
                <a:rect l="0" t="0" r="r" b="b"/>
                <a:pathLst>
                  <a:path w="236" h="590" fill="norm" stroke="0">
                    <a:moveTo>
                      <a:pt x="59" y="0"/>
                    </a:moveTo>
                    <a:cubicBezTo>
                      <a:pt x="117" y="0"/>
                      <a:pt x="176" y="0"/>
                      <a:pt x="236" y="0"/>
                    </a:cubicBezTo>
                    <a:cubicBezTo>
                      <a:pt x="236" y="195"/>
                      <a:pt x="236" y="389"/>
                      <a:pt x="236" y="590"/>
                    </a:cubicBezTo>
                    <a:cubicBezTo>
                      <a:pt x="178" y="590"/>
                      <a:pt x="119" y="590"/>
                      <a:pt x="59" y="590"/>
                    </a:cubicBezTo>
                    <a:cubicBezTo>
                      <a:pt x="59" y="571"/>
                      <a:pt x="59" y="551"/>
                      <a:pt x="59" y="531"/>
                    </a:cubicBezTo>
                    <a:cubicBezTo>
                      <a:pt x="40" y="531"/>
                      <a:pt x="20" y="531"/>
                      <a:pt x="0" y="531"/>
                    </a:cubicBezTo>
                    <a:cubicBezTo>
                      <a:pt x="0" y="375"/>
                      <a:pt x="0" y="219"/>
                      <a:pt x="0" y="59"/>
                    </a:cubicBezTo>
                    <a:cubicBezTo>
                      <a:pt x="19" y="59"/>
                      <a:pt x="39" y="59"/>
                      <a:pt x="59" y="59"/>
                    </a:cubicBezTo>
                    <a:cubicBezTo>
                      <a:pt x="59" y="40"/>
                      <a:pt x="59" y="20"/>
                      <a:pt x="5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23" name="ICON_C_WINDOWS_HEADER_path_052"/>
              <p:cNvSpPr/>
              <p:nvPr/>
            </p:nvSpPr>
            <p:spPr>
              <a:xfrm>
                <a:off x="5721689" y="7116468"/>
                <a:ext cx="2997" cy="7493"/>
              </a:xfrm>
              <a:custGeom>
                <a:avLst/>
                <a:gdLst/>
                <a:ahLst/>
                <a:cxnLst/>
                <a:rect l="0" t="0" r="r" b="b"/>
                <a:pathLst>
                  <a:path w="236" h="590" fill="norm" stroke="0">
                    <a:moveTo>
                      <a:pt x="59" y="0"/>
                    </a:moveTo>
                    <a:cubicBezTo>
                      <a:pt x="117" y="0"/>
                      <a:pt x="176" y="0"/>
                      <a:pt x="236" y="0"/>
                    </a:cubicBezTo>
                    <a:cubicBezTo>
                      <a:pt x="236" y="195"/>
                      <a:pt x="236" y="389"/>
                      <a:pt x="236" y="590"/>
                    </a:cubicBezTo>
                    <a:cubicBezTo>
                      <a:pt x="178" y="590"/>
                      <a:pt x="119" y="590"/>
                      <a:pt x="59" y="590"/>
                    </a:cubicBezTo>
                    <a:cubicBezTo>
                      <a:pt x="59" y="571"/>
                      <a:pt x="59" y="551"/>
                      <a:pt x="59" y="531"/>
                    </a:cubicBezTo>
                    <a:cubicBezTo>
                      <a:pt x="40" y="531"/>
                      <a:pt x="20" y="531"/>
                      <a:pt x="0" y="531"/>
                    </a:cubicBezTo>
                    <a:cubicBezTo>
                      <a:pt x="0" y="375"/>
                      <a:pt x="0" y="219"/>
                      <a:pt x="0" y="59"/>
                    </a:cubicBezTo>
                    <a:cubicBezTo>
                      <a:pt x="19" y="59"/>
                      <a:pt x="39" y="59"/>
                      <a:pt x="59" y="59"/>
                    </a:cubicBezTo>
                    <a:cubicBezTo>
                      <a:pt x="59" y="40"/>
                      <a:pt x="59" y="20"/>
                      <a:pt x="5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24" name="ICON_C_WINDOWS_HEADER_path_053"/>
              <p:cNvSpPr/>
              <p:nvPr/>
            </p:nvSpPr>
            <p:spPr>
              <a:xfrm>
                <a:off x="5721689" y="7202643"/>
                <a:ext cx="3085" cy="7493"/>
              </a:xfrm>
              <a:custGeom>
                <a:avLst/>
                <a:gdLst/>
                <a:ahLst/>
                <a:cxnLst/>
                <a:rect l="0" t="0" r="r" b="b"/>
                <a:pathLst>
                  <a:path w="243" h="590" fill="norm" stroke="0">
                    <a:moveTo>
                      <a:pt x="59" y="0"/>
                    </a:moveTo>
                    <a:cubicBezTo>
                      <a:pt x="77" y="4"/>
                      <a:pt x="96" y="9"/>
                      <a:pt x="114" y="13"/>
                    </a:cubicBezTo>
                    <a:cubicBezTo>
                      <a:pt x="125" y="15"/>
                      <a:pt x="135" y="18"/>
                      <a:pt x="145" y="20"/>
                    </a:cubicBezTo>
                    <a:cubicBezTo>
                      <a:pt x="156" y="23"/>
                      <a:pt x="166" y="26"/>
                      <a:pt x="177" y="30"/>
                    </a:cubicBezTo>
                    <a:cubicBezTo>
                      <a:pt x="187" y="32"/>
                      <a:pt x="198" y="35"/>
                      <a:pt x="208" y="37"/>
                    </a:cubicBezTo>
                    <a:cubicBezTo>
                      <a:pt x="236" y="59"/>
                      <a:pt x="236" y="59"/>
                      <a:pt x="241" y="82"/>
                    </a:cubicBezTo>
                    <a:cubicBezTo>
                      <a:pt x="243" y="114"/>
                      <a:pt x="243" y="146"/>
                      <a:pt x="242" y="178"/>
                    </a:cubicBezTo>
                    <a:cubicBezTo>
                      <a:pt x="242" y="190"/>
                      <a:pt x="242" y="202"/>
                      <a:pt x="242" y="214"/>
                    </a:cubicBezTo>
                    <a:cubicBezTo>
                      <a:pt x="241" y="251"/>
                      <a:pt x="240" y="289"/>
                      <a:pt x="240" y="326"/>
                    </a:cubicBezTo>
                    <a:cubicBezTo>
                      <a:pt x="239" y="352"/>
                      <a:pt x="239" y="377"/>
                      <a:pt x="239" y="403"/>
                    </a:cubicBezTo>
                    <a:cubicBezTo>
                      <a:pt x="238" y="465"/>
                      <a:pt x="237" y="528"/>
                      <a:pt x="236" y="590"/>
                    </a:cubicBezTo>
                    <a:cubicBezTo>
                      <a:pt x="158" y="590"/>
                      <a:pt x="80" y="590"/>
                      <a:pt x="0" y="590"/>
                    </a:cubicBezTo>
                    <a:cubicBezTo>
                      <a:pt x="0" y="415"/>
                      <a:pt x="0" y="240"/>
                      <a:pt x="0" y="59"/>
                    </a:cubicBezTo>
                    <a:cubicBezTo>
                      <a:pt x="19" y="59"/>
                      <a:pt x="39" y="59"/>
                      <a:pt x="59" y="59"/>
                    </a:cubicBezTo>
                    <a:cubicBezTo>
                      <a:pt x="59" y="40"/>
                      <a:pt x="59" y="20"/>
                      <a:pt x="5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25" name="ICON_C_WINDOWS_HEADER_path_054"/>
              <p:cNvSpPr/>
              <p:nvPr/>
            </p:nvSpPr>
            <p:spPr>
              <a:xfrm>
                <a:off x="5629519" y="7170046"/>
                <a:ext cx="5995" cy="9741"/>
              </a:xfrm>
              <a:custGeom>
                <a:avLst/>
                <a:gdLst/>
                <a:ahLst/>
                <a:cxnLst/>
                <a:rect l="0" t="0" r="r" b="b"/>
                <a:pathLst>
                  <a:path w="472" h="767" fill="norm" stroke="0">
                    <a:moveTo>
                      <a:pt x="177" y="0"/>
                    </a:moveTo>
                    <a:cubicBezTo>
                      <a:pt x="196" y="0"/>
                      <a:pt x="216" y="0"/>
                      <a:pt x="236" y="0"/>
                    </a:cubicBezTo>
                    <a:cubicBezTo>
                      <a:pt x="236" y="49"/>
                      <a:pt x="236" y="97"/>
                      <a:pt x="236" y="148"/>
                    </a:cubicBezTo>
                    <a:cubicBezTo>
                      <a:pt x="294" y="148"/>
                      <a:pt x="353" y="148"/>
                      <a:pt x="413" y="148"/>
                    </a:cubicBezTo>
                    <a:cubicBezTo>
                      <a:pt x="413" y="167"/>
                      <a:pt x="413" y="186"/>
                      <a:pt x="413" y="207"/>
                    </a:cubicBezTo>
                    <a:cubicBezTo>
                      <a:pt x="432" y="207"/>
                      <a:pt x="452" y="207"/>
                      <a:pt x="472" y="207"/>
                    </a:cubicBezTo>
                    <a:cubicBezTo>
                      <a:pt x="472" y="265"/>
                      <a:pt x="472" y="323"/>
                      <a:pt x="472" y="384"/>
                    </a:cubicBezTo>
                    <a:cubicBezTo>
                      <a:pt x="453" y="384"/>
                      <a:pt x="433" y="384"/>
                      <a:pt x="413" y="384"/>
                    </a:cubicBezTo>
                    <a:cubicBezTo>
                      <a:pt x="413" y="403"/>
                      <a:pt x="413" y="422"/>
                      <a:pt x="413" y="443"/>
                    </a:cubicBezTo>
                    <a:cubicBezTo>
                      <a:pt x="374" y="443"/>
                      <a:pt x="335" y="443"/>
                      <a:pt x="295" y="443"/>
                    </a:cubicBezTo>
                    <a:cubicBezTo>
                      <a:pt x="295" y="462"/>
                      <a:pt x="295" y="481"/>
                      <a:pt x="295" y="502"/>
                    </a:cubicBezTo>
                    <a:cubicBezTo>
                      <a:pt x="256" y="502"/>
                      <a:pt x="217" y="502"/>
                      <a:pt x="177" y="502"/>
                    </a:cubicBezTo>
                    <a:cubicBezTo>
                      <a:pt x="177" y="521"/>
                      <a:pt x="177" y="540"/>
                      <a:pt x="177" y="561"/>
                    </a:cubicBezTo>
                    <a:cubicBezTo>
                      <a:pt x="148" y="561"/>
                      <a:pt x="119" y="561"/>
                      <a:pt x="89" y="561"/>
                    </a:cubicBezTo>
                    <a:cubicBezTo>
                      <a:pt x="87" y="571"/>
                      <a:pt x="86" y="580"/>
                      <a:pt x="84" y="591"/>
                    </a:cubicBezTo>
                    <a:cubicBezTo>
                      <a:pt x="82" y="604"/>
                      <a:pt x="80" y="617"/>
                      <a:pt x="77" y="631"/>
                    </a:cubicBezTo>
                    <a:cubicBezTo>
                      <a:pt x="75" y="644"/>
                      <a:pt x="73" y="657"/>
                      <a:pt x="71" y="670"/>
                    </a:cubicBezTo>
                    <a:cubicBezTo>
                      <a:pt x="59" y="708"/>
                      <a:pt x="59" y="708"/>
                      <a:pt x="0" y="767"/>
                    </a:cubicBezTo>
                    <a:cubicBezTo>
                      <a:pt x="19" y="660"/>
                      <a:pt x="39" y="553"/>
                      <a:pt x="59" y="443"/>
                    </a:cubicBezTo>
                    <a:cubicBezTo>
                      <a:pt x="78" y="443"/>
                      <a:pt x="98" y="443"/>
                      <a:pt x="118" y="443"/>
                    </a:cubicBezTo>
                    <a:cubicBezTo>
                      <a:pt x="118" y="365"/>
                      <a:pt x="118" y="287"/>
                      <a:pt x="118" y="207"/>
                    </a:cubicBezTo>
                    <a:cubicBezTo>
                      <a:pt x="137" y="207"/>
                      <a:pt x="157" y="207"/>
                      <a:pt x="177" y="207"/>
                    </a:cubicBezTo>
                    <a:cubicBezTo>
                      <a:pt x="177" y="138"/>
                      <a:pt x="177" y="70"/>
                      <a:pt x="17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26" name="ICON_C_WINDOWS_HEADER_path_055"/>
              <p:cNvSpPr/>
              <p:nvPr/>
            </p:nvSpPr>
            <p:spPr>
              <a:xfrm>
                <a:off x="5751662" y="7137405"/>
                <a:ext cx="8992" cy="9412"/>
              </a:xfrm>
              <a:custGeom>
                <a:avLst/>
                <a:gdLst/>
                <a:ahLst/>
                <a:cxnLst/>
                <a:rect l="0" t="0" r="r" b="b"/>
                <a:pathLst>
                  <a:path w="708" h="741" fill="norm" stroke="0">
                    <a:moveTo>
                      <a:pt x="227" y="2"/>
                    </a:moveTo>
                    <a:cubicBezTo>
                      <a:pt x="239" y="2"/>
                      <a:pt x="251" y="2"/>
                      <a:pt x="264" y="2"/>
                    </a:cubicBezTo>
                    <a:cubicBezTo>
                      <a:pt x="294" y="2"/>
                      <a:pt x="324" y="3"/>
                      <a:pt x="354" y="4"/>
                    </a:cubicBezTo>
                    <a:cubicBezTo>
                      <a:pt x="354" y="23"/>
                      <a:pt x="354" y="42"/>
                      <a:pt x="354" y="63"/>
                    </a:cubicBezTo>
                    <a:cubicBezTo>
                      <a:pt x="374" y="63"/>
                      <a:pt x="393" y="63"/>
                      <a:pt x="413" y="63"/>
                    </a:cubicBezTo>
                    <a:cubicBezTo>
                      <a:pt x="413" y="82"/>
                      <a:pt x="413" y="101"/>
                      <a:pt x="413" y="122"/>
                    </a:cubicBezTo>
                    <a:cubicBezTo>
                      <a:pt x="433" y="122"/>
                      <a:pt x="452" y="122"/>
                      <a:pt x="472" y="122"/>
                    </a:cubicBezTo>
                    <a:cubicBezTo>
                      <a:pt x="472" y="141"/>
                      <a:pt x="472" y="160"/>
                      <a:pt x="472" y="181"/>
                    </a:cubicBezTo>
                    <a:cubicBezTo>
                      <a:pt x="511" y="181"/>
                      <a:pt x="550" y="181"/>
                      <a:pt x="590" y="181"/>
                    </a:cubicBezTo>
                    <a:cubicBezTo>
                      <a:pt x="590" y="200"/>
                      <a:pt x="590" y="219"/>
                      <a:pt x="590" y="240"/>
                    </a:cubicBezTo>
                    <a:cubicBezTo>
                      <a:pt x="610" y="240"/>
                      <a:pt x="629" y="240"/>
                      <a:pt x="649" y="240"/>
                    </a:cubicBezTo>
                    <a:cubicBezTo>
                      <a:pt x="649" y="259"/>
                      <a:pt x="649" y="278"/>
                      <a:pt x="649" y="299"/>
                    </a:cubicBezTo>
                    <a:cubicBezTo>
                      <a:pt x="669" y="299"/>
                      <a:pt x="688" y="299"/>
                      <a:pt x="708" y="299"/>
                    </a:cubicBezTo>
                    <a:cubicBezTo>
                      <a:pt x="708" y="357"/>
                      <a:pt x="708" y="415"/>
                      <a:pt x="708" y="476"/>
                    </a:cubicBezTo>
                    <a:cubicBezTo>
                      <a:pt x="669" y="476"/>
                      <a:pt x="630" y="476"/>
                      <a:pt x="590" y="476"/>
                    </a:cubicBezTo>
                    <a:cubicBezTo>
                      <a:pt x="590" y="495"/>
                      <a:pt x="590" y="515"/>
                      <a:pt x="590" y="535"/>
                    </a:cubicBezTo>
                    <a:cubicBezTo>
                      <a:pt x="571" y="535"/>
                      <a:pt x="551" y="535"/>
                      <a:pt x="531" y="535"/>
                    </a:cubicBezTo>
                    <a:cubicBezTo>
                      <a:pt x="541" y="603"/>
                      <a:pt x="551" y="671"/>
                      <a:pt x="561" y="741"/>
                    </a:cubicBezTo>
                    <a:cubicBezTo>
                      <a:pt x="546" y="711"/>
                      <a:pt x="532" y="682"/>
                      <a:pt x="517" y="652"/>
                    </a:cubicBezTo>
                    <a:cubicBezTo>
                      <a:pt x="502" y="623"/>
                      <a:pt x="502" y="623"/>
                      <a:pt x="472" y="594"/>
                    </a:cubicBezTo>
                    <a:cubicBezTo>
                      <a:pt x="466" y="561"/>
                      <a:pt x="461" y="530"/>
                      <a:pt x="457" y="498"/>
                    </a:cubicBezTo>
                    <a:cubicBezTo>
                      <a:pt x="455" y="479"/>
                      <a:pt x="452" y="460"/>
                      <a:pt x="450" y="442"/>
                    </a:cubicBezTo>
                    <a:cubicBezTo>
                      <a:pt x="449" y="433"/>
                      <a:pt x="448" y="423"/>
                      <a:pt x="446" y="414"/>
                    </a:cubicBezTo>
                    <a:cubicBezTo>
                      <a:pt x="438" y="355"/>
                      <a:pt x="426" y="297"/>
                      <a:pt x="413" y="240"/>
                    </a:cubicBezTo>
                    <a:cubicBezTo>
                      <a:pt x="394" y="240"/>
                      <a:pt x="374" y="240"/>
                      <a:pt x="354" y="240"/>
                    </a:cubicBezTo>
                    <a:cubicBezTo>
                      <a:pt x="354" y="220"/>
                      <a:pt x="354" y="201"/>
                      <a:pt x="354" y="181"/>
                    </a:cubicBezTo>
                    <a:cubicBezTo>
                      <a:pt x="335" y="181"/>
                      <a:pt x="315" y="181"/>
                      <a:pt x="295" y="181"/>
                    </a:cubicBezTo>
                    <a:cubicBezTo>
                      <a:pt x="295" y="161"/>
                      <a:pt x="295" y="142"/>
                      <a:pt x="295" y="122"/>
                    </a:cubicBezTo>
                    <a:cubicBezTo>
                      <a:pt x="276" y="122"/>
                      <a:pt x="256" y="122"/>
                      <a:pt x="236" y="122"/>
                    </a:cubicBezTo>
                    <a:cubicBezTo>
                      <a:pt x="236" y="102"/>
                      <a:pt x="236" y="83"/>
                      <a:pt x="236" y="63"/>
                    </a:cubicBezTo>
                    <a:cubicBezTo>
                      <a:pt x="158" y="72"/>
                      <a:pt x="80" y="82"/>
                      <a:pt x="0" y="92"/>
                    </a:cubicBezTo>
                    <a:cubicBezTo>
                      <a:pt x="0" y="73"/>
                      <a:pt x="0" y="53"/>
                      <a:pt x="0" y="33"/>
                    </a:cubicBezTo>
                    <a:cubicBezTo>
                      <a:pt x="77" y="2"/>
                      <a:pt x="144" y="0"/>
                      <a:pt x="227" y="2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27" name="ICON_C_WINDOWS_HEADER_path_056"/>
              <p:cNvSpPr/>
              <p:nvPr/>
            </p:nvSpPr>
            <p:spPr>
              <a:xfrm>
                <a:off x="5721689" y="7170421"/>
                <a:ext cx="2997" cy="7493"/>
              </a:xfrm>
              <a:custGeom>
                <a:avLst/>
                <a:gdLst/>
                <a:ahLst/>
                <a:cxnLst/>
                <a:rect l="0" t="0" r="r" b="b"/>
                <a:pathLst>
                  <a:path w="236" h="590" fill="norm" stroke="0">
                    <a:moveTo>
                      <a:pt x="59" y="0"/>
                    </a:moveTo>
                    <a:cubicBezTo>
                      <a:pt x="98" y="0"/>
                      <a:pt x="137" y="0"/>
                      <a:pt x="177" y="0"/>
                    </a:cubicBezTo>
                    <a:cubicBezTo>
                      <a:pt x="177" y="19"/>
                      <a:pt x="177" y="39"/>
                      <a:pt x="177" y="59"/>
                    </a:cubicBezTo>
                    <a:cubicBezTo>
                      <a:pt x="196" y="59"/>
                      <a:pt x="216" y="59"/>
                      <a:pt x="236" y="59"/>
                    </a:cubicBezTo>
                    <a:cubicBezTo>
                      <a:pt x="236" y="234"/>
                      <a:pt x="236" y="409"/>
                      <a:pt x="236" y="590"/>
                    </a:cubicBezTo>
                    <a:cubicBezTo>
                      <a:pt x="178" y="590"/>
                      <a:pt x="119" y="590"/>
                      <a:pt x="59" y="590"/>
                    </a:cubicBezTo>
                    <a:cubicBezTo>
                      <a:pt x="59" y="571"/>
                      <a:pt x="59" y="551"/>
                      <a:pt x="59" y="531"/>
                    </a:cubicBezTo>
                    <a:cubicBezTo>
                      <a:pt x="40" y="531"/>
                      <a:pt x="20" y="531"/>
                      <a:pt x="0" y="531"/>
                    </a:cubicBezTo>
                    <a:cubicBezTo>
                      <a:pt x="0" y="375"/>
                      <a:pt x="0" y="219"/>
                      <a:pt x="0" y="59"/>
                    </a:cubicBezTo>
                    <a:cubicBezTo>
                      <a:pt x="19" y="59"/>
                      <a:pt x="39" y="59"/>
                      <a:pt x="59" y="59"/>
                    </a:cubicBezTo>
                    <a:cubicBezTo>
                      <a:pt x="59" y="40"/>
                      <a:pt x="59" y="20"/>
                      <a:pt x="5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28" name="ICON_C_WINDOWS_HEADER_path_057"/>
              <p:cNvSpPr/>
              <p:nvPr/>
            </p:nvSpPr>
            <p:spPr>
              <a:xfrm>
                <a:off x="5721689" y="7192152"/>
                <a:ext cx="3126" cy="7573"/>
              </a:xfrm>
              <a:custGeom>
                <a:avLst/>
                <a:gdLst/>
                <a:ahLst/>
                <a:cxnLst/>
                <a:rect l="0" t="0" r="r" b="b"/>
                <a:pathLst>
                  <a:path w="246" h="596" fill="norm" stroke="0">
                    <a:moveTo>
                      <a:pt x="59" y="0"/>
                    </a:moveTo>
                    <a:cubicBezTo>
                      <a:pt x="98" y="0"/>
                      <a:pt x="137" y="0"/>
                      <a:pt x="177" y="0"/>
                    </a:cubicBezTo>
                    <a:cubicBezTo>
                      <a:pt x="177" y="19"/>
                      <a:pt x="177" y="39"/>
                      <a:pt x="177" y="59"/>
                    </a:cubicBezTo>
                    <a:cubicBezTo>
                      <a:pt x="196" y="59"/>
                      <a:pt x="216" y="59"/>
                      <a:pt x="236" y="59"/>
                    </a:cubicBezTo>
                    <a:cubicBezTo>
                      <a:pt x="238" y="125"/>
                      <a:pt x="240" y="191"/>
                      <a:pt x="241" y="257"/>
                    </a:cubicBezTo>
                    <a:cubicBezTo>
                      <a:pt x="241" y="280"/>
                      <a:pt x="242" y="302"/>
                      <a:pt x="243" y="325"/>
                    </a:cubicBezTo>
                    <a:cubicBezTo>
                      <a:pt x="244" y="357"/>
                      <a:pt x="244" y="390"/>
                      <a:pt x="245" y="422"/>
                    </a:cubicBezTo>
                    <a:cubicBezTo>
                      <a:pt x="245" y="432"/>
                      <a:pt x="246" y="442"/>
                      <a:pt x="246" y="452"/>
                    </a:cubicBezTo>
                    <a:cubicBezTo>
                      <a:pt x="246" y="520"/>
                      <a:pt x="246" y="520"/>
                      <a:pt x="217" y="551"/>
                    </a:cubicBezTo>
                    <a:cubicBezTo>
                      <a:pt x="163" y="589"/>
                      <a:pt x="125" y="596"/>
                      <a:pt x="59" y="590"/>
                    </a:cubicBezTo>
                    <a:cubicBezTo>
                      <a:pt x="59" y="571"/>
                      <a:pt x="59" y="551"/>
                      <a:pt x="59" y="531"/>
                    </a:cubicBezTo>
                    <a:cubicBezTo>
                      <a:pt x="40" y="531"/>
                      <a:pt x="20" y="531"/>
                      <a:pt x="0" y="531"/>
                    </a:cubicBezTo>
                    <a:cubicBezTo>
                      <a:pt x="0" y="375"/>
                      <a:pt x="0" y="219"/>
                      <a:pt x="0" y="59"/>
                    </a:cubicBezTo>
                    <a:cubicBezTo>
                      <a:pt x="19" y="59"/>
                      <a:pt x="39" y="59"/>
                      <a:pt x="59" y="59"/>
                    </a:cubicBezTo>
                    <a:cubicBezTo>
                      <a:pt x="59" y="40"/>
                      <a:pt x="59" y="20"/>
                      <a:pt x="59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375" cap="flat">
                <a:noFill/>
              </a:ln>
            </p:spPr>
          </p:sp>
          <p:sp>
            <p:nvSpPr>
              <p:cNvPr id="1929" name="ICON_C_WINDOWS_HEADER_path_058"/>
              <p:cNvSpPr/>
              <p:nvPr/>
            </p:nvSpPr>
            <p:spPr>
              <a:xfrm>
                <a:off x="5763652" y="7163677"/>
                <a:ext cx="4871" cy="9741"/>
              </a:xfrm>
              <a:custGeom>
                <a:avLst/>
                <a:gdLst/>
                <a:ahLst/>
                <a:cxnLst/>
                <a:rect l="0" t="0" r="r" b="b"/>
                <a:pathLst>
                  <a:path w="384" h="767" fill="norm" stroke="0">
                    <a:moveTo>
                      <a:pt x="236" y="0"/>
                    </a:moveTo>
                    <a:cubicBezTo>
                      <a:pt x="285" y="10"/>
                      <a:pt x="333" y="19"/>
                      <a:pt x="384" y="30"/>
                    </a:cubicBezTo>
                    <a:cubicBezTo>
                      <a:pt x="349" y="223"/>
                      <a:pt x="303" y="406"/>
                      <a:pt x="236" y="590"/>
                    </a:cubicBezTo>
                    <a:cubicBezTo>
                      <a:pt x="217" y="590"/>
                      <a:pt x="197" y="590"/>
                      <a:pt x="177" y="590"/>
                    </a:cubicBezTo>
                    <a:cubicBezTo>
                      <a:pt x="177" y="629"/>
                      <a:pt x="177" y="668"/>
                      <a:pt x="177" y="708"/>
                    </a:cubicBezTo>
                    <a:cubicBezTo>
                      <a:pt x="158" y="708"/>
                      <a:pt x="138" y="708"/>
                      <a:pt x="118" y="708"/>
                    </a:cubicBezTo>
                    <a:cubicBezTo>
                      <a:pt x="118" y="728"/>
                      <a:pt x="118" y="747"/>
                      <a:pt x="118" y="767"/>
                    </a:cubicBezTo>
                    <a:cubicBezTo>
                      <a:pt x="79" y="767"/>
                      <a:pt x="40" y="767"/>
                      <a:pt x="0" y="767"/>
                    </a:cubicBezTo>
                    <a:cubicBezTo>
                      <a:pt x="0" y="728"/>
                      <a:pt x="0" y="689"/>
                      <a:pt x="0" y="649"/>
                    </a:cubicBezTo>
                    <a:cubicBezTo>
                      <a:pt x="39" y="649"/>
                      <a:pt x="78" y="649"/>
                      <a:pt x="118" y="649"/>
                    </a:cubicBezTo>
                    <a:cubicBezTo>
                      <a:pt x="118" y="493"/>
                      <a:pt x="118" y="337"/>
                      <a:pt x="118" y="177"/>
                    </a:cubicBezTo>
                    <a:cubicBezTo>
                      <a:pt x="137" y="177"/>
                      <a:pt x="157" y="177"/>
                      <a:pt x="177" y="177"/>
                    </a:cubicBezTo>
                    <a:cubicBezTo>
                      <a:pt x="177" y="158"/>
                      <a:pt x="177" y="138"/>
                      <a:pt x="177" y="118"/>
                    </a:cubicBezTo>
                    <a:cubicBezTo>
                      <a:pt x="196" y="118"/>
                      <a:pt x="216" y="118"/>
                      <a:pt x="236" y="118"/>
                    </a:cubicBezTo>
                    <a:cubicBezTo>
                      <a:pt x="236" y="79"/>
                      <a:pt x="236" y="40"/>
                      <a:pt x="2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75" cap="flat">
                <a:noFill/>
              </a:ln>
            </p:spPr>
          </p:sp>
          <p:sp>
            <p:nvSpPr>
              <p:cNvPr id="1930" name="ICON_C_WINDOWS_HEADER_path_059"/>
              <p:cNvSpPr/>
              <p:nvPr/>
            </p:nvSpPr>
            <p:spPr>
              <a:xfrm>
                <a:off x="5619028" y="7176416"/>
                <a:ext cx="10491" cy="7114"/>
              </a:xfrm>
              <a:custGeom>
                <a:avLst/>
                <a:gdLst/>
                <a:ahLst/>
                <a:cxnLst/>
                <a:rect l="0" t="0" r="r" b="b"/>
                <a:pathLst>
                  <a:path w="826" h="560" fill="norm" stroke="0">
                    <a:moveTo>
                      <a:pt x="148" y="0"/>
                    </a:moveTo>
                    <a:cubicBezTo>
                      <a:pt x="177" y="0"/>
                      <a:pt x="206" y="0"/>
                      <a:pt x="236" y="0"/>
                    </a:cubicBezTo>
                    <a:cubicBezTo>
                      <a:pt x="236" y="58"/>
                      <a:pt x="236" y="117"/>
                      <a:pt x="236" y="177"/>
                    </a:cubicBezTo>
                    <a:cubicBezTo>
                      <a:pt x="255" y="177"/>
                      <a:pt x="275" y="177"/>
                      <a:pt x="295" y="177"/>
                    </a:cubicBezTo>
                    <a:cubicBezTo>
                      <a:pt x="295" y="216"/>
                      <a:pt x="295" y="255"/>
                      <a:pt x="295" y="295"/>
                    </a:cubicBezTo>
                    <a:cubicBezTo>
                      <a:pt x="314" y="295"/>
                      <a:pt x="334" y="295"/>
                      <a:pt x="354" y="295"/>
                    </a:cubicBezTo>
                    <a:cubicBezTo>
                      <a:pt x="354" y="334"/>
                      <a:pt x="354" y="373"/>
                      <a:pt x="354" y="413"/>
                    </a:cubicBezTo>
                    <a:cubicBezTo>
                      <a:pt x="393" y="413"/>
                      <a:pt x="432" y="413"/>
                      <a:pt x="472" y="413"/>
                    </a:cubicBezTo>
                    <a:cubicBezTo>
                      <a:pt x="472" y="432"/>
                      <a:pt x="472" y="452"/>
                      <a:pt x="472" y="472"/>
                    </a:cubicBezTo>
                    <a:cubicBezTo>
                      <a:pt x="550" y="453"/>
                      <a:pt x="628" y="433"/>
                      <a:pt x="708" y="413"/>
                    </a:cubicBezTo>
                    <a:cubicBezTo>
                      <a:pt x="708" y="394"/>
                      <a:pt x="708" y="374"/>
                      <a:pt x="708" y="354"/>
                    </a:cubicBezTo>
                    <a:cubicBezTo>
                      <a:pt x="728" y="354"/>
                      <a:pt x="747" y="354"/>
                      <a:pt x="767" y="354"/>
                    </a:cubicBezTo>
                    <a:cubicBezTo>
                      <a:pt x="777" y="325"/>
                      <a:pt x="787" y="296"/>
                      <a:pt x="797" y="266"/>
                    </a:cubicBezTo>
                    <a:cubicBezTo>
                      <a:pt x="806" y="266"/>
                      <a:pt x="816" y="266"/>
                      <a:pt x="826" y="266"/>
                    </a:cubicBezTo>
                    <a:cubicBezTo>
                      <a:pt x="826" y="314"/>
                      <a:pt x="826" y="363"/>
                      <a:pt x="826" y="413"/>
                    </a:cubicBezTo>
                    <a:cubicBezTo>
                      <a:pt x="807" y="413"/>
                      <a:pt x="787" y="413"/>
                      <a:pt x="767" y="413"/>
                    </a:cubicBezTo>
                    <a:cubicBezTo>
                      <a:pt x="767" y="432"/>
                      <a:pt x="767" y="452"/>
                      <a:pt x="767" y="472"/>
                    </a:cubicBezTo>
                    <a:cubicBezTo>
                      <a:pt x="494" y="560"/>
                      <a:pt x="494" y="560"/>
                      <a:pt x="413" y="531"/>
                    </a:cubicBezTo>
                    <a:cubicBezTo>
                      <a:pt x="386" y="501"/>
                      <a:pt x="364" y="472"/>
                      <a:pt x="342" y="438"/>
                    </a:cubicBezTo>
                    <a:cubicBezTo>
                      <a:pt x="308" y="391"/>
                      <a:pt x="281" y="373"/>
                      <a:pt x="224" y="363"/>
                    </a:cubicBezTo>
                    <a:cubicBezTo>
                      <a:pt x="188" y="358"/>
                      <a:pt x="154" y="355"/>
                      <a:pt x="118" y="354"/>
                    </a:cubicBezTo>
                    <a:cubicBezTo>
                      <a:pt x="118" y="335"/>
                      <a:pt x="118" y="315"/>
                      <a:pt x="118" y="295"/>
                    </a:cubicBezTo>
                    <a:cubicBezTo>
                      <a:pt x="79" y="295"/>
                      <a:pt x="40" y="295"/>
                      <a:pt x="0" y="295"/>
                    </a:cubicBezTo>
                    <a:cubicBezTo>
                      <a:pt x="0" y="256"/>
                      <a:pt x="0" y="217"/>
                      <a:pt x="0" y="177"/>
                    </a:cubicBezTo>
                    <a:cubicBezTo>
                      <a:pt x="19" y="177"/>
                      <a:pt x="39" y="177"/>
                      <a:pt x="59" y="177"/>
                    </a:cubicBezTo>
                    <a:cubicBezTo>
                      <a:pt x="59" y="158"/>
                      <a:pt x="59" y="138"/>
                      <a:pt x="59" y="118"/>
                    </a:cubicBezTo>
                    <a:cubicBezTo>
                      <a:pt x="78" y="118"/>
                      <a:pt x="98" y="118"/>
                      <a:pt x="118" y="118"/>
                    </a:cubicBezTo>
                    <a:cubicBezTo>
                      <a:pt x="128" y="79"/>
                      <a:pt x="137" y="40"/>
                      <a:pt x="14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31" name="ICON_C_WINDOWS_HEADER_path_060"/>
              <p:cNvSpPr/>
              <p:nvPr/>
            </p:nvSpPr>
            <p:spPr>
              <a:xfrm>
                <a:off x="5789130" y="7140447"/>
                <a:ext cx="1499" cy="11240"/>
              </a:xfrm>
              <a:custGeom>
                <a:avLst/>
                <a:gdLst/>
                <a:ahLst/>
                <a:cxnLst/>
                <a:rect l="0" t="0" r="r" b="b"/>
                <a:pathLst>
                  <a:path w="118" h="885" fill="norm" stroke="0">
                    <a:moveTo>
                      <a:pt x="0" y="0"/>
                    </a:moveTo>
                    <a:cubicBezTo>
                      <a:pt x="39" y="0"/>
                      <a:pt x="78" y="0"/>
                      <a:pt x="118" y="0"/>
                    </a:cubicBezTo>
                    <a:cubicBezTo>
                      <a:pt x="118" y="292"/>
                      <a:pt x="118" y="584"/>
                      <a:pt x="118" y="885"/>
                    </a:cubicBezTo>
                    <a:cubicBezTo>
                      <a:pt x="79" y="885"/>
                      <a:pt x="40" y="885"/>
                      <a:pt x="0" y="885"/>
                    </a:cubicBezTo>
                    <a:cubicBezTo>
                      <a:pt x="0" y="593"/>
                      <a:pt x="0" y="30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75" cap="flat">
                <a:noFill/>
              </a:ln>
            </p:spPr>
          </p:sp>
          <p:sp>
            <p:nvSpPr>
              <p:cNvPr id="1932" name="ICON_C_WINDOWS_HEADER_path_061"/>
              <p:cNvSpPr/>
              <p:nvPr/>
            </p:nvSpPr>
            <p:spPr>
              <a:xfrm>
                <a:off x="5743420" y="7152437"/>
                <a:ext cx="2997" cy="11990"/>
              </a:xfrm>
              <a:custGeom>
                <a:avLst/>
                <a:gdLst/>
                <a:ahLst/>
                <a:cxnLst/>
                <a:rect l="0" t="0" r="r" b="b"/>
                <a:pathLst>
                  <a:path w="236" h="944" fill="norm" stroke="0">
                    <a:moveTo>
                      <a:pt x="0" y="0"/>
                    </a:moveTo>
                    <a:cubicBezTo>
                      <a:pt x="39" y="0"/>
                      <a:pt x="78" y="0"/>
                      <a:pt x="118" y="0"/>
                    </a:cubicBezTo>
                    <a:cubicBezTo>
                      <a:pt x="118" y="19"/>
                      <a:pt x="118" y="39"/>
                      <a:pt x="118" y="59"/>
                    </a:cubicBezTo>
                    <a:cubicBezTo>
                      <a:pt x="157" y="49"/>
                      <a:pt x="196" y="40"/>
                      <a:pt x="236" y="30"/>
                    </a:cubicBezTo>
                    <a:cubicBezTo>
                      <a:pt x="236" y="137"/>
                      <a:pt x="236" y="244"/>
                      <a:pt x="236" y="354"/>
                    </a:cubicBezTo>
                    <a:cubicBezTo>
                      <a:pt x="217" y="354"/>
                      <a:pt x="197" y="354"/>
                      <a:pt x="177" y="354"/>
                    </a:cubicBezTo>
                    <a:cubicBezTo>
                      <a:pt x="177" y="363"/>
                      <a:pt x="177" y="372"/>
                      <a:pt x="177" y="381"/>
                    </a:cubicBezTo>
                    <a:cubicBezTo>
                      <a:pt x="178" y="420"/>
                      <a:pt x="178" y="460"/>
                      <a:pt x="179" y="500"/>
                    </a:cubicBezTo>
                    <a:cubicBezTo>
                      <a:pt x="179" y="514"/>
                      <a:pt x="179" y="527"/>
                      <a:pt x="180" y="542"/>
                    </a:cubicBezTo>
                    <a:cubicBezTo>
                      <a:pt x="180" y="555"/>
                      <a:pt x="180" y="568"/>
                      <a:pt x="180" y="582"/>
                    </a:cubicBezTo>
                    <a:cubicBezTo>
                      <a:pt x="180" y="594"/>
                      <a:pt x="180" y="606"/>
                      <a:pt x="180" y="619"/>
                    </a:cubicBezTo>
                    <a:cubicBezTo>
                      <a:pt x="177" y="649"/>
                      <a:pt x="177" y="649"/>
                      <a:pt x="148" y="679"/>
                    </a:cubicBezTo>
                    <a:cubicBezTo>
                      <a:pt x="141" y="706"/>
                      <a:pt x="141" y="706"/>
                      <a:pt x="138" y="739"/>
                    </a:cubicBezTo>
                    <a:cubicBezTo>
                      <a:pt x="137" y="751"/>
                      <a:pt x="136" y="763"/>
                      <a:pt x="134" y="776"/>
                    </a:cubicBezTo>
                    <a:cubicBezTo>
                      <a:pt x="134" y="782"/>
                      <a:pt x="134" y="782"/>
                      <a:pt x="131" y="813"/>
                    </a:cubicBezTo>
                    <a:cubicBezTo>
                      <a:pt x="130" y="826"/>
                      <a:pt x="128" y="838"/>
                      <a:pt x="127" y="851"/>
                    </a:cubicBezTo>
                    <a:cubicBezTo>
                      <a:pt x="124" y="882"/>
                      <a:pt x="121" y="913"/>
                      <a:pt x="118" y="944"/>
                    </a:cubicBezTo>
                    <a:cubicBezTo>
                      <a:pt x="99" y="934"/>
                      <a:pt x="79" y="925"/>
                      <a:pt x="59" y="915"/>
                    </a:cubicBezTo>
                    <a:cubicBezTo>
                      <a:pt x="63" y="872"/>
                      <a:pt x="67" y="830"/>
                      <a:pt x="72" y="787"/>
                    </a:cubicBezTo>
                    <a:cubicBezTo>
                      <a:pt x="72" y="781"/>
                      <a:pt x="72" y="781"/>
                      <a:pt x="75" y="751"/>
                    </a:cubicBezTo>
                    <a:cubicBezTo>
                      <a:pt x="86" y="651"/>
                      <a:pt x="86" y="651"/>
                      <a:pt x="104" y="603"/>
                    </a:cubicBezTo>
                    <a:cubicBezTo>
                      <a:pt x="123" y="553"/>
                      <a:pt x="121" y="505"/>
                      <a:pt x="120" y="452"/>
                    </a:cubicBezTo>
                    <a:cubicBezTo>
                      <a:pt x="120" y="442"/>
                      <a:pt x="120" y="433"/>
                      <a:pt x="119" y="423"/>
                    </a:cubicBezTo>
                    <a:cubicBezTo>
                      <a:pt x="119" y="400"/>
                      <a:pt x="119" y="377"/>
                      <a:pt x="118" y="354"/>
                    </a:cubicBezTo>
                    <a:cubicBezTo>
                      <a:pt x="99" y="354"/>
                      <a:pt x="79" y="354"/>
                      <a:pt x="59" y="354"/>
                    </a:cubicBezTo>
                    <a:cubicBezTo>
                      <a:pt x="59" y="315"/>
                      <a:pt x="59" y="276"/>
                      <a:pt x="59" y="236"/>
                    </a:cubicBezTo>
                    <a:cubicBezTo>
                      <a:pt x="40" y="236"/>
                      <a:pt x="20" y="236"/>
                      <a:pt x="0" y="236"/>
                    </a:cubicBezTo>
                    <a:cubicBezTo>
                      <a:pt x="0" y="158"/>
                      <a:pt x="0" y="8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33" name="ICON_C_WINDOWS_HEADER_path_062"/>
              <p:cNvSpPr/>
              <p:nvPr/>
            </p:nvSpPr>
            <p:spPr>
              <a:xfrm>
                <a:off x="5723937" y="7148690"/>
                <a:ext cx="3747" cy="6744"/>
              </a:xfrm>
              <a:custGeom>
                <a:avLst/>
                <a:gdLst/>
                <a:ahLst/>
                <a:cxnLst/>
                <a:rect l="0" t="0" r="r" b="b"/>
                <a:pathLst>
                  <a:path w="295" h="531" fill="norm" stroke="0">
                    <a:moveTo>
                      <a:pt x="0" y="0"/>
                    </a:moveTo>
                    <a:cubicBezTo>
                      <a:pt x="39" y="0"/>
                      <a:pt x="78" y="0"/>
                      <a:pt x="118" y="0"/>
                    </a:cubicBezTo>
                    <a:cubicBezTo>
                      <a:pt x="118" y="19"/>
                      <a:pt x="118" y="39"/>
                      <a:pt x="118" y="59"/>
                    </a:cubicBezTo>
                    <a:cubicBezTo>
                      <a:pt x="157" y="59"/>
                      <a:pt x="196" y="59"/>
                      <a:pt x="236" y="59"/>
                    </a:cubicBezTo>
                    <a:cubicBezTo>
                      <a:pt x="236" y="98"/>
                      <a:pt x="236" y="137"/>
                      <a:pt x="236" y="177"/>
                    </a:cubicBezTo>
                    <a:cubicBezTo>
                      <a:pt x="255" y="177"/>
                      <a:pt x="275" y="177"/>
                      <a:pt x="295" y="177"/>
                    </a:cubicBezTo>
                    <a:cubicBezTo>
                      <a:pt x="295" y="294"/>
                      <a:pt x="295" y="411"/>
                      <a:pt x="295" y="531"/>
                    </a:cubicBezTo>
                    <a:cubicBezTo>
                      <a:pt x="237" y="531"/>
                      <a:pt x="178" y="531"/>
                      <a:pt x="118" y="531"/>
                    </a:cubicBezTo>
                    <a:cubicBezTo>
                      <a:pt x="118" y="492"/>
                      <a:pt x="118" y="453"/>
                      <a:pt x="118" y="413"/>
                    </a:cubicBezTo>
                    <a:cubicBezTo>
                      <a:pt x="99" y="413"/>
                      <a:pt x="79" y="413"/>
                      <a:pt x="59" y="413"/>
                    </a:cubicBezTo>
                    <a:cubicBezTo>
                      <a:pt x="59" y="374"/>
                      <a:pt x="59" y="335"/>
                      <a:pt x="59" y="295"/>
                    </a:cubicBezTo>
                    <a:cubicBezTo>
                      <a:pt x="78" y="295"/>
                      <a:pt x="98" y="295"/>
                      <a:pt x="118" y="295"/>
                    </a:cubicBezTo>
                    <a:cubicBezTo>
                      <a:pt x="118" y="237"/>
                      <a:pt x="118" y="178"/>
                      <a:pt x="118" y="118"/>
                    </a:cubicBezTo>
                    <a:cubicBezTo>
                      <a:pt x="99" y="118"/>
                      <a:pt x="79" y="118"/>
                      <a:pt x="59" y="118"/>
                    </a:cubicBezTo>
                    <a:cubicBezTo>
                      <a:pt x="59" y="99"/>
                      <a:pt x="59" y="79"/>
                      <a:pt x="59" y="59"/>
                    </a:cubicBezTo>
                    <a:cubicBezTo>
                      <a:pt x="40" y="59"/>
                      <a:pt x="20" y="59"/>
                      <a:pt x="0" y="59"/>
                    </a:cubicBezTo>
                    <a:cubicBezTo>
                      <a:pt x="0" y="40"/>
                      <a:pt x="0" y="20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34" name="ICON_C_WINDOWS_HEADER_path_063"/>
              <p:cNvSpPr/>
              <p:nvPr/>
            </p:nvSpPr>
            <p:spPr>
              <a:xfrm>
                <a:off x="5778566" y="7167013"/>
                <a:ext cx="6817" cy="5656"/>
              </a:xfrm>
              <a:custGeom>
                <a:avLst/>
                <a:gdLst/>
                <a:ahLst/>
                <a:cxnLst/>
                <a:rect l="0" t="0" r="r" b="b"/>
                <a:pathLst>
                  <a:path w="537" h="445" fill="norm" stroke="0">
                    <a:moveTo>
                      <a:pt x="98" y="12"/>
                    </a:moveTo>
                    <a:cubicBezTo>
                      <a:pt x="102" y="15"/>
                      <a:pt x="102" y="15"/>
                      <a:pt x="124" y="32"/>
                    </a:cubicBezTo>
                    <a:cubicBezTo>
                      <a:pt x="127" y="64"/>
                      <a:pt x="127" y="64"/>
                      <a:pt x="124" y="91"/>
                    </a:cubicBezTo>
                    <a:cubicBezTo>
                      <a:pt x="143" y="91"/>
                      <a:pt x="163" y="91"/>
                      <a:pt x="183" y="91"/>
                    </a:cubicBezTo>
                    <a:cubicBezTo>
                      <a:pt x="183" y="111"/>
                      <a:pt x="183" y="130"/>
                      <a:pt x="183" y="150"/>
                    </a:cubicBezTo>
                    <a:cubicBezTo>
                      <a:pt x="222" y="150"/>
                      <a:pt x="261" y="150"/>
                      <a:pt x="301" y="150"/>
                    </a:cubicBezTo>
                    <a:cubicBezTo>
                      <a:pt x="301" y="170"/>
                      <a:pt x="301" y="189"/>
                      <a:pt x="301" y="209"/>
                    </a:cubicBezTo>
                    <a:cubicBezTo>
                      <a:pt x="313" y="208"/>
                      <a:pt x="325" y="207"/>
                      <a:pt x="337" y="206"/>
                    </a:cubicBezTo>
                    <a:cubicBezTo>
                      <a:pt x="464" y="199"/>
                      <a:pt x="464" y="199"/>
                      <a:pt x="503" y="229"/>
                    </a:cubicBezTo>
                    <a:cubicBezTo>
                      <a:pt x="517" y="252"/>
                      <a:pt x="528" y="273"/>
                      <a:pt x="537" y="298"/>
                    </a:cubicBezTo>
                    <a:cubicBezTo>
                      <a:pt x="508" y="288"/>
                      <a:pt x="478" y="278"/>
                      <a:pt x="448" y="268"/>
                    </a:cubicBezTo>
                    <a:cubicBezTo>
                      <a:pt x="445" y="278"/>
                      <a:pt x="441" y="288"/>
                      <a:pt x="437" y="298"/>
                    </a:cubicBezTo>
                    <a:cubicBezTo>
                      <a:pt x="431" y="308"/>
                      <a:pt x="425" y="317"/>
                      <a:pt x="419" y="327"/>
                    </a:cubicBezTo>
                    <a:cubicBezTo>
                      <a:pt x="387" y="331"/>
                      <a:pt x="387" y="331"/>
                      <a:pt x="360" y="327"/>
                    </a:cubicBezTo>
                    <a:cubicBezTo>
                      <a:pt x="360" y="347"/>
                      <a:pt x="360" y="366"/>
                      <a:pt x="360" y="386"/>
                    </a:cubicBezTo>
                    <a:cubicBezTo>
                      <a:pt x="321" y="386"/>
                      <a:pt x="282" y="386"/>
                      <a:pt x="242" y="386"/>
                    </a:cubicBezTo>
                    <a:cubicBezTo>
                      <a:pt x="242" y="406"/>
                      <a:pt x="242" y="425"/>
                      <a:pt x="242" y="445"/>
                    </a:cubicBezTo>
                    <a:cubicBezTo>
                      <a:pt x="222" y="445"/>
                      <a:pt x="203" y="445"/>
                      <a:pt x="183" y="445"/>
                    </a:cubicBezTo>
                    <a:cubicBezTo>
                      <a:pt x="183" y="426"/>
                      <a:pt x="183" y="406"/>
                      <a:pt x="183" y="386"/>
                    </a:cubicBezTo>
                    <a:cubicBezTo>
                      <a:pt x="163" y="386"/>
                      <a:pt x="144" y="386"/>
                      <a:pt x="124" y="386"/>
                    </a:cubicBezTo>
                    <a:cubicBezTo>
                      <a:pt x="124" y="328"/>
                      <a:pt x="124" y="270"/>
                      <a:pt x="124" y="209"/>
                    </a:cubicBezTo>
                    <a:cubicBezTo>
                      <a:pt x="85" y="209"/>
                      <a:pt x="46" y="209"/>
                      <a:pt x="6" y="209"/>
                    </a:cubicBezTo>
                    <a:cubicBezTo>
                      <a:pt x="4" y="180"/>
                      <a:pt x="3" y="152"/>
                      <a:pt x="2" y="123"/>
                    </a:cubicBezTo>
                    <a:cubicBezTo>
                      <a:pt x="2" y="114"/>
                      <a:pt x="1" y="106"/>
                      <a:pt x="1" y="98"/>
                    </a:cubicBezTo>
                    <a:cubicBezTo>
                      <a:pt x="0" y="74"/>
                      <a:pt x="0" y="74"/>
                      <a:pt x="6" y="32"/>
                    </a:cubicBezTo>
                    <a:cubicBezTo>
                      <a:pt x="41" y="5"/>
                      <a:pt x="55" y="0"/>
                      <a:pt x="98" y="12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35" name="ICON_C_WINDOWS_HEADER_path_064"/>
              <p:cNvSpPr/>
              <p:nvPr/>
            </p:nvSpPr>
            <p:spPr>
              <a:xfrm>
                <a:off x="5636263" y="7106727"/>
                <a:ext cx="5995" cy="2997"/>
              </a:xfrm>
              <a:custGeom>
                <a:avLst/>
                <a:gdLst/>
                <a:ahLst/>
                <a:cxnLst/>
                <a:rect l="0" t="0" r="r" b="b"/>
                <a:pathLst>
                  <a:path w="472" h="236" fill="norm" stroke="0">
                    <a:moveTo>
                      <a:pt x="236" y="0"/>
                    </a:moveTo>
                    <a:cubicBezTo>
                      <a:pt x="294" y="0"/>
                      <a:pt x="353" y="0"/>
                      <a:pt x="413" y="0"/>
                    </a:cubicBezTo>
                    <a:cubicBezTo>
                      <a:pt x="413" y="19"/>
                      <a:pt x="413" y="39"/>
                      <a:pt x="413" y="59"/>
                    </a:cubicBezTo>
                    <a:cubicBezTo>
                      <a:pt x="432" y="59"/>
                      <a:pt x="452" y="59"/>
                      <a:pt x="472" y="59"/>
                    </a:cubicBezTo>
                    <a:cubicBezTo>
                      <a:pt x="472" y="98"/>
                      <a:pt x="472" y="137"/>
                      <a:pt x="472" y="177"/>
                    </a:cubicBezTo>
                    <a:cubicBezTo>
                      <a:pt x="453" y="177"/>
                      <a:pt x="433" y="177"/>
                      <a:pt x="413" y="177"/>
                    </a:cubicBezTo>
                    <a:cubicBezTo>
                      <a:pt x="413" y="196"/>
                      <a:pt x="413" y="216"/>
                      <a:pt x="413" y="236"/>
                    </a:cubicBezTo>
                    <a:cubicBezTo>
                      <a:pt x="277" y="236"/>
                      <a:pt x="140" y="236"/>
                      <a:pt x="0" y="236"/>
                    </a:cubicBezTo>
                    <a:cubicBezTo>
                      <a:pt x="0" y="178"/>
                      <a:pt x="0" y="119"/>
                      <a:pt x="0" y="59"/>
                    </a:cubicBezTo>
                    <a:cubicBezTo>
                      <a:pt x="78" y="59"/>
                      <a:pt x="156" y="59"/>
                      <a:pt x="236" y="59"/>
                    </a:cubicBezTo>
                    <a:cubicBezTo>
                      <a:pt x="236" y="40"/>
                      <a:pt x="236" y="20"/>
                      <a:pt x="236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375" cap="flat">
                <a:noFill/>
              </a:ln>
            </p:spPr>
          </p:sp>
          <p:sp>
            <p:nvSpPr>
              <p:cNvPr id="1936" name="ICON_C_WINDOWS_HEADER_path_065"/>
              <p:cNvSpPr/>
              <p:nvPr/>
            </p:nvSpPr>
            <p:spPr>
              <a:xfrm>
                <a:off x="5614158" y="7146442"/>
                <a:ext cx="2623" cy="5995"/>
              </a:xfrm>
              <a:custGeom>
                <a:avLst/>
                <a:gdLst/>
                <a:ahLst/>
                <a:cxnLst/>
                <a:rect l="0" t="0" r="r" b="b"/>
                <a:pathLst>
                  <a:path w="207" h="472" fill="norm" stroke="0">
                    <a:moveTo>
                      <a:pt x="30" y="0"/>
                    </a:moveTo>
                    <a:cubicBezTo>
                      <a:pt x="88" y="0"/>
                      <a:pt x="146" y="0"/>
                      <a:pt x="207" y="0"/>
                    </a:cubicBezTo>
                    <a:cubicBezTo>
                      <a:pt x="207" y="136"/>
                      <a:pt x="207" y="273"/>
                      <a:pt x="207" y="413"/>
                    </a:cubicBezTo>
                    <a:cubicBezTo>
                      <a:pt x="187" y="413"/>
                      <a:pt x="168" y="413"/>
                      <a:pt x="148" y="413"/>
                    </a:cubicBezTo>
                    <a:cubicBezTo>
                      <a:pt x="148" y="432"/>
                      <a:pt x="148" y="452"/>
                      <a:pt x="148" y="472"/>
                    </a:cubicBezTo>
                    <a:cubicBezTo>
                      <a:pt x="99" y="472"/>
                      <a:pt x="50" y="472"/>
                      <a:pt x="0" y="472"/>
                    </a:cubicBezTo>
                    <a:cubicBezTo>
                      <a:pt x="10" y="316"/>
                      <a:pt x="19" y="160"/>
                      <a:pt x="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75" cap="flat">
                <a:noFill/>
              </a:ln>
            </p:spPr>
          </p:sp>
          <p:sp>
            <p:nvSpPr>
              <p:cNvPr id="1937" name="ICON_C_WINDOWS_HEADER_path_066"/>
              <p:cNvSpPr/>
              <p:nvPr/>
            </p:nvSpPr>
            <p:spPr>
              <a:xfrm>
                <a:off x="5774892" y="7159930"/>
                <a:ext cx="4121" cy="6744"/>
              </a:xfrm>
              <a:custGeom>
                <a:avLst/>
                <a:gdLst/>
                <a:ahLst/>
                <a:cxnLst/>
                <a:rect l="0" t="0" r="r" b="b"/>
                <a:pathLst>
                  <a:path w="325" h="531" fill="norm" stroke="0">
                    <a:moveTo>
                      <a:pt x="89" y="0"/>
                    </a:moveTo>
                    <a:cubicBezTo>
                      <a:pt x="151" y="26"/>
                      <a:pt x="151" y="26"/>
                      <a:pt x="177" y="59"/>
                    </a:cubicBezTo>
                    <a:cubicBezTo>
                      <a:pt x="185" y="119"/>
                      <a:pt x="182" y="176"/>
                      <a:pt x="177" y="236"/>
                    </a:cubicBezTo>
                    <a:cubicBezTo>
                      <a:pt x="196" y="236"/>
                      <a:pt x="216" y="236"/>
                      <a:pt x="236" y="236"/>
                    </a:cubicBezTo>
                    <a:cubicBezTo>
                      <a:pt x="236" y="275"/>
                      <a:pt x="236" y="314"/>
                      <a:pt x="236" y="354"/>
                    </a:cubicBezTo>
                    <a:cubicBezTo>
                      <a:pt x="255" y="354"/>
                      <a:pt x="275" y="354"/>
                      <a:pt x="295" y="354"/>
                    </a:cubicBezTo>
                    <a:cubicBezTo>
                      <a:pt x="305" y="412"/>
                      <a:pt x="314" y="471"/>
                      <a:pt x="325" y="531"/>
                    </a:cubicBezTo>
                    <a:cubicBezTo>
                      <a:pt x="305" y="531"/>
                      <a:pt x="286" y="531"/>
                      <a:pt x="266" y="531"/>
                    </a:cubicBezTo>
                    <a:cubicBezTo>
                      <a:pt x="256" y="492"/>
                      <a:pt x="246" y="453"/>
                      <a:pt x="236" y="413"/>
                    </a:cubicBezTo>
                    <a:cubicBezTo>
                      <a:pt x="197" y="413"/>
                      <a:pt x="158" y="413"/>
                      <a:pt x="118" y="413"/>
                    </a:cubicBezTo>
                    <a:cubicBezTo>
                      <a:pt x="118" y="432"/>
                      <a:pt x="118" y="452"/>
                      <a:pt x="118" y="472"/>
                    </a:cubicBezTo>
                    <a:cubicBezTo>
                      <a:pt x="79" y="472"/>
                      <a:pt x="40" y="472"/>
                      <a:pt x="0" y="472"/>
                    </a:cubicBezTo>
                    <a:cubicBezTo>
                      <a:pt x="0" y="375"/>
                      <a:pt x="0" y="277"/>
                      <a:pt x="0" y="177"/>
                    </a:cubicBezTo>
                    <a:cubicBezTo>
                      <a:pt x="39" y="167"/>
                      <a:pt x="78" y="158"/>
                      <a:pt x="118" y="148"/>
                    </a:cubicBezTo>
                    <a:cubicBezTo>
                      <a:pt x="108" y="99"/>
                      <a:pt x="99" y="50"/>
                      <a:pt x="8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38" name="ICON_C_WINDOWS_HEADER_path_067"/>
              <p:cNvSpPr/>
              <p:nvPr/>
            </p:nvSpPr>
            <p:spPr>
              <a:xfrm>
                <a:off x="5789130" y="7190653"/>
                <a:ext cx="1499" cy="7493"/>
              </a:xfrm>
              <a:custGeom>
                <a:avLst/>
                <a:gdLst/>
                <a:ahLst/>
                <a:cxnLst/>
                <a:rect l="0" t="0" r="r" b="b"/>
                <a:pathLst>
                  <a:path w="118" h="590" fill="norm" stroke="0">
                    <a:moveTo>
                      <a:pt x="0" y="0"/>
                    </a:moveTo>
                    <a:cubicBezTo>
                      <a:pt x="39" y="0"/>
                      <a:pt x="78" y="0"/>
                      <a:pt x="118" y="0"/>
                    </a:cubicBezTo>
                    <a:cubicBezTo>
                      <a:pt x="118" y="195"/>
                      <a:pt x="118" y="389"/>
                      <a:pt x="118" y="590"/>
                    </a:cubicBezTo>
                    <a:cubicBezTo>
                      <a:pt x="79" y="590"/>
                      <a:pt x="40" y="590"/>
                      <a:pt x="0" y="590"/>
                    </a:cubicBezTo>
                    <a:cubicBezTo>
                      <a:pt x="0" y="395"/>
                      <a:pt x="0" y="20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375" cap="flat">
                <a:noFill/>
              </a:ln>
            </p:spPr>
          </p:sp>
          <p:sp>
            <p:nvSpPr>
              <p:cNvPr id="1939" name="ICON_C_WINDOWS_HEADER_path_068"/>
              <p:cNvSpPr/>
              <p:nvPr/>
            </p:nvSpPr>
            <p:spPr>
              <a:xfrm>
                <a:off x="5640010" y="7181661"/>
                <a:ext cx="2997" cy="6744"/>
              </a:xfrm>
              <a:custGeom>
                <a:avLst/>
                <a:gdLst/>
                <a:ahLst/>
                <a:cxnLst/>
                <a:rect l="0" t="0" r="r" b="b"/>
                <a:pathLst>
                  <a:path w="236" h="531" fill="norm" stroke="0">
                    <a:moveTo>
                      <a:pt x="118" y="0"/>
                    </a:moveTo>
                    <a:cubicBezTo>
                      <a:pt x="157" y="0"/>
                      <a:pt x="196" y="0"/>
                      <a:pt x="236" y="0"/>
                    </a:cubicBezTo>
                    <a:cubicBezTo>
                      <a:pt x="236" y="19"/>
                      <a:pt x="236" y="39"/>
                      <a:pt x="236" y="59"/>
                    </a:cubicBezTo>
                    <a:cubicBezTo>
                      <a:pt x="217" y="59"/>
                      <a:pt x="197" y="59"/>
                      <a:pt x="177" y="59"/>
                    </a:cubicBezTo>
                    <a:cubicBezTo>
                      <a:pt x="177" y="195"/>
                      <a:pt x="177" y="332"/>
                      <a:pt x="177" y="472"/>
                    </a:cubicBezTo>
                    <a:cubicBezTo>
                      <a:pt x="196" y="472"/>
                      <a:pt x="216" y="472"/>
                      <a:pt x="236" y="472"/>
                    </a:cubicBezTo>
                    <a:cubicBezTo>
                      <a:pt x="236" y="491"/>
                      <a:pt x="236" y="511"/>
                      <a:pt x="236" y="531"/>
                    </a:cubicBezTo>
                    <a:cubicBezTo>
                      <a:pt x="178" y="531"/>
                      <a:pt x="119" y="531"/>
                      <a:pt x="59" y="531"/>
                    </a:cubicBezTo>
                    <a:cubicBezTo>
                      <a:pt x="59" y="414"/>
                      <a:pt x="59" y="297"/>
                      <a:pt x="59" y="177"/>
                    </a:cubicBezTo>
                    <a:cubicBezTo>
                      <a:pt x="40" y="177"/>
                      <a:pt x="20" y="177"/>
                      <a:pt x="0" y="177"/>
                    </a:cubicBezTo>
                    <a:cubicBezTo>
                      <a:pt x="0" y="158"/>
                      <a:pt x="0" y="138"/>
                      <a:pt x="0" y="118"/>
                    </a:cubicBezTo>
                    <a:cubicBezTo>
                      <a:pt x="19" y="118"/>
                      <a:pt x="39" y="118"/>
                      <a:pt x="59" y="118"/>
                    </a:cubicBezTo>
                    <a:cubicBezTo>
                      <a:pt x="59" y="99"/>
                      <a:pt x="59" y="79"/>
                      <a:pt x="59" y="59"/>
                    </a:cubicBezTo>
                    <a:cubicBezTo>
                      <a:pt x="78" y="59"/>
                      <a:pt x="98" y="59"/>
                      <a:pt x="118" y="59"/>
                    </a:cubicBezTo>
                    <a:cubicBezTo>
                      <a:pt x="118" y="40"/>
                      <a:pt x="118" y="20"/>
                      <a:pt x="11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40" name="ICON_C_WINDOWS_HEADER_path_069"/>
              <p:cNvSpPr/>
              <p:nvPr/>
            </p:nvSpPr>
            <p:spPr>
              <a:xfrm>
                <a:off x="5640010" y="7117218"/>
                <a:ext cx="2997" cy="5995"/>
              </a:xfrm>
              <a:custGeom>
                <a:avLst/>
                <a:gdLst/>
                <a:ahLst/>
                <a:cxnLst/>
                <a:rect l="0" t="0" r="r" b="b"/>
                <a:pathLst>
                  <a:path w="236" h="472" fill="norm" stroke="0">
                    <a:moveTo>
                      <a:pt x="59" y="0"/>
                    </a:moveTo>
                    <a:cubicBezTo>
                      <a:pt x="117" y="0"/>
                      <a:pt x="176" y="0"/>
                      <a:pt x="236" y="0"/>
                    </a:cubicBezTo>
                    <a:cubicBezTo>
                      <a:pt x="236" y="19"/>
                      <a:pt x="236" y="39"/>
                      <a:pt x="236" y="59"/>
                    </a:cubicBezTo>
                    <a:cubicBezTo>
                      <a:pt x="217" y="59"/>
                      <a:pt x="197" y="59"/>
                      <a:pt x="177" y="59"/>
                    </a:cubicBezTo>
                    <a:cubicBezTo>
                      <a:pt x="177" y="176"/>
                      <a:pt x="177" y="293"/>
                      <a:pt x="177" y="413"/>
                    </a:cubicBezTo>
                    <a:cubicBezTo>
                      <a:pt x="196" y="413"/>
                      <a:pt x="216" y="413"/>
                      <a:pt x="236" y="413"/>
                    </a:cubicBezTo>
                    <a:cubicBezTo>
                      <a:pt x="236" y="432"/>
                      <a:pt x="236" y="452"/>
                      <a:pt x="236" y="472"/>
                    </a:cubicBezTo>
                    <a:cubicBezTo>
                      <a:pt x="197" y="472"/>
                      <a:pt x="158" y="472"/>
                      <a:pt x="118" y="472"/>
                    </a:cubicBezTo>
                    <a:cubicBezTo>
                      <a:pt x="118" y="453"/>
                      <a:pt x="118" y="433"/>
                      <a:pt x="118" y="413"/>
                    </a:cubicBezTo>
                    <a:cubicBezTo>
                      <a:pt x="99" y="413"/>
                      <a:pt x="79" y="413"/>
                      <a:pt x="59" y="413"/>
                    </a:cubicBezTo>
                    <a:cubicBezTo>
                      <a:pt x="59" y="355"/>
                      <a:pt x="59" y="296"/>
                      <a:pt x="59" y="236"/>
                    </a:cubicBezTo>
                    <a:cubicBezTo>
                      <a:pt x="40" y="236"/>
                      <a:pt x="20" y="236"/>
                      <a:pt x="0" y="236"/>
                    </a:cubicBezTo>
                    <a:cubicBezTo>
                      <a:pt x="0" y="178"/>
                      <a:pt x="0" y="119"/>
                      <a:pt x="0" y="59"/>
                    </a:cubicBezTo>
                    <a:cubicBezTo>
                      <a:pt x="19" y="59"/>
                      <a:pt x="39" y="59"/>
                      <a:pt x="59" y="59"/>
                    </a:cubicBezTo>
                    <a:cubicBezTo>
                      <a:pt x="59" y="40"/>
                      <a:pt x="59" y="20"/>
                      <a:pt x="5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  <p:sp>
            <p:nvSpPr>
              <p:cNvPr id="1941" name="ICON_C_WINDOWS_HEADER_path_070"/>
              <p:cNvSpPr/>
              <p:nvPr/>
            </p:nvSpPr>
            <p:spPr>
              <a:xfrm>
                <a:off x="5587556" y="7107476"/>
                <a:ext cx="4496" cy="2248"/>
              </a:xfrm>
              <a:custGeom>
                <a:avLst/>
                <a:gdLst/>
                <a:ahLst/>
                <a:cxnLst/>
                <a:rect l="0" t="0" r="r" b="b"/>
                <a:pathLst>
                  <a:path w="354" h="177" fill="norm" stroke="0">
                    <a:moveTo>
                      <a:pt x="0" y="0"/>
                    </a:moveTo>
                    <a:cubicBezTo>
                      <a:pt x="117" y="0"/>
                      <a:pt x="234" y="0"/>
                      <a:pt x="354" y="0"/>
                    </a:cubicBezTo>
                    <a:cubicBezTo>
                      <a:pt x="354" y="58"/>
                      <a:pt x="354" y="117"/>
                      <a:pt x="354" y="177"/>
                    </a:cubicBezTo>
                    <a:cubicBezTo>
                      <a:pt x="237" y="177"/>
                      <a:pt x="120" y="177"/>
                      <a:pt x="0" y="177"/>
                    </a:cubicBezTo>
                    <a:cubicBezTo>
                      <a:pt x="0" y="119"/>
                      <a:pt x="0" y="60"/>
                      <a:pt x="0" y="0"/>
                    </a:cubicBezTo>
                    <a:close/>
                  </a:path>
                </a:pathLst>
              </a:custGeom>
              <a:solidFill>
                <a:srgbClr val="251047"/>
              </a:solidFill>
              <a:ln w="375" cap="flat">
                <a:noFill/>
              </a:ln>
            </p:spPr>
          </p:sp>
          <p:sp>
            <p:nvSpPr>
              <p:cNvPr id="1942" name="ICON_C_WINDOWS_HEADER_path_071"/>
              <p:cNvSpPr/>
              <p:nvPr/>
            </p:nvSpPr>
            <p:spPr>
              <a:xfrm>
                <a:off x="5731430" y="7154640"/>
                <a:ext cx="8375" cy="4916"/>
              </a:xfrm>
              <a:custGeom>
                <a:avLst/>
                <a:gdLst/>
                <a:ahLst/>
                <a:cxnLst/>
                <a:rect l="0" t="0" r="r" b="b"/>
                <a:pathLst>
                  <a:path w="659" h="387" fill="norm" stroke="0">
                    <a:moveTo>
                      <a:pt x="227" y="2"/>
                    </a:moveTo>
                    <a:cubicBezTo>
                      <a:pt x="239" y="2"/>
                      <a:pt x="251" y="2"/>
                      <a:pt x="264" y="2"/>
                    </a:cubicBezTo>
                    <a:cubicBezTo>
                      <a:pt x="294" y="2"/>
                      <a:pt x="324" y="3"/>
                      <a:pt x="354" y="4"/>
                    </a:cubicBezTo>
                    <a:cubicBezTo>
                      <a:pt x="354" y="23"/>
                      <a:pt x="354" y="42"/>
                      <a:pt x="354" y="63"/>
                    </a:cubicBezTo>
                    <a:cubicBezTo>
                      <a:pt x="374" y="63"/>
                      <a:pt x="393" y="63"/>
                      <a:pt x="413" y="63"/>
                    </a:cubicBezTo>
                    <a:cubicBezTo>
                      <a:pt x="413" y="82"/>
                      <a:pt x="413" y="101"/>
                      <a:pt x="413" y="122"/>
                    </a:cubicBezTo>
                    <a:cubicBezTo>
                      <a:pt x="433" y="122"/>
                      <a:pt x="452" y="122"/>
                      <a:pt x="472" y="122"/>
                    </a:cubicBezTo>
                    <a:cubicBezTo>
                      <a:pt x="472" y="141"/>
                      <a:pt x="472" y="160"/>
                      <a:pt x="472" y="181"/>
                    </a:cubicBezTo>
                    <a:cubicBezTo>
                      <a:pt x="530" y="181"/>
                      <a:pt x="589" y="181"/>
                      <a:pt x="649" y="181"/>
                    </a:cubicBezTo>
                    <a:cubicBezTo>
                      <a:pt x="659" y="256"/>
                      <a:pt x="659" y="256"/>
                      <a:pt x="649" y="299"/>
                    </a:cubicBezTo>
                    <a:cubicBezTo>
                      <a:pt x="614" y="335"/>
                      <a:pt x="575" y="361"/>
                      <a:pt x="531" y="387"/>
                    </a:cubicBezTo>
                    <a:cubicBezTo>
                      <a:pt x="531" y="358"/>
                      <a:pt x="531" y="329"/>
                      <a:pt x="531" y="299"/>
                    </a:cubicBezTo>
                    <a:cubicBezTo>
                      <a:pt x="512" y="299"/>
                      <a:pt x="492" y="299"/>
                      <a:pt x="472" y="299"/>
                    </a:cubicBezTo>
                    <a:cubicBezTo>
                      <a:pt x="472" y="279"/>
                      <a:pt x="472" y="260"/>
                      <a:pt x="472" y="240"/>
                    </a:cubicBezTo>
                    <a:cubicBezTo>
                      <a:pt x="453" y="240"/>
                      <a:pt x="433" y="240"/>
                      <a:pt x="413" y="240"/>
                    </a:cubicBezTo>
                    <a:cubicBezTo>
                      <a:pt x="413" y="220"/>
                      <a:pt x="413" y="201"/>
                      <a:pt x="413" y="181"/>
                    </a:cubicBezTo>
                    <a:cubicBezTo>
                      <a:pt x="394" y="181"/>
                      <a:pt x="374" y="181"/>
                      <a:pt x="354" y="181"/>
                    </a:cubicBezTo>
                    <a:cubicBezTo>
                      <a:pt x="354" y="161"/>
                      <a:pt x="354" y="142"/>
                      <a:pt x="354" y="122"/>
                    </a:cubicBezTo>
                    <a:cubicBezTo>
                      <a:pt x="335" y="122"/>
                      <a:pt x="315" y="122"/>
                      <a:pt x="295" y="122"/>
                    </a:cubicBezTo>
                    <a:cubicBezTo>
                      <a:pt x="295" y="102"/>
                      <a:pt x="295" y="83"/>
                      <a:pt x="295" y="63"/>
                    </a:cubicBezTo>
                    <a:cubicBezTo>
                      <a:pt x="198" y="72"/>
                      <a:pt x="100" y="82"/>
                      <a:pt x="0" y="92"/>
                    </a:cubicBezTo>
                    <a:cubicBezTo>
                      <a:pt x="0" y="73"/>
                      <a:pt x="0" y="53"/>
                      <a:pt x="0" y="33"/>
                    </a:cubicBezTo>
                    <a:cubicBezTo>
                      <a:pt x="77" y="2"/>
                      <a:pt x="144" y="0"/>
                      <a:pt x="227" y="2"/>
                    </a:cubicBezTo>
                    <a:close/>
                  </a:path>
                </a:pathLst>
              </a:custGeom>
              <a:solidFill>
                <a:srgbClr val="ACB5E9"/>
              </a:solidFill>
              <a:ln w="375" cap="flat">
                <a:noFill/>
              </a:ln>
            </p:spPr>
          </p:sp>
        </p:grpSp>
        <p:grpSp>
          <p:nvGrpSpPr>
            <p:cNvPr id="2028" name="ICON_C_WINDOWS_GRAPHIC"/>
            <p:cNvGrpSpPr/>
            <p:nvPr/>
          </p:nvGrpSpPr>
          <p:grpSpPr>
            <a:xfrm>
              <a:off x="5207000" y="7270750"/>
              <a:ext cx="1698625" cy="388938"/>
              <a:chOff x="5207000" y="7270750"/>
              <a:chExt cx="1698625" cy="388938"/>
            </a:xfrm>
          </p:grpSpPr>
          <p:sp>
            <p:nvSpPr>
              <p:cNvPr id="2029" name="ICON_C_WINDOWS_GRAPHIC_path_001"/>
              <p:cNvSpPr/>
              <p:nvPr/>
            </p:nvSpPr>
            <p:spPr>
              <a:xfrm>
                <a:off x="5207000" y="7270750"/>
                <a:ext cx="1698625" cy="388938"/>
              </a:xfrm>
              <a:custGeom>
                <a:avLst/>
                <a:gdLst/>
                <a:ahLst/>
                <a:cxnLst/>
                <a:rect l="0" t="0" r="r" b="b"/>
                <a:pathLst>
                  <a:path w="133750" h="30625" fill="norm" stroke="0">
                    <a:moveTo>
                      <a:pt x="0" y="0"/>
                    </a:moveTo>
                    <a:cubicBezTo>
                      <a:pt x="44137" y="0"/>
                      <a:pt x="88275" y="0"/>
                      <a:pt x="133750" y="0"/>
                    </a:cubicBezTo>
                    <a:cubicBezTo>
                      <a:pt x="133750" y="10106"/>
                      <a:pt x="133750" y="20212"/>
                      <a:pt x="133750" y="30625"/>
                    </a:cubicBezTo>
                    <a:cubicBezTo>
                      <a:pt x="89613" y="30625"/>
                      <a:pt x="45475" y="30625"/>
                      <a:pt x="0" y="30625"/>
                    </a:cubicBezTo>
                    <a:cubicBezTo>
                      <a:pt x="0" y="20519"/>
                      <a:pt x="0" y="10413"/>
                      <a:pt x="0" y="0"/>
                    </a:cubicBezTo>
                    <a:close/>
                  </a:path>
                </a:pathLst>
              </a:custGeom>
              <a:solidFill>
                <a:srgbClr val="FCFCFD"/>
              </a:solidFill>
              <a:ln w="2646" cap="flat">
                <a:noFill/>
              </a:ln>
            </p:spPr>
          </p:sp>
          <p:sp>
            <p:nvSpPr>
              <p:cNvPr id="2030" name="ICON_C_WINDOWS_GRAPHIC_path_002"/>
              <p:cNvSpPr/>
              <p:nvPr/>
            </p:nvSpPr>
            <p:spPr>
              <a:xfrm>
                <a:off x="5341937" y="7285390"/>
                <a:ext cx="503219" cy="361834"/>
              </a:xfrm>
              <a:custGeom>
                <a:avLst/>
                <a:gdLst/>
                <a:ahLst/>
                <a:cxnLst/>
                <a:rect l="0" t="0" r="r" b="b"/>
                <a:pathLst>
                  <a:path w="39624" h="28491" fill="norm" stroke="0">
                    <a:moveTo>
                      <a:pt x="5325" y="43"/>
                    </a:moveTo>
                    <a:cubicBezTo>
                      <a:pt x="5398" y="42"/>
                      <a:pt x="5471" y="41"/>
                      <a:pt x="5544" y="40"/>
                    </a:cubicBezTo>
                    <a:cubicBezTo>
                      <a:pt x="5743" y="38"/>
                      <a:pt x="5942" y="39"/>
                      <a:pt x="6141" y="40"/>
                    </a:cubicBezTo>
                    <a:cubicBezTo>
                      <a:pt x="6356" y="40"/>
                      <a:pt x="6571" y="38"/>
                      <a:pt x="6786" y="37"/>
                    </a:cubicBezTo>
                    <a:cubicBezTo>
                      <a:pt x="7207" y="34"/>
                      <a:pt x="7628" y="34"/>
                      <a:pt x="8049" y="34"/>
                    </a:cubicBezTo>
                    <a:cubicBezTo>
                      <a:pt x="8391" y="35"/>
                      <a:pt x="8734" y="34"/>
                      <a:pt x="9076" y="33"/>
                    </a:cubicBezTo>
                    <a:cubicBezTo>
                      <a:pt x="9125" y="33"/>
                      <a:pt x="9174" y="33"/>
                      <a:pt x="9224" y="33"/>
                    </a:cubicBezTo>
                    <a:cubicBezTo>
                      <a:pt x="9323" y="33"/>
                      <a:pt x="9422" y="33"/>
                      <a:pt x="9521" y="32"/>
                    </a:cubicBezTo>
                    <a:cubicBezTo>
                      <a:pt x="10187" y="31"/>
                      <a:pt x="10853" y="30"/>
                      <a:pt x="11518" y="31"/>
                    </a:cubicBezTo>
                    <a:cubicBezTo>
                      <a:pt x="11544" y="31"/>
                      <a:pt x="11570" y="31"/>
                      <a:pt x="11597" y="31"/>
                    </a:cubicBezTo>
                    <a:cubicBezTo>
                      <a:pt x="11729" y="31"/>
                      <a:pt x="11860" y="31"/>
                      <a:pt x="11992" y="31"/>
                    </a:cubicBezTo>
                    <a:cubicBezTo>
                      <a:pt x="12005" y="31"/>
                      <a:pt x="12005" y="31"/>
                      <a:pt x="12071" y="31"/>
                    </a:cubicBezTo>
                    <a:cubicBezTo>
                      <a:pt x="12124" y="31"/>
                      <a:pt x="12177" y="31"/>
                      <a:pt x="12230" y="32"/>
                    </a:cubicBezTo>
                    <a:cubicBezTo>
                      <a:pt x="13052" y="33"/>
                      <a:pt x="13875" y="31"/>
                      <a:pt x="14697" y="27"/>
                    </a:cubicBezTo>
                    <a:cubicBezTo>
                      <a:pt x="15623" y="23"/>
                      <a:pt x="16549" y="21"/>
                      <a:pt x="17475" y="21"/>
                    </a:cubicBezTo>
                    <a:cubicBezTo>
                      <a:pt x="17964" y="22"/>
                      <a:pt x="18454" y="21"/>
                      <a:pt x="18943" y="18"/>
                    </a:cubicBezTo>
                    <a:cubicBezTo>
                      <a:pt x="19360" y="16"/>
                      <a:pt x="19777" y="16"/>
                      <a:pt x="20194" y="18"/>
                    </a:cubicBezTo>
                    <a:cubicBezTo>
                      <a:pt x="20406" y="19"/>
                      <a:pt x="20618" y="20"/>
                      <a:pt x="20831" y="17"/>
                    </a:cubicBezTo>
                    <a:cubicBezTo>
                      <a:pt x="22394" y="0"/>
                      <a:pt x="22394" y="0"/>
                      <a:pt x="22907" y="433"/>
                    </a:cubicBezTo>
                    <a:cubicBezTo>
                      <a:pt x="23193" y="731"/>
                      <a:pt x="23232" y="1063"/>
                      <a:pt x="23233" y="1463"/>
                    </a:cubicBezTo>
                    <a:cubicBezTo>
                      <a:pt x="23230" y="1559"/>
                      <a:pt x="23228" y="1656"/>
                      <a:pt x="23226" y="1752"/>
                    </a:cubicBezTo>
                    <a:cubicBezTo>
                      <a:pt x="23226" y="1855"/>
                      <a:pt x="23227" y="1958"/>
                      <a:pt x="23228" y="2061"/>
                    </a:cubicBezTo>
                    <a:cubicBezTo>
                      <a:pt x="23230" y="2282"/>
                      <a:pt x="23229" y="2503"/>
                      <a:pt x="23226" y="2724"/>
                    </a:cubicBezTo>
                    <a:cubicBezTo>
                      <a:pt x="23222" y="3045"/>
                      <a:pt x="23224" y="3365"/>
                      <a:pt x="23226" y="3686"/>
                    </a:cubicBezTo>
                    <a:cubicBezTo>
                      <a:pt x="23231" y="4208"/>
                      <a:pt x="23232" y="4730"/>
                      <a:pt x="23231" y="5252"/>
                    </a:cubicBezTo>
                    <a:cubicBezTo>
                      <a:pt x="23231" y="5283"/>
                      <a:pt x="23231" y="5314"/>
                      <a:pt x="23231" y="5346"/>
                    </a:cubicBezTo>
                    <a:cubicBezTo>
                      <a:pt x="23230" y="5599"/>
                      <a:pt x="23230" y="5851"/>
                      <a:pt x="23229" y="6103"/>
                    </a:cubicBezTo>
                    <a:cubicBezTo>
                      <a:pt x="23228" y="6323"/>
                      <a:pt x="23228" y="6543"/>
                      <a:pt x="23227" y="6764"/>
                    </a:cubicBezTo>
                    <a:cubicBezTo>
                      <a:pt x="23227" y="6794"/>
                      <a:pt x="23227" y="6825"/>
                      <a:pt x="23227" y="6857"/>
                    </a:cubicBezTo>
                    <a:cubicBezTo>
                      <a:pt x="23226" y="7377"/>
                      <a:pt x="23228" y="7896"/>
                      <a:pt x="23233" y="8416"/>
                    </a:cubicBezTo>
                    <a:cubicBezTo>
                      <a:pt x="23235" y="8707"/>
                      <a:pt x="23236" y="8998"/>
                      <a:pt x="23232" y="9289"/>
                    </a:cubicBezTo>
                    <a:cubicBezTo>
                      <a:pt x="23206" y="11410"/>
                      <a:pt x="23206" y="11410"/>
                      <a:pt x="23743" y="11979"/>
                    </a:cubicBezTo>
                    <a:cubicBezTo>
                      <a:pt x="23817" y="12049"/>
                      <a:pt x="23892" y="12117"/>
                      <a:pt x="23967" y="12185"/>
                    </a:cubicBezTo>
                    <a:cubicBezTo>
                      <a:pt x="24170" y="12365"/>
                      <a:pt x="24240" y="12537"/>
                      <a:pt x="24301" y="12795"/>
                    </a:cubicBezTo>
                    <a:cubicBezTo>
                      <a:pt x="24356" y="13017"/>
                      <a:pt x="24440" y="13089"/>
                      <a:pt x="24623" y="13212"/>
                    </a:cubicBezTo>
                    <a:cubicBezTo>
                      <a:pt x="24717" y="13265"/>
                      <a:pt x="24813" y="13316"/>
                      <a:pt x="24909" y="13365"/>
                    </a:cubicBezTo>
                    <a:cubicBezTo>
                      <a:pt x="25076" y="13456"/>
                      <a:pt x="25244" y="13546"/>
                      <a:pt x="25417" y="13639"/>
                    </a:cubicBezTo>
                    <a:cubicBezTo>
                      <a:pt x="25417" y="13089"/>
                      <a:pt x="25417" y="12539"/>
                      <a:pt x="25417" y="11972"/>
                    </a:cubicBezTo>
                    <a:cubicBezTo>
                      <a:pt x="25550" y="11959"/>
                      <a:pt x="25683" y="11946"/>
                      <a:pt x="25820" y="11933"/>
                    </a:cubicBezTo>
                    <a:cubicBezTo>
                      <a:pt x="25986" y="11905"/>
                      <a:pt x="26115" y="11867"/>
                      <a:pt x="26250" y="11764"/>
                    </a:cubicBezTo>
                    <a:cubicBezTo>
                      <a:pt x="26417" y="11451"/>
                      <a:pt x="26436" y="11071"/>
                      <a:pt x="26458" y="10722"/>
                    </a:cubicBezTo>
                    <a:cubicBezTo>
                      <a:pt x="26804" y="10639"/>
                      <a:pt x="27164" y="10584"/>
                      <a:pt x="27500" y="10722"/>
                    </a:cubicBezTo>
                    <a:cubicBezTo>
                      <a:pt x="27738" y="10923"/>
                      <a:pt x="27890" y="11221"/>
                      <a:pt x="28035" y="11491"/>
                    </a:cubicBezTo>
                    <a:cubicBezTo>
                      <a:pt x="28065" y="11547"/>
                      <a:pt x="28096" y="11602"/>
                      <a:pt x="28127" y="11658"/>
                    </a:cubicBezTo>
                    <a:cubicBezTo>
                      <a:pt x="28142" y="11685"/>
                      <a:pt x="28157" y="11713"/>
                      <a:pt x="28172" y="11741"/>
                    </a:cubicBezTo>
                    <a:cubicBezTo>
                      <a:pt x="28316" y="11981"/>
                      <a:pt x="28502" y="12115"/>
                      <a:pt x="28747" y="12245"/>
                    </a:cubicBezTo>
                    <a:cubicBezTo>
                      <a:pt x="28893" y="12326"/>
                      <a:pt x="28971" y="12382"/>
                      <a:pt x="29022" y="12545"/>
                    </a:cubicBezTo>
                    <a:cubicBezTo>
                      <a:pt x="29044" y="12629"/>
                      <a:pt x="29062" y="12713"/>
                      <a:pt x="29080" y="12798"/>
                    </a:cubicBezTo>
                    <a:cubicBezTo>
                      <a:pt x="29109" y="12908"/>
                      <a:pt x="29135" y="12994"/>
                      <a:pt x="29234" y="13057"/>
                    </a:cubicBezTo>
                    <a:cubicBezTo>
                      <a:pt x="29317" y="13090"/>
                      <a:pt x="29399" y="13115"/>
                      <a:pt x="29486" y="13137"/>
                    </a:cubicBezTo>
                    <a:cubicBezTo>
                      <a:pt x="29515" y="13145"/>
                      <a:pt x="29544" y="13154"/>
                      <a:pt x="29575" y="13163"/>
                    </a:cubicBezTo>
                    <a:cubicBezTo>
                      <a:pt x="29647" y="13184"/>
                      <a:pt x="29719" y="13203"/>
                      <a:pt x="29792" y="13222"/>
                    </a:cubicBezTo>
                    <a:cubicBezTo>
                      <a:pt x="29791" y="13191"/>
                      <a:pt x="29791" y="13160"/>
                      <a:pt x="29790" y="13129"/>
                    </a:cubicBezTo>
                    <a:cubicBezTo>
                      <a:pt x="29786" y="12837"/>
                      <a:pt x="29783" y="12546"/>
                      <a:pt x="29781" y="12255"/>
                    </a:cubicBezTo>
                    <a:cubicBezTo>
                      <a:pt x="29780" y="12105"/>
                      <a:pt x="29778" y="11956"/>
                      <a:pt x="29776" y="11806"/>
                    </a:cubicBezTo>
                    <a:cubicBezTo>
                      <a:pt x="29774" y="11661"/>
                      <a:pt x="29772" y="11517"/>
                      <a:pt x="29772" y="11372"/>
                    </a:cubicBezTo>
                    <a:cubicBezTo>
                      <a:pt x="29772" y="11317"/>
                      <a:pt x="29771" y="11262"/>
                      <a:pt x="29770" y="11207"/>
                    </a:cubicBezTo>
                    <a:cubicBezTo>
                      <a:pt x="29760" y="10722"/>
                      <a:pt x="29760" y="10722"/>
                      <a:pt x="29882" y="10584"/>
                    </a:cubicBezTo>
                    <a:cubicBezTo>
                      <a:pt x="30014" y="10506"/>
                      <a:pt x="30088" y="10487"/>
                      <a:pt x="30241" y="10486"/>
                    </a:cubicBezTo>
                    <a:cubicBezTo>
                      <a:pt x="30286" y="10486"/>
                      <a:pt x="30332" y="10486"/>
                      <a:pt x="30379" y="10485"/>
                    </a:cubicBezTo>
                    <a:cubicBezTo>
                      <a:pt x="30402" y="10486"/>
                      <a:pt x="30402" y="10486"/>
                      <a:pt x="30521" y="10488"/>
                    </a:cubicBezTo>
                    <a:cubicBezTo>
                      <a:pt x="30568" y="10487"/>
                      <a:pt x="30615" y="10486"/>
                      <a:pt x="30663" y="10485"/>
                    </a:cubicBezTo>
                    <a:cubicBezTo>
                      <a:pt x="30709" y="10486"/>
                      <a:pt x="30754" y="10486"/>
                      <a:pt x="30801" y="10486"/>
                    </a:cubicBezTo>
                    <a:cubicBezTo>
                      <a:pt x="30842" y="10486"/>
                      <a:pt x="30883" y="10487"/>
                      <a:pt x="30926" y="10487"/>
                    </a:cubicBezTo>
                    <a:cubicBezTo>
                      <a:pt x="31047" y="10515"/>
                      <a:pt x="31127" y="10550"/>
                      <a:pt x="31211" y="10645"/>
                    </a:cubicBezTo>
                    <a:cubicBezTo>
                      <a:pt x="31303" y="10827"/>
                      <a:pt x="31275" y="11045"/>
                      <a:pt x="31270" y="11244"/>
                    </a:cubicBezTo>
                    <a:cubicBezTo>
                      <a:pt x="31270" y="11269"/>
                      <a:pt x="31270" y="11269"/>
                      <a:pt x="31270" y="11397"/>
                    </a:cubicBezTo>
                    <a:cubicBezTo>
                      <a:pt x="31269" y="11531"/>
                      <a:pt x="31267" y="11665"/>
                      <a:pt x="31264" y="11799"/>
                    </a:cubicBezTo>
                    <a:cubicBezTo>
                      <a:pt x="31262" y="11936"/>
                      <a:pt x="31261" y="12072"/>
                      <a:pt x="31260" y="12209"/>
                    </a:cubicBezTo>
                    <a:cubicBezTo>
                      <a:pt x="31258" y="12478"/>
                      <a:pt x="31254" y="12746"/>
                      <a:pt x="31250" y="13014"/>
                    </a:cubicBezTo>
                    <a:cubicBezTo>
                      <a:pt x="31286" y="13010"/>
                      <a:pt x="31321" y="13005"/>
                      <a:pt x="31358" y="13001"/>
                    </a:cubicBezTo>
                    <a:cubicBezTo>
                      <a:pt x="32148" y="12916"/>
                      <a:pt x="32148" y="12916"/>
                      <a:pt x="32500" y="13014"/>
                    </a:cubicBezTo>
                    <a:cubicBezTo>
                      <a:pt x="32750" y="13218"/>
                      <a:pt x="32843" y="13543"/>
                      <a:pt x="32917" y="13847"/>
                    </a:cubicBezTo>
                    <a:cubicBezTo>
                      <a:pt x="32922" y="13828"/>
                      <a:pt x="32922" y="13828"/>
                      <a:pt x="32948" y="13733"/>
                    </a:cubicBezTo>
                    <a:cubicBezTo>
                      <a:pt x="32963" y="13680"/>
                      <a:pt x="32978" y="13626"/>
                      <a:pt x="32993" y="13572"/>
                    </a:cubicBezTo>
                    <a:cubicBezTo>
                      <a:pt x="32997" y="13558"/>
                      <a:pt x="32997" y="13558"/>
                      <a:pt x="33018" y="13484"/>
                    </a:cubicBezTo>
                    <a:cubicBezTo>
                      <a:pt x="33063" y="13322"/>
                      <a:pt x="33109" y="13160"/>
                      <a:pt x="33157" y="12998"/>
                    </a:cubicBezTo>
                    <a:cubicBezTo>
                      <a:pt x="33177" y="12931"/>
                      <a:pt x="33197" y="12864"/>
                      <a:pt x="33217" y="12797"/>
                    </a:cubicBezTo>
                    <a:cubicBezTo>
                      <a:pt x="33227" y="12763"/>
                      <a:pt x="33237" y="12729"/>
                      <a:pt x="33247" y="12694"/>
                    </a:cubicBezTo>
                    <a:cubicBezTo>
                      <a:pt x="33304" y="12499"/>
                      <a:pt x="33354" y="12303"/>
                      <a:pt x="33397" y="12104"/>
                    </a:cubicBezTo>
                    <a:cubicBezTo>
                      <a:pt x="33423" y="11987"/>
                      <a:pt x="33452" y="11871"/>
                      <a:pt x="33483" y="11755"/>
                    </a:cubicBezTo>
                    <a:cubicBezTo>
                      <a:pt x="33496" y="11701"/>
                      <a:pt x="33507" y="11645"/>
                      <a:pt x="33517" y="11590"/>
                    </a:cubicBezTo>
                    <a:cubicBezTo>
                      <a:pt x="33555" y="11374"/>
                      <a:pt x="33599" y="11327"/>
                      <a:pt x="33750" y="11139"/>
                    </a:cubicBezTo>
                    <a:cubicBezTo>
                      <a:pt x="34094" y="11139"/>
                      <a:pt x="34438" y="11139"/>
                      <a:pt x="34792" y="11139"/>
                    </a:cubicBezTo>
                    <a:cubicBezTo>
                      <a:pt x="34860" y="11792"/>
                      <a:pt x="34860" y="11792"/>
                      <a:pt x="35208" y="15097"/>
                    </a:cubicBezTo>
                    <a:cubicBezTo>
                      <a:pt x="35417" y="14889"/>
                      <a:pt x="35417" y="14889"/>
                      <a:pt x="35442" y="14769"/>
                    </a:cubicBezTo>
                    <a:cubicBezTo>
                      <a:pt x="35442" y="14747"/>
                      <a:pt x="35442" y="14747"/>
                      <a:pt x="35442" y="14634"/>
                    </a:cubicBezTo>
                    <a:cubicBezTo>
                      <a:pt x="35442" y="14609"/>
                      <a:pt x="35442" y="14609"/>
                      <a:pt x="35443" y="14480"/>
                    </a:cubicBezTo>
                    <a:cubicBezTo>
                      <a:pt x="35442" y="14423"/>
                      <a:pt x="35441" y="14367"/>
                      <a:pt x="35440" y="14311"/>
                    </a:cubicBezTo>
                    <a:cubicBezTo>
                      <a:pt x="35440" y="14251"/>
                      <a:pt x="35440" y="14191"/>
                      <a:pt x="35440" y="14132"/>
                    </a:cubicBezTo>
                    <a:cubicBezTo>
                      <a:pt x="35440" y="13971"/>
                      <a:pt x="35439" y="13809"/>
                      <a:pt x="35438" y="13648"/>
                    </a:cubicBezTo>
                    <a:cubicBezTo>
                      <a:pt x="35436" y="13479"/>
                      <a:pt x="35436" y="13310"/>
                      <a:pt x="35436" y="13141"/>
                    </a:cubicBezTo>
                    <a:cubicBezTo>
                      <a:pt x="35435" y="12822"/>
                      <a:pt x="35434" y="12502"/>
                      <a:pt x="35432" y="12183"/>
                    </a:cubicBezTo>
                    <a:cubicBezTo>
                      <a:pt x="35429" y="11819"/>
                      <a:pt x="35428" y="11455"/>
                      <a:pt x="35427" y="11092"/>
                    </a:cubicBezTo>
                    <a:cubicBezTo>
                      <a:pt x="35425" y="10344"/>
                      <a:pt x="35421" y="9595"/>
                      <a:pt x="35417" y="8847"/>
                    </a:cubicBezTo>
                    <a:cubicBezTo>
                      <a:pt x="35623" y="8847"/>
                      <a:pt x="35829" y="8847"/>
                      <a:pt x="36042" y="8847"/>
                    </a:cubicBezTo>
                    <a:cubicBezTo>
                      <a:pt x="36110" y="10154"/>
                      <a:pt x="36179" y="11460"/>
                      <a:pt x="36250" y="12806"/>
                    </a:cubicBezTo>
                    <a:cubicBezTo>
                      <a:pt x="36456" y="12806"/>
                      <a:pt x="36662" y="12806"/>
                      <a:pt x="36875" y="12806"/>
                    </a:cubicBezTo>
                    <a:cubicBezTo>
                      <a:pt x="36963" y="12675"/>
                      <a:pt x="36977" y="12639"/>
                      <a:pt x="36992" y="12493"/>
                    </a:cubicBezTo>
                    <a:cubicBezTo>
                      <a:pt x="37016" y="12384"/>
                      <a:pt x="37045" y="12287"/>
                      <a:pt x="37083" y="12181"/>
                    </a:cubicBezTo>
                    <a:cubicBezTo>
                      <a:pt x="37173" y="12124"/>
                      <a:pt x="37173" y="12124"/>
                      <a:pt x="37279" y="12115"/>
                    </a:cubicBezTo>
                    <a:cubicBezTo>
                      <a:pt x="37500" y="12181"/>
                      <a:pt x="37500" y="12181"/>
                      <a:pt x="37917" y="12597"/>
                    </a:cubicBezTo>
                    <a:cubicBezTo>
                      <a:pt x="37985" y="11910"/>
                      <a:pt x="38054" y="11222"/>
                      <a:pt x="38125" y="10514"/>
                    </a:cubicBezTo>
                    <a:cubicBezTo>
                      <a:pt x="38958" y="10514"/>
                      <a:pt x="38958" y="10514"/>
                      <a:pt x="39124" y="10676"/>
                    </a:cubicBezTo>
                    <a:cubicBezTo>
                      <a:pt x="39170" y="10789"/>
                      <a:pt x="39170" y="10789"/>
                      <a:pt x="39206" y="10918"/>
                    </a:cubicBezTo>
                    <a:cubicBezTo>
                      <a:pt x="39219" y="10962"/>
                      <a:pt x="39233" y="11006"/>
                      <a:pt x="39247" y="11052"/>
                    </a:cubicBezTo>
                    <a:cubicBezTo>
                      <a:pt x="39369" y="11487"/>
                      <a:pt x="39439" y="11920"/>
                      <a:pt x="39489" y="12369"/>
                    </a:cubicBezTo>
                    <a:cubicBezTo>
                      <a:pt x="39494" y="12409"/>
                      <a:pt x="39498" y="12448"/>
                      <a:pt x="39502" y="12489"/>
                    </a:cubicBezTo>
                    <a:cubicBezTo>
                      <a:pt x="39624" y="13587"/>
                      <a:pt x="39608" y="14689"/>
                      <a:pt x="39598" y="15793"/>
                    </a:cubicBezTo>
                    <a:cubicBezTo>
                      <a:pt x="39596" y="16081"/>
                      <a:pt x="39595" y="16370"/>
                      <a:pt x="39594" y="16659"/>
                    </a:cubicBezTo>
                    <a:cubicBezTo>
                      <a:pt x="39592" y="17249"/>
                      <a:pt x="39588" y="17840"/>
                      <a:pt x="39583" y="18431"/>
                    </a:cubicBezTo>
                    <a:cubicBezTo>
                      <a:pt x="39445" y="18373"/>
                      <a:pt x="39308" y="18312"/>
                      <a:pt x="39172" y="18250"/>
                    </a:cubicBezTo>
                    <a:cubicBezTo>
                      <a:pt x="39133" y="18234"/>
                      <a:pt x="39094" y="18218"/>
                      <a:pt x="39053" y="18202"/>
                    </a:cubicBezTo>
                    <a:cubicBezTo>
                      <a:pt x="38775" y="18072"/>
                      <a:pt x="38775" y="18072"/>
                      <a:pt x="38705" y="17907"/>
                    </a:cubicBezTo>
                    <a:cubicBezTo>
                      <a:pt x="38667" y="17709"/>
                      <a:pt x="38658" y="17512"/>
                      <a:pt x="38677" y="17311"/>
                    </a:cubicBezTo>
                    <a:cubicBezTo>
                      <a:pt x="38680" y="17268"/>
                      <a:pt x="38684" y="17225"/>
                      <a:pt x="38687" y="17181"/>
                    </a:cubicBezTo>
                    <a:cubicBezTo>
                      <a:pt x="38691" y="17138"/>
                      <a:pt x="38694" y="17095"/>
                      <a:pt x="38698" y="17050"/>
                    </a:cubicBezTo>
                    <a:cubicBezTo>
                      <a:pt x="38702" y="16962"/>
                      <a:pt x="38706" y="16874"/>
                      <a:pt x="38709" y="16785"/>
                    </a:cubicBezTo>
                    <a:cubicBezTo>
                      <a:pt x="38719" y="16569"/>
                      <a:pt x="38733" y="16354"/>
                      <a:pt x="38750" y="16139"/>
                    </a:cubicBezTo>
                    <a:cubicBezTo>
                      <a:pt x="38544" y="16139"/>
                      <a:pt x="38337" y="16139"/>
                      <a:pt x="38125" y="16139"/>
                    </a:cubicBezTo>
                    <a:cubicBezTo>
                      <a:pt x="38125" y="16276"/>
                      <a:pt x="38125" y="16414"/>
                      <a:pt x="38125" y="16556"/>
                    </a:cubicBezTo>
                    <a:cubicBezTo>
                      <a:pt x="37850" y="16556"/>
                      <a:pt x="37575" y="16556"/>
                      <a:pt x="37292" y="16556"/>
                    </a:cubicBezTo>
                    <a:cubicBezTo>
                      <a:pt x="37292" y="16281"/>
                      <a:pt x="37292" y="16006"/>
                      <a:pt x="37292" y="15722"/>
                    </a:cubicBezTo>
                    <a:cubicBezTo>
                      <a:pt x="37146" y="15768"/>
                      <a:pt x="37002" y="15815"/>
                      <a:pt x="36858" y="15866"/>
                    </a:cubicBezTo>
                    <a:cubicBezTo>
                      <a:pt x="36785" y="15891"/>
                      <a:pt x="36712" y="15913"/>
                      <a:pt x="36639" y="15936"/>
                    </a:cubicBezTo>
                    <a:cubicBezTo>
                      <a:pt x="36441" y="16007"/>
                      <a:pt x="36290" y="16069"/>
                      <a:pt x="36182" y="16256"/>
                    </a:cubicBezTo>
                    <a:cubicBezTo>
                      <a:pt x="36019" y="16745"/>
                      <a:pt x="35996" y="17224"/>
                      <a:pt x="35976" y="17736"/>
                    </a:cubicBezTo>
                    <a:cubicBezTo>
                      <a:pt x="35971" y="17829"/>
                      <a:pt x="35967" y="17921"/>
                      <a:pt x="35963" y="18014"/>
                    </a:cubicBezTo>
                    <a:cubicBezTo>
                      <a:pt x="35951" y="18255"/>
                      <a:pt x="35941" y="18497"/>
                      <a:pt x="35931" y="18738"/>
                    </a:cubicBezTo>
                    <a:cubicBezTo>
                      <a:pt x="35920" y="18986"/>
                      <a:pt x="35909" y="19233"/>
                      <a:pt x="35897" y="19480"/>
                    </a:cubicBezTo>
                    <a:cubicBezTo>
                      <a:pt x="35875" y="19964"/>
                      <a:pt x="35854" y="20447"/>
                      <a:pt x="35833" y="20931"/>
                    </a:cubicBezTo>
                    <a:cubicBezTo>
                      <a:pt x="35490" y="20931"/>
                      <a:pt x="35146" y="20931"/>
                      <a:pt x="34792" y="20931"/>
                    </a:cubicBezTo>
                    <a:cubicBezTo>
                      <a:pt x="34718" y="20475"/>
                      <a:pt x="34649" y="20020"/>
                      <a:pt x="34583" y="19563"/>
                    </a:cubicBezTo>
                    <a:cubicBezTo>
                      <a:pt x="34578" y="19529"/>
                      <a:pt x="34574" y="19495"/>
                      <a:pt x="34568" y="19459"/>
                    </a:cubicBezTo>
                    <a:cubicBezTo>
                      <a:pt x="34406" y="18319"/>
                      <a:pt x="34337" y="17199"/>
                      <a:pt x="34349" y="16048"/>
                    </a:cubicBezTo>
                    <a:cubicBezTo>
                      <a:pt x="34349" y="16013"/>
                      <a:pt x="34350" y="15978"/>
                      <a:pt x="34350" y="15943"/>
                    </a:cubicBezTo>
                    <a:cubicBezTo>
                      <a:pt x="34355" y="15522"/>
                      <a:pt x="34363" y="15101"/>
                      <a:pt x="34375" y="14681"/>
                    </a:cubicBezTo>
                    <a:cubicBezTo>
                      <a:pt x="34169" y="14681"/>
                      <a:pt x="33962" y="14681"/>
                      <a:pt x="33750" y="14681"/>
                    </a:cubicBezTo>
                    <a:cubicBezTo>
                      <a:pt x="33745" y="14727"/>
                      <a:pt x="33740" y="14775"/>
                      <a:pt x="33734" y="14823"/>
                    </a:cubicBezTo>
                    <a:cubicBezTo>
                      <a:pt x="33601" y="16025"/>
                      <a:pt x="33467" y="17228"/>
                      <a:pt x="33333" y="18431"/>
                    </a:cubicBezTo>
                    <a:cubicBezTo>
                      <a:pt x="32921" y="18431"/>
                      <a:pt x="32508" y="18431"/>
                      <a:pt x="32083" y="18431"/>
                    </a:cubicBezTo>
                    <a:cubicBezTo>
                      <a:pt x="32078" y="18381"/>
                      <a:pt x="32078" y="18381"/>
                      <a:pt x="32052" y="18128"/>
                    </a:cubicBezTo>
                    <a:cubicBezTo>
                      <a:pt x="32017" y="17798"/>
                      <a:pt x="31980" y="17467"/>
                      <a:pt x="31942" y="17138"/>
                    </a:cubicBezTo>
                    <a:cubicBezTo>
                      <a:pt x="31919" y="16938"/>
                      <a:pt x="31897" y="16737"/>
                      <a:pt x="31876" y="16537"/>
                    </a:cubicBezTo>
                    <a:cubicBezTo>
                      <a:pt x="31856" y="16344"/>
                      <a:pt x="31834" y="16151"/>
                      <a:pt x="31811" y="15957"/>
                    </a:cubicBezTo>
                    <a:cubicBezTo>
                      <a:pt x="31803" y="15884"/>
                      <a:pt x="31795" y="15810"/>
                      <a:pt x="31788" y="15737"/>
                    </a:cubicBezTo>
                    <a:cubicBezTo>
                      <a:pt x="31778" y="15633"/>
                      <a:pt x="31765" y="15530"/>
                      <a:pt x="31752" y="15427"/>
                    </a:cubicBezTo>
                    <a:cubicBezTo>
                      <a:pt x="31750" y="15396"/>
                      <a:pt x="31748" y="15366"/>
                      <a:pt x="31745" y="15335"/>
                    </a:cubicBezTo>
                    <a:cubicBezTo>
                      <a:pt x="31733" y="15249"/>
                      <a:pt x="31733" y="15249"/>
                      <a:pt x="31667" y="15097"/>
                    </a:cubicBezTo>
                    <a:cubicBezTo>
                      <a:pt x="31529" y="15029"/>
                      <a:pt x="31392" y="14960"/>
                      <a:pt x="31250" y="14889"/>
                    </a:cubicBezTo>
                    <a:cubicBezTo>
                      <a:pt x="31181" y="15233"/>
                      <a:pt x="31112" y="15576"/>
                      <a:pt x="31042" y="15931"/>
                    </a:cubicBezTo>
                    <a:cubicBezTo>
                      <a:pt x="30698" y="15862"/>
                      <a:pt x="30354" y="15793"/>
                      <a:pt x="30000" y="15722"/>
                    </a:cubicBezTo>
                    <a:cubicBezTo>
                      <a:pt x="30000" y="15310"/>
                      <a:pt x="30000" y="14897"/>
                      <a:pt x="30000" y="14472"/>
                    </a:cubicBezTo>
                    <a:cubicBezTo>
                      <a:pt x="29583" y="14681"/>
                      <a:pt x="29583" y="14681"/>
                      <a:pt x="29517" y="14819"/>
                    </a:cubicBezTo>
                    <a:cubicBezTo>
                      <a:pt x="29504" y="14895"/>
                      <a:pt x="29504" y="14895"/>
                      <a:pt x="29497" y="14974"/>
                    </a:cubicBezTo>
                    <a:cubicBezTo>
                      <a:pt x="29493" y="15002"/>
                      <a:pt x="29489" y="15029"/>
                      <a:pt x="29485" y="15058"/>
                    </a:cubicBezTo>
                    <a:cubicBezTo>
                      <a:pt x="29472" y="15144"/>
                      <a:pt x="29463" y="15231"/>
                      <a:pt x="29453" y="15319"/>
                    </a:cubicBezTo>
                    <a:cubicBezTo>
                      <a:pt x="29445" y="15378"/>
                      <a:pt x="29437" y="15437"/>
                      <a:pt x="29429" y="15496"/>
                    </a:cubicBezTo>
                    <a:cubicBezTo>
                      <a:pt x="29409" y="15641"/>
                      <a:pt x="29392" y="15785"/>
                      <a:pt x="29375" y="15931"/>
                    </a:cubicBezTo>
                    <a:cubicBezTo>
                      <a:pt x="29031" y="15931"/>
                      <a:pt x="28688" y="15931"/>
                      <a:pt x="28333" y="15931"/>
                    </a:cubicBezTo>
                    <a:cubicBezTo>
                      <a:pt x="28333" y="15724"/>
                      <a:pt x="28333" y="15518"/>
                      <a:pt x="28333" y="15306"/>
                    </a:cubicBezTo>
                    <a:cubicBezTo>
                      <a:pt x="28270" y="15351"/>
                      <a:pt x="28207" y="15396"/>
                      <a:pt x="28142" y="15442"/>
                    </a:cubicBezTo>
                    <a:cubicBezTo>
                      <a:pt x="27503" y="15875"/>
                      <a:pt x="27041" y="16021"/>
                      <a:pt x="26250" y="15931"/>
                    </a:cubicBezTo>
                    <a:cubicBezTo>
                      <a:pt x="26181" y="15656"/>
                      <a:pt x="26112" y="15381"/>
                      <a:pt x="26042" y="15097"/>
                    </a:cubicBezTo>
                    <a:cubicBezTo>
                      <a:pt x="25973" y="15441"/>
                      <a:pt x="25904" y="15785"/>
                      <a:pt x="25833" y="16139"/>
                    </a:cubicBezTo>
                    <a:cubicBezTo>
                      <a:pt x="25558" y="16139"/>
                      <a:pt x="25283" y="16139"/>
                      <a:pt x="25000" y="16139"/>
                    </a:cubicBezTo>
                    <a:cubicBezTo>
                      <a:pt x="25000" y="16001"/>
                      <a:pt x="25000" y="15864"/>
                      <a:pt x="25000" y="15722"/>
                    </a:cubicBezTo>
                    <a:cubicBezTo>
                      <a:pt x="24794" y="15722"/>
                      <a:pt x="24587" y="15722"/>
                      <a:pt x="24375" y="15722"/>
                    </a:cubicBezTo>
                    <a:cubicBezTo>
                      <a:pt x="24375" y="16547"/>
                      <a:pt x="24375" y="17372"/>
                      <a:pt x="24375" y="18222"/>
                    </a:cubicBezTo>
                    <a:cubicBezTo>
                      <a:pt x="23962" y="18154"/>
                      <a:pt x="23550" y="18085"/>
                      <a:pt x="23125" y="18014"/>
                    </a:cubicBezTo>
                    <a:cubicBezTo>
                      <a:pt x="23126" y="18138"/>
                      <a:pt x="23128" y="18263"/>
                      <a:pt x="23129" y="18391"/>
                    </a:cubicBezTo>
                    <a:cubicBezTo>
                      <a:pt x="23142" y="19532"/>
                      <a:pt x="23151" y="20673"/>
                      <a:pt x="23157" y="21814"/>
                    </a:cubicBezTo>
                    <a:cubicBezTo>
                      <a:pt x="23158" y="21964"/>
                      <a:pt x="23159" y="22114"/>
                      <a:pt x="23159" y="22264"/>
                    </a:cubicBezTo>
                    <a:cubicBezTo>
                      <a:pt x="23160" y="22293"/>
                      <a:pt x="23160" y="22323"/>
                      <a:pt x="23160" y="22354"/>
                    </a:cubicBezTo>
                    <a:cubicBezTo>
                      <a:pt x="23162" y="22836"/>
                      <a:pt x="23167" y="23318"/>
                      <a:pt x="23173" y="23800"/>
                    </a:cubicBezTo>
                    <a:cubicBezTo>
                      <a:pt x="23179" y="24295"/>
                      <a:pt x="23182" y="24789"/>
                      <a:pt x="23184" y="25284"/>
                    </a:cubicBezTo>
                    <a:cubicBezTo>
                      <a:pt x="23185" y="25590"/>
                      <a:pt x="23188" y="25895"/>
                      <a:pt x="23192" y="26200"/>
                    </a:cubicBezTo>
                    <a:cubicBezTo>
                      <a:pt x="23196" y="26434"/>
                      <a:pt x="23197" y="26668"/>
                      <a:pt x="23196" y="26903"/>
                    </a:cubicBezTo>
                    <a:cubicBezTo>
                      <a:pt x="23196" y="26999"/>
                      <a:pt x="23197" y="27095"/>
                      <a:pt x="23200" y="27190"/>
                    </a:cubicBezTo>
                    <a:cubicBezTo>
                      <a:pt x="23203" y="27322"/>
                      <a:pt x="23202" y="27453"/>
                      <a:pt x="23200" y="27584"/>
                    </a:cubicBezTo>
                    <a:cubicBezTo>
                      <a:pt x="23202" y="27622"/>
                      <a:pt x="23204" y="27660"/>
                      <a:pt x="23206" y="27698"/>
                    </a:cubicBezTo>
                    <a:cubicBezTo>
                      <a:pt x="23200" y="27851"/>
                      <a:pt x="23177" y="27956"/>
                      <a:pt x="23072" y="28072"/>
                    </a:cubicBezTo>
                    <a:cubicBezTo>
                      <a:pt x="22670" y="28440"/>
                      <a:pt x="22264" y="28491"/>
                      <a:pt x="21740" y="28484"/>
                    </a:cubicBezTo>
                    <a:cubicBezTo>
                      <a:pt x="21665" y="28484"/>
                      <a:pt x="21590" y="28485"/>
                      <a:pt x="21515" y="28485"/>
                    </a:cubicBezTo>
                    <a:cubicBezTo>
                      <a:pt x="21310" y="28487"/>
                      <a:pt x="21106" y="28486"/>
                      <a:pt x="20901" y="28485"/>
                    </a:cubicBezTo>
                    <a:cubicBezTo>
                      <a:pt x="20680" y="28484"/>
                      <a:pt x="20459" y="28486"/>
                      <a:pt x="20238" y="28487"/>
                    </a:cubicBezTo>
                    <a:cubicBezTo>
                      <a:pt x="19805" y="28489"/>
                      <a:pt x="19373" y="28488"/>
                      <a:pt x="18941" y="28487"/>
                    </a:cubicBezTo>
                    <a:cubicBezTo>
                      <a:pt x="18589" y="28486"/>
                      <a:pt x="18238" y="28486"/>
                      <a:pt x="17886" y="28486"/>
                    </a:cubicBezTo>
                    <a:cubicBezTo>
                      <a:pt x="17836" y="28486"/>
                      <a:pt x="17786" y="28486"/>
                      <a:pt x="17734" y="28486"/>
                    </a:cubicBezTo>
                    <a:cubicBezTo>
                      <a:pt x="17632" y="28487"/>
                      <a:pt x="17531" y="28487"/>
                      <a:pt x="17429" y="28487"/>
                    </a:cubicBezTo>
                    <a:cubicBezTo>
                      <a:pt x="16503" y="28488"/>
                      <a:pt x="15577" y="28487"/>
                      <a:pt x="14651" y="28485"/>
                    </a:cubicBezTo>
                    <a:cubicBezTo>
                      <a:pt x="13806" y="28483"/>
                      <a:pt x="12961" y="28483"/>
                      <a:pt x="12116" y="28485"/>
                    </a:cubicBezTo>
                    <a:cubicBezTo>
                      <a:pt x="11166" y="28487"/>
                      <a:pt x="10215" y="28488"/>
                      <a:pt x="9265" y="28487"/>
                    </a:cubicBezTo>
                    <a:cubicBezTo>
                      <a:pt x="9164" y="28487"/>
                      <a:pt x="9062" y="28486"/>
                      <a:pt x="8961" y="28486"/>
                    </a:cubicBezTo>
                    <a:cubicBezTo>
                      <a:pt x="8911" y="28486"/>
                      <a:pt x="8861" y="28486"/>
                      <a:pt x="8810" y="28486"/>
                    </a:cubicBezTo>
                    <a:cubicBezTo>
                      <a:pt x="8459" y="28486"/>
                      <a:pt x="8108" y="28486"/>
                      <a:pt x="7757" y="28487"/>
                    </a:cubicBezTo>
                    <a:cubicBezTo>
                      <a:pt x="7329" y="28489"/>
                      <a:pt x="6901" y="28488"/>
                      <a:pt x="6473" y="28486"/>
                    </a:cubicBezTo>
                    <a:cubicBezTo>
                      <a:pt x="6255" y="28485"/>
                      <a:pt x="6037" y="28484"/>
                      <a:pt x="5819" y="28486"/>
                    </a:cubicBezTo>
                    <a:cubicBezTo>
                      <a:pt x="5619" y="28487"/>
                      <a:pt x="5419" y="28486"/>
                      <a:pt x="5219" y="28484"/>
                    </a:cubicBezTo>
                    <a:cubicBezTo>
                      <a:pt x="5147" y="28484"/>
                      <a:pt x="5075" y="28484"/>
                      <a:pt x="5003" y="28485"/>
                    </a:cubicBezTo>
                    <a:cubicBezTo>
                      <a:pt x="4656" y="28489"/>
                      <a:pt x="4392" y="28487"/>
                      <a:pt x="4124" y="28249"/>
                    </a:cubicBezTo>
                    <a:cubicBezTo>
                      <a:pt x="3933" y="28019"/>
                      <a:pt x="3897" y="27829"/>
                      <a:pt x="3900" y="27537"/>
                    </a:cubicBezTo>
                    <a:cubicBezTo>
                      <a:pt x="3899" y="27490"/>
                      <a:pt x="3898" y="27444"/>
                      <a:pt x="3897" y="27396"/>
                    </a:cubicBezTo>
                    <a:cubicBezTo>
                      <a:pt x="3894" y="27269"/>
                      <a:pt x="3893" y="27142"/>
                      <a:pt x="3892" y="27014"/>
                    </a:cubicBezTo>
                    <a:cubicBezTo>
                      <a:pt x="3892" y="26877"/>
                      <a:pt x="3889" y="26739"/>
                      <a:pt x="3886" y="26601"/>
                    </a:cubicBezTo>
                    <a:cubicBezTo>
                      <a:pt x="3881" y="26363"/>
                      <a:pt x="3878" y="26125"/>
                      <a:pt x="3876" y="25886"/>
                    </a:cubicBezTo>
                    <a:cubicBezTo>
                      <a:pt x="3873" y="25542"/>
                      <a:pt x="3867" y="25197"/>
                      <a:pt x="3861" y="24853"/>
                    </a:cubicBezTo>
                    <a:cubicBezTo>
                      <a:pt x="3852" y="24294"/>
                      <a:pt x="3844" y="23735"/>
                      <a:pt x="3838" y="23176"/>
                    </a:cubicBezTo>
                    <a:cubicBezTo>
                      <a:pt x="3832" y="22633"/>
                      <a:pt x="3825" y="22090"/>
                      <a:pt x="3816" y="21548"/>
                    </a:cubicBezTo>
                    <a:cubicBezTo>
                      <a:pt x="3816" y="21514"/>
                      <a:pt x="3815" y="21481"/>
                      <a:pt x="3815" y="21446"/>
                    </a:cubicBezTo>
                    <a:cubicBezTo>
                      <a:pt x="3812" y="21278"/>
                      <a:pt x="3809" y="21110"/>
                      <a:pt x="3807" y="20942"/>
                    </a:cubicBezTo>
                    <a:cubicBezTo>
                      <a:pt x="3785" y="19549"/>
                      <a:pt x="3767" y="18157"/>
                      <a:pt x="3750" y="16764"/>
                    </a:cubicBezTo>
                    <a:cubicBezTo>
                      <a:pt x="3612" y="16764"/>
                      <a:pt x="3475" y="16764"/>
                      <a:pt x="3333" y="16764"/>
                    </a:cubicBezTo>
                    <a:cubicBezTo>
                      <a:pt x="3265" y="17039"/>
                      <a:pt x="3196" y="17314"/>
                      <a:pt x="3125" y="17597"/>
                    </a:cubicBezTo>
                    <a:cubicBezTo>
                      <a:pt x="2850" y="17597"/>
                      <a:pt x="2575" y="17597"/>
                      <a:pt x="2292" y="17597"/>
                    </a:cubicBezTo>
                    <a:cubicBezTo>
                      <a:pt x="2291" y="17523"/>
                      <a:pt x="2290" y="17448"/>
                      <a:pt x="2289" y="17371"/>
                    </a:cubicBezTo>
                    <a:cubicBezTo>
                      <a:pt x="2285" y="17124"/>
                      <a:pt x="2276" y="16877"/>
                      <a:pt x="2264" y="16630"/>
                    </a:cubicBezTo>
                    <a:cubicBezTo>
                      <a:pt x="2257" y="16480"/>
                      <a:pt x="2252" y="16331"/>
                      <a:pt x="2251" y="16181"/>
                    </a:cubicBezTo>
                    <a:cubicBezTo>
                      <a:pt x="2250" y="16036"/>
                      <a:pt x="2244" y="15892"/>
                      <a:pt x="2235" y="15747"/>
                    </a:cubicBezTo>
                    <a:cubicBezTo>
                      <a:pt x="2232" y="15692"/>
                      <a:pt x="2231" y="15637"/>
                      <a:pt x="2232" y="15582"/>
                    </a:cubicBezTo>
                    <a:cubicBezTo>
                      <a:pt x="2235" y="15362"/>
                      <a:pt x="2199" y="15311"/>
                      <a:pt x="2083" y="15097"/>
                    </a:cubicBezTo>
                    <a:cubicBezTo>
                      <a:pt x="1740" y="15029"/>
                      <a:pt x="1396" y="14960"/>
                      <a:pt x="1042" y="14889"/>
                    </a:cubicBezTo>
                    <a:cubicBezTo>
                      <a:pt x="973" y="17020"/>
                      <a:pt x="904" y="19151"/>
                      <a:pt x="833" y="21347"/>
                    </a:cubicBezTo>
                    <a:cubicBezTo>
                      <a:pt x="558" y="21347"/>
                      <a:pt x="283" y="21347"/>
                      <a:pt x="0" y="21347"/>
                    </a:cubicBezTo>
                    <a:cubicBezTo>
                      <a:pt x="0" y="17979"/>
                      <a:pt x="0" y="14610"/>
                      <a:pt x="0" y="11139"/>
                    </a:cubicBezTo>
                    <a:cubicBezTo>
                      <a:pt x="344" y="11208"/>
                      <a:pt x="688" y="11276"/>
                      <a:pt x="1042" y="11347"/>
                    </a:cubicBezTo>
                    <a:cubicBezTo>
                      <a:pt x="1110" y="11485"/>
                      <a:pt x="1179" y="11622"/>
                      <a:pt x="1250" y="11764"/>
                    </a:cubicBezTo>
                    <a:cubicBezTo>
                      <a:pt x="1376" y="11833"/>
                      <a:pt x="1443" y="11864"/>
                      <a:pt x="1576" y="11894"/>
                    </a:cubicBezTo>
                    <a:cubicBezTo>
                      <a:pt x="1625" y="11907"/>
                      <a:pt x="1625" y="11907"/>
                      <a:pt x="1875" y="11972"/>
                    </a:cubicBezTo>
                    <a:cubicBezTo>
                      <a:pt x="1875" y="11560"/>
                      <a:pt x="1875" y="11147"/>
                      <a:pt x="1875" y="10722"/>
                    </a:cubicBezTo>
                    <a:cubicBezTo>
                      <a:pt x="2081" y="10722"/>
                      <a:pt x="2287" y="10722"/>
                      <a:pt x="2500" y="10722"/>
                    </a:cubicBezTo>
                    <a:cubicBezTo>
                      <a:pt x="2569" y="9897"/>
                      <a:pt x="2637" y="9072"/>
                      <a:pt x="2708" y="8222"/>
                    </a:cubicBezTo>
                    <a:cubicBezTo>
                      <a:pt x="2983" y="8291"/>
                      <a:pt x="3258" y="8360"/>
                      <a:pt x="3542" y="8431"/>
                    </a:cubicBezTo>
                    <a:cubicBezTo>
                      <a:pt x="3524" y="8865"/>
                      <a:pt x="3502" y="9299"/>
                      <a:pt x="3477" y="9733"/>
                    </a:cubicBezTo>
                    <a:cubicBezTo>
                      <a:pt x="3475" y="9765"/>
                      <a:pt x="3473" y="9798"/>
                      <a:pt x="3471" y="9831"/>
                    </a:cubicBezTo>
                    <a:cubicBezTo>
                      <a:pt x="3409" y="10841"/>
                      <a:pt x="3268" y="11802"/>
                      <a:pt x="3008" y="12780"/>
                    </a:cubicBezTo>
                    <a:cubicBezTo>
                      <a:pt x="3004" y="12793"/>
                      <a:pt x="3004" y="12793"/>
                      <a:pt x="2986" y="12862"/>
                    </a:cubicBezTo>
                    <a:cubicBezTo>
                      <a:pt x="2898" y="13192"/>
                      <a:pt x="2805" y="13520"/>
                      <a:pt x="2708" y="13847"/>
                    </a:cubicBezTo>
                    <a:cubicBezTo>
                      <a:pt x="3000" y="13848"/>
                      <a:pt x="3307" y="13829"/>
                      <a:pt x="3542" y="13639"/>
                    </a:cubicBezTo>
                    <a:cubicBezTo>
                      <a:pt x="3706" y="13306"/>
                      <a:pt x="3666" y="12875"/>
                      <a:pt x="3665" y="12511"/>
                    </a:cubicBezTo>
                    <a:cubicBezTo>
                      <a:pt x="3665" y="12351"/>
                      <a:pt x="3670" y="12191"/>
                      <a:pt x="3674" y="12031"/>
                    </a:cubicBezTo>
                    <a:cubicBezTo>
                      <a:pt x="3681" y="11754"/>
                      <a:pt x="3686" y="11476"/>
                      <a:pt x="3688" y="11199"/>
                    </a:cubicBezTo>
                    <a:cubicBezTo>
                      <a:pt x="3691" y="10797"/>
                      <a:pt x="3700" y="10396"/>
                      <a:pt x="3710" y="9994"/>
                    </a:cubicBezTo>
                    <a:cubicBezTo>
                      <a:pt x="3725" y="9342"/>
                      <a:pt x="3738" y="8691"/>
                      <a:pt x="3748" y="8039"/>
                    </a:cubicBezTo>
                    <a:cubicBezTo>
                      <a:pt x="3749" y="7999"/>
                      <a:pt x="3750" y="7960"/>
                      <a:pt x="3750" y="7920"/>
                    </a:cubicBezTo>
                    <a:cubicBezTo>
                      <a:pt x="3752" y="7762"/>
                      <a:pt x="3755" y="7604"/>
                      <a:pt x="3757" y="7446"/>
                    </a:cubicBezTo>
                    <a:cubicBezTo>
                      <a:pt x="3764" y="7011"/>
                      <a:pt x="3771" y="6576"/>
                      <a:pt x="3779" y="6141"/>
                    </a:cubicBezTo>
                    <a:cubicBezTo>
                      <a:pt x="3780" y="6102"/>
                      <a:pt x="3780" y="6064"/>
                      <a:pt x="3781" y="6024"/>
                    </a:cubicBezTo>
                    <a:cubicBezTo>
                      <a:pt x="3792" y="5374"/>
                      <a:pt x="3806" y="4725"/>
                      <a:pt x="3821" y="4076"/>
                    </a:cubicBezTo>
                    <a:cubicBezTo>
                      <a:pt x="3831" y="3675"/>
                      <a:pt x="3838" y="3275"/>
                      <a:pt x="3842" y="2875"/>
                    </a:cubicBezTo>
                    <a:cubicBezTo>
                      <a:pt x="3845" y="2600"/>
                      <a:pt x="3850" y="2326"/>
                      <a:pt x="3856" y="2051"/>
                    </a:cubicBezTo>
                    <a:cubicBezTo>
                      <a:pt x="3860" y="1893"/>
                      <a:pt x="3863" y="1735"/>
                      <a:pt x="3863" y="1576"/>
                    </a:cubicBezTo>
                    <a:cubicBezTo>
                      <a:pt x="3863" y="1431"/>
                      <a:pt x="3866" y="1286"/>
                      <a:pt x="3871" y="1141"/>
                    </a:cubicBezTo>
                    <a:cubicBezTo>
                      <a:pt x="3873" y="1064"/>
                      <a:pt x="3872" y="987"/>
                      <a:pt x="3871" y="910"/>
                    </a:cubicBezTo>
                    <a:cubicBezTo>
                      <a:pt x="3881" y="691"/>
                      <a:pt x="3916" y="542"/>
                      <a:pt x="4077" y="389"/>
                    </a:cubicBezTo>
                    <a:cubicBezTo>
                      <a:pt x="4465" y="77"/>
                      <a:pt x="4844" y="37"/>
                      <a:pt x="5325" y="43"/>
                    </a:cubicBezTo>
                    <a:close/>
                  </a:path>
                </a:pathLst>
              </a:custGeom>
              <a:solidFill>
                <a:srgbClr val="DEEAFC"/>
              </a:solidFill>
              <a:ln w="2646" cap="flat">
                <a:noFill/>
              </a:ln>
            </p:spPr>
          </p:sp>
          <p:sp>
            <p:nvSpPr>
              <p:cNvPr id="2031" name="ICON_C_WINDOWS_GRAPHIC_path_003"/>
              <p:cNvSpPr/>
              <p:nvPr/>
            </p:nvSpPr>
            <p:spPr>
              <a:xfrm>
                <a:off x="5852227" y="7285390"/>
                <a:ext cx="437245" cy="361437"/>
              </a:xfrm>
              <a:custGeom>
                <a:avLst/>
                <a:gdLst/>
                <a:ahLst/>
                <a:cxnLst/>
                <a:rect l="0" t="0" r="r" b="b"/>
                <a:pathLst>
                  <a:path w="34429" h="28460" fill="norm" stroke="0">
                    <a:moveTo>
                      <a:pt x="3253" y="43"/>
                    </a:moveTo>
                    <a:cubicBezTo>
                      <a:pt x="3326" y="42"/>
                      <a:pt x="3400" y="41"/>
                      <a:pt x="3474" y="40"/>
                    </a:cubicBezTo>
                    <a:cubicBezTo>
                      <a:pt x="3675" y="38"/>
                      <a:pt x="3877" y="39"/>
                      <a:pt x="4079" y="40"/>
                    </a:cubicBezTo>
                    <a:cubicBezTo>
                      <a:pt x="4297" y="40"/>
                      <a:pt x="4515" y="38"/>
                      <a:pt x="4732" y="37"/>
                    </a:cubicBezTo>
                    <a:cubicBezTo>
                      <a:pt x="5159" y="34"/>
                      <a:pt x="5586" y="34"/>
                      <a:pt x="6012" y="34"/>
                    </a:cubicBezTo>
                    <a:cubicBezTo>
                      <a:pt x="6359" y="35"/>
                      <a:pt x="6706" y="34"/>
                      <a:pt x="7053" y="33"/>
                    </a:cubicBezTo>
                    <a:cubicBezTo>
                      <a:pt x="7078" y="33"/>
                      <a:pt x="7078" y="33"/>
                      <a:pt x="7203" y="33"/>
                    </a:cubicBezTo>
                    <a:cubicBezTo>
                      <a:pt x="7304" y="33"/>
                      <a:pt x="7404" y="33"/>
                      <a:pt x="7504" y="32"/>
                    </a:cubicBezTo>
                    <a:cubicBezTo>
                      <a:pt x="8179" y="31"/>
                      <a:pt x="8853" y="30"/>
                      <a:pt x="9527" y="31"/>
                    </a:cubicBezTo>
                    <a:cubicBezTo>
                      <a:pt x="9554" y="31"/>
                      <a:pt x="9580" y="31"/>
                      <a:pt x="9607" y="31"/>
                    </a:cubicBezTo>
                    <a:cubicBezTo>
                      <a:pt x="9741" y="31"/>
                      <a:pt x="9874" y="31"/>
                      <a:pt x="10008" y="31"/>
                    </a:cubicBezTo>
                    <a:cubicBezTo>
                      <a:pt x="10034" y="31"/>
                      <a:pt x="10061" y="31"/>
                      <a:pt x="10088" y="31"/>
                    </a:cubicBezTo>
                    <a:cubicBezTo>
                      <a:pt x="10142" y="31"/>
                      <a:pt x="10195" y="31"/>
                      <a:pt x="10249" y="32"/>
                    </a:cubicBezTo>
                    <a:cubicBezTo>
                      <a:pt x="11083" y="33"/>
                      <a:pt x="11916" y="31"/>
                      <a:pt x="12750" y="27"/>
                    </a:cubicBezTo>
                    <a:cubicBezTo>
                      <a:pt x="13688" y="23"/>
                      <a:pt x="14625" y="21"/>
                      <a:pt x="15563" y="21"/>
                    </a:cubicBezTo>
                    <a:cubicBezTo>
                      <a:pt x="16059" y="22"/>
                      <a:pt x="16555" y="21"/>
                      <a:pt x="17051" y="18"/>
                    </a:cubicBezTo>
                    <a:cubicBezTo>
                      <a:pt x="17474" y="16"/>
                      <a:pt x="17896" y="16"/>
                      <a:pt x="18319" y="18"/>
                    </a:cubicBezTo>
                    <a:cubicBezTo>
                      <a:pt x="18534" y="19"/>
                      <a:pt x="18749" y="20"/>
                      <a:pt x="18965" y="17"/>
                    </a:cubicBezTo>
                    <a:cubicBezTo>
                      <a:pt x="20550" y="0"/>
                      <a:pt x="20550" y="0"/>
                      <a:pt x="21062" y="432"/>
                    </a:cubicBezTo>
                    <a:cubicBezTo>
                      <a:pt x="21349" y="734"/>
                      <a:pt x="21384" y="1072"/>
                      <a:pt x="21382" y="1474"/>
                    </a:cubicBezTo>
                    <a:cubicBezTo>
                      <a:pt x="21379" y="1572"/>
                      <a:pt x="21376" y="1670"/>
                      <a:pt x="21373" y="1769"/>
                    </a:cubicBezTo>
                    <a:cubicBezTo>
                      <a:pt x="21372" y="1873"/>
                      <a:pt x="21373" y="1978"/>
                      <a:pt x="21373" y="2083"/>
                    </a:cubicBezTo>
                    <a:cubicBezTo>
                      <a:pt x="21373" y="2307"/>
                      <a:pt x="21371" y="2532"/>
                      <a:pt x="21366" y="2756"/>
                    </a:cubicBezTo>
                    <a:cubicBezTo>
                      <a:pt x="21359" y="3080"/>
                      <a:pt x="21357" y="3405"/>
                      <a:pt x="21356" y="3729"/>
                    </a:cubicBezTo>
                    <a:cubicBezTo>
                      <a:pt x="21354" y="4256"/>
                      <a:pt x="21349" y="4782"/>
                      <a:pt x="21341" y="5309"/>
                    </a:cubicBezTo>
                    <a:cubicBezTo>
                      <a:pt x="21333" y="5820"/>
                      <a:pt x="21327" y="6331"/>
                      <a:pt x="21324" y="6842"/>
                    </a:cubicBezTo>
                    <a:cubicBezTo>
                      <a:pt x="21324" y="6858"/>
                      <a:pt x="21324" y="6858"/>
                      <a:pt x="21323" y="6938"/>
                    </a:cubicBezTo>
                    <a:cubicBezTo>
                      <a:pt x="21322" y="7096"/>
                      <a:pt x="21321" y="7255"/>
                      <a:pt x="21320" y="7413"/>
                    </a:cubicBezTo>
                    <a:cubicBezTo>
                      <a:pt x="21311" y="8724"/>
                      <a:pt x="21297" y="10036"/>
                      <a:pt x="21278" y="11347"/>
                    </a:cubicBezTo>
                    <a:cubicBezTo>
                      <a:pt x="21381" y="11251"/>
                      <a:pt x="21482" y="11154"/>
                      <a:pt x="21583" y="11056"/>
                    </a:cubicBezTo>
                    <a:cubicBezTo>
                      <a:pt x="21612" y="11029"/>
                      <a:pt x="21641" y="11002"/>
                      <a:pt x="21671" y="10974"/>
                    </a:cubicBezTo>
                    <a:cubicBezTo>
                      <a:pt x="21905" y="10745"/>
                      <a:pt x="21990" y="10551"/>
                      <a:pt x="22047" y="10232"/>
                    </a:cubicBezTo>
                    <a:cubicBezTo>
                      <a:pt x="22132" y="10054"/>
                      <a:pt x="22222" y="10007"/>
                      <a:pt x="22400" y="9930"/>
                    </a:cubicBezTo>
                    <a:cubicBezTo>
                      <a:pt x="22644" y="9852"/>
                      <a:pt x="22886" y="9829"/>
                      <a:pt x="23140" y="9824"/>
                    </a:cubicBezTo>
                    <a:cubicBezTo>
                      <a:pt x="23167" y="9823"/>
                      <a:pt x="23195" y="9822"/>
                      <a:pt x="23224" y="9821"/>
                    </a:cubicBezTo>
                    <a:cubicBezTo>
                      <a:pt x="23470" y="9818"/>
                      <a:pt x="23688" y="9826"/>
                      <a:pt x="23897" y="9972"/>
                    </a:cubicBezTo>
                    <a:cubicBezTo>
                      <a:pt x="24112" y="10191"/>
                      <a:pt x="24268" y="10447"/>
                      <a:pt x="24403" y="10722"/>
                    </a:cubicBezTo>
                    <a:cubicBezTo>
                      <a:pt x="24413" y="10680"/>
                      <a:pt x="24423" y="10637"/>
                      <a:pt x="24434" y="10593"/>
                    </a:cubicBezTo>
                    <a:cubicBezTo>
                      <a:pt x="24450" y="10536"/>
                      <a:pt x="24465" y="10479"/>
                      <a:pt x="24481" y="10423"/>
                    </a:cubicBezTo>
                    <a:cubicBezTo>
                      <a:pt x="24488" y="10395"/>
                      <a:pt x="24494" y="10367"/>
                      <a:pt x="24501" y="10338"/>
                    </a:cubicBezTo>
                    <a:cubicBezTo>
                      <a:pt x="24525" y="10254"/>
                      <a:pt x="24525" y="10254"/>
                      <a:pt x="24611" y="10097"/>
                    </a:cubicBezTo>
                    <a:cubicBezTo>
                      <a:pt x="25028" y="9889"/>
                      <a:pt x="25028" y="9889"/>
                      <a:pt x="26278" y="9889"/>
                    </a:cubicBezTo>
                    <a:cubicBezTo>
                      <a:pt x="26312" y="10508"/>
                      <a:pt x="26312" y="10508"/>
                      <a:pt x="26486" y="13639"/>
                    </a:cubicBezTo>
                    <a:cubicBezTo>
                      <a:pt x="26830" y="13433"/>
                      <a:pt x="27174" y="13226"/>
                      <a:pt x="27528" y="13014"/>
                    </a:cubicBezTo>
                    <a:cubicBezTo>
                      <a:pt x="27666" y="13014"/>
                      <a:pt x="27803" y="13014"/>
                      <a:pt x="27945" y="13014"/>
                    </a:cubicBezTo>
                    <a:cubicBezTo>
                      <a:pt x="27945" y="13426"/>
                      <a:pt x="27945" y="13839"/>
                      <a:pt x="27945" y="14264"/>
                    </a:cubicBezTo>
                    <a:cubicBezTo>
                      <a:pt x="28739" y="14109"/>
                      <a:pt x="28739" y="14109"/>
                      <a:pt x="28986" y="13847"/>
                    </a:cubicBezTo>
                    <a:cubicBezTo>
                      <a:pt x="29230" y="13475"/>
                      <a:pt x="29377" y="13036"/>
                      <a:pt x="29521" y="12618"/>
                    </a:cubicBezTo>
                    <a:cubicBezTo>
                      <a:pt x="29738" y="12013"/>
                      <a:pt x="29738" y="12013"/>
                      <a:pt x="29897" y="11933"/>
                    </a:cubicBezTo>
                    <a:cubicBezTo>
                      <a:pt x="30099" y="11891"/>
                      <a:pt x="30233" y="11930"/>
                      <a:pt x="30445" y="11972"/>
                    </a:cubicBezTo>
                    <a:cubicBezTo>
                      <a:pt x="30514" y="12316"/>
                      <a:pt x="30582" y="12660"/>
                      <a:pt x="30653" y="13014"/>
                    </a:cubicBezTo>
                    <a:cubicBezTo>
                      <a:pt x="30859" y="13014"/>
                      <a:pt x="31066" y="13014"/>
                      <a:pt x="31278" y="13014"/>
                    </a:cubicBezTo>
                    <a:cubicBezTo>
                      <a:pt x="31263" y="12944"/>
                      <a:pt x="31248" y="12874"/>
                      <a:pt x="31233" y="12802"/>
                    </a:cubicBezTo>
                    <a:cubicBezTo>
                      <a:pt x="31057" y="11910"/>
                      <a:pt x="31044" y="11040"/>
                      <a:pt x="31055" y="10133"/>
                    </a:cubicBezTo>
                    <a:cubicBezTo>
                      <a:pt x="31058" y="9940"/>
                      <a:pt x="31059" y="9747"/>
                      <a:pt x="31060" y="9554"/>
                    </a:cubicBezTo>
                    <a:cubicBezTo>
                      <a:pt x="31062" y="9180"/>
                      <a:pt x="31065" y="8805"/>
                      <a:pt x="31070" y="8431"/>
                    </a:cubicBezTo>
                    <a:cubicBezTo>
                      <a:pt x="31239" y="8425"/>
                      <a:pt x="31408" y="8421"/>
                      <a:pt x="31577" y="8418"/>
                    </a:cubicBezTo>
                    <a:cubicBezTo>
                      <a:pt x="31625" y="8416"/>
                      <a:pt x="31673" y="8414"/>
                      <a:pt x="31723" y="8412"/>
                    </a:cubicBezTo>
                    <a:cubicBezTo>
                      <a:pt x="31922" y="8409"/>
                      <a:pt x="32068" y="8409"/>
                      <a:pt x="32248" y="8500"/>
                    </a:cubicBezTo>
                    <a:cubicBezTo>
                      <a:pt x="32391" y="8693"/>
                      <a:pt x="32345" y="8978"/>
                      <a:pt x="32340" y="9206"/>
                    </a:cubicBezTo>
                    <a:cubicBezTo>
                      <a:pt x="32340" y="9262"/>
                      <a:pt x="32339" y="9318"/>
                      <a:pt x="32339" y="9373"/>
                    </a:cubicBezTo>
                    <a:cubicBezTo>
                      <a:pt x="32338" y="9520"/>
                      <a:pt x="32336" y="9666"/>
                      <a:pt x="32334" y="9812"/>
                    </a:cubicBezTo>
                    <a:cubicBezTo>
                      <a:pt x="32332" y="9961"/>
                      <a:pt x="32331" y="10111"/>
                      <a:pt x="32330" y="10260"/>
                    </a:cubicBezTo>
                    <a:cubicBezTo>
                      <a:pt x="32328" y="10553"/>
                      <a:pt x="32324" y="10846"/>
                      <a:pt x="32320" y="11139"/>
                    </a:cubicBezTo>
                    <a:cubicBezTo>
                      <a:pt x="32708" y="11045"/>
                      <a:pt x="32968" y="10969"/>
                      <a:pt x="33191" y="10616"/>
                    </a:cubicBezTo>
                    <a:cubicBezTo>
                      <a:pt x="33236" y="10539"/>
                      <a:pt x="33280" y="10461"/>
                      <a:pt x="33323" y="10383"/>
                    </a:cubicBezTo>
                    <a:cubicBezTo>
                      <a:pt x="33494" y="10115"/>
                      <a:pt x="33494" y="10115"/>
                      <a:pt x="33644" y="10080"/>
                    </a:cubicBezTo>
                    <a:cubicBezTo>
                      <a:pt x="33830" y="10062"/>
                      <a:pt x="34010" y="10076"/>
                      <a:pt x="34195" y="10097"/>
                    </a:cubicBezTo>
                    <a:cubicBezTo>
                      <a:pt x="34429" y="11466"/>
                      <a:pt x="34429" y="11466"/>
                      <a:pt x="34195" y="11972"/>
                    </a:cubicBezTo>
                    <a:cubicBezTo>
                      <a:pt x="33994" y="12179"/>
                      <a:pt x="33681" y="12242"/>
                      <a:pt x="33414" y="12324"/>
                    </a:cubicBezTo>
                    <a:cubicBezTo>
                      <a:pt x="33070" y="12429"/>
                      <a:pt x="32685" y="12554"/>
                      <a:pt x="32485" y="12874"/>
                    </a:cubicBezTo>
                    <a:cubicBezTo>
                      <a:pt x="32107" y="13596"/>
                      <a:pt x="31958" y="14482"/>
                      <a:pt x="31803" y="15275"/>
                    </a:cubicBezTo>
                    <a:cubicBezTo>
                      <a:pt x="31800" y="15290"/>
                      <a:pt x="31800" y="15290"/>
                      <a:pt x="31785" y="15362"/>
                    </a:cubicBezTo>
                    <a:cubicBezTo>
                      <a:pt x="31770" y="15438"/>
                      <a:pt x="31755" y="15515"/>
                      <a:pt x="31740" y="15592"/>
                    </a:cubicBezTo>
                    <a:cubicBezTo>
                      <a:pt x="31683" y="15757"/>
                      <a:pt x="31620" y="15820"/>
                      <a:pt x="31486" y="15931"/>
                    </a:cubicBezTo>
                    <a:cubicBezTo>
                      <a:pt x="31370" y="15957"/>
                      <a:pt x="31370" y="15957"/>
                      <a:pt x="31245" y="15958"/>
                    </a:cubicBezTo>
                    <a:cubicBezTo>
                      <a:pt x="31200" y="15959"/>
                      <a:pt x="31155" y="15959"/>
                      <a:pt x="31108" y="15959"/>
                    </a:cubicBezTo>
                    <a:cubicBezTo>
                      <a:pt x="31061" y="15958"/>
                      <a:pt x="31014" y="15957"/>
                      <a:pt x="30966" y="15957"/>
                    </a:cubicBezTo>
                    <a:cubicBezTo>
                      <a:pt x="30919" y="15957"/>
                      <a:pt x="30871" y="15958"/>
                      <a:pt x="30823" y="15959"/>
                    </a:cubicBezTo>
                    <a:cubicBezTo>
                      <a:pt x="30626" y="15958"/>
                      <a:pt x="30484" y="15952"/>
                      <a:pt x="30309" y="15858"/>
                    </a:cubicBezTo>
                    <a:cubicBezTo>
                      <a:pt x="30193" y="15641"/>
                      <a:pt x="30215" y="15430"/>
                      <a:pt x="30223" y="15188"/>
                    </a:cubicBezTo>
                    <a:cubicBezTo>
                      <a:pt x="30224" y="15140"/>
                      <a:pt x="30225" y="15091"/>
                      <a:pt x="30226" y="15041"/>
                    </a:cubicBezTo>
                    <a:cubicBezTo>
                      <a:pt x="30229" y="14921"/>
                      <a:pt x="30232" y="14801"/>
                      <a:pt x="30236" y="14681"/>
                    </a:cubicBezTo>
                    <a:cubicBezTo>
                      <a:pt x="30030" y="14681"/>
                      <a:pt x="29824" y="14681"/>
                      <a:pt x="29611" y="14681"/>
                    </a:cubicBezTo>
                    <a:cubicBezTo>
                      <a:pt x="29543" y="16468"/>
                      <a:pt x="29474" y="18256"/>
                      <a:pt x="29403" y="20097"/>
                    </a:cubicBezTo>
                    <a:cubicBezTo>
                      <a:pt x="29059" y="20029"/>
                      <a:pt x="28716" y="19960"/>
                      <a:pt x="28361" y="19889"/>
                    </a:cubicBezTo>
                    <a:cubicBezTo>
                      <a:pt x="28361" y="18651"/>
                      <a:pt x="28361" y="17414"/>
                      <a:pt x="28361" y="16139"/>
                    </a:cubicBezTo>
                    <a:cubicBezTo>
                      <a:pt x="27651" y="16613"/>
                      <a:pt x="27651" y="16613"/>
                      <a:pt x="27564" y="17036"/>
                    </a:cubicBezTo>
                    <a:cubicBezTo>
                      <a:pt x="27558" y="17064"/>
                      <a:pt x="27552" y="17092"/>
                      <a:pt x="27545" y="17121"/>
                    </a:cubicBezTo>
                    <a:cubicBezTo>
                      <a:pt x="27534" y="17179"/>
                      <a:pt x="27522" y="17237"/>
                      <a:pt x="27511" y="17294"/>
                    </a:cubicBezTo>
                    <a:cubicBezTo>
                      <a:pt x="27471" y="17483"/>
                      <a:pt x="27435" y="17648"/>
                      <a:pt x="27320" y="17806"/>
                    </a:cubicBezTo>
                    <a:cubicBezTo>
                      <a:pt x="27119" y="17878"/>
                      <a:pt x="26900" y="17839"/>
                      <a:pt x="26695" y="17806"/>
                    </a:cubicBezTo>
                    <a:cubicBezTo>
                      <a:pt x="26696" y="17783"/>
                      <a:pt x="26697" y="17760"/>
                      <a:pt x="26699" y="17736"/>
                    </a:cubicBezTo>
                    <a:cubicBezTo>
                      <a:pt x="26713" y="17496"/>
                      <a:pt x="26722" y="17256"/>
                      <a:pt x="26729" y="17016"/>
                    </a:cubicBezTo>
                    <a:cubicBezTo>
                      <a:pt x="26732" y="16926"/>
                      <a:pt x="26736" y="16837"/>
                      <a:pt x="26742" y="16747"/>
                    </a:cubicBezTo>
                    <a:cubicBezTo>
                      <a:pt x="26777" y="16145"/>
                      <a:pt x="26777" y="16145"/>
                      <a:pt x="26695" y="15931"/>
                    </a:cubicBezTo>
                    <a:cubicBezTo>
                      <a:pt x="26526" y="15767"/>
                      <a:pt x="26294" y="15742"/>
                      <a:pt x="26070" y="15722"/>
                    </a:cubicBezTo>
                    <a:cubicBezTo>
                      <a:pt x="26070" y="15929"/>
                      <a:pt x="26070" y="16135"/>
                      <a:pt x="26070" y="16347"/>
                    </a:cubicBezTo>
                    <a:cubicBezTo>
                      <a:pt x="25864" y="16347"/>
                      <a:pt x="25657" y="16347"/>
                      <a:pt x="25445" y="16347"/>
                    </a:cubicBezTo>
                    <a:cubicBezTo>
                      <a:pt x="25445" y="15797"/>
                      <a:pt x="25445" y="15247"/>
                      <a:pt x="25445" y="14681"/>
                    </a:cubicBezTo>
                    <a:cubicBezTo>
                      <a:pt x="25239" y="14681"/>
                      <a:pt x="25032" y="14681"/>
                      <a:pt x="24820" y="14681"/>
                    </a:cubicBezTo>
                    <a:cubicBezTo>
                      <a:pt x="24815" y="14702"/>
                      <a:pt x="24815" y="14702"/>
                      <a:pt x="24789" y="14812"/>
                    </a:cubicBezTo>
                    <a:cubicBezTo>
                      <a:pt x="24765" y="14913"/>
                      <a:pt x="24740" y="15013"/>
                      <a:pt x="24713" y="15114"/>
                    </a:cubicBezTo>
                    <a:cubicBezTo>
                      <a:pt x="24653" y="15338"/>
                      <a:pt x="24602" y="15561"/>
                      <a:pt x="24560" y="15789"/>
                    </a:cubicBezTo>
                    <a:cubicBezTo>
                      <a:pt x="24362" y="16839"/>
                      <a:pt x="24362" y="16839"/>
                      <a:pt x="24087" y="17058"/>
                    </a:cubicBezTo>
                    <a:cubicBezTo>
                      <a:pt x="23718" y="17222"/>
                      <a:pt x="23304" y="17215"/>
                      <a:pt x="22915" y="17138"/>
                    </a:cubicBezTo>
                    <a:cubicBezTo>
                      <a:pt x="22559" y="17075"/>
                      <a:pt x="22559" y="17075"/>
                      <a:pt x="22401" y="17116"/>
                    </a:cubicBezTo>
                    <a:cubicBezTo>
                      <a:pt x="22141" y="17324"/>
                      <a:pt x="22108" y="17880"/>
                      <a:pt x="22071" y="18192"/>
                    </a:cubicBezTo>
                    <a:cubicBezTo>
                      <a:pt x="21998" y="18508"/>
                      <a:pt x="21998" y="18508"/>
                      <a:pt x="21903" y="18639"/>
                    </a:cubicBezTo>
                    <a:cubicBezTo>
                      <a:pt x="21767" y="18710"/>
                      <a:pt x="21628" y="18737"/>
                      <a:pt x="21477" y="18764"/>
                    </a:cubicBezTo>
                    <a:cubicBezTo>
                      <a:pt x="21438" y="18773"/>
                      <a:pt x="21399" y="18781"/>
                      <a:pt x="21359" y="18790"/>
                    </a:cubicBezTo>
                    <a:cubicBezTo>
                      <a:pt x="21263" y="18810"/>
                      <a:pt x="21166" y="18829"/>
                      <a:pt x="21070" y="18847"/>
                    </a:cubicBezTo>
                    <a:cubicBezTo>
                      <a:pt x="21070" y="18893"/>
                      <a:pt x="21070" y="18939"/>
                      <a:pt x="21070" y="18986"/>
                    </a:cubicBezTo>
                    <a:cubicBezTo>
                      <a:pt x="21075" y="20074"/>
                      <a:pt x="21078" y="21162"/>
                      <a:pt x="21080" y="22250"/>
                    </a:cubicBezTo>
                    <a:cubicBezTo>
                      <a:pt x="21081" y="22384"/>
                      <a:pt x="21081" y="22518"/>
                      <a:pt x="21081" y="22652"/>
                    </a:cubicBezTo>
                    <a:cubicBezTo>
                      <a:pt x="21081" y="22678"/>
                      <a:pt x="21081" y="22705"/>
                      <a:pt x="21081" y="22733"/>
                    </a:cubicBezTo>
                    <a:cubicBezTo>
                      <a:pt x="21082" y="23164"/>
                      <a:pt x="21084" y="23596"/>
                      <a:pt x="21086" y="24027"/>
                    </a:cubicBezTo>
                    <a:cubicBezTo>
                      <a:pt x="21088" y="24470"/>
                      <a:pt x="21089" y="24913"/>
                      <a:pt x="21089" y="25356"/>
                    </a:cubicBezTo>
                    <a:cubicBezTo>
                      <a:pt x="21090" y="25605"/>
                      <a:pt x="21090" y="25854"/>
                      <a:pt x="21092" y="26102"/>
                    </a:cubicBezTo>
                    <a:cubicBezTo>
                      <a:pt x="21093" y="26337"/>
                      <a:pt x="21094" y="26571"/>
                      <a:pt x="21093" y="26805"/>
                    </a:cubicBezTo>
                    <a:cubicBezTo>
                      <a:pt x="21093" y="26891"/>
                      <a:pt x="21094" y="26977"/>
                      <a:pt x="21095" y="27063"/>
                    </a:cubicBezTo>
                    <a:cubicBezTo>
                      <a:pt x="21102" y="27920"/>
                      <a:pt x="21102" y="27920"/>
                      <a:pt x="20952" y="28156"/>
                    </a:cubicBezTo>
                    <a:cubicBezTo>
                      <a:pt x="20722" y="28324"/>
                      <a:pt x="20392" y="28287"/>
                      <a:pt x="20119" y="28289"/>
                    </a:cubicBezTo>
                    <a:cubicBezTo>
                      <a:pt x="20041" y="28291"/>
                      <a:pt x="19963" y="28293"/>
                      <a:pt x="19885" y="28295"/>
                    </a:cubicBezTo>
                    <a:cubicBezTo>
                      <a:pt x="19671" y="28301"/>
                      <a:pt x="19456" y="28304"/>
                      <a:pt x="19241" y="28306"/>
                    </a:cubicBezTo>
                    <a:cubicBezTo>
                      <a:pt x="19010" y="28310"/>
                      <a:pt x="18779" y="28315"/>
                      <a:pt x="18549" y="28321"/>
                    </a:cubicBezTo>
                    <a:cubicBezTo>
                      <a:pt x="18123" y="28330"/>
                      <a:pt x="17697" y="28337"/>
                      <a:pt x="17271" y="28344"/>
                    </a:cubicBezTo>
                    <a:cubicBezTo>
                      <a:pt x="16879" y="28350"/>
                      <a:pt x="16486" y="28356"/>
                      <a:pt x="16093" y="28364"/>
                    </a:cubicBezTo>
                    <a:cubicBezTo>
                      <a:pt x="13274" y="28417"/>
                      <a:pt x="10454" y="28447"/>
                      <a:pt x="6881" y="28456"/>
                    </a:cubicBezTo>
                    <a:cubicBezTo>
                      <a:pt x="6582" y="28456"/>
                      <a:pt x="6284" y="28457"/>
                      <a:pt x="5986" y="28458"/>
                    </a:cubicBezTo>
                    <a:cubicBezTo>
                      <a:pt x="5470" y="28459"/>
                      <a:pt x="4954" y="28460"/>
                      <a:pt x="4438" y="28459"/>
                    </a:cubicBezTo>
                    <a:cubicBezTo>
                      <a:pt x="4266" y="28458"/>
                      <a:pt x="4095" y="28458"/>
                      <a:pt x="3924" y="28459"/>
                    </a:cubicBezTo>
                    <a:cubicBezTo>
                      <a:pt x="3727" y="28460"/>
                      <a:pt x="3530" y="28459"/>
                      <a:pt x="3334" y="28458"/>
                    </a:cubicBezTo>
                    <a:cubicBezTo>
                      <a:pt x="3262" y="28458"/>
                      <a:pt x="3191" y="28458"/>
                      <a:pt x="3120" y="28458"/>
                    </a:cubicBezTo>
                    <a:cubicBezTo>
                      <a:pt x="3023" y="28459"/>
                      <a:pt x="2927" y="28458"/>
                      <a:pt x="2830" y="28457"/>
                    </a:cubicBezTo>
                    <a:cubicBezTo>
                      <a:pt x="2802" y="28457"/>
                      <a:pt x="2774" y="28458"/>
                      <a:pt x="2746" y="28458"/>
                    </a:cubicBezTo>
                    <a:cubicBezTo>
                      <a:pt x="2605" y="28455"/>
                      <a:pt x="2526" y="28429"/>
                      <a:pt x="2406" y="28355"/>
                    </a:cubicBezTo>
                    <a:cubicBezTo>
                      <a:pt x="2261" y="28184"/>
                      <a:pt x="2292" y="27958"/>
                      <a:pt x="2295" y="27746"/>
                    </a:cubicBezTo>
                    <a:cubicBezTo>
                      <a:pt x="2294" y="27698"/>
                      <a:pt x="2294" y="27649"/>
                      <a:pt x="2294" y="27599"/>
                    </a:cubicBezTo>
                    <a:cubicBezTo>
                      <a:pt x="2294" y="27464"/>
                      <a:pt x="2294" y="27329"/>
                      <a:pt x="2295" y="27194"/>
                    </a:cubicBezTo>
                    <a:cubicBezTo>
                      <a:pt x="2296" y="27049"/>
                      <a:pt x="2296" y="26903"/>
                      <a:pt x="2296" y="26757"/>
                    </a:cubicBezTo>
                    <a:cubicBezTo>
                      <a:pt x="2296" y="26505"/>
                      <a:pt x="2296" y="26253"/>
                      <a:pt x="2298" y="26001"/>
                    </a:cubicBezTo>
                    <a:cubicBezTo>
                      <a:pt x="2299" y="25636"/>
                      <a:pt x="2300" y="25272"/>
                      <a:pt x="2300" y="24907"/>
                    </a:cubicBezTo>
                    <a:cubicBezTo>
                      <a:pt x="2301" y="24316"/>
                      <a:pt x="2302" y="23724"/>
                      <a:pt x="2304" y="23133"/>
                    </a:cubicBezTo>
                    <a:cubicBezTo>
                      <a:pt x="2306" y="22558"/>
                      <a:pt x="2307" y="21984"/>
                      <a:pt x="2308" y="21409"/>
                    </a:cubicBezTo>
                    <a:cubicBezTo>
                      <a:pt x="2308" y="21374"/>
                      <a:pt x="2308" y="21339"/>
                      <a:pt x="2308" y="21302"/>
                    </a:cubicBezTo>
                    <a:cubicBezTo>
                      <a:pt x="2309" y="21124"/>
                      <a:pt x="2309" y="20947"/>
                      <a:pt x="2309" y="20769"/>
                    </a:cubicBezTo>
                    <a:cubicBezTo>
                      <a:pt x="2311" y="19295"/>
                      <a:pt x="2315" y="17821"/>
                      <a:pt x="2320" y="16347"/>
                    </a:cubicBezTo>
                    <a:cubicBezTo>
                      <a:pt x="2045" y="16347"/>
                      <a:pt x="1770" y="16347"/>
                      <a:pt x="1486" y="16347"/>
                    </a:cubicBezTo>
                    <a:cubicBezTo>
                      <a:pt x="1349" y="17929"/>
                      <a:pt x="1211" y="19510"/>
                      <a:pt x="1070" y="21139"/>
                    </a:cubicBezTo>
                    <a:cubicBezTo>
                      <a:pt x="864" y="21139"/>
                      <a:pt x="657" y="21139"/>
                      <a:pt x="445" y="21139"/>
                    </a:cubicBezTo>
                    <a:cubicBezTo>
                      <a:pt x="442" y="21051"/>
                      <a:pt x="440" y="20964"/>
                      <a:pt x="438" y="20874"/>
                    </a:cubicBezTo>
                    <a:cubicBezTo>
                      <a:pt x="418" y="20050"/>
                      <a:pt x="396" y="19225"/>
                      <a:pt x="374" y="18401"/>
                    </a:cubicBezTo>
                    <a:cubicBezTo>
                      <a:pt x="363" y="17977"/>
                      <a:pt x="351" y="17553"/>
                      <a:pt x="341" y="17129"/>
                    </a:cubicBezTo>
                    <a:cubicBezTo>
                      <a:pt x="332" y="16759"/>
                      <a:pt x="322" y="16390"/>
                      <a:pt x="312" y="16020"/>
                    </a:cubicBezTo>
                    <a:cubicBezTo>
                      <a:pt x="306" y="15825"/>
                      <a:pt x="301" y="15629"/>
                      <a:pt x="297" y="15434"/>
                    </a:cubicBezTo>
                    <a:cubicBezTo>
                      <a:pt x="293" y="15249"/>
                      <a:pt x="288" y="15064"/>
                      <a:pt x="282" y="14880"/>
                    </a:cubicBezTo>
                    <a:cubicBezTo>
                      <a:pt x="280" y="14813"/>
                      <a:pt x="279" y="14745"/>
                      <a:pt x="277" y="14678"/>
                    </a:cubicBezTo>
                    <a:cubicBezTo>
                      <a:pt x="271" y="14346"/>
                      <a:pt x="249" y="14055"/>
                      <a:pt x="131" y="13743"/>
                    </a:cubicBezTo>
                    <a:cubicBezTo>
                      <a:pt x="1" y="13398"/>
                      <a:pt x="0" y="13075"/>
                      <a:pt x="4" y="12709"/>
                    </a:cubicBezTo>
                    <a:cubicBezTo>
                      <a:pt x="4" y="12640"/>
                      <a:pt x="4" y="12570"/>
                      <a:pt x="4" y="12500"/>
                    </a:cubicBezTo>
                    <a:cubicBezTo>
                      <a:pt x="4" y="12312"/>
                      <a:pt x="5" y="12125"/>
                      <a:pt x="7" y="11937"/>
                    </a:cubicBezTo>
                    <a:cubicBezTo>
                      <a:pt x="8" y="11740"/>
                      <a:pt x="8" y="11543"/>
                      <a:pt x="9" y="11346"/>
                    </a:cubicBezTo>
                    <a:cubicBezTo>
                      <a:pt x="9" y="10974"/>
                      <a:pt x="11" y="10602"/>
                      <a:pt x="13" y="10231"/>
                    </a:cubicBezTo>
                    <a:cubicBezTo>
                      <a:pt x="15" y="9807"/>
                      <a:pt x="16" y="9383"/>
                      <a:pt x="17" y="8960"/>
                    </a:cubicBezTo>
                    <a:cubicBezTo>
                      <a:pt x="20" y="8089"/>
                      <a:pt x="23" y="7218"/>
                      <a:pt x="28" y="6347"/>
                    </a:cubicBezTo>
                    <a:cubicBezTo>
                      <a:pt x="303" y="6347"/>
                      <a:pt x="578" y="6347"/>
                      <a:pt x="861" y="6347"/>
                    </a:cubicBezTo>
                    <a:cubicBezTo>
                      <a:pt x="864" y="6430"/>
                      <a:pt x="866" y="6513"/>
                      <a:pt x="868" y="6597"/>
                    </a:cubicBezTo>
                    <a:cubicBezTo>
                      <a:pt x="888" y="7376"/>
                      <a:pt x="910" y="8155"/>
                      <a:pt x="932" y="8933"/>
                    </a:cubicBezTo>
                    <a:cubicBezTo>
                      <a:pt x="944" y="9334"/>
                      <a:pt x="955" y="9734"/>
                      <a:pt x="965" y="10134"/>
                    </a:cubicBezTo>
                    <a:cubicBezTo>
                      <a:pt x="974" y="10483"/>
                      <a:pt x="984" y="10832"/>
                      <a:pt x="994" y="11181"/>
                    </a:cubicBezTo>
                    <a:cubicBezTo>
                      <a:pt x="1000" y="11366"/>
                      <a:pt x="1005" y="11550"/>
                      <a:pt x="1009" y="11735"/>
                    </a:cubicBezTo>
                    <a:cubicBezTo>
                      <a:pt x="1013" y="11909"/>
                      <a:pt x="1018" y="12083"/>
                      <a:pt x="1024" y="12257"/>
                    </a:cubicBezTo>
                    <a:cubicBezTo>
                      <a:pt x="1026" y="12321"/>
                      <a:pt x="1027" y="12385"/>
                      <a:pt x="1029" y="12448"/>
                    </a:cubicBezTo>
                    <a:cubicBezTo>
                      <a:pt x="1035" y="12768"/>
                      <a:pt x="1045" y="13075"/>
                      <a:pt x="1205" y="13361"/>
                    </a:cubicBezTo>
                    <a:cubicBezTo>
                      <a:pt x="1303" y="13455"/>
                      <a:pt x="1366" y="13455"/>
                      <a:pt x="1499" y="13457"/>
                    </a:cubicBezTo>
                    <a:cubicBezTo>
                      <a:pt x="1565" y="13450"/>
                      <a:pt x="1630" y="13442"/>
                      <a:pt x="1695" y="13431"/>
                    </a:cubicBezTo>
                    <a:cubicBezTo>
                      <a:pt x="1946" y="12169"/>
                      <a:pt x="1941" y="10897"/>
                      <a:pt x="1952" y="9617"/>
                    </a:cubicBezTo>
                    <a:cubicBezTo>
                      <a:pt x="1954" y="9302"/>
                      <a:pt x="1959" y="8988"/>
                      <a:pt x="1963" y="8673"/>
                    </a:cubicBezTo>
                    <a:cubicBezTo>
                      <a:pt x="1971" y="8112"/>
                      <a:pt x="1978" y="7551"/>
                      <a:pt x="1985" y="6990"/>
                    </a:cubicBezTo>
                    <a:cubicBezTo>
                      <a:pt x="1985" y="6956"/>
                      <a:pt x="1986" y="6923"/>
                      <a:pt x="1986" y="6889"/>
                    </a:cubicBezTo>
                    <a:cubicBezTo>
                      <a:pt x="1992" y="6413"/>
                      <a:pt x="1997" y="5938"/>
                      <a:pt x="2001" y="5463"/>
                    </a:cubicBezTo>
                    <a:cubicBezTo>
                      <a:pt x="2002" y="5429"/>
                      <a:pt x="2002" y="5395"/>
                      <a:pt x="2002" y="5361"/>
                    </a:cubicBezTo>
                    <a:cubicBezTo>
                      <a:pt x="2003" y="5327"/>
                      <a:pt x="2003" y="5294"/>
                      <a:pt x="2003" y="5259"/>
                    </a:cubicBezTo>
                    <a:cubicBezTo>
                      <a:pt x="2009" y="4698"/>
                      <a:pt x="2016" y="4137"/>
                      <a:pt x="2025" y="3576"/>
                    </a:cubicBezTo>
                    <a:cubicBezTo>
                      <a:pt x="2030" y="3232"/>
                      <a:pt x="2034" y="2888"/>
                      <a:pt x="2036" y="2543"/>
                    </a:cubicBezTo>
                    <a:cubicBezTo>
                      <a:pt x="2037" y="2308"/>
                      <a:pt x="2040" y="2072"/>
                      <a:pt x="2044" y="1837"/>
                    </a:cubicBezTo>
                    <a:cubicBezTo>
                      <a:pt x="2047" y="1701"/>
                      <a:pt x="2049" y="1566"/>
                      <a:pt x="2048" y="1431"/>
                    </a:cubicBezTo>
                    <a:cubicBezTo>
                      <a:pt x="2049" y="1283"/>
                      <a:pt x="2051" y="1136"/>
                      <a:pt x="2055" y="989"/>
                    </a:cubicBezTo>
                    <a:cubicBezTo>
                      <a:pt x="2054" y="947"/>
                      <a:pt x="2054" y="904"/>
                      <a:pt x="2053" y="861"/>
                    </a:cubicBezTo>
                    <a:cubicBezTo>
                      <a:pt x="2062" y="618"/>
                      <a:pt x="2121" y="467"/>
                      <a:pt x="2278" y="279"/>
                    </a:cubicBezTo>
                    <a:cubicBezTo>
                      <a:pt x="2571" y="18"/>
                      <a:pt x="2877" y="38"/>
                      <a:pt x="3253" y="43"/>
                    </a:cubicBezTo>
                    <a:close/>
                  </a:path>
                </a:pathLst>
              </a:custGeom>
              <a:solidFill>
                <a:srgbClr val="FCD7E4"/>
              </a:solidFill>
              <a:ln w="2646" cap="flat">
                <a:noFill/>
              </a:ln>
            </p:spPr>
          </p:sp>
          <p:sp>
            <p:nvSpPr>
              <p:cNvPr id="2032" name="ICON_C_WINDOWS_GRAPHIC_path_004"/>
              <p:cNvSpPr/>
              <p:nvPr/>
            </p:nvSpPr>
            <p:spPr>
              <a:xfrm>
                <a:off x="6281209" y="7285638"/>
                <a:ext cx="371298" cy="364257"/>
              </a:xfrm>
              <a:custGeom>
                <a:avLst/>
                <a:gdLst/>
                <a:ahLst/>
                <a:cxnLst/>
                <a:rect l="0" t="0" r="r" b="b"/>
                <a:pathLst>
                  <a:path w="29236" h="28682" fill="norm" stroke="0">
                    <a:moveTo>
                      <a:pt x="7801" y="25"/>
                    </a:moveTo>
                    <a:cubicBezTo>
                      <a:pt x="7874" y="24"/>
                      <a:pt x="7947" y="24"/>
                      <a:pt x="8020" y="23"/>
                    </a:cubicBezTo>
                    <a:cubicBezTo>
                      <a:pt x="8220" y="21"/>
                      <a:pt x="8420" y="22"/>
                      <a:pt x="8620" y="23"/>
                    </a:cubicBezTo>
                    <a:cubicBezTo>
                      <a:pt x="8835" y="24"/>
                      <a:pt x="9051" y="23"/>
                      <a:pt x="9267" y="22"/>
                    </a:cubicBezTo>
                    <a:cubicBezTo>
                      <a:pt x="9689" y="20"/>
                      <a:pt x="10111" y="20"/>
                      <a:pt x="10534" y="21"/>
                    </a:cubicBezTo>
                    <a:cubicBezTo>
                      <a:pt x="10877" y="22"/>
                      <a:pt x="11221" y="23"/>
                      <a:pt x="11564" y="22"/>
                    </a:cubicBezTo>
                    <a:cubicBezTo>
                      <a:pt x="11613" y="22"/>
                      <a:pt x="11662" y="22"/>
                      <a:pt x="11713" y="22"/>
                    </a:cubicBezTo>
                    <a:cubicBezTo>
                      <a:pt x="11812" y="22"/>
                      <a:pt x="11911" y="21"/>
                      <a:pt x="12010" y="21"/>
                    </a:cubicBezTo>
                    <a:cubicBezTo>
                      <a:pt x="12916" y="20"/>
                      <a:pt x="13821" y="21"/>
                      <a:pt x="14726" y="24"/>
                    </a:cubicBezTo>
                    <a:cubicBezTo>
                      <a:pt x="15551" y="26"/>
                      <a:pt x="16376" y="25"/>
                      <a:pt x="17201" y="23"/>
                    </a:cubicBezTo>
                    <a:cubicBezTo>
                      <a:pt x="18130" y="21"/>
                      <a:pt x="19058" y="20"/>
                      <a:pt x="19986" y="21"/>
                    </a:cubicBezTo>
                    <a:cubicBezTo>
                      <a:pt x="20085" y="22"/>
                      <a:pt x="20184" y="22"/>
                      <a:pt x="20283" y="22"/>
                    </a:cubicBezTo>
                    <a:cubicBezTo>
                      <a:pt x="20331" y="22"/>
                      <a:pt x="20380" y="22"/>
                      <a:pt x="20430" y="22"/>
                    </a:cubicBezTo>
                    <a:cubicBezTo>
                      <a:pt x="20773" y="23"/>
                      <a:pt x="21116" y="22"/>
                      <a:pt x="21459" y="21"/>
                    </a:cubicBezTo>
                    <a:cubicBezTo>
                      <a:pt x="21877" y="20"/>
                      <a:pt x="22295" y="20"/>
                      <a:pt x="22713" y="22"/>
                    </a:cubicBezTo>
                    <a:cubicBezTo>
                      <a:pt x="22926" y="23"/>
                      <a:pt x="23139" y="24"/>
                      <a:pt x="23353" y="23"/>
                    </a:cubicBezTo>
                    <a:cubicBezTo>
                      <a:pt x="23548" y="21"/>
                      <a:pt x="23743" y="22"/>
                      <a:pt x="23939" y="24"/>
                    </a:cubicBezTo>
                    <a:cubicBezTo>
                      <a:pt x="24009" y="25"/>
                      <a:pt x="24080" y="24"/>
                      <a:pt x="24150" y="23"/>
                    </a:cubicBezTo>
                    <a:cubicBezTo>
                      <a:pt x="24623" y="17"/>
                      <a:pt x="25009" y="97"/>
                      <a:pt x="25364" y="432"/>
                    </a:cubicBezTo>
                    <a:cubicBezTo>
                      <a:pt x="25512" y="607"/>
                      <a:pt x="25500" y="809"/>
                      <a:pt x="25492" y="1027"/>
                    </a:cubicBezTo>
                    <a:cubicBezTo>
                      <a:pt x="25492" y="1080"/>
                      <a:pt x="25493" y="1133"/>
                      <a:pt x="25493" y="1185"/>
                    </a:cubicBezTo>
                    <a:cubicBezTo>
                      <a:pt x="25495" y="1329"/>
                      <a:pt x="25492" y="1473"/>
                      <a:pt x="25489" y="1617"/>
                    </a:cubicBezTo>
                    <a:cubicBezTo>
                      <a:pt x="25486" y="1773"/>
                      <a:pt x="25487" y="1928"/>
                      <a:pt x="25488" y="2084"/>
                    </a:cubicBezTo>
                    <a:cubicBezTo>
                      <a:pt x="25488" y="2353"/>
                      <a:pt x="25486" y="2623"/>
                      <a:pt x="25483" y="2892"/>
                    </a:cubicBezTo>
                    <a:cubicBezTo>
                      <a:pt x="25478" y="3281"/>
                      <a:pt x="25476" y="3671"/>
                      <a:pt x="25475" y="4060"/>
                    </a:cubicBezTo>
                    <a:cubicBezTo>
                      <a:pt x="25474" y="4692"/>
                      <a:pt x="25470" y="5324"/>
                      <a:pt x="25464" y="5955"/>
                    </a:cubicBezTo>
                    <a:cubicBezTo>
                      <a:pt x="25458" y="6569"/>
                      <a:pt x="25454" y="7183"/>
                      <a:pt x="25451" y="7796"/>
                    </a:cubicBezTo>
                    <a:cubicBezTo>
                      <a:pt x="25451" y="7834"/>
                      <a:pt x="25451" y="7872"/>
                      <a:pt x="25450" y="7911"/>
                    </a:cubicBezTo>
                    <a:cubicBezTo>
                      <a:pt x="25450" y="8101"/>
                      <a:pt x="25449" y="8290"/>
                      <a:pt x="25448" y="8480"/>
                    </a:cubicBezTo>
                    <a:cubicBezTo>
                      <a:pt x="25442" y="10055"/>
                      <a:pt x="25431" y="11629"/>
                      <a:pt x="25417" y="13203"/>
                    </a:cubicBezTo>
                    <a:cubicBezTo>
                      <a:pt x="25432" y="13203"/>
                      <a:pt x="25432" y="13203"/>
                      <a:pt x="25508" y="13201"/>
                    </a:cubicBezTo>
                    <a:cubicBezTo>
                      <a:pt x="25645" y="13199"/>
                      <a:pt x="25782" y="13198"/>
                      <a:pt x="25920" y="13197"/>
                    </a:cubicBezTo>
                    <a:cubicBezTo>
                      <a:pt x="25967" y="13196"/>
                      <a:pt x="26014" y="13195"/>
                      <a:pt x="26063" y="13195"/>
                    </a:cubicBezTo>
                    <a:cubicBezTo>
                      <a:pt x="26407" y="13192"/>
                      <a:pt x="26646" y="13223"/>
                      <a:pt x="26940" y="13411"/>
                    </a:cubicBezTo>
                    <a:cubicBezTo>
                      <a:pt x="26975" y="13431"/>
                      <a:pt x="27010" y="13451"/>
                      <a:pt x="27046" y="13471"/>
                    </a:cubicBezTo>
                    <a:cubicBezTo>
                      <a:pt x="27129" y="13519"/>
                      <a:pt x="27211" y="13568"/>
                      <a:pt x="27292" y="13619"/>
                    </a:cubicBezTo>
                    <a:cubicBezTo>
                      <a:pt x="27297" y="13577"/>
                      <a:pt x="27302" y="13535"/>
                      <a:pt x="27308" y="13492"/>
                    </a:cubicBezTo>
                    <a:cubicBezTo>
                      <a:pt x="27327" y="13334"/>
                      <a:pt x="27348" y="13177"/>
                      <a:pt x="27369" y="13019"/>
                    </a:cubicBezTo>
                    <a:cubicBezTo>
                      <a:pt x="27378" y="12951"/>
                      <a:pt x="27387" y="12884"/>
                      <a:pt x="27395" y="12816"/>
                    </a:cubicBezTo>
                    <a:cubicBezTo>
                      <a:pt x="27504" y="11940"/>
                      <a:pt x="27504" y="11940"/>
                      <a:pt x="27708" y="11744"/>
                    </a:cubicBezTo>
                    <a:cubicBezTo>
                      <a:pt x="28026" y="11622"/>
                      <a:pt x="28425" y="11663"/>
                      <a:pt x="28750" y="11744"/>
                    </a:cubicBezTo>
                    <a:cubicBezTo>
                      <a:pt x="28936" y="11827"/>
                      <a:pt x="29029" y="11951"/>
                      <a:pt x="29109" y="12135"/>
                    </a:cubicBezTo>
                    <a:cubicBezTo>
                      <a:pt x="29204" y="12452"/>
                      <a:pt x="29211" y="12783"/>
                      <a:pt x="29219" y="13111"/>
                    </a:cubicBezTo>
                    <a:cubicBezTo>
                      <a:pt x="29220" y="13144"/>
                      <a:pt x="29221" y="13176"/>
                      <a:pt x="29222" y="13209"/>
                    </a:cubicBezTo>
                    <a:cubicBezTo>
                      <a:pt x="29236" y="13741"/>
                      <a:pt x="29236" y="13741"/>
                      <a:pt x="29075" y="13942"/>
                    </a:cubicBezTo>
                    <a:cubicBezTo>
                      <a:pt x="29000" y="14008"/>
                      <a:pt x="28925" y="14072"/>
                      <a:pt x="28849" y="14136"/>
                    </a:cubicBezTo>
                    <a:cubicBezTo>
                      <a:pt x="28657" y="14346"/>
                      <a:pt x="28651" y="14622"/>
                      <a:pt x="28620" y="14895"/>
                    </a:cubicBezTo>
                    <a:cubicBezTo>
                      <a:pt x="28612" y="14954"/>
                      <a:pt x="28604" y="15012"/>
                      <a:pt x="28595" y="15070"/>
                    </a:cubicBezTo>
                    <a:cubicBezTo>
                      <a:pt x="28575" y="15212"/>
                      <a:pt x="28559" y="15353"/>
                      <a:pt x="28542" y="15494"/>
                    </a:cubicBezTo>
                    <a:cubicBezTo>
                      <a:pt x="28335" y="15494"/>
                      <a:pt x="28129" y="15494"/>
                      <a:pt x="27917" y="15494"/>
                    </a:cubicBezTo>
                    <a:cubicBezTo>
                      <a:pt x="27917" y="15357"/>
                      <a:pt x="27917" y="15219"/>
                      <a:pt x="27917" y="15078"/>
                    </a:cubicBezTo>
                    <a:cubicBezTo>
                      <a:pt x="27695" y="15106"/>
                      <a:pt x="27468" y="15139"/>
                      <a:pt x="27292" y="15286"/>
                    </a:cubicBezTo>
                    <a:cubicBezTo>
                      <a:pt x="27166" y="15529"/>
                      <a:pt x="27184" y="15839"/>
                      <a:pt x="27174" y="16106"/>
                    </a:cubicBezTo>
                    <a:cubicBezTo>
                      <a:pt x="27138" y="16945"/>
                      <a:pt x="27138" y="16945"/>
                      <a:pt x="26934" y="17214"/>
                    </a:cubicBezTo>
                    <a:cubicBezTo>
                      <a:pt x="26667" y="17369"/>
                      <a:pt x="26667" y="17369"/>
                      <a:pt x="25625" y="17369"/>
                    </a:cubicBezTo>
                    <a:cubicBezTo>
                      <a:pt x="25625" y="21082"/>
                      <a:pt x="25625" y="24794"/>
                      <a:pt x="25625" y="28619"/>
                    </a:cubicBezTo>
                    <a:cubicBezTo>
                      <a:pt x="20884" y="28636"/>
                      <a:pt x="20884" y="28636"/>
                      <a:pt x="18906" y="28640"/>
                    </a:cubicBezTo>
                    <a:cubicBezTo>
                      <a:pt x="18482" y="28640"/>
                      <a:pt x="18058" y="28641"/>
                      <a:pt x="17634" y="28642"/>
                    </a:cubicBezTo>
                    <a:cubicBezTo>
                      <a:pt x="17577" y="28642"/>
                      <a:pt x="17519" y="28642"/>
                      <a:pt x="17462" y="28643"/>
                    </a:cubicBezTo>
                    <a:cubicBezTo>
                      <a:pt x="16545" y="28644"/>
                      <a:pt x="15629" y="28647"/>
                      <a:pt x="14713" y="28651"/>
                    </a:cubicBezTo>
                    <a:cubicBezTo>
                      <a:pt x="13770" y="28655"/>
                      <a:pt x="12828" y="28658"/>
                      <a:pt x="11886" y="28659"/>
                    </a:cubicBezTo>
                    <a:cubicBezTo>
                      <a:pt x="11753" y="28659"/>
                      <a:pt x="11620" y="28659"/>
                      <a:pt x="11487" y="28659"/>
                    </a:cubicBezTo>
                    <a:cubicBezTo>
                      <a:pt x="11461" y="28659"/>
                      <a:pt x="11435" y="28659"/>
                      <a:pt x="11408" y="28659"/>
                    </a:cubicBezTo>
                    <a:cubicBezTo>
                      <a:pt x="10986" y="28659"/>
                      <a:pt x="10565" y="28661"/>
                      <a:pt x="10143" y="28664"/>
                    </a:cubicBezTo>
                    <a:cubicBezTo>
                      <a:pt x="9720" y="28666"/>
                      <a:pt x="9296" y="28667"/>
                      <a:pt x="8872" y="28667"/>
                    </a:cubicBezTo>
                    <a:cubicBezTo>
                      <a:pt x="8642" y="28666"/>
                      <a:pt x="8413" y="28667"/>
                      <a:pt x="8183" y="28669"/>
                    </a:cubicBezTo>
                    <a:cubicBezTo>
                      <a:pt x="7973" y="28671"/>
                      <a:pt x="7763" y="28671"/>
                      <a:pt x="7553" y="28670"/>
                    </a:cubicBezTo>
                    <a:cubicBezTo>
                      <a:pt x="7476" y="28670"/>
                      <a:pt x="7400" y="28670"/>
                      <a:pt x="7324" y="28671"/>
                    </a:cubicBezTo>
                    <a:cubicBezTo>
                      <a:pt x="6688" y="28682"/>
                      <a:pt x="6688" y="28682"/>
                      <a:pt x="6414" y="28438"/>
                    </a:cubicBezTo>
                    <a:cubicBezTo>
                      <a:pt x="6222" y="28205"/>
                      <a:pt x="6190" y="28009"/>
                      <a:pt x="6193" y="27714"/>
                    </a:cubicBezTo>
                    <a:cubicBezTo>
                      <a:pt x="6193" y="27691"/>
                      <a:pt x="6193" y="27691"/>
                      <a:pt x="6190" y="27570"/>
                    </a:cubicBezTo>
                    <a:cubicBezTo>
                      <a:pt x="6188" y="27439"/>
                      <a:pt x="6187" y="27309"/>
                      <a:pt x="6187" y="27178"/>
                    </a:cubicBezTo>
                    <a:cubicBezTo>
                      <a:pt x="6187" y="27036"/>
                      <a:pt x="6184" y="26895"/>
                      <a:pt x="6181" y="26753"/>
                    </a:cubicBezTo>
                    <a:cubicBezTo>
                      <a:pt x="6178" y="26508"/>
                      <a:pt x="6175" y="26262"/>
                      <a:pt x="6174" y="26017"/>
                    </a:cubicBezTo>
                    <a:cubicBezTo>
                      <a:pt x="6171" y="25660"/>
                      <a:pt x="6167" y="25303"/>
                      <a:pt x="6162" y="24946"/>
                    </a:cubicBezTo>
                    <a:cubicBezTo>
                      <a:pt x="6153" y="24364"/>
                      <a:pt x="6146" y="23783"/>
                      <a:pt x="6141" y="23201"/>
                    </a:cubicBezTo>
                    <a:cubicBezTo>
                      <a:pt x="6136" y="22640"/>
                      <a:pt x="6130" y="22080"/>
                      <a:pt x="6124" y="21520"/>
                    </a:cubicBezTo>
                    <a:cubicBezTo>
                      <a:pt x="6123" y="21503"/>
                      <a:pt x="6123" y="21503"/>
                      <a:pt x="6122" y="21416"/>
                    </a:cubicBezTo>
                    <a:cubicBezTo>
                      <a:pt x="6116" y="20871"/>
                      <a:pt x="6109" y="20326"/>
                      <a:pt x="6102" y="19781"/>
                    </a:cubicBezTo>
                    <a:cubicBezTo>
                      <a:pt x="6097" y="19425"/>
                      <a:pt x="6093" y="19069"/>
                      <a:pt x="6090" y="18713"/>
                    </a:cubicBezTo>
                    <a:cubicBezTo>
                      <a:pt x="6070" y="16386"/>
                      <a:pt x="6070" y="16386"/>
                      <a:pt x="5972" y="15353"/>
                    </a:cubicBezTo>
                    <a:cubicBezTo>
                      <a:pt x="5964" y="15273"/>
                      <a:pt x="5957" y="15192"/>
                      <a:pt x="5951" y="15111"/>
                    </a:cubicBezTo>
                    <a:cubicBezTo>
                      <a:pt x="5902" y="14516"/>
                      <a:pt x="5902" y="14516"/>
                      <a:pt x="5732" y="14359"/>
                    </a:cubicBezTo>
                    <a:cubicBezTo>
                      <a:pt x="5627" y="14305"/>
                      <a:pt x="5533" y="14269"/>
                      <a:pt x="5417" y="14244"/>
                    </a:cubicBezTo>
                    <a:cubicBezTo>
                      <a:pt x="5413" y="14279"/>
                      <a:pt x="5410" y="14313"/>
                      <a:pt x="5407" y="14348"/>
                    </a:cubicBezTo>
                    <a:cubicBezTo>
                      <a:pt x="5379" y="14637"/>
                      <a:pt x="5346" y="14924"/>
                      <a:pt x="5308" y="15211"/>
                    </a:cubicBezTo>
                    <a:cubicBezTo>
                      <a:pt x="5288" y="15361"/>
                      <a:pt x="5270" y="15510"/>
                      <a:pt x="5256" y="15661"/>
                    </a:cubicBezTo>
                    <a:cubicBezTo>
                      <a:pt x="5183" y="16456"/>
                      <a:pt x="5183" y="16456"/>
                      <a:pt x="5000" y="16744"/>
                    </a:cubicBezTo>
                    <a:cubicBezTo>
                      <a:pt x="4708" y="16949"/>
                      <a:pt x="4307" y="17003"/>
                      <a:pt x="3958" y="16953"/>
                    </a:cubicBezTo>
                    <a:cubicBezTo>
                      <a:pt x="3798" y="16870"/>
                      <a:pt x="3798" y="16870"/>
                      <a:pt x="3750" y="16744"/>
                    </a:cubicBezTo>
                    <a:cubicBezTo>
                      <a:pt x="3721" y="16587"/>
                      <a:pt x="3713" y="16432"/>
                      <a:pt x="3709" y="16272"/>
                    </a:cubicBezTo>
                    <a:cubicBezTo>
                      <a:pt x="3706" y="16190"/>
                      <a:pt x="3702" y="16109"/>
                      <a:pt x="3697" y="16028"/>
                    </a:cubicBezTo>
                    <a:cubicBezTo>
                      <a:pt x="3685" y="15796"/>
                      <a:pt x="3673" y="15564"/>
                      <a:pt x="3666" y="15333"/>
                    </a:cubicBezTo>
                    <a:cubicBezTo>
                      <a:pt x="3634" y="14301"/>
                      <a:pt x="3634" y="14301"/>
                      <a:pt x="3394" y="14073"/>
                    </a:cubicBezTo>
                    <a:cubicBezTo>
                      <a:pt x="3245" y="13961"/>
                      <a:pt x="3091" y="13890"/>
                      <a:pt x="2917" y="13828"/>
                    </a:cubicBezTo>
                    <a:cubicBezTo>
                      <a:pt x="2915" y="13871"/>
                      <a:pt x="2913" y="13914"/>
                      <a:pt x="2911" y="13958"/>
                    </a:cubicBezTo>
                    <a:cubicBezTo>
                      <a:pt x="2848" y="15150"/>
                      <a:pt x="2848" y="15150"/>
                      <a:pt x="2617" y="15376"/>
                    </a:cubicBezTo>
                    <a:cubicBezTo>
                      <a:pt x="2364" y="15501"/>
                      <a:pt x="2169" y="15485"/>
                      <a:pt x="1875" y="15494"/>
                    </a:cubicBezTo>
                    <a:cubicBezTo>
                      <a:pt x="1806" y="15219"/>
                      <a:pt x="1738" y="14944"/>
                      <a:pt x="1667" y="14661"/>
                    </a:cubicBezTo>
                    <a:cubicBezTo>
                      <a:pt x="1484" y="14715"/>
                      <a:pt x="1389" y="14745"/>
                      <a:pt x="1250" y="14869"/>
                    </a:cubicBezTo>
                    <a:cubicBezTo>
                      <a:pt x="1198" y="14979"/>
                      <a:pt x="1172" y="15090"/>
                      <a:pt x="1148" y="15209"/>
                    </a:cubicBezTo>
                    <a:cubicBezTo>
                      <a:pt x="1140" y="15241"/>
                      <a:pt x="1134" y="15273"/>
                      <a:pt x="1126" y="15306"/>
                    </a:cubicBezTo>
                    <a:cubicBezTo>
                      <a:pt x="1099" y="15442"/>
                      <a:pt x="1073" y="15579"/>
                      <a:pt x="1051" y="15716"/>
                    </a:cubicBezTo>
                    <a:cubicBezTo>
                      <a:pt x="973" y="16190"/>
                      <a:pt x="973" y="16190"/>
                      <a:pt x="833" y="16328"/>
                    </a:cubicBezTo>
                    <a:cubicBezTo>
                      <a:pt x="567" y="16416"/>
                      <a:pt x="272" y="16370"/>
                      <a:pt x="0" y="16328"/>
                    </a:cubicBezTo>
                    <a:cubicBezTo>
                      <a:pt x="45" y="16039"/>
                      <a:pt x="92" y="15751"/>
                      <a:pt x="141" y="15464"/>
                    </a:cubicBezTo>
                    <a:cubicBezTo>
                      <a:pt x="164" y="15330"/>
                      <a:pt x="186" y="15196"/>
                      <a:pt x="207" y="15062"/>
                    </a:cubicBezTo>
                    <a:cubicBezTo>
                      <a:pt x="370" y="14021"/>
                      <a:pt x="370" y="14021"/>
                      <a:pt x="682" y="13620"/>
                    </a:cubicBezTo>
                    <a:cubicBezTo>
                      <a:pt x="816" y="13447"/>
                      <a:pt x="890" y="13287"/>
                      <a:pt x="950" y="13076"/>
                    </a:cubicBezTo>
                    <a:cubicBezTo>
                      <a:pt x="958" y="13049"/>
                      <a:pt x="966" y="13022"/>
                      <a:pt x="975" y="12994"/>
                    </a:cubicBezTo>
                    <a:cubicBezTo>
                      <a:pt x="1006" y="12883"/>
                      <a:pt x="1035" y="12772"/>
                      <a:pt x="1063" y="12661"/>
                    </a:cubicBezTo>
                    <a:cubicBezTo>
                      <a:pt x="1085" y="12578"/>
                      <a:pt x="1109" y="12495"/>
                      <a:pt x="1133" y="12413"/>
                    </a:cubicBezTo>
                    <a:cubicBezTo>
                      <a:pt x="1145" y="12364"/>
                      <a:pt x="1158" y="12316"/>
                      <a:pt x="1171" y="12266"/>
                    </a:cubicBezTo>
                    <a:cubicBezTo>
                      <a:pt x="1197" y="12231"/>
                      <a:pt x="1223" y="12197"/>
                      <a:pt x="1250" y="12161"/>
                    </a:cubicBezTo>
                    <a:cubicBezTo>
                      <a:pt x="1388" y="12161"/>
                      <a:pt x="1525" y="12161"/>
                      <a:pt x="1667" y="12161"/>
                    </a:cubicBezTo>
                    <a:cubicBezTo>
                      <a:pt x="1667" y="12780"/>
                      <a:pt x="1667" y="13399"/>
                      <a:pt x="1667" y="14036"/>
                    </a:cubicBezTo>
                    <a:cubicBezTo>
                      <a:pt x="1873" y="14036"/>
                      <a:pt x="2079" y="14036"/>
                      <a:pt x="2292" y="14036"/>
                    </a:cubicBezTo>
                    <a:cubicBezTo>
                      <a:pt x="2291" y="13987"/>
                      <a:pt x="2289" y="13937"/>
                      <a:pt x="2288" y="13886"/>
                    </a:cubicBezTo>
                    <a:cubicBezTo>
                      <a:pt x="2285" y="13703"/>
                      <a:pt x="2282" y="13519"/>
                      <a:pt x="2280" y="13335"/>
                    </a:cubicBezTo>
                    <a:cubicBezTo>
                      <a:pt x="2279" y="13256"/>
                      <a:pt x="2278" y="13177"/>
                      <a:pt x="2276" y="13097"/>
                    </a:cubicBezTo>
                    <a:cubicBezTo>
                      <a:pt x="2273" y="12983"/>
                      <a:pt x="2272" y="12869"/>
                      <a:pt x="2271" y="12754"/>
                    </a:cubicBezTo>
                    <a:cubicBezTo>
                      <a:pt x="2271" y="12737"/>
                      <a:pt x="2271" y="12737"/>
                      <a:pt x="2268" y="12647"/>
                    </a:cubicBezTo>
                    <a:cubicBezTo>
                      <a:pt x="2268" y="12469"/>
                      <a:pt x="2276" y="12391"/>
                      <a:pt x="2383" y="12243"/>
                    </a:cubicBezTo>
                    <a:cubicBezTo>
                      <a:pt x="2689" y="12028"/>
                      <a:pt x="3187" y="12113"/>
                      <a:pt x="3542" y="12161"/>
                    </a:cubicBezTo>
                    <a:cubicBezTo>
                      <a:pt x="3775" y="12207"/>
                      <a:pt x="3974" y="12285"/>
                      <a:pt x="4122" y="12478"/>
                    </a:cubicBezTo>
                    <a:cubicBezTo>
                      <a:pt x="4296" y="12869"/>
                      <a:pt x="4202" y="13414"/>
                      <a:pt x="4167" y="13828"/>
                    </a:cubicBezTo>
                    <a:cubicBezTo>
                      <a:pt x="4373" y="13828"/>
                      <a:pt x="4579" y="13828"/>
                      <a:pt x="4792" y="13828"/>
                    </a:cubicBezTo>
                    <a:cubicBezTo>
                      <a:pt x="4792" y="12796"/>
                      <a:pt x="4792" y="11765"/>
                      <a:pt x="4792" y="10703"/>
                    </a:cubicBezTo>
                    <a:cubicBezTo>
                      <a:pt x="5067" y="10703"/>
                      <a:pt x="5342" y="10703"/>
                      <a:pt x="5625" y="10703"/>
                    </a:cubicBezTo>
                    <a:cubicBezTo>
                      <a:pt x="5694" y="11115"/>
                      <a:pt x="5763" y="11528"/>
                      <a:pt x="5833" y="11953"/>
                    </a:cubicBezTo>
                    <a:cubicBezTo>
                      <a:pt x="6306" y="11893"/>
                      <a:pt x="6306" y="11893"/>
                      <a:pt x="6458" y="11744"/>
                    </a:cubicBezTo>
                    <a:cubicBezTo>
                      <a:pt x="6582" y="11448"/>
                      <a:pt x="6546" y="11090"/>
                      <a:pt x="6542" y="10775"/>
                    </a:cubicBezTo>
                    <a:cubicBezTo>
                      <a:pt x="6541" y="10638"/>
                      <a:pt x="6544" y="10501"/>
                      <a:pt x="6546" y="10364"/>
                    </a:cubicBezTo>
                    <a:cubicBezTo>
                      <a:pt x="6550" y="10126"/>
                      <a:pt x="6551" y="9889"/>
                      <a:pt x="6550" y="9652"/>
                    </a:cubicBezTo>
                    <a:cubicBezTo>
                      <a:pt x="6550" y="9308"/>
                      <a:pt x="6553" y="8964"/>
                      <a:pt x="6557" y="8620"/>
                    </a:cubicBezTo>
                    <a:cubicBezTo>
                      <a:pt x="6564" y="8062"/>
                      <a:pt x="6569" y="7504"/>
                      <a:pt x="6571" y="6945"/>
                    </a:cubicBezTo>
                    <a:cubicBezTo>
                      <a:pt x="6572" y="6912"/>
                      <a:pt x="6572" y="6878"/>
                      <a:pt x="6572" y="6844"/>
                    </a:cubicBezTo>
                    <a:cubicBezTo>
                      <a:pt x="6573" y="6708"/>
                      <a:pt x="6573" y="6573"/>
                      <a:pt x="6574" y="6438"/>
                    </a:cubicBezTo>
                    <a:cubicBezTo>
                      <a:pt x="6576" y="6065"/>
                      <a:pt x="6578" y="5693"/>
                      <a:pt x="6580" y="5321"/>
                    </a:cubicBezTo>
                    <a:cubicBezTo>
                      <a:pt x="6581" y="5288"/>
                      <a:pt x="6581" y="5254"/>
                      <a:pt x="6581" y="5220"/>
                    </a:cubicBezTo>
                    <a:cubicBezTo>
                      <a:pt x="6585" y="4664"/>
                      <a:pt x="6590" y="4108"/>
                      <a:pt x="6597" y="3552"/>
                    </a:cubicBezTo>
                    <a:cubicBezTo>
                      <a:pt x="6601" y="3209"/>
                      <a:pt x="6603" y="2866"/>
                      <a:pt x="6603" y="2523"/>
                    </a:cubicBezTo>
                    <a:cubicBezTo>
                      <a:pt x="6603" y="2288"/>
                      <a:pt x="6605" y="2053"/>
                      <a:pt x="6608" y="1818"/>
                    </a:cubicBezTo>
                    <a:cubicBezTo>
                      <a:pt x="6609" y="1683"/>
                      <a:pt x="6610" y="1547"/>
                      <a:pt x="6609" y="1412"/>
                    </a:cubicBezTo>
                    <a:cubicBezTo>
                      <a:pt x="6609" y="1264"/>
                      <a:pt x="6610" y="1118"/>
                      <a:pt x="6613" y="970"/>
                    </a:cubicBezTo>
                    <a:cubicBezTo>
                      <a:pt x="6612" y="928"/>
                      <a:pt x="6611" y="885"/>
                      <a:pt x="6610" y="842"/>
                    </a:cubicBezTo>
                    <a:cubicBezTo>
                      <a:pt x="6618" y="598"/>
                      <a:pt x="6676" y="448"/>
                      <a:pt x="6833" y="260"/>
                    </a:cubicBezTo>
                    <a:cubicBezTo>
                      <a:pt x="7125" y="0"/>
                      <a:pt x="7428" y="19"/>
                      <a:pt x="7801" y="25"/>
                    </a:cubicBezTo>
                    <a:close/>
                  </a:path>
                </a:pathLst>
              </a:custGeom>
              <a:solidFill>
                <a:srgbClr val="75B0B4"/>
              </a:solidFill>
              <a:ln w="2646" cap="flat">
                <a:noFill/>
              </a:ln>
            </p:spPr>
          </p:sp>
          <p:sp>
            <p:nvSpPr>
              <p:cNvPr id="2033" name="ICON_C_WINDOWS_GRAPHIC_path_005"/>
              <p:cNvSpPr/>
              <p:nvPr/>
            </p:nvSpPr>
            <p:spPr>
              <a:xfrm>
                <a:off x="5341937" y="7285390"/>
                <a:ext cx="503219" cy="361834"/>
              </a:xfrm>
              <a:custGeom>
                <a:avLst/>
                <a:gdLst/>
                <a:ahLst/>
                <a:cxnLst/>
                <a:rect l="0" t="0" r="r" b="b"/>
                <a:pathLst>
                  <a:path w="39624" h="28491" fill="norm" stroke="0">
                    <a:moveTo>
                      <a:pt x="5325" y="43"/>
                    </a:moveTo>
                    <a:cubicBezTo>
                      <a:pt x="5398" y="42"/>
                      <a:pt x="5471" y="41"/>
                      <a:pt x="5544" y="40"/>
                    </a:cubicBezTo>
                    <a:cubicBezTo>
                      <a:pt x="5743" y="38"/>
                      <a:pt x="5942" y="39"/>
                      <a:pt x="6141" y="40"/>
                    </a:cubicBezTo>
                    <a:cubicBezTo>
                      <a:pt x="6356" y="40"/>
                      <a:pt x="6571" y="38"/>
                      <a:pt x="6786" y="37"/>
                    </a:cubicBezTo>
                    <a:cubicBezTo>
                      <a:pt x="7207" y="34"/>
                      <a:pt x="7628" y="34"/>
                      <a:pt x="8049" y="34"/>
                    </a:cubicBezTo>
                    <a:cubicBezTo>
                      <a:pt x="8391" y="35"/>
                      <a:pt x="8734" y="34"/>
                      <a:pt x="9076" y="33"/>
                    </a:cubicBezTo>
                    <a:cubicBezTo>
                      <a:pt x="9125" y="33"/>
                      <a:pt x="9174" y="33"/>
                      <a:pt x="9224" y="33"/>
                    </a:cubicBezTo>
                    <a:cubicBezTo>
                      <a:pt x="9323" y="33"/>
                      <a:pt x="9422" y="33"/>
                      <a:pt x="9521" y="32"/>
                    </a:cubicBezTo>
                    <a:cubicBezTo>
                      <a:pt x="10187" y="31"/>
                      <a:pt x="10853" y="30"/>
                      <a:pt x="11518" y="31"/>
                    </a:cubicBezTo>
                    <a:cubicBezTo>
                      <a:pt x="11544" y="31"/>
                      <a:pt x="11570" y="31"/>
                      <a:pt x="11597" y="31"/>
                    </a:cubicBezTo>
                    <a:cubicBezTo>
                      <a:pt x="11729" y="31"/>
                      <a:pt x="11860" y="31"/>
                      <a:pt x="11992" y="31"/>
                    </a:cubicBezTo>
                    <a:cubicBezTo>
                      <a:pt x="12005" y="31"/>
                      <a:pt x="12005" y="31"/>
                      <a:pt x="12071" y="31"/>
                    </a:cubicBezTo>
                    <a:cubicBezTo>
                      <a:pt x="12124" y="31"/>
                      <a:pt x="12177" y="31"/>
                      <a:pt x="12230" y="32"/>
                    </a:cubicBezTo>
                    <a:cubicBezTo>
                      <a:pt x="13052" y="33"/>
                      <a:pt x="13875" y="31"/>
                      <a:pt x="14697" y="27"/>
                    </a:cubicBezTo>
                    <a:cubicBezTo>
                      <a:pt x="15623" y="23"/>
                      <a:pt x="16549" y="21"/>
                      <a:pt x="17475" y="21"/>
                    </a:cubicBezTo>
                    <a:cubicBezTo>
                      <a:pt x="17964" y="22"/>
                      <a:pt x="18454" y="21"/>
                      <a:pt x="18943" y="18"/>
                    </a:cubicBezTo>
                    <a:cubicBezTo>
                      <a:pt x="19360" y="16"/>
                      <a:pt x="19777" y="16"/>
                      <a:pt x="20194" y="18"/>
                    </a:cubicBezTo>
                    <a:cubicBezTo>
                      <a:pt x="20406" y="19"/>
                      <a:pt x="20618" y="20"/>
                      <a:pt x="20831" y="17"/>
                    </a:cubicBezTo>
                    <a:cubicBezTo>
                      <a:pt x="22394" y="0"/>
                      <a:pt x="22394" y="0"/>
                      <a:pt x="22907" y="433"/>
                    </a:cubicBezTo>
                    <a:cubicBezTo>
                      <a:pt x="23193" y="731"/>
                      <a:pt x="23232" y="1063"/>
                      <a:pt x="23233" y="1463"/>
                    </a:cubicBezTo>
                    <a:cubicBezTo>
                      <a:pt x="23230" y="1559"/>
                      <a:pt x="23228" y="1656"/>
                      <a:pt x="23226" y="1752"/>
                    </a:cubicBezTo>
                    <a:cubicBezTo>
                      <a:pt x="23226" y="1855"/>
                      <a:pt x="23227" y="1958"/>
                      <a:pt x="23228" y="2061"/>
                    </a:cubicBezTo>
                    <a:cubicBezTo>
                      <a:pt x="23230" y="2282"/>
                      <a:pt x="23229" y="2503"/>
                      <a:pt x="23226" y="2724"/>
                    </a:cubicBezTo>
                    <a:cubicBezTo>
                      <a:pt x="23222" y="3045"/>
                      <a:pt x="23224" y="3365"/>
                      <a:pt x="23226" y="3686"/>
                    </a:cubicBezTo>
                    <a:cubicBezTo>
                      <a:pt x="23231" y="4208"/>
                      <a:pt x="23232" y="4730"/>
                      <a:pt x="23231" y="5252"/>
                    </a:cubicBezTo>
                    <a:cubicBezTo>
                      <a:pt x="23231" y="5283"/>
                      <a:pt x="23231" y="5314"/>
                      <a:pt x="23231" y="5346"/>
                    </a:cubicBezTo>
                    <a:cubicBezTo>
                      <a:pt x="23230" y="5599"/>
                      <a:pt x="23230" y="5851"/>
                      <a:pt x="23229" y="6103"/>
                    </a:cubicBezTo>
                    <a:cubicBezTo>
                      <a:pt x="23228" y="6323"/>
                      <a:pt x="23228" y="6543"/>
                      <a:pt x="23227" y="6764"/>
                    </a:cubicBezTo>
                    <a:cubicBezTo>
                      <a:pt x="23227" y="6794"/>
                      <a:pt x="23227" y="6825"/>
                      <a:pt x="23227" y="6857"/>
                    </a:cubicBezTo>
                    <a:cubicBezTo>
                      <a:pt x="23226" y="7377"/>
                      <a:pt x="23228" y="7896"/>
                      <a:pt x="23233" y="8416"/>
                    </a:cubicBezTo>
                    <a:cubicBezTo>
                      <a:pt x="23235" y="8707"/>
                      <a:pt x="23236" y="8998"/>
                      <a:pt x="23232" y="9289"/>
                    </a:cubicBezTo>
                    <a:cubicBezTo>
                      <a:pt x="23206" y="11410"/>
                      <a:pt x="23206" y="11410"/>
                      <a:pt x="23743" y="11979"/>
                    </a:cubicBezTo>
                    <a:cubicBezTo>
                      <a:pt x="23817" y="12049"/>
                      <a:pt x="23892" y="12117"/>
                      <a:pt x="23967" y="12185"/>
                    </a:cubicBezTo>
                    <a:cubicBezTo>
                      <a:pt x="24170" y="12365"/>
                      <a:pt x="24240" y="12537"/>
                      <a:pt x="24301" y="12795"/>
                    </a:cubicBezTo>
                    <a:cubicBezTo>
                      <a:pt x="24356" y="13017"/>
                      <a:pt x="24440" y="13089"/>
                      <a:pt x="24623" y="13212"/>
                    </a:cubicBezTo>
                    <a:cubicBezTo>
                      <a:pt x="24717" y="13265"/>
                      <a:pt x="24813" y="13316"/>
                      <a:pt x="24909" y="13365"/>
                    </a:cubicBezTo>
                    <a:cubicBezTo>
                      <a:pt x="25076" y="13456"/>
                      <a:pt x="25244" y="13546"/>
                      <a:pt x="25417" y="13639"/>
                    </a:cubicBezTo>
                    <a:cubicBezTo>
                      <a:pt x="25417" y="13089"/>
                      <a:pt x="25417" y="12539"/>
                      <a:pt x="25417" y="11972"/>
                    </a:cubicBezTo>
                    <a:cubicBezTo>
                      <a:pt x="25550" y="11959"/>
                      <a:pt x="25683" y="11946"/>
                      <a:pt x="25820" y="11933"/>
                    </a:cubicBezTo>
                    <a:cubicBezTo>
                      <a:pt x="25986" y="11905"/>
                      <a:pt x="26115" y="11867"/>
                      <a:pt x="26250" y="11764"/>
                    </a:cubicBezTo>
                    <a:cubicBezTo>
                      <a:pt x="26417" y="11451"/>
                      <a:pt x="26436" y="11071"/>
                      <a:pt x="26458" y="10722"/>
                    </a:cubicBezTo>
                    <a:cubicBezTo>
                      <a:pt x="26804" y="10639"/>
                      <a:pt x="27164" y="10584"/>
                      <a:pt x="27500" y="10722"/>
                    </a:cubicBezTo>
                    <a:cubicBezTo>
                      <a:pt x="27738" y="10923"/>
                      <a:pt x="27890" y="11221"/>
                      <a:pt x="28035" y="11491"/>
                    </a:cubicBezTo>
                    <a:cubicBezTo>
                      <a:pt x="28065" y="11547"/>
                      <a:pt x="28096" y="11602"/>
                      <a:pt x="28127" y="11658"/>
                    </a:cubicBezTo>
                    <a:cubicBezTo>
                      <a:pt x="28142" y="11685"/>
                      <a:pt x="28157" y="11713"/>
                      <a:pt x="28172" y="11741"/>
                    </a:cubicBezTo>
                    <a:cubicBezTo>
                      <a:pt x="28316" y="11981"/>
                      <a:pt x="28502" y="12115"/>
                      <a:pt x="28747" y="12245"/>
                    </a:cubicBezTo>
                    <a:cubicBezTo>
                      <a:pt x="28893" y="12326"/>
                      <a:pt x="28971" y="12382"/>
                      <a:pt x="29022" y="12545"/>
                    </a:cubicBezTo>
                    <a:cubicBezTo>
                      <a:pt x="29044" y="12629"/>
                      <a:pt x="29062" y="12713"/>
                      <a:pt x="29080" y="12798"/>
                    </a:cubicBezTo>
                    <a:cubicBezTo>
                      <a:pt x="29109" y="12908"/>
                      <a:pt x="29135" y="12994"/>
                      <a:pt x="29234" y="13057"/>
                    </a:cubicBezTo>
                    <a:cubicBezTo>
                      <a:pt x="29317" y="13090"/>
                      <a:pt x="29399" y="13115"/>
                      <a:pt x="29486" y="13137"/>
                    </a:cubicBezTo>
                    <a:cubicBezTo>
                      <a:pt x="29515" y="13145"/>
                      <a:pt x="29544" y="13154"/>
                      <a:pt x="29575" y="13163"/>
                    </a:cubicBezTo>
                    <a:cubicBezTo>
                      <a:pt x="29647" y="13184"/>
                      <a:pt x="29719" y="13203"/>
                      <a:pt x="29792" y="13222"/>
                    </a:cubicBezTo>
                    <a:cubicBezTo>
                      <a:pt x="29791" y="13191"/>
                      <a:pt x="29791" y="13160"/>
                      <a:pt x="29790" y="13129"/>
                    </a:cubicBezTo>
                    <a:cubicBezTo>
                      <a:pt x="29786" y="12837"/>
                      <a:pt x="29783" y="12546"/>
                      <a:pt x="29781" y="12255"/>
                    </a:cubicBezTo>
                    <a:cubicBezTo>
                      <a:pt x="29780" y="12105"/>
                      <a:pt x="29778" y="11956"/>
                      <a:pt x="29776" y="11806"/>
                    </a:cubicBezTo>
                    <a:cubicBezTo>
                      <a:pt x="29774" y="11661"/>
                      <a:pt x="29772" y="11517"/>
                      <a:pt x="29772" y="11372"/>
                    </a:cubicBezTo>
                    <a:cubicBezTo>
                      <a:pt x="29772" y="11317"/>
                      <a:pt x="29771" y="11262"/>
                      <a:pt x="29770" y="11207"/>
                    </a:cubicBezTo>
                    <a:cubicBezTo>
                      <a:pt x="29760" y="10722"/>
                      <a:pt x="29760" y="10722"/>
                      <a:pt x="29882" y="10584"/>
                    </a:cubicBezTo>
                    <a:cubicBezTo>
                      <a:pt x="30014" y="10506"/>
                      <a:pt x="30088" y="10487"/>
                      <a:pt x="30241" y="10486"/>
                    </a:cubicBezTo>
                    <a:cubicBezTo>
                      <a:pt x="30286" y="10486"/>
                      <a:pt x="30332" y="10486"/>
                      <a:pt x="30379" y="10485"/>
                    </a:cubicBezTo>
                    <a:cubicBezTo>
                      <a:pt x="30402" y="10486"/>
                      <a:pt x="30402" y="10486"/>
                      <a:pt x="30521" y="10488"/>
                    </a:cubicBezTo>
                    <a:cubicBezTo>
                      <a:pt x="30568" y="10487"/>
                      <a:pt x="30615" y="10486"/>
                      <a:pt x="30663" y="10485"/>
                    </a:cubicBezTo>
                    <a:cubicBezTo>
                      <a:pt x="30709" y="10486"/>
                      <a:pt x="30754" y="10486"/>
                      <a:pt x="30801" y="10486"/>
                    </a:cubicBezTo>
                    <a:cubicBezTo>
                      <a:pt x="30842" y="10486"/>
                      <a:pt x="30883" y="10487"/>
                      <a:pt x="30926" y="10487"/>
                    </a:cubicBezTo>
                    <a:cubicBezTo>
                      <a:pt x="31047" y="10515"/>
                      <a:pt x="31127" y="10550"/>
                      <a:pt x="31211" y="10645"/>
                    </a:cubicBezTo>
                    <a:cubicBezTo>
                      <a:pt x="31303" y="10827"/>
                      <a:pt x="31275" y="11045"/>
                      <a:pt x="31270" y="11244"/>
                    </a:cubicBezTo>
                    <a:cubicBezTo>
                      <a:pt x="31270" y="11269"/>
                      <a:pt x="31270" y="11269"/>
                      <a:pt x="31270" y="11397"/>
                    </a:cubicBezTo>
                    <a:cubicBezTo>
                      <a:pt x="31269" y="11531"/>
                      <a:pt x="31267" y="11665"/>
                      <a:pt x="31264" y="11799"/>
                    </a:cubicBezTo>
                    <a:cubicBezTo>
                      <a:pt x="31262" y="11936"/>
                      <a:pt x="31261" y="12072"/>
                      <a:pt x="31260" y="12209"/>
                    </a:cubicBezTo>
                    <a:cubicBezTo>
                      <a:pt x="31258" y="12478"/>
                      <a:pt x="31254" y="12746"/>
                      <a:pt x="31250" y="13014"/>
                    </a:cubicBezTo>
                    <a:cubicBezTo>
                      <a:pt x="31286" y="13010"/>
                      <a:pt x="31321" y="13005"/>
                      <a:pt x="31358" y="13001"/>
                    </a:cubicBezTo>
                    <a:cubicBezTo>
                      <a:pt x="32148" y="12916"/>
                      <a:pt x="32148" y="12916"/>
                      <a:pt x="32500" y="13014"/>
                    </a:cubicBezTo>
                    <a:cubicBezTo>
                      <a:pt x="32750" y="13218"/>
                      <a:pt x="32843" y="13543"/>
                      <a:pt x="32917" y="13847"/>
                    </a:cubicBezTo>
                    <a:cubicBezTo>
                      <a:pt x="32922" y="13828"/>
                      <a:pt x="32922" y="13828"/>
                      <a:pt x="32948" y="13733"/>
                    </a:cubicBezTo>
                    <a:cubicBezTo>
                      <a:pt x="32963" y="13680"/>
                      <a:pt x="32978" y="13626"/>
                      <a:pt x="32993" y="13572"/>
                    </a:cubicBezTo>
                    <a:cubicBezTo>
                      <a:pt x="32997" y="13558"/>
                      <a:pt x="32997" y="13558"/>
                      <a:pt x="33018" y="13484"/>
                    </a:cubicBezTo>
                    <a:cubicBezTo>
                      <a:pt x="33063" y="13322"/>
                      <a:pt x="33109" y="13160"/>
                      <a:pt x="33157" y="12998"/>
                    </a:cubicBezTo>
                    <a:cubicBezTo>
                      <a:pt x="33177" y="12931"/>
                      <a:pt x="33197" y="12864"/>
                      <a:pt x="33217" y="12797"/>
                    </a:cubicBezTo>
                    <a:cubicBezTo>
                      <a:pt x="33227" y="12763"/>
                      <a:pt x="33237" y="12729"/>
                      <a:pt x="33247" y="12694"/>
                    </a:cubicBezTo>
                    <a:cubicBezTo>
                      <a:pt x="33304" y="12499"/>
                      <a:pt x="33354" y="12303"/>
                      <a:pt x="33397" y="12104"/>
                    </a:cubicBezTo>
                    <a:cubicBezTo>
                      <a:pt x="33423" y="11987"/>
                      <a:pt x="33452" y="11871"/>
                      <a:pt x="33483" y="11755"/>
                    </a:cubicBezTo>
                    <a:cubicBezTo>
                      <a:pt x="33496" y="11701"/>
                      <a:pt x="33507" y="11645"/>
                      <a:pt x="33517" y="11590"/>
                    </a:cubicBezTo>
                    <a:cubicBezTo>
                      <a:pt x="33555" y="11374"/>
                      <a:pt x="33599" y="11327"/>
                      <a:pt x="33750" y="11139"/>
                    </a:cubicBezTo>
                    <a:cubicBezTo>
                      <a:pt x="34094" y="11139"/>
                      <a:pt x="34438" y="11139"/>
                      <a:pt x="34792" y="11139"/>
                    </a:cubicBezTo>
                    <a:cubicBezTo>
                      <a:pt x="34860" y="11792"/>
                      <a:pt x="34860" y="11792"/>
                      <a:pt x="35208" y="15097"/>
                    </a:cubicBezTo>
                    <a:cubicBezTo>
                      <a:pt x="35417" y="14889"/>
                      <a:pt x="35417" y="14889"/>
                      <a:pt x="35442" y="14769"/>
                    </a:cubicBezTo>
                    <a:cubicBezTo>
                      <a:pt x="35442" y="14747"/>
                      <a:pt x="35442" y="14747"/>
                      <a:pt x="35442" y="14634"/>
                    </a:cubicBezTo>
                    <a:cubicBezTo>
                      <a:pt x="35442" y="14609"/>
                      <a:pt x="35442" y="14609"/>
                      <a:pt x="35443" y="14480"/>
                    </a:cubicBezTo>
                    <a:cubicBezTo>
                      <a:pt x="35442" y="14423"/>
                      <a:pt x="35441" y="14367"/>
                      <a:pt x="35440" y="14311"/>
                    </a:cubicBezTo>
                    <a:cubicBezTo>
                      <a:pt x="35440" y="14251"/>
                      <a:pt x="35440" y="14191"/>
                      <a:pt x="35440" y="14132"/>
                    </a:cubicBezTo>
                    <a:cubicBezTo>
                      <a:pt x="35440" y="13971"/>
                      <a:pt x="35439" y="13809"/>
                      <a:pt x="35438" y="13648"/>
                    </a:cubicBezTo>
                    <a:cubicBezTo>
                      <a:pt x="35436" y="13479"/>
                      <a:pt x="35436" y="13310"/>
                      <a:pt x="35436" y="13141"/>
                    </a:cubicBezTo>
                    <a:cubicBezTo>
                      <a:pt x="35435" y="12822"/>
                      <a:pt x="35434" y="12502"/>
                      <a:pt x="35432" y="12183"/>
                    </a:cubicBezTo>
                    <a:cubicBezTo>
                      <a:pt x="35429" y="11819"/>
                      <a:pt x="35428" y="11455"/>
                      <a:pt x="35427" y="11092"/>
                    </a:cubicBezTo>
                    <a:cubicBezTo>
                      <a:pt x="35425" y="10344"/>
                      <a:pt x="35421" y="9595"/>
                      <a:pt x="35417" y="8847"/>
                    </a:cubicBezTo>
                    <a:cubicBezTo>
                      <a:pt x="35623" y="8847"/>
                      <a:pt x="35829" y="8847"/>
                      <a:pt x="36042" y="8847"/>
                    </a:cubicBezTo>
                    <a:cubicBezTo>
                      <a:pt x="36110" y="10154"/>
                      <a:pt x="36179" y="11460"/>
                      <a:pt x="36250" y="12806"/>
                    </a:cubicBezTo>
                    <a:cubicBezTo>
                      <a:pt x="36456" y="12806"/>
                      <a:pt x="36662" y="12806"/>
                      <a:pt x="36875" y="12806"/>
                    </a:cubicBezTo>
                    <a:cubicBezTo>
                      <a:pt x="36963" y="12675"/>
                      <a:pt x="36977" y="12639"/>
                      <a:pt x="36992" y="12493"/>
                    </a:cubicBezTo>
                    <a:cubicBezTo>
                      <a:pt x="37016" y="12384"/>
                      <a:pt x="37045" y="12287"/>
                      <a:pt x="37083" y="12181"/>
                    </a:cubicBezTo>
                    <a:cubicBezTo>
                      <a:pt x="37173" y="12124"/>
                      <a:pt x="37173" y="12124"/>
                      <a:pt x="37279" y="12115"/>
                    </a:cubicBezTo>
                    <a:cubicBezTo>
                      <a:pt x="37500" y="12181"/>
                      <a:pt x="37500" y="12181"/>
                      <a:pt x="37917" y="12597"/>
                    </a:cubicBezTo>
                    <a:cubicBezTo>
                      <a:pt x="37985" y="11910"/>
                      <a:pt x="38054" y="11222"/>
                      <a:pt x="38125" y="10514"/>
                    </a:cubicBezTo>
                    <a:cubicBezTo>
                      <a:pt x="38958" y="10514"/>
                      <a:pt x="38958" y="10514"/>
                      <a:pt x="39124" y="10676"/>
                    </a:cubicBezTo>
                    <a:cubicBezTo>
                      <a:pt x="39170" y="10789"/>
                      <a:pt x="39170" y="10789"/>
                      <a:pt x="39206" y="10918"/>
                    </a:cubicBezTo>
                    <a:cubicBezTo>
                      <a:pt x="39219" y="10962"/>
                      <a:pt x="39233" y="11006"/>
                      <a:pt x="39247" y="11052"/>
                    </a:cubicBezTo>
                    <a:cubicBezTo>
                      <a:pt x="39369" y="11487"/>
                      <a:pt x="39439" y="11920"/>
                      <a:pt x="39489" y="12369"/>
                    </a:cubicBezTo>
                    <a:cubicBezTo>
                      <a:pt x="39494" y="12409"/>
                      <a:pt x="39498" y="12448"/>
                      <a:pt x="39502" y="12489"/>
                    </a:cubicBezTo>
                    <a:cubicBezTo>
                      <a:pt x="39624" y="13587"/>
                      <a:pt x="39608" y="14689"/>
                      <a:pt x="39598" y="15793"/>
                    </a:cubicBezTo>
                    <a:cubicBezTo>
                      <a:pt x="39596" y="16081"/>
                      <a:pt x="39595" y="16370"/>
                      <a:pt x="39594" y="16659"/>
                    </a:cubicBezTo>
                    <a:cubicBezTo>
                      <a:pt x="39592" y="17249"/>
                      <a:pt x="39588" y="17840"/>
                      <a:pt x="39583" y="18431"/>
                    </a:cubicBezTo>
                    <a:cubicBezTo>
                      <a:pt x="39445" y="18373"/>
                      <a:pt x="39308" y="18312"/>
                      <a:pt x="39172" y="18250"/>
                    </a:cubicBezTo>
                    <a:cubicBezTo>
                      <a:pt x="39133" y="18234"/>
                      <a:pt x="39094" y="18218"/>
                      <a:pt x="39053" y="18202"/>
                    </a:cubicBezTo>
                    <a:cubicBezTo>
                      <a:pt x="38775" y="18072"/>
                      <a:pt x="38775" y="18072"/>
                      <a:pt x="38705" y="17907"/>
                    </a:cubicBezTo>
                    <a:cubicBezTo>
                      <a:pt x="38667" y="17709"/>
                      <a:pt x="38658" y="17512"/>
                      <a:pt x="38677" y="17311"/>
                    </a:cubicBezTo>
                    <a:cubicBezTo>
                      <a:pt x="38680" y="17268"/>
                      <a:pt x="38684" y="17225"/>
                      <a:pt x="38687" y="17181"/>
                    </a:cubicBezTo>
                    <a:cubicBezTo>
                      <a:pt x="38691" y="17138"/>
                      <a:pt x="38694" y="17095"/>
                      <a:pt x="38698" y="17050"/>
                    </a:cubicBezTo>
                    <a:cubicBezTo>
                      <a:pt x="38702" y="16962"/>
                      <a:pt x="38706" y="16874"/>
                      <a:pt x="38709" y="16785"/>
                    </a:cubicBezTo>
                    <a:cubicBezTo>
                      <a:pt x="38719" y="16569"/>
                      <a:pt x="38733" y="16354"/>
                      <a:pt x="38750" y="16139"/>
                    </a:cubicBezTo>
                    <a:cubicBezTo>
                      <a:pt x="38544" y="16139"/>
                      <a:pt x="38337" y="16139"/>
                      <a:pt x="38125" y="16139"/>
                    </a:cubicBezTo>
                    <a:cubicBezTo>
                      <a:pt x="38125" y="16276"/>
                      <a:pt x="38125" y="16414"/>
                      <a:pt x="38125" y="16556"/>
                    </a:cubicBezTo>
                    <a:cubicBezTo>
                      <a:pt x="37850" y="16556"/>
                      <a:pt x="37575" y="16556"/>
                      <a:pt x="37292" y="16556"/>
                    </a:cubicBezTo>
                    <a:cubicBezTo>
                      <a:pt x="37292" y="16281"/>
                      <a:pt x="37292" y="16006"/>
                      <a:pt x="37292" y="15722"/>
                    </a:cubicBezTo>
                    <a:cubicBezTo>
                      <a:pt x="37146" y="15768"/>
                      <a:pt x="37002" y="15815"/>
                      <a:pt x="36858" y="15866"/>
                    </a:cubicBezTo>
                    <a:cubicBezTo>
                      <a:pt x="36785" y="15891"/>
                      <a:pt x="36712" y="15913"/>
                      <a:pt x="36639" y="15936"/>
                    </a:cubicBezTo>
                    <a:cubicBezTo>
                      <a:pt x="36441" y="16007"/>
                      <a:pt x="36290" y="16069"/>
                      <a:pt x="36182" y="16256"/>
                    </a:cubicBezTo>
                    <a:cubicBezTo>
                      <a:pt x="36019" y="16745"/>
                      <a:pt x="35996" y="17224"/>
                      <a:pt x="35976" y="17736"/>
                    </a:cubicBezTo>
                    <a:cubicBezTo>
                      <a:pt x="35971" y="17829"/>
                      <a:pt x="35967" y="17921"/>
                      <a:pt x="35963" y="18014"/>
                    </a:cubicBezTo>
                    <a:cubicBezTo>
                      <a:pt x="35951" y="18255"/>
                      <a:pt x="35941" y="18497"/>
                      <a:pt x="35931" y="18738"/>
                    </a:cubicBezTo>
                    <a:cubicBezTo>
                      <a:pt x="35920" y="18986"/>
                      <a:pt x="35909" y="19233"/>
                      <a:pt x="35897" y="19480"/>
                    </a:cubicBezTo>
                    <a:cubicBezTo>
                      <a:pt x="35875" y="19964"/>
                      <a:pt x="35854" y="20447"/>
                      <a:pt x="35833" y="20931"/>
                    </a:cubicBezTo>
                    <a:cubicBezTo>
                      <a:pt x="35490" y="20931"/>
                      <a:pt x="35146" y="20931"/>
                      <a:pt x="34792" y="20931"/>
                    </a:cubicBezTo>
                    <a:cubicBezTo>
                      <a:pt x="34718" y="20475"/>
                      <a:pt x="34649" y="20020"/>
                      <a:pt x="34583" y="19563"/>
                    </a:cubicBezTo>
                    <a:cubicBezTo>
                      <a:pt x="34578" y="19529"/>
                      <a:pt x="34574" y="19495"/>
                      <a:pt x="34568" y="19459"/>
                    </a:cubicBezTo>
                    <a:cubicBezTo>
                      <a:pt x="34406" y="18319"/>
                      <a:pt x="34337" y="17199"/>
                      <a:pt x="34349" y="16048"/>
                    </a:cubicBezTo>
                    <a:cubicBezTo>
                      <a:pt x="34349" y="16013"/>
                      <a:pt x="34350" y="15978"/>
                      <a:pt x="34350" y="15943"/>
                    </a:cubicBezTo>
                    <a:cubicBezTo>
                      <a:pt x="34355" y="15522"/>
                      <a:pt x="34363" y="15101"/>
                      <a:pt x="34375" y="14681"/>
                    </a:cubicBezTo>
                    <a:cubicBezTo>
                      <a:pt x="34169" y="14681"/>
                      <a:pt x="33962" y="14681"/>
                      <a:pt x="33750" y="14681"/>
                    </a:cubicBezTo>
                    <a:cubicBezTo>
                      <a:pt x="33745" y="14727"/>
                      <a:pt x="33740" y="14775"/>
                      <a:pt x="33734" y="14823"/>
                    </a:cubicBezTo>
                    <a:cubicBezTo>
                      <a:pt x="33601" y="16025"/>
                      <a:pt x="33467" y="17228"/>
                      <a:pt x="33333" y="18431"/>
                    </a:cubicBezTo>
                    <a:cubicBezTo>
                      <a:pt x="32921" y="18431"/>
                      <a:pt x="32508" y="18431"/>
                      <a:pt x="32083" y="18431"/>
                    </a:cubicBezTo>
                    <a:cubicBezTo>
                      <a:pt x="32078" y="18381"/>
                      <a:pt x="32078" y="18381"/>
                      <a:pt x="32052" y="18128"/>
                    </a:cubicBezTo>
                    <a:cubicBezTo>
                      <a:pt x="32017" y="17798"/>
                      <a:pt x="31980" y="17467"/>
                      <a:pt x="31942" y="17138"/>
                    </a:cubicBezTo>
                    <a:cubicBezTo>
                      <a:pt x="31919" y="16938"/>
                      <a:pt x="31897" y="16737"/>
                      <a:pt x="31876" y="16537"/>
                    </a:cubicBezTo>
                    <a:cubicBezTo>
                      <a:pt x="31856" y="16344"/>
                      <a:pt x="31834" y="16151"/>
                      <a:pt x="31811" y="15957"/>
                    </a:cubicBezTo>
                    <a:cubicBezTo>
                      <a:pt x="31803" y="15884"/>
                      <a:pt x="31795" y="15810"/>
                      <a:pt x="31788" y="15737"/>
                    </a:cubicBezTo>
                    <a:cubicBezTo>
                      <a:pt x="31778" y="15633"/>
                      <a:pt x="31765" y="15530"/>
                      <a:pt x="31752" y="15427"/>
                    </a:cubicBezTo>
                    <a:cubicBezTo>
                      <a:pt x="31750" y="15396"/>
                      <a:pt x="31748" y="15366"/>
                      <a:pt x="31745" y="15335"/>
                    </a:cubicBezTo>
                    <a:cubicBezTo>
                      <a:pt x="31733" y="15249"/>
                      <a:pt x="31733" y="15249"/>
                      <a:pt x="31667" y="15097"/>
                    </a:cubicBezTo>
                    <a:cubicBezTo>
                      <a:pt x="31529" y="15029"/>
                      <a:pt x="31392" y="14960"/>
                      <a:pt x="31250" y="14889"/>
                    </a:cubicBezTo>
                    <a:cubicBezTo>
                      <a:pt x="31181" y="15233"/>
                      <a:pt x="31112" y="15576"/>
                      <a:pt x="31042" y="15931"/>
                    </a:cubicBezTo>
                    <a:cubicBezTo>
                      <a:pt x="30698" y="15862"/>
                      <a:pt x="30354" y="15793"/>
                      <a:pt x="30000" y="15722"/>
                    </a:cubicBezTo>
                    <a:cubicBezTo>
                      <a:pt x="30000" y="15310"/>
                      <a:pt x="30000" y="14897"/>
                      <a:pt x="30000" y="14472"/>
                    </a:cubicBezTo>
                    <a:cubicBezTo>
                      <a:pt x="29583" y="14681"/>
                      <a:pt x="29583" y="14681"/>
                      <a:pt x="29517" y="14819"/>
                    </a:cubicBezTo>
                    <a:cubicBezTo>
                      <a:pt x="29504" y="14895"/>
                      <a:pt x="29504" y="14895"/>
                      <a:pt x="29497" y="14974"/>
                    </a:cubicBezTo>
                    <a:cubicBezTo>
                      <a:pt x="29493" y="15002"/>
                      <a:pt x="29489" y="15029"/>
                      <a:pt x="29485" y="15058"/>
                    </a:cubicBezTo>
                    <a:cubicBezTo>
                      <a:pt x="29472" y="15144"/>
                      <a:pt x="29463" y="15231"/>
                      <a:pt x="29453" y="15319"/>
                    </a:cubicBezTo>
                    <a:cubicBezTo>
                      <a:pt x="29445" y="15378"/>
                      <a:pt x="29437" y="15437"/>
                      <a:pt x="29429" y="15496"/>
                    </a:cubicBezTo>
                    <a:cubicBezTo>
                      <a:pt x="29409" y="15641"/>
                      <a:pt x="29392" y="15785"/>
                      <a:pt x="29375" y="15931"/>
                    </a:cubicBezTo>
                    <a:cubicBezTo>
                      <a:pt x="29031" y="15931"/>
                      <a:pt x="28688" y="15931"/>
                      <a:pt x="28333" y="15931"/>
                    </a:cubicBezTo>
                    <a:cubicBezTo>
                      <a:pt x="28333" y="15724"/>
                      <a:pt x="28333" y="15518"/>
                      <a:pt x="28333" y="15306"/>
                    </a:cubicBezTo>
                    <a:cubicBezTo>
                      <a:pt x="28270" y="15351"/>
                      <a:pt x="28207" y="15396"/>
                      <a:pt x="28142" y="15442"/>
                    </a:cubicBezTo>
                    <a:cubicBezTo>
                      <a:pt x="27503" y="15875"/>
                      <a:pt x="27041" y="16021"/>
                      <a:pt x="26250" y="15931"/>
                    </a:cubicBezTo>
                    <a:cubicBezTo>
                      <a:pt x="26181" y="15656"/>
                      <a:pt x="26112" y="15381"/>
                      <a:pt x="26042" y="15097"/>
                    </a:cubicBezTo>
                    <a:cubicBezTo>
                      <a:pt x="25973" y="15441"/>
                      <a:pt x="25904" y="15785"/>
                      <a:pt x="25833" y="16139"/>
                    </a:cubicBezTo>
                    <a:cubicBezTo>
                      <a:pt x="25558" y="16139"/>
                      <a:pt x="25283" y="16139"/>
                      <a:pt x="25000" y="16139"/>
                    </a:cubicBezTo>
                    <a:cubicBezTo>
                      <a:pt x="25000" y="16001"/>
                      <a:pt x="25000" y="15864"/>
                      <a:pt x="25000" y="15722"/>
                    </a:cubicBezTo>
                    <a:cubicBezTo>
                      <a:pt x="24794" y="15722"/>
                      <a:pt x="24587" y="15722"/>
                      <a:pt x="24375" y="15722"/>
                    </a:cubicBezTo>
                    <a:cubicBezTo>
                      <a:pt x="24375" y="16547"/>
                      <a:pt x="24375" y="17372"/>
                      <a:pt x="24375" y="18222"/>
                    </a:cubicBezTo>
                    <a:cubicBezTo>
                      <a:pt x="23962" y="18154"/>
                      <a:pt x="23550" y="18085"/>
                      <a:pt x="23125" y="18014"/>
                    </a:cubicBezTo>
                    <a:cubicBezTo>
                      <a:pt x="23126" y="18138"/>
                      <a:pt x="23128" y="18263"/>
                      <a:pt x="23129" y="18391"/>
                    </a:cubicBezTo>
                    <a:cubicBezTo>
                      <a:pt x="23142" y="19532"/>
                      <a:pt x="23151" y="20673"/>
                      <a:pt x="23157" y="21814"/>
                    </a:cubicBezTo>
                    <a:cubicBezTo>
                      <a:pt x="23158" y="21964"/>
                      <a:pt x="23159" y="22114"/>
                      <a:pt x="23159" y="22264"/>
                    </a:cubicBezTo>
                    <a:cubicBezTo>
                      <a:pt x="23160" y="22293"/>
                      <a:pt x="23160" y="22323"/>
                      <a:pt x="23160" y="22354"/>
                    </a:cubicBezTo>
                    <a:cubicBezTo>
                      <a:pt x="23162" y="22836"/>
                      <a:pt x="23167" y="23318"/>
                      <a:pt x="23173" y="23800"/>
                    </a:cubicBezTo>
                    <a:cubicBezTo>
                      <a:pt x="23179" y="24295"/>
                      <a:pt x="23182" y="24789"/>
                      <a:pt x="23184" y="25284"/>
                    </a:cubicBezTo>
                    <a:cubicBezTo>
                      <a:pt x="23185" y="25590"/>
                      <a:pt x="23188" y="25895"/>
                      <a:pt x="23192" y="26200"/>
                    </a:cubicBezTo>
                    <a:cubicBezTo>
                      <a:pt x="23196" y="26434"/>
                      <a:pt x="23197" y="26668"/>
                      <a:pt x="23196" y="26903"/>
                    </a:cubicBezTo>
                    <a:cubicBezTo>
                      <a:pt x="23196" y="26999"/>
                      <a:pt x="23197" y="27095"/>
                      <a:pt x="23200" y="27190"/>
                    </a:cubicBezTo>
                    <a:cubicBezTo>
                      <a:pt x="23203" y="27322"/>
                      <a:pt x="23202" y="27453"/>
                      <a:pt x="23200" y="27584"/>
                    </a:cubicBezTo>
                    <a:cubicBezTo>
                      <a:pt x="23202" y="27622"/>
                      <a:pt x="23204" y="27660"/>
                      <a:pt x="23206" y="27698"/>
                    </a:cubicBezTo>
                    <a:cubicBezTo>
                      <a:pt x="23200" y="27851"/>
                      <a:pt x="23177" y="27956"/>
                      <a:pt x="23072" y="28072"/>
                    </a:cubicBezTo>
                    <a:cubicBezTo>
                      <a:pt x="22670" y="28440"/>
                      <a:pt x="22264" y="28491"/>
                      <a:pt x="21740" y="28484"/>
                    </a:cubicBezTo>
                    <a:cubicBezTo>
                      <a:pt x="21665" y="28484"/>
                      <a:pt x="21590" y="28485"/>
                      <a:pt x="21515" y="28485"/>
                    </a:cubicBezTo>
                    <a:cubicBezTo>
                      <a:pt x="21310" y="28487"/>
                      <a:pt x="21106" y="28486"/>
                      <a:pt x="20901" y="28485"/>
                    </a:cubicBezTo>
                    <a:cubicBezTo>
                      <a:pt x="20680" y="28484"/>
                      <a:pt x="20459" y="28486"/>
                      <a:pt x="20238" y="28487"/>
                    </a:cubicBezTo>
                    <a:cubicBezTo>
                      <a:pt x="19805" y="28489"/>
                      <a:pt x="19373" y="28488"/>
                      <a:pt x="18941" y="28487"/>
                    </a:cubicBezTo>
                    <a:cubicBezTo>
                      <a:pt x="18589" y="28486"/>
                      <a:pt x="18238" y="28486"/>
                      <a:pt x="17886" y="28486"/>
                    </a:cubicBezTo>
                    <a:cubicBezTo>
                      <a:pt x="17836" y="28486"/>
                      <a:pt x="17786" y="28486"/>
                      <a:pt x="17734" y="28486"/>
                    </a:cubicBezTo>
                    <a:cubicBezTo>
                      <a:pt x="17632" y="28487"/>
                      <a:pt x="17531" y="28487"/>
                      <a:pt x="17429" y="28487"/>
                    </a:cubicBezTo>
                    <a:cubicBezTo>
                      <a:pt x="16503" y="28488"/>
                      <a:pt x="15577" y="28487"/>
                      <a:pt x="14651" y="28485"/>
                    </a:cubicBezTo>
                    <a:cubicBezTo>
                      <a:pt x="13806" y="28483"/>
                      <a:pt x="12961" y="28483"/>
                      <a:pt x="12116" y="28485"/>
                    </a:cubicBezTo>
                    <a:cubicBezTo>
                      <a:pt x="11166" y="28487"/>
                      <a:pt x="10215" y="28488"/>
                      <a:pt x="9265" y="28487"/>
                    </a:cubicBezTo>
                    <a:cubicBezTo>
                      <a:pt x="9164" y="28487"/>
                      <a:pt x="9062" y="28486"/>
                      <a:pt x="8961" y="28486"/>
                    </a:cubicBezTo>
                    <a:cubicBezTo>
                      <a:pt x="8911" y="28486"/>
                      <a:pt x="8861" y="28486"/>
                      <a:pt x="8810" y="28486"/>
                    </a:cubicBezTo>
                    <a:cubicBezTo>
                      <a:pt x="8459" y="28486"/>
                      <a:pt x="8108" y="28486"/>
                      <a:pt x="7757" y="28487"/>
                    </a:cubicBezTo>
                    <a:cubicBezTo>
                      <a:pt x="7329" y="28489"/>
                      <a:pt x="6901" y="28488"/>
                      <a:pt x="6473" y="28486"/>
                    </a:cubicBezTo>
                    <a:cubicBezTo>
                      <a:pt x="6255" y="28485"/>
                      <a:pt x="6037" y="28484"/>
                      <a:pt x="5819" y="28486"/>
                    </a:cubicBezTo>
                    <a:cubicBezTo>
                      <a:pt x="5619" y="28487"/>
                      <a:pt x="5419" y="28486"/>
                      <a:pt x="5219" y="28484"/>
                    </a:cubicBezTo>
                    <a:cubicBezTo>
                      <a:pt x="5147" y="28484"/>
                      <a:pt x="5075" y="28484"/>
                      <a:pt x="5003" y="28485"/>
                    </a:cubicBezTo>
                    <a:cubicBezTo>
                      <a:pt x="4656" y="28489"/>
                      <a:pt x="4392" y="28487"/>
                      <a:pt x="4124" y="28249"/>
                    </a:cubicBezTo>
                    <a:cubicBezTo>
                      <a:pt x="3933" y="28019"/>
                      <a:pt x="3897" y="27829"/>
                      <a:pt x="3900" y="27537"/>
                    </a:cubicBezTo>
                    <a:cubicBezTo>
                      <a:pt x="3899" y="27490"/>
                      <a:pt x="3898" y="27444"/>
                      <a:pt x="3897" y="27396"/>
                    </a:cubicBezTo>
                    <a:cubicBezTo>
                      <a:pt x="3894" y="27269"/>
                      <a:pt x="3893" y="27142"/>
                      <a:pt x="3892" y="27014"/>
                    </a:cubicBezTo>
                    <a:cubicBezTo>
                      <a:pt x="3892" y="26877"/>
                      <a:pt x="3889" y="26739"/>
                      <a:pt x="3886" y="26601"/>
                    </a:cubicBezTo>
                    <a:cubicBezTo>
                      <a:pt x="3881" y="26363"/>
                      <a:pt x="3878" y="26125"/>
                      <a:pt x="3876" y="25886"/>
                    </a:cubicBezTo>
                    <a:cubicBezTo>
                      <a:pt x="3873" y="25542"/>
                      <a:pt x="3867" y="25197"/>
                      <a:pt x="3861" y="24853"/>
                    </a:cubicBezTo>
                    <a:cubicBezTo>
                      <a:pt x="3852" y="24294"/>
                      <a:pt x="3844" y="23735"/>
                      <a:pt x="3838" y="23176"/>
                    </a:cubicBezTo>
                    <a:cubicBezTo>
                      <a:pt x="3832" y="22633"/>
                      <a:pt x="3825" y="22090"/>
                      <a:pt x="3816" y="21548"/>
                    </a:cubicBezTo>
                    <a:cubicBezTo>
                      <a:pt x="3816" y="21514"/>
                      <a:pt x="3815" y="21481"/>
                      <a:pt x="3815" y="21446"/>
                    </a:cubicBezTo>
                    <a:cubicBezTo>
                      <a:pt x="3812" y="21278"/>
                      <a:pt x="3809" y="21110"/>
                      <a:pt x="3807" y="20942"/>
                    </a:cubicBezTo>
                    <a:cubicBezTo>
                      <a:pt x="3785" y="19549"/>
                      <a:pt x="3767" y="18157"/>
                      <a:pt x="3750" y="16764"/>
                    </a:cubicBezTo>
                    <a:cubicBezTo>
                      <a:pt x="3612" y="16764"/>
                      <a:pt x="3475" y="16764"/>
                      <a:pt x="3333" y="16764"/>
                    </a:cubicBezTo>
                    <a:cubicBezTo>
                      <a:pt x="3265" y="17039"/>
                      <a:pt x="3196" y="17314"/>
                      <a:pt x="3125" y="17597"/>
                    </a:cubicBezTo>
                    <a:cubicBezTo>
                      <a:pt x="2850" y="17597"/>
                      <a:pt x="2575" y="17597"/>
                      <a:pt x="2292" y="17597"/>
                    </a:cubicBezTo>
                    <a:cubicBezTo>
                      <a:pt x="2291" y="17523"/>
                      <a:pt x="2290" y="17448"/>
                      <a:pt x="2289" y="17371"/>
                    </a:cubicBezTo>
                    <a:cubicBezTo>
                      <a:pt x="2285" y="17124"/>
                      <a:pt x="2276" y="16877"/>
                      <a:pt x="2264" y="16630"/>
                    </a:cubicBezTo>
                    <a:cubicBezTo>
                      <a:pt x="2257" y="16480"/>
                      <a:pt x="2252" y="16331"/>
                      <a:pt x="2251" y="16181"/>
                    </a:cubicBezTo>
                    <a:cubicBezTo>
                      <a:pt x="2250" y="16036"/>
                      <a:pt x="2244" y="15892"/>
                      <a:pt x="2235" y="15747"/>
                    </a:cubicBezTo>
                    <a:cubicBezTo>
                      <a:pt x="2232" y="15692"/>
                      <a:pt x="2231" y="15637"/>
                      <a:pt x="2232" y="15582"/>
                    </a:cubicBezTo>
                    <a:cubicBezTo>
                      <a:pt x="2235" y="15362"/>
                      <a:pt x="2199" y="15311"/>
                      <a:pt x="2083" y="15097"/>
                    </a:cubicBezTo>
                    <a:cubicBezTo>
                      <a:pt x="1740" y="15029"/>
                      <a:pt x="1396" y="14960"/>
                      <a:pt x="1042" y="14889"/>
                    </a:cubicBezTo>
                    <a:cubicBezTo>
                      <a:pt x="973" y="17020"/>
                      <a:pt x="904" y="19151"/>
                      <a:pt x="833" y="21347"/>
                    </a:cubicBezTo>
                    <a:cubicBezTo>
                      <a:pt x="558" y="21347"/>
                      <a:pt x="283" y="21347"/>
                      <a:pt x="0" y="21347"/>
                    </a:cubicBezTo>
                    <a:cubicBezTo>
                      <a:pt x="0" y="17979"/>
                      <a:pt x="0" y="14610"/>
                      <a:pt x="0" y="11139"/>
                    </a:cubicBezTo>
                    <a:cubicBezTo>
                      <a:pt x="344" y="11208"/>
                      <a:pt x="688" y="11276"/>
                      <a:pt x="1042" y="11347"/>
                    </a:cubicBezTo>
                    <a:cubicBezTo>
                      <a:pt x="1110" y="11485"/>
                      <a:pt x="1179" y="11622"/>
                      <a:pt x="1250" y="11764"/>
                    </a:cubicBezTo>
                    <a:cubicBezTo>
                      <a:pt x="1376" y="11833"/>
                      <a:pt x="1443" y="11864"/>
                      <a:pt x="1576" y="11894"/>
                    </a:cubicBezTo>
                    <a:cubicBezTo>
                      <a:pt x="1625" y="11907"/>
                      <a:pt x="1625" y="11907"/>
                      <a:pt x="1875" y="11972"/>
                    </a:cubicBezTo>
                    <a:cubicBezTo>
                      <a:pt x="1875" y="11560"/>
                      <a:pt x="1875" y="11147"/>
                      <a:pt x="1875" y="10722"/>
                    </a:cubicBezTo>
                    <a:cubicBezTo>
                      <a:pt x="2081" y="10722"/>
                      <a:pt x="2287" y="10722"/>
                      <a:pt x="2500" y="10722"/>
                    </a:cubicBezTo>
                    <a:cubicBezTo>
                      <a:pt x="2569" y="9897"/>
                      <a:pt x="2637" y="9072"/>
                      <a:pt x="2708" y="8222"/>
                    </a:cubicBezTo>
                    <a:cubicBezTo>
                      <a:pt x="2983" y="8291"/>
                      <a:pt x="3258" y="8360"/>
                      <a:pt x="3542" y="8431"/>
                    </a:cubicBezTo>
                    <a:cubicBezTo>
                      <a:pt x="3524" y="8865"/>
                      <a:pt x="3502" y="9299"/>
                      <a:pt x="3477" y="9733"/>
                    </a:cubicBezTo>
                    <a:cubicBezTo>
                      <a:pt x="3475" y="9765"/>
                      <a:pt x="3473" y="9798"/>
                      <a:pt x="3471" y="9831"/>
                    </a:cubicBezTo>
                    <a:cubicBezTo>
                      <a:pt x="3409" y="10841"/>
                      <a:pt x="3268" y="11802"/>
                      <a:pt x="3008" y="12780"/>
                    </a:cubicBezTo>
                    <a:cubicBezTo>
                      <a:pt x="3004" y="12793"/>
                      <a:pt x="3004" y="12793"/>
                      <a:pt x="2986" y="12862"/>
                    </a:cubicBezTo>
                    <a:cubicBezTo>
                      <a:pt x="2898" y="13192"/>
                      <a:pt x="2805" y="13520"/>
                      <a:pt x="2708" y="13847"/>
                    </a:cubicBezTo>
                    <a:cubicBezTo>
                      <a:pt x="3000" y="13848"/>
                      <a:pt x="3307" y="13829"/>
                      <a:pt x="3542" y="13639"/>
                    </a:cubicBezTo>
                    <a:cubicBezTo>
                      <a:pt x="3706" y="13306"/>
                      <a:pt x="3666" y="12875"/>
                      <a:pt x="3665" y="12511"/>
                    </a:cubicBezTo>
                    <a:cubicBezTo>
                      <a:pt x="3665" y="12351"/>
                      <a:pt x="3670" y="12191"/>
                      <a:pt x="3674" y="12031"/>
                    </a:cubicBezTo>
                    <a:cubicBezTo>
                      <a:pt x="3681" y="11754"/>
                      <a:pt x="3686" y="11476"/>
                      <a:pt x="3688" y="11199"/>
                    </a:cubicBezTo>
                    <a:cubicBezTo>
                      <a:pt x="3691" y="10797"/>
                      <a:pt x="3700" y="10396"/>
                      <a:pt x="3710" y="9994"/>
                    </a:cubicBezTo>
                    <a:cubicBezTo>
                      <a:pt x="3725" y="9342"/>
                      <a:pt x="3738" y="8691"/>
                      <a:pt x="3748" y="8039"/>
                    </a:cubicBezTo>
                    <a:cubicBezTo>
                      <a:pt x="3749" y="7999"/>
                      <a:pt x="3750" y="7960"/>
                      <a:pt x="3750" y="7920"/>
                    </a:cubicBezTo>
                    <a:cubicBezTo>
                      <a:pt x="3752" y="7762"/>
                      <a:pt x="3755" y="7604"/>
                      <a:pt x="3757" y="7446"/>
                    </a:cubicBezTo>
                    <a:cubicBezTo>
                      <a:pt x="3764" y="7011"/>
                      <a:pt x="3771" y="6576"/>
                      <a:pt x="3779" y="6141"/>
                    </a:cubicBezTo>
                    <a:cubicBezTo>
                      <a:pt x="3780" y="6102"/>
                      <a:pt x="3780" y="6064"/>
                      <a:pt x="3781" y="6024"/>
                    </a:cubicBezTo>
                    <a:cubicBezTo>
                      <a:pt x="3792" y="5374"/>
                      <a:pt x="3806" y="4725"/>
                      <a:pt x="3821" y="4076"/>
                    </a:cubicBezTo>
                    <a:cubicBezTo>
                      <a:pt x="3831" y="3675"/>
                      <a:pt x="3838" y="3275"/>
                      <a:pt x="3842" y="2875"/>
                    </a:cubicBezTo>
                    <a:cubicBezTo>
                      <a:pt x="3845" y="2600"/>
                      <a:pt x="3850" y="2326"/>
                      <a:pt x="3856" y="2051"/>
                    </a:cubicBezTo>
                    <a:cubicBezTo>
                      <a:pt x="3860" y="1893"/>
                      <a:pt x="3863" y="1735"/>
                      <a:pt x="3863" y="1576"/>
                    </a:cubicBezTo>
                    <a:cubicBezTo>
                      <a:pt x="3863" y="1431"/>
                      <a:pt x="3866" y="1286"/>
                      <a:pt x="3871" y="1141"/>
                    </a:cubicBezTo>
                    <a:cubicBezTo>
                      <a:pt x="3873" y="1064"/>
                      <a:pt x="3872" y="987"/>
                      <a:pt x="3871" y="910"/>
                    </a:cubicBezTo>
                    <a:cubicBezTo>
                      <a:pt x="3881" y="691"/>
                      <a:pt x="3916" y="542"/>
                      <a:pt x="4077" y="389"/>
                    </a:cubicBezTo>
                    <a:cubicBezTo>
                      <a:pt x="4465" y="77"/>
                      <a:pt x="4844" y="37"/>
                      <a:pt x="5325" y="43"/>
                    </a:cubicBezTo>
                    <a:close/>
                    <a:moveTo>
                      <a:pt x="5000" y="931"/>
                    </a:moveTo>
                    <a:cubicBezTo>
                      <a:pt x="4995" y="2167"/>
                      <a:pt x="4992" y="3404"/>
                      <a:pt x="4989" y="4641"/>
                    </a:cubicBezTo>
                    <a:cubicBezTo>
                      <a:pt x="4989" y="4787"/>
                      <a:pt x="4989" y="4933"/>
                      <a:pt x="4989" y="5080"/>
                    </a:cubicBezTo>
                    <a:cubicBezTo>
                      <a:pt x="4989" y="5109"/>
                      <a:pt x="4989" y="5138"/>
                      <a:pt x="4988" y="5168"/>
                    </a:cubicBezTo>
                    <a:cubicBezTo>
                      <a:pt x="4987" y="5638"/>
                      <a:pt x="4986" y="6109"/>
                      <a:pt x="4984" y="6579"/>
                    </a:cubicBezTo>
                    <a:cubicBezTo>
                      <a:pt x="4982" y="7062"/>
                      <a:pt x="4981" y="7546"/>
                      <a:pt x="4980" y="8029"/>
                    </a:cubicBezTo>
                    <a:cubicBezTo>
                      <a:pt x="4980" y="8327"/>
                      <a:pt x="4979" y="8625"/>
                      <a:pt x="4977" y="8923"/>
                    </a:cubicBezTo>
                    <a:cubicBezTo>
                      <a:pt x="4976" y="9152"/>
                      <a:pt x="4976" y="9381"/>
                      <a:pt x="4976" y="9610"/>
                    </a:cubicBezTo>
                    <a:cubicBezTo>
                      <a:pt x="4976" y="9703"/>
                      <a:pt x="4976" y="9797"/>
                      <a:pt x="4975" y="9890"/>
                    </a:cubicBezTo>
                    <a:cubicBezTo>
                      <a:pt x="4966" y="11056"/>
                      <a:pt x="4966" y="11056"/>
                      <a:pt x="5208" y="11347"/>
                    </a:cubicBezTo>
                    <a:cubicBezTo>
                      <a:pt x="5346" y="11347"/>
                      <a:pt x="5483" y="11347"/>
                      <a:pt x="5625" y="11347"/>
                    </a:cubicBezTo>
                    <a:cubicBezTo>
                      <a:pt x="5694" y="10454"/>
                      <a:pt x="5762" y="9560"/>
                      <a:pt x="5833" y="8639"/>
                    </a:cubicBezTo>
                    <a:cubicBezTo>
                      <a:pt x="6040" y="8708"/>
                      <a:pt x="6246" y="8776"/>
                      <a:pt x="6458" y="8847"/>
                    </a:cubicBezTo>
                    <a:cubicBezTo>
                      <a:pt x="6536" y="9011"/>
                      <a:pt x="6550" y="9064"/>
                      <a:pt x="6550" y="9234"/>
                    </a:cubicBezTo>
                    <a:cubicBezTo>
                      <a:pt x="6553" y="9272"/>
                      <a:pt x="6556" y="9310"/>
                      <a:pt x="6558" y="9349"/>
                    </a:cubicBezTo>
                    <a:cubicBezTo>
                      <a:pt x="6564" y="9430"/>
                      <a:pt x="6568" y="9512"/>
                      <a:pt x="6571" y="9593"/>
                    </a:cubicBezTo>
                    <a:cubicBezTo>
                      <a:pt x="6579" y="9806"/>
                      <a:pt x="6597" y="10017"/>
                      <a:pt x="6615" y="10229"/>
                    </a:cubicBezTo>
                    <a:cubicBezTo>
                      <a:pt x="6616" y="10250"/>
                      <a:pt x="6616" y="10250"/>
                      <a:pt x="6625" y="10357"/>
                    </a:cubicBezTo>
                    <a:cubicBezTo>
                      <a:pt x="6661" y="10745"/>
                      <a:pt x="6755" y="11099"/>
                      <a:pt x="6888" y="11464"/>
                    </a:cubicBezTo>
                    <a:cubicBezTo>
                      <a:pt x="6898" y="11491"/>
                      <a:pt x="6907" y="11518"/>
                      <a:pt x="6917" y="11545"/>
                    </a:cubicBezTo>
                    <a:cubicBezTo>
                      <a:pt x="6970" y="11689"/>
                      <a:pt x="7025" y="11831"/>
                      <a:pt x="7083" y="11972"/>
                    </a:cubicBezTo>
                    <a:cubicBezTo>
                      <a:pt x="7153" y="11943"/>
                      <a:pt x="7221" y="11913"/>
                      <a:pt x="7290" y="11882"/>
                    </a:cubicBezTo>
                    <a:cubicBezTo>
                      <a:pt x="7329" y="11865"/>
                      <a:pt x="7367" y="11848"/>
                      <a:pt x="7406" y="11831"/>
                    </a:cubicBezTo>
                    <a:cubicBezTo>
                      <a:pt x="7500" y="11764"/>
                      <a:pt x="7500" y="11764"/>
                      <a:pt x="7527" y="11653"/>
                    </a:cubicBezTo>
                    <a:cubicBezTo>
                      <a:pt x="7526" y="11548"/>
                      <a:pt x="7518" y="11450"/>
                      <a:pt x="7500" y="11347"/>
                    </a:cubicBezTo>
                    <a:cubicBezTo>
                      <a:pt x="7709" y="11297"/>
                      <a:pt x="7925" y="11250"/>
                      <a:pt x="8125" y="11347"/>
                    </a:cubicBezTo>
                    <a:cubicBezTo>
                      <a:pt x="8327" y="11582"/>
                      <a:pt x="8435" y="11893"/>
                      <a:pt x="8542" y="12181"/>
                    </a:cubicBezTo>
                    <a:cubicBezTo>
                      <a:pt x="8996" y="11630"/>
                      <a:pt x="9172" y="10977"/>
                      <a:pt x="9375" y="10306"/>
                    </a:cubicBezTo>
                    <a:cubicBezTo>
                      <a:pt x="9694" y="10317"/>
                      <a:pt x="10056" y="10352"/>
                      <a:pt x="10285" y="10596"/>
                    </a:cubicBezTo>
                    <a:cubicBezTo>
                      <a:pt x="10667" y="11182"/>
                      <a:pt x="10678" y="11942"/>
                      <a:pt x="10741" y="12616"/>
                    </a:cubicBezTo>
                    <a:cubicBezTo>
                      <a:pt x="10788" y="13117"/>
                      <a:pt x="10841" y="13595"/>
                      <a:pt x="11016" y="14069"/>
                    </a:cubicBezTo>
                    <a:cubicBezTo>
                      <a:pt x="11030" y="14111"/>
                      <a:pt x="11043" y="14154"/>
                      <a:pt x="11057" y="14197"/>
                    </a:cubicBezTo>
                    <a:cubicBezTo>
                      <a:pt x="11109" y="14320"/>
                      <a:pt x="11147" y="14387"/>
                      <a:pt x="11250" y="14472"/>
                    </a:cubicBezTo>
                    <a:cubicBezTo>
                      <a:pt x="11441" y="14549"/>
                      <a:pt x="11604" y="14584"/>
                      <a:pt x="11803" y="14519"/>
                    </a:cubicBezTo>
                    <a:cubicBezTo>
                      <a:pt x="12077" y="14340"/>
                      <a:pt x="12127" y="13828"/>
                      <a:pt x="12201" y="13535"/>
                    </a:cubicBezTo>
                    <a:cubicBezTo>
                      <a:pt x="12235" y="13401"/>
                      <a:pt x="12271" y="13267"/>
                      <a:pt x="12309" y="13134"/>
                    </a:cubicBezTo>
                    <a:cubicBezTo>
                      <a:pt x="12332" y="13051"/>
                      <a:pt x="12354" y="12967"/>
                      <a:pt x="12374" y="12883"/>
                    </a:cubicBezTo>
                    <a:cubicBezTo>
                      <a:pt x="12405" y="12769"/>
                      <a:pt x="12405" y="12769"/>
                      <a:pt x="12500" y="12597"/>
                    </a:cubicBezTo>
                    <a:cubicBezTo>
                      <a:pt x="12637" y="12597"/>
                      <a:pt x="12775" y="12597"/>
                      <a:pt x="12917" y="12597"/>
                    </a:cubicBezTo>
                    <a:cubicBezTo>
                      <a:pt x="12985" y="12185"/>
                      <a:pt x="13054" y="11772"/>
                      <a:pt x="13125" y="11347"/>
                    </a:cubicBezTo>
                    <a:cubicBezTo>
                      <a:pt x="13262" y="11347"/>
                      <a:pt x="13400" y="11347"/>
                      <a:pt x="13542" y="11347"/>
                    </a:cubicBezTo>
                    <a:cubicBezTo>
                      <a:pt x="13650" y="11460"/>
                      <a:pt x="13704" y="11528"/>
                      <a:pt x="13776" y="11660"/>
                    </a:cubicBezTo>
                    <a:cubicBezTo>
                      <a:pt x="13809" y="11716"/>
                      <a:pt x="13841" y="11771"/>
                      <a:pt x="13874" y="11827"/>
                    </a:cubicBezTo>
                    <a:cubicBezTo>
                      <a:pt x="13902" y="11875"/>
                      <a:pt x="13930" y="11924"/>
                      <a:pt x="13958" y="11972"/>
                    </a:cubicBezTo>
                    <a:cubicBezTo>
                      <a:pt x="14260" y="11884"/>
                      <a:pt x="14561" y="11775"/>
                      <a:pt x="14792" y="11556"/>
                    </a:cubicBezTo>
                    <a:cubicBezTo>
                      <a:pt x="14980" y="11200"/>
                      <a:pt x="14977" y="10748"/>
                      <a:pt x="15013" y="10355"/>
                    </a:cubicBezTo>
                    <a:cubicBezTo>
                      <a:pt x="15027" y="10214"/>
                      <a:pt x="15046" y="10074"/>
                      <a:pt x="15065" y="9934"/>
                    </a:cubicBezTo>
                    <a:cubicBezTo>
                      <a:pt x="15067" y="9890"/>
                      <a:pt x="15070" y="9847"/>
                      <a:pt x="15072" y="9803"/>
                    </a:cubicBezTo>
                    <a:cubicBezTo>
                      <a:pt x="15089" y="9680"/>
                      <a:pt x="15089" y="9680"/>
                      <a:pt x="15208" y="9472"/>
                    </a:cubicBezTo>
                    <a:cubicBezTo>
                      <a:pt x="15346" y="9438"/>
                      <a:pt x="15346" y="9438"/>
                      <a:pt x="16042" y="9264"/>
                    </a:cubicBezTo>
                    <a:cubicBezTo>
                      <a:pt x="16042" y="10364"/>
                      <a:pt x="16042" y="11464"/>
                      <a:pt x="16042" y="12597"/>
                    </a:cubicBezTo>
                    <a:cubicBezTo>
                      <a:pt x="16248" y="12597"/>
                      <a:pt x="16454" y="12597"/>
                      <a:pt x="16667" y="12597"/>
                    </a:cubicBezTo>
                    <a:cubicBezTo>
                      <a:pt x="16784" y="12475"/>
                      <a:pt x="16810" y="12436"/>
                      <a:pt x="16857" y="12286"/>
                    </a:cubicBezTo>
                    <a:cubicBezTo>
                      <a:pt x="16870" y="12254"/>
                      <a:pt x="16882" y="12222"/>
                      <a:pt x="16895" y="12189"/>
                    </a:cubicBezTo>
                    <a:cubicBezTo>
                      <a:pt x="16934" y="12087"/>
                      <a:pt x="16970" y="11984"/>
                      <a:pt x="17005" y="11881"/>
                    </a:cubicBezTo>
                    <a:cubicBezTo>
                      <a:pt x="17043" y="11779"/>
                      <a:pt x="17081" y="11677"/>
                      <a:pt x="17120" y="11575"/>
                    </a:cubicBezTo>
                    <a:cubicBezTo>
                      <a:pt x="17144" y="11512"/>
                      <a:pt x="17167" y="11449"/>
                      <a:pt x="17189" y="11385"/>
                    </a:cubicBezTo>
                    <a:cubicBezTo>
                      <a:pt x="17199" y="11356"/>
                      <a:pt x="17210" y="11326"/>
                      <a:pt x="17221" y="11296"/>
                    </a:cubicBezTo>
                    <a:cubicBezTo>
                      <a:pt x="17229" y="11271"/>
                      <a:pt x="17238" y="11246"/>
                      <a:pt x="17247" y="11219"/>
                    </a:cubicBezTo>
                    <a:cubicBezTo>
                      <a:pt x="17292" y="11139"/>
                      <a:pt x="17292" y="11139"/>
                      <a:pt x="17395" y="11047"/>
                    </a:cubicBezTo>
                    <a:cubicBezTo>
                      <a:pt x="17534" y="10913"/>
                      <a:pt x="17552" y="10767"/>
                      <a:pt x="17581" y="10582"/>
                    </a:cubicBezTo>
                    <a:cubicBezTo>
                      <a:pt x="17587" y="10547"/>
                      <a:pt x="17593" y="10513"/>
                      <a:pt x="17600" y="10477"/>
                    </a:cubicBezTo>
                    <a:cubicBezTo>
                      <a:pt x="17620" y="10363"/>
                      <a:pt x="17638" y="10249"/>
                      <a:pt x="17657" y="10135"/>
                    </a:cubicBezTo>
                    <a:cubicBezTo>
                      <a:pt x="17671" y="10056"/>
                      <a:pt x="17684" y="9977"/>
                      <a:pt x="17698" y="9898"/>
                    </a:cubicBezTo>
                    <a:cubicBezTo>
                      <a:pt x="17734" y="9690"/>
                      <a:pt x="17769" y="9482"/>
                      <a:pt x="17804" y="9274"/>
                    </a:cubicBezTo>
                    <a:cubicBezTo>
                      <a:pt x="17840" y="9062"/>
                      <a:pt x="17876" y="8850"/>
                      <a:pt x="17913" y="8638"/>
                    </a:cubicBezTo>
                    <a:cubicBezTo>
                      <a:pt x="17985" y="8222"/>
                      <a:pt x="18055" y="7805"/>
                      <a:pt x="18125" y="7389"/>
                    </a:cubicBezTo>
                    <a:cubicBezTo>
                      <a:pt x="18331" y="7389"/>
                      <a:pt x="18537" y="7389"/>
                      <a:pt x="18750" y="7389"/>
                    </a:cubicBezTo>
                    <a:cubicBezTo>
                      <a:pt x="18750" y="7461"/>
                      <a:pt x="18749" y="7532"/>
                      <a:pt x="18749" y="7606"/>
                    </a:cubicBezTo>
                    <a:cubicBezTo>
                      <a:pt x="18744" y="8284"/>
                      <a:pt x="18741" y="8961"/>
                      <a:pt x="18739" y="9638"/>
                    </a:cubicBezTo>
                    <a:cubicBezTo>
                      <a:pt x="18738" y="9986"/>
                      <a:pt x="18737" y="10335"/>
                      <a:pt x="18734" y="10683"/>
                    </a:cubicBezTo>
                    <a:cubicBezTo>
                      <a:pt x="18732" y="10986"/>
                      <a:pt x="18731" y="11290"/>
                      <a:pt x="18730" y="11594"/>
                    </a:cubicBezTo>
                    <a:cubicBezTo>
                      <a:pt x="18730" y="11755"/>
                      <a:pt x="18730" y="11915"/>
                      <a:pt x="18728" y="12076"/>
                    </a:cubicBezTo>
                    <a:cubicBezTo>
                      <a:pt x="18727" y="12227"/>
                      <a:pt x="18726" y="12379"/>
                      <a:pt x="18726" y="12531"/>
                    </a:cubicBezTo>
                    <a:cubicBezTo>
                      <a:pt x="18726" y="12586"/>
                      <a:pt x="18726" y="12641"/>
                      <a:pt x="18725" y="12696"/>
                    </a:cubicBezTo>
                    <a:cubicBezTo>
                      <a:pt x="18721" y="12999"/>
                      <a:pt x="18749" y="13282"/>
                      <a:pt x="18830" y="13573"/>
                    </a:cubicBezTo>
                    <a:cubicBezTo>
                      <a:pt x="18836" y="13600"/>
                      <a:pt x="18842" y="13627"/>
                      <a:pt x="18849" y="13656"/>
                    </a:cubicBezTo>
                    <a:cubicBezTo>
                      <a:pt x="18873" y="13732"/>
                      <a:pt x="18873" y="13732"/>
                      <a:pt x="18958" y="13847"/>
                    </a:cubicBezTo>
                    <a:cubicBezTo>
                      <a:pt x="19096" y="13847"/>
                      <a:pt x="19233" y="13847"/>
                      <a:pt x="19375" y="13847"/>
                    </a:cubicBezTo>
                    <a:cubicBezTo>
                      <a:pt x="19375" y="13229"/>
                      <a:pt x="19375" y="12610"/>
                      <a:pt x="19375" y="11972"/>
                    </a:cubicBezTo>
                    <a:cubicBezTo>
                      <a:pt x="19512" y="11972"/>
                      <a:pt x="19650" y="11972"/>
                      <a:pt x="19792" y="11972"/>
                    </a:cubicBezTo>
                    <a:cubicBezTo>
                      <a:pt x="19826" y="12247"/>
                      <a:pt x="19826" y="12247"/>
                      <a:pt x="20000" y="13639"/>
                    </a:cubicBezTo>
                    <a:cubicBezTo>
                      <a:pt x="20417" y="13431"/>
                      <a:pt x="20417" y="13431"/>
                      <a:pt x="20467" y="13319"/>
                    </a:cubicBezTo>
                    <a:cubicBezTo>
                      <a:pt x="20466" y="13278"/>
                      <a:pt x="20465" y="13238"/>
                      <a:pt x="20464" y="13196"/>
                    </a:cubicBezTo>
                    <a:cubicBezTo>
                      <a:pt x="20464" y="13151"/>
                      <a:pt x="20464" y="13105"/>
                      <a:pt x="20464" y="13058"/>
                    </a:cubicBezTo>
                    <a:cubicBezTo>
                      <a:pt x="20462" y="13009"/>
                      <a:pt x="20460" y="12959"/>
                      <a:pt x="20457" y="12909"/>
                    </a:cubicBezTo>
                    <a:cubicBezTo>
                      <a:pt x="20457" y="12884"/>
                      <a:pt x="20457" y="12884"/>
                      <a:pt x="20456" y="12756"/>
                    </a:cubicBezTo>
                    <a:cubicBezTo>
                      <a:pt x="20454" y="12622"/>
                      <a:pt x="20450" y="12488"/>
                      <a:pt x="20445" y="12354"/>
                    </a:cubicBezTo>
                    <a:cubicBezTo>
                      <a:pt x="20441" y="12217"/>
                      <a:pt x="20439" y="12080"/>
                      <a:pt x="20437" y="11943"/>
                    </a:cubicBezTo>
                    <a:cubicBezTo>
                      <a:pt x="20432" y="11675"/>
                      <a:pt x="20425" y="11407"/>
                      <a:pt x="20417" y="11139"/>
                    </a:cubicBezTo>
                    <a:cubicBezTo>
                      <a:pt x="20623" y="11139"/>
                      <a:pt x="20829" y="11139"/>
                      <a:pt x="21042" y="11139"/>
                    </a:cubicBezTo>
                    <a:cubicBezTo>
                      <a:pt x="21076" y="11483"/>
                      <a:pt x="21076" y="11483"/>
                      <a:pt x="21250" y="13222"/>
                    </a:cubicBezTo>
                    <a:cubicBezTo>
                      <a:pt x="21456" y="13154"/>
                      <a:pt x="21662" y="13085"/>
                      <a:pt x="21875" y="13014"/>
                    </a:cubicBezTo>
                    <a:cubicBezTo>
                      <a:pt x="21943" y="12819"/>
                      <a:pt x="21954" y="12736"/>
                      <a:pt x="21942" y="12538"/>
                    </a:cubicBezTo>
                    <a:cubicBezTo>
                      <a:pt x="21942" y="12514"/>
                      <a:pt x="21942" y="12514"/>
                      <a:pt x="21941" y="12391"/>
                    </a:cubicBezTo>
                    <a:cubicBezTo>
                      <a:pt x="21940" y="12255"/>
                      <a:pt x="21935" y="12121"/>
                      <a:pt x="21930" y="11986"/>
                    </a:cubicBezTo>
                    <a:cubicBezTo>
                      <a:pt x="21925" y="11840"/>
                      <a:pt x="21923" y="11695"/>
                      <a:pt x="21921" y="11549"/>
                    </a:cubicBezTo>
                    <a:cubicBezTo>
                      <a:pt x="21917" y="11297"/>
                      <a:pt x="21910" y="11045"/>
                      <a:pt x="21902" y="10793"/>
                    </a:cubicBezTo>
                    <a:cubicBezTo>
                      <a:pt x="21891" y="10428"/>
                      <a:pt x="21883" y="10064"/>
                      <a:pt x="21876" y="9699"/>
                    </a:cubicBezTo>
                    <a:cubicBezTo>
                      <a:pt x="21864" y="9107"/>
                      <a:pt x="21850" y="8516"/>
                      <a:pt x="21833" y="7925"/>
                    </a:cubicBezTo>
                    <a:cubicBezTo>
                      <a:pt x="21817" y="7350"/>
                      <a:pt x="21803" y="6776"/>
                      <a:pt x="21790" y="6201"/>
                    </a:cubicBezTo>
                    <a:cubicBezTo>
                      <a:pt x="21789" y="6166"/>
                      <a:pt x="21789" y="6130"/>
                      <a:pt x="21788" y="6094"/>
                    </a:cubicBezTo>
                    <a:cubicBezTo>
                      <a:pt x="21784" y="5916"/>
                      <a:pt x="21780" y="5738"/>
                      <a:pt x="21776" y="5561"/>
                    </a:cubicBezTo>
                    <a:cubicBezTo>
                      <a:pt x="21744" y="4087"/>
                      <a:pt x="21707" y="2613"/>
                      <a:pt x="21667" y="1139"/>
                    </a:cubicBezTo>
                    <a:cubicBezTo>
                      <a:pt x="19108" y="987"/>
                      <a:pt x="16556" y="910"/>
                      <a:pt x="13992" y="910"/>
                    </a:cubicBezTo>
                    <a:cubicBezTo>
                      <a:pt x="13976" y="910"/>
                      <a:pt x="13976" y="910"/>
                      <a:pt x="13893" y="910"/>
                    </a:cubicBezTo>
                    <a:cubicBezTo>
                      <a:pt x="13052" y="910"/>
                      <a:pt x="12212" y="913"/>
                      <a:pt x="11371" y="916"/>
                    </a:cubicBezTo>
                    <a:cubicBezTo>
                      <a:pt x="10885" y="917"/>
                      <a:pt x="10398" y="918"/>
                      <a:pt x="9911" y="919"/>
                    </a:cubicBezTo>
                    <a:cubicBezTo>
                      <a:pt x="9893" y="919"/>
                      <a:pt x="9893" y="919"/>
                      <a:pt x="9805" y="919"/>
                    </a:cubicBezTo>
                    <a:cubicBezTo>
                      <a:pt x="9630" y="920"/>
                      <a:pt x="9455" y="920"/>
                      <a:pt x="9279" y="920"/>
                    </a:cubicBezTo>
                    <a:cubicBezTo>
                      <a:pt x="7853" y="922"/>
                      <a:pt x="6426" y="926"/>
                      <a:pt x="5000" y="931"/>
                    </a:cubicBezTo>
                    <a:close/>
                    <a:moveTo>
                      <a:pt x="15326" y="12845"/>
                    </a:moveTo>
                    <a:cubicBezTo>
                      <a:pt x="15312" y="12858"/>
                      <a:pt x="15312" y="12858"/>
                      <a:pt x="15246" y="12927"/>
                    </a:cubicBezTo>
                    <a:cubicBezTo>
                      <a:pt x="14987" y="13210"/>
                      <a:pt x="14799" y="13533"/>
                      <a:pt x="14611" y="13866"/>
                    </a:cubicBezTo>
                    <a:cubicBezTo>
                      <a:pt x="14462" y="14129"/>
                      <a:pt x="14303" y="14361"/>
                      <a:pt x="14109" y="14592"/>
                    </a:cubicBezTo>
                    <a:cubicBezTo>
                      <a:pt x="13843" y="14910"/>
                      <a:pt x="13694" y="15141"/>
                      <a:pt x="13711" y="15566"/>
                    </a:cubicBezTo>
                    <a:cubicBezTo>
                      <a:pt x="13724" y="15686"/>
                      <a:pt x="13737" y="15807"/>
                      <a:pt x="13750" y="15931"/>
                    </a:cubicBezTo>
                    <a:cubicBezTo>
                      <a:pt x="13475" y="15931"/>
                      <a:pt x="13200" y="15931"/>
                      <a:pt x="12917" y="15931"/>
                    </a:cubicBezTo>
                    <a:cubicBezTo>
                      <a:pt x="12917" y="15587"/>
                      <a:pt x="12917" y="15243"/>
                      <a:pt x="12917" y="14889"/>
                    </a:cubicBezTo>
                    <a:cubicBezTo>
                      <a:pt x="12171" y="15398"/>
                      <a:pt x="11655" y="15837"/>
                      <a:pt x="11458" y="16764"/>
                    </a:cubicBezTo>
                    <a:cubicBezTo>
                      <a:pt x="11440" y="16876"/>
                      <a:pt x="11425" y="16988"/>
                      <a:pt x="11410" y="17101"/>
                    </a:cubicBezTo>
                    <a:cubicBezTo>
                      <a:pt x="11406" y="17129"/>
                      <a:pt x="11403" y="17158"/>
                      <a:pt x="11399" y="17187"/>
                    </a:cubicBezTo>
                    <a:cubicBezTo>
                      <a:pt x="11380" y="17326"/>
                      <a:pt x="11365" y="17464"/>
                      <a:pt x="11358" y="17604"/>
                    </a:cubicBezTo>
                    <a:cubicBezTo>
                      <a:pt x="11342" y="17757"/>
                      <a:pt x="11342" y="17757"/>
                      <a:pt x="11250" y="18014"/>
                    </a:cubicBezTo>
                    <a:cubicBezTo>
                      <a:pt x="11044" y="18083"/>
                      <a:pt x="10837" y="18151"/>
                      <a:pt x="10625" y="18222"/>
                    </a:cubicBezTo>
                    <a:cubicBezTo>
                      <a:pt x="10625" y="17260"/>
                      <a:pt x="10625" y="16297"/>
                      <a:pt x="10625" y="15306"/>
                    </a:cubicBezTo>
                    <a:cubicBezTo>
                      <a:pt x="10487" y="15306"/>
                      <a:pt x="10350" y="15306"/>
                      <a:pt x="10208" y="15306"/>
                    </a:cubicBezTo>
                    <a:cubicBezTo>
                      <a:pt x="10140" y="15031"/>
                      <a:pt x="10071" y="14756"/>
                      <a:pt x="10000" y="14472"/>
                    </a:cubicBezTo>
                    <a:cubicBezTo>
                      <a:pt x="9445" y="14664"/>
                      <a:pt x="9111" y="14854"/>
                      <a:pt x="8841" y="15384"/>
                    </a:cubicBezTo>
                    <a:cubicBezTo>
                      <a:pt x="8828" y="15410"/>
                      <a:pt x="8815" y="15435"/>
                      <a:pt x="8801" y="15462"/>
                    </a:cubicBezTo>
                    <a:cubicBezTo>
                      <a:pt x="8374" y="16322"/>
                      <a:pt x="8376" y="17330"/>
                      <a:pt x="8311" y="18270"/>
                    </a:cubicBezTo>
                    <a:cubicBezTo>
                      <a:pt x="8292" y="18539"/>
                      <a:pt x="8271" y="18806"/>
                      <a:pt x="8249" y="19074"/>
                    </a:cubicBezTo>
                    <a:cubicBezTo>
                      <a:pt x="8204" y="19624"/>
                      <a:pt x="8164" y="20173"/>
                      <a:pt x="8125" y="20722"/>
                    </a:cubicBezTo>
                    <a:cubicBezTo>
                      <a:pt x="7899" y="20700"/>
                      <a:pt x="7674" y="20670"/>
                      <a:pt x="7500" y="20514"/>
                    </a:cubicBezTo>
                    <a:cubicBezTo>
                      <a:pt x="7367" y="20235"/>
                      <a:pt x="7398" y="19884"/>
                      <a:pt x="7394" y="19582"/>
                    </a:cubicBezTo>
                    <a:cubicBezTo>
                      <a:pt x="7390" y="19489"/>
                      <a:pt x="7386" y="19396"/>
                      <a:pt x="7382" y="19303"/>
                    </a:cubicBezTo>
                    <a:cubicBezTo>
                      <a:pt x="7372" y="19058"/>
                      <a:pt x="7366" y="18813"/>
                      <a:pt x="7361" y="18568"/>
                    </a:cubicBezTo>
                    <a:cubicBezTo>
                      <a:pt x="7354" y="18318"/>
                      <a:pt x="7345" y="18068"/>
                      <a:pt x="7335" y="17818"/>
                    </a:cubicBezTo>
                    <a:cubicBezTo>
                      <a:pt x="7317" y="17328"/>
                      <a:pt x="7303" y="16838"/>
                      <a:pt x="7292" y="16347"/>
                    </a:cubicBezTo>
                    <a:cubicBezTo>
                      <a:pt x="7189" y="16377"/>
                      <a:pt x="7088" y="16408"/>
                      <a:pt x="6986" y="16439"/>
                    </a:cubicBezTo>
                    <a:cubicBezTo>
                      <a:pt x="6971" y="16443"/>
                      <a:pt x="6971" y="16443"/>
                      <a:pt x="6898" y="16464"/>
                    </a:cubicBezTo>
                    <a:cubicBezTo>
                      <a:pt x="6684" y="16531"/>
                      <a:pt x="6684" y="16531"/>
                      <a:pt x="6595" y="16657"/>
                    </a:cubicBezTo>
                    <a:cubicBezTo>
                      <a:pt x="6557" y="16767"/>
                      <a:pt x="6538" y="16870"/>
                      <a:pt x="6524" y="16985"/>
                    </a:cubicBezTo>
                    <a:cubicBezTo>
                      <a:pt x="6516" y="17024"/>
                      <a:pt x="6509" y="17063"/>
                      <a:pt x="6502" y="17103"/>
                    </a:cubicBezTo>
                    <a:cubicBezTo>
                      <a:pt x="6485" y="17198"/>
                      <a:pt x="6470" y="17293"/>
                      <a:pt x="6458" y="17389"/>
                    </a:cubicBezTo>
                    <a:cubicBezTo>
                      <a:pt x="6031" y="17475"/>
                      <a:pt x="6031" y="17475"/>
                      <a:pt x="5833" y="17389"/>
                    </a:cubicBezTo>
                    <a:cubicBezTo>
                      <a:pt x="5667" y="17195"/>
                      <a:pt x="5637" y="16902"/>
                      <a:pt x="5586" y="16660"/>
                    </a:cubicBezTo>
                    <a:cubicBezTo>
                      <a:pt x="5569" y="16589"/>
                      <a:pt x="5552" y="16519"/>
                      <a:pt x="5534" y="16449"/>
                    </a:cubicBezTo>
                    <a:cubicBezTo>
                      <a:pt x="5492" y="16277"/>
                      <a:pt x="5453" y="16104"/>
                      <a:pt x="5417" y="15931"/>
                    </a:cubicBezTo>
                    <a:cubicBezTo>
                      <a:pt x="5235" y="16039"/>
                      <a:pt x="5095" y="16158"/>
                      <a:pt x="5000" y="16347"/>
                    </a:cubicBezTo>
                    <a:cubicBezTo>
                      <a:pt x="4923" y="16671"/>
                      <a:pt x="4946" y="17016"/>
                      <a:pt x="4952" y="17346"/>
                    </a:cubicBezTo>
                    <a:cubicBezTo>
                      <a:pt x="4954" y="17486"/>
                      <a:pt x="4953" y="17626"/>
                      <a:pt x="4952" y="17765"/>
                    </a:cubicBezTo>
                    <a:cubicBezTo>
                      <a:pt x="4952" y="18036"/>
                      <a:pt x="4954" y="18307"/>
                      <a:pt x="4957" y="18577"/>
                    </a:cubicBezTo>
                    <a:cubicBezTo>
                      <a:pt x="4960" y="18891"/>
                      <a:pt x="4960" y="19204"/>
                      <a:pt x="4961" y="19518"/>
                    </a:cubicBezTo>
                    <a:cubicBezTo>
                      <a:pt x="4963" y="20345"/>
                      <a:pt x="4969" y="21171"/>
                      <a:pt x="4974" y="21998"/>
                    </a:cubicBezTo>
                    <a:cubicBezTo>
                      <a:pt x="4982" y="23846"/>
                      <a:pt x="4991" y="25694"/>
                      <a:pt x="5000" y="27597"/>
                    </a:cubicBezTo>
                    <a:cubicBezTo>
                      <a:pt x="10569" y="27597"/>
                      <a:pt x="16137" y="27597"/>
                      <a:pt x="21875" y="27597"/>
                    </a:cubicBezTo>
                    <a:cubicBezTo>
                      <a:pt x="21875" y="24366"/>
                      <a:pt x="21875" y="21135"/>
                      <a:pt x="21875" y="17806"/>
                    </a:cubicBezTo>
                    <a:cubicBezTo>
                      <a:pt x="21600" y="17806"/>
                      <a:pt x="21325" y="17806"/>
                      <a:pt x="21042" y="17806"/>
                    </a:cubicBezTo>
                    <a:cubicBezTo>
                      <a:pt x="20833" y="18014"/>
                      <a:pt x="20833" y="18014"/>
                      <a:pt x="20808" y="18134"/>
                    </a:cubicBezTo>
                    <a:cubicBezTo>
                      <a:pt x="20809" y="18178"/>
                      <a:pt x="20809" y="18222"/>
                      <a:pt x="20810" y="18267"/>
                    </a:cubicBezTo>
                    <a:cubicBezTo>
                      <a:pt x="20810" y="18317"/>
                      <a:pt x="20810" y="18367"/>
                      <a:pt x="20810" y="18419"/>
                    </a:cubicBezTo>
                    <a:cubicBezTo>
                      <a:pt x="20811" y="18473"/>
                      <a:pt x="20812" y="18527"/>
                      <a:pt x="20813" y="18581"/>
                    </a:cubicBezTo>
                    <a:cubicBezTo>
                      <a:pt x="20813" y="18637"/>
                      <a:pt x="20814" y="18693"/>
                      <a:pt x="20814" y="18748"/>
                    </a:cubicBezTo>
                    <a:cubicBezTo>
                      <a:pt x="20815" y="18895"/>
                      <a:pt x="20817" y="19041"/>
                      <a:pt x="20819" y="19187"/>
                    </a:cubicBezTo>
                    <a:cubicBezTo>
                      <a:pt x="20821" y="19336"/>
                      <a:pt x="20822" y="19486"/>
                      <a:pt x="20823" y="19635"/>
                    </a:cubicBezTo>
                    <a:cubicBezTo>
                      <a:pt x="20825" y="19928"/>
                      <a:pt x="20829" y="20221"/>
                      <a:pt x="20833" y="20514"/>
                    </a:cubicBezTo>
                    <a:cubicBezTo>
                      <a:pt x="20664" y="20520"/>
                      <a:pt x="20495" y="20524"/>
                      <a:pt x="20326" y="20527"/>
                    </a:cubicBezTo>
                    <a:cubicBezTo>
                      <a:pt x="20278" y="20529"/>
                      <a:pt x="20230" y="20530"/>
                      <a:pt x="20180" y="20532"/>
                    </a:cubicBezTo>
                    <a:cubicBezTo>
                      <a:pt x="20134" y="20533"/>
                      <a:pt x="20088" y="20534"/>
                      <a:pt x="20040" y="20534"/>
                    </a:cubicBezTo>
                    <a:cubicBezTo>
                      <a:pt x="19997" y="20535"/>
                      <a:pt x="19955" y="20536"/>
                      <a:pt x="19911" y="20538"/>
                    </a:cubicBezTo>
                    <a:cubicBezTo>
                      <a:pt x="19741" y="20504"/>
                      <a:pt x="19685" y="20445"/>
                      <a:pt x="19583" y="20306"/>
                    </a:cubicBezTo>
                    <a:cubicBezTo>
                      <a:pt x="19550" y="20183"/>
                      <a:pt x="19545" y="20064"/>
                      <a:pt x="19541" y="19938"/>
                    </a:cubicBezTo>
                    <a:cubicBezTo>
                      <a:pt x="19539" y="19901"/>
                      <a:pt x="19536" y="19864"/>
                      <a:pt x="19534" y="19827"/>
                    </a:cubicBezTo>
                    <a:cubicBezTo>
                      <a:pt x="19528" y="19706"/>
                      <a:pt x="19523" y="19586"/>
                      <a:pt x="19517" y="19465"/>
                    </a:cubicBezTo>
                    <a:cubicBezTo>
                      <a:pt x="19513" y="19381"/>
                      <a:pt x="19509" y="19297"/>
                      <a:pt x="19504" y="19214"/>
                    </a:cubicBezTo>
                    <a:cubicBezTo>
                      <a:pt x="19493" y="18993"/>
                      <a:pt x="19482" y="18773"/>
                      <a:pt x="19472" y="18553"/>
                    </a:cubicBezTo>
                    <a:cubicBezTo>
                      <a:pt x="19462" y="18328"/>
                      <a:pt x="19450" y="18103"/>
                      <a:pt x="19439" y="17878"/>
                    </a:cubicBezTo>
                    <a:cubicBezTo>
                      <a:pt x="19416" y="17438"/>
                      <a:pt x="19395" y="16996"/>
                      <a:pt x="19375" y="16556"/>
                    </a:cubicBezTo>
                    <a:cubicBezTo>
                      <a:pt x="18894" y="16556"/>
                      <a:pt x="18412" y="16556"/>
                      <a:pt x="17917" y="16556"/>
                    </a:cubicBezTo>
                    <a:cubicBezTo>
                      <a:pt x="17826" y="16061"/>
                      <a:pt x="17826" y="16061"/>
                      <a:pt x="17798" y="15908"/>
                    </a:cubicBezTo>
                    <a:cubicBezTo>
                      <a:pt x="17676" y="15273"/>
                      <a:pt x="17676" y="15273"/>
                      <a:pt x="17500" y="15097"/>
                    </a:cubicBezTo>
                    <a:cubicBezTo>
                      <a:pt x="17320" y="15046"/>
                      <a:pt x="17152" y="15058"/>
                      <a:pt x="16966" y="15071"/>
                    </a:cubicBezTo>
                    <a:cubicBezTo>
                      <a:pt x="16942" y="15072"/>
                      <a:pt x="16942" y="15072"/>
                      <a:pt x="16819" y="15077"/>
                    </a:cubicBezTo>
                    <a:cubicBezTo>
                      <a:pt x="16698" y="15082"/>
                      <a:pt x="16578" y="15089"/>
                      <a:pt x="16458" y="15097"/>
                    </a:cubicBezTo>
                    <a:cubicBezTo>
                      <a:pt x="16390" y="15372"/>
                      <a:pt x="16321" y="15647"/>
                      <a:pt x="16250" y="15931"/>
                    </a:cubicBezTo>
                    <a:cubicBezTo>
                      <a:pt x="15975" y="15931"/>
                      <a:pt x="15700" y="15931"/>
                      <a:pt x="15417" y="15931"/>
                    </a:cubicBezTo>
                    <a:cubicBezTo>
                      <a:pt x="15437" y="15671"/>
                      <a:pt x="15459" y="15412"/>
                      <a:pt x="15483" y="15152"/>
                    </a:cubicBezTo>
                    <a:cubicBezTo>
                      <a:pt x="15491" y="15064"/>
                      <a:pt x="15498" y="14976"/>
                      <a:pt x="15505" y="14888"/>
                    </a:cubicBezTo>
                    <a:cubicBezTo>
                      <a:pt x="15567" y="14060"/>
                      <a:pt x="15567" y="14060"/>
                      <a:pt x="15840" y="13821"/>
                    </a:cubicBezTo>
                    <a:cubicBezTo>
                      <a:pt x="15877" y="13792"/>
                      <a:pt x="15914" y="13763"/>
                      <a:pt x="15952" y="13732"/>
                    </a:cubicBezTo>
                    <a:cubicBezTo>
                      <a:pt x="16069" y="13611"/>
                      <a:pt x="16074" y="13537"/>
                      <a:pt x="16082" y="13370"/>
                    </a:cubicBezTo>
                    <a:cubicBezTo>
                      <a:pt x="16080" y="13278"/>
                      <a:pt x="16075" y="13185"/>
                      <a:pt x="16068" y="13092"/>
                    </a:cubicBezTo>
                    <a:cubicBezTo>
                      <a:pt x="16066" y="13044"/>
                      <a:pt x="16064" y="12996"/>
                      <a:pt x="16062" y="12947"/>
                    </a:cubicBezTo>
                    <a:cubicBezTo>
                      <a:pt x="16057" y="12830"/>
                      <a:pt x="16050" y="12714"/>
                      <a:pt x="16042" y="12597"/>
                    </a:cubicBezTo>
                    <a:cubicBezTo>
                      <a:pt x="15715" y="12562"/>
                      <a:pt x="15549" y="12603"/>
                      <a:pt x="15326" y="12845"/>
                    </a:cubicBezTo>
                    <a:close/>
                  </a:path>
                </a:pathLst>
              </a:custGeom>
              <a:solidFill>
                <a:srgbClr val="769CE8"/>
              </a:solidFill>
              <a:ln w="2646" cap="flat">
                <a:noFill/>
              </a:ln>
            </p:spPr>
          </p:sp>
          <p:sp>
            <p:nvSpPr>
              <p:cNvPr id="2034" name="ICON_C_WINDOWS_GRAPHIC_path_006"/>
              <p:cNvSpPr/>
              <p:nvPr/>
            </p:nvSpPr>
            <p:spPr>
              <a:xfrm>
                <a:off x="5400146" y="7469188"/>
                <a:ext cx="619125" cy="191124"/>
              </a:xfrm>
              <a:custGeom>
                <a:avLst/>
                <a:gdLst/>
                <a:ahLst/>
                <a:cxnLst/>
                <a:rect l="0" t="0" r="r" b="b"/>
                <a:pathLst>
                  <a:path w="48750" h="15049" fill="norm" stroke="0">
                    <a:moveTo>
                      <a:pt x="25417" y="0"/>
                    </a:moveTo>
                    <a:cubicBezTo>
                      <a:pt x="25451" y="206"/>
                      <a:pt x="25451" y="206"/>
                      <a:pt x="25625" y="1250"/>
                    </a:cubicBezTo>
                    <a:cubicBezTo>
                      <a:pt x="25900" y="1250"/>
                      <a:pt x="26175" y="1250"/>
                      <a:pt x="26458" y="1250"/>
                    </a:cubicBezTo>
                    <a:cubicBezTo>
                      <a:pt x="26527" y="975"/>
                      <a:pt x="26596" y="700"/>
                      <a:pt x="26667" y="417"/>
                    </a:cubicBezTo>
                    <a:cubicBezTo>
                      <a:pt x="27121" y="456"/>
                      <a:pt x="27121" y="456"/>
                      <a:pt x="27292" y="625"/>
                    </a:cubicBezTo>
                    <a:cubicBezTo>
                      <a:pt x="27751" y="1534"/>
                      <a:pt x="27517" y="2983"/>
                      <a:pt x="27500" y="3958"/>
                    </a:cubicBezTo>
                    <a:cubicBezTo>
                      <a:pt x="27913" y="3958"/>
                      <a:pt x="28325" y="3958"/>
                      <a:pt x="28750" y="3958"/>
                    </a:cubicBezTo>
                    <a:cubicBezTo>
                      <a:pt x="28745" y="3845"/>
                      <a:pt x="28740" y="3731"/>
                      <a:pt x="28735" y="3614"/>
                    </a:cubicBezTo>
                    <a:cubicBezTo>
                      <a:pt x="28697" y="2423"/>
                      <a:pt x="28858" y="1357"/>
                      <a:pt x="29167" y="208"/>
                    </a:cubicBezTo>
                    <a:cubicBezTo>
                      <a:pt x="29373" y="208"/>
                      <a:pt x="29579" y="208"/>
                      <a:pt x="29792" y="208"/>
                    </a:cubicBezTo>
                    <a:cubicBezTo>
                      <a:pt x="29847" y="808"/>
                      <a:pt x="29901" y="1407"/>
                      <a:pt x="29955" y="2007"/>
                    </a:cubicBezTo>
                    <a:cubicBezTo>
                      <a:pt x="29980" y="2286"/>
                      <a:pt x="30005" y="2564"/>
                      <a:pt x="30030" y="2843"/>
                    </a:cubicBezTo>
                    <a:cubicBezTo>
                      <a:pt x="30141" y="4048"/>
                      <a:pt x="30247" y="5246"/>
                      <a:pt x="30208" y="6458"/>
                    </a:cubicBezTo>
                    <a:cubicBezTo>
                      <a:pt x="30552" y="6458"/>
                      <a:pt x="30896" y="6458"/>
                      <a:pt x="31250" y="6458"/>
                    </a:cubicBezTo>
                    <a:cubicBezTo>
                      <a:pt x="31248" y="6397"/>
                      <a:pt x="31248" y="6397"/>
                      <a:pt x="31240" y="6086"/>
                    </a:cubicBezTo>
                    <a:cubicBezTo>
                      <a:pt x="31230" y="5678"/>
                      <a:pt x="31223" y="5269"/>
                      <a:pt x="31218" y="4861"/>
                    </a:cubicBezTo>
                    <a:cubicBezTo>
                      <a:pt x="31214" y="4614"/>
                      <a:pt x="31210" y="4366"/>
                      <a:pt x="31203" y="4119"/>
                    </a:cubicBezTo>
                    <a:cubicBezTo>
                      <a:pt x="31196" y="3880"/>
                      <a:pt x="31192" y="3641"/>
                      <a:pt x="31191" y="3402"/>
                    </a:cubicBezTo>
                    <a:cubicBezTo>
                      <a:pt x="31190" y="3311"/>
                      <a:pt x="31187" y="3220"/>
                      <a:pt x="31184" y="3129"/>
                    </a:cubicBezTo>
                    <a:cubicBezTo>
                      <a:pt x="31168" y="2696"/>
                      <a:pt x="31162" y="2340"/>
                      <a:pt x="31461" y="2002"/>
                    </a:cubicBezTo>
                    <a:cubicBezTo>
                      <a:pt x="31779" y="1682"/>
                      <a:pt x="31779" y="1682"/>
                      <a:pt x="31969" y="1652"/>
                    </a:cubicBezTo>
                    <a:cubicBezTo>
                      <a:pt x="32153" y="1654"/>
                      <a:pt x="32303" y="1686"/>
                      <a:pt x="32449" y="1805"/>
                    </a:cubicBezTo>
                    <a:cubicBezTo>
                      <a:pt x="32622" y="2042"/>
                      <a:pt x="32537" y="2436"/>
                      <a:pt x="32500" y="2708"/>
                    </a:cubicBezTo>
                    <a:cubicBezTo>
                      <a:pt x="32714" y="2732"/>
                      <a:pt x="32912" y="2747"/>
                      <a:pt x="33125" y="2708"/>
                    </a:cubicBezTo>
                    <a:cubicBezTo>
                      <a:pt x="33199" y="2605"/>
                      <a:pt x="33226" y="2510"/>
                      <a:pt x="33264" y="2389"/>
                    </a:cubicBezTo>
                    <a:cubicBezTo>
                      <a:pt x="33275" y="2373"/>
                      <a:pt x="33275" y="2373"/>
                      <a:pt x="33333" y="2292"/>
                    </a:cubicBezTo>
                    <a:cubicBezTo>
                      <a:pt x="33449" y="2276"/>
                      <a:pt x="33538" y="2272"/>
                      <a:pt x="33652" y="2279"/>
                    </a:cubicBezTo>
                    <a:cubicBezTo>
                      <a:pt x="33682" y="2280"/>
                      <a:pt x="33711" y="2281"/>
                      <a:pt x="33741" y="2281"/>
                    </a:cubicBezTo>
                    <a:cubicBezTo>
                      <a:pt x="33814" y="2284"/>
                      <a:pt x="33886" y="2288"/>
                      <a:pt x="33958" y="2292"/>
                    </a:cubicBezTo>
                    <a:cubicBezTo>
                      <a:pt x="33959" y="2340"/>
                      <a:pt x="33960" y="2388"/>
                      <a:pt x="33961" y="2438"/>
                    </a:cubicBezTo>
                    <a:cubicBezTo>
                      <a:pt x="33965" y="2619"/>
                      <a:pt x="33977" y="2800"/>
                      <a:pt x="33990" y="2981"/>
                    </a:cubicBezTo>
                    <a:cubicBezTo>
                      <a:pt x="33995" y="3059"/>
                      <a:pt x="33998" y="3137"/>
                      <a:pt x="33999" y="3215"/>
                    </a:cubicBezTo>
                    <a:cubicBezTo>
                      <a:pt x="34004" y="3476"/>
                      <a:pt x="34010" y="3740"/>
                      <a:pt x="34167" y="3958"/>
                    </a:cubicBezTo>
                    <a:cubicBezTo>
                      <a:pt x="34473" y="4175"/>
                      <a:pt x="34849" y="4280"/>
                      <a:pt x="35208" y="4375"/>
                    </a:cubicBezTo>
                    <a:cubicBezTo>
                      <a:pt x="35210" y="4342"/>
                      <a:pt x="35212" y="4310"/>
                      <a:pt x="35214" y="4276"/>
                    </a:cubicBezTo>
                    <a:cubicBezTo>
                      <a:pt x="35230" y="3967"/>
                      <a:pt x="35248" y="3657"/>
                      <a:pt x="35268" y="3348"/>
                    </a:cubicBezTo>
                    <a:cubicBezTo>
                      <a:pt x="35279" y="3189"/>
                      <a:pt x="35288" y="3030"/>
                      <a:pt x="35296" y="2871"/>
                    </a:cubicBezTo>
                    <a:cubicBezTo>
                      <a:pt x="35304" y="2717"/>
                      <a:pt x="35314" y="2563"/>
                      <a:pt x="35325" y="2409"/>
                    </a:cubicBezTo>
                    <a:cubicBezTo>
                      <a:pt x="35328" y="2351"/>
                      <a:pt x="35332" y="2293"/>
                      <a:pt x="35334" y="2234"/>
                    </a:cubicBezTo>
                    <a:cubicBezTo>
                      <a:pt x="35335" y="2207"/>
                      <a:pt x="35336" y="2179"/>
                      <a:pt x="35338" y="2150"/>
                    </a:cubicBezTo>
                    <a:cubicBezTo>
                      <a:pt x="35339" y="2126"/>
                      <a:pt x="35339" y="2102"/>
                      <a:pt x="35340" y="2078"/>
                    </a:cubicBezTo>
                    <a:cubicBezTo>
                      <a:pt x="35394" y="1585"/>
                      <a:pt x="35510" y="1526"/>
                      <a:pt x="35833" y="1042"/>
                    </a:cubicBezTo>
                    <a:cubicBezTo>
                      <a:pt x="35833" y="2967"/>
                      <a:pt x="35833" y="4892"/>
                      <a:pt x="35833" y="6875"/>
                    </a:cubicBezTo>
                    <a:cubicBezTo>
                      <a:pt x="36108" y="6806"/>
                      <a:pt x="36383" y="6737"/>
                      <a:pt x="36667" y="6667"/>
                    </a:cubicBezTo>
                    <a:cubicBezTo>
                      <a:pt x="36783" y="6322"/>
                      <a:pt x="36783" y="6322"/>
                      <a:pt x="36777" y="6172"/>
                    </a:cubicBezTo>
                    <a:cubicBezTo>
                      <a:pt x="36773" y="6035"/>
                      <a:pt x="36773" y="5899"/>
                      <a:pt x="36778" y="5762"/>
                    </a:cubicBezTo>
                    <a:cubicBezTo>
                      <a:pt x="36783" y="5580"/>
                      <a:pt x="36784" y="5398"/>
                      <a:pt x="36784" y="5216"/>
                    </a:cubicBezTo>
                    <a:cubicBezTo>
                      <a:pt x="36784" y="4924"/>
                      <a:pt x="36786" y="4633"/>
                      <a:pt x="36796" y="4341"/>
                    </a:cubicBezTo>
                    <a:cubicBezTo>
                      <a:pt x="36798" y="4211"/>
                      <a:pt x="36795" y="4080"/>
                      <a:pt x="36791" y="3949"/>
                    </a:cubicBezTo>
                    <a:cubicBezTo>
                      <a:pt x="36812" y="3661"/>
                      <a:pt x="36812" y="3661"/>
                      <a:pt x="36875" y="3542"/>
                    </a:cubicBezTo>
                    <a:cubicBezTo>
                      <a:pt x="36974" y="3474"/>
                      <a:pt x="37077" y="3447"/>
                      <a:pt x="37192" y="3418"/>
                    </a:cubicBezTo>
                    <a:cubicBezTo>
                      <a:pt x="37207" y="3414"/>
                      <a:pt x="37207" y="3414"/>
                      <a:pt x="37282" y="3392"/>
                    </a:cubicBezTo>
                    <a:cubicBezTo>
                      <a:pt x="37354" y="3371"/>
                      <a:pt x="37427" y="3352"/>
                      <a:pt x="37500" y="3333"/>
                    </a:cubicBezTo>
                    <a:cubicBezTo>
                      <a:pt x="37500" y="3355"/>
                      <a:pt x="37501" y="3377"/>
                      <a:pt x="37501" y="3399"/>
                    </a:cubicBezTo>
                    <a:cubicBezTo>
                      <a:pt x="37523" y="4694"/>
                      <a:pt x="37545" y="5988"/>
                      <a:pt x="37569" y="7283"/>
                    </a:cubicBezTo>
                    <a:cubicBezTo>
                      <a:pt x="37572" y="7438"/>
                      <a:pt x="37575" y="7594"/>
                      <a:pt x="37578" y="7750"/>
                    </a:cubicBezTo>
                    <a:cubicBezTo>
                      <a:pt x="37578" y="7780"/>
                      <a:pt x="37579" y="7811"/>
                      <a:pt x="37579" y="7843"/>
                    </a:cubicBezTo>
                    <a:cubicBezTo>
                      <a:pt x="37589" y="8344"/>
                      <a:pt x="37597" y="8845"/>
                      <a:pt x="37605" y="9346"/>
                    </a:cubicBezTo>
                    <a:cubicBezTo>
                      <a:pt x="37614" y="9860"/>
                      <a:pt x="37623" y="10374"/>
                      <a:pt x="37633" y="10889"/>
                    </a:cubicBezTo>
                    <a:cubicBezTo>
                      <a:pt x="37639" y="11206"/>
                      <a:pt x="37644" y="11523"/>
                      <a:pt x="37649" y="11840"/>
                    </a:cubicBezTo>
                    <a:cubicBezTo>
                      <a:pt x="37652" y="12058"/>
                      <a:pt x="37656" y="12275"/>
                      <a:pt x="37661" y="12493"/>
                    </a:cubicBezTo>
                    <a:cubicBezTo>
                      <a:pt x="37664" y="12619"/>
                      <a:pt x="37666" y="12744"/>
                      <a:pt x="37667" y="12870"/>
                    </a:cubicBezTo>
                    <a:cubicBezTo>
                      <a:pt x="37671" y="13164"/>
                      <a:pt x="37684" y="13456"/>
                      <a:pt x="37708" y="13750"/>
                    </a:cubicBezTo>
                    <a:cubicBezTo>
                      <a:pt x="37710" y="13784"/>
                      <a:pt x="37712" y="13818"/>
                      <a:pt x="37714" y="13853"/>
                    </a:cubicBezTo>
                    <a:cubicBezTo>
                      <a:pt x="37731" y="14066"/>
                      <a:pt x="37761" y="14218"/>
                      <a:pt x="37917" y="14375"/>
                    </a:cubicBezTo>
                    <a:cubicBezTo>
                      <a:pt x="38236" y="14493"/>
                      <a:pt x="38601" y="14454"/>
                      <a:pt x="38935" y="14446"/>
                    </a:cubicBezTo>
                    <a:cubicBezTo>
                      <a:pt x="39041" y="14445"/>
                      <a:pt x="39148" y="14446"/>
                      <a:pt x="39255" y="14446"/>
                    </a:cubicBezTo>
                    <a:cubicBezTo>
                      <a:pt x="39485" y="14446"/>
                      <a:pt x="39715" y="14445"/>
                      <a:pt x="39945" y="14441"/>
                    </a:cubicBezTo>
                    <a:cubicBezTo>
                      <a:pt x="40278" y="14436"/>
                      <a:pt x="40610" y="14434"/>
                      <a:pt x="40942" y="14434"/>
                    </a:cubicBezTo>
                    <a:cubicBezTo>
                      <a:pt x="41482" y="14432"/>
                      <a:pt x="42021" y="14428"/>
                      <a:pt x="42561" y="14422"/>
                    </a:cubicBezTo>
                    <a:cubicBezTo>
                      <a:pt x="43085" y="14416"/>
                      <a:pt x="43609" y="14412"/>
                      <a:pt x="44133" y="14409"/>
                    </a:cubicBezTo>
                    <a:cubicBezTo>
                      <a:pt x="44165" y="14409"/>
                      <a:pt x="44198" y="14409"/>
                      <a:pt x="44231" y="14409"/>
                    </a:cubicBezTo>
                    <a:cubicBezTo>
                      <a:pt x="44393" y="14408"/>
                      <a:pt x="44555" y="14407"/>
                      <a:pt x="44717" y="14406"/>
                    </a:cubicBezTo>
                    <a:cubicBezTo>
                      <a:pt x="46061" y="14400"/>
                      <a:pt x="47406" y="14389"/>
                      <a:pt x="48750" y="14375"/>
                    </a:cubicBezTo>
                    <a:cubicBezTo>
                      <a:pt x="48750" y="14444"/>
                      <a:pt x="48750" y="14513"/>
                      <a:pt x="48750" y="14583"/>
                    </a:cubicBezTo>
                    <a:cubicBezTo>
                      <a:pt x="45109" y="14861"/>
                      <a:pt x="41476" y="15042"/>
                      <a:pt x="37824" y="15047"/>
                    </a:cubicBezTo>
                    <a:cubicBezTo>
                      <a:pt x="37781" y="15047"/>
                      <a:pt x="37737" y="15048"/>
                      <a:pt x="37692" y="15048"/>
                    </a:cubicBezTo>
                    <a:cubicBezTo>
                      <a:pt x="36598" y="15049"/>
                      <a:pt x="35504" y="15047"/>
                      <a:pt x="34410" y="15044"/>
                    </a:cubicBezTo>
                    <a:cubicBezTo>
                      <a:pt x="33686" y="15041"/>
                      <a:pt x="32962" y="15040"/>
                      <a:pt x="32239" y="15040"/>
                    </a:cubicBezTo>
                    <a:cubicBezTo>
                      <a:pt x="32190" y="15040"/>
                      <a:pt x="32141" y="15039"/>
                      <a:pt x="32090" y="15039"/>
                    </a:cubicBezTo>
                    <a:cubicBezTo>
                      <a:pt x="31842" y="15039"/>
                      <a:pt x="31593" y="15039"/>
                      <a:pt x="31344" y="15039"/>
                    </a:cubicBezTo>
                    <a:cubicBezTo>
                      <a:pt x="29608" y="15038"/>
                      <a:pt x="27872" y="15035"/>
                      <a:pt x="26136" y="15031"/>
                    </a:cubicBezTo>
                    <a:cubicBezTo>
                      <a:pt x="25720" y="15030"/>
                      <a:pt x="25304" y="15030"/>
                      <a:pt x="24889" y="15029"/>
                    </a:cubicBezTo>
                    <a:cubicBezTo>
                      <a:pt x="24863" y="15029"/>
                      <a:pt x="24837" y="15029"/>
                      <a:pt x="24810" y="15028"/>
                    </a:cubicBezTo>
                    <a:cubicBezTo>
                      <a:pt x="23598" y="15026"/>
                      <a:pt x="22385" y="15024"/>
                      <a:pt x="21172" y="15023"/>
                    </a:cubicBezTo>
                    <a:cubicBezTo>
                      <a:pt x="21093" y="15023"/>
                      <a:pt x="21014" y="15023"/>
                      <a:pt x="20934" y="15023"/>
                    </a:cubicBezTo>
                    <a:cubicBezTo>
                      <a:pt x="20409" y="15022"/>
                      <a:pt x="19883" y="15022"/>
                      <a:pt x="19357" y="15021"/>
                    </a:cubicBezTo>
                    <a:cubicBezTo>
                      <a:pt x="18288" y="15020"/>
                      <a:pt x="17218" y="15019"/>
                      <a:pt x="16148" y="15018"/>
                    </a:cubicBezTo>
                    <a:cubicBezTo>
                      <a:pt x="16099" y="15018"/>
                      <a:pt x="16050" y="15018"/>
                      <a:pt x="15999" y="15018"/>
                    </a:cubicBezTo>
                    <a:cubicBezTo>
                      <a:pt x="12749" y="15014"/>
                      <a:pt x="9500" y="15007"/>
                      <a:pt x="6250" y="15000"/>
                    </a:cubicBezTo>
                    <a:cubicBezTo>
                      <a:pt x="6250" y="14931"/>
                      <a:pt x="6250" y="14862"/>
                      <a:pt x="6250" y="14792"/>
                    </a:cubicBezTo>
                    <a:cubicBezTo>
                      <a:pt x="5219" y="14757"/>
                      <a:pt x="5219" y="14757"/>
                      <a:pt x="0" y="14583"/>
                    </a:cubicBezTo>
                    <a:cubicBezTo>
                      <a:pt x="0" y="14515"/>
                      <a:pt x="0" y="14446"/>
                      <a:pt x="0" y="14375"/>
                    </a:cubicBezTo>
                    <a:cubicBezTo>
                      <a:pt x="38" y="14375"/>
                      <a:pt x="75" y="14374"/>
                      <a:pt x="114" y="14374"/>
                    </a:cubicBezTo>
                    <a:cubicBezTo>
                      <a:pt x="2348" y="14352"/>
                      <a:pt x="4582" y="14330"/>
                      <a:pt x="6815" y="14306"/>
                    </a:cubicBezTo>
                    <a:cubicBezTo>
                      <a:pt x="7084" y="14303"/>
                      <a:pt x="7352" y="14300"/>
                      <a:pt x="7620" y="14298"/>
                    </a:cubicBezTo>
                    <a:cubicBezTo>
                      <a:pt x="7647" y="14297"/>
                      <a:pt x="7674" y="14297"/>
                      <a:pt x="7701" y="14297"/>
                    </a:cubicBezTo>
                    <a:cubicBezTo>
                      <a:pt x="8566" y="14287"/>
                      <a:pt x="9431" y="14279"/>
                      <a:pt x="10295" y="14271"/>
                    </a:cubicBezTo>
                    <a:cubicBezTo>
                      <a:pt x="11209" y="14262"/>
                      <a:pt x="12124" y="14253"/>
                      <a:pt x="13038" y="14242"/>
                    </a:cubicBezTo>
                    <a:cubicBezTo>
                      <a:pt x="13585" y="14236"/>
                      <a:pt x="14132" y="14231"/>
                      <a:pt x="14680" y="14226"/>
                    </a:cubicBezTo>
                    <a:cubicBezTo>
                      <a:pt x="15055" y="14223"/>
                      <a:pt x="15431" y="14219"/>
                      <a:pt x="15806" y="14214"/>
                    </a:cubicBezTo>
                    <a:cubicBezTo>
                      <a:pt x="16023" y="14211"/>
                      <a:pt x="16239" y="14209"/>
                      <a:pt x="16456" y="14208"/>
                    </a:cubicBezTo>
                    <a:cubicBezTo>
                      <a:pt x="16654" y="14206"/>
                      <a:pt x="16853" y="14204"/>
                      <a:pt x="17051" y="14201"/>
                    </a:cubicBezTo>
                    <a:cubicBezTo>
                      <a:pt x="17123" y="14200"/>
                      <a:pt x="17195" y="14200"/>
                      <a:pt x="17266" y="14199"/>
                    </a:cubicBezTo>
                    <a:cubicBezTo>
                      <a:pt x="17703" y="14198"/>
                      <a:pt x="18156" y="14187"/>
                      <a:pt x="18542" y="13958"/>
                    </a:cubicBezTo>
                    <a:cubicBezTo>
                      <a:pt x="18631" y="13825"/>
                      <a:pt x="18629" y="13711"/>
                      <a:pt x="18625" y="13554"/>
                    </a:cubicBezTo>
                    <a:cubicBezTo>
                      <a:pt x="18626" y="13513"/>
                      <a:pt x="18627" y="13472"/>
                      <a:pt x="18629" y="13429"/>
                    </a:cubicBezTo>
                    <a:cubicBezTo>
                      <a:pt x="18633" y="13292"/>
                      <a:pt x="18632" y="13154"/>
                      <a:pt x="18632" y="13017"/>
                    </a:cubicBezTo>
                    <a:cubicBezTo>
                      <a:pt x="18634" y="12918"/>
                      <a:pt x="18636" y="12820"/>
                      <a:pt x="18638" y="12721"/>
                    </a:cubicBezTo>
                    <a:cubicBezTo>
                      <a:pt x="18643" y="12509"/>
                      <a:pt x="18645" y="12297"/>
                      <a:pt x="18646" y="12084"/>
                    </a:cubicBezTo>
                    <a:cubicBezTo>
                      <a:pt x="18648" y="11778"/>
                      <a:pt x="18653" y="11471"/>
                      <a:pt x="18658" y="11164"/>
                    </a:cubicBezTo>
                    <a:cubicBezTo>
                      <a:pt x="18667" y="10666"/>
                      <a:pt x="18673" y="10168"/>
                      <a:pt x="18678" y="9670"/>
                    </a:cubicBezTo>
                    <a:cubicBezTo>
                      <a:pt x="18682" y="9186"/>
                      <a:pt x="18688" y="8703"/>
                      <a:pt x="18695" y="8219"/>
                    </a:cubicBezTo>
                    <a:cubicBezTo>
                      <a:pt x="18696" y="8190"/>
                      <a:pt x="18696" y="8160"/>
                      <a:pt x="18697" y="8129"/>
                    </a:cubicBezTo>
                    <a:cubicBezTo>
                      <a:pt x="18699" y="7979"/>
                      <a:pt x="18701" y="7830"/>
                      <a:pt x="18704" y="7680"/>
                    </a:cubicBezTo>
                    <a:cubicBezTo>
                      <a:pt x="18723" y="6440"/>
                      <a:pt x="18738" y="5199"/>
                      <a:pt x="18750" y="3958"/>
                    </a:cubicBezTo>
                    <a:cubicBezTo>
                      <a:pt x="19094" y="4027"/>
                      <a:pt x="19438" y="4096"/>
                      <a:pt x="19792" y="4167"/>
                    </a:cubicBezTo>
                    <a:cubicBezTo>
                      <a:pt x="19860" y="3342"/>
                      <a:pt x="19929" y="2517"/>
                      <a:pt x="20000" y="1667"/>
                    </a:cubicBezTo>
                    <a:cubicBezTo>
                      <a:pt x="20413" y="1667"/>
                      <a:pt x="20825" y="1667"/>
                      <a:pt x="21250" y="1667"/>
                    </a:cubicBezTo>
                    <a:cubicBezTo>
                      <a:pt x="21250" y="1185"/>
                      <a:pt x="21250" y="704"/>
                      <a:pt x="21250" y="208"/>
                    </a:cubicBezTo>
                    <a:cubicBezTo>
                      <a:pt x="21667" y="625"/>
                      <a:pt x="21667" y="625"/>
                      <a:pt x="21707" y="848"/>
                    </a:cubicBezTo>
                    <a:cubicBezTo>
                      <a:pt x="21705" y="921"/>
                      <a:pt x="21700" y="995"/>
                      <a:pt x="21693" y="1068"/>
                    </a:cubicBezTo>
                    <a:cubicBezTo>
                      <a:pt x="21691" y="1106"/>
                      <a:pt x="21689" y="1144"/>
                      <a:pt x="21687" y="1183"/>
                    </a:cubicBezTo>
                    <a:cubicBezTo>
                      <a:pt x="21682" y="1275"/>
                      <a:pt x="21675" y="1366"/>
                      <a:pt x="21667" y="1458"/>
                    </a:cubicBezTo>
                    <a:cubicBezTo>
                      <a:pt x="21700" y="1447"/>
                      <a:pt x="21734" y="1435"/>
                      <a:pt x="21768" y="1423"/>
                    </a:cubicBezTo>
                    <a:cubicBezTo>
                      <a:pt x="22423" y="1199"/>
                      <a:pt x="23074" y="985"/>
                      <a:pt x="23750" y="833"/>
                    </a:cubicBezTo>
                    <a:cubicBezTo>
                      <a:pt x="23750" y="1040"/>
                      <a:pt x="23750" y="1246"/>
                      <a:pt x="23750" y="1458"/>
                    </a:cubicBezTo>
                    <a:cubicBezTo>
                      <a:pt x="24094" y="1458"/>
                      <a:pt x="24438" y="1458"/>
                      <a:pt x="24792" y="1458"/>
                    </a:cubicBezTo>
                    <a:cubicBezTo>
                      <a:pt x="24789" y="1370"/>
                      <a:pt x="24787" y="1283"/>
                      <a:pt x="24784" y="1192"/>
                    </a:cubicBezTo>
                    <a:cubicBezTo>
                      <a:pt x="24783" y="1107"/>
                      <a:pt x="24781" y="1021"/>
                      <a:pt x="24780" y="936"/>
                    </a:cubicBezTo>
                    <a:cubicBezTo>
                      <a:pt x="24779" y="876"/>
                      <a:pt x="24778" y="817"/>
                      <a:pt x="24776" y="758"/>
                    </a:cubicBezTo>
                    <a:cubicBezTo>
                      <a:pt x="24773" y="673"/>
                      <a:pt x="24772" y="587"/>
                      <a:pt x="24771" y="502"/>
                    </a:cubicBezTo>
                    <a:cubicBezTo>
                      <a:pt x="24770" y="451"/>
                      <a:pt x="24769" y="400"/>
                      <a:pt x="24768" y="347"/>
                    </a:cubicBezTo>
                    <a:cubicBezTo>
                      <a:pt x="24792" y="208"/>
                      <a:pt x="24792" y="208"/>
                      <a:pt x="24871" y="86"/>
                    </a:cubicBezTo>
                    <a:cubicBezTo>
                      <a:pt x="25000" y="0"/>
                      <a:pt x="25000" y="0"/>
                      <a:pt x="25417" y="0"/>
                    </a:cubicBezTo>
                    <a:close/>
                  </a:path>
                </a:pathLst>
              </a:custGeom>
              <a:solidFill>
                <a:srgbClr val="FCFBFD"/>
              </a:solidFill>
              <a:ln w="2646" cap="flat">
                <a:noFill/>
              </a:ln>
            </p:spPr>
          </p:sp>
          <p:sp>
            <p:nvSpPr>
              <p:cNvPr id="2035" name="ICON_C_WINDOWS_GRAPHIC_path_007"/>
              <p:cNvSpPr/>
              <p:nvPr/>
            </p:nvSpPr>
            <p:spPr>
              <a:xfrm>
                <a:off x="6373812" y="7466542"/>
                <a:ext cx="219604" cy="169675"/>
              </a:xfrm>
              <a:custGeom>
                <a:avLst/>
                <a:gdLst/>
                <a:ahLst/>
                <a:cxnLst/>
                <a:rect l="0" t="0" r="r" b="b"/>
                <a:pathLst>
                  <a:path w="17292" h="13360" fill="norm" stroke="0">
                    <a:moveTo>
                      <a:pt x="5625" y="0"/>
                    </a:moveTo>
                    <a:cubicBezTo>
                      <a:pt x="5831" y="0"/>
                      <a:pt x="6038" y="0"/>
                      <a:pt x="6250" y="0"/>
                    </a:cubicBezTo>
                    <a:cubicBezTo>
                      <a:pt x="6456" y="825"/>
                      <a:pt x="6663" y="1650"/>
                      <a:pt x="6875" y="2500"/>
                    </a:cubicBezTo>
                    <a:cubicBezTo>
                      <a:pt x="7081" y="2500"/>
                      <a:pt x="7288" y="2500"/>
                      <a:pt x="7500" y="2500"/>
                    </a:cubicBezTo>
                    <a:cubicBezTo>
                      <a:pt x="7490" y="2434"/>
                      <a:pt x="7481" y="2369"/>
                      <a:pt x="7471" y="2301"/>
                    </a:cubicBezTo>
                    <a:cubicBezTo>
                      <a:pt x="7426" y="1867"/>
                      <a:pt x="7417" y="1490"/>
                      <a:pt x="7706" y="1136"/>
                    </a:cubicBezTo>
                    <a:cubicBezTo>
                      <a:pt x="7757" y="1077"/>
                      <a:pt x="7811" y="1020"/>
                      <a:pt x="7865" y="964"/>
                    </a:cubicBezTo>
                    <a:cubicBezTo>
                      <a:pt x="7897" y="926"/>
                      <a:pt x="7930" y="889"/>
                      <a:pt x="7964" y="850"/>
                    </a:cubicBezTo>
                    <a:cubicBezTo>
                      <a:pt x="8141" y="683"/>
                      <a:pt x="8297" y="616"/>
                      <a:pt x="8539" y="610"/>
                    </a:cubicBezTo>
                    <a:cubicBezTo>
                      <a:pt x="8778" y="626"/>
                      <a:pt x="8984" y="672"/>
                      <a:pt x="9167" y="833"/>
                    </a:cubicBezTo>
                    <a:cubicBezTo>
                      <a:pt x="9349" y="1156"/>
                      <a:pt x="9375" y="1547"/>
                      <a:pt x="9417" y="1910"/>
                    </a:cubicBezTo>
                    <a:cubicBezTo>
                      <a:pt x="9434" y="2047"/>
                      <a:pt x="9455" y="2184"/>
                      <a:pt x="9476" y="2321"/>
                    </a:cubicBezTo>
                    <a:cubicBezTo>
                      <a:pt x="9516" y="2588"/>
                      <a:pt x="9550" y="2856"/>
                      <a:pt x="9583" y="3125"/>
                    </a:cubicBezTo>
                    <a:cubicBezTo>
                      <a:pt x="9927" y="3125"/>
                      <a:pt x="10271" y="3125"/>
                      <a:pt x="10625" y="3125"/>
                    </a:cubicBezTo>
                    <a:cubicBezTo>
                      <a:pt x="10633" y="3025"/>
                      <a:pt x="10641" y="2924"/>
                      <a:pt x="10649" y="2821"/>
                    </a:cubicBezTo>
                    <a:cubicBezTo>
                      <a:pt x="10658" y="2722"/>
                      <a:pt x="10669" y="2623"/>
                      <a:pt x="10680" y="2525"/>
                    </a:cubicBezTo>
                    <a:cubicBezTo>
                      <a:pt x="10686" y="2457"/>
                      <a:pt x="10692" y="2389"/>
                      <a:pt x="10697" y="2321"/>
                    </a:cubicBezTo>
                    <a:cubicBezTo>
                      <a:pt x="10700" y="2288"/>
                      <a:pt x="10702" y="2255"/>
                      <a:pt x="10704" y="2222"/>
                    </a:cubicBezTo>
                    <a:cubicBezTo>
                      <a:pt x="10706" y="2193"/>
                      <a:pt x="10708" y="2164"/>
                      <a:pt x="10710" y="2134"/>
                    </a:cubicBezTo>
                    <a:cubicBezTo>
                      <a:pt x="10735" y="1975"/>
                      <a:pt x="10788" y="1821"/>
                      <a:pt x="10833" y="1667"/>
                    </a:cubicBezTo>
                    <a:cubicBezTo>
                      <a:pt x="11040" y="1529"/>
                      <a:pt x="11246" y="1392"/>
                      <a:pt x="11458" y="1250"/>
                    </a:cubicBezTo>
                    <a:cubicBezTo>
                      <a:pt x="11527" y="3587"/>
                      <a:pt x="11596" y="5925"/>
                      <a:pt x="11667" y="8333"/>
                    </a:cubicBezTo>
                    <a:cubicBezTo>
                      <a:pt x="12010" y="8196"/>
                      <a:pt x="12354" y="8058"/>
                      <a:pt x="12708" y="7917"/>
                    </a:cubicBezTo>
                    <a:cubicBezTo>
                      <a:pt x="12855" y="7378"/>
                      <a:pt x="12855" y="7378"/>
                      <a:pt x="12847" y="7150"/>
                    </a:cubicBezTo>
                    <a:cubicBezTo>
                      <a:pt x="12846" y="7100"/>
                      <a:pt x="12845" y="7050"/>
                      <a:pt x="12844" y="6998"/>
                    </a:cubicBezTo>
                    <a:cubicBezTo>
                      <a:pt x="12843" y="6947"/>
                      <a:pt x="12842" y="6895"/>
                      <a:pt x="12841" y="6842"/>
                    </a:cubicBezTo>
                    <a:cubicBezTo>
                      <a:pt x="12842" y="6737"/>
                      <a:pt x="12845" y="6631"/>
                      <a:pt x="12847" y="6525"/>
                    </a:cubicBezTo>
                    <a:cubicBezTo>
                      <a:pt x="12853" y="6275"/>
                      <a:pt x="12854" y="6026"/>
                      <a:pt x="12852" y="5776"/>
                    </a:cubicBezTo>
                    <a:cubicBezTo>
                      <a:pt x="12850" y="5329"/>
                      <a:pt x="12855" y="4883"/>
                      <a:pt x="12864" y="4436"/>
                    </a:cubicBezTo>
                    <a:cubicBezTo>
                      <a:pt x="12867" y="4255"/>
                      <a:pt x="12866" y="4074"/>
                      <a:pt x="12864" y="3892"/>
                    </a:cubicBezTo>
                    <a:cubicBezTo>
                      <a:pt x="12866" y="3129"/>
                      <a:pt x="12866" y="3129"/>
                      <a:pt x="13069" y="2903"/>
                    </a:cubicBezTo>
                    <a:cubicBezTo>
                      <a:pt x="13151" y="2828"/>
                      <a:pt x="13238" y="2765"/>
                      <a:pt x="13333" y="2708"/>
                    </a:cubicBezTo>
                    <a:cubicBezTo>
                      <a:pt x="13368" y="2777"/>
                      <a:pt x="13368" y="2777"/>
                      <a:pt x="13542" y="3125"/>
                    </a:cubicBezTo>
                    <a:cubicBezTo>
                      <a:pt x="13679" y="3056"/>
                      <a:pt x="13817" y="2987"/>
                      <a:pt x="13958" y="2917"/>
                    </a:cubicBezTo>
                    <a:cubicBezTo>
                      <a:pt x="13958" y="3535"/>
                      <a:pt x="13958" y="4154"/>
                      <a:pt x="13958" y="4792"/>
                    </a:cubicBezTo>
                    <a:cubicBezTo>
                      <a:pt x="14096" y="4792"/>
                      <a:pt x="14233" y="4792"/>
                      <a:pt x="14375" y="4792"/>
                    </a:cubicBezTo>
                    <a:cubicBezTo>
                      <a:pt x="14375" y="5067"/>
                      <a:pt x="14375" y="5342"/>
                      <a:pt x="14375" y="5625"/>
                    </a:cubicBezTo>
                    <a:cubicBezTo>
                      <a:pt x="14852" y="5558"/>
                      <a:pt x="14852" y="5558"/>
                      <a:pt x="15000" y="5417"/>
                    </a:cubicBezTo>
                    <a:cubicBezTo>
                      <a:pt x="15101" y="5163"/>
                      <a:pt x="15066" y="4856"/>
                      <a:pt x="15065" y="4588"/>
                    </a:cubicBezTo>
                    <a:cubicBezTo>
                      <a:pt x="15068" y="3523"/>
                      <a:pt x="15340" y="2609"/>
                      <a:pt x="15753" y="1635"/>
                    </a:cubicBezTo>
                    <a:cubicBezTo>
                      <a:pt x="15794" y="1537"/>
                      <a:pt x="15834" y="1439"/>
                      <a:pt x="15873" y="1340"/>
                    </a:cubicBezTo>
                    <a:cubicBezTo>
                      <a:pt x="15936" y="1183"/>
                      <a:pt x="16003" y="1028"/>
                      <a:pt x="16072" y="873"/>
                    </a:cubicBezTo>
                    <a:cubicBezTo>
                      <a:pt x="16097" y="816"/>
                      <a:pt x="16122" y="759"/>
                      <a:pt x="16145" y="701"/>
                    </a:cubicBezTo>
                    <a:cubicBezTo>
                      <a:pt x="16151" y="687"/>
                      <a:pt x="16151" y="687"/>
                      <a:pt x="16179" y="618"/>
                    </a:cubicBezTo>
                    <a:cubicBezTo>
                      <a:pt x="16188" y="594"/>
                      <a:pt x="16197" y="571"/>
                      <a:pt x="16207" y="546"/>
                    </a:cubicBezTo>
                    <a:cubicBezTo>
                      <a:pt x="16299" y="378"/>
                      <a:pt x="16373" y="244"/>
                      <a:pt x="16553" y="168"/>
                    </a:cubicBezTo>
                    <a:cubicBezTo>
                      <a:pt x="16664" y="137"/>
                      <a:pt x="16775" y="111"/>
                      <a:pt x="16888" y="88"/>
                    </a:cubicBezTo>
                    <a:cubicBezTo>
                      <a:pt x="16927" y="79"/>
                      <a:pt x="16965" y="71"/>
                      <a:pt x="17005" y="62"/>
                    </a:cubicBezTo>
                    <a:cubicBezTo>
                      <a:pt x="17101" y="40"/>
                      <a:pt x="17196" y="20"/>
                      <a:pt x="17292" y="0"/>
                    </a:cubicBezTo>
                    <a:cubicBezTo>
                      <a:pt x="17270" y="1669"/>
                      <a:pt x="17247" y="3337"/>
                      <a:pt x="17223" y="5005"/>
                    </a:cubicBezTo>
                    <a:cubicBezTo>
                      <a:pt x="17220" y="5202"/>
                      <a:pt x="17217" y="5399"/>
                      <a:pt x="17214" y="5596"/>
                    </a:cubicBezTo>
                    <a:cubicBezTo>
                      <a:pt x="17214" y="5635"/>
                      <a:pt x="17213" y="5675"/>
                      <a:pt x="17212" y="5715"/>
                    </a:cubicBezTo>
                    <a:cubicBezTo>
                      <a:pt x="17203" y="6350"/>
                      <a:pt x="17195" y="6985"/>
                      <a:pt x="17186" y="7620"/>
                    </a:cubicBezTo>
                    <a:cubicBezTo>
                      <a:pt x="17178" y="8271"/>
                      <a:pt x="17169" y="8923"/>
                      <a:pt x="17159" y="9574"/>
                    </a:cubicBezTo>
                    <a:cubicBezTo>
                      <a:pt x="17153" y="9976"/>
                      <a:pt x="17147" y="10379"/>
                      <a:pt x="17143" y="10781"/>
                    </a:cubicBezTo>
                    <a:cubicBezTo>
                      <a:pt x="17139" y="11056"/>
                      <a:pt x="17135" y="11332"/>
                      <a:pt x="17131" y="11607"/>
                    </a:cubicBezTo>
                    <a:cubicBezTo>
                      <a:pt x="17128" y="11766"/>
                      <a:pt x="17126" y="11925"/>
                      <a:pt x="17124" y="12085"/>
                    </a:cubicBezTo>
                    <a:cubicBezTo>
                      <a:pt x="17123" y="12230"/>
                      <a:pt x="17121" y="12376"/>
                      <a:pt x="17118" y="12521"/>
                    </a:cubicBezTo>
                    <a:cubicBezTo>
                      <a:pt x="17116" y="12599"/>
                      <a:pt x="17116" y="12677"/>
                      <a:pt x="17116" y="12755"/>
                    </a:cubicBezTo>
                    <a:cubicBezTo>
                      <a:pt x="17115" y="12801"/>
                      <a:pt x="17113" y="12847"/>
                      <a:pt x="17112" y="12894"/>
                    </a:cubicBezTo>
                    <a:cubicBezTo>
                      <a:pt x="17112" y="12934"/>
                      <a:pt x="17111" y="12974"/>
                      <a:pt x="17111" y="13015"/>
                    </a:cubicBezTo>
                    <a:cubicBezTo>
                      <a:pt x="17071" y="13173"/>
                      <a:pt x="17004" y="13235"/>
                      <a:pt x="16875" y="13333"/>
                    </a:cubicBezTo>
                    <a:cubicBezTo>
                      <a:pt x="16741" y="13359"/>
                      <a:pt x="16741" y="13359"/>
                      <a:pt x="16586" y="13359"/>
                    </a:cubicBezTo>
                    <a:cubicBezTo>
                      <a:pt x="16557" y="13359"/>
                      <a:pt x="16528" y="13359"/>
                      <a:pt x="16499" y="13360"/>
                    </a:cubicBezTo>
                    <a:cubicBezTo>
                      <a:pt x="16402" y="13360"/>
                      <a:pt x="16306" y="13359"/>
                      <a:pt x="16209" y="13358"/>
                    </a:cubicBezTo>
                    <a:cubicBezTo>
                      <a:pt x="16140" y="13359"/>
                      <a:pt x="16070" y="13359"/>
                      <a:pt x="16000" y="13359"/>
                    </a:cubicBezTo>
                    <a:cubicBezTo>
                      <a:pt x="15808" y="13359"/>
                      <a:pt x="15616" y="13359"/>
                      <a:pt x="15424" y="13357"/>
                    </a:cubicBezTo>
                    <a:cubicBezTo>
                      <a:pt x="15217" y="13357"/>
                      <a:pt x="15010" y="13357"/>
                      <a:pt x="14803" y="13357"/>
                    </a:cubicBezTo>
                    <a:cubicBezTo>
                      <a:pt x="14445" y="13357"/>
                      <a:pt x="14086" y="13356"/>
                      <a:pt x="13728" y="13355"/>
                    </a:cubicBezTo>
                    <a:cubicBezTo>
                      <a:pt x="13209" y="13354"/>
                      <a:pt x="12691" y="13353"/>
                      <a:pt x="12173" y="13353"/>
                    </a:cubicBezTo>
                    <a:cubicBezTo>
                      <a:pt x="11332" y="13352"/>
                      <a:pt x="10491" y="13351"/>
                      <a:pt x="9650" y="13349"/>
                    </a:cubicBezTo>
                    <a:cubicBezTo>
                      <a:pt x="8832" y="13347"/>
                      <a:pt x="8015" y="13346"/>
                      <a:pt x="7198" y="13345"/>
                    </a:cubicBezTo>
                    <a:cubicBezTo>
                      <a:pt x="7147" y="13345"/>
                      <a:pt x="7097" y="13345"/>
                      <a:pt x="7044" y="13345"/>
                    </a:cubicBezTo>
                    <a:cubicBezTo>
                      <a:pt x="6646" y="13344"/>
                      <a:pt x="6249" y="13344"/>
                      <a:pt x="5851" y="13343"/>
                    </a:cubicBezTo>
                    <a:cubicBezTo>
                      <a:pt x="3901" y="13341"/>
                      <a:pt x="1950" y="13337"/>
                      <a:pt x="0" y="13333"/>
                    </a:cubicBezTo>
                    <a:cubicBezTo>
                      <a:pt x="0" y="9346"/>
                      <a:pt x="0" y="5358"/>
                      <a:pt x="0" y="1250"/>
                    </a:cubicBezTo>
                    <a:cubicBezTo>
                      <a:pt x="206" y="1250"/>
                      <a:pt x="413" y="1250"/>
                      <a:pt x="625" y="1250"/>
                    </a:cubicBezTo>
                    <a:cubicBezTo>
                      <a:pt x="694" y="1663"/>
                      <a:pt x="762" y="2075"/>
                      <a:pt x="833" y="2500"/>
                    </a:cubicBezTo>
                    <a:cubicBezTo>
                      <a:pt x="1108" y="2500"/>
                      <a:pt x="1383" y="2500"/>
                      <a:pt x="1667" y="2500"/>
                    </a:cubicBezTo>
                    <a:cubicBezTo>
                      <a:pt x="1677" y="2427"/>
                      <a:pt x="1687" y="2354"/>
                      <a:pt x="1697" y="2279"/>
                    </a:cubicBezTo>
                    <a:cubicBezTo>
                      <a:pt x="1713" y="2184"/>
                      <a:pt x="1729" y="2088"/>
                      <a:pt x="1745" y="1992"/>
                    </a:cubicBezTo>
                    <a:cubicBezTo>
                      <a:pt x="1751" y="1944"/>
                      <a:pt x="1758" y="1896"/>
                      <a:pt x="1764" y="1847"/>
                    </a:cubicBezTo>
                    <a:cubicBezTo>
                      <a:pt x="1768" y="1824"/>
                      <a:pt x="1768" y="1824"/>
                      <a:pt x="1789" y="1706"/>
                    </a:cubicBezTo>
                    <a:cubicBezTo>
                      <a:pt x="1795" y="1664"/>
                      <a:pt x="1802" y="1621"/>
                      <a:pt x="1809" y="1578"/>
                    </a:cubicBezTo>
                    <a:cubicBezTo>
                      <a:pt x="1875" y="1458"/>
                      <a:pt x="1875" y="1458"/>
                      <a:pt x="2292" y="1250"/>
                    </a:cubicBezTo>
                    <a:cubicBezTo>
                      <a:pt x="2292" y="2831"/>
                      <a:pt x="2292" y="4413"/>
                      <a:pt x="2292" y="6042"/>
                    </a:cubicBezTo>
                    <a:cubicBezTo>
                      <a:pt x="2635" y="5973"/>
                      <a:pt x="2979" y="5904"/>
                      <a:pt x="3333" y="5833"/>
                    </a:cubicBezTo>
                    <a:cubicBezTo>
                      <a:pt x="3336" y="5696"/>
                      <a:pt x="3339" y="5558"/>
                      <a:pt x="3342" y="5416"/>
                    </a:cubicBezTo>
                    <a:cubicBezTo>
                      <a:pt x="3353" y="4961"/>
                      <a:pt x="3367" y="4506"/>
                      <a:pt x="3382" y="4051"/>
                    </a:cubicBezTo>
                    <a:cubicBezTo>
                      <a:pt x="3392" y="3776"/>
                      <a:pt x="3400" y="3500"/>
                      <a:pt x="3405" y="3224"/>
                    </a:cubicBezTo>
                    <a:cubicBezTo>
                      <a:pt x="3411" y="2958"/>
                      <a:pt x="3419" y="2692"/>
                      <a:pt x="3430" y="2426"/>
                    </a:cubicBezTo>
                    <a:cubicBezTo>
                      <a:pt x="3433" y="2324"/>
                      <a:pt x="3436" y="2222"/>
                      <a:pt x="3437" y="2121"/>
                    </a:cubicBezTo>
                    <a:cubicBezTo>
                      <a:pt x="3446" y="1467"/>
                      <a:pt x="3446" y="1467"/>
                      <a:pt x="3542" y="1250"/>
                    </a:cubicBezTo>
                    <a:cubicBezTo>
                      <a:pt x="3714" y="1086"/>
                      <a:pt x="3938" y="1058"/>
                      <a:pt x="4167" y="1042"/>
                    </a:cubicBezTo>
                    <a:cubicBezTo>
                      <a:pt x="4176" y="1089"/>
                      <a:pt x="4185" y="1136"/>
                      <a:pt x="4195" y="1185"/>
                    </a:cubicBezTo>
                    <a:cubicBezTo>
                      <a:pt x="4226" y="1342"/>
                      <a:pt x="4261" y="1498"/>
                      <a:pt x="4299" y="1653"/>
                    </a:cubicBezTo>
                    <a:cubicBezTo>
                      <a:pt x="4315" y="1722"/>
                      <a:pt x="4329" y="1792"/>
                      <a:pt x="4342" y="1861"/>
                    </a:cubicBezTo>
                    <a:cubicBezTo>
                      <a:pt x="4432" y="2327"/>
                      <a:pt x="4432" y="2327"/>
                      <a:pt x="4583" y="2500"/>
                    </a:cubicBezTo>
                    <a:cubicBezTo>
                      <a:pt x="4836" y="2642"/>
                      <a:pt x="5131" y="2679"/>
                      <a:pt x="5417" y="2708"/>
                    </a:cubicBezTo>
                    <a:cubicBezTo>
                      <a:pt x="5416" y="2681"/>
                      <a:pt x="5416" y="2653"/>
                      <a:pt x="5415" y="2624"/>
                    </a:cubicBezTo>
                    <a:cubicBezTo>
                      <a:pt x="5411" y="2361"/>
                      <a:pt x="5408" y="2097"/>
                      <a:pt x="5406" y="1834"/>
                    </a:cubicBezTo>
                    <a:cubicBezTo>
                      <a:pt x="5405" y="1698"/>
                      <a:pt x="5403" y="1563"/>
                      <a:pt x="5401" y="1427"/>
                    </a:cubicBezTo>
                    <a:cubicBezTo>
                      <a:pt x="5398" y="1271"/>
                      <a:pt x="5397" y="1115"/>
                      <a:pt x="5396" y="959"/>
                    </a:cubicBezTo>
                    <a:cubicBezTo>
                      <a:pt x="5395" y="911"/>
                      <a:pt x="5394" y="863"/>
                      <a:pt x="5393" y="813"/>
                    </a:cubicBezTo>
                    <a:cubicBezTo>
                      <a:pt x="5393" y="489"/>
                      <a:pt x="5416" y="256"/>
                      <a:pt x="5625" y="0"/>
                    </a:cubicBezTo>
                    <a:close/>
                  </a:path>
                </a:pathLst>
              </a:custGeom>
              <a:solidFill>
                <a:srgbClr val="CEE5E5"/>
              </a:solidFill>
              <a:ln w="2646" cap="flat">
                <a:noFill/>
              </a:ln>
            </p:spPr>
          </p:sp>
          <p:sp>
            <p:nvSpPr>
              <p:cNvPr id="2036" name="ICON_C_WINDOWS_GRAPHIC_path_008"/>
              <p:cNvSpPr/>
              <p:nvPr/>
            </p:nvSpPr>
            <p:spPr>
              <a:xfrm>
                <a:off x="6373355" y="7297208"/>
                <a:ext cx="220062" cy="166688"/>
              </a:xfrm>
              <a:custGeom>
                <a:avLst/>
                <a:gdLst/>
                <a:ahLst/>
                <a:cxnLst/>
                <a:rect l="0" t="0" r="r" b="b"/>
                <a:pathLst>
                  <a:path w="17328" h="13125" fill="norm" stroke="0">
                    <a:moveTo>
                      <a:pt x="36" y="0"/>
                    </a:moveTo>
                    <a:cubicBezTo>
                      <a:pt x="5742" y="0"/>
                      <a:pt x="11449" y="0"/>
                      <a:pt x="17328" y="0"/>
                    </a:cubicBezTo>
                    <a:cubicBezTo>
                      <a:pt x="17328" y="2722"/>
                      <a:pt x="17316" y="5433"/>
                      <a:pt x="17231" y="8152"/>
                    </a:cubicBezTo>
                    <a:cubicBezTo>
                      <a:pt x="17219" y="8533"/>
                      <a:pt x="17208" y="8915"/>
                      <a:pt x="17197" y="9296"/>
                    </a:cubicBezTo>
                    <a:cubicBezTo>
                      <a:pt x="17172" y="10156"/>
                      <a:pt x="17146" y="11015"/>
                      <a:pt x="17119" y="11875"/>
                    </a:cubicBezTo>
                    <a:cubicBezTo>
                      <a:pt x="16982" y="11846"/>
                      <a:pt x="16846" y="11815"/>
                      <a:pt x="16709" y="11783"/>
                    </a:cubicBezTo>
                    <a:cubicBezTo>
                      <a:pt x="16670" y="11775"/>
                      <a:pt x="16631" y="11766"/>
                      <a:pt x="16591" y="11758"/>
                    </a:cubicBezTo>
                    <a:cubicBezTo>
                      <a:pt x="16305" y="11690"/>
                      <a:pt x="16305" y="11690"/>
                      <a:pt x="16208" y="11569"/>
                    </a:cubicBezTo>
                    <a:cubicBezTo>
                      <a:pt x="16178" y="11459"/>
                      <a:pt x="16169" y="11364"/>
                      <a:pt x="16169" y="11250"/>
                    </a:cubicBezTo>
                    <a:cubicBezTo>
                      <a:pt x="16165" y="11094"/>
                      <a:pt x="16162" y="10967"/>
                      <a:pt x="16078" y="10833"/>
                    </a:cubicBezTo>
                    <a:cubicBezTo>
                      <a:pt x="15887" y="10721"/>
                      <a:pt x="15666" y="10674"/>
                      <a:pt x="15453" y="10625"/>
                    </a:cubicBezTo>
                    <a:cubicBezTo>
                      <a:pt x="15443" y="10669"/>
                      <a:pt x="15434" y="10713"/>
                      <a:pt x="15424" y="10759"/>
                    </a:cubicBezTo>
                    <a:cubicBezTo>
                      <a:pt x="15389" y="10923"/>
                      <a:pt x="15350" y="11085"/>
                      <a:pt x="15309" y="11248"/>
                    </a:cubicBezTo>
                    <a:cubicBezTo>
                      <a:pt x="15292" y="11319"/>
                      <a:pt x="15276" y="11389"/>
                      <a:pt x="15261" y="11460"/>
                    </a:cubicBezTo>
                    <a:cubicBezTo>
                      <a:pt x="15240" y="11562"/>
                      <a:pt x="15214" y="11663"/>
                      <a:pt x="15188" y="11764"/>
                    </a:cubicBezTo>
                    <a:cubicBezTo>
                      <a:pt x="15185" y="11780"/>
                      <a:pt x="15185" y="11780"/>
                      <a:pt x="15170" y="11861"/>
                    </a:cubicBezTo>
                    <a:cubicBezTo>
                      <a:pt x="15145" y="11949"/>
                      <a:pt x="15145" y="11949"/>
                      <a:pt x="15036" y="12083"/>
                    </a:cubicBezTo>
                    <a:cubicBezTo>
                      <a:pt x="14830" y="12083"/>
                      <a:pt x="14624" y="12083"/>
                      <a:pt x="14411" y="12083"/>
                    </a:cubicBezTo>
                    <a:cubicBezTo>
                      <a:pt x="14377" y="11190"/>
                      <a:pt x="14377" y="11190"/>
                      <a:pt x="14203" y="6667"/>
                    </a:cubicBezTo>
                    <a:cubicBezTo>
                      <a:pt x="13369" y="7083"/>
                      <a:pt x="13369" y="7083"/>
                      <a:pt x="13256" y="7305"/>
                    </a:cubicBezTo>
                    <a:cubicBezTo>
                      <a:pt x="13244" y="7421"/>
                      <a:pt x="13244" y="7421"/>
                      <a:pt x="13243" y="7545"/>
                    </a:cubicBezTo>
                    <a:cubicBezTo>
                      <a:pt x="13240" y="7589"/>
                      <a:pt x="13236" y="7633"/>
                      <a:pt x="13233" y="7678"/>
                    </a:cubicBezTo>
                    <a:cubicBezTo>
                      <a:pt x="13222" y="7823"/>
                      <a:pt x="13217" y="7967"/>
                      <a:pt x="13211" y="8112"/>
                    </a:cubicBezTo>
                    <a:cubicBezTo>
                      <a:pt x="13205" y="8213"/>
                      <a:pt x="13198" y="8314"/>
                      <a:pt x="13190" y="8415"/>
                    </a:cubicBezTo>
                    <a:cubicBezTo>
                      <a:pt x="13173" y="8654"/>
                      <a:pt x="13159" y="8892"/>
                      <a:pt x="13147" y="9131"/>
                    </a:cubicBezTo>
                    <a:cubicBezTo>
                      <a:pt x="13125" y="9584"/>
                      <a:pt x="13096" y="10036"/>
                      <a:pt x="13065" y="10487"/>
                    </a:cubicBezTo>
                    <a:cubicBezTo>
                      <a:pt x="13055" y="10635"/>
                      <a:pt x="13049" y="10783"/>
                      <a:pt x="13042" y="10931"/>
                    </a:cubicBezTo>
                    <a:cubicBezTo>
                      <a:pt x="12999" y="11699"/>
                      <a:pt x="12999" y="11699"/>
                      <a:pt x="12738" y="11939"/>
                    </a:cubicBezTo>
                    <a:cubicBezTo>
                      <a:pt x="12624" y="12028"/>
                      <a:pt x="12624" y="12028"/>
                      <a:pt x="12536" y="12083"/>
                    </a:cubicBezTo>
                    <a:cubicBezTo>
                      <a:pt x="11959" y="11133"/>
                      <a:pt x="11746" y="10196"/>
                      <a:pt x="11578" y="9106"/>
                    </a:cubicBezTo>
                    <a:cubicBezTo>
                      <a:pt x="11546" y="8900"/>
                      <a:pt x="11512" y="8695"/>
                      <a:pt x="11478" y="8490"/>
                    </a:cubicBezTo>
                    <a:cubicBezTo>
                      <a:pt x="11411" y="8091"/>
                      <a:pt x="11348" y="7691"/>
                      <a:pt x="11286" y="7292"/>
                    </a:cubicBezTo>
                    <a:cubicBezTo>
                      <a:pt x="11150" y="7344"/>
                      <a:pt x="11016" y="7402"/>
                      <a:pt x="10882" y="7461"/>
                    </a:cubicBezTo>
                    <a:cubicBezTo>
                      <a:pt x="10844" y="7476"/>
                      <a:pt x="10806" y="7490"/>
                      <a:pt x="10767" y="7505"/>
                    </a:cubicBezTo>
                    <a:cubicBezTo>
                      <a:pt x="10564" y="7598"/>
                      <a:pt x="10440" y="7691"/>
                      <a:pt x="10352" y="7902"/>
                    </a:cubicBezTo>
                    <a:cubicBezTo>
                      <a:pt x="10202" y="8339"/>
                      <a:pt x="10198" y="8803"/>
                      <a:pt x="10179" y="9260"/>
                    </a:cubicBezTo>
                    <a:cubicBezTo>
                      <a:pt x="10174" y="9348"/>
                      <a:pt x="10170" y="9436"/>
                      <a:pt x="10165" y="9524"/>
                    </a:cubicBezTo>
                    <a:cubicBezTo>
                      <a:pt x="10154" y="9753"/>
                      <a:pt x="10144" y="9982"/>
                      <a:pt x="10134" y="10211"/>
                    </a:cubicBezTo>
                    <a:cubicBezTo>
                      <a:pt x="10123" y="10446"/>
                      <a:pt x="10111" y="10680"/>
                      <a:pt x="10100" y="10915"/>
                    </a:cubicBezTo>
                    <a:cubicBezTo>
                      <a:pt x="10078" y="11374"/>
                      <a:pt x="10056" y="11833"/>
                      <a:pt x="10036" y="12292"/>
                    </a:cubicBezTo>
                    <a:cubicBezTo>
                      <a:pt x="9830" y="12292"/>
                      <a:pt x="9624" y="12292"/>
                      <a:pt x="9411" y="12292"/>
                    </a:cubicBezTo>
                    <a:cubicBezTo>
                      <a:pt x="9377" y="11879"/>
                      <a:pt x="9377" y="11879"/>
                      <a:pt x="9203" y="9792"/>
                    </a:cubicBezTo>
                    <a:cubicBezTo>
                      <a:pt x="8161" y="10208"/>
                      <a:pt x="8161" y="10208"/>
                      <a:pt x="8008" y="10479"/>
                    </a:cubicBezTo>
                    <a:cubicBezTo>
                      <a:pt x="7985" y="10626"/>
                      <a:pt x="7985" y="10626"/>
                      <a:pt x="7975" y="10781"/>
                    </a:cubicBezTo>
                    <a:cubicBezTo>
                      <a:pt x="7969" y="10836"/>
                      <a:pt x="7961" y="10890"/>
                      <a:pt x="7953" y="10945"/>
                    </a:cubicBezTo>
                    <a:cubicBezTo>
                      <a:pt x="7934" y="11087"/>
                      <a:pt x="7921" y="11229"/>
                      <a:pt x="7909" y="11371"/>
                    </a:cubicBezTo>
                    <a:cubicBezTo>
                      <a:pt x="7893" y="11544"/>
                      <a:pt x="7871" y="11716"/>
                      <a:pt x="7849" y="11888"/>
                    </a:cubicBezTo>
                    <a:cubicBezTo>
                      <a:pt x="7833" y="12022"/>
                      <a:pt x="7817" y="12156"/>
                      <a:pt x="7805" y="12291"/>
                    </a:cubicBezTo>
                    <a:cubicBezTo>
                      <a:pt x="7737" y="12954"/>
                      <a:pt x="7737" y="12954"/>
                      <a:pt x="7536" y="13125"/>
                    </a:cubicBezTo>
                    <a:cubicBezTo>
                      <a:pt x="7399" y="13125"/>
                      <a:pt x="7261" y="13125"/>
                      <a:pt x="7119" y="13125"/>
                    </a:cubicBezTo>
                    <a:cubicBezTo>
                      <a:pt x="7085" y="12231"/>
                      <a:pt x="7085" y="12231"/>
                      <a:pt x="6911" y="7708"/>
                    </a:cubicBezTo>
                    <a:cubicBezTo>
                      <a:pt x="6636" y="7708"/>
                      <a:pt x="6361" y="7708"/>
                      <a:pt x="6078" y="7708"/>
                    </a:cubicBezTo>
                    <a:cubicBezTo>
                      <a:pt x="6076" y="7795"/>
                      <a:pt x="6074" y="7881"/>
                      <a:pt x="6072" y="7969"/>
                    </a:cubicBezTo>
                    <a:cubicBezTo>
                      <a:pt x="6065" y="8256"/>
                      <a:pt x="6053" y="8542"/>
                      <a:pt x="6039" y="8827"/>
                    </a:cubicBezTo>
                    <a:cubicBezTo>
                      <a:pt x="6031" y="9001"/>
                      <a:pt x="6025" y="9174"/>
                      <a:pt x="6021" y="9347"/>
                    </a:cubicBezTo>
                    <a:cubicBezTo>
                      <a:pt x="5999" y="10471"/>
                      <a:pt x="5999" y="10471"/>
                      <a:pt x="5785" y="10725"/>
                    </a:cubicBezTo>
                    <a:cubicBezTo>
                      <a:pt x="5585" y="10873"/>
                      <a:pt x="5373" y="10936"/>
                      <a:pt x="5136" y="11001"/>
                    </a:cubicBezTo>
                    <a:cubicBezTo>
                      <a:pt x="4960" y="11072"/>
                      <a:pt x="4854" y="11210"/>
                      <a:pt x="4736" y="11354"/>
                    </a:cubicBezTo>
                    <a:cubicBezTo>
                      <a:pt x="4452" y="11669"/>
                      <a:pt x="4149" y="11796"/>
                      <a:pt x="3752" y="11937"/>
                    </a:cubicBezTo>
                    <a:cubicBezTo>
                      <a:pt x="3520" y="12020"/>
                      <a:pt x="3319" y="12099"/>
                      <a:pt x="3126" y="12255"/>
                    </a:cubicBezTo>
                    <a:cubicBezTo>
                      <a:pt x="2659" y="12610"/>
                      <a:pt x="2631" y="12500"/>
                      <a:pt x="1911" y="12500"/>
                    </a:cubicBezTo>
                    <a:cubicBezTo>
                      <a:pt x="1911" y="11881"/>
                      <a:pt x="1911" y="11263"/>
                      <a:pt x="1911" y="10625"/>
                    </a:cubicBezTo>
                    <a:cubicBezTo>
                      <a:pt x="1210" y="10859"/>
                      <a:pt x="1210" y="10859"/>
                      <a:pt x="961" y="11172"/>
                    </a:cubicBezTo>
                    <a:cubicBezTo>
                      <a:pt x="710" y="11449"/>
                      <a:pt x="710" y="11449"/>
                      <a:pt x="536" y="11482"/>
                    </a:cubicBezTo>
                    <a:cubicBezTo>
                      <a:pt x="389" y="11433"/>
                      <a:pt x="340" y="11373"/>
                      <a:pt x="244" y="11250"/>
                    </a:cubicBezTo>
                    <a:cubicBezTo>
                      <a:pt x="193" y="11132"/>
                      <a:pt x="161" y="11012"/>
                      <a:pt x="130" y="10887"/>
                    </a:cubicBezTo>
                    <a:cubicBezTo>
                      <a:pt x="121" y="10850"/>
                      <a:pt x="113" y="10814"/>
                      <a:pt x="103" y="10776"/>
                    </a:cubicBezTo>
                    <a:cubicBezTo>
                      <a:pt x="0" y="10309"/>
                      <a:pt x="9" y="9842"/>
                      <a:pt x="12" y="9366"/>
                    </a:cubicBezTo>
                    <a:cubicBezTo>
                      <a:pt x="12" y="9261"/>
                      <a:pt x="12" y="9157"/>
                      <a:pt x="12" y="9053"/>
                    </a:cubicBezTo>
                    <a:cubicBezTo>
                      <a:pt x="12" y="8804"/>
                      <a:pt x="13" y="8554"/>
                      <a:pt x="15" y="8305"/>
                    </a:cubicBezTo>
                    <a:cubicBezTo>
                      <a:pt x="16" y="8016"/>
                      <a:pt x="16" y="7727"/>
                      <a:pt x="16" y="7439"/>
                    </a:cubicBezTo>
                    <a:cubicBezTo>
                      <a:pt x="17" y="6678"/>
                      <a:pt x="20" y="5917"/>
                      <a:pt x="23" y="5156"/>
                    </a:cubicBezTo>
                    <a:cubicBezTo>
                      <a:pt x="27" y="3455"/>
                      <a:pt x="32" y="1753"/>
                      <a:pt x="36" y="0"/>
                    </a:cubicBezTo>
                    <a:close/>
                  </a:path>
                </a:pathLst>
              </a:custGeom>
              <a:solidFill>
                <a:srgbClr val="D2E6E6"/>
              </a:solidFill>
              <a:ln w="2646" cap="flat">
                <a:noFill/>
              </a:ln>
            </p:spPr>
          </p:sp>
          <p:sp>
            <p:nvSpPr>
              <p:cNvPr id="2037" name="ICON_C_WINDOWS_GRAPHIC_path_009"/>
              <p:cNvSpPr/>
              <p:nvPr/>
            </p:nvSpPr>
            <p:spPr>
              <a:xfrm>
                <a:off x="5852227" y="7285390"/>
                <a:ext cx="437245" cy="361437"/>
              </a:xfrm>
              <a:custGeom>
                <a:avLst/>
                <a:gdLst/>
                <a:ahLst/>
                <a:cxnLst/>
                <a:rect l="0" t="0" r="r" b="b"/>
                <a:pathLst>
                  <a:path w="34429" h="28460" fill="norm" stroke="0">
                    <a:moveTo>
                      <a:pt x="3253" y="43"/>
                    </a:moveTo>
                    <a:cubicBezTo>
                      <a:pt x="3326" y="42"/>
                      <a:pt x="3400" y="41"/>
                      <a:pt x="3474" y="40"/>
                    </a:cubicBezTo>
                    <a:cubicBezTo>
                      <a:pt x="3675" y="38"/>
                      <a:pt x="3877" y="39"/>
                      <a:pt x="4079" y="40"/>
                    </a:cubicBezTo>
                    <a:cubicBezTo>
                      <a:pt x="4297" y="40"/>
                      <a:pt x="4515" y="38"/>
                      <a:pt x="4732" y="37"/>
                    </a:cubicBezTo>
                    <a:cubicBezTo>
                      <a:pt x="5159" y="34"/>
                      <a:pt x="5586" y="34"/>
                      <a:pt x="6012" y="34"/>
                    </a:cubicBezTo>
                    <a:cubicBezTo>
                      <a:pt x="6359" y="35"/>
                      <a:pt x="6706" y="34"/>
                      <a:pt x="7053" y="33"/>
                    </a:cubicBezTo>
                    <a:cubicBezTo>
                      <a:pt x="7078" y="33"/>
                      <a:pt x="7078" y="33"/>
                      <a:pt x="7203" y="33"/>
                    </a:cubicBezTo>
                    <a:cubicBezTo>
                      <a:pt x="7304" y="33"/>
                      <a:pt x="7404" y="33"/>
                      <a:pt x="7504" y="32"/>
                    </a:cubicBezTo>
                    <a:cubicBezTo>
                      <a:pt x="8179" y="31"/>
                      <a:pt x="8853" y="30"/>
                      <a:pt x="9527" y="31"/>
                    </a:cubicBezTo>
                    <a:cubicBezTo>
                      <a:pt x="9554" y="31"/>
                      <a:pt x="9580" y="31"/>
                      <a:pt x="9607" y="31"/>
                    </a:cubicBezTo>
                    <a:cubicBezTo>
                      <a:pt x="9741" y="31"/>
                      <a:pt x="9874" y="31"/>
                      <a:pt x="10008" y="31"/>
                    </a:cubicBezTo>
                    <a:cubicBezTo>
                      <a:pt x="10034" y="31"/>
                      <a:pt x="10061" y="31"/>
                      <a:pt x="10088" y="31"/>
                    </a:cubicBezTo>
                    <a:cubicBezTo>
                      <a:pt x="10142" y="31"/>
                      <a:pt x="10195" y="31"/>
                      <a:pt x="10249" y="32"/>
                    </a:cubicBezTo>
                    <a:cubicBezTo>
                      <a:pt x="11083" y="33"/>
                      <a:pt x="11916" y="31"/>
                      <a:pt x="12750" y="27"/>
                    </a:cubicBezTo>
                    <a:cubicBezTo>
                      <a:pt x="13688" y="23"/>
                      <a:pt x="14625" y="21"/>
                      <a:pt x="15563" y="21"/>
                    </a:cubicBezTo>
                    <a:cubicBezTo>
                      <a:pt x="16059" y="22"/>
                      <a:pt x="16555" y="21"/>
                      <a:pt x="17051" y="18"/>
                    </a:cubicBezTo>
                    <a:cubicBezTo>
                      <a:pt x="17474" y="16"/>
                      <a:pt x="17896" y="16"/>
                      <a:pt x="18319" y="18"/>
                    </a:cubicBezTo>
                    <a:cubicBezTo>
                      <a:pt x="18534" y="19"/>
                      <a:pt x="18749" y="20"/>
                      <a:pt x="18965" y="17"/>
                    </a:cubicBezTo>
                    <a:cubicBezTo>
                      <a:pt x="20550" y="0"/>
                      <a:pt x="20550" y="0"/>
                      <a:pt x="21062" y="432"/>
                    </a:cubicBezTo>
                    <a:cubicBezTo>
                      <a:pt x="21349" y="734"/>
                      <a:pt x="21384" y="1072"/>
                      <a:pt x="21382" y="1474"/>
                    </a:cubicBezTo>
                    <a:cubicBezTo>
                      <a:pt x="21379" y="1572"/>
                      <a:pt x="21376" y="1670"/>
                      <a:pt x="21373" y="1769"/>
                    </a:cubicBezTo>
                    <a:cubicBezTo>
                      <a:pt x="21372" y="1873"/>
                      <a:pt x="21373" y="1978"/>
                      <a:pt x="21373" y="2083"/>
                    </a:cubicBezTo>
                    <a:cubicBezTo>
                      <a:pt x="21373" y="2307"/>
                      <a:pt x="21371" y="2532"/>
                      <a:pt x="21366" y="2756"/>
                    </a:cubicBezTo>
                    <a:cubicBezTo>
                      <a:pt x="21359" y="3080"/>
                      <a:pt x="21357" y="3405"/>
                      <a:pt x="21356" y="3729"/>
                    </a:cubicBezTo>
                    <a:cubicBezTo>
                      <a:pt x="21354" y="4256"/>
                      <a:pt x="21349" y="4782"/>
                      <a:pt x="21341" y="5309"/>
                    </a:cubicBezTo>
                    <a:cubicBezTo>
                      <a:pt x="21333" y="5820"/>
                      <a:pt x="21327" y="6331"/>
                      <a:pt x="21324" y="6842"/>
                    </a:cubicBezTo>
                    <a:cubicBezTo>
                      <a:pt x="21324" y="6858"/>
                      <a:pt x="21324" y="6858"/>
                      <a:pt x="21323" y="6938"/>
                    </a:cubicBezTo>
                    <a:cubicBezTo>
                      <a:pt x="21322" y="7096"/>
                      <a:pt x="21321" y="7255"/>
                      <a:pt x="21320" y="7413"/>
                    </a:cubicBezTo>
                    <a:cubicBezTo>
                      <a:pt x="21311" y="8724"/>
                      <a:pt x="21297" y="10036"/>
                      <a:pt x="21278" y="11347"/>
                    </a:cubicBezTo>
                    <a:cubicBezTo>
                      <a:pt x="21381" y="11251"/>
                      <a:pt x="21482" y="11154"/>
                      <a:pt x="21583" y="11056"/>
                    </a:cubicBezTo>
                    <a:cubicBezTo>
                      <a:pt x="21612" y="11029"/>
                      <a:pt x="21641" y="11002"/>
                      <a:pt x="21671" y="10974"/>
                    </a:cubicBezTo>
                    <a:cubicBezTo>
                      <a:pt x="21905" y="10745"/>
                      <a:pt x="21990" y="10551"/>
                      <a:pt x="22047" y="10232"/>
                    </a:cubicBezTo>
                    <a:cubicBezTo>
                      <a:pt x="22132" y="10054"/>
                      <a:pt x="22222" y="10007"/>
                      <a:pt x="22400" y="9930"/>
                    </a:cubicBezTo>
                    <a:cubicBezTo>
                      <a:pt x="22644" y="9852"/>
                      <a:pt x="22886" y="9829"/>
                      <a:pt x="23140" y="9824"/>
                    </a:cubicBezTo>
                    <a:cubicBezTo>
                      <a:pt x="23167" y="9823"/>
                      <a:pt x="23195" y="9822"/>
                      <a:pt x="23224" y="9821"/>
                    </a:cubicBezTo>
                    <a:cubicBezTo>
                      <a:pt x="23470" y="9818"/>
                      <a:pt x="23688" y="9826"/>
                      <a:pt x="23897" y="9972"/>
                    </a:cubicBezTo>
                    <a:cubicBezTo>
                      <a:pt x="24112" y="10191"/>
                      <a:pt x="24268" y="10447"/>
                      <a:pt x="24403" y="10722"/>
                    </a:cubicBezTo>
                    <a:cubicBezTo>
                      <a:pt x="24413" y="10680"/>
                      <a:pt x="24423" y="10637"/>
                      <a:pt x="24434" y="10593"/>
                    </a:cubicBezTo>
                    <a:cubicBezTo>
                      <a:pt x="24450" y="10536"/>
                      <a:pt x="24465" y="10479"/>
                      <a:pt x="24481" y="10423"/>
                    </a:cubicBezTo>
                    <a:cubicBezTo>
                      <a:pt x="24488" y="10395"/>
                      <a:pt x="24494" y="10367"/>
                      <a:pt x="24501" y="10338"/>
                    </a:cubicBezTo>
                    <a:cubicBezTo>
                      <a:pt x="24525" y="10254"/>
                      <a:pt x="24525" y="10254"/>
                      <a:pt x="24611" y="10097"/>
                    </a:cubicBezTo>
                    <a:cubicBezTo>
                      <a:pt x="25028" y="9889"/>
                      <a:pt x="25028" y="9889"/>
                      <a:pt x="26278" y="9889"/>
                    </a:cubicBezTo>
                    <a:cubicBezTo>
                      <a:pt x="26312" y="10508"/>
                      <a:pt x="26312" y="10508"/>
                      <a:pt x="26486" y="13639"/>
                    </a:cubicBezTo>
                    <a:cubicBezTo>
                      <a:pt x="26830" y="13433"/>
                      <a:pt x="27174" y="13226"/>
                      <a:pt x="27528" y="13014"/>
                    </a:cubicBezTo>
                    <a:cubicBezTo>
                      <a:pt x="27666" y="13014"/>
                      <a:pt x="27803" y="13014"/>
                      <a:pt x="27945" y="13014"/>
                    </a:cubicBezTo>
                    <a:cubicBezTo>
                      <a:pt x="27945" y="13426"/>
                      <a:pt x="27945" y="13839"/>
                      <a:pt x="27945" y="14264"/>
                    </a:cubicBezTo>
                    <a:cubicBezTo>
                      <a:pt x="28739" y="14109"/>
                      <a:pt x="28739" y="14109"/>
                      <a:pt x="28986" y="13847"/>
                    </a:cubicBezTo>
                    <a:cubicBezTo>
                      <a:pt x="29230" y="13475"/>
                      <a:pt x="29377" y="13036"/>
                      <a:pt x="29521" y="12618"/>
                    </a:cubicBezTo>
                    <a:cubicBezTo>
                      <a:pt x="29738" y="12013"/>
                      <a:pt x="29738" y="12013"/>
                      <a:pt x="29897" y="11933"/>
                    </a:cubicBezTo>
                    <a:cubicBezTo>
                      <a:pt x="30099" y="11891"/>
                      <a:pt x="30233" y="11930"/>
                      <a:pt x="30445" y="11972"/>
                    </a:cubicBezTo>
                    <a:cubicBezTo>
                      <a:pt x="30514" y="12316"/>
                      <a:pt x="30582" y="12660"/>
                      <a:pt x="30653" y="13014"/>
                    </a:cubicBezTo>
                    <a:cubicBezTo>
                      <a:pt x="30859" y="13014"/>
                      <a:pt x="31066" y="13014"/>
                      <a:pt x="31278" y="13014"/>
                    </a:cubicBezTo>
                    <a:cubicBezTo>
                      <a:pt x="31263" y="12944"/>
                      <a:pt x="31248" y="12874"/>
                      <a:pt x="31233" y="12802"/>
                    </a:cubicBezTo>
                    <a:cubicBezTo>
                      <a:pt x="31057" y="11910"/>
                      <a:pt x="31044" y="11040"/>
                      <a:pt x="31055" y="10133"/>
                    </a:cubicBezTo>
                    <a:cubicBezTo>
                      <a:pt x="31058" y="9940"/>
                      <a:pt x="31059" y="9747"/>
                      <a:pt x="31060" y="9554"/>
                    </a:cubicBezTo>
                    <a:cubicBezTo>
                      <a:pt x="31062" y="9180"/>
                      <a:pt x="31065" y="8805"/>
                      <a:pt x="31070" y="8431"/>
                    </a:cubicBezTo>
                    <a:cubicBezTo>
                      <a:pt x="31239" y="8425"/>
                      <a:pt x="31408" y="8421"/>
                      <a:pt x="31577" y="8418"/>
                    </a:cubicBezTo>
                    <a:cubicBezTo>
                      <a:pt x="31625" y="8416"/>
                      <a:pt x="31673" y="8414"/>
                      <a:pt x="31723" y="8412"/>
                    </a:cubicBezTo>
                    <a:cubicBezTo>
                      <a:pt x="31922" y="8409"/>
                      <a:pt x="32068" y="8409"/>
                      <a:pt x="32248" y="8500"/>
                    </a:cubicBezTo>
                    <a:cubicBezTo>
                      <a:pt x="32391" y="8693"/>
                      <a:pt x="32345" y="8978"/>
                      <a:pt x="32340" y="9206"/>
                    </a:cubicBezTo>
                    <a:cubicBezTo>
                      <a:pt x="32340" y="9262"/>
                      <a:pt x="32339" y="9318"/>
                      <a:pt x="32339" y="9373"/>
                    </a:cubicBezTo>
                    <a:cubicBezTo>
                      <a:pt x="32338" y="9520"/>
                      <a:pt x="32336" y="9666"/>
                      <a:pt x="32334" y="9812"/>
                    </a:cubicBezTo>
                    <a:cubicBezTo>
                      <a:pt x="32332" y="9961"/>
                      <a:pt x="32331" y="10111"/>
                      <a:pt x="32330" y="10260"/>
                    </a:cubicBezTo>
                    <a:cubicBezTo>
                      <a:pt x="32328" y="10553"/>
                      <a:pt x="32324" y="10846"/>
                      <a:pt x="32320" y="11139"/>
                    </a:cubicBezTo>
                    <a:cubicBezTo>
                      <a:pt x="32708" y="11045"/>
                      <a:pt x="32968" y="10969"/>
                      <a:pt x="33191" y="10616"/>
                    </a:cubicBezTo>
                    <a:cubicBezTo>
                      <a:pt x="33236" y="10539"/>
                      <a:pt x="33280" y="10461"/>
                      <a:pt x="33323" y="10383"/>
                    </a:cubicBezTo>
                    <a:cubicBezTo>
                      <a:pt x="33494" y="10115"/>
                      <a:pt x="33494" y="10115"/>
                      <a:pt x="33644" y="10080"/>
                    </a:cubicBezTo>
                    <a:cubicBezTo>
                      <a:pt x="33830" y="10062"/>
                      <a:pt x="34010" y="10076"/>
                      <a:pt x="34195" y="10097"/>
                    </a:cubicBezTo>
                    <a:cubicBezTo>
                      <a:pt x="34429" y="11466"/>
                      <a:pt x="34429" y="11466"/>
                      <a:pt x="34195" y="11972"/>
                    </a:cubicBezTo>
                    <a:cubicBezTo>
                      <a:pt x="33994" y="12179"/>
                      <a:pt x="33681" y="12242"/>
                      <a:pt x="33414" y="12324"/>
                    </a:cubicBezTo>
                    <a:cubicBezTo>
                      <a:pt x="33070" y="12429"/>
                      <a:pt x="32685" y="12554"/>
                      <a:pt x="32485" y="12874"/>
                    </a:cubicBezTo>
                    <a:cubicBezTo>
                      <a:pt x="32107" y="13596"/>
                      <a:pt x="31958" y="14482"/>
                      <a:pt x="31803" y="15275"/>
                    </a:cubicBezTo>
                    <a:cubicBezTo>
                      <a:pt x="31800" y="15290"/>
                      <a:pt x="31800" y="15290"/>
                      <a:pt x="31785" y="15362"/>
                    </a:cubicBezTo>
                    <a:cubicBezTo>
                      <a:pt x="31770" y="15438"/>
                      <a:pt x="31755" y="15515"/>
                      <a:pt x="31740" y="15592"/>
                    </a:cubicBezTo>
                    <a:cubicBezTo>
                      <a:pt x="31683" y="15757"/>
                      <a:pt x="31620" y="15820"/>
                      <a:pt x="31486" y="15931"/>
                    </a:cubicBezTo>
                    <a:cubicBezTo>
                      <a:pt x="31370" y="15957"/>
                      <a:pt x="31370" y="15957"/>
                      <a:pt x="31245" y="15958"/>
                    </a:cubicBezTo>
                    <a:cubicBezTo>
                      <a:pt x="31200" y="15959"/>
                      <a:pt x="31155" y="15959"/>
                      <a:pt x="31108" y="15959"/>
                    </a:cubicBezTo>
                    <a:cubicBezTo>
                      <a:pt x="31061" y="15958"/>
                      <a:pt x="31014" y="15957"/>
                      <a:pt x="30966" y="15957"/>
                    </a:cubicBezTo>
                    <a:cubicBezTo>
                      <a:pt x="30919" y="15957"/>
                      <a:pt x="30871" y="15958"/>
                      <a:pt x="30823" y="15959"/>
                    </a:cubicBezTo>
                    <a:cubicBezTo>
                      <a:pt x="30626" y="15958"/>
                      <a:pt x="30484" y="15952"/>
                      <a:pt x="30309" y="15858"/>
                    </a:cubicBezTo>
                    <a:cubicBezTo>
                      <a:pt x="30193" y="15641"/>
                      <a:pt x="30215" y="15430"/>
                      <a:pt x="30223" y="15188"/>
                    </a:cubicBezTo>
                    <a:cubicBezTo>
                      <a:pt x="30224" y="15140"/>
                      <a:pt x="30225" y="15091"/>
                      <a:pt x="30226" y="15041"/>
                    </a:cubicBezTo>
                    <a:cubicBezTo>
                      <a:pt x="30229" y="14921"/>
                      <a:pt x="30232" y="14801"/>
                      <a:pt x="30236" y="14681"/>
                    </a:cubicBezTo>
                    <a:cubicBezTo>
                      <a:pt x="30030" y="14681"/>
                      <a:pt x="29824" y="14681"/>
                      <a:pt x="29611" y="14681"/>
                    </a:cubicBezTo>
                    <a:cubicBezTo>
                      <a:pt x="29543" y="16468"/>
                      <a:pt x="29474" y="18256"/>
                      <a:pt x="29403" y="20097"/>
                    </a:cubicBezTo>
                    <a:cubicBezTo>
                      <a:pt x="29059" y="20029"/>
                      <a:pt x="28716" y="19960"/>
                      <a:pt x="28361" y="19889"/>
                    </a:cubicBezTo>
                    <a:cubicBezTo>
                      <a:pt x="28361" y="18651"/>
                      <a:pt x="28361" y="17414"/>
                      <a:pt x="28361" y="16139"/>
                    </a:cubicBezTo>
                    <a:cubicBezTo>
                      <a:pt x="27651" y="16613"/>
                      <a:pt x="27651" y="16613"/>
                      <a:pt x="27564" y="17036"/>
                    </a:cubicBezTo>
                    <a:cubicBezTo>
                      <a:pt x="27558" y="17064"/>
                      <a:pt x="27552" y="17092"/>
                      <a:pt x="27545" y="17121"/>
                    </a:cubicBezTo>
                    <a:cubicBezTo>
                      <a:pt x="27534" y="17179"/>
                      <a:pt x="27522" y="17237"/>
                      <a:pt x="27511" y="17294"/>
                    </a:cubicBezTo>
                    <a:cubicBezTo>
                      <a:pt x="27471" y="17483"/>
                      <a:pt x="27435" y="17648"/>
                      <a:pt x="27320" y="17806"/>
                    </a:cubicBezTo>
                    <a:cubicBezTo>
                      <a:pt x="27119" y="17878"/>
                      <a:pt x="26900" y="17839"/>
                      <a:pt x="26695" y="17806"/>
                    </a:cubicBezTo>
                    <a:cubicBezTo>
                      <a:pt x="26696" y="17783"/>
                      <a:pt x="26697" y="17760"/>
                      <a:pt x="26699" y="17736"/>
                    </a:cubicBezTo>
                    <a:cubicBezTo>
                      <a:pt x="26713" y="17496"/>
                      <a:pt x="26722" y="17256"/>
                      <a:pt x="26729" y="17016"/>
                    </a:cubicBezTo>
                    <a:cubicBezTo>
                      <a:pt x="26732" y="16926"/>
                      <a:pt x="26736" y="16837"/>
                      <a:pt x="26742" y="16747"/>
                    </a:cubicBezTo>
                    <a:cubicBezTo>
                      <a:pt x="26777" y="16145"/>
                      <a:pt x="26777" y="16145"/>
                      <a:pt x="26695" y="15931"/>
                    </a:cubicBezTo>
                    <a:cubicBezTo>
                      <a:pt x="26526" y="15767"/>
                      <a:pt x="26294" y="15742"/>
                      <a:pt x="26070" y="15722"/>
                    </a:cubicBezTo>
                    <a:cubicBezTo>
                      <a:pt x="26070" y="15929"/>
                      <a:pt x="26070" y="16135"/>
                      <a:pt x="26070" y="16347"/>
                    </a:cubicBezTo>
                    <a:cubicBezTo>
                      <a:pt x="25864" y="16347"/>
                      <a:pt x="25657" y="16347"/>
                      <a:pt x="25445" y="16347"/>
                    </a:cubicBezTo>
                    <a:cubicBezTo>
                      <a:pt x="25445" y="15797"/>
                      <a:pt x="25445" y="15247"/>
                      <a:pt x="25445" y="14681"/>
                    </a:cubicBezTo>
                    <a:cubicBezTo>
                      <a:pt x="25239" y="14681"/>
                      <a:pt x="25032" y="14681"/>
                      <a:pt x="24820" y="14681"/>
                    </a:cubicBezTo>
                    <a:cubicBezTo>
                      <a:pt x="24815" y="14702"/>
                      <a:pt x="24815" y="14702"/>
                      <a:pt x="24789" y="14812"/>
                    </a:cubicBezTo>
                    <a:cubicBezTo>
                      <a:pt x="24765" y="14913"/>
                      <a:pt x="24740" y="15013"/>
                      <a:pt x="24713" y="15114"/>
                    </a:cubicBezTo>
                    <a:cubicBezTo>
                      <a:pt x="24653" y="15338"/>
                      <a:pt x="24602" y="15561"/>
                      <a:pt x="24560" y="15789"/>
                    </a:cubicBezTo>
                    <a:cubicBezTo>
                      <a:pt x="24362" y="16839"/>
                      <a:pt x="24362" y="16839"/>
                      <a:pt x="24087" y="17058"/>
                    </a:cubicBezTo>
                    <a:cubicBezTo>
                      <a:pt x="23718" y="17222"/>
                      <a:pt x="23304" y="17215"/>
                      <a:pt x="22915" y="17138"/>
                    </a:cubicBezTo>
                    <a:cubicBezTo>
                      <a:pt x="22559" y="17075"/>
                      <a:pt x="22559" y="17075"/>
                      <a:pt x="22401" y="17116"/>
                    </a:cubicBezTo>
                    <a:cubicBezTo>
                      <a:pt x="22141" y="17324"/>
                      <a:pt x="22108" y="17880"/>
                      <a:pt x="22071" y="18192"/>
                    </a:cubicBezTo>
                    <a:cubicBezTo>
                      <a:pt x="21998" y="18508"/>
                      <a:pt x="21998" y="18508"/>
                      <a:pt x="21903" y="18639"/>
                    </a:cubicBezTo>
                    <a:cubicBezTo>
                      <a:pt x="21767" y="18710"/>
                      <a:pt x="21628" y="18737"/>
                      <a:pt x="21477" y="18764"/>
                    </a:cubicBezTo>
                    <a:cubicBezTo>
                      <a:pt x="21438" y="18773"/>
                      <a:pt x="21399" y="18781"/>
                      <a:pt x="21359" y="18790"/>
                    </a:cubicBezTo>
                    <a:cubicBezTo>
                      <a:pt x="21263" y="18810"/>
                      <a:pt x="21166" y="18829"/>
                      <a:pt x="21070" y="18847"/>
                    </a:cubicBezTo>
                    <a:cubicBezTo>
                      <a:pt x="21070" y="18893"/>
                      <a:pt x="21070" y="18939"/>
                      <a:pt x="21070" y="18986"/>
                    </a:cubicBezTo>
                    <a:cubicBezTo>
                      <a:pt x="21075" y="20074"/>
                      <a:pt x="21078" y="21162"/>
                      <a:pt x="21080" y="22250"/>
                    </a:cubicBezTo>
                    <a:cubicBezTo>
                      <a:pt x="21081" y="22384"/>
                      <a:pt x="21081" y="22518"/>
                      <a:pt x="21081" y="22652"/>
                    </a:cubicBezTo>
                    <a:cubicBezTo>
                      <a:pt x="21081" y="22678"/>
                      <a:pt x="21081" y="22705"/>
                      <a:pt x="21081" y="22733"/>
                    </a:cubicBezTo>
                    <a:cubicBezTo>
                      <a:pt x="21082" y="23164"/>
                      <a:pt x="21084" y="23596"/>
                      <a:pt x="21086" y="24027"/>
                    </a:cubicBezTo>
                    <a:cubicBezTo>
                      <a:pt x="21088" y="24470"/>
                      <a:pt x="21089" y="24913"/>
                      <a:pt x="21089" y="25356"/>
                    </a:cubicBezTo>
                    <a:cubicBezTo>
                      <a:pt x="21090" y="25605"/>
                      <a:pt x="21090" y="25854"/>
                      <a:pt x="21092" y="26102"/>
                    </a:cubicBezTo>
                    <a:cubicBezTo>
                      <a:pt x="21093" y="26337"/>
                      <a:pt x="21094" y="26571"/>
                      <a:pt x="21093" y="26805"/>
                    </a:cubicBezTo>
                    <a:cubicBezTo>
                      <a:pt x="21093" y="26891"/>
                      <a:pt x="21094" y="26977"/>
                      <a:pt x="21095" y="27063"/>
                    </a:cubicBezTo>
                    <a:cubicBezTo>
                      <a:pt x="21102" y="27920"/>
                      <a:pt x="21102" y="27920"/>
                      <a:pt x="20952" y="28156"/>
                    </a:cubicBezTo>
                    <a:cubicBezTo>
                      <a:pt x="20722" y="28324"/>
                      <a:pt x="20392" y="28287"/>
                      <a:pt x="20119" y="28289"/>
                    </a:cubicBezTo>
                    <a:cubicBezTo>
                      <a:pt x="20041" y="28291"/>
                      <a:pt x="19963" y="28293"/>
                      <a:pt x="19885" y="28295"/>
                    </a:cubicBezTo>
                    <a:cubicBezTo>
                      <a:pt x="19671" y="28301"/>
                      <a:pt x="19456" y="28304"/>
                      <a:pt x="19241" y="28306"/>
                    </a:cubicBezTo>
                    <a:cubicBezTo>
                      <a:pt x="19010" y="28310"/>
                      <a:pt x="18779" y="28315"/>
                      <a:pt x="18549" y="28321"/>
                    </a:cubicBezTo>
                    <a:cubicBezTo>
                      <a:pt x="18123" y="28330"/>
                      <a:pt x="17697" y="28337"/>
                      <a:pt x="17271" y="28344"/>
                    </a:cubicBezTo>
                    <a:cubicBezTo>
                      <a:pt x="16879" y="28350"/>
                      <a:pt x="16486" y="28356"/>
                      <a:pt x="16093" y="28364"/>
                    </a:cubicBezTo>
                    <a:cubicBezTo>
                      <a:pt x="13274" y="28417"/>
                      <a:pt x="10454" y="28447"/>
                      <a:pt x="6881" y="28456"/>
                    </a:cubicBezTo>
                    <a:cubicBezTo>
                      <a:pt x="6582" y="28456"/>
                      <a:pt x="6284" y="28457"/>
                      <a:pt x="5986" y="28458"/>
                    </a:cubicBezTo>
                    <a:cubicBezTo>
                      <a:pt x="5470" y="28459"/>
                      <a:pt x="4954" y="28460"/>
                      <a:pt x="4438" y="28459"/>
                    </a:cubicBezTo>
                    <a:cubicBezTo>
                      <a:pt x="4266" y="28458"/>
                      <a:pt x="4095" y="28458"/>
                      <a:pt x="3924" y="28459"/>
                    </a:cubicBezTo>
                    <a:cubicBezTo>
                      <a:pt x="3727" y="28460"/>
                      <a:pt x="3530" y="28459"/>
                      <a:pt x="3334" y="28458"/>
                    </a:cubicBezTo>
                    <a:cubicBezTo>
                      <a:pt x="3262" y="28458"/>
                      <a:pt x="3191" y="28458"/>
                      <a:pt x="3120" y="28458"/>
                    </a:cubicBezTo>
                    <a:cubicBezTo>
                      <a:pt x="3023" y="28459"/>
                      <a:pt x="2927" y="28458"/>
                      <a:pt x="2830" y="28457"/>
                    </a:cubicBezTo>
                    <a:cubicBezTo>
                      <a:pt x="2802" y="28457"/>
                      <a:pt x="2774" y="28458"/>
                      <a:pt x="2746" y="28458"/>
                    </a:cubicBezTo>
                    <a:cubicBezTo>
                      <a:pt x="2605" y="28455"/>
                      <a:pt x="2526" y="28429"/>
                      <a:pt x="2406" y="28355"/>
                    </a:cubicBezTo>
                    <a:cubicBezTo>
                      <a:pt x="2261" y="28184"/>
                      <a:pt x="2292" y="27958"/>
                      <a:pt x="2295" y="27746"/>
                    </a:cubicBezTo>
                    <a:cubicBezTo>
                      <a:pt x="2294" y="27698"/>
                      <a:pt x="2294" y="27649"/>
                      <a:pt x="2294" y="27599"/>
                    </a:cubicBezTo>
                    <a:cubicBezTo>
                      <a:pt x="2294" y="27464"/>
                      <a:pt x="2294" y="27329"/>
                      <a:pt x="2295" y="27194"/>
                    </a:cubicBezTo>
                    <a:cubicBezTo>
                      <a:pt x="2296" y="27049"/>
                      <a:pt x="2296" y="26903"/>
                      <a:pt x="2296" y="26757"/>
                    </a:cubicBezTo>
                    <a:cubicBezTo>
                      <a:pt x="2296" y="26505"/>
                      <a:pt x="2296" y="26253"/>
                      <a:pt x="2298" y="26001"/>
                    </a:cubicBezTo>
                    <a:cubicBezTo>
                      <a:pt x="2299" y="25636"/>
                      <a:pt x="2300" y="25272"/>
                      <a:pt x="2300" y="24907"/>
                    </a:cubicBezTo>
                    <a:cubicBezTo>
                      <a:pt x="2301" y="24316"/>
                      <a:pt x="2302" y="23724"/>
                      <a:pt x="2304" y="23133"/>
                    </a:cubicBezTo>
                    <a:cubicBezTo>
                      <a:pt x="2306" y="22558"/>
                      <a:pt x="2307" y="21984"/>
                      <a:pt x="2308" y="21409"/>
                    </a:cubicBezTo>
                    <a:cubicBezTo>
                      <a:pt x="2308" y="21374"/>
                      <a:pt x="2308" y="21339"/>
                      <a:pt x="2308" y="21302"/>
                    </a:cubicBezTo>
                    <a:cubicBezTo>
                      <a:pt x="2309" y="21124"/>
                      <a:pt x="2309" y="20947"/>
                      <a:pt x="2309" y="20769"/>
                    </a:cubicBezTo>
                    <a:cubicBezTo>
                      <a:pt x="2311" y="19295"/>
                      <a:pt x="2315" y="17821"/>
                      <a:pt x="2320" y="16347"/>
                    </a:cubicBezTo>
                    <a:cubicBezTo>
                      <a:pt x="2045" y="16347"/>
                      <a:pt x="1770" y="16347"/>
                      <a:pt x="1486" y="16347"/>
                    </a:cubicBezTo>
                    <a:cubicBezTo>
                      <a:pt x="1349" y="17929"/>
                      <a:pt x="1211" y="19510"/>
                      <a:pt x="1070" y="21139"/>
                    </a:cubicBezTo>
                    <a:cubicBezTo>
                      <a:pt x="864" y="21139"/>
                      <a:pt x="657" y="21139"/>
                      <a:pt x="445" y="21139"/>
                    </a:cubicBezTo>
                    <a:cubicBezTo>
                      <a:pt x="442" y="21051"/>
                      <a:pt x="440" y="20964"/>
                      <a:pt x="438" y="20874"/>
                    </a:cubicBezTo>
                    <a:cubicBezTo>
                      <a:pt x="418" y="20050"/>
                      <a:pt x="396" y="19225"/>
                      <a:pt x="374" y="18401"/>
                    </a:cubicBezTo>
                    <a:cubicBezTo>
                      <a:pt x="363" y="17977"/>
                      <a:pt x="351" y="17553"/>
                      <a:pt x="341" y="17129"/>
                    </a:cubicBezTo>
                    <a:cubicBezTo>
                      <a:pt x="332" y="16759"/>
                      <a:pt x="322" y="16390"/>
                      <a:pt x="312" y="16020"/>
                    </a:cubicBezTo>
                    <a:cubicBezTo>
                      <a:pt x="306" y="15825"/>
                      <a:pt x="301" y="15629"/>
                      <a:pt x="297" y="15434"/>
                    </a:cubicBezTo>
                    <a:cubicBezTo>
                      <a:pt x="293" y="15249"/>
                      <a:pt x="288" y="15064"/>
                      <a:pt x="282" y="14880"/>
                    </a:cubicBezTo>
                    <a:cubicBezTo>
                      <a:pt x="280" y="14813"/>
                      <a:pt x="279" y="14745"/>
                      <a:pt x="277" y="14678"/>
                    </a:cubicBezTo>
                    <a:cubicBezTo>
                      <a:pt x="271" y="14346"/>
                      <a:pt x="249" y="14055"/>
                      <a:pt x="131" y="13743"/>
                    </a:cubicBezTo>
                    <a:cubicBezTo>
                      <a:pt x="1" y="13398"/>
                      <a:pt x="0" y="13075"/>
                      <a:pt x="4" y="12709"/>
                    </a:cubicBezTo>
                    <a:cubicBezTo>
                      <a:pt x="4" y="12640"/>
                      <a:pt x="4" y="12570"/>
                      <a:pt x="4" y="12500"/>
                    </a:cubicBezTo>
                    <a:cubicBezTo>
                      <a:pt x="4" y="12312"/>
                      <a:pt x="5" y="12125"/>
                      <a:pt x="7" y="11937"/>
                    </a:cubicBezTo>
                    <a:cubicBezTo>
                      <a:pt x="8" y="11740"/>
                      <a:pt x="8" y="11543"/>
                      <a:pt x="9" y="11346"/>
                    </a:cubicBezTo>
                    <a:cubicBezTo>
                      <a:pt x="9" y="10974"/>
                      <a:pt x="11" y="10602"/>
                      <a:pt x="13" y="10231"/>
                    </a:cubicBezTo>
                    <a:cubicBezTo>
                      <a:pt x="15" y="9807"/>
                      <a:pt x="16" y="9383"/>
                      <a:pt x="17" y="8960"/>
                    </a:cubicBezTo>
                    <a:cubicBezTo>
                      <a:pt x="20" y="8089"/>
                      <a:pt x="23" y="7218"/>
                      <a:pt x="28" y="6347"/>
                    </a:cubicBezTo>
                    <a:cubicBezTo>
                      <a:pt x="303" y="6347"/>
                      <a:pt x="578" y="6347"/>
                      <a:pt x="861" y="6347"/>
                    </a:cubicBezTo>
                    <a:cubicBezTo>
                      <a:pt x="864" y="6430"/>
                      <a:pt x="866" y="6513"/>
                      <a:pt x="868" y="6597"/>
                    </a:cubicBezTo>
                    <a:cubicBezTo>
                      <a:pt x="888" y="7376"/>
                      <a:pt x="910" y="8155"/>
                      <a:pt x="932" y="8933"/>
                    </a:cubicBezTo>
                    <a:cubicBezTo>
                      <a:pt x="944" y="9334"/>
                      <a:pt x="955" y="9734"/>
                      <a:pt x="965" y="10134"/>
                    </a:cubicBezTo>
                    <a:cubicBezTo>
                      <a:pt x="974" y="10483"/>
                      <a:pt x="984" y="10832"/>
                      <a:pt x="994" y="11181"/>
                    </a:cubicBezTo>
                    <a:cubicBezTo>
                      <a:pt x="1000" y="11366"/>
                      <a:pt x="1005" y="11550"/>
                      <a:pt x="1009" y="11735"/>
                    </a:cubicBezTo>
                    <a:cubicBezTo>
                      <a:pt x="1013" y="11909"/>
                      <a:pt x="1018" y="12083"/>
                      <a:pt x="1024" y="12257"/>
                    </a:cubicBezTo>
                    <a:cubicBezTo>
                      <a:pt x="1026" y="12321"/>
                      <a:pt x="1027" y="12385"/>
                      <a:pt x="1029" y="12448"/>
                    </a:cubicBezTo>
                    <a:cubicBezTo>
                      <a:pt x="1035" y="12768"/>
                      <a:pt x="1045" y="13075"/>
                      <a:pt x="1205" y="13361"/>
                    </a:cubicBezTo>
                    <a:cubicBezTo>
                      <a:pt x="1303" y="13455"/>
                      <a:pt x="1366" y="13455"/>
                      <a:pt x="1499" y="13457"/>
                    </a:cubicBezTo>
                    <a:cubicBezTo>
                      <a:pt x="1565" y="13450"/>
                      <a:pt x="1630" y="13442"/>
                      <a:pt x="1695" y="13431"/>
                    </a:cubicBezTo>
                    <a:cubicBezTo>
                      <a:pt x="1946" y="12169"/>
                      <a:pt x="1941" y="10897"/>
                      <a:pt x="1952" y="9617"/>
                    </a:cubicBezTo>
                    <a:cubicBezTo>
                      <a:pt x="1954" y="9302"/>
                      <a:pt x="1959" y="8988"/>
                      <a:pt x="1963" y="8673"/>
                    </a:cubicBezTo>
                    <a:cubicBezTo>
                      <a:pt x="1971" y="8112"/>
                      <a:pt x="1978" y="7551"/>
                      <a:pt x="1985" y="6990"/>
                    </a:cubicBezTo>
                    <a:cubicBezTo>
                      <a:pt x="1985" y="6956"/>
                      <a:pt x="1986" y="6923"/>
                      <a:pt x="1986" y="6889"/>
                    </a:cubicBezTo>
                    <a:cubicBezTo>
                      <a:pt x="1992" y="6413"/>
                      <a:pt x="1997" y="5938"/>
                      <a:pt x="2001" y="5463"/>
                    </a:cubicBezTo>
                    <a:cubicBezTo>
                      <a:pt x="2002" y="5429"/>
                      <a:pt x="2002" y="5395"/>
                      <a:pt x="2002" y="5361"/>
                    </a:cubicBezTo>
                    <a:cubicBezTo>
                      <a:pt x="2003" y="5327"/>
                      <a:pt x="2003" y="5294"/>
                      <a:pt x="2003" y="5259"/>
                    </a:cubicBezTo>
                    <a:cubicBezTo>
                      <a:pt x="2009" y="4698"/>
                      <a:pt x="2016" y="4137"/>
                      <a:pt x="2025" y="3576"/>
                    </a:cubicBezTo>
                    <a:cubicBezTo>
                      <a:pt x="2030" y="3232"/>
                      <a:pt x="2034" y="2888"/>
                      <a:pt x="2036" y="2543"/>
                    </a:cubicBezTo>
                    <a:cubicBezTo>
                      <a:pt x="2037" y="2308"/>
                      <a:pt x="2040" y="2072"/>
                      <a:pt x="2044" y="1837"/>
                    </a:cubicBezTo>
                    <a:cubicBezTo>
                      <a:pt x="2047" y="1701"/>
                      <a:pt x="2049" y="1566"/>
                      <a:pt x="2048" y="1431"/>
                    </a:cubicBezTo>
                    <a:cubicBezTo>
                      <a:pt x="2049" y="1283"/>
                      <a:pt x="2051" y="1136"/>
                      <a:pt x="2055" y="989"/>
                    </a:cubicBezTo>
                    <a:cubicBezTo>
                      <a:pt x="2054" y="947"/>
                      <a:pt x="2054" y="904"/>
                      <a:pt x="2053" y="861"/>
                    </a:cubicBezTo>
                    <a:cubicBezTo>
                      <a:pt x="2062" y="618"/>
                      <a:pt x="2121" y="467"/>
                      <a:pt x="2278" y="279"/>
                    </a:cubicBezTo>
                    <a:cubicBezTo>
                      <a:pt x="2571" y="18"/>
                      <a:pt x="2877" y="38"/>
                      <a:pt x="3253" y="43"/>
                    </a:cubicBezTo>
                    <a:close/>
                    <a:moveTo>
                      <a:pt x="3035" y="1136"/>
                    </a:moveTo>
                    <a:cubicBezTo>
                      <a:pt x="2992" y="1275"/>
                      <a:pt x="2965" y="1412"/>
                      <a:pt x="2945" y="1556"/>
                    </a:cubicBezTo>
                    <a:cubicBezTo>
                      <a:pt x="2939" y="1596"/>
                      <a:pt x="2933" y="1637"/>
                      <a:pt x="2927" y="1679"/>
                    </a:cubicBezTo>
                    <a:cubicBezTo>
                      <a:pt x="2918" y="1791"/>
                      <a:pt x="2916" y="1900"/>
                      <a:pt x="2917" y="2011"/>
                    </a:cubicBezTo>
                    <a:cubicBezTo>
                      <a:pt x="2916" y="2053"/>
                      <a:pt x="2916" y="2094"/>
                      <a:pt x="2915" y="2137"/>
                    </a:cubicBezTo>
                    <a:cubicBezTo>
                      <a:pt x="2914" y="2274"/>
                      <a:pt x="2914" y="2410"/>
                      <a:pt x="2914" y="2547"/>
                    </a:cubicBezTo>
                    <a:cubicBezTo>
                      <a:pt x="2914" y="2646"/>
                      <a:pt x="2913" y="2745"/>
                      <a:pt x="2912" y="2844"/>
                    </a:cubicBezTo>
                    <a:cubicBezTo>
                      <a:pt x="2911" y="3084"/>
                      <a:pt x="2910" y="3323"/>
                      <a:pt x="2910" y="3563"/>
                    </a:cubicBezTo>
                    <a:cubicBezTo>
                      <a:pt x="2910" y="3758"/>
                      <a:pt x="2909" y="3953"/>
                      <a:pt x="2909" y="4149"/>
                    </a:cubicBezTo>
                    <a:cubicBezTo>
                      <a:pt x="2907" y="4705"/>
                      <a:pt x="2906" y="5261"/>
                      <a:pt x="2906" y="5816"/>
                    </a:cubicBezTo>
                    <a:cubicBezTo>
                      <a:pt x="2906" y="5846"/>
                      <a:pt x="2906" y="5876"/>
                      <a:pt x="2906" y="5907"/>
                    </a:cubicBezTo>
                    <a:cubicBezTo>
                      <a:pt x="2906" y="5937"/>
                      <a:pt x="2906" y="5967"/>
                      <a:pt x="2906" y="5997"/>
                    </a:cubicBezTo>
                    <a:cubicBezTo>
                      <a:pt x="2906" y="6481"/>
                      <a:pt x="2904" y="6965"/>
                      <a:pt x="2901" y="7448"/>
                    </a:cubicBezTo>
                    <a:cubicBezTo>
                      <a:pt x="2898" y="7947"/>
                      <a:pt x="2897" y="8446"/>
                      <a:pt x="2897" y="8945"/>
                    </a:cubicBezTo>
                    <a:cubicBezTo>
                      <a:pt x="2897" y="9224"/>
                      <a:pt x="2896" y="9503"/>
                      <a:pt x="2894" y="9782"/>
                    </a:cubicBezTo>
                    <a:cubicBezTo>
                      <a:pt x="2892" y="10045"/>
                      <a:pt x="2892" y="10308"/>
                      <a:pt x="2894" y="10571"/>
                    </a:cubicBezTo>
                    <a:cubicBezTo>
                      <a:pt x="2894" y="10667"/>
                      <a:pt x="2894" y="10763"/>
                      <a:pt x="2892" y="10858"/>
                    </a:cubicBezTo>
                    <a:cubicBezTo>
                      <a:pt x="2883" y="11606"/>
                      <a:pt x="3054" y="12123"/>
                      <a:pt x="3361" y="12806"/>
                    </a:cubicBezTo>
                    <a:cubicBezTo>
                      <a:pt x="3533" y="12634"/>
                      <a:pt x="3533" y="12634"/>
                      <a:pt x="4403" y="11764"/>
                    </a:cubicBezTo>
                    <a:cubicBezTo>
                      <a:pt x="4377" y="12259"/>
                      <a:pt x="4377" y="12259"/>
                      <a:pt x="4365" y="12412"/>
                    </a:cubicBezTo>
                    <a:cubicBezTo>
                      <a:pt x="4362" y="12553"/>
                      <a:pt x="4370" y="12668"/>
                      <a:pt x="4403" y="12806"/>
                    </a:cubicBezTo>
                    <a:cubicBezTo>
                      <a:pt x="4497" y="12898"/>
                      <a:pt x="4497" y="12898"/>
                      <a:pt x="4611" y="12985"/>
                    </a:cubicBezTo>
                    <a:cubicBezTo>
                      <a:pt x="4774" y="13130"/>
                      <a:pt x="4845" y="13248"/>
                      <a:pt x="4864" y="13466"/>
                    </a:cubicBezTo>
                    <a:cubicBezTo>
                      <a:pt x="4869" y="13627"/>
                      <a:pt x="4866" y="13786"/>
                      <a:pt x="4860" y="13946"/>
                    </a:cubicBezTo>
                    <a:cubicBezTo>
                      <a:pt x="4860" y="14016"/>
                      <a:pt x="4859" y="14085"/>
                      <a:pt x="4859" y="14155"/>
                    </a:cubicBezTo>
                    <a:cubicBezTo>
                      <a:pt x="4857" y="14336"/>
                      <a:pt x="4853" y="14518"/>
                      <a:pt x="4848" y="14699"/>
                    </a:cubicBezTo>
                    <a:cubicBezTo>
                      <a:pt x="4844" y="14885"/>
                      <a:pt x="4842" y="15071"/>
                      <a:pt x="4840" y="15257"/>
                    </a:cubicBezTo>
                    <a:cubicBezTo>
                      <a:pt x="4836" y="15620"/>
                      <a:pt x="4829" y="15984"/>
                      <a:pt x="4820" y="16347"/>
                    </a:cubicBezTo>
                    <a:cubicBezTo>
                      <a:pt x="4806" y="16344"/>
                      <a:pt x="4806" y="16344"/>
                      <a:pt x="4736" y="16325"/>
                    </a:cubicBezTo>
                    <a:cubicBezTo>
                      <a:pt x="4606" y="16305"/>
                      <a:pt x="4527" y="16303"/>
                      <a:pt x="4403" y="16347"/>
                    </a:cubicBezTo>
                    <a:cubicBezTo>
                      <a:pt x="4114" y="16774"/>
                      <a:pt x="4167" y="17362"/>
                      <a:pt x="4174" y="17854"/>
                    </a:cubicBezTo>
                    <a:cubicBezTo>
                      <a:pt x="4175" y="17937"/>
                      <a:pt x="4175" y="18020"/>
                      <a:pt x="4175" y="18103"/>
                    </a:cubicBezTo>
                    <a:cubicBezTo>
                      <a:pt x="4176" y="18320"/>
                      <a:pt x="4178" y="18537"/>
                      <a:pt x="4180" y="18754"/>
                    </a:cubicBezTo>
                    <a:cubicBezTo>
                      <a:pt x="4183" y="18976"/>
                      <a:pt x="4184" y="19198"/>
                      <a:pt x="4185" y="19420"/>
                    </a:cubicBezTo>
                    <a:cubicBezTo>
                      <a:pt x="4187" y="19854"/>
                      <a:pt x="4190" y="20288"/>
                      <a:pt x="4195" y="20722"/>
                    </a:cubicBezTo>
                    <a:cubicBezTo>
                      <a:pt x="4041" y="20670"/>
                      <a:pt x="3908" y="20612"/>
                      <a:pt x="3778" y="20514"/>
                    </a:cubicBezTo>
                    <a:cubicBezTo>
                      <a:pt x="3712" y="20368"/>
                      <a:pt x="3713" y="20228"/>
                      <a:pt x="3712" y="20070"/>
                    </a:cubicBezTo>
                    <a:cubicBezTo>
                      <a:pt x="3710" y="20025"/>
                      <a:pt x="3707" y="19980"/>
                      <a:pt x="3705" y="19934"/>
                    </a:cubicBezTo>
                    <a:cubicBezTo>
                      <a:pt x="3699" y="19786"/>
                      <a:pt x="3695" y="19639"/>
                      <a:pt x="3692" y="19491"/>
                    </a:cubicBezTo>
                    <a:cubicBezTo>
                      <a:pt x="3688" y="19389"/>
                      <a:pt x="3684" y="19286"/>
                      <a:pt x="3680" y="19184"/>
                    </a:cubicBezTo>
                    <a:cubicBezTo>
                      <a:pt x="3670" y="18942"/>
                      <a:pt x="3662" y="18700"/>
                      <a:pt x="3655" y="18457"/>
                    </a:cubicBezTo>
                    <a:cubicBezTo>
                      <a:pt x="3647" y="18182"/>
                      <a:pt x="3637" y="17906"/>
                      <a:pt x="3626" y="17631"/>
                    </a:cubicBezTo>
                    <a:cubicBezTo>
                      <a:pt x="3605" y="17064"/>
                      <a:pt x="3586" y="16497"/>
                      <a:pt x="3570" y="15931"/>
                    </a:cubicBezTo>
                    <a:cubicBezTo>
                      <a:pt x="3418" y="15891"/>
                      <a:pt x="3302" y="15878"/>
                      <a:pt x="3153" y="15931"/>
                    </a:cubicBezTo>
                    <a:cubicBezTo>
                      <a:pt x="2822" y="16388"/>
                      <a:pt x="2917" y="17110"/>
                      <a:pt x="2921" y="17640"/>
                    </a:cubicBezTo>
                    <a:cubicBezTo>
                      <a:pt x="2921" y="17749"/>
                      <a:pt x="2921" y="17858"/>
                      <a:pt x="2921" y="17967"/>
                    </a:cubicBezTo>
                    <a:cubicBezTo>
                      <a:pt x="2921" y="18200"/>
                      <a:pt x="2921" y="18433"/>
                      <a:pt x="2923" y="18666"/>
                    </a:cubicBezTo>
                    <a:cubicBezTo>
                      <a:pt x="2924" y="19004"/>
                      <a:pt x="2925" y="19341"/>
                      <a:pt x="2925" y="19678"/>
                    </a:cubicBezTo>
                    <a:cubicBezTo>
                      <a:pt x="2926" y="20226"/>
                      <a:pt x="2927" y="20773"/>
                      <a:pt x="2929" y="21320"/>
                    </a:cubicBezTo>
                    <a:cubicBezTo>
                      <a:pt x="2931" y="21851"/>
                      <a:pt x="2932" y="22383"/>
                      <a:pt x="2933" y="22914"/>
                    </a:cubicBezTo>
                    <a:cubicBezTo>
                      <a:pt x="2933" y="22947"/>
                      <a:pt x="2933" y="22980"/>
                      <a:pt x="2933" y="23014"/>
                    </a:cubicBezTo>
                    <a:cubicBezTo>
                      <a:pt x="2934" y="23178"/>
                      <a:pt x="2934" y="23343"/>
                      <a:pt x="2934" y="23507"/>
                    </a:cubicBezTo>
                    <a:cubicBezTo>
                      <a:pt x="2936" y="24871"/>
                      <a:pt x="2940" y="26234"/>
                      <a:pt x="2945" y="27597"/>
                    </a:cubicBezTo>
                    <a:cubicBezTo>
                      <a:pt x="6595" y="27718"/>
                      <a:pt x="10246" y="27817"/>
                      <a:pt x="15464" y="27831"/>
                    </a:cubicBezTo>
                    <a:cubicBezTo>
                      <a:pt x="15824" y="27831"/>
                      <a:pt x="16185" y="27832"/>
                      <a:pt x="16546" y="27833"/>
                    </a:cubicBezTo>
                    <a:cubicBezTo>
                      <a:pt x="17033" y="27834"/>
                      <a:pt x="17521" y="27834"/>
                      <a:pt x="18008" y="27834"/>
                    </a:cubicBezTo>
                    <a:cubicBezTo>
                      <a:pt x="18189" y="27833"/>
                      <a:pt x="18369" y="27833"/>
                      <a:pt x="18549" y="27834"/>
                    </a:cubicBezTo>
                    <a:cubicBezTo>
                      <a:pt x="18757" y="27835"/>
                      <a:pt x="18966" y="27834"/>
                      <a:pt x="19174" y="27833"/>
                    </a:cubicBezTo>
                    <a:cubicBezTo>
                      <a:pt x="19249" y="27833"/>
                      <a:pt x="19325" y="27833"/>
                      <a:pt x="19400" y="27833"/>
                    </a:cubicBezTo>
                    <a:cubicBezTo>
                      <a:pt x="19503" y="27834"/>
                      <a:pt x="19606" y="27833"/>
                      <a:pt x="19708" y="27832"/>
                    </a:cubicBezTo>
                    <a:cubicBezTo>
                      <a:pt x="19738" y="27832"/>
                      <a:pt x="19767" y="27833"/>
                      <a:pt x="19798" y="27833"/>
                    </a:cubicBezTo>
                    <a:cubicBezTo>
                      <a:pt x="19942" y="27831"/>
                      <a:pt x="20027" y="27806"/>
                      <a:pt x="20150" y="27730"/>
                    </a:cubicBezTo>
                    <a:cubicBezTo>
                      <a:pt x="20297" y="27558"/>
                      <a:pt x="20266" y="27325"/>
                      <a:pt x="20264" y="27111"/>
                    </a:cubicBezTo>
                    <a:cubicBezTo>
                      <a:pt x="20264" y="27086"/>
                      <a:pt x="20264" y="27086"/>
                      <a:pt x="20266" y="26960"/>
                    </a:cubicBezTo>
                    <a:cubicBezTo>
                      <a:pt x="20267" y="26822"/>
                      <a:pt x="20267" y="26684"/>
                      <a:pt x="20267" y="26546"/>
                    </a:cubicBezTo>
                    <a:cubicBezTo>
                      <a:pt x="20267" y="26397"/>
                      <a:pt x="20268" y="26248"/>
                      <a:pt x="20269" y="26099"/>
                    </a:cubicBezTo>
                    <a:cubicBezTo>
                      <a:pt x="20270" y="25807"/>
                      <a:pt x="20271" y="25515"/>
                      <a:pt x="20271" y="25223"/>
                    </a:cubicBezTo>
                    <a:cubicBezTo>
                      <a:pt x="20271" y="24985"/>
                      <a:pt x="20272" y="24748"/>
                      <a:pt x="20272" y="24510"/>
                    </a:cubicBezTo>
                    <a:cubicBezTo>
                      <a:pt x="20274" y="23835"/>
                      <a:pt x="20275" y="23161"/>
                      <a:pt x="20275" y="22486"/>
                    </a:cubicBezTo>
                    <a:cubicBezTo>
                      <a:pt x="20275" y="22468"/>
                      <a:pt x="20275" y="22468"/>
                      <a:pt x="20275" y="22376"/>
                    </a:cubicBezTo>
                    <a:cubicBezTo>
                      <a:pt x="20275" y="22357"/>
                      <a:pt x="20275" y="22357"/>
                      <a:pt x="20275" y="22265"/>
                    </a:cubicBezTo>
                    <a:cubicBezTo>
                      <a:pt x="20275" y="21676"/>
                      <a:pt x="20277" y="21088"/>
                      <a:pt x="20280" y="20499"/>
                    </a:cubicBezTo>
                    <a:cubicBezTo>
                      <a:pt x="20283" y="19893"/>
                      <a:pt x="20284" y="19288"/>
                      <a:pt x="20284" y="18682"/>
                    </a:cubicBezTo>
                    <a:cubicBezTo>
                      <a:pt x="20284" y="18343"/>
                      <a:pt x="20285" y="18003"/>
                      <a:pt x="20287" y="17664"/>
                    </a:cubicBezTo>
                    <a:cubicBezTo>
                      <a:pt x="20289" y="17374"/>
                      <a:pt x="20289" y="17085"/>
                      <a:pt x="20288" y="16795"/>
                    </a:cubicBezTo>
                    <a:cubicBezTo>
                      <a:pt x="20287" y="16648"/>
                      <a:pt x="20287" y="16501"/>
                      <a:pt x="20289" y="16353"/>
                    </a:cubicBezTo>
                    <a:cubicBezTo>
                      <a:pt x="20297" y="15634"/>
                      <a:pt x="20221" y="15084"/>
                      <a:pt x="19820" y="14472"/>
                    </a:cubicBezTo>
                    <a:cubicBezTo>
                      <a:pt x="19806" y="14475"/>
                      <a:pt x="19806" y="14475"/>
                      <a:pt x="19739" y="14489"/>
                    </a:cubicBezTo>
                    <a:cubicBezTo>
                      <a:pt x="19703" y="14496"/>
                      <a:pt x="19668" y="14503"/>
                      <a:pt x="19632" y="14510"/>
                    </a:cubicBezTo>
                    <a:cubicBezTo>
                      <a:pt x="19597" y="14517"/>
                      <a:pt x="19562" y="14524"/>
                      <a:pt x="19526" y="14531"/>
                    </a:cubicBezTo>
                    <a:cubicBezTo>
                      <a:pt x="19454" y="14545"/>
                      <a:pt x="19381" y="14559"/>
                      <a:pt x="19309" y="14572"/>
                    </a:cubicBezTo>
                    <a:cubicBezTo>
                      <a:pt x="19019" y="14637"/>
                      <a:pt x="18778" y="14773"/>
                      <a:pt x="18607" y="15022"/>
                    </a:cubicBezTo>
                    <a:cubicBezTo>
                      <a:pt x="18457" y="15323"/>
                      <a:pt x="18486" y="15730"/>
                      <a:pt x="18475" y="16059"/>
                    </a:cubicBezTo>
                    <a:cubicBezTo>
                      <a:pt x="18453" y="16586"/>
                      <a:pt x="18453" y="16586"/>
                      <a:pt x="18361" y="16764"/>
                    </a:cubicBezTo>
                    <a:cubicBezTo>
                      <a:pt x="18185" y="16911"/>
                      <a:pt x="17958" y="16944"/>
                      <a:pt x="17736" y="16972"/>
                    </a:cubicBezTo>
                    <a:cubicBezTo>
                      <a:pt x="17754" y="16677"/>
                      <a:pt x="17774" y="16382"/>
                      <a:pt x="17796" y="16087"/>
                    </a:cubicBezTo>
                    <a:cubicBezTo>
                      <a:pt x="17807" y="15950"/>
                      <a:pt x="17816" y="15812"/>
                      <a:pt x="17824" y="15675"/>
                    </a:cubicBezTo>
                    <a:cubicBezTo>
                      <a:pt x="17833" y="15518"/>
                      <a:pt x="17846" y="15360"/>
                      <a:pt x="17858" y="15202"/>
                    </a:cubicBezTo>
                    <a:cubicBezTo>
                      <a:pt x="17861" y="15153"/>
                      <a:pt x="17863" y="15104"/>
                      <a:pt x="17866" y="15054"/>
                    </a:cubicBezTo>
                    <a:cubicBezTo>
                      <a:pt x="17878" y="14917"/>
                      <a:pt x="17891" y="14807"/>
                      <a:pt x="17945" y="14681"/>
                    </a:cubicBezTo>
                    <a:cubicBezTo>
                      <a:pt x="18049" y="14609"/>
                      <a:pt x="18151" y="14567"/>
                      <a:pt x="18269" y="14521"/>
                    </a:cubicBezTo>
                    <a:cubicBezTo>
                      <a:pt x="18361" y="14472"/>
                      <a:pt x="18361" y="14472"/>
                      <a:pt x="18398" y="14399"/>
                    </a:cubicBezTo>
                    <a:cubicBezTo>
                      <a:pt x="18410" y="14308"/>
                      <a:pt x="18409" y="14225"/>
                      <a:pt x="18402" y="14133"/>
                    </a:cubicBezTo>
                    <a:cubicBezTo>
                      <a:pt x="18402" y="14117"/>
                      <a:pt x="18402" y="14117"/>
                      <a:pt x="18400" y="14036"/>
                    </a:cubicBezTo>
                    <a:cubicBezTo>
                      <a:pt x="18398" y="13934"/>
                      <a:pt x="18393" y="13832"/>
                      <a:pt x="18387" y="13730"/>
                    </a:cubicBezTo>
                    <a:cubicBezTo>
                      <a:pt x="18385" y="13661"/>
                      <a:pt x="18383" y="13591"/>
                      <a:pt x="18382" y="13522"/>
                    </a:cubicBezTo>
                    <a:cubicBezTo>
                      <a:pt x="18377" y="13352"/>
                      <a:pt x="18370" y="13183"/>
                      <a:pt x="18361" y="13014"/>
                    </a:cubicBezTo>
                    <a:cubicBezTo>
                      <a:pt x="18396" y="13016"/>
                      <a:pt x="18431" y="13018"/>
                      <a:pt x="18466" y="13020"/>
                    </a:cubicBezTo>
                    <a:cubicBezTo>
                      <a:pt x="18598" y="13028"/>
                      <a:pt x="18729" y="13033"/>
                      <a:pt x="18861" y="13037"/>
                    </a:cubicBezTo>
                    <a:cubicBezTo>
                      <a:pt x="18917" y="13039"/>
                      <a:pt x="18974" y="13042"/>
                      <a:pt x="19030" y="13045"/>
                    </a:cubicBezTo>
                    <a:cubicBezTo>
                      <a:pt x="19434" y="13071"/>
                      <a:pt x="19778" y="13010"/>
                      <a:pt x="20104" y="12756"/>
                    </a:cubicBezTo>
                    <a:cubicBezTo>
                      <a:pt x="20321" y="12539"/>
                      <a:pt x="20309" y="12261"/>
                      <a:pt x="20316" y="11971"/>
                    </a:cubicBezTo>
                    <a:cubicBezTo>
                      <a:pt x="20316" y="11841"/>
                      <a:pt x="20315" y="11712"/>
                      <a:pt x="20312" y="11583"/>
                    </a:cubicBezTo>
                    <a:cubicBezTo>
                      <a:pt x="20310" y="11443"/>
                      <a:pt x="20311" y="11304"/>
                      <a:pt x="20312" y="11164"/>
                    </a:cubicBezTo>
                    <a:cubicBezTo>
                      <a:pt x="20313" y="10890"/>
                      <a:pt x="20311" y="10616"/>
                      <a:pt x="20308" y="10343"/>
                    </a:cubicBezTo>
                    <a:cubicBezTo>
                      <a:pt x="20304" y="10024"/>
                      <a:pt x="20304" y="9706"/>
                      <a:pt x="20304" y="9387"/>
                    </a:cubicBezTo>
                    <a:cubicBezTo>
                      <a:pt x="20303" y="8819"/>
                      <a:pt x="20300" y="8250"/>
                      <a:pt x="20295" y="7682"/>
                    </a:cubicBezTo>
                    <a:cubicBezTo>
                      <a:pt x="20290" y="7130"/>
                      <a:pt x="20287" y="6579"/>
                      <a:pt x="20286" y="6027"/>
                    </a:cubicBezTo>
                    <a:cubicBezTo>
                      <a:pt x="20286" y="6010"/>
                      <a:pt x="20286" y="6010"/>
                      <a:pt x="20286" y="5924"/>
                    </a:cubicBezTo>
                    <a:cubicBezTo>
                      <a:pt x="20286" y="5856"/>
                      <a:pt x="20286" y="5787"/>
                      <a:pt x="20286" y="5719"/>
                    </a:cubicBezTo>
                    <a:cubicBezTo>
                      <a:pt x="20286" y="5702"/>
                      <a:pt x="20286" y="5702"/>
                      <a:pt x="20286" y="5616"/>
                    </a:cubicBezTo>
                    <a:cubicBezTo>
                      <a:pt x="20286" y="5583"/>
                      <a:pt x="20286" y="5549"/>
                      <a:pt x="20286" y="5514"/>
                    </a:cubicBezTo>
                    <a:cubicBezTo>
                      <a:pt x="20285" y="4988"/>
                      <a:pt x="20282" y="4462"/>
                      <a:pt x="20280" y="3936"/>
                    </a:cubicBezTo>
                    <a:cubicBezTo>
                      <a:pt x="20279" y="3746"/>
                      <a:pt x="20278" y="3555"/>
                      <a:pt x="20278" y="3365"/>
                    </a:cubicBezTo>
                    <a:cubicBezTo>
                      <a:pt x="20277" y="3063"/>
                      <a:pt x="20275" y="2761"/>
                      <a:pt x="20272" y="2459"/>
                    </a:cubicBezTo>
                    <a:cubicBezTo>
                      <a:pt x="20271" y="2321"/>
                      <a:pt x="20270" y="2183"/>
                      <a:pt x="20270" y="2045"/>
                    </a:cubicBezTo>
                    <a:cubicBezTo>
                      <a:pt x="20269" y="1895"/>
                      <a:pt x="20267" y="1746"/>
                      <a:pt x="20266" y="1596"/>
                    </a:cubicBezTo>
                    <a:cubicBezTo>
                      <a:pt x="20266" y="1553"/>
                      <a:pt x="20266" y="1509"/>
                      <a:pt x="20266" y="1464"/>
                    </a:cubicBezTo>
                    <a:cubicBezTo>
                      <a:pt x="20265" y="1424"/>
                      <a:pt x="20265" y="1384"/>
                      <a:pt x="20264" y="1342"/>
                    </a:cubicBezTo>
                    <a:cubicBezTo>
                      <a:pt x="20264" y="1325"/>
                      <a:pt x="20264" y="1325"/>
                      <a:pt x="20263" y="1238"/>
                    </a:cubicBezTo>
                    <a:cubicBezTo>
                      <a:pt x="20222" y="1087"/>
                      <a:pt x="20150" y="1025"/>
                      <a:pt x="20028" y="931"/>
                    </a:cubicBezTo>
                    <a:cubicBezTo>
                      <a:pt x="19894" y="904"/>
                      <a:pt x="19894" y="904"/>
                      <a:pt x="19739" y="903"/>
                    </a:cubicBezTo>
                    <a:cubicBezTo>
                      <a:pt x="19711" y="903"/>
                      <a:pt x="19682" y="902"/>
                      <a:pt x="19652" y="902"/>
                    </a:cubicBezTo>
                    <a:cubicBezTo>
                      <a:pt x="19556" y="901"/>
                      <a:pt x="19460" y="901"/>
                      <a:pt x="19364" y="901"/>
                    </a:cubicBezTo>
                    <a:cubicBezTo>
                      <a:pt x="19294" y="901"/>
                      <a:pt x="19224" y="900"/>
                      <a:pt x="19155" y="899"/>
                    </a:cubicBezTo>
                    <a:cubicBezTo>
                      <a:pt x="18963" y="898"/>
                      <a:pt x="18772" y="897"/>
                      <a:pt x="18580" y="897"/>
                    </a:cubicBezTo>
                    <a:cubicBezTo>
                      <a:pt x="18374" y="897"/>
                      <a:pt x="18167" y="895"/>
                      <a:pt x="17961" y="894"/>
                    </a:cubicBezTo>
                    <a:cubicBezTo>
                      <a:pt x="17509" y="891"/>
                      <a:pt x="17058" y="890"/>
                      <a:pt x="16606" y="889"/>
                    </a:cubicBezTo>
                    <a:cubicBezTo>
                      <a:pt x="16324" y="888"/>
                      <a:pt x="16042" y="888"/>
                      <a:pt x="15761" y="886"/>
                    </a:cubicBezTo>
                    <a:cubicBezTo>
                      <a:pt x="14981" y="884"/>
                      <a:pt x="14201" y="882"/>
                      <a:pt x="13421" y="881"/>
                    </a:cubicBezTo>
                    <a:cubicBezTo>
                      <a:pt x="13371" y="881"/>
                      <a:pt x="13321" y="881"/>
                      <a:pt x="13270" y="881"/>
                    </a:cubicBezTo>
                    <a:cubicBezTo>
                      <a:pt x="13245" y="881"/>
                      <a:pt x="13245" y="881"/>
                      <a:pt x="13118" y="881"/>
                    </a:cubicBezTo>
                    <a:cubicBezTo>
                      <a:pt x="13017" y="881"/>
                      <a:pt x="12915" y="881"/>
                      <a:pt x="12814" y="880"/>
                    </a:cubicBezTo>
                    <a:cubicBezTo>
                      <a:pt x="12764" y="880"/>
                      <a:pt x="12713" y="880"/>
                      <a:pt x="12662" y="880"/>
                    </a:cubicBezTo>
                    <a:cubicBezTo>
                      <a:pt x="11846" y="880"/>
                      <a:pt x="11030" y="876"/>
                      <a:pt x="10215" y="871"/>
                    </a:cubicBezTo>
                    <a:cubicBezTo>
                      <a:pt x="9378" y="866"/>
                      <a:pt x="8541" y="864"/>
                      <a:pt x="7704" y="863"/>
                    </a:cubicBezTo>
                    <a:cubicBezTo>
                      <a:pt x="7234" y="863"/>
                      <a:pt x="6764" y="862"/>
                      <a:pt x="6294" y="858"/>
                    </a:cubicBezTo>
                    <a:cubicBezTo>
                      <a:pt x="5894" y="855"/>
                      <a:pt x="5494" y="854"/>
                      <a:pt x="5094" y="856"/>
                    </a:cubicBezTo>
                    <a:cubicBezTo>
                      <a:pt x="4889" y="856"/>
                      <a:pt x="4685" y="856"/>
                      <a:pt x="4481" y="853"/>
                    </a:cubicBezTo>
                    <a:cubicBezTo>
                      <a:pt x="4294" y="851"/>
                      <a:pt x="4107" y="851"/>
                      <a:pt x="3920" y="853"/>
                    </a:cubicBezTo>
                    <a:cubicBezTo>
                      <a:pt x="3852" y="854"/>
                      <a:pt x="3785" y="853"/>
                      <a:pt x="3717" y="851"/>
                    </a:cubicBezTo>
                    <a:cubicBezTo>
                      <a:pt x="3158" y="837"/>
                      <a:pt x="3158" y="837"/>
                      <a:pt x="3035" y="1136"/>
                    </a:cubicBezTo>
                    <a:close/>
                  </a:path>
                </a:pathLst>
              </a:custGeom>
              <a:solidFill>
                <a:srgbClr val="F88AAE"/>
              </a:solidFill>
              <a:ln w="2646" cap="flat">
                <a:noFill/>
              </a:ln>
            </p:spPr>
          </p:sp>
          <p:sp>
            <p:nvSpPr>
              <p:cNvPr id="2038" name="ICON_C_WINDOWS_GRAPHIC_path_010"/>
              <p:cNvSpPr/>
              <p:nvPr/>
            </p:nvSpPr>
            <p:spPr>
              <a:xfrm>
                <a:off x="6654271" y="7358062"/>
                <a:ext cx="197220" cy="190500"/>
              </a:xfrm>
              <a:custGeom>
                <a:avLst/>
                <a:gdLst/>
                <a:ahLst/>
                <a:cxnLst/>
                <a:rect l="0" t="0" r="r" b="b"/>
                <a:pathLst>
                  <a:path w="15529" h="15000" fill="norm" stroke="0">
                    <a:moveTo>
                      <a:pt x="3958" y="0"/>
                    </a:moveTo>
                    <a:cubicBezTo>
                      <a:pt x="4130" y="34"/>
                      <a:pt x="4130" y="34"/>
                      <a:pt x="5000" y="208"/>
                    </a:cubicBezTo>
                    <a:cubicBezTo>
                      <a:pt x="5004" y="322"/>
                      <a:pt x="5008" y="436"/>
                      <a:pt x="5013" y="554"/>
                    </a:cubicBezTo>
                    <a:cubicBezTo>
                      <a:pt x="5033" y="1094"/>
                      <a:pt x="5055" y="1634"/>
                      <a:pt x="5078" y="2175"/>
                    </a:cubicBezTo>
                    <a:cubicBezTo>
                      <a:pt x="5080" y="2223"/>
                      <a:pt x="5082" y="2272"/>
                      <a:pt x="5085" y="2323"/>
                    </a:cubicBezTo>
                    <a:cubicBezTo>
                      <a:pt x="5148" y="3765"/>
                      <a:pt x="5251" y="5195"/>
                      <a:pt x="5430" y="6628"/>
                    </a:cubicBezTo>
                    <a:cubicBezTo>
                      <a:pt x="5435" y="6666"/>
                      <a:pt x="5439" y="6705"/>
                      <a:pt x="5444" y="6745"/>
                    </a:cubicBezTo>
                    <a:cubicBezTo>
                      <a:pt x="5502" y="7205"/>
                      <a:pt x="5562" y="7665"/>
                      <a:pt x="5625" y="8125"/>
                    </a:cubicBezTo>
                    <a:cubicBezTo>
                      <a:pt x="5630" y="8081"/>
                      <a:pt x="5636" y="8037"/>
                      <a:pt x="5642" y="7992"/>
                    </a:cubicBezTo>
                    <a:cubicBezTo>
                      <a:pt x="5694" y="7577"/>
                      <a:pt x="5753" y="7164"/>
                      <a:pt x="5815" y="6750"/>
                    </a:cubicBezTo>
                    <a:cubicBezTo>
                      <a:pt x="5848" y="6538"/>
                      <a:pt x="5878" y="6326"/>
                      <a:pt x="5904" y="6112"/>
                    </a:cubicBezTo>
                    <a:cubicBezTo>
                      <a:pt x="6076" y="4735"/>
                      <a:pt x="6076" y="4735"/>
                      <a:pt x="6366" y="4483"/>
                    </a:cubicBezTo>
                    <a:cubicBezTo>
                      <a:pt x="6645" y="4347"/>
                      <a:pt x="6989" y="4287"/>
                      <a:pt x="7292" y="4375"/>
                    </a:cubicBezTo>
                    <a:cubicBezTo>
                      <a:pt x="7427" y="4479"/>
                      <a:pt x="7491" y="4539"/>
                      <a:pt x="7525" y="4708"/>
                    </a:cubicBezTo>
                    <a:cubicBezTo>
                      <a:pt x="7524" y="4732"/>
                      <a:pt x="7524" y="4732"/>
                      <a:pt x="7523" y="4849"/>
                    </a:cubicBezTo>
                    <a:cubicBezTo>
                      <a:pt x="7523" y="4902"/>
                      <a:pt x="7523" y="4956"/>
                      <a:pt x="7523" y="5009"/>
                    </a:cubicBezTo>
                    <a:cubicBezTo>
                      <a:pt x="7523" y="5037"/>
                      <a:pt x="7523" y="5065"/>
                      <a:pt x="7523" y="5094"/>
                    </a:cubicBezTo>
                    <a:cubicBezTo>
                      <a:pt x="7522" y="5244"/>
                      <a:pt x="7527" y="5394"/>
                      <a:pt x="7531" y="5544"/>
                    </a:cubicBezTo>
                    <a:cubicBezTo>
                      <a:pt x="7536" y="5734"/>
                      <a:pt x="7540" y="5924"/>
                      <a:pt x="7536" y="6115"/>
                    </a:cubicBezTo>
                    <a:cubicBezTo>
                      <a:pt x="7524" y="6968"/>
                      <a:pt x="7524" y="6968"/>
                      <a:pt x="7708" y="7292"/>
                    </a:cubicBezTo>
                    <a:cubicBezTo>
                      <a:pt x="8033" y="7579"/>
                      <a:pt x="8544" y="7647"/>
                      <a:pt x="8958" y="7708"/>
                    </a:cubicBezTo>
                    <a:cubicBezTo>
                      <a:pt x="9071" y="7271"/>
                      <a:pt x="9178" y="6833"/>
                      <a:pt x="9271" y="6391"/>
                    </a:cubicBezTo>
                    <a:cubicBezTo>
                      <a:pt x="9275" y="6371"/>
                      <a:pt x="9275" y="6371"/>
                      <a:pt x="9297" y="6268"/>
                    </a:cubicBezTo>
                    <a:cubicBezTo>
                      <a:pt x="9332" y="6103"/>
                      <a:pt x="9367" y="5937"/>
                      <a:pt x="9401" y="5771"/>
                    </a:cubicBezTo>
                    <a:cubicBezTo>
                      <a:pt x="9426" y="5648"/>
                      <a:pt x="9453" y="5524"/>
                      <a:pt x="9479" y="5401"/>
                    </a:cubicBezTo>
                    <a:cubicBezTo>
                      <a:pt x="9486" y="5364"/>
                      <a:pt x="9494" y="5326"/>
                      <a:pt x="9501" y="5288"/>
                    </a:cubicBezTo>
                    <a:cubicBezTo>
                      <a:pt x="9551" y="5061"/>
                      <a:pt x="9600" y="4929"/>
                      <a:pt x="9792" y="4792"/>
                    </a:cubicBezTo>
                    <a:cubicBezTo>
                      <a:pt x="9908" y="4765"/>
                      <a:pt x="9908" y="4765"/>
                      <a:pt x="10033" y="4764"/>
                    </a:cubicBezTo>
                    <a:cubicBezTo>
                      <a:pt x="10078" y="4764"/>
                      <a:pt x="10123" y="4764"/>
                      <a:pt x="10170" y="4763"/>
                    </a:cubicBezTo>
                    <a:cubicBezTo>
                      <a:pt x="10194" y="4764"/>
                      <a:pt x="10194" y="4764"/>
                      <a:pt x="10312" y="4766"/>
                    </a:cubicBezTo>
                    <a:cubicBezTo>
                      <a:pt x="10360" y="4765"/>
                      <a:pt x="10406" y="4764"/>
                      <a:pt x="10455" y="4763"/>
                    </a:cubicBezTo>
                    <a:cubicBezTo>
                      <a:pt x="10500" y="4764"/>
                      <a:pt x="10546" y="4764"/>
                      <a:pt x="10593" y="4764"/>
                    </a:cubicBezTo>
                    <a:cubicBezTo>
                      <a:pt x="10634" y="4764"/>
                      <a:pt x="10675" y="4764"/>
                      <a:pt x="10717" y="4765"/>
                    </a:cubicBezTo>
                    <a:cubicBezTo>
                      <a:pt x="10869" y="4800"/>
                      <a:pt x="10954" y="4876"/>
                      <a:pt x="11042" y="5000"/>
                    </a:cubicBezTo>
                    <a:cubicBezTo>
                      <a:pt x="11075" y="5136"/>
                      <a:pt x="11075" y="5136"/>
                      <a:pt x="11084" y="5291"/>
                    </a:cubicBezTo>
                    <a:cubicBezTo>
                      <a:pt x="11086" y="5320"/>
                      <a:pt x="11089" y="5348"/>
                      <a:pt x="11091" y="5378"/>
                    </a:cubicBezTo>
                    <a:cubicBezTo>
                      <a:pt x="11097" y="5471"/>
                      <a:pt x="11103" y="5565"/>
                      <a:pt x="11108" y="5658"/>
                    </a:cubicBezTo>
                    <a:cubicBezTo>
                      <a:pt x="11112" y="5724"/>
                      <a:pt x="11116" y="5789"/>
                      <a:pt x="11121" y="5854"/>
                    </a:cubicBezTo>
                    <a:cubicBezTo>
                      <a:pt x="11132" y="6025"/>
                      <a:pt x="11143" y="6195"/>
                      <a:pt x="11153" y="6366"/>
                    </a:cubicBezTo>
                    <a:cubicBezTo>
                      <a:pt x="11163" y="6541"/>
                      <a:pt x="11175" y="6715"/>
                      <a:pt x="11186" y="6890"/>
                    </a:cubicBezTo>
                    <a:cubicBezTo>
                      <a:pt x="11209" y="7232"/>
                      <a:pt x="11230" y="7574"/>
                      <a:pt x="11250" y="7917"/>
                    </a:cubicBezTo>
                    <a:cubicBezTo>
                      <a:pt x="11413" y="7234"/>
                      <a:pt x="11490" y="6579"/>
                      <a:pt x="11500" y="5877"/>
                    </a:cubicBezTo>
                    <a:cubicBezTo>
                      <a:pt x="11502" y="5718"/>
                      <a:pt x="11506" y="5559"/>
                      <a:pt x="11511" y="5401"/>
                    </a:cubicBezTo>
                    <a:cubicBezTo>
                      <a:pt x="11524" y="4950"/>
                      <a:pt x="11535" y="4499"/>
                      <a:pt x="11542" y="4048"/>
                    </a:cubicBezTo>
                    <a:cubicBezTo>
                      <a:pt x="11584" y="1427"/>
                      <a:pt x="11584" y="1427"/>
                      <a:pt x="12193" y="707"/>
                    </a:cubicBezTo>
                    <a:cubicBezTo>
                      <a:pt x="12364" y="565"/>
                      <a:pt x="12529" y="539"/>
                      <a:pt x="12748" y="547"/>
                    </a:cubicBezTo>
                    <a:cubicBezTo>
                      <a:pt x="12877" y="563"/>
                      <a:pt x="13000" y="588"/>
                      <a:pt x="13125" y="625"/>
                    </a:cubicBezTo>
                    <a:cubicBezTo>
                      <a:pt x="13161" y="1094"/>
                      <a:pt x="13196" y="1562"/>
                      <a:pt x="13229" y="2031"/>
                    </a:cubicBezTo>
                    <a:cubicBezTo>
                      <a:pt x="13232" y="2066"/>
                      <a:pt x="13234" y="2101"/>
                      <a:pt x="13237" y="2137"/>
                    </a:cubicBezTo>
                    <a:cubicBezTo>
                      <a:pt x="13308" y="3157"/>
                      <a:pt x="13353" y="4173"/>
                      <a:pt x="13346" y="5195"/>
                    </a:cubicBezTo>
                    <a:cubicBezTo>
                      <a:pt x="13346" y="5222"/>
                      <a:pt x="13346" y="5250"/>
                      <a:pt x="13346" y="5278"/>
                    </a:cubicBezTo>
                    <a:cubicBezTo>
                      <a:pt x="13344" y="5602"/>
                      <a:pt x="13340" y="5926"/>
                      <a:pt x="13333" y="6250"/>
                    </a:cubicBezTo>
                    <a:cubicBezTo>
                      <a:pt x="13367" y="6246"/>
                      <a:pt x="13400" y="6243"/>
                      <a:pt x="13435" y="6239"/>
                    </a:cubicBezTo>
                    <a:cubicBezTo>
                      <a:pt x="13829" y="6212"/>
                      <a:pt x="14246" y="6229"/>
                      <a:pt x="14583" y="6458"/>
                    </a:cubicBezTo>
                    <a:cubicBezTo>
                      <a:pt x="14800" y="6685"/>
                      <a:pt x="14918" y="6981"/>
                      <a:pt x="15039" y="7266"/>
                    </a:cubicBezTo>
                    <a:cubicBezTo>
                      <a:pt x="15057" y="7306"/>
                      <a:pt x="15075" y="7347"/>
                      <a:pt x="15093" y="7389"/>
                    </a:cubicBezTo>
                    <a:cubicBezTo>
                      <a:pt x="15529" y="8403"/>
                      <a:pt x="15516" y="9405"/>
                      <a:pt x="15474" y="10490"/>
                    </a:cubicBezTo>
                    <a:cubicBezTo>
                      <a:pt x="15465" y="10742"/>
                      <a:pt x="15461" y="10993"/>
                      <a:pt x="15457" y="11245"/>
                    </a:cubicBezTo>
                    <a:cubicBezTo>
                      <a:pt x="15449" y="11733"/>
                      <a:pt x="15435" y="12220"/>
                      <a:pt x="15417" y="12708"/>
                    </a:cubicBezTo>
                    <a:cubicBezTo>
                      <a:pt x="15248" y="12720"/>
                      <a:pt x="15078" y="12728"/>
                      <a:pt x="14909" y="12734"/>
                    </a:cubicBezTo>
                    <a:cubicBezTo>
                      <a:pt x="14861" y="12738"/>
                      <a:pt x="14813" y="12741"/>
                      <a:pt x="14764" y="12745"/>
                    </a:cubicBezTo>
                    <a:cubicBezTo>
                      <a:pt x="14624" y="12749"/>
                      <a:pt x="14510" y="12746"/>
                      <a:pt x="14375" y="12708"/>
                    </a:cubicBezTo>
                    <a:cubicBezTo>
                      <a:pt x="14129" y="12468"/>
                      <a:pt x="14124" y="12073"/>
                      <a:pt x="14101" y="11750"/>
                    </a:cubicBezTo>
                    <a:cubicBezTo>
                      <a:pt x="14096" y="11699"/>
                      <a:pt x="14092" y="11649"/>
                      <a:pt x="14088" y="11597"/>
                    </a:cubicBezTo>
                    <a:cubicBezTo>
                      <a:pt x="14076" y="11465"/>
                      <a:pt x="14066" y="11333"/>
                      <a:pt x="14056" y="11201"/>
                    </a:cubicBezTo>
                    <a:cubicBezTo>
                      <a:pt x="14045" y="11065"/>
                      <a:pt x="14034" y="10930"/>
                      <a:pt x="14022" y="10794"/>
                    </a:cubicBezTo>
                    <a:cubicBezTo>
                      <a:pt x="14000" y="10530"/>
                      <a:pt x="13979" y="10265"/>
                      <a:pt x="13958" y="10000"/>
                    </a:cubicBezTo>
                    <a:cubicBezTo>
                      <a:pt x="13943" y="10001"/>
                      <a:pt x="13943" y="10001"/>
                      <a:pt x="13867" y="10007"/>
                    </a:cubicBezTo>
                    <a:cubicBezTo>
                      <a:pt x="13730" y="10015"/>
                      <a:pt x="13592" y="10021"/>
                      <a:pt x="13455" y="10026"/>
                    </a:cubicBezTo>
                    <a:cubicBezTo>
                      <a:pt x="13407" y="10030"/>
                      <a:pt x="13360" y="10033"/>
                      <a:pt x="13311" y="10037"/>
                    </a:cubicBezTo>
                    <a:cubicBezTo>
                      <a:pt x="13169" y="10041"/>
                      <a:pt x="13054" y="10038"/>
                      <a:pt x="12917" y="10000"/>
                    </a:cubicBezTo>
                    <a:cubicBezTo>
                      <a:pt x="12733" y="9827"/>
                      <a:pt x="12626" y="9589"/>
                      <a:pt x="12555" y="9349"/>
                    </a:cubicBezTo>
                    <a:cubicBezTo>
                      <a:pt x="12544" y="9314"/>
                      <a:pt x="12533" y="9279"/>
                      <a:pt x="12522" y="9243"/>
                    </a:cubicBezTo>
                    <a:cubicBezTo>
                      <a:pt x="12515" y="9218"/>
                      <a:pt x="12507" y="9193"/>
                      <a:pt x="12500" y="9167"/>
                    </a:cubicBezTo>
                    <a:cubicBezTo>
                      <a:pt x="12491" y="9202"/>
                      <a:pt x="12481" y="9238"/>
                      <a:pt x="12472" y="9275"/>
                    </a:cubicBezTo>
                    <a:cubicBezTo>
                      <a:pt x="12160" y="10423"/>
                      <a:pt x="12160" y="10423"/>
                      <a:pt x="11841" y="10622"/>
                    </a:cubicBezTo>
                    <a:cubicBezTo>
                      <a:pt x="11786" y="10650"/>
                      <a:pt x="11730" y="10677"/>
                      <a:pt x="11673" y="10704"/>
                    </a:cubicBezTo>
                    <a:cubicBezTo>
                      <a:pt x="11471" y="10802"/>
                      <a:pt x="11471" y="10802"/>
                      <a:pt x="11427" y="10909"/>
                    </a:cubicBezTo>
                    <a:cubicBezTo>
                      <a:pt x="11409" y="10996"/>
                      <a:pt x="11394" y="11084"/>
                      <a:pt x="11380" y="11172"/>
                    </a:cubicBezTo>
                    <a:cubicBezTo>
                      <a:pt x="11358" y="11306"/>
                      <a:pt x="11337" y="11342"/>
                      <a:pt x="11250" y="11458"/>
                    </a:cubicBezTo>
                    <a:cubicBezTo>
                      <a:pt x="10914" y="11544"/>
                      <a:pt x="10549" y="11492"/>
                      <a:pt x="10208" y="11458"/>
                    </a:cubicBezTo>
                    <a:cubicBezTo>
                      <a:pt x="10208" y="11183"/>
                      <a:pt x="10208" y="10908"/>
                      <a:pt x="10208" y="10625"/>
                    </a:cubicBezTo>
                    <a:cubicBezTo>
                      <a:pt x="10125" y="10643"/>
                      <a:pt x="10042" y="10660"/>
                      <a:pt x="9957" y="10678"/>
                    </a:cubicBezTo>
                    <a:cubicBezTo>
                      <a:pt x="9874" y="10694"/>
                      <a:pt x="9791" y="10710"/>
                      <a:pt x="9709" y="10725"/>
                    </a:cubicBezTo>
                    <a:cubicBezTo>
                      <a:pt x="9652" y="10736"/>
                      <a:pt x="9596" y="10748"/>
                      <a:pt x="9540" y="10760"/>
                    </a:cubicBezTo>
                    <a:cubicBezTo>
                      <a:pt x="9457" y="10778"/>
                      <a:pt x="9375" y="10793"/>
                      <a:pt x="9293" y="10808"/>
                    </a:cubicBezTo>
                    <a:cubicBezTo>
                      <a:pt x="9244" y="10818"/>
                      <a:pt x="9195" y="10828"/>
                      <a:pt x="9144" y="10838"/>
                    </a:cubicBezTo>
                    <a:cubicBezTo>
                      <a:pt x="8958" y="10833"/>
                      <a:pt x="8958" y="10833"/>
                      <a:pt x="8333" y="10625"/>
                    </a:cubicBezTo>
                    <a:cubicBezTo>
                      <a:pt x="8265" y="12000"/>
                      <a:pt x="8196" y="13375"/>
                      <a:pt x="8125" y="14792"/>
                    </a:cubicBezTo>
                    <a:cubicBezTo>
                      <a:pt x="7953" y="14826"/>
                      <a:pt x="7953" y="14826"/>
                      <a:pt x="7083" y="15000"/>
                    </a:cubicBezTo>
                    <a:cubicBezTo>
                      <a:pt x="6849" y="14766"/>
                      <a:pt x="6849" y="14766"/>
                      <a:pt x="6842" y="14616"/>
                    </a:cubicBezTo>
                    <a:cubicBezTo>
                      <a:pt x="6840" y="14583"/>
                      <a:pt x="6838" y="14549"/>
                      <a:pt x="6836" y="14515"/>
                    </a:cubicBezTo>
                    <a:cubicBezTo>
                      <a:pt x="6835" y="14496"/>
                      <a:pt x="6835" y="14496"/>
                      <a:pt x="6832" y="14405"/>
                    </a:cubicBezTo>
                    <a:cubicBezTo>
                      <a:pt x="6830" y="14366"/>
                      <a:pt x="6828" y="14327"/>
                      <a:pt x="6826" y="14288"/>
                    </a:cubicBezTo>
                    <a:cubicBezTo>
                      <a:pt x="6819" y="14160"/>
                      <a:pt x="6814" y="14033"/>
                      <a:pt x="6809" y="13905"/>
                    </a:cubicBezTo>
                    <a:cubicBezTo>
                      <a:pt x="6805" y="13817"/>
                      <a:pt x="6800" y="13729"/>
                      <a:pt x="6796" y="13640"/>
                    </a:cubicBezTo>
                    <a:cubicBezTo>
                      <a:pt x="6784" y="13408"/>
                      <a:pt x="6774" y="13175"/>
                      <a:pt x="6764" y="12942"/>
                    </a:cubicBezTo>
                    <a:cubicBezTo>
                      <a:pt x="6754" y="12705"/>
                      <a:pt x="6742" y="12468"/>
                      <a:pt x="6731" y="12230"/>
                    </a:cubicBezTo>
                    <a:cubicBezTo>
                      <a:pt x="6708" y="11765"/>
                      <a:pt x="6687" y="11299"/>
                      <a:pt x="6667" y="10833"/>
                    </a:cubicBezTo>
                    <a:cubicBezTo>
                      <a:pt x="6599" y="10931"/>
                      <a:pt x="6531" y="11029"/>
                      <a:pt x="6464" y="11128"/>
                    </a:cubicBezTo>
                    <a:cubicBezTo>
                      <a:pt x="6445" y="11155"/>
                      <a:pt x="6425" y="11183"/>
                      <a:pt x="6406" y="11211"/>
                    </a:cubicBezTo>
                    <a:cubicBezTo>
                      <a:pt x="6229" y="11471"/>
                      <a:pt x="6165" y="11707"/>
                      <a:pt x="6120" y="12018"/>
                    </a:cubicBezTo>
                    <a:cubicBezTo>
                      <a:pt x="6106" y="12104"/>
                      <a:pt x="6092" y="12190"/>
                      <a:pt x="6078" y="12276"/>
                    </a:cubicBezTo>
                    <a:cubicBezTo>
                      <a:pt x="6071" y="12318"/>
                      <a:pt x="6064" y="12361"/>
                      <a:pt x="6057" y="12404"/>
                    </a:cubicBezTo>
                    <a:cubicBezTo>
                      <a:pt x="6052" y="12436"/>
                      <a:pt x="6047" y="12467"/>
                      <a:pt x="6042" y="12500"/>
                    </a:cubicBezTo>
                    <a:cubicBezTo>
                      <a:pt x="5652" y="12544"/>
                      <a:pt x="5200" y="12571"/>
                      <a:pt x="4855" y="12351"/>
                    </a:cubicBezTo>
                    <a:cubicBezTo>
                      <a:pt x="4446" y="11964"/>
                      <a:pt x="4537" y="10957"/>
                      <a:pt x="4513" y="10442"/>
                    </a:cubicBezTo>
                    <a:cubicBezTo>
                      <a:pt x="4500" y="10205"/>
                      <a:pt x="4481" y="9967"/>
                      <a:pt x="4462" y="9730"/>
                    </a:cubicBezTo>
                    <a:cubicBezTo>
                      <a:pt x="4426" y="9265"/>
                      <a:pt x="4398" y="8799"/>
                      <a:pt x="4375" y="8333"/>
                    </a:cubicBezTo>
                    <a:cubicBezTo>
                      <a:pt x="4129" y="9193"/>
                      <a:pt x="3933" y="10038"/>
                      <a:pt x="3856" y="10930"/>
                    </a:cubicBezTo>
                    <a:cubicBezTo>
                      <a:pt x="3849" y="11008"/>
                      <a:pt x="3842" y="11085"/>
                      <a:pt x="3835" y="11163"/>
                    </a:cubicBezTo>
                    <a:cubicBezTo>
                      <a:pt x="3807" y="11476"/>
                      <a:pt x="3781" y="11790"/>
                      <a:pt x="3760" y="12104"/>
                    </a:cubicBezTo>
                    <a:cubicBezTo>
                      <a:pt x="3671" y="13397"/>
                      <a:pt x="3671" y="13397"/>
                      <a:pt x="3456" y="13637"/>
                    </a:cubicBezTo>
                    <a:cubicBezTo>
                      <a:pt x="3221" y="13784"/>
                      <a:pt x="2976" y="13802"/>
                      <a:pt x="2708" y="13750"/>
                    </a:cubicBezTo>
                    <a:cubicBezTo>
                      <a:pt x="2553" y="13701"/>
                      <a:pt x="2420" y="13642"/>
                      <a:pt x="2292" y="13542"/>
                    </a:cubicBezTo>
                    <a:cubicBezTo>
                      <a:pt x="2228" y="13408"/>
                      <a:pt x="2227" y="13282"/>
                      <a:pt x="2225" y="13136"/>
                    </a:cubicBezTo>
                    <a:cubicBezTo>
                      <a:pt x="2224" y="13115"/>
                      <a:pt x="2224" y="13115"/>
                      <a:pt x="2219" y="13012"/>
                    </a:cubicBezTo>
                    <a:cubicBezTo>
                      <a:pt x="2213" y="12878"/>
                      <a:pt x="2209" y="12744"/>
                      <a:pt x="2205" y="12610"/>
                    </a:cubicBezTo>
                    <a:cubicBezTo>
                      <a:pt x="2201" y="12517"/>
                      <a:pt x="2197" y="12424"/>
                      <a:pt x="2193" y="12330"/>
                    </a:cubicBezTo>
                    <a:cubicBezTo>
                      <a:pt x="2183" y="12086"/>
                      <a:pt x="2174" y="11841"/>
                      <a:pt x="2166" y="11596"/>
                    </a:cubicBezTo>
                    <a:cubicBezTo>
                      <a:pt x="2158" y="11346"/>
                      <a:pt x="2148" y="11096"/>
                      <a:pt x="2137" y="10846"/>
                    </a:cubicBezTo>
                    <a:cubicBezTo>
                      <a:pt x="2117" y="10356"/>
                      <a:pt x="2099" y="9865"/>
                      <a:pt x="2083" y="9375"/>
                    </a:cubicBezTo>
                    <a:cubicBezTo>
                      <a:pt x="1947" y="9403"/>
                      <a:pt x="1811" y="9433"/>
                      <a:pt x="1676" y="9464"/>
                    </a:cubicBezTo>
                    <a:cubicBezTo>
                      <a:pt x="1637" y="9471"/>
                      <a:pt x="1599" y="9479"/>
                      <a:pt x="1559" y="9487"/>
                    </a:cubicBezTo>
                    <a:cubicBezTo>
                      <a:pt x="1273" y="9554"/>
                      <a:pt x="1273" y="9554"/>
                      <a:pt x="1154" y="9706"/>
                    </a:cubicBezTo>
                    <a:cubicBezTo>
                      <a:pt x="1103" y="9842"/>
                      <a:pt x="1070" y="9975"/>
                      <a:pt x="1042" y="10117"/>
                    </a:cubicBezTo>
                    <a:cubicBezTo>
                      <a:pt x="990" y="10298"/>
                      <a:pt x="939" y="10468"/>
                      <a:pt x="833" y="10625"/>
                    </a:cubicBezTo>
                    <a:cubicBezTo>
                      <a:pt x="568" y="10756"/>
                      <a:pt x="278" y="10676"/>
                      <a:pt x="0" y="10625"/>
                    </a:cubicBezTo>
                    <a:cubicBezTo>
                      <a:pt x="6" y="10592"/>
                      <a:pt x="13" y="10559"/>
                      <a:pt x="19" y="10526"/>
                    </a:cubicBezTo>
                    <a:cubicBezTo>
                      <a:pt x="226" y="9395"/>
                      <a:pt x="234" y="8282"/>
                      <a:pt x="223" y="7135"/>
                    </a:cubicBezTo>
                    <a:cubicBezTo>
                      <a:pt x="220" y="6893"/>
                      <a:pt x="220" y="6652"/>
                      <a:pt x="219" y="6410"/>
                    </a:cubicBezTo>
                    <a:cubicBezTo>
                      <a:pt x="216" y="5940"/>
                      <a:pt x="213" y="5470"/>
                      <a:pt x="208" y="5000"/>
                    </a:cubicBezTo>
                    <a:cubicBezTo>
                      <a:pt x="483" y="5000"/>
                      <a:pt x="758" y="5000"/>
                      <a:pt x="1042" y="5000"/>
                    </a:cubicBezTo>
                    <a:cubicBezTo>
                      <a:pt x="1110" y="5962"/>
                      <a:pt x="1179" y="6925"/>
                      <a:pt x="1250" y="7917"/>
                    </a:cubicBezTo>
                    <a:cubicBezTo>
                      <a:pt x="1319" y="7917"/>
                      <a:pt x="1388" y="7917"/>
                      <a:pt x="1458" y="7917"/>
                    </a:cubicBezTo>
                    <a:cubicBezTo>
                      <a:pt x="1527" y="7573"/>
                      <a:pt x="1596" y="7229"/>
                      <a:pt x="1667" y="6875"/>
                    </a:cubicBezTo>
                    <a:cubicBezTo>
                      <a:pt x="1834" y="6905"/>
                      <a:pt x="2002" y="6935"/>
                      <a:pt x="2175" y="6966"/>
                    </a:cubicBezTo>
                    <a:cubicBezTo>
                      <a:pt x="2227" y="6975"/>
                      <a:pt x="2279" y="6984"/>
                      <a:pt x="2334" y="6993"/>
                    </a:cubicBezTo>
                    <a:cubicBezTo>
                      <a:pt x="2375" y="7001"/>
                      <a:pt x="2417" y="7009"/>
                      <a:pt x="2460" y="7018"/>
                    </a:cubicBezTo>
                    <a:cubicBezTo>
                      <a:pt x="2503" y="7025"/>
                      <a:pt x="2545" y="7033"/>
                      <a:pt x="2589" y="7041"/>
                    </a:cubicBezTo>
                    <a:cubicBezTo>
                      <a:pt x="2738" y="7094"/>
                      <a:pt x="2836" y="7156"/>
                      <a:pt x="2917" y="7292"/>
                    </a:cubicBezTo>
                    <a:cubicBezTo>
                      <a:pt x="2957" y="7434"/>
                      <a:pt x="2970" y="7575"/>
                      <a:pt x="2983" y="7722"/>
                    </a:cubicBezTo>
                    <a:cubicBezTo>
                      <a:pt x="2987" y="7764"/>
                      <a:pt x="2991" y="7805"/>
                      <a:pt x="2996" y="7847"/>
                    </a:cubicBezTo>
                    <a:cubicBezTo>
                      <a:pt x="3009" y="7979"/>
                      <a:pt x="3022" y="8111"/>
                      <a:pt x="3034" y="8242"/>
                    </a:cubicBezTo>
                    <a:cubicBezTo>
                      <a:pt x="3043" y="8332"/>
                      <a:pt x="3052" y="8421"/>
                      <a:pt x="3061" y="8510"/>
                    </a:cubicBezTo>
                    <a:cubicBezTo>
                      <a:pt x="3083" y="8729"/>
                      <a:pt x="3105" y="8948"/>
                      <a:pt x="3125" y="9167"/>
                    </a:cubicBezTo>
                    <a:cubicBezTo>
                      <a:pt x="3503" y="9032"/>
                      <a:pt x="3503" y="9032"/>
                      <a:pt x="3586" y="8875"/>
                    </a:cubicBezTo>
                    <a:cubicBezTo>
                      <a:pt x="3609" y="8769"/>
                      <a:pt x="3618" y="8667"/>
                      <a:pt x="3624" y="8559"/>
                    </a:cubicBezTo>
                    <a:cubicBezTo>
                      <a:pt x="3628" y="8518"/>
                      <a:pt x="3631" y="8477"/>
                      <a:pt x="3635" y="8435"/>
                    </a:cubicBezTo>
                    <a:cubicBezTo>
                      <a:pt x="3647" y="8295"/>
                      <a:pt x="3656" y="8156"/>
                      <a:pt x="3665" y="8017"/>
                    </a:cubicBezTo>
                    <a:cubicBezTo>
                      <a:pt x="3672" y="7916"/>
                      <a:pt x="3680" y="7815"/>
                      <a:pt x="3688" y="7714"/>
                    </a:cubicBezTo>
                    <a:cubicBezTo>
                      <a:pt x="3791" y="6323"/>
                      <a:pt x="3820" y="4926"/>
                      <a:pt x="3858" y="3532"/>
                    </a:cubicBezTo>
                    <a:cubicBezTo>
                      <a:pt x="3868" y="3146"/>
                      <a:pt x="3880" y="2759"/>
                      <a:pt x="3891" y="2373"/>
                    </a:cubicBezTo>
                    <a:cubicBezTo>
                      <a:pt x="3914" y="1582"/>
                      <a:pt x="3937" y="791"/>
                      <a:pt x="3958" y="0"/>
                    </a:cubicBezTo>
                    <a:close/>
                  </a:path>
                </a:pathLst>
              </a:custGeom>
              <a:solidFill>
                <a:srgbClr val="D4D1E0"/>
              </a:solidFill>
              <a:ln w="2646" cap="flat">
                <a:noFill/>
              </a:ln>
            </p:spPr>
          </p:sp>
          <p:sp>
            <p:nvSpPr>
              <p:cNvPr id="2039" name="ICON_C_WINDOWS_GRAPHIC_path_011"/>
              <p:cNvSpPr/>
              <p:nvPr/>
            </p:nvSpPr>
            <p:spPr>
              <a:xfrm>
                <a:off x="5632132" y="7294562"/>
                <a:ext cx="213024" cy="346604"/>
              </a:xfrm>
              <a:custGeom>
                <a:avLst/>
                <a:gdLst/>
                <a:ahLst/>
                <a:cxnLst/>
                <a:rect l="0" t="0" r="r" b="b"/>
                <a:pathLst>
                  <a:path w="16774" h="27292" fill="norm" stroke="0">
                    <a:moveTo>
                      <a:pt x="67" y="0"/>
                    </a:moveTo>
                    <a:cubicBezTo>
                      <a:pt x="135" y="0"/>
                      <a:pt x="204" y="0"/>
                      <a:pt x="275" y="0"/>
                    </a:cubicBezTo>
                    <a:cubicBezTo>
                      <a:pt x="275" y="22"/>
                      <a:pt x="275" y="44"/>
                      <a:pt x="275" y="67"/>
                    </a:cubicBezTo>
                    <a:cubicBezTo>
                      <a:pt x="283" y="1380"/>
                      <a:pt x="295" y="2694"/>
                      <a:pt x="312" y="4008"/>
                    </a:cubicBezTo>
                    <a:cubicBezTo>
                      <a:pt x="314" y="4166"/>
                      <a:pt x="316" y="4324"/>
                      <a:pt x="318" y="4482"/>
                    </a:cubicBezTo>
                    <a:cubicBezTo>
                      <a:pt x="319" y="4514"/>
                      <a:pt x="319" y="4545"/>
                      <a:pt x="319" y="4578"/>
                    </a:cubicBezTo>
                    <a:cubicBezTo>
                      <a:pt x="326" y="5086"/>
                      <a:pt x="329" y="5593"/>
                      <a:pt x="332" y="6101"/>
                    </a:cubicBezTo>
                    <a:cubicBezTo>
                      <a:pt x="335" y="6624"/>
                      <a:pt x="340" y="7146"/>
                      <a:pt x="349" y="7669"/>
                    </a:cubicBezTo>
                    <a:cubicBezTo>
                      <a:pt x="354" y="7961"/>
                      <a:pt x="357" y="8254"/>
                      <a:pt x="357" y="8547"/>
                    </a:cubicBezTo>
                    <a:cubicBezTo>
                      <a:pt x="356" y="10686"/>
                      <a:pt x="356" y="10686"/>
                      <a:pt x="895" y="11258"/>
                    </a:cubicBezTo>
                    <a:cubicBezTo>
                      <a:pt x="969" y="11328"/>
                      <a:pt x="1043" y="11396"/>
                      <a:pt x="1119" y="11463"/>
                    </a:cubicBezTo>
                    <a:cubicBezTo>
                      <a:pt x="1320" y="11643"/>
                      <a:pt x="1390" y="11816"/>
                      <a:pt x="1451" y="12073"/>
                    </a:cubicBezTo>
                    <a:cubicBezTo>
                      <a:pt x="1506" y="12295"/>
                      <a:pt x="1590" y="12366"/>
                      <a:pt x="1773" y="12489"/>
                    </a:cubicBezTo>
                    <a:cubicBezTo>
                      <a:pt x="1867" y="12543"/>
                      <a:pt x="1963" y="12594"/>
                      <a:pt x="2059" y="12643"/>
                    </a:cubicBezTo>
                    <a:cubicBezTo>
                      <a:pt x="2226" y="12734"/>
                      <a:pt x="2394" y="12824"/>
                      <a:pt x="2567" y="12917"/>
                    </a:cubicBezTo>
                    <a:cubicBezTo>
                      <a:pt x="2567" y="12367"/>
                      <a:pt x="2567" y="11817"/>
                      <a:pt x="2567" y="11250"/>
                    </a:cubicBezTo>
                    <a:cubicBezTo>
                      <a:pt x="2700" y="11237"/>
                      <a:pt x="2833" y="11224"/>
                      <a:pt x="2970" y="11211"/>
                    </a:cubicBezTo>
                    <a:cubicBezTo>
                      <a:pt x="3136" y="11182"/>
                      <a:pt x="3265" y="11144"/>
                      <a:pt x="3400" y="11042"/>
                    </a:cubicBezTo>
                    <a:cubicBezTo>
                      <a:pt x="3567" y="10729"/>
                      <a:pt x="3586" y="10349"/>
                      <a:pt x="3608" y="10000"/>
                    </a:cubicBezTo>
                    <a:cubicBezTo>
                      <a:pt x="3954" y="9917"/>
                      <a:pt x="4314" y="9861"/>
                      <a:pt x="4650" y="10000"/>
                    </a:cubicBezTo>
                    <a:cubicBezTo>
                      <a:pt x="4888" y="10200"/>
                      <a:pt x="5040" y="10498"/>
                      <a:pt x="5185" y="10769"/>
                    </a:cubicBezTo>
                    <a:cubicBezTo>
                      <a:pt x="5215" y="10825"/>
                      <a:pt x="5246" y="10880"/>
                      <a:pt x="5277" y="10936"/>
                    </a:cubicBezTo>
                    <a:cubicBezTo>
                      <a:pt x="5292" y="10963"/>
                      <a:pt x="5307" y="10991"/>
                      <a:pt x="5322" y="11019"/>
                    </a:cubicBezTo>
                    <a:cubicBezTo>
                      <a:pt x="5466" y="11259"/>
                      <a:pt x="5652" y="11393"/>
                      <a:pt x="5897" y="11523"/>
                    </a:cubicBezTo>
                    <a:cubicBezTo>
                      <a:pt x="6043" y="11604"/>
                      <a:pt x="6120" y="11660"/>
                      <a:pt x="6172" y="11822"/>
                    </a:cubicBezTo>
                    <a:cubicBezTo>
                      <a:pt x="6194" y="11906"/>
                      <a:pt x="6212" y="11991"/>
                      <a:pt x="6230" y="12075"/>
                    </a:cubicBezTo>
                    <a:cubicBezTo>
                      <a:pt x="6259" y="12185"/>
                      <a:pt x="6285" y="12271"/>
                      <a:pt x="6384" y="12335"/>
                    </a:cubicBezTo>
                    <a:cubicBezTo>
                      <a:pt x="6467" y="12368"/>
                      <a:pt x="6549" y="12392"/>
                      <a:pt x="6636" y="12415"/>
                    </a:cubicBezTo>
                    <a:cubicBezTo>
                      <a:pt x="6665" y="12423"/>
                      <a:pt x="6694" y="12432"/>
                      <a:pt x="6725" y="12441"/>
                    </a:cubicBezTo>
                    <a:cubicBezTo>
                      <a:pt x="6797" y="12461"/>
                      <a:pt x="6869" y="12481"/>
                      <a:pt x="6942" y="12500"/>
                    </a:cubicBezTo>
                    <a:cubicBezTo>
                      <a:pt x="6941" y="12469"/>
                      <a:pt x="6941" y="12438"/>
                      <a:pt x="6940" y="12406"/>
                    </a:cubicBezTo>
                    <a:cubicBezTo>
                      <a:pt x="6936" y="12115"/>
                      <a:pt x="6933" y="11824"/>
                      <a:pt x="6931" y="11533"/>
                    </a:cubicBezTo>
                    <a:cubicBezTo>
                      <a:pt x="6930" y="11383"/>
                      <a:pt x="6928" y="11234"/>
                      <a:pt x="6926" y="11084"/>
                    </a:cubicBezTo>
                    <a:cubicBezTo>
                      <a:pt x="6924" y="10939"/>
                      <a:pt x="6923" y="10795"/>
                      <a:pt x="6922" y="10650"/>
                    </a:cubicBezTo>
                    <a:cubicBezTo>
                      <a:pt x="6921" y="10595"/>
                      <a:pt x="6921" y="10540"/>
                      <a:pt x="6920" y="10485"/>
                    </a:cubicBezTo>
                    <a:cubicBezTo>
                      <a:pt x="6910" y="9999"/>
                      <a:pt x="6910" y="9999"/>
                      <a:pt x="7032" y="9862"/>
                    </a:cubicBezTo>
                    <a:cubicBezTo>
                      <a:pt x="7164" y="9783"/>
                      <a:pt x="7238" y="9765"/>
                      <a:pt x="7391" y="9764"/>
                    </a:cubicBezTo>
                    <a:cubicBezTo>
                      <a:pt x="7436" y="9764"/>
                      <a:pt x="7482" y="9764"/>
                      <a:pt x="7528" y="9763"/>
                    </a:cubicBezTo>
                    <a:cubicBezTo>
                      <a:pt x="7552" y="9764"/>
                      <a:pt x="7552" y="9764"/>
                      <a:pt x="7671" y="9766"/>
                    </a:cubicBezTo>
                    <a:cubicBezTo>
                      <a:pt x="7718" y="9765"/>
                      <a:pt x="7765" y="9764"/>
                      <a:pt x="7813" y="9763"/>
                    </a:cubicBezTo>
                    <a:cubicBezTo>
                      <a:pt x="7859" y="9764"/>
                      <a:pt x="7904" y="9764"/>
                      <a:pt x="7951" y="9764"/>
                    </a:cubicBezTo>
                    <a:cubicBezTo>
                      <a:pt x="7992" y="9764"/>
                      <a:pt x="8033" y="9764"/>
                      <a:pt x="8076" y="9765"/>
                    </a:cubicBezTo>
                    <a:cubicBezTo>
                      <a:pt x="8197" y="9793"/>
                      <a:pt x="8277" y="9828"/>
                      <a:pt x="8361" y="9923"/>
                    </a:cubicBezTo>
                    <a:cubicBezTo>
                      <a:pt x="8453" y="10105"/>
                      <a:pt x="8425" y="10323"/>
                      <a:pt x="8420" y="10522"/>
                    </a:cubicBezTo>
                    <a:cubicBezTo>
                      <a:pt x="8420" y="10572"/>
                      <a:pt x="8420" y="10623"/>
                      <a:pt x="8419" y="10675"/>
                    </a:cubicBezTo>
                    <a:cubicBezTo>
                      <a:pt x="8419" y="10809"/>
                      <a:pt x="8417" y="10943"/>
                      <a:pt x="8414" y="11077"/>
                    </a:cubicBezTo>
                    <a:cubicBezTo>
                      <a:pt x="8412" y="11214"/>
                      <a:pt x="8411" y="11350"/>
                      <a:pt x="8410" y="11487"/>
                    </a:cubicBezTo>
                    <a:cubicBezTo>
                      <a:pt x="8408" y="11755"/>
                      <a:pt x="8404" y="12024"/>
                      <a:pt x="8400" y="12292"/>
                    </a:cubicBezTo>
                    <a:cubicBezTo>
                      <a:pt x="8436" y="12287"/>
                      <a:pt x="8471" y="12283"/>
                      <a:pt x="8508" y="12279"/>
                    </a:cubicBezTo>
                    <a:cubicBezTo>
                      <a:pt x="9298" y="12194"/>
                      <a:pt x="9298" y="12194"/>
                      <a:pt x="9650" y="12292"/>
                    </a:cubicBezTo>
                    <a:cubicBezTo>
                      <a:pt x="9900" y="12496"/>
                      <a:pt x="9993" y="12820"/>
                      <a:pt x="10067" y="13125"/>
                    </a:cubicBezTo>
                    <a:cubicBezTo>
                      <a:pt x="10077" y="13087"/>
                      <a:pt x="10087" y="13050"/>
                      <a:pt x="10098" y="13011"/>
                    </a:cubicBezTo>
                    <a:cubicBezTo>
                      <a:pt x="10113" y="12957"/>
                      <a:pt x="10128" y="12904"/>
                      <a:pt x="10143" y="12850"/>
                    </a:cubicBezTo>
                    <a:cubicBezTo>
                      <a:pt x="10151" y="12821"/>
                      <a:pt x="10159" y="12792"/>
                      <a:pt x="10168" y="12762"/>
                    </a:cubicBezTo>
                    <a:cubicBezTo>
                      <a:pt x="10213" y="12600"/>
                      <a:pt x="10259" y="12438"/>
                      <a:pt x="10307" y="12276"/>
                    </a:cubicBezTo>
                    <a:cubicBezTo>
                      <a:pt x="10327" y="12209"/>
                      <a:pt x="10347" y="12142"/>
                      <a:pt x="10367" y="12074"/>
                    </a:cubicBezTo>
                    <a:cubicBezTo>
                      <a:pt x="10377" y="12040"/>
                      <a:pt x="10387" y="12007"/>
                      <a:pt x="10397" y="11972"/>
                    </a:cubicBezTo>
                    <a:cubicBezTo>
                      <a:pt x="10454" y="11776"/>
                      <a:pt x="10504" y="11581"/>
                      <a:pt x="10547" y="11382"/>
                    </a:cubicBezTo>
                    <a:cubicBezTo>
                      <a:pt x="10573" y="11265"/>
                      <a:pt x="10603" y="11149"/>
                      <a:pt x="10633" y="11033"/>
                    </a:cubicBezTo>
                    <a:cubicBezTo>
                      <a:pt x="10646" y="10978"/>
                      <a:pt x="10657" y="10923"/>
                      <a:pt x="10667" y="10868"/>
                    </a:cubicBezTo>
                    <a:cubicBezTo>
                      <a:pt x="10705" y="10652"/>
                      <a:pt x="10749" y="10605"/>
                      <a:pt x="10900" y="10417"/>
                    </a:cubicBezTo>
                    <a:cubicBezTo>
                      <a:pt x="11244" y="10417"/>
                      <a:pt x="11587" y="10417"/>
                      <a:pt x="11942" y="10417"/>
                    </a:cubicBezTo>
                    <a:cubicBezTo>
                      <a:pt x="12079" y="11723"/>
                      <a:pt x="12217" y="13029"/>
                      <a:pt x="12358" y="14375"/>
                    </a:cubicBezTo>
                    <a:cubicBezTo>
                      <a:pt x="12567" y="14167"/>
                      <a:pt x="12567" y="14167"/>
                      <a:pt x="12592" y="14047"/>
                    </a:cubicBezTo>
                    <a:cubicBezTo>
                      <a:pt x="12592" y="14002"/>
                      <a:pt x="12592" y="13958"/>
                      <a:pt x="12592" y="13912"/>
                    </a:cubicBezTo>
                    <a:cubicBezTo>
                      <a:pt x="12592" y="13861"/>
                      <a:pt x="12592" y="13810"/>
                      <a:pt x="12592" y="13757"/>
                    </a:cubicBezTo>
                    <a:cubicBezTo>
                      <a:pt x="12592" y="13701"/>
                      <a:pt x="12591" y="13645"/>
                      <a:pt x="12590" y="13588"/>
                    </a:cubicBezTo>
                    <a:cubicBezTo>
                      <a:pt x="12590" y="13529"/>
                      <a:pt x="12590" y="13469"/>
                      <a:pt x="12590" y="13410"/>
                    </a:cubicBezTo>
                    <a:cubicBezTo>
                      <a:pt x="12590" y="13248"/>
                      <a:pt x="12589" y="13087"/>
                      <a:pt x="12588" y="12926"/>
                    </a:cubicBezTo>
                    <a:cubicBezTo>
                      <a:pt x="12586" y="12757"/>
                      <a:pt x="12586" y="12588"/>
                      <a:pt x="12586" y="12419"/>
                    </a:cubicBezTo>
                    <a:cubicBezTo>
                      <a:pt x="12585" y="12100"/>
                      <a:pt x="12584" y="11780"/>
                      <a:pt x="12582" y="11461"/>
                    </a:cubicBezTo>
                    <a:cubicBezTo>
                      <a:pt x="12579" y="11097"/>
                      <a:pt x="12578" y="10733"/>
                      <a:pt x="12577" y="10370"/>
                    </a:cubicBezTo>
                    <a:cubicBezTo>
                      <a:pt x="12575" y="9621"/>
                      <a:pt x="12571" y="8873"/>
                      <a:pt x="12567" y="8125"/>
                    </a:cubicBezTo>
                    <a:cubicBezTo>
                      <a:pt x="12773" y="8125"/>
                      <a:pt x="12979" y="8125"/>
                      <a:pt x="13192" y="8125"/>
                    </a:cubicBezTo>
                    <a:cubicBezTo>
                      <a:pt x="13226" y="8778"/>
                      <a:pt x="13226" y="8778"/>
                      <a:pt x="13400" y="12083"/>
                    </a:cubicBezTo>
                    <a:cubicBezTo>
                      <a:pt x="13606" y="12083"/>
                      <a:pt x="13812" y="12083"/>
                      <a:pt x="14025" y="12083"/>
                    </a:cubicBezTo>
                    <a:cubicBezTo>
                      <a:pt x="14113" y="11952"/>
                      <a:pt x="14127" y="11917"/>
                      <a:pt x="14142" y="11771"/>
                    </a:cubicBezTo>
                    <a:cubicBezTo>
                      <a:pt x="14166" y="11661"/>
                      <a:pt x="14195" y="11565"/>
                      <a:pt x="14233" y="11458"/>
                    </a:cubicBezTo>
                    <a:cubicBezTo>
                      <a:pt x="14323" y="11402"/>
                      <a:pt x="14323" y="11402"/>
                      <a:pt x="14429" y="11393"/>
                    </a:cubicBezTo>
                    <a:cubicBezTo>
                      <a:pt x="14650" y="11458"/>
                      <a:pt x="14650" y="11458"/>
                      <a:pt x="15067" y="11875"/>
                    </a:cubicBezTo>
                    <a:cubicBezTo>
                      <a:pt x="15101" y="11531"/>
                      <a:pt x="15101" y="11531"/>
                      <a:pt x="15275" y="9792"/>
                    </a:cubicBezTo>
                    <a:cubicBezTo>
                      <a:pt x="16108" y="9792"/>
                      <a:pt x="16108" y="9792"/>
                      <a:pt x="16274" y="9954"/>
                    </a:cubicBezTo>
                    <a:cubicBezTo>
                      <a:pt x="16320" y="10067"/>
                      <a:pt x="16320" y="10067"/>
                      <a:pt x="16356" y="10195"/>
                    </a:cubicBezTo>
                    <a:cubicBezTo>
                      <a:pt x="16369" y="10240"/>
                      <a:pt x="16383" y="10284"/>
                      <a:pt x="16397" y="10330"/>
                    </a:cubicBezTo>
                    <a:cubicBezTo>
                      <a:pt x="16519" y="10765"/>
                      <a:pt x="16589" y="11198"/>
                      <a:pt x="16639" y="11647"/>
                    </a:cubicBezTo>
                    <a:cubicBezTo>
                      <a:pt x="16643" y="11686"/>
                      <a:pt x="16648" y="11726"/>
                      <a:pt x="16652" y="11766"/>
                    </a:cubicBezTo>
                    <a:cubicBezTo>
                      <a:pt x="16774" y="12865"/>
                      <a:pt x="16758" y="13967"/>
                      <a:pt x="16748" y="15070"/>
                    </a:cubicBezTo>
                    <a:cubicBezTo>
                      <a:pt x="16746" y="15359"/>
                      <a:pt x="16745" y="15648"/>
                      <a:pt x="16744" y="15936"/>
                    </a:cubicBezTo>
                    <a:cubicBezTo>
                      <a:pt x="16742" y="16527"/>
                      <a:pt x="16738" y="17118"/>
                      <a:pt x="16733" y="17708"/>
                    </a:cubicBezTo>
                    <a:cubicBezTo>
                      <a:pt x="16595" y="17651"/>
                      <a:pt x="16458" y="17590"/>
                      <a:pt x="16322" y="17528"/>
                    </a:cubicBezTo>
                    <a:cubicBezTo>
                      <a:pt x="16283" y="17512"/>
                      <a:pt x="16244" y="17496"/>
                      <a:pt x="16203" y="17479"/>
                    </a:cubicBezTo>
                    <a:cubicBezTo>
                      <a:pt x="15924" y="17350"/>
                      <a:pt x="15924" y="17350"/>
                      <a:pt x="15855" y="17185"/>
                    </a:cubicBezTo>
                    <a:cubicBezTo>
                      <a:pt x="15817" y="16987"/>
                      <a:pt x="15808" y="16789"/>
                      <a:pt x="15827" y="16589"/>
                    </a:cubicBezTo>
                    <a:cubicBezTo>
                      <a:pt x="15829" y="16567"/>
                      <a:pt x="15829" y="16567"/>
                      <a:pt x="15837" y="16459"/>
                    </a:cubicBezTo>
                    <a:cubicBezTo>
                      <a:pt x="15841" y="16416"/>
                      <a:pt x="15844" y="16373"/>
                      <a:pt x="15848" y="16328"/>
                    </a:cubicBezTo>
                    <a:cubicBezTo>
                      <a:pt x="15852" y="16240"/>
                      <a:pt x="15856" y="16151"/>
                      <a:pt x="15859" y="16063"/>
                    </a:cubicBezTo>
                    <a:cubicBezTo>
                      <a:pt x="15869" y="15847"/>
                      <a:pt x="15883" y="15632"/>
                      <a:pt x="15900" y="15417"/>
                    </a:cubicBezTo>
                    <a:cubicBezTo>
                      <a:pt x="15694" y="15417"/>
                      <a:pt x="15488" y="15417"/>
                      <a:pt x="15275" y="15417"/>
                    </a:cubicBezTo>
                    <a:cubicBezTo>
                      <a:pt x="15275" y="15554"/>
                      <a:pt x="15275" y="15692"/>
                      <a:pt x="15275" y="15833"/>
                    </a:cubicBezTo>
                    <a:cubicBezTo>
                      <a:pt x="15000" y="15833"/>
                      <a:pt x="14725" y="15833"/>
                      <a:pt x="14442" y="15833"/>
                    </a:cubicBezTo>
                    <a:cubicBezTo>
                      <a:pt x="14442" y="15558"/>
                      <a:pt x="14442" y="15283"/>
                      <a:pt x="14442" y="15000"/>
                    </a:cubicBezTo>
                    <a:cubicBezTo>
                      <a:pt x="14296" y="15046"/>
                      <a:pt x="14152" y="15093"/>
                      <a:pt x="14008" y="15144"/>
                    </a:cubicBezTo>
                    <a:cubicBezTo>
                      <a:pt x="13935" y="15169"/>
                      <a:pt x="13862" y="15191"/>
                      <a:pt x="13789" y="15214"/>
                    </a:cubicBezTo>
                    <a:cubicBezTo>
                      <a:pt x="13591" y="15285"/>
                      <a:pt x="13440" y="15347"/>
                      <a:pt x="13332" y="15534"/>
                    </a:cubicBezTo>
                    <a:cubicBezTo>
                      <a:pt x="13169" y="16023"/>
                      <a:pt x="13146" y="16502"/>
                      <a:pt x="13126" y="17014"/>
                    </a:cubicBezTo>
                    <a:cubicBezTo>
                      <a:pt x="13121" y="17107"/>
                      <a:pt x="13117" y="17199"/>
                      <a:pt x="13113" y="17292"/>
                    </a:cubicBezTo>
                    <a:cubicBezTo>
                      <a:pt x="13101" y="17533"/>
                      <a:pt x="13091" y="17775"/>
                      <a:pt x="13081" y="18016"/>
                    </a:cubicBezTo>
                    <a:cubicBezTo>
                      <a:pt x="13070" y="18263"/>
                      <a:pt x="13059" y="18511"/>
                      <a:pt x="13047" y="18758"/>
                    </a:cubicBezTo>
                    <a:cubicBezTo>
                      <a:pt x="13025" y="19241"/>
                      <a:pt x="13004" y="19725"/>
                      <a:pt x="12983" y="20208"/>
                    </a:cubicBezTo>
                    <a:cubicBezTo>
                      <a:pt x="12640" y="20208"/>
                      <a:pt x="12296" y="20208"/>
                      <a:pt x="11942" y="20208"/>
                    </a:cubicBezTo>
                    <a:cubicBezTo>
                      <a:pt x="11868" y="19753"/>
                      <a:pt x="11799" y="19298"/>
                      <a:pt x="11733" y="18841"/>
                    </a:cubicBezTo>
                    <a:cubicBezTo>
                      <a:pt x="11731" y="18824"/>
                      <a:pt x="11731" y="18824"/>
                      <a:pt x="11718" y="18737"/>
                    </a:cubicBezTo>
                    <a:cubicBezTo>
                      <a:pt x="11556" y="17597"/>
                      <a:pt x="11487" y="16476"/>
                      <a:pt x="11499" y="15325"/>
                    </a:cubicBezTo>
                    <a:cubicBezTo>
                      <a:pt x="11499" y="15291"/>
                      <a:pt x="11500" y="15256"/>
                      <a:pt x="11500" y="15220"/>
                    </a:cubicBezTo>
                    <a:cubicBezTo>
                      <a:pt x="11505" y="14800"/>
                      <a:pt x="11513" y="14379"/>
                      <a:pt x="11525" y="13958"/>
                    </a:cubicBezTo>
                    <a:cubicBezTo>
                      <a:pt x="11319" y="13958"/>
                      <a:pt x="11113" y="13958"/>
                      <a:pt x="10900" y="13958"/>
                    </a:cubicBezTo>
                    <a:cubicBezTo>
                      <a:pt x="10895" y="14005"/>
                      <a:pt x="10890" y="14052"/>
                      <a:pt x="10884" y="14101"/>
                    </a:cubicBezTo>
                    <a:cubicBezTo>
                      <a:pt x="10751" y="15303"/>
                      <a:pt x="10617" y="16506"/>
                      <a:pt x="10483" y="17708"/>
                    </a:cubicBezTo>
                    <a:cubicBezTo>
                      <a:pt x="10071" y="17708"/>
                      <a:pt x="9658" y="17708"/>
                      <a:pt x="9233" y="17708"/>
                    </a:cubicBezTo>
                    <a:cubicBezTo>
                      <a:pt x="9223" y="17609"/>
                      <a:pt x="9212" y="17509"/>
                      <a:pt x="9202" y="17406"/>
                    </a:cubicBezTo>
                    <a:cubicBezTo>
                      <a:pt x="9167" y="17075"/>
                      <a:pt x="9130" y="16745"/>
                      <a:pt x="9092" y="16415"/>
                    </a:cubicBezTo>
                    <a:cubicBezTo>
                      <a:pt x="9069" y="16215"/>
                      <a:pt x="9047" y="16015"/>
                      <a:pt x="9026" y="15815"/>
                    </a:cubicBezTo>
                    <a:cubicBezTo>
                      <a:pt x="9006" y="15621"/>
                      <a:pt x="8984" y="15428"/>
                      <a:pt x="8961" y="15235"/>
                    </a:cubicBezTo>
                    <a:cubicBezTo>
                      <a:pt x="8953" y="15162"/>
                      <a:pt x="8945" y="15088"/>
                      <a:pt x="8938" y="15014"/>
                    </a:cubicBezTo>
                    <a:cubicBezTo>
                      <a:pt x="8928" y="14911"/>
                      <a:pt x="8915" y="14808"/>
                      <a:pt x="8902" y="14705"/>
                    </a:cubicBezTo>
                    <a:cubicBezTo>
                      <a:pt x="8901" y="14689"/>
                      <a:pt x="8901" y="14689"/>
                      <a:pt x="8895" y="14612"/>
                    </a:cubicBezTo>
                    <a:cubicBezTo>
                      <a:pt x="8882" y="14527"/>
                      <a:pt x="8882" y="14527"/>
                      <a:pt x="8817" y="14375"/>
                    </a:cubicBezTo>
                    <a:cubicBezTo>
                      <a:pt x="8748" y="14341"/>
                      <a:pt x="8748" y="14341"/>
                      <a:pt x="8400" y="14167"/>
                    </a:cubicBezTo>
                    <a:cubicBezTo>
                      <a:pt x="8331" y="14510"/>
                      <a:pt x="8262" y="14854"/>
                      <a:pt x="8192" y="15208"/>
                    </a:cubicBezTo>
                    <a:cubicBezTo>
                      <a:pt x="7848" y="15140"/>
                      <a:pt x="7504" y="15071"/>
                      <a:pt x="7150" y="15000"/>
                    </a:cubicBezTo>
                    <a:cubicBezTo>
                      <a:pt x="7150" y="14587"/>
                      <a:pt x="7150" y="14175"/>
                      <a:pt x="7150" y="13750"/>
                    </a:cubicBezTo>
                    <a:cubicBezTo>
                      <a:pt x="6733" y="13958"/>
                      <a:pt x="6733" y="13958"/>
                      <a:pt x="6667" y="14097"/>
                    </a:cubicBezTo>
                    <a:cubicBezTo>
                      <a:pt x="6654" y="14173"/>
                      <a:pt x="6654" y="14173"/>
                      <a:pt x="6647" y="14252"/>
                    </a:cubicBezTo>
                    <a:cubicBezTo>
                      <a:pt x="6643" y="14280"/>
                      <a:pt x="6639" y="14307"/>
                      <a:pt x="6635" y="14335"/>
                    </a:cubicBezTo>
                    <a:cubicBezTo>
                      <a:pt x="6623" y="14422"/>
                      <a:pt x="6613" y="14509"/>
                      <a:pt x="6603" y="14596"/>
                    </a:cubicBezTo>
                    <a:cubicBezTo>
                      <a:pt x="6595" y="14656"/>
                      <a:pt x="6587" y="14715"/>
                      <a:pt x="6579" y="14774"/>
                    </a:cubicBezTo>
                    <a:cubicBezTo>
                      <a:pt x="6559" y="14919"/>
                      <a:pt x="6542" y="15063"/>
                      <a:pt x="6525" y="15208"/>
                    </a:cubicBezTo>
                    <a:cubicBezTo>
                      <a:pt x="6181" y="15208"/>
                      <a:pt x="5837" y="15208"/>
                      <a:pt x="5483" y="15208"/>
                    </a:cubicBezTo>
                    <a:cubicBezTo>
                      <a:pt x="5483" y="15002"/>
                      <a:pt x="5483" y="14796"/>
                      <a:pt x="5483" y="14583"/>
                    </a:cubicBezTo>
                    <a:cubicBezTo>
                      <a:pt x="5420" y="14629"/>
                      <a:pt x="5357" y="14674"/>
                      <a:pt x="5292" y="14720"/>
                    </a:cubicBezTo>
                    <a:cubicBezTo>
                      <a:pt x="4653" y="15153"/>
                      <a:pt x="4191" y="15299"/>
                      <a:pt x="3400" y="15208"/>
                    </a:cubicBezTo>
                    <a:cubicBezTo>
                      <a:pt x="3331" y="14933"/>
                      <a:pt x="3262" y="14658"/>
                      <a:pt x="3192" y="14375"/>
                    </a:cubicBezTo>
                    <a:cubicBezTo>
                      <a:pt x="3123" y="14719"/>
                      <a:pt x="3054" y="15062"/>
                      <a:pt x="2983" y="15417"/>
                    </a:cubicBezTo>
                    <a:cubicBezTo>
                      <a:pt x="2708" y="15417"/>
                      <a:pt x="2433" y="15417"/>
                      <a:pt x="2150" y="15417"/>
                    </a:cubicBezTo>
                    <a:cubicBezTo>
                      <a:pt x="2150" y="15279"/>
                      <a:pt x="2150" y="15142"/>
                      <a:pt x="2150" y="15000"/>
                    </a:cubicBezTo>
                    <a:cubicBezTo>
                      <a:pt x="1944" y="15000"/>
                      <a:pt x="1738" y="15000"/>
                      <a:pt x="1525" y="15000"/>
                    </a:cubicBezTo>
                    <a:cubicBezTo>
                      <a:pt x="1525" y="15825"/>
                      <a:pt x="1525" y="16650"/>
                      <a:pt x="1525" y="17500"/>
                    </a:cubicBezTo>
                    <a:cubicBezTo>
                      <a:pt x="1113" y="17431"/>
                      <a:pt x="700" y="17362"/>
                      <a:pt x="275" y="17292"/>
                    </a:cubicBezTo>
                    <a:cubicBezTo>
                      <a:pt x="275" y="20592"/>
                      <a:pt x="275" y="23892"/>
                      <a:pt x="275" y="27292"/>
                    </a:cubicBezTo>
                    <a:cubicBezTo>
                      <a:pt x="206" y="27292"/>
                      <a:pt x="137" y="27292"/>
                      <a:pt x="67" y="27292"/>
                    </a:cubicBezTo>
                    <a:cubicBezTo>
                      <a:pt x="62" y="25995"/>
                      <a:pt x="58" y="24698"/>
                      <a:pt x="56" y="23401"/>
                    </a:cubicBezTo>
                    <a:cubicBezTo>
                      <a:pt x="56" y="23248"/>
                      <a:pt x="55" y="23095"/>
                      <a:pt x="55" y="22942"/>
                    </a:cubicBezTo>
                    <a:cubicBezTo>
                      <a:pt x="55" y="22911"/>
                      <a:pt x="55" y="22881"/>
                      <a:pt x="55" y="22849"/>
                    </a:cubicBezTo>
                    <a:cubicBezTo>
                      <a:pt x="54" y="22356"/>
                      <a:pt x="53" y="21862"/>
                      <a:pt x="51" y="21369"/>
                    </a:cubicBezTo>
                    <a:cubicBezTo>
                      <a:pt x="49" y="20862"/>
                      <a:pt x="48" y="20356"/>
                      <a:pt x="47" y="19849"/>
                    </a:cubicBezTo>
                    <a:cubicBezTo>
                      <a:pt x="47" y="19537"/>
                      <a:pt x="46" y="19224"/>
                      <a:pt x="44" y="18912"/>
                    </a:cubicBezTo>
                    <a:cubicBezTo>
                      <a:pt x="43" y="18672"/>
                      <a:pt x="43" y="18433"/>
                      <a:pt x="43" y="18193"/>
                    </a:cubicBezTo>
                    <a:cubicBezTo>
                      <a:pt x="43" y="18095"/>
                      <a:pt x="43" y="17996"/>
                      <a:pt x="42" y="17898"/>
                    </a:cubicBezTo>
                    <a:cubicBezTo>
                      <a:pt x="41" y="17764"/>
                      <a:pt x="41" y="17630"/>
                      <a:pt x="42" y="17496"/>
                    </a:cubicBezTo>
                    <a:cubicBezTo>
                      <a:pt x="41" y="17457"/>
                      <a:pt x="40" y="17418"/>
                      <a:pt x="40" y="17378"/>
                    </a:cubicBezTo>
                    <a:cubicBezTo>
                      <a:pt x="43" y="17110"/>
                      <a:pt x="43" y="17110"/>
                      <a:pt x="171" y="16967"/>
                    </a:cubicBezTo>
                    <a:cubicBezTo>
                      <a:pt x="205" y="16937"/>
                      <a:pt x="240" y="16906"/>
                      <a:pt x="275" y="16875"/>
                    </a:cubicBezTo>
                    <a:cubicBezTo>
                      <a:pt x="301" y="16766"/>
                      <a:pt x="301" y="16766"/>
                      <a:pt x="301" y="16649"/>
                    </a:cubicBezTo>
                    <a:cubicBezTo>
                      <a:pt x="302" y="16604"/>
                      <a:pt x="303" y="16559"/>
                      <a:pt x="303" y="16512"/>
                    </a:cubicBezTo>
                    <a:cubicBezTo>
                      <a:pt x="303" y="16463"/>
                      <a:pt x="302" y="16414"/>
                      <a:pt x="302" y="16364"/>
                    </a:cubicBezTo>
                    <a:cubicBezTo>
                      <a:pt x="302" y="16312"/>
                      <a:pt x="303" y="16259"/>
                      <a:pt x="303" y="16207"/>
                    </a:cubicBezTo>
                    <a:cubicBezTo>
                      <a:pt x="304" y="16065"/>
                      <a:pt x="304" y="15923"/>
                      <a:pt x="303" y="15781"/>
                    </a:cubicBezTo>
                    <a:cubicBezTo>
                      <a:pt x="303" y="15631"/>
                      <a:pt x="303" y="15482"/>
                      <a:pt x="303" y="15333"/>
                    </a:cubicBezTo>
                    <a:cubicBezTo>
                      <a:pt x="304" y="15082"/>
                      <a:pt x="303" y="14830"/>
                      <a:pt x="302" y="14579"/>
                    </a:cubicBezTo>
                    <a:cubicBezTo>
                      <a:pt x="301" y="14290"/>
                      <a:pt x="301" y="14002"/>
                      <a:pt x="303" y="13713"/>
                    </a:cubicBezTo>
                    <a:cubicBezTo>
                      <a:pt x="304" y="13464"/>
                      <a:pt x="304" y="13215"/>
                      <a:pt x="303" y="12966"/>
                    </a:cubicBezTo>
                    <a:cubicBezTo>
                      <a:pt x="303" y="12818"/>
                      <a:pt x="303" y="12669"/>
                      <a:pt x="303" y="12521"/>
                    </a:cubicBezTo>
                    <a:cubicBezTo>
                      <a:pt x="304" y="12381"/>
                      <a:pt x="304" y="12241"/>
                      <a:pt x="302" y="12101"/>
                    </a:cubicBezTo>
                    <a:cubicBezTo>
                      <a:pt x="302" y="12027"/>
                      <a:pt x="303" y="11952"/>
                      <a:pt x="303" y="11878"/>
                    </a:cubicBezTo>
                    <a:cubicBezTo>
                      <a:pt x="300" y="11619"/>
                      <a:pt x="266" y="11419"/>
                      <a:pt x="171" y="11177"/>
                    </a:cubicBezTo>
                    <a:cubicBezTo>
                      <a:pt x="0" y="10725"/>
                      <a:pt x="39" y="10244"/>
                      <a:pt x="43" y="9768"/>
                    </a:cubicBezTo>
                    <a:cubicBezTo>
                      <a:pt x="43" y="9661"/>
                      <a:pt x="43" y="9554"/>
                      <a:pt x="43" y="9447"/>
                    </a:cubicBezTo>
                    <a:cubicBezTo>
                      <a:pt x="43" y="9219"/>
                      <a:pt x="44" y="8990"/>
                      <a:pt x="45" y="8761"/>
                    </a:cubicBezTo>
                    <a:cubicBezTo>
                      <a:pt x="46" y="8430"/>
                      <a:pt x="47" y="8099"/>
                      <a:pt x="47" y="7769"/>
                    </a:cubicBezTo>
                    <a:cubicBezTo>
                      <a:pt x="48" y="7231"/>
                      <a:pt x="49" y="6695"/>
                      <a:pt x="51" y="6158"/>
                    </a:cubicBezTo>
                    <a:cubicBezTo>
                      <a:pt x="53" y="5636"/>
                      <a:pt x="54" y="5115"/>
                      <a:pt x="55" y="4594"/>
                    </a:cubicBezTo>
                    <a:cubicBezTo>
                      <a:pt x="55" y="4562"/>
                      <a:pt x="55" y="4530"/>
                      <a:pt x="55" y="4497"/>
                    </a:cubicBezTo>
                    <a:cubicBezTo>
                      <a:pt x="56" y="4335"/>
                      <a:pt x="56" y="4174"/>
                      <a:pt x="56" y="4012"/>
                    </a:cubicBezTo>
                    <a:cubicBezTo>
                      <a:pt x="58" y="2675"/>
                      <a:pt x="62" y="1337"/>
                      <a:pt x="67" y="0"/>
                    </a:cubicBezTo>
                    <a:close/>
                  </a:path>
                </a:pathLst>
              </a:custGeom>
              <a:solidFill>
                <a:srgbClr val="9B98BD"/>
              </a:solidFill>
              <a:ln w="2646" cap="flat">
                <a:noFill/>
              </a:ln>
            </p:spPr>
          </p:sp>
          <p:sp>
            <p:nvSpPr>
              <p:cNvPr id="2040" name="ICON_C_WINDOWS_GRAPHIC_path_012"/>
              <p:cNvSpPr/>
              <p:nvPr/>
            </p:nvSpPr>
            <p:spPr>
              <a:xfrm>
                <a:off x="6376460" y="7388159"/>
                <a:ext cx="177271" cy="184938"/>
              </a:xfrm>
              <a:custGeom>
                <a:avLst/>
                <a:gdLst/>
                <a:ahLst/>
                <a:cxnLst/>
                <a:rect l="0" t="0" r="r" b="b"/>
                <a:pathLst>
                  <a:path w="13958" h="14562" fill="norm" stroke="0">
                    <a:moveTo>
                      <a:pt x="10742" y="0"/>
                    </a:moveTo>
                    <a:cubicBezTo>
                      <a:pt x="10869" y="10"/>
                      <a:pt x="10946" y="45"/>
                      <a:pt x="11042" y="130"/>
                    </a:cubicBezTo>
                    <a:cubicBezTo>
                      <a:pt x="11136" y="272"/>
                      <a:pt x="11196" y="422"/>
                      <a:pt x="11256" y="581"/>
                    </a:cubicBezTo>
                    <a:cubicBezTo>
                      <a:pt x="11274" y="627"/>
                      <a:pt x="11292" y="673"/>
                      <a:pt x="11311" y="720"/>
                    </a:cubicBezTo>
                    <a:cubicBezTo>
                      <a:pt x="11438" y="1069"/>
                      <a:pt x="11515" y="1416"/>
                      <a:pt x="11568" y="1784"/>
                    </a:cubicBezTo>
                    <a:cubicBezTo>
                      <a:pt x="11570" y="1797"/>
                      <a:pt x="11570" y="1797"/>
                      <a:pt x="11579" y="1862"/>
                    </a:cubicBezTo>
                    <a:cubicBezTo>
                      <a:pt x="11613" y="2102"/>
                      <a:pt x="11644" y="2342"/>
                      <a:pt x="11673" y="2582"/>
                    </a:cubicBezTo>
                    <a:cubicBezTo>
                      <a:pt x="11776" y="3445"/>
                      <a:pt x="12011" y="3988"/>
                      <a:pt x="12500" y="4714"/>
                    </a:cubicBezTo>
                    <a:cubicBezTo>
                      <a:pt x="12569" y="3957"/>
                      <a:pt x="12637" y="3201"/>
                      <a:pt x="12708" y="2422"/>
                    </a:cubicBezTo>
                    <a:cubicBezTo>
                      <a:pt x="12777" y="2422"/>
                      <a:pt x="12846" y="2422"/>
                      <a:pt x="12917" y="2422"/>
                    </a:cubicBezTo>
                    <a:cubicBezTo>
                      <a:pt x="12917" y="2451"/>
                      <a:pt x="12917" y="2479"/>
                      <a:pt x="12918" y="2509"/>
                    </a:cubicBezTo>
                    <a:cubicBezTo>
                      <a:pt x="12925" y="3210"/>
                      <a:pt x="12938" y="3911"/>
                      <a:pt x="12955" y="4611"/>
                    </a:cubicBezTo>
                    <a:cubicBezTo>
                      <a:pt x="12963" y="4950"/>
                      <a:pt x="12970" y="5289"/>
                      <a:pt x="12973" y="5628"/>
                    </a:cubicBezTo>
                    <a:cubicBezTo>
                      <a:pt x="12976" y="5923"/>
                      <a:pt x="12981" y="6219"/>
                      <a:pt x="12990" y="6514"/>
                    </a:cubicBezTo>
                    <a:cubicBezTo>
                      <a:pt x="12995" y="6670"/>
                      <a:pt x="12998" y="6827"/>
                      <a:pt x="12998" y="6983"/>
                    </a:cubicBezTo>
                    <a:cubicBezTo>
                      <a:pt x="12998" y="7131"/>
                      <a:pt x="13002" y="7278"/>
                      <a:pt x="13009" y="7425"/>
                    </a:cubicBezTo>
                    <a:cubicBezTo>
                      <a:pt x="13010" y="7479"/>
                      <a:pt x="13011" y="7533"/>
                      <a:pt x="13009" y="7587"/>
                    </a:cubicBezTo>
                    <a:cubicBezTo>
                      <a:pt x="13006" y="7785"/>
                      <a:pt x="13036" y="7851"/>
                      <a:pt x="13125" y="8047"/>
                    </a:cubicBezTo>
                    <a:cubicBezTo>
                      <a:pt x="13262" y="8081"/>
                      <a:pt x="13262" y="8081"/>
                      <a:pt x="13958" y="8255"/>
                    </a:cubicBezTo>
                    <a:cubicBezTo>
                      <a:pt x="13958" y="9149"/>
                      <a:pt x="13958" y="10043"/>
                      <a:pt x="13958" y="10964"/>
                    </a:cubicBezTo>
                    <a:cubicBezTo>
                      <a:pt x="13890" y="10964"/>
                      <a:pt x="13821" y="10964"/>
                      <a:pt x="13750" y="10964"/>
                    </a:cubicBezTo>
                    <a:cubicBezTo>
                      <a:pt x="13716" y="10689"/>
                      <a:pt x="13716" y="10689"/>
                      <a:pt x="13542" y="9297"/>
                    </a:cubicBezTo>
                    <a:cubicBezTo>
                      <a:pt x="13335" y="9297"/>
                      <a:pt x="13129" y="9297"/>
                      <a:pt x="12917" y="9297"/>
                    </a:cubicBezTo>
                    <a:cubicBezTo>
                      <a:pt x="12916" y="9326"/>
                      <a:pt x="12916" y="9326"/>
                      <a:pt x="12911" y="9476"/>
                    </a:cubicBezTo>
                    <a:cubicBezTo>
                      <a:pt x="12895" y="10034"/>
                      <a:pt x="12877" y="10592"/>
                      <a:pt x="12857" y="11150"/>
                    </a:cubicBezTo>
                    <a:cubicBezTo>
                      <a:pt x="12846" y="11436"/>
                      <a:pt x="12837" y="11723"/>
                      <a:pt x="12829" y="12010"/>
                    </a:cubicBezTo>
                    <a:cubicBezTo>
                      <a:pt x="12822" y="12260"/>
                      <a:pt x="12814" y="12510"/>
                      <a:pt x="12804" y="12760"/>
                    </a:cubicBezTo>
                    <a:cubicBezTo>
                      <a:pt x="12798" y="12893"/>
                      <a:pt x="12794" y="13025"/>
                      <a:pt x="12791" y="13157"/>
                    </a:cubicBezTo>
                    <a:cubicBezTo>
                      <a:pt x="12769" y="14071"/>
                      <a:pt x="12769" y="14071"/>
                      <a:pt x="12564" y="14309"/>
                    </a:cubicBezTo>
                    <a:cubicBezTo>
                      <a:pt x="12388" y="14475"/>
                      <a:pt x="12212" y="14559"/>
                      <a:pt x="11969" y="14562"/>
                    </a:cubicBezTo>
                    <a:cubicBezTo>
                      <a:pt x="11934" y="14561"/>
                      <a:pt x="11898" y="14559"/>
                      <a:pt x="11862" y="14557"/>
                    </a:cubicBezTo>
                    <a:cubicBezTo>
                      <a:pt x="11844" y="14558"/>
                      <a:pt x="11844" y="14558"/>
                      <a:pt x="11752" y="14562"/>
                    </a:cubicBezTo>
                    <a:cubicBezTo>
                      <a:pt x="11639" y="14560"/>
                      <a:pt x="11563" y="14548"/>
                      <a:pt x="11458" y="14505"/>
                    </a:cubicBezTo>
                    <a:cubicBezTo>
                      <a:pt x="11206" y="14206"/>
                      <a:pt x="11215" y="13819"/>
                      <a:pt x="11207" y="13448"/>
                    </a:cubicBezTo>
                    <a:cubicBezTo>
                      <a:pt x="11205" y="13385"/>
                      <a:pt x="11203" y="13321"/>
                      <a:pt x="11201" y="13257"/>
                    </a:cubicBezTo>
                    <a:cubicBezTo>
                      <a:pt x="11195" y="13086"/>
                      <a:pt x="11191" y="12914"/>
                      <a:pt x="11187" y="12742"/>
                    </a:cubicBezTo>
                    <a:cubicBezTo>
                      <a:pt x="11182" y="12562"/>
                      <a:pt x="11176" y="12382"/>
                      <a:pt x="11171" y="12202"/>
                    </a:cubicBezTo>
                    <a:cubicBezTo>
                      <a:pt x="11160" y="11862"/>
                      <a:pt x="11151" y="11522"/>
                      <a:pt x="11142" y="11182"/>
                    </a:cubicBezTo>
                    <a:cubicBezTo>
                      <a:pt x="11132" y="10795"/>
                      <a:pt x="11120" y="10407"/>
                      <a:pt x="11109" y="10020"/>
                    </a:cubicBezTo>
                    <a:cubicBezTo>
                      <a:pt x="11085" y="9223"/>
                      <a:pt x="11063" y="8427"/>
                      <a:pt x="11042" y="7630"/>
                    </a:cubicBezTo>
                    <a:cubicBezTo>
                      <a:pt x="10972" y="7728"/>
                      <a:pt x="10904" y="7826"/>
                      <a:pt x="10836" y="7925"/>
                    </a:cubicBezTo>
                    <a:cubicBezTo>
                      <a:pt x="10817" y="7952"/>
                      <a:pt x="10798" y="7980"/>
                      <a:pt x="10777" y="8008"/>
                    </a:cubicBezTo>
                    <a:cubicBezTo>
                      <a:pt x="10596" y="8273"/>
                      <a:pt x="10577" y="8484"/>
                      <a:pt x="10560" y="8802"/>
                    </a:cubicBezTo>
                    <a:cubicBezTo>
                      <a:pt x="10539" y="8984"/>
                      <a:pt x="10514" y="9140"/>
                      <a:pt x="10417" y="9297"/>
                    </a:cubicBezTo>
                    <a:cubicBezTo>
                      <a:pt x="10110" y="9483"/>
                      <a:pt x="9725" y="9495"/>
                      <a:pt x="9375" y="9505"/>
                    </a:cubicBezTo>
                    <a:cubicBezTo>
                      <a:pt x="9071" y="8679"/>
                      <a:pt x="8865" y="7879"/>
                      <a:pt x="8750" y="7005"/>
                    </a:cubicBezTo>
                    <a:cubicBezTo>
                      <a:pt x="7845" y="7167"/>
                      <a:pt x="7845" y="7167"/>
                      <a:pt x="7577" y="7476"/>
                    </a:cubicBezTo>
                    <a:cubicBezTo>
                      <a:pt x="7374" y="7819"/>
                      <a:pt x="7346" y="8284"/>
                      <a:pt x="7292" y="8672"/>
                    </a:cubicBezTo>
                    <a:cubicBezTo>
                      <a:pt x="7083" y="8718"/>
                      <a:pt x="6870" y="8759"/>
                      <a:pt x="6667" y="8672"/>
                    </a:cubicBezTo>
                    <a:cubicBezTo>
                      <a:pt x="6495" y="8493"/>
                      <a:pt x="6427" y="8236"/>
                      <a:pt x="6352" y="8006"/>
                    </a:cubicBezTo>
                    <a:cubicBezTo>
                      <a:pt x="6316" y="7893"/>
                      <a:pt x="6275" y="7782"/>
                      <a:pt x="6233" y="7671"/>
                    </a:cubicBezTo>
                    <a:cubicBezTo>
                      <a:pt x="6051" y="7164"/>
                      <a:pt x="6007" y="6708"/>
                      <a:pt x="6042" y="6172"/>
                    </a:cubicBezTo>
                    <a:cubicBezTo>
                      <a:pt x="5835" y="6172"/>
                      <a:pt x="5629" y="6172"/>
                      <a:pt x="5417" y="6172"/>
                    </a:cubicBezTo>
                    <a:cubicBezTo>
                      <a:pt x="5348" y="7066"/>
                      <a:pt x="5279" y="7959"/>
                      <a:pt x="5208" y="8880"/>
                    </a:cubicBezTo>
                    <a:cubicBezTo>
                      <a:pt x="4865" y="8811"/>
                      <a:pt x="4521" y="8743"/>
                      <a:pt x="4167" y="8672"/>
                    </a:cubicBezTo>
                    <a:cubicBezTo>
                      <a:pt x="4001" y="8291"/>
                      <a:pt x="4001" y="8291"/>
                      <a:pt x="4001" y="8135"/>
                    </a:cubicBezTo>
                    <a:cubicBezTo>
                      <a:pt x="4000" y="8101"/>
                      <a:pt x="4000" y="8068"/>
                      <a:pt x="3999" y="8033"/>
                    </a:cubicBezTo>
                    <a:cubicBezTo>
                      <a:pt x="3999" y="8016"/>
                      <a:pt x="3999" y="8016"/>
                      <a:pt x="3997" y="7930"/>
                    </a:cubicBezTo>
                    <a:cubicBezTo>
                      <a:pt x="3992" y="7860"/>
                      <a:pt x="3987" y="7791"/>
                      <a:pt x="3981" y="7722"/>
                    </a:cubicBezTo>
                    <a:cubicBezTo>
                      <a:pt x="3968" y="7552"/>
                      <a:pt x="3962" y="7384"/>
                      <a:pt x="3958" y="7214"/>
                    </a:cubicBezTo>
                    <a:cubicBezTo>
                      <a:pt x="3805" y="7265"/>
                      <a:pt x="3671" y="7324"/>
                      <a:pt x="3542" y="7422"/>
                    </a:cubicBezTo>
                    <a:cubicBezTo>
                      <a:pt x="3477" y="7567"/>
                      <a:pt x="3479" y="7706"/>
                      <a:pt x="3479" y="7863"/>
                    </a:cubicBezTo>
                    <a:cubicBezTo>
                      <a:pt x="3477" y="7907"/>
                      <a:pt x="3475" y="7952"/>
                      <a:pt x="3473" y="7997"/>
                    </a:cubicBezTo>
                    <a:cubicBezTo>
                      <a:pt x="3468" y="8144"/>
                      <a:pt x="3465" y="8291"/>
                      <a:pt x="3463" y="8438"/>
                    </a:cubicBezTo>
                    <a:cubicBezTo>
                      <a:pt x="3459" y="8539"/>
                      <a:pt x="3456" y="8641"/>
                      <a:pt x="3452" y="8743"/>
                    </a:cubicBezTo>
                    <a:cubicBezTo>
                      <a:pt x="3443" y="8984"/>
                      <a:pt x="3436" y="9225"/>
                      <a:pt x="3431" y="9466"/>
                    </a:cubicBezTo>
                    <a:cubicBezTo>
                      <a:pt x="3419" y="9924"/>
                      <a:pt x="3405" y="10381"/>
                      <a:pt x="3389" y="10838"/>
                    </a:cubicBezTo>
                    <a:cubicBezTo>
                      <a:pt x="3385" y="10988"/>
                      <a:pt x="3381" y="11138"/>
                      <a:pt x="3378" y="11288"/>
                    </a:cubicBezTo>
                    <a:cubicBezTo>
                      <a:pt x="3375" y="11380"/>
                      <a:pt x="3372" y="11472"/>
                      <a:pt x="3369" y="11564"/>
                    </a:cubicBezTo>
                    <a:cubicBezTo>
                      <a:pt x="3369" y="11585"/>
                      <a:pt x="3369" y="11585"/>
                      <a:pt x="3368" y="11691"/>
                    </a:cubicBezTo>
                    <a:cubicBezTo>
                      <a:pt x="3366" y="11729"/>
                      <a:pt x="3365" y="11768"/>
                      <a:pt x="3363" y="11808"/>
                    </a:cubicBezTo>
                    <a:cubicBezTo>
                      <a:pt x="3362" y="11841"/>
                      <a:pt x="3362" y="11874"/>
                      <a:pt x="3361" y="11909"/>
                    </a:cubicBezTo>
                    <a:cubicBezTo>
                      <a:pt x="3333" y="12005"/>
                      <a:pt x="3333" y="12005"/>
                      <a:pt x="3125" y="12214"/>
                    </a:cubicBezTo>
                    <a:cubicBezTo>
                      <a:pt x="2781" y="12214"/>
                      <a:pt x="2437" y="12214"/>
                      <a:pt x="2083" y="12214"/>
                    </a:cubicBezTo>
                    <a:cubicBezTo>
                      <a:pt x="2015" y="10701"/>
                      <a:pt x="1946" y="9189"/>
                      <a:pt x="1875" y="7630"/>
                    </a:cubicBezTo>
                    <a:cubicBezTo>
                      <a:pt x="1806" y="7802"/>
                      <a:pt x="1806" y="7802"/>
                      <a:pt x="1458" y="8672"/>
                    </a:cubicBezTo>
                    <a:cubicBezTo>
                      <a:pt x="1015" y="8737"/>
                      <a:pt x="1015" y="8737"/>
                      <a:pt x="625" y="8672"/>
                    </a:cubicBezTo>
                    <a:cubicBezTo>
                      <a:pt x="556" y="8259"/>
                      <a:pt x="487" y="7847"/>
                      <a:pt x="417" y="7422"/>
                    </a:cubicBezTo>
                    <a:cubicBezTo>
                      <a:pt x="279" y="7422"/>
                      <a:pt x="142" y="7422"/>
                      <a:pt x="0" y="7422"/>
                    </a:cubicBezTo>
                    <a:cubicBezTo>
                      <a:pt x="0" y="6322"/>
                      <a:pt x="0" y="5222"/>
                      <a:pt x="0" y="4089"/>
                    </a:cubicBezTo>
                    <a:cubicBezTo>
                      <a:pt x="275" y="4089"/>
                      <a:pt x="550" y="4089"/>
                      <a:pt x="833" y="4089"/>
                    </a:cubicBezTo>
                    <a:cubicBezTo>
                      <a:pt x="955" y="3764"/>
                      <a:pt x="955" y="3764"/>
                      <a:pt x="964" y="3600"/>
                    </a:cubicBezTo>
                    <a:cubicBezTo>
                      <a:pt x="990" y="3555"/>
                      <a:pt x="1015" y="3510"/>
                      <a:pt x="1042" y="3464"/>
                    </a:cubicBezTo>
                    <a:cubicBezTo>
                      <a:pt x="1248" y="3464"/>
                      <a:pt x="1454" y="3464"/>
                      <a:pt x="1667" y="3464"/>
                    </a:cubicBezTo>
                    <a:cubicBezTo>
                      <a:pt x="1667" y="4082"/>
                      <a:pt x="1667" y="4701"/>
                      <a:pt x="1667" y="5339"/>
                    </a:cubicBezTo>
                    <a:cubicBezTo>
                      <a:pt x="2331" y="5052"/>
                      <a:pt x="2331" y="5052"/>
                      <a:pt x="2550" y="4957"/>
                    </a:cubicBezTo>
                    <a:cubicBezTo>
                      <a:pt x="2839" y="4832"/>
                      <a:pt x="3126" y="4710"/>
                      <a:pt x="3424" y="4609"/>
                    </a:cubicBezTo>
                    <a:cubicBezTo>
                      <a:pt x="3974" y="4420"/>
                      <a:pt x="4340" y="4191"/>
                      <a:pt x="4702" y="3739"/>
                    </a:cubicBezTo>
                    <a:cubicBezTo>
                      <a:pt x="4793" y="3631"/>
                      <a:pt x="4793" y="3631"/>
                      <a:pt x="5000" y="3464"/>
                    </a:cubicBezTo>
                    <a:cubicBezTo>
                      <a:pt x="5206" y="3464"/>
                      <a:pt x="5412" y="3464"/>
                      <a:pt x="5625" y="3464"/>
                    </a:cubicBezTo>
                    <a:cubicBezTo>
                      <a:pt x="5625" y="2501"/>
                      <a:pt x="5625" y="1539"/>
                      <a:pt x="5625" y="547"/>
                    </a:cubicBezTo>
                    <a:cubicBezTo>
                      <a:pt x="5969" y="478"/>
                      <a:pt x="6312" y="409"/>
                      <a:pt x="6667" y="339"/>
                    </a:cubicBezTo>
                    <a:cubicBezTo>
                      <a:pt x="6875" y="547"/>
                      <a:pt x="6875" y="547"/>
                      <a:pt x="6901" y="657"/>
                    </a:cubicBezTo>
                    <a:cubicBezTo>
                      <a:pt x="6900" y="677"/>
                      <a:pt x="6900" y="677"/>
                      <a:pt x="6900" y="778"/>
                    </a:cubicBezTo>
                    <a:cubicBezTo>
                      <a:pt x="6900" y="823"/>
                      <a:pt x="6901" y="869"/>
                      <a:pt x="6901" y="916"/>
                    </a:cubicBezTo>
                    <a:cubicBezTo>
                      <a:pt x="6900" y="941"/>
                      <a:pt x="6900" y="941"/>
                      <a:pt x="6899" y="1068"/>
                    </a:cubicBezTo>
                    <a:cubicBezTo>
                      <a:pt x="6899" y="1121"/>
                      <a:pt x="6899" y="1175"/>
                      <a:pt x="6899" y="1228"/>
                    </a:cubicBezTo>
                    <a:cubicBezTo>
                      <a:pt x="6899" y="1372"/>
                      <a:pt x="6897" y="1517"/>
                      <a:pt x="6896" y="1662"/>
                    </a:cubicBezTo>
                    <a:cubicBezTo>
                      <a:pt x="6895" y="1813"/>
                      <a:pt x="6895" y="1964"/>
                      <a:pt x="6894" y="2116"/>
                    </a:cubicBezTo>
                    <a:cubicBezTo>
                      <a:pt x="6894" y="2402"/>
                      <a:pt x="6892" y="2688"/>
                      <a:pt x="6890" y="2974"/>
                    </a:cubicBezTo>
                    <a:cubicBezTo>
                      <a:pt x="6887" y="3300"/>
                      <a:pt x="6886" y="3626"/>
                      <a:pt x="6885" y="3952"/>
                    </a:cubicBezTo>
                    <a:cubicBezTo>
                      <a:pt x="6883" y="4623"/>
                      <a:pt x="6880" y="5293"/>
                      <a:pt x="6875" y="5964"/>
                    </a:cubicBezTo>
                    <a:cubicBezTo>
                      <a:pt x="7012" y="5964"/>
                      <a:pt x="7150" y="5964"/>
                      <a:pt x="7292" y="5964"/>
                    </a:cubicBezTo>
                    <a:cubicBezTo>
                      <a:pt x="7295" y="5928"/>
                      <a:pt x="7299" y="5892"/>
                      <a:pt x="7303" y="5856"/>
                    </a:cubicBezTo>
                    <a:cubicBezTo>
                      <a:pt x="7340" y="5518"/>
                      <a:pt x="7380" y="5181"/>
                      <a:pt x="7422" y="4844"/>
                    </a:cubicBezTo>
                    <a:cubicBezTo>
                      <a:pt x="7444" y="4671"/>
                      <a:pt x="7465" y="4498"/>
                      <a:pt x="7483" y="4324"/>
                    </a:cubicBezTo>
                    <a:cubicBezTo>
                      <a:pt x="7501" y="4157"/>
                      <a:pt x="7521" y="3989"/>
                      <a:pt x="7544" y="3822"/>
                    </a:cubicBezTo>
                    <a:cubicBezTo>
                      <a:pt x="7552" y="3759"/>
                      <a:pt x="7559" y="3695"/>
                      <a:pt x="7565" y="3631"/>
                    </a:cubicBezTo>
                    <a:cubicBezTo>
                      <a:pt x="7592" y="3353"/>
                      <a:pt x="7625" y="3111"/>
                      <a:pt x="7835" y="2912"/>
                    </a:cubicBezTo>
                    <a:cubicBezTo>
                      <a:pt x="7886" y="2872"/>
                      <a:pt x="7938" y="2833"/>
                      <a:pt x="7991" y="2796"/>
                    </a:cubicBezTo>
                    <a:cubicBezTo>
                      <a:pt x="8015" y="2779"/>
                      <a:pt x="8039" y="2762"/>
                      <a:pt x="8064" y="2744"/>
                    </a:cubicBezTo>
                    <a:cubicBezTo>
                      <a:pt x="8365" y="2563"/>
                      <a:pt x="8570" y="2630"/>
                      <a:pt x="8958" y="2630"/>
                    </a:cubicBezTo>
                    <a:cubicBezTo>
                      <a:pt x="9096" y="3455"/>
                      <a:pt x="9233" y="4280"/>
                      <a:pt x="9375" y="5130"/>
                    </a:cubicBezTo>
                    <a:cubicBezTo>
                      <a:pt x="9444" y="5130"/>
                      <a:pt x="9512" y="5130"/>
                      <a:pt x="9583" y="5130"/>
                    </a:cubicBezTo>
                    <a:cubicBezTo>
                      <a:pt x="9584" y="5083"/>
                      <a:pt x="9586" y="5036"/>
                      <a:pt x="9587" y="4987"/>
                    </a:cubicBezTo>
                    <a:cubicBezTo>
                      <a:pt x="9599" y="4536"/>
                      <a:pt x="9614" y="4086"/>
                      <a:pt x="9632" y="3636"/>
                    </a:cubicBezTo>
                    <a:cubicBezTo>
                      <a:pt x="9642" y="3404"/>
                      <a:pt x="9650" y="3173"/>
                      <a:pt x="9655" y="2942"/>
                    </a:cubicBezTo>
                    <a:cubicBezTo>
                      <a:pt x="9706" y="921"/>
                      <a:pt x="9706" y="921"/>
                      <a:pt x="10335" y="206"/>
                    </a:cubicBezTo>
                    <a:cubicBezTo>
                      <a:pt x="10459" y="91"/>
                      <a:pt x="10571" y="17"/>
                      <a:pt x="10742" y="0"/>
                    </a:cubicBezTo>
                    <a:close/>
                  </a:path>
                </a:pathLst>
              </a:custGeom>
              <a:solidFill>
                <a:srgbClr val="ADC5CE"/>
              </a:solidFill>
              <a:ln w="2646" cap="flat">
                <a:noFill/>
              </a:ln>
            </p:spPr>
          </p:sp>
          <p:sp>
            <p:nvSpPr>
              <p:cNvPr id="2041" name="ICON_C_WINDOWS_GRAPHIC_path_013"/>
              <p:cNvSpPr/>
              <p:nvPr/>
            </p:nvSpPr>
            <p:spPr>
              <a:xfrm>
                <a:off x="5391468" y="7285397"/>
                <a:ext cx="247216" cy="361831"/>
              </a:xfrm>
              <a:custGeom>
                <a:avLst/>
                <a:gdLst/>
                <a:ahLst/>
                <a:cxnLst/>
                <a:rect l="0" t="0" r="r" b="b"/>
                <a:pathLst>
                  <a:path w="19466" h="28491" fill="norm" stroke="0">
                    <a:moveTo>
                      <a:pt x="683" y="97"/>
                    </a:moveTo>
                    <a:cubicBezTo>
                      <a:pt x="2929" y="82"/>
                      <a:pt x="5174" y="71"/>
                      <a:pt x="7419" y="65"/>
                    </a:cubicBezTo>
                    <a:cubicBezTo>
                      <a:pt x="7684" y="64"/>
                      <a:pt x="7950" y="63"/>
                      <a:pt x="8215" y="62"/>
                    </a:cubicBezTo>
                    <a:cubicBezTo>
                      <a:pt x="8241" y="62"/>
                      <a:pt x="8267" y="62"/>
                      <a:pt x="8295" y="62"/>
                    </a:cubicBezTo>
                    <a:cubicBezTo>
                      <a:pt x="9149" y="59"/>
                      <a:pt x="10004" y="55"/>
                      <a:pt x="10858" y="49"/>
                    </a:cubicBezTo>
                    <a:cubicBezTo>
                      <a:pt x="11762" y="43"/>
                      <a:pt x="12665" y="39"/>
                      <a:pt x="13569" y="38"/>
                    </a:cubicBezTo>
                    <a:cubicBezTo>
                      <a:pt x="14110" y="37"/>
                      <a:pt x="14651" y="34"/>
                      <a:pt x="15191" y="29"/>
                    </a:cubicBezTo>
                    <a:cubicBezTo>
                      <a:pt x="15563" y="26"/>
                      <a:pt x="15934" y="25"/>
                      <a:pt x="16305" y="26"/>
                    </a:cubicBezTo>
                    <a:cubicBezTo>
                      <a:pt x="16519" y="26"/>
                      <a:pt x="16733" y="26"/>
                      <a:pt x="16947" y="22"/>
                    </a:cubicBezTo>
                    <a:cubicBezTo>
                      <a:pt x="18442" y="0"/>
                      <a:pt x="18442" y="0"/>
                      <a:pt x="18805" y="348"/>
                    </a:cubicBezTo>
                    <a:cubicBezTo>
                      <a:pt x="19139" y="749"/>
                      <a:pt x="19107" y="1284"/>
                      <a:pt x="19104" y="1777"/>
                    </a:cubicBezTo>
                    <a:cubicBezTo>
                      <a:pt x="19105" y="1883"/>
                      <a:pt x="19107" y="1989"/>
                      <a:pt x="19109" y="2095"/>
                    </a:cubicBezTo>
                    <a:cubicBezTo>
                      <a:pt x="19113" y="2321"/>
                      <a:pt x="19115" y="2548"/>
                      <a:pt x="19115" y="2775"/>
                    </a:cubicBezTo>
                    <a:cubicBezTo>
                      <a:pt x="19115" y="3104"/>
                      <a:pt x="19119" y="3432"/>
                      <a:pt x="19124" y="3761"/>
                    </a:cubicBezTo>
                    <a:cubicBezTo>
                      <a:pt x="19132" y="4295"/>
                      <a:pt x="19138" y="4829"/>
                      <a:pt x="19141" y="5363"/>
                    </a:cubicBezTo>
                    <a:cubicBezTo>
                      <a:pt x="19145" y="5880"/>
                      <a:pt x="19149" y="6397"/>
                      <a:pt x="19155" y="6914"/>
                    </a:cubicBezTo>
                    <a:cubicBezTo>
                      <a:pt x="19155" y="6946"/>
                      <a:pt x="19155" y="6977"/>
                      <a:pt x="19156" y="7010"/>
                    </a:cubicBezTo>
                    <a:cubicBezTo>
                      <a:pt x="19159" y="7358"/>
                      <a:pt x="19163" y="7707"/>
                      <a:pt x="19168" y="8055"/>
                    </a:cubicBezTo>
                    <a:cubicBezTo>
                      <a:pt x="19168" y="8086"/>
                      <a:pt x="19169" y="8116"/>
                      <a:pt x="19169" y="8148"/>
                    </a:cubicBezTo>
                    <a:cubicBezTo>
                      <a:pt x="19170" y="8271"/>
                      <a:pt x="19172" y="8393"/>
                      <a:pt x="19174" y="8516"/>
                    </a:cubicBezTo>
                    <a:cubicBezTo>
                      <a:pt x="19178" y="8874"/>
                      <a:pt x="19182" y="9232"/>
                      <a:pt x="19184" y="9589"/>
                    </a:cubicBezTo>
                    <a:cubicBezTo>
                      <a:pt x="19185" y="9814"/>
                      <a:pt x="19187" y="10039"/>
                      <a:pt x="19190" y="10263"/>
                    </a:cubicBezTo>
                    <a:cubicBezTo>
                      <a:pt x="19191" y="10392"/>
                      <a:pt x="19192" y="10521"/>
                      <a:pt x="19192" y="10651"/>
                    </a:cubicBezTo>
                    <a:cubicBezTo>
                      <a:pt x="19194" y="11148"/>
                      <a:pt x="19204" y="11578"/>
                      <a:pt x="19386" y="12043"/>
                    </a:cubicBezTo>
                    <a:cubicBezTo>
                      <a:pt x="19466" y="12275"/>
                      <a:pt x="19462" y="12502"/>
                      <a:pt x="19460" y="12745"/>
                    </a:cubicBezTo>
                    <a:cubicBezTo>
                      <a:pt x="19461" y="12798"/>
                      <a:pt x="19461" y="12851"/>
                      <a:pt x="19461" y="12904"/>
                    </a:cubicBezTo>
                    <a:cubicBezTo>
                      <a:pt x="19462" y="13046"/>
                      <a:pt x="19462" y="13188"/>
                      <a:pt x="19461" y="13330"/>
                    </a:cubicBezTo>
                    <a:cubicBezTo>
                      <a:pt x="19461" y="13480"/>
                      <a:pt x="19461" y="13629"/>
                      <a:pt x="19462" y="13779"/>
                    </a:cubicBezTo>
                    <a:cubicBezTo>
                      <a:pt x="19462" y="14029"/>
                      <a:pt x="19461" y="14280"/>
                      <a:pt x="19460" y="14530"/>
                    </a:cubicBezTo>
                    <a:cubicBezTo>
                      <a:pt x="19459" y="14819"/>
                      <a:pt x="19460" y="15108"/>
                      <a:pt x="19461" y="15397"/>
                    </a:cubicBezTo>
                    <a:cubicBezTo>
                      <a:pt x="19462" y="15647"/>
                      <a:pt x="19462" y="15896"/>
                      <a:pt x="19461" y="16145"/>
                    </a:cubicBezTo>
                    <a:cubicBezTo>
                      <a:pt x="19461" y="16294"/>
                      <a:pt x="19461" y="16442"/>
                      <a:pt x="19462" y="16591"/>
                    </a:cubicBezTo>
                    <a:cubicBezTo>
                      <a:pt x="19462" y="16730"/>
                      <a:pt x="19462" y="16869"/>
                      <a:pt x="19461" y="17008"/>
                    </a:cubicBezTo>
                    <a:cubicBezTo>
                      <a:pt x="19460" y="17084"/>
                      <a:pt x="19461" y="17159"/>
                      <a:pt x="19462" y="17234"/>
                    </a:cubicBezTo>
                    <a:cubicBezTo>
                      <a:pt x="19461" y="17256"/>
                      <a:pt x="19461" y="17256"/>
                      <a:pt x="19460" y="17370"/>
                    </a:cubicBezTo>
                    <a:cubicBezTo>
                      <a:pt x="19460" y="17390"/>
                      <a:pt x="19460" y="17390"/>
                      <a:pt x="19460" y="17488"/>
                    </a:cubicBezTo>
                    <a:cubicBezTo>
                      <a:pt x="19433" y="17597"/>
                      <a:pt x="19433" y="17597"/>
                      <a:pt x="19329" y="17689"/>
                    </a:cubicBezTo>
                    <a:cubicBezTo>
                      <a:pt x="19177" y="17859"/>
                      <a:pt x="19194" y="18003"/>
                      <a:pt x="19195" y="18224"/>
                    </a:cubicBezTo>
                    <a:cubicBezTo>
                      <a:pt x="19194" y="18267"/>
                      <a:pt x="19193" y="18309"/>
                      <a:pt x="19193" y="18353"/>
                    </a:cubicBezTo>
                    <a:cubicBezTo>
                      <a:pt x="19190" y="18496"/>
                      <a:pt x="19190" y="18639"/>
                      <a:pt x="19189" y="18782"/>
                    </a:cubicBezTo>
                    <a:cubicBezTo>
                      <a:pt x="19188" y="18884"/>
                      <a:pt x="19186" y="18986"/>
                      <a:pt x="19185" y="19089"/>
                    </a:cubicBezTo>
                    <a:cubicBezTo>
                      <a:pt x="19181" y="19309"/>
                      <a:pt x="19179" y="19529"/>
                      <a:pt x="19177" y="19750"/>
                    </a:cubicBezTo>
                    <a:cubicBezTo>
                      <a:pt x="19174" y="20069"/>
                      <a:pt x="19170" y="20388"/>
                      <a:pt x="19165" y="20706"/>
                    </a:cubicBezTo>
                    <a:cubicBezTo>
                      <a:pt x="19157" y="21224"/>
                      <a:pt x="19150" y="21742"/>
                      <a:pt x="19143" y="22260"/>
                    </a:cubicBezTo>
                    <a:cubicBezTo>
                      <a:pt x="19143" y="22291"/>
                      <a:pt x="19142" y="22322"/>
                      <a:pt x="19142" y="22354"/>
                    </a:cubicBezTo>
                    <a:cubicBezTo>
                      <a:pt x="19136" y="22793"/>
                      <a:pt x="19131" y="23233"/>
                      <a:pt x="19127" y="23673"/>
                    </a:cubicBezTo>
                    <a:cubicBezTo>
                      <a:pt x="19126" y="23689"/>
                      <a:pt x="19126" y="23689"/>
                      <a:pt x="19126" y="23767"/>
                    </a:cubicBezTo>
                    <a:cubicBezTo>
                      <a:pt x="19125" y="23798"/>
                      <a:pt x="19125" y="23829"/>
                      <a:pt x="19125" y="23861"/>
                    </a:cubicBezTo>
                    <a:cubicBezTo>
                      <a:pt x="19119" y="24376"/>
                      <a:pt x="19112" y="24892"/>
                      <a:pt x="19104" y="25408"/>
                    </a:cubicBezTo>
                    <a:cubicBezTo>
                      <a:pt x="19098" y="25726"/>
                      <a:pt x="19094" y="26044"/>
                      <a:pt x="19092" y="26363"/>
                    </a:cubicBezTo>
                    <a:cubicBezTo>
                      <a:pt x="19091" y="26606"/>
                      <a:pt x="19087" y="26850"/>
                      <a:pt x="19082" y="27094"/>
                    </a:cubicBezTo>
                    <a:cubicBezTo>
                      <a:pt x="19081" y="27194"/>
                      <a:pt x="19080" y="27294"/>
                      <a:pt x="19080" y="27394"/>
                    </a:cubicBezTo>
                    <a:cubicBezTo>
                      <a:pt x="19079" y="27530"/>
                      <a:pt x="19077" y="27666"/>
                      <a:pt x="19073" y="27803"/>
                    </a:cubicBezTo>
                    <a:cubicBezTo>
                      <a:pt x="19074" y="27822"/>
                      <a:pt x="19074" y="27822"/>
                      <a:pt x="19075" y="27923"/>
                    </a:cubicBezTo>
                    <a:cubicBezTo>
                      <a:pt x="19069" y="28079"/>
                      <a:pt x="19058" y="28180"/>
                      <a:pt x="18946" y="28293"/>
                    </a:cubicBezTo>
                    <a:cubicBezTo>
                      <a:pt x="18619" y="28491"/>
                      <a:pt x="18234" y="28460"/>
                      <a:pt x="17865" y="28458"/>
                    </a:cubicBezTo>
                    <a:cubicBezTo>
                      <a:pt x="17790" y="28458"/>
                      <a:pt x="17715" y="28459"/>
                      <a:pt x="17640" y="28459"/>
                    </a:cubicBezTo>
                    <a:cubicBezTo>
                      <a:pt x="17435" y="28461"/>
                      <a:pt x="17230" y="28461"/>
                      <a:pt x="17025" y="28460"/>
                    </a:cubicBezTo>
                    <a:cubicBezTo>
                      <a:pt x="16804" y="28460"/>
                      <a:pt x="16583" y="28461"/>
                      <a:pt x="16362" y="28462"/>
                    </a:cubicBezTo>
                    <a:cubicBezTo>
                      <a:pt x="15929" y="28464"/>
                      <a:pt x="15495" y="28465"/>
                      <a:pt x="15062" y="28465"/>
                    </a:cubicBezTo>
                    <a:cubicBezTo>
                      <a:pt x="14710" y="28465"/>
                      <a:pt x="14358" y="28465"/>
                      <a:pt x="14006" y="28466"/>
                    </a:cubicBezTo>
                    <a:cubicBezTo>
                      <a:pt x="13170" y="28468"/>
                      <a:pt x="12334" y="28469"/>
                      <a:pt x="11498" y="28469"/>
                    </a:cubicBezTo>
                    <a:cubicBezTo>
                      <a:pt x="11471" y="28469"/>
                      <a:pt x="11444" y="28469"/>
                      <a:pt x="11417" y="28469"/>
                    </a:cubicBezTo>
                    <a:cubicBezTo>
                      <a:pt x="11281" y="28469"/>
                      <a:pt x="11146" y="28469"/>
                      <a:pt x="11011" y="28469"/>
                    </a:cubicBezTo>
                    <a:cubicBezTo>
                      <a:pt x="10984" y="28469"/>
                      <a:pt x="10957" y="28469"/>
                      <a:pt x="10929" y="28469"/>
                    </a:cubicBezTo>
                    <a:cubicBezTo>
                      <a:pt x="10875" y="28469"/>
                      <a:pt x="10820" y="28469"/>
                      <a:pt x="10766" y="28469"/>
                    </a:cubicBezTo>
                    <a:cubicBezTo>
                      <a:pt x="9920" y="28469"/>
                      <a:pt x="9074" y="28470"/>
                      <a:pt x="8227" y="28473"/>
                    </a:cubicBezTo>
                    <a:cubicBezTo>
                      <a:pt x="7276" y="28476"/>
                      <a:pt x="6325" y="28478"/>
                      <a:pt x="5374" y="28478"/>
                    </a:cubicBezTo>
                    <a:cubicBezTo>
                      <a:pt x="4870" y="28478"/>
                      <a:pt x="4366" y="28478"/>
                      <a:pt x="3863" y="28480"/>
                    </a:cubicBezTo>
                    <a:cubicBezTo>
                      <a:pt x="3434" y="28482"/>
                      <a:pt x="3006" y="28483"/>
                      <a:pt x="2577" y="28481"/>
                    </a:cubicBezTo>
                    <a:cubicBezTo>
                      <a:pt x="2359" y="28481"/>
                      <a:pt x="2140" y="28481"/>
                      <a:pt x="1921" y="28483"/>
                    </a:cubicBezTo>
                    <a:cubicBezTo>
                      <a:pt x="1721" y="28484"/>
                      <a:pt x="1521" y="28484"/>
                      <a:pt x="1321" y="28482"/>
                    </a:cubicBezTo>
                    <a:cubicBezTo>
                      <a:pt x="1249" y="28482"/>
                      <a:pt x="1176" y="28482"/>
                      <a:pt x="1104" y="28483"/>
                    </a:cubicBezTo>
                    <a:cubicBezTo>
                      <a:pt x="757" y="28488"/>
                      <a:pt x="492" y="28487"/>
                      <a:pt x="224" y="28249"/>
                    </a:cubicBezTo>
                    <a:cubicBezTo>
                      <a:pt x="29" y="28014"/>
                      <a:pt x="0" y="27819"/>
                      <a:pt x="8" y="27520"/>
                    </a:cubicBezTo>
                    <a:cubicBezTo>
                      <a:pt x="8" y="27472"/>
                      <a:pt x="7" y="27424"/>
                      <a:pt x="7" y="27375"/>
                    </a:cubicBezTo>
                    <a:cubicBezTo>
                      <a:pt x="7" y="27243"/>
                      <a:pt x="8" y="27111"/>
                      <a:pt x="10" y="26979"/>
                    </a:cubicBezTo>
                    <a:cubicBezTo>
                      <a:pt x="12" y="26836"/>
                      <a:pt x="11" y="26693"/>
                      <a:pt x="11" y="26550"/>
                    </a:cubicBezTo>
                    <a:cubicBezTo>
                      <a:pt x="11" y="26303"/>
                      <a:pt x="12" y="26056"/>
                      <a:pt x="14" y="25809"/>
                    </a:cubicBezTo>
                    <a:cubicBezTo>
                      <a:pt x="18" y="25451"/>
                      <a:pt x="19" y="25094"/>
                      <a:pt x="19" y="24737"/>
                    </a:cubicBezTo>
                    <a:cubicBezTo>
                      <a:pt x="20" y="24157"/>
                      <a:pt x="23" y="23577"/>
                      <a:pt x="27" y="22997"/>
                    </a:cubicBezTo>
                    <a:cubicBezTo>
                      <a:pt x="31" y="22434"/>
                      <a:pt x="34" y="21871"/>
                      <a:pt x="35" y="21308"/>
                    </a:cubicBezTo>
                    <a:cubicBezTo>
                      <a:pt x="36" y="21274"/>
                      <a:pt x="36" y="21239"/>
                      <a:pt x="36" y="21203"/>
                    </a:cubicBezTo>
                    <a:cubicBezTo>
                      <a:pt x="36" y="21029"/>
                      <a:pt x="37" y="20854"/>
                      <a:pt x="37" y="20680"/>
                    </a:cubicBezTo>
                    <a:cubicBezTo>
                      <a:pt x="42" y="19236"/>
                      <a:pt x="49" y="17791"/>
                      <a:pt x="58" y="16347"/>
                    </a:cubicBezTo>
                    <a:cubicBezTo>
                      <a:pt x="402" y="16347"/>
                      <a:pt x="746" y="16347"/>
                      <a:pt x="1100" y="16347"/>
                    </a:cubicBezTo>
                    <a:cubicBezTo>
                      <a:pt x="1100" y="20059"/>
                      <a:pt x="1100" y="23772"/>
                      <a:pt x="1100" y="27597"/>
                    </a:cubicBezTo>
                    <a:cubicBezTo>
                      <a:pt x="6669" y="27528"/>
                      <a:pt x="12238" y="27459"/>
                      <a:pt x="17975" y="27388"/>
                    </a:cubicBezTo>
                    <a:cubicBezTo>
                      <a:pt x="17992" y="17209"/>
                      <a:pt x="17992" y="17209"/>
                      <a:pt x="17989" y="14999"/>
                    </a:cubicBezTo>
                    <a:cubicBezTo>
                      <a:pt x="17989" y="14863"/>
                      <a:pt x="17989" y="14728"/>
                      <a:pt x="17989" y="14592"/>
                    </a:cubicBezTo>
                    <a:cubicBezTo>
                      <a:pt x="17986" y="12089"/>
                      <a:pt x="17976" y="9586"/>
                      <a:pt x="17929" y="7083"/>
                    </a:cubicBezTo>
                    <a:cubicBezTo>
                      <a:pt x="17928" y="7028"/>
                      <a:pt x="17926" y="6974"/>
                      <a:pt x="17925" y="6919"/>
                    </a:cubicBezTo>
                    <a:cubicBezTo>
                      <a:pt x="17888" y="4922"/>
                      <a:pt x="17826" y="2926"/>
                      <a:pt x="17767" y="930"/>
                    </a:cubicBezTo>
                    <a:cubicBezTo>
                      <a:pt x="17732" y="930"/>
                      <a:pt x="17697" y="930"/>
                      <a:pt x="17662" y="929"/>
                    </a:cubicBezTo>
                    <a:cubicBezTo>
                      <a:pt x="15611" y="917"/>
                      <a:pt x="13560" y="902"/>
                      <a:pt x="11509" y="882"/>
                    </a:cubicBezTo>
                    <a:cubicBezTo>
                      <a:pt x="11262" y="880"/>
                      <a:pt x="11016" y="878"/>
                      <a:pt x="10769" y="875"/>
                    </a:cubicBezTo>
                    <a:cubicBezTo>
                      <a:pt x="10720" y="875"/>
                      <a:pt x="10671" y="874"/>
                      <a:pt x="10621" y="874"/>
                    </a:cubicBezTo>
                    <a:cubicBezTo>
                      <a:pt x="9827" y="867"/>
                      <a:pt x="9033" y="861"/>
                      <a:pt x="8239" y="857"/>
                    </a:cubicBezTo>
                    <a:cubicBezTo>
                      <a:pt x="7425" y="853"/>
                      <a:pt x="6610" y="846"/>
                      <a:pt x="5795" y="836"/>
                    </a:cubicBezTo>
                    <a:cubicBezTo>
                      <a:pt x="5293" y="831"/>
                      <a:pt x="4790" y="827"/>
                      <a:pt x="4287" y="826"/>
                    </a:cubicBezTo>
                    <a:cubicBezTo>
                      <a:pt x="3942" y="825"/>
                      <a:pt x="3598" y="821"/>
                      <a:pt x="3253" y="816"/>
                    </a:cubicBezTo>
                    <a:cubicBezTo>
                      <a:pt x="3054" y="813"/>
                      <a:pt x="2855" y="811"/>
                      <a:pt x="2656" y="812"/>
                    </a:cubicBezTo>
                    <a:cubicBezTo>
                      <a:pt x="1339" y="817"/>
                      <a:pt x="1339" y="817"/>
                      <a:pt x="978" y="492"/>
                    </a:cubicBezTo>
                    <a:cubicBezTo>
                      <a:pt x="865" y="369"/>
                      <a:pt x="767" y="242"/>
                      <a:pt x="683" y="97"/>
                    </a:cubicBezTo>
                    <a:close/>
                  </a:path>
                </a:pathLst>
              </a:custGeom>
              <a:solidFill>
                <a:srgbClr val="7BA1F3"/>
              </a:solidFill>
              <a:ln w="2646" cap="flat">
                <a:noFill/>
              </a:ln>
            </p:spPr>
          </p:sp>
          <p:sp>
            <p:nvSpPr>
              <p:cNvPr id="2042" name="ICON_C_WINDOWS_GRAPHIC_path_014"/>
              <p:cNvSpPr/>
              <p:nvPr/>
            </p:nvSpPr>
            <p:spPr>
              <a:xfrm>
                <a:off x="6119093" y="7294562"/>
                <a:ext cx="170381" cy="246062"/>
              </a:xfrm>
              <a:custGeom>
                <a:avLst/>
                <a:gdLst/>
                <a:ahLst/>
                <a:cxnLst/>
                <a:rect l="0" t="0" r="r" b="b"/>
                <a:pathLst>
                  <a:path w="13416" h="19375" fill="norm" stroke="0">
                    <a:moveTo>
                      <a:pt x="57" y="0"/>
                    </a:moveTo>
                    <a:cubicBezTo>
                      <a:pt x="125" y="0"/>
                      <a:pt x="194" y="0"/>
                      <a:pt x="265" y="0"/>
                    </a:cubicBezTo>
                    <a:cubicBezTo>
                      <a:pt x="265" y="3506"/>
                      <a:pt x="265" y="7013"/>
                      <a:pt x="265" y="10625"/>
                    </a:cubicBezTo>
                    <a:cubicBezTo>
                      <a:pt x="959" y="9931"/>
                      <a:pt x="959" y="9931"/>
                      <a:pt x="1034" y="9510"/>
                    </a:cubicBezTo>
                    <a:cubicBezTo>
                      <a:pt x="1119" y="9332"/>
                      <a:pt x="1209" y="9285"/>
                      <a:pt x="1387" y="9207"/>
                    </a:cubicBezTo>
                    <a:cubicBezTo>
                      <a:pt x="1631" y="9130"/>
                      <a:pt x="1873" y="9107"/>
                      <a:pt x="2127" y="9102"/>
                    </a:cubicBezTo>
                    <a:cubicBezTo>
                      <a:pt x="2155" y="9101"/>
                      <a:pt x="2182" y="9100"/>
                      <a:pt x="2210" y="9099"/>
                    </a:cubicBezTo>
                    <a:cubicBezTo>
                      <a:pt x="2457" y="9096"/>
                      <a:pt x="2675" y="9104"/>
                      <a:pt x="2884" y="9249"/>
                    </a:cubicBezTo>
                    <a:cubicBezTo>
                      <a:pt x="3099" y="9469"/>
                      <a:pt x="3255" y="9725"/>
                      <a:pt x="3390" y="10000"/>
                    </a:cubicBezTo>
                    <a:cubicBezTo>
                      <a:pt x="3400" y="9957"/>
                      <a:pt x="3410" y="9915"/>
                      <a:pt x="3421" y="9871"/>
                    </a:cubicBezTo>
                    <a:cubicBezTo>
                      <a:pt x="3437" y="9814"/>
                      <a:pt x="3452" y="9757"/>
                      <a:pt x="3468" y="9700"/>
                    </a:cubicBezTo>
                    <a:cubicBezTo>
                      <a:pt x="3475" y="9673"/>
                      <a:pt x="3481" y="9644"/>
                      <a:pt x="3488" y="9615"/>
                    </a:cubicBezTo>
                    <a:cubicBezTo>
                      <a:pt x="3512" y="9532"/>
                      <a:pt x="3512" y="9532"/>
                      <a:pt x="3598" y="9375"/>
                    </a:cubicBezTo>
                    <a:cubicBezTo>
                      <a:pt x="4015" y="9167"/>
                      <a:pt x="4015" y="9167"/>
                      <a:pt x="5265" y="9167"/>
                    </a:cubicBezTo>
                    <a:cubicBezTo>
                      <a:pt x="5334" y="10404"/>
                      <a:pt x="5403" y="11642"/>
                      <a:pt x="5473" y="12917"/>
                    </a:cubicBezTo>
                    <a:cubicBezTo>
                      <a:pt x="5817" y="12710"/>
                      <a:pt x="6161" y="12504"/>
                      <a:pt x="6515" y="12292"/>
                    </a:cubicBezTo>
                    <a:cubicBezTo>
                      <a:pt x="6653" y="12292"/>
                      <a:pt x="6790" y="12292"/>
                      <a:pt x="6932" y="12292"/>
                    </a:cubicBezTo>
                    <a:cubicBezTo>
                      <a:pt x="6932" y="12704"/>
                      <a:pt x="6932" y="13117"/>
                      <a:pt x="6932" y="13542"/>
                    </a:cubicBezTo>
                    <a:cubicBezTo>
                      <a:pt x="7726" y="13387"/>
                      <a:pt x="7726" y="13387"/>
                      <a:pt x="7973" y="13125"/>
                    </a:cubicBezTo>
                    <a:cubicBezTo>
                      <a:pt x="8217" y="12753"/>
                      <a:pt x="8364" y="12314"/>
                      <a:pt x="8508" y="11896"/>
                    </a:cubicBezTo>
                    <a:cubicBezTo>
                      <a:pt x="8725" y="11291"/>
                      <a:pt x="8725" y="11291"/>
                      <a:pt x="8885" y="11211"/>
                    </a:cubicBezTo>
                    <a:cubicBezTo>
                      <a:pt x="9086" y="11169"/>
                      <a:pt x="9220" y="11208"/>
                      <a:pt x="9432" y="11250"/>
                    </a:cubicBezTo>
                    <a:cubicBezTo>
                      <a:pt x="9466" y="11422"/>
                      <a:pt x="9466" y="11422"/>
                      <a:pt x="9640" y="12292"/>
                    </a:cubicBezTo>
                    <a:cubicBezTo>
                      <a:pt x="9846" y="12292"/>
                      <a:pt x="10053" y="12292"/>
                      <a:pt x="10265" y="12292"/>
                    </a:cubicBezTo>
                    <a:cubicBezTo>
                      <a:pt x="10250" y="12222"/>
                      <a:pt x="10235" y="12152"/>
                      <a:pt x="10220" y="12080"/>
                    </a:cubicBezTo>
                    <a:cubicBezTo>
                      <a:pt x="10044" y="11188"/>
                      <a:pt x="10031" y="10317"/>
                      <a:pt x="10042" y="9411"/>
                    </a:cubicBezTo>
                    <a:cubicBezTo>
                      <a:pt x="10045" y="9218"/>
                      <a:pt x="10045" y="9025"/>
                      <a:pt x="10046" y="8832"/>
                    </a:cubicBezTo>
                    <a:cubicBezTo>
                      <a:pt x="10049" y="8457"/>
                      <a:pt x="10052" y="8083"/>
                      <a:pt x="10057" y="7708"/>
                    </a:cubicBezTo>
                    <a:cubicBezTo>
                      <a:pt x="10226" y="7702"/>
                      <a:pt x="10395" y="7699"/>
                      <a:pt x="10565" y="7695"/>
                    </a:cubicBezTo>
                    <a:cubicBezTo>
                      <a:pt x="10613" y="7694"/>
                      <a:pt x="10660" y="7692"/>
                      <a:pt x="10710" y="7690"/>
                    </a:cubicBezTo>
                    <a:cubicBezTo>
                      <a:pt x="10909" y="7687"/>
                      <a:pt x="11055" y="7686"/>
                      <a:pt x="11235" y="7778"/>
                    </a:cubicBezTo>
                    <a:cubicBezTo>
                      <a:pt x="11378" y="7971"/>
                      <a:pt x="11332" y="8256"/>
                      <a:pt x="11327" y="8484"/>
                    </a:cubicBezTo>
                    <a:cubicBezTo>
                      <a:pt x="11327" y="8540"/>
                      <a:pt x="11326" y="8595"/>
                      <a:pt x="11326" y="8651"/>
                    </a:cubicBezTo>
                    <a:cubicBezTo>
                      <a:pt x="11325" y="8798"/>
                      <a:pt x="11323" y="8944"/>
                      <a:pt x="11321" y="9090"/>
                    </a:cubicBezTo>
                    <a:cubicBezTo>
                      <a:pt x="11319" y="9239"/>
                      <a:pt x="11318" y="9389"/>
                      <a:pt x="11317" y="9538"/>
                    </a:cubicBezTo>
                    <a:cubicBezTo>
                      <a:pt x="11315" y="9831"/>
                      <a:pt x="11311" y="10124"/>
                      <a:pt x="11307" y="10417"/>
                    </a:cubicBezTo>
                    <a:cubicBezTo>
                      <a:pt x="11695" y="10322"/>
                      <a:pt x="11955" y="10246"/>
                      <a:pt x="12178" y="9894"/>
                    </a:cubicBezTo>
                    <a:cubicBezTo>
                      <a:pt x="12223" y="9816"/>
                      <a:pt x="12266" y="9739"/>
                      <a:pt x="12310" y="9661"/>
                    </a:cubicBezTo>
                    <a:cubicBezTo>
                      <a:pt x="12481" y="9392"/>
                      <a:pt x="12481" y="9392"/>
                      <a:pt x="12631" y="9358"/>
                    </a:cubicBezTo>
                    <a:cubicBezTo>
                      <a:pt x="12816" y="9340"/>
                      <a:pt x="12998" y="9354"/>
                      <a:pt x="13182" y="9375"/>
                    </a:cubicBezTo>
                    <a:cubicBezTo>
                      <a:pt x="13416" y="10744"/>
                      <a:pt x="13416" y="10744"/>
                      <a:pt x="13182" y="11250"/>
                    </a:cubicBezTo>
                    <a:cubicBezTo>
                      <a:pt x="12981" y="11457"/>
                      <a:pt x="12668" y="11520"/>
                      <a:pt x="12400" y="11602"/>
                    </a:cubicBezTo>
                    <a:cubicBezTo>
                      <a:pt x="12057" y="11707"/>
                      <a:pt x="11673" y="11831"/>
                      <a:pt x="11472" y="12152"/>
                    </a:cubicBezTo>
                    <a:cubicBezTo>
                      <a:pt x="11094" y="12874"/>
                      <a:pt x="10945" y="13760"/>
                      <a:pt x="10790" y="14553"/>
                    </a:cubicBezTo>
                    <a:cubicBezTo>
                      <a:pt x="10784" y="14581"/>
                      <a:pt x="10778" y="14610"/>
                      <a:pt x="10772" y="14640"/>
                    </a:cubicBezTo>
                    <a:cubicBezTo>
                      <a:pt x="10756" y="14716"/>
                      <a:pt x="10742" y="14793"/>
                      <a:pt x="10727" y="14870"/>
                    </a:cubicBezTo>
                    <a:cubicBezTo>
                      <a:pt x="10669" y="15035"/>
                      <a:pt x="10607" y="15097"/>
                      <a:pt x="10473" y="15208"/>
                    </a:cubicBezTo>
                    <a:cubicBezTo>
                      <a:pt x="10357" y="15235"/>
                      <a:pt x="10357" y="15235"/>
                      <a:pt x="10233" y="15236"/>
                    </a:cubicBezTo>
                    <a:cubicBezTo>
                      <a:pt x="10187" y="15236"/>
                      <a:pt x="10142" y="15236"/>
                      <a:pt x="10095" y="15237"/>
                    </a:cubicBezTo>
                    <a:cubicBezTo>
                      <a:pt x="10048" y="15236"/>
                      <a:pt x="10001" y="15235"/>
                      <a:pt x="9952" y="15234"/>
                    </a:cubicBezTo>
                    <a:cubicBezTo>
                      <a:pt x="9905" y="15235"/>
                      <a:pt x="9859" y="15236"/>
                      <a:pt x="9810" y="15237"/>
                    </a:cubicBezTo>
                    <a:cubicBezTo>
                      <a:pt x="9613" y="15236"/>
                      <a:pt x="9471" y="15230"/>
                      <a:pt x="9296" y="15136"/>
                    </a:cubicBezTo>
                    <a:cubicBezTo>
                      <a:pt x="9180" y="14919"/>
                      <a:pt x="9201" y="14707"/>
                      <a:pt x="9210" y="14466"/>
                    </a:cubicBezTo>
                    <a:cubicBezTo>
                      <a:pt x="9211" y="14418"/>
                      <a:pt x="9212" y="14369"/>
                      <a:pt x="9213" y="14319"/>
                    </a:cubicBezTo>
                    <a:cubicBezTo>
                      <a:pt x="9216" y="14198"/>
                      <a:pt x="9219" y="14078"/>
                      <a:pt x="9223" y="13958"/>
                    </a:cubicBezTo>
                    <a:cubicBezTo>
                      <a:pt x="9017" y="13958"/>
                      <a:pt x="8811" y="13958"/>
                      <a:pt x="8598" y="13958"/>
                    </a:cubicBezTo>
                    <a:cubicBezTo>
                      <a:pt x="8530" y="15746"/>
                      <a:pt x="8461" y="17533"/>
                      <a:pt x="8390" y="19375"/>
                    </a:cubicBezTo>
                    <a:cubicBezTo>
                      <a:pt x="8046" y="19306"/>
                      <a:pt x="7702" y="19237"/>
                      <a:pt x="7348" y="19167"/>
                    </a:cubicBezTo>
                    <a:cubicBezTo>
                      <a:pt x="7348" y="17929"/>
                      <a:pt x="7348" y="16692"/>
                      <a:pt x="7348" y="15417"/>
                    </a:cubicBezTo>
                    <a:cubicBezTo>
                      <a:pt x="6638" y="15890"/>
                      <a:pt x="6638" y="15890"/>
                      <a:pt x="6551" y="16314"/>
                    </a:cubicBezTo>
                    <a:cubicBezTo>
                      <a:pt x="6545" y="16342"/>
                      <a:pt x="6539" y="16370"/>
                      <a:pt x="6533" y="16399"/>
                    </a:cubicBezTo>
                    <a:cubicBezTo>
                      <a:pt x="6521" y="16457"/>
                      <a:pt x="6509" y="16514"/>
                      <a:pt x="6498" y="16572"/>
                    </a:cubicBezTo>
                    <a:cubicBezTo>
                      <a:pt x="6458" y="16761"/>
                      <a:pt x="6421" y="16926"/>
                      <a:pt x="6307" y="17083"/>
                    </a:cubicBezTo>
                    <a:cubicBezTo>
                      <a:pt x="6106" y="17156"/>
                      <a:pt x="5887" y="17117"/>
                      <a:pt x="5682" y="17083"/>
                    </a:cubicBezTo>
                    <a:cubicBezTo>
                      <a:pt x="5683" y="17060"/>
                      <a:pt x="5684" y="17037"/>
                      <a:pt x="5686" y="17014"/>
                    </a:cubicBezTo>
                    <a:cubicBezTo>
                      <a:pt x="5700" y="16774"/>
                      <a:pt x="5709" y="16534"/>
                      <a:pt x="5716" y="16294"/>
                    </a:cubicBezTo>
                    <a:cubicBezTo>
                      <a:pt x="5719" y="16204"/>
                      <a:pt x="5723" y="16115"/>
                      <a:pt x="5729" y="16025"/>
                    </a:cubicBezTo>
                    <a:cubicBezTo>
                      <a:pt x="5764" y="15423"/>
                      <a:pt x="5764" y="15423"/>
                      <a:pt x="5682" y="15208"/>
                    </a:cubicBezTo>
                    <a:cubicBezTo>
                      <a:pt x="5513" y="15045"/>
                      <a:pt x="5281" y="15020"/>
                      <a:pt x="5057" y="15000"/>
                    </a:cubicBezTo>
                    <a:cubicBezTo>
                      <a:pt x="5057" y="15206"/>
                      <a:pt x="5057" y="15413"/>
                      <a:pt x="5057" y="15625"/>
                    </a:cubicBezTo>
                    <a:cubicBezTo>
                      <a:pt x="4850" y="15625"/>
                      <a:pt x="4644" y="15625"/>
                      <a:pt x="4432" y="15625"/>
                    </a:cubicBezTo>
                    <a:cubicBezTo>
                      <a:pt x="4432" y="15075"/>
                      <a:pt x="4432" y="14525"/>
                      <a:pt x="4432" y="13958"/>
                    </a:cubicBezTo>
                    <a:cubicBezTo>
                      <a:pt x="4225" y="13958"/>
                      <a:pt x="4019" y="13958"/>
                      <a:pt x="3807" y="13958"/>
                    </a:cubicBezTo>
                    <a:cubicBezTo>
                      <a:pt x="3796" y="14002"/>
                      <a:pt x="3786" y="14045"/>
                      <a:pt x="3776" y="14089"/>
                    </a:cubicBezTo>
                    <a:cubicBezTo>
                      <a:pt x="3752" y="14190"/>
                      <a:pt x="3727" y="14291"/>
                      <a:pt x="3700" y="14391"/>
                    </a:cubicBezTo>
                    <a:cubicBezTo>
                      <a:pt x="3640" y="14615"/>
                      <a:pt x="3589" y="14839"/>
                      <a:pt x="3547" y="15066"/>
                    </a:cubicBezTo>
                    <a:cubicBezTo>
                      <a:pt x="3349" y="16116"/>
                      <a:pt x="3349" y="16116"/>
                      <a:pt x="3074" y="16336"/>
                    </a:cubicBezTo>
                    <a:cubicBezTo>
                      <a:pt x="2705" y="16500"/>
                      <a:pt x="2291" y="16493"/>
                      <a:pt x="1901" y="16415"/>
                    </a:cubicBezTo>
                    <a:cubicBezTo>
                      <a:pt x="1544" y="16352"/>
                      <a:pt x="1544" y="16352"/>
                      <a:pt x="1389" y="16393"/>
                    </a:cubicBezTo>
                    <a:cubicBezTo>
                      <a:pt x="1135" y="16596"/>
                      <a:pt x="1099" y="17095"/>
                      <a:pt x="1051" y="17398"/>
                    </a:cubicBezTo>
                    <a:cubicBezTo>
                      <a:pt x="979" y="17799"/>
                      <a:pt x="979" y="17799"/>
                      <a:pt x="890" y="17917"/>
                    </a:cubicBezTo>
                    <a:cubicBezTo>
                      <a:pt x="693" y="18005"/>
                      <a:pt x="469" y="17957"/>
                      <a:pt x="265" y="17917"/>
                    </a:cubicBezTo>
                    <a:cubicBezTo>
                      <a:pt x="340" y="17690"/>
                      <a:pt x="418" y="17464"/>
                      <a:pt x="498" y="17239"/>
                    </a:cubicBezTo>
                    <a:cubicBezTo>
                      <a:pt x="524" y="17163"/>
                      <a:pt x="550" y="17086"/>
                      <a:pt x="576" y="17009"/>
                    </a:cubicBezTo>
                    <a:cubicBezTo>
                      <a:pt x="753" y="16474"/>
                      <a:pt x="989" y="15904"/>
                      <a:pt x="1515" y="15625"/>
                    </a:cubicBezTo>
                    <a:cubicBezTo>
                      <a:pt x="1744" y="15566"/>
                      <a:pt x="1957" y="15628"/>
                      <a:pt x="2179" y="15690"/>
                    </a:cubicBezTo>
                    <a:cubicBezTo>
                      <a:pt x="2236" y="15703"/>
                      <a:pt x="2294" y="15716"/>
                      <a:pt x="2351" y="15729"/>
                    </a:cubicBezTo>
                    <a:cubicBezTo>
                      <a:pt x="2490" y="15760"/>
                      <a:pt x="2628" y="15795"/>
                      <a:pt x="2765" y="15833"/>
                    </a:cubicBezTo>
                    <a:cubicBezTo>
                      <a:pt x="2765" y="15696"/>
                      <a:pt x="2765" y="15558"/>
                      <a:pt x="2765" y="15417"/>
                    </a:cubicBezTo>
                    <a:cubicBezTo>
                      <a:pt x="2490" y="15417"/>
                      <a:pt x="2215" y="15417"/>
                      <a:pt x="1932" y="15417"/>
                    </a:cubicBezTo>
                    <a:cubicBezTo>
                      <a:pt x="1931" y="15331"/>
                      <a:pt x="1931" y="15246"/>
                      <a:pt x="1930" y="15158"/>
                    </a:cubicBezTo>
                    <a:cubicBezTo>
                      <a:pt x="1900" y="14434"/>
                      <a:pt x="1900" y="14434"/>
                      <a:pt x="1723" y="14167"/>
                    </a:cubicBezTo>
                    <a:cubicBezTo>
                      <a:pt x="1512" y="13981"/>
                      <a:pt x="1212" y="13925"/>
                      <a:pt x="944" y="13871"/>
                    </a:cubicBezTo>
                    <a:cubicBezTo>
                      <a:pt x="930" y="13869"/>
                      <a:pt x="930" y="13869"/>
                      <a:pt x="861" y="13854"/>
                    </a:cubicBezTo>
                    <a:cubicBezTo>
                      <a:pt x="785" y="13839"/>
                      <a:pt x="709" y="13827"/>
                      <a:pt x="632" y="13816"/>
                    </a:cubicBezTo>
                    <a:cubicBezTo>
                      <a:pt x="385" y="13740"/>
                      <a:pt x="204" y="13537"/>
                      <a:pt x="57" y="13333"/>
                    </a:cubicBezTo>
                    <a:cubicBezTo>
                      <a:pt x="0" y="13146"/>
                      <a:pt x="2" y="12971"/>
                      <a:pt x="6" y="12777"/>
                    </a:cubicBezTo>
                    <a:cubicBezTo>
                      <a:pt x="6" y="12722"/>
                      <a:pt x="6" y="12666"/>
                      <a:pt x="5" y="12611"/>
                    </a:cubicBezTo>
                    <a:cubicBezTo>
                      <a:pt x="5" y="12460"/>
                      <a:pt x="6" y="12309"/>
                      <a:pt x="8" y="12158"/>
                    </a:cubicBezTo>
                    <a:cubicBezTo>
                      <a:pt x="10" y="11994"/>
                      <a:pt x="10" y="11831"/>
                      <a:pt x="9" y="11668"/>
                    </a:cubicBezTo>
                    <a:cubicBezTo>
                      <a:pt x="9" y="11385"/>
                      <a:pt x="10" y="11103"/>
                      <a:pt x="13" y="10820"/>
                    </a:cubicBezTo>
                    <a:cubicBezTo>
                      <a:pt x="16" y="10411"/>
                      <a:pt x="17" y="10003"/>
                      <a:pt x="18" y="9594"/>
                    </a:cubicBezTo>
                    <a:cubicBezTo>
                      <a:pt x="19" y="8931"/>
                      <a:pt x="21" y="8268"/>
                      <a:pt x="25" y="7605"/>
                    </a:cubicBezTo>
                    <a:cubicBezTo>
                      <a:pt x="29" y="6961"/>
                      <a:pt x="32" y="6317"/>
                      <a:pt x="34" y="5674"/>
                    </a:cubicBezTo>
                    <a:cubicBezTo>
                      <a:pt x="34" y="5634"/>
                      <a:pt x="34" y="5594"/>
                      <a:pt x="34" y="5553"/>
                    </a:cubicBezTo>
                    <a:cubicBezTo>
                      <a:pt x="35" y="5354"/>
                      <a:pt x="35" y="5155"/>
                      <a:pt x="36" y="4956"/>
                    </a:cubicBezTo>
                    <a:cubicBezTo>
                      <a:pt x="40" y="3304"/>
                      <a:pt x="47" y="1652"/>
                      <a:pt x="57" y="0"/>
                    </a:cubicBezTo>
                    <a:close/>
                  </a:path>
                </a:pathLst>
              </a:custGeom>
              <a:solidFill>
                <a:srgbClr val="BEBCCF"/>
              </a:solidFill>
              <a:ln w="2646" cap="flat">
                <a:noFill/>
              </a:ln>
            </p:spPr>
          </p:sp>
          <p:sp>
            <p:nvSpPr>
              <p:cNvPr id="2043" name="ICON_C_WINDOWS_GRAPHIC_path_015"/>
              <p:cNvSpPr/>
              <p:nvPr/>
            </p:nvSpPr>
            <p:spPr>
              <a:xfrm>
                <a:off x="6281209" y="7285624"/>
                <a:ext cx="314854" cy="358190"/>
              </a:xfrm>
              <a:custGeom>
                <a:avLst/>
                <a:gdLst/>
                <a:ahLst/>
                <a:cxnLst/>
                <a:rect l="0" t="0" r="r" b="b"/>
                <a:pathLst>
                  <a:path w="24792" h="28204" fill="norm" stroke="0">
                    <a:moveTo>
                      <a:pt x="7806" y="29"/>
                    </a:moveTo>
                    <a:cubicBezTo>
                      <a:pt x="7879" y="29"/>
                      <a:pt x="7953" y="28"/>
                      <a:pt x="8026" y="28"/>
                    </a:cubicBezTo>
                    <a:cubicBezTo>
                      <a:pt x="8227" y="27"/>
                      <a:pt x="8428" y="28"/>
                      <a:pt x="8629" y="30"/>
                    </a:cubicBezTo>
                    <a:cubicBezTo>
                      <a:pt x="8846" y="32"/>
                      <a:pt x="9063" y="32"/>
                      <a:pt x="9280" y="31"/>
                    </a:cubicBezTo>
                    <a:cubicBezTo>
                      <a:pt x="9655" y="31"/>
                      <a:pt x="10031" y="32"/>
                      <a:pt x="10407" y="35"/>
                    </a:cubicBezTo>
                    <a:cubicBezTo>
                      <a:pt x="10950" y="38"/>
                      <a:pt x="11493" y="39"/>
                      <a:pt x="12036" y="40"/>
                    </a:cubicBezTo>
                    <a:cubicBezTo>
                      <a:pt x="12918" y="41"/>
                      <a:pt x="13799" y="44"/>
                      <a:pt x="14680" y="47"/>
                    </a:cubicBezTo>
                    <a:cubicBezTo>
                      <a:pt x="15536" y="51"/>
                      <a:pt x="16393" y="54"/>
                      <a:pt x="17249" y="56"/>
                    </a:cubicBezTo>
                    <a:cubicBezTo>
                      <a:pt x="17275" y="56"/>
                      <a:pt x="17301" y="56"/>
                      <a:pt x="17329" y="56"/>
                    </a:cubicBezTo>
                    <a:cubicBezTo>
                      <a:pt x="17594" y="57"/>
                      <a:pt x="17859" y="57"/>
                      <a:pt x="18124" y="58"/>
                    </a:cubicBezTo>
                    <a:cubicBezTo>
                      <a:pt x="20347" y="62"/>
                      <a:pt x="22569" y="69"/>
                      <a:pt x="24792" y="79"/>
                    </a:cubicBezTo>
                    <a:cubicBezTo>
                      <a:pt x="24792" y="285"/>
                      <a:pt x="24792" y="491"/>
                      <a:pt x="24792" y="704"/>
                    </a:cubicBezTo>
                    <a:cubicBezTo>
                      <a:pt x="19085" y="773"/>
                      <a:pt x="13379" y="841"/>
                      <a:pt x="7500" y="912"/>
                    </a:cubicBezTo>
                    <a:cubicBezTo>
                      <a:pt x="7496" y="2597"/>
                      <a:pt x="7491" y="4281"/>
                      <a:pt x="7487" y="6016"/>
                    </a:cubicBezTo>
                    <a:cubicBezTo>
                      <a:pt x="7485" y="6545"/>
                      <a:pt x="7483" y="7074"/>
                      <a:pt x="7481" y="7618"/>
                    </a:cubicBezTo>
                    <a:cubicBezTo>
                      <a:pt x="7480" y="8272"/>
                      <a:pt x="7480" y="8272"/>
                      <a:pt x="7480" y="8580"/>
                    </a:cubicBezTo>
                    <a:cubicBezTo>
                      <a:pt x="7480" y="8791"/>
                      <a:pt x="7479" y="9002"/>
                      <a:pt x="7478" y="9214"/>
                    </a:cubicBezTo>
                    <a:cubicBezTo>
                      <a:pt x="7471" y="10404"/>
                      <a:pt x="7492" y="11571"/>
                      <a:pt x="7674" y="12750"/>
                    </a:cubicBezTo>
                    <a:cubicBezTo>
                      <a:pt x="7731" y="13128"/>
                      <a:pt x="7740" y="13506"/>
                      <a:pt x="7735" y="13888"/>
                    </a:cubicBezTo>
                    <a:cubicBezTo>
                      <a:pt x="7734" y="14002"/>
                      <a:pt x="7735" y="14116"/>
                      <a:pt x="7737" y="14230"/>
                    </a:cubicBezTo>
                    <a:cubicBezTo>
                      <a:pt x="7737" y="14306"/>
                      <a:pt x="7736" y="14382"/>
                      <a:pt x="7736" y="14458"/>
                    </a:cubicBezTo>
                    <a:cubicBezTo>
                      <a:pt x="7736" y="14490"/>
                      <a:pt x="7737" y="14523"/>
                      <a:pt x="7737" y="14557"/>
                    </a:cubicBezTo>
                    <a:cubicBezTo>
                      <a:pt x="7733" y="14770"/>
                      <a:pt x="7686" y="14927"/>
                      <a:pt x="7604" y="15123"/>
                    </a:cubicBezTo>
                    <a:cubicBezTo>
                      <a:pt x="7433" y="15592"/>
                      <a:pt x="7472" y="16097"/>
                      <a:pt x="7476" y="16590"/>
                    </a:cubicBezTo>
                    <a:cubicBezTo>
                      <a:pt x="7477" y="16737"/>
                      <a:pt x="7476" y="16885"/>
                      <a:pt x="7476" y="17033"/>
                    </a:cubicBezTo>
                    <a:cubicBezTo>
                      <a:pt x="7476" y="17289"/>
                      <a:pt x="7477" y="17544"/>
                      <a:pt x="7478" y="17799"/>
                    </a:cubicBezTo>
                    <a:cubicBezTo>
                      <a:pt x="7480" y="18169"/>
                      <a:pt x="7480" y="18538"/>
                      <a:pt x="7480" y="18907"/>
                    </a:cubicBezTo>
                    <a:cubicBezTo>
                      <a:pt x="7481" y="19507"/>
                      <a:pt x="7482" y="20106"/>
                      <a:pt x="7484" y="20705"/>
                    </a:cubicBezTo>
                    <a:cubicBezTo>
                      <a:pt x="7486" y="21287"/>
                      <a:pt x="7488" y="21869"/>
                      <a:pt x="7489" y="22451"/>
                    </a:cubicBezTo>
                    <a:cubicBezTo>
                      <a:pt x="7489" y="22487"/>
                      <a:pt x="7489" y="22523"/>
                      <a:pt x="7489" y="22561"/>
                    </a:cubicBezTo>
                    <a:cubicBezTo>
                      <a:pt x="7489" y="22845"/>
                      <a:pt x="7489" y="23128"/>
                      <a:pt x="7490" y="23412"/>
                    </a:cubicBezTo>
                    <a:cubicBezTo>
                      <a:pt x="7492" y="24801"/>
                      <a:pt x="7496" y="26190"/>
                      <a:pt x="7500" y="27579"/>
                    </a:cubicBezTo>
                    <a:cubicBezTo>
                      <a:pt x="9116" y="27613"/>
                      <a:pt x="9116" y="27613"/>
                      <a:pt x="17292" y="27787"/>
                    </a:cubicBezTo>
                    <a:cubicBezTo>
                      <a:pt x="17292" y="27925"/>
                      <a:pt x="17292" y="28062"/>
                      <a:pt x="17292" y="28204"/>
                    </a:cubicBezTo>
                    <a:cubicBezTo>
                      <a:pt x="13785" y="28204"/>
                      <a:pt x="10279" y="28204"/>
                      <a:pt x="6667" y="28204"/>
                    </a:cubicBezTo>
                    <a:cubicBezTo>
                      <a:pt x="6533" y="23476"/>
                      <a:pt x="6533" y="23476"/>
                      <a:pt x="6505" y="22275"/>
                    </a:cubicBezTo>
                    <a:cubicBezTo>
                      <a:pt x="6504" y="22253"/>
                      <a:pt x="6504" y="22253"/>
                      <a:pt x="6501" y="22139"/>
                    </a:cubicBezTo>
                    <a:cubicBezTo>
                      <a:pt x="6458" y="20311"/>
                      <a:pt x="6440" y="18483"/>
                      <a:pt x="6445" y="16654"/>
                    </a:cubicBezTo>
                    <a:cubicBezTo>
                      <a:pt x="6445" y="16623"/>
                      <a:pt x="6445" y="16592"/>
                      <a:pt x="6445" y="16559"/>
                    </a:cubicBezTo>
                    <a:cubicBezTo>
                      <a:pt x="6448" y="15788"/>
                      <a:pt x="6452" y="15017"/>
                      <a:pt x="6458" y="14246"/>
                    </a:cubicBezTo>
                    <a:cubicBezTo>
                      <a:pt x="6323" y="14240"/>
                      <a:pt x="6188" y="14237"/>
                      <a:pt x="6052" y="14235"/>
                    </a:cubicBezTo>
                    <a:cubicBezTo>
                      <a:pt x="6014" y="14233"/>
                      <a:pt x="5975" y="14231"/>
                      <a:pt x="5936" y="14230"/>
                    </a:cubicBezTo>
                    <a:cubicBezTo>
                      <a:pt x="5651" y="14226"/>
                      <a:pt x="5651" y="14226"/>
                      <a:pt x="5519" y="14327"/>
                    </a:cubicBezTo>
                    <a:cubicBezTo>
                      <a:pt x="5448" y="14441"/>
                      <a:pt x="5413" y="14546"/>
                      <a:pt x="5377" y="14675"/>
                    </a:cubicBezTo>
                    <a:cubicBezTo>
                      <a:pt x="5361" y="14721"/>
                      <a:pt x="5345" y="14766"/>
                      <a:pt x="5329" y="14812"/>
                    </a:cubicBezTo>
                    <a:cubicBezTo>
                      <a:pt x="5236" y="15099"/>
                      <a:pt x="5195" y="15374"/>
                      <a:pt x="5174" y="15674"/>
                    </a:cubicBezTo>
                    <a:cubicBezTo>
                      <a:pt x="5164" y="15805"/>
                      <a:pt x="5154" y="15937"/>
                      <a:pt x="5143" y="16069"/>
                    </a:cubicBezTo>
                    <a:cubicBezTo>
                      <a:pt x="5140" y="16101"/>
                      <a:pt x="5138" y="16133"/>
                      <a:pt x="5135" y="16166"/>
                    </a:cubicBezTo>
                    <a:cubicBezTo>
                      <a:pt x="5086" y="16674"/>
                      <a:pt x="5086" y="16674"/>
                      <a:pt x="4893" y="16834"/>
                    </a:cubicBezTo>
                    <a:cubicBezTo>
                      <a:pt x="4613" y="16959"/>
                      <a:pt x="4261" y="17026"/>
                      <a:pt x="3958" y="16954"/>
                    </a:cubicBezTo>
                    <a:cubicBezTo>
                      <a:pt x="3844" y="16884"/>
                      <a:pt x="3808" y="16860"/>
                      <a:pt x="3750" y="16746"/>
                    </a:cubicBezTo>
                    <a:cubicBezTo>
                      <a:pt x="3720" y="16589"/>
                      <a:pt x="3713" y="16433"/>
                      <a:pt x="3708" y="16273"/>
                    </a:cubicBezTo>
                    <a:cubicBezTo>
                      <a:pt x="3706" y="16192"/>
                      <a:pt x="3702" y="16110"/>
                      <a:pt x="3697" y="16029"/>
                    </a:cubicBezTo>
                    <a:cubicBezTo>
                      <a:pt x="3685" y="15797"/>
                      <a:pt x="3673" y="15565"/>
                      <a:pt x="3666" y="15334"/>
                    </a:cubicBezTo>
                    <a:cubicBezTo>
                      <a:pt x="3634" y="14302"/>
                      <a:pt x="3634" y="14302"/>
                      <a:pt x="3394" y="14074"/>
                    </a:cubicBezTo>
                    <a:cubicBezTo>
                      <a:pt x="3245" y="13963"/>
                      <a:pt x="3091" y="13891"/>
                      <a:pt x="2917" y="13829"/>
                    </a:cubicBezTo>
                    <a:cubicBezTo>
                      <a:pt x="2915" y="13872"/>
                      <a:pt x="2913" y="13915"/>
                      <a:pt x="2911" y="13959"/>
                    </a:cubicBezTo>
                    <a:cubicBezTo>
                      <a:pt x="2848" y="15151"/>
                      <a:pt x="2848" y="15151"/>
                      <a:pt x="2617" y="15377"/>
                    </a:cubicBezTo>
                    <a:cubicBezTo>
                      <a:pt x="2364" y="15502"/>
                      <a:pt x="2169" y="15486"/>
                      <a:pt x="1875" y="15496"/>
                    </a:cubicBezTo>
                    <a:cubicBezTo>
                      <a:pt x="1806" y="15221"/>
                      <a:pt x="1738" y="14946"/>
                      <a:pt x="1667" y="14662"/>
                    </a:cubicBezTo>
                    <a:cubicBezTo>
                      <a:pt x="1484" y="14716"/>
                      <a:pt x="1389" y="14746"/>
                      <a:pt x="1250" y="14871"/>
                    </a:cubicBezTo>
                    <a:cubicBezTo>
                      <a:pt x="1198" y="14980"/>
                      <a:pt x="1172" y="15092"/>
                      <a:pt x="1147" y="15210"/>
                    </a:cubicBezTo>
                    <a:cubicBezTo>
                      <a:pt x="1140" y="15242"/>
                      <a:pt x="1134" y="15274"/>
                      <a:pt x="1126" y="15307"/>
                    </a:cubicBezTo>
                    <a:cubicBezTo>
                      <a:pt x="1098" y="15444"/>
                      <a:pt x="1073" y="15580"/>
                      <a:pt x="1051" y="15717"/>
                    </a:cubicBezTo>
                    <a:cubicBezTo>
                      <a:pt x="973" y="16192"/>
                      <a:pt x="973" y="16192"/>
                      <a:pt x="833" y="16329"/>
                    </a:cubicBezTo>
                    <a:cubicBezTo>
                      <a:pt x="567" y="16417"/>
                      <a:pt x="272" y="16371"/>
                      <a:pt x="0" y="16329"/>
                    </a:cubicBezTo>
                    <a:cubicBezTo>
                      <a:pt x="45" y="16041"/>
                      <a:pt x="92" y="15752"/>
                      <a:pt x="141" y="15465"/>
                    </a:cubicBezTo>
                    <a:cubicBezTo>
                      <a:pt x="164" y="15331"/>
                      <a:pt x="186" y="15197"/>
                      <a:pt x="207" y="15064"/>
                    </a:cubicBezTo>
                    <a:cubicBezTo>
                      <a:pt x="370" y="14023"/>
                      <a:pt x="370" y="14023"/>
                      <a:pt x="682" y="13621"/>
                    </a:cubicBezTo>
                    <a:cubicBezTo>
                      <a:pt x="816" y="13448"/>
                      <a:pt x="890" y="13288"/>
                      <a:pt x="950" y="13078"/>
                    </a:cubicBezTo>
                    <a:cubicBezTo>
                      <a:pt x="958" y="13050"/>
                      <a:pt x="966" y="13023"/>
                      <a:pt x="975" y="12995"/>
                    </a:cubicBezTo>
                    <a:cubicBezTo>
                      <a:pt x="1006" y="12884"/>
                      <a:pt x="1035" y="12773"/>
                      <a:pt x="1063" y="12662"/>
                    </a:cubicBezTo>
                    <a:cubicBezTo>
                      <a:pt x="1085" y="12579"/>
                      <a:pt x="1109" y="12496"/>
                      <a:pt x="1133" y="12414"/>
                    </a:cubicBezTo>
                    <a:cubicBezTo>
                      <a:pt x="1145" y="12365"/>
                      <a:pt x="1158" y="12317"/>
                      <a:pt x="1171" y="12267"/>
                    </a:cubicBezTo>
                    <a:cubicBezTo>
                      <a:pt x="1197" y="12232"/>
                      <a:pt x="1223" y="12198"/>
                      <a:pt x="1250" y="12162"/>
                    </a:cubicBezTo>
                    <a:cubicBezTo>
                      <a:pt x="1388" y="12162"/>
                      <a:pt x="1525" y="12162"/>
                      <a:pt x="1667" y="12162"/>
                    </a:cubicBezTo>
                    <a:cubicBezTo>
                      <a:pt x="1667" y="12781"/>
                      <a:pt x="1667" y="13400"/>
                      <a:pt x="1667" y="14037"/>
                    </a:cubicBezTo>
                    <a:cubicBezTo>
                      <a:pt x="1873" y="14037"/>
                      <a:pt x="2079" y="14037"/>
                      <a:pt x="2292" y="14037"/>
                    </a:cubicBezTo>
                    <a:cubicBezTo>
                      <a:pt x="2290" y="13988"/>
                      <a:pt x="2289" y="13938"/>
                      <a:pt x="2288" y="13887"/>
                    </a:cubicBezTo>
                    <a:cubicBezTo>
                      <a:pt x="2285" y="13704"/>
                      <a:pt x="2282" y="13520"/>
                      <a:pt x="2280" y="13336"/>
                    </a:cubicBezTo>
                    <a:cubicBezTo>
                      <a:pt x="2279" y="13257"/>
                      <a:pt x="2278" y="13178"/>
                      <a:pt x="2276" y="13098"/>
                    </a:cubicBezTo>
                    <a:cubicBezTo>
                      <a:pt x="2273" y="12984"/>
                      <a:pt x="2272" y="12870"/>
                      <a:pt x="2271" y="12755"/>
                    </a:cubicBezTo>
                    <a:cubicBezTo>
                      <a:pt x="2271" y="12738"/>
                      <a:pt x="2271" y="12738"/>
                      <a:pt x="2268" y="12648"/>
                    </a:cubicBezTo>
                    <a:cubicBezTo>
                      <a:pt x="2268" y="12470"/>
                      <a:pt x="2276" y="12393"/>
                      <a:pt x="2383" y="12245"/>
                    </a:cubicBezTo>
                    <a:cubicBezTo>
                      <a:pt x="2689" y="12029"/>
                      <a:pt x="3187" y="12114"/>
                      <a:pt x="3542" y="12162"/>
                    </a:cubicBezTo>
                    <a:cubicBezTo>
                      <a:pt x="3775" y="12208"/>
                      <a:pt x="3974" y="12286"/>
                      <a:pt x="4122" y="12479"/>
                    </a:cubicBezTo>
                    <a:cubicBezTo>
                      <a:pt x="4296" y="12871"/>
                      <a:pt x="4202" y="13415"/>
                      <a:pt x="4167" y="13829"/>
                    </a:cubicBezTo>
                    <a:cubicBezTo>
                      <a:pt x="4373" y="13829"/>
                      <a:pt x="4579" y="13829"/>
                      <a:pt x="4792" y="13829"/>
                    </a:cubicBezTo>
                    <a:cubicBezTo>
                      <a:pt x="4792" y="12798"/>
                      <a:pt x="4792" y="11766"/>
                      <a:pt x="4792" y="10704"/>
                    </a:cubicBezTo>
                    <a:cubicBezTo>
                      <a:pt x="5067" y="10704"/>
                      <a:pt x="5342" y="10704"/>
                      <a:pt x="5625" y="10704"/>
                    </a:cubicBezTo>
                    <a:cubicBezTo>
                      <a:pt x="5694" y="11116"/>
                      <a:pt x="5763" y="11529"/>
                      <a:pt x="5833" y="11954"/>
                    </a:cubicBezTo>
                    <a:cubicBezTo>
                      <a:pt x="6306" y="11895"/>
                      <a:pt x="6306" y="11895"/>
                      <a:pt x="6458" y="11746"/>
                    </a:cubicBezTo>
                    <a:cubicBezTo>
                      <a:pt x="6582" y="11450"/>
                      <a:pt x="6546" y="11091"/>
                      <a:pt x="6542" y="10776"/>
                    </a:cubicBezTo>
                    <a:cubicBezTo>
                      <a:pt x="6541" y="10639"/>
                      <a:pt x="6544" y="10502"/>
                      <a:pt x="6546" y="10365"/>
                    </a:cubicBezTo>
                    <a:cubicBezTo>
                      <a:pt x="6549" y="10128"/>
                      <a:pt x="6551" y="9890"/>
                      <a:pt x="6550" y="9653"/>
                    </a:cubicBezTo>
                    <a:cubicBezTo>
                      <a:pt x="6550" y="9309"/>
                      <a:pt x="6553" y="8965"/>
                      <a:pt x="6557" y="8621"/>
                    </a:cubicBezTo>
                    <a:cubicBezTo>
                      <a:pt x="6564" y="8063"/>
                      <a:pt x="6569" y="7505"/>
                      <a:pt x="6571" y="6946"/>
                    </a:cubicBezTo>
                    <a:cubicBezTo>
                      <a:pt x="6572" y="6913"/>
                      <a:pt x="6572" y="6879"/>
                      <a:pt x="6572" y="6845"/>
                    </a:cubicBezTo>
                    <a:cubicBezTo>
                      <a:pt x="6573" y="6710"/>
                      <a:pt x="6573" y="6574"/>
                      <a:pt x="6574" y="6439"/>
                    </a:cubicBezTo>
                    <a:cubicBezTo>
                      <a:pt x="6576" y="6066"/>
                      <a:pt x="6578" y="5694"/>
                      <a:pt x="6580" y="5322"/>
                    </a:cubicBezTo>
                    <a:cubicBezTo>
                      <a:pt x="6581" y="5289"/>
                      <a:pt x="6581" y="5255"/>
                      <a:pt x="6581" y="5221"/>
                    </a:cubicBezTo>
                    <a:cubicBezTo>
                      <a:pt x="6585" y="4665"/>
                      <a:pt x="6590" y="4109"/>
                      <a:pt x="6597" y="3553"/>
                    </a:cubicBezTo>
                    <a:cubicBezTo>
                      <a:pt x="6601" y="3210"/>
                      <a:pt x="6603" y="2867"/>
                      <a:pt x="6603" y="2525"/>
                    </a:cubicBezTo>
                    <a:cubicBezTo>
                      <a:pt x="6603" y="2289"/>
                      <a:pt x="6605" y="2054"/>
                      <a:pt x="6608" y="1819"/>
                    </a:cubicBezTo>
                    <a:cubicBezTo>
                      <a:pt x="6609" y="1684"/>
                      <a:pt x="6610" y="1548"/>
                      <a:pt x="6609" y="1413"/>
                    </a:cubicBezTo>
                    <a:cubicBezTo>
                      <a:pt x="6609" y="1266"/>
                      <a:pt x="6610" y="1119"/>
                      <a:pt x="6613" y="971"/>
                    </a:cubicBezTo>
                    <a:cubicBezTo>
                      <a:pt x="6612" y="929"/>
                      <a:pt x="6611" y="886"/>
                      <a:pt x="6610" y="843"/>
                    </a:cubicBezTo>
                    <a:cubicBezTo>
                      <a:pt x="6618" y="599"/>
                      <a:pt x="6676" y="449"/>
                      <a:pt x="6833" y="261"/>
                    </a:cubicBezTo>
                    <a:cubicBezTo>
                      <a:pt x="7126" y="0"/>
                      <a:pt x="7431" y="22"/>
                      <a:pt x="7806" y="29"/>
                    </a:cubicBezTo>
                    <a:close/>
                  </a:path>
                </a:pathLst>
              </a:custGeom>
              <a:solidFill>
                <a:srgbClr val="6BAAAB"/>
              </a:solidFill>
              <a:ln w="2646" cap="flat">
                <a:noFill/>
              </a:ln>
            </p:spPr>
          </p:sp>
          <p:sp>
            <p:nvSpPr>
              <p:cNvPr id="2044" name="ICON_C_WINDOWS_GRAPHIC_path_016"/>
              <p:cNvSpPr/>
              <p:nvPr/>
            </p:nvSpPr>
            <p:spPr>
              <a:xfrm>
                <a:off x="5405438" y="7294221"/>
                <a:ext cx="217133" cy="339008"/>
              </a:xfrm>
              <a:custGeom>
                <a:avLst/>
                <a:gdLst/>
                <a:ahLst/>
                <a:cxnLst/>
                <a:rect l="0" t="0" r="r" b="b"/>
                <a:pathLst>
                  <a:path w="17097" h="26694" fill="norm" stroke="0">
                    <a:moveTo>
                      <a:pt x="0" y="27"/>
                    </a:moveTo>
                    <a:cubicBezTo>
                      <a:pt x="2120" y="22"/>
                      <a:pt x="4239" y="18"/>
                      <a:pt x="6359" y="16"/>
                    </a:cubicBezTo>
                    <a:cubicBezTo>
                      <a:pt x="6609" y="16"/>
                      <a:pt x="6859" y="16"/>
                      <a:pt x="7109" y="15"/>
                    </a:cubicBezTo>
                    <a:cubicBezTo>
                      <a:pt x="7159" y="15"/>
                      <a:pt x="7209" y="15"/>
                      <a:pt x="7260" y="15"/>
                    </a:cubicBezTo>
                    <a:cubicBezTo>
                      <a:pt x="8067" y="14"/>
                      <a:pt x="8874" y="13"/>
                      <a:pt x="9681" y="11"/>
                    </a:cubicBezTo>
                    <a:cubicBezTo>
                      <a:pt x="10508" y="9"/>
                      <a:pt x="11336" y="8"/>
                      <a:pt x="12163" y="7"/>
                    </a:cubicBezTo>
                    <a:cubicBezTo>
                      <a:pt x="12674" y="7"/>
                      <a:pt x="13185" y="6"/>
                      <a:pt x="13696" y="4"/>
                    </a:cubicBezTo>
                    <a:cubicBezTo>
                      <a:pt x="14046" y="3"/>
                      <a:pt x="14396" y="3"/>
                      <a:pt x="14746" y="3"/>
                    </a:cubicBezTo>
                    <a:cubicBezTo>
                      <a:pt x="14948" y="3"/>
                      <a:pt x="15150" y="3"/>
                      <a:pt x="15352" y="2"/>
                    </a:cubicBezTo>
                    <a:cubicBezTo>
                      <a:pt x="15537" y="1"/>
                      <a:pt x="15722" y="1"/>
                      <a:pt x="15907" y="2"/>
                    </a:cubicBezTo>
                    <a:cubicBezTo>
                      <a:pt x="15974" y="2"/>
                      <a:pt x="16041" y="1"/>
                      <a:pt x="16108" y="1"/>
                    </a:cubicBezTo>
                    <a:cubicBezTo>
                      <a:pt x="16199" y="0"/>
                      <a:pt x="16290" y="0"/>
                      <a:pt x="16381" y="1"/>
                    </a:cubicBezTo>
                    <a:cubicBezTo>
                      <a:pt x="16406" y="1"/>
                      <a:pt x="16406" y="1"/>
                      <a:pt x="16534" y="1"/>
                    </a:cubicBezTo>
                    <a:cubicBezTo>
                      <a:pt x="16705" y="34"/>
                      <a:pt x="16767" y="100"/>
                      <a:pt x="16875" y="235"/>
                    </a:cubicBezTo>
                    <a:cubicBezTo>
                      <a:pt x="16904" y="360"/>
                      <a:pt x="16904" y="360"/>
                      <a:pt x="16908" y="501"/>
                    </a:cubicBezTo>
                    <a:cubicBezTo>
                      <a:pt x="16909" y="528"/>
                      <a:pt x="16910" y="554"/>
                      <a:pt x="16911" y="581"/>
                    </a:cubicBezTo>
                    <a:cubicBezTo>
                      <a:pt x="16914" y="670"/>
                      <a:pt x="16916" y="759"/>
                      <a:pt x="16918" y="848"/>
                    </a:cubicBezTo>
                    <a:cubicBezTo>
                      <a:pt x="16920" y="913"/>
                      <a:pt x="16922" y="979"/>
                      <a:pt x="16924" y="1044"/>
                    </a:cubicBezTo>
                    <a:cubicBezTo>
                      <a:pt x="16930" y="1225"/>
                      <a:pt x="16934" y="1407"/>
                      <a:pt x="16938" y="1589"/>
                    </a:cubicBezTo>
                    <a:cubicBezTo>
                      <a:pt x="16942" y="1749"/>
                      <a:pt x="16946" y="1909"/>
                      <a:pt x="16951" y="2069"/>
                    </a:cubicBezTo>
                    <a:cubicBezTo>
                      <a:pt x="16964" y="2571"/>
                      <a:pt x="16975" y="3072"/>
                      <a:pt x="16986" y="3574"/>
                    </a:cubicBezTo>
                    <a:cubicBezTo>
                      <a:pt x="16991" y="3818"/>
                      <a:pt x="16997" y="4063"/>
                      <a:pt x="17002" y="4307"/>
                    </a:cubicBezTo>
                    <a:cubicBezTo>
                      <a:pt x="17092" y="8233"/>
                      <a:pt x="17097" y="12159"/>
                      <a:pt x="17083" y="26694"/>
                    </a:cubicBezTo>
                    <a:cubicBezTo>
                      <a:pt x="17015" y="26694"/>
                      <a:pt x="16946" y="26694"/>
                      <a:pt x="16875" y="26694"/>
                    </a:cubicBezTo>
                    <a:cubicBezTo>
                      <a:pt x="16806" y="23531"/>
                      <a:pt x="16738" y="20369"/>
                      <a:pt x="16667" y="17110"/>
                    </a:cubicBezTo>
                    <a:cubicBezTo>
                      <a:pt x="16564" y="17145"/>
                      <a:pt x="16564" y="17145"/>
                      <a:pt x="16042" y="17319"/>
                    </a:cubicBezTo>
                    <a:cubicBezTo>
                      <a:pt x="15986" y="17509"/>
                      <a:pt x="15962" y="17610"/>
                      <a:pt x="15969" y="17797"/>
                    </a:cubicBezTo>
                    <a:cubicBezTo>
                      <a:pt x="15972" y="17880"/>
                      <a:pt x="15970" y="17961"/>
                      <a:pt x="15968" y="18044"/>
                    </a:cubicBezTo>
                    <a:cubicBezTo>
                      <a:pt x="15961" y="18278"/>
                      <a:pt x="15962" y="18512"/>
                      <a:pt x="15967" y="18746"/>
                    </a:cubicBezTo>
                    <a:cubicBezTo>
                      <a:pt x="15978" y="19539"/>
                      <a:pt x="15978" y="19539"/>
                      <a:pt x="15833" y="19819"/>
                    </a:cubicBezTo>
                    <a:cubicBezTo>
                      <a:pt x="15583" y="20018"/>
                      <a:pt x="15235" y="20076"/>
                      <a:pt x="14921" y="20059"/>
                    </a:cubicBezTo>
                    <a:cubicBezTo>
                      <a:pt x="14692" y="20003"/>
                      <a:pt x="14534" y="19890"/>
                      <a:pt x="14409" y="19687"/>
                    </a:cubicBezTo>
                    <a:cubicBezTo>
                      <a:pt x="14283" y="19402"/>
                      <a:pt x="14326" y="19054"/>
                      <a:pt x="14334" y="18749"/>
                    </a:cubicBezTo>
                    <a:cubicBezTo>
                      <a:pt x="14335" y="18666"/>
                      <a:pt x="14336" y="18582"/>
                      <a:pt x="14336" y="18499"/>
                    </a:cubicBezTo>
                    <a:cubicBezTo>
                      <a:pt x="14338" y="18280"/>
                      <a:pt x="14342" y="18062"/>
                      <a:pt x="14346" y="17843"/>
                    </a:cubicBezTo>
                    <a:cubicBezTo>
                      <a:pt x="14351" y="17620"/>
                      <a:pt x="14353" y="17396"/>
                      <a:pt x="14355" y="17173"/>
                    </a:cubicBezTo>
                    <a:cubicBezTo>
                      <a:pt x="14359" y="16735"/>
                      <a:pt x="14366" y="16298"/>
                      <a:pt x="14375" y="15860"/>
                    </a:cubicBezTo>
                    <a:cubicBezTo>
                      <a:pt x="14354" y="15862"/>
                      <a:pt x="14354" y="15862"/>
                      <a:pt x="14246" y="15872"/>
                    </a:cubicBezTo>
                    <a:cubicBezTo>
                      <a:pt x="13089" y="15967"/>
                      <a:pt x="13089" y="15967"/>
                      <a:pt x="12820" y="15800"/>
                    </a:cubicBezTo>
                    <a:cubicBezTo>
                      <a:pt x="12663" y="15608"/>
                      <a:pt x="12643" y="15371"/>
                      <a:pt x="12617" y="15131"/>
                    </a:cubicBezTo>
                    <a:cubicBezTo>
                      <a:pt x="12604" y="15061"/>
                      <a:pt x="12591" y="14990"/>
                      <a:pt x="12577" y="14920"/>
                    </a:cubicBezTo>
                    <a:cubicBezTo>
                      <a:pt x="12544" y="14748"/>
                      <a:pt x="12520" y="14576"/>
                      <a:pt x="12500" y="14402"/>
                    </a:cubicBezTo>
                    <a:cubicBezTo>
                      <a:pt x="11747" y="14477"/>
                      <a:pt x="11747" y="14477"/>
                      <a:pt x="11458" y="14610"/>
                    </a:cubicBezTo>
                    <a:cubicBezTo>
                      <a:pt x="11363" y="14730"/>
                      <a:pt x="11348" y="14863"/>
                      <a:pt x="11334" y="15013"/>
                    </a:cubicBezTo>
                    <a:cubicBezTo>
                      <a:pt x="11319" y="15103"/>
                      <a:pt x="11305" y="15161"/>
                      <a:pt x="11250" y="15235"/>
                    </a:cubicBezTo>
                    <a:cubicBezTo>
                      <a:pt x="11109" y="15275"/>
                      <a:pt x="10973" y="15263"/>
                      <a:pt x="10828" y="15254"/>
                    </a:cubicBezTo>
                    <a:cubicBezTo>
                      <a:pt x="10808" y="15253"/>
                      <a:pt x="10808" y="15253"/>
                      <a:pt x="10709" y="15250"/>
                    </a:cubicBezTo>
                    <a:cubicBezTo>
                      <a:pt x="10611" y="15246"/>
                      <a:pt x="10514" y="15241"/>
                      <a:pt x="10417" y="15235"/>
                    </a:cubicBezTo>
                    <a:cubicBezTo>
                      <a:pt x="10406" y="14976"/>
                      <a:pt x="10399" y="14716"/>
                      <a:pt x="10394" y="14457"/>
                    </a:cubicBezTo>
                    <a:cubicBezTo>
                      <a:pt x="10392" y="14369"/>
                      <a:pt x="10389" y="14281"/>
                      <a:pt x="10385" y="14193"/>
                    </a:cubicBezTo>
                    <a:cubicBezTo>
                      <a:pt x="10354" y="13411"/>
                      <a:pt x="10354" y="13411"/>
                      <a:pt x="10507" y="13226"/>
                    </a:cubicBezTo>
                    <a:cubicBezTo>
                      <a:pt x="10619" y="13126"/>
                      <a:pt x="10619" y="13126"/>
                      <a:pt x="10733" y="13037"/>
                    </a:cubicBezTo>
                    <a:cubicBezTo>
                      <a:pt x="10917" y="12865"/>
                      <a:pt x="10930" y="12637"/>
                      <a:pt x="10964" y="12397"/>
                    </a:cubicBezTo>
                    <a:cubicBezTo>
                      <a:pt x="10972" y="12349"/>
                      <a:pt x="10980" y="12301"/>
                      <a:pt x="10988" y="12252"/>
                    </a:cubicBezTo>
                    <a:cubicBezTo>
                      <a:pt x="11007" y="12135"/>
                      <a:pt x="11025" y="12019"/>
                      <a:pt x="11042" y="11902"/>
                    </a:cubicBezTo>
                    <a:cubicBezTo>
                      <a:pt x="11248" y="11902"/>
                      <a:pt x="11454" y="11902"/>
                      <a:pt x="11667" y="11902"/>
                    </a:cubicBezTo>
                    <a:cubicBezTo>
                      <a:pt x="11677" y="11834"/>
                      <a:pt x="11687" y="11766"/>
                      <a:pt x="11697" y="11696"/>
                    </a:cubicBezTo>
                    <a:cubicBezTo>
                      <a:pt x="11713" y="11604"/>
                      <a:pt x="11729" y="11512"/>
                      <a:pt x="11745" y="11420"/>
                    </a:cubicBezTo>
                    <a:cubicBezTo>
                      <a:pt x="11748" y="11398"/>
                      <a:pt x="11748" y="11398"/>
                      <a:pt x="11764" y="11285"/>
                    </a:cubicBezTo>
                    <a:cubicBezTo>
                      <a:pt x="11810" y="11031"/>
                      <a:pt x="11866" y="10858"/>
                      <a:pt x="12023" y="10655"/>
                    </a:cubicBezTo>
                    <a:cubicBezTo>
                      <a:pt x="12298" y="10297"/>
                      <a:pt x="12373" y="9961"/>
                      <a:pt x="12426" y="9520"/>
                    </a:cubicBezTo>
                    <a:cubicBezTo>
                      <a:pt x="12440" y="9404"/>
                      <a:pt x="12457" y="9288"/>
                      <a:pt x="12474" y="9173"/>
                    </a:cubicBezTo>
                    <a:cubicBezTo>
                      <a:pt x="12523" y="8845"/>
                      <a:pt x="12569" y="8517"/>
                      <a:pt x="12610" y="8188"/>
                    </a:cubicBezTo>
                    <a:cubicBezTo>
                      <a:pt x="12635" y="7985"/>
                      <a:pt x="12664" y="7784"/>
                      <a:pt x="12696" y="7582"/>
                    </a:cubicBezTo>
                    <a:cubicBezTo>
                      <a:pt x="12707" y="7506"/>
                      <a:pt x="12717" y="7429"/>
                      <a:pt x="12726" y="7352"/>
                    </a:cubicBezTo>
                    <a:cubicBezTo>
                      <a:pt x="12778" y="6868"/>
                      <a:pt x="12778" y="6868"/>
                      <a:pt x="12917" y="6694"/>
                    </a:cubicBezTo>
                    <a:cubicBezTo>
                      <a:pt x="13139" y="6551"/>
                      <a:pt x="13485" y="6439"/>
                      <a:pt x="13750" y="6485"/>
                    </a:cubicBezTo>
                    <a:cubicBezTo>
                      <a:pt x="13886" y="6588"/>
                      <a:pt x="13950" y="6651"/>
                      <a:pt x="13984" y="6820"/>
                    </a:cubicBezTo>
                    <a:cubicBezTo>
                      <a:pt x="13984" y="6868"/>
                      <a:pt x="13984" y="6915"/>
                      <a:pt x="13983" y="6964"/>
                    </a:cubicBezTo>
                    <a:cubicBezTo>
                      <a:pt x="13984" y="6990"/>
                      <a:pt x="13984" y="7017"/>
                      <a:pt x="13984" y="7044"/>
                    </a:cubicBezTo>
                    <a:cubicBezTo>
                      <a:pt x="13984" y="7133"/>
                      <a:pt x="13983" y="7221"/>
                      <a:pt x="13982" y="7310"/>
                    </a:cubicBezTo>
                    <a:cubicBezTo>
                      <a:pt x="13982" y="7374"/>
                      <a:pt x="13982" y="7437"/>
                      <a:pt x="13982" y="7501"/>
                    </a:cubicBezTo>
                    <a:cubicBezTo>
                      <a:pt x="13982" y="7674"/>
                      <a:pt x="13981" y="7846"/>
                      <a:pt x="13979" y="8019"/>
                    </a:cubicBezTo>
                    <a:cubicBezTo>
                      <a:pt x="13978" y="8199"/>
                      <a:pt x="13978" y="8380"/>
                      <a:pt x="13978" y="8560"/>
                    </a:cubicBezTo>
                    <a:cubicBezTo>
                      <a:pt x="13977" y="8902"/>
                      <a:pt x="13975" y="9243"/>
                      <a:pt x="13973" y="9585"/>
                    </a:cubicBezTo>
                    <a:cubicBezTo>
                      <a:pt x="13971" y="9974"/>
                      <a:pt x="13970" y="10363"/>
                      <a:pt x="13969" y="10752"/>
                    </a:cubicBezTo>
                    <a:cubicBezTo>
                      <a:pt x="13967" y="11552"/>
                      <a:pt x="13963" y="12352"/>
                      <a:pt x="13958" y="13152"/>
                    </a:cubicBezTo>
                    <a:cubicBezTo>
                      <a:pt x="14096" y="13152"/>
                      <a:pt x="14233" y="13152"/>
                      <a:pt x="14375" y="13152"/>
                    </a:cubicBezTo>
                    <a:cubicBezTo>
                      <a:pt x="14372" y="13096"/>
                      <a:pt x="14369" y="13040"/>
                      <a:pt x="14365" y="12983"/>
                    </a:cubicBezTo>
                    <a:cubicBezTo>
                      <a:pt x="14354" y="12776"/>
                      <a:pt x="14347" y="12569"/>
                      <a:pt x="14341" y="12362"/>
                    </a:cubicBezTo>
                    <a:cubicBezTo>
                      <a:pt x="14337" y="12273"/>
                      <a:pt x="14333" y="12183"/>
                      <a:pt x="14328" y="12094"/>
                    </a:cubicBezTo>
                    <a:cubicBezTo>
                      <a:pt x="14320" y="11965"/>
                      <a:pt x="14317" y="11836"/>
                      <a:pt x="14314" y="11707"/>
                    </a:cubicBezTo>
                    <a:cubicBezTo>
                      <a:pt x="14311" y="11668"/>
                      <a:pt x="14308" y="11628"/>
                      <a:pt x="14304" y="11586"/>
                    </a:cubicBezTo>
                    <a:cubicBezTo>
                      <a:pt x="14304" y="11473"/>
                      <a:pt x="14304" y="11473"/>
                      <a:pt x="14375" y="11277"/>
                    </a:cubicBezTo>
                    <a:cubicBezTo>
                      <a:pt x="14581" y="11208"/>
                      <a:pt x="14788" y="11139"/>
                      <a:pt x="15000" y="11069"/>
                    </a:cubicBezTo>
                    <a:cubicBezTo>
                      <a:pt x="15034" y="11344"/>
                      <a:pt x="15034" y="11344"/>
                      <a:pt x="15208" y="12735"/>
                    </a:cubicBezTo>
                    <a:cubicBezTo>
                      <a:pt x="15277" y="11979"/>
                      <a:pt x="15346" y="11223"/>
                      <a:pt x="15417" y="10444"/>
                    </a:cubicBezTo>
                    <a:cubicBezTo>
                      <a:pt x="15623" y="10444"/>
                      <a:pt x="15829" y="10444"/>
                      <a:pt x="16042" y="10444"/>
                    </a:cubicBezTo>
                    <a:cubicBezTo>
                      <a:pt x="16352" y="10780"/>
                      <a:pt x="16273" y="11288"/>
                      <a:pt x="16263" y="11720"/>
                    </a:cubicBezTo>
                    <a:cubicBezTo>
                      <a:pt x="16262" y="11798"/>
                      <a:pt x="16261" y="11876"/>
                      <a:pt x="16260" y="11955"/>
                    </a:cubicBezTo>
                    <a:cubicBezTo>
                      <a:pt x="16258" y="12145"/>
                      <a:pt x="16254" y="12336"/>
                      <a:pt x="16250" y="12527"/>
                    </a:cubicBezTo>
                    <a:cubicBezTo>
                      <a:pt x="16405" y="12477"/>
                      <a:pt x="16538" y="12420"/>
                      <a:pt x="16667" y="12319"/>
                    </a:cubicBezTo>
                    <a:cubicBezTo>
                      <a:pt x="16729" y="12161"/>
                      <a:pt x="16721" y="12010"/>
                      <a:pt x="16717" y="11843"/>
                    </a:cubicBezTo>
                    <a:cubicBezTo>
                      <a:pt x="16717" y="11818"/>
                      <a:pt x="16717" y="11818"/>
                      <a:pt x="16718" y="11695"/>
                    </a:cubicBezTo>
                    <a:cubicBezTo>
                      <a:pt x="16718" y="11560"/>
                      <a:pt x="16717" y="11425"/>
                      <a:pt x="16715" y="11290"/>
                    </a:cubicBezTo>
                    <a:cubicBezTo>
                      <a:pt x="16713" y="11145"/>
                      <a:pt x="16714" y="10999"/>
                      <a:pt x="16714" y="10854"/>
                    </a:cubicBezTo>
                    <a:cubicBezTo>
                      <a:pt x="16714" y="10602"/>
                      <a:pt x="16713" y="10349"/>
                      <a:pt x="16711" y="10097"/>
                    </a:cubicBezTo>
                    <a:cubicBezTo>
                      <a:pt x="16707" y="9733"/>
                      <a:pt x="16706" y="9368"/>
                      <a:pt x="16706" y="9004"/>
                    </a:cubicBezTo>
                    <a:cubicBezTo>
                      <a:pt x="16705" y="8412"/>
                      <a:pt x="16702" y="7821"/>
                      <a:pt x="16698" y="7229"/>
                    </a:cubicBezTo>
                    <a:cubicBezTo>
                      <a:pt x="16694" y="6655"/>
                      <a:pt x="16691" y="6080"/>
                      <a:pt x="16690" y="5506"/>
                    </a:cubicBezTo>
                    <a:cubicBezTo>
                      <a:pt x="16689" y="5470"/>
                      <a:pt x="16689" y="5435"/>
                      <a:pt x="16689" y="5398"/>
                    </a:cubicBezTo>
                    <a:cubicBezTo>
                      <a:pt x="16689" y="5221"/>
                      <a:pt x="16688" y="5043"/>
                      <a:pt x="16688" y="4865"/>
                    </a:cubicBezTo>
                    <a:cubicBezTo>
                      <a:pt x="16683" y="3391"/>
                      <a:pt x="16676" y="1918"/>
                      <a:pt x="16667" y="444"/>
                    </a:cubicBezTo>
                    <a:cubicBezTo>
                      <a:pt x="16623" y="444"/>
                      <a:pt x="16580" y="444"/>
                      <a:pt x="16535" y="444"/>
                    </a:cubicBezTo>
                    <a:cubicBezTo>
                      <a:pt x="14020" y="457"/>
                      <a:pt x="11507" y="441"/>
                      <a:pt x="8993" y="398"/>
                    </a:cubicBezTo>
                    <a:cubicBezTo>
                      <a:pt x="8976" y="398"/>
                      <a:pt x="8976" y="398"/>
                      <a:pt x="8893" y="396"/>
                    </a:cubicBezTo>
                    <a:cubicBezTo>
                      <a:pt x="8052" y="382"/>
                      <a:pt x="7212" y="366"/>
                      <a:pt x="6371" y="351"/>
                    </a:cubicBezTo>
                    <a:cubicBezTo>
                      <a:pt x="5885" y="342"/>
                      <a:pt x="5398" y="333"/>
                      <a:pt x="4911" y="324"/>
                    </a:cubicBezTo>
                    <a:cubicBezTo>
                      <a:pt x="4876" y="324"/>
                      <a:pt x="4841" y="323"/>
                      <a:pt x="4805" y="322"/>
                    </a:cubicBezTo>
                    <a:cubicBezTo>
                      <a:pt x="4630" y="319"/>
                      <a:pt x="4455" y="316"/>
                      <a:pt x="4279" y="313"/>
                    </a:cubicBezTo>
                    <a:cubicBezTo>
                      <a:pt x="2853" y="288"/>
                      <a:pt x="1426" y="262"/>
                      <a:pt x="0" y="235"/>
                    </a:cubicBezTo>
                    <a:cubicBezTo>
                      <a:pt x="0" y="166"/>
                      <a:pt x="0" y="98"/>
                      <a:pt x="0" y="27"/>
                    </a:cubicBezTo>
                    <a:close/>
                  </a:path>
                </a:pathLst>
              </a:custGeom>
              <a:solidFill>
                <a:srgbClr val="B1CBF6"/>
              </a:solidFill>
              <a:ln w="2646" cap="flat">
                <a:noFill/>
              </a:ln>
            </p:spPr>
          </p:sp>
          <p:sp>
            <p:nvSpPr>
              <p:cNvPr id="2045" name="ICON_C_WINDOWS_GRAPHIC_path_017"/>
              <p:cNvSpPr/>
              <p:nvPr/>
            </p:nvSpPr>
            <p:spPr>
              <a:xfrm>
                <a:off x="5946180" y="7365941"/>
                <a:ext cx="140234" cy="172037"/>
              </a:xfrm>
              <a:custGeom>
                <a:avLst/>
                <a:gdLst/>
                <a:ahLst/>
                <a:cxnLst/>
                <a:rect l="0" t="0" r="r" b="b"/>
                <a:pathLst>
                  <a:path w="11042" h="13546" fill="norm" stroke="0">
                    <a:moveTo>
                      <a:pt x="2739" y="0"/>
                    </a:moveTo>
                    <a:cubicBezTo>
                      <a:pt x="2877" y="55"/>
                      <a:pt x="2950" y="99"/>
                      <a:pt x="3047" y="213"/>
                    </a:cubicBezTo>
                    <a:cubicBezTo>
                      <a:pt x="3123" y="443"/>
                      <a:pt x="3114" y="696"/>
                      <a:pt x="3117" y="936"/>
                    </a:cubicBezTo>
                    <a:cubicBezTo>
                      <a:pt x="3119" y="1064"/>
                      <a:pt x="3123" y="1192"/>
                      <a:pt x="3128" y="1320"/>
                    </a:cubicBezTo>
                    <a:cubicBezTo>
                      <a:pt x="3138" y="1594"/>
                      <a:pt x="3145" y="1867"/>
                      <a:pt x="3151" y="2140"/>
                    </a:cubicBezTo>
                    <a:cubicBezTo>
                      <a:pt x="3201" y="4225"/>
                      <a:pt x="3201" y="4225"/>
                      <a:pt x="3564" y="4971"/>
                    </a:cubicBezTo>
                    <a:cubicBezTo>
                      <a:pt x="3700" y="5254"/>
                      <a:pt x="3762" y="5549"/>
                      <a:pt x="3827" y="5854"/>
                    </a:cubicBezTo>
                    <a:cubicBezTo>
                      <a:pt x="3839" y="5909"/>
                      <a:pt x="3852" y="5964"/>
                      <a:pt x="3864" y="6019"/>
                    </a:cubicBezTo>
                    <a:cubicBezTo>
                      <a:pt x="3913" y="6241"/>
                      <a:pt x="3961" y="6463"/>
                      <a:pt x="4006" y="6686"/>
                    </a:cubicBezTo>
                    <a:cubicBezTo>
                      <a:pt x="4033" y="6826"/>
                      <a:pt x="4064" y="6965"/>
                      <a:pt x="4096" y="7103"/>
                    </a:cubicBezTo>
                    <a:cubicBezTo>
                      <a:pt x="4113" y="7180"/>
                      <a:pt x="4127" y="7258"/>
                      <a:pt x="4141" y="7335"/>
                    </a:cubicBezTo>
                    <a:cubicBezTo>
                      <a:pt x="4177" y="7485"/>
                      <a:pt x="4207" y="7587"/>
                      <a:pt x="4297" y="7713"/>
                    </a:cubicBezTo>
                    <a:cubicBezTo>
                      <a:pt x="4487" y="7830"/>
                      <a:pt x="4706" y="7877"/>
                      <a:pt x="4922" y="7921"/>
                    </a:cubicBezTo>
                    <a:cubicBezTo>
                      <a:pt x="4920" y="7885"/>
                      <a:pt x="4919" y="7849"/>
                      <a:pt x="4918" y="7812"/>
                    </a:cubicBezTo>
                    <a:cubicBezTo>
                      <a:pt x="4905" y="7472"/>
                      <a:pt x="4896" y="7132"/>
                      <a:pt x="4889" y="6791"/>
                    </a:cubicBezTo>
                    <a:cubicBezTo>
                      <a:pt x="4886" y="6616"/>
                      <a:pt x="4882" y="6441"/>
                      <a:pt x="4875" y="6266"/>
                    </a:cubicBezTo>
                    <a:cubicBezTo>
                      <a:pt x="4868" y="6098"/>
                      <a:pt x="4864" y="5929"/>
                      <a:pt x="4863" y="5760"/>
                    </a:cubicBezTo>
                    <a:cubicBezTo>
                      <a:pt x="4861" y="5696"/>
                      <a:pt x="4859" y="5631"/>
                      <a:pt x="4856" y="5567"/>
                    </a:cubicBezTo>
                    <a:cubicBezTo>
                      <a:pt x="4854" y="5536"/>
                      <a:pt x="4853" y="5505"/>
                      <a:pt x="4851" y="5473"/>
                    </a:cubicBezTo>
                    <a:cubicBezTo>
                      <a:pt x="4849" y="5446"/>
                      <a:pt x="4848" y="5419"/>
                      <a:pt x="4846" y="5391"/>
                    </a:cubicBezTo>
                    <a:cubicBezTo>
                      <a:pt x="4851" y="5296"/>
                      <a:pt x="4851" y="5296"/>
                      <a:pt x="4922" y="5005"/>
                    </a:cubicBezTo>
                    <a:cubicBezTo>
                      <a:pt x="5128" y="4936"/>
                      <a:pt x="5334" y="4867"/>
                      <a:pt x="5547" y="4796"/>
                    </a:cubicBezTo>
                    <a:cubicBezTo>
                      <a:pt x="5581" y="5278"/>
                      <a:pt x="5581" y="5278"/>
                      <a:pt x="5755" y="7713"/>
                    </a:cubicBezTo>
                    <a:cubicBezTo>
                      <a:pt x="5961" y="7713"/>
                      <a:pt x="6168" y="7713"/>
                      <a:pt x="6380" y="7713"/>
                    </a:cubicBezTo>
                    <a:cubicBezTo>
                      <a:pt x="6380" y="7438"/>
                      <a:pt x="6380" y="7163"/>
                      <a:pt x="6380" y="6880"/>
                    </a:cubicBezTo>
                    <a:cubicBezTo>
                      <a:pt x="6448" y="6879"/>
                      <a:pt x="6516" y="6879"/>
                      <a:pt x="6586" y="6878"/>
                    </a:cubicBezTo>
                    <a:cubicBezTo>
                      <a:pt x="7271" y="6832"/>
                      <a:pt x="7271" y="6832"/>
                      <a:pt x="7478" y="6611"/>
                    </a:cubicBezTo>
                    <a:cubicBezTo>
                      <a:pt x="7693" y="6321"/>
                      <a:pt x="7832" y="5968"/>
                      <a:pt x="7955" y="5630"/>
                    </a:cubicBezTo>
                    <a:cubicBezTo>
                      <a:pt x="8023" y="5448"/>
                      <a:pt x="8097" y="5328"/>
                      <a:pt x="8255" y="5213"/>
                    </a:cubicBezTo>
                    <a:cubicBezTo>
                      <a:pt x="8384" y="5186"/>
                      <a:pt x="8509" y="5189"/>
                      <a:pt x="8640" y="5193"/>
                    </a:cubicBezTo>
                    <a:cubicBezTo>
                      <a:pt x="8656" y="5193"/>
                      <a:pt x="8656" y="5193"/>
                      <a:pt x="8739" y="5193"/>
                    </a:cubicBezTo>
                    <a:cubicBezTo>
                      <a:pt x="8860" y="5194"/>
                      <a:pt x="8981" y="5197"/>
                      <a:pt x="9101" y="5200"/>
                    </a:cubicBezTo>
                    <a:cubicBezTo>
                      <a:pt x="9372" y="5204"/>
                      <a:pt x="9643" y="5209"/>
                      <a:pt x="9922" y="5213"/>
                    </a:cubicBezTo>
                    <a:cubicBezTo>
                      <a:pt x="9922" y="4525"/>
                      <a:pt x="9922" y="3838"/>
                      <a:pt x="9922" y="3130"/>
                    </a:cubicBezTo>
                    <a:cubicBezTo>
                      <a:pt x="10197" y="3061"/>
                      <a:pt x="10472" y="2992"/>
                      <a:pt x="10755" y="2921"/>
                    </a:cubicBezTo>
                    <a:cubicBezTo>
                      <a:pt x="10797" y="3376"/>
                      <a:pt x="10835" y="3830"/>
                      <a:pt x="10869" y="4285"/>
                    </a:cubicBezTo>
                    <a:cubicBezTo>
                      <a:pt x="10885" y="4496"/>
                      <a:pt x="10902" y="4707"/>
                      <a:pt x="10922" y="4918"/>
                    </a:cubicBezTo>
                    <a:cubicBezTo>
                      <a:pt x="10941" y="5122"/>
                      <a:pt x="10957" y="5326"/>
                      <a:pt x="10970" y="5530"/>
                    </a:cubicBezTo>
                    <a:cubicBezTo>
                      <a:pt x="10976" y="5608"/>
                      <a:pt x="10983" y="5686"/>
                      <a:pt x="10991" y="5763"/>
                    </a:cubicBezTo>
                    <a:cubicBezTo>
                      <a:pt x="11042" y="6261"/>
                      <a:pt x="11042" y="6261"/>
                      <a:pt x="10964" y="6463"/>
                    </a:cubicBezTo>
                    <a:cubicBezTo>
                      <a:pt x="10832" y="6613"/>
                      <a:pt x="10658" y="6697"/>
                      <a:pt x="10485" y="6791"/>
                    </a:cubicBezTo>
                    <a:cubicBezTo>
                      <a:pt x="10380" y="6849"/>
                      <a:pt x="10341" y="6875"/>
                      <a:pt x="10274" y="6977"/>
                    </a:cubicBezTo>
                    <a:cubicBezTo>
                      <a:pt x="10245" y="7079"/>
                      <a:pt x="10231" y="7172"/>
                      <a:pt x="10223" y="7278"/>
                    </a:cubicBezTo>
                    <a:cubicBezTo>
                      <a:pt x="10212" y="7351"/>
                      <a:pt x="10200" y="7425"/>
                      <a:pt x="10189" y="7499"/>
                    </a:cubicBezTo>
                    <a:cubicBezTo>
                      <a:pt x="10186" y="7517"/>
                      <a:pt x="10186" y="7517"/>
                      <a:pt x="10173" y="7612"/>
                    </a:cubicBezTo>
                    <a:cubicBezTo>
                      <a:pt x="10055" y="8411"/>
                      <a:pt x="10055" y="8411"/>
                      <a:pt x="9826" y="8644"/>
                    </a:cubicBezTo>
                    <a:cubicBezTo>
                      <a:pt x="9556" y="8786"/>
                      <a:pt x="9263" y="8771"/>
                      <a:pt x="8965" y="8757"/>
                    </a:cubicBezTo>
                    <a:cubicBezTo>
                      <a:pt x="8806" y="8752"/>
                      <a:pt x="8647" y="8758"/>
                      <a:pt x="8488" y="8762"/>
                    </a:cubicBezTo>
                    <a:cubicBezTo>
                      <a:pt x="8132" y="8769"/>
                      <a:pt x="7778" y="8764"/>
                      <a:pt x="7422" y="8755"/>
                    </a:cubicBezTo>
                    <a:cubicBezTo>
                      <a:pt x="7353" y="9098"/>
                      <a:pt x="7284" y="9442"/>
                      <a:pt x="7214" y="9796"/>
                    </a:cubicBezTo>
                    <a:cubicBezTo>
                      <a:pt x="7076" y="9796"/>
                      <a:pt x="6939" y="9796"/>
                      <a:pt x="6797" y="9796"/>
                    </a:cubicBezTo>
                    <a:cubicBezTo>
                      <a:pt x="6797" y="9934"/>
                      <a:pt x="6797" y="10071"/>
                      <a:pt x="6797" y="10213"/>
                    </a:cubicBezTo>
                    <a:cubicBezTo>
                      <a:pt x="6247" y="10144"/>
                      <a:pt x="5697" y="10075"/>
                      <a:pt x="5130" y="10005"/>
                    </a:cubicBezTo>
                    <a:cubicBezTo>
                      <a:pt x="5130" y="10761"/>
                      <a:pt x="5130" y="11517"/>
                      <a:pt x="5130" y="12296"/>
                    </a:cubicBezTo>
                    <a:cubicBezTo>
                      <a:pt x="4993" y="12331"/>
                      <a:pt x="4993" y="12331"/>
                      <a:pt x="4297" y="12505"/>
                    </a:cubicBezTo>
                    <a:cubicBezTo>
                      <a:pt x="3969" y="11487"/>
                      <a:pt x="3784" y="10499"/>
                      <a:pt x="3671" y="9437"/>
                    </a:cubicBezTo>
                    <a:cubicBezTo>
                      <a:pt x="3639" y="9144"/>
                      <a:pt x="3606" y="8850"/>
                      <a:pt x="3572" y="8556"/>
                    </a:cubicBezTo>
                    <a:cubicBezTo>
                      <a:pt x="3561" y="8456"/>
                      <a:pt x="3550" y="8355"/>
                      <a:pt x="3540" y="8255"/>
                    </a:cubicBezTo>
                    <a:cubicBezTo>
                      <a:pt x="3507" y="7949"/>
                      <a:pt x="3459" y="7655"/>
                      <a:pt x="3369" y="7361"/>
                    </a:cubicBezTo>
                    <a:cubicBezTo>
                      <a:pt x="3361" y="7335"/>
                      <a:pt x="3354" y="7309"/>
                      <a:pt x="3346" y="7282"/>
                    </a:cubicBezTo>
                    <a:cubicBezTo>
                      <a:pt x="3299" y="7141"/>
                      <a:pt x="3264" y="7093"/>
                      <a:pt x="3133" y="7019"/>
                    </a:cubicBezTo>
                    <a:cubicBezTo>
                      <a:pt x="2995" y="6978"/>
                      <a:pt x="2865" y="6959"/>
                      <a:pt x="2721" y="6945"/>
                    </a:cubicBezTo>
                    <a:cubicBezTo>
                      <a:pt x="2673" y="6938"/>
                      <a:pt x="2624" y="6930"/>
                      <a:pt x="2574" y="6923"/>
                    </a:cubicBezTo>
                    <a:cubicBezTo>
                      <a:pt x="2454" y="6906"/>
                      <a:pt x="2334" y="6892"/>
                      <a:pt x="2214" y="6880"/>
                    </a:cubicBezTo>
                    <a:cubicBezTo>
                      <a:pt x="2214" y="7017"/>
                      <a:pt x="2214" y="7155"/>
                      <a:pt x="2214" y="7296"/>
                    </a:cubicBezTo>
                    <a:cubicBezTo>
                      <a:pt x="1939" y="7296"/>
                      <a:pt x="1664" y="7296"/>
                      <a:pt x="1380" y="7296"/>
                    </a:cubicBezTo>
                    <a:cubicBezTo>
                      <a:pt x="1311" y="9359"/>
                      <a:pt x="1243" y="11421"/>
                      <a:pt x="1172" y="13546"/>
                    </a:cubicBezTo>
                    <a:cubicBezTo>
                      <a:pt x="897" y="13546"/>
                      <a:pt x="622" y="13546"/>
                      <a:pt x="339" y="13546"/>
                    </a:cubicBezTo>
                    <a:cubicBezTo>
                      <a:pt x="263" y="12737"/>
                      <a:pt x="200" y="11927"/>
                      <a:pt x="148" y="11115"/>
                    </a:cubicBezTo>
                    <a:cubicBezTo>
                      <a:pt x="139" y="10968"/>
                      <a:pt x="129" y="10821"/>
                      <a:pt x="118" y="10673"/>
                    </a:cubicBezTo>
                    <a:cubicBezTo>
                      <a:pt x="0" y="9055"/>
                      <a:pt x="190" y="7511"/>
                      <a:pt x="467" y="5919"/>
                    </a:cubicBezTo>
                    <a:cubicBezTo>
                      <a:pt x="494" y="5761"/>
                      <a:pt x="521" y="5603"/>
                      <a:pt x="547" y="5445"/>
                    </a:cubicBezTo>
                    <a:cubicBezTo>
                      <a:pt x="593" y="5168"/>
                      <a:pt x="642" y="4891"/>
                      <a:pt x="694" y="4615"/>
                    </a:cubicBezTo>
                    <a:cubicBezTo>
                      <a:pt x="711" y="4522"/>
                      <a:pt x="728" y="4428"/>
                      <a:pt x="743" y="4335"/>
                    </a:cubicBezTo>
                    <a:cubicBezTo>
                      <a:pt x="765" y="4205"/>
                      <a:pt x="790" y="4076"/>
                      <a:pt x="816" y="3948"/>
                    </a:cubicBezTo>
                    <a:cubicBezTo>
                      <a:pt x="822" y="3910"/>
                      <a:pt x="827" y="3872"/>
                      <a:pt x="833" y="3833"/>
                    </a:cubicBezTo>
                    <a:cubicBezTo>
                      <a:pt x="857" y="3727"/>
                      <a:pt x="857" y="3727"/>
                      <a:pt x="964" y="3546"/>
                    </a:cubicBezTo>
                    <a:cubicBezTo>
                      <a:pt x="1170" y="3477"/>
                      <a:pt x="1376" y="3409"/>
                      <a:pt x="1589" y="3338"/>
                    </a:cubicBezTo>
                    <a:cubicBezTo>
                      <a:pt x="1589" y="3888"/>
                      <a:pt x="1589" y="4438"/>
                      <a:pt x="1589" y="5005"/>
                    </a:cubicBezTo>
                    <a:cubicBezTo>
                      <a:pt x="1795" y="4936"/>
                      <a:pt x="2001" y="4867"/>
                      <a:pt x="2214" y="4796"/>
                    </a:cubicBezTo>
                    <a:cubicBezTo>
                      <a:pt x="2289" y="4614"/>
                      <a:pt x="2303" y="4542"/>
                      <a:pt x="2300" y="4355"/>
                    </a:cubicBezTo>
                    <a:cubicBezTo>
                      <a:pt x="2302" y="4311"/>
                      <a:pt x="2304" y="4266"/>
                      <a:pt x="2306" y="4221"/>
                    </a:cubicBezTo>
                    <a:cubicBezTo>
                      <a:pt x="2311" y="4074"/>
                      <a:pt x="2312" y="3928"/>
                      <a:pt x="2313" y="3781"/>
                    </a:cubicBezTo>
                    <a:cubicBezTo>
                      <a:pt x="2316" y="3679"/>
                      <a:pt x="2319" y="3577"/>
                      <a:pt x="2323" y="3475"/>
                    </a:cubicBezTo>
                    <a:cubicBezTo>
                      <a:pt x="2331" y="3234"/>
                      <a:pt x="2336" y="2993"/>
                      <a:pt x="2340" y="2752"/>
                    </a:cubicBezTo>
                    <a:cubicBezTo>
                      <a:pt x="2347" y="2295"/>
                      <a:pt x="2360" y="1837"/>
                      <a:pt x="2374" y="1380"/>
                    </a:cubicBezTo>
                    <a:cubicBezTo>
                      <a:pt x="2378" y="1230"/>
                      <a:pt x="2380" y="1080"/>
                      <a:pt x="2382" y="930"/>
                    </a:cubicBezTo>
                    <a:cubicBezTo>
                      <a:pt x="2385" y="838"/>
                      <a:pt x="2387" y="746"/>
                      <a:pt x="2389" y="654"/>
                    </a:cubicBezTo>
                    <a:cubicBezTo>
                      <a:pt x="2389" y="612"/>
                      <a:pt x="2389" y="570"/>
                      <a:pt x="2390" y="528"/>
                    </a:cubicBezTo>
                    <a:cubicBezTo>
                      <a:pt x="2399" y="211"/>
                      <a:pt x="2399" y="211"/>
                      <a:pt x="2515" y="79"/>
                    </a:cubicBezTo>
                    <a:cubicBezTo>
                      <a:pt x="2630" y="5"/>
                      <a:pt x="2630" y="5"/>
                      <a:pt x="2739" y="0"/>
                    </a:cubicBezTo>
                    <a:close/>
                  </a:path>
                </a:pathLst>
              </a:custGeom>
              <a:solidFill>
                <a:srgbClr val="AE85A7"/>
              </a:solidFill>
              <a:ln w="2646" cap="flat">
                <a:noFill/>
              </a:ln>
            </p:spPr>
          </p:sp>
          <p:sp>
            <p:nvSpPr>
              <p:cNvPr id="2046" name="ICON_C_WINDOWS_GRAPHIC_path_018"/>
              <p:cNvSpPr/>
              <p:nvPr/>
            </p:nvSpPr>
            <p:spPr>
              <a:xfrm>
                <a:off x="5632132" y="7294562"/>
                <a:ext cx="133138" cy="346604"/>
              </a:xfrm>
              <a:custGeom>
                <a:avLst/>
                <a:gdLst/>
                <a:ahLst/>
                <a:cxnLst/>
                <a:rect l="0" t="0" r="r" b="b"/>
                <a:pathLst>
                  <a:path w="10483" h="27292" fill="norm" stroke="0">
                    <a:moveTo>
                      <a:pt x="67" y="0"/>
                    </a:moveTo>
                    <a:cubicBezTo>
                      <a:pt x="135" y="0"/>
                      <a:pt x="204" y="0"/>
                      <a:pt x="275" y="0"/>
                    </a:cubicBezTo>
                    <a:cubicBezTo>
                      <a:pt x="275" y="22"/>
                      <a:pt x="275" y="44"/>
                      <a:pt x="275" y="67"/>
                    </a:cubicBezTo>
                    <a:cubicBezTo>
                      <a:pt x="283" y="1380"/>
                      <a:pt x="295" y="2694"/>
                      <a:pt x="312" y="4008"/>
                    </a:cubicBezTo>
                    <a:cubicBezTo>
                      <a:pt x="314" y="4166"/>
                      <a:pt x="316" y="4324"/>
                      <a:pt x="318" y="4482"/>
                    </a:cubicBezTo>
                    <a:cubicBezTo>
                      <a:pt x="319" y="4514"/>
                      <a:pt x="319" y="4545"/>
                      <a:pt x="319" y="4578"/>
                    </a:cubicBezTo>
                    <a:cubicBezTo>
                      <a:pt x="326" y="5086"/>
                      <a:pt x="329" y="5593"/>
                      <a:pt x="332" y="6101"/>
                    </a:cubicBezTo>
                    <a:cubicBezTo>
                      <a:pt x="335" y="6624"/>
                      <a:pt x="340" y="7146"/>
                      <a:pt x="349" y="7669"/>
                    </a:cubicBezTo>
                    <a:cubicBezTo>
                      <a:pt x="354" y="7961"/>
                      <a:pt x="357" y="8254"/>
                      <a:pt x="357" y="8547"/>
                    </a:cubicBezTo>
                    <a:cubicBezTo>
                      <a:pt x="356" y="10686"/>
                      <a:pt x="356" y="10686"/>
                      <a:pt x="895" y="11258"/>
                    </a:cubicBezTo>
                    <a:cubicBezTo>
                      <a:pt x="969" y="11328"/>
                      <a:pt x="1043" y="11396"/>
                      <a:pt x="1119" y="11463"/>
                    </a:cubicBezTo>
                    <a:cubicBezTo>
                      <a:pt x="1320" y="11643"/>
                      <a:pt x="1390" y="11816"/>
                      <a:pt x="1451" y="12073"/>
                    </a:cubicBezTo>
                    <a:cubicBezTo>
                      <a:pt x="1506" y="12295"/>
                      <a:pt x="1590" y="12366"/>
                      <a:pt x="1773" y="12489"/>
                    </a:cubicBezTo>
                    <a:cubicBezTo>
                      <a:pt x="1867" y="12543"/>
                      <a:pt x="1963" y="12594"/>
                      <a:pt x="2059" y="12643"/>
                    </a:cubicBezTo>
                    <a:cubicBezTo>
                      <a:pt x="2226" y="12734"/>
                      <a:pt x="2394" y="12824"/>
                      <a:pt x="2567" y="12917"/>
                    </a:cubicBezTo>
                    <a:cubicBezTo>
                      <a:pt x="2567" y="12367"/>
                      <a:pt x="2567" y="11817"/>
                      <a:pt x="2567" y="11250"/>
                    </a:cubicBezTo>
                    <a:cubicBezTo>
                      <a:pt x="2700" y="11237"/>
                      <a:pt x="2833" y="11224"/>
                      <a:pt x="2970" y="11211"/>
                    </a:cubicBezTo>
                    <a:cubicBezTo>
                      <a:pt x="3136" y="11182"/>
                      <a:pt x="3265" y="11144"/>
                      <a:pt x="3400" y="11042"/>
                    </a:cubicBezTo>
                    <a:cubicBezTo>
                      <a:pt x="3567" y="10729"/>
                      <a:pt x="3586" y="10349"/>
                      <a:pt x="3608" y="10000"/>
                    </a:cubicBezTo>
                    <a:cubicBezTo>
                      <a:pt x="3954" y="9917"/>
                      <a:pt x="4314" y="9861"/>
                      <a:pt x="4650" y="10000"/>
                    </a:cubicBezTo>
                    <a:cubicBezTo>
                      <a:pt x="4888" y="10200"/>
                      <a:pt x="5040" y="10498"/>
                      <a:pt x="5185" y="10769"/>
                    </a:cubicBezTo>
                    <a:cubicBezTo>
                      <a:pt x="5215" y="10825"/>
                      <a:pt x="5246" y="10880"/>
                      <a:pt x="5277" y="10936"/>
                    </a:cubicBezTo>
                    <a:cubicBezTo>
                      <a:pt x="5292" y="10963"/>
                      <a:pt x="5307" y="10991"/>
                      <a:pt x="5322" y="11019"/>
                    </a:cubicBezTo>
                    <a:cubicBezTo>
                      <a:pt x="5466" y="11259"/>
                      <a:pt x="5652" y="11393"/>
                      <a:pt x="5897" y="11523"/>
                    </a:cubicBezTo>
                    <a:cubicBezTo>
                      <a:pt x="6043" y="11604"/>
                      <a:pt x="6120" y="11660"/>
                      <a:pt x="6172" y="11822"/>
                    </a:cubicBezTo>
                    <a:cubicBezTo>
                      <a:pt x="6194" y="11906"/>
                      <a:pt x="6212" y="11991"/>
                      <a:pt x="6230" y="12075"/>
                    </a:cubicBezTo>
                    <a:cubicBezTo>
                      <a:pt x="6259" y="12185"/>
                      <a:pt x="6285" y="12271"/>
                      <a:pt x="6384" y="12335"/>
                    </a:cubicBezTo>
                    <a:cubicBezTo>
                      <a:pt x="6467" y="12368"/>
                      <a:pt x="6549" y="12392"/>
                      <a:pt x="6636" y="12415"/>
                    </a:cubicBezTo>
                    <a:cubicBezTo>
                      <a:pt x="6665" y="12423"/>
                      <a:pt x="6694" y="12432"/>
                      <a:pt x="6725" y="12441"/>
                    </a:cubicBezTo>
                    <a:cubicBezTo>
                      <a:pt x="6797" y="12461"/>
                      <a:pt x="6869" y="12481"/>
                      <a:pt x="6942" y="12500"/>
                    </a:cubicBezTo>
                    <a:cubicBezTo>
                      <a:pt x="6941" y="12469"/>
                      <a:pt x="6941" y="12438"/>
                      <a:pt x="6940" y="12406"/>
                    </a:cubicBezTo>
                    <a:cubicBezTo>
                      <a:pt x="6936" y="12115"/>
                      <a:pt x="6933" y="11824"/>
                      <a:pt x="6931" y="11533"/>
                    </a:cubicBezTo>
                    <a:cubicBezTo>
                      <a:pt x="6930" y="11383"/>
                      <a:pt x="6928" y="11234"/>
                      <a:pt x="6926" y="11084"/>
                    </a:cubicBezTo>
                    <a:cubicBezTo>
                      <a:pt x="6924" y="10939"/>
                      <a:pt x="6923" y="10795"/>
                      <a:pt x="6922" y="10650"/>
                    </a:cubicBezTo>
                    <a:cubicBezTo>
                      <a:pt x="6921" y="10595"/>
                      <a:pt x="6921" y="10540"/>
                      <a:pt x="6920" y="10485"/>
                    </a:cubicBezTo>
                    <a:cubicBezTo>
                      <a:pt x="6910" y="9999"/>
                      <a:pt x="6910" y="9999"/>
                      <a:pt x="7032" y="9862"/>
                    </a:cubicBezTo>
                    <a:cubicBezTo>
                      <a:pt x="7164" y="9783"/>
                      <a:pt x="7238" y="9765"/>
                      <a:pt x="7391" y="9764"/>
                    </a:cubicBezTo>
                    <a:cubicBezTo>
                      <a:pt x="7436" y="9764"/>
                      <a:pt x="7482" y="9764"/>
                      <a:pt x="7528" y="9763"/>
                    </a:cubicBezTo>
                    <a:cubicBezTo>
                      <a:pt x="7552" y="9764"/>
                      <a:pt x="7552" y="9764"/>
                      <a:pt x="7671" y="9766"/>
                    </a:cubicBezTo>
                    <a:cubicBezTo>
                      <a:pt x="7718" y="9765"/>
                      <a:pt x="7765" y="9764"/>
                      <a:pt x="7813" y="9763"/>
                    </a:cubicBezTo>
                    <a:cubicBezTo>
                      <a:pt x="7859" y="9764"/>
                      <a:pt x="7904" y="9764"/>
                      <a:pt x="7951" y="9764"/>
                    </a:cubicBezTo>
                    <a:cubicBezTo>
                      <a:pt x="7992" y="9764"/>
                      <a:pt x="8033" y="9764"/>
                      <a:pt x="8076" y="9765"/>
                    </a:cubicBezTo>
                    <a:cubicBezTo>
                      <a:pt x="8197" y="9793"/>
                      <a:pt x="8277" y="9828"/>
                      <a:pt x="8361" y="9923"/>
                    </a:cubicBezTo>
                    <a:cubicBezTo>
                      <a:pt x="8453" y="10105"/>
                      <a:pt x="8425" y="10323"/>
                      <a:pt x="8420" y="10522"/>
                    </a:cubicBezTo>
                    <a:cubicBezTo>
                      <a:pt x="8420" y="10572"/>
                      <a:pt x="8420" y="10623"/>
                      <a:pt x="8419" y="10675"/>
                    </a:cubicBezTo>
                    <a:cubicBezTo>
                      <a:pt x="8419" y="10809"/>
                      <a:pt x="8417" y="10943"/>
                      <a:pt x="8414" y="11077"/>
                    </a:cubicBezTo>
                    <a:cubicBezTo>
                      <a:pt x="8412" y="11214"/>
                      <a:pt x="8411" y="11350"/>
                      <a:pt x="8410" y="11487"/>
                    </a:cubicBezTo>
                    <a:cubicBezTo>
                      <a:pt x="8408" y="11755"/>
                      <a:pt x="8404" y="12024"/>
                      <a:pt x="8400" y="12292"/>
                    </a:cubicBezTo>
                    <a:cubicBezTo>
                      <a:pt x="8812" y="12292"/>
                      <a:pt x="9225" y="12292"/>
                      <a:pt x="9650" y="12292"/>
                    </a:cubicBezTo>
                    <a:cubicBezTo>
                      <a:pt x="9650" y="12429"/>
                      <a:pt x="9650" y="12567"/>
                      <a:pt x="9650" y="12708"/>
                    </a:cubicBezTo>
                    <a:cubicBezTo>
                      <a:pt x="9100" y="12708"/>
                      <a:pt x="8550" y="12708"/>
                      <a:pt x="7983" y="12708"/>
                    </a:cubicBezTo>
                    <a:cubicBezTo>
                      <a:pt x="7983" y="11883"/>
                      <a:pt x="7983" y="11058"/>
                      <a:pt x="7983" y="10208"/>
                    </a:cubicBezTo>
                    <a:cubicBezTo>
                      <a:pt x="7777" y="10208"/>
                      <a:pt x="7571" y="10208"/>
                      <a:pt x="7358" y="10208"/>
                    </a:cubicBezTo>
                    <a:cubicBezTo>
                      <a:pt x="7358" y="11721"/>
                      <a:pt x="7358" y="13233"/>
                      <a:pt x="7358" y="14792"/>
                    </a:cubicBezTo>
                    <a:cubicBezTo>
                      <a:pt x="7565" y="14792"/>
                      <a:pt x="7771" y="14792"/>
                      <a:pt x="7983" y="14792"/>
                    </a:cubicBezTo>
                    <a:cubicBezTo>
                      <a:pt x="8052" y="14448"/>
                      <a:pt x="8121" y="14104"/>
                      <a:pt x="8192" y="13750"/>
                    </a:cubicBezTo>
                    <a:cubicBezTo>
                      <a:pt x="8273" y="13756"/>
                      <a:pt x="8273" y="13756"/>
                      <a:pt x="8686" y="13789"/>
                    </a:cubicBezTo>
                    <a:cubicBezTo>
                      <a:pt x="8712" y="13790"/>
                      <a:pt x="8712" y="13790"/>
                      <a:pt x="8840" y="13793"/>
                    </a:cubicBezTo>
                    <a:cubicBezTo>
                      <a:pt x="8999" y="13816"/>
                      <a:pt x="9115" y="13850"/>
                      <a:pt x="9233" y="13958"/>
                    </a:cubicBezTo>
                    <a:cubicBezTo>
                      <a:pt x="9718" y="14629"/>
                      <a:pt x="9705" y="15444"/>
                      <a:pt x="9679" y="16230"/>
                    </a:cubicBezTo>
                    <a:cubicBezTo>
                      <a:pt x="9674" y="16374"/>
                      <a:pt x="9673" y="16518"/>
                      <a:pt x="9670" y="16662"/>
                    </a:cubicBezTo>
                    <a:cubicBezTo>
                      <a:pt x="9666" y="16941"/>
                      <a:pt x="9659" y="17221"/>
                      <a:pt x="9650" y="17500"/>
                    </a:cubicBezTo>
                    <a:cubicBezTo>
                      <a:pt x="9788" y="17466"/>
                      <a:pt x="9788" y="17466"/>
                      <a:pt x="10483" y="17292"/>
                    </a:cubicBezTo>
                    <a:cubicBezTo>
                      <a:pt x="10483" y="17429"/>
                      <a:pt x="10483" y="17567"/>
                      <a:pt x="10483" y="17708"/>
                    </a:cubicBezTo>
                    <a:cubicBezTo>
                      <a:pt x="10071" y="17708"/>
                      <a:pt x="9658" y="17708"/>
                      <a:pt x="9233" y="17708"/>
                    </a:cubicBezTo>
                    <a:cubicBezTo>
                      <a:pt x="9223" y="17609"/>
                      <a:pt x="9212" y="17509"/>
                      <a:pt x="9202" y="17406"/>
                    </a:cubicBezTo>
                    <a:cubicBezTo>
                      <a:pt x="9167" y="17075"/>
                      <a:pt x="9130" y="16745"/>
                      <a:pt x="9092" y="16415"/>
                    </a:cubicBezTo>
                    <a:cubicBezTo>
                      <a:pt x="9069" y="16215"/>
                      <a:pt x="9047" y="16015"/>
                      <a:pt x="9026" y="15815"/>
                    </a:cubicBezTo>
                    <a:cubicBezTo>
                      <a:pt x="9006" y="15621"/>
                      <a:pt x="8984" y="15428"/>
                      <a:pt x="8961" y="15235"/>
                    </a:cubicBezTo>
                    <a:cubicBezTo>
                      <a:pt x="8953" y="15162"/>
                      <a:pt x="8945" y="15088"/>
                      <a:pt x="8938" y="15014"/>
                    </a:cubicBezTo>
                    <a:cubicBezTo>
                      <a:pt x="8928" y="14911"/>
                      <a:pt x="8915" y="14808"/>
                      <a:pt x="8902" y="14705"/>
                    </a:cubicBezTo>
                    <a:cubicBezTo>
                      <a:pt x="8901" y="14689"/>
                      <a:pt x="8901" y="14689"/>
                      <a:pt x="8895" y="14612"/>
                    </a:cubicBezTo>
                    <a:cubicBezTo>
                      <a:pt x="8882" y="14527"/>
                      <a:pt x="8882" y="14527"/>
                      <a:pt x="8817" y="14375"/>
                    </a:cubicBezTo>
                    <a:cubicBezTo>
                      <a:pt x="8748" y="14341"/>
                      <a:pt x="8748" y="14341"/>
                      <a:pt x="8400" y="14167"/>
                    </a:cubicBezTo>
                    <a:cubicBezTo>
                      <a:pt x="8331" y="14510"/>
                      <a:pt x="8262" y="14854"/>
                      <a:pt x="8192" y="15208"/>
                    </a:cubicBezTo>
                    <a:cubicBezTo>
                      <a:pt x="7848" y="15140"/>
                      <a:pt x="7504" y="15071"/>
                      <a:pt x="7150" y="15000"/>
                    </a:cubicBezTo>
                    <a:cubicBezTo>
                      <a:pt x="7150" y="14587"/>
                      <a:pt x="7150" y="14175"/>
                      <a:pt x="7150" y="13750"/>
                    </a:cubicBezTo>
                    <a:cubicBezTo>
                      <a:pt x="6733" y="13958"/>
                      <a:pt x="6733" y="13958"/>
                      <a:pt x="6667" y="14097"/>
                    </a:cubicBezTo>
                    <a:cubicBezTo>
                      <a:pt x="6654" y="14173"/>
                      <a:pt x="6654" y="14173"/>
                      <a:pt x="6647" y="14252"/>
                    </a:cubicBezTo>
                    <a:cubicBezTo>
                      <a:pt x="6643" y="14280"/>
                      <a:pt x="6639" y="14307"/>
                      <a:pt x="6635" y="14335"/>
                    </a:cubicBezTo>
                    <a:cubicBezTo>
                      <a:pt x="6623" y="14422"/>
                      <a:pt x="6613" y="14509"/>
                      <a:pt x="6603" y="14596"/>
                    </a:cubicBezTo>
                    <a:cubicBezTo>
                      <a:pt x="6595" y="14656"/>
                      <a:pt x="6587" y="14715"/>
                      <a:pt x="6579" y="14774"/>
                    </a:cubicBezTo>
                    <a:cubicBezTo>
                      <a:pt x="6559" y="14919"/>
                      <a:pt x="6542" y="15063"/>
                      <a:pt x="6525" y="15208"/>
                    </a:cubicBezTo>
                    <a:cubicBezTo>
                      <a:pt x="6181" y="15208"/>
                      <a:pt x="5837" y="15208"/>
                      <a:pt x="5483" y="15208"/>
                    </a:cubicBezTo>
                    <a:cubicBezTo>
                      <a:pt x="5483" y="15002"/>
                      <a:pt x="5483" y="14796"/>
                      <a:pt x="5483" y="14583"/>
                    </a:cubicBezTo>
                    <a:cubicBezTo>
                      <a:pt x="5420" y="14629"/>
                      <a:pt x="5357" y="14674"/>
                      <a:pt x="5292" y="14720"/>
                    </a:cubicBezTo>
                    <a:cubicBezTo>
                      <a:pt x="4653" y="15153"/>
                      <a:pt x="4191" y="15299"/>
                      <a:pt x="3400" y="15208"/>
                    </a:cubicBezTo>
                    <a:cubicBezTo>
                      <a:pt x="3331" y="14933"/>
                      <a:pt x="3262" y="14658"/>
                      <a:pt x="3192" y="14375"/>
                    </a:cubicBezTo>
                    <a:cubicBezTo>
                      <a:pt x="3123" y="14719"/>
                      <a:pt x="3054" y="15062"/>
                      <a:pt x="2983" y="15417"/>
                    </a:cubicBezTo>
                    <a:cubicBezTo>
                      <a:pt x="2708" y="15417"/>
                      <a:pt x="2433" y="15417"/>
                      <a:pt x="2150" y="15417"/>
                    </a:cubicBezTo>
                    <a:cubicBezTo>
                      <a:pt x="2150" y="15279"/>
                      <a:pt x="2150" y="15142"/>
                      <a:pt x="2150" y="15000"/>
                    </a:cubicBezTo>
                    <a:cubicBezTo>
                      <a:pt x="1944" y="15000"/>
                      <a:pt x="1738" y="15000"/>
                      <a:pt x="1525" y="15000"/>
                    </a:cubicBezTo>
                    <a:cubicBezTo>
                      <a:pt x="1525" y="15825"/>
                      <a:pt x="1525" y="16650"/>
                      <a:pt x="1525" y="17500"/>
                    </a:cubicBezTo>
                    <a:cubicBezTo>
                      <a:pt x="1113" y="17431"/>
                      <a:pt x="700" y="17362"/>
                      <a:pt x="275" y="17292"/>
                    </a:cubicBezTo>
                    <a:cubicBezTo>
                      <a:pt x="275" y="20592"/>
                      <a:pt x="275" y="23892"/>
                      <a:pt x="275" y="27292"/>
                    </a:cubicBezTo>
                    <a:cubicBezTo>
                      <a:pt x="206" y="27292"/>
                      <a:pt x="137" y="27292"/>
                      <a:pt x="67" y="27292"/>
                    </a:cubicBezTo>
                    <a:cubicBezTo>
                      <a:pt x="62" y="25995"/>
                      <a:pt x="58" y="24698"/>
                      <a:pt x="56" y="23401"/>
                    </a:cubicBezTo>
                    <a:cubicBezTo>
                      <a:pt x="56" y="23248"/>
                      <a:pt x="55" y="23095"/>
                      <a:pt x="55" y="22942"/>
                    </a:cubicBezTo>
                    <a:cubicBezTo>
                      <a:pt x="55" y="22911"/>
                      <a:pt x="55" y="22881"/>
                      <a:pt x="55" y="22849"/>
                    </a:cubicBezTo>
                    <a:cubicBezTo>
                      <a:pt x="54" y="22356"/>
                      <a:pt x="53" y="21862"/>
                      <a:pt x="51" y="21369"/>
                    </a:cubicBezTo>
                    <a:cubicBezTo>
                      <a:pt x="49" y="20862"/>
                      <a:pt x="48" y="20356"/>
                      <a:pt x="47" y="19849"/>
                    </a:cubicBezTo>
                    <a:cubicBezTo>
                      <a:pt x="47" y="19537"/>
                      <a:pt x="46" y="19224"/>
                      <a:pt x="44" y="18912"/>
                    </a:cubicBezTo>
                    <a:cubicBezTo>
                      <a:pt x="43" y="18672"/>
                      <a:pt x="43" y="18433"/>
                      <a:pt x="43" y="18193"/>
                    </a:cubicBezTo>
                    <a:cubicBezTo>
                      <a:pt x="43" y="18095"/>
                      <a:pt x="43" y="17996"/>
                      <a:pt x="42" y="17898"/>
                    </a:cubicBezTo>
                    <a:cubicBezTo>
                      <a:pt x="41" y="17764"/>
                      <a:pt x="41" y="17630"/>
                      <a:pt x="42" y="17496"/>
                    </a:cubicBezTo>
                    <a:cubicBezTo>
                      <a:pt x="41" y="17457"/>
                      <a:pt x="40" y="17418"/>
                      <a:pt x="40" y="17378"/>
                    </a:cubicBezTo>
                    <a:cubicBezTo>
                      <a:pt x="43" y="17110"/>
                      <a:pt x="43" y="17110"/>
                      <a:pt x="171" y="16967"/>
                    </a:cubicBezTo>
                    <a:cubicBezTo>
                      <a:pt x="205" y="16937"/>
                      <a:pt x="240" y="16906"/>
                      <a:pt x="275" y="16875"/>
                    </a:cubicBezTo>
                    <a:cubicBezTo>
                      <a:pt x="301" y="16766"/>
                      <a:pt x="301" y="16766"/>
                      <a:pt x="301" y="16649"/>
                    </a:cubicBezTo>
                    <a:cubicBezTo>
                      <a:pt x="302" y="16604"/>
                      <a:pt x="303" y="16559"/>
                      <a:pt x="303" y="16512"/>
                    </a:cubicBezTo>
                    <a:cubicBezTo>
                      <a:pt x="303" y="16463"/>
                      <a:pt x="302" y="16414"/>
                      <a:pt x="302" y="16364"/>
                    </a:cubicBezTo>
                    <a:cubicBezTo>
                      <a:pt x="302" y="16312"/>
                      <a:pt x="303" y="16259"/>
                      <a:pt x="303" y="16207"/>
                    </a:cubicBezTo>
                    <a:cubicBezTo>
                      <a:pt x="304" y="16065"/>
                      <a:pt x="304" y="15923"/>
                      <a:pt x="303" y="15781"/>
                    </a:cubicBezTo>
                    <a:cubicBezTo>
                      <a:pt x="303" y="15631"/>
                      <a:pt x="303" y="15482"/>
                      <a:pt x="303" y="15333"/>
                    </a:cubicBezTo>
                    <a:cubicBezTo>
                      <a:pt x="304" y="15082"/>
                      <a:pt x="303" y="14830"/>
                      <a:pt x="302" y="14579"/>
                    </a:cubicBezTo>
                    <a:cubicBezTo>
                      <a:pt x="301" y="14290"/>
                      <a:pt x="301" y="14002"/>
                      <a:pt x="303" y="13713"/>
                    </a:cubicBezTo>
                    <a:cubicBezTo>
                      <a:pt x="304" y="13464"/>
                      <a:pt x="304" y="13215"/>
                      <a:pt x="303" y="12966"/>
                    </a:cubicBezTo>
                    <a:cubicBezTo>
                      <a:pt x="303" y="12818"/>
                      <a:pt x="303" y="12669"/>
                      <a:pt x="303" y="12521"/>
                    </a:cubicBezTo>
                    <a:cubicBezTo>
                      <a:pt x="304" y="12381"/>
                      <a:pt x="304" y="12241"/>
                      <a:pt x="302" y="12101"/>
                    </a:cubicBezTo>
                    <a:cubicBezTo>
                      <a:pt x="302" y="12027"/>
                      <a:pt x="303" y="11952"/>
                      <a:pt x="303" y="11878"/>
                    </a:cubicBezTo>
                    <a:cubicBezTo>
                      <a:pt x="300" y="11619"/>
                      <a:pt x="266" y="11419"/>
                      <a:pt x="171" y="11177"/>
                    </a:cubicBezTo>
                    <a:cubicBezTo>
                      <a:pt x="0" y="10725"/>
                      <a:pt x="39" y="10244"/>
                      <a:pt x="43" y="9768"/>
                    </a:cubicBezTo>
                    <a:cubicBezTo>
                      <a:pt x="43" y="9661"/>
                      <a:pt x="43" y="9554"/>
                      <a:pt x="43" y="9447"/>
                    </a:cubicBezTo>
                    <a:cubicBezTo>
                      <a:pt x="43" y="9219"/>
                      <a:pt x="44" y="8990"/>
                      <a:pt x="45" y="8761"/>
                    </a:cubicBezTo>
                    <a:cubicBezTo>
                      <a:pt x="46" y="8430"/>
                      <a:pt x="47" y="8099"/>
                      <a:pt x="47" y="7769"/>
                    </a:cubicBezTo>
                    <a:cubicBezTo>
                      <a:pt x="48" y="7231"/>
                      <a:pt x="49" y="6695"/>
                      <a:pt x="51" y="6158"/>
                    </a:cubicBezTo>
                    <a:cubicBezTo>
                      <a:pt x="53" y="5636"/>
                      <a:pt x="54" y="5115"/>
                      <a:pt x="55" y="4594"/>
                    </a:cubicBezTo>
                    <a:cubicBezTo>
                      <a:pt x="55" y="4562"/>
                      <a:pt x="55" y="4530"/>
                      <a:pt x="55" y="4497"/>
                    </a:cubicBezTo>
                    <a:cubicBezTo>
                      <a:pt x="56" y="4335"/>
                      <a:pt x="56" y="4174"/>
                      <a:pt x="56" y="4012"/>
                    </a:cubicBezTo>
                    <a:cubicBezTo>
                      <a:pt x="58" y="2675"/>
                      <a:pt x="62" y="1337"/>
                      <a:pt x="67" y="0"/>
                    </a:cubicBezTo>
                    <a:close/>
                  </a:path>
                </a:pathLst>
              </a:custGeom>
              <a:solidFill>
                <a:srgbClr val="B3BFE6"/>
              </a:solidFill>
              <a:ln w="2646" cap="flat">
                <a:noFill/>
              </a:ln>
            </p:spPr>
          </p:sp>
          <p:sp>
            <p:nvSpPr>
              <p:cNvPr id="2047" name="ICON_C_WINDOWS_GRAPHIC_path_019"/>
              <p:cNvSpPr/>
              <p:nvPr/>
            </p:nvSpPr>
            <p:spPr>
              <a:xfrm>
                <a:off x="6654271" y="7358062"/>
                <a:ext cx="94387" cy="175286"/>
              </a:xfrm>
              <a:custGeom>
                <a:avLst/>
                <a:gdLst/>
                <a:ahLst/>
                <a:cxnLst/>
                <a:rect l="0" t="0" r="r" b="b"/>
                <a:pathLst>
                  <a:path w="7432" h="13802" fill="norm" stroke="0">
                    <a:moveTo>
                      <a:pt x="3958" y="0"/>
                    </a:moveTo>
                    <a:cubicBezTo>
                      <a:pt x="4130" y="34"/>
                      <a:pt x="4130" y="34"/>
                      <a:pt x="5000" y="208"/>
                    </a:cubicBezTo>
                    <a:cubicBezTo>
                      <a:pt x="5004" y="322"/>
                      <a:pt x="5008" y="436"/>
                      <a:pt x="5013" y="554"/>
                    </a:cubicBezTo>
                    <a:cubicBezTo>
                      <a:pt x="5033" y="1094"/>
                      <a:pt x="5055" y="1634"/>
                      <a:pt x="5078" y="2175"/>
                    </a:cubicBezTo>
                    <a:cubicBezTo>
                      <a:pt x="5080" y="2223"/>
                      <a:pt x="5082" y="2272"/>
                      <a:pt x="5085" y="2323"/>
                    </a:cubicBezTo>
                    <a:cubicBezTo>
                      <a:pt x="5148" y="3765"/>
                      <a:pt x="5251" y="5195"/>
                      <a:pt x="5430" y="6628"/>
                    </a:cubicBezTo>
                    <a:cubicBezTo>
                      <a:pt x="5435" y="6666"/>
                      <a:pt x="5439" y="6705"/>
                      <a:pt x="5444" y="6745"/>
                    </a:cubicBezTo>
                    <a:cubicBezTo>
                      <a:pt x="5502" y="7205"/>
                      <a:pt x="5562" y="7665"/>
                      <a:pt x="5625" y="8125"/>
                    </a:cubicBezTo>
                    <a:cubicBezTo>
                      <a:pt x="5631" y="8086"/>
                      <a:pt x="5637" y="8048"/>
                      <a:pt x="5643" y="8008"/>
                    </a:cubicBezTo>
                    <a:cubicBezTo>
                      <a:pt x="5700" y="7642"/>
                      <a:pt x="5761" y="7278"/>
                      <a:pt x="5826" y="6914"/>
                    </a:cubicBezTo>
                    <a:cubicBezTo>
                      <a:pt x="5860" y="6726"/>
                      <a:pt x="5891" y="6539"/>
                      <a:pt x="5920" y="6351"/>
                    </a:cubicBezTo>
                    <a:cubicBezTo>
                      <a:pt x="6108" y="5129"/>
                      <a:pt x="6108" y="5129"/>
                      <a:pt x="6348" y="4912"/>
                    </a:cubicBezTo>
                    <a:cubicBezTo>
                      <a:pt x="6583" y="4792"/>
                      <a:pt x="6823" y="4770"/>
                      <a:pt x="7083" y="4792"/>
                    </a:cubicBezTo>
                    <a:cubicBezTo>
                      <a:pt x="7432" y="5751"/>
                      <a:pt x="7213" y="6710"/>
                      <a:pt x="7054" y="7688"/>
                    </a:cubicBezTo>
                    <a:cubicBezTo>
                      <a:pt x="7031" y="7826"/>
                      <a:pt x="7009" y="7965"/>
                      <a:pt x="6988" y="8104"/>
                    </a:cubicBezTo>
                    <a:cubicBezTo>
                      <a:pt x="6757" y="9593"/>
                      <a:pt x="6464" y="11054"/>
                      <a:pt x="6042" y="12500"/>
                    </a:cubicBezTo>
                    <a:cubicBezTo>
                      <a:pt x="5652" y="12544"/>
                      <a:pt x="5200" y="12571"/>
                      <a:pt x="4855" y="12351"/>
                    </a:cubicBezTo>
                    <a:cubicBezTo>
                      <a:pt x="4446" y="11964"/>
                      <a:pt x="4537" y="10957"/>
                      <a:pt x="4513" y="10442"/>
                    </a:cubicBezTo>
                    <a:cubicBezTo>
                      <a:pt x="4500" y="10205"/>
                      <a:pt x="4481" y="9967"/>
                      <a:pt x="4462" y="9730"/>
                    </a:cubicBezTo>
                    <a:cubicBezTo>
                      <a:pt x="4426" y="9265"/>
                      <a:pt x="4398" y="8799"/>
                      <a:pt x="4375" y="8333"/>
                    </a:cubicBezTo>
                    <a:cubicBezTo>
                      <a:pt x="4129" y="9193"/>
                      <a:pt x="3933" y="10038"/>
                      <a:pt x="3856" y="10930"/>
                    </a:cubicBezTo>
                    <a:cubicBezTo>
                      <a:pt x="3849" y="11008"/>
                      <a:pt x="3842" y="11085"/>
                      <a:pt x="3835" y="11163"/>
                    </a:cubicBezTo>
                    <a:cubicBezTo>
                      <a:pt x="3807" y="11476"/>
                      <a:pt x="3781" y="11790"/>
                      <a:pt x="3760" y="12104"/>
                    </a:cubicBezTo>
                    <a:cubicBezTo>
                      <a:pt x="3671" y="13397"/>
                      <a:pt x="3671" y="13397"/>
                      <a:pt x="3456" y="13637"/>
                    </a:cubicBezTo>
                    <a:cubicBezTo>
                      <a:pt x="3221" y="13784"/>
                      <a:pt x="2976" y="13802"/>
                      <a:pt x="2708" y="13750"/>
                    </a:cubicBezTo>
                    <a:cubicBezTo>
                      <a:pt x="2553" y="13701"/>
                      <a:pt x="2420" y="13642"/>
                      <a:pt x="2292" y="13542"/>
                    </a:cubicBezTo>
                    <a:cubicBezTo>
                      <a:pt x="2228" y="13408"/>
                      <a:pt x="2227" y="13282"/>
                      <a:pt x="2225" y="13136"/>
                    </a:cubicBezTo>
                    <a:cubicBezTo>
                      <a:pt x="2224" y="13115"/>
                      <a:pt x="2224" y="13115"/>
                      <a:pt x="2219" y="13012"/>
                    </a:cubicBezTo>
                    <a:cubicBezTo>
                      <a:pt x="2213" y="12878"/>
                      <a:pt x="2209" y="12744"/>
                      <a:pt x="2205" y="12610"/>
                    </a:cubicBezTo>
                    <a:cubicBezTo>
                      <a:pt x="2201" y="12517"/>
                      <a:pt x="2197" y="12424"/>
                      <a:pt x="2193" y="12330"/>
                    </a:cubicBezTo>
                    <a:cubicBezTo>
                      <a:pt x="2183" y="12086"/>
                      <a:pt x="2174" y="11841"/>
                      <a:pt x="2166" y="11596"/>
                    </a:cubicBezTo>
                    <a:cubicBezTo>
                      <a:pt x="2158" y="11346"/>
                      <a:pt x="2148" y="11096"/>
                      <a:pt x="2137" y="10846"/>
                    </a:cubicBezTo>
                    <a:cubicBezTo>
                      <a:pt x="2117" y="10356"/>
                      <a:pt x="2099" y="9865"/>
                      <a:pt x="2083" y="9375"/>
                    </a:cubicBezTo>
                    <a:cubicBezTo>
                      <a:pt x="1947" y="9403"/>
                      <a:pt x="1811" y="9433"/>
                      <a:pt x="1676" y="9464"/>
                    </a:cubicBezTo>
                    <a:cubicBezTo>
                      <a:pt x="1637" y="9471"/>
                      <a:pt x="1599" y="9479"/>
                      <a:pt x="1559" y="9487"/>
                    </a:cubicBezTo>
                    <a:cubicBezTo>
                      <a:pt x="1273" y="9554"/>
                      <a:pt x="1273" y="9554"/>
                      <a:pt x="1154" y="9706"/>
                    </a:cubicBezTo>
                    <a:cubicBezTo>
                      <a:pt x="1103" y="9842"/>
                      <a:pt x="1070" y="9975"/>
                      <a:pt x="1042" y="10117"/>
                    </a:cubicBezTo>
                    <a:cubicBezTo>
                      <a:pt x="990" y="10298"/>
                      <a:pt x="939" y="10468"/>
                      <a:pt x="833" y="10625"/>
                    </a:cubicBezTo>
                    <a:cubicBezTo>
                      <a:pt x="568" y="10756"/>
                      <a:pt x="278" y="10676"/>
                      <a:pt x="0" y="10625"/>
                    </a:cubicBezTo>
                    <a:cubicBezTo>
                      <a:pt x="6" y="10592"/>
                      <a:pt x="13" y="10559"/>
                      <a:pt x="19" y="10526"/>
                    </a:cubicBezTo>
                    <a:cubicBezTo>
                      <a:pt x="226" y="9395"/>
                      <a:pt x="234" y="8282"/>
                      <a:pt x="223" y="7135"/>
                    </a:cubicBezTo>
                    <a:cubicBezTo>
                      <a:pt x="220" y="6893"/>
                      <a:pt x="220" y="6652"/>
                      <a:pt x="219" y="6410"/>
                    </a:cubicBezTo>
                    <a:cubicBezTo>
                      <a:pt x="216" y="5940"/>
                      <a:pt x="213" y="5470"/>
                      <a:pt x="208" y="5000"/>
                    </a:cubicBezTo>
                    <a:cubicBezTo>
                      <a:pt x="483" y="5000"/>
                      <a:pt x="758" y="5000"/>
                      <a:pt x="1042" y="5000"/>
                    </a:cubicBezTo>
                    <a:cubicBezTo>
                      <a:pt x="1110" y="5962"/>
                      <a:pt x="1179" y="6925"/>
                      <a:pt x="1250" y="7917"/>
                    </a:cubicBezTo>
                    <a:cubicBezTo>
                      <a:pt x="1319" y="7917"/>
                      <a:pt x="1388" y="7917"/>
                      <a:pt x="1458" y="7917"/>
                    </a:cubicBezTo>
                    <a:cubicBezTo>
                      <a:pt x="1527" y="7573"/>
                      <a:pt x="1596" y="7229"/>
                      <a:pt x="1667" y="6875"/>
                    </a:cubicBezTo>
                    <a:cubicBezTo>
                      <a:pt x="1834" y="6905"/>
                      <a:pt x="2002" y="6935"/>
                      <a:pt x="2175" y="6966"/>
                    </a:cubicBezTo>
                    <a:cubicBezTo>
                      <a:pt x="2227" y="6975"/>
                      <a:pt x="2279" y="6984"/>
                      <a:pt x="2334" y="6993"/>
                    </a:cubicBezTo>
                    <a:cubicBezTo>
                      <a:pt x="2375" y="7001"/>
                      <a:pt x="2417" y="7009"/>
                      <a:pt x="2460" y="7018"/>
                    </a:cubicBezTo>
                    <a:cubicBezTo>
                      <a:pt x="2503" y="7025"/>
                      <a:pt x="2545" y="7033"/>
                      <a:pt x="2589" y="7041"/>
                    </a:cubicBezTo>
                    <a:cubicBezTo>
                      <a:pt x="2738" y="7094"/>
                      <a:pt x="2836" y="7156"/>
                      <a:pt x="2917" y="7292"/>
                    </a:cubicBezTo>
                    <a:cubicBezTo>
                      <a:pt x="2957" y="7434"/>
                      <a:pt x="2970" y="7575"/>
                      <a:pt x="2983" y="7722"/>
                    </a:cubicBezTo>
                    <a:cubicBezTo>
                      <a:pt x="2987" y="7764"/>
                      <a:pt x="2991" y="7805"/>
                      <a:pt x="2996" y="7847"/>
                    </a:cubicBezTo>
                    <a:cubicBezTo>
                      <a:pt x="3009" y="7979"/>
                      <a:pt x="3022" y="8111"/>
                      <a:pt x="3034" y="8242"/>
                    </a:cubicBezTo>
                    <a:cubicBezTo>
                      <a:pt x="3043" y="8332"/>
                      <a:pt x="3052" y="8421"/>
                      <a:pt x="3061" y="8510"/>
                    </a:cubicBezTo>
                    <a:cubicBezTo>
                      <a:pt x="3083" y="8729"/>
                      <a:pt x="3105" y="8948"/>
                      <a:pt x="3125" y="9167"/>
                    </a:cubicBezTo>
                    <a:cubicBezTo>
                      <a:pt x="3503" y="9032"/>
                      <a:pt x="3503" y="9032"/>
                      <a:pt x="3586" y="8875"/>
                    </a:cubicBezTo>
                    <a:cubicBezTo>
                      <a:pt x="3609" y="8769"/>
                      <a:pt x="3618" y="8667"/>
                      <a:pt x="3624" y="8559"/>
                    </a:cubicBezTo>
                    <a:cubicBezTo>
                      <a:pt x="3628" y="8518"/>
                      <a:pt x="3631" y="8477"/>
                      <a:pt x="3635" y="8435"/>
                    </a:cubicBezTo>
                    <a:cubicBezTo>
                      <a:pt x="3647" y="8295"/>
                      <a:pt x="3656" y="8156"/>
                      <a:pt x="3665" y="8017"/>
                    </a:cubicBezTo>
                    <a:cubicBezTo>
                      <a:pt x="3672" y="7916"/>
                      <a:pt x="3680" y="7815"/>
                      <a:pt x="3688" y="7714"/>
                    </a:cubicBezTo>
                    <a:cubicBezTo>
                      <a:pt x="3791" y="6323"/>
                      <a:pt x="3820" y="4926"/>
                      <a:pt x="3858" y="3532"/>
                    </a:cubicBezTo>
                    <a:cubicBezTo>
                      <a:pt x="3868" y="3146"/>
                      <a:pt x="3880" y="2759"/>
                      <a:pt x="3891" y="2373"/>
                    </a:cubicBezTo>
                    <a:cubicBezTo>
                      <a:pt x="3914" y="1582"/>
                      <a:pt x="3937" y="791"/>
                      <a:pt x="3958" y="0"/>
                    </a:cubicBezTo>
                    <a:close/>
                  </a:path>
                </a:pathLst>
              </a:custGeom>
              <a:solidFill>
                <a:srgbClr val="B2AEC8"/>
              </a:solidFill>
              <a:ln w="2646" cap="flat">
                <a:noFill/>
              </a:ln>
            </p:spPr>
          </p:sp>
          <p:sp>
            <p:nvSpPr>
              <p:cNvPr id="2048" name="ICON_C_WINDOWS_GRAPHIC_path_020"/>
              <p:cNvSpPr/>
              <p:nvPr/>
            </p:nvSpPr>
            <p:spPr>
              <a:xfrm>
                <a:off x="6471710" y="7388159"/>
                <a:ext cx="82021" cy="184938"/>
              </a:xfrm>
              <a:custGeom>
                <a:avLst/>
                <a:gdLst/>
                <a:ahLst/>
                <a:cxnLst/>
                <a:rect l="0" t="0" r="r" b="b"/>
                <a:pathLst>
                  <a:path w="6458" h="14562" fill="norm" stroke="0">
                    <a:moveTo>
                      <a:pt x="3242" y="0"/>
                    </a:moveTo>
                    <a:cubicBezTo>
                      <a:pt x="3369" y="10"/>
                      <a:pt x="3446" y="45"/>
                      <a:pt x="3542" y="130"/>
                    </a:cubicBezTo>
                    <a:cubicBezTo>
                      <a:pt x="3636" y="272"/>
                      <a:pt x="3696" y="422"/>
                      <a:pt x="3756" y="581"/>
                    </a:cubicBezTo>
                    <a:cubicBezTo>
                      <a:pt x="3765" y="604"/>
                      <a:pt x="3765" y="604"/>
                      <a:pt x="3811" y="720"/>
                    </a:cubicBezTo>
                    <a:cubicBezTo>
                      <a:pt x="3938" y="1069"/>
                      <a:pt x="4015" y="1416"/>
                      <a:pt x="4068" y="1784"/>
                    </a:cubicBezTo>
                    <a:cubicBezTo>
                      <a:pt x="4070" y="1797"/>
                      <a:pt x="4070" y="1797"/>
                      <a:pt x="4079" y="1862"/>
                    </a:cubicBezTo>
                    <a:cubicBezTo>
                      <a:pt x="4113" y="2102"/>
                      <a:pt x="4144" y="2342"/>
                      <a:pt x="4173" y="2582"/>
                    </a:cubicBezTo>
                    <a:cubicBezTo>
                      <a:pt x="4276" y="3445"/>
                      <a:pt x="4511" y="3988"/>
                      <a:pt x="5000" y="4714"/>
                    </a:cubicBezTo>
                    <a:cubicBezTo>
                      <a:pt x="5069" y="3957"/>
                      <a:pt x="5137" y="3201"/>
                      <a:pt x="5208" y="2422"/>
                    </a:cubicBezTo>
                    <a:cubicBezTo>
                      <a:pt x="5277" y="2422"/>
                      <a:pt x="5346" y="2422"/>
                      <a:pt x="5417" y="2422"/>
                    </a:cubicBezTo>
                    <a:cubicBezTo>
                      <a:pt x="5417" y="2451"/>
                      <a:pt x="5417" y="2479"/>
                      <a:pt x="5418" y="2509"/>
                    </a:cubicBezTo>
                    <a:cubicBezTo>
                      <a:pt x="5425" y="3210"/>
                      <a:pt x="5438" y="3911"/>
                      <a:pt x="5455" y="4611"/>
                    </a:cubicBezTo>
                    <a:cubicBezTo>
                      <a:pt x="5463" y="4950"/>
                      <a:pt x="5470" y="5289"/>
                      <a:pt x="5473" y="5628"/>
                    </a:cubicBezTo>
                    <a:cubicBezTo>
                      <a:pt x="5476" y="5923"/>
                      <a:pt x="5481" y="6219"/>
                      <a:pt x="5490" y="6514"/>
                    </a:cubicBezTo>
                    <a:cubicBezTo>
                      <a:pt x="5495" y="6670"/>
                      <a:pt x="5498" y="6827"/>
                      <a:pt x="5498" y="6983"/>
                    </a:cubicBezTo>
                    <a:cubicBezTo>
                      <a:pt x="5498" y="7131"/>
                      <a:pt x="5502" y="7278"/>
                      <a:pt x="5509" y="7425"/>
                    </a:cubicBezTo>
                    <a:cubicBezTo>
                      <a:pt x="5510" y="7479"/>
                      <a:pt x="5511" y="7533"/>
                      <a:pt x="5509" y="7587"/>
                    </a:cubicBezTo>
                    <a:cubicBezTo>
                      <a:pt x="5506" y="7785"/>
                      <a:pt x="5536" y="7851"/>
                      <a:pt x="5625" y="8047"/>
                    </a:cubicBezTo>
                    <a:cubicBezTo>
                      <a:pt x="5900" y="8116"/>
                      <a:pt x="6175" y="8184"/>
                      <a:pt x="6458" y="8255"/>
                    </a:cubicBezTo>
                    <a:cubicBezTo>
                      <a:pt x="6458" y="9149"/>
                      <a:pt x="6458" y="10043"/>
                      <a:pt x="6458" y="10964"/>
                    </a:cubicBezTo>
                    <a:cubicBezTo>
                      <a:pt x="6390" y="10964"/>
                      <a:pt x="6321" y="10964"/>
                      <a:pt x="6250" y="10964"/>
                    </a:cubicBezTo>
                    <a:cubicBezTo>
                      <a:pt x="6181" y="10414"/>
                      <a:pt x="6112" y="9864"/>
                      <a:pt x="6042" y="9297"/>
                    </a:cubicBezTo>
                    <a:cubicBezTo>
                      <a:pt x="5835" y="9297"/>
                      <a:pt x="5629" y="9297"/>
                      <a:pt x="5417" y="9297"/>
                    </a:cubicBezTo>
                    <a:cubicBezTo>
                      <a:pt x="5416" y="9326"/>
                      <a:pt x="5416" y="9326"/>
                      <a:pt x="5411" y="9476"/>
                    </a:cubicBezTo>
                    <a:cubicBezTo>
                      <a:pt x="5395" y="10034"/>
                      <a:pt x="5377" y="10592"/>
                      <a:pt x="5357" y="11150"/>
                    </a:cubicBezTo>
                    <a:cubicBezTo>
                      <a:pt x="5346" y="11436"/>
                      <a:pt x="5337" y="11723"/>
                      <a:pt x="5329" y="12010"/>
                    </a:cubicBezTo>
                    <a:cubicBezTo>
                      <a:pt x="5322" y="12260"/>
                      <a:pt x="5314" y="12510"/>
                      <a:pt x="5304" y="12760"/>
                    </a:cubicBezTo>
                    <a:cubicBezTo>
                      <a:pt x="5298" y="12893"/>
                      <a:pt x="5294" y="13025"/>
                      <a:pt x="5291" y="13157"/>
                    </a:cubicBezTo>
                    <a:cubicBezTo>
                      <a:pt x="5269" y="14071"/>
                      <a:pt x="5269" y="14071"/>
                      <a:pt x="5064" y="14309"/>
                    </a:cubicBezTo>
                    <a:cubicBezTo>
                      <a:pt x="4888" y="14475"/>
                      <a:pt x="4712" y="14559"/>
                      <a:pt x="4469" y="14562"/>
                    </a:cubicBezTo>
                    <a:cubicBezTo>
                      <a:pt x="4434" y="14561"/>
                      <a:pt x="4398" y="14559"/>
                      <a:pt x="4362" y="14557"/>
                    </a:cubicBezTo>
                    <a:cubicBezTo>
                      <a:pt x="4344" y="14558"/>
                      <a:pt x="4344" y="14558"/>
                      <a:pt x="4252" y="14562"/>
                    </a:cubicBezTo>
                    <a:cubicBezTo>
                      <a:pt x="4139" y="14560"/>
                      <a:pt x="4063" y="14548"/>
                      <a:pt x="3958" y="14505"/>
                    </a:cubicBezTo>
                    <a:cubicBezTo>
                      <a:pt x="3706" y="14206"/>
                      <a:pt x="3715" y="13819"/>
                      <a:pt x="3707" y="13448"/>
                    </a:cubicBezTo>
                    <a:cubicBezTo>
                      <a:pt x="3705" y="13385"/>
                      <a:pt x="3703" y="13321"/>
                      <a:pt x="3701" y="13257"/>
                    </a:cubicBezTo>
                    <a:cubicBezTo>
                      <a:pt x="3695" y="13086"/>
                      <a:pt x="3691" y="12914"/>
                      <a:pt x="3687" y="12742"/>
                    </a:cubicBezTo>
                    <a:cubicBezTo>
                      <a:pt x="3682" y="12562"/>
                      <a:pt x="3676" y="12382"/>
                      <a:pt x="3671" y="12202"/>
                    </a:cubicBezTo>
                    <a:cubicBezTo>
                      <a:pt x="3660" y="11862"/>
                      <a:pt x="3651" y="11522"/>
                      <a:pt x="3642" y="11182"/>
                    </a:cubicBezTo>
                    <a:cubicBezTo>
                      <a:pt x="3632" y="10795"/>
                      <a:pt x="3620" y="10407"/>
                      <a:pt x="3609" y="10020"/>
                    </a:cubicBezTo>
                    <a:cubicBezTo>
                      <a:pt x="3585" y="9223"/>
                      <a:pt x="3563" y="8427"/>
                      <a:pt x="3542" y="7630"/>
                    </a:cubicBezTo>
                    <a:cubicBezTo>
                      <a:pt x="3472" y="7728"/>
                      <a:pt x="3404" y="7826"/>
                      <a:pt x="3336" y="7925"/>
                    </a:cubicBezTo>
                    <a:cubicBezTo>
                      <a:pt x="3317" y="7952"/>
                      <a:pt x="3298" y="7980"/>
                      <a:pt x="3277" y="8008"/>
                    </a:cubicBezTo>
                    <a:cubicBezTo>
                      <a:pt x="3096" y="8273"/>
                      <a:pt x="3077" y="8484"/>
                      <a:pt x="3060" y="8802"/>
                    </a:cubicBezTo>
                    <a:cubicBezTo>
                      <a:pt x="3039" y="8984"/>
                      <a:pt x="3014" y="9140"/>
                      <a:pt x="2917" y="9297"/>
                    </a:cubicBezTo>
                    <a:cubicBezTo>
                      <a:pt x="2610" y="9483"/>
                      <a:pt x="2225" y="9495"/>
                      <a:pt x="1875" y="9505"/>
                    </a:cubicBezTo>
                    <a:cubicBezTo>
                      <a:pt x="1571" y="8679"/>
                      <a:pt x="1365" y="7879"/>
                      <a:pt x="1250" y="7005"/>
                    </a:cubicBezTo>
                    <a:cubicBezTo>
                      <a:pt x="1119" y="7035"/>
                      <a:pt x="989" y="7065"/>
                      <a:pt x="859" y="7096"/>
                    </a:cubicBezTo>
                    <a:cubicBezTo>
                      <a:pt x="823" y="7105"/>
                      <a:pt x="787" y="7113"/>
                      <a:pt x="749" y="7121"/>
                    </a:cubicBezTo>
                    <a:cubicBezTo>
                      <a:pt x="478" y="7186"/>
                      <a:pt x="244" y="7288"/>
                      <a:pt x="0" y="7422"/>
                    </a:cubicBezTo>
                    <a:cubicBezTo>
                      <a:pt x="40" y="7250"/>
                      <a:pt x="91" y="7083"/>
                      <a:pt x="143" y="6914"/>
                    </a:cubicBezTo>
                    <a:cubicBezTo>
                      <a:pt x="154" y="6866"/>
                      <a:pt x="165" y="6818"/>
                      <a:pt x="177" y="6769"/>
                    </a:cubicBezTo>
                    <a:cubicBezTo>
                      <a:pt x="231" y="6606"/>
                      <a:pt x="277" y="6482"/>
                      <a:pt x="417" y="6380"/>
                    </a:cubicBezTo>
                    <a:cubicBezTo>
                      <a:pt x="748" y="6254"/>
                      <a:pt x="1108" y="6213"/>
                      <a:pt x="1458" y="6172"/>
                    </a:cubicBezTo>
                    <a:cubicBezTo>
                      <a:pt x="1445" y="5876"/>
                      <a:pt x="1429" y="5581"/>
                      <a:pt x="1409" y="5286"/>
                    </a:cubicBezTo>
                    <a:cubicBezTo>
                      <a:pt x="1400" y="5149"/>
                      <a:pt x="1392" y="5012"/>
                      <a:pt x="1386" y="4875"/>
                    </a:cubicBezTo>
                    <a:cubicBezTo>
                      <a:pt x="1348" y="3972"/>
                      <a:pt x="1348" y="3972"/>
                      <a:pt x="1182" y="3817"/>
                    </a:cubicBezTo>
                    <a:cubicBezTo>
                      <a:pt x="1045" y="3747"/>
                      <a:pt x="910" y="3726"/>
                      <a:pt x="759" y="3705"/>
                    </a:cubicBezTo>
                    <a:cubicBezTo>
                      <a:pt x="715" y="3694"/>
                      <a:pt x="670" y="3683"/>
                      <a:pt x="625" y="3672"/>
                    </a:cubicBezTo>
                    <a:cubicBezTo>
                      <a:pt x="566" y="3525"/>
                      <a:pt x="585" y="3406"/>
                      <a:pt x="625" y="3255"/>
                    </a:cubicBezTo>
                    <a:cubicBezTo>
                      <a:pt x="943" y="3230"/>
                      <a:pt x="1258" y="3236"/>
                      <a:pt x="1554" y="3364"/>
                    </a:cubicBezTo>
                    <a:cubicBezTo>
                      <a:pt x="1858" y="3633"/>
                      <a:pt x="1827" y="4170"/>
                      <a:pt x="1854" y="4548"/>
                    </a:cubicBezTo>
                    <a:cubicBezTo>
                      <a:pt x="1865" y="4742"/>
                      <a:pt x="1871" y="4936"/>
                      <a:pt x="1875" y="5130"/>
                    </a:cubicBezTo>
                    <a:cubicBezTo>
                      <a:pt x="1944" y="5130"/>
                      <a:pt x="2012" y="5130"/>
                      <a:pt x="2083" y="5130"/>
                    </a:cubicBezTo>
                    <a:cubicBezTo>
                      <a:pt x="2084" y="5083"/>
                      <a:pt x="2086" y="5036"/>
                      <a:pt x="2087" y="4987"/>
                    </a:cubicBezTo>
                    <a:cubicBezTo>
                      <a:pt x="2099" y="4536"/>
                      <a:pt x="2114" y="4086"/>
                      <a:pt x="2132" y="3636"/>
                    </a:cubicBezTo>
                    <a:cubicBezTo>
                      <a:pt x="2142" y="3404"/>
                      <a:pt x="2150" y="3173"/>
                      <a:pt x="2155" y="2942"/>
                    </a:cubicBezTo>
                    <a:cubicBezTo>
                      <a:pt x="2206" y="921"/>
                      <a:pt x="2206" y="921"/>
                      <a:pt x="2835" y="206"/>
                    </a:cubicBezTo>
                    <a:cubicBezTo>
                      <a:pt x="2959" y="91"/>
                      <a:pt x="3071" y="17"/>
                      <a:pt x="3242" y="0"/>
                    </a:cubicBezTo>
                    <a:close/>
                  </a:path>
                </a:pathLst>
              </a:custGeom>
              <a:solidFill>
                <a:srgbClr val="B6CCD4"/>
              </a:solidFill>
              <a:ln w="2646" cap="flat">
                <a:noFill/>
              </a:ln>
            </p:spPr>
          </p:sp>
          <p:sp>
            <p:nvSpPr>
              <p:cNvPr id="2049" name="ICON_C_WINDOWS_GRAPHIC_path_021"/>
              <p:cNvSpPr/>
              <p:nvPr/>
            </p:nvSpPr>
            <p:spPr>
              <a:xfrm>
                <a:off x="5757014" y="7282898"/>
                <a:ext cx="362799" cy="273603"/>
              </a:xfrm>
              <a:custGeom>
                <a:avLst/>
                <a:gdLst/>
                <a:ahLst/>
                <a:cxnLst/>
                <a:rect l="0" t="0" r="r" b="b"/>
                <a:pathLst>
                  <a:path w="28567" h="21544" fill="norm" stroke="0">
                    <a:moveTo>
                      <a:pt x="10571" y="35"/>
                    </a:moveTo>
                    <a:cubicBezTo>
                      <a:pt x="10648" y="35"/>
                      <a:pt x="10725" y="34"/>
                      <a:pt x="10801" y="34"/>
                    </a:cubicBezTo>
                    <a:cubicBezTo>
                      <a:pt x="11012" y="33"/>
                      <a:pt x="11222" y="35"/>
                      <a:pt x="11433" y="37"/>
                    </a:cubicBezTo>
                    <a:cubicBezTo>
                      <a:pt x="11660" y="39"/>
                      <a:pt x="11887" y="38"/>
                      <a:pt x="12114" y="38"/>
                    </a:cubicBezTo>
                    <a:cubicBezTo>
                      <a:pt x="12508" y="38"/>
                      <a:pt x="12901" y="39"/>
                      <a:pt x="13295" y="41"/>
                    </a:cubicBezTo>
                    <a:cubicBezTo>
                      <a:pt x="13864" y="44"/>
                      <a:pt x="14432" y="46"/>
                      <a:pt x="15001" y="46"/>
                    </a:cubicBezTo>
                    <a:cubicBezTo>
                      <a:pt x="15924" y="47"/>
                      <a:pt x="16847" y="50"/>
                      <a:pt x="17770" y="54"/>
                    </a:cubicBezTo>
                    <a:cubicBezTo>
                      <a:pt x="18667" y="58"/>
                      <a:pt x="19563" y="60"/>
                      <a:pt x="20460" y="62"/>
                    </a:cubicBezTo>
                    <a:cubicBezTo>
                      <a:pt x="20487" y="62"/>
                      <a:pt x="20515" y="62"/>
                      <a:pt x="20543" y="62"/>
                    </a:cubicBezTo>
                    <a:cubicBezTo>
                      <a:pt x="20821" y="63"/>
                      <a:pt x="21099" y="64"/>
                      <a:pt x="21376" y="64"/>
                    </a:cubicBezTo>
                    <a:cubicBezTo>
                      <a:pt x="21942" y="65"/>
                      <a:pt x="22507" y="66"/>
                      <a:pt x="23073" y="67"/>
                    </a:cubicBezTo>
                    <a:cubicBezTo>
                      <a:pt x="23086" y="67"/>
                      <a:pt x="23086" y="67"/>
                      <a:pt x="23152" y="68"/>
                    </a:cubicBezTo>
                    <a:cubicBezTo>
                      <a:pt x="24887" y="71"/>
                      <a:pt x="26623" y="78"/>
                      <a:pt x="28359" y="85"/>
                    </a:cubicBezTo>
                    <a:cubicBezTo>
                      <a:pt x="28427" y="360"/>
                      <a:pt x="28496" y="635"/>
                      <a:pt x="28567" y="919"/>
                    </a:cubicBezTo>
                    <a:cubicBezTo>
                      <a:pt x="28479" y="851"/>
                      <a:pt x="28392" y="783"/>
                      <a:pt x="28301" y="713"/>
                    </a:cubicBezTo>
                    <a:cubicBezTo>
                      <a:pt x="27937" y="458"/>
                      <a:pt x="27621" y="443"/>
                      <a:pt x="27188" y="450"/>
                    </a:cubicBezTo>
                    <a:cubicBezTo>
                      <a:pt x="27114" y="450"/>
                      <a:pt x="27039" y="449"/>
                      <a:pt x="26965" y="449"/>
                    </a:cubicBezTo>
                    <a:cubicBezTo>
                      <a:pt x="26762" y="447"/>
                      <a:pt x="26560" y="449"/>
                      <a:pt x="26358" y="450"/>
                    </a:cubicBezTo>
                    <a:cubicBezTo>
                      <a:pt x="26139" y="452"/>
                      <a:pt x="25920" y="451"/>
                      <a:pt x="25701" y="450"/>
                    </a:cubicBezTo>
                    <a:cubicBezTo>
                      <a:pt x="25272" y="449"/>
                      <a:pt x="24844" y="450"/>
                      <a:pt x="24416" y="452"/>
                    </a:cubicBezTo>
                    <a:cubicBezTo>
                      <a:pt x="23917" y="454"/>
                      <a:pt x="23419" y="454"/>
                      <a:pt x="22920" y="454"/>
                    </a:cubicBezTo>
                    <a:cubicBezTo>
                      <a:pt x="22004" y="454"/>
                      <a:pt x="21087" y="456"/>
                      <a:pt x="20171" y="459"/>
                    </a:cubicBezTo>
                    <a:cubicBezTo>
                      <a:pt x="19334" y="462"/>
                      <a:pt x="18498" y="463"/>
                      <a:pt x="17661" y="463"/>
                    </a:cubicBezTo>
                    <a:cubicBezTo>
                      <a:pt x="17608" y="463"/>
                      <a:pt x="17554" y="463"/>
                      <a:pt x="17500" y="463"/>
                    </a:cubicBezTo>
                    <a:cubicBezTo>
                      <a:pt x="17487" y="463"/>
                      <a:pt x="17487" y="463"/>
                      <a:pt x="17420" y="463"/>
                    </a:cubicBezTo>
                    <a:cubicBezTo>
                      <a:pt x="17286" y="463"/>
                      <a:pt x="17152" y="463"/>
                      <a:pt x="17018" y="463"/>
                    </a:cubicBezTo>
                    <a:cubicBezTo>
                      <a:pt x="16992" y="463"/>
                      <a:pt x="16965" y="463"/>
                      <a:pt x="16938" y="463"/>
                    </a:cubicBezTo>
                    <a:cubicBezTo>
                      <a:pt x="16089" y="463"/>
                      <a:pt x="15239" y="464"/>
                      <a:pt x="14389" y="466"/>
                    </a:cubicBezTo>
                    <a:cubicBezTo>
                      <a:pt x="14042" y="467"/>
                      <a:pt x="13694" y="467"/>
                      <a:pt x="13346" y="467"/>
                    </a:cubicBezTo>
                    <a:cubicBezTo>
                      <a:pt x="12923" y="467"/>
                      <a:pt x="12499" y="468"/>
                      <a:pt x="12076" y="470"/>
                    </a:cubicBezTo>
                    <a:cubicBezTo>
                      <a:pt x="11860" y="471"/>
                      <a:pt x="11644" y="472"/>
                      <a:pt x="11428" y="471"/>
                    </a:cubicBezTo>
                    <a:cubicBezTo>
                      <a:pt x="11230" y="471"/>
                      <a:pt x="11033" y="472"/>
                      <a:pt x="10835" y="473"/>
                    </a:cubicBezTo>
                    <a:cubicBezTo>
                      <a:pt x="10763" y="474"/>
                      <a:pt x="10692" y="474"/>
                      <a:pt x="10620" y="473"/>
                    </a:cubicBezTo>
                    <a:cubicBezTo>
                      <a:pt x="10523" y="473"/>
                      <a:pt x="10426" y="474"/>
                      <a:pt x="10329" y="475"/>
                    </a:cubicBezTo>
                    <a:cubicBezTo>
                      <a:pt x="10315" y="475"/>
                      <a:pt x="10315" y="475"/>
                      <a:pt x="10244" y="474"/>
                    </a:cubicBezTo>
                    <a:cubicBezTo>
                      <a:pt x="10091" y="477"/>
                      <a:pt x="10026" y="501"/>
                      <a:pt x="9904" y="595"/>
                    </a:cubicBezTo>
                    <a:cubicBezTo>
                      <a:pt x="9813" y="716"/>
                      <a:pt x="9790" y="763"/>
                      <a:pt x="9789" y="911"/>
                    </a:cubicBezTo>
                    <a:cubicBezTo>
                      <a:pt x="9787" y="950"/>
                      <a:pt x="9786" y="989"/>
                      <a:pt x="9785" y="1030"/>
                    </a:cubicBezTo>
                    <a:cubicBezTo>
                      <a:pt x="9785" y="1073"/>
                      <a:pt x="9785" y="1116"/>
                      <a:pt x="9785" y="1160"/>
                    </a:cubicBezTo>
                    <a:cubicBezTo>
                      <a:pt x="9784" y="1206"/>
                      <a:pt x="9784" y="1252"/>
                      <a:pt x="9782" y="1300"/>
                    </a:cubicBezTo>
                    <a:cubicBezTo>
                      <a:pt x="9780" y="1427"/>
                      <a:pt x="9779" y="1554"/>
                      <a:pt x="9778" y="1682"/>
                    </a:cubicBezTo>
                    <a:cubicBezTo>
                      <a:pt x="9777" y="1819"/>
                      <a:pt x="9774" y="1957"/>
                      <a:pt x="9772" y="2094"/>
                    </a:cubicBezTo>
                    <a:cubicBezTo>
                      <a:pt x="9768" y="2332"/>
                      <a:pt x="9765" y="2571"/>
                      <a:pt x="9762" y="2810"/>
                    </a:cubicBezTo>
                    <a:cubicBezTo>
                      <a:pt x="9759" y="3156"/>
                      <a:pt x="9754" y="3502"/>
                      <a:pt x="9748" y="3849"/>
                    </a:cubicBezTo>
                    <a:cubicBezTo>
                      <a:pt x="9739" y="4413"/>
                      <a:pt x="9731" y="4977"/>
                      <a:pt x="9724" y="5541"/>
                    </a:cubicBezTo>
                    <a:cubicBezTo>
                      <a:pt x="9723" y="5575"/>
                      <a:pt x="9723" y="5609"/>
                      <a:pt x="9722" y="5644"/>
                    </a:cubicBezTo>
                    <a:cubicBezTo>
                      <a:pt x="9720" y="5814"/>
                      <a:pt x="9718" y="5985"/>
                      <a:pt x="9715" y="6156"/>
                    </a:cubicBezTo>
                    <a:cubicBezTo>
                      <a:pt x="9711" y="6496"/>
                      <a:pt x="9706" y="6835"/>
                      <a:pt x="9702" y="7174"/>
                    </a:cubicBezTo>
                    <a:cubicBezTo>
                      <a:pt x="9701" y="7208"/>
                      <a:pt x="9701" y="7241"/>
                      <a:pt x="9700" y="7275"/>
                    </a:cubicBezTo>
                    <a:cubicBezTo>
                      <a:pt x="9693" y="7836"/>
                      <a:pt x="9685" y="8396"/>
                      <a:pt x="9676" y="8957"/>
                    </a:cubicBezTo>
                    <a:cubicBezTo>
                      <a:pt x="9671" y="9271"/>
                      <a:pt x="9666" y="9585"/>
                      <a:pt x="9663" y="9899"/>
                    </a:cubicBezTo>
                    <a:cubicBezTo>
                      <a:pt x="9634" y="12445"/>
                      <a:pt x="9634" y="12445"/>
                      <a:pt x="9400" y="13627"/>
                    </a:cubicBezTo>
                    <a:cubicBezTo>
                      <a:pt x="9373" y="13629"/>
                      <a:pt x="9345" y="13630"/>
                      <a:pt x="9316" y="13632"/>
                    </a:cubicBezTo>
                    <a:cubicBezTo>
                      <a:pt x="9280" y="13634"/>
                      <a:pt x="9244" y="13637"/>
                      <a:pt x="9206" y="13639"/>
                    </a:cubicBezTo>
                    <a:cubicBezTo>
                      <a:pt x="9170" y="13641"/>
                      <a:pt x="9134" y="13644"/>
                      <a:pt x="9097" y="13646"/>
                    </a:cubicBezTo>
                    <a:cubicBezTo>
                      <a:pt x="9021" y="13651"/>
                      <a:pt x="8946" y="13658"/>
                      <a:pt x="8870" y="13664"/>
                    </a:cubicBezTo>
                    <a:cubicBezTo>
                      <a:pt x="8758" y="13668"/>
                      <a:pt x="8674" y="13660"/>
                      <a:pt x="8567" y="13627"/>
                    </a:cubicBezTo>
                    <a:cubicBezTo>
                      <a:pt x="8300" y="13330"/>
                      <a:pt x="8330" y="12923"/>
                      <a:pt x="8335" y="12551"/>
                    </a:cubicBezTo>
                    <a:cubicBezTo>
                      <a:pt x="8335" y="12485"/>
                      <a:pt x="8335" y="12419"/>
                      <a:pt x="8335" y="12354"/>
                    </a:cubicBezTo>
                    <a:cubicBezTo>
                      <a:pt x="8335" y="12176"/>
                      <a:pt x="8336" y="11999"/>
                      <a:pt x="8337" y="11822"/>
                    </a:cubicBezTo>
                    <a:cubicBezTo>
                      <a:pt x="8339" y="11636"/>
                      <a:pt x="8339" y="11450"/>
                      <a:pt x="8339" y="11264"/>
                    </a:cubicBezTo>
                    <a:cubicBezTo>
                      <a:pt x="8340" y="10913"/>
                      <a:pt x="8341" y="10562"/>
                      <a:pt x="8344" y="10211"/>
                    </a:cubicBezTo>
                    <a:cubicBezTo>
                      <a:pt x="8346" y="9811"/>
                      <a:pt x="8347" y="9411"/>
                      <a:pt x="8348" y="9011"/>
                    </a:cubicBezTo>
                    <a:cubicBezTo>
                      <a:pt x="8350" y="8188"/>
                      <a:pt x="8354" y="7366"/>
                      <a:pt x="8359" y="6544"/>
                    </a:cubicBezTo>
                    <a:cubicBezTo>
                      <a:pt x="8084" y="6544"/>
                      <a:pt x="7809" y="6544"/>
                      <a:pt x="7525" y="6544"/>
                    </a:cubicBezTo>
                    <a:cubicBezTo>
                      <a:pt x="7548" y="7456"/>
                      <a:pt x="7571" y="8369"/>
                      <a:pt x="7596" y="9282"/>
                    </a:cubicBezTo>
                    <a:cubicBezTo>
                      <a:pt x="7607" y="9706"/>
                      <a:pt x="7619" y="10129"/>
                      <a:pt x="7629" y="10553"/>
                    </a:cubicBezTo>
                    <a:cubicBezTo>
                      <a:pt x="7638" y="10923"/>
                      <a:pt x="7647" y="11293"/>
                      <a:pt x="7658" y="11662"/>
                    </a:cubicBezTo>
                    <a:cubicBezTo>
                      <a:pt x="7663" y="11858"/>
                      <a:pt x="7669" y="12053"/>
                      <a:pt x="7673" y="12249"/>
                    </a:cubicBezTo>
                    <a:cubicBezTo>
                      <a:pt x="7677" y="12433"/>
                      <a:pt x="7682" y="12618"/>
                      <a:pt x="7688" y="12803"/>
                    </a:cubicBezTo>
                    <a:cubicBezTo>
                      <a:pt x="7690" y="12870"/>
                      <a:pt x="7691" y="12937"/>
                      <a:pt x="7692" y="13004"/>
                    </a:cubicBezTo>
                    <a:cubicBezTo>
                      <a:pt x="7699" y="13337"/>
                      <a:pt x="7721" y="13627"/>
                      <a:pt x="7839" y="13940"/>
                    </a:cubicBezTo>
                    <a:cubicBezTo>
                      <a:pt x="7969" y="14285"/>
                      <a:pt x="7966" y="14605"/>
                      <a:pt x="7956" y="14970"/>
                    </a:cubicBezTo>
                    <a:cubicBezTo>
                      <a:pt x="7954" y="15039"/>
                      <a:pt x="7954" y="15109"/>
                      <a:pt x="7952" y="15178"/>
                    </a:cubicBezTo>
                    <a:cubicBezTo>
                      <a:pt x="7951" y="15327"/>
                      <a:pt x="7948" y="15475"/>
                      <a:pt x="7945" y="15623"/>
                    </a:cubicBezTo>
                    <a:cubicBezTo>
                      <a:pt x="7940" y="15858"/>
                      <a:pt x="7937" y="16092"/>
                      <a:pt x="7935" y="16327"/>
                    </a:cubicBezTo>
                    <a:cubicBezTo>
                      <a:pt x="7928" y="16994"/>
                      <a:pt x="7919" y="17661"/>
                      <a:pt x="7906" y="18327"/>
                    </a:cubicBezTo>
                    <a:cubicBezTo>
                      <a:pt x="7899" y="18697"/>
                      <a:pt x="7894" y="19066"/>
                      <a:pt x="7891" y="19435"/>
                    </a:cubicBezTo>
                    <a:cubicBezTo>
                      <a:pt x="7890" y="19669"/>
                      <a:pt x="7885" y="19902"/>
                      <a:pt x="7879" y="20135"/>
                    </a:cubicBezTo>
                    <a:cubicBezTo>
                      <a:pt x="7876" y="20280"/>
                      <a:pt x="7875" y="20424"/>
                      <a:pt x="7875" y="20569"/>
                    </a:cubicBezTo>
                    <a:cubicBezTo>
                      <a:pt x="7874" y="20636"/>
                      <a:pt x="7873" y="20704"/>
                      <a:pt x="7870" y="20771"/>
                    </a:cubicBezTo>
                    <a:cubicBezTo>
                      <a:pt x="7862" y="20974"/>
                      <a:pt x="7859" y="21146"/>
                      <a:pt x="7942" y="21335"/>
                    </a:cubicBezTo>
                    <a:cubicBezTo>
                      <a:pt x="8128" y="21474"/>
                      <a:pt x="8341" y="21497"/>
                      <a:pt x="8567" y="21544"/>
                    </a:cubicBezTo>
                    <a:cubicBezTo>
                      <a:pt x="8292" y="21544"/>
                      <a:pt x="8017" y="21544"/>
                      <a:pt x="7734" y="21544"/>
                    </a:cubicBezTo>
                    <a:cubicBezTo>
                      <a:pt x="7699" y="20684"/>
                      <a:pt x="7699" y="20684"/>
                      <a:pt x="7525" y="16335"/>
                    </a:cubicBezTo>
                    <a:cubicBezTo>
                      <a:pt x="7456" y="17091"/>
                      <a:pt x="7388" y="17848"/>
                      <a:pt x="7317" y="18627"/>
                    </a:cubicBezTo>
                    <a:cubicBezTo>
                      <a:pt x="7248" y="18764"/>
                      <a:pt x="7179" y="18902"/>
                      <a:pt x="7109" y="19044"/>
                    </a:cubicBezTo>
                    <a:cubicBezTo>
                      <a:pt x="6993" y="19075"/>
                      <a:pt x="6993" y="19075"/>
                      <a:pt x="6868" y="19046"/>
                    </a:cubicBezTo>
                    <a:cubicBezTo>
                      <a:pt x="6822" y="19036"/>
                      <a:pt x="6777" y="19026"/>
                      <a:pt x="6730" y="19016"/>
                    </a:cubicBezTo>
                    <a:cubicBezTo>
                      <a:pt x="6683" y="19004"/>
                      <a:pt x="6636" y="18991"/>
                      <a:pt x="6588" y="18978"/>
                    </a:cubicBezTo>
                    <a:cubicBezTo>
                      <a:pt x="6541" y="18968"/>
                      <a:pt x="6494" y="18958"/>
                      <a:pt x="6445" y="18948"/>
                    </a:cubicBezTo>
                    <a:cubicBezTo>
                      <a:pt x="6192" y="18889"/>
                      <a:pt x="6018" y="18845"/>
                      <a:pt x="5859" y="18627"/>
                    </a:cubicBezTo>
                    <a:cubicBezTo>
                      <a:pt x="5831" y="18498"/>
                      <a:pt x="5834" y="18373"/>
                      <a:pt x="5838" y="18242"/>
                    </a:cubicBezTo>
                    <a:cubicBezTo>
                      <a:pt x="5838" y="18205"/>
                      <a:pt x="5839" y="18169"/>
                      <a:pt x="5839" y="18131"/>
                    </a:cubicBezTo>
                    <a:cubicBezTo>
                      <a:pt x="5840" y="18014"/>
                      <a:pt x="5843" y="17897"/>
                      <a:pt x="5845" y="17780"/>
                    </a:cubicBezTo>
                    <a:cubicBezTo>
                      <a:pt x="5846" y="17701"/>
                      <a:pt x="5847" y="17622"/>
                      <a:pt x="5848" y="17542"/>
                    </a:cubicBezTo>
                    <a:cubicBezTo>
                      <a:pt x="5851" y="17348"/>
                      <a:pt x="5854" y="17154"/>
                      <a:pt x="5859" y="16960"/>
                    </a:cubicBezTo>
                    <a:cubicBezTo>
                      <a:pt x="5291" y="16913"/>
                      <a:pt x="5291" y="16913"/>
                      <a:pt x="5162" y="17019"/>
                    </a:cubicBezTo>
                    <a:cubicBezTo>
                      <a:pt x="5124" y="17104"/>
                      <a:pt x="5105" y="17180"/>
                      <a:pt x="5090" y="17273"/>
                    </a:cubicBezTo>
                    <a:cubicBezTo>
                      <a:pt x="5083" y="17303"/>
                      <a:pt x="5076" y="17332"/>
                      <a:pt x="5069" y="17363"/>
                    </a:cubicBezTo>
                    <a:cubicBezTo>
                      <a:pt x="5051" y="17436"/>
                      <a:pt x="5038" y="17511"/>
                      <a:pt x="5025" y="17585"/>
                    </a:cubicBezTo>
                    <a:cubicBezTo>
                      <a:pt x="4803" y="17557"/>
                      <a:pt x="4576" y="17525"/>
                      <a:pt x="4400" y="17377"/>
                    </a:cubicBezTo>
                    <a:cubicBezTo>
                      <a:pt x="4260" y="17120"/>
                      <a:pt x="4238" y="16829"/>
                      <a:pt x="4192" y="16544"/>
                    </a:cubicBezTo>
                    <a:cubicBezTo>
                      <a:pt x="4054" y="16578"/>
                      <a:pt x="4054" y="16578"/>
                      <a:pt x="3359" y="16752"/>
                    </a:cubicBezTo>
                    <a:cubicBezTo>
                      <a:pt x="3571" y="16127"/>
                      <a:pt x="3571" y="16127"/>
                      <a:pt x="3775" y="15919"/>
                    </a:cubicBezTo>
                    <a:cubicBezTo>
                      <a:pt x="4050" y="15811"/>
                      <a:pt x="4322" y="15880"/>
                      <a:pt x="4609" y="15919"/>
                    </a:cubicBezTo>
                    <a:cubicBezTo>
                      <a:pt x="4609" y="16194"/>
                      <a:pt x="4609" y="16469"/>
                      <a:pt x="4609" y="16752"/>
                    </a:cubicBezTo>
                    <a:cubicBezTo>
                      <a:pt x="4884" y="16752"/>
                      <a:pt x="5159" y="16752"/>
                      <a:pt x="5442" y="16752"/>
                    </a:cubicBezTo>
                    <a:cubicBezTo>
                      <a:pt x="5442" y="16614"/>
                      <a:pt x="5442" y="16477"/>
                      <a:pt x="5442" y="16335"/>
                    </a:cubicBezTo>
                    <a:cubicBezTo>
                      <a:pt x="5648" y="16335"/>
                      <a:pt x="5854" y="16335"/>
                      <a:pt x="6067" y="16335"/>
                    </a:cubicBezTo>
                    <a:cubicBezTo>
                      <a:pt x="6070" y="16390"/>
                      <a:pt x="6073" y="16444"/>
                      <a:pt x="6076" y="16501"/>
                    </a:cubicBezTo>
                    <a:cubicBezTo>
                      <a:pt x="6088" y="16705"/>
                      <a:pt x="6104" y="16909"/>
                      <a:pt x="6121" y="17113"/>
                    </a:cubicBezTo>
                    <a:cubicBezTo>
                      <a:pt x="6128" y="17201"/>
                      <a:pt x="6134" y="17289"/>
                      <a:pt x="6139" y="17377"/>
                    </a:cubicBezTo>
                    <a:cubicBezTo>
                      <a:pt x="6146" y="17505"/>
                      <a:pt x="6157" y="17632"/>
                      <a:pt x="6169" y="17759"/>
                    </a:cubicBezTo>
                    <a:cubicBezTo>
                      <a:pt x="6170" y="17798"/>
                      <a:pt x="6171" y="17837"/>
                      <a:pt x="6173" y="17877"/>
                    </a:cubicBezTo>
                    <a:cubicBezTo>
                      <a:pt x="6191" y="18040"/>
                      <a:pt x="6216" y="18156"/>
                      <a:pt x="6341" y="18270"/>
                    </a:cubicBezTo>
                    <a:cubicBezTo>
                      <a:pt x="6518" y="18405"/>
                      <a:pt x="6707" y="18517"/>
                      <a:pt x="6900" y="18627"/>
                    </a:cubicBezTo>
                    <a:cubicBezTo>
                      <a:pt x="6752" y="13583"/>
                      <a:pt x="6752" y="13583"/>
                      <a:pt x="6484" y="12090"/>
                    </a:cubicBezTo>
                    <a:cubicBezTo>
                      <a:pt x="6475" y="12041"/>
                      <a:pt x="6466" y="11992"/>
                      <a:pt x="6457" y="11941"/>
                    </a:cubicBezTo>
                    <a:cubicBezTo>
                      <a:pt x="6433" y="11807"/>
                      <a:pt x="6407" y="11673"/>
                      <a:pt x="6379" y="11539"/>
                    </a:cubicBezTo>
                    <a:cubicBezTo>
                      <a:pt x="6372" y="11502"/>
                      <a:pt x="6365" y="11465"/>
                      <a:pt x="6357" y="11428"/>
                    </a:cubicBezTo>
                    <a:cubicBezTo>
                      <a:pt x="6316" y="11244"/>
                      <a:pt x="6260" y="11067"/>
                      <a:pt x="6190" y="10893"/>
                    </a:cubicBezTo>
                    <a:cubicBezTo>
                      <a:pt x="6177" y="10858"/>
                      <a:pt x="6163" y="10823"/>
                      <a:pt x="6149" y="10787"/>
                    </a:cubicBezTo>
                    <a:cubicBezTo>
                      <a:pt x="6067" y="10710"/>
                      <a:pt x="6067" y="10710"/>
                      <a:pt x="5650" y="10710"/>
                    </a:cubicBezTo>
                    <a:cubicBezTo>
                      <a:pt x="5581" y="11398"/>
                      <a:pt x="5513" y="12085"/>
                      <a:pt x="5442" y="12794"/>
                    </a:cubicBezTo>
                    <a:cubicBezTo>
                      <a:pt x="5236" y="12794"/>
                      <a:pt x="5029" y="12794"/>
                      <a:pt x="4817" y="12794"/>
                    </a:cubicBezTo>
                    <a:cubicBezTo>
                      <a:pt x="4817" y="12656"/>
                      <a:pt x="4817" y="12519"/>
                      <a:pt x="4817" y="12377"/>
                    </a:cubicBezTo>
                    <a:cubicBezTo>
                      <a:pt x="4779" y="12422"/>
                      <a:pt x="4741" y="12467"/>
                      <a:pt x="4702" y="12514"/>
                    </a:cubicBezTo>
                    <a:cubicBezTo>
                      <a:pt x="4240" y="13036"/>
                      <a:pt x="4240" y="13036"/>
                      <a:pt x="3935" y="13066"/>
                    </a:cubicBezTo>
                    <a:cubicBezTo>
                      <a:pt x="3787" y="13067"/>
                      <a:pt x="3703" y="13065"/>
                      <a:pt x="3567" y="13002"/>
                    </a:cubicBezTo>
                    <a:cubicBezTo>
                      <a:pt x="3274" y="12656"/>
                      <a:pt x="3332" y="12192"/>
                      <a:pt x="3338" y="11770"/>
                    </a:cubicBezTo>
                    <a:cubicBezTo>
                      <a:pt x="3339" y="11691"/>
                      <a:pt x="3339" y="11612"/>
                      <a:pt x="3339" y="11533"/>
                    </a:cubicBezTo>
                    <a:cubicBezTo>
                      <a:pt x="3340" y="11327"/>
                      <a:pt x="3342" y="11121"/>
                      <a:pt x="3344" y="10915"/>
                    </a:cubicBezTo>
                    <a:cubicBezTo>
                      <a:pt x="3346" y="10704"/>
                      <a:pt x="3347" y="10493"/>
                      <a:pt x="3348" y="10282"/>
                    </a:cubicBezTo>
                    <a:cubicBezTo>
                      <a:pt x="3351" y="9869"/>
                      <a:pt x="3354" y="9456"/>
                      <a:pt x="3359" y="9044"/>
                    </a:cubicBezTo>
                    <a:cubicBezTo>
                      <a:pt x="3152" y="9044"/>
                      <a:pt x="2946" y="9044"/>
                      <a:pt x="2734" y="9044"/>
                    </a:cubicBezTo>
                    <a:cubicBezTo>
                      <a:pt x="2748" y="9090"/>
                      <a:pt x="2763" y="9136"/>
                      <a:pt x="2778" y="9184"/>
                    </a:cubicBezTo>
                    <a:cubicBezTo>
                      <a:pt x="2954" y="9784"/>
                      <a:pt x="2976" y="10364"/>
                      <a:pt x="2977" y="10986"/>
                    </a:cubicBezTo>
                    <a:cubicBezTo>
                      <a:pt x="2977" y="11069"/>
                      <a:pt x="2977" y="11153"/>
                      <a:pt x="2978" y="11237"/>
                    </a:cubicBezTo>
                    <a:cubicBezTo>
                      <a:pt x="2980" y="11531"/>
                      <a:pt x="2981" y="11825"/>
                      <a:pt x="2980" y="12119"/>
                    </a:cubicBezTo>
                    <a:cubicBezTo>
                      <a:pt x="2980" y="12390"/>
                      <a:pt x="2983" y="12662"/>
                      <a:pt x="2986" y="12933"/>
                    </a:cubicBezTo>
                    <a:cubicBezTo>
                      <a:pt x="2989" y="13168"/>
                      <a:pt x="2990" y="13404"/>
                      <a:pt x="2990" y="13639"/>
                    </a:cubicBezTo>
                    <a:cubicBezTo>
                      <a:pt x="2989" y="13779"/>
                      <a:pt x="2990" y="13918"/>
                      <a:pt x="2992" y="14058"/>
                    </a:cubicBezTo>
                    <a:cubicBezTo>
                      <a:pt x="3003" y="14776"/>
                      <a:pt x="2922" y="15309"/>
                      <a:pt x="2525" y="15919"/>
                    </a:cubicBezTo>
                    <a:cubicBezTo>
                      <a:pt x="2453" y="15507"/>
                      <a:pt x="2384" y="15094"/>
                      <a:pt x="2317" y="14681"/>
                    </a:cubicBezTo>
                    <a:cubicBezTo>
                      <a:pt x="2314" y="14666"/>
                      <a:pt x="2314" y="14666"/>
                      <a:pt x="2302" y="14589"/>
                    </a:cubicBezTo>
                    <a:cubicBezTo>
                      <a:pt x="2126" y="13496"/>
                      <a:pt x="2057" y="12444"/>
                      <a:pt x="2109" y="11335"/>
                    </a:cubicBezTo>
                    <a:cubicBezTo>
                      <a:pt x="1765" y="11335"/>
                      <a:pt x="1421" y="11335"/>
                      <a:pt x="1067" y="11335"/>
                    </a:cubicBezTo>
                    <a:cubicBezTo>
                      <a:pt x="1093" y="11830"/>
                      <a:pt x="1093" y="11830"/>
                      <a:pt x="1104" y="11983"/>
                    </a:cubicBezTo>
                    <a:cubicBezTo>
                      <a:pt x="1113" y="12323"/>
                      <a:pt x="1113" y="12323"/>
                      <a:pt x="980" y="12477"/>
                    </a:cubicBezTo>
                    <a:cubicBezTo>
                      <a:pt x="945" y="12509"/>
                      <a:pt x="909" y="12540"/>
                      <a:pt x="871" y="12572"/>
                    </a:cubicBezTo>
                    <a:cubicBezTo>
                      <a:pt x="568" y="12837"/>
                      <a:pt x="510" y="13169"/>
                      <a:pt x="416" y="13549"/>
                    </a:cubicBezTo>
                    <a:cubicBezTo>
                      <a:pt x="398" y="13617"/>
                      <a:pt x="380" y="13685"/>
                      <a:pt x="361" y="13754"/>
                    </a:cubicBezTo>
                    <a:cubicBezTo>
                      <a:pt x="317" y="13919"/>
                      <a:pt x="275" y="14085"/>
                      <a:pt x="234" y="14252"/>
                    </a:cubicBezTo>
                    <a:cubicBezTo>
                      <a:pt x="0" y="13935"/>
                      <a:pt x="10" y="13662"/>
                      <a:pt x="61" y="13290"/>
                    </a:cubicBezTo>
                    <a:cubicBezTo>
                      <a:pt x="65" y="13258"/>
                      <a:pt x="70" y="13225"/>
                      <a:pt x="76" y="13192"/>
                    </a:cubicBezTo>
                    <a:cubicBezTo>
                      <a:pt x="90" y="13092"/>
                      <a:pt x="101" y="12993"/>
                      <a:pt x="113" y="12893"/>
                    </a:cubicBezTo>
                    <a:cubicBezTo>
                      <a:pt x="136" y="12711"/>
                      <a:pt x="166" y="12548"/>
                      <a:pt x="234" y="12377"/>
                    </a:cubicBezTo>
                    <a:cubicBezTo>
                      <a:pt x="338" y="12303"/>
                      <a:pt x="433" y="12271"/>
                      <a:pt x="553" y="12230"/>
                    </a:cubicBezTo>
                    <a:cubicBezTo>
                      <a:pt x="671" y="12155"/>
                      <a:pt x="690" y="12091"/>
                      <a:pt x="721" y="11958"/>
                    </a:cubicBezTo>
                    <a:cubicBezTo>
                      <a:pt x="727" y="11931"/>
                      <a:pt x="733" y="11903"/>
                      <a:pt x="738" y="11875"/>
                    </a:cubicBezTo>
                    <a:cubicBezTo>
                      <a:pt x="741" y="11861"/>
                      <a:pt x="741" y="11861"/>
                      <a:pt x="756" y="11791"/>
                    </a:cubicBezTo>
                    <a:cubicBezTo>
                      <a:pt x="780" y="11675"/>
                      <a:pt x="803" y="11559"/>
                      <a:pt x="817" y="11441"/>
                    </a:cubicBezTo>
                    <a:cubicBezTo>
                      <a:pt x="821" y="11412"/>
                      <a:pt x="825" y="11383"/>
                      <a:pt x="829" y="11352"/>
                    </a:cubicBezTo>
                    <a:cubicBezTo>
                      <a:pt x="832" y="11327"/>
                      <a:pt x="835" y="11301"/>
                      <a:pt x="838" y="11274"/>
                    </a:cubicBezTo>
                    <a:cubicBezTo>
                      <a:pt x="868" y="11185"/>
                      <a:pt x="868" y="11185"/>
                      <a:pt x="1067" y="10919"/>
                    </a:cubicBezTo>
                    <a:cubicBezTo>
                      <a:pt x="1479" y="10919"/>
                      <a:pt x="1892" y="10919"/>
                      <a:pt x="2317" y="10919"/>
                    </a:cubicBezTo>
                    <a:cubicBezTo>
                      <a:pt x="2317" y="10094"/>
                      <a:pt x="2317" y="9269"/>
                      <a:pt x="2317" y="8419"/>
                    </a:cubicBezTo>
                    <a:cubicBezTo>
                      <a:pt x="2798" y="8487"/>
                      <a:pt x="3279" y="8556"/>
                      <a:pt x="3775" y="8627"/>
                    </a:cubicBezTo>
                    <a:cubicBezTo>
                      <a:pt x="3775" y="9864"/>
                      <a:pt x="3775" y="11102"/>
                      <a:pt x="3775" y="12377"/>
                    </a:cubicBezTo>
                    <a:cubicBezTo>
                      <a:pt x="4119" y="12239"/>
                      <a:pt x="4463" y="12102"/>
                      <a:pt x="4817" y="11960"/>
                    </a:cubicBezTo>
                    <a:cubicBezTo>
                      <a:pt x="4954" y="12029"/>
                      <a:pt x="5092" y="12098"/>
                      <a:pt x="5234" y="12169"/>
                    </a:cubicBezTo>
                    <a:cubicBezTo>
                      <a:pt x="5234" y="11550"/>
                      <a:pt x="5234" y="10931"/>
                      <a:pt x="5234" y="10294"/>
                    </a:cubicBezTo>
                    <a:cubicBezTo>
                      <a:pt x="6190" y="10169"/>
                      <a:pt x="6190" y="10169"/>
                      <a:pt x="6484" y="10294"/>
                    </a:cubicBezTo>
                    <a:cubicBezTo>
                      <a:pt x="6625" y="10488"/>
                      <a:pt x="6676" y="10692"/>
                      <a:pt x="6733" y="10923"/>
                    </a:cubicBezTo>
                    <a:cubicBezTo>
                      <a:pt x="6749" y="10983"/>
                      <a:pt x="6766" y="11043"/>
                      <a:pt x="6784" y="11103"/>
                    </a:cubicBezTo>
                    <a:cubicBezTo>
                      <a:pt x="6826" y="11249"/>
                      <a:pt x="6864" y="11396"/>
                      <a:pt x="6900" y="11544"/>
                    </a:cubicBezTo>
                    <a:cubicBezTo>
                      <a:pt x="6901" y="11516"/>
                      <a:pt x="6901" y="11488"/>
                      <a:pt x="6902" y="11460"/>
                    </a:cubicBezTo>
                    <a:cubicBezTo>
                      <a:pt x="6919" y="10789"/>
                      <a:pt x="6938" y="10117"/>
                      <a:pt x="6960" y="9446"/>
                    </a:cubicBezTo>
                    <a:cubicBezTo>
                      <a:pt x="6970" y="9122"/>
                      <a:pt x="6980" y="8797"/>
                      <a:pt x="6988" y="8472"/>
                    </a:cubicBezTo>
                    <a:cubicBezTo>
                      <a:pt x="6995" y="8189"/>
                      <a:pt x="7003" y="7906"/>
                      <a:pt x="7013" y="7623"/>
                    </a:cubicBezTo>
                    <a:cubicBezTo>
                      <a:pt x="7019" y="7474"/>
                      <a:pt x="7023" y="7324"/>
                      <a:pt x="7026" y="7174"/>
                    </a:cubicBezTo>
                    <a:cubicBezTo>
                      <a:pt x="7029" y="7033"/>
                      <a:pt x="7033" y="6891"/>
                      <a:pt x="7039" y="6750"/>
                    </a:cubicBezTo>
                    <a:cubicBezTo>
                      <a:pt x="7042" y="6674"/>
                      <a:pt x="7043" y="6598"/>
                      <a:pt x="7043" y="6522"/>
                    </a:cubicBezTo>
                    <a:cubicBezTo>
                      <a:pt x="7066" y="6080"/>
                      <a:pt x="7166" y="6069"/>
                      <a:pt x="7525" y="5710"/>
                    </a:cubicBezTo>
                    <a:cubicBezTo>
                      <a:pt x="7938" y="5710"/>
                      <a:pt x="8350" y="5710"/>
                      <a:pt x="8775" y="5710"/>
                    </a:cubicBezTo>
                    <a:cubicBezTo>
                      <a:pt x="8844" y="7498"/>
                      <a:pt x="8913" y="9285"/>
                      <a:pt x="8984" y="11127"/>
                    </a:cubicBezTo>
                    <a:cubicBezTo>
                      <a:pt x="9154" y="10785"/>
                      <a:pt x="9223" y="10628"/>
                      <a:pt x="9222" y="10275"/>
                    </a:cubicBezTo>
                    <a:cubicBezTo>
                      <a:pt x="9223" y="10234"/>
                      <a:pt x="9224" y="10192"/>
                      <a:pt x="9224" y="10149"/>
                    </a:cubicBezTo>
                    <a:cubicBezTo>
                      <a:pt x="9226" y="10010"/>
                      <a:pt x="9227" y="9871"/>
                      <a:pt x="9228" y="9732"/>
                    </a:cubicBezTo>
                    <a:cubicBezTo>
                      <a:pt x="9229" y="9632"/>
                      <a:pt x="9231" y="9532"/>
                      <a:pt x="9232" y="9433"/>
                    </a:cubicBezTo>
                    <a:cubicBezTo>
                      <a:pt x="9235" y="9218"/>
                      <a:pt x="9238" y="9003"/>
                      <a:pt x="9240" y="8788"/>
                    </a:cubicBezTo>
                    <a:cubicBezTo>
                      <a:pt x="9243" y="8477"/>
                      <a:pt x="9247" y="8166"/>
                      <a:pt x="9252" y="7855"/>
                    </a:cubicBezTo>
                    <a:cubicBezTo>
                      <a:pt x="9260" y="7350"/>
                      <a:pt x="9267" y="6845"/>
                      <a:pt x="9274" y="6340"/>
                    </a:cubicBezTo>
                    <a:cubicBezTo>
                      <a:pt x="9274" y="6310"/>
                      <a:pt x="9274" y="6280"/>
                      <a:pt x="9275" y="6249"/>
                    </a:cubicBezTo>
                    <a:cubicBezTo>
                      <a:pt x="9280" y="5820"/>
                      <a:pt x="9285" y="5392"/>
                      <a:pt x="9290" y="4963"/>
                    </a:cubicBezTo>
                    <a:cubicBezTo>
                      <a:pt x="9290" y="4933"/>
                      <a:pt x="9291" y="4903"/>
                      <a:pt x="9291" y="4872"/>
                    </a:cubicBezTo>
                    <a:cubicBezTo>
                      <a:pt x="9291" y="4842"/>
                      <a:pt x="9292" y="4811"/>
                      <a:pt x="9292" y="4780"/>
                    </a:cubicBezTo>
                    <a:cubicBezTo>
                      <a:pt x="9298" y="4277"/>
                      <a:pt x="9305" y="3774"/>
                      <a:pt x="9313" y="3270"/>
                    </a:cubicBezTo>
                    <a:cubicBezTo>
                      <a:pt x="9319" y="2960"/>
                      <a:pt x="9322" y="2650"/>
                      <a:pt x="9324" y="2340"/>
                    </a:cubicBezTo>
                    <a:cubicBezTo>
                      <a:pt x="9326" y="2103"/>
                      <a:pt x="9330" y="1865"/>
                      <a:pt x="9335" y="1627"/>
                    </a:cubicBezTo>
                    <a:cubicBezTo>
                      <a:pt x="9336" y="1530"/>
                      <a:pt x="9337" y="1433"/>
                      <a:pt x="9337" y="1336"/>
                    </a:cubicBezTo>
                    <a:cubicBezTo>
                      <a:pt x="9337" y="1202"/>
                      <a:pt x="9340" y="1070"/>
                      <a:pt x="9344" y="937"/>
                    </a:cubicBezTo>
                    <a:cubicBezTo>
                      <a:pt x="9343" y="918"/>
                      <a:pt x="9343" y="918"/>
                      <a:pt x="9342" y="821"/>
                    </a:cubicBezTo>
                    <a:cubicBezTo>
                      <a:pt x="9351" y="590"/>
                      <a:pt x="9418" y="447"/>
                      <a:pt x="9565" y="269"/>
                    </a:cubicBezTo>
                    <a:cubicBezTo>
                      <a:pt x="9864" y="0"/>
                      <a:pt x="10186" y="28"/>
                      <a:pt x="10571" y="35"/>
                    </a:cubicBezTo>
                    <a:close/>
                  </a:path>
                </a:pathLst>
              </a:custGeom>
              <a:solidFill>
                <a:srgbClr val="D8D6E3"/>
              </a:solidFill>
              <a:ln w="2646" cap="flat">
                <a:noFill/>
              </a:ln>
            </p:spPr>
          </p:sp>
          <p:sp>
            <p:nvSpPr>
              <p:cNvPr id="2050" name="ICON_C_WINDOWS_GRAPHIC_path_022"/>
              <p:cNvSpPr/>
              <p:nvPr/>
            </p:nvSpPr>
            <p:spPr>
              <a:xfrm>
                <a:off x="6352646" y="7463896"/>
                <a:ext cx="269875" cy="185999"/>
              </a:xfrm>
              <a:custGeom>
                <a:avLst/>
                <a:gdLst/>
                <a:ahLst/>
                <a:cxnLst/>
                <a:rect l="0" t="0" r="r" b="b"/>
                <a:pathLst>
                  <a:path w="21250" h="14646" fill="norm" stroke="0">
                    <a:moveTo>
                      <a:pt x="0" y="0"/>
                    </a:moveTo>
                    <a:cubicBezTo>
                      <a:pt x="288" y="12"/>
                      <a:pt x="592" y="37"/>
                      <a:pt x="833" y="208"/>
                    </a:cubicBezTo>
                    <a:cubicBezTo>
                      <a:pt x="1006" y="497"/>
                      <a:pt x="960" y="895"/>
                      <a:pt x="960" y="1219"/>
                    </a:cubicBezTo>
                    <a:cubicBezTo>
                      <a:pt x="963" y="1327"/>
                      <a:pt x="967" y="1436"/>
                      <a:pt x="971" y="1544"/>
                    </a:cubicBezTo>
                    <a:cubicBezTo>
                      <a:pt x="979" y="1812"/>
                      <a:pt x="984" y="2079"/>
                      <a:pt x="986" y="2347"/>
                    </a:cubicBezTo>
                    <a:cubicBezTo>
                      <a:pt x="989" y="2567"/>
                      <a:pt x="993" y="2787"/>
                      <a:pt x="998" y="3008"/>
                    </a:cubicBezTo>
                    <a:cubicBezTo>
                      <a:pt x="999" y="3023"/>
                      <a:pt x="999" y="3023"/>
                      <a:pt x="1001" y="3103"/>
                    </a:cubicBezTo>
                    <a:cubicBezTo>
                      <a:pt x="1002" y="3168"/>
                      <a:pt x="1004" y="3232"/>
                      <a:pt x="1005" y="3296"/>
                    </a:cubicBezTo>
                    <a:cubicBezTo>
                      <a:pt x="1028" y="4211"/>
                      <a:pt x="1036" y="5126"/>
                      <a:pt x="1042" y="6042"/>
                    </a:cubicBezTo>
                    <a:cubicBezTo>
                      <a:pt x="1042" y="6063"/>
                      <a:pt x="1042" y="6063"/>
                      <a:pt x="1043" y="6170"/>
                    </a:cubicBezTo>
                    <a:cubicBezTo>
                      <a:pt x="1047" y="6859"/>
                      <a:pt x="1050" y="7548"/>
                      <a:pt x="1052" y="8237"/>
                    </a:cubicBezTo>
                    <a:cubicBezTo>
                      <a:pt x="1052" y="8280"/>
                      <a:pt x="1053" y="8323"/>
                      <a:pt x="1053" y="8367"/>
                    </a:cubicBezTo>
                    <a:cubicBezTo>
                      <a:pt x="1059" y="10300"/>
                      <a:pt x="1049" y="12233"/>
                      <a:pt x="1042" y="14167"/>
                    </a:cubicBezTo>
                    <a:cubicBezTo>
                      <a:pt x="4548" y="14167"/>
                      <a:pt x="8054" y="14167"/>
                      <a:pt x="11667" y="14167"/>
                    </a:cubicBezTo>
                    <a:cubicBezTo>
                      <a:pt x="11667" y="14029"/>
                      <a:pt x="11667" y="13892"/>
                      <a:pt x="11667" y="13750"/>
                    </a:cubicBezTo>
                    <a:cubicBezTo>
                      <a:pt x="8435" y="13750"/>
                      <a:pt x="5204" y="13750"/>
                      <a:pt x="1875" y="13750"/>
                    </a:cubicBezTo>
                    <a:cubicBezTo>
                      <a:pt x="1875" y="13681"/>
                      <a:pt x="1875" y="13612"/>
                      <a:pt x="1875" y="13542"/>
                    </a:cubicBezTo>
                    <a:cubicBezTo>
                      <a:pt x="7375" y="13473"/>
                      <a:pt x="12875" y="13404"/>
                      <a:pt x="18542" y="13333"/>
                    </a:cubicBezTo>
                    <a:cubicBezTo>
                      <a:pt x="18610" y="9965"/>
                      <a:pt x="18679" y="6596"/>
                      <a:pt x="18750" y="3125"/>
                    </a:cubicBezTo>
                    <a:cubicBezTo>
                      <a:pt x="18819" y="3125"/>
                      <a:pt x="18888" y="3125"/>
                      <a:pt x="18958" y="3125"/>
                    </a:cubicBezTo>
                    <a:cubicBezTo>
                      <a:pt x="18958" y="3148"/>
                      <a:pt x="18958" y="3170"/>
                      <a:pt x="18958" y="3193"/>
                    </a:cubicBezTo>
                    <a:cubicBezTo>
                      <a:pt x="18949" y="4520"/>
                      <a:pt x="18941" y="5848"/>
                      <a:pt x="18937" y="7175"/>
                    </a:cubicBezTo>
                    <a:cubicBezTo>
                      <a:pt x="18936" y="7334"/>
                      <a:pt x="18936" y="7494"/>
                      <a:pt x="18935" y="7653"/>
                    </a:cubicBezTo>
                    <a:cubicBezTo>
                      <a:pt x="18935" y="7669"/>
                      <a:pt x="18935" y="7669"/>
                      <a:pt x="18935" y="7749"/>
                    </a:cubicBezTo>
                    <a:cubicBezTo>
                      <a:pt x="18933" y="8263"/>
                      <a:pt x="18930" y="8777"/>
                      <a:pt x="18926" y="9291"/>
                    </a:cubicBezTo>
                    <a:cubicBezTo>
                      <a:pt x="18922" y="9818"/>
                      <a:pt x="18920" y="10345"/>
                      <a:pt x="18919" y="10872"/>
                    </a:cubicBezTo>
                    <a:cubicBezTo>
                      <a:pt x="18919" y="11197"/>
                      <a:pt x="18917" y="11523"/>
                      <a:pt x="18913" y="11848"/>
                    </a:cubicBezTo>
                    <a:cubicBezTo>
                      <a:pt x="18911" y="12071"/>
                      <a:pt x="18910" y="12294"/>
                      <a:pt x="18911" y="12517"/>
                    </a:cubicBezTo>
                    <a:cubicBezTo>
                      <a:pt x="18911" y="12646"/>
                      <a:pt x="18911" y="12774"/>
                      <a:pt x="18909" y="12903"/>
                    </a:cubicBezTo>
                    <a:cubicBezTo>
                      <a:pt x="18907" y="13043"/>
                      <a:pt x="18907" y="13182"/>
                      <a:pt x="18908" y="13322"/>
                    </a:cubicBezTo>
                    <a:cubicBezTo>
                      <a:pt x="18908" y="13342"/>
                      <a:pt x="18908" y="13342"/>
                      <a:pt x="18905" y="13445"/>
                    </a:cubicBezTo>
                    <a:cubicBezTo>
                      <a:pt x="18907" y="13561"/>
                      <a:pt x="18912" y="13643"/>
                      <a:pt x="18958" y="13750"/>
                    </a:cubicBezTo>
                    <a:cubicBezTo>
                      <a:pt x="19088" y="13848"/>
                      <a:pt x="19222" y="13906"/>
                      <a:pt x="19375" y="13958"/>
                    </a:cubicBezTo>
                    <a:cubicBezTo>
                      <a:pt x="19375" y="13925"/>
                      <a:pt x="19374" y="13891"/>
                      <a:pt x="19374" y="13856"/>
                    </a:cubicBezTo>
                    <a:cubicBezTo>
                      <a:pt x="19341" y="11632"/>
                      <a:pt x="19394" y="9411"/>
                      <a:pt x="19466" y="7188"/>
                    </a:cubicBezTo>
                    <a:cubicBezTo>
                      <a:pt x="19467" y="7170"/>
                      <a:pt x="19467" y="7170"/>
                      <a:pt x="19470" y="7081"/>
                    </a:cubicBezTo>
                    <a:cubicBezTo>
                      <a:pt x="19542" y="4857"/>
                      <a:pt x="19634" y="2636"/>
                      <a:pt x="19792" y="417"/>
                    </a:cubicBezTo>
                    <a:cubicBezTo>
                      <a:pt x="20067" y="417"/>
                      <a:pt x="20342" y="417"/>
                      <a:pt x="20625" y="417"/>
                    </a:cubicBezTo>
                    <a:cubicBezTo>
                      <a:pt x="20913" y="2243"/>
                      <a:pt x="20913" y="2243"/>
                      <a:pt x="20625" y="2917"/>
                    </a:cubicBezTo>
                    <a:cubicBezTo>
                      <a:pt x="20831" y="2985"/>
                      <a:pt x="21038" y="3054"/>
                      <a:pt x="21250" y="3125"/>
                    </a:cubicBezTo>
                    <a:cubicBezTo>
                      <a:pt x="21181" y="3194"/>
                      <a:pt x="21112" y="3263"/>
                      <a:pt x="21042" y="3333"/>
                    </a:cubicBezTo>
                    <a:cubicBezTo>
                      <a:pt x="20698" y="3333"/>
                      <a:pt x="20354" y="3333"/>
                      <a:pt x="20000" y="3333"/>
                    </a:cubicBezTo>
                    <a:cubicBezTo>
                      <a:pt x="20000" y="7046"/>
                      <a:pt x="20000" y="10758"/>
                      <a:pt x="20000" y="14583"/>
                    </a:cubicBezTo>
                    <a:cubicBezTo>
                      <a:pt x="15259" y="14600"/>
                      <a:pt x="15259" y="14600"/>
                      <a:pt x="13281" y="14604"/>
                    </a:cubicBezTo>
                    <a:cubicBezTo>
                      <a:pt x="12857" y="14604"/>
                      <a:pt x="12433" y="14605"/>
                      <a:pt x="12009" y="14606"/>
                    </a:cubicBezTo>
                    <a:cubicBezTo>
                      <a:pt x="11952" y="14606"/>
                      <a:pt x="11894" y="14606"/>
                      <a:pt x="11837" y="14606"/>
                    </a:cubicBezTo>
                    <a:cubicBezTo>
                      <a:pt x="10920" y="14608"/>
                      <a:pt x="10004" y="14611"/>
                      <a:pt x="9087" y="14615"/>
                    </a:cubicBezTo>
                    <a:cubicBezTo>
                      <a:pt x="8145" y="14619"/>
                      <a:pt x="7204" y="14622"/>
                      <a:pt x="6261" y="14622"/>
                    </a:cubicBezTo>
                    <a:cubicBezTo>
                      <a:pt x="6128" y="14622"/>
                      <a:pt x="5995" y="14623"/>
                      <a:pt x="5862" y="14623"/>
                    </a:cubicBezTo>
                    <a:cubicBezTo>
                      <a:pt x="5836" y="14623"/>
                      <a:pt x="5810" y="14623"/>
                      <a:pt x="5783" y="14623"/>
                    </a:cubicBezTo>
                    <a:cubicBezTo>
                      <a:pt x="5361" y="14624"/>
                      <a:pt x="4940" y="14625"/>
                      <a:pt x="4519" y="14628"/>
                    </a:cubicBezTo>
                    <a:cubicBezTo>
                      <a:pt x="4095" y="14630"/>
                      <a:pt x="3671" y="14631"/>
                      <a:pt x="3247" y="14631"/>
                    </a:cubicBezTo>
                    <a:cubicBezTo>
                      <a:pt x="3017" y="14630"/>
                      <a:pt x="2788" y="14631"/>
                      <a:pt x="2558" y="14633"/>
                    </a:cubicBezTo>
                    <a:cubicBezTo>
                      <a:pt x="2348" y="14635"/>
                      <a:pt x="2138" y="14635"/>
                      <a:pt x="1928" y="14634"/>
                    </a:cubicBezTo>
                    <a:cubicBezTo>
                      <a:pt x="1851" y="14634"/>
                      <a:pt x="1775" y="14634"/>
                      <a:pt x="1700" y="14635"/>
                    </a:cubicBezTo>
                    <a:cubicBezTo>
                      <a:pt x="1063" y="14646"/>
                      <a:pt x="1063" y="14646"/>
                      <a:pt x="789" y="14402"/>
                    </a:cubicBezTo>
                    <a:cubicBezTo>
                      <a:pt x="597" y="14169"/>
                      <a:pt x="565" y="13973"/>
                      <a:pt x="568" y="13678"/>
                    </a:cubicBezTo>
                    <a:cubicBezTo>
                      <a:pt x="567" y="13631"/>
                      <a:pt x="566" y="13583"/>
                      <a:pt x="565" y="13534"/>
                    </a:cubicBezTo>
                    <a:cubicBezTo>
                      <a:pt x="563" y="13403"/>
                      <a:pt x="562" y="13273"/>
                      <a:pt x="562" y="13142"/>
                    </a:cubicBezTo>
                    <a:cubicBezTo>
                      <a:pt x="562" y="13000"/>
                      <a:pt x="559" y="12859"/>
                      <a:pt x="556" y="12717"/>
                    </a:cubicBezTo>
                    <a:cubicBezTo>
                      <a:pt x="553" y="12472"/>
                      <a:pt x="550" y="12226"/>
                      <a:pt x="549" y="11981"/>
                    </a:cubicBezTo>
                    <a:cubicBezTo>
                      <a:pt x="547" y="11624"/>
                      <a:pt x="542" y="11267"/>
                      <a:pt x="537" y="10910"/>
                    </a:cubicBezTo>
                    <a:cubicBezTo>
                      <a:pt x="528" y="10328"/>
                      <a:pt x="521" y="9746"/>
                      <a:pt x="516" y="9165"/>
                    </a:cubicBezTo>
                    <a:cubicBezTo>
                      <a:pt x="511" y="8604"/>
                      <a:pt x="505" y="8044"/>
                      <a:pt x="499" y="7484"/>
                    </a:cubicBezTo>
                    <a:cubicBezTo>
                      <a:pt x="498" y="7449"/>
                      <a:pt x="498" y="7415"/>
                      <a:pt x="497" y="7380"/>
                    </a:cubicBezTo>
                    <a:cubicBezTo>
                      <a:pt x="491" y="6835"/>
                      <a:pt x="484" y="6290"/>
                      <a:pt x="477" y="5745"/>
                    </a:cubicBezTo>
                    <a:cubicBezTo>
                      <a:pt x="472" y="5389"/>
                      <a:pt x="467" y="5033"/>
                      <a:pt x="465" y="4676"/>
                    </a:cubicBezTo>
                    <a:cubicBezTo>
                      <a:pt x="445" y="2337"/>
                      <a:pt x="445" y="2337"/>
                      <a:pt x="322" y="1207"/>
                    </a:cubicBezTo>
                    <a:cubicBezTo>
                      <a:pt x="318" y="1169"/>
                      <a:pt x="314" y="1130"/>
                      <a:pt x="310" y="1091"/>
                    </a:cubicBezTo>
                    <a:cubicBezTo>
                      <a:pt x="267" y="695"/>
                      <a:pt x="224" y="341"/>
                      <a:pt x="0" y="0"/>
                    </a:cubicBezTo>
                    <a:close/>
                  </a:path>
                </a:pathLst>
              </a:custGeom>
              <a:solidFill>
                <a:srgbClr val="85BDBE"/>
              </a:solidFill>
              <a:ln w="2646" cap="flat">
                <a:noFill/>
              </a:ln>
            </p:spPr>
          </p:sp>
          <p:sp>
            <p:nvSpPr>
              <p:cNvPr id="2051" name="ICON_C_WINDOWS_GRAPHIC_path_023"/>
              <p:cNvSpPr/>
              <p:nvPr/>
            </p:nvSpPr>
            <p:spPr>
              <a:xfrm>
                <a:off x="5916841" y="7357375"/>
                <a:ext cx="128889" cy="151500"/>
              </a:xfrm>
              <a:custGeom>
                <a:avLst/>
                <a:gdLst/>
                <a:ahLst/>
                <a:cxnLst/>
                <a:rect l="0" t="0" r="r" b="b"/>
                <a:pathLst>
                  <a:path w="10149" h="11929" fill="norm" stroke="0">
                    <a:moveTo>
                      <a:pt x="5270" y="124"/>
                    </a:moveTo>
                    <a:cubicBezTo>
                      <a:pt x="5529" y="208"/>
                      <a:pt x="5529" y="208"/>
                      <a:pt x="5615" y="335"/>
                    </a:cubicBezTo>
                    <a:cubicBezTo>
                      <a:pt x="5697" y="567"/>
                      <a:pt x="5681" y="816"/>
                      <a:pt x="5678" y="1059"/>
                    </a:cubicBezTo>
                    <a:cubicBezTo>
                      <a:pt x="5680" y="1140"/>
                      <a:pt x="5682" y="1221"/>
                      <a:pt x="5685" y="1301"/>
                    </a:cubicBezTo>
                    <a:cubicBezTo>
                      <a:pt x="5692" y="1515"/>
                      <a:pt x="5694" y="1729"/>
                      <a:pt x="5695" y="1942"/>
                    </a:cubicBezTo>
                    <a:cubicBezTo>
                      <a:pt x="5697" y="2321"/>
                      <a:pt x="5706" y="2699"/>
                      <a:pt x="5717" y="3077"/>
                    </a:cubicBezTo>
                    <a:cubicBezTo>
                      <a:pt x="5718" y="3118"/>
                      <a:pt x="5719" y="3159"/>
                      <a:pt x="5720" y="3200"/>
                    </a:cubicBezTo>
                    <a:cubicBezTo>
                      <a:pt x="5736" y="3741"/>
                      <a:pt x="5795" y="4234"/>
                      <a:pt x="5974" y="4746"/>
                    </a:cubicBezTo>
                    <a:cubicBezTo>
                      <a:pt x="5983" y="4771"/>
                      <a:pt x="5992" y="4797"/>
                      <a:pt x="6001" y="4824"/>
                    </a:cubicBezTo>
                    <a:cubicBezTo>
                      <a:pt x="6142" y="5217"/>
                      <a:pt x="6142" y="5217"/>
                      <a:pt x="6299" y="5364"/>
                    </a:cubicBezTo>
                    <a:cubicBezTo>
                      <a:pt x="6422" y="5496"/>
                      <a:pt x="6429" y="5565"/>
                      <a:pt x="6441" y="5743"/>
                    </a:cubicBezTo>
                    <a:cubicBezTo>
                      <a:pt x="6444" y="5770"/>
                      <a:pt x="6446" y="5796"/>
                      <a:pt x="6448" y="5823"/>
                    </a:cubicBezTo>
                    <a:cubicBezTo>
                      <a:pt x="6454" y="5910"/>
                      <a:pt x="6459" y="5997"/>
                      <a:pt x="6465" y="6084"/>
                    </a:cubicBezTo>
                    <a:cubicBezTo>
                      <a:pt x="6469" y="6144"/>
                      <a:pt x="6473" y="6204"/>
                      <a:pt x="6478" y="6265"/>
                    </a:cubicBezTo>
                    <a:cubicBezTo>
                      <a:pt x="6489" y="6423"/>
                      <a:pt x="6499" y="6582"/>
                      <a:pt x="6510" y="6741"/>
                    </a:cubicBezTo>
                    <a:cubicBezTo>
                      <a:pt x="6520" y="6903"/>
                      <a:pt x="6532" y="7065"/>
                      <a:pt x="6543" y="7226"/>
                    </a:cubicBezTo>
                    <a:cubicBezTo>
                      <a:pt x="6565" y="7544"/>
                      <a:pt x="6587" y="7861"/>
                      <a:pt x="6607" y="8179"/>
                    </a:cubicBezTo>
                    <a:cubicBezTo>
                      <a:pt x="6745" y="8179"/>
                      <a:pt x="6882" y="8179"/>
                      <a:pt x="7024" y="8179"/>
                    </a:cubicBezTo>
                    <a:cubicBezTo>
                      <a:pt x="7009" y="8121"/>
                      <a:pt x="6994" y="8062"/>
                      <a:pt x="6978" y="8003"/>
                    </a:cubicBezTo>
                    <a:cubicBezTo>
                      <a:pt x="6762" y="7102"/>
                      <a:pt x="6583" y="5919"/>
                      <a:pt x="7010" y="5055"/>
                    </a:cubicBezTo>
                    <a:cubicBezTo>
                      <a:pt x="7077" y="4956"/>
                      <a:pt x="7126" y="4903"/>
                      <a:pt x="7232" y="4846"/>
                    </a:cubicBezTo>
                    <a:cubicBezTo>
                      <a:pt x="7589" y="4809"/>
                      <a:pt x="7942" y="4934"/>
                      <a:pt x="8274" y="5054"/>
                    </a:cubicBezTo>
                    <a:cubicBezTo>
                      <a:pt x="8274" y="5192"/>
                      <a:pt x="8274" y="5329"/>
                      <a:pt x="8274" y="5471"/>
                    </a:cubicBezTo>
                    <a:cubicBezTo>
                      <a:pt x="8618" y="5540"/>
                      <a:pt x="8961" y="5608"/>
                      <a:pt x="9315" y="5679"/>
                    </a:cubicBezTo>
                    <a:cubicBezTo>
                      <a:pt x="9315" y="6023"/>
                      <a:pt x="9315" y="6367"/>
                      <a:pt x="9315" y="6721"/>
                    </a:cubicBezTo>
                    <a:cubicBezTo>
                      <a:pt x="9590" y="6652"/>
                      <a:pt x="9865" y="6583"/>
                      <a:pt x="10149" y="6513"/>
                    </a:cubicBezTo>
                    <a:cubicBezTo>
                      <a:pt x="9962" y="7294"/>
                      <a:pt x="9962" y="7294"/>
                      <a:pt x="9732" y="7554"/>
                    </a:cubicBezTo>
                    <a:cubicBezTo>
                      <a:pt x="9405" y="7686"/>
                      <a:pt x="9028" y="7617"/>
                      <a:pt x="8690" y="7554"/>
                    </a:cubicBezTo>
                    <a:cubicBezTo>
                      <a:pt x="8694" y="7578"/>
                      <a:pt x="8697" y="7602"/>
                      <a:pt x="8700" y="7627"/>
                    </a:cubicBezTo>
                    <a:cubicBezTo>
                      <a:pt x="8763" y="8154"/>
                      <a:pt x="8763" y="8154"/>
                      <a:pt x="8690" y="8388"/>
                    </a:cubicBezTo>
                    <a:cubicBezTo>
                      <a:pt x="8551" y="8540"/>
                      <a:pt x="8343" y="8578"/>
                      <a:pt x="8146" y="8614"/>
                    </a:cubicBezTo>
                    <a:cubicBezTo>
                      <a:pt x="8014" y="8585"/>
                      <a:pt x="7933" y="8495"/>
                      <a:pt x="7857" y="8388"/>
                    </a:cubicBezTo>
                    <a:cubicBezTo>
                      <a:pt x="7832" y="8252"/>
                      <a:pt x="7832" y="8252"/>
                      <a:pt x="7833" y="8096"/>
                    </a:cubicBezTo>
                    <a:cubicBezTo>
                      <a:pt x="7833" y="8067"/>
                      <a:pt x="7833" y="8039"/>
                      <a:pt x="7833" y="8010"/>
                    </a:cubicBezTo>
                    <a:cubicBezTo>
                      <a:pt x="7833" y="7916"/>
                      <a:pt x="7835" y="7823"/>
                      <a:pt x="7837" y="7729"/>
                    </a:cubicBezTo>
                    <a:cubicBezTo>
                      <a:pt x="7837" y="7664"/>
                      <a:pt x="7837" y="7599"/>
                      <a:pt x="7838" y="7534"/>
                    </a:cubicBezTo>
                    <a:cubicBezTo>
                      <a:pt x="7838" y="7363"/>
                      <a:pt x="7840" y="7192"/>
                      <a:pt x="7843" y="7021"/>
                    </a:cubicBezTo>
                    <a:cubicBezTo>
                      <a:pt x="7845" y="6846"/>
                      <a:pt x="7846" y="6672"/>
                      <a:pt x="7847" y="6497"/>
                    </a:cubicBezTo>
                    <a:cubicBezTo>
                      <a:pt x="7849" y="6155"/>
                      <a:pt x="7853" y="5813"/>
                      <a:pt x="7857" y="5471"/>
                    </a:cubicBezTo>
                    <a:cubicBezTo>
                      <a:pt x="7697" y="5517"/>
                      <a:pt x="7568" y="5571"/>
                      <a:pt x="7440" y="5679"/>
                    </a:cubicBezTo>
                    <a:cubicBezTo>
                      <a:pt x="7382" y="5862"/>
                      <a:pt x="7397" y="6043"/>
                      <a:pt x="7407" y="6232"/>
                    </a:cubicBezTo>
                    <a:cubicBezTo>
                      <a:pt x="7408" y="6286"/>
                      <a:pt x="7409" y="6341"/>
                      <a:pt x="7410" y="6396"/>
                    </a:cubicBezTo>
                    <a:cubicBezTo>
                      <a:pt x="7413" y="6540"/>
                      <a:pt x="7418" y="6684"/>
                      <a:pt x="7424" y="6828"/>
                    </a:cubicBezTo>
                    <a:cubicBezTo>
                      <a:pt x="7433" y="7058"/>
                      <a:pt x="7439" y="7288"/>
                      <a:pt x="7444" y="7517"/>
                    </a:cubicBezTo>
                    <a:cubicBezTo>
                      <a:pt x="7446" y="7597"/>
                      <a:pt x="7450" y="7676"/>
                      <a:pt x="7453" y="7756"/>
                    </a:cubicBezTo>
                    <a:cubicBezTo>
                      <a:pt x="7463" y="8089"/>
                      <a:pt x="7413" y="8314"/>
                      <a:pt x="7232" y="8596"/>
                    </a:cubicBezTo>
                    <a:cubicBezTo>
                      <a:pt x="6973" y="8616"/>
                      <a:pt x="6735" y="8591"/>
                      <a:pt x="6500" y="8474"/>
                    </a:cubicBezTo>
                    <a:cubicBezTo>
                      <a:pt x="6121" y="8150"/>
                      <a:pt x="6067" y="7411"/>
                      <a:pt x="5967" y="6949"/>
                    </a:cubicBezTo>
                    <a:cubicBezTo>
                      <a:pt x="5919" y="6729"/>
                      <a:pt x="5866" y="6511"/>
                      <a:pt x="5813" y="6292"/>
                    </a:cubicBezTo>
                    <a:cubicBezTo>
                      <a:pt x="5772" y="6122"/>
                      <a:pt x="5732" y="5952"/>
                      <a:pt x="5695" y="5781"/>
                    </a:cubicBezTo>
                    <a:cubicBezTo>
                      <a:pt x="5580" y="5271"/>
                      <a:pt x="5580" y="5271"/>
                      <a:pt x="5454" y="5066"/>
                    </a:cubicBezTo>
                    <a:cubicBezTo>
                      <a:pt x="5272" y="4732"/>
                      <a:pt x="5306" y="4310"/>
                      <a:pt x="5291" y="3939"/>
                    </a:cubicBezTo>
                    <a:cubicBezTo>
                      <a:pt x="5287" y="3851"/>
                      <a:pt x="5283" y="3763"/>
                      <a:pt x="5278" y="3675"/>
                    </a:cubicBezTo>
                    <a:cubicBezTo>
                      <a:pt x="5266" y="3444"/>
                      <a:pt x="5256" y="3213"/>
                      <a:pt x="5246" y="2982"/>
                    </a:cubicBezTo>
                    <a:cubicBezTo>
                      <a:pt x="5236" y="2746"/>
                      <a:pt x="5224" y="2510"/>
                      <a:pt x="5213" y="2274"/>
                    </a:cubicBezTo>
                    <a:cubicBezTo>
                      <a:pt x="5190" y="1812"/>
                      <a:pt x="5169" y="1350"/>
                      <a:pt x="5149" y="888"/>
                    </a:cubicBezTo>
                    <a:cubicBezTo>
                      <a:pt x="5080" y="888"/>
                      <a:pt x="5011" y="888"/>
                      <a:pt x="4940" y="888"/>
                    </a:cubicBezTo>
                    <a:cubicBezTo>
                      <a:pt x="4940" y="899"/>
                      <a:pt x="4940" y="899"/>
                      <a:pt x="4939" y="958"/>
                    </a:cubicBezTo>
                    <a:cubicBezTo>
                      <a:pt x="4932" y="1529"/>
                      <a:pt x="4919" y="2099"/>
                      <a:pt x="4902" y="2669"/>
                    </a:cubicBezTo>
                    <a:cubicBezTo>
                      <a:pt x="4894" y="2945"/>
                      <a:pt x="4887" y="3221"/>
                      <a:pt x="4884" y="3497"/>
                    </a:cubicBezTo>
                    <a:cubicBezTo>
                      <a:pt x="4881" y="3763"/>
                      <a:pt x="4874" y="4029"/>
                      <a:pt x="4864" y="4295"/>
                    </a:cubicBezTo>
                    <a:cubicBezTo>
                      <a:pt x="4860" y="4397"/>
                      <a:pt x="4859" y="4498"/>
                      <a:pt x="4859" y="4600"/>
                    </a:cubicBezTo>
                    <a:cubicBezTo>
                      <a:pt x="4856" y="5254"/>
                      <a:pt x="4856" y="5254"/>
                      <a:pt x="4732" y="5471"/>
                    </a:cubicBezTo>
                    <a:cubicBezTo>
                      <a:pt x="4481" y="5652"/>
                      <a:pt x="4202" y="5649"/>
                      <a:pt x="3899" y="5679"/>
                    </a:cubicBezTo>
                    <a:cubicBezTo>
                      <a:pt x="3899" y="5129"/>
                      <a:pt x="3899" y="4579"/>
                      <a:pt x="3899" y="4013"/>
                    </a:cubicBezTo>
                    <a:cubicBezTo>
                      <a:pt x="3482" y="4221"/>
                      <a:pt x="3482" y="4221"/>
                      <a:pt x="3402" y="4402"/>
                    </a:cubicBezTo>
                    <a:cubicBezTo>
                      <a:pt x="3386" y="4475"/>
                      <a:pt x="3373" y="4548"/>
                      <a:pt x="3361" y="4622"/>
                    </a:cubicBezTo>
                    <a:cubicBezTo>
                      <a:pt x="3354" y="4663"/>
                      <a:pt x="3346" y="4703"/>
                      <a:pt x="3338" y="4745"/>
                    </a:cubicBezTo>
                    <a:cubicBezTo>
                      <a:pt x="3312" y="4879"/>
                      <a:pt x="3289" y="5014"/>
                      <a:pt x="3266" y="5149"/>
                    </a:cubicBezTo>
                    <a:cubicBezTo>
                      <a:pt x="3249" y="5244"/>
                      <a:pt x="3231" y="5339"/>
                      <a:pt x="3214" y="5434"/>
                    </a:cubicBezTo>
                    <a:cubicBezTo>
                      <a:pt x="3172" y="5662"/>
                      <a:pt x="3132" y="5891"/>
                      <a:pt x="3093" y="6120"/>
                    </a:cubicBezTo>
                    <a:cubicBezTo>
                      <a:pt x="3061" y="6303"/>
                      <a:pt x="3029" y="6487"/>
                      <a:pt x="2997" y="6670"/>
                    </a:cubicBezTo>
                    <a:cubicBezTo>
                      <a:pt x="2711" y="8278"/>
                      <a:pt x="2495" y="9879"/>
                      <a:pt x="2440" y="11513"/>
                    </a:cubicBezTo>
                    <a:cubicBezTo>
                      <a:pt x="2372" y="11375"/>
                      <a:pt x="2303" y="11238"/>
                      <a:pt x="2232" y="11096"/>
                    </a:cubicBezTo>
                    <a:cubicBezTo>
                      <a:pt x="1888" y="11371"/>
                      <a:pt x="1545" y="11646"/>
                      <a:pt x="1190" y="11929"/>
                    </a:cubicBezTo>
                    <a:cubicBezTo>
                      <a:pt x="348" y="11112"/>
                      <a:pt x="348" y="11112"/>
                      <a:pt x="319" y="10583"/>
                    </a:cubicBezTo>
                    <a:cubicBezTo>
                      <a:pt x="318" y="9943"/>
                      <a:pt x="423" y="9282"/>
                      <a:pt x="880" y="8808"/>
                    </a:cubicBezTo>
                    <a:cubicBezTo>
                      <a:pt x="1041" y="8653"/>
                      <a:pt x="1214" y="8514"/>
                      <a:pt x="1399" y="8388"/>
                    </a:cubicBezTo>
                    <a:cubicBezTo>
                      <a:pt x="1368" y="8372"/>
                      <a:pt x="1338" y="8357"/>
                      <a:pt x="1306" y="8341"/>
                    </a:cubicBezTo>
                    <a:cubicBezTo>
                      <a:pt x="890" y="8115"/>
                      <a:pt x="431" y="7835"/>
                      <a:pt x="287" y="7357"/>
                    </a:cubicBezTo>
                    <a:cubicBezTo>
                      <a:pt x="177" y="6890"/>
                      <a:pt x="167" y="6405"/>
                      <a:pt x="157" y="5927"/>
                    </a:cubicBezTo>
                    <a:cubicBezTo>
                      <a:pt x="152" y="5722"/>
                      <a:pt x="135" y="5521"/>
                      <a:pt x="114" y="5318"/>
                    </a:cubicBezTo>
                    <a:cubicBezTo>
                      <a:pt x="0" y="4203"/>
                      <a:pt x="0" y="4203"/>
                      <a:pt x="238" y="3898"/>
                    </a:cubicBezTo>
                    <a:cubicBezTo>
                      <a:pt x="519" y="3679"/>
                      <a:pt x="839" y="3591"/>
                      <a:pt x="1190" y="3596"/>
                    </a:cubicBezTo>
                    <a:cubicBezTo>
                      <a:pt x="1224" y="3595"/>
                      <a:pt x="1258" y="3595"/>
                      <a:pt x="1293" y="3595"/>
                    </a:cubicBezTo>
                    <a:cubicBezTo>
                      <a:pt x="1559" y="3599"/>
                      <a:pt x="1815" y="3626"/>
                      <a:pt x="2024" y="3804"/>
                    </a:cubicBezTo>
                    <a:cubicBezTo>
                      <a:pt x="2206" y="4126"/>
                      <a:pt x="2232" y="4518"/>
                      <a:pt x="2274" y="4881"/>
                    </a:cubicBezTo>
                    <a:cubicBezTo>
                      <a:pt x="2291" y="5018"/>
                      <a:pt x="2312" y="5155"/>
                      <a:pt x="2333" y="5291"/>
                    </a:cubicBezTo>
                    <a:cubicBezTo>
                      <a:pt x="2373" y="5559"/>
                      <a:pt x="2408" y="5827"/>
                      <a:pt x="2440" y="6096"/>
                    </a:cubicBezTo>
                    <a:cubicBezTo>
                      <a:pt x="2446" y="6067"/>
                      <a:pt x="2452" y="6039"/>
                      <a:pt x="2459" y="6010"/>
                    </a:cubicBezTo>
                    <a:cubicBezTo>
                      <a:pt x="2516" y="5743"/>
                      <a:pt x="2577" y="5476"/>
                      <a:pt x="2642" y="5210"/>
                    </a:cubicBezTo>
                    <a:cubicBezTo>
                      <a:pt x="2675" y="5074"/>
                      <a:pt x="2707" y="4937"/>
                      <a:pt x="2735" y="4799"/>
                    </a:cubicBezTo>
                    <a:cubicBezTo>
                      <a:pt x="2921" y="3917"/>
                      <a:pt x="2921" y="3917"/>
                      <a:pt x="3160" y="3730"/>
                    </a:cubicBezTo>
                    <a:cubicBezTo>
                      <a:pt x="3387" y="3619"/>
                      <a:pt x="3646" y="3553"/>
                      <a:pt x="3899" y="3596"/>
                    </a:cubicBezTo>
                    <a:cubicBezTo>
                      <a:pt x="4025" y="3676"/>
                      <a:pt x="4090" y="3730"/>
                      <a:pt x="4124" y="3879"/>
                    </a:cubicBezTo>
                    <a:cubicBezTo>
                      <a:pt x="4131" y="3968"/>
                      <a:pt x="4130" y="4054"/>
                      <a:pt x="4127" y="4144"/>
                    </a:cubicBezTo>
                    <a:cubicBezTo>
                      <a:pt x="4127" y="4176"/>
                      <a:pt x="4127" y="4208"/>
                      <a:pt x="4126" y="4241"/>
                    </a:cubicBezTo>
                    <a:cubicBezTo>
                      <a:pt x="4125" y="4342"/>
                      <a:pt x="4123" y="4444"/>
                      <a:pt x="4120" y="4546"/>
                    </a:cubicBezTo>
                    <a:cubicBezTo>
                      <a:pt x="4119" y="4616"/>
                      <a:pt x="4118" y="4685"/>
                      <a:pt x="4117" y="4754"/>
                    </a:cubicBezTo>
                    <a:cubicBezTo>
                      <a:pt x="4115" y="4924"/>
                      <a:pt x="4111" y="5093"/>
                      <a:pt x="4107" y="5263"/>
                    </a:cubicBezTo>
                    <a:cubicBezTo>
                      <a:pt x="4245" y="5263"/>
                      <a:pt x="4382" y="5263"/>
                      <a:pt x="4524" y="5263"/>
                    </a:cubicBezTo>
                    <a:cubicBezTo>
                      <a:pt x="4523" y="5200"/>
                      <a:pt x="4523" y="5138"/>
                      <a:pt x="4522" y="5074"/>
                    </a:cubicBezTo>
                    <a:cubicBezTo>
                      <a:pt x="4518" y="4489"/>
                      <a:pt x="4515" y="3903"/>
                      <a:pt x="4513" y="3317"/>
                    </a:cubicBezTo>
                    <a:cubicBezTo>
                      <a:pt x="4512" y="3016"/>
                      <a:pt x="4510" y="2715"/>
                      <a:pt x="4508" y="2414"/>
                    </a:cubicBezTo>
                    <a:cubicBezTo>
                      <a:pt x="4506" y="2152"/>
                      <a:pt x="4505" y="1890"/>
                      <a:pt x="4504" y="1627"/>
                    </a:cubicBezTo>
                    <a:cubicBezTo>
                      <a:pt x="4504" y="1488"/>
                      <a:pt x="4503" y="1349"/>
                      <a:pt x="4502" y="1210"/>
                    </a:cubicBezTo>
                    <a:cubicBezTo>
                      <a:pt x="4500" y="1055"/>
                      <a:pt x="4500" y="900"/>
                      <a:pt x="4500" y="745"/>
                    </a:cubicBezTo>
                    <a:cubicBezTo>
                      <a:pt x="4499" y="699"/>
                      <a:pt x="4499" y="653"/>
                      <a:pt x="4498" y="606"/>
                    </a:cubicBezTo>
                    <a:cubicBezTo>
                      <a:pt x="4500" y="258"/>
                      <a:pt x="4500" y="258"/>
                      <a:pt x="4603" y="126"/>
                    </a:cubicBezTo>
                    <a:cubicBezTo>
                      <a:pt x="4830" y="0"/>
                      <a:pt x="5028" y="64"/>
                      <a:pt x="5270" y="124"/>
                    </a:cubicBezTo>
                    <a:close/>
                  </a:path>
                </a:pathLst>
              </a:custGeom>
              <a:solidFill>
                <a:srgbClr val="E5BCD0"/>
              </a:solidFill>
              <a:ln w="2646" cap="flat">
                <a:noFill/>
              </a:ln>
            </p:spPr>
          </p:sp>
          <p:sp>
            <p:nvSpPr>
              <p:cNvPr id="2052" name="ICON_C_WINDOWS_GRAPHIC_path_024"/>
              <p:cNvSpPr/>
              <p:nvPr/>
            </p:nvSpPr>
            <p:spPr>
              <a:xfrm>
                <a:off x="5880895" y="7463629"/>
                <a:ext cx="239792" cy="183200"/>
              </a:xfrm>
              <a:custGeom>
                <a:avLst/>
                <a:gdLst/>
                <a:ahLst/>
                <a:cxnLst/>
                <a:rect l="0" t="0" r="r" b="b"/>
                <a:pathLst>
                  <a:path w="18881" h="14425" fill="norm" stroke="0">
                    <a:moveTo>
                      <a:pt x="17784" y="73"/>
                    </a:moveTo>
                    <a:cubicBezTo>
                      <a:pt x="17802" y="76"/>
                      <a:pt x="17802" y="76"/>
                      <a:pt x="17894" y="90"/>
                    </a:cubicBezTo>
                    <a:cubicBezTo>
                      <a:pt x="18017" y="120"/>
                      <a:pt x="18087" y="152"/>
                      <a:pt x="18188" y="229"/>
                    </a:cubicBezTo>
                    <a:cubicBezTo>
                      <a:pt x="18233" y="325"/>
                      <a:pt x="18266" y="408"/>
                      <a:pt x="18296" y="508"/>
                    </a:cubicBezTo>
                    <a:cubicBezTo>
                      <a:pt x="18301" y="521"/>
                      <a:pt x="18301" y="521"/>
                      <a:pt x="18323" y="591"/>
                    </a:cubicBezTo>
                    <a:cubicBezTo>
                      <a:pt x="18415" y="896"/>
                      <a:pt x="18464" y="1204"/>
                      <a:pt x="18506" y="1519"/>
                    </a:cubicBezTo>
                    <a:cubicBezTo>
                      <a:pt x="18510" y="1550"/>
                      <a:pt x="18515" y="1582"/>
                      <a:pt x="18519" y="1614"/>
                    </a:cubicBezTo>
                    <a:cubicBezTo>
                      <a:pt x="18553" y="1862"/>
                      <a:pt x="18584" y="2111"/>
                      <a:pt x="18615" y="2359"/>
                    </a:cubicBezTo>
                    <a:cubicBezTo>
                      <a:pt x="18617" y="2378"/>
                      <a:pt x="18617" y="2378"/>
                      <a:pt x="18629" y="2473"/>
                    </a:cubicBezTo>
                    <a:cubicBezTo>
                      <a:pt x="18881" y="4552"/>
                      <a:pt x="18869" y="6634"/>
                      <a:pt x="18855" y="8724"/>
                    </a:cubicBezTo>
                    <a:cubicBezTo>
                      <a:pt x="18852" y="9126"/>
                      <a:pt x="18851" y="9527"/>
                      <a:pt x="18851" y="9929"/>
                    </a:cubicBezTo>
                    <a:cubicBezTo>
                      <a:pt x="18851" y="9942"/>
                      <a:pt x="18851" y="9942"/>
                      <a:pt x="18851" y="10010"/>
                    </a:cubicBezTo>
                    <a:cubicBezTo>
                      <a:pt x="18851" y="10037"/>
                      <a:pt x="18851" y="10064"/>
                      <a:pt x="18851" y="10091"/>
                    </a:cubicBezTo>
                    <a:cubicBezTo>
                      <a:pt x="18851" y="10612"/>
                      <a:pt x="18850" y="11134"/>
                      <a:pt x="18848" y="11655"/>
                    </a:cubicBezTo>
                    <a:cubicBezTo>
                      <a:pt x="18847" y="11803"/>
                      <a:pt x="18847" y="11951"/>
                      <a:pt x="18847" y="12099"/>
                    </a:cubicBezTo>
                    <a:cubicBezTo>
                      <a:pt x="18847" y="12330"/>
                      <a:pt x="18846" y="12560"/>
                      <a:pt x="18844" y="12791"/>
                    </a:cubicBezTo>
                    <a:cubicBezTo>
                      <a:pt x="18843" y="12875"/>
                      <a:pt x="18843" y="12960"/>
                      <a:pt x="18843" y="13044"/>
                    </a:cubicBezTo>
                    <a:cubicBezTo>
                      <a:pt x="18844" y="13884"/>
                      <a:pt x="18844" y="13884"/>
                      <a:pt x="18695" y="14121"/>
                    </a:cubicBezTo>
                    <a:cubicBezTo>
                      <a:pt x="18466" y="14290"/>
                      <a:pt x="18135" y="14253"/>
                      <a:pt x="17862" y="14254"/>
                    </a:cubicBezTo>
                    <a:cubicBezTo>
                      <a:pt x="17784" y="14256"/>
                      <a:pt x="17706" y="14258"/>
                      <a:pt x="17628" y="14260"/>
                    </a:cubicBezTo>
                    <a:cubicBezTo>
                      <a:pt x="17413" y="14266"/>
                      <a:pt x="17199" y="14269"/>
                      <a:pt x="16984" y="14272"/>
                    </a:cubicBezTo>
                    <a:cubicBezTo>
                      <a:pt x="16753" y="14275"/>
                      <a:pt x="16522" y="14281"/>
                      <a:pt x="16291" y="14286"/>
                    </a:cubicBezTo>
                    <a:cubicBezTo>
                      <a:pt x="15865" y="14296"/>
                      <a:pt x="15440" y="14303"/>
                      <a:pt x="15014" y="14309"/>
                    </a:cubicBezTo>
                    <a:cubicBezTo>
                      <a:pt x="14621" y="14315"/>
                      <a:pt x="14229" y="14322"/>
                      <a:pt x="13836" y="14330"/>
                    </a:cubicBezTo>
                    <a:cubicBezTo>
                      <a:pt x="11016" y="14383"/>
                      <a:pt x="8196" y="14413"/>
                      <a:pt x="4623" y="14421"/>
                    </a:cubicBezTo>
                    <a:cubicBezTo>
                      <a:pt x="4325" y="14422"/>
                      <a:pt x="4027" y="14423"/>
                      <a:pt x="3729" y="14423"/>
                    </a:cubicBezTo>
                    <a:cubicBezTo>
                      <a:pt x="3213" y="14425"/>
                      <a:pt x="2697" y="14425"/>
                      <a:pt x="2180" y="14424"/>
                    </a:cubicBezTo>
                    <a:cubicBezTo>
                      <a:pt x="2009" y="14424"/>
                      <a:pt x="1838" y="14424"/>
                      <a:pt x="1666" y="14424"/>
                    </a:cubicBezTo>
                    <a:cubicBezTo>
                      <a:pt x="1470" y="14425"/>
                      <a:pt x="1273" y="14425"/>
                      <a:pt x="1076" y="14423"/>
                    </a:cubicBezTo>
                    <a:cubicBezTo>
                      <a:pt x="1005" y="14423"/>
                      <a:pt x="934" y="14423"/>
                      <a:pt x="863" y="14424"/>
                    </a:cubicBezTo>
                    <a:cubicBezTo>
                      <a:pt x="766" y="14424"/>
                      <a:pt x="669" y="14424"/>
                      <a:pt x="573" y="14423"/>
                    </a:cubicBezTo>
                    <a:cubicBezTo>
                      <a:pt x="559" y="14423"/>
                      <a:pt x="559" y="14423"/>
                      <a:pt x="488" y="14424"/>
                    </a:cubicBezTo>
                    <a:cubicBezTo>
                      <a:pt x="341" y="14421"/>
                      <a:pt x="270" y="14396"/>
                      <a:pt x="149" y="14309"/>
                    </a:cubicBezTo>
                    <a:cubicBezTo>
                      <a:pt x="46" y="14165"/>
                      <a:pt x="32" y="14060"/>
                      <a:pt x="35" y="13889"/>
                    </a:cubicBezTo>
                    <a:cubicBezTo>
                      <a:pt x="34" y="13859"/>
                      <a:pt x="34" y="13829"/>
                      <a:pt x="33" y="13799"/>
                    </a:cubicBezTo>
                    <a:cubicBezTo>
                      <a:pt x="32" y="13700"/>
                      <a:pt x="32" y="13600"/>
                      <a:pt x="32" y="13501"/>
                    </a:cubicBezTo>
                    <a:cubicBezTo>
                      <a:pt x="31" y="13430"/>
                      <a:pt x="31" y="13359"/>
                      <a:pt x="30" y="13288"/>
                    </a:cubicBezTo>
                    <a:cubicBezTo>
                      <a:pt x="28" y="13094"/>
                      <a:pt x="28" y="12901"/>
                      <a:pt x="27" y="12708"/>
                    </a:cubicBezTo>
                    <a:cubicBezTo>
                      <a:pt x="27" y="12587"/>
                      <a:pt x="27" y="12466"/>
                      <a:pt x="26" y="12345"/>
                    </a:cubicBezTo>
                    <a:cubicBezTo>
                      <a:pt x="24" y="11923"/>
                      <a:pt x="24" y="11501"/>
                      <a:pt x="24" y="11080"/>
                    </a:cubicBezTo>
                    <a:cubicBezTo>
                      <a:pt x="24" y="10687"/>
                      <a:pt x="22" y="10294"/>
                      <a:pt x="18" y="9901"/>
                    </a:cubicBezTo>
                    <a:cubicBezTo>
                      <a:pt x="16" y="9564"/>
                      <a:pt x="15" y="9226"/>
                      <a:pt x="15" y="8889"/>
                    </a:cubicBezTo>
                    <a:cubicBezTo>
                      <a:pt x="15" y="8687"/>
                      <a:pt x="14" y="8486"/>
                      <a:pt x="12" y="8284"/>
                    </a:cubicBezTo>
                    <a:cubicBezTo>
                      <a:pt x="10" y="8094"/>
                      <a:pt x="10" y="7905"/>
                      <a:pt x="11" y="7715"/>
                    </a:cubicBezTo>
                    <a:cubicBezTo>
                      <a:pt x="12" y="7646"/>
                      <a:pt x="11" y="7576"/>
                      <a:pt x="10" y="7507"/>
                    </a:cubicBezTo>
                    <a:cubicBezTo>
                      <a:pt x="0" y="6930"/>
                      <a:pt x="0" y="6930"/>
                      <a:pt x="215" y="6699"/>
                    </a:cubicBezTo>
                    <a:cubicBezTo>
                      <a:pt x="299" y="6620"/>
                      <a:pt x="386" y="6548"/>
                      <a:pt x="479" y="6479"/>
                    </a:cubicBezTo>
                    <a:cubicBezTo>
                      <a:pt x="2149" y="8150"/>
                      <a:pt x="688" y="11201"/>
                      <a:pt x="688" y="13563"/>
                    </a:cubicBezTo>
                    <a:cubicBezTo>
                      <a:pt x="6325" y="13563"/>
                      <a:pt x="11962" y="13563"/>
                      <a:pt x="17771" y="13563"/>
                    </a:cubicBezTo>
                    <a:cubicBezTo>
                      <a:pt x="17775" y="11548"/>
                      <a:pt x="17779" y="9532"/>
                      <a:pt x="17784" y="7456"/>
                    </a:cubicBezTo>
                    <a:cubicBezTo>
                      <a:pt x="17786" y="6820"/>
                      <a:pt x="17788" y="6184"/>
                      <a:pt x="17790" y="5529"/>
                    </a:cubicBezTo>
                    <a:cubicBezTo>
                      <a:pt x="17790" y="4751"/>
                      <a:pt x="17790" y="4751"/>
                      <a:pt x="17791" y="4387"/>
                    </a:cubicBezTo>
                    <a:cubicBezTo>
                      <a:pt x="17791" y="4133"/>
                      <a:pt x="17792" y="3879"/>
                      <a:pt x="17793" y="3625"/>
                    </a:cubicBezTo>
                    <a:cubicBezTo>
                      <a:pt x="17794" y="3332"/>
                      <a:pt x="17795" y="3039"/>
                      <a:pt x="17794" y="2745"/>
                    </a:cubicBezTo>
                    <a:cubicBezTo>
                      <a:pt x="17794" y="2596"/>
                      <a:pt x="17794" y="2446"/>
                      <a:pt x="17796" y="2296"/>
                    </a:cubicBezTo>
                    <a:cubicBezTo>
                      <a:pt x="17806" y="913"/>
                      <a:pt x="17806" y="913"/>
                      <a:pt x="17482" y="558"/>
                    </a:cubicBezTo>
                    <a:cubicBezTo>
                      <a:pt x="17404" y="492"/>
                      <a:pt x="17327" y="446"/>
                      <a:pt x="17237" y="399"/>
                    </a:cubicBezTo>
                    <a:cubicBezTo>
                      <a:pt x="17208" y="382"/>
                      <a:pt x="17179" y="365"/>
                      <a:pt x="17149" y="347"/>
                    </a:cubicBezTo>
                    <a:cubicBezTo>
                      <a:pt x="17080" y="306"/>
                      <a:pt x="17009" y="268"/>
                      <a:pt x="16938" y="229"/>
                    </a:cubicBezTo>
                    <a:cubicBezTo>
                      <a:pt x="17206" y="0"/>
                      <a:pt x="17455" y="7"/>
                      <a:pt x="17784" y="73"/>
                    </a:cubicBezTo>
                    <a:close/>
                  </a:path>
                </a:pathLst>
              </a:custGeom>
              <a:solidFill>
                <a:srgbClr val="F989AC"/>
              </a:solidFill>
              <a:ln w="2646" cap="flat">
                <a:noFill/>
              </a:ln>
            </p:spPr>
          </p:sp>
          <p:sp>
            <p:nvSpPr>
              <p:cNvPr id="2053" name="ICON_C_WINDOWS_GRAPHIC_path_025"/>
              <p:cNvSpPr/>
              <p:nvPr/>
            </p:nvSpPr>
            <p:spPr>
              <a:xfrm>
                <a:off x="5341938" y="7389812"/>
                <a:ext cx="72723" cy="166688"/>
              </a:xfrm>
              <a:custGeom>
                <a:avLst/>
                <a:gdLst/>
                <a:ahLst/>
                <a:cxnLst/>
                <a:rect l="0" t="0" r="r" b="b"/>
                <a:pathLst>
                  <a:path w="5726" h="13125" fill="norm" stroke="0">
                    <a:moveTo>
                      <a:pt x="2708" y="0"/>
                    </a:moveTo>
                    <a:cubicBezTo>
                      <a:pt x="2983" y="69"/>
                      <a:pt x="3258" y="138"/>
                      <a:pt x="3542" y="208"/>
                    </a:cubicBezTo>
                    <a:cubicBezTo>
                      <a:pt x="3524" y="643"/>
                      <a:pt x="3502" y="1076"/>
                      <a:pt x="3477" y="1510"/>
                    </a:cubicBezTo>
                    <a:cubicBezTo>
                      <a:pt x="3475" y="1543"/>
                      <a:pt x="3473" y="1575"/>
                      <a:pt x="3471" y="1609"/>
                    </a:cubicBezTo>
                    <a:cubicBezTo>
                      <a:pt x="3409" y="2619"/>
                      <a:pt x="3268" y="3579"/>
                      <a:pt x="3008" y="4557"/>
                    </a:cubicBezTo>
                    <a:cubicBezTo>
                      <a:pt x="3000" y="4585"/>
                      <a:pt x="2993" y="4612"/>
                      <a:pt x="2986" y="4640"/>
                    </a:cubicBezTo>
                    <a:cubicBezTo>
                      <a:pt x="2897" y="4970"/>
                      <a:pt x="2805" y="5298"/>
                      <a:pt x="2708" y="5625"/>
                    </a:cubicBezTo>
                    <a:cubicBezTo>
                      <a:pt x="2983" y="5556"/>
                      <a:pt x="3258" y="5487"/>
                      <a:pt x="3542" y="5417"/>
                    </a:cubicBezTo>
                    <a:cubicBezTo>
                      <a:pt x="3534" y="5520"/>
                      <a:pt x="3527" y="5622"/>
                      <a:pt x="3520" y="5728"/>
                    </a:cubicBezTo>
                    <a:cubicBezTo>
                      <a:pt x="3515" y="5828"/>
                      <a:pt x="3511" y="5928"/>
                      <a:pt x="3507" y="6028"/>
                    </a:cubicBezTo>
                    <a:cubicBezTo>
                      <a:pt x="3504" y="6098"/>
                      <a:pt x="3500" y="6167"/>
                      <a:pt x="3495" y="6236"/>
                    </a:cubicBezTo>
                    <a:cubicBezTo>
                      <a:pt x="3459" y="6701"/>
                      <a:pt x="3459" y="6701"/>
                      <a:pt x="3542" y="6875"/>
                    </a:cubicBezTo>
                    <a:cubicBezTo>
                      <a:pt x="3675" y="6953"/>
                      <a:pt x="3780" y="6985"/>
                      <a:pt x="3928" y="7017"/>
                    </a:cubicBezTo>
                    <a:cubicBezTo>
                      <a:pt x="4150" y="7066"/>
                      <a:pt x="4150" y="7066"/>
                      <a:pt x="4257" y="7176"/>
                    </a:cubicBezTo>
                    <a:cubicBezTo>
                      <a:pt x="4319" y="7286"/>
                      <a:pt x="4369" y="7395"/>
                      <a:pt x="4414" y="7513"/>
                    </a:cubicBezTo>
                    <a:cubicBezTo>
                      <a:pt x="4431" y="7552"/>
                      <a:pt x="4448" y="7591"/>
                      <a:pt x="4466" y="7631"/>
                    </a:cubicBezTo>
                    <a:cubicBezTo>
                      <a:pt x="4507" y="7725"/>
                      <a:pt x="4546" y="7820"/>
                      <a:pt x="4583" y="7917"/>
                    </a:cubicBezTo>
                    <a:cubicBezTo>
                      <a:pt x="4593" y="7885"/>
                      <a:pt x="4602" y="7854"/>
                      <a:pt x="4612" y="7821"/>
                    </a:cubicBezTo>
                    <a:cubicBezTo>
                      <a:pt x="4882" y="6947"/>
                      <a:pt x="4882" y="6947"/>
                      <a:pt x="5081" y="6826"/>
                    </a:cubicBezTo>
                    <a:cubicBezTo>
                      <a:pt x="5270" y="6782"/>
                      <a:pt x="5442" y="6820"/>
                      <a:pt x="5625" y="6875"/>
                    </a:cubicBezTo>
                    <a:cubicBezTo>
                      <a:pt x="5676" y="7217"/>
                      <a:pt x="5726" y="7580"/>
                      <a:pt x="5625" y="7917"/>
                    </a:cubicBezTo>
                    <a:cubicBezTo>
                      <a:pt x="5428" y="8165"/>
                      <a:pt x="5095" y="8274"/>
                      <a:pt x="4792" y="8333"/>
                    </a:cubicBezTo>
                    <a:cubicBezTo>
                      <a:pt x="4677" y="8340"/>
                      <a:pt x="4567" y="8332"/>
                      <a:pt x="4453" y="8320"/>
                    </a:cubicBezTo>
                    <a:cubicBezTo>
                      <a:pt x="4304" y="8306"/>
                      <a:pt x="4304" y="8306"/>
                      <a:pt x="4167" y="8333"/>
                    </a:cubicBezTo>
                    <a:cubicBezTo>
                      <a:pt x="3978" y="8502"/>
                      <a:pt x="3863" y="8735"/>
                      <a:pt x="3750" y="8958"/>
                    </a:cubicBezTo>
                    <a:cubicBezTo>
                      <a:pt x="3750" y="8821"/>
                      <a:pt x="3750" y="8683"/>
                      <a:pt x="3750" y="8542"/>
                    </a:cubicBezTo>
                    <a:cubicBezTo>
                      <a:pt x="3612" y="8542"/>
                      <a:pt x="3475" y="8542"/>
                      <a:pt x="3333" y="8542"/>
                    </a:cubicBezTo>
                    <a:cubicBezTo>
                      <a:pt x="3265" y="8817"/>
                      <a:pt x="3196" y="9092"/>
                      <a:pt x="3125" y="9375"/>
                    </a:cubicBezTo>
                    <a:cubicBezTo>
                      <a:pt x="2850" y="9375"/>
                      <a:pt x="2575" y="9375"/>
                      <a:pt x="2292" y="9375"/>
                    </a:cubicBezTo>
                    <a:cubicBezTo>
                      <a:pt x="2291" y="9300"/>
                      <a:pt x="2290" y="9226"/>
                      <a:pt x="2289" y="9149"/>
                    </a:cubicBezTo>
                    <a:cubicBezTo>
                      <a:pt x="2285" y="8902"/>
                      <a:pt x="2276" y="8655"/>
                      <a:pt x="2264" y="8408"/>
                    </a:cubicBezTo>
                    <a:cubicBezTo>
                      <a:pt x="2257" y="8258"/>
                      <a:pt x="2252" y="8109"/>
                      <a:pt x="2251" y="7959"/>
                    </a:cubicBezTo>
                    <a:cubicBezTo>
                      <a:pt x="2250" y="7814"/>
                      <a:pt x="2244" y="7670"/>
                      <a:pt x="2235" y="7525"/>
                    </a:cubicBezTo>
                    <a:cubicBezTo>
                      <a:pt x="2232" y="7470"/>
                      <a:pt x="2231" y="7415"/>
                      <a:pt x="2232" y="7360"/>
                    </a:cubicBezTo>
                    <a:cubicBezTo>
                      <a:pt x="2235" y="7140"/>
                      <a:pt x="2199" y="7089"/>
                      <a:pt x="2083" y="6875"/>
                    </a:cubicBezTo>
                    <a:cubicBezTo>
                      <a:pt x="1740" y="6806"/>
                      <a:pt x="1396" y="6737"/>
                      <a:pt x="1042" y="6667"/>
                    </a:cubicBezTo>
                    <a:cubicBezTo>
                      <a:pt x="973" y="8798"/>
                      <a:pt x="904" y="10929"/>
                      <a:pt x="833" y="13125"/>
                    </a:cubicBezTo>
                    <a:cubicBezTo>
                      <a:pt x="558" y="13125"/>
                      <a:pt x="283" y="13125"/>
                      <a:pt x="0" y="13125"/>
                    </a:cubicBezTo>
                    <a:cubicBezTo>
                      <a:pt x="0" y="9756"/>
                      <a:pt x="0" y="6388"/>
                      <a:pt x="0" y="2917"/>
                    </a:cubicBezTo>
                    <a:cubicBezTo>
                      <a:pt x="172" y="2951"/>
                      <a:pt x="172" y="2951"/>
                      <a:pt x="1042" y="3125"/>
                    </a:cubicBezTo>
                    <a:cubicBezTo>
                      <a:pt x="1110" y="3263"/>
                      <a:pt x="1179" y="3400"/>
                      <a:pt x="1250" y="3542"/>
                    </a:cubicBezTo>
                    <a:cubicBezTo>
                      <a:pt x="1376" y="3611"/>
                      <a:pt x="1443" y="3641"/>
                      <a:pt x="1575" y="3672"/>
                    </a:cubicBezTo>
                    <a:cubicBezTo>
                      <a:pt x="1674" y="3698"/>
                      <a:pt x="1773" y="3724"/>
                      <a:pt x="1875" y="3750"/>
                    </a:cubicBezTo>
                    <a:cubicBezTo>
                      <a:pt x="1875" y="3337"/>
                      <a:pt x="1875" y="2925"/>
                      <a:pt x="1875" y="2500"/>
                    </a:cubicBezTo>
                    <a:cubicBezTo>
                      <a:pt x="2081" y="2500"/>
                      <a:pt x="2287" y="2500"/>
                      <a:pt x="2500" y="2500"/>
                    </a:cubicBezTo>
                    <a:cubicBezTo>
                      <a:pt x="2569" y="1675"/>
                      <a:pt x="2637" y="850"/>
                      <a:pt x="2708" y="0"/>
                    </a:cubicBezTo>
                    <a:close/>
                  </a:path>
                </a:pathLst>
              </a:custGeom>
              <a:solidFill>
                <a:srgbClr val="BCB9D0"/>
              </a:solidFill>
              <a:ln w="2646" cap="flat">
                <a:noFill/>
              </a:ln>
            </p:spPr>
          </p:sp>
          <p:sp>
            <p:nvSpPr>
              <p:cNvPr id="2054" name="ICON_C_WINDOWS_GRAPHIC_path_026"/>
              <p:cNvSpPr/>
              <p:nvPr/>
            </p:nvSpPr>
            <p:spPr>
              <a:xfrm>
                <a:off x="6187572" y="7392178"/>
                <a:ext cx="101902" cy="143155"/>
              </a:xfrm>
              <a:custGeom>
                <a:avLst/>
                <a:gdLst/>
                <a:ahLst/>
                <a:cxnLst/>
                <a:rect l="0" t="0" r="r" b="b"/>
                <a:pathLst>
                  <a:path w="8024" h="11272" fill="norm" stroke="0">
                    <a:moveTo>
                      <a:pt x="4665" y="22"/>
                    </a:moveTo>
                    <a:cubicBezTo>
                      <a:pt x="4834" y="16"/>
                      <a:pt x="5003" y="12"/>
                      <a:pt x="5173" y="9"/>
                    </a:cubicBezTo>
                    <a:cubicBezTo>
                      <a:pt x="5196" y="8"/>
                      <a:pt x="5196" y="8"/>
                      <a:pt x="5318" y="4"/>
                    </a:cubicBezTo>
                    <a:cubicBezTo>
                      <a:pt x="5517" y="1"/>
                      <a:pt x="5663" y="0"/>
                      <a:pt x="5842" y="92"/>
                    </a:cubicBezTo>
                    <a:cubicBezTo>
                      <a:pt x="5986" y="284"/>
                      <a:pt x="5940" y="570"/>
                      <a:pt x="5935" y="798"/>
                    </a:cubicBezTo>
                    <a:cubicBezTo>
                      <a:pt x="5935" y="853"/>
                      <a:pt x="5934" y="909"/>
                      <a:pt x="5934" y="965"/>
                    </a:cubicBezTo>
                    <a:cubicBezTo>
                      <a:pt x="5933" y="1111"/>
                      <a:pt x="5931" y="1257"/>
                      <a:pt x="5929" y="1404"/>
                    </a:cubicBezTo>
                    <a:cubicBezTo>
                      <a:pt x="5927" y="1553"/>
                      <a:pt x="5926" y="1702"/>
                      <a:pt x="5925" y="1852"/>
                    </a:cubicBezTo>
                    <a:cubicBezTo>
                      <a:pt x="5923" y="2145"/>
                      <a:pt x="5919" y="2438"/>
                      <a:pt x="5915" y="2730"/>
                    </a:cubicBezTo>
                    <a:cubicBezTo>
                      <a:pt x="6303" y="2636"/>
                      <a:pt x="6563" y="2560"/>
                      <a:pt x="6786" y="2207"/>
                    </a:cubicBezTo>
                    <a:cubicBezTo>
                      <a:pt x="6830" y="2130"/>
                      <a:pt x="6874" y="2052"/>
                      <a:pt x="6918" y="1975"/>
                    </a:cubicBezTo>
                    <a:cubicBezTo>
                      <a:pt x="7089" y="1706"/>
                      <a:pt x="7089" y="1706"/>
                      <a:pt x="7239" y="1671"/>
                    </a:cubicBezTo>
                    <a:cubicBezTo>
                      <a:pt x="7424" y="1654"/>
                      <a:pt x="7605" y="1668"/>
                      <a:pt x="7790" y="1689"/>
                    </a:cubicBezTo>
                    <a:cubicBezTo>
                      <a:pt x="8024" y="3057"/>
                      <a:pt x="8024" y="3057"/>
                      <a:pt x="7790" y="3564"/>
                    </a:cubicBezTo>
                    <a:cubicBezTo>
                      <a:pt x="7589" y="3770"/>
                      <a:pt x="7276" y="3834"/>
                      <a:pt x="7008" y="3915"/>
                    </a:cubicBezTo>
                    <a:cubicBezTo>
                      <a:pt x="6665" y="4021"/>
                      <a:pt x="6280" y="4145"/>
                      <a:pt x="6080" y="4466"/>
                    </a:cubicBezTo>
                    <a:cubicBezTo>
                      <a:pt x="5702" y="5188"/>
                      <a:pt x="5553" y="6073"/>
                      <a:pt x="5398" y="6867"/>
                    </a:cubicBezTo>
                    <a:cubicBezTo>
                      <a:pt x="5392" y="6895"/>
                      <a:pt x="5386" y="6924"/>
                      <a:pt x="5380" y="6953"/>
                    </a:cubicBezTo>
                    <a:cubicBezTo>
                      <a:pt x="5364" y="7030"/>
                      <a:pt x="5350" y="7107"/>
                      <a:pt x="5335" y="7184"/>
                    </a:cubicBezTo>
                    <a:cubicBezTo>
                      <a:pt x="5277" y="7349"/>
                      <a:pt x="5215" y="7411"/>
                      <a:pt x="5081" y="7522"/>
                    </a:cubicBezTo>
                    <a:cubicBezTo>
                      <a:pt x="4965" y="7549"/>
                      <a:pt x="4965" y="7549"/>
                      <a:pt x="4840" y="7550"/>
                    </a:cubicBezTo>
                    <a:cubicBezTo>
                      <a:pt x="4795" y="7550"/>
                      <a:pt x="4750" y="7550"/>
                      <a:pt x="4703" y="7551"/>
                    </a:cubicBezTo>
                    <a:cubicBezTo>
                      <a:pt x="4656" y="7550"/>
                      <a:pt x="4609" y="7549"/>
                      <a:pt x="4560" y="7548"/>
                    </a:cubicBezTo>
                    <a:cubicBezTo>
                      <a:pt x="4537" y="7549"/>
                      <a:pt x="4537" y="7549"/>
                      <a:pt x="4418" y="7551"/>
                    </a:cubicBezTo>
                    <a:cubicBezTo>
                      <a:pt x="4221" y="7549"/>
                      <a:pt x="4079" y="7543"/>
                      <a:pt x="3904" y="7450"/>
                    </a:cubicBezTo>
                    <a:cubicBezTo>
                      <a:pt x="3788" y="7233"/>
                      <a:pt x="3810" y="7021"/>
                      <a:pt x="3818" y="6780"/>
                    </a:cubicBezTo>
                    <a:cubicBezTo>
                      <a:pt x="3822" y="6612"/>
                      <a:pt x="3827" y="6445"/>
                      <a:pt x="3831" y="6272"/>
                    </a:cubicBezTo>
                    <a:cubicBezTo>
                      <a:pt x="3488" y="6272"/>
                      <a:pt x="3144" y="6272"/>
                      <a:pt x="2790" y="6272"/>
                    </a:cubicBezTo>
                    <a:cubicBezTo>
                      <a:pt x="2790" y="7922"/>
                      <a:pt x="2790" y="9572"/>
                      <a:pt x="2790" y="11272"/>
                    </a:cubicBezTo>
                    <a:cubicBezTo>
                      <a:pt x="2652" y="11272"/>
                      <a:pt x="2515" y="11272"/>
                      <a:pt x="2373" y="11272"/>
                    </a:cubicBezTo>
                    <a:cubicBezTo>
                      <a:pt x="2304" y="9828"/>
                      <a:pt x="2235" y="8385"/>
                      <a:pt x="2165" y="6897"/>
                    </a:cubicBezTo>
                    <a:cubicBezTo>
                      <a:pt x="1958" y="6897"/>
                      <a:pt x="1752" y="6897"/>
                      <a:pt x="1540" y="6897"/>
                    </a:cubicBezTo>
                    <a:cubicBezTo>
                      <a:pt x="1471" y="7172"/>
                      <a:pt x="1402" y="7447"/>
                      <a:pt x="1331" y="7730"/>
                    </a:cubicBezTo>
                    <a:cubicBezTo>
                      <a:pt x="910" y="7831"/>
                      <a:pt x="910" y="7831"/>
                      <a:pt x="706" y="7730"/>
                    </a:cubicBezTo>
                    <a:cubicBezTo>
                      <a:pt x="308" y="7356"/>
                      <a:pt x="58" y="6792"/>
                      <a:pt x="7" y="6254"/>
                    </a:cubicBezTo>
                    <a:cubicBezTo>
                      <a:pt x="1" y="6043"/>
                      <a:pt x="0" y="5844"/>
                      <a:pt x="81" y="5647"/>
                    </a:cubicBezTo>
                    <a:cubicBezTo>
                      <a:pt x="215" y="5561"/>
                      <a:pt x="300" y="5539"/>
                      <a:pt x="454" y="5519"/>
                    </a:cubicBezTo>
                    <a:cubicBezTo>
                      <a:pt x="600" y="5494"/>
                      <a:pt x="680" y="5475"/>
                      <a:pt x="770" y="5352"/>
                    </a:cubicBezTo>
                    <a:cubicBezTo>
                      <a:pt x="847" y="5201"/>
                      <a:pt x="913" y="5050"/>
                      <a:pt x="970" y="4891"/>
                    </a:cubicBezTo>
                    <a:cubicBezTo>
                      <a:pt x="1013" y="4780"/>
                      <a:pt x="1013" y="4780"/>
                      <a:pt x="1123" y="4605"/>
                    </a:cubicBezTo>
                    <a:cubicBezTo>
                      <a:pt x="1260" y="4605"/>
                      <a:pt x="1398" y="4605"/>
                      <a:pt x="1540" y="4605"/>
                    </a:cubicBezTo>
                    <a:cubicBezTo>
                      <a:pt x="1540" y="5018"/>
                      <a:pt x="1540" y="5430"/>
                      <a:pt x="1540" y="5855"/>
                    </a:cubicBezTo>
                    <a:cubicBezTo>
                      <a:pt x="2334" y="5701"/>
                      <a:pt x="2334" y="5701"/>
                      <a:pt x="2581" y="5439"/>
                    </a:cubicBezTo>
                    <a:cubicBezTo>
                      <a:pt x="2825" y="5067"/>
                      <a:pt x="2972" y="4627"/>
                      <a:pt x="3116" y="4210"/>
                    </a:cubicBezTo>
                    <a:cubicBezTo>
                      <a:pt x="3333" y="3604"/>
                      <a:pt x="3333" y="3604"/>
                      <a:pt x="3493" y="3525"/>
                    </a:cubicBezTo>
                    <a:cubicBezTo>
                      <a:pt x="3694" y="3483"/>
                      <a:pt x="3828" y="3522"/>
                      <a:pt x="4040" y="3564"/>
                    </a:cubicBezTo>
                    <a:cubicBezTo>
                      <a:pt x="4108" y="3907"/>
                      <a:pt x="4177" y="4251"/>
                      <a:pt x="4248" y="4605"/>
                    </a:cubicBezTo>
                    <a:cubicBezTo>
                      <a:pt x="4454" y="4605"/>
                      <a:pt x="4660" y="4605"/>
                      <a:pt x="4873" y="4605"/>
                    </a:cubicBezTo>
                    <a:cubicBezTo>
                      <a:pt x="4858" y="4535"/>
                      <a:pt x="4843" y="4465"/>
                      <a:pt x="4828" y="4393"/>
                    </a:cubicBezTo>
                    <a:cubicBezTo>
                      <a:pt x="4652" y="3501"/>
                      <a:pt x="4639" y="2631"/>
                      <a:pt x="4650" y="1724"/>
                    </a:cubicBezTo>
                    <a:cubicBezTo>
                      <a:pt x="4652" y="1532"/>
                      <a:pt x="4653" y="1339"/>
                      <a:pt x="4654" y="1146"/>
                    </a:cubicBezTo>
                    <a:cubicBezTo>
                      <a:pt x="4657" y="771"/>
                      <a:pt x="4660" y="397"/>
                      <a:pt x="4665" y="22"/>
                    </a:cubicBezTo>
                    <a:close/>
                  </a:path>
                </a:pathLst>
              </a:custGeom>
              <a:solidFill>
                <a:srgbClr val="A7A3BF"/>
              </a:solidFill>
              <a:ln w="2646" cap="flat">
                <a:noFill/>
              </a:ln>
            </p:spPr>
          </p:sp>
          <p:sp>
            <p:nvSpPr>
              <p:cNvPr id="2055" name="ICON_C_WINDOWS_GRAPHIC_path_027"/>
              <p:cNvSpPr/>
              <p:nvPr/>
            </p:nvSpPr>
            <p:spPr>
              <a:xfrm>
                <a:off x="5946180" y="7365941"/>
                <a:ext cx="73091" cy="172037"/>
              </a:xfrm>
              <a:custGeom>
                <a:avLst/>
                <a:gdLst/>
                <a:ahLst/>
                <a:cxnLst/>
                <a:rect l="0" t="0" r="r" b="b"/>
                <a:pathLst>
                  <a:path w="5755" h="13546" fill="norm" stroke="0">
                    <a:moveTo>
                      <a:pt x="2739" y="0"/>
                    </a:moveTo>
                    <a:cubicBezTo>
                      <a:pt x="2877" y="55"/>
                      <a:pt x="2950" y="99"/>
                      <a:pt x="3047" y="213"/>
                    </a:cubicBezTo>
                    <a:cubicBezTo>
                      <a:pt x="3123" y="443"/>
                      <a:pt x="3114" y="696"/>
                      <a:pt x="3117" y="936"/>
                    </a:cubicBezTo>
                    <a:cubicBezTo>
                      <a:pt x="3119" y="1064"/>
                      <a:pt x="3123" y="1192"/>
                      <a:pt x="3128" y="1320"/>
                    </a:cubicBezTo>
                    <a:cubicBezTo>
                      <a:pt x="3138" y="1594"/>
                      <a:pt x="3145" y="1867"/>
                      <a:pt x="3151" y="2140"/>
                    </a:cubicBezTo>
                    <a:cubicBezTo>
                      <a:pt x="3201" y="4225"/>
                      <a:pt x="3201" y="4225"/>
                      <a:pt x="3564" y="4971"/>
                    </a:cubicBezTo>
                    <a:cubicBezTo>
                      <a:pt x="3700" y="5254"/>
                      <a:pt x="3762" y="5549"/>
                      <a:pt x="3827" y="5854"/>
                    </a:cubicBezTo>
                    <a:cubicBezTo>
                      <a:pt x="3839" y="5909"/>
                      <a:pt x="3852" y="5964"/>
                      <a:pt x="3864" y="6019"/>
                    </a:cubicBezTo>
                    <a:cubicBezTo>
                      <a:pt x="3913" y="6241"/>
                      <a:pt x="3961" y="6463"/>
                      <a:pt x="4006" y="6686"/>
                    </a:cubicBezTo>
                    <a:cubicBezTo>
                      <a:pt x="4192" y="7616"/>
                      <a:pt x="4192" y="7616"/>
                      <a:pt x="4371" y="7781"/>
                    </a:cubicBezTo>
                    <a:cubicBezTo>
                      <a:pt x="4508" y="7857"/>
                      <a:pt x="4635" y="7884"/>
                      <a:pt x="4789" y="7899"/>
                    </a:cubicBezTo>
                    <a:cubicBezTo>
                      <a:pt x="4922" y="7921"/>
                      <a:pt x="4922" y="7921"/>
                      <a:pt x="4984" y="8008"/>
                    </a:cubicBezTo>
                    <a:cubicBezTo>
                      <a:pt x="5005" y="8150"/>
                      <a:pt x="4988" y="8210"/>
                      <a:pt x="4922" y="8338"/>
                    </a:cubicBezTo>
                    <a:cubicBezTo>
                      <a:pt x="4849" y="8388"/>
                      <a:pt x="4774" y="8426"/>
                      <a:pt x="4696" y="8466"/>
                    </a:cubicBezTo>
                    <a:cubicBezTo>
                      <a:pt x="4524" y="8556"/>
                      <a:pt x="4343" y="8651"/>
                      <a:pt x="4261" y="8834"/>
                    </a:cubicBezTo>
                    <a:cubicBezTo>
                      <a:pt x="4209" y="9061"/>
                      <a:pt x="4225" y="9293"/>
                      <a:pt x="4236" y="9525"/>
                    </a:cubicBezTo>
                    <a:cubicBezTo>
                      <a:pt x="4237" y="9599"/>
                      <a:pt x="4238" y="9673"/>
                      <a:pt x="4239" y="9747"/>
                    </a:cubicBezTo>
                    <a:cubicBezTo>
                      <a:pt x="4241" y="9941"/>
                      <a:pt x="4247" y="10135"/>
                      <a:pt x="4254" y="10329"/>
                    </a:cubicBezTo>
                    <a:cubicBezTo>
                      <a:pt x="4260" y="10527"/>
                      <a:pt x="4263" y="10725"/>
                      <a:pt x="4266" y="10923"/>
                    </a:cubicBezTo>
                    <a:cubicBezTo>
                      <a:pt x="4273" y="11312"/>
                      <a:pt x="4284" y="11700"/>
                      <a:pt x="4297" y="12088"/>
                    </a:cubicBezTo>
                    <a:cubicBezTo>
                      <a:pt x="4503" y="12088"/>
                      <a:pt x="4709" y="12088"/>
                      <a:pt x="4922" y="12088"/>
                    </a:cubicBezTo>
                    <a:cubicBezTo>
                      <a:pt x="4922" y="11194"/>
                      <a:pt x="4922" y="10300"/>
                      <a:pt x="4922" y="9380"/>
                    </a:cubicBezTo>
                    <a:cubicBezTo>
                      <a:pt x="5197" y="9380"/>
                      <a:pt x="5472" y="9380"/>
                      <a:pt x="5755" y="9380"/>
                    </a:cubicBezTo>
                    <a:cubicBezTo>
                      <a:pt x="5755" y="9586"/>
                      <a:pt x="5755" y="9792"/>
                      <a:pt x="5755" y="10005"/>
                    </a:cubicBezTo>
                    <a:cubicBezTo>
                      <a:pt x="5549" y="10005"/>
                      <a:pt x="5343" y="10005"/>
                      <a:pt x="5130" y="10005"/>
                    </a:cubicBezTo>
                    <a:cubicBezTo>
                      <a:pt x="5130" y="10761"/>
                      <a:pt x="5130" y="11517"/>
                      <a:pt x="5130" y="12296"/>
                    </a:cubicBezTo>
                    <a:cubicBezTo>
                      <a:pt x="4993" y="12331"/>
                      <a:pt x="4993" y="12331"/>
                      <a:pt x="4297" y="12505"/>
                    </a:cubicBezTo>
                    <a:cubicBezTo>
                      <a:pt x="3969" y="11487"/>
                      <a:pt x="3784" y="10499"/>
                      <a:pt x="3671" y="9437"/>
                    </a:cubicBezTo>
                    <a:cubicBezTo>
                      <a:pt x="3639" y="9144"/>
                      <a:pt x="3606" y="8850"/>
                      <a:pt x="3572" y="8556"/>
                    </a:cubicBezTo>
                    <a:cubicBezTo>
                      <a:pt x="3561" y="8456"/>
                      <a:pt x="3550" y="8355"/>
                      <a:pt x="3540" y="8255"/>
                    </a:cubicBezTo>
                    <a:cubicBezTo>
                      <a:pt x="3507" y="7949"/>
                      <a:pt x="3459" y="7655"/>
                      <a:pt x="3369" y="7361"/>
                    </a:cubicBezTo>
                    <a:cubicBezTo>
                      <a:pt x="3361" y="7335"/>
                      <a:pt x="3354" y="7309"/>
                      <a:pt x="3346" y="7282"/>
                    </a:cubicBezTo>
                    <a:cubicBezTo>
                      <a:pt x="3299" y="7141"/>
                      <a:pt x="3264" y="7093"/>
                      <a:pt x="3133" y="7019"/>
                    </a:cubicBezTo>
                    <a:cubicBezTo>
                      <a:pt x="2995" y="6978"/>
                      <a:pt x="2865" y="6959"/>
                      <a:pt x="2721" y="6945"/>
                    </a:cubicBezTo>
                    <a:cubicBezTo>
                      <a:pt x="2673" y="6938"/>
                      <a:pt x="2624" y="6930"/>
                      <a:pt x="2574" y="6923"/>
                    </a:cubicBezTo>
                    <a:cubicBezTo>
                      <a:pt x="2454" y="6906"/>
                      <a:pt x="2334" y="6892"/>
                      <a:pt x="2214" y="6880"/>
                    </a:cubicBezTo>
                    <a:cubicBezTo>
                      <a:pt x="2214" y="7017"/>
                      <a:pt x="2214" y="7155"/>
                      <a:pt x="2214" y="7296"/>
                    </a:cubicBezTo>
                    <a:cubicBezTo>
                      <a:pt x="1939" y="7296"/>
                      <a:pt x="1664" y="7296"/>
                      <a:pt x="1380" y="7296"/>
                    </a:cubicBezTo>
                    <a:cubicBezTo>
                      <a:pt x="1311" y="9359"/>
                      <a:pt x="1243" y="11421"/>
                      <a:pt x="1172" y="13546"/>
                    </a:cubicBezTo>
                    <a:cubicBezTo>
                      <a:pt x="897" y="13546"/>
                      <a:pt x="622" y="13546"/>
                      <a:pt x="339" y="13546"/>
                    </a:cubicBezTo>
                    <a:cubicBezTo>
                      <a:pt x="263" y="12737"/>
                      <a:pt x="200" y="11927"/>
                      <a:pt x="148" y="11115"/>
                    </a:cubicBezTo>
                    <a:cubicBezTo>
                      <a:pt x="139" y="10968"/>
                      <a:pt x="129" y="10821"/>
                      <a:pt x="118" y="10673"/>
                    </a:cubicBezTo>
                    <a:cubicBezTo>
                      <a:pt x="0" y="9055"/>
                      <a:pt x="190" y="7511"/>
                      <a:pt x="467" y="5919"/>
                    </a:cubicBezTo>
                    <a:cubicBezTo>
                      <a:pt x="494" y="5761"/>
                      <a:pt x="521" y="5603"/>
                      <a:pt x="547" y="5445"/>
                    </a:cubicBezTo>
                    <a:cubicBezTo>
                      <a:pt x="593" y="5168"/>
                      <a:pt x="642" y="4891"/>
                      <a:pt x="694" y="4615"/>
                    </a:cubicBezTo>
                    <a:cubicBezTo>
                      <a:pt x="711" y="4522"/>
                      <a:pt x="728" y="4428"/>
                      <a:pt x="743" y="4335"/>
                    </a:cubicBezTo>
                    <a:cubicBezTo>
                      <a:pt x="765" y="4205"/>
                      <a:pt x="790" y="4076"/>
                      <a:pt x="816" y="3948"/>
                    </a:cubicBezTo>
                    <a:cubicBezTo>
                      <a:pt x="822" y="3910"/>
                      <a:pt x="827" y="3872"/>
                      <a:pt x="833" y="3833"/>
                    </a:cubicBezTo>
                    <a:cubicBezTo>
                      <a:pt x="857" y="3727"/>
                      <a:pt x="857" y="3727"/>
                      <a:pt x="964" y="3546"/>
                    </a:cubicBezTo>
                    <a:cubicBezTo>
                      <a:pt x="1170" y="3477"/>
                      <a:pt x="1376" y="3409"/>
                      <a:pt x="1589" y="3338"/>
                    </a:cubicBezTo>
                    <a:cubicBezTo>
                      <a:pt x="1589" y="3888"/>
                      <a:pt x="1589" y="4438"/>
                      <a:pt x="1589" y="5005"/>
                    </a:cubicBezTo>
                    <a:cubicBezTo>
                      <a:pt x="1795" y="4936"/>
                      <a:pt x="2001" y="4867"/>
                      <a:pt x="2214" y="4796"/>
                    </a:cubicBezTo>
                    <a:cubicBezTo>
                      <a:pt x="2289" y="4614"/>
                      <a:pt x="2303" y="4542"/>
                      <a:pt x="2300" y="4355"/>
                    </a:cubicBezTo>
                    <a:cubicBezTo>
                      <a:pt x="2302" y="4311"/>
                      <a:pt x="2304" y="4266"/>
                      <a:pt x="2306" y="4221"/>
                    </a:cubicBezTo>
                    <a:cubicBezTo>
                      <a:pt x="2311" y="4074"/>
                      <a:pt x="2312" y="3928"/>
                      <a:pt x="2313" y="3781"/>
                    </a:cubicBezTo>
                    <a:cubicBezTo>
                      <a:pt x="2316" y="3679"/>
                      <a:pt x="2319" y="3577"/>
                      <a:pt x="2323" y="3475"/>
                    </a:cubicBezTo>
                    <a:cubicBezTo>
                      <a:pt x="2331" y="3234"/>
                      <a:pt x="2336" y="2993"/>
                      <a:pt x="2340" y="2752"/>
                    </a:cubicBezTo>
                    <a:cubicBezTo>
                      <a:pt x="2347" y="2295"/>
                      <a:pt x="2360" y="1837"/>
                      <a:pt x="2374" y="1380"/>
                    </a:cubicBezTo>
                    <a:cubicBezTo>
                      <a:pt x="2378" y="1230"/>
                      <a:pt x="2380" y="1080"/>
                      <a:pt x="2382" y="930"/>
                    </a:cubicBezTo>
                    <a:cubicBezTo>
                      <a:pt x="2385" y="838"/>
                      <a:pt x="2387" y="746"/>
                      <a:pt x="2389" y="654"/>
                    </a:cubicBezTo>
                    <a:cubicBezTo>
                      <a:pt x="2389" y="612"/>
                      <a:pt x="2389" y="570"/>
                      <a:pt x="2390" y="528"/>
                    </a:cubicBezTo>
                    <a:cubicBezTo>
                      <a:pt x="2399" y="211"/>
                      <a:pt x="2399" y="211"/>
                      <a:pt x="2515" y="79"/>
                    </a:cubicBezTo>
                    <a:cubicBezTo>
                      <a:pt x="2630" y="5"/>
                      <a:pt x="2630" y="5"/>
                      <a:pt x="2739" y="0"/>
                    </a:cubicBezTo>
                    <a:close/>
                  </a:path>
                </a:pathLst>
              </a:custGeom>
              <a:solidFill>
                <a:srgbClr val="C69FBB"/>
              </a:solidFill>
              <a:ln w="2646" cap="flat">
                <a:noFill/>
              </a:ln>
            </p:spPr>
          </p:sp>
          <p:sp>
            <p:nvSpPr>
              <p:cNvPr id="2056" name="ICON_C_WINDOWS_GRAPHIC_path_028"/>
              <p:cNvSpPr/>
              <p:nvPr/>
            </p:nvSpPr>
            <p:spPr>
              <a:xfrm>
                <a:off x="5725583" y="7397750"/>
                <a:ext cx="76729" cy="153458"/>
              </a:xfrm>
              <a:custGeom>
                <a:avLst/>
                <a:gdLst/>
                <a:ahLst/>
                <a:cxnLst/>
                <a:rect l="0" t="0" r="r" b="b"/>
                <a:pathLst>
                  <a:path w="6042" h="12083" fill="norm" stroke="0">
                    <a:moveTo>
                      <a:pt x="5208" y="0"/>
                    </a:moveTo>
                    <a:cubicBezTo>
                      <a:pt x="5415" y="0"/>
                      <a:pt x="5621" y="0"/>
                      <a:pt x="5833" y="0"/>
                    </a:cubicBezTo>
                    <a:cubicBezTo>
                      <a:pt x="5902" y="1306"/>
                      <a:pt x="5971" y="2612"/>
                      <a:pt x="6042" y="3958"/>
                    </a:cubicBezTo>
                    <a:cubicBezTo>
                      <a:pt x="5973" y="3958"/>
                      <a:pt x="5904" y="3958"/>
                      <a:pt x="5833" y="3958"/>
                    </a:cubicBezTo>
                    <a:cubicBezTo>
                      <a:pt x="5832" y="3992"/>
                      <a:pt x="5830" y="4025"/>
                      <a:pt x="5828" y="4060"/>
                    </a:cubicBezTo>
                    <a:cubicBezTo>
                      <a:pt x="5812" y="4376"/>
                      <a:pt x="5794" y="4691"/>
                      <a:pt x="5773" y="5007"/>
                    </a:cubicBezTo>
                    <a:cubicBezTo>
                      <a:pt x="5763" y="5169"/>
                      <a:pt x="5753" y="5331"/>
                      <a:pt x="5745" y="5494"/>
                    </a:cubicBezTo>
                    <a:cubicBezTo>
                      <a:pt x="5738" y="5651"/>
                      <a:pt x="5728" y="5807"/>
                      <a:pt x="5717" y="5964"/>
                    </a:cubicBezTo>
                    <a:cubicBezTo>
                      <a:pt x="5713" y="6024"/>
                      <a:pt x="5710" y="6083"/>
                      <a:pt x="5708" y="6143"/>
                    </a:cubicBezTo>
                    <a:cubicBezTo>
                      <a:pt x="5704" y="6227"/>
                      <a:pt x="5698" y="6311"/>
                      <a:pt x="5691" y="6394"/>
                    </a:cubicBezTo>
                    <a:cubicBezTo>
                      <a:pt x="5689" y="6442"/>
                      <a:pt x="5686" y="6490"/>
                      <a:pt x="5683" y="6539"/>
                    </a:cubicBezTo>
                    <a:cubicBezTo>
                      <a:pt x="5625" y="6667"/>
                      <a:pt x="5625" y="6667"/>
                      <a:pt x="5208" y="6875"/>
                    </a:cubicBezTo>
                    <a:cubicBezTo>
                      <a:pt x="5208" y="4606"/>
                      <a:pt x="5208" y="2337"/>
                      <a:pt x="5208" y="0"/>
                    </a:cubicBezTo>
                    <a:close/>
                    <a:moveTo>
                      <a:pt x="0" y="2083"/>
                    </a:moveTo>
                    <a:cubicBezTo>
                      <a:pt x="206" y="2083"/>
                      <a:pt x="412" y="2083"/>
                      <a:pt x="625" y="2083"/>
                    </a:cubicBezTo>
                    <a:cubicBezTo>
                      <a:pt x="625" y="2908"/>
                      <a:pt x="625" y="3733"/>
                      <a:pt x="625" y="4583"/>
                    </a:cubicBezTo>
                    <a:cubicBezTo>
                      <a:pt x="1432" y="4557"/>
                      <a:pt x="1432" y="4557"/>
                      <a:pt x="1684" y="4546"/>
                    </a:cubicBezTo>
                    <a:cubicBezTo>
                      <a:pt x="2279" y="4530"/>
                      <a:pt x="2279" y="4530"/>
                      <a:pt x="2499" y="4734"/>
                    </a:cubicBezTo>
                    <a:cubicBezTo>
                      <a:pt x="2576" y="4818"/>
                      <a:pt x="2645" y="4906"/>
                      <a:pt x="2708" y="5000"/>
                    </a:cubicBezTo>
                    <a:cubicBezTo>
                      <a:pt x="2719" y="4962"/>
                      <a:pt x="2729" y="4925"/>
                      <a:pt x="2740" y="4886"/>
                    </a:cubicBezTo>
                    <a:cubicBezTo>
                      <a:pt x="2755" y="4832"/>
                      <a:pt x="2770" y="4779"/>
                      <a:pt x="2785" y="4725"/>
                    </a:cubicBezTo>
                    <a:cubicBezTo>
                      <a:pt x="2793" y="4696"/>
                      <a:pt x="2801" y="4667"/>
                      <a:pt x="2809" y="4637"/>
                    </a:cubicBezTo>
                    <a:cubicBezTo>
                      <a:pt x="2855" y="4475"/>
                      <a:pt x="2901" y="4313"/>
                      <a:pt x="2949" y="4151"/>
                    </a:cubicBezTo>
                    <a:cubicBezTo>
                      <a:pt x="2969" y="4084"/>
                      <a:pt x="2989" y="4017"/>
                      <a:pt x="3009" y="3949"/>
                    </a:cubicBezTo>
                    <a:cubicBezTo>
                      <a:pt x="3014" y="3933"/>
                      <a:pt x="3014" y="3933"/>
                      <a:pt x="3039" y="3847"/>
                    </a:cubicBezTo>
                    <a:cubicBezTo>
                      <a:pt x="3096" y="3651"/>
                      <a:pt x="3146" y="3456"/>
                      <a:pt x="3189" y="3257"/>
                    </a:cubicBezTo>
                    <a:cubicBezTo>
                      <a:pt x="3215" y="3140"/>
                      <a:pt x="3244" y="3024"/>
                      <a:pt x="3274" y="2908"/>
                    </a:cubicBezTo>
                    <a:cubicBezTo>
                      <a:pt x="3287" y="2853"/>
                      <a:pt x="3299" y="2798"/>
                      <a:pt x="3309" y="2743"/>
                    </a:cubicBezTo>
                    <a:cubicBezTo>
                      <a:pt x="3344" y="2545"/>
                      <a:pt x="3382" y="2418"/>
                      <a:pt x="3542" y="2292"/>
                    </a:cubicBezTo>
                    <a:cubicBezTo>
                      <a:pt x="3883" y="2225"/>
                      <a:pt x="4239" y="2260"/>
                      <a:pt x="4583" y="2292"/>
                    </a:cubicBezTo>
                    <a:cubicBezTo>
                      <a:pt x="4588" y="2339"/>
                      <a:pt x="4593" y="2387"/>
                      <a:pt x="4598" y="2436"/>
                    </a:cubicBezTo>
                    <a:cubicBezTo>
                      <a:pt x="4643" y="2890"/>
                      <a:pt x="4689" y="3343"/>
                      <a:pt x="4735" y="3797"/>
                    </a:cubicBezTo>
                    <a:cubicBezTo>
                      <a:pt x="4759" y="4030"/>
                      <a:pt x="4783" y="4263"/>
                      <a:pt x="4806" y="4496"/>
                    </a:cubicBezTo>
                    <a:cubicBezTo>
                      <a:pt x="4829" y="4722"/>
                      <a:pt x="4852" y="4947"/>
                      <a:pt x="4875" y="5173"/>
                    </a:cubicBezTo>
                    <a:cubicBezTo>
                      <a:pt x="4884" y="5258"/>
                      <a:pt x="4892" y="5343"/>
                      <a:pt x="4901" y="5429"/>
                    </a:cubicBezTo>
                    <a:cubicBezTo>
                      <a:pt x="4956" y="5996"/>
                      <a:pt x="5055" y="6534"/>
                      <a:pt x="5208" y="7083"/>
                    </a:cubicBezTo>
                    <a:cubicBezTo>
                      <a:pt x="5071" y="7083"/>
                      <a:pt x="4933" y="7083"/>
                      <a:pt x="4792" y="7083"/>
                    </a:cubicBezTo>
                    <a:cubicBezTo>
                      <a:pt x="4792" y="8665"/>
                      <a:pt x="4792" y="10246"/>
                      <a:pt x="4792" y="11875"/>
                    </a:cubicBezTo>
                    <a:cubicBezTo>
                      <a:pt x="4929" y="11841"/>
                      <a:pt x="4929" y="11841"/>
                      <a:pt x="5625" y="11667"/>
                    </a:cubicBezTo>
                    <a:cubicBezTo>
                      <a:pt x="5625" y="11804"/>
                      <a:pt x="5625" y="11942"/>
                      <a:pt x="5625" y="12083"/>
                    </a:cubicBezTo>
                    <a:cubicBezTo>
                      <a:pt x="5281" y="12083"/>
                      <a:pt x="4938" y="12083"/>
                      <a:pt x="4583" y="12083"/>
                    </a:cubicBezTo>
                    <a:cubicBezTo>
                      <a:pt x="4510" y="11628"/>
                      <a:pt x="4441" y="11173"/>
                      <a:pt x="4375" y="10716"/>
                    </a:cubicBezTo>
                    <a:cubicBezTo>
                      <a:pt x="4370" y="10682"/>
                      <a:pt x="4365" y="10647"/>
                      <a:pt x="4360" y="10612"/>
                    </a:cubicBezTo>
                    <a:cubicBezTo>
                      <a:pt x="4198" y="9472"/>
                      <a:pt x="4129" y="8351"/>
                      <a:pt x="4141" y="7200"/>
                    </a:cubicBezTo>
                    <a:cubicBezTo>
                      <a:pt x="4141" y="7166"/>
                      <a:pt x="4141" y="7131"/>
                      <a:pt x="4142" y="7095"/>
                    </a:cubicBezTo>
                    <a:cubicBezTo>
                      <a:pt x="4146" y="6675"/>
                      <a:pt x="4155" y="6254"/>
                      <a:pt x="4167" y="5833"/>
                    </a:cubicBezTo>
                    <a:cubicBezTo>
                      <a:pt x="3960" y="5833"/>
                      <a:pt x="3754" y="5833"/>
                      <a:pt x="3542" y="5833"/>
                    </a:cubicBezTo>
                    <a:cubicBezTo>
                      <a:pt x="3536" y="5883"/>
                      <a:pt x="3531" y="5932"/>
                      <a:pt x="3526" y="5982"/>
                    </a:cubicBezTo>
                    <a:cubicBezTo>
                      <a:pt x="3518" y="6052"/>
                      <a:pt x="3511" y="6122"/>
                      <a:pt x="3503" y="6192"/>
                    </a:cubicBezTo>
                    <a:cubicBezTo>
                      <a:pt x="3501" y="6211"/>
                      <a:pt x="3501" y="6211"/>
                      <a:pt x="3491" y="6306"/>
                    </a:cubicBezTo>
                    <a:cubicBezTo>
                      <a:pt x="3469" y="6516"/>
                      <a:pt x="3445" y="6726"/>
                      <a:pt x="3421" y="6936"/>
                    </a:cubicBezTo>
                    <a:cubicBezTo>
                      <a:pt x="3411" y="7022"/>
                      <a:pt x="3400" y="7108"/>
                      <a:pt x="3390" y="7195"/>
                    </a:cubicBezTo>
                    <a:cubicBezTo>
                      <a:pt x="3388" y="7216"/>
                      <a:pt x="3388" y="7216"/>
                      <a:pt x="3375" y="7326"/>
                    </a:cubicBezTo>
                    <a:cubicBezTo>
                      <a:pt x="3347" y="7566"/>
                      <a:pt x="3325" y="7805"/>
                      <a:pt x="3309" y="8045"/>
                    </a:cubicBezTo>
                    <a:cubicBezTo>
                      <a:pt x="3300" y="8180"/>
                      <a:pt x="3288" y="8314"/>
                      <a:pt x="3276" y="8448"/>
                    </a:cubicBezTo>
                    <a:cubicBezTo>
                      <a:pt x="3271" y="8510"/>
                      <a:pt x="3267" y="8572"/>
                      <a:pt x="3265" y="8635"/>
                    </a:cubicBezTo>
                    <a:cubicBezTo>
                      <a:pt x="3258" y="8835"/>
                      <a:pt x="3242" y="8996"/>
                      <a:pt x="3125" y="9167"/>
                    </a:cubicBezTo>
                    <a:cubicBezTo>
                      <a:pt x="2870" y="9301"/>
                      <a:pt x="2575" y="9340"/>
                      <a:pt x="2292" y="9375"/>
                    </a:cubicBezTo>
                    <a:cubicBezTo>
                      <a:pt x="2290" y="9346"/>
                      <a:pt x="2287" y="9317"/>
                      <a:pt x="2285" y="9287"/>
                    </a:cubicBezTo>
                    <a:cubicBezTo>
                      <a:pt x="2264" y="9008"/>
                      <a:pt x="2243" y="8730"/>
                      <a:pt x="2221" y="8451"/>
                    </a:cubicBezTo>
                    <a:cubicBezTo>
                      <a:pt x="2210" y="8308"/>
                      <a:pt x="2199" y="8165"/>
                      <a:pt x="2188" y="8022"/>
                    </a:cubicBezTo>
                    <a:cubicBezTo>
                      <a:pt x="2133" y="7275"/>
                      <a:pt x="2037" y="6566"/>
                      <a:pt x="1875" y="5833"/>
                    </a:cubicBezTo>
                    <a:cubicBezTo>
                      <a:pt x="1531" y="5833"/>
                      <a:pt x="1188" y="5833"/>
                      <a:pt x="833" y="5833"/>
                    </a:cubicBezTo>
                    <a:cubicBezTo>
                      <a:pt x="765" y="6108"/>
                      <a:pt x="696" y="6383"/>
                      <a:pt x="625" y="6667"/>
                    </a:cubicBezTo>
                    <a:cubicBezTo>
                      <a:pt x="419" y="6667"/>
                      <a:pt x="212" y="6667"/>
                      <a:pt x="0" y="6667"/>
                    </a:cubicBezTo>
                    <a:cubicBezTo>
                      <a:pt x="0" y="5154"/>
                      <a:pt x="0" y="3642"/>
                      <a:pt x="0" y="2083"/>
                    </a:cubicBezTo>
                    <a:close/>
                  </a:path>
                </a:pathLst>
              </a:custGeom>
              <a:solidFill>
                <a:srgbClr val="B5B1CA"/>
              </a:solidFill>
              <a:ln w="2646" cap="flat">
                <a:noFill/>
              </a:ln>
            </p:spPr>
          </p:sp>
          <p:sp>
            <p:nvSpPr>
              <p:cNvPr id="2057" name="ICON_C_WINDOWS_GRAPHIC_path_029"/>
              <p:cNvSpPr/>
              <p:nvPr/>
            </p:nvSpPr>
            <p:spPr>
              <a:xfrm>
                <a:off x="5220229" y="7378893"/>
                <a:ext cx="71914" cy="161732"/>
              </a:xfrm>
              <a:custGeom>
                <a:avLst/>
                <a:gdLst/>
                <a:ahLst/>
                <a:cxnLst/>
                <a:rect l="0" t="0" r="r" b="b"/>
                <a:pathLst>
                  <a:path w="5662" h="12735" fill="norm" stroke="0">
                    <a:moveTo>
                      <a:pt x="4583" y="26"/>
                    </a:moveTo>
                    <a:cubicBezTo>
                      <a:pt x="4847" y="0"/>
                      <a:pt x="5091" y="16"/>
                      <a:pt x="5327" y="145"/>
                    </a:cubicBezTo>
                    <a:cubicBezTo>
                      <a:pt x="5531" y="349"/>
                      <a:pt x="5523" y="671"/>
                      <a:pt x="5547" y="944"/>
                    </a:cubicBezTo>
                    <a:cubicBezTo>
                      <a:pt x="5555" y="1018"/>
                      <a:pt x="5563" y="1092"/>
                      <a:pt x="5571" y="1166"/>
                    </a:cubicBezTo>
                    <a:cubicBezTo>
                      <a:pt x="5662" y="2090"/>
                      <a:pt x="5649" y="3020"/>
                      <a:pt x="5639" y="3947"/>
                    </a:cubicBezTo>
                    <a:cubicBezTo>
                      <a:pt x="5637" y="4188"/>
                      <a:pt x="5636" y="4428"/>
                      <a:pt x="5635" y="4668"/>
                    </a:cubicBezTo>
                    <a:cubicBezTo>
                      <a:pt x="5633" y="5135"/>
                      <a:pt x="5629" y="5601"/>
                      <a:pt x="5625" y="6068"/>
                    </a:cubicBezTo>
                    <a:cubicBezTo>
                      <a:pt x="5350" y="5931"/>
                      <a:pt x="5075" y="5793"/>
                      <a:pt x="4792" y="5651"/>
                    </a:cubicBezTo>
                    <a:cubicBezTo>
                      <a:pt x="4751" y="5767"/>
                      <a:pt x="4711" y="5883"/>
                      <a:pt x="4670" y="6001"/>
                    </a:cubicBezTo>
                    <a:cubicBezTo>
                      <a:pt x="4629" y="6115"/>
                      <a:pt x="4588" y="6228"/>
                      <a:pt x="4547" y="6341"/>
                    </a:cubicBezTo>
                    <a:cubicBezTo>
                      <a:pt x="4520" y="6419"/>
                      <a:pt x="4492" y="6496"/>
                      <a:pt x="4465" y="6575"/>
                    </a:cubicBezTo>
                    <a:cubicBezTo>
                      <a:pt x="4153" y="7474"/>
                      <a:pt x="4153" y="7474"/>
                      <a:pt x="3750" y="7735"/>
                    </a:cubicBezTo>
                    <a:cubicBezTo>
                      <a:pt x="3475" y="7735"/>
                      <a:pt x="3200" y="7735"/>
                      <a:pt x="2917" y="7735"/>
                    </a:cubicBezTo>
                    <a:cubicBezTo>
                      <a:pt x="2917" y="9385"/>
                      <a:pt x="2917" y="11035"/>
                      <a:pt x="2917" y="12735"/>
                    </a:cubicBezTo>
                    <a:cubicBezTo>
                      <a:pt x="2642" y="12735"/>
                      <a:pt x="2367" y="12735"/>
                      <a:pt x="2083" y="12735"/>
                    </a:cubicBezTo>
                    <a:cubicBezTo>
                      <a:pt x="2080" y="12626"/>
                      <a:pt x="2077" y="12516"/>
                      <a:pt x="2074" y="12404"/>
                    </a:cubicBezTo>
                    <a:cubicBezTo>
                      <a:pt x="2064" y="12039"/>
                      <a:pt x="2050" y="11675"/>
                      <a:pt x="2034" y="11311"/>
                    </a:cubicBezTo>
                    <a:cubicBezTo>
                      <a:pt x="2025" y="11091"/>
                      <a:pt x="2017" y="10870"/>
                      <a:pt x="2011" y="10650"/>
                    </a:cubicBezTo>
                    <a:cubicBezTo>
                      <a:pt x="1966" y="8926"/>
                      <a:pt x="1966" y="8926"/>
                      <a:pt x="1387" y="8319"/>
                    </a:cubicBezTo>
                    <a:cubicBezTo>
                      <a:pt x="1200" y="8116"/>
                      <a:pt x="1186" y="7921"/>
                      <a:pt x="1190" y="7655"/>
                    </a:cubicBezTo>
                    <a:cubicBezTo>
                      <a:pt x="1195" y="7560"/>
                      <a:pt x="1203" y="7465"/>
                      <a:pt x="1211" y="7370"/>
                    </a:cubicBezTo>
                    <a:cubicBezTo>
                      <a:pt x="1214" y="7304"/>
                      <a:pt x="1217" y="7237"/>
                      <a:pt x="1220" y="7171"/>
                    </a:cubicBezTo>
                    <a:cubicBezTo>
                      <a:pt x="1226" y="7011"/>
                      <a:pt x="1238" y="6853"/>
                      <a:pt x="1250" y="6693"/>
                    </a:cubicBezTo>
                    <a:cubicBezTo>
                      <a:pt x="837" y="6693"/>
                      <a:pt x="425" y="6693"/>
                      <a:pt x="0" y="6693"/>
                    </a:cubicBezTo>
                    <a:cubicBezTo>
                      <a:pt x="92" y="6084"/>
                      <a:pt x="229" y="5529"/>
                      <a:pt x="456" y="4957"/>
                    </a:cubicBezTo>
                    <a:cubicBezTo>
                      <a:pt x="482" y="4891"/>
                      <a:pt x="507" y="4824"/>
                      <a:pt x="531" y="4757"/>
                    </a:cubicBezTo>
                    <a:cubicBezTo>
                      <a:pt x="689" y="4323"/>
                      <a:pt x="689" y="4323"/>
                      <a:pt x="833" y="4193"/>
                    </a:cubicBezTo>
                    <a:cubicBezTo>
                      <a:pt x="1037" y="4118"/>
                      <a:pt x="1250" y="4154"/>
                      <a:pt x="1458" y="4193"/>
                    </a:cubicBezTo>
                    <a:cubicBezTo>
                      <a:pt x="1459" y="4217"/>
                      <a:pt x="1459" y="4241"/>
                      <a:pt x="1459" y="4265"/>
                    </a:cubicBezTo>
                    <a:cubicBezTo>
                      <a:pt x="1492" y="6229"/>
                      <a:pt x="1492" y="6229"/>
                      <a:pt x="2054" y="6795"/>
                    </a:cubicBezTo>
                    <a:cubicBezTo>
                      <a:pt x="2260" y="6986"/>
                      <a:pt x="2476" y="7161"/>
                      <a:pt x="2708" y="7318"/>
                    </a:cubicBezTo>
                    <a:cubicBezTo>
                      <a:pt x="2705" y="7278"/>
                      <a:pt x="2702" y="7239"/>
                      <a:pt x="2698" y="7197"/>
                    </a:cubicBezTo>
                    <a:cubicBezTo>
                      <a:pt x="2598" y="5863"/>
                      <a:pt x="2598" y="5863"/>
                      <a:pt x="2982" y="5365"/>
                    </a:cubicBezTo>
                    <a:cubicBezTo>
                      <a:pt x="3006" y="5333"/>
                      <a:pt x="3031" y="5300"/>
                      <a:pt x="3056" y="5267"/>
                    </a:cubicBezTo>
                    <a:cubicBezTo>
                      <a:pt x="3213" y="5090"/>
                      <a:pt x="3334" y="5021"/>
                      <a:pt x="3568" y="4980"/>
                    </a:cubicBezTo>
                    <a:cubicBezTo>
                      <a:pt x="3714" y="4951"/>
                      <a:pt x="3842" y="4914"/>
                      <a:pt x="3958" y="4818"/>
                    </a:cubicBezTo>
                    <a:cubicBezTo>
                      <a:pt x="4082" y="4580"/>
                      <a:pt x="4050" y="4275"/>
                      <a:pt x="4050" y="4014"/>
                    </a:cubicBezTo>
                    <a:cubicBezTo>
                      <a:pt x="4053" y="3933"/>
                      <a:pt x="4056" y="3851"/>
                      <a:pt x="4059" y="3770"/>
                    </a:cubicBezTo>
                    <a:cubicBezTo>
                      <a:pt x="4066" y="3556"/>
                      <a:pt x="4070" y="3341"/>
                      <a:pt x="4074" y="3126"/>
                    </a:cubicBezTo>
                    <a:cubicBezTo>
                      <a:pt x="4079" y="2745"/>
                      <a:pt x="4089" y="2364"/>
                      <a:pt x="4102" y="1983"/>
                    </a:cubicBezTo>
                    <a:cubicBezTo>
                      <a:pt x="4104" y="1942"/>
                      <a:pt x="4105" y="1902"/>
                      <a:pt x="4106" y="1860"/>
                    </a:cubicBezTo>
                    <a:cubicBezTo>
                      <a:pt x="4131" y="1181"/>
                      <a:pt x="4245" y="624"/>
                      <a:pt x="4583" y="26"/>
                    </a:cubicBezTo>
                    <a:close/>
                  </a:path>
                </a:pathLst>
              </a:custGeom>
              <a:solidFill>
                <a:srgbClr val="C2BFD1"/>
              </a:solidFill>
              <a:ln w="2646" cap="flat">
                <a:noFill/>
              </a:ln>
            </p:spPr>
          </p:sp>
          <p:sp>
            <p:nvSpPr>
              <p:cNvPr id="2058" name="ICON_C_WINDOWS_GRAPHIC_path_030"/>
              <p:cNvSpPr/>
              <p:nvPr/>
            </p:nvSpPr>
            <p:spPr>
              <a:xfrm>
                <a:off x="5465322" y="7402591"/>
                <a:ext cx="81904" cy="114221"/>
              </a:xfrm>
              <a:custGeom>
                <a:avLst/>
                <a:gdLst/>
                <a:ahLst/>
                <a:cxnLst/>
                <a:rect l="0" t="0" r="r" b="b"/>
                <a:pathLst>
                  <a:path w="6449" h="8994" fill="norm" stroke="0">
                    <a:moveTo>
                      <a:pt x="5923" y="23"/>
                    </a:moveTo>
                    <a:cubicBezTo>
                      <a:pt x="5942" y="23"/>
                      <a:pt x="5942" y="23"/>
                      <a:pt x="6040" y="25"/>
                    </a:cubicBezTo>
                    <a:cubicBezTo>
                      <a:pt x="6136" y="28"/>
                      <a:pt x="6231" y="31"/>
                      <a:pt x="6326" y="35"/>
                    </a:cubicBezTo>
                    <a:cubicBezTo>
                      <a:pt x="6346" y="459"/>
                      <a:pt x="6361" y="883"/>
                      <a:pt x="6370" y="1307"/>
                    </a:cubicBezTo>
                    <a:cubicBezTo>
                      <a:pt x="6374" y="1504"/>
                      <a:pt x="6380" y="1701"/>
                      <a:pt x="6389" y="1898"/>
                    </a:cubicBezTo>
                    <a:cubicBezTo>
                      <a:pt x="6449" y="3172"/>
                      <a:pt x="6449" y="3172"/>
                      <a:pt x="6247" y="3496"/>
                    </a:cubicBezTo>
                    <a:cubicBezTo>
                      <a:pt x="6056" y="3693"/>
                      <a:pt x="5831" y="3815"/>
                      <a:pt x="5588" y="3938"/>
                    </a:cubicBezTo>
                    <a:cubicBezTo>
                      <a:pt x="5371" y="4065"/>
                      <a:pt x="5276" y="4282"/>
                      <a:pt x="5168" y="4502"/>
                    </a:cubicBezTo>
                    <a:cubicBezTo>
                      <a:pt x="5118" y="4593"/>
                      <a:pt x="5069" y="4683"/>
                      <a:pt x="5019" y="4774"/>
                    </a:cubicBezTo>
                    <a:cubicBezTo>
                      <a:pt x="4994" y="4818"/>
                      <a:pt x="4970" y="4862"/>
                      <a:pt x="4945" y="4908"/>
                    </a:cubicBezTo>
                    <a:cubicBezTo>
                      <a:pt x="4824" y="5108"/>
                      <a:pt x="4677" y="5284"/>
                      <a:pt x="4529" y="5465"/>
                    </a:cubicBezTo>
                    <a:cubicBezTo>
                      <a:pt x="4214" y="5858"/>
                      <a:pt x="4123" y="6207"/>
                      <a:pt x="4035" y="6702"/>
                    </a:cubicBezTo>
                    <a:cubicBezTo>
                      <a:pt x="3760" y="6702"/>
                      <a:pt x="3485" y="6702"/>
                      <a:pt x="3201" y="6702"/>
                    </a:cubicBezTo>
                    <a:cubicBezTo>
                      <a:pt x="3133" y="6427"/>
                      <a:pt x="3064" y="6152"/>
                      <a:pt x="2993" y="5869"/>
                    </a:cubicBezTo>
                    <a:cubicBezTo>
                      <a:pt x="2283" y="6555"/>
                      <a:pt x="2034" y="7170"/>
                      <a:pt x="1922" y="8153"/>
                    </a:cubicBezTo>
                    <a:cubicBezTo>
                      <a:pt x="1858" y="8622"/>
                      <a:pt x="1858" y="8622"/>
                      <a:pt x="1743" y="8785"/>
                    </a:cubicBezTo>
                    <a:cubicBezTo>
                      <a:pt x="1496" y="8943"/>
                      <a:pt x="1196" y="8974"/>
                      <a:pt x="910" y="8994"/>
                    </a:cubicBezTo>
                    <a:cubicBezTo>
                      <a:pt x="909" y="8961"/>
                      <a:pt x="907" y="8927"/>
                      <a:pt x="906" y="8893"/>
                    </a:cubicBezTo>
                    <a:cubicBezTo>
                      <a:pt x="890" y="8471"/>
                      <a:pt x="869" y="8049"/>
                      <a:pt x="845" y="7627"/>
                    </a:cubicBezTo>
                    <a:cubicBezTo>
                      <a:pt x="843" y="7593"/>
                      <a:pt x="841" y="7560"/>
                      <a:pt x="839" y="7525"/>
                    </a:cubicBezTo>
                    <a:cubicBezTo>
                      <a:pt x="789" y="6674"/>
                      <a:pt x="730" y="5924"/>
                      <a:pt x="318" y="5161"/>
                    </a:cubicBezTo>
                    <a:cubicBezTo>
                      <a:pt x="0" y="4569"/>
                      <a:pt x="69" y="4094"/>
                      <a:pt x="256" y="3460"/>
                    </a:cubicBezTo>
                    <a:cubicBezTo>
                      <a:pt x="265" y="3430"/>
                      <a:pt x="275" y="3400"/>
                      <a:pt x="285" y="3369"/>
                    </a:cubicBezTo>
                    <a:cubicBezTo>
                      <a:pt x="762" y="3540"/>
                      <a:pt x="1148" y="3717"/>
                      <a:pt x="1379" y="4189"/>
                    </a:cubicBezTo>
                    <a:cubicBezTo>
                      <a:pt x="1544" y="4553"/>
                      <a:pt x="1574" y="4849"/>
                      <a:pt x="1535" y="5244"/>
                    </a:cubicBezTo>
                    <a:cubicBezTo>
                      <a:pt x="1741" y="5244"/>
                      <a:pt x="1947" y="5244"/>
                      <a:pt x="2160" y="5244"/>
                    </a:cubicBezTo>
                    <a:cubicBezTo>
                      <a:pt x="2170" y="5161"/>
                      <a:pt x="2180" y="5078"/>
                      <a:pt x="2191" y="4992"/>
                    </a:cubicBezTo>
                    <a:cubicBezTo>
                      <a:pt x="2326" y="3964"/>
                      <a:pt x="2326" y="3964"/>
                      <a:pt x="2563" y="3603"/>
                    </a:cubicBezTo>
                    <a:cubicBezTo>
                      <a:pt x="2579" y="3578"/>
                      <a:pt x="2594" y="3553"/>
                      <a:pt x="2610" y="3528"/>
                    </a:cubicBezTo>
                    <a:cubicBezTo>
                      <a:pt x="2660" y="3462"/>
                      <a:pt x="2660" y="3462"/>
                      <a:pt x="2785" y="3369"/>
                    </a:cubicBezTo>
                    <a:cubicBezTo>
                      <a:pt x="2922" y="3369"/>
                      <a:pt x="3060" y="3369"/>
                      <a:pt x="3201" y="3369"/>
                    </a:cubicBezTo>
                    <a:cubicBezTo>
                      <a:pt x="3201" y="2956"/>
                      <a:pt x="3201" y="2544"/>
                      <a:pt x="3201" y="2119"/>
                    </a:cubicBezTo>
                    <a:cubicBezTo>
                      <a:pt x="3842" y="2077"/>
                      <a:pt x="3842" y="2077"/>
                      <a:pt x="4035" y="2119"/>
                    </a:cubicBezTo>
                    <a:cubicBezTo>
                      <a:pt x="4172" y="2244"/>
                      <a:pt x="4202" y="2359"/>
                      <a:pt x="4243" y="2535"/>
                    </a:cubicBezTo>
                    <a:cubicBezTo>
                      <a:pt x="4474" y="2519"/>
                      <a:pt x="4692" y="2488"/>
                      <a:pt x="4868" y="2327"/>
                    </a:cubicBezTo>
                    <a:cubicBezTo>
                      <a:pt x="5031" y="2014"/>
                      <a:pt x="5054" y="1630"/>
                      <a:pt x="5102" y="1285"/>
                    </a:cubicBezTo>
                    <a:cubicBezTo>
                      <a:pt x="5125" y="1140"/>
                      <a:pt x="5148" y="995"/>
                      <a:pt x="5173" y="850"/>
                    </a:cubicBezTo>
                    <a:cubicBezTo>
                      <a:pt x="5187" y="760"/>
                      <a:pt x="5201" y="670"/>
                      <a:pt x="5214" y="580"/>
                    </a:cubicBezTo>
                    <a:cubicBezTo>
                      <a:pt x="5266" y="239"/>
                      <a:pt x="5266" y="239"/>
                      <a:pt x="5368" y="111"/>
                    </a:cubicBezTo>
                    <a:cubicBezTo>
                      <a:pt x="5552" y="0"/>
                      <a:pt x="5712" y="13"/>
                      <a:pt x="5923" y="23"/>
                    </a:cubicBezTo>
                    <a:close/>
                  </a:path>
                </a:pathLst>
              </a:custGeom>
              <a:solidFill>
                <a:srgbClr val="9EB2DF"/>
              </a:solidFill>
              <a:ln w="2646" cap="flat">
                <a:noFill/>
              </a:ln>
            </p:spPr>
          </p:sp>
          <p:sp>
            <p:nvSpPr>
              <p:cNvPr id="2059" name="ICON_C_WINDOWS_GRAPHIC_path_031"/>
              <p:cNvSpPr/>
              <p:nvPr/>
            </p:nvSpPr>
            <p:spPr>
              <a:xfrm>
                <a:off x="5990167" y="7299854"/>
                <a:ext cx="120243" cy="339029"/>
              </a:xfrm>
              <a:custGeom>
                <a:avLst/>
                <a:gdLst/>
                <a:ahLst/>
                <a:cxnLst/>
                <a:rect l="0" t="0" r="r" b="b"/>
                <a:pathLst>
                  <a:path w="9468" h="26695" fill="norm" stroke="0">
                    <a:moveTo>
                      <a:pt x="9167" y="0"/>
                    </a:moveTo>
                    <a:cubicBezTo>
                      <a:pt x="9235" y="0"/>
                      <a:pt x="9304" y="0"/>
                      <a:pt x="9375" y="0"/>
                    </a:cubicBezTo>
                    <a:cubicBezTo>
                      <a:pt x="9389" y="1453"/>
                      <a:pt x="9400" y="2905"/>
                      <a:pt x="9407" y="4358"/>
                    </a:cubicBezTo>
                    <a:cubicBezTo>
                      <a:pt x="9408" y="4529"/>
                      <a:pt x="9409" y="4701"/>
                      <a:pt x="9409" y="4873"/>
                    </a:cubicBezTo>
                    <a:cubicBezTo>
                      <a:pt x="9410" y="4907"/>
                      <a:pt x="9410" y="4941"/>
                      <a:pt x="9410" y="4976"/>
                    </a:cubicBezTo>
                    <a:cubicBezTo>
                      <a:pt x="9413" y="5529"/>
                      <a:pt x="9418" y="6082"/>
                      <a:pt x="9423" y="6634"/>
                    </a:cubicBezTo>
                    <a:cubicBezTo>
                      <a:pt x="9429" y="7202"/>
                      <a:pt x="9433" y="7769"/>
                      <a:pt x="9434" y="8336"/>
                    </a:cubicBezTo>
                    <a:cubicBezTo>
                      <a:pt x="9435" y="8686"/>
                      <a:pt x="9437" y="9036"/>
                      <a:pt x="9442" y="9386"/>
                    </a:cubicBezTo>
                    <a:cubicBezTo>
                      <a:pt x="9446" y="9626"/>
                      <a:pt x="9447" y="9867"/>
                      <a:pt x="9446" y="10107"/>
                    </a:cubicBezTo>
                    <a:cubicBezTo>
                      <a:pt x="9446" y="10245"/>
                      <a:pt x="9446" y="10384"/>
                      <a:pt x="9450" y="10522"/>
                    </a:cubicBezTo>
                    <a:cubicBezTo>
                      <a:pt x="9468" y="11324"/>
                      <a:pt x="9468" y="11324"/>
                      <a:pt x="9316" y="11544"/>
                    </a:cubicBezTo>
                    <a:cubicBezTo>
                      <a:pt x="9066" y="11794"/>
                      <a:pt x="8763" y="11900"/>
                      <a:pt x="8416" y="11916"/>
                    </a:cubicBezTo>
                    <a:cubicBezTo>
                      <a:pt x="8305" y="11914"/>
                      <a:pt x="8196" y="11908"/>
                      <a:pt x="8086" y="11901"/>
                    </a:cubicBezTo>
                    <a:cubicBezTo>
                      <a:pt x="8029" y="11899"/>
                      <a:pt x="7971" y="11897"/>
                      <a:pt x="7914" y="11895"/>
                    </a:cubicBezTo>
                    <a:cubicBezTo>
                      <a:pt x="7776" y="11891"/>
                      <a:pt x="7638" y="11884"/>
                      <a:pt x="7500" y="11875"/>
                    </a:cubicBezTo>
                    <a:cubicBezTo>
                      <a:pt x="7501" y="11896"/>
                      <a:pt x="7501" y="11896"/>
                      <a:pt x="7507" y="12006"/>
                    </a:cubicBezTo>
                    <a:cubicBezTo>
                      <a:pt x="7514" y="12166"/>
                      <a:pt x="7519" y="12326"/>
                      <a:pt x="7523" y="12487"/>
                    </a:cubicBezTo>
                    <a:cubicBezTo>
                      <a:pt x="7525" y="12556"/>
                      <a:pt x="7528" y="12625"/>
                      <a:pt x="7531" y="12695"/>
                    </a:cubicBezTo>
                    <a:cubicBezTo>
                      <a:pt x="7536" y="12794"/>
                      <a:pt x="7539" y="12894"/>
                      <a:pt x="7541" y="12994"/>
                    </a:cubicBezTo>
                    <a:cubicBezTo>
                      <a:pt x="7543" y="13025"/>
                      <a:pt x="7545" y="13056"/>
                      <a:pt x="7547" y="13087"/>
                    </a:cubicBezTo>
                    <a:cubicBezTo>
                      <a:pt x="7547" y="13185"/>
                      <a:pt x="7544" y="13246"/>
                      <a:pt x="7500" y="13333"/>
                    </a:cubicBezTo>
                    <a:cubicBezTo>
                      <a:pt x="7408" y="13382"/>
                      <a:pt x="7408" y="13382"/>
                      <a:pt x="7295" y="13426"/>
                    </a:cubicBezTo>
                    <a:cubicBezTo>
                      <a:pt x="7096" y="13511"/>
                      <a:pt x="7096" y="13511"/>
                      <a:pt x="7038" y="13648"/>
                    </a:cubicBezTo>
                    <a:cubicBezTo>
                      <a:pt x="7015" y="13787"/>
                      <a:pt x="7004" y="13923"/>
                      <a:pt x="6997" y="14063"/>
                    </a:cubicBezTo>
                    <a:cubicBezTo>
                      <a:pt x="6993" y="14114"/>
                      <a:pt x="6989" y="14164"/>
                      <a:pt x="6985" y="14216"/>
                    </a:cubicBezTo>
                    <a:cubicBezTo>
                      <a:pt x="6974" y="14350"/>
                      <a:pt x="6966" y="14484"/>
                      <a:pt x="6958" y="14618"/>
                    </a:cubicBezTo>
                    <a:cubicBezTo>
                      <a:pt x="6950" y="14755"/>
                      <a:pt x="6939" y="14892"/>
                      <a:pt x="6929" y="15029"/>
                    </a:cubicBezTo>
                    <a:cubicBezTo>
                      <a:pt x="6909" y="15297"/>
                      <a:pt x="6891" y="15565"/>
                      <a:pt x="6875" y="15833"/>
                    </a:cubicBezTo>
                    <a:cubicBezTo>
                      <a:pt x="7096" y="15805"/>
                      <a:pt x="7324" y="15772"/>
                      <a:pt x="7500" y="15625"/>
                    </a:cubicBezTo>
                    <a:cubicBezTo>
                      <a:pt x="7606" y="15416"/>
                      <a:pt x="7594" y="15162"/>
                      <a:pt x="7600" y="14933"/>
                    </a:cubicBezTo>
                    <a:cubicBezTo>
                      <a:pt x="7636" y="13873"/>
                      <a:pt x="7636" y="13873"/>
                      <a:pt x="7982" y="13529"/>
                    </a:cubicBezTo>
                    <a:cubicBezTo>
                      <a:pt x="8159" y="13375"/>
                      <a:pt x="8318" y="13320"/>
                      <a:pt x="8552" y="13323"/>
                    </a:cubicBezTo>
                    <a:cubicBezTo>
                      <a:pt x="8665" y="13337"/>
                      <a:pt x="8665" y="13337"/>
                      <a:pt x="8776" y="13359"/>
                    </a:cubicBezTo>
                    <a:cubicBezTo>
                      <a:pt x="8812" y="13366"/>
                      <a:pt x="8847" y="13373"/>
                      <a:pt x="8884" y="13380"/>
                    </a:cubicBezTo>
                    <a:cubicBezTo>
                      <a:pt x="9048" y="13433"/>
                      <a:pt x="9142" y="13499"/>
                      <a:pt x="9229" y="13649"/>
                    </a:cubicBezTo>
                    <a:cubicBezTo>
                      <a:pt x="9425" y="14178"/>
                      <a:pt x="9405" y="14719"/>
                      <a:pt x="9402" y="15275"/>
                    </a:cubicBezTo>
                    <a:cubicBezTo>
                      <a:pt x="9402" y="15425"/>
                      <a:pt x="9403" y="15575"/>
                      <a:pt x="9403" y="15725"/>
                    </a:cubicBezTo>
                    <a:cubicBezTo>
                      <a:pt x="9404" y="16018"/>
                      <a:pt x="9404" y="16311"/>
                      <a:pt x="9403" y="16604"/>
                    </a:cubicBezTo>
                    <a:cubicBezTo>
                      <a:pt x="9403" y="16842"/>
                      <a:pt x="9403" y="17080"/>
                      <a:pt x="9403" y="17317"/>
                    </a:cubicBezTo>
                    <a:cubicBezTo>
                      <a:pt x="9403" y="17351"/>
                      <a:pt x="9403" y="17386"/>
                      <a:pt x="9403" y="17421"/>
                    </a:cubicBezTo>
                    <a:cubicBezTo>
                      <a:pt x="9403" y="17490"/>
                      <a:pt x="9403" y="17559"/>
                      <a:pt x="9403" y="17628"/>
                    </a:cubicBezTo>
                    <a:cubicBezTo>
                      <a:pt x="9404" y="18273"/>
                      <a:pt x="9403" y="18919"/>
                      <a:pt x="9402" y="19564"/>
                    </a:cubicBezTo>
                    <a:cubicBezTo>
                      <a:pt x="9401" y="20118"/>
                      <a:pt x="9401" y="20672"/>
                      <a:pt x="9402" y="21225"/>
                    </a:cubicBezTo>
                    <a:cubicBezTo>
                      <a:pt x="9403" y="21869"/>
                      <a:pt x="9404" y="22513"/>
                      <a:pt x="9403" y="23157"/>
                    </a:cubicBezTo>
                    <a:cubicBezTo>
                      <a:pt x="9403" y="23226"/>
                      <a:pt x="9403" y="23295"/>
                      <a:pt x="9403" y="23363"/>
                    </a:cubicBezTo>
                    <a:cubicBezTo>
                      <a:pt x="9403" y="23380"/>
                      <a:pt x="9403" y="23380"/>
                      <a:pt x="9403" y="23465"/>
                    </a:cubicBezTo>
                    <a:cubicBezTo>
                      <a:pt x="9403" y="23703"/>
                      <a:pt x="9403" y="23941"/>
                      <a:pt x="9403" y="24179"/>
                    </a:cubicBezTo>
                    <a:cubicBezTo>
                      <a:pt x="9404" y="24469"/>
                      <a:pt x="9404" y="24758"/>
                      <a:pt x="9403" y="25048"/>
                    </a:cubicBezTo>
                    <a:cubicBezTo>
                      <a:pt x="9402" y="25195"/>
                      <a:pt x="9402" y="25343"/>
                      <a:pt x="9403" y="25491"/>
                    </a:cubicBezTo>
                    <a:cubicBezTo>
                      <a:pt x="9403" y="25651"/>
                      <a:pt x="9403" y="25811"/>
                      <a:pt x="9401" y="25971"/>
                    </a:cubicBezTo>
                    <a:cubicBezTo>
                      <a:pt x="9402" y="26018"/>
                      <a:pt x="9402" y="26064"/>
                      <a:pt x="9403" y="26113"/>
                    </a:cubicBezTo>
                    <a:cubicBezTo>
                      <a:pt x="9398" y="26462"/>
                      <a:pt x="9398" y="26462"/>
                      <a:pt x="9293" y="26591"/>
                    </a:cubicBezTo>
                    <a:cubicBezTo>
                      <a:pt x="9121" y="26694"/>
                      <a:pt x="8990" y="26695"/>
                      <a:pt x="8794" y="26692"/>
                    </a:cubicBezTo>
                    <a:cubicBezTo>
                      <a:pt x="8775" y="26692"/>
                      <a:pt x="8775" y="26692"/>
                      <a:pt x="8680" y="26692"/>
                    </a:cubicBezTo>
                    <a:cubicBezTo>
                      <a:pt x="8554" y="26692"/>
                      <a:pt x="8428" y="26691"/>
                      <a:pt x="8301" y="26690"/>
                    </a:cubicBezTo>
                    <a:cubicBezTo>
                      <a:pt x="8211" y="26690"/>
                      <a:pt x="8121" y="26690"/>
                      <a:pt x="8030" y="26690"/>
                    </a:cubicBezTo>
                    <a:cubicBezTo>
                      <a:pt x="7785" y="26690"/>
                      <a:pt x="7540" y="26689"/>
                      <a:pt x="7295" y="26688"/>
                    </a:cubicBezTo>
                    <a:cubicBezTo>
                      <a:pt x="7038" y="26686"/>
                      <a:pt x="6782" y="26686"/>
                      <a:pt x="6525" y="26686"/>
                    </a:cubicBezTo>
                    <a:cubicBezTo>
                      <a:pt x="6095" y="26686"/>
                      <a:pt x="5665" y="26684"/>
                      <a:pt x="5235" y="26682"/>
                    </a:cubicBezTo>
                    <a:cubicBezTo>
                      <a:pt x="4791" y="26680"/>
                      <a:pt x="4348" y="26679"/>
                      <a:pt x="3905" y="26678"/>
                    </a:cubicBezTo>
                    <a:cubicBezTo>
                      <a:pt x="3878" y="26678"/>
                      <a:pt x="3850" y="26678"/>
                      <a:pt x="3822" y="26678"/>
                    </a:cubicBezTo>
                    <a:cubicBezTo>
                      <a:pt x="3685" y="26678"/>
                      <a:pt x="3548" y="26678"/>
                      <a:pt x="3411" y="26677"/>
                    </a:cubicBezTo>
                    <a:cubicBezTo>
                      <a:pt x="2274" y="26675"/>
                      <a:pt x="1137" y="26671"/>
                      <a:pt x="0" y="26667"/>
                    </a:cubicBezTo>
                    <a:cubicBezTo>
                      <a:pt x="0" y="26598"/>
                      <a:pt x="0" y="26529"/>
                      <a:pt x="0" y="26458"/>
                    </a:cubicBezTo>
                    <a:cubicBezTo>
                      <a:pt x="2956" y="26390"/>
                      <a:pt x="5913" y="26321"/>
                      <a:pt x="8958" y="26250"/>
                    </a:cubicBezTo>
                    <a:cubicBezTo>
                      <a:pt x="8958" y="22675"/>
                      <a:pt x="8958" y="19100"/>
                      <a:pt x="8958" y="15417"/>
                    </a:cubicBezTo>
                    <a:cubicBezTo>
                      <a:pt x="8615" y="15348"/>
                      <a:pt x="8271" y="15279"/>
                      <a:pt x="7917" y="15208"/>
                    </a:cubicBezTo>
                    <a:cubicBezTo>
                      <a:pt x="7917" y="15552"/>
                      <a:pt x="7917" y="15896"/>
                      <a:pt x="7917" y="16250"/>
                    </a:cubicBezTo>
                    <a:cubicBezTo>
                      <a:pt x="7854" y="16269"/>
                      <a:pt x="7854" y="16269"/>
                      <a:pt x="7539" y="16367"/>
                    </a:cubicBezTo>
                    <a:cubicBezTo>
                      <a:pt x="7501" y="16380"/>
                      <a:pt x="7463" y="16393"/>
                      <a:pt x="7424" y="16406"/>
                    </a:cubicBezTo>
                    <a:cubicBezTo>
                      <a:pt x="7139" y="16485"/>
                      <a:pt x="6863" y="16464"/>
                      <a:pt x="6591" y="16346"/>
                    </a:cubicBezTo>
                    <a:cubicBezTo>
                      <a:pt x="6476" y="16279"/>
                      <a:pt x="6432" y="16221"/>
                      <a:pt x="6389" y="16096"/>
                    </a:cubicBezTo>
                    <a:cubicBezTo>
                      <a:pt x="6343" y="15902"/>
                      <a:pt x="6329" y="15706"/>
                      <a:pt x="6315" y="15508"/>
                    </a:cubicBezTo>
                    <a:cubicBezTo>
                      <a:pt x="6308" y="15439"/>
                      <a:pt x="6301" y="15369"/>
                      <a:pt x="6294" y="15300"/>
                    </a:cubicBezTo>
                    <a:cubicBezTo>
                      <a:pt x="6275" y="15130"/>
                      <a:pt x="6263" y="14962"/>
                      <a:pt x="6250" y="14792"/>
                    </a:cubicBezTo>
                    <a:cubicBezTo>
                      <a:pt x="6044" y="14998"/>
                      <a:pt x="5838" y="15204"/>
                      <a:pt x="5625" y="15417"/>
                    </a:cubicBezTo>
                    <a:cubicBezTo>
                      <a:pt x="5488" y="15142"/>
                      <a:pt x="5350" y="14867"/>
                      <a:pt x="5208" y="14583"/>
                    </a:cubicBezTo>
                    <a:cubicBezTo>
                      <a:pt x="5105" y="14618"/>
                      <a:pt x="5105" y="14618"/>
                      <a:pt x="4583" y="14792"/>
                    </a:cubicBezTo>
                    <a:cubicBezTo>
                      <a:pt x="4583" y="14585"/>
                      <a:pt x="4583" y="14379"/>
                      <a:pt x="4583" y="14167"/>
                    </a:cubicBezTo>
                    <a:cubicBezTo>
                      <a:pt x="4315" y="14131"/>
                      <a:pt x="4315" y="14131"/>
                      <a:pt x="4167" y="14167"/>
                    </a:cubicBezTo>
                    <a:cubicBezTo>
                      <a:pt x="4052" y="14289"/>
                      <a:pt x="3996" y="14430"/>
                      <a:pt x="3932" y="14583"/>
                    </a:cubicBezTo>
                    <a:cubicBezTo>
                      <a:pt x="3900" y="14658"/>
                      <a:pt x="3867" y="14732"/>
                      <a:pt x="3835" y="14806"/>
                    </a:cubicBezTo>
                    <a:cubicBezTo>
                      <a:pt x="3819" y="14843"/>
                      <a:pt x="3803" y="14879"/>
                      <a:pt x="3786" y="14917"/>
                    </a:cubicBezTo>
                    <a:cubicBezTo>
                      <a:pt x="3774" y="14944"/>
                      <a:pt x="3762" y="14972"/>
                      <a:pt x="3750" y="15000"/>
                    </a:cubicBezTo>
                    <a:cubicBezTo>
                      <a:pt x="3746" y="14645"/>
                      <a:pt x="3753" y="14260"/>
                      <a:pt x="3958" y="13958"/>
                    </a:cubicBezTo>
                    <a:cubicBezTo>
                      <a:pt x="4298" y="13764"/>
                      <a:pt x="4749" y="13793"/>
                      <a:pt x="5131" y="13790"/>
                    </a:cubicBezTo>
                    <a:cubicBezTo>
                      <a:pt x="5281" y="13788"/>
                      <a:pt x="5430" y="13780"/>
                      <a:pt x="5580" y="13773"/>
                    </a:cubicBezTo>
                    <a:cubicBezTo>
                      <a:pt x="5873" y="13760"/>
                      <a:pt x="6165" y="13753"/>
                      <a:pt x="6458" y="13750"/>
                    </a:cubicBezTo>
                    <a:cubicBezTo>
                      <a:pt x="6461" y="13703"/>
                      <a:pt x="6464" y="13656"/>
                      <a:pt x="6468" y="13607"/>
                    </a:cubicBezTo>
                    <a:cubicBezTo>
                      <a:pt x="6480" y="13428"/>
                      <a:pt x="6496" y="13250"/>
                      <a:pt x="6513" y="13072"/>
                    </a:cubicBezTo>
                    <a:cubicBezTo>
                      <a:pt x="6520" y="12996"/>
                      <a:pt x="6526" y="12919"/>
                      <a:pt x="6530" y="12842"/>
                    </a:cubicBezTo>
                    <a:cubicBezTo>
                      <a:pt x="6573" y="12184"/>
                      <a:pt x="6573" y="12184"/>
                      <a:pt x="6734" y="12012"/>
                    </a:cubicBezTo>
                    <a:cubicBezTo>
                      <a:pt x="6817" y="11947"/>
                      <a:pt x="6901" y="11885"/>
                      <a:pt x="6986" y="11823"/>
                    </a:cubicBezTo>
                    <a:cubicBezTo>
                      <a:pt x="7172" y="11675"/>
                      <a:pt x="7287" y="11529"/>
                      <a:pt x="7325" y="11291"/>
                    </a:cubicBezTo>
                    <a:cubicBezTo>
                      <a:pt x="7377" y="10821"/>
                      <a:pt x="7352" y="10342"/>
                      <a:pt x="7335" y="9870"/>
                    </a:cubicBezTo>
                    <a:cubicBezTo>
                      <a:pt x="7328" y="9673"/>
                      <a:pt x="7325" y="9476"/>
                      <a:pt x="7322" y="9279"/>
                    </a:cubicBezTo>
                    <a:cubicBezTo>
                      <a:pt x="7316" y="8894"/>
                      <a:pt x="7305" y="8510"/>
                      <a:pt x="7292" y="8125"/>
                    </a:cubicBezTo>
                    <a:cubicBezTo>
                      <a:pt x="6851" y="8220"/>
                      <a:pt x="6851" y="8220"/>
                      <a:pt x="6667" y="8333"/>
                    </a:cubicBezTo>
                    <a:cubicBezTo>
                      <a:pt x="6568" y="8486"/>
                      <a:pt x="6565" y="8631"/>
                      <a:pt x="6560" y="8809"/>
                    </a:cubicBezTo>
                    <a:cubicBezTo>
                      <a:pt x="6556" y="8855"/>
                      <a:pt x="6553" y="8901"/>
                      <a:pt x="6549" y="8949"/>
                    </a:cubicBezTo>
                    <a:cubicBezTo>
                      <a:pt x="6538" y="9095"/>
                      <a:pt x="6530" y="9241"/>
                      <a:pt x="6523" y="9388"/>
                    </a:cubicBezTo>
                    <a:cubicBezTo>
                      <a:pt x="6516" y="9487"/>
                      <a:pt x="6509" y="9587"/>
                      <a:pt x="6502" y="9686"/>
                    </a:cubicBezTo>
                    <a:cubicBezTo>
                      <a:pt x="6484" y="9930"/>
                      <a:pt x="6470" y="10173"/>
                      <a:pt x="6458" y="10417"/>
                    </a:cubicBezTo>
                    <a:cubicBezTo>
                      <a:pt x="6410" y="10422"/>
                      <a:pt x="6362" y="10427"/>
                      <a:pt x="6312" y="10433"/>
                    </a:cubicBezTo>
                    <a:cubicBezTo>
                      <a:pt x="6131" y="10452"/>
                      <a:pt x="5950" y="10473"/>
                      <a:pt x="5769" y="10494"/>
                    </a:cubicBezTo>
                    <a:cubicBezTo>
                      <a:pt x="5691" y="10503"/>
                      <a:pt x="5613" y="10512"/>
                      <a:pt x="5535" y="10520"/>
                    </a:cubicBezTo>
                    <a:cubicBezTo>
                      <a:pt x="4703" y="10610"/>
                      <a:pt x="4703" y="10610"/>
                      <a:pt x="4375" y="10833"/>
                    </a:cubicBezTo>
                    <a:cubicBezTo>
                      <a:pt x="4408" y="10613"/>
                      <a:pt x="4444" y="10389"/>
                      <a:pt x="4583" y="10208"/>
                    </a:cubicBezTo>
                    <a:cubicBezTo>
                      <a:pt x="4801" y="10078"/>
                      <a:pt x="5079" y="10082"/>
                      <a:pt x="5325" y="10065"/>
                    </a:cubicBezTo>
                    <a:cubicBezTo>
                      <a:pt x="5395" y="10058"/>
                      <a:pt x="5464" y="10051"/>
                      <a:pt x="5534" y="10044"/>
                    </a:cubicBezTo>
                    <a:cubicBezTo>
                      <a:pt x="5703" y="10026"/>
                      <a:pt x="5872" y="10012"/>
                      <a:pt x="6042" y="10000"/>
                    </a:cubicBezTo>
                    <a:cubicBezTo>
                      <a:pt x="6044" y="9972"/>
                      <a:pt x="6046" y="9944"/>
                      <a:pt x="6048" y="9914"/>
                    </a:cubicBezTo>
                    <a:cubicBezTo>
                      <a:pt x="6069" y="9648"/>
                      <a:pt x="6090" y="9381"/>
                      <a:pt x="6112" y="9114"/>
                    </a:cubicBezTo>
                    <a:cubicBezTo>
                      <a:pt x="6124" y="8977"/>
                      <a:pt x="6135" y="8840"/>
                      <a:pt x="6145" y="8703"/>
                    </a:cubicBezTo>
                    <a:cubicBezTo>
                      <a:pt x="6157" y="8545"/>
                      <a:pt x="6171" y="8388"/>
                      <a:pt x="6184" y="8230"/>
                    </a:cubicBezTo>
                    <a:cubicBezTo>
                      <a:pt x="6188" y="8181"/>
                      <a:pt x="6191" y="8132"/>
                      <a:pt x="6195" y="8081"/>
                    </a:cubicBezTo>
                    <a:cubicBezTo>
                      <a:pt x="6212" y="7888"/>
                      <a:pt x="6231" y="7743"/>
                      <a:pt x="6325" y="7572"/>
                    </a:cubicBezTo>
                    <a:cubicBezTo>
                      <a:pt x="6540" y="7456"/>
                      <a:pt x="6752" y="7478"/>
                      <a:pt x="6992" y="7487"/>
                    </a:cubicBezTo>
                    <a:cubicBezTo>
                      <a:pt x="7041" y="7488"/>
                      <a:pt x="7090" y="7489"/>
                      <a:pt x="7140" y="7490"/>
                    </a:cubicBezTo>
                    <a:cubicBezTo>
                      <a:pt x="7260" y="7492"/>
                      <a:pt x="7380" y="7496"/>
                      <a:pt x="7500" y="7500"/>
                    </a:cubicBezTo>
                    <a:cubicBezTo>
                      <a:pt x="7502" y="7544"/>
                      <a:pt x="7504" y="7588"/>
                      <a:pt x="7506" y="7633"/>
                    </a:cubicBezTo>
                    <a:cubicBezTo>
                      <a:pt x="7527" y="8047"/>
                      <a:pt x="7548" y="8461"/>
                      <a:pt x="7571" y="8875"/>
                    </a:cubicBezTo>
                    <a:cubicBezTo>
                      <a:pt x="7582" y="9087"/>
                      <a:pt x="7593" y="9300"/>
                      <a:pt x="7604" y="9513"/>
                    </a:cubicBezTo>
                    <a:cubicBezTo>
                      <a:pt x="7614" y="9718"/>
                      <a:pt x="7624" y="9924"/>
                      <a:pt x="7636" y="10129"/>
                    </a:cubicBezTo>
                    <a:cubicBezTo>
                      <a:pt x="7640" y="10207"/>
                      <a:pt x="7644" y="10285"/>
                      <a:pt x="7648" y="10364"/>
                    </a:cubicBezTo>
                    <a:cubicBezTo>
                      <a:pt x="7653" y="10474"/>
                      <a:pt x="7659" y="10583"/>
                      <a:pt x="7666" y="10693"/>
                    </a:cubicBezTo>
                    <a:cubicBezTo>
                      <a:pt x="7666" y="10709"/>
                      <a:pt x="7666" y="10709"/>
                      <a:pt x="7669" y="10791"/>
                    </a:cubicBezTo>
                    <a:cubicBezTo>
                      <a:pt x="7671" y="10821"/>
                      <a:pt x="7673" y="10851"/>
                      <a:pt x="7675" y="10882"/>
                    </a:cubicBezTo>
                    <a:cubicBezTo>
                      <a:pt x="7677" y="10908"/>
                      <a:pt x="7678" y="10934"/>
                      <a:pt x="7679" y="10961"/>
                    </a:cubicBezTo>
                    <a:cubicBezTo>
                      <a:pt x="7708" y="11042"/>
                      <a:pt x="7708" y="11042"/>
                      <a:pt x="7917" y="11250"/>
                    </a:cubicBezTo>
                    <a:cubicBezTo>
                      <a:pt x="8260" y="11250"/>
                      <a:pt x="8604" y="11250"/>
                      <a:pt x="8958" y="11250"/>
                    </a:cubicBezTo>
                    <a:cubicBezTo>
                      <a:pt x="9027" y="7538"/>
                      <a:pt x="9096" y="3825"/>
                      <a:pt x="9167" y="0"/>
                    </a:cubicBezTo>
                    <a:close/>
                  </a:path>
                </a:pathLst>
              </a:custGeom>
              <a:solidFill>
                <a:srgbClr val="F0ADC6"/>
              </a:solidFill>
              <a:ln w="2646" cap="flat">
                <a:noFill/>
              </a:ln>
            </p:spPr>
          </p:sp>
          <p:sp>
            <p:nvSpPr>
              <p:cNvPr id="2060" name="ICON_C_WINDOWS_GRAPHIC_path_032"/>
              <p:cNvSpPr/>
              <p:nvPr/>
            </p:nvSpPr>
            <p:spPr>
              <a:xfrm>
                <a:off x="5536933" y="7376583"/>
                <a:ext cx="45776" cy="116417"/>
              </a:xfrm>
              <a:custGeom>
                <a:avLst/>
                <a:gdLst/>
                <a:ahLst/>
                <a:cxnLst/>
                <a:rect l="0" t="0" r="r" b="b"/>
                <a:pathLst>
                  <a:path w="3604" h="9167" fill="norm" stroke="0">
                    <a:moveTo>
                      <a:pt x="2771" y="0"/>
                    </a:moveTo>
                    <a:cubicBezTo>
                      <a:pt x="3046" y="69"/>
                      <a:pt x="3321" y="138"/>
                      <a:pt x="3604" y="208"/>
                    </a:cubicBezTo>
                    <a:cubicBezTo>
                      <a:pt x="3604" y="3165"/>
                      <a:pt x="3604" y="6121"/>
                      <a:pt x="3604" y="9167"/>
                    </a:cubicBezTo>
                    <a:cubicBezTo>
                      <a:pt x="3329" y="9167"/>
                      <a:pt x="3054" y="9167"/>
                      <a:pt x="2771" y="9167"/>
                    </a:cubicBezTo>
                    <a:cubicBezTo>
                      <a:pt x="2771" y="9029"/>
                      <a:pt x="2771" y="8892"/>
                      <a:pt x="2771" y="8750"/>
                    </a:cubicBezTo>
                    <a:cubicBezTo>
                      <a:pt x="2634" y="8750"/>
                      <a:pt x="2496" y="8750"/>
                      <a:pt x="2354" y="8750"/>
                    </a:cubicBezTo>
                    <a:cubicBezTo>
                      <a:pt x="2286" y="8475"/>
                      <a:pt x="2217" y="8200"/>
                      <a:pt x="2146" y="7917"/>
                    </a:cubicBezTo>
                    <a:cubicBezTo>
                      <a:pt x="1377" y="7999"/>
                      <a:pt x="1377" y="7999"/>
                      <a:pt x="1104" y="8125"/>
                    </a:cubicBezTo>
                    <a:cubicBezTo>
                      <a:pt x="1009" y="8245"/>
                      <a:pt x="994" y="8378"/>
                      <a:pt x="980" y="8528"/>
                    </a:cubicBezTo>
                    <a:cubicBezTo>
                      <a:pt x="965" y="8618"/>
                      <a:pt x="951" y="8676"/>
                      <a:pt x="896" y="8750"/>
                    </a:cubicBezTo>
                    <a:cubicBezTo>
                      <a:pt x="755" y="8790"/>
                      <a:pt x="619" y="8778"/>
                      <a:pt x="474" y="8769"/>
                    </a:cubicBezTo>
                    <a:cubicBezTo>
                      <a:pt x="454" y="8768"/>
                      <a:pt x="454" y="8768"/>
                      <a:pt x="355" y="8765"/>
                    </a:cubicBezTo>
                    <a:cubicBezTo>
                      <a:pt x="257" y="8761"/>
                      <a:pt x="160" y="8756"/>
                      <a:pt x="63" y="8750"/>
                    </a:cubicBezTo>
                    <a:cubicBezTo>
                      <a:pt x="52" y="8491"/>
                      <a:pt x="45" y="8231"/>
                      <a:pt x="40" y="7972"/>
                    </a:cubicBezTo>
                    <a:cubicBezTo>
                      <a:pt x="38" y="7884"/>
                      <a:pt x="35" y="7796"/>
                      <a:pt x="31" y="7707"/>
                    </a:cubicBezTo>
                    <a:cubicBezTo>
                      <a:pt x="0" y="6926"/>
                      <a:pt x="0" y="6926"/>
                      <a:pt x="153" y="6741"/>
                    </a:cubicBezTo>
                    <a:cubicBezTo>
                      <a:pt x="265" y="6641"/>
                      <a:pt x="265" y="6641"/>
                      <a:pt x="379" y="6552"/>
                    </a:cubicBezTo>
                    <a:cubicBezTo>
                      <a:pt x="563" y="6380"/>
                      <a:pt x="576" y="6151"/>
                      <a:pt x="610" y="5911"/>
                    </a:cubicBezTo>
                    <a:cubicBezTo>
                      <a:pt x="618" y="5864"/>
                      <a:pt x="626" y="5816"/>
                      <a:pt x="634" y="5767"/>
                    </a:cubicBezTo>
                    <a:cubicBezTo>
                      <a:pt x="653" y="5650"/>
                      <a:pt x="671" y="5534"/>
                      <a:pt x="688" y="5417"/>
                    </a:cubicBezTo>
                    <a:cubicBezTo>
                      <a:pt x="894" y="5417"/>
                      <a:pt x="1100" y="5417"/>
                      <a:pt x="1313" y="5417"/>
                    </a:cubicBezTo>
                    <a:cubicBezTo>
                      <a:pt x="1323" y="5349"/>
                      <a:pt x="1333" y="5281"/>
                      <a:pt x="1344" y="5211"/>
                    </a:cubicBezTo>
                    <a:cubicBezTo>
                      <a:pt x="1359" y="5119"/>
                      <a:pt x="1375" y="5027"/>
                      <a:pt x="1391" y="4935"/>
                    </a:cubicBezTo>
                    <a:cubicBezTo>
                      <a:pt x="1397" y="4890"/>
                      <a:pt x="1404" y="4846"/>
                      <a:pt x="1410" y="4800"/>
                    </a:cubicBezTo>
                    <a:cubicBezTo>
                      <a:pt x="1456" y="4546"/>
                      <a:pt x="1512" y="4372"/>
                      <a:pt x="1668" y="4170"/>
                    </a:cubicBezTo>
                    <a:cubicBezTo>
                      <a:pt x="1965" y="3780"/>
                      <a:pt x="2038" y="3397"/>
                      <a:pt x="2108" y="2921"/>
                    </a:cubicBezTo>
                    <a:cubicBezTo>
                      <a:pt x="2121" y="2844"/>
                      <a:pt x="2134" y="2765"/>
                      <a:pt x="2146" y="2688"/>
                    </a:cubicBezTo>
                    <a:cubicBezTo>
                      <a:pt x="2180" y="2484"/>
                      <a:pt x="2212" y="2281"/>
                      <a:pt x="2244" y="2077"/>
                    </a:cubicBezTo>
                    <a:cubicBezTo>
                      <a:pt x="2295" y="1750"/>
                      <a:pt x="2348" y="1424"/>
                      <a:pt x="2401" y="1097"/>
                    </a:cubicBezTo>
                    <a:cubicBezTo>
                      <a:pt x="2420" y="983"/>
                      <a:pt x="2437" y="870"/>
                      <a:pt x="2455" y="756"/>
                    </a:cubicBezTo>
                    <a:cubicBezTo>
                      <a:pt x="2466" y="686"/>
                      <a:pt x="2477" y="617"/>
                      <a:pt x="2488" y="547"/>
                    </a:cubicBezTo>
                    <a:cubicBezTo>
                      <a:pt x="2490" y="531"/>
                      <a:pt x="2490" y="531"/>
                      <a:pt x="2502" y="452"/>
                    </a:cubicBezTo>
                    <a:cubicBezTo>
                      <a:pt x="2507" y="423"/>
                      <a:pt x="2512" y="394"/>
                      <a:pt x="2517" y="364"/>
                    </a:cubicBezTo>
                    <a:cubicBezTo>
                      <a:pt x="2521" y="339"/>
                      <a:pt x="2525" y="313"/>
                      <a:pt x="2529" y="288"/>
                    </a:cubicBezTo>
                    <a:cubicBezTo>
                      <a:pt x="2563" y="208"/>
                      <a:pt x="2563" y="208"/>
                      <a:pt x="2771" y="0"/>
                    </a:cubicBezTo>
                    <a:close/>
                  </a:path>
                </a:pathLst>
              </a:custGeom>
              <a:solidFill>
                <a:srgbClr val="98AEDE"/>
              </a:solidFill>
              <a:ln w="2646" cap="flat">
                <a:noFill/>
              </a:ln>
            </p:spPr>
          </p:sp>
          <p:sp>
            <p:nvSpPr>
              <p:cNvPr id="2061" name="ICON_C_WINDOWS_GRAPHIC_path_033"/>
              <p:cNvSpPr/>
              <p:nvPr/>
            </p:nvSpPr>
            <p:spPr>
              <a:xfrm>
                <a:off x="6590771" y="7416271"/>
                <a:ext cx="61738" cy="224896"/>
              </a:xfrm>
              <a:custGeom>
                <a:avLst/>
                <a:gdLst/>
                <a:ahLst/>
                <a:cxnLst/>
                <a:rect l="0" t="0" r="r" b="b"/>
                <a:pathLst>
                  <a:path w="4861" h="17708" fill="norm" stroke="0">
                    <a:moveTo>
                      <a:pt x="625" y="0"/>
                    </a:moveTo>
                    <a:cubicBezTo>
                      <a:pt x="763" y="962"/>
                      <a:pt x="900" y="1925"/>
                      <a:pt x="1042" y="2917"/>
                    </a:cubicBezTo>
                    <a:cubicBezTo>
                      <a:pt x="1385" y="2917"/>
                      <a:pt x="1729" y="2917"/>
                      <a:pt x="2083" y="2917"/>
                    </a:cubicBezTo>
                    <a:cubicBezTo>
                      <a:pt x="2285" y="2981"/>
                      <a:pt x="2399" y="3018"/>
                      <a:pt x="2565" y="3125"/>
                    </a:cubicBezTo>
                    <a:cubicBezTo>
                      <a:pt x="2583" y="3135"/>
                      <a:pt x="2583" y="3135"/>
                      <a:pt x="2671" y="3185"/>
                    </a:cubicBezTo>
                    <a:cubicBezTo>
                      <a:pt x="2754" y="3233"/>
                      <a:pt x="2836" y="3282"/>
                      <a:pt x="2917" y="3333"/>
                    </a:cubicBezTo>
                    <a:cubicBezTo>
                      <a:pt x="2922" y="3291"/>
                      <a:pt x="2927" y="3249"/>
                      <a:pt x="2933" y="3206"/>
                    </a:cubicBezTo>
                    <a:cubicBezTo>
                      <a:pt x="2952" y="3048"/>
                      <a:pt x="2973" y="2891"/>
                      <a:pt x="2994" y="2733"/>
                    </a:cubicBezTo>
                    <a:cubicBezTo>
                      <a:pt x="3003" y="2665"/>
                      <a:pt x="3012" y="2597"/>
                      <a:pt x="3020" y="2530"/>
                    </a:cubicBezTo>
                    <a:cubicBezTo>
                      <a:pt x="3129" y="1654"/>
                      <a:pt x="3129" y="1654"/>
                      <a:pt x="3333" y="1458"/>
                    </a:cubicBezTo>
                    <a:cubicBezTo>
                      <a:pt x="3651" y="1336"/>
                      <a:pt x="4051" y="1376"/>
                      <a:pt x="4375" y="1458"/>
                    </a:cubicBezTo>
                    <a:cubicBezTo>
                      <a:pt x="4561" y="1541"/>
                      <a:pt x="4654" y="1665"/>
                      <a:pt x="4734" y="1849"/>
                    </a:cubicBezTo>
                    <a:cubicBezTo>
                      <a:pt x="4829" y="2166"/>
                      <a:pt x="4836" y="2497"/>
                      <a:pt x="4844" y="2825"/>
                    </a:cubicBezTo>
                    <a:cubicBezTo>
                      <a:pt x="4845" y="2857"/>
                      <a:pt x="4846" y="2890"/>
                      <a:pt x="4847" y="2923"/>
                    </a:cubicBezTo>
                    <a:cubicBezTo>
                      <a:pt x="4861" y="3455"/>
                      <a:pt x="4861" y="3455"/>
                      <a:pt x="4700" y="3656"/>
                    </a:cubicBezTo>
                    <a:cubicBezTo>
                      <a:pt x="4625" y="3721"/>
                      <a:pt x="4550" y="3786"/>
                      <a:pt x="4474" y="3850"/>
                    </a:cubicBezTo>
                    <a:cubicBezTo>
                      <a:pt x="4282" y="4060"/>
                      <a:pt x="4276" y="4336"/>
                      <a:pt x="4245" y="4609"/>
                    </a:cubicBezTo>
                    <a:cubicBezTo>
                      <a:pt x="4237" y="4668"/>
                      <a:pt x="4229" y="4726"/>
                      <a:pt x="4220" y="4784"/>
                    </a:cubicBezTo>
                    <a:cubicBezTo>
                      <a:pt x="4200" y="4926"/>
                      <a:pt x="4184" y="5067"/>
                      <a:pt x="4167" y="5208"/>
                    </a:cubicBezTo>
                    <a:cubicBezTo>
                      <a:pt x="3960" y="5208"/>
                      <a:pt x="3754" y="5208"/>
                      <a:pt x="3542" y="5208"/>
                    </a:cubicBezTo>
                    <a:cubicBezTo>
                      <a:pt x="3542" y="5071"/>
                      <a:pt x="3542" y="4933"/>
                      <a:pt x="3542" y="4792"/>
                    </a:cubicBezTo>
                    <a:cubicBezTo>
                      <a:pt x="3319" y="4819"/>
                      <a:pt x="3094" y="4851"/>
                      <a:pt x="2917" y="5000"/>
                    </a:cubicBezTo>
                    <a:cubicBezTo>
                      <a:pt x="2782" y="5252"/>
                      <a:pt x="2790" y="5567"/>
                      <a:pt x="2773" y="5846"/>
                    </a:cubicBezTo>
                    <a:cubicBezTo>
                      <a:pt x="2766" y="5926"/>
                      <a:pt x="2759" y="6005"/>
                      <a:pt x="2752" y="6084"/>
                    </a:cubicBezTo>
                    <a:cubicBezTo>
                      <a:pt x="2734" y="6279"/>
                      <a:pt x="2721" y="6472"/>
                      <a:pt x="2708" y="6667"/>
                    </a:cubicBezTo>
                    <a:cubicBezTo>
                      <a:pt x="2433" y="6667"/>
                      <a:pt x="2158" y="6667"/>
                      <a:pt x="1875" y="6667"/>
                    </a:cubicBezTo>
                    <a:cubicBezTo>
                      <a:pt x="1875" y="5842"/>
                      <a:pt x="1875" y="5017"/>
                      <a:pt x="1875" y="4167"/>
                    </a:cubicBezTo>
                    <a:cubicBezTo>
                      <a:pt x="1600" y="4167"/>
                      <a:pt x="1325" y="4167"/>
                      <a:pt x="1042" y="4167"/>
                    </a:cubicBezTo>
                    <a:cubicBezTo>
                      <a:pt x="1043" y="4240"/>
                      <a:pt x="1044" y="4314"/>
                      <a:pt x="1045" y="4389"/>
                    </a:cubicBezTo>
                    <a:cubicBezTo>
                      <a:pt x="1074" y="6574"/>
                      <a:pt x="1021" y="8755"/>
                      <a:pt x="950" y="10938"/>
                    </a:cubicBezTo>
                    <a:cubicBezTo>
                      <a:pt x="949" y="10973"/>
                      <a:pt x="948" y="11008"/>
                      <a:pt x="947" y="11044"/>
                    </a:cubicBezTo>
                    <a:cubicBezTo>
                      <a:pt x="875" y="13268"/>
                      <a:pt x="783" y="15489"/>
                      <a:pt x="625" y="17708"/>
                    </a:cubicBezTo>
                    <a:cubicBezTo>
                      <a:pt x="419" y="17640"/>
                      <a:pt x="212" y="17571"/>
                      <a:pt x="0" y="17500"/>
                    </a:cubicBezTo>
                    <a:cubicBezTo>
                      <a:pt x="17" y="17473"/>
                      <a:pt x="17" y="17473"/>
                      <a:pt x="103" y="17335"/>
                    </a:cubicBezTo>
                    <a:cubicBezTo>
                      <a:pt x="254" y="17030"/>
                      <a:pt x="236" y="16725"/>
                      <a:pt x="232" y="16394"/>
                    </a:cubicBezTo>
                    <a:cubicBezTo>
                      <a:pt x="232" y="16324"/>
                      <a:pt x="232" y="16254"/>
                      <a:pt x="232" y="16185"/>
                    </a:cubicBezTo>
                    <a:cubicBezTo>
                      <a:pt x="232" y="15994"/>
                      <a:pt x="231" y="15803"/>
                      <a:pt x="229" y="15611"/>
                    </a:cubicBezTo>
                    <a:cubicBezTo>
                      <a:pt x="228" y="15405"/>
                      <a:pt x="228" y="15199"/>
                      <a:pt x="228" y="14992"/>
                    </a:cubicBezTo>
                    <a:cubicBezTo>
                      <a:pt x="227" y="14635"/>
                      <a:pt x="226" y="14278"/>
                      <a:pt x="224" y="13920"/>
                    </a:cubicBezTo>
                    <a:cubicBezTo>
                      <a:pt x="221" y="13404"/>
                      <a:pt x="220" y="12887"/>
                      <a:pt x="219" y="12370"/>
                    </a:cubicBezTo>
                    <a:cubicBezTo>
                      <a:pt x="218" y="11531"/>
                      <a:pt x="215" y="10692"/>
                      <a:pt x="213" y="9854"/>
                    </a:cubicBezTo>
                    <a:cubicBezTo>
                      <a:pt x="212" y="9829"/>
                      <a:pt x="212" y="9829"/>
                      <a:pt x="212" y="9701"/>
                    </a:cubicBezTo>
                    <a:cubicBezTo>
                      <a:pt x="211" y="9345"/>
                      <a:pt x="210" y="8989"/>
                      <a:pt x="208" y="8633"/>
                    </a:cubicBezTo>
                    <a:cubicBezTo>
                      <a:pt x="207" y="8226"/>
                      <a:pt x="205" y="7818"/>
                      <a:pt x="204" y="7411"/>
                    </a:cubicBezTo>
                    <a:cubicBezTo>
                      <a:pt x="204" y="7361"/>
                      <a:pt x="204" y="7311"/>
                      <a:pt x="204" y="7259"/>
                    </a:cubicBezTo>
                    <a:cubicBezTo>
                      <a:pt x="201" y="6423"/>
                      <a:pt x="199" y="5587"/>
                      <a:pt x="197" y="4751"/>
                    </a:cubicBezTo>
                    <a:cubicBezTo>
                      <a:pt x="196" y="4235"/>
                      <a:pt x="195" y="3720"/>
                      <a:pt x="192" y="3204"/>
                    </a:cubicBezTo>
                    <a:cubicBezTo>
                      <a:pt x="190" y="2851"/>
                      <a:pt x="189" y="2498"/>
                      <a:pt x="189" y="2145"/>
                    </a:cubicBezTo>
                    <a:cubicBezTo>
                      <a:pt x="189" y="1941"/>
                      <a:pt x="188" y="1737"/>
                      <a:pt x="186" y="1533"/>
                    </a:cubicBezTo>
                    <a:cubicBezTo>
                      <a:pt x="185" y="1347"/>
                      <a:pt x="184" y="1160"/>
                      <a:pt x="185" y="974"/>
                    </a:cubicBezTo>
                    <a:cubicBezTo>
                      <a:pt x="185" y="906"/>
                      <a:pt x="184" y="839"/>
                      <a:pt x="184" y="771"/>
                    </a:cubicBezTo>
                    <a:cubicBezTo>
                      <a:pt x="183" y="680"/>
                      <a:pt x="183" y="588"/>
                      <a:pt x="183" y="496"/>
                    </a:cubicBezTo>
                    <a:cubicBezTo>
                      <a:pt x="183" y="445"/>
                      <a:pt x="183" y="394"/>
                      <a:pt x="183" y="342"/>
                    </a:cubicBezTo>
                    <a:cubicBezTo>
                      <a:pt x="234" y="74"/>
                      <a:pt x="362" y="0"/>
                      <a:pt x="625" y="0"/>
                    </a:cubicBezTo>
                    <a:close/>
                  </a:path>
                </a:pathLst>
              </a:custGeom>
              <a:solidFill>
                <a:srgbClr val="619CA3"/>
              </a:solidFill>
              <a:ln w="2646" cap="flat">
                <a:noFill/>
              </a:ln>
            </p:spPr>
          </p:sp>
          <p:sp>
            <p:nvSpPr>
              <p:cNvPr id="2062" name="ICON_C_WINDOWS_GRAPHIC_path_034"/>
              <p:cNvSpPr/>
              <p:nvPr/>
            </p:nvSpPr>
            <p:spPr>
              <a:xfrm>
                <a:off x="6376458" y="7432146"/>
                <a:ext cx="66146" cy="111125"/>
              </a:xfrm>
              <a:custGeom>
                <a:avLst/>
                <a:gdLst/>
                <a:ahLst/>
                <a:cxnLst/>
                <a:rect l="0" t="0" r="r" b="b"/>
                <a:pathLst>
                  <a:path w="5208" h="8750" fill="norm" stroke="0">
                    <a:moveTo>
                      <a:pt x="1042" y="0"/>
                    </a:moveTo>
                    <a:cubicBezTo>
                      <a:pt x="1248" y="0"/>
                      <a:pt x="1454" y="0"/>
                      <a:pt x="1667" y="0"/>
                    </a:cubicBezTo>
                    <a:cubicBezTo>
                      <a:pt x="1735" y="619"/>
                      <a:pt x="1804" y="1237"/>
                      <a:pt x="1875" y="1875"/>
                    </a:cubicBezTo>
                    <a:cubicBezTo>
                      <a:pt x="2157" y="1890"/>
                      <a:pt x="2437" y="1902"/>
                      <a:pt x="2719" y="1909"/>
                    </a:cubicBezTo>
                    <a:cubicBezTo>
                      <a:pt x="2815" y="1913"/>
                      <a:pt x="2910" y="1917"/>
                      <a:pt x="3005" y="1922"/>
                    </a:cubicBezTo>
                    <a:cubicBezTo>
                      <a:pt x="3707" y="1961"/>
                      <a:pt x="4114" y="1854"/>
                      <a:pt x="4648" y="1385"/>
                    </a:cubicBezTo>
                    <a:cubicBezTo>
                      <a:pt x="4696" y="1341"/>
                      <a:pt x="4744" y="1296"/>
                      <a:pt x="4792" y="1250"/>
                    </a:cubicBezTo>
                    <a:cubicBezTo>
                      <a:pt x="4658" y="2041"/>
                      <a:pt x="4658" y="2041"/>
                      <a:pt x="4375" y="2292"/>
                    </a:cubicBezTo>
                    <a:cubicBezTo>
                      <a:pt x="3823" y="2626"/>
                      <a:pt x="3100" y="2754"/>
                      <a:pt x="2500" y="2917"/>
                    </a:cubicBezTo>
                    <a:cubicBezTo>
                      <a:pt x="2569" y="3879"/>
                      <a:pt x="2638" y="4842"/>
                      <a:pt x="2708" y="5833"/>
                    </a:cubicBezTo>
                    <a:cubicBezTo>
                      <a:pt x="2773" y="4727"/>
                      <a:pt x="2773" y="4727"/>
                      <a:pt x="2789" y="4381"/>
                    </a:cubicBezTo>
                    <a:cubicBezTo>
                      <a:pt x="2822" y="3860"/>
                      <a:pt x="2876" y="3442"/>
                      <a:pt x="3282" y="3081"/>
                    </a:cubicBezTo>
                    <a:cubicBezTo>
                      <a:pt x="3487" y="2926"/>
                      <a:pt x="3697" y="2825"/>
                      <a:pt x="3958" y="2835"/>
                    </a:cubicBezTo>
                    <a:cubicBezTo>
                      <a:pt x="4067" y="2855"/>
                      <a:pt x="4146" y="2891"/>
                      <a:pt x="4215" y="2979"/>
                    </a:cubicBezTo>
                    <a:cubicBezTo>
                      <a:pt x="4324" y="3188"/>
                      <a:pt x="4366" y="3417"/>
                      <a:pt x="4414" y="3646"/>
                    </a:cubicBezTo>
                    <a:cubicBezTo>
                      <a:pt x="4431" y="3716"/>
                      <a:pt x="4448" y="3786"/>
                      <a:pt x="4466" y="3857"/>
                    </a:cubicBezTo>
                    <a:cubicBezTo>
                      <a:pt x="4509" y="4029"/>
                      <a:pt x="4546" y="4201"/>
                      <a:pt x="4583" y="4375"/>
                    </a:cubicBezTo>
                    <a:cubicBezTo>
                      <a:pt x="4652" y="4031"/>
                      <a:pt x="4721" y="3688"/>
                      <a:pt x="4792" y="3333"/>
                    </a:cubicBezTo>
                    <a:cubicBezTo>
                      <a:pt x="4929" y="3333"/>
                      <a:pt x="5067" y="3333"/>
                      <a:pt x="5208" y="3333"/>
                    </a:cubicBezTo>
                    <a:cubicBezTo>
                      <a:pt x="5208" y="4021"/>
                      <a:pt x="5208" y="4708"/>
                      <a:pt x="5208" y="5417"/>
                    </a:cubicBezTo>
                    <a:cubicBezTo>
                      <a:pt x="4402" y="5396"/>
                      <a:pt x="4402" y="5396"/>
                      <a:pt x="4167" y="5208"/>
                    </a:cubicBezTo>
                    <a:cubicBezTo>
                      <a:pt x="3939" y="4797"/>
                      <a:pt x="3968" y="4208"/>
                      <a:pt x="3958" y="3750"/>
                    </a:cubicBezTo>
                    <a:cubicBezTo>
                      <a:pt x="3805" y="3802"/>
                      <a:pt x="3671" y="3860"/>
                      <a:pt x="3542" y="3958"/>
                    </a:cubicBezTo>
                    <a:cubicBezTo>
                      <a:pt x="3477" y="4103"/>
                      <a:pt x="3479" y="4242"/>
                      <a:pt x="3479" y="4399"/>
                    </a:cubicBezTo>
                    <a:cubicBezTo>
                      <a:pt x="3477" y="4444"/>
                      <a:pt x="3475" y="4488"/>
                      <a:pt x="3473" y="4534"/>
                    </a:cubicBezTo>
                    <a:cubicBezTo>
                      <a:pt x="3468" y="4681"/>
                      <a:pt x="3465" y="4827"/>
                      <a:pt x="3463" y="4974"/>
                    </a:cubicBezTo>
                    <a:cubicBezTo>
                      <a:pt x="3459" y="5076"/>
                      <a:pt x="3456" y="5178"/>
                      <a:pt x="3452" y="5280"/>
                    </a:cubicBezTo>
                    <a:cubicBezTo>
                      <a:pt x="3443" y="5521"/>
                      <a:pt x="3437" y="5762"/>
                      <a:pt x="3431" y="6003"/>
                    </a:cubicBezTo>
                    <a:cubicBezTo>
                      <a:pt x="3419" y="6460"/>
                      <a:pt x="3405" y="6917"/>
                      <a:pt x="3389" y="7374"/>
                    </a:cubicBezTo>
                    <a:cubicBezTo>
                      <a:pt x="3385" y="7524"/>
                      <a:pt x="3381" y="7674"/>
                      <a:pt x="3378" y="7825"/>
                    </a:cubicBezTo>
                    <a:cubicBezTo>
                      <a:pt x="3375" y="7917"/>
                      <a:pt x="3372" y="8009"/>
                      <a:pt x="3370" y="8101"/>
                    </a:cubicBezTo>
                    <a:cubicBezTo>
                      <a:pt x="3369" y="8121"/>
                      <a:pt x="3369" y="8121"/>
                      <a:pt x="3368" y="8227"/>
                    </a:cubicBezTo>
                    <a:cubicBezTo>
                      <a:pt x="3366" y="8266"/>
                      <a:pt x="3365" y="8304"/>
                      <a:pt x="3364" y="8344"/>
                    </a:cubicBezTo>
                    <a:cubicBezTo>
                      <a:pt x="3363" y="8377"/>
                      <a:pt x="3362" y="8411"/>
                      <a:pt x="3361" y="8445"/>
                    </a:cubicBezTo>
                    <a:cubicBezTo>
                      <a:pt x="3333" y="8542"/>
                      <a:pt x="3333" y="8542"/>
                      <a:pt x="3125" y="8750"/>
                    </a:cubicBezTo>
                    <a:cubicBezTo>
                      <a:pt x="2781" y="8750"/>
                      <a:pt x="2438" y="8750"/>
                      <a:pt x="2083" y="8750"/>
                    </a:cubicBezTo>
                    <a:cubicBezTo>
                      <a:pt x="2015" y="7237"/>
                      <a:pt x="1946" y="5725"/>
                      <a:pt x="1875" y="4167"/>
                    </a:cubicBezTo>
                    <a:cubicBezTo>
                      <a:pt x="1806" y="4339"/>
                      <a:pt x="1806" y="4339"/>
                      <a:pt x="1458" y="5208"/>
                    </a:cubicBezTo>
                    <a:cubicBezTo>
                      <a:pt x="1016" y="5273"/>
                      <a:pt x="1016" y="5273"/>
                      <a:pt x="625" y="5208"/>
                    </a:cubicBezTo>
                    <a:cubicBezTo>
                      <a:pt x="556" y="4796"/>
                      <a:pt x="488" y="4383"/>
                      <a:pt x="417" y="3958"/>
                    </a:cubicBezTo>
                    <a:cubicBezTo>
                      <a:pt x="279" y="3958"/>
                      <a:pt x="142" y="3958"/>
                      <a:pt x="0" y="3958"/>
                    </a:cubicBezTo>
                    <a:cubicBezTo>
                      <a:pt x="0" y="2858"/>
                      <a:pt x="0" y="1758"/>
                      <a:pt x="0" y="625"/>
                    </a:cubicBezTo>
                    <a:cubicBezTo>
                      <a:pt x="275" y="625"/>
                      <a:pt x="550" y="625"/>
                      <a:pt x="833" y="625"/>
                    </a:cubicBezTo>
                    <a:cubicBezTo>
                      <a:pt x="955" y="301"/>
                      <a:pt x="955" y="301"/>
                      <a:pt x="964" y="137"/>
                    </a:cubicBezTo>
                    <a:cubicBezTo>
                      <a:pt x="990" y="92"/>
                      <a:pt x="1015" y="46"/>
                      <a:pt x="1042" y="0"/>
                    </a:cubicBezTo>
                    <a:close/>
                  </a:path>
                </a:pathLst>
              </a:custGeom>
              <a:solidFill>
                <a:srgbClr val="90ABB7"/>
              </a:solidFill>
              <a:ln w="2646" cap="flat">
                <a:noFill/>
              </a:ln>
            </p:spPr>
          </p:sp>
          <p:sp>
            <p:nvSpPr>
              <p:cNvPr id="2063" name="ICON_C_WINDOWS_GRAPHIC_path_035"/>
              <p:cNvSpPr/>
              <p:nvPr/>
            </p:nvSpPr>
            <p:spPr>
              <a:xfrm>
                <a:off x="5373688" y="7485062"/>
                <a:ext cx="285750" cy="169307"/>
              </a:xfrm>
              <a:custGeom>
                <a:avLst/>
                <a:gdLst/>
                <a:ahLst/>
                <a:cxnLst/>
                <a:rect l="0" t="0" r="r" b="b"/>
                <a:pathLst>
                  <a:path w="22500" h="13331" fill="norm" stroke="0">
                    <a:moveTo>
                      <a:pt x="21875" y="0"/>
                    </a:moveTo>
                    <a:cubicBezTo>
                      <a:pt x="22081" y="0"/>
                      <a:pt x="22288" y="0"/>
                      <a:pt x="22500" y="0"/>
                    </a:cubicBezTo>
                    <a:cubicBezTo>
                      <a:pt x="22500" y="138"/>
                      <a:pt x="22500" y="275"/>
                      <a:pt x="22500" y="417"/>
                    </a:cubicBezTo>
                    <a:cubicBezTo>
                      <a:pt x="22363" y="417"/>
                      <a:pt x="22225" y="417"/>
                      <a:pt x="22083" y="417"/>
                    </a:cubicBezTo>
                    <a:cubicBezTo>
                      <a:pt x="22083" y="1242"/>
                      <a:pt x="22083" y="2067"/>
                      <a:pt x="22083" y="2917"/>
                    </a:cubicBezTo>
                    <a:cubicBezTo>
                      <a:pt x="21116" y="2917"/>
                      <a:pt x="21116" y="2917"/>
                      <a:pt x="20833" y="2708"/>
                    </a:cubicBezTo>
                    <a:cubicBezTo>
                      <a:pt x="20834" y="2760"/>
                      <a:pt x="20835" y="2811"/>
                      <a:pt x="20836" y="2863"/>
                    </a:cubicBezTo>
                    <a:cubicBezTo>
                      <a:pt x="20854" y="4079"/>
                      <a:pt x="20868" y="5294"/>
                      <a:pt x="20876" y="6509"/>
                    </a:cubicBezTo>
                    <a:cubicBezTo>
                      <a:pt x="20877" y="6659"/>
                      <a:pt x="20878" y="6808"/>
                      <a:pt x="20879" y="6958"/>
                    </a:cubicBezTo>
                    <a:cubicBezTo>
                      <a:pt x="20879" y="6988"/>
                      <a:pt x="20880" y="7018"/>
                      <a:pt x="20880" y="7048"/>
                    </a:cubicBezTo>
                    <a:cubicBezTo>
                      <a:pt x="20883" y="7530"/>
                      <a:pt x="20890" y="8012"/>
                      <a:pt x="20898" y="8494"/>
                    </a:cubicBezTo>
                    <a:cubicBezTo>
                      <a:pt x="20905" y="8989"/>
                      <a:pt x="20910" y="9484"/>
                      <a:pt x="20912" y="9979"/>
                    </a:cubicBezTo>
                    <a:cubicBezTo>
                      <a:pt x="20913" y="10284"/>
                      <a:pt x="20916" y="10589"/>
                      <a:pt x="20923" y="10894"/>
                    </a:cubicBezTo>
                    <a:cubicBezTo>
                      <a:pt x="20928" y="11129"/>
                      <a:pt x="20929" y="11363"/>
                      <a:pt x="20928" y="11597"/>
                    </a:cubicBezTo>
                    <a:cubicBezTo>
                      <a:pt x="20928" y="11693"/>
                      <a:pt x="20929" y="11789"/>
                      <a:pt x="20933" y="11885"/>
                    </a:cubicBezTo>
                    <a:cubicBezTo>
                      <a:pt x="20954" y="12543"/>
                      <a:pt x="20954" y="12543"/>
                      <a:pt x="20775" y="12788"/>
                    </a:cubicBezTo>
                    <a:cubicBezTo>
                      <a:pt x="20212" y="13331"/>
                      <a:pt x="19101" y="13187"/>
                      <a:pt x="18383" y="13186"/>
                    </a:cubicBezTo>
                    <a:cubicBezTo>
                      <a:pt x="18163" y="13185"/>
                      <a:pt x="17943" y="13188"/>
                      <a:pt x="17723" y="13190"/>
                    </a:cubicBezTo>
                    <a:cubicBezTo>
                      <a:pt x="17293" y="13193"/>
                      <a:pt x="16863" y="13194"/>
                      <a:pt x="16432" y="13195"/>
                    </a:cubicBezTo>
                    <a:cubicBezTo>
                      <a:pt x="16082" y="13195"/>
                      <a:pt x="15733" y="13196"/>
                      <a:pt x="15382" y="13197"/>
                    </a:cubicBezTo>
                    <a:cubicBezTo>
                      <a:pt x="14550" y="13200"/>
                      <a:pt x="13718" y="13203"/>
                      <a:pt x="12885" y="13202"/>
                    </a:cubicBezTo>
                    <a:cubicBezTo>
                      <a:pt x="12872" y="13202"/>
                      <a:pt x="12872" y="13202"/>
                      <a:pt x="12805" y="13202"/>
                    </a:cubicBezTo>
                    <a:cubicBezTo>
                      <a:pt x="12670" y="13202"/>
                      <a:pt x="12536" y="13202"/>
                      <a:pt x="12401" y="13202"/>
                    </a:cubicBezTo>
                    <a:cubicBezTo>
                      <a:pt x="12388" y="13202"/>
                      <a:pt x="12388" y="13202"/>
                      <a:pt x="12320" y="13202"/>
                    </a:cubicBezTo>
                    <a:cubicBezTo>
                      <a:pt x="12266" y="13202"/>
                      <a:pt x="12212" y="13202"/>
                      <a:pt x="12158" y="13202"/>
                    </a:cubicBezTo>
                    <a:cubicBezTo>
                      <a:pt x="11317" y="13202"/>
                      <a:pt x="10477" y="13205"/>
                      <a:pt x="9636" y="13211"/>
                    </a:cubicBezTo>
                    <a:cubicBezTo>
                      <a:pt x="8689" y="13217"/>
                      <a:pt x="7743" y="13221"/>
                      <a:pt x="6796" y="13220"/>
                    </a:cubicBezTo>
                    <a:cubicBezTo>
                      <a:pt x="6295" y="13220"/>
                      <a:pt x="5795" y="13221"/>
                      <a:pt x="5294" y="13226"/>
                    </a:cubicBezTo>
                    <a:cubicBezTo>
                      <a:pt x="4868" y="13230"/>
                      <a:pt x="4442" y="13231"/>
                      <a:pt x="4016" y="13228"/>
                    </a:cubicBezTo>
                    <a:cubicBezTo>
                      <a:pt x="3799" y="13226"/>
                      <a:pt x="3582" y="13226"/>
                      <a:pt x="3366" y="13230"/>
                    </a:cubicBezTo>
                    <a:cubicBezTo>
                      <a:pt x="1943" y="13252"/>
                      <a:pt x="1943" y="13252"/>
                      <a:pt x="1464" y="12872"/>
                    </a:cubicBezTo>
                    <a:cubicBezTo>
                      <a:pt x="1111" y="12528"/>
                      <a:pt x="953" y="12164"/>
                      <a:pt x="937" y="11674"/>
                    </a:cubicBezTo>
                    <a:cubicBezTo>
                      <a:pt x="938" y="11536"/>
                      <a:pt x="942" y="11398"/>
                      <a:pt x="947" y="11260"/>
                    </a:cubicBezTo>
                    <a:cubicBezTo>
                      <a:pt x="947" y="11159"/>
                      <a:pt x="947" y="11059"/>
                      <a:pt x="947" y="10958"/>
                    </a:cubicBezTo>
                    <a:cubicBezTo>
                      <a:pt x="946" y="10743"/>
                      <a:pt x="949" y="10528"/>
                      <a:pt x="954" y="10313"/>
                    </a:cubicBezTo>
                    <a:cubicBezTo>
                      <a:pt x="960" y="10002"/>
                      <a:pt x="962" y="9691"/>
                      <a:pt x="964" y="9381"/>
                    </a:cubicBezTo>
                    <a:cubicBezTo>
                      <a:pt x="965" y="8876"/>
                      <a:pt x="971" y="8372"/>
                      <a:pt x="979" y="7867"/>
                    </a:cubicBezTo>
                    <a:cubicBezTo>
                      <a:pt x="986" y="7378"/>
                      <a:pt x="992" y="6889"/>
                      <a:pt x="996" y="6399"/>
                    </a:cubicBezTo>
                    <a:cubicBezTo>
                      <a:pt x="996" y="6384"/>
                      <a:pt x="996" y="6384"/>
                      <a:pt x="996" y="6307"/>
                    </a:cubicBezTo>
                    <a:cubicBezTo>
                      <a:pt x="998" y="6155"/>
                      <a:pt x="999" y="6004"/>
                      <a:pt x="1000" y="5852"/>
                    </a:cubicBezTo>
                    <a:cubicBezTo>
                      <a:pt x="1008" y="4595"/>
                      <a:pt x="1023" y="3339"/>
                      <a:pt x="1042" y="2083"/>
                    </a:cubicBezTo>
                    <a:cubicBezTo>
                      <a:pt x="698" y="2152"/>
                      <a:pt x="354" y="2221"/>
                      <a:pt x="0" y="2292"/>
                    </a:cubicBezTo>
                    <a:cubicBezTo>
                      <a:pt x="0" y="2154"/>
                      <a:pt x="0" y="2017"/>
                      <a:pt x="0" y="1875"/>
                    </a:cubicBezTo>
                    <a:cubicBezTo>
                      <a:pt x="206" y="1875"/>
                      <a:pt x="413" y="1875"/>
                      <a:pt x="625" y="1875"/>
                    </a:cubicBezTo>
                    <a:cubicBezTo>
                      <a:pt x="694" y="1600"/>
                      <a:pt x="762" y="1325"/>
                      <a:pt x="833" y="1042"/>
                    </a:cubicBezTo>
                    <a:cubicBezTo>
                      <a:pt x="1250" y="1042"/>
                      <a:pt x="1250" y="1042"/>
                      <a:pt x="1335" y="1117"/>
                    </a:cubicBezTo>
                    <a:cubicBezTo>
                      <a:pt x="1447" y="1389"/>
                      <a:pt x="1489" y="1624"/>
                      <a:pt x="1490" y="1918"/>
                    </a:cubicBezTo>
                    <a:cubicBezTo>
                      <a:pt x="1490" y="1941"/>
                      <a:pt x="1490" y="1941"/>
                      <a:pt x="1493" y="2053"/>
                    </a:cubicBezTo>
                    <a:cubicBezTo>
                      <a:pt x="1495" y="2201"/>
                      <a:pt x="1496" y="2349"/>
                      <a:pt x="1498" y="2497"/>
                    </a:cubicBezTo>
                    <a:cubicBezTo>
                      <a:pt x="1499" y="2603"/>
                      <a:pt x="1501" y="2710"/>
                      <a:pt x="1503" y="2816"/>
                    </a:cubicBezTo>
                    <a:cubicBezTo>
                      <a:pt x="1507" y="3045"/>
                      <a:pt x="1510" y="3274"/>
                      <a:pt x="1512" y="3502"/>
                    </a:cubicBezTo>
                    <a:cubicBezTo>
                      <a:pt x="1516" y="3833"/>
                      <a:pt x="1521" y="4164"/>
                      <a:pt x="1527" y="4495"/>
                    </a:cubicBezTo>
                    <a:cubicBezTo>
                      <a:pt x="1536" y="5032"/>
                      <a:pt x="1544" y="5570"/>
                      <a:pt x="1552" y="6107"/>
                    </a:cubicBezTo>
                    <a:cubicBezTo>
                      <a:pt x="1552" y="6139"/>
                      <a:pt x="1553" y="6171"/>
                      <a:pt x="1553" y="6204"/>
                    </a:cubicBezTo>
                    <a:cubicBezTo>
                      <a:pt x="1557" y="6465"/>
                      <a:pt x="1560" y="6725"/>
                      <a:pt x="1564" y="6986"/>
                    </a:cubicBezTo>
                    <a:cubicBezTo>
                      <a:pt x="1567" y="7214"/>
                      <a:pt x="1570" y="7442"/>
                      <a:pt x="1573" y="7670"/>
                    </a:cubicBezTo>
                    <a:cubicBezTo>
                      <a:pt x="1574" y="7702"/>
                      <a:pt x="1574" y="7735"/>
                      <a:pt x="1575" y="7768"/>
                    </a:cubicBezTo>
                    <a:cubicBezTo>
                      <a:pt x="1582" y="8303"/>
                      <a:pt x="1591" y="8839"/>
                      <a:pt x="1600" y="9375"/>
                    </a:cubicBezTo>
                    <a:cubicBezTo>
                      <a:pt x="1605" y="9705"/>
                      <a:pt x="1610" y="10035"/>
                      <a:pt x="1614" y="10365"/>
                    </a:cubicBezTo>
                    <a:cubicBezTo>
                      <a:pt x="1616" y="10591"/>
                      <a:pt x="1619" y="10817"/>
                      <a:pt x="1623" y="11043"/>
                    </a:cubicBezTo>
                    <a:cubicBezTo>
                      <a:pt x="1626" y="11173"/>
                      <a:pt x="1627" y="11304"/>
                      <a:pt x="1629" y="11434"/>
                    </a:cubicBezTo>
                    <a:cubicBezTo>
                      <a:pt x="1630" y="11576"/>
                      <a:pt x="1632" y="11717"/>
                      <a:pt x="1635" y="11858"/>
                    </a:cubicBezTo>
                    <a:cubicBezTo>
                      <a:pt x="1635" y="11899"/>
                      <a:pt x="1635" y="11941"/>
                      <a:pt x="1635" y="11983"/>
                    </a:cubicBezTo>
                    <a:cubicBezTo>
                      <a:pt x="1636" y="12002"/>
                      <a:pt x="1636" y="12002"/>
                      <a:pt x="1638" y="12098"/>
                    </a:cubicBezTo>
                    <a:cubicBezTo>
                      <a:pt x="1639" y="12114"/>
                      <a:pt x="1639" y="12114"/>
                      <a:pt x="1640" y="12197"/>
                    </a:cubicBezTo>
                    <a:cubicBezTo>
                      <a:pt x="1682" y="12345"/>
                      <a:pt x="1755" y="12407"/>
                      <a:pt x="1875" y="12500"/>
                    </a:cubicBezTo>
                    <a:cubicBezTo>
                      <a:pt x="1986" y="12521"/>
                      <a:pt x="2071" y="12528"/>
                      <a:pt x="2183" y="12526"/>
                    </a:cubicBezTo>
                    <a:cubicBezTo>
                      <a:pt x="2213" y="12526"/>
                      <a:pt x="2244" y="12527"/>
                      <a:pt x="2276" y="12527"/>
                    </a:cubicBezTo>
                    <a:cubicBezTo>
                      <a:pt x="2379" y="12528"/>
                      <a:pt x="2482" y="12527"/>
                      <a:pt x="2585" y="12526"/>
                    </a:cubicBezTo>
                    <a:cubicBezTo>
                      <a:pt x="2660" y="12527"/>
                      <a:pt x="2735" y="12527"/>
                      <a:pt x="2809" y="12528"/>
                    </a:cubicBezTo>
                    <a:cubicBezTo>
                      <a:pt x="3015" y="12528"/>
                      <a:pt x="3220" y="12528"/>
                      <a:pt x="3425" y="12527"/>
                    </a:cubicBezTo>
                    <a:cubicBezTo>
                      <a:pt x="3647" y="12527"/>
                      <a:pt x="3868" y="12528"/>
                      <a:pt x="4090" y="12528"/>
                    </a:cubicBezTo>
                    <a:cubicBezTo>
                      <a:pt x="4524" y="12529"/>
                      <a:pt x="4957" y="12529"/>
                      <a:pt x="5391" y="12528"/>
                    </a:cubicBezTo>
                    <a:cubicBezTo>
                      <a:pt x="5744" y="12528"/>
                      <a:pt x="6097" y="12528"/>
                      <a:pt x="6449" y="12528"/>
                    </a:cubicBezTo>
                    <a:cubicBezTo>
                      <a:pt x="6500" y="12528"/>
                      <a:pt x="6550" y="12528"/>
                      <a:pt x="6601" y="12528"/>
                    </a:cubicBezTo>
                    <a:cubicBezTo>
                      <a:pt x="6703" y="12528"/>
                      <a:pt x="6805" y="12528"/>
                      <a:pt x="6907" y="12528"/>
                    </a:cubicBezTo>
                    <a:cubicBezTo>
                      <a:pt x="7836" y="12529"/>
                      <a:pt x="8765" y="12528"/>
                      <a:pt x="9693" y="12527"/>
                    </a:cubicBezTo>
                    <a:cubicBezTo>
                      <a:pt x="10541" y="12526"/>
                      <a:pt x="11389" y="12526"/>
                      <a:pt x="12236" y="12527"/>
                    </a:cubicBezTo>
                    <a:cubicBezTo>
                      <a:pt x="13189" y="12528"/>
                      <a:pt x="14141" y="12529"/>
                      <a:pt x="15093" y="12528"/>
                    </a:cubicBezTo>
                    <a:cubicBezTo>
                      <a:pt x="15195" y="12528"/>
                      <a:pt x="15296" y="12528"/>
                      <a:pt x="15398" y="12528"/>
                    </a:cubicBezTo>
                    <a:cubicBezTo>
                      <a:pt x="15448" y="12528"/>
                      <a:pt x="15498" y="12528"/>
                      <a:pt x="15549" y="12528"/>
                    </a:cubicBezTo>
                    <a:cubicBezTo>
                      <a:pt x="15901" y="12528"/>
                      <a:pt x="16254" y="12528"/>
                      <a:pt x="16606" y="12528"/>
                    </a:cubicBezTo>
                    <a:cubicBezTo>
                      <a:pt x="17035" y="12529"/>
                      <a:pt x="17464" y="12529"/>
                      <a:pt x="17894" y="12528"/>
                    </a:cubicBezTo>
                    <a:cubicBezTo>
                      <a:pt x="18113" y="12527"/>
                      <a:pt x="18332" y="12527"/>
                      <a:pt x="18551" y="12528"/>
                    </a:cubicBezTo>
                    <a:cubicBezTo>
                      <a:pt x="18751" y="12528"/>
                      <a:pt x="18952" y="12528"/>
                      <a:pt x="19152" y="12527"/>
                    </a:cubicBezTo>
                    <a:cubicBezTo>
                      <a:pt x="19225" y="12527"/>
                      <a:pt x="19298" y="12527"/>
                      <a:pt x="19370" y="12527"/>
                    </a:cubicBezTo>
                    <a:cubicBezTo>
                      <a:pt x="20065" y="12532"/>
                      <a:pt x="20065" y="12532"/>
                      <a:pt x="20346" y="12362"/>
                    </a:cubicBezTo>
                    <a:cubicBezTo>
                      <a:pt x="20457" y="12252"/>
                      <a:pt x="20469" y="12156"/>
                      <a:pt x="20476" y="12003"/>
                    </a:cubicBezTo>
                    <a:cubicBezTo>
                      <a:pt x="20475" y="11965"/>
                      <a:pt x="20475" y="11926"/>
                      <a:pt x="20475" y="11887"/>
                    </a:cubicBezTo>
                    <a:cubicBezTo>
                      <a:pt x="20476" y="11846"/>
                      <a:pt x="20477" y="11805"/>
                      <a:pt x="20478" y="11763"/>
                    </a:cubicBezTo>
                    <a:cubicBezTo>
                      <a:pt x="20482" y="11625"/>
                      <a:pt x="20483" y="11488"/>
                      <a:pt x="20483" y="11350"/>
                    </a:cubicBezTo>
                    <a:cubicBezTo>
                      <a:pt x="20485" y="11251"/>
                      <a:pt x="20487" y="11153"/>
                      <a:pt x="20489" y="11054"/>
                    </a:cubicBezTo>
                    <a:cubicBezTo>
                      <a:pt x="20494" y="10842"/>
                      <a:pt x="20497" y="10630"/>
                      <a:pt x="20499" y="10418"/>
                    </a:cubicBezTo>
                    <a:cubicBezTo>
                      <a:pt x="20502" y="10111"/>
                      <a:pt x="20508" y="9804"/>
                      <a:pt x="20514" y="9497"/>
                    </a:cubicBezTo>
                    <a:cubicBezTo>
                      <a:pt x="20523" y="8999"/>
                      <a:pt x="20531" y="8501"/>
                      <a:pt x="20537" y="8004"/>
                    </a:cubicBezTo>
                    <a:cubicBezTo>
                      <a:pt x="20543" y="7520"/>
                      <a:pt x="20551" y="7036"/>
                      <a:pt x="20559" y="6553"/>
                    </a:cubicBezTo>
                    <a:cubicBezTo>
                      <a:pt x="20559" y="6523"/>
                      <a:pt x="20560" y="6493"/>
                      <a:pt x="20560" y="6462"/>
                    </a:cubicBezTo>
                    <a:cubicBezTo>
                      <a:pt x="20563" y="6313"/>
                      <a:pt x="20566" y="6163"/>
                      <a:pt x="20568" y="6014"/>
                    </a:cubicBezTo>
                    <a:cubicBezTo>
                      <a:pt x="20590" y="4773"/>
                      <a:pt x="20608" y="3532"/>
                      <a:pt x="20625" y="2292"/>
                    </a:cubicBezTo>
                    <a:cubicBezTo>
                      <a:pt x="20831" y="2326"/>
                      <a:pt x="20831" y="2326"/>
                      <a:pt x="21875" y="2500"/>
                    </a:cubicBezTo>
                    <a:cubicBezTo>
                      <a:pt x="21875" y="1675"/>
                      <a:pt x="21875" y="850"/>
                      <a:pt x="21875" y="0"/>
                    </a:cubicBezTo>
                    <a:close/>
                  </a:path>
                </a:pathLst>
              </a:custGeom>
              <a:solidFill>
                <a:srgbClr val="CEDCFC"/>
              </a:solidFill>
              <a:ln w="2646" cap="flat">
                <a:noFill/>
              </a:ln>
            </p:spPr>
          </p:sp>
          <p:sp>
            <p:nvSpPr>
              <p:cNvPr id="2064" name="ICON_C_WINDOWS_GRAPHIC_path_036"/>
              <p:cNvSpPr/>
              <p:nvPr/>
            </p:nvSpPr>
            <p:spPr>
              <a:xfrm>
                <a:off x="5400146" y="7285397"/>
                <a:ext cx="234437" cy="146749"/>
              </a:xfrm>
              <a:custGeom>
                <a:avLst/>
                <a:gdLst/>
                <a:ahLst/>
                <a:cxnLst/>
                <a:rect l="0" t="0" r="r" b="b"/>
                <a:pathLst>
                  <a:path w="18460" h="11555" fill="norm" stroke="0">
                    <a:moveTo>
                      <a:pt x="0" y="97"/>
                    </a:moveTo>
                    <a:cubicBezTo>
                      <a:pt x="2245" y="82"/>
                      <a:pt x="4491" y="71"/>
                      <a:pt x="6736" y="65"/>
                    </a:cubicBezTo>
                    <a:cubicBezTo>
                      <a:pt x="7001" y="64"/>
                      <a:pt x="7266" y="63"/>
                      <a:pt x="7531" y="62"/>
                    </a:cubicBezTo>
                    <a:cubicBezTo>
                      <a:pt x="7558" y="62"/>
                      <a:pt x="7584" y="62"/>
                      <a:pt x="7611" y="62"/>
                    </a:cubicBezTo>
                    <a:cubicBezTo>
                      <a:pt x="8466" y="59"/>
                      <a:pt x="9320" y="55"/>
                      <a:pt x="10175" y="49"/>
                    </a:cubicBezTo>
                    <a:cubicBezTo>
                      <a:pt x="11079" y="43"/>
                      <a:pt x="11982" y="39"/>
                      <a:pt x="12885" y="38"/>
                    </a:cubicBezTo>
                    <a:cubicBezTo>
                      <a:pt x="13426" y="37"/>
                      <a:pt x="13967" y="34"/>
                      <a:pt x="14508" y="29"/>
                    </a:cubicBezTo>
                    <a:cubicBezTo>
                      <a:pt x="14879" y="26"/>
                      <a:pt x="15250" y="25"/>
                      <a:pt x="15622" y="26"/>
                    </a:cubicBezTo>
                    <a:cubicBezTo>
                      <a:pt x="15836" y="26"/>
                      <a:pt x="16050" y="26"/>
                      <a:pt x="16264" y="22"/>
                    </a:cubicBezTo>
                    <a:cubicBezTo>
                      <a:pt x="17759" y="0"/>
                      <a:pt x="17759" y="0"/>
                      <a:pt x="18123" y="347"/>
                    </a:cubicBezTo>
                    <a:cubicBezTo>
                      <a:pt x="18460" y="751"/>
                      <a:pt x="18416" y="1292"/>
                      <a:pt x="18404" y="1787"/>
                    </a:cubicBezTo>
                    <a:cubicBezTo>
                      <a:pt x="18404" y="1894"/>
                      <a:pt x="18404" y="2001"/>
                      <a:pt x="18405" y="2108"/>
                    </a:cubicBezTo>
                    <a:cubicBezTo>
                      <a:pt x="18405" y="2336"/>
                      <a:pt x="18403" y="2565"/>
                      <a:pt x="18399" y="2794"/>
                    </a:cubicBezTo>
                    <a:cubicBezTo>
                      <a:pt x="18394" y="3125"/>
                      <a:pt x="18393" y="3456"/>
                      <a:pt x="18392" y="3786"/>
                    </a:cubicBezTo>
                    <a:cubicBezTo>
                      <a:pt x="18391" y="4324"/>
                      <a:pt x="18386" y="4860"/>
                      <a:pt x="18380" y="5397"/>
                    </a:cubicBezTo>
                    <a:cubicBezTo>
                      <a:pt x="18375" y="5919"/>
                      <a:pt x="18370" y="6440"/>
                      <a:pt x="18368" y="6961"/>
                    </a:cubicBezTo>
                    <a:cubicBezTo>
                      <a:pt x="18368" y="6993"/>
                      <a:pt x="18367" y="7025"/>
                      <a:pt x="18367" y="7058"/>
                    </a:cubicBezTo>
                    <a:cubicBezTo>
                      <a:pt x="18366" y="7220"/>
                      <a:pt x="18366" y="7381"/>
                      <a:pt x="18365" y="7543"/>
                    </a:cubicBezTo>
                    <a:cubicBezTo>
                      <a:pt x="18358" y="8880"/>
                      <a:pt x="18347" y="10218"/>
                      <a:pt x="18333" y="11555"/>
                    </a:cubicBezTo>
                    <a:cubicBezTo>
                      <a:pt x="18265" y="11555"/>
                      <a:pt x="18196" y="11555"/>
                      <a:pt x="18125" y="11555"/>
                    </a:cubicBezTo>
                    <a:cubicBezTo>
                      <a:pt x="18091" y="10696"/>
                      <a:pt x="18091" y="10696"/>
                      <a:pt x="17917" y="6347"/>
                    </a:cubicBezTo>
                    <a:cubicBezTo>
                      <a:pt x="17777" y="6903"/>
                      <a:pt x="17673" y="7385"/>
                      <a:pt x="17642" y="7945"/>
                    </a:cubicBezTo>
                    <a:cubicBezTo>
                      <a:pt x="17638" y="8014"/>
                      <a:pt x="17634" y="8083"/>
                      <a:pt x="17629" y="8152"/>
                    </a:cubicBezTo>
                    <a:cubicBezTo>
                      <a:pt x="17618" y="8330"/>
                      <a:pt x="17608" y="8508"/>
                      <a:pt x="17598" y="8686"/>
                    </a:cubicBezTo>
                    <a:cubicBezTo>
                      <a:pt x="17587" y="8869"/>
                      <a:pt x="17575" y="9052"/>
                      <a:pt x="17564" y="9235"/>
                    </a:cubicBezTo>
                    <a:cubicBezTo>
                      <a:pt x="17542" y="9591"/>
                      <a:pt x="17521" y="9948"/>
                      <a:pt x="17500" y="10305"/>
                    </a:cubicBezTo>
                    <a:cubicBezTo>
                      <a:pt x="17431" y="10305"/>
                      <a:pt x="17363" y="10305"/>
                      <a:pt x="17292" y="10305"/>
                    </a:cubicBezTo>
                    <a:cubicBezTo>
                      <a:pt x="17223" y="7211"/>
                      <a:pt x="17154" y="4118"/>
                      <a:pt x="17083" y="930"/>
                    </a:cubicBezTo>
                    <a:cubicBezTo>
                      <a:pt x="15902" y="922"/>
                      <a:pt x="14722" y="914"/>
                      <a:pt x="13505" y="906"/>
                    </a:cubicBezTo>
                    <a:cubicBezTo>
                      <a:pt x="12758" y="900"/>
                      <a:pt x="12011" y="894"/>
                      <a:pt x="11263" y="886"/>
                    </a:cubicBezTo>
                    <a:cubicBezTo>
                      <a:pt x="10871" y="883"/>
                      <a:pt x="10478" y="879"/>
                      <a:pt x="10086" y="875"/>
                    </a:cubicBezTo>
                    <a:cubicBezTo>
                      <a:pt x="10037" y="875"/>
                      <a:pt x="9988" y="874"/>
                      <a:pt x="9937" y="874"/>
                    </a:cubicBezTo>
                    <a:cubicBezTo>
                      <a:pt x="9143" y="867"/>
                      <a:pt x="8350" y="861"/>
                      <a:pt x="7556" y="857"/>
                    </a:cubicBezTo>
                    <a:cubicBezTo>
                      <a:pt x="6741" y="853"/>
                      <a:pt x="5926" y="846"/>
                      <a:pt x="5112" y="836"/>
                    </a:cubicBezTo>
                    <a:cubicBezTo>
                      <a:pt x="4609" y="831"/>
                      <a:pt x="4107" y="827"/>
                      <a:pt x="3604" y="826"/>
                    </a:cubicBezTo>
                    <a:cubicBezTo>
                      <a:pt x="3259" y="825"/>
                      <a:pt x="2914" y="821"/>
                      <a:pt x="2569" y="816"/>
                    </a:cubicBezTo>
                    <a:cubicBezTo>
                      <a:pt x="2371" y="813"/>
                      <a:pt x="2172" y="811"/>
                      <a:pt x="1973" y="812"/>
                    </a:cubicBezTo>
                    <a:cubicBezTo>
                      <a:pt x="655" y="817"/>
                      <a:pt x="655" y="817"/>
                      <a:pt x="295" y="492"/>
                    </a:cubicBezTo>
                    <a:cubicBezTo>
                      <a:pt x="181" y="369"/>
                      <a:pt x="84" y="242"/>
                      <a:pt x="0" y="97"/>
                    </a:cubicBezTo>
                    <a:close/>
                  </a:path>
                </a:pathLst>
              </a:custGeom>
              <a:solidFill>
                <a:srgbClr val="7AA6F1"/>
              </a:solidFill>
              <a:ln w="2646" cap="flat">
                <a:noFill/>
              </a:ln>
            </p:spPr>
          </p:sp>
          <p:sp>
            <p:nvSpPr>
              <p:cNvPr id="2065" name="ICON_C_WINDOWS_GRAPHIC_path_037"/>
              <p:cNvSpPr/>
              <p:nvPr/>
            </p:nvSpPr>
            <p:spPr>
              <a:xfrm>
                <a:off x="5852226" y="7366000"/>
                <a:ext cx="34753" cy="187854"/>
              </a:xfrm>
              <a:custGeom>
                <a:avLst/>
                <a:gdLst/>
                <a:ahLst/>
                <a:cxnLst/>
                <a:rect l="0" t="0" r="r" b="b"/>
                <a:pathLst>
                  <a:path w="2736" h="14792" fill="norm" stroke="0">
                    <a:moveTo>
                      <a:pt x="28" y="0"/>
                    </a:moveTo>
                    <a:cubicBezTo>
                      <a:pt x="303" y="0"/>
                      <a:pt x="578" y="0"/>
                      <a:pt x="861" y="0"/>
                    </a:cubicBezTo>
                    <a:cubicBezTo>
                      <a:pt x="864" y="82"/>
                      <a:pt x="866" y="165"/>
                      <a:pt x="868" y="250"/>
                    </a:cubicBezTo>
                    <a:cubicBezTo>
                      <a:pt x="888" y="1029"/>
                      <a:pt x="910" y="1808"/>
                      <a:pt x="932" y="2586"/>
                    </a:cubicBezTo>
                    <a:cubicBezTo>
                      <a:pt x="944" y="2986"/>
                      <a:pt x="955" y="3387"/>
                      <a:pt x="965" y="3787"/>
                    </a:cubicBezTo>
                    <a:cubicBezTo>
                      <a:pt x="974" y="4136"/>
                      <a:pt x="984" y="4485"/>
                      <a:pt x="994" y="4834"/>
                    </a:cubicBezTo>
                    <a:cubicBezTo>
                      <a:pt x="1000" y="5019"/>
                      <a:pt x="1005" y="5203"/>
                      <a:pt x="1009" y="5388"/>
                    </a:cubicBezTo>
                    <a:cubicBezTo>
                      <a:pt x="1013" y="5562"/>
                      <a:pt x="1018" y="5736"/>
                      <a:pt x="1024" y="5910"/>
                    </a:cubicBezTo>
                    <a:cubicBezTo>
                      <a:pt x="1026" y="5974"/>
                      <a:pt x="1027" y="6038"/>
                      <a:pt x="1029" y="6101"/>
                    </a:cubicBezTo>
                    <a:cubicBezTo>
                      <a:pt x="1036" y="6457"/>
                      <a:pt x="1052" y="6789"/>
                      <a:pt x="1278" y="7083"/>
                    </a:cubicBezTo>
                    <a:cubicBezTo>
                      <a:pt x="1397" y="7131"/>
                      <a:pt x="1397" y="7131"/>
                      <a:pt x="1526" y="7124"/>
                    </a:cubicBezTo>
                    <a:cubicBezTo>
                      <a:pt x="1550" y="7123"/>
                      <a:pt x="1550" y="7123"/>
                      <a:pt x="1667" y="7120"/>
                    </a:cubicBezTo>
                    <a:cubicBezTo>
                      <a:pt x="1715" y="7116"/>
                      <a:pt x="1762" y="7113"/>
                      <a:pt x="1812" y="7109"/>
                    </a:cubicBezTo>
                    <a:cubicBezTo>
                      <a:pt x="1861" y="7107"/>
                      <a:pt x="1909" y="7106"/>
                      <a:pt x="1960" y="7104"/>
                    </a:cubicBezTo>
                    <a:cubicBezTo>
                      <a:pt x="2080" y="7099"/>
                      <a:pt x="2200" y="7091"/>
                      <a:pt x="2320" y="7083"/>
                    </a:cubicBezTo>
                    <a:cubicBezTo>
                      <a:pt x="2389" y="6808"/>
                      <a:pt x="2457" y="6533"/>
                      <a:pt x="2528" y="6250"/>
                    </a:cubicBezTo>
                    <a:cubicBezTo>
                      <a:pt x="2597" y="6250"/>
                      <a:pt x="2666" y="6250"/>
                      <a:pt x="2736" y="6250"/>
                    </a:cubicBezTo>
                    <a:cubicBezTo>
                      <a:pt x="2736" y="7487"/>
                      <a:pt x="2736" y="8725"/>
                      <a:pt x="2736" y="10000"/>
                    </a:cubicBezTo>
                    <a:cubicBezTo>
                      <a:pt x="2324" y="10000"/>
                      <a:pt x="1911" y="10000"/>
                      <a:pt x="1486" y="10000"/>
                    </a:cubicBezTo>
                    <a:cubicBezTo>
                      <a:pt x="1349" y="11581"/>
                      <a:pt x="1211" y="13163"/>
                      <a:pt x="1070" y="14792"/>
                    </a:cubicBezTo>
                    <a:cubicBezTo>
                      <a:pt x="864" y="14792"/>
                      <a:pt x="657" y="14792"/>
                      <a:pt x="445" y="14792"/>
                    </a:cubicBezTo>
                    <a:cubicBezTo>
                      <a:pt x="443" y="14704"/>
                      <a:pt x="440" y="14617"/>
                      <a:pt x="438" y="14527"/>
                    </a:cubicBezTo>
                    <a:cubicBezTo>
                      <a:pt x="418" y="13702"/>
                      <a:pt x="396" y="12878"/>
                      <a:pt x="374" y="12053"/>
                    </a:cubicBezTo>
                    <a:cubicBezTo>
                      <a:pt x="363" y="11630"/>
                      <a:pt x="351" y="11206"/>
                      <a:pt x="341" y="10782"/>
                    </a:cubicBezTo>
                    <a:cubicBezTo>
                      <a:pt x="332" y="10412"/>
                      <a:pt x="322" y="10043"/>
                      <a:pt x="312" y="9673"/>
                    </a:cubicBezTo>
                    <a:cubicBezTo>
                      <a:pt x="307" y="9477"/>
                      <a:pt x="301" y="9282"/>
                      <a:pt x="297" y="9086"/>
                    </a:cubicBezTo>
                    <a:cubicBezTo>
                      <a:pt x="293" y="8902"/>
                      <a:pt x="288" y="8717"/>
                      <a:pt x="282" y="8533"/>
                    </a:cubicBezTo>
                    <a:cubicBezTo>
                      <a:pt x="280" y="8465"/>
                      <a:pt x="279" y="8398"/>
                      <a:pt x="277" y="8331"/>
                    </a:cubicBezTo>
                    <a:cubicBezTo>
                      <a:pt x="271" y="7999"/>
                      <a:pt x="249" y="7708"/>
                      <a:pt x="131" y="7396"/>
                    </a:cubicBezTo>
                    <a:cubicBezTo>
                      <a:pt x="1" y="7051"/>
                      <a:pt x="0" y="6727"/>
                      <a:pt x="4" y="6362"/>
                    </a:cubicBezTo>
                    <a:cubicBezTo>
                      <a:pt x="5" y="6292"/>
                      <a:pt x="5" y="6222"/>
                      <a:pt x="4" y="6153"/>
                    </a:cubicBezTo>
                    <a:cubicBezTo>
                      <a:pt x="4" y="5965"/>
                      <a:pt x="6" y="5777"/>
                      <a:pt x="7" y="5590"/>
                    </a:cubicBezTo>
                    <a:cubicBezTo>
                      <a:pt x="8" y="5393"/>
                      <a:pt x="8" y="5196"/>
                      <a:pt x="9" y="4999"/>
                    </a:cubicBezTo>
                    <a:cubicBezTo>
                      <a:pt x="9" y="4627"/>
                      <a:pt x="11" y="4255"/>
                      <a:pt x="13" y="3884"/>
                    </a:cubicBezTo>
                    <a:cubicBezTo>
                      <a:pt x="15" y="3460"/>
                      <a:pt x="17" y="3036"/>
                      <a:pt x="18" y="2612"/>
                    </a:cubicBezTo>
                    <a:cubicBezTo>
                      <a:pt x="20" y="1741"/>
                      <a:pt x="24" y="871"/>
                      <a:pt x="28" y="0"/>
                    </a:cubicBezTo>
                    <a:close/>
                  </a:path>
                </a:pathLst>
              </a:custGeom>
              <a:solidFill>
                <a:srgbClr val="AEA1BF"/>
              </a:solidFill>
              <a:ln w="2646" cap="flat">
                <a:noFill/>
              </a:ln>
            </p:spPr>
          </p:sp>
          <p:sp>
            <p:nvSpPr>
              <p:cNvPr id="2066" name="ICON_C_WINDOWS_GRAPHIC_path_038"/>
              <p:cNvSpPr/>
              <p:nvPr/>
            </p:nvSpPr>
            <p:spPr>
              <a:xfrm>
                <a:off x="6376085" y="7500938"/>
                <a:ext cx="212040" cy="132292"/>
              </a:xfrm>
              <a:custGeom>
                <a:avLst/>
                <a:gdLst/>
                <a:ahLst/>
                <a:cxnLst/>
                <a:rect l="0" t="0" r="r" b="b"/>
                <a:pathLst>
                  <a:path w="16696" h="10417" fill="norm" stroke="0">
                    <a:moveTo>
                      <a:pt x="238" y="0"/>
                    </a:moveTo>
                    <a:cubicBezTo>
                      <a:pt x="375" y="0"/>
                      <a:pt x="513" y="0"/>
                      <a:pt x="654" y="0"/>
                    </a:cubicBezTo>
                    <a:cubicBezTo>
                      <a:pt x="654" y="3231"/>
                      <a:pt x="654" y="6462"/>
                      <a:pt x="654" y="9792"/>
                    </a:cubicBezTo>
                    <a:cubicBezTo>
                      <a:pt x="5948" y="9792"/>
                      <a:pt x="11242" y="9792"/>
                      <a:pt x="16696" y="9792"/>
                    </a:cubicBezTo>
                    <a:cubicBezTo>
                      <a:pt x="16696" y="9998"/>
                      <a:pt x="16696" y="10204"/>
                      <a:pt x="16696" y="10417"/>
                    </a:cubicBezTo>
                    <a:cubicBezTo>
                      <a:pt x="11196" y="10417"/>
                      <a:pt x="5696" y="10417"/>
                      <a:pt x="29" y="10417"/>
                    </a:cubicBezTo>
                    <a:cubicBezTo>
                      <a:pt x="25" y="9007"/>
                      <a:pt x="21" y="7598"/>
                      <a:pt x="16" y="6146"/>
                    </a:cubicBezTo>
                    <a:cubicBezTo>
                      <a:pt x="14" y="5704"/>
                      <a:pt x="12" y="5263"/>
                      <a:pt x="11" y="4808"/>
                    </a:cubicBezTo>
                    <a:cubicBezTo>
                      <a:pt x="10" y="4260"/>
                      <a:pt x="10" y="4260"/>
                      <a:pt x="10" y="4001"/>
                    </a:cubicBezTo>
                    <a:cubicBezTo>
                      <a:pt x="9" y="3825"/>
                      <a:pt x="9" y="3648"/>
                      <a:pt x="7" y="3471"/>
                    </a:cubicBezTo>
                    <a:cubicBezTo>
                      <a:pt x="0" y="2298"/>
                      <a:pt x="56" y="1161"/>
                      <a:pt x="238" y="0"/>
                    </a:cubicBezTo>
                    <a:close/>
                  </a:path>
                </a:pathLst>
              </a:custGeom>
              <a:solidFill>
                <a:srgbClr val="DCF1EE"/>
              </a:solidFill>
              <a:ln w="2646" cap="flat">
                <a:noFill/>
              </a:ln>
            </p:spPr>
          </p:sp>
          <p:sp>
            <p:nvSpPr>
              <p:cNvPr id="2067" name="ICON_C_WINDOWS_GRAPHIC_path_039"/>
              <p:cNvSpPr/>
              <p:nvPr/>
            </p:nvSpPr>
            <p:spPr>
              <a:xfrm>
                <a:off x="5865172" y="7493000"/>
                <a:ext cx="251994" cy="159912"/>
              </a:xfrm>
              <a:custGeom>
                <a:avLst/>
                <a:gdLst/>
                <a:ahLst/>
                <a:cxnLst/>
                <a:rect l="0" t="0" r="r" b="b"/>
                <a:pathLst>
                  <a:path w="19842" h="12591" fill="norm" stroke="0">
                    <a:moveTo>
                      <a:pt x="467" y="0"/>
                    </a:moveTo>
                    <a:cubicBezTo>
                      <a:pt x="742" y="0"/>
                      <a:pt x="1017" y="0"/>
                      <a:pt x="1300" y="0"/>
                    </a:cubicBezTo>
                    <a:cubicBezTo>
                      <a:pt x="1369" y="3919"/>
                      <a:pt x="1438" y="7837"/>
                      <a:pt x="1509" y="11875"/>
                    </a:cubicBezTo>
                    <a:cubicBezTo>
                      <a:pt x="7559" y="11875"/>
                      <a:pt x="13609" y="11875"/>
                      <a:pt x="19842" y="11875"/>
                    </a:cubicBezTo>
                    <a:cubicBezTo>
                      <a:pt x="19634" y="12292"/>
                      <a:pt x="19634" y="12292"/>
                      <a:pt x="19503" y="12377"/>
                    </a:cubicBezTo>
                    <a:cubicBezTo>
                      <a:pt x="19085" y="12499"/>
                      <a:pt x="18698" y="12531"/>
                      <a:pt x="18264" y="12529"/>
                    </a:cubicBezTo>
                    <a:cubicBezTo>
                      <a:pt x="18191" y="12530"/>
                      <a:pt x="18118" y="12530"/>
                      <a:pt x="18044" y="12531"/>
                    </a:cubicBezTo>
                    <a:cubicBezTo>
                      <a:pt x="17845" y="12533"/>
                      <a:pt x="17645" y="12533"/>
                      <a:pt x="17445" y="12533"/>
                    </a:cubicBezTo>
                    <a:cubicBezTo>
                      <a:pt x="17229" y="12534"/>
                      <a:pt x="17013" y="12535"/>
                      <a:pt x="16797" y="12537"/>
                    </a:cubicBezTo>
                    <a:cubicBezTo>
                      <a:pt x="16326" y="12540"/>
                      <a:pt x="15855" y="12541"/>
                      <a:pt x="15383" y="12542"/>
                    </a:cubicBezTo>
                    <a:cubicBezTo>
                      <a:pt x="15089" y="12542"/>
                      <a:pt x="14794" y="12543"/>
                      <a:pt x="14500" y="12544"/>
                    </a:cubicBezTo>
                    <a:cubicBezTo>
                      <a:pt x="13684" y="12547"/>
                      <a:pt x="12868" y="12549"/>
                      <a:pt x="12052" y="12550"/>
                    </a:cubicBezTo>
                    <a:cubicBezTo>
                      <a:pt x="12000" y="12550"/>
                      <a:pt x="11947" y="12550"/>
                      <a:pt x="11894" y="12550"/>
                    </a:cubicBezTo>
                    <a:cubicBezTo>
                      <a:pt x="11842" y="12550"/>
                      <a:pt x="11789" y="12550"/>
                      <a:pt x="11736" y="12550"/>
                    </a:cubicBezTo>
                    <a:cubicBezTo>
                      <a:pt x="11630" y="12550"/>
                      <a:pt x="11525" y="12550"/>
                      <a:pt x="11419" y="12550"/>
                    </a:cubicBezTo>
                    <a:cubicBezTo>
                      <a:pt x="11406" y="12550"/>
                      <a:pt x="11406" y="12550"/>
                      <a:pt x="11339" y="12550"/>
                    </a:cubicBezTo>
                    <a:cubicBezTo>
                      <a:pt x="10487" y="12551"/>
                      <a:pt x="9636" y="12554"/>
                      <a:pt x="8784" y="12559"/>
                    </a:cubicBezTo>
                    <a:cubicBezTo>
                      <a:pt x="7882" y="12564"/>
                      <a:pt x="6980" y="12567"/>
                      <a:pt x="6078" y="12567"/>
                    </a:cubicBezTo>
                    <a:cubicBezTo>
                      <a:pt x="5587" y="12567"/>
                      <a:pt x="5096" y="12569"/>
                      <a:pt x="4605" y="12572"/>
                    </a:cubicBezTo>
                    <a:cubicBezTo>
                      <a:pt x="4187" y="12576"/>
                      <a:pt x="3769" y="12577"/>
                      <a:pt x="3351" y="12575"/>
                    </a:cubicBezTo>
                    <a:cubicBezTo>
                      <a:pt x="3138" y="12574"/>
                      <a:pt x="2925" y="12574"/>
                      <a:pt x="2712" y="12577"/>
                    </a:cubicBezTo>
                    <a:cubicBezTo>
                      <a:pt x="2517" y="12580"/>
                      <a:pt x="2321" y="12580"/>
                      <a:pt x="2126" y="12577"/>
                    </a:cubicBezTo>
                    <a:cubicBezTo>
                      <a:pt x="2056" y="12577"/>
                      <a:pt x="1985" y="12577"/>
                      <a:pt x="1915" y="12579"/>
                    </a:cubicBezTo>
                    <a:cubicBezTo>
                      <a:pt x="1412" y="12591"/>
                      <a:pt x="1412" y="12591"/>
                      <a:pt x="1230" y="12443"/>
                    </a:cubicBezTo>
                    <a:cubicBezTo>
                      <a:pt x="957" y="12148"/>
                      <a:pt x="821" y="11806"/>
                      <a:pt x="834" y="11404"/>
                    </a:cubicBezTo>
                    <a:cubicBezTo>
                      <a:pt x="833" y="11361"/>
                      <a:pt x="833" y="11318"/>
                      <a:pt x="832" y="11274"/>
                    </a:cubicBezTo>
                    <a:cubicBezTo>
                      <a:pt x="832" y="11132"/>
                      <a:pt x="834" y="10990"/>
                      <a:pt x="836" y="10848"/>
                    </a:cubicBezTo>
                    <a:cubicBezTo>
                      <a:pt x="837" y="10745"/>
                      <a:pt x="836" y="10643"/>
                      <a:pt x="836" y="10540"/>
                    </a:cubicBezTo>
                    <a:cubicBezTo>
                      <a:pt x="836" y="10320"/>
                      <a:pt x="837" y="10100"/>
                      <a:pt x="840" y="9880"/>
                    </a:cubicBezTo>
                    <a:cubicBezTo>
                      <a:pt x="843" y="9562"/>
                      <a:pt x="844" y="9244"/>
                      <a:pt x="845" y="8926"/>
                    </a:cubicBezTo>
                    <a:cubicBezTo>
                      <a:pt x="846" y="8410"/>
                      <a:pt x="848" y="7894"/>
                      <a:pt x="852" y="7377"/>
                    </a:cubicBezTo>
                    <a:cubicBezTo>
                      <a:pt x="856" y="6876"/>
                      <a:pt x="859" y="6375"/>
                      <a:pt x="861" y="5875"/>
                    </a:cubicBezTo>
                    <a:cubicBezTo>
                      <a:pt x="861" y="5859"/>
                      <a:pt x="861" y="5859"/>
                      <a:pt x="861" y="5781"/>
                    </a:cubicBezTo>
                    <a:cubicBezTo>
                      <a:pt x="862" y="5625"/>
                      <a:pt x="862" y="5470"/>
                      <a:pt x="863" y="5315"/>
                    </a:cubicBezTo>
                    <a:cubicBezTo>
                      <a:pt x="867" y="4029"/>
                      <a:pt x="874" y="2744"/>
                      <a:pt x="884" y="1458"/>
                    </a:cubicBezTo>
                    <a:cubicBezTo>
                      <a:pt x="815" y="1490"/>
                      <a:pt x="747" y="1521"/>
                      <a:pt x="679" y="1554"/>
                    </a:cubicBezTo>
                    <a:cubicBezTo>
                      <a:pt x="641" y="1571"/>
                      <a:pt x="603" y="1589"/>
                      <a:pt x="564" y="1607"/>
                    </a:cubicBezTo>
                    <a:cubicBezTo>
                      <a:pt x="467" y="1667"/>
                      <a:pt x="467" y="1667"/>
                      <a:pt x="409" y="1810"/>
                    </a:cubicBezTo>
                    <a:cubicBezTo>
                      <a:pt x="402" y="1891"/>
                      <a:pt x="402" y="1891"/>
                      <a:pt x="401" y="1977"/>
                    </a:cubicBezTo>
                    <a:cubicBezTo>
                      <a:pt x="399" y="2008"/>
                      <a:pt x="396" y="2038"/>
                      <a:pt x="394" y="2070"/>
                    </a:cubicBezTo>
                    <a:cubicBezTo>
                      <a:pt x="388" y="2170"/>
                      <a:pt x="384" y="2270"/>
                      <a:pt x="381" y="2371"/>
                    </a:cubicBezTo>
                    <a:cubicBezTo>
                      <a:pt x="377" y="2440"/>
                      <a:pt x="373" y="2510"/>
                      <a:pt x="369" y="2580"/>
                    </a:cubicBezTo>
                    <a:cubicBezTo>
                      <a:pt x="358" y="2763"/>
                      <a:pt x="350" y="2946"/>
                      <a:pt x="342" y="3130"/>
                    </a:cubicBezTo>
                    <a:cubicBezTo>
                      <a:pt x="334" y="3317"/>
                      <a:pt x="323" y="3504"/>
                      <a:pt x="312" y="3691"/>
                    </a:cubicBezTo>
                    <a:cubicBezTo>
                      <a:pt x="292" y="4058"/>
                      <a:pt x="275" y="4425"/>
                      <a:pt x="259" y="4792"/>
                    </a:cubicBezTo>
                    <a:cubicBezTo>
                      <a:pt x="190" y="4792"/>
                      <a:pt x="121" y="4792"/>
                      <a:pt x="50" y="4792"/>
                    </a:cubicBezTo>
                    <a:cubicBezTo>
                      <a:pt x="41" y="4382"/>
                      <a:pt x="33" y="3973"/>
                      <a:pt x="29" y="3563"/>
                    </a:cubicBezTo>
                    <a:cubicBezTo>
                      <a:pt x="27" y="3373"/>
                      <a:pt x="24" y="3183"/>
                      <a:pt x="19" y="2992"/>
                    </a:cubicBezTo>
                    <a:cubicBezTo>
                      <a:pt x="0" y="2225"/>
                      <a:pt x="3" y="1467"/>
                      <a:pt x="185" y="717"/>
                    </a:cubicBezTo>
                    <a:cubicBezTo>
                      <a:pt x="200" y="653"/>
                      <a:pt x="215" y="588"/>
                      <a:pt x="228" y="523"/>
                    </a:cubicBezTo>
                    <a:cubicBezTo>
                      <a:pt x="234" y="492"/>
                      <a:pt x="240" y="461"/>
                      <a:pt x="247" y="429"/>
                    </a:cubicBezTo>
                    <a:cubicBezTo>
                      <a:pt x="252" y="402"/>
                      <a:pt x="257" y="375"/>
                      <a:pt x="263" y="347"/>
                    </a:cubicBezTo>
                    <a:cubicBezTo>
                      <a:pt x="295" y="257"/>
                      <a:pt x="295" y="257"/>
                      <a:pt x="467" y="0"/>
                    </a:cubicBezTo>
                    <a:close/>
                  </a:path>
                </a:pathLst>
              </a:custGeom>
              <a:solidFill>
                <a:srgbClr val="FCD0E3"/>
              </a:solidFill>
              <a:ln w="2646" cap="flat">
                <a:noFill/>
              </a:ln>
            </p:spPr>
          </p:sp>
          <p:sp>
            <p:nvSpPr>
              <p:cNvPr id="2068" name="ICON_C_WINDOWS_GRAPHIC_path_040"/>
              <p:cNvSpPr/>
              <p:nvPr/>
            </p:nvSpPr>
            <p:spPr>
              <a:xfrm>
                <a:off x="5888848" y="7296093"/>
                <a:ext cx="217736" cy="154575"/>
              </a:xfrm>
              <a:custGeom>
                <a:avLst/>
                <a:gdLst/>
                <a:ahLst/>
                <a:cxnLst/>
                <a:rect l="0" t="0" r="r" b="b"/>
                <a:pathLst>
                  <a:path w="17145" h="12171" fill="norm" stroke="0">
                    <a:moveTo>
                      <a:pt x="400" y="31"/>
                    </a:moveTo>
                    <a:cubicBezTo>
                      <a:pt x="577" y="0"/>
                      <a:pt x="755" y="8"/>
                      <a:pt x="935" y="13"/>
                    </a:cubicBezTo>
                    <a:cubicBezTo>
                      <a:pt x="1005" y="13"/>
                      <a:pt x="1075" y="12"/>
                      <a:pt x="1145" y="11"/>
                    </a:cubicBezTo>
                    <a:cubicBezTo>
                      <a:pt x="1337" y="10"/>
                      <a:pt x="1528" y="12"/>
                      <a:pt x="1720" y="15"/>
                    </a:cubicBezTo>
                    <a:cubicBezTo>
                      <a:pt x="1927" y="18"/>
                      <a:pt x="2134" y="17"/>
                      <a:pt x="2341" y="17"/>
                    </a:cubicBezTo>
                    <a:cubicBezTo>
                      <a:pt x="2700" y="16"/>
                      <a:pt x="3058" y="18"/>
                      <a:pt x="3417" y="22"/>
                    </a:cubicBezTo>
                    <a:cubicBezTo>
                      <a:pt x="3935" y="27"/>
                      <a:pt x="4454" y="29"/>
                      <a:pt x="4972" y="29"/>
                    </a:cubicBezTo>
                    <a:cubicBezTo>
                      <a:pt x="5813" y="31"/>
                      <a:pt x="6654" y="35"/>
                      <a:pt x="7495" y="41"/>
                    </a:cubicBezTo>
                    <a:cubicBezTo>
                      <a:pt x="8312" y="46"/>
                      <a:pt x="9129" y="51"/>
                      <a:pt x="9946" y="54"/>
                    </a:cubicBezTo>
                    <a:cubicBezTo>
                      <a:pt x="9971" y="54"/>
                      <a:pt x="9971" y="54"/>
                      <a:pt x="10099" y="54"/>
                    </a:cubicBezTo>
                    <a:cubicBezTo>
                      <a:pt x="10351" y="55"/>
                      <a:pt x="10604" y="56"/>
                      <a:pt x="10856" y="56"/>
                    </a:cubicBezTo>
                    <a:cubicBezTo>
                      <a:pt x="12952" y="63"/>
                      <a:pt x="15049" y="74"/>
                      <a:pt x="17145" y="88"/>
                    </a:cubicBezTo>
                    <a:cubicBezTo>
                      <a:pt x="17145" y="157"/>
                      <a:pt x="17145" y="225"/>
                      <a:pt x="17145" y="296"/>
                    </a:cubicBezTo>
                    <a:cubicBezTo>
                      <a:pt x="11645" y="365"/>
                      <a:pt x="6145" y="434"/>
                      <a:pt x="478" y="505"/>
                    </a:cubicBezTo>
                    <a:cubicBezTo>
                      <a:pt x="547" y="2086"/>
                      <a:pt x="615" y="3667"/>
                      <a:pt x="686" y="5296"/>
                    </a:cubicBezTo>
                    <a:cubicBezTo>
                      <a:pt x="892" y="5296"/>
                      <a:pt x="1099" y="5296"/>
                      <a:pt x="1311" y="5296"/>
                    </a:cubicBezTo>
                    <a:cubicBezTo>
                      <a:pt x="1469" y="5603"/>
                      <a:pt x="1469" y="5603"/>
                      <a:pt x="1491" y="5742"/>
                    </a:cubicBezTo>
                    <a:cubicBezTo>
                      <a:pt x="1496" y="5772"/>
                      <a:pt x="1501" y="5802"/>
                      <a:pt x="1507" y="5832"/>
                    </a:cubicBezTo>
                    <a:cubicBezTo>
                      <a:pt x="1511" y="5862"/>
                      <a:pt x="1515" y="5891"/>
                      <a:pt x="1520" y="5921"/>
                    </a:cubicBezTo>
                    <a:cubicBezTo>
                      <a:pt x="1524" y="5948"/>
                      <a:pt x="1528" y="5975"/>
                      <a:pt x="1532" y="6002"/>
                    </a:cubicBezTo>
                    <a:cubicBezTo>
                      <a:pt x="1558" y="6191"/>
                      <a:pt x="1569" y="6379"/>
                      <a:pt x="1578" y="6569"/>
                    </a:cubicBezTo>
                    <a:cubicBezTo>
                      <a:pt x="1582" y="6630"/>
                      <a:pt x="1586" y="6690"/>
                      <a:pt x="1590" y="6751"/>
                    </a:cubicBezTo>
                    <a:cubicBezTo>
                      <a:pt x="1598" y="6878"/>
                      <a:pt x="1605" y="7004"/>
                      <a:pt x="1613" y="7131"/>
                    </a:cubicBezTo>
                    <a:cubicBezTo>
                      <a:pt x="1631" y="7461"/>
                      <a:pt x="1653" y="7791"/>
                      <a:pt x="1675" y="8121"/>
                    </a:cubicBezTo>
                    <a:cubicBezTo>
                      <a:pt x="1677" y="8153"/>
                      <a:pt x="1679" y="8185"/>
                      <a:pt x="1681" y="8218"/>
                    </a:cubicBezTo>
                    <a:cubicBezTo>
                      <a:pt x="1713" y="8694"/>
                      <a:pt x="1763" y="9162"/>
                      <a:pt x="1845" y="9632"/>
                    </a:cubicBezTo>
                    <a:cubicBezTo>
                      <a:pt x="1991" y="10471"/>
                      <a:pt x="1955" y="11323"/>
                      <a:pt x="1936" y="12171"/>
                    </a:cubicBezTo>
                    <a:cubicBezTo>
                      <a:pt x="1778" y="12124"/>
                      <a:pt x="1647" y="12070"/>
                      <a:pt x="1520" y="11963"/>
                    </a:cubicBezTo>
                    <a:cubicBezTo>
                      <a:pt x="1466" y="11784"/>
                      <a:pt x="1480" y="11614"/>
                      <a:pt x="1494" y="11429"/>
                    </a:cubicBezTo>
                    <a:cubicBezTo>
                      <a:pt x="1495" y="11380"/>
                      <a:pt x="1497" y="11331"/>
                      <a:pt x="1499" y="11281"/>
                    </a:cubicBezTo>
                    <a:cubicBezTo>
                      <a:pt x="1504" y="11161"/>
                      <a:pt x="1511" y="11041"/>
                      <a:pt x="1520" y="10921"/>
                    </a:cubicBezTo>
                    <a:cubicBezTo>
                      <a:pt x="1093" y="11163"/>
                      <a:pt x="809" y="11401"/>
                      <a:pt x="559" y="11825"/>
                    </a:cubicBezTo>
                    <a:cubicBezTo>
                      <a:pt x="551" y="11838"/>
                      <a:pt x="551" y="11838"/>
                      <a:pt x="513" y="11904"/>
                    </a:cubicBezTo>
                    <a:cubicBezTo>
                      <a:pt x="501" y="11923"/>
                      <a:pt x="490" y="11943"/>
                      <a:pt x="478" y="11963"/>
                    </a:cubicBezTo>
                    <a:cubicBezTo>
                      <a:pt x="141" y="11251"/>
                      <a:pt x="0" y="10666"/>
                      <a:pt x="11" y="9876"/>
                    </a:cubicBezTo>
                    <a:cubicBezTo>
                      <a:pt x="10" y="9776"/>
                      <a:pt x="10" y="9676"/>
                      <a:pt x="9" y="9577"/>
                    </a:cubicBezTo>
                    <a:cubicBezTo>
                      <a:pt x="9" y="9337"/>
                      <a:pt x="10" y="9097"/>
                      <a:pt x="11" y="8857"/>
                    </a:cubicBezTo>
                    <a:cubicBezTo>
                      <a:pt x="14" y="8577"/>
                      <a:pt x="14" y="8297"/>
                      <a:pt x="14" y="8017"/>
                    </a:cubicBezTo>
                    <a:cubicBezTo>
                      <a:pt x="13" y="7516"/>
                      <a:pt x="15" y="7016"/>
                      <a:pt x="18" y="6515"/>
                    </a:cubicBezTo>
                    <a:cubicBezTo>
                      <a:pt x="21" y="6032"/>
                      <a:pt x="23" y="5548"/>
                      <a:pt x="22" y="5064"/>
                    </a:cubicBezTo>
                    <a:cubicBezTo>
                      <a:pt x="22" y="5049"/>
                      <a:pt x="22" y="5049"/>
                      <a:pt x="22" y="4974"/>
                    </a:cubicBezTo>
                    <a:cubicBezTo>
                      <a:pt x="22" y="4944"/>
                      <a:pt x="22" y="4914"/>
                      <a:pt x="22" y="4883"/>
                    </a:cubicBezTo>
                    <a:cubicBezTo>
                      <a:pt x="22" y="4329"/>
                      <a:pt x="24" y="3776"/>
                      <a:pt x="25" y="3222"/>
                    </a:cubicBezTo>
                    <a:cubicBezTo>
                      <a:pt x="26" y="3027"/>
                      <a:pt x="26" y="2832"/>
                      <a:pt x="26" y="2638"/>
                    </a:cubicBezTo>
                    <a:cubicBezTo>
                      <a:pt x="27" y="2375"/>
                      <a:pt x="28" y="2113"/>
                      <a:pt x="30" y="1851"/>
                    </a:cubicBezTo>
                    <a:cubicBezTo>
                      <a:pt x="31" y="1755"/>
                      <a:pt x="31" y="1659"/>
                      <a:pt x="31" y="1563"/>
                    </a:cubicBezTo>
                    <a:cubicBezTo>
                      <a:pt x="31" y="1432"/>
                      <a:pt x="32" y="1300"/>
                      <a:pt x="33" y="1169"/>
                    </a:cubicBezTo>
                    <a:cubicBezTo>
                      <a:pt x="33" y="1150"/>
                      <a:pt x="33" y="1150"/>
                      <a:pt x="32" y="1056"/>
                    </a:cubicBezTo>
                    <a:cubicBezTo>
                      <a:pt x="35" y="939"/>
                      <a:pt x="45" y="828"/>
                      <a:pt x="61" y="713"/>
                    </a:cubicBezTo>
                    <a:cubicBezTo>
                      <a:pt x="65" y="687"/>
                      <a:pt x="69" y="660"/>
                      <a:pt x="72" y="634"/>
                    </a:cubicBezTo>
                    <a:cubicBezTo>
                      <a:pt x="152" y="139"/>
                      <a:pt x="152" y="139"/>
                      <a:pt x="400" y="31"/>
                    </a:cubicBezTo>
                    <a:close/>
                  </a:path>
                </a:pathLst>
              </a:custGeom>
              <a:solidFill>
                <a:srgbClr val="FCBFDA"/>
              </a:solidFill>
              <a:ln w="2646" cap="flat">
                <a:noFill/>
              </a:ln>
            </p:spPr>
          </p:sp>
          <p:sp>
            <p:nvSpPr>
              <p:cNvPr id="2069" name="ICON_C_WINDOWS_GRAPHIC_path_041"/>
              <p:cNvSpPr/>
              <p:nvPr/>
            </p:nvSpPr>
            <p:spPr>
              <a:xfrm>
                <a:off x="6352646" y="7463816"/>
                <a:ext cx="269875" cy="186079"/>
              </a:xfrm>
              <a:custGeom>
                <a:avLst/>
                <a:gdLst/>
                <a:ahLst/>
                <a:cxnLst/>
                <a:rect l="0" t="0" r="r" b="b"/>
                <a:pathLst>
                  <a:path w="21250" h="14652" fill="norm" stroke="0">
                    <a:moveTo>
                      <a:pt x="0" y="6"/>
                    </a:moveTo>
                    <a:cubicBezTo>
                      <a:pt x="294" y="0"/>
                      <a:pt x="601" y="18"/>
                      <a:pt x="833" y="215"/>
                    </a:cubicBezTo>
                    <a:cubicBezTo>
                      <a:pt x="1002" y="571"/>
                      <a:pt x="964" y="1031"/>
                      <a:pt x="965" y="1419"/>
                    </a:cubicBezTo>
                    <a:cubicBezTo>
                      <a:pt x="967" y="1590"/>
                      <a:pt x="973" y="1761"/>
                      <a:pt x="979" y="1932"/>
                    </a:cubicBezTo>
                    <a:cubicBezTo>
                      <a:pt x="988" y="2229"/>
                      <a:pt x="994" y="2525"/>
                      <a:pt x="999" y="2822"/>
                    </a:cubicBezTo>
                    <a:cubicBezTo>
                      <a:pt x="1005" y="3250"/>
                      <a:pt x="1015" y="3679"/>
                      <a:pt x="1027" y="4108"/>
                    </a:cubicBezTo>
                    <a:cubicBezTo>
                      <a:pt x="1046" y="4803"/>
                      <a:pt x="1061" y="5498"/>
                      <a:pt x="1074" y="6194"/>
                    </a:cubicBezTo>
                    <a:cubicBezTo>
                      <a:pt x="1087" y="6870"/>
                      <a:pt x="1101" y="7545"/>
                      <a:pt x="1118" y="8221"/>
                    </a:cubicBezTo>
                    <a:cubicBezTo>
                      <a:pt x="1119" y="8262"/>
                      <a:pt x="1120" y="8304"/>
                      <a:pt x="1121" y="8347"/>
                    </a:cubicBezTo>
                    <a:cubicBezTo>
                      <a:pt x="1126" y="8556"/>
                      <a:pt x="1131" y="8765"/>
                      <a:pt x="1136" y="8974"/>
                    </a:cubicBezTo>
                    <a:cubicBezTo>
                      <a:pt x="1180" y="10707"/>
                      <a:pt x="1217" y="12440"/>
                      <a:pt x="1250" y="14173"/>
                    </a:cubicBezTo>
                    <a:cubicBezTo>
                      <a:pt x="3555" y="14178"/>
                      <a:pt x="5861" y="14181"/>
                      <a:pt x="8166" y="14184"/>
                    </a:cubicBezTo>
                    <a:cubicBezTo>
                      <a:pt x="8438" y="14184"/>
                      <a:pt x="8710" y="14184"/>
                      <a:pt x="8982" y="14184"/>
                    </a:cubicBezTo>
                    <a:cubicBezTo>
                      <a:pt x="8996" y="14184"/>
                      <a:pt x="8996" y="14184"/>
                      <a:pt x="9064" y="14184"/>
                    </a:cubicBezTo>
                    <a:cubicBezTo>
                      <a:pt x="9942" y="14185"/>
                      <a:pt x="10820" y="14187"/>
                      <a:pt x="11697" y="14189"/>
                    </a:cubicBezTo>
                    <a:cubicBezTo>
                      <a:pt x="12625" y="14191"/>
                      <a:pt x="13552" y="14192"/>
                      <a:pt x="14479" y="14192"/>
                    </a:cubicBezTo>
                    <a:cubicBezTo>
                      <a:pt x="15035" y="14193"/>
                      <a:pt x="15590" y="14194"/>
                      <a:pt x="16146" y="14195"/>
                    </a:cubicBezTo>
                    <a:cubicBezTo>
                      <a:pt x="16527" y="14196"/>
                      <a:pt x="16908" y="14197"/>
                      <a:pt x="17288" y="14197"/>
                    </a:cubicBezTo>
                    <a:cubicBezTo>
                      <a:pt x="17508" y="14196"/>
                      <a:pt x="17728" y="14197"/>
                      <a:pt x="17948" y="14198"/>
                    </a:cubicBezTo>
                    <a:cubicBezTo>
                      <a:pt x="18149" y="14199"/>
                      <a:pt x="18350" y="14199"/>
                      <a:pt x="18551" y="14198"/>
                    </a:cubicBezTo>
                    <a:cubicBezTo>
                      <a:pt x="18624" y="14198"/>
                      <a:pt x="18697" y="14198"/>
                      <a:pt x="18770" y="14199"/>
                    </a:cubicBezTo>
                    <a:cubicBezTo>
                      <a:pt x="18869" y="14200"/>
                      <a:pt x="18967" y="14199"/>
                      <a:pt x="19066" y="14199"/>
                    </a:cubicBezTo>
                    <a:cubicBezTo>
                      <a:pt x="19095" y="14199"/>
                      <a:pt x="19123" y="14200"/>
                      <a:pt x="19153" y="14200"/>
                    </a:cubicBezTo>
                    <a:cubicBezTo>
                      <a:pt x="19305" y="14197"/>
                      <a:pt x="19374" y="14174"/>
                      <a:pt x="19497" y="14082"/>
                    </a:cubicBezTo>
                    <a:cubicBezTo>
                      <a:pt x="19594" y="13950"/>
                      <a:pt x="19610" y="13890"/>
                      <a:pt x="19612" y="13728"/>
                    </a:cubicBezTo>
                    <a:cubicBezTo>
                      <a:pt x="19613" y="13680"/>
                      <a:pt x="19615" y="13632"/>
                      <a:pt x="19616" y="13583"/>
                    </a:cubicBezTo>
                    <a:cubicBezTo>
                      <a:pt x="19616" y="13531"/>
                      <a:pt x="19616" y="13478"/>
                      <a:pt x="19616" y="13425"/>
                    </a:cubicBezTo>
                    <a:cubicBezTo>
                      <a:pt x="19617" y="13369"/>
                      <a:pt x="19618" y="13313"/>
                      <a:pt x="19619" y="13257"/>
                    </a:cubicBezTo>
                    <a:cubicBezTo>
                      <a:pt x="19622" y="13103"/>
                      <a:pt x="19624" y="12950"/>
                      <a:pt x="19625" y="12796"/>
                    </a:cubicBezTo>
                    <a:cubicBezTo>
                      <a:pt x="19627" y="12630"/>
                      <a:pt x="19630" y="12464"/>
                      <a:pt x="19632" y="12298"/>
                    </a:cubicBezTo>
                    <a:cubicBezTo>
                      <a:pt x="19637" y="12010"/>
                      <a:pt x="19641" y="11722"/>
                      <a:pt x="19644" y="11435"/>
                    </a:cubicBezTo>
                    <a:cubicBezTo>
                      <a:pt x="19649" y="11019"/>
                      <a:pt x="19655" y="10603"/>
                      <a:pt x="19661" y="10187"/>
                    </a:cubicBezTo>
                    <a:cubicBezTo>
                      <a:pt x="19671" y="9513"/>
                      <a:pt x="19680" y="8838"/>
                      <a:pt x="19688" y="8163"/>
                    </a:cubicBezTo>
                    <a:cubicBezTo>
                      <a:pt x="19696" y="7508"/>
                      <a:pt x="19705" y="6853"/>
                      <a:pt x="19714" y="6197"/>
                    </a:cubicBezTo>
                    <a:cubicBezTo>
                      <a:pt x="19715" y="6157"/>
                      <a:pt x="19715" y="6116"/>
                      <a:pt x="19716" y="6075"/>
                    </a:cubicBezTo>
                    <a:cubicBezTo>
                      <a:pt x="19719" y="5872"/>
                      <a:pt x="19721" y="5669"/>
                      <a:pt x="19724" y="5467"/>
                    </a:cubicBezTo>
                    <a:cubicBezTo>
                      <a:pt x="19748" y="3785"/>
                      <a:pt x="19770" y="2104"/>
                      <a:pt x="19792" y="423"/>
                    </a:cubicBezTo>
                    <a:cubicBezTo>
                      <a:pt x="20067" y="423"/>
                      <a:pt x="20342" y="423"/>
                      <a:pt x="20625" y="423"/>
                    </a:cubicBezTo>
                    <a:cubicBezTo>
                      <a:pt x="20913" y="2249"/>
                      <a:pt x="20913" y="2249"/>
                      <a:pt x="20625" y="2923"/>
                    </a:cubicBezTo>
                    <a:cubicBezTo>
                      <a:pt x="20831" y="2992"/>
                      <a:pt x="21038" y="3060"/>
                      <a:pt x="21250" y="3131"/>
                    </a:cubicBezTo>
                    <a:cubicBezTo>
                      <a:pt x="21181" y="3200"/>
                      <a:pt x="21112" y="3269"/>
                      <a:pt x="21042" y="3340"/>
                    </a:cubicBezTo>
                    <a:cubicBezTo>
                      <a:pt x="20698" y="3340"/>
                      <a:pt x="20354" y="3340"/>
                      <a:pt x="20000" y="3340"/>
                    </a:cubicBezTo>
                    <a:cubicBezTo>
                      <a:pt x="20000" y="7052"/>
                      <a:pt x="20000" y="10765"/>
                      <a:pt x="20000" y="14590"/>
                    </a:cubicBezTo>
                    <a:cubicBezTo>
                      <a:pt x="15259" y="14606"/>
                      <a:pt x="15259" y="14606"/>
                      <a:pt x="13281" y="14610"/>
                    </a:cubicBezTo>
                    <a:cubicBezTo>
                      <a:pt x="12857" y="14611"/>
                      <a:pt x="12433" y="14611"/>
                      <a:pt x="12009" y="14612"/>
                    </a:cubicBezTo>
                    <a:cubicBezTo>
                      <a:pt x="11952" y="14613"/>
                      <a:pt x="11894" y="14613"/>
                      <a:pt x="11837" y="14613"/>
                    </a:cubicBezTo>
                    <a:cubicBezTo>
                      <a:pt x="10920" y="14614"/>
                      <a:pt x="10004" y="14618"/>
                      <a:pt x="9087" y="14621"/>
                    </a:cubicBezTo>
                    <a:cubicBezTo>
                      <a:pt x="8145" y="14625"/>
                      <a:pt x="7204" y="14628"/>
                      <a:pt x="6261" y="14629"/>
                    </a:cubicBezTo>
                    <a:cubicBezTo>
                      <a:pt x="6128" y="14629"/>
                      <a:pt x="5995" y="14629"/>
                      <a:pt x="5862" y="14629"/>
                    </a:cubicBezTo>
                    <a:cubicBezTo>
                      <a:pt x="5836" y="14629"/>
                      <a:pt x="5810" y="14629"/>
                      <a:pt x="5783" y="14629"/>
                    </a:cubicBezTo>
                    <a:cubicBezTo>
                      <a:pt x="5361" y="14630"/>
                      <a:pt x="4940" y="14632"/>
                      <a:pt x="4519" y="14634"/>
                    </a:cubicBezTo>
                    <a:cubicBezTo>
                      <a:pt x="4095" y="14636"/>
                      <a:pt x="3671" y="14638"/>
                      <a:pt x="3247" y="14637"/>
                    </a:cubicBezTo>
                    <a:cubicBezTo>
                      <a:pt x="3017" y="14637"/>
                      <a:pt x="2788" y="14637"/>
                      <a:pt x="2558" y="14639"/>
                    </a:cubicBezTo>
                    <a:cubicBezTo>
                      <a:pt x="2348" y="14641"/>
                      <a:pt x="2138" y="14641"/>
                      <a:pt x="1928" y="14640"/>
                    </a:cubicBezTo>
                    <a:cubicBezTo>
                      <a:pt x="1851" y="14640"/>
                      <a:pt x="1775" y="14640"/>
                      <a:pt x="1700" y="14642"/>
                    </a:cubicBezTo>
                    <a:cubicBezTo>
                      <a:pt x="1063" y="14652"/>
                      <a:pt x="1063" y="14652"/>
                      <a:pt x="789" y="14409"/>
                    </a:cubicBezTo>
                    <a:cubicBezTo>
                      <a:pt x="597" y="14176"/>
                      <a:pt x="565" y="13980"/>
                      <a:pt x="568" y="13685"/>
                    </a:cubicBezTo>
                    <a:cubicBezTo>
                      <a:pt x="567" y="13637"/>
                      <a:pt x="566" y="13590"/>
                      <a:pt x="565" y="13541"/>
                    </a:cubicBezTo>
                    <a:cubicBezTo>
                      <a:pt x="563" y="13410"/>
                      <a:pt x="562" y="13279"/>
                      <a:pt x="562" y="13148"/>
                    </a:cubicBezTo>
                    <a:cubicBezTo>
                      <a:pt x="562" y="13006"/>
                      <a:pt x="559" y="12865"/>
                      <a:pt x="556" y="12723"/>
                    </a:cubicBezTo>
                    <a:cubicBezTo>
                      <a:pt x="553" y="12478"/>
                      <a:pt x="550" y="12233"/>
                      <a:pt x="549" y="11987"/>
                    </a:cubicBezTo>
                    <a:cubicBezTo>
                      <a:pt x="547" y="11630"/>
                      <a:pt x="542" y="11273"/>
                      <a:pt x="537" y="10916"/>
                    </a:cubicBezTo>
                    <a:cubicBezTo>
                      <a:pt x="528" y="10335"/>
                      <a:pt x="521" y="9753"/>
                      <a:pt x="516" y="9171"/>
                    </a:cubicBezTo>
                    <a:cubicBezTo>
                      <a:pt x="511" y="8611"/>
                      <a:pt x="505" y="8050"/>
                      <a:pt x="499" y="7490"/>
                    </a:cubicBezTo>
                    <a:cubicBezTo>
                      <a:pt x="498" y="7456"/>
                      <a:pt x="498" y="7421"/>
                      <a:pt x="497" y="7386"/>
                    </a:cubicBezTo>
                    <a:cubicBezTo>
                      <a:pt x="491" y="6841"/>
                      <a:pt x="484" y="6296"/>
                      <a:pt x="477" y="5752"/>
                    </a:cubicBezTo>
                    <a:cubicBezTo>
                      <a:pt x="472" y="5395"/>
                      <a:pt x="467" y="5039"/>
                      <a:pt x="465" y="4683"/>
                    </a:cubicBezTo>
                    <a:cubicBezTo>
                      <a:pt x="445" y="2344"/>
                      <a:pt x="445" y="2344"/>
                      <a:pt x="322" y="1214"/>
                    </a:cubicBezTo>
                    <a:cubicBezTo>
                      <a:pt x="318" y="1175"/>
                      <a:pt x="314" y="1137"/>
                      <a:pt x="310" y="1097"/>
                    </a:cubicBezTo>
                    <a:cubicBezTo>
                      <a:pt x="267" y="696"/>
                      <a:pt x="217" y="355"/>
                      <a:pt x="0" y="6"/>
                    </a:cubicBezTo>
                    <a:close/>
                  </a:path>
                </a:pathLst>
              </a:custGeom>
              <a:solidFill>
                <a:srgbClr val="BADADC"/>
              </a:solidFill>
              <a:ln w="2646" cap="flat">
                <a:noFill/>
              </a:ln>
            </p:spPr>
          </p:sp>
          <p:sp>
            <p:nvSpPr>
              <p:cNvPr id="2070" name="ICON_C_WINDOWS_GRAPHIC_path_042"/>
              <p:cNvSpPr/>
              <p:nvPr/>
            </p:nvSpPr>
            <p:spPr>
              <a:xfrm>
                <a:off x="6334125" y="7283575"/>
                <a:ext cx="273569" cy="177676"/>
              </a:xfrm>
              <a:custGeom>
                <a:avLst/>
                <a:gdLst/>
                <a:ahLst/>
                <a:cxnLst/>
                <a:rect l="0" t="0" r="r" b="b"/>
                <a:pathLst>
                  <a:path w="21541" h="13990" fill="norm" stroke="0">
                    <a:moveTo>
                      <a:pt x="2609" y="6"/>
                    </a:moveTo>
                    <a:cubicBezTo>
                      <a:pt x="2641" y="5"/>
                      <a:pt x="2672" y="5"/>
                      <a:pt x="2705" y="5"/>
                    </a:cubicBezTo>
                    <a:cubicBezTo>
                      <a:pt x="2812" y="4"/>
                      <a:pt x="2919" y="5"/>
                      <a:pt x="3026" y="5"/>
                    </a:cubicBezTo>
                    <a:cubicBezTo>
                      <a:pt x="3103" y="5"/>
                      <a:pt x="3180" y="5"/>
                      <a:pt x="3257" y="4"/>
                    </a:cubicBezTo>
                    <a:cubicBezTo>
                      <a:pt x="3470" y="4"/>
                      <a:pt x="3682" y="4"/>
                      <a:pt x="3895" y="5"/>
                    </a:cubicBezTo>
                    <a:cubicBezTo>
                      <a:pt x="4124" y="5"/>
                      <a:pt x="4353" y="4"/>
                      <a:pt x="4582" y="4"/>
                    </a:cubicBezTo>
                    <a:cubicBezTo>
                      <a:pt x="5031" y="3"/>
                      <a:pt x="5480" y="3"/>
                      <a:pt x="5929" y="4"/>
                    </a:cubicBezTo>
                    <a:cubicBezTo>
                      <a:pt x="6294" y="4"/>
                      <a:pt x="6659" y="4"/>
                      <a:pt x="7024" y="4"/>
                    </a:cubicBezTo>
                    <a:cubicBezTo>
                      <a:pt x="7037" y="4"/>
                      <a:pt x="7037" y="4"/>
                      <a:pt x="7102" y="4"/>
                    </a:cubicBezTo>
                    <a:cubicBezTo>
                      <a:pt x="7207" y="4"/>
                      <a:pt x="7312" y="4"/>
                      <a:pt x="7418" y="4"/>
                    </a:cubicBezTo>
                    <a:cubicBezTo>
                      <a:pt x="8405" y="3"/>
                      <a:pt x="9392" y="4"/>
                      <a:pt x="10380" y="5"/>
                    </a:cubicBezTo>
                    <a:cubicBezTo>
                      <a:pt x="11257" y="6"/>
                      <a:pt x="12134" y="6"/>
                      <a:pt x="13011" y="5"/>
                    </a:cubicBezTo>
                    <a:cubicBezTo>
                      <a:pt x="13996" y="4"/>
                      <a:pt x="14981" y="3"/>
                      <a:pt x="15967" y="4"/>
                    </a:cubicBezTo>
                    <a:cubicBezTo>
                      <a:pt x="16072" y="4"/>
                      <a:pt x="16177" y="4"/>
                      <a:pt x="16282" y="4"/>
                    </a:cubicBezTo>
                    <a:cubicBezTo>
                      <a:pt x="16295" y="4"/>
                      <a:pt x="16295" y="4"/>
                      <a:pt x="16360" y="4"/>
                    </a:cubicBezTo>
                    <a:cubicBezTo>
                      <a:pt x="16751" y="4"/>
                      <a:pt x="17141" y="4"/>
                      <a:pt x="17531" y="4"/>
                    </a:cubicBezTo>
                    <a:cubicBezTo>
                      <a:pt x="17976" y="3"/>
                      <a:pt x="18420" y="3"/>
                      <a:pt x="18864" y="4"/>
                    </a:cubicBezTo>
                    <a:cubicBezTo>
                      <a:pt x="19091" y="5"/>
                      <a:pt x="19317" y="5"/>
                      <a:pt x="19544" y="4"/>
                    </a:cubicBezTo>
                    <a:cubicBezTo>
                      <a:pt x="19751" y="4"/>
                      <a:pt x="19959" y="4"/>
                      <a:pt x="20167" y="5"/>
                    </a:cubicBezTo>
                    <a:cubicBezTo>
                      <a:pt x="20242" y="5"/>
                      <a:pt x="20317" y="5"/>
                      <a:pt x="20392" y="5"/>
                    </a:cubicBezTo>
                    <a:cubicBezTo>
                      <a:pt x="21123" y="0"/>
                      <a:pt x="21123" y="0"/>
                      <a:pt x="21389" y="163"/>
                    </a:cubicBezTo>
                    <a:cubicBezTo>
                      <a:pt x="21541" y="332"/>
                      <a:pt x="21514" y="548"/>
                      <a:pt x="21508" y="764"/>
                    </a:cubicBezTo>
                    <a:cubicBezTo>
                      <a:pt x="21509" y="818"/>
                      <a:pt x="21509" y="872"/>
                      <a:pt x="21510" y="926"/>
                    </a:cubicBezTo>
                    <a:cubicBezTo>
                      <a:pt x="21510" y="1076"/>
                      <a:pt x="21509" y="1225"/>
                      <a:pt x="21507" y="1374"/>
                    </a:cubicBezTo>
                    <a:cubicBezTo>
                      <a:pt x="21505" y="1535"/>
                      <a:pt x="21505" y="1696"/>
                      <a:pt x="21506" y="1857"/>
                    </a:cubicBezTo>
                    <a:cubicBezTo>
                      <a:pt x="21506" y="2135"/>
                      <a:pt x="21505" y="2414"/>
                      <a:pt x="21502" y="2693"/>
                    </a:cubicBezTo>
                    <a:cubicBezTo>
                      <a:pt x="21499" y="3096"/>
                      <a:pt x="21498" y="3499"/>
                      <a:pt x="21497" y="3902"/>
                    </a:cubicBezTo>
                    <a:cubicBezTo>
                      <a:pt x="21496" y="4556"/>
                      <a:pt x="21494" y="5210"/>
                      <a:pt x="21490" y="5864"/>
                    </a:cubicBezTo>
                    <a:cubicBezTo>
                      <a:pt x="21486" y="6499"/>
                      <a:pt x="21483" y="7134"/>
                      <a:pt x="21481" y="7769"/>
                    </a:cubicBezTo>
                    <a:cubicBezTo>
                      <a:pt x="21481" y="7808"/>
                      <a:pt x="21481" y="7847"/>
                      <a:pt x="21481" y="7888"/>
                    </a:cubicBezTo>
                    <a:cubicBezTo>
                      <a:pt x="21480" y="8084"/>
                      <a:pt x="21480" y="8280"/>
                      <a:pt x="21479" y="8477"/>
                    </a:cubicBezTo>
                    <a:cubicBezTo>
                      <a:pt x="21475" y="10106"/>
                      <a:pt x="21468" y="11736"/>
                      <a:pt x="21458" y="13365"/>
                    </a:cubicBezTo>
                    <a:cubicBezTo>
                      <a:pt x="21390" y="13365"/>
                      <a:pt x="21321" y="13365"/>
                      <a:pt x="21250" y="13365"/>
                    </a:cubicBezTo>
                    <a:cubicBezTo>
                      <a:pt x="21250" y="13352"/>
                      <a:pt x="21250" y="13352"/>
                      <a:pt x="21251" y="13284"/>
                    </a:cubicBezTo>
                    <a:cubicBezTo>
                      <a:pt x="21265" y="11696"/>
                      <a:pt x="21275" y="10107"/>
                      <a:pt x="21282" y="8519"/>
                    </a:cubicBezTo>
                    <a:cubicBezTo>
                      <a:pt x="21283" y="8328"/>
                      <a:pt x="21284" y="8138"/>
                      <a:pt x="21284" y="7947"/>
                    </a:cubicBezTo>
                    <a:cubicBezTo>
                      <a:pt x="21285" y="7909"/>
                      <a:pt x="21285" y="7871"/>
                      <a:pt x="21285" y="7832"/>
                    </a:cubicBezTo>
                    <a:cubicBezTo>
                      <a:pt x="21287" y="7217"/>
                      <a:pt x="21292" y="6602"/>
                      <a:pt x="21298" y="5987"/>
                    </a:cubicBezTo>
                    <a:cubicBezTo>
                      <a:pt x="21304" y="5357"/>
                      <a:pt x="21307" y="4726"/>
                      <a:pt x="21309" y="4095"/>
                    </a:cubicBezTo>
                    <a:cubicBezTo>
                      <a:pt x="21310" y="3706"/>
                      <a:pt x="21312" y="3317"/>
                      <a:pt x="21317" y="2928"/>
                    </a:cubicBezTo>
                    <a:cubicBezTo>
                      <a:pt x="21321" y="2661"/>
                      <a:pt x="21322" y="2394"/>
                      <a:pt x="21321" y="2127"/>
                    </a:cubicBezTo>
                    <a:cubicBezTo>
                      <a:pt x="21321" y="1973"/>
                      <a:pt x="21321" y="1819"/>
                      <a:pt x="21325" y="1665"/>
                    </a:cubicBezTo>
                    <a:cubicBezTo>
                      <a:pt x="21327" y="1524"/>
                      <a:pt x="21328" y="1383"/>
                      <a:pt x="21326" y="1242"/>
                    </a:cubicBezTo>
                    <a:cubicBezTo>
                      <a:pt x="21325" y="1167"/>
                      <a:pt x="21328" y="1091"/>
                      <a:pt x="21331" y="1016"/>
                    </a:cubicBezTo>
                    <a:cubicBezTo>
                      <a:pt x="21327" y="873"/>
                      <a:pt x="21318" y="783"/>
                      <a:pt x="21250" y="657"/>
                    </a:cubicBezTo>
                    <a:cubicBezTo>
                      <a:pt x="20849" y="397"/>
                      <a:pt x="20339" y="419"/>
                      <a:pt x="19879" y="422"/>
                    </a:cubicBezTo>
                    <a:cubicBezTo>
                      <a:pt x="19806" y="422"/>
                      <a:pt x="19732" y="421"/>
                      <a:pt x="19659" y="421"/>
                    </a:cubicBezTo>
                    <a:cubicBezTo>
                      <a:pt x="19459" y="420"/>
                      <a:pt x="19259" y="421"/>
                      <a:pt x="19058" y="421"/>
                    </a:cubicBezTo>
                    <a:cubicBezTo>
                      <a:pt x="18842" y="422"/>
                      <a:pt x="18626" y="421"/>
                      <a:pt x="18409" y="420"/>
                    </a:cubicBezTo>
                    <a:cubicBezTo>
                      <a:pt x="17986" y="420"/>
                      <a:pt x="17563" y="420"/>
                      <a:pt x="17140" y="420"/>
                    </a:cubicBezTo>
                    <a:cubicBezTo>
                      <a:pt x="16796" y="421"/>
                      <a:pt x="16452" y="421"/>
                      <a:pt x="16108" y="421"/>
                    </a:cubicBezTo>
                    <a:cubicBezTo>
                      <a:pt x="16084" y="421"/>
                      <a:pt x="16084" y="421"/>
                      <a:pt x="15960" y="421"/>
                    </a:cubicBezTo>
                    <a:cubicBezTo>
                      <a:pt x="15860" y="420"/>
                      <a:pt x="15760" y="420"/>
                      <a:pt x="15661" y="420"/>
                    </a:cubicBezTo>
                    <a:cubicBezTo>
                      <a:pt x="14755" y="420"/>
                      <a:pt x="13850" y="420"/>
                      <a:pt x="12944" y="421"/>
                    </a:cubicBezTo>
                    <a:cubicBezTo>
                      <a:pt x="12117" y="423"/>
                      <a:pt x="11291" y="422"/>
                      <a:pt x="10464" y="421"/>
                    </a:cubicBezTo>
                    <a:cubicBezTo>
                      <a:pt x="9534" y="420"/>
                      <a:pt x="8605" y="420"/>
                      <a:pt x="7675" y="420"/>
                    </a:cubicBezTo>
                    <a:cubicBezTo>
                      <a:pt x="7576" y="420"/>
                      <a:pt x="7477" y="421"/>
                      <a:pt x="7378" y="421"/>
                    </a:cubicBezTo>
                    <a:cubicBezTo>
                      <a:pt x="7329" y="421"/>
                      <a:pt x="7280" y="421"/>
                      <a:pt x="7230" y="421"/>
                    </a:cubicBezTo>
                    <a:cubicBezTo>
                      <a:pt x="6886" y="421"/>
                      <a:pt x="6543" y="421"/>
                      <a:pt x="6199" y="420"/>
                    </a:cubicBezTo>
                    <a:cubicBezTo>
                      <a:pt x="5781" y="420"/>
                      <a:pt x="5362" y="420"/>
                      <a:pt x="4944" y="421"/>
                    </a:cubicBezTo>
                    <a:cubicBezTo>
                      <a:pt x="4730" y="421"/>
                      <a:pt x="4517" y="421"/>
                      <a:pt x="4303" y="421"/>
                    </a:cubicBezTo>
                    <a:cubicBezTo>
                      <a:pt x="4108" y="420"/>
                      <a:pt x="3913" y="421"/>
                      <a:pt x="3717" y="422"/>
                    </a:cubicBezTo>
                    <a:cubicBezTo>
                      <a:pt x="3647" y="422"/>
                      <a:pt x="3576" y="422"/>
                      <a:pt x="3505" y="421"/>
                    </a:cubicBezTo>
                    <a:cubicBezTo>
                      <a:pt x="3409" y="421"/>
                      <a:pt x="3313" y="421"/>
                      <a:pt x="3217" y="422"/>
                    </a:cubicBezTo>
                    <a:cubicBezTo>
                      <a:pt x="3203" y="422"/>
                      <a:pt x="3203" y="422"/>
                      <a:pt x="3133" y="421"/>
                    </a:cubicBezTo>
                    <a:cubicBezTo>
                      <a:pt x="2981" y="424"/>
                      <a:pt x="2917" y="448"/>
                      <a:pt x="2795" y="542"/>
                    </a:cubicBezTo>
                    <a:cubicBezTo>
                      <a:pt x="2704" y="663"/>
                      <a:pt x="2682" y="709"/>
                      <a:pt x="2682" y="857"/>
                    </a:cubicBezTo>
                    <a:cubicBezTo>
                      <a:pt x="2681" y="897"/>
                      <a:pt x="2680" y="936"/>
                      <a:pt x="2680" y="977"/>
                    </a:cubicBezTo>
                    <a:cubicBezTo>
                      <a:pt x="2680" y="1020"/>
                      <a:pt x="2681" y="1063"/>
                      <a:pt x="2681" y="1107"/>
                    </a:cubicBezTo>
                    <a:cubicBezTo>
                      <a:pt x="2681" y="1154"/>
                      <a:pt x="2680" y="1200"/>
                      <a:pt x="2680" y="1247"/>
                    </a:cubicBezTo>
                    <a:cubicBezTo>
                      <a:pt x="2679" y="1374"/>
                      <a:pt x="2679" y="1502"/>
                      <a:pt x="2679" y="1629"/>
                    </a:cubicBezTo>
                    <a:cubicBezTo>
                      <a:pt x="2679" y="1766"/>
                      <a:pt x="2678" y="1904"/>
                      <a:pt x="2677" y="2041"/>
                    </a:cubicBezTo>
                    <a:cubicBezTo>
                      <a:pt x="2675" y="2280"/>
                      <a:pt x="2674" y="2518"/>
                      <a:pt x="2673" y="2756"/>
                    </a:cubicBezTo>
                    <a:cubicBezTo>
                      <a:pt x="2672" y="3132"/>
                      <a:pt x="2669" y="3509"/>
                      <a:pt x="2665" y="3885"/>
                    </a:cubicBezTo>
                    <a:cubicBezTo>
                      <a:pt x="2663" y="4014"/>
                      <a:pt x="2662" y="4143"/>
                      <a:pt x="2661" y="4271"/>
                    </a:cubicBezTo>
                    <a:cubicBezTo>
                      <a:pt x="2660" y="4304"/>
                      <a:pt x="2660" y="4336"/>
                      <a:pt x="2660" y="4369"/>
                    </a:cubicBezTo>
                    <a:cubicBezTo>
                      <a:pt x="2656" y="4735"/>
                      <a:pt x="2652" y="5101"/>
                      <a:pt x="2649" y="5468"/>
                    </a:cubicBezTo>
                    <a:cubicBezTo>
                      <a:pt x="2649" y="5501"/>
                      <a:pt x="2649" y="5535"/>
                      <a:pt x="2649" y="5569"/>
                    </a:cubicBezTo>
                    <a:cubicBezTo>
                      <a:pt x="2644" y="6112"/>
                      <a:pt x="2642" y="6655"/>
                      <a:pt x="2640" y="7197"/>
                    </a:cubicBezTo>
                    <a:cubicBezTo>
                      <a:pt x="2639" y="7755"/>
                      <a:pt x="2634" y="8312"/>
                      <a:pt x="2626" y="8869"/>
                    </a:cubicBezTo>
                    <a:cubicBezTo>
                      <a:pt x="2621" y="9213"/>
                      <a:pt x="2619" y="9556"/>
                      <a:pt x="2621" y="9900"/>
                    </a:cubicBezTo>
                    <a:cubicBezTo>
                      <a:pt x="2621" y="10136"/>
                      <a:pt x="2619" y="10371"/>
                      <a:pt x="2614" y="10607"/>
                    </a:cubicBezTo>
                    <a:cubicBezTo>
                      <a:pt x="2612" y="10743"/>
                      <a:pt x="2610" y="10878"/>
                      <a:pt x="2613" y="11014"/>
                    </a:cubicBezTo>
                    <a:cubicBezTo>
                      <a:pt x="2621" y="11689"/>
                      <a:pt x="2621" y="11689"/>
                      <a:pt x="2500" y="11907"/>
                    </a:cubicBezTo>
                    <a:cubicBezTo>
                      <a:pt x="2249" y="12091"/>
                      <a:pt x="1972" y="12087"/>
                      <a:pt x="1667" y="12115"/>
                    </a:cubicBezTo>
                    <a:cubicBezTo>
                      <a:pt x="1598" y="11703"/>
                      <a:pt x="1529" y="11290"/>
                      <a:pt x="1458" y="10865"/>
                    </a:cubicBezTo>
                    <a:cubicBezTo>
                      <a:pt x="1183" y="10865"/>
                      <a:pt x="908" y="10865"/>
                      <a:pt x="625" y="10865"/>
                    </a:cubicBezTo>
                    <a:cubicBezTo>
                      <a:pt x="625" y="11896"/>
                      <a:pt x="625" y="12928"/>
                      <a:pt x="625" y="13990"/>
                    </a:cubicBezTo>
                    <a:cubicBezTo>
                      <a:pt x="419" y="13990"/>
                      <a:pt x="212" y="13990"/>
                      <a:pt x="0" y="13990"/>
                    </a:cubicBezTo>
                    <a:cubicBezTo>
                      <a:pt x="0" y="13853"/>
                      <a:pt x="0" y="13715"/>
                      <a:pt x="0" y="13574"/>
                    </a:cubicBezTo>
                    <a:cubicBezTo>
                      <a:pt x="137" y="13574"/>
                      <a:pt x="275" y="13574"/>
                      <a:pt x="417" y="13574"/>
                    </a:cubicBezTo>
                    <a:cubicBezTo>
                      <a:pt x="413" y="13538"/>
                      <a:pt x="410" y="13502"/>
                      <a:pt x="407" y="13466"/>
                    </a:cubicBezTo>
                    <a:cubicBezTo>
                      <a:pt x="377" y="13129"/>
                      <a:pt x="355" y="12792"/>
                      <a:pt x="341" y="12454"/>
                    </a:cubicBezTo>
                    <a:cubicBezTo>
                      <a:pt x="334" y="12280"/>
                      <a:pt x="323" y="12108"/>
                      <a:pt x="307" y="11934"/>
                    </a:cubicBezTo>
                    <a:cubicBezTo>
                      <a:pt x="304" y="11900"/>
                      <a:pt x="301" y="11866"/>
                      <a:pt x="297" y="11831"/>
                    </a:cubicBezTo>
                    <a:cubicBezTo>
                      <a:pt x="292" y="11767"/>
                      <a:pt x="285" y="11704"/>
                      <a:pt x="278" y="11641"/>
                    </a:cubicBezTo>
                    <a:cubicBezTo>
                      <a:pt x="269" y="11538"/>
                      <a:pt x="270" y="11439"/>
                      <a:pt x="274" y="11336"/>
                    </a:cubicBezTo>
                    <a:cubicBezTo>
                      <a:pt x="275" y="11322"/>
                      <a:pt x="275" y="11322"/>
                      <a:pt x="276" y="11254"/>
                    </a:cubicBezTo>
                    <a:cubicBezTo>
                      <a:pt x="284" y="11048"/>
                      <a:pt x="295" y="10830"/>
                      <a:pt x="417" y="10657"/>
                    </a:cubicBezTo>
                    <a:cubicBezTo>
                      <a:pt x="601" y="10556"/>
                      <a:pt x="836" y="10570"/>
                      <a:pt x="1041" y="10555"/>
                    </a:cubicBezTo>
                    <a:cubicBezTo>
                      <a:pt x="1338" y="10525"/>
                      <a:pt x="1657" y="10457"/>
                      <a:pt x="1875" y="10240"/>
                    </a:cubicBezTo>
                    <a:cubicBezTo>
                      <a:pt x="2183" y="9689"/>
                      <a:pt x="2072" y="8882"/>
                      <a:pt x="2060" y="8268"/>
                    </a:cubicBezTo>
                    <a:cubicBezTo>
                      <a:pt x="2054" y="7990"/>
                      <a:pt x="2057" y="7713"/>
                      <a:pt x="2061" y="7435"/>
                    </a:cubicBezTo>
                    <a:cubicBezTo>
                      <a:pt x="2067" y="6939"/>
                      <a:pt x="2067" y="6444"/>
                      <a:pt x="2062" y="5948"/>
                    </a:cubicBezTo>
                    <a:cubicBezTo>
                      <a:pt x="2058" y="5467"/>
                      <a:pt x="2057" y="4986"/>
                      <a:pt x="2059" y="4505"/>
                    </a:cubicBezTo>
                    <a:cubicBezTo>
                      <a:pt x="2059" y="4476"/>
                      <a:pt x="2059" y="4446"/>
                      <a:pt x="2059" y="4416"/>
                    </a:cubicBezTo>
                    <a:cubicBezTo>
                      <a:pt x="2060" y="4121"/>
                      <a:pt x="2062" y="3826"/>
                      <a:pt x="2064" y="3531"/>
                    </a:cubicBezTo>
                    <a:cubicBezTo>
                      <a:pt x="2064" y="3416"/>
                      <a:pt x="2065" y="3302"/>
                      <a:pt x="2066" y="3187"/>
                    </a:cubicBezTo>
                    <a:cubicBezTo>
                      <a:pt x="2066" y="3131"/>
                      <a:pt x="2066" y="3074"/>
                      <a:pt x="2066" y="3018"/>
                    </a:cubicBezTo>
                    <a:cubicBezTo>
                      <a:pt x="2069" y="2658"/>
                      <a:pt x="2069" y="2298"/>
                      <a:pt x="2066" y="1938"/>
                    </a:cubicBezTo>
                    <a:cubicBezTo>
                      <a:pt x="2065" y="1732"/>
                      <a:pt x="2065" y="1526"/>
                      <a:pt x="2064" y="1320"/>
                    </a:cubicBezTo>
                    <a:cubicBezTo>
                      <a:pt x="2064" y="1224"/>
                      <a:pt x="2063" y="1129"/>
                      <a:pt x="2062" y="1033"/>
                    </a:cubicBezTo>
                    <a:cubicBezTo>
                      <a:pt x="2060" y="903"/>
                      <a:pt x="2060" y="773"/>
                      <a:pt x="2060" y="642"/>
                    </a:cubicBezTo>
                    <a:cubicBezTo>
                      <a:pt x="2059" y="604"/>
                      <a:pt x="2059" y="566"/>
                      <a:pt x="2058" y="527"/>
                    </a:cubicBezTo>
                    <a:cubicBezTo>
                      <a:pt x="2058" y="492"/>
                      <a:pt x="2058" y="457"/>
                      <a:pt x="2059" y="421"/>
                    </a:cubicBezTo>
                    <a:cubicBezTo>
                      <a:pt x="2058" y="391"/>
                      <a:pt x="2058" y="361"/>
                      <a:pt x="2058" y="330"/>
                    </a:cubicBezTo>
                    <a:cubicBezTo>
                      <a:pt x="2137" y="51"/>
                      <a:pt x="2351" y="1"/>
                      <a:pt x="2609" y="6"/>
                    </a:cubicBezTo>
                    <a:close/>
                  </a:path>
                </a:pathLst>
              </a:custGeom>
              <a:solidFill>
                <a:srgbClr val="B2D6D7"/>
              </a:solidFill>
              <a:ln w="2646" cap="flat">
                <a:noFill/>
              </a:ln>
            </p:spPr>
          </p:sp>
          <p:sp>
            <p:nvSpPr>
              <p:cNvPr id="2071" name="ICON_C_WINDOWS_GRAPHIC_path_043"/>
              <p:cNvSpPr/>
              <p:nvPr/>
            </p:nvSpPr>
            <p:spPr>
              <a:xfrm>
                <a:off x="6281208" y="7421562"/>
                <a:ext cx="79375" cy="79727"/>
              </a:xfrm>
              <a:custGeom>
                <a:avLst/>
                <a:gdLst/>
                <a:ahLst/>
                <a:cxnLst/>
                <a:rect l="0" t="0" r="r" b="b"/>
                <a:pathLst>
                  <a:path w="6250" h="6278" fill="norm" stroke="0">
                    <a:moveTo>
                      <a:pt x="4792" y="0"/>
                    </a:moveTo>
                    <a:cubicBezTo>
                      <a:pt x="5067" y="69"/>
                      <a:pt x="5342" y="138"/>
                      <a:pt x="5625" y="208"/>
                    </a:cubicBezTo>
                    <a:cubicBezTo>
                      <a:pt x="5419" y="208"/>
                      <a:pt x="5213" y="208"/>
                      <a:pt x="5000" y="208"/>
                    </a:cubicBezTo>
                    <a:cubicBezTo>
                      <a:pt x="5034" y="690"/>
                      <a:pt x="5034" y="690"/>
                      <a:pt x="5208" y="3125"/>
                    </a:cubicBezTo>
                    <a:cubicBezTo>
                      <a:pt x="5277" y="2987"/>
                      <a:pt x="5346" y="2850"/>
                      <a:pt x="5417" y="2708"/>
                    </a:cubicBezTo>
                    <a:cubicBezTo>
                      <a:pt x="5558" y="2672"/>
                      <a:pt x="5607" y="2666"/>
                      <a:pt x="5742" y="2682"/>
                    </a:cubicBezTo>
                    <a:cubicBezTo>
                      <a:pt x="5841" y="2691"/>
                      <a:pt x="5940" y="2699"/>
                      <a:pt x="6042" y="2708"/>
                    </a:cubicBezTo>
                    <a:cubicBezTo>
                      <a:pt x="6110" y="2983"/>
                      <a:pt x="6179" y="3258"/>
                      <a:pt x="6250" y="3542"/>
                    </a:cubicBezTo>
                    <a:cubicBezTo>
                      <a:pt x="6155" y="3520"/>
                      <a:pt x="6061" y="3499"/>
                      <a:pt x="5964" y="3477"/>
                    </a:cubicBezTo>
                    <a:cubicBezTo>
                      <a:pt x="5834" y="3467"/>
                      <a:pt x="5740" y="3480"/>
                      <a:pt x="5625" y="3542"/>
                    </a:cubicBezTo>
                    <a:cubicBezTo>
                      <a:pt x="5302" y="3920"/>
                      <a:pt x="5206" y="4488"/>
                      <a:pt x="5173" y="4970"/>
                    </a:cubicBezTo>
                    <a:cubicBezTo>
                      <a:pt x="5114" y="5791"/>
                      <a:pt x="5114" y="5791"/>
                      <a:pt x="5000" y="6042"/>
                    </a:cubicBezTo>
                    <a:cubicBezTo>
                      <a:pt x="4740" y="6257"/>
                      <a:pt x="4401" y="6273"/>
                      <a:pt x="4074" y="6278"/>
                    </a:cubicBezTo>
                    <a:cubicBezTo>
                      <a:pt x="3954" y="6249"/>
                      <a:pt x="3874" y="6215"/>
                      <a:pt x="3791" y="6121"/>
                    </a:cubicBezTo>
                    <a:cubicBezTo>
                      <a:pt x="3704" y="5952"/>
                      <a:pt x="3714" y="5756"/>
                      <a:pt x="3709" y="5569"/>
                    </a:cubicBezTo>
                    <a:cubicBezTo>
                      <a:pt x="3706" y="5488"/>
                      <a:pt x="3702" y="5406"/>
                      <a:pt x="3697" y="5325"/>
                    </a:cubicBezTo>
                    <a:cubicBezTo>
                      <a:pt x="3685" y="5093"/>
                      <a:pt x="3673" y="4862"/>
                      <a:pt x="3666" y="4630"/>
                    </a:cubicBezTo>
                    <a:cubicBezTo>
                      <a:pt x="3634" y="3598"/>
                      <a:pt x="3634" y="3598"/>
                      <a:pt x="3394" y="3370"/>
                    </a:cubicBezTo>
                    <a:cubicBezTo>
                      <a:pt x="3245" y="3259"/>
                      <a:pt x="3091" y="3187"/>
                      <a:pt x="2917" y="3125"/>
                    </a:cubicBezTo>
                    <a:cubicBezTo>
                      <a:pt x="2915" y="3168"/>
                      <a:pt x="2913" y="3211"/>
                      <a:pt x="2911" y="3256"/>
                    </a:cubicBezTo>
                    <a:cubicBezTo>
                      <a:pt x="2848" y="4447"/>
                      <a:pt x="2848" y="4447"/>
                      <a:pt x="2617" y="4673"/>
                    </a:cubicBezTo>
                    <a:cubicBezTo>
                      <a:pt x="2365" y="4799"/>
                      <a:pt x="2169" y="4782"/>
                      <a:pt x="1875" y="4792"/>
                    </a:cubicBezTo>
                    <a:cubicBezTo>
                      <a:pt x="1806" y="4517"/>
                      <a:pt x="1738" y="4242"/>
                      <a:pt x="1667" y="3958"/>
                    </a:cubicBezTo>
                    <a:cubicBezTo>
                      <a:pt x="1484" y="4012"/>
                      <a:pt x="1389" y="4042"/>
                      <a:pt x="1250" y="4167"/>
                    </a:cubicBezTo>
                    <a:cubicBezTo>
                      <a:pt x="1198" y="4276"/>
                      <a:pt x="1172" y="4388"/>
                      <a:pt x="1148" y="4506"/>
                    </a:cubicBezTo>
                    <a:cubicBezTo>
                      <a:pt x="1141" y="4538"/>
                      <a:pt x="1134" y="4570"/>
                      <a:pt x="1126" y="4604"/>
                    </a:cubicBezTo>
                    <a:cubicBezTo>
                      <a:pt x="1099" y="4740"/>
                      <a:pt x="1073" y="4876"/>
                      <a:pt x="1051" y="5013"/>
                    </a:cubicBezTo>
                    <a:cubicBezTo>
                      <a:pt x="973" y="5488"/>
                      <a:pt x="973" y="5488"/>
                      <a:pt x="833" y="5625"/>
                    </a:cubicBezTo>
                    <a:cubicBezTo>
                      <a:pt x="567" y="5714"/>
                      <a:pt x="272" y="5668"/>
                      <a:pt x="0" y="5625"/>
                    </a:cubicBezTo>
                    <a:cubicBezTo>
                      <a:pt x="45" y="5337"/>
                      <a:pt x="92" y="5049"/>
                      <a:pt x="141" y="4761"/>
                    </a:cubicBezTo>
                    <a:cubicBezTo>
                      <a:pt x="164" y="4627"/>
                      <a:pt x="186" y="4494"/>
                      <a:pt x="207" y="4360"/>
                    </a:cubicBezTo>
                    <a:cubicBezTo>
                      <a:pt x="370" y="3319"/>
                      <a:pt x="370" y="3319"/>
                      <a:pt x="682" y="2917"/>
                    </a:cubicBezTo>
                    <a:cubicBezTo>
                      <a:pt x="816" y="2744"/>
                      <a:pt x="890" y="2584"/>
                      <a:pt x="950" y="2374"/>
                    </a:cubicBezTo>
                    <a:cubicBezTo>
                      <a:pt x="959" y="2346"/>
                      <a:pt x="966" y="2319"/>
                      <a:pt x="975" y="2291"/>
                    </a:cubicBezTo>
                    <a:cubicBezTo>
                      <a:pt x="1006" y="2180"/>
                      <a:pt x="1035" y="2070"/>
                      <a:pt x="1063" y="1958"/>
                    </a:cubicBezTo>
                    <a:cubicBezTo>
                      <a:pt x="1085" y="1875"/>
                      <a:pt x="1109" y="1792"/>
                      <a:pt x="1133" y="1710"/>
                    </a:cubicBezTo>
                    <a:cubicBezTo>
                      <a:pt x="1145" y="1661"/>
                      <a:pt x="1158" y="1613"/>
                      <a:pt x="1171" y="1563"/>
                    </a:cubicBezTo>
                    <a:cubicBezTo>
                      <a:pt x="1197" y="1529"/>
                      <a:pt x="1223" y="1494"/>
                      <a:pt x="1250" y="1458"/>
                    </a:cubicBezTo>
                    <a:cubicBezTo>
                      <a:pt x="1388" y="1458"/>
                      <a:pt x="1525" y="1458"/>
                      <a:pt x="1667" y="1458"/>
                    </a:cubicBezTo>
                    <a:cubicBezTo>
                      <a:pt x="1667" y="2077"/>
                      <a:pt x="1667" y="2696"/>
                      <a:pt x="1667" y="3333"/>
                    </a:cubicBezTo>
                    <a:cubicBezTo>
                      <a:pt x="1873" y="3333"/>
                      <a:pt x="2079" y="3333"/>
                      <a:pt x="2292" y="3333"/>
                    </a:cubicBezTo>
                    <a:cubicBezTo>
                      <a:pt x="2291" y="3284"/>
                      <a:pt x="2290" y="3235"/>
                      <a:pt x="2288" y="3184"/>
                    </a:cubicBezTo>
                    <a:cubicBezTo>
                      <a:pt x="2285" y="3000"/>
                      <a:pt x="2282" y="2816"/>
                      <a:pt x="2280" y="2633"/>
                    </a:cubicBezTo>
                    <a:cubicBezTo>
                      <a:pt x="2279" y="2553"/>
                      <a:pt x="2278" y="2474"/>
                      <a:pt x="2276" y="2394"/>
                    </a:cubicBezTo>
                    <a:cubicBezTo>
                      <a:pt x="2273" y="2280"/>
                      <a:pt x="2272" y="2166"/>
                      <a:pt x="2271" y="2052"/>
                    </a:cubicBezTo>
                    <a:cubicBezTo>
                      <a:pt x="2270" y="2016"/>
                      <a:pt x="2269" y="1981"/>
                      <a:pt x="2268" y="1944"/>
                    </a:cubicBezTo>
                    <a:cubicBezTo>
                      <a:pt x="2268" y="1766"/>
                      <a:pt x="2276" y="1689"/>
                      <a:pt x="2383" y="1541"/>
                    </a:cubicBezTo>
                    <a:cubicBezTo>
                      <a:pt x="2689" y="1325"/>
                      <a:pt x="3187" y="1410"/>
                      <a:pt x="3542" y="1458"/>
                    </a:cubicBezTo>
                    <a:cubicBezTo>
                      <a:pt x="3775" y="1504"/>
                      <a:pt x="3974" y="1582"/>
                      <a:pt x="4122" y="1775"/>
                    </a:cubicBezTo>
                    <a:cubicBezTo>
                      <a:pt x="4296" y="2167"/>
                      <a:pt x="4202" y="2711"/>
                      <a:pt x="4167" y="3125"/>
                    </a:cubicBezTo>
                    <a:cubicBezTo>
                      <a:pt x="4373" y="3125"/>
                      <a:pt x="4579" y="3125"/>
                      <a:pt x="4792" y="3125"/>
                    </a:cubicBezTo>
                    <a:cubicBezTo>
                      <a:pt x="4792" y="2094"/>
                      <a:pt x="4792" y="1062"/>
                      <a:pt x="4792" y="0"/>
                    </a:cubicBezTo>
                    <a:close/>
                  </a:path>
                </a:pathLst>
              </a:custGeom>
              <a:solidFill>
                <a:srgbClr val="A6A1BF"/>
              </a:solidFill>
              <a:ln w="2646" cap="flat">
                <a:noFill/>
              </a:ln>
            </p:spPr>
          </p:sp>
          <p:sp>
            <p:nvSpPr>
              <p:cNvPr id="2072" name="ICON_C_WINDOWS_GRAPHIC_path_044"/>
              <p:cNvSpPr/>
              <p:nvPr/>
            </p:nvSpPr>
            <p:spPr>
              <a:xfrm>
                <a:off x="6635750" y="7418615"/>
                <a:ext cx="98197" cy="122010"/>
              </a:xfrm>
              <a:custGeom>
                <a:avLst/>
                <a:gdLst/>
                <a:ahLst/>
                <a:cxnLst/>
                <a:rect l="0" t="0" r="r" b="b"/>
                <a:pathLst>
                  <a:path w="7732" h="9607" fill="norm" stroke="0">
                    <a:moveTo>
                      <a:pt x="1458" y="24"/>
                    </a:moveTo>
                    <a:cubicBezTo>
                      <a:pt x="1633" y="19"/>
                      <a:pt x="1807" y="15"/>
                      <a:pt x="1981" y="12"/>
                    </a:cubicBezTo>
                    <a:cubicBezTo>
                      <a:pt x="2040" y="11"/>
                      <a:pt x="2099" y="10"/>
                      <a:pt x="2159" y="8"/>
                    </a:cubicBezTo>
                    <a:cubicBezTo>
                      <a:pt x="2244" y="5"/>
                      <a:pt x="2329" y="4"/>
                      <a:pt x="2415" y="3"/>
                    </a:cubicBezTo>
                    <a:cubicBezTo>
                      <a:pt x="2466" y="2"/>
                      <a:pt x="2517" y="1"/>
                      <a:pt x="2570" y="0"/>
                    </a:cubicBezTo>
                    <a:cubicBezTo>
                      <a:pt x="2708" y="24"/>
                      <a:pt x="2708" y="24"/>
                      <a:pt x="2830" y="105"/>
                    </a:cubicBezTo>
                    <a:cubicBezTo>
                      <a:pt x="2949" y="280"/>
                      <a:pt x="2943" y="410"/>
                      <a:pt x="2937" y="617"/>
                    </a:cubicBezTo>
                    <a:cubicBezTo>
                      <a:pt x="2937" y="654"/>
                      <a:pt x="2936" y="690"/>
                      <a:pt x="2936" y="728"/>
                    </a:cubicBezTo>
                    <a:cubicBezTo>
                      <a:pt x="2935" y="845"/>
                      <a:pt x="2932" y="962"/>
                      <a:pt x="2930" y="1078"/>
                    </a:cubicBezTo>
                    <a:cubicBezTo>
                      <a:pt x="2929" y="1158"/>
                      <a:pt x="2928" y="1237"/>
                      <a:pt x="2927" y="1316"/>
                    </a:cubicBezTo>
                    <a:cubicBezTo>
                      <a:pt x="2925" y="1511"/>
                      <a:pt x="2921" y="1705"/>
                      <a:pt x="2917" y="1899"/>
                    </a:cubicBezTo>
                    <a:cubicBezTo>
                      <a:pt x="3329" y="1830"/>
                      <a:pt x="3742" y="1761"/>
                      <a:pt x="4167" y="1690"/>
                    </a:cubicBezTo>
                    <a:cubicBezTo>
                      <a:pt x="4235" y="1965"/>
                      <a:pt x="4304" y="2240"/>
                      <a:pt x="4375" y="2524"/>
                    </a:cubicBezTo>
                    <a:cubicBezTo>
                      <a:pt x="3963" y="2386"/>
                      <a:pt x="3550" y="2249"/>
                      <a:pt x="3125" y="2107"/>
                    </a:cubicBezTo>
                    <a:cubicBezTo>
                      <a:pt x="3125" y="2451"/>
                      <a:pt x="3125" y="2795"/>
                      <a:pt x="3125" y="3149"/>
                    </a:cubicBezTo>
                    <a:cubicBezTo>
                      <a:pt x="2919" y="3149"/>
                      <a:pt x="2713" y="3149"/>
                      <a:pt x="2500" y="3149"/>
                    </a:cubicBezTo>
                    <a:cubicBezTo>
                      <a:pt x="2500" y="2186"/>
                      <a:pt x="2500" y="1224"/>
                      <a:pt x="2500" y="232"/>
                    </a:cubicBezTo>
                    <a:cubicBezTo>
                      <a:pt x="2225" y="232"/>
                      <a:pt x="1950" y="232"/>
                      <a:pt x="1667" y="232"/>
                    </a:cubicBezTo>
                    <a:cubicBezTo>
                      <a:pt x="1684" y="284"/>
                      <a:pt x="1684" y="284"/>
                      <a:pt x="1768" y="547"/>
                    </a:cubicBezTo>
                    <a:cubicBezTo>
                      <a:pt x="1939" y="1173"/>
                      <a:pt x="1914" y="1829"/>
                      <a:pt x="1914" y="2472"/>
                    </a:cubicBezTo>
                    <a:cubicBezTo>
                      <a:pt x="1914" y="2618"/>
                      <a:pt x="1915" y="2764"/>
                      <a:pt x="1918" y="2910"/>
                    </a:cubicBezTo>
                    <a:cubicBezTo>
                      <a:pt x="1938" y="3960"/>
                      <a:pt x="1808" y="4865"/>
                      <a:pt x="1458" y="5857"/>
                    </a:cubicBezTo>
                    <a:cubicBezTo>
                      <a:pt x="2070" y="5805"/>
                      <a:pt x="2070" y="5805"/>
                      <a:pt x="2292" y="5649"/>
                    </a:cubicBezTo>
                    <a:cubicBezTo>
                      <a:pt x="2393" y="5485"/>
                      <a:pt x="2445" y="5311"/>
                      <a:pt x="2500" y="5128"/>
                    </a:cubicBezTo>
                    <a:cubicBezTo>
                      <a:pt x="2642" y="4658"/>
                      <a:pt x="2642" y="4658"/>
                      <a:pt x="2803" y="4535"/>
                    </a:cubicBezTo>
                    <a:cubicBezTo>
                      <a:pt x="3018" y="4436"/>
                      <a:pt x="3305" y="4345"/>
                      <a:pt x="3542" y="4399"/>
                    </a:cubicBezTo>
                    <a:cubicBezTo>
                      <a:pt x="3662" y="4487"/>
                      <a:pt x="3736" y="4545"/>
                      <a:pt x="3769" y="4693"/>
                    </a:cubicBezTo>
                    <a:cubicBezTo>
                      <a:pt x="3776" y="4800"/>
                      <a:pt x="3776" y="4906"/>
                      <a:pt x="3774" y="5013"/>
                    </a:cubicBezTo>
                    <a:cubicBezTo>
                      <a:pt x="3774" y="5054"/>
                      <a:pt x="3774" y="5095"/>
                      <a:pt x="3774" y="5136"/>
                    </a:cubicBezTo>
                    <a:cubicBezTo>
                      <a:pt x="3774" y="5271"/>
                      <a:pt x="3772" y="5405"/>
                      <a:pt x="3770" y="5539"/>
                    </a:cubicBezTo>
                    <a:cubicBezTo>
                      <a:pt x="3770" y="5632"/>
                      <a:pt x="3770" y="5725"/>
                      <a:pt x="3769" y="5818"/>
                    </a:cubicBezTo>
                    <a:cubicBezTo>
                      <a:pt x="3769" y="6063"/>
                      <a:pt x="3767" y="6308"/>
                      <a:pt x="3764" y="6553"/>
                    </a:cubicBezTo>
                    <a:cubicBezTo>
                      <a:pt x="3762" y="6803"/>
                      <a:pt x="3761" y="7053"/>
                      <a:pt x="3760" y="7303"/>
                    </a:cubicBezTo>
                    <a:cubicBezTo>
                      <a:pt x="3758" y="7793"/>
                      <a:pt x="3754" y="8283"/>
                      <a:pt x="3750" y="8774"/>
                    </a:cubicBezTo>
                    <a:cubicBezTo>
                      <a:pt x="4094" y="8774"/>
                      <a:pt x="4438" y="8774"/>
                      <a:pt x="4792" y="8774"/>
                    </a:cubicBezTo>
                    <a:cubicBezTo>
                      <a:pt x="4800" y="8706"/>
                      <a:pt x="4800" y="8706"/>
                      <a:pt x="4843" y="8366"/>
                    </a:cubicBezTo>
                    <a:cubicBezTo>
                      <a:pt x="4898" y="7919"/>
                      <a:pt x="4956" y="7471"/>
                      <a:pt x="5015" y="7024"/>
                    </a:cubicBezTo>
                    <a:cubicBezTo>
                      <a:pt x="5050" y="6753"/>
                      <a:pt x="5085" y="6482"/>
                      <a:pt x="5118" y="6211"/>
                    </a:cubicBezTo>
                    <a:cubicBezTo>
                      <a:pt x="5151" y="5949"/>
                      <a:pt x="5185" y="5687"/>
                      <a:pt x="5220" y="5425"/>
                    </a:cubicBezTo>
                    <a:cubicBezTo>
                      <a:pt x="5233" y="5326"/>
                      <a:pt x="5245" y="5227"/>
                      <a:pt x="5257" y="5127"/>
                    </a:cubicBezTo>
                    <a:cubicBezTo>
                      <a:pt x="5318" y="4622"/>
                      <a:pt x="5398" y="4166"/>
                      <a:pt x="5623" y="3706"/>
                    </a:cubicBezTo>
                    <a:cubicBezTo>
                      <a:pt x="5632" y="3688"/>
                      <a:pt x="5632" y="3688"/>
                      <a:pt x="5676" y="3598"/>
                    </a:cubicBezTo>
                    <a:cubicBezTo>
                      <a:pt x="5773" y="3417"/>
                      <a:pt x="5773" y="3417"/>
                      <a:pt x="5833" y="3357"/>
                    </a:cubicBezTo>
                    <a:cubicBezTo>
                      <a:pt x="5902" y="3357"/>
                      <a:pt x="5971" y="3357"/>
                      <a:pt x="6042" y="3357"/>
                    </a:cubicBezTo>
                    <a:cubicBezTo>
                      <a:pt x="6110" y="4732"/>
                      <a:pt x="6179" y="6107"/>
                      <a:pt x="6250" y="7524"/>
                    </a:cubicBezTo>
                    <a:cubicBezTo>
                      <a:pt x="6663" y="7592"/>
                      <a:pt x="7075" y="7661"/>
                      <a:pt x="7500" y="7732"/>
                    </a:cubicBezTo>
                    <a:cubicBezTo>
                      <a:pt x="7500" y="7388"/>
                      <a:pt x="7500" y="7045"/>
                      <a:pt x="7500" y="6690"/>
                    </a:cubicBezTo>
                    <a:cubicBezTo>
                      <a:pt x="7569" y="6690"/>
                      <a:pt x="7638" y="6690"/>
                      <a:pt x="7708" y="6690"/>
                    </a:cubicBezTo>
                    <a:cubicBezTo>
                      <a:pt x="7714" y="6865"/>
                      <a:pt x="7717" y="7039"/>
                      <a:pt x="7720" y="7213"/>
                    </a:cubicBezTo>
                    <a:cubicBezTo>
                      <a:pt x="7721" y="7272"/>
                      <a:pt x="7722" y="7331"/>
                      <a:pt x="7724" y="7391"/>
                    </a:cubicBezTo>
                    <a:cubicBezTo>
                      <a:pt x="7727" y="7476"/>
                      <a:pt x="7728" y="7561"/>
                      <a:pt x="7729" y="7647"/>
                    </a:cubicBezTo>
                    <a:cubicBezTo>
                      <a:pt x="7730" y="7698"/>
                      <a:pt x="7731" y="7749"/>
                      <a:pt x="7732" y="7802"/>
                    </a:cubicBezTo>
                    <a:cubicBezTo>
                      <a:pt x="7701" y="7981"/>
                      <a:pt x="7644" y="8041"/>
                      <a:pt x="7500" y="8149"/>
                    </a:cubicBezTo>
                    <a:cubicBezTo>
                      <a:pt x="7333" y="8194"/>
                      <a:pt x="7165" y="8187"/>
                      <a:pt x="6992" y="8188"/>
                    </a:cubicBezTo>
                    <a:cubicBezTo>
                      <a:pt x="6947" y="8190"/>
                      <a:pt x="6902" y="8193"/>
                      <a:pt x="6855" y="8196"/>
                    </a:cubicBezTo>
                    <a:cubicBezTo>
                      <a:pt x="6590" y="8198"/>
                      <a:pt x="6427" y="8155"/>
                      <a:pt x="6225" y="7979"/>
                    </a:cubicBezTo>
                    <a:cubicBezTo>
                      <a:pt x="5986" y="7708"/>
                      <a:pt x="5951" y="7427"/>
                      <a:pt x="5911" y="7081"/>
                    </a:cubicBezTo>
                    <a:cubicBezTo>
                      <a:pt x="5904" y="7023"/>
                      <a:pt x="5895" y="6964"/>
                      <a:pt x="5887" y="6906"/>
                    </a:cubicBezTo>
                    <a:cubicBezTo>
                      <a:pt x="5867" y="6765"/>
                      <a:pt x="5850" y="6624"/>
                      <a:pt x="5833" y="6482"/>
                    </a:cubicBezTo>
                    <a:cubicBezTo>
                      <a:pt x="5528" y="7517"/>
                      <a:pt x="5255" y="8559"/>
                      <a:pt x="5000" y="9607"/>
                    </a:cubicBezTo>
                    <a:cubicBezTo>
                      <a:pt x="4825" y="9587"/>
                      <a:pt x="4651" y="9565"/>
                      <a:pt x="4477" y="9541"/>
                    </a:cubicBezTo>
                    <a:cubicBezTo>
                      <a:pt x="4418" y="9533"/>
                      <a:pt x="4359" y="9526"/>
                      <a:pt x="4300" y="9519"/>
                    </a:cubicBezTo>
                    <a:cubicBezTo>
                      <a:pt x="4214" y="9510"/>
                      <a:pt x="4129" y="9497"/>
                      <a:pt x="4044" y="9485"/>
                    </a:cubicBezTo>
                    <a:cubicBezTo>
                      <a:pt x="4018" y="9483"/>
                      <a:pt x="3991" y="9480"/>
                      <a:pt x="3964" y="9478"/>
                    </a:cubicBezTo>
                    <a:cubicBezTo>
                      <a:pt x="3888" y="9465"/>
                      <a:pt x="3888" y="9465"/>
                      <a:pt x="3750" y="9399"/>
                    </a:cubicBezTo>
                    <a:cubicBezTo>
                      <a:pt x="3560" y="9130"/>
                      <a:pt x="3512" y="8874"/>
                      <a:pt x="3518" y="8552"/>
                    </a:cubicBezTo>
                    <a:cubicBezTo>
                      <a:pt x="3518" y="8512"/>
                      <a:pt x="3518" y="8471"/>
                      <a:pt x="3518" y="8429"/>
                    </a:cubicBezTo>
                    <a:cubicBezTo>
                      <a:pt x="3518" y="8296"/>
                      <a:pt x="3520" y="8163"/>
                      <a:pt x="3521" y="8030"/>
                    </a:cubicBezTo>
                    <a:cubicBezTo>
                      <a:pt x="3522" y="7937"/>
                      <a:pt x="3522" y="7844"/>
                      <a:pt x="3522" y="7751"/>
                    </a:cubicBezTo>
                    <a:cubicBezTo>
                      <a:pt x="3523" y="7508"/>
                      <a:pt x="3525" y="7265"/>
                      <a:pt x="3527" y="7022"/>
                    </a:cubicBezTo>
                    <a:cubicBezTo>
                      <a:pt x="3530" y="6773"/>
                      <a:pt x="3530" y="6525"/>
                      <a:pt x="3531" y="6276"/>
                    </a:cubicBezTo>
                    <a:cubicBezTo>
                      <a:pt x="3534" y="5789"/>
                      <a:pt x="3537" y="5302"/>
                      <a:pt x="3542" y="4815"/>
                    </a:cubicBezTo>
                    <a:cubicBezTo>
                      <a:pt x="3440" y="4844"/>
                      <a:pt x="3339" y="4874"/>
                      <a:pt x="3238" y="4905"/>
                    </a:cubicBezTo>
                    <a:cubicBezTo>
                      <a:pt x="3210" y="4912"/>
                      <a:pt x="3181" y="4920"/>
                      <a:pt x="3152" y="4929"/>
                    </a:cubicBezTo>
                    <a:cubicBezTo>
                      <a:pt x="2993" y="4978"/>
                      <a:pt x="2930" y="5006"/>
                      <a:pt x="2827" y="5143"/>
                    </a:cubicBezTo>
                    <a:cubicBezTo>
                      <a:pt x="2767" y="5275"/>
                      <a:pt x="2723" y="5405"/>
                      <a:pt x="2682" y="5545"/>
                    </a:cubicBezTo>
                    <a:cubicBezTo>
                      <a:pt x="2652" y="5638"/>
                      <a:pt x="2621" y="5731"/>
                      <a:pt x="2590" y="5825"/>
                    </a:cubicBezTo>
                    <a:cubicBezTo>
                      <a:pt x="2577" y="5866"/>
                      <a:pt x="2565" y="5907"/>
                      <a:pt x="2552" y="5949"/>
                    </a:cubicBezTo>
                    <a:cubicBezTo>
                      <a:pt x="2486" y="6096"/>
                      <a:pt x="2419" y="6175"/>
                      <a:pt x="2292" y="6274"/>
                    </a:cubicBezTo>
                    <a:cubicBezTo>
                      <a:pt x="2153" y="6297"/>
                      <a:pt x="2153" y="6297"/>
                      <a:pt x="1998" y="6294"/>
                    </a:cubicBezTo>
                    <a:cubicBezTo>
                      <a:pt x="1970" y="6294"/>
                      <a:pt x="1943" y="6294"/>
                      <a:pt x="1915" y="6293"/>
                    </a:cubicBezTo>
                    <a:cubicBezTo>
                      <a:pt x="1828" y="6292"/>
                      <a:pt x="1741" y="6289"/>
                      <a:pt x="1654" y="6287"/>
                    </a:cubicBezTo>
                    <a:cubicBezTo>
                      <a:pt x="1594" y="6286"/>
                      <a:pt x="1535" y="6285"/>
                      <a:pt x="1476" y="6284"/>
                    </a:cubicBezTo>
                    <a:cubicBezTo>
                      <a:pt x="1331" y="6282"/>
                      <a:pt x="1186" y="6278"/>
                      <a:pt x="1042" y="6274"/>
                    </a:cubicBezTo>
                    <a:cubicBezTo>
                      <a:pt x="1042" y="5930"/>
                      <a:pt x="1042" y="5586"/>
                      <a:pt x="1042" y="5232"/>
                    </a:cubicBezTo>
                    <a:cubicBezTo>
                      <a:pt x="698" y="5301"/>
                      <a:pt x="354" y="5370"/>
                      <a:pt x="0" y="5440"/>
                    </a:cubicBezTo>
                    <a:cubicBezTo>
                      <a:pt x="0" y="5303"/>
                      <a:pt x="0" y="5165"/>
                      <a:pt x="0" y="5024"/>
                    </a:cubicBezTo>
                    <a:cubicBezTo>
                      <a:pt x="206" y="5024"/>
                      <a:pt x="413" y="5024"/>
                      <a:pt x="625" y="5024"/>
                    </a:cubicBezTo>
                    <a:cubicBezTo>
                      <a:pt x="620" y="4938"/>
                      <a:pt x="615" y="4853"/>
                      <a:pt x="610" y="4765"/>
                    </a:cubicBezTo>
                    <a:cubicBezTo>
                      <a:pt x="607" y="4681"/>
                      <a:pt x="605" y="4597"/>
                      <a:pt x="602" y="4512"/>
                    </a:cubicBezTo>
                    <a:cubicBezTo>
                      <a:pt x="600" y="4455"/>
                      <a:pt x="597" y="4397"/>
                      <a:pt x="594" y="4339"/>
                    </a:cubicBezTo>
                    <a:cubicBezTo>
                      <a:pt x="563" y="3845"/>
                      <a:pt x="563" y="3845"/>
                      <a:pt x="718" y="3666"/>
                    </a:cubicBezTo>
                    <a:cubicBezTo>
                      <a:pt x="756" y="3634"/>
                      <a:pt x="794" y="3603"/>
                      <a:pt x="832" y="3570"/>
                    </a:cubicBezTo>
                    <a:cubicBezTo>
                      <a:pt x="1006" y="3422"/>
                      <a:pt x="1068" y="3327"/>
                      <a:pt x="1087" y="3105"/>
                    </a:cubicBezTo>
                    <a:cubicBezTo>
                      <a:pt x="1091" y="2978"/>
                      <a:pt x="1090" y="2852"/>
                      <a:pt x="1085" y="2725"/>
                    </a:cubicBezTo>
                    <a:cubicBezTo>
                      <a:pt x="1081" y="2628"/>
                      <a:pt x="1080" y="2531"/>
                      <a:pt x="1080" y="2433"/>
                    </a:cubicBezTo>
                    <a:cubicBezTo>
                      <a:pt x="1076" y="2093"/>
                      <a:pt x="1069" y="1750"/>
                      <a:pt x="833" y="1482"/>
                    </a:cubicBezTo>
                    <a:cubicBezTo>
                      <a:pt x="698" y="1382"/>
                      <a:pt x="558" y="1314"/>
                      <a:pt x="404" y="1248"/>
                    </a:cubicBezTo>
                    <a:cubicBezTo>
                      <a:pt x="337" y="1218"/>
                      <a:pt x="337" y="1218"/>
                      <a:pt x="0" y="1065"/>
                    </a:cubicBezTo>
                    <a:cubicBezTo>
                      <a:pt x="413" y="1065"/>
                      <a:pt x="825" y="1065"/>
                      <a:pt x="1250" y="1065"/>
                    </a:cubicBezTo>
                    <a:cubicBezTo>
                      <a:pt x="1319" y="722"/>
                      <a:pt x="1388" y="378"/>
                      <a:pt x="1458" y="24"/>
                    </a:cubicBezTo>
                    <a:close/>
                  </a:path>
                </a:pathLst>
              </a:custGeom>
              <a:solidFill>
                <a:srgbClr val="CBC8DA"/>
              </a:solidFill>
              <a:ln w="2646" cap="flat">
                <a:noFill/>
              </a:ln>
            </p:spPr>
          </p:sp>
          <p:sp>
            <p:nvSpPr>
              <p:cNvPr id="2073" name="ICON_C_WINDOWS_GRAPHIC_path_045"/>
              <p:cNvSpPr/>
              <p:nvPr/>
            </p:nvSpPr>
            <p:spPr>
              <a:xfrm>
                <a:off x="6539403" y="7378422"/>
                <a:ext cx="27554" cy="159557"/>
              </a:xfrm>
              <a:custGeom>
                <a:avLst/>
                <a:gdLst/>
                <a:ahLst/>
                <a:cxnLst/>
                <a:rect l="0" t="0" r="r" b="b"/>
                <a:pathLst>
                  <a:path w="2170" h="12564" fill="norm" stroke="0">
                    <a:moveTo>
                      <a:pt x="1056" y="53"/>
                    </a:moveTo>
                    <a:cubicBezTo>
                      <a:pt x="1187" y="94"/>
                      <a:pt x="1259" y="160"/>
                      <a:pt x="1336" y="272"/>
                    </a:cubicBezTo>
                    <a:cubicBezTo>
                      <a:pt x="1458" y="624"/>
                      <a:pt x="1439" y="1018"/>
                      <a:pt x="1442" y="1387"/>
                    </a:cubicBezTo>
                    <a:cubicBezTo>
                      <a:pt x="1444" y="1538"/>
                      <a:pt x="1449" y="1689"/>
                      <a:pt x="1454" y="1841"/>
                    </a:cubicBezTo>
                    <a:cubicBezTo>
                      <a:pt x="1463" y="2127"/>
                      <a:pt x="1469" y="2413"/>
                      <a:pt x="1474" y="2699"/>
                    </a:cubicBezTo>
                    <a:cubicBezTo>
                      <a:pt x="1480" y="3025"/>
                      <a:pt x="1489" y="3351"/>
                      <a:pt x="1498" y="3677"/>
                    </a:cubicBezTo>
                    <a:cubicBezTo>
                      <a:pt x="1518" y="4348"/>
                      <a:pt x="1533" y="5018"/>
                      <a:pt x="1545" y="5689"/>
                    </a:cubicBezTo>
                    <a:cubicBezTo>
                      <a:pt x="1751" y="5482"/>
                      <a:pt x="1957" y="5276"/>
                      <a:pt x="2170" y="5064"/>
                    </a:cubicBezTo>
                    <a:cubicBezTo>
                      <a:pt x="2149" y="5260"/>
                      <a:pt x="2128" y="5456"/>
                      <a:pt x="2104" y="5652"/>
                    </a:cubicBezTo>
                    <a:cubicBezTo>
                      <a:pt x="2096" y="5719"/>
                      <a:pt x="2088" y="5785"/>
                      <a:pt x="2082" y="5852"/>
                    </a:cubicBezTo>
                    <a:cubicBezTo>
                      <a:pt x="2072" y="5949"/>
                      <a:pt x="2060" y="6045"/>
                      <a:pt x="2048" y="6142"/>
                    </a:cubicBezTo>
                    <a:cubicBezTo>
                      <a:pt x="2045" y="6170"/>
                      <a:pt x="2043" y="6199"/>
                      <a:pt x="2040" y="6229"/>
                    </a:cubicBezTo>
                    <a:cubicBezTo>
                      <a:pt x="2011" y="6434"/>
                      <a:pt x="1940" y="6552"/>
                      <a:pt x="1808" y="6712"/>
                    </a:cubicBezTo>
                    <a:cubicBezTo>
                      <a:pt x="1448" y="7168"/>
                      <a:pt x="1490" y="7663"/>
                      <a:pt x="1502" y="8220"/>
                    </a:cubicBezTo>
                    <a:cubicBezTo>
                      <a:pt x="1505" y="8358"/>
                      <a:pt x="1505" y="8497"/>
                      <a:pt x="1506" y="8635"/>
                    </a:cubicBezTo>
                    <a:cubicBezTo>
                      <a:pt x="1507" y="8896"/>
                      <a:pt x="1510" y="9158"/>
                      <a:pt x="1515" y="9419"/>
                    </a:cubicBezTo>
                    <a:cubicBezTo>
                      <a:pt x="1519" y="9717"/>
                      <a:pt x="1522" y="10014"/>
                      <a:pt x="1524" y="10312"/>
                    </a:cubicBezTo>
                    <a:cubicBezTo>
                      <a:pt x="1528" y="10924"/>
                      <a:pt x="1535" y="11535"/>
                      <a:pt x="1545" y="12147"/>
                    </a:cubicBezTo>
                    <a:cubicBezTo>
                      <a:pt x="1682" y="12147"/>
                      <a:pt x="1820" y="12147"/>
                      <a:pt x="1961" y="12147"/>
                    </a:cubicBezTo>
                    <a:cubicBezTo>
                      <a:pt x="1961" y="11528"/>
                      <a:pt x="1961" y="10909"/>
                      <a:pt x="1961" y="10272"/>
                    </a:cubicBezTo>
                    <a:cubicBezTo>
                      <a:pt x="2030" y="10272"/>
                      <a:pt x="2099" y="10272"/>
                      <a:pt x="2170" y="10272"/>
                    </a:cubicBezTo>
                    <a:cubicBezTo>
                      <a:pt x="2170" y="10959"/>
                      <a:pt x="2170" y="11647"/>
                      <a:pt x="2170" y="12355"/>
                    </a:cubicBezTo>
                    <a:cubicBezTo>
                      <a:pt x="2032" y="12390"/>
                      <a:pt x="2032" y="12390"/>
                      <a:pt x="1336" y="12564"/>
                    </a:cubicBezTo>
                    <a:cubicBezTo>
                      <a:pt x="1108" y="11838"/>
                      <a:pt x="1102" y="11169"/>
                      <a:pt x="1114" y="10417"/>
                    </a:cubicBezTo>
                    <a:cubicBezTo>
                      <a:pt x="1116" y="10260"/>
                      <a:pt x="1117" y="10102"/>
                      <a:pt x="1118" y="9944"/>
                    </a:cubicBezTo>
                    <a:cubicBezTo>
                      <a:pt x="1120" y="9636"/>
                      <a:pt x="1124" y="9329"/>
                      <a:pt x="1128" y="9022"/>
                    </a:cubicBezTo>
                    <a:cubicBezTo>
                      <a:pt x="784" y="8953"/>
                      <a:pt x="440" y="8884"/>
                      <a:pt x="86" y="8814"/>
                    </a:cubicBezTo>
                    <a:cubicBezTo>
                      <a:pt x="72" y="7765"/>
                      <a:pt x="61" y="6716"/>
                      <a:pt x="54" y="5668"/>
                    </a:cubicBezTo>
                    <a:cubicBezTo>
                      <a:pt x="51" y="5181"/>
                      <a:pt x="46" y="4694"/>
                      <a:pt x="39" y="4207"/>
                    </a:cubicBezTo>
                    <a:cubicBezTo>
                      <a:pt x="33" y="3782"/>
                      <a:pt x="29" y="3358"/>
                      <a:pt x="28" y="2933"/>
                    </a:cubicBezTo>
                    <a:cubicBezTo>
                      <a:pt x="27" y="2709"/>
                      <a:pt x="25" y="2484"/>
                      <a:pt x="20" y="2259"/>
                    </a:cubicBezTo>
                    <a:cubicBezTo>
                      <a:pt x="16" y="2047"/>
                      <a:pt x="15" y="1836"/>
                      <a:pt x="16" y="1624"/>
                    </a:cubicBezTo>
                    <a:cubicBezTo>
                      <a:pt x="15" y="1546"/>
                      <a:pt x="14" y="1469"/>
                      <a:pt x="12" y="1392"/>
                    </a:cubicBezTo>
                    <a:cubicBezTo>
                      <a:pt x="0" y="996"/>
                      <a:pt x="26" y="714"/>
                      <a:pt x="298" y="410"/>
                    </a:cubicBezTo>
                    <a:cubicBezTo>
                      <a:pt x="532" y="173"/>
                      <a:pt x="705" y="0"/>
                      <a:pt x="1056" y="53"/>
                    </a:cubicBezTo>
                    <a:close/>
                  </a:path>
                </a:pathLst>
              </a:custGeom>
              <a:solidFill>
                <a:srgbClr val="9AB4BF"/>
              </a:solidFill>
              <a:ln w="2646" cap="flat">
                <a:noFill/>
              </a:ln>
            </p:spPr>
          </p:sp>
          <p:sp>
            <p:nvSpPr>
              <p:cNvPr id="2074" name="ICON_C_WINDOWS_GRAPHIC_path_046"/>
              <p:cNvSpPr/>
              <p:nvPr/>
            </p:nvSpPr>
            <p:spPr>
              <a:xfrm>
                <a:off x="6076405" y="7439768"/>
                <a:ext cx="77803" cy="84982"/>
              </a:xfrm>
              <a:custGeom>
                <a:avLst/>
                <a:gdLst/>
                <a:ahLst/>
                <a:cxnLst/>
                <a:rect l="0" t="0" r="r" b="b"/>
                <a:pathLst>
                  <a:path w="6126" h="6691" fill="norm" stroke="0">
                    <a:moveTo>
                      <a:pt x="3210" y="25"/>
                    </a:moveTo>
                    <a:cubicBezTo>
                      <a:pt x="3214" y="47"/>
                      <a:pt x="3218" y="70"/>
                      <a:pt x="3223" y="93"/>
                    </a:cubicBezTo>
                    <a:cubicBezTo>
                      <a:pt x="3268" y="330"/>
                      <a:pt x="3316" y="567"/>
                      <a:pt x="3365" y="803"/>
                    </a:cubicBezTo>
                    <a:cubicBezTo>
                      <a:pt x="3383" y="891"/>
                      <a:pt x="3400" y="979"/>
                      <a:pt x="3417" y="1067"/>
                    </a:cubicBezTo>
                    <a:cubicBezTo>
                      <a:pt x="3591" y="1980"/>
                      <a:pt x="3591" y="1980"/>
                      <a:pt x="3918" y="2248"/>
                    </a:cubicBezTo>
                    <a:cubicBezTo>
                      <a:pt x="4112" y="2354"/>
                      <a:pt x="4309" y="2395"/>
                      <a:pt x="4524" y="2438"/>
                    </a:cubicBezTo>
                    <a:cubicBezTo>
                      <a:pt x="4803" y="2493"/>
                      <a:pt x="5068" y="2552"/>
                      <a:pt x="5293" y="2733"/>
                    </a:cubicBezTo>
                    <a:cubicBezTo>
                      <a:pt x="5453" y="3126"/>
                      <a:pt x="5362" y="3578"/>
                      <a:pt x="5293" y="3983"/>
                    </a:cubicBezTo>
                    <a:cubicBezTo>
                      <a:pt x="5568" y="3983"/>
                      <a:pt x="5843" y="3983"/>
                      <a:pt x="6126" y="3983"/>
                    </a:cubicBezTo>
                    <a:cubicBezTo>
                      <a:pt x="6126" y="4121"/>
                      <a:pt x="6126" y="4258"/>
                      <a:pt x="6126" y="4400"/>
                    </a:cubicBezTo>
                    <a:cubicBezTo>
                      <a:pt x="6092" y="4396"/>
                      <a:pt x="6057" y="4393"/>
                      <a:pt x="6021" y="4390"/>
                    </a:cubicBezTo>
                    <a:cubicBezTo>
                      <a:pt x="4921" y="4299"/>
                      <a:pt x="4921" y="4299"/>
                      <a:pt x="4586" y="4549"/>
                    </a:cubicBezTo>
                    <a:cubicBezTo>
                      <a:pt x="4201" y="4921"/>
                      <a:pt x="4094" y="5471"/>
                      <a:pt x="3987" y="5978"/>
                    </a:cubicBezTo>
                    <a:cubicBezTo>
                      <a:pt x="3885" y="6440"/>
                      <a:pt x="3885" y="6440"/>
                      <a:pt x="3730" y="6573"/>
                    </a:cubicBezTo>
                    <a:cubicBezTo>
                      <a:pt x="3626" y="6625"/>
                      <a:pt x="3530" y="6664"/>
                      <a:pt x="3418" y="6691"/>
                    </a:cubicBezTo>
                    <a:cubicBezTo>
                      <a:pt x="3052" y="5704"/>
                      <a:pt x="2931" y="4728"/>
                      <a:pt x="2869" y="3684"/>
                    </a:cubicBezTo>
                    <a:cubicBezTo>
                      <a:pt x="2792" y="2395"/>
                      <a:pt x="2792" y="2395"/>
                      <a:pt x="2585" y="2108"/>
                    </a:cubicBezTo>
                    <a:cubicBezTo>
                      <a:pt x="2414" y="2013"/>
                      <a:pt x="2269" y="2008"/>
                      <a:pt x="2077" y="2017"/>
                    </a:cubicBezTo>
                    <a:cubicBezTo>
                      <a:pt x="2030" y="2019"/>
                      <a:pt x="1983" y="2021"/>
                      <a:pt x="1934" y="2023"/>
                    </a:cubicBezTo>
                    <a:cubicBezTo>
                      <a:pt x="1718" y="2045"/>
                      <a:pt x="1542" y="2076"/>
                      <a:pt x="1389" y="2238"/>
                    </a:cubicBezTo>
                    <a:cubicBezTo>
                      <a:pt x="1161" y="2579"/>
                      <a:pt x="1118" y="2962"/>
                      <a:pt x="1086" y="3361"/>
                    </a:cubicBezTo>
                    <a:cubicBezTo>
                      <a:pt x="1082" y="3398"/>
                      <a:pt x="1079" y="3435"/>
                      <a:pt x="1075" y="3473"/>
                    </a:cubicBezTo>
                    <a:cubicBezTo>
                      <a:pt x="1059" y="3662"/>
                      <a:pt x="1047" y="3849"/>
                      <a:pt x="1044" y="4039"/>
                    </a:cubicBezTo>
                    <a:cubicBezTo>
                      <a:pt x="1024" y="4455"/>
                      <a:pt x="1024" y="4455"/>
                      <a:pt x="918" y="4608"/>
                    </a:cubicBezTo>
                    <a:cubicBezTo>
                      <a:pt x="671" y="4761"/>
                      <a:pt x="369" y="4791"/>
                      <a:pt x="85" y="4816"/>
                    </a:cubicBezTo>
                    <a:cubicBezTo>
                      <a:pt x="70" y="4521"/>
                      <a:pt x="59" y="4226"/>
                      <a:pt x="52" y="3931"/>
                    </a:cubicBezTo>
                    <a:cubicBezTo>
                      <a:pt x="49" y="3794"/>
                      <a:pt x="45" y="3657"/>
                      <a:pt x="38" y="3520"/>
                    </a:cubicBezTo>
                    <a:cubicBezTo>
                      <a:pt x="0" y="2779"/>
                      <a:pt x="0" y="2779"/>
                      <a:pt x="85" y="2525"/>
                    </a:cubicBezTo>
                    <a:cubicBezTo>
                      <a:pt x="200" y="2417"/>
                      <a:pt x="333" y="2403"/>
                      <a:pt x="485" y="2383"/>
                    </a:cubicBezTo>
                    <a:cubicBezTo>
                      <a:pt x="569" y="2369"/>
                      <a:pt x="569" y="2369"/>
                      <a:pt x="710" y="2316"/>
                    </a:cubicBezTo>
                    <a:cubicBezTo>
                      <a:pt x="821" y="2099"/>
                      <a:pt x="767" y="1809"/>
                      <a:pt x="749" y="1574"/>
                    </a:cubicBezTo>
                    <a:cubicBezTo>
                      <a:pt x="745" y="1505"/>
                      <a:pt x="743" y="1436"/>
                      <a:pt x="740" y="1366"/>
                    </a:cubicBezTo>
                    <a:cubicBezTo>
                      <a:pt x="733" y="1197"/>
                      <a:pt x="723" y="1028"/>
                      <a:pt x="710" y="858"/>
                    </a:cubicBezTo>
                    <a:cubicBezTo>
                      <a:pt x="733" y="853"/>
                      <a:pt x="733" y="853"/>
                      <a:pt x="853" y="826"/>
                    </a:cubicBezTo>
                    <a:cubicBezTo>
                      <a:pt x="1031" y="787"/>
                      <a:pt x="1209" y="745"/>
                      <a:pt x="1387" y="703"/>
                    </a:cubicBezTo>
                    <a:cubicBezTo>
                      <a:pt x="1464" y="685"/>
                      <a:pt x="1540" y="668"/>
                      <a:pt x="1617" y="651"/>
                    </a:cubicBezTo>
                    <a:cubicBezTo>
                      <a:pt x="2064" y="552"/>
                      <a:pt x="2438" y="442"/>
                      <a:pt x="2805" y="161"/>
                    </a:cubicBezTo>
                    <a:cubicBezTo>
                      <a:pt x="2945" y="54"/>
                      <a:pt x="3031" y="0"/>
                      <a:pt x="3210" y="25"/>
                    </a:cubicBezTo>
                    <a:close/>
                  </a:path>
                </a:pathLst>
              </a:custGeom>
              <a:solidFill>
                <a:srgbClr val="CB78A5"/>
              </a:solidFill>
              <a:ln w="2646" cap="flat">
                <a:noFill/>
              </a:ln>
            </p:spPr>
          </p:sp>
          <p:sp>
            <p:nvSpPr>
              <p:cNvPr id="2075" name="ICON_C_WINDOWS_GRAPHIC_path_047"/>
              <p:cNvSpPr/>
              <p:nvPr/>
            </p:nvSpPr>
            <p:spPr>
              <a:xfrm>
                <a:off x="5892271" y="7553854"/>
                <a:ext cx="214312" cy="82240"/>
              </a:xfrm>
              <a:custGeom>
                <a:avLst/>
                <a:gdLst/>
                <a:ahLst/>
                <a:cxnLst/>
                <a:rect l="0" t="0" r="r" b="b"/>
                <a:pathLst>
                  <a:path w="16875" h="6476" fill="norm" stroke="0">
                    <a:moveTo>
                      <a:pt x="208" y="0"/>
                    </a:moveTo>
                    <a:cubicBezTo>
                      <a:pt x="625" y="208"/>
                      <a:pt x="625" y="208"/>
                      <a:pt x="676" y="319"/>
                    </a:cubicBezTo>
                    <a:cubicBezTo>
                      <a:pt x="676" y="358"/>
                      <a:pt x="675" y="398"/>
                      <a:pt x="675" y="439"/>
                    </a:cubicBezTo>
                    <a:cubicBezTo>
                      <a:pt x="675" y="462"/>
                      <a:pt x="675" y="462"/>
                      <a:pt x="677" y="578"/>
                    </a:cubicBezTo>
                    <a:cubicBezTo>
                      <a:pt x="675" y="628"/>
                      <a:pt x="674" y="678"/>
                      <a:pt x="672" y="729"/>
                    </a:cubicBezTo>
                    <a:cubicBezTo>
                      <a:pt x="672" y="783"/>
                      <a:pt x="672" y="836"/>
                      <a:pt x="672" y="889"/>
                    </a:cubicBezTo>
                    <a:cubicBezTo>
                      <a:pt x="673" y="1034"/>
                      <a:pt x="670" y="1179"/>
                      <a:pt x="667" y="1323"/>
                    </a:cubicBezTo>
                    <a:cubicBezTo>
                      <a:pt x="665" y="1475"/>
                      <a:pt x="664" y="1626"/>
                      <a:pt x="664" y="1777"/>
                    </a:cubicBezTo>
                    <a:cubicBezTo>
                      <a:pt x="663" y="2063"/>
                      <a:pt x="659" y="2350"/>
                      <a:pt x="655" y="2636"/>
                    </a:cubicBezTo>
                    <a:cubicBezTo>
                      <a:pt x="650" y="2962"/>
                      <a:pt x="648" y="3288"/>
                      <a:pt x="646" y="3614"/>
                    </a:cubicBezTo>
                    <a:cubicBezTo>
                      <a:pt x="642" y="4284"/>
                      <a:pt x="634" y="4955"/>
                      <a:pt x="625" y="5625"/>
                    </a:cubicBezTo>
                    <a:cubicBezTo>
                      <a:pt x="1475" y="5632"/>
                      <a:pt x="2326" y="5635"/>
                      <a:pt x="3176" y="5638"/>
                    </a:cubicBezTo>
                    <a:cubicBezTo>
                      <a:pt x="3281" y="5638"/>
                      <a:pt x="3385" y="5638"/>
                      <a:pt x="3490" y="5639"/>
                    </a:cubicBezTo>
                    <a:cubicBezTo>
                      <a:pt x="5478" y="5644"/>
                      <a:pt x="7465" y="5622"/>
                      <a:pt x="9452" y="5573"/>
                    </a:cubicBezTo>
                    <a:cubicBezTo>
                      <a:pt x="9557" y="5571"/>
                      <a:pt x="9662" y="5568"/>
                      <a:pt x="9767" y="5566"/>
                    </a:cubicBezTo>
                    <a:cubicBezTo>
                      <a:pt x="10780" y="5541"/>
                      <a:pt x="11794" y="5515"/>
                      <a:pt x="12807" y="5486"/>
                    </a:cubicBezTo>
                    <a:cubicBezTo>
                      <a:pt x="13202" y="5474"/>
                      <a:pt x="13597" y="5463"/>
                      <a:pt x="13992" y="5453"/>
                    </a:cubicBezTo>
                    <a:cubicBezTo>
                      <a:pt x="14267" y="5446"/>
                      <a:pt x="14541" y="5438"/>
                      <a:pt x="14816" y="5429"/>
                    </a:cubicBezTo>
                    <a:cubicBezTo>
                      <a:pt x="14985" y="5424"/>
                      <a:pt x="15153" y="5419"/>
                      <a:pt x="15322" y="5415"/>
                    </a:cubicBezTo>
                    <a:cubicBezTo>
                      <a:pt x="15399" y="5413"/>
                      <a:pt x="15476" y="5411"/>
                      <a:pt x="15553" y="5408"/>
                    </a:cubicBezTo>
                    <a:cubicBezTo>
                      <a:pt x="16046" y="5390"/>
                      <a:pt x="16414" y="5442"/>
                      <a:pt x="16875" y="5625"/>
                    </a:cubicBezTo>
                    <a:cubicBezTo>
                      <a:pt x="16806" y="5900"/>
                      <a:pt x="16737" y="6175"/>
                      <a:pt x="16667" y="6458"/>
                    </a:cubicBezTo>
                    <a:cubicBezTo>
                      <a:pt x="15283" y="6465"/>
                      <a:pt x="13899" y="6469"/>
                      <a:pt x="12515" y="6471"/>
                    </a:cubicBezTo>
                    <a:cubicBezTo>
                      <a:pt x="12435" y="6471"/>
                      <a:pt x="12355" y="6471"/>
                      <a:pt x="12275" y="6472"/>
                    </a:cubicBezTo>
                    <a:cubicBezTo>
                      <a:pt x="9865" y="6476"/>
                      <a:pt x="7455" y="6474"/>
                      <a:pt x="5046" y="6412"/>
                    </a:cubicBezTo>
                    <a:cubicBezTo>
                      <a:pt x="5005" y="6411"/>
                      <a:pt x="4965" y="6410"/>
                      <a:pt x="4924" y="6409"/>
                    </a:cubicBezTo>
                    <a:cubicBezTo>
                      <a:pt x="3282" y="6367"/>
                      <a:pt x="1641" y="6306"/>
                      <a:pt x="0" y="6250"/>
                    </a:cubicBezTo>
                    <a:cubicBezTo>
                      <a:pt x="69" y="4188"/>
                      <a:pt x="137" y="2125"/>
                      <a:pt x="208" y="0"/>
                    </a:cubicBezTo>
                    <a:close/>
                  </a:path>
                </a:pathLst>
              </a:custGeom>
              <a:solidFill>
                <a:srgbClr val="FDD9E8"/>
              </a:solidFill>
              <a:ln w="2646" cap="flat">
                <a:noFill/>
              </a:ln>
            </p:spPr>
          </p:sp>
          <p:sp>
            <p:nvSpPr>
              <p:cNvPr id="2076" name="ICON_C_WINDOWS_GRAPHIC_path_048"/>
              <p:cNvSpPr/>
              <p:nvPr/>
            </p:nvSpPr>
            <p:spPr>
              <a:xfrm>
                <a:off x="6362996" y="7429500"/>
                <a:ext cx="137816" cy="214312"/>
              </a:xfrm>
              <a:custGeom>
                <a:avLst/>
                <a:gdLst/>
                <a:ahLst/>
                <a:cxnLst/>
                <a:rect l="0" t="0" r="r" b="b"/>
                <a:pathLst>
                  <a:path w="10852" h="16875" fill="norm" stroke="0">
                    <a:moveTo>
                      <a:pt x="852" y="0"/>
                    </a:moveTo>
                    <a:cubicBezTo>
                      <a:pt x="920" y="0"/>
                      <a:pt x="989" y="0"/>
                      <a:pt x="1060" y="0"/>
                    </a:cubicBezTo>
                    <a:cubicBezTo>
                      <a:pt x="1198" y="889"/>
                      <a:pt x="1290" y="1769"/>
                      <a:pt x="1294" y="2669"/>
                    </a:cubicBezTo>
                    <a:cubicBezTo>
                      <a:pt x="1295" y="2689"/>
                      <a:pt x="1295" y="2689"/>
                      <a:pt x="1296" y="2788"/>
                    </a:cubicBezTo>
                    <a:cubicBezTo>
                      <a:pt x="1297" y="2902"/>
                      <a:pt x="1297" y="3015"/>
                      <a:pt x="1296" y="3129"/>
                    </a:cubicBezTo>
                    <a:cubicBezTo>
                      <a:pt x="1296" y="3162"/>
                      <a:pt x="1297" y="3194"/>
                      <a:pt x="1297" y="3227"/>
                    </a:cubicBezTo>
                    <a:cubicBezTo>
                      <a:pt x="1293" y="3441"/>
                      <a:pt x="1246" y="3598"/>
                      <a:pt x="1164" y="3794"/>
                    </a:cubicBezTo>
                    <a:cubicBezTo>
                      <a:pt x="994" y="4264"/>
                      <a:pt x="1032" y="4769"/>
                      <a:pt x="1036" y="5261"/>
                    </a:cubicBezTo>
                    <a:cubicBezTo>
                      <a:pt x="1037" y="5409"/>
                      <a:pt x="1036" y="5556"/>
                      <a:pt x="1036" y="5704"/>
                    </a:cubicBezTo>
                    <a:cubicBezTo>
                      <a:pt x="1036" y="5960"/>
                      <a:pt x="1037" y="6215"/>
                      <a:pt x="1038" y="6471"/>
                    </a:cubicBezTo>
                    <a:cubicBezTo>
                      <a:pt x="1040" y="6840"/>
                      <a:pt x="1040" y="7209"/>
                      <a:pt x="1040" y="7578"/>
                    </a:cubicBezTo>
                    <a:cubicBezTo>
                      <a:pt x="1041" y="8178"/>
                      <a:pt x="1042" y="8777"/>
                      <a:pt x="1044" y="9376"/>
                    </a:cubicBezTo>
                    <a:cubicBezTo>
                      <a:pt x="1046" y="9958"/>
                      <a:pt x="1048" y="10540"/>
                      <a:pt x="1049" y="11122"/>
                    </a:cubicBezTo>
                    <a:cubicBezTo>
                      <a:pt x="1049" y="11158"/>
                      <a:pt x="1049" y="11194"/>
                      <a:pt x="1049" y="11232"/>
                    </a:cubicBezTo>
                    <a:cubicBezTo>
                      <a:pt x="1049" y="11516"/>
                      <a:pt x="1050" y="11800"/>
                      <a:pt x="1050" y="12083"/>
                    </a:cubicBezTo>
                    <a:cubicBezTo>
                      <a:pt x="1052" y="13472"/>
                      <a:pt x="1056" y="14861"/>
                      <a:pt x="1060" y="16250"/>
                    </a:cubicBezTo>
                    <a:cubicBezTo>
                      <a:pt x="2676" y="16284"/>
                      <a:pt x="2676" y="16284"/>
                      <a:pt x="10852" y="16458"/>
                    </a:cubicBezTo>
                    <a:cubicBezTo>
                      <a:pt x="10852" y="16596"/>
                      <a:pt x="10852" y="16733"/>
                      <a:pt x="10852" y="16875"/>
                    </a:cubicBezTo>
                    <a:cubicBezTo>
                      <a:pt x="7345" y="16875"/>
                      <a:pt x="3839" y="16875"/>
                      <a:pt x="227" y="16875"/>
                    </a:cubicBezTo>
                    <a:cubicBezTo>
                      <a:pt x="94" y="12147"/>
                      <a:pt x="94" y="12147"/>
                      <a:pt x="65" y="10946"/>
                    </a:cubicBezTo>
                    <a:cubicBezTo>
                      <a:pt x="64" y="10902"/>
                      <a:pt x="62" y="10857"/>
                      <a:pt x="61" y="10810"/>
                    </a:cubicBezTo>
                    <a:cubicBezTo>
                      <a:pt x="18" y="8982"/>
                      <a:pt x="0" y="7154"/>
                      <a:pt x="5" y="5325"/>
                    </a:cubicBezTo>
                    <a:cubicBezTo>
                      <a:pt x="5" y="5294"/>
                      <a:pt x="5" y="5263"/>
                      <a:pt x="6" y="5230"/>
                    </a:cubicBezTo>
                    <a:cubicBezTo>
                      <a:pt x="8" y="4459"/>
                      <a:pt x="12" y="3688"/>
                      <a:pt x="18" y="2917"/>
                    </a:cubicBezTo>
                    <a:cubicBezTo>
                      <a:pt x="87" y="2917"/>
                      <a:pt x="156" y="2917"/>
                      <a:pt x="227" y="2917"/>
                    </a:cubicBezTo>
                    <a:cubicBezTo>
                      <a:pt x="295" y="3810"/>
                      <a:pt x="364" y="4704"/>
                      <a:pt x="435" y="5625"/>
                    </a:cubicBezTo>
                    <a:cubicBezTo>
                      <a:pt x="526" y="4714"/>
                      <a:pt x="526" y="4714"/>
                      <a:pt x="553" y="4428"/>
                    </a:cubicBezTo>
                    <a:cubicBezTo>
                      <a:pt x="561" y="4352"/>
                      <a:pt x="569" y="4277"/>
                      <a:pt x="578" y="4201"/>
                    </a:cubicBezTo>
                    <a:cubicBezTo>
                      <a:pt x="581" y="4163"/>
                      <a:pt x="584" y="4124"/>
                      <a:pt x="588" y="4085"/>
                    </a:cubicBezTo>
                    <a:cubicBezTo>
                      <a:pt x="610" y="3882"/>
                      <a:pt x="645" y="3737"/>
                      <a:pt x="750" y="3562"/>
                    </a:cubicBezTo>
                    <a:cubicBezTo>
                      <a:pt x="917" y="3252"/>
                      <a:pt x="877" y="2905"/>
                      <a:pt x="872" y="2564"/>
                    </a:cubicBezTo>
                    <a:cubicBezTo>
                      <a:pt x="872" y="2489"/>
                      <a:pt x="871" y="2415"/>
                      <a:pt x="871" y="2341"/>
                    </a:cubicBezTo>
                    <a:cubicBezTo>
                      <a:pt x="870" y="2147"/>
                      <a:pt x="868" y="1953"/>
                      <a:pt x="866" y="1760"/>
                    </a:cubicBezTo>
                    <a:cubicBezTo>
                      <a:pt x="864" y="1561"/>
                      <a:pt x="863" y="1363"/>
                      <a:pt x="862" y="1165"/>
                    </a:cubicBezTo>
                    <a:cubicBezTo>
                      <a:pt x="860" y="776"/>
                      <a:pt x="856" y="388"/>
                      <a:pt x="852" y="0"/>
                    </a:cubicBezTo>
                    <a:close/>
                  </a:path>
                </a:pathLst>
              </a:custGeom>
              <a:solidFill>
                <a:srgbClr val="83B0BA"/>
              </a:solidFill>
              <a:ln w="2646" cap="flat">
                <a:noFill/>
              </a:ln>
            </p:spPr>
          </p:sp>
          <p:sp>
            <p:nvSpPr>
              <p:cNvPr id="2077" name="ICON_C_WINDOWS_GRAPHIC_path_049"/>
              <p:cNvSpPr/>
              <p:nvPr/>
            </p:nvSpPr>
            <p:spPr>
              <a:xfrm>
                <a:off x="6654271" y="7421562"/>
                <a:ext cx="45847" cy="111273"/>
              </a:xfrm>
              <a:custGeom>
                <a:avLst/>
                <a:gdLst/>
                <a:ahLst/>
                <a:cxnLst/>
                <a:rect l="0" t="0" r="r" b="b"/>
                <a:pathLst>
                  <a:path w="3610" h="8762" fill="norm" stroke="0">
                    <a:moveTo>
                      <a:pt x="208" y="0"/>
                    </a:moveTo>
                    <a:cubicBezTo>
                      <a:pt x="483" y="0"/>
                      <a:pt x="758" y="0"/>
                      <a:pt x="1042" y="0"/>
                    </a:cubicBezTo>
                    <a:cubicBezTo>
                      <a:pt x="1110" y="962"/>
                      <a:pt x="1179" y="1925"/>
                      <a:pt x="1250" y="2917"/>
                    </a:cubicBezTo>
                    <a:cubicBezTo>
                      <a:pt x="1319" y="2917"/>
                      <a:pt x="1388" y="2917"/>
                      <a:pt x="1458" y="2917"/>
                    </a:cubicBezTo>
                    <a:cubicBezTo>
                      <a:pt x="1527" y="2573"/>
                      <a:pt x="1596" y="2229"/>
                      <a:pt x="1667" y="1875"/>
                    </a:cubicBezTo>
                    <a:cubicBezTo>
                      <a:pt x="1834" y="1905"/>
                      <a:pt x="2002" y="1935"/>
                      <a:pt x="2175" y="1966"/>
                    </a:cubicBezTo>
                    <a:cubicBezTo>
                      <a:pt x="2227" y="1975"/>
                      <a:pt x="2279" y="1984"/>
                      <a:pt x="2334" y="1993"/>
                    </a:cubicBezTo>
                    <a:cubicBezTo>
                      <a:pt x="2375" y="2001"/>
                      <a:pt x="2417" y="2009"/>
                      <a:pt x="2460" y="2018"/>
                    </a:cubicBezTo>
                    <a:cubicBezTo>
                      <a:pt x="2481" y="2021"/>
                      <a:pt x="2481" y="2021"/>
                      <a:pt x="2589" y="2041"/>
                    </a:cubicBezTo>
                    <a:cubicBezTo>
                      <a:pt x="2739" y="2094"/>
                      <a:pt x="2838" y="2154"/>
                      <a:pt x="2917" y="2292"/>
                    </a:cubicBezTo>
                    <a:cubicBezTo>
                      <a:pt x="2953" y="2442"/>
                      <a:pt x="2960" y="2592"/>
                      <a:pt x="2968" y="2746"/>
                    </a:cubicBezTo>
                    <a:cubicBezTo>
                      <a:pt x="2975" y="2837"/>
                      <a:pt x="2982" y="2929"/>
                      <a:pt x="2989" y="3020"/>
                    </a:cubicBezTo>
                    <a:cubicBezTo>
                      <a:pt x="2999" y="3163"/>
                      <a:pt x="3008" y="3306"/>
                      <a:pt x="3016" y="3449"/>
                    </a:cubicBezTo>
                    <a:cubicBezTo>
                      <a:pt x="3024" y="3588"/>
                      <a:pt x="3035" y="3727"/>
                      <a:pt x="3046" y="3866"/>
                    </a:cubicBezTo>
                    <a:cubicBezTo>
                      <a:pt x="3048" y="3907"/>
                      <a:pt x="3050" y="3949"/>
                      <a:pt x="3051" y="3992"/>
                    </a:cubicBezTo>
                    <a:cubicBezTo>
                      <a:pt x="3076" y="4281"/>
                      <a:pt x="3165" y="4442"/>
                      <a:pt x="3336" y="4667"/>
                    </a:cubicBezTo>
                    <a:cubicBezTo>
                      <a:pt x="3610" y="5039"/>
                      <a:pt x="3596" y="5388"/>
                      <a:pt x="3582" y="5836"/>
                    </a:cubicBezTo>
                    <a:cubicBezTo>
                      <a:pt x="3582" y="5914"/>
                      <a:pt x="3581" y="5993"/>
                      <a:pt x="3581" y="6071"/>
                    </a:cubicBezTo>
                    <a:cubicBezTo>
                      <a:pt x="3579" y="6276"/>
                      <a:pt x="3575" y="6480"/>
                      <a:pt x="3570" y="6685"/>
                    </a:cubicBezTo>
                    <a:cubicBezTo>
                      <a:pt x="3566" y="6894"/>
                      <a:pt x="3564" y="7104"/>
                      <a:pt x="3562" y="7313"/>
                    </a:cubicBezTo>
                    <a:cubicBezTo>
                      <a:pt x="3558" y="7723"/>
                      <a:pt x="3550" y="8132"/>
                      <a:pt x="3542" y="8542"/>
                    </a:cubicBezTo>
                    <a:cubicBezTo>
                      <a:pt x="3412" y="8583"/>
                      <a:pt x="3282" y="8621"/>
                      <a:pt x="3151" y="8659"/>
                    </a:cubicBezTo>
                    <a:cubicBezTo>
                      <a:pt x="3115" y="8671"/>
                      <a:pt x="3079" y="8682"/>
                      <a:pt x="3041" y="8694"/>
                    </a:cubicBezTo>
                    <a:cubicBezTo>
                      <a:pt x="2829" y="8753"/>
                      <a:pt x="2683" y="8762"/>
                      <a:pt x="2476" y="8677"/>
                    </a:cubicBezTo>
                    <a:cubicBezTo>
                      <a:pt x="2366" y="8612"/>
                      <a:pt x="2306" y="8572"/>
                      <a:pt x="2252" y="8456"/>
                    </a:cubicBezTo>
                    <a:cubicBezTo>
                      <a:pt x="2232" y="8347"/>
                      <a:pt x="2226" y="8246"/>
                      <a:pt x="2225" y="8136"/>
                    </a:cubicBezTo>
                    <a:cubicBezTo>
                      <a:pt x="2224" y="8115"/>
                      <a:pt x="2224" y="8115"/>
                      <a:pt x="2219" y="8012"/>
                    </a:cubicBezTo>
                    <a:cubicBezTo>
                      <a:pt x="2213" y="7878"/>
                      <a:pt x="2209" y="7744"/>
                      <a:pt x="2205" y="7610"/>
                    </a:cubicBezTo>
                    <a:cubicBezTo>
                      <a:pt x="2201" y="7517"/>
                      <a:pt x="2197" y="7424"/>
                      <a:pt x="2193" y="7330"/>
                    </a:cubicBezTo>
                    <a:cubicBezTo>
                      <a:pt x="2183" y="7086"/>
                      <a:pt x="2174" y="6841"/>
                      <a:pt x="2166" y="6596"/>
                    </a:cubicBezTo>
                    <a:cubicBezTo>
                      <a:pt x="2158" y="6346"/>
                      <a:pt x="2148" y="6096"/>
                      <a:pt x="2137" y="5846"/>
                    </a:cubicBezTo>
                    <a:cubicBezTo>
                      <a:pt x="2117" y="5356"/>
                      <a:pt x="2099" y="4865"/>
                      <a:pt x="2083" y="4375"/>
                    </a:cubicBezTo>
                    <a:cubicBezTo>
                      <a:pt x="1947" y="4403"/>
                      <a:pt x="1811" y="4433"/>
                      <a:pt x="1676" y="4464"/>
                    </a:cubicBezTo>
                    <a:cubicBezTo>
                      <a:pt x="1637" y="4471"/>
                      <a:pt x="1599" y="4479"/>
                      <a:pt x="1559" y="4487"/>
                    </a:cubicBezTo>
                    <a:cubicBezTo>
                      <a:pt x="1273" y="4554"/>
                      <a:pt x="1273" y="4554"/>
                      <a:pt x="1154" y="4706"/>
                    </a:cubicBezTo>
                    <a:cubicBezTo>
                      <a:pt x="1103" y="4842"/>
                      <a:pt x="1070" y="4975"/>
                      <a:pt x="1042" y="5117"/>
                    </a:cubicBezTo>
                    <a:cubicBezTo>
                      <a:pt x="990" y="5298"/>
                      <a:pt x="939" y="5468"/>
                      <a:pt x="833" y="5625"/>
                    </a:cubicBezTo>
                    <a:cubicBezTo>
                      <a:pt x="568" y="5756"/>
                      <a:pt x="278" y="5676"/>
                      <a:pt x="0" y="5625"/>
                    </a:cubicBezTo>
                    <a:cubicBezTo>
                      <a:pt x="6" y="5592"/>
                      <a:pt x="13" y="5559"/>
                      <a:pt x="19" y="5526"/>
                    </a:cubicBezTo>
                    <a:cubicBezTo>
                      <a:pt x="226" y="4395"/>
                      <a:pt x="234" y="3282"/>
                      <a:pt x="223" y="2135"/>
                    </a:cubicBezTo>
                    <a:cubicBezTo>
                      <a:pt x="220" y="1893"/>
                      <a:pt x="220" y="1652"/>
                      <a:pt x="219" y="1410"/>
                    </a:cubicBezTo>
                    <a:cubicBezTo>
                      <a:pt x="216" y="940"/>
                      <a:pt x="213" y="470"/>
                      <a:pt x="208" y="0"/>
                    </a:cubicBezTo>
                    <a:close/>
                  </a:path>
                </a:pathLst>
              </a:custGeom>
              <a:solidFill>
                <a:srgbClr val="938DAF"/>
              </a:solidFill>
              <a:ln w="2646" cap="flat">
                <a:noFill/>
              </a:ln>
            </p:spPr>
          </p:sp>
          <p:sp>
            <p:nvSpPr>
              <p:cNvPr id="2078" name="ICON_C_WINDOWS_GRAPHIC_path_050"/>
              <p:cNvSpPr/>
              <p:nvPr/>
            </p:nvSpPr>
            <p:spPr>
              <a:xfrm>
                <a:off x="6733646" y="7413559"/>
                <a:ext cx="61172" cy="135062"/>
              </a:xfrm>
              <a:custGeom>
                <a:avLst/>
                <a:gdLst/>
                <a:ahLst/>
                <a:cxnLst/>
                <a:rect l="0" t="0" r="r" b="b"/>
                <a:pathLst>
                  <a:path w="4817" h="10635" fill="norm" stroke="0">
                    <a:moveTo>
                      <a:pt x="208" y="5"/>
                    </a:moveTo>
                    <a:cubicBezTo>
                      <a:pt x="959" y="0"/>
                      <a:pt x="959" y="0"/>
                      <a:pt x="1250" y="214"/>
                    </a:cubicBezTo>
                    <a:cubicBezTo>
                      <a:pt x="1342" y="408"/>
                      <a:pt x="1351" y="600"/>
                      <a:pt x="1353" y="812"/>
                    </a:cubicBezTo>
                    <a:cubicBezTo>
                      <a:pt x="1354" y="841"/>
                      <a:pt x="1354" y="870"/>
                      <a:pt x="1355" y="900"/>
                    </a:cubicBezTo>
                    <a:cubicBezTo>
                      <a:pt x="1358" y="1150"/>
                      <a:pt x="1349" y="1400"/>
                      <a:pt x="1337" y="1650"/>
                    </a:cubicBezTo>
                    <a:cubicBezTo>
                      <a:pt x="1327" y="1866"/>
                      <a:pt x="1322" y="2080"/>
                      <a:pt x="1327" y="2296"/>
                    </a:cubicBezTo>
                    <a:cubicBezTo>
                      <a:pt x="1328" y="2311"/>
                      <a:pt x="1328" y="2311"/>
                      <a:pt x="1329" y="2385"/>
                    </a:cubicBezTo>
                    <a:cubicBezTo>
                      <a:pt x="1339" y="2595"/>
                      <a:pt x="1351" y="2824"/>
                      <a:pt x="1517" y="2975"/>
                    </a:cubicBezTo>
                    <a:cubicBezTo>
                      <a:pt x="1863" y="3207"/>
                      <a:pt x="2304" y="3279"/>
                      <a:pt x="2708" y="3339"/>
                    </a:cubicBezTo>
                    <a:cubicBezTo>
                      <a:pt x="2821" y="2901"/>
                      <a:pt x="2928" y="2463"/>
                      <a:pt x="3021" y="2021"/>
                    </a:cubicBezTo>
                    <a:cubicBezTo>
                      <a:pt x="3029" y="1981"/>
                      <a:pt x="3038" y="1940"/>
                      <a:pt x="3047" y="1899"/>
                    </a:cubicBezTo>
                    <a:cubicBezTo>
                      <a:pt x="3082" y="1733"/>
                      <a:pt x="3117" y="1567"/>
                      <a:pt x="3151" y="1401"/>
                    </a:cubicBezTo>
                    <a:cubicBezTo>
                      <a:pt x="3176" y="1278"/>
                      <a:pt x="3203" y="1155"/>
                      <a:pt x="3229" y="1031"/>
                    </a:cubicBezTo>
                    <a:cubicBezTo>
                      <a:pt x="3236" y="994"/>
                      <a:pt x="3244" y="957"/>
                      <a:pt x="3251" y="918"/>
                    </a:cubicBezTo>
                    <a:cubicBezTo>
                      <a:pt x="3301" y="692"/>
                      <a:pt x="3350" y="559"/>
                      <a:pt x="3542" y="422"/>
                    </a:cubicBezTo>
                    <a:cubicBezTo>
                      <a:pt x="3658" y="395"/>
                      <a:pt x="3658" y="395"/>
                      <a:pt x="3783" y="394"/>
                    </a:cubicBezTo>
                    <a:cubicBezTo>
                      <a:pt x="3828" y="394"/>
                      <a:pt x="3873" y="394"/>
                      <a:pt x="3920" y="393"/>
                    </a:cubicBezTo>
                    <a:cubicBezTo>
                      <a:pt x="3944" y="394"/>
                      <a:pt x="3944" y="394"/>
                      <a:pt x="4062" y="396"/>
                    </a:cubicBezTo>
                    <a:cubicBezTo>
                      <a:pt x="4110" y="395"/>
                      <a:pt x="4156" y="394"/>
                      <a:pt x="4205" y="393"/>
                    </a:cubicBezTo>
                    <a:cubicBezTo>
                      <a:pt x="4250" y="394"/>
                      <a:pt x="4296" y="394"/>
                      <a:pt x="4343" y="394"/>
                    </a:cubicBezTo>
                    <a:cubicBezTo>
                      <a:pt x="4384" y="394"/>
                      <a:pt x="4425" y="395"/>
                      <a:pt x="4467" y="395"/>
                    </a:cubicBezTo>
                    <a:cubicBezTo>
                      <a:pt x="4629" y="433"/>
                      <a:pt x="4688" y="502"/>
                      <a:pt x="4792" y="630"/>
                    </a:cubicBezTo>
                    <a:cubicBezTo>
                      <a:pt x="4817" y="766"/>
                      <a:pt x="4817" y="766"/>
                      <a:pt x="4815" y="922"/>
                    </a:cubicBezTo>
                    <a:cubicBezTo>
                      <a:pt x="4815" y="950"/>
                      <a:pt x="4815" y="979"/>
                      <a:pt x="4815" y="1008"/>
                    </a:cubicBezTo>
                    <a:cubicBezTo>
                      <a:pt x="4815" y="1101"/>
                      <a:pt x="4814" y="1195"/>
                      <a:pt x="4812" y="1289"/>
                    </a:cubicBezTo>
                    <a:cubicBezTo>
                      <a:pt x="4812" y="1354"/>
                      <a:pt x="4811" y="1419"/>
                      <a:pt x="4811" y="1484"/>
                    </a:cubicBezTo>
                    <a:cubicBezTo>
                      <a:pt x="4810" y="1655"/>
                      <a:pt x="4808" y="1826"/>
                      <a:pt x="4806" y="1997"/>
                    </a:cubicBezTo>
                    <a:cubicBezTo>
                      <a:pt x="4804" y="2171"/>
                      <a:pt x="4803" y="2346"/>
                      <a:pt x="4802" y="2520"/>
                    </a:cubicBezTo>
                    <a:cubicBezTo>
                      <a:pt x="4800" y="2863"/>
                      <a:pt x="4796" y="3205"/>
                      <a:pt x="4792" y="3547"/>
                    </a:cubicBezTo>
                    <a:cubicBezTo>
                      <a:pt x="4723" y="3547"/>
                      <a:pt x="4654" y="3547"/>
                      <a:pt x="4583" y="3547"/>
                    </a:cubicBezTo>
                    <a:cubicBezTo>
                      <a:pt x="4583" y="2653"/>
                      <a:pt x="4583" y="1759"/>
                      <a:pt x="4583" y="839"/>
                    </a:cubicBezTo>
                    <a:cubicBezTo>
                      <a:pt x="4240" y="839"/>
                      <a:pt x="3896" y="839"/>
                      <a:pt x="3542" y="839"/>
                    </a:cubicBezTo>
                    <a:cubicBezTo>
                      <a:pt x="3545" y="883"/>
                      <a:pt x="3545" y="883"/>
                      <a:pt x="3564" y="1106"/>
                    </a:cubicBezTo>
                    <a:cubicBezTo>
                      <a:pt x="3620" y="1990"/>
                      <a:pt x="3541" y="2973"/>
                      <a:pt x="2973" y="3700"/>
                    </a:cubicBezTo>
                    <a:cubicBezTo>
                      <a:pt x="2786" y="3883"/>
                      <a:pt x="2486" y="3846"/>
                      <a:pt x="2245" y="3847"/>
                    </a:cubicBezTo>
                    <a:cubicBezTo>
                      <a:pt x="2091" y="3861"/>
                      <a:pt x="2004" y="3877"/>
                      <a:pt x="1875" y="3964"/>
                    </a:cubicBezTo>
                    <a:cubicBezTo>
                      <a:pt x="1635" y="4350"/>
                      <a:pt x="1581" y="4891"/>
                      <a:pt x="1519" y="5334"/>
                    </a:cubicBezTo>
                    <a:cubicBezTo>
                      <a:pt x="1490" y="5519"/>
                      <a:pt x="1447" y="5660"/>
                      <a:pt x="1354" y="5824"/>
                    </a:cubicBezTo>
                    <a:cubicBezTo>
                      <a:pt x="1241" y="6045"/>
                      <a:pt x="1215" y="6231"/>
                      <a:pt x="1207" y="6477"/>
                    </a:cubicBezTo>
                    <a:cubicBezTo>
                      <a:pt x="1205" y="6517"/>
                      <a:pt x="1203" y="6558"/>
                      <a:pt x="1201" y="6600"/>
                    </a:cubicBezTo>
                    <a:cubicBezTo>
                      <a:pt x="1194" y="6733"/>
                      <a:pt x="1189" y="6866"/>
                      <a:pt x="1184" y="6999"/>
                    </a:cubicBezTo>
                    <a:cubicBezTo>
                      <a:pt x="1180" y="7092"/>
                      <a:pt x="1175" y="7185"/>
                      <a:pt x="1171" y="7278"/>
                    </a:cubicBezTo>
                    <a:cubicBezTo>
                      <a:pt x="1160" y="7521"/>
                      <a:pt x="1149" y="7764"/>
                      <a:pt x="1139" y="8007"/>
                    </a:cubicBezTo>
                    <a:cubicBezTo>
                      <a:pt x="1129" y="8256"/>
                      <a:pt x="1117" y="8504"/>
                      <a:pt x="1106" y="8753"/>
                    </a:cubicBezTo>
                    <a:cubicBezTo>
                      <a:pt x="1083" y="9240"/>
                      <a:pt x="1062" y="9727"/>
                      <a:pt x="1042" y="10214"/>
                    </a:cubicBezTo>
                    <a:cubicBezTo>
                      <a:pt x="1248" y="10214"/>
                      <a:pt x="1454" y="10214"/>
                      <a:pt x="1667" y="10214"/>
                    </a:cubicBezTo>
                    <a:cubicBezTo>
                      <a:pt x="1666" y="10170"/>
                      <a:pt x="1665" y="10126"/>
                      <a:pt x="1664" y="10081"/>
                    </a:cubicBezTo>
                    <a:cubicBezTo>
                      <a:pt x="1655" y="9661"/>
                      <a:pt x="1649" y="9242"/>
                      <a:pt x="1645" y="8822"/>
                    </a:cubicBezTo>
                    <a:cubicBezTo>
                      <a:pt x="1643" y="8607"/>
                      <a:pt x="1640" y="8391"/>
                      <a:pt x="1635" y="8176"/>
                    </a:cubicBezTo>
                    <a:cubicBezTo>
                      <a:pt x="1616" y="7306"/>
                      <a:pt x="1615" y="6468"/>
                      <a:pt x="1849" y="5624"/>
                    </a:cubicBezTo>
                    <a:cubicBezTo>
                      <a:pt x="1853" y="5608"/>
                      <a:pt x="1853" y="5608"/>
                      <a:pt x="1873" y="5531"/>
                    </a:cubicBezTo>
                    <a:cubicBezTo>
                      <a:pt x="1996" y="5076"/>
                      <a:pt x="1996" y="5076"/>
                      <a:pt x="2183" y="4924"/>
                    </a:cubicBezTo>
                    <a:cubicBezTo>
                      <a:pt x="2439" y="4799"/>
                      <a:pt x="2616" y="4807"/>
                      <a:pt x="2917" y="4797"/>
                    </a:cubicBezTo>
                    <a:cubicBezTo>
                      <a:pt x="2985" y="5072"/>
                      <a:pt x="3054" y="5347"/>
                      <a:pt x="3125" y="5630"/>
                    </a:cubicBezTo>
                    <a:cubicBezTo>
                      <a:pt x="3263" y="5630"/>
                      <a:pt x="3400" y="5630"/>
                      <a:pt x="3542" y="5630"/>
                    </a:cubicBezTo>
                    <a:cubicBezTo>
                      <a:pt x="3542" y="5768"/>
                      <a:pt x="3542" y="5905"/>
                      <a:pt x="3542" y="6047"/>
                    </a:cubicBezTo>
                    <a:cubicBezTo>
                      <a:pt x="3198" y="5978"/>
                      <a:pt x="2854" y="5909"/>
                      <a:pt x="2500" y="5839"/>
                    </a:cubicBezTo>
                    <a:cubicBezTo>
                      <a:pt x="2048" y="6756"/>
                      <a:pt x="1998" y="7585"/>
                      <a:pt x="1958" y="8594"/>
                    </a:cubicBezTo>
                    <a:cubicBezTo>
                      <a:pt x="1950" y="8800"/>
                      <a:pt x="1939" y="9007"/>
                      <a:pt x="1929" y="9214"/>
                    </a:cubicBezTo>
                    <a:cubicBezTo>
                      <a:pt x="1909" y="9616"/>
                      <a:pt x="1891" y="10019"/>
                      <a:pt x="1875" y="10422"/>
                    </a:cubicBezTo>
                    <a:cubicBezTo>
                      <a:pt x="1706" y="10463"/>
                      <a:pt x="1537" y="10501"/>
                      <a:pt x="1367" y="10539"/>
                    </a:cubicBezTo>
                    <a:cubicBezTo>
                      <a:pt x="1343" y="10545"/>
                      <a:pt x="1343" y="10545"/>
                      <a:pt x="1222" y="10574"/>
                    </a:cubicBezTo>
                    <a:cubicBezTo>
                      <a:pt x="1176" y="10585"/>
                      <a:pt x="1129" y="10595"/>
                      <a:pt x="1081" y="10605"/>
                    </a:cubicBezTo>
                    <a:cubicBezTo>
                      <a:pt x="1039" y="10615"/>
                      <a:pt x="996" y="10625"/>
                      <a:pt x="953" y="10635"/>
                    </a:cubicBezTo>
                    <a:cubicBezTo>
                      <a:pt x="833" y="10630"/>
                      <a:pt x="833" y="10630"/>
                      <a:pt x="716" y="10552"/>
                    </a:cubicBezTo>
                    <a:cubicBezTo>
                      <a:pt x="584" y="10399"/>
                      <a:pt x="589" y="10229"/>
                      <a:pt x="582" y="10035"/>
                    </a:cubicBezTo>
                    <a:cubicBezTo>
                      <a:pt x="580" y="9996"/>
                      <a:pt x="578" y="9958"/>
                      <a:pt x="576" y="9918"/>
                    </a:cubicBezTo>
                    <a:cubicBezTo>
                      <a:pt x="569" y="9790"/>
                      <a:pt x="564" y="9663"/>
                      <a:pt x="559" y="9536"/>
                    </a:cubicBezTo>
                    <a:cubicBezTo>
                      <a:pt x="555" y="9447"/>
                      <a:pt x="550" y="9359"/>
                      <a:pt x="546" y="9270"/>
                    </a:cubicBezTo>
                    <a:cubicBezTo>
                      <a:pt x="534" y="9038"/>
                      <a:pt x="524" y="8805"/>
                      <a:pt x="514" y="8573"/>
                    </a:cubicBezTo>
                    <a:cubicBezTo>
                      <a:pt x="504" y="8335"/>
                      <a:pt x="492" y="8098"/>
                      <a:pt x="481" y="7860"/>
                    </a:cubicBezTo>
                    <a:cubicBezTo>
                      <a:pt x="458" y="7395"/>
                      <a:pt x="437" y="6929"/>
                      <a:pt x="417" y="6464"/>
                    </a:cubicBezTo>
                    <a:cubicBezTo>
                      <a:pt x="279" y="6601"/>
                      <a:pt x="142" y="6739"/>
                      <a:pt x="0" y="6880"/>
                    </a:cubicBezTo>
                    <a:cubicBezTo>
                      <a:pt x="11" y="6814"/>
                      <a:pt x="23" y="6749"/>
                      <a:pt x="34" y="6681"/>
                    </a:cubicBezTo>
                    <a:cubicBezTo>
                      <a:pt x="189" y="5769"/>
                      <a:pt x="331" y="4855"/>
                      <a:pt x="470" y="3941"/>
                    </a:cubicBezTo>
                    <a:cubicBezTo>
                      <a:pt x="505" y="3707"/>
                      <a:pt x="541" y="3472"/>
                      <a:pt x="578" y="3238"/>
                    </a:cubicBezTo>
                    <a:cubicBezTo>
                      <a:pt x="614" y="3007"/>
                      <a:pt x="649" y="2776"/>
                      <a:pt x="684" y="2545"/>
                    </a:cubicBezTo>
                    <a:cubicBezTo>
                      <a:pt x="697" y="2458"/>
                      <a:pt x="710" y="2372"/>
                      <a:pt x="724" y="2285"/>
                    </a:cubicBezTo>
                    <a:cubicBezTo>
                      <a:pt x="812" y="1726"/>
                      <a:pt x="846" y="1196"/>
                      <a:pt x="833" y="630"/>
                    </a:cubicBezTo>
                    <a:cubicBezTo>
                      <a:pt x="558" y="630"/>
                      <a:pt x="283" y="630"/>
                      <a:pt x="0" y="630"/>
                    </a:cubicBezTo>
                    <a:cubicBezTo>
                      <a:pt x="69" y="424"/>
                      <a:pt x="138" y="218"/>
                      <a:pt x="208" y="5"/>
                    </a:cubicBezTo>
                    <a:close/>
                  </a:path>
                </a:pathLst>
              </a:custGeom>
              <a:solidFill>
                <a:srgbClr val="CBC9D9"/>
              </a:solidFill>
              <a:ln w="2646" cap="flat">
                <a:noFill/>
              </a:ln>
            </p:spPr>
          </p:sp>
          <p:sp>
            <p:nvSpPr>
              <p:cNvPr id="2079" name="ICON_C_WINDOWS_GRAPHIC_path_051"/>
              <p:cNvSpPr/>
              <p:nvPr/>
            </p:nvSpPr>
            <p:spPr>
              <a:xfrm>
                <a:off x="5370722" y="7282920"/>
                <a:ext cx="262258" cy="178329"/>
              </a:xfrm>
              <a:custGeom>
                <a:avLst/>
                <a:gdLst/>
                <a:ahLst/>
                <a:cxnLst/>
                <a:rect l="0" t="0" r="r" b="b"/>
                <a:pathLst>
                  <a:path w="20650" h="14042" fill="norm" stroke="0">
                    <a:moveTo>
                      <a:pt x="2454" y="58"/>
                    </a:moveTo>
                    <a:cubicBezTo>
                      <a:pt x="2531" y="58"/>
                      <a:pt x="2609" y="58"/>
                      <a:pt x="2687" y="58"/>
                    </a:cubicBezTo>
                    <a:cubicBezTo>
                      <a:pt x="2900" y="57"/>
                      <a:pt x="3113" y="58"/>
                      <a:pt x="3325" y="59"/>
                    </a:cubicBezTo>
                    <a:cubicBezTo>
                      <a:pt x="3555" y="60"/>
                      <a:pt x="3785" y="60"/>
                      <a:pt x="4015" y="60"/>
                    </a:cubicBezTo>
                    <a:cubicBezTo>
                      <a:pt x="4413" y="60"/>
                      <a:pt x="4810" y="60"/>
                      <a:pt x="5208" y="61"/>
                    </a:cubicBezTo>
                    <a:cubicBezTo>
                      <a:pt x="5625" y="62"/>
                      <a:pt x="6043" y="63"/>
                      <a:pt x="6460" y="64"/>
                    </a:cubicBezTo>
                    <a:cubicBezTo>
                      <a:pt x="6486" y="64"/>
                      <a:pt x="6512" y="64"/>
                      <a:pt x="6539" y="64"/>
                    </a:cubicBezTo>
                    <a:cubicBezTo>
                      <a:pt x="6670" y="64"/>
                      <a:pt x="6802" y="64"/>
                      <a:pt x="6934" y="64"/>
                    </a:cubicBezTo>
                    <a:cubicBezTo>
                      <a:pt x="7868" y="64"/>
                      <a:pt x="8801" y="66"/>
                      <a:pt x="9734" y="68"/>
                    </a:cubicBezTo>
                    <a:cubicBezTo>
                      <a:pt x="10641" y="70"/>
                      <a:pt x="11547" y="71"/>
                      <a:pt x="12454" y="72"/>
                    </a:cubicBezTo>
                    <a:cubicBezTo>
                      <a:pt x="12468" y="72"/>
                      <a:pt x="12468" y="72"/>
                      <a:pt x="12539" y="72"/>
                    </a:cubicBezTo>
                    <a:cubicBezTo>
                      <a:pt x="12819" y="72"/>
                      <a:pt x="13100" y="72"/>
                      <a:pt x="13381" y="73"/>
                    </a:cubicBezTo>
                    <a:cubicBezTo>
                      <a:pt x="13953" y="73"/>
                      <a:pt x="14525" y="74"/>
                      <a:pt x="15097" y="75"/>
                    </a:cubicBezTo>
                    <a:cubicBezTo>
                      <a:pt x="15123" y="75"/>
                      <a:pt x="15149" y="75"/>
                      <a:pt x="15176" y="75"/>
                    </a:cubicBezTo>
                    <a:cubicBezTo>
                      <a:pt x="16932" y="77"/>
                      <a:pt x="18687" y="80"/>
                      <a:pt x="20442" y="83"/>
                    </a:cubicBezTo>
                    <a:cubicBezTo>
                      <a:pt x="20476" y="221"/>
                      <a:pt x="20476" y="221"/>
                      <a:pt x="20650" y="917"/>
                    </a:cubicBezTo>
                    <a:cubicBezTo>
                      <a:pt x="20562" y="849"/>
                      <a:pt x="20475" y="781"/>
                      <a:pt x="20384" y="712"/>
                    </a:cubicBezTo>
                    <a:cubicBezTo>
                      <a:pt x="20023" y="459"/>
                      <a:pt x="19712" y="441"/>
                      <a:pt x="19282" y="449"/>
                    </a:cubicBezTo>
                    <a:cubicBezTo>
                      <a:pt x="19209" y="448"/>
                      <a:pt x="19136" y="448"/>
                      <a:pt x="19062" y="447"/>
                    </a:cubicBezTo>
                    <a:cubicBezTo>
                      <a:pt x="18863" y="446"/>
                      <a:pt x="18664" y="447"/>
                      <a:pt x="18465" y="449"/>
                    </a:cubicBezTo>
                    <a:cubicBezTo>
                      <a:pt x="18249" y="450"/>
                      <a:pt x="18034" y="449"/>
                      <a:pt x="17818" y="448"/>
                    </a:cubicBezTo>
                    <a:cubicBezTo>
                      <a:pt x="17396" y="447"/>
                      <a:pt x="16975" y="448"/>
                      <a:pt x="16553" y="450"/>
                    </a:cubicBezTo>
                    <a:cubicBezTo>
                      <a:pt x="16061" y="452"/>
                      <a:pt x="15570" y="452"/>
                      <a:pt x="15078" y="452"/>
                    </a:cubicBezTo>
                    <a:cubicBezTo>
                      <a:pt x="14175" y="452"/>
                      <a:pt x="13271" y="454"/>
                      <a:pt x="12367" y="457"/>
                    </a:cubicBezTo>
                    <a:cubicBezTo>
                      <a:pt x="11543" y="460"/>
                      <a:pt x="10719" y="462"/>
                      <a:pt x="9895" y="461"/>
                    </a:cubicBezTo>
                    <a:cubicBezTo>
                      <a:pt x="9843" y="461"/>
                      <a:pt x="9790" y="461"/>
                      <a:pt x="9737" y="461"/>
                    </a:cubicBezTo>
                    <a:cubicBezTo>
                      <a:pt x="9711" y="461"/>
                      <a:pt x="9684" y="461"/>
                      <a:pt x="9658" y="461"/>
                    </a:cubicBezTo>
                    <a:cubicBezTo>
                      <a:pt x="9526" y="461"/>
                      <a:pt x="9394" y="461"/>
                      <a:pt x="9262" y="461"/>
                    </a:cubicBezTo>
                    <a:cubicBezTo>
                      <a:pt x="9236" y="461"/>
                      <a:pt x="9210" y="461"/>
                      <a:pt x="9184" y="461"/>
                    </a:cubicBezTo>
                    <a:cubicBezTo>
                      <a:pt x="8346" y="461"/>
                      <a:pt x="7508" y="463"/>
                      <a:pt x="6670" y="464"/>
                    </a:cubicBezTo>
                    <a:cubicBezTo>
                      <a:pt x="6328" y="465"/>
                      <a:pt x="5986" y="465"/>
                      <a:pt x="5643" y="465"/>
                    </a:cubicBezTo>
                    <a:cubicBezTo>
                      <a:pt x="5226" y="465"/>
                      <a:pt x="4809" y="466"/>
                      <a:pt x="4391" y="468"/>
                    </a:cubicBezTo>
                    <a:cubicBezTo>
                      <a:pt x="4179" y="469"/>
                      <a:pt x="3966" y="470"/>
                      <a:pt x="3753" y="470"/>
                    </a:cubicBezTo>
                    <a:cubicBezTo>
                      <a:pt x="3558" y="469"/>
                      <a:pt x="3363" y="470"/>
                      <a:pt x="3168" y="472"/>
                    </a:cubicBezTo>
                    <a:cubicBezTo>
                      <a:pt x="3098" y="472"/>
                      <a:pt x="3028" y="472"/>
                      <a:pt x="2957" y="472"/>
                    </a:cubicBezTo>
                    <a:cubicBezTo>
                      <a:pt x="2614" y="470"/>
                      <a:pt x="2293" y="488"/>
                      <a:pt x="1963" y="587"/>
                    </a:cubicBezTo>
                    <a:cubicBezTo>
                      <a:pt x="1949" y="591"/>
                      <a:pt x="1949" y="591"/>
                      <a:pt x="1883" y="610"/>
                    </a:cubicBezTo>
                    <a:cubicBezTo>
                      <a:pt x="1810" y="635"/>
                      <a:pt x="1810" y="635"/>
                      <a:pt x="1692" y="708"/>
                    </a:cubicBezTo>
                    <a:cubicBezTo>
                      <a:pt x="1632" y="870"/>
                      <a:pt x="1608" y="1017"/>
                      <a:pt x="1616" y="1188"/>
                    </a:cubicBezTo>
                    <a:cubicBezTo>
                      <a:pt x="1618" y="1221"/>
                      <a:pt x="1619" y="1253"/>
                      <a:pt x="1620" y="1287"/>
                    </a:cubicBezTo>
                    <a:cubicBezTo>
                      <a:pt x="1621" y="1321"/>
                      <a:pt x="1623" y="1355"/>
                      <a:pt x="1624" y="1389"/>
                    </a:cubicBezTo>
                    <a:cubicBezTo>
                      <a:pt x="1625" y="1460"/>
                      <a:pt x="1625" y="1531"/>
                      <a:pt x="1625" y="1602"/>
                    </a:cubicBezTo>
                    <a:cubicBezTo>
                      <a:pt x="1625" y="1756"/>
                      <a:pt x="1628" y="1910"/>
                      <a:pt x="1632" y="2063"/>
                    </a:cubicBezTo>
                    <a:cubicBezTo>
                      <a:pt x="1639" y="2310"/>
                      <a:pt x="1641" y="2556"/>
                      <a:pt x="1643" y="2803"/>
                    </a:cubicBezTo>
                    <a:cubicBezTo>
                      <a:pt x="1645" y="3155"/>
                      <a:pt x="1650" y="3507"/>
                      <a:pt x="1657" y="3859"/>
                    </a:cubicBezTo>
                    <a:cubicBezTo>
                      <a:pt x="1666" y="4405"/>
                      <a:pt x="1672" y="4951"/>
                      <a:pt x="1675" y="5498"/>
                    </a:cubicBezTo>
                    <a:cubicBezTo>
                      <a:pt x="1676" y="5520"/>
                      <a:pt x="1676" y="5520"/>
                      <a:pt x="1676" y="5634"/>
                    </a:cubicBezTo>
                    <a:cubicBezTo>
                      <a:pt x="1678" y="5860"/>
                      <a:pt x="1680" y="6086"/>
                      <a:pt x="1681" y="6312"/>
                    </a:cubicBezTo>
                    <a:cubicBezTo>
                      <a:pt x="1682" y="6492"/>
                      <a:pt x="1684" y="6673"/>
                      <a:pt x="1685" y="6853"/>
                    </a:cubicBezTo>
                    <a:cubicBezTo>
                      <a:pt x="1697" y="8278"/>
                      <a:pt x="1682" y="9698"/>
                      <a:pt x="1608" y="11122"/>
                    </a:cubicBezTo>
                    <a:cubicBezTo>
                      <a:pt x="1601" y="11254"/>
                      <a:pt x="1594" y="11387"/>
                      <a:pt x="1588" y="11519"/>
                    </a:cubicBezTo>
                    <a:cubicBezTo>
                      <a:pt x="1578" y="11723"/>
                      <a:pt x="1567" y="11926"/>
                      <a:pt x="1556" y="12130"/>
                    </a:cubicBezTo>
                    <a:cubicBezTo>
                      <a:pt x="1552" y="12201"/>
                      <a:pt x="1548" y="12272"/>
                      <a:pt x="1544" y="12343"/>
                    </a:cubicBezTo>
                    <a:cubicBezTo>
                      <a:pt x="1524" y="12722"/>
                      <a:pt x="1475" y="13086"/>
                      <a:pt x="1388" y="13456"/>
                    </a:cubicBezTo>
                    <a:cubicBezTo>
                      <a:pt x="1380" y="13492"/>
                      <a:pt x="1372" y="13528"/>
                      <a:pt x="1364" y="13565"/>
                    </a:cubicBezTo>
                    <a:cubicBezTo>
                      <a:pt x="1301" y="13811"/>
                      <a:pt x="1301" y="13811"/>
                      <a:pt x="1174" y="13919"/>
                    </a:cubicBezTo>
                    <a:cubicBezTo>
                      <a:pt x="1061" y="13965"/>
                      <a:pt x="966" y="13980"/>
                      <a:pt x="845" y="13990"/>
                    </a:cubicBezTo>
                    <a:cubicBezTo>
                      <a:pt x="807" y="13996"/>
                      <a:pt x="768" y="14002"/>
                      <a:pt x="728" y="14008"/>
                    </a:cubicBezTo>
                    <a:cubicBezTo>
                      <a:pt x="632" y="14023"/>
                      <a:pt x="538" y="14034"/>
                      <a:pt x="442" y="14042"/>
                    </a:cubicBezTo>
                    <a:cubicBezTo>
                      <a:pt x="431" y="13887"/>
                      <a:pt x="424" y="13732"/>
                      <a:pt x="419" y="13576"/>
                    </a:cubicBezTo>
                    <a:cubicBezTo>
                      <a:pt x="416" y="13499"/>
                      <a:pt x="411" y="13423"/>
                      <a:pt x="405" y="13346"/>
                    </a:cubicBezTo>
                    <a:cubicBezTo>
                      <a:pt x="390" y="12966"/>
                      <a:pt x="484" y="12651"/>
                      <a:pt x="615" y="12297"/>
                    </a:cubicBezTo>
                    <a:cubicBezTo>
                      <a:pt x="882" y="11571"/>
                      <a:pt x="946" y="10872"/>
                      <a:pt x="984" y="10104"/>
                    </a:cubicBezTo>
                    <a:cubicBezTo>
                      <a:pt x="992" y="9936"/>
                      <a:pt x="1003" y="9769"/>
                      <a:pt x="1013" y="9601"/>
                    </a:cubicBezTo>
                    <a:cubicBezTo>
                      <a:pt x="1033" y="9276"/>
                      <a:pt x="1050" y="8950"/>
                      <a:pt x="1067" y="8625"/>
                    </a:cubicBezTo>
                    <a:cubicBezTo>
                      <a:pt x="861" y="8556"/>
                      <a:pt x="654" y="8487"/>
                      <a:pt x="442" y="8417"/>
                    </a:cubicBezTo>
                    <a:cubicBezTo>
                      <a:pt x="373" y="9242"/>
                      <a:pt x="304" y="10067"/>
                      <a:pt x="234" y="10917"/>
                    </a:cubicBezTo>
                    <a:cubicBezTo>
                      <a:pt x="165" y="10917"/>
                      <a:pt x="96" y="10917"/>
                      <a:pt x="25" y="10917"/>
                    </a:cubicBezTo>
                    <a:cubicBezTo>
                      <a:pt x="20" y="10540"/>
                      <a:pt x="17" y="10163"/>
                      <a:pt x="14" y="9787"/>
                    </a:cubicBezTo>
                    <a:cubicBezTo>
                      <a:pt x="13" y="9612"/>
                      <a:pt x="12" y="9437"/>
                      <a:pt x="9" y="9262"/>
                    </a:cubicBezTo>
                    <a:cubicBezTo>
                      <a:pt x="7" y="9093"/>
                      <a:pt x="6" y="8924"/>
                      <a:pt x="5" y="8755"/>
                    </a:cubicBezTo>
                    <a:cubicBezTo>
                      <a:pt x="5" y="8691"/>
                      <a:pt x="4" y="8627"/>
                      <a:pt x="3" y="8562"/>
                    </a:cubicBezTo>
                    <a:cubicBezTo>
                      <a:pt x="2" y="8472"/>
                      <a:pt x="1" y="8382"/>
                      <a:pt x="1" y="8291"/>
                    </a:cubicBezTo>
                    <a:cubicBezTo>
                      <a:pt x="1" y="8240"/>
                      <a:pt x="1" y="8189"/>
                      <a:pt x="0" y="8136"/>
                    </a:cubicBezTo>
                    <a:cubicBezTo>
                      <a:pt x="25" y="8003"/>
                      <a:pt x="50" y="7919"/>
                      <a:pt x="154" y="7829"/>
                    </a:cubicBezTo>
                    <a:cubicBezTo>
                      <a:pt x="342" y="7741"/>
                      <a:pt x="565" y="7771"/>
                      <a:pt x="767" y="7779"/>
                    </a:cubicBezTo>
                    <a:cubicBezTo>
                      <a:pt x="816" y="7780"/>
                      <a:pt x="865" y="7781"/>
                      <a:pt x="915" y="7781"/>
                    </a:cubicBezTo>
                    <a:cubicBezTo>
                      <a:pt x="1035" y="7784"/>
                      <a:pt x="1155" y="7787"/>
                      <a:pt x="1275" y="7792"/>
                    </a:cubicBezTo>
                    <a:cubicBezTo>
                      <a:pt x="1275" y="7753"/>
                      <a:pt x="1274" y="7715"/>
                      <a:pt x="1274" y="7675"/>
                    </a:cubicBezTo>
                    <a:cubicBezTo>
                      <a:pt x="1265" y="6740"/>
                      <a:pt x="1258" y="5804"/>
                      <a:pt x="1254" y="4869"/>
                    </a:cubicBezTo>
                    <a:cubicBezTo>
                      <a:pt x="1251" y="4416"/>
                      <a:pt x="1249" y="3964"/>
                      <a:pt x="1244" y="3512"/>
                    </a:cubicBezTo>
                    <a:cubicBezTo>
                      <a:pt x="1240" y="3117"/>
                      <a:pt x="1237" y="2723"/>
                      <a:pt x="1236" y="2329"/>
                    </a:cubicBezTo>
                    <a:cubicBezTo>
                      <a:pt x="1235" y="2120"/>
                      <a:pt x="1234" y="1911"/>
                      <a:pt x="1231" y="1703"/>
                    </a:cubicBezTo>
                    <a:cubicBezTo>
                      <a:pt x="1228" y="1506"/>
                      <a:pt x="1228" y="1310"/>
                      <a:pt x="1228" y="1113"/>
                    </a:cubicBezTo>
                    <a:cubicBezTo>
                      <a:pt x="1228" y="1041"/>
                      <a:pt x="1227" y="969"/>
                      <a:pt x="1225" y="897"/>
                    </a:cubicBezTo>
                    <a:cubicBezTo>
                      <a:pt x="1223" y="798"/>
                      <a:pt x="1224" y="700"/>
                      <a:pt x="1225" y="601"/>
                    </a:cubicBezTo>
                    <a:cubicBezTo>
                      <a:pt x="1224" y="573"/>
                      <a:pt x="1223" y="544"/>
                      <a:pt x="1221" y="515"/>
                    </a:cubicBezTo>
                    <a:cubicBezTo>
                      <a:pt x="1224" y="435"/>
                      <a:pt x="1224" y="435"/>
                      <a:pt x="1275" y="292"/>
                    </a:cubicBezTo>
                    <a:cubicBezTo>
                      <a:pt x="1589" y="0"/>
                      <a:pt x="2057" y="55"/>
                      <a:pt x="2454" y="58"/>
                    </a:cubicBezTo>
                    <a:close/>
                  </a:path>
                </a:pathLst>
              </a:custGeom>
              <a:solidFill>
                <a:srgbClr val="BACFF4"/>
              </a:solidFill>
              <a:ln w="2646" cap="flat">
                <a:noFill/>
              </a:ln>
            </p:spPr>
          </p:sp>
          <p:sp>
            <p:nvSpPr>
              <p:cNvPr id="2080" name="ICON_C_WINDOWS_GRAPHIC_path_052"/>
              <p:cNvSpPr/>
              <p:nvPr/>
            </p:nvSpPr>
            <p:spPr>
              <a:xfrm>
                <a:off x="5288637" y="7452458"/>
                <a:ext cx="42717" cy="111980"/>
              </a:xfrm>
              <a:custGeom>
                <a:avLst/>
                <a:gdLst/>
                <a:ahLst/>
                <a:cxnLst/>
                <a:rect l="0" t="0" r="r" b="b"/>
                <a:pathLst>
                  <a:path w="3364" h="8817" fill="norm" stroke="0">
                    <a:moveTo>
                      <a:pt x="2322" y="67"/>
                    </a:moveTo>
                    <a:cubicBezTo>
                      <a:pt x="2322" y="411"/>
                      <a:pt x="2322" y="755"/>
                      <a:pt x="2322" y="1109"/>
                    </a:cubicBezTo>
                    <a:cubicBezTo>
                      <a:pt x="2666" y="1040"/>
                      <a:pt x="3009" y="971"/>
                      <a:pt x="3364" y="901"/>
                    </a:cubicBezTo>
                    <a:cubicBezTo>
                      <a:pt x="3364" y="1726"/>
                      <a:pt x="3364" y="2551"/>
                      <a:pt x="3364" y="3401"/>
                    </a:cubicBezTo>
                    <a:cubicBezTo>
                      <a:pt x="3089" y="3469"/>
                      <a:pt x="2814" y="3538"/>
                      <a:pt x="2530" y="3609"/>
                    </a:cubicBezTo>
                    <a:cubicBezTo>
                      <a:pt x="2495" y="3524"/>
                      <a:pt x="2459" y="3438"/>
                      <a:pt x="2423" y="3350"/>
                    </a:cubicBezTo>
                    <a:cubicBezTo>
                      <a:pt x="2385" y="3266"/>
                      <a:pt x="2347" y="3182"/>
                      <a:pt x="2309" y="3098"/>
                    </a:cubicBezTo>
                    <a:cubicBezTo>
                      <a:pt x="2283" y="3040"/>
                      <a:pt x="2259" y="2983"/>
                      <a:pt x="2235" y="2924"/>
                    </a:cubicBezTo>
                    <a:cubicBezTo>
                      <a:pt x="1983" y="2306"/>
                      <a:pt x="1738" y="2275"/>
                      <a:pt x="1072" y="1942"/>
                    </a:cubicBezTo>
                    <a:cubicBezTo>
                      <a:pt x="1072" y="4211"/>
                      <a:pt x="1072" y="6480"/>
                      <a:pt x="1072" y="8817"/>
                    </a:cubicBezTo>
                    <a:cubicBezTo>
                      <a:pt x="728" y="8749"/>
                      <a:pt x="384" y="8680"/>
                      <a:pt x="30" y="8609"/>
                    </a:cubicBezTo>
                    <a:cubicBezTo>
                      <a:pt x="25" y="7897"/>
                      <a:pt x="22" y="7185"/>
                      <a:pt x="19" y="6474"/>
                    </a:cubicBezTo>
                    <a:cubicBezTo>
                      <a:pt x="18" y="6143"/>
                      <a:pt x="17" y="5812"/>
                      <a:pt x="15" y="5481"/>
                    </a:cubicBezTo>
                    <a:cubicBezTo>
                      <a:pt x="12" y="5193"/>
                      <a:pt x="11" y="4904"/>
                      <a:pt x="11" y="4615"/>
                    </a:cubicBezTo>
                    <a:cubicBezTo>
                      <a:pt x="10" y="4462"/>
                      <a:pt x="10" y="4310"/>
                      <a:pt x="8" y="4158"/>
                    </a:cubicBezTo>
                    <a:cubicBezTo>
                      <a:pt x="0" y="3327"/>
                      <a:pt x="77" y="2549"/>
                      <a:pt x="239" y="1734"/>
                    </a:cubicBezTo>
                    <a:cubicBezTo>
                      <a:pt x="514" y="1734"/>
                      <a:pt x="789" y="1734"/>
                      <a:pt x="1072" y="1734"/>
                    </a:cubicBezTo>
                    <a:cubicBezTo>
                      <a:pt x="1065" y="1666"/>
                      <a:pt x="1057" y="1598"/>
                      <a:pt x="1050" y="1528"/>
                    </a:cubicBezTo>
                    <a:cubicBezTo>
                      <a:pt x="990" y="720"/>
                      <a:pt x="990" y="720"/>
                      <a:pt x="1264" y="395"/>
                    </a:cubicBezTo>
                    <a:cubicBezTo>
                      <a:pt x="1606" y="57"/>
                      <a:pt x="1851" y="0"/>
                      <a:pt x="2322" y="67"/>
                    </a:cubicBezTo>
                    <a:close/>
                  </a:path>
                </a:pathLst>
              </a:custGeom>
              <a:solidFill>
                <a:srgbClr val="A4A2BD"/>
              </a:solidFill>
              <a:ln w="2646" cap="flat">
                <a:noFill/>
              </a:ln>
            </p:spPr>
          </p:sp>
          <p:sp>
            <p:nvSpPr>
              <p:cNvPr id="2081" name="ICON_C_WINDOWS_GRAPHIC_path_053"/>
              <p:cNvSpPr/>
              <p:nvPr/>
            </p:nvSpPr>
            <p:spPr>
              <a:xfrm>
                <a:off x="5391870" y="7493000"/>
                <a:ext cx="13568" cy="150812"/>
              </a:xfrm>
              <a:custGeom>
                <a:avLst/>
                <a:gdLst/>
                <a:ahLst/>
                <a:cxnLst/>
                <a:rect l="0" t="0" r="r" b="b"/>
                <a:pathLst>
                  <a:path w="1068" h="11875" fill="norm" stroke="0">
                    <a:moveTo>
                      <a:pt x="27" y="0"/>
                    </a:moveTo>
                    <a:cubicBezTo>
                      <a:pt x="370" y="0"/>
                      <a:pt x="714" y="0"/>
                      <a:pt x="1068" y="0"/>
                    </a:cubicBezTo>
                    <a:cubicBezTo>
                      <a:pt x="1068" y="3712"/>
                      <a:pt x="1068" y="7425"/>
                      <a:pt x="1068" y="11250"/>
                    </a:cubicBezTo>
                    <a:cubicBezTo>
                      <a:pt x="862" y="11250"/>
                      <a:pt x="656" y="11250"/>
                      <a:pt x="443" y="11250"/>
                    </a:cubicBezTo>
                    <a:cubicBezTo>
                      <a:pt x="342" y="11380"/>
                      <a:pt x="324" y="11412"/>
                      <a:pt x="300" y="11562"/>
                    </a:cubicBezTo>
                    <a:cubicBezTo>
                      <a:pt x="293" y="11592"/>
                      <a:pt x="286" y="11622"/>
                      <a:pt x="279" y="11653"/>
                    </a:cubicBezTo>
                    <a:cubicBezTo>
                      <a:pt x="261" y="11726"/>
                      <a:pt x="248" y="11801"/>
                      <a:pt x="235" y="11875"/>
                    </a:cubicBezTo>
                    <a:cubicBezTo>
                      <a:pt x="110" y="11784"/>
                      <a:pt x="39" y="11725"/>
                      <a:pt x="7" y="11571"/>
                    </a:cubicBezTo>
                    <a:cubicBezTo>
                      <a:pt x="0" y="11446"/>
                      <a:pt x="0" y="11323"/>
                      <a:pt x="2" y="11199"/>
                    </a:cubicBezTo>
                    <a:cubicBezTo>
                      <a:pt x="1" y="11151"/>
                      <a:pt x="1" y="11103"/>
                      <a:pt x="1" y="11054"/>
                    </a:cubicBezTo>
                    <a:cubicBezTo>
                      <a:pt x="1" y="10921"/>
                      <a:pt x="1" y="10789"/>
                      <a:pt x="2" y="10656"/>
                    </a:cubicBezTo>
                    <a:cubicBezTo>
                      <a:pt x="3" y="10513"/>
                      <a:pt x="3" y="10370"/>
                      <a:pt x="3" y="10227"/>
                    </a:cubicBezTo>
                    <a:cubicBezTo>
                      <a:pt x="3" y="9979"/>
                      <a:pt x="4" y="9732"/>
                      <a:pt x="5" y="9484"/>
                    </a:cubicBezTo>
                    <a:cubicBezTo>
                      <a:pt x="6" y="9126"/>
                      <a:pt x="7" y="8768"/>
                      <a:pt x="7" y="8410"/>
                    </a:cubicBezTo>
                    <a:cubicBezTo>
                      <a:pt x="7" y="7829"/>
                      <a:pt x="9" y="7247"/>
                      <a:pt x="11" y="6666"/>
                    </a:cubicBezTo>
                    <a:cubicBezTo>
                      <a:pt x="13" y="6102"/>
                      <a:pt x="14" y="5538"/>
                      <a:pt x="15" y="4973"/>
                    </a:cubicBezTo>
                    <a:cubicBezTo>
                      <a:pt x="15" y="4938"/>
                      <a:pt x="15" y="4904"/>
                      <a:pt x="15" y="4868"/>
                    </a:cubicBezTo>
                    <a:cubicBezTo>
                      <a:pt x="16" y="4693"/>
                      <a:pt x="16" y="4519"/>
                      <a:pt x="16" y="4344"/>
                    </a:cubicBezTo>
                    <a:cubicBezTo>
                      <a:pt x="18" y="2896"/>
                      <a:pt x="22" y="1448"/>
                      <a:pt x="27" y="0"/>
                    </a:cubicBezTo>
                    <a:close/>
                  </a:path>
                </a:pathLst>
              </a:custGeom>
              <a:solidFill>
                <a:srgbClr val="97B6F6"/>
              </a:solidFill>
              <a:ln w="2646" cap="flat">
                <a:noFill/>
              </a:ln>
            </p:spPr>
          </p:sp>
          <p:sp>
            <p:nvSpPr>
              <p:cNvPr id="2082" name="ICON_C_WINDOWS_GRAPHIC_path_054"/>
              <p:cNvSpPr/>
              <p:nvPr/>
            </p:nvSpPr>
            <p:spPr>
              <a:xfrm>
                <a:off x="6119093" y="7294562"/>
                <a:ext cx="64220" cy="228669"/>
              </a:xfrm>
              <a:custGeom>
                <a:avLst/>
                <a:gdLst/>
                <a:ahLst/>
                <a:cxnLst/>
                <a:rect l="0" t="0" r="r" b="b"/>
                <a:pathLst>
                  <a:path w="5057" h="18005" fill="norm" stroke="0">
                    <a:moveTo>
                      <a:pt x="57" y="0"/>
                    </a:moveTo>
                    <a:cubicBezTo>
                      <a:pt x="125" y="0"/>
                      <a:pt x="194" y="0"/>
                      <a:pt x="265" y="0"/>
                    </a:cubicBezTo>
                    <a:cubicBezTo>
                      <a:pt x="265" y="3506"/>
                      <a:pt x="265" y="7013"/>
                      <a:pt x="265" y="10625"/>
                    </a:cubicBezTo>
                    <a:cubicBezTo>
                      <a:pt x="403" y="10625"/>
                      <a:pt x="540" y="10625"/>
                      <a:pt x="682" y="10625"/>
                    </a:cubicBezTo>
                    <a:cubicBezTo>
                      <a:pt x="691" y="10681"/>
                      <a:pt x="700" y="10736"/>
                      <a:pt x="710" y="10794"/>
                    </a:cubicBezTo>
                    <a:cubicBezTo>
                      <a:pt x="746" y="11001"/>
                      <a:pt x="785" y="11208"/>
                      <a:pt x="825" y="11415"/>
                    </a:cubicBezTo>
                    <a:cubicBezTo>
                      <a:pt x="842" y="11504"/>
                      <a:pt x="858" y="11594"/>
                      <a:pt x="873" y="11683"/>
                    </a:cubicBezTo>
                    <a:cubicBezTo>
                      <a:pt x="996" y="12418"/>
                      <a:pt x="996" y="12418"/>
                      <a:pt x="1164" y="12553"/>
                    </a:cubicBezTo>
                    <a:cubicBezTo>
                      <a:pt x="1268" y="12601"/>
                      <a:pt x="1370" y="12625"/>
                      <a:pt x="1483" y="12646"/>
                    </a:cubicBezTo>
                    <a:cubicBezTo>
                      <a:pt x="1802" y="12707"/>
                      <a:pt x="1927" y="12912"/>
                      <a:pt x="2104" y="13169"/>
                    </a:cubicBezTo>
                    <a:cubicBezTo>
                      <a:pt x="2120" y="13193"/>
                      <a:pt x="2136" y="13217"/>
                      <a:pt x="2153" y="13242"/>
                    </a:cubicBezTo>
                    <a:cubicBezTo>
                      <a:pt x="2476" y="13716"/>
                      <a:pt x="2476" y="13716"/>
                      <a:pt x="2667" y="13796"/>
                    </a:cubicBezTo>
                    <a:cubicBezTo>
                      <a:pt x="2792" y="13809"/>
                      <a:pt x="2861" y="13807"/>
                      <a:pt x="2973" y="13750"/>
                    </a:cubicBezTo>
                    <a:cubicBezTo>
                      <a:pt x="3025" y="13656"/>
                      <a:pt x="3025" y="13656"/>
                      <a:pt x="3066" y="13543"/>
                    </a:cubicBezTo>
                    <a:cubicBezTo>
                      <a:pt x="3113" y="13427"/>
                      <a:pt x="3113" y="13427"/>
                      <a:pt x="3182" y="13333"/>
                    </a:cubicBezTo>
                    <a:cubicBezTo>
                      <a:pt x="3355" y="13290"/>
                      <a:pt x="3520" y="13300"/>
                      <a:pt x="3696" y="13314"/>
                    </a:cubicBezTo>
                    <a:cubicBezTo>
                      <a:pt x="3837" y="13325"/>
                      <a:pt x="3978" y="13329"/>
                      <a:pt x="4119" y="13332"/>
                    </a:cubicBezTo>
                    <a:cubicBezTo>
                      <a:pt x="4146" y="13333"/>
                      <a:pt x="4174" y="13334"/>
                      <a:pt x="4202" y="13335"/>
                    </a:cubicBezTo>
                    <a:cubicBezTo>
                      <a:pt x="4523" y="13341"/>
                      <a:pt x="4768" y="13256"/>
                      <a:pt x="5057" y="13125"/>
                    </a:cubicBezTo>
                    <a:cubicBezTo>
                      <a:pt x="5034" y="13295"/>
                      <a:pt x="5006" y="13464"/>
                      <a:pt x="4979" y="13633"/>
                    </a:cubicBezTo>
                    <a:cubicBezTo>
                      <a:pt x="4972" y="13681"/>
                      <a:pt x="4966" y="13729"/>
                      <a:pt x="4959" y="13778"/>
                    </a:cubicBezTo>
                    <a:cubicBezTo>
                      <a:pt x="4898" y="14127"/>
                      <a:pt x="4898" y="14127"/>
                      <a:pt x="4747" y="14246"/>
                    </a:cubicBezTo>
                    <a:cubicBezTo>
                      <a:pt x="4643" y="14299"/>
                      <a:pt x="4543" y="14341"/>
                      <a:pt x="4432" y="14375"/>
                    </a:cubicBezTo>
                    <a:cubicBezTo>
                      <a:pt x="4432" y="14237"/>
                      <a:pt x="4432" y="14100"/>
                      <a:pt x="4432" y="13958"/>
                    </a:cubicBezTo>
                    <a:cubicBezTo>
                      <a:pt x="4225" y="13958"/>
                      <a:pt x="4019" y="13958"/>
                      <a:pt x="3807" y="13958"/>
                    </a:cubicBezTo>
                    <a:cubicBezTo>
                      <a:pt x="3796" y="14002"/>
                      <a:pt x="3786" y="14045"/>
                      <a:pt x="3776" y="14089"/>
                    </a:cubicBezTo>
                    <a:cubicBezTo>
                      <a:pt x="3752" y="14190"/>
                      <a:pt x="3727" y="14291"/>
                      <a:pt x="3700" y="14391"/>
                    </a:cubicBezTo>
                    <a:cubicBezTo>
                      <a:pt x="3640" y="14615"/>
                      <a:pt x="3589" y="14839"/>
                      <a:pt x="3547" y="15066"/>
                    </a:cubicBezTo>
                    <a:cubicBezTo>
                      <a:pt x="3349" y="16116"/>
                      <a:pt x="3349" y="16116"/>
                      <a:pt x="3074" y="16336"/>
                    </a:cubicBezTo>
                    <a:cubicBezTo>
                      <a:pt x="2705" y="16500"/>
                      <a:pt x="2291" y="16493"/>
                      <a:pt x="1901" y="16415"/>
                    </a:cubicBezTo>
                    <a:cubicBezTo>
                      <a:pt x="1544" y="16352"/>
                      <a:pt x="1544" y="16352"/>
                      <a:pt x="1389" y="16393"/>
                    </a:cubicBezTo>
                    <a:cubicBezTo>
                      <a:pt x="1135" y="16596"/>
                      <a:pt x="1099" y="17095"/>
                      <a:pt x="1051" y="17398"/>
                    </a:cubicBezTo>
                    <a:cubicBezTo>
                      <a:pt x="979" y="17799"/>
                      <a:pt x="979" y="17799"/>
                      <a:pt x="890" y="17917"/>
                    </a:cubicBezTo>
                    <a:cubicBezTo>
                      <a:pt x="693" y="18005"/>
                      <a:pt x="469" y="17957"/>
                      <a:pt x="265" y="17917"/>
                    </a:cubicBezTo>
                    <a:cubicBezTo>
                      <a:pt x="340" y="17690"/>
                      <a:pt x="418" y="17464"/>
                      <a:pt x="498" y="17239"/>
                    </a:cubicBezTo>
                    <a:cubicBezTo>
                      <a:pt x="524" y="17163"/>
                      <a:pt x="550" y="17086"/>
                      <a:pt x="576" y="17009"/>
                    </a:cubicBezTo>
                    <a:cubicBezTo>
                      <a:pt x="753" y="16474"/>
                      <a:pt x="989" y="15904"/>
                      <a:pt x="1515" y="15625"/>
                    </a:cubicBezTo>
                    <a:cubicBezTo>
                      <a:pt x="1744" y="15566"/>
                      <a:pt x="1957" y="15628"/>
                      <a:pt x="2179" y="15690"/>
                    </a:cubicBezTo>
                    <a:cubicBezTo>
                      <a:pt x="2236" y="15703"/>
                      <a:pt x="2294" y="15716"/>
                      <a:pt x="2351" y="15729"/>
                    </a:cubicBezTo>
                    <a:cubicBezTo>
                      <a:pt x="2490" y="15760"/>
                      <a:pt x="2628" y="15795"/>
                      <a:pt x="2765" y="15833"/>
                    </a:cubicBezTo>
                    <a:cubicBezTo>
                      <a:pt x="2765" y="15696"/>
                      <a:pt x="2765" y="15558"/>
                      <a:pt x="2765" y="15417"/>
                    </a:cubicBezTo>
                    <a:cubicBezTo>
                      <a:pt x="2490" y="15417"/>
                      <a:pt x="2215" y="15417"/>
                      <a:pt x="1932" y="15417"/>
                    </a:cubicBezTo>
                    <a:cubicBezTo>
                      <a:pt x="1931" y="15331"/>
                      <a:pt x="1931" y="15246"/>
                      <a:pt x="1930" y="15158"/>
                    </a:cubicBezTo>
                    <a:cubicBezTo>
                      <a:pt x="1900" y="14434"/>
                      <a:pt x="1900" y="14434"/>
                      <a:pt x="1723" y="14167"/>
                    </a:cubicBezTo>
                    <a:cubicBezTo>
                      <a:pt x="1512" y="13981"/>
                      <a:pt x="1212" y="13925"/>
                      <a:pt x="944" y="13871"/>
                    </a:cubicBezTo>
                    <a:cubicBezTo>
                      <a:pt x="930" y="13869"/>
                      <a:pt x="930" y="13869"/>
                      <a:pt x="861" y="13854"/>
                    </a:cubicBezTo>
                    <a:cubicBezTo>
                      <a:pt x="785" y="13839"/>
                      <a:pt x="709" y="13827"/>
                      <a:pt x="632" y="13816"/>
                    </a:cubicBezTo>
                    <a:cubicBezTo>
                      <a:pt x="385" y="13740"/>
                      <a:pt x="204" y="13537"/>
                      <a:pt x="57" y="13333"/>
                    </a:cubicBezTo>
                    <a:cubicBezTo>
                      <a:pt x="0" y="13146"/>
                      <a:pt x="2" y="12971"/>
                      <a:pt x="6" y="12777"/>
                    </a:cubicBezTo>
                    <a:cubicBezTo>
                      <a:pt x="6" y="12722"/>
                      <a:pt x="6" y="12666"/>
                      <a:pt x="5" y="12611"/>
                    </a:cubicBezTo>
                    <a:cubicBezTo>
                      <a:pt x="5" y="12460"/>
                      <a:pt x="6" y="12309"/>
                      <a:pt x="8" y="12158"/>
                    </a:cubicBezTo>
                    <a:cubicBezTo>
                      <a:pt x="10" y="11994"/>
                      <a:pt x="10" y="11831"/>
                      <a:pt x="9" y="11668"/>
                    </a:cubicBezTo>
                    <a:cubicBezTo>
                      <a:pt x="9" y="11385"/>
                      <a:pt x="10" y="11103"/>
                      <a:pt x="13" y="10820"/>
                    </a:cubicBezTo>
                    <a:cubicBezTo>
                      <a:pt x="16" y="10411"/>
                      <a:pt x="17" y="10003"/>
                      <a:pt x="18" y="9594"/>
                    </a:cubicBezTo>
                    <a:cubicBezTo>
                      <a:pt x="19" y="8931"/>
                      <a:pt x="21" y="8268"/>
                      <a:pt x="25" y="7605"/>
                    </a:cubicBezTo>
                    <a:cubicBezTo>
                      <a:pt x="29" y="6961"/>
                      <a:pt x="32" y="6317"/>
                      <a:pt x="34" y="5674"/>
                    </a:cubicBezTo>
                    <a:cubicBezTo>
                      <a:pt x="34" y="5634"/>
                      <a:pt x="34" y="5594"/>
                      <a:pt x="34" y="5553"/>
                    </a:cubicBezTo>
                    <a:cubicBezTo>
                      <a:pt x="35" y="5354"/>
                      <a:pt x="35" y="5155"/>
                      <a:pt x="36" y="4956"/>
                    </a:cubicBezTo>
                    <a:cubicBezTo>
                      <a:pt x="40" y="3304"/>
                      <a:pt x="47" y="1652"/>
                      <a:pt x="57" y="0"/>
                    </a:cubicBezTo>
                    <a:close/>
                  </a:path>
                </a:pathLst>
              </a:custGeom>
              <a:solidFill>
                <a:srgbClr val="EDC9D6"/>
              </a:solidFill>
              <a:ln w="2646" cap="flat">
                <a:noFill/>
              </a:ln>
            </p:spPr>
          </p:sp>
          <p:sp>
            <p:nvSpPr>
              <p:cNvPr id="2083" name="ICON_C_WINDOWS_GRAPHIC_path_055"/>
              <p:cNvSpPr/>
              <p:nvPr/>
            </p:nvSpPr>
            <p:spPr>
              <a:xfrm>
                <a:off x="6376458" y="7289271"/>
                <a:ext cx="229108" cy="158750"/>
              </a:xfrm>
              <a:custGeom>
                <a:avLst/>
                <a:gdLst/>
                <a:ahLst/>
                <a:cxnLst/>
                <a:rect l="0" t="0" r="r" b="b"/>
                <a:pathLst>
                  <a:path w="18040" h="12500" fill="norm" stroke="0">
                    <a:moveTo>
                      <a:pt x="17292" y="0"/>
                    </a:moveTo>
                    <a:cubicBezTo>
                      <a:pt x="17524" y="9"/>
                      <a:pt x="17749" y="32"/>
                      <a:pt x="17917" y="208"/>
                    </a:cubicBezTo>
                    <a:cubicBezTo>
                      <a:pt x="18040" y="537"/>
                      <a:pt x="17997" y="925"/>
                      <a:pt x="17989" y="1272"/>
                    </a:cubicBezTo>
                    <a:cubicBezTo>
                      <a:pt x="17986" y="1422"/>
                      <a:pt x="17988" y="1573"/>
                      <a:pt x="17988" y="1724"/>
                    </a:cubicBezTo>
                    <a:cubicBezTo>
                      <a:pt x="17988" y="1985"/>
                      <a:pt x="17986" y="2246"/>
                      <a:pt x="17983" y="2507"/>
                    </a:cubicBezTo>
                    <a:cubicBezTo>
                      <a:pt x="17978" y="2884"/>
                      <a:pt x="17976" y="3261"/>
                      <a:pt x="17975" y="3639"/>
                    </a:cubicBezTo>
                    <a:cubicBezTo>
                      <a:pt x="17974" y="4251"/>
                      <a:pt x="17970" y="4863"/>
                      <a:pt x="17964" y="5476"/>
                    </a:cubicBezTo>
                    <a:cubicBezTo>
                      <a:pt x="17958" y="6070"/>
                      <a:pt x="17954" y="6665"/>
                      <a:pt x="17951" y="7260"/>
                    </a:cubicBezTo>
                    <a:cubicBezTo>
                      <a:pt x="17951" y="7296"/>
                      <a:pt x="17951" y="7333"/>
                      <a:pt x="17950" y="7371"/>
                    </a:cubicBezTo>
                    <a:cubicBezTo>
                      <a:pt x="17950" y="7555"/>
                      <a:pt x="17949" y="7739"/>
                      <a:pt x="17948" y="7923"/>
                    </a:cubicBezTo>
                    <a:cubicBezTo>
                      <a:pt x="17942" y="9449"/>
                      <a:pt x="17931" y="10974"/>
                      <a:pt x="17917" y="12500"/>
                    </a:cubicBezTo>
                    <a:cubicBezTo>
                      <a:pt x="17848" y="12370"/>
                      <a:pt x="17781" y="12239"/>
                      <a:pt x="17714" y="12108"/>
                    </a:cubicBezTo>
                    <a:cubicBezTo>
                      <a:pt x="17695" y="12072"/>
                      <a:pt x="17675" y="12036"/>
                      <a:pt x="17656" y="11998"/>
                    </a:cubicBezTo>
                    <a:cubicBezTo>
                      <a:pt x="17471" y="11635"/>
                      <a:pt x="17411" y="11286"/>
                      <a:pt x="17370" y="10885"/>
                    </a:cubicBezTo>
                    <a:cubicBezTo>
                      <a:pt x="17362" y="10819"/>
                      <a:pt x="17354" y="10753"/>
                      <a:pt x="17345" y="10686"/>
                    </a:cubicBezTo>
                    <a:cubicBezTo>
                      <a:pt x="17326" y="10527"/>
                      <a:pt x="17308" y="10368"/>
                      <a:pt x="17292" y="10208"/>
                    </a:cubicBezTo>
                    <a:cubicBezTo>
                      <a:pt x="17223" y="10208"/>
                      <a:pt x="17154" y="10208"/>
                      <a:pt x="17083" y="10208"/>
                    </a:cubicBezTo>
                    <a:cubicBezTo>
                      <a:pt x="17083" y="7115"/>
                      <a:pt x="17083" y="4021"/>
                      <a:pt x="17083" y="833"/>
                    </a:cubicBezTo>
                    <a:cubicBezTo>
                      <a:pt x="11446" y="765"/>
                      <a:pt x="5808" y="696"/>
                      <a:pt x="0" y="625"/>
                    </a:cubicBezTo>
                    <a:cubicBezTo>
                      <a:pt x="0" y="556"/>
                      <a:pt x="0" y="487"/>
                      <a:pt x="0" y="417"/>
                    </a:cubicBezTo>
                    <a:cubicBezTo>
                      <a:pt x="5706" y="417"/>
                      <a:pt x="11412" y="417"/>
                      <a:pt x="17292" y="417"/>
                    </a:cubicBezTo>
                    <a:cubicBezTo>
                      <a:pt x="17292" y="279"/>
                      <a:pt x="17292" y="142"/>
                      <a:pt x="17292" y="0"/>
                    </a:cubicBezTo>
                    <a:close/>
                  </a:path>
                </a:pathLst>
              </a:custGeom>
              <a:solidFill>
                <a:srgbClr val="89BEBF"/>
              </a:solidFill>
              <a:ln w="2646" cap="flat">
                <a:noFill/>
              </a:ln>
            </p:spPr>
          </p:sp>
          <p:sp>
            <p:nvSpPr>
              <p:cNvPr id="2084" name="ICON_C_WINDOWS_GRAPHIC_path_056"/>
              <p:cNvSpPr/>
              <p:nvPr/>
            </p:nvSpPr>
            <p:spPr>
              <a:xfrm>
                <a:off x="5675313" y="7418555"/>
                <a:ext cx="89958" cy="100904"/>
              </a:xfrm>
              <a:custGeom>
                <a:avLst/>
                <a:gdLst/>
                <a:ahLst/>
                <a:cxnLst/>
                <a:rect l="0" t="0" r="r" b="b"/>
                <a:pathLst>
                  <a:path w="7083" h="7945" fill="norm" stroke="0">
                    <a:moveTo>
                      <a:pt x="3991" y="1"/>
                    </a:moveTo>
                    <a:cubicBezTo>
                      <a:pt x="4036" y="1"/>
                      <a:pt x="4082" y="0"/>
                      <a:pt x="4128" y="0"/>
                    </a:cubicBezTo>
                    <a:cubicBezTo>
                      <a:pt x="4152" y="0"/>
                      <a:pt x="4152" y="0"/>
                      <a:pt x="4271" y="3"/>
                    </a:cubicBezTo>
                    <a:cubicBezTo>
                      <a:pt x="4318" y="2"/>
                      <a:pt x="4365" y="1"/>
                      <a:pt x="4413" y="0"/>
                    </a:cubicBezTo>
                    <a:cubicBezTo>
                      <a:pt x="4459" y="0"/>
                      <a:pt x="4504" y="1"/>
                      <a:pt x="4551" y="1"/>
                    </a:cubicBezTo>
                    <a:cubicBezTo>
                      <a:pt x="4592" y="1"/>
                      <a:pt x="4633" y="1"/>
                      <a:pt x="4676" y="1"/>
                    </a:cubicBezTo>
                    <a:cubicBezTo>
                      <a:pt x="4797" y="30"/>
                      <a:pt x="4877" y="65"/>
                      <a:pt x="4961" y="159"/>
                    </a:cubicBezTo>
                    <a:cubicBezTo>
                      <a:pt x="5053" y="341"/>
                      <a:pt x="5025" y="560"/>
                      <a:pt x="5020" y="759"/>
                    </a:cubicBezTo>
                    <a:cubicBezTo>
                      <a:pt x="5020" y="809"/>
                      <a:pt x="5020" y="860"/>
                      <a:pt x="5019" y="912"/>
                    </a:cubicBezTo>
                    <a:cubicBezTo>
                      <a:pt x="5019" y="1046"/>
                      <a:pt x="5017" y="1180"/>
                      <a:pt x="5014" y="1314"/>
                    </a:cubicBezTo>
                    <a:cubicBezTo>
                      <a:pt x="5012" y="1450"/>
                      <a:pt x="5011" y="1587"/>
                      <a:pt x="5010" y="1724"/>
                    </a:cubicBezTo>
                    <a:cubicBezTo>
                      <a:pt x="5008" y="1992"/>
                      <a:pt x="5004" y="2260"/>
                      <a:pt x="5000" y="2529"/>
                    </a:cubicBezTo>
                    <a:cubicBezTo>
                      <a:pt x="5413" y="2529"/>
                      <a:pt x="5825" y="2529"/>
                      <a:pt x="6250" y="2529"/>
                    </a:cubicBezTo>
                    <a:cubicBezTo>
                      <a:pt x="6250" y="2666"/>
                      <a:pt x="6250" y="2804"/>
                      <a:pt x="6250" y="2945"/>
                    </a:cubicBezTo>
                    <a:cubicBezTo>
                      <a:pt x="5700" y="2945"/>
                      <a:pt x="5150" y="2945"/>
                      <a:pt x="4583" y="2945"/>
                    </a:cubicBezTo>
                    <a:cubicBezTo>
                      <a:pt x="4583" y="2120"/>
                      <a:pt x="4583" y="1295"/>
                      <a:pt x="4583" y="445"/>
                    </a:cubicBezTo>
                    <a:cubicBezTo>
                      <a:pt x="4377" y="445"/>
                      <a:pt x="4171" y="445"/>
                      <a:pt x="3958" y="445"/>
                    </a:cubicBezTo>
                    <a:cubicBezTo>
                      <a:pt x="3958" y="1958"/>
                      <a:pt x="3958" y="3470"/>
                      <a:pt x="3958" y="5029"/>
                    </a:cubicBezTo>
                    <a:cubicBezTo>
                      <a:pt x="4165" y="5029"/>
                      <a:pt x="4371" y="5029"/>
                      <a:pt x="4583" y="5029"/>
                    </a:cubicBezTo>
                    <a:cubicBezTo>
                      <a:pt x="4652" y="4685"/>
                      <a:pt x="4721" y="4341"/>
                      <a:pt x="4792" y="3987"/>
                    </a:cubicBezTo>
                    <a:cubicBezTo>
                      <a:pt x="4873" y="3993"/>
                      <a:pt x="4873" y="3993"/>
                      <a:pt x="5286" y="4026"/>
                    </a:cubicBezTo>
                    <a:cubicBezTo>
                      <a:pt x="5337" y="4027"/>
                      <a:pt x="5387" y="4029"/>
                      <a:pt x="5440" y="4030"/>
                    </a:cubicBezTo>
                    <a:cubicBezTo>
                      <a:pt x="5599" y="4053"/>
                      <a:pt x="5715" y="4087"/>
                      <a:pt x="5833" y="4195"/>
                    </a:cubicBezTo>
                    <a:cubicBezTo>
                      <a:pt x="6318" y="4866"/>
                      <a:pt x="6305" y="5681"/>
                      <a:pt x="6279" y="6467"/>
                    </a:cubicBezTo>
                    <a:cubicBezTo>
                      <a:pt x="6274" y="6611"/>
                      <a:pt x="6272" y="6755"/>
                      <a:pt x="6270" y="6899"/>
                    </a:cubicBezTo>
                    <a:cubicBezTo>
                      <a:pt x="6266" y="7178"/>
                      <a:pt x="6259" y="7458"/>
                      <a:pt x="6250" y="7737"/>
                    </a:cubicBezTo>
                    <a:cubicBezTo>
                      <a:pt x="6387" y="7703"/>
                      <a:pt x="6387" y="7703"/>
                      <a:pt x="7083" y="7529"/>
                    </a:cubicBezTo>
                    <a:cubicBezTo>
                      <a:pt x="7083" y="7666"/>
                      <a:pt x="7083" y="7804"/>
                      <a:pt x="7083" y="7945"/>
                    </a:cubicBezTo>
                    <a:cubicBezTo>
                      <a:pt x="6671" y="7945"/>
                      <a:pt x="6258" y="7945"/>
                      <a:pt x="5833" y="7945"/>
                    </a:cubicBezTo>
                    <a:cubicBezTo>
                      <a:pt x="5823" y="7845"/>
                      <a:pt x="5812" y="7745"/>
                      <a:pt x="5802" y="7643"/>
                    </a:cubicBezTo>
                    <a:cubicBezTo>
                      <a:pt x="5767" y="7312"/>
                      <a:pt x="5730" y="6982"/>
                      <a:pt x="5692" y="6652"/>
                    </a:cubicBezTo>
                    <a:cubicBezTo>
                      <a:pt x="5669" y="6452"/>
                      <a:pt x="5647" y="6252"/>
                      <a:pt x="5626" y="6052"/>
                    </a:cubicBezTo>
                    <a:cubicBezTo>
                      <a:pt x="5606" y="5858"/>
                      <a:pt x="5584" y="5665"/>
                      <a:pt x="5561" y="5472"/>
                    </a:cubicBezTo>
                    <a:cubicBezTo>
                      <a:pt x="5553" y="5399"/>
                      <a:pt x="5545" y="5325"/>
                      <a:pt x="5538" y="5251"/>
                    </a:cubicBezTo>
                    <a:cubicBezTo>
                      <a:pt x="5528" y="5148"/>
                      <a:pt x="5515" y="5045"/>
                      <a:pt x="5502" y="4941"/>
                    </a:cubicBezTo>
                    <a:cubicBezTo>
                      <a:pt x="5500" y="4911"/>
                      <a:pt x="5497" y="4881"/>
                      <a:pt x="5495" y="4849"/>
                    </a:cubicBezTo>
                    <a:cubicBezTo>
                      <a:pt x="5483" y="4763"/>
                      <a:pt x="5483" y="4763"/>
                      <a:pt x="5417" y="4612"/>
                    </a:cubicBezTo>
                    <a:cubicBezTo>
                      <a:pt x="5279" y="4543"/>
                      <a:pt x="5142" y="4474"/>
                      <a:pt x="5000" y="4404"/>
                    </a:cubicBezTo>
                    <a:cubicBezTo>
                      <a:pt x="4931" y="4747"/>
                      <a:pt x="4863" y="5091"/>
                      <a:pt x="4792" y="5445"/>
                    </a:cubicBezTo>
                    <a:cubicBezTo>
                      <a:pt x="4448" y="5376"/>
                      <a:pt x="4104" y="5308"/>
                      <a:pt x="3750" y="5237"/>
                    </a:cubicBezTo>
                    <a:cubicBezTo>
                      <a:pt x="3750" y="4824"/>
                      <a:pt x="3750" y="4412"/>
                      <a:pt x="3750" y="3987"/>
                    </a:cubicBezTo>
                    <a:cubicBezTo>
                      <a:pt x="3333" y="4195"/>
                      <a:pt x="3333" y="4195"/>
                      <a:pt x="3267" y="4334"/>
                    </a:cubicBezTo>
                    <a:cubicBezTo>
                      <a:pt x="3254" y="4409"/>
                      <a:pt x="3254" y="4409"/>
                      <a:pt x="3247" y="4489"/>
                    </a:cubicBezTo>
                    <a:cubicBezTo>
                      <a:pt x="3243" y="4516"/>
                      <a:pt x="3239" y="4544"/>
                      <a:pt x="3235" y="4572"/>
                    </a:cubicBezTo>
                    <a:cubicBezTo>
                      <a:pt x="3223" y="4659"/>
                      <a:pt x="3213" y="4746"/>
                      <a:pt x="3203" y="4833"/>
                    </a:cubicBezTo>
                    <a:cubicBezTo>
                      <a:pt x="3195" y="4893"/>
                      <a:pt x="3187" y="4952"/>
                      <a:pt x="3179" y="5011"/>
                    </a:cubicBezTo>
                    <a:cubicBezTo>
                      <a:pt x="3158" y="5156"/>
                      <a:pt x="3142" y="5300"/>
                      <a:pt x="3125" y="5445"/>
                    </a:cubicBezTo>
                    <a:cubicBezTo>
                      <a:pt x="2781" y="5445"/>
                      <a:pt x="2438" y="5445"/>
                      <a:pt x="2083" y="5445"/>
                    </a:cubicBezTo>
                    <a:cubicBezTo>
                      <a:pt x="2083" y="5239"/>
                      <a:pt x="2083" y="5033"/>
                      <a:pt x="2083" y="4820"/>
                    </a:cubicBezTo>
                    <a:cubicBezTo>
                      <a:pt x="2020" y="4865"/>
                      <a:pt x="1957" y="4910"/>
                      <a:pt x="1892" y="4957"/>
                    </a:cubicBezTo>
                    <a:cubicBezTo>
                      <a:pt x="1253" y="5390"/>
                      <a:pt x="791" y="5536"/>
                      <a:pt x="0" y="5445"/>
                    </a:cubicBezTo>
                    <a:cubicBezTo>
                      <a:pt x="69" y="5308"/>
                      <a:pt x="137" y="5170"/>
                      <a:pt x="208" y="5029"/>
                    </a:cubicBezTo>
                    <a:cubicBezTo>
                      <a:pt x="415" y="5097"/>
                      <a:pt x="621" y="5166"/>
                      <a:pt x="833" y="5237"/>
                    </a:cubicBezTo>
                    <a:cubicBezTo>
                      <a:pt x="816" y="5151"/>
                      <a:pt x="799" y="5066"/>
                      <a:pt x="782" y="4978"/>
                    </a:cubicBezTo>
                    <a:cubicBezTo>
                      <a:pt x="670" y="4250"/>
                      <a:pt x="670" y="4250"/>
                      <a:pt x="833" y="3987"/>
                    </a:cubicBezTo>
                    <a:cubicBezTo>
                      <a:pt x="1201" y="3678"/>
                      <a:pt x="1837" y="3638"/>
                      <a:pt x="2292" y="3570"/>
                    </a:cubicBezTo>
                    <a:cubicBezTo>
                      <a:pt x="2360" y="3776"/>
                      <a:pt x="2429" y="3983"/>
                      <a:pt x="2500" y="4195"/>
                    </a:cubicBezTo>
                    <a:cubicBezTo>
                      <a:pt x="2667" y="4136"/>
                      <a:pt x="2780" y="4095"/>
                      <a:pt x="2917" y="3987"/>
                    </a:cubicBezTo>
                    <a:cubicBezTo>
                      <a:pt x="2998" y="3814"/>
                      <a:pt x="3022" y="3641"/>
                      <a:pt x="3047" y="3453"/>
                    </a:cubicBezTo>
                    <a:cubicBezTo>
                      <a:pt x="3055" y="3404"/>
                      <a:pt x="3063" y="3355"/>
                      <a:pt x="3071" y="3305"/>
                    </a:cubicBezTo>
                    <a:cubicBezTo>
                      <a:pt x="3091" y="3185"/>
                      <a:pt x="3109" y="3066"/>
                      <a:pt x="3125" y="2945"/>
                    </a:cubicBezTo>
                    <a:cubicBezTo>
                      <a:pt x="3082" y="2937"/>
                      <a:pt x="3040" y="2930"/>
                      <a:pt x="2996" y="2922"/>
                    </a:cubicBezTo>
                    <a:cubicBezTo>
                      <a:pt x="2645" y="2842"/>
                      <a:pt x="2645" y="2842"/>
                      <a:pt x="2500" y="2737"/>
                    </a:cubicBezTo>
                    <a:cubicBezTo>
                      <a:pt x="2460" y="2629"/>
                      <a:pt x="2439" y="2548"/>
                      <a:pt x="2422" y="2437"/>
                    </a:cubicBezTo>
                    <a:cubicBezTo>
                      <a:pt x="2401" y="2309"/>
                      <a:pt x="2375" y="2213"/>
                      <a:pt x="2292" y="2112"/>
                    </a:cubicBezTo>
                    <a:cubicBezTo>
                      <a:pt x="2120" y="2034"/>
                      <a:pt x="1939" y="1992"/>
                      <a:pt x="1758" y="1943"/>
                    </a:cubicBezTo>
                    <a:cubicBezTo>
                      <a:pt x="1563" y="1886"/>
                      <a:pt x="1401" y="1833"/>
                      <a:pt x="1250" y="1695"/>
                    </a:cubicBezTo>
                    <a:cubicBezTo>
                      <a:pt x="1113" y="1301"/>
                      <a:pt x="1188" y="849"/>
                      <a:pt x="1250" y="445"/>
                    </a:cubicBezTo>
                    <a:cubicBezTo>
                      <a:pt x="1272" y="475"/>
                      <a:pt x="1294" y="504"/>
                      <a:pt x="1316" y="534"/>
                    </a:cubicBezTo>
                    <a:cubicBezTo>
                      <a:pt x="1419" y="670"/>
                      <a:pt x="1523" y="805"/>
                      <a:pt x="1627" y="940"/>
                    </a:cubicBezTo>
                    <a:cubicBezTo>
                      <a:pt x="1637" y="952"/>
                      <a:pt x="1637" y="952"/>
                      <a:pt x="1685" y="1013"/>
                    </a:cubicBezTo>
                    <a:cubicBezTo>
                      <a:pt x="1932" y="1329"/>
                      <a:pt x="2157" y="1571"/>
                      <a:pt x="2514" y="1764"/>
                    </a:cubicBezTo>
                    <a:cubicBezTo>
                      <a:pt x="2652" y="1845"/>
                      <a:pt x="2723" y="1909"/>
                      <a:pt x="2771" y="2059"/>
                    </a:cubicBezTo>
                    <a:cubicBezTo>
                      <a:pt x="2777" y="2084"/>
                      <a:pt x="2783" y="2109"/>
                      <a:pt x="2789" y="2135"/>
                    </a:cubicBezTo>
                    <a:cubicBezTo>
                      <a:pt x="2797" y="2166"/>
                      <a:pt x="2805" y="2197"/>
                      <a:pt x="2812" y="2229"/>
                    </a:cubicBezTo>
                    <a:cubicBezTo>
                      <a:pt x="2817" y="2253"/>
                      <a:pt x="2822" y="2277"/>
                      <a:pt x="2827" y="2302"/>
                    </a:cubicBezTo>
                    <a:cubicBezTo>
                      <a:pt x="2857" y="2420"/>
                      <a:pt x="2878" y="2504"/>
                      <a:pt x="2984" y="2572"/>
                    </a:cubicBezTo>
                    <a:cubicBezTo>
                      <a:pt x="3067" y="2605"/>
                      <a:pt x="3149" y="2629"/>
                      <a:pt x="3236" y="2651"/>
                    </a:cubicBezTo>
                    <a:cubicBezTo>
                      <a:pt x="3250" y="2656"/>
                      <a:pt x="3250" y="2656"/>
                      <a:pt x="3325" y="2678"/>
                    </a:cubicBezTo>
                    <a:cubicBezTo>
                      <a:pt x="3397" y="2698"/>
                      <a:pt x="3469" y="2718"/>
                      <a:pt x="3542" y="2737"/>
                    </a:cubicBezTo>
                    <a:cubicBezTo>
                      <a:pt x="3541" y="2706"/>
                      <a:pt x="3541" y="2675"/>
                      <a:pt x="3540" y="2643"/>
                    </a:cubicBezTo>
                    <a:cubicBezTo>
                      <a:pt x="3536" y="2352"/>
                      <a:pt x="3533" y="2061"/>
                      <a:pt x="3531" y="1770"/>
                    </a:cubicBezTo>
                    <a:cubicBezTo>
                      <a:pt x="3530" y="1620"/>
                      <a:pt x="3528" y="1470"/>
                      <a:pt x="3526" y="1321"/>
                    </a:cubicBezTo>
                    <a:cubicBezTo>
                      <a:pt x="3524" y="1176"/>
                      <a:pt x="3522" y="1032"/>
                      <a:pt x="3522" y="887"/>
                    </a:cubicBezTo>
                    <a:cubicBezTo>
                      <a:pt x="3521" y="832"/>
                      <a:pt x="3521" y="777"/>
                      <a:pt x="3520" y="722"/>
                    </a:cubicBezTo>
                    <a:cubicBezTo>
                      <a:pt x="3510" y="236"/>
                      <a:pt x="3510" y="236"/>
                      <a:pt x="3632" y="99"/>
                    </a:cubicBezTo>
                    <a:cubicBezTo>
                      <a:pt x="3764" y="20"/>
                      <a:pt x="3838" y="2"/>
                      <a:pt x="3991" y="1"/>
                    </a:cubicBezTo>
                    <a:close/>
                  </a:path>
                </a:pathLst>
              </a:custGeom>
              <a:solidFill>
                <a:srgbClr val="CAC9D8"/>
              </a:solidFill>
              <a:ln w="2646" cap="flat">
                <a:noFill/>
              </a:ln>
            </p:spPr>
          </p:sp>
          <p:sp>
            <p:nvSpPr>
              <p:cNvPr id="2085" name="ICON_C_WINDOWS_GRAPHIC_path_057"/>
              <p:cNvSpPr/>
              <p:nvPr/>
            </p:nvSpPr>
            <p:spPr>
              <a:xfrm>
                <a:off x="6368520" y="7286239"/>
                <a:ext cx="227542" cy="10970"/>
              </a:xfrm>
              <a:custGeom>
                <a:avLst/>
                <a:gdLst/>
                <a:ahLst/>
                <a:cxnLst/>
                <a:rect l="0" t="0" r="r" b="b"/>
                <a:pathLst>
                  <a:path w="17917" h="864" fill="norm" stroke="0">
                    <a:moveTo>
                      <a:pt x="511" y="5"/>
                    </a:moveTo>
                    <a:cubicBezTo>
                      <a:pt x="541" y="5"/>
                      <a:pt x="571" y="4"/>
                      <a:pt x="602" y="4"/>
                    </a:cubicBezTo>
                    <a:cubicBezTo>
                      <a:pt x="703" y="4"/>
                      <a:pt x="804" y="4"/>
                      <a:pt x="906" y="5"/>
                    </a:cubicBezTo>
                    <a:cubicBezTo>
                      <a:pt x="979" y="5"/>
                      <a:pt x="1052" y="5"/>
                      <a:pt x="1125" y="5"/>
                    </a:cubicBezTo>
                    <a:cubicBezTo>
                      <a:pt x="1327" y="4"/>
                      <a:pt x="1528" y="5"/>
                      <a:pt x="1730" y="6"/>
                    </a:cubicBezTo>
                    <a:cubicBezTo>
                      <a:pt x="1947" y="7"/>
                      <a:pt x="2164" y="7"/>
                      <a:pt x="2381" y="7"/>
                    </a:cubicBezTo>
                    <a:cubicBezTo>
                      <a:pt x="2757" y="7"/>
                      <a:pt x="3134" y="7"/>
                      <a:pt x="3510" y="8"/>
                    </a:cubicBezTo>
                    <a:cubicBezTo>
                      <a:pt x="4054" y="10"/>
                      <a:pt x="4598" y="11"/>
                      <a:pt x="5142" y="11"/>
                    </a:cubicBezTo>
                    <a:cubicBezTo>
                      <a:pt x="6025" y="11"/>
                      <a:pt x="6907" y="13"/>
                      <a:pt x="7790" y="15"/>
                    </a:cubicBezTo>
                    <a:cubicBezTo>
                      <a:pt x="8647" y="17"/>
                      <a:pt x="9505" y="18"/>
                      <a:pt x="10362" y="19"/>
                    </a:cubicBezTo>
                    <a:cubicBezTo>
                      <a:pt x="10389" y="19"/>
                      <a:pt x="10415" y="19"/>
                      <a:pt x="10442" y="19"/>
                    </a:cubicBezTo>
                    <a:cubicBezTo>
                      <a:pt x="10708" y="19"/>
                      <a:pt x="10973" y="20"/>
                      <a:pt x="11239" y="20"/>
                    </a:cubicBezTo>
                    <a:cubicBezTo>
                      <a:pt x="13465" y="22"/>
                      <a:pt x="15691" y="26"/>
                      <a:pt x="17917" y="30"/>
                    </a:cubicBezTo>
                    <a:cubicBezTo>
                      <a:pt x="17917" y="237"/>
                      <a:pt x="17917" y="443"/>
                      <a:pt x="17917" y="655"/>
                    </a:cubicBezTo>
                    <a:cubicBezTo>
                      <a:pt x="15029" y="690"/>
                      <a:pt x="15029" y="690"/>
                      <a:pt x="417" y="864"/>
                    </a:cubicBezTo>
                    <a:cubicBezTo>
                      <a:pt x="417" y="726"/>
                      <a:pt x="417" y="589"/>
                      <a:pt x="417" y="447"/>
                    </a:cubicBezTo>
                    <a:cubicBezTo>
                      <a:pt x="326" y="361"/>
                      <a:pt x="326" y="361"/>
                      <a:pt x="208" y="317"/>
                    </a:cubicBezTo>
                    <a:cubicBezTo>
                      <a:pt x="170" y="301"/>
                      <a:pt x="131" y="286"/>
                      <a:pt x="91" y="270"/>
                    </a:cubicBezTo>
                    <a:cubicBezTo>
                      <a:pt x="76" y="265"/>
                      <a:pt x="76" y="265"/>
                      <a:pt x="0" y="239"/>
                    </a:cubicBezTo>
                    <a:cubicBezTo>
                      <a:pt x="158" y="50"/>
                      <a:pt x="262" y="0"/>
                      <a:pt x="511" y="5"/>
                    </a:cubicBezTo>
                    <a:close/>
                  </a:path>
                </a:pathLst>
              </a:custGeom>
              <a:solidFill>
                <a:srgbClr val="6AA8A9"/>
              </a:solidFill>
              <a:ln w="2646" cap="flat">
                <a:noFill/>
              </a:ln>
            </p:spPr>
          </p:sp>
          <p:sp>
            <p:nvSpPr>
              <p:cNvPr id="2086" name="ICON_C_WINDOWS_GRAPHIC_path_058"/>
              <p:cNvSpPr/>
              <p:nvPr/>
            </p:nvSpPr>
            <p:spPr>
              <a:xfrm>
                <a:off x="5384270" y="7418673"/>
                <a:ext cx="45281" cy="79618"/>
              </a:xfrm>
              <a:custGeom>
                <a:avLst/>
                <a:gdLst/>
                <a:ahLst/>
                <a:cxnLst/>
                <a:rect l="0" t="0" r="r" b="b"/>
                <a:pathLst>
                  <a:path w="3565" h="6269" fill="norm" stroke="0">
                    <a:moveTo>
                      <a:pt x="1186" y="0"/>
                    </a:moveTo>
                    <a:cubicBezTo>
                      <a:pt x="1379" y="26"/>
                      <a:pt x="1532" y="84"/>
                      <a:pt x="1667" y="227"/>
                    </a:cubicBezTo>
                    <a:cubicBezTo>
                      <a:pt x="1851" y="588"/>
                      <a:pt x="1918" y="1007"/>
                      <a:pt x="1999" y="1401"/>
                    </a:cubicBezTo>
                    <a:cubicBezTo>
                      <a:pt x="2031" y="1551"/>
                      <a:pt x="2066" y="1700"/>
                      <a:pt x="2100" y="1849"/>
                    </a:cubicBezTo>
                    <a:cubicBezTo>
                      <a:pt x="2167" y="2141"/>
                      <a:pt x="2230" y="2434"/>
                      <a:pt x="2292" y="2727"/>
                    </a:cubicBezTo>
                    <a:cubicBezTo>
                      <a:pt x="2315" y="2716"/>
                      <a:pt x="2338" y="2704"/>
                      <a:pt x="2362" y="2692"/>
                    </a:cubicBezTo>
                    <a:cubicBezTo>
                      <a:pt x="2755" y="2496"/>
                      <a:pt x="3148" y="2299"/>
                      <a:pt x="3542" y="2102"/>
                    </a:cubicBezTo>
                    <a:cubicBezTo>
                      <a:pt x="3548" y="2272"/>
                      <a:pt x="3551" y="2441"/>
                      <a:pt x="3555" y="2610"/>
                    </a:cubicBezTo>
                    <a:cubicBezTo>
                      <a:pt x="3556" y="2658"/>
                      <a:pt x="3558" y="2706"/>
                      <a:pt x="3560" y="2756"/>
                    </a:cubicBezTo>
                    <a:cubicBezTo>
                      <a:pt x="3560" y="2779"/>
                      <a:pt x="3560" y="2779"/>
                      <a:pt x="3562" y="2896"/>
                    </a:cubicBezTo>
                    <a:cubicBezTo>
                      <a:pt x="3563" y="2939"/>
                      <a:pt x="3564" y="2981"/>
                      <a:pt x="3565" y="3025"/>
                    </a:cubicBezTo>
                    <a:cubicBezTo>
                      <a:pt x="3542" y="3144"/>
                      <a:pt x="3542" y="3144"/>
                      <a:pt x="3440" y="3229"/>
                    </a:cubicBezTo>
                    <a:cubicBezTo>
                      <a:pt x="3270" y="3382"/>
                      <a:pt x="3291" y="3610"/>
                      <a:pt x="3279" y="3825"/>
                    </a:cubicBezTo>
                    <a:cubicBezTo>
                      <a:pt x="3275" y="3906"/>
                      <a:pt x="3269" y="3988"/>
                      <a:pt x="3263" y="4069"/>
                    </a:cubicBezTo>
                    <a:cubicBezTo>
                      <a:pt x="3251" y="4243"/>
                      <a:pt x="3240" y="4416"/>
                      <a:pt x="3229" y="4590"/>
                    </a:cubicBezTo>
                    <a:cubicBezTo>
                      <a:pt x="3217" y="4790"/>
                      <a:pt x="3204" y="4990"/>
                      <a:pt x="3189" y="5191"/>
                    </a:cubicBezTo>
                    <a:cubicBezTo>
                      <a:pt x="3184" y="5270"/>
                      <a:pt x="3179" y="5350"/>
                      <a:pt x="3175" y="5430"/>
                    </a:cubicBezTo>
                    <a:cubicBezTo>
                      <a:pt x="3156" y="5706"/>
                      <a:pt x="3108" y="5942"/>
                      <a:pt x="3001" y="6198"/>
                    </a:cubicBezTo>
                    <a:cubicBezTo>
                      <a:pt x="2917" y="6269"/>
                      <a:pt x="2917" y="6269"/>
                      <a:pt x="2500" y="6269"/>
                    </a:cubicBezTo>
                    <a:cubicBezTo>
                      <a:pt x="2431" y="5719"/>
                      <a:pt x="2363" y="5169"/>
                      <a:pt x="2292" y="4602"/>
                    </a:cubicBezTo>
                    <a:cubicBezTo>
                      <a:pt x="2085" y="4602"/>
                      <a:pt x="1879" y="4602"/>
                      <a:pt x="1667" y="4602"/>
                    </a:cubicBezTo>
                    <a:cubicBezTo>
                      <a:pt x="1560" y="4714"/>
                      <a:pt x="1545" y="4737"/>
                      <a:pt x="1515" y="4876"/>
                    </a:cubicBezTo>
                    <a:cubicBezTo>
                      <a:pt x="1506" y="4904"/>
                      <a:pt x="1498" y="4931"/>
                      <a:pt x="1489" y="4960"/>
                    </a:cubicBezTo>
                    <a:cubicBezTo>
                      <a:pt x="1463" y="5049"/>
                      <a:pt x="1441" y="5138"/>
                      <a:pt x="1419" y="5227"/>
                    </a:cubicBezTo>
                    <a:cubicBezTo>
                      <a:pt x="1403" y="5288"/>
                      <a:pt x="1385" y="5348"/>
                      <a:pt x="1368" y="5408"/>
                    </a:cubicBezTo>
                    <a:cubicBezTo>
                      <a:pt x="1325" y="5556"/>
                      <a:pt x="1287" y="5704"/>
                      <a:pt x="1250" y="5852"/>
                    </a:cubicBezTo>
                    <a:cubicBezTo>
                      <a:pt x="872" y="5719"/>
                      <a:pt x="872" y="5719"/>
                      <a:pt x="786" y="5552"/>
                    </a:cubicBezTo>
                    <a:cubicBezTo>
                      <a:pt x="761" y="5444"/>
                      <a:pt x="744" y="5338"/>
                      <a:pt x="729" y="5227"/>
                    </a:cubicBezTo>
                    <a:cubicBezTo>
                      <a:pt x="660" y="4844"/>
                      <a:pt x="660" y="4844"/>
                      <a:pt x="520" y="4710"/>
                    </a:cubicBezTo>
                    <a:cubicBezTo>
                      <a:pt x="404" y="4655"/>
                      <a:pt x="404" y="4655"/>
                      <a:pt x="208" y="4602"/>
                    </a:cubicBezTo>
                    <a:cubicBezTo>
                      <a:pt x="140" y="4740"/>
                      <a:pt x="71" y="4878"/>
                      <a:pt x="0" y="5019"/>
                    </a:cubicBezTo>
                    <a:cubicBezTo>
                      <a:pt x="83" y="3888"/>
                      <a:pt x="264" y="2789"/>
                      <a:pt x="500" y="1681"/>
                    </a:cubicBezTo>
                    <a:cubicBezTo>
                      <a:pt x="521" y="1582"/>
                      <a:pt x="542" y="1482"/>
                      <a:pt x="562" y="1383"/>
                    </a:cubicBezTo>
                    <a:cubicBezTo>
                      <a:pt x="595" y="1225"/>
                      <a:pt x="630" y="1067"/>
                      <a:pt x="664" y="909"/>
                    </a:cubicBezTo>
                    <a:cubicBezTo>
                      <a:pt x="677" y="850"/>
                      <a:pt x="690" y="791"/>
                      <a:pt x="702" y="732"/>
                    </a:cubicBezTo>
                    <a:cubicBezTo>
                      <a:pt x="719" y="651"/>
                      <a:pt x="737" y="570"/>
                      <a:pt x="756" y="489"/>
                    </a:cubicBezTo>
                    <a:cubicBezTo>
                      <a:pt x="766" y="444"/>
                      <a:pt x="776" y="398"/>
                      <a:pt x="786" y="351"/>
                    </a:cubicBezTo>
                    <a:cubicBezTo>
                      <a:pt x="864" y="147"/>
                      <a:pt x="968" y="29"/>
                      <a:pt x="1186" y="0"/>
                    </a:cubicBezTo>
                    <a:close/>
                  </a:path>
                </a:pathLst>
              </a:custGeom>
              <a:solidFill>
                <a:srgbClr val="748FCD"/>
              </a:solidFill>
              <a:ln w="2646" cap="flat">
                <a:noFill/>
              </a:ln>
            </p:spPr>
          </p:sp>
          <p:sp>
            <p:nvSpPr>
              <p:cNvPr id="2087" name="ICON_C_WINDOWS_GRAPHIC_path_059"/>
              <p:cNvSpPr/>
              <p:nvPr/>
            </p:nvSpPr>
            <p:spPr>
              <a:xfrm>
                <a:off x="6373812" y="7297208"/>
                <a:ext cx="219604" cy="150812"/>
              </a:xfrm>
              <a:custGeom>
                <a:avLst/>
                <a:gdLst/>
                <a:ahLst/>
                <a:cxnLst/>
                <a:rect l="0" t="0" r="r" b="b"/>
                <a:pathLst>
                  <a:path w="17292" h="11875" fill="norm" stroke="0">
                    <a:moveTo>
                      <a:pt x="0" y="0"/>
                    </a:moveTo>
                    <a:cubicBezTo>
                      <a:pt x="5706" y="0"/>
                      <a:pt x="11413" y="0"/>
                      <a:pt x="17292" y="0"/>
                    </a:cubicBezTo>
                    <a:cubicBezTo>
                      <a:pt x="17292" y="2722"/>
                      <a:pt x="17280" y="5433"/>
                      <a:pt x="17195" y="8152"/>
                    </a:cubicBezTo>
                    <a:cubicBezTo>
                      <a:pt x="17183" y="8533"/>
                      <a:pt x="17172" y="8915"/>
                      <a:pt x="17161" y="9296"/>
                    </a:cubicBezTo>
                    <a:cubicBezTo>
                      <a:pt x="17136" y="10156"/>
                      <a:pt x="17110" y="11015"/>
                      <a:pt x="17083" y="11875"/>
                    </a:cubicBezTo>
                    <a:cubicBezTo>
                      <a:pt x="16946" y="11841"/>
                      <a:pt x="16946" y="11841"/>
                      <a:pt x="16250" y="11667"/>
                    </a:cubicBezTo>
                    <a:cubicBezTo>
                      <a:pt x="16250" y="11460"/>
                      <a:pt x="16250" y="11254"/>
                      <a:pt x="16250" y="11042"/>
                    </a:cubicBezTo>
                    <a:cubicBezTo>
                      <a:pt x="16388" y="11042"/>
                      <a:pt x="16525" y="11042"/>
                      <a:pt x="16667" y="11042"/>
                    </a:cubicBezTo>
                    <a:cubicBezTo>
                      <a:pt x="16666" y="11013"/>
                      <a:pt x="16666" y="10983"/>
                      <a:pt x="16666" y="10953"/>
                    </a:cubicBezTo>
                    <a:cubicBezTo>
                      <a:pt x="16661" y="10216"/>
                      <a:pt x="16658" y="9479"/>
                      <a:pt x="16656" y="8742"/>
                    </a:cubicBezTo>
                    <a:cubicBezTo>
                      <a:pt x="16655" y="8424"/>
                      <a:pt x="16654" y="8106"/>
                      <a:pt x="16652" y="7788"/>
                    </a:cubicBezTo>
                    <a:cubicBezTo>
                      <a:pt x="16634" y="5251"/>
                      <a:pt x="16754" y="2748"/>
                      <a:pt x="16875" y="208"/>
                    </a:cubicBezTo>
                    <a:cubicBezTo>
                      <a:pt x="11375" y="208"/>
                      <a:pt x="5875" y="208"/>
                      <a:pt x="208" y="208"/>
                    </a:cubicBezTo>
                    <a:cubicBezTo>
                      <a:pt x="208" y="3577"/>
                      <a:pt x="208" y="6946"/>
                      <a:pt x="208" y="10417"/>
                    </a:cubicBezTo>
                    <a:cubicBezTo>
                      <a:pt x="140" y="10417"/>
                      <a:pt x="71" y="10417"/>
                      <a:pt x="0" y="10417"/>
                    </a:cubicBezTo>
                    <a:cubicBezTo>
                      <a:pt x="0" y="6979"/>
                      <a:pt x="0" y="3542"/>
                      <a:pt x="0" y="0"/>
                    </a:cubicBezTo>
                    <a:close/>
                  </a:path>
                </a:pathLst>
              </a:custGeom>
              <a:solidFill>
                <a:srgbClr val="B2D9D8"/>
              </a:solidFill>
              <a:ln w="2646" cap="flat">
                <a:noFill/>
              </a:ln>
            </p:spPr>
          </p:sp>
          <p:sp>
            <p:nvSpPr>
              <p:cNvPr id="2088" name="ICON_C_WINDOWS_GRAPHIC_path_060"/>
              <p:cNvSpPr/>
              <p:nvPr/>
            </p:nvSpPr>
            <p:spPr>
              <a:xfrm>
                <a:off x="6187572" y="7437438"/>
                <a:ext cx="65728" cy="97896"/>
              </a:xfrm>
              <a:custGeom>
                <a:avLst/>
                <a:gdLst/>
                <a:ahLst/>
                <a:cxnLst/>
                <a:rect l="0" t="0" r="r" b="b"/>
                <a:pathLst>
                  <a:path w="5175" h="7708" fill="norm" stroke="0">
                    <a:moveTo>
                      <a:pt x="3415" y="0"/>
                    </a:moveTo>
                    <a:cubicBezTo>
                      <a:pt x="3621" y="0"/>
                      <a:pt x="3827" y="0"/>
                      <a:pt x="4040" y="0"/>
                    </a:cubicBezTo>
                    <a:cubicBezTo>
                      <a:pt x="4040" y="413"/>
                      <a:pt x="4040" y="825"/>
                      <a:pt x="4040" y="1250"/>
                    </a:cubicBezTo>
                    <a:cubicBezTo>
                      <a:pt x="4177" y="1250"/>
                      <a:pt x="4315" y="1250"/>
                      <a:pt x="4456" y="1250"/>
                    </a:cubicBezTo>
                    <a:cubicBezTo>
                      <a:pt x="4612" y="1363"/>
                      <a:pt x="4699" y="1528"/>
                      <a:pt x="4795" y="1693"/>
                    </a:cubicBezTo>
                    <a:cubicBezTo>
                      <a:pt x="4809" y="1715"/>
                      <a:pt x="4822" y="1738"/>
                      <a:pt x="4836" y="1761"/>
                    </a:cubicBezTo>
                    <a:cubicBezTo>
                      <a:pt x="5175" y="2331"/>
                      <a:pt x="5141" y="2900"/>
                      <a:pt x="5081" y="3542"/>
                    </a:cubicBezTo>
                    <a:cubicBezTo>
                      <a:pt x="4806" y="3542"/>
                      <a:pt x="4531" y="3542"/>
                      <a:pt x="4248" y="3542"/>
                    </a:cubicBezTo>
                    <a:cubicBezTo>
                      <a:pt x="4248" y="3198"/>
                      <a:pt x="4248" y="2854"/>
                      <a:pt x="4248" y="2500"/>
                    </a:cubicBezTo>
                    <a:cubicBezTo>
                      <a:pt x="3767" y="2569"/>
                      <a:pt x="3285" y="2638"/>
                      <a:pt x="2790" y="2708"/>
                    </a:cubicBezTo>
                    <a:cubicBezTo>
                      <a:pt x="2790" y="4358"/>
                      <a:pt x="2790" y="6008"/>
                      <a:pt x="2790" y="7708"/>
                    </a:cubicBezTo>
                    <a:cubicBezTo>
                      <a:pt x="2652" y="7708"/>
                      <a:pt x="2515" y="7708"/>
                      <a:pt x="2373" y="7708"/>
                    </a:cubicBezTo>
                    <a:cubicBezTo>
                      <a:pt x="2304" y="6265"/>
                      <a:pt x="2235" y="4821"/>
                      <a:pt x="2165" y="3333"/>
                    </a:cubicBezTo>
                    <a:cubicBezTo>
                      <a:pt x="1958" y="3333"/>
                      <a:pt x="1752" y="3333"/>
                      <a:pt x="1540" y="3333"/>
                    </a:cubicBezTo>
                    <a:cubicBezTo>
                      <a:pt x="1471" y="3608"/>
                      <a:pt x="1402" y="3883"/>
                      <a:pt x="1331" y="4167"/>
                    </a:cubicBezTo>
                    <a:cubicBezTo>
                      <a:pt x="910" y="4267"/>
                      <a:pt x="910" y="4267"/>
                      <a:pt x="706" y="4167"/>
                    </a:cubicBezTo>
                    <a:cubicBezTo>
                      <a:pt x="308" y="3792"/>
                      <a:pt x="58" y="3228"/>
                      <a:pt x="7" y="2690"/>
                    </a:cubicBezTo>
                    <a:cubicBezTo>
                      <a:pt x="1" y="2480"/>
                      <a:pt x="0" y="2280"/>
                      <a:pt x="81" y="2083"/>
                    </a:cubicBezTo>
                    <a:cubicBezTo>
                      <a:pt x="215" y="1997"/>
                      <a:pt x="300" y="1975"/>
                      <a:pt x="454" y="1955"/>
                    </a:cubicBezTo>
                    <a:cubicBezTo>
                      <a:pt x="600" y="1930"/>
                      <a:pt x="680" y="1911"/>
                      <a:pt x="770" y="1788"/>
                    </a:cubicBezTo>
                    <a:cubicBezTo>
                      <a:pt x="847" y="1638"/>
                      <a:pt x="913" y="1486"/>
                      <a:pt x="970" y="1327"/>
                    </a:cubicBezTo>
                    <a:cubicBezTo>
                      <a:pt x="1013" y="1217"/>
                      <a:pt x="1013" y="1217"/>
                      <a:pt x="1123" y="1042"/>
                    </a:cubicBezTo>
                    <a:cubicBezTo>
                      <a:pt x="1260" y="1042"/>
                      <a:pt x="1398" y="1042"/>
                      <a:pt x="1540" y="1042"/>
                    </a:cubicBezTo>
                    <a:cubicBezTo>
                      <a:pt x="1540" y="1454"/>
                      <a:pt x="1540" y="1867"/>
                      <a:pt x="1540" y="2292"/>
                    </a:cubicBezTo>
                    <a:cubicBezTo>
                      <a:pt x="2334" y="2137"/>
                      <a:pt x="2334" y="2137"/>
                      <a:pt x="2581" y="1875"/>
                    </a:cubicBezTo>
                    <a:cubicBezTo>
                      <a:pt x="2825" y="1503"/>
                      <a:pt x="2972" y="1064"/>
                      <a:pt x="3116" y="646"/>
                    </a:cubicBezTo>
                    <a:cubicBezTo>
                      <a:pt x="3132" y="604"/>
                      <a:pt x="3147" y="562"/>
                      <a:pt x="3163" y="518"/>
                    </a:cubicBezTo>
                    <a:cubicBezTo>
                      <a:pt x="3192" y="438"/>
                      <a:pt x="3219" y="357"/>
                      <a:pt x="3243" y="275"/>
                    </a:cubicBezTo>
                    <a:cubicBezTo>
                      <a:pt x="3284" y="165"/>
                      <a:pt x="3284" y="165"/>
                      <a:pt x="3415" y="0"/>
                    </a:cubicBezTo>
                    <a:close/>
                  </a:path>
                </a:pathLst>
              </a:custGeom>
              <a:solidFill>
                <a:srgbClr val="AAA6C1"/>
              </a:solidFill>
              <a:ln w="2646" cap="flat">
                <a:noFill/>
              </a:ln>
            </p:spPr>
          </p:sp>
          <p:sp>
            <p:nvSpPr>
              <p:cNvPr id="2089" name="ICON_C_WINDOWS_GRAPHIC_path_061"/>
              <p:cNvSpPr/>
              <p:nvPr/>
            </p:nvSpPr>
            <p:spPr>
              <a:xfrm>
                <a:off x="5889625" y="7433231"/>
                <a:ext cx="26845" cy="115332"/>
              </a:xfrm>
              <a:custGeom>
                <a:avLst/>
                <a:gdLst/>
                <a:ahLst/>
                <a:cxnLst/>
                <a:rect l="0" t="0" r="r" b="b"/>
                <a:pathLst>
                  <a:path w="2114" h="9081" fill="norm" stroke="0">
                    <a:moveTo>
                      <a:pt x="1458" y="123"/>
                    </a:moveTo>
                    <a:cubicBezTo>
                      <a:pt x="1534" y="226"/>
                      <a:pt x="1555" y="270"/>
                      <a:pt x="1583" y="389"/>
                    </a:cubicBezTo>
                    <a:cubicBezTo>
                      <a:pt x="1591" y="416"/>
                      <a:pt x="1599" y="444"/>
                      <a:pt x="1607" y="472"/>
                    </a:cubicBezTo>
                    <a:cubicBezTo>
                      <a:pt x="1634" y="559"/>
                      <a:pt x="1657" y="647"/>
                      <a:pt x="1680" y="735"/>
                    </a:cubicBezTo>
                    <a:cubicBezTo>
                      <a:pt x="1704" y="822"/>
                      <a:pt x="1729" y="909"/>
                      <a:pt x="1754" y="996"/>
                    </a:cubicBezTo>
                    <a:cubicBezTo>
                      <a:pt x="1770" y="1050"/>
                      <a:pt x="1785" y="1104"/>
                      <a:pt x="1799" y="1159"/>
                    </a:cubicBezTo>
                    <a:cubicBezTo>
                      <a:pt x="1838" y="1300"/>
                      <a:pt x="1871" y="1370"/>
                      <a:pt x="1981" y="1469"/>
                    </a:cubicBezTo>
                    <a:cubicBezTo>
                      <a:pt x="2106" y="1606"/>
                      <a:pt x="2110" y="1665"/>
                      <a:pt x="2110" y="1847"/>
                    </a:cubicBezTo>
                    <a:cubicBezTo>
                      <a:pt x="2111" y="1873"/>
                      <a:pt x="2111" y="1899"/>
                      <a:pt x="2111" y="1925"/>
                    </a:cubicBezTo>
                    <a:cubicBezTo>
                      <a:pt x="2112" y="2010"/>
                      <a:pt x="2112" y="2095"/>
                      <a:pt x="2111" y="2179"/>
                    </a:cubicBezTo>
                    <a:cubicBezTo>
                      <a:pt x="2111" y="2239"/>
                      <a:pt x="2111" y="2298"/>
                      <a:pt x="2112" y="2358"/>
                    </a:cubicBezTo>
                    <a:cubicBezTo>
                      <a:pt x="2112" y="2482"/>
                      <a:pt x="2111" y="2607"/>
                      <a:pt x="2110" y="2731"/>
                    </a:cubicBezTo>
                    <a:cubicBezTo>
                      <a:pt x="2109" y="2890"/>
                      <a:pt x="2110" y="3048"/>
                      <a:pt x="2111" y="3207"/>
                    </a:cubicBezTo>
                    <a:cubicBezTo>
                      <a:pt x="2112" y="3330"/>
                      <a:pt x="2112" y="3452"/>
                      <a:pt x="2111" y="3575"/>
                    </a:cubicBezTo>
                    <a:cubicBezTo>
                      <a:pt x="2111" y="3634"/>
                      <a:pt x="2111" y="3692"/>
                      <a:pt x="2112" y="3750"/>
                    </a:cubicBezTo>
                    <a:cubicBezTo>
                      <a:pt x="2114" y="4067"/>
                      <a:pt x="2087" y="4343"/>
                      <a:pt x="1960" y="4637"/>
                    </a:cubicBezTo>
                    <a:cubicBezTo>
                      <a:pt x="1875" y="4706"/>
                      <a:pt x="1875" y="4706"/>
                      <a:pt x="1458" y="4706"/>
                    </a:cubicBezTo>
                    <a:cubicBezTo>
                      <a:pt x="1390" y="6150"/>
                      <a:pt x="1321" y="7594"/>
                      <a:pt x="1250" y="9081"/>
                    </a:cubicBezTo>
                    <a:cubicBezTo>
                      <a:pt x="1044" y="9013"/>
                      <a:pt x="837" y="8944"/>
                      <a:pt x="625" y="8873"/>
                    </a:cubicBezTo>
                    <a:cubicBezTo>
                      <a:pt x="555" y="8688"/>
                      <a:pt x="544" y="8616"/>
                      <a:pt x="554" y="8429"/>
                    </a:cubicBezTo>
                    <a:cubicBezTo>
                      <a:pt x="554" y="8384"/>
                      <a:pt x="554" y="8339"/>
                      <a:pt x="554" y="8293"/>
                    </a:cubicBezTo>
                    <a:cubicBezTo>
                      <a:pt x="554" y="8145"/>
                      <a:pt x="559" y="7998"/>
                      <a:pt x="564" y="7850"/>
                    </a:cubicBezTo>
                    <a:cubicBezTo>
                      <a:pt x="565" y="7748"/>
                      <a:pt x="566" y="7645"/>
                      <a:pt x="567" y="7543"/>
                    </a:cubicBezTo>
                    <a:cubicBezTo>
                      <a:pt x="569" y="7300"/>
                      <a:pt x="574" y="7059"/>
                      <a:pt x="580" y="6817"/>
                    </a:cubicBezTo>
                    <a:cubicBezTo>
                      <a:pt x="587" y="6541"/>
                      <a:pt x="590" y="6265"/>
                      <a:pt x="594" y="5990"/>
                    </a:cubicBezTo>
                    <a:cubicBezTo>
                      <a:pt x="600" y="5423"/>
                      <a:pt x="611" y="4856"/>
                      <a:pt x="625" y="4290"/>
                    </a:cubicBezTo>
                    <a:cubicBezTo>
                      <a:pt x="482" y="4271"/>
                      <a:pt x="350" y="4262"/>
                      <a:pt x="208" y="4290"/>
                    </a:cubicBezTo>
                    <a:cubicBezTo>
                      <a:pt x="124" y="4381"/>
                      <a:pt x="104" y="4482"/>
                      <a:pt x="78" y="4602"/>
                    </a:cubicBezTo>
                    <a:cubicBezTo>
                      <a:pt x="70" y="4632"/>
                      <a:pt x="62" y="4662"/>
                      <a:pt x="54" y="4692"/>
                    </a:cubicBezTo>
                    <a:cubicBezTo>
                      <a:pt x="34" y="4766"/>
                      <a:pt x="17" y="4840"/>
                      <a:pt x="0" y="4915"/>
                    </a:cubicBezTo>
                    <a:cubicBezTo>
                      <a:pt x="8" y="4413"/>
                      <a:pt x="20" y="3911"/>
                      <a:pt x="38" y="3409"/>
                    </a:cubicBezTo>
                    <a:cubicBezTo>
                      <a:pt x="46" y="3176"/>
                      <a:pt x="53" y="2944"/>
                      <a:pt x="56" y="2710"/>
                    </a:cubicBezTo>
                    <a:cubicBezTo>
                      <a:pt x="82" y="972"/>
                      <a:pt x="82" y="972"/>
                      <a:pt x="497" y="520"/>
                    </a:cubicBezTo>
                    <a:cubicBezTo>
                      <a:pt x="765" y="263"/>
                      <a:pt x="1062" y="0"/>
                      <a:pt x="1458" y="123"/>
                    </a:cubicBezTo>
                    <a:close/>
                  </a:path>
                </a:pathLst>
              </a:custGeom>
              <a:solidFill>
                <a:srgbClr val="D59BB7"/>
              </a:solidFill>
              <a:ln w="2646" cap="flat">
                <a:noFill/>
              </a:ln>
            </p:spPr>
          </p:sp>
          <p:sp>
            <p:nvSpPr>
              <p:cNvPr id="2090" name="ICON_C_WINDOWS_GRAPHIC_path_062"/>
              <p:cNvSpPr/>
              <p:nvPr/>
            </p:nvSpPr>
            <p:spPr>
              <a:xfrm>
                <a:off x="6035147" y="7402665"/>
                <a:ext cx="51266" cy="87688"/>
              </a:xfrm>
              <a:custGeom>
                <a:avLst/>
                <a:gdLst/>
                <a:ahLst/>
                <a:cxnLst/>
                <a:rect l="0" t="0" r="r" b="b"/>
                <a:pathLst>
                  <a:path w="4037" h="6905" fill="norm" stroke="0">
                    <a:moveTo>
                      <a:pt x="3450" y="17"/>
                    </a:moveTo>
                    <a:cubicBezTo>
                      <a:pt x="3479" y="18"/>
                      <a:pt x="3508" y="19"/>
                      <a:pt x="3538" y="20"/>
                    </a:cubicBezTo>
                    <a:cubicBezTo>
                      <a:pt x="3609" y="22"/>
                      <a:pt x="3679" y="26"/>
                      <a:pt x="3750" y="30"/>
                    </a:cubicBezTo>
                    <a:cubicBezTo>
                      <a:pt x="3792" y="484"/>
                      <a:pt x="3830" y="939"/>
                      <a:pt x="3864" y="1393"/>
                    </a:cubicBezTo>
                    <a:cubicBezTo>
                      <a:pt x="3880" y="1605"/>
                      <a:pt x="3897" y="1816"/>
                      <a:pt x="3916" y="2027"/>
                    </a:cubicBezTo>
                    <a:cubicBezTo>
                      <a:pt x="3935" y="2231"/>
                      <a:pt x="3951" y="2434"/>
                      <a:pt x="3965" y="2639"/>
                    </a:cubicBezTo>
                    <a:cubicBezTo>
                      <a:pt x="3971" y="2716"/>
                      <a:pt x="3978" y="2794"/>
                      <a:pt x="3986" y="2871"/>
                    </a:cubicBezTo>
                    <a:cubicBezTo>
                      <a:pt x="4037" y="3369"/>
                      <a:pt x="4037" y="3369"/>
                      <a:pt x="3958" y="3571"/>
                    </a:cubicBezTo>
                    <a:cubicBezTo>
                      <a:pt x="3826" y="3721"/>
                      <a:pt x="3653" y="3806"/>
                      <a:pt x="3479" y="3899"/>
                    </a:cubicBezTo>
                    <a:cubicBezTo>
                      <a:pt x="3375" y="3957"/>
                      <a:pt x="3336" y="3984"/>
                      <a:pt x="3268" y="4085"/>
                    </a:cubicBezTo>
                    <a:cubicBezTo>
                      <a:pt x="3240" y="4187"/>
                      <a:pt x="3226" y="4281"/>
                      <a:pt x="3218" y="4386"/>
                    </a:cubicBezTo>
                    <a:cubicBezTo>
                      <a:pt x="3206" y="4460"/>
                      <a:pt x="3195" y="4533"/>
                      <a:pt x="3183" y="4607"/>
                    </a:cubicBezTo>
                    <a:cubicBezTo>
                      <a:pt x="3178" y="4644"/>
                      <a:pt x="3173" y="4682"/>
                      <a:pt x="3168" y="4720"/>
                    </a:cubicBezTo>
                    <a:cubicBezTo>
                      <a:pt x="3050" y="5519"/>
                      <a:pt x="3050" y="5519"/>
                      <a:pt x="2821" y="5752"/>
                    </a:cubicBezTo>
                    <a:cubicBezTo>
                      <a:pt x="2551" y="5894"/>
                      <a:pt x="2257" y="5880"/>
                      <a:pt x="1960" y="5866"/>
                    </a:cubicBezTo>
                    <a:cubicBezTo>
                      <a:pt x="1801" y="5861"/>
                      <a:pt x="1642" y="5866"/>
                      <a:pt x="1483" y="5870"/>
                    </a:cubicBezTo>
                    <a:cubicBezTo>
                      <a:pt x="1127" y="5877"/>
                      <a:pt x="772" y="5872"/>
                      <a:pt x="417" y="5863"/>
                    </a:cubicBezTo>
                    <a:cubicBezTo>
                      <a:pt x="348" y="6207"/>
                      <a:pt x="279" y="6550"/>
                      <a:pt x="208" y="6905"/>
                    </a:cubicBezTo>
                    <a:cubicBezTo>
                      <a:pt x="140" y="6905"/>
                      <a:pt x="71" y="6905"/>
                      <a:pt x="0" y="6905"/>
                    </a:cubicBezTo>
                    <a:cubicBezTo>
                      <a:pt x="0" y="6423"/>
                      <a:pt x="0" y="5942"/>
                      <a:pt x="0" y="5446"/>
                    </a:cubicBezTo>
                    <a:cubicBezTo>
                      <a:pt x="413" y="5446"/>
                      <a:pt x="825" y="5446"/>
                      <a:pt x="1250" y="5446"/>
                    </a:cubicBezTo>
                    <a:cubicBezTo>
                      <a:pt x="1245" y="5338"/>
                      <a:pt x="1240" y="5230"/>
                      <a:pt x="1235" y="5118"/>
                    </a:cubicBezTo>
                    <a:cubicBezTo>
                      <a:pt x="1205" y="4232"/>
                      <a:pt x="1230" y="3528"/>
                      <a:pt x="1667" y="2738"/>
                    </a:cubicBezTo>
                    <a:cubicBezTo>
                      <a:pt x="1362" y="2850"/>
                      <a:pt x="1205" y="2966"/>
                      <a:pt x="1065" y="3261"/>
                    </a:cubicBezTo>
                    <a:cubicBezTo>
                      <a:pt x="1049" y="3299"/>
                      <a:pt x="1033" y="3337"/>
                      <a:pt x="1015" y="3376"/>
                    </a:cubicBezTo>
                    <a:cubicBezTo>
                      <a:pt x="998" y="3415"/>
                      <a:pt x="980" y="3454"/>
                      <a:pt x="961" y="3494"/>
                    </a:cubicBezTo>
                    <a:cubicBezTo>
                      <a:pt x="917" y="3589"/>
                      <a:pt x="875" y="3684"/>
                      <a:pt x="833" y="3780"/>
                    </a:cubicBezTo>
                    <a:cubicBezTo>
                      <a:pt x="706" y="3605"/>
                      <a:pt x="615" y="3452"/>
                      <a:pt x="639" y="3231"/>
                    </a:cubicBezTo>
                    <a:cubicBezTo>
                      <a:pt x="686" y="3084"/>
                      <a:pt x="745" y="2951"/>
                      <a:pt x="820" y="2816"/>
                    </a:cubicBezTo>
                    <a:cubicBezTo>
                      <a:pt x="833" y="2793"/>
                      <a:pt x="845" y="2769"/>
                      <a:pt x="859" y="2745"/>
                    </a:cubicBezTo>
                    <a:cubicBezTo>
                      <a:pt x="975" y="2540"/>
                      <a:pt x="1110" y="2365"/>
                      <a:pt x="1342" y="2293"/>
                    </a:cubicBezTo>
                    <a:cubicBezTo>
                      <a:pt x="1856" y="2197"/>
                      <a:pt x="2402" y="2262"/>
                      <a:pt x="2917" y="2321"/>
                    </a:cubicBezTo>
                    <a:cubicBezTo>
                      <a:pt x="2916" y="2296"/>
                      <a:pt x="2916" y="2270"/>
                      <a:pt x="2915" y="2244"/>
                    </a:cubicBezTo>
                    <a:cubicBezTo>
                      <a:pt x="2911" y="1977"/>
                      <a:pt x="2908" y="1710"/>
                      <a:pt x="2905" y="1443"/>
                    </a:cubicBezTo>
                    <a:cubicBezTo>
                      <a:pt x="2904" y="1343"/>
                      <a:pt x="2903" y="1244"/>
                      <a:pt x="2901" y="1144"/>
                    </a:cubicBezTo>
                    <a:cubicBezTo>
                      <a:pt x="2898" y="1001"/>
                      <a:pt x="2897" y="857"/>
                      <a:pt x="2896" y="714"/>
                    </a:cubicBezTo>
                    <a:cubicBezTo>
                      <a:pt x="2895" y="670"/>
                      <a:pt x="2894" y="625"/>
                      <a:pt x="2893" y="579"/>
                    </a:cubicBezTo>
                    <a:cubicBezTo>
                      <a:pt x="2893" y="538"/>
                      <a:pt x="2893" y="496"/>
                      <a:pt x="2893" y="453"/>
                    </a:cubicBezTo>
                    <a:cubicBezTo>
                      <a:pt x="2893" y="416"/>
                      <a:pt x="2892" y="380"/>
                      <a:pt x="2891" y="342"/>
                    </a:cubicBezTo>
                    <a:cubicBezTo>
                      <a:pt x="2965" y="38"/>
                      <a:pt x="3182" y="0"/>
                      <a:pt x="3450" y="17"/>
                    </a:cubicBezTo>
                    <a:close/>
                  </a:path>
                </a:pathLst>
              </a:custGeom>
              <a:solidFill>
                <a:srgbClr val="C9A7BE"/>
              </a:solidFill>
              <a:ln w="2646" cap="flat">
                <a:noFill/>
              </a:ln>
            </p:spPr>
          </p:sp>
          <p:sp>
            <p:nvSpPr>
              <p:cNvPr id="2091" name="ICON_C_WINDOWS_GRAPHIC_path_063"/>
              <p:cNvSpPr/>
              <p:nvPr/>
            </p:nvSpPr>
            <p:spPr>
              <a:xfrm>
                <a:off x="5667850" y="7419881"/>
                <a:ext cx="48030" cy="65183"/>
              </a:xfrm>
              <a:custGeom>
                <a:avLst/>
                <a:gdLst/>
                <a:ahLst/>
                <a:cxnLst/>
                <a:rect l="0" t="0" r="r" b="b"/>
                <a:pathLst>
                  <a:path w="3782" h="5132" fill="norm" stroke="0">
                    <a:moveTo>
                      <a:pt x="1356" y="41"/>
                    </a:moveTo>
                    <a:cubicBezTo>
                      <a:pt x="1520" y="60"/>
                      <a:pt x="1678" y="89"/>
                      <a:pt x="1838" y="132"/>
                    </a:cubicBezTo>
                    <a:cubicBezTo>
                      <a:pt x="1834" y="153"/>
                      <a:pt x="1834" y="153"/>
                      <a:pt x="1818" y="260"/>
                    </a:cubicBezTo>
                    <a:cubicBezTo>
                      <a:pt x="1676" y="1249"/>
                      <a:pt x="1676" y="1249"/>
                      <a:pt x="1838" y="1591"/>
                    </a:cubicBezTo>
                    <a:cubicBezTo>
                      <a:pt x="2066" y="1782"/>
                      <a:pt x="2336" y="1836"/>
                      <a:pt x="2625" y="1878"/>
                    </a:cubicBezTo>
                    <a:cubicBezTo>
                      <a:pt x="2794" y="1905"/>
                      <a:pt x="2933" y="1930"/>
                      <a:pt x="3088" y="2007"/>
                    </a:cubicBezTo>
                    <a:cubicBezTo>
                      <a:pt x="3166" y="2129"/>
                      <a:pt x="3194" y="2264"/>
                      <a:pt x="3225" y="2403"/>
                    </a:cubicBezTo>
                    <a:cubicBezTo>
                      <a:pt x="3276" y="2619"/>
                      <a:pt x="3276" y="2619"/>
                      <a:pt x="3398" y="2701"/>
                    </a:cubicBezTo>
                    <a:cubicBezTo>
                      <a:pt x="3436" y="2715"/>
                      <a:pt x="3474" y="2729"/>
                      <a:pt x="3513" y="2743"/>
                    </a:cubicBezTo>
                    <a:cubicBezTo>
                      <a:pt x="3623" y="2784"/>
                      <a:pt x="3623" y="2784"/>
                      <a:pt x="3713" y="2841"/>
                    </a:cubicBezTo>
                    <a:cubicBezTo>
                      <a:pt x="3782" y="3014"/>
                      <a:pt x="3782" y="3177"/>
                      <a:pt x="3778" y="3362"/>
                    </a:cubicBezTo>
                    <a:cubicBezTo>
                      <a:pt x="3778" y="3409"/>
                      <a:pt x="3777" y="3456"/>
                      <a:pt x="3777" y="3505"/>
                    </a:cubicBezTo>
                    <a:cubicBezTo>
                      <a:pt x="3758" y="3833"/>
                      <a:pt x="3758" y="3833"/>
                      <a:pt x="3649" y="3951"/>
                    </a:cubicBezTo>
                    <a:cubicBezTo>
                      <a:pt x="3475" y="4055"/>
                      <a:pt x="3288" y="4078"/>
                      <a:pt x="3088" y="4091"/>
                    </a:cubicBezTo>
                    <a:cubicBezTo>
                      <a:pt x="3081" y="4060"/>
                      <a:pt x="3075" y="4029"/>
                      <a:pt x="3068" y="3997"/>
                    </a:cubicBezTo>
                    <a:cubicBezTo>
                      <a:pt x="3023" y="3856"/>
                      <a:pt x="2987" y="3776"/>
                      <a:pt x="2879" y="3674"/>
                    </a:cubicBezTo>
                    <a:cubicBezTo>
                      <a:pt x="2625" y="3650"/>
                      <a:pt x="2386" y="3703"/>
                      <a:pt x="2137" y="3752"/>
                    </a:cubicBezTo>
                    <a:cubicBezTo>
                      <a:pt x="2068" y="3764"/>
                      <a:pt x="1999" y="3776"/>
                      <a:pt x="1929" y="3788"/>
                    </a:cubicBezTo>
                    <a:cubicBezTo>
                      <a:pt x="1759" y="3817"/>
                      <a:pt x="1590" y="3850"/>
                      <a:pt x="1421" y="3882"/>
                    </a:cubicBezTo>
                    <a:cubicBezTo>
                      <a:pt x="1421" y="4295"/>
                      <a:pt x="1421" y="4707"/>
                      <a:pt x="1421" y="5132"/>
                    </a:cubicBezTo>
                    <a:cubicBezTo>
                      <a:pt x="823" y="5112"/>
                      <a:pt x="823" y="5112"/>
                      <a:pt x="588" y="4924"/>
                    </a:cubicBezTo>
                    <a:cubicBezTo>
                      <a:pt x="0" y="4027"/>
                      <a:pt x="0" y="2490"/>
                      <a:pt x="192" y="1477"/>
                    </a:cubicBezTo>
                    <a:cubicBezTo>
                      <a:pt x="340" y="811"/>
                      <a:pt x="543" y="0"/>
                      <a:pt x="1356" y="41"/>
                    </a:cubicBezTo>
                    <a:close/>
                  </a:path>
                </a:pathLst>
              </a:custGeom>
              <a:solidFill>
                <a:srgbClr val="B9B8CF"/>
              </a:solidFill>
              <a:ln w="2646" cap="flat">
                <a:noFill/>
              </a:ln>
            </p:spPr>
          </p:sp>
          <p:sp>
            <p:nvSpPr>
              <p:cNvPr id="2092" name="ICON_C_WINDOWS_GRAPHIC_path_064"/>
              <p:cNvSpPr/>
              <p:nvPr/>
            </p:nvSpPr>
            <p:spPr>
              <a:xfrm>
                <a:off x="6494507" y="7394052"/>
                <a:ext cx="25479" cy="109530"/>
              </a:xfrm>
              <a:custGeom>
                <a:avLst/>
                <a:gdLst/>
                <a:ahLst/>
                <a:cxnLst/>
                <a:rect l="0" t="0" r="r" b="b"/>
                <a:pathLst>
                  <a:path w="2006" h="8624" fill="norm" stroke="0">
                    <a:moveTo>
                      <a:pt x="1680" y="40"/>
                    </a:moveTo>
                    <a:cubicBezTo>
                      <a:pt x="1772" y="52"/>
                      <a:pt x="1863" y="65"/>
                      <a:pt x="1955" y="83"/>
                    </a:cubicBezTo>
                    <a:cubicBezTo>
                      <a:pt x="1965" y="644"/>
                      <a:pt x="1972" y="1206"/>
                      <a:pt x="1976" y="1768"/>
                    </a:cubicBezTo>
                    <a:cubicBezTo>
                      <a:pt x="1979" y="2029"/>
                      <a:pt x="1981" y="2290"/>
                      <a:pt x="1986" y="2551"/>
                    </a:cubicBezTo>
                    <a:cubicBezTo>
                      <a:pt x="2006" y="3660"/>
                      <a:pt x="1985" y="4731"/>
                      <a:pt x="1765" y="5822"/>
                    </a:cubicBezTo>
                    <a:cubicBezTo>
                      <a:pt x="1757" y="5865"/>
                      <a:pt x="1748" y="5908"/>
                      <a:pt x="1739" y="5952"/>
                    </a:cubicBezTo>
                    <a:cubicBezTo>
                      <a:pt x="1613" y="6575"/>
                      <a:pt x="1422" y="7061"/>
                      <a:pt x="1051" y="7577"/>
                    </a:cubicBezTo>
                    <a:cubicBezTo>
                      <a:pt x="832" y="7892"/>
                      <a:pt x="765" y="8251"/>
                      <a:pt x="705" y="8624"/>
                    </a:cubicBezTo>
                    <a:cubicBezTo>
                      <a:pt x="499" y="8624"/>
                      <a:pt x="292" y="8624"/>
                      <a:pt x="80" y="8624"/>
                    </a:cubicBezTo>
                    <a:cubicBezTo>
                      <a:pt x="66" y="8302"/>
                      <a:pt x="54" y="7980"/>
                      <a:pt x="47" y="7657"/>
                    </a:cubicBezTo>
                    <a:cubicBezTo>
                      <a:pt x="44" y="7508"/>
                      <a:pt x="40" y="7358"/>
                      <a:pt x="33" y="7208"/>
                    </a:cubicBezTo>
                    <a:cubicBezTo>
                      <a:pt x="26" y="7064"/>
                      <a:pt x="22" y="6919"/>
                      <a:pt x="21" y="6775"/>
                    </a:cubicBezTo>
                    <a:cubicBezTo>
                      <a:pt x="19" y="6720"/>
                      <a:pt x="17" y="6665"/>
                      <a:pt x="14" y="6610"/>
                    </a:cubicBezTo>
                    <a:cubicBezTo>
                      <a:pt x="3" y="6433"/>
                      <a:pt x="0" y="6284"/>
                      <a:pt x="80" y="6124"/>
                    </a:cubicBezTo>
                    <a:cubicBezTo>
                      <a:pt x="188" y="6092"/>
                      <a:pt x="283" y="6071"/>
                      <a:pt x="393" y="6053"/>
                    </a:cubicBezTo>
                    <a:cubicBezTo>
                      <a:pt x="516" y="6028"/>
                      <a:pt x="611" y="6001"/>
                      <a:pt x="705" y="5916"/>
                    </a:cubicBezTo>
                    <a:cubicBezTo>
                      <a:pt x="821" y="5606"/>
                      <a:pt x="769" y="5238"/>
                      <a:pt x="755" y="4913"/>
                    </a:cubicBezTo>
                    <a:cubicBezTo>
                      <a:pt x="749" y="4776"/>
                      <a:pt x="747" y="4639"/>
                      <a:pt x="746" y="4502"/>
                    </a:cubicBezTo>
                    <a:cubicBezTo>
                      <a:pt x="741" y="4183"/>
                      <a:pt x="731" y="3863"/>
                      <a:pt x="721" y="3544"/>
                    </a:cubicBezTo>
                    <a:cubicBezTo>
                      <a:pt x="708" y="3140"/>
                      <a:pt x="697" y="2736"/>
                      <a:pt x="691" y="2331"/>
                    </a:cubicBezTo>
                    <a:cubicBezTo>
                      <a:pt x="689" y="2195"/>
                      <a:pt x="685" y="2060"/>
                      <a:pt x="680" y="1924"/>
                    </a:cubicBezTo>
                    <a:cubicBezTo>
                      <a:pt x="655" y="1316"/>
                      <a:pt x="630" y="643"/>
                      <a:pt x="1041" y="146"/>
                    </a:cubicBezTo>
                    <a:cubicBezTo>
                      <a:pt x="1227" y="0"/>
                      <a:pt x="1455" y="22"/>
                      <a:pt x="1680" y="40"/>
                    </a:cubicBezTo>
                    <a:close/>
                  </a:path>
                </a:pathLst>
              </a:custGeom>
              <a:solidFill>
                <a:srgbClr val="96AFBC"/>
              </a:solidFill>
              <a:ln w="2646" cap="flat">
                <a:noFill/>
              </a:ln>
            </p:spPr>
          </p:sp>
          <p:sp>
            <p:nvSpPr>
              <p:cNvPr id="2093" name="ICON_C_WINDOWS_GRAPHIC_path_065"/>
              <p:cNvSpPr/>
              <p:nvPr/>
            </p:nvSpPr>
            <p:spPr>
              <a:xfrm>
                <a:off x="6127220" y="7410078"/>
                <a:ext cx="58738" cy="53816"/>
              </a:xfrm>
              <a:custGeom>
                <a:avLst/>
                <a:gdLst/>
                <a:ahLst/>
                <a:cxnLst/>
                <a:rect l="0" t="0" r="r" b="b"/>
                <a:pathLst>
                  <a:path w="4625" h="4238" fill="norm" stroke="0">
                    <a:moveTo>
                      <a:pt x="1487" y="6"/>
                    </a:moveTo>
                    <a:cubicBezTo>
                      <a:pt x="1515" y="5"/>
                      <a:pt x="1542" y="4"/>
                      <a:pt x="1571" y="3"/>
                    </a:cubicBezTo>
                    <a:cubicBezTo>
                      <a:pt x="1817" y="0"/>
                      <a:pt x="2035" y="9"/>
                      <a:pt x="2244" y="154"/>
                    </a:cubicBezTo>
                    <a:cubicBezTo>
                      <a:pt x="2459" y="373"/>
                      <a:pt x="2615" y="629"/>
                      <a:pt x="2750" y="904"/>
                    </a:cubicBezTo>
                    <a:cubicBezTo>
                      <a:pt x="2760" y="862"/>
                      <a:pt x="2770" y="819"/>
                      <a:pt x="2781" y="775"/>
                    </a:cubicBezTo>
                    <a:cubicBezTo>
                      <a:pt x="2797" y="718"/>
                      <a:pt x="2812" y="661"/>
                      <a:pt x="2828" y="605"/>
                    </a:cubicBezTo>
                    <a:cubicBezTo>
                      <a:pt x="2831" y="591"/>
                      <a:pt x="2831" y="591"/>
                      <a:pt x="2848" y="520"/>
                    </a:cubicBezTo>
                    <a:cubicBezTo>
                      <a:pt x="2900" y="340"/>
                      <a:pt x="2972" y="251"/>
                      <a:pt x="3134" y="156"/>
                    </a:cubicBezTo>
                    <a:cubicBezTo>
                      <a:pt x="3424" y="29"/>
                      <a:pt x="3717" y="48"/>
                      <a:pt x="4026" y="58"/>
                    </a:cubicBezTo>
                    <a:cubicBezTo>
                      <a:pt x="4224" y="62"/>
                      <a:pt x="4421" y="66"/>
                      <a:pt x="4625" y="71"/>
                    </a:cubicBezTo>
                    <a:cubicBezTo>
                      <a:pt x="4625" y="690"/>
                      <a:pt x="4625" y="1308"/>
                      <a:pt x="4625" y="1946"/>
                    </a:cubicBezTo>
                    <a:cubicBezTo>
                      <a:pt x="4556" y="1946"/>
                      <a:pt x="4488" y="1946"/>
                      <a:pt x="4417" y="1946"/>
                    </a:cubicBezTo>
                    <a:cubicBezTo>
                      <a:pt x="4417" y="1396"/>
                      <a:pt x="4417" y="846"/>
                      <a:pt x="4417" y="279"/>
                    </a:cubicBezTo>
                    <a:cubicBezTo>
                      <a:pt x="4142" y="279"/>
                      <a:pt x="3867" y="279"/>
                      <a:pt x="3583" y="279"/>
                    </a:cubicBezTo>
                    <a:cubicBezTo>
                      <a:pt x="3588" y="362"/>
                      <a:pt x="3593" y="445"/>
                      <a:pt x="3598" y="531"/>
                    </a:cubicBezTo>
                    <a:cubicBezTo>
                      <a:pt x="3649" y="1623"/>
                      <a:pt x="3649" y="1623"/>
                      <a:pt x="3389" y="2009"/>
                    </a:cubicBezTo>
                    <a:cubicBezTo>
                      <a:pt x="3317" y="2085"/>
                      <a:pt x="3267" y="2120"/>
                      <a:pt x="3167" y="2154"/>
                    </a:cubicBezTo>
                    <a:cubicBezTo>
                      <a:pt x="2802" y="2165"/>
                      <a:pt x="2474" y="2047"/>
                      <a:pt x="2125" y="1946"/>
                    </a:cubicBezTo>
                    <a:cubicBezTo>
                      <a:pt x="2125" y="2427"/>
                      <a:pt x="2125" y="2909"/>
                      <a:pt x="2125" y="3404"/>
                    </a:cubicBezTo>
                    <a:cubicBezTo>
                      <a:pt x="1919" y="3404"/>
                      <a:pt x="1712" y="3404"/>
                      <a:pt x="1500" y="3404"/>
                    </a:cubicBezTo>
                    <a:cubicBezTo>
                      <a:pt x="1431" y="3679"/>
                      <a:pt x="1363" y="3954"/>
                      <a:pt x="1292" y="4238"/>
                    </a:cubicBezTo>
                    <a:cubicBezTo>
                      <a:pt x="1275" y="4139"/>
                      <a:pt x="1257" y="4040"/>
                      <a:pt x="1240" y="3938"/>
                    </a:cubicBezTo>
                    <a:cubicBezTo>
                      <a:pt x="1207" y="3811"/>
                      <a:pt x="1169" y="3712"/>
                      <a:pt x="1083" y="3613"/>
                    </a:cubicBezTo>
                    <a:cubicBezTo>
                      <a:pt x="916" y="3537"/>
                      <a:pt x="737" y="3513"/>
                      <a:pt x="554" y="3502"/>
                    </a:cubicBezTo>
                    <a:cubicBezTo>
                      <a:pt x="431" y="3487"/>
                      <a:pt x="355" y="3471"/>
                      <a:pt x="250" y="3404"/>
                    </a:cubicBezTo>
                    <a:cubicBezTo>
                      <a:pt x="16" y="3006"/>
                      <a:pt x="0" y="2527"/>
                      <a:pt x="3" y="2076"/>
                    </a:cubicBezTo>
                    <a:cubicBezTo>
                      <a:pt x="3" y="2045"/>
                      <a:pt x="3" y="2013"/>
                      <a:pt x="3" y="1981"/>
                    </a:cubicBezTo>
                    <a:cubicBezTo>
                      <a:pt x="5" y="1533"/>
                      <a:pt x="60" y="1141"/>
                      <a:pt x="224" y="722"/>
                    </a:cubicBezTo>
                    <a:cubicBezTo>
                      <a:pt x="240" y="680"/>
                      <a:pt x="257" y="638"/>
                      <a:pt x="274" y="594"/>
                    </a:cubicBezTo>
                    <a:cubicBezTo>
                      <a:pt x="384" y="348"/>
                      <a:pt x="501" y="210"/>
                      <a:pt x="752" y="106"/>
                    </a:cubicBezTo>
                    <a:cubicBezTo>
                      <a:pt x="996" y="36"/>
                      <a:pt x="1235" y="11"/>
                      <a:pt x="1487" y="6"/>
                    </a:cubicBezTo>
                    <a:close/>
                  </a:path>
                </a:pathLst>
              </a:custGeom>
              <a:solidFill>
                <a:srgbClr val="CDCDDD"/>
              </a:solidFill>
              <a:ln w="2646" cap="flat">
                <a:noFill/>
              </a:ln>
            </p:spPr>
          </p:sp>
          <p:sp>
            <p:nvSpPr>
              <p:cNvPr id="2094" name="ICON_C_WINDOWS_GRAPHIC_path_066"/>
              <p:cNvSpPr/>
              <p:nvPr/>
            </p:nvSpPr>
            <p:spPr>
              <a:xfrm>
                <a:off x="6576769" y="7479771"/>
                <a:ext cx="11356" cy="145521"/>
              </a:xfrm>
              <a:custGeom>
                <a:avLst/>
                <a:gdLst/>
                <a:ahLst/>
                <a:cxnLst/>
                <a:rect l="0" t="0" r="r" b="b"/>
                <a:pathLst>
                  <a:path w="894" h="11458" fill="norm" stroke="0">
                    <a:moveTo>
                      <a:pt x="894" y="0"/>
                    </a:moveTo>
                    <a:cubicBezTo>
                      <a:pt x="894" y="3781"/>
                      <a:pt x="894" y="7562"/>
                      <a:pt x="894" y="11458"/>
                    </a:cubicBezTo>
                    <a:cubicBezTo>
                      <a:pt x="619" y="11458"/>
                      <a:pt x="344" y="11458"/>
                      <a:pt x="61" y="11458"/>
                    </a:cubicBezTo>
                    <a:cubicBezTo>
                      <a:pt x="51" y="10176"/>
                      <a:pt x="44" y="8893"/>
                      <a:pt x="40" y="7610"/>
                    </a:cubicBezTo>
                    <a:cubicBezTo>
                      <a:pt x="39" y="7458"/>
                      <a:pt x="39" y="7306"/>
                      <a:pt x="38" y="7154"/>
                    </a:cubicBezTo>
                    <a:cubicBezTo>
                      <a:pt x="38" y="7124"/>
                      <a:pt x="38" y="7094"/>
                      <a:pt x="38" y="7062"/>
                    </a:cubicBezTo>
                    <a:cubicBezTo>
                      <a:pt x="36" y="6575"/>
                      <a:pt x="33" y="6087"/>
                      <a:pt x="29" y="5599"/>
                    </a:cubicBezTo>
                    <a:cubicBezTo>
                      <a:pt x="25" y="5098"/>
                      <a:pt x="23" y="4596"/>
                      <a:pt x="22" y="4094"/>
                    </a:cubicBezTo>
                    <a:cubicBezTo>
                      <a:pt x="21" y="3786"/>
                      <a:pt x="19" y="3477"/>
                      <a:pt x="16" y="3168"/>
                    </a:cubicBezTo>
                    <a:cubicBezTo>
                      <a:pt x="13" y="2930"/>
                      <a:pt x="13" y="2692"/>
                      <a:pt x="14" y="2454"/>
                    </a:cubicBezTo>
                    <a:cubicBezTo>
                      <a:pt x="14" y="2357"/>
                      <a:pt x="13" y="2261"/>
                      <a:pt x="11" y="2164"/>
                    </a:cubicBezTo>
                    <a:cubicBezTo>
                      <a:pt x="0" y="1466"/>
                      <a:pt x="93" y="622"/>
                      <a:pt x="582" y="75"/>
                    </a:cubicBezTo>
                    <a:cubicBezTo>
                      <a:pt x="686" y="0"/>
                      <a:pt x="686" y="0"/>
                      <a:pt x="894" y="0"/>
                    </a:cubicBezTo>
                    <a:close/>
                  </a:path>
                </a:pathLst>
              </a:custGeom>
              <a:solidFill>
                <a:srgbClr val="D0E7E7"/>
              </a:solidFill>
              <a:ln w="2646" cap="flat">
                <a:noFill/>
              </a:ln>
            </p:spPr>
          </p:sp>
          <p:sp>
            <p:nvSpPr>
              <p:cNvPr id="2095" name="ICON_C_WINDOWS_GRAPHIC_path_067"/>
              <p:cNvSpPr/>
              <p:nvPr/>
            </p:nvSpPr>
            <p:spPr>
              <a:xfrm>
                <a:off x="5341938" y="7426854"/>
                <a:ext cx="29104" cy="121708"/>
              </a:xfrm>
              <a:custGeom>
                <a:avLst/>
                <a:gdLst/>
                <a:ahLst/>
                <a:cxnLst/>
                <a:rect l="0" t="0" r="r" b="b"/>
                <a:pathLst>
                  <a:path w="2292" h="9583" fill="norm" stroke="0">
                    <a:moveTo>
                      <a:pt x="0" y="0"/>
                    </a:moveTo>
                    <a:cubicBezTo>
                      <a:pt x="1042" y="208"/>
                      <a:pt x="1042" y="208"/>
                      <a:pt x="1205" y="449"/>
                    </a:cubicBezTo>
                    <a:cubicBezTo>
                      <a:pt x="1239" y="587"/>
                      <a:pt x="1239" y="587"/>
                      <a:pt x="1263" y="729"/>
                    </a:cubicBezTo>
                    <a:cubicBezTo>
                      <a:pt x="1390" y="1201"/>
                      <a:pt x="1390" y="1201"/>
                      <a:pt x="1555" y="1319"/>
                    </a:cubicBezTo>
                    <a:cubicBezTo>
                      <a:pt x="1803" y="1420"/>
                      <a:pt x="2018" y="1431"/>
                      <a:pt x="2292" y="1458"/>
                    </a:cubicBezTo>
                    <a:cubicBezTo>
                      <a:pt x="2292" y="1871"/>
                      <a:pt x="2292" y="2283"/>
                      <a:pt x="2292" y="2708"/>
                    </a:cubicBezTo>
                    <a:cubicBezTo>
                      <a:pt x="2128" y="2743"/>
                      <a:pt x="1965" y="2777"/>
                      <a:pt x="1797" y="2812"/>
                    </a:cubicBezTo>
                    <a:cubicBezTo>
                      <a:pt x="1746" y="2823"/>
                      <a:pt x="1696" y="2834"/>
                      <a:pt x="1644" y="2845"/>
                    </a:cubicBezTo>
                    <a:cubicBezTo>
                      <a:pt x="1602" y="2854"/>
                      <a:pt x="1561" y="2862"/>
                      <a:pt x="1519" y="2871"/>
                    </a:cubicBezTo>
                    <a:cubicBezTo>
                      <a:pt x="1498" y="2875"/>
                      <a:pt x="1498" y="2875"/>
                      <a:pt x="1393" y="2898"/>
                    </a:cubicBezTo>
                    <a:cubicBezTo>
                      <a:pt x="1208" y="2922"/>
                      <a:pt x="1020" y="2917"/>
                      <a:pt x="833" y="2917"/>
                    </a:cubicBezTo>
                    <a:cubicBezTo>
                      <a:pt x="765" y="5117"/>
                      <a:pt x="696" y="7317"/>
                      <a:pt x="625" y="9583"/>
                    </a:cubicBezTo>
                    <a:cubicBezTo>
                      <a:pt x="419" y="9583"/>
                      <a:pt x="212" y="9583"/>
                      <a:pt x="0" y="9583"/>
                    </a:cubicBezTo>
                    <a:cubicBezTo>
                      <a:pt x="0" y="6421"/>
                      <a:pt x="0" y="3258"/>
                      <a:pt x="0" y="0"/>
                    </a:cubicBezTo>
                    <a:close/>
                  </a:path>
                </a:pathLst>
              </a:custGeom>
              <a:solidFill>
                <a:srgbClr val="A09DBC"/>
              </a:solidFill>
              <a:ln w="2646" cap="flat">
                <a:noFill/>
              </a:ln>
            </p:spPr>
          </p:sp>
          <p:sp>
            <p:nvSpPr>
              <p:cNvPr id="2096" name="ICON_C_WINDOWS_GRAPHIC_path_068"/>
              <p:cNvSpPr/>
              <p:nvPr/>
            </p:nvSpPr>
            <p:spPr>
              <a:xfrm>
                <a:off x="5622036" y="7358062"/>
                <a:ext cx="18259" cy="153458"/>
              </a:xfrm>
              <a:custGeom>
                <a:avLst/>
                <a:gdLst/>
                <a:ahLst/>
                <a:cxnLst/>
                <a:rect l="0" t="0" r="r" b="b"/>
                <a:pathLst>
                  <a:path w="1438" h="12083" fill="norm" stroke="0">
                    <a:moveTo>
                      <a:pt x="237" y="0"/>
                    </a:moveTo>
                    <a:cubicBezTo>
                      <a:pt x="727" y="517"/>
                      <a:pt x="710" y="1063"/>
                      <a:pt x="696" y="1740"/>
                    </a:cubicBezTo>
                    <a:cubicBezTo>
                      <a:pt x="693" y="1884"/>
                      <a:pt x="693" y="2029"/>
                      <a:pt x="692" y="2173"/>
                    </a:cubicBezTo>
                    <a:cubicBezTo>
                      <a:pt x="691" y="2445"/>
                      <a:pt x="688" y="2717"/>
                      <a:pt x="683" y="2990"/>
                    </a:cubicBezTo>
                    <a:cubicBezTo>
                      <a:pt x="679" y="3300"/>
                      <a:pt x="676" y="3610"/>
                      <a:pt x="674" y="3921"/>
                    </a:cubicBezTo>
                    <a:cubicBezTo>
                      <a:pt x="670" y="4558"/>
                      <a:pt x="663" y="5196"/>
                      <a:pt x="653" y="5833"/>
                    </a:cubicBezTo>
                    <a:cubicBezTo>
                      <a:pt x="682" y="5831"/>
                      <a:pt x="710" y="5828"/>
                      <a:pt x="740" y="5825"/>
                    </a:cubicBezTo>
                    <a:cubicBezTo>
                      <a:pt x="853" y="5819"/>
                      <a:pt x="958" y="5818"/>
                      <a:pt x="1070" y="5833"/>
                    </a:cubicBezTo>
                    <a:cubicBezTo>
                      <a:pt x="1438" y="6236"/>
                      <a:pt x="1313" y="7094"/>
                      <a:pt x="1313" y="7609"/>
                    </a:cubicBezTo>
                    <a:cubicBezTo>
                      <a:pt x="1313" y="7697"/>
                      <a:pt x="1314" y="7786"/>
                      <a:pt x="1314" y="7875"/>
                    </a:cubicBezTo>
                    <a:cubicBezTo>
                      <a:pt x="1316" y="8186"/>
                      <a:pt x="1317" y="8497"/>
                      <a:pt x="1317" y="8808"/>
                    </a:cubicBezTo>
                    <a:cubicBezTo>
                      <a:pt x="1317" y="9097"/>
                      <a:pt x="1319" y="9386"/>
                      <a:pt x="1322" y="9676"/>
                    </a:cubicBezTo>
                    <a:cubicBezTo>
                      <a:pt x="1325" y="9925"/>
                      <a:pt x="1326" y="10174"/>
                      <a:pt x="1326" y="10424"/>
                    </a:cubicBezTo>
                    <a:cubicBezTo>
                      <a:pt x="1326" y="10572"/>
                      <a:pt x="1326" y="10720"/>
                      <a:pt x="1329" y="10869"/>
                    </a:cubicBezTo>
                    <a:cubicBezTo>
                      <a:pt x="1331" y="11008"/>
                      <a:pt x="1331" y="11147"/>
                      <a:pt x="1329" y="11286"/>
                    </a:cubicBezTo>
                    <a:cubicBezTo>
                      <a:pt x="1329" y="11362"/>
                      <a:pt x="1331" y="11437"/>
                      <a:pt x="1333" y="11512"/>
                    </a:cubicBezTo>
                    <a:cubicBezTo>
                      <a:pt x="1330" y="11649"/>
                      <a:pt x="1330" y="11649"/>
                      <a:pt x="1278" y="11875"/>
                    </a:cubicBezTo>
                    <a:cubicBezTo>
                      <a:pt x="1210" y="11909"/>
                      <a:pt x="1210" y="11909"/>
                      <a:pt x="862" y="12083"/>
                    </a:cubicBezTo>
                    <a:cubicBezTo>
                      <a:pt x="793" y="10777"/>
                      <a:pt x="724" y="9471"/>
                      <a:pt x="653" y="8125"/>
                    </a:cubicBezTo>
                    <a:cubicBezTo>
                      <a:pt x="575" y="9779"/>
                      <a:pt x="575" y="9779"/>
                      <a:pt x="554" y="10300"/>
                    </a:cubicBezTo>
                    <a:cubicBezTo>
                      <a:pt x="543" y="10511"/>
                      <a:pt x="543" y="10511"/>
                      <a:pt x="537" y="10610"/>
                    </a:cubicBezTo>
                    <a:cubicBezTo>
                      <a:pt x="533" y="10678"/>
                      <a:pt x="530" y="10747"/>
                      <a:pt x="528" y="10816"/>
                    </a:cubicBezTo>
                    <a:cubicBezTo>
                      <a:pt x="524" y="10920"/>
                      <a:pt x="518" y="11024"/>
                      <a:pt x="511" y="11129"/>
                    </a:cubicBezTo>
                    <a:cubicBezTo>
                      <a:pt x="511" y="11159"/>
                      <a:pt x="511" y="11190"/>
                      <a:pt x="510" y="11221"/>
                    </a:cubicBezTo>
                    <a:cubicBezTo>
                      <a:pt x="502" y="11316"/>
                      <a:pt x="493" y="11375"/>
                      <a:pt x="445" y="11458"/>
                    </a:cubicBezTo>
                    <a:cubicBezTo>
                      <a:pt x="314" y="11548"/>
                      <a:pt x="177" y="11610"/>
                      <a:pt x="28" y="11667"/>
                    </a:cubicBezTo>
                    <a:cubicBezTo>
                      <a:pt x="24" y="10391"/>
                      <a:pt x="20" y="9115"/>
                      <a:pt x="18" y="7840"/>
                    </a:cubicBezTo>
                    <a:cubicBezTo>
                      <a:pt x="17" y="7688"/>
                      <a:pt x="17" y="7537"/>
                      <a:pt x="17" y="7385"/>
                    </a:cubicBezTo>
                    <a:cubicBezTo>
                      <a:pt x="17" y="7355"/>
                      <a:pt x="17" y="7325"/>
                      <a:pt x="17" y="7294"/>
                    </a:cubicBezTo>
                    <a:cubicBezTo>
                      <a:pt x="16" y="6809"/>
                      <a:pt x="14" y="6325"/>
                      <a:pt x="12" y="5840"/>
                    </a:cubicBezTo>
                    <a:cubicBezTo>
                      <a:pt x="10" y="5341"/>
                      <a:pt x="9" y="4841"/>
                      <a:pt x="9" y="4342"/>
                    </a:cubicBezTo>
                    <a:cubicBezTo>
                      <a:pt x="9" y="4062"/>
                      <a:pt x="8" y="3783"/>
                      <a:pt x="6" y="3503"/>
                    </a:cubicBezTo>
                    <a:cubicBezTo>
                      <a:pt x="0" y="2320"/>
                      <a:pt x="9" y="1165"/>
                      <a:pt x="237" y="0"/>
                    </a:cubicBezTo>
                    <a:close/>
                  </a:path>
                </a:pathLst>
              </a:custGeom>
              <a:solidFill>
                <a:srgbClr val="839CE1"/>
              </a:solidFill>
              <a:ln w="2646" cap="flat">
                <a:noFill/>
              </a:ln>
            </p:spPr>
          </p:sp>
          <p:sp>
            <p:nvSpPr>
              <p:cNvPr id="2097" name="ICON_C_WINDOWS_GRAPHIC_path_069"/>
              <p:cNvSpPr/>
              <p:nvPr/>
            </p:nvSpPr>
            <p:spPr>
              <a:xfrm>
                <a:off x="5587918" y="7453312"/>
                <a:ext cx="25474" cy="87312"/>
              </a:xfrm>
              <a:custGeom>
                <a:avLst/>
                <a:gdLst/>
                <a:ahLst/>
                <a:cxnLst/>
                <a:rect l="0" t="0" r="r" b="b"/>
                <a:pathLst>
                  <a:path w="2006" h="6875" fill="norm" stroke="0">
                    <a:moveTo>
                      <a:pt x="1256" y="0"/>
                    </a:moveTo>
                    <a:cubicBezTo>
                      <a:pt x="1730" y="84"/>
                      <a:pt x="1730" y="84"/>
                      <a:pt x="1881" y="208"/>
                    </a:cubicBezTo>
                    <a:cubicBezTo>
                      <a:pt x="2006" y="441"/>
                      <a:pt x="1969" y="744"/>
                      <a:pt x="1964" y="999"/>
                    </a:cubicBezTo>
                    <a:cubicBezTo>
                      <a:pt x="1965" y="1080"/>
                      <a:pt x="1966" y="1162"/>
                      <a:pt x="1967" y="1243"/>
                    </a:cubicBezTo>
                    <a:cubicBezTo>
                      <a:pt x="1969" y="1461"/>
                      <a:pt x="1966" y="1678"/>
                      <a:pt x="1962" y="1896"/>
                    </a:cubicBezTo>
                    <a:cubicBezTo>
                      <a:pt x="1960" y="2031"/>
                      <a:pt x="1959" y="2166"/>
                      <a:pt x="1958" y="2300"/>
                    </a:cubicBezTo>
                    <a:cubicBezTo>
                      <a:pt x="1948" y="3890"/>
                      <a:pt x="1725" y="5358"/>
                      <a:pt x="1256" y="6875"/>
                    </a:cubicBezTo>
                    <a:cubicBezTo>
                      <a:pt x="981" y="6875"/>
                      <a:pt x="706" y="6875"/>
                      <a:pt x="423" y="6875"/>
                    </a:cubicBezTo>
                    <a:cubicBezTo>
                      <a:pt x="418" y="6744"/>
                      <a:pt x="413" y="6612"/>
                      <a:pt x="407" y="6477"/>
                    </a:cubicBezTo>
                    <a:cubicBezTo>
                      <a:pt x="390" y="6038"/>
                      <a:pt x="371" y="5598"/>
                      <a:pt x="353" y="5158"/>
                    </a:cubicBezTo>
                    <a:cubicBezTo>
                      <a:pt x="341" y="4892"/>
                      <a:pt x="330" y="4626"/>
                      <a:pt x="320" y="4360"/>
                    </a:cubicBezTo>
                    <a:cubicBezTo>
                      <a:pt x="307" y="4052"/>
                      <a:pt x="294" y="3744"/>
                      <a:pt x="281" y="3437"/>
                    </a:cubicBezTo>
                    <a:cubicBezTo>
                      <a:pt x="279" y="3387"/>
                      <a:pt x="276" y="3337"/>
                      <a:pt x="274" y="3285"/>
                    </a:cubicBezTo>
                    <a:cubicBezTo>
                      <a:pt x="243" y="2599"/>
                      <a:pt x="187" y="1924"/>
                      <a:pt x="56" y="1249"/>
                    </a:cubicBezTo>
                    <a:cubicBezTo>
                      <a:pt x="51" y="1222"/>
                      <a:pt x="46" y="1194"/>
                      <a:pt x="41" y="1166"/>
                    </a:cubicBezTo>
                    <a:cubicBezTo>
                      <a:pt x="29" y="1095"/>
                      <a:pt x="14" y="1024"/>
                      <a:pt x="0" y="953"/>
                    </a:cubicBezTo>
                    <a:cubicBezTo>
                      <a:pt x="6" y="833"/>
                      <a:pt x="6" y="833"/>
                      <a:pt x="102" y="715"/>
                    </a:cubicBezTo>
                    <a:cubicBezTo>
                      <a:pt x="236" y="609"/>
                      <a:pt x="295" y="600"/>
                      <a:pt x="463" y="605"/>
                    </a:cubicBezTo>
                    <a:cubicBezTo>
                      <a:pt x="486" y="605"/>
                      <a:pt x="486" y="605"/>
                      <a:pt x="603" y="607"/>
                    </a:cubicBezTo>
                    <a:cubicBezTo>
                      <a:pt x="627" y="607"/>
                      <a:pt x="627" y="607"/>
                      <a:pt x="749" y="612"/>
                    </a:cubicBezTo>
                    <a:cubicBezTo>
                      <a:pt x="797" y="613"/>
                      <a:pt x="846" y="614"/>
                      <a:pt x="896" y="615"/>
                    </a:cubicBezTo>
                    <a:cubicBezTo>
                      <a:pt x="1016" y="617"/>
                      <a:pt x="1136" y="621"/>
                      <a:pt x="1256" y="625"/>
                    </a:cubicBezTo>
                    <a:cubicBezTo>
                      <a:pt x="1256" y="419"/>
                      <a:pt x="1256" y="212"/>
                      <a:pt x="1256" y="0"/>
                    </a:cubicBezTo>
                    <a:close/>
                  </a:path>
                </a:pathLst>
              </a:custGeom>
              <a:solidFill>
                <a:srgbClr val="97A8D9"/>
              </a:solidFill>
              <a:ln w="2646" cap="flat">
                <a:noFill/>
              </a:ln>
            </p:spPr>
          </p:sp>
          <p:sp>
            <p:nvSpPr>
              <p:cNvPr id="2098" name="ICON_C_WINDOWS_GRAPHIC_path_070"/>
              <p:cNvSpPr/>
              <p:nvPr/>
            </p:nvSpPr>
            <p:spPr>
              <a:xfrm>
                <a:off x="5889176" y="7487214"/>
                <a:ext cx="95700" cy="148661"/>
              </a:xfrm>
              <a:custGeom>
                <a:avLst/>
                <a:gdLst/>
                <a:ahLst/>
                <a:cxnLst/>
                <a:rect l="0" t="0" r="r" b="b"/>
                <a:pathLst>
                  <a:path w="7535" h="11706" fill="norm" stroke="0">
                    <a:moveTo>
                      <a:pt x="350" y="2"/>
                    </a:moveTo>
                    <a:cubicBezTo>
                      <a:pt x="461" y="0"/>
                      <a:pt x="554" y="11"/>
                      <a:pt x="660" y="39"/>
                    </a:cubicBezTo>
                    <a:cubicBezTo>
                      <a:pt x="661" y="51"/>
                      <a:pt x="661" y="51"/>
                      <a:pt x="663" y="110"/>
                    </a:cubicBezTo>
                    <a:cubicBezTo>
                      <a:pt x="679" y="680"/>
                      <a:pt x="699" y="1251"/>
                      <a:pt x="720" y="1821"/>
                    </a:cubicBezTo>
                    <a:cubicBezTo>
                      <a:pt x="731" y="2097"/>
                      <a:pt x="740" y="2372"/>
                      <a:pt x="748" y="2648"/>
                    </a:cubicBezTo>
                    <a:cubicBezTo>
                      <a:pt x="756" y="2915"/>
                      <a:pt x="766" y="3181"/>
                      <a:pt x="777" y="3447"/>
                    </a:cubicBezTo>
                    <a:cubicBezTo>
                      <a:pt x="780" y="3548"/>
                      <a:pt x="784" y="3650"/>
                      <a:pt x="786" y="3751"/>
                    </a:cubicBezTo>
                    <a:cubicBezTo>
                      <a:pt x="790" y="3894"/>
                      <a:pt x="796" y="4036"/>
                      <a:pt x="802" y="4178"/>
                    </a:cubicBezTo>
                    <a:cubicBezTo>
                      <a:pt x="803" y="4220"/>
                      <a:pt x="803" y="4262"/>
                      <a:pt x="804" y="4305"/>
                    </a:cubicBezTo>
                    <a:cubicBezTo>
                      <a:pt x="811" y="4425"/>
                      <a:pt x="819" y="4513"/>
                      <a:pt x="869" y="4622"/>
                    </a:cubicBezTo>
                    <a:cubicBezTo>
                      <a:pt x="998" y="4721"/>
                      <a:pt x="1132" y="4779"/>
                      <a:pt x="1285" y="4831"/>
                    </a:cubicBezTo>
                    <a:cubicBezTo>
                      <a:pt x="1284" y="4785"/>
                      <a:pt x="1284" y="4739"/>
                      <a:pt x="1283" y="4692"/>
                    </a:cubicBezTo>
                    <a:cubicBezTo>
                      <a:pt x="1274" y="4260"/>
                      <a:pt x="1268" y="3828"/>
                      <a:pt x="1264" y="3396"/>
                    </a:cubicBezTo>
                    <a:cubicBezTo>
                      <a:pt x="1262" y="3174"/>
                      <a:pt x="1259" y="2952"/>
                      <a:pt x="1254" y="2730"/>
                    </a:cubicBezTo>
                    <a:cubicBezTo>
                      <a:pt x="1249" y="2515"/>
                      <a:pt x="1247" y="2300"/>
                      <a:pt x="1246" y="2086"/>
                    </a:cubicBezTo>
                    <a:cubicBezTo>
                      <a:pt x="1245" y="2004"/>
                      <a:pt x="1244" y="1923"/>
                      <a:pt x="1241" y="1841"/>
                    </a:cubicBezTo>
                    <a:cubicBezTo>
                      <a:pt x="1238" y="1726"/>
                      <a:pt x="1238" y="1611"/>
                      <a:pt x="1238" y="1496"/>
                    </a:cubicBezTo>
                    <a:cubicBezTo>
                      <a:pt x="1236" y="1463"/>
                      <a:pt x="1235" y="1430"/>
                      <a:pt x="1234" y="1396"/>
                    </a:cubicBezTo>
                    <a:cubicBezTo>
                      <a:pt x="1241" y="987"/>
                      <a:pt x="1448" y="837"/>
                      <a:pt x="1702" y="456"/>
                    </a:cubicBezTo>
                    <a:cubicBezTo>
                      <a:pt x="1633" y="1968"/>
                      <a:pt x="1565" y="3481"/>
                      <a:pt x="1494" y="5039"/>
                    </a:cubicBezTo>
                    <a:cubicBezTo>
                      <a:pt x="1288" y="5039"/>
                      <a:pt x="1081" y="5039"/>
                      <a:pt x="869" y="5039"/>
                    </a:cubicBezTo>
                    <a:cubicBezTo>
                      <a:pt x="636" y="5329"/>
                      <a:pt x="627" y="5629"/>
                      <a:pt x="621" y="5990"/>
                    </a:cubicBezTo>
                    <a:cubicBezTo>
                      <a:pt x="619" y="6043"/>
                      <a:pt x="618" y="6095"/>
                      <a:pt x="616" y="6148"/>
                    </a:cubicBezTo>
                    <a:cubicBezTo>
                      <a:pt x="612" y="6260"/>
                      <a:pt x="609" y="6372"/>
                      <a:pt x="606" y="6484"/>
                    </a:cubicBezTo>
                    <a:cubicBezTo>
                      <a:pt x="602" y="6662"/>
                      <a:pt x="596" y="6839"/>
                      <a:pt x="590" y="7017"/>
                    </a:cubicBezTo>
                    <a:cubicBezTo>
                      <a:pt x="578" y="7395"/>
                      <a:pt x="567" y="7773"/>
                      <a:pt x="556" y="8151"/>
                    </a:cubicBezTo>
                    <a:cubicBezTo>
                      <a:pt x="545" y="8558"/>
                      <a:pt x="533" y="8966"/>
                      <a:pt x="519" y="9373"/>
                    </a:cubicBezTo>
                    <a:cubicBezTo>
                      <a:pt x="513" y="9549"/>
                      <a:pt x="508" y="9725"/>
                      <a:pt x="504" y="9902"/>
                    </a:cubicBezTo>
                    <a:cubicBezTo>
                      <a:pt x="501" y="10012"/>
                      <a:pt x="498" y="10122"/>
                      <a:pt x="494" y="10233"/>
                    </a:cubicBezTo>
                    <a:cubicBezTo>
                      <a:pt x="492" y="10307"/>
                      <a:pt x="490" y="10381"/>
                      <a:pt x="489" y="10455"/>
                    </a:cubicBezTo>
                    <a:cubicBezTo>
                      <a:pt x="474" y="10856"/>
                      <a:pt x="380" y="11087"/>
                      <a:pt x="244" y="11497"/>
                    </a:cubicBezTo>
                    <a:cubicBezTo>
                      <a:pt x="2650" y="11497"/>
                      <a:pt x="5056" y="11497"/>
                      <a:pt x="7535" y="11497"/>
                    </a:cubicBezTo>
                    <a:cubicBezTo>
                      <a:pt x="7535" y="11566"/>
                      <a:pt x="7535" y="11635"/>
                      <a:pt x="7535" y="11706"/>
                    </a:cubicBezTo>
                    <a:cubicBezTo>
                      <a:pt x="5060" y="11706"/>
                      <a:pt x="2585" y="11706"/>
                      <a:pt x="35" y="11706"/>
                    </a:cubicBezTo>
                    <a:cubicBezTo>
                      <a:pt x="27" y="8960"/>
                      <a:pt x="27" y="8960"/>
                      <a:pt x="25" y="7811"/>
                    </a:cubicBezTo>
                    <a:cubicBezTo>
                      <a:pt x="25" y="7548"/>
                      <a:pt x="24" y="7285"/>
                      <a:pt x="24" y="7023"/>
                    </a:cubicBezTo>
                    <a:cubicBezTo>
                      <a:pt x="24" y="6989"/>
                      <a:pt x="24" y="6956"/>
                      <a:pt x="24" y="6923"/>
                    </a:cubicBezTo>
                    <a:cubicBezTo>
                      <a:pt x="23" y="6392"/>
                      <a:pt x="21" y="5861"/>
                      <a:pt x="19" y="5330"/>
                    </a:cubicBezTo>
                    <a:cubicBezTo>
                      <a:pt x="17" y="4784"/>
                      <a:pt x="16" y="4239"/>
                      <a:pt x="16" y="3693"/>
                    </a:cubicBezTo>
                    <a:cubicBezTo>
                      <a:pt x="15" y="3357"/>
                      <a:pt x="15" y="3021"/>
                      <a:pt x="13" y="2685"/>
                    </a:cubicBezTo>
                    <a:cubicBezTo>
                      <a:pt x="12" y="2454"/>
                      <a:pt x="11" y="2223"/>
                      <a:pt x="12" y="1992"/>
                    </a:cubicBezTo>
                    <a:cubicBezTo>
                      <a:pt x="12" y="1859"/>
                      <a:pt x="11" y="1726"/>
                      <a:pt x="11" y="1593"/>
                    </a:cubicBezTo>
                    <a:cubicBezTo>
                      <a:pt x="0" y="124"/>
                      <a:pt x="0" y="124"/>
                      <a:pt x="350" y="2"/>
                    </a:cubicBezTo>
                    <a:close/>
                  </a:path>
                </a:pathLst>
              </a:custGeom>
              <a:solidFill>
                <a:srgbClr val="F8C0D6"/>
              </a:solidFill>
              <a:ln w="2646" cap="flat">
                <a:noFill/>
              </a:ln>
            </p:spPr>
          </p:sp>
          <p:sp>
            <p:nvSpPr>
              <p:cNvPr id="2099" name="ICON_C_WINDOWS_GRAPHIC_path_071"/>
              <p:cNvSpPr/>
              <p:nvPr/>
            </p:nvSpPr>
            <p:spPr>
              <a:xfrm>
                <a:off x="5876396" y="7339542"/>
                <a:ext cx="16192" cy="211667"/>
              </a:xfrm>
              <a:custGeom>
                <a:avLst/>
                <a:gdLst/>
                <a:ahLst/>
                <a:cxnLst/>
                <a:rect l="0" t="0" r="r" b="b"/>
                <a:pathLst>
                  <a:path w="1275" h="16667" fill="norm" stroke="0">
                    <a:moveTo>
                      <a:pt x="833" y="0"/>
                    </a:moveTo>
                    <a:cubicBezTo>
                      <a:pt x="902" y="0"/>
                      <a:pt x="971" y="0"/>
                      <a:pt x="1042" y="0"/>
                    </a:cubicBezTo>
                    <a:cubicBezTo>
                      <a:pt x="1069" y="924"/>
                      <a:pt x="1097" y="1848"/>
                      <a:pt x="1123" y="2772"/>
                    </a:cubicBezTo>
                    <a:cubicBezTo>
                      <a:pt x="1136" y="3201"/>
                      <a:pt x="1148" y="3631"/>
                      <a:pt x="1161" y="4060"/>
                    </a:cubicBezTo>
                    <a:cubicBezTo>
                      <a:pt x="1227" y="6249"/>
                      <a:pt x="1275" y="8435"/>
                      <a:pt x="1250" y="10625"/>
                    </a:cubicBezTo>
                    <a:cubicBezTo>
                      <a:pt x="1250" y="10657"/>
                      <a:pt x="1249" y="10689"/>
                      <a:pt x="1249" y="10722"/>
                    </a:cubicBezTo>
                    <a:cubicBezTo>
                      <a:pt x="1240" y="11532"/>
                      <a:pt x="1225" y="12342"/>
                      <a:pt x="1201" y="13152"/>
                    </a:cubicBezTo>
                    <a:cubicBezTo>
                      <a:pt x="1190" y="13509"/>
                      <a:pt x="1182" y="13865"/>
                      <a:pt x="1176" y="14222"/>
                    </a:cubicBezTo>
                    <a:cubicBezTo>
                      <a:pt x="1172" y="14480"/>
                      <a:pt x="1165" y="14738"/>
                      <a:pt x="1156" y="14996"/>
                    </a:cubicBezTo>
                    <a:cubicBezTo>
                      <a:pt x="1152" y="15148"/>
                      <a:pt x="1148" y="15300"/>
                      <a:pt x="1146" y="15451"/>
                    </a:cubicBezTo>
                    <a:cubicBezTo>
                      <a:pt x="1145" y="15592"/>
                      <a:pt x="1141" y="15731"/>
                      <a:pt x="1135" y="15871"/>
                    </a:cubicBezTo>
                    <a:cubicBezTo>
                      <a:pt x="1132" y="15946"/>
                      <a:pt x="1132" y="16022"/>
                      <a:pt x="1133" y="16097"/>
                    </a:cubicBezTo>
                    <a:cubicBezTo>
                      <a:pt x="1125" y="16233"/>
                      <a:pt x="1125" y="16233"/>
                      <a:pt x="1042" y="16458"/>
                    </a:cubicBezTo>
                    <a:cubicBezTo>
                      <a:pt x="939" y="16493"/>
                      <a:pt x="939" y="16493"/>
                      <a:pt x="417" y="16667"/>
                    </a:cubicBezTo>
                    <a:cubicBezTo>
                      <a:pt x="417" y="15154"/>
                      <a:pt x="417" y="13642"/>
                      <a:pt x="417" y="12083"/>
                    </a:cubicBezTo>
                    <a:cubicBezTo>
                      <a:pt x="554" y="12083"/>
                      <a:pt x="692" y="12083"/>
                      <a:pt x="833" y="12083"/>
                    </a:cubicBezTo>
                    <a:cubicBezTo>
                      <a:pt x="765" y="10915"/>
                      <a:pt x="696" y="9746"/>
                      <a:pt x="625" y="8542"/>
                    </a:cubicBezTo>
                    <a:cubicBezTo>
                      <a:pt x="556" y="8748"/>
                      <a:pt x="487" y="8954"/>
                      <a:pt x="417" y="9167"/>
                    </a:cubicBezTo>
                    <a:cubicBezTo>
                      <a:pt x="234" y="9199"/>
                      <a:pt x="166" y="9210"/>
                      <a:pt x="0" y="9167"/>
                    </a:cubicBezTo>
                    <a:cubicBezTo>
                      <a:pt x="7" y="9146"/>
                      <a:pt x="7" y="9146"/>
                      <a:pt x="43" y="9040"/>
                    </a:cubicBezTo>
                    <a:cubicBezTo>
                      <a:pt x="263" y="8329"/>
                      <a:pt x="254" y="7598"/>
                      <a:pt x="271" y="6861"/>
                    </a:cubicBezTo>
                    <a:cubicBezTo>
                      <a:pt x="276" y="6670"/>
                      <a:pt x="282" y="6480"/>
                      <a:pt x="287" y="6289"/>
                    </a:cubicBezTo>
                    <a:cubicBezTo>
                      <a:pt x="298" y="5930"/>
                      <a:pt x="307" y="5571"/>
                      <a:pt x="316" y="5211"/>
                    </a:cubicBezTo>
                    <a:cubicBezTo>
                      <a:pt x="326" y="4802"/>
                      <a:pt x="338" y="4392"/>
                      <a:pt x="349" y="3982"/>
                    </a:cubicBezTo>
                    <a:cubicBezTo>
                      <a:pt x="373" y="3141"/>
                      <a:pt x="395" y="2300"/>
                      <a:pt x="417" y="1458"/>
                    </a:cubicBezTo>
                    <a:cubicBezTo>
                      <a:pt x="485" y="1458"/>
                      <a:pt x="554" y="1458"/>
                      <a:pt x="625" y="1458"/>
                    </a:cubicBezTo>
                    <a:cubicBezTo>
                      <a:pt x="694" y="977"/>
                      <a:pt x="762" y="496"/>
                      <a:pt x="833" y="0"/>
                    </a:cubicBezTo>
                    <a:close/>
                  </a:path>
                </a:pathLst>
              </a:custGeom>
              <a:solidFill>
                <a:srgbClr val="F07EB0"/>
              </a:solidFill>
              <a:ln w="2646" cap="flat">
                <a:noFill/>
              </a:ln>
            </p:spPr>
          </p:sp>
          <p:sp>
            <p:nvSpPr>
              <p:cNvPr id="2100" name="ICON_C_WINDOWS_GRAPHIC_path_072"/>
              <p:cNvSpPr/>
              <p:nvPr/>
            </p:nvSpPr>
            <p:spPr>
              <a:xfrm>
                <a:off x="5867859" y="7282898"/>
                <a:ext cx="251955" cy="170889"/>
              </a:xfrm>
              <a:custGeom>
                <a:avLst/>
                <a:gdLst/>
                <a:ahLst/>
                <a:cxnLst/>
                <a:rect l="0" t="0" r="r" b="b"/>
                <a:pathLst>
                  <a:path w="19839" h="13456" fill="norm" stroke="0">
                    <a:moveTo>
                      <a:pt x="1843" y="35"/>
                    </a:moveTo>
                    <a:cubicBezTo>
                      <a:pt x="1920" y="35"/>
                      <a:pt x="1997" y="34"/>
                      <a:pt x="2074" y="34"/>
                    </a:cubicBezTo>
                    <a:cubicBezTo>
                      <a:pt x="2284" y="33"/>
                      <a:pt x="2494" y="35"/>
                      <a:pt x="2705" y="37"/>
                    </a:cubicBezTo>
                    <a:cubicBezTo>
                      <a:pt x="2932" y="39"/>
                      <a:pt x="3159" y="38"/>
                      <a:pt x="3386" y="38"/>
                    </a:cubicBezTo>
                    <a:cubicBezTo>
                      <a:pt x="3780" y="38"/>
                      <a:pt x="4173" y="39"/>
                      <a:pt x="4567" y="41"/>
                    </a:cubicBezTo>
                    <a:cubicBezTo>
                      <a:pt x="5136" y="44"/>
                      <a:pt x="5704" y="46"/>
                      <a:pt x="6273" y="46"/>
                    </a:cubicBezTo>
                    <a:cubicBezTo>
                      <a:pt x="7196" y="47"/>
                      <a:pt x="8119" y="50"/>
                      <a:pt x="9042" y="54"/>
                    </a:cubicBezTo>
                    <a:cubicBezTo>
                      <a:pt x="9939" y="58"/>
                      <a:pt x="10835" y="60"/>
                      <a:pt x="11732" y="62"/>
                    </a:cubicBezTo>
                    <a:cubicBezTo>
                      <a:pt x="11759" y="62"/>
                      <a:pt x="11787" y="62"/>
                      <a:pt x="11815" y="62"/>
                    </a:cubicBezTo>
                    <a:cubicBezTo>
                      <a:pt x="12093" y="63"/>
                      <a:pt x="12371" y="64"/>
                      <a:pt x="12648" y="64"/>
                    </a:cubicBezTo>
                    <a:cubicBezTo>
                      <a:pt x="13214" y="65"/>
                      <a:pt x="13780" y="66"/>
                      <a:pt x="14345" y="67"/>
                    </a:cubicBezTo>
                    <a:cubicBezTo>
                      <a:pt x="14358" y="67"/>
                      <a:pt x="14358" y="67"/>
                      <a:pt x="14424" y="68"/>
                    </a:cubicBezTo>
                    <a:cubicBezTo>
                      <a:pt x="16159" y="71"/>
                      <a:pt x="17895" y="78"/>
                      <a:pt x="19631" y="85"/>
                    </a:cubicBezTo>
                    <a:cubicBezTo>
                      <a:pt x="19665" y="223"/>
                      <a:pt x="19665" y="223"/>
                      <a:pt x="19839" y="919"/>
                    </a:cubicBezTo>
                    <a:cubicBezTo>
                      <a:pt x="19751" y="851"/>
                      <a:pt x="19664" y="783"/>
                      <a:pt x="19574" y="713"/>
                    </a:cubicBezTo>
                    <a:cubicBezTo>
                      <a:pt x="19209" y="458"/>
                      <a:pt x="18893" y="443"/>
                      <a:pt x="18460" y="450"/>
                    </a:cubicBezTo>
                    <a:cubicBezTo>
                      <a:pt x="18386" y="450"/>
                      <a:pt x="18311" y="449"/>
                      <a:pt x="18237" y="449"/>
                    </a:cubicBezTo>
                    <a:cubicBezTo>
                      <a:pt x="18035" y="447"/>
                      <a:pt x="17832" y="449"/>
                      <a:pt x="17630" y="450"/>
                    </a:cubicBezTo>
                    <a:cubicBezTo>
                      <a:pt x="17411" y="452"/>
                      <a:pt x="17192" y="451"/>
                      <a:pt x="16973" y="450"/>
                    </a:cubicBezTo>
                    <a:cubicBezTo>
                      <a:pt x="16545" y="449"/>
                      <a:pt x="16116" y="450"/>
                      <a:pt x="15688" y="452"/>
                    </a:cubicBezTo>
                    <a:cubicBezTo>
                      <a:pt x="15189" y="454"/>
                      <a:pt x="14691" y="454"/>
                      <a:pt x="14192" y="454"/>
                    </a:cubicBezTo>
                    <a:cubicBezTo>
                      <a:pt x="13276" y="454"/>
                      <a:pt x="12359" y="456"/>
                      <a:pt x="11443" y="459"/>
                    </a:cubicBezTo>
                    <a:cubicBezTo>
                      <a:pt x="10606" y="462"/>
                      <a:pt x="9770" y="463"/>
                      <a:pt x="8934" y="463"/>
                    </a:cubicBezTo>
                    <a:cubicBezTo>
                      <a:pt x="8880" y="463"/>
                      <a:pt x="8826" y="463"/>
                      <a:pt x="8772" y="463"/>
                    </a:cubicBezTo>
                    <a:cubicBezTo>
                      <a:pt x="8759" y="463"/>
                      <a:pt x="8759" y="463"/>
                      <a:pt x="8692" y="463"/>
                    </a:cubicBezTo>
                    <a:cubicBezTo>
                      <a:pt x="8558" y="463"/>
                      <a:pt x="8424" y="463"/>
                      <a:pt x="8290" y="463"/>
                    </a:cubicBezTo>
                    <a:cubicBezTo>
                      <a:pt x="8264" y="463"/>
                      <a:pt x="8237" y="463"/>
                      <a:pt x="8210" y="463"/>
                    </a:cubicBezTo>
                    <a:cubicBezTo>
                      <a:pt x="7361" y="463"/>
                      <a:pt x="6511" y="464"/>
                      <a:pt x="5661" y="466"/>
                    </a:cubicBezTo>
                    <a:cubicBezTo>
                      <a:pt x="5314" y="467"/>
                      <a:pt x="4966" y="467"/>
                      <a:pt x="4618" y="467"/>
                    </a:cubicBezTo>
                    <a:cubicBezTo>
                      <a:pt x="4195" y="467"/>
                      <a:pt x="3771" y="468"/>
                      <a:pt x="3348" y="470"/>
                    </a:cubicBezTo>
                    <a:cubicBezTo>
                      <a:pt x="3132" y="471"/>
                      <a:pt x="2916" y="472"/>
                      <a:pt x="2700" y="471"/>
                    </a:cubicBezTo>
                    <a:cubicBezTo>
                      <a:pt x="2502" y="471"/>
                      <a:pt x="2305" y="472"/>
                      <a:pt x="2107" y="473"/>
                    </a:cubicBezTo>
                    <a:cubicBezTo>
                      <a:pt x="2035" y="474"/>
                      <a:pt x="1964" y="474"/>
                      <a:pt x="1892" y="473"/>
                    </a:cubicBezTo>
                    <a:cubicBezTo>
                      <a:pt x="1795" y="473"/>
                      <a:pt x="1698" y="474"/>
                      <a:pt x="1601" y="475"/>
                    </a:cubicBezTo>
                    <a:cubicBezTo>
                      <a:pt x="1587" y="475"/>
                      <a:pt x="1587" y="475"/>
                      <a:pt x="1516" y="474"/>
                    </a:cubicBezTo>
                    <a:cubicBezTo>
                      <a:pt x="1364" y="477"/>
                      <a:pt x="1298" y="501"/>
                      <a:pt x="1176" y="595"/>
                    </a:cubicBezTo>
                    <a:cubicBezTo>
                      <a:pt x="1084" y="716"/>
                      <a:pt x="1062" y="763"/>
                      <a:pt x="1061" y="911"/>
                    </a:cubicBezTo>
                    <a:cubicBezTo>
                      <a:pt x="1060" y="951"/>
                      <a:pt x="1059" y="990"/>
                      <a:pt x="1059" y="1031"/>
                    </a:cubicBezTo>
                    <a:cubicBezTo>
                      <a:pt x="1059" y="1074"/>
                      <a:pt x="1059" y="1117"/>
                      <a:pt x="1059" y="1162"/>
                    </a:cubicBezTo>
                    <a:cubicBezTo>
                      <a:pt x="1058" y="1208"/>
                      <a:pt x="1057" y="1254"/>
                      <a:pt x="1056" y="1301"/>
                    </a:cubicBezTo>
                    <a:cubicBezTo>
                      <a:pt x="1055" y="1429"/>
                      <a:pt x="1054" y="1557"/>
                      <a:pt x="1053" y="1685"/>
                    </a:cubicBezTo>
                    <a:cubicBezTo>
                      <a:pt x="1053" y="1823"/>
                      <a:pt x="1050" y="1960"/>
                      <a:pt x="1049" y="2098"/>
                    </a:cubicBezTo>
                    <a:cubicBezTo>
                      <a:pt x="1045" y="2338"/>
                      <a:pt x="1043" y="2577"/>
                      <a:pt x="1041" y="2816"/>
                    </a:cubicBezTo>
                    <a:cubicBezTo>
                      <a:pt x="1038" y="3163"/>
                      <a:pt x="1034" y="3510"/>
                      <a:pt x="1029" y="3857"/>
                    </a:cubicBezTo>
                    <a:cubicBezTo>
                      <a:pt x="1021" y="4423"/>
                      <a:pt x="1014" y="4988"/>
                      <a:pt x="1007" y="5553"/>
                    </a:cubicBezTo>
                    <a:cubicBezTo>
                      <a:pt x="1007" y="5586"/>
                      <a:pt x="1006" y="5620"/>
                      <a:pt x="1006" y="5655"/>
                    </a:cubicBezTo>
                    <a:cubicBezTo>
                      <a:pt x="1000" y="6133"/>
                      <a:pt x="995" y="6611"/>
                      <a:pt x="991" y="7089"/>
                    </a:cubicBezTo>
                    <a:cubicBezTo>
                      <a:pt x="990" y="7122"/>
                      <a:pt x="990" y="7156"/>
                      <a:pt x="990" y="7190"/>
                    </a:cubicBezTo>
                    <a:cubicBezTo>
                      <a:pt x="989" y="7207"/>
                      <a:pt x="989" y="7207"/>
                      <a:pt x="989" y="7291"/>
                    </a:cubicBezTo>
                    <a:cubicBezTo>
                      <a:pt x="983" y="7853"/>
                      <a:pt x="976" y="8415"/>
                      <a:pt x="967" y="8977"/>
                    </a:cubicBezTo>
                    <a:cubicBezTo>
                      <a:pt x="963" y="9291"/>
                      <a:pt x="959" y="9606"/>
                      <a:pt x="957" y="9921"/>
                    </a:cubicBezTo>
                    <a:cubicBezTo>
                      <a:pt x="942" y="12202"/>
                      <a:pt x="942" y="12202"/>
                      <a:pt x="693" y="12957"/>
                    </a:cubicBezTo>
                    <a:cubicBezTo>
                      <a:pt x="685" y="12983"/>
                      <a:pt x="677" y="13008"/>
                      <a:pt x="669" y="13035"/>
                    </a:cubicBezTo>
                    <a:cubicBezTo>
                      <a:pt x="620" y="13181"/>
                      <a:pt x="571" y="13307"/>
                      <a:pt x="464" y="13419"/>
                    </a:cubicBezTo>
                    <a:cubicBezTo>
                      <a:pt x="318" y="13456"/>
                      <a:pt x="194" y="13447"/>
                      <a:pt x="47" y="13419"/>
                    </a:cubicBezTo>
                    <a:cubicBezTo>
                      <a:pt x="38" y="13127"/>
                      <a:pt x="30" y="12835"/>
                      <a:pt x="26" y="12544"/>
                    </a:cubicBezTo>
                    <a:cubicBezTo>
                      <a:pt x="24" y="12408"/>
                      <a:pt x="21" y="12273"/>
                      <a:pt x="16" y="12137"/>
                    </a:cubicBezTo>
                    <a:cubicBezTo>
                      <a:pt x="10" y="11981"/>
                      <a:pt x="8" y="11825"/>
                      <a:pt x="6" y="11669"/>
                    </a:cubicBezTo>
                    <a:cubicBezTo>
                      <a:pt x="4" y="11621"/>
                      <a:pt x="2" y="11573"/>
                      <a:pt x="0" y="11523"/>
                    </a:cubicBezTo>
                    <a:cubicBezTo>
                      <a:pt x="0" y="11380"/>
                      <a:pt x="8" y="11265"/>
                      <a:pt x="47" y="11127"/>
                    </a:cubicBezTo>
                    <a:cubicBezTo>
                      <a:pt x="141" y="11045"/>
                      <a:pt x="141" y="11045"/>
                      <a:pt x="255" y="10964"/>
                    </a:cubicBezTo>
                    <a:cubicBezTo>
                      <a:pt x="444" y="10798"/>
                      <a:pt x="493" y="10644"/>
                      <a:pt x="514" y="10397"/>
                    </a:cubicBezTo>
                    <a:cubicBezTo>
                      <a:pt x="523" y="10175"/>
                      <a:pt x="524" y="9954"/>
                      <a:pt x="524" y="9732"/>
                    </a:cubicBezTo>
                    <a:cubicBezTo>
                      <a:pt x="525" y="9632"/>
                      <a:pt x="526" y="9532"/>
                      <a:pt x="528" y="9433"/>
                    </a:cubicBezTo>
                    <a:cubicBezTo>
                      <a:pt x="531" y="9218"/>
                      <a:pt x="533" y="9003"/>
                      <a:pt x="534" y="8788"/>
                    </a:cubicBezTo>
                    <a:cubicBezTo>
                      <a:pt x="535" y="8477"/>
                      <a:pt x="539" y="8166"/>
                      <a:pt x="544" y="7855"/>
                    </a:cubicBezTo>
                    <a:cubicBezTo>
                      <a:pt x="551" y="7350"/>
                      <a:pt x="557" y="6845"/>
                      <a:pt x="561" y="6340"/>
                    </a:cubicBezTo>
                    <a:cubicBezTo>
                      <a:pt x="562" y="6310"/>
                      <a:pt x="562" y="6280"/>
                      <a:pt x="562" y="6249"/>
                    </a:cubicBezTo>
                    <a:cubicBezTo>
                      <a:pt x="564" y="6034"/>
                      <a:pt x="566" y="5820"/>
                      <a:pt x="568" y="5606"/>
                    </a:cubicBezTo>
                    <a:cubicBezTo>
                      <a:pt x="570" y="5361"/>
                      <a:pt x="572" y="5116"/>
                      <a:pt x="575" y="4872"/>
                    </a:cubicBezTo>
                    <a:cubicBezTo>
                      <a:pt x="575" y="4842"/>
                      <a:pt x="575" y="4811"/>
                      <a:pt x="575" y="4780"/>
                    </a:cubicBezTo>
                    <a:cubicBezTo>
                      <a:pt x="580" y="4277"/>
                      <a:pt x="586" y="3774"/>
                      <a:pt x="594" y="3270"/>
                    </a:cubicBezTo>
                    <a:cubicBezTo>
                      <a:pt x="598" y="2960"/>
                      <a:pt x="601" y="2650"/>
                      <a:pt x="603" y="2340"/>
                    </a:cubicBezTo>
                    <a:cubicBezTo>
                      <a:pt x="604" y="2103"/>
                      <a:pt x="607" y="1865"/>
                      <a:pt x="611" y="1627"/>
                    </a:cubicBezTo>
                    <a:cubicBezTo>
                      <a:pt x="612" y="1530"/>
                      <a:pt x="612" y="1433"/>
                      <a:pt x="612" y="1336"/>
                    </a:cubicBezTo>
                    <a:cubicBezTo>
                      <a:pt x="612" y="1202"/>
                      <a:pt x="614" y="1070"/>
                      <a:pt x="617" y="937"/>
                    </a:cubicBezTo>
                    <a:cubicBezTo>
                      <a:pt x="616" y="898"/>
                      <a:pt x="616" y="860"/>
                      <a:pt x="615" y="821"/>
                    </a:cubicBezTo>
                    <a:cubicBezTo>
                      <a:pt x="623" y="590"/>
                      <a:pt x="690" y="448"/>
                      <a:pt x="837" y="269"/>
                    </a:cubicBezTo>
                    <a:cubicBezTo>
                      <a:pt x="1136" y="0"/>
                      <a:pt x="1458" y="28"/>
                      <a:pt x="1843" y="35"/>
                    </a:cubicBezTo>
                    <a:close/>
                  </a:path>
                </a:pathLst>
              </a:custGeom>
              <a:solidFill>
                <a:srgbClr val="FCD5E4"/>
              </a:solidFill>
              <a:ln w="2646" cap="flat">
                <a:noFill/>
              </a:ln>
            </p:spPr>
          </p:sp>
          <p:sp>
            <p:nvSpPr>
              <p:cNvPr id="2101" name="ICON_C_WINDOWS_GRAPHIC_path_073"/>
              <p:cNvSpPr/>
              <p:nvPr/>
            </p:nvSpPr>
            <p:spPr>
              <a:xfrm>
                <a:off x="6606646" y="7433919"/>
                <a:ext cx="45863" cy="67019"/>
              </a:xfrm>
              <a:custGeom>
                <a:avLst/>
                <a:gdLst/>
                <a:ahLst/>
                <a:cxnLst/>
                <a:rect l="0" t="0" r="r" b="b"/>
                <a:pathLst>
                  <a:path w="3611" h="5277" fill="norm" stroke="0">
                    <a:moveTo>
                      <a:pt x="2451" y="0"/>
                    </a:moveTo>
                    <a:cubicBezTo>
                      <a:pt x="3146" y="18"/>
                      <a:pt x="3146" y="18"/>
                      <a:pt x="3347" y="219"/>
                    </a:cubicBezTo>
                    <a:cubicBezTo>
                      <a:pt x="3598" y="566"/>
                      <a:pt x="3585" y="1025"/>
                      <a:pt x="3594" y="1436"/>
                    </a:cubicBezTo>
                    <a:cubicBezTo>
                      <a:pt x="3595" y="1468"/>
                      <a:pt x="3596" y="1500"/>
                      <a:pt x="3597" y="1533"/>
                    </a:cubicBezTo>
                    <a:cubicBezTo>
                      <a:pt x="3611" y="2065"/>
                      <a:pt x="3611" y="2065"/>
                      <a:pt x="3450" y="2267"/>
                    </a:cubicBezTo>
                    <a:cubicBezTo>
                      <a:pt x="3375" y="2332"/>
                      <a:pt x="3300" y="2396"/>
                      <a:pt x="3224" y="2460"/>
                    </a:cubicBezTo>
                    <a:cubicBezTo>
                      <a:pt x="3032" y="2670"/>
                      <a:pt x="3026" y="2946"/>
                      <a:pt x="2995" y="3220"/>
                    </a:cubicBezTo>
                    <a:cubicBezTo>
                      <a:pt x="2987" y="3278"/>
                      <a:pt x="2979" y="3336"/>
                      <a:pt x="2970" y="3395"/>
                    </a:cubicBezTo>
                    <a:cubicBezTo>
                      <a:pt x="2950" y="3536"/>
                      <a:pt x="2934" y="3677"/>
                      <a:pt x="2917" y="3819"/>
                    </a:cubicBezTo>
                    <a:cubicBezTo>
                      <a:pt x="2710" y="3819"/>
                      <a:pt x="2504" y="3819"/>
                      <a:pt x="2292" y="3819"/>
                    </a:cubicBezTo>
                    <a:cubicBezTo>
                      <a:pt x="2292" y="3681"/>
                      <a:pt x="2292" y="3544"/>
                      <a:pt x="2292" y="3402"/>
                    </a:cubicBezTo>
                    <a:cubicBezTo>
                      <a:pt x="2069" y="3429"/>
                      <a:pt x="1844" y="3462"/>
                      <a:pt x="1667" y="3610"/>
                    </a:cubicBezTo>
                    <a:cubicBezTo>
                      <a:pt x="1532" y="3862"/>
                      <a:pt x="1540" y="4178"/>
                      <a:pt x="1524" y="4457"/>
                    </a:cubicBezTo>
                    <a:cubicBezTo>
                      <a:pt x="1516" y="4536"/>
                      <a:pt x="1509" y="4615"/>
                      <a:pt x="1502" y="4695"/>
                    </a:cubicBezTo>
                    <a:cubicBezTo>
                      <a:pt x="1484" y="4889"/>
                      <a:pt x="1471" y="5082"/>
                      <a:pt x="1458" y="5277"/>
                    </a:cubicBezTo>
                    <a:cubicBezTo>
                      <a:pt x="1183" y="5277"/>
                      <a:pt x="908" y="5277"/>
                      <a:pt x="625" y="5277"/>
                    </a:cubicBezTo>
                    <a:cubicBezTo>
                      <a:pt x="625" y="4521"/>
                      <a:pt x="625" y="3765"/>
                      <a:pt x="625" y="2985"/>
                    </a:cubicBezTo>
                    <a:cubicBezTo>
                      <a:pt x="969" y="3054"/>
                      <a:pt x="1312" y="3123"/>
                      <a:pt x="1667" y="3194"/>
                    </a:cubicBezTo>
                    <a:cubicBezTo>
                      <a:pt x="1667" y="2919"/>
                      <a:pt x="1667" y="2644"/>
                      <a:pt x="1667" y="2360"/>
                    </a:cubicBezTo>
                    <a:cubicBezTo>
                      <a:pt x="1606" y="2345"/>
                      <a:pt x="1606" y="2345"/>
                      <a:pt x="1302" y="2269"/>
                    </a:cubicBezTo>
                    <a:cubicBezTo>
                      <a:pt x="868" y="2161"/>
                      <a:pt x="434" y="2052"/>
                      <a:pt x="0" y="1944"/>
                    </a:cubicBezTo>
                    <a:cubicBezTo>
                      <a:pt x="0" y="1806"/>
                      <a:pt x="0" y="1669"/>
                      <a:pt x="0" y="1527"/>
                    </a:cubicBezTo>
                    <a:cubicBezTo>
                      <a:pt x="161" y="1557"/>
                      <a:pt x="321" y="1587"/>
                      <a:pt x="482" y="1618"/>
                    </a:cubicBezTo>
                    <a:cubicBezTo>
                      <a:pt x="504" y="1622"/>
                      <a:pt x="504" y="1622"/>
                      <a:pt x="616" y="1643"/>
                    </a:cubicBezTo>
                    <a:cubicBezTo>
                      <a:pt x="979" y="1713"/>
                      <a:pt x="1320" y="1821"/>
                      <a:pt x="1667" y="1944"/>
                    </a:cubicBezTo>
                    <a:cubicBezTo>
                      <a:pt x="1672" y="1902"/>
                      <a:pt x="1677" y="1860"/>
                      <a:pt x="1683" y="1816"/>
                    </a:cubicBezTo>
                    <a:cubicBezTo>
                      <a:pt x="1702" y="1659"/>
                      <a:pt x="1723" y="1501"/>
                      <a:pt x="1744" y="1344"/>
                    </a:cubicBezTo>
                    <a:cubicBezTo>
                      <a:pt x="1753" y="1276"/>
                      <a:pt x="1762" y="1208"/>
                      <a:pt x="1770" y="1140"/>
                    </a:cubicBezTo>
                    <a:cubicBezTo>
                      <a:pt x="1909" y="24"/>
                      <a:pt x="1909" y="24"/>
                      <a:pt x="2451" y="0"/>
                    </a:cubicBezTo>
                    <a:close/>
                  </a:path>
                </a:pathLst>
              </a:custGeom>
              <a:solidFill>
                <a:srgbClr val="A8A1C1"/>
              </a:solidFill>
              <a:ln w="2646" cap="flat">
                <a:noFill/>
              </a:ln>
            </p:spPr>
          </p:sp>
          <p:sp>
            <p:nvSpPr>
              <p:cNvPr id="2102" name="ICON_C_WINDOWS_GRAPHIC_path_074"/>
              <p:cNvSpPr/>
              <p:nvPr/>
            </p:nvSpPr>
            <p:spPr>
              <a:xfrm>
                <a:off x="6690775" y="7355115"/>
                <a:ext cx="42870" cy="119364"/>
              </a:xfrm>
              <a:custGeom>
                <a:avLst/>
                <a:gdLst/>
                <a:ahLst/>
                <a:cxnLst/>
                <a:rect l="0" t="0" r="r" b="b"/>
                <a:pathLst>
                  <a:path w="3376" h="9399" fill="norm" stroke="0">
                    <a:moveTo>
                      <a:pt x="876" y="24"/>
                    </a:moveTo>
                    <a:cubicBezTo>
                      <a:pt x="1050" y="19"/>
                      <a:pt x="1224" y="15"/>
                      <a:pt x="1398" y="12"/>
                    </a:cubicBezTo>
                    <a:cubicBezTo>
                      <a:pt x="1457" y="11"/>
                      <a:pt x="1517" y="10"/>
                      <a:pt x="1576" y="8"/>
                    </a:cubicBezTo>
                    <a:cubicBezTo>
                      <a:pt x="1661" y="5"/>
                      <a:pt x="1746" y="4"/>
                      <a:pt x="1832" y="3"/>
                    </a:cubicBezTo>
                    <a:cubicBezTo>
                      <a:pt x="1883" y="2"/>
                      <a:pt x="1934" y="1"/>
                      <a:pt x="1987" y="0"/>
                    </a:cubicBezTo>
                    <a:cubicBezTo>
                      <a:pt x="2126" y="24"/>
                      <a:pt x="2126" y="24"/>
                      <a:pt x="2245" y="105"/>
                    </a:cubicBezTo>
                    <a:cubicBezTo>
                      <a:pt x="2364" y="274"/>
                      <a:pt x="2376" y="409"/>
                      <a:pt x="2393" y="612"/>
                    </a:cubicBezTo>
                    <a:cubicBezTo>
                      <a:pt x="2394" y="631"/>
                      <a:pt x="2394" y="631"/>
                      <a:pt x="2404" y="727"/>
                    </a:cubicBezTo>
                    <a:cubicBezTo>
                      <a:pt x="2416" y="853"/>
                      <a:pt x="2427" y="979"/>
                      <a:pt x="2438" y="1105"/>
                    </a:cubicBezTo>
                    <a:cubicBezTo>
                      <a:pt x="2447" y="1194"/>
                      <a:pt x="2455" y="1284"/>
                      <a:pt x="2464" y="1373"/>
                    </a:cubicBezTo>
                    <a:cubicBezTo>
                      <a:pt x="2486" y="1609"/>
                      <a:pt x="2508" y="1845"/>
                      <a:pt x="2529" y="2081"/>
                    </a:cubicBezTo>
                    <a:cubicBezTo>
                      <a:pt x="2563" y="2452"/>
                      <a:pt x="2598" y="2824"/>
                      <a:pt x="2634" y="3195"/>
                    </a:cubicBezTo>
                    <a:cubicBezTo>
                      <a:pt x="2642" y="3286"/>
                      <a:pt x="2651" y="3377"/>
                      <a:pt x="2659" y="3469"/>
                    </a:cubicBezTo>
                    <a:cubicBezTo>
                      <a:pt x="2741" y="4337"/>
                      <a:pt x="2844" y="5201"/>
                      <a:pt x="2959" y="6065"/>
                    </a:cubicBezTo>
                    <a:cubicBezTo>
                      <a:pt x="3096" y="5790"/>
                      <a:pt x="3234" y="5515"/>
                      <a:pt x="3376" y="5232"/>
                    </a:cubicBezTo>
                    <a:cubicBezTo>
                      <a:pt x="3357" y="5544"/>
                      <a:pt x="3338" y="5855"/>
                      <a:pt x="3316" y="6167"/>
                    </a:cubicBezTo>
                    <a:cubicBezTo>
                      <a:pt x="3305" y="6311"/>
                      <a:pt x="3296" y="6456"/>
                      <a:pt x="3288" y="6601"/>
                    </a:cubicBezTo>
                    <a:cubicBezTo>
                      <a:pt x="3246" y="7332"/>
                      <a:pt x="3160" y="7935"/>
                      <a:pt x="2751" y="8565"/>
                    </a:cubicBezTo>
                    <a:cubicBezTo>
                      <a:pt x="2572" y="8411"/>
                      <a:pt x="2515" y="8319"/>
                      <a:pt x="2484" y="8078"/>
                    </a:cubicBezTo>
                    <a:cubicBezTo>
                      <a:pt x="2480" y="8050"/>
                      <a:pt x="2476" y="8022"/>
                      <a:pt x="2472" y="7994"/>
                    </a:cubicBezTo>
                    <a:cubicBezTo>
                      <a:pt x="2460" y="7901"/>
                      <a:pt x="2449" y="7809"/>
                      <a:pt x="2438" y="7716"/>
                    </a:cubicBezTo>
                    <a:cubicBezTo>
                      <a:pt x="2430" y="7649"/>
                      <a:pt x="2421" y="7581"/>
                      <a:pt x="2413" y="7514"/>
                    </a:cubicBezTo>
                    <a:cubicBezTo>
                      <a:pt x="2390" y="7330"/>
                      <a:pt x="2369" y="7146"/>
                      <a:pt x="2347" y="6962"/>
                    </a:cubicBezTo>
                    <a:cubicBezTo>
                      <a:pt x="2334" y="6847"/>
                      <a:pt x="2320" y="6731"/>
                      <a:pt x="2306" y="6615"/>
                    </a:cubicBezTo>
                    <a:cubicBezTo>
                      <a:pt x="2190" y="5666"/>
                      <a:pt x="2113" y="4722"/>
                      <a:pt x="2086" y="3766"/>
                    </a:cubicBezTo>
                    <a:cubicBezTo>
                      <a:pt x="2082" y="3615"/>
                      <a:pt x="2077" y="3464"/>
                      <a:pt x="2072" y="3312"/>
                    </a:cubicBezTo>
                    <a:cubicBezTo>
                      <a:pt x="2058" y="2867"/>
                      <a:pt x="2047" y="2423"/>
                      <a:pt x="2045" y="1979"/>
                    </a:cubicBezTo>
                    <a:cubicBezTo>
                      <a:pt x="2043" y="1794"/>
                      <a:pt x="2038" y="1609"/>
                      <a:pt x="2033" y="1424"/>
                    </a:cubicBezTo>
                    <a:cubicBezTo>
                      <a:pt x="2031" y="1338"/>
                      <a:pt x="2030" y="1251"/>
                      <a:pt x="2031" y="1165"/>
                    </a:cubicBezTo>
                    <a:cubicBezTo>
                      <a:pt x="2038" y="622"/>
                      <a:pt x="2038" y="622"/>
                      <a:pt x="1917" y="440"/>
                    </a:cubicBezTo>
                    <a:cubicBezTo>
                      <a:pt x="1672" y="283"/>
                      <a:pt x="1369" y="254"/>
                      <a:pt x="1084" y="232"/>
                    </a:cubicBezTo>
                    <a:cubicBezTo>
                      <a:pt x="1084" y="264"/>
                      <a:pt x="1084" y="297"/>
                      <a:pt x="1085" y="330"/>
                    </a:cubicBezTo>
                    <a:cubicBezTo>
                      <a:pt x="1089" y="1127"/>
                      <a:pt x="1093" y="1924"/>
                      <a:pt x="1095" y="2721"/>
                    </a:cubicBezTo>
                    <a:cubicBezTo>
                      <a:pt x="1096" y="3106"/>
                      <a:pt x="1097" y="3492"/>
                      <a:pt x="1100" y="3877"/>
                    </a:cubicBezTo>
                    <a:cubicBezTo>
                      <a:pt x="1118" y="6827"/>
                      <a:pt x="1118" y="6827"/>
                      <a:pt x="1028" y="8100"/>
                    </a:cubicBezTo>
                    <a:cubicBezTo>
                      <a:pt x="1021" y="8198"/>
                      <a:pt x="1016" y="8296"/>
                      <a:pt x="1011" y="8394"/>
                    </a:cubicBezTo>
                    <a:cubicBezTo>
                      <a:pt x="981" y="8991"/>
                      <a:pt x="981" y="8991"/>
                      <a:pt x="876" y="9190"/>
                    </a:cubicBezTo>
                    <a:cubicBezTo>
                      <a:pt x="699" y="9345"/>
                      <a:pt x="478" y="9377"/>
                      <a:pt x="251" y="9399"/>
                    </a:cubicBezTo>
                    <a:cubicBezTo>
                      <a:pt x="0" y="9016"/>
                      <a:pt x="18" y="8667"/>
                      <a:pt x="29" y="8227"/>
                    </a:cubicBezTo>
                    <a:cubicBezTo>
                      <a:pt x="30" y="8159"/>
                      <a:pt x="31" y="8090"/>
                      <a:pt x="32" y="8022"/>
                    </a:cubicBezTo>
                    <a:cubicBezTo>
                      <a:pt x="34" y="7856"/>
                      <a:pt x="38" y="7690"/>
                      <a:pt x="42" y="7524"/>
                    </a:cubicBezTo>
                    <a:cubicBezTo>
                      <a:pt x="111" y="7524"/>
                      <a:pt x="180" y="7524"/>
                      <a:pt x="251" y="7524"/>
                    </a:cubicBezTo>
                    <a:cubicBezTo>
                      <a:pt x="319" y="7016"/>
                      <a:pt x="383" y="6509"/>
                      <a:pt x="446" y="6000"/>
                    </a:cubicBezTo>
                    <a:cubicBezTo>
                      <a:pt x="448" y="5981"/>
                      <a:pt x="448" y="5981"/>
                      <a:pt x="460" y="5883"/>
                    </a:cubicBezTo>
                    <a:cubicBezTo>
                      <a:pt x="628" y="4518"/>
                      <a:pt x="731" y="3155"/>
                      <a:pt x="798" y="1782"/>
                    </a:cubicBezTo>
                    <a:cubicBezTo>
                      <a:pt x="800" y="1737"/>
                      <a:pt x="802" y="1693"/>
                      <a:pt x="804" y="1647"/>
                    </a:cubicBezTo>
                    <a:cubicBezTo>
                      <a:pt x="830" y="1106"/>
                      <a:pt x="854" y="565"/>
                      <a:pt x="876" y="24"/>
                    </a:cubicBezTo>
                    <a:close/>
                  </a:path>
                </a:pathLst>
              </a:custGeom>
              <a:solidFill>
                <a:srgbClr val="E6E4EE"/>
              </a:solidFill>
              <a:ln w="2646" cap="flat">
                <a:noFill/>
              </a:ln>
            </p:spPr>
          </p:sp>
          <p:sp>
            <p:nvSpPr>
              <p:cNvPr id="2103" name="ICON_C_WINDOWS_GRAPHIC_path_075"/>
              <p:cNvSpPr/>
              <p:nvPr/>
            </p:nvSpPr>
            <p:spPr>
              <a:xfrm>
                <a:off x="5527146" y="7514167"/>
                <a:ext cx="89958" cy="119062"/>
              </a:xfrm>
              <a:custGeom>
                <a:avLst/>
                <a:gdLst/>
                <a:ahLst/>
                <a:cxnLst/>
                <a:rect l="0" t="0" r="r" b="b"/>
                <a:pathLst>
                  <a:path w="7083" h="9375" fill="norm" stroke="0">
                    <a:moveTo>
                      <a:pt x="7083" y="0"/>
                    </a:moveTo>
                    <a:cubicBezTo>
                      <a:pt x="7083" y="3094"/>
                      <a:pt x="7083" y="6188"/>
                      <a:pt x="7083" y="9375"/>
                    </a:cubicBezTo>
                    <a:cubicBezTo>
                      <a:pt x="4746" y="9306"/>
                      <a:pt x="2408" y="9237"/>
                      <a:pt x="0" y="9167"/>
                    </a:cubicBezTo>
                    <a:cubicBezTo>
                      <a:pt x="0" y="9098"/>
                      <a:pt x="0" y="9029"/>
                      <a:pt x="0" y="8958"/>
                    </a:cubicBezTo>
                    <a:cubicBezTo>
                      <a:pt x="411" y="8930"/>
                      <a:pt x="823" y="8903"/>
                      <a:pt x="1234" y="8877"/>
                    </a:cubicBezTo>
                    <a:cubicBezTo>
                      <a:pt x="1426" y="8865"/>
                      <a:pt x="1617" y="8852"/>
                      <a:pt x="1809" y="8839"/>
                    </a:cubicBezTo>
                    <a:cubicBezTo>
                      <a:pt x="3358" y="8732"/>
                      <a:pt x="4906" y="8739"/>
                      <a:pt x="6458" y="8750"/>
                    </a:cubicBezTo>
                    <a:cubicBezTo>
                      <a:pt x="6458" y="8706"/>
                      <a:pt x="6458" y="8662"/>
                      <a:pt x="6458" y="8617"/>
                    </a:cubicBezTo>
                    <a:cubicBezTo>
                      <a:pt x="6453" y="7551"/>
                      <a:pt x="6450" y="6486"/>
                      <a:pt x="6447" y="5420"/>
                    </a:cubicBezTo>
                    <a:cubicBezTo>
                      <a:pt x="6446" y="4904"/>
                      <a:pt x="6445" y="4389"/>
                      <a:pt x="6443" y="3874"/>
                    </a:cubicBezTo>
                    <a:cubicBezTo>
                      <a:pt x="6441" y="3424"/>
                      <a:pt x="6439" y="2975"/>
                      <a:pt x="6439" y="2526"/>
                    </a:cubicBezTo>
                    <a:cubicBezTo>
                      <a:pt x="6439" y="2288"/>
                      <a:pt x="6438" y="2050"/>
                      <a:pt x="6436" y="1812"/>
                    </a:cubicBezTo>
                    <a:cubicBezTo>
                      <a:pt x="6435" y="1588"/>
                      <a:pt x="6434" y="1365"/>
                      <a:pt x="6435" y="1141"/>
                    </a:cubicBezTo>
                    <a:cubicBezTo>
                      <a:pt x="6435" y="1059"/>
                      <a:pt x="6434" y="976"/>
                      <a:pt x="6434" y="894"/>
                    </a:cubicBezTo>
                    <a:cubicBezTo>
                      <a:pt x="6433" y="782"/>
                      <a:pt x="6433" y="670"/>
                      <a:pt x="6433" y="558"/>
                    </a:cubicBezTo>
                    <a:cubicBezTo>
                      <a:pt x="6433" y="525"/>
                      <a:pt x="6432" y="492"/>
                      <a:pt x="6431" y="459"/>
                    </a:cubicBezTo>
                    <a:cubicBezTo>
                      <a:pt x="6434" y="298"/>
                      <a:pt x="6450" y="221"/>
                      <a:pt x="6538" y="82"/>
                    </a:cubicBezTo>
                    <a:cubicBezTo>
                      <a:pt x="6667" y="0"/>
                      <a:pt x="6667" y="0"/>
                      <a:pt x="7083" y="0"/>
                    </a:cubicBezTo>
                    <a:close/>
                  </a:path>
                </a:pathLst>
              </a:custGeom>
              <a:solidFill>
                <a:srgbClr val="EBF4FD"/>
              </a:solidFill>
              <a:ln w="2646" cap="flat">
                <a:noFill/>
              </a:ln>
            </p:spPr>
          </p:sp>
          <p:sp>
            <p:nvSpPr>
              <p:cNvPr id="2104" name="ICON_C_WINDOWS_GRAPHIC_path_076"/>
              <p:cNvSpPr/>
              <p:nvPr/>
            </p:nvSpPr>
            <p:spPr>
              <a:xfrm>
                <a:off x="5725583" y="7424208"/>
                <a:ext cx="41058" cy="92604"/>
              </a:xfrm>
              <a:custGeom>
                <a:avLst/>
                <a:gdLst/>
                <a:ahLst/>
                <a:cxnLst/>
                <a:rect l="0" t="0" r="r" b="b"/>
                <a:pathLst>
                  <a:path w="3233" h="7292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825"/>
                      <a:pt x="625" y="1650"/>
                      <a:pt x="625" y="2500"/>
                    </a:cubicBezTo>
                    <a:cubicBezTo>
                      <a:pt x="857" y="2479"/>
                      <a:pt x="1089" y="2457"/>
                      <a:pt x="1328" y="2435"/>
                    </a:cubicBezTo>
                    <a:cubicBezTo>
                      <a:pt x="1857" y="2411"/>
                      <a:pt x="1857" y="2411"/>
                      <a:pt x="2083" y="2500"/>
                    </a:cubicBezTo>
                    <a:cubicBezTo>
                      <a:pt x="2268" y="2683"/>
                      <a:pt x="2324" y="2903"/>
                      <a:pt x="2371" y="3153"/>
                    </a:cubicBezTo>
                    <a:cubicBezTo>
                      <a:pt x="2401" y="3301"/>
                      <a:pt x="2425" y="3410"/>
                      <a:pt x="2500" y="3542"/>
                    </a:cubicBezTo>
                    <a:cubicBezTo>
                      <a:pt x="2646" y="3584"/>
                      <a:pt x="2646" y="3584"/>
                      <a:pt x="2730" y="3597"/>
                    </a:cubicBezTo>
                    <a:cubicBezTo>
                      <a:pt x="2877" y="3621"/>
                      <a:pt x="3009" y="3655"/>
                      <a:pt x="3125" y="3750"/>
                    </a:cubicBezTo>
                    <a:cubicBezTo>
                      <a:pt x="3233" y="3989"/>
                      <a:pt x="3166" y="4293"/>
                      <a:pt x="3140" y="4545"/>
                    </a:cubicBezTo>
                    <a:cubicBezTo>
                      <a:pt x="3135" y="4624"/>
                      <a:pt x="3129" y="4703"/>
                      <a:pt x="3124" y="4783"/>
                    </a:cubicBezTo>
                    <a:cubicBezTo>
                      <a:pt x="3109" y="4991"/>
                      <a:pt x="3091" y="5198"/>
                      <a:pt x="3071" y="5406"/>
                    </a:cubicBezTo>
                    <a:cubicBezTo>
                      <a:pt x="3052" y="5618"/>
                      <a:pt x="3037" y="5831"/>
                      <a:pt x="3021" y="6043"/>
                    </a:cubicBezTo>
                    <a:cubicBezTo>
                      <a:pt x="2990" y="6459"/>
                      <a:pt x="2955" y="6876"/>
                      <a:pt x="2917" y="7292"/>
                    </a:cubicBezTo>
                    <a:cubicBezTo>
                      <a:pt x="2710" y="7292"/>
                      <a:pt x="2504" y="7292"/>
                      <a:pt x="2292" y="7292"/>
                    </a:cubicBezTo>
                    <a:cubicBezTo>
                      <a:pt x="2286" y="7221"/>
                      <a:pt x="2281" y="7151"/>
                      <a:pt x="2276" y="7079"/>
                    </a:cubicBezTo>
                    <a:cubicBezTo>
                      <a:pt x="2258" y="6842"/>
                      <a:pt x="2240" y="6605"/>
                      <a:pt x="2221" y="6368"/>
                    </a:cubicBezTo>
                    <a:cubicBezTo>
                      <a:pt x="2210" y="6225"/>
                      <a:pt x="2199" y="6081"/>
                      <a:pt x="2188" y="5938"/>
                    </a:cubicBezTo>
                    <a:cubicBezTo>
                      <a:pt x="2133" y="5192"/>
                      <a:pt x="2037" y="4483"/>
                      <a:pt x="1875" y="3750"/>
                    </a:cubicBezTo>
                    <a:cubicBezTo>
                      <a:pt x="1531" y="3750"/>
                      <a:pt x="1188" y="3750"/>
                      <a:pt x="833" y="3750"/>
                    </a:cubicBezTo>
                    <a:cubicBezTo>
                      <a:pt x="765" y="4025"/>
                      <a:pt x="696" y="4300"/>
                      <a:pt x="625" y="4583"/>
                    </a:cubicBezTo>
                    <a:cubicBezTo>
                      <a:pt x="419" y="4583"/>
                      <a:pt x="212" y="4583"/>
                      <a:pt x="0" y="4583"/>
                    </a:cubicBezTo>
                    <a:cubicBezTo>
                      <a:pt x="0" y="3071"/>
                      <a:pt x="0" y="1558"/>
                      <a:pt x="0" y="0"/>
                    </a:cubicBezTo>
                    <a:close/>
                  </a:path>
                </a:pathLst>
              </a:custGeom>
              <a:solidFill>
                <a:srgbClr val="8C8AA8"/>
              </a:solidFill>
              <a:ln w="2646" cap="flat">
                <a:noFill/>
              </a:ln>
            </p:spPr>
          </p:sp>
          <p:sp>
            <p:nvSpPr>
              <p:cNvPr id="2105" name="ICON_C_WINDOWS_GRAPHIC_path_077"/>
              <p:cNvSpPr/>
              <p:nvPr/>
            </p:nvSpPr>
            <p:spPr>
              <a:xfrm>
                <a:off x="6817221" y="7441667"/>
                <a:ext cx="34930" cy="75147"/>
              </a:xfrm>
              <a:custGeom>
                <a:avLst/>
                <a:gdLst/>
                <a:ahLst/>
                <a:cxnLst/>
                <a:rect l="0" t="0" r="r" b="b"/>
                <a:pathLst>
                  <a:path w="2750" h="5917" fill="norm" stroke="0">
                    <a:moveTo>
                      <a:pt x="1219" y="45"/>
                    </a:moveTo>
                    <a:cubicBezTo>
                      <a:pt x="1635" y="144"/>
                      <a:pt x="1869" y="372"/>
                      <a:pt x="2093" y="721"/>
                    </a:cubicBezTo>
                    <a:cubicBezTo>
                      <a:pt x="2129" y="781"/>
                      <a:pt x="2164" y="841"/>
                      <a:pt x="2199" y="901"/>
                    </a:cubicBezTo>
                    <a:cubicBezTo>
                      <a:pt x="2218" y="932"/>
                      <a:pt x="2236" y="963"/>
                      <a:pt x="2255" y="995"/>
                    </a:cubicBezTo>
                    <a:cubicBezTo>
                      <a:pt x="2750" y="1867"/>
                      <a:pt x="2682" y="2809"/>
                      <a:pt x="2643" y="3782"/>
                    </a:cubicBezTo>
                    <a:cubicBezTo>
                      <a:pt x="2634" y="4024"/>
                      <a:pt x="2631" y="4265"/>
                      <a:pt x="2627" y="4507"/>
                    </a:cubicBezTo>
                    <a:cubicBezTo>
                      <a:pt x="2618" y="4977"/>
                      <a:pt x="2603" y="5447"/>
                      <a:pt x="2586" y="5917"/>
                    </a:cubicBezTo>
                    <a:cubicBezTo>
                      <a:pt x="2311" y="5917"/>
                      <a:pt x="2036" y="5917"/>
                      <a:pt x="1753" y="5917"/>
                    </a:cubicBezTo>
                    <a:cubicBezTo>
                      <a:pt x="1753" y="4611"/>
                      <a:pt x="1753" y="3304"/>
                      <a:pt x="1753" y="1959"/>
                    </a:cubicBezTo>
                    <a:cubicBezTo>
                      <a:pt x="1615" y="1959"/>
                      <a:pt x="1477" y="1959"/>
                      <a:pt x="1336" y="1959"/>
                    </a:cubicBezTo>
                    <a:cubicBezTo>
                      <a:pt x="1348" y="1999"/>
                      <a:pt x="1360" y="2039"/>
                      <a:pt x="1372" y="2081"/>
                    </a:cubicBezTo>
                    <a:cubicBezTo>
                      <a:pt x="1410" y="2261"/>
                      <a:pt x="1435" y="2420"/>
                      <a:pt x="1336" y="2584"/>
                    </a:cubicBezTo>
                    <a:cubicBezTo>
                      <a:pt x="1032" y="2793"/>
                      <a:pt x="645" y="2896"/>
                      <a:pt x="294" y="3000"/>
                    </a:cubicBezTo>
                    <a:cubicBezTo>
                      <a:pt x="248" y="2720"/>
                      <a:pt x="207" y="2438"/>
                      <a:pt x="171" y="2156"/>
                    </a:cubicBezTo>
                    <a:cubicBezTo>
                      <a:pt x="158" y="2060"/>
                      <a:pt x="144" y="1965"/>
                      <a:pt x="128" y="1870"/>
                    </a:cubicBezTo>
                    <a:cubicBezTo>
                      <a:pt x="48" y="1382"/>
                      <a:pt x="0" y="976"/>
                      <a:pt x="280" y="546"/>
                    </a:cubicBezTo>
                    <a:cubicBezTo>
                      <a:pt x="308" y="509"/>
                      <a:pt x="335" y="472"/>
                      <a:pt x="363" y="434"/>
                    </a:cubicBezTo>
                    <a:cubicBezTo>
                      <a:pt x="375" y="417"/>
                      <a:pt x="375" y="417"/>
                      <a:pt x="441" y="328"/>
                    </a:cubicBezTo>
                    <a:cubicBezTo>
                      <a:pt x="663" y="66"/>
                      <a:pt x="880" y="0"/>
                      <a:pt x="1219" y="45"/>
                    </a:cubicBezTo>
                    <a:close/>
                  </a:path>
                </a:pathLst>
              </a:custGeom>
              <a:solidFill>
                <a:srgbClr val="C7C4D7"/>
              </a:solidFill>
              <a:ln w="2646" cap="flat">
                <a:noFill/>
              </a:ln>
            </p:spPr>
          </p:sp>
          <p:sp>
            <p:nvSpPr>
              <p:cNvPr id="2106" name="ICON_C_WINDOWS_GRAPHIC_path_078"/>
              <p:cNvSpPr/>
              <p:nvPr/>
            </p:nvSpPr>
            <p:spPr>
              <a:xfrm>
                <a:off x="6746134" y="7426854"/>
                <a:ext cx="43074" cy="116417"/>
              </a:xfrm>
              <a:custGeom>
                <a:avLst/>
                <a:gdLst/>
                <a:ahLst/>
                <a:cxnLst/>
                <a:rect l="0" t="0" r="r" b="b"/>
                <a:pathLst>
                  <a:path w="3392" h="9167" fill="norm" stroke="0">
                    <a:moveTo>
                      <a:pt x="2767" y="0"/>
                    </a:moveTo>
                    <a:cubicBezTo>
                      <a:pt x="2973" y="0"/>
                      <a:pt x="3179" y="0"/>
                      <a:pt x="3392" y="0"/>
                    </a:cubicBezTo>
                    <a:cubicBezTo>
                      <a:pt x="3323" y="619"/>
                      <a:pt x="3254" y="1237"/>
                      <a:pt x="3183" y="1875"/>
                    </a:cubicBezTo>
                    <a:cubicBezTo>
                      <a:pt x="3046" y="1875"/>
                      <a:pt x="2908" y="1875"/>
                      <a:pt x="2767" y="1875"/>
                    </a:cubicBezTo>
                    <a:cubicBezTo>
                      <a:pt x="2698" y="2769"/>
                      <a:pt x="2629" y="3663"/>
                      <a:pt x="2558" y="4583"/>
                    </a:cubicBezTo>
                    <a:cubicBezTo>
                      <a:pt x="2421" y="4583"/>
                      <a:pt x="2283" y="4583"/>
                      <a:pt x="2142" y="4583"/>
                    </a:cubicBezTo>
                    <a:cubicBezTo>
                      <a:pt x="2073" y="4308"/>
                      <a:pt x="2004" y="4033"/>
                      <a:pt x="1933" y="3750"/>
                    </a:cubicBezTo>
                    <a:cubicBezTo>
                      <a:pt x="1313" y="3950"/>
                      <a:pt x="1313" y="3950"/>
                      <a:pt x="1100" y="4167"/>
                    </a:cubicBezTo>
                    <a:cubicBezTo>
                      <a:pt x="1020" y="4336"/>
                      <a:pt x="998" y="4503"/>
                      <a:pt x="976" y="4688"/>
                    </a:cubicBezTo>
                    <a:cubicBezTo>
                      <a:pt x="969" y="4742"/>
                      <a:pt x="961" y="4796"/>
                      <a:pt x="953" y="4850"/>
                    </a:cubicBezTo>
                    <a:cubicBezTo>
                      <a:pt x="846" y="5641"/>
                      <a:pt x="819" y="6444"/>
                      <a:pt x="781" y="7241"/>
                    </a:cubicBezTo>
                    <a:cubicBezTo>
                      <a:pt x="770" y="7459"/>
                      <a:pt x="759" y="7677"/>
                      <a:pt x="747" y="7895"/>
                    </a:cubicBezTo>
                    <a:cubicBezTo>
                      <a:pt x="725" y="8319"/>
                      <a:pt x="704" y="8743"/>
                      <a:pt x="683" y="9167"/>
                    </a:cubicBezTo>
                    <a:cubicBezTo>
                      <a:pt x="477" y="9167"/>
                      <a:pt x="271" y="9167"/>
                      <a:pt x="58" y="9167"/>
                    </a:cubicBezTo>
                    <a:cubicBezTo>
                      <a:pt x="49" y="8638"/>
                      <a:pt x="41" y="8109"/>
                      <a:pt x="37" y="7580"/>
                    </a:cubicBezTo>
                    <a:cubicBezTo>
                      <a:pt x="35" y="7334"/>
                      <a:pt x="32" y="7089"/>
                      <a:pt x="27" y="6843"/>
                    </a:cubicBezTo>
                    <a:cubicBezTo>
                      <a:pt x="22" y="6605"/>
                      <a:pt x="20" y="6368"/>
                      <a:pt x="19" y="6130"/>
                    </a:cubicBezTo>
                    <a:cubicBezTo>
                      <a:pt x="18" y="6040"/>
                      <a:pt x="16" y="5950"/>
                      <a:pt x="14" y="5860"/>
                    </a:cubicBezTo>
                    <a:cubicBezTo>
                      <a:pt x="0" y="5274"/>
                      <a:pt x="77" y="4862"/>
                      <a:pt x="376" y="4353"/>
                    </a:cubicBezTo>
                    <a:cubicBezTo>
                      <a:pt x="484" y="4165"/>
                      <a:pt x="531" y="3979"/>
                      <a:pt x="570" y="3766"/>
                    </a:cubicBezTo>
                    <a:cubicBezTo>
                      <a:pt x="577" y="3733"/>
                      <a:pt x="583" y="3699"/>
                      <a:pt x="590" y="3665"/>
                    </a:cubicBezTo>
                    <a:cubicBezTo>
                      <a:pt x="595" y="3635"/>
                      <a:pt x="601" y="3605"/>
                      <a:pt x="607" y="3575"/>
                    </a:cubicBezTo>
                    <a:cubicBezTo>
                      <a:pt x="723" y="2968"/>
                      <a:pt x="723" y="2968"/>
                      <a:pt x="892" y="2708"/>
                    </a:cubicBezTo>
                    <a:cubicBezTo>
                      <a:pt x="1110" y="2608"/>
                      <a:pt x="1322" y="2655"/>
                      <a:pt x="1553" y="2692"/>
                    </a:cubicBezTo>
                    <a:cubicBezTo>
                      <a:pt x="1686" y="2711"/>
                      <a:pt x="1800" y="2726"/>
                      <a:pt x="1933" y="2708"/>
                    </a:cubicBezTo>
                    <a:cubicBezTo>
                      <a:pt x="2147" y="2528"/>
                      <a:pt x="2229" y="2236"/>
                      <a:pt x="2305" y="1975"/>
                    </a:cubicBezTo>
                    <a:cubicBezTo>
                      <a:pt x="2350" y="1875"/>
                      <a:pt x="2350" y="1875"/>
                      <a:pt x="2455" y="1782"/>
                    </a:cubicBezTo>
                    <a:cubicBezTo>
                      <a:pt x="2597" y="1623"/>
                      <a:pt x="2604" y="1489"/>
                      <a:pt x="2624" y="1282"/>
                    </a:cubicBezTo>
                    <a:cubicBezTo>
                      <a:pt x="2629" y="1245"/>
                      <a:pt x="2633" y="1208"/>
                      <a:pt x="2637" y="1171"/>
                    </a:cubicBezTo>
                    <a:cubicBezTo>
                      <a:pt x="2651" y="1054"/>
                      <a:pt x="2663" y="937"/>
                      <a:pt x="2675" y="820"/>
                    </a:cubicBezTo>
                    <a:cubicBezTo>
                      <a:pt x="2685" y="741"/>
                      <a:pt x="2694" y="662"/>
                      <a:pt x="2703" y="582"/>
                    </a:cubicBezTo>
                    <a:cubicBezTo>
                      <a:pt x="2725" y="388"/>
                      <a:pt x="2746" y="194"/>
                      <a:pt x="2767" y="0"/>
                    </a:cubicBezTo>
                    <a:close/>
                  </a:path>
                </a:pathLst>
              </a:custGeom>
              <a:solidFill>
                <a:srgbClr val="8A88A8"/>
              </a:solidFill>
              <a:ln w="2646" cap="flat">
                <a:noFill/>
              </a:ln>
            </p:spPr>
          </p:sp>
          <p:sp>
            <p:nvSpPr>
              <p:cNvPr id="2107" name="ICON_C_WINDOWS_GRAPHIC_path_079"/>
              <p:cNvSpPr/>
              <p:nvPr/>
            </p:nvSpPr>
            <p:spPr>
              <a:xfrm>
                <a:off x="5920883" y="7432146"/>
                <a:ext cx="34938" cy="76729"/>
              </a:xfrm>
              <a:custGeom>
                <a:avLst/>
                <a:gdLst/>
                <a:ahLst/>
                <a:cxnLst/>
                <a:rect l="0" t="0" r="r" b="b"/>
                <a:pathLst>
                  <a:path w="2751" h="6042" fill="norm" stroke="0">
                    <a:moveTo>
                      <a:pt x="2539" y="0"/>
                    </a:moveTo>
                    <a:cubicBezTo>
                      <a:pt x="2750" y="592"/>
                      <a:pt x="2751" y="1028"/>
                      <a:pt x="2597" y="1632"/>
                    </a:cubicBezTo>
                    <a:cubicBezTo>
                      <a:pt x="2365" y="2550"/>
                      <a:pt x="2265" y="3460"/>
                      <a:pt x="2200" y="4401"/>
                    </a:cubicBezTo>
                    <a:cubicBezTo>
                      <a:pt x="2198" y="4432"/>
                      <a:pt x="2196" y="4462"/>
                      <a:pt x="2194" y="4494"/>
                    </a:cubicBezTo>
                    <a:cubicBezTo>
                      <a:pt x="2168" y="4871"/>
                      <a:pt x="2144" y="5248"/>
                      <a:pt x="2122" y="5625"/>
                    </a:cubicBezTo>
                    <a:cubicBezTo>
                      <a:pt x="2053" y="5487"/>
                      <a:pt x="1985" y="5350"/>
                      <a:pt x="1914" y="5208"/>
                    </a:cubicBezTo>
                    <a:cubicBezTo>
                      <a:pt x="1570" y="5483"/>
                      <a:pt x="1226" y="5758"/>
                      <a:pt x="872" y="6042"/>
                    </a:cubicBezTo>
                    <a:cubicBezTo>
                      <a:pt x="29" y="5224"/>
                      <a:pt x="29" y="5224"/>
                      <a:pt x="1" y="4690"/>
                    </a:cubicBezTo>
                    <a:cubicBezTo>
                      <a:pt x="0" y="4218"/>
                      <a:pt x="35" y="3600"/>
                      <a:pt x="339" y="3218"/>
                    </a:cubicBezTo>
                    <a:cubicBezTo>
                      <a:pt x="477" y="3103"/>
                      <a:pt x="621" y="3018"/>
                      <a:pt x="779" y="2934"/>
                    </a:cubicBezTo>
                    <a:cubicBezTo>
                      <a:pt x="954" y="2833"/>
                      <a:pt x="1058" y="2766"/>
                      <a:pt x="1133" y="2574"/>
                    </a:cubicBezTo>
                    <a:cubicBezTo>
                      <a:pt x="1185" y="2358"/>
                      <a:pt x="1205" y="2138"/>
                      <a:pt x="1227" y="1918"/>
                    </a:cubicBezTo>
                    <a:cubicBezTo>
                      <a:pt x="1275" y="1454"/>
                      <a:pt x="1404" y="1195"/>
                      <a:pt x="1705" y="833"/>
                    </a:cubicBezTo>
                    <a:cubicBezTo>
                      <a:pt x="1705" y="1040"/>
                      <a:pt x="1705" y="1246"/>
                      <a:pt x="1705" y="1458"/>
                    </a:cubicBezTo>
                    <a:cubicBezTo>
                      <a:pt x="1937" y="1382"/>
                      <a:pt x="2076" y="1334"/>
                      <a:pt x="2196" y="1116"/>
                    </a:cubicBezTo>
                    <a:cubicBezTo>
                      <a:pt x="2260" y="951"/>
                      <a:pt x="2309" y="782"/>
                      <a:pt x="2356" y="612"/>
                    </a:cubicBezTo>
                    <a:cubicBezTo>
                      <a:pt x="2375" y="553"/>
                      <a:pt x="2393" y="493"/>
                      <a:pt x="2411" y="434"/>
                    </a:cubicBezTo>
                    <a:cubicBezTo>
                      <a:pt x="2455" y="290"/>
                      <a:pt x="2498" y="145"/>
                      <a:pt x="2539" y="0"/>
                    </a:cubicBezTo>
                    <a:close/>
                  </a:path>
                </a:pathLst>
              </a:custGeom>
              <a:solidFill>
                <a:srgbClr val="C6A0BF"/>
              </a:solidFill>
              <a:ln w="2646" cap="flat">
                <a:noFill/>
              </a:ln>
            </p:spPr>
          </p:sp>
          <p:sp>
            <p:nvSpPr>
              <p:cNvPr id="2108" name="ICON_C_WINDOWS_GRAPHIC_path_080"/>
              <p:cNvSpPr/>
              <p:nvPr/>
            </p:nvSpPr>
            <p:spPr>
              <a:xfrm>
                <a:off x="5619750" y="7294562"/>
                <a:ext cx="13229" cy="137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0833" fill="norm" stroke="0">
                    <a:moveTo>
                      <a:pt x="833" y="0"/>
                    </a:moveTo>
                    <a:cubicBezTo>
                      <a:pt x="902" y="0"/>
                      <a:pt x="971" y="0"/>
                      <a:pt x="1042" y="0"/>
                    </a:cubicBezTo>
                    <a:cubicBezTo>
                      <a:pt x="1042" y="3575"/>
                      <a:pt x="1042" y="7150"/>
                      <a:pt x="1042" y="10833"/>
                    </a:cubicBezTo>
                    <a:cubicBezTo>
                      <a:pt x="973" y="10833"/>
                      <a:pt x="904" y="10833"/>
                      <a:pt x="833" y="10833"/>
                    </a:cubicBezTo>
                    <a:cubicBezTo>
                      <a:pt x="765" y="9115"/>
                      <a:pt x="696" y="7396"/>
                      <a:pt x="625" y="5625"/>
                    </a:cubicBezTo>
                    <a:cubicBezTo>
                      <a:pt x="486" y="6182"/>
                      <a:pt x="381" y="6663"/>
                      <a:pt x="351" y="7223"/>
                    </a:cubicBezTo>
                    <a:cubicBezTo>
                      <a:pt x="346" y="7292"/>
                      <a:pt x="342" y="7361"/>
                      <a:pt x="338" y="7430"/>
                    </a:cubicBezTo>
                    <a:cubicBezTo>
                      <a:pt x="326" y="7608"/>
                      <a:pt x="316" y="7786"/>
                      <a:pt x="306" y="7964"/>
                    </a:cubicBezTo>
                    <a:cubicBezTo>
                      <a:pt x="295" y="8147"/>
                      <a:pt x="284" y="8330"/>
                      <a:pt x="272" y="8513"/>
                    </a:cubicBezTo>
                    <a:cubicBezTo>
                      <a:pt x="250" y="8870"/>
                      <a:pt x="229" y="9227"/>
                      <a:pt x="208" y="9583"/>
                    </a:cubicBezTo>
                    <a:cubicBezTo>
                      <a:pt x="140" y="9583"/>
                      <a:pt x="71" y="9583"/>
                      <a:pt x="0" y="9583"/>
                    </a:cubicBezTo>
                    <a:cubicBezTo>
                      <a:pt x="0" y="6558"/>
                      <a:pt x="0" y="3533"/>
                      <a:pt x="0" y="417"/>
                    </a:cubicBezTo>
                    <a:cubicBezTo>
                      <a:pt x="103" y="485"/>
                      <a:pt x="103" y="485"/>
                      <a:pt x="625" y="833"/>
                    </a:cubicBezTo>
                    <a:cubicBezTo>
                      <a:pt x="694" y="558"/>
                      <a:pt x="762" y="283"/>
                      <a:pt x="833" y="0"/>
                    </a:cubicBezTo>
                    <a:close/>
                  </a:path>
                </a:pathLst>
              </a:custGeom>
              <a:solidFill>
                <a:srgbClr val="8AACF9"/>
              </a:solidFill>
              <a:ln w="2646" cap="flat">
                <a:noFill/>
              </a:ln>
            </p:spPr>
          </p:sp>
          <p:sp>
            <p:nvSpPr>
              <p:cNvPr id="2109" name="ICON_C_WINDOWS_GRAPHIC_path_081"/>
              <p:cNvSpPr/>
              <p:nvPr/>
            </p:nvSpPr>
            <p:spPr>
              <a:xfrm>
                <a:off x="5220228" y="7431412"/>
                <a:ext cx="35351" cy="106566"/>
              </a:xfrm>
              <a:custGeom>
                <a:avLst/>
                <a:gdLst/>
                <a:ahLst/>
                <a:cxnLst/>
                <a:rect l="0" t="0" r="r" b="b"/>
                <a:pathLst>
                  <a:path w="2784" h="8391" fill="norm" stroke="0">
                    <a:moveTo>
                      <a:pt x="1167" y="16"/>
                    </a:moveTo>
                    <a:cubicBezTo>
                      <a:pt x="1266" y="25"/>
                      <a:pt x="1360" y="39"/>
                      <a:pt x="1458" y="58"/>
                    </a:cubicBezTo>
                    <a:cubicBezTo>
                      <a:pt x="1460" y="83"/>
                      <a:pt x="1462" y="108"/>
                      <a:pt x="1464" y="134"/>
                    </a:cubicBezTo>
                    <a:cubicBezTo>
                      <a:pt x="1482" y="398"/>
                      <a:pt x="1502" y="661"/>
                      <a:pt x="1525" y="925"/>
                    </a:cubicBezTo>
                    <a:cubicBezTo>
                      <a:pt x="1532" y="1023"/>
                      <a:pt x="1540" y="1121"/>
                      <a:pt x="1546" y="1220"/>
                    </a:cubicBezTo>
                    <a:cubicBezTo>
                      <a:pt x="1556" y="1361"/>
                      <a:pt x="1568" y="1503"/>
                      <a:pt x="1580" y="1645"/>
                    </a:cubicBezTo>
                    <a:cubicBezTo>
                      <a:pt x="1583" y="1688"/>
                      <a:pt x="1585" y="1731"/>
                      <a:pt x="1588" y="1776"/>
                    </a:cubicBezTo>
                    <a:cubicBezTo>
                      <a:pt x="1613" y="2034"/>
                      <a:pt x="1664" y="2157"/>
                      <a:pt x="1859" y="2328"/>
                    </a:cubicBezTo>
                    <a:cubicBezTo>
                      <a:pt x="2176" y="2617"/>
                      <a:pt x="2287" y="2991"/>
                      <a:pt x="2420" y="3390"/>
                    </a:cubicBezTo>
                    <a:cubicBezTo>
                      <a:pt x="2433" y="3431"/>
                      <a:pt x="2447" y="3471"/>
                      <a:pt x="2461" y="3513"/>
                    </a:cubicBezTo>
                    <a:cubicBezTo>
                      <a:pt x="2776" y="4471"/>
                      <a:pt x="2784" y="5398"/>
                      <a:pt x="2751" y="6396"/>
                    </a:cubicBezTo>
                    <a:cubicBezTo>
                      <a:pt x="2745" y="6623"/>
                      <a:pt x="2742" y="6849"/>
                      <a:pt x="2739" y="7076"/>
                    </a:cubicBezTo>
                    <a:cubicBezTo>
                      <a:pt x="2732" y="7514"/>
                      <a:pt x="2722" y="7953"/>
                      <a:pt x="2708" y="8391"/>
                    </a:cubicBezTo>
                    <a:cubicBezTo>
                      <a:pt x="2502" y="8391"/>
                      <a:pt x="2296" y="8391"/>
                      <a:pt x="2083" y="8391"/>
                    </a:cubicBezTo>
                    <a:cubicBezTo>
                      <a:pt x="2080" y="8288"/>
                      <a:pt x="2077" y="8185"/>
                      <a:pt x="2074" y="8079"/>
                    </a:cubicBezTo>
                    <a:cubicBezTo>
                      <a:pt x="2064" y="7736"/>
                      <a:pt x="2050" y="7392"/>
                      <a:pt x="2034" y="7049"/>
                    </a:cubicBezTo>
                    <a:cubicBezTo>
                      <a:pt x="2025" y="6841"/>
                      <a:pt x="2017" y="6633"/>
                      <a:pt x="2011" y="6425"/>
                    </a:cubicBezTo>
                    <a:cubicBezTo>
                      <a:pt x="1966" y="4806"/>
                      <a:pt x="1966" y="4806"/>
                      <a:pt x="1387" y="4187"/>
                    </a:cubicBezTo>
                    <a:cubicBezTo>
                      <a:pt x="1181" y="3958"/>
                      <a:pt x="1181" y="3720"/>
                      <a:pt x="1195" y="3424"/>
                    </a:cubicBezTo>
                    <a:cubicBezTo>
                      <a:pt x="1200" y="3361"/>
                      <a:pt x="1206" y="3298"/>
                      <a:pt x="1211" y="3235"/>
                    </a:cubicBezTo>
                    <a:cubicBezTo>
                      <a:pt x="1214" y="3168"/>
                      <a:pt x="1217" y="3102"/>
                      <a:pt x="1220" y="3035"/>
                    </a:cubicBezTo>
                    <a:cubicBezTo>
                      <a:pt x="1226" y="2876"/>
                      <a:pt x="1238" y="2718"/>
                      <a:pt x="1250" y="2558"/>
                    </a:cubicBezTo>
                    <a:cubicBezTo>
                      <a:pt x="837" y="2558"/>
                      <a:pt x="425" y="2558"/>
                      <a:pt x="0" y="2558"/>
                    </a:cubicBezTo>
                    <a:cubicBezTo>
                      <a:pt x="92" y="1948"/>
                      <a:pt x="229" y="1393"/>
                      <a:pt x="456" y="821"/>
                    </a:cubicBezTo>
                    <a:cubicBezTo>
                      <a:pt x="482" y="755"/>
                      <a:pt x="507" y="689"/>
                      <a:pt x="531" y="622"/>
                    </a:cubicBezTo>
                    <a:cubicBezTo>
                      <a:pt x="758" y="0"/>
                      <a:pt x="758" y="0"/>
                      <a:pt x="1167" y="16"/>
                    </a:cubicBezTo>
                    <a:close/>
                  </a:path>
                </a:pathLst>
              </a:custGeom>
              <a:solidFill>
                <a:srgbClr val="8987A4"/>
              </a:solidFill>
              <a:ln w="2646" cap="flat">
                <a:noFill/>
              </a:ln>
            </p:spPr>
          </p:sp>
          <p:sp>
            <p:nvSpPr>
              <p:cNvPr id="2110" name="ICON_C_WINDOWS_GRAPHIC_path_082"/>
              <p:cNvSpPr/>
              <p:nvPr/>
            </p:nvSpPr>
            <p:spPr>
              <a:xfrm>
                <a:off x="5536933" y="7384521"/>
                <a:ext cx="42564" cy="104386"/>
              </a:xfrm>
              <a:custGeom>
                <a:avLst/>
                <a:gdLst/>
                <a:ahLst/>
                <a:cxnLst/>
                <a:rect l="0" t="0" r="r" b="b"/>
                <a:pathLst>
                  <a:path w="3351" h="8219" fill="norm" stroke="0">
                    <a:moveTo>
                      <a:pt x="2771" y="0"/>
                    </a:moveTo>
                    <a:cubicBezTo>
                      <a:pt x="2909" y="0"/>
                      <a:pt x="3046" y="0"/>
                      <a:pt x="3188" y="0"/>
                    </a:cubicBezTo>
                    <a:cubicBezTo>
                      <a:pt x="3351" y="3410"/>
                      <a:pt x="3351" y="3410"/>
                      <a:pt x="2810" y="4232"/>
                    </a:cubicBezTo>
                    <a:cubicBezTo>
                      <a:pt x="2793" y="4258"/>
                      <a:pt x="2776" y="4284"/>
                      <a:pt x="2758" y="4311"/>
                    </a:cubicBezTo>
                    <a:cubicBezTo>
                      <a:pt x="2596" y="4547"/>
                      <a:pt x="2410" y="4746"/>
                      <a:pt x="2194" y="4932"/>
                    </a:cubicBezTo>
                    <a:cubicBezTo>
                      <a:pt x="1719" y="5351"/>
                      <a:pt x="1605" y="5724"/>
                      <a:pt x="1508" y="6341"/>
                    </a:cubicBezTo>
                    <a:cubicBezTo>
                      <a:pt x="1263" y="7809"/>
                      <a:pt x="1263" y="7809"/>
                      <a:pt x="896" y="8125"/>
                    </a:cubicBezTo>
                    <a:cubicBezTo>
                      <a:pt x="627" y="8219"/>
                      <a:pt x="338" y="8177"/>
                      <a:pt x="63" y="8125"/>
                    </a:cubicBezTo>
                    <a:cubicBezTo>
                      <a:pt x="52" y="7866"/>
                      <a:pt x="45" y="7606"/>
                      <a:pt x="40" y="7347"/>
                    </a:cubicBezTo>
                    <a:cubicBezTo>
                      <a:pt x="38" y="7259"/>
                      <a:pt x="35" y="7171"/>
                      <a:pt x="31" y="7082"/>
                    </a:cubicBezTo>
                    <a:cubicBezTo>
                      <a:pt x="0" y="6301"/>
                      <a:pt x="0" y="6301"/>
                      <a:pt x="153" y="6116"/>
                    </a:cubicBezTo>
                    <a:cubicBezTo>
                      <a:pt x="265" y="6016"/>
                      <a:pt x="265" y="6016"/>
                      <a:pt x="379" y="5927"/>
                    </a:cubicBezTo>
                    <a:cubicBezTo>
                      <a:pt x="563" y="5755"/>
                      <a:pt x="576" y="5526"/>
                      <a:pt x="610" y="5286"/>
                    </a:cubicBezTo>
                    <a:cubicBezTo>
                      <a:pt x="618" y="5239"/>
                      <a:pt x="626" y="5191"/>
                      <a:pt x="634" y="5142"/>
                    </a:cubicBezTo>
                    <a:cubicBezTo>
                      <a:pt x="653" y="5025"/>
                      <a:pt x="671" y="4909"/>
                      <a:pt x="688" y="4792"/>
                    </a:cubicBezTo>
                    <a:cubicBezTo>
                      <a:pt x="894" y="4792"/>
                      <a:pt x="1100" y="4792"/>
                      <a:pt x="1313" y="4792"/>
                    </a:cubicBezTo>
                    <a:cubicBezTo>
                      <a:pt x="1318" y="4726"/>
                      <a:pt x="1324" y="4661"/>
                      <a:pt x="1329" y="4593"/>
                    </a:cubicBezTo>
                    <a:cubicBezTo>
                      <a:pt x="1418" y="3851"/>
                      <a:pt x="1686" y="3483"/>
                      <a:pt x="2258" y="3024"/>
                    </a:cubicBezTo>
                    <a:cubicBezTo>
                      <a:pt x="2553" y="2697"/>
                      <a:pt x="2601" y="2338"/>
                      <a:pt x="2629" y="1913"/>
                    </a:cubicBezTo>
                    <a:cubicBezTo>
                      <a:pt x="2633" y="1857"/>
                      <a:pt x="2637" y="1801"/>
                      <a:pt x="2642" y="1746"/>
                    </a:cubicBezTo>
                    <a:cubicBezTo>
                      <a:pt x="2653" y="1602"/>
                      <a:pt x="2664" y="1457"/>
                      <a:pt x="2674" y="1312"/>
                    </a:cubicBezTo>
                    <a:cubicBezTo>
                      <a:pt x="2684" y="1164"/>
                      <a:pt x="2696" y="1016"/>
                      <a:pt x="2707" y="868"/>
                    </a:cubicBezTo>
                    <a:cubicBezTo>
                      <a:pt x="2729" y="579"/>
                      <a:pt x="2751" y="290"/>
                      <a:pt x="2771" y="0"/>
                    </a:cubicBezTo>
                    <a:close/>
                  </a:path>
                </a:pathLst>
              </a:custGeom>
              <a:solidFill>
                <a:srgbClr val="96ABD9"/>
              </a:solidFill>
              <a:ln w="2646" cap="flat">
                <a:noFill/>
              </a:ln>
            </p:spPr>
          </p:sp>
          <p:sp>
            <p:nvSpPr>
              <p:cNvPr id="2111" name="ICON_C_WINDOWS_GRAPHIC_path_083"/>
              <p:cNvSpPr/>
              <p:nvPr/>
            </p:nvSpPr>
            <p:spPr>
              <a:xfrm>
                <a:off x="5757016" y="7389812"/>
                <a:ext cx="45625" cy="95250"/>
              </a:xfrm>
              <a:custGeom>
                <a:avLst/>
                <a:gdLst/>
                <a:ahLst/>
                <a:cxnLst/>
                <a:rect l="0" t="0" r="r" b="b"/>
                <a:pathLst>
                  <a:path w="3592" h="7500" fill="norm" stroke="0">
                    <a:moveTo>
                      <a:pt x="2317" y="0"/>
                    </a:moveTo>
                    <a:cubicBezTo>
                      <a:pt x="2660" y="0"/>
                      <a:pt x="3004" y="0"/>
                      <a:pt x="3358" y="0"/>
                    </a:cubicBezTo>
                    <a:cubicBezTo>
                      <a:pt x="3567" y="208"/>
                      <a:pt x="3567" y="208"/>
                      <a:pt x="3592" y="296"/>
                    </a:cubicBezTo>
                    <a:cubicBezTo>
                      <a:pt x="3592" y="310"/>
                      <a:pt x="3592" y="310"/>
                      <a:pt x="3592" y="384"/>
                    </a:cubicBezTo>
                    <a:cubicBezTo>
                      <a:pt x="3592" y="417"/>
                      <a:pt x="3592" y="451"/>
                      <a:pt x="3592" y="485"/>
                    </a:cubicBezTo>
                    <a:cubicBezTo>
                      <a:pt x="3592" y="522"/>
                      <a:pt x="3591" y="558"/>
                      <a:pt x="3590" y="595"/>
                    </a:cubicBezTo>
                    <a:cubicBezTo>
                      <a:pt x="3590" y="634"/>
                      <a:pt x="3590" y="673"/>
                      <a:pt x="3590" y="712"/>
                    </a:cubicBezTo>
                    <a:cubicBezTo>
                      <a:pt x="3590" y="840"/>
                      <a:pt x="3589" y="967"/>
                      <a:pt x="3587" y="1095"/>
                    </a:cubicBezTo>
                    <a:cubicBezTo>
                      <a:pt x="3587" y="1183"/>
                      <a:pt x="3586" y="1271"/>
                      <a:pt x="3586" y="1360"/>
                    </a:cubicBezTo>
                    <a:cubicBezTo>
                      <a:pt x="3585" y="1592"/>
                      <a:pt x="3583" y="1825"/>
                      <a:pt x="3581" y="2058"/>
                    </a:cubicBezTo>
                    <a:cubicBezTo>
                      <a:pt x="3579" y="2295"/>
                      <a:pt x="3578" y="2532"/>
                      <a:pt x="3577" y="2770"/>
                    </a:cubicBezTo>
                    <a:cubicBezTo>
                      <a:pt x="3575" y="3235"/>
                      <a:pt x="3571" y="3701"/>
                      <a:pt x="3567" y="4167"/>
                    </a:cubicBezTo>
                    <a:cubicBezTo>
                      <a:pt x="3498" y="4167"/>
                      <a:pt x="3429" y="4167"/>
                      <a:pt x="3358" y="4167"/>
                    </a:cubicBezTo>
                    <a:cubicBezTo>
                      <a:pt x="3358" y="2998"/>
                      <a:pt x="3358" y="1829"/>
                      <a:pt x="3358" y="625"/>
                    </a:cubicBezTo>
                    <a:cubicBezTo>
                      <a:pt x="3152" y="625"/>
                      <a:pt x="2946" y="625"/>
                      <a:pt x="2733" y="625"/>
                    </a:cubicBezTo>
                    <a:cubicBezTo>
                      <a:pt x="2748" y="671"/>
                      <a:pt x="2762" y="718"/>
                      <a:pt x="2778" y="765"/>
                    </a:cubicBezTo>
                    <a:cubicBezTo>
                      <a:pt x="2954" y="1365"/>
                      <a:pt x="2976" y="1945"/>
                      <a:pt x="2976" y="2567"/>
                    </a:cubicBezTo>
                    <a:cubicBezTo>
                      <a:pt x="2977" y="2651"/>
                      <a:pt x="2977" y="2735"/>
                      <a:pt x="2978" y="2818"/>
                    </a:cubicBezTo>
                    <a:cubicBezTo>
                      <a:pt x="2980" y="3112"/>
                      <a:pt x="2980" y="3407"/>
                      <a:pt x="2980" y="3701"/>
                    </a:cubicBezTo>
                    <a:cubicBezTo>
                      <a:pt x="2980" y="3972"/>
                      <a:pt x="2982" y="4243"/>
                      <a:pt x="2986" y="4514"/>
                    </a:cubicBezTo>
                    <a:cubicBezTo>
                      <a:pt x="2988" y="4750"/>
                      <a:pt x="2989" y="4985"/>
                      <a:pt x="2989" y="5221"/>
                    </a:cubicBezTo>
                    <a:cubicBezTo>
                      <a:pt x="2989" y="5360"/>
                      <a:pt x="2990" y="5500"/>
                      <a:pt x="2992" y="5639"/>
                    </a:cubicBezTo>
                    <a:cubicBezTo>
                      <a:pt x="3003" y="6357"/>
                      <a:pt x="2921" y="6891"/>
                      <a:pt x="2525" y="7500"/>
                    </a:cubicBezTo>
                    <a:cubicBezTo>
                      <a:pt x="2453" y="7088"/>
                      <a:pt x="2384" y="6676"/>
                      <a:pt x="2317" y="6263"/>
                    </a:cubicBezTo>
                    <a:cubicBezTo>
                      <a:pt x="2312" y="6232"/>
                      <a:pt x="2307" y="6202"/>
                      <a:pt x="2302" y="6170"/>
                    </a:cubicBezTo>
                    <a:cubicBezTo>
                      <a:pt x="2126" y="5077"/>
                      <a:pt x="2057" y="4025"/>
                      <a:pt x="2108" y="2917"/>
                    </a:cubicBezTo>
                    <a:cubicBezTo>
                      <a:pt x="1765" y="2917"/>
                      <a:pt x="1421" y="2917"/>
                      <a:pt x="1067" y="2917"/>
                    </a:cubicBezTo>
                    <a:cubicBezTo>
                      <a:pt x="1093" y="3411"/>
                      <a:pt x="1093" y="3411"/>
                      <a:pt x="1104" y="3565"/>
                    </a:cubicBezTo>
                    <a:cubicBezTo>
                      <a:pt x="1113" y="3905"/>
                      <a:pt x="1113" y="3905"/>
                      <a:pt x="980" y="4059"/>
                    </a:cubicBezTo>
                    <a:cubicBezTo>
                      <a:pt x="944" y="4090"/>
                      <a:pt x="908" y="4121"/>
                      <a:pt x="871" y="4154"/>
                    </a:cubicBezTo>
                    <a:cubicBezTo>
                      <a:pt x="568" y="4419"/>
                      <a:pt x="510" y="4750"/>
                      <a:pt x="416" y="5130"/>
                    </a:cubicBezTo>
                    <a:cubicBezTo>
                      <a:pt x="397" y="5199"/>
                      <a:pt x="379" y="5267"/>
                      <a:pt x="361" y="5335"/>
                    </a:cubicBezTo>
                    <a:cubicBezTo>
                      <a:pt x="317" y="5501"/>
                      <a:pt x="275" y="5667"/>
                      <a:pt x="233" y="5833"/>
                    </a:cubicBezTo>
                    <a:cubicBezTo>
                      <a:pt x="0" y="5516"/>
                      <a:pt x="9" y="5243"/>
                      <a:pt x="60" y="4872"/>
                    </a:cubicBezTo>
                    <a:cubicBezTo>
                      <a:pt x="65" y="4839"/>
                      <a:pt x="70" y="4807"/>
                      <a:pt x="75" y="4774"/>
                    </a:cubicBezTo>
                    <a:cubicBezTo>
                      <a:pt x="90" y="4674"/>
                      <a:pt x="101" y="4575"/>
                      <a:pt x="113" y="4475"/>
                    </a:cubicBezTo>
                    <a:cubicBezTo>
                      <a:pt x="136" y="4293"/>
                      <a:pt x="166" y="4130"/>
                      <a:pt x="233" y="3958"/>
                    </a:cubicBezTo>
                    <a:cubicBezTo>
                      <a:pt x="337" y="3884"/>
                      <a:pt x="433" y="3852"/>
                      <a:pt x="553" y="3811"/>
                    </a:cubicBezTo>
                    <a:cubicBezTo>
                      <a:pt x="671" y="3737"/>
                      <a:pt x="690" y="3673"/>
                      <a:pt x="721" y="3540"/>
                    </a:cubicBezTo>
                    <a:cubicBezTo>
                      <a:pt x="727" y="3512"/>
                      <a:pt x="732" y="3485"/>
                      <a:pt x="738" y="3456"/>
                    </a:cubicBezTo>
                    <a:cubicBezTo>
                      <a:pt x="744" y="3429"/>
                      <a:pt x="750" y="3401"/>
                      <a:pt x="756" y="3373"/>
                    </a:cubicBezTo>
                    <a:cubicBezTo>
                      <a:pt x="780" y="3256"/>
                      <a:pt x="803" y="3141"/>
                      <a:pt x="817" y="3023"/>
                    </a:cubicBezTo>
                    <a:cubicBezTo>
                      <a:pt x="821" y="2993"/>
                      <a:pt x="825" y="2964"/>
                      <a:pt x="829" y="2934"/>
                    </a:cubicBezTo>
                    <a:cubicBezTo>
                      <a:pt x="832" y="2908"/>
                      <a:pt x="835" y="2882"/>
                      <a:pt x="837" y="2856"/>
                    </a:cubicBezTo>
                    <a:cubicBezTo>
                      <a:pt x="868" y="2766"/>
                      <a:pt x="868" y="2766"/>
                      <a:pt x="1067" y="2500"/>
                    </a:cubicBezTo>
                    <a:cubicBezTo>
                      <a:pt x="1479" y="2500"/>
                      <a:pt x="1892" y="2500"/>
                      <a:pt x="2317" y="2500"/>
                    </a:cubicBezTo>
                    <a:cubicBezTo>
                      <a:pt x="2317" y="1675"/>
                      <a:pt x="2317" y="850"/>
                      <a:pt x="2317" y="0"/>
                    </a:cubicBezTo>
                    <a:close/>
                  </a:path>
                </a:pathLst>
              </a:custGeom>
              <a:solidFill>
                <a:srgbClr val="C6C3D6"/>
              </a:solidFill>
              <a:ln w="2646" cap="flat">
                <a:noFill/>
              </a:ln>
            </p:spPr>
          </p:sp>
          <p:sp>
            <p:nvSpPr>
              <p:cNvPr id="2112" name="ICON_C_WINDOWS_GRAPHIC_path_084"/>
              <p:cNvSpPr/>
              <p:nvPr/>
            </p:nvSpPr>
            <p:spPr>
              <a:xfrm>
                <a:off x="6551885" y="7466542"/>
                <a:ext cx="41532" cy="166688"/>
              </a:xfrm>
              <a:custGeom>
                <a:avLst/>
                <a:gdLst/>
                <a:ahLst/>
                <a:cxnLst/>
                <a:rect l="0" t="0" r="r" b="b"/>
                <a:pathLst>
                  <a:path w="3270" h="13125" fill="norm" stroke="0">
                    <a:moveTo>
                      <a:pt x="2645" y="0"/>
                    </a:moveTo>
                    <a:cubicBezTo>
                      <a:pt x="2851" y="0"/>
                      <a:pt x="3058" y="0"/>
                      <a:pt x="3270" y="0"/>
                    </a:cubicBezTo>
                    <a:cubicBezTo>
                      <a:pt x="3201" y="4331"/>
                      <a:pt x="3133" y="8663"/>
                      <a:pt x="3062" y="13125"/>
                    </a:cubicBezTo>
                    <a:cubicBezTo>
                      <a:pt x="2993" y="13125"/>
                      <a:pt x="2924" y="13125"/>
                      <a:pt x="2854" y="13125"/>
                    </a:cubicBezTo>
                    <a:cubicBezTo>
                      <a:pt x="2785" y="9206"/>
                      <a:pt x="2716" y="5288"/>
                      <a:pt x="2645" y="1250"/>
                    </a:cubicBezTo>
                    <a:cubicBezTo>
                      <a:pt x="1927" y="3166"/>
                      <a:pt x="1927" y="3166"/>
                      <a:pt x="1929" y="4298"/>
                    </a:cubicBezTo>
                    <a:cubicBezTo>
                      <a:pt x="1931" y="4899"/>
                      <a:pt x="1910" y="5407"/>
                      <a:pt x="1473" y="5858"/>
                    </a:cubicBezTo>
                    <a:cubicBezTo>
                      <a:pt x="1464" y="5867"/>
                      <a:pt x="1464" y="5867"/>
                      <a:pt x="1417" y="5914"/>
                    </a:cubicBezTo>
                    <a:cubicBezTo>
                      <a:pt x="1382" y="5950"/>
                      <a:pt x="1347" y="5986"/>
                      <a:pt x="1310" y="6023"/>
                    </a:cubicBezTo>
                    <a:cubicBezTo>
                      <a:pt x="1163" y="6154"/>
                      <a:pt x="1055" y="6247"/>
                      <a:pt x="854" y="6255"/>
                    </a:cubicBezTo>
                    <a:cubicBezTo>
                      <a:pt x="593" y="6211"/>
                      <a:pt x="401" y="6124"/>
                      <a:pt x="214" y="5937"/>
                    </a:cubicBezTo>
                    <a:cubicBezTo>
                      <a:pt x="0" y="5613"/>
                      <a:pt x="95" y="5154"/>
                      <a:pt x="145" y="4792"/>
                    </a:cubicBezTo>
                    <a:cubicBezTo>
                      <a:pt x="214" y="5067"/>
                      <a:pt x="283" y="5342"/>
                      <a:pt x="354" y="5625"/>
                    </a:cubicBezTo>
                    <a:cubicBezTo>
                      <a:pt x="830" y="5558"/>
                      <a:pt x="830" y="5558"/>
                      <a:pt x="979" y="5417"/>
                    </a:cubicBezTo>
                    <a:cubicBezTo>
                      <a:pt x="1080" y="5163"/>
                      <a:pt x="1045" y="4856"/>
                      <a:pt x="1043" y="4588"/>
                    </a:cubicBezTo>
                    <a:cubicBezTo>
                      <a:pt x="1046" y="3469"/>
                      <a:pt x="1360" y="2550"/>
                      <a:pt x="1812" y="1536"/>
                    </a:cubicBezTo>
                    <a:cubicBezTo>
                      <a:pt x="1819" y="1520"/>
                      <a:pt x="1819" y="1520"/>
                      <a:pt x="1855" y="1438"/>
                    </a:cubicBezTo>
                    <a:cubicBezTo>
                      <a:pt x="1952" y="1220"/>
                      <a:pt x="2050" y="1003"/>
                      <a:pt x="2150" y="786"/>
                    </a:cubicBezTo>
                    <a:cubicBezTo>
                      <a:pt x="2163" y="758"/>
                      <a:pt x="2176" y="730"/>
                      <a:pt x="2190" y="701"/>
                    </a:cubicBezTo>
                    <a:cubicBezTo>
                      <a:pt x="2226" y="621"/>
                      <a:pt x="2264" y="542"/>
                      <a:pt x="2302" y="463"/>
                    </a:cubicBezTo>
                    <a:cubicBezTo>
                      <a:pt x="2323" y="419"/>
                      <a:pt x="2344" y="375"/>
                      <a:pt x="2366" y="329"/>
                    </a:cubicBezTo>
                    <a:cubicBezTo>
                      <a:pt x="2437" y="208"/>
                      <a:pt x="2437" y="208"/>
                      <a:pt x="2645" y="0"/>
                    </a:cubicBezTo>
                    <a:close/>
                  </a:path>
                </a:pathLst>
              </a:custGeom>
              <a:solidFill>
                <a:srgbClr val="ABD2D4"/>
              </a:solidFill>
              <a:ln w="2646" cap="flat">
                <a:noFill/>
              </a:ln>
            </p:spPr>
          </p:sp>
          <p:sp>
            <p:nvSpPr>
              <p:cNvPr id="2113" name="ICON_C_WINDOWS_GRAPHIC_path_085"/>
              <p:cNvSpPr/>
              <p:nvPr/>
            </p:nvSpPr>
            <p:spPr>
              <a:xfrm>
                <a:off x="5405437" y="7392455"/>
                <a:ext cx="74486" cy="59931"/>
              </a:xfrm>
              <a:custGeom>
                <a:avLst/>
                <a:gdLst/>
                <a:ahLst/>
                <a:cxnLst/>
                <a:rect l="0" t="0" r="r" b="b"/>
                <a:pathLst>
                  <a:path w="5865" h="4719" fill="norm" stroke="0">
                    <a:moveTo>
                      <a:pt x="931" y="1"/>
                    </a:moveTo>
                    <a:cubicBezTo>
                      <a:pt x="1578" y="252"/>
                      <a:pt x="1578" y="252"/>
                      <a:pt x="1717" y="510"/>
                    </a:cubicBezTo>
                    <a:cubicBezTo>
                      <a:pt x="1784" y="732"/>
                      <a:pt x="1791" y="960"/>
                      <a:pt x="1795" y="1190"/>
                    </a:cubicBezTo>
                    <a:cubicBezTo>
                      <a:pt x="1798" y="1401"/>
                      <a:pt x="1815" y="1610"/>
                      <a:pt x="1830" y="1820"/>
                    </a:cubicBezTo>
                    <a:cubicBezTo>
                      <a:pt x="1832" y="1840"/>
                      <a:pt x="1832" y="1840"/>
                      <a:pt x="1839" y="1944"/>
                    </a:cubicBezTo>
                    <a:cubicBezTo>
                      <a:pt x="1879" y="2451"/>
                      <a:pt x="2054" y="2886"/>
                      <a:pt x="2292" y="3334"/>
                    </a:cubicBezTo>
                    <a:cubicBezTo>
                      <a:pt x="2303" y="3304"/>
                      <a:pt x="2315" y="3275"/>
                      <a:pt x="2327" y="3244"/>
                    </a:cubicBezTo>
                    <a:cubicBezTo>
                      <a:pt x="2377" y="3128"/>
                      <a:pt x="2429" y="3023"/>
                      <a:pt x="2500" y="2917"/>
                    </a:cubicBezTo>
                    <a:cubicBezTo>
                      <a:pt x="2629" y="2867"/>
                      <a:pt x="2671" y="2857"/>
                      <a:pt x="2800" y="2865"/>
                    </a:cubicBezTo>
                    <a:cubicBezTo>
                      <a:pt x="2851" y="2864"/>
                      <a:pt x="2902" y="2863"/>
                      <a:pt x="2955" y="2862"/>
                    </a:cubicBezTo>
                    <a:cubicBezTo>
                      <a:pt x="3205" y="2906"/>
                      <a:pt x="3380" y="3152"/>
                      <a:pt x="3542" y="3334"/>
                    </a:cubicBezTo>
                    <a:cubicBezTo>
                      <a:pt x="3557" y="3291"/>
                      <a:pt x="3573" y="3248"/>
                      <a:pt x="3589" y="3203"/>
                    </a:cubicBezTo>
                    <a:cubicBezTo>
                      <a:pt x="3649" y="3042"/>
                      <a:pt x="3711" y="2882"/>
                      <a:pt x="3774" y="2722"/>
                    </a:cubicBezTo>
                    <a:cubicBezTo>
                      <a:pt x="3801" y="2653"/>
                      <a:pt x="3827" y="2584"/>
                      <a:pt x="3853" y="2514"/>
                    </a:cubicBezTo>
                    <a:cubicBezTo>
                      <a:pt x="4083" y="1880"/>
                      <a:pt x="4083" y="1880"/>
                      <a:pt x="4392" y="1731"/>
                    </a:cubicBezTo>
                    <a:cubicBezTo>
                      <a:pt x="4579" y="1664"/>
                      <a:pt x="4727" y="1639"/>
                      <a:pt x="4917" y="1721"/>
                    </a:cubicBezTo>
                    <a:cubicBezTo>
                      <a:pt x="5038" y="1815"/>
                      <a:pt x="5134" y="1916"/>
                      <a:pt x="5234" y="2031"/>
                    </a:cubicBezTo>
                    <a:cubicBezTo>
                      <a:pt x="5270" y="2067"/>
                      <a:pt x="5305" y="2102"/>
                      <a:pt x="5341" y="2139"/>
                    </a:cubicBezTo>
                    <a:cubicBezTo>
                      <a:pt x="5823" y="2655"/>
                      <a:pt x="5865" y="3219"/>
                      <a:pt x="5846" y="3894"/>
                    </a:cubicBezTo>
                    <a:cubicBezTo>
                      <a:pt x="5845" y="3961"/>
                      <a:pt x="5844" y="4028"/>
                      <a:pt x="5844" y="4096"/>
                    </a:cubicBezTo>
                    <a:cubicBezTo>
                      <a:pt x="5841" y="4258"/>
                      <a:pt x="5838" y="4421"/>
                      <a:pt x="5833" y="4584"/>
                    </a:cubicBezTo>
                    <a:cubicBezTo>
                      <a:pt x="5465" y="4113"/>
                      <a:pt x="5310" y="3665"/>
                      <a:pt x="5182" y="3086"/>
                    </a:cubicBezTo>
                    <a:cubicBezTo>
                      <a:pt x="5164" y="3009"/>
                      <a:pt x="5146" y="2931"/>
                      <a:pt x="5128" y="2854"/>
                    </a:cubicBezTo>
                    <a:cubicBezTo>
                      <a:pt x="5084" y="2667"/>
                      <a:pt x="5041" y="2480"/>
                      <a:pt x="5000" y="2292"/>
                    </a:cubicBezTo>
                    <a:cubicBezTo>
                      <a:pt x="4794" y="2292"/>
                      <a:pt x="4588" y="2292"/>
                      <a:pt x="4375" y="2292"/>
                    </a:cubicBezTo>
                    <a:cubicBezTo>
                      <a:pt x="4365" y="2388"/>
                      <a:pt x="4355" y="2483"/>
                      <a:pt x="4344" y="2582"/>
                    </a:cubicBezTo>
                    <a:cubicBezTo>
                      <a:pt x="4169" y="4118"/>
                      <a:pt x="4169" y="4118"/>
                      <a:pt x="3827" y="4525"/>
                    </a:cubicBezTo>
                    <a:cubicBezTo>
                      <a:pt x="3571" y="4719"/>
                      <a:pt x="3204" y="4622"/>
                      <a:pt x="2917" y="4584"/>
                    </a:cubicBezTo>
                    <a:cubicBezTo>
                      <a:pt x="2917" y="4240"/>
                      <a:pt x="2917" y="3896"/>
                      <a:pt x="2917" y="3542"/>
                    </a:cubicBezTo>
                    <a:cubicBezTo>
                      <a:pt x="2573" y="3679"/>
                      <a:pt x="2229" y="3817"/>
                      <a:pt x="1875" y="3959"/>
                    </a:cubicBezTo>
                    <a:cubicBezTo>
                      <a:pt x="1088" y="2975"/>
                      <a:pt x="1181" y="2050"/>
                      <a:pt x="1250" y="834"/>
                    </a:cubicBezTo>
                    <a:cubicBezTo>
                      <a:pt x="1113" y="834"/>
                      <a:pt x="975" y="834"/>
                      <a:pt x="833" y="834"/>
                    </a:cubicBezTo>
                    <a:cubicBezTo>
                      <a:pt x="833" y="1590"/>
                      <a:pt x="833" y="2346"/>
                      <a:pt x="833" y="3125"/>
                    </a:cubicBezTo>
                    <a:cubicBezTo>
                      <a:pt x="558" y="3125"/>
                      <a:pt x="283" y="3125"/>
                      <a:pt x="0" y="3125"/>
                    </a:cubicBezTo>
                    <a:cubicBezTo>
                      <a:pt x="69" y="2850"/>
                      <a:pt x="138" y="2575"/>
                      <a:pt x="208" y="2292"/>
                    </a:cubicBezTo>
                    <a:cubicBezTo>
                      <a:pt x="208" y="2498"/>
                      <a:pt x="208" y="2704"/>
                      <a:pt x="208" y="2917"/>
                    </a:cubicBezTo>
                    <a:cubicBezTo>
                      <a:pt x="346" y="2917"/>
                      <a:pt x="483" y="2917"/>
                      <a:pt x="625" y="2917"/>
                    </a:cubicBezTo>
                    <a:cubicBezTo>
                      <a:pt x="625" y="2884"/>
                      <a:pt x="624" y="2850"/>
                      <a:pt x="624" y="2816"/>
                    </a:cubicBezTo>
                    <a:cubicBezTo>
                      <a:pt x="619" y="2500"/>
                      <a:pt x="616" y="2184"/>
                      <a:pt x="614" y="1868"/>
                    </a:cubicBezTo>
                    <a:cubicBezTo>
                      <a:pt x="613" y="1706"/>
                      <a:pt x="612" y="1544"/>
                      <a:pt x="609" y="1381"/>
                    </a:cubicBezTo>
                    <a:cubicBezTo>
                      <a:pt x="607" y="1225"/>
                      <a:pt x="606" y="1068"/>
                      <a:pt x="605" y="911"/>
                    </a:cubicBezTo>
                    <a:cubicBezTo>
                      <a:pt x="605" y="852"/>
                      <a:pt x="604" y="792"/>
                      <a:pt x="603" y="732"/>
                    </a:cubicBezTo>
                    <a:cubicBezTo>
                      <a:pt x="601" y="648"/>
                      <a:pt x="601" y="565"/>
                      <a:pt x="601" y="481"/>
                    </a:cubicBezTo>
                    <a:cubicBezTo>
                      <a:pt x="601" y="433"/>
                      <a:pt x="600" y="386"/>
                      <a:pt x="600" y="336"/>
                    </a:cubicBezTo>
                    <a:cubicBezTo>
                      <a:pt x="636" y="154"/>
                      <a:pt x="730" y="0"/>
                      <a:pt x="931" y="1"/>
                    </a:cubicBezTo>
                    <a:close/>
                  </a:path>
                </a:pathLst>
              </a:custGeom>
              <a:solidFill>
                <a:srgbClr val="B2C3EA"/>
              </a:solidFill>
              <a:ln w="2646" cap="flat">
                <a:noFill/>
              </a:ln>
            </p:spPr>
          </p:sp>
          <p:sp>
            <p:nvSpPr>
              <p:cNvPr id="2114" name="ICON_C_WINDOWS_GRAPHIC_path_086"/>
              <p:cNvSpPr/>
              <p:nvPr/>
            </p:nvSpPr>
            <p:spPr>
              <a:xfrm>
                <a:off x="5880998" y="7288546"/>
                <a:ext cx="77417" cy="119787"/>
              </a:xfrm>
              <a:custGeom>
                <a:avLst/>
                <a:gdLst/>
                <a:ahLst/>
                <a:cxnLst/>
                <a:rect l="0" t="0" r="r" b="b"/>
                <a:pathLst>
                  <a:path w="6096" h="9432" fill="norm" stroke="0">
                    <a:moveTo>
                      <a:pt x="1035" y="10"/>
                    </a:moveTo>
                    <a:cubicBezTo>
                      <a:pt x="1090" y="10"/>
                      <a:pt x="1146" y="10"/>
                      <a:pt x="1201" y="10"/>
                    </a:cubicBezTo>
                    <a:cubicBezTo>
                      <a:pt x="1350" y="10"/>
                      <a:pt x="1500" y="12"/>
                      <a:pt x="1649" y="15"/>
                    </a:cubicBezTo>
                    <a:cubicBezTo>
                      <a:pt x="1806" y="17"/>
                      <a:pt x="1962" y="18"/>
                      <a:pt x="2119" y="18"/>
                    </a:cubicBezTo>
                    <a:cubicBezTo>
                      <a:pt x="2415" y="20"/>
                      <a:pt x="2710" y="23"/>
                      <a:pt x="3006" y="27"/>
                    </a:cubicBezTo>
                    <a:cubicBezTo>
                      <a:pt x="3343" y="32"/>
                      <a:pt x="3680" y="34"/>
                      <a:pt x="4017" y="36"/>
                    </a:cubicBezTo>
                    <a:cubicBezTo>
                      <a:pt x="4710" y="40"/>
                      <a:pt x="5403" y="48"/>
                      <a:pt x="6096" y="57"/>
                    </a:cubicBezTo>
                    <a:cubicBezTo>
                      <a:pt x="6065" y="125"/>
                      <a:pt x="6034" y="194"/>
                      <a:pt x="6002" y="261"/>
                    </a:cubicBezTo>
                    <a:cubicBezTo>
                      <a:pt x="5994" y="280"/>
                      <a:pt x="5994" y="280"/>
                      <a:pt x="5950" y="376"/>
                    </a:cubicBezTo>
                    <a:cubicBezTo>
                      <a:pt x="5878" y="488"/>
                      <a:pt x="5846" y="510"/>
                      <a:pt x="5719" y="540"/>
                    </a:cubicBezTo>
                    <a:cubicBezTo>
                      <a:pt x="4096" y="697"/>
                      <a:pt x="2531" y="682"/>
                      <a:pt x="887" y="682"/>
                    </a:cubicBezTo>
                    <a:cubicBezTo>
                      <a:pt x="750" y="3570"/>
                      <a:pt x="613" y="6457"/>
                      <a:pt x="471" y="9432"/>
                    </a:cubicBezTo>
                    <a:cubicBezTo>
                      <a:pt x="402" y="9432"/>
                      <a:pt x="333" y="9432"/>
                      <a:pt x="262" y="9432"/>
                    </a:cubicBezTo>
                    <a:cubicBezTo>
                      <a:pt x="117" y="7291"/>
                      <a:pt x="28" y="5151"/>
                      <a:pt x="17" y="3004"/>
                    </a:cubicBezTo>
                    <a:cubicBezTo>
                      <a:pt x="16" y="2809"/>
                      <a:pt x="14" y="2612"/>
                      <a:pt x="11" y="2417"/>
                    </a:cubicBezTo>
                    <a:cubicBezTo>
                      <a:pt x="7" y="2151"/>
                      <a:pt x="6" y="1885"/>
                      <a:pt x="6" y="1618"/>
                    </a:cubicBezTo>
                    <a:cubicBezTo>
                      <a:pt x="6" y="1520"/>
                      <a:pt x="5" y="1422"/>
                      <a:pt x="4" y="1323"/>
                    </a:cubicBezTo>
                    <a:cubicBezTo>
                      <a:pt x="2" y="1188"/>
                      <a:pt x="2" y="1053"/>
                      <a:pt x="4" y="917"/>
                    </a:cubicBezTo>
                    <a:cubicBezTo>
                      <a:pt x="2" y="878"/>
                      <a:pt x="1" y="839"/>
                      <a:pt x="0" y="799"/>
                    </a:cubicBezTo>
                    <a:cubicBezTo>
                      <a:pt x="6" y="558"/>
                      <a:pt x="72" y="423"/>
                      <a:pt x="231" y="241"/>
                    </a:cubicBezTo>
                    <a:cubicBezTo>
                      <a:pt x="485" y="11"/>
                      <a:pt x="702" y="0"/>
                      <a:pt x="1035" y="10"/>
                    </a:cubicBezTo>
                    <a:close/>
                  </a:path>
                </a:pathLst>
              </a:custGeom>
              <a:solidFill>
                <a:srgbClr val="FA6D9C"/>
              </a:solidFill>
              <a:ln w="2646" cap="flat">
                <a:noFill/>
              </a:ln>
            </p:spPr>
          </p:sp>
          <p:sp>
            <p:nvSpPr>
              <p:cNvPr id="2115" name="ICON_C_WINDOWS_GRAPHIC_path_087"/>
              <p:cNvSpPr/>
              <p:nvPr/>
            </p:nvSpPr>
            <p:spPr>
              <a:xfrm>
                <a:off x="6770688" y="7424208"/>
                <a:ext cx="38859" cy="77520"/>
              </a:xfrm>
              <a:custGeom>
                <a:avLst/>
                <a:gdLst/>
                <a:ahLst/>
                <a:cxnLst/>
                <a:rect l="0" t="0" r="r" b="b"/>
                <a:pathLst>
                  <a:path w="3060" h="6104" fill="norm" stroke="0">
                    <a:moveTo>
                      <a:pt x="625" y="0"/>
                    </a:moveTo>
                    <a:cubicBezTo>
                      <a:pt x="969" y="0"/>
                      <a:pt x="1312" y="0"/>
                      <a:pt x="1667" y="0"/>
                    </a:cubicBezTo>
                    <a:cubicBezTo>
                      <a:pt x="1735" y="1031"/>
                      <a:pt x="1804" y="2062"/>
                      <a:pt x="1875" y="3125"/>
                    </a:cubicBezTo>
                    <a:cubicBezTo>
                      <a:pt x="2219" y="2987"/>
                      <a:pt x="2562" y="2850"/>
                      <a:pt x="2917" y="2708"/>
                    </a:cubicBezTo>
                    <a:cubicBezTo>
                      <a:pt x="3060" y="4310"/>
                      <a:pt x="3060" y="4310"/>
                      <a:pt x="2629" y="4834"/>
                    </a:cubicBezTo>
                    <a:cubicBezTo>
                      <a:pt x="2555" y="4918"/>
                      <a:pt x="2477" y="4997"/>
                      <a:pt x="2398" y="5076"/>
                    </a:cubicBezTo>
                    <a:cubicBezTo>
                      <a:pt x="2379" y="5094"/>
                      <a:pt x="2361" y="5112"/>
                      <a:pt x="2342" y="5131"/>
                    </a:cubicBezTo>
                    <a:cubicBezTo>
                      <a:pt x="2323" y="5150"/>
                      <a:pt x="2305" y="5168"/>
                      <a:pt x="2286" y="5186"/>
                    </a:cubicBezTo>
                    <a:cubicBezTo>
                      <a:pt x="2087" y="5384"/>
                      <a:pt x="2010" y="5569"/>
                      <a:pt x="1956" y="5839"/>
                    </a:cubicBezTo>
                    <a:cubicBezTo>
                      <a:pt x="1937" y="5917"/>
                      <a:pt x="1937" y="5917"/>
                      <a:pt x="1875" y="6042"/>
                    </a:cubicBezTo>
                    <a:cubicBezTo>
                      <a:pt x="1640" y="6104"/>
                      <a:pt x="1502" y="6075"/>
                      <a:pt x="1250" y="6042"/>
                    </a:cubicBezTo>
                    <a:cubicBezTo>
                      <a:pt x="1250" y="5698"/>
                      <a:pt x="1250" y="5354"/>
                      <a:pt x="1250" y="5000"/>
                    </a:cubicBezTo>
                    <a:cubicBezTo>
                      <a:pt x="1388" y="5000"/>
                      <a:pt x="1525" y="5000"/>
                      <a:pt x="1667" y="5000"/>
                    </a:cubicBezTo>
                    <a:cubicBezTo>
                      <a:pt x="1667" y="4656"/>
                      <a:pt x="1667" y="4312"/>
                      <a:pt x="1667" y="3958"/>
                    </a:cubicBezTo>
                    <a:cubicBezTo>
                      <a:pt x="1058" y="4097"/>
                      <a:pt x="1058" y="4097"/>
                      <a:pt x="864" y="4401"/>
                    </a:cubicBezTo>
                    <a:cubicBezTo>
                      <a:pt x="847" y="4430"/>
                      <a:pt x="830" y="4459"/>
                      <a:pt x="812" y="4488"/>
                    </a:cubicBezTo>
                    <a:cubicBezTo>
                      <a:pt x="794" y="4517"/>
                      <a:pt x="775" y="4546"/>
                      <a:pt x="757" y="4576"/>
                    </a:cubicBezTo>
                    <a:cubicBezTo>
                      <a:pt x="712" y="4648"/>
                      <a:pt x="668" y="4720"/>
                      <a:pt x="625" y="4792"/>
                    </a:cubicBezTo>
                    <a:cubicBezTo>
                      <a:pt x="620" y="4500"/>
                      <a:pt x="616" y="4209"/>
                      <a:pt x="614" y="3917"/>
                    </a:cubicBezTo>
                    <a:cubicBezTo>
                      <a:pt x="613" y="3781"/>
                      <a:pt x="612" y="3646"/>
                      <a:pt x="609" y="3511"/>
                    </a:cubicBezTo>
                    <a:cubicBezTo>
                      <a:pt x="606" y="3354"/>
                      <a:pt x="606" y="3198"/>
                      <a:pt x="605" y="3042"/>
                    </a:cubicBezTo>
                    <a:cubicBezTo>
                      <a:pt x="604" y="2994"/>
                      <a:pt x="602" y="2946"/>
                      <a:pt x="601" y="2897"/>
                    </a:cubicBezTo>
                    <a:cubicBezTo>
                      <a:pt x="601" y="2624"/>
                      <a:pt x="641" y="2406"/>
                      <a:pt x="748" y="2155"/>
                    </a:cubicBezTo>
                    <a:cubicBezTo>
                      <a:pt x="833" y="2083"/>
                      <a:pt x="833" y="2083"/>
                      <a:pt x="1250" y="2083"/>
                    </a:cubicBezTo>
                    <a:cubicBezTo>
                      <a:pt x="1319" y="1465"/>
                      <a:pt x="1388" y="846"/>
                      <a:pt x="1458" y="208"/>
                    </a:cubicBezTo>
                    <a:cubicBezTo>
                      <a:pt x="1252" y="208"/>
                      <a:pt x="1046" y="208"/>
                      <a:pt x="833" y="208"/>
                    </a:cubicBezTo>
                    <a:cubicBezTo>
                      <a:pt x="835" y="232"/>
                      <a:pt x="835" y="232"/>
                      <a:pt x="846" y="351"/>
                    </a:cubicBezTo>
                    <a:cubicBezTo>
                      <a:pt x="962" y="1711"/>
                      <a:pt x="962" y="1711"/>
                      <a:pt x="751" y="2015"/>
                    </a:cubicBezTo>
                    <a:cubicBezTo>
                      <a:pt x="540" y="2239"/>
                      <a:pt x="284" y="2385"/>
                      <a:pt x="0" y="2500"/>
                    </a:cubicBezTo>
                    <a:cubicBezTo>
                      <a:pt x="11" y="2476"/>
                      <a:pt x="23" y="2452"/>
                      <a:pt x="35" y="2428"/>
                    </a:cubicBezTo>
                    <a:cubicBezTo>
                      <a:pt x="408" y="1634"/>
                      <a:pt x="530" y="865"/>
                      <a:pt x="625" y="0"/>
                    </a:cubicBezTo>
                    <a:close/>
                  </a:path>
                </a:pathLst>
              </a:custGeom>
              <a:solidFill>
                <a:srgbClr val="B0ADC4"/>
              </a:solidFill>
              <a:ln w="2646" cap="flat">
                <a:noFill/>
              </a:ln>
            </p:spPr>
          </p:sp>
          <p:sp>
            <p:nvSpPr>
              <p:cNvPr id="2116" name="ICON_C_WINDOWS_GRAPHIC_path_088"/>
              <p:cNvSpPr/>
              <p:nvPr/>
            </p:nvSpPr>
            <p:spPr>
              <a:xfrm>
                <a:off x="5947319" y="7407869"/>
                <a:ext cx="19804" cy="127463"/>
              </a:xfrm>
              <a:custGeom>
                <a:avLst/>
                <a:gdLst/>
                <a:ahLst/>
                <a:cxnLst/>
                <a:rect l="0" t="0" r="r" b="b"/>
                <a:pathLst>
                  <a:path w="1559" h="10036" fill="norm" stroke="0">
                    <a:moveTo>
                      <a:pt x="1304" y="24"/>
                    </a:moveTo>
                    <a:cubicBezTo>
                      <a:pt x="1340" y="25"/>
                      <a:pt x="1377" y="27"/>
                      <a:pt x="1415" y="29"/>
                    </a:cubicBezTo>
                    <a:cubicBezTo>
                      <a:pt x="1429" y="30"/>
                      <a:pt x="1429" y="30"/>
                      <a:pt x="1499" y="36"/>
                    </a:cubicBezTo>
                    <a:cubicBezTo>
                      <a:pt x="1509" y="368"/>
                      <a:pt x="1516" y="700"/>
                      <a:pt x="1520" y="1031"/>
                    </a:cubicBezTo>
                    <a:cubicBezTo>
                      <a:pt x="1522" y="1185"/>
                      <a:pt x="1525" y="1339"/>
                      <a:pt x="1530" y="1494"/>
                    </a:cubicBezTo>
                    <a:cubicBezTo>
                      <a:pt x="1535" y="1643"/>
                      <a:pt x="1537" y="1793"/>
                      <a:pt x="1538" y="1943"/>
                    </a:cubicBezTo>
                    <a:cubicBezTo>
                      <a:pt x="1539" y="1999"/>
                      <a:pt x="1541" y="2055"/>
                      <a:pt x="1543" y="2111"/>
                    </a:cubicBezTo>
                    <a:cubicBezTo>
                      <a:pt x="1559" y="2523"/>
                      <a:pt x="1464" y="2861"/>
                      <a:pt x="1322" y="3245"/>
                    </a:cubicBezTo>
                    <a:cubicBezTo>
                      <a:pt x="1065" y="3946"/>
                      <a:pt x="1011" y="4599"/>
                      <a:pt x="998" y="5342"/>
                    </a:cubicBezTo>
                    <a:cubicBezTo>
                      <a:pt x="995" y="5508"/>
                      <a:pt x="989" y="5674"/>
                      <a:pt x="984" y="5840"/>
                    </a:cubicBezTo>
                    <a:cubicBezTo>
                      <a:pt x="974" y="6152"/>
                      <a:pt x="966" y="6464"/>
                      <a:pt x="959" y="6776"/>
                    </a:cubicBezTo>
                    <a:cubicBezTo>
                      <a:pt x="951" y="7132"/>
                      <a:pt x="941" y="7488"/>
                      <a:pt x="931" y="7844"/>
                    </a:cubicBezTo>
                    <a:cubicBezTo>
                      <a:pt x="909" y="8575"/>
                      <a:pt x="891" y="9306"/>
                      <a:pt x="874" y="10036"/>
                    </a:cubicBezTo>
                    <a:cubicBezTo>
                      <a:pt x="736" y="10036"/>
                      <a:pt x="599" y="10036"/>
                      <a:pt x="457" y="10036"/>
                    </a:cubicBezTo>
                    <a:cubicBezTo>
                      <a:pt x="455" y="10004"/>
                      <a:pt x="453" y="9971"/>
                      <a:pt x="451" y="9938"/>
                    </a:cubicBezTo>
                    <a:cubicBezTo>
                      <a:pt x="430" y="9628"/>
                      <a:pt x="409" y="9319"/>
                      <a:pt x="386" y="9010"/>
                    </a:cubicBezTo>
                    <a:cubicBezTo>
                      <a:pt x="375" y="8851"/>
                      <a:pt x="364" y="8692"/>
                      <a:pt x="354" y="8533"/>
                    </a:cubicBezTo>
                    <a:cubicBezTo>
                      <a:pt x="344" y="8379"/>
                      <a:pt x="332" y="8224"/>
                      <a:pt x="321" y="8070"/>
                    </a:cubicBezTo>
                    <a:cubicBezTo>
                      <a:pt x="317" y="8012"/>
                      <a:pt x="313" y="7954"/>
                      <a:pt x="309" y="7896"/>
                    </a:cubicBezTo>
                    <a:cubicBezTo>
                      <a:pt x="290" y="7587"/>
                      <a:pt x="253" y="7316"/>
                      <a:pt x="143" y="7027"/>
                    </a:cubicBezTo>
                    <a:cubicBezTo>
                      <a:pt x="4" y="6649"/>
                      <a:pt x="0" y="6276"/>
                      <a:pt x="2" y="5876"/>
                    </a:cubicBezTo>
                    <a:cubicBezTo>
                      <a:pt x="2" y="5837"/>
                      <a:pt x="2" y="5797"/>
                      <a:pt x="2" y="5756"/>
                    </a:cubicBezTo>
                    <a:cubicBezTo>
                      <a:pt x="7" y="4682"/>
                      <a:pt x="212" y="3638"/>
                      <a:pt x="415" y="2587"/>
                    </a:cubicBezTo>
                    <a:cubicBezTo>
                      <a:pt x="450" y="2404"/>
                      <a:pt x="483" y="2220"/>
                      <a:pt x="516" y="2037"/>
                    </a:cubicBezTo>
                    <a:cubicBezTo>
                      <a:pt x="558" y="1807"/>
                      <a:pt x="601" y="1577"/>
                      <a:pt x="644" y="1347"/>
                    </a:cubicBezTo>
                    <a:cubicBezTo>
                      <a:pt x="662" y="1251"/>
                      <a:pt x="680" y="1155"/>
                      <a:pt x="697" y="1058"/>
                    </a:cubicBezTo>
                    <a:cubicBezTo>
                      <a:pt x="722" y="925"/>
                      <a:pt x="748" y="793"/>
                      <a:pt x="774" y="660"/>
                    </a:cubicBezTo>
                    <a:cubicBezTo>
                      <a:pt x="781" y="620"/>
                      <a:pt x="788" y="581"/>
                      <a:pt x="795" y="541"/>
                    </a:cubicBezTo>
                    <a:cubicBezTo>
                      <a:pt x="855" y="242"/>
                      <a:pt x="952" y="0"/>
                      <a:pt x="1304" y="24"/>
                    </a:cubicBezTo>
                    <a:close/>
                  </a:path>
                </a:pathLst>
              </a:custGeom>
              <a:solidFill>
                <a:srgbClr val="B58EAF"/>
              </a:solidFill>
              <a:ln w="2646" cap="flat">
                <a:noFill/>
              </a:ln>
            </p:spPr>
          </p:sp>
          <p:sp>
            <p:nvSpPr>
              <p:cNvPr id="2117" name="ICON_C_WINDOWS_GRAPHIC_path_089"/>
              <p:cNvSpPr/>
              <p:nvPr/>
            </p:nvSpPr>
            <p:spPr>
              <a:xfrm>
                <a:off x="5631688" y="7294562"/>
                <a:ext cx="43625" cy="195792"/>
              </a:xfrm>
              <a:custGeom>
                <a:avLst/>
                <a:gdLst/>
                <a:ahLst/>
                <a:cxnLst/>
                <a:rect l="0" t="0" r="r" b="b"/>
                <a:pathLst>
                  <a:path w="3435" h="15417" fill="norm" stroke="0">
                    <a:moveTo>
                      <a:pt x="102" y="0"/>
                    </a:moveTo>
                    <a:cubicBezTo>
                      <a:pt x="170" y="0"/>
                      <a:pt x="239" y="0"/>
                      <a:pt x="310" y="0"/>
                    </a:cubicBezTo>
                    <a:cubicBezTo>
                      <a:pt x="310" y="22"/>
                      <a:pt x="310" y="44"/>
                      <a:pt x="310" y="67"/>
                    </a:cubicBezTo>
                    <a:cubicBezTo>
                      <a:pt x="318" y="1380"/>
                      <a:pt x="330" y="2694"/>
                      <a:pt x="347" y="4008"/>
                    </a:cubicBezTo>
                    <a:cubicBezTo>
                      <a:pt x="349" y="4166"/>
                      <a:pt x="351" y="4324"/>
                      <a:pt x="353" y="4482"/>
                    </a:cubicBezTo>
                    <a:cubicBezTo>
                      <a:pt x="354" y="4514"/>
                      <a:pt x="354" y="4545"/>
                      <a:pt x="354" y="4578"/>
                    </a:cubicBezTo>
                    <a:cubicBezTo>
                      <a:pt x="361" y="5086"/>
                      <a:pt x="364" y="5593"/>
                      <a:pt x="367" y="6101"/>
                    </a:cubicBezTo>
                    <a:cubicBezTo>
                      <a:pt x="370" y="6624"/>
                      <a:pt x="375" y="7146"/>
                      <a:pt x="384" y="7669"/>
                    </a:cubicBezTo>
                    <a:cubicBezTo>
                      <a:pt x="389" y="7961"/>
                      <a:pt x="392" y="8254"/>
                      <a:pt x="392" y="8547"/>
                    </a:cubicBezTo>
                    <a:cubicBezTo>
                      <a:pt x="391" y="10686"/>
                      <a:pt x="391" y="10686"/>
                      <a:pt x="930" y="11258"/>
                    </a:cubicBezTo>
                    <a:cubicBezTo>
                      <a:pt x="1004" y="11328"/>
                      <a:pt x="1078" y="11396"/>
                      <a:pt x="1154" y="11463"/>
                    </a:cubicBezTo>
                    <a:cubicBezTo>
                      <a:pt x="1355" y="11643"/>
                      <a:pt x="1425" y="11816"/>
                      <a:pt x="1486" y="12073"/>
                    </a:cubicBezTo>
                    <a:cubicBezTo>
                      <a:pt x="1549" y="12323"/>
                      <a:pt x="1672" y="12405"/>
                      <a:pt x="1885" y="12537"/>
                    </a:cubicBezTo>
                    <a:cubicBezTo>
                      <a:pt x="1906" y="12547"/>
                      <a:pt x="1927" y="12558"/>
                      <a:pt x="1949" y="12569"/>
                    </a:cubicBezTo>
                    <a:cubicBezTo>
                      <a:pt x="1973" y="12581"/>
                      <a:pt x="1996" y="12593"/>
                      <a:pt x="2021" y="12606"/>
                    </a:cubicBezTo>
                    <a:cubicBezTo>
                      <a:pt x="2045" y="12618"/>
                      <a:pt x="2069" y="12630"/>
                      <a:pt x="2094" y="12643"/>
                    </a:cubicBezTo>
                    <a:cubicBezTo>
                      <a:pt x="2143" y="12670"/>
                      <a:pt x="2192" y="12697"/>
                      <a:pt x="2241" y="12725"/>
                    </a:cubicBezTo>
                    <a:cubicBezTo>
                      <a:pt x="2361" y="12791"/>
                      <a:pt x="2481" y="12854"/>
                      <a:pt x="2602" y="12917"/>
                    </a:cubicBezTo>
                    <a:cubicBezTo>
                      <a:pt x="2600" y="12892"/>
                      <a:pt x="2600" y="12892"/>
                      <a:pt x="2592" y="12767"/>
                    </a:cubicBezTo>
                    <a:cubicBezTo>
                      <a:pt x="2580" y="12583"/>
                      <a:pt x="2573" y="12400"/>
                      <a:pt x="2567" y="12216"/>
                    </a:cubicBezTo>
                    <a:cubicBezTo>
                      <a:pt x="2564" y="12137"/>
                      <a:pt x="2560" y="12057"/>
                      <a:pt x="2555" y="11978"/>
                    </a:cubicBezTo>
                    <a:cubicBezTo>
                      <a:pt x="2519" y="11444"/>
                      <a:pt x="2519" y="11444"/>
                      <a:pt x="2602" y="11250"/>
                    </a:cubicBezTo>
                    <a:cubicBezTo>
                      <a:pt x="2773" y="11096"/>
                      <a:pt x="3005" y="11067"/>
                      <a:pt x="3227" y="11042"/>
                    </a:cubicBezTo>
                    <a:cubicBezTo>
                      <a:pt x="3226" y="11055"/>
                      <a:pt x="3226" y="11055"/>
                      <a:pt x="3225" y="11122"/>
                    </a:cubicBezTo>
                    <a:cubicBezTo>
                      <a:pt x="3221" y="11376"/>
                      <a:pt x="3218" y="11630"/>
                      <a:pt x="3216" y="11884"/>
                    </a:cubicBezTo>
                    <a:cubicBezTo>
                      <a:pt x="3215" y="12015"/>
                      <a:pt x="3213" y="12145"/>
                      <a:pt x="3211" y="12276"/>
                    </a:cubicBezTo>
                    <a:cubicBezTo>
                      <a:pt x="3199" y="13005"/>
                      <a:pt x="3259" y="13666"/>
                      <a:pt x="3435" y="14375"/>
                    </a:cubicBezTo>
                    <a:cubicBezTo>
                      <a:pt x="3366" y="14375"/>
                      <a:pt x="3298" y="14375"/>
                      <a:pt x="3227" y="14375"/>
                    </a:cubicBezTo>
                    <a:cubicBezTo>
                      <a:pt x="3158" y="14719"/>
                      <a:pt x="3089" y="15062"/>
                      <a:pt x="3018" y="15417"/>
                    </a:cubicBezTo>
                    <a:cubicBezTo>
                      <a:pt x="2743" y="15417"/>
                      <a:pt x="2468" y="15417"/>
                      <a:pt x="2185" y="15417"/>
                    </a:cubicBezTo>
                    <a:cubicBezTo>
                      <a:pt x="2185" y="15279"/>
                      <a:pt x="2185" y="15142"/>
                      <a:pt x="2185" y="15000"/>
                    </a:cubicBezTo>
                    <a:cubicBezTo>
                      <a:pt x="2323" y="15000"/>
                      <a:pt x="2460" y="15000"/>
                      <a:pt x="2602" y="15000"/>
                    </a:cubicBezTo>
                    <a:cubicBezTo>
                      <a:pt x="2537" y="13642"/>
                      <a:pt x="2537" y="13642"/>
                      <a:pt x="2194" y="13306"/>
                    </a:cubicBezTo>
                    <a:cubicBezTo>
                      <a:pt x="1996" y="13149"/>
                      <a:pt x="1786" y="13027"/>
                      <a:pt x="1560" y="12917"/>
                    </a:cubicBezTo>
                    <a:cubicBezTo>
                      <a:pt x="1491" y="13192"/>
                      <a:pt x="1423" y="13467"/>
                      <a:pt x="1352" y="13750"/>
                    </a:cubicBezTo>
                    <a:cubicBezTo>
                      <a:pt x="607" y="12172"/>
                      <a:pt x="607" y="12172"/>
                      <a:pt x="727" y="11458"/>
                    </a:cubicBezTo>
                    <a:cubicBezTo>
                      <a:pt x="713" y="11462"/>
                      <a:pt x="713" y="11462"/>
                      <a:pt x="643" y="11480"/>
                    </a:cubicBezTo>
                    <a:cubicBezTo>
                      <a:pt x="513" y="11500"/>
                      <a:pt x="435" y="11499"/>
                      <a:pt x="310" y="11458"/>
                    </a:cubicBezTo>
                    <a:cubicBezTo>
                      <a:pt x="0" y="10977"/>
                      <a:pt x="74" y="10312"/>
                      <a:pt x="78" y="9768"/>
                    </a:cubicBezTo>
                    <a:cubicBezTo>
                      <a:pt x="78" y="9661"/>
                      <a:pt x="78" y="9554"/>
                      <a:pt x="78" y="9447"/>
                    </a:cubicBezTo>
                    <a:cubicBezTo>
                      <a:pt x="78" y="9219"/>
                      <a:pt x="79" y="8990"/>
                      <a:pt x="80" y="8761"/>
                    </a:cubicBezTo>
                    <a:cubicBezTo>
                      <a:pt x="81" y="8430"/>
                      <a:pt x="82" y="8099"/>
                      <a:pt x="82" y="7769"/>
                    </a:cubicBezTo>
                    <a:cubicBezTo>
                      <a:pt x="83" y="7231"/>
                      <a:pt x="84" y="6695"/>
                      <a:pt x="86" y="6158"/>
                    </a:cubicBezTo>
                    <a:cubicBezTo>
                      <a:pt x="88" y="5636"/>
                      <a:pt x="89" y="5115"/>
                      <a:pt x="90" y="4594"/>
                    </a:cubicBezTo>
                    <a:cubicBezTo>
                      <a:pt x="90" y="4562"/>
                      <a:pt x="90" y="4530"/>
                      <a:pt x="90" y="4497"/>
                    </a:cubicBezTo>
                    <a:cubicBezTo>
                      <a:pt x="91" y="4335"/>
                      <a:pt x="91" y="4174"/>
                      <a:pt x="91" y="4012"/>
                    </a:cubicBezTo>
                    <a:cubicBezTo>
                      <a:pt x="93" y="2675"/>
                      <a:pt x="97" y="1337"/>
                      <a:pt x="102" y="0"/>
                    </a:cubicBezTo>
                    <a:close/>
                  </a:path>
                </a:pathLst>
              </a:custGeom>
              <a:solidFill>
                <a:srgbClr val="C0CAEB"/>
              </a:solidFill>
              <a:ln w="2646" cap="flat">
                <a:noFill/>
              </a:ln>
            </p:spPr>
          </p:sp>
          <p:sp>
            <p:nvSpPr>
              <p:cNvPr id="2118" name="ICON_C_WINDOWS_GRAPHIC_path_090"/>
              <p:cNvSpPr/>
              <p:nvPr/>
            </p:nvSpPr>
            <p:spPr>
              <a:xfrm>
                <a:off x="6554831" y="7439804"/>
                <a:ext cx="24262" cy="92885"/>
              </a:xfrm>
              <a:custGeom>
                <a:avLst/>
                <a:gdLst/>
                <a:ahLst/>
                <a:cxnLst/>
                <a:rect l="0" t="0" r="r" b="b"/>
                <a:pathLst>
                  <a:path w="1910" h="7314" fill="norm" stroke="0">
                    <a:moveTo>
                      <a:pt x="1397" y="6"/>
                    </a:moveTo>
                    <a:cubicBezTo>
                      <a:pt x="1426" y="7"/>
                      <a:pt x="1454" y="9"/>
                      <a:pt x="1484" y="10"/>
                    </a:cubicBezTo>
                    <a:cubicBezTo>
                      <a:pt x="1499" y="11"/>
                      <a:pt x="1499" y="11"/>
                      <a:pt x="1572" y="13"/>
                    </a:cubicBezTo>
                    <a:cubicBezTo>
                      <a:pt x="1644" y="15"/>
                      <a:pt x="1716" y="19"/>
                      <a:pt x="1788" y="22"/>
                    </a:cubicBezTo>
                    <a:cubicBezTo>
                      <a:pt x="1910" y="2955"/>
                      <a:pt x="1910" y="2955"/>
                      <a:pt x="1459" y="3742"/>
                    </a:cubicBezTo>
                    <a:cubicBezTo>
                      <a:pt x="1075" y="4422"/>
                      <a:pt x="1015" y="5184"/>
                      <a:pt x="916" y="5946"/>
                    </a:cubicBezTo>
                    <a:cubicBezTo>
                      <a:pt x="911" y="5980"/>
                      <a:pt x="907" y="6014"/>
                      <a:pt x="902" y="6049"/>
                    </a:cubicBezTo>
                    <a:cubicBezTo>
                      <a:pt x="847" y="6470"/>
                      <a:pt x="795" y="6892"/>
                      <a:pt x="747" y="7314"/>
                    </a:cubicBezTo>
                    <a:cubicBezTo>
                      <a:pt x="609" y="7314"/>
                      <a:pt x="472" y="7314"/>
                      <a:pt x="330" y="7314"/>
                    </a:cubicBezTo>
                    <a:cubicBezTo>
                      <a:pt x="288" y="6684"/>
                      <a:pt x="250" y="6053"/>
                      <a:pt x="216" y="5423"/>
                    </a:cubicBezTo>
                    <a:cubicBezTo>
                      <a:pt x="200" y="5130"/>
                      <a:pt x="184" y="4837"/>
                      <a:pt x="164" y="4544"/>
                    </a:cubicBezTo>
                    <a:cubicBezTo>
                      <a:pt x="0" y="2136"/>
                      <a:pt x="0" y="2136"/>
                      <a:pt x="670" y="1188"/>
                    </a:cubicBezTo>
                    <a:cubicBezTo>
                      <a:pt x="832" y="926"/>
                      <a:pt x="912" y="625"/>
                      <a:pt x="991" y="329"/>
                    </a:cubicBezTo>
                    <a:cubicBezTo>
                      <a:pt x="1073" y="87"/>
                      <a:pt x="1127" y="0"/>
                      <a:pt x="1397" y="6"/>
                    </a:cubicBezTo>
                    <a:close/>
                  </a:path>
                </a:pathLst>
              </a:custGeom>
              <a:solidFill>
                <a:srgbClr val="7595A4"/>
              </a:solidFill>
              <a:ln w="2646" cap="flat">
                <a:noFill/>
              </a:ln>
            </p:spPr>
          </p:sp>
          <p:sp>
            <p:nvSpPr>
              <p:cNvPr id="2119" name="ICON_C_WINDOWS_GRAPHIC_path_091"/>
              <p:cNvSpPr/>
              <p:nvPr/>
            </p:nvSpPr>
            <p:spPr>
              <a:xfrm>
                <a:off x="5888855" y="7305146"/>
                <a:ext cx="25093" cy="145521"/>
              </a:xfrm>
              <a:custGeom>
                <a:avLst/>
                <a:gdLst/>
                <a:ahLst/>
                <a:cxnLst/>
                <a:rect l="0" t="0" r="r" b="b"/>
                <a:pathLst>
                  <a:path w="1976" h="11458" fill="norm" stroke="0">
                    <a:moveTo>
                      <a:pt x="61" y="0"/>
                    </a:moveTo>
                    <a:cubicBezTo>
                      <a:pt x="129" y="0"/>
                      <a:pt x="198" y="0"/>
                      <a:pt x="269" y="0"/>
                    </a:cubicBezTo>
                    <a:cubicBezTo>
                      <a:pt x="269" y="3163"/>
                      <a:pt x="269" y="6325"/>
                      <a:pt x="269" y="9583"/>
                    </a:cubicBezTo>
                    <a:cubicBezTo>
                      <a:pt x="406" y="9583"/>
                      <a:pt x="544" y="9583"/>
                      <a:pt x="686" y="9583"/>
                    </a:cubicBezTo>
                    <a:cubicBezTo>
                      <a:pt x="754" y="8140"/>
                      <a:pt x="823" y="6696"/>
                      <a:pt x="894" y="5208"/>
                    </a:cubicBezTo>
                    <a:cubicBezTo>
                      <a:pt x="1031" y="5277"/>
                      <a:pt x="1169" y="5346"/>
                      <a:pt x="1311" y="5417"/>
                    </a:cubicBezTo>
                    <a:cubicBezTo>
                      <a:pt x="1355" y="5563"/>
                      <a:pt x="1364" y="5638"/>
                      <a:pt x="1358" y="5785"/>
                    </a:cubicBezTo>
                    <a:cubicBezTo>
                      <a:pt x="1358" y="5821"/>
                      <a:pt x="1358" y="5858"/>
                      <a:pt x="1358" y="5895"/>
                    </a:cubicBezTo>
                    <a:cubicBezTo>
                      <a:pt x="1358" y="6016"/>
                      <a:pt x="1355" y="6137"/>
                      <a:pt x="1351" y="6257"/>
                    </a:cubicBezTo>
                    <a:cubicBezTo>
                      <a:pt x="1351" y="6341"/>
                      <a:pt x="1350" y="6425"/>
                      <a:pt x="1350" y="6509"/>
                    </a:cubicBezTo>
                    <a:cubicBezTo>
                      <a:pt x="1348" y="6729"/>
                      <a:pt x="1344" y="6949"/>
                      <a:pt x="1339" y="7169"/>
                    </a:cubicBezTo>
                    <a:cubicBezTo>
                      <a:pt x="1335" y="7394"/>
                      <a:pt x="1333" y="7619"/>
                      <a:pt x="1331" y="7844"/>
                    </a:cubicBezTo>
                    <a:cubicBezTo>
                      <a:pt x="1326" y="8285"/>
                      <a:pt x="1319" y="8726"/>
                      <a:pt x="1311" y="9167"/>
                    </a:cubicBezTo>
                    <a:cubicBezTo>
                      <a:pt x="1339" y="9164"/>
                      <a:pt x="1368" y="9161"/>
                      <a:pt x="1397" y="9158"/>
                    </a:cubicBezTo>
                    <a:cubicBezTo>
                      <a:pt x="1511" y="9150"/>
                      <a:pt x="1614" y="9149"/>
                      <a:pt x="1727" y="9167"/>
                    </a:cubicBezTo>
                    <a:cubicBezTo>
                      <a:pt x="1809" y="9267"/>
                      <a:pt x="1828" y="9306"/>
                      <a:pt x="1857" y="9425"/>
                    </a:cubicBezTo>
                    <a:cubicBezTo>
                      <a:pt x="1861" y="9439"/>
                      <a:pt x="1861" y="9439"/>
                      <a:pt x="1880" y="9509"/>
                    </a:cubicBezTo>
                    <a:cubicBezTo>
                      <a:pt x="1976" y="9887"/>
                      <a:pt x="1958" y="10277"/>
                      <a:pt x="1949" y="10664"/>
                    </a:cubicBezTo>
                    <a:cubicBezTo>
                      <a:pt x="1947" y="10741"/>
                      <a:pt x="1947" y="10819"/>
                      <a:pt x="1946" y="10896"/>
                    </a:cubicBezTo>
                    <a:cubicBezTo>
                      <a:pt x="1944" y="11084"/>
                      <a:pt x="1940" y="11271"/>
                      <a:pt x="1936" y="11458"/>
                    </a:cubicBezTo>
                    <a:cubicBezTo>
                      <a:pt x="1777" y="11411"/>
                      <a:pt x="1646" y="11357"/>
                      <a:pt x="1519" y="11250"/>
                    </a:cubicBezTo>
                    <a:cubicBezTo>
                      <a:pt x="1465" y="11071"/>
                      <a:pt x="1479" y="10901"/>
                      <a:pt x="1493" y="10716"/>
                    </a:cubicBezTo>
                    <a:cubicBezTo>
                      <a:pt x="1495" y="10668"/>
                      <a:pt x="1497" y="10619"/>
                      <a:pt x="1499" y="10569"/>
                    </a:cubicBezTo>
                    <a:cubicBezTo>
                      <a:pt x="1504" y="10448"/>
                      <a:pt x="1510" y="10328"/>
                      <a:pt x="1519" y="10208"/>
                    </a:cubicBezTo>
                    <a:cubicBezTo>
                      <a:pt x="1093" y="10450"/>
                      <a:pt x="809" y="10688"/>
                      <a:pt x="558" y="11112"/>
                    </a:cubicBezTo>
                    <a:cubicBezTo>
                      <a:pt x="551" y="11125"/>
                      <a:pt x="551" y="11125"/>
                      <a:pt x="512" y="11191"/>
                    </a:cubicBezTo>
                    <a:cubicBezTo>
                      <a:pt x="501" y="11210"/>
                      <a:pt x="489" y="11230"/>
                      <a:pt x="477" y="11250"/>
                    </a:cubicBezTo>
                    <a:cubicBezTo>
                      <a:pt x="137" y="10534"/>
                      <a:pt x="0" y="9948"/>
                      <a:pt x="13" y="9153"/>
                    </a:cubicBezTo>
                    <a:cubicBezTo>
                      <a:pt x="14" y="9052"/>
                      <a:pt x="13" y="8951"/>
                      <a:pt x="13" y="8851"/>
                    </a:cubicBezTo>
                    <a:cubicBezTo>
                      <a:pt x="13" y="8636"/>
                      <a:pt x="14" y="8422"/>
                      <a:pt x="17" y="8208"/>
                    </a:cubicBezTo>
                    <a:cubicBezTo>
                      <a:pt x="20" y="7898"/>
                      <a:pt x="21" y="7588"/>
                      <a:pt x="22" y="7278"/>
                    </a:cubicBezTo>
                    <a:cubicBezTo>
                      <a:pt x="23" y="6775"/>
                      <a:pt x="25" y="6271"/>
                      <a:pt x="29" y="5768"/>
                    </a:cubicBezTo>
                    <a:cubicBezTo>
                      <a:pt x="33" y="5280"/>
                      <a:pt x="36" y="4792"/>
                      <a:pt x="38" y="4304"/>
                    </a:cubicBezTo>
                    <a:cubicBezTo>
                      <a:pt x="38" y="4274"/>
                      <a:pt x="38" y="4244"/>
                      <a:pt x="38" y="4213"/>
                    </a:cubicBezTo>
                    <a:cubicBezTo>
                      <a:pt x="39" y="4061"/>
                      <a:pt x="39" y="3909"/>
                      <a:pt x="40" y="3758"/>
                    </a:cubicBezTo>
                    <a:cubicBezTo>
                      <a:pt x="44" y="2505"/>
                      <a:pt x="51" y="1253"/>
                      <a:pt x="61" y="0"/>
                    </a:cubicBezTo>
                    <a:close/>
                  </a:path>
                </a:pathLst>
              </a:custGeom>
              <a:solidFill>
                <a:srgbClr val="ECA9C6"/>
              </a:solidFill>
              <a:ln w="2646" cap="flat">
                <a:noFill/>
              </a:ln>
            </p:spPr>
          </p:sp>
          <p:sp>
            <p:nvSpPr>
              <p:cNvPr id="2120" name="ICON_C_WINDOWS_GRAPHIC_path_092"/>
              <p:cNvSpPr/>
              <p:nvPr/>
            </p:nvSpPr>
            <p:spPr>
              <a:xfrm>
                <a:off x="5854867" y="7366000"/>
                <a:ext cx="14057" cy="143015"/>
              </a:xfrm>
              <a:custGeom>
                <a:avLst/>
                <a:gdLst/>
                <a:ahLst/>
                <a:cxnLst/>
                <a:rect l="0" t="0" r="r" b="b"/>
                <a:pathLst>
                  <a:path w="1107" h="11261" fill="norm" stroke="0">
                    <a:moveTo>
                      <a:pt x="29" y="0"/>
                    </a:moveTo>
                    <a:cubicBezTo>
                      <a:pt x="235" y="0"/>
                      <a:pt x="441" y="0"/>
                      <a:pt x="654" y="0"/>
                    </a:cubicBezTo>
                    <a:cubicBezTo>
                      <a:pt x="656" y="76"/>
                      <a:pt x="658" y="151"/>
                      <a:pt x="660" y="229"/>
                    </a:cubicBezTo>
                    <a:cubicBezTo>
                      <a:pt x="684" y="1074"/>
                      <a:pt x="709" y="1919"/>
                      <a:pt x="734" y="2763"/>
                    </a:cubicBezTo>
                    <a:cubicBezTo>
                      <a:pt x="741" y="2995"/>
                      <a:pt x="748" y="3227"/>
                      <a:pt x="755" y="3459"/>
                    </a:cubicBezTo>
                    <a:cubicBezTo>
                      <a:pt x="846" y="6597"/>
                      <a:pt x="846" y="6597"/>
                      <a:pt x="937" y="7861"/>
                    </a:cubicBezTo>
                    <a:cubicBezTo>
                      <a:pt x="940" y="7903"/>
                      <a:pt x="943" y="7946"/>
                      <a:pt x="946" y="7989"/>
                    </a:cubicBezTo>
                    <a:cubicBezTo>
                      <a:pt x="971" y="8359"/>
                      <a:pt x="999" y="8728"/>
                      <a:pt x="1034" y="9097"/>
                    </a:cubicBezTo>
                    <a:cubicBezTo>
                      <a:pt x="1107" y="9874"/>
                      <a:pt x="1061" y="10465"/>
                      <a:pt x="716" y="11177"/>
                    </a:cubicBezTo>
                    <a:cubicBezTo>
                      <a:pt x="654" y="11250"/>
                      <a:pt x="654" y="11250"/>
                      <a:pt x="542" y="11261"/>
                    </a:cubicBezTo>
                    <a:cubicBezTo>
                      <a:pt x="510" y="11258"/>
                      <a:pt x="478" y="11254"/>
                      <a:pt x="445" y="11250"/>
                    </a:cubicBezTo>
                    <a:cubicBezTo>
                      <a:pt x="443" y="11204"/>
                      <a:pt x="441" y="11159"/>
                      <a:pt x="439" y="11112"/>
                    </a:cubicBezTo>
                    <a:cubicBezTo>
                      <a:pt x="418" y="10680"/>
                      <a:pt x="397" y="10248"/>
                      <a:pt x="375" y="9816"/>
                    </a:cubicBezTo>
                    <a:cubicBezTo>
                      <a:pt x="363" y="9594"/>
                      <a:pt x="352" y="9371"/>
                      <a:pt x="342" y="9149"/>
                    </a:cubicBezTo>
                    <a:cubicBezTo>
                      <a:pt x="332" y="8935"/>
                      <a:pt x="321" y="8720"/>
                      <a:pt x="309" y="8505"/>
                    </a:cubicBezTo>
                    <a:cubicBezTo>
                      <a:pt x="305" y="8424"/>
                      <a:pt x="301" y="8342"/>
                      <a:pt x="298" y="8261"/>
                    </a:cubicBezTo>
                    <a:cubicBezTo>
                      <a:pt x="292" y="8145"/>
                      <a:pt x="286" y="8030"/>
                      <a:pt x="280" y="7915"/>
                    </a:cubicBezTo>
                    <a:cubicBezTo>
                      <a:pt x="279" y="7882"/>
                      <a:pt x="277" y="7850"/>
                      <a:pt x="276" y="7816"/>
                    </a:cubicBezTo>
                    <a:cubicBezTo>
                      <a:pt x="264" y="7625"/>
                      <a:pt x="227" y="7464"/>
                      <a:pt x="161" y="7284"/>
                    </a:cubicBezTo>
                    <a:cubicBezTo>
                      <a:pt x="21" y="6907"/>
                      <a:pt x="0" y="6572"/>
                      <a:pt x="5" y="6173"/>
                    </a:cubicBezTo>
                    <a:cubicBezTo>
                      <a:pt x="5" y="6105"/>
                      <a:pt x="5" y="6037"/>
                      <a:pt x="5" y="5969"/>
                    </a:cubicBezTo>
                    <a:cubicBezTo>
                      <a:pt x="5" y="5788"/>
                      <a:pt x="6" y="5605"/>
                      <a:pt x="7" y="5423"/>
                    </a:cubicBezTo>
                    <a:cubicBezTo>
                      <a:pt x="9" y="5232"/>
                      <a:pt x="9" y="5041"/>
                      <a:pt x="9" y="4850"/>
                    </a:cubicBezTo>
                    <a:cubicBezTo>
                      <a:pt x="10" y="4490"/>
                      <a:pt x="11" y="4129"/>
                      <a:pt x="14" y="3768"/>
                    </a:cubicBezTo>
                    <a:cubicBezTo>
                      <a:pt x="16" y="3357"/>
                      <a:pt x="17" y="2946"/>
                      <a:pt x="18" y="2535"/>
                    </a:cubicBezTo>
                    <a:cubicBezTo>
                      <a:pt x="20" y="1690"/>
                      <a:pt x="24" y="845"/>
                      <a:pt x="29" y="0"/>
                    </a:cubicBezTo>
                    <a:close/>
                  </a:path>
                </a:pathLst>
              </a:custGeom>
              <a:solidFill>
                <a:srgbClr val="938CAF"/>
              </a:solidFill>
              <a:ln w="2646" cap="flat">
                <a:noFill/>
              </a:ln>
            </p:spPr>
          </p:sp>
          <p:sp>
            <p:nvSpPr>
              <p:cNvPr id="2121" name="ICON_C_WINDOWS_GRAPHIC_path_093"/>
              <p:cNvSpPr/>
              <p:nvPr/>
            </p:nvSpPr>
            <p:spPr>
              <a:xfrm>
                <a:off x="5386559" y="7297208"/>
                <a:ext cx="18878" cy="161396"/>
              </a:xfrm>
              <a:custGeom>
                <a:avLst/>
                <a:gdLst/>
                <a:ahLst/>
                <a:cxnLst/>
                <a:rect l="0" t="0" r="r" b="b"/>
                <a:pathLst>
                  <a:path w="1486" h="12708" fill="norm" stroke="0">
                    <a:moveTo>
                      <a:pt x="1278" y="0"/>
                    </a:moveTo>
                    <a:cubicBezTo>
                      <a:pt x="1347" y="0"/>
                      <a:pt x="1416" y="0"/>
                      <a:pt x="1486" y="0"/>
                    </a:cubicBezTo>
                    <a:cubicBezTo>
                      <a:pt x="1486" y="3231"/>
                      <a:pt x="1486" y="6462"/>
                      <a:pt x="1486" y="9792"/>
                    </a:cubicBezTo>
                    <a:cubicBezTo>
                      <a:pt x="1280" y="9792"/>
                      <a:pt x="1074" y="9792"/>
                      <a:pt x="861" y="9792"/>
                    </a:cubicBezTo>
                    <a:cubicBezTo>
                      <a:pt x="655" y="10754"/>
                      <a:pt x="449" y="11717"/>
                      <a:pt x="236" y="12708"/>
                    </a:cubicBezTo>
                    <a:cubicBezTo>
                      <a:pt x="88" y="12114"/>
                      <a:pt x="0" y="11709"/>
                      <a:pt x="43" y="11130"/>
                    </a:cubicBezTo>
                    <a:cubicBezTo>
                      <a:pt x="47" y="11060"/>
                      <a:pt x="51" y="10990"/>
                      <a:pt x="55" y="10920"/>
                    </a:cubicBezTo>
                    <a:cubicBezTo>
                      <a:pt x="66" y="10734"/>
                      <a:pt x="78" y="10547"/>
                      <a:pt x="91" y="10360"/>
                    </a:cubicBezTo>
                    <a:cubicBezTo>
                      <a:pt x="104" y="10164"/>
                      <a:pt x="116" y="9968"/>
                      <a:pt x="128" y="9771"/>
                    </a:cubicBezTo>
                    <a:cubicBezTo>
                      <a:pt x="150" y="9401"/>
                      <a:pt x="174" y="9030"/>
                      <a:pt x="199" y="8660"/>
                    </a:cubicBezTo>
                    <a:cubicBezTo>
                      <a:pt x="226" y="8238"/>
                      <a:pt x="253" y="7816"/>
                      <a:pt x="279" y="7394"/>
                    </a:cubicBezTo>
                    <a:cubicBezTo>
                      <a:pt x="332" y="6526"/>
                      <a:pt x="388" y="5659"/>
                      <a:pt x="445" y="4792"/>
                    </a:cubicBezTo>
                    <a:cubicBezTo>
                      <a:pt x="514" y="4792"/>
                      <a:pt x="582" y="4792"/>
                      <a:pt x="653" y="4792"/>
                    </a:cubicBezTo>
                    <a:cubicBezTo>
                      <a:pt x="791" y="5273"/>
                      <a:pt x="928" y="5754"/>
                      <a:pt x="1070" y="6250"/>
                    </a:cubicBezTo>
                    <a:cubicBezTo>
                      <a:pt x="1139" y="4188"/>
                      <a:pt x="1207" y="2125"/>
                      <a:pt x="1278" y="0"/>
                    </a:cubicBezTo>
                    <a:close/>
                  </a:path>
                </a:pathLst>
              </a:custGeom>
              <a:solidFill>
                <a:srgbClr val="97B3EA"/>
              </a:solidFill>
              <a:ln w="2646" cap="flat">
                <a:noFill/>
              </a:ln>
            </p:spPr>
          </p:sp>
          <p:sp>
            <p:nvSpPr>
              <p:cNvPr id="2122" name="ICON_C_WINDOWS_GRAPHIC_path_094"/>
              <p:cNvSpPr/>
              <p:nvPr/>
            </p:nvSpPr>
            <p:spPr>
              <a:xfrm>
                <a:off x="5603348" y="7442369"/>
                <a:ext cx="19047" cy="190860"/>
              </a:xfrm>
              <a:custGeom>
                <a:avLst/>
                <a:gdLst/>
                <a:ahLst/>
                <a:cxnLst/>
                <a:rect l="0" t="0" r="r" b="b"/>
                <a:pathLst>
                  <a:path w="1500" h="15028" fill="norm" stroke="0">
                    <a:moveTo>
                      <a:pt x="41" y="28"/>
                    </a:moveTo>
                    <a:cubicBezTo>
                      <a:pt x="184" y="11"/>
                      <a:pt x="316" y="0"/>
                      <a:pt x="458" y="28"/>
                    </a:cubicBezTo>
                    <a:cubicBezTo>
                      <a:pt x="515" y="165"/>
                      <a:pt x="515" y="165"/>
                      <a:pt x="521" y="242"/>
                    </a:cubicBezTo>
                    <a:cubicBezTo>
                      <a:pt x="536" y="341"/>
                      <a:pt x="536" y="341"/>
                      <a:pt x="666" y="653"/>
                    </a:cubicBezTo>
                    <a:cubicBezTo>
                      <a:pt x="941" y="653"/>
                      <a:pt x="1216" y="653"/>
                      <a:pt x="1500" y="653"/>
                    </a:cubicBezTo>
                    <a:cubicBezTo>
                      <a:pt x="1500" y="5397"/>
                      <a:pt x="1500" y="10141"/>
                      <a:pt x="1500" y="15028"/>
                    </a:cubicBezTo>
                    <a:cubicBezTo>
                      <a:pt x="1431" y="15028"/>
                      <a:pt x="1362" y="15028"/>
                      <a:pt x="1291" y="15028"/>
                    </a:cubicBezTo>
                    <a:cubicBezTo>
                      <a:pt x="1223" y="11866"/>
                      <a:pt x="1154" y="8703"/>
                      <a:pt x="1083" y="5445"/>
                    </a:cubicBezTo>
                    <a:cubicBezTo>
                      <a:pt x="877" y="5445"/>
                      <a:pt x="671" y="5445"/>
                      <a:pt x="458" y="5445"/>
                    </a:cubicBezTo>
                    <a:cubicBezTo>
                      <a:pt x="459" y="5391"/>
                      <a:pt x="460" y="5336"/>
                      <a:pt x="461" y="5280"/>
                    </a:cubicBezTo>
                    <a:cubicBezTo>
                      <a:pt x="469" y="4768"/>
                      <a:pt x="476" y="4256"/>
                      <a:pt x="480" y="3745"/>
                    </a:cubicBezTo>
                    <a:cubicBezTo>
                      <a:pt x="482" y="3481"/>
                      <a:pt x="485" y="3218"/>
                      <a:pt x="490" y="2955"/>
                    </a:cubicBezTo>
                    <a:cubicBezTo>
                      <a:pt x="494" y="2701"/>
                      <a:pt x="497" y="2447"/>
                      <a:pt x="498" y="2193"/>
                    </a:cubicBezTo>
                    <a:cubicBezTo>
                      <a:pt x="498" y="2096"/>
                      <a:pt x="500" y="1999"/>
                      <a:pt x="502" y="1902"/>
                    </a:cubicBezTo>
                    <a:cubicBezTo>
                      <a:pt x="505" y="1766"/>
                      <a:pt x="506" y="1631"/>
                      <a:pt x="505" y="1495"/>
                    </a:cubicBezTo>
                    <a:cubicBezTo>
                      <a:pt x="507" y="1455"/>
                      <a:pt x="508" y="1415"/>
                      <a:pt x="510" y="1374"/>
                    </a:cubicBezTo>
                    <a:cubicBezTo>
                      <a:pt x="508" y="1258"/>
                      <a:pt x="504" y="1176"/>
                      <a:pt x="458" y="1070"/>
                    </a:cubicBezTo>
                    <a:cubicBezTo>
                      <a:pt x="353" y="997"/>
                      <a:pt x="255" y="954"/>
                      <a:pt x="135" y="912"/>
                    </a:cubicBezTo>
                    <a:cubicBezTo>
                      <a:pt x="41" y="862"/>
                      <a:pt x="41" y="862"/>
                      <a:pt x="8" y="762"/>
                    </a:cubicBezTo>
                    <a:cubicBezTo>
                      <a:pt x="0" y="649"/>
                      <a:pt x="5" y="544"/>
                      <a:pt x="15" y="432"/>
                    </a:cubicBezTo>
                    <a:cubicBezTo>
                      <a:pt x="17" y="393"/>
                      <a:pt x="19" y="354"/>
                      <a:pt x="21" y="314"/>
                    </a:cubicBezTo>
                    <a:cubicBezTo>
                      <a:pt x="26" y="219"/>
                      <a:pt x="33" y="124"/>
                      <a:pt x="41" y="28"/>
                    </a:cubicBezTo>
                    <a:close/>
                  </a:path>
                </a:pathLst>
              </a:custGeom>
              <a:solidFill>
                <a:srgbClr val="A5BCED"/>
              </a:solidFill>
              <a:ln w="2646" cap="flat">
                <a:noFill/>
              </a:ln>
            </p:spPr>
          </p:sp>
          <p:sp>
            <p:nvSpPr>
              <p:cNvPr id="2123" name="ICON_C_WINDOWS_GRAPHIC_path_095"/>
              <p:cNvSpPr/>
              <p:nvPr/>
            </p:nvSpPr>
            <p:spPr>
              <a:xfrm>
                <a:off x="6539441" y="7384264"/>
                <a:ext cx="15150" cy="95507"/>
              </a:xfrm>
              <a:custGeom>
                <a:avLst/>
                <a:gdLst/>
                <a:ahLst/>
                <a:cxnLst/>
                <a:rect l="0" t="0" r="r" b="b"/>
                <a:pathLst>
                  <a:path w="1193" h="7520" fill="norm" stroke="0">
                    <a:moveTo>
                      <a:pt x="928" y="0"/>
                    </a:moveTo>
                    <a:cubicBezTo>
                      <a:pt x="994" y="5"/>
                      <a:pt x="1060" y="11"/>
                      <a:pt x="1125" y="20"/>
                    </a:cubicBezTo>
                    <a:cubicBezTo>
                      <a:pt x="1135" y="694"/>
                      <a:pt x="1142" y="1368"/>
                      <a:pt x="1147" y="2042"/>
                    </a:cubicBezTo>
                    <a:cubicBezTo>
                      <a:pt x="1149" y="2355"/>
                      <a:pt x="1152" y="2668"/>
                      <a:pt x="1156" y="2981"/>
                    </a:cubicBezTo>
                    <a:cubicBezTo>
                      <a:pt x="1193" y="5385"/>
                      <a:pt x="1193" y="5385"/>
                      <a:pt x="941" y="6538"/>
                    </a:cubicBezTo>
                    <a:cubicBezTo>
                      <a:pt x="933" y="6577"/>
                      <a:pt x="925" y="6616"/>
                      <a:pt x="916" y="6657"/>
                    </a:cubicBezTo>
                    <a:cubicBezTo>
                      <a:pt x="791" y="7240"/>
                      <a:pt x="791" y="7240"/>
                      <a:pt x="601" y="7405"/>
                    </a:cubicBezTo>
                    <a:cubicBezTo>
                      <a:pt x="497" y="7458"/>
                      <a:pt x="405" y="7495"/>
                      <a:pt x="292" y="7520"/>
                    </a:cubicBezTo>
                    <a:cubicBezTo>
                      <a:pt x="98" y="6884"/>
                      <a:pt x="46" y="6286"/>
                      <a:pt x="41" y="5623"/>
                    </a:cubicBezTo>
                    <a:cubicBezTo>
                      <a:pt x="40" y="5574"/>
                      <a:pt x="40" y="5524"/>
                      <a:pt x="39" y="5472"/>
                    </a:cubicBezTo>
                    <a:cubicBezTo>
                      <a:pt x="36" y="5235"/>
                      <a:pt x="34" y="4998"/>
                      <a:pt x="34" y="4761"/>
                    </a:cubicBezTo>
                    <a:cubicBezTo>
                      <a:pt x="33" y="4520"/>
                      <a:pt x="30" y="4279"/>
                      <a:pt x="25" y="4038"/>
                    </a:cubicBezTo>
                    <a:cubicBezTo>
                      <a:pt x="0" y="2924"/>
                      <a:pt x="19" y="1872"/>
                      <a:pt x="373" y="804"/>
                    </a:cubicBezTo>
                    <a:cubicBezTo>
                      <a:pt x="386" y="763"/>
                      <a:pt x="399" y="722"/>
                      <a:pt x="413" y="681"/>
                    </a:cubicBezTo>
                    <a:cubicBezTo>
                      <a:pt x="450" y="567"/>
                      <a:pt x="491" y="456"/>
                      <a:pt x="533" y="344"/>
                    </a:cubicBezTo>
                    <a:cubicBezTo>
                      <a:pt x="544" y="311"/>
                      <a:pt x="556" y="278"/>
                      <a:pt x="567" y="243"/>
                    </a:cubicBezTo>
                    <a:cubicBezTo>
                      <a:pt x="649" y="45"/>
                      <a:pt x="709" y="1"/>
                      <a:pt x="928" y="0"/>
                    </a:cubicBezTo>
                    <a:close/>
                  </a:path>
                </a:pathLst>
              </a:custGeom>
              <a:solidFill>
                <a:srgbClr val="92B0BA"/>
              </a:solidFill>
              <a:ln w="2646" cap="flat">
                <a:noFill/>
              </a:ln>
            </p:spPr>
          </p:sp>
          <p:sp>
            <p:nvSpPr>
              <p:cNvPr id="2124" name="ICON_C_WINDOWS_GRAPHIC_path_096"/>
              <p:cNvSpPr/>
              <p:nvPr/>
            </p:nvSpPr>
            <p:spPr>
              <a:xfrm>
                <a:off x="6045729" y="7299854"/>
                <a:ext cx="64680" cy="169333"/>
              </a:xfrm>
              <a:custGeom>
                <a:avLst/>
                <a:gdLst/>
                <a:ahLst/>
                <a:cxnLst/>
                <a:rect l="0" t="0" r="r" b="b"/>
                <a:pathLst>
                  <a:path w="5093" h="13333" fill="norm" stroke="0">
                    <a:moveTo>
                      <a:pt x="4792" y="0"/>
                    </a:moveTo>
                    <a:cubicBezTo>
                      <a:pt x="4860" y="0"/>
                      <a:pt x="4929" y="0"/>
                      <a:pt x="5000" y="0"/>
                    </a:cubicBezTo>
                    <a:cubicBezTo>
                      <a:pt x="5014" y="1453"/>
                      <a:pt x="5025" y="2905"/>
                      <a:pt x="5032" y="4358"/>
                    </a:cubicBezTo>
                    <a:cubicBezTo>
                      <a:pt x="5033" y="4529"/>
                      <a:pt x="5034" y="4701"/>
                      <a:pt x="5034" y="4873"/>
                    </a:cubicBezTo>
                    <a:cubicBezTo>
                      <a:pt x="5035" y="4907"/>
                      <a:pt x="5035" y="4941"/>
                      <a:pt x="5035" y="4976"/>
                    </a:cubicBezTo>
                    <a:cubicBezTo>
                      <a:pt x="5038" y="5529"/>
                      <a:pt x="5043" y="6082"/>
                      <a:pt x="5048" y="6634"/>
                    </a:cubicBezTo>
                    <a:cubicBezTo>
                      <a:pt x="5054" y="7202"/>
                      <a:pt x="5058" y="7769"/>
                      <a:pt x="5059" y="8336"/>
                    </a:cubicBezTo>
                    <a:cubicBezTo>
                      <a:pt x="5060" y="8686"/>
                      <a:pt x="5062" y="9036"/>
                      <a:pt x="5067" y="9386"/>
                    </a:cubicBezTo>
                    <a:cubicBezTo>
                      <a:pt x="5071" y="9626"/>
                      <a:pt x="5072" y="9867"/>
                      <a:pt x="5071" y="10107"/>
                    </a:cubicBezTo>
                    <a:cubicBezTo>
                      <a:pt x="5071" y="10245"/>
                      <a:pt x="5071" y="10384"/>
                      <a:pt x="5075" y="10522"/>
                    </a:cubicBezTo>
                    <a:cubicBezTo>
                      <a:pt x="5093" y="11324"/>
                      <a:pt x="5093" y="11324"/>
                      <a:pt x="4941" y="11544"/>
                    </a:cubicBezTo>
                    <a:cubicBezTo>
                      <a:pt x="4691" y="11794"/>
                      <a:pt x="4388" y="11899"/>
                      <a:pt x="4041" y="11916"/>
                    </a:cubicBezTo>
                    <a:cubicBezTo>
                      <a:pt x="3931" y="11913"/>
                      <a:pt x="3821" y="11908"/>
                      <a:pt x="3711" y="11901"/>
                    </a:cubicBezTo>
                    <a:cubicBezTo>
                      <a:pt x="3518" y="11893"/>
                      <a:pt x="3324" y="11884"/>
                      <a:pt x="3125" y="11875"/>
                    </a:cubicBezTo>
                    <a:cubicBezTo>
                      <a:pt x="3125" y="12356"/>
                      <a:pt x="3125" y="12837"/>
                      <a:pt x="3125" y="13333"/>
                    </a:cubicBezTo>
                    <a:cubicBezTo>
                      <a:pt x="2423" y="12485"/>
                      <a:pt x="2423" y="12485"/>
                      <a:pt x="2435" y="12161"/>
                    </a:cubicBezTo>
                    <a:cubicBezTo>
                      <a:pt x="2469" y="11925"/>
                      <a:pt x="2521" y="11840"/>
                      <a:pt x="2710" y="11697"/>
                    </a:cubicBezTo>
                    <a:cubicBezTo>
                      <a:pt x="2877" y="11549"/>
                      <a:pt x="2943" y="11425"/>
                      <a:pt x="2961" y="11201"/>
                    </a:cubicBezTo>
                    <a:cubicBezTo>
                      <a:pt x="2966" y="11030"/>
                      <a:pt x="2963" y="10860"/>
                      <a:pt x="2957" y="10689"/>
                    </a:cubicBezTo>
                    <a:cubicBezTo>
                      <a:pt x="2957" y="10614"/>
                      <a:pt x="2956" y="10540"/>
                      <a:pt x="2956" y="10466"/>
                    </a:cubicBezTo>
                    <a:cubicBezTo>
                      <a:pt x="2954" y="10272"/>
                      <a:pt x="2950" y="10078"/>
                      <a:pt x="2945" y="9885"/>
                    </a:cubicBezTo>
                    <a:cubicBezTo>
                      <a:pt x="2941" y="9686"/>
                      <a:pt x="2939" y="9488"/>
                      <a:pt x="2937" y="9290"/>
                    </a:cubicBezTo>
                    <a:cubicBezTo>
                      <a:pt x="2933" y="8901"/>
                      <a:pt x="2925" y="8513"/>
                      <a:pt x="2917" y="8125"/>
                    </a:cubicBezTo>
                    <a:cubicBezTo>
                      <a:pt x="2476" y="8220"/>
                      <a:pt x="2476" y="8220"/>
                      <a:pt x="2292" y="8333"/>
                    </a:cubicBezTo>
                    <a:cubicBezTo>
                      <a:pt x="2193" y="8486"/>
                      <a:pt x="2190" y="8631"/>
                      <a:pt x="2185" y="8809"/>
                    </a:cubicBezTo>
                    <a:cubicBezTo>
                      <a:pt x="2181" y="8855"/>
                      <a:pt x="2178" y="8901"/>
                      <a:pt x="2174" y="8949"/>
                    </a:cubicBezTo>
                    <a:cubicBezTo>
                      <a:pt x="2163" y="9095"/>
                      <a:pt x="2155" y="9241"/>
                      <a:pt x="2148" y="9388"/>
                    </a:cubicBezTo>
                    <a:cubicBezTo>
                      <a:pt x="2141" y="9487"/>
                      <a:pt x="2134" y="9587"/>
                      <a:pt x="2127" y="9686"/>
                    </a:cubicBezTo>
                    <a:cubicBezTo>
                      <a:pt x="2109" y="9930"/>
                      <a:pt x="2095" y="10173"/>
                      <a:pt x="2083" y="10417"/>
                    </a:cubicBezTo>
                    <a:cubicBezTo>
                      <a:pt x="2035" y="10422"/>
                      <a:pt x="1987" y="10427"/>
                      <a:pt x="1937" y="10433"/>
                    </a:cubicBezTo>
                    <a:cubicBezTo>
                      <a:pt x="1756" y="10452"/>
                      <a:pt x="1575" y="10473"/>
                      <a:pt x="1394" y="10494"/>
                    </a:cubicBezTo>
                    <a:cubicBezTo>
                      <a:pt x="1316" y="10503"/>
                      <a:pt x="1238" y="10512"/>
                      <a:pt x="1160" y="10520"/>
                    </a:cubicBezTo>
                    <a:cubicBezTo>
                      <a:pt x="328" y="10610"/>
                      <a:pt x="328" y="10610"/>
                      <a:pt x="0" y="10833"/>
                    </a:cubicBezTo>
                    <a:cubicBezTo>
                      <a:pt x="33" y="10613"/>
                      <a:pt x="69" y="10389"/>
                      <a:pt x="208" y="10208"/>
                    </a:cubicBezTo>
                    <a:cubicBezTo>
                      <a:pt x="426" y="10078"/>
                      <a:pt x="704" y="10082"/>
                      <a:pt x="950" y="10065"/>
                    </a:cubicBezTo>
                    <a:cubicBezTo>
                      <a:pt x="1020" y="10058"/>
                      <a:pt x="1089" y="10051"/>
                      <a:pt x="1159" y="10044"/>
                    </a:cubicBezTo>
                    <a:cubicBezTo>
                      <a:pt x="1328" y="10026"/>
                      <a:pt x="1497" y="10012"/>
                      <a:pt x="1667" y="10000"/>
                    </a:cubicBezTo>
                    <a:cubicBezTo>
                      <a:pt x="1669" y="9972"/>
                      <a:pt x="1671" y="9944"/>
                      <a:pt x="1673" y="9914"/>
                    </a:cubicBezTo>
                    <a:cubicBezTo>
                      <a:pt x="1694" y="9648"/>
                      <a:pt x="1715" y="9381"/>
                      <a:pt x="1737" y="9114"/>
                    </a:cubicBezTo>
                    <a:cubicBezTo>
                      <a:pt x="1749" y="8977"/>
                      <a:pt x="1760" y="8840"/>
                      <a:pt x="1770" y="8703"/>
                    </a:cubicBezTo>
                    <a:cubicBezTo>
                      <a:pt x="1782" y="8545"/>
                      <a:pt x="1796" y="8388"/>
                      <a:pt x="1809" y="8230"/>
                    </a:cubicBezTo>
                    <a:cubicBezTo>
                      <a:pt x="1812" y="8181"/>
                      <a:pt x="1816" y="8132"/>
                      <a:pt x="1820" y="8081"/>
                    </a:cubicBezTo>
                    <a:cubicBezTo>
                      <a:pt x="1837" y="7888"/>
                      <a:pt x="1856" y="7743"/>
                      <a:pt x="1950" y="7572"/>
                    </a:cubicBezTo>
                    <a:cubicBezTo>
                      <a:pt x="2165" y="7456"/>
                      <a:pt x="2377" y="7478"/>
                      <a:pt x="2617" y="7487"/>
                    </a:cubicBezTo>
                    <a:cubicBezTo>
                      <a:pt x="2666" y="7488"/>
                      <a:pt x="2715" y="7489"/>
                      <a:pt x="2765" y="7490"/>
                    </a:cubicBezTo>
                    <a:cubicBezTo>
                      <a:pt x="2885" y="7492"/>
                      <a:pt x="3005" y="7496"/>
                      <a:pt x="3125" y="7500"/>
                    </a:cubicBezTo>
                    <a:cubicBezTo>
                      <a:pt x="3127" y="7544"/>
                      <a:pt x="3129" y="7588"/>
                      <a:pt x="3131" y="7633"/>
                    </a:cubicBezTo>
                    <a:cubicBezTo>
                      <a:pt x="3152" y="8047"/>
                      <a:pt x="3173" y="8461"/>
                      <a:pt x="3196" y="8875"/>
                    </a:cubicBezTo>
                    <a:cubicBezTo>
                      <a:pt x="3207" y="9087"/>
                      <a:pt x="3218" y="9300"/>
                      <a:pt x="3229" y="9513"/>
                    </a:cubicBezTo>
                    <a:cubicBezTo>
                      <a:pt x="3239" y="9718"/>
                      <a:pt x="3249" y="9924"/>
                      <a:pt x="3261" y="10129"/>
                    </a:cubicBezTo>
                    <a:cubicBezTo>
                      <a:pt x="3265" y="10207"/>
                      <a:pt x="3269" y="10285"/>
                      <a:pt x="3273" y="10364"/>
                    </a:cubicBezTo>
                    <a:cubicBezTo>
                      <a:pt x="3278" y="10474"/>
                      <a:pt x="3284" y="10583"/>
                      <a:pt x="3291" y="10693"/>
                    </a:cubicBezTo>
                    <a:cubicBezTo>
                      <a:pt x="3292" y="10725"/>
                      <a:pt x="3293" y="10758"/>
                      <a:pt x="3294" y="10791"/>
                    </a:cubicBezTo>
                    <a:cubicBezTo>
                      <a:pt x="3296" y="10821"/>
                      <a:pt x="3298" y="10851"/>
                      <a:pt x="3300" y="10882"/>
                    </a:cubicBezTo>
                    <a:cubicBezTo>
                      <a:pt x="3301" y="10895"/>
                      <a:pt x="3301" y="10895"/>
                      <a:pt x="3304" y="10961"/>
                    </a:cubicBezTo>
                    <a:cubicBezTo>
                      <a:pt x="3333" y="11042"/>
                      <a:pt x="3333" y="11042"/>
                      <a:pt x="3542" y="11250"/>
                    </a:cubicBezTo>
                    <a:cubicBezTo>
                      <a:pt x="3885" y="11250"/>
                      <a:pt x="4229" y="11250"/>
                      <a:pt x="4583" y="11250"/>
                    </a:cubicBezTo>
                    <a:cubicBezTo>
                      <a:pt x="4652" y="7538"/>
                      <a:pt x="4721" y="3825"/>
                      <a:pt x="4792" y="0"/>
                    </a:cubicBezTo>
                    <a:close/>
                  </a:path>
                </a:pathLst>
              </a:custGeom>
              <a:solidFill>
                <a:srgbClr val="EEB2CD"/>
              </a:solidFill>
              <a:ln w="2646" cap="flat">
                <a:noFill/>
              </a:ln>
            </p:spPr>
          </p:sp>
          <p:sp>
            <p:nvSpPr>
              <p:cNvPr id="2125" name="ICON_C_WINDOWS_GRAPHIC_path_097"/>
              <p:cNvSpPr/>
              <p:nvPr/>
            </p:nvSpPr>
            <p:spPr>
              <a:xfrm>
                <a:off x="6672792" y="7445375"/>
                <a:ext cx="27326" cy="87963"/>
              </a:xfrm>
              <a:custGeom>
                <a:avLst/>
                <a:gdLst/>
                <a:ahLst/>
                <a:cxnLst/>
                <a:rect l="0" t="0" r="r" b="b"/>
                <a:pathLst>
                  <a:path w="2152" h="6926" fill="norm" stroke="0">
                    <a:moveTo>
                      <a:pt x="208" y="0"/>
                    </a:moveTo>
                    <a:cubicBezTo>
                      <a:pt x="378" y="29"/>
                      <a:pt x="547" y="60"/>
                      <a:pt x="716" y="91"/>
                    </a:cubicBezTo>
                    <a:cubicBezTo>
                      <a:pt x="764" y="99"/>
                      <a:pt x="812" y="107"/>
                      <a:pt x="861" y="116"/>
                    </a:cubicBezTo>
                    <a:cubicBezTo>
                      <a:pt x="908" y="125"/>
                      <a:pt x="954" y="133"/>
                      <a:pt x="1002" y="143"/>
                    </a:cubicBezTo>
                    <a:cubicBezTo>
                      <a:pt x="1023" y="146"/>
                      <a:pt x="1023" y="146"/>
                      <a:pt x="1131" y="166"/>
                    </a:cubicBezTo>
                    <a:cubicBezTo>
                      <a:pt x="1280" y="219"/>
                      <a:pt x="1380" y="279"/>
                      <a:pt x="1458" y="417"/>
                    </a:cubicBezTo>
                    <a:cubicBezTo>
                      <a:pt x="1495" y="567"/>
                      <a:pt x="1502" y="717"/>
                      <a:pt x="1510" y="871"/>
                    </a:cubicBezTo>
                    <a:cubicBezTo>
                      <a:pt x="1516" y="962"/>
                      <a:pt x="1523" y="1054"/>
                      <a:pt x="1530" y="1145"/>
                    </a:cubicBezTo>
                    <a:cubicBezTo>
                      <a:pt x="1540" y="1288"/>
                      <a:pt x="1549" y="1431"/>
                      <a:pt x="1558" y="1574"/>
                    </a:cubicBezTo>
                    <a:cubicBezTo>
                      <a:pt x="1566" y="1713"/>
                      <a:pt x="1577" y="1852"/>
                      <a:pt x="1588" y="1991"/>
                    </a:cubicBezTo>
                    <a:cubicBezTo>
                      <a:pt x="1589" y="2011"/>
                      <a:pt x="1589" y="2011"/>
                      <a:pt x="1593" y="2117"/>
                    </a:cubicBezTo>
                    <a:cubicBezTo>
                      <a:pt x="1618" y="2406"/>
                      <a:pt x="1706" y="2567"/>
                      <a:pt x="1877" y="2792"/>
                    </a:cubicBezTo>
                    <a:cubicBezTo>
                      <a:pt x="2152" y="3164"/>
                      <a:pt x="2137" y="3513"/>
                      <a:pt x="2124" y="3961"/>
                    </a:cubicBezTo>
                    <a:cubicBezTo>
                      <a:pt x="2123" y="4039"/>
                      <a:pt x="2123" y="4118"/>
                      <a:pt x="2122" y="4196"/>
                    </a:cubicBezTo>
                    <a:cubicBezTo>
                      <a:pt x="2121" y="4401"/>
                      <a:pt x="2117" y="4605"/>
                      <a:pt x="2112" y="4810"/>
                    </a:cubicBezTo>
                    <a:cubicBezTo>
                      <a:pt x="2108" y="5019"/>
                      <a:pt x="2106" y="5229"/>
                      <a:pt x="2104" y="5438"/>
                    </a:cubicBezTo>
                    <a:cubicBezTo>
                      <a:pt x="2099" y="5848"/>
                      <a:pt x="2092" y="6257"/>
                      <a:pt x="2083" y="6667"/>
                    </a:cubicBezTo>
                    <a:cubicBezTo>
                      <a:pt x="1274" y="6926"/>
                      <a:pt x="1274" y="6926"/>
                      <a:pt x="994" y="6841"/>
                    </a:cubicBezTo>
                    <a:cubicBezTo>
                      <a:pt x="889" y="6768"/>
                      <a:pt x="845" y="6709"/>
                      <a:pt x="811" y="6584"/>
                    </a:cubicBezTo>
                    <a:cubicBezTo>
                      <a:pt x="773" y="6353"/>
                      <a:pt x="771" y="6120"/>
                      <a:pt x="770" y="5886"/>
                    </a:cubicBezTo>
                    <a:cubicBezTo>
                      <a:pt x="769" y="5748"/>
                      <a:pt x="766" y="5611"/>
                      <a:pt x="761" y="5473"/>
                    </a:cubicBezTo>
                    <a:cubicBezTo>
                      <a:pt x="750" y="5082"/>
                      <a:pt x="743" y="4691"/>
                      <a:pt x="738" y="4300"/>
                    </a:cubicBezTo>
                    <a:cubicBezTo>
                      <a:pt x="735" y="4061"/>
                      <a:pt x="729" y="3821"/>
                      <a:pt x="721" y="3582"/>
                    </a:cubicBezTo>
                    <a:cubicBezTo>
                      <a:pt x="718" y="3491"/>
                      <a:pt x="717" y="3400"/>
                      <a:pt x="717" y="3309"/>
                    </a:cubicBezTo>
                    <a:cubicBezTo>
                      <a:pt x="717" y="2613"/>
                      <a:pt x="717" y="2613"/>
                      <a:pt x="559" y="2419"/>
                    </a:cubicBezTo>
                    <a:cubicBezTo>
                      <a:pt x="384" y="2264"/>
                      <a:pt x="217" y="2189"/>
                      <a:pt x="0" y="2083"/>
                    </a:cubicBezTo>
                    <a:cubicBezTo>
                      <a:pt x="413" y="2083"/>
                      <a:pt x="825" y="2083"/>
                      <a:pt x="1250" y="2083"/>
                    </a:cubicBezTo>
                    <a:cubicBezTo>
                      <a:pt x="1175" y="715"/>
                      <a:pt x="1175" y="715"/>
                      <a:pt x="842" y="389"/>
                    </a:cubicBezTo>
                    <a:cubicBezTo>
                      <a:pt x="646" y="233"/>
                      <a:pt x="435" y="106"/>
                      <a:pt x="208" y="0"/>
                    </a:cubicBezTo>
                    <a:close/>
                  </a:path>
                </a:pathLst>
              </a:custGeom>
              <a:solidFill>
                <a:srgbClr val="A8A6BE"/>
              </a:solidFill>
              <a:ln w="2646" cap="flat">
                <a:noFill/>
              </a:ln>
            </p:spPr>
          </p:sp>
          <p:sp>
            <p:nvSpPr>
              <p:cNvPr id="2126" name="ICON_C_WINDOWS_GRAPHIC_path_098"/>
              <p:cNvSpPr/>
              <p:nvPr/>
            </p:nvSpPr>
            <p:spPr>
              <a:xfrm>
                <a:off x="5810251" y="7415979"/>
                <a:ext cx="34904" cy="103479"/>
              </a:xfrm>
              <a:custGeom>
                <a:avLst/>
                <a:gdLst/>
                <a:ahLst/>
                <a:cxnLst/>
                <a:rect l="0" t="0" r="r" b="b"/>
                <a:pathLst>
                  <a:path w="2748" h="8148" fill="norm" stroke="0">
                    <a:moveTo>
                      <a:pt x="1678" y="25"/>
                    </a:moveTo>
                    <a:cubicBezTo>
                      <a:pt x="1920" y="97"/>
                      <a:pt x="2075" y="193"/>
                      <a:pt x="2209" y="412"/>
                    </a:cubicBezTo>
                    <a:cubicBezTo>
                      <a:pt x="2467" y="940"/>
                      <a:pt x="2551" y="1508"/>
                      <a:pt x="2615" y="2086"/>
                    </a:cubicBezTo>
                    <a:cubicBezTo>
                      <a:pt x="2619" y="2125"/>
                      <a:pt x="2624" y="2165"/>
                      <a:pt x="2628" y="2205"/>
                    </a:cubicBezTo>
                    <a:cubicBezTo>
                      <a:pt x="2748" y="3304"/>
                      <a:pt x="2733" y="4407"/>
                      <a:pt x="2723" y="5510"/>
                    </a:cubicBezTo>
                    <a:cubicBezTo>
                      <a:pt x="2721" y="5799"/>
                      <a:pt x="2720" y="6087"/>
                      <a:pt x="2719" y="6376"/>
                    </a:cubicBezTo>
                    <a:cubicBezTo>
                      <a:pt x="2717" y="6967"/>
                      <a:pt x="2713" y="7557"/>
                      <a:pt x="2708" y="8148"/>
                    </a:cubicBezTo>
                    <a:cubicBezTo>
                      <a:pt x="2570" y="8091"/>
                      <a:pt x="2433" y="8030"/>
                      <a:pt x="2297" y="7968"/>
                    </a:cubicBezTo>
                    <a:cubicBezTo>
                      <a:pt x="2258" y="7952"/>
                      <a:pt x="2219" y="7936"/>
                      <a:pt x="2178" y="7919"/>
                    </a:cubicBezTo>
                    <a:cubicBezTo>
                      <a:pt x="1899" y="7789"/>
                      <a:pt x="1899" y="7789"/>
                      <a:pt x="1830" y="7625"/>
                    </a:cubicBezTo>
                    <a:cubicBezTo>
                      <a:pt x="1792" y="7427"/>
                      <a:pt x="1783" y="7229"/>
                      <a:pt x="1802" y="7028"/>
                    </a:cubicBezTo>
                    <a:cubicBezTo>
                      <a:pt x="1805" y="6985"/>
                      <a:pt x="1809" y="6943"/>
                      <a:pt x="1812" y="6899"/>
                    </a:cubicBezTo>
                    <a:cubicBezTo>
                      <a:pt x="1814" y="6877"/>
                      <a:pt x="1814" y="6877"/>
                      <a:pt x="1823" y="6768"/>
                    </a:cubicBezTo>
                    <a:cubicBezTo>
                      <a:pt x="1827" y="6679"/>
                      <a:pt x="1831" y="6591"/>
                      <a:pt x="1834" y="6502"/>
                    </a:cubicBezTo>
                    <a:cubicBezTo>
                      <a:pt x="1843" y="6287"/>
                      <a:pt x="1858" y="6072"/>
                      <a:pt x="1875" y="5856"/>
                    </a:cubicBezTo>
                    <a:cubicBezTo>
                      <a:pt x="1669" y="5856"/>
                      <a:pt x="1462" y="5856"/>
                      <a:pt x="1250" y="5856"/>
                    </a:cubicBezTo>
                    <a:cubicBezTo>
                      <a:pt x="1250" y="5994"/>
                      <a:pt x="1250" y="6131"/>
                      <a:pt x="1250" y="6273"/>
                    </a:cubicBezTo>
                    <a:cubicBezTo>
                      <a:pt x="975" y="6273"/>
                      <a:pt x="700" y="6273"/>
                      <a:pt x="417" y="6273"/>
                    </a:cubicBezTo>
                    <a:cubicBezTo>
                      <a:pt x="485" y="5998"/>
                      <a:pt x="554" y="5723"/>
                      <a:pt x="625" y="5440"/>
                    </a:cubicBezTo>
                    <a:cubicBezTo>
                      <a:pt x="1106" y="5440"/>
                      <a:pt x="1587" y="5440"/>
                      <a:pt x="2083" y="5440"/>
                    </a:cubicBezTo>
                    <a:cubicBezTo>
                      <a:pt x="2089" y="4958"/>
                      <a:pt x="2094" y="4476"/>
                      <a:pt x="2096" y="3994"/>
                    </a:cubicBezTo>
                    <a:cubicBezTo>
                      <a:pt x="2096" y="3959"/>
                      <a:pt x="2097" y="3923"/>
                      <a:pt x="2097" y="3887"/>
                    </a:cubicBezTo>
                    <a:cubicBezTo>
                      <a:pt x="2102" y="2724"/>
                      <a:pt x="2055" y="1591"/>
                      <a:pt x="1875" y="440"/>
                    </a:cubicBezTo>
                    <a:cubicBezTo>
                      <a:pt x="1738" y="440"/>
                      <a:pt x="1600" y="440"/>
                      <a:pt x="1458" y="440"/>
                    </a:cubicBezTo>
                    <a:cubicBezTo>
                      <a:pt x="1459" y="501"/>
                      <a:pt x="1460" y="561"/>
                      <a:pt x="1462" y="624"/>
                    </a:cubicBezTo>
                    <a:cubicBezTo>
                      <a:pt x="1465" y="852"/>
                      <a:pt x="1468" y="1079"/>
                      <a:pt x="1470" y="1307"/>
                    </a:cubicBezTo>
                    <a:cubicBezTo>
                      <a:pt x="1471" y="1405"/>
                      <a:pt x="1472" y="1503"/>
                      <a:pt x="1474" y="1601"/>
                    </a:cubicBezTo>
                    <a:cubicBezTo>
                      <a:pt x="1476" y="1743"/>
                      <a:pt x="1478" y="1885"/>
                      <a:pt x="1479" y="2026"/>
                    </a:cubicBezTo>
                    <a:cubicBezTo>
                      <a:pt x="1480" y="2070"/>
                      <a:pt x="1481" y="2113"/>
                      <a:pt x="1482" y="2158"/>
                    </a:cubicBezTo>
                    <a:cubicBezTo>
                      <a:pt x="1482" y="2200"/>
                      <a:pt x="1482" y="2241"/>
                      <a:pt x="1482" y="2284"/>
                    </a:cubicBezTo>
                    <a:cubicBezTo>
                      <a:pt x="1483" y="2320"/>
                      <a:pt x="1483" y="2357"/>
                      <a:pt x="1483" y="2394"/>
                    </a:cubicBezTo>
                    <a:cubicBezTo>
                      <a:pt x="1458" y="2523"/>
                      <a:pt x="1458" y="2523"/>
                      <a:pt x="1250" y="2940"/>
                    </a:cubicBezTo>
                    <a:cubicBezTo>
                      <a:pt x="837" y="2802"/>
                      <a:pt x="425" y="2665"/>
                      <a:pt x="0" y="2523"/>
                    </a:cubicBezTo>
                    <a:cubicBezTo>
                      <a:pt x="69" y="2317"/>
                      <a:pt x="137" y="2110"/>
                      <a:pt x="208" y="1898"/>
                    </a:cubicBezTo>
                    <a:cubicBezTo>
                      <a:pt x="446" y="1819"/>
                      <a:pt x="446" y="1819"/>
                      <a:pt x="625" y="1898"/>
                    </a:cubicBezTo>
                    <a:cubicBezTo>
                      <a:pt x="705" y="1967"/>
                      <a:pt x="775" y="2034"/>
                      <a:pt x="847" y="2110"/>
                    </a:cubicBezTo>
                    <a:cubicBezTo>
                      <a:pt x="856" y="2120"/>
                      <a:pt x="856" y="2120"/>
                      <a:pt x="904" y="2170"/>
                    </a:cubicBezTo>
                    <a:cubicBezTo>
                      <a:pt x="950" y="2218"/>
                      <a:pt x="996" y="2266"/>
                      <a:pt x="1042" y="2315"/>
                    </a:cubicBezTo>
                    <a:cubicBezTo>
                      <a:pt x="1043" y="2302"/>
                      <a:pt x="1043" y="2302"/>
                      <a:pt x="1048" y="2237"/>
                    </a:cubicBezTo>
                    <a:cubicBezTo>
                      <a:pt x="1071" y="1970"/>
                      <a:pt x="1095" y="1703"/>
                      <a:pt x="1119" y="1436"/>
                    </a:cubicBezTo>
                    <a:cubicBezTo>
                      <a:pt x="1128" y="1336"/>
                      <a:pt x="1137" y="1237"/>
                      <a:pt x="1145" y="1137"/>
                    </a:cubicBezTo>
                    <a:cubicBezTo>
                      <a:pt x="1157" y="994"/>
                      <a:pt x="1171" y="851"/>
                      <a:pt x="1184" y="707"/>
                    </a:cubicBezTo>
                    <a:cubicBezTo>
                      <a:pt x="1188" y="663"/>
                      <a:pt x="1191" y="618"/>
                      <a:pt x="1195" y="572"/>
                    </a:cubicBezTo>
                    <a:cubicBezTo>
                      <a:pt x="1229" y="227"/>
                      <a:pt x="1229" y="227"/>
                      <a:pt x="1349" y="98"/>
                    </a:cubicBezTo>
                    <a:cubicBezTo>
                      <a:pt x="1467" y="17"/>
                      <a:pt x="1536" y="0"/>
                      <a:pt x="1678" y="25"/>
                    </a:cubicBezTo>
                    <a:close/>
                  </a:path>
                </a:pathLst>
              </a:custGeom>
              <a:solidFill>
                <a:srgbClr val="9E9DBB"/>
              </a:solidFill>
              <a:ln w="2646" cap="flat">
                <a:noFill/>
              </a:ln>
            </p:spPr>
          </p:sp>
          <p:sp>
            <p:nvSpPr>
              <p:cNvPr id="2127" name="ICON_C_WINDOWS_GRAPHIC_path_099"/>
              <p:cNvSpPr/>
              <p:nvPr/>
            </p:nvSpPr>
            <p:spPr>
              <a:xfrm>
                <a:off x="6635750" y="7418615"/>
                <a:ext cx="55562" cy="74385"/>
              </a:xfrm>
              <a:custGeom>
                <a:avLst/>
                <a:gdLst/>
                <a:ahLst/>
                <a:cxnLst/>
                <a:rect l="0" t="0" r="r" b="b"/>
                <a:pathLst>
                  <a:path w="4375" h="5857" fill="norm" stroke="0">
                    <a:moveTo>
                      <a:pt x="1458" y="24"/>
                    </a:moveTo>
                    <a:cubicBezTo>
                      <a:pt x="1633" y="19"/>
                      <a:pt x="1807" y="15"/>
                      <a:pt x="1981" y="12"/>
                    </a:cubicBezTo>
                    <a:cubicBezTo>
                      <a:pt x="2040" y="11"/>
                      <a:pt x="2099" y="10"/>
                      <a:pt x="2159" y="8"/>
                    </a:cubicBezTo>
                    <a:cubicBezTo>
                      <a:pt x="2244" y="5"/>
                      <a:pt x="2329" y="4"/>
                      <a:pt x="2415" y="3"/>
                    </a:cubicBezTo>
                    <a:cubicBezTo>
                      <a:pt x="2466" y="2"/>
                      <a:pt x="2517" y="1"/>
                      <a:pt x="2570" y="0"/>
                    </a:cubicBezTo>
                    <a:cubicBezTo>
                      <a:pt x="2708" y="24"/>
                      <a:pt x="2708" y="24"/>
                      <a:pt x="2830" y="105"/>
                    </a:cubicBezTo>
                    <a:cubicBezTo>
                      <a:pt x="2949" y="280"/>
                      <a:pt x="2943" y="410"/>
                      <a:pt x="2937" y="617"/>
                    </a:cubicBezTo>
                    <a:cubicBezTo>
                      <a:pt x="2937" y="654"/>
                      <a:pt x="2936" y="690"/>
                      <a:pt x="2936" y="728"/>
                    </a:cubicBezTo>
                    <a:cubicBezTo>
                      <a:pt x="2935" y="845"/>
                      <a:pt x="2932" y="962"/>
                      <a:pt x="2930" y="1078"/>
                    </a:cubicBezTo>
                    <a:cubicBezTo>
                      <a:pt x="2929" y="1158"/>
                      <a:pt x="2928" y="1237"/>
                      <a:pt x="2927" y="1316"/>
                    </a:cubicBezTo>
                    <a:cubicBezTo>
                      <a:pt x="2925" y="1511"/>
                      <a:pt x="2921" y="1705"/>
                      <a:pt x="2917" y="1899"/>
                    </a:cubicBezTo>
                    <a:cubicBezTo>
                      <a:pt x="3329" y="1830"/>
                      <a:pt x="3742" y="1761"/>
                      <a:pt x="4167" y="1690"/>
                    </a:cubicBezTo>
                    <a:cubicBezTo>
                      <a:pt x="4235" y="1965"/>
                      <a:pt x="4304" y="2240"/>
                      <a:pt x="4375" y="2524"/>
                    </a:cubicBezTo>
                    <a:cubicBezTo>
                      <a:pt x="3963" y="2386"/>
                      <a:pt x="3550" y="2249"/>
                      <a:pt x="3125" y="2107"/>
                    </a:cubicBezTo>
                    <a:cubicBezTo>
                      <a:pt x="3125" y="2451"/>
                      <a:pt x="3125" y="2795"/>
                      <a:pt x="3125" y="3149"/>
                    </a:cubicBezTo>
                    <a:cubicBezTo>
                      <a:pt x="2919" y="3149"/>
                      <a:pt x="2713" y="3149"/>
                      <a:pt x="2500" y="3149"/>
                    </a:cubicBezTo>
                    <a:cubicBezTo>
                      <a:pt x="2500" y="2186"/>
                      <a:pt x="2500" y="1224"/>
                      <a:pt x="2500" y="232"/>
                    </a:cubicBezTo>
                    <a:cubicBezTo>
                      <a:pt x="2225" y="232"/>
                      <a:pt x="1950" y="232"/>
                      <a:pt x="1667" y="232"/>
                    </a:cubicBezTo>
                    <a:cubicBezTo>
                      <a:pt x="1684" y="284"/>
                      <a:pt x="1684" y="284"/>
                      <a:pt x="1768" y="547"/>
                    </a:cubicBezTo>
                    <a:cubicBezTo>
                      <a:pt x="1939" y="1173"/>
                      <a:pt x="1914" y="1829"/>
                      <a:pt x="1914" y="2472"/>
                    </a:cubicBezTo>
                    <a:cubicBezTo>
                      <a:pt x="1914" y="2618"/>
                      <a:pt x="1915" y="2764"/>
                      <a:pt x="1918" y="2910"/>
                    </a:cubicBezTo>
                    <a:cubicBezTo>
                      <a:pt x="1933" y="3713"/>
                      <a:pt x="1900" y="4459"/>
                      <a:pt x="1677" y="5235"/>
                    </a:cubicBezTo>
                    <a:cubicBezTo>
                      <a:pt x="1668" y="5266"/>
                      <a:pt x="1659" y="5299"/>
                      <a:pt x="1650" y="5331"/>
                    </a:cubicBezTo>
                    <a:cubicBezTo>
                      <a:pt x="1624" y="5421"/>
                      <a:pt x="1597" y="5509"/>
                      <a:pt x="1569" y="5598"/>
                    </a:cubicBezTo>
                    <a:cubicBezTo>
                      <a:pt x="1561" y="5625"/>
                      <a:pt x="1553" y="5651"/>
                      <a:pt x="1544" y="5678"/>
                    </a:cubicBezTo>
                    <a:cubicBezTo>
                      <a:pt x="1520" y="5750"/>
                      <a:pt x="1520" y="5750"/>
                      <a:pt x="1458" y="5857"/>
                    </a:cubicBezTo>
                    <a:cubicBezTo>
                      <a:pt x="1390" y="5857"/>
                      <a:pt x="1321" y="5857"/>
                      <a:pt x="1250" y="5857"/>
                    </a:cubicBezTo>
                    <a:cubicBezTo>
                      <a:pt x="1181" y="5376"/>
                      <a:pt x="1113" y="4895"/>
                      <a:pt x="1042" y="4399"/>
                    </a:cubicBezTo>
                    <a:cubicBezTo>
                      <a:pt x="904" y="4467"/>
                      <a:pt x="767" y="4536"/>
                      <a:pt x="625" y="4607"/>
                    </a:cubicBezTo>
                    <a:cubicBezTo>
                      <a:pt x="654" y="4438"/>
                      <a:pt x="685" y="4268"/>
                      <a:pt x="716" y="4099"/>
                    </a:cubicBezTo>
                    <a:cubicBezTo>
                      <a:pt x="724" y="4051"/>
                      <a:pt x="733" y="4003"/>
                      <a:pt x="741" y="3954"/>
                    </a:cubicBezTo>
                    <a:cubicBezTo>
                      <a:pt x="750" y="3908"/>
                      <a:pt x="758" y="3861"/>
                      <a:pt x="768" y="3814"/>
                    </a:cubicBezTo>
                    <a:cubicBezTo>
                      <a:pt x="775" y="3771"/>
                      <a:pt x="783" y="3729"/>
                      <a:pt x="791" y="3685"/>
                    </a:cubicBezTo>
                    <a:cubicBezTo>
                      <a:pt x="833" y="3565"/>
                      <a:pt x="833" y="3565"/>
                      <a:pt x="940" y="3466"/>
                    </a:cubicBezTo>
                    <a:cubicBezTo>
                      <a:pt x="1071" y="3326"/>
                      <a:pt x="1072" y="3215"/>
                      <a:pt x="1069" y="3032"/>
                    </a:cubicBezTo>
                    <a:cubicBezTo>
                      <a:pt x="1069" y="3017"/>
                      <a:pt x="1069" y="3017"/>
                      <a:pt x="1070" y="2938"/>
                    </a:cubicBezTo>
                    <a:cubicBezTo>
                      <a:pt x="1070" y="2872"/>
                      <a:pt x="1070" y="2807"/>
                      <a:pt x="1069" y="2741"/>
                    </a:cubicBezTo>
                    <a:cubicBezTo>
                      <a:pt x="1068" y="2642"/>
                      <a:pt x="1069" y="2543"/>
                      <a:pt x="1070" y="2444"/>
                    </a:cubicBezTo>
                    <a:cubicBezTo>
                      <a:pt x="1072" y="1751"/>
                      <a:pt x="1072" y="1751"/>
                      <a:pt x="833" y="1482"/>
                    </a:cubicBezTo>
                    <a:cubicBezTo>
                      <a:pt x="698" y="1382"/>
                      <a:pt x="558" y="1314"/>
                      <a:pt x="404" y="1248"/>
                    </a:cubicBezTo>
                    <a:cubicBezTo>
                      <a:pt x="337" y="1218"/>
                      <a:pt x="337" y="1218"/>
                      <a:pt x="0" y="1065"/>
                    </a:cubicBezTo>
                    <a:cubicBezTo>
                      <a:pt x="413" y="1065"/>
                      <a:pt x="825" y="1065"/>
                      <a:pt x="1250" y="1065"/>
                    </a:cubicBezTo>
                    <a:cubicBezTo>
                      <a:pt x="1319" y="722"/>
                      <a:pt x="1388" y="378"/>
                      <a:pt x="1458" y="24"/>
                    </a:cubicBezTo>
                    <a:close/>
                  </a:path>
                </a:pathLst>
              </a:custGeom>
              <a:solidFill>
                <a:srgbClr val="E2E1EB"/>
              </a:solidFill>
              <a:ln w="2646" cap="flat">
                <a:noFill/>
              </a:ln>
            </p:spPr>
          </p:sp>
          <p:sp>
            <p:nvSpPr>
              <p:cNvPr id="2128" name="ICON_C_WINDOWS_GRAPHIC_path_100"/>
              <p:cNvSpPr/>
              <p:nvPr/>
            </p:nvSpPr>
            <p:spPr>
              <a:xfrm>
                <a:off x="5302250" y="7421562"/>
                <a:ext cx="50271" cy="127000"/>
              </a:xfrm>
              <a:custGeom>
                <a:avLst/>
                <a:gdLst/>
                <a:ahLst/>
                <a:cxnLst/>
                <a:rect l="0" t="0" r="r" b="b"/>
                <a:pathLst>
                  <a:path w="3958" h="10000" fill="norm" stroke="0">
                    <a:moveTo>
                      <a:pt x="2917" y="0"/>
                    </a:moveTo>
                    <a:cubicBezTo>
                      <a:pt x="3260" y="0"/>
                      <a:pt x="3604" y="0"/>
                      <a:pt x="3958" y="0"/>
                    </a:cubicBezTo>
                    <a:cubicBezTo>
                      <a:pt x="3958" y="206"/>
                      <a:pt x="3958" y="413"/>
                      <a:pt x="3958" y="625"/>
                    </a:cubicBezTo>
                    <a:cubicBezTo>
                      <a:pt x="3683" y="556"/>
                      <a:pt x="3408" y="487"/>
                      <a:pt x="3125" y="417"/>
                    </a:cubicBezTo>
                    <a:cubicBezTo>
                      <a:pt x="3125" y="3579"/>
                      <a:pt x="3125" y="6742"/>
                      <a:pt x="3125" y="10000"/>
                    </a:cubicBezTo>
                    <a:cubicBezTo>
                      <a:pt x="3056" y="10000"/>
                      <a:pt x="2988" y="10000"/>
                      <a:pt x="2917" y="10000"/>
                    </a:cubicBezTo>
                    <a:cubicBezTo>
                      <a:pt x="2848" y="8006"/>
                      <a:pt x="2779" y="6013"/>
                      <a:pt x="2708" y="3958"/>
                    </a:cubicBezTo>
                    <a:cubicBezTo>
                      <a:pt x="2640" y="4646"/>
                      <a:pt x="2571" y="5333"/>
                      <a:pt x="2500" y="6042"/>
                    </a:cubicBezTo>
                    <a:cubicBezTo>
                      <a:pt x="2292" y="6250"/>
                      <a:pt x="2292" y="6250"/>
                      <a:pt x="2172" y="6274"/>
                    </a:cubicBezTo>
                    <a:cubicBezTo>
                      <a:pt x="2130" y="6273"/>
                      <a:pt x="2087" y="6271"/>
                      <a:pt x="2044" y="6270"/>
                    </a:cubicBezTo>
                    <a:cubicBezTo>
                      <a:pt x="1997" y="6270"/>
                      <a:pt x="1951" y="6269"/>
                      <a:pt x="1903" y="6268"/>
                    </a:cubicBezTo>
                    <a:cubicBezTo>
                      <a:pt x="1855" y="6267"/>
                      <a:pt x="1807" y="6265"/>
                      <a:pt x="1758" y="6263"/>
                    </a:cubicBezTo>
                    <a:cubicBezTo>
                      <a:pt x="1709" y="6262"/>
                      <a:pt x="1660" y="6261"/>
                      <a:pt x="1610" y="6260"/>
                    </a:cubicBezTo>
                    <a:cubicBezTo>
                      <a:pt x="1490" y="6258"/>
                      <a:pt x="1370" y="6254"/>
                      <a:pt x="1250" y="6250"/>
                    </a:cubicBezTo>
                    <a:cubicBezTo>
                      <a:pt x="1296" y="6073"/>
                      <a:pt x="1348" y="5994"/>
                      <a:pt x="1458" y="5833"/>
                    </a:cubicBezTo>
                    <a:cubicBezTo>
                      <a:pt x="1665" y="5833"/>
                      <a:pt x="1871" y="5833"/>
                      <a:pt x="2083" y="5833"/>
                    </a:cubicBezTo>
                    <a:cubicBezTo>
                      <a:pt x="2152" y="5008"/>
                      <a:pt x="2221" y="4183"/>
                      <a:pt x="2292" y="3333"/>
                    </a:cubicBezTo>
                    <a:cubicBezTo>
                      <a:pt x="1948" y="3402"/>
                      <a:pt x="1604" y="3471"/>
                      <a:pt x="1250" y="3542"/>
                    </a:cubicBezTo>
                    <a:cubicBezTo>
                      <a:pt x="1250" y="3198"/>
                      <a:pt x="1250" y="2854"/>
                      <a:pt x="1250" y="2500"/>
                    </a:cubicBezTo>
                    <a:cubicBezTo>
                      <a:pt x="838" y="2706"/>
                      <a:pt x="425" y="2913"/>
                      <a:pt x="0" y="3125"/>
                    </a:cubicBezTo>
                    <a:cubicBezTo>
                      <a:pt x="295" y="2364"/>
                      <a:pt x="295" y="2364"/>
                      <a:pt x="518" y="2232"/>
                    </a:cubicBezTo>
                    <a:cubicBezTo>
                      <a:pt x="762" y="2140"/>
                      <a:pt x="986" y="2119"/>
                      <a:pt x="1250" y="2083"/>
                    </a:cubicBezTo>
                    <a:cubicBezTo>
                      <a:pt x="1319" y="2427"/>
                      <a:pt x="1388" y="2771"/>
                      <a:pt x="1458" y="3125"/>
                    </a:cubicBezTo>
                    <a:cubicBezTo>
                      <a:pt x="1596" y="3056"/>
                      <a:pt x="1733" y="2987"/>
                      <a:pt x="1875" y="2917"/>
                    </a:cubicBezTo>
                    <a:cubicBezTo>
                      <a:pt x="1917" y="2778"/>
                      <a:pt x="1925" y="2715"/>
                      <a:pt x="1916" y="2577"/>
                    </a:cubicBezTo>
                    <a:cubicBezTo>
                      <a:pt x="1915" y="2545"/>
                      <a:pt x="1915" y="2513"/>
                      <a:pt x="1914" y="2480"/>
                    </a:cubicBezTo>
                    <a:cubicBezTo>
                      <a:pt x="1912" y="2378"/>
                      <a:pt x="1906" y="2276"/>
                      <a:pt x="1901" y="2175"/>
                    </a:cubicBezTo>
                    <a:cubicBezTo>
                      <a:pt x="1899" y="2105"/>
                      <a:pt x="1897" y="2036"/>
                      <a:pt x="1895" y="1966"/>
                    </a:cubicBezTo>
                    <a:cubicBezTo>
                      <a:pt x="1891" y="1797"/>
                      <a:pt x="1883" y="1628"/>
                      <a:pt x="1875" y="1458"/>
                    </a:cubicBezTo>
                    <a:cubicBezTo>
                      <a:pt x="2047" y="1527"/>
                      <a:pt x="2047" y="1527"/>
                      <a:pt x="2917" y="1875"/>
                    </a:cubicBezTo>
                    <a:cubicBezTo>
                      <a:pt x="2917" y="1256"/>
                      <a:pt x="2917" y="638"/>
                      <a:pt x="2917" y="0"/>
                    </a:cubicBezTo>
                    <a:close/>
                  </a:path>
                </a:pathLst>
              </a:custGeom>
              <a:solidFill>
                <a:srgbClr val="D3D0E1"/>
              </a:solidFill>
              <a:ln w="2646" cap="flat">
                <a:noFill/>
              </a:ln>
            </p:spPr>
          </p:sp>
          <p:sp>
            <p:nvSpPr>
              <p:cNvPr id="2129" name="ICON_C_WINDOWS_GRAPHIC_path_101"/>
              <p:cNvSpPr/>
              <p:nvPr/>
            </p:nvSpPr>
            <p:spPr>
              <a:xfrm>
                <a:off x="6365875" y="7572375"/>
                <a:ext cx="134938" cy="71438"/>
              </a:xfrm>
              <a:custGeom>
                <a:avLst/>
                <a:gdLst/>
                <a:ahLst/>
                <a:cxnLst/>
                <a:rect l="0" t="0" r="r" b="b"/>
                <a:pathLst>
                  <a:path w="10625" h="5625" fill="norm" stroke="0">
                    <a:moveTo>
                      <a:pt x="208" y="0"/>
                    </a:moveTo>
                    <a:cubicBezTo>
                      <a:pt x="277" y="0"/>
                      <a:pt x="346" y="0"/>
                      <a:pt x="417" y="0"/>
                    </a:cubicBezTo>
                    <a:cubicBezTo>
                      <a:pt x="417" y="25"/>
                      <a:pt x="418" y="49"/>
                      <a:pt x="419" y="74"/>
                    </a:cubicBezTo>
                    <a:cubicBezTo>
                      <a:pt x="441" y="671"/>
                      <a:pt x="464" y="1267"/>
                      <a:pt x="487" y="1864"/>
                    </a:cubicBezTo>
                    <a:cubicBezTo>
                      <a:pt x="499" y="2152"/>
                      <a:pt x="510" y="2440"/>
                      <a:pt x="520" y="2729"/>
                    </a:cubicBezTo>
                    <a:cubicBezTo>
                      <a:pt x="529" y="2980"/>
                      <a:pt x="539" y="3232"/>
                      <a:pt x="549" y="3483"/>
                    </a:cubicBezTo>
                    <a:cubicBezTo>
                      <a:pt x="555" y="3616"/>
                      <a:pt x="560" y="3749"/>
                      <a:pt x="564" y="3882"/>
                    </a:cubicBezTo>
                    <a:cubicBezTo>
                      <a:pt x="569" y="4031"/>
                      <a:pt x="576" y="4180"/>
                      <a:pt x="582" y="4328"/>
                    </a:cubicBezTo>
                    <a:cubicBezTo>
                      <a:pt x="583" y="4372"/>
                      <a:pt x="585" y="4416"/>
                      <a:pt x="586" y="4462"/>
                    </a:cubicBezTo>
                    <a:cubicBezTo>
                      <a:pt x="588" y="4502"/>
                      <a:pt x="590" y="4543"/>
                      <a:pt x="592" y="4585"/>
                    </a:cubicBezTo>
                    <a:cubicBezTo>
                      <a:pt x="593" y="4620"/>
                      <a:pt x="595" y="4655"/>
                      <a:pt x="596" y="4691"/>
                    </a:cubicBezTo>
                    <a:cubicBezTo>
                      <a:pt x="637" y="4835"/>
                      <a:pt x="706" y="4925"/>
                      <a:pt x="833" y="5000"/>
                    </a:cubicBezTo>
                    <a:cubicBezTo>
                      <a:pt x="965" y="5032"/>
                      <a:pt x="1095" y="5032"/>
                      <a:pt x="1230" y="5033"/>
                    </a:cubicBezTo>
                    <a:cubicBezTo>
                      <a:pt x="1270" y="5034"/>
                      <a:pt x="1310" y="5035"/>
                      <a:pt x="1352" y="5036"/>
                    </a:cubicBezTo>
                    <a:cubicBezTo>
                      <a:pt x="1486" y="5039"/>
                      <a:pt x="1621" y="5041"/>
                      <a:pt x="1756" y="5043"/>
                    </a:cubicBezTo>
                    <a:cubicBezTo>
                      <a:pt x="1852" y="5045"/>
                      <a:pt x="1949" y="5047"/>
                      <a:pt x="2045" y="5049"/>
                    </a:cubicBezTo>
                    <a:cubicBezTo>
                      <a:pt x="2253" y="5054"/>
                      <a:pt x="2461" y="5057"/>
                      <a:pt x="2669" y="5061"/>
                    </a:cubicBezTo>
                    <a:cubicBezTo>
                      <a:pt x="2969" y="5065"/>
                      <a:pt x="3270" y="5071"/>
                      <a:pt x="3570" y="5077"/>
                    </a:cubicBezTo>
                    <a:cubicBezTo>
                      <a:pt x="4058" y="5087"/>
                      <a:pt x="4545" y="5096"/>
                      <a:pt x="5032" y="5105"/>
                    </a:cubicBezTo>
                    <a:cubicBezTo>
                      <a:pt x="5506" y="5113"/>
                      <a:pt x="5980" y="5121"/>
                      <a:pt x="6453" y="5131"/>
                    </a:cubicBezTo>
                    <a:cubicBezTo>
                      <a:pt x="6482" y="5131"/>
                      <a:pt x="6511" y="5132"/>
                      <a:pt x="6541" y="5133"/>
                    </a:cubicBezTo>
                    <a:cubicBezTo>
                      <a:pt x="6688" y="5135"/>
                      <a:pt x="6834" y="5138"/>
                      <a:pt x="6981" y="5141"/>
                    </a:cubicBezTo>
                    <a:cubicBezTo>
                      <a:pt x="8196" y="5165"/>
                      <a:pt x="9410" y="5187"/>
                      <a:pt x="10625" y="5208"/>
                    </a:cubicBezTo>
                    <a:cubicBezTo>
                      <a:pt x="10625" y="5346"/>
                      <a:pt x="10625" y="5483"/>
                      <a:pt x="10625" y="5625"/>
                    </a:cubicBezTo>
                    <a:cubicBezTo>
                      <a:pt x="7119" y="5625"/>
                      <a:pt x="3612" y="5625"/>
                      <a:pt x="0" y="5625"/>
                    </a:cubicBezTo>
                    <a:cubicBezTo>
                      <a:pt x="0" y="4280"/>
                      <a:pt x="1" y="2967"/>
                      <a:pt x="97" y="1631"/>
                    </a:cubicBezTo>
                    <a:cubicBezTo>
                      <a:pt x="110" y="1445"/>
                      <a:pt x="122" y="1259"/>
                      <a:pt x="134" y="1073"/>
                    </a:cubicBezTo>
                    <a:cubicBezTo>
                      <a:pt x="158" y="715"/>
                      <a:pt x="183" y="358"/>
                      <a:pt x="208" y="0"/>
                    </a:cubicBezTo>
                    <a:close/>
                  </a:path>
                </a:pathLst>
              </a:custGeom>
              <a:solidFill>
                <a:srgbClr val="6DB0B1"/>
              </a:solidFill>
              <a:ln w="2646" cap="flat">
                <a:noFill/>
              </a:ln>
            </p:spPr>
          </p:sp>
          <p:sp>
            <p:nvSpPr>
              <p:cNvPr id="2130" name="ICON_C_WINDOWS_GRAPHIC_path_102"/>
              <p:cNvSpPr/>
              <p:nvPr/>
            </p:nvSpPr>
            <p:spPr>
              <a:xfrm>
                <a:off x="5917569" y="7402515"/>
                <a:ext cx="25273" cy="61381"/>
              </a:xfrm>
              <a:custGeom>
                <a:avLst/>
                <a:gdLst/>
                <a:ahLst/>
                <a:cxnLst/>
                <a:rect l="0" t="0" r="r" b="b"/>
                <a:pathLst>
                  <a:path w="1990" h="4833" fill="norm" stroke="0">
                    <a:moveTo>
                      <a:pt x="1380" y="120"/>
                    </a:moveTo>
                    <a:cubicBezTo>
                      <a:pt x="1438" y="132"/>
                      <a:pt x="1495" y="144"/>
                      <a:pt x="1553" y="155"/>
                    </a:cubicBezTo>
                    <a:cubicBezTo>
                      <a:pt x="1691" y="184"/>
                      <a:pt x="1829" y="216"/>
                      <a:pt x="1966" y="250"/>
                    </a:cubicBezTo>
                    <a:cubicBezTo>
                      <a:pt x="1971" y="424"/>
                      <a:pt x="1975" y="598"/>
                      <a:pt x="1978" y="773"/>
                    </a:cubicBezTo>
                    <a:cubicBezTo>
                      <a:pt x="1979" y="832"/>
                      <a:pt x="1980" y="891"/>
                      <a:pt x="1982" y="950"/>
                    </a:cubicBezTo>
                    <a:cubicBezTo>
                      <a:pt x="1985" y="1035"/>
                      <a:pt x="1986" y="1121"/>
                      <a:pt x="1987" y="1206"/>
                    </a:cubicBezTo>
                    <a:cubicBezTo>
                      <a:pt x="1988" y="1257"/>
                      <a:pt x="1989" y="1309"/>
                      <a:pt x="1990" y="1361"/>
                    </a:cubicBezTo>
                    <a:cubicBezTo>
                      <a:pt x="1966" y="1500"/>
                      <a:pt x="1966" y="1500"/>
                      <a:pt x="1864" y="1588"/>
                    </a:cubicBezTo>
                    <a:cubicBezTo>
                      <a:pt x="1743" y="1695"/>
                      <a:pt x="1736" y="1794"/>
                      <a:pt x="1722" y="1951"/>
                    </a:cubicBezTo>
                    <a:cubicBezTo>
                      <a:pt x="1718" y="2026"/>
                      <a:pt x="1713" y="2100"/>
                      <a:pt x="1710" y="2174"/>
                    </a:cubicBezTo>
                    <a:cubicBezTo>
                      <a:pt x="1707" y="2255"/>
                      <a:pt x="1702" y="2335"/>
                      <a:pt x="1697" y="2416"/>
                    </a:cubicBezTo>
                    <a:cubicBezTo>
                      <a:pt x="1682" y="2645"/>
                      <a:pt x="1670" y="2875"/>
                      <a:pt x="1659" y="3104"/>
                    </a:cubicBezTo>
                    <a:cubicBezTo>
                      <a:pt x="1599" y="4341"/>
                      <a:pt x="1599" y="4341"/>
                      <a:pt x="1133" y="4833"/>
                    </a:cubicBezTo>
                    <a:cubicBezTo>
                      <a:pt x="741" y="4583"/>
                      <a:pt x="363" y="4268"/>
                      <a:pt x="240" y="3803"/>
                    </a:cubicBezTo>
                    <a:cubicBezTo>
                      <a:pt x="131" y="3293"/>
                      <a:pt x="115" y="2768"/>
                      <a:pt x="97" y="2248"/>
                    </a:cubicBezTo>
                    <a:cubicBezTo>
                      <a:pt x="90" y="2086"/>
                      <a:pt x="78" y="1925"/>
                      <a:pt x="67" y="1764"/>
                    </a:cubicBezTo>
                    <a:cubicBezTo>
                      <a:pt x="56" y="1612"/>
                      <a:pt x="50" y="1460"/>
                      <a:pt x="44" y="1308"/>
                    </a:cubicBezTo>
                    <a:cubicBezTo>
                      <a:pt x="41" y="1237"/>
                      <a:pt x="37" y="1166"/>
                      <a:pt x="32" y="1095"/>
                    </a:cubicBezTo>
                    <a:cubicBezTo>
                      <a:pt x="0" y="584"/>
                      <a:pt x="0" y="584"/>
                      <a:pt x="145" y="385"/>
                    </a:cubicBezTo>
                    <a:cubicBezTo>
                      <a:pt x="514" y="5"/>
                      <a:pt x="898" y="0"/>
                      <a:pt x="1380" y="120"/>
                    </a:cubicBezTo>
                    <a:close/>
                  </a:path>
                </a:pathLst>
              </a:custGeom>
              <a:solidFill>
                <a:srgbClr val="EFC0D6"/>
              </a:solidFill>
              <a:ln w="2646" cap="flat">
                <a:noFill/>
              </a:ln>
            </p:spPr>
          </p:sp>
          <p:sp>
            <p:nvSpPr>
              <p:cNvPr id="2131" name="ICON_C_WINDOWS_GRAPHIC_path_103"/>
              <p:cNvSpPr/>
              <p:nvPr/>
            </p:nvSpPr>
            <p:spPr>
              <a:xfrm>
                <a:off x="6182564" y="7471833"/>
                <a:ext cx="45728" cy="68792"/>
              </a:xfrm>
              <a:custGeom>
                <a:avLst/>
                <a:gdLst/>
                <a:ahLst/>
                <a:cxnLst/>
                <a:rect l="0" t="0" r="r" b="b"/>
                <a:pathLst>
                  <a:path w="3601" h="5417" fill="norm" stroke="0">
                    <a:moveTo>
                      <a:pt x="3184" y="0"/>
                    </a:moveTo>
                    <a:cubicBezTo>
                      <a:pt x="3321" y="0"/>
                      <a:pt x="3459" y="0"/>
                      <a:pt x="3601" y="0"/>
                    </a:cubicBezTo>
                    <a:cubicBezTo>
                      <a:pt x="3532" y="1788"/>
                      <a:pt x="3463" y="3575"/>
                      <a:pt x="3392" y="5417"/>
                    </a:cubicBezTo>
                    <a:cubicBezTo>
                      <a:pt x="3049" y="5348"/>
                      <a:pt x="2705" y="5279"/>
                      <a:pt x="2351" y="5208"/>
                    </a:cubicBezTo>
                    <a:cubicBezTo>
                      <a:pt x="2351" y="3971"/>
                      <a:pt x="2351" y="2733"/>
                      <a:pt x="2351" y="1458"/>
                    </a:cubicBezTo>
                    <a:cubicBezTo>
                      <a:pt x="1640" y="1932"/>
                      <a:pt x="1640" y="1932"/>
                      <a:pt x="1553" y="2356"/>
                    </a:cubicBezTo>
                    <a:cubicBezTo>
                      <a:pt x="1547" y="2384"/>
                      <a:pt x="1541" y="2412"/>
                      <a:pt x="1535" y="2440"/>
                    </a:cubicBezTo>
                    <a:cubicBezTo>
                      <a:pt x="1523" y="2498"/>
                      <a:pt x="1511" y="2556"/>
                      <a:pt x="1500" y="2614"/>
                    </a:cubicBezTo>
                    <a:cubicBezTo>
                      <a:pt x="1460" y="2803"/>
                      <a:pt x="1424" y="2967"/>
                      <a:pt x="1309" y="3125"/>
                    </a:cubicBezTo>
                    <a:cubicBezTo>
                      <a:pt x="1108" y="3198"/>
                      <a:pt x="889" y="3158"/>
                      <a:pt x="684" y="3125"/>
                    </a:cubicBezTo>
                    <a:cubicBezTo>
                      <a:pt x="685" y="3114"/>
                      <a:pt x="685" y="3114"/>
                      <a:pt x="688" y="3055"/>
                    </a:cubicBezTo>
                    <a:cubicBezTo>
                      <a:pt x="702" y="2815"/>
                      <a:pt x="711" y="2576"/>
                      <a:pt x="718" y="2335"/>
                    </a:cubicBezTo>
                    <a:cubicBezTo>
                      <a:pt x="721" y="2246"/>
                      <a:pt x="726" y="2156"/>
                      <a:pt x="731" y="2067"/>
                    </a:cubicBezTo>
                    <a:cubicBezTo>
                      <a:pt x="767" y="1460"/>
                      <a:pt x="767" y="1460"/>
                      <a:pt x="684" y="1250"/>
                    </a:cubicBezTo>
                    <a:cubicBezTo>
                      <a:pt x="566" y="1148"/>
                      <a:pt x="431" y="1123"/>
                      <a:pt x="281" y="1097"/>
                    </a:cubicBezTo>
                    <a:cubicBezTo>
                      <a:pt x="197" y="1082"/>
                      <a:pt x="197" y="1082"/>
                      <a:pt x="59" y="1042"/>
                    </a:cubicBezTo>
                    <a:cubicBezTo>
                      <a:pt x="0" y="895"/>
                      <a:pt x="20" y="776"/>
                      <a:pt x="59" y="625"/>
                    </a:cubicBezTo>
                    <a:cubicBezTo>
                      <a:pt x="655" y="700"/>
                      <a:pt x="655" y="700"/>
                      <a:pt x="892" y="833"/>
                    </a:cubicBezTo>
                    <a:cubicBezTo>
                      <a:pt x="980" y="959"/>
                      <a:pt x="999" y="1096"/>
                      <a:pt x="1024" y="1245"/>
                    </a:cubicBezTo>
                    <a:cubicBezTo>
                      <a:pt x="1042" y="1326"/>
                      <a:pt x="1042" y="1326"/>
                      <a:pt x="1101" y="1458"/>
                    </a:cubicBezTo>
                    <a:cubicBezTo>
                      <a:pt x="1335" y="1522"/>
                      <a:pt x="1474" y="1491"/>
                      <a:pt x="1726" y="1458"/>
                    </a:cubicBezTo>
                    <a:cubicBezTo>
                      <a:pt x="1794" y="1115"/>
                      <a:pt x="1863" y="771"/>
                      <a:pt x="1934" y="417"/>
                    </a:cubicBezTo>
                    <a:cubicBezTo>
                      <a:pt x="2209" y="485"/>
                      <a:pt x="2484" y="554"/>
                      <a:pt x="2767" y="625"/>
                    </a:cubicBezTo>
                    <a:cubicBezTo>
                      <a:pt x="2767" y="2069"/>
                      <a:pt x="2767" y="3513"/>
                      <a:pt x="2767" y="5000"/>
                    </a:cubicBezTo>
                    <a:cubicBezTo>
                      <a:pt x="2905" y="5000"/>
                      <a:pt x="3042" y="5000"/>
                      <a:pt x="3184" y="5000"/>
                    </a:cubicBezTo>
                    <a:cubicBezTo>
                      <a:pt x="3184" y="3350"/>
                      <a:pt x="3184" y="1700"/>
                      <a:pt x="3184" y="0"/>
                    </a:cubicBezTo>
                    <a:close/>
                  </a:path>
                </a:pathLst>
              </a:custGeom>
              <a:solidFill>
                <a:srgbClr val="BDBCD0"/>
              </a:solidFill>
              <a:ln w="2646" cap="flat">
                <a:noFill/>
              </a:ln>
            </p:spPr>
          </p:sp>
          <p:sp>
            <p:nvSpPr>
              <p:cNvPr id="2132" name="ICON_C_WINDOWS_GRAPHIC_path_104"/>
              <p:cNvSpPr/>
              <p:nvPr/>
            </p:nvSpPr>
            <p:spPr>
              <a:xfrm>
                <a:off x="5213832" y="7445375"/>
                <a:ext cx="64606" cy="100542"/>
              </a:xfrm>
              <a:custGeom>
                <a:avLst/>
                <a:gdLst/>
                <a:ahLst/>
                <a:cxnLst/>
                <a:rect l="0" t="0" r="r" b="b"/>
                <a:pathLst>
                  <a:path w="5087" h="7917" fill="norm" stroke="0">
                    <a:moveTo>
                      <a:pt x="712" y="0"/>
                    </a:moveTo>
                    <a:cubicBezTo>
                      <a:pt x="850" y="69"/>
                      <a:pt x="987" y="138"/>
                      <a:pt x="1129" y="208"/>
                    </a:cubicBezTo>
                    <a:cubicBezTo>
                      <a:pt x="1101" y="229"/>
                      <a:pt x="1073" y="249"/>
                      <a:pt x="1045" y="270"/>
                    </a:cubicBezTo>
                    <a:cubicBezTo>
                      <a:pt x="650" y="604"/>
                      <a:pt x="604" y="957"/>
                      <a:pt x="504" y="1458"/>
                    </a:cubicBezTo>
                    <a:cubicBezTo>
                      <a:pt x="916" y="1458"/>
                      <a:pt x="1329" y="1458"/>
                      <a:pt x="1754" y="1458"/>
                    </a:cubicBezTo>
                    <a:cubicBezTo>
                      <a:pt x="1766" y="1524"/>
                      <a:pt x="1766" y="1524"/>
                      <a:pt x="1830" y="1854"/>
                    </a:cubicBezTo>
                    <a:cubicBezTo>
                      <a:pt x="1856" y="1981"/>
                      <a:pt x="1882" y="2109"/>
                      <a:pt x="1909" y="2236"/>
                    </a:cubicBezTo>
                    <a:cubicBezTo>
                      <a:pt x="1927" y="2325"/>
                      <a:pt x="1944" y="2413"/>
                      <a:pt x="1961" y="2501"/>
                    </a:cubicBezTo>
                    <a:cubicBezTo>
                      <a:pt x="1985" y="2628"/>
                      <a:pt x="2012" y="2755"/>
                      <a:pt x="2039" y="2883"/>
                    </a:cubicBezTo>
                    <a:cubicBezTo>
                      <a:pt x="2046" y="2921"/>
                      <a:pt x="2053" y="2960"/>
                      <a:pt x="2060" y="3000"/>
                    </a:cubicBezTo>
                    <a:cubicBezTo>
                      <a:pt x="2115" y="3249"/>
                      <a:pt x="2186" y="3356"/>
                      <a:pt x="2384" y="3516"/>
                    </a:cubicBezTo>
                    <a:cubicBezTo>
                      <a:pt x="2562" y="3682"/>
                      <a:pt x="2614" y="3791"/>
                      <a:pt x="2631" y="4033"/>
                    </a:cubicBezTo>
                    <a:cubicBezTo>
                      <a:pt x="2637" y="4226"/>
                      <a:pt x="2633" y="4418"/>
                      <a:pt x="2628" y="4611"/>
                    </a:cubicBezTo>
                    <a:cubicBezTo>
                      <a:pt x="2627" y="4695"/>
                      <a:pt x="2626" y="4778"/>
                      <a:pt x="2626" y="4861"/>
                    </a:cubicBezTo>
                    <a:cubicBezTo>
                      <a:pt x="2624" y="5080"/>
                      <a:pt x="2620" y="5299"/>
                      <a:pt x="2616" y="5517"/>
                    </a:cubicBezTo>
                    <a:cubicBezTo>
                      <a:pt x="2611" y="5740"/>
                      <a:pt x="2610" y="5964"/>
                      <a:pt x="2608" y="6187"/>
                    </a:cubicBezTo>
                    <a:cubicBezTo>
                      <a:pt x="2603" y="6625"/>
                      <a:pt x="2596" y="7062"/>
                      <a:pt x="2587" y="7500"/>
                    </a:cubicBezTo>
                    <a:cubicBezTo>
                      <a:pt x="2862" y="7500"/>
                      <a:pt x="3137" y="7500"/>
                      <a:pt x="3420" y="7500"/>
                    </a:cubicBezTo>
                    <a:cubicBezTo>
                      <a:pt x="3418" y="7438"/>
                      <a:pt x="3416" y="7377"/>
                      <a:pt x="3413" y="7313"/>
                    </a:cubicBezTo>
                    <a:cubicBezTo>
                      <a:pt x="3392" y="6731"/>
                      <a:pt x="3377" y="6149"/>
                      <a:pt x="3366" y="5566"/>
                    </a:cubicBezTo>
                    <a:cubicBezTo>
                      <a:pt x="3361" y="5266"/>
                      <a:pt x="3354" y="4967"/>
                      <a:pt x="3342" y="4668"/>
                    </a:cubicBezTo>
                    <a:cubicBezTo>
                      <a:pt x="3331" y="4407"/>
                      <a:pt x="3325" y="4146"/>
                      <a:pt x="3322" y="3884"/>
                    </a:cubicBezTo>
                    <a:cubicBezTo>
                      <a:pt x="3321" y="3746"/>
                      <a:pt x="3318" y="3608"/>
                      <a:pt x="3310" y="3470"/>
                    </a:cubicBezTo>
                    <a:cubicBezTo>
                      <a:pt x="3273" y="2770"/>
                      <a:pt x="3273" y="2770"/>
                      <a:pt x="3420" y="2500"/>
                    </a:cubicBezTo>
                    <a:cubicBezTo>
                      <a:pt x="3687" y="2281"/>
                      <a:pt x="4019" y="2207"/>
                      <a:pt x="4347" y="2122"/>
                    </a:cubicBezTo>
                    <a:cubicBezTo>
                      <a:pt x="4592" y="2040"/>
                      <a:pt x="4713" y="1859"/>
                      <a:pt x="4840" y="1641"/>
                    </a:cubicBezTo>
                    <a:cubicBezTo>
                      <a:pt x="4865" y="1603"/>
                      <a:pt x="4890" y="1565"/>
                      <a:pt x="4916" y="1526"/>
                    </a:cubicBezTo>
                    <a:cubicBezTo>
                      <a:pt x="4975" y="1435"/>
                      <a:pt x="5032" y="1344"/>
                      <a:pt x="5087" y="1250"/>
                    </a:cubicBezTo>
                    <a:cubicBezTo>
                      <a:pt x="4942" y="2283"/>
                      <a:pt x="4942" y="2283"/>
                      <a:pt x="4710" y="2565"/>
                    </a:cubicBezTo>
                    <a:cubicBezTo>
                      <a:pt x="4462" y="2708"/>
                      <a:pt x="4462" y="2708"/>
                      <a:pt x="3629" y="2708"/>
                    </a:cubicBezTo>
                    <a:cubicBezTo>
                      <a:pt x="3629" y="4358"/>
                      <a:pt x="3629" y="6008"/>
                      <a:pt x="3629" y="7708"/>
                    </a:cubicBezTo>
                    <a:cubicBezTo>
                      <a:pt x="2587" y="7917"/>
                      <a:pt x="2587" y="7917"/>
                      <a:pt x="2318" y="7768"/>
                    </a:cubicBezTo>
                    <a:cubicBezTo>
                      <a:pt x="2120" y="7491"/>
                      <a:pt x="2106" y="7190"/>
                      <a:pt x="2100" y="6858"/>
                    </a:cubicBezTo>
                    <a:cubicBezTo>
                      <a:pt x="2099" y="6750"/>
                      <a:pt x="2094" y="6642"/>
                      <a:pt x="2090" y="6534"/>
                    </a:cubicBezTo>
                    <a:cubicBezTo>
                      <a:pt x="2080" y="6305"/>
                      <a:pt x="2073" y="6076"/>
                      <a:pt x="2066" y="5846"/>
                    </a:cubicBezTo>
                    <a:cubicBezTo>
                      <a:pt x="2059" y="5581"/>
                      <a:pt x="2050" y="5316"/>
                      <a:pt x="2038" y="5050"/>
                    </a:cubicBezTo>
                    <a:cubicBezTo>
                      <a:pt x="2034" y="4945"/>
                      <a:pt x="2032" y="4840"/>
                      <a:pt x="2030" y="4735"/>
                    </a:cubicBezTo>
                    <a:cubicBezTo>
                      <a:pt x="2017" y="4329"/>
                      <a:pt x="1938" y="4081"/>
                      <a:pt x="1694" y="3755"/>
                    </a:cubicBezTo>
                    <a:cubicBezTo>
                      <a:pt x="1537" y="3543"/>
                      <a:pt x="1488" y="3383"/>
                      <a:pt x="1505" y="3116"/>
                    </a:cubicBezTo>
                    <a:cubicBezTo>
                      <a:pt x="1505" y="3080"/>
                      <a:pt x="1506" y="3044"/>
                      <a:pt x="1506" y="3007"/>
                    </a:cubicBezTo>
                    <a:cubicBezTo>
                      <a:pt x="1509" y="2894"/>
                      <a:pt x="1514" y="2782"/>
                      <a:pt x="1519" y="2669"/>
                    </a:cubicBezTo>
                    <a:cubicBezTo>
                      <a:pt x="1521" y="2592"/>
                      <a:pt x="1523" y="2514"/>
                      <a:pt x="1525" y="2437"/>
                    </a:cubicBezTo>
                    <a:cubicBezTo>
                      <a:pt x="1529" y="2249"/>
                      <a:pt x="1538" y="2062"/>
                      <a:pt x="1545" y="1875"/>
                    </a:cubicBezTo>
                    <a:cubicBezTo>
                      <a:pt x="1064" y="1944"/>
                      <a:pt x="583" y="2013"/>
                      <a:pt x="87" y="2083"/>
                    </a:cubicBezTo>
                    <a:cubicBezTo>
                      <a:pt x="0" y="806"/>
                      <a:pt x="0" y="806"/>
                      <a:pt x="490" y="233"/>
                    </a:cubicBezTo>
                    <a:cubicBezTo>
                      <a:pt x="562" y="153"/>
                      <a:pt x="637" y="76"/>
                      <a:pt x="712" y="0"/>
                    </a:cubicBezTo>
                    <a:close/>
                  </a:path>
                </a:pathLst>
              </a:custGeom>
              <a:solidFill>
                <a:srgbClr val="E2E1EC"/>
              </a:solidFill>
              <a:ln w="2646" cap="flat">
                <a:noFill/>
              </a:ln>
            </p:spPr>
          </p:sp>
          <p:sp>
            <p:nvSpPr>
              <p:cNvPr id="2133" name="ICON_C_WINDOWS_GRAPHIC_path_105"/>
              <p:cNvSpPr/>
              <p:nvPr/>
            </p:nvSpPr>
            <p:spPr>
              <a:xfrm>
                <a:off x="6228292" y="7392178"/>
                <a:ext cx="42333" cy="97065"/>
              </a:xfrm>
              <a:custGeom>
                <a:avLst/>
                <a:gdLst/>
                <a:ahLst/>
                <a:cxnLst/>
                <a:rect l="0" t="0" r="r" b="b"/>
                <a:pathLst>
                  <a:path w="3333" h="7643" fill="norm" stroke="0">
                    <a:moveTo>
                      <a:pt x="1458" y="22"/>
                    </a:moveTo>
                    <a:cubicBezTo>
                      <a:pt x="1627" y="16"/>
                      <a:pt x="1797" y="12"/>
                      <a:pt x="1966" y="9"/>
                    </a:cubicBezTo>
                    <a:cubicBezTo>
                      <a:pt x="2014" y="7"/>
                      <a:pt x="2062" y="6"/>
                      <a:pt x="2111" y="4"/>
                    </a:cubicBezTo>
                    <a:cubicBezTo>
                      <a:pt x="2311" y="1"/>
                      <a:pt x="2457" y="0"/>
                      <a:pt x="2636" y="92"/>
                    </a:cubicBezTo>
                    <a:cubicBezTo>
                      <a:pt x="2780" y="284"/>
                      <a:pt x="2733" y="570"/>
                      <a:pt x="2729" y="798"/>
                    </a:cubicBezTo>
                    <a:cubicBezTo>
                      <a:pt x="2728" y="853"/>
                      <a:pt x="2728" y="909"/>
                      <a:pt x="2728" y="965"/>
                    </a:cubicBezTo>
                    <a:cubicBezTo>
                      <a:pt x="2727" y="1111"/>
                      <a:pt x="2725" y="1257"/>
                      <a:pt x="2723" y="1404"/>
                    </a:cubicBezTo>
                    <a:cubicBezTo>
                      <a:pt x="2720" y="1553"/>
                      <a:pt x="2720" y="1702"/>
                      <a:pt x="2719" y="1852"/>
                    </a:cubicBezTo>
                    <a:cubicBezTo>
                      <a:pt x="2716" y="2145"/>
                      <a:pt x="2713" y="2438"/>
                      <a:pt x="2708" y="2730"/>
                    </a:cubicBezTo>
                    <a:cubicBezTo>
                      <a:pt x="2915" y="2730"/>
                      <a:pt x="3121" y="2730"/>
                      <a:pt x="3333" y="2730"/>
                    </a:cubicBezTo>
                    <a:cubicBezTo>
                      <a:pt x="3333" y="2868"/>
                      <a:pt x="3333" y="3005"/>
                      <a:pt x="3333" y="3147"/>
                    </a:cubicBezTo>
                    <a:cubicBezTo>
                      <a:pt x="3058" y="3147"/>
                      <a:pt x="2783" y="3147"/>
                      <a:pt x="2500" y="3147"/>
                    </a:cubicBezTo>
                    <a:cubicBezTo>
                      <a:pt x="2431" y="2253"/>
                      <a:pt x="2362" y="1360"/>
                      <a:pt x="2292" y="439"/>
                    </a:cubicBezTo>
                    <a:cubicBezTo>
                      <a:pt x="2154" y="439"/>
                      <a:pt x="2017" y="439"/>
                      <a:pt x="1875" y="439"/>
                    </a:cubicBezTo>
                    <a:cubicBezTo>
                      <a:pt x="1869" y="786"/>
                      <a:pt x="1864" y="1133"/>
                      <a:pt x="1862" y="1480"/>
                    </a:cubicBezTo>
                    <a:cubicBezTo>
                      <a:pt x="1862" y="1506"/>
                      <a:pt x="1862" y="1532"/>
                      <a:pt x="1861" y="1559"/>
                    </a:cubicBezTo>
                    <a:cubicBezTo>
                      <a:pt x="1856" y="2518"/>
                      <a:pt x="1931" y="3449"/>
                      <a:pt x="2083" y="4397"/>
                    </a:cubicBezTo>
                    <a:cubicBezTo>
                      <a:pt x="2290" y="4397"/>
                      <a:pt x="2496" y="4397"/>
                      <a:pt x="2708" y="4397"/>
                    </a:cubicBezTo>
                    <a:cubicBezTo>
                      <a:pt x="2756" y="5125"/>
                      <a:pt x="2676" y="5727"/>
                      <a:pt x="2410" y="6407"/>
                    </a:cubicBezTo>
                    <a:cubicBezTo>
                      <a:pt x="2356" y="6548"/>
                      <a:pt x="2310" y="6690"/>
                      <a:pt x="2263" y="6832"/>
                    </a:cubicBezTo>
                    <a:cubicBezTo>
                      <a:pt x="2076" y="7346"/>
                      <a:pt x="2076" y="7346"/>
                      <a:pt x="1875" y="7522"/>
                    </a:cubicBezTo>
                    <a:cubicBezTo>
                      <a:pt x="1551" y="7643"/>
                      <a:pt x="1162" y="7620"/>
                      <a:pt x="833" y="7522"/>
                    </a:cubicBezTo>
                    <a:cubicBezTo>
                      <a:pt x="723" y="7461"/>
                      <a:pt x="695" y="7424"/>
                      <a:pt x="625" y="7314"/>
                    </a:cubicBezTo>
                    <a:cubicBezTo>
                      <a:pt x="611" y="7198"/>
                      <a:pt x="611" y="7198"/>
                      <a:pt x="627" y="7073"/>
                    </a:cubicBezTo>
                    <a:cubicBezTo>
                      <a:pt x="631" y="7027"/>
                      <a:pt x="634" y="6982"/>
                      <a:pt x="638" y="6935"/>
                    </a:cubicBezTo>
                    <a:cubicBezTo>
                      <a:pt x="642" y="6888"/>
                      <a:pt x="647" y="6841"/>
                      <a:pt x="651" y="6793"/>
                    </a:cubicBezTo>
                    <a:cubicBezTo>
                      <a:pt x="676" y="6330"/>
                      <a:pt x="676" y="6330"/>
                      <a:pt x="565" y="6203"/>
                    </a:cubicBezTo>
                    <a:cubicBezTo>
                      <a:pt x="379" y="6094"/>
                      <a:pt x="222" y="6091"/>
                      <a:pt x="0" y="6064"/>
                    </a:cubicBezTo>
                    <a:cubicBezTo>
                      <a:pt x="344" y="6064"/>
                      <a:pt x="688" y="6064"/>
                      <a:pt x="1042" y="6064"/>
                    </a:cubicBezTo>
                    <a:cubicBezTo>
                      <a:pt x="1042" y="6407"/>
                      <a:pt x="1042" y="6751"/>
                      <a:pt x="1042" y="7105"/>
                    </a:cubicBezTo>
                    <a:cubicBezTo>
                      <a:pt x="1317" y="7105"/>
                      <a:pt x="1592" y="7105"/>
                      <a:pt x="1875" y="7105"/>
                    </a:cubicBezTo>
                    <a:cubicBezTo>
                      <a:pt x="1820" y="6879"/>
                      <a:pt x="1764" y="6654"/>
                      <a:pt x="1708" y="6428"/>
                    </a:cubicBezTo>
                    <a:cubicBezTo>
                      <a:pt x="1690" y="6351"/>
                      <a:pt x="1671" y="6275"/>
                      <a:pt x="1652" y="6198"/>
                    </a:cubicBezTo>
                    <a:cubicBezTo>
                      <a:pt x="1599" y="5979"/>
                      <a:pt x="1543" y="5760"/>
                      <a:pt x="1485" y="5541"/>
                    </a:cubicBezTo>
                    <a:cubicBezTo>
                      <a:pt x="1459" y="5443"/>
                      <a:pt x="1436" y="5344"/>
                      <a:pt x="1413" y="5245"/>
                    </a:cubicBezTo>
                    <a:cubicBezTo>
                      <a:pt x="1397" y="5187"/>
                      <a:pt x="1382" y="5129"/>
                      <a:pt x="1366" y="5072"/>
                    </a:cubicBezTo>
                    <a:cubicBezTo>
                      <a:pt x="1361" y="5045"/>
                      <a:pt x="1355" y="5019"/>
                      <a:pt x="1349" y="4992"/>
                    </a:cubicBezTo>
                    <a:cubicBezTo>
                      <a:pt x="1329" y="4920"/>
                      <a:pt x="1329" y="4920"/>
                      <a:pt x="1250" y="4814"/>
                    </a:cubicBezTo>
                    <a:cubicBezTo>
                      <a:pt x="1112" y="4814"/>
                      <a:pt x="975" y="4814"/>
                      <a:pt x="833" y="4814"/>
                    </a:cubicBezTo>
                    <a:cubicBezTo>
                      <a:pt x="902" y="4539"/>
                      <a:pt x="971" y="4264"/>
                      <a:pt x="1042" y="3980"/>
                    </a:cubicBezTo>
                    <a:cubicBezTo>
                      <a:pt x="1042" y="4187"/>
                      <a:pt x="1042" y="4393"/>
                      <a:pt x="1042" y="4605"/>
                    </a:cubicBezTo>
                    <a:cubicBezTo>
                      <a:pt x="1248" y="4605"/>
                      <a:pt x="1454" y="4605"/>
                      <a:pt x="1667" y="4605"/>
                    </a:cubicBezTo>
                    <a:cubicBezTo>
                      <a:pt x="1652" y="4535"/>
                      <a:pt x="1637" y="4465"/>
                      <a:pt x="1621" y="4393"/>
                    </a:cubicBezTo>
                    <a:cubicBezTo>
                      <a:pt x="1445" y="3501"/>
                      <a:pt x="1433" y="2631"/>
                      <a:pt x="1444" y="1724"/>
                    </a:cubicBezTo>
                    <a:cubicBezTo>
                      <a:pt x="1446" y="1532"/>
                      <a:pt x="1447" y="1339"/>
                      <a:pt x="1448" y="1146"/>
                    </a:cubicBezTo>
                    <a:cubicBezTo>
                      <a:pt x="1450" y="771"/>
                      <a:pt x="1454" y="397"/>
                      <a:pt x="1458" y="22"/>
                    </a:cubicBezTo>
                    <a:close/>
                  </a:path>
                </a:pathLst>
              </a:custGeom>
              <a:solidFill>
                <a:srgbClr val="CAC7D7"/>
              </a:solidFill>
              <a:ln w="2646" cap="flat">
                <a:noFill/>
              </a:ln>
            </p:spPr>
          </p:sp>
          <p:sp>
            <p:nvSpPr>
              <p:cNvPr id="2134" name="ICON_C_WINDOWS_GRAPHIC_path_106"/>
              <p:cNvSpPr/>
              <p:nvPr/>
            </p:nvSpPr>
            <p:spPr>
              <a:xfrm>
                <a:off x="5984875" y="7622405"/>
                <a:ext cx="121708" cy="11602"/>
              </a:xfrm>
              <a:custGeom>
                <a:avLst/>
                <a:gdLst/>
                <a:ahLst/>
                <a:cxnLst/>
                <a:rect l="0" t="0" r="r" b="b"/>
                <a:pathLst>
                  <a:path w="9583" h="914" fill="norm" stroke="0">
                    <a:moveTo>
                      <a:pt x="9583" y="227"/>
                    </a:moveTo>
                    <a:cubicBezTo>
                      <a:pt x="9583" y="434"/>
                      <a:pt x="9583" y="640"/>
                      <a:pt x="9583" y="852"/>
                    </a:cubicBezTo>
                    <a:cubicBezTo>
                      <a:pt x="8392" y="862"/>
                      <a:pt x="7202" y="869"/>
                      <a:pt x="6011" y="874"/>
                    </a:cubicBezTo>
                    <a:cubicBezTo>
                      <a:pt x="5870" y="874"/>
                      <a:pt x="5730" y="875"/>
                      <a:pt x="5589" y="875"/>
                    </a:cubicBezTo>
                    <a:cubicBezTo>
                      <a:pt x="5561" y="875"/>
                      <a:pt x="5533" y="875"/>
                      <a:pt x="5505" y="875"/>
                    </a:cubicBezTo>
                    <a:cubicBezTo>
                      <a:pt x="5051" y="877"/>
                      <a:pt x="4598" y="881"/>
                      <a:pt x="4145" y="884"/>
                    </a:cubicBezTo>
                    <a:cubicBezTo>
                      <a:pt x="3680" y="888"/>
                      <a:pt x="3215" y="891"/>
                      <a:pt x="2750" y="891"/>
                    </a:cubicBezTo>
                    <a:cubicBezTo>
                      <a:pt x="2489" y="892"/>
                      <a:pt x="2228" y="893"/>
                      <a:pt x="1967" y="896"/>
                    </a:cubicBezTo>
                    <a:cubicBezTo>
                      <a:pt x="1721" y="899"/>
                      <a:pt x="1475" y="900"/>
                      <a:pt x="1229" y="899"/>
                    </a:cubicBezTo>
                    <a:cubicBezTo>
                      <a:pt x="1139" y="900"/>
                      <a:pt x="1049" y="900"/>
                      <a:pt x="959" y="902"/>
                    </a:cubicBezTo>
                    <a:cubicBezTo>
                      <a:pt x="272" y="914"/>
                      <a:pt x="272" y="914"/>
                      <a:pt x="108" y="756"/>
                    </a:cubicBezTo>
                    <a:cubicBezTo>
                      <a:pt x="52" y="648"/>
                      <a:pt x="19" y="556"/>
                      <a:pt x="0" y="436"/>
                    </a:cubicBezTo>
                    <a:cubicBezTo>
                      <a:pt x="1001" y="269"/>
                      <a:pt x="1988" y="186"/>
                      <a:pt x="3002" y="157"/>
                    </a:cubicBezTo>
                    <a:cubicBezTo>
                      <a:pt x="3154" y="153"/>
                      <a:pt x="3307" y="148"/>
                      <a:pt x="3459" y="143"/>
                    </a:cubicBezTo>
                    <a:cubicBezTo>
                      <a:pt x="3818" y="132"/>
                      <a:pt x="4178" y="121"/>
                      <a:pt x="4537" y="111"/>
                    </a:cubicBezTo>
                    <a:cubicBezTo>
                      <a:pt x="4905" y="101"/>
                      <a:pt x="5272" y="89"/>
                      <a:pt x="5639" y="77"/>
                    </a:cubicBezTo>
                    <a:cubicBezTo>
                      <a:pt x="5959" y="66"/>
                      <a:pt x="6278" y="56"/>
                      <a:pt x="6597" y="47"/>
                    </a:cubicBezTo>
                    <a:cubicBezTo>
                      <a:pt x="6786" y="41"/>
                      <a:pt x="6975" y="36"/>
                      <a:pt x="7164" y="29"/>
                    </a:cubicBezTo>
                    <a:cubicBezTo>
                      <a:pt x="8004" y="0"/>
                      <a:pt x="8766" y="7"/>
                      <a:pt x="9583" y="227"/>
                    </a:cubicBezTo>
                    <a:close/>
                  </a:path>
                </a:pathLst>
              </a:custGeom>
              <a:solidFill>
                <a:srgbClr val="FEEFF7"/>
              </a:solidFill>
              <a:ln w="2646" cap="flat">
                <a:noFill/>
              </a:ln>
            </p:spPr>
          </p:sp>
          <p:sp>
            <p:nvSpPr>
              <p:cNvPr id="2135" name="ICON_C_WINDOWS_GRAPHIC_path_107"/>
              <p:cNvSpPr/>
              <p:nvPr/>
            </p:nvSpPr>
            <p:spPr>
              <a:xfrm>
                <a:off x="6471707" y="7388917"/>
                <a:ext cx="45712" cy="119957"/>
              </a:xfrm>
              <a:custGeom>
                <a:avLst/>
                <a:gdLst/>
                <a:ahLst/>
                <a:cxnLst/>
                <a:rect l="0" t="0" r="r" b="b"/>
                <a:pathLst>
                  <a:path w="3599" h="9445" fill="norm" stroke="0">
                    <a:moveTo>
                      <a:pt x="3268" y="5"/>
                    </a:moveTo>
                    <a:cubicBezTo>
                      <a:pt x="3365" y="19"/>
                      <a:pt x="3448" y="41"/>
                      <a:pt x="3542" y="70"/>
                    </a:cubicBezTo>
                    <a:cubicBezTo>
                      <a:pt x="3581" y="221"/>
                      <a:pt x="3599" y="340"/>
                      <a:pt x="3542" y="487"/>
                    </a:cubicBezTo>
                    <a:cubicBezTo>
                      <a:pt x="3412" y="538"/>
                      <a:pt x="3296" y="572"/>
                      <a:pt x="3158" y="588"/>
                    </a:cubicBezTo>
                    <a:cubicBezTo>
                      <a:pt x="3055" y="607"/>
                      <a:pt x="3001" y="632"/>
                      <a:pt x="2917" y="695"/>
                    </a:cubicBezTo>
                    <a:cubicBezTo>
                      <a:pt x="2644" y="1183"/>
                      <a:pt x="2671" y="1765"/>
                      <a:pt x="2661" y="2306"/>
                    </a:cubicBezTo>
                    <a:cubicBezTo>
                      <a:pt x="2657" y="2471"/>
                      <a:pt x="2652" y="2635"/>
                      <a:pt x="2647" y="2800"/>
                    </a:cubicBezTo>
                    <a:cubicBezTo>
                      <a:pt x="2632" y="3268"/>
                      <a:pt x="2620" y="3735"/>
                      <a:pt x="2609" y="4203"/>
                    </a:cubicBezTo>
                    <a:cubicBezTo>
                      <a:pt x="2603" y="4462"/>
                      <a:pt x="2596" y="4722"/>
                      <a:pt x="2587" y="4981"/>
                    </a:cubicBezTo>
                    <a:cubicBezTo>
                      <a:pt x="2581" y="5145"/>
                      <a:pt x="2577" y="5308"/>
                      <a:pt x="2575" y="5472"/>
                    </a:cubicBezTo>
                    <a:cubicBezTo>
                      <a:pt x="2573" y="5597"/>
                      <a:pt x="2568" y="5722"/>
                      <a:pt x="2563" y="5848"/>
                    </a:cubicBezTo>
                    <a:cubicBezTo>
                      <a:pt x="2563" y="5893"/>
                      <a:pt x="2563" y="5938"/>
                      <a:pt x="2563" y="5984"/>
                    </a:cubicBezTo>
                    <a:cubicBezTo>
                      <a:pt x="2557" y="6110"/>
                      <a:pt x="2549" y="6205"/>
                      <a:pt x="2500" y="6320"/>
                    </a:cubicBezTo>
                    <a:cubicBezTo>
                      <a:pt x="2397" y="6393"/>
                      <a:pt x="2296" y="6437"/>
                      <a:pt x="2178" y="6484"/>
                    </a:cubicBezTo>
                    <a:cubicBezTo>
                      <a:pt x="2083" y="6529"/>
                      <a:pt x="2083" y="6529"/>
                      <a:pt x="2025" y="6649"/>
                    </a:cubicBezTo>
                    <a:cubicBezTo>
                      <a:pt x="2023" y="6693"/>
                      <a:pt x="2020" y="6737"/>
                      <a:pt x="2017" y="6782"/>
                    </a:cubicBezTo>
                    <a:cubicBezTo>
                      <a:pt x="2013" y="6832"/>
                      <a:pt x="2009" y="6882"/>
                      <a:pt x="2004" y="6934"/>
                    </a:cubicBezTo>
                    <a:cubicBezTo>
                      <a:pt x="2002" y="6988"/>
                      <a:pt x="2000" y="7042"/>
                      <a:pt x="1997" y="7096"/>
                    </a:cubicBezTo>
                    <a:cubicBezTo>
                      <a:pt x="1993" y="7152"/>
                      <a:pt x="1989" y="7207"/>
                      <a:pt x="1985" y="7263"/>
                    </a:cubicBezTo>
                    <a:cubicBezTo>
                      <a:pt x="1974" y="7410"/>
                      <a:pt x="1966" y="7556"/>
                      <a:pt x="1958" y="7702"/>
                    </a:cubicBezTo>
                    <a:cubicBezTo>
                      <a:pt x="1950" y="7852"/>
                      <a:pt x="1939" y="8001"/>
                      <a:pt x="1929" y="8150"/>
                    </a:cubicBezTo>
                    <a:cubicBezTo>
                      <a:pt x="1909" y="8443"/>
                      <a:pt x="1891" y="8736"/>
                      <a:pt x="1875" y="9029"/>
                    </a:cubicBezTo>
                    <a:cubicBezTo>
                      <a:pt x="2081" y="9029"/>
                      <a:pt x="2288" y="9029"/>
                      <a:pt x="2500" y="9029"/>
                    </a:cubicBezTo>
                    <a:cubicBezTo>
                      <a:pt x="2569" y="8754"/>
                      <a:pt x="2638" y="8479"/>
                      <a:pt x="2708" y="8195"/>
                    </a:cubicBezTo>
                    <a:cubicBezTo>
                      <a:pt x="2708" y="8539"/>
                      <a:pt x="2708" y="8883"/>
                      <a:pt x="2708" y="9237"/>
                    </a:cubicBezTo>
                    <a:cubicBezTo>
                      <a:pt x="2571" y="9271"/>
                      <a:pt x="2571" y="9271"/>
                      <a:pt x="1875" y="9445"/>
                    </a:cubicBezTo>
                    <a:cubicBezTo>
                      <a:pt x="1573" y="8618"/>
                      <a:pt x="1365" y="7820"/>
                      <a:pt x="1250" y="6945"/>
                    </a:cubicBezTo>
                    <a:cubicBezTo>
                      <a:pt x="1120" y="6975"/>
                      <a:pt x="990" y="7006"/>
                      <a:pt x="860" y="7037"/>
                    </a:cubicBezTo>
                    <a:cubicBezTo>
                      <a:pt x="823" y="7045"/>
                      <a:pt x="787" y="7053"/>
                      <a:pt x="750" y="7061"/>
                    </a:cubicBezTo>
                    <a:cubicBezTo>
                      <a:pt x="479" y="7127"/>
                      <a:pt x="244" y="7228"/>
                      <a:pt x="0" y="7362"/>
                    </a:cubicBezTo>
                    <a:cubicBezTo>
                      <a:pt x="41" y="7190"/>
                      <a:pt x="91" y="7023"/>
                      <a:pt x="143" y="6854"/>
                    </a:cubicBezTo>
                    <a:cubicBezTo>
                      <a:pt x="154" y="6806"/>
                      <a:pt x="166" y="6759"/>
                      <a:pt x="177" y="6709"/>
                    </a:cubicBezTo>
                    <a:cubicBezTo>
                      <a:pt x="231" y="6547"/>
                      <a:pt x="277" y="6423"/>
                      <a:pt x="417" y="6320"/>
                    </a:cubicBezTo>
                    <a:cubicBezTo>
                      <a:pt x="748" y="6195"/>
                      <a:pt x="1108" y="6153"/>
                      <a:pt x="1458" y="6112"/>
                    </a:cubicBezTo>
                    <a:cubicBezTo>
                      <a:pt x="1446" y="5817"/>
                      <a:pt x="1430" y="5522"/>
                      <a:pt x="1409" y="5227"/>
                    </a:cubicBezTo>
                    <a:cubicBezTo>
                      <a:pt x="1400" y="5090"/>
                      <a:pt x="1392" y="4953"/>
                      <a:pt x="1386" y="4815"/>
                    </a:cubicBezTo>
                    <a:cubicBezTo>
                      <a:pt x="1348" y="3913"/>
                      <a:pt x="1348" y="3913"/>
                      <a:pt x="1182" y="3757"/>
                    </a:cubicBezTo>
                    <a:cubicBezTo>
                      <a:pt x="1045" y="3688"/>
                      <a:pt x="910" y="3666"/>
                      <a:pt x="759" y="3645"/>
                    </a:cubicBezTo>
                    <a:cubicBezTo>
                      <a:pt x="715" y="3635"/>
                      <a:pt x="671" y="3624"/>
                      <a:pt x="625" y="3612"/>
                    </a:cubicBezTo>
                    <a:cubicBezTo>
                      <a:pt x="566" y="3466"/>
                      <a:pt x="586" y="3346"/>
                      <a:pt x="625" y="3195"/>
                    </a:cubicBezTo>
                    <a:cubicBezTo>
                      <a:pt x="943" y="3170"/>
                      <a:pt x="1258" y="3177"/>
                      <a:pt x="1555" y="3304"/>
                    </a:cubicBezTo>
                    <a:cubicBezTo>
                      <a:pt x="1858" y="3574"/>
                      <a:pt x="1827" y="4110"/>
                      <a:pt x="1854" y="4488"/>
                    </a:cubicBezTo>
                    <a:cubicBezTo>
                      <a:pt x="1865" y="4682"/>
                      <a:pt x="1872" y="4876"/>
                      <a:pt x="1875" y="5070"/>
                    </a:cubicBezTo>
                    <a:cubicBezTo>
                      <a:pt x="1944" y="5070"/>
                      <a:pt x="2013" y="5070"/>
                      <a:pt x="2083" y="5070"/>
                    </a:cubicBezTo>
                    <a:cubicBezTo>
                      <a:pt x="2085" y="5023"/>
                      <a:pt x="2086" y="4976"/>
                      <a:pt x="2087" y="4927"/>
                    </a:cubicBezTo>
                    <a:cubicBezTo>
                      <a:pt x="2099" y="4477"/>
                      <a:pt x="2114" y="4026"/>
                      <a:pt x="2132" y="3576"/>
                    </a:cubicBezTo>
                    <a:cubicBezTo>
                      <a:pt x="2142" y="3345"/>
                      <a:pt x="2150" y="3114"/>
                      <a:pt x="2156" y="2882"/>
                    </a:cubicBezTo>
                    <a:cubicBezTo>
                      <a:pt x="2207" y="849"/>
                      <a:pt x="2207" y="849"/>
                      <a:pt x="2832" y="141"/>
                    </a:cubicBezTo>
                    <a:cubicBezTo>
                      <a:pt x="2966" y="29"/>
                      <a:pt x="3096" y="0"/>
                      <a:pt x="3268" y="5"/>
                    </a:cubicBezTo>
                    <a:close/>
                  </a:path>
                </a:pathLst>
              </a:custGeom>
              <a:solidFill>
                <a:srgbClr val="A7BEC8"/>
              </a:solidFill>
              <a:ln w="2646" cap="flat">
                <a:noFill/>
              </a:ln>
            </p:spPr>
          </p:sp>
          <p:sp>
            <p:nvSpPr>
              <p:cNvPr id="2136" name="ICON_C_WINDOWS_GRAPHIC_path_108"/>
              <p:cNvSpPr/>
              <p:nvPr/>
            </p:nvSpPr>
            <p:spPr>
              <a:xfrm>
                <a:off x="5407742" y="7514167"/>
                <a:ext cx="58550" cy="119062"/>
              </a:xfrm>
              <a:custGeom>
                <a:avLst/>
                <a:gdLst/>
                <a:ahLst/>
                <a:cxnLst/>
                <a:rect l="0" t="0" r="r" b="b"/>
                <a:pathLst>
                  <a:path w="4610" h="9375" fill="norm" stroke="0">
                    <a:moveTo>
                      <a:pt x="235" y="0"/>
                    </a:moveTo>
                    <a:cubicBezTo>
                      <a:pt x="440" y="648"/>
                      <a:pt x="464" y="1239"/>
                      <a:pt x="444" y="1914"/>
                    </a:cubicBezTo>
                    <a:cubicBezTo>
                      <a:pt x="438" y="2099"/>
                      <a:pt x="434" y="2285"/>
                      <a:pt x="431" y="2470"/>
                    </a:cubicBezTo>
                    <a:cubicBezTo>
                      <a:pt x="429" y="2512"/>
                      <a:pt x="427" y="2554"/>
                      <a:pt x="425" y="2597"/>
                    </a:cubicBezTo>
                    <a:cubicBezTo>
                      <a:pt x="425" y="2636"/>
                      <a:pt x="424" y="2675"/>
                      <a:pt x="423" y="2715"/>
                    </a:cubicBezTo>
                    <a:cubicBezTo>
                      <a:pt x="423" y="2732"/>
                      <a:pt x="423" y="2732"/>
                      <a:pt x="420" y="2818"/>
                    </a:cubicBezTo>
                    <a:cubicBezTo>
                      <a:pt x="444" y="2917"/>
                      <a:pt x="444" y="2917"/>
                      <a:pt x="548" y="2999"/>
                    </a:cubicBezTo>
                    <a:cubicBezTo>
                      <a:pt x="668" y="3110"/>
                      <a:pt x="670" y="3211"/>
                      <a:pt x="677" y="3371"/>
                    </a:cubicBezTo>
                    <a:cubicBezTo>
                      <a:pt x="678" y="3476"/>
                      <a:pt x="677" y="3580"/>
                      <a:pt x="676" y="3684"/>
                    </a:cubicBezTo>
                    <a:cubicBezTo>
                      <a:pt x="675" y="3742"/>
                      <a:pt x="675" y="3799"/>
                      <a:pt x="676" y="3857"/>
                    </a:cubicBezTo>
                    <a:cubicBezTo>
                      <a:pt x="676" y="4013"/>
                      <a:pt x="674" y="4168"/>
                      <a:pt x="673" y="4324"/>
                    </a:cubicBezTo>
                    <a:cubicBezTo>
                      <a:pt x="672" y="4487"/>
                      <a:pt x="672" y="4650"/>
                      <a:pt x="671" y="4813"/>
                    </a:cubicBezTo>
                    <a:cubicBezTo>
                      <a:pt x="671" y="5121"/>
                      <a:pt x="669" y="5430"/>
                      <a:pt x="667" y="5738"/>
                    </a:cubicBezTo>
                    <a:cubicBezTo>
                      <a:pt x="664" y="6155"/>
                      <a:pt x="663" y="6572"/>
                      <a:pt x="662" y="6989"/>
                    </a:cubicBezTo>
                    <a:cubicBezTo>
                      <a:pt x="660" y="7645"/>
                      <a:pt x="656" y="8302"/>
                      <a:pt x="652" y="8958"/>
                    </a:cubicBezTo>
                    <a:cubicBezTo>
                      <a:pt x="1958" y="8958"/>
                      <a:pt x="3264" y="8958"/>
                      <a:pt x="4610" y="8958"/>
                    </a:cubicBezTo>
                    <a:cubicBezTo>
                      <a:pt x="4610" y="9027"/>
                      <a:pt x="4610" y="9096"/>
                      <a:pt x="4610" y="9167"/>
                    </a:cubicBezTo>
                    <a:cubicBezTo>
                      <a:pt x="3854" y="9201"/>
                      <a:pt x="3854" y="9201"/>
                      <a:pt x="27" y="9375"/>
                    </a:cubicBezTo>
                    <a:cubicBezTo>
                      <a:pt x="19" y="7085"/>
                      <a:pt x="19" y="7085"/>
                      <a:pt x="17" y="6127"/>
                    </a:cubicBezTo>
                    <a:cubicBezTo>
                      <a:pt x="16" y="5908"/>
                      <a:pt x="16" y="5689"/>
                      <a:pt x="15" y="5470"/>
                    </a:cubicBezTo>
                    <a:cubicBezTo>
                      <a:pt x="15" y="5442"/>
                      <a:pt x="15" y="5415"/>
                      <a:pt x="15" y="5387"/>
                    </a:cubicBezTo>
                    <a:cubicBezTo>
                      <a:pt x="14" y="4944"/>
                      <a:pt x="13" y="4501"/>
                      <a:pt x="11" y="4058"/>
                    </a:cubicBezTo>
                    <a:cubicBezTo>
                      <a:pt x="9" y="3603"/>
                      <a:pt x="8" y="3149"/>
                      <a:pt x="7" y="2694"/>
                    </a:cubicBezTo>
                    <a:cubicBezTo>
                      <a:pt x="7" y="2439"/>
                      <a:pt x="6" y="2183"/>
                      <a:pt x="5" y="1928"/>
                    </a:cubicBezTo>
                    <a:cubicBezTo>
                      <a:pt x="3" y="1688"/>
                      <a:pt x="3" y="1447"/>
                      <a:pt x="3" y="1207"/>
                    </a:cubicBezTo>
                    <a:cubicBezTo>
                      <a:pt x="3" y="1119"/>
                      <a:pt x="3" y="1031"/>
                      <a:pt x="2" y="942"/>
                    </a:cubicBezTo>
                    <a:cubicBezTo>
                      <a:pt x="1" y="822"/>
                      <a:pt x="1" y="702"/>
                      <a:pt x="2" y="581"/>
                    </a:cubicBezTo>
                    <a:cubicBezTo>
                      <a:pt x="1" y="546"/>
                      <a:pt x="1" y="511"/>
                      <a:pt x="0" y="475"/>
                    </a:cubicBezTo>
                    <a:cubicBezTo>
                      <a:pt x="2" y="305"/>
                      <a:pt x="10" y="205"/>
                      <a:pt x="133" y="81"/>
                    </a:cubicBezTo>
                    <a:cubicBezTo>
                      <a:pt x="166" y="54"/>
                      <a:pt x="200" y="28"/>
                      <a:pt x="235" y="0"/>
                    </a:cubicBezTo>
                    <a:close/>
                  </a:path>
                </a:pathLst>
              </a:custGeom>
              <a:solidFill>
                <a:srgbClr val="F3FBFE"/>
              </a:solidFill>
              <a:ln w="2646" cap="flat">
                <a:noFill/>
              </a:ln>
            </p:spPr>
          </p:sp>
          <p:sp>
            <p:nvSpPr>
              <p:cNvPr id="2137" name="ICON_C_WINDOWS_GRAPHIC_path_109"/>
              <p:cNvSpPr/>
              <p:nvPr/>
            </p:nvSpPr>
            <p:spPr>
              <a:xfrm>
                <a:off x="5519208" y="7397448"/>
                <a:ext cx="39688" cy="95761"/>
              </a:xfrm>
              <a:custGeom>
                <a:avLst/>
                <a:gdLst/>
                <a:ahLst/>
                <a:cxnLst/>
                <a:rect l="0" t="0" r="r" b="b"/>
                <a:pathLst>
                  <a:path w="3125" h="7540" fill="norm" stroke="0">
                    <a:moveTo>
                      <a:pt x="833" y="24"/>
                    </a:moveTo>
                    <a:cubicBezTo>
                      <a:pt x="932" y="22"/>
                      <a:pt x="932" y="22"/>
                      <a:pt x="1432" y="11"/>
                    </a:cubicBezTo>
                    <a:cubicBezTo>
                      <a:pt x="1494" y="9"/>
                      <a:pt x="1555" y="7"/>
                      <a:pt x="1619" y="5"/>
                    </a:cubicBezTo>
                    <a:cubicBezTo>
                      <a:pt x="1643" y="5"/>
                      <a:pt x="1643" y="5"/>
                      <a:pt x="1769" y="3"/>
                    </a:cubicBezTo>
                    <a:cubicBezTo>
                      <a:pt x="1794" y="3"/>
                      <a:pt x="1794" y="3"/>
                      <a:pt x="1921" y="0"/>
                    </a:cubicBezTo>
                    <a:cubicBezTo>
                      <a:pt x="2138" y="20"/>
                      <a:pt x="2339" y="82"/>
                      <a:pt x="2500" y="232"/>
                    </a:cubicBezTo>
                    <a:cubicBezTo>
                      <a:pt x="2552" y="405"/>
                      <a:pt x="2534" y="568"/>
                      <a:pt x="2519" y="746"/>
                    </a:cubicBezTo>
                    <a:cubicBezTo>
                      <a:pt x="2516" y="823"/>
                      <a:pt x="2512" y="899"/>
                      <a:pt x="2509" y="976"/>
                    </a:cubicBezTo>
                    <a:cubicBezTo>
                      <a:pt x="2501" y="1164"/>
                      <a:pt x="2489" y="1352"/>
                      <a:pt x="2476" y="1540"/>
                    </a:cubicBezTo>
                    <a:cubicBezTo>
                      <a:pt x="2426" y="2278"/>
                      <a:pt x="2426" y="2278"/>
                      <a:pt x="2500" y="2524"/>
                    </a:cubicBezTo>
                    <a:cubicBezTo>
                      <a:pt x="2631" y="2671"/>
                      <a:pt x="2799" y="2704"/>
                      <a:pt x="2989" y="2727"/>
                    </a:cubicBezTo>
                    <a:cubicBezTo>
                      <a:pt x="3034" y="2729"/>
                      <a:pt x="3079" y="2730"/>
                      <a:pt x="3125" y="2732"/>
                    </a:cubicBezTo>
                    <a:cubicBezTo>
                      <a:pt x="3081" y="2882"/>
                      <a:pt x="3033" y="3030"/>
                      <a:pt x="2981" y="3177"/>
                    </a:cubicBezTo>
                    <a:cubicBezTo>
                      <a:pt x="2964" y="3227"/>
                      <a:pt x="2948" y="3278"/>
                      <a:pt x="2934" y="3329"/>
                    </a:cubicBezTo>
                    <a:cubicBezTo>
                      <a:pt x="2880" y="3511"/>
                      <a:pt x="2820" y="3607"/>
                      <a:pt x="2708" y="3774"/>
                    </a:cubicBezTo>
                    <a:cubicBezTo>
                      <a:pt x="2502" y="3774"/>
                      <a:pt x="2296" y="3774"/>
                      <a:pt x="2083" y="3774"/>
                    </a:cubicBezTo>
                    <a:cubicBezTo>
                      <a:pt x="2083" y="2674"/>
                      <a:pt x="2083" y="1574"/>
                      <a:pt x="2083" y="440"/>
                    </a:cubicBezTo>
                    <a:cubicBezTo>
                      <a:pt x="1808" y="509"/>
                      <a:pt x="1533" y="578"/>
                      <a:pt x="1250" y="649"/>
                    </a:cubicBezTo>
                    <a:cubicBezTo>
                      <a:pt x="1107" y="979"/>
                      <a:pt x="1107" y="979"/>
                      <a:pt x="1103" y="1111"/>
                    </a:cubicBezTo>
                    <a:cubicBezTo>
                      <a:pt x="1101" y="1140"/>
                      <a:pt x="1100" y="1169"/>
                      <a:pt x="1098" y="1199"/>
                    </a:cubicBezTo>
                    <a:cubicBezTo>
                      <a:pt x="1097" y="1228"/>
                      <a:pt x="1095" y="1257"/>
                      <a:pt x="1094" y="1287"/>
                    </a:cubicBezTo>
                    <a:cubicBezTo>
                      <a:pt x="1088" y="1346"/>
                      <a:pt x="1082" y="1405"/>
                      <a:pt x="1075" y="1465"/>
                    </a:cubicBezTo>
                    <a:cubicBezTo>
                      <a:pt x="1060" y="1609"/>
                      <a:pt x="1049" y="1754"/>
                      <a:pt x="1042" y="1899"/>
                    </a:cubicBezTo>
                    <a:cubicBezTo>
                      <a:pt x="973" y="1899"/>
                      <a:pt x="904" y="1899"/>
                      <a:pt x="833" y="1899"/>
                    </a:cubicBezTo>
                    <a:cubicBezTo>
                      <a:pt x="833" y="1280"/>
                      <a:pt x="833" y="661"/>
                      <a:pt x="833" y="24"/>
                    </a:cubicBezTo>
                    <a:close/>
                    <a:moveTo>
                      <a:pt x="2083" y="3774"/>
                    </a:moveTo>
                    <a:cubicBezTo>
                      <a:pt x="2096" y="3939"/>
                      <a:pt x="2103" y="4103"/>
                      <a:pt x="2109" y="4269"/>
                    </a:cubicBezTo>
                    <a:cubicBezTo>
                      <a:pt x="2111" y="4292"/>
                      <a:pt x="2111" y="4292"/>
                      <a:pt x="2120" y="4409"/>
                    </a:cubicBezTo>
                    <a:cubicBezTo>
                      <a:pt x="2124" y="4554"/>
                      <a:pt x="2121" y="4674"/>
                      <a:pt x="2083" y="4815"/>
                    </a:cubicBezTo>
                    <a:cubicBezTo>
                      <a:pt x="1993" y="4909"/>
                      <a:pt x="1993" y="4909"/>
                      <a:pt x="1881" y="4998"/>
                    </a:cubicBezTo>
                    <a:cubicBezTo>
                      <a:pt x="1534" y="5302"/>
                      <a:pt x="1569" y="5762"/>
                      <a:pt x="1536" y="6196"/>
                    </a:cubicBezTo>
                    <a:cubicBezTo>
                      <a:pt x="1529" y="6284"/>
                      <a:pt x="1520" y="6372"/>
                      <a:pt x="1512" y="6461"/>
                    </a:cubicBezTo>
                    <a:cubicBezTo>
                      <a:pt x="1492" y="6676"/>
                      <a:pt x="1475" y="6891"/>
                      <a:pt x="1458" y="7107"/>
                    </a:cubicBezTo>
                    <a:cubicBezTo>
                      <a:pt x="1733" y="7107"/>
                      <a:pt x="2008" y="7107"/>
                      <a:pt x="2292" y="7107"/>
                    </a:cubicBezTo>
                    <a:cubicBezTo>
                      <a:pt x="2360" y="6832"/>
                      <a:pt x="2429" y="6557"/>
                      <a:pt x="2500" y="6274"/>
                    </a:cubicBezTo>
                    <a:cubicBezTo>
                      <a:pt x="2569" y="6274"/>
                      <a:pt x="2637" y="6274"/>
                      <a:pt x="2708" y="6274"/>
                    </a:cubicBezTo>
                    <a:cubicBezTo>
                      <a:pt x="2708" y="6617"/>
                      <a:pt x="2708" y="6961"/>
                      <a:pt x="2708" y="7315"/>
                    </a:cubicBezTo>
                    <a:cubicBezTo>
                      <a:pt x="2534" y="7350"/>
                      <a:pt x="2360" y="7384"/>
                      <a:pt x="2186" y="7416"/>
                    </a:cubicBezTo>
                    <a:cubicBezTo>
                      <a:pt x="2126" y="7427"/>
                      <a:pt x="2067" y="7439"/>
                      <a:pt x="2008" y="7450"/>
                    </a:cubicBezTo>
                    <a:cubicBezTo>
                      <a:pt x="1923" y="7468"/>
                      <a:pt x="1838" y="7483"/>
                      <a:pt x="1752" y="7499"/>
                    </a:cubicBezTo>
                    <a:cubicBezTo>
                      <a:pt x="1726" y="7504"/>
                      <a:pt x="1700" y="7510"/>
                      <a:pt x="1672" y="7516"/>
                    </a:cubicBezTo>
                    <a:cubicBezTo>
                      <a:pt x="1525" y="7540"/>
                      <a:pt x="1466" y="7529"/>
                      <a:pt x="1340" y="7445"/>
                    </a:cubicBezTo>
                    <a:cubicBezTo>
                      <a:pt x="1212" y="7294"/>
                      <a:pt x="1203" y="7121"/>
                      <a:pt x="1184" y="6930"/>
                    </a:cubicBezTo>
                    <a:cubicBezTo>
                      <a:pt x="1180" y="6894"/>
                      <a:pt x="1175" y="6857"/>
                      <a:pt x="1171" y="6819"/>
                    </a:cubicBezTo>
                    <a:cubicBezTo>
                      <a:pt x="1157" y="6703"/>
                      <a:pt x="1145" y="6586"/>
                      <a:pt x="1133" y="6469"/>
                    </a:cubicBezTo>
                    <a:cubicBezTo>
                      <a:pt x="1124" y="6390"/>
                      <a:pt x="1115" y="6310"/>
                      <a:pt x="1106" y="6231"/>
                    </a:cubicBezTo>
                    <a:cubicBezTo>
                      <a:pt x="1083" y="6037"/>
                      <a:pt x="1062" y="5843"/>
                      <a:pt x="1042" y="5649"/>
                    </a:cubicBezTo>
                    <a:cubicBezTo>
                      <a:pt x="870" y="5752"/>
                      <a:pt x="870" y="5752"/>
                      <a:pt x="0" y="6274"/>
                    </a:cubicBezTo>
                    <a:cubicBezTo>
                      <a:pt x="272" y="5693"/>
                      <a:pt x="574" y="5178"/>
                      <a:pt x="959" y="4665"/>
                    </a:cubicBezTo>
                    <a:cubicBezTo>
                      <a:pt x="1043" y="4553"/>
                      <a:pt x="1125" y="4439"/>
                      <a:pt x="1206" y="4325"/>
                    </a:cubicBezTo>
                    <a:cubicBezTo>
                      <a:pt x="1260" y="4253"/>
                      <a:pt x="1313" y="4181"/>
                      <a:pt x="1367" y="4109"/>
                    </a:cubicBezTo>
                    <a:cubicBezTo>
                      <a:pt x="1391" y="4075"/>
                      <a:pt x="1415" y="4041"/>
                      <a:pt x="1440" y="4006"/>
                    </a:cubicBezTo>
                    <a:cubicBezTo>
                      <a:pt x="1629" y="3760"/>
                      <a:pt x="1779" y="3729"/>
                      <a:pt x="2083" y="3774"/>
                    </a:cubicBezTo>
                    <a:close/>
                  </a:path>
                </a:pathLst>
              </a:custGeom>
              <a:solidFill>
                <a:srgbClr val="BECEED"/>
              </a:solidFill>
              <a:ln w="2646" cap="flat">
                <a:noFill/>
              </a:ln>
            </p:spPr>
          </p:sp>
          <p:sp>
            <p:nvSpPr>
              <p:cNvPr id="2138" name="ICON_C_WINDOWS_GRAPHIC_path_110"/>
              <p:cNvSpPr/>
              <p:nvPr/>
            </p:nvSpPr>
            <p:spPr>
              <a:xfrm>
                <a:off x="6404703" y="7440083"/>
                <a:ext cx="42005" cy="95250"/>
              </a:xfrm>
              <a:custGeom>
                <a:avLst/>
                <a:gdLst/>
                <a:ahLst/>
                <a:cxnLst/>
                <a:rect l="0" t="0" r="r" b="b"/>
                <a:pathLst>
                  <a:path w="3308" h="7500" fill="norm" stroke="0">
                    <a:moveTo>
                      <a:pt x="2568" y="0"/>
                    </a:moveTo>
                    <a:cubicBezTo>
                      <a:pt x="2800" y="9"/>
                      <a:pt x="3026" y="31"/>
                      <a:pt x="3193" y="208"/>
                    </a:cubicBezTo>
                    <a:cubicBezTo>
                      <a:pt x="3308" y="518"/>
                      <a:pt x="3283" y="866"/>
                      <a:pt x="3274" y="1192"/>
                    </a:cubicBezTo>
                    <a:cubicBezTo>
                      <a:pt x="3271" y="1327"/>
                      <a:pt x="3273" y="1462"/>
                      <a:pt x="3276" y="1597"/>
                    </a:cubicBezTo>
                    <a:cubicBezTo>
                      <a:pt x="3291" y="2243"/>
                      <a:pt x="3291" y="2243"/>
                      <a:pt x="3193" y="2500"/>
                    </a:cubicBezTo>
                    <a:cubicBezTo>
                      <a:pt x="3075" y="2602"/>
                      <a:pt x="2941" y="2614"/>
                      <a:pt x="2790" y="2635"/>
                    </a:cubicBezTo>
                    <a:cubicBezTo>
                      <a:pt x="2707" y="2649"/>
                      <a:pt x="2707" y="2649"/>
                      <a:pt x="2568" y="2708"/>
                    </a:cubicBezTo>
                    <a:cubicBezTo>
                      <a:pt x="2453" y="2962"/>
                      <a:pt x="2510" y="3286"/>
                      <a:pt x="2529" y="3555"/>
                    </a:cubicBezTo>
                    <a:cubicBezTo>
                      <a:pt x="2532" y="3634"/>
                      <a:pt x="2535" y="3713"/>
                      <a:pt x="2537" y="3793"/>
                    </a:cubicBezTo>
                    <a:cubicBezTo>
                      <a:pt x="2544" y="3987"/>
                      <a:pt x="2555" y="4181"/>
                      <a:pt x="2568" y="4375"/>
                    </a:cubicBezTo>
                    <a:cubicBezTo>
                      <a:pt x="2211" y="3924"/>
                      <a:pt x="2077" y="3550"/>
                      <a:pt x="2021" y="2982"/>
                    </a:cubicBezTo>
                    <a:cubicBezTo>
                      <a:pt x="2013" y="2914"/>
                      <a:pt x="2005" y="2847"/>
                      <a:pt x="1996" y="2780"/>
                    </a:cubicBezTo>
                    <a:cubicBezTo>
                      <a:pt x="1977" y="2617"/>
                      <a:pt x="1959" y="2455"/>
                      <a:pt x="1943" y="2292"/>
                    </a:cubicBezTo>
                    <a:cubicBezTo>
                      <a:pt x="1566" y="2376"/>
                      <a:pt x="1204" y="2525"/>
                      <a:pt x="955" y="2830"/>
                    </a:cubicBezTo>
                    <a:cubicBezTo>
                      <a:pt x="597" y="3412"/>
                      <a:pt x="674" y="4332"/>
                      <a:pt x="640" y="5003"/>
                    </a:cubicBezTo>
                    <a:cubicBezTo>
                      <a:pt x="627" y="5276"/>
                      <a:pt x="607" y="5548"/>
                      <a:pt x="587" y="5821"/>
                    </a:cubicBezTo>
                    <a:cubicBezTo>
                      <a:pt x="547" y="6380"/>
                      <a:pt x="513" y="6940"/>
                      <a:pt x="484" y="7500"/>
                    </a:cubicBezTo>
                    <a:cubicBezTo>
                      <a:pt x="416" y="7500"/>
                      <a:pt x="347" y="7500"/>
                      <a:pt x="276" y="7500"/>
                    </a:cubicBezTo>
                    <a:cubicBezTo>
                      <a:pt x="232" y="6836"/>
                      <a:pt x="199" y="6171"/>
                      <a:pt x="179" y="5506"/>
                    </a:cubicBezTo>
                    <a:cubicBezTo>
                      <a:pt x="169" y="5197"/>
                      <a:pt x="156" y="4888"/>
                      <a:pt x="135" y="4580"/>
                    </a:cubicBezTo>
                    <a:cubicBezTo>
                      <a:pt x="0" y="2616"/>
                      <a:pt x="0" y="2616"/>
                      <a:pt x="360" y="2192"/>
                    </a:cubicBezTo>
                    <a:cubicBezTo>
                      <a:pt x="715" y="1894"/>
                      <a:pt x="1147" y="1768"/>
                      <a:pt x="1589" y="1656"/>
                    </a:cubicBezTo>
                    <a:cubicBezTo>
                      <a:pt x="1630" y="1645"/>
                      <a:pt x="1671" y="1634"/>
                      <a:pt x="1713" y="1624"/>
                    </a:cubicBezTo>
                    <a:cubicBezTo>
                      <a:pt x="1753" y="1613"/>
                      <a:pt x="1794" y="1603"/>
                      <a:pt x="1835" y="1592"/>
                    </a:cubicBezTo>
                    <a:cubicBezTo>
                      <a:pt x="2043" y="1528"/>
                      <a:pt x="2166" y="1470"/>
                      <a:pt x="2281" y="1280"/>
                    </a:cubicBezTo>
                    <a:cubicBezTo>
                      <a:pt x="2469" y="881"/>
                      <a:pt x="2537" y="437"/>
                      <a:pt x="2568" y="0"/>
                    </a:cubicBezTo>
                    <a:close/>
                  </a:path>
                </a:pathLst>
              </a:custGeom>
              <a:solidFill>
                <a:srgbClr val="839BAA"/>
              </a:solidFill>
              <a:ln w="2646" cap="flat">
                <a:noFill/>
              </a:ln>
            </p:spPr>
          </p:sp>
          <p:sp>
            <p:nvSpPr>
              <p:cNvPr id="2139" name="ICON_C_WINDOWS_GRAPHIC_path_111"/>
              <p:cNvSpPr/>
              <p:nvPr/>
            </p:nvSpPr>
            <p:spPr>
              <a:xfrm>
                <a:off x="5950479" y="7451733"/>
                <a:ext cx="43172" cy="91538"/>
              </a:xfrm>
              <a:custGeom>
                <a:avLst/>
                <a:gdLst/>
                <a:ahLst/>
                <a:cxnLst/>
                <a:rect l="0" t="0" r="r" b="b"/>
                <a:pathLst>
                  <a:path w="3399" h="7208" fill="norm" stroke="0">
                    <a:moveTo>
                      <a:pt x="1875" y="124"/>
                    </a:moveTo>
                    <a:cubicBezTo>
                      <a:pt x="2712" y="0"/>
                      <a:pt x="2712" y="0"/>
                      <a:pt x="3007" y="179"/>
                    </a:cubicBezTo>
                    <a:cubicBezTo>
                      <a:pt x="3399" y="574"/>
                      <a:pt x="3360" y="1213"/>
                      <a:pt x="3360" y="1728"/>
                    </a:cubicBezTo>
                    <a:cubicBezTo>
                      <a:pt x="3358" y="2027"/>
                      <a:pt x="3348" y="2326"/>
                      <a:pt x="3333" y="2624"/>
                    </a:cubicBezTo>
                    <a:cubicBezTo>
                      <a:pt x="3001" y="2336"/>
                      <a:pt x="2831" y="2080"/>
                      <a:pt x="2682" y="1661"/>
                    </a:cubicBezTo>
                    <a:cubicBezTo>
                      <a:pt x="2664" y="1613"/>
                      <a:pt x="2646" y="1565"/>
                      <a:pt x="2628" y="1516"/>
                    </a:cubicBezTo>
                    <a:cubicBezTo>
                      <a:pt x="2584" y="1400"/>
                      <a:pt x="2542" y="1283"/>
                      <a:pt x="2500" y="1166"/>
                    </a:cubicBezTo>
                    <a:cubicBezTo>
                      <a:pt x="2483" y="1196"/>
                      <a:pt x="2466" y="1227"/>
                      <a:pt x="2449" y="1258"/>
                    </a:cubicBezTo>
                    <a:cubicBezTo>
                      <a:pt x="2386" y="1373"/>
                      <a:pt x="2321" y="1486"/>
                      <a:pt x="2256" y="1600"/>
                    </a:cubicBezTo>
                    <a:cubicBezTo>
                      <a:pt x="2228" y="1649"/>
                      <a:pt x="2200" y="1698"/>
                      <a:pt x="2174" y="1747"/>
                    </a:cubicBezTo>
                    <a:cubicBezTo>
                      <a:pt x="1919" y="2210"/>
                      <a:pt x="1919" y="2210"/>
                      <a:pt x="1659" y="2306"/>
                    </a:cubicBezTo>
                    <a:cubicBezTo>
                      <a:pt x="1521" y="2363"/>
                      <a:pt x="1468" y="2399"/>
                      <a:pt x="1396" y="2531"/>
                    </a:cubicBezTo>
                    <a:cubicBezTo>
                      <a:pt x="1234" y="3007"/>
                      <a:pt x="1205" y="3468"/>
                      <a:pt x="1184" y="3968"/>
                    </a:cubicBezTo>
                    <a:cubicBezTo>
                      <a:pt x="1180" y="4056"/>
                      <a:pt x="1175" y="4144"/>
                      <a:pt x="1171" y="4231"/>
                    </a:cubicBezTo>
                    <a:cubicBezTo>
                      <a:pt x="1160" y="4461"/>
                      <a:pt x="1149" y="4690"/>
                      <a:pt x="1139" y="4919"/>
                    </a:cubicBezTo>
                    <a:cubicBezTo>
                      <a:pt x="1129" y="5154"/>
                      <a:pt x="1117" y="5388"/>
                      <a:pt x="1106" y="5623"/>
                    </a:cubicBezTo>
                    <a:cubicBezTo>
                      <a:pt x="1083" y="6082"/>
                      <a:pt x="1062" y="6540"/>
                      <a:pt x="1042" y="6999"/>
                    </a:cubicBezTo>
                    <a:cubicBezTo>
                      <a:pt x="870" y="7034"/>
                      <a:pt x="870" y="7034"/>
                      <a:pt x="0" y="7208"/>
                    </a:cubicBezTo>
                    <a:cubicBezTo>
                      <a:pt x="0" y="7070"/>
                      <a:pt x="0" y="6933"/>
                      <a:pt x="0" y="6791"/>
                    </a:cubicBezTo>
                    <a:cubicBezTo>
                      <a:pt x="275" y="6791"/>
                      <a:pt x="550" y="6791"/>
                      <a:pt x="833" y="6791"/>
                    </a:cubicBezTo>
                    <a:cubicBezTo>
                      <a:pt x="833" y="6722"/>
                      <a:pt x="832" y="6653"/>
                      <a:pt x="832" y="6582"/>
                    </a:cubicBezTo>
                    <a:cubicBezTo>
                      <a:pt x="828" y="5929"/>
                      <a:pt x="825" y="5276"/>
                      <a:pt x="822" y="4623"/>
                    </a:cubicBezTo>
                    <a:cubicBezTo>
                      <a:pt x="821" y="4288"/>
                      <a:pt x="820" y="3952"/>
                      <a:pt x="818" y="3616"/>
                    </a:cubicBezTo>
                    <a:cubicBezTo>
                      <a:pt x="816" y="3324"/>
                      <a:pt x="814" y="3031"/>
                      <a:pt x="814" y="2738"/>
                    </a:cubicBezTo>
                    <a:cubicBezTo>
                      <a:pt x="814" y="2583"/>
                      <a:pt x="813" y="2429"/>
                      <a:pt x="811" y="2274"/>
                    </a:cubicBezTo>
                    <a:cubicBezTo>
                      <a:pt x="798" y="907"/>
                      <a:pt x="798" y="907"/>
                      <a:pt x="1042" y="541"/>
                    </a:cubicBezTo>
                    <a:cubicBezTo>
                      <a:pt x="1194" y="473"/>
                      <a:pt x="1308" y="479"/>
                      <a:pt x="1471" y="502"/>
                    </a:cubicBezTo>
                    <a:cubicBezTo>
                      <a:pt x="1510" y="505"/>
                      <a:pt x="1549" y="508"/>
                      <a:pt x="1589" y="511"/>
                    </a:cubicBezTo>
                    <a:cubicBezTo>
                      <a:pt x="1685" y="518"/>
                      <a:pt x="1780" y="529"/>
                      <a:pt x="1875" y="541"/>
                    </a:cubicBezTo>
                    <a:cubicBezTo>
                      <a:pt x="1875" y="404"/>
                      <a:pt x="1875" y="266"/>
                      <a:pt x="1875" y="124"/>
                    </a:cubicBezTo>
                    <a:close/>
                  </a:path>
                </a:pathLst>
              </a:custGeom>
              <a:solidFill>
                <a:srgbClr val="DFB5CB"/>
              </a:solidFill>
              <a:ln w="2646" cap="flat">
                <a:noFill/>
              </a:ln>
            </p:spPr>
          </p:sp>
          <p:sp>
            <p:nvSpPr>
              <p:cNvPr id="2140" name="ICON_C_WINDOWS_GRAPHIC_path_112"/>
              <p:cNvSpPr/>
              <p:nvPr/>
            </p:nvSpPr>
            <p:spPr>
              <a:xfrm>
                <a:off x="5444609" y="7420409"/>
                <a:ext cx="32266" cy="120216"/>
              </a:xfrm>
              <a:custGeom>
                <a:avLst/>
                <a:gdLst/>
                <a:ahLst/>
                <a:cxnLst/>
                <a:rect l="0" t="0" r="r" b="b"/>
                <a:pathLst>
                  <a:path w="2541" h="9466" fill="norm" stroke="0">
                    <a:moveTo>
                      <a:pt x="1291" y="91"/>
                    </a:moveTo>
                    <a:cubicBezTo>
                      <a:pt x="1476" y="36"/>
                      <a:pt x="1647" y="0"/>
                      <a:pt x="1839" y="46"/>
                    </a:cubicBezTo>
                    <a:cubicBezTo>
                      <a:pt x="2079" y="186"/>
                      <a:pt x="2126" y="584"/>
                      <a:pt x="2193" y="831"/>
                    </a:cubicBezTo>
                    <a:cubicBezTo>
                      <a:pt x="2218" y="932"/>
                      <a:pt x="2242" y="1032"/>
                      <a:pt x="2267" y="1132"/>
                    </a:cubicBezTo>
                    <a:cubicBezTo>
                      <a:pt x="2294" y="1233"/>
                      <a:pt x="2321" y="1333"/>
                      <a:pt x="2349" y="1434"/>
                    </a:cubicBezTo>
                    <a:cubicBezTo>
                      <a:pt x="2416" y="1680"/>
                      <a:pt x="2479" y="1927"/>
                      <a:pt x="2541" y="2174"/>
                    </a:cubicBezTo>
                    <a:cubicBezTo>
                      <a:pt x="2334" y="2105"/>
                      <a:pt x="2128" y="2037"/>
                      <a:pt x="1916" y="1966"/>
                    </a:cubicBezTo>
                    <a:cubicBezTo>
                      <a:pt x="1842" y="3223"/>
                      <a:pt x="1842" y="3223"/>
                      <a:pt x="2137" y="3554"/>
                    </a:cubicBezTo>
                    <a:cubicBezTo>
                      <a:pt x="2157" y="3577"/>
                      <a:pt x="2177" y="3599"/>
                      <a:pt x="2198" y="3622"/>
                    </a:cubicBezTo>
                    <a:cubicBezTo>
                      <a:pt x="2288" y="3733"/>
                      <a:pt x="2332" y="3800"/>
                      <a:pt x="2332" y="3947"/>
                    </a:cubicBezTo>
                    <a:cubicBezTo>
                      <a:pt x="2292" y="4199"/>
                      <a:pt x="2214" y="4436"/>
                      <a:pt x="2124" y="4674"/>
                    </a:cubicBezTo>
                    <a:cubicBezTo>
                      <a:pt x="2055" y="4468"/>
                      <a:pt x="1986" y="4262"/>
                      <a:pt x="1916" y="4049"/>
                    </a:cubicBezTo>
                    <a:cubicBezTo>
                      <a:pt x="1291" y="4204"/>
                      <a:pt x="1291" y="4204"/>
                      <a:pt x="1102" y="4479"/>
                    </a:cubicBezTo>
                    <a:cubicBezTo>
                      <a:pt x="1049" y="4575"/>
                      <a:pt x="1000" y="4668"/>
                      <a:pt x="955" y="4767"/>
                    </a:cubicBezTo>
                    <a:cubicBezTo>
                      <a:pt x="942" y="4793"/>
                      <a:pt x="929" y="4820"/>
                      <a:pt x="915" y="4847"/>
                    </a:cubicBezTo>
                    <a:cubicBezTo>
                      <a:pt x="532" y="5650"/>
                      <a:pt x="500" y="6555"/>
                      <a:pt x="430" y="7428"/>
                    </a:cubicBezTo>
                    <a:cubicBezTo>
                      <a:pt x="410" y="7659"/>
                      <a:pt x="388" y="7889"/>
                      <a:pt x="366" y="8120"/>
                    </a:cubicBezTo>
                    <a:cubicBezTo>
                      <a:pt x="325" y="8568"/>
                      <a:pt x="286" y="9017"/>
                      <a:pt x="249" y="9466"/>
                    </a:cubicBezTo>
                    <a:cubicBezTo>
                      <a:pt x="180" y="9466"/>
                      <a:pt x="111" y="9466"/>
                      <a:pt x="41" y="9466"/>
                    </a:cubicBezTo>
                    <a:cubicBezTo>
                      <a:pt x="0" y="6670"/>
                      <a:pt x="0" y="6670"/>
                      <a:pt x="84" y="5495"/>
                    </a:cubicBezTo>
                    <a:cubicBezTo>
                      <a:pt x="90" y="5409"/>
                      <a:pt x="94" y="5323"/>
                      <a:pt x="97" y="5237"/>
                    </a:cubicBezTo>
                    <a:cubicBezTo>
                      <a:pt x="117" y="4692"/>
                      <a:pt x="117" y="4692"/>
                      <a:pt x="249" y="4466"/>
                    </a:cubicBezTo>
                    <a:cubicBezTo>
                      <a:pt x="379" y="4355"/>
                      <a:pt x="525" y="4273"/>
                      <a:pt x="673" y="4188"/>
                    </a:cubicBezTo>
                    <a:cubicBezTo>
                      <a:pt x="889" y="4056"/>
                      <a:pt x="1051" y="3946"/>
                      <a:pt x="1126" y="3697"/>
                    </a:cubicBezTo>
                    <a:cubicBezTo>
                      <a:pt x="1189" y="3302"/>
                      <a:pt x="1153" y="2891"/>
                      <a:pt x="1127" y="2494"/>
                    </a:cubicBezTo>
                    <a:cubicBezTo>
                      <a:pt x="1112" y="2235"/>
                      <a:pt x="1103" y="1975"/>
                      <a:pt x="1095" y="1716"/>
                    </a:cubicBezTo>
                    <a:cubicBezTo>
                      <a:pt x="1092" y="1653"/>
                      <a:pt x="1090" y="1591"/>
                      <a:pt x="1087" y="1528"/>
                    </a:cubicBezTo>
                    <a:cubicBezTo>
                      <a:pt x="1067" y="1021"/>
                      <a:pt x="1117" y="572"/>
                      <a:pt x="1291" y="91"/>
                    </a:cubicBezTo>
                    <a:close/>
                  </a:path>
                </a:pathLst>
              </a:custGeom>
              <a:solidFill>
                <a:srgbClr val="9CAFDF"/>
              </a:solidFill>
              <a:ln w="2646" cap="flat">
                <a:noFill/>
              </a:ln>
            </p:spPr>
          </p:sp>
          <p:sp>
            <p:nvSpPr>
              <p:cNvPr id="2141" name="ICON_C_WINDOWS_GRAPHIC_path_113"/>
              <p:cNvSpPr/>
              <p:nvPr/>
            </p:nvSpPr>
            <p:spPr>
              <a:xfrm>
                <a:off x="6580188" y="7297208"/>
                <a:ext cx="13496" cy="150812"/>
              </a:xfrm>
              <a:custGeom>
                <a:avLst/>
                <a:gdLst/>
                <a:ahLst/>
                <a:cxnLst/>
                <a:rect l="0" t="0" r="r" b="b"/>
                <a:pathLst>
                  <a:path w="1063" h="11875" fill="norm" stroke="0">
                    <a:moveTo>
                      <a:pt x="625" y="0"/>
                    </a:moveTo>
                    <a:cubicBezTo>
                      <a:pt x="763" y="0"/>
                      <a:pt x="900" y="0"/>
                      <a:pt x="1042" y="0"/>
                    </a:cubicBezTo>
                    <a:cubicBezTo>
                      <a:pt x="1049" y="573"/>
                      <a:pt x="1053" y="1146"/>
                      <a:pt x="1055" y="1719"/>
                    </a:cubicBezTo>
                    <a:cubicBezTo>
                      <a:pt x="1055" y="1764"/>
                      <a:pt x="1055" y="1810"/>
                      <a:pt x="1055" y="1857"/>
                    </a:cubicBezTo>
                    <a:cubicBezTo>
                      <a:pt x="1063" y="4038"/>
                      <a:pt x="1001" y="6218"/>
                      <a:pt x="938" y="8398"/>
                    </a:cubicBezTo>
                    <a:cubicBezTo>
                      <a:pt x="936" y="8441"/>
                      <a:pt x="935" y="8484"/>
                      <a:pt x="934" y="8529"/>
                    </a:cubicBezTo>
                    <a:cubicBezTo>
                      <a:pt x="901" y="9644"/>
                      <a:pt x="868" y="10760"/>
                      <a:pt x="833" y="11875"/>
                    </a:cubicBezTo>
                    <a:cubicBezTo>
                      <a:pt x="558" y="11806"/>
                      <a:pt x="283" y="11737"/>
                      <a:pt x="0" y="11667"/>
                    </a:cubicBezTo>
                    <a:cubicBezTo>
                      <a:pt x="0" y="11460"/>
                      <a:pt x="0" y="11254"/>
                      <a:pt x="0" y="11042"/>
                    </a:cubicBezTo>
                    <a:cubicBezTo>
                      <a:pt x="138" y="11042"/>
                      <a:pt x="275" y="11042"/>
                      <a:pt x="417" y="11042"/>
                    </a:cubicBezTo>
                    <a:cubicBezTo>
                      <a:pt x="416" y="11013"/>
                      <a:pt x="416" y="10984"/>
                      <a:pt x="416" y="10954"/>
                    </a:cubicBezTo>
                    <a:cubicBezTo>
                      <a:pt x="410" y="10002"/>
                      <a:pt x="406" y="9050"/>
                      <a:pt x="404" y="8099"/>
                    </a:cubicBezTo>
                    <a:cubicBezTo>
                      <a:pt x="404" y="8062"/>
                      <a:pt x="404" y="8026"/>
                      <a:pt x="403" y="7989"/>
                    </a:cubicBezTo>
                    <a:cubicBezTo>
                      <a:pt x="399" y="5952"/>
                      <a:pt x="418" y="3922"/>
                      <a:pt x="521" y="1888"/>
                    </a:cubicBezTo>
                    <a:cubicBezTo>
                      <a:pt x="523" y="1839"/>
                      <a:pt x="526" y="1789"/>
                      <a:pt x="528" y="1739"/>
                    </a:cubicBezTo>
                    <a:cubicBezTo>
                      <a:pt x="558" y="1159"/>
                      <a:pt x="590" y="579"/>
                      <a:pt x="625" y="0"/>
                    </a:cubicBezTo>
                    <a:close/>
                  </a:path>
                </a:pathLst>
              </a:custGeom>
              <a:solidFill>
                <a:srgbClr val="A0CCCE"/>
              </a:solidFill>
              <a:ln w="2646" cap="flat">
                <a:noFill/>
              </a:ln>
            </p:spPr>
          </p:sp>
          <p:sp>
            <p:nvSpPr>
              <p:cNvPr id="2142" name="ICON_C_WINDOWS_GRAPHIC_path_114"/>
              <p:cNvSpPr/>
              <p:nvPr/>
            </p:nvSpPr>
            <p:spPr>
              <a:xfrm>
                <a:off x="6328055" y="7421562"/>
                <a:ext cx="32528" cy="79727"/>
              </a:xfrm>
              <a:custGeom>
                <a:avLst/>
                <a:gdLst/>
                <a:ahLst/>
                <a:cxnLst/>
                <a:rect l="0" t="0" r="r" b="b"/>
                <a:pathLst>
                  <a:path w="2561" h="6278" fill="norm" stroke="0">
                    <a:moveTo>
                      <a:pt x="1103" y="0"/>
                    </a:moveTo>
                    <a:cubicBezTo>
                      <a:pt x="1378" y="69"/>
                      <a:pt x="1653" y="138"/>
                      <a:pt x="1936" y="208"/>
                    </a:cubicBezTo>
                    <a:cubicBezTo>
                      <a:pt x="1730" y="208"/>
                      <a:pt x="1524" y="208"/>
                      <a:pt x="1311" y="208"/>
                    </a:cubicBezTo>
                    <a:cubicBezTo>
                      <a:pt x="1380" y="1171"/>
                      <a:pt x="1449" y="2133"/>
                      <a:pt x="1520" y="3125"/>
                    </a:cubicBezTo>
                    <a:cubicBezTo>
                      <a:pt x="1588" y="2987"/>
                      <a:pt x="1657" y="2850"/>
                      <a:pt x="1728" y="2708"/>
                    </a:cubicBezTo>
                    <a:cubicBezTo>
                      <a:pt x="1869" y="2672"/>
                      <a:pt x="1918" y="2666"/>
                      <a:pt x="2053" y="2682"/>
                    </a:cubicBezTo>
                    <a:cubicBezTo>
                      <a:pt x="2152" y="2691"/>
                      <a:pt x="2251" y="2699"/>
                      <a:pt x="2353" y="2708"/>
                    </a:cubicBezTo>
                    <a:cubicBezTo>
                      <a:pt x="2422" y="2983"/>
                      <a:pt x="2490" y="3258"/>
                      <a:pt x="2561" y="3542"/>
                    </a:cubicBezTo>
                    <a:cubicBezTo>
                      <a:pt x="2467" y="3520"/>
                      <a:pt x="2372" y="3499"/>
                      <a:pt x="2275" y="3477"/>
                    </a:cubicBezTo>
                    <a:cubicBezTo>
                      <a:pt x="2146" y="3467"/>
                      <a:pt x="2051" y="3480"/>
                      <a:pt x="1936" y="3542"/>
                    </a:cubicBezTo>
                    <a:cubicBezTo>
                      <a:pt x="1614" y="3920"/>
                      <a:pt x="1517" y="4488"/>
                      <a:pt x="1485" y="4970"/>
                    </a:cubicBezTo>
                    <a:cubicBezTo>
                      <a:pt x="1425" y="5791"/>
                      <a:pt x="1425" y="5791"/>
                      <a:pt x="1311" y="6042"/>
                    </a:cubicBezTo>
                    <a:cubicBezTo>
                      <a:pt x="1051" y="6257"/>
                      <a:pt x="712" y="6273"/>
                      <a:pt x="386" y="6278"/>
                    </a:cubicBezTo>
                    <a:cubicBezTo>
                      <a:pt x="265" y="6249"/>
                      <a:pt x="185" y="6216"/>
                      <a:pt x="101" y="6122"/>
                    </a:cubicBezTo>
                    <a:cubicBezTo>
                      <a:pt x="4" y="5928"/>
                      <a:pt x="27" y="5694"/>
                      <a:pt x="26" y="5482"/>
                    </a:cubicBezTo>
                    <a:cubicBezTo>
                      <a:pt x="26" y="5426"/>
                      <a:pt x="25" y="5371"/>
                      <a:pt x="24" y="5316"/>
                    </a:cubicBezTo>
                    <a:cubicBezTo>
                      <a:pt x="23" y="5200"/>
                      <a:pt x="22" y="5085"/>
                      <a:pt x="23" y="4969"/>
                    </a:cubicBezTo>
                    <a:cubicBezTo>
                      <a:pt x="23" y="4821"/>
                      <a:pt x="20" y="4674"/>
                      <a:pt x="16" y="4526"/>
                    </a:cubicBezTo>
                    <a:cubicBezTo>
                      <a:pt x="14" y="4412"/>
                      <a:pt x="14" y="4298"/>
                      <a:pt x="14" y="4184"/>
                    </a:cubicBezTo>
                    <a:cubicBezTo>
                      <a:pt x="13" y="4129"/>
                      <a:pt x="12" y="4075"/>
                      <a:pt x="11" y="4020"/>
                    </a:cubicBezTo>
                    <a:cubicBezTo>
                      <a:pt x="0" y="3615"/>
                      <a:pt x="0" y="3615"/>
                      <a:pt x="135" y="3454"/>
                    </a:cubicBezTo>
                    <a:cubicBezTo>
                      <a:pt x="234" y="3390"/>
                      <a:pt x="234" y="3390"/>
                      <a:pt x="478" y="3333"/>
                    </a:cubicBezTo>
                    <a:cubicBezTo>
                      <a:pt x="684" y="3402"/>
                      <a:pt x="890" y="3471"/>
                      <a:pt x="1103" y="3542"/>
                    </a:cubicBezTo>
                    <a:cubicBezTo>
                      <a:pt x="1103" y="2373"/>
                      <a:pt x="1103" y="1204"/>
                      <a:pt x="1103" y="0"/>
                    </a:cubicBezTo>
                    <a:close/>
                  </a:path>
                </a:pathLst>
              </a:custGeom>
              <a:solidFill>
                <a:srgbClr val="ABACC2"/>
              </a:solidFill>
              <a:ln w="2646" cap="flat">
                <a:noFill/>
              </a:ln>
            </p:spPr>
          </p:sp>
          <p:sp>
            <p:nvSpPr>
              <p:cNvPr id="2143" name="ICON_C_WINDOWS_GRAPHIC_path_115"/>
              <p:cNvSpPr/>
              <p:nvPr/>
            </p:nvSpPr>
            <p:spPr>
              <a:xfrm>
                <a:off x="6122459" y="7460992"/>
                <a:ext cx="60854" cy="62238"/>
              </a:xfrm>
              <a:custGeom>
                <a:avLst/>
                <a:gdLst/>
                <a:ahLst/>
                <a:cxnLst/>
                <a:rect l="0" t="0" r="r" b="b"/>
                <a:pathLst>
                  <a:path w="4792" h="4901" fill="norm" stroke="0">
                    <a:moveTo>
                      <a:pt x="4486" y="0"/>
                    </a:moveTo>
                    <a:cubicBezTo>
                      <a:pt x="4523" y="3"/>
                      <a:pt x="4559" y="5"/>
                      <a:pt x="4596" y="7"/>
                    </a:cubicBezTo>
                    <a:cubicBezTo>
                      <a:pt x="4633" y="9"/>
                      <a:pt x="4670" y="11"/>
                      <a:pt x="4708" y="13"/>
                    </a:cubicBezTo>
                    <a:cubicBezTo>
                      <a:pt x="4722" y="14"/>
                      <a:pt x="4722" y="14"/>
                      <a:pt x="4792" y="20"/>
                    </a:cubicBezTo>
                    <a:cubicBezTo>
                      <a:pt x="4769" y="190"/>
                      <a:pt x="4741" y="359"/>
                      <a:pt x="4714" y="528"/>
                    </a:cubicBezTo>
                    <a:cubicBezTo>
                      <a:pt x="4710" y="552"/>
                      <a:pt x="4710" y="552"/>
                      <a:pt x="4694" y="673"/>
                    </a:cubicBezTo>
                    <a:cubicBezTo>
                      <a:pt x="4633" y="1023"/>
                      <a:pt x="4633" y="1023"/>
                      <a:pt x="4482" y="1142"/>
                    </a:cubicBezTo>
                    <a:cubicBezTo>
                      <a:pt x="4378" y="1194"/>
                      <a:pt x="4278" y="1236"/>
                      <a:pt x="4167" y="1270"/>
                    </a:cubicBezTo>
                    <a:cubicBezTo>
                      <a:pt x="4167" y="1133"/>
                      <a:pt x="4167" y="995"/>
                      <a:pt x="4167" y="854"/>
                    </a:cubicBezTo>
                    <a:cubicBezTo>
                      <a:pt x="3960" y="854"/>
                      <a:pt x="3754" y="854"/>
                      <a:pt x="3542" y="854"/>
                    </a:cubicBezTo>
                    <a:cubicBezTo>
                      <a:pt x="3531" y="897"/>
                      <a:pt x="3521" y="940"/>
                      <a:pt x="3511" y="985"/>
                    </a:cubicBezTo>
                    <a:cubicBezTo>
                      <a:pt x="3487" y="1086"/>
                      <a:pt x="3462" y="1186"/>
                      <a:pt x="3435" y="1287"/>
                    </a:cubicBezTo>
                    <a:cubicBezTo>
                      <a:pt x="3375" y="1511"/>
                      <a:pt x="3324" y="1734"/>
                      <a:pt x="3282" y="1962"/>
                    </a:cubicBezTo>
                    <a:cubicBezTo>
                      <a:pt x="3084" y="3012"/>
                      <a:pt x="3084" y="3012"/>
                      <a:pt x="2809" y="3231"/>
                    </a:cubicBezTo>
                    <a:cubicBezTo>
                      <a:pt x="2440" y="3395"/>
                      <a:pt x="2026" y="3388"/>
                      <a:pt x="1636" y="3311"/>
                    </a:cubicBezTo>
                    <a:cubicBezTo>
                      <a:pt x="1279" y="3248"/>
                      <a:pt x="1279" y="3248"/>
                      <a:pt x="1124" y="3288"/>
                    </a:cubicBezTo>
                    <a:cubicBezTo>
                      <a:pt x="870" y="3491"/>
                      <a:pt x="834" y="3991"/>
                      <a:pt x="786" y="4293"/>
                    </a:cubicBezTo>
                    <a:cubicBezTo>
                      <a:pt x="714" y="4694"/>
                      <a:pt x="714" y="4694"/>
                      <a:pt x="625" y="4812"/>
                    </a:cubicBezTo>
                    <a:cubicBezTo>
                      <a:pt x="428" y="4901"/>
                      <a:pt x="204" y="4852"/>
                      <a:pt x="0" y="4812"/>
                    </a:cubicBezTo>
                    <a:cubicBezTo>
                      <a:pt x="75" y="4585"/>
                      <a:pt x="153" y="4359"/>
                      <a:pt x="233" y="4134"/>
                    </a:cubicBezTo>
                    <a:cubicBezTo>
                      <a:pt x="259" y="4058"/>
                      <a:pt x="285" y="3981"/>
                      <a:pt x="311" y="3905"/>
                    </a:cubicBezTo>
                    <a:cubicBezTo>
                      <a:pt x="488" y="3369"/>
                      <a:pt x="724" y="2799"/>
                      <a:pt x="1250" y="2520"/>
                    </a:cubicBezTo>
                    <a:cubicBezTo>
                      <a:pt x="1479" y="2461"/>
                      <a:pt x="1693" y="2523"/>
                      <a:pt x="1914" y="2585"/>
                    </a:cubicBezTo>
                    <a:cubicBezTo>
                      <a:pt x="1971" y="2599"/>
                      <a:pt x="2029" y="2611"/>
                      <a:pt x="2086" y="2624"/>
                    </a:cubicBezTo>
                    <a:cubicBezTo>
                      <a:pt x="2225" y="2655"/>
                      <a:pt x="2363" y="2691"/>
                      <a:pt x="2500" y="2729"/>
                    </a:cubicBezTo>
                    <a:cubicBezTo>
                      <a:pt x="2500" y="2591"/>
                      <a:pt x="2500" y="2454"/>
                      <a:pt x="2500" y="2312"/>
                    </a:cubicBezTo>
                    <a:cubicBezTo>
                      <a:pt x="2225" y="2312"/>
                      <a:pt x="1950" y="2312"/>
                      <a:pt x="1667" y="2312"/>
                    </a:cubicBezTo>
                    <a:cubicBezTo>
                      <a:pt x="1735" y="2037"/>
                      <a:pt x="1804" y="1762"/>
                      <a:pt x="1875" y="1479"/>
                    </a:cubicBezTo>
                    <a:cubicBezTo>
                      <a:pt x="2081" y="1548"/>
                      <a:pt x="2288" y="1616"/>
                      <a:pt x="2500" y="1687"/>
                    </a:cubicBezTo>
                    <a:cubicBezTo>
                      <a:pt x="2513" y="1617"/>
                      <a:pt x="2525" y="1546"/>
                      <a:pt x="2538" y="1474"/>
                    </a:cubicBezTo>
                    <a:cubicBezTo>
                      <a:pt x="2556" y="1380"/>
                      <a:pt x="2574" y="1286"/>
                      <a:pt x="2591" y="1192"/>
                    </a:cubicBezTo>
                    <a:cubicBezTo>
                      <a:pt x="2595" y="1169"/>
                      <a:pt x="2595" y="1169"/>
                      <a:pt x="2616" y="1052"/>
                    </a:cubicBezTo>
                    <a:cubicBezTo>
                      <a:pt x="2642" y="915"/>
                      <a:pt x="2673" y="781"/>
                      <a:pt x="2708" y="645"/>
                    </a:cubicBezTo>
                    <a:cubicBezTo>
                      <a:pt x="2714" y="624"/>
                      <a:pt x="2714" y="624"/>
                      <a:pt x="2740" y="519"/>
                    </a:cubicBezTo>
                    <a:cubicBezTo>
                      <a:pt x="2785" y="393"/>
                      <a:pt x="2818" y="319"/>
                      <a:pt x="2917" y="229"/>
                    </a:cubicBezTo>
                    <a:cubicBezTo>
                      <a:pt x="3127" y="182"/>
                      <a:pt x="3329" y="199"/>
                      <a:pt x="3542" y="216"/>
                    </a:cubicBezTo>
                    <a:cubicBezTo>
                      <a:pt x="3627" y="221"/>
                      <a:pt x="3713" y="227"/>
                      <a:pt x="3799" y="230"/>
                    </a:cubicBezTo>
                    <a:cubicBezTo>
                      <a:pt x="3876" y="234"/>
                      <a:pt x="3954" y="240"/>
                      <a:pt x="4031" y="246"/>
                    </a:cubicBezTo>
                    <a:cubicBezTo>
                      <a:pt x="4244" y="219"/>
                      <a:pt x="4285" y="37"/>
                      <a:pt x="4486" y="0"/>
                    </a:cubicBezTo>
                    <a:close/>
                  </a:path>
                </a:pathLst>
              </a:custGeom>
              <a:solidFill>
                <a:srgbClr val="C5C3D7"/>
              </a:solidFill>
              <a:ln w="2646" cap="flat">
                <a:noFill/>
              </a:ln>
            </p:spPr>
          </p:sp>
          <p:sp>
            <p:nvSpPr>
              <p:cNvPr id="2144" name="ICON_C_WINDOWS_GRAPHIC_path_116"/>
              <p:cNvSpPr/>
              <p:nvPr/>
            </p:nvSpPr>
            <p:spPr>
              <a:xfrm>
                <a:off x="5416021" y="7624905"/>
                <a:ext cx="193146" cy="8324"/>
              </a:xfrm>
              <a:custGeom>
                <a:avLst/>
                <a:gdLst/>
                <a:ahLst/>
                <a:cxnLst/>
                <a:rect l="0" t="0" r="r" b="b"/>
                <a:pathLst>
                  <a:path w="15208" h="655" fill="norm" stroke="0">
                    <a:moveTo>
                      <a:pt x="12292" y="30"/>
                    </a:moveTo>
                    <a:cubicBezTo>
                      <a:pt x="12292" y="99"/>
                      <a:pt x="12292" y="168"/>
                      <a:pt x="12292" y="239"/>
                    </a:cubicBezTo>
                    <a:cubicBezTo>
                      <a:pt x="12773" y="273"/>
                      <a:pt x="12773" y="273"/>
                      <a:pt x="15208" y="447"/>
                    </a:cubicBezTo>
                    <a:cubicBezTo>
                      <a:pt x="15208" y="516"/>
                      <a:pt x="15208" y="585"/>
                      <a:pt x="15208" y="655"/>
                    </a:cubicBezTo>
                    <a:cubicBezTo>
                      <a:pt x="10190" y="655"/>
                      <a:pt x="5171" y="655"/>
                      <a:pt x="0" y="655"/>
                    </a:cubicBezTo>
                    <a:cubicBezTo>
                      <a:pt x="0" y="587"/>
                      <a:pt x="0" y="518"/>
                      <a:pt x="0" y="447"/>
                    </a:cubicBezTo>
                    <a:cubicBezTo>
                      <a:pt x="1018" y="391"/>
                      <a:pt x="2036" y="337"/>
                      <a:pt x="3055" y="284"/>
                    </a:cubicBezTo>
                    <a:cubicBezTo>
                      <a:pt x="3528" y="259"/>
                      <a:pt x="4001" y="234"/>
                      <a:pt x="4474" y="208"/>
                    </a:cubicBezTo>
                    <a:cubicBezTo>
                      <a:pt x="7083" y="65"/>
                      <a:pt x="9680" y="0"/>
                      <a:pt x="12292" y="30"/>
                    </a:cubicBezTo>
                    <a:close/>
                  </a:path>
                </a:pathLst>
              </a:custGeom>
              <a:solidFill>
                <a:srgbClr val="E4F1FD"/>
              </a:solidFill>
              <a:ln w="2646" cap="flat">
                <a:noFill/>
              </a:ln>
            </p:spPr>
          </p:sp>
          <p:sp>
            <p:nvSpPr>
              <p:cNvPr id="2145" name="ICON_C_WINDOWS_GRAPHIC_path_117"/>
              <p:cNvSpPr/>
              <p:nvPr/>
            </p:nvSpPr>
            <p:spPr>
              <a:xfrm>
                <a:off x="5519210" y="7402614"/>
                <a:ext cx="28075" cy="59690"/>
              </a:xfrm>
              <a:custGeom>
                <a:avLst/>
                <a:gdLst/>
                <a:ahLst/>
                <a:cxnLst/>
                <a:rect l="0" t="0" r="r" b="b"/>
                <a:pathLst>
                  <a:path w="2211" h="4700" fill="norm" stroke="0">
                    <a:moveTo>
                      <a:pt x="1680" y="21"/>
                    </a:moveTo>
                    <a:cubicBezTo>
                      <a:pt x="1699" y="21"/>
                      <a:pt x="1699" y="21"/>
                      <a:pt x="1797" y="24"/>
                    </a:cubicBezTo>
                    <a:cubicBezTo>
                      <a:pt x="1892" y="26"/>
                      <a:pt x="1988" y="29"/>
                      <a:pt x="2083" y="34"/>
                    </a:cubicBezTo>
                    <a:cubicBezTo>
                      <a:pt x="2103" y="457"/>
                      <a:pt x="2118" y="881"/>
                      <a:pt x="2126" y="1305"/>
                    </a:cubicBezTo>
                    <a:cubicBezTo>
                      <a:pt x="2131" y="1502"/>
                      <a:pt x="2137" y="1699"/>
                      <a:pt x="2146" y="1896"/>
                    </a:cubicBezTo>
                    <a:cubicBezTo>
                      <a:pt x="2211" y="3266"/>
                      <a:pt x="2211" y="3266"/>
                      <a:pt x="1909" y="3613"/>
                    </a:cubicBezTo>
                    <a:cubicBezTo>
                      <a:pt x="1644" y="3845"/>
                      <a:pt x="1377" y="4005"/>
                      <a:pt x="1018" y="3996"/>
                    </a:cubicBezTo>
                    <a:cubicBezTo>
                      <a:pt x="984" y="3993"/>
                      <a:pt x="950" y="3989"/>
                      <a:pt x="915" y="3986"/>
                    </a:cubicBezTo>
                    <a:cubicBezTo>
                      <a:pt x="888" y="3988"/>
                      <a:pt x="861" y="3990"/>
                      <a:pt x="833" y="3992"/>
                    </a:cubicBezTo>
                    <a:cubicBezTo>
                      <a:pt x="777" y="4111"/>
                      <a:pt x="759" y="4179"/>
                      <a:pt x="742" y="4304"/>
                    </a:cubicBezTo>
                    <a:cubicBezTo>
                      <a:pt x="717" y="4419"/>
                      <a:pt x="693" y="4521"/>
                      <a:pt x="625" y="4617"/>
                    </a:cubicBezTo>
                    <a:cubicBezTo>
                      <a:pt x="431" y="4700"/>
                      <a:pt x="201" y="4651"/>
                      <a:pt x="0" y="4617"/>
                    </a:cubicBezTo>
                    <a:cubicBezTo>
                      <a:pt x="102" y="4137"/>
                      <a:pt x="236" y="3680"/>
                      <a:pt x="417" y="3224"/>
                    </a:cubicBezTo>
                    <a:cubicBezTo>
                      <a:pt x="434" y="3179"/>
                      <a:pt x="451" y="3135"/>
                      <a:pt x="469" y="3089"/>
                    </a:cubicBezTo>
                    <a:cubicBezTo>
                      <a:pt x="477" y="3067"/>
                      <a:pt x="477" y="3067"/>
                      <a:pt x="521" y="2961"/>
                    </a:cubicBezTo>
                    <a:cubicBezTo>
                      <a:pt x="536" y="2924"/>
                      <a:pt x="551" y="2886"/>
                      <a:pt x="566" y="2848"/>
                    </a:cubicBezTo>
                    <a:cubicBezTo>
                      <a:pt x="625" y="2742"/>
                      <a:pt x="625" y="2742"/>
                      <a:pt x="732" y="2656"/>
                    </a:cubicBezTo>
                    <a:cubicBezTo>
                      <a:pt x="904" y="2493"/>
                      <a:pt x="879" y="2241"/>
                      <a:pt x="892" y="2019"/>
                    </a:cubicBezTo>
                    <a:cubicBezTo>
                      <a:pt x="898" y="1943"/>
                      <a:pt x="904" y="1866"/>
                      <a:pt x="909" y="1790"/>
                    </a:cubicBezTo>
                    <a:cubicBezTo>
                      <a:pt x="920" y="1656"/>
                      <a:pt x="929" y="1522"/>
                      <a:pt x="938" y="1388"/>
                    </a:cubicBezTo>
                    <a:cubicBezTo>
                      <a:pt x="948" y="1228"/>
                      <a:pt x="959" y="1068"/>
                      <a:pt x="971" y="908"/>
                    </a:cubicBezTo>
                    <a:cubicBezTo>
                      <a:pt x="979" y="809"/>
                      <a:pt x="986" y="709"/>
                      <a:pt x="991" y="610"/>
                    </a:cubicBezTo>
                    <a:cubicBezTo>
                      <a:pt x="1020" y="235"/>
                      <a:pt x="1020" y="235"/>
                      <a:pt x="1123" y="106"/>
                    </a:cubicBezTo>
                    <a:cubicBezTo>
                      <a:pt x="1309" y="0"/>
                      <a:pt x="1469" y="11"/>
                      <a:pt x="1680" y="21"/>
                    </a:cubicBezTo>
                    <a:close/>
                  </a:path>
                </a:pathLst>
              </a:custGeom>
              <a:solidFill>
                <a:srgbClr val="8BA0D3"/>
              </a:solidFill>
              <a:ln w="2646" cap="flat">
                <a:noFill/>
              </a:ln>
            </p:spPr>
          </p:sp>
          <p:sp>
            <p:nvSpPr>
              <p:cNvPr id="2146" name="ICON_C_WINDOWS_GRAPHIC_path_118"/>
              <p:cNvSpPr/>
              <p:nvPr/>
            </p:nvSpPr>
            <p:spPr>
              <a:xfrm>
                <a:off x="5408083" y="7299854"/>
                <a:ext cx="8856" cy="113771"/>
              </a:xfrm>
              <a:custGeom>
                <a:avLst/>
                <a:gdLst/>
                <a:ahLst/>
                <a:cxnLst/>
                <a:rect l="0" t="0" r="r" b="b"/>
                <a:pathLst>
                  <a:path w="697" h="8958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35" y="891"/>
                      <a:pt x="642" y="1782"/>
                      <a:pt x="647" y="2674"/>
                    </a:cubicBezTo>
                    <a:cubicBezTo>
                      <a:pt x="649" y="3087"/>
                      <a:pt x="652" y="3501"/>
                      <a:pt x="656" y="3916"/>
                    </a:cubicBezTo>
                    <a:cubicBezTo>
                      <a:pt x="697" y="7485"/>
                      <a:pt x="697" y="7485"/>
                      <a:pt x="208" y="8958"/>
                    </a:cubicBezTo>
                    <a:cubicBezTo>
                      <a:pt x="140" y="8958"/>
                      <a:pt x="71" y="8958"/>
                      <a:pt x="0" y="8958"/>
                    </a:cubicBezTo>
                    <a:cubicBezTo>
                      <a:pt x="0" y="6002"/>
                      <a:pt x="0" y="3046"/>
                      <a:pt x="0" y="0"/>
                    </a:cubicBezTo>
                    <a:close/>
                  </a:path>
                </a:pathLst>
              </a:custGeom>
              <a:solidFill>
                <a:srgbClr val="EAF5FE"/>
              </a:solidFill>
              <a:ln w="2646" cap="flat">
                <a:noFill/>
              </a:ln>
            </p:spPr>
          </p:sp>
          <p:sp>
            <p:nvSpPr>
              <p:cNvPr id="2147" name="ICON_C_WINDOWS_GRAPHIC_path_119"/>
              <p:cNvSpPr/>
              <p:nvPr/>
            </p:nvSpPr>
            <p:spPr>
              <a:xfrm>
                <a:off x="5881320" y="7545917"/>
                <a:ext cx="16243" cy="98197"/>
              </a:xfrm>
              <a:custGeom>
                <a:avLst/>
                <a:gdLst/>
                <a:ahLst/>
                <a:cxnLst/>
                <a:rect l="0" t="0" r="r" b="b"/>
                <a:pathLst>
                  <a:path w="1279" h="7732" fill="norm" stroke="0">
                    <a:moveTo>
                      <a:pt x="237" y="0"/>
                    </a:moveTo>
                    <a:cubicBezTo>
                      <a:pt x="401" y="42"/>
                      <a:pt x="526" y="95"/>
                      <a:pt x="654" y="208"/>
                    </a:cubicBezTo>
                    <a:cubicBezTo>
                      <a:pt x="721" y="421"/>
                      <a:pt x="715" y="635"/>
                      <a:pt x="714" y="856"/>
                    </a:cubicBezTo>
                    <a:cubicBezTo>
                      <a:pt x="715" y="924"/>
                      <a:pt x="716" y="991"/>
                      <a:pt x="718" y="1058"/>
                    </a:cubicBezTo>
                    <a:cubicBezTo>
                      <a:pt x="721" y="1202"/>
                      <a:pt x="723" y="1346"/>
                      <a:pt x="724" y="1491"/>
                    </a:cubicBezTo>
                    <a:cubicBezTo>
                      <a:pt x="725" y="1719"/>
                      <a:pt x="730" y="1948"/>
                      <a:pt x="735" y="2176"/>
                    </a:cubicBezTo>
                    <a:cubicBezTo>
                      <a:pt x="745" y="2662"/>
                      <a:pt x="752" y="3147"/>
                      <a:pt x="758" y="3633"/>
                    </a:cubicBezTo>
                    <a:cubicBezTo>
                      <a:pt x="765" y="4156"/>
                      <a:pt x="773" y="4680"/>
                      <a:pt x="784" y="5203"/>
                    </a:cubicBezTo>
                    <a:cubicBezTo>
                      <a:pt x="789" y="5430"/>
                      <a:pt x="792" y="5657"/>
                      <a:pt x="793" y="5884"/>
                    </a:cubicBezTo>
                    <a:cubicBezTo>
                      <a:pt x="794" y="6025"/>
                      <a:pt x="797" y="6167"/>
                      <a:pt x="801" y="6309"/>
                    </a:cubicBezTo>
                    <a:cubicBezTo>
                      <a:pt x="802" y="6374"/>
                      <a:pt x="802" y="6439"/>
                      <a:pt x="802" y="6505"/>
                    </a:cubicBezTo>
                    <a:cubicBezTo>
                      <a:pt x="801" y="6801"/>
                      <a:pt x="803" y="7051"/>
                      <a:pt x="1015" y="7278"/>
                    </a:cubicBezTo>
                    <a:cubicBezTo>
                      <a:pt x="1099" y="7357"/>
                      <a:pt x="1187" y="7430"/>
                      <a:pt x="1279" y="7500"/>
                    </a:cubicBezTo>
                    <a:cubicBezTo>
                      <a:pt x="1105" y="7701"/>
                      <a:pt x="1105" y="7701"/>
                      <a:pt x="951" y="7732"/>
                    </a:cubicBezTo>
                    <a:cubicBezTo>
                      <a:pt x="909" y="7731"/>
                      <a:pt x="866" y="7730"/>
                      <a:pt x="823" y="7729"/>
                    </a:cubicBezTo>
                    <a:cubicBezTo>
                      <a:pt x="776" y="7728"/>
                      <a:pt x="730" y="7727"/>
                      <a:pt x="682" y="7727"/>
                    </a:cubicBezTo>
                    <a:cubicBezTo>
                      <a:pt x="658" y="7726"/>
                      <a:pt x="658" y="7726"/>
                      <a:pt x="537" y="7721"/>
                    </a:cubicBezTo>
                    <a:cubicBezTo>
                      <a:pt x="488" y="7720"/>
                      <a:pt x="439" y="7719"/>
                      <a:pt x="389" y="7719"/>
                    </a:cubicBezTo>
                    <a:cubicBezTo>
                      <a:pt x="269" y="7716"/>
                      <a:pt x="149" y="7713"/>
                      <a:pt x="29" y="7708"/>
                    </a:cubicBezTo>
                    <a:cubicBezTo>
                      <a:pt x="24" y="6765"/>
                      <a:pt x="20" y="5821"/>
                      <a:pt x="18" y="4878"/>
                    </a:cubicBezTo>
                    <a:cubicBezTo>
                      <a:pt x="17" y="4440"/>
                      <a:pt x="16" y="4001"/>
                      <a:pt x="13" y="3563"/>
                    </a:cubicBezTo>
                    <a:cubicBezTo>
                      <a:pt x="11" y="3181"/>
                      <a:pt x="10" y="2800"/>
                      <a:pt x="9" y="2418"/>
                    </a:cubicBezTo>
                    <a:cubicBezTo>
                      <a:pt x="9" y="2215"/>
                      <a:pt x="9" y="2013"/>
                      <a:pt x="7" y="1811"/>
                    </a:cubicBezTo>
                    <a:cubicBezTo>
                      <a:pt x="5" y="1621"/>
                      <a:pt x="5" y="1430"/>
                      <a:pt x="5" y="1240"/>
                    </a:cubicBezTo>
                    <a:cubicBezTo>
                      <a:pt x="5" y="1170"/>
                      <a:pt x="5" y="1100"/>
                      <a:pt x="4" y="1031"/>
                    </a:cubicBezTo>
                    <a:cubicBezTo>
                      <a:pt x="0" y="646"/>
                      <a:pt x="13" y="330"/>
                      <a:pt x="237" y="0"/>
                    </a:cubicBezTo>
                    <a:close/>
                  </a:path>
                </a:pathLst>
              </a:custGeom>
              <a:solidFill>
                <a:srgbClr val="F9779E"/>
              </a:solidFill>
              <a:ln w="2646" cap="flat">
                <a:noFill/>
              </a:ln>
            </p:spPr>
          </p:sp>
          <p:sp>
            <p:nvSpPr>
              <p:cNvPr id="2148" name="ICON_C_WINDOWS_GRAPHIC_path_120"/>
              <p:cNvSpPr/>
              <p:nvPr/>
            </p:nvSpPr>
            <p:spPr>
              <a:xfrm>
                <a:off x="5889625" y="7433231"/>
                <a:ext cx="26876" cy="67707"/>
              </a:xfrm>
              <a:custGeom>
                <a:avLst/>
                <a:gdLst/>
                <a:ahLst/>
                <a:cxnLst/>
                <a:rect l="0" t="0" r="r" b="b"/>
                <a:pathLst>
                  <a:path w="2116" h="5331" fill="norm" stroke="0">
                    <a:moveTo>
                      <a:pt x="1458" y="123"/>
                    </a:moveTo>
                    <a:cubicBezTo>
                      <a:pt x="1534" y="226"/>
                      <a:pt x="1555" y="270"/>
                      <a:pt x="1583" y="389"/>
                    </a:cubicBezTo>
                    <a:cubicBezTo>
                      <a:pt x="1591" y="416"/>
                      <a:pt x="1599" y="444"/>
                      <a:pt x="1607" y="472"/>
                    </a:cubicBezTo>
                    <a:cubicBezTo>
                      <a:pt x="1634" y="559"/>
                      <a:pt x="1657" y="647"/>
                      <a:pt x="1680" y="735"/>
                    </a:cubicBezTo>
                    <a:cubicBezTo>
                      <a:pt x="1704" y="822"/>
                      <a:pt x="1729" y="909"/>
                      <a:pt x="1754" y="996"/>
                    </a:cubicBezTo>
                    <a:cubicBezTo>
                      <a:pt x="1770" y="1050"/>
                      <a:pt x="1785" y="1104"/>
                      <a:pt x="1799" y="1159"/>
                    </a:cubicBezTo>
                    <a:cubicBezTo>
                      <a:pt x="1838" y="1300"/>
                      <a:pt x="1871" y="1370"/>
                      <a:pt x="1981" y="1469"/>
                    </a:cubicBezTo>
                    <a:cubicBezTo>
                      <a:pt x="2106" y="1606"/>
                      <a:pt x="2110" y="1665"/>
                      <a:pt x="2110" y="1847"/>
                    </a:cubicBezTo>
                    <a:cubicBezTo>
                      <a:pt x="2111" y="1873"/>
                      <a:pt x="2111" y="1899"/>
                      <a:pt x="2111" y="1925"/>
                    </a:cubicBezTo>
                    <a:cubicBezTo>
                      <a:pt x="2112" y="2010"/>
                      <a:pt x="2112" y="2095"/>
                      <a:pt x="2111" y="2179"/>
                    </a:cubicBezTo>
                    <a:cubicBezTo>
                      <a:pt x="2111" y="2239"/>
                      <a:pt x="2111" y="2298"/>
                      <a:pt x="2112" y="2358"/>
                    </a:cubicBezTo>
                    <a:cubicBezTo>
                      <a:pt x="2112" y="2482"/>
                      <a:pt x="2111" y="2607"/>
                      <a:pt x="2110" y="2731"/>
                    </a:cubicBezTo>
                    <a:cubicBezTo>
                      <a:pt x="2109" y="2890"/>
                      <a:pt x="2110" y="3048"/>
                      <a:pt x="2111" y="3207"/>
                    </a:cubicBezTo>
                    <a:cubicBezTo>
                      <a:pt x="2112" y="3330"/>
                      <a:pt x="2112" y="3452"/>
                      <a:pt x="2111" y="3575"/>
                    </a:cubicBezTo>
                    <a:cubicBezTo>
                      <a:pt x="2111" y="3634"/>
                      <a:pt x="2111" y="3692"/>
                      <a:pt x="2112" y="3750"/>
                    </a:cubicBezTo>
                    <a:cubicBezTo>
                      <a:pt x="2116" y="4454"/>
                      <a:pt x="2116" y="4454"/>
                      <a:pt x="1875" y="4706"/>
                    </a:cubicBezTo>
                    <a:cubicBezTo>
                      <a:pt x="1777" y="4709"/>
                      <a:pt x="1777" y="4709"/>
                      <a:pt x="1667" y="4693"/>
                    </a:cubicBezTo>
                    <a:cubicBezTo>
                      <a:pt x="1598" y="4697"/>
                      <a:pt x="1529" y="4702"/>
                      <a:pt x="1458" y="4706"/>
                    </a:cubicBezTo>
                    <a:cubicBezTo>
                      <a:pt x="1390" y="4913"/>
                      <a:pt x="1321" y="5119"/>
                      <a:pt x="1250" y="5331"/>
                    </a:cubicBezTo>
                    <a:cubicBezTo>
                      <a:pt x="1250" y="4025"/>
                      <a:pt x="1250" y="2719"/>
                      <a:pt x="1250" y="1373"/>
                    </a:cubicBezTo>
                    <a:cubicBezTo>
                      <a:pt x="1044" y="1373"/>
                      <a:pt x="837" y="1373"/>
                      <a:pt x="625" y="1373"/>
                    </a:cubicBezTo>
                    <a:cubicBezTo>
                      <a:pt x="625" y="2335"/>
                      <a:pt x="625" y="3298"/>
                      <a:pt x="625" y="4290"/>
                    </a:cubicBezTo>
                    <a:cubicBezTo>
                      <a:pt x="487" y="4290"/>
                      <a:pt x="350" y="4290"/>
                      <a:pt x="208" y="4290"/>
                    </a:cubicBezTo>
                    <a:cubicBezTo>
                      <a:pt x="133" y="4409"/>
                      <a:pt x="107" y="4470"/>
                      <a:pt x="78" y="4602"/>
                    </a:cubicBezTo>
                    <a:cubicBezTo>
                      <a:pt x="70" y="4632"/>
                      <a:pt x="62" y="4662"/>
                      <a:pt x="54" y="4692"/>
                    </a:cubicBezTo>
                    <a:cubicBezTo>
                      <a:pt x="34" y="4766"/>
                      <a:pt x="17" y="4840"/>
                      <a:pt x="0" y="4915"/>
                    </a:cubicBezTo>
                    <a:cubicBezTo>
                      <a:pt x="8" y="4413"/>
                      <a:pt x="20" y="3911"/>
                      <a:pt x="38" y="3409"/>
                    </a:cubicBezTo>
                    <a:cubicBezTo>
                      <a:pt x="46" y="3176"/>
                      <a:pt x="53" y="2944"/>
                      <a:pt x="56" y="2710"/>
                    </a:cubicBezTo>
                    <a:cubicBezTo>
                      <a:pt x="82" y="972"/>
                      <a:pt x="82" y="972"/>
                      <a:pt x="497" y="520"/>
                    </a:cubicBezTo>
                    <a:cubicBezTo>
                      <a:pt x="765" y="263"/>
                      <a:pt x="1062" y="0"/>
                      <a:pt x="1458" y="123"/>
                    </a:cubicBezTo>
                    <a:close/>
                  </a:path>
                </a:pathLst>
              </a:custGeom>
              <a:solidFill>
                <a:srgbClr val="C8A2C1"/>
              </a:solidFill>
              <a:ln w="2646" cap="flat">
                <a:noFill/>
              </a:ln>
            </p:spPr>
          </p:sp>
          <p:sp>
            <p:nvSpPr>
              <p:cNvPr id="2149" name="ICON_C_WINDOWS_GRAPHIC_path_121"/>
              <p:cNvSpPr/>
              <p:nvPr/>
            </p:nvSpPr>
            <p:spPr>
              <a:xfrm>
                <a:off x="6024025" y="7437127"/>
                <a:ext cx="32287" cy="53226"/>
              </a:xfrm>
              <a:custGeom>
                <a:avLst/>
                <a:gdLst/>
                <a:ahLst/>
                <a:cxnLst/>
                <a:rect l="0" t="0" r="r" b="b"/>
                <a:pathLst>
                  <a:path w="2542" h="4191" fill="norm" stroke="0">
                    <a:moveTo>
                      <a:pt x="2227" y="0"/>
                    </a:moveTo>
                    <a:cubicBezTo>
                      <a:pt x="2335" y="0"/>
                      <a:pt x="2436" y="8"/>
                      <a:pt x="2542" y="24"/>
                    </a:cubicBezTo>
                    <a:cubicBezTo>
                      <a:pt x="2537" y="47"/>
                      <a:pt x="2532" y="70"/>
                      <a:pt x="2526" y="94"/>
                    </a:cubicBezTo>
                    <a:cubicBezTo>
                      <a:pt x="2331" y="966"/>
                      <a:pt x="2229" y="1846"/>
                      <a:pt x="2126" y="2733"/>
                    </a:cubicBezTo>
                    <a:cubicBezTo>
                      <a:pt x="1713" y="2733"/>
                      <a:pt x="1301" y="2733"/>
                      <a:pt x="876" y="2733"/>
                    </a:cubicBezTo>
                    <a:cubicBezTo>
                      <a:pt x="876" y="3214"/>
                      <a:pt x="876" y="3695"/>
                      <a:pt x="876" y="4191"/>
                    </a:cubicBezTo>
                    <a:cubicBezTo>
                      <a:pt x="601" y="4191"/>
                      <a:pt x="326" y="4191"/>
                      <a:pt x="42" y="4191"/>
                    </a:cubicBezTo>
                    <a:cubicBezTo>
                      <a:pt x="37" y="3910"/>
                      <a:pt x="33" y="3628"/>
                      <a:pt x="31" y="3347"/>
                    </a:cubicBezTo>
                    <a:cubicBezTo>
                      <a:pt x="30" y="3251"/>
                      <a:pt x="28" y="3156"/>
                      <a:pt x="27" y="3061"/>
                    </a:cubicBezTo>
                    <a:cubicBezTo>
                      <a:pt x="0" y="1635"/>
                      <a:pt x="0" y="1635"/>
                      <a:pt x="251" y="1274"/>
                    </a:cubicBezTo>
                    <a:cubicBezTo>
                      <a:pt x="429" y="1139"/>
                      <a:pt x="650" y="1112"/>
                      <a:pt x="866" y="1081"/>
                    </a:cubicBezTo>
                    <a:cubicBezTo>
                      <a:pt x="1587" y="974"/>
                      <a:pt x="1587" y="974"/>
                      <a:pt x="1811" y="760"/>
                    </a:cubicBezTo>
                    <a:cubicBezTo>
                      <a:pt x="1928" y="578"/>
                      <a:pt x="1987" y="398"/>
                      <a:pt x="2045" y="192"/>
                    </a:cubicBezTo>
                    <a:cubicBezTo>
                      <a:pt x="2096" y="31"/>
                      <a:pt x="2096" y="31"/>
                      <a:pt x="2227" y="0"/>
                    </a:cubicBezTo>
                    <a:close/>
                  </a:path>
                </a:pathLst>
              </a:custGeom>
              <a:solidFill>
                <a:srgbClr val="AC86A8"/>
              </a:solidFill>
              <a:ln w="2646" cap="flat">
                <a:noFill/>
              </a:ln>
            </p:spPr>
          </p:sp>
          <p:sp>
            <p:nvSpPr>
              <p:cNvPr id="2150" name="ICON_C_WINDOWS_GRAPHIC_path_122"/>
              <p:cNvSpPr/>
              <p:nvPr/>
            </p:nvSpPr>
            <p:spPr>
              <a:xfrm>
                <a:off x="6265333" y="7413625"/>
                <a:ext cx="66146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5208" h="4583" fill="norm" stroke="0">
                    <a:moveTo>
                      <a:pt x="1667" y="0"/>
                    </a:moveTo>
                    <a:cubicBezTo>
                      <a:pt x="2083" y="417"/>
                      <a:pt x="2083" y="417"/>
                      <a:pt x="2083" y="1667"/>
                    </a:cubicBezTo>
                    <a:cubicBezTo>
                      <a:pt x="3115" y="1667"/>
                      <a:pt x="4146" y="1667"/>
                      <a:pt x="5208" y="1667"/>
                    </a:cubicBezTo>
                    <a:cubicBezTo>
                      <a:pt x="5140" y="1942"/>
                      <a:pt x="5071" y="2217"/>
                      <a:pt x="5000" y="2500"/>
                    </a:cubicBezTo>
                    <a:cubicBezTo>
                      <a:pt x="4931" y="2431"/>
                      <a:pt x="4863" y="2362"/>
                      <a:pt x="4792" y="2292"/>
                    </a:cubicBezTo>
                    <a:cubicBezTo>
                      <a:pt x="4672" y="2268"/>
                      <a:pt x="4672" y="2268"/>
                      <a:pt x="4544" y="2271"/>
                    </a:cubicBezTo>
                    <a:cubicBezTo>
                      <a:pt x="4502" y="2272"/>
                      <a:pt x="4460" y="2272"/>
                      <a:pt x="4417" y="2273"/>
                    </a:cubicBezTo>
                    <a:cubicBezTo>
                      <a:pt x="4391" y="2274"/>
                      <a:pt x="4391" y="2274"/>
                      <a:pt x="4258" y="2279"/>
                    </a:cubicBezTo>
                    <a:cubicBezTo>
                      <a:pt x="4090" y="2283"/>
                      <a:pt x="3923" y="2287"/>
                      <a:pt x="3750" y="2292"/>
                    </a:cubicBezTo>
                    <a:cubicBezTo>
                      <a:pt x="3681" y="2842"/>
                      <a:pt x="3613" y="3392"/>
                      <a:pt x="3542" y="3958"/>
                    </a:cubicBezTo>
                    <a:cubicBezTo>
                      <a:pt x="3335" y="3958"/>
                      <a:pt x="3129" y="3958"/>
                      <a:pt x="2917" y="3958"/>
                    </a:cubicBezTo>
                    <a:cubicBezTo>
                      <a:pt x="2917" y="3340"/>
                      <a:pt x="2917" y="2721"/>
                      <a:pt x="2917" y="2083"/>
                    </a:cubicBezTo>
                    <a:cubicBezTo>
                      <a:pt x="2500" y="2292"/>
                      <a:pt x="2500" y="2292"/>
                      <a:pt x="2424" y="2436"/>
                    </a:cubicBezTo>
                    <a:cubicBezTo>
                      <a:pt x="2411" y="2491"/>
                      <a:pt x="2400" y="2546"/>
                      <a:pt x="2390" y="2602"/>
                    </a:cubicBezTo>
                    <a:cubicBezTo>
                      <a:pt x="2376" y="2663"/>
                      <a:pt x="2361" y="2725"/>
                      <a:pt x="2347" y="2786"/>
                    </a:cubicBezTo>
                    <a:cubicBezTo>
                      <a:pt x="2340" y="2818"/>
                      <a:pt x="2333" y="2850"/>
                      <a:pt x="2326" y="2883"/>
                    </a:cubicBezTo>
                    <a:cubicBezTo>
                      <a:pt x="2175" y="3575"/>
                      <a:pt x="1952" y="4064"/>
                      <a:pt x="1458" y="4583"/>
                    </a:cubicBezTo>
                    <a:cubicBezTo>
                      <a:pt x="1448" y="4409"/>
                      <a:pt x="1440" y="4235"/>
                      <a:pt x="1435" y="4061"/>
                    </a:cubicBezTo>
                    <a:cubicBezTo>
                      <a:pt x="1433" y="4001"/>
                      <a:pt x="1430" y="3942"/>
                      <a:pt x="1427" y="3883"/>
                    </a:cubicBezTo>
                    <a:cubicBezTo>
                      <a:pt x="1416" y="3693"/>
                      <a:pt x="1410" y="3519"/>
                      <a:pt x="1458" y="3333"/>
                    </a:cubicBezTo>
                    <a:cubicBezTo>
                      <a:pt x="1553" y="3276"/>
                      <a:pt x="1553" y="3276"/>
                      <a:pt x="1668" y="3241"/>
                    </a:cubicBezTo>
                    <a:cubicBezTo>
                      <a:pt x="1703" y="3222"/>
                      <a:pt x="1703" y="3222"/>
                      <a:pt x="1875" y="3125"/>
                    </a:cubicBezTo>
                    <a:cubicBezTo>
                      <a:pt x="1875" y="2850"/>
                      <a:pt x="1875" y="2575"/>
                      <a:pt x="1875" y="2292"/>
                    </a:cubicBezTo>
                    <a:cubicBezTo>
                      <a:pt x="1256" y="2429"/>
                      <a:pt x="638" y="2567"/>
                      <a:pt x="0" y="2708"/>
                    </a:cubicBezTo>
                    <a:cubicBezTo>
                      <a:pt x="697" y="2011"/>
                      <a:pt x="697" y="2011"/>
                      <a:pt x="1071" y="2000"/>
                    </a:cubicBezTo>
                    <a:cubicBezTo>
                      <a:pt x="1214" y="1979"/>
                      <a:pt x="1336" y="1954"/>
                      <a:pt x="1458" y="1875"/>
                    </a:cubicBezTo>
                    <a:cubicBezTo>
                      <a:pt x="1624" y="1598"/>
                      <a:pt x="1604" y="1237"/>
                      <a:pt x="1615" y="925"/>
                    </a:cubicBezTo>
                    <a:cubicBezTo>
                      <a:pt x="1620" y="835"/>
                      <a:pt x="1627" y="746"/>
                      <a:pt x="1633" y="656"/>
                    </a:cubicBezTo>
                    <a:cubicBezTo>
                      <a:pt x="1649" y="438"/>
                      <a:pt x="1659" y="219"/>
                      <a:pt x="1667" y="0"/>
                    </a:cubicBezTo>
                    <a:close/>
                  </a:path>
                </a:pathLst>
              </a:custGeom>
              <a:solidFill>
                <a:srgbClr val="D9D5E3"/>
              </a:solidFill>
              <a:ln w="2646" cap="flat">
                <a:noFill/>
              </a:ln>
            </p:spPr>
          </p:sp>
          <p:sp>
            <p:nvSpPr>
              <p:cNvPr id="2151" name="ICON_C_WINDOWS_GRAPHIC_path_123"/>
              <p:cNvSpPr/>
              <p:nvPr/>
            </p:nvSpPr>
            <p:spPr>
              <a:xfrm>
                <a:off x="6807331" y="7370986"/>
                <a:ext cx="11324" cy="79679"/>
              </a:xfrm>
              <a:custGeom>
                <a:avLst/>
                <a:gdLst/>
                <a:ahLst/>
                <a:cxnLst/>
                <a:rect l="0" t="0" r="r" b="b"/>
                <a:pathLst>
                  <a:path w="892" h="6274" fill="norm" stroke="0">
                    <a:moveTo>
                      <a:pt x="565" y="11"/>
                    </a:moveTo>
                    <a:cubicBezTo>
                      <a:pt x="580" y="11"/>
                      <a:pt x="580" y="11"/>
                      <a:pt x="653" y="14"/>
                    </a:cubicBezTo>
                    <a:cubicBezTo>
                      <a:pt x="723" y="16"/>
                      <a:pt x="794" y="20"/>
                      <a:pt x="865" y="24"/>
                    </a:cubicBezTo>
                    <a:cubicBezTo>
                      <a:pt x="870" y="593"/>
                      <a:pt x="873" y="1162"/>
                      <a:pt x="875" y="1730"/>
                    </a:cubicBezTo>
                    <a:cubicBezTo>
                      <a:pt x="876" y="1995"/>
                      <a:pt x="878" y="2259"/>
                      <a:pt x="880" y="2524"/>
                    </a:cubicBezTo>
                    <a:cubicBezTo>
                      <a:pt x="892" y="3791"/>
                      <a:pt x="858" y="5021"/>
                      <a:pt x="656" y="6274"/>
                    </a:cubicBezTo>
                    <a:cubicBezTo>
                      <a:pt x="450" y="6274"/>
                      <a:pt x="244" y="6274"/>
                      <a:pt x="31" y="6274"/>
                    </a:cubicBezTo>
                    <a:cubicBezTo>
                      <a:pt x="26" y="5490"/>
                      <a:pt x="23" y="4706"/>
                      <a:pt x="21" y="3922"/>
                    </a:cubicBezTo>
                    <a:cubicBezTo>
                      <a:pt x="20" y="3558"/>
                      <a:pt x="18" y="3194"/>
                      <a:pt x="16" y="2829"/>
                    </a:cubicBezTo>
                    <a:cubicBezTo>
                      <a:pt x="14" y="2512"/>
                      <a:pt x="12" y="2195"/>
                      <a:pt x="12" y="1877"/>
                    </a:cubicBezTo>
                    <a:cubicBezTo>
                      <a:pt x="11" y="1709"/>
                      <a:pt x="11" y="1541"/>
                      <a:pt x="9" y="1373"/>
                    </a:cubicBezTo>
                    <a:cubicBezTo>
                      <a:pt x="8" y="1215"/>
                      <a:pt x="7" y="1057"/>
                      <a:pt x="8" y="899"/>
                    </a:cubicBezTo>
                    <a:cubicBezTo>
                      <a:pt x="8" y="841"/>
                      <a:pt x="7" y="783"/>
                      <a:pt x="6" y="725"/>
                    </a:cubicBezTo>
                    <a:cubicBezTo>
                      <a:pt x="0" y="232"/>
                      <a:pt x="0" y="232"/>
                      <a:pt x="117" y="93"/>
                    </a:cubicBezTo>
                    <a:cubicBezTo>
                      <a:pt x="275" y="4"/>
                      <a:pt x="387" y="0"/>
                      <a:pt x="565" y="11"/>
                    </a:cubicBezTo>
                    <a:close/>
                  </a:path>
                </a:pathLst>
              </a:custGeom>
              <a:solidFill>
                <a:srgbClr val="A69FBB"/>
              </a:solidFill>
              <a:ln w="2646" cap="flat">
                <a:noFill/>
              </a:ln>
            </p:spPr>
          </p:sp>
          <p:sp>
            <p:nvSpPr>
              <p:cNvPr id="2152" name="ICON_C_WINDOWS_GRAPHIC_path_124"/>
              <p:cNvSpPr/>
              <p:nvPr/>
            </p:nvSpPr>
            <p:spPr>
              <a:xfrm>
                <a:off x="6524257" y="7461250"/>
                <a:ext cx="9078" cy="100542"/>
              </a:xfrm>
              <a:custGeom>
                <a:avLst/>
                <a:gdLst/>
                <a:ahLst/>
                <a:cxnLst/>
                <a:rect l="0" t="0" r="r" b="b"/>
                <a:pathLst>
                  <a:path w="715" h="7917" fill="norm" stroke="0">
                    <a:moveTo>
                      <a:pt x="237" y="0"/>
                    </a:moveTo>
                    <a:cubicBezTo>
                      <a:pt x="605" y="455"/>
                      <a:pt x="715" y="786"/>
                      <a:pt x="701" y="1365"/>
                    </a:cubicBezTo>
                    <a:cubicBezTo>
                      <a:pt x="701" y="1437"/>
                      <a:pt x="701" y="1509"/>
                      <a:pt x="701" y="1581"/>
                    </a:cubicBezTo>
                    <a:cubicBezTo>
                      <a:pt x="702" y="1774"/>
                      <a:pt x="699" y="1967"/>
                      <a:pt x="696" y="2161"/>
                    </a:cubicBezTo>
                    <a:cubicBezTo>
                      <a:pt x="694" y="2364"/>
                      <a:pt x="693" y="2566"/>
                      <a:pt x="693" y="2769"/>
                    </a:cubicBezTo>
                    <a:cubicBezTo>
                      <a:pt x="692" y="3152"/>
                      <a:pt x="688" y="3535"/>
                      <a:pt x="684" y="3918"/>
                    </a:cubicBezTo>
                    <a:cubicBezTo>
                      <a:pt x="679" y="4354"/>
                      <a:pt x="677" y="4790"/>
                      <a:pt x="675" y="5226"/>
                    </a:cubicBezTo>
                    <a:cubicBezTo>
                      <a:pt x="671" y="6123"/>
                      <a:pt x="663" y="7020"/>
                      <a:pt x="654" y="7917"/>
                    </a:cubicBezTo>
                    <a:cubicBezTo>
                      <a:pt x="448" y="7917"/>
                      <a:pt x="241" y="7917"/>
                      <a:pt x="29" y="7917"/>
                    </a:cubicBezTo>
                    <a:cubicBezTo>
                      <a:pt x="24" y="6946"/>
                      <a:pt x="20" y="5975"/>
                      <a:pt x="18" y="5005"/>
                    </a:cubicBezTo>
                    <a:cubicBezTo>
                      <a:pt x="17" y="4554"/>
                      <a:pt x="16" y="4103"/>
                      <a:pt x="13" y="3653"/>
                    </a:cubicBezTo>
                    <a:cubicBezTo>
                      <a:pt x="11" y="3260"/>
                      <a:pt x="10" y="2867"/>
                      <a:pt x="9" y="2474"/>
                    </a:cubicBezTo>
                    <a:cubicBezTo>
                      <a:pt x="9" y="2266"/>
                      <a:pt x="9" y="2058"/>
                      <a:pt x="7" y="1850"/>
                    </a:cubicBezTo>
                    <a:cubicBezTo>
                      <a:pt x="5" y="1654"/>
                      <a:pt x="5" y="1458"/>
                      <a:pt x="5" y="1262"/>
                    </a:cubicBezTo>
                    <a:cubicBezTo>
                      <a:pt x="5" y="1190"/>
                      <a:pt x="5" y="1118"/>
                      <a:pt x="4" y="1047"/>
                    </a:cubicBezTo>
                    <a:cubicBezTo>
                      <a:pt x="0" y="652"/>
                      <a:pt x="5" y="339"/>
                      <a:pt x="237" y="0"/>
                    </a:cubicBezTo>
                    <a:close/>
                  </a:path>
                </a:pathLst>
              </a:custGeom>
              <a:solidFill>
                <a:srgbClr val="718E9F"/>
              </a:solidFill>
              <a:ln w="2646" cap="flat">
                <a:noFill/>
              </a:ln>
            </p:spPr>
          </p:sp>
          <p:sp>
            <p:nvSpPr>
              <p:cNvPr id="2153" name="ICON_C_WINDOWS_GRAPHIC_path_125"/>
              <p:cNvSpPr/>
              <p:nvPr/>
            </p:nvSpPr>
            <p:spPr>
              <a:xfrm>
                <a:off x="6187572" y="7450667"/>
                <a:ext cx="32782" cy="84667"/>
              </a:xfrm>
              <a:custGeom>
                <a:avLst/>
                <a:gdLst/>
                <a:ahLst/>
                <a:cxnLst/>
                <a:rect l="0" t="0" r="r" b="b"/>
                <a:pathLst>
                  <a:path w="2581" h="6667" fill="norm" stroke="0">
                    <a:moveTo>
                      <a:pt x="1123" y="0"/>
                    </a:moveTo>
                    <a:cubicBezTo>
                      <a:pt x="1260" y="0"/>
                      <a:pt x="1398" y="0"/>
                      <a:pt x="1540" y="0"/>
                    </a:cubicBezTo>
                    <a:cubicBezTo>
                      <a:pt x="1540" y="481"/>
                      <a:pt x="1540" y="962"/>
                      <a:pt x="1540" y="1458"/>
                    </a:cubicBezTo>
                    <a:cubicBezTo>
                      <a:pt x="1883" y="1458"/>
                      <a:pt x="2227" y="1458"/>
                      <a:pt x="2581" y="1458"/>
                    </a:cubicBezTo>
                    <a:cubicBezTo>
                      <a:pt x="2581" y="3177"/>
                      <a:pt x="2581" y="4896"/>
                      <a:pt x="2581" y="6667"/>
                    </a:cubicBezTo>
                    <a:cubicBezTo>
                      <a:pt x="2512" y="6667"/>
                      <a:pt x="2444" y="6667"/>
                      <a:pt x="2373" y="6667"/>
                    </a:cubicBezTo>
                    <a:cubicBezTo>
                      <a:pt x="2304" y="5223"/>
                      <a:pt x="2235" y="3779"/>
                      <a:pt x="2165" y="2292"/>
                    </a:cubicBezTo>
                    <a:cubicBezTo>
                      <a:pt x="1958" y="2292"/>
                      <a:pt x="1752" y="2292"/>
                      <a:pt x="1540" y="2292"/>
                    </a:cubicBezTo>
                    <a:cubicBezTo>
                      <a:pt x="1471" y="2567"/>
                      <a:pt x="1402" y="2842"/>
                      <a:pt x="1331" y="3125"/>
                    </a:cubicBezTo>
                    <a:cubicBezTo>
                      <a:pt x="910" y="3225"/>
                      <a:pt x="910" y="3225"/>
                      <a:pt x="706" y="3125"/>
                    </a:cubicBezTo>
                    <a:cubicBezTo>
                      <a:pt x="308" y="2751"/>
                      <a:pt x="58" y="2186"/>
                      <a:pt x="7" y="1648"/>
                    </a:cubicBezTo>
                    <a:cubicBezTo>
                      <a:pt x="1" y="1438"/>
                      <a:pt x="0" y="1238"/>
                      <a:pt x="81" y="1042"/>
                    </a:cubicBezTo>
                    <a:cubicBezTo>
                      <a:pt x="215" y="955"/>
                      <a:pt x="300" y="933"/>
                      <a:pt x="454" y="913"/>
                    </a:cubicBezTo>
                    <a:cubicBezTo>
                      <a:pt x="600" y="888"/>
                      <a:pt x="680" y="869"/>
                      <a:pt x="770" y="746"/>
                    </a:cubicBezTo>
                    <a:cubicBezTo>
                      <a:pt x="847" y="596"/>
                      <a:pt x="913" y="445"/>
                      <a:pt x="970" y="286"/>
                    </a:cubicBezTo>
                    <a:cubicBezTo>
                      <a:pt x="1013" y="175"/>
                      <a:pt x="1013" y="175"/>
                      <a:pt x="1123" y="0"/>
                    </a:cubicBezTo>
                    <a:close/>
                  </a:path>
                </a:pathLst>
              </a:custGeom>
              <a:solidFill>
                <a:srgbClr val="A39DBA"/>
              </a:solidFill>
              <a:ln w="2646" cap="flat">
                <a:noFill/>
              </a:ln>
            </p:spPr>
          </p:sp>
          <p:sp>
            <p:nvSpPr>
              <p:cNvPr id="2154" name="ICON_C_WINDOWS_GRAPHIC_path_126"/>
              <p:cNvSpPr/>
              <p:nvPr/>
            </p:nvSpPr>
            <p:spPr>
              <a:xfrm>
                <a:off x="6146271" y="7415452"/>
                <a:ext cx="34396" cy="51607"/>
              </a:xfrm>
              <a:custGeom>
                <a:avLst/>
                <a:gdLst/>
                <a:ahLst/>
                <a:cxnLst/>
                <a:rect l="0" t="0" r="r" b="b"/>
                <a:pathLst>
                  <a:path w="2708" h="4064" fill="norm" stroke="0">
                    <a:moveTo>
                      <a:pt x="2152" y="33"/>
                    </a:moveTo>
                    <a:cubicBezTo>
                      <a:pt x="2342" y="0"/>
                      <a:pt x="2521" y="28"/>
                      <a:pt x="2708" y="64"/>
                    </a:cubicBezTo>
                    <a:cubicBezTo>
                      <a:pt x="2694" y="358"/>
                      <a:pt x="2676" y="650"/>
                      <a:pt x="2654" y="943"/>
                    </a:cubicBezTo>
                    <a:cubicBezTo>
                      <a:pt x="2647" y="1043"/>
                      <a:pt x="2641" y="1142"/>
                      <a:pt x="2636" y="1242"/>
                    </a:cubicBezTo>
                    <a:cubicBezTo>
                      <a:pt x="2603" y="1916"/>
                      <a:pt x="2603" y="1916"/>
                      <a:pt x="2500" y="2148"/>
                    </a:cubicBezTo>
                    <a:cubicBezTo>
                      <a:pt x="2357" y="2276"/>
                      <a:pt x="2195" y="2297"/>
                      <a:pt x="2010" y="2316"/>
                    </a:cubicBezTo>
                    <a:cubicBezTo>
                      <a:pt x="1966" y="2329"/>
                      <a:pt x="1921" y="2343"/>
                      <a:pt x="1875" y="2356"/>
                    </a:cubicBezTo>
                    <a:cubicBezTo>
                      <a:pt x="1812" y="2510"/>
                      <a:pt x="1826" y="2690"/>
                      <a:pt x="1853" y="2852"/>
                    </a:cubicBezTo>
                    <a:cubicBezTo>
                      <a:pt x="1860" y="2894"/>
                      <a:pt x="1868" y="2937"/>
                      <a:pt x="1875" y="2981"/>
                    </a:cubicBezTo>
                    <a:cubicBezTo>
                      <a:pt x="2012" y="2981"/>
                      <a:pt x="2150" y="2981"/>
                      <a:pt x="2292" y="2981"/>
                    </a:cubicBezTo>
                    <a:cubicBezTo>
                      <a:pt x="2292" y="3187"/>
                      <a:pt x="2292" y="3394"/>
                      <a:pt x="2292" y="3606"/>
                    </a:cubicBezTo>
                    <a:cubicBezTo>
                      <a:pt x="2206" y="3601"/>
                      <a:pt x="2121" y="3596"/>
                      <a:pt x="2033" y="3591"/>
                    </a:cubicBezTo>
                    <a:cubicBezTo>
                      <a:pt x="1949" y="3588"/>
                      <a:pt x="1865" y="3586"/>
                      <a:pt x="1780" y="3583"/>
                    </a:cubicBezTo>
                    <a:cubicBezTo>
                      <a:pt x="1723" y="3581"/>
                      <a:pt x="1665" y="3578"/>
                      <a:pt x="1607" y="3575"/>
                    </a:cubicBezTo>
                    <a:cubicBezTo>
                      <a:pt x="1121" y="3545"/>
                      <a:pt x="1121" y="3545"/>
                      <a:pt x="920" y="3700"/>
                    </a:cubicBezTo>
                    <a:cubicBezTo>
                      <a:pt x="850" y="3775"/>
                      <a:pt x="782" y="3851"/>
                      <a:pt x="716" y="3929"/>
                    </a:cubicBezTo>
                    <a:cubicBezTo>
                      <a:pt x="620" y="4028"/>
                      <a:pt x="582" y="4054"/>
                      <a:pt x="448" y="4064"/>
                    </a:cubicBezTo>
                    <a:cubicBezTo>
                      <a:pt x="374" y="4060"/>
                      <a:pt x="374" y="4060"/>
                      <a:pt x="286" y="4049"/>
                    </a:cubicBezTo>
                    <a:cubicBezTo>
                      <a:pt x="192" y="4040"/>
                      <a:pt x="97" y="4032"/>
                      <a:pt x="0" y="4023"/>
                    </a:cubicBezTo>
                    <a:cubicBezTo>
                      <a:pt x="0" y="3679"/>
                      <a:pt x="0" y="3335"/>
                      <a:pt x="0" y="2981"/>
                    </a:cubicBezTo>
                    <a:cubicBezTo>
                      <a:pt x="206" y="2981"/>
                      <a:pt x="412" y="2981"/>
                      <a:pt x="625" y="2981"/>
                    </a:cubicBezTo>
                    <a:cubicBezTo>
                      <a:pt x="625" y="2500"/>
                      <a:pt x="625" y="2019"/>
                      <a:pt x="625" y="1523"/>
                    </a:cubicBezTo>
                    <a:cubicBezTo>
                      <a:pt x="788" y="1553"/>
                      <a:pt x="952" y="1583"/>
                      <a:pt x="1120" y="1614"/>
                    </a:cubicBezTo>
                    <a:cubicBezTo>
                      <a:pt x="1328" y="1633"/>
                      <a:pt x="1483" y="1629"/>
                      <a:pt x="1667" y="1523"/>
                    </a:cubicBezTo>
                    <a:cubicBezTo>
                      <a:pt x="1846" y="1258"/>
                      <a:pt x="1887" y="893"/>
                      <a:pt x="1933" y="583"/>
                    </a:cubicBezTo>
                    <a:cubicBezTo>
                      <a:pt x="2013" y="96"/>
                      <a:pt x="2013" y="96"/>
                      <a:pt x="2152" y="33"/>
                    </a:cubicBezTo>
                    <a:close/>
                  </a:path>
                </a:pathLst>
              </a:custGeom>
              <a:solidFill>
                <a:srgbClr val="A9A7BE"/>
              </a:solidFill>
              <a:ln w="2646" cap="flat">
                <a:noFill/>
              </a:ln>
            </p:spPr>
          </p:sp>
          <p:sp>
            <p:nvSpPr>
              <p:cNvPr id="2155" name="ICON_C_WINDOWS_GRAPHIC_path_127"/>
              <p:cNvSpPr/>
              <p:nvPr/>
            </p:nvSpPr>
            <p:spPr>
              <a:xfrm>
                <a:off x="6397626" y="7473741"/>
                <a:ext cx="44979" cy="70112"/>
              </a:xfrm>
              <a:custGeom>
                <a:avLst/>
                <a:gdLst/>
                <a:ahLst/>
                <a:cxnLst/>
                <a:rect l="0" t="0" r="r" b="b"/>
                <a:pathLst>
                  <a:path w="3542" h="5521" fill="norm" stroke="0">
                    <a:moveTo>
                      <a:pt x="2305" y="84"/>
                    </a:moveTo>
                    <a:cubicBezTo>
                      <a:pt x="2341" y="94"/>
                      <a:pt x="2378" y="103"/>
                      <a:pt x="2416" y="113"/>
                    </a:cubicBezTo>
                    <a:cubicBezTo>
                      <a:pt x="2573" y="167"/>
                      <a:pt x="2677" y="216"/>
                      <a:pt x="2766" y="360"/>
                    </a:cubicBezTo>
                    <a:cubicBezTo>
                      <a:pt x="2863" y="607"/>
                      <a:pt x="2882" y="831"/>
                      <a:pt x="2917" y="1100"/>
                    </a:cubicBezTo>
                    <a:cubicBezTo>
                      <a:pt x="2985" y="756"/>
                      <a:pt x="3054" y="412"/>
                      <a:pt x="3125" y="58"/>
                    </a:cubicBezTo>
                    <a:cubicBezTo>
                      <a:pt x="3262" y="58"/>
                      <a:pt x="3400" y="58"/>
                      <a:pt x="3542" y="58"/>
                    </a:cubicBezTo>
                    <a:cubicBezTo>
                      <a:pt x="3542" y="746"/>
                      <a:pt x="3542" y="1433"/>
                      <a:pt x="3542" y="2141"/>
                    </a:cubicBezTo>
                    <a:cubicBezTo>
                      <a:pt x="2735" y="2121"/>
                      <a:pt x="2735" y="2121"/>
                      <a:pt x="2500" y="1933"/>
                    </a:cubicBezTo>
                    <a:cubicBezTo>
                      <a:pt x="2272" y="1521"/>
                      <a:pt x="2301" y="933"/>
                      <a:pt x="2292" y="475"/>
                    </a:cubicBezTo>
                    <a:cubicBezTo>
                      <a:pt x="2138" y="527"/>
                      <a:pt x="2004" y="585"/>
                      <a:pt x="1875" y="683"/>
                    </a:cubicBezTo>
                    <a:cubicBezTo>
                      <a:pt x="1810" y="828"/>
                      <a:pt x="1812" y="967"/>
                      <a:pt x="1812" y="1124"/>
                    </a:cubicBezTo>
                    <a:cubicBezTo>
                      <a:pt x="1810" y="1169"/>
                      <a:pt x="1808" y="1213"/>
                      <a:pt x="1806" y="1259"/>
                    </a:cubicBezTo>
                    <a:cubicBezTo>
                      <a:pt x="1801" y="1405"/>
                      <a:pt x="1799" y="1552"/>
                      <a:pt x="1796" y="1699"/>
                    </a:cubicBezTo>
                    <a:cubicBezTo>
                      <a:pt x="1792" y="1801"/>
                      <a:pt x="1789" y="1903"/>
                      <a:pt x="1785" y="2005"/>
                    </a:cubicBezTo>
                    <a:cubicBezTo>
                      <a:pt x="1777" y="2246"/>
                      <a:pt x="1770" y="2487"/>
                      <a:pt x="1764" y="2728"/>
                    </a:cubicBezTo>
                    <a:cubicBezTo>
                      <a:pt x="1753" y="3185"/>
                      <a:pt x="1738" y="3642"/>
                      <a:pt x="1723" y="4099"/>
                    </a:cubicBezTo>
                    <a:cubicBezTo>
                      <a:pt x="1718" y="4249"/>
                      <a:pt x="1715" y="4399"/>
                      <a:pt x="1711" y="4549"/>
                    </a:cubicBezTo>
                    <a:cubicBezTo>
                      <a:pt x="1709" y="4641"/>
                      <a:pt x="1706" y="4733"/>
                      <a:pt x="1703" y="4825"/>
                    </a:cubicBezTo>
                    <a:cubicBezTo>
                      <a:pt x="1702" y="4846"/>
                      <a:pt x="1702" y="4846"/>
                      <a:pt x="1701" y="4952"/>
                    </a:cubicBezTo>
                    <a:cubicBezTo>
                      <a:pt x="1695" y="5129"/>
                      <a:pt x="1680" y="5241"/>
                      <a:pt x="1594" y="5397"/>
                    </a:cubicBezTo>
                    <a:cubicBezTo>
                      <a:pt x="1378" y="5521"/>
                      <a:pt x="1167" y="5497"/>
                      <a:pt x="924" y="5488"/>
                    </a:cubicBezTo>
                    <a:cubicBezTo>
                      <a:pt x="876" y="5487"/>
                      <a:pt x="827" y="5486"/>
                      <a:pt x="777" y="5485"/>
                    </a:cubicBezTo>
                    <a:cubicBezTo>
                      <a:pt x="657" y="5482"/>
                      <a:pt x="537" y="5479"/>
                      <a:pt x="417" y="5475"/>
                    </a:cubicBezTo>
                    <a:cubicBezTo>
                      <a:pt x="416" y="5452"/>
                      <a:pt x="415" y="5429"/>
                      <a:pt x="414" y="5405"/>
                    </a:cubicBezTo>
                    <a:cubicBezTo>
                      <a:pt x="392" y="4841"/>
                      <a:pt x="370" y="4278"/>
                      <a:pt x="346" y="3714"/>
                    </a:cubicBezTo>
                    <a:cubicBezTo>
                      <a:pt x="334" y="3442"/>
                      <a:pt x="323" y="3169"/>
                      <a:pt x="313" y="2897"/>
                    </a:cubicBezTo>
                    <a:cubicBezTo>
                      <a:pt x="303" y="2633"/>
                      <a:pt x="292" y="2370"/>
                      <a:pt x="281" y="2107"/>
                    </a:cubicBezTo>
                    <a:cubicBezTo>
                      <a:pt x="276" y="2006"/>
                      <a:pt x="272" y="1906"/>
                      <a:pt x="269" y="1806"/>
                    </a:cubicBezTo>
                    <a:cubicBezTo>
                      <a:pt x="249" y="1253"/>
                      <a:pt x="209" y="781"/>
                      <a:pt x="0" y="266"/>
                    </a:cubicBezTo>
                    <a:cubicBezTo>
                      <a:pt x="206" y="266"/>
                      <a:pt x="412" y="266"/>
                      <a:pt x="625" y="266"/>
                    </a:cubicBezTo>
                    <a:cubicBezTo>
                      <a:pt x="625" y="1848"/>
                      <a:pt x="625" y="3429"/>
                      <a:pt x="625" y="5058"/>
                    </a:cubicBezTo>
                    <a:cubicBezTo>
                      <a:pt x="900" y="5058"/>
                      <a:pt x="1175" y="5058"/>
                      <a:pt x="1458" y="5058"/>
                    </a:cubicBezTo>
                    <a:cubicBezTo>
                      <a:pt x="1456" y="4921"/>
                      <a:pt x="1454" y="4785"/>
                      <a:pt x="1452" y="4644"/>
                    </a:cubicBezTo>
                    <a:cubicBezTo>
                      <a:pt x="1445" y="4192"/>
                      <a:pt x="1440" y="3739"/>
                      <a:pt x="1437" y="3287"/>
                    </a:cubicBezTo>
                    <a:cubicBezTo>
                      <a:pt x="1435" y="3013"/>
                      <a:pt x="1432" y="2739"/>
                      <a:pt x="1427" y="2464"/>
                    </a:cubicBezTo>
                    <a:cubicBezTo>
                      <a:pt x="1422" y="2200"/>
                      <a:pt x="1420" y="1935"/>
                      <a:pt x="1419" y="1670"/>
                    </a:cubicBezTo>
                    <a:cubicBezTo>
                      <a:pt x="1418" y="1569"/>
                      <a:pt x="1416" y="1469"/>
                      <a:pt x="1414" y="1368"/>
                    </a:cubicBezTo>
                    <a:cubicBezTo>
                      <a:pt x="1395" y="494"/>
                      <a:pt x="1395" y="494"/>
                      <a:pt x="1600" y="256"/>
                    </a:cubicBezTo>
                    <a:cubicBezTo>
                      <a:pt x="1822" y="43"/>
                      <a:pt x="2012" y="0"/>
                      <a:pt x="2305" y="84"/>
                    </a:cubicBezTo>
                    <a:close/>
                  </a:path>
                </a:pathLst>
              </a:custGeom>
              <a:solidFill>
                <a:srgbClr val="B7CFD6"/>
              </a:solidFill>
              <a:ln w="2646" cap="flat">
                <a:noFill/>
              </a:ln>
            </p:spPr>
          </p:sp>
          <p:sp>
            <p:nvSpPr>
              <p:cNvPr id="2156" name="ICON_C_WINDOWS_GRAPHIC_path_128"/>
              <p:cNvSpPr/>
              <p:nvPr/>
            </p:nvSpPr>
            <p:spPr>
              <a:xfrm>
                <a:off x="5372873" y="7458604"/>
                <a:ext cx="41788" cy="50271"/>
              </a:xfrm>
              <a:custGeom>
                <a:avLst/>
                <a:gdLst/>
                <a:ahLst/>
                <a:cxnLst/>
                <a:rect l="0" t="0" r="r" b="b"/>
                <a:pathLst>
                  <a:path w="3290" h="3958" fill="norm" stroke="0">
                    <a:moveTo>
                      <a:pt x="897" y="0"/>
                    </a:moveTo>
                    <a:cubicBezTo>
                      <a:pt x="934" y="126"/>
                      <a:pt x="968" y="251"/>
                      <a:pt x="1002" y="378"/>
                    </a:cubicBezTo>
                    <a:cubicBezTo>
                      <a:pt x="1007" y="396"/>
                      <a:pt x="1007" y="396"/>
                      <a:pt x="1033" y="492"/>
                    </a:cubicBezTo>
                    <a:cubicBezTo>
                      <a:pt x="1095" y="737"/>
                      <a:pt x="1107" y="936"/>
                      <a:pt x="1080" y="1185"/>
                    </a:cubicBezTo>
                    <a:cubicBezTo>
                      <a:pt x="1073" y="1338"/>
                      <a:pt x="1073" y="1338"/>
                      <a:pt x="1106" y="1458"/>
                    </a:cubicBezTo>
                    <a:cubicBezTo>
                      <a:pt x="1231" y="1515"/>
                      <a:pt x="1344" y="1540"/>
                      <a:pt x="1478" y="1565"/>
                    </a:cubicBezTo>
                    <a:cubicBezTo>
                      <a:pt x="1623" y="1602"/>
                      <a:pt x="1706" y="1636"/>
                      <a:pt x="1801" y="1756"/>
                    </a:cubicBezTo>
                    <a:cubicBezTo>
                      <a:pt x="1941" y="1992"/>
                      <a:pt x="2049" y="2244"/>
                      <a:pt x="2147" y="2500"/>
                    </a:cubicBezTo>
                    <a:cubicBezTo>
                      <a:pt x="2157" y="2469"/>
                      <a:pt x="2166" y="2437"/>
                      <a:pt x="2176" y="2404"/>
                    </a:cubicBezTo>
                    <a:cubicBezTo>
                      <a:pt x="2446" y="1530"/>
                      <a:pt x="2446" y="1530"/>
                      <a:pt x="2645" y="1409"/>
                    </a:cubicBezTo>
                    <a:cubicBezTo>
                      <a:pt x="2834" y="1365"/>
                      <a:pt x="3007" y="1404"/>
                      <a:pt x="3189" y="1458"/>
                    </a:cubicBezTo>
                    <a:cubicBezTo>
                      <a:pt x="3240" y="1800"/>
                      <a:pt x="3290" y="2164"/>
                      <a:pt x="3189" y="2500"/>
                    </a:cubicBezTo>
                    <a:cubicBezTo>
                      <a:pt x="2992" y="2749"/>
                      <a:pt x="2659" y="2857"/>
                      <a:pt x="2356" y="2917"/>
                    </a:cubicBezTo>
                    <a:cubicBezTo>
                      <a:pt x="2241" y="2923"/>
                      <a:pt x="2131" y="2916"/>
                      <a:pt x="2017" y="2904"/>
                    </a:cubicBezTo>
                    <a:cubicBezTo>
                      <a:pt x="1868" y="2890"/>
                      <a:pt x="1868" y="2890"/>
                      <a:pt x="1731" y="2917"/>
                    </a:cubicBezTo>
                    <a:cubicBezTo>
                      <a:pt x="1542" y="3085"/>
                      <a:pt x="1427" y="3319"/>
                      <a:pt x="1314" y="3542"/>
                    </a:cubicBezTo>
                    <a:cubicBezTo>
                      <a:pt x="1314" y="3404"/>
                      <a:pt x="1314" y="3267"/>
                      <a:pt x="1314" y="3125"/>
                    </a:cubicBezTo>
                    <a:cubicBezTo>
                      <a:pt x="1177" y="3125"/>
                      <a:pt x="1039" y="3125"/>
                      <a:pt x="897" y="3125"/>
                    </a:cubicBezTo>
                    <a:cubicBezTo>
                      <a:pt x="829" y="3400"/>
                      <a:pt x="760" y="3675"/>
                      <a:pt x="689" y="3958"/>
                    </a:cubicBezTo>
                    <a:cubicBezTo>
                      <a:pt x="483" y="3958"/>
                      <a:pt x="277" y="3958"/>
                      <a:pt x="64" y="3958"/>
                    </a:cubicBezTo>
                    <a:cubicBezTo>
                      <a:pt x="55" y="3667"/>
                      <a:pt x="47" y="3375"/>
                      <a:pt x="42" y="3084"/>
                    </a:cubicBezTo>
                    <a:cubicBezTo>
                      <a:pt x="40" y="2948"/>
                      <a:pt x="37" y="2813"/>
                      <a:pt x="33" y="2677"/>
                    </a:cubicBezTo>
                    <a:cubicBezTo>
                      <a:pt x="0" y="1719"/>
                      <a:pt x="0" y="1719"/>
                      <a:pt x="151" y="1523"/>
                    </a:cubicBezTo>
                    <a:cubicBezTo>
                      <a:pt x="260" y="1426"/>
                      <a:pt x="260" y="1426"/>
                      <a:pt x="374" y="1342"/>
                    </a:cubicBezTo>
                    <a:cubicBezTo>
                      <a:pt x="588" y="1157"/>
                      <a:pt x="638" y="863"/>
                      <a:pt x="715" y="599"/>
                    </a:cubicBezTo>
                    <a:cubicBezTo>
                      <a:pt x="733" y="541"/>
                      <a:pt x="751" y="482"/>
                      <a:pt x="770" y="424"/>
                    </a:cubicBezTo>
                    <a:cubicBezTo>
                      <a:pt x="814" y="283"/>
                      <a:pt x="856" y="142"/>
                      <a:pt x="897" y="0"/>
                    </a:cubicBezTo>
                    <a:close/>
                  </a:path>
                </a:pathLst>
              </a:custGeom>
              <a:solidFill>
                <a:srgbClr val="879ED7"/>
              </a:solidFill>
              <a:ln w="2646" cap="flat">
                <a:noFill/>
              </a:ln>
            </p:spPr>
          </p:sp>
          <p:sp>
            <p:nvSpPr>
              <p:cNvPr id="2157" name="ICON_C_WINDOWS_GRAPHIC_path_129"/>
              <p:cNvSpPr/>
              <p:nvPr/>
            </p:nvSpPr>
            <p:spPr>
              <a:xfrm>
                <a:off x="6119812" y="7463896"/>
                <a:ext cx="34396" cy="60854"/>
              </a:xfrm>
              <a:custGeom>
                <a:avLst/>
                <a:gdLst/>
                <a:ahLst/>
                <a:cxnLst/>
                <a:rect l="0" t="0" r="r" b="b"/>
                <a:pathLst>
                  <a:path w="2708" h="4792" fill="norm" stroke="0">
                    <a:moveTo>
                      <a:pt x="0" y="0"/>
                    </a:moveTo>
                    <a:cubicBezTo>
                      <a:pt x="41" y="29"/>
                      <a:pt x="82" y="58"/>
                      <a:pt x="125" y="88"/>
                    </a:cubicBezTo>
                    <a:cubicBezTo>
                      <a:pt x="180" y="126"/>
                      <a:pt x="236" y="165"/>
                      <a:pt x="292" y="203"/>
                    </a:cubicBezTo>
                    <a:cubicBezTo>
                      <a:pt x="305" y="212"/>
                      <a:pt x="305" y="212"/>
                      <a:pt x="373" y="261"/>
                    </a:cubicBezTo>
                    <a:cubicBezTo>
                      <a:pt x="563" y="390"/>
                      <a:pt x="734" y="461"/>
                      <a:pt x="959" y="505"/>
                    </a:cubicBezTo>
                    <a:cubicBezTo>
                      <a:pt x="988" y="510"/>
                      <a:pt x="1017" y="516"/>
                      <a:pt x="1047" y="522"/>
                    </a:cubicBezTo>
                    <a:cubicBezTo>
                      <a:pt x="1072" y="528"/>
                      <a:pt x="1098" y="533"/>
                      <a:pt x="1125" y="538"/>
                    </a:cubicBezTo>
                    <a:cubicBezTo>
                      <a:pt x="1398" y="594"/>
                      <a:pt x="1657" y="652"/>
                      <a:pt x="1875" y="833"/>
                    </a:cubicBezTo>
                    <a:cubicBezTo>
                      <a:pt x="2033" y="1228"/>
                      <a:pt x="1944" y="1677"/>
                      <a:pt x="1875" y="2083"/>
                    </a:cubicBezTo>
                    <a:cubicBezTo>
                      <a:pt x="2150" y="2083"/>
                      <a:pt x="2425" y="2083"/>
                      <a:pt x="2708" y="2083"/>
                    </a:cubicBezTo>
                    <a:cubicBezTo>
                      <a:pt x="2708" y="2221"/>
                      <a:pt x="2708" y="2358"/>
                      <a:pt x="2708" y="2500"/>
                    </a:cubicBezTo>
                    <a:cubicBezTo>
                      <a:pt x="2691" y="2498"/>
                      <a:pt x="2691" y="2498"/>
                      <a:pt x="2604" y="2490"/>
                    </a:cubicBezTo>
                    <a:cubicBezTo>
                      <a:pt x="1504" y="2400"/>
                      <a:pt x="1504" y="2400"/>
                      <a:pt x="1168" y="2650"/>
                    </a:cubicBezTo>
                    <a:cubicBezTo>
                      <a:pt x="783" y="3021"/>
                      <a:pt x="676" y="3571"/>
                      <a:pt x="569" y="4078"/>
                    </a:cubicBezTo>
                    <a:cubicBezTo>
                      <a:pt x="562" y="4110"/>
                      <a:pt x="555" y="4141"/>
                      <a:pt x="548" y="4174"/>
                    </a:cubicBezTo>
                    <a:cubicBezTo>
                      <a:pt x="534" y="4233"/>
                      <a:pt x="522" y="4293"/>
                      <a:pt x="511" y="4353"/>
                    </a:cubicBezTo>
                    <a:cubicBezTo>
                      <a:pt x="477" y="4501"/>
                      <a:pt x="446" y="4564"/>
                      <a:pt x="317" y="4649"/>
                    </a:cubicBezTo>
                    <a:cubicBezTo>
                      <a:pt x="213" y="4702"/>
                      <a:pt x="109" y="4749"/>
                      <a:pt x="0" y="4792"/>
                    </a:cubicBezTo>
                    <a:cubicBezTo>
                      <a:pt x="7" y="4764"/>
                      <a:pt x="14" y="4735"/>
                      <a:pt x="21" y="4706"/>
                    </a:cubicBezTo>
                    <a:cubicBezTo>
                      <a:pt x="244" y="3731"/>
                      <a:pt x="200" y="2806"/>
                      <a:pt x="126" y="1814"/>
                    </a:cubicBezTo>
                    <a:cubicBezTo>
                      <a:pt x="111" y="1609"/>
                      <a:pt x="98" y="1403"/>
                      <a:pt x="84" y="1198"/>
                    </a:cubicBezTo>
                    <a:cubicBezTo>
                      <a:pt x="58" y="799"/>
                      <a:pt x="30" y="399"/>
                      <a:pt x="0" y="0"/>
                    </a:cubicBezTo>
                    <a:close/>
                  </a:path>
                </a:pathLst>
              </a:custGeom>
              <a:solidFill>
                <a:srgbClr val="AA9AB6"/>
              </a:solidFill>
              <a:ln w="2646" cap="flat">
                <a:noFill/>
              </a:ln>
            </p:spPr>
          </p:sp>
          <p:sp>
            <p:nvSpPr>
              <p:cNvPr id="2158" name="ICON_C_WINDOWS_GRAPHIC_path_130"/>
              <p:cNvSpPr/>
              <p:nvPr/>
            </p:nvSpPr>
            <p:spPr>
              <a:xfrm>
                <a:off x="5430787" y="7453164"/>
                <a:ext cx="28363" cy="61002"/>
              </a:xfrm>
              <a:custGeom>
                <a:avLst/>
                <a:gdLst/>
                <a:ahLst/>
                <a:cxnLst/>
                <a:rect l="0" t="0" r="r" b="b"/>
                <a:pathLst>
                  <a:path w="2233" h="4803" fill="norm" stroke="0">
                    <a:moveTo>
                      <a:pt x="2171" y="12"/>
                    </a:moveTo>
                    <a:cubicBezTo>
                      <a:pt x="2186" y="212"/>
                      <a:pt x="2197" y="411"/>
                      <a:pt x="2205" y="612"/>
                    </a:cubicBezTo>
                    <a:cubicBezTo>
                      <a:pt x="2208" y="680"/>
                      <a:pt x="2212" y="748"/>
                      <a:pt x="2218" y="815"/>
                    </a:cubicBezTo>
                    <a:cubicBezTo>
                      <a:pt x="2220" y="848"/>
                      <a:pt x="2223" y="881"/>
                      <a:pt x="2226" y="915"/>
                    </a:cubicBezTo>
                    <a:cubicBezTo>
                      <a:pt x="2228" y="944"/>
                      <a:pt x="2231" y="973"/>
                      <a:pt x="2233" y="1003"/>
                    </a:cubicBezTo>
                    <a:cubicBezTo>
                      <a:pt x="2228" y="1322"/>
                      <a:pt x="2228" y="1322"/>
                      <a:pt x="2171" y="1470"/>
                    </a:cubicBezTo>
                    <a:cubicBezTo>
                      <a:pt x="2080" y="1555"/>
                      <a:pt x="1975" y="1603"/>
                      <a:pt x="1864" y="1658"/>
                    </a:cubicBezTo>
                    <a:cubicBezTo>
                      <a:pt x="1656" y="1780"/>
                      <a:pt x="1516" y="1878"/>
                      <a:pt x="1452" y="2117"/>
                    </a:cubicBezTo>
                    <a:cubicBezTo>
                      <a:pt x="1424" y="2266"/>
                      <a:pt x="1408" y="2415"/>
                      <a:pt x="1394" y="2565"/>
                    </a:cubicBezTo>
                    <a:cubicBezTo>
                      <a:pt x="1385" y="2630"/>
                      <a:pt x="1377" y="2695"/>
                      <a:pt x="1368" y="2760"/>
                    </a:cubicBezTo>
                    <a:cubicBezTo>
                      <a:pt x="1346" y="2929"/>
                      <a:pt x="1327" y="3098"/>
                      <a:pt x="1310" y="3267"/>
                    </a:cubicBezTo>
                    <a:cubicBezTo>
                      <a:pt x="1291" y="3441"/>
                      <a:pt x="1269" y="3614"/>
                      <a:pt x="1246" y="3787"/>
                    </a:cubicBezTo>
                    <a:cubicBezTo>
                      <a:pt x="1204" y="4125"/>
                      <a:pt x="1165" y="4464"/>
                      <a:pt x="1129" y="4803"/>
                    </a:cubicBezTo>
                    <a:cubicBezTo>
                      <a:pt x="991" y="4803"/>
                      <a:pt x="854" y="4803"/>
                      <a:pt x="712" y="4803"/>
                    </a:cubicBezTo>
                    <a:cubicBezTo>
                      <a:pt x="714" y="4770"/>
                      <a:pt x="715" y="4736"/>
                      <a:pt x="716" y="4702"/>
                    </a:cubicBezTo>
                    <a:cubicBezTo>
                      <a:pt x="729" y="4386"/>
                      <a:pt x="739" y="4071"/>
                      <a:pt x="745" y="3755"/>
                    </a:cubicBezTo>
                    <a:cubicBezTo>
                      <a:pt x="748" y="3592"/>
                      <a:pt x="752" y="3430"/>
                      <a:pt x="759" y="3268"/>
                    </a:cubicBezTo>
                    <a:cubicBezTo>
                      <a:pt x="766" y="3111"/>
                      <a:pt x="770" y="2955"/>
                      <a:pt x="772" y="2798"/>
                    </a:cubicBezTo>
                    <a:cubicBezTo>
                      <a:pt x="773" y="2738"/>
                      <a:pt x="775" y="2678"/>
                      <a:pt x="778" y="2619"/>
                    </a:cubicBezTo>
                    <a:cubicBezTo>
                      <a:pt x="789" y="2432"/>
                      <a:pt x="791" y="2269"/>
                      <a:pt x="712" y="2095"/>
                    </a:cubicBezTo>
                    <a:cubicBezTo>
                      <a:pt x="590" y="2013"/>
                      <a:pt x="456" y="1978"/>
                      <a:pt x="313" y="1950"/>
                    </a:cubicBezTo>
                    <a:cubicBezTo>
                      <a:pt x="229" y="1934"/>
                      <a:pt x="229" y="1934"/>
                      <a:pt x="87" y="1887"/>
                    </a:cubicBezTo>
                    <a:cubicBezTo>
                      <a:pt x="0" y="1714"/>
                      <a:pt x="8" y="1569"/>
                      <a:pt x="22" y="1379"/>
                    </a:cubicBezTo>
                    <a:cubicBezTo>
                      <a:pt x="21" y="1334"/>
                      <a:pt x="21" y="1288"/>
                      <a:pt x="20" y="1242"/>
                    </a:cubicBezTo>
                    <a:cubicBezTo>
                      <a:pt x="29" y="984"/>
                      <a:pt x="83" y="814"/>
                      <a:pt x="253" y="618"/>
                    </a:cubicBezTo>
                    <a:cubicBezTo>
                      <a:pt x="540" y="364"/>
                      <a:pt x="881" y="286"/>
                      <a:pt x="1246" y="194"/>
                    </a:cubicBezTo>
                    <a:cubicBezTo>
                      <a:pt x="1313" y="176"/>
                      <a:pt x="1379" y="158"/>
                      <a:pt x="1446" y="139"/>
                    </a:cubicBezTo>
                    <a:cubicBezTo>
                      <a:pt x="1964" y="0"/>
                      <a:pt x="1964" y="0"/>
                      <a:pt x="2171" y="12"/>
                    </a:cubicBezTo>
                    <a:close/>
                  </a:path>
                </a:pathLst>
              </a:custGeom>
              <a:solidFill>
                <a:srgbClr val="7A8EC3"/>
              </a:solidFill>
              <a:ln w="2646" cap="flat">
                <a:noFill/>
              </a:ln>
            </p:spPr>
          </p:sp>
          <p:sp>
            <p:nvSpPr>
              <p:cNvPr id="2159" name="ICON_C_WINDOWS_GRAPHIC_path_131"/>
              <p:cNvSpPr/>
              <p:nvPr/>
            </p:nvSpPr>
            <p:spPr>
              <a:xfrm>
                <a:off x="5934604" y="7358005"/>
                <a:ext cx="50271" cy="95308"/>
              </a:xfrm>
              <a:custGeom>
                <a:avLst/>
                <a:gdLst/>
                <a:ahLst/>
                <a:cxnLst/>
                <a:rect l="0" t="0" r="r" b="b"/>
                <a:pathLst>
                  <a:path w="3958" h="7505" fill="norm" stroke="0">
                    <a:moveTo>
                      <a:pt x="3414" y="0"/>
                    </a:moveTo>
                    <a:cubicBezTo>
                      <a:pt x="3439" y="10"/>
                      <a:pt x="3465" y="20"/>
                      <a:pt x="3490" y="30"/>
                    </a:cubicBezTo>
                    <a:cubicBezTo>
                      <a:pt x="3504" y="35"/>
                      <a:pt x="3504" y="35"/>
                      <a:pt x="3574" y="60"/>
                    </a:cubicBezTo>
                    <a:cubicBezTo>
                      <a:pt x="3602" y="72"/>
                      <a:pt x="3630" y="84"/>
                      <a:pt x="3659" y="96"/>
                    </a:cubicBezTo>
                    <a:cubicBezTo>
                      <a:pt x="3688" y="106"/>
                      <a:pt x="3717" y="117"/>
                      <a:pt x="3746" y="129"/>
                    </a:cubicBezTo>
                    <a:cubicBezTo>
                      <a:pt x="3817" y="156"/>
                      <a:pt x="3888" y="184"/>
                      <a:pt x="3958" y="213"/>
                    </a:cubicBezTo>
                    <a:cubicBezTo>
                      <a:pt x="3929" y="222"/>
                      <a:pt x="3899" y="232"/>
                      <a:pt x="3869" y="242"/>
                    </a:cubicBezTo>
                    <a:cubicBezTo>
                      <a:pt x="3745" y="290"/>
                      <a:pt x="3647" y="339"/>
                      <a:pt x="3542" y="421"/>
                    </a:cubicBezTo>
                    <a:cubicBezTo>
                      <a:pt x="3479" y="579"/>
                      <a:pt x="3485" y="732"/>
                      <a:pt x="3489" y="901"/>
                    </a:cubicBezTo>
                    <a:cubicBezTo>
                      <a:pt x="3488" y="925"/>
                      <a:pt x="3488" y="925"/>
                      <a:pt x="3486" y="1047"/>
                    </a:cubicBezTo>
                    <a:cubicBezTo>
                      <a:pt x="3485" y="1153"/>
                      <a:pt x="3484" y="1258"/>
                      <a:pt x="3485" y="1363"/>
                    </a:cubicBezTo>
                    <a:cubicBezTo>
                      <a:pt x="3485" y="1529"/>
                      <a:pt x="3482" y="1695"/>
                      <a:pt x="3479" y="1862"/>
                    </a:cubicBezTo>
                    <a:cubicBezTo>
                      <a:pt x="3469" y="2335"/>
                      <a:pt x="3464" y="2808"/>
                      <a:pt x="3462" y="3281"/>
                    </a:cubicBezTo>
                    <a:cubicBezTo>
                      <a:pt x="3461" y="3542"/>
                      <a:pt x="3458" y="3804"/>
                      <a:pt x="3451" y="4065"/>
                    </a:cubicBezTo>
                    <a:cubicBezTo>
                      <a:pt x="3447" y="4203"/>
                      <a:pt x="3445" y="4341"/>
                      <a:pt x="3447" y="4480"/>
                    </a:cubicBezTo>
                    <a:cubicBezTo>
                      <a:pt x="3456" y="5186"/>
                      <a:pt x="3456" y="5186"/>
                      <a:pt x="3333" y="5421"/>
                    </a:cubicBezTo>
                    <a:cubicBezTo>
                      <a:pt x="3084" y="5612"/>
                      <a:pt x="2807" y="5603"/>
                      <a:pt x="2500" y="5630"/>
                    </a:cubicBezTo>
                    <a:cubicBezTo>
                      <a:pt x="2500" y="5080"/>
                      <a:pt x="2500" y="4530"/>
                      <a:pt x="2500" y="3963"/>
                    </a:cubicBezTo>
                    <a:cubicBezTo>
                      <a:pt x="2083" y="4171"/>
                      <a:pt x="2083" y="4171"/>
                      <a:pt x="2010" y="4304"/>
                    </a:cubicBezTo>
                    <a:cubicBezTo>
                      <a:pt x="2005" y="4329"/>
                      <a:pt x="2005" y="4329"/>
                      <a:pt x="1979" y="4456"/>
                    </a:cubicBezTo>
                    <a:cubicBezTo>
                      <a:pt x="1973" y="4484"/>
                      <a:pt x="1967" y="4512"/>
                      <a:pt x="1961" y="4540"/>
                    </a:cubicBezTo>
                    <a:cubicBezTo>
                      <a:pt x="1947" y="4600"/>
                      <a:pt x="1935" y="4660"/>
                      <a:pt x="1923" y="4721"/>
                    </a:cubicBezTo>
                    <a:cubicBezTo>
                      <a:pt x="1904" y="4817"/>
                      <a:pt x="1882" y="4912"/>
                      <a:pt x="1859" y="5007"/>
                    </a:cubicBezTo>
                    <a:cubicBezTo>
                      <a:pt x="1794" y="5278"/>
                      <a:pt x="1732" y="5549"/>
                      <a:pt x="1678" y="5822"/>
                    </a:cubicBezTo>
                    <a:cubicBezTo>
                      <a:pt x="1456" y="6917"/>
                      <a:pt x="1456" y="6917"/>
                      <a:pt x="1183" y="7144"/>
                    </a:cubicBezTo>
                    <a:cubicBezTo>
                      <a:pt x="821" y="7374"/>
                      <a:pt x="419" y="7423"/>
                      <a:pt x="0" y="7505"/>
                    </a:cubicBezTo>
                    <a:cubicBezTo>
                      <a:pt x="69" y="6748"/>
                      <a:pt x="137" y="5992"/>
                      <a:pt x="208" y="5213"/>
                    </a:cubicBezTo>
                    <a:cubicBezTo>
                      <a:pt x="415" y="5213"/>
                      <a:pt x="621" y="5213"/>
                      <a:pt x="833" y="5213"/>
                    </a:cubicBezTo>
                    <a:cubicBezTo>
                      <a:pt x="902" y="5488"/>
                      <a:pt x="971" y="5763"/>
                      <a:pt x="1042" y="6046"/>
                    </a:cubicBezTo>
                    <a:cubicBezTo>
                      <a:pt x="1056" y="5978"/>
                      <a:pt x="1071" y="5910"/>
                      <a:pt x="1086" y="5839"/>
                    </a:cubicBezTo>
                    <a:cubicBezTo>
                      <a:pt x="1135" y="5612"/>
                      <a:pt x="1188" y="5386"/>
                      <a:pt x="1243" y="5161"/>
                    </a:cubicBezTo>
                    <a:cubicBezTo>
                      <a:pt x="1276" y="5024"/>
                      <a:pt x="1308" y="4887"/>
                      <a:pt x="1337" y="4749"/>
                    </a:cubicBezTo>
                    <a:cubicBezTo>
                      <a:pt x="1522" y="3867"/>
                      <a:pt x="1522" y="3867"/>
                      <a:pt x="1761" y="3681"/>
                    </a:cubicBezTo>
                    <a:cubicBezTo>
                      <a:pt x="1988" y="3569"/>
                      <a:pt x="2248" y="3504"/>
                      <a:pt x="2500" y="3546"/>
                    </a:cubicBezTo>
                    <a:cubicBezTo>
                      <a:pt x="2626" y="3627"/>
                      <a:pt x="2692" y="3680"/>
                      <a:pt x="2725" y="3830"/>
                    </a:cubicBezTo>
                    <a:cubicBezTo>
                      <a:pt x="2733" y="3919"/>
                      <a:pt x="2732" y="4005"/>
                      <a:pt x="2729" y="4094"/>
                    </a:cubicBezTo>
                    <a:cubicBezTo>
                      <a:pt x="2728" y="4126"/>
                      <a:pt x="2728" y="4158"/>
                      <a:pt x="2728" y="4191"/>
                    </a:cubicBezTo>
                    <a:cubicBezTo>
                      <a:pt x="2727" y="4293"/>
                      <a:pt x="2724" y="4395"/>
                      <a:pt x="2721" y="4497"/>
                    </a:cubicBezTo>
                    <a:cubicBezTo>
                      <a:pt x="2720" y="4566"/>
                      <a:pt x="2719" y="4635"/>
                      <a:pt x="2719" y="4705"/>
                    </a:cubicBezTo>
                    <a:cubicBezTo>
                      <a:pt x="2716" y="4874"/>
                      <a:pt x="2713" y="5044"/>
                      <a:pt x="2708" y="5213"/>
                    </a:cubicBezTo>
                    <a:cubicBezTo>
                      <a:pt x="2846" y="5213"/>
                      <a:pt x="2983" y="5213"/>
                      <a:pt x="3125" y="5213"/>
                    </a:cubicBezTo>
                    <a:cubicBezTo>
                      <a:pt x="3125" y="5151"/>
                      <a:pt x="3124" y="5089"/>
                      <a:pt x="3124" y="5024"/>
                    </a:cubicBezTo>
                    <a:cubicBezTo>
                      <a:pt x="3119" y="4439"/>
                      <a:pt x="3116" y="3853"/>
                      <a:pt x="3114" y="3268"/>
                    </a:cubicBezTo>
                    <a:cubicBezTo>
                      <a:pt x="3113" y="2967"/>
                      <a:pt x="3112" y="2666"/>
                      <a:pt x="3109" y="2365"/>
                    </a:cubicBezTo>
                    <a:cubicBezTo>
                      <a:pt x="3107" y="2102"/>
                      <a:pt x="3106" y="1840"/>
                      <a:pt x="3105" y="1578"/>
                    </a:cubicBezTo>
                    <a:cubicBezTo>
                      <a:pt x="3105" y="1439"/>
                      <a:pt x="3105" y="1300"/>
                      <a:pt x="3103" y="1161"/>
                    </a:cubicBezTo>
                    <a:cubicBezTo>
                      <a:pt x="3101" y="1006"/>
                      <a:pt x="3101" y="851"/>
                      <a:pt x="3101" y="695"/>
                    </a:cubicBezTo>
                    <a:cubicBezTo>
                      <a:pt x="3101" y="650"/>
                      <a:pt x="3100" y="604"/>
                      <a:pt x="3099" y="556"/>
                    </a:cubicBezTo>
                    <a:cubicBezTo>
                      <a:pt x="3101" y="209"/>
                      <a:pt x="3101" y="209"/>
                      <a:pt x="3226" y="79"/>
                    </a:cubicBezTo>
                    <a:cubicBezTo>
                      <a:pt x="3333" y="5"/>
                      <a:pt x="3333" y="5"/>
                      <a:pt x="3414" y="0"/>
                    </a:cubicBezTo>
                    <a:close/>
                  </a:path>
                </a:pathLst>
              </a:custGeom>
              <a:solidFill>
                <a:srgbClr val="E4B6CE"/>
              </a:solidFill>
              <a:ln w="2646" cap="flat">
                <a:noFill/>
              </a:ln>
            </p:spPr>
          </p:sp>
          <p:sp>
            <p:nvSpPr>
              <p:cNvPr id="2160" name="ICON_C_WINDOWS_GRAPHIC_path_132"/>
              <p:cNvSpPr/>
              <p:nvPr/>
            </p:nvSpPr>
            <p:spPr>
              <a:xfrm>
                <a:off x="5465323" y="7445375"/>
                <a:ext cx="25003" cy="71438"/>
              </a:xfrm>
              <a:custGeom>
                <a:avLst/>
                <a:gdLst/>
                <a:ahLst/>
                <a:cxnLst/>
                <a:rect l="0" t="0" r="r" b="b"/>
                <a:pathLst>
                  <a:path w="1969" h="5625" fill="norm" stroke="0">
                    <a:moveTo>
                      <a:pt x="285" y="0"/>
                    </a:moveTo>
                    <a:cubicBezTo>
                      <a:pt x="608" y="55"/>
                      <a:pt x="902" y="161"/>
                      <a:pt x="1118" y="417"/>
                    </a:cubicBezTo>
                    <a:cubicBezTo>
                      <a:pt x="1274" y="744"/>
                      <a:pt x="1330" y="1120"/>
                      <a:pt x="1392" y="1475"/>
                    </a:cubicBezTo>
                    <a:cubicBezTo>
                      <a:pt x="1405" y="1548"/>
                      <a:pt x="1419" y="1620"/>
                      <a:pt x="1432" y="1693"/>
                    </a:cubicBezTo>
                    <a:cubicBezTo>
                      <a:pt x="1439" y="1728"/>
                      <a:pt x="1445" y="1763"/>
                      <a:pt x="1452" y="1800"/>
                    </a:cubicBezTo>
                    <a:cubicBezTo>
                      <a:pt x="1504" y="2039"/>
                      <a:pt x="1570" y="2146"/>
                      <a:pt x="1758" y="2303"/>
                    </a:cubicBezTo>
                    <a:cubicBezTo>
                      <a:pt x="1947" y="2462"/>
                      <a:pt x="1947" y="2462"/>
                      <a:pt x="1969" y="2641"/>
                    </a:cubicBezTo>
                    <a:cubicBezTo>
                      <a:pt x="1959" y="2814"/>
                      <a:pt x="1922" y="2982"/>
                      <a:pt x="1886" y="3151"/>
                    </a:cubicBezTo>
                    <a:cubicBezTo>
                      <a:pt x="1875" y="3214"/>
                      <a:pt x="1863" y="3277"/>
                      <a:pt x="1853" y="3340"/>
                    </a:cubicBezTo>
                    <a:cubicBezTo>
                      <a:pt x="1835" y="3440"/>
                      <a:pt x="1817" y="3540"/>
                      <a:pt x="1799" y="3639"/>
                    </a:cubicBezTo>
                    <a:cubicBezTo>
                      <a:pt x="1730" y="4014"/>
                      <a:pt x="1684" y="4391"/>
                      <a:pt x="1639" y="4770"/>
                    </a:cubicBezTo>
                    <a:cubicBezTo>
                      <a:pt x="1622" y="4917"/>
                      <a:pt x="1603" y="5064"/>
                      <a:pt x="1585" y="5211"/>
                    </a:cubicBezTo>
                    <a:cubicBezTo>
                      <a:pt x="1568" y="5349"/>
                      <a:pt x="1551" y="5487"/>
                      <a:pt x="1535" y="5625"/>
                    </a:cubicBezTo>
                    <a:cubicBezTo>
                      <a:pt x="1328" y="5625"/>
                      <a:pt x="1122" y="5625"/>
                      <a:pt x="910" y="5625"/>
                    </a:cubicBezTo>
                    <a:cubicBezTo>
                      <a:pt x="906" y="5544"/>
                      <a:pt x="904" y="5464"/>
                      <a:pt x="900" y="5380"/>
                    </a:cubicBezTo>
                    <a:cubicBezTo>
                      <a:pt x="886" y="5006"/>
                      <a:pt x="866" y="4632"/>
                      <a:pt x="845" y="4258"/>
                    </a:cubicBezTo>
                    <a:cubicBezTo>
                      <a:pt x="842" y="4224"/>
                      <a:pt x="841" y="4191"/>
                      <a:pt x="839" y="4156"/>
                    </a:cubicBezTo>
                    <a:cubicBezTo>
                      <a:pt x="789" y="3305"/>
                      <a:pt x="730" y="2555"/>
                      <a:pt x="318" y="1793"/>
                    </a:cubicBezTo>
                    <a:cubicBezTo>
                      <a:pt x="0" y="1200"/>
                      <a:pt x="69" y="725"/>
                      <a:pt x="256" y="92"/>
                    </a:cubicBezTo>
                    <a:cubicBezTo>
                      <a:pt x="265" y="61"/>
                      <a:pt x="275" y="31"/>
                      <a:pt x="285" y="0"/>
                    </a:cubicBezTo>
                    <a:close/>
                  </a:path>
                </a:pathLst>
              </a:custGeom>
              <a:solidFill>
                <a:srgbClr val="90A3D1"/>
              </a:solidFill>
              <a:ln w="2646" cap="flat">
                <a:noFill/>
              </a:ln>
            </p:spPr>
          </p:sp>
          <p:sp>
            <p:nvSpPr>
              <p:cNvPr id="2161" name="ICON_C_WINDOWS_GRAPHIC_path_133"/>
              <p:cNvSpPr/>
              <p:nvPr/>
            </p:nvSpPr>
            <p:spPr>
              <a:xfrm>
                <a:off x="5275792" y="7373938"/>
                <a:ext cx="26458" cy="116417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9167" fill="norm" stroke="0">
                    <a:moveTo>
                      <a:pt x="0" y="0"/>
                    </a:moveTo>
                    <a:cubicBezTo>
                      <a:pt x="170" y="29"/>
                      <a:pt x="339" y="60"/>
                      <a:pt x="508" y="91"/>
                    </a:cubicBezTo>
                    <a:cubicBezTo>
                      <a:pt x="556" y="99"/>
                      <a:pt x="604" y="107"/>
                      <a:pt x="653" y="116"/>
                    </a:cubicBezTo>
                    <a:cubicBezTo>
                      <a:pt x="699" y="125"/>
                      <a:pt x="746" y="133"/>
                      <a:pt x="794" y="143"/>
                    </a:cubicBezTo>
                    <a:cubicBezTo>
                      <a:pt x="815" y="146"/>
                      <a:pt x="815" y="146"/>
                      <a:pt x="922" y="166"/>
                    </a:cubicBezTo>
                    <a:cubicBezTo>
                      <a:pt x="1070" y="219"/>
                      <a:pt x="1165" y="286"/>
                      <a:pt x="1250" y="417"/>
                    </a:cubicBezTo>
                    <a:cubicBezTo>
                      <a:pt x="1290" y="553"/>
                      <a:pt x="1301" y="690"/>
                      <a:pt x="1312" y="831"/>
                    </a:cubicBezTo>
                    <a:cubicBezTo>
                      <a:pt x="1314" y="852"/>
                      <a:pt x="1314" y="852"/>
                      <a:pt x="1324" y="958"/>
                    </a:cubicBezTo>
                    <a:cubicBezTo>
                      <a:pt x="1338" y="1096"/>
                      <a:pt x="1350" y="1235"/>
                      <a:pt x="1361" y="1374"/>
                    </a:cubicBezTo>
                    <a:cubicBezTo>
                      <a:pt x="1370" y="1472"/>
                      <a:pt x="1380" y="1570"/>
                      <a:pt x="1389" y="1668"/>
                    </a:cubicBezTo>
                    <a:cubicBezTo>
                      <a:pt x="1408" y="1874"/>
                      <a:pt x="1426" y="2081"/>
                      <a:pt x="1444" y="2288"/>
                    </a:cubicBezTo>
                    <a:cubicBezTo>
                      <a:pt x="1466" y="2547"/>
                      <a:pt x="1490" y="2805"/>
                      <a:pt x="1514" y="3064"/>
                    </a:cubicBezTo>
                    <a:cubicBezTo>
                      <a:pt x="1634" y="4337"/>
                      <a:pt x="1696" y="5596"/>
                      <a:pt x="1667" y="6875"/>
                    </a:cubicBezTo>
                    <a:cubicBezTo>
                      <a:pt x="1804" y="6875"/>
                      <a:pt x="1942" y="6875"/>
                      <a:pt x="2083" y="6875"/>
                    </a:cubicBezTo>
                    <a:cubicBezTo>
                      <a:pt x="2083" y="7219"/>
                      <a:pt x="2083" y="7562"/>
                      <a:pt x="2083" y="7917"/>
                    </a:cubicBezTo>
                    <a:cubicBezTo>
                      <a:pt x="1808" y="7917"/>
                      <a:pt x="1533" y="7917"/>
                      <a:pt x="1250" y="7917"/>
                    </a:cubicBezTo>
                    <a:cubicBezTo>
                      <a:pt x="1250" y="8329"/>
                      <a:pt x="1250" y="8742"/>
                      <a:pt x="1250" y="9167"/>
                    </a:cubicBezTo>
                    <a:cubicBezTo>
                      <a:pt x="1181" y="9167"/>
                      <a:pt x="1113" y="9167"/>
                      <a:pt x="1042" y="9167"/>
                    </a:cubicBezTo>
                    <a:cubicBezTo>
                      <a:pt x="764" y="8209"/>
                      <a:pt x="812" y="7237"/>
                      <a:pt x="833" y="6250"/>
                    </a:cubicBezTo>
                    <a:cubicBezTo>
                      <a:pt x="766" y="6246"/>
                      <a:pt x="698" y="6244"/>
                      <a:pt x="630" y="6241"/>
                    </a:cubicBezTo>
                    <a:cubicBezTo>
                      <a:pt x="593" y="6240"/>
                      <a:pt x="555" y="6238"/>
                      <a:pt x="516" y="6237"/>
                    </a:cubicBezTo>
                    <a:cubicBezTo>
                      <a:pt x="417" y="6250"/>
                      <a:pt x="417" y="6250"/>
                      <a:pt x="362" y="6314"/>
                    </a:cubicBezTo>
                    <a:cubicBezTo>
                      <a:pt x="326" y="6397"/>
                      <a:pt x="306" y="6474"/>
                      <a:pt x="286" y="6562"/>
                    </a:cubicBezTo>
                    <a:cubicBezTo>
                      <a:pt x="261" y="6666"/>
                      <a:pt x="235" y="6769"/>
                      <a:pt x="208" y="6875"/>
                    </a:cubicBezTo>
                    <a:cubicBezTo>
                      <a:pt x="277" y="6531"/>
                      <a:pt x="346" y="6188"/>
                      <a:pt x="417" y="5833"/>
                    </a:cubicBezTo>
                    <a:cubicBezTo>
                      <a:pt x="623" y="5902"/>
                      <a:pt x="829" y="5971"/>
                      <a:pt x="1042" y="6042"/>
                    </a:cubicBezTo>
                    <a:cubicBezTo>
                      <a:pt x="1046" y="5581"/>
                      <a:pt x="1050" y="5121"/>
                      <a:pt x="1053" y="4661"/>
                    </a:cubicBezTo>
                    <a:cubicBezTo>
                      <a:pt x="1054" y="4447"/>
                      <a:pt x="1055" y="4234"/>
                      <a:pt x="1057" y="4020"/>
                    </a:cubicBezTo>
                    <a:cubicBezTo>
                      <a:pt x="1067" y="3165"/>
                      <a:pt x="1068" y="2309"/>
                      <a:pt x="986" y="1458"/>
                    </a:cubicBezTo>
                    <a:cubicBezTo>
                      <a:pt x="979" y="1385"/>
                      <a:pt x="974" y="1312"/>
                      <a:pt x="969" y="1240"/>
                    </a:cubicBezTo>
                    <a:cubicBezTo>
                      <a:pt x="938" y="786"/>
                      <a:pt x="938" y="786"/>
                      <a:pt x="833" y="625"/>
                    </a:cubicBezTo>
                    <a:cubicBezTo>
                      <a:pt x="651" y="489"/>
                      <a:pt x="429" y="450"/>
                      <a:pt x="208" y="417"/>
                    </a:cubicBezTo>
                    <a:cubicBezTo>
                      <a:pt x="140" y="554"/>
                      <a:pt x="71" y="692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DEDEE8"/>
              </a:solidFill>
              <a:ln w="2646" cap="flat">
                <a:noFill/>
              </a:ln>
            </p:spPr>
          </p:sp>
          <p:sp>
            <p:nvSpPr>
              <p:cNvPr id="2162" name="ICON_C_WINDOWS_GRAPHIC_path_134"/>
              <p:cNvSpPr/>
              <p:nvPr/>
            </p:nvSpPr>
            <p:spPr>
              <a:xfrm>
                <a:off x="5974291" y="7365862"/>
                <a:ext cx="13229" cy="7951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261" fill="norm" stroke="0">
                    <a:moveTo>
                      <a:pt x="634" y="66"/>
                    </a:moveTo>
                    <a:cubicBezTo>
                      <a:pt x="768" y="144"/>
                      <a:pt x="823" y="188"/>
                      <a:pt x="874" y="336"/>
                    </a:cubicBezTo>
                    <a:cubicBezTo>
                      <a:pt x="894" y="490"/>
                      <a:pt x="899" y="642"/>
                      <a:pt x="900" y="798"/>
                    </a:cubicBezTo>
                    <a:cubicBezTo>
                      <a:pt x="902" y="857"/>
                      <a:pt x="904" y="916"/>
                      <a:pt x="906" y="976"/>
                    </a:cubicBezTo>
                    <a:cubicBezTo>
                      <a:pt x="912" y="1138"/>
                      <a:pt x="915" y="1299"/>
                      <a:pt x="918" y="1460"/>
                    </a:cubicBezTo>
                    <a:cubicBezTo>
                      <a:pt x="921" y="1629"/>
                      <a:pt x="927" y="1798"/>
                      <a:pt x="932" y="1967"/>
                    </a:cubicBezTo>
                    <a:cubicBezTo>
                      <a:pt x="942" y="2286"/>
                      <a:pt x="949" y="2605"/>
                      <a:pt x="956" y="2925"/>
                    </a:cubicBezTo>
                    <a:cubicBezTo>
                      <a:pt x="964" y="3289"/>
                      <a:pt x="974" y="3653"/>
                      <a:pt x="985" y="4016"/>
                    </a:cubicBezTo>
                    <a:cubicBezTo>
                      <a:pt x="1006" y="4764"/>
                      <a:pt x="1025" y="5513"/>
                      <a:pt x="1042" y="6261"/>
                    </a:cubicBezTo>
                    <a:cubicBezTo>
                      <a:pt x="698" y="6192"/>
                      <a:pt x="354" y="6123"/>
                      <a:pt x="0" y="6053"/>
                    </a:cubicBezTo>
                    <a:cubicBezTo>
                      <a:pt x="22" y="5295"/>
                      <a:pt x="46" y="4539"/>
                      <a:pt x="71" y="3782"/>
                    </a:cubicBezTo>
                    <a:cubicBezTo>
                      <a:pt x="82" y="3430"/>
                      <a:pt x="94" y="3079"/>
                      <a:pt x="104" y="2727"/>
                    </a:cubicBezTo>
                    <a:cubicBezTo>
                      <a:pt x="113" y="2421"/>
                      <a:pt x="122" y="2114"/>
                      <a:pt x="133" y="1808"/>
                    </a:cubicBezTo>
                    <a:cubicBezTo>
                      <a:pt x="138" y="1646"/>
                      <a:pt x="144" y="1484"/>
                      <a:pt x="148" y="1321"/>
                    </a:cubicBezTo>
                    <a:cubicBezTo>
                      <a:pt x="152" y="1169"/>
                      <a:pt x="157" y="1016"/>
                      <a:pt x="163" y="863"/>
                    </a:cubicBezTo>
                    <a:cubicBezTo>
                      <a:pt x="165" y="808"/>
                      <a:pt x="166" y="751"/>
                      <a:pt x="168" y="695"/>
                    </a:cubicBezTo>
                    <a:cubicBezTo>
                      <a:pt x="178" y="221"/>
                      <a:pt x="178" y="221"/>
                      <a:pt x="289" y="67"/>
                    </a:cubicBezTo>
                    <a:cubicBezTo>
                      <a:pt x="441" y="0"/>
                      <a:pt x="481" y="11"/>
                      <a:pt x="634" y="66"/>
                    </a:cubicBezTo>
                    <a:close/>
                  </a:path>
                </a:pathLst>
              </a:custGeom>
              <a:solidFill>
                <a:srgbClr val="B385A7"/>
              </a:solidFill>
              <a:ln w="2646" cap="flat">
                <a:noFill/>
              </a:ln>
            </p:spPr>
          </p:sp>
          <p:sp>
            <p:nvSpPr>
              <p:cNvPr id="2163" name="ICON_C_WINDOWS_GRAPHIC_path_135"/>
              <p:cNvSpPr/>
              <p:nvPr/>
            </p:nvSpPr>
            <p:spPr>
              <a:xfrm>
                <a:off x="6334125" y="7283979"/>
                <a:ext cx="34396" cy="177271"/>
              </a:xfrm>
              <a:custGeom>
                <a:avLst/>
                <a:gdLst/>
                <a:ahLst/>
                <a:cxnLst/>
                <a:rect l="0" t="0" r="r" b="b"/>
                <a:pathLst>
                  <a:path w="2708" h="13958" fill="norm" stroke="0">
                    <a:moveTo>
                      <a:pt x="2292" y="0"/>
                    </a:moveTo>
                    <a:cubicBezTo>
                      <a:pt x="2403" y="25"/>
                      <a:pt x="2403" y="25"/>
                      <a:pt x="2513" y="91"/>
                    </a:cubicBezTo>
                    <a:cubicBezTo>
                      <a:pt x="2550" y="112"/>
                      <a:pt x="2587" y="134"/>
                      <a:pt x="2625" y="155"/>
                    </a:cubicBezTo>
                    <a:cubicBezTo>
                      <a:pt x="2652" y="173"/>
                      <a:pt x="2680" y="190"/>
                      <a:pt x="2708" y="208"/>
                    </a:cubicBezTo>
                    <a:cubicBezTo>
                      <a:pt x="2691" y="221"/>
                      <a:pt x="2691" y="221"/>
                      <a:pt x="2606" y="284"/>
                    </a:cubicBezTo>
                    <a:cubicBezTo>
                      <a:pt x="2444" y="449"/>
                      <a:pt x="2468" y="650"/>
                      <a:pt x="2467" y="869"/>
                    </a:cubicBezTo>
                    <a:cubicBezTo>
                      <a:pt x="2466" y="915"/>
                      <a:pt x="2465" y="961"/>
                      <a:pt x="2464" y="1009"/>
                    </a:cubicBezTo>
                    <a:cubicBezTo>
                      <a:pt x="2461" y="1136"/>
                      <a:pt x="2460" y="1264"/>
                      <a:pt x="2458" y="1392"/>
                    </a:cubicBezTo>
                    <a:cubicBezTo>
                      <a:pt x="2456" y="1530"/>
                      <a:pt x="2454" y="1668"/>
                      <a:pt x="2451" y="1806"/>
                    </a:cubicBezTo>
                    <a:cubicBezTo>
                      <a:pt x="2446" y="2044"/>
                      <a:pt x="2443" y="2283"/>
                      <a:pt x="2439" y="2522"/>
                    </a:cubicBezTo>
                    <a:cubicBezTo>
                      <a:pt x="2435" y="2867"/>
                      <a:pt x="2429" y="3213"/>
                      <a:pt x="2423" y="3558"/>
                    </a:cubicBezTo>
                    <a:cubicBezTo>
                      <a:pt x="2413" y="4118"/>
                      <a:pt x="2404" y="4679"/>
                      <a:pt x="2395" y="5239"/>
                    </a:cubicBezTo>
                    <a:cubicBezTo>
                      <a:pt x="2387" y="5783"/>
                      <a:pt x="2379" y="6327"/>
                      <a:pt x="2369" y="6872"/>
                    </a:cubicBezTo>
                    <a:cubicBezTo>
                      <a:pt x="2369" y="6905"/>
                      <a:pt x="2368" y="6939"/>
                      <a:pt x="2368" y="6973"/>
                    </a:cubicBezTo>
                    <a:cubicBezTo>
                      <a:pt x="2365" y="7141"/>
                      <a:pt x="2362" y="7310"/>
                      <a:pt x="2359" y="7478"/>
                    </a:cubicBezTo>
                    <a:cubicBezTo>
                      <a:pt x="2335" y="8874"/>
                      <a:pt x="2313" y="10270"/>
                      <a:pt x="2292" y="11667"/>
                    </a:cubicBezTo>
                    <a:cubicBezTo>
                      <a:pt x="2224" y="11670"/>
                      <a:pt x="2157" y="11673"/>
                      <a:pt x="2090" y="11675"/>
                    </a:cubicBezTo>
                    <a:cubicBezTo>
                      <a:pt x="2052" y="11676"/>
                      <a:pt x="2015" y="11678"/>
                      <a:pt x="1976" y="11679"/>
                    </a:cubicBezTo>
                    <a:cubicBezTo>
                      <a:pt x="1875" y="11667"/>
                      <a:pt x="1875" y="11667"/>
                      <a:pt x="1815" y="11612"/>
                    </a:cubicBezTo>
                    <a:cubicBezTo>
                      <a:pt x="1770" y="11533"/>
                      <a:pt x="1731" y="11450"/>
                      <a:pt x="1693" y="11367"/>
                    </a:cubicBezTo>
                    <a:cubicBezTo>
                      <a:pt x="1458" y="11042"/>
                      <a:pt x="1458" y="11042"/>
                      <a:pt x="625" y="10833"/>
                    </a:cubicBezTo>
                    <a:cubicBezTo>
                      <a:pt x="625" y="11865"/>
                      <a:pt x="625" y="12896"/>
                      <a:pt x="625" y="13958"/>
                    </a:cubicBezTo>
                    <a:cubicBezTo>
                      <a:pt x="419" y="13958"/>
                      <a:pt x="213" y="13958"/>
                      <a:pt x="0" y="13958"/>
                    </a:cubicBezTo>
                    <a:cubicBezTo>
                      <a:pt x="0" y="13821"/>
                      <a:pt x="0" y="13683"/>
                      <a:pt x="0" y="13542"/>
                    </a:cubicBezTo>
                    <a:cubicBezTo>
                      <a:pt x="138" y="13542"/>
                      <a:pt x="275" y="13542"/>
                      <a:pt x="417" y="13542"/>
                    </a:cubicBezTo>
                    <a:cubicBezTo>
                      <a:pt x="413" y="13506"/>
                      <a:pt x="410" y="13470"/>
                      <a:pt x="407" y="13434"/>
                    </a:cubicBezTo>
                    <a:cubicBezTo>
                      <a:pt x="377" y="13097"/>
                      <a:pt x="355" y="12760"/>
                      <a:pt x="341" y="12423"/>
                    </a:cubicBezTo>
                    <a:cubicBezTo>
                      <a:pt x="334" y="12249"/>
                      <a:pt x="323" y="12076"/>
                      <a:pt x="307" y="11903"/>
                    </a:cubicBezTo>
                    <a:cubicBezTo>
                      <a:pt x="304" y="11868"/>
                      <a:pt x="301" y="11834"/>
                      <a:pt x="298" y="11799"/>
                    </a:cubicBezTo>
                    <a:cubicBezTo>
                      <a:pt x="292" y="11735"/>
                      <a:pt x="285" y="11672"/>
                      <a:pt x="278" y="11609"/>
                    </a:cubicBezTo>
                    <a:cubicBezTo>
                      <a:pt x="269" y="11506"/>
                      <a:pt x="270" y="11407"/>
                      <a:pt x="274" y="11304"/>
                    </a:cubicBezTo>
                    <a:cubicBezTo>
                      <a:pt x="275" y="11290"/>
                      <a:pt x="275" y="11290"/>
                      <a:pt x="276" y="11222"/>
                    </a:cubicBezTo>
                    <a:cubicBezTo>
                      <a:pt x="284" y="11016"/>
                      <a:pt x="295" y="10798"/>
                      <a:pt x="417" y="10625"/>
                    </a:cubicBezTo>
                    <a:cubicBezTo>
                      <a:pt x="601" y="10524"/>
                      <a:pt x="836" y="10538"/>
                      <a:pt x="1041" y="10523"/>
                    </a:cubicBezTo>
                    <a:cubicBezTo>
                      <a:pt x="1338" y="10494"/>
                      <a:pt x="1657" y="10425"/>
                      <a:pt x="1875" y="10208"/>
                    </a:cubicBezTo>
                    <a:cubicBezTo>
                      <a:pt x="2183" y="9658"/>
                      <a:pt x="2072" y="8850"/>
                      <a:pt x="2060" y="8236"/>
                    </a:cubicBezTo>
                    <a:cubicBezTo>
                      <a:pt x="2054" y="7959"/>
                      <a:pt x="2057" y="7681"/>
                      <a:pt x="2061" y="7403"/>
                    </a:cubicBezTo>
                    <a:cubicBezTo>
                      <a:pt x="2067" y="6907"/>
                      <a:pt x="2067" y="6412"/>
                      <a:pt x="2062" y="5916"/>
                    </a:cubicBezTo>
                    <a:cubicBezTo>
                      <a:pt x="2058" y="5435"/>
                      <a:pt x="2057" y="4954"/>
                      <a:pt x="2059" y="4474"/>
                    </a:cubicBezTo>
                    <a:cubicBezTo>
                      <a:pt x="2059" y="4444"/>
                      <a:pt x="2059" y="4414"/>
                      <a:pt x="2059" y="4384"/>
                    </a:cubicBezTo>
                    <a:cubicBezTo>
                      <a:pt x="2060" y="4089"/>
                      <a:pt x="2062" y="3794"/>
                      <a:pt x="2064" y="3499"/>
                    </a:cubicBezTo>
                    <a:cubicBezTo>
                      <a:pt x="2064" y="3385"/>
                      <a:pt x="2065" y="3270"/>
                      <a:pt x="2066" y="3155"/>
                    </a:cubicBezTo>
                    <a:cubicBezTo>
                      <a:pt x="2066" y="3099"/>
                      <a:pt x="2066" y="3042"/>
                      <a:pt x="2066" y="2986"/>
                    </a:cubicBezTo>
                    <a:cubicBezTo>
                      <a:pt x="2069" y="2626"/>
                      <a:pt x="2069" y="2266"/>
                      <a:pt x="2066" y="1906"/>
                    </a:cubicBezTo>
                    <a:cubicBezTo>
                      <a:pt x="2065" y="1700"/>
                      <a:pt x="2065" y="1494"/>
                      <a:pt x="2064" y="1288"/>
                    </a:cubicBezTo>
                    <a:cubicBezTo>
                      <a:pt x="2064" y="1193"/>
                      <a:pt x="2063" y="1097"/>
                      <a:pt x="2062" y="1001"/>
                    </a:cubicBezTo>
                    <a:cubicBezTo>
                      <a:pt x="2060" y="871"/>
                      <a:pt x="2060" y="741"/>
                      <a:pt x="2060" y="610"/>
                    </a:cubicBezTo>
                    <a:cubicBezTo>
                      <a:pt x="2059" y="572"/>
                      <a:pt x="2059" y="534"/>
                      <a:pt x="2058" y="495"/>
                    </a:cubicBezTo>
                    <a:cubicBezTo>
                      <a:pt x="2059" y="323"/>
                      <a:pt x="2062" y="207"/>
                      <a:pt x="2182" y="77"/>
                    </a:cubicBezTo>
                    <a:cubicBezTo>
                      <a:pt x="2218" y="52"/>
                      <a:pt x="2254" y="26"/>
                      <a:pt x="2292" y="0"/>
                    </a:cubicBezTo>
                    <a:close/>
                  </a:path>
                </a:pathLst>
              </a:custGeom>
              <a:solidFill>
                <a:srgbClr val="CEEAE9"/>
              </a:solidFill>
              <a:ln w="2646" cap="flat">
                <a:noFill/>
              </a:ln>
            </p:spPr>
          </p:sp>
          <p:sp>
            <p:nvSpPr>
              <p:cNvPr id="2164" name="ICON_C_WINDOWS_GRAPHIC_path_136"/>
              <p:cNvSpPr/>
              <p:nvPr/>
            </p:nvSpPr>
            <p:spPr>
              <a:xfrm>
                <a:off x="6318250" y="7461250"/>
                <a:ext cx="43344" cy="79375"/>
              </a:xfrm>
              <a:custGeom>
                <a:avLst/>
                <a:gdLst/>
                <a:ahLst/>
                <a:cxnLst/>
                <a:rect l="0" t="0" r="r" b="b"/>
                <a:pathLst>
                  <a:path w="3413" h="6250" fill="norm" stroke="0">
                    <a:moveTo>
                      <a:pt x="0" y="0"/>
                    </a:moveTo>
                    <a:cubicBezTo>
                      <a:pt x="310" y="81"/>
                      <a:pt x="610" y="176"/>
                      <a:pt x="833" y="417"/>
                    </a:cubicBezTo>
                    <a:cubicBezTo>
                      <a:pt x="991" y="783"/>
                      <a:pt x="979" y="1211"/>
                      <a:pt x="987" y="1604"/>
                    </a:cubicBezTo>
                    <a:cubicBezTo>
                      <a:pt x="991" y="1752"/>
                      <a:pt x="1000" y="1900"/>
                      <a:pt x="1008" y="2048"/>
                    </a:cubicBezTo>
                    <a:cubicBezTo>
                      <a:pt x="1024" y="2338"/>
                      <a:pt x="1034" y="2627"/>
                      <a:pt x="1042" y="2917"/>
                    </a:cubicBezTo>
                    <a:cubicBezTo>
                      <a:pt x="1317" y="2917"/>
                      <a:pt x="1592" y="2917"/>
                      <a:pt x="1875" y="2917"/>
                    </a:cubicBezTo>
                    <a:cubicBezTo>
                      <a:pt x="1886" y="2856"/>
                      <a:pt x="1898" y="2795"/>
                      <a:pt x="1910" y="2732"/>
                    </a:cubicBezTo>
                    <a:cubicBezTo>
                      <a:pt x="1953" y="2504"/>
                      <a:pt x="1997" y="2277"/>
                      <a:pt x="2042" y="2049"/>
                    </a:cubicBezTo>
                    <a:cubicBezTo>
                      <a:pt x="2061" y="1951"/>
                      <a:pt x="2079" y="1853"/>
                      <a:pt x="2098" y="1755"/>
                    </a:cubicBezTo>
                    <a:cubicBezTo>
                      <a:pt x="2125" y="1613"/>
                      <a:pt x="2152" y="1471"/>
                      <a:pt x="2180" y="1330"/>
                    </a:cubicBezTo>
                    <a:cubicBezTo>
                      <a:pt x="2188" y="1286"/>
                      <a:pt x="2196" y="1243"/>
                      <a:pt x="2205" y="1198"/>
                    </a:cubicBezTo>
                    <a:cubicBezTo>
                      <a:pt x="2262" y="911"/>
                      <a:pt x="2356" y="671"/>
                      <a:pt x="2500" y="417"/>
                    </a:cubicBezTo>
                    <a:cubicBezTo>
                      <a:pt x="2721" y="451"/>
                      <a:pt x="2941" y="491"/>
                      <a:pt x="3125" y="625"/>
                    </a:cubicBezTo>
                    <a:cubicBezTo>
                      <a:pt x="3247" y="852"/>
                      <a:pt x="3252" y="1087"/>
                      <a:pt x="3268" y="1341"/>
                    </a:cubicBezTo>
                    <a:cubicBezTo>
                      <a:pt x="3275" y="1419"/>
                      <a:pt x="3282" y="1498"/>
                      <a:pt x="3289" y="1576"/>
                    </a:cubicBezTo>
                    <a:cubicBezTo>
                      <a:pt x="3413" y="3125"/>
                      <a:pt x="3350" y="4698"/>
                      <a:pt x="3333" y="6250"/>
                    </a:cubicBezTo>
                    <a:cubicBezTo>
                      <a:pt x="3265" y="6250"/>
                      <a:pt x="3196" y="6250"/>
                      <a:pt x="3125" y="6250"/>
                    </a:cubicBezTo>
                    <a:cubicBezTo>
                      <a:pt x="2988" y="5013"/>
                      <a:pt x="2850" y="3775"/>
                      <a:pt x="2708" y="2500"/>
                    </a:cubicBezTo>
                    <a:cubicBezTo>
                      <a:pt x="2502" y="2775"/>
                      <a:pt x="2296" y="3050"/>
                      <a:pt x="2083" y="3333"/>
                    </a:cubicBezTo>
                    <a:cubicBezTo>
                      <a:pt x="1822" y="3404"/>
                      <a:pt x="1683" y="3427"/>
                      <a:pt x="1432" y="3398"/>
                    </a:cubicBezTo>
                    <a:cubicBezTo>
                      <a:pt x="1377" y="3396"/>
                      <a:pt x="1321" y="3394"/>
                      <a:pt x="1265" y="3392"/>
                    </a:cubicBezTo>
                    <a:cubicBezTo>
                      <a:pt x="1061" y="3382"/>
                      <a:pt x="895" y="3371"/>
                      <a:pt x="716" y="3261"/>
                    </a:cubicBezTo>
                    <a:cubicBezTo>
                      <a:pt x="552" y="3075"/>
                      <a:pt x="574" y="2793"/>
                      <a:pt x="559" y="2558"/>
                    </a:cubicBezTo>
                    <a:cubicBezTo>
                      <a:pt x="555" y="2502"/>
                      <a:pt x="550" y="2446"/>
                      <a:pt x="546" y="2391"/>
                    </a:cubicBezTo>
                    <a:cubicBezTo>
                      <a:pt x="535" y="2244"/>
                      <a:pt x="524" y="2098"/>
                      <a:pt x="514" y="1952"/>
                    </a:cubicBezTo>
                    <a:cubicBezTo>
                      <a:pt x="504" y="1802"/>
                      <a:pt x="492" y="1653"/>
                      <a:pt x="481" y="1504"/>
                    </a:cubicBezTo>
                    <a:cubicBezTo>
                      <a:pt x="458" y="1211"/>
                      <a:pt x="437" y="918"/>
                      <a:pt x="417" y="625"/>
                    </a:cubicBezTo>
                    <a:cubicBezTo>
                      <a:pt x="348" y="659"/>
                      <a:pt x="348" y="659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DEE3EA"/>
              </a:solidFill>
              <a:ln w="2646" cap="flat">
                <a:noFill/>
              </a:ln>
            </p:spPr>
          </p:sp>
          <p:sp>
            <p:nvSpPr>
              <p:cNvPr id="2165" name="ICON_C_WINDOWS_GRAPHIC_path_137"/>
              <p:cNvSpPr/>
              <p:nvPr/>
            </p:nvSpPr>
            <p:spPr>
              <a:xfrm>
                <a:off x="6061604" y="7403042"/>
                <a:ext cx="24807" cy="66146"/>
              </a:xfrm>
              <a:custGeom>
                <a:avLst/>
                <a:gdLst/>
                <a:ahLst/>
                <a:cxnLst/>
                <a:rect l="0" t="0" r="r" b="b"/>
                <a:pathLst>
                  <a:path w="1953" h="5208" fill="norm" stroke="0">
                    <a:moveTo>
                      <a:pt x="1042" y="0"/>
                    </a:moveTo>
                    <a:cubicBezTo>
                      <a:pt x="1248" y="0"/>
                      <a:pt x="1454" y="0"/>
                      <a:pt x="1667" y="0"/>
                    </a:cubicBezTo>
                    <a:cubicBezTo>
                      <a:pt x="1709" y="454"/>
                      <a:pt x="1747" y="909"/>
                      <a:pt x="1781" y="1364"/>
                    </a:cubicBezTo>
                    <a:cubicBezTo>
                      <a:pt x="1796" y="1575"/>
                      <a:pt x="1813" y="1786"/>
                      <a:pt x="1833" y="1997"/>
                    </a:cubicBezTo>
                    <a:cubicBezTo>
                      <a:pt x="1852" y="2201"/>
                      <a:pt x="1868" y="2405"/>
                      <a:pt x="1882" y="2609"/>
                    </a:cubicBezTo>
                    <a:cubicBezTo>
                      <a:pt x="1888" y="2687"/>
                      <a:pt x="1894" y="2764"/>
                      <a:pt x="1903" y="2842"/>
                    </a:cubicBezTo>
                    <a:cubicBezTo>
                      <a:pt x="1953" y="3337"/>
                      <a:pt x="1953" y="3337"/>
                      <a:pt x="1875" y="3542"/>
                    </a:cubicBezTo>
                    <a:cubicBezTo>
                      <a:pt x="1746" y="3694"/>
                      <a:pt x="1580" y="3779"/>
                      <a:pt x="1403" y="3865"/>
                    </a:cubicBezTo>
                    <a:cubicBezTo>
                      <a:pt x="1222" y="3959"/>
                      <a:pt x="1154" y="4090"/>
                      <a:pt x="1074" y="4273"/>
                    </a:cubicBezTo>
                    <a:cubicBezTo>
                      <a:pt x="1060" y="4303"/>
                      <a:pt x="1046" y="4334"/>
                      <a:pt x="1032" y="4365"/>
                    </a:cubicBezTo>
                    <a:cubicBezTo>
                      <a:pt x="1023" y="4389"/>
                      <a:pt x="1013" y="4414"/>
                      <a:pt x="1003" y="4439"/>
                    </a:cubicBezTo>
                    <a:cubicBezTo>
                      <a:pt x="993" y="4467"/>
                      <a:pt x="981" y="4495"/>
                      <a:pt x="970" y="4524"/>
                    </a:cubicBezTo>
                    <a:cubicBezTo>
                      <a:pt x="948" y="4581"/>
                      <a:pt x="926" y="4639"/>
                      <a:pt x="905" y="4697"/>
                    </a:cubicBezTo>
                    <a:cubicBezTo>
                      <a:pt x="872" y="4782"/>
                      <a:pt x="837" y="4866"/>
                      <a:pt x="801" y="4950"/>
                    </a:cubicBezTo>
                    <a:cubicBezTo>
                      <a:pt x="792" y="4976"/>
                      <a:pt x="784" y="5002"/>
                      <a:pt x="775" y="5029"/>
                    </a:cubicBezTo>
                    <a:cubicBezTo>
                      <a:pt x="743" y="5100"/>
                      <a:pt x="743" y="5100"/>
                      <a:pt x="625" y="5208"/>
                    </a:cubicBezTo>
                    <a:cubicBezTo>
                      <a:pt x="419" y="5208"/>
                      <a:pt x="213" y="5208"/>
                      <a:pt x="0" y="5208"/>
                    </a:cubicBezTo>
                    <a:cubicBezTo>
                      <a:pt x="0" y="4727"/>
                      <a:pt x="0" y="4246"/>
                      <a:pt x="0" y="3750"/>
                    </a:cubicBezTo>
                    <a:cubicBezTo>
                      <a:pt x="138" y="3750"/>
                      <a:pt x="275" y="3750"/>
                      <a:pt x="417" y="3750"/>
                    </a:cubicBezTo>
                    <a:cubicBezTo>
                      <a:pt x="500" y="3677"/>
                      <a:pt x="500" y="3677"/>
                      <a:pt x="544" y="3572"/>
                    </a:cubicBezTo>
                    <a:cubicBezTo>
                      <a:pt x="561" y="3532"/>
                      <a:pt x="578" y="3493"/>
                      <a:pt x="595" y="3452"/>
                    </a:cubicBezTo>
                    <a:cubicBezTo>
                      <a:pt x="611" y="3408"/>
                      <a:pt x="627" y="3363"/>
                      <a:pt x="643" y="3318"/>
                    </a:cubicBezTo>
                    <a:cubicBezTo>
                      <a:pt x="660" y="3272"/>
                      <a:pt x="678" y="3225"/>
                      <a:pt x="696" y="3178"/>
                    </a:cubicBezTo>
                    <a:cubicBezTo>
                      <a:pt x="902" y="2599"/>
                      <a:pt x="927" y="1990"/>
                      <a:pt x="959" y="1381"/>
                    </a:cubicBezTo>
                    <a:cubicBezTo>
                      <a:pt x="967" y="1225"/>
                      <a:pt x="978" y="1068"/>
                      <a:pt x="988" y="912"/>
                    </a:cubicBezTo>
                    <a:cubicBezTo>
                      <a:pt x="1008" y="608"/>
                      <a:pt x="1025" y="304"/>
                      <a:pt x="1042" y="0"/>
                    </a:cubicBezTo>
                    <a:close/>
                  </a:path>
                </a:pathLst>
              </a:custGeom>
              <a:solidFill>
                <a:srgbClr val="B78CAB"/>
              </a:solidFill>
              <a:ln w="2646" cap="flat">
                <a:noFill/>
              </a:ln>
            </p:spPr>
          </p:sp>
          <p:sp>
            <p:nvSpPr>
              <p:cNvPr id="2166" name="ICON_C_WINDOWS_GRAPHIC_path_138"/>
              <p:cNvSpPr/>
              <p:nvPr/>
            </p:nvSpPr>
            <p:spPr>
              <a:xfrm>
                <a:off x="6375684" y="7389469"/>
                <a:ext cx="85442" cy="67879"/>
              </a:xfrm>
              <a:custGeom>
                <a:avLst/>
                <a:gdLst/>
                <a:ahLst/>
                <a:cxnLst/>
                <a:rect l="0" t="0" r="r" b="b"/>
                <a:pathLst>
                  <a:path w="6728" h="5345" fill="norm" stroke="0">
                    <a:moveTo>
                      <a:pt x="5934" y="7"/>
                    </a:moveTo>
                    <a:cubicBezTo>
                      <a:pt x="5957" y="7"/>
                      <a:pt x="5957" y="7"/>
                      <a:pt x="6075" y="9"/>
                    </a:cubicBezTo>
                    <a:cubicBezTo>
                      <a:pt x="6099" y="10"/>
                      <a:pt x="6099" y="10"/>
                      <a:pt x="6220" y="14"/>
                    </a:cubicBezTo>
                    <a:cubicBezTo>
                      <a:pt x="6269" y="15"/>
                      <a:pt x="6317" y="16"/>
                      <a:pt x="6368" y="17"/>
                    </a:cubicBezTo>
                    <a:cubicBezTo>
                      <a:pt x="6488" y="19"/>
                      <a:pt x="6608" y="23"/>
                      <a:pt x="6728" y="27"/>
                    </a:cubicBezTo>
                    <a:cubicBezTo>
                      <a:pt x="6715" y="30"/>
                      <a:pt x="6715" y="30"/>
                      <a:pt x="6653" y="42"/>
                    </a:cubicBezTo>
                    <a:cubicBezTo>
                      <a:pt x="6361" y="112"/>
                      <a:pt x="6090" y="208"/>
                      <a:pt x="5894" y="444"/>
                    </a:cubicBezTo>
                    <a:cubicBezTo>
                      <a:pt x="5819" y="663"/>
                      <a:pt x="5804" y="877"/>
                      <a:pt x="5797" y="1108"/>
                    </a:cubicBezTo>
                    <a:cubicBezTo>
                      <a:pt x="5796" y="1124"/>
                      <a:pt x="5796" y="1124"/>
                      <a:pt x="5793" y="1203"/>
                    </a:cubicBezTo>
                    <a:cubicBezTo>
                      <a:pt x="5787" y="1436"/>
                      <a:pt x="5788" y="1669"/>
                      <a:pt x="5790" y="1902"/>
                    </a:cubicBezTo>
                    <a:cubicBezTo>
                      <a:pt x="5793" y="2167"/>
                      <a:pt x="5793" y="2431"/>
                      <a:pt x="5784" y="2696"/>
                    </a:cubicBezTo>
                    <a:cubicBezTo>
                      <a:pt x="5783" y="2727"/>
                      <a:pt x="5781" y="2759"/>
                      <a:pt x="5780" y="2791"/>
                    </a:cubicBezTo>
                    <a:cubicBezTo>
                      <a:pt x="5756" y="3275"/>
                      <a:pt x="5756" y="3275"/>
                      <a:pt x="5605" y="3459"/>
                    </a:cubicBezTo>
                    <a:cubicBezTo>
                      <a:pt x="5404" y="3608"/>
                      <a:pt x="5191" y="3671"/>
                      <a:pt x="4953" y="3736"/>
                    </a:cubicBezTo>
                    <a:cubicBezTo>
                      <a:pt x="4776" y="3808"/>
                      <a:pt x="4671" y="3944"/>
                      <a:pt x="4553" y="4090"/>
                    </a:cubicBezTo>
                    <a:cubicBezTo>
                      <a:pt x="4269" y="4405"/>
                      <a:pt x="3966" y="4532"/>
                      <a:pt x="3569" y="4672"/>
                    </a:cubicBezTo>
                    <a:cubicBezTo>
                      <a:pt x="3336" y="4755"/>
                      <a:pt x="3136" y="4834"/>
                      <a:pt x="2942" y="4991"/>
                    </a:cubicBezTo>
                    <a:cubicBezTo>
                      <a:pt x="2475" y="5345"/>
                      <a:pt x="2447" y="5235"/>
                      <a:pt x="1728" y="5235"/>
                    </a:cubicBezTo>
                    <a:cubicBezTo>
                      <a:pt x="1728" y="4617"/>
                      <a:pt x="1728" y="3998"/>
                      <a:pt x="1728" y="3360"/>
                    </a:cubicBezTo>
                    <a:cubicBezTo>
                      <a:pt x="1026" y="3594"/>
                      <a:pt x="1026" y="3594"/>
                      <a:pt x="777" y="3907"/>
                    </a:cubicBezTo>
                    <a:cubicBezTo>
                      <a:pt x="525" y="4190"/>
                      <a:pt x="525" y="4190"/>
                      <a:pt x="346" y="4203"/>
                    </a:cubicBezTo>
                    <a:cubicBezTo>
                      <a:pt x="213" y="4148"/>
                      <a:pt x="148" y="4099"/>
                      <a:pt x="61" y="3985"/>
                    </a:cubicBezTo>
                    <a:cubicBezTo>
                      <a:pt x="0" y="3830"/>
                      <a:pt x="2" y="3724"/>
                      <a:pt x="61" y="3569"/>
                    </a:cubicBezTo>
                    <a:cubicBezTo>
                      <a:pt x="149" y="3518"/>
                      <a:pt x="149" y="3518"/>
                      <a:pt x="258" y="3478"/>
                    </a:cubicBezTo>
                    <a:cubicBezTo>
                      <a:pt x="521" y="3358"/>
                      <a:pt x="601" y="3189"/>
                      <a:pt x="712" y="2931"/>
                    </a:cubicBezTo>
                    <a:cubicBezTo>
                      <a:pt x="721" y="2911"/>
                      <a:pt x="721" y="2911"/>
                      <a:pt x="766" y="2813"/>
                    </a:cubicBezTo>
                    <a:cubicBezTo>
                      <a:pt x="810" y="2718"/>
                      <a:pt x="853" y="2623"/>
                      <a:pt x="894" y="2527"/>
                    </a:cubicBezTo>
                    <a:cubicBezTo>
                      <a:pt x="1260" y="2645"/>
                      <a:pt x="1724" y="2806"/>
                      <a:pt x="1936" y="3152"/>
                    </a:cubicBezTo>
                    <a:cubicBezTo>
                      <a:pt x="2103" y="3665"/>
                      <a:pt x="1997" y="4293"/>
                      <a:pt x="1936" y="4819"/>
                    </a:cubicBezTo>
                    <a:cubicBezTo>
                      <a:pt x="2038" y="4826"/>
                      <a:pt x="2140" y="4832"/>
                      <a:pt x="2242" y="4837"/>
                    </a:cubicBezTo>
                    <a:cubicBezTo>
                      <a:pt x="2256" y="4838"/>
                      <a:pt x="2256" y="4838"/>
                      <a:pt x="2330" y="4844"/>
                    </a:cubicBezTo>
                    <a:cubicBezTo>
                      <a:pt x="2414" y="4847"/>
                      <a:pt x="2414" y="4847"/>
                      <a:pt x="2561" y="4819"/>
                    </a:cubicBezTo>
                    <a:cubicBezTo>
                      <a:pt x="2616" y="4712"/>
                      <a:pt x="2643" y="4646"/>
                      <a:pt x="2665" y="4532"/>
                    </a:cubicBezTo>
                    <a:cubicBezTo>
                      <a:pt x="2673" y="4501"/>
                      <a:pt x="2681" y="4470"/>
                      <a:pt x="2689" y="4438"/>
                    </a:cubicBezTo>
                    <a:cubicBezTo>
                      <a:pt x="2695" y="4413"/>
                      <a:pt x="2701" y="4386"/>
                      <a:pt x="2707" y="4360"/>
                    </a:cubicBezTo>
                    <a:cubicBezTo>
                      <a:pt x="2785" y="4106"/>
                      <a:pt x="2971" y="3985"/>
                      <a:pt x="3195" y="3860"/>
                    </a:cubicBezTo>
                    <a:cubicBezTo>
                      <a:pt x="3469" y="3731"/>
                      <a:pt x="3770" y="3697"/>
                      <a:pt x="4067" y="3651"/>
                    </a:cubicBezTo>
                    <a:cubicBezTo>
                      <a:pt x="4405" y="3593"/>
                      <a:pt x="4542" y="3521"/>
                      <a:pt x="4747" y="3243"/>
                    </a:cubicBezTo>
                    <a:cubicBezTo>
                      <a:pt x="4887" y="3122"/>
                      <a:pt x="5001" y="3130"/>
                      <a:pt x="5176" y="3140"/>
                    </a:cubicBezTo>
                    <a:cubicBezTo>
                      <a:pt x="5205" y="3141"/>
                      <a:pt x="5235" y="3142"/>
                      <a:pt x="5264" y="3143"/>
                    </a:cubicBezTo>
                    <a:cubicBezTo>
                      <a:pt x="5335" y="3145"/>
                      <a:pt x="5406" y="3148"/>
                      <a:pt x="5478" y="3152"/>
                    </a:cubicBezTo>
                    <a:cubicBezTo>
                      <a:pt x="5477" y="3116"/>
                      <a:pt x="5477" y="3080"/>
                      <a:pt x="5476" y="3043"/>
                    </a:cubicBezTo>
                    <a:cubicBezTo>
                      <a:pt x="5472" y="2702"/>
                      <a:pt x="5469" y="2362"/>
                      <a:pt x="5467" y="2022"/>
                    </a:cubicBezTo>
                    <a:cubicBezTo>
                      <a:pt x="5466" y="1847"/>
                      <a:pt x="5464" y="1672"/>
                      <a:pt x="5462" y="1497"/>
                    </a:cubicBezTo>
                    <a:cubicBezTo>
                      <a:pt x="5460" y="1328"/>
                      <a:pt x="5458" y="1160"/>
                      <a:pt x="5458" y="991"/>
                    </a:cubicBezTo>
                    <a:cubicBezTo>
                      <a:pt x="5457" y="926"/>
                      <a:pt x="5457" y="862"/>
                      <a:pt x="5456" y="798"/>
                    </a:cubicBezTo>
                    <a:cubicBezTo>
                      <a:pt x="5454" y="707"/>
                      <a:pt x="5454" y="617"/>
                      <a:pt x="5454" y="527"/>
                    </a:cubicBezTo>
                    <a:cubicBezTo>
                      <a:pt x="5454" y="475"/>
                      <a:pt x="5453" y="424"/>
                      <a:pt x="5452" y="371"/>
                    </a:cubicBezTo>
                    <a:cubicBezTo>
                      <a:pt x="5502" y="100"/>
                      <a:pt x="5672" y="0"/>
                      <a:pt x="5934" y="7"/>
                    </a:cubicBezTo>
                    <a:close/>
                  </a:path>
                </a:pathLst>
              </a:custGeom>
              <a:solidFill>
                <a:srgbClr val="B8D2D8"/>
              </a:solidFill>
              <a:ln w="2646" cap="flat">
                <a:noFill/>
              </a:ln>
            </p:spPr>
          </p:sp>
          <p:sp>
            <p:nvSpPr>
              <p:cNvPr id="2167" name="ICON_C_WINDOWS_GRAPHIC_path_139"/>
              <p:cNvSpPr/>
              <p:nvPr/>
            </p:nvSpPr>
            <p:spPr>
              <a:xfrm>
                <a:off x="6505775" y="7394796"/>
                <a:ext cx="11769" cy="69310"/>
              </a:xfrm>
              <a:custGeom>
                <a:avLst/>
                <a:gdLst/>
                <a:ahLst/>
                <a:cxnLst/>
                <a:rect l="0" t="0" r="r" b="b"/>
                <a:pathLst>
                  <a:path w="927" h="5457" fill="norm" stroke="0">
                    <a:moveTo>
                      <a:pt x="560" y="11"/>
                    </a:moveTo>
                    <a:cubicBezTo>
                      <a:pt x="574" y="12"/>
                      <a:pt x="574" y="12"/>
                      <a:pt x="647" y="14"/>
                    </a:cubicBezTo>
                    <a:cubicBezTo>
                      <a:pt x="718" y="16"/>
                      <a:pt x="789" y="20"/>
                      <a:pt x="859" y="24"/>
                    </a:cubicBezTo>
                    <a:cubicBezTo>
                      <a:pt x="869" y="546"/>
                      <a:pt x="876" y="1067"/>
                      <a:pt x="881" y="1589"/>
                    </a:cubicBezTo>
                    <a:cubicBezTo>
                      <a:pt x="883" y="1832"/>
                      <a:pt x="886" y="2074"/>
                      <a:pt x="891" y="2316"/>
                    </a:cubicBezTo>
                    <a:cubicBezTo>
                      <a:pt x="927" y="4184"/>
                      <a:pt x="927" y="4184"/>
                      <a:pt x="675" y="4951"/>
                    </a:cubicBezTo>
                    <a:cubicBezTo>
                      <a:pt x="671" y="4964"/>
                      <a:pt x="671" y="4964"/>
                      <a:pt x="651" y="5031"/>
                    </a:cubicBezTo>
                    <a:cubicBezTo>
                      <a:pt x="551" y="5338"/>
                      <a:pt x="551" y="5338"/>
                      <a:pt x="443" y="5441"/>
                    </a:cubicBezTo>
                    <a:cubicBezTo>
                      <a:pt x="302" y="5457"/>
                      <a:pt x="166" y="5452"/>
                      <a:pt x="26" y="5441"/>
                    </a:cubicBezTo>
                    <a:cubicBezTo>
                      <a:pt x="21" y="4765"/>
                      <a:pt x="18" y="4090"/>
                      <a:pt x="15" y="3415"/>
                    </a:cubicBezTo>
                    <a:cubicBezTo>
                      <a:pt x="14" y="3101"/>
                      <a:pt x="13" y="2787"/>
                      <a:pt x="10" y="2474"/>
                    </a:cubicBezTo>
                    <a:cubicBezTo>
                      <a:pt x="8" y="2200"/>
                      <a:pt x="7" y="1927"/>
                      <a:pt x="6" y="1653"/>
                    </a:cubicBezTo>
                    <a:cubicBezTo>
                      <a:pt x="6" y="1509"/>
                      <a:pt x="5" y="1364"/>
                      <a:pt x="4" y="1219"/>
                    </a:cubicBezTo>
                    <a:cubicBezTo>
                      <a:pt x="2" y="1058"/>
                      <a:pt x="2" y="896"/>
                      <a:pt x="2" y="734"/>
                    </a:cubicBezTo>
                    <a:cubicBezTo>
                      <a:pt x="1" y="686"/>
                      <a:pt x="1" y="639"/>
                      <a:pt x="0" y="589"/>
                    </a:cubicBezTo>
                    <a:cubicBezTo>
                      <a:pt x="2" y="227"/>
                      <a:pt x="2" y="227"/>
                      <a:pt x="111" y="98"/>
                    </a:cubicBezTo>
                    <a:cubicBezTo>
                      <a:pt x="270" y="3"/>
                      <a:pt x="379" y="0"/>
                      <a:pt x="560" y="11"/>
                    </a:cubicBezTo>
                    <a:close/>
                  </a:path>
                </a:pathLst>
              </a:custGeom>
              <a:solidFill>
                <a:srgbClr val="708EA1"/>
              </a:solidFill>
              <a:ln w="2646" cap="flat">
                <a:noFill/>
              </a:ln>
            </p:spPr>
          </p:sp>
          <p:sp>
            <p:nvSpPr>
              <p:cNvPr id="2168" name="ICON_C_WINDOWS_GRAPHIC_path_140"/>
              <p:cNvSpPr/>
              <p:nvPr/>
            </p:nvSpPr>
            <p:spPr>
              <a:xfrm>
                <a:off x="6521979" y="7461250"/>
                <a:ext cx="31750" cy="111779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8801" fill="norm" stroke="0">
                    <a:moveTo>
                      <a:pt x="1042" y="0"/>
                    </a:moveTo>
                    <a:cubicBezTo>
                      <a:pt x="1111" y="130"/>
                      <a:pt x="1179" y="261"/>
                      <a:pt x="1246" y="392"/>
                    </a:cubicBezTo>
                    <a:cubicBezTo>
                      <a:pt x="1256" y="410"/>
                      <a:pt x="1256" y="410"/>
                      <a:pt x="1305" y="503"/>
                    </a:cubicBezTo>
                    <a:cubicBezTo>
                      <a:pt x="1429" y="744"/>
                      <a:pt x="1496" y="956"/>
                      <a:pt x="1515" y="1226"/>
                    </a:cubicBezTo>
                    <a:cubicBezTo>
                      <a:pt x="1518" y="1259"/>
                      <a:pt x="1520" y="1292"/>
                      <a:pt x="1522" y="1326"/>
                    </a:cubicBezTo>
                    <a:cubicBezTo>
                      <a:pt x="1531" y="1450"/>
                      <a:pt x="1536" y="1574"/>
                      <a:pt x="1538" y="1699"/>
                    </a:cubicBezTo>
                    <a:cubicBezTo>
                      <a:pt x="1538" y="1731"/>
                      <a:pt x="1539" y="1763"/>
                      <a:pt x="1540" y="1796"/>
                    </a:cubicBezTo>
                    <a:cubicBezTo>
                      <a:pt x="1540" y="1810"/>
                      <a:pt x="1540" y="1810"/>
                      <a:pt x="1540" y="1881"/>
                    </a:cubicBezTo>
                    <a:cubicBezTo>
                      <a:pt x="1554" y="1982"/>
                      <a:pt x="1554" y="1982"/>
                      <a:pt x="1667" y="2292"/>
                    </a:cubicBezTo>
                    <a:cubicBezTo>
                      <a:pt x="1942" y="2360"/>
                      <a:pt x="2217" y="2429"/>
                      <a:pt x="2500" y="2500"/>
                    </a:cubicBezTo>
                    <a:cubicBezTo>
                      <a:pt x="2500" y="3394"/>
                      <a:pt x="2500" y="4288"/>
                      <a:pt x="2500" y="5208"/>
                    </a:cubicBezTo>
                    <a:cubicBezTo>
                      <a:pt x="2431" y="5208"/>
                      <a:pt x="2362" y="5208"/>
                      <a:pt x="2292" y="5208"/>
                    </a:cubicBezTo>
                    <a:cubicBezTo>
                      <a:pt x="2223" y="4658"/>
                      <a:pt x="2154" y="4108"/>
                      <a:pt x="2083" y="3542"/>
                    </a:cubicBezTo>
                    <a:cubicBezTo>
                      <a:pt x="1877" y="3542"/>
                      <a:pt x="1671" y="3542"/>
                      <a:pt x="1458" y="3542"/>
                    </a:cubicBezTo>
                    <a:cubicBezTo>
                      <a:pt x="1457" y="3601"/>
                      <a:pt x="1455" y="3660"/>
                      <a:pt x="1453" y="3721"/>
                    </a:cubicBezTo>
                    <a:cubicBezTo>
                      <a:pt x="1437" y="4279"/>
                      <a:pt x="1419" y="4836"/>
                      <a:pt x="1398" y="5394"/>
                    </a:cubicBezTo>
                    <a:cubicBezTo>
                      <a:pt x="1388" y="5681"/>
                      <a:pt x="1378" y="5968"/>
                      <a:pt x="1370" y="6255"/>
                    </a:cubicBezTo>
                    <a:cubicBezTo>
                      <a:pt x="1364" y="6505"/>
                      <a:pt x="1355" y="6755"/>
                      <a:pt x="1345" y="7005"/>
                    </a:cubicBezTo>
                    <a:cubicBezTo>
                      <a:pt x="1340" y="7137"/>
                      <a:pt x="1335" y="7270"/>
                      <a:pt x="1333" y="7402"/>
                    </a:cubicBezTo>
                    <a:cubicBezTo>
                      <a:pt x="1310" y="8359"/>
                      <a:pt x="1310" y="8359"/>
                      <a:pt x="1050" y="8607"/>
                    </a:cubicBezTo>
                    <a:cubicBezTo>
                      <a:pt x="839" y="8777"/>
                      <a:pt x="654" y="8801"/>
                      <a:pt x="391" y="8776"/>
                    </a:cubicBezTo>
                    <a:cubicBezTo>
                      <a:pt x="353" y="8774"/>
                      <a:pt x="315" y="8772"/>
                      <a:pt x="276" y="8770"/>
                    </a:cubicBezTo>
                    <a:cubicBezTo>
                      <a:pt x="184" y="8765"/>
                      <a:pt x="92" y="8758"/>
                      <a:pt x="0" y="8750"/>
                    </a:cubicBezTo>
                    <a:cubicBezTo>
                      <a:pt x="0" y="8612"/>
                      <a:pt x="0" y="8475"/>
                      <a:pt x="0" y="8333"/>
                    </a:cubicBezTo>
                    <a:cubicBezTo>
                      <a:pt x="59" y="8327"/>
                      <a:pt x="118" y="8321"/>
                      <a:pt x="178" y="8315"/>
                    </a:cubicBezTo>
                    <a:cubicBezTo>
                      <a:pt x="407" y="8282"/>
                      <a:pt x="633" y="8246"/>
                      <a:pt x="833" y="8125"/>
                    </a:cubicBezTo>
                    <a:cubicBezTo>
                      <a:pt x="990" y="7912"/>
                      <a:pt x="951" y="7607"/>
                      <a:pt x="947" y="7355"/>
                    </a:cubicBezTo>
                    <a:cubicBezTo>
                      <a:pt x="949" y="7275"/>
                      <a:pt x="951" y="7195"/>
                      <a:pt x="954" y="7115"/>
                    </a:cubicBezTo>
                    <a:cubicBezTo>
                      <a:pt x="959" y="6898"/>
                      <a:pt x="960" y="6681"/>
                      <a:pt x="960" y="6463"/>
                    </a:cubicBezTo>
                    <a:cubicBezTo>
                      <a:pt x="961" y="6236"/>
                      <a:pt x="966" y="6009"/>
                      <a:pt x="971" y="5782"/>
                    </a:cubicBezTo>
                    <a:cubicBezTo>
                      <a:pt x="979" y="5352"/>
                      <a:pt x="983" y="4921"/>
                      <a:pt x="986" y="4491"/>
                    </a:cubicBezTo>
                    <a:cubicBezTo>
                      <a:pt x="989" y="4001"/>
                      <a:pt x="997" y="3512"/>
                      <a:pt x="1006" y="3022"/>
                    </a:cubicBezTo>
                    <a:cubicBezTo>
                      <a:pt x="1023" y="2015"/>
                      <a:pt x="1034" y="1008"/>
                      <a:pt x="1042" y="0"/>
                    </a:cubicBezTo>
                    <a:close/>
                  </a:path>
                </a:pathLst>
              </a:custGeom>
              <a:solidFill>
                <a:srgbClr val="BAD0D8"/>
              </a:solidFill>
              <a:ln w="2646" cap="flat">
                <a:noFill/>
              </a:ln>
            </p:spPr>
          </p:sp>
          <p:sp>
            <p:nvSpPr>
              <p:cNvPr id="2169" name="ICON_C_WINDOWS_GRAPHIC_path_141"/>
              <p:cNvSpPr/>
              <p:nvPr/>
            </p:nvSpPr>
            <p:spPr>
              <a:xfrm>
                <a:off x="5989709" y="7453312"/>
                <a:ext cx="29562" cy="71438"/>
              </a:xfrm>
              <a:custGeom>
                <a:avLst/>
                <a:gdLst/>
                <a:ahLst/>
                <a:cxnLst/>
                <a:rect l="0" t="0" r="r" b="b"/>
                <a:pathLst>
                  <a:path w="2328" h="5625" fill="norm" stroke="0">
                    <a:moveTo>
                      <a:pt x="36" y="0"/>
                    </a:moveTo>
                    <a:cubicBezTo>
                      <a:pt x="242" y="0"/>
                      <a:pt x="449" y="0"/>
                      <a:pt x="661" y="0"/>
                    </a:cubicBezTo>
                    <a:cubicBezTo>
                      <a:pt x="669" y="58"/>
                      <a:pt x="677" y="115"/>
                      <a:pt x="685" y="175"/>
                    </a:cubicBezTo>
                    <a:cubicBezTo>
                      <a:pt x="786" y="771"/>
                      <a:pt x="786" y="771"/>
                      <a:pt x="941" y="886"/>
                    </a:cubicBezTo>
                    <a:cubicBezTo>
                      <a:pt x="1052" y="933"/>
                      <a:pt x="1162" y="957"/>
                      <a:pt x="1280" y="981"/>
                    </a:cubicBezTo>
                    <a:cubicBezTo>
                      <a:pt x="1483" y="1025"/>
                      <a:pt x="1483" y="1025"/>
                      <a:pt x="1557" y="1130"/>
                    </a:cubicBezTo>
                    <a:cubicBezTo>
                      <a:pt x="1577" y="1271"/>
                      <a:pt x="1560" y="1332"/>
                      <a:pt x="1494" y="1458"/>
                    </a:cubicBezTo>
                    <a:cubicBezTo>
                      <a:pt x="1422" y="1509"/>
                      <a:pt x="1347" y="1547"/>
                      <a:pt x="1268" y="1587"/>
                    </a:cubicBezTo>
                    <a:cubicBezTo>
                      <a:pt x="1097" y="1676"/>
                      <a:pt x="916" y="1771"/>
                      <a:pt x="834" y="1954"/>
                    </a:cubicBezTo>
                    <a:cubicBezTo>
                      <a:pt x="781" y="2182"/>
                      <a:pt x="798" y="2414"/>
                      <a:pt x="808" y="2645"/>
                    </a:cubicBezTo>
                    <a:cubicBezTo>
                      <a:pt x="810" y="2719"/>
                      <a:pt x="810" y="2793"/>
                      <a:pt x="811" y="2867"/>
                    </a:cubicBezTo>
                    <a:cubicBezTo>
                      <a:pt x="813" y="3061"/>
                      <a:pt x="820" y="3255"/>
                      <a:pt x="826" y="3449"/>
                    </a:cubicBezTo>
                    <a:cubicBezTo>
                      <a:pt x="833" y="3647"/>
                      <a:pt x="836" y="3845"/>
                      <a:pt x="839" y="4044"/>
                    </a:cubicBezTo>
                    <a:cubicBezTo>
                      <a:pt x="846" y="4432"/>
                      <a:pt x="856" y="4820"/>
                      <a:pt x="869" y="5208"/>
                    </a:cubicBezTo>
                    <a:cubicBezTo>
                      <a:pt x="1076" y="5208"/>
                      <a:pt x="1282" y="5208"/>
                      <a:pt x="1494" y="5208"/>
                    </a:cubicBezTo>
                    <a:cubicBezTo>
                      <a:pt x="1494" y="4315"/>
                      <a:pt x="1494" y="3421"/>
                      <a:pt x="1494" y="2500"/>
                    </a:cubicBezTo>
                    <a:cubicBezTo>
                      <a:pt x="1769" y="2500"/>
                      <a:pt x="2044" y="2500"/>
                      <a:pt x="2328" y="2500"/>
                    </a:cubicBezTo>
                    <a:cubicBezTo>
                      <a:pt x="2328" y="2706"/>
                      <a:pt x="2328" y="2913"/>
                      <a:pt x="2328" y="3125"/>
                    </a:cubicBezTo>
                    <a:cubicBezTo>
                      <a:pt x="2121" y="3125"/>
                      <a:pt x="1915" y="3125"/>
                      <a:pt x="1703" y="3125"/>
                    </a:cubicBezTo>
                    <a:cubicBezTo>
                      <a:pt x="1703" y="3881"/>
                      <a:pt x="1703" y="4638"/>
                      <a:pt x="1703" y="5417"/>
                    </a:cubicBezTo>
                    <a:cubicBezTo>
                      <a:pt x="1428" y="5485"/>
                      <a:pt x="1153" y="5554"/>
                      <a:pt x="869" y="5625"/>
                    </a:cubicBezTo>
                    <a:cubicBezTo>
                      <a:pt x="545" y="4613"/>
                      <a:pt x="351" y="3625"/>
                      <a:pt x="231" y="2570"/>
                    </a:cubicBezTo>
                    <a:cubicBezTo>
                      <a:pt x="214" y="2423"/>
                      <a:pt x="196" y="2277"/>
                      <a:pt x="178" y="2130"/>
                    </a:cubicBezTo>
                    <a:cubicBezTo>
                      <a:pt x="0" y="702"/>
                      <a:pt x="0" y="702"/>
                      <a:pt x="36" y="0"/>
                    </a:cubicBezTo>
                    <a:close/>
                  </a:path>
                </a:pathLst>
              </a:custGeom>
              <a:solidFill>
                <a:srgbClr val="C7A1BD"/>
              </a:solidFill>
              <a:ln w="2646" cap="flat">
                <a:noFill/>
              </a:ln>
            </p:spPr>
          </p:sp>
          <p:sp>
            <p:nvSpPr>
              <p:cNvPr id="2170" name="ICON_C_WINDOWS_GRAPHIC_path_142"/>
              <p:cNvSpPr/>
              <p:nvPr/>
            </p:nvSpPr>
            <p:spPr>
              <a:xfrm>
                <a:off x="5478982" y="7418560"/>
                <a:ext cx="50811" cy="52134"/>
              </a:xfrm>
              <a:custGeom>
                <a:avLst/>
                <a:gdLst/>
                <a:ahLst/>
                <a:cxnLst/>
                <a:rect l="0" t="0" r="r" b="b"/>
                <a:pathLst>
                  <a:path w="4001" h="4105" fill="norm" stroke="0">
                    <a:moveTo>
                      <a:pt x="2374" y="8"/>
                    </a:moveTo>
                    <a:cubicBezTo>
                      <a:pt x="2416" y="8"/>
                      <a:pt x="2458" y="9"/>
                      <a:pt x="2501" y="9"/>
                    </a:cubicBezTo>
                    <a:cubicBezTo>
                      <a:pt x="2553" y="11"/>
                      <a:pt x="2606" y="13"/>
                      <a:pt x="2660" y="15"/>
                    </a:cubicBezTo>
                    <a:cubicBezTo>
                      <a:pt x="2743" y="17"/>
                      <a:pt x="2743" y="17"/>
                      <a:pt x="3168" y="28"/>
                    </a:cubicBezTo>
                    <a:cubicBezTo>
                      <a:pt x="3168" y="372"/>
                      <a:pt x="3168" y="716"/>
                      <a:pt x="3168" y="1070"/>
                    </a:cubicBezTo>
                    <a:cubicBezTo>
                      <a:pt x="3305" y="1070"/>
                      <a:pt x="3442" y="1070"/>
                      <a:pt x="3584" y="1070"/>
                    </a:cubicBezTo>
                    <a:cubicBezTo>
                      <a:pt x="3584" y="795"/>
                      <a:pt x="3584" y="520"/>
                      <a:pt x="3584" y="236"/>
                    </a:cubicBezTo>
                    <a:cubicBezTo>
                      <a:pt x="3722" y="236"/>
                      <a:pt x="3859" y="236"/>
                      <a:pt x="4001" y="236"/>
                    </a:cubicBezTo>
                    <a:cubicBezTo>
                      <a:pt x="3932" y="580"/>
                      <a:pt x="3863" y="924"/>
                      <a:pt x="3793" y="1278"/>
                    </a:cubicBezTo>
                    <a:cubicBezTo>
                      <a:pt x="3148" y="1320"/>
                      <a:pt x="3148" y="1320"/>
                      <a:pt x="2959" y="1278"/>
                    </a:cubicBezTo>
                    <a:cubicBezTo>
                      <a:pt x="2857" y="1170"/>
                      <a:pt x="2834" y="1097"/>
                      <a:pt x="2808" y="952"/>
                    </a:cubicBezTo>
                    <a:cubicBezTo>
                      <a:pt x="2798" y="938"/>
                      <a:pt x="2798" y="938"/>
                      <a:pt x="2751" y="861"/>
                    </a:cubicBezTo>
                    <a:cubicBezTo>
                      <a:pt x="2613" y="861"/>
                      <a:pt x="2476" y="861"/>
                      <a:pt x="2334" y="861"/>
                    </a:cubicBezTo>
                    <a:cubicBezTo>
                      <a:pt x="2265" y="1274"/>
                      <a:pt x="2197" y="1686"/>
                      <a:pt x="2126" y="2111"/>
                    </a:cubicBezTo>
                    <a:cubicBezTo>
                      <a:pt x="1988" y="2111"/>
                      <a:pt x="1851" y="2111"/>
                      <a:pt x="1709" y="2111"/>
                    </a:cubicBezTo>
                    <a:cubicBezTo>
                      <a:pt x="1627" y="2260"/>
                      <a:pt x="1591" y="2360"/>
                      <a:pt x="1554" y="2521"/>
                    </a:cubicBezTo>
                    <a:cubicBezTo>
                      <a:pt x="1529" y="2607"/>
                      <a:pt x="1505" y="2692"/>
                      <a:pt x="1481" y="2778"/>
                    </a:cubicBezTo>
                    <a:cubicBezTo>
                      <a:pt x="1445" y="2914"/>
                      <a:pt x="1410" y="3049"/>
                      <a:pt x="1375" y="3185"/>
                    </a:cubicBezTo>
                    <a:cubicBezTo>
                      <a:pt x="1190" y="3909"/>
                      <a:pt x="1190" y="3909"/>
                      <a:pt x="1014" y="4038"/>
                    </a:cubicBezTo>
                    <a:cubicBezTo>
                      <a:pt x="846" y="4105"/>
                      <a:pt x="696" y="4098"/>
                      <a:pt x="530" y="4031"/>
                    </a:cubicBezTo>
                    <a:cubicBezTo>
                      <a:pt x="285" y="3876"/>
                      <a:pt x="218" y="3559"/>
                      <a:pt x="147" y="3296"/>
                    </a:cubicBezTo>
                    <a:cubicBezTo>
                      <a:pt x="142" y="3279"/>
                      <a:pt x="142" y="3279"/>
                      <a:pt x="116" y="3194"/>
                    </a:cubicBezTo>
                    <a:cubicBezTo>
                      <a:pt x="56" y="2976"/>
                      <a:pt x="0" y="2754"/>
                      <a:pt x="43" y="2528"/>
                    </a:cubicBezTo>
                    <a:cubicBezTo>
                      <a:pt x="226" y="2251"/>
                      <a:pt x="524" y="2147"/>
                      <a:pt x="821" y="2029"/>
                    </a:cubicBezTo>
                    <a:cubicBezTo>
                      <a:pt x="1066" y="1932"/>
                      <a:pt x="1066" y="1932"/>
                      <a:pt x="1151" y="1795"/>
                    </a:cubicBezTo>
                    <a:cubicBezTo>
                      <a:pt x="1181" y="1721"/>
                      <a:pt x="1210" y="1646"/>
                      <a:pt x="1238" y="1570"/>
                    </a:cubicBezTo>
                    <a:cubicBezTo>
                      <a:pt x="1293" y="1486"/>
                      <a:pt x="1293" y="1486"/>
                      <a:pt x="1397" y="1460"/>
                    </a:cubicBezTo>
                    <a:cubicBezTo>
                      <a:pt x="1504" y="1460"/>
                      <a:pt x="1604" y="1468"/>
                      <a:pt x="1709" y="1486"/>
                    </a:cubicBezTo>
                    <a:cubicBezTo>
                      <a:pt x="1714" y="1450"/>
                      <a:pt x="1720" y="1413"/>
                      <a:pt x="1725" y="1375"/>
                    </a:cubicBezTo>
                    <a:cubicBezTo>
                      <a:pt x="1745" y="1238"/>
                      <a:pt x="1765" y="1101"/>
                      <a:pt x="1787" y="964"/>
                    </a:cubicBezTo>
                    <a:cubicBezTo>
                      <a:pt x="1796" y="905"/>
                      <a:pt x="1804" y="845"/>
                      <a:pt x="1813" y="786"/>
                    </a:cubicBezTo>
                    <a:cubicBezTo>
                      <a:pt x="1825" y="701"/>
                      <a:pt x="1838" y="615"/>
                      <a:pt x="1851" y="530"/>
                    </a:cubicBezTo>
                    <a:cubicBezTo>
                      <a:pt x="1853" y="517"/>
                      <a:pt x="1853" y="517"/>
                      <a:pt x="1862" y="451"/>
                    </a:cubicBezTo>
                    <a:cubicBezTo>
                      <a:pt x="1912" y="150"/>
                      <a:pt x="2071" y="0"/>
                      <a:pt x="2374" y="8"/>
                    </a:cubicBezTo>
                    <a:close/>
                  </a:path>
                </a:pathLst>
              </a:custGeom>
              <a:solidFill>
                <a:srgbClr val="D1DEF4"/>
              </a:solidFill>
              <a:ln w="2646" cap="flat">
                <a:noFill/>
              </a:ln>
            </p:spPr>
          </p:sp>
          <p:sp>
            <p:nvSpPr>
              <p:cNvPr id="2171" name="ICON_C_WINDOWS_GRAPHIC_path_143"/>
              <p:cNvSpPr/>
              <p:nvPr/>
            </p:nvSpPr>
            <p:spPr>
              <a:xfrm>
                <a:off x="5865172" y="7493000"/>
                <a:ext cx="16515" cy="148167"/>
              </a:xfrm>
              <a:custGeom>
                <a:avLst/>
                <a:gdLst/>
                <a:ahLst/>
                <a:cxnLst/>
                <a:rect l="0" t="0" r="r" b="b"/>
                <a:pathLst>
                  <a:path w="1300" h="11667" fill="norm" stroke="0">
                    <a:moveTo>
                      <a:pt x="467" y="0"/>
                    </a:moveTo>
                    <a:cubicBezTo>
                      <a:pt x="742" y="0"/>
                      <a:pt x="1017" y="0"/>
                      <a:pt x="1300" y="0"/>
                    </a:cubicBezTo>
                    <a:cubicBezTo>
                      <a:pt x="1300" y="3850"/>
                      <a:pt x="1300" y="7700"/>
                      <a:pt x="1300" y="11667"/>
                    </a:cubicBezTo>
                    <a:cubicBezTo>
                      <a:pt x="1232" y="11667"/>
                      <a:pt x="1163" y="11667"/>
                      <a:pt x="1092" y="11667"/>
                    </a:cubicBezTo>
                    <a:cubicBezTo>
                      <a:pt x="1023" y="8229"/>
                      <a:pt x="955" y="4792"/>
                      <a:pt x="884" y="1250"/>
                    </a:cubicBezTo>
                    <a:cubicBezTo>
                      <a:pt x="405" y="1729"/>
                      <a:pt x="405" y="1729"/>
                      <a:pt x="401" y="2001"/>
                    </a:cubicBezTo>
                    <a:cubicBezTo>
                      <a:pt x="399" y="2031"/>
                      <a:pt x="396" y="2062"/>
                      <a:pt x="394" y="2093"/>
                    </a:cubicBezTo>
                    <a:cubicBezTo>
                      <a:pt x="388" y="2192"/>
                      <a:pt x="384" y="2292"/>
                      <a:pt x="381" y="2391"/>
                    </a:cubicBezTo>
                    <a:cubicBezTo>
                      <a:pt x="377" y="2460"/>
                      <a:pt x="373" y="2530"/>
                      <a:pt x="369" y="2599"/>
                    </a:cubicBezTo>
                    <a:cubicBezTo>
                      <a:pt x="358" y="2781"/>
                      <a:pt x="350" y="2962"/>
                      <a:pt x="342" y="3144"/>
                    </a:cubicBezTo>
                    <a:cubicBezTo>
                      <a:pt x="334" y="3330"/>
                      <a:pt x="323" y="3515"/>
                      <a:pt x="312" y="3701"/>
                    </a:cubicBezTo>
                    <a:cubicBezTo>
                      <a:pt x="292" y="4065"/>
                      <a:pt x="275" y="4428"/>
                      <a:pt x="259" y="4792"/>
                    </a:cubicBezTo>
                    <a:cubicBezTo>
                      <a:pt x="190" y="4792"/>
                      <a:pt x="121" y="4792"/>
                      <a:pt x="50" y="4792"/>
                    </a:cubicBezTo>
                    <a:cubicBezTo>
                      <a:pt x="41" y="4382"/>
                      <a:pt x="33" y="3973"/>
                      <a:pt x="29" y="3563"/>
                    </a:cubicBezTo>
                    <a:cubicBezTo>
                      <a:pt x="27" y="3373"/>
                      <a:pt x="24" y="3183"/>
                      <a:pt x="19" y="2992"/>
                    </a:cubicBezTo>
                    <a:cubicBezTo>
                      <a:pt x="0" y="2225"/>
                      <a:pt x="3" y="1467"/>
                      <a:pt x="185" y="717"/>
                    </a:cubicBezTo>
                    <a:cubicBezTo>
                      <a:pt x="200" y="653"/>
                      <a:pt x="215" y="588"/>
                      <a:pt x="228" y="523"/>
                    </a:cubicBezTo>
                    <a:cubicBezTo>
                      <a:pt x="234" y="492"/>
                      <a:pt x="240" y="461"/>
                      <a:pt x="247" y="429"/>
                    </a:cubicBezTo>
                    <a:cubicBezTo>
                      <a:pt x="252" y="402"/>
                      <a:pt x="257" y="375"/>
                      <a:pt x="263" y="347"/>
                    </a:cubicBezTo>
                    <a:cubicBezTo>
                      <a:pt x="295" y="257"/>
                      <a:pt x="295" y="257"/>
                      <a:pt x="467" y="0"/>
                    </a:cubicBezTo>
                    <a:close/>
                  </a:path>
                </a:pathLst>
              </a:custGeom>
              <a:solidFill>
                <a:srgbClr val="EFBDD3"/>
              </a:solidFill>
              <a:ln w="2646" cap="flat">
                <a:noFill/>
              </a:ln>
            </p:spPr>
          </p:sp>
          <p:sp>
            <p:nvSpPr>
              <p:cNvPr id="2172" name="ICON_C_WINDOWS_GRAPHIC_path_144"/>
              <p:cNvSpPr/>
              <p:nvPr/>
            </p:nvSpPr>
            <p:spPr>
              <a:xfrm>
                <a:off x="6459747" y="7434792"/>
                <a:ext cx="30483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2400" h="5000" fill="norm" stroke="0">
                    <a:moveTo>
                      <a:pt x="1567" y="0"/>
                    </a:moveTo>
                    <a:cubicBezTo>
                      <a:pt x="1842" y="69"/>
                      <a:pt x="2117" y="138"/>
                      <a:pt x="2400" y="208"/>
                    </a:cubicBezTo>
                    <a:cubicBezTo>
                      <a:pt x="2400" y="965"/>
                      <a:pt x="2400" y="1721"/>
                      <a:pt x="2400" y="2500"/>
                    </a:cubicBezTo>
                    <a:cubicBezTo>
                      <a:pt x="2125" y="2569"/>
                      <a:pt x="1850" y="2638"/>
                      <a:pt x="1567" y="2708"/>
                    </a:cubicBezTo>
                    <a:cubicBezTo>
                      <a:pt x="1330" y="2997"/>
                      <a:pt x="1330" y="2997"/>
                      <a:pt x="1282" y="3118"/>
                    </a:cubicBezTo>
                    <a:cubicBezTo>
                      <a:pt x="1271" y="3145"/>
                      <a:pt x="1260" y="3171"/>
                      <a:pt x="1249" y="3199"/>
                    </a:cubicBezTo>
                    <a:cubicBezTo>
                      <a:pt x="1238" y="3226"/>
                      <a:pt x="1227" y="3253"/>
                      <a:pt x="1215" y="3281"/>
                    </a:cubicBezTo>
                    <a:cubicBezTo>
                      <a:pt x="1190" y="3337"/>
                      <a:pt x="1165" y="3393"/>
                      <a:pt x="1139" y="3448"/>
                    </a:cubicBezTo>
                    <a:cubicBezTo>
                      <a:pt x="918" y="3947"/>
                      <a:pt x="803" y="4459"/>
                      <a:pt x="734" y="5000"/>
                    </a:cubicBezTo>
                    <a:cubicBezTo>
                      <a:pt x="527" y="5000"/>
                      <a:pt x="321" y="5000"/>
                      <a:pt x="109" y="5000"/>
                    </a:cubicBezTo>
                    <a:cubicBezTo>
                      <a:pt x="0" y="3434"/>
                      <a:pt x="0" y="3434"/>
                      <a:pt x="226" y="3113"/>
                    </a:cubicBezTo>
                    <a:cubicBezTo>
                      <a:pt x="351" y="2983"/>
                      <a:pt x="496" y="2878"/>
                      <a:pt x="644" y="2774"/>
                    </a:cubicBezTo>
                    <a:cubicBezTo>
                      <a:pt x="1081" y="2455"/>
                      <a:pt x="1339" y="2063"/>
                      <a:pt x="1426" y="1532"/>
                    </a:cubicBezTo>
                    <a:cubicBezTo>
                      <a:pt x="1498" y="1023"/>
                      <a:pt x="1535" y="512"/>
                      <a:pt x="1567" y="0"/>
                    </a:cubicBezTo>
                    <a:close/>
                  </a:path>
                </a:pathLst>
              </a:custGeom>
              <a:solidFill>
                <a:srgbClr val="8BA4B2"/>
              </a:solidFill>
              <a:ln w="2646" cap="flat">
                <a:noFill/>
              </a:ln>
            </p:spPr>
          </p:sp>
          <p:sp>
            <p:nvSpPr>
              <p:cNvPr id="2173" name="ICON_C_WINDOWS_GRAPHIC_path_145"/>
              <p:cNvSpPr/>
              <p:nvPr/>
            </p:nvSpPr>
            <p:spPr>
              <a:xfrm>
                <a:off x="5307354" y="7453312"/>
                <a:ext cx="24000" cy="44979"/>
              </a:xfrm>
              <a:custGeom>
                <a:avLst/>
                <a:gdLst/>
                <a:ahLst/>
                <a:cxnLst/>
                <a:rect l="0" t="0" r="r" b="b"/>
                <a:pathLst>
                  <a:path w="1890" h="3542" fill="norm" stroke="0">
                    <a:moveTo>
                      <a:pt x="223" y="0"/>
                    </a:moveTo>
                    <a:cubicBezTo>
                      <a:pt x="429" y="0"/>
                      <a:pt x="636" y="0"/>
                      <a:pt x="848" y="0"/>
                    </a:cubicBezTo>
                    <a:cubicBezTo>
                      <a:pt x="848" y="344"/>
                      <a:pt x="848" y="688"/>
                      <a:pt x="848" y="1042"/>
                    </a:cubicBezTo>
                    <a:cubicBezTo>
                      <a:pt x="1192" y="973"/>
                      <a:pt x="1536" y="904"/>
                      <a:pt x="1890" y="833"/>
                    </a:cubicBezTo>
                    <a:cubicBezTo>
                      <a:pt x="1890" y="1658"/>
                      <a:pt x="1890" y="2483"/>
                      <a:pt x="1890" y="3333"/>
                    </a:cubicBezTo>
                    <a:cubicBezTo>
                      <a:pt x="1615" y="3402"/>
                      <a:pt x="1340" y="3471"/>
                      <a:pt x="1056" y="3542"/>
                    </a:cubicBezTo>
                    <a:cubicBezTo>
                      <a:pt x="1016" y="3426"/>
                      <a:pt x="976" y="3311"/>
                      <a:pt x="934" y="3192"/>
                    </a:cubicBezTo>
                    <a:cubicBezTo>
                      <a:pt x="894" y="3079"/>
                      <a:pt x="853" y="2965"/>
                      <a:pt x="812" y="2852"/>
                    </a:cubicBezTo>
                    <a:cubicBezTo>
                      <a:pt x="784" y="2775"/>
                      <a:pt x="757" y="2697"/>
                      <a:pt x="730" y="2619"/>
                    </a:cubicBezTo>
                    <a:cubicBezTo>
                      <a:pt x="475" y="1885"/>
                      <a:pt x="475" y="1885"/>
                      <a:pt x="197" y="1660"/>
                    </a:cubicBezTo>
                    <a:cubicBezTo>
                      <a:pt x="23" y="1509"/>
                      <a:pt x="23" y="1509"/>
                      <a:pt x="2" y="1380"/>
                    </a:cubicBezTo>
                    <a:cubicBezTo>
                      <a:pt x="0" y="1150"/>
                      <a:pt x="47" y="928"/>
                      <a:pt x="93" y="703"/>
                    </a:cubicBezTo>
                    <a:cubicBezTo>
                      <a:pt x="105" y="635"/>
                      <a:pt x="117" y="566"/>
                      <a:pt x="129" y="498"/>
                    </a:cubicBezTo>
                    <a:cubicBezTo>
                      <a:pt x="157" y="331"/>
                      <a:pt x="190" y="166"/>
                      <a:pt x="223" y="0"/>
                    </a:cubicBezTo>
                    <a:close/>
                  </a:path>
                </a:pathLst>
              </a:custGeom>
              <a:solidFill>
                <a:srgbClr val="AFACC6"/>
              </a:solidFill>
              <a:ln w="2646" cap="flat">
                <a:noFill/>
              </a:ln>
            </p:spPr>
          </p:sp>
          <p:sp>
            <p:nvSpPr>
              <p:cNvPr id="2174" name="ICON_C_WINDOWS_GRAPHIC_path_146"/>
              <p:cNvSpPr/>
              <p:nvPr/>
            </p:nvSpPr>
            <p:spPr>
              <a:xfrm>
                <a:off x="5344583" y="7432146"/>
                <a:ext cx="22273" cy="113771"/>
              </a:xfrm>
              <a:custGeom>
                <a:avLst/>
                <a:gdLst/>
                <a:ahLst/>
                <a:cxnLst/>
                <a:rect l="0" t="0" r="r" b="b"/>
                <a:pathLst>
                  <a:path w="1754" h="8958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931" y="390"/>
                      <a:pt x="948" y="435"/>
                      <a:pt x="950" y="625"/>
                    </a:cubicBezTo>
                    <a:cubicBezTo>
                      <a:pt x="967" y="769"/>
                      <a:pt x="984" y="908"/>
                      <a:pt x="1042" y="1042"/>
                    </a:cubicBezTo>
                    <a:cubicBezTo>
                      <a:pt x="1166" y="1126"/>
                      <a:pt x="1308" y="1137"/>
                      <a:pt x="1454" y="1159"/>
                    </a:cubicBezTo>
                    <a:cubicBezTo>
                      <a:pt x="1535" y="1178"/>
                      <a:pt x="1535" y="1178"/>
                      <a:pt x="1667" y="1250"/>
                    </a:cubicBezTo>
                    <a:cubicBezTo>
                      <a:pt x="1754" y="1517"/>
                      <a:pt x="1693" y="1812"/>
                      <a:pt x="1667" y="2083"/>
                    </a:cubicBezTo>
                    <a:cubicBezTo>
                      <a:pt x="1254" y="2152"/>
                      <a:pt x="842" y="2221"/>
                      <a:pt x="417" y="2292"/>
                    </a:cubicBezTo>
                    <a:cubicBezTo>
                      <a:pt x="348" y="4492"/>
                      <a:pt x="279" y="6692"/>
                      <a:pt x="208" y="8958"/>
                    </a:cubicBezTo>
                    <a:cubicBezTo>
                      <a:pt x="140" y="8958"/>
                      <a:pt x="71" y="8958"/>
                      <a:pt x="0" y="8958"/>
                    </a:cubicBezTo>
                    <a:cubicBezTo>
                      <a:pt x="0" y="6002"/>
                      <a:pt x="0" y="3046"/>
                      <a:pt x="0" y="0"/>
                    </a:cubicBezTo>
                    <a:close/>
                  </a:path>
                </a:pathLst>
              </a:custGeom>
              <a:solidFill>
                <a:srgbClr val="8F8BAF"/>
              </a:solidFill>
              <a:ln w="2646" cap="flat">
                <a:noFill/>
              </a:ln>
            </p:spPr>
          </p:sp>
          <p:sp>
            <p:nvSpPr>
              <p:cNvPr id="2175" name="ICON_C_WINDOWS_GRAPHIC_path_147"/>
              <p:cNvSpPr/>
              <p:nvPr/>
            </p:nvSpPr>
            <p:spPr>
              <a:xfrm>
                <a:off x="6521548" y="7447936"/>
                <a:ext cx="13660" cy="119147"/>
              </a:xfrm>
              <a:custGeom>
                <a:avLst/>
                <a:gdLst/>
                <a:ahLst/>
                <a:cxnLst/>
                <a:rect l="0" t="0" r="r" b="b"/>
                <a:pathLst>
                  <a:path w="1076" h="9382" fill="norm" stroke="0">
                    <a:moveTo>
                      <a:pt x="242" y="7"/>
                    </a:moveTo>
                    <a:cubicBezTo>
                      <a:pt x="310" y="5"/>
                      <a:pt x="378" y="4"/>
                      <a:pt x="445" y="2"/>
                    </a:cubicBezTo>
                    <a:cubicBezTo>
                      <a:pt x="483" y="2"/>
                      <a:pt x="521" y="1"/>
                      <a:pt x="559" y="0"/>
                    </a:cubicBezTo>
                    <a:cubicBezTo>
                      <a:pt x="659" y="7"/>
                      <a:pt x="659" y="7"/>
                      <a:pt x="745" y="75"/>
                    </a:cubicBezTo>
                    <a:cubicBezTo>
                      <a:pt x="891" y="408"/>
                      <a:pt x="891" y="719"/>
                      <a:pt x="880" y="1074"/>
                    </a:cubicBezTo>
                    <a:cubicBezTo>
                      <a:pt x="879" y="1133"/>
                      <a:pt x="878" y="1191"/>
                      <a:pt x="878" y="1249"/>
                    </a:cubicBezTo>
                    <a:cubicBezTo>
                      <a:pt x="875" y="1391"/>
                      <a:pt x="872" y="1532"/>
                      <a:pt x="867" y="1673"/>
                    </a:cubicBezTo>
                    <a:cubicBezTo>
                      <a:pt x="730" y="1605"/>
                      <a:pt x="592" y="1536"/>
                      <a:pt x="451" y="1465"/>
                    </a:cubicBezTo>
                    <a:cubicBezTo>
                      <a:pt x="382" y="3940"/>
                      <a:pt x="313" y="6415"/>
                      <a:pt x="242" y="8965"/>
                    </a:cubicBezTo>
                    <a:cubicBezTo>
                      <a:pt x="449" y="8965"/>
                      <a:pt x="655" y="8965"/>
                      <a:pt x="867" y="8965"/>
                    </a:cubicBezTo>
                    <a:cubicBezTo>
                      <a:pt x="867" y="7384"/>
                      <a:pt x="867" y="5803"/>
                      <a:pt x="867" y="4173"/>
                    </a:cubicBezTo>
                    <a:cubicBezTo>
                      <a:pt x="936" y="4173"/>
                      <a:pt x="1005" y="4173"/>
                      <a:pt x="1076" y="4173"/>
                    </a:cubicBezTo>
                    <a:cubicBezTo>
                      <a:pt x="1076" y="5823"/>
                      <a:pt x="1076" y="7473"/>
                      <a:pt x="1076" y="9173"/>
                    </a:cubicBezTo>
                    <a:cubicBezTo>
                      <a:pt x="904" y="9208"/>
                      <a:pt x="904" y="9208"/>
                      <a:pt x="34" y="9382"/>
                    </a:cubicBezTo>
                    <a:cubicBezTo>
                      <a:pt x="29" y="8313"/>
                      <a:pt x="25" y="7245"/>
                      <a:pt x="23" y="6176"/>
                    </a:cubicBezTo>
                    <a:cubicBezTo>
                      <a:pt x="22" y="5680"/>
                      <a:pt x="21" y="5184"/>
                      <a:pt x="18" y="4687"/>
                    </a:cubicBezTo>
                    <a:cubicBezTo>
                      <a:pt x="16" y="4254"/>
                      <a:pt x="15" y="3821"/>
                      <a:pt x="14" y="3388"/>
                    </a:cubicBezTo>
                    <a:cubicBezTo>
                      <a:pt x="14" y="3159"/>
                      <a:pt x="14" y="2931"/>
                      <a:pt x="12" y="2702"/>
                    </a:cubicBezTo>
                    <a:cubicBezTo>
                      <a:pt x="0" y="845"/>
                      <a:pt x="0" y="845"/>
                      <a:pt x="242" y="7"/>
                    </a:cubicBezTo>
                    <a:close/>
                  </a:path>
                </a:pathLst>
              </a:custGeom>
              <a:solidFill>
                <a:srgbClr val="96B2BE"/>
              </a:solidFill>
              <a:ln w="2646" cap="flat">
                <a:noFill/>
              </a:ln>
            </p:spPr>
          </p:sp>
          <p:sp>
            <p:nvSpPr>
              <p:cNvPr id="2176" name="ICON_C_WINDOWS_GRAPHIC_path_148"/>
              <p:cNvSpPr/>
              <p:nvPr/>
            </p:nvSpPr>
            <p:spPr>
              <a:xfrm>
                <a:off x="6691299" y="7358062"/>
                <a:ext cx="23826" cy="156104"/>
              </a:xfrm>
              <a:custGeom>
                <a:avLst/>
                <a:gdLst/>
                <a:ahLst/>
                <a:cxnLst/>
                <a:rect l="0" t="0" r="r" b="b"/>
                <a:pathLst>
                  <a:path w="1876" h="12292" fill="norm" stroke="0">
                    <a:moveTo>
                      <a:pt x="1043" y="0"/>
                    </a:moveTo>
                    <a:cubicBezTo>
                      <a:pt x="1318" y="69"/>
                      <a:pt x="1593" y="138"/>
                      <a:pt x="1876" y="208"/>
                    </a:cubicBezTo>
                    <a:cubicBezTo>
                      <a:pt x="1670" y="208"/>
                      <a:pt x="1464" y="208"/>
                      <a:pt x="1251" y="208"/>
                    </a:cubicBezTo>
                    <a:cubicBezTo>
                      <a:pt x="1251" y="290"/>
                      <a:pt x="1252" y="372"/>
                      <a:pt x="1252" y="456"/>
                    </a:cubicBezTo>
                    <a:cubicBezTo>
                      <a:pt x="1257" y="1228"/>
                      <a:pt x="1260" y="2000"/>
                      <a:pt x="1262" y="2773"/>
                    </a:cubicBezTo>
                    <a:cubicBezTo>
                      <a:pt x="1263" y="3170"/>
                      <a:pt x="1264" y="3567"/>
                      <a:pt x="1267" y="3964"/>
                    </a:cubicBezTo>
                    <a:cubicBezTo>
                      <a:pt x="1269" y="4310"/>
                      <a:pt x="1270" y="4657"/>
                      <a:pt x="1271" y="5003"/>
                    </a:cubicBezTo>
                    <a:cubicBezTo>
                      <a:pt x="1271" y="5186"/>
                      <a:pt x="1271" y="5369"/>
                      <a:pt x="1273" y="5552"/>
                    </a:cubicBezTo>
                    <a:cubicBezTo>
                      <a:pt x="1285" y="7016"/>
                      <a:pt x="1285" y="7016"/>
                      <a:pt x="1043" y="7708"/>
                    </a:cubicBezTo>
                    <a:cubicBezTo>
                      <a:pt x="1146" y="7674"/>
                      <a:pt x="1146" y="7674"/>
                      <a:pt x="1668" y="7500"/>
                    </a:cubicBezTo>
                    <a:cubicBezTo>
                      <a:pt x="1650" y="7564"/>
                      <a:pt x="1632" y="7628"/>
                      <a:pt x="1614" y="7693"/>
                    </a:cubicBezTo>
                    <a:cubicBezTo>
                      <a:pt x="1529" y="7997"/>
                      <a:pt x="1448" y="8302"/>
                      <a:pt x="1368" y="8607"/>
                    </a:cubicBezTo>
                    <a:cubicBezTo>
                      <a:pt x="1361" y="8635"/>
                      <a:pt x="1354" y="8662"/>
                      <a:pt x="1346" y="8691"/>
                    </a:cubicBezTo>
                    <a:cubicBezTo>
                      <a:pt x="1036" y="9886"/>
                      <a:pt x="899" y="11059"/>
                      <a:pt x="834" y="12292"/>
                    </a:cubicBezTo>
                    <a:cubicBezTo>
                      <a:pt x="766" y="12292"/>
                      <a:pt x="697" y="12292"/>
                      <a:pt x="626" y="12292"/>
                    </a:cubicBezTo>
                    <a:cubicBezTo>
                      <a:pt x="624" y="12264"/>
                      <a:pt x="623" y="12237"/>
                      <a:pt x="621" y="12209"/>
                    </a:cubicBezTo>
                    <a:cubicBezTo>
                      <a:pt x="605" y="11948"/>
                      <a:pt x="586" y="11688"/>
                      <a:pt x="566" y="11428"/>
                    </a:cubicBezTo>
                    <a:cubicBezTo>
                      <a:pt x="556" y="11294"/>
                      <a:pt x="546" y="11160"/>
                      <a:pt x="538" y="11026"/>
                    </a:cubicBezTo>
                    <a:cubicBezTo>
                      <a:pt x="472" y="9944"/>
                      <a:pt x="472" y="9944"/>
                      <a:pt x="136" y="9568"/>
                    </a:cubicBezTo>
                    <a:cubicBezTo>
                      <a:pt x="56" y="9477"/>
                      <a:pt x="0" y="9410"/>
                      <a:pt x="4" y="9286"/>
                    </a:cubicBezTo>
                    <a:cubicBezTo>
                      <a:pt x="44" y="9094"/>
                      <a:pt x="118" y="8924"/>
                      <a:pt x="209" y="8750"/>
                    </a:cubicBezTo>
                    <a:cubicBezTo>
                      <a:pt x="209" y="8888"/>
                      <a:pt x="209" y="9025"/>
                      <a:pt x="209" y="9167"/>
                    </a:cubicBezTo>
                    <a:cubicBezTo>
                      <a:pt x="587" y="9032"/>
                      <a:pt x="587" y="9032"/>
                      <a:pt x="671" y="8875"/>
                    </a:cubicBezTo>
                    <a:cubicBezTo>
                      <a:pt x="693" y="8769"/>
                      <a:pt x="702" y="8667"/>
                      <a:pt x="708" y="8559"/>
                    </a:cubicBezTo>
                    <a:cubicBezTo>
                      <a:pt x="712" y="8518"/>
                      <a:pt x="716" y="8477"/>
                      <a:pt x="719" y="8435"/>
                    </a:cubicBezTo>
                    <a:cubicBezTo>
                      <a:pt x="731" y="8295"/>
                      <a:pt x="740" y="8156"/>
                      <a:pt x="749" y="8017"/>
                    </a:cubicBezTo>
                    <a:cubicBezTo>
                      <a:pt x="757" y="7916"/>
                      <a:pt x="764" y="7815"/>
                      <a:pt x="772" y="7714"/>
                    </a:cubicBezTo>
                    <a:cubicBezTo>
                      <a:pt x="876" y="6323"/>
                      <a:pt x="904" y="4926"/>
                      <a:pt x="942" y="3532"/>
                    </a:cubicBezTo>
                    <a:cubicBezTo>
                      <a:pt x="953" y="3146"/>
                      <a:pt x="964" y="2759"/>
                      <a:pt x="975" y="2373"/>
                    </a:cubicBezTo>
                    <a:cubicBezTo>
                      <a:pt x="999" y="1582"/>
                      <a:pt x="1021" y="791"/>
                      <a:pt x="1043" y="0"/>
                    </a:cubicBezTo>
                    <a:close/>
                  </a:path>
                </a:pathLst>
              </a:custGeom>
              <a:solidFill>
                <a:srgbClr val="B9B5CD"/>
              </a:solidFill>
              <a:ln w="2646" cap="flat">
                <a:noFill/>
              </a:ln>
            </p:spPr>
          </p:sp>
          <p:sp>
            <p:nvSpPr>
              <p:cNvPr id="2177" name="ICON_C_WINDOWS_GRAPHIC_path_149"/>
              <p:cNvSpPr/>
              <p:nvPr/>
            </p:nvSpPr>
            <p:spPr>
              <a:xfrm>
                <a:off x="6376458" y="7431323"/>
                <a:ext cx="21167" cy="66969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5273" fill="norm" stroke="0">
                    <a:moveTo>
                      <a:pt x="1042" y="65"/>
                    </a:moveTo>
                    <a:cubicBezTo>
                      <a:pt x="1275" y="0"/>
                      <a:pt x="1415" y="32"/>
                      <a:pt x="1667" y="65"/>
                    </a:cubicBezTo>
                    <a:cubicBezTo>
                      <a:pt x="1598" y="340"/>
                      <a:pt x="1529" y="615"/>
                      <a:pt x="1458" y="898"/>
                    </a:cubicBezTo>
                    <a:cubicBezTo>
                      <a:pt x="1458" y="761"/>
                      <a:pt x="1458" y="623"/>
                      <a:pt x="1458" y="481"/>
                    </a:cubicBezTo>
                    <a:cubicBezTo>
                      <a:pt x="1321" y="481"/>
                      <a:pt x="1183" y="481"/>
                      <a:pt x="1042" y="481"/>
                    </a:cubicBezTo>
                    <a:cubicBezTo>
                      <a:pt x="1042" y="1375"/>
                      <a:pt x="1042" y="2269"/>
                      <a:pt x="1042" y="3190"/>
                    </a:cubicBezTo>
                    <a:cubicBezTo>
                      <a:pt x="904" y="3190"/>
                      <a:pt x="767" y="3190"/>
                      <a:pt x="625" y="3190"/>
                    </a:cubicBezTo>
                    <a:cubicBezTo>
                      <a:pt x="625" y="3671"/>
                      <a:pt x="625" y="4152"/>
                      <a:pt x="625" y="4648"/>
                    </a:cubicBezTo>
                    <a:cubicBezTo>
                      <a:pt x="900" y="4648"/>
                      <a:pt x="1175" y="4648"/>
                      <a:pt x="1458" y="4648"/>
                    </a:cubicBezTo>
                    <a:cubicBezTo>
                      <a:pt x="1458" y="4854"/>
                      <a:pt x="1458" y="5061"/>
                      <a:pt x="1458" y="5273"/>
                    </a:cubicBezTo>
                    <a:cubicBezTo>
                      <a:pt x="1183" y="5273"/>
                      <a:pt x="908" y="5273"/>
                      <a:pt x="625" y="5273"/>
                    </a:cubicBezTo>
                    <a:cubicBezTo>
                      <a:pt x="556" y="4861"/>
                      <a:pt x="488" y="4448"/>
                      <a:pt x="417" y="4023"/>
                    </a:cubicBezTo>
                    <a:cubicBezTo>
                      <a:pt x="279" y="4023"/>
                      <a:pt x="142" y="4023"/>
                      <a:pt x="0" y="4023"/>
                    </a:cubicBezTo>
                    <a:cubicBezTo>
                      <a:pt x="0" y="2923"/>
                      <a:pt x="0" y="1823"/>
                      <a:pt x="0" y="690"/>
                    </a:cubicBezTo>
                    <a:cubicBezTo>
                      <a:pt x="275" y="690"/>
                      <a:pt x="550" y="690"/>
                      <a:pt x="833" y="690"/>
                    </a:cubicBezTo>
                    <a:cubicBezTo>
                      <a:pt x="957" y="359"/>
                      <a:pt x="957" y="359"/>
                      <a:pt x="983" y="204"/>
                    </a:cubicBezTo>
                    <a:cubicBezTo>
                      <a:pt x="1002" y="158"/>
                      <a:pt x="1022" y="112"/>
                      <a:pt x="1042" y="65"/>
                    </a:cubicBezTo>
                    <a:close/>
                  </a:path>
                </a:pathLst>
              </a:custGeom>
              <a:solidFill>
                <a:srgbClr val="9CBBC3"/>
              </a:solidFill>
              <a:ln w="2646" cap="flat">
                <a:noFill/>
              </a:ln>
            </p:spPr>
          </p:sp>
          <p:sp>
            <p:nvSpPr>
              <p:cNvPr id="2178" name="ICON_C_WINDOWS_GRAPHIC_path_150"/>
              <p:cNvSpPr/>
              <p:nvPr/>
            </p:nvSpPr>
            <p:spPr>
              <a:xfrm>
                <a:off x="5619750" y="7527396"/>
                <a:ext cx="8620" cy="113771"/>
              </a:xfrm>
              <a:custGeom>
                <a:avLst/>
                <a:gdLst/>
                <a:ahLst/>
                <a:cxnLst/>
                <a:rect l="0" t="0" r="r" b="b"/>
                <a:pathLst>
                  <a:path w="679" h="8958" fill="norm" stroke="0">
                    <a:moveTo>
                      <a:pt x="208" y="0"/>
                    </a:moveTo>
                    <a:cubicBezTo>
                      <a:pt x="672" y="464"/>
                      <a:pt x="672" y="464"/>
                      <a:pt x="679" y="694"/>
                    </a:cubicBezTo>
                    <a:cubicBezTo>
                      <a:pt x="678" y="726"/>
                      <a:pt x="676" y="758"/>
                      <a:pt x="675" y="791"/>
                    </a:cubicBezTo>
                    <a:cubicBezTo>
                      <a:pt x="675" y="826"/>
                      <a:pt x="676" y="861"/>
                      <a:pt x="676" y="898"/>
                    </a:cubicBezTo>
                    <a:cubicBezTo>
                      <a:pt x="677" y="1015"/>
                      <a:pt x="675" y="1131"/>
                      <a:pt x="672" y="1248"/>
                    </a:cubicBezTo>
                    <a:cubicBezTo>
                      <a:pt x="672" y="1332"/>
                      <a:pt x="672" y="1416"/>
                      <a:pt x="672" y="1501"/>
                    </a:cubicBezTo>
                    <a:cubicBezTo>
                      <a:pt x="673" y="1728"/>
                      <a:pt x="670" y="1956"/>
                      <a:pt x="667" y="2184"/>
                    </a:cubicBezTo>
                    <a:cubicBezTo>
                      <a:pt x="665" y="2422"/>
                      <a:pt x="664" y="2660"/>
                      <a:pt x="664" y="2899"/>
                    </a:cubicBezTo>
                    <a:cubicBezTo>
                      <a:pt x="663" y="3349"/>
                      <a:pt x="659" y="3800"/>
                      <a:pt x="655" y="4251"/>
                    </a:cubicBezTo>
                    <a:cubicBezTo>
                      <a:pt x="650" y="4764"/>
                      <a:pt x="648" y="5278"/>
                      <a:pt x="646" y="5791"/>
                    </a:cubicBezTo>
                    <a:cubicBezTo>
                      <a:pt x="642" y="6847"/>
                      <a:pt x="634" y="7903"/>
                      <a:pt x="625" y="8958"/>
                    </a:cubicBezTo>
                    <a:cubicBezTo>
                      <a:pt x="419" y="8958"/>
                      <a:pt x="212" y="8958"/>
                      <a:pt x="0" y="8958"/>
                    </a:cubicBezTo>
                    <a:cubicBezTo>
                      <a:pt x="69" y="6002"/>
                      <a:pt x="137" y="3046"/>
                      <a:pt x="208" y="0"/>
                    </a:cubicBezTo>
                    <a:close/>
                  </a:path>
                </a:pathLst>
              </a:custGeom>
              <a:solidFill>
                <a:srgbClr val="6499FA"/>
              </a:solidFill>
              <a:ln w="2646" cap="flat">
                <a:noFill/>
              </a:ln>
            </p:spPr>
          </p:sp>
          <p:sp>
            <p:nvSpPr>
              <p:cNvPr id="2179" name="ICON_C_WINDOWS_GRAPHIC_path_151"/>
              <p:cNvSpPr/>
              <p:nvPr/>
            </p:nvSpPr>
            <p:spPr>
              <a:xfrm>
                <a:off x="6281208" y="7439885"/>
                <a:ext cx="29104" cy="54213"/>
              </a:xfrm>
              <a:custGeom>
                <a:avLst/>
                <a:gdLst/>
                <a:ahLst/>
                <a:cxnLst/>
                <a:rect l="0" t="0" r="r" b="b"/>
                <a:pathLst>
                  <a:path w="2292" h="4269" fill="norm" stroke="0">
                    <a:moveTo>
                      <a:pt x="1350" y="0"/>
                    </a:moveTo>
                    <a:cubicBezTo>
                      <a:pt x="1457" y="0"/>
                      <a:pt x="1561" y="5"/>
                      <a:pt x="1667" y="16"/>
                    </a:cubicBezTo>
                    <a:cubicBezTo>
                      <a:pt x="1665" y="39"/>
                      <a:pt x="1664" y="62"/>
                      <a:pt x="1663" y="85"/>
                    </a:cubicBezTo>
                    <a:cubicBezTo>
                      <a:pt x="1649" y="325"/>
                      <a:pt x="1639" y="565"/>
                      <a:pt x="1632" y="805"/>
                    </a:cubicBezTo>
                    <a:cubicBezTo>
                      <a:pt x="1629" y="895"/>
                      <a:pt x="1625" y="984"/>
                      <a:pt x="1620" y="1074"/>
                    </a:cubicBezTo>
                    <a:cubicBezTo>
                      <a:pt x="1584" y="1676"/>
                      <a:pt x="1584" y="1676"/>
                      <a:pt x="1667" y="1891"/>
                    </a:cubicBezTo>
                    <a:cubicBezTo>
                      <a:pt x="1835" y="2054"/>
                      <a:pt x="2067" y="2079"/>
                      <a:pt x="2292" y="2099"/>
                    </a:cubicBezTo>
                    <a:cubicBezTo>
                      <a:pt x="2262" y="2110"/>
                      <a:pt x="2233" y="2121"/>
                      <a:pt x="2203" y="2133"/>
                    </a:cubicBezTo>
                    <a:cubicBezTo>
                      <a:pt x="1379" y="2473"/>
                      <a:pt x="1379" y="2473"/>
                      <a:pt x="1208" y="2806"/>
                    </a:cubicBezTo>
                    <a:cubicBezTo>
                      <a:pt x="1099" y="3092"/>
                      <a:pt x="1041" y="3393"/>
                      <a:pt x="1002" y="3695"/>
                    </a:cubicBezTo>
                    <a:cubicBezTo>
                      <a:pt x="972" y="3886"/>
                      <a:pt x="948" y="4023"/>
                      <a:pt x="833" y="4182"/>
                    </a:cubicBezTo>
                    <a:cubicBezTo>
                      <a:pt x="567" y="4269"/>
                      <a:pt x="271" y="4223"/>
                      <a:pt x="0" y="4182"/>
                    </a:cubicBezTo>
                    <a:cubicBezTo>
                      <a:pt x="45" y="3894"/>
                      <a:pt x="92" y="3606"/>
                      <a:pt x="141" y="3318"/>
                    </a:cubicBezTo>
                    <a:cubicBezTo>
                      <a:pt x="164" y="3185"/>
                      <a:pt x="186" y="3051"/>
                      <a:pt x="207" y="2917"/>
                    </a:cubicBezTo>
                    <a:cubicBezTo>
                      <a:pt x="370" y="1876"/>
                      <a:pt x="370" y="1876"/>
                      <a:pt x="682" y="1474"/>
                    </a:cubicBezTo>
                    <a:cubicBezTo>
                      <a:pt x="816" y="1301"/>
                      <a:pt x="890" y="1142"/>
                      <a:pt x="951" y="931"/>
                    </a:cubicBezTo>
                    <a:cubicBezTo>
                      <a:pt x="959" y="904"/>
                      <a:pt x="966" y="876"/>
                      <a:pt x="975" y="848"/>
                    </a:cubicBezTo>
                    <a:cubicBezTo>
                      <a:pt x="1006" y="738"/>
                      <a:pt x="1035" y="627"/>
                      <a:pt x="1064" y="515"/>
                    </a:cubicBezTo>
                    <a:cubicBezTo>
                      <a:pt x="1085" y="432"/>
                      <a:pt x="1109" y="350"/>
                      <a:pt x="1133" y="267"/>
                    </a:cubicBezTo>
                    <a:cubicBezTo>
                      <a:pt x="1145" y="219"/>
                      <a:pt x="1158" y="170"/>
                      <a:pt x="1171" y="120"/>
                    </a:cubicBezTo>
                    <a:cubicBezTo>
                      <a:pt x="1250" y="16"/>
                      <a:pt x="1250" y="16"/>
                      <a:pt x="1350" y="0"/>
                    </a:cubicBezTo>
                    <a:close/>
                  </a:path>
                </a:pathLst>
              </a:custGeom>
              <a:solidFill>
                <a:srgbClr val="A8A7C1"/>
              </a:solidFill>
              <a:ln w="2646" cap="flat">
                <a:noFill/>
              </a:ln>
            </p:spPr>
          </p:sp>
          <p:sp>
            <p:nvSpPr>
              <p:cNvPr id="2180" name="ICON_C_WINDOWS_GRAPHIC_path_152"/>
              <p:cNvSpPr/>
              <p:nvPr/>
            </p:nvSpPr>
            <p:spPr>
              <a:xfrm>
                <a:off x="5725583" y="7424208"/>
                <a:ext cx="21167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4583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825"/>
                      <a:pt x="625" y="1650"/>
                      <a:pt x="625" y="2500"/>
                    </a:cubicBezTo>
                    <a:cubicBezTo>
                      <a:pt x="900" y="2569"/>
                      <a:pt x="1175" y="2638"/>
                      <a:pt x="1458" y="2708"/>
                    </a:cubicBezTo>
                    <a:cubicBezTo>
                      <a:pt x="1390" y="2743"/>
                      <a:pt x="1390" y="2743"/>
                      <a:pt x="1042" y="2917"/>
                    </a:cubicBezTo>
                    <a:cubicBezTo>
                      <a:pt x="1248" y="3054"/>
                      <a:pt x="1454" y="3192"/>
                      <a:pt x="1667" y="3333"/>
                    </a:cubicBezTo>
                    <a:cubicBezTo>
                      <a:pt x="1575" y="3627"/>
                      <a:pt x="1575" y="3627"/>
                      <a:pt x="1458" y="3750"/>
                    </a:cubicBezTo>
                    <a:cubicBezTo>
                      <a:pt x="1234" y="3791"/>
                      <a:pt x="1068" y="3770"/>
                      <a:pt x="833" y="3750"/>
                    </a:cubicBezTo>
                    <a:cubicBezTo>
                      <a:pt x="765" y="4025"/>
                      <a:pt x="696" y="4300"/>
                      <a:pt x="625" y="4583"/>
                    </a:cubicBezTo>
                    <a:cubicBezTo>
                      <a:pt x="419" y="4583"/>
                      <a:pt x="212" y="4583"/>
                      <a:pt x="0" y="4583"/>
                    </a:cubicBezTo>
                    <a:cubicBezTo>
                      <a:pt x="0" y="3071"/>
                      <a:pt x="0" y="1558"/>
                      <a:pt x="0" y="0"/>
                    </a:cubicBezTo>
                    <a:close/>
                  </a:path>
                </a:pathLst>
              </a:custGeom>
              <a:solidFill>
                <a:srgbClr val="9795B4"/>
              </a:solidFill>
              <a:ln w="2646" cap="flat">
                <a:noFill/>
              </a:ln>
            </p:spPr>
          </p:sp>
          <p:sp>
            <p:nvSpPr>
              <p:cNvPr id="2181" name="ICON_C_WINDOWS_GRAPHIC_path_153"/>
              <p:cNvSpPr/>
              <p:nvPr/>
            </p:nvSpPr>
            <p:spPr>
              <a:xfrm>
                <a:off x="6450063" y="7397750"/>
                <a:ext cx="11509" cy="68792"/>
              </a:xfrm>
              <a:custGeom>
                <a:avLst/>
                <a:gdLst/>
                <a:ahLst/>
                <a:cxnLst/>
                <a:rect l="0" t="0" r="r" b="b"/>
                <a:pathLst>
                  <a:path w="906" h="5417" fill="norm" stroke="0">
                    <a:moveTo>
                      <a:pt x="38" y="0"/>
                    </a:moveTo>
                    <a:cubicBezTo>
                      <a:pt x="313" y="0"/>
                      <a:pt x="588" y="0"/>
                      <a:pt x="871" y="0"/>
                    </a:cubicBezTo>
                    <a:cubicBezTo>
                      <a:pt x="876" y="522"/>
                      <a:pt x="880" y="1043"/>
                      <a:pt x="882" y="1565"/>
                    </a:cubicBezTo>
                    <a:cubicBezTo>
                      <a:pt x="883" y="1808"/>
                      <a:pt x="884" y="2050"/>
                      <a:pt x="887" y="2292"/>
                    </a:cubicBezTo>
                    <a:cubicBezTo>
                      <a:pt x="897" y="3351"/>
                      <a:pt x="906" y="4381"/>
                      <a:pt x="663" y="5417"/>
                    </a:cubicBezTo>
                    <a:cubicBezTo>
                      <a:pt x="406" y="5197"/>
                      <a:pt x="206" y="5022"/>
                      <a:pt x="167" y="4673"/>
                    </a:cubicBezTo>
                    <a:cubicBezTo>
                      <a:pt x="165" y="4633"/>
                      <a:pt x="162" y="4594"/>
                      <a:pt x="160" y="4553"/>
                    </a:cubicBezTo>
                    <a:cubicBezTo>
                      <a:pt x="156" y="4510"/>
                      <a:pt x="152" y="4467"/>
                      <a:pt x="148" y="4423"/>
                    </a:cubicBezTo>
                    <a:cubicBezTo>
                      <a:pt x="135" y="4281"/>
                      <a:pt x="125" y="4139"/>
                      <a:pt x="116" y="3997"/>
                    </a:cubicBezTo>
                    <a:cubicBezTo>
                      <a:pt x="108" y="3898"/>
                      <a:pt x="100" y="3798"/>
                      <a:pt x="92" y="3698"/>
                    </a:cubicBezTo>
                    <a:cubicBezTo>
                      <a:pt x="0" y="2468"/>
                      <a:pt x="19" y="1232"/>
                      <a:pt x="38" y="0"/>
                    </a:cubicBezTo>
                    <a:close/>
                  </a:path>
                </a:pathLst>
              </a:custGeom>
              <a:solidFill>
                <a:srgbClr val="849FAC"/>
              </a:solidFill>
              <a:ln w="2646" cap="flat">
                <a:noFill/>
              </a:ln>
            </p:spPr>
          </p:sp>
          <p:sp>
            <p:nvSpPr>
              <p:cNvPr id="2182" name="ICON_C_WINDOWS_GRAPHIC_path_154"/>
              <p:cNvSpPr/>
              <p:nvPr/>
            </p:nvSpPr>
            <p:spPr>
              <a:xfrm>
                <a:off x="5668420" y="7420536"/>
                <a:ext cx="20902" cy="48652"/>
              </a:xfrm>
              <a:custGeom>
                <a:avLst/>
                <a:gdLst/>
                <a:ahLst/>
                <a:cxnLst/>
                <a:rect l="0" t="0" r="r" b="b"/>
                <a:pathLst>
                  <a:path w="1646" h="3831" fill="norm" stroke="0">
                    <a:moveTo>
                      <a:pt x="1584" y="81"/>
                    </a:moveTo>
                    <a:cubicBezTo>
                      <a:pt x="1595" y="311"/>
                      <a:pt x="1602" y="540"/>
                      <a:pt x="1607" y="770"/>
                    </a:cubicBezTo>
                    <a:cubicBezTo>
                      <a:pt x="1609" y="848"/>
                      <a:pt x="1612" y="926"/>
                      <a:pt x="1616" y="1004"/>
                    </a:cubicBezTo>
                    <a:cubicBezTo>
                      <a:pt x="1646" y="1668"/>
                      <a:pt x="1646" y="1668"/>
                      <a:pt x="1494" y="1864"/>
                    </a:cubicBezTo>
                    <a:cubicBezTo>
                      <a:pt x="1419" y="1926"/>
                      <a:pt x="1344" y="1987"/>
                      <a:pt x="1268" y="2048"/>
                    </a:cubicBezTo>
                    <a:cubicBezTo>
                      <a:pt x="1046" y="2306"/>
                      <a:pt x="1065" y="2697"/>
                      <a:pt x="1038" y="3024"/>
                    </a:cubicBezTo>
                    <a:cubicBezTo>
                      <a:pt x="1030" y="3102"/>
                      <a:pt x="1021" y="3180"/>
                      <a:pt x="1013" y="3259"/>
                    </a:cubicBezTo>
                    <a:cubicBezTo>
                      <a:pt x="993" y="3449"/>
                      <a:pt x="976" y="3640"/>
                      <a:pt x="959" y="3831"/>
                    </a:cubicBezTo>
                    <a:cubicBezTo>
                      <a:pt x="226" y="3592"/>
                      <a:pt x="226" y="3592"/>
                      <a:pt x="76" y="3325"/>
                    </a:cubicBezTo>
                    <a:cubicBezTo>
                      <a:pt x="0" y="3069"/>
                      <a:pt x="18" y="2806"/>
                      <a:pt x="35" y="2542"/>
                    </a:cubicBezTo>
                    <a:cubicBezTo>
                      <a:pt x="36" y="2501"/>
                      <a:pt x="38" y="2460"/>
                      <a:pt x="39" y="2418"/>
                    </a:cubicBezTo>
                    <a:cubicBezTo>
                      <a:pt x="59" y="1814"/>
                      <a:pt x="165" y="1255"/>
                      <a:pt x="386" y="693"/>
                    </a:cubicBezTo>
                    <a:cubicBezTo>
                      <a:pt x="398" y="661"/>
                      <a:pt x="409" y="630"/>
                      <a:pt x="421" y="597"/>
                    </a:cubicBezTo>
                    <a:cubicBezTo>
                      <a:pt x="642" y="2"/>
                      <a:pt x="996" y="0"/>
                      <a:pt x="1584" y="81"/>
                    </a:cubicBezTo>
                    <a:close/>
                  </a:path>
                </a:pathLst>
              </a:custGeom>
              <a:solidFill>
                <a:srgbClr val="AEACC7"/>
              </a:solidFill>
              <a:ln w="2646" cap="flat">
                <a:noFill/>
              </a:ln>
            </p:spPr>
          </p:sp>
          <p:sp>
            <p:nvSpPr>
              <p:cNvPr id="2183" name="ICON_C_WINDOWS_GRAPHIC_path_155"/>
              <p:cNvSpPr/>
              <p:nvPr/>
            </p:nvSpPr>
            <p:spPr>
              <a:xfrm>
                <a:off x="6635750" y="7471833"/>
                <a:ext cx="63500" cy="68792"/>
              </a:xfrm>
              <a:custGeom>
                <a:avLst/>
                <a:gdLst/>
                <a:ahLst/>
                <a:cxnLst/>
                <a:rect l="0" t="0" r="r" b="b"/>
                <a:pathLst>
                  <a:path w="5000" h="5417" fill="norm" stroke="0">
                    <a:moveTo>
                      <a:pt x="1042" y="0"/>
                    </a:moveTo>
                    <a:cubicBezTo>
                      <a:pt x="1110" y="0"/>
                      <a:pt x="1179" y="0"/>
                      <a:pt x="1250" y="0"/>
                    </a:cubicBezTo>
                    <a:cubicBezTo>
                      <a:pt x="1250" y="550"/>
                      <a:pt x="1250" y="1100"/>
                      <a:pt x="1250" y="1667"/>
                    </a:cubicBezTo>
                    <a:cubicBezTo>
                      <a:pt x="2041" y="1604"/>
                      <a:pt x="2041" y="1604"/>
                      <a:pt x="2292" y="1458"/>
                    </a:cubicBezTo>
                    <a:cubicBezTo>
                      <a:pt x="2434" y="1257"/>
                      <a:pt x="2487" y="1028"/>
                      <a:pt x="2554" y="794"/>
                    </a:cubicBezTo>
                    <a:cubicBezTo>
                      <a:pt x="2662" y="452"/>
                      <a:pt x="2662" y="452"/>
                      <a:pt x="2802" y="344"/>
                    </a:cubicBezTo>
                    <a:cubicBezTo>
                      <a:pt x="3017" y="245"/>
                      <a:pt x="3305" y="155"/>
                      <a:pt x="3542" y="208"/>
                    </a:cubicBezTo>
                    <a:cubicBezTo>
                      <a:pt x="3667" y="299"/>
                      <a:pt x="3736" y="357"/>
                      <a:pt x="3772" y="509"/>
                    </a:cubicBezTo>
                    <a:cubicBezTo>
                      <a:pt x="3784" y="627"/>
                      <a:pt x="3789" y="743"/>
                      <a:pt x="3793" y="861"/>
                    </a:cubicBezTo>
                    <a:cubicBezTo>
                      <a:pt x="3795" y="906"/>
                      <a:pt x="3797" y="951"/>
                      <a:pt x="3799" y="997"/>
                    </a:cubicBezTo>
                    <a:cubicBezTo>
                      <a:pt x="3806" y="1144"/>
                      <a:pt x="3811" y="1292"/>
                      <a:pt x="3816" y="1440"/>
                    </a:cubicBezTo>
                    <a:cubicBezTo>
                      <a:pt x="3820" y="1542"/>
                      <a:pt x="3825" y="1645"/>
                      <a:pt x="3829" y="1747"/>
                    </a:cubicBezTo>
                    <a:cubicBezTo>
                      <a:pt x="3839" y="1989"/>
                      <a:pt x="3849" y="2231"/>
                      <a:pt x="3858" y="2473"/>
                    </a:cubicBezTo>
                    <a:cubicBezTo>
                      <a:pt x="3868" y="2749"/>
                      <a:pt x="3880" y="3024"/>
                      <a:pt x="3891" y="3300"/>
                    </a:cubicBezTo>
                    <a:cubicBezTo>
                      <a:pt x="3915" y="3866"/>
                      <a:pt x="3937" y="4433"/>
                      <a:pt x="3958" y="5000"/>
                    </a:cubicBezTo>
                    <a:cubicBezTo>
                      <a:pt x="4302" y="5000"/>
                      <a:pt x="4646" y="5000"/>
                      <a:pt x="5000" y="5000"/>
                    </a:cubicBezTo>
                    <a:cubicBezTo>
                      <a:pt x="5000" y="5138"/>
                      <a:pt x="5000" y="5275"/>
                      <a:pt x="5000" y="5417"/>
                    </a:cubicBezTo>
                    <a:cubicBezTo>
                      <a:pt x="4825" y="5397"/>
                      <a:pt x="4651" y="5375"/>
                      <a:pt x="4477" y="5351"/>
                    </a:cubicBezTo>
                    <a:cubicBezTo>
                      <a:pt x="4418" y="5343"/>
                      <a:pt x="4359" y="5335"/>
                      <a:pt x="4300" y="5329"/>
                    </a:cubicBezTo>
                    <a:cubicBezTo>
                      <a:pt x="4214" y="5319"/>
                      <a:pt x="4129" y="5307"/>
                      <a:pt x="4044" y="5295"/>
                    </a:cubicBezTo>
                    <a:cubicBezTo>
                      <a:pt x="4017" y="5292"/>
                      <a:pt x="3991" y="5290"/>
                      <a:pt x="3964" y="5287"/>
                    </a:cubicBezTo>
                    <a:cubicBezTo>
                      <a:pt x="3888" y="5275"/>
                      <a:pt x="3888" y="5275"/>
                      <a:pt x="3750" y="5208"/>
                    </a:cubicBezTo>
                    <a:cubicBezTo>
                      <a:pt x="3560" y="4940"/>
                      <a:pt x="3512" y="4684"/>
                      <a:pt x="3518" y="4362"/>
                    </a:cubicBezTo>
                    <a:cubicBezTo>
                      <a:pt x="3518" y="4321"/>
                      <a:pt x="3518" y="4280"/>
                      <a:pt x="3518" y="4239"/>
                    </a:cubicBezTo>
                    <a:cubicBezTo>
                      <a:pt x="3518" y="4105"/>
                      <a:pt x="3520" y="3972"/>
                      <a:pt x="3521" y="3840"/>
                    </a:cubicBezTo>
                    <a:cubicBezTo>
                      <a:pt x="3522" y="3747"/>
                      <a:pt x="3522" y="3654"/>
                      <a:pt x="3522" y="3561"/>
                    </a:cubicBezTo>
                    <a:cubicBezTo>
                      <a:pt x="3523" y="3318"/>
                      <a:pt x="3525" y="3075"/>
                      <a:pt x="3527" y="2831"/>
                    </a:cubicBezTo>
                    <a:cubicBezTo>
                      <a:pt x="3530" y="2583"/>
                      <a:pt x="3530" y="2334"/>
                      <a:pt x="3531" y="2086"/>
                    </a:cubicBezTo>
                    <a:cubicBezTo>
                      <a:pt x="3534" y="1599"/>
                      <a:pt x="3537" y="1112"/>
                      <a:pt x="3542" y="625"/>
                    </a:cubicBezTo>
                    <a:cubicBezTo>
                      <a:pt x="3440" y="654"/>
                      <a:pt x="3339" y="684"/>
                      <a:pt x="3238" y="714"/>
                    </a:cubicBezTo>
                    <a:cubicBezTo>
                      <a:pt x="3210" y="722"/>
                      <a:pt x="3181" y="730"/>
                      <a:pt x="3152" y="738"/>
                    </a:cubicBezTo>
                    <a:cubicBezTo>
                      <a:pt x="2993" y="787"/>
                      <a:pt x="2930" y="816"/>
                      <a:pt x="2827" y="953"/>
                    </a:cubicBezTo>
                    <a:cubicBezTo>
                      <a:pt x="2767" y="1085"/>
                      <a:pt x="2723" y="1215"/>
                      <a:pt x="2682" y="1354"/>
                    </a:cubicBezTo>
                    <a:cubicBezTo>
                      <a:pt x="2652" y="1448"/>
                      <a:pt x="2621" y="1541"/>
                      <a:pt x="2590" y="1634"/>
                    </a:cubicBezTo>
                    <a:cubicBezTo>
                      <a:pt x="2577" y="1675"/>
                      <a:pt x="2565" y="1716"/>
                      <a:pt x="2552" y="1759"/>
                    </a:cubicBezTo>
                    <a:cubicBezTo>
                      <a:pt x="2486" y="1906"/>
                      <a:pt x="2419" y="1985"/>
                      <a:pt x="2292" y="2083"/>
                    </a:cubicBezTo>
                    <a:cubicBezTo>
                      <a:pt x="2153" y="2107"/>
                      <a:pt x="2153" y="2107"/>
                      <a:pt x="1998" y="2104"/>
                    </a:cubicBezTo>
                    <a:cubicBezTo>
                      <a:pt x="1970" y="2103"/>
                      <a:pt x="1943" y="2103"/>
                      <a:pt x="1915" y="2103"/>
                    </a:cubicBezTo>
                    <a:cubicBezTo>
                      <a:pt x="1828" y="2102"/>
                      <a:pt x="1741" y="2099"/>
                      <a:pt x="1654" y="2096"/>
                    </a:cubicBezTo>
                    <a:cubicBezTo>
                      <a:pt x="1594" y="2095"/>
                      <a:pt x="1535" y="2094"/>
                      <a:pt x="1476" y="2094"/>
                    </a:cubicBezTo>
                    <a:cubicBezTo>
                      <a:pt x="1331" y="2091"/>
                      <a:pt x="1186" y="2087"/>
                      <a:pt x="1042" y="2083"/>
                    </a:cubicBezTo>
                    <a:cubicBezTo>
                      <a:pt x="1042" y="1740"/>
                      <a:pt x="1042" y="1396"/>
                      <a:pt x="1042" y="1042"/>
                    </a:cubicBezTo>
                    <a:cubicBezTo>
                      <a:pt x="698" y="1110"/>
                      <a:pt x="354" y="1179"/>
                      <a:pt x="0" y="1250"/>
                    </a:cubicBezTo>
                    <a:cubicBezTo>
                      <a:pt x="0" y="1112"/>
                      <a:pt x="0" y="975"/>
                      <a:pt x="0" y="833"/>
                    </a:cubicBezTo>
                    <a:cubicBezTo>
                      <a:pt x="40" y="843"/>
                      <a:pt x="81" y="853"/>
                      <a:pt x="122" y="863"/>
                    </a:cubicBezTo>
                    <a:cubicBezTo>
                      <a:pt x="298" y="892"/>
                      <a:pt x="461" y="914"/>
                      <a:pt x="625" y="833"/>
                    </a:cubicBezTo>
                    <a:cubicBezTo>
                      <a:pt x="756" y="674"/>
                      <a:pt x="831" y="487"/>
                      <a:pt x="907" y="296"/>
                    </a:cubicBezTo>
                    <a:cubicBezTo>
                      <a:pt x="914" y="278"/>
                      <a:pt x="914" y="278"/>
                      <a:pt x="952" y="182"/>
                    </a:cubicBezTo>
                    <a:cubicBezTo>
                      <a:pt x="958" y="165"/>
                      <a:pt x="958" y="165"/>
                      <a:pt x="990" y="76"/>
                    </a:cubicBezTo>
                    <a:cubicBezTo>
                      <a:pt x="1007" y="51"/>
                      <a:pt x="1024" y="26"/>
                      <a:pt x="1042" y="0"/>
                    </a:cubicBezTo>
                    <a:close/>
                  </a:path>
                </a:pathLst>
              </a:custGeom>
              <a:solidFill>
                <a:srgbClr val="E2E2EA"/>
              </a:solidFill>
              <a:ln w="2646" cap="flat">
                <a:noFill/>
              </a:ln>
            </p:spPr>
          </p:sp>
          <p:sp>
            <p:nvSpPr>
              <p:cNvPr id="2184" name="ICON_C_WINDOWS_GRAPHIC_path_156"/>
              <p:cNvSpPr/>
              <p:nvPr/>
            </p:nvSpPr>
            <p:spPr>
              <a:xfrm>
                <a:off x="6809679" y="7455958"/>
                <a:ext cx="40383" cy="64101"/>
              </a:xfrm>
              <a:custGeom>
                <a:avLst/>
                <a:gdLst/>
                <a:ahLst/>
                <a:cxnLst/>
                <a:rect l="0" t="0" r="r" b="b"/>
                <a:pathLst>
                  <a:path w="3180" h="5047" fill="norm" stroke="0">
                    <a:moveTo>
                      <a:pt x="263" y="0"/>
                    </a:moveTo>
                    <a:cubicBezTo>
                      <a:pt x="515" y="165"/>
                      <a:pt x="750" y="353"/>
                      <a:pt x="888" y="625"/>
                    </a:cubicBezTo>
                    <a:cubicBezTo>
                      <a:pt x="968" y="1035"/>
                      <a:pt x="927" y="1462"/>
                      <a:pt x="888" y="1875"/>
                    </a:cubicBezTo>
                    <a:cubicBezTo>
                      <a:pt x="1850" y="1590"/>
                      <a:pt x="1850" y="1590"/>
                      <a:pt x="1979" y="1377"/>
                    </a:cubicBezTo>
                    <a:cubicBezTo>
                      <a:pt x="2023" y="1189"/>
                      <a:pt x="1985" y="1016"/>
                      <a:pt x="1930" y="833"/>
                    </a:cubicBezTo>
                    <a:cubicBezTo>
                      <a:pt x="2067" y="833"/>
                      <a:pt x="2205" y="833"/>
                      <a:pt x="2346" y="833"/>
                    </a:cubicBezTo>
                    <a:cubicBezTo>
                      <a:pt x="2346" y="2140"/>
                      <a:pt x="2346" y="3446"/>
                      <a:pt x="2346" y="4792"/>
                    </a:cubicBezTo>
                    <a:cubicBezTo>
                      <a:pt x="2621" y="4860"/>
                      <a:pt x="2896" y="4929"/>
                      <a:pt x="3180" y="5000"/>
                    </a:cubicBezTo>
                    <a:cubicBezTo>
                      <a:pt x="3010" y="5011"/>
                      <a:pt x="2842" y="5020"/>
                      <a:pt x="2672" y="5026"/>
                    </a:cubicBezTo>
                    <a:cubicBezTo>
                      <a:pt x="2648" y="5028"/>
                      <a:pt x="2648" y="5028"/>
                      <a:pt x="2527" y="5037"/>
                    </a:cubicBezTo>
                    <a:cubicBezTo>
                      <a:pt x="2480" y="5038"/>
                      <a:pt x="2434" y="5039"/>
                      <a:pt x="2386" y="5041"/>
                    </a:cubicBezTo>
                    <a:cubicBezTo>
                      <a:pt x="2344" y="5043"/>
                      <a:pt x="2301" y="5045"/>
                      <a:pt x="2257" y="5047"/>
                    </a:cubicBezTo>
                    <a:cubicBezTo>
                      <a:pt x="2085" y="4979"/>
                      <a:pt x="2045" y="4874"/>
                      <a:pt x="1972" y="4708"/>
                    </a:cubicBezTo>
                    <a:cubicBezTo>
                      <a:pt x="1898" y="4489"/>
                      <a:pt x="1880" y="4271"/>
                      <a:pt x="1864" y="4041"/>
                    </a:cubicBezTo>
                    <a:cubicBezTo>
                      <a:pt x="1860" y="3991"/>
                      <a:pt x="1855" y="3941"/>
                      <a:pt x="1851" y="3889"/>
                    </a:cubicBezTo>
                    <a:cubicBezTo>
                      <a:pt x="1839" y="3757"/>
                      <a:pt x="1829" y="3625"/>
                      <a:pt x="1819" y="3492"/>
                    </a:cubicBezTo>
                    <a:cubicBezTo>
                      <a:pt x="1808" y="3357"/>
                      <a:pt x="1797" y="3221"/>
                      <a:pt x="1785" y="3086"/>
                    </a:cubicBezTo>
                    <a:cubicBezTo>
                      <a:pt x="1763" y="2821"/>
                      <a:pt x="1742" y="2556"/>
                      <a:pt x="1721" y="2292"/>
                    </a:cubicBezTo>
                    <a:cubicBezTo>
                      <a:pt x="1692" y="2294"/>
                      <a:pt x="1662" y="2295"/>
                      <a:pt x="1632" y="2297"/>
                    </a:cubicBezTo>
                    <a:cubicBezTo>
                      <a:pt x="1496" y="2304"/>
                      <a:pt x="1360" y="2309"/>
                      <a:pt x="1224" y="2313"/>
                    </a:cubicBezTo>
                    <a:cubicBezTo>
                      <a:pt x="1178" y="2316"/>
                      <a:pt x="1131" y="2319"/>
                      <a:pt x="1083" y="2321"/>
                    </a:cubicBezTo>
                    <a:cubicBezTo>
                      <a:pt x="823" y="2328"/>
                      <a:pt x="666" y="2310"/>
                      <a:pt x="466" y="2135"/>
                    </a:cubicBezTo>
                    <a:cubicBezTo>
                      <a:pt x="88" y="1741"/>
                      <a:pt x="0" y="1321"/>
                      <a:pt x="3" y="794"/>
                    </a:cubicBezTo>
                    <a:cubicBezTo>
                      <a:pt x="3" y="767"/>
                      <a:pt x="3" y="739"/>
                      <a:pt x="3" y="711"/>
                    </a:cubicBezTo>
                    <a:cubicBezTo>
                      <a:pt x="11" y="220"/>
                      <a:pt x="11" y="220"/>
                      <a:pt x="162" y="67"/>
                    </a:cubicBezTo>
                    <a:cubicBezTo>
                      <a:pt x="195" y="45"/>
                      <a:pt x="229" y="23"/>
                      <a:pt x="263" y="0"/>
                    </a:cubicBezTo>
                    <a:close/>
                  </a:path>
                </a:pathLst>
              </a:custGeom>
              <a:solidFill>
                <a:srgbClr val="E2DFEA"/>
              </a:solidFill>
              <a:ln w="2646" cap="flat">
                <a:noFill/>
              </a:ln>
            </p:spPr>
          </p:sp>
          <p:sp>
            <p:nvSpPr>
              <p:cNvPr id="2185" name="ICON_C_WINDOWS_GRAPHIC_path_157"/>
              <p:cNvSpPr/>
              <p:nvPr/>
            </p:nvSpPr>
            <p:spPr>
              <a:xfrm>
                <a:off x="6566143" y="7432146"/>
                <a:ext cx="27273" cy="74083"/>
              </a:xfrm>
              <a:custGeom>
                <a:avLst/>
                <a:gdLst/>
                <a:ahLst/>
                <a:cxnLst/>
                <a:rect l="0" t="0" r="r" b="b"/>
                <a:pathLst>
                  <a:path w="2148" h="5833" fill="norm" stroke="0">
                    <a:moveTo>
                      <a:pt x="273" y="0"/>
                    </a:moveTo>
                    <a:cubicBezTo>
                      <a:pt x="917" y="83"/>
                      <a:pt x="917" y="83"/>
                      <a:pt x="1106" y="208"/>
                    </a:cubicBezTo>
                    <a:cubicBezTo>
                      <a:pt x="1199" y="373"/>
                      <a:pt x="1220" y="551"/>
                      <a:pt x="1228" y="737"/>
                    </a:cubicBezTo>
                    <a:cubicBezTo>
                      <a:pt x="1238" y="861"/>
                      <a:pt x="1247" y="936"/>
                      <a:pt x="1314" y="1042"/>
                    </a:cubicBezTo>
                    <a:cubicBezTo>
                      <a:pt x="1419" y="1076"/>
                      <a:pt x="1516" y="1102"/>
                      <a:pt x="1623" y="1125"/>
                    </a:cubicBezTo>
                    <a:cubicBezTo>
                      <a:pt x="1739" y="1153"/>
                      <a:pt x="1840" y="1182"/>
                      <a:pt x="1939" y="1250"/>
                    </a:cubicBezTo>
                    <a:cubicBezTo>
                      <a:pt x="2071" y="1466"/>
                      <a:pt x="2066" y="1747"/>
                      <a:pt x="2082" y="1992"/>
                    </a:cubicBezTo>
                    <a:cubicBezTo>
                      <a:pt x="2089" y="2061"/>
                      <a:pt x="2096" y="2131"/>
                      <a:pt x="2104" y="2200"/>
                    </a:cubicBezTo>
                    <a:cubicBezTo>
                      <a:pt x="2122" y="2369"/>
                      <a:pt x="2135" y="2539"/>
                      <a:pt x="2148" y="2708"/>
                    </a:cubicBezTo>
                    <a:cubicBezTo>
                      <a:pt x="2106" y="2716"/>
                      <a:pt x="2065" y="2723"/>
                      <a:pt x="2023" y="2731"/>
                    </a:cubicBezTo>
                    <a:cubicBezTo>
                      <a:pt x="1786" y="2784"/>
                      <a:pt x="1559" y="2838"/>
                      <a:pt x="1418" y="3049"/>
                    </a:cubicBezTo>
                    <a:cubicBezTo>
                      <a:pt x="1325" y="3217"/>
                      <a:pt x="1257" y="3396"/>
                      <a:pt x="1188" y="3575"/>
                    </a:cubicBezTo>
                    <a:cubicBezTo>
                      <a:pt x="1161" y="3640"/>
                      <a:pt x="1134" y="3705"/>
                      <a:pt x="1107" y="3770"/>
                    </a:cubicBezTo>
                    <a:cubicBezTo>
                      <a:pt x="1036" y="3940"/>
                      <a:pt x="968" y="4111"/>
                      <a:pt x="900" y="4283"/>
                    </a:cubicBezTo>
                    <a:cubicBezTo>
                      <a:pt x="831" y="4458"/>
                      <a:pt x="758" y="4633"/>
                      <a:pt x="686" y="4807"/>
                    </a:cubicBezTo>
                    <a:cubicBezTo>
                      <a:pt x="546" y="5148"/>
                      <a:pt x="408" y="5490"/>
                      <a:pt x="273" y="5833"/>
                    </a:cubicBezTo>
                    <a:cubicBezTo>
                      <a:pt x="0" y="5062"/>
                      <a:pt x="0" y="5062"/>
                      <a:pt x="135" y="4771"/>
                    </a:cubicBezTo>
                    <a:cubicBezTo>
                      <a:pt x="189" y="4673"/>
                      <a:pt x="245" y="4576"/>
                      <a:pt x="304" y="4480"/>
                    </a:cubicBezTo>
                    <a:cubicBezTo>
                      <a:pt x="759" y="3711"/>
                      <a:pt x="783" y="2861"/>
                      <a:pt x="832" y="1992"/>
                    </a:cubicBezTo>
                    <a:cubicBezTo>
                      <a:pt x="834" y="1959"/>
                      <a:pt x="836" y="1925"/>
                      <a:pt x="838" y="1890"/>
                    </a:cubicBezTo>
                    <a:cubicBezTo>
                      <a:pt x="862" y="1469"/>
                      <a:pt x="882" y="1047"/>
                      <a:pt x="898" y="625"/>
                    </a:cubicBezTo>
                    <a:cubicBezTo>
                      <a:pt x="623" y="694"/>
                      <a:pt x="348" y="763"/>
                      <a:pt x="64" y="833"/>
                    </a:cubicBezTo>
                    <a:cubicBezTo>
                      <a:pt x="133" y="558"/>
                      <a:pt x="202" y="283"/>
                      <a:pt x="273" y="0"/>
                    </a:cubicBezTo>
                    <a:close/>
                  </a:path>
                </a:pathLst>
              </a:custGeom>
              <a:solidFill>
                <a:srgbClr val="89A8B5"/>
              </a:solidFill>
              <a:ln w="2646" cap="flat">
                <a:noFill/>
              </a:ln>
            </p:spPr>
          </p:sp>
          <p:sp>
            <p:nvSpPr>
              <p:cNvPr id="2186" name="ICON_C_WINDOWS_GRAPHIC_path_158"/>
              <p:cNvSpPr/>
              <p:nvPr/>
            </p:nvSpPr>
            <p:spPr>
              <a:xfrm>
                <a:off x="5783792" y="7397750"/>
                <a:ext cx="18521" cy="132292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10417" fill="norm" stroke="0">
                    <a:moveTo>
                      <a:pt x="625" y="0"/>
                    </a:moveTo>
                    <a:cubicBezTo>
                      <a:pt x="831" y="0"/>
                      <a:pt x="1038" y="0"/>
                      <a:pt x="1250" y="0"/>
                    </a:cubicBezTo>
                    <a:cubicBezTo>
                      <a:pt x="1319" y="1306"/>
                      <a:pt x="1387" y="2612"/>
                      <a:pt x="1458" y="3958"/>
                    </a:cubicBezTo>
                    <a:cubicBezTo>
                      <a:pt x="1390" y="3958"/>
                      <a:pt x="1321" y="3958"/>
                      <a:pt x="1250" y="3958"/>
                    </a:cubicBezTo>
                    <a:cubicBezTo>
                      <a:pt x="1248" y="3992"/>
                      <a:pt x="1247" y="4025"/>
                      <a:pt x="1245" y="4060"/>
                    </a:cubicBezTo>
                    <a:cubicBezTo>
                      <a:pt x="1229" y="4376"/>
                      <a:pt x="1210" y="4691"/>
                      <a:pt x="1190" y="5007"/>
                    </a:cubicBezTo>
                    <a:cubicBezTo>
                      <a:pt x="1180" y="5169"/>
                      <a:pt x="1170" y="5331"/>
                      <a:pt x="1162" y="5494"/>
                    </a:cubicBezTo>
                    <a:cubicBezTo>
                      <a:pt x="1154" y="5651"/>
                      <a:pt x="1145" y="5807"/>
                      <a:pt x="1134" y="5964"/>
                    </a:cubicBezTo>
                    <a:cubicBezTo>
                      <a:pt x="1130" y="6024"/>
                      <a:pt x="1127" y="6083"/>
                      <a:pt x="1124" y="6143"/>
                    </a:cubicBezTo>
                    <a:cubicBezTo>
                      <a:pt x="1121" y="6227"/>
                      <a:pt x="1115" y="6311"/>
                      <a:pt x="1108" y="6394"/>
                    </a:cubicBezTo>
                    <a:cubicBezTo>
                      <a:pt x="1105" y="6442"/>
                      <a:pt x="1103" y="6490"/>
                      <a:pt x="1100" y="6539"/>
                    </a:cubicBezTo>
                    <a:cubicBezTo>
                      <a:pt x="1042" y="6667"/>
                      <a:pt x="1042" y="6667"/>
                      <a:pt x="625" y="6875"/>
                    </a:cubicBezTo>
                    <a:cubicBezTo>
                      <a:pt x="625" y="4606"/>
                      <a:pt x="625" y="2337"/>
                      <a:pt x="625" y="0"/>
                    </a:cubicBezTo>
                    <a:close/>
                    <a:moveTo>
                      <a:pt x="0" y="6458"/>
                    </a:moveTo>
                    <a:cubicBezTo>
                      <a:pt x="69" y="6596"/>
                      <a:pt x="137" y="6733"/>
                      <a:pt x="208" y="6875"/>
                    </a:cubicBezTo>
                    <a:cubicBezTo>
                      <a:pt x="320" y="6961"/>
                      <a:pt x="320" y="6961"/>
                      <a:pt x="430" y="7005"/>
                    </a:cubicBezTo>
                    <a:cubicBezTo>
                      <a:pt x="466" y="7021"/>
                      <a:pt x="503" y="7036"/>
                      <a:pt x="541" y="7053"/>
                    </a:cubicBezTo>
                    <a:cubicBezTo>
                      <a:pt x="569" y="7063"/>
                      <a:pt x="596" y="7073"/>
                      <a:pt x="625" y="7083"/>
                    </a:cubicBezTo>
                    <a:cubicBezTo>
                      <a:pt x="488" y="7083"/>
                      <a:pt x="350" y="7083"/>
                      <a:pt x="208" y="7083"/>
                    </a:cubicBezTo>
                    <a:cubicBezTo>
                      <a:pt x="208" y="8183"/>
                      <a:pt x="208" y="9283"/>
                      <a:pt x="208" y="10417"/>
                    </a:cubicBezTo>
                    <a:cubicBezTo>
                      <a:pt x="140" y="10417"/>
                      <a:pt x="71" y="10417"/>
                      <a:pt x="0" y="10417"/>
                    </a:cubicBezTo>
                    <a:cubicBezTo>
                      <a:pt x="0" y="9110"/>
                      <a:pt x="0" y="7804"/>
                      <a:pt x="0" y="6458"/>
                    </a:cubicBezTo>
                    <a:close/>
                  </a:path>
                </a:pathLst>
              </a:custGeom>
              <a:solidFill>
                <a:srgbClr val="ADA9C3"/>
              </a:solidFill>
              <a:ln w="2646" cap="flat">
                <a:noFill/>
              </a:ln>
            </p:spPr>
          </p:sp>
          <p:sp>
            <p:nvSpPr>
              <p:cNvPr id="2187" name="ICON_C_WINDOWS_GRAPHIC_path_159"/>
              <p:cNvSpPr/>
              <p:nvPr/>
            </p:nvSpPr>
            <p:spPr>
              <a:xfrm>
                <a:off x="5608749" y="7299854"/>
                <a:ext cx="9086" cy="79375"/>
              </a:xfrm>
              <a:custGeom>
                <a:avLst/>
                <a:gdLst/>
                <a:ahLst/>
                <a:cxnLst/>
                <a:rect l="0" t="0" r="r" b="b"/>
                <a:pathLst>
                  <a:path w="715" h="6250" fill="norm" stroke="0">
                    <a:moveTo>
                      <a:pt x="33" y="0"/>
                    </a:moveTo>
                    <a:cubicBezTo>
                      <a:pt x="239" y="0"/>
                      <a:pt x="445" y="0"/>
                      <a:pt x="658" y="0"/>
                    </a:cubicBezTo>
                    <a:cubicBezTo>
                      <a:pt x="668" y="753"/>
                      <a:pt x="675" y="1507"/>
                      <a:pt x="680" y="2260"/>
                    </a:cubicBezTo>
                    <a:cubicBezTo>
                      <a:pt x="682" y="2610"/>
                      <a:pt x="685" y="2960"/>
                      <a:pt x="689" y="3310"/>
                    </a:cubicBezTo>
                    <a:cubicBezTo>
                      <a:pt x="694" y="3615"/>
                      <a:pt x="696" y="3920"/>
                      <a:pt x="697" y="4225"/>
                    </a:cubicBezTo>
                    <a:cubicBezTo>
                      <a:pt x="698" y="4386"/>
                      <a:pt x="699" y="4548"/>
                      <a:pt x="702" y="4709"/>
                    </a:cubicBezTo>
                    <a:cubicBezTo>
                      <a:pt x="705" y="4861"/>
                      <a:pt x="706" y="5013"/>
                      <a:pt x="705" y="5166"/>
                    </a:cubicBezTo>
                    <a:cubicBezTo>
                      <a:pt x="705" y="5221"/>
                      <a:pt x="706" y="5277"/>
                      <a:pt x="707" y="5332"/>
                    </a:cubicBezTo>
                    <a:cubicBezTo>
                      <a:pt x="715" y="5613"/>
                      <a:pt x="701" y="5814"/>
                      <a:pt x="506" y="6022"/>
                    </a:cubicBezTo>
                    <a:cubicBezTo>
                      <a:pt x="421" y="6102"/>
                      <a:pt x="333" y="6178"/>
                      <a:pt x="241" y="6250"/>
                    </a:cubicBezTo>
                    <a:cubicBezTo>
                      <a:pt x="0" y="5023"/>
                      <a:pt x="7" y="3798"/>
                      <a:pt x="18" y="2553"/>
                    </a:cubicBezTo>
                    <a:cubicBezTo>
                      <a:pt x="20" y="2273"/>
                      <a:pt x="21" y="1994"/>
                      <a:pt x="22" y="1715"/>
                    </a:cubicBezTo>
                    <a:cubicBezTo>
                      <a:pt x="25" y="1143"/>
                      <a:pt x="28" y="572"/>
                      <a:pt x="33" y="0"/>
                    </a:cubicBezTo>
                    <a:close/>
                  </a:path>
                </a:pathLst>
              </a:custGeom>
              <a:solidFill>
                <a:srgbClr val="F4FBFD"/>
              </a:solidFill>
              <a:ln w="2646" cap="flat">
                <a:noFill/>
              </a:ln>
            </p:spPr>
          </p:sp>
          <p:sp>
            <p:nvSpPr>
              <p:cNvPr id="2188" name="ICON_C_WINDOWS_GRAPHIC_path_160"/>
              <p:cNvSpPr/>
              <p:nvPr/>
            </p:nvSpPr>
            <p:spPr>
              <a:xfrm>
                <a:off x="6344708" y="7424208"/>
                <a:ext cx="21167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3125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94" y="344"/>
                      <a:pt x="762" y="688"/>
                      <a:pt x="833" y="1042"/>
                    </a:cubicBezTo>
                    <a:cubicBezTo>
                      <a:pt x="1108" y="973"/>
                      <a:pt x="1383" y="904"/>
                      <a:pt x="1667" y="833"/>
                    </a:cubicBezTo>
                    <a:cubicBezTo>
                      <a:pt x="1667" y="1246"/>
                      <a:pt x="1667" y="1658"/>
                      <a:pt x="1667" y="2083"/>
                    </a:cubicBezTo>
                    <a:cubicBezTo>
                      <a:pt x="1529" y="2083"/>
                      <a:pt x="1392" y="2083"/>
                      <a:pt x="1250" y="2083"/>
                    </a:cubicBezTo>
                    <a:cubicBezTo>
                      <a:pt x="1181" y="2358"/>
                      <a:pt x="1113" y="2633"/>
                      <a:pt x="1042" y="2917"/>
                    </a:cubicBezTo>
                    <a:cubicBezTo>
                      <a:pt x="1042" y="2779"/>
                      <a:pt x="1042" y="2642"/>
                      <a:pt x="1042" y="2500"/>
                    </a:cubicBezTo>
                    <a:cubicBezTo>
                      <a:pt x="596" y="2424"/>
                      <a:pt x="596" y="2424"/>
                      <a:pt x="417" y="2500"/>
                    </a:cubicBezTo>
                    <a:cubicBezTo>
                      <a:pt x="326" y="2619"/>
                      <a:pt x="297" y="2758"/>
                      <a:pt x="269" y="2903"/>
                    </a:cubicBezTo>
                    <a:cubicBezTo>
                      <a:pt x="252" y="2988"/>
                      <a:pt x="252" y="2988"/>
                      <a:pt x="208" y="3125"/>
                    </a:cubicBezTo>
                    <a:cubicBezTo>
                      <a:pt x="140" y="3125"/>
                      <a:pt x="71" y="3125"/>
                      <a:pt x="0" y="3125"/>
                    </a:cubicBezTo>
                    <a:cubicBezTo>
                      <a:pt x="0" y="2094"/>
                      <a:pt x="0" y="1062"/>
                      <a:pt x="0" y="0"/>
                    </a:cubicBezTo>
                    <a:close/>
                  </a:path>
                </a:pathLst>
              </a:custGeom>
              <a:solidFill>
                <a:srgbClr val="7B9AAC"/>
              </a:solidFill>
              <a:ln w="2646" cap="flat">
                <a:noFill/>
              </a:ln>
            </p:spPr>
          </p:sp>
          <p:sp>
            <p:nvSpPr>
              <p:cNvPr id="2189" name="ICON_C_WINDOWS_GRAPHIC_path_161"/>
              <p:cNvSpPr/>
              <p:nvPr/>
            </p:nvSpPr>
            <p:spPr>
              <a:xfrm>
                <a:off x="5388171" y="7418749"/>
                <a:ext cx="21093" cy="53083"/>
              </a:xfrm>
              <a:custGeom>
                <a:avLst/>
                <a:gdLst/>
                <a:ahLst/>
                <a:cxnLst/>
                <a:rect l="0" t="0" r="r" b="b"/>
                <a:pathLst>
                  <a:path w="1661" h="4180" fill="norm" stroke="0">
                    <a:moveTo>
                      <a:pt x="885" y="0"/>
                    </a:moveTo>
                    <a:cubicBezTo>
                      <a:pt x="1070" y="30"/>
                      <a:pt x="1228" y="84"/>
                      <a:pt x="1360" y="221"/>
                    </a:cubicBezTo>
                    <a:cubicBezTo>
                      <a:pt x="1510" y="533"/>
                      <a:pt x="1525" y="897"/>
                      <a:pt x="1549" y="1236"/>
                    </a:cubicBezTo>
                    <a:cubicBezTo>
                      <a:pt x="1555" y="1315"/>
                      <a:pt x="1562" y="1395"/>
                      <a:pt x="1569" y="1474"/>
                    </a:cubicBezTo>
                    <a:cubicBezTo>
                      <a:pt x="1661" y="2563"/>
                      <a:pt x="1661" y="2563"/>
                      <a:pt x="1304" y="3015"/>
                    </a:cubicBezTo>
                    <a:cubicBezTo>
                      <a:pt x="1161" y="3176"/>
                      <a:pt x="1004" y="3321"/>
                      <a:pt x="839" y="3460"/>
                    </a:cubicBezTo>
                    <a:cubicBezTo>
                      <a:pt x="686" y="3599"/>
                      <a:pt x="581" y="3757"/>
                      <a:pt x="474" y="3933"/>
                    </a:cubicBezTo>
                    <a:cubicBezTo>
                      <a:pt x="446" y="3977"/>
                      <a:pt x="418" y="4023"/>
                      <a:pt x="389" y="4067"/>
                    </a:cubicBezTo>
                    <a:cubicBezTo>
                      <a:pt x="366" y="4104"/>
                      <a:pt x="342" y="4142"/>
                      <a:pt x="318" y="4180"/>
                    </a:cubicBezTo>
                    <a:cubicBezTo>
                      <a:pt x="0" y="3409"/>
                      <a:pt x="158" y="2650"/>
                      <a:pt x="276" y="1853"/>
                    </a:cubicBezTo>
                    <a:cubicBezTo>
                      <a:pt x="297" y="1708"/>
                      <a:pt x="316" y="1563"/>
                      <a:pt x="335" y="1418"/>
                    </a:cubicBezTo>
                    <a:cubicBezTo>
                      <a:pt x="354" y="1278"/>
                      <a:pt x="374" y="1137"/>
                      <a:pt x="393" y="997"/>
                    </a:cubicBezTo>
                    <a:cubicBezTo>
                      <a:pt x="403" y="930"/>
                      <a:pt x="412" y="864"/>
                      <a:pt x="421" y="797"/>
                    </a:cubicBezTo>
                    <a:cubicBezTo>
                      <a:pt x="433" y="704"/>
                      <a:pt x="447" y="611"/>
                      <a:pt x="461" y="519"/>
                    </a:cubicBezTo>
                    <a:cubicBezTo>
                      <a:pt x="465" y="492"/>
                      <a:pt x="468" y="465"/>
                      <a:pt x="472" y="436"/>
                    </a:cubicBezTo>
                    <a:cubicBezTo>
                      <a:pt x="512" y="187"/>
                      <a:pt x="622" y="23"/>
                      <a:pt x="885" y="0"/>
                    </a:cubicBezTo>
                    <a:close/>
                  </a:path>
                </a:pathLst>
              </a:custGeom>
              <a:solidFill>
                <a:srgbClr val="6680C3"/>
              </a:solidFill>
              <a:ln w="2646" cap="flat">
                <a:noFill/>
              </a:ln>
            </p:spPr>
          </p:sp>
          <p:sp>
            <p:nvSpPr>
              <p:cNvPr id="2190" name="ICON_C_WINDOWS_GRAPHIC_path_162"/>
              <p:cNvSpPr/>
              <p:nvPr/>
            </p:nvSpPr>
            <p:spPr>
              <a:xfrm>
                <a:off x="5609167" y="7360708"/>
                <a:ext cx="11549" cy="92604"/>
              </a:xfrm>
              <a:custGeom>
                <a:avLst/>
                <a:gdLst/>
                <a:ahLst/>
                <a:cxnLst/>
                <a:rect l="0" t="0" r="r" b="b"/>
                <a:pathLst>
                  <a:path w="909" h="7292" fill="norm" stroke="0">
                    <a:moveTo>
                      <a:pt x="0" y="0"/>
                    </a:moveTo>
                    <a:cubicBezTo>
                      <a:pt x="69" y="0"/>
                      <a:pt x="137" y="0"/>
                      <a:pt x="208" y="0"/>
                    </a:cubicBezTo>
                    <a:cubicBezTo>
                      <a:pt x="277" y="344"/>
                      <a:pt x="346" y="688"/>
                      <a:pt x="417" y="1042"/>
                    </a:cubicBezTo>
                    <a:cubicBezTo>
                      <a:pt x="485" y="1042"/>
                      <a:pt x="554" y="1042"/>
                      <a:pt x="625" y="1042"/>
                    </a:cubicBezTo>
                    <a:cubicBezTo>
                      <a:pt x="704" y="2222"/>
                      <a:pt x="775" y="3402"/>
                      <a:pt x="833" y="4583"/>
                    </a:cubicBezTo>
                    <a:cubicBezTo>
                      <a:pt x="835" y="4619"/>
                      <a:pt x="837" y="4654"/>
                      <a:pt x="839" y="4690"/>
                    </a:cubicBezTo>
                    <a:cubicBezTo>
                      <a:pt x="858" y="5087"/>
                      <a:pt x="874" y="5484"/>
                      <a:pt x="882" y="5881"/>
                    </a:cubicBezTo>
                    <a:cubicBezTo>
                      <a:pt x="884" y="5988"/>
                      <a:pt x="887" y="6095"/>
                      <a:pt x="892" y="6201"/>
                    </a:cubicBezTo>
                    <a:cubicBezTo>
                      <a:pt x="899" y="6348"/>
                      <a:pt x="901" y="6494"/>
                      <a:pt x="902" y="6641"/>
                    </a:cubicBezTo>
                    <a:cubicBezTo>
                      <a:pt x="904" y="6683"/>
                      <a:pt x="907" y="6725"/>
                      <a:pt x="909" y="6769"/>
                    </a:cubicBezTo>
                    <a:cubicBezTo>
                      <a:pt x="908" y="6886"/>
                      <a:pt x="908" y="6886"/>
                      <a:pt x="833" y="7083"/>
                    </a:cubicBezTo>
                    <a:cubicBezTo>
                      <a:pt x="730" y="7118"/>
                      <a:pt x="730" y="7118"/>
                      <a:pt x="208" y="7292"/>
                    </a:cubicBezTo>
                    <a:cubicBezTo>
                      <a:pt x="174" y="6089"/>
                      <a:pt x="174" y="6089"/>
                      <a:pt x="0" y="0"/>
                    </a:cubicBezTo>
                    <a:close/>
                  </a:path>
                </a:pathLst>
              </a:custGeom>
              <a:solidFill>
                <a:srgbClr val="EAF3FD"/>
              </a:solidFill>
              <a:ln w="2646" cap="flat">
                <a:noFill/>
              </a:ln>
            </p:spPr>
          </p:sp>
          <p:sp>
            <p:nvSpPr>
              <p:cNvPr id="2191" name="ICON_C_WINDOWS_GRAPHIC_path_163"/>
              <p:cNvSpPr/>
              <p:nvPr/>
            </p:nvSpPr>
            <p:spPr>
              <a:xfrm>
                <a:off x="5621859" y="7358062"/>
                <a:ext cx="11771" cy="84667"/>
              </a:xfrm>
              <a:custGeom>
                <a:avLst/>
                <a:gdLst/>
                <a:ahLst/>
                <a:cxnLst/>
                <a:rect l="0" t="0" r="r" b="b"/>
                <a:pathLst>
                  <a:path w="927" h="6667" fill="norm" stroke="0">
                    <a:moveTo>
                      <a:pt x="251" y="0"/>
                    </a:moveTo>
                    <a:cubicBezTo>
                      <a:pt x="765" y="529"/>
                      <a:pt x="746" y="1166"/>
                      <a:pt x="765" y="1859"/>
                    </a:cubicBezTo>
                    <a:cubicBezTo>
                      <a:pt x="769" y="1988"/>
                      <a:pt x="774" y="2116"/>
                      <a:pt x="780" y="2245"/>
                    </a:cubicBezTo>
                    <a:cubicBezTo>
                      <a:pt x="792" y="2548"/>
                      <a:pt x="802" y="2850"/>
                      <a:pt x="811" y="3153"/>
                    </a:cubicBezTo>
                    <a:cubicBezTo>
                      <a:pt x="820" y="3465"/>
                      <a:pt x="832" y="3777"/>
                      <a:pt x="845" y="4089"/>
                    </a:cubicBezTo>
                    <a:cubicBezTo>
                      <a:pt x="857" y="4357"/>
                      <a:pt x="867" y="4626"/>
                      <a:pt x="876" y="4895"/>
                    </a:cubicBezTo>
                    <a:cubicBezTo>
                      <a:pt x="881" y="5055"/>
                      <a:pt x="887" y="5215"/>
                      <a:pt x="894" y="5375"/>
                    </a:cubicBezTo>
                    <a:cubicBezTo>
                      <a:pt x="901" y="5525"/>
                      <a:pt x="905" y="5675"/>
                      <a:pt x="908" y="5826"/>
                    </a:cubicBezTo>
                    <a:cubicBezTo>
                      <a:pt x="910" y="5881"/>
                      <a:pt x="912" y="5936"/>
                      <a:pt x="915" y="5991"/>
                    </a:cubicBezTo>
                    <a:cubicBezTo>
                      <a:pt x="923" y="6154"/>
                      <a:pt x="927" y="6302"/>
                      <a:pt x="876" y="6458"/>
                    </a:cubicBezTo>
                    <a:cubicBezTo>
                      <a:pt x="748" y="6566"/>
                      <a:pt x="618" y="6620"/>
                      <a:pt x="459" y="6667"/>
                    </a:cubicBezTo>
                    <a:cubicBezTo>
                      <a:pt x="135" y="5467"/>
                      <a:pt x="0" y="4321"/>
                      <a:pt x="3" y="3083"/>
                    </a:cubicBezTo>
                    <a:cubicBezTo>
                      <a:pt x="3" y="2984"/>
                      <a:pt x="3" y="2884"/>
                      <a:pt x="3" y="2785"/>
                    </a:cubicBezTo>
                    <a:cubicBezTo>
                      <a:pt x="2" y="1842"/>
                      <a:pt x="94" y="930"/>
                      <a:pt x="251" y="0"/>
                    </a:cubicBezTo>
                    <a:close/>
                  </a:path>
                </a:pathLst>
              </a:custGeom>
              <a:solidFill>
                <a:srgbClr val="6591F8"/>
              </a:solidFill>
              <a:ln w="2646" cap="flat">
                <a:noFill/>
              </a:ln>
            </p:spPr>
          </p:sp>
          <p:sp>
            <p:nvSpPr>
              <p:cNvPr id="2192" name="ICON_C_WINDOWS_GRAPHIC_path_164"/>
              <p:cNvSpPr/>
              <p:nvPr/>
            </p:nvSpPr>
            <p:spPr>
              <a:xfrm>
                <a:off x="6096001" y="7463697"/>
                <a:ext cx="19026" cy="169532"/>
              </a:xfrm>
              <a:custGeom>
                <a:avLst/>
                <a:gdLst/>
                <a:ahLst/>
                <a:cxnLst/>
                <a:rect l="0" t="0" r="r" b="b"/>
                <a:pathLst>
                  <a:path w="1498" h="13349" fill="norm" stroke="0">
                    <a:moveTo>
                      <a:pt x="745" y="9"/>
                    </a:moveTo>
                    <a:cubicBezTo>
                      <a:pt x="773" y="10"/>
                      <a:pt x="802" y="10"/>
                      <a:pt x="831" y="11"/>
                    </a:cubicBezTo>
                    <a:cubicBezTo>
                      <a:pt x="902" y="12"/>
                      <a:pt x="972" y="14"/>
                      <a:pt x="1042" y="16"/>
                    </a:cubicBezTo>
                    <a:cubicBezTo>
                      <a:pt x="1370" y="2026"/>
                      <a:pt x="1498" y="4010"/>
                      <a:pt x="1453" y="6045"/>
                    </a:cubicBezTo>
                    <a:cubicBezTo>
                      <a:pt x="1453" y="6072"/>
                      <a:pt x="1452" y="6099"/>
                      <a:pt x="1452" y="6126"/>
                    </a:cubicBezTo>
                    <a:cubicBezTo>
                      <a:pt x="1437" y="6809"/>
                      <a:pt x="1417" y="7491"/>
                      <a:pt x="1395" y="8174"/>
                    </a:cubicBezTo>
                    <a:cubicBezTo>
                      <a:pt x="1383" y="8569"/>
                      <a:pt x="1372" y="8965"/>
                      <a:pt x="1362" y="9360"/>
                    </a:cubicBezTo>
                    <a:cubicBezTo>
                      <a:pt x="1361" y="9388"/>
                      <a:pt x="1360" y="9417"/>
                      <a:pt x="1360" y="9446"/>
                    </a:cubicBezTo>
                    <a:cubicBezTo>
                      <a:pt x="1356" y="9588"/>
                      <a:pt x="1352" y="9730"/>
                      <a:pt x="1349" y="9873"/>
                    </a:cubicBezTo>
                    <a:cubicBezTo>
                      <a:pt x="1319" y="11031"/>
                      <a:pt x="1286" y="12190"/>
                      <a:pt x="1250" y="13349"/>
                    </a:cubicBezTo>
                    <a:cubicBezTo>
                      <a:pt x="1181" y="13349"/>
                      <a:pt x="1112" y="13349"/>
                      <a:pt x="1042" y="13349"/>
                    </a:cubicBezTo>
                    <a:cubicBezTo>
                      <a:pt x="1041" y="13324"/>
                      <a:pt x="1041" y="13298"/>
                      <a:pt x="1041" y="13272"/>
                    </a:cubicBezTo>
                    <a:cubicBezTo>
                      <a:pt x="1019" y="11769"/>
                      <a:pt x="996" y="10266"/>
                      <a:pt x="973" y="8763"/>
                    </a:cubicBezTo>
                    <a:cubicBezTo>
                      <a:pt x="970" y="8582"/>
                      <a:pt x="967" y="8401"/>
                      <a:pt x="964" y="8221"/>
                    </a:cubicBezTo>
                    <a:cubicBezTo>
                      <a:pt x="964" y="8185"/>
                      <a:pt x="963" y="8149"/>
                      <a:pt x="962" y="8112"/>
                    </a:cubicBezTo>
                    <a:cubicBezTo>
                      <a:pt x="953" y="7530"/>
                      <a:pt x="945" y="6949"/>
                      <a:pt x="936" y="6367"/>
                    </a:cubicBezTo>
                    <a:cubicBezTo>
                      <a:pt x="928" y="5770"/>
                      <a:pt x="919" y="5173"/>
                      <a:pt x="909" y="4575"/>
                    </a:cubicBezTo>
                    <a:cubicBezTo>
                      <a:pt x="903" y="4207"/>
                      <a:pt x="897" y="3839"/>
                      <a:pt x="893" y="3471"/>
                    </a:cubicBezTo>
                    <a:cubicBezTo>
                      <a:pt x="889" y="3218"/>
                      <a:pt x="885" y="2965"/>
                      <a:pt x="881" y="2712"/>
                    </a:cubicBezTo>
                    <a:cubicBezTo>
                      <a:pt x="878" y="2566"/>
                      <a:pt x="876" y="2421"/>
                      <a:pt x="874" y="2275"/>
                    </a:cubicBezTo>
                    <a:cubicBezTo>
                      <a:pt x="860" y="900"/>
                      <a:pt x="860" y="900"/>
                      <a:pt x="545" y="552"/>
                    </a:cubicBezTo>
                    <a:cubicBezTo>
                      <a:pt x="466" y="487"/>
                      <a:pt x="390" y="440"/>
                      <a:pt x="299" y="393"/>
                    </a:cubicBezTo>
                    <a:cubicBezTo>
                      <a:pt x="271" y="376"/>
                      <a:pt x="242" y="359"/>
                      <a:pt x="212" y="342"/>
                    </a:cubicBezTo>
                    <a:cubicBezTo>
                      <a:pt x="142" y="301"/>
                      <a:pt x="71" y="262"/>
                      <a:pt x="0" y="224"/>
                    </a:cubicBezTo>
                    <a:cubicBezTo>
                      <a:pt x="248" y="60"/>
                      <a:pt x="452" y="0"/>
                      <a:pt x="745" y="9"/>
                    </a:cubicBezTo>
                    <a:close/>
                  </a:path>
                </a:pathLst>
              </a:custGeom>
              <a:solidFill>
                <a:srgbClr val="FB8BAF"/>
              </a:solidFill>
              <a:ln w="2646" cap="flat">
                <a:noFill/>
              </a:ln>
            </p:spPr>
          </p:sp>
          <p:sp>
            <p:nvSpPr>
              <p:cNvPr id="2193" name="ICON_C_WINDOWS_GRAPHIC_path_165"/>
              <p:cNvSpPr/>
              <p:nvPr/>
            </p:nvSpPr>
            <p:spPr>
              <a:xfrm>
                <a:off x="6786564" y="7458439"/>
                <a:ext cx="23122" cy="43288"/>
              </a:xfrm>
              <a:custGeom>
                <a:avLst/>
                <a:gdLst/>
                <a:ahLst/>
                <a:cxnLst/>
                <a:rect l="0" t="0" r="r" b="b"/>
                <a:pathLst>
                  <a:path w="1821" h="3409" fill="norm" stroke="0">
                    <a:moveTo>
                      <a:pt x="1575" y="0"/>
                    </a:moveTo>
                    <a:cubicBezTo>
                      <a:pt x="1605" y="4"/>
                      <a:pt x="1636" y="9"/>
                      <a:pt x="1667" y="13"/>
                    </a:cubicBezTo>
                    <a:cubicBezTo>
                      <a:pt x="1821" y="1602"/>
                      <a:pt x="1821" y="1602"/>
                      <a:pt x="1379" y="2139"/>
                    </a:cubicBezTo>
                    <a:cubicBezTo>
                      <a:pt x="1305" y="2222"/>
                      <a:pt x="1227" y="2302"/>
                      <a:pt x="1148" y="2381"/>
                    </a:cubicBezTo>
                    <a:cubicBezTo>
                      <a:pt x="1129" y="2399"/>
                      <a:pt x="1111" y="2417"/>
                      <a:pt x="1091" y="2436"/>
                    </a:cubicBezTo>
                    <a:cubicBezTo>
                      <a:pt x="1073" y="2454"/>
                      <a:pt x="1055" y="2472"/>
                      <a:pt x="1036" y="2491"/>
                    </a:cubicBezTo>
                    <a:cubicBezTo>
                      <a:pt x="837" y="2689"/>
                      <a:pt x="760" y="2874"/>
                      <a:pt x="706" y="3144"/>
                    </a:cubicBezTo>
                    <a:cubicBezTo>
                      <a:pt x="687" y="3222"/>
                      <a:pt x="687" y="3222"/>
                      <a:pt x="625" y="3346"/>
                    </a:cubicBezTo>
                    <a:cubicBezTo>
                      <a:pt x="390" y="3409"/>
                      <a:pt x="252" y="3379"/>
                      <a:pt x="0" y="3346"/>
                    </a:cubicBezTo>
                    <a:cubicBezTo>
                      <a:pt x="0" y="3003"/>
                      <a:pt x="0" y="2659"/>
                      <a:pt x="0" y="2305"/>
                    </a:cubicBezTo>
                    <a:cubicBezTo>
                      <a:pt x="137" y="2305"/>
                      <a:pt x="275" y="2305"/>
                      <a:pt x="417" y="2305"/>
                    </a:cubicBezTo>
                    <a:cubicBezTo>
                      <a:pt x="348" y="1617"/>
                      <a:pt x="279" y="930"/>
                      <a:pt x="208" y="221"/>
                    </a:cubicBezTo>
                    <a:cubicBezTo>
                      <a:pt x="552" y="221"/>
                      <a:pt x="896" y="221"/>
                      <a:pt x="1250" y="221"/>
                    </a:cubicBezTo>
                    <a:cubicBezTo>
                      <a:pt x="1458" y="13"/>
                      <a:pt x="1458" y="13"/>
                      <a:pt x="1575" y="0"/>
                    </a:cubicBezTo>
                    <a:close/>
                  </a:path>
                </a:pathLst>
              </a:custGeom>
              <a:solidFill>
                <a:srgbClr val="A7A3C1"/>
              </a:solidFill>
              <a:ln w="2646" cap="flat">
                <a:noFill/>
              </a:ln>
            </p:spPr>
          </p:sp>
          <p:sp>
            <p:nvSpPr>
              <p:cNvPr id="2194" name="ICON_C_WINDOWS_GRAPHIC_path_166"/>
              <p:cNvSpPr/>
              <p:nvPr/>
            </p:nvSpPr>
            <p:spPr>
              <a:xfrm>
                <a:off x="5373688" y="7498292"/>
                <a:ext cx="18897" cy="140229"/>
              </a:xfrm>
              <a:custGeom>
                <a:avLst/>
                <a:gdLst/>
                <a:ahLst/>
                <a:cxnLst/>
                <a:rect l="0" t="0" r="r" b="b"/>
                <a:pathLst>
                  <a:path w="1488" h="11042" fill="norm" stroke="0">
                    <a:moveTo>
                      <a:pt x="833" y="0"/>
                    </a:moveTo>
                    <a:cubicBezTo>
                      <a:pt x="1250" y="0"/>
                      <a:pt x="1250" y="0"/>
                      <a:pt x="1335" y="75"/>
                    </a:cubicBezTo>
                    <a:cubicBezTo>
                      <a:pt x="1447" y="347"/>
                      <a:pt x="1488" y="577"/>
                      <a:pt x="1483" y="870"/>
                    </a:cubicBezTo>
                    <a:cubicBezTo>
                      <a:pt x="1484" y="914"/>
                      <a:pt x="1484" y="958"/>
                      <a:pt x="1484" y="1003"/>
                    </a:cubicBezTo>
                    <a:cubicBezTo>
                      <a:pt x="1484" y="1148"/>
                      <a:pt x="1483" y="1294"/>
                      <a:pt x="1482" y="1439"/>
                    </a:cubicBezTo>
                    <a:cubicBezTo>
                      <a:pt x="1482" y="1544"/>
                      <a:pt x="1482" y="1649"/>
                      <a:pt x="1482" y="1754"/>
                    </a:cubicBezTo>
                    <a:cubicBezTo>
                      <a:pt x="1482" y="1979"/>
                      <a:pt x="1481" y="2204"/>
                      <a:pt x="1480" y="2428"/>
                    </a:cubicBezTo>
                    <a:cubicBezTo>
                      <a:pt x="1479" y="2754"/>
                      <a:pt x="1478" y="3079"/>
                      <a:pt x="1478" y="3404"/>
                    </a:cubicBezTo>
                    <a:cubicBezTo>
                      <a:pt x="1477" y="3932"/>
                      <a:pt x="1476" y="4460"/>
                      <a:pt x="1474" y="4987"/>
                    </a:cubicBezTo>
                    <a:cubicBezTo>
                      <a:pt x="1472" y="5500"/>
                      <a:pt x="1471" y="6013"/>
                      <a:pt x="1470" y="6525"/>
                    </a:cubicBezTo>
                    <a:cubicBezTo>
                      <a:pt x="1470" y="6557"/>
                      <a:pt x="1470" y="6588"/>
                      <a:pt x="1470" y="6621"/>
                    </a:cubicBezTo>
                    <a:cubicBezTo>
                      <a:pt x="1469" y="6780"/>
                      <a:pt x="1469" y="6938"/>
                      <a:pt x="1469" y="7097"/>
                    </a:cubicBezTo>
                    <a:cubicBezTo>
                      <a:pt x="1467" y="8412"/>
                      <a:pt x="1463" y="9727"/>
                      <a:pt x="1458" y="11042"/>
                    </a:cubicBezTo>
                    <a:cubicBezTo>
                      <a:pt x="1390" y="11042"/>
                      <a:pt x="1321" y="11042"/>
                      <a:pt x="1250" y="11042"/>
                    </a:cubicBezTo>
                    <a:cubicBezTo>
                      <a:pt x="1181" y="7742"/>
                      <a:pt x="1112" y="4442"/>
                      <a:pt x="1042" y="1042"/>
                    </a:cubicBezTo>
                    <a:cubicBezTo>
                      <a:pt x="698" y="1110"/>
                      <a:pt x="354" y="1179"/>
                      <a:pt x="0" y="1250"/>
                    </a:cubicBezTo>
                    <a:cubicBezTo>
                      <a:pt x="0" y="1112"/>
                      <a:pt x="0" y="975"/>
                      <a:pt x="0" y="833"/>
                    </a:cubicBezTo>
                    <a:cubicBezTo>
                      <a:pt x="206" y="833"/>
                      <a:pt x="412" y="833"/>
                      <a:pt x="625" y="833"/>
                    </a:cubicBezTo>
                    <a:cubicBezTo>
                      <a:pt x="694" y="558"/>
                      <a:pt x="762" y="283"/>
                      <a:pt x="833" y="0"/>
                    </a:cubicBezTo>
                    <a:close/>
                  </a:path>
                </a:pathLst>
              </a:custGeom>
              <a:solidFill>
                <a:srgbClr val="CAD6F5"/>
              </a:solidFill>
              <a:ln w="2646" cap="flat">
                <a:noFill/>
              </a:ln>
            </p:spPr>
          </p:sp>
          <p:sp>
            <p:nvSpPr>
              <p:cNvPr id="2195" name="ICON_C_WINDOWS_GRAPHIC_path_167"/>
              <p:cNvSpPr/>
              <p:nvPr/>
            </p:nvSpPr>
            <p:spPr>
              <a:xfrm>
                <a:off x="5275366" y="7379229"/>
                <a:ext cx="12113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954" h="4375" fill="norm" stroke="0">
                    <a:moveTo>
                      <a:pt x="242" y="0"/>
                    </a:moveTo>
                    <a:cubicBezTo>
                      <a:pt x="448" y="0"/>
                      <a:pt x="654" y="0"/>
                      <a:pt x="867" y="0"/>
                    </a:cubicBezTo>
                    <a:cubicBezTo>
                      <a:pt x="881" y="540"/>
                      <a:pt x="892" y="1079"/>
                      <a:pt x="899" y="1619"/>
                    </a:cubicBezTo>
                    <a:cubicBezTo>
                      <a:pt x="902" y="1870"/>
                      <a:pt x="907" y="2120"/>
                      <a:pt x="914" y="2371"/>
                    </a:cubicBezTo>
                    <a:cubicBezTo>
                      <a:pt x="921" y="2612"/>
                      <a:pt x="925" y="2854"/>
                      <a:pt x="926" y="3096"/>
                    </a:cubicBezTo>
                    <a:cubicBezTo>
                      <a:pt x="927" y="3189"/>
                      <a:pt x="930" y="3281"/>
                      <a:pt x="933" y="3373"/>
                    </a:cubicBezTo>
                    <a:cubicBezTo>
                      <a:pt x="954" y="3967"/>
                      <a:pt x="954" y="3967"/>
                      <a:pt x="867" y="4167"/>
                    </a:cubicBezTo>
                    <a:cubicBezTo>
                      <a:pt x="695" y="4326"/>
                      <a:pt x="467" y="4354"/>
                      <a:pt x="242" y="4375"/>
                    </a:cubicBezTo>
                    <a:cubicBezTo>
                      <a:pt x="32" y="4043"/>
                      <a:pt x="2" y="3755"/>
                      <a:pt x="6" y="3369"/>
                    </a:cubicBezTo>
                    <a:cubicBezTo>
                      <a:pt x="6" y="3312"/>
                      <a:pt x="6" y="3255"/>
                      <a:pt x="5" y="3198"/>
                    </a:cubicBezTo>
                    <a:cubicBezTo>
                      <a:pt x="5" y="3078"/>
                      <a:pt x="5" y="2958"/>
                      <a:pt x="6" y="2839"/>
                    </a:cubicBezTo>
                    <a:cubicBezTo>
                      <a:pt x="7" y="2689"/>
                      <a:pt x="7" y="2540"/>
                      <a:pt x="6" y="2390"/>
                    </a:cubicBezTo>
                    <a:cubicBezTo>
                      <a:pt x="0" y="1573"/>
                      <a:pt x="82" y="802"/>
                      <a:pt x="242" y="0"/>
                    </a:cubicBezTo>
                    <a:close/>
                  </a:path>
                </a:pathLst>
              </a:custGeom>
              <a:solidFill>
                <a:srgbClr val="AFADC3"/>
              </a:solidFill>
              <a:ln w="2646" cap="flat">
                <a:noFill/>
              </a:ln>
            </p:spPr>
          </p:sp>
          <p:sp>
            <p:nvSpPr>
              <p:cNvPr id="2196" name="ICON_C_WINDOWS_GRAPHIC_path_168"/>
              <p:cNvSpPr/>
              <p:nvPr/>
            </p:nvSpPr>
            <p:spPr>
              <a:xfrm>
                <a:off x="6360583" y="7434792"/>
                <a:ext cx="16092" cy="105833"/>
              </a:xfrm>
              <a:custGeom>
                <a:avLst/>
                <a:gdLst/>
                <a:ahLst/>
                <a:cxnLst/>
                <a:rect l="0" t="0" r="r" b="b"/>
                <a:pathLst>
                  <a:path w="1267" h="8333" fill="norm" stroke="0">
                    <a:moveTo>
                      <a:pt x="833" y="0"/>
                    </a:moveTo>
                    <a:cubicBezTo>
                      <a:pt x="902" y="0"/>
                      <a:pt x="971" y="0"/>
                      <a:pt x="1042" y="0"/>
                    </a:cubicBezTo>
                    <a:cubicBezTo>
                      <a:pt x="1074" y="373"/>
                      <a:pt x="1105" y="746"/>
                      <a:pt x="1134" y="1119"/>
                    </a:cubicBezTo>
                    <a:cubicBezTo>
                      <a:pt x="1147" y="1293"/>
                      <a:pt x="1162" y="1466"/>
                      <a:pt x="1177" y="1639"/>
                    </a:cubicBezTo>
                    <a:cubicBezTo>
                      <a:pt x="1191" y="1806"/>
                      <a:pt x="1205" y="1974"/>
                      <a:pt x="1217" y="2142"/>
                    </a:cubicBezTo>
                    <a:cubicBezTo>
                      <a:pt x="1222" y="2205"/>
                      <a:pt x="1228" y="2269"/>
                      <a:pt x="1234" y="2332"/>
                    </a:cubicBezTo>
                    <a:cubicBezTo>
                      <a:pt x="1242" y="2422"/>
                      <a:pt x="1248" y="2512"/>
                      <a:pt x="1255" y="2602"/>
                    </a:cubicBezTo>
                    <a:cubicBezTo>
                      <a:pt x="1259" y="2653"/>
                      <a:pt x="1263" y="2703"/>
                      <a:pt x="1267" y="2756"/>
                    </a:cubicBezTo>
                    <a:cubicBezTo>
                      <a:pt x="1265" y="2898"/>
                      <a:pt x="1217" y="2990"/>
                      <a:pt x="1148" y="3113"/>
                    </a:cubicBezTo>
                    <a:cubicBezTo>
                      <a:pt x="1019" y="3354"/>
                      <a:pt x="1006" y="3569"/>
                      <a:pt x="999" y="3840"/>
                    </a:cubicBezTo>
                    <a:cubicBezTo>
                      <a:pt x="997" y="3889"/>
                      <a:pt x="995" y="3937"/>
                      <a:pt x="993" y="3987"/>
                    </a:cubicBezTo>
                    <a:cubicBezTo>
                      <a:pt x="987" y="4120"/>
                      <a:pt x="983" y="4253"/>
                      <a:pt x="979" y="4385"/>
                    </a:cubicBezTo>
                    <a:cubicBezTo>
                      <a:pt x="974" y="4524"/>
                      <a:pt x="968" y="4663"/>
                      <a:pt x="963" y="4802"/>
                    </a:cubicBezTo>
                    <a:cubicBezTo>
                      <a:pt x="952" y="5065"/>
                      <a:pt x="943" y="5327"/>
                      <a:pt x="934" y="5590"/>
                    </a:cubicBezTo>
                    <a:cubicBezTo>
                      <a:pt x="924" y="5890"/>
                      <a:pt x="912" y="6189"/>
                      <a:pt x="901" y="6488"/>
                    </a:cubicBezTo>
                    <a:cubicBezTo>
                      <a:pt x="877" y="7103"/>
                      <a:pt x="855" y="7718"/>
                      <a:pt x="833" y="8333"/>
                    </a:cubicBezTo>
                    <a:cubicBezTo>
                      <a:pt x="765" y="8333"/>
                      <a:pt x="696" y="8333"/>
                      <a:pt x="625" y="8333"/>
                    </a:cubicBezTo>
                    <a:cubicBezTo>
                      <a:pt x="588" y="7869"/>
                      <a:pt x="554" y="7405"/>
                      <a:pt x="521" y="6940"/>
                    </a:cubicBezTo>
                    <a:cubicBezTo>
                      <a:pt x="518" y="6905"/>
                      <a:pt x="516" y="6870"/>
                      <a:pt x="513" y="6835"/>
                    </a:cubicBezTo>
                    <a:cubicBezTo>
                      <a:pt x="439" y="5775"/>
                      <a:pt x="397" y="4721"/>
                      <a:pt x="404" y="3659"/>
                    </a:cubicBezTo>
                    <a:cubicBezTo>
                      <a:pt x="404" y="3629"/>
                      <a:pt x="404" y="3599"/>
                      <a:pt x="404" y="3569"/>
                    </a:cubicBezTo>
                    <a:cubicBezTo>
                      <a:pt x="406" y="3212"/>
                      <a:pt x="411" y="2856"/>
                      <a:pt x="417" y="2500"/>
                    </a:cubicBezTo>
                    <a:cubicBezTo>
                      <a:pt x="279" y="2500"/>
                      <a:pt x="142" y="2500"/>
                      <a:pt x="0" y="2500"/>
                    </a:cubicBezTo>
                    <a:cubicBezTo>
                      <a:pt x="174" y="2124"/>
                      <a:pt x="174" y="2124"/>
                      <a:pt x="308" y="1968"/>
                    </a:cubicBezTo>
                    <a:cubicBezTo>
                      <a:pt x="768" y="1427"/>
                      <a:pt x="765" y="679"/>
                      <a:pt x="833" y="0"/>
                    </a:cubicBezTo>
                    <a:close/>
                  </a:path>
                </a:pathLst>
              </a:custGeom>
              <a:solidFill>
                <a:srgbClr val="6F97A8"/>
              </a:solidFill>
              <a:ln w="2646" cap="flat">
                <a:noFill/>
              </a:ln>
            </p:spPr>
          </p:sp>
          <p:sp>
            <p:nvSpPr>
              <p:cNvPr id="2197" name="ICON_C_WINDOWS_GRAPHIC_path_169"/>
              <p:cNvSpPr/>
              <p:nvPr/>
            </p:nvSpPr>
            <p:spPr>
              <a:xfrm>
                <a:off x="5494390" y="7426756"/>
                <a:ext cx="23543" cy="45527"/>
              </a:xfrm>
              <a:custGeom>
                <a:avLst/>
                <a:gdLst/>
                <a:ahLst/>
                <a:cxnLst/>
                <a:rect l="0" t="0" r="r" b="b"/>
                <a:pathLst>
                  <a:path w="1854" h="3585" fill="norm" stroke="0">
                    <a:moveTo>
                      <a:pt x="1275" y="0"/>
                    </a:moveTo>
                    <a:cubicBezTo>
                      <a:pt x="1454" y="34"/>
                      <a:pt x="1617" y="83"/>
                      <a:pt x="1746" y="216"/>
                    </a:cubicBezTo>
                    <a:cubicBezTo>
                      <a:pt x="1854" y="467"/>
                      <a:pt x="1835" y="753"/>
                      <a:pt x="1827" y="1021"/>
                    </a:cubicBezTo>
                    <a:cubicBezTo>
                      <a:pt x="1824" y="1154"/>
                      <a:pt x="1827" y="1284"/>
                      <a:pt x="1831" y="1416"/>
                    </a:cubicBezTo>
                    <a:cubicBezTo>
                      <a:pt x="1834" y="1892"/>
                      <a:pt x="1834" y="1892"/>
                      <a:pt x="1746" y="2091"/>
                    </a:cubicBezTo>
                    <a:cubicBezTo>
                      <a:pt x="1611" y="2210"/>
                      <a:pt x="1444" y="2229"/>
                      <a:pt x="1272" y="2261"/>
                    </a:cubicBezTo>
                    <a:cubicBezTo>
                      <a:pt x="1121" y="2299"/>
                      <a:pt x="1121" y="2299"/>
                      <a:pt x="1034" y="2384"/>
                    </a:cubicBezTo>
                    <a:cubicBezTo>
                      <a:pt x="975" y="2489"/>
                      <a:pt x="929" y="2591"/>
                      <a:pt x="886" y="2703"/>
                    </a:cubicBezTo>
                    <a:cubicBezTo>
                      <a:pt x="856" y="2774"/>
                      <a:pt x="825" y="2846"/>
                      <a:pt x="794" y="2917"/>
                    </a:cubicBezTo>
                    <a:cubicBezTo>
                      <a:pt x="747" y="3028"/>
                      <a:pt x="702" y="3139"/>
                      <a:pt x="661" y="3253"/>
                    </a:cubicBezTo>
                    <a:cubicBezTo>
                      <a:pt x="615" y="3367"/>
                      <a:pt x="577" y="3456"/>
                      <a:pt x="496" y="3549"/>
                    </a:cubicBezTo>
                    <a:cubicBezTo>
                      <a:pt x="351" y="3585"/>
                      <a:pt x="225" y="3575"/>
                      <a:pt x="79" y="3549"/>
                    </a:cubicBezTo>
                    <a:cubicBezTo>
                      <a:pt x="0" y="2066"/>
                      <a:pt x="0" y="2066"/>
                      <a:pt x="261" y="1688"/>
                    </a:cubicBezTo>
                    <a:cubicBezTo>
                      <a:pt x="270" y="1675"/>
                      <a:pt x="270" y="1675"/>
                      <a:pt x="311" y="1614"/>
                    </a:cubicBezTo>
                    <a:cubicBezTo>
                      <a:pt x="401" y="1507"/>
                      <a:pt x="463" y="1470"/>
                      <a:pt x="604" y="1453"/>
                    </a:cubicBezTo>
                    <a:cubicBezTo>
                      <a:pt x="708" y="1452"/>
                      <a:pt x="809" y="1456"/>
                      <a:pt x="913" y="1466"/>
                    </a:cubicBezTo>
                    <a:cubicBezTo>
                      <a:pt x="911" y="1429"/>
                      <a:pt x="910" y="1393"/>
                      <a:pt x="909" y="1355"/>
                    </a:cubicBezTo>
                    <a:cubicBezTo>
                      <a:pt x="906" y="1217"/>
                      <a:pt x="903" y="1081"/>
                      <a:pt x="901" y="944"/>
                    </a:cubicBezTo>
                    <a:cubicBezTo>
                      <a:pt x="900" y="884"/>
                      <a:pt x="899" y="825"/>
                      <a:pt x="897" y="766"/>
                    </a:cubicBezTo>
                    <a:cubicBezTo>
                      <a:pt x="894" y="680"/>
                      <a:pt x="893" y="595"/>
                      <a:pt x="892" y="510"/>
                    </a:cubicBezTo>
                    <a:cubicBezTo>
                      <a:pt x="891" y="459"/>
                      <a:pt x="890" y="407"/>
                      <a:pt x="889" y="354"/>
                    </a:cubicBezTo>
                    <a:cubicBezTo>
                      <a:pt x="913" y="216"/>
                      <a:pt x="913" y="216"/>
                      <a:pt x="998" y="91"/>
                    </a:cubicBezTo>
                    <a:cubicBezTo>
                      <a:pt x="1121" y="8"/>
                      <a:pt x="1121" y="8"/>
                      <a:pt x="1275" y="0"/>
                    </a:cubicBezTo>
                    <a:close/>
                  </a:path>
                </a:pathLst>
              </a:custGeom>
              <a:solidFill>
                <a:srgbClr val="8499CF"/>
              </a:solidFill>
              <a:ln w="2646" cap="flat">
                <a:noFill/>
              </a:ln>
            </p:spPr>
          </p:sp>
          <p:sp>
            <p:nvSpPr>
              <p:cNvPr id="2198" name="ICON_C_WINDOWS_GRAPHIC_path_170"/>
              <p:cNvSpPr/>
              <p:nvPr/>
            </p:nvSpPr>
            <p:spPr>
              <a:xfrm>
                <a:off x="6076405" y="7450667"/>
                <a:ext cx="24887" cy="50271"/>
              </a:xfrm>
              <a:custGeom>
                <a:avLst/>
                <a:gdLst/>
                <a:ahLst/>
                <a:cxnLst/>
                <a:rect l="0" t="0" r="r" b="b"/>
                <a:pathLst>
                  <a:path w="1960" h="3958" fill="norm" stroke="0">
                    <a:moveTo>
                      <a:pt x="710" y="0"/>
                    </a:moveTo>
                    <a:cubicBezTo>
                      <a:pt x="1122" y="0"/>
                      <a:pt x="1535" y="0"/>
                      <a:pt x="1960" y="0"/>
                    </a:cubicBezTo>
                    <a:cubicBezTo>
                      <a:pt x="1685" y="69"/>
                      <a:pt x="1410" y="138"/>
                      <a:pt x="1126" y="208"/>
                    </a:cubicBezTo>
                    <a:cubicBezTo>
                      <a:pt x="1126" y="552"/>
                      <a:pt x="1126" y="896"/>
                      <a:pt x="1126" y="1250"/>
                    </a:cubicBezTo>
                    <a:cubicBezTo>
                      <a:pt x="1264" y="1250"/>
                      <a:pt x="1401" y="1250"/>
                      <a:pt x="1543" y="1250"/>
                    </a:cubicBezTo>
                    <a:cubicBezTo>
                      <a:pt x="1515" y="1291"/>
                      <a:pt x="1488" y="1332"/>
                      <a:pt x="1459" y="1374"/>
                    </a:cubicBezTo>
                    <a:cubicBezTo>
                      <a:pt x="1231" y="1748"/>
                      <a:pt x="1115" y="2068"/>
                      <a:pt x="1081" y="2503"/>
                    </a:cubicBezTo>
                    <a:cubicBezTo>
                      <a:pt x="1078" y="2539"/>
                      <a:pt x="1075" y="2576"/>
                      <a:pt x="1072" y="2615"/>
                    </a:cubicBezTo>
                    <a:cubicBezTo>
                      <a:pt x="1057" y="2804"/>
                      <a:pt x="1048" y="2991"/>
                      <a:pt x="1044" y="3181"/>
                    </a:cubicBezTo>
                    <a:cubicBezTo>
                      <a:pt x="1024" y="3597"/>
                      <a:pt x="1024" y="3597"/>
                      <a:pt x="918" y="3750"/>
                    </a:cubicBezTo>
                    <a:cubicBezTo>
                      <a:pt x="671" y="3903"/>
                      <a:pt x="369" y="3933"/>
                      <a:pt x="85" y="3958"/>
                    </a:cubicBezTo>
                    <a:cubicBezTo>
                      <a:pt x="70" y="3663"/>
                      <a:pt x="59" y="3368"/>
                      <a:pt x="52" y="3073"/>
                    </a:cubicBezTo>
                    <a:cubicBezTo>
                      <a:pt x="49" y="2936"/>
                      <a:pt x="45" y="2799"/>
                      <a:pt x="38" y="2661"/>
                    </a:cubicBezTo>
                    <a:cubicBezTo>
                      <a:pt x="0" y="1921"/>
                      <a:pt x="0" y="1921"/>
                      <a:pt x="85" y="1667"/>
                    </a:cubicBezTo>
                    <a:cubicBezTo>
                      <a:pt x="200" y="1559"/>
                      <a:pt x="333" y="1545"/>
                      <a:pt x="485" y="1524"/>
                    </a:cubicBezTo>
                    <a:cubicBezTo>
                      <a:pt x="569" y="1510"/>
                      <a:pt x="569" y="1510"/>
                      <a:pt x="710" y="1458"/>
                    </a:cubicBezTo>
                    <a:cubicBezTo>
                      <a:pt x="821" y="1240"/>
                      <a:pt x="767" y="951"/>
                      <a:pt x="749" y="716"/>
                    </a:cubicBezTo>
                    <a:cubicBezTo>
                      <a:pt x="745" y="647"/>
                      <a:pt x="743" y="577"/>
                      <a:pt x="740" y="508"/>
                    </a:cubicBezTo>
                    <a:cubicBezTo>
                      <a:pt x="734" y="338"/>
                      <a:pt x="722" y="170"/>
                      <a:pt x="710" y="0"/>
                    </a:cubicBezTo>
                    <a:close/>
                  </a:path>
                </a:pathLst>
              </a:custGeom>
              <a:solidFill>
                <a:srgbClr val="C198B4"/>
              </a:solidFill>
              <a:ln w="2646" cap="flat">
                <a:noFill/>
              </a:ln>
            </p:spPr>
          </p:sp>
          <p:sp>
            <p:nvSpPr>
              <p:cNvPr id="2199" name="ICON_C_WINDOWS_GRAPHIC_path_171"/>
              <p:cNvSpPr/>
              <p:nvPr/>
            </p:nvSpPr>
            <p:spPr>
              <a:xfrm>
                <a:off x="6730246" y="7418917"/>
                <a:ext cx="16629" cy="52917"/>
              </a:xfrm>
              <a:custGeom>
                <a:avLst/>
                <a:gdLst/>
                <a:ahLst/>
                <a:cxnLst/>
                <a:rect l="0" t="0" r="r" b="b"/>
                <a:pathLst>
                  <a:path w="1309" h="4167" fill="norm" stroke="0">
                    <a:moveTo>
                      <a:pt x="476" y="0"/>
                    </a:moveTo>
                    <a:cubicBezTo>
                      <a:pt x="751" y="69"/>
                      <a:pt x="1026" y="138"/>
                      <a:pt x="1309" y="208"/>
                    </a:cubicBezTo>
                    <a:cubicBezTo>
                      <a:pt x="1172" y="1515"/>
                      <a:pt x="1034" y="2821"/>
                      <a:pt x="893" y="4167"/>
                    </a:cubicBezTo>
                    <a:cubicBezTo>
                      <a:pt x="824" y="4167"/>
                      <a:pt x="755" y="4167"/>
                      <a:pt x="684" y="4167"/>
                    </a:cubicBezTo>
                    <a:cubicBezTo>
                      <a:pt x="616" y="3754"/>
                      <a:pt x="547" y="3342"/>
                      <a:pt x="476" y="2917"/>
                    </a:cubicBezTo>
                    <a:cubicBezTo>
                      <a:pt x="407" y="3260"/>
                      <a:pt x="339" y="3604"/>
                      <a:pt x="268" y="3958"/>
                    </a:cubicBezTo>
                    <a:cubicBezTo>
                      <a:pt x="199" y="3958"/>
                      <a:pt x="130" y="3958"/>
                      <a:pt x="59" y="3958"/>
                    </a:cubicBezTo>
                    <a:cubicBezTo>
                      <a:pt x="50" y="3627"/>
                      <a:pt x="42" y="3295"/>
                      <a:pt x="38" y="2964"/>
                    </a:cubicBezTo>
                    <a:cubicBezTo>
                      <a:pt x="36" y="2810"/>
                      <a:pt x="33" y="2656"/>
                      <a:pt x="28" y="2501"/>
                    </a:cubicBezTo>
                    <a:cubicBezTo>
                      <a:pt x="0" y="1586"/>
                      <a:pt x="132" y="850"/>
                      <a:pt x="476" y="0"/>
                    </a:cubicBezTo>
                    <a:close/>
                  </a:path>
                </a:pathLst>
              </a:custGeom>
              <a:solidFill>
                <a:srgbClr val="B5B2CA"/>
              </a:solidFill>
              <a:ln w="2646" cap="flat">
                <a:noFill/>
              </a:ln>
            </p:spPr>
          </p:sp>
          <p:sp>
            <p:nvSpPr>
              <p:cNvPr id="2200" name="ICON_C_WINDOWS_GRAPHIC_path_172"/>
              <p:cNvSpPr/>
              <p:nvPr/>
            </p:nvSpPr>
            <p:spPr>
              <a:xfrm>
                <a:off x="5370724" y="7282918"/>
                <a:ext cx="26776" cy="138644"/>
              </a:xfrm>
              <a:custGeom>
                <a:avLst/>
                <a:gdLst/>
                <a:ahLst/>
                <a:cxnLst/>
                <a:rect l="0" t="0" r="r" b="b"/>
                <a:pathLst>
                  <a:path w="2108" h="10917" fill="norm" stroke="0">
                    <a:moveTo>
                      <a:pt x="2108" y="292"/>
                    </a:moveTo>
                    <a:cubicBezTo>
                      <a:pt x="2086" y="295"/>
                      <a:pt x="2086" y="295"/>
                      <a:pt x="1974" y="312"/>
                    </a:cubicBezTo>
                    <a:cubicBezTo>
                      <a:pt x="1798" y="348"/>
                      <a:pt x="1628" y="389"/>
                      <a:pt x="1483" y="500"/>
                    </a:cubicBezTo>
                    <a:cubicBezTo>
                      <a:pt x="1387" y="733"/>
                      <a:pt x="1404" y="963"/>
                      <a:pt x="1412" y="1212"/>
                    </a:cubicBezTo>
                    <a:cubicBezTo>
                      <a:pt x="1413" y="1286"/>
                      <a:pt x="1413" y="1360"/>
                      <a:pt x="1412" y="1434"/>
                    </a:cubicBezTo>
                    <a:cubicBezTo>
                      <a:pt x="1412" y="1635"/>
                      <a:pt x="1416" y="1835"/>
                      <a:pt x="1420" y="2036"/>
                    </a:cubicBezTo>
                    <a:cubicBezTo>
                      <a:pt x="1424" y="2245"/>
                      <a:pt x="1424" y="2455"/>
                      <a:pt x="1425" y="2665"/>
                    </a:cubicBezTo>
                    <a:cubicBezTo>
                      <a:pt x="1427" y="3062"/>
                      <a:pt x="1432" y="3459"/>
                      <a:pt x="1438" y="3856"/>
                    </a:cubicBezTo>
                    <a:cubicBezTo>
                      <a:pt x="1445" y="4308"/>
                      <a:pt x="1449" y="4759"/>
                      <a:pt x="1452" y="5211"/>
                    </a:cubicBezTo>
                    <a:cubicBezTo>
                      <a:pt x="1458" y="6141"/>
                      <a:pt x="1469" y="7071"/>
                      <a:pt x="1483" y="8000"/>
                    </a:cubicBezTo>
                    <a:cubicBezTo>
                      <a:pt x="1453" y="8003"/>
                      <a:pt x="1422" y="8006"/>
                      <a:pt x="1390" y="8010"/>
                    </a:cubicBezTo>
                    <a:cubicBezTo>
                      <a:pt x="556" y="8104"/>
                      <a:pt x="556" y="8104"/>
                      <a:pt x="378" y="8266"/>
                    </a:cubicBezTo>
                    <a:cubicBezTo>
                      <a:pt x="280" y="8437"/>
                      <a:pt x="291" y="8631"/>
                      <a:pt x="294" y="8821"/>
                    </a:cubicBezTo>
                    <a:cubicBezTo>
                      <a:pt x="292" y="8882"/>
                      <a:pt x="289" y="8942"/>
                      <a:pt x="285" y="9003"/>
                    </a:cubicBezTo>
                    <a:cubicBezTo>
                      <a:pt x="276" y="9161"/>
                      <a:pt x="274" y="9319"/>
                      <a:pt x="274" y="9478"/>
                    </a:cubicBezTo>
                    <a:cubicBezTo>
                      <a:pt x="272" y="9640"/>
                      <a:pt x="264" y="9802"/>
                      <a:pt x="256" y="9964"/>
                    </a:cubicBezTo>
                    <a:cubicBezTo>
                      <a:pt x="243" y="10282"/>
                      <a:pt x="236" y="10599"/>
                      <a:pt x="233" y="10917"/>
                    </a:cubicBezTo>
                    <a:cubicBezTo>
                      <a:pt x="165" y="10917"/>
                      <a:pt x="96" y="10917"/>
                      <a:pt x="25" y="10917"/>
                    </a:cubicBezTo>
                    <a:cubicBezTo>
                      <a:pt x="20" y="10540"/>
                      <a:pt x="16" y="10164"/>
                      <a:pt x="14" y="9787"/>
                    </a:cubicBezTo>
                    <a:cubicBezTo>
                      <a:pt x="13" y="9612"/>
                      <a:pt x="12" y="9437"/>
                      <a:pt x="9" y="9262"/>
                    </a:cubicBezTo>
                    <a:cubicBezTo>
                      <a:pt x="7" y="9093"/>
                      <a:pt x="6" y="8924"/>
                      <a:pt x="5" y="8755"/>
                    </a:cubicBezTo>
                    <a:cubicBezTo>
                      <a:pt x="5" y="8691"/>
                      <a:pt x="4" y="8627"/>
                      <a:pt x="3" y="8562"/>
                    </a:cubicBezTo>
                    <a:cubicBezTo>
                      <a:pt x="1" y="8472"/>
                      <a:pt x="1" y="8382"/>
                      <a:pt x="1" y="8292"/>
                    </a:cubicBezTo>
                    <a:cubicBezTo>
                      <a:pt x="1" y="8240"/>
                      <a:pt x="0" y="8189"/>
                      <a:pt x="0" y="8136"/>
                    </a:cubicBezTo>
                    <a:cubicBezTo>
                      <a:pt x="25" y="8003"/>
                      <a:pt x="50" y="7920"/>
                      <a:pt x="154" y="7829"/>
                    </a:cubicBezTo>
                    <a:cubicBezTo>
                      <a:pt x="342" y="7741"/>
                      <a:pt x="565" y="7771"/>
                      <a:pt x="767" y="7779"/>
                    </a:cubicBezTo>
                    <a:cubicBezTo>
                      <a:pt x="816" y="7780"/>
                      <a:pt x="865" y="7781"/>
                      <a:pt x="915" y="7782"/>
                    </a:cubicBezTo>
                    <a:cubicBezTo>
                      <a:pt x="1035" y="7784"/>
                      <a:pt x="1155" y="7788"/>
                      <a:pt x="1275" y="7792"/>
                    </a:cubicBezTo>
                    <a:cubicBezTo>
                      <a:pt x="1275" y="7753"/>
                      <a:pt x="1274" y="7715"/>
                      <a:pt x="1274" y="7675"/>
                    </a:cubicBezTo>
                    <a:cubicBezTo>
                      <a:pt x="1265" y="6740"/>
                      <a:pt x="1258" y="5805"/>
                      <a:pt x="1253" y="4869"/>
                    </a:cubicBezTo>
                    <a:cubicBezTo>
                      <a:pt x="1251" y="4417"/>
                      <a:pt x="1248" y="3964"/>
                      <a:pt x="1244" y="3512"/>
                    </a:cubicBezTo>
                    <a:cubicBezTo>
                      <a:pt x="1239" y="3118"/>
                      <a:pt x="1237" y="2724"/>
                      <a:pt x="1236" y="2329"/>
                    </a:cubicBezTo>
                    <a:cubicBezTo>
                      <a:pt x="1235" y="2120"/>
                      <a:pt x="1234" y="1912"/>
                      <a:pt x="1231" y="1703"/>
                    </a:cubicBezTo>
                    <a:cubicBezTo>
                      <a:pt x="1228" y="1506"/>
                      <a:pt x="1227" y="1310"/>
                      <a:pt x="1228" y="1114"/>
                    </a:cubicBezTo>
                    <a:cubicBezTo>
                      <a:pt x="1228" y="1041"/>
                      <a:pt x="1227" y="969"/>
                      <a:pt x="1225" y="897"/>
                    </a:cubicBezTo>
                    <a:cubicBezTo>
                      <a:pt x="1221" y="688"/>
                      <a:pt x="1220" y="494"/>
                      <a:pt x="1275" y="292"/>
                    </a:cubicBezTo>
                    <a:cubicBezTo>
                      <a:pt x="1568" y="0"/>
                      <a:pt x="1801" y="94"/>
                      <a:pt x="2108" y="292"/>
                    </a:cubicBezTo>
                    <a:close/>
                  </a:path>
                </a:pathLst>
              </a:custGeom>
              <a:solidFill>
                <a:srgbClr val="E0E5F4"/>
              </a:solidFill>
              <a:ln w="2646" cap="flat">
                <a:noFill/>
              </a:ln>
            </p:spPr>
          </p:sp>
          <p:sp>
            <p:nvSpPr>
              <p:cNvPr id="2201" name="ICON_C_WINDOWS_GRAPHIC_path_173"/>
              <p:cNvSpPr/>
              <p:nvPr/>
            </p:nvSpPr>
            <p:spPr>
              <a:xfrm>
                <a:off x="5413375" y="7479771"/>
                <a:ext cx="31750" cy="68792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5417" fill="norm" stroke="0">
                    <a:moveTo>
                      <a:pt x="1042" y="0"/>
                    </a:moveTo>
                    <a:cubicBezTo>
                      <a:pt x="1143" y="19"/>
                      <a:pt x="1241" y="40"/>
                      <a:pt x="1341" y="65"/>
                    </a:cubicBezTo>
                    <a:cubicBezTo>
                      <a:pt x="1369" y="70"/>
                      <a:pt x="1397" y="75"/>
                      <a:pt x="1426" y="79"/>
                    </a:cubicBezTo>
                    <a:cubicBezTo>
                      <a:pt x="1585" y="122"/>
                      <a:pt x="1650" y="180"/>
                      <a:pt x="1733" y="322"/>
                    </a:cubicBezTo>
                    <a:cubicBezTo>
                      <a:pt x="1933" y="794"/>
                      <a:pt x="1902" y="1305"/>
                      <a:pt x="1895" y="1806"/>
                    </a:cubicBezTo>
                    <a:cubicBezTo>
                      <a:pt x="1895" y="1898"/>
                      <a:pt x="1895" y="1991"/>
                      <a:pt x="1894" y="2083"/>
                    </a:cubicBezTo>
                    <a:cubicBezTo>
                      <a:pt x="1894" y="2325"/>
                      <a:pt x="1892" y="2566"/>
                      <a:pt x="1889" y="2808"/>
                    </a:cubicBezTo>
                    <a:cubicBezTo>
                      <a:pt x="1887" y="3055"/>
                      <a:pt x="1886" y="3302"/>
                      <a:pt x="1885" y="3549"/>
                    </a:cubicBezTo>
                    <a:cubicBezTo>
                      <a:pt x="1883" y="4033"/>
                      <a:pt x="1879" y="4516"/>
                      <a:pt x="1875" y="5000"/>
                    </a:cubicBezTo>
                    <a:cubicBezTo>
                      <a:pt x="2081" y="5000"/>
                      <a:pt x="2288" y="5000"/>
                      <a:pt x="2500" y="5000"/>
                    </a:cubicBezTo>
                    <a:cubicBezTo>
                      <a:pt x="2500" y="5138"/>
                      <a:pt x="2500" y="5275"/>
                      <a:pt x="2500" y="5417"/>
                    </a:cubicBezTo>
                    <a:cubicBezTo>
                      <a:pt x="2225" y="5348"/>
                      <a:pt x="1950" y="5279"/>
                      <a:pt x="1667" y="5208"/>
                    </a:cubicBezTo>
                    <a:cubicBezTo>
                      <a:pt x="1667" y="3833"/>
                      <a:pt x="1667" y="2458"/>
                      <a:pt x="1667" y="1042"/>
                    </a:cubicBezTo>
                    <a:cubicBezTo>
                      <a:pt x="1198" y="1276"/>
                      <a:pt x="1198" y="1276"/>
                      <a:pt x="1118" y="1498"/>
                    </a:cubicBezTo>
                    <a:cubicBezTo>
                      <a:pt x="1109" y="1521"/>
                      <a:pt x="1109" y="1521"/>
                      <a:pt x="1065" y="1639"/>
                    </a:cubicBezTo>
                    <a:cubicBezTo>
                      <a:pt x="1057" y="1663"/>
                      <a:pt x="1057" y="1663"/>
                      <a:pt x="1016" y="1784"/>
                    </a:cubicBezTo>
                    <a:cubicBezTo>
                      <a:pt x="998" y="1833"/>
                      <a:pt x="979" y="1882"/>
                      <a:pt x="961" y="1931"/>
                    </a:cubicBezTo>
                    <a:cubicBezTo>
                      <a:pt x="917" y="2051"/>
                      <a:pt x="875" y="2171"/>
                      <a:pt x="833" y="2292"/>
                    </a:cubicBezTo>
                    <a:cubicBezTo>
                      <a:pt x="558" y="2223"/>
                      <a:pt x="283" y="2154"/>
                      <a:pt x="0" y="2083"/>
                    </a:cubicBezTo>
                    <a:cubicBezTo>
                      <a:pt x="0" y="1671"/>
                      <a:pt x="0" y="1258"/>
                      <a:pt x="0" y="833"/>
                    </a:cubicBezTo>
                    <a:cubicBezTo>
                      <a:pt x="78" y="1146"/>
                      <a:pt x="78" y="1146"/>
                      <a:pt x="100" y="1245"/>
                    </a:cubicBezTo>
                    <a:cubicBezTo>
                      <a:pt x="125" y="1332"/>
                      <a:pt x="148" y="1389"/>
                      <a:pt x="208" y="1458"/>
                    </a:cubicBezTo>
                    <a:cubicBezTo>
                      <a:pt x="322" y="1514"/>
                      <a:pt x="396" y="1525"/>
                      <a:pt x="522" y="1515"/>
                    </a:cubicBezTo>
                    <a:cubicBezTo>
                      <a:pt x="677" y="1430"/>
                      <a:pt x="709" y="1300"/>
                      <a:pt x="757" y="1139"/>
                    </a:cubicBezTo>
                    <a:cubicBezTo>
                      <a:pt x="794" y="1003"/>
                      <a:pt x="827" y="866"/>
                      <a:pt x="859" y="729"/>
                    </a:cubicBezTo>
                    <a:cubicBezTo>
                      <a:pt x="877" y="659"/>
                      <a:pt x="896" y="589"/>
                      <a:pt x="914" y="518"/>
                    </a:cubicBezTo>
                    <a:cubicBezTo>
                      <a:pt x="959" y="346"/>
                      <a:pt x="1001" y="173"/>
                      <a:pt x="1042" y="0"/>
                    </a:cubicBezTo>
                    <a:close/>
                  </a:path>
                </a:pathLst>
              </a:custGeom>
              <a:solidFill>
                <a:srgbClr val="B7C7E6"/>
              </a:solidFill>
              <a:ln w="2646" cap="flat">
                <a:noFill/>
              </a:ln>
            </p:spPr>
          </p:sp>
          <p:sp>
            <p:nvSpPr>
              <p:cNvPr id="2202" name="ICON_C_WINDOWS_GRAPHIC_path_174"/>
              <p:cNvSpPr/>
              <p:nvPr/>
            </p:nvSpPr>
            <p:spPr>
              <a:xfrm>
                <a:off x="5450417" y="7468543"/>
                <a:ext cx="26458" cy="48271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3801" fill="norm" stroke="0">
                    <a:moveTo>
                      <a:pt x="1379" y="109"/>
                    </a:moveTo>
                    <a:cubicBezTo>
                      <a:pt x="1407" y="117"/>
                      <a:pt x="1435" y="126"/>
                      <a:pt x="1464" y="135"/>
                    </a:cubicBezTo>
                    <a:cubicBezTo>
                      <a:pt x="1542" y="167"/>
                      <a:pt x="1542" y="167"/>
                      <a:pt x="1667" y="259"/>
                    </a:cubicBezTo>
                    <a:cubicBezTo>
                      <a:pt x="1739" y="463"/>
                      <a:pt x="1702" y="676"/>
                      <a:pt x="1667" y="884"/>
                    </a:cubicBezTo>
                    <a:cubicBezTo>
                      <a:pt x="1804" y="884"/>
                      <a:pt x="1942" y="884"/>
                      <a:pt x="2083" y="884"/>
                    </a:cubicBezTo>
                    <a:cubicBezTo>
                      <a:pt x="2083" y="1847"/>
                      <a:pt x="2083" y="2809"/>
                      <a:pt x="2083" y="3801"/>
                    </a:cubicBezTo>
                    <a:cubicBezTo>
                      <a:pt x="2015" y="3801"/>
                      <a:pt x="1946" y="3801"/>
                      <a:pt x="1875" y="3801"/>
                    </a:cubicBezTo>
                    <a:cubicBezTo>
                      <a:pt x="1875" y="3045"/>
                      <a:pt x="1875" y="2288"/>
                      <a:pt x="1875" y="1509"/>
                    </a:cubicBezTo>
                    <a:cubicBezTo>
                      <a:pt x="1737" y="1509"/>
                      <a:pt x="1600" y="1509"/>
                      <a:pt x="1458" y="1509"/>
                    </a:cubicBezTo>
                    <a:cubicBezTo>
                      <a:pt x="1381" y="1632"/>
                      <a:pt x="1357" y="1686"/>
                      <a:pt x="1328" y="1822"/>
                    </a:cubicBezTo>
                    <a:cubicBezTo>
                      <a:pt x="1302" y="1925"/>
                      <a:pt x="1276" y="2028"/>
                      <a:pt x="1250" y="2134"/>
                    </a:cubicBezTo>
                    <a:cubicBezTo>
                      <a:pt x="906" y="2065"/>
                      <a:pt x="562" y="1997"/>
                      <a:pt x="208" y="1926"/>
                    </a:cubicBezTo>
                    <a:cubicBezTo>
                      <a:pt x="140" y="2132"/>
                      <a:pt x="71" y="2338"/>
                      <a:pt x="0" y="2551"/>
                    </a:cubicBezTo>
                    <a:cubicBezTo>
                      <a:pt x="45" y="1776"/>
                      <a:pt x="109" y="1095"/>
                      <a:pt x="599" y="467"/>
                    </a:cubicBezTo>
                    <a:cubicBezTo>
                      <a:pt x="607" y="456"/>
                      <a:pt x="607" y="456"/>
                      <a:pt x="650" y="397"/>
                    </a:cubicBezTo>
                    <a:cubicBezTo>
                      <a:pt x="859" y="116"/>
                      <a:pt x="1036" y="0"/>
                      <a:pt x="1379" y="109"/>
                    </a:cubicBezTo>
                    <a:close/>
                  </a:path>
                </a:pathLst>
              </a:custGeom>
              <a:solidFill>
                <a:srgbClr val="C7D6F0"/>
              </a:solidFill>
              <a:ln w="2646" cap="flat">
                <a:noFill/>
              </a:ln>
            </p:spPr>
          </p:sp>
          <p:sp>
            <p:nvSpPr>
              <p:cNvPr id="2203" name="ICON_C_WINDOWS_GRAPHIC_path_175"/>
              <p:cNvSpPr/>
              <p:nvPr/>
            </p:nvSpPr>
            <p:spPr>
              <a:xfrm>
                <a:off x="5828104" y="7421562"/>
                <a:ext cx="11726" cy="68792"/>
              </a:xfrm>
              <a:custGeom>
                <a:avLst/>
                <a:gdLst/>
                <a:ahLst/>
                <a:cxnLst/>
                <a:rect l="0" t="0" r="r" b="b"/>
                <a:pathLst>
                  <a:path w="923" h="5417" fill="norm" stroke="0">
                    <a:moveTo>
                      <a:pt x="53" y="0"/>
                    </a:moveTo>
                    <a:cubicBezTo>
                      <a:pt x="190" y="0"/>
                      <a:pt x="327" y="0"/>
                      <a:pt x="469" y="0"/>
                    </a:cubicBezTo>
                    <a:cubicBezTo>
                      <a:pt x="882" y="1251"/>
                      <a:pt x="923" y="2458"/>
                      <a:pt x="912" y="3763"/>
                    </a:cubicBezTo>
                    <a:cubicBezTo>
                      <a:pt x="912" y="3783"/>
                      <a:pt x="912" y="3783"/>
                      <a:pt x="911" y="3886"/>
                    </a:cubicBezTo>
                    <a:cubicBezTo>
                      <a:pt x="906" y="4397"/>
                      <a:pt x="898" y="4907"/>
                      <a:pt x="886" y="5417"/>
                    </a:cubicBezTo>
                    <a:cubicBezTo>
                      <a:pt x="423" y="4884"/>
                      <a:pt x="163" y="4470"/>
                      <a:pt x="118" y="3763"/>
                    </a:cubicBezTo>
                    <a:cubicBezTo>
                      <a:pt x="111" y="3685"/>
                      <a:pt x="104" y="3607"/>
                      <a:pt x="96" y="3529"/>
                    </a:cubicBezTo>
                    <a:cubicBezTo>
                      <a:pt x="0" y="2358"/>
                      <a:pt x="34" y="1173"/>
                      <a:pt x="53" y="0"/>
                    </a:cubicBezTo>
                    <a:close/>
                  </a:path>
                </a:pathLst>
              </a:custGeom>
              <a:solidFill>
                <a:srgbClr val="8B89AE"/>
              </a:solidFill>
              <a:ln w="2646" cap="flat">
                <a:noFill/>
              </a:ln>
            </p:spPr>
          </p:sp>
          <p:sp>
            <p:nvSpPr>
              <p:cNvPr id="2204" name="ICON_C_WINDOWS_GRAPHIC_path_176"/>
              <p:cNvSpPr/>
              <p:nvPr/>
            </p:nvSpPr>
            <p:spPr>
              <a:xfrm>
                <a:off x="5371042" y="7389812"/>
                <a:ext cx="15875" cy="50271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3958" fill="norm" stroke="0">
                    <a:moveTo>
                      <a:pt x="417" y="0"/>
                    </a:moveTo>
                    <a:cubicBezTo>
                      <a:pt x="692" y="69"/>
                      <a:pt x="967" y="138"/>
                      <a:pt x="1250" y="208"/>
                    </a:cubicBezTo>
                    <a:cubicBezTo>
                      <a:pt x="1181" y="1171"/>
                      <a:pt x="1113" y="2133"/>
                      <a:pt x="1042" y="3125"/>
                    </a:cubicBezTo>
                    <a:cubicBezTo>
                      <a:pt x="904" y="3125"/>
                      <a:pt x="767" y="3125"/>
                      <a:pt x="625" y="3125"/>
                    </a:cubicBezTo>
                    <a:cubicBezTo>
                      <a:pt x="556" y="3400"/>
                      <a:pt x="488" y="3675"/>
                      <a:pt x="417" y="3958"/>
                    </a:cubicBezTo>
                    <a:cubicBezTo>
                      <a:pt x="279" y="3958"/>
                      <a:pt x="142" y="3958"/>
                      <a:pt x="0" y="3958"/>
                    </a:cubicBezTo>
                    <a:cubicBezTo>
                      <a:pt x="23" y="3627"/>
                      <a:pt x="46" y="3295"/>
                      <a:pt x="71" y="2964"/>
                    </a:cubicBezTo>
                    <a:cubicBezTo>
                      <a:pt x="82" y="2810"/>
                      <a:pt x="93" y="2656"/>
                      <a:pt x="104" y="2501"/>
                    </a:cubicBezTo>
                    <a:cubicBezTo>
                      <a:pt x="162" y="1657"/>
                      <a:pt x="262" y="832"/>
                      <a:pt x="417" y="0"/>
                    </a:cubicBezTo>
                    <a:close/>
                  </a:path>
                </a:pathLst>
              </a:custGeom>
              <a:solidFill>
                <a:srgbClr val="B9BBD5"/>
              </a:solidFill>
              <a:ln w="2646" cap="flat">
                <a:noFill/>
              </a:ln>
            </p:spPr>
          </p:sp>
          <p:sp>
            <p:nvSpPr>
              <p:cNvPr id="2205" name="ICON_C_WINDOWS_GRAPHIC_path_177"/>
              <p:cNvSpPr/>
              <p:nvPr/>
            </p:nvSpPr>
            <p:spPr>
              <a:xfrm>
                <a:off x="5881455" y="7294562"/>
                <a:ext cx="10816" cy="113771"/>
              </a:xfrm>
              <a:custGeom>
                <a:avLst/>
                <a:gdLst/>
                <a:ahLst/>
                <a:cxnLst/>
                <a:rect l="0" t="0" r="r" b="b"/>
                <a:pathLst>
                  <a:path w="852" h="8958" fill="norm" stroke="0">
                    <a:moveTo>
                      <a:pt x="18" y="0"/>
                    </a:moveTo>
                    <a:cubicBezTo>
                      <a:pt x="87" y="103"/>
                      <a:pt x="87" y="103"/>
                      <a:pt x="435" y="625"/>
                    </a:cubicBezTo>
                    <a:cubicBezTo>
                      <a:pt x="572" y="556"/>
                      <a:pt x="710" y="487"/>
                      <a:pt x="852" y="417"/>
                    </a:cubicBezTo>
                    <a:cubicBezTo>
                      <a:pt x="714" y="3235"/>
                      <a:pt x="577" y="6054"/>
                      <a:pt x="435" y="8958"/>
                    </a:cubicBezTo>
                    <a:cubicBezTo>
                      <a:pt x="366" y="8958"/>
                      <a:pt x="297" y="8958"/>
                      <a:pt x="227" y="8958"/>
                    </a:cubicBezTo>
                    <a:cubicBezTo>
                      <a:pt x="189" y="8403"/>
                      <a:pt x="155" y="7847"/>
                      <a:pt x="123" y="7292"/>
                    </a:cubicBezTo>
                    <a:cubicBezTo>
                      <a:pt x="120" y="7249"/>
                      <a:pt x="118" y="7206"/>
                      <a:pt x="115" y="7162"/>
                    </a:cubicBezTo>
                    <a:cubicBezTo>
                      <a:pt x="21" y="5525"/>
                      <a:pt x="0" y="3892"/>
                      <a:pt x="5" y="2253"/>
                    </a:cubicBezTo>
                    <a:cubicBezTo>
                      <a:pt x="5" y="2224"/>
                      <a:pt x="5" y="2196"/>
                      <a:pt x="6" y="2167"/>
                    </a:cubicBezTo>
                    <a:cubicBezTo>
                      <a:pt x="8" y="1445"/>
                      <a:pt x="12" y="722"/>
                      <a:pt x="18" y="0"/>
                    </a:cubicBezTo>
                    <a:close/>
                  </a:path>
                </a:pathLst>
              </a:custGeom>
              <a:solidFill>
                <a:srgbClr val="F86BA2"/>
              </a:solidFill>
              <a:ln w="2646" cap="flat">
                <a:noFill/>
              </a:ln>
            </p:spPr>
          </p:sp>
          <p:sp>
            <p:nvSpPr>
              <p:cNvPr id="2206" name="ICON_C_WINDOWS_GRAPHIC_path_178"/>
              <p:cNvSpPr/>
              <p:nvPr/>
            </p:nvSpPr>
            <p:spPr>
              <a:xfrm>
                <a:off x="6275597" y="7471084"/>
                <a:ext cx="42653" cy="30155"/>
              </a:xfrm>
              <a:custGeom>
                <a:avLst/>
                <a:gdLst/>
                <a:ahLst/>
                <a:cxnLst/>
                <a:rect l="0" t="0" r="r" b="b"/>
                <a:pathLst>
                  <a:path w="3359" h="2374" fill="norm" stroke="0">
                    <a:moveTo>
                      <a:pt x="2012" y="10"/>
                    </a:moveTo>
                    <a:cubicBezTo>
                      <a:pt x="2109" y="59"/>
                      <a:pt x="2109" y="59"/>
                      <a:pt x="2160" y="199"/>
                    </a:cubicBezTo>
                    <a:cubicBezTo>
                      <a:pt x="2174" y="256"/>
                      <a:pt x="2187" y="314"/>
                      <a:pt x="2200" y="371"/>
                    </a:cubicBezTo>
                    <a:cubicBezTo>
                      <a:pt x="2226" y="485"/>
                      <a:pt x="2253" y="586"/>
                      <a:pt x="2317" y="684"/>
                    </a:cubicBezTo>
                    <a:cubicBezTo>
                      <a:pt x="2528" y="771"/>
                      <a:pt x="2728" y="766"/>
                      <a:pt x="2942" y="684"/>
                    </a:cubicBezTo>
                    <a:cubicBezTo>
                      <a:pt x="3113" y="577"/>
                      <a:pt x="3237" y="428"/>
                      <a:pt x="3359" y="267"/>
                    </a:cubicBezTo>
                    <a:cubicBezTo>
                      <a:pt x="3301" y="1167"/>
                      <a:pt x="3301" y="1167"/>
                      <a:pt x="3065" y="1389"/>
                    </a:cubicBezTo>
                    <a:cubicBezTo>
                      <a:pt x="2837" y="1521"/>
                      <a:pt x="2575" y="1586"/>
                      <a:pt x="2317" y="1517"/>
                    </a:cubicBezTo>
                    <a:cubicBezTo>
                      <a:pt x="2106" y="1368"/>
                      <a:pt x="1996" y="1126"/>
                      <a:pt x="1900" y="892"/>
                    </a:cubicBezTo>
                    <a:cubicBezTo>
                      <a:pt x="1894" y="911"/>
                      <a:pt x="1894" y="911"/>
                      <a:pt x="1865" y="1004"/>
                    </a:cubicBezTo>
                    <a:cubicBezTo>
                      <a:pt x="1822" y="1141"/>
                      <a:pt x="1778" y="1278"/>
                      <a:pt x="1734" y="1415"/>
                    </a:cubicBezTo>
                    <a:cubicBezTo>
                      <a:pt x="1715" y="1474"/>
                      <a:pt x="1696" y="1533"/>
                      <a:pt x="1677" y="1593"/>
                    </a:cubicBezTo>
                    <a:cubicBezTo>
                      <a:pt x="1650" y="1678"/>
                      <a:pt x="1623" y="1763"/>
                      <a:pt x="1595" y="1849"/>
                    </a:cubicBezTo>
                    <a:cubicBezTo>
                      <a:pt x="1587" y="1875"/>
                      <a:pt x="1579" y="1901"/>
                      <a:pt x="1571" y="1928"/>
                    </a:cubicBezTo>
                    <a:cubicBezTo>
                      <a:pt x="1509" y="2115"/>
                      <a:pt x="1433" y="2232"/>
                      <a:pt x="1275" y="2351"/>
                    </a:cubicBezTo>
                    <a:cubicBezTo>
                      <a:pt x="1137" y="2374"/>
                      <a:pt x="1137" y="2374"/>
                      <a:pt x="981" y="2371"/>
                    </a:cubicBezTo>
                    <a:cubicBezTo>
                      <a:pt x="954" y="2371"/>
                      <a:pt x="926" y="2370"/>
                      <a:pt x="898" y="2370"/>
                    </a:cubicBezTo>
                    <a:cubicBezTo>
                      <a:pt x="811" y="2369"/>
                      <a:pt x="724" y="2366"/>
                      <a:pt x="637" y="2364"/>
                    </a:cubicBezTo>
                    <a:cubicBezTo>
                      <a:pt x="578" y="2363"/>
                      <a:pt x="519" y="2362"/>
                      <a:pt x="459" y="2361"/>
                    </a:cubicBezTo>
                    <a:cubicBezTo>
                      <a:pt x="315" y="2359"/>
                      <a:pt x="170" y="2355"/>
                      <a:pt x="25" y="2351"/>
                    </a:cubicBezTo>
                    <a:cubicBezTo>
                      <a:pt x="20" y="2154"/>
                      <a:pt x="16" y="1958"/>
                      <a:pt x="14" y="1762"/>
                    </a:cubicBezTo>
                    <a:cubicBezTo>
                      <a:pt x="13" y="1695"/>
                      <a:pt x="11" y="1629"/>
                      <a:pt x="9" y="1562"/>
                    </a:cubicBezTo>
                    <a:cubicBezTo>
                      <a:pt x="0" y="1210"/>
                      <a:pt x="8" y="873"/>
                      <a:pt x="104" y="532"/>
                    </a:cubicBezTo>
                    <a:cubicBezTo>
                      <a:pt x="110" y="505"/>
                      <a:pt x="117" y="478"/>
                      <a:pt x="124" y="450"/>
                    </a:cubicBezTo>
                    <a:cubicBezTo>
                      <a:pt x="148" y="377"/>
                      <a:pt x="148" y="377"/>
                      <a:pt x="234" y="267"/>
                    </a:cubicBezTo>
                    <a:cubicBezTo>
                      <a:pt x="371" y="267"/>
                      <a:pt x="509" y="267"/>
                      <a:pt x="650" y="267"/>
                    </a:cubicBezTo>
                    <a:cubicBezTo>
                      <a:pt x="581" y="749"/>
                      <a:pt x="513" y="1230"/>
                      <a:pt x="442" y="1726"/>
                    </a:cubicBezTo>
                    <a:cubicBezTo>
                      <a:pt x="717" y="1726"/>
                      <a:pt x="992" y="1726"/>
                      <a:pt x="1275" y="1726"/>
                    </a:cubicBezTo>
                    <a:cubicBezTo>
                      <a:pt x="1288" y="1623"/>
                      <a:pt x="1300" y="1520"/>
                      <a:pt x="1313" y="1414"/>
                    </a:cubicBezTo>
                    <a:cubicBezTo>
                      <a:pt x="1326" y="1314"/>
                      <a:pt x="1340" y="1214"/>
                      <a:pt x="1353" y="1114"/>
                    </a:cubicBezTo>
                    <a:cubicBezTo>
                      <a:pt x="1362" y="1045"/>
                      <a:pt x="1370" y="975"/>
                      <a:pt x="1379" y="906"/>
                    </a:cubicBezTo>
                    <a:cubicBezTo>
                      <a:pt x="1391" y="806"/>
                      <a:pt x="1404" y="706"/>
                      <a:pt x="1417" y="607"/>
                    </a:cubicBezTo>
                    <a:cubicBezTo>
                      <a:pt x="1421" y="576"/>
                      <a:pt x="1425" y="545"/>
                      <a:pt x="1428" y="513"/>
                    </a:cubicBezTo>
                    <a:cubicBezTo>
                      <a:pt x="1476" y="180"/>
                      <a:pt x="1663" y="0"/>
                      <a:pt x="2012" y="10"/>
                    </a:cubicBezTo>
                    <a:close/>
                  </a:path>
                </a:pathLst>
              </a:custGeom>
              <a:solidFill>
                <a:srgbClr val="DBDCE6"/>
              </a:solidFill>
              <a:ln w="2646" cap="flat">
                <a:noFill/>
              </a:ln>
            </p:spPr>
          </p:sp>
          <p:sp>
            <p:nvSpPr>
              <p:cNvPr id="2207" name="ICON_C_WINDOWS_GRAPHIC_path_179"/>
              <p:cNvSpPr/>
              <p:nvPr/>
            </p:nvSpPr>
            <p:spPr>
              <a:xfrm>
                <a:off x="5569111" y="7450522"/>
                <a:ext cx="17103" cy="42997"/>
              </a:xfrm>
              <a:custGeom>
                <a:avLst/>
                <a:gdLst/>
                <a:ahLst/>
                <a:cxnLst/>
                <a:rect l="0" t="0" r="r" b="b"/>
                <a:pathLst>
                  <a:path w="1347" h="3386" fill="norm" stroke="0">
                    <a:moveTo>
                      <a:pt x="387" y="0"/>
                    </a:moveTo>
                    <a:cubicBezTo>
                      <a:pt x="570" y="31"/>
                      <a:pt x="726" y="91"/>
                      <a:pt x="862" y="220"/>
                    </a:cubicBezTo>
                    <a:cubicBezTo>
                      <a:pt x="1347" y="1003"/>
                      <a:pt x="1088" y="2470"/>
                      <a:pt x="1071" y="3345"/>
                    </a:cubicBezTo>
                    <a:cubicBezTo>
                      <a:pt x="936" y="3357"/>
                      <a:pt x="802" y="3364"/>
                      <a:pt x="667" y="3371"/>
                    </a:cubicBezTo>
                    <a:cubicBezTo>
                      <a:pt x="648" y="3372"/>
                      <a:pt x="648" y="3372"/>
                      <a:pt x="552" y="3381"/>
                    </a:cubicBezTo>
                    <a:cubicBezTo>
                      <a:pt x="435" y="3386"/>
                      <a:pt x="348" y="3382"/>
                      <a:pt x="237" y="3345"/>
                    </a:cubicBezTo>
                    <a:cubicBezTo>
                      <a:pt x="7" y="3114"/>
                      <a:pt x="1" y="2782"/>
                      <a:pt x="0" y="2473"/>
                    </a:cubicBezTo>
                    <a:cubicBezTo>
                      <a:pt x="0" y="2416"/>
                      <a:pt x="1" y="2359"/>
                      <a:pt x="1" y="2302"/>
                    </a:cubicBezTo>
                    <a:cubicBezTo>
                      <a:pt x="1" y="2243"/>
                      <a:pt x="1" y="2183"/>
                      <a:pt x="1" y="2123"/>
                    </a:cubicBezTo>
                    <a:cubicBezTo>
                      <a:pt x="0" y="1999"/>
                      <a:pt x="1" y="1875"/>
                      <a:pt x="2" y="1751"/>
                    </a:cubicBezTo>
                    <a:cubicBezTo>
                      <a:pt x="3" y="1592"/>
                      <a:pt x="2" y="1433"/>
                      <a:pt x="1" y="1275"/>
                    </a:cubicBezTo>
                    <a:cubicBezTo>
                      <a:pt x="0" y="1152"/>
                      <a:pt x="1" y="1029"/>
                      <a:pt x="1" y="906"/>
                    </a:cubicBezTo>
                    <a:cubicBezTo>
                      <a:pt x="1" y="848"/>
                      <a:pt x="1" y="789"/>
                      <a:pt x="1" y="731"/>
                    </a:cubicBezTo>
                    <a:cubicBezTo>
                      <a:pt x="0" y="649"/>
                      <a:pt x="1" y="567"/>
                      <a:pt x="2" y="485"/>
                    </a:cubicBezTo>
                    <a:cubicBezTo>
                      <a:pt x="2" y="439"/>
                      <a:pt x="2" y="393"/>
                      <a:pt x="2" y="345"/>
                    </a:cubicBezTo>
                    <a:cubicBezTo>
                      <a:pt x="49" y="126"/>
                      <a:pt x="166" y="17"/>
                      <a:pt x="387" y="0"/>
                    </a:cubicBezTo>
                    <a:close/>
                  </a:path>
                </a:pathLst>
              </a:custGeom>
              <a:solidFill>
                <a:srgbClr val="8FA0D5"/>
              </a:solidFill>
              <a:ln w="2646" cap="flat">
                <a:noFill/>
              </a:ln>
            </p:spPr>
          </p:sp>
          <p:sp>
            <p:nvSpPr>
              <p:cNvPr id="2208" name="ICON_C_WINDOWS_GRAPHIC_path_180"/>
              <p:cNvSpPr/>
              <p:nvPr/>
            </p:nvSpPr>
            <p:spPr>
              <a:xfrm>
                <a:off x="5391468" y="7291917"/>
                <a:ext cx="11695" cy="97896"/>
              </a:xfrm>
              <a:custGeom>
                <a:avLst/>
                <a:gdLst/>
                <a:ahLst/>
                <a:cxnLst/>
                <a:rect l="0" t="0" r="r" b="b"/>
                <a:pathLst>
                  <a:path w="921" h="7708" fill="norm" stroke="0">
                    <a:moveTo>
                      <a:pt x="58" y="0"/>
                    </a:moveTo>
                    <a:cubicBezTo>
                      <a:pt x="127" y="0"/>
                      <a:pt x="196" y="0"/>
                      <a:pt x="267" y="0"/>
                    </a:cubicBezTo>
                    <a:cubicBezTo>
                      <a:pt x="335" y="1650"/>
                      <a:pt x="404" y="3300"/>
                      <a:pt x="475" y="5000"/>
                    </a:cubicBezTo>
                    <a:cubicBezTo>
                      <a:pt x="544" y="3556"/>
                      <a:pt x="613" y="2112"/>
                      <a:pt x="683" y="625"/>
                    </a:cubicBezTo>
                    <a:cubicBezTo>
                      <a:pt x="752" y="625"/>
                      <a:pt x="821" y="625"/>
                      <a:pt x="892" y="625"/>
                    </a:cubicBezTo>
                    <a:cubicBezTo>
                      <a:pt x="897" y="1395"/>
                      <a:pt x="900" y="2165"/>
                      <a:pt x="903" y="2934"/>
                    </a:cubicBezTo>
                    <a:cubicBezTo>
                      <a:pt x="904" y="3292"/>
                      <a:pt x="905" y="3649"/>
                      <a:pt x="907" y="4007"/>
                    </a:cubicBezTo>
                    <a:cubicBezTo>
                      <a:pt x="910" y="4319"/>
                      <a:pt x="911" y="4631"/>
                      <a:pt x="911" y="4943"/>
                    </a:cubicBezTo>
                    <a:cubicBezTo>
                      <a:pt x="911" y="5108"/>
                      <a:pt x="912" y="5273"/>
                      <a:pt x="914" y="5438"/>
                    </a:cubicBezTo>
                    <a:cubicBezTo>
                      <a:pt x="921" y="6223"/>
                      <a:pt x="880" y="6943"/>
                      <a:pt x="683" y="7708"/>
                    </a:cubicBezTo>
                    <a:cubicBezTo>
                      <a:pt x="615" y="7708"/>
                      <a:pt x="546" y="7708"/>
                      <a:pt x="475" y="7708"/>
                    </a:cubicBezTo>
                    <a:cubicBezTo>
                      <a:pt x="131" y="6028"/>
                      <a:pt x="0" y="4422"/>
                      <a:pt x="28" y="2709"/>
                    </a:cubicBezTo>
                    <a:cubicBezTo>
                      <a:pt x="33" y="2412"/>
                      <a:pt x="35" y="2115"/>
                      <a:pt x="37" y="1818"/>
                    </a:cubicBezTo>
                    <a:cubicBezTo>
                      <a:pt x="42" y="1212"/>
                      <a:pt x="49" y="606"/>
                      <a:pt x="58" y="0"/>
                    </a:cubicBezTo>
                    <a:close/>
                  </a:path>
                </a:pathLst>
              </a:custGeom>
              <a:solidFill>
                <a:srgbClr val="7EA7F4"/>
              </a:solidFill>
              <a:ln w="2646" cap="flat">
                <a:noFill/>
              </a:ln>
            </p:spPr>
          </p:sp>
          <p:sp>
            <p:nvSpPr>
              <p:cNvPr id="2209" name="ICON_C_WINDOWS_GRAPHIC_path_181"/>
              <p:cNvSpPr/>
              <p:nvPr/>
            </p:nvSpPr>
            <p:spPr>
              <a:xfrm>
                <a:off x="5220228" y="7431412"/>
                <a:ext cx="23812" cy="51004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4016" fill="norm" stroke="0">
                    <a:moveTo>
                      <a:pt x="1167" y="16"/>
                    </a:moveTo>
                    <a:cubicBezTo>
                      <a:pt x="1266" y="25"/>
                      <a:pt x="1360" y="39"/>
                      <a:pt x="1458" y="58"/>
                    </a:cubicBezTo>
                    <a:cubicBezTo>
                      <a:pt x="1461" y="83"/>
                      <a:pt x="1463" y="108"/>
                      <a:pt x="1465" y="134"/>
                    </a:cubicBezTo>
                    <a:cubicBezTo>
                      <a:pt x="1488" y="398"/>
                      <a:pt x="1511" y="661"/>
                      <a:pt x="1536" y="925"/>
                    </a:cubicBezTo>
                    <a:cubicBezTo>
                      <a:pt x="1545" y="1023"/>
                      <a:pt x="1554" y="1121"/>
                      <a:pt x="1562" y="1220"/>
                    </a:cubicBezTo>
                    <a:cubicBezTo>
                      <a:pt x="1574" y="1361"/>
                      <a:pt x="1587" y="1503"/>
                      <a:pt x="1601" y="1645"/>
                    </a:cubicBezTo>
                    <a:cubicBezTo>
                      <a:pt x="1604" y="1688"/>
                      <a:pt x="1608" y="1731"/>
                      <a:pt x="1611" y="1776"/>
                    </a:cubicBezTo>
                    <a:cubicBezTo>
                      <a:pt x="1641" y="2079"/>
                      <a:pt x="1726" y="2293"/>
                      <a:pt x="1875" y="2558"/>
                    </a:cubicBezTo>
                    <a:cubicBezTo>
                      <a:pt x="1738" y="2558"/>
                      <a:pt x="1600" y="2558"/>
                      <a:pt x="1458" y="2558"/>
                    </a:cubicBezTo>
                    <a:cubicBezTo>
                      <a:pt x="1458" y="3039"/>
                      <a:pt x="1458" y="3520"/>
                      <a:pt x="1458" y="4016"/>
                    </a:cubicBezTo>
                    <a:cubicBezTo>
                      <a:pt x="1390" y="4016"/>
                      <a:pt x="1321" y="4016"/>
                      <a:pt x="1250" y="4016"/>
                    </a:cubicBezTo>
                    <a:cubicBezTo>
                      <a:pt x="1250" y="3535"/>
                      <a:pt x="1250" y="3054"/>
                      <a:pt x="1250" y="2558"/>
                    </a:cubicBezTo>
                    <a:cubicBezTo>
                      <a:pt x="837" y="2558"/>
                      <a:pt x="425" y="2558"/>
                      <a:pt x="0" y="2558"/>
                    </a:cubicBezTo>
                    <a:cubicBezTo>
                      <a:pt x="92" y="1948"/>
                      <a:pt x="229" y="1393"/>
                      <a:pt x="456" y="821"/>
                    </a:cubicBezTo>
                    <a:cubicBezTo>
                      <a:pt x="482" y="755"/>
                      <a:pt x="507" y="689"/>
                      <a:pt x="531" y="622"/>
                    </a:cubicBezTo>
                    <a:cubicBezTo>
                      <a:pt x="758" y="0"/>
                      <a:pt x="758" y="0"/>
                      <a:pt x="1167" y="16"/>
                    </a:cubicBezTo>
                    <a:close/>
                  </a:path>
                </a:pathLst>
              </a:custGeom>
              <a:solidFill>
                <a:srgbClr val="AAA9C2"/>
              </a:solidFill>
              <a:ln w="2646" cap="flat">
                <a:noFill/>
              </a:ln>
            </p:spPr>
          </p:sp>
          <p:sp>
            <p:nvSpPr>
              <p:cNvPr id="2210" name="ICON_C_WINDOWS_GRAPHIC_path_182"/>
              <p:cNvSpPr/>
              <p:nvPr/>
            </p:nvSpPr>
            <p:spPr>
              <a:xfrm>
                <a:off x="5757016" y="7389812"/>
                <a:ext cx="42651" cy="74083"/>
              </a:xfrm>
              <a:custGeom>
                <a:avLst/>
                <a:gdLst/>
                <a:ahLst/>
                <a:cxnLst/>
                <a:rect l="0" t="0" r="r" b="b"/>
                <a:pathLst>
                  <a:path w="3358" h="5833" fill="norm" stroke="0">
                    <a:moveTo>
                      <a:pt x="2317" y="0"/>
                    </a:moveTo>
                    <a:cubicBezTo>
                      <a:pt x="2660" y="0"/>
                      <a:pt x="3004" y="0"/>
                      <a:pt x="3358" y="0"/>
                    </a:cubicBezTo>
                    <a:cubicBezTo>
                      <a:pt x="3083" y="69"/>
                      <a:pt x="2808" y="138"/>
                      <a:pt x="2525" y="208"/>
                    </a:cubicBezTo>
                    <a:cubicBezTo>
                      <a:pt x="2532" y="251"/>
                      <a:pt x="2532" y="251"/>
                      <a:pt x="2570" y="466"/>
                    </a:cubicBezTo>
                    <a:cubicBezTo>
                      <a:pt x="2730" y="1418"/>
                      <a:pt x="2760" y="2347"/>
                      <a:pt x="2748" y="3312"/>
                    </a:cubicBezTo>
                    <a:cubicBezTo>
                      <a:pt x="2745" y="3504"/>
                      <a:pt x="2745" y="3695"/>
                      <a:pt x="2744" y="3886"/>
                    </a:cubicBezTo>
                    <a:cubicBezTo>
                      <a:pt x="2741" y="4258"/>
                      <a:pt x="2738" y="4629"/>
                      <a:pt x="2733" y="5000"/>
                    </a:cubicBezTo>
                    <a:cubicBezTo>
                      <a:pt x="2294" y="4631"/>
                      <a:pt x="2294" y="4631"/>
                      <a:pt x="2269" y="4364"/>
                    </a:cubicBezTo>
                    <a:cubicBezTo>
                      <a:pt x="2269" y="4287"/>
                      <a:pt x="2272" y="4210"/>
                      <a:pt x="2276" y="4133"/>
                    </a:cubicBezTo>
                    <a:cubicBezTo>
                      <a:pt x="2277" y="4091"/>
                      <a:pt x="2277" y="4050"/>
                      <a:pt x="2278" y="4008"/>
                    </a:cubicBezTo>
                    <a:cubicBezTo>
                      <a:pt x="2280" y="3879"/>
                      <a:pt x="2285" y="3749"/>
                      <a:pt x="2291" y="3620"/>
                    </a:cubicBezTo>
                    <a:cubicBezTo>
                      <a:pt x="2293" y="3531"/>
                      <a:pt x="2295" y="3443"/>
                      <a:pt x="2296" y="3355"/>
                    </a:cubicBezTo>
                    <a:cubicBezTo>
                      <a:pt x="2301" y="3139"/>
                      <a:pt x="2308" y="2924"/>
                      <a:pt x="2317" y="2708"/>
                    </a:cubicBezTo>
                    <a:cubicBezTo>
                      <a:pt x="1957" y="2705"/>
                      <a:pt x="1589" y="2726"/>
                      <a:pt x="1275" y="2917"/>
                    </a:cubicBezTo>
                    <a:cubicBezTo>
                      <a:pt x="1069" y="3188"/>
                      <a:pt x="1012" y="3549"/>
                      <a:pt x="935" y="3875"/>
                    </a:cubicBezTo>
                    <a:cubicBezTo>
                      <a:pt x="844" y="4250"/>
                      <a:pt x="702" y="4605"/>
                      <a:pt x="564" y="4964"/>
                    </a:cubicBezTo>
                    <a:cubicBezTo>
                      <a:pt x="506" y="5113"/>
                      <a:pt x="450" y="5262"/>
                      <a:pt x="394" y="5411"/>
                    </a:cubicBezTo>
                    <a:cubicBezTo>
                      <a:pt x="341" y="5552"/>
                      <a:pt x="287" y="5692"/>
                      <a:pt x="233" y="5833"/>
                    </a:cubicBezTo>
                    <a:cubicBezTo>
                      <a:pt x="0" y="5516"/>
                      <a:pt x="9" y="5243"/>
                      <a:pt x="60" y="4872"/>
                    </a:cubicBezTo>
                    <a:cubicBezTo>
                      <a:pt x="65" y="4839"/>
                      <a:pt x="70" y="4807"/>
                      <a:pt x="75" y="4774"/>
                    </a:cubicBezTo>
                    <a:cubicBezTo>
                      <a:pt x="90" y="4674"/>
                      <a:pt x="101" y="4575"/>
                      <a:pt x="113" y="4475"/>
                    </a:cubicBezTo>
                    <a:cubicBezTo>
                      <a:pt x="136" y="4293"/>
                      <a:pt x="166" y="4130"/>
                      <a:pt x="233" y="3958"/>
                    </a:cubicBezTo>
                    <a:cubicBezTo>
                      <a:pt x="337" y="3884"/>
                      <a:pt x="433" y="3852"/>
                      <a:pt x="553" y="3811"/>
                    </a:cubicBezTo>
                    <a:cubicBezTo>
                      <a:pt x="671" y="3737"/>
                      <a:pt x="690" y="3673"/>
                      <a:pt x="721" y="3540"/>
                    </a:cubicBezTo>
                    <a:cubicBezTo>
                      <a:pt x="727" y="3512"/>
                      <a:pt x="732" y="3485"/>
                      <a:pt x="738" y="3456"/>
                    </a:cubicBezTo>
                    <a:cubicBezTo>
                      <a:pt x="744" y="3429"/>
                      <a:pt x="750" y="3401"/>
                      <a:pt x="756" y="3373"/>
                    </a:cubicBezTo>
                    <a:cubicBezTo>
                      <a:pt x="780" y="3256"/>
                      <a:pt x="803" y="3141"/>
                      <a:pt x="817" y="3023"/>
                    </a:cubicBezTo>
                    <a:cubicBezTo>
                      <a:pt x="821" y="2993"/>
                      <a:pt x="825" y="2964"/>
                      <a:pt x="829" y="2934"/>
                    </a:cubicBezTo>
                    <a:cubicBezTo>
                      <a:pt x="832" y="2908"/>
                      <a:pt x="835" y="2882"/>
                      <a:pt x="837" y="2856"/>
                    </a:cubicBezTo>
                    <a:cubicBezTo>
                      <a:pt x="868" y="2766"/>
                      <a:pt x="868" y="2766"/>
                      <a:pt x="1067" y="2500"/>
                    </a:cubicBezTo>
                    <a:cubicBezTo>
                      <a:pt x="1479" y="2500"/>
                      <a:pt x="1892" y="2500"/>
                      <a:pt x="2317" y="2500"/>
                    </a:cubicBezTo>
                    <a:cubicBezTo>
                      <a:pt x="2317" y="1675"/>
                      <a:pt x="2317" y="850"/>
                      <a:pt x="2317" y="0"/>
                    </a:cubicBezTo>
                    <a:close/>
                  </a:path>
                </a:pathLst>
              </a:custGeom>
              <a:solidFill>
                <a:srgbClr val="DBD8E5"/>
              </a:solidFill>
              <a:ln w="2646" cap="flat">
                <a:noFill/>
              </a:ln>
            </p:spPr>
          </p:sp>
          <p:sp>
            <p:nvSpPr>
              <p:cNvPr id="2211" name="ICON_C_WINDOWS_GRAPHIC_path_183"/>
              <p:cNvSpPr/>
              <p:nvPr/>
            </p:nvSpPr>
            <p:spPr>
              <a:xfrm>
                <a:off x="6542328" y="7410723"/>
                <a:ext cx="9475" cy="69199"/>
              </a:xfrm>
              <a:custGeom>
                <a:avLst/>
                <a:gdLst/>
                <a:ahLst/>
                <a:cxnLst/>
                <a:rect l="0" t="0" r="r" b="b"/>
                <a:pathLst>
                  <a:path w="746" h="5449" fill="norm" stroke="0">
                    <a:moveTo>
                      <a:pt x="689" y="20"/>
                    </a:moveTo>
                    <a:cubicBezTo>
                      <a:pt x="699" y="573"/>
                      <a:pt x="706" y="1125"/>
                      <a:pt x="711" y="1678"/>
                    </a:cubicBezTo>
                    <a:cubicBezTo>
                      <a:pt x="713" y="1934"/>
                      <a:pt x="716" y="2191"/>
                      <a:pt x="721" y="2447"/>
                    </a:cubicBezTo>
                    <a:cubicBezTo>
                      <a:pt x="725" y="2696"/>
                      <a:pt x="728" y="2945"/>
                      <a:pt x="729" y="3193"/>
                    </a:cubicBezTo>
                    <a:cubicBezTo>
                      <a:pt x="730" y="3287"/>
                      <a:pt x="731" y="3381"/>
                      <a:pt x="733" y="3475"/>
                    </a:cubicBezTo>
                    <a:cubicBezTo>
                      <a:pt x="746" y="4016"/>
                      <a:pt x="690" y="4479"/>
                      <a:pt x="491" y="4982"/>
                    </a:cubicBezTo>
                    <a:cubicBezTo>
                      <a:pt x="474" y="5028"/>
                      <a:pt x="456" y="5073"/>
                      <a:pt x="437" y="5120"/>
                    </a:cubicBezTo>
                    <a:cubicBezTo>
                      <a:pt x="335" y="5357"/>
                      <a:pt x="335" y="5357"/>
                      <a:pt x="273" y="5437"/>
                    </a:cubicBezTo>
                    <a:cubicBezTo>
                      <a:pt x="162" y="5449"/>
                      <a:pt x="162" y="5449"/>
                      <a:pt x="64" y="5437"/>
                    </a:cubicBezTo>
                    <a:cubicBezTo>
                      <a:pt x="55" y="4792"/>
                      <a:pt x="47" y="4148"/>
                      <a:pt x="43" y="3503"/>
                    </a:cubicBezTo>
                    <a:cubicBezTo>
                      <a:pt x="41" y="3203"/>
                      <a:pt x="38" y="2904"/>
                      <a:pt x="33" y="2605"/>
                    </a:cubicBezTo>
                    <a:cubicBezTo>
                      <a:pt x="29" y="2344"/>
                      <a:pt x="26" y="2082"/>
                      <a:pt x="25" y="1821"/>
                    </a:cubicBezTo>
                    <a:cubicBezTo>
                      <a:pt x="25" y="1683"/>
                      <a:pt x="23" y="1545"/>
                      <a:pt x="20" y="1407"/>
                    </a:cubicBezTo>
                    <a:cubicBezTo>
                      <a:pt x="0" y="454"/>
                      <a:pt x="0" y="454"/>
                      <a:pt x="206" y="211"/>
                    </a:cubicBezTo>
                    <a:cubicBezTo>
                      <a:pt x="359" y="65"/>
                      <a:pt x="476" y="0"/>
                      <a:pt x="689" y="20"/>
                    </a:cubicBezTo>
                    <a:close/>
                  </a:path>
                </a:pathLst>
              </a:custGeom>
              <a:solidFill>
                <a:srgbClr val="7092A1"/>
              </a:solidFill>
              <a:ln w="2646" cap="flat">
                <a:noFill/>
              </a:ln>
            </p:spPr>
          </p:sp>
          <p:sp>
            <p:nvSpPr>
              <p:cNvPr id="2212" name="ICON_C_WINDOWS_GRAPHIC_path_184"/>
              <p:cNvSpPr/>
              <p:nvPr/>
            </p:nvSpPr>
            <p:spPr>
              <a:xfrm>
                <a:off x="6090708" y="7471833"/>
                <a:ext cx="15875" cy="8995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7083" fill="norm" stroke="0">
                    <a:moveTo>
                      <a:pt x="1250" y="0"/>
                    </a:moveTo>
                    <a:cubicBezTo>
                      <a:pt x="1250" y="2337"/>
                      <a:pt x="1250" y="4675"/>
                      <a:pt x="1250" y="7083"/>
                    </a:cubicBezTo>
                    <a:cubicBezTo>
                      <a:pt x="1181" y="7083"/>
                      <a:pt x="1113" y="7083"/>
                      <a:pt x="1042" y="7083"/>
                    </a:cubicBezTo>
                    <a:cubicBezTo>
                      <a:pt x="1042" y="5365"/>
                      <a:pt x="1042" y="3646"/>
                      <a:pt x="1042" y="1875"/>
                    </a:cubicBezTo>
                    <a:cubicBezTo>
                      <a:pt x="698" y="1806"/>
                      <a:pt x="354" y="1737"/>
                      <a:pt x="0" y="1667"/>
                    </a:cubicBezTo>
                    <a:cubicBezTo>
                      <a:pt x="20" y="1496"/>
                      <a:pt x="42" y="1326"/>
                      <a:pt x="66" y="1155"/>
                    </a:cubicBezTo>
                    <a:cubicBezTo>
                      <a:pt x="74" y="1098"/>
                      <a:pt x="81" y="1040"/>
                      <a:pt x="88" y="982"/>
                    </a:cubicBezTo>
                    <a:cubicBezTo>
                      <a:pt x="124" y="667"/>
                      <a:pt x="174" y="416"/>
                      <a:pt x="386" y="168"/>
                    </a:cubicBezTo>
                    <a:cubicBezTo>
                      <a:pt x="625" y="0"/>
                      <a:pt x="625" y="0"/>
                      <a:pt x="1250" y="0"/>
                    </a:cubicBezTo>
                    <a:close/>
                  </a:path>
                </a:pathLst>
              </a:custGeom>
              <a:solidFill>
                <a:srgbClr val="FEBDD6"/>
              </a:solidFill>
              <a:ln w="2646" cap="flat">
                <a:noFill/>
              </a:ln>
            </p:spPr>
          </p:sp>
          <p:sp>
            <p:nvSpPr>
              <p:cNvPr id="2213" name="ICON_C_WINDOWS_GRAPHIC_path_185"/>
              <p:cNvSpPr/>
              <p:nvPr/>
            </p:nvSpPr>
            <p:spPr>
              <a:xfrm>
                <a:off x="6554830" y="7442729"/>
                <a:ext cx="15465" cy="89958"/>
              </a:xfrm>
              <a:custGeom>
                <a:avLst/>
                <a:gdLst/>
                <a:ahLst/>
                <a:cxnLst/>
                <a:rect l="0" t="0" r="r" b="b"/>
                <a:pathLst>
                  <a:path w="1218" h="7083" fill="norm" stroke="0">
                    <a:moveTo>
                      <a:pt x="955" y="0"/>
                    </a:moveTo>
                    <a:cubicBezTo>
                      <a:pt x="1024" y="0"/>
                      <a:pt x="1093" y="0"/>
                      <a:pt x="1163" y="0"/>
                    </a:cubicBezTo>
                    <a:cubicBezTo>
                      <a:pt x="1174" y="226"/>
                      <a:pt x="1181" y="452"/>
                      <a:pt x="1186" y="678"/>
                    </a:cubicBezTo>
                    <a:cubicBezTo>
                      <a:pt x="1188" y="754"/>
                      <a:pt x="1191" y="831"/>
                      <a:pt x="1195" y="908"/>
                    </a:cubicBezTo>
                    <a:cubicBezTo>
                      <a:pt x="1218" y="1400"/>
                      <a:pt x="1188" y="1789"/>
                      <a:pt x="866" y="2183"/>
                    </a:cubicBezTo>
                    <a:cubicBezTo>
                      <a:pt x="782" y="2270"/>
                      <a:pt x="746" y="2292"/>
                      <a:pt x="626" y="2330"/>
                    </a:cubicBezTo>
                    <a:cubicBezTo>
                      <a:pt x="520" y="2331"/>
                      <a:pt x="432" y="2321"/>
                      <a:pt x="330" y="2292"/>
                    </a:cubicBezTo>
                    <a:cubicBezTo>
                      <a:pt x="344" y="2526"/>
                      <a:pt x="363" y="2759"/>
                      <a:pt x="385" y="2992"/>
                    </a:cubicBezTo>
                    <a:cubicBezTo>
                      <a:pt x="392" y="3072"/>
                      <a:pt x="398" y="3151"/>
                      <a:pt x="402" y="3231"/>
                    </a:cubicBezTo>
                    <a:cubicBezTo>
                      <a:pt x="409" y="3345"/>
                      <a:pt x="420" y="3459"/>
                      <a:pt x="432" y="3573"/>
                    </a:cubicBezTo>
                    <a:cubicBezTo>
                      <a:pt x="433" y="3609"/>
                      <a:pt x="434" y="3644"/>
                      <a:pt x="436" y="3681"/>
                    </a:cubicBezTo>
                    <a:cubicBezTo>
                      <a:pt x="448" y="3782"/>
                      <a:pt x="448" y="3782"/>
                      <a:pt x="538" y="3958"/>
                    </a:cubicBezTo>
                    <a:cubicBezTo>
                      <a:pt x="745" y="4027"/>
                      <a:pt x="951" y="4096"/>
                      <a:pt x="1163" y="4167"/>
                    </a:cubicBezTo>
                    <a:cubicBezTo>
                      <a:pt x="1026" y="5129"/>
                      <a:pt x="888" y="6092"/>
                      <a:pt x="747" y="7083"/>
                    </a:cubicBezTo>
                    <a:cubicBezTo>
                      <a:pt x="609" y="7083"/>
                      <a:pt x="472" y="7083"/>
                      <a:pt x="330" y="7083"/>
                    </a:cubicBezTo>
                    <a:cubicBezTo>
                      <a:pt x="288" y="6453"/>
                      <a:pt x="250" y="5823"/>
                      <a:pt x="216" y="5192"/>
                    </a:cubicBezTo>
                    <a:cubicBezTo>
                      <a:pt x="200" y="4899"/>
                      <a:pt x="184" y="4607"/>
                      <a:pt x="164" y="4314"/>
                    </a:cubicBezTo>
                    <a:cubicBezTo>
                      <a:pt x="0" y="1903"/>
                      <a:pt x="0" y="1903"/>
                      <a:pt x="675" y="949"/>
                    </a:cubicBezTo>
                    <a:cubicBezTo>
                      <a:pt x="849" y="667"/>
                      <a:pt x="900" y="323"/>
                      <a:pt x="955" y="0"/>
                    </a:cubicBezTo>
                    <a:close/>
                  </a:path>
                </a:pathLst>
              </a:custGeom>
              <a:solidFill>
                <a:srgbClr val="7E9EAD"/>
              </a:solidFill>
              <a:ln w="2646" cap="flat">
                <a:noFill/>
              </a:ln>
            </p:spPr>
          </p:sp>
          <p:sp>
            <p:nvSpPr>
              <p:cNvPr id="2214" name="ICON_C_WINDOWS_GRAPHIC_path_186"/>
              <p:cNvSpPr/>
              <p:nvPr/>
            </p:nvSpPr>
            <p:spPr>
              <a:xfrm>
                <a:off x="5872454" y="7445375"/>
                <a:ext cx="14526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1144" h="3750" fill="norm" stroke="0">
                    <a:moveTo>
                      <a:pt x="935" y="0"/>
                    </a:moveTo>
                    <a:cubicBezTo>
                      <a:pt x="1004" y="0"/>
                      <a:pt x="1073" y="0"/>
                      <a:pt x="1144" y="0"/>
                    </a:cubicBezTo>
                    <a:cubicBezTo>
                      <a:pt x="1144" y="1237"/>
                      <a:pt x="1144" y="2475"/>
                      <a:pt x="1144" y="3750"/>
                    </a:cubicBezTo>
                    <a:cubicBezTo>
                      <a:pt x="727" y="3750"/>
                      <a:pt x="727" y="3750"/>
                      <a:pt x="623" y="3691"/>
                    </a:cubicBezTo>
                    <a:cubicBezTo>
                      <a:pt x="542" y="3596"/>
                      <a:pt x="465" y="3502"/>
                      <a:pt x="391" y="3402"/>
                    </a:cubicBezTo>
                    <a:cubicBezTo>
                      <a:pt x="364" y="3365"/>
                      <a:pt x="336" y="3328"/>
                      <a:pt x="308" y="3289"/>
                    </a:cubicBezTo>
                    <a:cubicBezTo>
                      <a:pt x="0" y="2826"/>
                      <a:pt x="32" y="2359"/>
                      <a:pt x="63" y="1823"/>
                    </a:cubicBezTo>
                    <a:cubicBezTo>
                      <a:pt x="66" y="1726"/>
                      <a:pt x="69" y="1630"/>
                      <a:pt x="72" y="1533"/>
                    </a:cubicBezTo>
                    <a:cubicBezTo>
                      <a:pt x="78" y="1300"/>
                      <a:pt x="89" y="1067"/>
                      <a:pt x="102" y="833"/>
                    </a:cubicBezTo>
                    <a:cubicBezTo>
                      <a:pt x="308" y="833"/>
                      <a:pt x="515" y="833"/>
                      <a:pt x="727" y="833"/>
                    </a:cubicBezTo>
                    <a:cubicBezTo>
                      <a:pt x="796" y="558"/>
                      <a:pt x="865" y="283"/>
                      <a:pt x="935" y="0"/>
                    </a:cubicBezTo>
                    <a:close/>
                  </a:path>
                </a:pathLst>
              </a:custGeom>
              <a:solidFill>
                <a:srgbClr val="B879A8"/>
              </a:solidFill>
              <a:ln w="2646" cap="flat">
                <a:noFill/>
              </a:ln>
            </p:spPr>
          </p:sp>
          <p:sp>
            <p:nvSpPr>
              <p:cNvPr id="2215" name="ICON_C_WINDOWS_GRAPHIC_path_187"/>
              <p:cNvSpPr/>
              <p:nvPr/>
            </p:nvSpPr>
            <p:spPr>
              <a:xfrm>
                <a:off x="5921134" y="7474479"/>
                <a:ext cx="27876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2195" h="2708" fill="norm" stroke="0">
                    <a:moveTo>
                      <a:pt x="227" y="0"/>
                    </a:moveTo>
                    <a:cubicBezTo>
                      <a:pt x="296" y="0"/>
                      <a:pt x="365" y="0"/>
                      <a:pt x="436" y="0"/>
                    </a:cubicBezTo>
                    <a:cubicBezTo>
                      <a:pt x="436" y="413"/>
                      <a:pt x="436" y="825"/>
                      <a:pt x="436" y="1250"/>
                    </a:cubicBezTo>
                    <a:cubicBezTo>
                      <a:pt x="642" y="1250"/>
                      <a:pt x="848" y="1250"/>
                      <a:pt x="1061" y="1250"/>
                    </a:cubicBezTo>
                    <a:cubicBezTo>
                      <a:pt x="1129" y="906"/>
                      <a:pt x="1198" y="562"/>
                      <a:pt x="1269" y="208"/>
                    </a:cubicBezTo>
                    <a:cubicBezTo>
                      <a:pt x="1406" y="208"/>
                      <a:pt x="1544" y="208"/>
                      <a:pt x="1686" y="208"/>
                    </a:cubicBezTo>
                    <a:cubicBezTo>
                      <a:pt x="1800" y="329"/>
                      <a:pt x="1852" y="401"/>
                      <a:pt x="1920" y="547"/>
                    </a:cubicBezTo>
                    <a:cubicBezTo>
                      <a:pt x="1938" y="583"/>
                      <a:pt x="1955" y="619"/>
                      <a:pt x="1974" y="656"/>
                    </a:cubicBezTo>
                    <a:cubicBezTo>
                      <a:pt x="2195" y="1170"/>
                      <a:pt x="2138" y="1745"/>
                      <a:pt x="2102" y="2292"/>
                    </a:cubicBezTo>
                    <a:cubicBezTo>
                      <a:pt x="2034" y="2154"/>
                      <a:pt x="1965" y="2017"/>
                      <a:pt x="1894" y="1875"/>
                    </a:cubicBezTo>
                    <a:cubicBezTo>
                      <a:pt x="1550" y="2150"/>
                      <a:pt x="1206" y="2425"/>
                      <a:pt x="852" y="2708"/>
                    </a:cubicBezTo>
                    <a:cubicBezTo>
                      <a:pt x="18" y="1899"/>
                      <a:pt x="18" y="1899"/>
                      <a:pt x="0" y="1454"/>
                    </a:cubicBezTo>
                    <a:cubicBezTo>
                      <a:pt x="10" y="963"/>
                      <a:pt x="115" y="476"/>
                      <a:pt x="227" y="0"/>
                    </a:cubicBezTo>
                    <a:close/>
                  </a:path>
                </a:pathLst>
              </a:custGeom>
              <a:solidFill>
                <a:srgbClr val="D5B0C8"/>
              </a:solidFill>
              <a:ln w="2646" cap="flat">
                <a:noFill/>
              </a:ln>
            </p:spPr>
          </p:sp>
          <p:sp>
            <p:nvSpPr>
              <p:cNvPr id="2216" name="ICON_C_WINDOWS_GRAPHIC_path_188"/>
              <p:cNvSpPr/>
              <p:nvPr/>
            </p:nvSpPr>
            <p:spPr>
              <a:xfrm>
                <a:off x="5635625" y="7485062"/>
                <a:ext cx="23812" cy="127000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10000" fill="norm" stroke="0">
                    <a:moveTo>
                      <a:pt x="1250" y="0"/>
                    </a:moveTo>
                    <a:cubicBezTo>
                      <a:pt x="1456" y="0"/>
                      <a:pt x="1663" y="0"/>
                      <a:pt x="1875" y="0"/>
                    </a:cubicBezTo>
                    <a:cubicBezTo>
                      <a:pt x="1875" y="138"/>
                      <a:pt x="1875" y="275"/>
                      <a:pt x="1875" y="417"/>
                    </a:cubicBezTo>
                    <a:cubicBezTo>
                      <a:pt x="1738" y="417"/>
                      <a:pt x="1600" y="417"/>
                      <a:pt x="1458" y="417"/>
                    </a:cubicBezTo>
                    <a:cubicBezTo>
                      <a:pt x="1458" y="1242"/>
                      <a:pt x="1458" y="2067"/>
                      <a:pt x="1458" y="2917"/>
                    </a:cubicBezTo>
                    <a:cubicBezTo>
                      <a:pt x="625" y="2917"/>
                      <a:pt x="625" y="2917"/>
                      <a:pt x="208" y="2708"/>
                    </a:cubicBezTo>
                    <a:cubicBezTo>
                      <a:pt x="208" y="5115"/>
                      <a:pt x="208" y="7521"/>
                      <a:pt x="208" y="10000"/>
                    </a:cubicBezTo>
                    <a:cubicBezTo>
                      <a:pt x="140" y="10000"/>
                      <a:pt x="71" y="10000"/>
                      <a:pt x="0" y="10000"/>
                    </a:cubicBezTo>
                    <a:cubicBezTo>
                      <a:pt x="0" y="7456"/>
                      <a:pt x="0" y="4913"/>
                      <a:pt x="0" y="2292"/>
                    </a:cubicBezTo>
                    <a:cubicBezTo>
                      <a:pt x="206" y="2326"/>
                      <a:pt x="206" y="2326"/>
                      <a:pt x="1250" y="2500"/>
                    </a:cubicBezTo>
                    <a:cubicBezTo>
                      <a:pt x="1250" y="1675"/>
                      <a:pt x="1250" y="850"/>
                      <a:pt x="1250" y="0"/>
                    </a:cubicBezTo>
                    <a:close/>
                  </a:path>
                </a:pathLst>
              </a:custGeom>
              <a:solidFill>
                <a:srgbClr val="DDE3F5"/>
              </a:solidFill>
              <a:ln w="2646" cap="flat">
                <a:noFill/>
              </a:ln>
            </p:spPr>
          </p:sp>
          <p:sp>
            <p:nvSpPr>
              <p:cNvPr id="2217" name="ICON_C_WINDOWS_GRAPHIC_path_189"/>
              <p:cNvSpPr/>
              <p:nvPr/>
            </p:nvSpPr>
            <p:spPr>
              <a:xfrm>
                <a:off x="5621483" y="7458334"/>
                <a:ext cx="11856" cy="76999"/>
              </a:xfrm>
              <a:custGeom>
                <a:avLst/>
                <a:gdLst/>
                <a:ahLst/>
                <a:cxnLst/>
                <a:rect l="0" t="0" r="r" b="b"/>
                <a:pathLst>
                  <a:path w="934" h="6063" fill="norm" stroke="0">
                    <a:moveTo>
                      <a:pt x="905" y="21"/>
                    </a:moveTo>
                    <a:cubicBezTo>
                      <a:pt x="910" y="532"/>
                      <a:pt x="914" y="1043"/>
                      <a:pt x="916" y="1554"/>
                    </a:cubicBezTo>
                    <a:cubicBezTo>
                      <a:pt x="917" y="1791"/>
                      <a:pt x="919" y="2029"/>
                      <a:pt x="921" y="2266"/>
                    </a:cubicBezTo>
                    <a:cubicBezTo>
                      <a:pt x="934" y="3547"/>
                      <a:pt x="872" y="4793"/>
                      <a:pt x="697" y="6063"/>
                    </a:cubicBezTo>
                    <a:cubicBezTo>
                      <a:pt x="593" y="5969"/>
                      <a:pt x="491" y="5873"/>
                      <a:pt x="389" y="5776"/>
                    </a:cubicBezTo>
                    <a:cubicBezTo>
                      <a:pt x="359" y="5750"/>
                      <a:pt x="330" y="5724"/>
                      <a:pt x="300" y="5697"/>
                    </a:cubicBezTo>
                    <a:cubicBezTo>
                      <a:pt x="45" y="5452"/>
                      <a:pt x="10" y="5242"/>
                      <a:pt x="0" y="4898"/>
                    </a:cubicBezTo>
                    <a:cubicBezTo>
                      <a:pt x="2" y="4866"/>
                      <a:pt x="5" y="4834"/>
                      <a:pt x="7" y="4801"/>
                    </a:cubicBezTo>
                    <a:cubicBezTo>
                      <a:pt x="16" y="4651"/>
                      <a:pt x="21" y="4502"/>
                      <a:pt x="23" y="4351"/>
                    </a:cubicBezTo>
                    <a:cubicBezTo>
                      <a:pt x="25" y="4279"/>
                      <a:pt x="27" y="4207"/>
                      <a:pt x="30" y="4134"/>
                    </a:cubicBezTo>
                    <a:cubicBezTo>
                      <a:pt x="30" y="4118"/>
                      <a:pt x="30" y="4118"/>
                      <a:pt x="32" y="4033"/>
                    </a:cubicBezTo>
                    <a:cubicBezTo>
                      <a:pt x="34" y="4002"/>
                      <a:pt x="36" y="3970"/>
                      <a:pt x="38" y="3938"/>
                    </a:cubicBezTo>
                    <a:cubicBezTo>
                      <a:pt x="40" y="3911"/>
                      <a:pt x="41" y="3884"/>
                      <a:pt x="43" y="3855"/>
                    </a:cubicBezTo>
                    <a:cubicBezTo>
                      <a:pt x="72" y="3771"/>
                      <a:pt x="72" y="3771"/>
                      <a:pt x="176" y="3677"/>
                    </a:cubicBezTo>
                    <a:cubicBezTo>
                      <a:pt x="307" y="3534"/>
                      <a:pt x="314" y="3422"/>
                      <a:pt x="320" y="3237"/>
                    </a:cubicBezTo>
                    <a:cubicBezTo>
                      <a:pt x="321" y="3204"/>
                      <a:pt x="323" y="3172"/>
                      <a:pt x="325" y="3139"/>
                    </a:cubicBezTo>
                    <a:cubicBezTo>
                      <a:pt x="329" y="3069"/>
                      <a:pt x="332" y="3000"/>
                      <a:pt x="334" y="2930"/>
                    </a:cubicBezTo>
                    <a:cubicBezTo>
                      <a:pt x="339" y="2820"/>
                      <a:pt x="344" y="2709"/>
                      <a:pt x="350" y="2599"/>
                    </a:cubicBezTo>
                    <a:cubicBezTo>
                      <a:pt x="363" y="2365"/>
                      <a:pt x="374" y="2130"/>
                      <a:pt x="384" y="1896"/>
                    </a:cubicBezTo>
                    <a:cubicBezTo>
                      <a:pt x="397" y="1625"/>
                      <a:pt x="410" y="1353"/>
                      <a:pt x="424" y="1082"/>
                    </a:cubicBezTo>
                    <a:cubicBezTo>
                      <a:pt x="430" y="973"/>
                      <a:pt x="434" y="865"/>
                      <a:pt x="439" y="756"/>
                    </a:cubicBezTo>
                    <a:cubicBezTo>
                      <a:pt x="442" y="689"/>
                      <a:pt x="445" y="623"/>
                      <a:pt x="449" y="556"/>
                    </a:cubicBezTo>
                    <a:cubicBezTo>
                      <a:pt x="450" y="526"/>
                      <a:pt x="451" y="496"/>
                      <a:pt x="452" y="465"/>
                    </a:cubicBezTo>
                    <a:cubicBezTo>
                      <a:pt x="461" y="309"/>
                      <a:pt x="487" y="231"/>
                      <a:pt x="582" y="105"/>
                    </a:cubicBezTo>
                    <a:cubicBezTo>
                      <a:pt x="706" y="15"/>
                      <a:pt x="756" y="0"/>
                      <a:pt x="905" y="21"/>
                    </a:cubicBezTo>
                    <a:close/>
                  </a:path>
                </a:pathLst>
              </a:custGeom>
              <a:solidFill>
                <a:srgbClr val="6E8DDC"/>
              </a:solidFill>
              <a:ln w="2646" cap="flat">
                <a:noFill/>
              </a:ln>
            </p:spPr>
          </p:sp>
          <p:sp>
            <p:nvSpPr>
              <p:cNvPr id="2218" name="ICON_C_WINDOWS_GRAPHIC_path_190"/>
              <p:cNvSpPr/>
              <p:nvPr/>
            </p:nvSpPr>
            <p:spPr>
              <a:xfrm>
                <a:off x="6719120" y="7471833"/>
                <a:ext cx="18018" cy="44979"/>
              </a:xfrm>
              <a:custGeom>
                <a:avLst/>
                <a:gdLst/>
                <a:ahLst/>
                <a:cxnLst/>
                <a:rect l="0" t="0" r="r" b="b"/>
                <a:pathLst>
                  <a:path w="1419" h="3542" fill="norm" stroke="0">
                    <a:moveTo>
                      <a:pt x="1144" y="0"/>
                    </a:moveTo>
                    <a:cubicBezTo>
                      <a:pt x="1419" y="376"/>
                      <a:pt x="1348" y="710"/>
                      <a:pt x="1281" y="1141"/>
                    </a:cubicBezTo>
                    <a:cubicBezTo>
                      <a:pt x="1271" y="1210"/>
                      <a:pt x="1262" y="1280"/>
                      <a:pt x="1252" y="1349"/>
                    </a:cubicBezTo>
                    <a:cubicBezTo>
                      <a:pt x="1227" y="1531"/>
                      <a:pt x="1200" y="1712"/>
                      <a:pt x="1173" y="1894"/>
                    </a:cubicBezTo>
                    <a:cubicBezTo>
                      <a:pt x="1146" y="2080"/>
                      <a:pt x="1120" y="2265"/>
                      <a:pt x="1094" y="2451"/>
                    </a:cubicBezTo>
                    <a:cubicBezTo>
                      <a:pt x="1042" y="2815"/>
                      <a:pt x="989" y="3178"/>
                      <a:pt x="935" y="3542"/>
                    </a:cubicBezTo>
                    <a:cubicBezTo>
                      <a:pt x="660" y="3542"/>
                      <a:pt x="385" y="3542"/>
                      <a:pt x="102" y="3542"/>
                    </a:cubicBezTo>
                    <a:cubicBezTo>
                      <a:pt x="71" y="3147"/>
                      <a:pt x="49" y="2753"/>
                      <a:pt x="37" y="2357"/>
                    </a:cubicBezTo>
                    <a:cubicBezTo>
                      <a:pt x="36" y="2328"/>
                      <a:pt x="35" y="2299"/>
                      <a:pt x="34" y="2270"/>
                    </a:cubicBezTo>
                    <a:cubicBezTo>
                      <a:pt x="0" y="1021"/>
                      <a:pt x="0" y="1021"/>
                      <a:pt x="403" y="565"/>
                    </a:cubicBezTo>
                    <a:cubicBezTo>
                      <a:pt x="623" y="343"/>
                      <a:pt x="874" y="158"/>
                      <a:pt x="1144" y="0"/>
                    </a:cubicBezTo>
                    <a:close/>
                  </a:path>
                </a:pathLst>
              </a:custGeom>
              <a:solidFill>
                <a:srgbClr val="8985A8"/>
              </a:solidFill>
              <a:ln w="2646" cap="flat">
                <a:noFill/>
              </a:ln>
            </p:spPr>
          </p:sp>
          <p:sp>
            <p:nvSpPr>
              <p:cNvPr id="2219" name="ICON_C_WINDOWS_GRAPHIC_path_191"/>
              <p:cNvSpPr/>
              <p:nvPr/>
            </p:nvSpPr>
            <p:spPr>
              <a:xfrm>
                <a:off x="5257271" y="7444121"/>
                <a:ext cx="19341" cy="30983"/>
              </a:xfrm>
              <a:custGeom>
                <a:avLst/>
                <a:gdLst/>
                <a:ahLst/>
                <a:cxnLst/>
                <a:rect l="0" t="0" r="r" b="b"/>
                <a:pathLst>
                  <a:path w="1523" h="2440" fill="norm" stroke="0">
                    <a:moveTo>
                      <a:pt x="1458" y="99"/>
                    </a:moveTo>
                    <a:cubicBezTo>
                      <a:pt x="1469" y="358"/>
                      <a:pt x="1476" y="617"/>
                      <a:pt x="1481" y="877"/>
                    </a:cubicBezTo>
                    <a:cubicBezTo>
                      <a:pt x="1483" y="965"/>
                      <a:pt x="1486" y="1053"/>
                      <a:pt x="1490" y="1141"/>
                    </a:cubicBezTo>
                    <a:cubicBezTo>
                      <a:pt x="1523" y="1966"/>
                      <a:pt x="1523" y="1966"/>
                      <a:pt x="1282" y="2241"/>
                    </a:cubicBezTo>
                    <a:cubicBezTo>
                      <a:pt x="1033" y="2434"/>
                      <a:pt x="800" y="2440"/>
                      <a:pt x="495" y="2416"/>
                    </a:cubicBezTo>
                    <a:cubicBezTo>
                      <a:pt x="447" y="2415"/>
                      <a:pt x="399" y="2413"/>
                      <a:pt x="350" y="2411"/>
                    </a:cubicBezTo>
                    <a:cubicBezTo>
                      <a:pt x="233" y="2406"/>
                      <a:pt x="117" y="2399"/>
                      <a:pt x="0" y="2390"/>
                    </a:cubicBezTo>
                    <a:cubicBezTo>
                      <a:pt x="19" y="2131"/>
                      <a:pt x="42" y="1871"/>
                      <a:pt x="66" y="1612"/>
                    </a:cubicBezTo>
                    <a:cubicBezTo>
                      <a:pt x="74" y="1524"/>
                      <a:pt x="81" y="1436"/>
                      <a:pt x="88" y="1348"/>
                    </a:cubicBezTo>
                    <a:cubicBezTo>
                      <a:pt x="150" y="524"/>
                      <a:pt x="150" y="524"/>
                      <a:pt x="373" y="247"/>
                    </a:cubicBezTo>
                    <a:cubicBezTo>
                      <a:pt x="674" y="0"/>
                      <a:pt x="1093" y="64"/>
                      <a:pt x="1458" y="99"/>
                    </a:cubicBezTo>
                    <a:close/>
                  </a:path>
                </a:pathLst>
              </a:custGeom>
              <a:solidFill>
                <a:srgbClr val="9895B1"/>
              </a:solidFill>
              <a:ln w="2646" cap="flat">
                <a:noFill/>
              </a:ln>
            </p:spPr>
          </p:sp>
          <p:sp>
            <p:nvSpPr>
              <p:cNvPr id="2220" name="ICON_C_WINDOWS_GRAPHIC_path_192"/>
              <p:cNvSpPr/>
              <p:nvPr/>
            </p:nvSpPr>
            <p:spPr>
              <a:xfrm>
                <a:off x="6539058" y="7378536"/>
                <a:ext cx="27900" cy="85360"/>
              </a:xfrm>
              <a:custGeom>
                <a:avLst/>
                <a:gdLst/>
                <a:ahLst/>
                <a:cxnLst/>
                <a:rect l="0" t="0" r="r" b="b"/>
                <a:pathLst>
                  <a:path w="2197" h="6721" fill="norm" stroke="0">
                    <a:moveTo>
                      <a:pt x="1224" y="140"/>
                    </a:moveTo>
                    <a:cubicBezTo>
                      <a:pt x="1326" y="208"/>
                      <a:pt x="1359" y="251"/>
                      <a:pt x="1402" y="367"/>
                    </a:cubicBezTo>
                    <a:cubicBezTo>
                      <a:pt x="1467" y="699"/>
                      <a:pt x="1466" y="1040"/>
                      <a:pt x="1469" y="1378"/>
                    </a:cubicBezTo>
                    <a:cubicBezTo>
                      <a:pt x="1471" y="1529"/>
                      <a:pt x="1476" y="1680"/>
                      <a:pt x="1481" y="1832"/>
                    </a:cubicBezTo>
                    <a:cubicBezTo>
                      <a:pt x="1491" y="2118"/>
                      <a:pt x="1496" y="2404"/>
                      <a:pt x="1501" y="2690"/>
                    </a:cubicBezTo>
                    <a:cubicBezTo>
                      <a:pt x="1507" y="3016"/>
                      <a:pt x="1516" y="3342"/>
                      <a:pt x="1526" y="3668"/>
                    </a:cubicBezTo>
                    <a:cubicBezTo>
                      <a:pt x="1545" y="4339"/>
                      <a:pt x="1560" y="5009"/>
                      <a:pt x="1572" y="5680"/>
                    </a:cubicBezTo>
                    <a:cubicBezTo>
                      <a:pt x="1778" y="5473"/>
                      <a:pt x="1984" y="5267"/>
                      <a:pt x="2197" y="5055"/>
                    </a:cubicBezTo>
                    <a:cubicBezTo>
                      <a:pt x="2186" y="5260"/>
                      <a:pt x="2173" y="5462"/>
                      <a:pt x="2154" y="5666"/>
                    </a:cubicBezTo>
                    <a:cubicBezTo>
                      <a:pt x="2148" y="5735"/>
                      <a:pt x="2143" y="5805"/>
                      <a:pt x="2140" y="5874"/>
                    </a:cubicBezTo>
                    <a:cubicBezTo>
                      <a:pt x="2139" y="5908"/>
                      <a:pt x="2137" y="5941"/>
                      <a:pt x="2136" y="5976"/>
                    </a:cubicBezTo>
                    <a:cubicBezTo>
                      <a:pt x="2135" y="6006"/>
                      <a:pt x="2134" y="6036"/>
                      <a:pt x="2133" y="6066"/>
                    </a:cubicBezTo>
                    <a:cubicBezTo>
                      <a:pt x="2108" y="6221"/>
                      <a:pt x="2043" y="6366"/>
                      <a:pt x="1989" y="6513"/>
                    </a:cubicBezTo>
                    <a:cubicBezTo>
                      <a:pt x="1714" y="6582"/>
                      <a:pt x="1439" y="6650"/>
                      <a:pt x="1155" y="6721"/>
                    </a:cubicBezTo>
                    <a:cubicBezTo>
                      <a:pt x="1155" y="4659"/>
                      <a:pt x="1155" y="2596"/>
                      <a:pt x="1155" y="471"/>
                    </a:cubicBezTo>
                    <a:cubicBezTo>
                      <a:pt x="739" y="680"/>
                      <a:pt x="739" y="680"/>
                      <a:pt x="653" y="856"/>
                    </a:cubicBezTo>
                    <a:cubicBezTo>
                      <a:pt x="636" y="925"/>
                      <a:pt x="620" y="995"/>
                      <a:pt x="607" y="1065"/>
                    </a:cubicBezTo>
                    <a:cubicBezTo>
                      <a:pt x="602" y="1083"/>
                      <a:pt x="602" y="1083"/>
                      <a:pt x="580" y="1176"/>
                    </a:cubicBezTo>
                    <a:cubicBezTo>
                      <a:pt x="553" y="1292"/>
                      <a:pt x="529" y="1409"/>
                      <a:pt x="504" y="1526"/>
                    </a:cubicBezTo>
                    <a:cubicBezTo>
                      <a:pt x="486" y="1605"/>
                      <a:pt x="468" y="1685"/>
                      <a:pt x="450" y="1764"/>
                    </a:cubicBezTo>
                    <a:cubicBezTo>
                      <a:pt x="405" y="1958"/>
                      <a:pt x="363" y="2152"/>
                      <a:pt x="322" y="2346"/>
                    </a:cubicBezTo>
                    <a:cubicBezTo>
                      <a:pt x="253" y="2346"/>
                      <a:pt x="184" y="2346"/>
                      <a:pt x="114" y="2346"/>
                    </a:cubicBezTo>
                    <a:cubicBezTo>
                      <a:pt x="0" y="708"/>
                      <a:pt x="0" y="708"/>
                      <a:pt x="306" y="329"/>
                    </a:cubicBezTo>
                    <a:cubicBezTo>
                      <a:pt x="333" y="303"/>
                      <a:pt x="360" y="277"/>
                      <a:pt x="387" y="250"/>
                    </a:cubicBezTo>
                    <a:cubicBezTo>
                      <a:pt x="411" y="225"/>
                      <a:pt x="436" y="200"/>
                      <a:pt x="461" y="174"/>
                    </a:cubicBezTo>
                    <a:cubicBezTo>
                      <a:pt x="686" y="0"/>
                      <a:pt x="976" y="31"/>
                      <a:pt x="1224" y="140"/>
                    </a:cubicBezTo>
                    <a:close/>
                  </a:path>
                </a:pathLst>
              </a:custGeom>
              <a:solidFill>
                <a:srgbClr val="A6C1CA"/>
              </a:solidFill>
              <a:ln w="2646" cap="flat">
                <a:noFill/>
              </a:ln>
            </p:spPr>
          </p:sp>
          <p:sp>
            <p:nvSpPr>
              <p:cNvPr id="2221" name="ICON_C_WINDOWS_GRAPHIC_path_193"/>
              <p:cNvSpPr/>
              <p:nvPr/>
            </p:nvSpPr>
            <p:spPr>
              <a:xfrm>
                <a:off x="6238874" y="7386380"/>
                <a:ext cx="34396" cy="64288"/>
              </a:xfrm>
              <a:custGeom>
                <a:avLst/>
                <a:gdLst/>
                <a:ahLst/>
                <a:cxnLst/>
                <a:rect l="0" t="0" r="r" b="b"/>
                <a:pathLst>
                  <a:path w="2708" h="5062" fill="norm" stroke="0">
                    <a:moveTo>
                      <a:pt x="1133" y="23"/>
                    </a:moveTo>
                    <a:cubicBezTo>
                      <a:pt x="1178" y="20"/>
                      <a:pt x="1223" y="18"/>
                      <a:pt x="1270" y="15"/>
                    </a:cubicBezTo>
                    <a:cubicBezTo>
                      <a:pt x="1517" y="13"/>
                      <a:pt x="1705" y="53"/>
                      <a:pt x="1907" y="200"/>
                    </a:cubicBezTo>
                    <a:cubicBezTo>
                      <a:pt x="2226" y="562"/>
                      <a:pt x="2128" y="1116"/>
                      <a:pt x="2112" y="1570"/>
                    </a:cubicBezTo>
                    <a:cubicBezTo>
                      <a:pt x="2108" y="1705"/>
                      <a:pt x="2106" y="1841"/>
                      <a:pt x="2104" y="1976"/>
                    </a:cubicBezTo>
                    <a:cubicBezTo>
                      <a:pt x="2099" y="2241"/>
                      <a:pt x="2092" y="2506"/>
                      <a:pt x="2083" y="2770"/>
                    </a:cubicBezTo>
                    <a:cubicBezTo>
                      <a:pt x="2290" y="2702"/>
                      <a:pt x="2496" y="2633"/>
                      <a:pt x="2708" y="2562"/>
                    </a:cubicBezTo>
                    <a:cubicBezTo>
                      <a:pt x="2687" y="2665"/>
                      <a:pt x="2665" y="2768"/>
                      <a:pt x="2643" y="2875"/>
                    </a:cubicBezTo>
                    <a:cubicBezTo>
                      <a:pt x="2638" y="2907"/>
                      <a:pt x="2633" y="2940"/>
                      <a:pt x="2628" y="2973"/>
                    </a:cubicBezTo>
                    <a:cubicBezTo>
                      <a:pt x="2600" y="3075"/>
                      <a:pt x="2582" y="3119"/>
                      <a:pt x="2500" y="3187"/>
                    </a:cubicBezTo>
                    <a:cubicBezTo>
                      <a:pt x="2289" y="3215"/>
                      <a:pt x="2087" y="3205"/>
                      <a:pt x="1875" y="3187"/>
                    </a:cubicBezTo>
                    <a:cubicBezTo>
                      <a:pt x="1875" y="3156"/>
                      <a:pt x="1875" y="3125"/>
                      <a:pt x="1874" y="3094"/>
                    </a:cubicBezTo>
                    <a:cubicBezTo>
                      <a:pt x="1870" y="2802"/>
                      <a:pt x="1862" y="2511"/>
                      <a:pt x="1848" y="2220"/>
                    </a:cubicBezTo>
                    <a:cubicBezTo>
                      <a:pt x="1840" y="2070"/>
                      <a:pt x="1835" y="1921"/>
                      <a:pt x="1834" y="1771"/>
                    </a:cubicBezTo>
                    <a:cubicBezTo>
                      <a:pt x="1834" y="1626"/>
                      <a:pt x="1828" y="1482"/>
                      <a:pt x="1818" y="1337"/>
                    </a:cubicBezTo>
                    <a:cubicBezTo>
                      <a:pt x="1815" y="1282"/>
                      <a:pt x="1815" y="1227"/>
                      <a:pt x="1815" y="1172"/>
                    </a:cubicBezTo>
                    <a:cubicBezTo>
                      <a:pt x="1818" y="952"/>
                      <a:pt x="1783" y="901"/>
                      <a:pt x="1667" y="687"/>
                    </a:cubicBezTo>
                    <a:cubicBezTo>
                      <a:pt x="1323" y="618"/>
                      <a:pt x="979" y="550"/>
                      <a:pt x="625" y="479"/>
                    </a:cubicBezTo>
                    <a:cubicBezTo>
                      <a:pt x="694" y="1991"/>
                      <a:pt x="763" y="3504"/>
                      <a:pt x="833" y="5062"/>
                    </a:cubicBezTo>
                    <a:cubicBezTo>
                      <a:pt x="627" y="5062"/>
                      <a:pt x="421" y="5062"/>
                      <a:pt x="208" y="5062"/>
                    </a:cubicBezTo>
                    <a:cubicBezTo>
                      <a:pt x="140" y="4718"/>
                      <a:pt x="71" y="4375"/>
                      <a:pt x="0" y="4020"/>
                    </a:cubicBezTo>
                    <a:cubicBezTo>
                      <a:pt x="69" y="4020"/>
                      <a:pt x="138" y="4020"/>
                      <a:pt x="208" y="4020"/>
                    </a:cubicBezTo>
                    <a:cubicBezTo>
                      <a:pt x="211" y="3974"/>
                      <a:pt x="213" y="3927"/>
                      <a:pt x="215" y="3879"/>
                    </a:cubicBezTo>
                    <a:cubicBezTo>
                      <a:pt x="235" y="3441"/>
                      <a:pt x="257" y="3003"/>
                      <a:pt x="279" y="2564"/>
                    </a:cubicBezTo>
                    <a:cubicBezTo>
                      <a:pt x="291" y="2339"/>
                      <a:pt x="302" y="2114"/>
                      <a:pt x="312" y="1888"/>
                    </a:cubicBezTo>
                    <a:cubicBezTo>
                      <a:pt x="322" y="1671"/>
                      <a:pt x="333" y="1453"/>
                      <a:pt x="344" y="1236"/>
                    </a:cubicBezTo>
                    <a:cubicBezTo>
                      <a:pt x="349" y="1153"/>
                      <a:pt x="353" y="1070"/>
                      <a:pt x="356" y="987"/>
                    </a:cubicBezTo>
                    <a:cubicBezTo>
                      <a:pt x="361" y="871"/>
                      <a:pt x="368" y="754"/>
                      <a:pt x="374" y="638"/>
                    </a:cubicBezTo>
                    <a:cubicBezTo>
                      <a:pt x="375" y="621"/>
                      <a:pt x="375" y="621"/>
                      <a:pt x="378" y="534"/>
                    </a:cubicBezTo>
                    <a:cubicBezTo>
                      <a:pt x="388" y="372"/>
                      <a:pt x="402" y="266"/>
                      <a:pt x="517" y="145"/>
                    </a:cubicBezTo>
                    <a:cubicBezTo>
                      <a:pt x="706" y="0"/>
                      <a:pt x="902" y="24"/>
                      <a:pt x="1133" y="23"/>
                    </a:cubicBezTo>
                    <a:close/>
                  </a:path>
                </a:pathLst>
              </a:custGeom>
              <a:solidFill>
                <a:srgbClr val="E3E3EB"/>
              </a:solidFill>
              <a:ln w="2646" cap="flat">
                <a:noFill/>
              </a:ln>
            </p:spPr>
          </p:sp>
          <p:sp>
            <p:nvSpPr>
              <p:cNvPr id="2222" name="ICON_C_WINDOWS_GRAPHIC_path_194"/>
              <p:cNvSpPr/>
              <p:nvPr/>
            </p:nvSpPr>
            <p:spPr>
              <a:xfrm>
                <a:off x="5527146" y="7596188"/>
                <a:ext cx="89958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7083" h="2917" fill="norm" stroke="0">
                    <a:moveTo>
                      <a:pt x="6667" y="0"/>
                    </a:moveTo>
                    <a:cubicBezTo>
                      <a:pt x="6735" y="0"/>
                      <a:pt x="6804" y="0"/>
                      <a:pt x="6875" y="0"/>
                    </a:cubicBezTo>
                    <a:cubicBezTo>
                      <a:pt x="6909" y="481"/>
                      <a:pt x="6909" y="481"/>
                      <a:pt x="7083" y="2917"/>
                    </a:cubicBezTo>
                    <a:cubicBezTo>
                      <a:pt x="4746" y="2848"/>
                      <a:pt x="2408" y="2779"/>
                      <a:pt x="0" y="2708"/>
                    </a:cubicBezTo>
                    <a:cubicBezTo>
                      <a:pt x="0" y="2640"/>
                      <a:pt x="0" y="2571"/>
                      <a:pt x="0" y="2500"/>
                    </a:cubicBezTo>
                    <a:cubicBezTo>
                      <a:pt x="525" y="2463"/>
                      <a:pt x="1050" y="2429"/>
                      <a:pt x="1575" y="2396"/>
                    </a:cubicBezTo>
                    <a:cubicBezTo>
                      <a:pt x="1615" y="2393"/>
                      <a:pt x="1654" y="2391"/>
                      <a:pt x="1695" y="2388"/>
                    </a:cubicBezTo>
                    <a:cubicBezTo>
                      <a:pt x="2906" y="2313"/>
                      <a:pt x="4112" y="2272"/>
                      <a:pt x="5325" y="2279"/>
                    </a:cubicBezTo>
                    <a:cubicBezTo>
                      <a:pt x="5360" y="2279"/>
                      <a:pt x="5394" y="2279"/>
                      <a:pt x="5430" y="2279"/>
                    </a:cubicBezTo>
                    <a:cubicBezTo>
                      <a:pt x="5842" y="2281"/>
                      <a:pt x="6254" y="2286"/>
                      <a:pt x="6667" y="2292"/>
                    </a:cubicBezTo>
                    <a:cubicBezTo>
                      <a:pt x="6667" y="1535"/>
                      <a:pt x="6667" y="779"/>
                      <a:pt x="6667" y="0"/>
                    </a:cubicBezTo>
                    <a:close/>
                  </a:path>
                </a:pathLst>
              </a:custGeom>
              <a:solidFill>
                <a:srgbClr val="F0F9FE"/>
              </a:solidFill>
              <a:ln w="2646" cap="flat">
                <a:noFill/>
              </a:ln>
            </p:spPr>
          </p:sp>
          <p:sp>
            <p:nvSpPr>
              <p:cNvPr id="2223" name="ICON_C_WINDOWS_GRAPHIC_path_195"/>
              <p:cNvSpPr/>
              <p:nvPr/>
            </p:nvSpPr>
            <p:spPr>
              <a:xfrm>
                <a:off x="6604397" y="7476800"/>
                <a:ext cx="31353" cy="103513"/>
              </a:xfrm>
              <a:custGeom>
                <a:avLst/>
                <a:gdLst/>
                <a:ahLst/>
                <a:cxnLst/>
                <a:rect l="0" t="0" r="r" b="b"/>
                <a:pathLst>
                  <a:path w="2469" h="8151" fill="norm" stroke="0">
                    <a:moveTo>
                      <a:pt x="2001" y="5"/>
                    </a:moveTo>
                    <a:cubicBezTo>
                      <a:pt x="2028" y="6"/>
                      <a:pt x="2056" y="6"/>
                      <a:pt x="2084" y="7"/>
                    </a:cubicBezTo>
                    <a:cubicBezTo>
                      <a:pt x="2098" y="8"/>
                      <a:pt x="2098" y="8"/>
                      <a:pt x="2169" y="13"/>
                    </a:cubicBezTo>
                    <a:cubicBezTo>
                      <a:pt x="2198" y="14"/>
                      <a:pt x="2227" y="14"/>
                      <a:pt x="2257" y="15"/>
                    </a:cubicBezTo>
                    <a:cubicBezTo>
                      <a:pt x="2328" y="18"/>
                      <a:pt x="2398" y="21"/>
                      <a:pt x="2469" y="26"/>
                    </a:cubicBezTo>
                    <a:cubicBezTo>
                      <a:pt x="2469" y="163"/>
                      <a:pt x="2469" y="301"/>
                      <a:pt x="2469" y="442"/>
                    </a:cubicBezTo>
                    <a:cubicBezTo>
                      <a:pt x="2331" y="442"/>
                      <a:pt x="2194" y="442"/>
                      <a:pt x="2052" y="442"/>
                    </a:cubicBezTo>
                    <a:cubicBezTo>
                      <a:pt x="2052" y="992"/>
                      <a:pt x="2052" y="1542"/>
                      <a:pt x="2052" y="2109"/>
                    </a:cubicBezTo>
                    <a:cubicBezTo>
                      <a:pt x="1915" y="2109"/>
                      <a:pt x="1777" y="2109"/>
                      <a:pt x="1635" y="2109"/>
                    </a:cubicBezTo>
                    <a:cubicBezTo>
                      <a:pt x="1586" y="2246"/>
                      <a:pt x="1586" y="2246"/>
                      <a:pt x="1584" y="2322"/>
                    </a:cubicBezTo>
                    <a:cubicBezTo>
                      <a:pt x="1570" y="2421"/>
                      <a:pt x="1570" y="2421"/>
                      <a:pt x="1427" y="2734"/>
                    </a:cubicBezTo>
                    <a:cubicBezTo>
                      <a:pt x="1083" y="2734"/>
                      <a:pt x="740" y="2734"/>
                      <a:pt x="385" y="2734"/>
                    </a:cubicBezTo>
                    <a:cubicBezTo>
                      <a:pt x="385" y="4521"/>
                      <a:pt x="385" y="6309"/>
                      <a:pt x="385" y="8151"/>
                    </a:cubicBezTo>
                    <a:cubicBezTo>
                      <a:pt x="317" y="8151"/>
                      <a:pt x="248" y="8151"/>
                      <a:pt x="177" y="8151"/>
                    </a:cubicBezTo>
                    <a:cubicBezTo>
                      <a:pt x="148" y="7397"/>
                      <a:pt x="126" y="6644"/>
                      <a:pt x="112" y="5890"/>
                    </a:cubicBezTo>
                    <a:cubicBezTo>
                      <a:pt x="106" y="5540"/>
                      <a:pt x="97" y="5191"/>
                      <a:pt x="83" y="4841"/>
                    </a:cubicBezTo>
                    <a:cubicBezTo>
                      <a:pt x="70" y="4536"/>
                      <a:pt x="62" y="4231"/>
                      <a:pt x="60" y="3926"/>
                    </a:cubicBezTo>
                    <a:cubicBezTo>
                      <a:pt x="58" y="3764"/>
                      <a:pt x="54" y="3603"/>
                      <a:pt x="45" y="3442"/>
                    </a:cubicBezTo>
                    <a:cubicBezTo>
                      <a:pt x="0" y="2618"/>
                      <a:pt x="0" y="2618"/>
                      <a:pt x="177" y="2317"/>
                    </a:cubicBezTo>
                    <a:cubicBezTo>
                      <a:pt x="443" y="2128"/>
                      <a:pt x="743" y="2060"/>
                      <a:pt x="1060" y="2000"/>
                    </a:cubicBezTo>
                    <a:cubicBezTo>
                      <a:pt x="1399" y="1935"/>
                      <a:pt x="1399" y="1935"/>
                      <a:pt x="1501" y="1811"/>
                    </a:cubicBezTo>
                    <a:cubicBezTo>
                      <a:pt x="1573" y="1641"/>
                      <a:pt x="1608" y="1466"/>
                      <a:pt x="1601" y="1282"/>
                    </a:cubicBezTo>
                    <a:cubicBezTo>
                      <a:pt x="1601" y="1263"/>
                      <a:pt x="1601" y="1263"/>
                      <a:pt x="1599" y="1169"/>
                    </a:cubicBezTo>
                    <a:cubicBezTo>
                      <a:pt x="1598" y="1131"/>
                      <a:pt x="1597" y="1093"/>
                      <a:pt x="1596" y="1054"/>
                    </a:cubicBezTo>
                    <a:cubicBezTo>
                      <a:pt x="1599" y="940"/>
                      <a:pt x="1604" y="826"/>
                      <a:pt x="1609" y="712"/>
                    </a:cubicBezTo>
                    <a:cubicBezTo>
                      <a:pt x="1612" y="642"/>
                      <a:pt x="1613" y="571"/>
                      <a:pt x="1612" y="501"/>
                    </a:cubicBezTo>
                    <a:cubicBezTo>
                      <a:pt x="1613" y="338"/>
                      <a:pt x="1617" y="231"/>
                      <a:pt x="1731" y="108"/>
                    </a:cubicBezTo>
                    <a:cubicBezTo>
                      <a:pt x="1879" y="0"/>
                      <a:pt x="1879" y="0"/>
                      <a:pt x="2001" y="5"/>
                    </a:cubicBezTo>
                    <a:close/>
                  </a:path>
                </a:pathLst>
              </a:custGeom>
              <a:solidFill>
                <a:srgbClr val="EAF5F7"/>
              </a:solidFill>
              <a:ln w="2646" cap="flat">
                <a:noFill/>
              </a:ln>
            </p:spPr>
          </p:sp>
          <p:sp>
            <p:nvSpPr>
              <p:cNvPr id="2224" name="ICON_C_WINDOWS_GRAPHIC_path_196"/>
              <p:cNvSpPr/>
              <p:nvPr/>
            </p:nvSpPr>
            <p:spPr>
              <a:xfrm>
                <a:off x="6604000" y="7469188"/>
                <a:ext cx="18521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31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1121" y="1826"/>
                      <a:pt x="1121" y="1826"/>
                      <a:pt x="833" y="2500"/>
                    </a:cubicBezTo>
                    <a:cubicBezTo>
                      <a:pt x="1040" y="2569"/>
                      <a:pt x="1246" y="2638"/>
                      <a:pt x="1458" y="2708"/>
                    </a:cubicBezTo>
                    <a:cubicBezTo>
                      <a:pt x="977" y="2846"/>
                      <a:pt x="496" y="2983"/>
                      <a:pt x="0" y="3125"/>
                    </a:cubicBezTo>
                    <a:cubicBezTo>
                      <a:pt x="0" y="2094"/>
                      <a:pt x="0" y="1062"/>
                      <a:pt x="0" y="0"/>
                    </a:cubicBezTo>
                    <a:close/>
                  </a:path>
                </a:pathLst>
              </a:custGeom>
              <a:solidFill>
                <a:srgbClr val="B3C7D2"/>
              </a:solidFill>
              <a:ln w="2646" cap="flat">
                <a:noFill/>
              </a:ln>
            </p:spPr>
          </p:sp>
          <p:sp>
            <p:nvSpPr>
              <p:cNvPr id="2225" name="ICON_C_WINDOWS_GRAPHIC_path_197"/>
              <p:cNvSpPr/>
              <p:nvPr/>
            </p:nvSpPr>
            <p:spPr>
              <a:xfrm>
                <a:off x="5213832" y="7445375"/>
                <a:ext cx="33486" cy="89958"/>
              </a:xfrm>
              <a:custGeom>
                <a:avLst/>
                <a:gdLst/>
                <a:ahLst/>
                <a:cxnLst/>
                <a:rect l="0" t="0" r="r" b="b"/>
                <a:pathLst>
                  <a:path w="2637" h="7083" fill="norm" stroke="0">
                    <a:moveTo>
                      <a:pt x="712" y="0"/>
                    </a:moveTo>
                    <a:cubicBezTo>
                      <a:pt x="850" y="69"/>
                      <a:pt x="987" y="138"/>
                      <a:pt x="1129" y="208"/>
                    </a:cubicBezTo>
                    <a:cubicBezTo>
                      <a:pt x="1101" y="229"/>
                      <a:pt x="1073" y="249"/>
                      <a:pt x="1045" y="270"/>
                    </a:cubicBezTo>
                    <a:cubicBezTo>
                      <a:pt x="650" y="604"/>
                      <a:pt x="604" y="957"/>
                      <a:pt x="504" y="1458"/>
                    </a:cubicBezTo>
                    <a:cubicBezTo>
                      <a:pt x="916" y="1458"/>
                      <a:pt x="1329" y="1458"/>
                      <a:pt x="1754" y="1458"/>
                    </a:cubicBezTo>
                    <a:cubicBezTo>
                      <a:pt x="1766" y="1524"/>
                      <a:pt x="1766" y="1524"/>
                      <a:pt x="1830" y="1854"/>
                    </a:cubicBezTo>
                    <a:cubicBezTo>
                      <a:pt x="1856" y="1981"/>
                      <a:pt x="1882" y="2109"/>
                      <a:pt x="1909" y="2236"/>
                    </a:cubicBezTo>
                    <a:cubicBezTo>
                      <a:pt x="1927" y="2325"/>
                      <a:pt x="1944" y="2413"/>
                      <a:pt x="1961" y="2501"/>
                    </a:cubicBezTo>
                    <a:cubicBezTo>
                      <a:pt x="1985" y="2628"/>
                      <a:pt x="2012" y="2755"/>
                      <a:pt x="2039" y="2883"/>
                    </a:cubicBezTo>
                    <a:cubicBezTo>
                      <a:pt x="2046" y="2921"/>
                      <a:pt x="2053" y="2960"/>
                      <a:pt x="2060" y="3000"/>
                    </a:cubicBezTo>
                    <a:cubicBezTo>
                      <a:pt x="2115" y="3249"/>
                      <a:pt x="2188" y="3359"/>
                      <a:pt x="2384" y="3522"/>
                    </a:cubicBezTo>
                    <a:cubicBezTo>
                      <a:pt x="2552" y="3678"/>
                      <a:pt x="2613" y="3784"/>
                      <a:pt x="2631" y="4007"/>
                    </a:cubicBezTo>
                    <a:cubicBezTo>
                      <a:pt x="2637" y="4178"/>
                      <a:pt x="2633" y="4349"/>
                      <a:pt x="2628" y="4520"/>
                    </a:cubicBezTo>
                    <a:cubicBezTo>
                      <a:pt x="2627" y="4594"/>
                      <a:pt x="2626" y="4668"/>
                      <a:pt x="2626" y="4742"/>
                    </a:cubicBezTo>
                    <a:cubicBezTo>
                      <a:pt x="2624" y="4936"/>
                      <a:pt x="2620" y="5130"/>
                      <a:pt x="2616" y="5324"/>
                    </a:cubicBezTo>
                    <a:cubicBezTo>
                      <a:pt x="2611" y="5522"/>
                      <a:pt x="2610" y="5720"/>
                      <a:pt x="2608" y="5919"/>
                    </a:cubicBezTo>
                    <a:cubicBezTo>
                      <a:pt x="2603" y="6307"/>
                      <a:pt x="2596" y="6695"/>
                      <a:pt x="2587" y="7083"/>
                    </a:cubicBezTo>
                    <a:cubicBezTo>
                      <a:pt x="2518" y="7083"/>
                      <a:pt x="2450" y="7083"/>
                      <a:pt x="2379" y="7083"/>
                    </a:cubicBezTo>
                    <a:cubicBezTo>
                      <a:pt x="2377" y="7045"/>
                      <a:pt x="2376" y="7007"/>
                      <a:pt x="2375" y="6967"/>
                    </a:cubicBezTo>
                    <a:cubicBezTo>
                      <a:pt x="2363" y="6606"/>
                      <a:pt x="2348" y="6244"/>
                      <a:pt x="2330" y="5883"/>
                    </a:cubicBezTo>
                    <a:cubicBezTo>
                      <a:pt x="2320" y="5697"/>
                      <a:pt x="2312" y="5511"/>
                      <a:pt x="2307" y="5325"/>
                    </a:cubicBezTo>
                    <a:cubicBezTo>
                      <a:pt x="2301" y="5145"/>
                      <a:pt x="2293" y="4966"/>
                      <a:pt x="2282" y="4786"/>
                    </a:cubicBezTo>
                    <a:cubicBezTo>
                      <a:pt x="2279" y="4718"/>
                      <a:pt x="2276" y="4649"/>
                      <a:pt x="2275" y="4581"/>
                    </a:cubicBezTo>
                    <a:cubicBezTo>
                      <a:pt x="2264" y="4051"/>
                      <a:pt x="2264" y="4051"/>
                      <a:pt x="2105" y="3894"/>
                    </a:cubicBezTo>
                    <a:cubicBezTo>
                      <a:pt x="1998" y="3814"/>
                      <a:pt x="1885" y="3747"/>
                      <a:pt x="1768" y="3681"/>
                    </a:cubicBezTo>
                    <a:cubicBezTo>
                      <a:pt x="1556" y="3561"/>
                      <a:pt x="1556" y="3561"/>
                      <a:pt x="1490" y="3442"/>
                    </a:cubicBezTo>
                    <a:cubicBezTo>
                      <a:pt x="1474" y="3335"/>
                      <a:pt x="1474" y="3244"/>
                      <a:pt x="1484" y="3136"/>
                    </a:cubicBezTo>
                    <a:cubicBezTo>
                      <a:pt x="1485" y="3100"/>
                      <a:pt x="1486" y="3064"/>
                      <a:pt x="1487" y="3026"/>
                    </a:cubicBezTo>
                    <a:cubicBezTo>
                      <a:pt x="1491" y="2911"/>
                      <a:pt x="1498" y="2797"/>
                      <a:pt x="1506" y="2682"/>
                    </a:cubicBezTo>
                    <a:cubicBezTo>
                      <a:pt x="1510" y="2604"/>
                      <a:pt x="1512" y="2525"/>
                      <a:pt x="1515" y="2447"/>
                    </a:cubicBezTo>
                    <a:cubicBezTo>
                      <a:pt x="1521" y="2256"/>
                      <a:pt x="1533" y="2066"/>
                      <a:pt x="1545" y="1875"/>
                    </a:cubicBezTo>
                    <a:cubicBezTo>
                      <a:pt x="1064" y="1944"/>
                      <a:pt x="583" y="2013"/>
                      <a:pt x="87" y="2083"/>
                    </a:cubicBezTo>
                    <a:cubicBezTo>
                      <a:pt x="0" y="806"/>
                      <a:pt x="0" y="806"/>
                      <a:pt x="490" y="233"/>
                    </a:cubicBezTo>
                    <a:cubicBezTo>
                      <a:pt x="562" y="153"/>
                      <a:pt x="637" y="76"/>
                      <a:pt x="712" y="0"/>
                    </a:cubicBezTo>
                    <a:close/>
                  </a:path>
                </a:pathLst>
              </a:custGeom>
              <a:solidFill>
                <a:srgbClr val="C9CADA"/>
              </a:solidFill>
              <a:ln w="2646" cap="flat">
                <a:noFill/>
              </a:ln>
            </p:spPr>
          </p:sp>
          <p:sp>
            <p:nvSpPr>
              <p:cNvPr id="2226" name="ICON_C_WINDOWS_GRAPHIC_path_198"/>
              <p:cNvSpPr/>
              <p:nvPr/>
            </p:nvSpPr>
            <p:spPr>
              <a:xfrm>
                <a:off x="5405096" y="7487708"/>
                <a:ext cx="8961" cy="145521"/>
              </a:xfrm>
              <a:custGeom>
                <a:avLst/>
                <a:gdLst/>
                <a:ahLst/>
                <a:cxnLst/>
                <a:rect l="0" t="0" r="r" b="b"/>
                <a:pathLst>
                  <a:path w="706" h="11458" fill="norm" stroke="0">
                    <a:moveTo>
                      <a:pt x="235" y="0"/>
                    </a:moveTo>
                    <a:cubicBezTo>
                      <a:pt x="393" y="52"/>
                      <a:pt x="523" y="100"/>
                      <a:pt x="652" y="208"/>
                    </a:cubicBezTo>
                    <a:cubicBezTo>
                      <a:pt x="706" y="388"/>
                      <a:pt x="691" y="557"/>
                      <a:pt x="678" y="742"/>
                    </a:cubicBezTo>
                    <a:cubicBezTo>
                      <a:pt x="676" y="791"/>
                      <a:pt x="674" y="840"/>
                      <a:pt x="672" y="890"/>
                    </a:cubicBezTo>
                    <a:cubicBezTo>
                      <a:pt x="667" y="1010"/>
                      <a:pt x="660" y="1130"/>
                      <a:pt x="652" y="1250"/>
                    </a:cubicBezTo>
                    <a:cubicBezTo>
                      <a:pt x="514" y="1250"/>
                      <a:pt x="377" y="1250"/>
                      <a:pt x="235" y="1250"/>
                    </a:cubicBezTo>
                    <a:cubicBezTo>
                      <a:pt x="235" y="4619"/>
                      <a:pt x="235" y="7987"/>
                      <a:pt x="235" y="11458"/>
                    </a:cubicBezTo>
                    <a:cubicBezTo>
                      <a:pt x="166" y="11458"/>
                      <a:pt x="98" y="11458"/>
                      <a:pt x="27" y="11458"/>
                    </a:cubicBezTo>
                    <a:cubicBezTo>
                      <a:pt x="22" y="10059"/>
                      <a:pt x="18" y="8659"/>
                      <a:pt x="16" y="7260"/>
                    </a:cubicBezTo>
                    <a:cubicBezTo>
                      <a:pt x="16" y="7094"/>
                      <a:pt x="16" y="6929"/>
                      <a:pt x="15" y="6764"/>
                    </a:cubicBezTo>
                    <a:cubicBezTo>
                      <a:pt x="15" y="6747"/>
                      <a:pt x="15" y="6747"/>
                      <a:pt x="15" y="6664"/>
                    </a:cubicBezTo>
                    <a:cubicBezTo>
                      <a:pt x="14" y="6131"/>
                      <a:pt x="13" y="5599"/>
                      <a:pt x="11" y="5066"/>
                    </a:cubicBezTo>
                    <a:cubicBezTo>
                      <a:pt x="9" y="4520"/>
                      <a:pt x="8" y="3973"/>
                      <a:pt x="7" y="3426"/>
                    </a:cubicBezTo>
                    <a:cubicBezTo>
                      <a:pt x="7" y="3089"/>
                      <a:pt x="6" y="2752"/>
                      <a:pt x="4" y="2415"/>
                    </a:cubicBezTo>
                    <a:cubicBezTo>
                      <a:pt x="3" y="2184"/>
                      <a:pt x="3" y="1952"/>
                      <a:pt x="3" y="1721"/>
                    </a:cubicBezTo>
                    <a:cubicBezTo>
                      <a:pt x="3" y="1587"/>
                      <a:pt x="3" y="1454"/>
                      <a:pt x="2" y="1321"/>
                    </a:cubicBezTo>
                    <a:cubicBezTo>
                      <a:pt x="1" y="1176"/>
                      <a:pt x="1" y="1031"/>
                      <a:pt x="2" y="886"/>
                    </a:cubicBezTo>
                    <a:cubicBezTo>
                      <a:pt x="1" y="844"/>
                      <a:pt x="1" y="803"/>
                      <a:pt x="0" y="759"/>
                    </a:cubicBezTo>
                    <a:cubicBezTo>
                      <a:pt x="3" y="462"/>
                      <a:pt x="83" y="254"/>
                      <a:pt x="235" y="0"/>
                    </a:cubicBezTo>
                    <a:close/>
                  </a:path>
                </a:pathLst>
              </a:custGeom>
              <a:solidFill>
                <a:srgbClr val="D3E5FD"/>
              </a:solidFill>
              <a:ln w="2646" cap="flat">
                <a:noFill/>
              </a:ln>
            </p:spPr>
          </p:sp>
          <p:sp>
            <p:nvSpPr>
              <p:cNvPr id="2227" name="ICON_C_WINDOWS_GRAPHIC_path_199"/>
              <p:cNvSpPr/>
              <p:nvPr/>
            </p:nvSpPr>
            <p:spPr>
              <a:xfrm>
                <a:off x="6762750" y="7473851"/>
                <a:ext cx="47625" cy="30816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2426" fill="norm" stroke="0">
                    <a:moveTo>
                      <a:pt x="1818" y="10"/>
                    </a:moveTo>
                    <a:cubicBezTo>
                      <a:pt x="1982" y="0"/>
                      <a:pt x="2124" y="28"/>
                      <a:pt x="2292" y="50"/>
                    </a:cubicBezTo>
                    <a:cubicBezTo>
                      <a:pt x="2292" y="393"/>
                      <a:pt x="2292" y="737"/>
                      <a:pt x="2292" y="1091"/>
                    </a:cubicBezTo>
                    <a:cubicBezTo>
                      <a:pt x="2154" y="1091"/>
                      <a:pt x="2017" y="1091"/>
                      <a:pt x="1875" y="1091"/>
                    </a:cubicBezTo>
                    <a:cubicBezTo>
                      <a:pt x="1875" y="1435"/>
                      <a:pt x="1875" y="1779"/>
                      <a:pt x="1875" y="2133"/>
                    </a:cubicBezTo>
                    <a:cubicBezTo>
                      <a:pt x="2081" y="2133"/>
                      <a:pt x="2288" y="2133"/>
                      <a:pt x="2500" y="2133"/>
                    </a:cubicBezTo>
                    <a:cubicBezTo>
                      <a:pt x="2501" y="2109"/>
                      <a:pt x="2501" y="2109"/>
                      <a:pt x="2509" y="1987"/>
                    </a:cubicBezTo>
                    <a:cubicBezTo>
                      <a:pt x="2607" y="1201"/>
                      <a:pt x="3190" y="757"/>
                      <a:pt x="3750" y="258"/>
                    </a:cubicBezTo>
                    <a:cubicBezTo>
                      <a:pt x="3656" y="1164"/>
                      <a:pt x="3656" y="1164"/>
                      <a:pt x="3474" y="1380"/>
                    </a:cubicBezTo>
                    <a:cubicBezTo>
                      <a:pt x="3369" y="1460"/>
                      <a:pt x="3261" y="1519"/>
                      <a:pt x="3142" y="1576"/>
                    </a:cubicBezTo>
                    <a:cubicBezTo>
                      <a:pt x="2931" y="1683"/>
                      <a:pt x="2931" y="1683"/>
                      <a:pt x="2884" y="1793"/>
                    </a:cubicBezTo>
                    <a:cubicBezTo>
                      <a:pt x="2866" y="1880"/>
                      <a:pt x="2851" y="1967"/>
                      <a:pt x="2839" y="2055"/>
                    </a:cubicBezTo>
                    <a:cubicBezTo>
                      <a:pt x="2816" y="2189"/>
                      <a:pt x="2796" y="2225"/>
                      <a:pt x="2708" y="2341"/>
                    </a:cubicBezTo>
                    <a:cubicBezTo>
                      <a:pt x="2372" y="2426"/>
                      <a:pt x="2007" y="2375"/>
                      <a:pt x="1667" y="2341"/>
                    </a:cubicBezTo>
                    <a:cubicBezTo>
                      <a:pt x="1667" y="2066"/>
                      <a:pt x="1667" y="1791"/>
                      <a:pt x="1667" y="1508"/>
                    </a:cubicBezTo>
                    <a:cubicBezTo>
                      <a:pt x="1581" y="1525"/>
                      <a:pt x="1496" y="1543"/>
                      <a:pt x="1408" y="1561"/>
                    </a:cubicBezTo>
                    <a:cubicBezTo>
                      <a:pt x="1324" y="1577"/>
                      <a:pt x="1240" y="1592"/>
                      <a:pt x="1155" y="1608"/>
                    </a:cubicBezTo>
                    <a:cubicBezTo>
                      <a:pt x="1098" y="1619"/>
                      <a:pt x="1040" y="1631"/>
                      <a:pt x="982" y="1643"/>
                    </a:cubicBezTo>
                    <a:cubicBezTo>
                      <a:pt x="594" y="1724"/>
                      <a:pt x="348" y="1736"/>
                      <a:pt x="0" y="1508"/>
                    </a:cubicBezTo>
                    <a:cubicBezTo>
                      <a:pt x="69" y="1302"/>
                      <a:pt x="137" y="1095"/>
                      <a:pt x="208" y="883"/>
                    </a:cubicBezTo>
                    <a:cubicBezTo>
                      <a:pt x="225" y="951"/>
                      <a:pt x="243" y="1020"/>
                      <a:pt x="260" y="1091"/>
                    </a:cubicBezTo>
                    <a:cubicBezTo>
                      <a:pt x="322" y="1214"/>
                      <a:pt x="376" y="1281"/>
                      <a:pt x="502" y="1339"/>
                    </a:cubicBezTo>
                    <a:cubicBezTo>
                      <a:pt x="720" y="1409"/>
                      <a:pt x="933" y="1430"/>
                      <a:pt x="1155" y="1365"/>
                    </a:cubicBezTo>
                    <a:cubicBezTo>
                      <a:pt x="1403" y="1194"/>
                      <a:pt x="1453" y="776"/>
                      <a:pt x="1506" y="494"/>
                    </a:cubicBezTo>
                    <a:cubicBezTo>
                      <a:pt x="1595" y="68"/>
                      <a:pt x="1595" y="68"/>
                      <a:pt x="1818" y="10"/>
                    </a:cubicBezTo>
                    <a:close/>
                  </a:path>
                </a:pathLst>
              </a:custGeom>
              <a:solidFill>
                <a:srgbClr val="D9D7E5"/>
              </a:solidFill>
              <a:ln w="2646" cap="flat">
                <a:noFill/>
              </a:ln>
            </p:spPr>
          </p:sp>
          <p:sp>
            <p:nvSpPr>
              <p:cNvPr id="2228" name="ICON_C_WINDOWS_GRAPHIC_path_200"/>
              <p:cNvSpPr/>
              <p:nvPr/>
            </p:nvSpPr>
            <p:spPr>
              <a:xfrm>
                <a:off x="5889199" y="7305146"/>
                <a:ext cx="8363" cy="142875"/>
              </a:xfrm>
              <a:custGeom>
                <a:avLst/>
                <a:gdLst/>
                <a:ahLst/>
                <a:cxnLst/>
                <a:rect l="0" t="0" r="r" b="b"/>
                <a:pathLst>
                  <a:path w="659" h="11250" fill="norm" stroke="0">
                    <a:moveTo>
                      <a:pt x="34" y="0"/>
                    </a:moveTo>
                    <a:cubicBezTo>
                      <a:pt x="102" y="0"/>
                      <a:pt x="171" y="0"/>
                      <a:pt x="242" y="0"/>
                    </a:cubicBezTo>
                    <a:cubicBezTo>
                      <a:pt x="242" y="3163"/>
                      <a:pt x="242" y="6325"/>
                      <a:pt x="242" y="9583"/>
                    </a:cubicBezTo>
                    <a:cubicBezTo>
                      <a:pt x="379" y="9583"/>
                      <a:pt x="517" y="9583"/>
                      <a:pt x="659" y="9583"/>
                    </a:cubicBezTo>
                    <a:cubicBezTo>
                      <a:pt x="659" y="10133"/>
                      <a:pt x="659" y="10683"/>
                      <a:pt x="659" y="11250"/>
                    </a:cubicBezTo>
                    <a:cubicBezTo>
                      <a:pt x="242" y="11042"/>
                      <a:pt x="242" y="11042"/>
                      <a:pt x="156" y="10875"/>
                    </a:cubicBezTo>
                    <a:cubicBezTo>
                      <a:pt x="140" y="10810"/>
                      <a:pt x="126" y="10743"/>
                      <a:pt x="113" y="10676"/>
                    </a:cubicBezTo>
                    <a:cubicBezTo>
                      <a:pt x="105" y="10640"/>
                      <a:pt x="98" y="10604"/>
                      <a:pt x="89" y="10566"/>
                    </a:cubicBezTo>
                    <a:cubicBezTo>
                      <a:pt x="0" y="10106"/>
                      <a:pt x="6" y="9643"/>
                      <a:pt x="10" y="9177"/>
                    </a:cubicBezTo>
                    <a:cubicBezTo>
                      <a:pt x="10" y="9076"/>
                      <a:pt x="10" y="8975"/>
                      <a:pt x="10" y="8875"/>
                    </a:cubicBezTo>
                    <a:cubicBezTo>
                      <a:pt x="10" y="8660"/>
                      <a:pt x="10" y="8445"/>
                      <a:pt x="11" y="8230"/>
                    </a:cubicBezTo>
                    <a:cubicBezTo>
                      <a:pt x="13" y="7919"/>
                      <a:pt x="14" y="7608"/>
                      <a:pt x="14" y="7297"/>
                    </a:cubicBezTo>
                    <a:cubicBezTo>
                      <a:pt x="14" y="6793"/>
                      <a:pt x="16" y="6289"/>
                      <a:pt x="18" y="5784"/>
                    </a:cubicBezTo>
                    <a:cubicBezTo>
                      <a:pt x="20" y="5295"/>
                      <a:pt x="21" y="4805"/>
                      <a:pt x="22" y="4316"/>
                    </a:cubicBezTo>
                    <a:cubicBezTo>
                      <a:pt x="22" y="4285"/>
                      <a:pt x="22" y="4255"/>
                      <a:pt x="22" y="4224"/>
                    </a:cubicBezTo>
                    <a:cubicBezTo>
                      <a:pt x="23" y="4072"/>
                      <a:pt x="23" y="3920"/>
                      <a:pt x="23" y="3768"/>
                    </a:cubicBezTo>
                    <a:cubicBezTo>
                      <a:pt x="25" y="2512"/>
                      <a:pt x="29" y="1256"/>
                      <a:pt x="34" y="0"/>
                    </a:cubicBezTo>
                    <a:close/>
                  </a:path>
                </a:pathLst>
              </a:custGeom>
              <a:solidFill>
                <a:srgbClr val="FAA7CE"/>
              </a:solidFill>
              <a:ln w="2646" cap="flat">
                <a:noFill/>
              </a:ln>
            </p:spPr>
          </p:sp>
          <p:sp>
            <p:nvSpPr>
              <p:cNvPr id="2229" name="ICON_C_WINDOWS_GRAPHIC_path_201"/>
              <p:cNvSpPr/>
              <p:nvPr/>
            </p:nvSpPr>
            <p:spPr>
              <a:xfrm>
                <a:off x="5403951" y="7297208"/>
                <a:ext cx="9424" cy="132292"/>
              </a:xfrm>
              <a:custGeom>
                <a:avLst/>
                <a:gdLst/>
                <a:ahLst/>
                <a:cxnLst/>
                <a:rect l="0" t="0" r="r" b="b"/>
                <a:pathLst>
                  <a:path w="742" h="10417" fill="norm" stroke="0">
                    <a:moveTo>
                      <a:pt x="117" y="0"/>
                    </a:moveTo>
                    <a:cubicBezTo>
                      <a:pt x="186" y="0"/>
                      <a:pt x="255" y="0"/>
                      <a:pt x="325" y="0"/>
                    </a:cubicBezTo>
                    <a:cubicBezTo>
                      <a:pt x="394" y="2681"/>
                      <a:pt x="463" y="5362"/>
                      <a:pt x="534" y="8125"/>
                    </a:cubicBezTo>
                    <a:cubicBezTo>
                      <a:pt x="602" y="8125"/>
                      <a:pt x="671" y="8125"/>
                      <a:pt x="742" y="8125"/>
                    </a:cubicBezTo>
                    <a:cubicBezTo>
                      <a:pt x="742" y="8881"/>
                      <a:pt x="742" y="9638"/>
                      <a:pt x="742" y="10417"/>
                    </a:cubicBezTo>
                    <a:cubicBezTo>
                      <a:pt x="605" y="10417"/>
                      <a:pt x="467" y="10417"/>
                      <a:pt x="325" y="10417"/>
                    </a:cubicBezTo>
                    <a:cubicBezTo>
                      <a:pt x="0" y="10026"/>
                      <a:pt x="89" y="9296"/>
                      <a:pt x="93" y="8822"/>
                    </a:cubicBezTo>
                    <a:cubicBezTo>
                      <a:pt x="94" y="8725"/>
                      <a:pt x="94" y="8629"/>
                      <a:pt x="93" y="8532"/>
                    </a:cubicBezTo>
                    <a:cubicBezTo>
                      <a:pt x="93" y="8325"/>
                      <a:pt x="94" y="8119"/>
                      <a:pt x="95" y="7912"/>
                    </a:cubicBezTo>
                    <a:cubicBezTo>
                      <a:pt x="97" y="7613"/>
                      <a:pt x="97" y="7315"/>
                      <a:pt x="97" y="7016"/>
                    </a:cubicBezTo>
                    <a:cubicBezTo>
                      <a:pt x="98" y="6531"/>
                      <a:pt x="99" y="6046"/>
                      <a:pt x="101" y="5561"/>
                    </a:cubicBezTo>
                    <a:cubicBezTo>
                      <a:pt x="103" y="5090"/>
                      <a:pt x="105" y="4620"/>
                      <a:pt x="106" y="4149"/>
                    </a:cubicBezTo>
                    <a:cubicBezTo>
                      <a:pt x="106" y="4120"/>
                      <a:pt x="106" y="4091"/>
                      <a:pt x="106" y="4061"/>
                    </a:cubicBezTo>
                    <a:cubicBezTo>
                      <a:pt x="106" y="3915"/>
                      <a:pt x="106" y="3769"/>
                      <a:pt x="107" y="3623"/>
                    </a:cubicBezTo>
                    <a:cubicBezTo>
                      <a:pt x="109" y="2415"/>
                      <a:pt x="112" y="1208"/>
                      <a:pt x="117" y="0"/>
                    </a:cubicBezTo>
                    <a:close/>
                  </a:path>
                </a:pathLst>
              </a:custGeom>
              <a:solidFill>
                <a:srgbClr val="CADEFB"/>
              </a:solidFill>
              <a:ln w="2646" cap="flat">
                <a:noFill/>
              </a:ln>
            </p:spPr>
          </p:sp>
          <p:sp>
            <p:nvSpPr>
              <p:cNvPr id="2230" name="ICON_C_WINDOWS_GRAPHIC_path_202"/>
              <p:cNvSpPr/>
              <p:nvPr/>
            </p:nvSpPr>
            <p:spPr>
              <a:xfrm>
                <a:off x="6185958" y="7434792"/>
                <a:ext cx="41026" cy="32366"/>
              </a:xfrm>
              <a:custGeom>
                <a:avLst/>
                <a:gdLst/>
                <a:ahLst/>
                <a:cxnLst/>
                <a:rect l="0" t="0" r="r" b="b"/>
                <a:pathLst>
                  <a:path w="3230" h="2549" fill="norm" stroke="0">
                    <a:moveTo>
                      <a:pt x="0" y="0"/>
                    </a:moveTo>
                    <a:cubicBezTo>
                      <a:pt x="625" y="208"/>
                      <a:pt x="625" y="208"/>
                      <a:pt x="732" y="365"/>
                    </a:cubicBezTo>
                    <a:cubicBezTo>
                      <a:pt x="752" y="441"/>
                      <a:pt x="752" y="441"/>
                      <a:pt x="768" y="534"/>
                    </a:cubicBezTo>
                    <a:cubicBezTo>
                      <a:pt x="790" y="633"/>
                      <a:pt x="811" y="731"/>
                      <a:pt x="833" y="833"/>
                    </a:cubicBezTo>
                    <a:cubicBezTo>
                      <a:pt x="1177" y="765"/>
                      <a:pt x="1521" y="696"/>
                      <a:pt x="1875" y="625"/>
                    </a:cubicBezTo>
                    <a:cubicBezTo>
                      <a:pt x="1875" y="1106"/>
                      <a:pt x="1875" y="1587"/>
                      <a:pt x="1875" y="2083"/>
                    </a:cubicBezTo>
                    <a:cubicBezTo>
                      <a:pt x="2500" y="1875"/>
                      <a:pt x="2500" y="1875"/>
                      <a:pt x="2645" y="1627"/>
                    </a:cubicBezTo>
                    <a:cubicBezTo>
                      <a:pt x="2677" y="1532"/>
                      <a:pt x="2707" y="1437"/>
                      <a:pt x="2734" y="1341"/>
                    </a:cubicBezTo>
                    <a:cubicBezTo>
                      <a:pt x="2765" y="1245"/>
                      <a:pt x="2795" y="1149"/>
                      <a:pt x="2827" y="1054"/>
                    </a:cubicBezTo>
                    <a:cubicBezTo>
                      <a:pt x="2833" y="1033"/>
                      <a:pt x="2833" y="1033"/>
                      <a:pt x="2865" y="926"/>
                    </a:cubicBezTo>
                    <a:cubicBezTo>
                      <a:pt x="2882" y="895"/>
                      <a:pt x="2899" y="865"/>
                      <a:pt x="2917" y="833"/>
                    </a:cubicBezTo>
                    <a:cubicBezTo>
                      <a:pt x="3026" y="820"/>
                      <a:pt x="3026" y="820"/>
                      <a:pt x="3125" y="833"/>
                    </a:cubicBezTo>
                    <a:cubicBezTo>
                      <a:pt x="3230" y="1744"/>
                      <a:pt x="3230" y="1744"/>
                      <a:pt x="3015" y="2083"/>
                    </a:cubicBezTo>
                    <a:cubicBezTo>
                      <a:pt x="2813" y="2334"/>
                      <a:pt x="2599" y="2503"/>
                      <a:pt x="2273" y="2538"/>
                    </a:cubicBezTo>
                    <a:cubicBezTo>
                      <a:pt x="2064" y="2549"/>
                      <a:pt x="1880" y="2522"/>
                      <a:pt x="1667" y="2500"/>
                    </a:cubicBezTo>
                    <a:cubicBezTo>
                      <a:pt x="1667" y="2087"/>
                      <a:pt x="1667" y="1675"/>
                      <a:pt x="1667" y="1250"/>
                    </a:cubicBezTo>
                    <a:cubicBezTo>
                      <a:pt x="1289" y="1562"/>
                      <a:pt x="1289" y="1562"/>
                      <a:pt x="1174" y="1661"/>
                    </a:cubicBezTo>
                    <a:cubicBezTo>
                      <a:pt x="820" y="1940"/>
                      <a:pt x="726" y="1875"/>
                      <a:pt x="208" y="1875"/>
                    </a:cubicBezTo>
                    <a:cubicBezTo>
                      <a:pt x="140" y="1256"/>
                      <a:pt x="71" y="638"/>
                      <a:pt x="0" y="0"/>
                    </a:cubicBezTo>
                    <a:close/>
                  </a:path>
                </a:pathLst>
              </a:custGeom>
              <a:solidFill>
                <a:srgbClr val="D1CCDB"/>
              </a:solidFill>
              <a:ln w="2646" cap="flat">
                <a:noFill/>
              </a:ln>
            </p:spPr>
          </p:sp>
          <p:sp>
            <p:nvSpPr>
              <p:cNvPr id="2231" name="ICON_C_WINDOWS_GRAPHIC_path_203"/>
              <p:cNvSpPr/>
              <p:nvPr/>
            </p:nvSpPr>
            <p:spPr>
              <a:xfrm>
                <a:off x="6008688" y="7424208"/>
                <a:ext cx="31750" cy="42558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3351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902" y="481"/>
                      <a:pt x="971" y="962"/>
                      <a:pt x="1042" y="1458"/>
                    </a:cubicBezTo>
                    <a:cubicBezTo>
                      <a:pt x="1110" y="1252"/>
                      <a:pt x="1179" y="1046"/>
                      <a:pt x="1250" y="833"/>
                    </a:cubicBezTo>
                    <a:cubicBezTo>
                      <a:pt x="1751" y="896"/>
                      <a:pt x="1751" y="896"/>
                      <a:pt x="1875" y="1042"/>
                    </a:cubicBezTo>
                    <a:cubicBezTo>
                      <a:pt x="1915" y="1262"/>
                      <a:pt x="1882" y="1485"/>
                      <a:pt x="1863" y="1706"/>
                    </a:cubicBezTo>
                    <a:cubicBezTo>
                      <a:pt x="1845" y="2048"/>
                      <a:pt x="1845" y="2048"/>
                      <a:pt x="1934" y="2152"/>
                    </a:cubicBezTo>
                    <a:cubicBezTo>
                      <a:pt x="2119" y="2261"/>
                      <a:pt x="2278" y="2264"/>
                      <a:pt x="2500" y="2292"/>
                    </a:cubicBezTo>
                    <a:cubicBezTo>
                      <a:pt x="2156" y="2292"/>
                      <a:pt x="1812" y="2292"/>
                      <a:pt x="1458" y="2292"/>
                    </a:cubicBezTo>
                    <a:cubicBezTo>
                      <a:pt x="1471" y="2425"/>
                      <a:pt x="1484" y="2558"/>
                      <a:pt x="1498" y="2695"/>
                    </a:cubicBezTo>
                    <a:cubicBezTo>
                      <a:pt x="1504" y="2846"/>
                      <a:pt x="1503" y="2981"/>
                      <a:pt x="1458" y="3125"/>
                    </a:cubicBezTo>
                    <a:cubicBezTo>
                      <a:pt x="1319" y="3277"/>
                      <a:pt x="1111" y="3316"/>
                      <a:pt x="914" y="3351"/>
                    </a:cubicBezTo>
                    <a:cubicBezTo>
                      <a:pt x="782" y="3322"/>
                      <a:pt x="701" y="3232"/>
                      <a:pt x="625" y="3125"/>
                    </a:cubicBezTo>
                    <a:cubicBezTo>
                      <a:pt x="600" y="2989"/>
                      <a:pt x="600" y="2989"/>
                      <a:pt x="601" y="2834"/>
                    </a:cubicBezTo>
                    <a:cubicBezTo>
                      <a:pt x="601" y="2805"/>
                      <a:pt x="601" y="2777"/>
                      <a:pt x="601" y="2747"/>
                    </a:cubicBezTo>
                    <a:cubicBezTo>
                      <a:pt x="601" y="2654"/>
                      <a:pt x="603" y="2560"/>
                      <a:pt x="605" y="2467"/>
                    </a:cubicBezTo>
                    <a:cubicBezTo>
                      <a:pt x="605" y="2401"/>
                      <a:pt x="605" y="2336"/>
                      <a:pt x="606" y="2271"/>
                    </a:cubicBezTo>
                    <a:cubicBezTo>
                      <a:pt x="606" y="2100"/>
                      <a:pt x="608" y="1930"/>
                      <a:pt x="611" y="1759"/>
                    </a:cubicBezTo>
                    <a:cubicBezTo>
                      <a:pt x="613" y="1584"/>
                      <a:pt x="614" y="1410"/>
                      <a:pt x="615" y="1235"/>
                    </a:cubicBezTo>
                    <a:cubicBezTo>
                      <a:pt x="617" y="893"/>
                      <a:pt x="621" y="551"/>
                      <a:pt x="625" y="208"/>
                    </a:cubicBezTo>
                    <a:cubicBezTo>
                      <a:pt x="419" y="277"/>
                      <a:pt x="212" y="346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D1AAC4"/>
              </a:solidFill>
              <a:ln w="2646" cap="flat">
                <a:noFill/>
              </a:ln>
            </p:spPr>
          </p:sp>
          <p:sp>
            <p:nvSpPr>
              <p:cNvPr id="2232" name="ICON_C_WINDOWS_GRAPHIC_path_204"/>
              <p:cNvSpPr/>
              <p:nvPr/>
            </p:nvSpPr>
            <p:spPr>
              <a:xfrm>
                <a:off x="5770562" y="7447899"/>
                <a:ext cx="26458" cy="103309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8135" fill="norm" stroke="0">
                    <a:moveTo>
                      <a:pt x="625" y="10"/>
                    </a:moveTo>
                    <a:cubicBezTo>
                      <a:pt x="791" y="739"/>
                      <a:pt x="884" y="1457"/>
                      <a:pt x="939" y="2203"/>
                    </a:cubicBezTo>
                    <a:cubicBezTo>
                      <a:pt x="949" y="2347"/>
                      <a:pt x="961" y="2491"/>
                      <a:pt x="972" y="2636"/>
                    </a:cubicBezTo>
                    <a:cubicBezTo>
                      <a:pt x="991" y="2879"/>
                      <a:pt x="1009" y="3121"/>
                      <a:pt x="1027" y="3364"/>
                    </a:cubicBezTo>
                    <a:cubicBezTo>
                      <a:pt x="1045" y="3610"/>
                      <a:pt x="1064" y="3855"/>
                      <a:pt x="1083" y="4101"/>
                    </a:cubicBezTo>
                    <a:cubicBezTo>
                      <a:pt x="1288" y="6696"/>
                      <a:pt x="1288" y="6696"/>
                      <a:pt x="1250" y="7926"/>
                    </a:cubicBezTo>
                    <a:cubicBezTo>
                      <a:pt x="1387" y="7892"/>
                      <a:pt x="1387" y="7892"/>
                      <a:pt x="2083" y="7718"/>
                    </a:cubicBezTo>
                    <a:cubicBezTo>
                      <a:pt x="2083" y="7855"/>
                      <a:pt x="2083" y="7993"/>
                      <a:pt x="2083" y="8135"/>
                    </a:cubicBezTo>
                    <a:cubicBezTo>
                      <a:pt x="1740" y="8135"/>
                      <a:pt x="1396" y="8135"/>
                      <a:pt x="1042" y="8135"/>
                    </a:cubicBezTo>
                    <a:cubicBezTo>
                      <a:pt x="968" y="7679"/>
                      <a:pt x="899" y="7224"/>
                      <a:pt x="833" y="6768"/>
                    </a:cubicBezTo>
                    <a:cubicBezTo>
                      <a:pt x="831" y="6750"/>
                      <a:pt x="831" y="6750"/>
                      <a:pt x="818" y="6663"/>
                    </a:cubicBezTo>
                    <a:cubicBezTo>
                      <a:pt x="656" y="5523"/>
                      <a:pt x="587" y="4403"/>
                      <a:pt x="599" y="3252"/>
                    </a:cubicBezTo>
                    <a:cubicBezTo>
                      <a:pt x="599" y="3217"/>
                      <a:pt x="600" y="3182"/>
                      <a:pt x="600" y="3147"/>
                    </a:cubicBezTo>
                    <a:cubicBezTo>
                      <a:pt x="605" y="2726"/>
                      <a:pt x="613" y="2305"/>
                      <a:pt x="625" y="1885"/>
                    </a:cubicBezTo>
                    <a:cubicBezTo>
                      <a:pt x="419" y="1885"/>
                      <a:pt x="212" y="1885"/>
                      <a:pt x="0" y="1885"/>
                    </a:cubicBezTo>
                    <a:cubicBezTo>
                      <a:pt x="25" y="1651"/>
                      <a:pt x="51" y="1417"/>
                      <a:pt x="77" y="1184"/>
                    </a:cubicBezTo>
                    <a:cubicBezTo>
                      <a:pt x="87" y="1105"/>
                      <a:pt x="95" y="1025"/>
                      <a:pt x="104" y="946"/>
                    </a:cubicBezTo>
                    <a:cubicBezTo>
                      <a:pt x="116" y="831"/>
                      <a:pt x="129" y="717"/>
                      <a:pt x="142" y="603"/>
                    </a:cubicBezTo>
                    <a:cubicBezTo>
                      <a:pt x="146" y="567"/>
                      <a:pt x="149" y="532"/>
                      <a:pt x="153" y="496"/>
                    </a:cubicBezTo>
                    <a:cubicBezTo>
                      <a:pt x="173" y="335"/>
                      <a:pt x="193" y="213"/>
                      <a:pt x="304" y="90"/>
                    </a:cubicBezTo>
                    <a:cubicBezTo>
                      <a:pt x="430" y="0"/>
                      <a:pt x="476" y="2"/>
                      <a:pt x="625" y="10"/>
                    </a:cubicBezTo>
                    <a:close/>
                  </a:path>
                </a:pathLst>
              </a:custGeom>
              <a:solidFill>
                <a:srgbClr val="D0CEDF"/>
              </a:solidFill>
              <a:ln w="2646" cap="flat">
                <a:noFill/>
              </a:ln>
            </p:spPr>
          </p:sp>
          <p:sp>
            <p:nvSpPr>
              <p:cNvPr id="2233" name="ICON_C_WINDOWS_GRAPHIC_path_205"/>
              <p:cNvSpPr/>
              <p:nvPr/>
            </p:nvSpPr>
            <p:spPr>
              <a:xfrm>
                <a:off x="5558896" y="7376583"/>
                <a:ext cx="23812" cy="52917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4167" fill="norm" stroke="0">
                    <a:moveTo>
                      <a:pt x="1042" y="0"/>
                    </a:moveTo>
                    <a:cubicBezTo>
                      <a:pt x="1317" y="69"/>
                      <a:pt x="1592" y="138"/>
                      <a:pt x="1875" y="208"/>
                    </a:cubicBezTo>
                    <a:cubicBezTo>
                      <a:pt x="1875" y="1446"/>
                      <a:pt x="1875" y="2683"/>
                      <a:pt x="1875" y="3958"/>
                    </a:cubicBezTo>
                    <a:cubicBezTo>
                      <a:pt x="1806" y="3958"/>
                      <a:pt x="1738" y="3958"/>
                      <a:pt x="1667" y="3958"/>
                    </a:cubicBezTo>
                    <a:cubicBezTo>
                      <a:pt x="1667" y="2790"/>
                      <a:pt x="1667" y="1621"/>
                      <a:pt x="1667" y="417"/>
                    </a:cubicBezTo>
                    <a:cubicBezTo>
                      <a:pt x="1460" y="417"/>
                      <a:pt x="1254" y="417"/>
                      <a:pt x="1042" y="417"/>
                    </a:cubicBezTo>
                    <a:cubicBezTo>
                      <a:pt x="1045" y="493"/>
                      <a:pt x="1048" y="570"/>
                      <a:pt x="1052" y="649"/>
                    </a:cubicBezTo>
                    <a:cubicBezTo>
                      <a:pt x="1062" y="906"/>
                      <a:pt x="1069" y="1164"/>
                      <a:pt x="1074" y="1422"/>
                    </a:cubicBezTo>
                    <a:cubicBezTo>
                      <a:pt x="1077" y="1578"/>
                      <a:pt x="1082" y="1734"/>
                      <a:pt x="1089" y="1889"/>
                    </a:cubicBezTo>
                    <a:cubicBezTo>
                      <a:pt x="1131" y="2827"/>
                      <a:pt x="990" y="3413"/>
                      <a:pt x="417" y="4167"/>
                    </a:cubicBezTo>
                    <a:cubicBezTo>
                      <a:pt x="279" y="4098"/>
                      <a:pt x="142" y="4029"/>
                      <a:pt x="0" y="3958"/>
                    </a:cubicBezTo>
                    <a:cubicBezTo>
                      <a:pt x="33" y="3931"/>
                      <a:pt x="66" y="3904"/>
                      <a:pt x="99" y="3876"/>
                    </a:cubicBezTo>
                    <a:cubicBezTo>
                      <a:pt x="238" y="3736"/>
                      <a:pt x="258" y="3594"/>
                      <a:pt x="286" y="3405"/>
                    </a:cubicBezTo>
                    <a:cubicBezTo>
                      <a:pt x="292" y="3370"/>
                      <a:pt x="298" y="3336"/>
                      <a:pt x="304" y="3301"/>
                    </a:cubicBezTo>
                    <a:cubicBezTo>
                      <a:pt x="316" y="3227"/>
                      <a:pt x="328" y="3153"/>
                      <a:pt x="340" y="3079"/>
                    </a:cubicBezTo>
                    <a:cubicBezTo>
                      <a:pt x="358" y="2961"/>
                      <a:pt x="378" y="2844"/>
                      <a:pt x="398" y="2726"/>
                    </a:cubicBezTo>
                    <a:cubicBezTo>
                      <a:pt x="440" y="2477"/>
                      <a:pt x="480" y="2228"/>
                      <a:pt x="521" y="1979"/>
                    </a:cubicBezTo>
                    <a:cubicBezTo>
                      <a:pt x="568" y="1690"/>
                      <a:pt x="615" y="1402"/>
                      <a:pt x="664" y="1113"/>
                    </a:cubicBezTo>
                    <a:cubicBezTo>
                      <a:pt x="683" y="998"/>
                      <a:pt x="702" y="882"/>
                      <a:pt x="720" y="767"/>
                    </a:cubicBezTo>
                    <a:cubicBezTo>
                      <a:pt x="732" y="696"/>
                      <a:pt x="744" y="625"/>
                      <a:pt x="756" y="554"/>
                    </a:cubicBezTo>
                    <a:cubicBezTo>
                      <a:pt x="758" y="538"/>
                      <a:pt x="758" y="538"/>
                      <a:pt x="770" y="457"/>
                    </a:cubicBezTo>
                    <a:cubicBezTo>
                      <a:pt x="775" y="427"/>
                      <a:pt x="781" y="397"/>
                      <a:pt x="786" y="366"/>
                    </a:cubicBezTo>
                    <a:cubicBezTo>
                      <a:pt x="790" y="341"/>
                      <a:pt x="794" y="315"/>
                      <a:pt x="799" y="289"/>
                    </a:cubicBezTo>
                    <a:cubicBezTo>
                      <a:pt x="833" y="208"/>
                      <a:pt x="833" y="208"/>
                      <a:pt x="1042" y="0"/>
                    </a:cubicBezTo>
                    <a:close/>
                  </a:path>
                </a:pathLst>
              </a:custGeom>
              <a:solidFill>
                <a:srgbClr val="B9CBED"/>
              </a:solidFill>
              <a:ln w="2646" cap="flat">
                <a:noFill/>
              </a:ln>
            </p:spPr>
          </p:sp>
          <p:sp>
            <p:nvSpPr>
              <p:cNvPr id="2234" name="ICON_C_WINDOWS_GRAPHIC_path_206"/>
              <p:cNvSpPr/>
              <p:nvPr/>
            </p:nvSpPr>
            <p:spPr>
              <a:xfrm>
                <a:off x="5786438" y="7493000"/>
                <a:ext cx="9213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725" h="4375" fill="norm" stroke="0">
                    <a:moveTo>
                      <a:pt x="0" y="0"/>
                    </a:moveTo>
                    <a:cubicBezTo>
                      <a:pt x="137" y="0"/>
                      <a:pt x="275" y="0"/>
                      <a:pt x="417" y="0"/>
                    </a:cubicBezTo>
                    <a:cubicBezTo>
                      <a:pt x="725" y="363"/>
                      <a:pt x="651" y="872"/>
                      <a:pt x="645" y="1323"/>
                    </a:cubicBezTo>
                    <a:cubicBezTo>
                      <a:pt x="645" y="1411"/>
                      <a:pt x="645" y="1500"/>
                      <a:pt x="644" y="1588"/>
                    </a:cubicBezTo>
                    <a:cubicBezTo>
                      <a:pt x="644" y="1819"/>
                      <a:pt x="642" y="2049"/>
                      <a:pt x="639" y="2280"/>
                    </a:cubicBezTo>
                    <a:cubicBezTo>
                      <a:pt x="637" y="2516"/>
                      <a:pt x="636" y="2752"/>
                      <a:pt x="635" y="2988"/>
                    </a:cubicBezTo>
                    <a:cubicBezTo>
                      <a:pt x="633" y="3451"/>
                      <a:pt x="629" y="3913"/>
                      <a:pt x="625" y="4375"/>
                    </a:cubicBezTo>
                    <a:cubicBezTo>
                      <a:pt x="419" y="4375"/>
                      <a:pt x="212" y="4375"/>
                      <a:pt x="0" y="4375"/>
                    </a:cubicBezTo>
                    <a:cubicBezTo>
                      <a:pt x="0" y="2931"/>
                      <a:pt x="0" y="1487"/>
                      <a:pt x="0" y="0"/>
                    </a:cubicBezTo>
                    <a:close/>
                  </a:path>
                </a:pathLst>
              </a:custGeom>
              <a:solidFill>
                <a:srgbClr val="8383A1"/>
              </a:solidFill>
              <a:ln w="2646" cap="flat">
                <a:noFill/>
              </a:ln>
            </p:spPr>
          </p:sp>
          <p:sp>
            <p:nvSpPr>
              <p:cNvPr id="2235" name="ICON_C_WINDOWS_GRAPHIC_path_207"/>
              <p:cNvSpPr/>
              <p:nvPr/>
            </p:nvSpPr>
            <p:spPr>
              <a:xfrm>
                <a:off x="5899811" y="7448020"/>
                <a:ext cx="9070" cy="74083"/>
              </a:xfrm>
              <a:custGeom>
                <a:avLst/>
                <a:gdLst/>
                <a:ahLst/>
                <a:cxnLst/>
                <a:rect l="0" t="0" r="r" b="b"/>
                <a:pathLst>
                  <a:path w="714" h="5833" fill="norm" stroke="0">
                    <a:moveTo>
                      <a:pt x="349" y="11"/>
                    </a:moveTo>
                    <a:cubicBezTo>
                      <a:pt x="631" y="154"/>
                      <a:pt x="631" y="154"/>
                      <a:pt x="696" y="294"/>
                    </a:cubicBezTo>
                    <a:cubicBezTo>
                      <a:pt x="712" y="402"/>
                      <a:pt x="714" y="503"/>
                      <a:pt x="712" y="613"/>
                    </a:cubicBezTo>
                    <a:cubicBezTo>
                      <a:pt x="712" y="654"/>
                      <a:pt x="713" y="696"/>
                      <a:pt x="713" y="739"/>
                    </a:cubicBezTo>
                    <a:cubicBezTo>
                      <a:pt x="714" y="879"/>
                      <a:pt x="711" y="1019"/>
                      <a:pt x="708" y="1159"/>
                    </a:cubicBezTo>
                    <a:cubicBezTo>
                      <a:pt x="708" y="1183"/>
                      <a:pt x="708" y="1183"/>
                      <a:pt x="707" y="1305"/>
                    </a:cubicBezTo>
                    <a:cubicBezTo>
                      <a:pt x="694" y="2823"/>
                      <a:pt x="453" y="4334"/>
                      <a:pt x="240" y="5833"/>
                    </a:cubicBezTo>
                    <a:cubicBezTo>
                      <a:pt x="171" y="5833"/>
                      <a:pt x="102" y="5833"/>
                      <a:pt x="31" y="5833"/>
                    </a:cubicBezTo>
                    <a:cubicBezTo>
                      <a:pt x="26" y="5104"/>
                      <a:pt x="23" y="4374"/>
                      <a:pt x="20" y="3644"/>
                    </a:cubicBezTo>
                    <a:cubicBezTo>
                      <a:pt x="19" y="3305"/>
                      <a:pt x="18" y="2966"/>
                      <a:pt x="16" y="2627"/>
                    </a:cubicBezTo>
                    <a:cubicBezTo>
                      <a:pt x="14" y="2332"/>
                      <a:pt x="12" y="2037"/>
                      <a:pt x="12" y="1741"/>
                    </a:cubicBezTo>
                    <a:cubicBezTo>
                      <a:pt x="11" y="1585"/>
                      <a:pt x="11" y="1429"/>
                      <a:pt x="9" y="1272"/>
                    </a:cubicBezTo>
                    <a:cubicBezTo>
                      <a:pt x="8" y="1125"/>
                      <a:pt x="8" y="978"/>
                      <a:pt x="8" y="830"/>
                    </a:cubicBezTo>
                    <a:cubicBezTo>
                      <a:pt x="8" y="776"/>
                      <a:pt x="7" y="722"/>
                      <a:pt x="6" y="669"/>
                    </a:cubicBezTo>
                    <a:cubicBezTo>
                      <a:pt x="0" y="210"/>
                      <a:pt x="0" y="210"/>
                      <a:pt x="123" y="66"/>
                    </a:cubicBezTo>
                    <a:cubicBezTo>
                      <a:pt x="240" y="0"/>
                      <a:pt x="240" y="0"/>
                      <a:pt x="349" y="11"/>
                    </a:cubicBezTo>
                    <a:close/>
                  </a:path>
                </a:pathLst>
              </a:custGeom>
              <a:solidFill>
                <a:srgbClr val="BD8EB1"/>
              </a:solidFill>
              <a:ln w="2646" cap="flat">
                <a:noFill/>
              </a:ln>
            </p:spPr>
          </p:sp>
          <p:sp>
            <p:nvSpPr>
              <p:cNvPr id="2236" name="ICON_C_WINDOWS_GRAPHIC_path_208"/>
              <p:cNvSpPr/>
              <p:nvPr/>
            </p:nvSpPr>
            <p:spPr>
              <a:xfrm>
                <a:off x="5405437" y="7392324"/>
                <a:ext cx="23812" cy="45114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3552" fill="norm" stroke="0">
                    <a:moveTo>
                      <a:pt x="931" y="0"/>
                    </a:moveTo>
                    <a:cubicBezTo>
                      <a:pt x="1223" y="75"/>
                      <a:pt x="1480" y="182"/>
                      <a:pt x="1667" y="427"/>
                    </a:cubicBezTo>
                    <a:cubicBezTo>
                      <a:pt x="1851" y="873"/>
                      <a:pt x="1812" y="1431"/>
                      <a:pt x="1820" y="1905"/>
                    </a:cubicBezTo>
                    <a:cubicBezTo>
                      <a:pt x="1825" y="2090"/>
                      <a:pt x="1833" y="2276"/>
                      <a:pt x="1842" y="2462"/>
                    </a:cubicBezTo>
                    <a:cubicBezTo>
                      <a:pt x="1857" y="2825"/>
                      <a:pt x="1868" y="3189"/>
                      <a:pt x="1875" y="3552"/>
                    </a:cubicBezTo>
                    <a:cubicBezTo>
                      <a:pt x="1605" y="3361"/>
                      <a:pt x="1310" y="3138"/>
                      <a:pt x="1216" y="2808"/>
                    </a:cubicBezTo>
                    <a:cubicBezTo>
                      <a:pt x="1172" y="2488"/>
                      <a:pt x="1193" y="2168"/>
                      <a:pt x="1211" y="1846"/>
                    </a:cubicBezTo>
                    <a:cubicBezTo>
                      <a:pt x="1214" y="1749"/>
                      <a:pt x="1217" y="1651"/>
                      <a:pt x="1220" y="1554"/>
                    </a:cubicBezTo>
                    <a:cubicBezTo>
                      <a:pt x="1226" y="1317"/>
                      <a:pt x="1237" y="1081"/>
                      <a:pt x="1250" y="844"/>
                    </a:cubicBezTo>
                    <a:cubicBezTo>
                      <a:pt x="1113" y="844"/>
                      <a:pt x="975" y="844"/>
                      <a:pt x="833" y="844"/>
                    </a:cubicBezTo>
                    <a:cubicBezTo>
                      <a:pt x="833" y="1600"/>
                      <a:pt x="833" y="2356"/>
                      <a:pt x="833" y="3136"/>
                    </a:cubicBezTo>
                    <a:cubicBezTo>
                      <a:pt x="558" y="3136"/>
                      <a:pt x="283" y="3136"/>
                      <a:pt x="0" y="3136"/>
                    </a:cubicBezTo>
                    <a:cubicBezTo>
                      <a:pt x="69" y="2861"/>
                      <a:pt x="137" y="2586"/>
                      <a:pt x="208" y="2302"/>
                    </a:cubicBezTo>
                    <a:cubicBezTo>
                      <a:pt x="208" y="2509"/>
                      <a:pt x="208" y="2715"/>
                      <a:pt x="208" y="2927"/>
                    </a:cubicBezTo>
                    <a:cubicBezTo>
                      <a:pt x="346" y="2927"/>
                      <a:pt x="483" y="2927"/>
                      <a:pt x="625" y="2927"/>
                    </a:cubicBezTo>
                    <a:cubicBezTo>
                      <a:pt x="625" y="2894"/>
                      <a:pt x="624" y="2860"/>
                      <a:pt x="624" y="2826"/>
                    </a:cubicBezTo>
                    <a:cubicBezTo>
                      <a:pt x="619" y="2510"/>
                      <a:pt x="616" y="2194"/>
                      <a:pt x="614" y="1879"/>
                    </a:cubicBezTo>
                    <a:cubicBezTo>
                      <a:pt x="613" y="1716"/>
                      <a:pt x="612" y="1554"/>
                      <a:pt x="609" y="1392"/>
                    </a:cubicBezTo>
                    <a:cubicBezTo>
                      <a:pt x="607" y="1235"/>
                      <a:pt x="606" y="1078"/>
                      <a:pt x="605" y="922"/>
                    </a:cubicBezTo>
                    <a:cubicBezTo>
                      <a:pt x="605" y="862"/>
                      <a:pt x="604" y="802"/>
                      <a:pt x="603" y="742"/>
                    </a:cubicBezTo>
                    <a:cubicBezTo>
                      <a:pt x="601" y="659"/>
                      <a:pt x="601" y="575"/>
                      <a:pt x="601" y="491"/>
                    </a:cubicBezTo>
                    <a:cubicBezTo>
                      <a:pt x="601" y="444"/>
                      <a:pt x="600" y="396"/>
                      <a:pt x="600" y="347"/>
                    </a:cubicBezTo>
                    <a:cubicBezTo>
                      <a:pt x="636" y="161"/>
                      <a:pt x="733" y="22"/>
                      <a:pt x="931" y="0"/>
                    </a:cubicBezTo>
                    <a:close/>
                  </a:path>
                </a:pathLst>
              </a:custGeom>
              <a:solidFill>
                <a:srgbClr val="ABBEEA"/>
              </a:solidFill>
              <a:ln w="2646" cap="flat">
                <a:noFill/>
              </a:ln>
            </p:spPr>
          </p:sp>
          <p:sp>
            <p:nvSpPr>
              <p:cNvPr id="2237" name="ICON_C_WINDOWS_GRAPHIC_path_209"/>
              <p:cNvSpPr/>
              <p:nvPr/>
            </p:nvSpPr>
            <p:spPr>
              <a:xfrm>
                <a:off x="6506104" y="7466462"/>
                <a:ext cx="15875" cy="100621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7923" fill="norm" stroke="0">
                    <a:moveTo>
                      <a:pt x="1250" y="6"/>
                    </a:moveTo>
                    <a:cubicBezTo>
                      <a:pt x="1250" y="2619"/>
                      <a:pt x="1250" y="5231"/>
                      <a:pt x="1250" y="7923"/>
                    </a:cubicBezTo>
                    <a:cubicBezTo>
                      <a:pt x="1181" y="7923"/>
                      <a:pt x="1112" y="7923"/>
                      <a:pt x="1042" y="7923"/>
                    </a:cubicBezTo>
                    <a:cubicBezTo>
                      <a:pt x="973" y="5792"/>
                      <a:pt x="904" y="3660"/>
                      <a:pt x="833" y="1465"/>
                    </a:cubicBezTo>
                    <a:cubicBezTo>
                      <a:pt x="354" y="2184"/>
                      <a:pt x="354" y="2184"/>
                      <a:pt x="286" y="2650"/>
                    </a:cubicBezTo>
                    <a:cubicBezTo>
                      <a:pt x="278" y="2696"/>
                      <a:pt x="270" y="2743"/>
                      <a:pt x="262" y="2791"/>
                    </a:cubicBezTo>
                    <a:cubicBezTo>
                      <a:pt x="243" y="2905"/>
                      <a:pt x="225" y="3018"/>
                      <a:pt x="208" y="3131"/>
                    </a:cubicBezTo>
                    <a:cubicBezTo>
                      <a:pt x="140" y="3131"/>
                      <a:pt x="71" y="3131"/>
                      <a:pt x="0" y="3131"/>
                    </a:cubicBezTo>
                    <a:cubicBezTo>
                      <a:pt x="71" y="1294"/>
                      <a:pt x="71" y="1294"/>
                      <a:pt x="625" y="514"/>
                    </a:cubicBezTo>
                    <a:cubicBezTo>
                      <a:pt x="644" y="488"/>
                      <a:pt x="662" y="461"/>
                      <a:pt x="682" y="434"/>
                    </a:cubicBezTo>
                    <a:cubicBezTo>
                      <a:pt x="735" y="359"/>
                      <a:pt x="790" y="286"/>
                      <a:pt x="846" y="214"/>
                    </a:cubicBezTo>
                    <a:cubicBezTo>
                      <a:pt x="863" y="192"/>
                      <a:pt x="879" y="171"/>
                      <a:pt x="896" y="149"/>
                    </a:cubicBezTo>
                    <a:cubicBezTo>
                      <a:pt x="1021" y="0"/>
                      <a:pt x="1038" y="6"/>
                      <a:pt x="1250" y="6"/>
                    </a:cubicBezTo>
                    <a:close/>
                  </a:path>
                </a:pathLst>
              </a:custGeom>
              <a:solidFill>
                <a:srgbClr val="BCD3DA"/>
              </a:solidFill>
              <a:ln w="2646" cap="flat">
                <a:noFill/>
              </a:ln>
            </p:spPr>
          </p:sp>
          <p:sp>
            <p:nvSpPr>
              <p:cNvPr id="2238" name="ICON_C_WINDOWS_GRAPHIC_path_210"/>
              <p:cNvSpPr/>
              <p:nvPr/>
            </p:nvSpPr>
            <p:spPr>
              <a:xfrm>
                <a:off x="6400272" y="7437248"/>
                <a:ext cx="47625" cy="29295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2307" fill="norm" stroke="0">
                    <a:moveTo>
                      <a:pt x="2822" y="0"/>
                    </a:moveTo>
                    <a:cubicBezTo>
                      <a:pt x="2967" y="21"/>
                      <a:pt x="3101" y="54"/>
                      <a:pt x="3242" y="93"/>
                    </a:cubicBezTo>
                    <a:cubicBezTo>
                      <a:pt x="3326" y="115"/>
                      <a:pt x="3326" y="115"/>
                      <a:pt x="3750" y="223"/>
                    </a:cubicBezTo>
                    <a:cubicBezTo>
                      <a:pt x="3750" y="911"/>
                      <a:pt x="3750" y="1598"/>
                      <a:pt x="3750" y="2307"/>
                    </a:cubicBezTo>
                    <a:cubicBezTo>
                      <a:pt x="3681" y="2307"/>
                      <a:pt x="3613" y="2307"/>
                      <a:pt x="3542" y="2307"/>
                    </a:cubicBezTo>
                    <a:cubicBezTo>
                      <a:pt x="3541" y="2295"/>
                      <a:pt x="3541" y="2295"/>
                      <a:pt x="3536" y="2237"/>
                    </a:cubicBezTo>
                    <a:cubicBezTo>
                      <a:pt x="3519" y="1997"/>
                      <a:pt x="3498" y="1757"/>
                      <a:pt x="3475" y="1517"/>
                    </a:cubicBezTo>
                    <a:cubicBezTo>
                      <a:pt x="3468" y="1428"/>
                      <a:pt x="3460" y="1338"/>
                      <a:pt x="3454" y="1248"/>
                    </a:cubicBezTo>
                    <a:cubicBezTo>
                      <a:pt x="3444" y="1119"/>
                      <a:pt x="3432" y="991"/>
                      <a:pt x="3420" y="862"/>
                    </a:cubicBezTo>
                    <a:cubicBezTo>
                      <a:pt x="3417" y="822"/>
                      <a:pt x="3415" y="782"/>
                      <a:pt x="3412" y="741"/>
                    </a:cubicBezTo>
                    <a:cubicBezTo>
                      <a:pt x="3399" y="624"/>
                      <a:pt x="3386" y="537"/>
                      <a:pt x="3333" y="432"/>
                    </a:cubicBezTo>
                    <a:cubicBezTo>
                      <a:pt x="3203" y="335"/>
                      <a:pt x="3069" y="276"/>
                      <a:pt x="2917" y="223"/>
                    </a:cubicBezTo>
                    <a:cubicBezTo>
                      <a:pt x="2913" y="247"/>
                      <a:pt x="2910" y="272"/>
                      <a:pt x="2906" y="297"/>
                    </a:cubicBezTo>
                    <a:cubicBezTo>
                      <a:pt x="2891" y="399"/>
                      <a:pt x="2871" y="500"/>
                      <a:pt x="2851" y="601"/>
                    </a:cubicBezTo>
                    <a:cubicBezTo>
                      <a:pt x="2849" y="618"/>
                      <a:pt x="2849" y="618"/>
                      <a:pt x="2837" y="705"/>
                    </a:cubicBezTo>
                    <a:cubicBezTo>
                      <a:pt x="2758" y="1085"/>
                      <a:pt x="2498" y="1401"/>
                      <a:pt x="2189" y="1626"/>
                    </a:cubicBezTo>
                    <a:cubicBezTo>
                      <a:pt x="1837" y="1812"/>
                      <a:pt x="1386" y="1742"/>
                      <a:pt x="1002" y="1721"/>
                    </a:cubicBezTo>
                    <a:cubicBezTo>
                      <a:pt x="905" y="1717"/>
                      <a:pt x="808" y="1715"/>
                      <a:pt x="710" y="1712"/>
                    </a:cubicBezTo>
                    <a:cubicBezTo>
                      <a:pt x="473" y="1705"/>
                      <a:pt x="236" y="1695"/>
                      <a:pt x="0" y="1682"/>
                    </a:cubicBezTo>
                    <a:cubicBezTo>
                      <a:pt x="940" y="966"/>
                      <a:pt x="940" y="966"/>
                      <a:pt x="1367" y="705"/>
                    </a:cubicBezTo>
                    <a:cubicBezTo>
                      <a:pt x="1411" y="678"/>
                      <a:pt x="1455" y="651"/>
                      <a:pt x="1500" y="624"/>
                    </a:cubicBezTo>
                    <a:cubicBezTo>
                      <a:pt x="1809" y="445"/>
                      <a:pt x="2029" y="371"/>
                      <a:pt x="2379" y="450"/>
                    </a:cubicBezTo>
                    <a:cubicBezTo>
                      <a:pt x="2419" y="444"/>
                      <a:pt x="2459" y="438"/>
                      <a:pt x="2500" y="432"/>
                    </a:cubicBezTo>
                    <a:cubicBezTo>
                      <a:pt x="2543" y="337"/>
                      <a:pt x="2543" y="337"/>
                      <a:pt x="2587" y="219"/>
                    </a:cubicBezTo>
                    <a:cubicBezTo>
                      <a:pt x="2674" y="19"/>
                      <a:pt x="2674" y="19"/>
                      <a:pt x="2822" y="0"/>
                    </a:cubicBezTo>
                    <a:close/>
                  </a:path>
                </a:pathLst>
              </a:custGeom>
              <a:solidFill>
                <a:srgbClr val="A4BCC5"/>
              </a:solidFill>
              <a:ln w="2646" cap="flat">
                <a:noFill/>
              </a:ln>
            </p:spPr>
          </p:sp>
          <p:sp>
            <p:nvSpPr>
              <p:cNvPr id="2239" name="ICON_C_WINDOWS_GRAPHIC_path_211"/>
              <p:cNvSpPr/>
              <p:nvPr/>
            </p:nvSpPr>
            <p:spPr>
              <a:xfrm>
                <a:off x="5917017" y="7410828"/>
                <a:ext cx="15132" cy="50422"/>
              </a:xfrm>
              <a:custGeom>
                <a:avLst/>
                <a:gdLst/>
                <a:ahLst/>
                <a:cxnLst/>
                <a:rect l="0" t="0" r="r" b="b"/>
                <a:pathLst>
                  <a:path w="1191" h="3970" fill="norm" stroke="0">
                    <a:moveTo>
                      <a:pt x="968" y="12"/>
                    </a:moveTo>
                    <a:cubicBezTo>
                      <a:pt x="996" y="343"/>
                      <a:pt x="1023" y="675"/>
                      <a:pt x="1050" y="1006"/>
                    </a:cubicBezTo>
                    <a:cubicBezTo>
                      <a:pt x="1062" y="1161"/>
                      <a:pt x="1075" y="1315"/>
                      <a:pt x="1087" y="1469"/>
                    </a:cubicBezTo>
                    <a:cubicBezTo>
                      <a:pt x="1158" y="2305"/>
                      <a:pt x="1191" y="3131"/>
                      <a:pt x="1176" y="3970"/>
                    </a:cubicBezTo>
                    <a:cubicBezTo>
                      <a:pt x="526" y="3672"/>
                      <a:pt x="526" y="3672"/>
                      <a:pt x="343" y="3345"/>
                    </a:cubicBezTo>
                    <a:cubicBezTo>
                      <a:pt x="47" y="2544"/>
                      <a:pt x="0" y="1328"/>
                      <a:pt x="300" y="520"/>
                    </a:cubicBezTo>
                    <a:cubicBezTo>
                      <a:pt x="436" y="228"/>
                      <a:pt x="628" y="0"/>
                      <a:pt x="968" y="12"/>
                    </a:cubicBezTo>
                    <a:close/>
                  </a:path>
                </a:pathLst>
              </a:custGeom>
              <a:solidFill>
                <a:srgbClr val="E1B3CC"/>
              </a:solidFill>
              <a:ln w="2646" cap="flat">
                <a:noFill/>
              </a:ln>
            </p:spPr>
          </p:sp>
          <p:sp>
            <p:nvSpPr>
              <p:cNvPr id="2240" name="ICON_C_WINDOWS_GRAPHIC_path_212"/>
              <p:cNvSpPr/>
              <p:nvPr/>
            </p:nvSpPr>
            <p:spPr>
              <a:xfrm>
                <a:off x="6746875" y="7474041"/>
                <a:ext cx="31750" cy="71877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5660" fill="norm" stroke="0">
                    <a:moveTo>
                      <a:pt x="1407" y="14"/>
                    </a:moveTo>
                    <a:cubicBezTo>
                      <a:pt x="1432" y="15"/>
                      <a:pt x="1457" y="15"/>
                      <a:pt x="1483" y="16"/>
                    </a:cubicBezTo>
                    <a:cubicBezTo>
                      <a:pt x="1513" y="18"/>
                      <a:pt x="1544" y="20"/>
                      <a:pt x="1576" y="21"/>
                    </a:cubicBezTo>
                    <a:cubicBezTo>
                      <a:pt x="1674" y="26"/>
                      <a:pt x="1773" y="30"/>
                      <a:pt x="1875" y="35"/>
                    </a:cubicBezTo>
                    <a:cubicBezTo>
                      <a:pt x="1944" y="310"/>
                      <a:pt x="2013" y="585"/>
                      <a:pt x="2083" y="868"/>
                    </a:cubicBezTo>
                    <a:cubicBezTo>
                      <a:pt x="2221" y="868"/>
                      <a:pt x="2358" y="868"/>
                      <a:pt x="2500" y="868"/>
                    </a:cubicBezTo>
                    <a:cubicBezTo>
                      <a:pt x="2500" y="1005"/>
                      <a:pt x="2500" y="1143"/>
                      <a:pt x="2500" y="1285"/>
                    </a:cubicBezTo>
                    <a:cubicBezTo>
                      <a:pt x="2156" y="1216"/>
                      <a:pt x="1812" y="1147"/>
                      <a:pt x="1458" y="1076"/>
                    </a:cubicBezTo>
                    <a:cubicBezTo>
                      <a:pt x="1006" y="1994"/>
                      <a:pt x="956" y="2823"/>
                      <a:pt x="916" y="3831"/>
                    </a:cubicBezTo>
                    <a:cubicBezTo>
                      <a:pt x="908" y="4038"/>
                      <a:pt x="898" y="4245"/>
                      <a:pt x="887" y="4451"/>
                    </a:cubicBezTo>
                    <a:cubicBezTo>
                      <a:pt x="867" y="4854"/>
                      <a:pt x="850" y="5257"/>
                      <a:pt x="833" y="5660"/>
                    </a:cubicBezTo>
                    <a:cubicBezTo>
                      <a:pt x="558" y="5591"/>
                      <a:pt x="283" y="5522"/>
                      <a:pt x="0" y="5451"/>
                    </a:cubicBezTo>
                    <a:cubicBezTo>
                      <a:pt x="206" y="5451"/>
                      <a:pt x="413" y="5451"/>
                      <a:pt x="625" y="5451"/>
                    </a:cubicBezTo>
                    <a:cubicBezTo>
                      <a:pt x="624" y="5408"/>
                      <a:pt x="623" y="5364"/>
                      <a:pt x="622" y="5319"/>
                    </a:cubicBezTo>
                    <a:cubicBezTo>
                      <a:pt x="614" y="4899"/>
                      <a:pt x="608" y="4480"/>
                      <a:pt x="603" y="4060"/>
                    </a:cubicBezTo>
                    <a:cubicBezTo>
                      <a:pt x="601" y="3844"/>
                      <a:pt x="598" y="3629"/>
                      <a:pt x="594" y="3413"/>
                    </a:cubicBezTo>
                    <a:cubicBezTo>
                      <a:pt x="575" y="2539"/>
                      <a:pt x="572" y="1707"/>
                      <a:pt x="822" y="862"/>
                    </a:cubicBezTo>
                    <a:cubicBezTo>
                      <a:pt x="831" y="831"/>
                      <a:pt x="840" y="801"/>
                      <a:pt x="849" y="769"/>
                    </a:cubicBezTo>
                    <a:cubicBezTo>
                      <a:pt x="1083" y="0"/>
                      <a:pt x="1083" y="0"/>
                      <a:pt x="1407" y="14"/>
                    </a:cubicBezTo>
                    <a:close/>
                  </a:path>
                </a:pathLst>
              </a:custGeom>
              <a:solidFill>
                <a:srgbClr val="B5B3CB"/>
              </a:solidFill>
              <a:ln w="2646" cap="flat">
                <a:noFill/>
              </a:ln>
            </p:spPr>
          </p:sp>
          <p:sp>
            <p:nvSpPr>
              <p:cNvPr id="2241" name="ICON_C_WINDOWS_GRAPHIC_path_213"/>
              <p:cNvSpPr/>
              <p:nvPr/>
            </p:nvSpPr>
            <p:spPr>
              <a:xfrm>
                <a:off x="6553008" y="7495534"/>
                <a:ext cx="23543" cy="50456"/>
              </a:xfrm>
              <a:custGeom>
                <a:avLst/>
                <a:gdLst/>
                <a:ahLst/>
                <a:cxnLst/>
                <a:rect l="0" t="0" r="r" b="b"/>
                <a:pathLst>
                  <a:path w="1854" h="3973" fill="norm" stroke="0">
                    <a:moveTo>
                      <a:pt x="1626" y="0"/>
                    </a:moveTo>
                    <a:cubicBezTo>
                      <a:pt x="1658" y="3"/>
                      <a:pt x="1690" y="6"/>
                      <a:pt x="1724" y="9"/>
                    </a:cubicBezTo>
                    <a:cubicBezTo>
                      <a:pt x="1743" y="402"/>
                      <a:pt x="1758" y="795"/>
                      <a:pt x="1767" y="1188"/>
                    </a:cubicBezTo>
                    <a:cubicBezTo>
                      <a:pt x="1771" y="1371"/>
                      <a:pt x="1777" y="1553"/>
                      <a:pt x="1786" y="1736"/>
                    </a:cubicBezTo>
                    <a:cubicBezTo>
                      <a:pt x="1854" y="3058"/>
                      <a:pt x="1854" y="3058"/>
                      <a:pt x="1499" y="3487"/>
                    </a:cubicBezTo>
                    <a:cubicBezTo>
                      <a:pt x="1322" y="3681"/>
                      <a:pt x="1138" y="3870"/>
                      <a:pt x="890" y="3967"/>
                    </a:cubicBezTo>
                    <a:cubicBezTo>
                      <a:pt x="643" y="3973"/>
                      <a:pt x="402" y="3905"/>
                      <a:pt x="213" y="3742"/>
                    </a:cubicBezTo>
                    <a:cubicBezTo>
                      <a:pt x="33" y="3562"/>
                      <a:pt x="8" y="3395"/>
                      <a:pt x="0" y="3147"/>
                    </a:cubicBezTo>
                    <a:cubicBezTo>
                      <a:pt x="7" y="2931"/>
                      <a:pt x="28" y="2722"/>
                      <a:pt x="57" y="2509"/>
                    </a:cubicBezTo>
                    <a:cubicBezTo>
                      <a:pt x="126" y="2784"/>
                      <a:pt x="194" y="3059"/>
                      <a:pt x="265" y="3342"/>
                    </a:cubicBezTo>
                    <a:cubicBezTo>
                      <a:pt x="739" y="3288"/>
                      <a:pt x="739" y="3288"/>
                      <a:pt x="890" y="3134"/>
                    </a:cubicBezTo>
                    <a:cubicBezTo>
                      <a:pt x="1017" y="2816"/>
                      <a:pt x="997" y="2444"/>
                      <a:pt x="1005" y="2106"/>
                    </a:cubicBezTo>
                    <a:cubicBezTo>
                      <a:pt x="1057" y="45"/>
                      <a:pt x="1057" y="45"/>
                      <a:pt x="1626" y="0"/>
                    </a:cubicBezTo>
                    <a:close/>
                  </a:path>
                </a:pathLst>
              </a:custGeom>
              <a:solidFill>
                <a:srgbClr val="B0CDD1"/>
              </a:solidFill>
              <a:ln w="2646" cap="flat">
                <a:noFill/>
              </a:ln>
            </p:spPr>
          </p:sp>
          <p:sp>
            <p:nvSpPr>
              <p:cNvPr id="2242" name="ICON_C_WINDOWS_GRAPHIC_path_214"/>
              <p:cNvSpPr/>
              <p:nvPr/>
            </p:nvSpPr>
            <p:spPr>
              <a:xfrm>
                <a:off x="5728229" y="7469188"/>
                <a:ext cx="37042" cy="50271"/>
              </a:xfrm>
              <a:custGeom>
                <a:avLst/>
                <a:gdLst/>
                <a:ahLst/>
                <a:cxnLst/>
                <a:rect l="0" t="0" r="r" b="b"/>
                <a:pathLst>
                  <a:path w="2917" h="3958" fill="norm" stroke="0">
                    <a:moveTo>
                      <a:pt x="625" y="0"/>
                    </a:moveTo>
                    <a:cubicBezTo>
                      <a:pt x="788" y="13"/>
                      <a:pt x="951" y="26"/>
                      <a:pt x="1120" y="39"/>
                    </a:cubicBezTo>
                    <a:cubicBezTo>
                      <a:pt x="1170" y="40"/>
                      <a:pt x="1221" y="42"/>
                      <a:pt x="1273" y="43"/>
                    </a:cubicBezTo>
                    <a:cubicBezTo>
                      <a:pt x="1432" y="66"/>
                      <a:pt x="1548" y="100"/>
                      <a:pt x="1667" y="208"/>
                    </a:cubicBezTo>
                    <a:cubicBezTo>
                      <a:pt x="2151" y="879"/>
                      <a:pt x="2139" y="1694"/>
                      <a:pt x="2112" y="2480"/>
                    </a:cubicBezTo>
                    <a:cubicBezTo>
                      <a:pt x="2108" y="2624"/>
                      <a:pt x="2106" y="2768"/>
                      <a:pt x="2104" y="2912"/>
                    </a:cubicBezTo>
                    <a:cubicBezTo>
                      <a:pt x="2099" y="3191"/>
                      <a:pt x="2092" y="3471"/>
                      <a:pt x="2083" y="3750"/>
                    </a:cubicBezTo>
                    <a:cubicBezTo>
                      <a:pt x="2358" y="3681"/>
                      <a:pt x="2633" y="3612"/>
                      <a:pt x="2917" y="3542"/>
                    </a:cubicBezTo>
                    <a:cubicBezTo>
                      <a:pt x="2917" y="3679"/>
                      <a:pt x="2917" y="3817"/>
                      <a:pt x="2917" y="3958"/>
                    </a:cubicBezTo>
                    <a:cubicBezTo>
                      <a:pt x="2504" y="3958"/>
                      <a:pt x="2092" y="3958"/>
                      <a:pt x="1667" y="3958"/>
                    </a:cubicBezTo>
                    <a:cubicBezTo>
                      <a:pt x="1656" y="3859"/>
                      <a:pt x="1646" y="3759"/>
                      <a:pt x="1635" y="3656"/>
                    </a:cubicBezTo>
                    <a:cubicBezTo>
                      <a:pt x="1600" y="3325"/>
                      <a:pt x="1563" y="2995"/>
                      <a:pt x="1525" y="2665"/>
                    </a:cubicBezTo>
                    <a:cubicBezTo>
                      <a:pt x="1502" y="2465"/>
                      <a:pt x="1480" y="2265"/>
                      <a:pt x="1459" y="2065"/>
                    </a:cubicBezTo>
                    <a:cubicBezTo>
                      <a:pt x="1440" y="1871"/>
                      <a:pt x="1418" y="1678"/>
                      <a:pt x="1395" y="1485"/>
                    </a:cubicBezTo>
                    <a:cubicBezTo>
                      <a:pt x="1386" y="1412"/>
                      <a:pt x="1378" y="1338"/>
                      <a:pt x="1371" y="1264"/>
                    </a:cubicBezTo>
                    <a:cubicBezTo>
                      <a:pt x="1315" y="684"/>
                      <a:pt x="1315" y="684"/>
                      <a:pt x="1149" y="533"/>
                    </a:cubicBezTo>
                    <a:cubicBezTo>
                      <a:pt x="1033" y="474"/>
                      <a:pt x="1033" y="474"/>
                      <a:pt x="833" y="417"/>
                    </a:cubicBezTo>
                    <a:cubicBezTo>
                      <a:pt x="833" y="692"/>
                      <a:pt x="833" y="967"/>
                      <a:pt x="833" y="1250"/>
                    </a:cubicBezTo>
                    <a:cubicBezTo>
                      <a:pt x="558" y="1181"/>
                      <a:pt x="283" y="1112"/>
                      <a:pt x="0" y="1042"/>
                    </a:cubicBezTo>
                    <a:cubicBezTo>
                      <a:pt x="137" y="1042"/>
                      <a:pt x="275" y="1042"/>
                      <a:pt x="417" y="1042"/>
                    </a:cubicBezTo>
                    <a:cubicBezTo>
                      <a:pt x="485" y="698"/>
                      <a:pt x="554" y="354"/>
                      <a:pt x="625" y="0"/>
                    </a:cubicBezTo>
                    <a:close/>
                  </a:path>
                </a:pathLst>
              </a:custGeom>
              <a:solidFill>
                <a:srgbClr val="C3C2D3"/>
              </a:solidFill>
              <a:ln w="2646" cap="flat">
                <a:noFill/>
              </a:ln>
            </p:spPr>
          </p:sp>
          <p:sp>
            <p:nvSpPr>
              <p:cNvPr id="2243" name="ICON_C_WINDOWS_GRAPHIC_path_215"/>
              <p:cNvSpPr/>
              <p:nvPr/>
            </p:nvSpPr>
            <p:spPr>
              <a:xfrm>
                <a:off x="5643562" y="7458604"/>
                <a:ext cx="21474" cy="44979"/>
              </a:xfrm>
              <a:custGeom>
                <a:avLst/>
                <a:gdLst/>
                <a:ahLst/>
                <a:cxnLst/>
                <a:rect l="0" t="0" r="r" b="b"/>
                <a:pathLst>
                  <a:path w="1691" h="3542" fill="norm" stroke="0">
                    <a:moveTo>
                      <a:pt x="625" y="0"/>
                    </a:moveTo>
                    <a:cubicBezTo>
                      <a:pt x="760" y="65"/>
                      <a:pt x="894" y="130"/>
                      <a:pt x="1029" y="195"/>
                    </a:cubicBezTo>
                    <a:cubicBezTo>
                      <a:pt x="1048" y="204"/>
                      <a:pt x="1048" y="204"/>
                      <a:pt x="1144" y="250"/>
                    </a:cubicBezTo>
                    <a:cubicBezTo>
                      <a:pt x="1181" y="268"/>
                      <a:pt x="1218" y="286"/>
                      <a:pt x="1256" y="305"/>
                    </a:cubicBezTo>
                    <a:cubicBezTo>
                      <a:pt x="1290" y="321"/>
                      <a:pt x="1323" y="338"/>
                      <a:pt x="1358" y="355"/>
                    </a:cubicBezTo>
                    <a:cubicBezTo>
                      <a:pt x="1644" y="532"/>
                      <a:pt x="1644" y="532"/>
                      <a:pt x="1685" y="700"/>
                    </a:cubicBezTo>
                    <a:cubicBezTo>
                      <a:pt x="1691" y="789"/>
                      <a:pt x="1690" y="875"/>
                      <a:pt x="1687" y="964"/>
                    </a:cubicBezTo>
                    <a:cubicBezTo>
                      <a:pt x="1687" y="996"/>
                      <a:pt x="1686" y="1029"/>
                      <a:pt x="1686" y="1061"/>
                    </a:cubicBezTo>
                    <a:cubicBezTo>
                      <a:pt x="1685" y="1164"/>
                      <a:pt x="1682" y="1265"/>
                      <a:pt x="1680" y="1367"/>
                    </a:cubicBezTo>
                    <a:cubicBezTo>
                      <a:pt x="1679" y="1436"/>
                      <a:pt x="1678" y="1506"/>
                      <a:pt x="1677" y="1575"/>
                    </a:cubicBezTo>
                    <a:cubicBezTo>
                      <a:pt x="1675" y="1745"/>
                      <a:pt x="1671" y="1914"/>
                      <a:pt x="1667" y="2083"/>
                    </a:cubicBezTo>
                    <a:cubicBezTo>
                      <a:pt x="1455" y="2100"/>
                      <a:pt x="1252" y="2110"/>
                      <a:pt x="1042" y="2083"/>
                    </a:cubicBezTo>
                    <a:cubicBezTo>
                      <a:pt x="960" y="1958"/>
                      <a:pt x="947" y="1924"/>
                      <a:pt x="938" y="1784"/>
                    </a:cubicBezTo>
                    <a:cubicBezTo>
                      <a:pt x="928" y="1640"/>
                      <a:pt x="907" y="1596"/>
                      <a:pt x="833" y="1458"/>
                    </a:cubicBezTo>
                    <a:cubicBezTo>
                      <a:pt x="627" y="1390"/>
                      <a:pt x="421" y="1321"/>
                      <a:pt x="208" y="1250"/>
                    </a:cubicBezTo>
                    <a:cubicBezTo>
                      <a:pt x="208" y="2006"/>
                      <a:pt x="208" y="2763"/>
                      <a:pt x="208" y="3542"/>
                    </a:cubicBezTo>
                    <a:cubicBezTo>
                      <a:pt x="140" y="3542"/>
                      <a:pt x="71" y="3542"/>
                      <a:pt x="0" y="3542"/>
                    </a:cubicBezTo>
                    <a:cubicBezTo>
                      <a:pt x="0" y="2442"/>
                      <a:pt x="0" y="1342"/>
                      <a:pt x="0" y="208"/>
                    </a:cubicBezTo>
                    <a:cubicBezTo>
                      <a:pt x="69" y="243"/>
                      <a:pt x="69" y="243"/>
                      <a:pt x="417" y="417"/>
                    </a:cubicBezTo>
                    <a:cubicBezTo>
                      <a:pt x="485" y="279"/>
                      <a:pt x="554" y="142"/>
                      <a:pt x="625" y="0"/>
                    </a:cubicBezTo>
                    <a:close/>
                  </a:path>
                </a:pathLst>
              </a:custGeom>
              <a:solidFill>
                <a:srgbClr val="C2BED2"/>
              </a:solidFill>
              <a:ln w="2646" cap="flat">
                <a:noFill/>
              </a:ln>
            </p:spPr>
          </p:sp>
          <p:sp>
            <p:nvSpPr>
              <p:cNvPr id="2244" name="ICON_C_WINDOWS_GRAPHIC_path_216"/>
              <p:cNvSpPr/>
              <p:nvPr/>
            </p:nvSpPr>
            <p:spPr>
              <a:xfrm>
                <a:off x="5352521" y="7448021"/>
                <a:ext cx="31750" cy="60854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4792" fill="norm" stroke="0">
                    <a:moveTo>
                      <a:pt x="1667" y="0"/>
                    </a:moveTo>
                    <a:cubicBezTo>
                      <a:pt x="1735" y="0"/>
                      <a:pt x="1804" y="0"/>
                      <a:pt x="1875" y="0"/>
                    </a:cubicBezTo>
                    <a:cubicBezTo>
                      <a:pt x="1875" y="344"/>
                      <a:pt x="1875" y="688"/>
                      <a:pt x="1875" y="1042"/>
                    </a:cubicBezTo>
                    <a:cubicBezTo>
                      <a:pt x="2081" y="973"/>
                      <a:pt x="2288" y="904"/>
                      <a:pt x="2500" y="833"/>
                    </a:cubicBezTo>
                    <a:cubicBezTo>
                      <a:pt x="2445" y="1038"/>
                      <a:pt x="2390" y="1241"/>
                      <a:pt x="2333" y="1445"/>
                    </a:cubicBezTo>
                    <a:cubicBezTo>
                      <a:pt x="2314" y="1514"/>
                      <a:pt x="2296" y="1584"/>
                      <a:pt x="2277" y="1653"/>
                    </a:cubicBezTo>
                    <a:cubicBezTo>
                      <a:pt x="2250" y="1753"/>
                      <a:pt x="2223" y="1852"/>
                      <a:pt x="2195" y="1952"/>
                    </a:cubicBezTo>
                    <a:cubicBezTo>
                      <a:pt x="2187" y="1983"/>
                      <a:pt x="2179" y="2014"/>
                      <a:pt x="2170" y="2046"/>
                    </a:cubicBezTo>
                    <a:cubicBezTo>
                      <a:pt x="2126" y="2201"/>
                      <a:pt x="2102" y="2275"/>
                      <a:pt x="1976" y="2384"/>
                    </a:cubicBezTo>
                    <a:cubicBezTo>
                      <a:pt x="1813" y="2571"/>
                      <a:pt x="1826" y="2781"/>
                      <a:pt x="1809" y="3022"/>
                    </a:cubicBezTo>
                    <a:cubicBezTo>
                      <a:pt x="1805" y="3072"/>
                      <a:pt x="1800" y="3123"/>
                      <a:pt x="1796" y="3175"/>
                    </a:cubicBezTo>
                    <a:cubicBezTo>
                      <a:pt x="1785" y="3309"/>
                      <a:pt x="1774" y="3443"/>
                      <a:pt x="1764" y="3577"/>
                    </a:cubicBezTo>
                    <a:cubicBezTo>
                      <a:pt x="1754" y="3714"/>
                      <a:pt x="1742" y="3850"/>
                      <a:pt x="1731" y="3987"/>
                    </a:cubicBezTo>
                    <a:cubicBezTo>
                      <a:pt x="1708" y="4255"/>
                      <a:pt x="1687" y="4524"/>
                      <a:pt x="1667" y="4792"/>
                    </a:cubicBezTo>
                    <a:cubicBezTo>
                      <a:pt x="1598" y="4792"/>
                      <a:pt x="1529" y="4792"/>
                      <a:pt x="1458" y="4792"/>
                    </a:cubicBezTo>
                    <a:cubicBezTo>
                      <a:pt x="1458" y="4761"/>
                      <a:pt x="1458" y="4730"/>
                      <a:pt x="1458" y="4698"/>
                    </a:cubicBezTo>
                    <a:cubicBezTo>
                      <a:pt x="1454" y="4407"/>
                      <a:pt x="1445" y="4116"/>
                      <a:pt x="1431" y="3825"/>
                    </a:cubicBezTo>
                    <a:cubicBezTo>
                      <a:pt x="1424" y="3675"/>
                      <a:pt x="1419" y="3525"/>
                      <a:pt x="1418" y="3375"/>
                    </a:cubicBezTo>
                    <a:cubicBezTo>
                      <a:pt x="1411" y="2570"/>
                      <a:pt x="1411" y="2570"/>
                      <a:pt x="1250" y="2292"/>
                    </a:cubicBezTo>
                    <a:cubicBezTo>
                      <a:pt x="1045" y="2167"/>
                      <a:pt x="825" y="2148"/>
                      <a:pt x="589" y="2148"/>
                    </a:cubicBezTo>
                    <a:cubicBezTo>
                      <a:pt x="451" y="2146"/>
                      <a:pt x="451" y="2146"/>
                      <a:pt x="208" y="2083"/>
                    </a:cubicBezTo>
                    <a:cubicBezTo>
                      <a:pt x="140" y="1877"/>
                      <a:pt x="71" y="1671"/>
                      <a:pt x="0" y="1458"/>
                    </a:cubicBezTo>
                    <a:cubicBezTo>
                      <a:pt x="550" y="1458"/>
                      <a:pt x="1100" y="1458"/>
                      <a:pt x="1667" y="1458"/>
                    </a:cubicBezTo>
                    <a:cubicBezTo>
                      <a:pt x="1667" y="977"/>
                      <a:pt x="1667" y="496"/>
                      <a:pt x="1667" y="0"/>
                    </a:cubicBezTo>
                    <a:close/>
                  </a:path>
                </a:pathLst>
              </a:custGeom>
              <a:solidFill>
                <a:srgbClr val="C5C0D2"/>
              </a:solidFill>
              <a:ln w="2646" cap="flat">
                <a:noFill/>
              </a:ln>
            </p:spPr>
          </p:sp>
          <p:sp>
            <p:nvSpPr>
              <p:cNvPr id="2245" name="ICON_C_WINDOWS_GRAPHIC_path_217"/>
              <p:cNvSpPr/>
              <p:nvPr/>
            </p:nvSpPr>
            <p:spPr>
              <a:xfrm>
                <a:off x="6706833" y="7360708"/>
                <a:ext cx="8951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705" h="4375" fill="norm" stroke="0">
                    <a:moveTo>
                      <a:pt x="28" y="0"/>
                    </a:moveTo>
                    <a:cubicBezTo>
                      <a:pt x="234" y="0"/>
                      <a:pt x="440" y="0"/>
                      <a:pt x="653" y="0"/>
                    </a:cubicBezTo>
                    <a:cubicBezTo>
                      <a:pt x="663" y="540"/>
                      <a:pt x="670" y="1079"/>
                      <a:pt x="675" y="1619"/>
                    </a:cubicBezTo>
                    <a:cubicBezTo>
                      <a:pt x="677" y="1870"/>
                      <a:pt x="680" y="2120"/>
                      <a:pt x="684" y="2371"/>
                    </a:cubicBezTo>
                    <a:cubicBezTo>
                      <a:pt x="689" y="2612"/>
                      <a:pt x="691" y="2854"/>
                      <a:pt x="692" y="3096"/>
                    </a:cubicBezTo>
                    <a:cubicBezTo>
                      <a:pt x="693" y="3188"/>
                      <a:pt x="695" y="3281"/>
                      <a:pt x="697" y="3373"/>
                    </a:cubicBezTo>
                    <a:cubicBezTo>
                      <a:pt x="700" y="3502"/>
                      <a:pt x="700" y="3631"/>
                      <a:pt x="700" y="3761"/>
                    </a:cubicBezTo>
                    <a:cubicBezTo>
                      <a:pt x="702" y="3799"/>
                      <a:pt x="703" y="3837"/>
                      <a:pt x="705" y="3876"/>
                    </a:cubicBezTo>
                    <a:cubicBezTo>
                      <a:pt x="703" y="3988"/>
                      <a:pt x="699" y="4065"/>
                      <a:pt x="653" y="4167"/>
                    </a:cubicBezTo>
                    <a:cubicBezTo>
                      <a:pt x="523" y="4263"/>
                      <a:pt x="388" y="4322"/>
                      <a:pt x="236" y="4375"/>
                    </a:cubicBezTo>
                    <a:cubicBezTo>
                      <a:pt x="22" y="3869"/>
                      <a:pt x="0" y="3413"/>
                      <a:pt x="8" y="2869"/>
                    </a:cubicBezTo>
                    <a:cubicBezTo>
                      <a:pt x="8" y="2785"/>
                      <a:pt x="8" y="2702"/>
                      <a:pt x="9" y="2619"/>
                    </a:cubicBezTo>
                    <a:cubicBezTo>
                      <a:pt x="9" y="2402"/>
                      <a:pt x="11" y="2186"/>
                      <a:pt x="14" y="1969"/>
                    </a:cubicBezTo>
                    <a:cubicBezTo>
                      <a:pt x="16" y="1747"/>
                      <a:pt x="17" y="1525"/>
                      <a:pt x="18" y="1303"/>
                    </a:cubicBezTo>
                    <a:cubicBezTo>
                      <a:pt x="20" y="868"/>
                      <a:pt x="24" y="434"/>
                      <a:pt x="28" y="0"/>
                    </a:cubicBezTo>
                    <a:close/>
                  </a:path>
                </a:pathLst>
              </a:custGeom>
              <a:solidFill>
                <a:srgbClr val="9993B4"/>
              </a:solidFill>
              <a:ln w="2646" cap="flat">
                <a:noFill/>
              </a:ln>
            </p:spPr>
          </p:sp>
          <p:sp>
            <p:nvSpPr>
              <p:cNvPr id="2246" name="ICON_C_WINDOWS_GRAPHIC_path_218"/>
              <p:cNvSpPr/>
              <p:nvPr/>
            </p:nvSpPr>
            <p:spPr>
              <a:xfrm>
                <a:off x="5595218" y="7482417"/>
                <a:ext cx="14687" cy="52917"/>
              </a:xfrm>
              <a:custGeom>
                <a:avLst/>
                <a:gdLst/>
                <a:ahLst/>
                <a:cxnLst/>
                <a:rect l="0" t="0" r="r" b="b"/>
                <a:pathLst>
                  <a:path w="1156" h="4167" fill="norm" stroke="0">
                    <a:moveTo>
                      <a:pt x="682" y="0"/>
                    </a:moveTo>
                    <a:cubicBezTo>
                      <a:pt x="1156" y="671"/>
                      <a:pt x="1125" y="1274"/>
                      <a:pt x="1030" y="2049"/>
                    </a:cubicBezTo>
                    <a:cubicBezTo>
                      <a:pt x="1013" y="2195"/>
                      <a:pt x="999" y="2340"/>
                      <a:pt x="984" y="2485"/>
                    </a:cubicBezTo>
                    <a:cubicBezTo>
                      <a:pt x="956" y="2768"/>
                      <a:pt x="924" y="3051"/>
                      <a:pt x="890" y="3333"/>
                    </a:cubicBezTo>
                    <a:cubicBezTo>
                      <a:pt x="752" y="3333"/>
                      <a:pt x="615" y="3333"/>
                      <a:pt x="473" y="3333"/>
                    </a:cubicBezTo>
                    <a:cubicBezTo>
                      <a:pt x="473" y="3608"/>
                      <a:pt x="473" y="3883"/>
                      <a:pt x="473" y="4167"/>
                    </a:cubicBezTo>
                    <a:cubicBezTo>
                      <a:pt x="336" y="4167"/>
                      <a:pt x="198" y="4167"/>
                      <a:pt x="57" y="4167"/>
                    </a:cubicBezTo>
                    <a:cubicBezTo>
                      <a:pt x="38" y="3746"/>
                      <a:pt x="25" y="3325"/>
                      <a:pt x="17" y="2904"/>
                    </a:cubicBezTo>
                    <a:cubicBezTo>
                      <a:pt x="17" y="2888"/>
                      <a:pt x="17" y="2888"/>
                      <a:pt x="16" y="2810"/>
                    </a:cubicBezTo>
                    <a:cubicBezTo>
                      <a:pt x="0" y="1761"/>
                      <a:pt x="109" y="907"/>
                      <a:pt x="682" y="0"/>
                    </a:cubicBezTo>
                    <a:close/>
                  </a:path>
                </a:pathLst>
              </a:custGeom>
              <a:solidFill>
                <a:srgbClr val="8FA0D8"/>
              </a:solidFill>
              <a:ln w="2646" cap="flat">
                <a:noFill/>
              </a:ln>
            </p:spPr>
          </p:sp>
          <p:sp>
            <p:nvSpPr>
              <p:cNvPr id="2247" name="ICON_C_WINDOWS_GRAPHIC_path_219"/>
              <p:cNvSpPr/>
              <p:nvPr/>
            </p:nvSpPr>
            <p:spPr>
              <a:xfrm>
                <a:off x="5802312" y="7392458"/>
                <a:ext cx="34396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2708" h="4375" fill="norm" stroke="0">
                    <a:moveTo>
                      <a:pt x="0" y="0"/>
                    </a:moveTo>
                    <a:cubicBezTo>
                      <a:pt x="69" y="0"/>
                      <a:pt x="137" y="0"/>
                      <a:pt x="208" y="0"/>
                    </a:cubicBezTo>
                    <a:cubicBezTo>
                      <a:pt x="208" y="1237"/>
                      <a:pt x="208" y="2475"/>
                      <a:pt x="208" y="3750"/>
                    </a:cubicBezTo>
                    <a:cubicBezTo>
                      <a:pt x="552" y="3612"/>
                      <a:pt x="896" y="3475"/>
                      <a:pt x="1250" y="3333"/>
                    </a:cubicBezTo>
                    <a:cubicBezTo>
                      <a:pt x="1387" y="3402"/>
                      <a:pt x="1525" y="3471"/>
                      <a:pt x="1667" y="3542"/>
                    </a:cubicBezTo>
                    <a:cubicBezTo>
                      <a:pt x="1667" y="2923"/>
                      <a:pt x="1667" y="2304"/>
                      <a:pt x="1667" y="1667"/>
                    </a:cubicBezTo>
                    <a:cubicBezTo>
                      <a:pt x="2010" y="1667"/>
                      <a:pt x="2354" y="1667"/>
                      <a:pt x="2708" y="1667"/>
                    </a:cubicBezTo>
                    <a:cubicBezTo>
                      <a:pt x="2640" y="1804"/>
                      <a:pt x="2571" y="1942"/>
                      <a:pt x="2500" y="2083"/>
                    </a:cubicBezTo>
                    <a:cubicBezTo>
                      <a:pt x="2363" y="2083"/>
                      <a:pt x="2225" y="2083"/>
                      <a:pt x="2083" y="2083"/>
                    </a:cubicBezTo>
                    <a:cubicBezTo>
                      <a:pt x="2015" y="2771"/>
                      <a:pt x="1946" y="3458"/>
                      <a:pt x="1875" y="4167"/>
                    </a:cubicBezTo>
                    <a:cubicBezTo>
                      <a:pt x="1669" y="4167"/>
                      <a:pt x="1462" y="4167"/>
                      <a:pt x="1250" y="4167"/>
                    </a:cubicBezTo>
                    <a:cubicBezTo>
                      <a:pt x="1250" y="4029"/>
                      <a:pt x="1250" y="3892"/>
                      <a:pt x="1250" y="3750"/>
                    </a:cubicBezTo>
                    <a:cubicBezTo>
                      <a:pt x="1212" y="3795"/>
                      <a:pt x="1174" y="3840"/>
                      <a:pt x="1135" y="3887"/>
                    </a:cubicBezTo>
                    <a:cubicBezTo>
                      <a:pt x="1082" y="3945"/>
                      <a:pt x="1030" y="4004"/>
                      <a:pt x="977" y="4062"/>
                    </a:cubicBezTo>
                    <a:cubicBezTo>
                      <a:pt x="952" y="4092"/>
                      <a:pt x="928" y="4122"/>
                      <a:pt x="902" y="4153"/>
                    </a:cubicBezTo>
                    <a:cubicBezTo>
                      <a:pt x="823" y="4238"/>
                      <a:pt x="823" y="4238"/>
                      <a:pt x="625" y="4375"/>
                    </a:cubicBezTo>
                    <a:cubicBezTo>
                      <a:pt x="419" y="4375"/>
                      <a:pt x="212" y="4375"/>
                      <a:pt x="0" y="4375"/>
                    </a:cubicBezTo>
                    <a:cubicBezTo>
                      <a:pt x="0" y="2931"/>
                      <a:pt x="0" y="1487"/>
                      <a:pt x="0" y="0"/>
                    </a:cubicBezTo>
                    <a:close/>
                  </a:path>
                </a:pathLst>
              </a:custGeom>
              <a:solidFill>
                <a:srgbClr val="D2CEDF"/>
              </a:solidFill>
              <a:ln w="2646" cap="flat">
                <a:noFill/>
              </a:ln>
            </p:spPr>
          </p:sp>
          <p:sp>
            <p:nvSpPr>
              <p:cNvPr id="2248" name="ICON_C_WINDOWS_GRAPHIC_path_220"/>
              <p:cNvSpPr/>
              <p:nvPr/>
            </p:nvSpPr>
            <p:spPr>
              <a:xfrm>
                <a:off x="5558107" y="7384521"/>
                <a:ext cx="21386" cy="61397"/>
              </a:xfrm>
              <a:custGeom>
                <a:avLst/>
                <a:gdLst/>
                <a:ahLst/>
                <a:cxnLst/>
                <a:rect l="0" t="0" r="r" b="b"/>
                <a:pathLst>
                  <a:path w="1684" h="4834" fill="norm" stroke="0">
                    <a:moveTo>
                      <a:pt x="1104" y="0"/>
                    </a:moveTo>
                    <a:cubicBezTo>
                      <a:pt x="1241" y="0"/>
                      <a:pt x="1379" y="0"/>
                      <a:pt x="1520" y="0"/>
                    </a:cubicBezTo>
                    <a:cubicBezTo>
                      <a:pt x="1684" y="3403"/>
                      <a:pt x="1684" y="3403"/>
                      <a:pt x="1143" y="4271"/>
                    </a:cubicBezTo>
                    <a:cubicBezTo>
                      <a:pt x="1134" y="4285"/>
                      <a:pt x="1134" y="4285"/>
                      <a:pt x="1090" y="4359"/>
                    </a:cubicBezTo>
                    <a:cubicBezTo>
                      <a:pt x="970" y="4552"/>
                      <a:pt x="839" y="4753"/>
                      <a:pt x="606" y="4812"/>
                    </a:cubicBezTo>
                    <a:cubicBezTo>
                      <a:pt x="421" y="4834"/>
                      <a:pt x="245" y="4820"/>
                      <a:pt x="62" y="4792"/>
                    </a:cubicBezTo>
                    <a:cubicBezTo>
                      <a:pt x="44" y="4657"/>
                      <a:pt x="33" y="4523"/>
                      <a:pt x="23" y="4388"/>
                    </a:cubicBezTo>
                    <a:cubicBezTo>
                      <a:pt x="18" y="4350"/>
                      <a:pt x="12" y="4312"/>
                      <a:pt x="7" y="4273"/>
                    </a:cubicBezTo>
                    <a:cubicBezTo>
                      <a:pt x="0" y="4144"/>
                      <a:pt x="3" y="4074"/>
                      <a:pt x="62" y="3958"/>
                    </a:cubicBezTo>
                    <a:cubicBezTo>
                      <a:pt x="199" y="3923"/>
                      <a:pt x="199" y="3923"/>
                      <a:pt x="282" y="3909"/>
                    </a:cubicBezTo>
                    <a:cubicBezTo>
                      <a:pt x="433" y="3883"/>
                      <a:pt x="565" y="3845"/>
                      <a:pt x="687" y="3750"/>
                    </a:cubicBezTo>
                    <a:cubicBezTo>
                      <a:pt x="828" y="3504"/>
                      <a:pt x="819" y="3185"/>
                      <a:pt x="839" y="2909"/>
                    </a:cubicBezTo>
                    <a:cubicBezTo>
                      <a:pt x="847" y="2826"/>
                      <a:pt x="856" y="2742"/>
                      <a:pt x="865" y="2658"/>
                    </a:cubicBezTo>
                    <a:cubicBezTo>
                      <a:pt x="887" y="2438"/>
                      <a:pt x="905" y="2218"/>
                      <a:pt x="923" y="1997"/>
                    </a:cubicBezTo>
                    <a:cubicBezTo>
                      <a:pt x="942" y="1772"/>
                      <a:pt x="964" y="1548"/>
                      <a:pt x="986" y="1323"/>
                    </a:cubicBezTo>
                    <a:cubicBezTo>
                      <a:pt x="1029" y="882"/>
                      <a:pt x="1067" y="441"/>
                      <a:pt x="1104" y="0"/>
                    </a:cubicBezTo>
                    <a:close/>
                  </a:path>
                </a:pathLst>
              </a:custGeom>
              <a:solidFill>
                <a:srgbClr val="879DD5"/>
              </a:solidFill>
              <a:ln w="2646" cap="flat">
                <a:noFill/>
              </a:ln>
            </p:spPr>
          </p:sp>
          <p:sp>
            <p:nvSpPr>
              <p:cNvPr id="2249" name="ICON_C_WINDOWS_GRAPHIC_path_221"/>
              <p:cNvSpPr/>
              <p:nvPr/>
            </p:nvSpPr>
            <p:spPr>
              <a:xfrm>
                <a:off x="6643688" y="7432146"/>
                <a:ext cx="16531" cy="60854"/>
              </a:xfrm>
              <a:custGeom>
                <a:avLst/>
                <a:gdLst/>
                <a:ahLst/>
                <a:cxnLst/>
                <a:rect l="0" t="0" r="r" b="b"/>
                <a:pathLst>
                  <a:path w="1302" h="4792" fill="norm" stroke="0">
                    <a:moveTo>
                      <a:pt x="1042" y="0"/>
                    </a:moveTo>
                    <a:cubicBezTo>
                      <a:pt x="1110" y="0"/>
                      <a:pt x="1179" y="0"/>
                      <a:pt x="1250" y="0"/>
                    </a:cubicBezTo>
                    <a:cubicBezTo>
                      <a:pt x="1260" y="409"/>
                      <a:pt x="1267" y="819"/>
                      <a:pt x="1272" y="1228"/>
                    </a:cubicBezTo>
                    <a:cubicBezTo>
                      <a:pt x="1274" y="1419"/>
                      <a:pt x="1277" y="1609"/>
                      <a:pt x="1281" y="1799"/>
                    </a:cubicBezTo>
                    <a:cubicBezTo>
                      <a:pt x="1302" y="2618"/>
                      <a:pt x="1281" y="3381"/>
                      <a:pt x="1053" y="4172"/>
                    </a:cubicBezTo>
                    <a:cubicBezTo>
                      <a:pt x="1044" y="4204"/>
                      <a:pt x="1035" y="4236"/>
                      <a:pt x="1026" y="4269"/>
                    </a:cubicBezTo>
                    <a:cubicBezTo>
                      <a:pt x="1000" y="4358"/>
                      <a:pt x="972" y="4446"/>
                      <a:pt x="944" y="4534"/>
                    </a:cubicBezTo>
                    <a:cubicBezTo>
                      <a:pt x="936" y="4561"/>
                      <a:pt x="928" y="4587"/>
                      <a:pt x="920" y="4614"/>
                    </a:cubicBezTo>
                    <a:cubicBezTo>
                      <a:pt x="895" y="4686"/>
                      <a:pt x="895" y="4686"/>
                      <a:pt x="833" y="4792"/>
                    </a:cubicBezTo>
                    <a:cubicBezTo>
                      <a:pt x="765" y="4792"/>
                      <a:pt x="696" y="4792"/>
                      <a:pt x="625" y="4792"/>
                    </a:cubicBezTo>
                    <a:cubicBezTo>
                      <a:pt x="556" y="4310"/>
                      <a:pt x="487" y="3829"/>
                      <a:pt x="417" y="3333"/>
                    </a:cubicBezTo>
                    <a:cubicBezTo>
                      <a:pt x="279" y="3402"/>
                      <a:pt x="142" y="3471"/>
                      <a:pt x="0" y="3542"/>
                    </a:cubicBezTo>
                    <a:cubicBezTo>
                      <a:pt x="94" y="2984"/>
                      <a:pt x="211" y="2435"/>
                      <a:pt x="378" y="1895"/>
                    </a:cubicBezTo>
                    <a:cubicBezTo>
                      <a:pt x="395" y="1838"/>
                      <a:pt x="411" y="1782"/>
                      <a:pt x="427" y="1725"/>
                    </a:cubicBezTo>
                    <a:cubicBezTo>
                      <a:pt x="450" y="1645"/>
                      <a:pt x="475" y="1566"/>
                      <a:pt x="500" y="1487"/>
                    </a:cubicBezTo>
                    <a:cubicBezTo>
                      <a:pt x="514" y="1441"/>
                      <a:pt x="528" y="1395"/>
                      <a:pt x="543" y="1348"/>
                    </a:cubicBezTo>
                    <a:cubicBezTo>
                      <a:pt x="570" y="1316"/>
                      <a:pt x="597" y="1283"/>
                      <a:pt x="625" y="1250"/>
                    </a:cubicBezTo>
                    <a:cubicBezTo>
                      <a:pt x="762" y="1250"/>
                      <a:pt x="900" y="1250"/>
                      <a:pt x="1042" y="1250"/>
                    </a:cubicBezTo>
                    <a:cubicBezTo>
                      <a:pt x="1042" y="837"/>
                      <a:pt x="1042" y="425"/>
                      <a:pt x="1042" y="0"/>
                    </a:cubicBezTo>
                    <a:close/>
                  </a:path>
                </a:pathLst>
              </a:custGeom>
              <a:solidFill>
                <a:srgbClr val="C0BBD5"/>
              </a:solidFill>
              <a:ln w="2646" cap="flat">
                <a:noFill/>
              </a:ln>
            </p:spPr>
          </p:sp>
          <p:sp>
            <p:nvSpPr>
              <p:cNvPr id="2250" name="ICON_C_WINDOWS_GRAPHIC_path_222"/>
              <p:cNvSpPr/>
              <p:nvPr/>
            </p:nvSpPr>
            <p:spPr>
              <a:xfrm>
                <a:off x="6365497" y="7572375"/>
                <a:ext cx="26837" cy="72181"/>
              </a:xfrm>
              <a:custGeom>
                <a:avLst/>
                <a:gdLst/>
                <a:ahLst/>
                <a:cxnLst/>
                <a:rect l="0" t="0" r="r" b="b"/>
                <a:pathLst>
                  <a:path w="2113" h="5684" fill="norm" stroke="0">
                    <a:moveTo>
                      <a:pt x="238" y="0"/>
                    </a:moveTo>
                    <a:cubicBezTo>
                      <a:pt x="307" y="0"/>
                      <a:pt x="376" y="0"/>
                      <a:pt x="446" y="0"/>
                    </a:cubicBezTo>
                    <a:cubicBezTo>
                      <a:pt x="446" y="24"/>
                      <a:pt x="446" y="49"/>
                      <a:pt x="446" y="74"/>
                    </a:cubicBezTo>
                    <a:cubicBezTo>
                      <a:pt x="440" y="667"/>
                      <a:pt x="441" y="1260"/>
                      <a:pt x="452" y="1853"/>
                    </a:cubicBezTo>
                    <a:cubicBezTo>
                      <a:pt x="458" y="2140"/>
                      <a:pt x="460" y="2426"/>
                      <a:pt x="456" y="2713"/>
                    </a:cubicBezTo>
                    <a:cubicBezTo>
                      <a:pt x="451" y="3043"/>
                      <a:pt x="454" y="3373"/>
                      <a:pt x="467" y="3703"/>
                    </a:cubicBezTo>
                    <a:cubicBezTo>
                      <a:pt x="468" y="3729"/>
                      <a:pt x="469" y="3755"/>
                      <a:pt x="470" y="3782"/>
                    </a:cubicBezTo>
                    <a:cubicBezTo>
                      <a:pt x="508" y="4624"/>
                      <a:pt x="508" y="4624"/>
                      <a:pt x="725" y="4872"/>
                    </a:cubicBezTo>
                    <a:cubicBezTo>
                      <a:pt x="1109" y="5176"/>
                      <a:pt x="1641" y="5209"/>
                      <a:pt x="2113" y="5208"/>
                    </a:cubicBezTo>
                    <a:cubicBezTo>
                      <a:pt x="2061" y="5362"/>
                      <a:pt x="2004" y="5496"/>
                      <a:pt x="1905" y="5625"/>
                    </a:cubicBezTo>
                    <a:cubicBezTo>
                      <a:pt x="1761" y="5684"/>
                      <a:pt x="1627" y="5674"/>
                      <a:pt x="1474" y="5666"/>
                    </a:cubicBezTo>
                    <a:cubicBezTo>
                      <a:pt x="1433" y="5665"/>
                      <a:pt x="1392" y="5665"/>
                      <a:pt x="1349" y="5664"/>
                    </a:cubicBezTo>
                    <a:cubicBezTo>
                      <a:pt x="1217" y="5662"/>
                      <a:pt x="1086" y="5656"/>
                      <a:pt x="954" y="5651"/>
                    </a:cubicBezTo>
                    <a:cubicBezTo>
                      <a:pt x="865" y="5649"/>
                      <a:pt x="775" y="5647"/>
                      <a:pt x="686" y="5645"/>
                    </a:cubicBezTo>
                    <a:cubicBezTo>
                      <a:pt x="467" y="5641"/>
                      <a:pt x="249" y="5634"/>
                      <a:pt x="30" y="5625"/>
                    </a:cubicBezTo>
                    <a:cubicBezTo>
                      <a:pt x="0" y="4252"/>
                      <a:pt x="44" y="2893"/>
                      <a:pt x="134" y="1523"/>
                    </a:cubicBezTo>
                    <a:cubicBezTo>
                      <a:pt x="136" y="1486"/>
                      <a:pt x="139" y="1448"/>
                      <a:pt x="141" y="1409"/>
                    </a:cubicBezTo>
                    <a:cubicBezTo>
                      <a:pt x="173" y="939"/>
                      <a:pt x="205" y="469"/>
                      <a:pt x="238" y="0"/>
                    </a:cubicBezTo>
                    <a:close/>
                  </a:path>
                </a:pathLst>
              </a:custGeom>
              <a:solidFill>
                <a:srgbClr val="6CADB1"/>
              </a:solidFill>
              <a:ln w="2646" cap="flat">
                <a:noFill/>
              </a:ln>
            </p:spPr>
          </p:sp>
          <p:sp>
            <p:nvSpPr>
              <p:cNvPr id="2251" name="ICON_C_WINDOWS_GRAPHIC_path_223"/>
              <p:cNvSpPr/>
              <p:nvPr/>
            </p:nvSpPr>
            <p:spPr>
              <a:xfrm>
                <a:off x="5444937" y="7465470"/>
                <a:ext cx="29292" cy="75155"/>
              </a:xfrm>
              <a:custGeom>
                <a:avLst/>
                <a:gdLst/>
                <a:ahLst/>
                <a:cxnLst/>
                <a:rect l="0" t="0" r="r" b="b"/>
                <a:pathLst>
                  <a:path w="2306" h="5918" fill="norm" stroke="0">
                    <a:moveTo>
                      <a:pt x="2306" y="293"/>
                    </a:moveTo>
                    <a:cubicBezTo>
                      <a:pt x="2238" y="568"/>
                      <a:pt x="2169" y="843"/>
                      <a:pt x="2098" y="1126"/>
                    </a:cubicBezTo>
                    <a:cubicBezTo>
                      <a:pt x="2029" y="920"/>
                      <a:pt x="1961" y="714"/>
                      <a:pt x="1890" y="501"/>
                    </a:cubicBezTo>
                    <a:cubicBezTo>
                      <a:pt x="1265" y="656"/>
                      <a:pt x="1265" y="656"/>
                      <a:pt x="1076" y="931"/>
                    </a:cubicBezTo>
                    <a:cubicBezTo>
                      <a:pt x="1023" y="1027"/>
                      <a:pt x="975" y="1120"/>
                      <a:pt x="929" y="1219"/>
                    </a:cubicBezTo>
                    <a:cubicBezTo>
                      <a:pt x="916" y="1245"/>
                      <a:pt x="903" y="1272"/>
                      <a:pt x="890" y="1299"/>
                    </a:cubicBezTo>
                    <a:cubicBezTo>
                      <a:pt x="506" y="2102"/>
                      <a:pt x="474" y="3007"/>
                      <a:pt x="404" y="3880"/>
                    </a:cubicBezTo>
                    <a:cubicBezTo>
                      <a:pt x="385" y="4111"/>
                      <a:pt x="363" y="4341"/>
                      <a:pt x="341" y="4572"/>
                    </a:cubicBezTo>
                    <a:cubicBezTo>
                      <a:pt x="299" y="5020"/>
                      <a:pt x="260" y="5469"/>
                      <a:pt x="223" y="5918"/>
                    </a:cubicBezTo>
                    <a:cubicBezTo>
                      <a:pt x="154" y="5918"/>
                      <a:pt x="86" y="5918"/>
                      <a:pt x="15" y="5918"/>
                    </a:cubicBezTo>
                    <a:cubicBezTo>
                      <a:pt x="1" y="4976"/>
                      <a:pt x="0" y="4034"/>
                      <a:pt x="14" y="3092"/>
                    </a:cubicBezTo>
                    <a:cubicBezTo>
                      <a:pt x="15" y="3005"/>
                      <a:pt x="16" y="2918"/>
                      <a:pt x="17" y="2831"/>
                    </a:cubicBezTo>
                    <a:cubicBezTo>
                      <a:pt x="36" y="1029"/>
                      <a:pt x="36" y="1029"/>
                      <a:pt x="494" y="531"/>
                    </a:cubicBezTo>
                    <a:cubicBezTo>
                      <a:pt x="1040" y="0"/>
                      <a:pt x="1618" y="23"/>
                      <a:pt x="2306" y="293"/>
                    </a:cubicBezTo>
                    <a:close/>
                  </a:path>
                </a:pathLst>
              </a:custGeom>
              <a:solidFill>
                <a:srgbClr val="A8B9E0"/>
              </a:solidFill>
              <a:ln w="2646" cap="flat">
                <a:noFill/>
              </a:ln>
            </p:spPr>
          </p:sp>
          <p:sp>
            <p:nvSpPr>
              <p:cNvPr id="2252" name="ICON_C_WINDOWS_GRAPHIC_path_224"/>
              <p:cNvSpPr/>
              <p:nvPr/>
            </p:nvSpPr>
            <p:spPr>
              <a:xfrm>
                <a:off x="5752042" y="7445375"/>
                <a:ext cx="19312" cy="68792"/>
              </a:xfrm>
              <a:custGeom>
                <a:avLst/>
                <a:gdLst/>
                <a:ahLst/>
                <a:cxnLst/>
                <a:rect l="0" t="0" r="r" b="b"/>
                <a:pathLst>
                  <a:path w="1521" h="5417" fill="norm" stroke="0">
                    <a:moveTo>
                      <a:pt x="833" y="0"/>
                    </a:moveTo>
                    <a:cubicBezTo>
                      <a:pt x="902" y="0"/>
                      <a:pt x="971" y="0"/>
                      <a:pt x="1042" y="0"/>
                    </a:cubicBezTo>
                    <a:cubicBezTo>
                      <a:pt x="1110" y="413"/>
                      <a:pt x="1179" y="825"/>
                      <a:pt x="1250" y="1250"/>
                    </a:cubicBezTo>
                    <a:cubicBezTo>
                      <a:pt x="1319" y="1250"/>
                      <a:pt x="1387" y="1250"/>
                      <a:pt x="1458" y="1250"/>
                    </a:cubicBezTo>
                    <a:cubicBezTo>
                      <a:pt x="1521" y="2695"/>
                      <a:pt x="1383" y="4012"/>
                      <a:pt x="1042" y="5417"/>
                    </a:cubicBezTo>
                    <a:cubicBezTo>
                      <a:pt x="973" y="5417"/>
                      <a:pt x="904" y="5417"/>
                      <a:pt x="833" y="5417"/>
                    </a:cubicBezTo>
                    <a:cubicBezTo>
                      <a:pt x="808" y="4285"/>
                      <a:pt x="837" y="3199"/>
                      <a:pt x="1042" y="2083"/>
                    </a:cubicBezTo>
                    <a:cubicBezTo>
                      <a:pt x="1030" y="2083"/>
                      <a:pt x="1030" y="2083"/>
                      <a:pt x="969" y="2081"/>
                    </a:cubicBezTo>
                    <a:cubicBezTo>
                      <a:pt x="702" y="2064"/>
                      <a:pt x="426" y="2040"/>
                      <a:pt x="208" y="1875"/>
                    </a:cubicBezTo>
                    <a:cubicBezTo>
                      <a:pt x="40" y="1561"/>
                      <a:pt x="26" y="1183"/>
                      <a:pt x="0" y="833"/>
                    </a:cubicBezTo>
                    <a:cubicBezTo>
                      <a:pt x="103" y="902"/>
                      <a:pt x="103" y="902"/>
                      <a:pt x="625" y="1250"/>
                    </a:cubicBezTo>
                    <a:cubicBezTo>
                      <a:pt x="694" y="837"/>
                      <a:pt x="762" y="425"/>
                      <a:pt x="833" y="0"/>
                    </a:cubicBezTo>
                    <a:close/>
                  </a:path>
                </a:pathLst>
              </a:custGeom>
              <a:solidFill>
                <a:srgbClr val="B7B3CA"/>
              </a:solidFill>
              <a:ln w="2646" cap="flat">
                <a:noFill/>
              </a:ln>
            </p:spPr>
          </p:sp>
          <p:sp>
            <p:nvSpPr>
              <p:cNvPr id="2253" name="ICON_C_WINDOWS_GRAPHIC_path_225"/>
              <p:cNvSpPr/>
              <p:nvPr/>
            </p:nvSpPr>
            <p:spPr>
              <a:xfrm>
                <a:off x="6148917" y="7429500"/>
                <a:ext cx="38230" cy="42333"/>
              </a:xfrm>
              <a:custGeom>
                <a:avLst/>
                <a:gdLst/>
                <a:ahLst/>
                <a:cxnLst/>
                <a:rect l="0" t="0" r="r" b="b"/>
                <a:pathLst>
                  <a:path w="3010" h="3333" fill="norm" stroke="0">
                    <a:moveTo>
                      <a:pt x="2292" y="0"/>
                    </a:moveTo>
                    <a:cubicBezTo>
                      <a:pt x="3010" y="1233"/>
                      <a:pt x="3010" y="1233"/>
                      <a:pt x="2917" y="1875"/>
                    </a:cubicBezTo>
                    <a:cubicBezTo>
                      <a:pt x="2794" y="2268"/>
                      <a:pt x="2511" y="2668"/>
                      <a:pt x="2158" y="2884"/>
                    </a:cubicBezTo>
                    <a:cubicBezTo>
                      <a:pt x="1760" y="3059"/>
                      <a:pt x="1215" y="2837"/>
                      <a:pt x="833" y="2708"/>
                    </a:cubicBezTo>
                    <a:cubicBezTo>
                      <a:pt x="765" y="2915"/>
                      <a:pt x="696" y="3121"/>
                      <a:pt x="625" y="3333"/>
                    </a:cubicBezTo>
                    <a:cubicBezTo>
                      <a:pt x="419" y="3265"/>
                      <a:pt x="213" y="3196"/>
                      <a:pt x="0" y="3125"/>
                    </a:cubicBezTo>
                    <a:cubicBezTo>
                      <a:pt x="573" y="2340"/>
                      <a:pt x="573" y="2340"/>
                      <a:pt x="913" y="2277"/>
                    </a:cubicBezTo>
                    <a:cubicBezTo>
                      <a:pt x="1309" y="2256"/>
                      <a:pt x="1709" y="2385"/>
                      <a:pt x="2083" y="2500"/>
                    </a:cubicBezTo>
                    <a:cubicBezTo>
                      <a:pt x="2083" y="2294"/>
                      <a:pt x="2083" y="2087"/>
                      <a:pt x="2083" y="1875"/>
                    </a:cubicBezTo>
                    <a:cubicBezTo>
                      <a:pt x="1946" y="1875"/>
                      <a:pt x="1808" y="1875"/>
                      <a:pt x="1667" y="1875"/>
                    </a:cubicBezTo>
                    <a:cubicBezTo>
                      <a:pt x="1655" y="1775"/>
                      <a:pt x="1647" y="1676"/>
                      <a:pt x="1641" y="1575"/>
                    </a:cubicBezTo>
                    <a:cubicBezTo>
                      <a:pt x="1639" y="1561"/>
                      <a:pt x="1639" y="1561"/>
                      <a:pt x="1630" y="1490"/>
                    </a:cubicBezTo>
                    <a:cubicBezTo>
                      <a:pt x="1625" y="1396"/>
                      <a:pt x="1627" y="1337"/>
                      <a:pt x="1667" y="1250"/>
                    </a:cubicBezTo>
                    <a:cubicBezTo>
                      <a:pt x="1757" y="1202"/>
                      <a:pt x="1757" y="1202"/>
                      <a:pt x="1869" y="1159"/>
                    </a:cubicBezTo>
                    <a:cubicBezTo>
                      <a:pt x="2012" y="1098"/>
                      <a:pt x="2070" y="1071"/>
                      <a:pt x="2137" y="928"/>
                    </a:cubicBezTo>
                    <a:cubicBezTo>
                      <a:pt x="2171" y="788"/>
                      <a:pt x="2194" y="650"/>
                      <a:pt x="2214" y="508"/>
                    </a:cubicBezTo>
                    <a:cubicBezTo>
                      <a:pt x="2218" y="484"/>
                      <a:pt x="2218" y="484"/>
                      <a:pt x="2238" y="360"/>
                    </a:cubicBezTo>
                    <a:cubicBezTo>
                      <a:pt x="2257" y="240"/>
                      <a:pt x="2275" y="120"/>
                      <a:pt x="2292" y="0"/>
                    </a:cubicBezTo>
                    <a:close/>
                  </a:path>
                </a:pathLst>
              </a:custGeom>
              <a:solidFill>
                <a:srgbClr val="AFAAC4"/>
              </a:solidFill>
              <a:ln w="2646" cap="flat">
                <a:noFill/>
              </a:ln>
            </p:spPr>
          </p:sp>
          <p:sp>
            <p:nvSpPr>
              <p:cNvPr id="2254" name="ICON_C_WINDOWS_GRAPHIC_path_226"/>
              <p:cNvSpPr/>
              <p:nvPr/>
            </p:nvSpPr>
            <p:spPr>
              <a:xfrm>
                <a:off x="6714654" y="7360708"/>
                <a:ext cx="16346" cy="108479"/>
              </a:xfrm>
              <a:custGeom>
                <a:avLst/>
                <a:gdLst/>
                <a:ahLst/>
                <a:cxnLst/>
                <a:rect l="0" t="0" r="r" b="b"/>
                <a:pathLst>
                  <a:path w="1287" h="8542" fill="norm" stroke="0">
                    <a:moveTo>
                      <a:pt x="37" y="0"/>
                    </a:moveTo>
                    <a:cubicBezTo>
                      <a:pt x="106" y="0"/>
                      <a:pt x="175" y="0"/>
                      <a:pt x="245" y="0"/>
                    </a:cubicBezTo>
                    <a:cubicBezTo>
                      <a:pt x="247" y="47"/>
                      <a:pt x="249" y="94"/>
                      <a:pt x="251" y="142"/>
                    </a:cubicBezTo>
                    <a:cubicBezTo>
                      <a:pt x="273" y="750"/>
                      <a:pt x="297" y="1358"/>
                      <a:pt x="324" y="1966"/>
                    </a:cubicBezTo>
                    <a:cubicBezTo>
                      <a:pt x="326" y="2015"/>
                      <a:pt x="328" y="2064"/>
                      <a:pt x="330" y="2114"/>
                    </a:cubicBezTo>
                    <a:cubicBezTo>
                      <a:pt x="393" y="3556"/>
                      <a:pt x="497" y="4987"/>
                      <a:pt x="675" y="6419"/>
                    </a:cubicBezTo>
                    <a:cubicBezTo>
                      <a:pt x="680" y="6458"/>
                      <a:pt x="685" y="6496"/>
                      <a:pt x="690" y="6536"/>
                    </a:cubicBezTo>
                    <a:cubicBezTo>
                      <a:pt x="747" y="6997"/>
                      <a:pt x="808" y="7457"/>
                      <a:pt x="870" y="7917"/>
                    </a:cubicBezTo>
                    <a:cubicBezTo>
                      <a:pt x="1008" y="7710"/>
                      <a:pt x="1145" y="7504"/>
                      <a:pt x="1287" y="7292"/>
                    </a:cubicBezTo>
                    <a:cubicBezTo>
                      <a:pt x="1287" y="7635"/>
                      <a:pt x="1287" y="7979"/>
                      <a:pt x="1287" y="8333"/>
                    </a:cubicBezTo>
                    <a:cubicBezTo>
                      <a:pt x="1150" y="8368"/>
                      <a:pt x="1150" y="8368"/>
                      <a:pt x="454" y="8542"/>
                    </a:cubicBezTo>
                    <a:cubicBezTo>
                      <a:pt x="380" y="7978"/>
                      <a:pt x="310" y="7414"/>
                      <a:pt x="245" y="6849"/>
                    </a:cubicBezTo>
                    <a:cubicBezTo>
                      <a:pt x="243" y="6827"/>
                      <a:pt x="243" y="6827"/>
                      <a:pt x="230" y="6718"/>
                    </a:cubicBezTo>
                    <a:cubicBezTo>
                      <a:pt x="53" y="5157"/>
                      <a:pt x="0" y="3613"/>
                      <a:pt x="11" y="2044"/>
                    </a:cubicBezTo>
                    <a:cubicBezTo>
                      <a:pt x="11" y="1993"/>
                      <a:pt x="12" y="1941"/>
                      <a:pt x="12" y="1889"/>
                    </a:cubicBezTo>
                    <a:cubicBezTo>
                      <a:pt x="17" y="1259"/>
                      <a:pt x="25" y="629"/>
                      <a:pt x="37" y="0"/>
                    </a:cubicBezTo>
                    <a:close/>
                  </a:path>
                </a:pathLst>
              </a:custGeom>
              <a:solidFill>
                <a:srgbClr val="C0BCD2"/>
              </a:solidFill>
              <a:ln w="2646" cap="flat">
                <a:noFill/>
              </a:ln>
            </p:spPr>
          </p:sp>
          <p:sp>
            <p:nvSpPr>
              <p:cNvPr id="2255" name="ICON_C_WINDOWS_GRAPHIC_path_227"/>
              <p:cNvSpPr/>
              <p:nvPr/>
            </p:nvSpPr>
            <p:spPr>
              <a:xfrm>
                <a:off x="5572125" y="7288943"/>
                <a:ext cx="58518" cy="17142"/>
              </a:xfrm>
              <a:custGeom>
                <a:avLst/>
                <a:gdLst/>
                <a:ahLst/>
                <a:cxnLst/>
                <a:rect l="0" t="0" r="r" b="b"/>
                <a:pathLst>
                  <a:path w="4608" h="1350" fill="norm" stroke="0">
                    <a:moveTo>
                      <a:pt x="0" y="26"/>
                    </a:moveTo>
                    <a:cubicBezTo>
                      <a:pt x="567" y="21"/>
                      <a:pt x="1134" y="17"/>
                      <a:pt x="1700" y="15"/>
                    </a:cubicBezTo>
                    <a:cubicBezTo>
                      <a:pt x="1964" y="14"/>
                      <a:pt x="2227" y="13"/>
                      <a:pt x="2490" y="10"/>
                    </a:cubicBezTo>
                    <a:cubicBezTo>
                      <a:pt x="2744" y="8"/>
                      <a:pt x="2998" y="7"/>
                      <a:pt x="3252" y="6"/>
                    </a:cubicBezTo>
                    <a:cubicBezTo>
                      <a:pt x="3349" y="6"/>
                      <a:pt x="3446" y="5"/>
                      <a:pt x="3543" y="4"/>
                    </a:cubicBezTo>
                    <a:cubicBezTo>
                      <a:pt x="3678" y="2"/>
                      <a:pt x="3814" y="2"/>
                      <a:pt x="3950" y="2"/>
                    </a:cubicBezTo>
                    <a:cubicBezTo>
                      <a:pt x="3970" y="2"/>
                      <a:pt x="3970" y="2"/>
                      <a:pt x="4071" y="0"/>
                    </a:cubicBezTo>
                    <a:cubicBezTo>
                      <a:pt x="4375" y="2"/>
                      <a:pt x="4375" y="2"/>
                      <a:pt x="4504" y="124"/>
                    </a:cubicBezTo>
                    <a:cubicBezTo>
                      <a:pt x="4599" y="256"/>
                      <a:pt x="4608" y="322"/>
                      <a:pt x="4604" y="482"/>
                    </a:cubicBezTo>
                    <a:cubicBezTo>
                      <a:pt x="4603" y="529"/>
                      <a:pt x="4602" y="575"/>
                      <a:pt x="4602" y="623"/>
                    </a:cubicBezTo>
                    <a:cubicBezTo>
                      <a:pt x="4600" y="671"/>
                      <a:pt x="4598" y="719"/>
                      <a:pt x="4596" y="768"/>
                    </a:cubicBezTo>
                    <a:cubicBezTo>
                      <a:pt x="4595" y="817"/>
                      <a:pt x="4594" y="865"/>
                      <a:pt x="4594" y="916"/>
                    </a:cubicBezTo>
                    <a:cubicBezTo>
                      <a:pt x="4591" y="1036"/>
                      <a:pt x="4588" y="1156"/>
                      <a:pt x="4583" y="1276"/>
                    </a:cubicBezTo>
                    <a:cubicBezTo>
                      <a:pt x="4377" y="1313"/>
                      <a:pt x="4160" y="1350"/>
                      <a:pt x="3958" y="1276"/>
                    </a:cubicBezTo>
                    <a:cubicBezTo>
                      <a:pt x="3885" y="1139"/>
                      <a:pt x="3885" y="1139"/>
                      <a:pt x="3854" y="1056"/>
                    </a:cubicBezTo>
                    <a:cubicBezTo>
                      <a:pt x="3785" y="881"/>
                      <a:pt x="3699" y="757"/>
                      <a:pt x="3542" y="651"/>
                    </a:cubicBezTo>
                    <a:cubicBezTo>
                      <a:pt x="3113" y="527"/>
                      <a:pt x="2641" y="544"/>
                      <a:pt x="2197" y="536"/>
                    </a:cubicBezTo>
                    <a:cubicBezTo>
                      <a:pt x="1933" y="530"/>
                      <a:pt x="1668" y="522"/>
                      <a:pt x="1404" y="510"/>
                    </a:cubicBezTo>
                    <a:cubicBezTo>
                      <a:pt x="1312" y="507"/>
                      <a:pt x="1221" y="506"/>
                      <a:pt x="1130" y="505"/>
                    </a:cubicBezTo>
                    <a:cubicBezTo>
                      <a:pt x="658" y="493"/>
                      <a:pt x="366" y="315"/>
                      <a:pt x="0" y="26"/>
                    </a:cubicBezTo>
                    <a:close/>
                  </a:path>
                </a:pathLst>
              </a:custGeom>
              <a:solidFill>
                <a:srgbClr val="6FA1F3"/>
              </a:solidFill>
              <a:ln w="2646" cap="flat">
                <a:noFill/>
              </a:ln>
            </p:spPr>
          </p:sp>
          <p:sp>
            <p:nvSpPr>
              <p:cNvPr id="2256" name="ICON_C_WINDOWS_GRAPHIC_path_228"/>
              <p:cNvSpPr/>
              <p:nvPr/>
            </p:nvSpPr>
            <p:spPr>
              <a:xfrm>
                <a:off x="6127046" y="7423430"/>
                <a:ext cx="16579" cy="29882"/>
              </a:xfrm>
              <a:custGeom>
                <a:avLst/>
                <a:gdLst/>
                <a:ahLst/>
                <a:cxnLst/>
                <a:rect l="0" t="0" r="r" b="b"/>
                <a:pathLst>
                  <a:path w="1305" h="2353" fill="norm" stroke="0">
                    <a:moveTo>
                      <a:pt x="1097" y="61"/>
                    </a:moveTo>
                    <a:cubicBezTo>
                      <a:pt x="1166" y="749"/>
                      <a:pt x="1235" y="1436"/>
                      <a:pt x="1305" y="2145"/>
                    </a:cubicBezTo>
                    <a:cubicBezTo>
                      <a:pt x="962" y="2213"/>
                      <a:pt x="618" y="2282"/>
                      <a:pt x="264" y="2353"/>
                    </a:cubicBezTo>
                    <a:cubicBezTo>
                      <a:pt x="95" y="1914"/>
                      <a:pt x="16" y="1539"/>
                      <a:pt x="17" y="1069"/>
                    </a:cubicBezTo>
                    <a:cubicBezTo>
                      <a:pt x="16" y="971"/>
                      <a:pt x="12" y="874"/>
                      <a:pt x="9" y="776"/>
                    </a:cubicBezTo>
                    <a:cubicBezTo>
                      <a:pt x="0" y="337"/>
                      <a:pt x="0" y="337"/>
                      <a:pt x="129" y="179"/>
                    </a:cubicBezTo>
                    <a:cubicBezTo>
                      <a:pt x="433" y="0"/>
                      <a:pt x="746" y="61"/>
                      <a:pt x="1097" y="61"/>
                    </a:cubicBezTo>
                    <a:close/>
                  </a:path>
                </a:pathLst>
              </a:custGeom>
              <a:solidFill>
                <a:srgbClr val="AAA6BF"/>
              </a:solidFill>
              <a:ln w="2646" cap="flat">
                <a:noFill/>
              </a:ln>
            </p:spPr>
          </p:sp>
          <p:sp>
            <p:nvSpPr>
              <p:cNvPr id="2257" name="ICON_C_WINDOWS_GRAPHIC_path_229"/>
              <p:cNvSpPr/>
              <p:nvPr/>
            </p:nvSpPr>
            <p:spPr>
              <a:xfrm>
                <a:off x="5894917" y="7305146"/>
                <a:ext cx="13229" cy="60854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4792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1042" y="206"/>
                      <a:pt x="1042" y="413"/>
                      <a:pt x="1042" y="625"/>
                    </a:cubicBezTo>
                    <a:cubicBezTo>
                      <a:pt x="835" y="625"/>
                      <a:pt x="629" y="625"/>
                      <a:pt x="417" y="625"/>
                    </a:cubicBezTo>
                    <a:cubicBezTo>
                      <a:pt x="425" y="722"/>
                      <a:pt x="434" y="818"/>
                      <a:pt x="442" y="918"/>
                    </a:cubicBezTo>
                    <a:cubicBezTo>
                      <a:pt x="470" y="1240"/>
                      <a:pt x="496" y="1563"/>
                      <a:pt x="520" y="1886"/>
                    </a:cubicBezTo>
                    <a:cubicBezTo>
                      <a:pt x="534" y="2081"/>
                      <a:pt x="550" y="2276"/>
                      <a:pt x="567" y="2471"/>
                    </a:cubicBezTo>
                    <a:cubicBezTo>
                      <a:pt x="714" y="4113"/>
                      <a:pt x="714" y="4113"/>
                      <a:pt x="271" y="4742"/>
                    </a:cubicBezTo>
                    <a:cubicBezTo>
                      <a:pt x="208" y="4792"/>
                      <a:pt x="208" y="4792"/>
                      <a:pt x="0" y="4792"/>
                    </a:cubicBezTo>
                    <a:cubicBezTo>
                      <a:pt x="0" y="3210"/>
                      <a:pt x="0" y="1629"/>
                      <a:pt x="0" y="0"/>
                    </a:cubicBezTo>
                    <a:close/>
                  </a:path>
                </a:pathLst>
              </a:custGeom>
              <a:solidFill>
                <a:srgbClr val="FEE7F3"/>
              </a:solidFill>
              <a:ln w="2646" cap="flat">
                <a:noFill/>
              </a:ln>
            </p:spPr>
          </p:sp>
          <p:sp>
            <p:nvSpPr>
              <p:cNvPr id="2258" name="ICON_C_WINDOWS_GRAPHIC_path_230"/>
              <p:cNvSpPr/>
              <p:nvPr/>
            </p:nvSpPr>
            <p:spPr>
              <a:xfrm>
                <a:off x="5881688" y="7498292"/>
                <a:ext cx="8924" cy="52917"/>
              </a:xfrm>
              <a:custGeom>
                <a:avLst/>
                <a:gdLst/>
                <a:ahLst/>
                <a:cxnLst/>
                <a:rect l="0" t="0" r="r" b="b"/>
                <a:pathLst>
                  <a:path w="703" h="4167" fill="norm" stroke="0">
                    <a:moveTo>
                      <a:pt x="0" y="0"/>
                    </a:moveTo>
                    <a:cubicBezTo>
                      <a:pt x="69" y="138"/>
                      <a:pt x="137" y="275"/>
                      <a:pt x="208" y="417"/>
                    </a:cubicBezTo>
                    <a:cubicBezTo>
                      <a:pt x="373" y="436"/>
                      <a:pt x="470" y="444"/>
                      <a:pt x="625" y="417"/>
                    </a:cubicBezTo>
                    <a:cubicBezTo>
                      <a:pt x="640" y="875"/>
                      <a:pt x="651" y="1333"/>
                      <a:pt x="657" y="1791"/>
                    </a:cubicBezTo>
                    <a:cubicBezTo>
                      <a:pt x="661" y="2004"/>
                      <a:pt x="665" y="2217"/>
                      <a:pt x="672" y="2429"/>
                    </a:cubicBezTo>
                    <a:cubicBezTo>
                      <a:pt x="679" y="2635"/>
                      <a:pt x="683" y="2840"/>
                      <a:pt x="684" y="3045"/>
                    </a:cubicBezTo>
                    <a:cubicBezTo>
                      <a:pt x="685" y="3124"/>
                      <a:pt x="688" y="3202"/>
                      <a:pt x="691" y="3280"/>
                    </a:cubicBezTo>
                    <a:cubicBezTo>
                      <a:pt x="696" y="3390"/>
                      <a:pt x="696" y="3500"/>
                      <a:pt x="696" y="3610"/>
                    </a:cubicBezTo>
                    <a:cubicBezTo>
                      <a:pt x="698" y="3642"/>
                      <a:pt x="700" y="3674"/>
                      <a:pt x="703" y="3708"/>
                    </a:cubicBezTo>
                    <a:cubicBezTo>
                      <a:pt x="700" y="3799"/>
                      <a:pt x="700" y="3799"/>
                      <a:pt x="625" y="3958"/>
                    </a:cubicBezTo>
                    <a:cubicBezTo>
                      <a:pt x="419" y="4027"/>
                      <a:pt x="212" y="4096"/>
                      <a:pt x="0" y="4167"/>
                    </a:cubicBezTo>
                    <a:cubicBezTo>
                      <a:pt x="0" y="2792"/>
                      <a:pt x="0" y="1417"/>
                      <a:pt x="0" y="0"/>
                    </a:cubicBezTo>
                    <a:close/>
                  </a:path>
                </a:pathLst>
              </a:custGeom>
              <a:solidFill>
                <a:srgbClr val="EE94B3"/>
              </a:solidFill>
              <a:ln w="2646" cap="flat">
                <a:noFill/>
              </a:ln>
            </p:spPr>
          </p:sp>
          <p:sp>
            <p:nvSpPr>
              <p:cNvPr id="2259" name="ICON_C_WINDOWS_GRAPHIC_path_231"/>
              <p:cNvSpPr/>
              <p:nvPr/>
            </p:nvSpPr>
            <p:spPr>
              <a:xfrm>
                <a:off x="6114185" y="7468762"/>
                <a:ext cx="10919" cy="50697"/>
              </a:xfrm>
              <a:custGeom>
                <a:avLst/>
                <a:gdLst/>
                <a:ahLst/>
                <a:cxnLst/>
                <a:rect l="0" t="0" r="r" b="b"/>
                <a:pathLst>
                  <a:path w="860" h="3992" fill="norm" stroke="0">
                    <a:moveTo>
                      <a:pt x="26" y="34"/>
                    </a:moveTo>
                    <a:cubicBezTo>
                      <a:pt x="172" y="8"/>
                      <a:pt x="298" y="0"/>
                      <a:pt x="443" y="34"/>
                    </a:cubicBezTo>
                    <a:cubicBezTo>
                      <a:pt x="740" y="305"/>
                      <a:pt x="699" y="849"/>
                      <a:pt x="717" y="1220"/>
                    </a:cubicBezTo>
                    <a:cubicBezTo>
                      <a:pt x="722" y="1294"/>
                      <a:pt x="726" y="1368"/>
                      <a:pt x="730" y="1442"/>
                    </a:cubicBezTo>
                    <a:cubicBezTo>
                      <a:pt x="742" y="1636"/>
                      <a:pt x="752" y="1830"/>
                      <a:pt x="762" y="2024"/>
                    </a:cubicBezTo>
                    <a:cubicBezTo>
                      <a:pt x="773" y="2222"/>
                      <a:pt x="784" y="2421"/>
                      <a:pt x="796" y="2619"/>
                    </a:cubicBezTo>
                    <a:cubicBezTo>
                      <a:pt x="818" y="3007"/>
                      <a:pt x="839" y="3395"/>
                      <a:pt x="860" y="3784"/>
                    </a:cubicBezTo>
                    <a:cubicBezTo>
                      <a:pt x="654" y="3852"/>
                      <a:pt x="447" y="3921"/>
                      <a:pt x="235" y="3992"/>
                    </a:cubicBezTo>
                    <a:cubicBezTo>
                      <a:pt x="20" y="3162"/>
                      <a:pt x="0" y="2378"/>
                      <a:pt x="12" y="1527"/>
                    </a:cubicBezTo>
                    <a:cubicBezTo>
                      <a:pt x="14" y="1357"/>
                      <a:pt x="15" y="1189"/>
                      <a:pt x="16" y="1019"/>
                    </a:cubicBezTo>
                    <a:cubicBezTo>
                      <a:pt x="19" y="691"/>
                      <a:pt x="22" y="362"/>
                      <a:pt x="26" y="34"/>
                    </a:cubicBezTo>
                    <a:close/>
                  </a:path>
                </a:pathLst>
              </a:custGeom>
              <a:solidFill>
                <a:srgbClr val="BE6A93"/>
              </a:solidFill>
              <a:ln w="2646" cap="flat">
                <a:noFill/>
              </a:ln>
            </p:spPr>
          </p:sp>
          <p:sp>
            <p:nvSpPr>
              <p:cNvPr id="2260" name="ICON_C_WINDOWS_GRAPHIC_path_232"/>
              <p:cNvSpPr/>
              <p:nvPr/>
            </p:nvSpPr>
            <p:spPr>
              <a:xfrm>
                <a:off x="5810251" y="7415977"/>
                <a:ext cx="33269" cy="37335"/>
              </a:xfrm>
              <a:custGeom>
                <a:avLst/>
                <a:gdLst/>
                <a:ahLst/>
                <a:cxnLst/>
                <a:rect l="0" t="0" r="r" b="b"/>
                <a:pathLst>
                  <a:path w="2620" h="2940" fill="norm" stroke="0">
                    <a:moveTo>
                      <a:pt x="1678" y="26"/>
                    </a:moveTo>
                    <a:cubicBezTo>
                      <a:pt x="1925" y="98"/>
                      <a:pt x="2078" y="198"/>
                      <a:pt x="2217" y="419"/>
                    </a:cubicBezTo>
                    <a:cubicBezTo>
                      <a:pt x="2620" y="1205"/>
                      <a:pt x="2541" y="2084"/>
                      <a:pt x="2500" y="2940"/>
                    </a:cubicBezTo>
                    <a:cubicBezTo>
                      <a:pt x="2077" y="2439"/>
                      <a:pt x="2002" y="1980"/>
                      <a:pt x="1953" y="1338"/>
                    </a:cubicBezTo>
                    <a:cubicBezTo>
                      <a:pt x="1945" y="1251"/>
                      <a:pt x="1937" y="1163"/>
                      <a:pt x="1929" y="1076"/>
                    </a:cubicBezTo>
                    <a:cubicBezTo>
                      <a:pt x="1909" y="864"/>
                      <a:pt x="1891" y="652"/>
                      <a:pt x="1875" y="440"/>
                    </a:cubicBezTo>
                    <a:cubicBezTo>
                      <a:pt x="1738" y="440"/>
                      <a:pt x="1600" y="440"/>
                      <a:pt x="1458" y="440"/>
                    </a:cubicBezTo>
                    <a:cubicBezTo>
                      <a:pt x="1459" y="501"/>
                      <a:pt x="1460" y="562"/>
                      <a:pt x="1461" y="624"/>
                    </a:cubicBezTo>
                    <a:cubicBezTo>
                      <a:pt x="1465" y="852"/>
                      <a:pt x="1468" y="1079"/>
                      <a:pt x="1470" y="1307"/>
                    </a:cubicBezTo>
                    <a:cubicBezTo>
                      <a:pt x="1471" y="1405"/>
                      <a:pt x="1472" y="1503"/>
                      <a:pt x="1474" y="1602"/>
                    </a:cubicBezTo>
                    <a:cubicBezTo>
                      <a:pt x="1476" y="1743"/>
                      <a:pt x="1478" y="1885"/>
                      <a:pt x="1479" y="2027"/>
                    </a:cubicBezTo>
                    <a:cubicBezTo>
                      <a:pt x="1480" y="2070"/>
                      <a:pt x="1481" y="2114"/>
                      <a:pt x="1482" y="2158"/>
                    </a:cubicBezTo>
                    <a:cubicBezTo>
                      <a:pt x="1482" y="2200"/>
                      <a:pt x="1482" y="2242"/>
                      <a:pt x="1482" y="2285"/>
                    </a:cubicBezTo>
                    <a:cubicBezTo>
                      <a:pt x="1482" y="2321"/>
                      <a:pt x="1483" y="2357"/>
                      <a:pt x="1483" y="2394"/>
                    </a:cubicBezTo>
                    <a:cubicBezTo>
                      <a:pt x="1458" y="2523"/>
                      <a:pt x="1458" y="2523"/>
                      <a:pt x="1250" y="2940"/>
                    </a:cubicBezTo>
                    <a:cubicBezTo>
                      <a:pt x="837" y="2802"/>
                      <a:pt x="425" y="2665"/>
                      <a:pt x="0" y="2523"/>
                    </a:cubicBezTo>
                    <a:cubicBezTo>
                      <a:pt x="69" y="2317"/>
                      <a:pt x="137" y="2111"/>
                      <a:pt x="208" y="1898"/>
                    </a:cubicBezTo>
                    <a:cubicBezTo>
                      <a:pt x="446" y="1819"/>
                      <a:pt x="446" y="1819"/>
                      <a:pt x="625" y="1898"/>
                    </a:cubicBezTo>
                    <a:cubicBezTo>
                      <a:pt x="705" y="1967"/>
                      <a:pt x="775" y="2034"/>
                      <a:pt x="847" y="2111"/>
                    </a:cubicBezTo>
                    <a:cubicBezTo>
                      <a:pt x="856" y="2120"/>
                      <a:pt x="856" y="2120"/>
                      <a:pt x="904" y="2170"/>
                    </a:cubicBezTo>
                    <a:cubicBezTo>
                      <a:pt x="950" y="2218"/>
                      <a:pt x="996" y="2266"/>
                      <a:pt x="1042" y="2315"/>
                    </a:cubicBezTo>
                    <a:cubicBezTo>
                      <a:pt x="1043" y="2302"/>
                      <a:pt x="1043" y="2302"/>
                      <a:pt x="1048" y="2237"/>
                    </a:cubicBezTo>
                    <a:cubicBezTo>
                      <a:pt x="1071" y="1970"/>
                      <a:pt x="1095" y="1703"/>
                      <a:pt x="1119" y="1436"/>
                    </a:cubicBezTo>
                    <a:cubicBezTo>
                      <a:pt x="1128" y="1336"/>
                      <a:pt x="1137" y="1237"/>
                      <a:pt x="1145" y="1137"/>
                    </a:cubicBezTo>
                    <a:cubicBezTo>
                      <a:pt x="1157" y="994"/>
                      <a:pt x="1170" y="851"/>
                      <a:pt x="1184" y="707"/>
                    </a:cubicBezTo>
                    <a:cubicBezTo>
                      <a:pt x="1188" y="663"/>
                      <a:pt x="1191" y="619"/>
                      <a:pt x="1195" y="573"/>
                    </a:cubicBezTo>
                    <a:cubicBezTo>
                      <a:pt x="1229" y="228"/>
                      <a:pt x="1229" y="228"/>
                      <a:pt x="1349" y="98"/>
                    </a:cubicBezTo>
                    <a:cubicBezTo>
                      <a:pt x="1467" y="17"/>
                      <a:pt x="1536" y="0"/>
                      <a:pt x="1678" y="26"/>
                    </a:cubicBezTo>
                    <a:close/>
                  </a:path>
                </a:pathLst>
              </a:custGeom>
              <a:solidFill>
                <a:srgbClr val="B2B0C7"/>
              </a:solidFill>
              <a:ln w="2646" cap="flat">
                <a:noFill/>
              </a:ln>
            </p:spPr>
          </p:sp>
          <p:sp>
            <p:nvSpPr>
              <p:cNvPr id="2261" name="ICON_C_WINDOWS_GRAPHIC_path_233"/>
              <p:cNvSpPr/>
              <p:nvPr/>
            </p:nvSpPr>
            <p:spPr>
              <a:xfrm>
                <a:off x="6347354" y="7291917"/>
                <a:ext cx="13229" cy="124354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9792" fill="norm" stroke="0">
                    <a:moveTo>
                      <a:pt x="833" y="0"/>
                    </a:moveTo>
                    <a:cubicBezTo>
                      <a:pt x="902" y="0"/>
                      <a:pt x="971" y="0"/>
                      <a:pt x="1042" y="0"/>
                    </a:cubicBezTo>
                    <a:cubicBezTo>
                      <a:pt x="1042" y="3163"/>
                      <a:pt x="1042" y="6325"/>
                      <a:pt x="1042" y="9583"/>
                    </a:cubicBezTo>
                    <a:cubicBezTo>
                      <a:pt x="870" y="9618"/>
                      <a:pt x="870" y="9618"/>
                      <a:pt x="0" y="9792"/>
                    </a:cubicBezTo>
                    <a:cubicBezTo>
                      <a:pt x="101" y="9707"/>
                      <a:pt x="202" y="9623"/>
                      <a:pt x="307" y="9536"/>
                    </a:cubicBezTo>
                    <a:cubicBezTo>
                      <a:pt x="602" y="9258"/>
                      <a:pt x="695" y="9028"/>
                      <a:pt x="714" y="8628"/>
                    </a:cubicBezTo>
                    <a:cubicBezTo>
                      <a:pt x="716" y="8503"/>
                      <a:pt x="716" y="8379"/>
                      <a:pt x="715" y="8254"/>
                    </a:cubicBezTo>
                    <a:cubicBezTo>
                      <a:pt x="717" y="8164"/>
                      <a:pt x="719" y="8073"/>
                      <a:pt x="721" y="7983"/>
                    </a:cubicBezTo>
                    <a:cubicBezTo>
                      <a:pt x="727" y="7739"/>
                      <a:pt x="729" y="7496"/>
                      <a:pt x="730" y="7252"/>
                    </a:cubicBezTo>
                    <a:cubicBezTo>
                      <a:pt x="732" y="6997"/>
                      <a:pt x="738" y="6742"/>
                      <a:pt x="743" y="6486"/>
                    </a:cubicBezTo>
                    <a:cubicBezTo>
                      <a:pt x="751" y="6059"/>
                      <a:pt x="757" y="5631"/>
                      <a:pt x="761" y="5203"/>
                    </a:cubicBezTo>
                    <a:cubicBezTo>
                      <a:pt x="766" y="4763"/>
                      <a:pt x="771" y="4322"/>
                      <a:pt x="779" y="3882"/>
                    </a:cubicBezTo>
                    <a:cubicBezTo>
                      <a:pt x="779" y="3869"/>
                      <a:pt x="779" y="3869"/>
                      <a:pt x="780" y="3800"/>
                    </a:cubicBezTo>
                    <a:cubicBezTo>
                      <a:pt x="782" y="3663"/>
                      <a:pt x="785" y="3526"/>
                      <a:pt x="787" y="3390"/>
                    </a:cubicBezTo>
                    <a:cubicBezTo>
                      <a:pt x="806" y="2260"/>
                      <a:pt x="821" y="1130"/>
                      <a:pt x="833" y="0"/>
                    </a:cubicBezTo>
                    <a:close/>
                  </a:path>
                </a:pathLst>
              </a:custGeom>
              <a:solidFill>
                <a:srgbClr val="EDFAF9"/>
              </a:solidFill>
              <a:ln w="2646" cap="flat">
                <a:noFill/>
              </a:ln>
            </p:spPr>
          </p:sp>
          <p:sp>
            <p:nvSpPr>
              <p:cNvPr id="2262" name="ICON_C_WINDOWS_GRAPHIC_path_234"/>
              <p:cNvSpPr/>
              <p:nvPr/>
            </p:nvSpPr>
            <p:spPr>
              <a:xfrm>
                <a:off x="6508750" y="7625065"/>
                <a:ext cx="79375" cy="8162"/>
              </a:xfrm>
              <a:custGeom>
                <a:avLst/>
                <a:gdLst/>
                <a:ahLst/>
                <a:cxnLst/>
                <a:rect l="0" t="0" r="r" b="b"/>
                <a:pathLst>
                  <a:path w="6250" h="643" fill="norm" stroke="0">
                    <a:moveTo>
                      <a:pt x="4531" y="5"/>
                    </a:moveTo>
                    <a:cubicBezTo>
                      <a:pt x="4574" y="5"/>
                      <a:pt x="4617" y="5"/>
                      <a:pt x="4661" y="5"/>
                    </a:cubicBezTo>
                    <a:cubicBezTo>
                      <a:pt x="5190" y="8"/>
                      <a:pt x="5720" y="12"/>
                      <a:pt x="6250" y="18"/>
                    </a:cubicBezTo>
                    <a:cubicBezTo>
                      <a:pt x="6250" y="224"/>
                      <a:pt x="6250" y="430"/>
                      <a:pt x="6250" y="643"/>
                    </a:cubicBezTo>
                    <a:cubicBezTo>
                      <a:pt x="5219" y="609"/>
                      <a:pt x="5219" y="609"/>
                      <a:pt x="0" y="434"/>
                    </a:cubicBezTo>
                    <a:cubicBezTo>
                      <a:pt x="0" y="366"/>
                      <a:pt x="0" y="297"/>
                      <a:pt x="0" y="226"/>
                    </a:cubicBezTo>
                    <a:cubicBezTo>
                      <a:pt x="338" y="188"/>
                      <a:pt x="677" y="154"/>
                      <a:pt x="1016" y="122"/>
                    </a:cubicBezTo>
                    <a:cubicBezTo>
                      <a:pt x="1042" y="120"/>
                      <a:pt x="1069" y="117"/>
                      <a:pt x="1096" y="115"/>
                    </a:cubicBezTo>
                    <a:cubicBezTo>
                      <a:pt x="2240" y="9"/>
                      <a:pt x="3383" y="0"/>
                      <a:pt x="4531" y="5"/>
                    </a:cubicBezTo>
                    <a:close/>
                  </a:path>
                </a:pathLst>
              </a:custGeom>
              <a:solidFill>
                <a:srgbClr val="E1F2EF"/>
              </a:solidFill>
              <a:ln w="2646" cap="flat">
                <a:noFill/>
              </a:ln>
            </p:spPr>
          </p:sp>
          <p:sp>
            <p:nvSpPr>
              <p:cNvPr id="2263" name="ICON_C_WINDOWS_GRAPHIC_path_235"/>
              <p:cNvSpPr/>
              <p:nvPr/>
            </p:nvSpPr>
            <p:spPr>
              <a:xfrm>
                <a:off x="5569479" y="7487708"/>
                <a:ext cx="37042" cy="61259"/>
              </a:xfrm>
              <a:custGeom>
                <a:avLst/>
                <a:gdLst/>
                <a:ahLst/>
                <a:cxnLst/>
                <a:rect l="0" t="0" r="r" b="b"/>
                <a:pathLst>
                  <a:path w="2917" h="4824" fill="norm" stroke="0">
                    <a:moveTo>
                      <a:pt x="0" y="0"/>
                    </a:moveTo>
                    <a:cubicBezTo>
                      <a:pt x="21" y="71"/>
                      <a:pt x="43" y="141"/>
                      <a:pt x="65" y="214"/>
                    </a:cubicBezTo>
                    <a:cubicBezTo>
                      <a:pt x="123" y="330"/>
                      <a:pt x="123" y="330"/>
                      <a:pt x="208" y="417"/>
                    </a:cubicBezTo>
                    <a:cubicBezTo>
                      <a:pt x="425" y="436"/>
                      <a:pt x="624" y="379"/>
                      <a:pt x="833" y="325"/>
                    </a:cubicBezTo>
                    <a:cubicBezTo>
                      <a:pt x="919" y="305"/>
                      <a:pt x="1004" y="285"/>
                      <a:pt x="1090" y="266"/>
                    </a:cubicBezTo>
                    <a:cubicBezTo>
                      <a:pt x="1168" y="249"/>
                      <a:pt x="1246" y="230"/>
                      <a:pt x="1323" y="210"/>
                    </a:cubicBezTo>
                    <a:cubicBezTo>
                      <a:pt x="1458" y="208"/>
                      <a:pt x="1458" y="208"/>
                      <a:pt x="1569" y="291"/>
                    </a:cubicBezTo>
                    <a:cubicBezTo>
                      <a:pt x="1702" y="434"/>
                      <a:pt x="1697" y="575"/>
                      <a:pt x="1696" y="762"/>
                    </a:cubicBezTo>
                    <a:cubicBezTo>
                      <a:pt x="1697" y="796"/>
                      <a:pt x="1698" y="831"/>
                      <a:pt x="1698" y="866"/>
                    </a:cubicBezTo>
                    <a:cubicBezTo>
                      <a:pt x="1700" y="940"/>
                      <a:pt x="1701" y="1014"/>
                      <a:pt x="1702" y="1088"/>
                    </a:cubicBezTo>
                    <a:cubicBezTo>
                      <a:pt x="1703" y="1206"/>
                      <a:pt x="1707" y="1323"/>
                      <a:pt x="1710" y="1440"/>
                    </a:cubicBezTo>
                    <a:cubicBezTo>
                      <a:pt x="1721" y="1774"/>
                      <a:pt x="1731" y="2107"/>
                      <a:pt x="1735" y="2441"/>
                    </a:cubicBezTo>
                    <a:cubicBezTo>
                      <a:pt x="1737" y="2645"/>
                      <a:pt x="1743" y="2849"/>
                      <a:pt x="1751" y="3054"/>
                    </a:cubicBezTo>
                    <a:cubicBezTo>
                      <a:pt x="1754" y="3131"/>
                      <a:pt x="1755" y="3209"/>
                      <a:pt x="1755" y="3287"/>
                    </a:cubicBezTo>
                    <a:cubicBezTo>
                      <a:pt x="1752" y="3786"/>
                      <a:pt x="1752" y="3786"/>
                      <a:pt x="1875" y="3958"/>
                    </a:cubicBezTo>
                    <a:cubicBezTo>
                      <a:pt x="2131" y="4115"/>
                      <a:pt x="2415" y="4127"/>
                      <a:pt x="2708" y="4167"/>
                    </a:cubicBezTo>
                    <a:cubicBezTo>
                      <a:pt x="2708" y="3754"/>
                      <a:pt x="2708" y="3342"/>
                      <a:pt x="2708" y="2917"/>
                    </a:cubicBezTo>
                    <a:cubicBezTo>
                      <a:pt x="2777" y="2917"/>
                      <a:pt x="2846" y="2917"/>
                      <a:pt x="2917" y="2917"/>
                    </a:cubicBezTo>
                    <a:cubicBezTo>
                      <a:pt x="2917" y="3467"/>
                      <a:pt x="2917" y="4017"/>
                      <a:pt x="2917" y="4583"/>
                    </a:cubicBezTo>
                    <a:cubicBezTo>
                      <a:pt x="2753" y="4626"/>
                      <a:pt x="2590" y="4669"/>
                      <a:pt x="2422" y="4714"/>
                    </a:cubicBezTo>
                    <a:cubicBezTo>
                      <a:pt x="2371" y="4728"/>
                      <a:pt x="2321" y="4743"/>
                      <a:pt x="2269" y="4758"/>
                    </a:cubicBezTo>
                    <a:cubicBezTo>
                      <a:pt x="2079" y="4802"/>
                      <a:pt x="1936" y="4824"/>
                      <a:pt x="1759" y="4731"/>
                    </a:cubicBezTo>
                    <a:cubicBezTo>
                      <a:pt x="1539" y="4538"/>
                      <a:pt x="1437" y="4387"/>
                      <a:pt x="1414" y="4091"/>
                    </a:cubicBezTo>
                    <a:cubicBezTo>
                      <a:pt x="1408" y="3898"/>
                      <a:pt x="1412" y="3706"/>
                      <a:pt x="1418" y="3514"/>
                    </a:cubicBezTo>
                    <a:cubicBezTo>
                      <a:pt x="1418" y="3430"/>
                      <a:pt x="1419" y="3347"/>
                      <a:pt x="1419" y="3264"/>
                    </a:cubicBezTo>
                    <a:cubicBezTo>
                      <a:pt x="1421" y="3045"/>
                      <a:pt x="1425" y="2826"/>
                      <a:pt x="1430" y="2608"/>
                    </a:cubicBezTo>
                    <a:cubicBezTo>
                      <a:pt x="1434" y="2385"/>
                      <a:pt x="1436" y="2161"/>
                      <a:pt x="1438" y="1938"/>
                    </a:cubicBezTo>
                    <a:cubicBezTo>
                      <a:pt x="1442" y="1500"/>
                      <a:pt x="1450" y="1062"/>
                      <a:pt x="1458" y="625"/>
                    </a:cubicBezTo>
                    <a:cubicBezTo>
                      <a:pt x="977" y="625"/>
                      <a:pt x="496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BDCEEF"/>
              </a:solidFill>
              <a:ln w="2646" cap="flat">
                <a:noFill/>
              </a:ln>
            </p:spPr>
          </p:sp>
          <p:sp>
            <p:nvSpPr>
              <p:cNvPr id="2264" name="ICON_C_WINDOWS_GRAPHIC_path_236"/>
              <p:cNvSpPr/>
              <p:nvPr/>
            </p:nvSpPr>
            <p:spPr>
              <a:xfrm>
                <a:off x="6841795" y="7466507"/>
                <a:ext cx="9279" cy="47659"/>
              </a:xfrm>
              <a:custGeom>
                <a:avLst/>
                <a:gdLst/>
                <a:ahLst/>
                <a:cxnLst/>
                <a:rect l="0" t="0" r="r" b="b"/>
                <a:pathLst>
                  <a:path w="731" h="3753" fill="norm" stroke="0">
                    <a:moveTo>
                      <a:pt x="344" y="0"/>
                    </a:moveTo>
                    <a:cubicBezTo>
                      <a:pt x="480" y="55"/>
                      <a:pt x="555" y="99"/>
                      <a:pt x="651" y="211"/>
                    </a:cubicBezTo>
                    <a:cubicBezTo>
                      <a:pt x="731" y="463"/>
                      <a:pt x="699" y="746"/>
                      <a:pt x="692" y="1006"/>
                    </a:cubicBezTo>
                    <a:cubicBezTo>
                      <a:pt x="691" y="1085"/>
                      <a:pt x="690" y="1164"/>
                      <a:pt x="690" y="1244"/>
                    </a:cubicBezTo>
                    <a:cubicBezTo>
                      <a:pt x="688" y="1451"/>
                      <a:pt x="684" y="1659"/>
                      <a:pt x="680" y="1867"/>
                    </a:cubicBezTo>
                    <a:cubicBezTo>
                      <a:pt x="675" y="2079"/>
                      <a:pt x="673" y="2292"/>
                      <a:pt x="671" y="2504"/>
                    </a:cubicBezTo>
                    <a:cubicBezTo>
                      <a:pt x="667" y="2920"/>
                      <a:pt x="660" y="3336"/>
                      <a:pt x="651" y="3753"/>
                    </a:cubicBezTo>
                    <a:cubicBezTo>
                      <a:pt x="445" y="3753"/>
                      <a:pt x="239" y="3753"/>
                      <a:pt x="26" y="3753"/>
                    </a:cubicBezTo>
                    <a:cubicBezTo>
                      <a:pt x="21" y="3295"/>
                      <a:pt x="18" y="2836"/>
                      <a:pt x="15" y="2378"/>
                    </a:cubicBezTo>
                    <a:cubicBezTo>
                      <a:pt x="14" y="2165"/>
                      <a:pt x="13" y="1953"/>
                      <a:pt x="10" y="1740"/>
                    </a:cubicBezTo>
                    <a:cubicBezTo>
                      <a:pt x="8" y="1535"/>
                      <a:pt x="7" y="1329"/>
                      <a:pt x="6" y="1124"/>
                    </a:cubicBezTo>
                    <a:cubicBezTo>
                      <a:pt x="6" y="1046"/>
                      <a:pt x="5" y="967"/>
                      <a:pt x="4" y="889"/>
                    </a:cubicBezTo>
                    <a:cubicBezTo>
                      <a:pt x="3" y="779"/>
                      <a:pt x="2" y="670"/>
                      <a:pt x="2" y="560"/>
                    </a:cubicBezTo>
                    <a:cubicBezTo>
                      <a:pt x="2" y="528"/>
                      <a:pt x="1" y="495"/>
                      <a:pt x="0" y="462"/>
                    </a:cubicBezTo>
                    <a:cubicBezTo>
                      <a:pt x="1" y="306"/>
                      <a:pt x="13" y="203"/>
                      <a:pt x="118" y="82"/>
                    </a:cubicBezTo>
                    <a:cubicBezTo>
                      <a:pt x="234" y="3"/>
                      <a:pt x="234" y="3"/>
                      <a:pt x="344" y="0"/>
                    </a:cubicBezTo>
                    <a:close/>
                  </a:path>
                </a:pathLst>
              </a:custGeom>
              <a:solidFill>
                <a:srgbClr val="B3B1C5"/>
              </a:solidFill>
              <a:ln w="2646" cap="flat">
                <a:noFill/>
              </a:ln>
            </p:spPr>
          </p:sp>
          <p:sp>
            <p:nvSpPr>
              <p:cNvPr id="2265" name="ICON_C_WINDOWS_GRAPHIC_path_237"/>
              <p:cNvSpPr/>
              <p:nvPr/>
            </p:nvSpPr>
            <p:spPr>
              <a:xfrm>
                <a:off x="5889625" y="7434061"/>
                <a:ext cx="19375" cy="61584"/>
              </a:xfrm>
              <a:custGeom>
                <a:avLst/>
                <a:gdLst/>
                <a:ahLst/>
                <a:cxnLst/>
                <a:rect l="0" t="0" r="r" b="b"/>
                <a:pathLst>
                  <a:path w="1526" h="4849" fill="norm" stroke="0">
                    <a:moveTo>
                      <a:pt x="1458" y="58"/>
                    </a:moveTo>
                    <a:cubicBezTo>
                      <a:pt x="1499" y="267"/>
                      <a:pt x="1526" y="476"/>
                      <a:pt x="1458" y="683"/>
                    </a:cubicBezTo>
                    <a:cubicBezTo>
                      <a:pt x="1391" y="753"/>
                      <a:pt x="1319" y="803"/>
                      <a:pt x="1240" y="859"/>
                    </a:cubicBezTo>
                    <a:cubicBezTo>
                      <a:pt x="991" y="1041"/>
                      <a:pt x="832" y="1239"/>
                      <a:pt x="775" y="1544"/>
                    </a:cubicBezTo>
                    <a:cubicBezTo>
                      <a:pt x="719" y="1927"/>
                      <a:pt x="706" y="2316"/>
                      <a:pt x="694" y="2702"/>
                    </a:cubicBezTo>
                    <a:cubicBezTo>
                      <a:pt x="688" y="2874"/>
                      <a:pt x="678" y="3046"/>
                      <a:pt x="669" y="3218"/>
                    </a:cubicBezTo>
                    <a:cubicBezTo>
                      <a:pt x="651" y="3553"/>
                      <a:pt x="637" y="3889"/>
                      <a:pt x="625" y="4224"/>
                    </a:cubicBezTo>
                    <a:cubicBezTo>
                      <a:pt x="597" y="4217"/>
                      <a:pt x="570" y="4210"/>
                      <a:pt x="541" y="4202"/>
                    </a:cubicBezTo>
                    <a:cubicBezTo>
                      <a:pt x="409" y="4182"/>
                      <a:pt x="334" y="4175"/>
                      <a:pt x="208" y="4224"/>
                    </a:cubicBezTo>
                    <a:cubicBezTo>
                      <a:pt x="89" y="4407"/>
                      <a:pt x="48" y="4639"/>
                      <a:pt x="0" y="4849"/>
                    </a:cubicBezTo>
                    <a:cubicBezTo>
                      <a:pt x="8" y="4347"/>
                      <a:pt x="20" y="3846"/>
                      <a:pt x="38" y="3344"/>
                    </a:cubicBezTo>
                    <a:cubicBezTo>
                      <a:pt x="46" y="3111"/>
                      <a:pt x="53" y="2878"/>
                      <a:pt x="56" y="2645"/>
                    </a:cubicBezTo>
                    <a:cubicBezTo>
                      <a:pt x="82" y="907"/>
                      <a:pt x="82" y="907"/>
                      <a:pt x="497" y="454"/>
                    </a:cubicBezTo>
                    <a:cubicBezTo>
                      <a:pt x="798" y="166"/>
                      <a:pt x="1030" y="0"/>
                      <a:pt x="1458" y="58"/>
                    </a:cubicBezTo>
                    <a:close/>
                  </a:path>
                </a:pathLst>
              </a:custGeom>
              <a:solidFill>
                <a:srgbClr val="E0A3C2"/>
              </a:solidFill>
              <a:ln w="2646" cap="flat">
                <a:noFill/>
              </a:ln>
            </p:spPr>
          </p:sp>
          <p:sp>
            <p:nvSpPr>
              <p:cNvPr id="2266" name="ICON_C_WINDOWS_GRAPHIC_path_238"/>
              <p:cNvSpPr/>
              <p:nvPr/>
            </p:nvSpPr>
            <p:spPr>
              <a:xfrm>
                <a:off x="5407599" y="7403042"/>
                <a:ext cx="19005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1496" h="3750" fill="norm" stroke="0">
                    <a:moveTo>
                      <a:pt x="663" y="0"/>
                    </a:moveTo>
                    <a:cubicBezTo>
                      <a:pt x="801" y="0"/>
                      <a:pt x="938" y="0"/>
                      <a:pt x="1080" y="0"/>
                    </a:cubicBezTo>
                    <a:cubicBezTo>
                      <a:pt x="1085" y="60"/>
                      <a:pt x="1090" y="120"/>
                      <a:pt x="1096" y="181"/>
                    </a:cubicBezTo>
                    <a:cubicBezTo>
                      <a:pt x="1115" y="406"/>
                      <a:pt x="1136" y="631"/>
                      <a:pt x="1157" y="856"/>
                    </a:cubicBezTo>
                    <a:cubicBezTo>
                      <a:pt x="1166" y="952"/>
                      <a:pt x="1175" y="1049"/>
                      <a:pt x="1183" y="1146"/>
                    </a:cubicBezTo>
                    <a:cubicBezTo>
                      <a:pt x="1231" y="1691"/>
                      <a:pt x="1283" y="2201"/>
                      <a:pt x="1496" y="2708"/>
                    </a:cubicBezTo>
                    <a:cubicBezTo>
                      <a:pt x="1359" y="2708"/>
                      <a:pt x="1221" y="2708"/>
                      <a:pt x="1080" y="2708"/>
                    </a:cubicBezTo>
                    <a:cubicBezTo>
                      <a:pt x="1011" y="3052"/>
                      <a:pt x="942" y="3396"/>
                      <a:pt x="871" y="3750"/>
                    </a:cubicBezTo>
                    <a:cubicBezTo>
                      <a:pt x="402" y="3689"/>
                      <a:pt x="402" y="3689"/>
                      <a:pt x="246" y="3542"/>
                    </a:cubicBezTo>
                    <a:cubicBezTo>
                      <a:pt x="159" y="3374"/>
                      <a:pt x="116" y="3205"/>
                      <a:pt x="77" y="3021"/>
                    </a:cubicBezTo>
                    <a:cubicBezTo>
                      <a:pt x="66" y="2974"/>
                      <a:pt x="55" y="2927"/>
                      <a:pt x="44" y="2878"/>
                    </a:cubicBezTo>
                    <a:cubicBezTo>
                      <a:pt x="40" y="2856"/>
                      <a:pt x="40" y="2856"/>
                      <a:pt x="21" y="2741"/>
                    </a:cubicBezTo>
                    <a:cubicBezTo>
                      <a:pt x="17" y="2720"/>
                      <a:pt x="17" y="2720"/>
                      <a:pt x="0" y="2616"/>
                    </a:cubicBezTo>
                    <a:cubicBezTo>
                      <a:pt x="12" y="2578"/>
                      <a:pt x="25" y="2539"/>
                      <a:pt x="38" y="2500"/>
                    </a:cubicBezTo>
                    <a:cubicBezTo>
                      <a:pt x="105" y="2469"/>
                      <a:pt x="173" y="2440"/>
                      <a:pt x="242" y="2413"/>
                    </a:cubicBezTo>
                    <a:cubicBezTo>
                      <a:pt x="441" y="2324"/>
                      <a:pt x="441" y="2324"/>
                      <a:pt x="500" y="2185"/>
                    </a:cubicBezTo>
                    <a:cubicBezTo>
                      <a:pt x="523" y="2046"/>
                      <a:pt x="534" y="1911"/>
                      <a:pt x="541" y="1770"/>
                    </a:cubicBezTo>
                    <a:cubicBezTo>
                      <a:pt x="545" y="1719"/>
                      <a:pt x="549" y="1669"/>
                      <a:pt x="553" y="1617"/>
                    </a:cubicBezTo>
                    <a:cubicBezTo>
                      <a:pt x="564" y="1483"/>
                      <a:pt x="572" y="1349"/>
                      <a:pt x="580" y="1215"/>
                    </a:cubicBezTo>
                    <a:cubicBezTo>
                      <a:pt x="588" y="1078"/>
                      <a:pt x="599" y="941"/>
                      <a:pt x="609" y="804"/>
                    </a:cubicBezTo>
                    <a:cubicBezTo>
                      <a:pt x="630" y="536"/>
                      <a:pt x="647" y="268"/>
                      <a:pt x="663" y="0"/>
                    </a:cubicBezTo>
                    <a:close/>
                  </a:path>
                </a:pathLst>
              </a:custGeom>
              <a:solidFill>
                <a:srgbClr val="95AEE2"/>
              </a:solidFill>
              <a:ln w="2646" cap="flat">
                <a:noFill/>
              </a:ln>
            </p:spPr>
          </p:sp>
          <p:sp>
            <p:nvSpPr>
              <p:cNvPr id="2267" name="ICON_C_WINDOWS_GRAPHIC_path_239"/>
              <p:cNvSpPr/>
              <p:nvPr/>
            </p:nvSpPr>
            <p:spPr>
              <a:xfrm>
                <a:off x="5855229" y="7366000"/>
                <a:ext cx="7938" cy="71438"/>
              </a:xfrm>
              <a:custGeom>
                <a:avLst/>
                <a:gdLst/>
                <a:ahLst/>
                <a:cxnLst/>
                <a:rect l="0" t="0" r="r" b="b"/>
                <a:pathLst>
                  <a:path w="625" h="5625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1856"/>
                      <a:pt x="625" y="3712"/>
                      <a:pt x="625" y="5625"/>
                    </a:cubicBezTo>
                    <a:cubicBezTo>
                      <a:pt x="556" y="5625"/>
                      <a:pt x="488" y="5625"/>
                      <a:pt x="417" y="5625"/>
                    </a:cubicBezTo>
                    <a:cubicBezTo>
                      <a:pt x="348" y="4869"/>
                      <a:pt x="279" y="4112"/>
                      <a:pt x="208" y="3333"/>
                    </a:cubicBezTo>
                    <a:cubicBezTo>
                      <a:pt x="140" y="3333"/>
                      <a:pt x="71" y="3333"/>
                      <a:pt x="0" y="3333"/>
                    </a:cubicBezTo>
                    <a:cubicBezTo>
                      <a:pt x="0" y="2233"/>
                      <a:pt x="0" y="1133"/>
                      <a:pt x="0" y="0"/>
                    </a:cubicBezTo>
                    <a:close/>
                  </a:path>
                </a:pathLst>
              </a:custGeom>
              <a:solidFill>
                <a:srgbClr val="A096B6"/>
              </a:solidFill>
              <a:ln w="2646" cap="flat">
                <a:noFill/>
              </a:ln>
            </p:spPr>
          </p:sp>
          <p:sp>
            <p:nvSpPr>
              <p:cNvPr id="2268" name="ICON_C_WINDOWS_GRAPHIC_path_240"/>
              <p:cNvSpPr/>
              <p:nvPr/>
            </p:nvSpPr>
            <p:spPr>
              <a:xfrm>
                <a:off x="5876396" y="7435935"/>
                <a:ext cx="16132" cy="67649"/>
              </a:xfrm>
              <a:custGeom>
                <a:avLst/>
                <a:gdLst/>
                <a:ahLst/>
                <a:cxnLst/>
                <a:rect l="0" t="0" r="r" b="b"/>
                <a:pathLst>
                  <a:path w="1270" h="5327" fill="norm" stroke="0">
                    <a:moveTo>
                      <a:pt x="1042" y="118"/>
                    </a:moveTo>
                    <a:cubicBezTo>
                      <a:pt x="1084" y="556"/>
                      <a:pt x="1123" y="995"/>
                      <a:pt x="1159" y="1433"/>
                    </a:cubicBezTo>
                    <a:cubicBezTo>
                      <a:pt x="1160" y="1450"/>
                      <a:pt x="1160" y="1450"/>
                      <a:pt x="1167" y="1533"/>
                    </a:cubicBezTo>
                    <a:cubicBezTo>
                      <a:pt x="1270" y="2822"/>
                      <a:pt x="1217" y="4044"/>
                      <a:pt x="1042" y="5327"/>
                    </a:cubicBezTo>
                    <a:cubicBezTo>
                      <a:pt x="904" y="5327"/>
                      <a:pt x="767" y="5327"/>
                      <a:pt x="625" y="5327"/>
                    </a:cubicBezTo>
                    <a:cubicBezTo>
                      <a:pt x="556" y="5052"/>
                      <a:pt x="488" y="4777"/>
                      <a:pt x="417" y="4493"/>
                    </a:cubicBezTo>
                    <a:cubicBezTo>
                      <a:pt x="554" y="4493"/>
                      <a:pt x="692" y="4493"/>
                      <a:pt x="833" y="4493"/>
                    </a:cubicBezTo>
                    <a:cubicBezTo>
                      <a:pt x="765" y="3325"/>
                      <a:pt x="696" y="2156"/>
                      <a:pt x="625" y="952"/>
                    </a:cubicBezTo>
                    <a:cubicBezTo>
                      <a:pt x="556" y="1158"/>
                      <a:pt x="488" y="1364"/>
                      <a:pt x="417" y="1577"/>
                    </a:cubicBezTo>
                    <a:cubicBezTo>
                      <a:pt x="234" y="1609"/>
                      <a:pt x="166" y="1620"/>
                      <a:pt x="0" y="1577"/>
                    </a:cubicBezTo>
                    <a:cubicBezTo>
                      <a:pt x="44" y="1368"/>
                      <a:pt x="92" y="1161"/>
                      <a:pt x="144" y="954"/>
                    </a:cubicBezTo>
                    <a:cubicBezTo>
                      <a:pt x="161" y="883"/>
                      <a:pt x="177" y="812"/>
                      <a:pt x="191" y="741"/>
                    </a:cubicBezTo>
                    <a:cubicBezTo>
                      <a:pt x="213" y="639"/>
                      <a:pt x="238" y="539"/>
                      <a:pt x="265" y="437"/>
                    </a:cubicBezTo>
                    <a:cubicBezTo>
                      <a:pt x="270" y="405"/>
                      <a:pt x="276" y="374"/>
                      <a:pt x="282" y="341"/>
                    </a:cubicBezTo>
                    <a:cubicBezTo>
                      <a:pt x="379" y="0"/>
                      <a:pt x="755" y="94"/>
                      <a:pt x="1042" y="118"/>
                    </a:cubicBezTo>
                    <a:close/>
                  </a:path>
                </a:pathLst>
              </a:custGeom>
              <a:solidFill>
                <a:srgbClr val="D28AB3"/>
              </a:solidFill>
              <a:ln w="2646" cap="flat">
                <a:noFill/>
              </a:ln>
            </p:spPr>
          </p:sp>
          <p:sp>
            <p:nvSpPr>
              <p:cNvPr id="2269" name="ICON_C_WINDOWS_GRAPHIC_path_241"/>
              <p:cNvSpPr/>
              <p:nvPr/>
            </p:nvSpPr>
            <p:spPr>
              <a:xfrm>
                <a:off x="6720417" y="7392458"/>
                <a:ext cx="13229" cy="7143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5625" fill="norm" stroke="0">
                    <a:moveTo>
                      <a:pt x="0" y="0"/>
                    </a:moveTo>
                    <a:cubicBezTo>
                      <a:pt x="69" y="0"/>
                      <a:pt x="138" y="0"/>
                      <a:pt x="208" y="0"/>
                    </a:cubicBezTo>
                    <a:cubicBezTo>
                      <a:pt x="346" y="1031"/>
                      <a:pt x="483" y="2062"/>
                      <a:pt x="625" y="3125"/>
                    </a:cubicBezTo>
                    <a:cubicBezTo>
                      <a:pt x="763" y="2850"/>
                      <a:pt x="900" y="2575"/>
                      <a:pt x="1042" y="2292"/>
                    </a:cubicBezTo>
                    <a:cubicBezTo>
                      <a:pt x="1024" y="2603"/>
                      <a:pt x="1004" y="2915"/>
                      <a:pt x="982" y="3226"/>
                    </a:cubicBezTo>
                    <a:cubicBezTo>
                      <a:pt x="971" y="3371"/>
                      <a:pt x="962" y="3516"/>
                      <a:pt x="954" y="3661"/>
                    </a:cubicBezTo>
                    <a:cubicBezTo>
                      <a:pt x="913" y="4391"/>
                      <a:pt x="826" y="4994"/>
                      <a:pt x="417" y="5625"/>
                    </a:cubicBezTo>
                    <a:cubicBezTo>
                      <a:pt x="285" y="5532"/>
                      <a:pt x="220" y="5472"/>
                      <a:pt x="186" y="5311"/>
                    </a:cubicBezTo>
                    <a:cubicBezTo>
                      <a:pt x="174" y="5172"/>
                      <a:pt x="169" y="5035"/>
                      <a:pt x="166" y="4896"/>
                    </a:cubicBezTo>
                    <a:cubicBezTo>
                      <a:pt x="164" y="4842"/>
                      <a:pt x="161" y="4789"/>
                      <a:pt x="159" y="4736"/>
                    </a:cubicBezTo>
                    <a:cubicBezTo>
                      <a:pt x="154" y="4591"/>
                      <a:pt x="149" y="4446"/>
                      <a:pt x="145" y="4302"/>
                    </a:cubicBezTo>
                    <a:cubicBezTo>
                      <a:pt x="141" y="4150"/>
                      <a:pt x="135" y="3999"/>
                      <a:pt x="129" y="3848"/>
                    </a:cubicBezTo>
                    <a:cubicBezTo>
                      <a:pt x="119" y="3562"/>
                      <a:pt x="110" y="3275"/>
                      <a:pt x="101" y="2989"/>
                    </a:cubicBezTo>
                    <a:cubicBezTo>
                      <a:pt x="90" y="2663"/>
                      <a:pt x="79" y="2337"/>
                      <a:pt x="67" y="2011"/>
                    </a:cubicBezTo>
                    <a:cubicBezTo>
                      <a:pt x="44" y="1341"/>
                      <a:pt x="21" y="670"/>
                      <a:pt x="0" y="0"/>
                    </a:cubicBezTo>
                    <a:close/>
                  </a:path>
                </a:pathLst>
              </a:custGeom>
              <a:solidFill>
                <a:srgbClr val="EFEDF4"/>
              </a:solidFill>
              <a:ln w="2646" cap="flat">
                <a:noFill/>
              </a:ln>
            </p:spPr>
          </p:sp>
          <p:sp>
            <p:nvSpPr>
              <p:cNvPr id="2270" name="ICON_C_WINDOWS_GRAPHIC_path_242"/>
              <p:cNvSpPr/>
              <p:nvPr/>
            </p:nvSpPr>
            <p:spPr>
              <a:xfrm>
                <a:off x="6249064" y="7394722"/>
                <a:ext cx="12409" cy="37425"/>
              </a:xfrm>
              <a:custGeom>
                <a:avLst/>
                <a:gdLst/>
                <a:ahLst/>
                <a:cxnLst/>
                <a:rect l="0" t="0" r="r" b="b"/>
                <a:pathLst>
                  <a:path w="977" h="2947" fill="norm" stroke="0">
                    <a:moveTo>
                      <a:pt x="560" y="43"/>
                    </a:moveTo>
                    <a:cubicBezTo>
                      <a:pt x="693" y="83"/>
                      <a:pt x="777" y="129"/>
                      <a:pt x="864" y="239"/>
                    </a:cubicBezTo>
                    <a:cubicBezTo>
                      <a:pt x="977" y="578"/>
                      <a:pt x="955" y="957"/>
                      <a:pt x="946" y="1311"/>
                    </a:cubicBezTo>
                    <a:cubicBezTo>
                      <a:pt x="942" y="1459"/>
                      <a:pt x="944" y="1606"/>
                      <a:pt x="948" y="1754"/>
                    </a:cubicBezTo>
                    <a:cubicBezTo>
                      <a:pt x="966" y="2623"/>
                      <a:pt x="966" y="2623"/>
                      <a:pt x="799" y="2812"/>
                    </a:cubicBezTo>
                    <a:cubicBezTo>
                      <a:pt x="623" y="2924"/>
                      <a:pt x="444" y="2944"/>
                      <a:pt x="239" y="2947"/>
                    </a:cubicBezTo>
                    <a:cubicBezTo>
                      <a:pt x="43" y="2628"/>
                      <a:pt x="0" y="2366"/>
                      <a:pt x="3" y="1995"/>
                    </a:cubicBezTo>
                    <a:cubicBezTo>
                      <a:pt x="3" y="1946"/>
                      <a:pt x="3" y="1896"/>
                      <a:pt x="3" y="1845"/>
                    </a:cubicBezTo>
                    <a:cubicBezTo>
                      <a:pt x="3" y="1740"/>
                      <a:pt x="3" y="1636"/>
                      <a:pt x="4" y="1531"/>
                    </a:cubicBezTo>
                    <a:cubicBezTo>
                      <a:pt x="5" y="1398"/>
                      <a:pt x="4" y="1264"/>
                      <a:pt x="3" y="1130"/>
                    </a:cubicBezTo>
                    <a:cubicBezTo>
                      <a:pt x="2" y="1002"/>
                      <a:pt x="3" y="874"/>
                      <a:pt x="3" y="745"/>
                    </a:cubicBezTo>
                    <a:cubicBezTo>
                      <a:pt x="3" y="698"/>
                      <a:pt x="2" y="650"/>
                      <a:pt x="2" y="601"/>
                    </a:cubicBezTo>
                    <a:cubicBezTo>
                      <a:pt x="7" y="233"/>
                      <a:pt x="7" y="233"/>
                      <a:pt x="117" y="102"/>
                    </a:cubicBezTo>
                    <a:cubicBezTo>
                      <a:pt x="274" y="10"/>
                      <a:pt x="388" y="0"/>
                      <a:pt x="560" y="43"/>
                    </a:cubicBezTo>
                    <a:close/>
                  </a:path>
                </a:pathLst>
              </a:custGeom>
              <a:solidFill>
                <a:srgbClr val="9A96B5"/>
              </a:solidFill>
              <a:ln w="2646" cap="flat">
                <a:noFill/>
              </a:ln>
            </p:spPr>
          </p:sp>
          <p:sp>
            <p:nvSpPr>
              <p:cNvPr id="2271" name="ICON_C_WINDOWS_GRAPHIC_path_243"/>
              <p:cNvSpPr/>
              <p:nvPr/>
            </p:nvSpPr>
            <p:spPr>
              <a:xfrm>
                <a:off x="5372873" y="7458604"/>
                <a:ext cx="15502" cy="50271"/>
              </a:xfrm>
              <a:custGeom>
                <a:avLst/>
                <a:gdLst/>
                <a:ahLst/>
                <a:cxnLst/>
                <a:rect l="0" t="0" r="r" b="b"/>
                <a:pathLst>
                  <a:path w="1221" h="3958" fill="norm" stroke="0">
                    <a:moveTo>
                      <a:pt x="897" y="0"/>
                    </a:moveTo>
                    <a:cubicBezTo>
                      <a:pt x="1221" y="774"/>
                      <a:pt x="1050" y="1540"/>
                      <a:pt x="927" y="2339"/>
                    </a:cubicBezTo>
                    <a:cubicBezTo>
                      <a:pt x="899" y="2522"/>
                      <a:pt x="874" y="2705"/>
                      <a:pt x="847" y="2888"/>
                    </a:cubicBezTo>
                    <a:cubicBezTo>
                      <a:pt x="796" y="3245"/>
                      <a:pt x="743" y="3602"/>
                      <a:pt x="689" y="3958"/>
                    </a:cubicBezTo>
                    <a:cubicBezTo>
                      <a:pt x="483" y="3958"/>
                      <a:pt x="277" y="3958"/>
                      <a:pt x="64" y="3958"/>
                    </a:cubicBezTo>
                    <a:cubicBezTo>
                      <a:pt x="55" y="3667"/>
                      <a:pt x="47" y="3375"/>
                      <a:pt x="42" y="3084"/>
                    </a:cubicBezTo>
                    <a:cubicBezTo>
                      <a:pt x="40" y="2948"/>
                      <a:pt x="37" y="2813"/>
                      <a:pt x="33" y="2677"/>
                    </a:cubicBezTo>
                    <a:cubicBezTo>
                      <a:pt x="0" y="1719"/>
                      <a:pt x="0" y="1719"/>
                      <a:pt x="151" y="1523"/>
                    </a:cubicBezTo>
                    <a:cubicBezTo>
                      <a:pt x="260" y="1426"/>
                      <a:pt x="260" y="1426"/>
                      <a:pt x="374" y="1342"/>
                    </a:cubicBezTo>
                    <a:cubicBezTo>
                      <a:pt x="588" y="1157"/>
                      <a:pt x="638" y="863"/>
                      <a:pt x="715" y="599"/>
                    </a:cubicBezTo>
                    <a:cubicBezTo>
                      <a:pt x="733" y="541"/>
                      <a:pt x="751" y="482"/>
                      <a:pt x="770" y="424"/>
                    </a:cubicBezTo>
                    <a:cubicBezTo>
                      <a:pt x="814" y="283"/>
                      <a:pt x="856" y="142"/>
                      <a:pt x="897" y="0"/>
                    </a:cubicBezTo>
                    <a:close/>
                  </a:path>
                </a:pathLst>
              </a:custGeom>
              <a:solidFill>
                <a:srgbClr val="A6A1BF"/>
              </a:solidFill>
              <a:ln w="2646" cap="flat">
                <a:noFill/>
              </a:ln>
            </p:spPr>
          </p:sp>
          <p:sp>
            <p:nvSpPr>
              <p:cNvPr id="2272" name="ICON_C_WINDOWS_GRAPHIC_path_244"/>
              <p:cNvSpPr/>
              <p:nvPr/>
            </p:nvSpPr>
            <p:spPr>
              <a:xfrm>
                <a:off x="6449041" y="7432146"/>
                <a:ext cx="20021" cy="60854"/>
              </a:xfrm>
              <a:custGeom>
                <a:avLst/>
                <a:gdLst/>
                <a:ahLst/>
                <a:cxnLst/>
                <a:rect l="0" t="0" r="r" b="b"/>
                <a:pathLst>
                  <a:path w="1576" h="4792" fill="norm" stroke="0">
                    <a:moveTo>
                      <a:pt x="118" y="0"/>
                    </a:moveTo>
                    <a:cubicBezTo>
                      <a:pt x="187" y="0"/>
                      <a:pt x="256" y="0"/>
                      <a:pt x="326" y="0"/>
                    </a:cubicBezTo>
                    <a:cubicBezTo>
                      <a:pt x="395" y="756"/>
                      <a:pt x="464" y="1513"/>
                      <a:pt x="535" y="2292"/>
                    </a:cubicBezTo>
                    <a:cubicBezTo>
                      <a:pt x="672" y="2017"/>
                      <a:pt x="810" y="1742"/>
                      <a:pt x="951" y="1458"/>
                    </a:cubicBezTo>
                    <a:cubicBezTo>
                      <a:pt x="962" y="1546"/>
                      <a:pt x="972" y="1634"/>
                      <a:pt x="982" y="1724"/>
                    </a:cubicBezTo>
                    <a:cubicBezTo>
                      <a:pt x="994" y="1810"/>
                      <a:pt x="1006" y="1895"/>
                      <a:pt x="1018" y="1981"/>
                    </a:cubicBezTo>
                    <a:cubicBezTo>
                      <a:pt x="1025" y="2040"/>
                      <a:pt x="1033" y="2099"/>
                      <a:pt x="1039" y="2159"/>
                    </a:cubicBezTo>
                    <a:cubicBezTo>
                      <a:pt x="1095" y="2653"/>
                      <a:pt x="1095" y="2653"/>
                      <a:pt x="1261" y="2795"/>
                    </a:cubicBezTo>
                    <a:cubicBezTo>
                      <a:pt x="1365" y="2847"/>
                      <a:pt x="1464" y="2886"/>
                      <a:pt x="1576" y="2917"/>
                    </a:cubicBezTo>
                    <a:cubicBezTo>
                      <a:pt x="1553" y="3022"/>
                      <a:pt x="1526" y="3125"/>
                      <a:pt x="1498" y="3229"/>
                    </a:cubicBezTo>
                    <a:cubicBezTo>
                      <a:pt x="1492" y="3259"/>
                      <a:pt x="1485" y="3289"/>
                      <a:pt x="1479" y="3320"/>
                    </a:cubicBezTo>
                    <a:cubicBezTo>
                      <a:pt x="1454" y="3405"/>
                      <a:pt x="1454" y="3405"/>
                      <a:pt x="1368" y="3542"/>
                    </a:cubicBezTo>
                    <a:cubicBezTo>
                      <a:pt x="1231" y="3542"/>
                      <a:pt x="1093" y="3542"/>
                      <a:pt x="951" y="3542"/>
                    </a:cubicBezTo>
                    <a:cubicBezTo>
                      <a:pt x="951" y="3954"/>
                      <a:pt x="951" y="4367"/>
                      <a:pt x="951" y="4792"/>
                    </a:cubicBezTo>
                    <a:cubicBezTo>
                      <a:pt x="635" y="4354"/>
                      <a:pt x="431" y="3974"/>
                      <a:pt x="300" y="3450"/>
                    </a:cubicBezTo>
                    <a:cubicBezTo>
                      <a:pt x="296" y="3434"/>
                      <a:pt x="296" y="3434"/>
                      <a:pt x="274" y="3348"/>
                    </a:cubicBezTo>
                    <a:cubicBezTo>
                      <a:pt x="0" y="2263"/>
                      <a:pt x="81" y="1109"/>
                      <a:pt x="118" y="0"/>
                    </a:cubicBezTo>
                    <a:close/>
                  </a:path>
                </a:pathLst>
              </a:custGeom>
              <a:solidFill>
                <a:srgbClr val="9EB6C0"/>
              </a:solidFill>
              <a:ln w="2646" cap="flat">
                <a:noFill/>
              </a:ln>
            </p:spPr>
          </p:sp>
          <p:sp>
            <p:nvSpPr>
              <p:cNvPr id="2273" name="ICON_C_WINDOWS_GRAPHIC_path_245"/>
              <p:cNvSpPr/>
              <p:nvPr/>
            </p:nvSpPr>
            <p:spPr>
              <a:xfrm>
                <a:off x="6154208" y="7410449"/>
                <a:ext cx="31750" cy="26988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2125" fill="norm" stroke="0">
                    <a:moveTo>
                      <a:pt x="1901" y="29"/>
                    </a:moveTo>
                    <a:cubicBezTo>
                      <a:pt x="2099" y="33"/>
                      <a:pt x="2296" y="37"/>
                      <a:pt x="2500" y="42"/>
                    </a:cubicBezTo>
                    <a:cubicBezTo>
                      <a:pt x="2500" y="660"/>
                      <a:pt x="2500" y="1279"/>
                      <a:pt x="2500" y="1917"/>
                    </a:cubicBezTo>
                    <a:cubicBezTo>
                      <a:pt x="2431" y="1917"/>
                      <a:pt x="2363" y="1917"/>
                      <a:pt x="2292" y="1917"/>
                    </a:cubicBezTo>
                    <a:cubicBezTo>
                      <a:pt x="2292" y="1367"/>
                      <a:pt x="2292" y="817"/>
                      <a:pt x="2292" y="250"/>
                    </a:cubicBezTo>
                    <a:cubicBezTo>
                      <a:pt x="2017" y="250"/>
                      <a:pt x="1742" y="250"/>
                      <a:pt x="1458" y="250"/>
                    </a:cubicBezTo>
                    <a:cubicBezTo>
                      <a:pt x="1463" y="333"/>
                      <a:pt x="1468" y="416"/>
                      <a:pt x="1473" y="502"/>
                    </a:cubicBezTo>
                    <a:cubicBezTo>
                      <a:pt x="1520" y="1530"/>
                      <a:pt x="1520" y="1530"/>
                      <a:pt x="1289" y="1891"/>
                    </a:cubicBezTo>
                    <a:cubicBezTo>
                      <a:pt x="1274" y="1916"/>
                      <a:pt x="1260" y="1941"/>
                      <a:pt x="1245" y="1966"/>
                    </a:cubicBezTo>
                    <a:cubicBezTo>
                      <a:pt x="1194" y="2032"/>
                      <a:pt x="1194" y="2032"/>
                      <a:pt x="1042" y="2125"/>
                    </a:cubicBezTo>
                    <a:cubicBezTo>
                      <a:pt x="835" y="2125"/>
                      <a:pt x="629" y="2125"/>
                      <a:pt x="417" y="2125"/>
                    </a:cubicBezTo>
                    <a:cubicBezTo>
                      <a:pt x="279" y="1575"/>
                      <a:pt x="142" y="1025"/>
                      <a:pt x="0" y="458"/>
                    </a:cubicBezTo>
                    <a:cubicBezTo>
                      <a:pt x="103" y="527"/>
                      <a:pt x="103" y="527"/>
                      <a:pt x="625" y="875"/>
                    </a:cubicBezTo>
                    <a:cubicBezTo>
                      <a:pt x="703" y="576"/>
                      <a:pt x="703" y="576"/>
                      <a:pt x="725" y="482"/>
                    </a:cubicBezTo>
                    <a:cubicBezTo>
                      <a:pt x="777" y="307"/>
                      <a:pt x="851" y="219"/>
                      <a:pt x="1009" y="126"/>
                    </a:cubicBezTo>
                    <a:cubicBezTo>
                      <a:pt x="1299" y="0"/>
                      <a:pt x="1591" y="19"/>
                      <a:pt x="1901" y="29"/>
                    </a:cubicBezTo>
                    <a:close/>
                  </a:path>
                </a:pathLst>
              </a:custGeom>
              <a:solidFill>
                <a:srgbClr val="DBDAE6"/>
              </a:solidFill>
              <a:ln w="2646" cap="flat">
                <a:noFill/>
              </a:ln>
            </p:spPr>
          </p:sp>
          <p:sp>
            <p:nvSpPr>
              <p:cNvPr id="2274" name="ICON_C_WINDOWS_GRAPHIC_path_246"/>
              <p:cNvSpPr/>
              <p:nvPr/>
            </p:nvSpPr>
            <p:spPr>
              <a:xfrm>
                <a:off x="5352119" y="7471643"/>
                <a:ext cx="34798" cy="48218"/>
              </a:xfrm>
              <a:custGeom>
                <a:avLst/>
                <a:gdLst/>
                <a:ahLst/>
                <a:cxnLst/>
                <a:rect l="0" t="0" r="r" b="b"/>
                <a:pathLst>
                  <a:path w="2740" h="3797" fill="norm" stroke="0">
                    <a:moveTo>
                      <a:pt x="481" y="33"/>
                    </a:moveTo>
                    <a:cubicBezTo>
                      <a:pt x="526" y="42"/>
                      <a:pt x="572" y="51"/>
                      <a:pt x="618" y="61"/>
                    </a:cubicBezTo>
                    <a:cubicBezTo>
                      <a:pt x="642" y="66"/>
                      <a:pt x="642" y="66"/>
                      <a:pt x="761" y="93"/>
                    </a:cubicBezTo>
                    <a:cubicBezTo>
                      <a:pt x="784" y="98"/>
                      <a:pt x="784" y="98"/>
                      <a:pt x="903" y="121"/>
                    </a:cubicBezTo>
                    <a:cubicBezTo>
                      <a:pt x="1166" y="177"/>
                      <a:pt x="1313" y="219"/>
                      <a:pt x="1490" y="432"/>
                    </a:cubicBezTo>
                    <a:cubicBezTo>
                      <a:pt x="1523" y="567"/>
                      <a:pt x="1523" y="567"/>
                      <a:pt x="1533" y="723"/>
                    </a:cubicBezTo>
                    <a:cubicBezTo>
                      <a:pt x="1535" y="751"/>
                      <a:pt x="1537" y="780"/>
                      <a:pt x="1539" y="809"/>
                    </a:cubicBezTo>
                    <a:cubicBezTo>
                      <a:pt x="1545" y="903"/>
                      <a:pt x="1551" y="996"/>
                      <a:pt x="1556" y="1090"/>
                    </a:cubicBezTo>
                    <a:cubicBezTo>
                      <a:pt x="1560" y="1155"/>
                      <a:pt x="1565" y="1220"/>
                      <a:pt x="1569" y="1285"/>
                    </a:cubicBezTo>
                    <a:cubicBezTo>
                      <a:pt x="1580" y="1456"/>
                      <a:pt x="1591" y="1627"/>
                      <a:pt x="1601" y="1798"/>
                    </a:cubicBezTo>
                    <a:cubicBezTo>
                      <a:pt x="1611" y="1973"/>
                      <a:pt x="1623" y="2147"/>
                      <a:pt x="1634" y="2322"/>
                    </a:cubicBezTo>
                    <a:cubicBezTo>
                      <a:pt x="1657" y="2664"/>
                      <a:pt x="1678" y="3006"/>
                      <a:pt x="1698" y="3348"/>
                    </a:cubicBezTo>
                    <a:cubicBezTo>
                      <a:pt x="2042" y="3280"/>
                      <a:pt x="2386" y="3211"/>
                      <a:pt x="2740" y="3140"/>
                    </a:cubicBezTo>
                    <a:cubicBezTo>
                      <a:pt x="2740" y="3278"/>
                      <a:pt x="2740" y="3415"/>
                      <a:pt x="2740" y="3557"/>
                    </a:cubicBezTo>
                    <a:cubicBezTo>
                      <a:pt x="2576" y="3610"/>
                      <a:pt x="2411" y="3656"/>
                      <a:pt x="2245" y="3700"/>
                    </a:cubicBezTo>
                    <a:cubicBezTo>
                      <a:pt x="2199" y="3715"/>
                      <a:pt x="2153" y="3730"/>
                      <a:pt x="2105" y="3746"/>
                    </a:cubicBezTo>
                    <a:cubicBezTo>
                      <a:pt x="1953" y="3784"/>
                      <a:pt x="1853" y="3797"/>
                      <a:pt x="1698" y="3765"/>
                    </a:cubicBezTo>
                    <a:cubicBezTo>
                      <a:pt x="1391" y="3540"/>
                      <a:pt x="1286" y="3220"/>
                      <a:pt x="1230" y="2854"/>
                    </a:cubicBezTo>
                    <a:cubicBezTo>
                      <a:pt x="1191" y="2550"/>
                      <a:pt x="1173" y="2244"/>
                      <a:pt x="1156" y="1938"/>
                    </a:cubicBezTo>
                    <a:cubicBezTo>
                      <a:pt x="1148" y="1791"/>
                      <a:pt x="1137" y="1645"/>
                      <a:pt x="1127" y="1498"/>
                    </a:cubicBezTo>
                    <a:cubicBezTo>
                      <a:pt x="1107" y="1212"/>
                      <a:pt x="1090" y="926"/>
                      <a:pt x="1073" y="640"/>
                    </a:cubicBezTo>
                    <a:cubicBezTo>
                      <a:pt x="867" y="640"/>
                      <a:pt x="661" y="640"/>
                      <a:pt x="448" y="640"/>
                    </a:cubicBezTo>
                    <a:cubicBezTo>
                      <a:pt x="380" y="1327"/>
                      <a:pt x="311" y="2015"/>
                      <a:pt x="240" y="2723"/>
                    </a:cubicBezTo>
                    <a:cubicBezTo>
                      <a:pt x="171" y="2723"/>
                      <a:pt x="103" y="2723"/>
                      <a:pt x="32" y="2723"/>
                    </a:cubicBezTo>
                    <a:cubicBezTo>
                      <a:pt x="27" y="2401"/>
                      <a:pt x="23" y="2079"/>
                      <a:pt x="21" y="1756"/>
                    </a:cubicBezTo>
                    <a:cubicBezTo>
                      <a:pt x="20" y="1606"/>
                      <a:pt x="18" y="1457"/>
                      <a:pt x="16" y="1307"/>
                    </a:cubicBezTo>
                    <a:cubicBezTo>
                      <a:pt x="14" y="1163"/>
                      <a:pt x="12" y="1018"/>
                      <a:pt x="12" y="874"/>
                    </a:cubicBezTo>
                    <a:cubicBezTo>
                      <a:pt x="11" y="819"/>
                      <a:pt x="11" y="763"/>
                      <a:pt x="10" y="708"/>
                    </a:cubicBezTo>
                    <a:cubicBezTo>
                      <a:pt x="0" y="223"/>
                      <a:pt x="0" y="223"/>
                      <a:pt x="122" y="83"/>
                    </a:cubicBezTo>
                    <a:cubicBezTo>
                      <a:pt x="265" y="1"/>
                      <a:pt x="321" y="0"/>
                      <a:pt x="481" y="33"/>
                    </a:cubicBezTo>
                    <a:close/>
                  </a:path>
                </a:pathLst>
              </a:custGeom>
              <a:solidFill>
                <a:srgbClr val="EAE6ED"/>
              </a:solidFill>
              <a:ln w="2646" cap="flat">
                <a:noFill/>
              </a:ln>
            </p:spPr>
          </p:sp>
          <p:sp>
            <p:nvSpPr>
              <p:cNvPr id="2275" name="ICON_C_WINDOWS_GRAPHIC_path_247"/>
              <p:cNvSpPr/>
              <p:nvPr/>
            </p:nvSpPr>
            <p:spPr>
              <a:xfrm>
                <a:off x="6818314" y="7441684"/>
                <a:ext cx="21675" cy="30149"/>
              </a:xfrm>
              <a:custGeom>
                <a:avLst/>
                <a:gdLst/>
                <a:ahLst/>
                <a:cxnLst/>
                <a:rect l="0" t="0" r="r" b="b"/>
                <a:pathLst>
                  <a:path w="1707" h="2374" fill="norm" stroke="0">
                    <a:moveTo>
                      <a:pt x="1018" y="8"/>
                    </a:moveTo>
                    <a:cubicBezTo>
                      <a:pt x="1211" y="40"/>
                      <a:pt x="1321" y="125"/>
                      <a:pt x="1442" y="276"/>
                    </a:cubicBezTo>
                    <a:cubicBezTo>
                      <a:pt x="1686" y="630"/>
                      <a:pt x="1707" y="911"/>
                      <a:pt x="1667" y="1332"/>
                    </a:cubicBezTo>
                    <a:cubicBezTo>
                      <a:pt x="1392" y="1332"/>
                      <a:pt x="1117" y="1332"/>
                      <a:pt x="833" y="1332"/>
                    </a:cubicBezTo>
                    <a:cubicBezTo>
                      <a:pt x="833" y="1676"/>
                      <a:pt x="833" y="2020"/>
                      <a:pt x="833" y="2374"/>
                    </a:cubicBezTo>
                    <a:cubicBezTo>
                      <a:pt x="696" y="2374"/>
                      <a:pt x="558" y="2374"/>
                      <a:pt x="417" y="2374"/>
                    </a:cubicBezTo>
                    <a:cubicBezTo>
                      <a:pt x="417" y="2168"/>
                      <a:pt x="417" y="1961"/>
                      <a:pt x="417" y="1749"/>
                    </a:cubicBezTo>
                    <a:cubicBezTo>
                      <a:pt x="279" y="1749"/>
                      <a:pt x="142" y="1749"/>
                      <a:pt x="0" y="1749"/>
                    </a:cubicBezTo>
                    <a:cubicBezTo>
                      <a:pt x="190" y="485"/>
                      <a:pt x="190" y="485"/>
                      <a:pt x="560" y="130"/>
                    </a:cubicBezTo>
                    <a:cubicBezTo>
                      <a:pt x="702" y="27"/>
                      <a:pt x="845" y="0"/>
                      <a:pt x="1018" y="8"/>
                    </a:cubicBezTo>
                    <a:close/>
                  </a:path>
                </a:pathLst>
              </a:custGeom>
              <a:solidFill>
                <a:srgbClr val="9E99BA"/>
              </a:solidFill>
              <a:ln w="2646" cap="flat">
                <a:noFill/>
              </a:ln>
            </p:spPr>
          </p:sp>
          <p:sp>
            <p:nvSpPr>
              <p:cNvPr id="2276" name="ICON_C_WINDOWS_GRAPHIC_path_248"/>
              <p:cNvSpPr/>
              <p:nvPr/>
            </p:nvSpPr>
            <p:spPr>
              <a:xfrm>
                <a:off x="6532155" y="7418917"/>
                <a:ext cx="8345" cy="82021"/>
              </a:xfrm>
              <a:custGeom>
                <a:avLst/>
                <a:gdLst/>
                <a:ahLst/>
                <a:cxnLst/>
                <a:rect l="0" t="0" r="r" b="b"/>
                <a:pathLst>
                  <a:path w="657" h="6458" fill="norm" stroke="0">
                    <a:moveTo>
                      <a:pt x="449" y="0"/>
                    </a:moveTo>
                    <a:cubicBezTo>
                      <a:pt x="518" y="0"/>
                      <a:pt x="586" y="0"/>
                      <a:pt x="657" y="0"/>
                    </a:cubicBezTo>
                    <a:cubicBezTo>
                      <a:pt x="657" y="1375"/>
                      <a:pt x="657" y="2750"/>
                      <a:pt x="657" y="4167"/>
                    </a:cubicBezTo>
                    <a:cubicBezTo>
                      <a:pt x="588" y="4167"/>
                      <a:pt x="520" y="4167"/>
                      <a:pt x="449" y="4167"/>
                    </a:cubicBezTo>
                    <a:cubicBezTo>
                      <a:pt x="380" y="4923"/>
                      <a:pt x="311" y="5679"/>
                      <a:pt x="240" y="6458"/>
                    </a:cubicBezTo>
                    <a:cubicBezTo>
                      <a:pt x="172" y="6458"/>
                      <a:pt x="103" y="6458"/>
                      <a:pt x="32" y="6458"/>
                    </a:cubicBezTo>
                    <a:cubicBezTo>
                      <a:pt x="27" y="5949"/>
                      <a:pt x="24" y="5441"/>
                      <a:pt x="21" y="4932"/>
                    </a:cubicBezTo>
                    <a:cubicBezTo>
                      <a:pt x="20" y="4695"/>
                      <a:pt x="19" y="4459"/>
                      <a:pt x="16" y="4223"/>
                    </a:cubicBezTo>
                    <a:cubicBezTo>
                      <a:pt x="14" y="3994"/>
                      <a:pt x="13" y="3766"/>
                      <a:pt x="12" y="3538"/>
                    </a:cubicBezTo>
                    <a:cubicBezTo>
                      <a:pt x="12" y="3451"/>
                      <a:pt x="11" y="3364"/>
                      <a:pt x="10" y="3277"/>
                    </a:cubicBezTo>
                    <a:cubicBezTo>
                      <a:pt x="0" y="2478"/>
                      <a:pt x="0" y="2478"/>
                      <a:pt x="191" y="2175"/>
                    </a:cubicBezTo>
                    <a:cubicBezTo>
                      <a:pt x="289" y="1994"/>
                      <a:pt x="290" y="1789"/>
                      <a:pt x="306" y="1587"/>
                    </a:cubicBezTo>
                    <a:cubicBezTo>
                      <a:pt x="311" y="1541"/>
                      <a:pt x="315" y="1496"/>
                      <a:pt x="319" y="1449"/>
                    </a:cubicBezTo>
                    <a:cubicBezTo>
                      <a:pt x="333" y="1304"/>
                      <a:pt x="345" y="1160"/>
                      <a:pt x="358" y="1016"/>
                    </a:cubicBezTo>
                    <a:cubicBezTo>
                      <a:pt x="367" y="917"/>
                      <a:pt x="376" y="819"/>
                      <a:pt x="385" y="720"/>
                    </a:cubicBezTo>
                    <a:cubicBezTo>
                      <a:pt x="407" y="480"/>
                      <a:pt x="428" y="240"/>
                      <a:pt x="449" y="0"/>
                    </a:cubicBezTo>
                    <a:close/>
                  </a:path>
                </a:pathLst>
              </a:custGeom>
              <a:solidFill>
                <a:srgbClr val="B1C7D0"/>
              </a:solidFill>
              <a:ln w="2646" cap="flat">
                <a:noFill/>
              </a:ln>
            </p:spPr>
          </p:sp>
          <p:sp>
            <p:nvSpPr>
              <p:cNvPr id="2277" name="ICON_C_WINDOWS_GRAPHIC_path_249"/>
              <p:cNvSpPr/>
              <p:nvPr/>
            </p:nvSpPr>
            <p:spPr>
              <a:xfrm>
                <a:off x="5897246" y="7365322"/>
                <a:ext cx="16192" cy="61532"/>
              </a:xfrm>
              <a:custGeom>
                <a:avLst/>
                <a:gdLst/>
                <a:ahLst/>
                <a:cxnLst/>
                <a:rect l="0" t="0" r="r" b="b"/>
                <a:pathLst>
                  <a:path w="1275" h="4845" fill="norm" stroke="0">
                    <a:moveTo>
                      <a:pt x="545" y="23"/>
                    </a:moveTo>
                    <a:cubicBezTo>
                      <a:pt x="650" y="53"/>
                      <a:pt x="650" y="53"/>
                      <a:pt x="714" y="126"/>
                    </a:cubicBezTo>
                    <a:cubicBezTo>
                      <a:pt x="873" y="443"/>
                      <a:pt x="900" y="750"/>
                      <a:pt x="917" y="1097"/>
                    </a:cubicBezTo>
                    <a:cubicBezTo>
                      <a:pt x="921" y="1159"/>
                      <a:pt x="924" y="1219"/>
                      <a:pt x="928" y="1280"/>
                    </a:cubicBezTo>
                    <a:cubicBezTo>
                      <a:pt x="936" y="1409"/>
                      <a:pt x="944" y="1537"/>
                      <a:pt x="951" y="1665"/>
                    </a:cubicBezTo>
                    <a:cubicBezTo>
                      <a:pt x="970" y="1995"/>
                      <a:pt x="992" y="2325"/>
                      <a:pt x="1014" y="2655"/>
                    </a:cubicBezTo>
                    <a:cubicBezTo>
                      <a:pt x="1015" y="2671"/>
                      <a:pt x="1015" y="2671"/>
                      <a:pt x="1020" y="2753"/>
                    </a:cubicBezTo>
                    <a:cubicBezTo>
                      <a:pt x="1067" y="3456"/>
                      <a:pt x="1150" y="4151"/>
                      <a:pt x="1275" y="4845"/>
                    </a:cubicBezTo>
                    <a:cubicBezTo>
                      <a:pt x="1270" y="4830"/>
                      <a:pt x="1270" y="4830"/>
                      <a:pt x="1244" y="4754"/>
                    </a:cubicBezTo>
                    <a:cubicBezTo>
                      <a:pt x="1229" y="4715"/>
                      <a:pt x="1213" y="4677"/>
                      <a:pt x="1197" y="4637"/>
                    </a:cubicBezTo>
                    <a:cubicBezTo>
                      <a:pt x="1182" y="4598"/>
                      <a:pt x="1168" y="4559"/>
                      <a:pt x="1153" y="4520"/>
                    </a:cubicBezTo>
                    <a:cubicBezTo>
                      <a:pt x="1124" y="4490"/>
                      <a:pt x="1096" y="4459"/>
                      <a:pt x="1067" y="4428"/>
                    </a:cubicBezTo>
                    <a:cubicBezTo>
                      <a:pt x="929" y="4428"/>
                      <a:pt x="792" y="4428"/>
                      <a:pt x="650" y="4428"/>
                    </a:cubicBezTo>
                    <a:cubicBezTo>
                      <a:pt x="581" y="3191"/>
                      <a:pt x="512" y="1953"/>
                      <a:pt x="442" y="678"/>
                    </a:cubicBezTo>
                    <a:cubicBezTo>
                      <a:pt x="373" y="1503"/>
                      <a:pt x="304" y="2328"/>
                      <a:pt x="233" y="3178"/>
                    </a:cubicBezTo>
                    <a:cubicBezTo>
                      <a:pt x="165" y="3178"/>
                      <a:pt x="96" y="3178"/>
                      <a:pt x="25" y="3178"/>
                    </a:cubicBezTo>
                    <a:cubicBezTo>
                      <a:pt x="20" y="2802"/>
                      <a:pt x="16" y="2425"/>
                      <a:pt x="14" y="2048"/>
                    </a:cubicBezTo>
                    <a:cubicBezTo>
                      <a:pt x="13" y="1873"/>
                      <a:pt x="12" y="1699"/>
                      <a:pt x="9" y="1524"/>
                    </a:cubicBezTo>
                    <a:cubicBezTo>
                      <a:pt x="7" y="1355"/>
                      <a:pt x="6" y="1186"/>
                      <a:pt x="5" y="1017"/>
                    </a:cubicBezTo>
                    <a:cubicBezTo>
                      <a:pt x="5" y="953"/>
                      <a:pt x="4" y="888"/>
                      <a:pt x="3" y="824"/>
                    </a:cubicBezTo>
                    <a:cubicBezTo>
                      <a:pt x="1" y="734"/>
                      <a:pt x="1" y="644"/>
                      <a:pt x="1" y="553"/>
                    </a:cubicBezTo>
                    <a:cubicBezTo>
                      <a:pt x="1" y="502"/>
                      <a:pt x="0" y="450"/>
                      <a:pt x="0" y="398"/>
                    </a:cubicBezTo>
                    <a:cubicBezTo>
                      <a:pt x="54" y="103"/>
                      <a:pt x="267" y="0"/>
                      <a:pt x="545" y="23"/>
                    </a:cubicBezTo>
                    <a:close/>
                  </a:path>
                </a:pathLst>
              </a:custGeom>
              <a:solidFill>
                <a:srgbClr val="F5C1D6"/>
              </a:solidFill>
              <a:ln w="2646" cap="flat">
                <a:noFill/>
              </a:ln>
            </p:spPr>
          </p:sp>
          <p:sp>
            <p:nvSpPr>
              <p:cNvPr id="2278" name="ICON_C_WINDOWS_GRAPHIC_path_250"/>
              <p:cNvSpPr/>
              <p:nvPr/>
            </p:nvSpPr>
            <p:spPr>
              <a:xfrm>
                <a:off x="5992812" y="7485062"/>
                <a:ext cx="26458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3125" fill="norm" stroke="0">
                    <a:moveTo>
                      <a:pt x="1250" y="0"/>
                    </a:moveTo>
                    <a:cubicBezTo>
                      <a:pt x="1525" y="0"/>
                      <a:pt x="1800" y="0"/>
                      <a:pt x="2083" y="0"/>
                    </a:cubicBezTo>
                    <a:cubicBezTo>
                      <a:pt x="2083" y="206"/>
                      <a:pt x="2083" y="413"/>
                      <a:pt x="2083" y="625"/>
                    </a:cubicBezTo>
                    <a:cubicBezTo>
                      <a:pt x="1877" y="625"/>
                      <a:pt x="1671" y="625"/>
                      <a:pt x="1458" y="625"/>
                    </a:cubicBezTo>
                    <a:cubicBezTo>
                      <a:pt x="1458" y="1381"/>
                      <a:pt x="1458" y="2138"/>
                      <a:pt x="1458" y="2917"/>
                    </a:cubicBezTo>
                    <a:cubicBezTo>
                      <a:pt x="1183" y="2985"/>
                      <a:pt x="908" y="3054"/>
                      <a:pt x="625" y="3125"/>
                    </a:cubicBezTo>
                    <a:cubicBezTo>
                      <a:pt x="322" y="2158"/>
                      <a:pt x="114" y="1215"/>
                      <a:pt x="0" y="208"/>
                    </a:cubicBezTo>
                    <a:cubicBezTo>
                      <a:pt x="261" y="401"/>
                      <a:pt x="561" y="624"/>
                      <a:pt x="659" y="944"/>
                    </a:cubicBezTo>
                    <a:cubicBezTo>
                      <a:pt x="702" y="1232"/>
                      <a:pt x="682" y="1520"/>
                      <a:pt x="664" y="1810"/>
                    </a:cubicBezTo>
                    <a:cubicBezTo>
                      <a:pt x="661" y="1897"/>
                      <a:pt x="658" y="1985"/>
                      <a:pt x="655" y="2072"/>
                    </a:cubicBezTo>
                    <a:cubicBezTo>
                      <a:pt x="649" y="2285"/>
                      <a:pt x="638" y="2496"/>
                      <a:pt x="625" y="2708"/>
                    </a:cubicBezTo>
                    <a:cubicBezTo>
                      <a:pt x="831" y="2708"/>
                      <a:pt x="1038" y="2708"/>
                      <a:pt x="1250" y="2708"/>
                    </a:cubicBezTo>
                    <a:cubicBezTo>
                      <a:pt x="1250" y="1815"/>
                      <a:pt x="1250" y="921"/>
                      <a:pt x="1250" y="0"/>
                    </a:cubicBezTo>
                    <a:close/>
                  </a:path>
                </a:pathLst>
              </a:custGeom>
              <a:solidFill>
                <a:srgbClr val="DBAFC7"/>
              </a:solidFill>
              <a:ln w="2646" cap="flat">
                <a:noFill/>
              </a:ln>
            </p:spPr>
          </p:sp>
          <p:sp>
            <p:nvSpPr>
              <p:cNvPr id="2279" name="ICON_C_WINDOWS_GRAPHIC_path_251"/>
              <p:cNvSpPr/>
              <p:nvPr/>
            </p:nvSpPr>
            <p:spPr>
              <a:xfrm>
                <a:off x="6162146" y="7471833"/>
                <a:ext cx="31750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2292" fill="norm" stroke="0">
                    <a:moveTo>
                      <a:pt x="417" y="0"/>
                    </a:moveTo>
                    <a:cubicBezTo>
                      <a:pt x="623" y="0"/>
                      <a:pt x="829" y="0"/>
                      <a:pt x="1042" y="0"/>
                    </a:cubicBezTo>
                    <a:cubicBezTo>
                      <a:pt x="1042" y="550"/>
                      <a:pt x="1042" y="1100"/>
                      <a:pt x="1042" y="1667"/>
                    </a:cubicBezTo>
                    <a:cubicBezTo>
                      <a:pt x="1248" y="1667"/>
                      <a:pt x="1454" y="1667"/>
                      <a:pt x="1667" y="1667"/>
                    </a:cubicBezTo>
                    <a:cubicBezTo>
                      <a:pt x="1667" y="1460"/>
                      <a:pt x="1667" y="1254"/>
                      <a:pt x="1667" y="1042"/>
                    </a:cubicBezTo>
                    <a:cubicBezTo>
                      <a:pt x="1942" y="1110"/>
                      <a:pt x="2217" y="1179"/>
                      <a:pt x="2500" y="1250"/>
                    </a:cubicBezTo>
                    <a:cubicBezTo>
                      <a:pt x="2431" y="1525"/>
                      <a:pt x="2363" y="1800"/>
                      <a:pt x="2292" y="2083"/>
                    </a:cubicBezTo>
                    <a:cubicBezTo>
                      <a:pt x="2292" y="1877"/>
                      <a:pt x="2292" y="1671"/>
                      <a:pt x="2292" y="1458"/>
                    </a:cubicBezTo>
                    <a:cubicBezTo>
                      <a:pt x="2154" y="1458"/>
                      <a:pt x="2017" y="1458"/>
                      <a:pt x="1875" y="1458"/>
                    </a:cubicBezTo>
                    <a:cubicBezTo>
                      <a:pt x="1806" y="1733"/>
                      <a:pt x="1738" y="2008"/>
                      <a:pt x="1667" y="2292"/>
                    </a:cubicBezTo>
                    <a:cubicBezTo>
                      <a:pt x="1046" y="2230"/>
                      <a:pt x="1046" y="2230"/>
                      <a:pt x="833" y="2083"/>
                    </a:cubicBezTo>
                    <a:cubicBezTo>
                      <a:pt x="614" y="1778"/>
                      <a:pt x="517" y="1400"/>
                      <a:pt x="417" y="1042"/>
                    </a:cubicBezTo>
                    <a:cubicBezTo>
                      <a:pt x="279" y="1248"/>
                      <a:pt x="142" y="1454"/>
                      <a:pt x="0" y="1667"/>
                    </a:cubicBezTo>
                    <a:cubicBezTo>
                      <a:pt x="56" y="1362"/>
                      <a:pt x="116" y="1059"/>
                      <a:pt x="181" y="757"/>
                    </a:cubicBezTo>
                    <a:cubicBezTo>
                      <a:pt x="198" y="676"/>
                      <a:pt x="214" y="595"/>
                      <a:pt x="229" y="514"/>
                    </a:cubicBezTo>
                    <a:cubicBezTo>
                      <a:pt x="235" y="482"/>
                      <a:pt x="240" y="450"/>
                      <a:pt x="247" y="417"/>
                    </a:cubicBezTo>
                    <a:cubicBezTo>
                      <a:pt x="251" y="390"/>
                      <a:pt x="256" y="362"/>
                      <a:pt x="261" y="334"/>
                    </a:cubicBezTo>
                    <a:cubicBezTo>
                      <a:pt x="286" y="247"/>
                      <a:pt x="286" y="247"/>
                      <a:pt x="417" y="0"/>
                    </a:cubicBezTo>
                    <a:close/>
                  </a:path>
                </a:pathLst>
              </a:custGeom>
              <a:solidFill>
                <a:srgbClr val="E1E1EA"/>
              </a:solidFill>
              <a:ln w="2646" cap="flat">
                <a:noFill/>
              </a:ln>
            </p:spPr>
          </p:sp>
          <p:sp>
            <p:nvSpPr>
              <p:cNvPr id="2280" name="ICON_C_WINDOWS_GRAPHIC_path_252"/>
              <p:cNvSpPr/>
              <p:nvPr/>
            </p:nvSpPr>
            <p:spPr>
              <a:xfrm>
                <a:off x="5437188" y="7479771"/>
                <a:ext cx="7938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625" h="5000" fill="norm" stroke="0">
                    <a:moveTo>
                      <a:pt x="0" y="0"/>
                    </a:moveTo>
                    <a:cubicBezTo>
                      <a:pt x="69" y="0"/>
                      <a:pt x="137" y="0"/>
                      <a:pt x="208" y="0"/>
                    </a:cubicBezTo>
                    <a:cubicBezTo>
                      <a:pt x="208" y="894"/>
                      <a:pt x="208" y="1788"/>
                      <a:pt x="208" y="2708"/>
                    </a:cubicBezTo>
                    <a:cubicBezTo>
                      <a:pt x="346" y="2708"/>
                      <a:pt x="483" y="2708"/>
                      <a:pt x="625" y="2708"/>
                    </a:cubicBezTo>
                    <a:cubicBezTo>
                      <a:pt x="625" y="3465"/>
                      <a:pt x="625" y="4221"/>
                      <a:pt x="625" y="5000"/>
                    </a:cubicBezTo>
                    <a:cubicBezTo>
                      <a:pt x="419" y="5000"/>
                      <a:pt x="212" y="5000"/>
                      <a:pt x="0" y="5000"/>
                    </a:cubicBezTo>
                    <a:cubicBezTo>
                      <a:pt x="0" y="3350"/>
                      <a:pt x="0" y="1700"/>
                      <a:pt x="0" y="0"/>
                    </a:cubicBezTo>
                    <a:close/>
                  </a:path>
                </a:pathLst>
              </a:custGeom>
              <a:solidFill>
                <a:srgbClr val="90A4D1"/>
              </a:solidFill>
              <a:ln w="2646" cap="flat">
                <a:noFill/>
              </a:ln>
            </p:spPr>
          </p:sp>
          <p:sp>
            <p:nvSpPr>
              <p:cNvPr id="2281" name="ICON_C_WINDOWS_GRAPHIC_path_253"/>
              <p:cNvSpPr/>
              <p:nvPr/>
            </p:nvSpPr>
            <p:spPr>
              <a:xfrm>
                <a:off x="5519208" y="7455958"/>
                <a:ext cx="34396" cy="37251"/>
              </a:xfrm>
              <a:custGeom>
                <a:avLst/>
                <a:gdLst/>
                <a:ahLst/>
                <a:cxnLst/>
                <a:rect l="0" t="0" r="r" b="b"/>
                <a:pathLst>
                  <a:path w="2708" h="2933" fill="norm" stroke="0">
                    <a:moveTo>
                      <a:pt x="1458" y="0"/>
                    </a:moveTo>
                    <a:cubicBezTo>
                      <a:pt x="1717" y="544"/>
                      <a:pt x="1657" y="1018"/>
                      <a:pt x="1575" y="1602"/>
                    </a:cubicBezTo>
                    <a:cubicBezTo>
                      <a:pt x="1564" y="1689"/>
                      <a:pt x="1553" y="1776"/>
                      <a:pt x="1542" y="1864"/>
                    </a:cubicBezTo>
                    <a:cubicBezTo>
                      <a:pt x="1516" y="2076"/>
                      <a:pt x="1487" y="2288"/>
                      <a:pt x="1458" y="2500"/>
                    </a:cubicBezTo>
                    <a:cubicBezTo>
                      <a:pt x="1733" y="2500"/>
                      <a:pt x="2008" y="2500"/>
                      <a:pt x="2292" y="2500"/>
                    </a:cubicBezTo>
                    <a:cubicBezTo>
                      <a:pt x="2360" y="2225"/>
                      <a:pt x="2429" y="1950"/>
                      <a:pt x="2500" y="1667"/>
                    </a:cubicBezTo>
                    <a:cubicBezTo>
                      <a:pt x="2569" y="1667"/>
                      <a:pt x="2637" y="1667"/>
                      <a:pt x="2708" y="1667"/>
                    </a:cubicBezTo>
                    <a:cubicBezTo>
                      <a:pt x="2708" y="2010"/>
                      <a:pt x="2708" y="2354"/>
                      <a:pt x="2708" y="2708"/>
                    </a:cubicBezTo>
                    <a:cubicBezTo>
                      <a:pt x="2534" y="2743"/>
                      <a:pt x="2360" y="2777"/>
                      <a:pt x="2186" y="2809"/>
                    </a:cubicBezTo>
                    <a:cubicBezTo>
                      <a:pt x="2126" y="2820"/>
                      <a:pt x="2067" y="2831"/>
                      <a:pt x="2008" y="2843"/>
                    </a:cubicBezTo>
                    <a:cubicBezTo>
                      <a:pt x="1923" y="2861"/>
                      <a:pt x="1838" y="2876"/>
                      <a:pt x="1752" y="2891"/>
                    </a:cubicBezTo>
                    <a:cubicBezTo>
                      <a:pt x="1726" y="2897"/>
                      <a:pt x="1700" y="2903"/>
                      <a:pt x="1672" y="2909"/>
                    </a:cubicBezTo>
                    <a:cubicBezTo>
                      <a:pt x="1525" y="2933"/>
                      <a:pt x="1466" y="2921"/>
                      <a:pt x="1340" y="2838"/>
                    </a:cubicBezTo>
                    <a:cubicBezTo>
                      <a:pt x="1212" y="2687"/>
                      <a:pt x="1203" y="2514"/>
                      <a:pt x="1184" y="2323"/>
                    </a:cubicBezTo>
                    <a:cubicBezTo>
                      <a:pt x="1180" y="2287"/>
                      <a:pt x="1175" y="2250"/>
                      <a:pt x="1171" y="2212"/>
                    </a:cubicBezTo>
                    <a:cubicBezTo>
                      <a:pt x="1157" y="2096"/>
                      <a:pt x="1145" y="1979"/>
                      <a:pt x="1133" y="1862"/>
                    </a:cubicBezTo>
                    <a:cubicBezTo>
                      <a:pt x="1124" y="1783"/>
                      <a:pt x="1115" y="1703"/>
                      <a:pt x="1106" y="1624"/>
                    </a:cubicBezTo>
                    <a:cubicBezTo>
                      <a:pt x="1083" y="1430"/>
                      <a:pt x="1062" y="1236"/>
                      <a:pt x="1042" y="1042"/>
                    </a:cubicBezTo>
                    <a:cubicBezTo>
                      <a:pt x="870" y="1145"/>
                      <a:pt x="870" y="1145"/>
                      <a:pt x="0" y="1667"/>
                    </a:cubicBezTo>
                    <a:cubicBezTo>
                      <a:pt x="315" y="865"/>
                      <a:pt x="777" y="485"/>
                      <a:pt x="1458" y="0"/>
                    </a:cubicBezTo>
                    <a:close/>
                  </a:path>
                </a:pathLst>
              </a:custGeom>
              <a:solidFill>
                <a:srgbClr val="C1D2ED"/>
              </a:solidFill>
              <a:ln w="2646" cap="flat">
                <a:noFill/>
              </a:ln>
            </p:spPr>
          </p:sp>
          <p:sp>
            <p:nvSpPr>
              <p:cNvPr id="2282" name="ICON_C_WINDOWS_GRAPHIC_path_254"/>
              <p:cNvSpPr/>
              <p:nvPr/>
            </p:nvSpPr>
            <p:spPr>
              <a:xfrm>
                <a:off x="6035146" y="7448021"/>
                <a:ext cx="37042" cy="42333"/>
              </a:xfrm>
              <a:custGeom>
                <a:avLst/>
                <a:gdLst/>
                <a:ahLst/>
                <a:cxnLst/>
                <a:rect l="0" t="0" r="r" b="b"/>
                <a:pathLst>
                  <a:path w="2917" h="3333" fill="norm" stroke="0">
                    <a:moveTo>
                      <a:pt x="1458" y="0"/>
                    </a:moveTo>
                    <a:cubicBezTo>
                      <a:pt x="1718" y="371"/>
                      <a:pt x="1691" y="739"/>
                      <a:pt x="1680" y="1172"/>
                    </a:cubicBezTo>
                    <a:cubicBezTo>
                      <a:pt x="1679" y="1240"/>
                      <a:pt x="1678" y="1309"/>
                      <a:pt x="1677" y="1377"/>
                    </a:cubicBezTo>
                    <a:cubicBezTo>
                      <a:pt x="1675" y="1543"/>
                      <a:pt x="1671" y="1709"/>
                      <a:pt x="1667" y="1875"/>
                    </a:cubicBezTo>
                    <a:cubicBezTo>
                      <a:pt x="2079" y="1737"/>
                      <a:pt x="2492" y="1600"/>
                      <a:pt x="2917" y="1458"/>
                    </a:cubicBezTo>
                    <a:cubicBezTo>
                      <a:pt x="2917" y="1665"/>
                      <a:pt x="2917" y="1871"/>
                      <a:pt x="2917" y="2083"/>
                    </a:cubicBezTo>
                    <a:cubicBezTo>
                      <a:pt x="2073" y="2301"/>
                      <a:pt x="1282" y="2314"/>
                      <a:pt x="417" y="2292"/>
                    </a:cubicBezTo>
                    <a:cubicBezTo>
                      <a:pt x="348" y="2635"/>
                      <a:pt x="279" y="2979"/>
                      <a:pt x="208" y="3333"/>
                    </a:cubicBezTo>
                    <a:cubicBezTo>
                      <a:pt x="140" y="3333"/>
                      <a:pt x="71" y="3333"/>
                      <a:pt x="0" y="3333"/>
                    </a:cubicBezTo>
                    <a:cubicBezTo>
                      <a:pt x="0" y="2852"/>
                      <a:pt x="0" y="2371"/>
                      <a:pt x="0" y="1875"/>
                    </a:cubicBezTo>
                    <a:cubicBezTo>
                      <a:pt x="412" y="1875"/>
                      <a:pt x="825" y="1875"/>
                      <a:pt x="1250" y="1875"/>
                    </a:cubicBezTo>
                    <a:cubicBezTo>
                      <a:pt x="1248" y="1757"/>
                      <a:pt x="1245" y="1639"/>
                      <a:pt x="1243" y="1518"/>
                    </a:cubicBezTo>
                    <a:cubicBezTo>
                      <a:pt x="1241" y="1403"/>
                      <a:pt x="1240" y="1289"/>
                      <a:pt x="1239" y="1174"/>
                    </a:cubicBezTo>
                    <a:cubicBezTo>
                      <a:pt x="1237" y="1095"/>
                      <a:pt x="1236" y="1016"/>
                      <a:pt x="1234" y="936"/>
                    </a:cubicBezTo>
                    <a:cubicBezTo>
                      <a:pt x="1232" y="822"/>
                      <a:pt x="1231" y="707"/>
                      <a:pt x="1230" y="593"/>
                    </a:cubicBezTo>
                    <a:cubicBezTo>
                      <a:pt x="1229" y="558"/>
                      <a:pt x="1227" y="523"/>
                      <a:pt x="1226" y="486"/>
                    </a:cubicBezTo>
                    <a:cubicBezTo>
                      <a:pt x="1226" y="313"/>
                      <a:pt x="1230" y="207"/>
                      <a:pt x="1355" y="80"/>
                    </a:cubicBezTo>
                    <a:cubicBezTo>
                      <a:pt x="1389" y="54"/>
                      <a:pt x="1423" y="27"/>
                      <a:pt x="1458" y="0"/>
                    </a:cubicBezTo>
                    <a:close/>
                  </a:path>
                </a:pathLst>
              </a:custGeom>
              <a:solidFill>
                <a:srgbClr val="C29DBA"/>
              </a:solidFill>
              <a:ln w="2646" cap="flat">
                <a:noFill/>
              </a:ln>
            </p:spPr>
          </p:sp>
          <p:sp>
            <p:nvSpPr>
              <p:cNvPr id="2283" name="ICON_C_WINDOWS_GRAPHIC_path_255"/>
              <p:cNvSpPr/>
              <p:nvPr/>
            </p:nvSpPr>
            <p:spPr>
              <a:xfrm>
                <a:off x="5437188" y="7453170"/>
                <a:ext cx="22222" cy="50414"/>
              </a:xfrm>
              <a:custGeom>
                <a:avLst/>
                <a:gdLst/>
                <a:ahLst/>
                <a:cxnLst/>
                <a:rect l="0" t="0" r="r" b="b"/>
                <a:pathLst>
                  <a:path w="1750" h="3970" fill="norm" stroke="0">
                    <a:moveTo>
                      <a:pt x="1667" y="11"/>
                    </a:moveTo>
                    <a:cubicBezTo>
                      <a:pt x="1682" y="211"/>
                      <a:pt x="1694" y="411"/>
                      <a:pt x="1701" y="611"/>
                    </a:cubicBezTo>
                    <a:cubicBezTo>
                      <a:pt x="1704" y="679"/>
                      <a:pt x="1708" y="747"/>
                      <a:pt x="1714" y="815"/>
                    </a:cubicBezTo>
                    <a:cubicBezTo>
                      <a:pt x="1750" y="1276"/>
                      <a:pt x="1750" y="1276"/>
                      <a:pt x="1667" y="1470"/>
                    </a:cubicBezTo>
                    <a:cubicBezTo>
                      <a:pt x="1575" y="1554"/>
                      <a:pt x="1472" y="1604"/>
                      <a:pt x="1361" y="1658"/>
                    </a:cubicBezTo>
                    <a:cubicBezTo>
                      <a:pt x="1195" y="1743"/>
                      <a:pt x="1071" y="1813"/>
                      <a:pt x="999" y="1991"/>
                    </a:cubicBezTo>
                    <a:cubicBezTo>
                      <a:pt x="925" y="2307"/>
                      <a:pt x="914" y="2631"/>
                      <a:pt x="898" y="2954"/>
                    </a:cubicBezTo>
                    <a:cubicBezTo>
                      <a:pt x="891" y="3053"/>
                      <a:pt x="884" y="3151"/>
                      <a:pt x="877" y="3249"/>
                    </a:cubicBezTo>
                    <a:cubicBezTo>
                      <a:pt x="859" y="3489"/>
                      <a:pt x="845" y="3729"/>
                      <a:pt x="833" y="3970"/>
                    </a:cubicBezTo>
                    <a:cubicBezTo>
                      <a:pt x="765" y="3970"/>
                      <a:pt x="696" y="3970"/>
                      <a:pt x="625" y="3970"/>
                    </a:cubicBezTo>
                    <a:cubicBezTo>
                      <a:pt x="626" y="3934"/>
                      <a:pt x="628" y="3899"/>
                      <a:pt x="629" y="3863"/>
                    </a:cubicBezTo>
                    <a:cubicBezTo>
                      <a:pt x="642" y="3529"/>
                      <a:pt x="651" y="3195"/>
                      <a:pt x="657" y="2861"/>
                    </a:cubicBezTo>
                    <a:cubicBezTo>
                      <a:pt x="661" y="2689"/>
                      <a:pt x="665" y="2518"/>
                      <a:pt x="672" y="2346"/>
                    </a:cubicBezTo>
                    <a:cubicBezTo>
                      <a:pt x="723" y="1084"/>
                      <a:pt x="723" y="1084"/>
                      <a:pt x="399" y="727"/>
                    </a:cubicBezTo>
                    <a:cubicBezTo>
                      <a:pt x="274" y="614"/>
                      <a:pt x="145" y="514"/>
                      <a:pt x="0" y="428"/>
                    </a:cubicBezTo>
                    <a:cubicBezTo>
                      <a:pt x="204" y="368"/>
                      <a:pt x="408" y="309"/>
                      <a:pt x="612" y="250"/>
                    </a:cubicBezTo>
                    <a:cubicBezTo>
                      <a:pt x="681" y="230"/>
                      <a:pt x="750" y="210"/>
                      <a:pt x="820" y="189"/>
                    </a:cubicBezTo>
                    <a:cubicBezTo>
                      <a:pt x="919" y="160"/>
                      <a:pt x="1019" y="131"/>
                      <a:pt x="1119" y="102"/>
                    </a:cubicBezTo>
                    <a:cubicBezTo>
                      <a:pt x="1150" y="93"/>
                      <a:pt x="1181" y="84"/>
                      <a:pt x="1212" y="75"/>
                    </a:cubicBezTo>
                    <a:cubicBezTo>
                      <a:pt x="1368" y="30"/>
                      <a:pt x="1503" y="0"/>
                      <a:pt x="1667" y="11"/>
                    </a:cubicBezTo>
                    <a:close/>
                  </a:path>
                </a:pathLst>
              </a:custGeom>
              <a:solidFill>
                <a:srgbClr val="8195C9"/>
              </a:solidFill>
              <a:ln w="2646" cap="flat">
                <a:noFill/>
              </a:ln>
            </p:spPr>
          </p:sp>
          <p:sp>
            <p:nvSpPr>
              <p:cNvPr id="2284" name="ICON_C_WINDOWS_GRAPHIC_path_256"/>
              <p:cNvSpPr/>
              <p:nvPr/>
            </p:nvSpPr>
            <p:spPr>
              <a:xfrm>
                <a:off x="6793717" y="7392458"/>
                <a:ext cx="9168" cy="68792"/>
              </a:xfrm>
              <a:custGeom>
                <a:avLst/>
                <a:gdLst/>
                <a:ahLst/>
                <a:cxnLst/>
                <a:rect l="0" t="0" r="r" b="b"/>
                <a:pathLst>
                  <a:path w="722" h="5417" fill="norm" stroke="0">
                    <a:moveTo>
                      <a:pt x="478" y="0"/>
                    </a:moveTo>
                    <a:cubicBezTo>
                      <a:pt x="547" y="0"/>
                      <a:pt x="616" y="0"/>
                      <a:pt x="687" y="0"/>
                    </a:cubicBezTo>
                    <a:cubicBezTo>
                      <a:pt x="691" y="522"/>
                      <a:pt x="695" y="1043"/>
                      <a:pt x="697" y="1565"/>
                    </a:cubicBezTo>
                    <a:cubicBezTo>
                      <a:pt x="699" y="1808"/>
                      <a:pt x="700" y="2050"/>
                      <a:pt x="702" y="2292"/>
                    </a:cubicBezTo>
                    <a:cubicBezTo>
                      <a:pt x="712" y="3351"/>
                      <a:pt x="722" y="4381"/>
                      <a:pt x="478" y="5417"/>
                    </a:cubicBezTo>
                    <a:cubicBezTo>
                      <a:pt x="313" y="5375"/>
                      <a:pt x="188" y="5324"/>
                      <a:pt x="62" y="5208"/>
                    </a:cubicBezTo>
                    <a:cubicBezTo>
                      <a:pt x="0" y="4990"/>
                      <a:pt x="13" y="4775"/>
                      <a:pt x="21" y="4550"/>
                    </a:cubicBezTo>
                    <a:cubicBezTo>
                      <a:pt x="22" y="4485"/>
                      <a:pt x="22" y="4420"/>
                      <a:pt x="23" y="4355"/>
                    </a:cubicBezTo>
                    <a:cubicBezTo>
                      <a:pt x="24" y="4184"/>
                      <a:pt x="29" y="4013"/>
                      <a:pt x="33" y="3842"/>
                    </a:cubicBezTo>
                    <a:cubicBezTo>
                      <a:pt x="37" y="3668"/>
                      <a:pt x="39" y="3493"/>
                      <a:pt x="41" y="3318"/>
                    </a:cubicBezTo>
                    <a:cubicBezTo>
                      <a:pt x="46" y="2976"/>
                      <a:pt x="53" y="2634"/>
                      <a:pt x="62" y="2292"/>
                    </a:cubicBezTo>
                    <a:cubicBezTo>
                      <a:pt x="130" y="2292"/>
                      <a:pt x="199" y="2292"/>
                      <a:pt x="270" y="2292"/>
                    </a:cubicBezTo>
                    <a:cubicBezTo>
                      <a:pt x="339" y="1535"/>
                      <a:pt x="408" y="779"/>
                      <a:pt x="478" y="0"/>
                    </a:cubicBezTo>
                    <a:close/>
                  </a:path>
                </a:pathLst>
              </a:custGeom>
              <a:solidFill>
                <a:srgbClr val="F6F6F9"/>
              </a:solidFill>
              <a:ln w="2646" cap="flat">
                <a:noFill/>
              </a:ln>
            </p:spPr>
          </p:sp>
          <p:sp>
            <p:nvSpPr>
              <p:cNvPr id="2285" name="ICON_C_WINDOWS_GRAPHIC_path_257"/>
              <p:cNvSpPr/>
              <p:nvPr/>
            </p:nvSpPr>
            <p:spPr>
              <a:xfrm>
                <a:off x="6187482" y="7455958"/>
                <a:ext cx="16997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1338" h="2292" fill="norm" stroke="0">
                    <a:moveTo>
                      <a:pt x="1338" y="0"/>
                    </a:moveTo>
                    <a:cubicBezTo>
                      <a:pt x="1270" y="756"/>
                      <a:pt x="1201" y="1513"/>
                      <a:pt x="1130" y="2292"/>
                    </a:cubicBezTo>
                    <a:cubicBezTo>
                      <a:pt x="855" y="2223"/>
                      <a:pt x="580" y="2154"/>
                      <a:pt x="297" y="2083"/>
                    </a:cubicBezTo>
                    <a:cubicBezTo>
                      <a:pt x="112" y="1726"/>
                      <a:pt x="112" y="1726"/>
                      <a:pt x="96" y="1578"/>
                    </a:cubicBezTo>
                    <a:cubicBezTo>
                      <a:pt x="93" y="1546"/>
                      <a:pt x="89" y="1513"/>
                      <a:pt x="85" y="1480"/>
                    </a:cubicBezTo>
                    <a:cubicBezTo>
                      <a:pt x="82" y="1447"/>
                      <a:pt x="79" y="1414"/>
                      <a:pt x="75" y="1380"/>
                    </a:cubicBezTo>
                    <a:cubicBezTo>
                      <a:pt x="71" y="1347"/>
                      <a:pt x="66" y="1314"/>
                      <a:pt x="62" y="1280"/>
                    </a:cubicBezTo>
                    <a:cubicBezTo>
                      <a:pt x="32" y="1041"/>
                      <a:pt x="0" y="772"/>
                      <a:pt x="130" y="556"/>
                    </a:cubicBezTo>
                    <a:cubicBezTo>
                      <a:pt x="404" y="232"/>
                      <a:pt x="924" y="0"/>
                      <a:pt x="1338" y="0"/>
                    </a:cubicBezTo>
                    <a:close/>
                  </a:path>
                </a:pathLst>
              </a:custGeom>
              <a:solidFill>
                <a:srgbClr val="918AAD"/>
              </a:solidFill>
              <a:ln w="2646" cap="flat">
                <a:noFill/>
              </a:ln>
            </p:spPr>
          </p:sp>
          <p:sp>
            <p:nvSpPr>
              <p:cNvPr id="2286" name="ICON_C_WINDOWS_GRAPHIC_path_258"/>
              <p:cNvSpPr/>
              <p:nvPr/>
            </p:nvSpPr>
            <p:spPr>
              <a:xfrm>
                <a:off x="5307362" y="7455958"/>
                <a:ext cx="20085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1581" h="2917" fill="norm" stroke="0">
                    <a:moveTo>
                      <a:pt x="223" y="0"/>
                    </a:moveTo>
                    <a:cubicBezTo>
                      <a:pt x="360" y="0"/>
                      <a:pt x="498" y="0"/>
                      <a:pt x="639" y="0"/>
                    </a:cubicBezTo>
                    <a:cubicBezTo>
                      <a:pt x="641" y="15"/>
                      <a:pt x="641" y="15"/>
                      <a:pt x="648" y="89"/>
                    </a:cubicBezTo>
                    <a:cubicBezTo>
                      <a:pt x="748" y="948"/>
                      <a:pt x="748" y="948"/>
                      <a:pt x="919" y="1108"/>
                    </a:cubicBezTo>
                    <a:cubicBezTo>
                      <a:pt x="1002" y="1153"/>
                      <a:pt x="1085" y="1190"/>
                      <a:pt x="1173" y="1224"/>
                    </a:cubicBezTo>
                    <a:cubicBezTo>
                      <a:pt x="1310" y="1280"/>
                      <a:pt x="1394" y="1331"/>
                      <a:pt x="1473" y="1458"/>
                    </a:cubicBezTo>
                    <a:cubicBezTo>
                      <a:pt x="1581" y="1921"/>
                      <a:pt x="1509" y="2448"/>
                      <a:pt x="1473" y="2917"/>
                    </a:cubicBezTo>
                    <a:cubicBezTo>
                      <a:pt x="916" y="2797"/>
                      <a:pt x="916" y="2797"/>
                      <a:pt x="764" y="2600"/>
                    </a:cubicBezTo>
                    <a:cubicBezTo>
                      <a:pt x="707" y="2468"/>
                      <a:pt x="664" y="2339"/>
                      <a:pt x="626" y="2200"/>
                    </a:cubicBezTo>
                    <a:cubicBezTo>
                      <a:pt x="532" y="1886"/>
                      <a:pt x="463" y="1679"/>
                      <a:pt x="205" y="1466"/>
                    </a:cubicBezTo>
                    <a:cubicBezTo>
                      <a:pt x="68" y="1340"/>
                      <a:pt x="18" y="1288"/>
                      <a:pt x="0" y="1100"/>
                    </a:cubicBezTo>
                    <a:cubicBezTo>
                      <a:pt x="14" y="930"/>
                      <a:pt x="52" y="765"/>
                      <a:pt x="92" y="599"/>
                    </a:cubicBezTo>
                    <a:cubicBezTo>
                      <a:pt x="104" y="541"/>
                      <a:pt x="116" y="482"/>
                      <a:pt x="128" y="424"/>
                    </a:cubicBezTo>
                    <a:cubicBezTo>
                      <a:pt x="157" y="282"/>
                      <a:pt x="189" y="141"/>
                      <a:pt x="223" y="0"/>
                    </a:cubicBezTo>
                    <a:close/>
                  </a:path>
                </a:pathLst>
              </a:custGeom>
              <a:solidFill>
                <a:srgbClr val="918EB1"/>
              </a:solidFill>
              <a:ln w="2646" cap="flat">
                <a:noFill/>
              </a:ln>
            </p:spPr>
          </p:sp>
          <p:sp>
            <p:nvSpPr>
              <p:cNvPr id="2287" name="ICON_C_WINDOWS_GRAPHIC_path_259"/>
              <p:cNvSpPr/>
              <p:nvPr/>
            </p:nvSpPr>
            <p:spPr>
              <a:xfrm>
                <a:off x="6733646" y="7477051"/>
                <a:ext cx="21167" cy="71512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5631" fill="norm" stroke="0">
                    <a:moveTo>
                      <a:pt x="736" y="0"/>
                    </a:moveTo>
                    <a:cubicBezTo>
                      <a:pt x="768" y="2"/>
                      <a:pt x="800" y="4"/>
                      <a:pt x="833" y="6"/>
                    </a:cubicBezTo>
                    <a:cubicBezTo>
                      <a:pt x="834" y="34"/>
                      <a:pt x="834" y="61"/>
                      <a:pt x="835" y="90"/>
                    </a:cubicBezTo>
                    <a:cubicBezTo>
                      <a:pt x="847" y="765"/>
                      <a:pt x="863" y="1439"/>
                      <a:pt x="882" y="2114"/>
                    </a:cubicBezTo>
                    <a:cubicBezTo>
                      <a:pt x="892" y="2440"/>
                      <a:pt x="900" y="2766"/>
                      <a:pt x="905" y="3092"/>
                    </a:cubicBezTo>
                    <a:cubicBezTo>
                      <a:pt x="910" y="3377"/>
                      <a:pt x="917" y="3661"/>
                      <a:pt x="927" y="3946"/>
                    </a:cubicBezTo>
                    <a:cubicBezTo>
                      <a:pt x="932" y="4096"/>
                      <a:pt x="936" y="4247"/>
                      <a:pt x="937" y="4397"/>
                    </a:cubicBezTo>
                    <a:cubicBezTo>
                      <a:pt x="946" y="5320"/>
                      <a:pt x="946" y="5320"/>
                      <a:pt x="1108" y="5493"/>
                    </a:cubicBezTo>
                    <a:cubicBezTo>
                      <a:pt x="1297" y="5611"/>
                      <a:pt x="1432" y="5609"/>
                      <a:pt x="1667" y="5631"/>
                    </a:cubicBezTo>
                    <a:cubicBezTo>
                      <a:pt x="1323" y="5562"/>
                      <a:pt x="979" y="5493"/>
                      <a:pt x="625" y="5423"/>
                    </a:cubicBezTo>
                    <a:cubicBezTo>
                      <a:pt x="556" y="4116"/>
                      <a:pt x="488" y="2810"/>
                      <a:pt x="417" y="1464"/>
                    </a:cubicBezTo>
                    <a:cubicBezTo>
                      <a:pt x="279" y="1602"/>
                      <a:pt x="142" y="1739"/>
                      <a:pt x="0" y="1881"/>
                    </a:cubicBezTo>
                    <a:cubicBezTo>
                      <a:pt x="228" y="27"/>
                      <a:pt x="228" y="27"/>
                      <a:pt x="736" y="0"/>
                    </a:cubicBezTo>
                    <a:close/>
                  </a:path>
                </a:pathLst>
              </a:custGeom>
              <a:solidFill>
                <a:srgbClr val="E2E1EC"/>
              </a:solidFill>
              <a:ln w="2646" cap="flat">
                <a:noFill/>
              </a:ln>
            </p:spPr>
          </p:sp>
          <p:sp>
            <p:nvSpPr>
              <p:cNvPr id="2288" name="ICON_C_WINDOWS_GRAPHIC_path_260"/>
              <p:cNvSpPr/>
              <p:nvPr/>
            </p:nvSpPr>
            <p:spPr>
              <a:xfrm>
                <a:off x="6691312" y="7416271"/>
                <a:ext cx="13518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1064" h="4583" fill="norm" stroke="0">
                    <a:moveTo>
                      <a:pt x="833" y="0"/>
                    </a:moveTo>
                    <a:cubicBezTo>
                      <a:pt x="902" y="0"/>
                      <a:pt x="971" y="0"/>
                      <a:pt x="1042" y="0"/>
                    </a:cubicBezTo>
                    <a:cubicBezTo>
                      <a:pt x="1064" y="1065"/>
                      <a:pt x="1062" y="2131"/>
                      <a:pt x="987" y="3194"/>
                    </a:cubicBezTo>
                    <a:cubicBezTo>
                      <a:pt x="980" y="3295"/>
                      <a:pt x="974" y="3397"/>
                      <a:pt x="970" y="3499"/>
                    </a:cubicBezTo>
                    <a:cubicBezTo>
                      <a:pt x="963" y="3642"/>
                      <a:pt x="952" y="3784"/>
                      <a:pt x="940" y="3927"/>
                    </a:cubicBezTo>
                    <a:cubicBezTo>
                      <a:pt x="939" y="3969"/>
                      <a:pt x="937" y="4011"/>
                      <a:pt x="936" y="4055"/>
                    </a:cubicBezTo>
                    <a:cubicBezTo>
                      <a:pt x="923" y="4174"/>
                      <a:pt x="923" y="4174"/>
                      <a:pt x="833" y="4375"/>
                    </a:cubicBezTo>
                    <a:cubicBezTo>
                      <a:pt x="627" y="4444"/>
                      <a:pt x="421" y="4513"/>
                      <a:pt x="208" y="4583"/>
                    </a:cubicBezTo>
                    <a:cubicBezTo>
                      <a:pt x="140" y="4102"/>
                      <a:pt x="71" y="3621"/>
                      <a:pt x="0" y="3125"/>
                    </a:cubicBezTo>
                    <a:cubicBezTo>
                      <a:pt x="206" y="3194"/>
                      <a:pt x="413" y="3263"/>
                      <a:pt x="625" y="3333"/>
                    </a:cubicBezTo>
                    <a:cubicBezTo>
                      <a:pt x="624" y="3262"/>
                      <a:pt x="623" y="3191"/>
                      <a:pt x="622" y="3117"/>
                    </a:cubicBezTo>
                    <a:cubicBezTo>
                      <a:pt x="618" y="2878"/>
                      <a:pt x="616" y="2638"/>
                      <a:pt x="614" y="2399"/>
                    </a:cubicBezTo>
                    <a:cubicBezTo>
                      <a:pt x="613" y="2254"/>
                      <a:pt x="612" y="2109"/>
                      <a:pt x="609" y="1964"/>
                    </a:cubicBezTo>
                    <a:cubicBezTo>
                      <a:pt x="598" y="1284"/>
                      <a:pt x="617" y="654"/>
                      <a:pt x="833" y="0"/>
                    </a:cubicBezTo>
                    <a:close/>
                  </a:path>
                </a:pathLst>
              </a:custGeom>
              <a:solidFill>
                <a:srgbClr val="CFCDDE"/>
              </a:solidFill>
              <a:ln w="2646" cap="flat">
                <a:noFill/>
              </a:ln>
            </p:spPr>
          </p:sp>
          <p:sp>
            <p:nvSpPr>
              <p:cNvPr id="2289" name="ICON_C_WINDOWS_GRAPHIC_path_261"/>
              <p:cNvSpPr/>
              <p:nvPr/>
            </p:nvSpPr>
            <p:spPr>
              <a:xfrm>
                <a:off x="5659438" y="7440083"/>
                <a:ext cx="15875" cy="50271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3958" fill="norm" stroke="0">
                    <a:moveTo>
                      <a:pt x="625" y="0"/>
                    </a:moveTo>
                    <a:cubicBezTo>
                      <a:pt x="694" y="0"/>
                      <a:pt x="762" y="0"/>
                      <a:pt x="833" y="0"/>
                    </a:cubicBezTo>
                    <a:cubicBezTo>
                      <a:pt x="835" y="21"/>
                      <a:pt x="838" y="42"/>
                      <a:pt x="840" y="64"/>
                    </a:cubicBezTo>
                    <a:cubicBezTo>
                      <a:pt x="1042" y="2052"/>
                      <a:pt x="1042" y="2052"/>
                      <a:pt x="1250" y="2917"/>
                    </a:cubicBezTo>
                    <a:cubicBezTo>
                      <a:pt x="1181" y="2917"/>
                      <a:pt x="1113" y="2917"/>
                      <a:pt x="1042" y="2917"/>
                    </a:cubicBezTo>
                    <a:cubicBezTo>
                      <a:pt x="973" y="3260"/>
                      <a:pt x="904" y="3604"/>
                      <a:pt x="833" y="3958"/>
                    </a:cubicBezTo>
                    <a:cubicBezTo>
                      <a:pt x="558" y="3958"/>
                      <a:pt x="283" y="3958"/>
                      <a:pt x="0" y="3958"/>
                    </a:cubicBezTo>
                    <a:cubicBezTo>
                      <a:pt x="0" y="3821"/>
                      <a:pt x="0" y="3683"/>
                      <a:pt x="0" y="3542"/>
                    </a:cubicBezTo>
                    <a:cubicBezTo>
                      <a:pt x="137" y="3542"/>
                      <a:pt x="275" y="3542"/>
                      <a:pt x="417" y="3542"/>
                    </a:cubicBezTo>
                    <a:cubicBezTo>
                      <a:pt x="392" y="3341"/>
                      <a:pt x="366" y="3141"/>
                      <a:pt x="339" y="2941"/>
                    </a:cubicBezTo>
                    <a:cubicBezTo>
                      <a:pt x="330" y="2874"/>
                      <a:pt x="321" y="2806"/>
                      <a:pt x="313" y="2738"/>
                    </a:cubicBezTo>
                    <a:cubicBezTo>
                      <a:pt x="264" y="2341"/>
                      <a:pt x="210" y="2015"/>
                      <a:pt x="0" y="1667"/>
                    </a:cubicBezTo>
                    <a:cubicBezTo>
                      <a:pt x="206" y="1667"/>
                      <a:pt x="413" y="1667"/>
                      <a:pt x="625" y="1667"/>
                    </a:cubicBezTo>
                    <a:cubicBezTo>
                      <a:pt x="625" y="1117"/>
                      <a:pt x="625" y="567"/>
                      <a:pt x="625" y="0"/>
                    </a:cubicBezTo>
                    <a:close/>
                  </a:path>
                </a:pathLst>
              </a:custGeom>
              <a:solidFill>
                <a:srgbClr val="C2C3D7"/>
              </a:solidFill>
              <a:ln w="2646" cap="flat">
                <a:noFill/>
              </a:ln>
            </p:spPr>
          </p:sp>
          <p:sp>
            <p:nvSpPr>
              <p:cNvPr id="2290" name="ICON_C_WINDOWS_GRAPHIC_path_262"/>
              <p:cNvSpPr/>
              <p:nvPr/>
            </p:nvSpPr>
            <p:spPr>
              <a:xfrm>
                <a:off x="5793093" y="7476726"/>
                <a:ext cx="23008" cy="69191"/>
              </a:xfrm>
              <a:custGeom>
                <a:avLst/>
                <a:gdLst/>
                <a:ahLst/>
                <a:cxnLst/>
                <a:rect l="0" t="0" r="r" b="b"/>
                <a:pathLst>
                  <a:path w="1812" h="5448" fill="norm" stroke="0">
                    <a:moveTo>
                      <a:pt x="1010" y="8"/>
                    </a:moveTo>
                    <a:cubicBezTo>
                      <a:pt x="1204" y="35"/>
                      <a:pt x="1383" y="72"/>
                      <a:pt x="1562" y="150"/>
                    </a:cubicBezTo>
                    <a:cubicBezTo>
                      <a:pt x="1601" y="167"/>
                      <a:pt x="1641" y="184"/>
                      <a:pt x="1682" y="201"/>
                    </a:cubicBezTo>
                    <a:cubicBezTo>
                      <a:pt x="1710" y="214"/>
                      <a:pt x="1739" y="226"/>
                      <a:pt x="1767" y="240"/>
                    </a:cubicBezTo>
                    <a:cubicBezTo>
                      <a:pt x="1799" y="388"/>
                      <a:pt x="1812" y="510"/>
                      <a:pt x="1767" y="656"/>
                    </a:cubicBezTo>
                    <a:cubicBezTo>
                      <a:pt x="1574" y="786"/>
                      <a:pt x="1337" y="831"/>
                      <a:pt x="1115" y="890"/>
                    </a:cubicBezTo>
                    <a:cubicBezTo>
                      <a:pt x="914" y="955"/>
                      <a:pt x="765" y="1003"/>
                      <a:pt x="659" y="1192"/>
                    </a:cubicBezTo>
                    <a:cubicBezTo>
                      <a:pt x="508" y="1653"/>
                      <a:pt x="473" y="2097"/>
                      <a:pt x="452" y="2579"/>
                    </a:cubicBezTo>
                    <a:cubicBezTo>
                      <a:pt x="447" y="2663"/>
                      <a:pt x="443" y="2746"/>
                      <a:pt x="439" y="2829"/>
                    </a:cubicBezTo>
                    <a:cubicBezTo>
                      <a:pt x="427" y="3046"/>
                      <a:pt x="417" y="3262"/>
                      <a:pt x="407" y="3479"/>
                    </a:cubicBezTo>
                    <a:cubicBezTo>
                      <a:pt x="396" y="3701"/>
                      <a:pt x="385" y="3924"/>
                      <a:pt x="373" y="4146"/>
                    </a:cubicBezTo>
                    <a:cubicBezTo>
                      <a:pt x="351" y="4580"/>
                      <a:pt x="330" y="5014"/>
                      <a:pt x="309" y="5448"/>
                    </a:cubicBezTo>
                    <a:cubicBezTo>
                      <a:pt x="240" y="5448"/>
                      <a:pt x="172" y="5448"/>
                      <a:pt x="101" y="5448"/>
                    </a:cubicBezTo>
                    <a:cubicBezTo>
                      <a:pt x="86" y="4926"/>
                      <a:pt x="75" y="4405"/>
                      <a:pt x="69" y="3883"/>
                    </a:cubicBezTo>
                    <a:cubicBezTo>
                      <a:pt x="65" y="3641"/>
                      <a:pt x="61" y="3398"/>
                      <a:pt x="54" y="3156"/>
                    </a:cubicBezTo>
                    <a:cubicBezTo>
                      <a:pt x="0" y="1287"/>
                      <a:pt x="0" y="1287"/>
                      <a:pt x="381" y="520"/>
                    </a:cubicBezTo>
                    <a:cubicBezTo>
                      <a:pt x="393" y="493"/>
                      <a:pt x="406" y="467"/>
                      <a:pt x="419" y="440"/>
                    </a:cubicBezTo>
                    <a:cubicBezTo>
                      <a:pt x="556" y="161"/>
                      <a:pt x="677" y="0"/>
                      <a:pt x="1010" y="8"/>
                    </a:cubicBezTo>
                    <a:close/>
                  </a:path>
                </a:pathLst>
              </a:custGeom>
              <a:solidFill>
                <a:srgbClr val="B2B0C9"/>
              </a:solidFill>
              <a:ln w="2646" cap="flat">
                <a:noFill/>
              </a:ln>
            </p:spPr>
          </p:sp>
          <p:sp>
            <p:nvSpPr>
              <p:cNvPr id="2291" name="ICON_C_WINDOWS_GRAPHIC_path_263"/>
              <p:cNvSpPr/>
              <p:nvPr/>
            </p:nvSpPr>
            <p:spPr>
              <a:xfrm>
                <a:off x="5478957" y="7455958"/>
                <a:ext cx="21730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1711" h="4583" fill="norm" stroke="0">
                    <a:moveTo>
                      <a:pt x="44" y="0"/>
                    </a:moveTo>
                    <a:cubicBezTo>
                      <a:pt x="431" y="294"/>
                      <a:pt x="431" y="294"/>
                      <a:pt x="481" y="498"/>
                    </a:cubicBezTo>
                    <a:cubicBezTo>
                      <a:pt x="498" y="684"/>
                      <a:pt x="478" y="852"/>
                      <a:pt x="461" y="1042"/>
                    </a:cubicBezTo>
                    <a:cubicBezTo>
                      <a:pt x="667" y="1042"/>
                      <a:pt x="874" y="1042"/>
                      <a:pt x="1086" y="1042"/>
                    </a:cubicBezTo>
                    <a:cubicBezTo>
                      <a:pt x="1155" y="767"/>
                      <a:pt x="1224" y="492"/>
                      <a:pt x="1294" y="208"/>
                    </a:cubicBezTo>
                    <a:cubicBezTo>
                      <a:pt x="1292" y="245"/>
                      <a:pt x="1292" y="245"/>
                      <a:pt x="1280" y="429"/>
                    </a:cubicBezTo>
                    <a:cubicBezTo>
                      <a:pt x="1276" y="525"/>
                      <a:pt x="1272" y="620"/>
                      <a:pt x="1268" y="716"/>
                    </a:cubicBezTo>
                    <a:cubicBezTo>
                      <a:pt x="1265" y="764"/>
                      <a:pt x="1261" y="812"/>
                      <a:pt x="1258" y="861"/>
                    </a:cubicBezTo>
                    <a:cubicBezTo>
                      <a:pt x="1254" y="1002"/>
                      <a:pt x="1254" y="1115"/>
                      <a:pt x="1294" y="1250"/>
                    </a:cubicBezTo>
                    <a:cubicBezTo>
                      <a:pt x="1423" y="1359"/>
                      <a:pt x="1553" y="1406"/>
                      <a:pt x="1711" y="1458"/>
                    </a:cubicBezTo>
                    <a:cubicBezTo>
                      <a:pt x="1683" y="1481"/>
                      <a:pt x="1655" y="1504"/>
                      <a:pt x="1626" y="1527"/>
                    </a:cubicBezTo>
                    <a:cubicBezTo>
                      <a:pt x="1301" y="1816"/>
                      <a:pt x="1201" y="2090"/>
                      <a:pt x="1117" y="2508"/>
                    </a:cubicBezTo>
                    <a:cubicBezTo>
                      <a:pt x="1104" y="2568"/>
                      <a:pt x="1090" y="2628"/>
                      <a:pt x="1077" y="2689"/>
                    </a:cubicBezTo>
                    <a:cubicBezTo>
                      <a:pt x="1042" y="2845"/>
                      <a:pt x="1009" y="3002"/>
                      <a:pt x="976" y="3159"/>
                    </a:cubicBezTo>
                    <a:cubicBezTo>
                      <a:pt x="942" y="3320"/>
                      <a:pt x="907" y="3480"/>
                      <a:pt x="871" y="3641"/>
                    </a:cubicBezTo>
                    <a:cubicBezTo>
                      <a:pt x="802" y="3955"/>
                      <a:pt x="735" y="4269"/>
                      <a:pt x="669" y="4583"/>
                    </a:cubicBezTo>
                    <a:cubicBezTo>
                      <a:pt x="601" y="4583"/>
                      <a:pt x="532" y="4583"/>
                      <a:pt x="461" y="4583"/>
                    </a:cubicBezTo>
                    <a:cubicBezTo>
                      <a:pt x="455" y="4371"/>
                      <a:pt x="451" y="4158"/>
                      <a:pt x="448" y="3945"/>
                    </a:cubicBezTo>
                    <a:cubicBezTo>
                      <a:pt x="447" y="3913"/>
                      <a:pt x="447" y="3880"/>
                      <a:pt x="446" y="3847"/>
                    </a:cubicBezTo>
                    <a:cubicBezTo>
                      <a:pt x="441" y="3468"/>
                      <a:pt x="454" y="3105"/>
                      <a:pt x="529" y="2733"/>
                    </a:cubicBezTo>
                    <a:cubicBezTo>
                      <a:pt x="536" y="2701"/>
                      <a:pt x="542" y="2670"/>
                      <a:pt x="548" y="2638"/>
                    </a:cubicBezTo>
                    <a:cubicBezTo>
                      <a:pt x="551" y="2622"/>
                      <a:pt x="551" y="2622"/>
                      <a:pt x="567" y="2543"/>
                    </a:cubicBezTo>
                    <a:cubicBezTo>
                      <a:pt x="733" y="1716"/>
                      <a:pt x="733" y="1716"/>
                      <a:pt x="544" y="1419"/>
                    </a:cubicBezTo>
                    <a:cubicBezTo>
                      <a:pt x="461" y="1312"/>
                      <a:pt x="373" y="1214"/>
                      <a:pt x="279" y="1116"/>
                    </a:cubicBezTo>
                    <a:cubicBezTo>
                      <a:pt x="81" y="907"/>
                      <a:pt x="5" y="771"/>
                      <a:pt x="0" y="480"/>
                    </a:cubicBezTo>
                    <a:cubicBezTo>
                      <a:pt x="7" y="318"/>
                      <a:pt x="21" y="160"/>
                      <a:pt x="44" y="0"/>
                    </a:cubicBezTo>
                    <a:close/>
                  </a:path>
                </a:pathLst>
              </a:custGeom>
              <a:solidFill>
                <a:srgbClr val="96A9D7"/>
              </a:solidFill>
              <a:ln w="2646" cap="flat">
                <a:noFill/>
              </a:ln>
            </p:spPr>
          </p:sp>
          <p:sp>
            <p:nvSpPr>
              <p:cNvPr id="2292" name="ICON_C_WINDOWS_GRAPHIC_path_264"/>
              <p:cNvSpPr/>
              <p:nvPr/>
            </p:nvSpPr>
            <p:spPr>
              <a:xfrm>
                <a:off x="5553604" y="7452788"/>
                <a:ext cx="17695" cy="34920"/>
              </a:xfrm>
              <a:custGeom>
                <a:avLst/>
                <a:gdLst/>
                <a:ahLst/>
                <a:cxnLst/>
                <a:rect l="0" t="0" r="r" b="b"/>
                <a:pathLst>
                  <a:path w="1393" h="2750" fill="norm" stroke="0">
                    <a:moveTo>
                      <a:pt x="724" y="8"/>
                    </a:moveTo>
                    <a:cubicBezTo>
                      <a:pt x="841" y="0"/>
                      <a:pt x="930" y="7"/>
                      <a:pt x="1042" y="41"/>
                    </a:cubicBezTo>
                    <a:cubicBezTo>
                      <a:pt x="1393" y="446"/>
                      <a:pt x="1272" y="1254"/>
                      <a:pt x="1263" y="1747"/>
                    </a:cubicBezTo>
                    <a:cubicBezTo>
                      <a:pt x="1262" y="1845"/>
                      <a:pt x="1261" y="1942"/>
                      <a:pt x="1260" y="2040"/>
                    </a:cubicBezTo>
                    <a:cubicBezTo>
                      <a:pt x="1258" y="2276"/>
                      <a:pt x="1254" y="2513"/>
                      <a:pt x="1250" y="2750"/>
                    </a:cubicBezTo>
                    <a:cubicBezTo>
                      <a:pt x="1242" y="2724"/>
                      <a:pt x="1234" y="2699"/>
                      <a:pt x="1225" y="2673"/>
                    </a:cubicBezTo>
                    <a:cubicBezTo>
                      <a:pt x="1032" y="2118"/>
                      <a:pt x="1032" y="2118"/>
                      <a:pt x="833" y="1916"/>
                    </a:cubicBezTo>
                    <a:cubicBezTo>
                      <a:pt x="569" y="1814"/>
                      <a:pt x="272" y="1865"/>
                      <a:pt x="0" y="1916"/>
                    </a:cubicBezTo>
                    <a:cubicBezTo>
                      <a:pt x="79" y="1648"/>
                      <a:pt x="160" y="1381"/>
                      <a:pt x="244" y="1115"/>
                    </a:cubicBezTo>
                    <a:cubicBezTo>
                      <a:pt x="272" y="1024"/>
                      <a:pt x="300" y="934"/>
                      <a:pt x="326" y="842"/>
                    </a:cubicBezTo>
                    <a:cubicBezTo>
                      <a:pt x="365" y="711"/>
                      <a:pt x="406" y="581"/>
                      <a:pt x="447" y="451"/>
                    </a:cubicBezTo>
                    <a:cubicBezTo>
                      <a:pt x="459" y="410"/>
                      <a:pt x="471" y="369"/>
                      <a:pt x="483" y="327"/>
                    </a:cubicBezTo>
                    <a:cubicBezTo>
                      <a:pt x="571" y="59"/>
                      <a:pt x="571" y="59"/>
                      <a:pt x="724" y="8"/>
                    </a:cubicBezTo>
                    <a:close/>
                  </a:path>
                </a:pathLst>
              </a:custGeom>
              <a:solidFill>
                <a:srgbClr val="BACDEE"/>
              </a:solidFill>
              <a:ln w="2646" cap="flat">
                <a:noFill/>
              </a:ln>
            </p:spPr>
          </p:sp>
          <p:sp>
            <p:nvSpPr>
              <p:cNvPr id="2293" name="ICON_C_WINDOWS_GRAPHIC_path_265"/>
              <p:cNvSpPr/>
              <p:nvPr/>
            </p:nvSpPr>
            <p:spPr>
              <a:xfrm>
                <a:off x="5883921" y="7556500"/>
                <a:ext cx="13642" cy="87371"/>
              </a:xfrm>
              <a:custGeom>
                <a:avLst/>
                <a:gdLst/>
                <a:ahLst/>
                <a:cxnLst/>
                <a:rect l="0" t="0" r="r" b="b"/>
                <a:pathLst>
                  <a:path w="1074" h="6880" fill="norm" stroke="0">
                    <a:moveTo>
                      <a:pt x="33" y="0"/>
                    </a:moveTo>
                    <a:cubicBezTo>
                      <a:pt x="101" y="0"/>
                      <a:pt x="170" y="0"/>
                      <a:pt x="241" y="0"/>
                    </a:cubicBezTo>
                    <a:cubicBezTo>
                      <a:pt x="241" y="31"/>
                      <a:pt x="242" y="61"/>
                      <a:pt x="242" y="93"/>
                    </a:cubicBezTo>
                    <a:cubicBezTo>
                      <a:pt x="255" y="839"/>
                      <a:pt x="270" y="1585"/>
                      <a:pt x="290" y="2331"/>
                    </a:cubicBezTo>
                    <a:cubicBezTo>
                      <a:pt x="299" y="2692"/>
                      <a:pt x="308" y="3052"/>
                      <a:pt x="313" y="3413"/>
                    </a:cubicBezTo>
                    <a:cubicBezTo>
                      <a:pt x="318" y="3728"/>
                      <a:pt x="325" y="4043"/>
                      <a:pt x="334" y="4357"/>
                    </a:cubicBezTo>
                    <a:cubicBezTo>
                      <a:pt x="339" y="4524"/>
                      <a:pt x="343" y="4690"/>
                      <a:pt x="345" y="4857"/>
                    </a:cubicBezTo>
                    <a:cubicBezTo>
                      <a:pt x="355" y="6003"/>
                      <a:pt x="355" y="6003"/>
                      <a:pt x="680" y="6359"/>
                    </a:cubicBezTo>
                    <a:cubicBezTo>
                      <a:pt x="804" y="6474"/>
                      <a:pt x="932" y="6576"/>
                      <a:pt x="1074" y="6667"/>
                    </a:cubicBezTo>
                    <a:cubicBezTo>
                      <a:pt x="1046" y="6675"/>
                      <a:pt x="1019" y="6683"/>
                      <a:pt x="990" y="6691"/>
                    </a:cubicBezTo>
                    <a:cubicBezTo>
                      <a:pt x="954" y="6701"/>
                      <a:pt x="918" y="6712"/>
                      <a:pt x="880" y="6723"/>
                    </a:cubicBezTo>
                    <a:cubicBezTo>
                      <a:pt x="844" y="6733"/>
                      <a:pt x="808" y="6744"/>
                      <a:pt x="771" y="6754"/>
                    </a:cubicBezTo>
                    <a:cubicBezTo>
                      <a:pt x="695" y="6777"/>
                      <a:pt x="620" y="6799"/>
                      <a:pt x="544" y="6822"/>
                    </a:cubicBezTo>
                    <a:cubicBezTo>
                      <a:pt x="511" y="6831"/>
                      <a:pt x="478" y="6840"/>
                      <a:pt x="444" y="6850"/>
                    </a:cubicBezTo>
                    <a:cubicBezTo>
                      <a:pt x="410" y="6860"/>
                      <a:pt x="376" y="6869"/>
                      <a:pt x="341" y="6880"/>
                    </a:cubicBezTo>
                    <a:cubicBezTo>
                      <a:pt x="213" y="6874"/>
                      <a:pt x="163" y="6821"/>
                      <a:pt x="77" y="6730"/>
                    </a:cubicBezTo>
                    <a:cubicBezTo>
                      <a:pt x="0" y="6621"/>
                      <a:pt x="7" y="6520"/>
                      <a:pt x="8" y="6389"/>
                    </a:cubicBezTo>
                    <a:cubicBezTo>
                      <a:pt x="7" y="6361"/>
                      <a:pt x="7" y="6334"/>
                      <a:pt x="7" y="6305"/>
                    </a:cubicBezTo>
                    <a:cubicBezTo>
                      <a:pt x="7" y="6214"/>
                      <a:pt x="8" y="6122"/>
                      <a:pt x="9" y="6031"/>
                    </a:cubicBezTo>
                    <a:cubicBezTo>
                      <a:pt x="9" y="5965"/>
                      <a:pt x="9" y="5900"/>
                      <a:pt x="9" y="5834"/>
                    </a:cubicBezTo>
                    <a:cubicBezTo>
                      <a:pt x="9" y="5656"/>
                      <a:pt x="10" y="5477"/>
                      <a:pt x="11" y="5299"/>
                    </a:cubicBezTo>
                    <a:cubicBezTo>
                      <a:pt x="13" y="5113"/>
                      <a:pt x="13" y="4927"/>
                      <a:pt x="13" y="4740"/>
                    </a:cubicBezTo>
                    <a:cubicBezTo>
                      <a:pt x="14" y="4388"/>
                      <a:pt x="15" y="4035"/>
                      <a:pt x="18" y="3683"/>
                    </a:cubicBezTo>
                    <a:cubicBezTo>
                      <a:pt x="20" y="3281"/>
                      <a:pt x="21" y="2879"/>
                      <a:pt x="22" y="2478"/>
                    </a:cubicBezTo>
                    <a:cubicBezTo>
                      <a:pt x="24" y="1652"/>
                      <a:pt x="28" y="826"/>
                      <a:pt x="33" y="0"/>
                    </a:cubicBezTo>
                    <a:close/>
                  </a:path>
                </a:pathLst>
              </a:custGeom>
              <a:solidFill>
                <a:srgbClr val="F95E8D"/>
              </a:solidFill>
              <a:ln w="2646" cap="flat">
                <a:noFill/>
              </a:ln>
            </p:spPr>
          </p:sp>
          <p:sp>
            <p:nvSpPr>
              <p:cNvPr id="2294" name="ICON_C_WINDOWS_GRAPHIC_path_266"/>
              <p:cNvSpPr/>
              <p:nvPr/>
            </p:nvSpPr>
            <p:spPr>
              <a:xfrm>
                <a:off x="5582042" y="7469188"/>
                <a:ext cx="11660" cy="68792"/>
              </a:xfrm>
              <a:custGeom>
                <a:avLst/>
                <a:gdLst/>
                <a:ahLst/>
                <a:cxnLst/>
                <a:rect l="0" t="0" r="r" b="b"/>
                <a:pathLst>
                  <a:path w="918" h="5417" fill="norm" stroke="0">
                    <a:moveTo>
                      <a:pt x="261" y="0"/>
                    </a:moveTo>
                    <a:cubicBezTo>
                      <a:pt x="326" y="95"/>
                      <a:pt x="391" y="191"/>
                      <a:pt x="456" y="286"/>
                    </a:cubicBezTo>
                    <a:cubicBezTo>
                      <a:pt x="465" y="300"/>
                      <a:pt x="465" y="300"/>
                      <a:pt x="511" y="366"/>
                    </a:cubicBezTo>
                    <a:cubicBezTo>
                      <a:pt x="761" y="736"/>
                      <a:pt x="918" y="1037"/>
                      <a:pt x="910" y="1491"/>
                    </a:cubicBezTo>
                    <a:cubicBezTo>
                      <a:pt x="910" y="1533"/>
                      <a:pt x="910" y="1576"/>
                      <a:pt x="910" y="1620"/>
                    </a:cubicBezTo>
                    <a:cubicBezTo>
                      <a:pt x="909" y="1760"/>
                      <a:pt x="908" y="1900"/>
                      <a:pt x="906" y="2039"/>
                    </a:cubicBezTo>
                    <a:cubicBezTo>
                      <a:pt x="906" y="2137"/>
                      <a:pt x="905" y="2234"/>
                      <a:pt x="905" y="2332"/>
                    </a:cubicBezTo>
                    <a:cubicBezTo>
                      <a:pt x="905" y="2587"/>
                      <a:pt x="902" y="2843"/>
                      <a:pt x="900" y="3098"/>
                    </a:cubicBezTo>
                    <a:cubicBezTo>
                      <a:pt x="898" y="3360"/>
                      <a:pt x="897" y="3621"/>
                      <a:pt x="896" y="3882"/>
                    </a:cubicBezTo>
                    <a:cubicBezTo>
                      <a:pt x="894" y="4394"/>
                      <a:pt x="890" y="4905"/>
                      <a:pt x="886" y="5417"/>
                    </a:cubicBezTo>
                    <a:cubicBezTo>
                      <a:pt x="817" y="5417"/>
                      <a:pt x="748" y="5417"/>
                      <a:pt x="678" y="5417"/>
                    </a:cubicBezTo>
                    <a:cubicBezTo>
                      <a:pt x="676" y="5373"/>
                      <a:pt x="674" y="5329"/>
                      <a:pt x="672" y="5284"/>
                    </a:cubicBezTo>
                    <a:cubicBezTo>
                      <a:pt x="656" y="4870"/>
                      <a:pt x="638" y="4456"/>
                      <a:pt x="618" y="4042"/>
                    </a:cubicBezTo>
                    <a:cubicBezTo>
                      <a:pt x="607" y="3829"/>
                      <a:pt x="597" y="3617"/>
                      <a:pt x="590" y="3404"/>
                    </a:cubicBezTo>
                    <a:cubicBezTo>
                      <a:pt x="582" y="3199"/>
                      <a:pt x="572" y="2993"/>
                      <a:pt x="561" y="2788"/>
                    </a:cubicBezTo>
                    <a:cubicBezTo>
                      <a:pt x="557" y="2710"/>
                      <a:pt x="554" y="2631"/>
                      <a:pt x="552" y="2553"/>
                    </a:cubicBezTo>
                    <a:cubicBezTo>
                      <a:pt x="536" y="2047"/>
                      <a:pt x="536" y="2047"/>
                      <a:pt x="469" y="1875"/>
                    </a:cubicBezTo>
                    <a:cubicBezTo>
                      <a:pt x="364" y="1784"/>
                      <a:pt x="277" y="1748"/>
                      <a:pt x="145" y="1706"/>
                    </a:cubicBezTo>
                    <a:cubicBezTo>
                      <a:pt x="53" y="1667"/>
                      <a:pt x="53" y="1667"/>
                      <a:pt x="14" y="1596"/>
                    </a:cubicBezTo>
                    <a:cubicBezTo>
                      <a:pt x="1" y="1506"/>
                      <a:pt x="0" y="1425"/>
                      <a:pt x="5" y="1335"/>
                    </a:cubicBezTo>
                    <a:cubicBezTo>
                      <a:pt x="5" y="1303"/>
                      <a:pt x="5" y="1271"/>
                      <a:pt x="5" y="1239"/>
                    </a:cubicBezTo>
                    <a:cubicBezTo>
                      <a:pt x="5" y="1172"/>
                      <a:pt x="7" y="1106"/>
                      <a:pt x="10" y="1039"/>
                    </a:cubicBezTo>
                    <a:cubicBezTo>
                      <a:pt x="13" y="938"/>
                      <a:pt x="14" y="836"/>
                      <a:pt x="14" y="735"/>
                    </a:cubicBezTo>
                    <a:cubicBezTo>
                      <a:pt x="15" y="670"/>
                      <a:pt x="16" y="605"/>
                      <a:pt x="17" y="540"/>
                    </a:cubicBezTo>
                    <a:cubicBezTo>
                      <a:pt x="18" y="510"/>
                      <a:pt x="18" y="480"/>
                      <a:pt x="18" y="449"/>
                    </a:cubicBezTo>
                    <a:cubicBezTo>
                      <a:pt x="26" y="289"/>
                      <a:pt x="44" y="199"/>
                      <a:pt x="159" y="83"/>
                    </a:cubicBezTo>
                    <a:cubicBezTo>
                      <a:pt x="192" y="56"/>
                      <a:pt x="226" y="28"/>
                      <a:pt x="261" y="0"/>
                    </a:cubicBezTo>
                    <a:close/>
                  </a:path>
                </a:pathLst>
              </a:custGeom>
              <a:solidFill>
                <a:srgbClr val="A7B9E5"/>
              </a:solidFill>
              <a:ln w="2646" cap="flat">
                <a:noFill/>
              </a:ln>
            </p:spPr>
          </p:sp>
          <p:sp>
            <p:nvSpPr>
              <p:cNvPr id="2295" name="ICON_C_WINDOWS_GRAPHIC_path_267"/>
              <p:cNvSpPr/>
              <p:nvPr/>
            </p:nvSpPr>
            <p:spPr>
              <a:xfrm>
                <a:off x="5405437" y="7466372"/>
                <a:ext cx="18822" cy="31919"/>
              </a:xfrm>
              <a:custGeom>
                <a:avLst/>
                <a:gdLst/>
                <a:ahLst/>
                <a:cxnLst/>
                <a:rect l="0" t="0" r="r" b="b"/>
                <a:pathLst>
                  <a:path w="1482" h="2513" fill="norm" stroke="0">
                    <a:moveTo>
                      <a:pt x="1141" y="0"/>
                    </a:moveTo>
                    <a:cubicBezTo>
                      <a:pt x="1179" y="2"/>
                      <a:pt x="1217" y="3"/>
                      <a:pt x="1255" y="5"/>
                    </a:cubicBezTo>
                    <a:cubicBezTo>
                      <a:pt x="1293" y="6"/>
                      <a:pt x="1331" y="7"/>
                      <a:pt x="1370" y="9"/>
                    </a:cubicBezTo>
                    <a:cubicBezTo>
                      <a:pt x="1399" y="10"/>
                      <a:pt x="1428" y="12"/>
                      <a:pt x="1458" y="13"/>
                    </a:cubicBezTo>
                    <a:cubicBezTo>
                      <a:pt x="1464" y="303"/>
                      <a:pt x="1467" y="591"/>
                      <a:pt x="1470" y="881"/>
                    </a:cubicBezTo>
                    <a:cubicBezTo>
                      <a:pt x="1471" y="979"/>
                      <a:pt x="1472" y="1077"/>
                      <a:pt x="1474" y="1175"/>
                    </a:cubicBezTo>
                    <a:cubicBezTo>
                      <a:pt x="1477" y="1317"/>
                      <a:pt x="1478" y="1459"/>
                      <a:pt x="1479" y="1600"/>
                    </a:cubicBezTo>
                    <a:cubicBezTo>
                      <a:pt x="1480" y="1644"/>
                      <a:pt x="1481" y="1687"/>
                      <a:pt x="1482" y="1732"/>
                    </a:cubicBezTo>
                    <a:cubicBezTo>
                      <a:pt x="1482" y="1993"/>
                      <a:pt x="1436" y="2200"/>
                      <a:pt x="1336" y="2440"/>
                    </a:cubicBezTo>
                    <a:cubicBezTo>
                      <a:pt x="1250" y="2513"/>
                      <a:pt x="1250" y="2513"/>
                      <a:pt x="833" y="2513"/>
                    </a:cubicBezTo>
                    <a:cubicBezTo>
                      <a:pt x="765" y="1963"/>
                      <a:pt x="696" y="1413"/>
                      <a:pt x="625" y="847"/>
                    </a:cubicBezTo>
                    <a:cubicBezTo>
                      <a:pt x="419" y="847"/>
                      <a:pt x="213" y="847"/>
                      <a:pt x="0" y="847"/>
                    </a:cubicBezTo>
                    <a:cubicBezTo>
                      <a:pt x="0" y="709"/>
                      <a:pt x="0" y="572"/>
                      <a:pt x="0" y="430"/>
                    </a:cubicBezTo>
                    <a:cubicBezTo>
                      <a:pt x="275" y="499"/>
                      <a:pt x="550" y="567"/>
                      <a:pt x="833" y="638"/>
                    </a:cubicBezTo>
                    <a:cubicBezTo>
                      <a:pt x="911" y="326"/>
                      <a:pt x="911" y="326"/>
                      <a:pt x="933" y="227"/>
                    </a:cubicBezTo>
                    <a:cubicBezTo>
                      <a:pt x="994" y="20"/>
                      <a:pt x="994" y="20"/>
                      <a:pt x="1141" y="0"/>
                    </a:cubicBezTo>
                    <a:close/>
                  </a:path>
                </a:pathLst>
              </a:custGeom>
              <a:solidFill>
                <a:srgbClr val="7F99CF"/>
              </a:solidFill>
              <a:ln w="2646" cap="flat">
                <a:noFill/>
              </a:ln>
            </p:spPr>
          </p:sp>
          <p:sp>
            <p:nvSpPr>
              <p:cNvPr id="2296" name="ICON_C_WINDOWS_GRAPHIC_path_268"/>
              <p:cNvSpPr/>
              <p:nvPr/>
            </p:nvSpPr>
            <p:spPr>
              <a:xfrm>
                <a:off x="6133042" y="7426854"/>
                <a:ext cx="23812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2917" fill="norm" stroke="0">
                    <a:moveTo>
                      <a:pt x="1458" y="0"/>
                    </a:moveTo>
                    <a:cubicBezTo>
                      <a:pt x="1596" y="0"/>
                      <a:pt x="1733" y="0"/>
                      <a:pt x="1875" y="0"/>
                    </a:cubicBezTo>
                    <a:cubicBezTo>
                      <a:pt x="1806" y="688"/>
                      <a:pt x="1737" y="1375"/>
                      <a:pt x="1667" y="2083"/>
                    </a:cubicBezTo>
                    <a:cubicBezTo>
                      <a:pt x="1460" y="2083"/>
                      <a:pt x="1254" y="2083"/>
                      <a:pt x="1042" y="2083"/>
                    </a:cubicBezTo>
                    <a:cubicBezTo>
                      <a:pt x="973" y="2358"/>
                      <a:pt x="904" y="2633"/>
                      <a:pt x="833" y="2917"/>
                    </a:cubicBezTo>
                    <a:cubicBezTo>
                      <a:pt x="812" y="2818"/>
                      <a:pt x="790" y="2719"/>
                      <a:pt x="768" y="2617"/>
                    </a:cubicBezTo>
                    <a:cubicBezTo>
                      <a:pt x="727" y="2466"/>
                      <a:pt x="686" y="2334"/>
                      <a:pt x="554" y="2242"/>
                    </a:cubicBezTo>
                    <a:cubicBezTo>
                      <a:pt x="377" y="2160"/>
                      <a:pt x="191" y="2118"/>
                      <a:pt x="0" y="2083"/>
                    </a:cubicBezTo>
                    <a:cubicBezTo>
                      <a:pt x="43" y="2080"/>
                      <a:pt x="85" y="2077"/>
                      <a:pt x="129" y="2074"/>
                    </a:cubicBezTo>
                    <a:cubicBezTo>
                      <a:pt x="319" y="2046"/>
                      <a:pt x="485" y="2013"/>
                      <a:pt x="625" y="1875"/>
                    </a:cubicBezTo>
                    <a:cubicBezTo>
                      <a:pt x="769" y="1552"/>
                      <a:pt x="796" y="1182"/>
                      <a:pt x="833" y="833"/>
                    </a:cubicBezTo>
                    <a:cubicBezTo>
                      <a:pt x="1040" y="833"/>
                      <a:pt x="1246" y="833"/>
                      <a:pt x="1458" y="833"/>
                    </a:cubicBezTo>
                    <a:cubicBezTo>
                      <a:pt x="1458" y="558"/>
                      <a:pt x="1458" y="283"/>
                      <a:pt x="1458" y="0"/>
                    </a:cubicBezTo>
                    <a:close/>
                  </a:path>
                </a:pathLst>
              </a:custGeom>
              <a:solidFill>
                <a:srgbClr val="B7BACC"/>
              </a:solidFill>
              <a:ln w="2646" cap="flat">
                <a:noFill/>
              </a:ln>
            </p:spPr>
          </p:sp>
          <p:sp>
            <p:nvSpPr>
              <p:cNvPr id="2297" name="ICON_C_WINDOWS_GRAPHIC_path_269"/>
              <p:cNvSpPr/>
              <p:nvPr/>
            </p:nvSpPr>
            <p:spPr>
              <a:xfrm>
                <a:off x="6579677" y="7355417"/>
                <a:ext cx="8448" cy="92604"/>
              </a:xfrm>
              <a:custGeom>
                <a:avLst/>
                <a:gdLst/>
                <a:ahLst/>
                <a:cxnLst/>
                <a:rect l="0" t="0" r="r" b="b"/>
                <a:pathLst>
                  <a:path w="665" h="7292" fill="norm" stroke="0">
                    <a:moveTo>
                      <a:pt x="457" y="0"/>
                    </a:moveTo>
                    <a:cubicBezTo>
                      <a:pt x="526" y="0"/>
                      <a:pt x="594" y="0"/>
                      <a:pt x="665" y="0"/>
                    </a:cubicBezTo>
                    <a:cubicBezTo>
                      <a:pt x="665" y="2406"/>
                      <a:pt x="665" y="4812"/>
                      <a:pt x="665" y="7292"/>
                    </a:cubicBezTo>
                    <a:cubicBezTo>
                      <a:pt x="459" y="7223"/>
                      <a:pt x="253" y="7154"/>
                      <a:pt x="40" y="7083"/>
                    </a:cubicBezTo>
                    <a:cubicBezTo>
                      <a:pt x="9" y="6825"/>
                      <a:pt x="0" y="6696"/>
                      <a:pt x="40" y="6458"/>
                    </a:cubicBezTo>
                    <a:cubicBezTo>
                      <a:pt x="178" y="6458"/>
                      <a:pt x="315" y="6458"/>
                      <a:pt x="457" y="6458"/>
                    </a:cubicBezTo>
                    <a:cubicBezTo>
                      <a:pt x="457" y="4327"/>
                      <a:pt x="457" y="2196"/>
                      <a:pt x="457" y="0"/>
                    </a:cubicBezTo>
                    <a:close/>
                  </a:path>
                </a:pathLst>
              </a:custGeom>
              <a:solidFill>
                <a:srgbClr val="B6D8DC"/>
              </a:solidFill>
              <a:ln w="2646" cap="flat">
                <a:noFill/>
              </a:ln>
            </p:spPr>
          </p:sp>
          <p:sp>
            <p:nvSpPr>
              <p:cNvPr id="2298" name="ICON_C_WINDOWS_GRAPHIC_path_270"/>
              <p:cNvSpPr/>
              <p:nvPr/>
            </p:nvSpPr>
            <p:spPr>
              <a:xfrm>
                <a:off x="5503033" y="7418605"/>
                <a:ext cx="26760" cy="26771"/>
              </a:xfrm>
              <a:custGeom>
                <a:avLst/>
                <a:gdLst/>
                <a:ahLst/>
                <a:cxnLst/>
                <a:rect l="0" t="0" r="r" b="b"/>
                <a:pathLst>
                  <a:path w="2107" h="2108" fill="norm" stroke="0">
                    <a:moveTo>
                      <a:pt x="480" y="4"/>
                    </a:moveTo>
                    <a:cubicBezTo>
                      <a:pt x="501" y="4"/>
                      <a:pt x="501" y="4"/>
                      <a:pt x="607" y="6"/>
                    </a:cubicBezTo>
                    <a:cubicBezTo>
                      <a:pt x="659" y="8"/>
                      <a:pt x="712" y="10"/>
                      <a:pt x="766" y="11"/>
                    </a:cubicBezTo>
                    <a:cubicBezTo>
                      <a:pt x="850" y="14"/>
                      <a:pt x="850" y="14"/>
                      <a:pt x="1274" y="25"/>
                    </a:cubicBezTo>
                    <a:cubicBezTo>
                      <a:pt x="1274" y="368"/>
                      <a:pt x="1274" y="712"/>
                      <a:pt x="1274" y="1066"/>
                    </a:cubicBezTo>
                    <a:cubicBezTo>
                      <a:pt x="1411" y="1066"/>
                      <a:pt x="1549" y="1066"/>
                      <a:pt x="1690" y="1066"/>
                    </a:cubicBezTo>
                    <a:cubicBezTo>
                      <a:pt x="1690" y="791"/>
                      <a:pt x="1690" y="516"/>
                      <a:pt x="1690" y="233"/>
                    </a:cubicBezTo>
                    <a:cubicBezTo>
                      <a:pt x="1828" y="233"/>
                      <a:pt x="1965" y="233"/>
                      <a:pt x="2107" y="233"/>
                    </a:cubicBezTo>
                    <a:cubicBezTo>
                      <a:pt x="2038" y="577"/>
                      <a:pt x="1970" y="920"/>
                      <a:pt x="1899" y="1275"/>
                    </a:cubicBezTo>
                    <a:cubicBezTo>
                      <a:pt x="1255" y="1316"/>
                      <a:pt x="1255" y="1316"/>
                      <a:pt x="1065" y="1275"/>
                    </a:cubicBezTo>
                    <a:cubicBezTo>
                      <a:pt x="964" y="1166"/>
                      <a:pt x="940" y="1094"/>
                      <a:pt x="914" y="949"/>
                    </a:cubicBezTo>
                    <a:cubicBezTo>
                      <a:pt x="895" y="919"/>
                      <a:pt x="876" y="889"/>
                      <a:pt x="857" y="858"/>
                    </a:cubicBezTo>
                    <a:cubicBezTo>
                      <a:pt x="720" y="858"/>
                      <a:pt x="582" y="858"/>
                      <a:pt x="440" y="858"/>
                    </a:cubicBezTo>
                    <a:cubicBezTo>
                      <a:pt x="372" y="1270"/>
                      <a:pt x="303" y="1683"/>
                      <a:pt x="232" y="2108"/>
                    </a:cubicBezTo>
                    <a:cubicBezTo>
                      <a:pt x="163" y="2108"/>
                      <a:pt x="95" y="2108"/>
                      <a:pt x="24" y="2108"/>
                    </a:cubicBezTo>
                    <a:cubicBezTo>
                      <a:pt x="18" y="1845"/>
                      <a:pt x="15" y="1581"/>
                      <a:pt x="12" y="1318"/>
                    </a:cubicBezTo>
                    <a:cubicBezTo>
                      <a:pt x="11" y="1229"/>
                      <a:pt x="10" y="1139"/>
                      <a:pt x="8" y="1050"/>
                    </a:cubicBezTo>
                    <a:cubicBezTo>
                      <a:pt x="5" y="921"/>
                      <a:pt x="4" y="792"/>
                      <a:pt x="3" y="663"/>
                    </a:cubicBezTo>
                    <a:cubicBezTo>
                      <a:pt x="2" y="623"/>
                      <a:pt x="1" y="584"/>
                      <a:pt x="0" y="542"/>
                    </a:cubicBezTo>
                    <a:cubicBezTo>
                      <a:pt x="0" y="232"/>
                      <a:pt x="0" y="232"/>
                      <a:pt x="114" y="103"/>
                    </a:cubicBezTo>
                    <a:cubicBezTo>
                      <a:pt x="250" y="13"/>
                      <a:pt x="318" y="0"/>
                      <a:pt x="480" y="4"/>
                    </a:cubicBezTo>
                    <a:close/>
                  </a:path>
                </a:pathLst>
              </a:custGeom>
              <a:solidFill>
                <a:srgbClr val="BFD1F0"/>
              </a:solidFill>
              <a:ln w="2646" cap="flat">
                <a:noFill/>
              </a:ln>
            </p:spPr>
          </p:sp>
          <p:sp>
            <p:nvSpPr>
              <p:cNvPr id="2299" name="ICON_C_WINDOWS_GRAPHIC_path_271"/>
              <p:cNvSpPr/>
              <p:nvPr/>
            </p:nvSpPr>
            <p:spPr>
              <a:xfrm>
                <a:off x="5884016" y="7288936"/>
                <a:ext cx="34713" cy="37378"/>
              </a:xfrm>
              <a:custGeom>
                <a:avLst/>
                <a:gdLst/>
                <a:ahLst/>
                <a:cxnLst/>
                <a:rect l="0" t="0" r="r" b="b"/>
                <a:pathLst>
                  <a:path w="2733" h="2943" fill="norm" stroke="0">
                    <a:moveTo>
                      <a:pt x="486" y="3"/>
                    </a:moveTo>
                    <a:cubicBezTo>
                      <a:pt x="511" y="3"/>
                      <a:pt x="511" y="3"/>
                      <a:pt x="638" y="3"/>
                    </a:cubicBezTo>
                    <a:cubicBezTo>
                      <a:pt x="692" y="4"/>
                      <a:pt x="746" y="5"/>
                      <a:pt x="801" y="6"/>
                    </a:cubicBezTo>
                    <a:cubicBezTo>
                      <a:pt x="856" y="6"/>
                      <a:pt x="912" y="7"/>
                      <a:pt x="968" y="7"/>
                    </a:cubicBezTo>
                    <a:cubicBezTo>
                      <a:pt x="1114" y="8"/>
                      <a:pt x="1260" y="10"/>
                      <a:pt x="1406" y="12"/>
                    </a:cubicBezTo>
                    <a:cubicBezTo>
                      <a:pt x="1556" y="14"/>
                      <a:pt x="1705" y="15"/>
                      <a:pt x="1855" y="16"/>
                    </a:cubicBezTo>
                    <a:cubicBezTo>
                      <a:pt x="2148" y="18"/>
                      <a:pt x="2440" y="22"/>
                      <a:pt x="2733" y="26"/>
                    </a:cubicBezTo>
                    <a:cubicBezTo>
                      <a:pt x="2733" y="164"/>
                      <a:pt x="2733" y="301"/>
                      <a:pt x="2733" y="443"/>
                    </a:cubicBezTo>
                    <a:cubicBezTo>
                      <a:pt x="2046" y="443"/>
                      <a:pt x="1358" y="443"/>
                      <a:pt x="650" y="443"/>
                    </a:cubicBezTo>
                    <a:cubicBezTo>
                      <a:pt x="513" y="1268"/>
                      <a:pt x="375" y="2093"/>
                      <a:pt x="233" y="2943"/>
                    </a:cubicBezTo>
                    <a:cubicBezTo>
                      <a:pt x="165" y="2943"/>
                      <a:pt x="96" y="2943"/>
                      <a:pt x="25" y="2943"/>
                    </a:cubicBezTo>
                    <a:cubicBezTo>
                      <a:pt x="20" y="2594"/>
                      <a:pt x="16" y="2244"/>
                      <a:pt x="14" y="1894"/>
                    </a:cubicBezTo>
                    <a:cubicBezTo>
                      <a:pt x="13" y="1732"/>
                      <a:pt x="12" y="1570"/>
                      <a:pt x="9" y="1408"/>
                    </a:cubicBezTo>
                    <a:cubicBezTo>
                      <a:pt x="7" y="1251"/>
                      <a:pt x="6" y="1094"/>
                      <a:pt x="5" y="938"/>
                    </a:cubicBezTo>
                    <a:cubicBezTo>
                      <a:pt x="5" y="878"/>
                      <a:pt x="4" y="818"/>
                      <a:pt x="3" y="758"/>
                    </a:cubicBezTo>
                    <a:cubicBezTo>
                      <a:pt x="1" y="675"/>
                      <a:pt x="1" y="591"/>
                      <a:pt x="1" y="507"/>
                    </a:cubicBezTo>
                    <a:cubicBezTo>
                      <a:pt x="1" y="459"/>
                      <a:pt x="0" y="412"/>
                      <a:pt x="0" y="362"/>
                    </a:cubicBezTo>
                    <a:cubicBezTo>
                      <a:pt x="53" y="91"/>
                      <a:pt x="225" y="0"/>
                      <a:pt x="486" y="3"/>
                    </a:cubicBezTo>
                    <a:close/>
                  </a:path>
                </a:pathLst>
              </a:custGeom>
              <a:solidFill>
                <a:srgbClr val="F8568F"/>
              </a:solidFill>
              <a:ln w="2646" cap="flat">
                <a:noFill/>
              </a:ln>
            </p:spPr>
          </p:sp>
          <p:sp>
            <p:nvSpPr>
              <p:cNvPr id="2300" name="ICON_C_WINDOWS_GRAPHIC_path_272"/>
              <p:cNvSpPr/>
              <p:nvPr/>
            </p:nvSpPr>
            <p:spPr>
              <a:xfrm>
                <a:off x="5857875" y="7506229"/>
                <a:ext cx="7938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3750" fill="norm" stroke="0">
                    <a:moveTo>
                      <a:pt x="625" y="0"/>
                    </a:moveTo>
                    <a:cubicBezTo>
                      <a:pt x="625" y="1237"/>
                      <a:pt x="625" y="2475"/>
                      <a:pt x="625" y="3750"/>
                    </a:cubicBezTo>
                    <a:cubicBezTo>
                      <a:pt x="419" y="3750"/>
                      <a:pt x="212" y="3750"/>
                      <a:pt x="0" y="3750"/>
                    </a:cubicBezTo>
                    <a:cubicBezTo>
                      <a:pt x="22" y="3292"/>
                      <a:pt x="46" y="2834"/>
                      <a:pt x="71" y="2375"/>
                    </a:cubicBezTo>
                    <a:cubicBezTo>
                      <a:pt x="82" y="2163"/>
                      <a:pt x="93" y="1950"/>
                      <a:pt x="104" y="1737"/>
                    </a:cubicBezTo>
                    <a:cubicBezTo>
                      <a:pt x="114" y="1532"/>
                      <a:pt x="124" y="1326"/>
                      <a:pt x="136" y="1121"/>
                    </a:cubicBezTo>
                    <a:cubicBezTo>
                      <a:pt x="140" y="1043"/>
                      <a:pt x="144" y="965"/>
                      <a:pt x="148" y="886"/>
                    </a:cubicBezTo>
                    <a:cubicBezTo>
                      <a:pt x="153" y="776"/>
                      <a:pt x="159" y="667"/>
                      <a:pt x="166" y="557"/>
                    </a:cubicBezTo>
                    <a:cubicBezTo>
                      <a:pt x="167" y="525"/>
                      <a:pt x="168" y="492"/>
                      <a:pt x="169" y="459"/>
                    </a:cubicBezTo>
                    <a:cubicBezTo>
                      <a:pt x="180" y="305"/>
                      <a:pt x="197" y="200"/>
                      <a:pt x="302" y="82"/>
                    </a:cubicBezTo>
                    <a:cubicBezTo>
                      <a:pt x="417" y="0"/>
                      <a:pt x="417" y="0"/>
                      <a:pt x="625" y="0"/>
                    </a:cubicBezTo>
                    <a:close/>
                  </a:path>
                </a:pathLst>
              </a:custGeom>
              <a:solidFill>
                <a:srgbClr val="A295B3"/>
              </a:solidFill>
              <a:ln w="2646" cap="flat">
                <a:noFill/>
              </a:ln>
            </p:spPr>
          </p:sp>
          <p:sp>
            <p:nvSpPr>
              <p:cNvPr id="2301" name="ICON_C_WINDOWS_GRAPHIC_path_273"/>
              <p:cNvSpPr/>
              <p:nvPr/>
            </p:nvSpPr>
            <p:spPr>
              <a:xfrm>
                <a:off x="5538867" y="7455405"/>
                <a:ext cx="15417" cy="30192"/>
              </a:xfrm>
              <a:custGeom>
                <a:avLst/>
                <a:gdLst/>
                <a:ahLst/>
                <a:cxnLst/>
                <a:rect l="0" t="0" r="r" b="b"/>
                <a:pathLst>
                  <a:path w="1214" h="2377" fill="norm" stroke="0">
                    <a:moveTo>
                      <a:pt x="1160" y="44"/>
                    </a:moveTo>
                    <a:cubicBezTo>
                      <a:pt x="1171" y="269"/>
                      <a:pt x="1178" y="495"/>
                      <a:pt x="1183" y="721"/>
                    </a:cubicBezTo>
                    <a:cubicBezTo>
                      <a:pt x="1185" y="798"/>
                      <a:pt x="1188" y="874"/>
                      <a:pt x="1192" y="951"/>
                    </a:cubicBezTo>
                    <a:cubicBezTo>
                      <a:pt x="1214" y="1430"/>
                      <a:pt x="1194" y="1843"/>
                      <a:pt x="877" y="2227"/>
                    </a:cubicBezTo>
                    <a:cubicBezTo>
                      <a:pt x="757" y="2342"/>
                      <a:pt x="655" y="2370"/>
                      <a:pt x="491" y="2377"/>
                    </a:cubicBezTo>
                    <a:cubicBezTo>
                      <a:pt x="364" y="2373"/>
                      <a:pt x="244" y="2358"/>
                      <a:pt x="119" y="2335"/>
                    </a:cubicBezTo>
                    <a:cubicBezTo>
                      <a:pt x="0" y="891"/>
                      <a:pt x="0" y="891"/>
                      <a:pt x="405" y="369"/>
                    </a:cubicBezTo>
                    <a:cubicBezTo>
                      <a:pt x="431" y="335"/>
                      <a:pt x="458" y="301"/>
                      <a:pt x="485" y="266"/>
                    </a:cubicBezTo>
                    <a:cubicBezTo>
                      <a:pt x="690" y="36"/>
                      <a:pt x="859" y="0"/>
                      <a:pt x="1160" y="44"/>
                    </a:cubicBezTo>
                    <a:close/>
                  </a:path>
                </a:pathLst>
              </a:custGeom>
              <a:solidFill>
                <a:srgbClr val="7D94CB"/>
              </a:solidFill>
              <a:ln w="2646" cap="flat">
                <a:noFill/>
              </a:ln>
            </p:spPr>
          </p:sp>
          <p:sp>
            <p:nvSpPr>
              <p:cNvPr id="2302" name="ICON_C_WINDOWS_GRAPHIC_path_274"/>
              <p:cNvSpPr/>
              <p:nvPr/>
            </p:nvSpPr>
            <p:spPr>
              <a:xfrm>
                <a:off x="5947029" y="7453312"/>
                <a:ext cx="11388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897" h="3750" fill="norm" stroke="0">
                    <a:moveTo>
                      <a:pt x="897" y="0"/>
                    </a:moveTo>
                    <a:cubicBezTo>
                      <a:pt x="897" y="962"/>
                      <a:pt x="897" y="1925"/>
                      <a:pt x="897" y="2917"/>
                    </a:cubicBezTo>
                    <a:cubicBezTo>
                      <a:pt x="828" y="2917"/>
                      <a:pt x="759" y="2917"/>
                      <a:pt x="688" y="2917"/>
                    </a:cubicBezTo>
                    <a:cubicBezTo>
                      <a:pt x="620" y="2504"/>
                      <a:pt x="551" y="2092"/>
                      <a:pt x="480" y="1667"/>
                    </a:cubicBezTo>
                    <a:cubicBezTo>
                      <a:pt x="480" y="2354"/>
                      <a:pt x="480" y="3042"/>
                      <a:pt x="480" y="3750"/>
                    </a:cubicBezTo>
                    <a:cubicBezTo>
                      <a:pt x="0" y="3030"/>
                      <a:pt x="0" y="3030"/>
                      <a:pt x="8" y="2698"/>
                    </a:cubicBezTo>
                    <a:cubicBezTo>
                      <a:pt x="7" y="2660"/>
                      <a:pt x="7" y="2623"/>
                      <a:pt x="6" y="2584"/>
                    </a:cubicBezTo>
                    <a:cubicBezTo>
                      <a:pt x="5" y="2465"/>
                      <a:pt x="8" y="2346"/>
                      <a:pt x="11" y="2227"/>
                    </a:cubicBezTo>
                    <a:cubicBezTo>
                      <a:pt x="12" y="2186"/>
                      <a:pt x="12" y="2145"/>
                      <a:pt x="13" y="2103"/>
                    </a:cubicBezTo>
                    <a:cubicBezTo>
                      <a:pt x="21" y="1552"/>
                      <a:pt x="75" y="1033"/>
                      <a:pt x="246" y="508"/>
                    </a:cubicBezTo>
                    <a:cubicBezTo>
                      <a:pt x="250" y="495"/>
                      <a:pt x="250" y="495"/>
                      <a:pt x="270" y="427"/>
                    </a:cubicBezTo>
                    <a:cubicBezTo>
                      <a:pt x="406" y="0"/>
                      <a:pt x="406" y="0"/>
                      <a:pt x="897" y="0"/>
                    </a:cubicBezTo>
                    <a:close/>
                  </a:path>
                </a:pathLst>
              </a:custGeom>
              <a:solidFill>
                <a:srgbClr val="B492B4"/>
              </a:solidFill>
              <a:ln w="2646" cap="flat">
                <a:noFill/>
              </a:ln>
            </p:spPr>
          </p:sp>
          <p:sp>
            <p:nvSpPr>
              <p:cNvPr id="2303" name="ICON_C_WINDOWS_GRAPHIC_path_275"/>
              <p:cNvSpPr/>
              <p:nvPr/>
            </p:nvSpPr>
            <p:spPr>
              <a:xfrm>
                <a:off x="5725583" y="7421562"/>
                <a:ext cx="29104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2292" h="2708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1042" y="756"/>
                      <a:pt x="1042" y="1513"/>
                      <a:pt x="1042" y="2292"/>
                    </a:cubicBezTo>
                    <a:cubicBezTo>
                      <a:pt x="1454" y="2292"/>
                      <a:pt x="1867" y="2292"/>
                      <a:pt x="2292" y="2292"/>
                    </a:cubicBezTo>
                    <a:cubicBezTo>
                      <a:pt x="2292" y="2429"/>
                      <a:pt x="2292" y="2567"/>
                      <a:pt x="2292" y="2708"/>
                    </a:cubicBezTo>
                    <a:cubicBezTo>
                      <a:pt x="1742" y="2708"/>
                      <a:pt x="1192" y="2708"/>
                      <a:pt x="625" y="2708"/>
                    </a:cubicBezTo>
                    <a:cubicBezTo>
                      <a:pt x="632" y="2530"/>
                      <a:pt x="640" y="2352"/>
                      <a:pt x="647" y="2169"/>
                    </a:cubicBezTo>
                    <a:cubicBezTo>
                      <a:pt x="650" y="2056"/>
                      <a:pt x="653" y="1943"/>
                      <a:pt x="655" y="1830"/>
                    </a:cubicBezTo>
                    <a:cubicBezTo>
                      <a:pt x="659" y="1650"/>
                      <a:pt x="664" y="1471"/>
                      <a:pt x="672" y="1292"/>
                    </a:cubicBezTo>
                    <a:cubicBezTo>
                      <a:pt x="717" y="317"/>
                      <a:pt x="717" y="317"/>
                      <a:pt x="562" y="134"/>
                    </a:cubicBezTo>
                    <a:cubicBezTo>
                      <a:pt x="373" y="12"/>
                      <a:pt x="236" y="19"/>
                      <a:pt x="0" y="0"/>
                    </a:cubicBezTo>
                    <a:close/>
                  </a:path>
                </a:pathLst>
              </a:custGeom>
              <a:solidFill>
                <a:srgbClr val="C7C7D8"/>
              </a:solidFill>
              <a:ln w="2646" cap="flat">
                <a:noFill/>
              </a:ln>
            </p:spPr>
          </p:sp>
          <p:sp>
            <p:nvSpPr>
              <p:cNvPr id="2304" name="ICON_C_WINDOWS_GRAPHIC_path_276"/>
              <p:cNvSpPr/>
              <p:nvPr/>
            </p:nvSpPr>
            <p:spPr>
              <a:xfrm>
                <a:off x="5454967" y="7413174"/>
                <a:ext cx="25120" cy="37494"/>
              </a:xfrm>
              <a:custGeom>
                <a:avLst/>
                <a:gdLst/>
                <a:ahLst/>
                <a:cxnLst/>
                <a:rect l="0" t="0" r="r" b="b"/>
                <a:pathLst>
                  <a:path w="1978" h="2952" fill="norm" stroke="0">
                    <a:moveTo>
                      <a:pt x="1401" y="362"/>
                    </a:moveTo>
                    <a:cubicBezTo>
                      <a:pt x="1749" y="635"/>
                      <a:pt x="1878" y="1068"/>
                      <a:pt x="1933" y="1494"/>
                    </a:cubicBezTo>
                    <a:cubicBezTo>
                      <a:pt x="1978" y="1979"/>
                      <a:pt x="1961" y="2467"/>
                      <a:pt x="1933" y="2952"/>
                    </a:cubicBezTo>
                    <a:cubicBezTo>
                      <a:pt x="1565" y="2481"/>
                      <a:pt x="1410" y="2034"/>
                      <a:pt x="1282" y="1455"/>
                    </a:cubicBezTo>
                    <a:cubicBezTo>
                      <a:pt x="1264" y="1377"/>
                      <a:pt x="1246" y="1300"/>
                      <a:pt x="1228" y="1222"/>
                    </a:cubicBezTo>
                    <a:cubicBezTo>
                      <a:pt x="1184" y="1035"/>
                      <a:pt x="1141" y="848"/>
                      <a:pt x="1100" y="661"/>
                    </a:cubicBezTo>
                    <a:cubicBezTo>
                      <a:pt x="532" y="613"/>
                      <a:pt x="532" y="613"/>
                      <a:pt x="404" y="719"/>
                    </a:cubicBezTo>
                    <a:cubicBezTo>
                      <a:pt x="365" y="805"/>
                      <a:pt x="346" y="880"/>
                      <a:pt x="332" y="973"/>
                    </a:cubicBezTo>
                    <a:cubicBezTo>
                      <a:pt x="325" y="1003"/>
                      <a:pt x="317" y="1033"/>
                      <a:pt x="310" y="1063"/>
                    </a:cubicBezTo>
                    <a:cubicBezTo>
                      <a:pt x="293" y="1137"/>
                      <a:pt x="280" y="1211"/>
                      <a:pt x="267" y="1286"/>
                    </a:cubicBezTo>
                    <a:cubicBezTo>
                      <a:pt x="0" y="561"/>
                      <a:pt x="0" y="561"/>
                      <a:pt x="101" y="289"/>
                    </a:cubicBezTo>
                    <a:cubicBezTo>
                      <a:pt x="184" y="173"/>
                      <a:pt x="247" y="97"/>
                      <a:pt x="383" y="48"/>
                    </a:cubicBezTo>
                    <a:cubicBezTo>
                      <a:pt x="740" y="0"/>
                      <a:pt x="1106" y="179"/>
                      <a:pt x="1401" y="362"/>
                    </a:cubicBezTo>
                    <a:close/>
                  </a:path>
                </a:pathLst>
              </a:custGeom>
              <a:solidFill>
                <a:srgbClr val="C4D2F1"/>
              </a:solidFill>
              <a:ln w="2646" cap="flat">
                <a:noFill/>
              </a:ln>
            </p:spPr>
          </p:sp>
          <p:sp>
            <p:nvSpPr>
              <p:cNvPr id="2305" name="ICON_C_WINDOWS_GRAPHIC_path_277"/>
              <p:cNvSpPr/>
              <p:nvPr/>
            </p:nvSpPr>
            <p:spPr>
              <a:xfrm>
                <a:off x="6376458" y="7543271"/>
                <a:ext cx="7938" cy="89958"/>
              </a:xfrm>
              <a:custGeom>
                <a:avLst/>
                <a:gdLst/>
                <a:ahLst/>
                <a:cxnLst/>
                <a:rect l="0" t="0" r="r" b="b"/>
                <a:pathLst>
                  <a:path w="625" h="7083" fill="norm" stroke="0">
                    <a:moveTo>
                      <a:pt x="208" y="0"/>
                    </a:moveTo>
                    <a:cubicBezTo>
                      <a:pt x="277" y="0"/>
                      <a:pt x="346" y="0"/>
                      <a:pt x="417" y="0"/>
                    </a:cubicBezTo>
                    <a:cubicBezTo>
                      <a:pt x="485" y="2337"/>
                      <a:pt x="554" y="4675"/>
                      <a:pt x="625" y="7083"/>
                    </a:cubicBezTo>
                    <a:cubicBezTo>
                      <a:pt x="419" y="7083"/>
                      <a:pt x="212" y="7083"/>
                      <a:pt x="0" y="7083"/>
                    </a:cubicBezTo>
                    <a:cubicBezTo>
                      <a:pt x="69" y="4746"/>
                      <a:pt x="137" y="2408"/>
                      <a:pt x="208" y="0"/>
                    </a:cubicBezTo>
                    <a:close/>
                  </a:path>
                </a:pathLst>
              </a:custGeom>
              <a:solidFill>
                <a:srgbClr val="EEFCF8"/>
              </a:solidFill>
              <a:ln w="2646" cap="flat">
                <a:noFill/>
              </a:ln>
            </p:spPr>
          </p:sp>
          <p:sp>
            <p:nvSpPr>
              <p:cNvPr id="2306" name="ICON_C_WINDOWS_GRAPHIC_path_278"/>
              <p:cNvSpPr/>
              <p:nvPr/>
            </p:nvSpPr>
            <p:spPr>
              <a:xfrm>
                <a:off x="6688347" y="7495603"/>
                <a:ext cx="9014" cy="37084"/>
              </a:xfrm>
              <a:custGeom>
                <a:avLst/>
                <a:gdLst/>
                <a:ahLst/>
                <a:cxnLst/>
                <a:rect l="0" t="0" r="r" b="b"/>
                <a:pathLst>
                  <a:path w="710" h="2920" fill="norm" stroke="0">
                    <a:moveTo>
                      <a:pt x="344" y="7"/>
                    </a:moveTo>
                    <a:cubicBezTo>
                      <a:pt x="469" y="64"/>
                      <a:pt x="554" y="112"/>
                      <a:pt x="650" y="212"/>
                    </a:cubicBezTo>
                    <a:cubicBezTo>
                      <a:pt x="710" y="415"/>
                      <a:pt x="699" y="615"/>
                      <a:pt x="691" y="825"/>
                    </a:cubicBezTo>
                    <a:cubicBezTo>
                      <a:pt x="690" y="885"/>
                      <a:pt x="689" y="945"/>
                      <a:pt x="689" y="1006"/>
                    </a:cubicBezTo>
                    <a:cubicBezTo>
                      <a:pt x="688" y="1164"/>
                      <a:pt x="683" y="1323"/>
                      <a:pt x="679" y="1481"/>
                    </a:cubicBezTo>
                    <a:cubicBezTo>
                      <a:pt x="675" y="1644"/>
                      <a:pt x="673" y="1805"/>
                      <a:pt x="670" y="1967"/>
                    </a:cubicBezTo>
                    <a:cubicBezTo>
                      <a:pt x="666" y="2285"/>
                      <a:pt x="659" y="2602"/>
                      <a:pt x="650" y="2920"/>
                    </a:cubicBezTo>
                    <a:cubicBezTo>
                      <a:pt x="444" y="2920"/>
                      <a:pt x="238" y="2920"/>
                      <a:pt x="25" y="2920"/>
                    </a:cubicBezTo>
                    <a:cubicBezTo>
                      <a:pt x="20" y="2571"/>
                      <a:pt x="17" y="2221"/>
                      <a:pt x="14" y="1871"/>
                    </a:cubicBezTo>
                    <a:cubicBezTo>
                      <a:pt x="13" y="1709"/>
                      <a:pt x="12" y="1547"/>
                      <a:pt x="9" y="1385"/>
                    </a:cubicBezTo>
                    <a:cubicBezTo>
                      <a:pt x="7" y="1228"/>
                      <a:pt x="6" y="1071"/>
                      <a:pt x="5" y="915"/>
                    </a:cubicBezTo>
                    <a:cubicBezTo>
                      <a:pt x="5" y="855"/>
                      <a:pt x="4" y="795"/>
                      <a:pt x="3" y="735"/>
                    </a:cubicBezTo>
                    <a:cubicBezTo>
                      <a:pt x="2" y="651"/>
                      <a:pt x="1" y="568"/>
                      <a:pt x="1" y="484"/>
                    </a:cubicBezTo>
                    <a:cubicBezTo>
                      <a:pt x="1" y="436"/>
                      <a:pt x="1" y="389"/>
                      <a:pt x="0" y="340"/>
                    </a:cubicBezTo>
                    <a:cubicBezTo>
                      <a:pt x="38" y="146"/>
                      <a:pt x="133" y="0"/>
                      <a:pt x="344" y="7"/>
                    </a:cubicBezTo>
                    <a:close/>
                  </a:path>
                </a:pathLst>
              </a:custGeom>
              <a:solidFill>
                <a:srgbClr val="7E7C9C"/>
              </a:solidFill>
              <a:ln w="2646" cap="flat">
                <a:noFill/>
              </a:ln>
            </p:spPr>
          </p:sp>
          <p:sp>
            <p:nvSpPr>
              <p:cNvPr id="2307" name="ICON_C_WINDOWS_GRAPHIC_path_279"/>
              <p:cNvSpPr/>
              <p:nvPr/>
            </p:nvSpPr>
            <p:spPr>
              <a:xfrm>
                <a:off x="6635750" y="7471833"/>
                <a:ext cx="34962" cy="27302"/>
              </a:xfrm>
              <a:custGeom>
                <a:avLst/>
                <a:gdLst/>
                <a:ahLst/>
                <a:cxnLst/>
                <a:rect l="0" t="0" r="r" b="b"/>
                <a:pathLst>
                  <a:path w="2753" h="2150" fill="norm" stroke="0">
                    <a:moveTo>
                      <a:pt x="1042" y="0"/>
                    </a:moveTo>
                    <a:cubicBezTo>
                      <a:pt x="1110" y="0"/>
                      <a:pt x="1179" y="0"/>
                      <a:pt x="1250" y="0"/>
                    </a:cubicBezTo>
                    <a:cubicBezTo>
                      <a:pt x="1250" y="550"/>
                      <a:pt x="1250" y="1100"/>
                      <a:pt x="1250" y="1667"/>
                    </a:cubicBezTo>
                    <a:cubicBezTo>
                      <a:pt x="2183" y="1568"/>
                      <a:pt x="2183" y="1568"/>
                      <a:pt x="2382" y="1367"/>
                    </a:cubicBezTo>
                    <a:cubicBezTo>
                      <a:pt x="2534" y="1139"/>
                      <a:pt x="2631" y="887"/>
                      <a:pt x="2708" y="625"/>
                    </a:cubicBezTo>
                    <a:cubicBezTo>
                      <a:pt x="2721" y="790"/>
                      <a:pt x="2728" y="955"/>
                      <a:pt x="2734" y="1120"/>
                    </a:cubicBezTo>
                    <a:cubicBezTo>
                      <a:pt x="2736" y="1143"/>
                      <a:pt x="2736" y="1143"/>
                      <a:pt x="2745" y="1260"/>
                    </a:cubicBezTo>
                    <a:cubicBezTo>
                      <a:pt x="2753" y="1531"/>
                      <a:pt x="2717" y="1698"/>
                      <a:pt x="2539" y="1908"/>
                    </a:cubicBezTo>
                    <a:cubicBezTo>
                      <a:pt x="2262" y="2150"/>
                      <a:pt x="1985" y="2131"/>
                      <a:pt x="1641" y="2109"/>
                    </a:cubicBezTo>
                    <a:cubicBezTo>
                      <a:pt x="1582" y="2107"/>
                      <a:pt x="1524" y="2105"/>
                      <a:pt x="1466" y="2104"/>
                    </a:cubicBezTo>
                    <a:cubicBezTo>
                      <a:pt x="1324" y="2100"/>
                      <a:pt x="1183" y="2091"/>
                      <a:pt x="1042" y="2083"/>
                    </a:cubicBezTo>
                    <a:cubicBezTo>
                      <a:pt x="1042" y="1740"/>
                      <a:pt x="1042" y="1396"/>
                      <a:pt x="1042" y="1042"/>
                    </a:cubicBezTo>
                    <a:cubicBezTo>
                      <a:pt x="698" y="1110"/>
                      <a:pt x="354" y="1179"/>
                      <a:pt x="0" y="1250"/>
                    </a:cubicBezTo>
                    <a:cubicBezTo>
                      <a:pt x="0" y="1112"/>
                      <a:pt x="0" y="975"/>
                      <a:pt x="0" y="833"/>
                    </a:cubicBezTo>
                    <a:cubicBezTo>
                      <a:pt x="40" y="843"/>
                      <a:pt x="81" y="853"/>
                      <a:pt x="122" y="863"/>
                    </a:cubicBezTo>
                    <a:cubicBezTo>
                      <a:pt x="298" y="892"/>
                      <a:pt x="461" y="914"/>
                      <a:pt x="625" y="833"/>
                    </a:cubicBezTo>
                    <a:cubicBezTo>
                      <a:pt x="756" y="674"/>
                      <a:pt x="831" y="487"/>
                      <a:pt x="907" y="296"/>
                    </a:cubicBezTo>
                    <a:cubicBezTo>
                      <a:pt x="914" y="278"/>
                      <a:pt x="914" y="278"/>
                      <a:pt x="952" y="182"/>
                    </a:cubicBezTo>
                    <a:cubicBezTo>
                      <a:pt x="958" y="165"/>
                      <a:pt x="958" y="165"/>
                      <a:pt x="990" y="76"/>
                    </a:cubicBezTo>
                    <a:cubicBezTo>
                      <a:pt x="1007" y="51"/>
                      <a:pt x="1024" y="26"/>
                      <a:pt x="1042" y="0"/>
                    </a:cubicBezTo>
                    <a:close/>
                  </a:path>
                </a:pathLst>
              </a:custGeom>
              <a:solidFill>
                <a:srgbClr val="D2CEE1"/>
              </a:solidFill>
              <a:ln w="2646" cap="flat">
                <a:noFill/>
              </a:ln>
            </p:spPr>
          </p:sp>
          <p:sp>
            <p:nvSpPr>
              <p:cNvPr id="2308" name="ICON_C_WINDOWS_GRAPHIC_path_280"/>
              <p:cNvSpPr/>
              <p:nvPr/>
            </p:nvSpPr>
            <p:spPr>
              <a:xfrm>
                <a:off x="6772854" y="7426854"/>
                <a:ext cx="16354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1288" h="4583" fill="norm" stroke="0">
                    <a:moveTo>
                      <a:pt x="663" y="0"/>
                    </a:moveTo>
                    <a:cubicBezTo>
                      <a:pt x="869" y="0"/>
                      <a:pt x="1075" y="0"/>
                      <a:pt x="1288" y="0"/>
                    </a:cubicBezTo>
                    <a:cubicBezTo>
                      <a:pt x="1219" y="619"/>
                      <a:pt x="1150" y="1237"/>
                      <a:pt x="1079" y="1875"/>
                    </a:cubicBezTo>
                    <a:cubicBezTo>
                      <a:pt x="942" y="1875"/>
                      <a:pt x="804" y="1875"/>
                      <a:pt x="663" y="1875"/>
                    </a:cubicBezTo>
                    <a:cubicBezTo>
                      <a:pt x="594" y="2769"/>
                      <a:pt x="525" y="3663"/>
                      <a:pt x="454" y="4583"/>
                    </a:cubicBezTo>
                    <a:cubicBezTo>
                      <a:pt x="386" y="4583"/>
                      <a:pt x="317" y="4583"/>
                      <a:pt x="246" y="4583"/>
                    </a:cubicBezTo>
                    <a:cubicBezTo>
                      <a:pt x="209" y="4265"/>
                      <a:pt x="174" y="3946"/>
                      <a:pt x="143" y="3627"/>
                    </a:cubicBezTo>
                    <a:cubicBezTo>
                      <a:pt x="128" y="3479"/>
                      <a:pt x="113" y="3331"/>
                      <a:pt x="95" y="3183"/>
                    </a:cubicBezTo>
                    <a:cubicBezTo>
                      <a:pt x="78" y="3040"/>
                      <a:pt x="64" y="2897"/>
                      <a:pt x="51" y="2753"/>
                    </a:cubicBezTo>
                    <a:cubicBezTo>
                      <a:pt x="45" y="2699"/>
                      <a:pt x="39" y="2645"/>
                      <a:pt x="32" y="2590"/>
                    </a:cubicBezTo>
                    <a:cubicBezTo>
                      <a:pt x="10" y="2415"/>
                      <a:pt x="0" y="2257"/>
                      <a:pt x="38" y="2083"/>
                    </a:cubicBezTo>
                    <a:cubicBezTo>
                      <a:pt x="134" y="1960"/>
                      <a:pt x="238" y="1866"/>
                      <a:pt x="356" y="1764"/>
                    </a:cubicBezTo>
                    <a:cubicBezTo>
                      <a:pt x="509" y="1612"/>
                      <a:pt x="526" y="1470"/>
                      <a:pt x="541" y="1261"/>
                    </a:cubicBezTo>
                    <a:cubicBezTo>
                      <a:pt x="543" y="1243"/>
                      <a:pt x="543" y="1243"/>
                      <a:pt x="553" y="1151"/>
                    </a:cubicBezTo>
                    <a:cubicBezTo>
                      <a:pt x="565" y="1037"/>
                      <a:pt x="575" y="922"/>
                      <a:pt x="585" y="807"/>
                    </a:cubicBezTo>
                    <a:cubicBezTo>
                      <a:pt x="592" y="729"/>
                      <a:pt x="601" y="650"/>
                      <a:pt x="609" y="572"/>
                    </a:cubicBezTo>
                    <a:cubicBezTo>
                      <a:pt x="629" y="381"/>
                      <a:pt x="646" y="191"/>
                      <a:pt x="663" y="0"/>
                    </a:cubicBezTo>
                    <a:close/>
                  </a:path>
                </a:pathLst>
              </a:custGeom>
              <a:solidFill>
                <a:srgbClr val="9B99B6"/>
              </a:solidFill>
              <a:ln w="2646" cap="flat">
                <a:noFill/>
              </a:ln>
            </p:spPr>
          </p:sp>
          <p:sp>
            <p:nvSpPr>
              <p:cNvPr id="2309" name="ICON_C_WINDOWS_GRAPHIC_path_281"/>
              <p:cNvSpPr/>
              <p:nvPr/>
            </p:nvSpPr>
            <p:spPr>
              <a:xfrm>
                <a:off x="6334125" y="7413479"/>
                <a:ext cx="26458" cy="47771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3761" fill="norm" stroke="0">
                    <a:moveTo>
                      <a:pt x="2083" y="11"/>
                    </a:moveTo>
                    <a:cubicBezTo>
                      <a:pt x="2083" y="355"/>
                      <a:pt x="2083" y="699"/>
                      <a:pt x="2083" y="1053"/>
                    </a:cubicBezTo>
                    <a:cubicBezTo>
                      <a:pt x="1602" y="916"/>
                      <a:pt x="1121" y="778"/>
                      <a:pt x="625" y="636"/>
                    </a:cubicBezTo>
                    <a:cubicBezTo>
                      <a:pt x="625" y="1668"/>
                      <a:pt x="625" y="2699"/>
                      <a:pt x="625" y="3761"/>
                    </a:cubicBezTo>
                    <a:cubicBezTo>
                      <a:pt x="419" y="3761"/>
                      <a:pt x="212" y="3761"/>
                      <a:pt x="0" y="3761"/>
                    </a:cubicBezTo>
                    <a:cubicBezTo>
                      <a:pt x="0" y="3624"/>
                      <a:pt x="0" y="3486"/>
                      <a:pt x="0" y="3345"/>
                    </a:cubicBezTo>
                    <a:cubicBezTo>
                      <a:pt x="137" y="3345"/>
                      <a:pt x="275" y="3345"/>
                      <a:pt x="417" y="3345"/>
                    </a:cubicBezTo>
                    <a:cubicBezTo>
                      <a:pt x="413" y="3309"/>
                      <a:pt x="410" y="3274"/>
                      <a:pt x="407" y="3237"/>
                    </a:cubicBezTo>
                    <a:cubicBezTo>
                      <a:pt x="194" y="788"/>
                      <a:pt x="194" y="788"/>
                      <a:pt x="480" y="326"/>
                    </a:cubicBezTo>
                    <a:cubicBezTo>
                      <a:pt x="756" y="48"/>
                      <a:pt x="1162" y="15"/>
                      <a:pt x="1536" y="0"/>
                    </a:cubicBezTo>
                    <a:cubicBezTo>
                      <a:pt x="1622" y="0"/>
                      <a:pt x="1708" y="3"/>
                      <a:pt x="1795" y="8"/>
                    </a:cubicBezTo>
                    <a:cubicBezTo>
                      <a:pt x="1891" y="12"/>
                      <a:pt x="1987" y="11"/>
                      <a:pt x="2083" y="11"/>
                    </a:cubicBezTo>
                    <a:close/>
                  </a:path>
                </a:pathLst>
              </a:custGeom>
              <a:solidFill>
                <a:srgbClr val="D6DDE5"/>
              </a:solidFill>
              <a:ln w="2646" cap="flat">
                <a:noFill/>
              </a:ln>
            </p:spPr>
          </p:sp>
          <p:sp>
            <p:nvSpPr>
              <p:cNvPr id="2310" name="ICON_C_WINDOWS_GRAPHIC_path_282"/>
              <p:cNvSpPr/>
              <p:nvPr/>
            </p:nvSpPr>
            <p:spPr>
              <a:xfrm>
                <a:off x="6529499" y="7405356"/>
                <a:ext cx="9038" cy="45310"/>
              </a:xfrm>
              <a:custGeom>
                <a:avLst/>
                <a:gdLst/>
                <a:ahLst/>
                <a:cxnLst/>
                <a:rect l="0" t="0" r="r" b="b"/>
                <a:pathLst>
                  <a:path w="712" h="3568" fill="norm" stroke="0">
                    <a:moveTo>
                      <a:pt x="348" y="0"/>
                    </a:moveTo>
                    <a:cubicBezTo>
                      <a:pt x="454" y="0"/>
                      <a:pt x="553" y="8"/>
                      <a:pt x="658" y="26"/>
                    </a:cubicBezTo>
                    <a:cubicBezTo>
                      <a:pt x="668" y="457"/>
                      <a:pt x="675" y="888"/>
                      <a:pt x="679" y="1319"/>
                    </a:cubicBezTo>
                    <a:cubicBezTo>
                      <a:pt x="682" y="1519"/>
                      <a:pt x="685" y="1719"/>
                      <a:pt x="689" y="1920"/>
                    </a:cubicBezTo>
                    <a:cubicBezTo>
                      <a:pt x="694" y="2113"/>
                      <a:pt x="696" y="2306"/>
                      <a:pt x="697" y="2499"/>
                    </a:cubicBezTo>
                    <a:cubicBezTo>
                      <a:pt x="698" y="2573"/>
                      <a:pt x="700" y="2646"/>
                      <a:pt x="702" y="2720"/>
                    </a:cubicBezTo>
                    <a:cubicBezTo>
                      <a:pt x="708" y="2940"/>
                      <a:pt x="712" y="3145"/>
                      <a:pt x="658" y="3359"/>
                    </a:cubicBezTo>
                    <a:cubicBezTo>
                      <a:pt x="532" y="3481"/>
                      <a:pt x="411" y="3531"/>
                      <a:pt x="241" y="3568"/>
                    </a:cubicBezTo>
                    <a:cubicBezTo>
                      <a:pt x="45" y="2947"/>
                      <a:pt x="0" y="2364"/>
                      <a:pt x="6" y="1715"/>
                    </a:cubicBezTo>
                    <a:cubicBezTo>
                      <a:pt x="7" y="1561"/>
                      <a:pt x="6" y="1407"/>
                      <a:pt x="4" y="1253"/>
                    </a:cubicBezTo>
                    <a:cubicBezTo>
                      <a:pt x="5" y="1154"/>
                      <a:pt x="5" y="1055"/>
                      <a:pt x="5" y="955"/>
                    </a:cubicBezTo>
                    <a:cubicBezTo>
                      <a:pt x="5" y="933"/>
                      <a:pt x="5" y="933"/>
                      <a:pt x="4" y="818"/>
                    </a:cubicBezTo>
                    <a:cubicBezTo>
                      <a:pt x="8" y="541"/>
                      <a:pt x="20" y="79"/>
                      <a:pt x="348" y="0"/>
                    </a:cubicBezTo>
                    <a:close/>
                  </a:path>
                </a:pathLst>
              </a:custGeom>
              <a:solidFill>
                <a:srgbClr val="D6E5EA"/>
              </a:solidFill>
              <a:ln w="2646" cap="flat">
                <a:noFill/>
              </a:ln>
            </p:spPr>
          </p:sp>
          <p:sp>
            <p:nvSpPr>
              <p:cNvPr id="2311" name="ICON_C_WINDOWS_GRAPHIC_path_283"/>
              <p:cNvSpPr/>
              <p:nvPr/>
            </p:nvSpPr>
            <p:spPr>
              <a:xfrm>
                <a:off x="5998104" y="7490354"/>
                <a:ext cx="39688" cy="37351"/>
              </a:xfrm>
              <a:custGeom>
                <a:avLst/>
                <a:gdLst/>
                <a:ahLst/>
                <a:cxnLst/>
                <a:rect l="0" t="0" r="r" b="b"/>
                <a:pathLst>
                  <a:path w="3125" h="2941" fill="norm" stroke="0">
                    <a:moveTo>
                      <a:pt x="2708" y="0"/>
                    </a:moveTo>
                    <a:cubicBezTo>
                      <a:pt x="2846" y="0"/>
                      <a:pt x="2983" y="0"/>
                      <a:pt x="3125" y="0"/>
                    </a:cubicBezTo>
                    <a:cubicBezTo>
                      <a:pt x="2988" y="650"/>
                      <a:pt x="2988" y="650"/>
                      <a:pt x="2708" y="833"/>
                    </a:cubicBezTo>
                    <a:cubicBezTo>
                      <a:pt x="2246" y="922"/>
                      <a:pt x="1697" y="739"/>
                      <a:pt x="1250" y="625"/>
                    </a:cubicBezTo>
                    <a:cubicBezTo>
                      <a:pt x="1250" y="651"/>
                      <a:pt x="1251" y="676"/>
                      <a:pt x="1251" y="703"/>
                    </a:cubicBezTo>
                    <a:cubicBezTo>
                      <a:pt x="1256" y="970"/>
                      <a:pt x="1259" y="1237"/>
                      <a:pt x="1261" y="1504"/>
                    </a:cubicBezTo>
                    <a:cubicBezTo>
                      <a:pt x="1262" y="1603"/>
                      <a:pt x="1264" y="1703"/>
                      <a:pt x="1266" y="1803"/>
                    </a:cubicBezTo>
                    <a:cubicBezTo>
                      <a:pt x="1268" y="1946"/>
                      <a:pt x="1269" y="2089"/>
                      <a:pt x="1270" y="2232"/>
                    </a:cubicBezTo>
                    <a:cubicBezTo>
                      <a:pt x="1271" y="2277"/>
                      <a:pt x="1272" y="2321"/>
                      <a:pt x="1274" y="2367"/>
                    </a:cubicBezTo>
                    <a:cubicBezTo>
                      <a:pt x="1274" y="2712"/>
                      <a:pt x="1274" y="2712"/>
                      <a:pt x="1160" y="2841"/>
                    </a:cubicBezTo>
                    <a:cubicBezTo>
                      <a:pt x="1024" y="2928"/>
                      <a:pt x="954" y="2941"/>
                      <a:pt x="794" y="2937"/>
                    </a:cubicBezTo>
                    <a:cubicBezTo>
                      <a:pt x="747" y="2936"/>
                      <a:pt x="701" y="2936"/>
                      <a:pt x="653" y="2935"/>
                    </a:cubicBezTo>
                    <a:cubicBezTo>
                      <a:pt x="605" y="2933"/>
                      <a:pt x="557" y="2931"/>
                      <a:pt x="508" y="2930"/>
                    </a:cubicBezTo>
                    <a:cubicBezTo>
                      <a:pt x="484" y="2929"/>
                      <a:pt x="484" y="2929"/>
                      <a:pt x="360" y="2927"/>
                    </a:cubicBezTo>
                    <a:cubicBezTo>
                      <a:pt x="240" y="2924"/>
                      <a:pt x="120" y="2921"/>
                      <a:pt x="0" y="2917"/>
                    </a:cubicBezTo>
                    <a:cubicBezTo>
                      <a:pt x="46" y="2740"/>
                      <a:pt x="98" y="2661"/>
                      <a:pt x="208" y="2500"/>
                    </a:cubicBezTo>
                    <a:cubicBezTo>
                      <a:pt x="415" y="2500"/>
                      <a:pt x="621" y="2500"/>
                      <a:pt x="833" y="2500"/>
                    </a:cubicBezTo>
                    <a:cubicBezTo>
                      <a:pt x="902" y="1744"/>
                      <a:pt x="971" y="987"/>
                      <a:pt x="1042" y="208"/>
                    </a:cubicBezTo>
                    <a:cubicBezTo>
                      <a:pt x="1592" y="277"/>
                      <a:pt x="2142" y="346"/>
                      <a:pt x="2708" y="417"/>
                    </a:cubicBezTo>
                    <a:cubicBezTo>
                      <a:pt x="2708" y="279"/>
                      <a:pt x="2708" y="142"/>
                      <a:pt x="2708" y="0"/>
                    </a:cubicBezTo>
                    <a:close/>
                  </a:path>
                </a:pathLst>
              </a:custGeom>
              <a:solidFill>
                <a:srgbClr val="ECC1D4"/>
              </a:solidFill>
              <a:ln w="2646" cap="flat">
                <a:noFill/>
              </a:ln>
            </p:spPr>
          </p:sp>
          <p:sp>
            <p:nvSpPr>
              <p:cNvPr id="2312" name="ICON_C_WINDOWS_GRAPHIC_path_284"/>
              <p:cNvSpPr/>
              <p:nvPr/>
            </p:nvSpPr>
            <p:spPr>
              <a:xfrm>
                <a:off x="6704542" y="7487708"/>
                <a:ext cx="29406" cy="35020"/>
              </a:xfrm>
              <a:custGeom>
                <a:avLst/>
                <a:gdLst/>
                <a:ahLst/>
                <a:cxnLst/>
                <a:rect l="0" t="0" r="r" b="b"/>
                <a:pathLst>
                  <a:path w="2315" h="2758" fill="norm" stroke="0">
                    <a:moveTo>
                      <a:pt x="417" y="0"/>
                    </a:moveTo>
                    <a:cubicBezTo>
                      <a:pt x="689" y="256"/>
                      <a:pt x="838" y="516"/>
                      <a:pt x="858" y="893"/>
                    </a:cubicBezTo>
                    <a:cubicBezTo>
                      <a:pt x="870" y="1290"/>
                      <a:pt x="853" y="1687"/>
                      <a:pt x="833" y="2083"/>
                    </a:cubicBezTo>
                    <a:cubicBezTo>
                      <a:pt x="1040" y="2118"/>
                      <a:pt x="1040" y="2118"/>
                      <a:pt x="2083" y="2292"/>
                    </a:cubicBezTo>
                    <a:cubicBezTo>
                      <a:pt x="2083" y="1948"/>
                      <a:pt x="2083" y="1604"/>
                      <a:pt x="2083" y="1250"/>
                    </a:cubicBezTo>
                    <a:cubicBezTo>
                      <a:pt x="2152" y="1250"/>
                      <a:pt x="2221" y="1250"/>
                      <a:pt x="2292" y="1250"/>
                    </a:cubicBezTo>
                    <a:cubicBezTo>
                      <a:pt x="2297" y="1424"/>
                      <a:pt x="2301" y="1598"/>
                      <a:pt x="2303" y="1773"/>
                    </a:cubicBezTo>
                    <a:cubicBezTo>
                      <a:pt x="2304" y="1832"/>
                      <a:pt x="2306" y="1891"/>
                      <a:pt x="2307" y="1950"/>
                    </a:cubicBezTo>
                    <a:cubicBezTo>
                      <a:pt x="2310" y="2036"/>
                      <a:pt x="2311" y="2121"/>
                      <a:pt x="2312" y="2206"/>
                    </a:cubicBezTo>
                    <a:cubicBezTo>
                      <a:pt x="2313" y="2258"/>
                      <a:pt x="2314" y="2309"/>
                      <a:pt x="2315" y="2362"/>
                    </a:cubicBezTo>
                    <a:cubicBezTo>
                      <a:pt x="2285" y="2541"/>
                      <a:pt x="2228" y="2600"/>
                      <a:pt x="2083" y="2708"/>
                    </a:cubicBezTo>
                    <a:cubicBezTo>
                      <a:pt x="1916" y="2753"/>
                      <a:pt x="1748" y="2747"/>
                      <a:pt x="1575" y="2747"/>
                    </a:cubicBezTo>
                    <a:cubicBezTo>
                      <a:pt x="1530" y="2750"/>
                      <a:pt x="1485" y="2753"/>
                      <a:pt x="1438" y="2755"/>
                    </a:cubicBezTo>
                    <a:cubicBezTo>
                      <a:pt x="1173" y="2758"/>
                      <a:pt x="1010" y="2714"/>
                      <a:pt x="808" y="2538"/>
                    </a:cubicBezTo>
                    <a:cubicBezTo>
                      <a:pt x="570" y="2268"/>
                      <a:pt x="534" y="1986"/>
                      <a:pt x="495" y="1641"/>
                    </a:cubicBezTo>
                    <a:cubicBezTo>
                      <a:pt x="487" y="1582"/>
                      <a:pt x="479" y="1524"/>
                      <a:pt x="470" y="1466"/>
                    </a:cubicBezTo>
                    <a:cubicBezTo>
                      <a:pt x="451" y="1325"/>
                      <a:pt x="433" y="1183"/>
                      <a:pt x="417" y="1042"/>
                    </a:cubicBezTo>
                    <a:cubicBezTo>
                      <a:pt x="348" y="1076"/>
                      <a:pt x="348" y="1076"/>
                      <a:pt x="0" y="1250"/>
                    </a:cubicBezTo>
                    <a:cubicBezTo>
                      <a:pt x="29" y="1080"/>
                      <a:pt x="60" y="911"/>
                      <a:pt x="91" y="742"/>
                    </a:cubicBezTo>
                    <a:cubicBezTo>
                      <a:pt x="99" y="694"/>
                      <a:pt x="107" y="646"/>
                      <a:pt x="116" y="597"/>
                    </a:cubicBezTo>
                    <a:cubicBezTo>
                      <a:pt x="198" y="160"/>
                      <a:pt x="198" y="160"/>
                      <a:pt x="417" y="0"/>
                    </a:cubicBezTo>
                    <a:close/>
                  </a:path>
                </a:pathLst>
              </a:custGeom>
              <a:solidFill>
                <a:srgbClr val="E1E0E9"/>
              </a:solidFill>
              <a:ln w="2646" cap="flat">
                <a:noFill/>
              </a:ln>
            </p:spPr>
          </p:sp>
          <p:sp>
            <p:nvSpPr>
              <p:cNvPr id="2313" name="ICON_C_WINDOWS_GRAPHIC_path_285"/>
              <p:cNvSpPr/>
              <p:nvPr/>
            </p:nvSpPr>
            <p:spPr>
              <a:xfrm>
                <a:off x="5479521" y="7477125"/>
                <a:ext cx="10583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833" h="2917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694" y="972"/>
                      <a:pt x="556" y="1944"/>
                      <a:pt x="417" y="2917"/>
                    </a:cubicBezTo>
                    <a:cubicBezTo>
                      <a:pt x="279" y="2917"/>
                      <a:pt x="142" y="2917"/>
                      <a:pt x="0" y="2917"/>
                    </a:cubicBezTo>
                    <a:cubicBezTo>
                      <a:pt x="0" y="1954"/>
                      <a:pt x="0" y="992"/>
                      <a:pt x="0" y="0"/>
                    </a:cubicBezTo>
                    <a:close/>
                  </a:path>
                </a:pathLst>
              </a:custGeom>
              <a:solidFill>
                <a:srgbClr val="7B8FC7"/>
              </a:solidFill>
              <a:ln w="2646" cap="flat">
                <a:noFill/>
              </a:ln>
            </p:spPr>
          </p:sp>
          <p:sp>
            <p:nvSpPr>
              <p:cNvPr id="2314" name="ICON_C_WINDOWS_GRAPHIC_path_286"/>
              <p:cNvSpPr/>
              <p:nvPr/>
            </p:nvSpPr>
            <p:spPr>
              <a:xfrm>
                <a:off x="6011333" y="7463896"/>
                <a:ext cx="21167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2500" fill="norm" stroke="0">
                    <a:moveTo>
                      <a:pt x="417" y="0"/>
                    </a:moveTo>
                    <a:cubicBezTo>
                      <a:pt x="623" y="0"/>
                      <a:pt x="829" y="0"/>
                      <a:pt x="1042" y="0"/>
                    </a:cubicBezTo>
                    <a:cubicBezTo>
                      <a:pt x="1042" y="688"/>
                      <a:pt x="1042" y="1375"/>
                      <a:pt x="1042" y="2083"/>
                    </a:cubicBezTo>
                    <a:cubicBezTo>
                      <a:pt x="1248" y="2083"/>
                      <a:pt x="1454" y="2083"/>
                      <a:pt x="1667" y="2083"/>
                    </a:cubicBezTo>
                    <a:cubicBezTo>
                      <a:pt x="1667" y="2221"/>
                      <a:pt x="1667" y="2358"/>
                      <a:pt x="1667" y="2500"/>
                    </a:cubicBezTo>
                    <a:cubicBezTo>
                      <a:pt x="1323" y="2431"/>
                      <a:pt x="979" y="2362"/>
                      <a:pt x="625" y="2292"/>
                    </a:cubicBezTo>
                    <a:cubicBezTo>
                      <a:pt x="638" y="2193"/>
                      <a:pt x="651" y="2094"/>
                      <a:pt x="664" y="1992"/>
                    </a:cubicBezTo>
                    <a:cubicBezTo>
                      <a:pt x="672" y="1875"/>
                      <a:pt x="672" y="1776"/>
                      <a:pt x="625" y="1667"/>
                    </a:cubicBezTo>
                    <a:cubicBezTo>
                      <a:pt x="528" y="1596"/>
                      <a:pt x="426" y="1570"/>
                      <a:pt x="310" y="1542"/>
                    </a:cubicBezTo>
                    <a:cubicBezTo>
                      <a:pt x="295" y="1538"/>
                      <a:pt x="295" y="1538"/>
                      <a:pt x="220" y="1516"/>
                    </a:cubicBezTo>
                    <a:cubicBezTo>
                      <a:pt x="147" y="1496"/>
                      <a:pt x="74" y="1477"/>
                      <a:pt x="0" y="1458"/>
                    </a:cubicBezTo>
                    <a:cubicBezTo>
                      <a:pt x="44" y="1250"/>
                      <a:pt x="92" y="1042"/>
                      <a:pt x="144" y="835"/>
                    </a:cubicBezTo>
                    <a:cubicBezTo>
                      <a:pt x="161" y="765"/>
                      <a:pt x="177" y="694"/>
                      <a:pt x="191" y="623"/>
                    </a:cubicBezTo>
                    <a:cubicBezTo>
                      <a:pt x="213" y="521"/>
                      <a:pt x="238" y="420"/>
                      <a:pt x="265" y="319"/>
                    </a:cubicBezTo>
                    <a:cubicBezTo>
                      <a:pt x="270" y="287"/>
                      <a:pt x="276" y="255"/>
                      <a:pt x="282" y="222"/>
                    </a:cubicBezTo>
                    <a:cubicBezTo>
                      <a:pt x="308" y="134"/>
                      <a:pt x="308" y="134"/>
                      <a:pt x="417" y="0"/>
                    </a:cubicBezTo>
                    <a:close/>
                  </a:path>
                </a:pathLst>
              </a:custGeom>
              <a:solidFill>
                <a:srgbClr val="BA94B3"/>
              </a:solidFill>
              <a:ln w="2646" cap="flat">
                <a:noFill/>
              </a:ln>
            </p:spPr>
          </p:sp>
          <p:sp>
            <p:nvSpPr>
              <p:cNvPr id="2315" name="ICON_C_WINDOWS_GRAPHIC_path_287"/>
              <p:cNvSpPr/>
              <p:nvPr/>
            </p:nvSpPr>
            <p:spPr>
              <a:xfrm>
                <a:off x="5992217" y="7432146"/>
                <a:ext cx="19950" cy="34436"/>
              </a:xfrm>
              <a:custGeom>
                <a:avLst/>
                <a:gdLst/>
                <a:ahLst/>
                <a:cxnLst/>
                <a:rect l="0" t="0" r="r" b="b"/>
                <a:pathLst>
                  <a:path w="1571" h="2711" fill="norm" stroke="0">
                    <a:moveTo>
                      <a:pt x="1089" y="0"/>
                    </a:moveTo>
                    <a:cubicBezTo>
                      <a:pt x="1571" y="965"/>
                      <a:pt x="1571" y="965"/>
                      <a:pt x="1548" y="1496"/>
                    </a:cubicBezTo>
                    <a:cubicBezTo>
                      <a:pt x="1544" y="1590"/>
                      <a:pt x="1544" y="1684"/>
                      <a:pt x="1544" y="1777"/>
                    </a:cubicBezTo>
                    <a:cubicBezTo>
                      <a:pt x="1539" y="2131"/>
                      <a:pt x="1498" y="2406"/>
                      <a:pt x="1297" y="2708"/>
                    </a:cubicBezTo>
                    <a:cubicBezTo>
                      <a:pt x="1000" y="2711"/>
                      <a:pt x="708" y="2681"/>
                      <a:pt x="464" y="2500"/>
                    </a:cubicBezTo>
                    <a:cubicBezTo>
                      <a:pt x="174" y="2089"/>
                      <a:pt x="0" y="1482"/>
                      <a:pt x="69" y="982"/>
                    </a:cubicBezTo>
                    <a:cubicBezTo>
                      <a:pt x="111" y="784"/>
                      <a:pt x="175" y="602"/>
                      <a:pt x="255" y="417"/>
                    </a:cubicBezTo>
                    <a:cubicBezTo>
                      <a:pt x="586" y="754"/>
                      <a:pt x="701" y="1063"/>
                      <a:pt x="701" y="1533"/>
                    </a:cubicBezTo>
                    <a:cubicBezTo>
                      <a:pt x="697" y="1786"/>
                      <a:pt x="688" y="2039"/>
                      <a:pt x="672" y="2292"/>
                    </a:cubicBezTo>
                    <a:cubicBezTo>
                      <a:pt x="809" y="2292"/>
                      <a:pt x="947" y="2292"/>
                      <a:pt x="1089" y="2292"/>
                    </a:cubicBezTo>
                    <a:cubicBezTo>
                      <a:pt x="1089" y="1535"/>
                      <a:pt x="1089" y="779"/>
                      <a:pt x="1089" y="0"/>
                    </a:cubicBezTo>
                    <a:close/>
                  </a:path>
                </a:pathLst>
              </a:custGeom>
              <a:solidFill>
                <a:srgbClr val="D5B0C8"/>
              </a:solidFill>
              <a:ln w="2646" cap="flat">
                <a:noFill/>
              </a:ln>
            </p:spPr>
          </p:sp>
          <p:sp>
            <p:nvSpPr>
              <p:cNvPr id="2316" name="ICON_C_WINDOWS_GRAPHIC_path_288"/>
              <p:cNvSpPr/>
              <p:nvPr/>
            </p:nvSpPr>
            <p:spPr>
              <a:xfrm>
                <a:off x="5763629" y="7428512"/>
                <a:ext cx="18807" cy="35589"/>
              </a:xfrm>
              <a:custGeom>
                <a:avLst/>
                <a:gdLst/>
                <a:ahLst/>
                <a:cxnLst/>
                <a:rect l="0" t="0" r="r" b="b"/>
                <a:pathLst>
                  <a:path w="1481" h="2802" fill="norm" stroke="0">
                    <a:moveTo>
                      <a:pt x="1106" y="13"/>
                    </a:moveTo>
                    <a:cubicBezTo>
                      <a:pt x="1203" y="26"/>
                      <a:pt x="1286" y="48"/>
                      <a:pt x="1379" y="78"/>
                    </a:cubicBezTo>
                    <a:cubicBezTo>
                      <a:pt x="1481" y="989"/>
                      <a:pt x="1481" y="989"/>
                      <a:pt x="1325" y="1190"/>
                    </a:cubicBezTo>
                    <a:cubicBezTo>
                      <a:pt x="1224" y="1259"/>
                      <a:pt x="1118" y="1304"/>
                      <a:pt x="1007" y="1352"/>
                    </a:cubicBezTo>
                    <a:cubicBezTo>
                      <a:pt x="756" y="1482"/>
                      <a:pt x="685" y="1666"/>
                      <a:pt x="599" y="1923"/>
                    </a:cubicBezTo>
                    <a:cubicBezTo>
                      <a:pt x="553" y="2069"/>
                      <a:pt x="512" y="2216"/>
                      <a:pt x="472" y="2363"/>
                    </a:cubicBezTo>
                    <a:cubicBezTo>
                      <a:pt x="465" y="2391"/>
                      <a:pt x="457" y="2418"/>
                      <a:pt x="449" y="2447"/>
                    </a:cubicBezTo>
                    <a:cubicBezTo>
                      <a:pt x="428" y="2524"/>
                      <a:pt x="409" y="2601"/>
                      <a:pt x="390" y="2678"/>
                    </a:cubicBezTo>
                    <a:cubicBezTo>
                      <a:pt x="373" y="2714"/>
                      <a:pt x="355" y="2749"/>
                      <a:pt x="338" y="2786"/>
                    </a:cubicBezTo>
                    <a:cubicBezTo>
                      <a:pt x="228" y="2802"/>
                      <a:pt x="228" y="2802"/>
                      <a:pt x="129" y="2786"/>
                    </a:cubicBezTo>
                    <a:cubicBezTo>
                      <a:pt x="0" y="1009"/>
                      <a:pt x="0" y="1009"/>
                      <a:pt x="574" y="251"/>
                    </a:cubicBezTo>
                    <a:cubicBezTo>
                      <a:pt x="734" y="76"/>
                      <a:pt x="867" y="0"/>
                      <a:pt x="1106" y="13"/>
                    </a:cubicBezTo>
                    <a:close/>
                  </a:path>
                </a:pathLst>
              </a:custGeom>
              <a:solidFill>
                <a:srgbClr val="A4A0BC"/>
              </a:solidFill>
              <a:ln w="2646" cap="flat">
                <a:noFill/>
              </a:ln>
            </p:spPr>
          </p:sp>
          <p:sp>
            <p:nvSpPr>
              <p:cNvPr id="2317" name="ICON_C_WINDOWS_GRAPHIC_path_289"/>
              <p:cNvSpPr/>
              <p:nvPr/>
            </p:nvSpPr>
            <p:spPr>
              <a:xfrm>
                <a:off x="5246370" y="7500938"/>
                <a:ext cx="8877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699" h="2917" fill="norm" stroke="0">
                    <a:moveTo>
                      <a:pt x="233" y="0"/>
                    </a:moveTo>
                    <a:cubicBezTo>
                      <a:pt x="667" y="456"/>
                      <a:pt x="699" y="881"/>
                      <a:pt x="687" y="1495"/>
                    </a:cubicBezTo>
                    <a:cubicBezTo>
                      <a:pt x="684" y="1573"/>
                      <a:pt x="681" y="1652"/>
                      <a:pt x="679" y="1730"/>
                    </a:cubicBezTo>
                    <a:cubicBezTo>
                      <a:pt x="674" y="1864"/>
                      <a:pt x="673" y="1999"/>
                      <a:pt x="670" y="2133"/>
                    </a:cubicBezTo>
                    <a:cubicBezTo>
                      <a:pt x="666" y="2394"/>
                      <a:pt x="659" y="2655"/>
                      <a:pt x="650" y="2917"/>
                    </a:cubicBezTo>
                    <a:cubicBezTo>
                      <a:pt x="444" y="2917"/>
                      <a:pt x="238" y="2917"/>
                      <a:pt x="25" y="2917"/>
                    </a:cubicBezTo>
                    <a:cubicBezTo>
                      <a:pt x="20" y="2567"/>
                      <a:pt x="16" y="2218"/>
                      <a:pt x="14" y="1868"/>
                    </a:cubicBezTo>
                    <a:cubicBezTo>
                      <a:pt x="13" y="1706"/>
                      <a:pt x="12" y="1544"/>
                      <a:pt x="9" y="1381"/>
                    </a:cubicBezTo>
                    <a:cubicBezTo>
                      <a:pt x="7" y="1224"/>
                      <a:pt x="6" y="1068"/>
                      <a:pt x="5" y="911"/>
                    </a:cubicBezTo>
                    <a:cubicBezTo>
                      <a:pt x="5" y="851"/>
                      <a:pt x="4" y="792"/>
                      <a:pt x="3" y="732"/>
                    </a:cubicBezTo>
                    <a:cubicBezTo>
                      <a:pt x="1" y="648"/>
                      <a:pt x="1" y="564"/>
                      <a:pt x="1" y="481"/>
                    </a:cubicBezTo>
                    <a:cubicBezTo>
                      <a:pt x="1" y="433"/>
                      <a:pt x="0" y="385"/>
                      <a:pt x="0" y="336"/>
                    </a:cubicBezTo>
                    <a:cubicBezTo>
                      <a:pt x="34" y="163"/>
                      <a:pt x="101" y="112"/>
                      <a:pt x="233" y="0"/>
                    </a:cubicBezTo>
                    <a:close/>
                  </a:path>
                </a:pathLst>
              </a:custGeom>
              <a:solidFill>
                <a:srgbClr val="8A87A0"/>
              </a:solidFill>
              <a:ln w="2646" cap="flat">
                <a:noFill/>
              </a:ln>
            </p:spPr>
          </p:sp>
          <p:sp>
            <p:nvSpPr>
              <p:cNvPr id="2318" name="ICON_C_WINDOWS_GRAPHIC_path_290"/>
              <p:cNvSpPr/>
              <p:nvPr/>
            </p:nvSpPr>
            <p:spPr>
              <a:xfrm>
                <a:off x="6159500" y="7460992"/>
                <a:ext cx="23812" cy="32009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2520" fill="norm" stroke="0">
                    <a:moveTo>
                      <a:pt x="1570" y="0"/>
                    </a:moveTo>
                    <a:cubicBezTo>
                      <a:pt x="1606" y="3"/>
                      <a:pt x="1642" y="5"/>
                      <a:pt x="1680" y="7"/>
                    </a:cubicBezTo>
                    <a:cubicBezTo>
                      <a:pt x="1716" y="9"/>
                      <a:pt x="1753" y="11"/>
                      <a:pt x="1791" y="13"/>
                    </a:cubicBezTo>
                    <a:cubicBezTo>
                      <a:pt x="1819" y="15"/>
                      <a:pt x="1846" y="18"/>
                      <a:pt x="1875" y="20"/>
                    </a:cubicBezTo>
                    <a:cubicBezTo>
                      <a:pt x="1852" y="190"/>
                      <a:pt x="1825" y="359"/>
                      <a:pt x="1797" y="528"/>
                    </a:cubicBezTo>
                    <a:cubicBezTo>
                      <a:pt x="1794" y="552"/>
                      <a:pt x="1794" y="552"/>
                      <a:pt x="1777" y="673"/>
                    </a:cubicBezTo>
                    <a:cubicBezTo>
                      <a:pt x="1717" y="1023"/>
                      <a:pt x="1717" y="1023"/>
                      <a:pt x="1565" y="1142"/>
                    </a:cubicBezTo>
                    <a:cubicBezTo>
                      <a:pt x="1461" y="1194"/>
                      <a:pt x="1361" y="1236"/>
                      <a:pt x="1250" y="1270"/>
                    </a:cubicBezTo>
                    <a:cubicBezTo>
                      <a:pt x="1250" y="1133"/>
                      <a:pt x="1250" y="995"/>
                      <a:pt x="1250" y="854"/>
                    </a:cubicBezTo>
                    <a:cubicBezTo>
                      <a:pt x="1044" y="854"/>
                      <a:pt x="838" y="854"/>
                      <a:pt x="625" y="854"/>
                    </a:cubicBezTo>
                    <a:cubicBezTo>
                      <a:pt x="615" y="904"/>
                      <a:pt x="605" y="955"/>
                      <a:pt x="594" y="1007"/>
                    </a:cubicBezTo>
                    <a:cubicBezTo>
                      <a:pt x="578" y="1077"/>
                      <a:pt x="563" y="1148"/>
                      <a:pt x="547" y="1218"/>
                    </a:cubicBezTo>
                    <a:cubicBezTo>
                      <a:pt x="540" y="1251"/>
                      <a:pt x="534" y="1284"/>
                      <a:pt x="527" y="1317"/>
                    </a:cubicBezTo>
                    <a:cubicBezTo>
                      <a:pt x="424" y="1766"/>
                      <a:pt x="219" y="2083"/>
                      <a:pt x="0" y="2520"/>
                    </a:cubicBezTo>
                    <a:cubicBezTo>
                      <a:pt x="69" y="1764"/>
                      <a:pt x="137" y="1008"/>
                      <a:pt x="208" y="229"/>
                    </a:cubicBezTo>
                    <a:cubicBezTo>
                      <a:pt x="552" y="229"/>
                      <a:pt x="896" y="229"/>
                      <a:pt x="1250" y="229"/>
                    </a:cubicBezTo>
                    <a:cubicBezTo>
                      <a:pt x="1458" y="20"/>
                      <a:pt x="1458" y="20"/>
                      <a:pt x="1570" y="0"/>
                    </a:cubicBezTo>
                    <a:close/>
                  </a:path>
                </a:pathLst>
              </a:custGeom>
              <a:solidFill>
                <a:srgbClr val="D2D1DD"/>
              </a:solidFill>
              <a:ln w="2646" cap="flat">
                <a:noFill/>
              </a:ln>
            </p:spPr>
          </p:sp>
          <p:sp>
            <p:nvSpPr>
              <p:cNvPr id="2319" name="ICON_C_WINDOWS_GRAPHIC_path_291"/>
              <p:cNvSpPr/>
              <p:nvPr/>
            </p:nvSpPr>
            <p:spPr>
              <a:xfrm>
                <a:off x="6344708" y="7429500"/>
                <a:ext cx="11221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884" h="2708" fill="norm" stroke="0">
                    <a:moveTo>
                      <a:pt x="0" y="0"/>
                    </a:moveTo>
                    <a:cubicBezTo>
                      <a:pt x="206" y="69"/>
                      <a:pt x="413" y="138"/>
                      <a:pt x="625" y="208"/>
                    </a:cubicBezTo>
                    <a:cubicBezTo>
                      <a:pt x="770" y="549"/>
                      <a:pt x="770" y="549"/>
                      <a:pt x="786" y="692"/>
                    </a:cubicBezTo>
                    <a:cubicBezTo>
                      <a:pt x="790" y="724"/>
                      <a:pt x="793" y="756"/>
                      <a:pt x="797" y="788"/>
                    </a:cubicBezTo>
                    <a:cubicBezTo>
                      <a:pt x="800" y="820"/>
                      <a:pt x="804" y="852"/>
                      <a:pt x="807" y="885"/>
                    </a:cubicBezTo>
                    <a:cubicBezTo>
                      <a:pt x="812" y="918"/>
                      <a:pt x="816" y="950"/>
                      <a:pt x="820" y="983"/>
                    </a:cubicBezTo>
                    <a:cubicBezTo>
                      <a:pt x="884" y="1483"/>
                      <a:pt x="820" y="1854"/>
                      <a:pt x="547" y="2279"/>
                    </a:cubicBezTo>
                    <a:cubicBezTo>
                      <a:pt x="533" y="2301"/>
                      <a:pt x="518" y="2323"/>
                      <a:pt x="503" y="2346"/>
                    </a:cubicBezTo>
                    <a:cubicBezTo>
                      <a:pt x="415" y="2478"/>
                      <a:pt x="329" y="2605"/>
                      <a:pt x="208" y="2708"/>
                    </a:cubicBezTo>
                    <a:cubicBezTo>
                      <a:pt x="140" y="2708"/>
                      <a:pt x="71" y="2708"/>
                      <a:pt x="0" y="2708"/>
                    </a:cubicBezTo>
                    <a:cubicBezTo>
                      <a:pt x="0" y="1815"/>
                      <a:pt x="0" y="921"/>
                      <a:pt x="0" y="0"/>
                    </a:cubicBezTo>
                    <a:close/>
                  </a:path>
                </a:pathLst>
              </a:custGeom>
              <a:solidFill>
                <a:srgbClr val="7F83A2"/>
              </a:solidFill>
              <a:ln w="2646" cap="flat">
                <a:noFill/>
              </a:ln>
            </p:spPr>
          </p:sp>
          <p:sp>
            <p:nvSpPr>
              <p:cNvPr id="2320" name="ICON_C_WINDOWS_GRAPHIC_path_292"/>
              <p:cNvSpPr/>
              <p:nvPr/>
            </p:nvSpPr>
            <p:spPr>
              <a:xfrm>
                <a:off x="6032500" y="7437118"/>
                <a:ext cx="23812" cy="53237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4192" fill="norm" stroke="0">
                    <a:moveTo>
                      <a:pt x="1564" y="0"/>
                    </a:moveTo>
                    <a:cubicBezTo>
                      <a:pt x="1671" y="0"/>
                      <a:pt x="1770" y="7"/>
                      <a:pt x="1875" y="25"/>
                    </a:cubicBezTo>
                    <a:cubicBezTo>
                      <a:pt x="1870" y="48"/>
                      <a:pt x="1865" y="71"/>
                      <a:pt x="1859" y="94"/>
                    </a:cubicBezTo>
                    <a:cubicBezTo>
                      <a:pt x="1664" y="966"/>
                      <a:pt x="1562" y="1847"/>
                      <a:pt x="1458" y="2734"/>
                    </a:cubicBezTo>
                    <a:cubicBezTo>
                      <a:pt x="1046" y="2734"/>
                      <a:pt x="633" y="2734"/>
                      <a:pt x="208" y="2734"/>
                    </a:cubicBezTo>
                    <a:cubicBezTo>
                      <a:pt x="208" y="3215"/>
                      <a:pt x="208" y="3696"/>
                      <a:pt x="208" y="4192"/>
                    </a:cubicBezTo>
                    <a:cubicBezTo>
                      <a:pt x="140" y="4192"/>
                      <a:pt x="71" y="4192"/>
                      <a:pt x="0" y="4192"/>
                    </a:cubicBezTo>
                    <a:cubicBezTo>
                      <a:pt x="0" y="3642"/>
                      <a:pt x="0" y="3092"/>
                      <a:pt x="0" y="2525"/>
                    </a:cubicBezTo>
                    <a:cubicBezTo>
                      <a:pt x="413" y="2525"/>
                      <a:pt x="825" y="2525"/>
                      <a:pt x="1250" y="2525"/>
                    </a:cubicBezTo>
                    <a:cubicBezTo>
                      <a:pt x="1324" y="1371"/>
                      <a:pt x="1324" y="1371"/>
                      <a:pt x="1189" y="1195"/>
                    </a:cubicBezTo>
                    <a:cubicBezTo>
                      <a:pt x="1015" y="1084"/>
                      <a:pt x="827" y="1069"/>
                      <a:pt x="625" y="1067"/>
                    </a:cubicBezTo>
                    <a:cubicBezTo>
                      <a:pt x="653" y="1057"/>
                      <a:pt x="680" y="1047"/>
                      <a:pt x="709" y="1036"/>
                    </a:cubicBezTo>
                    <a:cubicBezTo>
                      <a:pt x="982" y="921"/>
                      <a:pt x="1091" y="816"/>
                      <a:pt x="1206" y="544"/>
                    </a:cubicBezTo>
                    <a:cubicBezTo>
                      <a:pt x="1236" y="466"/>
                      <a:pt x="1265" y="389"/>
                      <a:pt x="1294" y="311"/>
                    </a:cubicBezTo>
                    <a:cubicBezTo>
                      <a:pt x="1411" y="36"/>
                      <a:pt x="1411" y="36"/>
                      <a:pt x="1564" y="0"/>
                    </a:cubicBezTo>
                    <a:close/>
                  </a:path>
                </a:pathLst>
              </a:custGeom>
              <a:solidFill>
                <a:srgbClr val="B38FAE"/>
              </a:solidFill>
              <a:ln w="2646" cap="flat">
                <a:noFill/>
              </a:ln>
            </p:spPr>
          </p:sp>
          <p:sp>
            <p:nvSpPr>
              <p:cNvPr id="2321" name="ICON_C_WINDOWS_GRAPHIC_path_293"/>
              <p:cNvSpPr/>
              <p:nvPr/>
            </p:nvSpPr>
            <p:spPr>
              <a:xfrm>
                <a:off x="6272787" y="7412604"/>
                <a:ext cx="13713" cy="24834"/>
              </a:xfrm>
              <a:custGeom>
                <a:avLst/>
                <a:gdLst/>
                <a:ahLst/>
                <a:cxnLst/>
                <a:rect l="0" t="0" r="r" b="b"/>
                <a:pathLst>
                  <a:path w="1080" h="1955" fill="norm" stroke="0">
                    <a:moveTo>
                      <a:pt x="1080" y="80"/>
                    </a:moveTo>
                    <a:cubicBezTo>
                      <a:pt x="1080" y="699"/>
                      <a:pt x="1080" y="1318"/>
                      <a:pt x="1080" y="1955"/>
                    </a:cubicBezTo>
                    <a:cubicBezTo>
                      <a:pt x="805" y="1887"/>
                      <a:pt x="530" y="1818"/>
                      <a:pt x="246" y="1747"/>
                    </a:cubicBezTo>
                    <a:cubicBezTo>
                      <a:pt x="88" y="1434"/>
                      <a:pt x="88" y="1434"/>
                      <a:pt x="79" y="1305"/>
                    </a:cubicBezTo>
                    <a:cubicBezTo>
                      <a:pt x="69" y="1191"/>
                      <a:pt x="55" y="1080"/>
                      <a:pt x="35" y="968"/>
                    </a:cubicBezTo>
                    <a:cubicBezTo>
                      <a:pt x="2" y="745"/>
                      <a:pt x="0" y="570"/>
                      <a:pt x="108" y="364"/>
                    </a:cubicBezTo>
                    <a:cubicBezTo>
                      <a:pt x="417" y="0"/>
                      <a:pt x="565" y="80"/>
                      <a:pt x="1080" y="80"/>
                    </a:cubicBezTo>
                    <a:close/>
                  </a:path>
                </a:pathLst>
              </a:custGeom>
              <a:solidFill>
                <a:srgbClr val="A5A0BB"/>
              </a:solidFill>
              <a:ln w="2646" cap="flat">
                <a:noFill/>
              </a:ln>
            </p:spPr>
          </p:sp>
          <p:sp>
            <p:nvSpPr>
              <p:cNvPr id="2322" name="ICON_C_WINDOWS_GRAPHIC_path_294"/>
              <p:cNvSpPr/>
              <p:nvPr/>
            </p:nvSpPr>
            <p:spPr>
              <a:xfrm>
                <a:off x="6096001" y="7463697"/>
                <a:ext cx="18494" cy="66344"/>
              </a:xfrm>
              <a:custGeom>
                <a:avLst/>
                <a:gdLst/>
                <a:ahLst/>
                <a:cxnLst/>
                <a:rect l="0" t="0" r="r" b="b"/>
                <a:pathLst>
                  <a:path w="1456" h="5224" fill="norm" stroke="0">
                    <a:moveTo>
                      <a:pt x="745" y="9"/>
                    </a:moveTo>
                    <a:cubicBezTo>
                      <a:pt x="773" y="10"/>
                      <a:pt x="802" y="10"/>
                      <a:pt x="831" y="11"/>
                    </a:cubicBezTo>
                    <a:cubicBezTo>
                      <a:pt x="902" y="12"/>
                      <a:pt x="972" y="14"/>
                      <a:pt x="1042" y="16"/>
                    </a:cubicBezTo>
                    <a:cubicBezTo>
                      <a:pt x="1102" y="448"/>
                      <a:pt x="1160" y="881"/>
                      <a:pt x="1215" y="1315"/>
                    </a:cubicBezTo>
                    <a:cubicBezTo>
                      <a:pt x="1241" y="1516"/>
                      <a:pt x="1268" y="1717"/>
                      <a:pt x="1296" y="1919"/>
                    </a:cubicBezTo>
                    <a:cubicBezTo>
                      <a:pt x="1456" y="3060"/>
                      <a:pt x="1455" y="4088"/>
                      <a:pt x="1250" y="5224"/>
                    </a:cubicBezTo>
                    <a:cubicBezTo>
                      <a:pt x="1181" y="5224"/>
                      <a:pt x="1112" y="5224"/>
                      <a:pt x="1042" y="5224"/>
                    </a:cubicBezTo>
                    <a:cubicBezTo>
                      <a:pt x="1039" y="5176"/>
                      <a:pt x="1037" y="5128"/>
                      <a:pt x="1035" y="5078"/>
                    </a:cubicBezTo>
                    <a:cubicBezTo>
                      <a:pt x="1015" y="4621"/>
                      <a:pt x="993" y="4165"/>
                      <a:pt x="971" y="3708"/>
                    </a:cubicBezTo>
                    <a:cubicBezTo>
                      <a:pt x="960" y="3473"/>
                      <a:pt x="948" y="3239"/>
                      <a:pt x="938" y="3004"/>
                    </a:cubicBezTo>
                    <a:cubicBezTo>
                      <a:pt x="928" y="2777"/>
                      <a:pt x="917" y="2550"/>
                      <a:pt x="906" y="2323"/>
                    </a:cubicBezTo>
                    <a:cubicBezTo>
                      <a:pt x="901" y="2237"/>
                      <a:pt x="897" y="2151"/>
                      <a:pt x="894" y="2065"/>
                    </a:cubicBezTo>
                    <a:cubicBezTo>
                      <a:pt x="844" y="885"/>
                      <a:pt x="844" y="885"/>
                      <a:pt x="545" y="551"/>
                    </a:cubicBezTo>
                    <a:cubicBezTo>
                      <a:pt x="466" y="487"/>
                      <a:pt x="389" y="440"/>
                      <a:pt x="299" y="393"/>
                    </a:cubicBezTo>
                    <a:cubicBezTo>
                      <a:pt x="271" y="376"/>
                      <a:pt x="242" y="359"/>
                      <a:pt x="212" y="342"/>
                    </a:cubicBezTo>
                    <a:cubicBezTo>
                      <a:pt x="142" y="301"/>
                      <a:pt x="71" y="262"/>
                      <a:pt x="0" y="224"/>
                    </a:cubicBezTo>
                    <a:cubicBezTo>
                      <a:pt x="248" y="60"/>
                      <a:pt x="452" y="0"/>
                      <a:pt x="745" y="9"/>
                    </a:cubicBezTo>
                    <a:close/>
                  </a:path>
                </a:pathLst>
              </a:custGeom>
              <a:solidFill>
                <a:srgbClr val="F18BAD"/>
              </a:solidFill>
              <a:ln w="2646" cap="flat">
                <a:noFill/>
              </a:ln>
            </p:spPr>
          </p:sp>
          <p:sp>
            <p:nvSpPr>
              <p:cNvPr id="2323" name="ICON_C_WINDOWS_GRAPHIC_path_295"/>
              <p:cNvSpPr/>
              <p:nvPr/>
            </p:nvSpPr>
            <p:spPr>
              <a:xfrm>
                <a:off x="5832904" y="7455958"/>
                <a:ext cx="11742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925" h="5000" fill="norm" stroke="0">
                    <a:moveTo>
                      <a:pt x="716" y="0"/>
                    </a:moveTo>
                    <a:cubicBezTo>
                      <a:pt x="785" y="0"/>
                      <a:pt x="854" y="0"/>
                      <a:pt x="925" y="0"/>
                    </a:cubicBezTo>
                    <a:cubicBezTo>
                      <a:pt x="925" y="1650"/>
                      <a:pt x="925" y="3300"/>
                      <a:pt x="925" y="5000"/>
                    </a:cubicBezTo>
                    <a:cubicBezTo>
                      <a:pt x="650" y="4862"/>
                      <a:pt x="375" y="4725"/>
                      <a:pt x="91" y="4583"/>
                    </a:cubicBezTo>
                    <a:cubicBezTo>
                      <a:pt x="0" y="4129"/>
                      <a:pt x="0" y="4129"/>
                      <a:pt x="18" y="3954"/>
                    </a:cubicBezTo>
                    <a:cubicBezTo>
                      <a:pt x="21" y="3916"/>
                      <a:pt x="25" y="3879"/>
                      <a:pt x="28" y="3840"/>
                    </a:cubicBezTo>
                    <a:cubicBezTo>
                      <a:pt x="32" y="3802"/>
                      <a:pt x="35" y="3763"/>
                      <a:pt x="39" y="3724"/>
                    </a:cubicBezTo>
                    <a:cubicBezTo>
                      <a:pt x="43" y="3646"/>
                      <a:pt x="47" y="3567"/>
                      <a:pt x="51" y="3489"/>
                    </a:cubicBezTo>
                    <a:cubicBezTo>
                      <a:pt x="60" y="3298"/>
                      <a:pt x="74" y="3107"/>
                      <a:pt x="91" y="2917"/>
                    </a:cubicBezTo>
                    <a:cubicBezTo>
                      <a:pt x="160" y="2917"/>
                      <a:pt x="229" y="2917"/>
                      <a:pt x="300" y="2917"/>
                    </a:cubicBezTo>
                    <a:cubicBezTo>
                      <a:pt x="300" y="3398"/>
                      <a:pt x="300" y="3879"/>
                      <a:pt x="300" y="4375"/>
                    </a:cubicBezTo>
                    <a:cubicBezTo>
                      <a:pt x="437" y="4375"/>
                      <a:pt x="575" y="4375"/>
                      <a:pt x="716" y="4375"/>
                    </a:cubicBezTo>
                    <a:cubicBezTo>
                      <a:pt x="716" y="2931"/>
                      <a:pt x="716" y="1487"/>
                      <a:pt x="716" y="0"/>
                    </a:cubicBezTo>
                    <a:close/>
                  </a:path>
                </a:pathLst>
              </a:custGeom>
              <a:solidFill>
                <a:srgbClr val="B6B8CD"/>
              </a:solidFill>
              <a:ln w="2646" cap="flat">
                <a:noFill/>
              </a:ln>
            </p:spPr>
          </p:sp>
          <p:sp>
            <p:nvSpPr>
              <p:cNvPr id="2324" name="ICON_C_WINDOWS_GRAPHIC_path_296"/>
              <p:cNvSpPr/>
              <p:nvPr/>
            </p:nvSpPr>
            <p:spPr>
              <a:xfrm>
                <a:off x="6182564" y="7479771"/>
                <a:ext cx="21915" cy="32700"/>
              </a:xfrm>
              <a:custGeom>
                <a:avLst/>
                <a:gdLst/>
                <a:ahLst/>
                <a:cxnLst/>
                <a:rect l="0" t="0" r="r" b="b"/>
                <a:pathLst>
                  <a:path w="1726" h="2575" fill="norm" stroke="0">
                    <a:moveTo>
                      <a:pt x="59" y="0"/>
                    </a:moveTo>
                    <a:cubicBezTo>
                      <a:pt x="341" y="23"/>
                      <a:pt x="652" y="49"/>
                      <a:pt x="892" y="208"/>
                    </a:cubicBezTo>
                    <a:cubicBezTo>
                      <a:pt x="985" y="373"/>
                      <a:pt x="1006" y="551"/>
                      <a:pt x="1014" y="737"/>
                    </a:cubicBezTo>
                    <a:cubicBezTo>
                      <a:pt x="1025" y="862"/>
                      <a:pt x="1034" y="935"/>
                      <a:pt x="1101" y="1042"/>
                    </a:cubicBezTo>
                    <a:cubicBezTo>
                      <a:pt x="1291" y="1154"/>
                      <a:pt x="1513" y="1201"/>
                      <a:pt x="1726" y="1250"/>
                    </a:cubicBezTo>
                    <a:cubicBezTo>
                      <a:pt x="1681" y="1429"/>
                      <a:pt x="1634" y="1607"/>
                      <a:pt x="1582" y="1784"/>
                    </a:cubicBezTo>
                    <a:cubicBezTo>
                      <a:pt x="1565" y="1844"/>
                      <a:pt x="1549" y="1905"/>
                      <a:pt x="1534" y="1966"/>
                    </a:cubicBezTo>
                    <a:cubicBezTo>
                      <a:pt x="1485" y="2166"/>
                      <a:pt x="1436" y="2336"/>
                      <a:pt x="1309" y="2500"/>
                    </a:cubicBezTo>
                    <a:cubicBezTo>
                      <a:pt x="1108" y="2575"/>
                      <a:pt x="890" y="2535"/>
                      <a:pt x="684" y="2500"/>
                    </a:cubicBezTo>
                    <a:cubicBezTo>
                      <a:pt x="685" y="2489"/>
                      <a:pt x="685" y="2489"/>
                      <a:pt x="688" y="2430"/>
                    </a:cubicBezTo>
                    <a:cubicBezTo>
                      <a:pt x="702" y="2190"/>
                      <a:pt x="711" y="1951"/>
                      <a:pt x="718" y="1710"/>
                    </a:cubicBezTo>
                    <a:cubicBezTo>
                      <a:pt x="721" y="1621"/>
                      <a:pt x="726" y="1531"/>
                      <a:pt x="731" y="1442"/>
                    </a:cubicBezTo>
                    <a:cubicBezTo>
                      <a:pt x="767" y="835"/>
                      <a:pt x="767" y="835"/>
                      <a:pt x="684" y="625"/>
                    </a:cubicBezTo>
                    <a:cubicBezTo>
                      <a:pt x="566" y="523"/>
                      <a:pt x="431" y="498"/>
                      <a:pt x="281" y="472"/>
                    </a:cubicBezTo>
                    <a:cubicBezTo>
                      <a:pt x="197" y="457"/>
                      <a:pt x="197" y="457"/>
                      <a:pt x="59" y="417"/>
                    </a:cubicBezTo>
                    <a:cubicBezTo>
                      <a:pt x="0" y="270"/>
                      <a:pt x="20" y="151"/>
                      <a:pt x="59" y="0"/>
                    </a:cubicBezTo>
                    <a:close/>
                  </a:path>
                </a:pathLst>
              </a:custGeom>
              <a:solidFill>
                <a:srgbClr val="CFCDDD"/>
              </a:solidFill>
              <a:ln w="2646" cap="flat">
                <a:noFill/>
              </a:ln>
            </p:spPr>
          </p:sp>
          <p:sp>
            <p:nvSpPr>
              <p:cNvPr id="2325" name="ICON_C_WINDOWS_GRAPHIC_path_297"/>
              <p:cNvSpPr/>
              <p:nvPr/>
            </p:nvSpPr>
            <p:spPr>
              <a:xfrm>
                <a:off x="6125104" y="7477125"/>
                <a:ext cx="15875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458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1110" y="344"/>
                      <a:pt x="1179" y="688"/>
                      <a:pt x="1250" y="1042"/>
                    </a:cubicBezTo>
                    <a:cubicBezTo>
                      <a:pt x="1113" y="1042"/>
                      <a:pt x="975" y="1042"/>
                      <a:pt x="833" y="1042"/>
                    </a:cubicBezTo>
                    <a:cubicBezTo>
                      <a:pt x="833" y="1179"/>
                      <a:pt x="833" y="1317"/>
                      <a:pt x="833" y="1458"/>
                    </a:cubicBezTo>
                    <a:cubicBezTo>
                      <a:pt x="558" y="1458"/>
                      <a:pt x="283" y="1458"/>
                      <a:pt x="0" y="1458"/>
                    </a:cubicBezTo>
                    <a:cubicBezTo>
                      <a:pt x="0" y="977"/>
                      <a:pt x="0" y="496"/>
                      <a:pt x="0" y="0"/>
                    </a:cubicBezTo>
                    <a:close/>
                  </a:path>
                </a:pathLst>
              </a:custGeom>
              <a:solidFill>
                <a:srgbClr val="857AA0"/>
              </a:solidFill>
              <a:ln w="2646" cap="flat">
                <a:noFill/>
              </a:ln>
            </p:spPr>
          </p:sp>
          <p:sp>
            <p:nvSpPr>
              <p:cNvPr id="2326" name="ICON_C_WINDOWS_GRAPHIC_path_298"/>
              <p:cNvSpPr/>
              <p:nvPr/>
            </p:nvSpPr>
            <p:spPr>
              <a:xfrm>
                <a:off x="6058708" y="7478963"/>
                <a:ext cx="32001" cy="30178"/>
              </a:xfrm>
              <a:custGeom>
                <a:avLst/>
                <a:gdLst/>
                <a:ahLst/>
                <a:cxnLst/>
                <a:rect l="0" t="0" r="r" b="b"/>
                <a:pathLst>
                  <a:path w="2520" h="2376" fill="norm" stroke="0">
                    <a:moveTo>
                      <a:pt x="762" y="51"/>
                    </a:moveTo>
                    <a:cubicBezTo>
                      <a:pt x="846" y="53"/>
                      <a:pt x="846" y="53"/>
                      <a:pt x="1270" y="64"/>
                    </a:cubicBezTo>
                    <a:cubicBezTo>
                      <a:pt x="1270" y="682"/>
                      <a:pt x="1270" y="1301"/>
                      <a:pt x="1270" y="1939"/>
                    </a:cubicBezTo>
                    <a:cubicBezTo>
                      <a:pt x="1682" y="1870"/>
                      <a:pt x="2095" y="1801"/>
                      <a:pt x="2520" y="1730"/>
                    </a:cubicBezTo>
                    <a:cubicBezTo>
                      <a:pt x="2451" y="1936"/>
                      <a:pt x="2382" y="2143"/>
                      <a:pt x="2311" y="2355"/>
                    </a:cubicBezTo>
                    <a:cubicBezTo>
                      <a:pt x="1337" y="2376"/>
                      <a:pt x="1337" y="2376"/>
                      <a:pt x="1061" y="2147"/>
                    </a:cubicBezTo>
                    <a:cubicBezTo>
                      <a:pt x="809" y="1752"/>
                      <a:pt x="855" y="1136"/>
                      <a:pt x="853" y="689"/>
                    </a:cubicBezTo>
                    <a:cubicBezTo>
                      <a:pt x="647" y="895"/>
                      <a:pt x="440" y="1101"/>
                      <a:pt x="228" y="1314"/>
                    </a:cubicBezTo>
                    <a:cubicBezTo>
                      <a:pt x="188" y="1145"/>
                      <a:pt x="149" y="975"/>
                      <a:pt x="111" y="806"/>
                    </a:cubicBezTo>
                    <a:cubicBezTo>
                      <a:pt x="99" y="758"/>
                      <a:pt x="87" y="710"/>
                      <a:pt x="75" y="661"/>
                    </a:cubicBezTo>
                    <a:cubicBezTo>
                      <a:pt x="0" y="313"/>
                      <a:pt x="0" y="313"/>
                      <a:pt x="85" y="135"/>
                    </a:cubicBezTo>
                    <a:cubicBezTo>
                      <a:pt x="274" y="0"/>
                      <a:pt x="542" y="43"/>
                      <a:pt x="762" y="51"/>
                    </a:cubicBezTo>
                    <a:close/>
                  </a:path>
                </a:pathLst>
              </a:custGeom>
              <a:solidFill>
                <a:srgbClr val="EFC3D2"/>
              </a:solidFill>
              <a:ln w="2646" cap="flat">
                <a:noFill/>
              </a:ln>
            </p:spPr>
          </p:sp>
          <p:sp>
            <p:nvSpPr>
              <p:cNvPr id="2327" name="ICON_C_WINDOWS_GRAPHIC_path_299"/>
              <p:cNvSpPr/>
              <p:nvPr/>
            </p:nvSpPr>
            <p:spPr>
              <a:xfrm>
                <a:off x="5291667" y="7455958"/>
                <a:ext cx="26458" cy="29602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2331" fill="norm" stroke="0">
                    <a:moveTo>
                      <a:pt x="1250" y="0"/>
                    </a:moveTo>
                    <a:cubicBezTo>
                      <a:pt x="1423" y="300"/>
                      <a:pt x="1498" y="571"/>
                      <a:pt x="1550" y="911"/>
                    </a:cubicBezTo>
                    <a:cubicBezTo>
                      <a:pt x="1640" y="1434"/>
                      <a:pt x="1826" y="1829"/>
                      <a:pt x="2083" y="2292"/>
                    </a:cubicBezTo>
                    <a:cubicBezTo>
                      <a:pt x="1671" y="2085"/>
                      <a:pt x="1258" y="1879"/>
                      <a:pt x="833" y="1667"/>
                    </a:cubicBezTo>
                    <a:cubicBezTo>
                      <a:pt x="765" y="1873"/>
                      <a:pt x="696" y="2079"/>
                      <a:pt x="625" y="2292"/>
                    </a:cubicBezTo>
                    <a:cubicBezTo>
                      <a:pt x="300" y="2331"/>
                      <a:pt x="300" y="2331"/>
                      <a:pt x="0" y="2292"/>
                    </a:cubicBezTo>
                    <a:cubicBezTo>
                      <a:pt x="0" y="2017"/>
                      <a:pt x="0" y="1742"/>
                      <a:pt x="0" y="1458"/>
                    </a:cubicBezTo>
                    <a:cubicBezTo>
                      <a:pt x="275" y="1458"/>
                      <a:pt x="550" y="1458"/>
                      <a:pt x="833" y="1458"/>
                    </a:cubicBezTo>
                    <a:cubicBezTo>
                      <a:pt x="829" y="1388"/>
                      <a:pt x="824" y="1318"/>
                      <a:pt x="819" y="1245"/>
                    </a:cubicBezTo>
                    <a:cubicBezTo>
                      <a:pt x="781" y="455"/>
                      <a:pt x="781" y="455"/>
                      <a:pt x="926" y="255"/>
                    </a:cubicBezTo>
                    <a:cubicBezTo>
                      <a:pt x="1022" y="152"/>
                      <a:pt x="1129" y="72"/>
                      <a:pt x="1250" y="0"/>
                    </a:cubicBezTo>
                    <a:close/>
                  </a:path>
                </a:pathLst>
              </a:custGeom>
              <a:solidFill>
                <a:srgbClr val="BDBCD0"/>
              </a:solidFill>
              <a:ln w="2646" cap="flat">
                <a:noFill/>
              </a:ln>
            </p:spPr>
          </p:sp>
          <p:sp>
            <p:nvSpPr>
              <p:cNvPr id="2328" name="ICON_C_WINDOWS_GRAPHIC_path_300"/>
              <p:cNvSpPr/>
              <p:nvPr/>
            </p:nvSpPr>
            <p:spPr>
              <a:xfrm>
                <a:off x="5693833" y="7448021"/>
                <a:ext cx="22722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789" h="1875" fill="norm" stroke="0">
                    <a:moveTo>
                      <a:pt x="208" y="0"/>
                    </a:moveTo>
                    <a:cubicBezTo>
                      <a:pt x="1339" y="234"/>
                      <a:pt x="1339" y="234"/>
                      <a:pt x="1616" y="539"/>
                    </a:cubicBezTo>
                    <a:cubicBezTo>
                      <a:pt x="1789" y="833"/>
                      <a:pt x="1768" y="1237"/>
                      <a:pt x="1706" y="1561"/>
                    </a:cubicBezTo>
                    <a:cubicBezTo>
                      <a:pt x="1662" y="1679"/>
                      <a:pt x="1632" y="1717"/>
                      <a:pt x="1525" y="1781"/>
                    </a:cubicBezTo>
                    <a:cubicBezTo>
                      <a:pt x="1367" y="1843"/>
                      <a:pt x="1211" y="1864"/>
                      <a:pt x="1042" y="1875"/>
                    </a:cubicBezTo>
                    <a:cubicBezTo>
                      <a:pt x="1040" y="1851"/>
                      <a:pt x="1038" y="1827"/>
                      <a:pt x="1036" y="1802"/>
                    </a:cubicBezTo>
                    <a:cubicBezTo>
                      <a:pt x="1009" y="1540"/>
                      <a:pt x="980" y="1266"/>
                      <a:pt x="833" y="1042"/>
                    </a:cubicBezTo>
                    <a:cubicBezTo>
                      <a:pt x="582" y="878"/>
                      <a:pt x="292" y="871"/>
                      <a:pt x="0" y="833"/>
                    </a:cubicBezTo>
                    <a:cubicBezTo>
                      <a:pt x="69" y="558"/>
                      <a:pt x="137" y="283"/>
                      <a:pt x="208" y="0"/>
                    </a:cubicBezTo>
                    <a:close/>
                  </a:path>
                </a:pathLst>
              </a:custGeom>
              <a:solidFill>
                <a:srgbClr val="918DAD"/>
              </a:solidFill>
              <a:ln w="2646" cap="flat">
                <a:noFill/>
              </a:ln>
            </p:spPr>
          </p:sp>
          <p:sp>
            <p:nvSpPr>
              <p:cNvPr id="2329" name="ICON_C_WINDOWS_GRAPHIC_path_301"/>
              <p:cNvSpPr/>
              <p:nvPr/>
            </p:nvSpPr>
            <p:spPr>
              <a:xfrm>
                <a:off x="6545792" y="7389812"/>
                <a:ext cx="8615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678" h="5000" fill="norm" stroke="0">
                    <a:moveTo>
                      <a:pt x="208" y="0"/>
                    </a:moveTo>
                    <a:cubicBezTo>
                      <a:pt x="346" y="69"/>
                      <a:pt x="483" y="138"/>
                      <a:pt x="625" y="208"/>
                    </a:cubicBezTo>
                    <a:cubicBezTo>
                      <a:pt x="668" y="384"/>
                      <a:pt x="678" y="496"/>
                      <a:pt x="672" y="672"/>
                    </a:cubicBezTo>
                    <a:cubicBezTo>
                      <a:pt x="672" y="719"/>
                      <a:pt x="673" y="765"/>
                      <a:pt x="673" y="814"/>
                    </a:cubicBezTo>
                    <a:cubicBezTo>
                      <a:pt x="672" y="941"/>
                      <a:pt x="670" y="1069"/>
                      <a:pt x="667" y="1197"/>
                    </a:cubicBezTo>
                    <a:cubicBezTo>
                      <a:pt x="665" y="1331"/>
                      <a:pt x="664" y="1465"/>
                      <a:pt x="664" y="1598"/>
                    </a:cubicBezTo>
                    <a:cubicBezTo>
                      <a:pt x="663" y="1851"/>
                      <a:pt x="659" y="2104"/>
                      <a:pt x="655" y="2357"/>
                    </a:cubicBezTo>
                    <a:cubicBezTo>
                      <a:pt x="650" y="2646"/>
                      <a:pt x="648" y="2934"/>
                      <a:pt x="646" y="3222"/>
                    </a:cubicBezTo>
                    <a:cubicBezTo>
                      <a:pt x="642" y="3815"/>
                      <a:pt x="634" y="4407"/>
                      <a:pt x="625" y="5000"/>
                    </a:cubicBezTo>
                    <a:cubicBezTo>
                      <a:pt x="556" y="5000"/>
                      <a:pt x="488" y="5000"/>
                      <a:pt x="417" y="5000"/>
                    </a:cubicBezTo>
                    <a:cubicBezTo>
                      <a:pt x="348" y="3969"/>
                      <a:pt x="279" y="2938"/>
                      <a:pt x="208" y="1875"/>
                    </a:cubicBezTo>
                    <a:cubicBezTo>
                      <a:pt x="140" y="1875"/>
                      <a:pt x="71" y="1875"/>
                      <a:pt x="0" y="1875"/>
                    </a:cubicBezTo>
                    <a:cubicBezTo>
                      <a:pt x="69" y="1256"/>
                      <a:pt x="138" y="638"/>
                      <a:pt x="208" y="0"/>
                    </a:cubicBezTo>
                    <a:close/>
                  </a:path>
                </a:pathLst>
              </a:custGeom>
              <a:solidFill>
                <a:srgbClr val="82A4B0"/>
              </a:solidFill>
              <a:ln w="2646" cap="flat">
                <a:noFill/>
              </a:ln>
            </p:spPr>
          </p:sp>
          <p:sp>
            <p:nvSpPr>
              <p:cNvPr id="2330" name="ICON_C_WINDOWS_GRAPHIC_path_302"/>
              <p:cNvSpPr/>
              <p:nvPr/>
            </p:nvSpPr>
            <p:spPr>
              <a:xfrm>
                <a:off x="6593099" y="7416271"/>
                <a:ext cx="8255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650" h="3125" fill="norm" stroke="0">
                    <a:moveTo>
                      <a:pt x="442" y="0"/>
                    </a:moveTo>
                    <a:cubicBezTo>
                      <a:pt x="510" y="1031"/>
                      <a:pt x="579" y="2062"/>
                      <a:pt x="650" y="3125"/>
                    </a:cubicBezTo>
                    <a:cubicBezTo>
                      <a:pt x="444" y="3125"/>
                      <a:pt x="238" y="3125"/>
                      <a:pt x="25" y="3125"/>
                    </a:cubicBezTo>
                    <a:cubicBezTo>
                      <a:pt x="20" y="2748"/>
                      <a:pt x="16" y="2372"/>
                      <a:pt x="14" y="1995"/>
                    </a:cubicBezTo>
                    <a:cubicBezTo>
                      <a:pt x="13" y="1820"/>
                      <a:pt x="12" y="1645"/>
                      <a:pt x="9" y="1470"/>
                    </a:cubicBezTo>
                    <a:cubicBezTo>
                      <a:pt x="7" y="1301"/>
                      <a:pt x="6" y="1133"/>
                      <a:pt x="5" y="964"/>
                    </a:cubicBezTo>
                    <a:cubicBezTo>
                      <a:pt x="5" y="899"/>
                      <a:pt x="4" y="835"/>
                      <a:pt x="3" y="770"/>
                    </a:cubicBezTo>
                    <a:cubicBezTo>
                      <a:pt x="1" y="680"/>
                      <a:pt x="1" y="590"/>
                      <a:pt x="1" y="500"/>
                    </a:cubicBezTo>
                    <a:cubicBezTo>
                      <a:pt x="1" y="448"/>
                      <a:pt x="0" y="397"/>
                      <a:pt x="0" y="344"/>
                    </a:cubicBezTo>
                    <a:cubicBezTo>
                      <a:pt x="50" y="74"/>
                      <a:pt x="178" y="0"/>
                      <a:pt x="442" y="0"/>
                    </a:cubicBezTo>
                    <a:close/>
                  </a:path>
                </a:pathLst>
              </a:custGeom>
              <a:solidFill>
                <a:srgbClr val="528E9A"/>
              </a:solidFill>
              <a:ln w="2646" cap="flat">
                <a:noFill/>
              </a:ln>
            </p:spPr>
          </p:sp>
          <p:sp>
            <p:nvSpPr>
              <p:cNvPr id="2331" name="ICON_C_WINDOWS_GRAPHIC_path_303"/>
              <p:cNvSpPr/>
              <p:nvPr/>
            </p:nvSpPr>
            <p:spPr>
              <a:xfrm>
                <a:off x="6429375" y="7466025"/>
                <a:ext cx="23812" cy="42849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3374" fill="norm" stroke="0">
                    <a:moveTo>
                      <a:pt x="1407" y="0"/>
                    </a:moveTo>
                    <a:cubicBezTo>
                      <a:pt x="1483" y="3"/>
                      <a:pt x="1483" y="3"/>
                      <a:pt x="1576" y="15"/>
                    </a:cubicBezTo>
                    <a:cubicBezTo>
                      <a:pt x="1625" y="19"/>
                      <a:pt x="1625" y="19"/>
                      <a:pt x="1875" y="41"/>
                    </a:cubicBezTo>
                    <a:cubicBezTo>
                      <a:pt x="1875" y="247"/>
                      <a:pt x="1875" y="453"/>
                      <a:pt x="1875" y="666"/>
                    </a:cubicBezTo>
                    <a:cubicBezTo>
                      <a:pt x="1669" y="666"/>
                      <a:pt x="1462" y="666"/>
                      <a:pt x="1250" y="666"/>
                    </a:cubicBezTo>
                    <a:cubicBezTo>
                      <a:pt x="1250" y="1491"/>
                      <a:pt x="1250" y="2316"/>
                      <a:pt x="1250" y="3166"/>
                    </a:cubicBezTo>
                    <a:cubicBezTo>
                      <a:pt x="975" y="3234"/>
                      <a:pt x="700" y="3303"/>
                      <a:pt x="417" y="3374"/>
                    </a:cubicBezTo>
                    <a:cubicBezTo>
                      <a:pt x="279" y="3099"/>
                      <a:pt x="142" y="2824"/>
                      <a:pt x="0" y="2541"/>
                    </a:cubicBezTo>
                    <a:cubicBezTo>
                      <a:pt x="172" y="2575"/>
                      <a:pt x="172" y="2575"/>
                      <a:pt x="1042" y="2749"/>
                    </a:cubicBezTo>
                    <a:cubicBezTo>
                      <a:pt x="1039" y="2588"/>
                      <a:pt x="1037" y="2428"/>
                      <a:pt x="1034" y="2262"/>
                    </a:cubicBezTo>
                    <a:cubicBezTo>
                      <a:pt x="1033" y="2133"/>
                      <a:pt x="1032" y="2004"/>
                      <a:pt x="1031" y="1875"/>
                    </a:cubicBezTo>
                    <a:cubicBezTo>
                      <a:pt x="1030" y="1739"/>
                      <a:pt x="1028" y="1604"/>
                      <a:pt x="1026" y="1468"/>
                    </a:cubicBezTo>
                    <a:cubicBezTo>
                      <a:pt x="1023" y="1312"/>
                      <a:pt x="1022" y="1156"/>
                      <a:pt x="1021" y="999"/>
                    </a:cubicBezTo>
                    <a:cubicBezTo>
                      <a:pt x="1020" y="951"/>
                      <a:pt x="1019" y="903"/>
                      <a:pt x="1018" y="854"/>
                    </a:cubicBezTo>
                    <a:cubicBezTo>
                      <a:pt x="1018" y="567"/>
                      <a:pt x="1041" y="44"/>
                      <a:pt x="1407" y="0"/>
                    </a:cubicBezTo>
                    <a:close/>
                  </a:path>
                </a:pathLst>
              </a:custGeom>
              <a:solidFill>
                <a:srgbClr val="C4D7DC"/>
              </a:solidFill>
              <a:ln w="2646" cap="flat">
                <a:noFill/>
              </a:ln>
            </p:spPr>
          </p:sp>
          <p:sp>
            <p:nvSpPr>
              <p:cNvPr id="2332" name="ICON_C_WINDOWS_GRAPHIC_path_304"/>
              <p:cNvSpPr/>
              <p:nvPr/>
            </p:nvSpPr>
            <p:spPr>
              <a:xfrm>
                <a:off x="6376458" y="7482417"/>
                <a:ext cx="21167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3125" fill="norm" stroke="0">
                    <a:moveTo>
                      <a:pt x="0" y="0"/>
                    </a:moveTo>
                    <a:cubicBezTo>
                      <a:pt x="137" y="0"/>
                      <a:pt x="275" y="0"/>
                      <a:pt x="417" y="0"/>
                    </a:cubicBezTo>
                    <a:cubicBezTo>
                      <a:pt x="485" y="413"/>
                      <a:pt x="554" y="825"/>
                      <a:pt x="625" y="1250"/>
                    </a:cubicBezTo>
                    <a:cubicBezTo>
                      <a:pt x="1266" y="1312"/>
                      <a:pt x="1266" y="1312"/>
                      <a:pt x="1458" y="1250"/>
                    </a:cubicBezTo>
                    <a:cubicBezTo>
                      <a:pt x="1624" y="1081"/>
                      <a:pt x="1629" y="850"/>
                      <a:pt x="1667" y="625"/>
                    </a:cubicBezTo>
                    <a:cubicBezTo>
                      <a:pt x="1667" y="900"/>
                      <a:pt x="1667" y="1175"/>
                      <a:pt x="1667" y="1458"/>
                    </a:cubicBezTo>
                    <a:cubicBezTo>
                      <a:pt x="1604" y="1478"/>
                      <a:pt x="1604" y="1478"/>
                      <a:pt x="1289" y="1575"/>
                    </a:cubicBezTo>
                    <a:cubicBezTo>
                      <a:pt x="1251" y="1588"/>
                      <a:pt x="1213" y="1601"/>
                      <a:pt x="1174" y="1614"/>
                    </a:cubicBezTo>
                    <a:cubicBezTo>
                      <a:pt x="776" y="1725"/>
                      <a:pt x="664" y="1610"/>
                      <a:pt x="208" y="1458"/>
                    </a:cubicBezTo>
                    <a:cubicBezTo>
                      <a:pt x="208" y="2008"/>
                      <a:pt x="208" y="2558"/>
                      <a:pt x="208" y="3125"/>
                    </a:cubicBezTo>
                    <a:cubicBezTo>
                      <a:pt x="140" y="3125"/>
                      <a:pt x="71" y="3125"/>
                      <a:pt x="0" y="3125"/>
                    </a:cubicBezTo>
                    <a:cubicBezTo>
                      <a:pt x="0" y="2094"/>
                      <a:pt x="0" y="1062"/>
                      <a:pt x="0" y="0"/>
                    </a:cubicBezTo>
                    <a:close/>
                  </a:path>
                </a:pathLst>
              </a:custGeom>
              <a:solidFill>
                <a:srgbClr val="C6DEE3"/>
              </a:solidFill>
              <a:ln w="2646" cap="flat">
                <a:noFill/>
              </a:ln>
            </p:spPr>
          </p:sp>
          <p:sp>
            <p:nvSpPr>
              <p:cNvPr id="2333" name="ICON_C_WINDOWS_GRAPHIC_path_305"/>
              <p:cNvSpPr/>
              <p:nvPr/>
            </p:nvSpPr>
            <p:spPr>
              <a:xfrm>
                <a:off x="6429375" y="7474479"/>
                <a:ext cx="13229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2083" fill="norm" stroke="0">
                    <a:moveTo>
                      <a:pt x="625" y="0"/>
                    </a:moveTo>
                    <a:cubicBezTo>
                      <a:pt x="762" y="0"/>
                      <a:pt x="900" y="0"/>
                      <a:pt x="1042" y="0"/>
                    </a:cubicBezTo>
                    <a:cubicBezTo>
                      <a:pt x="1042" y="688"/>
                      <a:pt x="1042" y="1375"/>
                      <a:pt x="1042" y="2083"/>
                    </a:cubicBezTo>
                    <a:cubicBezTo>
                      <a:pt x="698" y="2015"/>
                      <a:pt x="354" y="1946"/>
                      <a:pt x="0" y="1875"/>
                    </a:cubicBezTo>
                    <a:cubicBezTo>
                      <a:pt x="0" y="1325"/>
                      <a:pt x="0" y="775"/>
                      <a:pt x="0" y="208"/>
                    </a:cubicBezTo>
                    <a:cubicBezTo>
                      <a:pt x="137" y="483"/>
                      <a:pt x="275" y="758"/>
                      <a:pt x="417" y="1042"/>
                    </a:cubicBezTo>
                    <a:cubicBezTo>
                      <a:pt x="485" y="698"/>
                      <a:pt x="554" y="354"/>
                      <a:pt x="625" y="0"/>
                    </a:cubicBezTo>
                    <a:close/>
                  </a:path>
                </a:pathLst>
              </a:custGeom>
              <a:solidFill>
                <a:srgbClr val="A2B6C1"/>
              </a:solidFill>
              <a:ln w="2646" cap="flat">
                <a:noFill/>
              </a:ln>
            </p:spPr>
          </p:sp>
          <p:sp>
            <p:nvSpPr>
              <p:cNvPr id="2334" name="ICON_C_WINDOWS_GRAPHIC_path_306"/>
              <p:cNvSpPr/>
              <p:nvPr/>
            </p:nvSpPr>
            <p:spPr>
              <a:xfrm>
                <a:off x="5688165" y="7444200"/>
                <a:ext cx="18899" cy="25133"/>
              </a:xfrm>
              <a:custGeom>
                <a:avLst/>
                <a:gdLst/>
                <a:ahLst/>
                <a:cxnLst/>
                <a:rect l="0" t="0" r="r" b="b"/>
                <a:pathLst>
                  <a:path w="1488" h="1979" fill="norm" stroke="0">
                    <a:moveTo>
                      <a:pt x="876" y="66"/>
                    </a:moveTo>
                    <a:cubicBezTo>
                      <a:pt x="935" y="69"/>
                      <a:pt x="995" y="70"/>
                      <a:pt x="1054" y="72"/>
                    </a:cubicBezTo>
                    <a:cubicBezTo>
                      <a:pt x="1199" y="77"/>
                      <a:pt x="1343" y="84"/>
                      <a:pt x="1488" y="92"/>
                    </a:cubicBezTo>
                    <a:cubicBezTo>
                      <a:pt x="1419" y="230"/>
                      <a:pt x="1351" y="368"/>
                      <a:pt x="1280" y="509"/>
                    </a:cubicBezTo>
                    <a:cubicBezTo>
                      <a:pt x="1073" y="440"/>
                      <a:pt x="867" y="372"/>
                      <a:pt x="655" y="301"/>
                    </a:cubicBezTo>
                    <a:cubicBezTo>
                      <a:pt x="586" y="576"/>
                      <a:pt x="517" y="851"/>
                      <a:pt x="446" y="1134"/>
                    </a:cubicBezTo>
                    <a:cubicBezTo>
                      <a:pt x="790" y="1203"/>
                      <a:pt x="1134" y="1272"/>
                      <a:pt x="1488" y="1342"/>
                    </a:cubicBezTo>
                    <a:cubicBezTo>
                      <a:pt x="1280" y="1759"/>
                      <a:pt x="1280" y="1759"/>
                      <a:pt x="1164" y="1829"/>
                    </a:cubicBezTo>
                    <a:cubicBezTo>
                      <a:pt x="1123" y="1837"/>
                      <a:pt x="1081" y="1845"/>
                      <a:pt x="1039" y="1853"/>
                    </a:cubicBezTo>
                    <a:cubicBezTo>
                      <a:pt x="993" y="1862"/>
                      <a:pt x="948" y="1871"/>
                      <a:pt x="901" y="1880"/>
                    </a:cubicBezTo>
                    <a:cubicBezTo>
                      <a:pt x="854" y="1888"/>
                      <a:pt x="807" y="1895"/>
                      <a:pt x="759" y="1902"/>
                    </a:cubicBezTo>
                    <a:cubicBezTo>
                      <a:pt x="712" y="1912"/>
                      <a:pt x="665" y="1922"/>
                      <a:pt x="616" y="1932"/>
                    </a:cubicBezTo>
                    <a:cubicBezTo>
                      <a:pt x="357" y="1979"/>
                      <a:pt x="357" y="1979"/>
                      <a:pt x="238" y="1967"/>
                    </a:cubicBezTo>
                    <a:cubicBezTo>
                      <a:pt x="96" y="1864"/>
                      <a:pt x="38" y="1801"/>
                      <a:pt x="3" y="1627"/>
                    </a:cubicBezTo>
                    <a:cubicBezTo>
                      <a:pt x="3" y="1603"/>
                      <a:pt x="3" y="1603"/>
                      <a:pt x="2" y="1480"/>
                    </a:cubicBezTo>
                    <a:cubicBezTo>
                      <a:pt x="2" y="1454"/>
                      <a:pt x="2" y="1427"/>
                      <a:pt x="1" y="1400"/>
                    </a:cubicBezTo>
                    <a:cubicBezTo>
                      <a:pt x="1" y="1344"/>
                      <a:pt x="2" y="1288"/>
                      <a:pt x="2" y="1232"/>
                    </a:cubicBezTo>
                    <a:cubicBezTo>
                      <a:pt x="4" y="1148"/>
                      <a:pt x="2" y="1064"/>
                      <a:pt x="1" y="980"/>
                    </a:cubicBezTo>
                    <a:cubicBezTo>
                      <a:pt x="0" y="699"/>
                      <a:pt x="8" y="413"/>
                      <a:pt x="152" y="165"/>
                    </a:cubicBezTo>
                    <a:cubicBezTo>
                      <a:pt x="348" y="0"/>
                      <a:pt x="636" y="52"/>
                      <a:pt x="876" y="66"/>
                    </a:cubicBezTo>
                    <a:close/>
                  </a:path>
                </a:pathLst>
              </a:custGeom>
              <a:solidFill>
                <a:srgbClr val="ABA9C1"/>
              </a:solidFill>
              <a:ln w="2646" cap="flat">
                <a:noFill/>
              </a:ln>
            </p:spPr>
          </p:sp>
          <p:sp>
            <p:nvSpPr>
              <p:cNvPr id="2335" name="ICON_C_WINDOWS_GRAPHIC_path_307"/>
              <p:cNvSpPr/>
              <p:nvPr/>
            </p:nvSpPr>
            <p:spPr>
              <a:xfrm>
                <a:off x="6008369" y="7426472"/>
                <a:ext cx="9274" cy="40068"/>
              </a:xfrm>
              <a:custGeom>
                <a:avLst/>
                <a:gdLst/>
                <a:ahLst/>
                <a:cxnLst/>
                <a:rect l="0" t="0" r="r" b="b"/>
                <a:pathLst>
                  <a:path w="730" h="3155" fill="norm" stroke="0">
                    <a:moveTo>
                      <a:pt x="455" y="17"/>
                    </a:moveTo>
                    <a:cubicBezTo>
                      <a:pt x="492" y="19"/>
                      <a:pt x="528" y="21"/>
                      <a:pt x="566" y="23"/>
                    </a:cubicBezTo>
                    <a:cubicBezTo>
                      <a:pt x="580" y="24"/>
                      <a:pt x="580" y="24"/>
                      <a:pt x="650" y="30"/>
                    </a:cubicBezTo>
                    <a:cubicBezTo>
                      <a:pt x="665" y="407"/>
                      <a:pt x="676" y="783"/>
                      <a:pt x="683" y="1160"/>
                    </a:cubicBezTo>
                    <a:cubicBezTo>
                      <a:pt x="686" y="1335"/>
                      <a:pt x="690" y="1510"/>
                      <a:pt x="697" y="1685"/>
                    </a:cubicBezTo>
                    <a:cubicBezTo>
                      <a:pt x="704" y="1854"/>
                      <a:pt x="708" y="2022"/>
                      <a:pt x="709" y="2191"/>
                    </a:cubicBezTo>
                    <a:cubicBezTo>
                      <a:pt x="711" y="2256"/>
                      <a:pt x="713" y="2320"/>
                      <a:pt x="716" y="2385"/>
                    </a:cubicBezTo>
                    <a:cubicBezTo>
                      <a:pt x="726" y="2587"/>
                      <a:pt x="730" y="2758"/>
                      <a:pt x="650" y="2947"/>
                    </a:cubicBezTo>
                    <a:cubicBezTo>
                      <a:pt x="470" y="3082"/>
                      <a:pt x="243" y="3119"/>
                      <a:pt x="25" y="3155"/>
                    </a:cubicBezTo>
                    <a:cubicBezTo>
                      <a:pt x="20" y="2778"/>
                      <a:pt x="17" y="2402"/>
                      <a:pt x="14" y="2025"/>
                    </a:cubicBezTo>
                    <a:cubicBezTo>
                      <a:pt x="13" y="1850"/>
                      <a:pt x="12" y="1675"/>
                      <a:pt x="9" y="1500"/>
                    </a:cubicBezTo>
                    <a:cubicBezTo>
                      <a:pt x="7" y="1331"/>
                      <a:pt x="6" y="1162"/>
                      <a:pt x="5" y="994"/>
                    </a:cubicBezTo>
                    <a:cubicBezTo>
                      <a:pt x="5" y="929"/>
                      <a:pt x="4" y="865"/>
                      <a:pt x="3" y="801"/>
                    </a:cubicBezTo>
                    <a:cubicBezTo>
                      <a:pt x="1" y="710"/>
                      <a:pt x="1" y="620"/>
                      <a:pt x="1" y="530"/>
                    </a:cubicBezTo>
                    <a:cubicBezTo>
                      <a:pt x="1" y="479"/>
                      <a:pt x="1" y="427"/>
                      <a:pt x="0" y="374"/>
                    </a:cubicBezTo>
                    <a:cubicBezTo>
                      <a:pt x="47" y="119"/>
                      <a:pt x="199" y="0"/>
                      <a:pt x="455" y="17"/>
                    </a:cubicBezTo>
                    <a:close/>
                  </a:path>
                </a:pathLst>
              </a:custGeom>
              <a:solidFill>
                <a:srgbClr val="B48CAB"/>
              </a:solidFill>
              <a:ln w="2646" cap="flat">
                <a:noFill/>
              </a:ln>
            </p:spPr>
          </p:sp>
          <p:sp>
            <p:nvSpPr>
              <p:cNvPr id="2336" name="ICON_C_WINDOWS_GRAPHIC_path_308"/>
              <p:cNvSpPr/>
              <p:nvPr/>
            </p:nvSpPr>
            <p:spPr>
              <a:xfrm>
                <a:off x="6635750" y="7418917"/>
                <a:ext cx="31750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2292" fill="norm" stroke="0">
                    <a:moveTo>
                      <a:pt x="1458" y="0"/>
                    </a:moveTo>
                    <a:cubicBezTo>
                      <a:pt x="1802" y="0"/>
                      <a:pt x="2146" y="0"/>
                      <a:pt x="2500" y="0"/>
                    </a:cubicBezTo>
                    <a:cubicBezTo>
                      <a:pt x="2225" y="69"/>
                      <a:pt x="1950" y="138"/>
                      <a:pt x="1667" y="208"/>
                    </a:cubicBezTo>
                    <a:cubicBezTo>
                      <a:pt x="1667" y="896"/>
                      <a:pt x="1667" y="1583"/>
                      <a:pt x="1667" y="2292"/>
                    </a:cubicBezTo>
                    <a:cubicBezTo>
                      <a:pt x="1529" y="2292"/>
                      <a:pt x="1392" y="2292"/>
                      <a:pt x="1250" y="2292"/>
                    </a:cubicBezTo>
                    <a:cubicBezTo>
                      <a:pt x="1166" y="2155"/>
                      <a:pt x="1119" y="2050"/>
                      <a:pt x="1068" y="1901"/>
                    </a:cubicBezTo>
                    <a:cubicBezTo>
                      <a:pt x="918" y="1535"/>
                      <a:pt x="752" y="1359"/>
                      <a:pt x="391" y="1198"/>
                    </a:cubicBezTo>
                    <a:cubicBezTo>
                      <a:pt x="262" y="1146"/>
                      <a:pt x="133" y="1095"/>
                      <a:pt x="0" y="1042"/>
                    </a:cubicBezTo>
                    <a:cubicBezTo>
                      <a:pt x="413" y="1042"/>
                      <a:pt x="825" y="1042"/>
                      <a:pt x="1250" y="1042"/>
                    </a:cubicBezTo>
                    <a:cubicBezTo>
                      <a:pt x="1319" y="698"/>
                      <a:pt x="1388" y="354"/>
                      <a:pt x="1458" y="0"/>
                    </a:cubicBezTo>
                    <a:close/>
                  </a:path>
                </a:pathLst>
              </a:custGeom>
              <a:solidFill>
                <a:srgbClr val="DBD8E6"/>
              </a:solidFill>
              <a:ln w="2646" cap="flat">
                <a:noFill/>
              </a:ln>
            </p:spPr>
          </p:sp>
          <p:sp>
            <p:nvSpPr>
              <p:cNvPr id="2337" name="ICON_C_WINDOWS_GRAPHIC_path_309"/>
              <p:cNvSpPr/>
              <p:nvPr/>
            </p:nvSpPr>
            <p:spPr>
              <a:xfrm>
                <a:off x="6506104" y="7397750"/>
                <a:ext cx="8713" cy="66146"/>
              </a:xfrm>
              <a:custGeom>
                <a:avLst/>
                <a:gdLst/>
                <a:ahLst/>
                <a:cxnLst/>
                <a:rect l="0" t="0" r="r" b="b"/>
                <a:pathLst>
                  <a:path w="686" h="5208" fill="norm" stroke="0">
                    <a:moveTo>
                      <a:pt x="0" y="0"/>
                    </a:moveTo>
                    <a:cubicBezTo>
                      <a:pt x="69" y="0"/>
                      <a:pt x="138" y="0"/>
                      <a:pt x="208" y="0"/>
                    </a:cubicBezTo>
                    <a:cubicBezTo>
                      <a:pt x="277" y="1306"/>
                      <a:pt x="346" y="2612"/>
                      <a:pt x="417" y="3958"/>
                    </a:cubicBezTo>
                    <a:cubicBezTo>
                      <a:pt x="485" y="3958"/>
                      <a:pt x="554" y="3958"/>
                      <a:pt x="625" y="3958"/>
                    </a:cubicBezTo>
                    <a:cubicBezTo>
                      <a:pt x="643" y="4128"/>
                      <a:pt x="654" y="4296"/>
                      <a:pt x="664" y="4466"/>
                    </a:cubicBezTo>
                    <a:cubicBezTo>
                      <a:pt x="667" y="4490"/>
                      <a:pt x="667" y="4490"/>
                      <a:pt x="680" y="4611"/>
                    </a:cubicBezTo>
                    <a:cubicBezTo>
                      <a:pt x="686" y="4752"/>
                      <a:pt x="686" y="4752"/>
                      <a:pt x="625" y="5000"/>
                    </a:cubicBezTo>
                    <a:cubicBezTo>
                      <a:pt x="419" y="5069"/>
                      <a:pt x="212" y="5138"/>
                      <a:pt x="0" y="5208"/>
                    </a:cubicBezTo>
                    <a:cubicBezTo>
                      <a:pt x="0" y="3490"/>
                      <a:pt x="0" y="1771"/>
                      <a:pt x="0" y="0"/>
                    </a:cubicBezTo>
                    <a:close/>
                  </a:path>
                </a:pathLst>
              </a:custGeom>
              <a:solidFill>
                <a:srgbClr val="7796A8"/>
              </a:solidFill>
              <a:ln w="2646" cap="flat">
                <a:noFill/>
              </a:ln>
            </p:spPr>
          </p:sp>
          <p:sp>
            <p:nvSpPr>
              <p:cNvPr id="2338" name="ICON_C_WINDOWS_GRAPHIC_path_310"/>
              <p:cNvSpPr/>
              <p:nvPr/>
            </p:nvSpPr>
            <p:spPr>
              <a:xfrm>
                <a:off x="5370105" y="7405511"/>
                <a:ext cx="12176" cy="34941"/>
              </a:xfrm>
              <a:custGeom>
                <a:avLst/>
                <a:gdLst/>
                <a:ahLst/>
                <a:cxnLst/>
                <a:rect l="0" t="0" r="r" b="b"/>
                <a:pathLst>
                  <a:path w="959" h="2751" fill="norm" stroke="0">
                    <a:moveTo>
                      <a:pt x="813" y="0"/>
                    </a:moveTo>
                    <a:cubicBezTo>
                      <a:pt x="828" y="2"/>
                      <a:pt x="828" y="2"/>
                      <a:pt x="907" y="14"/>
                    </a:cubicBezTo>
                    <a:cubicBezTo>
                      <a:pt x="918" y="266"/>
                      <a:pt x="925" y="517"/>
                      <a:pt x="930" y="769"/>
                    </a:cubicBezTo>
                    <a:cubicBezTo>
                      <a:pt x="932" y="854"/>
                      <a:pt x="935" y="940"/>
                      <a:pt x="939" y="1025"/>
                    </a:cubicBezTo>
                    <a:cubicBezTo>
                      <a:pt x="959" y="1511"/>
                      <a:pt x="934" y="1922"/>
                      <a:pt x="723" y="2367"/>
                    </a:cubicBezTo>
                    <a:cubicBezTo>
                      <a:pt x="707" y="2403"/>
                      <a:pt x="691" y="2439"/>
                      <a:pt x="674" y="2476"/>
                    </a:cubicBezTo>
                    <a:cubicBezTo>
                      <a:pt x="620" y="2577"/>
                      <a:pt x="577" y="2648"/>
                      <a:pt x="490" y="2722"/>
                    </a:cubicBezTo>
                    <a:cubicBezTo>
                      <a:pt x="347" y="2751"/>
                      <a:pt x="218" y="2744"/>
                      <a:pt x="74" y="2722"/>
                    </a:cubicBezTo>
                    <a:cubicBezTo>
                      <a:pt x="5" y="1937"/>
                      <a:pt x="0" y="1260"/>
                      <a:pt x="373" y="548"/>
                    </a:cubicBezTo>
                    <a:cubicBezTo>
                      <a:pt x="387" y="520"/>
                      <a:pt x="401" y="493"/>
                      <a:pt x="416" y="465"/>
                    </a:cubicBezTo>
                    <a:cubicBezTo>
                      <a:pt x="650" y="20"/>
                      <a:pt x="650" y="20"/>
                      <a:pt x="813" y="0"/>
                    </a:cubicBezTo>
                    <a:close/>
                  </a:path>
                </a:pathLst>
              </a:custGeom>
              <a:solidFill>
                <a:srgbClr val="A5A3C0"/>
              </a:solidFill>
              <a:ln w="2646" cap="flat">
                <a:noFill/>
              </a:ln>
            </p:spPr>
          </p:sp>
          <p:sp>
            <p:nvSpPr>
              <p:cNvPr id="2339" name="ICON_C_WINDOWS_GRAPHIC_path_311"/>
              <p:cNvSpPr/>
              <p:nvPr/>
            </p:nvSpPr>
            <p:spPr>
              <a:xfrm>
                <a:off x="6818312" y="7405688"/>
                <a:ext cx="21167" cy="42333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3333" fill="norm" stroke="0">
                    <a:moveTo>
                      <a:pt x="208" y="0"/>
                    </a:moveTo>
                    <a:cubicBezTo>
                      <a:pt x="277" y="0"/>
                      <a:pt x="346" y="0"/>
                      <a:pt x="417" y="0"/>
                    </a:cubicBezTo>
                    <a:cubicBezTo>
                      <a:pt x="417" y="825"/>
                      <a:pt x="417" y="1650"/>
                      <a:pt x="417" y="2500"/>
                    </a:cubicBezTo>
                    <a:cubicBezTo>
                      <a:pt x="623" y="2534"/>
                      <a:pt x="623" y="2534"/>
                      <a:pt x="1667" y="2708"/>
                    </a:cubicBezTo>
                    <a:cubicBezTo>
                      <a:pt x="1598" y="2846"/>
                      <a:pt x="1529" y="2983"/>
                      <a:pt x="1458" y="3125"/>
                    </a:cubicBezTo>
                    <a:cubicBezTo>
                      <a:pt x="1183" y="3056"/>
                      <a:pt x="908" y="2987"/>
                      <a:pt x="625" y="2917"/>
                    </a:cubicBezTo>
                    <a:cubicBezTo>
                      <a:pt x="625" y="3054"/>
                      <a:pt x="625" y="3192"/>
                      <a:pt x="625" y="3333"/>
                    </a:cubicBezTo>
                    <a:cubicBezTo>
                      <a:pt x="419" y="3333"/>
                      <a:pt x="213" y="3333"/>
                      <a:pt x="0" y="3333"/>
                    </a:cubicBezTo>
                    <a:cubicBezTo>
                      <a:pt x="69" y="2233"/>
                      <a:pt x="138" y="1133"/>
                      <a:pt x="208" y="0"/>
                    </a:cubicBezTo>
                    <a:close/>
                  </a:path>
                </a:pathLst>
              </a:custGeom>
              <a:solidFill>
                <a:srgbClr val="E3E0EE"/>
              </a:solidFill>
              <a:ln w="2646" cap="flat">
                <a:noFill/>
              </a:ln>
            </p:spPr>
          </p:sp>
          <p:sp>
            <p:nvSpPr>
              <p:cNvPr id="2340" name="ICON_C_WINDOWS_GRAPHIC_path_312"/>
              <p:cNvSpPr/>
              <p:nvPr/>
            </p:nvSpPr>
            <p:spPr>
              <a:xfrm>
                <a:off x="5976619" y="7365928"/>
                <a:ext cx="9533" cy="39759"/>
              </a:xfrm>
              <a:custGeom>
                <a:avLst/>
                <a:gdLst/>
                <a:ahLst/>
                <a:cxnLst/>
                <a:rect l="0" t="0" r="r" b="b"/>
                <a:pathLst>
                  <a:path w="751" h="3131" fill="norm" stroke="0">
                    <a:moveTo>
                      <a:pt x="343" y="11"/>
                    </a:moveTo>
                    <a:cubicBezTo>
                      <a:pt x="465" y="69"/>
                      <a:pt x="554" y="119"/>
                      <a:pt x="650" y="214"/>
                    </a:cubicBezTo>
                    <a:cubicBezTo>
                      <a:pt x="715" y="395"/>
                      <a:pt x="714" y="576"/>
                      <a:pt x="713" y="766"/>
                    </a:cubicBezTo>
                    <a:cubicBezTo>
                      <a:pt x="714" y="821"/>
                      <a:pt x="714" y="876"/>
                      <a:pt x="715" y="931"/>
                    </a:cubicBezTo>
                    <a:cubicBezTo>
                      <a:pt x="717" y="1046"/>
                      <a:pt x="717" y="1160"/>
                      <a:pt x="716" y="1275"/>
                    </a:cubicBezTo>
                    <a:cubicBezTo>
                      <a:pt x="715" y="1392"/>
                      <a:pt x="716" y="1509"/>
                      <a:pt x="720" y="1626"/>
                    </a:cubicBezTo>
                    <a:cubicBezTo>
                      <a:pt x="751" y="2566"/>
                      <a:pt x="751" y="2566"/>
                      <a:pt x="585" y="2809"/>
                    </a:cubicBezTo>
                    <a:cubicBezTo>
                      <a:pt x="421" y="2968"/>
                      <a:pt x="239" y="3056"/>
                      <a:pt x="25" y="3131"/>
                    </a:cubicBezTo>
                    <a:cubicBezTo>
                      <a:pt x="20" y="2754"/>
                      <a:pt x="16" y="2377"/>
                      <a:pt x="14" y="2001"/>
                    </a:cubicBezTo>
                    <a:cubicBezTo>
                      <a:pt x="13" y="1826"/>
                      <a:pt x="12" y="1651"/>
                      <a:pt x="9" y="1476"/>
                    </a:cubicBezTo>
                    <a:cubicBezTo>
                      <a:pt x="7" y="1307"/>
                      <a:pt x="6" y="1138"/>
                      <a:pt x="5" y="969"/>
                    </a:cubicBezTo>
                    <a:cubicBezTo>
                      <a:pt x="5" y="905"/>
                      <a:pt x="4" y="841"/>
                      <a:pt x="3" y="776"/>
                    </a:cubicBezTo>
                    <a:cubicBezTo>
                      <a:pt x="1" y="686"/>
                      <a:pt x="1" y="596"/>
                      <a:pt x="1" y="505"/>
                    </a:cubicBezTo>
                    <a:cubicBezTo>
                      <a:pt x="1" y="454"/>
                      <a:pt x="0" y="403"/>
                      <a:pt x="0" y="350"/>
                    </a:cubicBezTo>
                    <a:cubicBezTo>
                      <a:pt x="36" y="154"/>
                      <a:pt x="127" y="0"/>
                      <a:pt x="343" y="11"/>
                    </a:cubicBezTo>
                    <a:close/>
                  </a:path>
                </a:pathLst>
              </a:custGeom>
              <a:solidFill>
                <a:srgbClr val="CC99B3"/>
              </a:solidFill>
              <a:ln w="2646" cap="flat">
                <a:noFill/>
              </a:ln>
            </p:spPr>
          </p:sp>
          <p:sp>
            <p:nvSpPr>
              <p:cNvPr id="2341" name="ICON_C_WINDOWS_GRAPHIC_path_313"/>
              <p:cNvSpPr/>
              <p:nvPr/>
            </p:nvSpPr>
            <p:spPr>
              <a:xfrm>
                <a:off x="5413065" y="7479771"/>
                <a:ext cx="21476" cy="29162"/>
              </a:xfrm>
              <a:custGeom>
                <a:avLst/>
                <a:gdLst/>
                <a:ahLst/>
                <a:cxnLst/>
                <a:rect l="0" t="0" r="r" b="b"/>
                <a:pathLst>
                  <a:path w="1691" h="2296" fill="norm" stroke="0">
                    <a:moveTo>
                      <a:pt x="1066" y="0"/>
                    </a:moveTo>
                    <a:cubicBezTo>
                      <a:pt x="1272" y="69"/>
                      <a:pt x="1479" y="138"/>
                      <a:pt x="1691" y="208"/>
                    </a:cubicBezTo>
                    <a:cubicBezTo>
                      <a:pt x="1589" y="225"/>
                      <a:pt x="1486" y="242"/>
                      <a:pt x="1381" y="260"/>
                    </a:cubicBezTo>
                    <a:cubicBezTo>
                      <a:pt x="1258" y="293"/>
                      <a:pt x="1162" y="331"/>
                      <a:pt x="1066" y="417"/>
                    </a:cubicBezTo>
                    <a:cubicBezTo>
                      <a:pt x="956" y="675"/>
                      <a:pt x="1008" y="990"/>
                      <a:pt x="1027" y="1263"/>
                    </a:cubicBezTo>
                    <a:cubicBezTo>
                      <a:pt x="1030" y="1342"/>
                      <a:pt x="1033" y="1422"/>
                      <a:pt x="1036" y="1501"/>
                    </a:cubicBezTo>
                    <a:cubicBezTo>
                      <a:pt x="1042" y="1695"/>
                      <a:pt x="1053" y="1889"/>
                      <a:pt x="1066" y="2083"/>
                    </a:cubicBezTo>
                    <a:cubicBezTo>
                      <a:pt x="932" y="2124"/>
                      <a:pt x="797" y="2163"/>
                      <a:pt x="662" y="2200"/>
                    </a:cubicBezTo>
                    <a:cubicBezTo>
                      <a:pt x="624" y="2212"/>
                      <a:pt x="586" y="2224"/>
                      <a:pt x="547" y="2236"/>
                    </a:cubicBezTo>
                    <a:cubicBezTo>
                      <a:pt x="510" y="2246"/>
                      <a:pt x="473" y="2256"/>
                      <a:pt x="435" y="2266"/>
                    </a:cubicBezTo>
                    <a:cubicBezTo>
                      <a:pt x="401" y="2276"/>
                      <a:pt x="368" y="2286"/>
                      <a:pt x="333" y="2296"/>
                    </a:cubicBezTo>
                    <a:cubicBezTo>
                      <a:pt x="233" y="2292"/>
                      <a:pt x="233" y="2292"/>
                      <a:pt x="117" y="2207"/>
                    </a:cubicBezTo>
                    <a:cubicBezTo>
                      <a:pt x="3" y="2055"/>
                      <a:pt x="0" y="1978"/>
                      <a:pt x="4" y="1790"/>
                    </a:cubicBezTo>
                    <a:cubicBezTo>
                      <a:pt x="4" y="1762"/>
                      <a:pt x="5" y="1735"/>
                      <a:pt x="5" y="1706"/>
                    </a:cubicBezTo>
                    <a:cubicBezTo>
                      <a:pt x="6" y="1619"/>
                      <a:pt x="9" y="1532"/>
                      <a:pt x="11" y="1445"/>
                    </a:cubicBezTo>
                    <a:cubicBezTo>
                      <a:pt x="12" y="1386"/>
                      <a:pt x="13" y="1327"/>
                      <a:pt x="14" y="1268"/>
                    </a:cubicBezTo>
                    <a:cubicBezTo>
                      <a:pt x="16" y="1123"/>
                      <a:pt x="20" y="978"/>
                      <a:pt x="24" y="833"/>
                    </a:cubicBezTo>
                    <a:cubicBezTo>
                      <a:pt x="35" y="879"/>
                      <a:pt x="45" y="924"/>
                      <a:pt x="55" y="970"/>
                    </a:cubicBezTo>
                    <a:cubicBezTo>
                      <a:pt x="71" y="1029"/>
                      <a:pt x="87" y="1087"/>
                      <a:pt x="102" y="1146"/>
                    </a:cubicBezTo>
                    <a:cubicBezTo>
                      <a:pt x="109" y="1176"/>
                      <a:pt x="115" y="1205"/>
                      <a:pt x="122" y="1236"/>
                    </a:cubicBezTo>
                    <a:cubicBezTo>
                      <a:pt x="148" y="1328"/>
                      <a:pt x="170" y="1386"/>
                      <a:pt x="233" y="1458"/>
                    </a:cubicBezTo>
                    <a:cubicBezTo>
                      <a:pt x="347" y="1514"/>
                      <a:pt x="420" y="1525"/>
                      <a:pt x="546" y="1515"/>
                    </a:cubicBezTo>
                    <a:cubicBezTo>
                      <a:pt x="701" y="1430"/>
                      <a:pt x="733" y="1300"/>
                      <a:pt x="781" y="1139"/>
                    </a:cubicBezTo>
                    <a:cubicBezTo>
                      <a:pt x="819" y="1003"/>
                      <a:pt x="851" y="866"/>
                      <a:pt x="884" y="729"/>
                    </a:cubicBezTo>
                    <a:cubicBezTo>
                      <a:pt x="902" y="659"/>
                      <a:pt x="920" y="589"/>
                      <a:pt x="938" y="518"/>
                    </a:cubicBezTo>
                    <a:cubicBezTo>
                      <a:pt x="983" y="346"/>
                      <a:pt x="1024" y="173"/>
                      <a:pt x="1066" y="0"/>
                    </a:cubicBezTo>
                    <a:close/>
                  </a:path>
                </a:pathLst>
              </a:custGeom>
              <a:solidFill>
                <a:srgbClr val="ABBEE2"/>
              </a:solidFill>
              <a:ln w="2646" cap="flat">
                <a:noFill/>
              </a:ln>
            </p:spPr>
          </p:sp>
          <p:sp>
            <p:nvSpPr>
              <p:cNvPr id="2342" name="ICON_C_WINDOWS_GRAPHIC_path_314"/>
              <p:cNvSpPr/>
              <p:nvPr/>
            </p:nvSpPr>
            <p:spPr>
              <a:xfrm>
                <a:off x="6109229" y="7466542"/>
                <a:ext cx="11030" cy="66146"/>
              </a:xfrm>
              <a:custGeom>
                <a:avLst/>
                <a:gdLst/>
                <a:ahLst/>
                <a:cxnLst/>
                <a:rect l="0" t="0" r="r" b="b"/>
                <a:pathLst>
                  <a:path w="869" h="5208" fill="norm" stroke="0">
                    <a:moveTo>
                      <a:pt x="0" y="0"/>
                    </a:moveTo>
                    <a:cubicBezTo>
                      <a:pt x="479" y="718"/>
                      <a:pt x="479" y="718"/>
                      <a:pt x="506" y="1049"/>
                    </a:cubicBezTo>
                    <a:cubicBezTo>
                      <a:pt x="510" y="1087"/>
                      <a:pt x="514" y="1125"/>
                      <a:pt x="519" y="1164"/>
                    </a:cubicBezTo>
                    <a:cubicBezTo>
                      <a:pt x="533" y="1286"/>
                      <a:pt x="545" y="1408"/>
                      <a:pt x="556" y="1530"/>
                    </a:cubicBezTo>
                    <a:cubicBezTo>
                      <a:pt x="565" y="1616"/>
                      <a:pt x="574" y="1703"/>
                      <a:pt x="584" y="1789"/>
                    </a:cubicBezTo>
                    <a:cubicBezTo>
                      <a:pt x="603" y="1969"/>
                      <a:pt x="621" y="2149"/>
                      <a:pt x="637" y="2329"/>
                    </a:cubicBezTo>
                    <a:cubicBezTo>
                      <a:pt x="659" y="2558"/>
                      <a:pt x="684" y="2787"/>
                      <a:pt x="709" y="3016"/>
                    </a:cubicBezTo>
                    <a:cubicBezTo>
                      <a:pt x="729" y="3194"/>
                      <a:pt x="747" y="3372"/>
                      <a:pt x="764" y="3550"/>
                    </a:cubicBezTo>
                    <a:cubicBezTo>
                      <a:pt x="773" y="3635"/>
                      <a:pt x="782" y="3719"/>
                      <a:pt x="791" y="3803"/>
                    </a:cubicBezTo>
                    <a:cubicBezTo>
                      <a:pt x="833" y="4195"/>
                      <a:pt x="869" y="4569"/>
                      <a:pt x="759" y="4952"/>
                    </a:cubicBezTo>
                    <a:cubicBezTo>
                      <a:pt x="752" y="4979"/>
                      <a:pt x="745" y="5005"/>
                      <a:pt x="739" y="5032"/>
                    </a:cubicBezTo>
                    <a:cubicBezTo>
                      <a:pt x="713" y="5103"/>
                      <a:pt x="713" y="5103"/>
                      <a:pt x="625" y="5208"/>
                    </a:cubicBezTo>
                    <a:cubicBezTo>
                      <a:pt x="488" y="5208"/>
                      <a:pt x="350" y="5208"/>
                      <a:pt x="208" y="5208"/>
                    </a:cubicBezTo>
                    <a:cubicBezTo>
                      <a:pt x="140" y="3490"/>
                      <a:pt x="71" y="1771"/>
                      <a:pt x="0" y="0"/>
                    </a:cubicBezTo>
                    <a:close/>
                  </a:path>
                </a:pathLst>
              </a:custGeom>
              <a:solidFill>
                <a:srgbClr val="DD769B"/>
              </a:solidFill>
              <a:ln w="2646" cap="flat">
                <a:noFill/>
              </a:ln>
            </p:spPr>
          </p:sp>
          <p:sp>
            <p:nvSpPr>
              <p:cNvPr id="2343" name="ICON_C_WINDOWS_GRAPHIC_path_315"/>
              <p:cNvSpPr/>
              <p:nvPr/>
            </p:nvSpPr>
            <p:spPr>
              <a:xfrm>
                <a:off x="5495396" y="7474479"/>
                <a:ext cx="24114" cy="21468"/>
              </a:xfrm>
              <a:custGeom>
                <a:avLst/>
                <a:gdLst/>
                <a:ahLst/>
                <a:cxnLst/>
                <a:rect l="0" t="0" r="r" b="b"/>
                <a:pathLst>
                  <a:path w="1899" h="1690" fill="norm" stroke="0">
                    <a:moveTo>
                      <a:pt x="833" y="0"/>
                    </a:moveTo>
                    <a:cubicBezTo>
                      <a:pt x="833" y="344"/>
                      <a:pt x="833" y="688"/>
                      <a:pt x="833" y="1042"/>
                    </a:cubicBezTo>
                    <a:cubicBezTo>
                      <a:pt x="1108" y="1042"/>
                      <a:pt x="1383" y="1042"/>
                      <a:pt x="1667" y="1042"/>
                    </a:cubicBezTo>
                    <a:cubicBezTo>
                      <a:pt x="1735" y="767"/>
                      <a:pt x="1804" y="492"/>
                      <a:pt x="1875" y="208"/>
                    </a:cubicBezTo>
                    <a:cubicBezTo>
                      <a:pt x="1880" y="383"/>
                      <a:pt x="1884" y="557"/>
                      <a:pt x="1886" y="731"/>
                    </a:cubicBezTo>
                    <a:cubicBezTo>
                      <a:pt x="1887" y="790"/>
                      <a:pt x="1889" y="849"/>
                      <a:pt x="1891" y="909"/>
                    </a:cubicBezTo>
                    <a:cubicBezTo>
                      <a:pt x="1893" y="994"/>
                      <a:pt x="1894" y="1079"/>
                      <a:pt x="1895" y="1165"/>
                    </a:cubicBezTo>
                    <a:cubicBezTo>
                      <a:pt x="1896" y="1216"/>
                      <a:pt x="1897" y="1267"/>
                      <a:pt x="1899" y="1320"/>
                    </a:cubicBezTo>
                    <a:cubicBezTo>
                      <a:pt x="1868" y="1500"/>
                      <a:pt x="1812" y="1559"/>
                      <a:pt x="1667" y="1667"/>
                    </a:cubicBezTo>
                    <a:cubicBezTo>
                      <a:pt x="1547" y="1690"/>
                      <a:pt x="1547" y="1690"/>
                      <a:pt x="1419" y="1687"/>
                    </a:cubicBezTo>
                    <a:cubicBezTo>
                      <a:pt x="1372" y="1686"/>
                      <a:pt x="1326" y="1686"/>
                      <a:pt x="1278" y="1685"/>
                    </a:cubicBezTo>
                    <a:cubicBezTo>
                      <a:pt x="1230" y="1683"/>
                      <a:pt x="1182" y="1681"/>
                      <a:pt x="1133" y="1680"/>
                    </a:cubicBezTo>
                    <a:cubicBezTo>
                      <a:pt x="1109" y="1679"/>
                      <a:pt x="1109" y="1679"/>
                      <a:pt x="985" y="1677"/>
                    </a:cubicBezTo>
                    <a:cubicBezTo>
                      <a:pt x="865" y="1674"/>
                      <a:pt x="745" y="1671"/>
                      <a:pt x="625" y="1667"/>
                    </a:cubicBezTo>
                    <a:cubicBezTo>
                      <a:pt x="621" y="1643"/>
                      <a:pt x="617" y="1618"/>
                      <a:pt x="612" y="1594"/>
                    </a:cubicBezTo>
                    <a:cubicBezTo>
                      <a:pt x="487" y="901"/>
                      <a:pt x="487" y="901"/>
                      <a:pt x="310" y="732"/>
                    </a:cubicBezTo>
                    <a:cubicBezTo>
                      <a:pt x="206" y="682"/>
                      <a:pt x="111" y="653"/>
                      <a:pt x="0" y="625"/>
                    </a:cubicBezTo>
                    <a:cubicBezTo>
                      <a:pt x="99" y="520"/>
                      <a:pt x="199" y="416"/>
                      <a:pt x="300" y="312"/>
                    </a:cubicBezTo>
                    <a:cubicBezTo>
                      <a:pt x="314" y="298"/>
                      <a:pt x="314" y="298"/>
                      <a:pt x="385" y="222"/>
                    </a:cubicBezTo>
                    <a:cubicBezTo>
                      <a:pt x="412" y="194"/>
                      <a:pt x="440" y="166"/>
                      <a:pt x="468" y="137"/>
                    </a:cubicBezTo>
                    <a:cubicBezTo>
                      <a:pt x="480" y="124"/>
                      <a:pt x="480" y="124"/>
                      <a:pt x="544" y="57"/>
                    </a:cubicBezTo>
                    <a:cubicBezTo>
                      <a:pt x="625" y="0"/>
                      <a:pt x="625" y="0"/>
                      <a:pt x="833" y="0"/>
                    </a:cubicBezTo>
                    <a:close/>
                  </a:path>
                </a:pathLst>
              </a:custGeom>
              <a:solidFill>
                <a:srgbClr val="BECDEC"/>
              </a:solidFill>
              <a:ln w="2646" cap="flat">
                <a:noFill/>
              </a:ln>
            </p:spPr>
          </p:sp>
          <p:sp>
            <p:nvSpPr>
              <p:cNvPr id="2344" name="ICON_C_WINDOWS_GRAPHIC_path_316"/>
              <p:cNvSpPr/>
              <p:nvPr/>
            </p:nvSpPr>
            <p:spPr>
              <a:xfrm>
                <a:off x="5963007" y="7455958"/>
                <a:ext cx="21868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1722" h="2708" fill="norm" stroke="0">
                    <a:moveTo>
                      <a:pt x="1097" y="0"/>
                    </a:moveTo>
                    <a:cubicBezTo>
                      <a:pt x="1303" y="0"/>
                      <a:pt x="1509" y="0"/>
                      <a:pt x="1722" y="0"/>
                    </a:cubicBezTo>
                    <a:cubicBezTo>
                      <a:pt x="1639" y="512"/>
                      <a:pt x="1476" y="948"/>
                      <a:pt x="1214" y="1393"/>
                    </a:cubicBezTo>
                    <a:cubicBezTo>
                      <a:pt x="1189" y="1438"/>
                      <a:pt x="1163" y="1482"/>
                      <a:pt x="1137" y="1529"/>
                    </a:cubicBezTo>
                    <a:cubicBezTo>
                      <a:pt x="1009" y="1737"/>
                      <a:pt x="917" y="1879"/>
                      <a:pt x="686" y="1970"/>
                    </a:cubicBezTo>
                    <a:cubicBezTo>
                      <a:pt x="369" y="2097"/>
                      <a:pt x="221" y="2427"/>
                      <a:pt x="55" y="2708"/>
                    </a:cubicBezTo>
                    <a:cubicBezTo>
                      <a:pt x="45" y="2475"/>
                      <a:pt x="37" y="2241"/>
                      <a:pt x="32" y="2008"/>
                    </a:cubicBezTo>
                    <a:cubicBezTo>
                      <a:pt x="30" y="1928"/>
                      <a:pt x="27" y="1849"/>
                      <a:pt x="24" y="1769"/>
                    </a:cubicBezTo>
                    <a:cubicBezTo>
                      <a:pt x="0" y="1235"/>
                      <a:pt x="0" y="1235"/>
                      <a:pt x="55" y="1042"/>
                    </a:cubicBezTo>
                    <a:cubicBezTo>
                      <a:pt x="191" y="899"/>
                      <a:pt x="275" y="882"/>
                      <a:pt x="472" y="833"/>
                    </a:cubicBezTo>
                    <a:cubicBezTo>
                      <a:pt x="472" y="1040"/>
                      <a:pt x="472" y="1246"/>
                      <a:pt x="472" y="1458"/>
                    </a:cubicBezTo>
                    <a:cubicBezTo>
                      <a:pt x="648" y="1402"/>
                      <a:pt x="751" y="1367"/>
                      <a:pt x="889" y="1250"/>
                    </a:cubicBezTo>
                    <a:cubicBezTo>
                      <a:pt x="972" y="1043"/>
                      <a:pt x="994" y="833"/>
                      <a:pt x="1019" y="612"/>
                    </a:cubicBezTo>
                    <a:cubicBezTo>
                      <a:pt x="1027" y="553"/>
                      <a:pt x="1035" y="493"/>
                      <a:pt x="1043" y="434"/>
                    </a:cubicBezTo>
                    <a:cubicBezTo>
                      <a:pt x="1063" y="290"/>
                      <a:pt x="1080" y="145"/>
                      <a:pt x="1097" y="0"/>
                    </a:cubicBezTo>
                    <a:close/>
                  </a:path>
                </a:pathLst>
              </a:custGeom>
              <a:solidFill>
                <a:srgbClr val="EFC2D4"/>
              </a:solidFill>
              <a:ln w="2646" cap="flat">
                <a:noFill/>
              </a:ln>
            </p:spPr>
          </p:sp>
          <p:sp>
            <p:nvSpPr>
              <p:cNvPr id="2345" name="ICON_C_WINDOWS_GRAPHIC_path_317"/>
              <p:cNvSpPr/>
              <p:nvPr/>
            </p:nvSpPr>
            <p:spPr>
              <a:xfrm>
                <a:off x="5675312" y="7469188"/>
                <a:ext cx="39688" cy="19775"/>
              </a:xfrm>
              <a:custGeom>
                <a:avLst/>
                <a:gdLst/>
                <a:ahLst/>
                <a:cxnLst/>
                <a:rect l="0" t="0" r="r" b="b"/>
                <a:pathLst>
                  <a:path w="3125" h="1557" fill="norm" stroke="0">
                    <a:moveTo>
                      <a:pt x="2292" y="0"/>
                    </a:moveTo>
                    <a:cubicBezTo>
                      <a:pt x="2292" y="413"/>
                      <a:pt x="2292" y="825"/>
                      <a:pt x="2292" y="1250"/>
                    </a:cubicBezTo>
                    <a:cubicBezTo>
                      <a:pt x="2567" y="1181"/>
                      <a:pt x="2842" y="1112"/>
                      <a:pt x="3125" y="1042"/>
                    </a:cubicBezTo>
                    <a:cubicBezTo>
                      <a:pt x="3125" y="1179"/>
                      <a:pt x="3125" y="1317"/>
                      <a:pt x="3125" y="1458"/>
                    </a:cubicBezTo>
                    <a:cubicBezTo>
                      <a:pt x="2781" y="1458"/>
                      <a:pt x="2438" y="1458"/>
                      <a:pt x="2083" y="1458"/>
                    </a:cubicBezTo>
                    <a:cubicBezTo>
                      <a:pt x="2083" y="1252"/>
                      <a:pt x="2083" y="1046"/>
                      <a:pt x="2083" y="833"/>
                    </a:cubicBezTo>
                    <a:cubicBezTo>
                      <a:pt x="2020" y="879"/>
                      <a:pt x="1957" y="924"/>
                      <a:pt x="1892" y="970"/>
                    </a:cubicBezTo>
                    <a:cubicBezTo>
                      <a:pt x="1257" y="1400"/>
                      <a:pt x="787" y="1557"/>
                      <a:pt x="0" y="1458"/>
                    </a:cubicBezTo>
                    <a:cubicBezTo>
                      <a:pt x="56" y="1309"/>
                      <a:pt x="115" y="1171"/>
                      <a:pt x="208" y="1042"/>
                    </a:cubicBezTo>
                    <a:cubicBezTo>
                      <a:pt x="339" y="1025"/>
                      <a:pt x="399" y="1028"/>
                      <a:pt x="521" y="1055"/>
                    </a:cubicBezTo>
                    <a:cubicBezTo>
                      <a:pt x="638" y="1068"/>
                      <a:pt x="714" y="1063"/>
                      <a:pt x="833" y="1042"/>
                    </a:cubicBezTo>
                    <a:cubicBezTo>
                      <a:pt x="876" y="938"/>
                      <a:pt x="895" y="863"/>
                      <a:pt x="911" y="755"/>
                    </a:cubicBezTo>
                    <a:cubicBezTo>
                      <a:pt x="934" y="625"/>
                      <a:pt x="963" y="525"/>
                      <a:pt x="1042" y="417"/>
                    </a:cubicBezTo>
                    <a:cubicBezTo>
                      <a:pt x="1390" y="185"/>
                      <a:pt x="1873" y="0"/>
                      <a:pt x="2292" y="0"/>
                    </a:cubicBezTo>
                    <a:close/>
                  </a:path>
                </a:pathLst>
              </a:custGeom>
              <a:solidFill>
                <a:srgbClr val="E2E2EB"/>
              </a:solidFill>
              <a:ln w="2646" cap="flat">
                <a:noFill/>
              </a:ln>
            </p:spPr>
          </p:sp>
          <p:sp>
            <p:nvSpPr>
              <p:cNvPr id="2346" name="ICON_C_WINDOWS_GRAPHIC_path_318"/>
              <p:cNvSpPr/>
              <p:nvPr/>
            </p:nvSpPr>
            <p:spPr>
              <a:xfrm>
                <a:off x="5529792" y="7397448"/>
                <a:ext cx="18838" cy="39989"/>
              </a:xfrm>
              <a:custGeom>
                <a:avLst/>
                <a:gdLst/>
                <a:ahLst/>
                <a:cxnLst/>
                <a:rect l="0" t="0" r="r" b="b"/>
                <a:pathLst>
                  <a:path w="1483" h="3149" fill="norm" stroke="0">
                    <a:moveTo>
                      <a:pt x="0" y="24"/>
                    </a:moveTo>
                    <a:cubicBezTo>
                      <a:pt x="202" y="19"/>
                      <a:pt x="404" y="15"/>
                      <a:pt x="612" y="11"/>
                    </a:cubicBezTo>
                    <a:cubicBezTo>
                      <a:pt x="675" y="9"/>
                      <a:pt x="739" y="7"/>
                      <a:pt x="804" y="5"/>
                    </a:cubicBezTo>
                    <a:cubicBezTo>
                      <a:pt x="829" y="5"/>
                      <a:pt x="829" y="5"/>
                      <a:pt x="956" y="3"/>
                    </a:cubicBezTo>
                    <a:cubicBezTo>
                      <a:pt x="1007" y="2"/>
                      <a:pt x="1059" y="1"/>
                      <a:pt x="1112" y="0"/>
                    </a:cubicBezTo>
                    <a:cubicBezTo>
                      <a:pt x="1293" y="31"/>
                      <a:pt x="1344" y="90"/>
                      <a:pt x="1458" y="232"/>
                    </a:cubicBezTo>
                    <a:cubicBezTo>
                      <a:pt x="1483" y="368"/>
                      <a:pt x="1483" y="368"/>
                      <a:pt x="1482" y="524"/>
                    </a:cubicBezTo>
                    <a:cubicBezTo>
                      <a:pt x="1482" y="552"/>
                      <a:pt x="1482" y="580"/>
                      <a:pt x="1482" y="610"/>
                    </a:cubicBezTo>
                    <a:cubicBezTo>
                      <a:pt x="1482" y="703"/>
                      <a:pt x="1480" y="797"/>
                      <a:pt x="1479" y="890"/>
                    </a:cubicBezTo>
                    <a:cubicBezTo>
                      <a:pt x="1478" y="956"/>
                      <a:pt x="1478" y="1021"/>
                      <a:pt x="1478" y="1086"/>
                    </a:cubicBezTo>
                    <a:cubicBezTo>
                      <a:pt x="1477" y="1257"/>
                      <a:pt x="1475" y="1427"/>
                      <a:pt x="1473" y="1599"/>
                    </a:cubicBezTo>
                    <a:cubicBezTo>
                      <a:pt x="1470" y="1773"/>
                      <a:pt x="1470" y="1947"/>
                      <a:pt x="1469" y="2122"/>
                    </a:cubicBezTo>
                    <a:cubicBezTo>
                      <a:pt x="1466" y="2464"/>
                      <a:pt x="1463" y="2806"/>
                      <a:pt x="1458" y="3149"/>
                    </a:cubicBezTo>
                    <a:cubicBezTo>
                      <a:pt x="1390" y="3149"/>
                      <a:pt x="1321" y="3149"/>
                      <a:pt x="1250" y="3149"/>
                    </a:cubicBezTo>
                    <a:cubicBezTo>
                      <a:pt x="1250" y="2255"/>
                      <a:pt x="1250" y="1361"/>
                      <a:pt x="1250" y="440"/>
                    </a:cubicBezTo>
                    <a:cubicBezTo>
                      <a:pt x="975" y="509"/>
                      <a:pt x="700" y="578"/>
                      <a:pt x="417" y="649"/>
                    </a:cubicBezTo>
                    <a:cubicBezTo>
                      <a:pt x="274" y="979"/>
                      <a:pt x="274" y="979"/>
                      <a:pt x="269" y="1111"/>
                    </a:cubicBezTo>
                    <a:cubicBezTo>
                      <a:pt x="268" y="1140"/>
                      <a:pt x="266" y="1169"/>
                      <a:pt x="265" y="1199"/>
                    </a:cubicBezTo>
                    <a:cubicBezTo>
                      <a:pt x="263" y="1228"/>
                      <a:pt x="262" y="1257"/>
                      <a:pt x="260" y="1287"/>
                    </a:cubicBezTo>
                    <a:cubicBezTo>
                      <a:pt x="255" y="1346"/>
                      <a:pt x="248" y="1405"/>
                      <a:pt x="242" y="1465"/>
                    </a:cubicBezTo>
                    <a:cubicBezTo>
                      <a:pt x="226" y="1609"/>
                      <a:pt x="216" y="1754"/>
                      <a:pt x="208" y="1899"/>
                    </a:cubicBezTo>
                    <a:cubicBezTo>
                      <a:pt x="140" y="1899"/>
                      <a:pt x="71" y="1899"/>
                      <a:pt x="0" y="1899"/>
                    </a:cubicBezTo>
                    <a:cubicBezTo>
                      <a:pt x="0" y="1280"/>
                      <a:pt x="0" y="661"/>
                      <a:pt x="0" y="24"/>
                    </a:cubicBezTo>
                    <a:close/>
                  </a:path>
                </a:pathLst>
              </a:custGeom>
              <a:solidFill>
                <a:srgbClr val="A8BBE2"/>
              </a:solidFill>
              <a:ln w="2646" cap="flat">
                <a:noFill/>
              </a:ln>
            </p:spPr>
          </p:sp>
          <p:sp>
            <p:nvSpPr>
              <p:cNvPr id="2347" name="ICON_C_WINDOWS_GRAPHIC_path_319"/>
              <p:cNvSpPr/>
              <p:nvPr/>
            </p:nvSpPr>
            <p:spPr>
              <a:xfrm>
                <a:off x="5924021" y="7487708"/>
                <a:ext cx="24141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901" h="1667" fill="norm" stroke="0">
                    <a:moveTo>
                      <a:pt x="1250" y="0"/>
                    </a:moveTo>
                    <a:cubicBezTo>
                      <a:pt x="1479" y="94"/>
                      <a:pt x="1737" y="202"/>
                      <a:pt x="1875" y="417"/>
                    </a:cubicBezTo>
                    <a:cubicBezTo>
                      <a:pt x="1901" y="704"/>
                      <a:pt x="1772" y="989"/>
                      <a:pt x="1667" y="1250"/>
                    </a:cubicBezTo>
                    <a:cubicBezTo>
                      <a:pt x="1667" y="1112"/>
                      <a:pt x="1667" y="975"/>
                      <a:pt x="1667" y="833"/>
                    </a:cubicBezTo>
                    <a:cubicBezTo>
                      <a:pt x="1323" y="1108"/>
                      <a:pt x="979" y="1383"/>
                      <a:pt x="625" y="1667"/>
                    </a:cubicBezTo>
                    <a:cubicBezTo>
                      <a:pt x="419" y="1323"/>
                      <a:pt x="212" y="979"/>
                      <a:pt x="0" y="625"/>
                    </a:cubicBezTo>
                    <a:cubicBezTo>
                      <a:pt x="508" y="430"/>
                      <a:pt x="508" y="430"/>
                      <a:pt x="667" y="370"/>
                    </a:cubicBezTo>
                    <a:cubicBezTo>
                      <a:pt x="904" y="276"/>
                      <a:pt x="1091" y="203"/>
                      <a:pt x="1250" y="0"/>
                    </a:cubicBezTo>
                    <a:close/>
                  </a:path>
                </a:pathLst>
              </a:custGeom>
              <a:solidFill>
                <a:srgbClr val="F0C6D6"/>
              </a:solidFill>
              <a:ln w="2646" cap="flat">
                <a:noFill/>
              </a:ln>
            </p:spPr>
          </p:sp>
          <p:sp>
            <p:nvSpPr>
              <p:cNvPr id="2348" name="ICON_C_WINDOWS_GRAPHIC_path_320"/>
              <p:cNvSpPr/>
              <p:nvPr/>
            </p:nvSpPr>
            <p:spPr>
              <a:xfrm>
                <a:off x="6574896" y="7471339"/>
                <a:ext cx="15875" cy="32533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2562" fill="norm" stroke="0">
                    <a:moveTo>
                      <a:pt x="1250" y="39"/>
                    </a:moveTo>
                    <a:cubicBezTo>
                      <a:pt x="1250" y="795"/>
                      <a:pt x="1250" y="1551"/>
                      <a:pt x="1250" y="2331"/>
                    </a:cubicBezTo>
                    <a:cubicBezTo>
                      <a:pt x="1181" y="2331"/>
                      <a:pt x="1112" y="2331"/>
                      <a:pt x="1042" y="2331"/>
                    </a:cubicBezTo>
                    <a:cubicBezTo>
                      <a:pt x="973" y="1849"/>
                      <a:pt x="904" y="1368"/>
                      <a:pt x="833" y="872"/>
                    </a:cubicBezTo>
                    <a:cubicBezTo>
                      <a:pt x="812" y="933"/>
                      <a:pt x="812" y="933"/>
                      <a:pt x="704" y="1237"/>
                    </a:cubicBezTo>
                    <a:cubicBezTo>
                      <a:pt x="662" y="1353"/>
                      <a:pt x="620" y="1469"/>
                      <a:pt x="578" y="1584"/>
                    </a:cubicBezTo>
                    <a:cubicBezTo>
                      <a:pt x="549" y="1665"/>
                      <a:pt x="520" y="1746"/>
                      <a:pt x="491" y="1827"/>
                    </a:cubicBezTo>
                    <a:cubicBezTo>
                      <a:pt x="450" y="1943"/>
                      <a:pt x="408" y="2059"/>
                      <a:pt x="365" y="2174"/>
                    </a:cubicBezTo>
                    <a:cubicBezTo>
                      <a:pt x="353" y="2211"/>
                      <a:pt x="340" y="2247"/>
                      <a:pt x="327" y="2285"/>
                    </a:cubicBezTo>
                    <a:cubicBezTo>
                      <a:pt x="293" y="2376"/>
                      <a:pt x="262" y="2458"/>
                      <a:pt x="208" y="2539"/>
                    </a:cubicBezTo>
                    <a:cubicBezTo>
                      <a:pt x="94" y="2562"/>
                      <a:pt x="94" y="2562"/>
                      <a:pt x="0" y="2539"/>
                    </a:cubicBezTo>
                    <a:cubicBezTo>
                      <a:pt x="14" y="2283"/>
                      <a:pt x="33" y="2028"/>
                      <a:pt x="55" y="1772"/>
                    </a:cubicBezTo>
                    <a:cubicBezTo>
                      <a:pt x="61" y="1686"/>
                      <a:pt x="67" y="1599"/>
                      <a:pt x="72" y="1512"/>
                    </a:cubicBezTo>
                    <a:cubicBezTo>
                      <a:pt x="100" y="1024"/>
                      <a:pt x="150" y="649"/>
                      <a:pt x="504" y="290"/>
                    </a:cubicBezTo>
                    <a:cubicBezTo>
                      <a:pt x="529" y="264"/>
                      <a:pt x="555" y="238"/>
                      <a:pt x="582" y="211"/>
                    </a:cubicBezTo>
                    <a:cubicBezTo>
                      <a:pt x="821" y="0"/>
                      <a:pt x="894" y="39"/>
                      <a:pt x="1250" y="39"/>
                    </a:cubicBezTo>
                    <a:close/>
                  </a:path>
                </a:pathLst>
              </a:custGeom>
              <a:solidFill>
                <a:srgbClr val="B9D7D7"/>
              </a:solidFill>
              <a:ln w="2646" cap="flat">
                <a:noFill/>
              </a:ln>
            </p:spPr>
          </p:sp>
          <p:sp>
            <p:nvSpPr>
              <p:cNvPr id="2349" name="ICON_C_WINDOWS_GRAPHIC_path_321"/>
              <p:cNvSpPr/>
              <p:nvPr/>
            </p:nvSpPr>
            <p:spPr>
              <a:xfrm>
                <a:off x="6593115" y="7386910"/>
                <a:ext cx="8490" cy="50527"/>
              </a:xfrm>
              <a:custGeom>
                <a:avLst/>
                <a:gdLst/>
                <a:ahLst/>
                <a:cxnLst/>
                <a:rect l="0" t="0" r="r" b="b"/>
                <a:pathLst>
                  <a:path w="669" h="3979" fill="norm" stroke="0">
                    <a:moveTo>
                      <a:pt x="440" y="20"/>
                    </a:moveTo>
                    <a:cubicBezTo>
                      <a:pt x="600" y="993"/>
                      <a:pt x="669" y="1952"/>
                      <a:pt x="662" y="2937"/>
                    </a:cubicBezTo>
                    <a:cubicBezTo>
                      <a:pt x="662" y="2950"/>
                      <a:pt x="662" y="2950"/>
                      <a:pt x="661" y="3016"/>
                    </a:cubicBezTo>
                    <a:cubicBezTo>
                      <a:pt x="659" y="3337"/>
                      <a:pt x="655" y="3658"/>
                      <a:pt x="649" y="3979"/>
                    </a:cubicBezTo>
                    <a:cubicBezTo>
                      <a:pt x="580" y="3979"/>
                      <a:pt x="511" y="3979"/>
                      <a:pt x="440" y="3979"/>
                    </a:cubicBezTo>
                    <a:cubicBezTo>
                      <a:pt x="372" y="3497"/>
                      <a:pt x="303" y="3016"/>
                      <a:pt x="232" y="2520"/>
                    </a:cubicBezTo>
                    <a:cubicBezTo>
                      <a:pt x="163" y="2520"/>
                      <a:pt x="95" y="2520"/>
                      <a:pt x="24" y="2520"/>
                    </a:cubicBezTo>
                    <a:cubicBezTo>
                      <a:pt x="19" y="2225"/>
                      <a:pt x="15" y="1930"/>
                      <a:pt x="13" y="1635"/>
                    </a:cubicBezTo>
                    <a:cubicBezTo>
                      <a:pt x="12" y="1498"/>
                      <a:pt x="10" y="1360"/>
                      <a:pt x="8" y="1223"/>
                    </a:cubicBezTo>
                    <a:cubicBezTo>
                      <a:pt x="5" y="1066"/>
                      <a:pt x="4" y="908"/>
                      <a:pt x="3" y="750"/>
                    </a:cubicBezTo>
                    <a:cubicBezTo>
                      <a:pt x="2" y="701"/>
                      <a:pt x="1" y="652"/>
                      <a:pt x="0" y="601"/>
                    </a:cubicBezTo>
                    <a:cubicBezTo>
                      <a:pt x="0" y="222"/>
                      <a:pt x="0" y="222"/>
                      <a:pt x="116" y="92"/>
                    </a:cubicBezTo>
                    <a:cubicBezTo>
                      <a:pt x="240" y="16"/>
                      <a:pt x="299" y="0"/>
                      <a:pt x="440" y="20"/>
                    </a:cubicBezTo>
                    <a:close/>
                  </a:path>
                </a:pathLst>
              </a:custGeom>
              <a:solidFill>
                <a:srgbClr val="5D9EA6"/>
              </a:solidFill>
              <a:ln w="2646" cap="flat">
                <a:noFill/>
              </a:ln>
            </p:spPr>
          </p:sp>
          <p:sp>
            <p:nvSpPr>
              <p:cNvPr id="2350" name="ICON_C_WINDOWS_GRAPHIC_path_322"/>
              <p:cNvSpPr/>
              <p:nvPr/>
            </p:nvSpPr>
            <p:spPr>
              <a:xfrm>
                <a:off x="6540500" y="7490354"/>
                <a:ext cx="13229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2917" fill="norm" stroke="0">
                    <a:moveTo>
                      <a:pt x="0" y="0"/>
                    </a:moveTo>
                    <a:cubicBezTo>
                      <a:pt x="172" y="34"/>
                      <a:pt x="172" y="34"/>
                      <a:pt x="1042" y="208"/>
                    </a:cubicBezTo>
                    <a:cubicBezTo>
                      <a:pt x="1042" y="1102"/>
                      <a:pt x="1042" y="1996"/>
                      <a:pt x="1042" y="2917"/>
                    </a:cubicBezTo>
                    <a:cubicBezTo>
                      <a:pt x="973" y="2917"/>
                      <a:pt x="904" y="2917"/>
                      <a:pt x="833" y="2917"/>
                    </a:cubicBezTo>
                    <a:cubicBezTo>
                      <a:pt x="765" y="2367"/>
                      <a:pt x="696" y="1817"/>
                      <a:pt x="625" y="1250"/>
                    </a:cubicBezTo>
                    <a:cubicBezTo>
                      <a:pt x="556" y="1284"/>
                      <a:pt x="556" y="1284"/>
                      <a:pt x="208" y="1458"/>
                    </a:cubicBezTo>
                    <a:cubicBezTo>
                      <a:pt x="140" y="977"/>
                      <a:pt x="71" y="496"/>
                      <a:pt x="0" y="0"/>
                    </a:cubicBezTo>
                    <a:close/>
                  </a:path>
                </a:pathLst>
              </a:custGeom>
              <a:solidFill>
                <a:srgbClr val="B8CCD4"/>
              </a:solidFill>
              <a:ln w="2646" cap="flat">
                <a:noFill/>
              </a:ln>
            </p:spPr>
          </p:sp>
          <p:sp>
            <p:nvSpPr>
              <p:cNvPr id="2351" name="ICON_C_WINDOWS_GRAPHIC_path_323"/>
              <p:cNvSpPr/>
              <p:nvPr/>
            </p:nvSpPr>
            <p:spPr>
              <a:xfrm>
                <a:off x="6173973" y="7466087"/>
                <a:ext cx="17277" cy="26913"/>
              </a:xfrm>
              <a:custGeom>
                <a:avLst/>
                <a:gdLst/>
                <a:ahLst/>
                <a:cxnLst/>
                <a:rect l="0" t="0" r="r" b="b"/>
                <a:pathLst>
                  <a:path w="1360" h="2119" fill="norm" stroke="0">
                    <a:moveTo>
                      <a:pt x="1152" y="36"/>
                    </a:moveTo>
                    <a:cubicBezTo>
                      <a:pt x="1221" y="380"/>
                      <a:pt x="1290" y="723"/>
                      <a:pt x="1360" y="1077"/>
                    </a:cubicBezTo>
                    <a:cubicBezTo>
                      <a:pt x="1154" y="1077"/>
                      <a:pt x="948" y="1077"/>
                      <a:pt x="735" y="1077"/>
                    </a:cubicBezTo>
                    <a:cubicBezTo>
                      <a:pt x="735" y="1421"/>
                      <a:pt x="735" y="1765"/>
                      <a:pt x="735" y="2119"/>
                    </a:cubicBezTo>
                    <a:cubicBezTo>
                      <a:pt x="529" y="2119"/>
                      <a:pt x="323" y="2119"/>
                      <a:pt x="110" y="2119"/>
                    </a:cubicBezTo>
                    <a:cubicBezTo>
                      <a:pt x="0" y="893"/>
                      <a:pt x="0" y="893"/>
                      <a:pt x="397" y="374"/>
                    </a:cubicBezTo>
                    <a:cubicBezTo>
                      <a:pt x="423" y="340"/>
                      <a:pt x="449" y="305"/>
                      <a:pt x="476" y="269"/>
                    </a:cubicBezTo>
                    <a:cubicBezTo>
                      <a:pt x="708" y="0"/>
                      <a:pt x="733" y="36"/>
                      <a:pt x="1152" y="36"/>
                    </a:cubicBezTo>
                    <a:close/>
                  </a:path>
                </a:pathLst>
              </a:custGeom>
              <a:solidFill>
                <a:srgbClr val="ADA9C0"/>
              </a:solidFill>
              <a:ln w="2646" cap="flat">
                <a:noFill/>
              </a:ln>
            </p:spPr>
          </p:sp>
          <p:sp>
            <p:nvSpPr>
              <p:cNvPr id="2352" name="ICON_C_WINDOWS_GRAPHIC_path_324"/>
              <p:cNvSpPr/>
              <p:nvPr/>
            </p:nvSpPr>
            <p:spPr>
              <a:xfrm>
                <a:off x="6397625" y="7448021"/>
                <a:ext cx="39688" cy="16444"/>
              </a:xfrm>
              <a:custGeom>
                <a:avLst/>
                <a:gdLst/>
                <a:ahLst/>
                <a:cxnLst/>
                <a:rect l="0" t="0" r="r" b="b"/>
                <a:pathLst>
                  <a:path w="3125" h="1295" fill="norm" stroke="0">
                    <a:moveTo>
                      <a:pt x="2917" y="0"/>
                    </a:moveTo>
                    <a:cubicBezTo>
                      <a:pt x="3026" y="138"/>
                      <a:pt x="3097" y="239"/>
                      <a:pt x="3125" y="417"/>
                    </a:cubicBezTo>
                    <a:cubicBezTo>
                      <a:pt x="3092" y="538"/>
                      <a:pt x="3036" y="636"/>
                      <a:pt x="2969" y="742"/>
                    </a:cubicBezTo>
                    <a:cubicBezTo>
                      <a:pt x="2953" y="769"/>
                      <a:pt x="2938" y="795"/>
                      <a:pt x="2922" y="822"/>
                    </a:cubicBezTo>
                    <a:cubicBezTo>
                      <a:pt x="2746" y="1073"/>
                      <a:pt x="2477" y="1170"/>
                      <a:pt x="2187" y="1234"/>
                    </a:cubicBezTo>
                    <a:cubicBezTo>
                      <a:pt x="1798" y="1295"/>
                      <a:pt x="1395" y="1270"/>
                      <a:pt x="1002" y="1263"/>
                    </a:cubicBezTo>
                    <a:cubicBezTo>
                      <a:pt x="905" y="1262"/>
                      <a:pt x="808" y="1261"/>
                      <a:pt x="710" y="1260"/>
                    </a:cubicBezTo>
                    <a:cubicBezTo>
                      <a:pt x="473" y="1258"/>
                      <a:pt x="237" y="1254"/>
                      <a:pt x="0" y="1250"/>
                    </a:cubicBezTo>
                    <a:cubicBezTo>
                      <a:pt x="16" y="1025"/>
                      <a:pt x="38" y="789"/>
                      <a:pt x="208" y="625"/>
                    </a:cubicBezTo>
                    <a:cubicBezTo>
                      <a:pt x="563" y="511"/>
                      <a:pt x="1002" y="605"/>
                      <a:pt x="1366" y="638"/>
                    </a:cubicBezTo>
                    <a:cubicBezTo>
                      <a:pt x="2216" y="708"/>
                      <a:pt x="2216" y="708"/>
                      <a:pt x="2498" y="486"/>
                    </a:cubicBezTo>
                    <a:cubicBezTo>
                      <a:pt x="2656" y="338"/>
                      <a:pt x="2792" y="176"/>
                      <a:pt x="2917" y="0"/>
                    </a:cubicBezTo>
                    <a:close/>
                  </a:path>
                </a:pathLst>
              </a:custGeom>
              <a:solidFill>
                <a:srgbClr val="95ADBA"/>
              </a:solidFill>
              <a:ln w="2646" cap="flat">
                <a:noFill/>
              </a:ln>
            </p:spPr>
          </p:sp>
          <p:sp>
            <p:nvSpPr>
              <p:cNvPr id="2353" name="ICON_C_WINDOWS_GRAPHIC_path_325"/>
              <p:cNvSpPr/>
              <p:nvPr/>
            </p:nvSpPr>
            <p:spPr>
              <a:xfrm>
                <a:off x="6071669" y="7403042"/>
                <a:ext cx="14740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1161" h="4583" fill="norm" stroke="0">
                    <a:moveTo>
                      <a:pt x="249" y="0"/>
                    </a:moveTo>
                    <a:cubicBezTo>
                      <a:pt x="455" y="0"/>
                      <a:pt x="662" y="0"/>
                      <a:pt x="874" y="0"/>
                    </a:cubicBezTo>
                    <a:cubicBezTo>
                      <a:pt x="916" y="454"/>
                      <a:pt x="954" y="909"/>
                      <a:pt x="988" y="1364"/>
                    </a:cubicBezTo>
                    <a:cubicBezTo>
                      <a:pt x="1004" y="1575"/>
                      <a:pt x="1021" y="1786"/>
                      <a:pt x="1041" y="1997"/>
                    </a:cubicBezTo>
                    <a:cubicBezTo>
                      <a:pt x="1060" y="2201"/>
                      <a:pt x="1076" y="2405"/>
                      <a:pt x="1089" y="2609"/>
                    </a:cubicBezTo>
                    <a:cubicBezTo>
                      <a:pt x="1095" y="2687"/>
                      <a:pt x="1102" y="2764"/>
                      <a:pt x="1110" y="2842"/>
                    </a:cubicBezTo>
                    <a:cubicBezTo>
                      <a:pt x="1161" y="3337"/>
                      <a:pt x="1161" y="3337"/>
                      <a:pt x="1082" y="3542"/>
                    </a:cubicBezTo>
                    <a:cubicBezTo>
                      <a:pt x="934" y="3720"/>
                      <a:pt x="733" y="3817"/>
                      <a:pt x="528" y="3918"/>
                    </a:cubicBezTo>
                    <a:cubicBezTo>
                      <a:pt x="376" y="4005"/>
                      <a:pt x="293" y="4147"/>
                      <a:pt x="210" y="4297"/>
                    </a:cubicBezTo>
                    <a:cubicBezTo>
                      <a:pt x="193" y="4325"/>
                      <a:pt x="176" y="4353"/>
                      <a:pt x="158" y="4381"/>
                    </a:cubicBezTo>
                    <a:cubicBezTo>
                      <a:pt x="118" y="4448"/>
                      <a:pt x="79" y="4516"/>
                      <a:pt x="41" y="4583"/>
                    </a:cubicBezTo>
                    <a:cubicBezTo>
                      <a:pt x="29" y="4419"/>
                      <a:pt x="21" y="4254"/>
                      <a:pt x="15" y="4089"/>
                    </a:cubicBezTo>
                    <a:cubicBezTo>
                      <a:pt x="11" y="4042"/>
                      <a:pt x="8" y="3996"/>
                      <a:pt x="4" y="3949"/>
                    </a:cubicBezTo>
                    <a:cubicBezTo>
                      <a:pt x="0" y="3802"/>
                      <a:pt x="6" y="3684"/>
                      <a:pt x="41" y="3542"/>
                    </a:cubicBezTo>
                    <a:cubicBezTo>
                      <a:pt x="132" y="3448"/>
                      <a:pt x="132" y="3448"/>
                      <a:pt x="245" y="3359"/>
                    </a:cubicBezTo>
                    <a:cubicBezTo>
                      <a:pt x="526" y="3106"/>
                      <a:pt x="537" y="2811"/>
                      <a:pt x="558" y="2454"/>
                    </a:cubicBezTo>
                    <a:cubicBezTo>
                      <a:pt x="563" y="2389"/>
                      <a:pt x="569" y="2325"/>
                      <a:pt x="574" y="2261"/>
                    </a:cubicBezTo>
                    <a:cubicBezTo>
                      <a:pt x="584" y="2127"/>
                      <a:pt x="593" y="1993"/>
                      <a:pt x="601" y="1859"/>
                    </a:cubicBezTo>
                    <a:cubicBezTo>
                      <a:pt x="611" y="1687"/>
                      <a:pt x="625" y="1516"/>
                      <a:pt x="640" y="1345"/>
                    </a:cubicBezTo>
                    <a:cubicBezTo>
                      <a:pt x="651" y="1212"/>
                      <a:pt x="660" y="1080"/>
                      <a:pt x="669" y="947"/>
                    </a:cubicBezTo>
                    <a:cubicBezTo>
                      <a:pt x="673" y="884"/>
                      <a:pt x="678" y="821"/>
                      <a:pt x="684" y="758"/>
                    </a:cubicBezTo>
                    <a:cubicBezTo>
                      <a:pt x="700" y="570"/>
                      <a:pt x="712" y="393"/>
                      <a:pt x="666" y="208"/>
                    </a:cubicBezTo>
                    <a:cubicBezTo>
                      <a:pt x="530" y="84"/>
                      <a:pt x="429" y="55"/>
                      <a:pt x="249" y="0"/>
                    </a:cubicBezTo>
                    <a:close/>
                  </a:path>
                </a:pathLst>
              </a:custGeom>
              <a:solidFill>
                <a:srgbClr val="C89BB5"/>
              </a:solidFill>
              <a:ln w="2646" cap="flat">
                <a:noFill/>
              </a:ln>
            </p:spPr>
          </p:sp>
          <p:sp>
            <p:nvSpPr>
              <p:cNvPr id="2354" name="ICON_C_WINDOWS_GRAPHIC_path_326"/>
              <p:cNvSpPr/>
              <p:nvPr/>
            </p:nvSpPr>
            <p:spPr>
              <a:xfrm>
                <a:off x="5578242" y="7426854"/>
                <a:ext cx="12404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977" h="2708" fill="norm" stroke="0">
                    <a:moveTo>
                      <a:pt x="143" y="0"/>
                    </a:moveTo>
                    <a:cubicBezTo>
                      <a:pt x="212" y="206"/>
                      <a:pt x="281" y="413"/>
                      <a:pt x="352" y="625"/>
                    </a:cubicBezTo>
                    <a:cubicBezTo>
                      <a:pt x="558" y="556"/>
                      <a:pt x="764" y="487"/>
                      <a:pt x="977" y="417"/>
                    </a:cubicBezTo>
                    <a:cubicBezTo>
                      <a:pt x="908" y="1173"/>
                      <a:pt x="839" y="1929"/>
                      <a:pt x="768" y="2708"/>
                    </a:cubicBezTo>
                    <a:cubicBezTo>
                      <a:pt x="631" y="2708"/>
                      <a:pt x="493" y="2708"/>
                      <a:pt x="352" y="2708"/>
                    </a:cubicBezTo>
                    <a:cubicBezTo>
                      <a:pt x="0" y="2304"/>
                      <a:pt x="121" y="1496"/>
                      <a:pt x="130" y="1003"/>
                    </a:cubicBezTo>
                    <a:cubicBezTo>
                      <a:pt x="131" y="905"/>
                      <a:pt x="132" y="808"/>
                      <a:pt x="133" y="710"/>
                    </a:cubicBezTo>
                    <a:cubicBezTo>
                      <a:pt x="135" y="473"/>
                      <a:pt x="139" y="237"/>
                      <a:pt x="143" y="0"/>
                    </a:cubicBezTo>
                    <a:close/>
                  </a:path>
                </a:pathLst>
              </a:custGeom>
              <a:solidFill>
                <a:srgbClr val="C8D8F5"/>
              </a:solidFill>
              <a:ln w="2646" cap="flat">
                <a:noFill/>
              </a:ln>
            </p:spPr>
          </p:sp>
          <p:sp>
            <p:nvSpPr>
              <p:cNvPr id="2355" name="ICON_C_WINDOWS_GRAPHIC_path_327"/>
              <p:cNvSpPr/>
              <p:nvPr/>
            </p:nvSpPr>
            <p:spPr>
              <a:xfrm>
                <a:off x="5317004" y="7433824"/>
                <a:ext cx="22288" cy="27427"/>
              </a:xfrm>
              <a:custGeom>
                <a:avLst/>
                <a:gdLst/>
                <a:ahLst/>
                <a:cxnLst/>
                <a:rect l="0" t="0" r="r" b="b"/>
                <a:pathLst>
                  <a:path w="1755" h="2160" fill="norm" stroke="0">
                    <a:moveTo>
                      <a:pt x="1130" y="80"/>
                    </a:moveTo>
                    <a:cubicBezTo>
                      <a:pt x="1346" y="134"/>
                      <a:pt x="1548" y="202"/>
                      <a:pt x="1755" y="285"/>
                    </a:cubicBezTo>
                    <a:cubicBezTo>
                      <a:pt x="1755" y="491"/>
                      <a:pt x="1755" y="697"/>
                      <a:pt x="1755" y="910"/>
                    </a:cubicBezTo>
                    <a:cubicBezTo>
                      <a:pt x="1583" y="841"/>
                      <a:pt x="1583" y="841"/>
                      <a:pt x="713" y="493"/>
                    </a:cubicBezTo>
                    <a:cubicBezTo>
                      <a:pt x="782" y="974"/>
                      <a:pt x="851" y="1455"/>
                      <a:pt x="922" y="1951"/>
                    </a:cubicBezTo>
                    <a:cubicBezTo>
                      <a:pt x="715" y="2020"/>
                      <a:pt x="509" y="2089"/>
                      <a:pt x="297" y="2160"/>
                    </a:cubicBezTo>
                    <a:cubicBezTo>
                      <a:pt x="126" y="1677"/>
                      <a:pt x="0" y="1221"/>
                      <a:pt x="209" y="735"/>
                    </a:cubicBezTo>
                    <a:cubicBezTo>
                      <a:pt x="411" y="314"/>
                      <a:pt x="619" y="0"/>
                      <a:pt x="1130" y="80"/>
                    </a:cubicBezTo>
                    <a:close/>
                  </a:path>
                </a:pathLst>
              </a:custGeom>
              <a:solidFill>
                <a:srgbClr val="EBEAF1"/>
              </a:solidFill>
              <a:ln w="2646" cap="flat">
                <a:noFill/>
              </a:ln>
            </p:spPr>
          </p:sp>
          <p:sp>
            <p:nvSpPr>
              <p:cNvPr id="2356" name="ICON_C_WINDOWS_GRAPHIC_path_328"/>
              <p:cNvSpPr/>
              <p:nvPr/>
            </p:nvSpPr>
            <p:spPr>
              <a:xfrm>
                <a:off x="5375291" y="7426635"/>
                <a:ext cx="12269" cy="35184"/>
              </a:xfrm>
              <a:custGeom>
                <a:avLst/>
                <a:gdLst/>
                <a:ahLst/>
                <a:cxnLst/>
                <a:rect l="0" t="0" r="r" b="b"/>
                <a:pathLst>
                  <a:path w="966" h="2770" fill="norm" stroke="0">
                    <a:moveTo>
                      <a:pt x="707" y="17"/>
                    </a:moveTo>
                    <a:cubicBezTo>
                      <a:pt x="821" y="0"/>
                      <a:pt x="821" y="0"/>
                      <a:pt x="915" y="17"/>
                    </a:cubicBezTo>
                    <a:cubicBezTo>
                      <a:pt x="959" y="765"/>
                      <a:pt x="966" y="1472"/>
                      <a:pt x="733" y="2192"/>
                    </a:cubicBezTo>
                    <a:cubicBezTo>
                      <a:pt x="729" y="2205"/>
                      <a:pt x="729" y="2205"/>
                      <a:pt x="708" y="2275"/>
                    </a:cubicBezTo>
                    <a:cubicBezTo>
                      <a:pt x="658" y="2439"/>
                      <a:pt x="606" y="2589"/>
                      <a:pt x="499" y="2726"/>
                    </a:cubicBezTo>
                    <a:cubicBezTo>
                      <a:pt x="351" y="2770"/>
                      <a:pt x="231" y="2759"/>
                      <a:pt x="82" y="2726"/>
                    </a:cubicBezTo>
                    <a:cubicBezTo>
                      <a:pt x="0" y="1968"/>
                      <a:pt x="74" y="1369"/>
                      <a:pt x="382" y="668"/>
                    </a:cubicBezTo>
                    <a:cubicBezTo>
                      <a:pt x="396" y="636"/>
                      <a:pt x="410" y="603"/>
                      <a:pt x="424" y="569"/>
                    </a:cubicBezTo>
                    <a:cubicBezTo>
                      <a:pt x="465" y="476"/>
                      <a:pt x="507" y="384"/>
                      <a:pt x="550" y="292"/>
                    </a:cubicBezTo>
                    <a:cubicBezTo>
                      <a:pt x="563" y="264"/>
                      <a:pt x="575" y="236"/>
                      <a:pt x="588" y="208"/>
                    </a:cubicBezTo>
                    <a:cubicBezTo>
                      <a:pt x="626" y="131"/>
                      <a:pt x="626" y="131"/>
                      <a:pt x="707" y="17"/>
                    </a:cubicBezTo>
                    <a:close/>
                  </a:path>
                </a:pathLst>
              </a:custGeom>
              <a:solidFill>
                <a:srgbClr val="D5D4E7"/>
              </a:solidFill>
              <a:ln w="2646" cap="flat">
                <a:noFill/>
              </a:ln>
            </p:spPr>
          </p:sp>
          <p:sp>
            <p:nvSpPr>
              <p:cNvPr id="2357" name="ICON_C_WINDOWS_GRAPHIC_path_329"/>
              <p:cNvSpPr/>
              <p:nvPr/>
            </p:nvSpPr>
            <p:spPr>
              <a:xfrm>
                <a:off x="5279705" y="7403042"/>
                <a:ext cx="11962" cy="52917"/>
              </a:xfrm>
              <a:custGeom>
                <a:avLst/>
                <a:gdLst/>
                <a:ahLst/>
                <a:cxnLst/>
                <a:rect l="0" t="0" r="r" b="b"/>
                <a:pathLst>
                  <a:path w="942" h="4167" fill="norm" stroke="0">
                    <a:moveTo>
                      <a:pt x="734" y="0"/>
                    </a:moveTo>
                    <a:cubicBezTo>
                      <a:pt x="802" y="0"/>
                      <a:pt x="871" y="0"/>
                      <a:pt x="942" y="0"/>
                    </a:cubicBezTo>
                    <a:cubicBezTo>
                      <a:pt x="942" y="1375"/>
                      <a:pt x="942" y="2750"/>
                      <a:pt x="942" y="4167"/>
                    </a:cubicBezTo>
                    <a:cubicBezTo>
                      <a:pt x="667" y="4029"/>
                      <a:pt x="392" y="3892"/>
                      <a:pt x="109" y="3750"/>
                    </a:cubicBezTo>
                    <a:cubicBezTo>
                      <a:pt x="0" y="3315"/>
                      <a:pt x="0" y="3315"/>
                      <a:pt x="109" y="3125"/>
                    </a:cubicBezTo>
                    <a:cubicBezTo>
                      <a:pt x="177" y="3064"/>
                      <a:pt x="246" y="3005"/>
                      <a:pt x="316" y="2946"/>
                    </a:cubicBezTo>
                    <a:cubicBezTo>
                      <a:pt x="581" y="2699"/>
                      <a:pt x="597" y="2422"/>
                      <a:pt x="611" y="2075"/>
                    </a:cubicBezTo>
                    <a:cubicBezTo>
                      <a:pt x="615" y="2015"/>
                      <a:pt x="619" y="1955"/>
                      <a:pt x="624" y="1895"/>
                    </a:cubicBezTo>
                    <a:cubicBezTo>
                      <a:pt x="634" y="1738"/>
                      <a:pt x="642" y="1581"/>
                      <a:pt x="650" y="1424"/>
                    </a:cubicBezTo>
                    <a:cubicBezTo>
                      <a:pt x="659" y="1264"/>
                      <a:pt x="669" y="1103"/>
                      <a:pt x="680" y="942"/>
                    </a:cubicBezTo>
                    <a:cubicBezTo>
                      <a:pt x="700" y="628"/>
                      <a:pt x="717" y="314"/>
                      <a:pt x="734" y="0"/>
                    </a:cubicBezTo>
                    <a:close/>
                  </a:path>
                </a:pathLst>
              </a:custGeom>
              <a:solidFill>
                <a:srgbClr val="CBC9DA"/>
              </a:solidFill>
              <a:ln w="2646" cap="flat">
                <a:noFill/>
              </a:ln>
            </p:spPr>
          </p:sp>
          <p:sp>
            <p:nvSpPr>
              <p:cNvPr id="2358" name="ICON_C_WINDOWS_GRAPHIC_path_330"/>
              <p:cNvSpPr/>
              <p:nvPr/>
            </p:nvSpPr>
            <p:spPr>
              <a:xfrm>
                <a:off x="5867625" y="7418829"/>
                <a:ext cx="9943" cy="34483"/>
              </a:xfrm>
              <a:custGeom>
                <a:avLst/>
                <a:gdLst/>
                <a:ahLst/>
                <a:cxnLst/>
                <a:rect l="0" t="0" r="r" b="b"/>
                <a:pathLst>
                  <a:path w="783" h="2715" fill="norm" stroke="0">
                    <a:moveTo>
                      <a:pt x="691" y="7"/>
                    </a:moveTo>
                    <a:cubicBezTo>
                      <a:pt x="705" y="329"/>
                      <a:pt x="716" y="651"/>
                      <a:pt x="723" y="974"/>
                    </a:cubicBezTo>
                    <a:cubicBezTo>
                      <a:pt x="726" y="1124"/>
                      <a:pt x="731" y="1273"/>
                      <a:pt x="738" y="1423"/>
                    </a:cubicBezTo>
                    <a:cubicBezTo>
                      <a:pt x="783" y="2398"/>
                      <a:pt x="783" y="2398"/>
                      <a:pt x="627" y="2582"/>
                    </a:cubicBezTo>
                    <a:cubicBezTo>
                      <a:pt x="452" y="2695"/>
                      <a:pt x="271" y="2713"/>
                      <a:pt x="66" y="2715"/>
                    </a:cubicBezTo>
                    <a:cubicBezTo>
                      <a:pt x="56" y="2424"/>
                      <a:pt x="49" y="2132"/>
                      <a:pt x="44" y="1840"/>
                    </a:cubicBezTo>
                    <a:cubicBezTo>
                      <a:pt x="42" y="1705"/>
                      <a:pt x="39" y="1570"/>
                      <a:pt x="34" y="1434"/>
                    </a:cubicBezTo>
                    <a:cubicBezTo>
                      <a:pt x="0" y="437"/>
                      <a:pt x="0" y="437"/>
                      <a:pt x="206" y="195"/>
                    </a:cubicBezTo>
                    <a:cubicBezTo>
                      <a:pt x="366" y="45"/>
                      <a:pt x="475" y="0"/>
                      <a:pt x="691" y="7"/>
                    </a:cubicBezTo>
                    <a:close/>
                  </a:path>
                </a:pathLst>
              </a:custGeom>
              <a:solidFill>
                <a:srgbClr val="FDF2FA"/>
              </a:solidFill>
              <a:ln w="2646" cap="flat">
                <a:noFill/>
              </a:ln>
            </p:spPr>
          </p:sp>
          <p:sp>
            <p:nvSpPr>
              <p:cNvPr id="2359" name="ICON_C_WINDOWS_GRAPHIC_path_331"/>
              <p:cNvSpPr/>
              <p:nvPr/>
            </p:nvSpPr>
            <p:spPr>
              <a:xfrm>
                <a:off x="5876396" y="7445375"/>
                <a:ext cx="11949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941" h="2500" fill="norm" stroke="0">
                    <a:moveTo>
                      <a:pt x="625" y="0"/>
                    </a:moveTo>
                    <a:cubicBezTo>
                      <a:pt x="941" y="842"/>
                      <a:pt x="764" y="1634"/>
                      <a:pt x="625" y="2500"/>
                    </a:cubicBezTo>
                    <a:cubicBezTo>
                      <a:pt x="419" y="2500"/>
                      <a:pt x="212" y="2500"/>
                      <a:pt x="0" y="2500"/>
                    </a:cubicBezTo>
                    <a:cubicBezTo>
                      <a:pt x="0" y="1950"/>
                      <a:pt x="0" y="1400"/>
                      <a:pt x="0" y="833"/>
                    </a:cubicBezTo>
                    <a:cubicBezTo>
                      <a:pt x="137" y="833"/>
                      <a:pt x="275" y="833"/>
                      <a:pt x="417" y="833"/>
                    </a:cubicBezTo>
                    <a:cubicBezTo>
                      <a:pt x="485" y="558"/>
                      <a:pt x="554" y="283"/>
                      <a:pt x="625" y="0"/>
                    </a:cubicBezTo>
                    <a:close/>
                  </a:path>
                </a:pathLst>
              </a:custGeom>
              <a:solidFill>
                <a:srgbClr val="AD609B"/>
              </a:solidFill>
              <a:ln w="2646" cap="flat">
                <a:noFill/>
              </a:ln>
            </p:spPr>
          </p:sp>
          <p:sp>
            <p:nvSpPr>
              <p:cNvPr id="2360" name="ICON_C_WINDOWS_GRAPHIC_path_332"/>
              <p:cNvSpPr/>
              <p:nvPr/>
            </p:nvSpPr>
            <p:spPr>
              <a:xfrm>
                <a:off x="6820958" y="7442729"/>
                <a:ext cx="22206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1749" h="2917" fill="norm" stroke="0">
                    <a:moveTo>
                      <a:pt x="1042" y="0"/>
                    </a:moveTo>
                    <a:cubicBezTo>
                      <a:pt x="1538" y="227"/>
                      <a:pt x="1538" y="227"/>
                      <a:pt x="1667" y="417"/>
                    </a:cubicBezTo>
                    <a:cubicBezTo>
                      <a:pt x="1749" y="754"/>
                      <a:pt x="1705" y="1116"/>
                      <a:pt x="1667" y="1458"/>
                    </a:cubicBezTo>
                    <a:cubicBezTo>
                      <a:pt x="1642" y="1459"/>
                      <a:pt x="1618" y="1460"/>
                      <a:pt x="1594" y="1461"/>
                    </a:cubicBezTo>
                    <a:cubicBezTo>
                      <a:pt x="1329" y="1477"/>
                      <a:pt x="1049" y="1500"/>
                      <a:pt x="833" y="1667"/>
                    </a:cubicBezTo>
                    <a:cubicBezTo>
                      <a:pt x="737" y="1877"/>
                      <a:pt x="725" y="2103"/>
                      <a:pt x="701" y="2331"/>
                    </a:cubicBezTo>
                    <a:cubicBezTo>
                      <a:pt x="657" y="2675"/>
                      <a:pt x="657" y="2675"/>
                      <a:pt x="558" y="2777"/>
                    </a:cubicBezTo>
                    <a:cubicBezTo>
                      <a:pt x="372" y="2881"/>
                      <a:pt x="219" y="2888"/>
                      <a:pt x="0" y="2917"/>
                    </a:cubicBezTo>
                    <a:cubicBezTo>
                      <a:pt x="0" y="2504"/>
                      <a:pt x="0" y="2092"/>
                      <a:pt x="0" y="1667"/>
                    </a:cubicBezTo>
                    <a:cubicBezTo>
                      <a:pt x="78" y="1979"/>
                      <a:pt x="78" y="1979"/>
                      <a:pt x="100" y="2078"/>
                    </a:cubicBezTo>
                    <a:cubicBezTo>
                      <a:pt x="122" y="2155"/>
                      <a:pt x="122" y="2155"/>
                      <a:pt x="208" y="2292"/>
                    </a:cubicBezTo>
                    <a:cubicBezTo>
                      <a:pt x="346" y="2292"/>
                      <a:pt x="483" y="2292"/>
                      <a:pt x="625" y="2292"/>
                    </a:cubicBezTo>
                    <a:cubicBezTo>
                      <a:pt x="625" y="1948"/>
                      <a:pt x="625" y="1604"/>
                      <a:pt x="625" y="1250"/>
                    </a:cubicBezTo>
                    <a:cubicBezTo>
                      <a:pt x="900" y="1250"/>
                      <a:pt x="1175" y="1250"/>
                      <a:pt x="1458" y="1250"/>
                    </a:cubicBezTo>
                    <a:cubicBezTo>
                      <a:pt x="1321" y="837"/>
                      <a:pt x="1183" y="425"/>
                      <a:pt x="1042" y="0"/>
                    </a:cubicBezTo>
                    <a:close/>
                  </a:path>
                </a:pathLst>
              </a:custGeom>
              <a:solidFill>
                <a:srgbClr val="B0AECD"/>
              </a:solidFill>
              <a:ln w="2646" cap="flat">
                <a:noFill/>
              </a:ln>
            </p:spPr>
          </p:sp>
          <p:sp>
            <p:nvSpPr>
              <p:cNvPr id="2361" name="ICON_C_WINDOWS_GRAPHIC_path_333"/>
              <p:cNvSpPr/>
              <p:nvPr/>
            </p:nvSpPr>
            <p:spPr>
              <a:xfrm>
                <a:off x="6521630" y="7447690"/>
                <a:ext cx="11239" cy="47956"/>
              </a:xfrm>
              <a:custGeom>
                <a:avLst/>
                <a:gdLst/>
                <a:ahLst/>
                <a:cxnLst/>
                <a:rect l="0" t="0" r="r" b="b"/>
                <a:pathLst>
                  <a:path w="885" h="3776" fill="norm" stroke="0">
                    <a:moveTo>
                      <a:pt x="236" y="26"/>
                    </a:moveTo>
                    <a:cubicBezTo>
                      <a:pt x="620" y="0"/>
                      <a:pt x="620" y="0"/>
                      <a:pt x="738" y="94"/>
                    </a:cubicBezTo>
                    <a:cubicBezTo>
                      <a:pt x="884" y="427"/>
                      <a:pt x="885" y="739"/>
                      <a:pt x="874" y="1094"/>
                    </a:cubicBezTo>
                    <a:cubicBezTo>
                      <a:pt x="873" y="1152"/>
                      <a:pt x="872" y="1210"/>
                      <a:pt x="871" y="1269"/>
                    </a:cubicBezTo>
                    <a:cubicBezTo>
                      <a:pt x="869" y="1410"/>
                      <a:pt x="865" y="1551"/>
                      <a:pt x="861" y="1693"/>
                    </a:cubicBezTo>
                    <a:cubicBezTo>
                      <a:pt x="723" y="1624"/>
                      <a:pt x="586" y="1555"/>
                      <a:pt x="444" y="1484"/>
                    </a:cubicBezTo>
                    <a:cubicBezTo>
                      <a:pt x="375" y="2241"/>
                      <a:pt x="307" y="2997"/>
                      <a:pt x="236" y="3776"/>
                    </a:cubicBezTo>
                    <a:cubicBezTo>
                      <a:pt x="167" y="3776"/>
                      <a:pt x="98" y="3776"/>
                      <a:pt x="27" y="3776"/>
                    </a:cubicBezTo>
                    <a:cubicBezTo>
                      <a:pt x="22" y="3441"/>
                      <a:pt x="19" y="3106"/>
                      <a:pt x="17" y="2771"/>
                    </a:cubicBezTo>
                    <a:cubicBezTo>
                      <a:pt x="16" y="2615"/>
                      <a:pt x="14" y="2459"/>
                      <a:pt x="12" y="2303"/>
                    </a:cubicBezTo>
                    <a:cubicBezTo>
                      <a:pt x="0" y="1515"/>
                      <a:pt x="37" y="794"/>
                      <a:pt x="236" y="26"/>
                    </a:cubicBezTo>
                    <a:close/>
                  </a:path>
                </a:pathLst>
              </a:custGeom>
              <a:solidFill>
                <a:srgbClr val="A4BBC5"/>
              </a:solidFill>
              <a:ln w="2646" cap="flat">
                <a:noFill/>
              </a:ln>
            </p:spPr>
          </p:sp>
          <p:sp>
            <p:nvSpPr>
              <p:cNvPr id="2362" name="ICON_C_WINDOWS_GRAPHIC_path_334"/>
              <p:cNvSpPr/>
              <p:nvPr/>
            </p:nvSpPr>
            <p:spPr>
              <a:xfrm>
                <a:off x="6156854" y="7442729"/>
                <a:ext cx="18521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1458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75"/>
                      <a:pt x="833" y="550"/>
                      <a:pt x="833" y="833"/>
                    </a:cubicBezTo>
                    <a:cubicBezTo>
                      <a:pt x="1040" y="833"/>
                      <a:pt x="1246" y="833"/>
                      <a:pt x="1458" y="833"/>
                    </a:cubicBezTo>
                    <a:cubicBezTo>
                      <a:pt x="1458" y="1040"/>
                      <a:pt x="1458" y="1246"/>
                      <a:pt x="1458" y="1458"/>
                    </a:cubicBezTo>
                    <a:cubicBezTo>
                      <a:pt x="1183" y="1458"/>
                      <a:pt x="908" y="1458"/>
                      <a:pt x="625" y="1458"/>
                    </a:cubicBezTo>
                    <a:cubicBezTo>
                      <a:pt x="625" y="1321"/>
                      <a:pt x="625" y="1183"/>
                      <a:pt x="625" y="1042"/>
                    </a:cubicBezTo>
                    <a:cubicBezTo>
                      <a:pt x="419" y="1042"/>
                      <a:pt x="212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9995B2"/>
              </a:solidFill>
              <a:ln w="2646" cap="flat">
                <a:noFill/>
              </a:ln>
            </p:spPr>
          </p:sp>
          <p:sp>
            <p:nvSpPr>
              <p:cNvPr id="2363" name="ICON_C_WINDOWS_GRAPHIC_path_335"/>
              <p:cNvSpPr/>
              <p:nvPr/>
            </p:nvSpPr>
            <p:spPr>
              <a:xfrm>
                <a:off x="6733646" y="7413538"/>
                <a:ext cx="23812" cy="39775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3132" fill="norm" stroke="0">
                    <a:moveTo>
                      <a:pt x="208" y="7"/>
                    </a:moveTo>
                    <a:cubicBezTo>
                      <a:pt x="952" y="0"/>
                      <a:pt x="952" y="0"/>
                      <a:pt x="1250" y="215"/>
                    </a:cubicBezTo>
                    <a:cubicBezTo>
                      <a:pt x="1440" y="585"/>
                      <a:pt x="1398" y="1067"/>
                      <a:pt x="1394" y="1473"/>
                    </a:cubicBezTo>
                    <a:cubicBezTo>
                      <a:pt x="1392" y="1725"/>
                      <a:pt x="1399" y="1977"/>
                      <a:pt x="1407" y="2229"/>
                    </a:cubicBezTo>
                    <a:cubicBezTo>
                      <a:pt x="1409" y="2317"/>
                      <a:pt x="1408" y="2404"/>
                      <a:pt x="1406" y="2492"/>
                    </a:cubicBezTo>
                    <a:cubicBezTo>
                      <a:pt x="1407" y="2643"/>
                      <a:pt x="1413" y="2779"/>
                      <a:pt x="1458" y="2924"/>
                    </a:cubicBezTo>
                    <a:cubicBezTo>
                      <a:pt x="1586" y="3035"/>
                      <a:pt x="1713" y="3088"/>
                      <a:pt x="1875" y="3132"/>
                    </a:cubicBezTo>
                    <a:cubicBezTo>
                      <a:pt x="1585" y="3129"/>
                      <a:pt x="1277" y="3109"/>
                      <a:pt x="1042" y="2924"/>
                    </a:cubicBezTo>
                    <a:cubicBezTo>
                      <a:pt x="877" y="2601"/>
                      <a:pt x="896" y="2202"/>
                      <a:pt x="888" y="1847"/>
                    </a:cubicBezTo>
                    <a:cubicBezTo>
                      <a:pt x="884" y="1710"/>
                      <a:pt x="875" y="1573"/>
                      <a:pt x="867" y="1436"/>
                    </a:cubicBezTo>
                    <a:cubicBezTo>
                      <a:pt x="851" y="1168"/>
                      <a:pt x="841" y="900"/>
                      <a:pt x="833" y="632"/>
                    </a:cubicBezTo>
                    <a:cubicBezTo>
                      <a:pt x="558" y="632"/>
                      <a:pt x="283" y="632"/>
                      <a:pt x="0" y="632"/>
                    </a:cubicBezTo>
                    <a:cubicBezTo>
                      <a:pt x="69" y="426"/>
                      <a:pt x="138" y="219"/>
                      <a:pt x="208" y="7"/>
                    </a:cubicBezTo>
                    <a:close/>
                  </a:path>
                </a:pathLst>
              </a:custGeom>
              <a:solidFill>
                <a:srgbClr val="D6D3E1"/>
              </a:solidFill>
              <a:ln w="2646" cap="flat">
                <a:noFill/>
              </a:ln>
            </p:spPr>
          </p:sp>
          <p:sp>
            <p:nvSpPr>
              <p:cNvPr id="2364" name="ICON_C_WINDOWS_GRAPHIC_path_336"/>
              <p:cNvSpPr/>
              <p:nvPr/>
            </p:nvSpPr>
            <p:spPr>
              <a:xfrm>
                <a:off x="6482292" y="7434792"/>
                <a:ext cx="9067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714" h="2292" fill="norm" stroke="0">
                    <a:moveTo>
                      <a:pt x="0" y="0"/>
                    </a:moveTo>
                    <a:cubicBezTo>
                      <a:pt x="206" y="69"/>
                      <a:pt x="413" y="138"/>
                      <a:pt x="625" y="208"/>
                    </a:cubicBezTo>
                    <a:cubicBezTo>
                      <a:pt x="700" y="386"/>
                      <a:pt x="714" y="450"/>
                      <a:pt x="708" y="631"/>
                    </a:cubicBezTo>
                    <a:cubicBezTo>
                      <a:pt x="709" y="672"/>
                      <a:pt x="709" y="713"/>
                      <a:pt x="710" y="755"/>
                    </a:cubicBezTo>
                    <a:cubicBezTo>
                      <a:pt x="710" y="841"/>
                      <a:pt x="709" y="928"/>
                      <a:pt x="706" y="1014"/>
                    </a:cubicBezTo>
                    <a:cubicBezTo>
                      <a:pt x="703" y="1146"/>
                      <a:pt x="706" y="1277"/>
                      <a:pt x="710" y="1409"/>
                    </a:cubicBezTo>
                    <a:cubicBezTo>
                      <a:pt x="710" y="1492"/>
                      <a:pt x="709" y="1576"/>
                      <a:pt x="708" y="1660"/>
                    </a:cubicBezTo>
                    <a:cubicBezTo>
                      <a:pt x="709" y="1699"/>
                      <a:pt x="711" y="1739"/>
                      <a:pt x="712" y="1779"/>
                    </a:cubicBezTo>
                    <a:cubicBezTo>
                      <a:pt x="706" y="1891"/>
                      <a:pt x="706" y="1891"/>
                      <a:pt x="625" y="2083"/>
                    </a:cubicBezTo>
                    <a:cubicBezTo>
                      <a:pt x="419" y="2152"/>
                      <a:pt x="212" y="2221"/>
                      <a:pt x="0" y="2292"/>
                    </a:cubicBezTo>
                    <a:cubicBezTo>
                      <a:pt x="0" y="1535"/>
                      <a:pt x="0" y="779"/>
                      <a:pt x="0" y="0"/>
                    </a:cubicBezTo>
                    <a:close/>
                  </a:path>
                </a:pathLst>
              </a:custGeom>
              <a:solidFill>
                <a:srgbClr val="829DAD"/>
              </a:solidFill>
              <a:ln w="2646" cap="flat">
                <a:noFill/>
              </a:ln>
            </p:spPr>
          </p:sp>
          <p:sp>
            <p:nvSpPr>
              <p:cNvPr id="2365" name="ICON_C_WINDOWS_GRAPHIC_path_337"/>
              <p:cNvSpPr/>
              <p:nvPr/>
            </p:nvSpPr>
            <p:spPr>
              <a:xfrm>
                <a:off x="5278136" y="7397750"/>
                <a:ext cx="8914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702" h="2292" fill="norm" stroke="0">
                    <a:moveTo>
                      <a:pt x="232" y="0"/>
                    </a:moveTo>
                    <a:cubicBezTo>
                      <a:pt x="437" y="130"/>
                      <a:pt x="616" y="272"/>
                      <a:pt x="671" y="516"/>
                    </a:cubicBezTo>
                    <a:cubicBezTo>
                      <a:pt x="702" y="804"/>
                      <a:pt x="687" y="1092"/>
                      <a:pt x="675" y="1380"/>
                    </a:cubicBezTo>
                    <a:cubicBezTo>
                      <a:pt x="673" y="1469"/>
                      <a:pt x="671" y="1557"/>
                      <a:pt x="669" y="1645"/>
                    </a:cubicBezTo>
                    <a:cubicBezTo>
                      <a:pt x="665" y="1861"/>
                      <a:pt x="657" y="2076"/>
                      <a:pt x="649" y="2292"/>
                    </a:cubicBezTo>
                    <a:cubicBezTo>
                      <a:pt x="442" y="2292"/>
                      <a:pt x="236" y="2292"/>
                      <a:pt x="24" y="2292"/>
                    </a:cubicBezTo>
                    <a:cubicBezTo>
                      <a:pt x="19" y="1999"/>
                      <a:pt x="15" y="1706"/>
                      <a:pt x="12" y="1413"/>
                    </a:cubicBezTo>
                    <a:cubicBezTo>
                      <a:pt x="11" y="1313"/>
                      <a:pt x="10" y="1214"/>
                      <a:pt x="8" y="1114"/>
                    </a:cubicBezTo>
                    <a:cubicBezTo>
                      <a:pt x="5" y="971"/>
                      <a:pt x="4" y="828"/>
                      <a:pt x="3" y="684"/>
                    </a:cubicBezTo>
                    <a:cubicBezTo>
                      <a:pt x="2" y="640"/>
                      <a:pt x="1" y="595"/>
                      <a:pt x="0" y="550"/>
                    </a:cubicBezTo>
                    <a:cubicBezTo>
                      <a:pt x="0" y="205"/>
                      <a:pt x="0" y="205"/>
                      <a:pt x="129" y="74"/>
                    </a:cubicBezTo>
                    <a:cubicBezTo>
                      <a:pt x="163" y="50"/>
                      <a:pt x="197" y="25"/>
                      <a:pt x="232" y="0"/>
                    </a:cubicBezTo>
                    <a:close/>
                  </a:path>
                </a:pathLst>
              </a:custGeom>
              <a:solidFill>
                <a:srgbClr val="A09AB7"/>
              </a:solidFill>
              <a:ln w="2646" cap="flat">
                <a:noFill/>
              </a:ln>
            </p:spPr>
          </p:sp>
          <p:sp>
            <p:nvSpPr>
              <p:cNvPr id="2366" name="ICON_C_WINDOWS_GRAPHIC_path_338"/>
              <p:cNvSpPr/>
              <p:nvPr/>
            </p:nvSpPr>
            <p:spPr>
              <a:xfrm>
                <a:off x="6593114" y="7357922"/>
                <a:ext cx="8599" cy="50411"/>
              </a:xfrm>
              <a:custGeom>
                <a:avLst/>
                <a:gdLst/>
                <a:ahLst/>
                <a:cxnLst/>
                <a:rect l="0" t="0" r="r" b="b"/>
                <a:pathLst>
                  <a:path w="677" h="3969" fill="norm" stroke="0">
                    <a:moveTo>
                      <a:pt x="344" y="0"/>
                    </a:moveTo>
                    <a:cubicBezTo>
                      <a:pt x="376" y="4"/>
                      <a:pt x="407" y="7"/>
                      <a:pt x="440" y="11"/>
                    </a:cubicBezTo>
                    <a:cubicBezTo>
                      <a:pt x="623" y="1336"/>
                      <a:pt x="677" y="2633"/>
                      <a:pt x="649" y="3969"/>
                    </a:cubicBezTo>
                    <a:cubicBezTo>
                      <a:pt x="580" y="3969"/>
                      <a:pt x="511" y="3969"/>
                      <a:pt x="440" y="3969"/>
                    </a:cubicBezTo>
                    <a:cubicBezTo>
                      <a:pt x="372" y="3488"/>
                      <a:pt x="303" y="3007"/>
                      <a:pt x="232" y="2511"/>
                    </a:cubicBezTo>
                    <a:cubicBezTo>
                      <a:pt x="163" y="2511"/>
                      <a:pt x="95" y="2511"/>
                      <a:pt x="24" y="2511"/>
                    </a:cubicBezTo>
                    <a:cubicBezTo>
                      <a:pt x="19" y="2222"/>
                      <a:pt x="15" y="1933"/>
                      <a:pt x="12" y="1644"/>
                    </a:cubicBezTo>
                    <a:cubicBezTo>
                      <a:pt x="11" y="1546"/>
                      <a:pt x="10" y="1447"/>
                      <a:pt x="8" y="1349"/>
                    </a:cubicBezTo>
                    <a:cubicBezTo>
                      <a:pt x="6" y="1207"/>
                      <a:pt x="4" y="1066"/>
                      <a:pt x="4" y="924"/>
                    </a:cubicBezTo>
                    <a:cubicBezTo>
                      <a:pt x="2" y="881"/>
                      <a:pt x="1" y="837"/>
                      <a:pt x="0" y="793"/>
                    </a:cubicBezTo>
                    <a:cubicBezTo>
                      <a:pt x="0" y="539"/>
                      <a:pt x="23" y="32"/>
                      <a:pt x="344" y="0"/>
                    </a:cubicBezTo>
                    <a:close/>
                  </a:path>
                </a:pathLst>
              </a:custGeom>
              <a:solidFill>
                <a:srgbClr val="67A9AD"/>
              </a:solidFill>
              <a:ln w="2646" cap="flat">
                <a:noFill/>
              </a:ln>
            </p:spPr>
          </p:sp>
          <p:sp>
            <p:nvSpPr>
              <p:cNvPr id="2367" name="ICON_C_WINDOWS_GRAPHIC_path_339"/>
              <p:cNvSpPr/>
              <p:nvPr/>
            </p:nvSpPr>
            <p:spPr>
              <a:xfrm>
                <a:off x="6614583" y="7476798"/>
                <a:ext cx="21167" cy="32078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2526" fill="norm" stroke="0">
                    <a:moveTo>
                      <a:pt x="1199" y="5"/>
                    </a:moveTo>
                    <a:cubicBezTo>
                      <a:pt x="1226" y="6"/>
                      <a:pt x="1254" y="7"/>
                      <a:pt x="1282" y="7"/>
                    </a:cubicBezTo>
                    <a:cubicBezTo>
                      <a:pt x="1296" y="8"/>
                      <a:pt x="1296" y="8"/>
                      <a:pt x="1367" y="13"/>
                    </a:cubicBezTo>
                    <a:cubicBezTo>
                      <a:pt x="1396" y="14"/>
                      <a:pt x="1425" y="15"/>
                      <a:pt x="1455" y="16"/>
                    </a:cubicBezTo>
                    <a:cubicBezTo>
                      <a:pt x="1525" y="18"/>
                      <a:pt x="1596" y="22"/>
                      <a:pt x="1667" y="26"/>
                    </a:cubicBezTo>
                    <a:cubicBezTo>
                      <a:pt x="1667" y="163"/>
                      <a:pt x="1667" y="301"/>
                      <a:pt x="1667" y="442"/>
                    </a:cubicBezTo>
                    <a:cubicBezTo>
                      <a:pt x="1529" y="442"/>
                      <a:pt x="1392" y="442"/>
                      <a:pt x="1250" y="442"/>
                    </a:cubicBezTo>
                    <a:cubicBezTo>
                      <a:pt x="1250" y="992"/>
                      <a:pt x="1250" y="1543"/>
                      <a:pt x="1250" y="2109"/>
                    </a:cubicBezTo>
                    <a:cubicBezTo>
                      <a:pt x="1113" y="2109"/>
                      <a:pt x="975" y="2109"/>
                      <a:pt x="833" y="2109"/>
                    </a:cubicBezTo>
                    <a:cubicBezTo>
                      <a:pt x="833" y="2247"/>
                      <a:pt x="833" y="2384"/>
                      <a:pt x="833" y="2526"/>
                    </a:cubicBezTo>
                    <a:cubicBezTo>
                      <a:pt x="558" y="2457"/>
                      <a:pt x="283" y="2388"/>
                      <a:pt x="0" y="2317"/>
                    </a:cubicBezTo>
                    <a:cubicBezTo>
                      <a:pt x="100" y="2266"/>
                      <a:pt x="201" y="2215"/>
                      <a:pt x="304" y="2162"/>
                    </a:cubicBezTo>
                    <a:cubicBezTo>
                      <a:pt x="497" y="2045"/>
                      <a:pt x="632" y="1937"/>
                      <a:pt x="693" y="1714"/>
                    </a:cubicBezTo>
                    <a:cubicBezTo>
                      <a:pt x="733" y="1495"/>
                      <a:pt x="745" y="1276"/>
                      <a:pt x="755" y="1054"/>
                    </a:cubicBezTo>
                    <a:cubicBezTo>
                      <a:pt x="763" y="940"/>
                      <a:pt x="771" y="826"/>
                      <a:pt x="781" y="712"/>
                    </a:cubicBezTo>
                    <a:cubicBezTo>
                      <a:pt x="786" y="642"/>
                      <a:pt x="791" y="572"/>
                      <a:pt x="794" y="501"/>
                    </a:cubicBezTo>
                    <a:cubicBezTo>
                      <a:pt x="805" y="340"/>
                      <a:pt x="818" y="229"/>
                      <a:pt x="930" y="108"/>
                    </a:cubicBezTo>
                    <a:cubicBezTo>
                      <a:pt x="1076" y="0"/>
                      <a:pt x="1076" y="0"/>
                      <a:pt x="1199" y="5"/>
                    </a:cubicBezTo>
                    <a:close/>
                  </a:path>
                </a:pathLst>
              </a:custGeom>
              <a:solidFill>
                <a:srgbClr val="D8D6E4"/>
              </a:solidFill>
              <a:ln w="2646" cap="flat">
                <a:noFill/>
              </a:ln>
            </p:spPr>
          </p:sp>
          <p:sp>
            <p:nvSpPr>
              <p:cNvPr id="2368" name="ICON_C_WINDOWS_GRAPHIC_path_340"/>
              <p:cNvSpPr/>
              <p:nvPr/>
            </p:nvSpPr>
            <p:spPr>
              <a:xfrm>
                <a:off x="5767917" y="7471833"/>
                <a:ext cx="10583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3125" fill="norm" stroke="0">
                    <a:moveTo>
                      <a:pt x="208" y="0"/>
                    </a:moveTo>
                    <a:cubicBezTo>
                      <a:pt x="415" y="0"/>
                      <a:pt x="621" y="0"/>
                      <a:pt x="833" y="0"/>
                    </a:cubicBezTo>
                    <a:cubicBezTo>
                      <a:pt x="833" y="1031"/>
                      <a:pt x="833" y="2062"/>
                      <a:pt x="833" y="3125"/>
                    </a:cubicBezTo>
                    <a:cubicBezTo>
                      <a:pt x="765" y="3125"/>
                      <a:pt x="696" y="3125"/>
                      <a:pt x="625" y="3125"/>
                    </a:cubicBezTo>
                    <a:cubicBezTo>
                      <a:pt x="556" y="2575"/>
                      <a:pt x="487" y="2025"/>
                      <a:pt x="417" y="1458"/>
                    </a:cubicBezTo>
                    <a:cubicBezTo>
                      <a:pt x="348" y="1493"/>
                      <a:pt x="348" y="1493"/>
                      <a:pt x="0" y="1667"/>
                    </a:cubicBezTo>
                    <a:cubicBezTo>
                      <a:pt x="69" y="1117"/>
                      <a:pt x="137" y="567"/>
                      <a:pt x="208" y="0"/>
                    </a:cubicBezTo>
                    <a:close/>
                  </a:path>
                </a:pathLst>
              </a:custGeom>
              <a:solidFill>
                <a:srgbClr val="E8E5EF"/>
              </a:solidFill>
              <a:ln w="2646" cap="flat">
                <a:noFill/>
              </a:ln>
            </p:spPr>
          </p:sp>
          <p:sp>
            <p:nvSpPr>
              <p:cNvPr id="2369" name="ICON_C_WINDOWS_GRAPHIC_path_341"/>
              <p:cNvSpPr/>
              <p:nvPr/>
            </p:nvSpPr>
            <p:spPr>
              <a:xfrm>
                <a:off x="5645571" y="7474479"/>
                <a:ext cx="11221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884" h="2500" fill="norm" stroke="0">
                    <a:moveTo>
                      <a:pt x="50" y="0"/>
                    </a:moveTo>
                    <a:cubicBezTo>
                      <a:pt x="325" y="69"/>
                      <a:pt x="600" y="138"/>
                      <a:pt x="884" y="208"/>
                    </a:cubicBezTo>
                    <a:cubicBezTo>
                      <a:pt x="884" y="415"/>
                      <a:pt x="884" y="621"/>
                      <a:pt x="884" y="833"/>
                    </a:cubicBezTo>
                    <a:cubicBezTo>
                      <a:pt x="746" y="833"/>
                      <a:pt x="609" y="833"/>
                      <a:pt x="467" y="833"/>
                    </a:cubicBezTo>
                    <a:cubicBezTo>
                      <a:pt x="467" y="1383"/>
                      <a:pt x="467" y="1933"/>
                      <a:pt x="467" y="2500"/>
                    </a:cubicBezTo>
                    <a:cubicBezTo>
                      <a:pt x="50" y="2292"/>
                      <a:pt x="50" y="2292"/>
                      <a:pt x="0" y="2180"/>
                    </a:cubicBezTo>
                    <a:cubicBezTo>
                      <a:pt x="1" y="2139"/>
                      <a:pt x="2" y="2099"/>
                      <a:pt x="3" y="2058"/>
                    </a:cubicBezTo>
                    <a:cubicBezTo>
                      <a:pt x="3" y="2012"/>
                      <a:pt x="3" y="1966"/>
                      <a:pt x="3" y="1919"/>
                    </a:cubicBezTo>
                    <a:cubicBezTo>
                      <a:pt x="5" y="1870"/>
                      <a:pt x="7" y="1821"/>
                      <a:pt x="10" y="1770"/>
                    </a:cubicBezTo>
                    <a:cubicBezTo>
                      <a:pt x="10" y="1719"/>
                      <a:pt x="11" y="1669"/>
                      <a:pt x="11" y="1617"/>
                    </a:cubicBezTo>
                    <a:cubicBezTo>
                      <a:pt x="13" y="1483"/>
                      <a:pt x="17" y="1349"/>
                      <a:pt x="22" y="1215"/>
                    </a:cubicBezTo>
                    <a:cubicBezTo>
                      <a:pt x="26" y="1078"/>
                      <a:pt x="28" y="941"/>
                      <a:pt x="30" y="804"/>
                    </a:cubicBezTo>
                    <a:cubicBezTo>
                      <a:pt x="34" y="536"/>
                      <a:pt x="42" y="268"/>
                      <a:pt x="50" y="0"/>
                    </a:cubicBezTo>
                    <a:close/>
                  </a:path>
                </a:pathLst>
              </a:custGeom>
              <a:solidFill>
                <a:srgbClr val="D3CDDB"/>
              </a:solidFill>
              <a:ln w="2646" cap="flat">
                <a:noFill/>
              </a:ln>
            </p:spPr>
          </p:sp>
          <p:sp>
            <p:nvSpPr>
              <p:cNvPr id="2370" name="ICON_C_WINDOWS_GRAPHIC_path_342"/>
              <p:cNvSpPr/>
              <p:nvPr/>
            </p:nvSpPr>
            <p:spPr>
              <a:xfrm>
                <a:off x="6238875" y="7461250"/>
                <a:ext cx="14975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179" h="1667" fill="norm" stroke="0">
                    <a:moveTo>
                      <a:pt x="0" y="0"/>
                    </a:moveTo>
                    <a:cubicBezTo>
                      <a:pt x="827" y="207"/>
                      <a:pt x="827" y="207"/>
                      <a:pt x="1042" y="417"/>
                    </a:cubicBezTo>
                    <a:cubicBezTo>
                      <a:pt x="1179" y="814"/>
                      <a:pt x="1099" y="1260"/>
                      <a:pt x="1042" y="1667"/>
                    </a:cubicBezTo>
                    <a:cubicBezTo>
                      <a:pt x="767" y="1667"/>
                      <a:pt x="492" y="1667"/>
                      <a:pt x="208" y="1667"/>
                    </a:cubicBezTo>
                    <a:cubicBezTo>
                      <a:pt x="140" y="1117"/>
                      <a:pt x="71" y="567"/>
                      <a:pt x="0" y="0"/>
                    </a:cubicBezTo>
                    <a:close/>
                  </a:path>
                </a:pathLst>
              </a:custGeom>
              <a:solidFill>
                <a:srgbClr val="9C97B6"/>
              </a:solidFill>
              <a:ln w="2646" cap="flat">
                <a:noFill/>
              </a:ln>
            </p:spPr>
          </p:sp>
          <p:sp>
            <p:nvSpPr>
              <p:cNvPr id="2371" name="ICON_C_WINDOWS_GRAPHIC_path_343"/>
              <p:cNvSpPr/>
              <p:nvPr/>
            </p:nvSpPr>
            <p:spPr>
              <a:xfrm>
                <a:off x="6185958" y="7434792"/>
                <a:ext cx="23812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1875" fill="norm" stroke="0">
                    <a:moveTo>
                      <a:pt x="0" y="0"/>
                    </a:moveTo>
                    <a:cubicBezTo>
                      <a:pt x="625" y="208"/>
                      <a:pt x="625" y="208"/>
                      <a:pt x="732" y="365"/>
                    </a:cubicBezTo>
                    <a:cubicBezTo>
                      <a:pt x="752" y="441"/>
                      <a:pt x="752" y="441"/>
                      <a:pt x="768" y="534"/>
                    </a:cubicBezTo>
                    <a:cubicBezTo>
                      <a:pt x="790" y="633"/>
                      <a:pt x="811" y="731"/>
                      <a:pt x="833" y="833"/>
                    </a:cubicBezTo>
                    <a:cubicBezTo>
                      <a:pt x="1177" y="765"/>
                      <a:pt x="1521" y="696"/>
                      <a:pt x="1875" y="625"/>
                    </a:cubicBezTo>
                    <a:cubicBezTo>
                      <a:pt x="1667" y="1042"/>
                      <a:pt x="1667" y="1042"/>
                      <a:pt x="1517" y="1106"/>
                    </a:cubicBezTo>
                    <a:cubicBezTo>
                      <a:pt x="1463" y="1116"/>
                      <a:pt x="1409" y="1125"/>
                      <a:pt x="1354" y="1133"/>
                    </a:cubicBezTo>
                    <a:cubicBezTo>
                      <a:pt x="1240" y="1158"/>
                      <a:pt x="1139" y="1185"/>
                      <a:pt x="1042" y="1250"/>
                    </a:cubicBezTo>
                    <a:cubicBezTo>
                      <a:pt x="970" y="1378"/>
                      <a:pt x="942" y="1518"/>
                      <a:pt x="931" y="1663"/>
                    </a:cubicBezTo>
                    <a:cubicBezTo>
                      <a:pt x="918" y="1746"/>
                      <a:pt x="918" y="1746"/>
                      <a:pt x="833" y="1875"/>
                    </a:cubicBezTo>
                    <a:cubicBezTo>
                      <a:pt x="627" y="1875"/>
                      <a:pt x="421" y="1875"/>
                      <a:pt x="208" y="1875"/>
                    </a:cubicBezTo>
                    <a:cubicBezTo>
                      <a:pt x="140" y="1256"/>
                      <a:pt x="71" y="638"/>
                      <a:pt x="0" y="0"/>
                    </a:cubicBezTo>
                    <a:close/>
                  </a:path>
                </a:pathLst>
              </a:custGeom>
              <a:solidFill>
                <a:srgbClr val="E5E4EC"/>
              </a:solidFill>
              <a:ln w="2646" cap="flat">
                <a:noFill/>
              </a:ln>
            </p:spPr>
          </p:sp>
          <p:sp>
            <p:nvSpPr>
              <p:cNvPr id="2372" name="ICON_C_WINDOWS_GRAPHIC_path_344"/>
              <p:cNvSpPr/>
              <p:nvPr/>
            </p:nvSpPr>
            <p:spPr>
              <a:xfrm>
                <a:off x="6559021" y="7413625"/>
                <a:ext cx="18521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2708" fill="norm" stroke="0">
                    <a:moveTo>
                      <a:pt x="0" y="0"/>
                    </a:moveTo>
                    <a:cubicBezTo>
                      <a:pt x="69" y="0"/>
                      <a:pt x="138" y="0"/>
                      <a:pt x="208" y="0"/>
                    </a:cubicBezTo>
                    <a:cubicBezTo>
                      <a:pt x="208" y="413"/>
                      <a:pt x="208" y="825"/>
                      <a:pt x="208" y="1250"/>
                    </a:cubicBezTo>
                    <a:cubicBezTo>
                      <a:pt x="621" y="1250"/>
                      <a:pt x="1033" y="1250"/>
                      <a:pt x="1458" y="1250"/>
                    </a:cubicBezTo>
                    <a:cubicBezTo>
                      <a:pt x="1411" y="1256"/>
                      <a:pt x="1411" y="1256"/>
                      <a:pt x="1172" y="1289"/>
                    </a:cubicBezTo>
                    <a:cubicBezTo>
                      <a:pt x="1037" y="1321"/>
                      <a:pt x="939" y="1367"/>
                      <a:pt x="833" y="1458"/>
                    </a:cubicBezTo>
                    <a:cubicBezTo>
                      <a:pt x="711" y="1666"/>
                      <a:pt x="638" y="1892"/>
                      <a:pt x="570" y="2122"/>
                    </a:cubicBezTo>
                    <a:cubicBezTo>
                      <a:pt x="555" y="2167"/>
                      <a:pt x="541" y="2212"/>
                      <a:pt x="526" y="2259"/>
                    </a:cubicBezTo>
                    <a:cubicBezTo>
                      <a:pt x="515" y="2300"/>
                      <a:pt x="504" y="2341"/>
                      <a:pt x="492" y="2384"/>
                    </a:cubicBezTo>
                    <a:cubicBezTo>
                      <a:pt x="417" y="2500"/>
                      <a:pt x="417" y="2500"/>
                      <a:pt x="0" y="2708"/>
                    </a:cubicBezTo>
                    <a:cubicBezTo>
                      <a:pt x="0" y="1815"/>
                      <a:pt x="0" y="921"/>
                      <a:pt x="0" y="0"/>
                    </a:cubicBezTo>
                    <a:close/>
                  </a:path>
                </a:pathLst>
              </a:custGeom>
              <a:solidFill>
                <a:srgbClr val="CBDFE1"/>
              </a:solidFill>
              <a:ln w="2646" cap="flat">
                <a:noFill/>
              </a:ln>
            </p:spPr>
          </p:sp>
          <p:sp>
            <p:nvSpPr>
              <p:cNvPr id="2373" name="ICON_C_WINDOWS_GRAPHIC_path_345"/>
              <p:cNvSpPr/>
              <p:nvPr/>
            </p:nvSpPr>
            <p:spPr>
              <a:xfrm>
                <a:off x="6558640" y="7384521"/>
                <a:ext cx="9525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750" h="2500" fill="norm" stroke="0">
                    <a:moveTo>
                      <a:pt x="30" y="0"/>
                    </a:moveTo>
                    <a:cubicBezTo>
                      <a:pt x="476" y="71"/>
                      <a:pt x="476" y="71"/>
                      <a:pt x="655" y="208"/>
                    </a:cubicBezTo>
                    <a:cubicBezTo>
                      <a:pt x="750" y="437"/>
                      <a:pt x="735" y="655"/>
                      <a:pt x="720" y="898"/>
                    </a:cubicBezTo>
                    <a:cubicBezTo>
                      <a:pt x="718" y="965"/>
                      <a:pt x="716" y="1031"/>
                      <a:pt x="715" y="1097"/>
                    </a:cubicBezTo>
                    <a:cubicBezTo>
                      <a:pt x="692" y="1628"/>
                      <a:pt x="551" y="2065"/>
                      <a:pt x="238" y="2500"/>
                    </a:cubicBezTo>
                    <a:cubicBezTo>
                      <a:pt x="141" y="2432"/>
                      <a:pt x="91" y="2392"/>
                      <a:pt x="30" y="2292"/>
                    </a:cubicBezTo>
                    <a:cubicBezTo>
                      <a:pt x="0" y="2118"/>
                      <a:pt x="6" y="1946"/>
                      <a:pt x="10" y="1770"/>
                    </a:cubicBezTo>
                    <a:cubicBezTo>
                      <a:pt x="10" y="1719"/>
                      <a:pt x="10" y="1669"/>
                      <a:pt x="11" y="1617"/>
                    </a:cubicBezTo>
                    <a:cubicBezTo>
                      <a:pt x="11" y="1483"/>
                      <a:pt x="13" y="1349"/>
                      <a:pt x="16" y="1215"/>
                    </a:cubicBezTo>
                    <a:cubicBezTo>
                      <a:pt x="18" y="1078"/>
                      <a:pt x="19" y="941"/>
                      <a:pt x="20" y="804"/>
                    </a:cubicBezTo>
                    <a:cubicBezTo>
                      <a:pt x="22" y="536"/>
                      <a:pt x="26" y="268"/>
                      <a:pt x="30" y="0"/>
                    </a:cubicBezTo>
                    <a:close/>
                  </a:path>
                </a:pathLst>
              </a:custGeom>
              <a:solidFill>
                <a:srgbClr val="DDECEE"/>
              </a:solidFill>
              <a:ln w="2646" cap="flat">
                <a:noFill/>
              </a:ln>
            </p:spPr>
          </p:sp>
          <p:sp>
            <p:nvSpPr>
              <p:cNvPr id="2374" name="ICON_C_WINDOWS_GRAPHIC_path_346"/>
              <p:cNvSpPr/>
              <p:nvPr/>
            </p:nvSpPr>
            <p:spPr>
              <a:xfrm>
                <a:off x="6596062" y="7588250"/>
                <a:ext cx="10583" cy="60854"/>
              </a:xfrm>
              <a:custGeom>
                <a:avLst/>
                <a:gdLst/>
                <a:ahLst/>
                <a:cxnLst/>
                <a:rect l="0" t="0" r="r" b="b"/>
                <a:pathLst>
                  <a:path w="833" h="4792" fill="norm" stroke="0">
                    <a:moveTo>
                      <a:pt x="625" y="0"/>
                    </a:moveTo>
                    <a:cubicBezTo>
                      <a:pt x="694" y="0"/>
                      <a:pt x="763" y="0"/>
                      <a:pt x="833" y="0"/>
                    </a:cubicBezTo>
                    <a:cubicBezTo>
                      <a:pt x="833" y="1581"/>
                      <a:pt x="833" y="3163"/>
                      <a:pt x="833" y="4792"/>
                    </a:cubicBezTo>
                    <a:cubicBezTo>
                      <a:pt x="558" y="4723"/>
                      <a:pt x="283" y="4654"/>
                      <a:pt x="0" y="4583"/>
                    </a:cubicBezTo>
                    <a:cubicBezTo>
                      <a:pt x="67" y="4534"/>
                      <a:pt x="134" y="4485"/>
                      <a:pt x="203" y="4435"/>
                    </a:cubicBezTo>
                    <a:cubicBezTo>
                      <a:pt x="457" y="4205"/>
                      <a:pt x="471" y="3940"/>
                      <a:pt x="490" y="3613"/>
                    </a:cubicBezTo>
                    <a:cubicBezTo>
                      <a:pt x="496" y="3480"/>
                      <a:pt x="499" y="3347"/>
                      <a:pt x="503" y="3215"/>
                    </a:cubicBezTo>
                    <a:cubicBezTo>
                      <a:pt x="507" y="3122"/>
                      <a:pt x="511" y="3029"/>
                      <a:pt x="515" y="2936"/>
                    </a:cubicBezTo>
                    <a:cubicBezTo>
                      <a:pt x="526" y="2693"/>
                      <a:pt x="534" y="2450"/>
                      <a:pt x="542" y="2206"/>
                    </a:cubicBezTo>
                    <a:cubicBezTo>
                      <a:pt x="550" y="1958"/>
                      <a:pt x="561" y="1709"/>
                      <a:pt x="571" y="1461"/>
                    </a:cubicBezTo>
                    <a:cubicBezTo>
                      <a:pt x="591" y="974"/>
                      <a:pt x="609" y="487"/>
                      <a:pt x="625" y="0"/>
                    </a:cubicBezTo>
                    <a:close/>
                  </a:path>
                </a:pathLst>
              </a:custGeom>
              <a:solidFill>
                <a:srgbClr val="D1E8E8"/>
              </a:solidFill>
              <a:ln w="2646" cap="flat">
                <a:noFill/>
              </a:ln>
            </p:spPr>
          </p:sp>
          <p:sp>
            <p:nvSpPr>
              <p:cNvPr id="2375" name="ICON_C_WINDOWS_GRAPHIC_path_347"/>
              <p:cNvSpPr/>
              <p:nvPr/>
            </p:nvSpPr>
            <p:spPr>
              <a:xfrm>
                <a:off x="5585354" y="7596188"/>
                <a:ext cx="31750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2917" fill="norm" stroke="0">
                    <a:moveTo>
                      <a:pt x="2083" y="0"/>
                    </a:moveTo>
                    <a:cubicBezTo>
                      <a:pt x="2152" y="0"/>
                      <a:pt x="2221" y="0"/>
                      <a:pt x="2292" y="0"/>
                    </a:cubicBezTo>
                    <a:cubicBezTo>
                      <a:pt x="2360" y="962"/>
                      <a:pt x="2429" y="1925"/>
                      <a:pt x="2500" y="2917"/>
                    </a:cubicBezTo>
                    <a:cubicBezTo>
                      <a:pt x="1675" y="2848"/>
                      <a:pt x="850" y="2779"/>
                      <a:pt x="0" y="2708"/>
                    </a:cubicBezTo>
                    <a:cubicBezTo>
                      <a:pt x="0" y="2640"/>
                      <a:pt x="0" y="2571"/>
                      <a:pt x="0" y="2500"/>
                    </a:cubicBezTo>
                    <a:cubicBezTo>
                      <a:pt x="309" y="2466"/>
                      <a:pt x="309" y="2466"/>
                      <a:pt x="1875" y="2292"/>
                    </a:cubicBezTo>
                    <a:cubicBezTo>
                      <a:pt x="1944" y="1535"/>
                      <a:pt x="2012" y="779"/>
                      <a:pt x="2083" y="0"/>
                    </a:cubicBezTo>
                    <a:close/>
                  </a:path>
                </a:pathLst>
              </a:custGeom>
              <a:solidFill>
                <a:srgbClr val="FAFEFE"/>
              </a:solidFill>
              <a:ln w="2646" cap="flat">
                <a:noFill/>
              </a:ln>
            </p:spPr>
          </p:sp>
          <p:sp>
            <p:nvSpPr>
              <p:cNvPr id="2376" name="ICON_C_WINDOWS_GRAPHIC_path_348"/>
              <p:cNvSpPr/>
              <p:nvPr/>
            </p:nvSpPr>
            <p:spPr>
              <a:xfrm>
                <a:off x="6614583" y="7471833"/>
                <a:ext cx="11094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874" h="2292" fill="norm" stroke="0">
                    <a:moveTo>
                      <a:pt x="0" y="0"/>
                    </a:moveTo>
                    <a:cubicBezTo>
                      <a:pt x="138" y="69"/>
                      <a:pt x="138" y="69"/>
                      <a:pt x="833" y="417"/>
                    </a:cubicBezTo>
                    <a:cubicBezTo>
                      <a:pt x="874" y="923"/>
                      <a:pt x="874" y="923"/>
                      <a:pt x="832" y="1120"/>
                    </a:cubicBezTo>
                    <a:cubicBezTo>
                      <a:pt x="824" y="1163"/>
                      <a:pt x="816" y="1205"/>
                      <a:pt x="807" y="1249"/>
                    </a:cubicBezTo>
                    <a:cubicBezTo>
                      <a:pt x="799" y="1293"/>
                      <a:pt x="790" y="1336"/>
                      <a:pt x="781" y="1380"/>
                    </a:cubicBezTo>
                    <a:cubicBezTo>
                      <a:pt x="767" y="1469"/>
                      <a:pt x="753" y="1557"/>
                      <a:pt x="740" y="1645"/>
                    </a:cubicBezTo>
                    <a:cubicBezTo>
                      <a:pt x="706" y="1862"/>
                      <a:pt x="667" y="2077"/>
                      <a:pt x="625" y="2292"/>
                    </a:cubicBezTo>
                    <a:cubicBezTo>
                      <a:pt x="419" y="2292"/>
                      <a:pt x="212" y="2292"/>
                      <a:pt x="0" y="2292"/>
                    </a:cubicBezTo>
                    <a:cubicBezTo>
                      <a:pt x="0" y="1535"/>
                      <a:pt x="0" y="779"/>
                      <a:pt x="0" y="0"/>
                    </a:cubicBezTo>
                    <a:close/>
                  </a:path>
                </a:pathLst>
              </a:custGeom>
              <a:solidFill>
                <a:srgbClr val="9A9EB8"/>
              </a:solidFill>
              <a:ln w="2646" cap="flat">
                <a:noFill/>
              </a:ln>
            </p:spPr>
          </p:sp>
          <p:sp>
            <p:nvSpPr>
              <p:cNvPr id="2377" name="ICON_C_WINDOWS_GRAPHIC_path_349"/>
              <p:cNvSpPr/>
              <p:nvPr/>
            </p:nvSpPr>
            <p:spPr>
              <a:xfrm>
                <a:off x="6212417" y="7471833"/>
                <a:ext cx="7938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625" h="5000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1650"/>
                      <a:pt x="625" y="3300"/>
                      <a:pt x="625" y="5000"/>
                    </a:cubicBezTo>
                    <a:cubicBezTo>
                      <a:pt x="556" y="5000"/>
                      <a:pt x="488" y="5000"/>
                      <a:pt x="417" y="5000"/>
                    </a:cubicBezTo>
                    <a:cubicBezTo>
                      <a:pt x="416" y="4978"/>
                      <a:pt x="415" y="4956"/>
                      <a:pt x="414" y="4933"/>
                    </a:cubicBezTo>
                    <a:cubicBezTo>
                      <a:pt x="392" y="4396"/>
                      <a:pt x="370" y="3859"/>
                      <a:pt x="346" y="3321"/>
                    </a:cubicBezTo>
                    <a:cubicBezTo>
                      <a:pt x="335" y="3061"/>
                      <a:pt x="323" y="2801"/>
                      <a:pt x="313" y="2541"/>
                    </a:cubicBezTo>
                    <a:cubicBezTo>
                      <a:pt x="303" y="2290"/>
                      <a:pt x="292" y="2039"/>
                      <a:pt x="281" y="1788"/>
                    </a:cubicBezTo>
                    <a:cubicBezTo>
                      <a:pt x="276" y="1692"/>
                      <a:pt x="272" y="1597"/>
                      <a:pt x="269" y="1501"/>
                    </a:cubicBezTo>
                    <a:cubicBezTo>
                      <a:pt x="249" y="961"/>
                      <a:pt x="203" y="504"/>
                      <a:pt x="0" y="0"/>
                    </a:cubicBezTo>
                    <a:close/>
                  </a:path>
                </a:pathLst>
              </a:custGeom>
              <a:solidFill>
                <a:srgbClr val="9694B4"/>
              </a:solidFill>
              <a:ln w="2646" cap="flat">
                <a:noFill/>
              </a:ln>
            </p:spPr>
          </p:sp>
          <p:sp>
            <p:nvSpPr>
              <p:cNvPr id="2378" name="ICON_C_WINDOWS_GRAPHIC_path_350"/>
              <p:cNvSpPr/>
              <p:nvPr/>
            </p:nvSpPr>
            <p:spPr>
              <a:xfrm>
                <a:off x="5651500" y="7458604"/>
                <a:ext cx="13536" cy="26943"/>
              </a:xfrm>
              <a:custGeom>
                <a:avLst/>
                <a:gdLst/>
                <a:ahLst/>
                <a:cxnLst/>
                <a:rect l="0" t="0" r="r" b="b"/>
                <a:pathLst>
                  <a:path w="1066" h="2121" fill="norm" stroke="0">
                    <a:moveTo>
                      <a:pt x="0" y="0"/>
                    </a:moveTo>
                    <a:cubicBezTo>
                      <a:pt x="135" y="64"/>
                      <a:pt x="269" y="130"/>
                      <a:pt x="404" y="195"/>
                    </a:cubicBezTo>
                    <a:cubicBezTo>
                      <a:pt x="442" y="214"/>
                      <a:pt x="480" y="232"/>
                      <a:pt x="519" y="250"/>
                    </a:cubicBezTo>
                    <a:cubicBezTo>
                      <a:pt x="556" y="268"/>
                      <a:pt x="593" y="286"/>
                      <a:pt x="631" y="305"/>
                    </a:cubicBezTo>
                    <a:cubicBezTo>
                      <a:pt x="665" y="321"/>
                      <a:pt x="698" y="338"/>
                      <a:pt x="733" y="355"/>
                    </a:cubicBezTo>
                    <a:cubicBezTo>
                      <a:pt x="1019" y="532"/>
                      <a:pt x="1019" y="532"/>
                      <a:pt x="1060" y="700"/>
                    </a:cubicBezTo>
                    <a:cubicBezTo>
                      <a:pt x="1066" y="789"/>
                      <a:pt x="1065" y="875"/>
                      <a:pt x="1062" y="964"/>
                    </a:cubicBezTo>
                    <a:cubicBezTo>
                      <a:pt x="1062" y="996"/>
                      <a:pt x="1061" y="1029"/>
                      <a:pt x="1061" y="1061"/>
                    </a:cubicBezTo>
                    <a:cubicBezTo>
                      <a:pt x="1060" y="1164"/>
                      <a:pt x="1057" y="1265"/>
                      <a:pt x="1055" y="1367"/>
                    </a:cubicBezTo>
                    <a:cubicBezTo>
                      <a:pt x="1054" y="1436"/>
                      <a:pt x="1053" y="1506"/>
                      <a:pt x="1052" y="1575"/>
                    </a:cubicBezTo>
                    <a:cubicBezTo>
                      <a:pt x="1050" y="1745"/>
                      <a:pt x="1046" y="1914"/>
                      <a:pt x="1042" y="2083"/>
                    </a:cubicBezTo>
                    <a:cubicBezTo>
                      <a:pt x="895" y="2111"/>
                      <a:pt x="771" y="2121"/>
                      <a:pt x="625" y="2083"/>
                    </a:cubicBezTo>
                    <a:cubicBezTo>
                      <a:pt x="509" y="1949"/>
                      <a:pt x="460" y="1794"/>
                      <a:pt x="404" y="1628"/>
                    </a:cubicBezTo>
                    <a:cubicBezTo>
                      <a:pt x="386" y="1581"/>
                      <a:pt x="369" y="1535"/>
                      <a:pt x="352" y="1487"/>
                    </a:cubicBezTo>
                    <a:cubicBezTo>
                      <a:pt x="180" y="1004"/>
                      <a:pt x="80" y="506"/>
                      <a:pt x="0" y="0"/>
                    </a:cubicBezTo>
                    <a:close/>
                  </a:path>
                </a:pathLst>
              </a:custGeom>
              <a:solidFill>
                <a:srgbClr val="A19DB9"/>
              </a:solidFill>
              <a:ln w="2646" cap="flat">
                <a:noFill/>
              </a:ln>
            </p:spPr>
          </p:sp>
          <p:sp>
            <p:nvSpPr>
              <p:cNvPr id="2379" name="ICON_C_WINDOWS_GRAPHIC_path_351"/>
              <p:cNvSpPr/>
              <p:nvPr/>
            </p:nvSpPr>
            <p:spPr>
              <a:xfrm>
                <a:off x="6032501" y="7452265"/>
                <a:ext cx="15875" cy="16923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332" fill="norm" stroke="0">
                    <a:moveTo>
                      <a:pt x="630" y="13"/>
                    </a:moveTo>
                    <a:cubicBezTo>
                      <a:pt x="846" y="0"/>
                      <a:pt x="1029" y="46"/>
                      <a:pt x="1250" y="82"/>
                    </a:cubicBezTo>
                    <a:cubicBezTo>
                      <a:pt x="1250" y="495"/>
                      <a:pt x="1250" y="908"/>
                      <a:pt x="1250" y="1332"/>
                    </a:cubicBezTo>
                    <a:cubicBezTo>
                      <a:pt x="1044" y="1298"/>
                      <a:pt x="1044" y="1298"/>
                      <a:pt x="0" y="1124"/>
                    </a:cubicBezTo>
                    <a:cubicBezTo>
                      <a:pt x="316" y="69"/>
                      <a:pt x="316" y="69"/>
                      <a:pt x="630" y="13"/>
                    </a:cubicBezTo>
                    <a:close/>
                  </a:path>
                </a:pathLst>
              </a:custGeom>
              <a:solidFill>
                <a:srgbClr val="9E7EA3"/>
              </a:solidFill>
              <a:ln w="2646" cap="flat">
                <a:noFill/>
              </a:ln>
            </p:spPr>
          </p:sp>
          <p:sp>
            <p:nvSpPr>
              <p:cNvPr id="2380" name="ICON_C_WINDOWS_GRAPHIC_path_352"/>
              <p:cNvSpPr/>
              <p:nvPr/>
            </p:nvSpPr>
            <p:spPr>
              <a:xfrm>
                <a:off x="6778325" y="7453020"/>
                <a:ext cx="11298" cy="32041"/>
              </a:xfrm>
              <a:custGeom>
                <a:avLst/>
                <a:gdLst/>
                <a:ahLst/>
                <a:cxnLst/>
                <a:rect l="0" t="0" r="r" b="b"/>
                <a:pathLst>
                  <a:path w="890" h="2523" fill="norm" stroke="0">
                    <a:moveTo>
                      <a:pt x="453" y="10"/>
                    </a:moveTo>
                    <a:cubicBezTo>
                      <a:pt x="490" y="12"/>
                      <a:pt x="527" y="14"/>
                      <a:pt x="565" y="16"/>
                    </a:cubicBezTo>
                    <a:cubicBezTo>
                      <a:pt x="579" y="17"/>
                      <a:pt x="579" y="17"/>
                      <a:pt x="649" y="23"/>
                    </a:cubicBezTo>
                    <a:cubicBezTo>
                      <a:pt x="689" y="256"/>
                      <a:pt x="726" y="490"/>
                      <a:pt x="761" y="724"/>
                    </a:cubicBezTo>
                    <a:cubicBezTo>
                      <a:pt x="773" y="803"/>
                      <a:pt x="786" y="883"/>
                      <a:pt x="799" y="962"/>
                    </a:cubicBezTo>
                    <a:cubicBezTo>
                      <a:pt x="890" y="1486"/>
                      <a:pt x="890" y="1486"/>
                      <a:pt x="857" y="1690"/>
                    </a:cubicBezTo>
                    <a:cubicBezTo>
                      <a:pt x="765" y="1787"/>
                      <a:pt x="691" y="1804"/>
                      <a:pt x="564" y="1840"/>
                    </a:cubicBezTo>
                    <a:cubicBezTo>
                      <a:pt x="384" y="1925"/>
                      <a:pt x="309" y="2059"/>
                      <a:pt x="206" y="2224"/>
                    </a:cubicBezTo>
                    <a:cubicBezTo>
                      <a:pt x="188" y="2252"/>
                      <a:pt x="170" y="2282"/>
                      <a:pt x="151" y="2311"/>
                    </a:cubicBezTo>
                    <a:cubicBezTo>
                      <a:pt x="108" y="2381"/>
                      <a:pt x="65" y="2452"/>
                      <a:pt x="24" y="2523"/>
                    </a:cubicBezTo>
                    <a:cubicBezTo>
                      <a:pt x="19" y="2228"/>
                      <a:pt x="15" y="1933"/>
                      <a:pt x="13" y="1638"/>
                    </a:cubicBezTo>
                    <a:cubicBezTo>
                      <a:pt x="12" y="1500"/>
                      <a:pt x="10" y="1363"/>
                      <a:pt x="8" y="1226"/>
                    </a:cubicBezTo>
                    <a:cubicBezTo>
                      <a:pt x="5" y="1069"/>
                      <a:pt x="4" y="911"/>
                      <a:pt x="3" y="753"/>
                    </a:cubicBezTo>
                    <a:cubicBezTo>
                      <a:pt x="2" y="704"/>
                      <a:pt x="1" y="655"/>
                      <a:pt x="0" y="604"/>
                    </a:cubicBezTo>
                    <a:cubicBezTo>
                      <a:pt x="0" y="225"/>
                      <a:pt x="0" y="225"/>
                      <a:pt x="115" y="95"/>
                    </a:cubicBezTo>
                    <a:cubicBezTo>
                      <a:pt x="243" y="16"/>
                      <a:pt x="305" y="0"/>
                      <a:pt x="453" y="10"/>
                    </a:cubicBezTo>
                    <a:close/>
                  </a:path>
                </a:pathLst>
              </a:custGeom>
              <a:solidFill>
                <a:srgbClr val="B9B9D2"/>
              </a:solidFill>
              <a:ln w="2646" cap="flat">
                <a:noFill/>
              </a:ln>
            </p:spPr>
          </p:sp>
          <p:sp>
            <p:nvSpPr>
              <p:cNvPr id="2381" name="ICON_C_WINDOWS_GRAPHIC_path_353"/>
              <p:cNvSpPr/>
              <p:nvPr/>
            </p:nvSpPr>
            <p:spPr>
              <a:xfrm>
                <a:off x="5519208" y="7440083"/>
                <a:ext cx="21167" cy="22220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1750" fill="norm" stroke="0">
                    <a:moveTo>
                      <a:pt x="417" y="0"/>
                    </a:moveTo>
                    <a:cubicBezTo>
                      <a:pt x="421" y="15"/>
                      <a:pt x="421" y="15"/>
                      <a:pt x="444" y="90"/>
                    </a:cubicBezTo>
                    <a:cubicBezTo>
                      <a:pt x="492" y="218"/>
                      <a:pt x="537" y="312"/>
                      <a:pt x="625" y="417"/>
                    </a:cubicBezTo>
                    <a:cubicBezTo>
                      <a:pt x="804" y="470"/>
                      <a:pt x="974" y="456"/>
                      <a:pt x="1159" y="443"/>
                    </a:cubicBezTo>
                    <a:cubicBezTo>
                      <a:pt x="1208" y="441"/>
                      <a:pt x="1256" y="439"/>
                      <a:pt x="1306" y="437"/>
                    </a:cubicBezTo>
                    <a:cubicBezTo>
                      <a:pt x="1427" y="432"/>
                      <a:pt x="1547" y="425"/>
                      <a:pt x="1667" y="417"/>
                    </a:cubicBezTo>
                    <a:cubicBezTo>
                      <a:pt x="1407" y="888"/>
                      <a:pt x="1407" y="888"/>
                      <a:pt x="1250" y="1042"/>
                    </a:cubicBezTo>
                    <a:cubicBezTo>
                      <a:pt x="1127" y="1063"/>
                      <a:pt x="1044" y="1045"/>
                      <a:pt x="923" y="1022"/>
                    </a:cubicBezTo>
                    <a:cubicBezTo>
                      <a:pt x="893" y="1029"/>
                      <a:pt x="864" y="1035"/>
                      <a:pt x="833" y="1042"/>
                    </a:cubicBezTo>
                    <a:cubicBezTo>
                      <a:pt x="794" y="1148"/>
                      <a:pt x="766" y="1244"/>
                      <a:pt x="742" y="1354"/>
                    </a:cubicBezTo>
                    <a:cubicBezTo>
                      <a:pt x="717" y="1468"/>
                      <a:pt x="693" y="1570"/>
                      <a:pt x="625" y="1667"/>
                    </a:cubicBezTo>
                    <a:cubicBezTo>
                      <a:pt x="431" y="1750"/>
                      <a:pt x="201" y="1701"/>
                      <a:pt x="0" y="1667"/>
                    </a:cubicBezTo>
                    <a:cubicBezTo>
                      <a:pt x="139" y="1111"/>
                      <a:pt x="278" y="556"/>
                      <a:pt x="417" y="0"/>
                    </a:cubicBezTo>
                    <a:close/>
                  </a:path>
                </a:pathLst>
              </a:custGeom>
              <a:solidFill>
                <a:srgbClr val="93A5D6"/>
              </a:solidFill>
              <a:ln w="2646" cap="flat">
                <a:noFill/>
              </a:ln>
            </p:spPr>
          </p:sp>
          <p:sp>
            <p:nvSpPr>
              <p:cNvPr id="2382" name="ICON_C_WINDOWS_GRAPHIC_path_354"/>
              <p:cNvSpPr/>
              <p:nvPr/>
            </p:nvSpPr>
            <p:spPr>
              <a:xfrm>
                <a:off x="6735974" y="7421562"/>
                <a:ext cx="10901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858" h="2083" fill="norm" stroke="0">
                    <a:moveTo>
                      <a:pt x="233" y="0"/>
                    </a:moveTo>
                    <a:cubicBezTo>
                      <a:pt x="440" y="0"/>
                      <a:pt x="646" y="0"/>
                      <a:pt x="858" y="0"/>
                    </a:cubicBezTo>
                    <a:cubicBezTo>
                      <a:pt x="790" y="550"/>
                      <a:pt x="721" y="1100"/>
                      <a:pt x="650" y="1667"/>
                    </a:cubicBezTo>
                    <a:cubicBezTo>
                      <a:pt x="513" y="1667"/>
                      <a:pt x="375" y="1667"/>
                      <a:pt x="233" y="1667"/>
                    </a:cubicBezTo>
                    <a:cubicBezTo>
                      <a:pt x="147" y="1758"/>
                      <a:pt x="147" y="1758"/>
                      <a:pt x="103" y="1875"/>
                    </a:cubicBezTo>
                    <a:cubicBezTo>
                      <a:pt x="87" y="1914"/>
                      <a:pt x="72" y="1952"/>
                      <a:pt x="56" y="1992"/>
                    </a:cubicBezTo>
                    <a:cubicBezTo>
                      <a:pt x="46" y="2022"/>
                      <a:pt x="35" y="2052"/>
                      <a:pt x="25" y="2083"/>
                    </a:cubicBezTo>
                    <a:cubicBezTo>
                      <a:pt x="20" y="1820"/>
                      <a:pt x="16" y="1557"/>
                      <a:pt x="14" y="1294"/>
                    </a:cubicBezTo>
                    <a:cubicBezTo>
                      <a:pt x="13" y="1204"/>
                      <a:pt x="11" y="1115"/>
                      <a:pt x="9" y="1025"/>
                    </a:cubicBezTo>
                    <a:cubicBezTo>
                      <a:pt x="7" y="896"/>
                      <a:pt x="6" y="768"/>
                      <a:pt x="5" y="639"/>
                    </a:cubicBezTo>
                    <a:cubicBezTo>
                      <a:pt x="4" y="599"/>
                      <a:pt x="3" y="559"/>
                      <a:pt x="1" y="518"/>
                    </a:cubicBezTo>
                    <a:cubicBezTo>
                      <a:pt x="1" y="480"/>
                      <a:pt x="1" y="443"/>
                      <a:pt x="1" y="404"/>
                    </a:cubicBezTo>
                    <a:cubicBezTo>
                      <a:pt x="1" y="388"/>
                      <a:pt x="1" y="388"/>
                      <a:pt x="0" y="305"/>
                    </a:cubicBezTo>
                    <a:cubicBezTo>
                      <a:pt x="25" y="208"/>
                      <a:pt x="25" y="208"/>
                      <a:pt x="233" y="0"/>
                    </a:cubicBezTo>
                    <a:close/>
                  </a:path>
                </a:pathLst>
              </a:custGeom>
              <a:solidFill>
                <a:srgbClr val="9F9DB8"/>
              </a:solidFill>
              <a:ln w="2646" cap="flat">
                <a:noFill/>
              </a:ln>
            </p:spPr>
          </p:sp>
          <p:sp>
            <p:nvSpPr>
              <p:cNvPr id="2383" name="ICON_C_WINDOWS_GRAPHIC_path_355"/>
              <p:cNvSpPr/>
              <p:nvPr/>
            </p:nvSpPr>
            <p:spPr>
              <a:xfrm>
                <a:off x="6360057" y="7429230"/>
                <a:ext cx="11864" cy="34666"/>
              </a:xfrm>
              <a:custGeom>
                <a:avLst/>
                <a:gdLst/>
                <a:ahLst/>
                <a:cxnLst/>
                <a:rect l="0" t="0" r="r" b="b"/>
                <a:pathLst>
                  <a:path w="934" h="2730" fill="norm" stroke="0">
                    <a:moveTo>
                      <a:pt x="875" y="21"/>
                    </a:moveTo>
                    <a:cubicBezTo>
                      <a:pt x="886" y="273"/>
                      <a:pt x="893" y="525"/>
                      <a:pt x="898" y="776"/>
                    </a:cubicBezTo>
                    <a:cubicBezTo>
                      <a:pt x="900" y="862"/>
                      <a:pt x="903" y="947"/>
                      <a:pt x="906" y="1032"/>
                    </a:cubicBezTo>
                    <a:cubicBezTo>
                      <a:pt x="934" y="1699"/>
                      <a:pt x="812" y="2162"/>
                      <a:pt x="458" y="2730"/>
                    </a:cubicBezTo>
                    <a:cubicBezTo>
                      <a:pt x="389" y="2700"/>
                      <a:pt x="321" y="2669"/>
                      <a:pt x="252" y="2638"/>
                    </a:cubicBezTo>
                    <a:cubicBezTo>
                      <a:pt x="233" y="2630"/>
                      <a:pt x="233" y="2630"/>
                      <a:pt x="137" y="2587"/>
                    </a:cubicBezTo>
                    <a:cubicBezTo>
                      <a:pt x="41" y="2521"/>
                      <a:pt x="41" y="2521"/>
                      <a:pt x="8" y="2420"/>
                    </a:cubicBezTo>
                    <a:cubicBezTo>
                      <a:pt x="0" y="2308"/>
                      <a:pt x="5" y="2203"/>
                      <a:pt x="15" y="2092"/>
                    </a:cubicBezTo>
                    <a:cubicBezTo>
                      <a:pt x="17" y="2053"/>
                      <a:pt x="19" y="2014"/>
                      <a:pt x="21" y="1974"/>
                    </a:cubicBezTo>
                    <a:cubicBezTo>
                      <a:pt x="26" y="1879"/>
                      <a:pt x="34" y="1783"/>
                      <a:pt x="41" y="1688"/>
                    </a:cubicBezTo>
                    <a:cubicBezTo>
                      <a:pt x="179" y="1688"/>
                      <a:pt x="316" y="1688"/>
                      <a:pt x="458" y="1688"/>
                    </a:cubicBezTo>
                    <a:cubicBezTo>
                      <a:pt x="457" y="1645"/>
                      <a:pt x="456" y="1602"/>
                      <a:pt x="455" y="1557"/>
                    </a:cubicBezTo>
                    <a:cubicBezTo>
                      <a:pt x="451" y="1397"/>
                      <a:pt x="449" y="1237"/>
                      <a:pt x="447" y="1076"/>
                    </a:cubicBezTo>
                    <a:cubicBezTo>
                      <a:pt x="446" y="1007"/>
                      <a:pt x="444" y="938"/>
                      <a:pt x="442" y="868"/>
                    </a:cubicBezTo>
                    <a:cubicBezTo>
                      <a:pt x="440" y="769"/>
                      <a:pt x="439" y="669"/>
                      <a:pt x="438" y="569"/>
                    </a:cubicBezTo>
                    <a:cubicBezTo>
                      <a:pt x="437" y="538"/>
                      <a:pt x="436" y="507"/>
                      <a:pt x="435" y="476"/>
                    </a:cubicBezTo>
                    <a:cubicBezTo>
                      <a:pt x="434" y="307"/>
                      <a:pt x="447" y="245"/>
                      <a:pt x="551" y="104"/>
                    </a:cubicBezTo>
                    <a:cubicBezTo>
                      <a:pt x="675" y="15"/>
                      <a:pt x="726" y="0"/>
                      <a:pt x="875" y="21"/>
                    </a:cubicBezTo>
                    <a:close/>
                  </a:path>
                </a:pathLst>
              </a:custGeom>
              <a:solidFill>
                <a:srgbClr val="5F8A9B"/>
              </a:solidFill>
              <a:ln w="2646" cap="flat">
                <a:noFill/>
              </a:ln>
            </p:spPr>
          </p:sp>
          <p:sp>
            <p:nvSpPr>
              <p:cNvPr id="2384" name="ICON_C_WINDOWS_GRAPHIC_path_356"/>
              <p:cNvSpPr/>
              <p:nvPr/>
            </p:nvSpPr>
            <p:spPr>
              <a:xfrm>
                <a:off x="5595260" y="7503384"/>
                <a:ext cx="9160" cy="31948"/>
              </a:xfrm>
              <a:custGeom>
                <a:avLst/>
                <a:gdLst/>
                <a:ahLst/>
                <a:cxnLst/>
                <a:rect l="0" t="0" r="r" b="b"/>
                <a:pathLst>
                  <a:path w="721" h="2516" fill="norm" stroke="0">
                    <a:moveTo>
                      <a:pt x="588" y="0"/>
                    </a:moveTo>
                    <a:cubicBezTo>
                      <a:pt x="618" y="5"/>
                      <a:pt x="647" y="10"/>
                      <a:pt x="678" y="16"/>
                    </a:cubicBezTo>
                    <a:cubicBezTo>
                      <a:pt x="721" y="1834"/>
                      <a:pt x="721" y="1834"/>
                      <a:pt x="470" y="2516"/>
                    </a:cubicBezTo>
                    <a:cubicBezTo>
                      <a:pt x="332" y="2516"/>
                      <a:pt x="195" y="2516"/>
                      <a:pt x="53" y="2516"/>
                    </a:cubicBezTo>
                    <a:cubicBezTo>
                      <a:pt x="43" y="2260"/>
                      <a:pt x="35" y="2005"/>
                      <a:pt x="30" y="1749"/>
                    </a:cubicBezTo>
                    <a:cubicBezTo>
                      <a:pt x="28" y="1662"/>
                      <a:pt x="26" y="1576"/>
                      <a:pt x="22" y="1489"/>
                    </a:cubicBezTo>
                    <a:cubicBezTo>
                      <a:pt x="0" y="952"/>
                      <a:pt x="21" y="553"/>
                      <a:pt x="359" y="118"/>
                    </a:cubicBezTo>
                    <a:cubicBezTo>
                      <a:pt x="470" y="16"/>
                      <a:pt x="470" y="16"/>
                      <a:pt x="588" y="0"/>
                    </a:cubicBezTo>
                    <a:close/>
                  </a:path>
                </a:pathLst>
              </a:custGeom>
              <a:solidFill>
                <a:srgbClr val="7B90D1"/>
              </a:solidFill>
              <a:ln w="2646" cap="flat">
                <a:noFill/>
              </a:ln>
            </p:spPr>
          </p:sp>
          <p:sp>
            <p:nvSpPr>
              <p:cNvPr id="2385" name="ICON_C_WINDOWS_GRAPHIC_path_357"/>
              <p:cNvSpPr/>
              <p:nvPr/>
            </p:nvSpPr>
            <p:spPr>
              <a:xfrm>
                <a:off x="5352521" y="7466542"/>
                <a:ext cx="21484" cy="42333"/>
              </a:xfrm>
              <a:custGeom>
                <a:avLst/>
                <a:gdLst/>
                <a:ahLst/>
                <a:cxnLst/>
                <a:rect l="0" t="0" r="r" b="b"/>
                <a:pathLst>
                  <a:path w="1692" h="3333" fill="norm" stroke="0">
                    <a:moveTo>
                      <a:pt x="0" y="0"/>
                    </a:moveTo>
                    <a:cubicBezTo>
                      <a:pt x="204" y="25"/>
                      <a:pt x="408" y="51"/>
                      <a:pt x="612" y="77"/>
                    </a:cubicBezTo>
                    <a:cubicBezTo>
                      <a:pt x="681" y="87"/>
                      <a:pt x="750" y="95"/>
                      <a:pt x="820" y="104"/>
                    </a:cubicBezTo>
                    <a:cubicBezTo>
                      <a:pt x="920" y="116"/>
                      <a:pt x="1019" y="129"/>
                      <a:pt x="1119" y="143"/>
                    </a:cubicBezTo>
                    <a:cubicBezTo>
                      <a:pt x="1150" y="146"/>
                      <a:pt x="1181" y="149"/>
                      <a:pt x="1212" y="153"/>
                    </a:cubicBezTo>
                    <a:cubicBezTo>
                      <a:pt x="1242" y="157"/>
                      <a:pt x="1271" y="161"/>
                      <a:pt x="1301" y="166"/>
                    </a:cubicBezTo>
                    <a:cubicBezTo>
                      <a:pt x="1326" y="169"/>
                      <a:pt x="1352" y="172"/>
                      <a:pt x="1378" y="175"/>
                    </a:cubicBezTo>
                    <a:cubicBezTo>
                      <a:pt x="1510" y="229"/>
                      <a:pt x="1578" y="306"/>
                      <a:pt x="1667" y="417"/>
                    </a:cubicBezTo>
                    <a:cubicBezTo>
                      <a:pt x="1692" y="553"/>
                      <a:pt x="1692" y="553"/>
                      <a:pt x="1690" y="708"/>
                    </a:cubicBezTo>
                    <a:cubicBezTo>
                      <a:pt x="1690" y="736"/>
                      <a:pt x="1690" y="765"/>
                      <a:pt x="1690" y="794"/>
                    </a:cubicBezTo>
                    <a:cubicBezTo>
                      <a:pt x="1690" y="888"/>
                      <a:pt x="1689" y="981"/>
                      <a:pt x="1687" y="1075"/>
                    </a:cubicBezTo>
                    <a:cubicBezTo>
                      <a:pt x="1687" y="1140"/>
                      <a:pt x="1686" y="1205"/>
                      <a:pt x="1686" y="1270"/>
                    </a:cubicBezTo>
                    <a:cubicBezTo>
                      <a:pt x="1685" y="1441"/>
                      <a:pt x="1683" y="1612"/>
                      <a:pt x="1681" y="1783"/>
                    </a:cubicBezTo>
                    <a:cubicBezTo>
                      <a:pt x="1679" y="1957"/>
                      <a:pt x="1678" y="2132"/>
                      <a:pt x="1677" y="2307"/>
                    </a:cubicBezTo>
                    <a:cubicBezTo>
                      <a:pt x="1675" y="2649"/>
                      <a:pt x="1671" y="2991"/>
                      <a:pt x="1667" y="3333"/>
                    </a:cubicBezTo>
                    <a:cubicBezTo>
                      <a:pt x="1598" y="3333"/>
                      <a:pt x="1529" y="3333"/>
                      <a:pt x="1458" y="3333"/>
                    </a:cubicBezTo>
                    <a:cubicBezTo>
                      <a:pt x="1458" y="3303"/>
                      <a:pt x="1458" y="3272"/>
                      <a:pt x="1457" y="3240"/>
                    </a:cubicBezTo>
                    <a:cubicBezTo>
                      <a:pt x="1454" y="2948"/>
                      <a:pt x="1445" y="2658"/>
                      <a:pt x="1431" y="2366"/>
                    </a:cubicBezTo>
                    <a:cubicBezTo>
                      <a:pt x="1424" y="2216"/>
                      <a:pt x="1419" y="2067"/>
                      <a:pt x="1418" y="1917"/>
                    </a:cubicBezTo>
                    <a:cubicBezTo>
                      <a:pt x="1411" y="1112"/>
                      <a:pt x="1411" y="1112"/>
                      <a:pt x="1250" y="833"/>
                    </a:cubicBezTo>
                    <a:cubicBezTo>
                      <a:pt x="1045" y="709"/>
                      <a:pt x="823" y="696"/>
                      <a:pt x="587" y="679"/>
                    </a:cubicBezTo>
                    <a:cubicBezTo>
                      <a:pt x="237" y="653"/>
                      <a:pt x="237" y="653"/>
                      <a:pt x="139" y="559"/>
                    </a:cubicBezTo>
                    <a:cubicBezTo>
                      <a:pt x="41" y="384"/>
                      <a:pt x="14" y="199"/>
                      <a:pt x="0" y="0"/>
                    </a:cubicBezTo>
                    <a:close/>
                  </a:path>
                </a:pathLst>
              </a:custGeom>
              <a:solidFill>
                <a:srgbClr val="D3CDD9"/>
              </a:solidFill>
              <a:ln w="2646" cap="flat">
                <a:noFill/>
              </a:ln>
            </p:spPr>
          </p:sp>
          <p:sp>
            <p:nvSpPr>
              <p:cNvPr id="2386" name="ICON_C_WINDOWS_GRAPHIC_path_358"/>
              <p:cNvSpPr/>
              <p:nvPr/>
            </p:nvSpPr>
            <p:spPr>
              <a:xfrm>
                <a:off x="6751886" y="7463896"/>
                <a:ext cx="13510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1064" h="2500" fill="norm" stroke="0">
                    <a:moveTo>
                      <a:pt x="230" y="0"/>
                    </a:moveTo>
                    <a:cubicBezTo>
                      <a:pt x="505" y="0"/>
                      <a:pt x="780" y="0"/>
                      <a:pt x="1064" y="0"/>
                    </a:cubicBezTo>
                    <a:cubicBezTo>
                      <a:pt x="915" y="852"/>
                      <a:pt x="685" y="1672"/>
                      <a:pt x="439" y="2500"/>
                    </a:cubicBezTo>
                    <a:cubicBezTo>
                      <a:pt x="151" y="2153"/>
                      <a:pt x="0" y="1804"/>
                      <a:pt x="30" y="1354"/>
                    </a:cubicBezTo>
                    <a:cubicBezTo>
                      <a:pt x="73" y="899"/>
                      <a:pt x="150" y="449"/>
                      <a:pt x="230" y="0"/>
                    </a:cubicBezTo>
                    <a:close/>
                  </a:path>
                </a:pathLst>
              </a:custGeom>
              <a:solidFill>
                <a:srgbClr val="9290AD"/>
              </a:solidFill>
              <a:ln w="2646" cap="flat">
                <a:noFill/>
              </a:ln>
            </p:spPr>
          </p:sp>
          <p:sp>
            <p:nvSpPr>
              <p:cNvPr id="2387" name="ICON_C_WINDOWS_GRAPHIC_path_359"/>
              <p:cNvSpPr/>
              <p:nvPr/>
            </p:nvSpPr>
            <p:spPr>
              <a:xfrm>
                <a:off x="6555380" y="7442729"/>
                <a:ext cx="14870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1171" h="3750" fill="norm" stroke="0">
                    <a:moveTo>
                      <a:pt x="912" y="0"/>
                    </a:moveTo>
                    <a:cubicBezTo>
                      <a:pt x="980" y="0"/>
                      <a:pt x="1049" y="0"/>
                      <a:pt x="1120" y="0"/>
                    </a:cubicBezTo>
                    <a:cubicBezTo>
                      <a:pt x="1130" y="226"/>
                      <a:pt x="1138" y="452"/>
                      <a:pt x="1143" y="678"/>
                    </a:cubicBezTo>
                    <a:cubicBezTo>
                      <a:pt x="1145" y="754"/>
                      <a:pt x="1148" y="831"/>
                      <a:pt x="1151" y="908"/>
                    </a:cubicBezTo>
                    <a:cubicBezTo>
                      <a:pt x="1171" y="1324"/>
                      <a:pt x="1166" y="1673"/>
                      <a:pt x="936" y="2034"/>
                    </a:cubicBezTo>
                    <a:cubicBezTo>
                      <a:pt x="920" y="2060"/>
                      <a:pt x="904" y="2087"/>
                      <a:pt x="887" y="2114"/>
                    </a:cubicBezTo>
                    <a:cubicBezTo>
                      <a:pt x="834" y="2186"/>
                      <a:pt x="834" y="2186"/>
                      <a:pt x="703" y="2292"/>
                    </a:cubicBezTo>
                    <a:cubicBezTo>
                      <a:pt x="566" y="2292"/>
                      <a:pt x="428" y="2292"/>
                      <a:pt x="287" y="2292"/>
                    </a:cubicBezTo>
                    <a:cubicBezTo>
                      <a:pt x="287" y="2773"/>
                      <a:pt x="287" y="3254"/>
                      <a:pt x="287" y="3750"/>
                    </a:cubicBezTo>
                    <a:cubicBezTo>
                      <a:pt x="218" y="3750"/>
                      <a:pt x="149" y="3750"/>
                      <a:pt x="78" y="3750"/>
                    </a:cubicBezTo>
                    <a:cubicBezTo>
                      <a:pt x="0" y="2698"/>
                      <a:pt x="52" y="1950"/>
                      <a:pt x="592" y="1038"/>
                    </a:cubicBezTo>
                    <a:cubicBezTo>
                      <a:pt x="778" y="716"/>
                      <a:pt x="850" y="363"/>
                      <a:pt x="912" y="0"/>
                    </a:cubicBezTo>
                    <a:close/>
                  </a:path>
                </a:pathLst>
              </a:custGeom>
              <a:solidFill>
                <a:srgbClr val="83A1AE"/>
              </a:solidFill>
              <a:ln w="2646" cap="flat">
                <a:noFill/>
              </a:ln>
            </p:spPr>
          </p:sp>
          <p:sp>
            <p:nvSpPr>
              <p:cNvPr id="2388" name="ICON_C_WINDOWS_GRAPHIC_path_360"/>
              <p:cNvSpPr/>
              <p:nvPr/>
            </p:nvSpPr>
            <p:spPr>
              <a:xfrm>
                <a:off x="6524186" y="7461250"/>
                <a:ext cx="8911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702" h="3125" fill="norm" stroke="0">
                    <a:moveTo>
                      <a:pt x="243" y="0"/>
                    </a:moveTo>
                    <a:cubicBezTo>
                      <a:pt x="631" y="393"/>
                      <a:pt x="702" y="780"/>
                      <a:pt x="700" y="1316"/>
                    </a:cubicBezTo>
                    <a:cubicBezTo>
                      <a:pt x="699" y="1486"/>
                      <a:pt x="694" y="1656"/>
                      <a:pt x="688" y="1827"/>
                    </a:cubicBezTo>
                    <a:cubicBezTo>
                      <a:pt x="684" y="1974"/>
                      <a:pt x="682" y="2120"/>
                      <a:pt x="680" y="2267"/>
                    </a:cubicBezTo>
                    <a:cubicBezTo>
                      <a:pt x="675" y="2553"/>
                      <a:pt x="668" y="2839"/>
                      <a:pt x="660" y="3125"/>
                    </a:cubicBezTo>
                    <a:cubicBezTo>
                      <a:pt x="591" y="3125"/>
                      <a:pt x="522" y="3125"/>
                      <a:pt x="451" y="3125"/>
                    </a:cubicBezTo>
                    <a:cubicBezTo>
                      <a:pt x="383" y="2781"/>
                      <a:pt x="314" y="2438"/>
                      <a:pt x="243" y="2083"/>
                    </a:cubicBezTo>
                    <a:cubicBezTo>
                      <a:pt x="174" y="2083"/>
                      <a:pt x="105" y="2083"/>
                      <a:pt x="35" y="2083"/>
                    </a:cubicBezTo>
                    <a:cubicBezTo>
                      <a:pt x="29" y="1854"/>
                      <a:pt x="26" y="1624"/>
                      <a:pt x="23" y="1394"/>
                    </a:cubicBezTo>
                    <a:cubicBezTo>
                      <a:pt x="22" y="1316"/>
                      <a:pt x="21" y="1238"/>
                      <a:pt x="19" y="1160"/>
                    </a:cubicBezTo>
                    <a:cubicBezTo>
                      <a:pt x="0" y="328"/>
                      <a:pt x="0" y="328"/>
                      <a:pt x="243" y="0"/>
                    </a:cubicBezTo>
                    <a:close/>
                  </a:path>
                </a:pathLst>
              </a:custGeom>
              <a:solidFill>
                <a:srgbClr val="8EA5B3"/>
              </a:solidFill>
              <a:ln w="2646" cap="flat">
                <a:noFill/>
              </a:ln>
            </p:spPr>
          </p:sp>
          <p:sp>
            <p:nvSpPr>
              <p:cNvPr id="2389" name="ICON_C_WINDOWS_GRAPHIC_path_361"/>
              <p:cNvSpPr/>
              <p:nvPr/>
            </p:nvSpPr>
            <p:spPr>
              <a:xfrm>
                <a:off x="5725583" y="7453312"/>
                <a:ext cx="21167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2292" fill="norm" stroke="0">
                    <a:moveTo>
                      <a:pt x="0" y="0"/>
                    </a:moveTo>
                    <a:cubicBezTo>
                      <a:pt x="69" y="0"/>
                      <a:pt x="137" y="0"/>
                      <a:pt x="208" y="0"/>
                    </a:cubicBezTo>
                    <a:cubicBezTo>
                      <a:pt x="208" y="413"/>
                      <a:pt x="208" y="825"/>
                      <a:pt x="208" y="1250"/>
                    </a:cubicBezTo>
                    <a:cubicBezTo>
                      <a:pt x="449" y="1216"/>
                      <a:pt x="449" y="1216"/>
                      <a:pt x="1667" y="1042"/>
                    </a:cubicBezTo>
                    <a:cubicBezTo>
                      <a:pt x="1598" y="1179"/>
                      <a:pt x="1529" y="1317"/>
                      <a:pt x="1458" y="1458"/>
                    </a:cubicBezTo>
                    <a:cubicBezTo>
                      <a:pt x="1317" y="1495"/>
                      <a:pt x="1268" y="1501"/>
                      <a:pt x="1133" y="1484"/>
                    </a:cubicBezTo>
                    <a:cubicBezTo>
                      <a:pt x="1034" y="1476"/>
                      <a:pt x="935" y="1467"/>
                      <a:pt x="833" y="1458"/>
                    </a:cubicBezTo>
                    <a:cubicBezTo>
                      <a:pt x="765" y="1733"/>
                      <a:pt x="696" y="2008"/>
                      <a:pt x="625" y="2292"/>
                    </a:cubicBezTo>
                    <a:cubicBezTo>
                      <a:pt x="419" y="2292"/>
                      <a:pt x="212" y="2292"/>
                      <a:pt x="0" y="2292"/>
                    </a:cubicBezTo>
                    <a:cubicBezTo>
                      <a:pt x="0" y="1535"/>
                      <a:pt x="0" y="779"/>
                      <a:pt x="0" y="0"/>
                    </a:cubicBezTo>
                    <a:close/>
                  </a:path>
                </a:pathLst>
              </a:custGeom>
              <a:solidFill>
                <a:srgbClr val="9F9CB7"/>
              </a:solidFill>
              <a:ln w="2646" cap="flat">
                <a:noFill/>
              </a:ln>
            </p:spPr>
          </p:sp>
          <p:sp>
            <p:nvSpPr>
              <p:cNvPr id="2390" name="ICON_C_WINDOWS_GRAPHIC_path_362"/>
              <p:cNvSpPr/>
              <p:nvPr/>
            </p:nvSpPr>
            <p:spPr>
              <a:xfrm>
                <a:off x="5222875" y="7436665"/>
                <a:ext cx="14031" cy="25045"/>
              </a:xfrm>
              <a:custGeom>
                <a:avLst/>
                <a:gdLst/>
                <a:ahLst/>
                <a:cxnLst/>
                <a:rect l="0" t="0" r="r" b="b"/>
                <a:pathLst>
                  <a:path w="1105" h="1972" fill="norm" stroke="0">
                    <a:moveTo>
                      <a:pt x="1042" y="61"/>
                    </a:moveTo>
                    <a:cubicBezTo>
                      <a:pt x="1052" y="261"/>
                      <a:pt x="1060" y="461"/>
                      <a:pt x="1065" y="661"/>
                    </a:cubicBezTo>
                    <a:cubicBezTo>
                      <a:pt x="1067" y="729"/>
                      <a:pt x="1069" y="797"/>
                      <a:pt x="1073" y="865"/>
                    </a:cubicBezTo>
                    <a:cubicBezTo>
                      <a:pt x="1091" y="1211"/>
                      <a:pt x="1105" y="1500"/>
                      <a:pt x="871" y="1775"/>
                    </a:cubicBezTo>
                    <a:cubicBezTo>
                      <a:pt x="656" y="1956"/>
                      <a:pt x="470" y="1972"/>
                      <a:pt x="201" y="1957"/>
                    </a:cubicBezTo>
                    <a:cubicBezTo>
                      <a:pt x="134" y="1951"/>
                      <a:pt x="67" y="1944"/>
                      <a:pt x="0" y="1936"/>
                    </a:cubicBezTo>
                    <a:cubicBezTo>
                      <a:pt x="50" y="1735"/>
                      <a:pt x="102" y="1535"/>
                      <a:pt x="155" y="1336"/>
                    </a:cubicBezTo>
                    <a:cubicBezTo>
                      <a:pt x="173" y="1268"/>
                      <a:pt x="190" y="1200"/>
                      <a:pt x="207" y="1132"/>
                    </a:cubicBezTo>
                    <a:cubicBezTo>
                      <a:pt x="309" y="723"/>
                      <a:pt x="490" y="0"/>
                      <a:pt x="1042" y="61"/>
                    </a:cubicBezTo>
                    <a:close/>
                  </a:path>
                </a:pathLst>
              </a:custGeom>
              <a:solidFill>
                <a:srgbClr val="7B7AA4"/>
              </a:solidFill>
              <a:ln w="2646" cap="flat">
                <a:noFill/>
              </a:ln>
            </p:spPr>
          </p:sp>
          <p:sp>
            <p:nvSpPr>
              <p:cNvPr id="2391" name="ICON_C_WINDOWS_GRAPHIC_path_363"/>
              <p:cNvSpPr/>
              <p:nvPr/>
            </p:nvSpPr>
            <p:spPr>
              <a:xfrm>
                <a:off x="6471277" y="7421199"/>
                <a:ext cx="18952" cy="32112"/>
              </a:xfrm>
              <a:custGeom>
                <a:avLst/>
                <a:gdLst/>
                <a:ahLst/>
                <a:cxnLst/>
                <a:rect l="0" t="0" r="r" b="b"/>
                <a:pathLst>
                  <a:path w="1492" h="2529" fill="norm" stroke="0">
                    <a:moveTo>
                      <a:pt x="1206" y="16"/>
                    </a:moveTo>
                    <a:cubicBezTo>
                      <a:pt x="1253" y="18"/>
                      <a:pt x="1253" y="18"/>
                      <a:pt x="1492" y="29"/>
                    </a:cubicBezTo>
                    <a:cubicBezTo>
                      <a:pt x="1424" y="304"/>
                      <a:pt x="1355" y="579"/>
                      <a:pt x="1284" y="862"/>
                    </a:cubicBezTo>
                    <a:cubicBezTo>
                      <a:pt x="1078" y="793"/>
                      <a:pt x="871" y="725"/>
                      <a:pt x="659" y="654"/>
                    </a:cubicBezTo>
                    <a:cubicBezTo>
                      <a:pt x="521" y="1272"/>
                      <a:pt x="384" y="1891"/>
                      <a:pt x="242" y="2529"/>
                    </a:cubicBezTo>
                    <a:cubicBezTo>
                      <a:pt x="0" y="1559"/>
                      <a:pt x="0" y="1559"/>
                      <a:pt x="173" y="1021"/>
                    </a:cubicBezTo>
                    <a:cubicBezTo>
                      <a:pt x="204" y="925"/>
                      <a:pt x="230" y="830"/>
                      <a:pt x="256" y="733"/>
                    </a:cubicBezTo>
                    <a:cubicBezTo>
                      <a:pt x="380" y="302"/>
                      <a:pt x="380" y="302"/>
                      <a:pt x="547" y="148"/>
                    </a:cubicBezTo>
                    <a:cubicBezTo>
                      <a:pt x="759" y="33"/>
                      <a:pt x="968" y="0"/>
                      <a:pt x="1206" y="16"/>
                    </a:cubicBezTo>
                    <a:close/>
                  </a:path>
                </a:pathLst>
              </a:custGeom>
              <a:solidFill>
                <a:srgbClr val="BBD0D5"/>
              </a:solidFill>
              <a:ln w="2646" cap="flat">
                <a:noFill/>
              </a:ln>
            </p:spPr>
          </p:sp>
          <p:sp>
            <p:nvSpPr>
              <p:cNvPr id="2392" name="ICON_C_WINDOWS_GRAPHIC_path_364"/>
              <p:cNvSpPr/>
              <p:nvPr/>
            </p:nvSpPr>
            <p:spPr>
              <a:xfrm>
                <a:off x="5341938" y="7508875"/>
                <a:ext cx="10583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833" h="3750" fill="norm" stroke="0">
                    <a:moveTo>
                      <a:pt x="625" y="0"/>
                    </a:moveTo>
                    <a:cubicBezTo>
                      <a:pt x="694" y="0"/>
                      <a:pt x="762" y="0"/>
                      <a:pt x="833" y="0"/>
                    </a:cubicBezTo>
                    <a:cubicBezTo>
                      <a:pt x="833" y="1237"/>
                      <a:pt x="833" y="2475"/>
                      <a:pt x="833" y="3750"/>
                    </a:cubicBezTo>
                    <a:cubicBezTo>
                      <a:pt x="558" y="3750"/>
                      <a:pt x="283" y="3750"/>
                      <a:pt x="0" y="3750"/>
                    </a:cubicBezTo>
                    <a:cubicBezTo>
                      <a:pt x="0" y="3544"/>
                      <a:pt x="0" y="3337"/>
                      <a:pt x="0" y="3125"/>
                    </a:cubicBezTo>
                    <a:cubicBezTo>
                      <a:pt x="206" y="3125"/>
                      <a:pt x="413" y="3125"/>
                      <a:pt x="625" y="3125"/>
                    </a:cubicBezTo>
                    <a:cubicBezTo>
                      <a:pt x="625" y="2094"/>
                      <a:pt x="625" y="1062"/>
                      <a:pt x="625" y="0"/>
                    </a:cubicBezTo>
                    <a:close/>
                  </a:path>
                </a:pathLst>
              </a:custGeom>
              <a:solidFill>
                <a:srgbClr val="C9C7DC"/>
              </a:solidFill>
              <a:ln w="2646" cap="flat">
                <a:noFill/>
              </a:ln>
            </p:spPr>
          </p:sp>
          <p:sp>
            <p:nvSpPr>
              <p:cNvPr id="2393" name="ICON_C_WINDOWS_GRAPHIC_path_365"/>
              <p:cNvSpPr/>
              <p:nvPr/>
            </p:nvSpPr>
            <p:spPr>
              <a:xfrm>
                <a:off x="6207125" y="7482417"/>
                <a:ext cx="7938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625" h="4375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1444"/>
                      <a:pt x="625" y="2888"/>
                      <a:pt x="625" y="4375"/>
                    </a:cubicBezTo>
                    <a:cubicBezTo>
                      <a:pt x="556" y="4375"/>
                      <a:pt x="488" y="4375"/>
                      <a:pt x="417" y="4375"/>
                    </a:cubicBezTo>
                    <a:cubicBezTo>
                      <a:pt x="417" y="3138"/>
                      <a:pt x="417" y="1900"/>
                      <a:pt x="417" y="625"/>
                    </a:cubicBezTo>
                    <a:cubicBezTo>
                      <a:pt x="279" y="625"/>
                      <a:pt x="142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D3D3E2"/>
              </a:solidFill>
              <a:ln w="2646" cap="flat">
                <a:noFill/>
              </a:ln>
            </p:spPr>
          </p:sp>
          <p:sp>
            <p:nvSpPr>
              <p:cNvPr id="2394" name="ICON_C_WINDOWS_GRAPHIC_path_366"/>
              <p:cNvSpPr/>
              <p:nvPr/>
            </p:nvSpPr>
            <p:spPr>
              <a:xfrm>
                <a:off x="6294004" y="7470841"/>
                <a:ext cx="24246" cy="20193"/>
              </a:xfrm>
              <a:custGeom>
                <a:avLst/>
                <a:gdLst/>
                <a:ahLst/>
                <a:cxnLst/>
                <a:rect l="0" t="0" r="r" b="b"/>
                <a:pathLst>
                  <a:path w="1909" h="1590" fill="norm" stroke="0">
                    <a:moveTo>
                      <a:pt x="451" y="0"/>
                    </a:moveTo>
                    <a:cubicBezTo>
                      <a:pt x="562" y="15"/>
                      <a:pt x="562" y="15"/>
                      <a:pt x="659" y="78"/>
                    </a:cubicBezTo>
                    <a:cubicBezTo>
                      <a:pt x="698" y="185"/>
                      <a:pt x="726" y="281"/>
                      <a:pt x="750" y="391"/>
                    </a:cubicBezTo>
                    <a:cubicBezTo>
                      <a:pt x="777" y="504"/>
                      <a:pt x="803" y="605"/>
                      <a:pt x="868" y="703"/>
                    </a:cubicBezTo>
                    <a:cubicBezTo>
                      <a:pt x="1079" y="790"/>
                      <a:pt x="1279" y="785"/>
                      <a:pt x="1493" y="703"/>
                    </a:cubicBezTo>
                    <a:cubicBezTo>
                      <a:pt x="1664" y="596"/>
                      <a:pt x="1788" y="447"/>
                      <a:pt x="1909" y="286"/>
                    </a:cubicBezTo>
                    <a:cubicBezTo>
                      <a:pt x="1853" y="1166"/>
                      <a:pt x="1853" y="1166"/>
                      <a:pt x="1623" y="1411"/>
                    </a:cubicBezTo>
                    <a:cubicBezTo>
                      <a:pt x="1426" y="1544"/>
                      <a:pt x="1222" y="1590"/>
                      <a:pt x="986" y="1570"/>
                    </a:cubicBezTo>
                    <a:cubicBezTo>
                      <a:pt x="609" y="1465"/>
                      <a:pt x="313" y="1130"/>
                      <a:pt x="95" y="818"/>
                    </a:cubicBezTo>
                    <a:cubicBezTo>
                      <a:pt x="19" y="674"/>
                      <a:pt x="0" y="579"/>
                      <a:pt x="31" y="420"/>
                    </a:cubicBezTo>
                    <a:cubicBezTo>
                      <a:pt x="107" y="209"/>
                      <a:pt x="215" y="40"/>
                      <a:pt x="451" y="0"/>
                    </a:cubicBezTo>
                    <a:close/>
                  </a:path>
                </a:pathLst>
              </a:custGeom>
              <a:solidFill>
                <a:srgbClr val="D8D5E3"/>
              </a:solidFill>
              <a:ln w="2646" cap="flat">
                <a:noFill/>
              </a:ln>
            </p:spPr>
          </p:sp>
          <p:sp>
            <p:nvSpPr>
              <p:cNvPr id="2395" name="ICON_C_WINDOWS_GRAPHIC_path_367"/>
              <p:cNvSpPr/>
              <p:nvPr/>
            </p:nvSpPr>
            <p:spPr>
              <a:xfrm>
                <a:off x="6090708" y="7471344"/>
                <a:ext cx="14232" cy="21915"/>
              </a:xfrm>
              <a:custGeom>
                <a:avLst/>
                <a:gdLst/>
                <a:ahLst/>
                <a:cxnLst/>
                <a:rect l="0" t="0" r="r" b="b"/>
                <a:pathLst>
                  <a:path w="1121" h="1726" fill="norm" stroke="0">
                    <a:moveTo>
                      <a:pt x="1042" y="39"/>
                    </a:moveTo>
                    <a:cubicBezTo>
                      <a:pt x="1121" y="1062"/>
                      <a:pt x="1121" y="1062"/>
                      <a:pt x="873" y="1458"/>
                    </a:cubicBezTo>
                    <a:cubicBezTo>
                      <a:pt x="858" y="1484"/>
                      <a:pt x="843" y="1509"/>
                      <a:pt x="828" y="1536"/>
                    </a:cubicBezTo>
                    <a:cubicBezTo>
                      <a:pt x="765" y="1622"/>
                      <a:pt x="724" y="1660"/>
                      <a:pt x="625" y="1705"/>
                    </a:cubicBezTo>
                    <a:cubicBezTo>
                      <a:pt x="414" y="1726"/>
                      <a:pt x="211" y="1720"/>
                      <a:pt x="0" y="1705"/>
                    </a:cubicBezTo>
                    <a:cubicBezTo>
                      <a:pt x="20" y="1534"/>
                      <a:pt x="42" y="1364"/>
                      <a:pt x="66" y="1194"/>
                    </a:cubicBezTo>
                    <a:cubicBezTo>
                      <a:pt x="74" y="1136"/>
                      <a:pt x="81" y="1079"/>
                      <a:pt x="88" y="1021"/>
                    </a:cubicBezTo>
                    <a:cubicBezTo>
                      <a:pt x="133" y="631"/>
                      <a:pt x="206" y="377"/>
                      <a:pt x="509" y="108"/>
                    </a:cubicBezTo>
                    <a:cubicBezTo>
                      <a:pt x="688" y="1"/>
                      <a:pt x="840" y="0"/>
                      <a:pt x="1042" y="39"/>
                    </a:cubicBezTo>
                    <a:close/>
                  </a:path>
                </a:pathLst>
              </a:custGeom>
              <a:solidFill>
                <a:srgbClr val="F7C6D9"/>
              </a:solidFill>
              <a:ln w="2646" cap="flat">
                <a:noFill/>
              </a:ln>
            </p:spPr>
          </p:sp>
          <p:sp>
            <p:nvSpPr>
              <p:cNvPr id="2396" name="ICON_C_WINDOWS_GRAPHIC_path_368"/>
              <p:cNvSpPr/>
              <p:nvPr/>
            </p:nvSpPr>
            <p:spPr>
              <a:xfrm>
                <a:off x="6471497" y="7434792"/>
                <a:ext cx="18732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1475" h="3125" fill="norm" stroke="0">
                    <a:moveTo>
                      <a:pt x="642" y="0"/>
                    </a:moveTo>
                    <a:cubicBezTo>
                      <a:pt x="710" y="0"/>
                      <a:pt x="779" y="0"/>
                      <a:pt x="850" y="0"/>
                    </a:cubicBezTo>
                    <a:cubicBezTo>
                      <a:pt x="850" y="756"/>
                      <a:pt x="850" y="1513"/>
                      <a:pt x="850" y="2292"/>
                    </a:cubicBezTo>
                    <a:cubicBezTo>
                      <a:pt x="1056" y="2223"/>
                      <a:pt x="1262" y="2154"/>
                      <a:pt x="1475" y="2083"/>
                    </a:cubicBezTo>
                    <a:cubicBezTo>
                      <a:pt x="1475" y="2221"/>
                      <a:pt x="1475" y="2358"/>
                      <a:pt x="1475" y="2500"/>
                    </a:cubicBezTo>
                    <a:cubicBezTo>
                      <a:pt x="1447" y="2505"/>
                      <a:pt x="1447" y="2505"/>
                      <a:pt x="1307" y="2531"/>
                    </a:cubicBezTo>
                    <a:cubicBezTo>
                      <a:pt x="830" y="2629"/>
                      <a:pt x="521" y="2724"/>
                      <a:pt x="225" y="3125"/>
                    </a:cubicBezTo>
                    <a:cubicBezTo>
                      <a:pt x="178" y="2996"/>
                      <a:pt x="136" y="2866"/>
                      <a:pt x="95" y="2734"/>
                    </a:cubicBezTo>
                    <a:cubicBezTo>
                      <a:pt x="81" y="2698"/>
                      <a:pt x="68" y="2662"/>
                      <a:pt x="54" y="2625"/>
                    </a:cubicBezTo>
                    <a:cubicBezTo>
                      <a:pt x="18" y="2503"/>
                      <a:pt x="0" y="2418"/>
                      <a:pt x="17" y="2292"/>
                    </a:cubicBezTo>
                    <a:cubicBezTo>
                      <a:pt x="100" y="2205"/>
                      <a:pt x="100" y="2205"/>
                      <a:pt x="212" y="2116"/>
                    </a:cubicBezTo>
                    <a:cubicBezTo>
                      <a:pt x="482" y="1894"/>
                      <a:pt x="498" y="1633"/>
                      <a:pt x="532" y="1299"/>
                    </a:cubicBezTo>
                    <a:cubicBezTo>
                      <a:pt x="544" y="1170"/>
                      <a:pt x="554" y="1041"/>
                      <a:pt x="564" y="911"/>
                    </a:cubicBezTo>
                    <a:cubicBezTo>
                      <a:pt x="571" y="823"/>
                      <a:pt x="580" y="735"/>
                      <a:pt x="588" y="646"/>
                    </a:cubicBezTo>
                    <a:cubicBezTo>
                      <a:pt x="608" y="431"/>
                      <a:pt x="626" y="216"/>
                      <a:pt x="642" y="0"/>
                    </a:cubicBezTo>
                    <a:close/>
                  </a:path>
                </a:pathLst>
              </a:custGeom>
              <a:solidFill>
                <a:srgbClr val="8EA7B6"/>
              </a:solidFill>
              <a:ln w="2646" cap="flat">
                <a:noFill/>
              </a:ln>
            </p:spPr>
          </p:sp>
          <p:sp>
            <p:nvSpPr>
              <p:cNvPr id="2397" name="ICON_C_WINDOWS_GRAPHIC_path_369"/>
              <p:cNvSpPr/>
              <p:nvPr/>
            </p:nvSpPr>
            <p:spPr>
              <a:xfrm>
                <a:off x="6566958" y="7432146"/>
                <a:ext cx="21675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707" h="1875" fill="norm" stroke="0">
                    <a:moveTo>
                      <a:pt x="208" y="0"/>
                    </a:moveTo>
                    <a:cubicBezTo>
                      <a:pt x="851" y="83"/>
                      <a:pt x="851" y="83"/>
                      <a:pt x="1042" y="208"/>
                    </a:cubicBezTo>
                    <a:cubicBezTo>
                      <a:pt x="1141" y="374"/>
                      <a:pt x="1161" y="553"/>
                      <a:pt x="1189" y="741"/>
                    </a:cubicBezTo>
                    <a:cubicBezTo>
                      <a:pt x="1232" y="1028"/>
                      <a:pt x="1232" y="1028"/>
                      <a:pt x="1353" y="1121"/>
                    </a:cubicBezTo>
                    <a:cubicBezTo>
                      <a:pt x="1429" y="1145"/>
                      <a:pt x="1505" y="1169"/>
                      <a:pt x="1581" y="1191"/>
                    </a:cubicBezTo>
                    <a:cubicBezTo>
                      <a:pt x="1609" y="1211"/>
                      <a:pt x="1638" y="1230"/>
                      <a:pt x="1667" y="1250"/>
                    </a:cubicBezTo>
                    <a:cubicBezTo>
                      <a:pt x="1707" y="1474"/>
                      <a:pt x="1687" y="1642"/>
                      <a:pt x="1667" y="1875"/>
                    </a:cubicBezTo>
                    <a:cubicBezTo>
                      <a:pt x="1392" y="1806"/>
                      <a:pt x="1117" y="1737"/>
                      <a:pt x="833" y="1667"/>
                    </a:cubicBezTo>
                    <a:cubicBezTo>
                      <a:pt x="833" y="1323"/>
                      <a:pt x="833" y="979"/>
                      <a:pt x="833" y="625"/>
                    </a:cubicBezTo>
                    <a:cubicBezTo>
                      <a:pt x="558" y="694"/>
                      <a:pt x="283" y="763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97B6BF"/>
              </a:solidFill>
              <a:ln w="2646" cap="flat">
                <a:noFill/>
              </a:ln>
            </p:spPr>
          </p:sp>
          <p:sp>
            <p:nvSpPr>
              <p:cNvPr id="2398" name="ICON_C_WINDOWS_GRAPHIC_path_370"/>
              <p:cNvSpPr/>
              <p:nvPr/>
            </p:nvSpPr>
            <p:spPr>
              <a:xfrm>
                <a:off x="6101292" y="7440083"/>
                <a:ext cx="18521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2083" fill="norm" stroke="0">
                    <a:moveTo>
                      <a:pt x="1250" y="0"/>
                    </a:moveTo>
                    <a:cubicBezTo>
                      <a:pt x="1319" y="688"/>
                      <a:pt x="1387" y="1375"/>
                      <a:pt x="1458" y="2083"/>
                    </a:cubicBezTo>
                    <a:cubicBezTo>
                      <a:pt x="1252" y="1877"/>
                      <a:pt x="1046" y="1671"/>
                      <a:pt x="833" y="1458"/>
                    </a:cubicBezTo>
                    <a:cubicBezTo>
                      <a:pt x="833" y="1321"/>
                      <a:pt x="833" y="1183"/>
                      <a:pt x="833" y="1042"/>
                    </a:cubicBezTo>
                    <a:cubicBezTo>
                      <a:pt x="757" y="956"/>
                      <a:pt x="757" y="956"/>
                      <a:pt x="651" y="910"/>
                    </a:cubicBezTo>
                    <a:cubicBezTo>
                      <a:pt x="614" y="892"/>
                      <a:pt x="576" y="875"/>
                      <a:pt x="537" y="857"/>
                    </a:cubicBezTo>
                    <a:cubicBezTo>
                      <a:pt x="497" y="841"/>
                      <a:pt x="458" y="824"/>
                      <a:pt x="417" y="807"/>
                    </a:cubicBezTo>
                    <a:cubicBezTo>
                      <a:pt x="377" y="789"/>
                      <a:pt x="337" y="771"/>
                      <a:pt x="296" y="753"/>
                    </a:cubicBezTo>
                    <a:cubicBezTo>
                      <a:pt x="198" y="709"/>
                      <a:pt x="99" y="666"/>
                      <a:pt x="0" y="625"/>
                    </a:cubicBezTo>
                    <a:cubicBezTo>
                      <a:pt x="144" y="535"/>
                      <a:pt x="289" y="446"/>
                      <a:pt x="434" y="358"/>
                    </a:cubicBezTo>
                    <a:cubicBezTo>
                      <a:pt x="483" y="328"/>
                      <a:pt x="532" y="298"/>
                      <a:pt x="581" y="267"/>
                    </a:cubicBezTo>
                    <a:cubicBezTo>
                      <a:pt x="651" y="223"/>
                      <a:pt x="723" y="180"/>
                      <a:pt x="794" y="137"/>
                    </a:cubicBezTo>
                    <a:cubicBezTo>
                      <a:pt x="836" y="111"/>
                      <a:pt x="879" y="84"/>
                      <a:pt x="922" y="57"/>
                    </a:cubicBezTo>
                    <a:cubicBezTo>
                      <a:pt x="1042" y="0"/>
                      <a:pt x="1042" y="0"/>
                      <a:pt x="1250" y="0"/>
                    </a:cubicBezTo>
                    <a:close/>
                  </a:path>
                </a:pathLst>
              </a:custGeom>
              <a:solidFill>
                <a:srgbClr val="D581A8"/>
              </a:solidFill>
              <a:ln w="2646" cap="flat">
                <a:noFill/>
              </a:ln>
            </p:spPr>
          </p:sp>
          <p:sp>
            <p:nvSpPr>
              <p:cNvPr id="2399" name="ICON_C_WINDOWS_GRAPHIC_path_371"/>
              <p:cNvSpPr/>
              <p:nvPr/>
            </p:nvSpPr>
            <p:spPr>
              <a:xfrm>
                <a:off x="6492875" y="7408333"/>
                <a:ext cx="7938" cy="4497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3542" fill="norm" stroke="0">
                    <a:moveTo>
                      <a:pt x="417" y="0"/>
                    </a:moveTo>
                    <a:cubicBezTo>
                      <a:pt x="485" y="0"/>
                      <a:pt x="554" y="0"/>
                      <a:pt x="625" y="0"/>
                    </a:cubicBezTo>
                    <a:cubicBezTo>
                      <a:pt x="625" y="1169"/>
                      <a:pt x="625" y="2337"/>
                      <a:pt x="625" y="3542"/>
                    </a:cubicBezTo>
                    <a:cubicBezTo>
                      <a:pt x="419" y="3542"/>
                      <a:pt x="213" y="3542"/>
                      <a:pt x="0" y="3542"/>
                    </a:cubicBezTo>
                    <a:cubicBezTo>
                      <a:pt x="0" y="3129"/>
                      <a:pt x="0" y="2717"/>
                      <a:pt x="0" y="2292"/>
                    </a:cubicBezTo>
                    <a:cubicBezTo>
                      <a:pt x="69" y="2292"/>
                      <a:pt x="138" y="2292"/>
                      <a:pt x="208" y="2292"/>
                    </a:cubicBezTo>
                    <a:cubicBezTo>
                      <a:pt x="277" y="1535"/>
                      <a:pt x="346" y="779"/>
                      <a:pt x="417" y="0"/>
                    </a:cubicBezTo>
                    <a:close/>
                  </a:path>
                </a:pathLst>
              </a:custGeom>
              <a:solidFill>
                <a:srgbClr val="C2D7DF"/>
              </a:solidFill>
              <a:ln w="2646" cap="flat">
                <a:noFill/>
              </a:ln>
            </p:spPr>
          </p:sp>
          <p:sp>
            <p:nvSpPr>
              <p:cNvPr id="2400" name="ICON_C_WINDOWS_GRAPHIC_path_372"/>
              <p:cNvSpPr/>
              <p:nvPr/>
            </p:nvSpPr>
            <p:spPr>
              <a:xfrm>
                <a:off x="5802312" y="7392458"/>
                <a:ext cx="7938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625" h="4375" fill="norm" stroke="0">
                    <a:moveTo>
                      <a:pt x="0" y="0"/>
                    </a:moveTo>
                    <a:cubicBezTo>
                      <a:pt x="69" y="0"/>
                      <a:pt x="137" y="0"/>
                      <a:pt x="208" y="0"/>
                    </a:cubicBezTo>
                    <a:cubicBezTo>
                      <a:pt x="208" y="1237"/>
                      <a:pt x="208" y="2475"/>
                      <a:pt x="208" y="3750"/>
                    </a:cubicBezTo>
                    <a:cubicBezTo>
                      <a:pt x="346" y="3750"/>
                      <a:pt x="483" y="3750"/>
                      <a:pt x="625" y="3750"/>
                    </a:cubicBezTo>
                    <a:cubicBezTo>
                      <a:pt x="625" y="3956"/>
                      <a:pt x="625" y="4163"/>
                      <a:pt x="625" y="4375"/>
                    </a:cubicBezTo>
                    <a:cubicBezTo>
                      <a:pt x="419" y="4375"/>
                      <a:pt x="212" y="4375"/>
                      <a:pt x="0" y="4375"/>
                    </a:cubicBezTo>
                    <a:cubicBezTo>
                      <a:pt x="0" y="2931"/>
                      <a:pt x="0" y="1487"/>
                      <a:pt x="0" y="0"/>
                    </a:cubicBezTo>
                    <a:close/>
                  </a:path>
                </a:pathLst>
              </a:custGeom>
              <a:solidFill>
                <a:srgbClr val="E2E1EB"/>
              </a:solidFill>
              <a:ln w="2646" cap="flat">
                <a:noFill/>
              </a:ln>
            </p:spPr>
          </p:sp>
          <p:sp>
            <p:nvSpPr>
              <p:cNvPr id="2401" name="ICON_C_WINDOWS_GRAPHIC_path_373"/>
              <p:cNvSpPr/>
              <p:nvPr/>
            </p:nvSpPr>
            <p:spPr>
              <a:xfrm>
                <a:off x="6101292" y="7288969"/>
                <a:ext cx="16065" cy="21468"/>
              </a:xfrm>
              <a:custGeom>
                <a:avLst/>
                <a:gdLst/>
                <a:ahLst/>
                <a:cxnLst/>
                <a:rect l="0" t="0" r="r" b="b"/>
                <a:pathLst>
                  <a:path w="1265" h="1690" fill="norm" stroke="0">
                    <a:moveTo>
                      <a:pt x="0" y="24"/>
                    </a:moveTo>
                    <a:cubicBezTo>
                      <a:pt x="169" y="18"/>
                      <a:pt x="339" y="14"/>
                      <a:pt x="508" y="11"/>
                    </a:cubicBezTo>
                    <a:cubicBezTo>
                      <a:pt x="556" y="9"/>
                      <a:pt x="604" y="7"/>
                      <a:pt x="653" y="5"/>
                    </a:cubicBezTo>
                    <a:cubicBezTo>
                      <a:pt x="699" y="5"/>
                      <a:pt x="746" y="4"/>
                      <a:pt x="794" y="3"/>
                    </a:cubicBezTo>
                    <a:cubicBezTo>
                      <a:pt x="836" y="2"/>
                      <a:pt x="879" y="1"/>
                      <a:pt x="922" y="0"/>
                    </a:cubicBezTo>
                    <a:cubicBezTo>
                      <a:pt x="1092" y="34"/>
                      <a:pt x="1151" y="91"/>
                      <a:pt x="1250" y="232"/>
                    </a:cubicBezTo>
                    <a:cubicBezTo>
                      <a:pt x="1265" y="349"/>
                      <a:pt x="1246" y="456"/>
                      <a:pt x="1225" y="571"/>
                    </a:cubicBezTo>
                    <a:cubicBezTo>
                      <a:pt x="1220" y="604"/>
                      <a:pt x="1215" y="636"/>
                      <a:pt x="1210" y="669"/>
                    </a:cubicBezTo>
                    <a:cubicBezTo>
                      <a:pt x="1194" y="771"/>
                      <a:pt x="1176" y="872"/>
                      <a:pt x="1159" y="974"/>
                    </a:cubicBezTo>
                    <a:cubicBezTo>
                      <a:pt x="1148" y="1044"/>
                      <a:pt x="1137" y="1113"/>
                      <a:pt x="1126" y="1182"/>
                    </a:cubicBezTo>
                    <a:cubicBezTo>
                      <a:pt x="1099" y="1352"/>
                      <a:pt x="1071" y="1521"/>
                      <a:pt x="1042" y="1690"/>
                    </a:cubicBezTo>
                    <a:cubicBezTo>
                      <a:pt x="926" y="1555"/>
                      <a:pt x="811" y="1417"/>
                      <a:pt x="697" y="1280"/>
                    </a:cubicBezTo>
                    <a:cubicBezTo>
                      <a:pt x="658" y="1233"/>
                      <a:pt x="619" y="1187"/>
                      <a:pt x="580" y="1141"/>
                    </a:cubicBezTo>
                    <a:cubicBezTo>
                      <a:pt x="282" y="792"/>
                      <a:pt x="116" y="469"/>
                      <a:pt x="0" y="24"/>
                    </a:cubicBezTo>
                    <a:close/>
                  </a:path>
                </a:pathLst>
              </a:custGeom>
              <a:solidFill>
                <a:srgbClr val="F8759D"/>
              </a:solidFill>
              <a:ln w="2646" cap="flat">
                <a:noFill/>
              </a:ln>
            </p:spPr>
          </p:sp>
          <p:sp>
            <p:nvSpPr>
              <p:cNvPr id="2402" name="ICON_C_WINDOWS_GRAPHIC_path_374"/>
              <p:cNvSpPr/>
              <p:nvPr/>
            </p:nvSpPr>
            <p:spPr>
              <a:xfrm>
                <a:off x="6786562" y="7474479"/>
                <a:ext cx="15875" cy="27649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2177" fill="norm" stroke="0">
                    <a:moveTo>
                      <a:pt x="417" y="0"/>
                    </a:moveTo>
                    <a:cubicBezTo>
                      <a:pt x="438" y="133"/>
                      <a:pt x="460" y="266"/>
                      <a:pt x="482" y="404"/>
                    </a:cubicBezTo>
                    <a:cubicBezTo>
                      <a:pt x="559" y="777"/>
                      <a:pt x="559" y="777"/>
                      <a:pt x="696" y="893"/>
                    </a:cubicBezTo>
                    <a:cubicBezTo>
                      <a:pt x="872" y="983"/>
                      <a:pt x="1056" y="1017"/>
                      <a:pt x="1250" y="1042"/>
                    </a:cubicBezTo>
                    <a:cubicBezTo>
                      <a:pt x="773" y="2003"/>
                      <a:pt x="773" y="2003"/>
                      <a:pt x="534" y="2133"/>
                    </a:cubicBezTo>
                    <a:cubicBezTo>
                      <a:pt x="333" y="2177"/>
                      <a:pt x="210" y="2133"/>
                      <a:pt x="0" y="2083"/>
                    </a:cubicBezTo>
                    <a:cubicBezTo>
                      <a:pt x="0" y="1740"/>
                      <a:pt x="0" y="1396"/>
                      <a:pt x="0" y="1042"/>
                    </a:cubicBezTo>
                    <a:cubicBezTo>
                      <a:pt x="137" y="1042"/>
                      <a:pt x="275" y="1042"/>
                      <a:pt x="417" y="1042"/>
                    </a:cubicBezTo>
                    <a:cubicBezTo>
                      <a:pt x="417" y="698"/>
                      <a:pt x="417" y="354"/>
                      <a:pt x="417" y="0"/>
                    </a:cubicBezTo>
                    <a:close/>
                  </a:path>
                </a:pathLst>
              </a:custGeom>
              <a:solidFill>
                <a:srgbClr val="C0BBCF"/>
              </a:solidFill>
              <a:ln w="2646" cap="flat">
                <a:noFill/>
              </a:ln>
            </p:spPr>
          </p:sp>
          <p:sp>
            <p:nvSpPr>
              <p:cNvPr id="2403" name="ICON_C_WINDOWS_GRAPHIC_path_375"/>
              <p:cNvSpPr/>
              <p:nvPr/>
            </p:nvSpPr>
            <p:spPr>
              <a:xfrm>
                <a:off x="6611938" y="7458604"/>
                <a:ext cx="17632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388" h="1250" fill="norm" stroke="0">
                    <a:moveTo>
                      <a:pt x="0" y="0"/>
                    </a:moveTo>
                    <a:cubicBezTo>
                      <a:pt x="920" y="201"/>
                      <a:pt x="920" y="201"/>
                      <a:pt x="1250" y="417"/>
                    </a:cubicBezTo>
                    <a:cubicBezTo>
                      <a:pt x="1388" y="654"/>
                      <a:pt x="1333" y="924"/>
                      <a:pt x="1270" y="1180"/>
                    </a:cubicBezTo>
                    <a:cubicBezTo>
                      <a:pt x="1263" y="1203"/>
                      <a:pt x="1257" y="1226"/>
                      <a:pt x="1250" y="1250"/>
                    </a:cubicBezTo>
                    <a:cubicBezTo>
                      <a:pt x="510" y="1229"/>
                      <a:pt x="510" y="1229"/>
                      <a:pt x="208" y="1042"/>
                    </a:cubicBezTo>
                    <a:cubicBezTo>
                      <a:pt x="19" y="738"/>
                      <a:pt x="10" y="350"/>
                      <a:pt x="0" y="0"/>
                    </a:cubicBezTo>
                    <a:close/>
                  </a:path>
                </a:pathLst>
              </a:custGeom>
              <a:solidFill>
                <a:srgbClr val="73799E"/>
              </a:solidFill>
              <a:ln w="2646" cap="flat">
                <a:noFill/>
              </a:ln>
            </p:spPr>
          </p:sp>
          <p:sp>
            <p:nvSpPr>
              <p:cNvPr id="2404" name="ICON_C_WINDOWS_GRAPHIC_path_376"/>
              <p:cNvSpPr/>
              <p:nvPr/>
            </p:nvSpPr>
            <p:spPr>
              <a:xfrm>
                <a:off x="6580188" y="7448021"/>
                <a:ext cx="13229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2083" fill="norm" stroke="0">
                    <a:moveTo>
                      <a:pt x="625" y="0"/>
                    </a:moveTo>
                    <a:cubicBezTo>
                      <a:pt x="694" y="0"/>
                      <a:pt x="763" y="0"/>
                      <a:pt x="833" y="0"/>
                    </a:cubicBezTo>
                    <a:cubicBezTo>
                      <a:pt x="902" y="481"/>
                      <a:pt x="971" y="962"/>
                      <a:pt x="1042" y="1458"/>
                    </a:cubicBezTo>
                    <a:cubicBezTo>
                      <a:pt x="835" y="1527"/>
                      <a:pt x="629" y="1596"/>
                      <a:pt x="417" y="1667"/>
                    </a:cubicBezTo>
                    <a:cubicBezTo>
                      <a:pt x="279" y="1804"/>
                      <a:pt x="142" y="1942"/>
                      <a:pt x="0" y="2083"/>
                    </a:cubicBezTo>
                    <a:cubicBezTo>
                      <a:pt x="0" y="1533"/>
                      <a:pt x="0" y="983"/>
                      <a:pt x="0" y="417"/>
                    </a:cubicBezTo>
                    <a:cubicBezTo>
                      <a:pt x="206" y="485"/>
                      <a:pt x="413" y="554"/>
                      <a:pt x="625" y="625"/>
                    </a:cubicBezTo>
                    <a:cubicBezTo>
                      <a:pt x="625" y="419"/>
                      <a:pt x="625" y="212"/>
                      <a:pt x="625" y="0"/>
                    </a:cubicBezTo>
                    <a:close/>
                  </a:path>
                </a:pathLst>
              </a:custGeom>
              <a:solidFill>
                <a:srgbClr val="8DB1BD"/>
              </a:solidFill>
              <a:ln w="2646" cap="flat">
                <a:noFill/>
              </a:ln>
            </p:spPr>
          </p:sp>
          <p:sp>
            <p:nvSpPr>
              <p:cNvPr id="2405" name="ICON_C_WINDOWS_GRAPHIC_path_377"/>
              <p:cNvSpPr/>
              <p:nvPr/>
            </p:nvSpPr>
            <p:spPr>
              <a:xfrm>
                <a:off x="6127448" y="7429500"/>
                <a:ext cx="10885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857" h="1458" fill="norm" stroke="0">
                    <a:moveTo>
                      <a:pt x="232" y="0"/>
                    </a:moveTo>
                    <a:cubicBezTo>
                      <a:pt x="438" y="0"/>
                      <a:pt x="645" y="0"/>
                      <a:pt x="857" y="0"/>
                    </a:cubicBezTo>
                    <a:cubicBezTo>
                      <a:pt x="857" y="481"/>
                      <a:pt x="857" y="962"/>
                      <a:pt x="857" y="1458"/>
                    </a:cubicBezTo>
                    <a:cubicBezTo>
                      <a:pt x="582" y="1390"/>
                      <a:pt x="307" y="1321"/>
                      <a:pt x="24" y="1250"/>
                    </a:cubicBezTo>
                    <a:cubicBezTo>
                      <a:pt x="18" y="1081"/>
                      <a:pt x="14" y="911"/>
                      <a:pt x="11" y="742"/>
                    </a:cubicBezTo>
                    <a:cubicBezTo>
                      <a:pt x="9" y="694"/>
                      <a:pt x="7" y="646"/>
                      <a:pt x="5" y="597"/>
                    </a:cubicBezTo>
                    <a:cubicBezTo>
                      <a:pt x="5" y="551"/>
                      <a:pt x="4" y="504"/>
                      <a:pt x="3" y="456"/>
                    </a:cubicBezTo>
                    <a:cubicBezTo>
                      <a:pt x="2" y="414"/>
                      <a:pt x="1" y="371"/>
                      <a:pt x="0" y="328"/>
                    </a:cubicBezTo>
                    <a:cubicBezTo>
                      <a:pt x="24" y="208"/>
                      <a:pt x="24" y="208"/>
                      <a:pt x="232" y="0"/>
                    </a:cubicBezTo>
                    <a:close/>
                  </a:path>
                </a:pathLst>
              </a:custGeom>
              <a:solidFill>
                <a:srgbClr val="8E84A2"/>
              </a:solidFill>
              <a:ln w="2646" cap="flat">
                <a:noFill/>
              </a:ln>
            </p:spPr>
          </p:sp>
          <p:sp>
            <p:nvSpPr>
              <p:cNvPr id="2406" name="ICON_C_WINDOWS_GRAPHIC_path_378"/>
              <p:cNvSpPr/>
              <p:nvPr/>
            </p:nvSpPr>
            <p:spPr>
              <a:xfrm>
                <a:off x="5534782" y="7405688"/>
                <a:ext cx="8239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649" h="1875" fill="norm" stroke="0">
                    <a:moveTo>
                      <a:pt x="649" y="0"/>
                    </a:moveTo>
                    <a:cubicBezTo>
                      <a:pt x="649" y="619"/>
                      <a:pt x="649" y="1237"/>
                      <a:pt x="649" y="1875"/>
                    </a:cubicBezTo>
                    <a:cubicBezTo>
                      <a:pt x="442" y="1875"/>
                      <a:pt x="236" y="1875"/>
                      <a:pt x="24" y="1875"/>
                    </a:cubicBezTo>
                    <a:cubicBezTo>
                      <a:pt x="19" y="1641"/>
                      <a:pt x="15" y="1408"/>
                      <a:pt x="12" y="1174"/>
                    </a:cubicBezTo>
                    <a:cubicBezTo>
                      <a:pt x="11" y="1095"/>
                      <a:pt x="10" y="1016"/>
                      <a:pt x="8" y="936"/>
                    </a:cubicBezTo>
                    <a:cubicBezTo>
                      <a:pt x="5" y="822"/>
                      <a:pt x="4" y="707"/>
                      <a:pt x="3" y="593"/>
                    </a:cubicBezTo>
                    <a:cubicBezTo>
                      <a:pt x="2" y="558"/>
                      <a:pt x="1" y="523"/>
                      <a:pt x="0" y="486"/>
                    </a:cubicBezTo>
                    <a:cubicBezTo>
                      <a:pt x="0" y="315"/>
                      <a:pt x="12" y="228"/>
                      <a:pt x="103" y="80"/>
                    </a:cubicBezTo>
                    <a:cubicBezTo>
                      <a:pt x="232" y="0"/>
                      <a:pt x="232" y="0"/>
                      <a:pt x="649" y="0"/>
                    </a:cubicBezTo>
                    <a:close/>
                  </a:path>
                </a:pathLst>
              </a:custGeom>
              <a:solidFill>
                <a:srgbClr val="7B91CB"/>
              </a:solidFill>
              <a:ln w="2646" cap="flat">
                <a:noFill/>
              </a:ln>
            </p:spPr>
          </p:sp>
          <p:sp>
            <p:nvSpPr>
              <p:cNvPr id="2407" name="ICON_C_WINDOWS_GRAPHIC_path_379"/>
              <p:cNvSpPr/>
              <p:nvPr/>
            </p:nvSpPr>
            <p:spPr>
              <a:xfrm>
                <a:off x="5553303" y="7397750"/>
                <a:ext cx="8700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685" h="2083" fill="norm" stroke="0">
                    <a:moveTo>
                      <a:pt x="232" y="0"/>
                    </a:moveTo>
                    <a:cubicBezTo>
                      <a:pt x="505" y="256"/>
                      <a:pt x="653" y="516"/>
                      <a:pt x="674" y="893"/>
                    </a:cubicBezTo>
                    <a:cubicBezTo>
                      <a:pt x="685" y="1290"/>
                      <a:pt x="668" y="1687"/>
                      <a:pt x="649" y="2083"/>
                    </a:cubicBezTo>
                    <a:cubicBezTo>
                      <a:pt x="442" y="2083"/>
                      <a:pt x="236" y="2083"/>
                      <a:pt x="24" y="2083"/>
                    </a:cubicBezTo>
                    <a:cubicBezTo>
                      <a:pt x="19" y="1820"/>
                      <a:pt x="15" y="1557"/>
                      <a:pt x="12" y="1294"/>
                    </a:cubicBezTo>
                    <a:cubicBezTo>
                      <a:pt x="11" y="1204"/>
                      <a:pt x="10" y="1115"/>
                      <a:pt x="8" y="1025"/>
                    </a:cubicBezTo>
                    <a:cubicBezTo>
                      <a:pt x="5" y="896"/>
                      <a:pt x="4" y="768"/>
                      <a:pt x="3" y="639"/>
                    </a:cubicBezTo>
                    <a:cubicBezTo>
                      <a:pt x="2" y="599"/>
                      <a:pt x="1" y="559"/>
                      <a:pt x="0" y="518"/>
                    </a:cubicBezTo>
                    <a:cubicBezTo>
                      <a:pt x="0" y="207"/>
                      <a:pt x="0" y="207"/>
                      <a:pt x="129" y="77"/>
                    </a:cubicBezTo>
                    <a:cubicBezTo>
                      <a:pt x="163" y="52"/>
                      <a:pt x="197" y="26"/>
                      <a:pt x="232" y="0"/>
                    </a:cubicBezTo>
                    <a:close/>
                  </a:path>
                </a:pathLst>
              </a:custGeom>
              <a:solidFill>
                <a:srgbClr val="EFF8FE"/>
              </a:solidFill>
              <a:ln w="2646" cap="flat">
                <a:noFill/>
              </a:ln>
            </p:spPr>
          </p:sp>
          <p:sp>
            <p:nvSpPr>
              <p:cNvPr id="2408" name="ICON_C_WINDOWS_GRAPHIC_path_380"/>
              <p:cNvSpPr/>
              <p:nvPr/>
            </p:nvSpPr>
            <p:spPr>
              <a:xfrm>
                <a:off x="5392208" y="7493000"/>
                <a:ext cx="10583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208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765" y="827"/>
                      <a:pt x="696" y="1446"/>
                      <a:pt x="625" y="2083"/>
                    </a:cubicBezTo>
                    <a:cubicBezTo>
                      <a:pt x="208" y="1875"/>
                      <a:pt x="208" y="1875"/>
                      <a:pt x="142" y="1679"/>
                    </a:cubicBezTo>
                    <a:cubicBezTo>
                      <a:pt x="133" y="1601"/>
                      <a:pt x="127" y="1523"/>
                      <a:pt x="122" y="1445"/>
                    </a:cubicBezTo>
                    <a:cubicBezTo>
                      <a:pt x="120" y="1424"/>
                      <a:pt x="120" y="1424"/>
                      <a:pt x="110" y="1319"/>
                    </a:cubicBezTo>
                    <a:cubicBezTo>
                      <a:pt x="98" y="1188"/>
                      <a:pt x="88" y="1056"/>
                      <a:pt x="78" y="925"/>
                    </a:cubicBezTo>
                    <a:cubicBezTo>
                      <a:pt x="70" y="835"/>
                      <a:pt x="62" y="746"/>
                      <a:pt x="54" y="656"/>
                    </a:cubicBezTo>
                    <a:cubicBezTo>
                      <a:pt x="33" y="438"/>
                      <a:pt x="17" y="219"/>
                      <a:pt x="0" y="0"/>
                    </a:cubicBezTo>
                    <a:close/>
                  </a:path>
                </a:pathLst>
              </a:custGeom>
              <a:solidFill>
                <a:srgbClr val="89A5E9"/>
              </a:solidFill>
              <a:ln w="2646" cap="flat">
                <a:noFill/>
              </a:ln>
            </p:spPr>
          </p:sp>
          <p:sp>
            <p:nvSpPr>
              <p:cNvPr id="2409" name="ICON_C_WINDOWS_GRAPHIC_path_381"/>
              <p:cNvSpPr/>
              <p:nvPr/>
            </p:nvSpPr>
            <p:spPr>
              <a:xfrm>
                <a:off x="6315604" y="7442729"/>
                <a:ext cx="17336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365" h="1667" fill="norm" stroke="0">
                    <a:moveTo>
                      <a:pt x="0" y="0"/>
                    </a:moveTo>
                    <a:cubicBezTo>
                      <a:pt x="939" y="188"/>
                      <a:pt x="939" y="188"/>
                      <a:pt x="1186" y="470"/>
                    </a:cubicBezTo>
                    <a:cubicBezTo>
                      <a:pt x="1365" y="806"/>
                      <a:pt x="1277" y="1301"/>
                      <a:pt x="1250" y="1667"/>
                    </a:cubicBezTo>
                    <a:cubicBezTo>
                      <a:pt x="861" y="1520"/>
                      <a:pt x="861" y="1520"/>
                      <a:pt x="799" y="1383"/>
                    </a:cubicBezTo>
                    <a:cubicBezTo>
                      <a:pt x="792" y="1295"/>
                      <a:pt x="796" y="1220"/>
                      <a:pt x="807" y="1133"/>
                    </a:cubicBezTo>
                    <a:cubicBezTo>
                      <a:pt x="816" y="1034"/>
                      <a:pt x="824" y="935"/>
                      <a:pt x="833" y="833"/>
                    </a:cubicBezTo>
                    <a:cubicBezTo>
                      <a:pt x="558" y="833"/>
                      <a:pt x="283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887FA8"/>
              </a:solidFill>
              <a:ln w="2646" cap="flat">
                <a:noFill/>
              </a:ln>
            </p:spPr>
          </p:sp>
          <p:sp>
            <p:nvSpPr>
              <p:cNvPr id="2410" name="ICON_C_WINDOWS_GRAPHIC_path_382"/>
              <p:cNvSpPr/>
              <p:nvPr/>
            </p:nvSpPr>
            <p:spPr>
              <a:xfrm>
                <a:off x="5587230" y="7434792"/>
                <a:ext cx="8707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686" h="1875" fill="norm" stroke="0">
                    <a:moveTo>
                      <a:pt x="686" y="0"/>
                    </a:moveTo>
                    <a:cubicBezTo>
                      <a:pt x="686" y="619"/>
                      <a:pt x="686" y="1237"/>
                      <a:pt x="686" y="1875"/>
                    </a:cubicBezTo>
                    <a:cubicBezTo>
                      <a:pt x="479" y="1875"/>
                      <a:pt x="273" y="1875"/>
                      <a:pt x="61" y="1875"/>
                    </a:cubicBezTo>
                    <a:cubicBezTo>
                      <a:pt x="50" y="1641"/>
                      <a:pt x="43" y="1408"/>
                      <a:pt x="38" y="1174"/>
                    </a:cubicBezTo>
                    <a:cubicBezTo>
                      <a:pt x="36" y="1095"/>
                      <a:pt x="33" y="1015"/>
                      <a:pt x="29" y="936"/>
                    </a:cubicBezTo>
                    <a:cubicBezTo>
                      <a:pt x="0" y="277"/>
                      <a:pt x="0" y="277"/>
                      <a:pt x="148" y="109"/>
                    </a:cubicBezTo>
                    <a:cubicBezTo>
                      <a:pt x="336" y="10"/>
                      <a:pt x="472" y="0"/>
                      <a:pt x="686" y="0"/>
                    </a:cubicBezTo>
                    <a:close/>
                  </a:path>
                </a:pathLst>
              </a:custGeom>
              <a:solidFill>
                <a:srgbClr val="BFCEEE"/>
              </a:solidFill>
              <a:ln w="2646" cap="flat">
                <a:noFill/>
              </a:ln>
            </p:spPr>
          </p:sp>
          <p:sp>
            <p:nvSpPr>
              <p:cNvPr id="2411" name="ICON_C_WINDOWS_GRAPHIC_path_383"/>
              <p:cNvSpPr/>
              <p:nvPr/>
            </p:nvSpPr>
            <p:spPr>
              <a:xfrm>
                <a:off x="5516562" y="7421562"/>
                <a:ext cx="16809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1324" h="2292" fill="norm" stroke="0">
                    <a:moveTo>
                      <a:pt x="1042" y="0"/>
                    </a:moveTo>
                    <a:cubicBezTo>
                      <a:pt x="1110" y="0"/>
                      <a:pt x="1179" y="0"/>
                      <a:pt x="1250" y="0"/>
                    </a:cubicBezTo>
                    <a:cubicBezTo>
                      <a:pt x="1324" y="989"/>
                      <a:pt x="1324" y="989"/>
                      <a:pt x="1165" y="1174"/>
                    </a:cubicBezTo>
                    <a:cubicBezTo>
                      <a:pt x="1091" y="1234"/>
                      <a:pt x="1016" y="1291"/>
                      <a:pt x="940" y="1347"/>
                    </a:cubicBezTo>
                    <a:cubicBezTo>
                      <a:pt x="710" y="1587"/>
                      <a:pt x="684" y="1974"/>
                      <a:pt x="625" y="2292"/>
                    </a:cubicBezTo>
                    <a:cubicBezTo>
                      <a:pt x="419" y="2292"/>
                      <a:pt x="213" y="2292"/>
                      <a:pt x="0" y="2292"/>
                    </a:cubicBezTo>
                    <a:cubicBezTo>
                      <a:pt x="0" y="1879"/>
                      <a:pt x="0" y="1467"/>
                      <a:pt x="0" y="1042"/>
                    </a:cubicBezTo>
                    <a:cubicBezTo>
                      <a:pt x="67" y="1033"/>
                      <a:pt x="67" y="1033"/>
                      <a:pt x="404" y="990"/>
                    </a:cubicBezTo>
                    <a:cubicBezTo>
                      <a:pt x="563" y="960"/>
                      <a:pt x="697" y="923"/>
                      <a:pt x="833" y="833"/>
                    </a:cubicBezTo>
                    <a:cubicBezTo>
                      <a:pt x="992" y="591"/>
                      <a:pt x="1019" y="284"/>
                      <a:pt x="1042" y="0"/>
                    </a:cubicBezTo>
                    <a:close/>
                  </a:path>
                </a:pathLst>
              </a:custGeom>
              <a:solidFill>
                <a:srgbClr val="A4B6E0"/>
              </a:solidFill>
              <a:ln w="2646" cap="flat">
                <a:noFill/>
              </a:ln>
            </p:spPr>
          </p:sp>
          <p:sp>
            <p:nvSpPr>
              <p:cNvPr id="2412" name="ICON_C_WINDOWS_GRAPHIC_path_384"/>
              <p:cNvSpPr/>
              <p:nvPr/>
            </p:nvSpPr>
            <p:spPr>
              <a:xfrm>
                <a:off x="5431221" y="7437189"/>
                <a:ext cx="21841" cy="18770"/>
              </a:xfrm>
              <a:custGeom>
                <a:avLst/>
                <a:gdLst/>
                <a:ahLst/>
                <a:cxnLst/>
                <a:rect l="0" t="0" r="r" b="b"/>
                <a:pathLst>
                  <a:path w="1720" h="1478" fill="norm" stroke="0">
                    <a:moveTo>
                      <a:pt x="886" y="20"/>
                    </a:moveTo>
                    <a:cubicBezTo>
                      <a:pt x="886" y="363"/>
                      <a:pt x="886" y="707"/>
                      <a:pt x="886" y="1061"/>
                    </a:cubicBezTo>
                    <a:cubicBezTo>
                      <a:pt x="1161" y="1130"/>
                      <a:pt x="1436" y="1199"/>
                      <a:pt x="1720" y="1270"/>
                    </a:cubicBezTo>
                    <a:cubicBezTo>
                      <a:pt x="1239" y="1338"/>
                      <a:pt x="757" y="1407"/>
                      <a:pt x="261" y="1478"/>
                    </a:cubicBezTo>
                    <a:cubicBezTo>
                      <a:pt x="0" y="485"/>
                      <a:pt x="0" y="485"/>
                      <a:pt x="118" y="274"/>
                    </a:cubicBezTo>
                    <a:cubicBezTo>
                      <a:pt x="376" y="0"/>
                      <a:pt x="480" y="20"/>
                      <a:pt x="886" y="20"/>
                    </a:cubicBezTo>
                    <a:close/>
                  </a:path>
                </a:pathLst>
              </a:custGeom>
              <a:solidFill>
                <a:srgbClr val="9EB0DD"/>
              </a:solidFill>
              <a:ln w="2646" cap="flat">
                <a:noFill/>
              </a:ln>
            </p:spPr>
          </p:sp>
          <p:sp>
            <p:nvSpPr>
              <p:cNvPr id="2413" name="ICON_C_WINDOWS_GRAPHIC_path_385"/>
              <p:cNvSpPr/>
              <p:nvPr/>
            </p:nvSpPr>
            <p:spPr>
              <a:xfrm>
                <a:off x="5410729" y="7437438"/>
                <a:ext cx="21167" cy="18762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1477" fill="norm" stroke="0">
                    <a:moveTo>
                      <a:pt x="833" y="0"/>
                    </a:moveTo>
                    <a:cubicBezTo>
                      <a:pt x="1040" y="0"/>
                      <a:pt x="1246" y="0"/>
                      <a:pt x="1458" y="0"/>
                    </a:cubicBezTo>
                    <a:cubicBezTo>
                      <a:pt x="1527" y="413"/>
                      <a:pt x="1596" y="825"/>
                      <a:pt x="1667" y="1250"/>
                    </a:cubicBezTo>
                    <a:cubicBezTo>
                      <a:pt x="1598" y="1044"/>
                      <a:pt x="1529" y="837"/>
                      <a:pt x="1458" y="625"/>
                    </a:cubicBezTo>
                    <a:cubicBezTo>
                      <a:pt x="1405" y="688"/>
                      <a:pt x="1352" y="750"/>
                      <a:pt x="1298" y="815"/>
                    </a:cubicBezTo>
                    <a:cubicBezTo>
                      <a:pt x="755" y="1434"/>
                      <a:pt x="755" y="1434"/>
                      <a:pt x="524" y="1477"/>
                    </a:cubicBezTo>
                    <a:cubicBezTo>
                      <a:pt x="323" y="1456"/>
                      <a:pt x="164" y="1364"/>
                      <a:pt x="0" y="1250"/>
                    </a:cubicBezTo>
                    <a:cubicBezTo>
                      <a:pt x="24" y="1180"/>
                      <a:pt x="50" y="1110"/>
                      <a:pt x="78" y="1042"/>
                    </a:cubicBezTo>
                    <a:cubicBezTo>
                      <a:pt x="93" y="1003"/>
                      <a:pt x="107" y="964"/>
                      <a:pt x="122" y="925"/>
                    </a:cubicBezTo>
                    <a:cubicBezTo>
                      <a:pt x="151" y="894"/>
                      <a:pt x="179" y="864"/>
                      <a:pt x="208" y="833"/>
                    </a:cubicBezTo>
                    <a:cubicBezTo>
                      <a:pt x="346" y="833"/>
                      <a:pt x="483" y="833"/>
                      <a:pt x="625" y="833"/>
                    </a:cubicBezTo>
                    <a:cubicBezTo>
                      <a:pt x="694" y="558"/>
                      <a:pt x="762" y="283"/>
                      <a:pt x="833" y="0"/>
                    </a:cubicBezTo>
                    <a:close/>
                  </a:path>
                </a:pathLst>
              </a:custGeom>
              <a:solidFill>
                <a:srgbClr val="92A7DA"/>
              </a:solidFill>
              <a:ln w="2646" cap="flat">
                <a:noFill/>
              </a:ln>
            </p:spPr>
          </p:sp>
          <p:sp>
            <p:nvSpPr>
              <p:cNvPr id="2414" name="ICON_C_WINDOWS_GRAPHIC_path_386"/>
              <p:cNvSpPr/>
              <p:nvPr/>
            </p:nvSpPr>
            <p:spPr>
              <a:xfrm>
                <a:off x="6170083" y="7416271"/>
                <a:ext cx="10583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875" fill="norm" stroke="0">
                    <a:moveTo>
                      <a:pt x="208" y="0"/>
                    </a:moveTo>
                    <a:cubicBezTo>
                      <a:pt x="415" y="0"/>
                      <a:pt x="621" y="0"/>
                      <a:pt x="833" y="0"/>
                    </a:cubicBezTo>
                    <a:cubicBezTo>
                      <a:pt x="808" y="200"/>
                      <a:pt x="782" y="400"/>
                      <a:pt x="756" y="600"/>
                    </a:cubicBezTo>
                    <a:cubicBezTo>
                      <a:pt x="747" y="668"/>
                      <a:pt x="738" y="736"/>
                      <a:pt x="730" y="804"/>
                    </a:cubicBezTo>
                    <a:cubicBezTo>
                      <a:pt x="632" y="1593"/>
                      <a:pt x="632" y="1593"/>
                      <a:pt x="417" y="1875"/>
                    </a:cubicBezTo>
                    <a:cubicBezTo>
                      <a:pt x="279" y="1875"/>
                      <a:pt x="142" y="1875"/>
                      <a:pt x="0" y="1875"/>
                    </a:cubicBezTo>
                    <a:cubicBezTo>
                      <a:pt x="69" y="1256"/>
                      <a:pt x="137" y="638"/>
                      <a:pt x="208" y="0"/>
                    </a:cubicBezTo>
                    <a:close/>
                  </a:path>
                </a:pathLst>
              </a:custGeom>
              <a:solidFill>
                <a:srgbClr val="9A97B3"/>
              </a:solidFill>
              <a:ln w="2646" cap="flat">
                <a:noFill/>
              </a:ln>
            </p:spPr>
          </p:sp>
          <p:sp>
            <p:nvSpPr>
              <p:cNvPr id="2415" name="ICON_C_WINDOWS_GRAPHIC_path_387"/>
              <p:cNvSpPr/>
              <p:nvPr/>
            </p:nvSpPr>
            <p:spPr>
              <a:xfrm>
                <a:off x="5397500" y="7289271"/>
                <a:ext cx="47625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625" fill="norm" stroke="0">
                    <a:moveTo>
                      <a:pt x="0" y="0"/>
                    </a:moveTo>
                    <a:cubicBezTo>
                      <a:pt x="1238" y="0"/>
                      <a:pt x="2475" y="0"/>
                      <a:pt x="3750" y="0"/>
                    </a:cubicBezTo>
                    <a:cubicBezTo>
                      <a:pt x="3750" y="69"/>
                      <a:pt x="3750" y="138"/>
                      <a:pt x="3750" y="208"/>
                    </a:cubicBezTo>
                    <a:cubicBezTo>
                      <a:pt x="3733" y="209"/>
                      <a:pt x="3733" y="209"/>
                      <a:pt x="3645" y="215"/>
                    </a:cubicBezTo>
                    <a:cubicBezTo>
                      <a:pt x="3314" y="235"/>
                      <a:pt x="2983" y="257"/>
                      <a:pt x="2652" y="279"/>
                    </a:cubicBezTo>
                    <a:cubicBezTo>
                      <a:pt x="2482" y="290"/>
                      <a:pt x="2312" y="301"/>
                      <a:pt x="2142" y="312"/>
                    </a:cubicBezTo>
                    <a:cubicBezTo>
                      <a:pt x="698" y="401"/>
                      <a:pt x="698" y="401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5A8EEC"/>
              </a:solidFill>
              <a:ln w="2646" cap="flat">
                <a:noFill/>
              </a:ln>
            </p:spPr>
          </p:sp>
          <p:sp>
            <p:nvSpPr>
              <p:cNvPr id="2416" name="ICON_C_WINDOWS_GRAPHIC_path_388"/>
              <p:cNvSpPr/>
              <p:nvPr/>
            </p:nvSpPr>
            <p:spPr>
              <a:xfrm>
                <a:off x="5241396" y="7479771"/>
                <a:ext cx="13941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1098" h="2292" fill="norm" stroke="0">
                    <a:moveTo>
                      <a:pt x="625" y="0"/>
                    </a:moveTo>
                    <a:cubicBezTo>
                      <a:pt x="1040" y="488"/>
                      <a:pt x="1098" y="869"/>
                      <a:pt x="1068" y="1497"/>
                    </a:cubicBezTo>
                    <a:cubicBezTo>
                      <a:pt x="1066" y="1575"/>
                      <a:pt x="1064" y="1652"/>
                      <a:pt x="1062" y="1730"/>
                    </a:cubicBezTo>
                    <a:cubicBezTo>
                      <a:pt x="1058" y="1917"/>
                      <a:pt x="1050" y="2104"/>
                      <a:pt x="1042" y="2292"/>
                    </a:cubicBezTo>
                    <a:cubicBezTo>
                      <a:pt x="653" y="2084"/>
                      <a:pt x="376" y="1910"/>
                      <a:pt x="238" y="1478"/>
                    </a:cubicBezTo>
                    <a:cubicBezTo>
                      <a:pt x="214" y="1394"/>
                      <a:pt x="191" y="1309"/>
                      <a:pt x="169" y="1224"/>
                    </a:cubicBezTo>
                    <a:cubicBezTo>
                      <a:pt x="152" y="1166"/>
                      <a:pt x="135" y="1107"/>
                      <a:pt x="118" y="1049"/>
                    </a:cubicBezTo>
                    <a:cubicBezTo>
                      <a:pt x="76" y="908"/>
                      <a:pt x="37" y="767"/>
                      <a:pt x="0" y="625"/>
                    </a:cubicBezTo>
                    <a:cubicBezTo>
                      <a:pt x="29" y="629"/>
                      <a:pt x="57" y="632"/>
                      <a:pt x="87" y="636"/>
                    </a:cubicBezTo>
                    <a:cubicBezTo>
                      <a:pt x="203" y="645"/>
                      <a:pt x="302" y="647"/>
                      <a:pt x="417" y="625"/>
                    </a:cubicBezTo>
                    <a:cubicBezTo>
                      <a:pt x="501" y="533"/>
                      <a:pt x="521" y="433"/>
                      <a:pt x="547" y="312"/>
                    </a:cubicBezTo>
                    <a:cubicBezTo>
                      <a:pt x="561" y="257"/>
                      <a:pt x="575" y="201"/>
                      <a:pt x="589" y="145"/>
                    </a:cubicBezTo>
                    <a:cubicBezTo>
                      <a:pt x="601" y="97"/>
                      <a:pt x="613" y="49"/>
                      <a:pt x="625" y="0"/>
                    </a:cubicBezTo>
                    <a:close/>
                  </a:path>
                </a:pathLst>
              </a:custGeom>
              <a:solidFill>
                <a:srgbClr val="9B98AF"/>
              </a:solidFill>
              <a:ln w="2646" cap="flat">
                <a:noFill/>
              </a:ln>
            </p:spPr>
          </p:sp>
          <p:sp>
            <p:nvSpPr>
              <p:cNvPr id="2417" name="ICON_C_WINDOWS_GRAPHIC_path_389"/>
              <p:cNvSpPr/>
              <p:nvPr/>
            </p:nvSpPr>
            <p:spPr>
              <a:xfrm>
                <a:off x="6286182" y="7461250"/>
                <a:ext cx="10901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858" h="1875" fill="norm" stroke="0">
                    <a:moveTo>
                      <a:pt x="233" y="0"/>
                    </a:moveTo>
                    <a:cubicBezTo>
                      <a:pt x="440" y="0"/>
                      <a:pt x="646" y="0"/>
                      <a:pt x="858" y="0"/>
                    </a:cubicBezTo>
                    <a:cubicBezTo>
                      <a:pt x="721" y="619"/>
                      <a:pt x="583" y="1237"/>
                      <a:pt x="442" y="1875"/>
                    </a:cubicBezTo>
                    <a:cubicBezTo>
                      <a:pt x="304" y="1875"/>
                      <a:pt x="167" y="1875"/>
                      <a:pt x="25" y="1875"/>
                    </a:cubicBezTo>
                    <a:cubicBezTo>
                      <a:pt x="20" y="1641"/>
                      <a:pt x="16" y="1408"/>
                      <a:pt x="14" y="1174"/>
                    </a:cubicBezTo>
                    <a:cubicBezTo>
                      <a:pt x="12" y="1095"/>
                      <a:pt x="11" y="1016"/>
                      <a:pt x="9" y="936"/>
                    </a:cubicBezTo>
                    <a:cubicBezTo>
                      <a:pt x="7" y="822"/>
                      <a:pt x="6" y="707"/>
                      <a:pt x="5" y="593"/>
                    </a:cubicBezTo>
                    <a:cubicBezTo>
                      <a:pt x="4" y="558"/>
                      <a:pt x="2" y="523"/>
                      <a:pt x="1" y="486"/>
                    </a:cubicBezTo>
                    <a:cubicBezTo>
                      <a:pt x="1" y="453"/>
                      <a:pt x="1" y="419"/>
                      <a:pt x="1" y="385"/>
                    </a:cubicBezTo>
                    <a:cubicBezTo>
                      <a:pt x="1" y="356"/>
                      <a:pt x="0" y="327"/>
                      <a:pt x="0" y="297"/>
                    </a:cubicBezTo>
                    <a:cubicBezTo>
                      <a:pt x="25" y="208"/>
                      <a:pt x="25" y="208"/>
                      <a:pt x="233" y="0"/>
                    </a:cubicBezTo>
                    <a:close/>
                  </a:path>
                </a:pathLst>
              </a:custGeom>
              <a:solidFill>
                <a:srgbClr val="8988AA"/>
              </a:solidFill>
              <a:ln w="2646" cap="flat">
                <a:noFill/>
              </a:ln>
            </p:spPr>
          </p:sp>
          <p:sp>
            <p:nvSpPr>
              <p:cNvPr id="2418" name="ICON_C_WINDOWS_GRAPHIC_path_390"/>
              <p:cNvSpPr/>
              <p:nvPr/>
            </p:nvSpPr>
            <p:spPr>
              <a:xfrm>
                <a:off x="6079313" y="7474479"/>
                <a:ext cx="8750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689" h="1875" fill="norm" stroke="0">
                    <a:moveTo>
                      <a:pt x="689" y="0"/>
                    </a:moveTo>
                    <a:cubicBezTo>
                      <a:pt x="689" y="619"/>
                      <a:pt x="689" y="1237"/>
                      <a:pt x="689" y="1875"/>
                    </a:cubicBezTo>
                    <a:cubicBezTo>
                      <a:pt x="483" y="1875"/>
                      <a:pt x="276" y="1875"/>
                      <a:pt x="64" y="1875"/>
                    </a:cubicBezTo>
                    <a:cubicBezTo>
                      <a:pt x="54" y="1675"/>
                      <a:pt x="46" y="1475"/>
                      <a:pt x="41" y="1275"/>
                    </a:cubicBezTo>
                    <a:cubicBezTo>
                      <a:pt x="39" y="1207"/>
                      <a:pt x="36" y="1139"/>
                      <a:pt x="33" y="1071"/>
                    </a:cubicBezTo>
                    <a:cubicBezTo>
                      <a:pt x="0" y="447"/>
                      <a:pt x="0" y="447"/>
                      <a:pt x="205" y="216"/>
                    </a:cubicBezTo>
                    <a:cubicBezTo>
                      <a:pt x="375" y="49"/>
                      <a:pt x="443" y="0"/>
                      <a:pt x="689" y="0"/>
                    </a:cubicBezTo>
                    <a:close/>
                  </a:path>
                </a:pathLst>
              </a:custGeom>
              <a:solidFill>
                <a:srgbClr val="B88BA8"/>
              </a:solidFill>
              <a:ln w="2646" cap="flat">
                <a:noFill/>
              </a:ln>
            </p:spPr>
          </p:sp>
          <p:sp>
            <p:nvSpPr>
              <p:cNvPr id="2419" name="ICON_C_WINDOWS_GRAPHIC_path_391"/>
              <p:cNvSpPr/>
              <p:nvPr/>
            </p:nvSpPr>
            <p:spPr>
              <a:xfrm>
                <a:off x="6145260" y="7450667"/>
                <a:ext cx="19532" cy="16671"/>
              </a:xfrm>
              <a:custGeom>
                <a:avLst/>
                <a:gdLst/>
                <a:ahLst/>
                <a:cxnLst/>
                <a:rect l="0" t="0" r="r" b="b"/>
                <a:pathLst>
                  <a:path w="1538" h="1313" fill="norm" stroke="0">
                    <a:moveTo>
                      <a:pt x="705" y="0"/>
                    </a:moveTo>
                    <a:cubicBezTo>
                      <a:pt x="712" y="28"/>
                      <a:pt x="720" y="55"/>
                      <a:pt x="728" y="84"/>
                    </a:cubicBezTo>
                    <a:cubicBezTo>
                      <a:pt x="836" y="373"/>
                      <a:pt x="836" y="373"/>
                      <a:pt x="984" y="457"/>
                    </a:cubicBezTo>
                    <a:cubicBezTo>
                      <a:pt x="1164" y="531"/>
                      <a:pt x="1349" y="580"/>
                      <a:pt x="1538" y="625"/>
                    </a:cubicBezTo>
                    <a:cubicBezTo>
                      <a:pt x="740" y="1313"/>
                      <a:pt x="740" y="1313"/>
                      <a:pt x="340" y="1289"/>
                    </a:cubicBezTo>
                    <a:cubicBezTo>
                      <a:pt x="187" y="1272"/>
                      <a:pt x="187" y="1272"/>
                      <a:pt x="80" y="1250"/>
                    </a:cubicBezTo>
                    <a:cubicBezTo>
                      <a:pt x="0" y="510"/>
                      <a:pt x="0" y="510"/>
                      <a:pt x="80" y="208"/>
                    </a:cubicBezTo>
                    <a:cubicBezTo>
                      <a:pt x="236" y="30"/>
                      <a:pt x="480" y="15"/>
                      <a:pt x="705" y="0"/>
                    </a:cubicBezTo>
                    <a:close/>
                  </a:path>
                </a:pathLst>
              </a:custGeom>
              <a:solidFill>
                <a:srgbClr val="9FA1BC"/>
              </a:solidFill>
              <a:ln w="2646" cap="flat">
                <a:noFill/>
              </a:ln>
            </p:spPr>
          </p:sp>
          <p:sp>
            <p:nvSpPr>
              <p:cNvPr id="2420" name="ICON_C_WINDOWS_GRAPHIC_path_392"/>
              <p:cNvSpPr/>
              <p:nvPr/>
            </p:nvSpPr>
            <p:spPr>
              <a:xfrm>
                <a:off x="5349526" y="7442729"/>
                <a:ext cx="17981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416" h="1250" fill="norm" stroke="0">
                    <a:moveTo>
                      <a:pt x="27" y="0"/>
                    </a:moveTo>
                    <a:cubicBezTo>
                      <a:pt x="948" y="201"/>
                      <a:pt x="948" y="201"/>
                      <a:pt x="1277" y="417"/>
                    </a:cubicBezTo>
                    <a:cubicBezTo>
                      <a:pt x="1416" y="654"/>
                      <a:pt x="1360" y="924"/>
                      <a:pt x="1297" y="1180"/>
                    </a:cubicBezTo>
                    <a:cubicBezTo>
                      <a:pt x="1291" y="1203"/>
                      <a:pt x="1284" y="1226"/>
                      <a:pt x="1277" y="1250"/>
                    </a:cubicBezTo>
                    <a:cubicBezTo>
                      <a:pt x="1032" y="1194"/>
                      <a:pt x="789" y="1134"/>
                      <a:pt x="546" y="1068"/>
                    </a:cubicBezTo>
                    <a:cubicBezTo>
                      <a:pt x="463" y="1047"/>
                      <a:pt x="380" y="1028"/>
                      <a:pt x="296" y="1011"/>
                    </a:cubicBezTo>
                    <a:cubicBezTo>
                      <a:pt x="168" y="972"/>
                      <a:pt x="116" y="933"/>
                      <a:pt x="27" y="833"/>
                    </a:cubicBezTo>
                    <a:cubicBezTo>
                      <a:pt x="6" y="740"/>
                      <a:pt x="6" y="740"/>
                      <a:pt x="3" y="635"/>
                    </a:cubicBezTo>
                    <a:cubicBezTo>
                      <a:pt x="2" y="597"/>
                      <a:pt x="1" y="560"/>
                      <a:pt x="0" y="521"/>
                    </a:cubicBezTo>
                    <a:cubicBezTo>
                      <a:pt x="2" y="347"/>
                      <a:pt x="12" y="174"/>
                      <a:pt x="27" y="0"/>
                    </a:cubicBezTo>
                    <a:close/>
                  </a:path>
                </a:pathLst>
              </a:custGeom>
              <a:solidFill>
                <a:srgbClr val="7775A0"/>
              </a:solidFill>
              <a:ln w="2646" cap="flat">
                <a:noFill/>
              </a:ln>
            </p:spPr>
          </p:sp>
          <p:sp>
            <p:nvSpPr>
              <p:cNvPr id="2421" name="ICON_C_WINDOWS_GRAPHIC_path_393"/>
              <p:cNvSpPr/>
              <p:nvPr/>
            </p:nvSpPr>
            <p:spPr>
              <a:xfrm>
                <a:off x="6376458" y="7440083"/>
                <a:ext cx="10583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2083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688"/>
                      <a:pt x="833" y="1375"/>
                      <a:pt x="833" y="2083"/>
                    </a:cubicBezTo>
                    <a:cubicBezTo>
                      <a:pt x="696" y="2083"/>
                      <a:pt x="558" y="2083"/>
                      <a:pt x="417" y="2083"/>
                    </a:cubicBezTo>
                    <a:cubicBezTo>
                      <a:pt x="411" y="2043"/>
                      <a:pt x="406" y="2001"/>
                      <a:pt x="401" y="1959"/>
                    </a:cubicBezTo>
                    <a:cubicBezTo>
                      <a:pt x="381" y="1804"/>
                      <a:pt x="360" y="1649"/>
                      <a:pt x="339" y="1495"/>
                    </a:cubicBezTo>
                    <a:cubicBezTo>
                      <a:pt x="330" y="1428"/>
                      <a:pt x="321" y="1362"/>
                      <a:pt x="313" y="1295"/>
                    </a:cubicBezTo>
                    <a:cubicBezTo>
                      <a:pt x="255" y="839"/>
                      <a:pt x="158" y="433"/>
                      <a:pt x="0" y="0"/>
                    </a:cubicBezTo>
                    <a:close/>
                  </a:path>
                </a:pathLst>
              </a:custGeom>
              <a:solidFill>
                <a:srgbClr val="A7CACF"/>
              </a:solidFill>
              <a:ln w="2646" cap="flat">
                <a:noFill/>
              </a:ln>
            </p:spPr>
          </p:sp>
          <p:sp>
            <p:nvSpPr>
              <p:cNvPr id="2422" name="ICON_C_WINDOWS_GRAPHIC_path_394"/>
              <p:cNvSpPr/>
              <p:nvPr/>
            </p:nvSpPr>
            <p:spPr>
              <a:xfrm>
                <a:off x="5558896" y="7397750"/>
                <a:ext cx="14325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1128" h="2500" fill="norm" stroke="0">
                    <a:moveTo>
                      <a:pt x="833" y="0"/>
                    </a:moveTo>
                    <a:cubicBezTo>
                      <a:pt x="902" y="0"/>
                      <a:pt x="971" y="0"/>
                      <a:pt x="1042" y="0"/>
                    </a:cubicBezTo>
                    <a:cubicBezTo>
                      <a:pt x="1128" y="1020"/>
                      <a:pt x="1052" y="1679"/>
                      <a:pt x="417" y="2500"/>
                    </a:cubicBezTo>
                    <a:cubicBezTo>
                      <a:pt x="279" y="2431"/>
                      <a:pt x="142" y="2362"/>
                      <a:pt x="0" y="2292"/>
                    </a:cubicBezTo>
                    <a:cubicBezTo>
                      <a:pt x="33" y="2264"/>
                      <a:pt x="66" y="2237"/>
                      <a:pt x="100" y="2209"/>
                    </a:cubicBezTo>
                    <a:cubicBezTo>
                      <a:pt x="238" y="2070"/>
                      <a:pt x="253" y="1933"/>
                      <a:pt x="274" y="1744"/>
                    </a:cubicBezTo>
                    <a:cubicBezTo>
                      <a:pt x="279" y="1712"/>
                      <a:pt x="283" y="1680"/>
                      <a:pt x="287" y="1647"/>
                    </a:cubicBezTo>
                    <a:cubicBezTo>
                      <a:pt x="301" y="1545"/>
                      <a:pt x="313" y="1443"/>
                      <a:pt x="325" y="1341"/>
                    </a:cubicBezTo>
                    <a:cubicBezTo>
                      <a:pt x="335" y="1272"/>
                      <a:pt x="344" y="1202"/>
                      <a:pt x="353" y="1133"/>
                    </a:cubicBezTo>
                    <a:cubicBezTo>
                      <a:pt x="375" y="964"/>
                      <a:pt x="396" y="795"/>
                      <a:pt x="417" y="625"/>
                    </a:cubicBezTo>
                    <a:cubicBezTo>
                      <a:pt x="554" y="625"/>
                      <a:pt x="692" y="625"/>
                      <a:pt x="833" y="625"/>
                    </a:cubicBezTo>
                    <a:cubicBezTo>
                      <a:pt x="833" y="419"/>
                      <a:pt x="833" y="212"/>
                      <a:pt x="833" y="0"/>
                    </a:cubicBezTo>
                    <a:close/>
                  </a:path>
                </a:pathLst>
              </a:custGeom>
              <a:solidFill>
                <a:srgbClr val="ACBFE6"/>
              </a:solidFill>
              <a:ln w="2646" cap="flat">
                <a:noFill/>
              </a:ln>
            </p:spPr>
          </p:sp>
          <p:sp>
            <p:nvSpPr>
              <p:cNvPr id="2423" name="ICON_C_WINDOWS_GRAPHIC_path_395"/>
              <p:cNvSpPr/>
              <p:nvPr/>
            </p:nvSpPr>
            <p:spPr>
              <a:xfrm>
                <a:off x="5426604" y="7492106"/>
                <a:ext cx="7938" cy="40582"/>
              </a:xfrm>
              <a:custGeom>
                <a:avLst/>
                <a:gdLst/>
                <a:ahLst/>
                <a:cxnLst/>
                <a:rect l="0" t="0" r="r" b="b"/>
                <a:pathLst>
                  <a:path w="625" h="3195" fill="norm" stroke="0">
                    <a:moveTo>
                      <a:pt x="625" y="70"/>
                    </a:moveTo>
                    <a:cubicBezTo>
                      <a:pt x="625" y="1102"/>
                      <a:pt x="625" y="2133"/>
                      <a:pt x="625" y="3195"/>
                    </a:cubicBezTo>
                    <a:cubicBezTo>
                      <a:pt x="556" y="3195"/>
                      <a:pt x="488" y="3195"/>
                      <a:pt x="417" y="3195"/>
                    </a:cubicBezTo>
                    <a:cubicBezTo>
                      <a:pt x="415" y="3171"/>
                      <a:pt x="412" y="3147"/>
                      <a:pt x="410" y="3122"/>
                    </a:cubicBezTo>
                    <a:cubicBezTo>
                      <a:pt x="387" y="2865"/>
                      <a:pt x="363" y="2608"/>
                      <a:pt x="339" y="2351"/>
                    </a:cubicBezTo>
                    <a:cubicBezTo>
                      <a:pt x="330" y="2256"/>
                      <a:pt x="321" y="2160"/>
                      <a:pt x="313" y="2065"/>
                    </a:cubicBezTo>
                    <a:cubicBezTo>
                      <a:pt x="267" y="1542"/>
                      <a:pt x="216" y="1038"/>
                      <a:pt x="50" y="538"/>
                    </a:cubicBezTo>
                    <a:cubicBezTo>
                      <a:pt x="23" y="448"/>
                      <a:pt x="2" y="372"/>
                      <a:pt x="0" y="279"/>
                    </a:cubicBezTo>
                    <a:cubicBezTo>
                      <a:pt x="160" y="0"/>
                      <a:pt x="280" y="70"/>
                      <a:pt x="625" y="70"/>
                    </a:cubicBezTo>
                    <a:close/>
                  </a:path>
                </a:pathLst>
              </a:custGeom>
              <a:solidFill>
                <a:srgbClr val="D0DFF5"/>
              </a:solidFill>
              <a:ln w="2646" cap="flat">
                <a:noFill/>
              </a:ln>
            </p:spPr>
          </p:sp>
          <p:sp>
            <p:nvSpPr>
              <p:cNvPr id="2424" name="ICON_C_WINDOWS_GRAPHIC_path_396"/>
              <p:cNvSpPr/>
              <p:nvPr/>
            </p:nvSpPr>
            <p:spPr>
              <a:xfrm>
                <a:off x="5571823" y="7469188"/>
                <a:ext cx="8239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649" h="1667" fill="norm" stroke="0">
                    <a:moveTo>
                      <a:pt x="649" y="0"/>
                    </a:moveTo>
                    <a:cubicBezTo>
                      <a:pt x="649" y="550"/>
                      <a:pt x="649" y="1100"/>
                      <a:pt x="649" y="1667"/>
                    </a:cubicBezTo>
                    <a:cubicBezTo>
                      <a:pt x="442" y="1667"/>
                      <a:pt x="236" y="1667"/>
                      <a:pt x="24" y="1667"/>
                    </a:cubicBezTo>
                    <a:cubicBezTo>
                      <a:pt x="19" y="1463"/>
                      <a:pt x="15" y="1259"/>
                      <a:pt x="12" y="1055"/>
                    </a:cubicBezTo>
                    <a:cubicBezTo>
                      <a:pt x="11" y="986"/>
                      <a:pt x="10" y="916"/>
                      <a:pt x="8" y="847"/>
                    </a:cubicBezTo>
                    <a:cubicBezTo>
                      <a:pt x="5" y="747"/>
                      <a:pt x="4" y="648"/>
                      <a:pt x="3" y="548"/>
                    </a:cubicBezTo>
                    <a:cubicBezTo>
                      <a:pt x="2" y="517"/>
                      <a:pt x="1" y="486"/>
                      <a:pt x="0" y="454"/>
                    </a:cubicBezTo>
                    <a:cubicBezTo>
                      <a:pt x="0" y="295"/>
                      <a:pt x="16" y="221"/>
                      <a:pt x="103" y="83"/>
                    </a:cubicBezTo>
                    <a:cubicBezTo>
                      <a:pt x="232" y="0"/>
                      <a:pt x="232" y="0"/>
                      <a:pt x="649" y="0"/>
                    </a:cubicBezTo>
                    <a:close/>
                  </a:path>
                </a:pathLst>
              </a:custGeom>
              <a:solidFill>
                <a:srgbClr val="7C8EC8"/>
              </a:solidFill>
              <a:ln w="2646" cap="flat">
                <a:noFill/>
              </a:ln>
            </p:spPr>
          </p:sp>
          <p:sp>
            <p:nvSpPr>
              <p:cNvPr id="2425" name="ICON_C_WINDOWS_GRAPHIC_path_397"/>
              <p:cNvSpPr/>
              <p:nvPr/>
            </p:nvSpPr>
            <p:spPr>
              <a:xfrm>
                <a:off x="6445250" y="7474479"/>
                <a:ext cx="8541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673" h="2292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35" y="226"/>
                      <a:pt x="643" y="452"/>
                      <a:pt x="648" y="678"/>
                    </a:cubicBezTo>
                    <a:cubicBezTo>
                      <a:pt x="650" y="754"/>
                      <a:pt x="653" y="831"/>
                      <a:pt x="656" y="908"/>
                    </a:cubicBezTo>
                    <a:cubicBezTo>
                      <a:pt x="662" y="1019"/>
                      <a:pt x="664" y="1130"/>
                      <a:pt x="666" y="1241"/>
                    </a:cubicBezTo>
                    <a:cubicBezTo>
                      <a:pt x="668" y="1274"/>
                      <a:pt x="670" y="1308"/>
                      <a:pt x="672" y="1342"/>
                    </a:cubicBezTo>
                    <a:cubicBezTo>
                      <a:pt x="673" y="1760"/>
                      <a:pt x="470" y="1899"/>
                      <a:pt x="208" y="2292"/>
                    </a:cubicBezTo>
                    <a:cubicBezTo>
                      <a:pt x="140" y="1535"/>
                      <a:pt x="71" y="779"/>
                      <a:pt x="0" y="0"/>
                    </a:cubicBezTo>
                    <a:close/>
                  </a:path>
                </a:pathLst>
              </a:custGeom>
              <a:solidFill>
                <a:srgbClr val="DBECED"/>
              </a:solidFill>
              <a:ln w="2646" cap="flat">
                <a:noFill/>
              </a:ln>
            </p:spPr>
          </p:sp>
          <p:sp>
            <p:nvSpPr>
              <p:cNvPr id="2426" name="ICON_C_WINDOWS_GRAPHIC_path_398"/>
              <p:cNvSpPr/>
              <p:nvPr/>
            </p:nvSpPr>
            <p:spPr>
              <a:xfrm>
                <a:off x="6140535" y="7463896"/>
                <a:ext cx="14600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150" h="1458" fill="norm" stroke="0">
                    <a:moveTo>
                      <a:pt x="243" y="0"/>
                    </a:moveTo>
                    <a:cubicBezTo>
                      <a:pt x="1012" y="444"/>
                      <a:pt x="1012" y="444"/>
                      <a:pt x="1116" y="736"/>
                    </a:cubicBezTo>
                    <a:cubicBezTo>
                      <a:pt x="1150" y="980"/>
                      <a:pt x="1124" y="1219"/>
                      <a:pt x="1077" y="1458"/>
                    </a:cubicBezTo>
                    <a:cubicBezTo>
                      <a:pt x="791" y="1435"/>
                      <a:pt x="490" y="1405"/>
                      <a:pt x="243" y="1250"/>
                    </a:cubicBezTo>
                    <a:cubicBezTo>
                      <a:pt x="149" y="1124"/>
                      <a:pt x="110" y="999"/>
                      <a:pt x="74" y="846"/>
                    </a:cubicBezTo>
                    <a:cubicBezTo>
                      <a:pt x="66" y="811"/>
                      <a:pt x="57" y="776"/>
                      <a:pt x="49" y="739"/>
                    </a:cubicBezTo>
                    <a:cubicBezTo>
                      <a:pt x="0" y="444"/>
                      <a:pt x="89" y="249"/>
                      <a:pt x="243" y="0"/>
                    </a:cubicBezTo>
                    <a:close/>
                  </a:path>
                </a:pathLst>
              </a:custGeom>
              <a:solidFill>
                <a:srgbClr val="CFD5DD"/>
              </a:solidFill>
              <a:ln w="2646" cap="flat">
                <a:noFill/>
              </a:ln>
            </p:spPr>
          </p:sp>
          <p:sp>
            <p:nvSpPr>
              <p:cNvPr id="2427" name="ICON_C_WINDOWS_GRAPHIC_path_399"/>
              <p:cNvSpPr/>
              <p:nvPr/>
            </p:nvSpPr>
            <p:spPr>
              <a:xfrm>
                <a:off x="6547800" y="7453312"/>
                <a:ext cx="13867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1092" h="2708" fill="norm" stroke="0">
                    <a:moveTo>
                      <a:pt x="259" y="0"/>
                    </a:moveTo>
                    <a:cubicBezTo>
                      <a:pt x="263" y="24"/>
                      <a:pt x="268" y="49"/>
                      <a:pt x="273" y="74"/>
                    </a:cubicBezTo>
                    <a:cubicBezTo>
                      <a:pt x="294" y="185"/>
                      <a:pt x="318" y="296"/>
                      <a:pt x="342" y="407"/>
                    </a:cubicBezTo>
                    <a:cubicBezTo>
                      <a:pt x="350" y="445"/>
                      <a:pt x="357" y="484"/>
                      <a:pt x="364" y="523"/>
                    </a:cubicBezTo>
                    <a:cubicBezTo>
                      <a:pt x="427" y="801"/>
                      <a:pt x="427" y="801"/>
                      <a:pt x="541" y="894"/>
                    </a:cubicBezTo>
                    <a:cubicBezTo>
                      <a:pt x="718" y="981"/>
                      <a:pt x="897" y="1017"/>
                      <a:pt x="1092" y="1042"/>
                    </a:cubicBezTo>
                    <a:cubicBezTo>
                      <a:pt x="1075" y="1055"/>
                      <a:pt x="1075" y="1055"/>
                      <a:pt x="992" y="1125"/>
                    </a:cubicBezTo>
                    <a:cubicBezTo>
                      <a:pt x="854" y="1263"/>
                      <a:pt x="839" y="1401"/>
                      <a:pt x="818" y="1589"/>
                    </a:cubicBezTo>
                    <a:cubicBezTo>
                      <a:pt x="815" y="1605"/>
                      <a:pt x="815" y="1605"/>
                      <a:pt x="805" y="1686"/>
                    </a:cubicBezTo>
                    <a:cubicBezTo>
                      <a:pt x="791" y="1788"/>
                      <a:pt x="779" y="1890"/>
                      <a:pt x="766" y="1992"/>
                    </a:cubicBezTo>
                    <a:cubicBezTo>
                      <a:pt x="757" y="2061"/>
                      <a:pt x="748" y="2131"/>
                      <a:pt x="739" y="2200"/>
                    </a:cubicBezTo>
                    <a:cubicBezTo>
                      <a:pt x="717" y="2369"/>
                      <a:pt x="696" y="2539"/>
                      <a:pt x="675" y="2708"/>
                    </a:cubicBezTo>
                    <a:cubicBezTo>
                      <a:pt x="396" y="2493"/>
                      <a:pt x="134" y="2226"/>
                      <a:pt x="50" y="1875"/>
                    </a:cubicBezTo>
                    <a:cubicBezTo>
                      <a:pt x="0" y="1257"/>
                      <a:pt x="147" y="605"/>
                      <a:pt x="259" y="0"/>
                    </a:cubicBezTo>
                    <a:close/>
                  </a:path>
                </a:pathLst>
              </a:custGeom>
              <a:solidFill>
                <a:srgbClr val="95B0BC"/>
              </a:solidFill>
              <a:ln w="2646" cap="flat">
                <a:noFill/>
              </a:ln>
            </p:spPr>
          </p:sp>
          <p:sp>
            <p:nvSpPr>
              <p:cNvPr id="2428" name="ICON_C_WINDOWS_GRAPHIC_path_400"/>
              <p:cNvSpPr/>
              <p:nvPr/>
            </p:nvSpPr>
            <p:spPr>
              <a:xfrm>
                <a:off x="6720417" y="7434792"/>
                <a:ext cx="10583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833" h="2708" fill="norm" stroke="0">
                    <a:moveTo>
                      <a:pt x="0" y="0"/>
                    </a:moveTo>
                    <a:cubicBezTo>
                      <a:pt x="69" y="0"/>
                      <a:pt x="138" y="0"/>
                      <a:pt x="208" y="0"/>
                    </a:cubicBezTo>
                    <a:cubicBezTo>
                      <a:pt x="277" y="688"/>
                      <a:pt x="346" y="1375"/>
                      <a:pt x="417" y="2083"/>
                    </a:cubicBezTo>
                    <a:cubicBezTo>
                      <a:pt x="554" y="1877"/>
                      <a:pt x="692" y="1671"/>
                      <a:pt x="833" y="1458"/>
                    </a:cubicBezTo>
                    <a:cubicBezTo>
                      <a:pt x="833" y="1802"/>
                      <a:pt x="833" y="2146"/>
                      <a:pt x="833" y="2500"/>
                    </a:cubicBezTo>
                    <a:cubicBezTo>
                      <a:pt x="558" y="2569"/>
                      <a:pt x="283" y="2638"/>
                      <a:pt x="0" y="2708"/>
                    </a:cubicBezTo>
                    <a:cubicBezTo>
                      <a:pt x="0" y="1815"/>
                      <a:pt x="0" y="921"/>
                      <a:pt x="0" y="0"/>
                    </a:cubicBezTo>
                    <a:close/>
                  </a:path>
                </a:pathLst>
              </a:custGeom>
              <a:solidFill>
                <a:srgbClr val="CAC7DB"/>
              </a:solidFill>
              <a:ln w="2646" cap="flat">
                <a:noFill/>
              </a:ln>
            </p:spPr>
          </p:sp>
          <p:sp>
            <p:nvSpPr>
              <p:cNvPr id="2429" name="ICON_C_WINDOWS_GRAPHIC_path_401"/>
              <p:cNvSpPr/>
              <p:nvPr/>
            </p:nvSpPr>
            <p:spPr>
              <a:xfrm>
                <a:off x="6064250" y="7405688"/>
                <a:ext cx="11658" cy="44979"/>
              </a:xfrm>
              <a:custGeom>
                <a:avLst/>
                <a:gdLst/>
                <a:ahLst/>
                <a:cxnLst/>
                <a:rect l="0" t="0" r="r" b="b"/>
                <a:pathLst>
                  <a:path w="918" h="3542" fill="norm" stroke="0">
                    <a:moveTo>
                      <a:pt x="625" y="0"/>
                    </a:moveTo>
                    <a:cubicBezTo>
                      <a:pt x="694" y="0"/>
                      <a:pt x="762" y="0"/>
                      <a:pt x="833" y="0"/>
                    </a:cubicBezTo>
                    <a:cubicBezTo>
                      <a:pt x="859" y="395"/>
                      <a:pt x="876" y="789"/>
                      <a:pt x="885" y="1185"/>
                    </a:cubicBezTo>
                    <a:cubicBezTo>
                      <a:pt x="886" y="1214"/>
                      <a:pt x="887" y="1242"/>
                      <a:pt x="887" y="1272"/>
                    </a:cubicBezTo>
                    <a:cubicBezTo>
                      <a:pt x="918" y="2653"/>
                      <a:pt x="918" y="2653"/>
                      <a:pt x="417" y="3177"/>
                    </a:cubicBezTo>
                    <a:cubicBezTo>
                      <a:pt x="287" y="3311"/>
                      <a:pt x="150" y="3432"/>
                      <a:pt x="0" y="3542"/>
                    </a:cubicBezTo>
                    <a:cubicBezTo>
                      <a:pt x="29" y="3376"/>
                      <a:pt x="60" y="3212"/>
                      <a:pt x="91" y="3047"/>
                    </a:cubicBezTo>
                    <a:cubicBezTo>
                      <a:pt x="99" y="3001"/>
                      <a:pt x="108" y="2955"/>
                      <a:pt x="116" y="2907"/>
                    </a:cubicBezTo>
                    <a:cubicBezTo>
                      <a:pt x="125" y="2861"/>
                      <a:pt x="133" y="2816"/>
                      <a:pt x="142" y="2769"/>
                    </a:cubicBezTo>
                    <a:cubicBezTo>
                      <a:pt x="150" y="2727"/>
                      <a:pt x="158" y="2686"/>
                      <a:pt x="166" y="2643"/>
                    </a:cubicBezTo>
                    <a:cubicBezTo>
                      <a:pt x="204" y="2515"/>
                      <a:pt x="249" y="2422"/>
                      <a:pt x="312" y="2306"/>
                    </a:cubicBezTo>
                    <a:cubicBezTo>
                      <a:pt x="434" y="2070"/>
                      <a:pt x="461" y="1849"/>
                      <a:pt x="483" y="1587"/>
                    </a:cubicBezTo>
                    <a:cubicBezTo>
                      <a:pt x="487" y="1541"/>
                      <a:pt x="491" y="1496"/>
                      <a:pt x="496" y="1449"/>
                    </a:cubicBezTo>
                    <a:cubicBezTo>
                      <a:pt x="509" y="1304"/>
                      <a:pt x="521" y="1160"/>
                      <a:pt x="534" y="1016"/>
                    </a:cubicBezTo>
                    <a:cubicBezTo>
                      <a:pt x="543" y="917"/>
                      <a:pt x="552" y="819"/>
                      <a:pt x="561" y="720"/>
                    </a:cubicBezTo>
                    <a:cubicBezTo>
                      <a:pt x="583" y="480"/>
                      <a:pt x="605" y="240"/>
                      <a:pt x="625" y="0"/>
                    </a:cubicBezTo>
                    <a:close/>
                  </a:path>
                </a:pathLst>
              </a:custGeom>
              <a:solidFill>
                <a:srgbClr val="C39DB7"/>
              </a:solidFill>
              <a:ln w="2646" cap="flat">
                <a:noFill/>
              </a:ln>
            </p:spPr>
          </p:sp>
          <p:sp>
            <p:nvSpPr>
              <p:cNvPr id="2430" name="ICON_C_WINDOWS_GRAPHIC_path_402"/>
              <p:cNvSpPr/>
              <p:nvPr/>
            </p:nvSpPr>
            <p:spPr>
              <a:xfrm>
                <a:off x="5905500" y="7421285"/>
                <a:ext cx="8448" cy="29382"/>
              </a:xfrm>
              <a:custGeom>
                <a:avLst/>
                <a:gdLst/>
                <a:ahLst/>
                <a:cxnLst/>
                <a:rect l="0" t="0" r="r" b="b"/>
                <a:pathLst>
                  <a:path w="665" h="2314" fill="norm" stroke="0">
                    <a:moveTo>
                      <a:pt x="0" y="22"/>
                    </a:moveTo>
                    <a:cubicBezTo>
                      <a:pt x="142" y="7"/>
                      <a:pt x="275" y="0"/>
                      <a:pt x="417" y="22"/>
                    </a:cubicBezTo>
                    <a:cubicBezTo>
                      <a:pt x="498" y="122"/>
                      <a:pt x="517" y="161"/>
                      <a:pt x="546" y="280"/>
                    </a:cubicBezTo>
                    <a:cubicBezTo>
                      <a:pt x="554" y="308"/>
                      <a:pt x="562" y="335"/>
                      <a:pt x="570" y="364"/>
                    </a:cubicBezTo>
                    <a:cubicBezTo>
                      <a:pt x="665" y="742"/>
                      <a:pt x="647" y="1132"/>
                      <a:pt x="638" y="1519"/>
                    </a:cubicBezTo>
                    <a:cubicBezTo>
                      <a:pt x="637" y="1597"/>
                      <a:pt x="636" y="1674"/>
                      <a:pt x="635" y="1752"/>
                    </a:cubicBezTo>
                    <a:cubicBezTo>
                      <a:pt x="633" y="1939"/>
                      <a:pt x="629" y="2126"/>
                      <a:pt x="625" y="2314"/>
                    </a:cubicBezTo>
                    <a:cubicBezTo>
                      <a:pt x="470" y="2263"/>
                      <a:pt x="338" y="2205"/>
                      <a:pt x="208" y="2105"/>
                    </a:cubicBezTo>
                    <a:cubicBezTo>
                      <a:pt x="138" y="1950"/>
                      <a:pt x="131" y="1798"/>
                      <a:pt x="122" y="1629"/>
                    </a:cubicBezTo>
                    <a:cubicBezTo>
                      <a:pt x="118" y="1583"/>
                      <a:pt x="114" y="1537"/>
                      <a:pt x="110" y="1490"/>
                    </a:cubicBezTo>
                    <a:cubicBezTo>
                      <a:pt x="98" y="1344"/>
                      <a:pt x="88" y="1197"/>
                      <a:pt x="78" y="1051"/>
                    </a:cubicBezTo>
                    <a:cubicBezTo>
                      <a:pt x="70" y="951"/>
                      <a:pt x="62" y="852"/>
                      <a:pt x="54" y="752"/>
                    </a:cubicBezTo>
                    <a:cubicBezTo>
                      <a:pt x="34" y="509"/>
                      <a:pt x="16" y="265"/>
                      <a:pt x="0" y="22"/>
                    </a:cubicBezTo>
                    <a:close/>
                  </a:path>
                </a:pathLst>
              </a:custGeom>
              <a:solidFill>
                <a:srgbClr val="E4B0CC"/>
              </a:solidFill>
              <a:ln w="2646" cap="flat">
                <a:noFill/>
              </a:ln>
            </p:spPr>
          </p:sp>
          <p:sp>
            <p:nvSpPr>
              <p:cNvPr id="2431" name="ICON_C_WINDOWS_GRAPHIC_path_403"/>
              <p:cNvSpPr/>
              <p:nvPr/>
            </p:nvSpPr>
            <p:spPr>
              <a:xfrm>
                <a:off x="6577542" y="7299854"/>
                <a:ext cx="8800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693" h="1875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40" y="167"/>
                      <a:pt x="652" y="332"/>
                      <a:pt x="659" y="500"/>
                    </a:cubicBezTo>
                    <a:cubicBezTo>
                      <a:pt x="663" y="556"/>
                      <a:pt x="667" y="612"/>
                      <a:pt x="672" y="669"/>
                    </a:cubicBezTo>
                    <a:cubicBezTo>
                      <a:pt x="693" y="887"/>
                      <a:pt x="667" y="1020"/>
                      <a:pt x="625" y="1250"/>
                    </a:cubicBezTo>
                    <a:cubicBezTo>
                      <a:pt x="419" y="1456"/>
                      <a:pt x="212" y="1663"/>
                      <a:pt x="0" y="1875"/>
                    </a:cubicBezTo>
                    <a:cubicBezTo>
                      <a:pt x="0" y="1256"/>
                      <a:pt x="0" y="638"/>
                      <a:pt x="0" y="0"/>
                    </a:cubicBezTo>
                    <a:close/>
                  </a:path>
                </a:pathLst>
              </a:custGeom>
              <a:solidFill>
                <a:srgbClr val="DEEFED"/>
              </a:solidFill>
              <a:ln w="2646" cap="flat">
                <a:noFill/>
              </a:ln>
            </p:spPr>
          </p:sp>
          <p:sp>
            <p:nvSpPr>
              <p:cNvPr id="2432" name="ICON_C_WINDOWS_GRAPHIC_path_404"/>
              <p:cNvSpPr/>
              <p:nvPr/>
            </p:nvSpPr>
            <p:spPr>
              <a:xfrm>
                <a:off x="6783917" y="7477125"/>
                <a:ext cx="27072" cy="27517"/>
              </a:xfrm>
              <a:custGeom>
                <a:avLst/>
                <a:gdLst/>
                <a:ahLst/>
                <a:cxnLst/>
                <a:rect l="0" t="0" r="r" b="b"/>
                <a:pathLst>
                  <a:path w="2132" h="2167" fill="norm" stroke="0">
                    <a:moveTo>
                      <a:pt x="1875" y="0"/>
                    </a:moveTo>
                    <a:cubicBezTo>
                      <a:pt x="2000" y="256"/>
                      <a:pt x="2132" y="544"/>
                      <a:pt x="2083" y="833"/>
                    </a:cubicBezTo>
                    <a:cubicBezTo>
                      <a:pt x="1948" y="1012"/>
                      <a:pt x="1760" y="1118"/>
                      <a:pt x="1571" y="1233"/>
                    </a:cubicBezTo>
                    <a:cubicBezTo>
                      <a:pt x="1230" y="1446"/>
                      <a:pt x="1230" y="1446"/>
                      <a:pt x="1184" y="1636"/>
                    </a:cubicBezTo>
                    <a:cubicBezTo>
                      <a:pt x="1174" y="1694"/>
                      <a:pt x="1166" y="1752"/>
                      <a:pt x="1159" y="1810"/>
                    </a:cubicBezTo>
                    <a:cubicBezTo>
                      <a:pt x="1140" y="1939"/>
                      <a:pt x="1124" y="1972"/>
                      <a:pt x="1042" y="2083"/>
                    </a:cubicBezTo>
                    <a:cubicBezTo>
                      <a:pt x="705" y="2167"/>
                      <a:pt x="341" y="2120"/>
                      <a:pt x="0" y="2083"/>
                    </a:cubicBezTo>
                    <a:cubicBezTo>
                      <a:pt x="12" y="2082"/>
                      <a:pt x="12" y="2082"/>
                      <a:pt x="73" y="2077"/>
                    </a:cubicBezTo>
                    <a:cubicBezTo>
                      <a:pt x="335" y="2051"/>
                      <a:pt x="607" y="2018"/>
                      <a:pt x="833" y="1875"/>
                    </a:cubicBezTo>
                    <a:cubicBezTo>
                      <a:pt x="923" y="1731"/>
                      <a:pt x="930" y="1568"/>
                      <a:pt x="951" y="1403"/>
                    </a:cubicBezTo>
                    <a:cubicBezTo>
                      <a:pt x="1014" y="1012"/>
                      <a:pt x="1223" y="764"/>
                      <a:pt x="1471" y="469"/>
                    </a:cubicBezTo>
                    <a:cubicBezTo>
                      <a:pt x="1491" y="445"/>
                      <a:pt x="1511" y="422"/>
                      <a:pt x="1531" y="398"/>
                    </a:cubicBezTo>
                    <a:cubicBezTo>
                      <a:pt x="1644" y="264"/>
                      <a:pt x="1759" y="131"/>
                      <a:pt x="1875" y="0"/>
                    </a:cubicBezTo>
                    <a:close/>
                  </a:path>
                </a:pathLst>
              </a:custGeom>
              <a:solidFill>
                <a:srgbClr val="E2DFEB"/>
              </a:solidFill>
              <a:ln w="2646" cap="flat">
                <a:noFill/>
              </a:ln>
            </p:spPr>
          </p:sp>
          <p:sp>
            <p:nvSpPr>
              <p:cNvPr id="2433" name="ICON_C_WINDOWS_GRAPHIC_path_405"/>
              <p:cNvSpPr/>
              <p:nvPr/>
            </p:nvSpPr>
            <p:spPr>
              <a:xfrm>
                <a:off x="6334125" y="7474479"/>
                <a:ext cx="8244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649" h="1667" fill="norm" stroke="0">
                    <a:moveTo>
                      <a:pt x="0" y="0"/>
                    </a:moveTo>
                    <a:cubicBezTo>
                      <a:pt x="417" y="0"/>
                      <a:pt x="417" y="0"/>
                      <a:pt x="502" y="68"/>
                    </a:cubicBezTo>
                    <a:cubicBezTo>
                      <a:pt x="648" y="401"/>
                      <a:pt x="649" y="712"/>
                      <a:pt x="638" y="1068"/>
                    </a:cubicBezTo>
                    <a:cubicBezTo>
                      <a:pt x="637" y="1126"/>
                      <a:pt x="636" y="1184"/>
                      <a:pt x="635" y="1243"/>
                    </a:cubicBezTo>
                    <a:cubicBezTo>
                      <a:pt x="633" y="1384"/>
                      <a:pt x="629" y="1525"/>
                      <a:pt x="625" y="1667"/>
                    </a:cubicBezTo>
                    <a:cubicBezTo>
                      <a:pt x="419" y="1667"/>
                      <a:pt x="212" y="1667"/>
                      <a:pt x="0" y="1667"/>
                    </a:cubicBezTo>
                    <a:cubicBezTo>
                      <a:pt x="0" y="1117"/>
                      <a:pt x="0" y="567"/>
                      <a:pt x="0" y="0"/>
                    </a:cubicBezTo>
                    <a:close/>
                  </a:path>
                </a:pathLst>
              </a:custGeom>
              <a:solidFill>
                <a:srgbClr val="767899"/>
              </a:solidFill>
              <a:ln w="2646" cap="flat">
                <a:noFill/>
              </a:ln>
            </p:spPr>
          </p:sp>
          <p:sp>
            <p:nvSpPr>
              <p:cNvPr id="2434" name="ICON_C_WINDOWS_GRAPHIC_path_406"/>
              <p:cNvSpPr/>
              <p:nvPr/>
            </p:nvSpPr>
            <p:spPr>
              <a:xfrm>
                <a:off x="6733646" y="7477125"/>
                <a:ext cx="10583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2083" fill="norm" stroke="0">
                    <a:moveTo>
                      <a:pt x="833" y="0"/>
                    </a:moveTo>
                    <a:cubicBezTo>
                      <a:pt x="833" y="688"/>
                      <a:pt x="833" y="1375"/>
                      <a:pt x="833" y="2083"/>
                    </a:cubicBezTo>
                    <a:cubicBezTo>
                      <a:pt x="696" y="1877"/>
                      <a:pt x="558" y="1671"/>
                      <a:pt x="417" y="1458"/>
                    </a:cubicBezTo>
                    <a:cubicBezTo>
                      <a:pt x="279" y="1596"/>
                      <a:pt x="142" y="1733"/>
                      <a:pt x="0" y="1875"/>
                    </a:cubicBezTo>
                    <a:cubicBezTo>
                      <a:pt x="231" y="0"/>
                      <a:pt x="231" y="0"/>
                      <a:pt x="833" y="0"/>
                    </a:cubicBezTo>
                    <a:close/>
                  </a:path>
                </a:pathLst>
              </a:custGeom>
              <a:solidFill>
                <a:srgbClr val="E7E4EF"/>
              </a:solidFill>
              <a:ln w="2646" cap="flat">
                <a:noFill/>
              </a:ln>
            </p:spPr>
          </p:sp>
          <p:sp>
            <p:nvSpPr>
              <p:cNvPr id="2435" name="ICON_C_WINDOWS_GRAPHIC_path_407"/>
              <p:cNvSpPr/>
              <p:nvPr/>
            </p:nvSpPr>
            <p:spPr>
              <a:xfrm>
                <a:off x="6469062" y="7434572"/>
                <a:ext cx="12504" cy="34615"/>
              </a:xfrm>
              <a:custGeom>
                <a:avLst/>
                <a:gdLst/>
                <a:ahLst/>
                <a:cxnLst/>
                <a:rect l="0" t="0" r="r" b="b"/>
                <a:pathLst>
                  <a:path w="985" h="2726" fill="norm" stroke="0">
                    <a:moveTo>
                      <a:pt x="625" y="17"/>
                    </a:moveTo>
                    <a:cubicBezTo>
                      <a:pt x="736" y="0"/>
                      <a:pt x="736" y="0"/>
                      <a:pt x="833" y="17"/>
                    </a:cubicBezTo>
                    <a:cubicBezTo>
                      <a:pt x="985" y="1786"/>
                      <a:pt x="985" y="1786"/>
                      <a:pt x="648" y="2202"/>
                    </a:cubicBezTo>
                    <a:cubicBezTo>
                      <a:pt x="462" y="2411"/>
                      <a:pt x="238" y="2580"/>
                      <a:pt x="0" y="2726"/>
                    </a:cubicBezTo>
                    <a:cubicBezTo>
                      <a:pt x="91" y="2062"/>
                      <a:pt x="210" y="1412"/>
                      <a:pt x="389" y="767"/>
                    </a:cubicBezTo>
                    <a:cubicBezTo>
                      <a:pt x="408" y="701"/>
                      <a:pt x="425" y="635"/>
                      <a:pt x="443" y="569"/>
                    </a:cubicBezTo>
                    <a:cubicBezTo>
                      <a:pt x="468" y="477"/>
                      <a:pt x="494" y="385"/>
                      <a:pt x="521" y="292"/>
                    </a:cubicBezTo>
                    <a:cubicBezTo>
                      <a:pt x="528" y="264"/>
                      <a:pt x="536" y="236"/>
                      <a:pt x="543" y="208"/>
                    </a:cubicBezTo>
                    <a:cubicBezTo>
                      <a:pt x="566" y="131"/>
                      <a:pt x="566" y="131"/>
                      <a:pt x="625" y="17"/>
                    </a:cubicBezTo>
                    <a:close/>
                  </a:path>
                </a:pathLst>
              </a:custGeom>
              <a:solidFill>
                <a:srgbClr val="A0B7C2"/>
              </a:solidFill>
              <a:ln w="2646" cap="flat">
                <a:noFill/>
              </a:ln>
            </p:spPr>
          </p:sp>
          <p:sp>
            <p:nvSpPr>
              <p:cNvPr id="2436" name="ICON_C_WINDOWS_GRAPHIC_path_408"/>
              <p:cNvSpPr/>
              <p:nvPr/>
            </p:nvSpPr>
            <p:spPr>
              <a:xfrm>
                <a:off x="6125104" y="7455958"/>
                <a:ext cx="16825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325" h="1042" fill="norm" stroke="0">
                    <a:moveTo>
                      <a:pt x="0" y="0"/>
                    </a:moveTo>
                    <a:cubicBezTo>
                      <a:pt x="179" y="44"/>
                      <a:pt x="357" y="92"/>
                      <a:pt x="534" y="144"/>
                    </a:cubicBezTo>
                    <a:cubicBezTo>
                      <a:pt x="594" y="161"/>
                      <a:pt x="655" y="177"/>
                      <a:pt x="716" y="191"/>
                    </a:cubicBezTo>
                    <a:cubicBezTo>
                      <a:pt x="916" y="241"/>
                      <a:pt x="1086" y="290"/>
                      <a:pt x="1250" y="417"/>
                    </a:cubicBezTo>
                    <a:cubicBezTo>
                      <a:pt x="1325" y="618"/>
                      <a:pt x="1285" y="836"/>
                      <a:pt x="1250" y="1042"/>
                    </a:cubicBezTo>
                    <a:cubicBezTo>
                      <a:pt x="510" y="994"/>
                      <a:pt x="510" y="994"/>
                      <a:pt x="208" y="833"/>
                    </a:cubicBezTo>
                    <a:cubicBezTo>
                      <a:pt x="30" y="599"/>
                      <a:pt x="10" y="286"/>
                      <a:pt x="0" y="0"/>
                    </a:cubicBezTo>
                    <a:close/>
                  </a:path>
                </a:pathLst>
              </a:custGeom>
              <a:solidFill>
                <a:srgbClr val="EAEAEA"/>
              </a:solidFill>
              <a:ln w="2646" cap="flat">
                <a:noFill/>
              </a:ln>
            </p:spPr>
          </p:sp>
          <p:sp>
            <p:nvSpPr>
              <p:cNvPr id="2437" name="ICON_C_WINDOWS_GRAPHIC_path_409"/>
              <p:cNvSpPr/>
              <p:nvPr/>
            </p:nvSpPr>
            <p:spPr>
              <a:xfrm>
                <a:off x="5519208" y="7455958"/>
                <a:ext cx="21294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677" h="1667" fill="norm" stroke="0">
                    <a:moveTo>
                      <a:pt x="1458" y="0"/>
                    </a:moveTo>
                    <a:cubicBezTo>
                      <a:pt x="1677" y="532"/>
                      <a:pt x="1677" y="532"/>
                      <a:pt x="1655" y="735"/>
                    </a:cubicBezTo>
                    <a:cubicBezTo>
                      <a:pt x="1616" y="827"/>
                      <a:pt x="1572" y="898"/>
                      <a:pt x="1510" y="977"/>
                    </a:cubicBezTo>
                    <a:cubicBezTo>
                      <a:pt x="1491" y="1003"/>
                      <a:pt x="1472" y="1030"/>
                      <a:pt x="1452" y="1058"/>
                    </a:cubicBezTo>
                    <a:cubicBezTo>
                      <a:pt x="1341" y="1194"/>
                      <a:pt x="1281" y="1245"/>
                      <a:pt x="1104" y="1274"/>
                    </a:cubicBezTo>
                    <a:cubicBezTo>
                      <a:pt x="1027" y="1269"/>
                      <a:pt x="949" y="1263"/>
                      <a:pt x="871" y="1253"/>
                    </a:cubicBezTo>
                    <a:cubicBezTo>
                      <a:pt x="515" y="1216"/>
                      <a:pt x="265" y="1456"/>
                      <a:pt x="0" y="1667"/>
                    </a:cubicBezTo>
                    <a:cubicBezTo>
                      <a:pt x="273" y="872"/>
                      <a:pt x="798" y="469"/>
                      <a:pt x="1458" y="0"/>
                    </a:cubicBezTo>
                    <a:close/>
                  </a:path>
                </a:pathLst>
              </a:custGeom>
              <a:solidFill>
                <a:srgbClr val="C8D8F3"/>
              </a:solidFill>
              <a:ln w="2646" cap="flat">
                <a:noFill/>
              </a:ln>
            </p:spPr>
          </p:sp>
          <p:sp>
            <p:nvSpPr>
              <p:cNvPr id="2438" name="ICON_C_WINDOWS_GRAPHIC_path_410"/>
              <p:cNvSpPr/>
              <p:nvPr/>
            </p:nvSpPr>
            <p:spPr>
              <a:xfrm>
                <a:off x="5262562" y="7448021"/>
                <a:ext cx="10583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458" fill="norm" stroke="0">
                    <a:moveTo>
                      <a:pt x="208" y="0"/>
                    </a:moveTo>
                    <a:cubicBezTo>
                      <a:pt x="415" y="0"/>
                      <a:pt x="621" y="0"/>
                      <a:pt x="833" y="0"/>
                    </a:cubicBezTo>
                    <a:cubicBezTo>
                      <a:pt x="765" y="481"/>
                      <a:pt x="696" y="962"/>
                      <a:pt x="625" y="1458"/>
                    </a:cubicBezTo>
                    <a:cubicBezTo>
                      <a:pt x="419" y="1458"/>
                      <a:pt x="212" y="1458"/>
                      <a:pt x="0" y="1458"/>
                    </a:cubicBezTo>
                    <a:cubicBezTo>
                      <a:pt x="69" y="977"/>
                      <a:pt x="137" y="496"/>
                      <a:pt x="208" y="0"/>
                    </a:cubicBezTo>
                    <a:close/>
                  </a:path>
                </a:pathLst>
              </a:custGeom>
              <a:solidFill>
                <a:srgbClr val="6A678E"/>
              </a:solidFill>
              <a:ln w="2646" cap="flat">
                <a:noFill/>
              </a:ln>
            </p:spPr>
          </p:sp>
          <p:sp>
            <p:nvSpPr>
              <p:cNvPr id="2439" name="ICON_C_WINDOWS_GRAPHIC_path_411"/>
              <p:cNvSpPr/>
              <p:nvPr/>
            </p:nvSpPr>
            <p:spPr>
              <a:xfrm>
                <a:off x="6542601" y="7450667"/>
                <a:ext cx="9133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719" h="2292" fill="norm" stroke="0">
                    <a:moveTo>
                      <a:pt x="251" y="0"/>
                    </a:moveTo>
                    <a:cubicBezTo>
                      <a:pt x="405" y="52"/>
                      <a:pt x="539" y="109"/>
                      <a:pt x="668" y="208"/>
                    </a:cubicBezTo>
                    <a:cubicBezTo>
                      <a:pt x="719" y="352"/>
                      <a:pt x="698" y="482"/>
                      <a:pt x="678" y="631"/>
                    </a:cubicBezTo>
                    <a:cubicBezTo>
                      <a:pt x="674" y="672"/>
                      <a:pt x="669" y="713"/>
                      <a:pt x="665" y="755"/>
                    </a:cubicBezTo>
                    <a:cubicBezTo>
                      <a:pt x="655" y="841"/>
                      <a:pt x="645" y="928"/>
                      <a:pt x="633" y="1014"/>
                    </a:cubicBezTo>
                    <a:cubicBezTo>
                      <a:pt x="616" y="1145"/>
                      <a:pt x="603" y="1277"/>
                      <a:pt x="591" y="1409"/>
                    </a:cubicBezTo>
                    <a:cubicBezTo>
                      <a:pt x="581" y="1492"/>
                      <a:pt x="571" y="1576"/>
                      <a:pt x="560" y="1660"/>
                    </a:cubicBezTo>
                    <a:cubicBezTo>
                      <a:pt x="557" y="1699"/>
                      <a:pt x="553" y="1739"/>
                      <a:pt x="549" y="1779"/>
                    </a:cubicBezTo>
                    <a:cubicBezTo>
                      <a:pt x="532" y="1895"/>
                      <a:pt x="515" y="1980"/>
                      <a:pt x="460" y="2083"/>
                    </a:cubicBezTo>
                    <a:cubicBezTo>
                      <a:pt x="329" y="2179"/>
                      <a:pt x="195" y="2238"/>
                      <a:pt x="43" y="2292"/>
                    </a:cubicBezTo>
                    <a:cubicBezTo>
                      <a:pt x="0" y="722"/>
                      <a:pt x="0" y="722"/>
                      <a:pt x="251" y="0"/>
                    </a:cubicBezTo>
                    <a:close/>
                  </a:path>
                </a:pathLst>
              </a:custGeom>
              <a:solidFill>
                <a:srgbClr val="7F99AA"/>
              </a:solidFill>
              <a:ln w="2646" cap="flat">
                <a:noFill/>
              </a:ln>
            </p:spPr>
          </p:sp>
          <p:sp>
            <p:nvSpPr>
              <p:cNvPr id="2440" name="ICON_C_WINDOWS_GRAPHIC_path_412"/>
              <p:cNvSpPr/>
              <p:nvPr/>
            </p:nvSpPr>
            <p:spPr>
              <a:xfrm>
                <a:off x="6076487" y="7443372"/>
                <a:ext cx="24805" cy="25815"/>
              </a:xfrm>
              <a:custGeom>
                <a:avLst/>
                <a:gdLst/>
                <a:ahLst/>
                <a:cxnLst/>
                <a:rect l="0" t="0" r="r" b="b"/>
                <a:pathLst>
                  <a:path w="1953" h="2033" fill="norm" stroke="0">
                    <a:moveTo>
                      <a:pt x="1953" y="366"/>
                    </a:moveTo>
                    <a:cubicBezTo>
                      <a:pt x="1953" y="435"/>
                      <a:pt x="1953" y="504"/>
                      <a:pt x="1953" y="574"/>
                    </a:cubicBezTo>
                    <a:cubicBezTo>
                      <a:pt x="1541" y="574"/>
                      <a:pt x="1128" y="574"/>
                      <a:pt x="703" y="574"/>
                    </a:cubicBezTo>
                    <a:cubicBezTo>
                      <a:pt x="703" y="1056"/>
                      <a:pt x="703" y="1537"/>
                      <a:pt x="703" y="2033"/>
                    </a:cubicBezTo>
                    <a:cubicBezTo>
                      <a:pt x="9" y="1194"/>
                      <a:pt x="9" y="1194"/>
                      <a:pt x="0" y="861"/>
                    </a:cubicBezTo>
                    <a:cubicBezTo>
                      <a:pt x="32" y="619"/>
                      <a:pt x="126" y="464"/>
                      <a:pt x="312" y="314"/>
                    </a:cubicBezTo>
                    <a:cubicBezTo>
                      <a:pt x="774" y="0"/>
                      <a:pt x="1454" y="244"/>
                      <a:pt x="1953" y="366"/>
                    </a:cubicBezTo>
                    <a:close/>
                  </a:path>
                </a:pathLst>
              </a:custGeom>
              <a:solidFill>
                <a:srgbClr val="CFABC2"/>
              </a:solidFill>
              <a:ln w="2646" cap="flat">
                <a:noFill/>
              </a:ln>
            </p:spPr>
          </p:sp>
          <p:sp>
            <p:nvSpPr>
              <p:cNvPr id="2441" name="ICON_C_WINDOWS_GRAPHIC_path_413"/>
              <p:cNvSpPr/>
              <p:nvPr/>
            </p:nvSpPr>
            <p:spPr>
              <a:xfrm>
                <a:off x="6410854" y="7432146"/>
                <a:ext cx="29104" cy="14478"/>
              </a:xfrm>
              <a:custGeom>
                <a:avLst/>
                <a:gdLst/>
                <a:ahLst/>
                <a:cxnLst/>
                <a:rect l="0" t="0" r="r" b="b"/>
                <a:pathLst>
                  <a:path w="2292" h="1140" fill="norm" stroke="0">
                    <a:moveTo>
                      <a:pt x="1875" y="0"/>
                    </a:moveTo>
                    <a:cubicBezTo>
                      <a:pt x="2027" y="48"/>
                      <a:pt x="2157" y="124"/>
                      <a:pt x="2292" y="208"/>
                    </a:cubicBezTo>
                    <a:cubicBezTo>
                      <a:pt x="1769" y="958"/>
                      <a:pt x="1769" y="958"/>
                      <a:pt x="1370" y="1066"/>
                    </a:cubicBezTo>
                    <a:cubicBezTo>
                      <a:pt x="921" y="1140"/>
                      <a:pt x="450" y="1091"/>
                      <a:pt x="0" y="1042"/>
                    </a:cubicBezTo>
                    <a:cubicBezTo>
                      <a:pt x="330" y="605"/>
                      <a:pt x="622" y="372"/>
                      <a:pt x="1172" y="286"/>
                    </a:cubicBezTo>
                    <a:cubicBezTo>
                      <a:pt x="1217" y="281"/>
                      <a:pt x="1263" y="275"/>
                      <a:pt x="1310" y="269"/>
                    </a:cubicBezTo>
                    <a:cubicBezTo>
                      <a:pt x="1648" y="226"/>
                      <a:pt x="1648" y="226"/>
                      <a:pt x="1729" y="150"/>
                    </a:cubicBezTo>
                    <a:cubicBezTo>
                      <a:pt x="1745" y="129"/>
                      <a:pt x="1760" y="108"/>
                      <a:pt x="1776" y="86"/>
                    </a:cubicBezTo>
                    <a:cubicBezTo>
                      <a:pt x="1809" y="58"/>
                      <a:pt x="1841" y="29"/>
                      <a:pt x="1875" y="0"/>
                    </a:cubicBezTo>
                    <a:close/>
                  </a:path>
                </a:pathLst>
              </a:custGeom>
              <a:solidFill>
                <a:srgbClr val="BBD1D8"/>
              </a:solidFill>
              <a:ln w="2646" cap="flat">
                <a:noFill/>
              </a:ln>
            </p:spPr>
          </p:sp>
          <p:sp>
            <p:nvSpPr>
              <p:cNvPr id="2442" name="ICON_C_WINDOWS_GRAPHIC_path_414"/>
              <p:cNvSpPr/>
              <p:nvPr/>
            </p:nvSpPr>
            <p:spPr>
              <a:xfrm>
                <a:off x="5611812" y="7418917"/>
                <a:ext cx="9110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717" h="2708" fill="norm" stroke="0">
                    <a:moveTo>
                      <a:pt x="417" y="0"/>
                    </a:moveTo>
                    <a:cubicBezTo>
                      <a:pt x="485" y="0"/>
                      <a:pt x="554" y="0"/>
                      <a:pt x="625" y="0"/>
                    </a:cubicBezTo>
                    <a:cubicBezTo>
                      <a:pt x="640" y="322"/>
                      <a:pt x="651" y="645"/>
                      <a:pt x="657" y="967"/>
                    </a:cubicBezTo>
                    <a:cubicBezTo>
                      <a:pt x="661" y="1117"/>
                      <a:pt x="665" y="1266"/>
                      <a:pt x="672" y="1416"/>
                    </a:cubicBezTo>
                    <a:cubicBezTo>
                      <a:pt x="717" y="2391"/>
                      <a:pt x="717" y="2391"/>
                      <a:pt x="562" y="2575"/>
                    </a:cubicBezTo>
                    <a:cubicBezTo>
                      <a:pt x="373" y="2696"/>
                      <a:pt x="236" y="2689"/>
                      <a:pt x="0" y="2708"/>
                    </a:cubicBezTo>
                    <a:cubicBezTo>
                      <a:pt x="0" y="2365"/>
                      <a:pt x="0" y="2021"/>
                      <a:pt x="0" y="1667"/>
                    </a:cubicBezTo>
                    <a:cubicBezTo>
                      <a:pt x="138" y="1667"/>
                      <a:pt x="275" y="1667"/>
                      <a:pt x="417" y="1667"/>
                    </a:cubicBezTo>
                    <a:cubicBezTo>
                      <a:pt x="417" y="1117"/>
                      <a:pt x="417" y="567"/>
                      <a:pt x="417" y="0"/>
                    </a:cubicBezTo>
                    <a:close/>
                  </a:path>
                </a:pathLst>
              </a:custGeom>
              <a:solidFill>
                <a:srgbClr val="DAE5F9"/>
              </a:solidFill>
              <a:ln w="2646" cap="flat">
                <a:noFill/>
              </a:ln>
            </p:spPr>
          </p:sp>
          <p:sp>
            <p:nvSpPr>
              <p:cNvPr id="2443" name="ICON_C_WINDOWS_GRAPHIC_path_415"/>
              <p:cNvSpPr/>
              <p:nvPr/>
            </p:nvSpPr>
            <p:spPr>
              <a:xfrm>
                <a:off x="5404657" y="7400396"/>
                <a:ext cx="8718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686" h="2292" fill="norm" stroke="0">
                    <a:moveTo>
                      <a:pt x="686" y="0"/>
                    </a:moveTo>
                    <a:cubicBezTo>
                      <a:pt x="686" y="756"/>
                      <a:pt x="686" y="1513"/>
                      <a:pt x="686" y="2292"/>
                    </a:cubicBezTo>
                    <a:cubicBezTo>
                      <a:pt x="549" y="2292"/>
                      <a:pt x="411" y="2292"/>
                      <a:pt x="270" y="2292"/>
                    </a:cubicBezTo>
                    <a:cubicBezTo>
                      <a:pt x="229" y="2066"/>
                      <a:pt x="192" y="1840"/>
                      <a:pt x="158" y="1614"/>
                    </a:cubicBezTo>
                    <a:cubicBezTo>
                      <a:pt x="146" y="1537"/>
                      <a:pt x="133" y="1461"/>
                      <a:pt x="119" y="1384"/>
                    </a:cubicBezTo>
                    <a:cubicBezTo>
                      <a:pt x="42" y="959"/>
                      <a:pt x="0" y="630"/>
                      <a:pt x="252" y="258"/>
                    </a:cubicBezTo>
                    <a:cubicBezTo>
                      <a:pt x="385" y="66"/>
                      <a:pt x="435" y="0"/>
                      <a:pt x="686" y="0"/>
                    </a:cubicBezTo>
                    <a:close/>
                  </a:path>
                </a:pathLst>
              </a:custGeom>
              <a:solidFill>
                <a:srgbClr val="C1D5F5"/>
              </a:solidFill>
              <a:ln w="2646" cap="flat">
                <a:noFill/>
              </a:ln>
            </p:spPr>
          </p:sp>
          <p:sp>
            <p:nvSpPr>
              <p:cNvPr id="2444" name="ICON_C_WINDOWS_GRAPHIC_path_416"/>
              <p:cNvSpPr/>
              <p:nvPr/>
            </p:nvSpPr>
            <p:spPr>
              <a:xfrm>
                <a:off x="6368521" y="7633229"/>
                <a:ext cx="23812" cy="11221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884" fill="norm" stroke="0">
                    <a:moveTo>
                      <a:pt x="0" y="0"/>
                    </a:moveTo>
                    <a:cubicBezTo>
                      <a:pt x="309" y="69"/>
                      <a:pt x="309" y="69"/>
                      <a:pt x="1875" y="417"/>
                    </a:cubicBezTo>
                    <a:cubicBezTo>
                      <a:pt x="1806" y="554"/>
                      <a:pt x="1738" y="692"/>
                      <a:pt x="1667" y="833"/>
                    </a:cubicBezTo>
                    <a:cubicBezTo>
                      <a:pt x="1528" y="875"/>
                      <a:pt x="1465" y="884"/>
                      <a:pt x="1327" y="874"/>
                    </a:cubicBezTo>
                    <a:cubicBezTo>
                      <a:pt x="1295" y="873"/>
                      <a:pt x="1263" y="873"/>
                      <a:pt x="1230" y="872"/>
                    </a:cubicBezTo>
                    <a:cubicBezTo>
                      <a:pt x="1128" y="870"/>
                      <a:pt x="1026" y="865"/>
                      <a:pt x="925" y="859"/>
                    </a:cubicBezTo>
                    <a:cubicBezTo>
                      <a:pt x="855" y="857"/>
                      <a:pt x="786" y="855"/>
                      <a:pt x="716" y="854"/>
                    </a:cubicBezTo>
                    <a:cubicBezTo>
                      <a:pt x="547" y="849"/>
                      <a:pt x="378" y="841"/>
                      <a:pt x="208" y="833"/>
                    </a:cubicBezTo>
                    <a:cubicBezTo>
                      <a:pt x="140" y="558"/>
                      <a:pt x="71" y="283"/>
                      <a:pt x="0" y="0"/>
                    </a:cubicBezTo>
                    <a:close/>
                  </a:path>
                </a:pathLst>
              </a:custGeom>
              <a:solidFill>
                <a:srgbClr val="63AEAF"/>
              </a:solidFill>
              <a:ln w="2646" cap="flat">
                <a:noFill/>
              </a:ln>
            </p:spPr>
          </p:sp>
          <p:sp>
            <p:nvSpPr>
              <p:cNvPr id="2445" name="ICON_C_WINDOWS_GRAPHIC_path_417"/>
              <p:cNvSpPr/>
              <p:nvPr/>
            </p:nvSpPr>
            <p:spPr>
              <a:xfrm>
                <a:off x="6376458" y="7477125"/>
                <a:ext cx="18521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1667" fill="norm" stroke="0">
                    <a:moveTo>
                      <a:pt x="0" y="0"/>
                    </a:moveTo>
                    <a:cubicBezTo>
                      <a:pt x="469" y="56"/>
                      <a:pt x="469" y="56"/>
                      <a:pt x="625" y="208"/>
                    </a:cubicBezTo>
                    <a:cubicBezTo>
                      <a:pt x="712" y="477"/>
                      <a:pt x="651" y="768"/>
                      <a:pt x="625" y="1042"/>
                    </a:cubicBezTo>
                    <a:cubicBezTo>
                      <a:pt x="900" y="1042"/>
                      <a:pt x="1175" y="1042"/>
                      <a:pt x="1458" y="1042"/>
                    </a:cubicBezTo>
                    <a:cubicBezTo>
                      <a:pt x="1458" y="1248"/>
                      <a:pt x="1458" y="1454"/>
                      <a:pt x="1458" y="1667"/>
                    </a:cubicBezTo>
                    <a:cubicBezTo>
                      <a:pt x="1183" y="1667"/>
                      <a:pt x="908" y="1667"/>
                      <a:pt x="625" y="1667"/>
                    </a:cubicBezTo>
                    <a:cubicBezTo>
                      <a:pt x="556" y="1254"/>
                      <a:pt x="488" y="842"/>
                      <a:pt x="417" y="417"/>
                    </a:cubicBezTo>
                    <a:cubicBezTo>
                      <a:pt x="279" y="417"/>
                      <a:pt x="142" y="41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A5BDC5"/>
              </a:solidFill>
              <a:ln w="2646" cap="flat">
                <a:noFill/>
              </a:ln>
            </p:spPr>
          </p:sp>
          <p:sp>
            <p:nvSpPr>
              <p:cNvPr id="2446" name="ICON_C_WINDOWS_GRAPHIC_path_418"/>
              <p:cNvSpPr/>
              <p:nvPr/>
            </p:nvSpPr>
            <p:spPr>
              <a:xfrm>
                <a:off x="5785646" y="7458604"/>
                <a:ext cx="8729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687" h="2083" fill="norm" stroke="0">
                    <a:moveTo>
                      <a:pt x="62" y="0"/>
                    </a:moveTo>
                    <a:cubicBezTo>
                      <a:pt x="269" y="69"/>
                      <a:pt x="475" y="138"/>
                      <a:pt x="687" y="208"/>
                    </a:cubicBezTo>
                    <a:cubicBezTo>
                      <a:pt x="619" y="827"/>
                      <a:pt x="550" y="1446"/>
                      <a:pt x="479" y="2083"/>
                    </a:cubicBezTo>
                    <a:cubicBezTo>
                      <a:pt x="0" y="1365"/>
                      <a:pt x="0" y="1365"/>
                      <a:pt x="22" y="1078"/>
                    </a:cubicBezTo>
                    <a:cubicBezTo>
                      <a:pt x="22" y="1047"/>
                      <a:pt x="23" y="1015"/>
                      <a:pt x="23" y="983"/>
                    </a:cubicBezTo>
                    <a:cubicBezTo>
                      <a:pt x="26" y="885"/>
                      <a:pt x="31" y="788"/>
                      <a:pt x="36" y="690"/>
                    </a:cubicBezTo>
                    <a:cubicBezTo>
                      <a:pt x="38" y="623"/>
                      <a:pt x="40" y="555"/>
                      <a:pt x="42" y="488"/>
                    </a:cubicBezTo>
                    <a:cubicBezTo>
                      <a:pt x="46" y="325"/>
                      <a:pt x="54" y="163"/>
                      <a:pt x="62" y="0"/>
                    </a:cubicBezTo>
                    <a:close/>
                  </a:path>
                </a:pathLst>
              </a:custGeom>
              <a:solidFill>
                <a:srgbClr val="BEBBD2"/>
              </a:solidFill>
              <a:ln w="2646" cap="flat">
                <a:noFill/>
              </a:ln>
            </p:spPr>
          </p:sp>
          <p:sp>
            <p:nvSpPr>
              <p:cNvPr id="2447" name="ICON_C_WINDOWS_GRAPHIC_path_419"/>
              <p:cNvSpPr/>
              <p:nvPr/>
            </p:nvSpPr>
            <p:spPr>
              <a:xfrm>
                <a:off x="5976938" y="7424208"/>
                <a:ext cx="18521" cy="31975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2518" fill="norm" stroke="0">
                    <a:moveTo>
                      <a:pt x="833" y="0"/>
                    </a:moveTo>
                    <a:cubicBezTo>
                      <a:pt x="1312" y="718"/>
                      <a:pt x="1312" y="718"/>
                      <a:pt x="1336" y="1051"/>
                    </a:cubicBezTo>
                    <a:cubicBezTo>
                      <a:pt x="1338" y="1069"/>
                      <a:pt x="1338" y="1069"/>
                      <a:pt x="1349" y="1160"/>
                    </a:cubicBezTo>
                    <a:cubicBezTo>
                      <a:pt x="1361" y="1273"/>
                      <a:pt x="1370" y="1385"/>
                      <a:pt x="1380" y="1497"/>
                    </a:cubicBezTo>
                    <a:cubicBezTo>
                      <a:pt x="1388" y="1575"/>
                      <a:pt x="1396" y="1652"/>
                      <a:pt x="1405" y="1730"/>
                    </a:cubicBezTo>
                    <a:cubicBezTo>
                      <a:pt x="1424" y="1917"/>
                      <a:pt x="1442" y="2104"/>
                      <a:pt x="1458" y="2292"/>
                    </a:cubicBezTo>
                    <a:cubicBezTo>
                      <a:pt x="938" y="2518"/>
                      <a:pt x="938" y="2518"/>
                      <a:pt x="704" y="2478"/>
                    </a:cubicBezTo>
                    <a:cubicBezTo>
                      <a:pt x="588" y="2428"/>
                      <a:pt x="484" y="2372"/>
                      <a:pt x="377" y="2305"/>
                    </a:cubicBezTo>
                    <a:cubicBezTo>
                      <a:pt x="341" y="2284"/>
                      <a:pt x="304" y="2263"/>
                      <a:pt x="266" y="2242"/>
                    </a:cubicBezTo>
                    <a:cubicBezTo>
                      <a:pt x="176" y="2191"/>
                      <a:pt x="88" y="2137"/>
                      <a:pt x="0" y="2083"/>
                    </a:cubicBezTo>
                    <a:cubicBezTo>
                      <a:pt x="275" y="2015"/>
                      <a:pt x="550" y="1946"/>
                      <a:pt x="833" y="1875"/>
                    </a:cubicBezTo>
                    <a:cubicBezTo>
                      <a:pt x="833" y="1256"/>
                      <a:pt x="833" y="638"/>
                      <a:pt x="833" y="0"/>
                    </a:cubicBezTo>
                    <a:close/>
                  </a:path>
                </a:pathLst>
              </a:custGeom>
              <a:solidFill>
                <a:srgbClr val="CDA5BF"/>
              </a:solidFill>
              <a:ln w="2646" cap="flat">
                <a:noFill/>
              </a:ln>
            </p:spPr>
          </p:sp>
          <p:sp>
            <p:nvSpPr>
              <p:cNvPr id="2448" name="ICON_C_WINDOWS_GRAPHIC_path_420"/>
              <p:cNvSpPr/>
              <p:nvPr/>
            </p:nvSpPr>
            <p:spPr>
              <a:xfrm>
                <a:off x="6667500" y="7424208"/>
                <a:ext cx="7938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625" h="2708" fill="norm" stroke="0">
                    <a:moveTo>
                      <a:pt x="0" y="0"/>
                    </a:moveTo>
                    <a:cubicBezTo>
                      <a:pt x="69" y="0"/>
                      <a:pt x="138" y="0"/>
                      <a:pt x="208" y="0"/>
                    </a:cubicBezTo>
                    <a:cubicBezTo>
                      <a:pt x="210" y="22"/>
                      <a:pt x="213" y="43"/>
                      <a:pt x="215" y="66"/>
                    </a:cubicBezTo>
                    <a:cubicBezTo>
                      <a:pt x="238" y="296"/>
                      <a:pt x="262" y="525"/>
                      <a:pt x="286" y="755"/>
                    </a:cubicBezTo>
                    <a:cubicBezTo>
                      <a:pt x="295" y="841"/>
                      <a:pt x="304" y="926"/>
                      <a:pt x="312" y="1011"/>
                    </a:cubicBezTo>
                    <a:cubicBezTo>
                      <a:pt x="370" y="1593"/>
                      <a:pt x="467" y="2145"/>
                      <a:pt x="625" y="2708"/>
                    </a:cubicBezTo>
                    <a:cubicBezTo>
                      <a:pt x="419" y="2708"/>
                      <a:pt x="212" y="2708"/>
                      <a:pt x="0" y="2708"/>
                    </a:cubicBezTo>
                    <a:cubicBezTo>
                      <a:pt x="0" y="1815"/>
                      <a:pt x="0" y="921"/>
                      <a:pt x="0" y="0"/>
                    </a:cubicBezTo>
                    <a:close/>
                  </a:path>
                </a:pathLst>
              </a:custGeom>
              <a:solidFill>
                <a:srgbClr val="BCB9CF"/>
              </a:solidFill>
              <a:ln w="2646" cap="flat">
                <a:noFill/>
              </a:ln>
            </p:spPr>
          </p:sp>
          <p:sp>
            <p:nvSpPr>
              <p:cNvPr id="2449" name="ICON_C_WINDOWS_GRAPHIC_path_421"/>
              <p:cNvSpPr/>
              <p:nvPr/>
            </p:nvSpPr>
            <p:spPr>
              <a:xfrm>
                <a:off x="6389688" y="7437438"/>
                <a:ext cx="7938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625" h="2500" fill="norm" stroke="0">
                    <a:moveTo>
                      <a:pt x="0" y="0"/>
                    </a:moveTo>
                    <a:cubicBezTo>
                      <a:pt x="137" y="0"/>
                      <a:pt x="275" y="0"/>
                      <a:pt x="417" y="0"/>
                    </a:cubicBezTo>
                    <a:cubicBezTo>
                      <a:pt x="485" y="481"/>
                      <a:pt x="554" y="962"/>
                      <a:pt x="625" y="1458"/>
                    </a:cubicBezTo>
                    <a:cubicBezTo>
                      <a:pt x="556" y="1458"/>
                      <a:pt x="488" y="1458"/>
                      <a:pt x="417" y="1458"/>
                    </a:cubicBezTo>
                    <a:cubicBezTo>
                      <a:pt x="348" y="1802"/>
                      <a:pt x="279" y="2146"/>
                      <a:pt x="208" y="2500"/>
                    </a:cubicBezTo>
                    <a:cubicBezTo>
                      <a:pt x="140" y="2500"/>
                      <a:pt x="71" y="2500"/>
                      <a:pt x="0" y="2500"/>
                    </a:cubicBezTo>
                    <a:cubicBezTo>
                      <a:pt x="0" y="1675"/>
                      <a:pt x="0" y="850"/>
                      <a:pt x="0" y="0"/>
                    </a:cubicBezTo>
                    <a:close/>
                  </a:path>
                </a:pathLst>
              </a:custGeom>
              <a:solidFill>
                <a:srgbClr val="92AEB8"/>
              </a:solidFill>
              <a:ln w="2646" cap="flat">
                <a:noFill/>
              </a:ln>
            </p:spPr>
          </p:sp>
          <p:sp>
            <p:nvSpPr>
              <p:cNvPr id="2450" name="ICON_C_WINDOWS_GRAPHIC_path_422"/>
              <p:cNvSpPr/>
              <p:nvPr/>
            </p:nvSpPr>
            <p:spPr>
              <a:xfrm>
                <a:off x="5987521" y="7408122"/>
                <a:ext cx="10983" cy="34608"/>
              </a:xfrm>
              <a:custGeom>
                <a:avLst/>
                <a:gdLst/>
                <a:ahLst/>
                <a:cxnLst/>
                <a:rect l="0" t="0" r="r" b="b"/>
                <a:pathLst>
                  <a:path w="865" h="2725" fill="norm" stroke="0">
                    <a:moveTo>
                      <a:pt x="0" y="17"/>
                    </a:moveTo>
                    <a:cubicBezTo>
                      <a:pt x="98" y="0"/>
                      <a:pt x="98" y="0"/>
                      <a:pt x="208" y="17"/>
                    </a:cubicBezTo>
                    <a:cubicBezTo>
                      <a:pt x="257" y="110"/>
                      <a:pt x="285" y="183"/>
                      <a:pt x="312" y="283"/>
                    </a:cubicBezTo>
                    <a:cubicBezTo>
                      <a:pt x="321" y="310"/>
                      <a:pt x="329" y="337"/>
                      <a:pt x="338" y="365"/>
                    </a:cubicBezTo>
                    <a:cubicBezTo>
                      <a:pt x="365" y="453"/>
                      <a:pt x="391" y="541"/>
                      <a:pt x="417" y="629"/>
                    </a:cubicBezTo>
                    <a:cubicBezTo>
                      <a:pt x="442" y="716"/>
                      <a:pt x="468" y="803"/>
                      <a:pt x="495" y="890"/>
                    </a:cubicBezTo>
                    <a:cubicBezTo>
                      <a:pt x="512" y="944"/>
                      <a:pt x="528" y="998"/>
                      <a:pt x="543" y="1053"/>
                    </a:cubicBezTo>
                    <a:cubicBezTo>
                      <a:pt x="587" y="1194"/>
                      <a:pt x="626" y="1267"/>
                      <a:pt x="734" y="1371"/>
                    </a:cubicBezTo>
                    <a:cubicBezTo>
                      <a:pt x="865" y="1508"/>
                      <a:pt x="858" y="1582"/>
                      <a:pt x="854" y="1769"/>
                    </a:cubicBezTo>
                    <a:cubicBezTo>
                      <a:pt x="853" y="1796"/>
                      <a:pt x="853" y="1824"/>
                      <a:pt x="853" y="1852"/>
                    </a:cubicBezTo>
                    <a:cubicBezTo>
                      <a:pt x="852" y="1939"/>
                      <a:pt x="849" y="2026"/>
                      <a:pt x="846" y="2113"/>
                    </a:cubicBezTo>
                    <a:cubicBezTo>
                      <a:pt x="845" y="2172"/>
                      <a:pt x="844" y="2232"/>
                      <a:pt x="844" y="2291"/>
                    </a:cubicBezTo>
                    <a:cubicBezTo>
                      <a:pt x="841" y="2436"/>
                      <a:pt x="838" y="2580"/>
                      <a:pt x="833" y="2725"/>
                    </a:cubicBezTo>
                    <a:cubicBezTo>
                      <a:pt x="103" y="2094"/>
                      <a:pt x="91" y="1304"/>
                      <a:pt x="24" y="398"/>
                    </a:cubicBezTo>
                    <a:cubicBezTo>
                      <a:pt x="15" y="271"/>
                      <a:pt x="7" y="144"/>
                      <a:pt x="0" y="17"/>
                    </a:cubicBezTo>
                    <a:close/>
                  </a:path>
                </a:pathLst>
              </a:custGeom>
              <a:solidFill>
                <a:srgbClr val="E9BFD2"/>
              </a:solidFill>
              <a:ln w="2646" cap="flat">
                <a:noFill/>
              </a:ln>
            </p:spPr>
          </p:sp>
          <p:sp>
            <p:nvSpPr>
              <p:cNvPr id="2451" name="ICON_C_WINDOWS_GRAPHIC_path_423"/>
              <p:cNvSpPr/>
              <p:nvPr/>
            </p:nvSpPr>
            <p:spPr>
              <a:xfrm>
                <a:off x="5405136" y="7487708"/>
                <a:ext cx="8922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702" h="2292" fill="norm" stroke="0">
                    <a:moveTo>
                      <a:pt x="232" y="0"/>
                    </a:moveTo>
                    <a:cubicBezTo>
                      <a:pt x="390" y="52"/>
                      <a:pt x="520" y="100"/>
                      <a:pt x="649" y="208"/>
                    </a:cubicBezTo>
                    <a:cubicBezTo>
                      <a:pt x="702" y="388"/>
                      <a:pt x="688" y="557"/>
                      <a:pt x="675" y="742"/>
                    </a:cubicBezTo>
                    <a:cubicBezTo>
                      <a:pt x="673" y="791"/>
                      <a:pt x="671" y="840"/>
                      <a:pt x="669" y="890"/>
                    </a:cubicBezTo>
                    <a:cubicBezTo>
                      <a:pt x="664" y="1010"/>
                      <a:pt x="657" y="1130"/>
                      <a:pt x="649" y="1250"/>
                    </a:cubicBezTo>
                    <a:cubicBezTo>
                      <a:pt x="511" y="1250"/>
                      <a:pt x="374" y="1250"/>
                      <a:pt x="232" y="1250"/>
                    </a:cubicBezTo>
                    <a:cubicBezTo>
                      <a:pt x="232" y="1594"/>
                      <a:pt x="232" y="1938"/>
                      <a:pt x="232" y="2292"/>
                    </a:cubicBezTo>
                    <a:cubicBezTo>
                      <a:pt x="163" y="2292"/>
                      <a:pt x="95" y="2292"/>
                      <a:pt x="24" y="2292"/>
                    </a:cubicBezTo>
                    <a:cubicBezTo>
                      <a:pt x="18" y="2032"/>
                      <a:pt x="15" y="1773"/>
                      <a:pt x="12" y="1514"/>
                    </a:cubicBezTo>
                    <a:cubicBezTo>
                      <a:pt x="11" y="1425"/>
                      <a:pt x="10" y="1337"/>
                      <a:pt x="8" y="1249"/>
                    </a:cubicBezTo>
                    <a:cubicBezTo>
                      <a:pt x="5" y="1122"/>
                      <a:pt x="4" y="995"/>
                      <a:pt x="3" y="867"/>
                    </a:cubicBezTo>
                    <a:cubicBezTo>
                      <a:pt x="2" y="829"/>
                      <a:pt x="1" y="790"/>
                      <a:pt x="0" y="750"/>
                    </a:cubicBezTo>
                    <a:cubicBezTo>
                      <a:pt x="0" y="456"/>
                      <a:pt x="82" y="251"/>
                      <a:pt x="232" y="0"/>
                    </a:cubicBezTo>
                    <a:close/>
                  </a:path>
                </a:pathLst>
              </a:custGeom>
              <a:solidFill>
                <a:srgbClr val="C5DBF8"/>
              </a:solidFill>
              <a:ln w="2646" cap="flat">
                <a:noFill/>
              </a:ln>
            </p:spPr>
          </p:sp>
          <p:sp>
            <p:nvSpPr>
              <p:cNvPr id="2452" name="ICON_C_WINDOWS_GRAPHIC_path_424"/>
              <p:cNvSpPr/>
              <p:nvPr/>
            </p:nvSpPr>
            <p:spPr>
              <a:xfrm>
                <a:off x="5380663" y="7484701"/>
                <a:ext cx="12147" cy="18883"/>
              </a:xfrm>
              <a:custGeom>
                <a:avLst/>
                <a:gdLst/>
                <a:ahLst/>
                <a:cxnLst/>
                <a:rect l="0" t="0" r="r" b="b"/>
                <a:pathLst>
                  <a:path w="956" h="1487" fill="norm" stroke="0">
                    <a:moveTo>
                      <a:pt x="823" y="146"/>
                    </a:moveTo>
                    <a:cubicBezTo>
                      <a:pt x="956" y="287"/>
                      <a:pt x="951" y="430"/>
                      <a:pt x="949" y="614"/>
                    </a:cubicBezTo>
                    <a:cubicBezTo>
                      <a:pt x="946" y="701"/>
                      <a:pt x="940" y="788"/>
                      <a:pt x="935" y="875"/>
                    </a:cubicBezTo>
                    <a:cubicBezTo>
                      <a:pt x="933" y="934"/>
                      <a:pt x="931" y="993"/>
                      <a:pt x="929" y="1053"/>
                    </a:cubicBezTo>
                    <a:cubicBezTo>
                      <a:pt x="925" y="1197"/>
                      <a:pt x="918" y="1342"/>
                      <a:pt x="909" y="1487"/>
                    </a:cubicBezTo>
                    <a:cubicBezTo>
                      <a:pt x="896" y="1457"/>
                      <a:pt x="884" y="1428"/>
                      <a:pt x="871" y="1398"/>
                    </a:cubicBezTo>
                    <a:cubicBezTo>
                      <a:pt x="853" y="1359"/>
                      <a:pt x="836" y="1321"/>
                      <a:pt x="818" y="1282"/>
                    </a:cubicBezTo>
                    <a:cubicBezTo>
                      <a:pt x="801" y="1244"/>
                      <a:pt x="784" y="1206"/>
                      <a:pt x="767" y="1166"/>
                    </a:cubicBezTo>
                    <a:cubicBezTo>
                      <a:pt x="701" y="1070"/>
                      <a:pt x="701" y="1070"/>
                      <a:pt x="602" y="1028"/>
                    </a:cubicBezTo>
                    <a:cubicBezTo>
                      <a:pt x="477" y="1017"/>
                      <a:pt x="400" y="1020"/>
                      <a:pt x="284" y="1070"/>
                    </a:cubicBezTo>
                    <a:cubicBezTo>
                      <a:pt x="218" y="1166"/>
                      <a:pt x="218" y="1166"/>
                      <a:pt x="167" y="1282"/>
                    </a:cubicBezTo>
                    <a:cubicBezTo>
                      <a:pt x="149" y="1320"/>
                      <a:pt x="132" y="1358"/>
                      <a:pt x="114" y="1398"/>
                    </a:cubicBezTo>
                    <a:cubicBezTo>
                      <a:pt x="108" y="1412"/>
                      <a:pt x="108" y="1412"/>
                      <a:pt x="76" y="1487"/>
                    </a:cubicBezTo>
                    <a:cubicBezTo>
                      <a:pt x="0" y="468"/>
                      <a:pt x="0" y="468"/>
                      <a:pt x="204" y="213"/>
                    </a:cubicBezTo>
                    <a:cubicBezTo>
                      <a:pt x="416" y="0"/>
                      <a:pt x="566" y="1"/>
                      <a:pt x="823" y="146"/>
                    </a:cubicBezTo>
                    <a:close/>
                  </a:path>
                </a:pathLst>
              </a:custGeom>
              <a:solidFill>
                <a:srgbClr val="A4B1DB"/>
              </a:solidFill>
              <a:ln w="2646" cap="flat">
                <a:noFill/>
              </a:ln>
            </p:spPr>
          </p:sp>
          <p:sp>
            <p:nvSpPr>
              <p:cNvPr id="2453" name="ICON_C_WINDOWS_GRAPHIC_path_425"/>
              <p:cNvSpPr/>
              <p:nvPr/>
            </p:nvSpPr>
            <p:spPr>
              <a:xfrm>
                <a:off x="6090708" y="7453312"/>
                <a:ext cx="14541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145" h="1042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1145" y="455"/>
                      <a:pt x="1145" y="455"/>
                      <a:pt x="1042" y="625"/>
                    </a:cubicBezTo>
                    <a:cubicBezTo>
                      <a:pt x="737" y="835"/>
                      <a:pt x="350" y="935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A86F9D"/>
              </a:solidFill>
              <a:ln w="2646" cap="flat">
                <a:noFill/>
              </a:ln>
            </p:spPr>
          </p:sp>
          <p:sp>
            <p:nvSpPr>
              <p:cNvPr id="2454" name="ICON_C_WINDOWS_GRAPHIC_path_426"/>
              <p:cNvSpPr/>
              <p:nvPr/>
            </p:nvSpPr>
            <p:spPr>
              <a:xfrm>
                <a:off x="6178021" y="7452757"/>
                <a:ext cx="21167" cy="13785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1085" fill="norm" stroke="0">
                    <a:moveTo>
                      <a:pt x="1068" y="122"/>
                    </a:moveTo>
                    <a:cubicBezTo>
                      <a:pt x="1126" y="134"/>
                      <a:pt x="1184" y="146"/>
                      <a:pt x="1243" y="158"/>
                    </a:cubicBezTo>
                    <a:cubicBezTo>
                      <a:pt x="1385" y="187"/>
                      <a:pt x="1526" y="219"/>
                      <a:pt x="1667" y="252"/>
                    </a:cubicBezTo>
                    <a:cubicBezTo>
                      <a:pt x="1612" y="720"/>
                      <a:pt x="1612" y="720"/>
                      <a:pt x="1458" y="877"/>
                    </a:cubicBezTo>
                    <a:cubicBezTo>
                      <a:pt x="1136" y="1021"/>
                      <a:pt x="765" y="1051"/>
                      <a:pt x="417" y="1085"/>
                    </a:cubicBezTo>
                    <a:cubicBezTo>
                      <a:pt x="418" y="1071"/>
                      <a:pt x="418" y="1071"/>
                      <a:pt x="424" y="999"/>
                    </a:cubicBezTo>
                    <a:cubicBezTo>
                      <a:pt x="430" y="886"/>
                      <a:pt x="431" y="781"/>
                      <a:pt x="417" y="669"/>
                    </a:cubicBezTo>
                    <a:cubicBezTo>
                      <a:pt x="326" y="583"/>
                      <a:pt x="326" y="583"/>
                      <a:pt x="208" y="539"/>
                    </a:cubicBezTo>
                    <a:cubicBezTo>
                      <a:pt x="139" y="513"/>
                      <a:pt x="69" y="486"/>
                      <a:pt x="0" y="460"/>
                    </a:cubicBezTo>
                    <a:cubicBezTo>
                      <a:pt x="320" y="20"/>
                      <a:pt x="561" y="0"/>
                      <a:pt x="1068" y="122"/>
                    </a:cubicBezTo>
                    <a:close/>
                  </a:path>
                </a:pathLst>
              </a:custGeom>
              <a:solidFill>
                <a:srgbClr val="BDB7CC"/>
              </a:solidFill>
              <a:ln w="2646" cap="flat">
                <a:noFill/>
              </a:ln>
            </p:spPr>
          </p:sp>
          <p:sp>
            <p:nvSpPr>
              <p:cNvPr id="2455" name="ICON_C_WINDOWS_GRAPHIC_path_427"/>
              <p:cNvSpPr/>
              <p:nvPr/>
            </p:nvSpPr>
            <p:spPr>
              <a:xfrm>
                <a:off x="6678083" y="7448021"/>
                <a:ext cx="8808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694" h="1458" fill="norm" stroke="0">
                    <a:moveTo>
                      <a:pt x="0" y="0"/>
                    </a:moveTo>
                    <a:cubicBezTo>
                      <a:pt x="206" y="69"/>
                      <a:pt x="413" y="138"/>
                      <a:pt x="625" y="208"/>
                    </a:cubicBezTo>
                    <a:cubicBezTo>
                      <a:pt x="694" y="538"/>
                      <a:pt x="694" y="538"/>
                      <a:pt x="680" y="671"/>
                    </a:cubicBezTo>
                    <a:cubicBezTo>
                      <a:pt x="677" y="700"/>
                      <a:pt x="675" y="729"/>
                      <a:pt x="672" y="758"/>
                    </a:cubicBezTo>
                    <a:cubicBezTo>
                      <a:pt x="670" y="787"/>
                      <a:pt x="667" y="816"/>
                      <a:pt x="664" y="846"/>
                    </a:cubicBezTo>
                    <a:cubicBezTo>
                      <a:pt x="661" y="906"/>
                      <a:pt x="658" y="965"/>
                      <a:pt x="655" y="1024"/>
                    </a:cubicBezTo>
                    <a:cubicBezTo>
                      <a:pt x="649" y="1170"/>
                      <a:pt x="637" y="1313"/>
                      <a:pt x="625" y="1458"/>
                    </a:cubicBezTo>
                    <a:cubicBezTo>
                      <a:pt x="419" y="1458"/>
                      <a:pt x="212" y="1458"/>
                      <a:pt x="0" y="1458"/>
                    </a:cubicBezTo>
                    <a:cubicBezTo>
                      <a:pt x="0" y="977"/>
                      <a:pt x="0" y="496"/>
                      <a:pt x="0" y="0"/>
                    </a:cubicBezTo>
                    <a:close/>
                  </a:path>
                </a:pathLst>
              </a:custGeom>
              <a:solidFill>
                <a:srgbClr val="716F97"/>
              </a:solidFill>
              <a:ln w="2646" cap="flat">
                <a:noFill/>
              </a:ln>
            </p:spPr>
          </p:sp>
          <p:sp>
            <p:nvSpPr>
              <p:cNvPr id="2456" name="ICON_C_WINDOWS_GRAPHIC_path_428"/>
              <p:cNvSpPr/>
              <p:nvPr/>
            </p:nvSpPr>
            <p:spPr>
              <a:xfrm>
                <a:off x="6294436" y="7439947"/>
                <a:ext cx="15875" cy="26593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2094" fill="norm" stroke="0">
                    <a:moveTo>
                      <a:pt x="425" y="6"/>
                    </a:moveTo>
                    <a:cubicBezTo>
                      <a:pt x="463" y="6"/>
                      <a:pt x="500" y="7"/>
                      <a:pt x="539" y="8"/>
                    </a:cubicBezTo>
                    <a:cubicBezTo>
                      <a:pt x="567" y="9"/>
                      <a:pt x="596" y="10"/>
                      <a:pt x="625" y="11"/>
                    </a:cubicBezTo>
                    <a:cubicBezTo>
                      <a:pt x="624" y="34"/>
                      <a:pt x="622" y="57"/>
                      <a:pt x="621" y="80"/>
                    </a:cubicBezTo>
                    <a:cubicBezTo>
                      <a:pt x="607" y="320"/>
                      <a:pt x="598" y="560"/>
                      <a:pt x="591" y="800"/>
                    </a:cubicBezTo>
                    <a:cubicBezTo>
                      <a:pt x="588" y="890"/>
                      <a:pt x="583" y="979"/>
                      <a:pt x="578" y="1069"/>
                    </a:cubicBezTo>
                    <a:cubicBezTo>
                      <a:pt x="543" y="1671"/>
                      <a:pt x="543" y="1671"/>
                      <a:pt x="625" y="1886"/>
                    </a:cubicBezTo>
                    <a:cubicBezTo>
                      <a:pt x="801" y="2056"/>
                      <a:pt x="1012" y="2060"/>
                      <a:pt x="1250" y="2094"/>
                    </a:cubicBezTo>
                    <a:cubicBezTo>
                      <a:pt x="975" y="2094"/>
                      <a:pt x="700" y="2094"/>
                      <a:pt x="417" y="2094"/>
                    </a:cubicBezTo>
                    <a:cubicBezTo>
                      <a:pt x="404" y="2029"/>
                      <a:pt x="391" y="1963"/>
                      <a:pt x="379" y="1895"/>
                    </a:cubicBezTo>
                    <a:cubicBezTo>
                      <a:pt x="361" y="1805"/>
                      <a:pt x="343" y="1715"/>
                      <a:pt x="326" y="1625"/>
                    </a:cubicBezTo>
                    <a:cubicBezTo>
                      <a:pt x="321" y="1602"/>
                      <a:pt x="321" y="1602"/>
                      <a:pt x="298" y="1483"/>
                    </a:cubicBezTo>
                    <a:cubicBezTo>
                      <a:pt x="253" y="1255"/>
                      <a:pt x="204" y="1029"/>
                      <a:pt x="141" y="805"/>
                    </a:cubicBezTo>
                    <a:cubicBezTo>
                      <a:pt x="130" y="768"/>
                      <a:pt x="120" y="730"/>
                      <a:pt x="109" y="691"/>
                    </a:cubicBezTo>
                    <a:cubicBezTo>
                      <a:pt x="89" y="621"/>
                      <a:pt x="68" y="551"/>
                      <a:pt x="45" y="481"/>
                    </a:cubicBezTo>
                    <a:cubicBezTo>
                      <a:pt x="20" y="390"/>
                      <a:pt x="1" y="313"/>
                      <a:pt x="0" y="219"/>
                    </a:cubicBezTo>
                    <a:cubicBezTo>
                      <a:pt x="115" y="20"/>
                      <a:pt x="201" y="0"/>
                      <a:pt x="425" y="6"/>
                    </a:cubicBezTo>
                    <a:close/>
                  </a:path>
                </a:pathLst>
              </a:custGeom>
              <a:solidFill>
                <a:srgbClr val="BAB3CC"/>
              </a:solidFill>
              <a:ln w="2646" cap="flat">
                <a:noFill/>
              </a:ln>
            </p:spPr>
          </p:sp>
          <p:sp>
            <p:nvSpPr>
              <p:cNvPr id="2457" name="ICON_C_WINDOWS_GRAPHIC_path_429"/>
              <p:cNvSpPr/>
              <p:nvPr/>
            </p:nvSpPr>
            <p:spPr>
              <a:xfrm>
                <a:off x="5465969" y="7445375"/>
                <a:ext cx="13552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067" h="1875" fill="norm" stroke="0">
                    <a:moveTo>
                      <a:pt x="234" y="0"/>
                    </a:moveTo>
                    <a:cubicBezTo>
                      <a:pt x="509" y="138"/>
                      <a:pt x="784" y="275"/>
                      <a:pt x="1067" y="417"/>
                    </a:cubicBezTo>
                    <a:cubicBezTo>
                      <a:pt x="998" y="554"/>
                      <a:pt x="930" y="692"/>
                      <a:pt x="859" y="833"/>
                    </a:cubicBezTo>
                    <a:cubicBezTo>
                      <a:pt x="721" y="765"/>
                      <a:pt x="584" y="696"/>
                      <a:pt x="442" y="625"/>
                    </a:cubicBezTo>
                    <a:cubicBezTo>
                      <a:pt x="511" y="1038"/>
                      <a:pt x="580" y="1450"/>
                      <a:pt x="650" y="1875"/>
                    </a:cubicBezTo>
                    <a:cubicBezTo>
                      <a:pt x="133" y="1503"/>
                      <a:pt x="133" y="1503"/>
                      <a:pt x="25" y="1250"/>
                    </a:cubicBezTo>
                    <a:cubicBezTo>
                      <a:pt x="0" y="827"/>
                      <a:pt x="125" y="405"/>
                      <a:pt x="234" y="0"/>
                    </a:cubicBezTo>
                    <a:close/>
                  </a:path>
                </a:pathLst>
              </a:custGeom>
              <a:solidFill>
                <a:srgbClr val="8FA2D4"/>
              </a:solidFill>
              <a:ln w="2646" cap="flat">
                <a:noFill/>
              </a:ln>
            </p:spPr>
          </p:sp>
          <p:sp>
            <p:nvSpPr>
              <p:cNvPr id="2458" name="ICON_C_WINDOWS_GRAPHIC_path_430"/>
              <p:cNvSpPr/>
              <p:nvPr/>
            </p:nvSpPr>
            <p:spPr>
              <a:xfrm>
                <a:off x="5797021" y="7445375"/>
                <a:ext cx="13229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875" fill="norm" stroke="0">
                    <a:moveTo>
                      <a:pt x="0" y="0"/>
                    </a:moveTo>
                    <a:cubicBezTo>
                      <a:pt x="172" y="34"/>
                      <a:pt x="172" y="34"/>
                      <a:pt x="1042" y="208"/>
                    </a:cubicBezTo>
                    <a:cubicBezTo>
                      <a:pt x="938" y="705"/>
                      <a:pt x="938" y="705"/>
                      <a:pt x="833" y="833"/>
                    </a:cubicBezTo>
                    <a:cubicBezTo>
                      <a:pt x="632" y="917"/>
                      <a:pt x="418" y="861"/>
                      <a:pt x="208" y="833"/>
                    </a:cubicBezTo>
                    <a:cubicBezTo>
                      <a:pt x="208" y="1177"/>
                      <a:pt x="208" y="1521"/>
                      <a:pt x="208" y="1875"/>
                    </a:cubicBezTo>
                    <a:cubicBezTo>
                      <a:pt x="140" y="1875"/>
                      <a:pt x="71" y="1875"/>
                      <a:pt x="0" y="1875"/>
                    </a:cubicBezTo>
                    <a:cubicBezTo>
                      <a:pt x="0" y="1256"/>
                      <a:pt x="0" y="638"/>
                      <a:pt x="0" y="0"/>
                    </a:cubicBezTo>
                    <a:close/>
                  </a:path>
                </a:pathLst>
              </a:custGeom>
              <a:solidFill>
                <a:srgbClr val="A6A0C1"/>
              </a:solidFill>
              <a:ln w="2646" cap="flat">
                <a:noFill/>
              </a:ln>
            </p:spPr>
          </p:sp>
          <p:sp>
            <p:nvSpPr>
              <p:cNvPr id="2459" name="ICON_C_WINDOWS_GRAPHIC_path_431"/>
              <p:cNvSpPr/>
              <p:nvPr/>
            </p:nvSpPr>
            <p:spPr>
              <a:xfrm>
                <a:off x="5876396" y="7437438"/>
                <a:ext cx="13229" cy="18870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486" fill="norm" stroke="0">
                    <a:moveTo>
                      <a:pt x="417" y="0"/>
                    </a:moveTo>
                    <a:cubicBezTo>
                      <a:pt x="623" y="0"/>
                      <a:pt x="829" y="0"/>
                      <a:pt x="1042" y="0"/>
                    </a:cubicBezTo>
                    <a:cubicBezTo>
                      <a:pt x="1042" y="481"/>
                      <a:pt x="1042" y="962"/>
                      <a:pt x="1042" y="1458"/>
                    </a:cubicBezTo>
                    <a:cubicBezTo>
                      <a:pt x="904" y="1252"/>
                      <a:pt x="767" y="1046"/>
                      <a:pt x="625" y="833"/>
                    </a:cubicBezTo>
                    <a:cubicBezTo>
                      <a:pt x="547" y="1146"/>
                      <a:pt x="547" y="1146"/>
                      <a:pt x="525" y="1245"/>
                    </a:cubicBezTo>
                    <a:cubicBezTo>
                      <a:pt x="500" y="1333"/>
                      <a:pt x="480" y="1390"/>
                      <a:pt x="417" y="1458"/>
                    </a:cubicBezTo>
                    <a:cubicBezTo>
                      <a:pt x="275" y="1486"/>
                      <a:pt x="143" y="1476"/>
                      <a:pt x="0" y="1458"/>
                    </a:cubicBezTo>
                    <a:cubicBezTo>
                      <a:pt x="44" y="1250"/>
                      <a:pt x="92" y="1042"/>
                      <a:pt x="144" y="835"/>
                    </a:cubicBezTo>
                    <a:cubicBezTo>
                      <a:pt x="161" y="765"/>
                      <a:pt x="177" y="694"/>
                      <a:pt x="191" y="623"/>
                    </a:cubicBezTo>
                    <a:cubicBezTo>
                      <a:pt x="213" y="521"/>
                      <a:pt x="238" y="420"/>
                      <a:pt x="265" y="319"/>
                    </a:cubicBezTo>
                    <a:cubicBezTo>
                      <a:pt x="270" y="287"/>
                      <a:pt x="276" y="255"/>
                      <a:pt x="282" y="222"/>
                    </a:cubicBezTo>
                    <a:cubicBezTo>
                      <a:pt x="308" y="134"/>
                      <a:pt x="308" y="134"/>
                      <a:pt x="417" y="0"/>
                    </a:cubicBezTo>
                    <a:close/>
                  </a:path>
                </a:pathLst>
              </a:custGeom>
              <a:solidFill>
                <a:srgbClr val="D06CA5"/>
              </a:solidFill>
              <a:ln w="2646" cap="flat">
                <a:noFill/>
              </a:ln>
            </p:spPr>
          </p:sp>
          <p:sp>
            <p:nvSpPr>
              <p:cNvPr id="2460" name="ICON_C_WINDOWS_GRAPHIC_path_432"/>
              <p:cNvSpPr/>
              <p:nvPr/>
            </p:nvSpPr>
            <p:spPr>
              <a:xfrm>
                <a:off x="5689462" y="7424208"/>
                <a:ext cx="20452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1610" h="2083" fill="norm" stroke="0">
                    <a:moveTo>
                      <a:pt x="136" y="0"/>
                    </a:moveTo>
                    <a:cubicBezTo>
                      <a:pt x="158" y="29"/>
                      <a:pt x="180" y="59"/>
                      <a:pt x="202" y="89"/>
                    </a:cubicBezTo>
                    <a:cubicBezTo>
                      <a:pt x="305" y="225"/>
                      <a:pt x="409" y="360"/>
                      <a:pt x="513" y="495"/>
                    </a:cubicBezTo>
                    <a:cubicBezTo>
                      <a:pt x="523" y="507"/>
                      <a:pt x="523" y="507"/>
                      <a:pt x="570" y="568"/>
                    </a:cubicBezTo>
                    <a:cubicBezTo>
                      <a:pt x="801" y="865"/>
                      <a:pt x="1007" y="1101"/>
                      <a:pt x="1347" y="1276"/>
                    </a:cubicBezTo>
                    <a:cubicBezTo>
                      <a:pt x="1452" y="1331"/>
                      <a:pt x="1509" y="1371"/>
                      <a:pt x="1594" y="1458"/>
                    </a:cubicBezTo>
                    <a:cubicBezTo>
                      <a:pt x="1610" y="1684"/>
                      <a:pt x="1492" y="1891"/>
                      <a:pt x="1386" y="2083"/>
                    </a:cubicBezTo>
                    <a:cubicBezTo>
                      <a:pt x="1381" y="2069"/>
                      <a:pt x="1381" y="2069"/>
                      <a:pt x="1359" y="1998"/>
                    </a:cubicBezTo>
                    <a:cubicBezTo>
                      <a:pt x="1290" y="1821"/>
                      <a:pt x="1240" y="1696"/>
                      <a:pt x="1063" y="1613"/>
                    </a:cubicBezTo>
                    <a:cubicBezTo>
                      <a:pt x="971" y="1590"/>
                      <a:pt x="880" y="1567"/>
                      <a:pt x="789" y="1545"/>
                    </a:cubicBezTo>
                    <a:cubicBezTo>
                      <a:pt x="544" y="1486"/>
                      <a:pt x="322" y="1425"/>
                      <a:pt x="136" y="1250"/>
                    </a:cubicBezTo>
                    <a:cubicBezTo>
                      <a:pt x="0" y="855"/>
                      <a:pt x="74" y="404"/>
                      <a:pt x="136" y="0"/>
                    </a:cubicBezTo>
                    <a:close/>
                  </a:path>
                </a:pathLst>
              </a:custGeom>
              <a:solidFill>
                <a:srgbClr val="D9D8E5"/>
              </a:solidFill>
              <a:ln w="2646" cap="flat">
                <a:noFill/>
              </a:ln>
            </p:spPr>
          </p:sp>
          <p:sp>
            <p:nvSpPr>
              <p:cNvPr id="2461" name="ICON_C_WINDOWS_GRAPHIC_path_433"/>
              <p:cNvSpPr/>
              <p:nvPr/>
            </p:nvSpPr>
            <p:spPr>
              <a:xfrm>
                <a:off x="6051021" y="7432146"/>
                <a:ext cx="18521" cy="16563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1304" fill="norm" stroke="0">
                    <a:moveTo>
                      <a:pt x="0" y="0"/>
                    </a:moveTo>
                    <a:cubicBezTo>
                      <a:pt x="481" y="0"/>
                      <a:pt x="962" y="0"/>
                      <a:pt x="1458" y="0"/>
                    </a:cubicBezTo>
                    <a:cubicBezTo>
                      <a:pt x="1398" y="206"/>
                      <a:pt x="1338" y="413"/>
                      <a:pt x="1276" y="625"/>
                    </a:cubicBezTo>
                    <a:cubicBezTo>
                      <a:pt x="1258" y="690"/>
                      <a:pt x="1240" y="755"/>
                      <a:pt x="1222" y="823"/>
                    </a:cubicBezTo>
                    <a:cubicBezTo>
                      <a:pt x="1175" y="977"/>
                      <a:pt x="1128" y="1112"/>
                      <a:pt x="1042" y="1250"/>
                    </a:cubicBezTo>
                    <a:cubicBezTo>
                      <a:pt x="893" y="1304"/>
                      <a:pt x="776" y="1290"/>
                      <a:pt x="625" y="1250"/>
                    </a:cubicBezTo>
                    <a:cubicBezTo>
                      <a:pt x="628" y="1220"/>
                      <a:pt x="631" y="1189"/>
                      <a:pt x="635" y="1158"/>
                    </a:cubicBezTo>
                    <a:cubicBezTo>
                      <a:pt x="648" y="1019"/>
                      <a:pt x="656" y="881"/>
                      <a:pt x="664" y="742"/>
                    </a:cubicBezTo>
                    <a:cubicBezTo>
                      <a:pt x="669" y="694"/>
                      <a:pt x="675" y="646"/>
                      <a:pt x="680" y="597"/>
                    </a:cubicBezTo>
                    <a:cubicBezTo>
                      <a:pt x="686" y="456"/>
                      <a:pt x="686" y="456"/>
                      <a:pt x="625" y="208"/>
                    </a:cubicBezTo>
                    <a:cubicBezTo>
                      <a:pt x="419" y="140"/>
                      <a:pt x="212" y="71"/>
                      <a:pt x="0" y="0"/>
                    </a:cubicBezTo>
                    <a:close/>
                  </a:path>
                </a:pathLst>
              </a:custGeom>
              <a:solidFill>
                <a:srgbClr val="D2B0C6"/>
              </a:solidFill>
              <a:ln w="2646" cap="flat">
                <a:noFill/>
              </a:ln>
            </p:spPr>
          </p:sp>
          <p:sp>
            <p:nvSpPr>
              <p:cNvPr id="2462" name="ICON_C_WINDOWS_GRAPHIC_path_434"/>
              <p:cNvSpPr/>
              <p:nvPr/>
            </p:nvSpPr>
            <p:spPr>
              <a:xfrm>
                <a:off x="5624629" y="7416001"/>
                <a:ext cx="8805" cy="26728"/>
              </a:xfrm>
              <a:custGeom>
                <a:avLst/>
                <a:gdLst/>
                <a:ahLst/>
                <a:cxnLst/>
                <a:rect l="0" t="0" r="r" b="b"/>
                <a:pathLst>
                  <a:path w="693" h="2105" fill="norm" stroke="0">
                    <a:moveTo>
                      <a:pt x="449" y="21"/>
                    </a:moveTo>
                    <a:cubicBezTo>
                      <a:pt x="490" y="284"/>
                      <a:pt x="526" y="547"/>
                      <a:pt x="561" y="811"/>
                    </a:cubicBezTo>
                    <a:cubicBezTo>
                      <a:pt x="573" y="900"/>
                      <a:pt x="586" y="990"/>
                      <a:pt x="600" y="1079"/>
                    </a:cubicBezTo>
                    <a:cubicBezTo>
                      <a:pt x="620" y="1208"/>
                      <a:pt x="636" y="1337"/>
                      <a:pt x="653" y="1466"/>
                    </a:cubicBezTo>
                    <a:cubicBezTo>
                      <a:pt x="659" y="1506"/>
                      <a:pt x="666" y="1546"/>
                      <a:pt x="673" y="1587"/>
                    </a:cubicBezTo>
                    <a:cubicBezTo>
                      <a:pt x="686" y="1704"/>
                      <a:pt x="693" y="1784"/>
                      <a:pt x="657" y="1896"/>
                    </a:cubicBezTo>
                    <a:cubicBezTo>
                      <a:pt x="529" y="1997"/>
                      <a:pt x="395" y="2053"/>
                      <a:pt x="241" y="2105"/>
                    </a:cubicBezTo>
                    <a:cubicBezTo>
                      <a:pt x="15" y="1756"/>
                      <a:pt x="0" y="1449"/>
                      <a:pt x="5" y="1045"/>
                    </a:cubicBezTo>
                    <a:cubicBezTo>
                      <a:pt x="6" y="945"/>
                      <a:pt x="5" y="846"/>
                      <a:pt x="4" y="746"/>
                    </a:cubicBezTo>
                    <a:cubicBezTo>
                      <a:pt x="4" y="682"/>
                      <a:pt x="4" y="618"/>
                      <a:pt x="5" y="554"/>
                    </a:cubicBezTo>
                    <a:cubicBezTo>
                      <a:pt x="4" y="525"/>
                      <a:pt x="4" y="495"/>
                      <a:pt x="4" y="465"/>
                    </a:cubicBezTo>
                    <a:cubicBezTo>
                      <a:pt x="7" y="307"/>
                      <a:pt x="30" y="233"/>
                      <a:pt x="125" y="105"/>
                    </a:cubicBezTo>
                    <a:cubicBezTo>
                      <a:pt x="250" y="15"/>
                      <a:pt x="300" y="0"/>
                      <a:pt x="449" y="21"/>
                    </a:cubicBezTo>
                    <a:close/>
                  </a:path>
                </a:pathLst>
              </a:custGeom>
              <a:solidFill>
                <a:srgbClr val="6B91EE"/>
              </a:solidFill>
              <a:ln w="2646" cap="flat">
                <a:noFill/>
              </a:ln>
            </p:spPr>
          </p:sp>
          <p:sp>
            <p:nvSpPr>
              <p:cNvPr id="2463" name="ICON_C_WINDOWS_GRAPHIC_path_435"/>
              <p:cNvSpPr/>
              <p:nvPr/>
            </p:nvSpPr>
            <p:spPr>
              <a:xfrm>
                <a:off x="5455007" y="7413337"/>
                <a:ext cx="19222" cy="16163"/>
              </a:xfrm>
              <a:custGeom>
                <a:avLst/>
                <a:gdLst/>
                <a:ahLst/>
                <a:cxnLst/>
                <a:rect l="0" t="0" r="r" b="b"/>
                <a:pathLst>
                  <a:path w="1514" h="1273" fill="norm" stroke="0">
                    <a:moveTo>
                      <a:pt x="1514" y="439"/>
                    </a:moveTo>
                    <a:cubicBezTo>
                      <a:pt x="1445" y="577"/>
                      <a:pt x="1376" y="714"/>
                      <a:pt x="1305" y="856"/>
                    </a:cubicBezTo>
                    <a:cubicBezTo>
                      <a:pt x="1030" y="787"/>
                      <a:pt x="755" y="719"/>
                      <a:pt x="472" y="648"/>
                    </a:cubicBezTo>
                    <a:cubicBezTo>
                      <a:pt x="403" y="854"/>
                      <a:pt x="334" y="1060"/>
                      <a:pt x="264" y="1273"/>
                    </a:cubicBezTo>
                    <a:cubicBezTo>
                      <a:pt x="0" y="539"/>
                      <a:pt x="0" y="539"/>
                      <a:pt x="97" y="277"/>
                    </a:cubicBezTo>
                    <a:cubicBezTo>
                      <a:pt x="180" y="161"/>
                      <a:pt x="243" y="81"/>
                      <a:pt x="378" y="30"/>
                    </a:cubicBezTo>
                    <a:cubicBezTo>
                      <a:pt x="746" y="0"/>
                      <a:pt x="1194" y="278"/>
                      <a:pt x="1514" y="439"/>
                    </a:cubicBezTo>
                    <a:close/>
                  </a:path>
                </a:pathLst>
              </a:custGeom>
              <a:solidFill>
                <a:srgbClr val="C7D6F8"/>
              </a:solidFill>
              <a:ln w="2646" cap="flat">
                <a:noFill/>
              </a:ln>
            </p:spPr>
          </p:sp>
          <p:sp>
            <p:nvSpPr>
              <p:cNvPr id="2464" name="ICON_C_WINDOWS_GRAPHIC_path_436"/>
              <p:cNvSpPr/>
              <p:nvPr/>
            </p:nvSpPr>
            <p:spPr>
              <a:xfrm>
                <a:off x="6119813" y="7498292"/>
                <a:ext cx="13229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2083" fill="norm" stroke="0">
                    <a:moveTo>
                      <a:pt x="208" y="0"/>
                    </a:moveTo>
                    <a:cubicBezTo>
                      <a:pt x="346" y="34"/>
                      <a:pt x="346" y="34"/>
                      <a:pt x="1042" y="208"/>
                    </a:cubicBezTo>
                    <a:cubicBezTo>
                      <a:pt x="962" y="442"/>
                      <a:pt x="881" y="676"/>
                      <a:pt x="797" y="909"/>
                    </a:cubicBezTo>
                    <a:cubicBezTo>
                      <a:pt x="770" y="988"/>
                      <a:pt x="742" y="1067"/>
                      <a:pt x="715" y="1147"/>
                    </a:cubicBezTo>
                    <a:cubicBezTo>
                      <a:pt x="462" y="1895"/>
                      <a:pt x="462" y="1895"/>
                      <a:pt x="187" y="2032"/>
                    </a:cubicBezTo>
                    <a:cubicBezTo>
                      <a:pt x="79" y="2067"/>
                      <a:pt x="79" y="2067"/>
                      <a:pt x="0" y="2083"/>
                    </a:cubicBezTo>
                    <a:cubicBezTo>
                      <a:pt x="6" y="2050"/>
                      <a:pt x="13" y="2016"/>
                      <a:pt x="19" y="1982"/>
                    </a:cubicBezTo>
                    <a:cubicBezTo>
                      <a:pt x="143" y="1313"/>
                      <a:pt x="235" y="684"/>
                      <a:pt x="208" y="0"/>
                    </a:cubicBezTo>
                    <a:close/>
                  </a:path>
                </a:pathLst>
              </a:custGeom>
              <a:solidFill>
                <a:srgbClr val="BA92B6"/>
              </a:solidFill>
              <a:ln w="2646" cap="flat">
                <a:noFill/>
              </a:ln>
            </p:spPr>
          </p:sp>
          <p:sp>
            <p:nvSpPr>
              <p:cNvPr id="2465" name="ICON_C_WINDOWS_GRAPHIC_path_437"/>
              <p:cNvSpPr/>
              <p:nvPr/>
            </p:nvSpPr>
            <p:spPr>
              <a:xfrm>
                <a:off x="5815542" y="7485062"/>
                <a:ext cx="18521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833" fill="norm" stroke="0">
                    <a:moveTo>
                      <a:pt x="0" y="0"/>
                    </a:moveTo>
                    <a:cubicBezTo>
                      <a:pt x="481" y="0"/>
                      <a:pt x="962" y="0"/>
                      <a:pt x="1458" y="0"/>
                    </a:cubicBezTo>
                    <a:cubicBezTo>
                      <a:pt x="1458" y="138"/>
                      <a:pt x="1458" y="275"/>
                      <a:pt x="1458" y="417"/>
                    </a:cubicBezTo>
                    <a:cubicBezTo>
                      <a:pt x="1252" y="417"/>
                      <a:pt x="1046" y="417"/>
                      <a:pt x="833" y="417"/>
                    </a:cubicBezTo>
                    <a:cubicBezTo>
                      <a:pt x="833" y="554"/>
                      <a:pt x="833" y="692"/>
                      <a:pt x="833" y="833"/>
                    </a:cubicBezTo>
                    <a:cubicBezTo>
                      <a:pt x="558" y="833"/>
                      <a:pt x="283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B4AFCB"/>
              </a:solidFill>
              <a:ln w="2646" cap="flat">
                <a:noFill/>
              </a:ln>
            </p:spPr>
          </p:sp>
          <p:sp>
            <p:nvSpPr>
              <p:cNvPr id="2466" name="ICON_C_WINDOWS_GRAPHIC_path_438"/>
              <p:cNvSpPr/>
              <p:nvPr/>
            </p:nvSpPr>
            <p:spPr>
              <a:xfrm>
                <a:off x="6162146" y="7471833"/>
                <a:ext cx="13229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667" fill="norm" stroke="0">
                    <a:moveTo>
                      <a:pt x="417" y="0"/>
                    </a:moveTo>
                    <a:cubicBezTo>
                      <a:pt x="623" y="0"/>
                      <a:pt x="829" y="0"/>
                      <a:pt x="1042" y="0"/>
                    </a:cubicBezTo>
                    <a:cubicBezTo>
                      <a:pt x="973" y="413"/>
                      <a:pt x="904" y="825"/>
                      <a:pt x="833" y="1250"/>
                    </a:cubicBezTo>
                    <a:cubicBezTo>
                      <a:pt x="696" y="1181"/>
                      <a:pt x="558" y="1112"/>
                      <a:pt x="417" y="1042"/>
                    </a:cubicBezTo>
                    <a:cubicBezTo>
                      <a:pt x="279" y="1248"/>
                      <a:pt x="142" y="1454"/>
                      <a:pt x="0" y="1667"/>
                    </a:cubicBezTo>
                    <a:cubicBezTo>
                      <a:pt x="56" y="1362"/>
                      <a:pt x="116" y="1059"/>
                      <a:pt x="181" y="757"/>
                    </a:cubicBezTo>
                    <a:cubicBezTo>
                      <a:pt x="198" y="676"/>
                      <a:pt x="214" y="595"/>
                      <a:pt x="229" y="514"/>
                    </a:cubicBezTo>
                    <a:cubicBezTo>
                      <a:pt x="235" y="482"/>
                      <a:pt x="240" y="450"/>
                      <a:pt x="247" y="417"/>
                    </a:cubicBezTo>
                    <a:cubicBezTo>
                      <a:pt x="251" y="390"/>
                      <a:pt x="256" y="362"/>
                      <a:pt x="261" y="334"/>
                    </a:cubicBezTo>
                    <a:cubicBezTo>
                      <a:pt x="286" y="247"/>
                      <a:pt x="286" y="247"/>
                      <a:pt x="417" y="0"/>
                    </a:cubicBezTo>
                    <a:close/>
                  </a:path>
                </a:pathLst>
              </a:custGeom>
              <a:solidFill>
                <a:srgbClr val="EEEEF3"/>
              </a:solidFill>
              <a:ln w="2646" cap="flat">
                <a:noFill/>
              </a:ln>
            </p:spPr>
          </p:sp>
          <p:sp>
            <p:nvSpPr>
              <p:cNvPr id="2467" name="ICON_C_WINDOWS_GRAPHIC_path_439"/>
              <p:cNvSpPr/>
              <p:nvPr/>
            </p:nvSpPr>
            <p:spPr>
              <a:xfrm>
                <a:off x="6302375" y="7469188"/>
                <a:ext cx="105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42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344"/>
                      <a:pt x="833" y="688"/>
                      <a:pt x="833" y="1042"/>
                    </a:cubicBezTo>
                    <a:cubicBezTo>
                      <a:pt x="558" y="973"/>
                      <a:pt x="283" y="904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8F86AB"/>
              </a:solidFill>
              <a:ln w="2646" cap="flat">
                <a:noFill/>
              </a:ln>
            </p:spPr>
          </p:sp>
          <p:sp>
            <p:nvSpPr>
              <p:cNvPr id="2468" name="ICON_C_WINDOWS_GRAPHIC_path_440"/>
              <p:cNvSpPr/>
              <p:nvPr/>
            </p:nvSpPr>
            <p:spPr>
              <a:xfrm>
                <a:off x="5994852" y="7466542"/>
                <a:ext cx="13835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1089" h="2292" fill="norm" stroke="0">
                    <a:moveTo>
                      <a:pt x="881" y="0"/>
                    </a:moveTo>
                    <a:cubicBezTo>
                      <a:pt x="950" y="138"/>
                      <a:pt x="1019" y="275"/>
                      <a:pt x="1089" y="417"/>
                    </a:cubicBezTo>
                    <a:cubicBezTo>
                      <a:pt x="1044" y="430"/>
                      <a:pt x="999" y="443"/>
                      <a:pt x="953" y="456"/>
                    </a:cubicBezTo>
                    <a:cubicBezTo>
                      <a:pt x="741" y="541"/>
                      <a:pt x="578" y="630"/>
                      <a:pt x="464" y="833"/>
                    </a:cubicBezTo>
                    <a:cubicBezTo>
                      <a:pt x="356" y="1296"/>
                      <a:pt x="428" y="1822"/>
                      <a:pt x="464" y="2292"/>
                    </a:cubicBezTo>
                    <a:cubicBezTo>
                      <a:pt x="1" y="1605"/>
                      <a:pt x="0" y="1003"/>
                      <a:pt x="48" y="208"/>
                    </a:cubicBezTo>
                    <a:cubicBezTo>
                      <a:pt x="323" y="140"/>
                      <a:pt x="598" y="71"/>
                      <a:pt x="881" y="0"/>
                    </a:cubicBezTo>
                    <a:close/>
                  </a:path>
                </a:pathLst>
              </a:custGeom>
              <a:solidFill>
                <a:srgbClr val="B690B0"/>
              </a:solidFill>
              <a:ln w="2646" cap="flat">
                <a:noFill/>
              </a:ln>
            </p:spPr>
          </p:sp>
          <p:sp>
            <p:nvSpPr>
              <p:cNvPr id="2469" name="ICON_C_WINDOWS_GRAPHIC_path_441"/>
              <p:cNvSpPr/>
              <p:nvPr/>
            </p:nvSpPr>
            <p:spPr>
              <a:xfrm>
                <a:off x="5669431" y="7442729"/>
                <a:ext cx="8528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671" h="1458" fill="norm" stroke="0">
                    <a:moveTo>
                      <a:pt x="671" y="0"/>
                    </a:moveTo>
                    <a:cubicBezTo>
                      <a:pt x="671" y="481"/>
                      <a:pt x="671" y="962"/>
                      <a:pt x="671" y="1458"/>
                    </a:cubicBezTo>
                    <a:cubicBezTo>
                      <a:pt x="465" y="1458"/>
                      <a:pt x="259" y="1458"/>
                      <a:pt x="46" y="1458"/>
                    </a:cubicBezTo>
                    <a:cubicBezTo>
                      <a:pt x="37" y="1284"/>
                      <a:pt x="29" y="1110"/>
                      <a:pt x="24" y="936"/>
                    </a:cubicBezTo>
                    <a:cubicBezTo>
                      <a:pt x="21" y="876"/>
                      <a:pt x="19" y="817"/>
                      <a:pt x="15" y="758"/>
                    </a:cubicBezTo>
                    <a:cubicBezTo>
                      <a:pt x="4" y="568"/>
                      <a:pt x="0" y="394"/>
                      <a:pt x="46" y="208"/>
                    </a:cubicBezTo>
                    <a:cubicBezTo>
                      <a:pt x="231" y="26"/>
                      <a:pt x="419" y="0"/>
                      <a:pt x="671" y="0"/>
                    </a:cubicBezTo>
                    <a:close/>
                  </a:path>
                </a:pathLst>
              </a:custGeom>
              <a:solidFill>
                <a:srgbClr val="9FA0BD"/>
              </a:solidFill>
              <a:ln w="2646" cap="flat">
                <a:noFill/>
              </a:ln>
            </p:spPr>
          </p:sp>
          <p:sp>
            <p:nvSpPr>
              <p:cNvPr id="2470" name="ICON_C_WINDOWS_GRAPHIC_path_442"/>
              <p:cNvSpPr/>
              <p:nvPr/>
            </p:nvSpPr>
            <p:spPr>
              <a:xfrm>
                <a:off x="6463771" y="7437438"/>
                <a:ext cx="8133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640" h="2083" fill="norm" stroke="0">
                    <a:moveTo>
                      <a:pt x="0" y="0"/>
                    </a:moveTo>
                    <a:cubicBezTo>
                      <a:pt x="625" y="833"/>
                      <a:pt x="625" y="833"/>
                      <a:pt x="640" y="1188"/>
                    </a:cubicBezTo>
                    <a:cubicBezTo>
                      <a:pt x="617" y="1299"/>
                      <a:pt x="591" y="1403"/>
                      <a:pt x="560" y="1510"/>
                    </a:cubicBezTo>
                    <a:cubicBezTo>
                      <a:pt x="547" y="1567"/>
                      <a:pt x="534" y="1623"/>
                      <a:pt x="521" y="1680"/>
                    </a:cubicBezTo>
                    <a:cubicBezTo>
                      <a:pt x="490" y="1815"/>
                      <a:pt x="455" y="1949"/>
                      <a:pt x="417" y="2083"/>
                    </a:cubicBezTo>
                    <a:cubicBezTo>
                      <a:pt x="279" y="2083"/>
                      <a:pt x="142" y="2083"/>
                      <a:pt x="0" y="2083"/>
                    </a:cubicBezTo>
                    <a:cubicBezTo>
                      <a:pt x="0" y="1396"/>
                      <a:pt x="0" y="708"/>
                      <a:pt x="0" y="0"/>
                    </a:cubicBezTo>
                    <a:close/>
                  </a:path>
                </a:pathLst>
              </a:custGeom>
              <a:solidFill>
                <a:srgbClr val="C5DAE1"/>
              </a:solidFill>
              <a:ln w="2646" cap="flat">
                <a:noFill/>
              </a:ln>
            </p:spPr>
          </p:sp>
          <p:sp>
            <p:nvSpPr>
              <p:cNvPr id="2471" name="ICON_C_WINDOWS_GRAPHIC_path_443"/>
              <p:cNvSpPr/>
              <p:nvPr/>
            </p:nvSpPr>
            <p:spPr>
              <a:xfrm>
                <a:off x="6722319" y="7437438"/>
                <a:ext cx="9673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762" h="2083" fill="norm" stroke="0">
                    <a:moveTo>
                      <a:pt x="59" y="0"/>
                    </a:moveTo>
                    <a:cubicBezTo>
                      <a:pt x="291" y="102"/>
                      <a:pt x="527" y="209"/>
                      <a:pt x="684" y="417"/>
                    </a:cubicBezTo>
                    <a:cubicBezTo>
                      <a:pt x="762" y="695"/>
                      <a:pt x="674" y="1000"/>
                      <a:pt x="619" y="1276"/>
                    </a:cubicBezTo>
                    <a:cubicBezTo>
                      <a:pt x="605" y="1354"/>
                      <a:pt x="592" y="1433"/>
                      <a:pt x="580" y="1511"/>
                    </a:cubicBezTo>
                    <a:cubicBezTo>
                      <a:pt x="548" y="1703"/>
                      <a:pt x="513" y="1893"/>
                      <a:pt x="475" y="2083"/>
                    </a:cubicBezTo>
                    <a:cubicBezTo>
                      <a:pt x="322" y="2031"/>
                      <a:pt x="188" y="1974"/>
                      <a:pt x="59" y="1875"/>
                    </a:cubicBezTo>
                    <a:cubicBezTo>
                      <a:pt x="0" y="1731"/>
                      <a:pt x="10" y="1597"/>
                      <a:pt x="18" y="1445"/>
                    </a:cubicBezTo>
                    <a:cubicBezTo>
                      <a:pt x="19" y="1403"/>
                      <a:pt x="19" y="1362"/>
                      <a:pt x="20" y="1319"/>
                    </a:cubicBezTo>
                    <a:cubicBezTo>
                      <a:pt x="22" y="1188"/>
                      <a:pt x="27" y="1056"/>
                      <a:pt x="33" y="925"/>
                    </a:cubicBezTo>
                    <a:cubicBezTo>
                      <a:pt x="35" y="835"/>
                      <a:pt x="36" y="746"/>
                      <a:pt x="38" y="656"/>
                    </a:cubicBezTo>
                    <a:cubicBezTo>
                      <a:pt x="43" y="438"/>
                      <a:pt x="50" y="219"/>
                      <a:pt x="59" y="0"/>
                    </a:cubicBezTo>
                    <a:close/>
                  </a:path>
                </a:pathLst>
              </a:custGeom>
              <a:solidFill>
                <a:srgbClr val="DEDBE9"/>
              </a:solidFill>
              <a:ln w="2646" cap="flat">
                <a:noFill/>
              </a:ln>
            </p:spPr>
          </p:sp>
          <p:sp>
            <p:nvSpPr>
              <p:cNvPr id="2472" name="ICON_C_WINDOWS_GRAPHIC_path_444"/>
              <p:cNvSpPr/>
              <p:nvPr/>
            </p:nvSpPr>
            <p:spPr>
              <a:xfrm>
                <a:off x="5809959" y="7421562"/>
                <a:ext cx="1445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139" h="1250" fill="norm" stroke="0">
                    <a:moveTo>
                      <a:pt x="231" y="0"/>
                    </a:moveTo>
                    <a:cubicBezTo>
                      <a:pt x="1000" y="477"/>
                      <a:pt x="1000" y="477"/>
                      <a:pt x="1104" y="716"/>
                    </a:cubicBezTo>
                    <a:cubicBezTo>
                      <a:pt x="1139" y="911"/>
                      <a:pt x="1103" y="1047"/>
                      <a:pt x="1065" y="1250"/>
                    </a:cubicBezTo>
                    <a:cubicBezTo>
                      <a:pt x="721" y="1250"/>
                      <a:pt x="377" y="1250"/>
                      <a:pt x="23" y="1250"/>
                    </a:cubicBezTo>
                    <a:cubicBezTo>
                      <a:pt x="19" y="1082"/>
                      <a:pt x="14" y="915"/>
                      <a:pt x="10" y="742"/>
                    </a:cubicBezTo>
                    <a:cubicBezTo>
                      <a:pt x="8" y="690"/>
                      <a:pt x="6" y="637"/>
                      <a:pt x="4" y="583"/>
                    </a:cubicBezTo>
                    <a:cubicBezTo>
                      <a:pt x="0" y="247"/>
                      <a:pt x="0" y="247"/>
                      <a:pt x="70" y="129"/>
                    </a:cubicBezTo>
                    <a:cubicBezTo>
                      <a:pt x="128" y="71"/>
                      <a:pt x="128" y="71"/>
                      <a:pt x="231" y="0"/>
                    </a:cubicBezTo>
                    <a:close/>
                  </a:path>
                </a:pathLst>
              </a:custGeom>
              <a:solidFill>
                <a:srgbClr val="E9E5EE"/>
              </a:solidFill>
              <a:ln w="2646" cap="flat">
                <a:noFill/>
              </a:ln>
            </p:spPr>
          </p:sp>
          <p:sp>
            <p:nvSpPr>
              <p:cNvPr id="2473" name="ICON_C_WINDOWS_GRAPHIC_path_445"/>
              <p:cNvSpPr/>
              <p:nvPr/>
            </p:nvSpPr>
            <p:spPr>
              <a:xfrm>
                <a:off x="5955771" y="7408333"/>
                <a:ext cx="10583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875" fill="norm" stroke="0">
                    <a:moveTo>
                      <a:pt x="417" y="0"/>
                    </a:moveTo>
                    <a:cubicBezTo>
                      <a:pt x="528" y="25"/>
                      <a:pt x="528" y="25"/>
                      <a:pt x="638" y="91"/>
                    </a:cubicBezTo>
                    <a:cubicBezTo>
                      <a:pt x="675" y="112"/>
                      <a:pt x="712" y="134"/>
                      <a:pt x="750" y="155"/>
                    </a:cubicBezTo>
                    <a:cubicBezTo>
                      <a:pt x="777" y="173"/>
                      <a:pt x="805" y="190"/>
                      <a:pt x="833" y="208"/>
                    </a:cubicBezTo>
                    <a:cubicBezTo>
                      <a:pt x="821" y="241"/>
                      <a:pt x="808" y="274"/>
                      <a:pt x="795" y="308"/>
                    </a:cubicBezTo>
                    <a:cubicBezTo>
                      <a:pt x="610" y="817"/>
                      <a:pt x="515" y="1344"/>
                      <a:pt x="417" y="1875"/>
                    </a:cubicBezTo>
                    <a:cubicBezTo>
                      <a:pt x="279" y="1875"/>
                      <a:pt x="142" y="1875"/>
                      <a:pt x="0" y="1875"/>
                    </a:cubicBezTo>
                    <a:cubicBezTo>
                      <a:pt x="25" y="1641"/>
                      <a:pt x="51" y="1408"/>
                      <a:pt x="78" y="1174"/>
                    </a:cubicBezTo>
                    <a:cubicBezTo>
                      <a:pt x="87" y="1095"/>
                      <a:pt x="95" y="1016"/>
                      <a:pt x="104" y="936"/>
                    </a:cubicBezTo>
                    <a:cubicBezTo>
                      <a:pt x="116" y="822"/>
                      <a:pt x="129" y="707"/>
                      <a:pt x="143" y="593"/>
                    </a:cubicBezTo>
                    <a:cubicBezTo>
                      <a:pt x="146" y="558"/>
                      <a:pt x="149" y="523"/>
                      <a:pt x="153" y="486"/>
                    </a:cubicBezTo>
                    <a:cubicBezTo>
                      <a:pt x="174" y="321"/>
                      <a:pt x="194" y="203"/>
                      <a:pt x="310" y="79"/>
                    </a:cubicBezTo>
                    <a:cubicBezTo>
                      <a:pt x="345" y="53"/>
                      <a:pt x="380" y="27"/>
                      <a:pt x="417" y="0"/>
                    </a:cubicBezTo>
                    <a:close/>
                  </a:path>
                </a:pathLst>
              </a:custGeom>
              <a:solidFill>
                <a:srgbClr val="CC9BBC"/>
              </a:solidFill>
              <a:ln w="2646" cap="flat">
                <a:noFill/>
              </a:ln>
            </p:spPr>
          </p:sp>
          <p:sp>
            <p:nvSpPr>
              <p:cNvPr id="2474" name="ICON_C_WINDOWS_GRAPHIC_path_446"/>
              <p:cNvSpPr/>
              <p:nvPr/>
            </p:nvSpPr>
            <p:spPr>
              <a:xfrm>
                <a:off x="5754688" y="7482417"/>
                <a:ext cx="7938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625" h="2292" fill="norm" stroke="0">
                    <a:moveTo>
                      <a:pt x="0" y="0"/>
                    </a:moveTo>
                    <a:cubicBezTo>
                      <a:pt x="206" y="69"/>
                      <a:pt x="413" y="138"/>
                      <a:pt x="625" y="208"/>
                    </a:cubicBezTo>
                    <a:cubicBezTo>
                      <a:pt x="556" y="896"/>
                      <a:pt x="488" y="1583"/>
                      <a:pt x="417" y="2292"/>
                    </a:cubicBezTo>
                    <a:cubicBezTo>
                      <a:pt x="348" y="2292"/>
                      <a:pt x="279" y="2292"/>
                      <a:pt x="208" y="2292"/>
                    </a:cubicBezTo>
                    <a:cubicBezTo>
                      <a:pt x="140" y="1535"/>
                      <a:pt x="71" y="779"/>
                      <a:pt x="0" y="0"/>
                    </a:cubicBezTo>
                    <a:close/>
                  </a:path>
                </a:pathLst>
              </a:custGeom>
              <a:solidFill>
                <a:srgbClr val="7D7A99"/>
              </a:solidFill>
              <a:ln w="2646" cap="flat">
                <a:noFill/>
              </a:ln>
            </p:spPr>
          </p:sp>
          <p:sp>
            <p:nvSpPr>
              <p:cNvPr id="2475" name="ICON_C_WINDOWS_GRAPHIC_path_447"/>
              <p:cNvSpPr/>
              <p:nvPr/>
            </p:nvSpPr>
            <p:spPr>
              <a:xfrm>
                <a:off x="6328557" y="7463843"/>
                <a:ext cx="13504" cy="31803"/>
              </a:xfrm>
              <a:custGeom>
                <a:avLst/>
                <a:gdLst/>
                <a:ahLst/>
                <a:cxnLst/>
                <a:rect l="0" t="0" r="r" b="b"/>
                <a:pathLst>
                  <a:path w="1063" h="2504" fill="norm" stroke="0">
                    <a:moveTo>
                      <a:pt x="330" y="19"/>
                    </a:moveTo>
                    <a:cubicBezTo>
                      <a:pt x="364" y="37"/>
                      <a:pt x="398" y="56"/>
                      <a:pt x="433" y="75"/>
                    </a:cubicBezTo>
                    <a:cubicBezTo>
                      <a:pt x="470" y="94"/>
                      <a:pt x="506" y="114"/>
                      <a:pt x="545" y="134"/>
                    </a:cubicBezTo>
                    <a:cubicBezTo>
                      <a:pt x="583" y="156"/>
                      <a:pt x="621" y="177"/>
                      <a:pt x="660" y="199"/>
                    </a:cubicBezTo>
                    <a:cubicBezTo>
                      <a:pt x="699" y="220"/>
                      <a:pt x="737" y="241"/>
                      <a:pt x="777" y="262"/>
                    </a:cubicBezTo>
                    <a:cubicBezTo>
                      <a:pt x="873" y="314"/>
                      <a:pt x="969" y="367"/>
                      <a:pt x="1063" y="421"/>
                    </a:cubicBezTo>
                    <a:cubicBezTo>
                      <a:pt x="1019" y="425"/>
                      <a:pt x="974" y="429"/>
                      <a:pt x="928" y="433"/>
                    </a:cubicBezTo>
                    <a:cubicBezTo>
                      <a:pt x="745" y="462"/>
                      <a:pt x="575" y="497"/>
                      <a:pt x="438" y="629"/>
                    </a:cubicBezTo>
                    <a:cubicBezTo>
                      <a:pt x="325" y="922"/>
                      <a:pt x="381" y="1273"/>
                      <a:pt x="399" y="1580"/>
                    </a:cubicBezTo>
                    <a:cubicBezTo>
                      <a:pt x="403" y="1669"/>
                      <a:pt x="405" y="1758"/>
                      <a:pt x="408" y="1848"/>
                    </a:cubicBezTo>
                    <a:cubicBezTo>
                      <a:pt x="415" y="2067"/>
                      <a:pt x="425" y="2285"/>
                      <a:pt x="438" y="2504"/>
                    </a:cubicBezTo>
                    <a:cubicBezTo>
                      <a:pt x="370" y="2504"/>
                      <a:pt x="301" y="2504"/>
                      <a:pt x="230" y="2504"/>
                    </a:cubicBezTo>
                    <a:cubicBezTo>
                      <a:pt x="198" y="2209"/>
                      <a:pt x="167" y="1914"/>
                      <a:pt x="138" y="1619"/>
                    </a:cubicBezTo>
                    <a:cubicBezTo>
                      <a:pt x="124" y="1481"/>
                      <a:pt x="110" y="1344"/>
                      <a:pt x="95" y="1207"/>
                    </a:cubicBezTo>
                    <a:cubicBezTo>
                      <a:pt x="78" y="1050"/>
                      <a:pt x="62" y="892"/>
                      <a:pt x="47" y="734"/>
                    </a:cubicBezTo>
                    <a:cubicBezTo>
                      <a:pt x="41" y="685"/>
                      <a:pt x="36" y="636"/>
                      <a:pt x="30" y="585"/>
                    </a:cubicBezTo>
                    <a:cubicBezTo>
                      <a:pt x="0" y="259"/>
                      <a:pt x="0" y="259"/>
                      <a:pt x="60" y="131"/>
                    </a:cubicBezTo>
                    <a:cubicBezTo>
                      <a:pt x="144" y="34"/>
                      <a:pt x="202" y="0"/>
                      <a:pt x="330" y="19"/>
                    </a:cubicBezTo>
                    <a:close/>
                  </a:path>
                </a:pathLst>
              </a:custGeom>
              <a:solidFill>
                <a:srgbClr val="9F9FB8"/>
              </a:solidFill>
              <a:ln w="2646" cap="flat">
                <a:noFill/>
              </a:ln>
            </p:spPr>
          </p:sp>
          <p:sp>
            <p:nvSpPr>
              <p:cNvPr id="2476" name="ICON_C_WINDOWS_GRAPHIC_path_448"/>
              <p:cNvSpPr/>
              <p:nvPr/>
            </p:nvSpPr>
            <p:spPr>
              <a:xfrm>
                <a:off x="6148917" y="7456776"/>
                <a:ext cx="26458" cy="15057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1186" fill="norm" stroke="0">
                    <a:moveTo>
                      <a:pt x="1425" y="266"/>
                    </a:moveTo>
                    <a:cubicBezTo>
                      <a:pt x="1649" y="355"/>
                      <a:pt x="1868" y="451"/>
                      <a:pt x="2083" y="561"/>
                    </a:cubicBezTo>
                    <a:cubicBezTo>
                      <a:pt x="1359" y="793"/>
                      <a:pt x="1359" y="793"/>
                      <a:pt x="1102" y="736"/>
                    </a:cubicBezTo>
                    <a:cubicBezTo>
                      <a:pt x="990" y="678"/>
                      <a:pt x="990" y="678"/>
                      <a:pt x="833" y="561"/>
                    </a:cubicBezTo>
                    <a:cubicBezTo>
                      <a:pt x="765" y="767"/>
                      <a:pt x="696" y="973"/>
                      <a:pt x="625" y="1186"/>
                    </a:cubicBezTo>
                    <a:cubicBezTo>
                      <a:pt x="419" y="1117"/>
                      <a:pt x="213" y="1048"/>
                      <a:pt x="0" y="977"/>
                    </a:cubicBezTo>
                    <a:cubicBezTo>
                      <a:pt x="395" y="415"/>
                      <a:pt x="708" y="0"/>
                      <a:pt x="1425" y="266"/>
                    </a:cubicBezTo>
                    <a:close/>
                  </a:path>
                </a:pathLst>
              </a:custGeom>
              <a:solidFill>
                <a:srgbClr val="B4B6CA"/>
              </a:solidFill>
              <a:ln w="2646" cap="flat">
                <a:noFill/>
              </a:ln>
            </p:spPr>
          </p:sp>
          <p:sp>
            <p:nvSpPr>
              <p:cNvPr id="2477" name="ICON_C_WINDOWS_GRAPHIC_path_449"/>
              <p:cNvSpPr/>
              <p:nvPr/>
            </p:nvSpPr>
            <p:spPr>
              <a:xfrm>
                <a:off x="6810375" y="7429500"/>
                <a:ext cx="13229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2292" fill="norm" stroke="0">
                    <a:moveTo>
                      <a:pt x="417" y="0"/>
                    </a:moveTo>
                    <a:cubicBezTo>
                      <a:pt x="485" y="0"/>
                      <a:pt x="554" y="0"/>
                      <a:pt x="625" y="0"/>
                    </a:cubicBezTo>
                    <a:cubicBezTo>
                      <a:pt x="623" y="43"/>
                      <a:pt x="621" y="86"/>
                      <a:pt x="618" y="131"/>
                    </a:cubicBezTo>
                    <a:cubicBezTo>
                      <a:pt x="611" y="291"/>
                      <a:pt x="606" y="451"/>
                      <a:pt x="602" y="612"/>
                    </a:cubicBezTo>
                    <a:cubicBezTo>
                      <a:pt x="600" y="681"/>
                      <a:pt x="597" y="750"/>
                      <a:pt x="594" y="820"/>
                    </a:cubicBezTo>
                    <a:cubicBezTo>
                      <a:pt x="570" y="1286"/>
                      <a:pt x="570" y="1286"/>
                      <a:pt x="625" y="1458"/>
                    </a:cubicBezTo>
                    <a:cubicBezTo>
                      <a:pt x="750" y="1581"/>
                      <a:pt x="871" y="1630"/>
                      <a:pt x="1042" y="1667"/>
                    </a:cubicBezTo>
                    <a:cubicBezTo>
                      <a:pt x="948" y="1773"/>
                      <a:pt x="852" y="1876"/>
                      <a:pt x="755" y="1979"/>
                    </a:cubicBezTo>
                    <a:cubicBezTo>
                      <a:pt x="729" y="2009"/>
                      <a:pt x="702" y="2039"/>
                      <a:pt x="675" y="2070"/>
                    </a:cubicBezTo>
                    <a:cubicBezTo>
                      <a:pt x="649" y="2098"/>
                      <a:pt x="622" y="2126"/>
                      <a:pt x="594" y="2155"/>
                    </a:cubicBezTo>
                    <a:cubicBezTo>
                      <a:pt x="570" y="2181"/>
                      <a:pt x="546" y="2207"/>
                      <a:pt x="521" y="2234"/>
                    </a:cubicBezTo>
                    <a:cubicBezTo>
                      <a:pt x="417" y="2292"/>
                      <a:pt x="417" y="2292"/>
                      <a:pt x="0" y="2292"/>
                    </a:cubicBezTo>
                    <a:cubicBezTo>
                      <a:pt x="137" y="1535"/>
                      <a:pt x="275" y="779"/>
                      <a:pt x="417" y="0"/>
                    </a:cubicBezTo>
                    <a:close/>
                  </a:path>
                </a:pathLst>
              </a:custGeom>
              <a:solidFill>
                <a:srgbClr val="CCC8DC"/>
              </a:solidFill>
              <a:ln w="2646" cap="flat">
                <a:noFill/>
              </a:ln>
            </p:spPr>
          </p:sp>
          <p:sp>
            <p:nvSpPr>
              <p:cNvPr id="2478" name="ICON_C_WINDOWS_GRAPHIC_path_450"/>
              <p:cNvSpPr/>
              <p:nvPr/>
            </p:nvSpPr>
            <p:spPr>
              <a:xfrm>
                <a:off x="5892272" y="7434263"/>
                <a:ext cx="16888" cy="19349"/>
              </a:xfrm>
              <a:custGeom>
                <a:avLst/>
                <a:gdLst/>
                <a:ahLst/>
                <a:cxnLst/>
                <a:rect l="0" t="0" r="r" b="b"/>
                <a:pathLst>
                  <a:path w="1330" h="1524" fill="norm" stroke="0">
                    <a:moveTo>
                      <a:pt x="1170" y="28"/>
                    </a:moveTo>
                    <a:cubicBezTo>
                      <a:pt x="1196" y="33"/>
                      <a:pt x="1223" y="37"/>
                      <a:pt x="1250" y="42"/>
                    </a:cubicBezTo>
                    <a:cubicBezTo>
                      <a:pt x="1310" y="260"/>
                      <a:pt x="1330" y="453"/>
                      <a:pt x="1250" y="667"/>
                    </a:cubicBezTo>
                    <a:cubicBezTo>
                      <a:pt x="1136" y="836"/>
                      <a:pt x="1002" y="979"/>
                      <a:pt x="859" y="1122"/>
                    </a:cubicBezTo>
                    <a:cubicBezTo>
                      <a:pt x="841" y="1141"/>
                      <a:pt x="823" y="1160"/>
                      <a:pt x="804" y="1179"/>
                    </a:cubicBezTo>
                    <a:cubicBezTo>
                      <a:pt x="508" y="1482"/>
                      <a:pt x="508" y="1482"/>
                      <a:pt x="296" y="1523"/>
                    </a:cubicBezTo>
                    <a:cubicBezTo>
                      <a:pt x="194" y="1524"/>
                      <a:pt x="100" y="1517"/>
                      <a:pt x="0" y="1500"/>
                    </a:cubicBezTo>
                    <a:cubicBezTo>
                      <a:pt x="90" y="1088"/>
                      <a:pt x="262" y="762"/>
                      <a:pt x="508" y="419"/>
                    </a:cubicBezTo>
                    <a:cubicBezTo>
                      <a:pt x="520" y="401"/>
                      <a:pt x="520" y="401"/>
                      <a:pt x="585" y="306"/>
                    </a:cubicBezTo>
                    <a:cubicBezTo>
                      <a:pt x="761" y="71"/>
                      <a:pt x="874" y="0"/>
                      <a:pt x="1170" y="28"/>
                    </a:cubicBezTo>
                    <a:close/>
                  </a:path>
                </a:pathLst>
              </a:custGeom>
              <a:solidFill>
                <a:srgbClr val="DD9CC1"/>
              </a:solidFill>
              <a:ln w="2646" cap="flat">
                <a:noFill/>
              </a:ln>
            </p:spPr>
          </p:sp>
          <p:sp>
            <p:nvSpPr>
              <p:cNvPr id="2479" name="ICON_C_WINDOWS_GRAPHIC_path_451"/>
              <p:cNvSpPr/>
              <p:nvPr/>
            </p:nvSpPr>
            <p:spPr>
              <a:xfrm>
                <a:off x="5452732" y="7440083"/>
                <a:ext cx="8268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651" h="2292" fill="norm" stroke="0">
                    <a:moveTo>
                      <a:pt x="651" y="0"/>
                    </a:moveTo>
                    <a:cubicBezTo>
                      <a:pt x="651" y="756"/>
                      <a:pt x="651" y="1513"/>
                      <a:pt x="651" y="2292"/>
                    </a:cubicBezTo>
                    <a:cubicBezTo>
                      <a:pt x="582" y="2292"/>
                      <a:pt x="514" y="2292"/>
                      <a:pt x="443" y="2292"/>
                    </a:cubicBezTo>
                    <a:cubicBezTo>
                      <a:pt x="438" y="2263"/>
                      <a:pt x="432" y="2235"/>
                      <a:pt x="427" y="2206"/>
                    </a:cubicBezTo>
                    <a:cubicBezTo>
                      <a:pt x="402" y="2074"/>
                      <a:pt x="377" y="1942"/>
                      <a:pt x="351" y="1810"/>
                    </a:cubicBezTo>
                    <a:cubicBezTo>
                      <a:pt x="343" y="1762"/>
                      <a:pt x="334" y="1714"/>
                      <a:pt x="324" y="1665"/>
                    </a:cubicBezTo>
                    <a:cubicBezTo>
                      <a:pt x="278" y="1425"/>
                      <a:pt x="224" y="1207"/>
                      <a:pt x="124" y="985"/>
                    </a:cubicBezTo>
                    <a:cubicBezTo>
                      <a:pt x="56" y="832"/>
                      <a:pt x="0" y="704"/>
                      <a:pt x="55" y="539"/>
                    </a:cubicBezTo>
                    <a:cubicBezTo>
                      <a:pt x="193" y="254"/>
                      <a:pt x="318" y="0"/>
                      <a:pt x="651" y="0"/>
                    </a:cubicBezTo>
                    <a:close/>
                  </a:path>
                </a:pathLst>
              </a:custGeom>
              <a:solidFill>
                <a:srgbClr val="8B9DD1"/>
              </a:solidFill>
              <a:ln w="2646" cap="flat">
                <a:noFill/>
              </a:ln>
            </p:spPr>
          </p:sp>
          <p:sp>
            <p:nvSpPr>
              <p:cNvPr id="2480" name="ICON_C_WINDOWS_GRAPHIC_path_452"/>
              <p:cNvSpPr/>
              <p:nvPr/>
            </p:nvSpPr>
            <p:spPr>
              <a:xfrm>
                <a:off x="6238669" y="7434294"/>
                <a:ext cx="10790" cy="16372"/>
              </a:xfrm>
              <a:custGeom>
                <a:avLst/>
                <a:gdLst/>
                <a:ahLst/>
                <a:cxnLst/>
                <a:rect l="0" t="0" r="r" b="b"/>
                <a:pathLst>
                  <a:path w="850" h="1289" fill="norm" stroke="0">
                    <a:moveTo>
                      <a:pt x="850" y="39"/>
                    </a:moveTo>
                    <a:cubicBezTo>
                      <a:pt x="850" y="452"/>
                      <a:pt x="850" y="864"/>
                      <a:pt x="850" y="1289"/>
                    </a:cubicBezTo>
                    <a:cubicBezTo>
                      <a:pt x="643" y="1289"/>
                      <a:pt x="437" y="1289"/>
                      <a:pt x="225" y="1289"/>
                    </a:cubicBezTo>
                    <a:cubicBezTo>
                      <a:pt x="179" y="1120"/>
                      <a:pt x="136" y="951"/>
                      <a:pt x="94" y="781"/>
                    </a:cubicBezTo>
                    <a:cubicBezTo>
                      <a:pt x="81" y="733"/>
                      <a:pt x="67" y="685"/>
                      <a:pt x="54" y="636"/>
                    </a:cubicBezTo>
                    <a:cubicBezTo>
                      <a:pt x="22" y="498"/>
                      <a:pt x="0" y="389"/>
                      <a:pt x="16" y="248"/>
                    </a:cubicBezTo>
                    <a:cubicBezTo>
                      <a:pt x="244" y="0"/>
                      <a:pt x="530" y="39"/>
                      <a:pt x="850" y="39"/>
                    </a:cubicBezTo>
                    <a:close/>
                  </a:path>
                </a:pathLst>
              </a:custGeom>
              <a:solidFill>
                <a:srgbClr val="F1F0F5"/>
              </a:solidFill>
              <a:ln w="2646" cap="flat">
                <a:noFill/>
              </a:ln>
            </p:spPr>
          </p:sp>
          <p:sp>
            <p:nvSpPr>
              <p:cNvPr id="2481" name="ICON_C_WINDOWS_GRAPHIC_path_453"/>
              <p:cNvSpPr/>
              <p:nvPr/>
            </p:nvSpPr>
            <p:spPr>
              <a:xfrm>
                <a:off x="6130396" y="7410348"/>
                <a:ext cx="23812" cy="16505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1300" fill="norm" stroke="0">
                    <a:moveTo>
                      <a:pt x="1276" y="37"/>
                    </a:moveTo>
                    <a:cubicBezTo>
                      <a:pt x="1334" y="38"/>
                      <a:pt x="1393" y="39"/>
                      <a:pt x="1451" y="40"/>
                    </a:cubicBezTo>
                    <a:cubicBezTo>
                      <a:pt x="1592" y="42"/>
                      <a:pt x="1734" y="45"/>
                      <a:pt x="1875" y="50"/>
                    </a:cubicBezTo>
                    <a:cubicBezTo>
                      <a:pt x="1806" y="187"/>
                      <a:pt x="1738" y="325"/>
                      <a:pt x="1667" y="466"/>
                    </a:cubicBezTo>
                    <a:cubicBezTo>
                      <a:pt x="1392" y="398"/>
                      <a:pt x="1117" y="329"/>
                      <a:pt x="833" y="258"/>
                    </a:cubicBezTo>
                    <a:cubicBezTo>
                      <a:pt x="808" y="316"/>
                      <a:pt x="783" y="374"/>
                      <a:pt x="757" y="433"/>
                    </a:cubicBezTo>
                    <a:cubicBezTo>
                      <a:pt x="722" y="509"/>
                      <a:pt x="686" y="585"/>
                      <a:pt x="651" y="662"/>
                    </a:cubicBezTo>
                    <a:cubicBezTo>
                      <a:pt x="635" y="700"/>
                      <a:pt x="618" y="738"/>
                      <a:pt x="601" y="777"/>
                    </a:cubicBezTo>
                    <a:cubicBezTo>
                      <a:pt x="462" y="1072"/>
                      <a:pt x="305" y="1188"/>
                      <a:pt x="0" y="1300"/>
                    </a:cubicBezTo>
                    <a:cubicBezTo>
                      <a:pt x="23" y="1130"/>
                      <a:pt x="50" y="961"/>
                      <a:pt x="78" y="792"/>
                    </a:cubicBezTo>
                    <a:cubicBezTo>
                      <a:pt x="85" y="744"/>
                      <a:pt x="91" y="696"/>
                      <a:pt x="98" y="647"/>
                    </a:cubicBezTo>
                    <a:cubicBezTo>
                      <a:pt x="156" y="311"/>
                      <a:pt x="156" y="311"/>
                      <a:pt x="286" y="179"/>
                    </a:cubicBezTo>
                    <a:cubicBezTo>
                      <a:pt x="590" y="0"/>
                      <a:pt x="936" y="26"/>
                      <a:pt x="1276" y="37"/>
                    </a:cubicBezTo>
                    <a:close/>
                  </a:path>
                </a:pathLst>
              </a:custGeom>
              <a:solidFill>
                <a:srgbClr val="E5E0EA"/>
              </a:solidFill>
              <a:ln w="2646" cap="flat">
                <a:noFill/>
              </a:ln>
            </p:spPr>
          </p:sp>
          <p:sp>
            <p:nvSpPr>
              <p:cNvPr id="2482" name="ICON_C_WINDOWS_GRAPHIC_path_454"/>
              <p:cNvSpPr/>
              <p:nvPr/>
            </p:nvSpPr>
            <p:spPr>
              <a:xfrm>
                <a:off x="5791729" y="7397750"/>
                <a:ext cx="8538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672" h="1667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35" y="171"/>
                      <a:pt x="643" y="340"/>
                      <a:pt x="648" y="511"/>
                    </a:cubicBezTo>
                    <a:cubicBezTo>
                      <a:pt x="650" y="569"/>
                      <a:pt x="653" y="627"/>
                      <a:pt x="656" y="685"/>
                    </a:cubicBezTo>
                    <a:cubicBezTo>
                      <a:pt x="662" y="768"/>
                      <a:pt x="664" y="852"/>
                      <a:pt x="666" y="936"/>
                    </a:cubicBezTo>
                    <a:cubicBezTo>
                      <a:pt x="667" y="961"/>
                      <a:pt x="667" y="961"/>
                      <a:pt x="672" y="1088"/>
                    </a:cubicBezTo>
                    <a:cubicBezTo>
                      <a:pt x="625" y="1250"/>
                      <a:pt x="625" y="1250"/>
                      <a:pt x="208" y="1667"/>
                    </a:cubicBezTo>
                    <a:cubicBezTo>
                      <a:pt x="140" y="1117"/>
                      <a:pt x="71" y="567"/>
                      <a:pt x="0" y="0"/>
                    </a:cubicBezTo>
                    <a:close/>
                  </a:path>
                </a:pathLst>
              </a:custGeom>
              <a:solidFill>
                <a:srgbClr val="B2AFC5"/>
              </a:solidFill>
              <a:ln w="2646" cap="flat">
                <a:noFill/>
              </a:ln>
            </p:spPr>
          </p:sp>
          <p:sp>
            <p:nvSpPr>
              <p:cNvPr id="2483" name="ICON_C_WINDOWS_GRAPHIC_path_455"/>
              <p:cNvSpPr/>
              <p:nvPr/>
            </p:nvSpPr>
            <p:spPr>
              <a:xfrm>
                <a:off x="6506104" y="7477125"/>
                <a:ext cx="11155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878" h="2292" fill="norm" stroke="0">
                    <a:moveTo>
                      <a:pt x="833" y="0"/>
                    </a:moveTo>
                    <a:cubicBezTo>
                      <a:pt x="873" y="379"/>
                      <a:pt x="878" y="608"/>
                      <a:pt x="638" y="911"/>
                    </a:cubicBezTo>
                    <a:cubicBezTo>
                      <a:pt x="324" y="1311"/>
                      <a:pt x="280" y="1801"/>
                      <a:pt x="208" y="2292"/>
                    </a:cubicBezTo>
                    <a:cubicBezTo>
                      <a:pt x="140" y="2292"/>
                      <a:pt x="71" y="2292"/>
                      <a:pt x="0" y="2292"/>
                    </a:cubicBezTo>
                    <a:cubicBezTo>
                      <a:pt x="14" y="2032"/>
                      <a:pt x="33" y="1773"/>
                      <a:pt x="55" y="1514"/>
                    </a:cubicBezTo>
                    <a:cubicBezTo>
                      <a:pt x="62" y="1425"/>
                      <a:pt x="67" y="1337"/>
                      <a:pt x="72" y="1249"/>
                    </a:cubicBezTo>
                    <a:cubicBezTo>
                      <a:pt x="112" y="534"/>
                      <a:pt x="112" y="534"/>
                      <a:pt x="276" y="334"/>
                    </a:cubicBezTo>
                    <a:cubicBezTo>
                      <a:pt x="444" y="187"/>
                      <a:pt x="629" y="89"/>
                      <a:pt x="833" y="0"/>
                    </a:cubicBezTo>
                    <a:close/>
                  </a:path>
                </a:pathLst>
              </a:custGeom>
              <a:solidFill>
                <a:srgbClr val="BED3D9"/>
              </a:solidFill>
              <a:ln w="2646" cap="flat">
                <a:noFill/>
              </a:ln>
            </p:spPr>
          </p:sp>
          <p:sp>
            <p:nvSpPr>
              <p:cNvPr id="2484" name="ICON_C_WINDOWS_GRAPHIC_path_456"/>
              <p:cNvSpPr/>
              <p:nvPr/>
            </p:nvSpPr>
            <p:spPr>
              <a:xfrm>
                <a:off x="6558780" y="7474479"/>
                <a:ext cx="11673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919" h="1458" fill="norm" stroke="0">
                    <a:moveTo>
                      <a:pt x="227" y="0"/>
                    </a:moveTo>
                    <a:cubicBezTo>
                      <a:pt x="919" y="803"/>
                      <a:pt x="919" y="803"/>
                      <a:pt x="891" y="1198"/>
                    </a:cubicBezTo>
                    <a:cubicBezTo>
                      <a:pt x="879" y="1284"/>
                      <a:pt x="866" y="1370"/>
                      <a:pt x="852" y="1458"/>
                    </a:cubicBezTo>
                    <a:cubicBezTo>
                      <a:pt x="646" y="1458"/>
                      <a:pt x="440" y="1458"/>
                      <a:pt x="227" y="1458"/>
                    </a:cubicBezTo>
                    <a:cubicBezTo>
                      <a:pt x="193" y="1284"/>
                      <a:pt x="159" y="1110"/>
                      <a:pt x="127" y="936"/>
                    </a:cubicBezTo>
                    <a:cubicBezTo>
                      <a:pt x="116" y="876"/>
                      <a:pt x="104" y="817"/>
                      <a:pt x="92" y="758"/>
                    </a:cubicBezTo>
                    <a:cubicBezTo>
                      <a:pt x="75" y="673"/>
                      <a:pt x="60" y="588"/>
                      <a:pt x="44" y="502"/>
                    </a:cubicBezTo>
                    <a:cubicBezTo>
                      <a:pt x="39" y="476"/>
                      <a:pt x="33" y="450"/>
                      <a:pt x="27" y="423"/>
                    </a:cubicBezTo>
                    <a:cubicBezTo>
                      <a:pt x="9" y="315"/>
                      <a:pt x="0" y="235"/>
                      <a:pt x="64" y="144"/>
                    </a:cubicBezTo>
                    <a:cubicBezTo>
                      <a:pt x="121" y="86"/>
                      <a:pt x="121" y="86"/>
                      <a:pt x="227" y="0"/>
                    </a:cubicBezTo>
                    <a:close/>
                  </a:path>
                </a:pathLst>
              </a:custGeom>
              <a:solidFill>
                <a:srgbClr val="6D8DA2"/>
              </a:solidFill>
              <a:ln w="2646" cap="flat">
                <a:noFill/>
              </a:ln>
            </p:spPr>
          </p:sp>
          <p:sp>
            <p:nvSpPr>
              <p:cNvPr id="2485" name="ICON_C_WINDOWS_GRAPHIC_path_457"/>
              <p:cNvSpPr/>
              <p:nvPr/>
            </p:nvSpPr>
            <p:spPr>
              <a:xfrm>
                <a:off x="5587693" y="7461250"/>
                <a:ext cx="8244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49" h="1250" fill="norm" stroke="0">
                    <a:moveTo>
                      <a:pt x="649" y="0"/>
                    </a:moveTo>
                    <a:cubicBezTo>
                      <a:pt x="649" y="413"/>
                      <a:pt x="649" y="825"/>
                      <a:pt x="649" y="1250"/>
                    </a:cubicBezTo>
                    <a:cubicBezTo>
                      <a:pt x="443" y="1250"/>
                      <a:pt x="237" y="1250"/>
                      <a:pt x="24" y="1250"/>
                    </a:cubicBezTo>
                    <a:cubicBezTo>
                      <a:pt x="19" y="1081"/>
                      <a:pt x="14" y="911"/>
                      <a:pt x="11" y="742"/>
                    </a:cubicBezTo>
                    <a:cubicBezTo>
                      <a:pt x="9" y="694"/>
                      <a:pt x="8" y="646"/>
                      <a:pt x="6" y="597"/>
                    </a:cubicBezTo>
                    <a:cubicBezTo>
                      <a:pt x="0" y="199"/>
                      <a:pt x="0" y="199"/>
                      <a:pt x="103" y="71"/>
                    </a:cubicBezTo>
                    <a:cubicBezTo>
                      <a:pt x="232" y="0"/>
                      <a:pt x="232" y="0"/>
                      <a:pt x="649" y="0"/>
                    </a:cubicBezTo>
                    <a:close/>
                  </a:path>
                </a:pathLst>
              </a:custGeom>
              <a:solidFill>
                <a:srgbClr val="8EA0D3"/>
              </a:solidFill>
              <a:ln w="2646" cap="flat">
                <a:noFill/>
              </a:ln>
            </p:spPr>
          </p:sp>
          <p:sp>
            <p:nvSpPr>
              <p:cNvPr id="2486" name="ICON_C_WINDOWS_GRAPHIC_path_458"/>
              <p:cNvSpPr/>
              <p:nvPr/>
            </p:nvSpPr>
            <p:spPr>
              <a:xfrm>
                <a:off x="6347354" y="7434792"/>
                <a:ext cx="8274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651" h="1458" fill="norm" stroke="0">
                    <a:moveTo>
                      <a:pt x="0" y="0"/>
                    </a:moveTo>
                    <a:cubicBezTo>
                      <a:pt x="517" y="227"/>
                      <a:pt x="517" y="227"/>
                      <a:pt x="625" y="417"/>
                    </a:cubicBezTo>
                    <a:cubicBezTo>
                      <a:pt x="651" y="769"/>
                      <a:pt x="525" y="1127"/>
                      <a:pt x="417" y="1458"/>
                    </a:cubicBezTo>
                    <a:cubicBezTo>
                      <a:pt x="279" y="1458"/>
                      <a:pt x="142" y="1458"/>
                      <a:pt x="0" y="1458"/>
                    </a:cubicBezTo>
                    <a:cubicBezTo>
                      <a:pt x="0" y="977"/>
                      <a:pt x="0" y="496"/>
                      <a:pt x="0" y="0"/>
                    </a:cubicBezTo>
                    <a:close/>
                  </a:path>
                </a:pathLst>
              </a:custGeom>
              <a:solidFill>
                <a:srgbClr val="6E7B9E"/>
              </a:solidFill>
              <a:ln w="2646" cap="flat">
                <a:noFill/>
              </a:ln>
            </p:spPr>
          </p:sp>
          <p:sp>
            <p:nvSpPr>
              <p:cNvPr id="2487" name="ICON_C_WINDOWS_GRAPHIC_path_459"/>
              <p:cNvSpPr/>
              <p:nvPr/>
            </p:nvSpPr>
            <p:spPr>
              <a:xfrm>
                <a:off x="5553604" y="7421562"/>
                <a:ext cx="15875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875" fill="norm" stroke="0">
                    <a:moveTo>
                      <a:pt x="1042" y="0"/>
                    </a:moveTo>
                    <a:cubicBezTo>
                      <a:pt x="1110" y="275"/>
                      <a:pt x="1179" y="550"/>
                      <a:pt x="1250" y="833"/>
                    </a:cubicBezTo>
                    <a:cubicBezTo>
                      <a:pt x="1121" y="889"/>
                      <a:pt x="992" y="945"/>
                      <a:pt x="859" y="1003"/>
                    </a:cubicBezTo>
                    <a:cubicBezTo>
                      <a:pt x="428" y="1204"/>
                      <a:pt x="212" y="1456"/>
                      <a:pt x="0" y="1875"/>
                    </a:cubicBezTo>
                    <a:cubicBezTo>
                      <a:pt x="57" y="1075"/>
                      <a:pt x="285" y="659"/>
                      <a:pt x="867" y="146"/>
                    </a:cubicBezTo>
                    <a:cubicBezTo>
                      <a:pt x="924" y="97"/>
                      <a:pt x="982" y="50"/>
                      <a:pt x="1042" y="0"/>
                    </a:cubicBezTo>
                    <a:close/>
                  </a:path>
                </a:pathLst>
              </a:custGeom>
              <a:solidFill>
                <a:srgbClr val="9BACD9"/>
              </a:solidFill>
              <a:ln w="2646" cap="flat">
                <a:noFill/>
              </a:ln>
            </p:spPr>
          </p:sp>
          <p:sp>
            <p:nvSpPr>
              <p:cNvPr id="2488" name="ICON_C_WINDOWS_GRAPHIC_path_460"/>
              <p:cNvSpPr/>
              <p:nvPr/>
            </p:nvSpPr>
            <p:spPr>
              <a:xfrm>
                <a:off x="5598583" y="7413625"/>
                <a:ext cx="13533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066" h="1458" fill="norm" stroke="0">
                    <a:moveTo>
                      <a:pt x="417" y="0"/>
                    </a:moveTo>
                    <a:cubicBezTo>
                      <a:pt x="934" y="414"/>
                      <a:pt x="934" y="414"/>
                      <a:pt x="1042" y="625"/>
                    </a:cubicBezTo>
                    <a:cubicBezTo>
                      <a:pt x="1066" y="917"/>
                      <a:pt x="945" y="1194"/>
                      <a:pt x="833" y="1458"/>
                    </a:cubicBezTo>
                    <a:cubicBezTo>
                      <a:pt x="833" y="1321"/>
                      <a:pt x="833" y="1183"/>
                      <a:pt x="833" y="1042"/>
                    </a:cubicBezTo>
                    <a:cubicBezTo>
                      <a:pt x="558" y="973"/>
                      <a:pt x="283" y="904"/>
                      <a:pt x="0" y="833"/>
                    </a:cubicBezTo>
                    <a:cubicBezTo>
                      <a:pt x="138" y="558"/>
                      <a:pt x="275" y="283"/>
                      <a:pt x="417" y="0"/>
                    </a:cubicBezTo>
                    <a:close/>
                  </a:path>
                </a:pathLst>
              </a:custGeom>
              <a:solidFill>
                <a:srgbClr val="C8D8F4"/>
              </a:solidFill>
              <a:ln w="2646" cap="flat">
                <a:noFill/>
              </a:ln>
            </p:spPr>
          </p:sp>
          <p:sp>
            <p:nvSpPr>
              <p:cNvPr id="2489" name="ICON_C_WINDOWS_GRAPHIC_path_461"/>
              <p:cNvSpPr/>
              <p:nvPr/>
            </p:nvSpPr>
            <p:spPr>
              <a:xfrm>
                <a:off x="5529792" y="7397750"/>
                <a:ext cx="15875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875" fill="norm" stroke="0">
                    <a:moveTo>
                      <a:pt x="0" y="0"/>
                    </a:moveTo>
                    <a:cubicBezTo>
                      <a:pt x="413" y="0"/>
                      <a:pt x="825" y="0"/>
                      <a:pt x="1250" y="0"/>
                    </a:cubicBezTo>
                    <a:cubicBezTo>
                      <a:pt x="1183" y="39"/>
                      <a:pt x="1183" y="39"/>
                      <a:pt x="846" y="234"/>
                    </a:cubicBezTo>
                    <a:cubicBezTo>
                      <a:pt x="560" y="425"/>
                      <a:pt x="390" y="610"/>
                      <a:pt x="315" y="945"/>
                    </a:cubicBezTo>
                    <a:cubicBezTo>
                      <a:pt x="254" y="1251"/>
                      <a:pt x="226" y="1564"/>
                      <a:pt x="208" y="1875"/>
                    </a:cubicBezTo>
                    <a:cubicBezTo>
                      <a:pt x="140" y="1875"/>
                      <a:pt x="71" y="1875"/>
                      <a:pt x="0" y="1875"/>
                    </a:cubicBezTo>
                    <a:cubicBezTo>
                      <a:pt x="0" y="1256"/>
                      <a:pt x="0" y="638"/>
                      <a:pt x="0" y="0"/>
                    </a:cubicBezTo>
                    <a:close/>
                  </a:path>
                </a:pathLst>
              </a:custGeom>
              <a:solidFill>
                <a:srgbClr val="C0D2EF"/>
              </a:solidFill>
              <a:ln w="2646" cap="flat">
                <a:noFill/>
              </a:ln>
            </p:spPr>
          </p:sp>
          <p:sp>
            <p:nvSpPr>
              <p:cNvPr id="2490" name="ICON_C_WINDOWS_GRAPHIC_path_462"/>
              <p:cNvSpPr/>
              <p:nvPr/>
            </p:nvSpPr>
            <p:spPr>
              <a:xfrm>
                <a:off x="6098646" y="7471833"/>
                <a:ext cx="7938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875" fill="norm" stroke="0">
                    <a:moveTo>
                      <a:pt x="417" y="0"/>
                    </a:moveTo>
                    <a:cubicBezTo>
                      <a:pt x="485" y="0"/>
                      <a:pt x="554" y="0"/>
                      <a:pt x="625" y="0"/>
                    </a:cubicBezTo>
                    <a:cubicBezTo>
                      <a:pt x="625" y="619"/>
                      <a:pt x="625" y="1237"/>
                      <a:pt x="625" y="1875"/>
                    </a:cubicBezTo>
                    <a:cubicBezTo>
                      <a:pt x="419" y="1875"/>
                      <a:pt x="213" y="1875"/>
                      <a:pt x="0" y="1875"/>
                    </a:cubicBezTo>
                    <a:cubicBezTo>
                      <a:pt x="138" y="1256"/>
                      <a:pt x="275" y="638"/>
                      <a:pt x="417" y="0"/>
                    </a:cubicBezTo>
                    <a:close/>
                  </a:path>
                </a:pathLst>
              </a:custGeom>
              <a:solidFill>
                <a:srgbClr val="F9B3CD"/>
              </a:solidFill>
              <a:ln w="2646" cap="flat">
                <a:noFill/>
              </a:ln>
            </p:spPr>
          </p:sp>
          <p:sp>
            <p:nvSpPr>
              <p:cNvPr id="2491" name="ICON_C_WINDOWS_GRAPHIC_path_463"/>
              <p:cNvSpPr/>
              <p:nvPr/>
            </p:nvSpPr>
            <p:spPr>
              <a:xfrm>
                <a:off x="6756755" y="7479771"/>
                <a:ext cx="13933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097" h="1667" fill="norm" stroke="0">
                    <a:moveTo>
                      <a:pt x="472" y="0"/>
                    </a:moveTo>
                    <a:cubicBezTo>
                      <a:pt x="678" y="69"/>
                      <a:pt x="885" y="138"/>
                      <a:pt x="1097" y="208"/>
                    </a:cubicBezTo>
                    <a:cubicBezTo>
                      <a:pt x="1028" y="415"/>
                      <a:pt x="960" y="621"/>
                      <a:pt x="889" y="833"/>
                    </a:cubicBezTo>
                    <a:cubicBezTo>
                      <a:pt x="820" y="765"/>
                      <a:pt x="751" y="696"/>
                      <a:pt x="680" y="625"/>
                    </a:cubicBezTo>
                    <a:cubicBezTo>
                      <a:pt x="543" y="969"/>
                      <a:pt x="405" y="1312"/>
                      <a:pt x="264" y="1667"/>
                    </a:cubicBezTo>
                    <a:cubicBezTo>
                      <a:pt x="0" y="928"/>
                      <a:pt x="0" y="928"/>
                      <a:pt x="134" y="592"/>
                    </a:cubicBezTo>
                    <a:cubicBezTo>
                      <a:pt x="233" y="386"/>
                      <a:pt x="348" y="192"/>
                      <a:pt x="472" y="0"/>
                    </a:cubicBezTo>
                    <a:close/>
                  </a:path>
                </a:pathLst>
              </a:custGeom>
              <a:solidFill>
                <a:srgbClr val="CBC9DB"/>
              </a:solidFill>
              <a:ln w="2646" cap="flat">
                <a:noFill/>
              </a:ln>
            </p:spPr>
          </p:sp>
          <p:sp>
            <p:nvSpPr>
              <p:cNvPr id="2492" name="ICON_C_WINDOWS_GRAPHIC_path_464"/>
              <p:cNvSpPr/>
              <p:nvPr/>
            </p:nvSpPr>
            <p:spPr>
              <a:xfrm>
                <a:off x="6347354" y="7471833"/>
                <a:ext cx="7938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667" fill="norm" stroke="0">
                    <a:moveTo>
                      <a:pt x="417" y="0"/>
                    </a:moveTo>
                    <a:cubicBezTo>
                      <a:pt x="485" y="0"/>
                      <a:pt x="554" y="0"/>
                      <a:pt x="625" y="0"/>
                    </a:cubicBezTo>
                    <a:cubicBezTo>
                      <a:pt x="625" y="550"/>
                      <a:pt x="625" y="1100"/>
                      <a:pt x="625" y="1667"/>
                    </a:cubicBezTo>
                    <a:cubicBezTo>
                      <a:pt x="419" y="1667"/>
                      <a:pt x="213" y="1667"/>
                      <a:pt x="0" y="1667"/>
                    </a:cubicBezTo>
                    <a:cubicBezTo>
                      <a:pt x="25" y="1496"/>
                      <a:pt x="51" y="1326"/>
                      <a:pt x="78" y="1155"/>
                    </a:cubicBezTo>
                    <a:cubicBezTo>
                      <a:pt x="86" y="1098"/>
                      <a:pt x="95" y="1040"/>
                      <a:pt x="104" y="982"/>
                    </a:cubicBezTo>
                    <a:cubicBezTo>
                      <a:pt x="215" y="223"/>
                      <a:pt x="215" y="223"/>
                      <a:pt x="417" y="0"/>
                    </a:cubicBezTo>
                    <a:close/>
                  </a:path>
                </a:pathLst>
              </a:custGeom>
              <a:solidFill>
                <a:srgbClr val="F1F3F5"/>
              </a:solidFill>
              <a:ln w="2646" cap="flat">
                <a:noFill/>
              </a:ln>
            </p:spPr>
          </p:sp>
          <p:sp>
            <p:nvSpPr>
              <p:cNvPr id="2493" name="ICON_C_WINDOWS_GRAPHIC_path_465"/>
              <p:cNvSpPr/>
              <p:nvPr/>
            </p:nvSpPr>
            <p:spPr>
              <a:xfrm>
                <a:off x="5508318" y="7468817"/>
                <a:ext cx="9255" cy="16245"/>
              </a:xfrm>
              <a:custGeom>
                <a:avLst/>
                <a:gdLst/>
                <a:ahLst/>
                <a:cxnLst/>
                <a:rect l="0" t="0" r="r" b="b"/>
                <a:pathLst>
                  <a:path w="729" h="1279" fill="norm" stroke="0">
                    <a:moveTo>
                      <a:pt x="649" y="29"/>
                    </a:moveTo>
                    <a:cubicBezTo>
                      <a:pt x="729" y="770"/>
                      <a:pt x="729" y="770"/>
                      <a:pt x="649" y="1071"/>
                    </a:cubicBezTo>
                    <a:cubicBezTo>
                      <a:pt x="493" y="1249"/>
                      <a:pt x="248" y="1265"/>
                      <a:pt x="24" y="1279"/>
                    </a:cubicBezTo>
                    <a:cubicBezTo>
                      <a:pt x="18" y="1110"/>
                      <a:pt x="14" y="941"/>
                      <a:pt x="11" y="771"/>
                    </a:cubicBezTo>
                    <a:cubicBezTo>
                      <a:pt x="9" y="723"/>
                      <a:pt x="8" y="675"/>
                      <a:pt x="6" y="626"/>
                    </a:cubicBezTo>
                    <a:cubicBezTo>
                      <a:pt x="0" y="228"/>
                      <a:pt x="0" y="228"/>
                      <a:pt x="103" y="100"/>
                    </a:cubicBezTo>
                    <a:cubicBezTo>
                      <a:pt x="286" y="0"/>
                      <a:pt x="445" y="11"/>
                      <a:pt x="649" y="29"/>
                    </a:cubicBezTo>
                    <a:close/>
                  </a:path>
                </a:pathLst>
              </a:custGeom>
              <a:solidFill>
                <a:srgbClr val="859BD0"/>
              </a:solidFill>
              <a:ln w="2646" cap="flat">
                <a:noFill/>
              </a:ln>
            </p:spPr>
          </p:sp>
          <p:sp>
            <p:nvSpPr>
              <p:cNvPr id="2494" name="ICON_C_WINDOWS_GRAPHIC_path_466"/>
              <p:cNvSpPr/>
              <p:nvPr/>
            </p:nvSpPr>
            <p:spPr>
              <a:xfrm>
                <a:off x="5749396" y="7469188"/>
                <a:ext cx="1322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250" fill="norm" stroke="0">
                    <a:moveTo>
                      <a:pt x="0" y="0"/>
                    </a:moveTo>
                    <a:cubicBezTo>
                      <a:pt x="603" y="351"/>
                      <a:pt x="603" y="351"/>
                      <a:pt x="666" y="537"/>
                    </a:cubicBezTo>
                    <a:cubicBezTo>
                      <a:pt x="664" y="651"/>
                      <a:pt x="664" y="651"/>
                      <a:pt x="625" y="833"/>
                    </a:cubicBezTo>
                    <a:cubicBezTo>
                      <a:pt x="762" y="833"/>
                      <a:pt x="900" y="833"/>
                      <a:pt x="1042" y="833"/>
                    </a:cubicBezTo>
                    <a:cubicBezTo>
                      <a:pt x="973" y="971"/>
                      <a:pt x="904" y="1108"/>
                      <a:pt x="833" y="1250"/>
                    </a:cubicBezTo>
                    <a:cubicBezTo>
                      <a:pt x="558" y="1181"/>
                      <a:pt x="283" y="111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8682A4"/>
              </a:solidFill>
              <a:ln w="2646" cap="flat">
                <a:noFill/>
              </a:ln>
            </p:spPr>
          </p:sp>
          <p:sp>
            <p:nvSpPr>
              <p:cNvPr id="2495" name="ICON_C_WINDOWS_GRAPHIC_path_467"/>
              <p:cNvSpPr/>
              <p:nvPr/>
            </p:nvSpPr>
            <p:spPr>
              <a:xfrm>
                <a:off x="6386526" y="7474479"/>
                <a:ext cx="8453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66" h="1250" fill="norm" stroke="0">
                    <a:moveTo>
                      <a:pt x="666" y="0"/>
                    </a:moveTo>
                    <a:cubicBezTo>
                      <a:pt x="666" y="413"/>
                      <a:pt x="666" y="825"/>
                      <a:pt x="666" y="1250"/>
                    </a:cubicBezTo>
                    <a:cubicBezTo>
                      <a:pt x="459" y="1250"/>
                      <a:pt x="253" y="1250"/>
                      <a:pt x="41" y="1250"/>
                    </a:cubicBezTo>
                    <a:cubicBezTo>
                      <a:pt x="29" y="1081"/>
                      <a:pt x="21" y="912"/>
                      <a:pt x="15" y="742"/>
                    </a:cubicBezTo>
                    <a:cubicBezTo>
                      <a:pt x="13" y="718"/>
                      <a:pt x="13" y="718"/>
                      <a:pt x="4" y="597"/>
                    </a:cubicBezTo>
                    <a:cubicBezTo>
                      <a:pt x="0" y="456"/>
                      <a:pt x="1" y="344"/>
                      <a:pt x="41" y="208"/>
                    </a:cubicBezTo>
                    <a:cubicBezTo>
                      <a:pt x="230" y="35"/>
                      <a:pt x="415" y="0"/>
                      <a:pt x="666" y="0"/>
                    </a:cubicBezTo>
                    <a:close/>
                  </a:path>
                </a:pathLst>
              </a:custGeom>
              <a:solidFill>
                <a:srgbClr val="7A93A3"/>
              </a:solidFill>
              <a:ln w="2646" cap="flat">
                <a:noFill/>
              </a:ln>
            </p:spPr>
          </p:sp>
          <p:sp>
            <p:nvSpPr>
              <p:cNvPr id="2496" name="ICON_C_WINDOWS_GRAPHIC_path_468"/>
              <p:cNvSpPr/>
              <p:nvPr/>
            </p:nvSpPr>
            <p:spPr>
              <a:xfrm>
                <a:off x="6035146" y="7471833"/>
                <a:ext cx="13229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458" fill="norm" stroke="0">
                    <a:moveTo>
                      <a:pt x="0" y="0"/>
                    </a:moveTo>
                    <a:cubicBezTo>
                      <a:pt x="172" y="34"/>
                      <a:pt x="172" y="34"/>
                      <a:pt x="1042" y="208"/>
                    </a:cubicBezTo>
                    <a:cubicBezTo>
                      <a:pt x="943" y="221"/>
                      <a:pt x="844" y="234"/>
                      <a:pt x="742" y="247"/>
                    </a:cubicBezTo>
                    <a:cubicBezTo>
                      <a:pt x="608" y="278"/>
                      <a:pt x="516" y="320"/>
                      <a:pt x="417" y="417"/>
                    </a:cubicBezTo>
                    <a:cubicBezTo>
                      <a:pt x="273" y="739"/>
                      <a:pt x="243" y="1110"/>
                      <a:pt x="208" y="1458"/>
                    </a:cubicBezTo>
                    <a:cubicBezTo>
                      <a:pt x="140" y="1458"/>
                      <a:pt x="71" y="1458"/>
                      <a:pt x="0" y="1458"/>
                    </a:cubicBezTo>
                    <a:cubicBezTo>
                      <a:pt x="0" y="977"/>
                      <a:pt x="0" y="496"/>
                      <a:pt x="0" y="0"/>
                    </a:cubicBezTo>
                    <a:close/>
                  </a:path>
                </a:pathLst>
              </a:custGeom>
              <a:solidFill>
                <a:srgbClr val="D0AAC1"/>
              </a:solidFill>
              <a:ln w="2646" cap="flat">
                <a:noFill/>
              </a:ln>
            </p:spPr>
          </p:sp>
          <p:sp>
            <p:nvSpPr>
              <p:cNvPr id="2497" name="ICON_C_WINDOWS_GRAPHIC_path_469"/>
              <p:cNvSpPr/>
              <p:nvPr/>
            </p:nvSpPr>
            <p:spPr>
              <a:xfrm>
                <a:off x="5580062" y="7453312"/>
                <a:ext cx="15875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458" fill="norm" stroke="0">
                    <a:moveTo>
                      <a:pt x="0" y="0"/>
                    </a:moveTo>
                    <a:cubicBezTo>
                      <a:pt x="69" y="206"/>
                      <a:pt x="137" y="413"/>
                      <a:pt x="208" y="625"/>
                    </a:cubicBezTo>
                    <a:cubicBezTo>
                      <a:pt x="552" y="556"/>
                      <a:pt x="896" y="487"/>
                      <a:pt x="1250" y="417"/>
                    </a:cubicBezTo>
                    <a:cubicBezTo>
                      <a:pt x="906" y="760"/>
                      <a:pt x="562" y="1104"/>
                      <a:pt x="208" y="1458"/>
                    </a:cubicBezTo>
                    <a:cubicBezTo>
                      <a:pt x="140" y="977"/>
                      <a:pt x="71" y="496"/>
                      <a:pt x="0" y="0"/>
                    </a:cubicBezTo>
                    <a:close/>
                  </a:path>
                </a:pathLst>
              </a:custGeom>
              <a:solidFill>
                <a:srgbClr val="ADC0E8"/>
              </a:solidFill>
              <a:ln w="2646" cap="flat">
                <a:noFill/>
              </a:ln>
            </p:spPr>
          </p:sp>
          <p:sp>
            <p:nvSpPr>
              <p:cNvPr id="2498" name="ICON_C_WINDOWS_GRAPHIC_path_470"/>
              <p:cNvSpPr/>
              <p:nvPr/>
            </p:nvSpPr>
            <p:spPr>
              <a:xfrm>
                <a:off x="5691188" y="7458604"/>
                <a:ext cx="15875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833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042" y="625"/>
                      <a:pt x="1042" y="625"/>
                      <a:pt x="922" y="691"/>
                    </a:cubicBezTo>
                    <a:cubicBezTo>
                      <a:pt x="880" y="698"/>
                      <a:pt x="837" y="705"/>
                      <a:pt x="794" y="711"/>
                    </a:cubicBezTo>
                    <a:cubicBezTo>
                      <a:pt x="770" y="715"/>
                      <a:pt x="770" y="715"/>
                      <a:pt x="653" y="736"/>
                    </a:cubicBezTo>
                    <a:cubicBezTo>
                      <a:pt x="605" y="742"/>
                      <a:pt x="557" y="749"/>
                      <a:pt x="508" y="755"/>
                    </a:cubicBezTo>
                    <a:cubicBezTo>
                      <a:pt x="484" y="759"/>
                      <a:pt x="484" y="759"/>
                      <a:pt x="360" y="780"/>
                    </a:cubicBezTo>
                    <a:cubicBezTo>
                      <a:pt x="240" y="799"/>
                      <a:pt x="120" y="816"/>
                      <a:pt x="0" y="833"/>
                    </a:cubicBezTo>
                    <a:cubicBezTo>
                      <a:pt x="69" y="558"/>
                      <a:pt x="137" y="283"/>
                      <a:pt x="208" y="0"/>
                    </a:cubicBezTo>
                    <a:close/>
                  </a:path>
                </a:pathLst>
              </a:custGeom>
              <a:solidFill>
                <a:srgbClr val="A8A6BE"/>
              </a:solidFill>
              <a:ln w="2646" cap="flat">
                <a:noFill/>
              </a:ln>
            </p:spPr>
          </p:sp>
          <p:sp>
            <p:nvSpPr>
              <p:cNvPr id="2499" name="ICON_C_WINDOWS_GRAPHIC_path_471"/>
              <p:cNvSpPr/>
              <p:nvPr/>
            </p:nvSpPr>
            <p:spPr>
              <a:xfrm>
                <a:off x="6506104" y="7448021"/>
                <a:ext cx="8895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00" h="1250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700" y="756"/>
                      <a:pt x="700" y="756"/>
                      <a:pt x="625" y="1042"/>
                    </a:cubicBezTo>
                    <a:cubicBezTo>
                      <a:pt x="461" y="1229"/>
                      <a:pt x="238" y="1220"/>
                      <a:pt x="0" y="1250"/>
                    </a:cubicBezTo>
                    <a:cubicBezTo>
                      <a:pt x="0" y="837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809BAE"/>
              </a:solidFill>
              <a:ln w="2646" cap="flat">
                <a:noFill/>
              </a:ln>
            </p:spPr>
          </p:sp>
          <p:sp>
            <p:nvSpPr>
              <p:cNvPr id="2500" name="ICON_C_WINDOWS_GRAPHIC_path_472"/>
              <p:cNvSpPr/>
              <p:nvPr/>
            </p:nvSpPr>
            <p:spPr>
              <a:xfrm>
                <a:off x="6635750" y="7437438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75"/>
                      <a:pt x="833" y="550"/>
                      <a:pt x="833" y="833"/>
                    </a:cubicBezTo>
                    <a:cubicBezTo>
                      <a:pt x="558" y="833"/>
                      <a:pt x="283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7A6B95"/>
              </a:solidFill>
              <a:ln w="2646" cap="flat">
                <a:noFill/>
              </a:ln>
            </p:spPr>
          </p:sp>
          <p:sp>
            <p:nvSpPr>
              <p:cNvPr id="2501" name="ICON_C_WINDOWS_GRAPHIC_path_473"/>
              <p:cNvSpPr/>
              <p:nvPr/>
            </p:nvSpPr>
            <p:spPr>
              <a:xfrm>
                <a:off x="5810250" y="7439104"/>
                <a:ext cx="15875" cy="1420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119" fill="norm" stroke="0">
                    <a:moveTo>
                      <a:pt x="208" y="77"/>
                    </a:moveTo>
                    <a:cubicBezTo>
                      <a:pt x="410" y="10"/>
                      <a:pt x="441" y="0"/>
                      <a:pt x="625" y="77"/>
                    </a:cubicBezTo>
                    <a:cubicBezTo>
                      <a:pt x="1030" y="341"/>
                      <a:pt x="1094" y="649"/>
                      <a:pt x="1250" y="1119"/>
                    </a:cubicBezTo>
                    <a:cubicBezTo>
                      <a:pt x="837" y="981"/>
                      <a:pt x="425" y="844"/>
                      <a:pt x="0" y="702"/>
                    </a:cubicBezTo>
                    <a:cubicBezTo>
                      <a:pt x="69" y="496"/>
                      <a:pt x="137" y="290"/>
                      <a:pt x="208" y="77"/>
                    </a:cubicBezTo>
                    <a:close/>
                  </a:path>
                </a:pathLst>
              </a:custGeom>
              <a:solidFill>
                <a:srgbClr val="B1ABC9"/>
              </a:solidFill>
              <a:ln w="2646" cap="flat">
                <a:noFill/>
              </a:ln>
            </p:spPr>
          </p:sp>
          <p:sp>
            <p:nvSpPr>
              <p:cNvPr id="2502" name="ICON_C_WINDOWS_GRAPHIC_path_474"/>
              <p:cNvSpPr/>
              <p:nvPr/>
            </p:nvSpPr>
            <p:spPr>
              <a:xfrm>
                <a:off x="6400271" y="7434792"/>
                <a:ext cx="905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13" h="1250" fill="norm" stroke="0">
                    <a:moveTo>
                      <a:pt x="0" y="0"/>
                    </a:moveTo>
                    <a:cubicBezTo>
                      <a:pt x="496" y="62"/>
                      <a:pt x="496" y="62"/>
                      <a:pt x="625" y="208"/>
                    </a:cubicBezTo>
                    <a:cubicBezTo>
                      <a:pt x="713" y="543"/>
                      <a:pt x="659" y="910"/>
                      <a:pt x="625" y="1250"/>
                    </a:cubicBezTo>
                    <a:cubicBezTo>
                      <a:pt x="419" y="1250"/>
                      <a:pt x="212" y="1250"/>
                      <a:pt x="0" y="1250"/>
                    </a:cubicBezTo>
                    <a:cubicBezTo>
                      <a:pt x="0" y="837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CBDEE4"/>
              </a:solidFill>
              <a:ln w="2646" cap="flat">
                <a:noFill/>
              </a:ln>
            </p:spPr>
          </p:sp>
          <p:sp>
            <p:nvSpPr>
              <p:cNvPr id="2503" name="ICON_C_WINDOWS_GRAPHIC_path_475"/>
              <p:cNvSpPr/>
              <p:nvPr/>
            </p:nvSpPr>
            <p:spPr>
              <a:xfrm>
                <a:off x="6384396" y="7421562"/>
                <a:ext cx="17820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403" h="1875" fill="norm" stroke="0">
                    <a:moveTo>
                      <a:pt x="208" y="0"/>
                    </a:moveTo>
                    <a:cubicBezTo>
                      <a:pt x="1043" y="340"/>
                      <a:pt x="1043" y="340"/>
                      <a:pt x="1250" y="625"/>
                    </a:cubicBezTo>
                    <a:cubicBezTo>
                      <a:pt x="1403" y="1001"/>
                      <a:pt x="1311" y="1487"/>
                      <a:pt x="1250" y="1875"/>
                    </a:cubicBezTo>
                    <a:cubicBezTo>
                      <a:pt x="1181" y="1875"/>
                      <a:pt x="1112" y="1875"/>
                      <a:pt x="1042" y="1875"/>
                    </a:cubicBezTo>
                    <a:cubicBezTo>
                      <a:pt x="1040" y="1845"/>
                      <a:pt x="1038" y="1814"/>
                      <a:pt x="1036" y="1783"/>
                    </a:cubicBezTo>
                    <a:cubicBezTo>
                      <a:pt x="981" y="1110"/>
                      <a:pt x="981" y="1110"/>
                      <a:pt x="833" y="833"/>
                    </a:cubicBezTo>
                    <a:cubicBezTo>
                      <a:pt x="596" y="653"/>
                      <a:pt x="288" y="640"/>
                      <a:pt x="0" y="625"/>
                    </a:cubicBezTo>
                    <a:cubicBezTo>
                      <a:pt x="69" y="419"/>
                      <a:pt x="137" y="212"/>
                      <a:pt x="208" y="0"/>
                    </a:cubicBezTo>
                    <a:close/>
                  </a:path>
                </a:pathLst>
              </a:custGeom>
              <a:solidFill>
                <a:srgbClr val="BCD4D9"/>
              </a:solidFill>
              <a:ln w="2646" cap="flat">
                <a:noFill/>
              </a:ln>
            </p:spPr>
          </p:sp>
          <p:sp>
            <p:nvSpPr>
              <p:cNvPr id="2504" name="ICON_C_WINDOWS_GRAPHIC_path_476"/>
              <p:cNvSpPr/>
              <p:nvPr/>
            </p:nvSpPr>
            <p:spPr>
              <a:xfrm>
                <a:off x="6135688" y="7416271"/>
                <a:ext cx="13229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667" fill="norm" stroke="0">
                    <a:moveTo>
                      <a:pt x="1042" y="0"/>
                    </a:moveTo>
                    <a:cubicBezTo>
                      <a:pt x="904" y="550"/>
                      <a:pt x="767" y="1100"/>
                      <a:pt x="625" y="1667"/>
                    </a:cubicBezTo>
                    <a:cubicBezTo>
                      <a:pt x="556" y="1667"/>
                      <a:pt x="488" y="1667"/>
                      <a:pt x="417" y="1667"/>
                    </a:cubicBezTo>
                    <a:cubicBezTo>
                      <a:pt x="419" y="1636"/>
                      <a:pt x="421" y="1606"/>
                      <a:pt x="423" y="1574"/>
                    </a:cubicBezTo>
                    <a:cubicBezTo>
                      <a:pt x="432" y="1436"/>
                      <a:pt x="437" y="1298"/>
                      <a:pt x="443" y="1159"/>
                    </a:cubicBezTo>
                    <a:cubicBezTo>
                      <a:pt x="446" y="1111"/>
                      <a:pt x="450" y="1063"/>
                      <a:pt x="453" y="1014"/>
                    </a:cubicBezTo>
                    <a:cubicBezTo>
                      <a:pt x="457" y="873"/>
                      <a:pt x="457" y="760"/>
                      <a:pt x="417" y="625"/>
                    </a:cubicBezTo>
                    <a:cubicBezTo>
                      <a:pt x="289" y="518"/>
                      <a:pt x="159" y="464"/>
                      <a:pt x="0" y="417"/>
                    </a:cubicBezTo>
                    <a:cubicBezTo>
                      <a:pt x="54" y="345"/>
                      <a:pt x="111" y="276"/>
                      <a:pt x="169" y="208"/>
                    </a:cubicBezTo>
                    <a:cubicBezTo>
                      <a:pt x="201" y="170"/>
                      <a:pt x="232" y="131"/>
                      <a:pt x="265" y="91"/>
                    </a:cubicBezTo>
                    <a:cubicBezTo>
                      <a:pt x="417" y="0"/>
                      <a:pt x="417" y="0"/>
                      <a:pt x="1042" y="0"/>
                    </a:cubicBezTo>
                    <a:close/>
                  </a:path>
                </a:pathLst>
              </a:custGeom>
              <a:solidFill>
                <a:srgbClr val="C2BFD2"/>
              </a:solidFill>
              <a:ln w="2646" cap="flat">
                <a:noFill/>
              </a:ln>
            </p:spPr>
          </p:sp>
          <p:sp>
            <p:nvSpPr>
              <p:cNvPr id="2505" name="ICON_C_WINDOWS_GRAPHIC_path_477"/>
              <p:cNvSpPr/>
              <p:nvPr/>
            </p:nvSpPr>
            <p:spPr>
              <a:xfrm>
                <a:off x="5918729" y="7405688"/>
                <a:ext cx="13229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042" fill="norm" stroke="0">
                    <a:moveTo>
                      <a:pt x="208" y="0"/>
                    </a:moveTo>
                    <a:cubicBezTo>
                      <a:pt x="346" y="34"/>
                      <a:pt x="346" y="34"/>
                      <a:pt x="1042" y="208"/>
                    </a:cubicBezTo>
                    <a:cubicBezTo>
                      <a:pt x="973" y="483"/>
                      <a:pt x="904" y="758"/>
                      <a:pt x="833" y="1042"/>
                    </a:cubicBezTo>
                    <a:cubicBezTo>
                      <a:pt x="765" y="904"/>
                      <a:pt x="696" y="767"/>
                      <a:pt x="625" y="625"/>
                    </a:cubicBezTo>
                    <a:cubicBezTo>
                      <a:pt x="522" y="694"/>
                      <a:pt x="522" y="694"/>
                      <a:pt x="0" y="1042"/>
                    </a:cubicBezTo>
                    <a:cubicBezTo>
                      <a:pt x="69" y="698"/>
                      <a:pt x="137" y="354"/>
                      <a:pt x="208" y="0"/>
                    </a:cubicBezTo>
                    <a:close/>
                  </a:path>
                </a:pathLst>
              </a:custGeom>
              <a:solidFill>
                <a:srgbClr val="F2C9DB"/>
              </a:solidFill>
              <a:ln w="2646" cap="flat">
                <a:noFill/>
              </a:ln>
            </p:spPr>
          </p:sp>
          <p:sp>
            <p:nvSpPr>
              <p:cNvPr id="2506" name="ICON_C_WINDOWS_GRAPHIC_path_478"/>
              <p:cNvSpPr/>
              <p:nvPr/>
            </p:nvSpPr>
            <p:spPr>
              <a:xfrm>
                <a:off x="6111875" y="7511521"/>
                <a:ext cx="7938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667" fill="norm" stroke="0">
                    <a:moveTo>
                      <a:pt x="208" y="0"/>
                    </a:moveTo>
                    <a:cubicBezTo>
                      <a:pt x="625" y="625"/>
                      <a:pt x="625" y="625"/>
                      <a:pt x="620" y="914"/>
                    </a:cubicBezTo>
                    <a:cubicBezTo>
                      <a:pt x="598" y="1005"/>
                      <a:pt x="574" y="1095"/>
                      <a:pt x="547" y="1185"/>
                    </a:cubicBezTo>
                    <a:cubicBezTo>
                      <a:pt x="535" y="1232"/>
                      <a:pt x="523" y="1279"/>
                      <a:pt x="511" y="1327"/>
                    </a:cubicBezTo>
                    <a:cubicBezTo>
                      <a:pt x="482" y="1441"/>
                      <a:pt x="451" y="1554"/>
                      <a:pt x="417" y="1667"/>
                    </a:cubicBezTo>
                    <a:cubicBezTo>
                      <a:pt x="279" y="1667"/>
                      <a:pt x="142" y="1667"/>
                      <a:pt x="0" y="1667"/>
                    </a:cubicBezTo>
                    <a:cubicBezTo>
                      <a:pt x="69" y="1117"/>
                      <a:pt x="137" y="567"/>
                      <a:pt x="208" y="0"/>
                    </a:cubicBezTo>
                    <a:close/>
                  </a:path>
                </a:pathLst>
              </a:custGeom>
              <a:solidFill>
                <a:srgbClr val="E6749F"/>
              </a:solidFill>
              <a:ln w="2646" cap="flat">
                <a:noFill/>
              </a:ln>
            </p:spPr>
          </p:sp>
          <p:sp>
            <p:nvSpPr>
              <p:cNvPr id="2507" name="ICON_C_WINDOWS_GRAPHIC_path_479"/>
              <p:cNvSpPr/>
              <p:nvPr/>
            </p:nvSpPr>
            <p:spPr>
              <a:xfrm>
                <a:off x="5929312" y="7487708"/>
                <a:ext cx="1884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484" h="1250" fill="norm" stroke="0">
                    <a:moveTo>
                      <a:pt x="833" y="0"/>
                    </a:moveTo>
                    <a:cubicBezTo>
                      <a:pt x="1350" y="248"/>
                      <a:pt x="1350" y="248"/>
                      <a:pt x="1458" y="417"/>
                    </a:cubicBezTo>
                    <a:cubicBezTo>
                      <a:pt x="1484" y="704"/>
                      <a:pt x="1355" y="989"/>
                      <a:pt x="1250" y="1250"/>
                    </a:cubicBezTo>
                    <a:cubicBezTo>
                      <a:pt x="1250" y="1044"/>
                      <a:pt x="1250" y="837"/>
                      <a:pt x="1250" y="625"/>
                    </a:cubicBezTo>
                    <a:cubicBezTo>
                      <a:pt x="837" y="694"/>
                      <a:pt x="425" y="763"/>
                      <a:pt x="0" y="833"/>
                    </a:cubicBezTo>
                    <a:cubicBezTo>
                      <a:pt x="275" y="558"/>
                      <a:pt x="550" y="283"/>
                      <a:pt x="833" y="0"/>
                    </a:cubicBezTo>
                    <a:close/>
                  </a:path>
                </a:pathLst>
              </a:custGeom>
              <a:solidFill>
                <a:srgbClr val="E5BDD1"/>
              </a:solidFill>
              <a:ln w="2646" cap="flat">
                <a:noFill/>
              </a:ln>
            </p:spPr>
          </p:sp>
          <p:sp>
            <p:nvSpPr>
              <p:cNvPr id="2508" name="ICON_C_WINDOWS_GRAPHIC_path_480"/>
              <p:cNvSpPr/>
              <p:nvPr/>
            </p:nvSpPr>
            <p:spPr>
              <a:xfrm>
                <a:off x="5405438" y="7477125"/>
                <a:ext cx="8895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00" h="1250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700" y="756"/>
                      <a:pt x="700" y="756"/>
                      <a:pt x="625" y="1042"/>
                    </a:cubicBezTo>
                    <a:cubicBezTo>
                      <a:pt x="461" y="1229"/>
                      <a:pt x="238" y="1220"/>
                      <a:pt x="0" y="1250"/>
                    </a:cubicBezTo>
                    <a:cubicBezTo>
                      <a:pt x="0" y="837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9EBAE8"/>
              </a:solidFill>
              <a:ln w="2646" cap="flat">
                <a:noFill/>
              </a:ln>
            </p:spPr>
          </p:sp>
          <p:sp>
            <p:nvSpPr>
              <p:cNvPr id="2509" name="ICON_C_WINDOWS_GRAPHIC_path_481"/>
              <p:cNvSpPr/>
              <p:nvPr/>
            </p:nvSpPr>
            <p:spPr>
              <a:xfrm>
                <a:off x="5754688" y="7469188"/>
                <a:ext cx="10583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667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690"/>
                      <a:pt x="833" y="1171"/>
                      <a:pt x="833" y="1667"/>
                    </a:cubicBezTo>
                    <a:cubicBezTo>
                      <a:pt x="765" y="1392"/>
                      <a:pt x="696" y="1117"/>
                      <a:pt x="625" y="833"/>
                    </a:cubicBezTo>
                    <a:cubicBezTo>
                      <a:pt x="488" y="833"/>
                      <a:pt x="350" y="833"/>
                      <a:pt x="208" y="833"/>
                    </a:cubicBezTo>
                    <a:cubicBezTo>
                      <a:pt x="140" y="558"/>
                      <a:pt x="71" y="283"/>
                      <a:pt x="0" y="0"/>
                    </a:cubicBezTo>
                    <a:close/>
                  </a:path>
                </a:pathLst>
              </a:custGeom>
              <a:solidFill>
                <a:srgbClr val="9691B4"/>
              </a:solidFill>
              <a:ln w="2646" cap="flat">
                <a:noFill/>
              </a:ln>
            </p:spPr>
          </p:sp>
          <p:sp>
            <p:nvSpPr>
              <p:cNvPr id="2510" name="ICON_C_WINDOWS_GRAPHIC_path_482"/>
              <p:cNvSpPr/>
              <p:nvPr/>
            </p:nvSpPr>
            <p:spPr>
              <a:xfrm>
                <a:off x="6074526" y="7455808"/>
                <a:ext cx="8535" cy="16026"/>
              </a:xfrm>
              <a:custGeom>
                <a:avLst/>
                <a:gdLst/>
                <a:ahLst/>
                <a:cxnLst/>
                <a:rect l="0" t="0" r="r" b="b"/>
                <a:pathLst>
                  <a:path w="672" h="1262" fill="norm" stroke="0">
                    <a:moveTo>
                      <a:pt x="459" y="70"/>
                    </a:moveTo>
                    <a:cubicBezTo>
                      <a:pt x="568" y="133"/>
                      <a:pt x="568" y="133"/>
                      <a:pt x="649" y="220"/>
                    </a:cubicBezTo>
                    <a:cubicBezTo>
                      <a:pt x="672" y="408"/>
                      <a:pt x="622" y="573"/>
                      <a:pt x="571" y="754"/>
                    </a:cubicBezTo>
                    <a:cubicBezTo>
                      <a:pt x="559" y="803"/>
                      <a:pt x="548" y="851"/>
                      <a:pt x="535" y="902"/>
                    </a:cubicBezTo>
                    <a:cubicBezTo>
                      <a:pt x="506" y="1022"/>
                      <a:pt x="474" y="1142"/>
                      <a:pt x="441" y="1262"/>
                    </a:cubicBezTo>
                    <a:cubicBezTo>
                      <a:pt x="303" y="1262"/>
                      <a:pt x="166" y="1262"/>
                      <a:pt x="24" y="1262"/>
                    </a:cubicBezTo>
                    <a:cubicBezTo>
                      <a:pt x="18" y="1092"/>
                      <a:pt x="14" y="923"/>
                      <a:pt x="11" y="754"/>
                    </a:cubicBezTo>
                    <a:cubicBezTo>
                      <a:pt x="9" y="706"/>
                      <a:pt x="8" y="658"/>
                      <a:pt x="6" y="609"/>
                    </a:cubicBezTo>
                    <a:cubicBezTo>
                      <a:pt x="0" y="211"/>
                      <a:pt x="0" y="211"/>
                      <a:pt x="103" y="70"/>
                    </a:cubicBezTo>
                    <a:cubicBezTo>
                      <a:pt x="259" y="0"/>
                      <a:pt x="301" y="13"/>
                      <a:pt x="459" y="70"/>
                    </a:cubicBezTo>
                    <a:close/>
                  </a:path>
                </a:pathLst>
              </a:custGeom>
              <a:solidFill>
                <a:srgbClr val="E0BFCE"/>
              </a:solidFill>
              <a:ln w="2646" cap="flat">
                <a:noFill/>
              </a:ln>
            </p:spPr>
          </p:sp>
          <p:sp>
            <p:nvSpPr>
              <p:cNvPr id="2511" name="ICON_C_WINDOWS_GRAPHIC_path_483"/>
              <p:cNvSpPr/>
              <p:nvPr/>
            </p:nvSpPr>
            <p:spPr>
              <a:xfrm>
                <a:off x="6282473" y="7448021"/>
                <a:ext cx="12544" cy="24011"/>
              </a:xfrm>
              <a:custGeom>
                <a:avLst/>
                <a:gdLst/>
                <a:ahLst/>
                <a:cxnLst/>
                <a:rect l="0" t="0" r="r" b="b"/>
                <a:pathLst>
                  <a:path w="988" h="1891" fill="norm" stroke="0">
                    <a:moveTo>
                      <a:pt x="734" y="0"/>
                    </a:moveTo>
                    <a:cubicBezTo>
                      <a:pt x="988" y="518"/>
                      <a:pt x="988" y="518"/>
                      <a:pt x="904" y="794"/>
                    </a:cubicBezTo>
                    <a:cubicBezTo>
                      <a:pt x="848" y="937"/>
                      <a:pt x="778" y="1072"/>
                      <a:pt x="702" y="1206"/>
                    </a:cubicBezTo>
                    <a:cubicBezTo>
                      <a:pt x="655" y="1290"/>
                      <a:pt x="611" y="1375"/>
                      <a:pt x="568" y="1461"/>
                    </a:cubicBezTo>
                    <a:cubicBezTo>
                      <a:pt x="539" y="1515"/>
                      <a:pt x="510" y="1570"/>
                      <a:pt x="481" y="1624"/>
                    </a:cubicBezTo>
                    <a:cubicBezTo>
                      <a:pt x="475" y="1636"/>
                      <a:pt x="475" y="1636"/>
                      <a:pt x="441" y="1700"/>
                    </a:cubicBezTo>
                    <a:cubicBezTo>
                      <a:pt x="401" y="1770"/>
                      <a:pt x="401" y="1770"/>
                      <a:pt x="317" y="1875"/>
                    </a:cubicBezTo>
                    <a:cubicBezTo>
                      <a:pt x="203" y="1891"/>
                      <a:pt x="203" y="1891"/>
                      <a:pt x="109" y="1875"/>
                    </a:cubicBezTo>
                    <a:cubicBezTo>
                      <a:pt x="0" y="726"/>
                      <a:pt x="0" y="726"/>
                      <a:pt x="248" y="403"/>
                    </a:cubicBezTo>
                    <a:cubicBezTo>
                      <a:pt x="394" y="248"/>
                      <a:pt x="556" y="116"/>
                      <a:pt x="734" y="0"/>
                    </a:cubicBezTo>
                    <a:close/>
                  </a:path>
                </a:pathLst>
              </a:custGeom>
              <a:solidFill>
                <a:srgbClr val="CDC8D8"/>
              </a:solidFill>
              <a:ln w="2646" cap="flat">
                <a:noFill/>
              </a:ln>
            </p:spPr>
          </p:sp>
          <p:sp>
            <p:nvSpPr>
              <p:cNvPr id="2512" name="ICON_C_WINDOWS_GRAPHIC_path_484"/>
              <p:cNvSpPr/>
              <p:nvPr/>
            </p:nvSpPr>
            <p:spPr>
              <a:xfrm>
                <a:off x="6556375" y="7442729"/>
                <a:ext cx="11811" cy="19100"/>
              </a:xfrm>
              <a:custGeom>
                <a:avLst/>
                <a:gdLst/>
                <a:ahLst/>
                <a:cxnLst/>
                <a:rect l="0" t="0" r="r" b="b"/>
                <a:pathLst>
                  <a:path w="930" h="1504" fill="norm" stroke="0">
                    <a:moveTo>
                      <a:pt x="625" y="0"/>
                    </a:moveTo>
                    <a:cubicBezTo>
                      <a:pt x="930" y="905"/>
                      <a:pt x="930" y="905"/>
                      <a:pt x="720" y="1349"/>
                    </a:cubicBezTo>
                    <a:cubicBezTo>
                      <a:pt x="622" y="1461"/>
                      <a:pt x="609" y="1476"/>
                      <a:pt x="471" y="1497"/>
                    </a:cubicBezTo>
                    <a:cubicBezTo>
                      <a:pt x="311" y="1504"/>
                      <a:pt x="158" y="1485"/>
                      <a:pt x="0" y="1458"/>
                    </a:cubicBezTo>
                    <a:cubicBezTo>
                      <a:pt x="107" y="889"/>
                      <a:pt x="267" y="458"/>
                      <a:pt x="625" y="0"/>
                    </a:cubicBezTo>
                    <a:close/>
                  </a:path>
                </a:pathLst>
              </a:custGeom>
              <a:solidFill>
                <a:srgbClr val="ABC5CB"/>
              </a:solidFill>
              <a:ln w="2646" cap="flat">
                <a:noFill/>
              </a:ln>
            </p:spPr>
          </p:sp>
          <p:sp>
            <p:nvSpPr>
              <p:cNvPr id="2513" name="ICON_C_WINDOWS_GRAPHIC_path_485"/>
              <p:cNvSpPr/>
              <p:nvPr/>
            </p:nvSpPr>
            <p:spPr>
              <a:xfrm>
                <a:off x="5471583" y="7453312"/>
                <a:ext cx="9057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13" h="1250" fill="norm" stroke="0">
                    <a:moveTo>
                      <a:pt x="0" y="0"/>
                    </a:moveTo>
                    <a:cubicBezTo>
                      <a:pt x="496" y="62"/>
                      <a:pt x="496" y="62"/>
                      <a:pt x="625" y="208"/>
                    </a:cubicBezTo>
                    <a:cubicBezTo>
                      <a:pt x="713" y="542"/>
                      <a:pt x="661" y="911"/>
                      <a:pt x="625" y="1250"/>
                    </a:cubicBezTo>
                    <a:cubicBezTo>
                      <a:pt x="488" y="1250"/>
                      <a:pt x="350" y="1250"/>
                      <a:pt x="208" y="1250"/>
                    </a:cubicBezTo>
                    <a:cubicBezTo>
                      <a:pt x="140" y="837"/>
                      <a:pt x="71" y="425"/>
                      <a:pt x="0" y="0"/>
                    </a:cubicBezTo>
                    <a:close/>
                  </a:path>
                </a:pathLst>
              </a:custGeom>
              <a:solidFill>
                <a:srgbClr val="8194C9"/>
              </a:solidFill>
              <a:ln w="2646" cap="flat">
                <a:noFill/>
              </a:ln>
            </p:spPr>
          </p:sp>
          <p:sp>
            <p:nvSpPr>
              <p:cNvPr id="2514" name="ICON_C_WINDOWS_GRAPHIC_path_486"/>
              <p:cNvSpPr/>
              <p:nvPr/>
            </p:nvSpPr>
            <p:spPr>
              <a:xfrm>
                <a:off x="6781271" y="7426854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344"/>
                      <a:pt x="625" y="688"/>
                      <a:pt x="625" y="1042"/>
                    </a:cubicBezTo>
                    <a:cubicBezTo>
                      <a:pt x="419" y="1042"/>
                      <a:pt x="212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8583A0"/>
              </a:solidFill>
              <a:ln w="2646" cap="flat">
                <a:noFill/>
              </a:ln>
            </p:spPr>
          </p:sp>
          <p:sp>
            <p:nvSpPr>
              <p:cNvPr id="2515" name="ICON_C_WINDOWS_GRAPHIC_path_487"/>
              <p:cNvSpPr/>
              <p:nvPr/>
            </p:nvSpPr>
            <p:spPr>
              <a:xfrm>
                <a:off x="6733646" y="7413625"/>
                <a:ext cx="15875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042" fill="norm" stroke="0">
                    <a:moveTo>
                      <a:pt x="208" y="0"/>
                    </a:moveTo>
                    <a:cubicBezTo>
                      <a:pt x="552" y="69"/>
                      <a:pt x="896" y="138"/>
                      <a:pt x="1250" y="208"/>
                    </a:cubicBezTo>
                    <a:cubicBezTo>
                      <a:pt x="1181" y="483"/>
                      <a:pt x="1113" y="758"/>
                      <a:pt x="1042" y="1042"/>
                    </a:cubicBezTo>
                    <a:cubicBezTo>
                      <a:pt x="1025" y="973"/>
                      <a:pt x="1007" y="904"/>
                      <a:pt x="990" y="833"/>
                    </a:cubicBezTo>
                    <a:cubicBezTo>
                      <a:pt x="935" y="718"/>
                      <a:pt x="935" y="718"/>
                      <a:pt x="833" y="625"/>
                    </a:cubicBezTo>
                    <a:cubicBezTo>
                      <a:pt x="562" y="567"/>
                      <a:pt x="274" y="602"/>
                      <a:pt x="0" y="625"/>
                    </a:cubicBezTo>
                    <a:cubicBezTo>
                      <a:pt x="69" y="419"/>
                      <a:pt x="138" y="212"/>
                      <a:pt x="208" y="0"/>
                    </a:cubicBezTo>
                    <a:close/>
                  </a:path>
                </a:pathLst>
              </a:custGeom>
              <a:solidFill>
                <a:srgbClr val="DFDEE7"/>
              </a:solidFill>
              <a:ln w="2646" cap="flat">
                <a:noFill/>
              </a:ln>
            </p:spPr>
          </p:sp>
          <p:sp>
            <p:nvSpPr>
              <p:cNvPr id="2516" name="ICON_C_WINDOWS_GRAPHIC_path_488"/>
              <p:cNvSpPr/>
              <p:nvPr/>
            </p:nvSpPr>
            <p:spPr>
              <a:xfrm>
                <a:off x="5830840" y="7506229"/>
                <a:ext cx="16452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295" h="1458" fill="norm" stroke="0">
                    <a:moveTo>
                      <a:pt x="45" y="0"/>
                    </a:moveTo>
                    <a:cubicBezTo>
                      <a:pt x="151" y="129"/>
                      <a:pt x="255" y="260"/>
                      <a:pt x="358" y="391"/>
                    </a:cubicBezTo>
                    <a:cubicBezTo>
                      <a:pt x="388" y="427"/>
                      <a:pt x="417" y="463"/>
                      <a:pt x="448" y="500"/>
                    </a:cubicBezTo>
                    <a:cubicBezTo>
                      <a:pt x="633" y="738"/>
                      <a:pt x="686" y="866"/>
                      <a:pt x="662" y="1164"/>
                    </a:cubicBezTo>
                    <a:cubicBezTo>
                      <a:pt x="670" y="1250"/>
                      <a:pt x="670" y="1250"/>
                      <a:pt x="728" y="1302"/>
                    </a:cubicBezTo>
                    <a:cubicBezTo>
                      <a:pt x="812" y="1339"/>
                      <a:pt x="893" y="1361"/>
                      <a:pt x="983" y="1380"/>
                    </a:cubicBezTo>
                    <a:cubicBezTo>
                      <a:pt x="1013" y="1388"/>
                      <a:pt x="1042" y="1396"/>
                      <a:pt x="1073" y="1405"/>
                    </a:cubicBezTo>
                    <a:cubicBezTo>
                      <a:pt x="1147" y="1424"/>
                      <a:pt x="1221" y="1441"/>
                      <a:pt x="1295" y="1458"/>
                    </a:cubicBezTo>
                    <a:cubicBezTo>
                      <a:pt x="1126" y="1429"/>
                      <a:pt x="957" y="1398"/>
                      <a:pt x="787" y="1367"/>
                    </a:cubicBezTo>
                    <a:cubicBezTo>
                      <a:pt x="764" y="1363"/>
                      <a:pt x="764" y="1363"/>
                      <a:pt x="642" y="1342"/>
                    </a:cubicBezTo>
                    <a:cubicBezTo>
                      <a:pt x="244" y="1267"/>
                      <a:pt x="244" y="1267"/>
                      <a:pt x="117" y="1172"/>
                    </a:cubicBezTo>
                    <a:cubicBezTo>
                      <a:pt x="0" y="959"/>
                      <a:pt x="24" y="746"/>
                      <a:pt x="32" y="508"/>
                    </a:cubicBezTo>
                    <a:cubicBezTo>
                      <a:pt x="33" y="459"/>
                      <a:pt x="34" y="410"/>
                      <a:pt x="35" y="360"/>
                    </a:cubicBezTo>
                    <a:cubicBezTo>
                      <a:pt x="38" y="240"/>
                      <a:pt x="41" y="120"/>
                      <a:pt x="45" y="0"/>
                    </a:cubicBezTo>
                    <a:close/>
                  </a:path>
                </a:pathLst>
              </a:custGeom>
              <a:solidFill>
                <a:srgbClr val="E5E6ED"/>
              </a:solidFill>
              <a:ln w="2646" cap="flat">
                <a:noFill/>
              </a:ln>
            </p:spPr>
          </p:sp>
          <p:sp>
            <p:nvSpPr>
              <p:cNvPr id="2517" name="ICON_C_WINDOWS_GRAPHIC_path_489"/>
              <p:cNvSpPr/>
              <p:nvPr/>
            </p:nvSpPr>
            <p:spPr>
              <a:xfrm>
                <a:off x="5381625" y="7498292"/>
                <a:ext cx="10583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250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94" y="413"/>
                      <a:pt x="762" y="825"/>
                      <a:pt x="833" y="1250"/>
                    </a:cubicBezTo>
                    <a:cubicBezTo>
                      <a:pt x="765" y="1112"/>
                      <a:pt x="696" y="975"/>
                      <a:pt x="625" y="833"/>
                    </a:cubicBezTo>
                    <a:cubicBezTo>
                      <a:pt x="484" y="797"/>
                      <a:pt x="435" y="791"/>
                      <a:pt x="300" y="807"/>
                    </a:cubicBezTo>
                    <a:cubicBezTo>
                      <a:pt x="250" y="812"/>
                      <a:pt x="250" y="812"/>
                      <a:pt x="0" y="833"/>
                    </a:cubicBezTo>
                    <a:cubicBezTo>
                      <a:pt x="69" y="558"/>
                      <a:pt x="137" y="283"/>
                      <a:pt x="208" y="0"/>
                    </a:cubicBezTo>
                    <a:close/>
                  </a:path>
                </a:pathLst>
              </a:custGeom>
              <a:solidFill>
                <a:srgbClr val="BCC7EC"/>
              </a:solidFill>
              <a:ln w="2646" cap="flat">
                <a:noFill/>
              </a:ln>
            </p:spPr>
          </p:sp>
          <p:sp>
            <p:nvSpPr>
              <p:cNvPr id="2518" name="ICON_C_WINDOWS_GRAPHIC_path_490"/>
              <p:cNvSpPr/>
              <p:nvPr/>
            </p:nvSpPr>
            <p:spPr>
              <a:xfrm>
                <a:off x="6559021" y="7485062"/>
                <a:ext cx="10583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458" fill="norm" stroke="0">
                    <a:moveTo>
                      <a:pt x="0" y="0"/>
                    </a:moveTo>
                    <a:cubicBezTo>
                      <a:pt x="69" y="206"/>
                      <a:pt x="138" y="413"/>
                      <a:pt x="208" y="625"/>
                    </a:cubicBezTo>
                    <a:cubicBezTo>
                      <a:pt x="345" y="717"/>
                      <a:pt x="385" y="743"/>
                      <a:pt x="534" y="768"/>
                    </a:cubicBezTo>
                    <a:cubicBezTo>
                      <a:pt x="563" y="775"/>
                      <a:pt x="592" y="783"/>
                      <a:pt x="621" y="790"/>
                    </a:cubicBezTo>
                    <a:cubicBezTo>
                      <a:pt x="691" y="807"/>
                      <a:pt x="762" y="820"/>
                      <a:pt x="833" y="833"/>
                    </a:cubicBezTo>
                    <a:cubicBezTo>
                      <a:pt x="734" y="938"/>
                      <a:pt x="634" y="1042"/>
                      <a:pt x="534" y="1146"/>
                    </a:cubicBezTo>
                    <a:cubicBezTo>
                      <a:pt x="506" y="1176"/>
                      <a:pt x="478" y="1205"/>
                      <a:pt x="449" y="1236"/>
                    </a:cubicBezTo>
                    <a:cubicBezTo>
                      <a:pt x="421" y="1264"/>
                      <a:pt x="394" y="1293"/>
                      <a:pt x="365" y="1322"/>
                    </a:cubicBezTo>
                    <a:cubicBezTo>
                      <a:pt x="353" y="1335"/>
                      <a:pt x="353" y="1335"/>
                      <a:pt x="289" y="1401"/>
                    </a:cubicBezTo>
                    <a:cubicBezTo>
                      <a:pt x="208" y="1458"/>
                      <a:pt x="208" y="1458"/>
                      <a:pt x="0" y="1458"/>
                    </a:cubicBezTo>
                    <a:cubicBezTo>
                      <a:pt x="0" y="977"/>
                      <a:pt x="0" y="496"/>
                      <a:pt x="0" y="0"/>
                    </a:cubicBezTo>
                    <a:close/>
                  </a:path>
                </a:pathLst>
              </a:custGeom>
              <a:solidFill>
                <a:srgbClr val="799AA9"/>
              </a:solidFill>
              <a:ln w="2646" cap="flat">
                <a:noFill/>
              </a:ln>
            </p:spPr>
          </p:sp>
          <p:sp>
            <p:nvSpPr>
              <p:cNvPr id="2519" name="ICON_C_WINDOWS_GRAPHIC_path_491"/>
              <p:cNvSpPr/>
              <p:nvPr/>
            </p:nvSpPr>
            <p:spPr>
              <a:xfrm>
                <a:off x="6656917" y="7474479"/>
                <a:ext cx="793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250" fill="norm" stroke="0">
                    <a:moveTo>
                      <a:pt x="625" y="0"/>
                    </a:moveTo>
                    <a:cubicBezTo>
                      <a:pt x="625" y="413"/>
                      <a:pt x="625" y="825"/>
                      <a:pt x="625" y="1250"/>
                    </a:cubicBezTo>
                    <a:cubicBezTo>
                      <a:pt x="419" y="1250"/>
                      <a:pt x="212" y="1250"/>
                      <a:pt x="0" y="1250"/>
                    </a:cubicBezTo>
                    <a:cubicBezTo>
                      <a:pt x="29" y="1080"/>
                      <a:pt x="60" y="911"/>
                      <a:pt x="91" y="742"/>
                    </a:cubicBezTo>
                    <a:cubicBezTo>
                      <a:pt x="99" y="694"/>
                      <a:pt x="107" y="646"/>
                      <a:pt x="116" y="597"/>
                    </a:cubicBezTo>
                    <a:cubicBezTo>
                      <a:pt x="191" y="199"/>
                      <a:pt x="191" y="199"/>
                      <a:pt x="307" y="71"/>
                    </a:cubicBezTo>
                    <a:cubicBezTo>
                      <a:pt x="417" y="0"/>
                      <a:pt x="417" y="0"/>
                      <a:pt x="625" y="0"/>
                    </a:cubicBezTo>
                    <a:close/>
                  </a:path>
                </a:pathLst>
              </a:custGeom>
              <a:solidFill>
                <a:srgbClr val="857FA7"/>
              </a:solidFill>
              <a:ln w="2646" cap="flat">
                <a:noFill/>
              </a:ln>
            </p:spPr>
          </p:sp>
          <p:sp>
            <p:nvSpPr>
              <p:cNvPr id="2520" name="ICON_C_WINDOWS_GRAPHIC_path_492"/>
              <p:cNvSpPr/>
              <p:nvPr/>
            </p:nvSpPr>
            <p:spPr>
              <a:xfrm>
                <a:off x="6008688" y="7463896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25" y="344"/>
                      <a:pt x="625" y="688"/>
                      <a:pt x="625" y="1042"/>
                    </a:cubicBezTo>
                    <a:cubicBezTo>
                      <a:pt x="419" y="1042"/>
                      <a:pt x="212" y="1042"/>
                      <a:pt x="0" y="1042"/>
                    </a:cubicBezTo>
                    <a:cubicBezTo>
                      <a:pt x="69" y="698"/>
                      <a:pt x="137" y="354"/>
                      <a:pt x="208" y="0"/>
                    </a:cubicBezTo>
                    <a:close/>
                  </a:path>
                </a:pathLst>
              </a:custGeom>
              <a:solidFill>
                <a:srgbClr val="9E7AA0"/>
              </a:solidFill>
              <a:ln w="2646" cap="flat">
                <a:noFill/>
              </a:ln>
            </p:spPr>
          </p:sp>
          <p:sp>
            <p:nvSpPr>
              <p:cNvPr id="2521" name="ICON_C_WINDOWS_GRAPHIC_path_493"/>
              <p:cNvSpPr/>
              <p:nvPr/>
            </p:nvSpPr>
            <p:spPr>
              <a:xfrm>
                <a:off x="6604000" y="7453312"/>
                <a:ext cx="793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250" fill="norm" stroke="0">
                    <a:moveTo>
                      <a:pt x="0" y="0"/>
                    </a:moveTo>
                    <a:cubicBezTo>
                      <a:pt x="69" y="138"/>
                      <a:pt x="138" y="275"/>
                      <a:pt x="208" y="417"/>
                    </a:cubicBezTo>
                    <a:cubicBezTo>
                      <a:pt x="346" y="417"/>
                      <a:pt x="483" y="417"/>
                      <a:pt x="625" y="417"/>
                    </a:cubicBezTo>
                    <a:cubicBezTo>
                      <a:pt x="625" y="692"/>
                      <a:pt x="625" y="967"/>
                      <a:pt x="625" y="1250"/>
                    </a:cubicBezTo>
                    <a:cubicBezTo>
                      <a:pt x="419" y="1250"/>
                      <a:pt x="212" y="1250"/>
                      <a:pt x="0" y="1250"/>
                    </a:cubicBezTo>
                    <a:cubicBezTo>
                      <a:pt x="0" y="837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81A2B2"/>
              </a:solidFill>
              <a:ln w="2646" cap="flat">
                <a:noFill/>
              </a:ln>
            </p:spPr>
          </p:sp>
          <p:sp>
            <p:nvSpPr>
              <p:cNvPr id="2522" name="ICON_C_WINDOWS_GRAPHIC_path_494"/>
              <p:cNvSpPr/>
              <p:nvPr/>
            </p:nvSpPr>
            <p:spPr>
              <a:xfrm>
                <a:off x="5444114" y="7432146"/>
                <a:ext cx="11753" cy="16285"/>
              </a:xfrm>
              <a:custGeom>
                <a:avLst/>
                <a:gdLst/>
                <a:ahLst/>
                <a:cxnLst/>
                <a:rect l="0" t="0" r="r" b="b"/>
                <a:pathLst>
                  <a:path w="925" h="1282" fill="norm" stroke="0">
                    <a:moveTo>
                      <a:pt x="705" y="0"/>
                    </a:moveTo>
                    <a:cubicBezTo>
                      <a:pt x="925" y="324"/>
                      <a:pt x="925" y="324"/>
                      <a:pt x="898" y="529"/>
                    </a:cubicBezTo>
                    <a:cubicBezTo>
                      <a:pt x="855" y="645"/>
                      <a:pt x="803" y="750"/>
                      <a:pt x="744" y="859"/>
                    </a:cubicBezTo>
                    <a:cubicBezTo>
                      <a:pt x="726" y="897"/>
                      <a:pt x="709" y="935"/>
                      <a:pt x="691" y="974"/>
                    </a:cubicBezTo>
                    <a:cubicBezTo>
                      <a:pt x="635" y="1084"/>
                      <a:pt x="587" y="1166"/>
                      <a:pt x="496" y="1250"/>
                    </a:cubicBezTo>
                    <a:cubicBezTo>
                      <a:pt x="352" y="1282"/>
                      <a:pt x="225" y="1274"/>
                      <a:pt x="80" y="1250"/>
                    </a:cubicBezTo>
                    <a:cubicBezTo>
                      <a:pt x="0" y="510"/>
                      <a:pt x="0" y="510"/>
                      <a:pt x="80" y="208"/>
                    </a:cubicBezTo>
                    <a:cubicBezTo>
                      <a:pt x="236" y="30"/>
                      <a:pt x="480" y="15"/>
                      <a:pt x="705" y="0"/>
                    </a:cubicBezTo>
                    <a:close/>
                  </a:path>
                </a:pathLst>
              </a:custGeom>
              <a:solidFill>
                <a:srgbClr val="C1D3F1"/>
              </a:solidFill>
              <a:ln w="2646" cap="flat">
                <a:noFill/>
              </a:ln>
            </p:spPr>
          </p:sp>
          <p:sp>
            <p:nvSpPr>
              <p:cNvPr id="2523" name="ICON_C_WINDOWS_GRAPHIC_path_495"/>
              <p:cNvSpPr/>
              <p:nvPr/>
            </p:nvSpPr>
            <p:spPr>
              <a:xfrm>
                <a:off x="5225521" y="7437438"/>
                <a:ext cx="10583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458" fill="norm" stroke="0">
                    <a:moveTo>
                      <a:pt x="833" y="0"/>
                    </a:moveTo>
                    <a:cubicBezTo>
                      <a:pt x="833" y="481"/>
                      <a:pt x="833" y="962"/>
                      <a:pt x="833" y="1458"/>
                    </a:cubicBezTo>
                    <a:cubicBezTo>
                      <a:pt x="558" y="1252"/>
                      <a:pt x="283" y="1046"/>
                      <a:pt x="0" y="833"/>
                    </a:cubicBezTo>
                    <a:cubicBezTo>
                      <a:pt x="99" y="696"/>
                      <a:pt x="198" y="558"/>
                      <a:pt x="300" y="417"/>
                    </a:cubicBezTo>
                    <a:cubicBezTo>
                      <a:pt x="330" y="373"/>
                      <a:pt x="361" y="330"/>
                      <a:pt x="393" y="285"/>
                    </a:cubicBezTo>
                    <a:cubicBezTo>
                      <a:pt x="405" y="268"/>
                      <a:pt x="405" y="268"/>
                      <a:pt x="468" y="182"/>
                    </a:cubicBezTo>
                    <a:cubicBezTo>
                      <a:pt x="480" y="165"/>
                      <a:pt x="480" y="165"/>
                      <a:pt x="544" y="76"/>
                    </a:cubicBezTo>
                    <a:cubicBezTo>
                      <a:pt x="625" y="0"/>
                      <a:pt x="625" y="0"/>
                      <a:pt x="833" y="0"/>
                    </a:cubicBezTo>
                    <a:close/>
                  </a:path>
                </a:pathLst>
              </a:custGeom>
              <a:solidFill>
                <a:srgbClr val="9693B1"/>
              </a:solidFill>
              <a:ln w="2646" cap="flat">
                <a:noFill/>
              </a:ln>
            </p:spPr>
          </p:sp>
          <p:sp>
            <p:nvSpPr>
              <p:cNvPr id="2524" name="ICON_C_WINDOWS_GRAPHIC_path_496"/>
              <p:cNvSpPr/>
              <p:nvPr/>
            </p:nvSpPr>
            <p:spPr>
              <a:xfrm>
                <a:off x="6275917" y="7418917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25" y="344"/>
                      <a:pt x="625" y="688"/>
                      <a:pt x="625" y="1042"/>
                    </a:cubicBezTo>
                    <a:cubicBezTo>
                      <a:pt x="419" y="1042"/>
                      <a:pt x="212" y="1042"/>
                      <a:pt x="0" y="1042"/>
                    </a:cubicBezTo>
                    <a:cubicBezTo>
                      <a:pt x="69" y="698"/>
                      <a:pt x="137" y="354"/>
                      <a:pt x="208" y="0"/>
                    </a:cubicBezTo>
                    <a:close/>
                  </a:path>
                </a:pathLst>
              </a:custGeom>
              <a:solidFill>
                <a:srgbClr val="8580A4"/>
              </a:solidFill>
              <a:ln w="2646" cap="flat">
                <a:noFill/>
              </a:ln>
            </p:spPr>
          </p:sp>
          <p:sp>
            <p:nvSpPr>
              <p:cNvPr id="2525" name="ICON_C_WINDOWS_GRAPHIC_path_497"/>
              <p:cNvSpPr/>
              <p:nvPr/>
            </p:nvSpPr>
            <p:spPr>
              <a:xfrm>
                <a:off x="5619750" y="7291917"/>
                <a:ext cx="10583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250" fill="norm" stroke="0">
                    <a:moveTo>
                      <a:pt x="0" y="0"/>
                    </a:moveTo>
                    <a:cubicBezTo>
                      <a:pt x="137" y="69"/>
                      <a:pt x="137" y="69"/>
                      <a:pt x="833" y="417"/>
                    </a:cubicBezTo>
                    <a:cubicBezTo>
                      <a:pt x="765" y="692"/>
                      <a:pt x="696" y="967"/>
                      <a:pt x="625" y="1250"/>
                    </a:cubicBezTo>
                    <a:cubicBezTo>
                      <a:pt x="458" y="1191"/>
                      <a:pt x="345" y="1149"/>
                      <a:pt x="208" y="1042"/>
                    </a:cubicBezTo>
                    <a:cubicBezTo>
                      <a:pt x="127" y="869"/>
                      <a:pt x="103" y="695"/>
                      <a:pt x="78" y="508"/>
                    </a:cubicBezTo>
                    <a:cubicBezTo>
                      <a:pt x="70" y="459"/>
                      <a:pt x="62" y="410"/>
                      <a:pt x="54" y="360"/>
                    </a:cubicBezTo>
                    <a:cubicBezTo>
                      <a:pt x="34" y="240"/>
                      <a:pt x="17" y="120"/>
                      <a:pt x="0" y="0"/>
                    </a:cubicBezTo>
                    <a:close/>
                  </a:path>
                </a:pathLst>
              </a:custGeom>
              <a:solidFill>
                <a:srgbClr val="6394F9"/>
              </a:solidFill>
              <a:ln w="2646" cap="flat">
                <a:noFill/>
              </a:ln>
            </p:spPr>
          </p:sp>
          <p:sp>
            <p:nvSpPr>
              <p:cNvPr id="2526" name="ICON_C_WINDOWS_GRAPHIC_path_498"/>
              <p:cNvSpPr/>
              <p:nvPr/>
            </p:nvSpPr>
            <p:spPr>
              <a:xfrm>
                <a:off x="5291365" y="7482417"/>
                <a:ext cx="8239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649" h="1875" fill="norm" stroke="0">
                    <a:moveTo>
                      <a:pt x="649" y="0"/>
                    </a:moveTo>
                    <a:cubicBezTo>
                      <a:pt x="511" y="619"/>
                      <a:pt x="374" y="1237"/>
                      <a:pt x="232" y="1875"/>
                    </a:cubicBezTo>
                    <a:cubicBezTo>
                      <a:pt x="163" y="1875"/>
                      <a:pt x="95" y="1875"/>
                      <a:pt x="24" y="1875"/>
                    </a:cubicBezTo>
                    <a:cubicBezTo>
                      <a:pt x="19" y="1641"/>
                      <a:pt x="15" y="1408"/>
                      <a:pt x="12" y="1174"/>
                    </a:cubicBezTo>
                    <a:cubicBezTo>
                      <a:pt x="11" y="1095"/>
                      <a:pt x="10" y="1016"/>
                      <a:pt x="8" y="936"/>
                    </a:cubicBezTo>
                    <a:cubicBezTo>
                      <a:pt x="5" y="822"/>
                      <a:pt x="4" y="707"/>
                      <a:pt x="3" y="593"/>
                    </a:cubicBezTo>
                    <a:cubicBezTo>
                      <a:pt x="2" y="558"/>
                      <a:pt x="1" y="523"/>
                      <a:pt x="0" y="486"/>
                    </a:cubicBezTo>
                    <a:cubicBezTo>
                      <a:pt x="0" y="315"/>
                      <a:pt x="12" y="228"/>
                      <a:pt x="103" y="80"/>
                    </a:cubicBezTo>
                    <a:cubicBezTo>
                      <a:pt x="232" y="0"/>
                      <a:pt x="232" y="0"/>
                      <a:pt x="649" y="0"/>
                    </a:cubicBezTo>
                    <a:close/>
                  </a:path>
                </a:pathLst>
              </a:custGeom>
              <a:solidFill>
                <a:srgbClr val="AFACC2"/>
              </a:solidFill>
              <a:ln w="2646" cap="flat">
                <a:noFill/>
              </a:ln>
            </p:spPr>
          </p:sp>
          <p:sp>
            <p:nvSpPr>
              <p:cNvPr id="2527" name="ICON_C_WINDOWS_GRAPHIC_path_499"/>
              <p:cNvSpPr/>
              <p:nvPr/>
            </p:nvSpPr>
            <p:spPr>
              <a:xfrm>
                <a:off x="6481776" y="7490354"/>
                <a:ext cx="8766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90" h="1250" fill="norm" stroke="0">
                    <a:moveTo>
                      <a:pt x="457" y="0"/>
                    </a:moveTo>
                    <a:cubicBezTo>
                      <a:pt x="690" y="560"/>
                      <a:pt x="690" y="560"/>
                      <a:pt x="666" y="833"/>
                    </a:cubicBezTo>
                    <a:cubicBezTo>
                      <a:pt x="528" y="1048"/>
                      <a:pt x="270" y="1156"/>
                      <a:pt x="41" y="1250"/>
                    </a:cubicBezTo>
                    <a:cubicBezTo>
                      <a:pt x="29" y="1081"/>
                      <a:pt x="21" y="912"/>
                      <a:pt x="15" y="742"/>
                    </a:cubicBezTo>
                    <a:cubicBezTo>
                      <a:pt x="13" y="718"/>
                      <a:pt x="13" y="718"/>
                      <a:pt x="4" y="597"/>
                    </a:cubicBezTo>
                    <a:cubicBezTo>
                      <a:pt x="0" y="456"/>
                      <a:pt x="0" y="344"/>
                      <a:pt x="41" y="208"/>
                    </a:cubicBezTo>
                    <a:cubicBezTo>
                      <a:pt x="168" y="101"/>
                      <a:pt x="299" y="47"/>
                      <a:pt x="457" y="0"/>
                    </a:cubicBezTo>
                    <a:close/>
                  </a:path>
                </a:pathLst>
              </a:custGeom>
              <a:solidFill>
                <a:srgbClr val="DFF0F1"/>
              </a:solidFill>
              <a:ln w="2646" cap="flat">
                <a:noFill/>
              </a:ln>
            </p:spPr>
          </p:sp>
          <p:sp>
            <p:nvSpPr>
              <p:cNvPr id="2528" name="ICON_C_WINDOWS_GRAPHIC_path_500"/>
              <p:cNvSpPr/>
              <p:nvPr/>
            </p:nvSpPr>
            <p:spPr>
              <a:xfrm>
                <a:off x="6008688" y="7485062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558" y="694"/>
                      <a:pt x="283" y="76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CCA8C0"/>
              </a:solidFill>
              <a:ln w="2646" cap="flat">
                <a:noFill/>
              </a:ln>
            </p:spPr>
          </p:sp>
          <p:sp>
            <p:nvSpPr>
              <p:cNvPr id="2529" name="ICON_C_WINDOWS_GRAPHIC_path_501"/>
              <p:cNvSpPr/>
              <p:nvPr/>
            </p:nvSpPr>
            <p:spPr>
              <a:xfrm>
                <a:off x="5871104" y="7482417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140" y="59"/>
                      <a:pt x="278" y="120"/>
                      <a:pt x="417" y="182"/>
                    </a:cubicBezTo>
                    <a:cubicBezTo>
                      <a:pt x="456" y="199"/>
                      <a:pt x="496" y="215"/>
                      <a:pt x="537" y="232"/>
                    </a:cubicBezTo>
                    <a:cubicBezTo>
                      <a:pt x="575" y="249"/>
                      <a:pt x="612" y="267"/>
                      <a:pt x="651" y="285"/>
                    </a:cubicBezTo>
                    <a:cubicBezTo>
                      <a:pt x="669" y="293"/>
                      <a:pt x="669" y="293"/>
                      <a:pt x="757" y="331"/>
                    </a:cubicBezTo>
                    <a:cubicBezTo>
                      <a:pt x="833" y="417"/>
                      <a:pt x="833" y="417"/>
                      <a:pt x="833" y="833"/>
                    </a:cubicBezTo>
                    <a:cubicBezTo>
                      <a:pt x="558" y="833"/>
                      <a:pt x="283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C391BA"/>
              </a:solidFill>
              <a:ln w="2646" cap="flat">
                <a:noFill/>
              </a:ln>
            </p:spPr>
          </p:sp>
          <p:sp>
            <p:nvSpPr>
              <p:cNvPr id="2530" name="ICON_C_WINDOWS_GRAPHIC_path_502"/>
              <p:cNvSpPr/>
              <p:nvPr/>
            </p:nvSpPr>
            <p:spPr>
              <a:xfrm>
                <a:off x="6442604" y="7466542"/>
                <a:ext cx="10583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250" fill="norm" stroke="0">
                    <a:moveTo>
                      <a:pt x="208" y="0"/>
                    </a:moveTo>
                    <a:cubicBezTo>
                      <a:pt x="415" y="0"/>
                      <a:pt x="621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735" y="612"/>
                      <a:pt x="636" y="599"/>
                      <a:pt x="534" y="586"/>
                    </a:cubicBezTo>
                    <a:cubicBezTo>
                      <a:pt x="416" y="578"/>
                      <a:pt x="318" y="579"/>
                      <a:pt x="208" y="625"/>
                    </a:cubicBezTo>
                    <a:cubicBezTo>
                      <a:pt x="65" y="801"/>
                      <a:pt x="45" y="1035"/>
                      <a:pt x="0" y="1250"/>
                    </a:cubicBezTo>
                    <a:cubicBezTo>
                      <a:pt x="69" y="837"/>
                      <a:pt x="137" y="425"/>
                      <a:pt x="208" y="0"/>
                    </a:cubicBezTo>
                    <a:close/>
                  </a:path>
                </a:pathLst>
              </a:custGeom>
              <a:solidFill>
                <a:srgbClr val="BFD4DA"/>
              </a:solidFill>
              <a:ln w="2646" cap="flat">
                <a:noFill/>
              </a:ln>
            </p:spPr>
          </p:sp>
          <p:sp>
            <p:nvSpPr>
              <p:cNvPr id="2531" name="ICON_C_WINDOWS_GRAPHIC_path_503"/>
              <p:cNvSpPr/>
              <p:nvPr/>
            </p:nvSpPr>
            <p:spPr>
              <a:xfrm>
                <a:off x="6797146" y="7469188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556" y="344"/>
                      <a:pt x="488" y="688"/>
                      <a:pt x="417" y="1042"/>
                    </a:cubicBezTo>
                    <a:cubicBezTo>
                      <a:pt x="279" y="1042"/>
                      <a:pt x="142" y="1042"/>
                      <a:pt x="0" y="1042"/>
                    </a:cubicBezTo>
                    <a:cubicBezTo>
                      <a:pt x="69" y="698"/>
                      <a:pt x="138" y="354"/>
                      <a:pt x="208" y="0"/>
                    </a:cubicBezTo>
                    <a:close/>
                  </a:path>
                </a:pathLst>
              </a:custGeom>
              <a:solidFill>
                <a:srgbClr val="8984AB"/>
              </a:solidFill>
              <a:ln w="2646" cap="flat">
                <a:noFill/>
              </a:ln>
            </p:spPr>
          </p:sp>
          <p:sp>
            <p:nvSpPr>
              <p:cNvPr id="2532" name="ICON_C_WINDOWS_GRAPHIC_path_504"/>
              <p:cNvSpPr/>
              <p:nvPr/>
            </p:nvSpPr>
            <p:spPr>
              <a:xfrm>
                <a:off x="6096000" y="7463491"/>
                <a:ext cx="13229" cy="16280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282" fill="norm" stroke="0">
                    <a:moveTo>
                      <a:pt x="1042" y="32"/>
                    </a:moveTo>
                    <a:cubicBezTo>
                      <a:pt x="1042" y="444"/>
                      <a:pt x="1042" y="857"/>
                      <a:pt x="1042" y="1282"/>
                    </a:cubicBezTo>
                    <a:cubicBezTo>
                      <a:pt x="986" y="1187"/>
                      <a:pt x="930" y="1093"/>
                      <a:pt x="873" y="995"/>
                    </a:cubicBezTo>
                    <a:cubicBezTo>
                      <a:pt x="649" y="640"/>
                      <a:pt x="360" y="444"/>
                      <a:pt x="0" y="240"/>
                    </a:cubicBezTo>
                    <a:cubicBezTo>
                      <a:pt x="365" y="0"/>
                      <a:pt x="564" y="32"/>
                      <a:pt x="1042" y="32"/>
                    </a:cubicBezTo>
                    <a:close/>
                  </a:path>
                </a:pathLst>
              </a:custGeom>
              <a:solidFill>
                <a:srgbClr val="E496BB"/>
              </a:solidFill>
              <a:ln w="2646" cap="flat">
                <a:noFill/>
              </a:ln>
            </p:spPr>
          </p:sp>
          <p:sp>
            <p:nvSpPr>
              <p:cNvPr id="2533" name="ICON_C_WINDOWS_GRAPHIC_path_505"/>
              <p:cNvSpPr/>
              <p:nvPr/>
            </p:nvSpPr>
            <p:spPr>
              <a:xfrm>
                <a:off x="6080125" y="7469188"/>
                <a:ext cx="15875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833" fill="norm" stroke="0">
                    <a:moveTo>
                      <a:pt x="208" y="0"/>
                    </a:moveTo>
                    <a:cubicBezTo>
                      <a:pt x="552" y="0"/>
                      <a:pt x="896" y="0"/>
                      <a:pt x="1250" y="0"/>
                    </a:cubicBezTo>
                    <a:cubicBezTo>
                      <a:pt x="839" y="451"/>
                      <a:pt x="592" y="692"/>
                      <a:pt x="0" y="833"/>
                    </a:cubicBezTo>
                    <a:cubicBezTo>
                      <a:pt x="69" y="558"/>
                      <a:pt x="137" y="283"/>
                      <a:pt x="208" y="0"/>
                    </a:cubicBezTo>
                    <a:close/>
                  </a:path>
                </a:pathLst>
              </a:custGeom>
              <a:solidFill>
                <a:srgbClr val="C19BB3"/>
              </a:solidFill>
              <a:ln w="2646" cap="flat">
                <a:noFill/>
              </a:ln>
            </p:spPr>
          </p:sp>
          <p:sp>
            <p:nvSpPr>
              <p:cNvPr id="2534" name="ICON_C_WINDOWS_GRAPHIC_path_506"/>
              <p:cNvSpPr/>
              <p:nvPr/>
            </p:nvSpPr>
            <p:spPr>
              <a:xfrm>
                <a:off x="5989645" y="7453312"/>
                <a:ext cx="8459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66" h="1042" fill="norm" stroke="0">
                    <a:moveTo>
                      <a:pt x="41" y="0"/>
                    </a:moveTo>
                    <a:cubicBezTo>
                      <a:pt x="247" y="0"/>
                      <a:pt x="454" y="0"/>
                      <a:pt x="666" y="0"/>
                    </a:cubicBezTo>
                    <a:cubicBezTo>
                      <a:pt x="597" y="344"/>
                      <a:pt x="529" y="688"/>
                      <a:pt x="458" y="1042"/>
                    </a:cubicBezTo>
                    <a:cubicBezTo>
                      <a:pt x="320" y="973"/>
                      <a:pt x="183" y="904"/>
                      <a:pt x="41" y="833"/>
                    </a:cubicBezTo>
                    <a:cubicBezTo>
                      <a:pt x="7" y="665"/>
                      <a:pt x="0" y="568"/>
                      <a:pt x="15" y="404"/>
                    </a:cubicBezTo>
                    <a:cubicBezTo>
                      <a:pt x="17" y="365"/>
                      <a:pt x="19" y="326"/>
                      <a:pt x="21" y="286"/>
                    </a:cubicBezTo>
                    <a:cubicBezTo>
                      <a:pt x="26" y="191"/>
                      <a:pt x="33" y="95"/>
                      <a:pt x="41" y="0"/>
                    </a:cubicBezTo>
                    <a:close/>
                  </a:path>
                </a:pathLst>
              </a:custGeom>
              <a:solidFill>
                <a:srgbClr val="C298B7"/>
              </a:solidFill>
              <a:ln w="2646" cap="flat">
                <a:noFill/>
              </a:ln>
            </p:spPr>
          </p:sp>
          <p:sp>
            <p:nvSpPr>
              <p:cNvPr id="2535" name="ICON_C_WINDOWS_GRAPHIC_path_507"/>
              <p:cNvSpPr/>
              <p:nvPr/>
            </p:nvSpPr>
            <p:spPr>
              <a:xfrm>
                <a:off x="6566958" y="7432146"/>
                <a:ext cx="13229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33" fill="norm" stroke="0">
                    <a:moveTo>
                      <a:pt x="208" y="0"/>
                    </a:moveTo>
                    <a:cubicBezTo>
                      <a:pt x="346" y="34"/>
                      <a:pt x="346" y="34"/>
                      <a:pt x="1042" y="208"/>
                    </a:cubicBezTo>
                    <a:cubicBezTo>
                      <a:pt x="1042" y="346"/>
                      <a:pt x="1042" y="483"/>
                      <a:pt x="1042" y="625"/>
                    </a:cubicBezTo>
                    <a:cubicBezTo>
                      <a:pt x="698" y="694"/>
                      <a:pt x="354" y="763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A5BEC3"/>
              </a:solidFill>
              <a:ln w="2646" cap="flat">
                <a:noFill/>
              </a:ln>
            </p:spPr>
          </p:sp>
          <p:sp>
            <p:nvSpPr>
              <p:cNvPr id="2536" name="ICON_C_WINDOWS_GRAPHIC_path_508"/>
              <p:cNvSpPr/>
              <p:nvPr/>
            </p:nvSpPr>
            <p:spPr>
              <a:xfrm>
                <a:off x="5677958" y="7424208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556" y="344"/>
                      <a:pt x="488" y="688"/>
                      <a:pt x="417" y="1042"/>
                    </a:cubicBezTo>
                    <a:cubicBezTo>
                      <a:pt x="279" y="1042"/>
                      <a:pt x="142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8E8BAB"/>
              </a:solidFill>
              <a:ln w="2646" cap="flat">
                <a:noFill/>
              </a:ln>
            </p:spPr>
          </p:sp>
          <p:sp>
            <p:nvSpPr>
              <p:cNvPr id="2537" name="ICON_C_WINDOWS_GRAPHIC_path_509"/>
              <p:cNvSpPr/>
              <p:nvPr/>
            </p:nvSpPr>
            <p:spPr>
              <a:xfrm>
                <a:off x="6100956" y="7635602"/>
                <a:ext cx="13565" cy="9292"/>
              </a:xfrm>
              <a:custGeom>
                <a:avLst/>
                <a:gdLst/>
                <a:ahLst/>
                <a:cxnLst/>
                <a:rect l="0" t="0" r="r" b="b"/>
                <a:pathLst>
                  <a:path w="1068" h="732" fill="norm" stroke="0">
                    <a:moveTo>
                      <a:pt x="1068" y="21"/>
                    </a:moveTo>
                    <a:cubicBezTo>
                      <a:pt x="1012" y="490"/>
                      <a:pt x="1012" y="490"/>
                      <a:pt x="860" y="646"/>
                    </a:cubicBezTo>
                    <a:cubicBezTo>
                      <a:pt x="596" y="732"/>
                      <a:pt x="296" y="683"/>
                      <a:pt x="26" y="646"/>
                    </a:cubicBezTo>
                    <a:cubicBezTo>
                      <a:pt x="0" y="263"/>
                      <a:pt x="0" y="263"/>
                      <a:pt x="96" y="144"/>
                    </a:cubicBezTo>
                    <a:cubicBezTo>
                      <a:pt x="423" y="0"/>
                      <a:pt x="718" y="0"/>
                      <a:pt x="1068" y="21"/>
                    </a:cubicBezTo>
                    <a:close/>
                  </a:path>
                </a:pathLst>
              </a:custGeom>
              <a:solidFill>
                <a:srgbClr val="F76A9A"/>
              </a:solidFill>
              <a:ln w="2646" cap="flat">
                <a:noFill/>
              </a:ln>
            </p:spPr>
          </p:sp>
          <p:sp>
            <p:nvSpPr>
              <p:cNvPr id="2538" name="ICON_C_WINDOWS_GRAPHIC_path_510"/>
              <p:cNvSpPr/>
              <p:nvPr/>
            </p:nvSpPr>
            <p:spPr>
              <a:xfrm>
                <a:off x="6577542" y="7625292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EBF8F5"/>
              </a:solidFill>
              <a:ln w="2646" cap="flat">
                <a:noFill/>
              </a:ln>
            </p:spPr>
          </p:sp>
          <p:sp>
            <p:nvSpPr>
              <p:cNvPr id="2539" name="ICON_C_WINDOWS_GRAPHIC_path_511"/>
              <p:cNvSpPr/>
              <p:nvPr/>
            </p:nvSpPr>
            <p:spPr>
              <a:xfrm>
                <a:off x="5341938" y="7548562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D7D8E8"/>
              </a:solidFill>
              <a:ln w="2646" cap="flat">
                <a:noFill/>
              </a:ln>
            </p:spPr>
          </p:sp>
          <p:sp>
            <p:nvSpPr>
              <p:cNvPr id="2540" name="ICON_C_WINDOWS_GRAPHIC_path_512"/>
              <p:cNvSpPr/>
              <p:nvPr/>
            </p:nvSpPr>
            <p:spPr>
              <a:xfrm>
                <a:off x="5413375" y="7506229"/>
                <a:ext cx="13229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33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981" y="138"/>
                      <a:pt x="921" y="275"/>
                      <a:pt x="859" y="417"/>
                    </a:cubicBezTo>
                    <a:cubicBezTo>
                      <a:pt x="841" y="460"/>
                      <a:pt x="824" y="504"/>
                      <a:pt x="805" y="549"/>
                    </a:cubicBezTo>
                    <a:cubicBezTo>
                      <a:pt x="789" y="582"/>
                      <a:pt x="773" y="616"/>
                      <a:pt x="757" y="651"/>
                    </a:cubicBezTo>
                    <a:cubicBezTo>
                      <a:pt x="741" y="686"/>
                      <a:pt x="726" y="721"/>
                      <a:pt x="711" y="757"/>
                    </a:cubicBezTo>
                    <a:cubicBezTo>
                      <a:pt x="625" y="833"/>
                      <a:pt x="625" y="833"/>
                      <a:pt x="208" y="833"/>
                    </a:cubicBezTo>
                    <a:cubicBezTo>
                      <a:pt x="140" y="558"/>
                      <a:pt x="71" y="283"/>
                      <a:pt x="0" y="0"/>
                    </a:cubicBezTo>
                    <a:close/>
                  </a:path>
                </a:pathLst>
              </a:custGeom>
              <a:solidFill>
                <a:srgbClr val="D0DFF2"/>
              </a:solidFill>
              <a:ln w="2646" cap="flat">
                <a:noFill/>
              </a:ln>
            </p:spPr>
          </p:sp>
          <p:sp>
            <p:nvSpPr>
              <p:cNvPr id="2541" name="ICON_C_WINDOWS_GRAPHIC_path_513"/>
              <p:cNvSpPr/>
              <p:nvPr/>
            </p:nvSpPr>
            <p:spPr>
              <a:xfrm>
                <a:off x="6318250" y="7466542"/>
                <a:ext cx="793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250" fill="norm" stroke="0">
                    <a:moveTo>
                      <a:pt x="208" y="0"/>
                    </a:moveTo>
                    <a:cubicBezTo>
                      <a:pt x="346" y="69"/>
                      <a:pt x="483" y="138"/>
                      <a:pt x="625" y="208"/>
                    </a:cubicBezTo>
                    <a:cubicBezTo>
                      <a:pt x="601" y="344"/>
                      <a:pt x="575" y="477"/>
                      <a:pt x="547" y="612"/>
                    </a:cubicBezTo>
                    <a:cubicBezTo>
                      <a:pt x="540" y="650"/>
                      <a:pt x="534" y="688"/>
                      <a:pt x="527" y="727"/>
                    </a:cubicBezTo>
                    <a:cubicBezTo>
                      <a:pt x="503" y="839"/>
                      <a:pt x="503" y="839"/>
                      <a:pt x="417" y="1042"/>
                    </a:cubicBezTo>
                    <a:cubicBezTo>
                      <a:pt x="348" y="1076"/>
                      <a:pt x="348" y="1076"/>
                      <a:pt x="0" y="1250"/>
                    </a:cubicBezTo>
                    <a:cubicBezTo>
                      <a:pt x="69" y="837"/>
                      <a:pt x="137" y="425"/>
                      <a:pt x="208" y="0"/>
                    </a:cubicBezTo>
                    <a:close/>
                  </a:path>
                </a:pathLst>
              </a:custGeom>
              <a:solidFill>
                <a:srgbClr val="EFEDF4"/>
              </a:solidFill>
              <a:ln w="2646" cap="flat">
                <a:noFill/>
              </a:ln>
            </p:spPr>
          </p:sp>
          <p:sp>
            <p:nvSpPr>
              <p:cNvPr id="2542" name="ICON_C_WINDOWS_GRAPHIC_path_514"/>
              <p:cNvSpPr/>
              <p:nvPr/>
            </p:nvSpPr>
            <p:spPr>
              <a:xfrm>
                <a:off x="6350000" y="7455958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94" y="275"/>
                      <a:pt x="762" y="550"/>
                      <a:pt x="833" y="833"/>
                    </a:cubicBezTo>
                    <a:cubicBezTo>
                      <a:pt x="558" y="833"/>
                      <a:pt x="283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A5B5C3"/>
              </a:solidFill>
              <a:ln w="2646" cap="flat">
                <a:noFill/>
              </a:ln>
            </p:spPr>
          </p:sp>
          <p:sp>
            <p:nvSpPr>
              <p:cNvPr id="2543" name="ICON_C_WINDOWS_GRAPHIC_path_515"/>
              <p:cNvSpPr/>
              <p:nvPr/>
            </p:nvSpPr>
            <p:spPr>
              <a:xfrm>
                <a:off x="5545667" y="7455958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556" y="344"/>
                      <a:pt x="487" y="688"/>
                      <a:pt x="417" y="1042"/>
                    </a:cubicBezTo>
                    <a:cubicBezTo>
                      <a:pt x="279" y="1042"/>
                      <a:pt x="142" y="1042"/>
                      <a:pt x="0" y="1042"/>
                    </a:cubicBezTo>
                    <a:cubicBezTo>
                      <a:pt x="69" y="698"/>
                      <a:pt x="137" y="354"/>
                      <a:pt x="208" y="0"/>
                    </a:cubicBezTo>
                    <a:close/>
                  </a:path>
                </a:pathLst>
              </a:custGeom>
              <a:solidFill>
                <a:srgbClr val="6E84C6"/>
              </a:solidFill>
              <a:ln w="2646" cap="flat">
                <a:noFill/>
              </a:ln>
            </p:spPr>
          </p:sp>
          <p:sp>
            <p:nvSpPr>
              <p:cNvPr id="2544" name="ICON_C_WINDOWS_GRAPHIC_path_516"/>
              <p:cNvSpPr/>
              <p:nvPr/>
            </p:nvSpPr>
            <p:spPr>
              <a:xfrm>
                <a:off x="6291792" y="7448021"/>
                <a:ext cx="7938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458" fill="norm" stroke="0">
                    <a:moveTo>
                      <a:pt x="417" y="0"/>
                    </a:moveTo>
                    <a:cubicBezTo>
                      <a:pt x="485" y="0"/>
                      <a:pt x="554" y="0"/>
                      <a:pt x="625" y="0"/>
                    </a:cubicBezTo>
                    <a:cubicBezTo>
                      <a:pt x="625" y="481"/>
                      <a:pt x="625" y="962"/>
                      <a:pt x="625" y="1458"/>
                    </a:cubicBezTo>
                    <a:cubicBezTo>
                      <a:pt x="556" y="1321"/>
                      <a:pt x="488" y="1183"/>
                      <a:pt x="417" y="1042"/>
                    </a:cubicBezTo>
                    <a:cubicBezTo>
                      <a:pt x="252" y="1022"/>
                      <a:pt x="155" y="1015"/>
                      <a:pt x="0" y="1042"/>
                    </a:cubicBezTo>
                    <a:cubicBezTo>
                      <a:pt x="54" y="893"/>
                      <a:pt x="110" y="745"/>
                      <a:pt x="167" y="597"/>
                    </a:cubicBezTo>
                    <a:cubicBezTo>
                      <a:pt x="186" y="546"/>
                      <a:pt x="204" y="496"/>
                      <a:pt x="223" y="445"/>
                    </a:cubicBezTo>
                    <a:cubicBezTo>
                      <a:pt x="250" y="372"/>
                      <a:pt x="277" y="300"/>
                      <a:pt x="305" y="228"/>
                    </a:cubicBezTo>
                    <a:cubicBezTo>
                      <a:pt x="321" y="184"/>
                      <a:pt x="338" y="141"/>
                      <a:pt x="355" y="96"/>
                    </a:cubicBezTo>
                    <a:cubicBezTo>
                      <a:pt x="375" y="64"/>
                      <a:pt x="396" y="33"/>
                      <a:pt x="417" y="0"/>
                    </a:cubicBezTo>
                    <a:close/>
                  </a:path>
                </a:pathLst>
              </a:custGeom>
              <a:solidFill>
                <a:srgbClr val="9E97B8"/>
              </a:solidFill>
              <a:ln w="2646" cap="flat">
                <a:noFill/>
              </a:ln>
            </p:spPr>
          </p:sp>
          <p:sp>
            <p:nvSpPr>
              <p:cNvPr id="2545" name="ICON_C_WINDOWS_GRAPHIC_path_517"/>
              <p:cNvSpPr/>
              <p:nvPr/>
            </p:nvSpPr>
            <p:spPr>
              <a:xfrm>
                <a:off x="5412604" y="7445257"/>
                <a:ext cx="13999" cy="10700"/>
              </a:xfrm>
              <a:custGeom>
                <a:avLst/>
                <a:gdLst/>
                <a:ahLst/>
                <a:cxnLst/>
                <a:rect l="0" t="0" r="r" b="b"/>
                <a:pathLst>
                  <a:path w="1102" h="842" fill="norm" stroke="0">
                    <a:moveTo>
                      <a:pt x="933" y="205"/>
                    </a:moveTo>
                    <a:cubicBezTo>
                      <a:pt x="989" y="278"/>
                      <a:pt x="1045" y="351"/>
                      <a:pt x="1102" y="426"/>
                    </a:cubicBezTo>
                    <a:cubicBezTo>
                      <a:pt x="759" y="563"/>
                      <a:pt x="415" y="701"/>
                      <a:pt x="61" y="842"/>
                    </a:cubicBezTo>
                    <a:cubicBezTo>
                      <a:pt x="0" y="377"/>
                      <a:pt x="0" y="377"/>
                      <a:pt x="61" y="217"/>
                    </a:cubicBezTo>
                    <a:cubicBezTo>
                      <a:pt x="202" y="70"/>
                      <a:pt x="405" y="14"/>
                      <a:pt x="605" y="0"/>
                    </a:cubicBezTo>
                    <a:cubicBezTo>
                      <a:pt x="751" y="17"/>
                      <a:pt x="838" y="98"/>
                      <a:pt x="933" y="205"/>
                    </a:cubicBezTo>
                    <a:close/>
                  </a:path>
                </a:pathLst>
              </a:custGeom>
              <a:solidFill>
                <a:srgbClr val="88A3DB"/>
              </a:solidFill>
              <a:ln w="2646" cap="flat">
                <a:noFill/>
              </a:ln>
            </p:spPr>
          </p:sp>
          <p:sp>
            <p:nvSpPr>
              <p:cNvPr id="2546" name="ICON_C_WINDOWS_GRAPHIC_path_518"/>
              <p:cNvSpPr/>
              <p:nvPr/>
            </p:nvSpPr>
            <p:spPr>
              <a:xfrm>
                <a:off x="5320771" y="7448021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556" y="344"/>
                      <a:pt x="487" y="688"/>
                      <a:pt x="417" y="1042"/>
                    </a:cubicBezTo>
                    <a:cubicBezTo>
                      <a:pt x="279" y="1042"/>
                      <a:pt x="142" y="1042"/>
                      <a:pt x="0" y="1042"/>
                    </a:cubicBezTo>
                    <a:cubicBezTo>
                      <a:pt x="69" y="698"/>
                      <a:pt x="137" y="354"/>
                      <a:pt x="208" y="0"/>
                    </a:cubicBezTo>
                    <a:close/>
                  </a:path>
                </a:pathLst>
              </a:custGeom>
              <a:solidFill>
                <a:srgbClr val="E6E6F0"/>
              </a:solidFill>
              <a:ln w="2646" cap="flat">
                <a:noFill/>
              </a:ln>
            </p:spPr>
          </p:sp>
          <p:sp>
            <p:nvSpPr>
              <p:cNvPr id="2547" name="ICON_C_WINDOWS_GRAPHIC_path_519"/>
              <p:cNvSpPr/>
              <p:nvPr/>
            </p:nvSpPr>
            <p:spPr>
              <a:xfrm>
                <a:off x="5558896" y="7434792"/>
                <a:ext cx="7938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833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275"/>
                      <a:pt x="625" y="550"/>
                      <a:pt x="625" y="833"/>
                    </a:cubicBezTo>
                    <a:cubicBezTo>
                      <a:pt x="419" y="833"/>
                      <a:pt x="212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7A8CC9"/>
              </a:solidFill>
              <a:ln w="2646" cap="flat">
                <a:noFill/>
              </a:ln>
            </p:spPr>
          </p:sp>
          <p:sp>
            <p:nvSpPr>
              <p:cNvPr id="2548" name="ICON_C_WINDOWS_GRAPHIC_path_520"/>
              <p:cNvSpPr/>
              <p:nvPr/>
            </p:nvSpPr>
            <p:spPr>
              <a:xfrm>
                <a:off x="5773208" y="7429500"/>
                <a:ext cx="7938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833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275"/>
                      <a:pt x="625" y="550"/>
                      <a:pt x="625" y="833"/>
                    </a:cubicBezTo>
                    <a:cubicBezTo>
                      <a:pt x="419" y="833"/>
                      <a:pt x="212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938EB0"/>
              </a:solidFill>
              <a:ln w="2646" cap="flat">
                <a:noFill/>
              </a:ln>
            </p:spPr>
          </p:sp>
          <p:sp>
            <p:nvSpPr>
              <p:cNvPr id="2549" name="ICON_C_WINDOWS_GRAPHIC_path_521"/>
              <p:cNvSpPr/>
              <p:nvPr/>
            </p:nvSpPr>
            <p:spPr>
              <a:xfrm>
                <a:off x="5579462" y="7426854"/>
                <a:ext cx="11184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81" h="1250" fill="norm" stroke="0">
                    <a:moveTo>
                      <a:pt x="47" y="0"/>
                    </a:moveTo>
                    <a:cubicBezTo>
                      <a:pt x="116" y="206"/>
                      <a:pt x="185" y="413"/>
                      <a:pt x="256" y="625"/>
                    </a:cubicBezTo>
                    <a:cubicBezTo>
                      <a:pt x="462" y="556"/>
                      <a:pt x="668" y="487"/>
                      <a:pt x="881" y="417"/>
                    </a:cubicBezTo>
                    <a:cubicBezTo>
                      <a:pt x="743" y="692"/>
                      <a:pt x="606" y="967"/>
                      <a:pt x="464" y="1250"/>
                    </a:cubicBezTo>
                    <a:cubicBezTo>
                      <a:pt x="47" y="1042"/>
                      <a:pt x="47" y="1042"/>
                      <a:pt x="0" y="922"/>
                    </a:cubicBezTo>
                    <a:cubicBezTo>
                      <a:pt x="2" y="880"/>
                      <a:pt x="4" y="837"/>
                      <a:pt x="7" y="794"/>
                    </a:cubicBezTo>
                    <a:cubicBezTo>
                      <a:pt x="8" y="747"/>
                      <a:pt x="9" y="701"/>
                      <a:pt x="11" y="653"/>
                    </a:cubicBezTo>
                    <a:cubicBezTo>
                      <a:pt x="14" y="605"/>
                      <a:pt x="18" y="557"/>
                      <a:pt x="21" y="508"/>
                    </a:cubicBezTo>
                    <a:cubicBezTo>
                      <a:pt x="23" y="459"/>
                      <a:pt x="25" y="410"/>
                      <a:pt x="27" y="360"/>
                    </a:cubicBezTo>
                    <a:cubicBezTo>
                      <a:pt x="32" y="240"/>
                      <a:pt x="39" y="120"/>
                      <a:pt x="47" y="0"/>
                    </a:cubicBezTo>
                    <a:close/>
                  </a:path>
                </a:pathLst>
              </a:custGeom>
              <a:solidFill>
                <a:srgbClr val="CFE0F7"/>
              </a:solidFill>
              <a:ln w="2646" cap="flat">
                <a:noFill/>
              </a:ln>
            </p:spPr>
          </p:sp>
          <p:sp>
            <p:nvSpPr>
              <p:cNvPr id="2550" name="ICON_C_WINDOWS_GRAPHIC_path_522"/>
              <p:cNvSpPr/>
              <p:nvPr/>
            </p:nvSpPr>
            <p:spPr>
              <a:xfrm>
                <a:off x="5484812" y="7434792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208" y="0"/>
                    </a:moveTo>
                    <a:cubicBezTo>
                      <a:pt x="346" y="69"/>
                      <a:pt x="483" y="138"/>
                      <a:pt x="625" y="208"/>
                    </a:cubicBezTo>
                    <a:cubicBezTo>
                      <a:pt x="556" y="483"/>
                      <a:pt x="487" y="758"/>
                      <a:pt x="417" y="1042"/>
                    </a:cubicBezTo>
                    <a:cubicBezTo>
                      <a:pt x="279" y="1042"/>
                      <a:pt x="142" y="1042"/>
                      <a:pt x="0" y="1042"/>
                    </a:cubicBezTo>
                    <a:cubicBezTo>
                      <a:pt x="69" y="698"/>
                      <a:pt x="137" y="354"/>
                      <a:pt x="208" y="0"/>
                    </a:cubicBezTo>
                    <a:close/>
                  </a:path>
                </a:pathLst>
              </a:custGeom>
              <a:solidFill>
                <a:srgbClr val="D8E2F8"/>
              </a:solidFill>
              <a:ln w="2646" cap="flat">
                <a:noFill/>
              </a:ln>
            </p:spPr>
          </p:sp>
          <p:sp>
            <p:nvSpPr>
              <p:cNvPr id="2551" name="ICON_C_WINDOWS_GRAPHIC_path_523"/>
              <p:cNvSpPr/>
              <p:nvPr/>
            </p:nvSpPr>
            <p:spPr>
              <a:xfrm>
                <a:off x="5397500" y="7635875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5087EF"/>
              </a:solidFill>
              <a:ln w="2646" cap="flat">
                <a:noFill/>
              </a:ln>
            </p:spPr>
          </p:sp>
          <p:sp>
            <p:nvSpPr>
              <p:cNvPr id="2552" name="ICON_C_WINDOWS_GRAPHIC_path_524"/>
              <p:cNvSpPr/>
              <p:nvPr/>
            </p:nvSpPr>
            <p:spPr>
              <a:xfrm>
                <a:off x="5408083" y="7622646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208" y="0"/>
                    </a:moveTo>
                    <a:cubicBezTo>
                      <a:pt x="415" y="206"/>
                      <a:pt x="621" y="413"/>
                      <a:pt x="833" y="625"/>
                    </a:cubicBezTo>
                    <a:cubicBezTo>
                      <a:pt x="558" y="694"/>
                      <a:pt x="283" y="763"/>
                      <a:pt x="0" y="833"/>
                    </a:cubicBezTo>
                    <a:cubicBezTo>
                      <a:pt x="69" y="558"/>
                      <a:pt x="137" y="283"/>
                      <a:pt x="208" y="0"/>
                    </a:cubicBezTo>
                    <a:close/>
                  </a:path>
                </a:pathLst>
              </a:custGeom>
              <a:solidFill>
                <a:srgbClr val="FCFEFE"/>
              </a:solidFill>
              <a:ln w="2646" cap="flat">
                <a:noFill/>
              </a:ln>
            </p:spPr>
          </p:sp>
          <p:sp>
            <p:nvSpPr>
              <p:cNvPr id="2553" name="ICON_C_WINDOWS_GRAPHIC_path_525"/>
              <p:cNvSpPr/>
              <p:nvPr/>
            </p:nvSpPr>
            <p:spPr>
              <a:xfrm>
                <a:off x="6820958" y="7463896"/>
                <a:ext cx="793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250" fill="norm" stroke="0">
                    <a:moveTo>
                      <a:pt x="0" y="0"/>
                    </a:moveTo>
                    <a:cubicBezTo>
                      <a:pt x="26" y="103"/>
                      <a:pt x="51" y="206"/>
                      <a:pt x="78" y="312"/>
                    </a:cubicBezTo>
                    <a:cubicBezTo>
                      <a:pt x="111" y="424"/>
                      <a:pt x="144" y="527"/>
                      <a:pt x="208" y="625"/>
                    </a:cubicBezTo>
                    <a:cubicBezTo>
                      <a:pt x="356" y="683"/>
                      <a:pt x="473" y="665"/>
                      <a:pt x="625" y="625"/>
                    </a:cubicBezTo>
                    <a:cubicBezTo>
                      <a:pt x="601" y="730"/>
                      <a:pt x="575" y="834"/>
                      <a:pt x="547" y="938"/>
                    </a:cubicBezTo>
                    <a:cubicBezTo>
                      <a:pt x="540" y="967"/>
                      <a:pt x="534" y="997"/>
                      <a:pt x="527" y="1028"/>
                    </a:cubicBezTo>
                    <a:cubicBezTo>
                      <a:pt x="503" y="1113"/>
                      <a:pt x="503" y="1113"/>
                      <a:pt x="417" y="1250"/>
                    </a:cubicBezTo>
                    <a:cubicBezTo>
                      <a:pt x="279" y="1250"/>
                      <a:pt x="142" y="1250"/>
                      <a:pt x="0" y="1250"/>
                    </a:cubicBezTo>
                    <a:cubicBezTo>
                      <a:pt x="0" y="837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AEABC0"/>
              </a:solidFill>
              <a:ln w="2646" cap="flat">
                <a:noFill/>
              </a:ln>
            </p:spPr>
          </p:sp>
          <p:sp>
            <p:nvSpPr>
              <p:cNvPr id="2554" name="ICON_C_WINDOWS_GRAPHIC_path_526"/>
              <p:cNvSpPr/>
              <p:nvPr/>
            </p:nvSpPr>
            <p:spPr>
              <a:xfrm>
                <a:off x="6757458" y="7463896"/>
                <a:ext cx="7938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833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556" y="275"/>
                      <a:pt x="487" y="550"/>
                      <a:pt x="417" y="833"/>
                    </a:cubicBezTo>
                    <a:cubicBezTo>
                      <a:pt x="279" y="833"/>
                      <a:pt x="142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817CA2"/>
              </a:solidFill>
              <a:ln w="2646" cap="flat">
                <a:noFill/>
              </a:ln>
            </p:spPr>
          </p:sp>
          <p:sp>
            <p:nvSpPr>
              <p:cNvPr id="2555" name="ICON_C_WINDOWS_GRAPHIC_path_527"/>
              <p:cNvSpPr/>
              <p:nvPr/>
            </p:nvSpPr>
            <p:spPr>
              <a:xfrm>
                <a:off x="5558589" y="7452767"/>
                <a:ext cx="8244" cy="16420"/>
              </a:xfrm>
              <a:custGeom>
                <a:avLst/>
                <a:gdLst/>
                <a:ahLst/>
                <a:cxnLst/>
                <a:rect l="0" t="0" r="r" b="b"/>
                <a:pathLst>
                  <a:path w="649" h="1293" fill="norm" stroke="0">
                    <a:moveTo>
                      <a:pt x="649" y="43"/>
                    </a:moveTo>
                    <a:cubicBezTo>
                      <a:pt x="649" y="249"/>
                      <a:pt x="649" y="455"/>
                      <a:pt x="649" y="668"/>
                    </a:cubicBezTo>
                    <a:cubicBezTo>
                      <a:pt x="585" y="655"/>
                      <a:pt x="520" y="642"/>
                      <a:pt x="454" y="629"/>
                    </a:cubicBezTo>
                    <a:cubicBezTo>
                      <a:pt x="339" y="626"/>
                      <a:pt x="339" y="626"/>
                      <a:pt x="232" y="668"/>
                    </a:cubicBezTo>
                    <a:cubicBezTo>
                      <a:pt x="113" y="851"/>
                      <a:pt x="72" y="1082"/>
                      <a:pt x="24" y="1293"/>
                    </a:cubicBezTo>
                    <a:cubicBezTo>
                      <a:pt x="18" y="1124"/>
                      <a:pt x="14" y="954"/>
                      <a:pt x="11" y="785"/>
                    </a:cubicBezTo>
                    <a:cubicBezTo>
                      <a:pt x="9" y="737"/>
                      <a:pt x="8" y="689"/>
                      <a:pt x="6" y="640"/>
                    </a:cubicBezTo>
                    <a:cubicBezTo>
                      <a:pt x="0" y="242"/>
                      <a:pt x="0" y="242"/>
                      <a:pt x="115" y="115"/>
                    </a:cubicBezTo>
                    <a:cubicBezTo>
                      <a:pt x="303" y="0"/>
                      <a:pt x="433" y="29"/>
                      <a:pt x="649" y="43"/>
                    </a:cubicBezTo>
                    <a:close/>
                  </a:path>
                </a:pathLst>
              </a:custGeom>
              <a:solidFill>
                <a:srgbClr val="A7BEEA"/>
              </a:solidFill>
              <a:ln w="2646" cap="flat">
                <a:noFill/>
              </a:ln>
            </p:spPr>
          </p:sp>
          <p:sp>
            <p:nvSpPr>
              <p:cNvPr id="2556" name="ICON_C_WINDOWS_GRAPHIC_path_528"/>
              <p:cNvSpPr/>
              <p:nvPr/>
            </p:nvSpPr>
            <p:spPr>
              <a:xfrm>
                <a:off x="6828896" y="7445375"/>
                <a:ext cx="9001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709" h="833" fill="norm" stroke="0">
                    <a:moveTo>
                      <a:pt x="0" y="0"/>
                    </a:moveTo>
                    <a:cubicBezTo>
                      <a:pt x="496" y="103"/>
                      <a:pt x="496" y="103"/>
                      <a:pt x="625" y="208"/>
                    </a:cubicBezTo>
                    <a:cubicBezTo>
                      <a:pt x="709" y="410"/>
                      <a:pt x="652" y="624"/>
                      <a:pt x="625" y="833"/>
                    </a:cubicBezTo>
                    <a:cubicBezTo>
                      <a:pt x="419" y="833"/>
                      <a:pt x="212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827CA9"/>
              </a:solidFill>
              <a:ln w="2646" cap="flat">
                <a:noFill/>
              </a:ln>
            </p:spPr>
          </p:sp>
          <p:sp>
            <p:nvSpPr>
              <p:cNvPr id="2557" name="ICON_C_WINDOWS_GRAPHIC_path_529"/>
              <p:cNvSpPr/>
              <p:nvPr/>
            </p:nvSpPr>
            <p:spPr>
              <a:xfrm>
                <a:off x="5532438" y="7450039"/>
                <a:ext cx="10583" cy="11210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83" fill="norm" stroke="0">
                    <a:moveTo>
                      <a:pt x="361" y="8"/>
                    </a:moveTo>
                    <a:cubicBezTo>
                      <a:pt x="523" y="0"/>
                      <a:pt x="669" y="28"/>
                      <a:pt x="833" y="49"/>
                    </a:cubicBezTo>
                    <a:cubicBezTo>
                      <a:pt x="765" y="324"/>
                      <a:pt x="696" y="599"/>
                      <a:pt x="625" y="883"/>
                    </a:cubicBezTo>
                    <a:cubicBezTo>
                      <a:pt x="419" y="814"/>
                      <a:pt x="212" y="745"/>
                      <a:pt x="0" y="674"/>
                    </a:cubicBezTo>
                    <a:cubicBezTo>
                      <a:pt x="132" y="41"/>
                      <a:pt x="132" y="41"/>
                      <a:pt x="361" y="8"/>
                    </a:cubicBezTo>
                    <a:close/>
                  </a:path>
                </a:pathLst>
              </a:custGeom>
              <a:solidFill>
                <a:srgbClr val="C0D2F1"/>
              </a:solidFill>
              <a:ln w="2646" cap="flat">
                <a:noFill/>
              </a:ln>
            </p:spPr>
          </p:sp>
          <p:sp>
            <p:nvSpPr>
              <p:cNvPr id="2558" name="ICON_C_WINDOWS_GRAPHIC_path_530"/>
              <p:cNvSpPr/>
              <p:nvPr/>
            </p:nvSpPr>
            <p:spPr>
              <a:xfrm>
                <a:off x="5868458" y="7437438"/>
                <a:ext cx="894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705" h="1250" fill="norm" stroke="0">
                    <a:moveTo>
                      <a:pt x="417" y="0"/>
                    </a:moveTo>
                    <a:cubicBezTo>
                      <a:pt x="485" y="0"/>
                      <a:pt x="554" y="0"/>
                      <a:pt x="625" y="0"/>
                    </a:cubicBezTo>
                    <a:cubicBezTo>
                      <a:pt x="705" y="740"/>
                      <a:pt x="705" y="740"/>
                      <a:pt x="625" y="1042"/>
                    </a:cubicBezTo>
                    <a:cubicBezTo>
                      <a:pt x="469" y="1220"/>
                      <a:pt x="224" y="1235"/>
                      <a:pt x="0" y="1250"/>
                    </a:cubicBezTo>
                    <a:cubicBezTo>
                      <a:pt x="0" y="1044"/>
                      <a:pt x="0" y="837"/>
                      <a:pt x="0" y="625"/>
                    </a:cubicBezTo>
                    <a:cubicBezTo>
                      <a:pt x="138" y="625"/>
                      <a:pt x="275" y="625"/>
                      <a:pt x="417" y="625"/>
                    </a:cubicBezTo>
                    <a:cubicBezTo>
                      <a:pt x="417" y="419"/>
                      <a:pt x="417" y="212"/>
                      <a:pt x="417" y="0"/>
                    </a:cubicBezTo>
                    <a:close/>
                  </a:path>
                </a:pathLst>
              </a:custGeom>
              <a:solidFill>
                <a:srgbClr val="F9D6EB"/>
              </a:solidFill>
              <a:ln w="2646" cap="flat">
                <a:noFill/>
              </a:ln>
            </p:spPr>
          </p:sp>
          <p:sp>
            <p:nvSpPr>
              <p:cNvPr id="2559" name="ICON_C_WINDOWS_GRAPHIC_path_531"/>
              <p:cNvSpPr/>
              <p:nvPr/>
            </p:nvSpPr>
            <p:spPr>
              <a:xfrm>
                <a:off x="6270625" y="7432146"/>
                <a:ext cx="13229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33" fill="norm" stroke="0">
                    <a:moveTo>
                      <a:pt x="0" y="0"/>
                    </a:moveTo>
                    <a:cubicBezTo>
                      <a:pt x="172" y="69"/>
                      <a:pt x="172" y="69"/>
                      <a:pt x="1042" y="417"/>
                    </a:cubicBezTo>
                    <a:cubicBezTo>
                      <a:pt x="904" y="485"/>
                      <a:pt x="904" y="485"/>
                      <a:pt x="208" y="833"/>
                    </a:cubicBezTo>
                    <a:cubicBezTo>
                      <a:pt x="140" y="558"/>
                      <a:pt x="71" y="283"/>
                      <a:pt x="0" y="0"/>
                    </a:cubicBezTo>
                    <a:close/>
                  </a:path>
                </a:pathLst>
              </a:custGeom>
              <a:solidFill>
                <a:srgbClr val="B6B4CD"/>
              </a:solidFill>
              <a:ln w="2646" cap="flat">
                <a:noFill/>
              </a:ln>
            </p:spPr>
          </p:sp>
          <p:sp>
            <p:nvSpPr>
              <p:cNvPr id="2560" name="ICON_C_WINDOWS_GRAPHIC_path_532"/>
              <p:cNvSpPr/>
              <p:nvPr/>
            </p:nvSpPr>
            <p:spPr>
              <a:xfrm>
                <a:off x="6367486" y="7633229"/>
                <a:ext cx="10007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788" h="833" fill="norm" stroke="0">
                    <a:moveTo>
                      <a:pt x="81" y="0"/>
                    </a:moveTo>
                    <a:cubicBezTo>
                      <a:pt x="550" y="81"/>
                      <a:pt x="550" y="81"/>
                      <a:pt x="706" y="208"/>
                    </a:cubicBezTo>
                    <a:cubicBezTo>
                      <a:pt x="788" y="404"/>
                      <a:pt x="741" y="631"/>
                      <a:pt x="706" y="833"/>
                    </a:cubicBezTo>
                    <a:cubicBezTo>
                      <a:pt x="238" y="753"/>
                      <a:pt x="238" y="753"/>
                      <a:pt x="81" y="625"/>
                    </a:cubicBezTo>
                    <a:cubicBezTo>
                      <a:pt x="0" y="429"/>
                      <a:pt x="47" y="203"/>
                      <a:pt x="81" y="0"/>
                    </a:cubicBezTo>
                    <a:close/>
                  </a:path>
                </a:pathLst>
              </a:custGeom>
              <a:solidFill>
                <a:srgbClr val="45A2A1"/>
              </a:solidFill>
              <a:ln w="2646" cap="flat">
                <a:noFill/>
              </a:ln>
            </p:spPr>
          </p:sp>
          <p:sp>
            <p:nvSpPr>
              <p:cNvPr id="2561" name="ICON_C_WINDOWS_GRAPHIC_path_533"/>
              <p:cNvSpPr/>
              <p:nvPr/>
            </p:nvSpPr>
            <p:spPr>
              <a:xfrm>
                <a:off x="5426604" y="7485062"/>
                <a:ext cx="8726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87" h="833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87" y="476"/>
                      <a:pt x="687" y="476"/>
                      <a:pt x="625" y="625"/>
                    </a:cubicBezTo>
                    <a:cubicBezTo>
                      <a:pt x="449" y="768"/>
                      <a:pt x="215" y="789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B8C9E9"/>
              </a:solidFill>
              <a:ln w="2646" cap="flat">
                <a:noFill/>
              </a:ln>
            </p:spPr>
          </p:sp>
          <p:sp>
            <p:nvSpPr>
              <p:cNvPr id="2562" name="ICON_C_WINDOWS_GRAPHIC_path_534"/>
              <p:cNvSpPr/>
              <p:nvPr/>
            </p:nvSpPr>
            <p:spPr>
              <a:xfrm>
                <a:off x="6037792" y="7455958"/>
                <a:ext cx="7938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833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25" y="275"/>
                      <a:pt x="625" y="550"/>
                      <a:pt x="625" y="833"/>
                    </a:cubicBezTo>
                    <a:cubicBezTo>
                      <a:pt x="419" y="765"/>
                      <a:pt x="212" y="696"/>
                      <a:pt x="0" y="625"/>
                    </a:cubicBezTo>
                    <a:cubicBezTo>
                      <a:pt x="26" y="522"/>
                      <a:pt x="52" y="419"/>
                      <a:pt x="78" y="312"/>
                    </a:cubicBezTo>
                    <a:cubicBezTo>
                      <a:pt x="85" y="280"/>
                      <a:pt x="92" y="247"/>
                      <a:pt x="100" y="214"/>
                    </a:cubicBezTo>
                    <a:cubicBezTo>
                      <a:pt x="122" y="137"/>
                      <a:pt x="122" y="137"/>
                      <a:pt x="208" y="0"/>
                    </a:cubicBezTo>
                    <a:close/>
                  </a:path>
                </a:pathLst>
              </a:custGeom>
              <a:solidFill>
                <a:srgbClr val="8B6A96"/>
              </a:solidFill>
              <a:ln w="2646" cap="flat">
                <a:noFill/>
              </a:ln>
            </p:spPr>
          </p:sp>
          <p:sp>
            <p:nvSpPr>
              <p:cNvPr id="2563" name="ICON_C_WINDOWS_GRAPHIC_path_535"/>
              <p:cNvSpPr/>
              <p:nvPr/>
            </p:nvSpPr>
            <p:spPr>
              <a:xfrm>
                <a:off x="6027208" y="7453312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558" y="415"/>
                      <a:pt x="283" y="621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B38FAF"/>
              </a:solidFill>
              <a:ln w="2646" cap="flat">
                <a:noFill/>
              </a:ln>
            </p:spPr>
          </p:sp>
          <p:sp>
            <p:nvSpPr>
              <p:cNvPr id="2564" name="ICON_C_WINDOWS_GRAPHIC_path_536"/>
              <p:cNvSpPr/>
              <p:nvPr/>
            </p:nvSpPr>
            <p:spPr>
              <a:xfrm>
                <a:off x="5670021" y="7434792"/>
                <a:ext cx="13229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33" fill="norm" stroke="0">
                    <a:moveTo>
                      <a:pt x="208" y="0"/>
                    </a:moveTo>
                    <a:cubicBezTo>
                      <a:pt x="230" y="64"/>
                      <a:pt x="251" y="129"/>
                      <a:pt x="273" y="195"/>
                    </a:cubicBezTo>
                    <a:cubicBezTo>
                      <a:pt x="365" y="385"/>
                      <a:pt x="456" y="450"/>
                      <a:pt x="647" y="519"/>
                    </a:cubicBezTo>
                    <a:cubicBezTo>
                      <a:pt x="777" y="557"/>
                      <a:pt x="910" y="591"/>
                      <a:pt x="1042" y="625"/>
                    </a:cubicBezTo>
                    <a:cubicBezTo>
                      <a:pt x="698" y="694"/>
                      <a:pt x="354" y="763"/>
                      <a:pt x="0" y="833"/>
                    </a:cubicBezTo>
                    <a:cubicBezTo>
                      <a:pt x="69" y="558"/>
                      <a:pt x="137" y="283"/>
                      <a:pt x="208" y="0"/>
                    </a:cubicBezTo>
                    <a:close/>
                  </a:path>
                </a:pathLst>
              </a:custGeom>
              <a:solidFill>
                <a:srgbClr val="ADACC8"/>
              </a:solidFill>
              <a:ln w="2646" cap="flat">
                <a:noFill/>
              </a:ln>
            </p:spPr>
          </p:sp>
          <p:sp>
            <p:nvSpPr>
              <p:cNvPr id="2565" name="ICON_C_WINDOWS_GRAPHIC_path_537"/>
              <p:cNvSpPr/>
              <p:nvPr/>
            </p:nvSpPr>
            <p:spPr>
              <a:xfrm>
                <a:off x="6143625" y="7426854"/>
                <a:ext cx="845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66" h="833" fill="norm" stroke="0">
                    <a:moveTo>
                      <a:pt x="208" y="0"/>
                    </a:moveTo>
                    <a:cubicBezTo>
                      <a:pt x="502" y="92"/>
                      <a:pt x="502" y="92"/>
                      <a:pt x="625" y="208"/>
                    </a:cubicBezTo>
                    <a:cubicBezTo>
                      <a:pt x="666" y="433"/>
                      <a:pt x="645" y="599"/>
                      <a:pt x="625" y="833"/>
                    </a:cubicBezTo>
                    <a:cubicBezTo>
                      <a:pt x="419" y="833"/>
                      <a:pt x="212" y="833"/>
                      <a:pt x="0" y="833"/>
                    </a:cubicBezTo>
                    <a:cubicBezTo>
                      <a:pt x="69" y="558"/>
                      <a:pt x="137" y="283"/>
                      <a:pt x="208" y="0"/>
                    </a:cubicBezTo>
                    <a:close/>
                  </a:path>
                </a:pathLst>
              </a:custGeom>
              <a:solidFill>
                <a:srgbClr val="D7D8E3"/>
              </a:solidFill>
              <a:ln w="2646" cap="flat">
                <a:noFill/>
              </a:ln>
            </p:spPr>
          </p:sp>
        </p:grpSp>
        <p:sp>
          <p:nvSpPr>
            <p:cNvPr id="367" name="TXT_103"/>
            <p:cNvSpPr txBox="1"/>
            <p:nvPr/>
          </p:nvSpPr>
          <p:spPr>
            <a:xfrm>
              <a:off x="5905500" y="7096125"/>
              <a:ext cx="515938" cy="14287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1" i="0" spc="0" lang="en-US">
                  <a:solidFill>
                    <a:srgbClr val="6B079C"/>
                  </a:solidFill>
                  <a:latin typeface="Roboto Condensed"/>
                  <a:ea typeface="微软雅黑"/>
                </a:defRPr>
              </a:pPr>
              <a:r>
                <a:rPr sz="969" b="1" i="0" spc="0" lang="en-US">
                  <a:solidFill>
                    <a:srgbClr val="6B079C"/>
                  </a:solidFill>
                  <a:latin typeface="Roboto Condensed"/>
                  <a:ea typeface="微软雅黑"/>
                </a:rPr>
                <a:t>Windows</a:t>
              </a:r>
              <a:endParaRPr sz="969" b="1" i="0" spc="0" lang="en-US">
                <a:solidFill>
                  <a:srgbClr val="6B079C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4055" name="PORT_C_EXECUTION_1_to"/>
            <p:cNvSpPr/>
            <p:nvPr/>
          </p:nvSpPr>
          <p:spPr>
            <a:xfrm>
              <a:off x="5079936" y="7326320"/>
              <a:ext cx="128" cy="128"/>
            </a:xfrm>
            <a:prstGeom prst="rect">
              <a:avLst/>
            </a:prstGeom>
            <a:noFill/>
            <a:ln>
              <a:noFill/>
            </a:ln>
            <a:effectLst/>
          </p:spPr>
        </p:sp>
        <p:sp>
          <p:nvSpPr>
            <p:cNvPr id="4056" name="PORT_C_EXECUTION_2_from"/>
            <p:cNvSpPr/>
            <p:nvPr/>
          </p:nvSpPr>
          <p:spPr>
            <a:xfrm>
              <a:off x="7254811" y="7326312"/>
              <a:ext cx="128" cy="128"/>
            </a:xfrm>
            <a:prstGeom prst="rect">
              <a:avLst/>
            </a:prstGeom>
            <a:noFill/>
            <a:ln>
              <a:noFill/>
            </a:ln>
            <a:effectLst/>
          </p:spPr>
        </p:sp>
      </p:grpSp>
      <p:grpSp>
        <p:nvGrpSpPr>
          <p:cNvPr id="4041" name="MODULE_C_FEATURES"/>
          <p:cNvGrpSpPr/>
          <p:nvPr/>
        </p:nvGrpSpPr>
        <p:grpSpPr>
          <a:xfrm>
            <a:off x="7453312" y="7032625"/>
            <a:ext cx="2024062" cy="682625"/>
            <a:chOff x="7453312" y="7032625"/>
            <a:chExt cx="2024062" cy="682625"/>
          </a:xfrm>
        </p:grpSpPr>
        <p:sp>
          <p:nvSpPr>
            <p:cNvPr id="113" name="C_FEATURES"/>
            <p:cNvSpPr/>
            <p:nvPr/>
          </p:nvSpPr>
          <p:spPr>
            <a:xfrm>
              <a:off x="7453312" y="7032625"/>
              <a:ext cx="2024062" cy="682625"/>
            </a:xfrm>
            <a:prstGeom prst="roundRect">
              <a:avLst>
                <a:gd name="adj" fmla="val 11628"/>
              </a:avLst>
            </a:prstGeom>
            <a:solidFill>
              <a:srgbClr val="FFFFFF"/>
            </a:solidFill>
            <a:ln w="15875" cap="rnd">
              <a:solidFill>
                <a:srgbClr val="8152A3"/>
              </a:solidFill>
              <a:round/>
            </a:ln>
          </p:spPr>
        </p:sp>
        <p:sp>
          <p:nvSpPr>
            <p:cNvPr id="114" name="C_FEATURES_HEADER"/>
            <p:cNvSpPr/>
            <p:nvPr/>
          </p:nvSpPr>
          <p:spPr>
            <a:xfrm>
              <a:off x="7461250" y="7040562"/>
              <a:ext cx="2008188" cy="198438"/>
            </a:xfrm>
            <a:custGeom>
              <a:avLst/>
              <a:gdLst/>
              <a:ahLst/>
              <a:cxnLst/>
              <a:rect l="0" t="0" r="r" b="b"/>
              <a:pathLst>
                <a:path w="253000" h="25000" fill="norm" stroke="0">
                  <a:moveTo>
                    <a:pt x="9000" y="0"/>
                  </a:moveTo>
                  <a:lnTo>
                    <a:pt x="244000" y="0"/>
                  </a:lnTo>
                  <a:cubicBezTo>
                    <a:pt x="248971" y="0"/>
                    <a:pt x="253000" y="4029"/>
                    <a:pt x="253000" y="9000"/>
                  </a:cubicBezTo>
                  <a:lnTo>
                    <a:pt x="253000" y="25000"/>
                  </a:lnTo>
                  <a:lnTo>
                    <a:pt x="0" y="25000"/>
                  </a:lnTo>
                  <a:lnTo>
                    <a:pt x="0" y="9000"/>
                  </a:lnTo>
                  <a:cubicBezTo>
                    <a:pt x="0" y="4029"/>
                    <a:pt x="4029" y="0"/>
                    <a:pt x="900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2EAF9"/>
                </a:gs>
                <a:gs pos="100000">
                  <a:srgbClr val="F9F5FC"/>
                </a:gs>
              </a:gsLst>
              <a:lin ang="5400000" scaled="1"/>
            </a:gradFill>
            <a:ln w="11906" cap="rnd">
              <a:noFill/>
            </a:ln>
          </p:spPr>
        </p:sp>
        <p:sp>
          <p:nvSpPr>
            <p:cNvPr id="131" name="C_FEATURE_BAR_0"/>
            <p:cNvSpPr/>
            <p:nvPr/>
          </p:nvSpPr>
          <p:spPr>
            <a:xfrm>
              <a:off x="8786812" y="7334250"/>
              <a:ext cx="95250" cy="341312"/>
            </a:xfrm>
            <a:prstGeom prst="rect">
              <a:avLst/>
            </a:prstGeom>
            <a:gradFill rotWithShape="1">
              <a:gsLst>
                <a:gs pos="0">
                  <a:srgbClr val="A8A0DE"/>
                </a:gs>
                <a:gs pos="100000">
                  <a:srgbClr val="6D62B5"/>
                </a:gs>
              </a:gsLst>
              <a:lin ang="5400000" scaled="1"/>
            </a:gradFill>
            <a:ln w="7938" cap="rnd">
              <a:noFill/>
            </a:ln>
          </p:spPr>
        </p:sp>
        <p:sp>
          <p:nvSpPr>
            <p:cNvPr id="132" name="C_FEATURE_BAR_1"/>
            <p:cNvSpPr/>
            <p:nvPr/>
          </p:nvSpPr>
          <p:spPr>
            <a:xfrm>
              <a:off x="8945562" y="7485062"/>
              <a:ext cx="95250" cy="190500"/>
            </a:xfrm>
            <a:prstGeom prst="rect">
              <a:avLst/>
            </a:prstGeom>
            <a:gradFill rotWithShape="1">
              <a:gsLst>
                <a:gs pos="0">
                  <a:srgbClr val="B9A4DD"/>
                </a:gs>
                <a:gs pos="100000">
                  <a:srgbClr val="9470C1"/>
                </a:gs>
              </a:gsLst>
              <a:lin ang="5400000" scaled="1"/>
            </a:gradFill>
            <a:ln w="7938" cap="rnd">
              <a:noFill/>
            </a:ln>
          </p:spPr>
        </p:sp>
        <p:sp>
          <p:nvSpPr>
            <p:cNvPr id="133" name="C_FEATURE_BAR_2"/>
            <p:cNvSpPr/>
            <p:nvPr/>
          </p:nvSpPr>
          <p:spPr>
            <a:xfrm>
              <a:off x="9199562" y="7405688"/>
              <a:ext cx="103188" cy="269875"/>
            </a:xfrm>
            <a:prstGeom prst="rect">
              <a:avLst/>
            </a:prstGeom>
            <a:gradFill rotWithShape="1">
              <a:gsLst>
                <a:gs pos="0">
                  <a:srgbClr val="FA80B9"/>
                </a:gs>
                <a:gs pos="100000">
                  <a:srgbClr val="DF368D"/>
                </a:gs>
              </a:gsLst>
              <a:lin ang="5400000" scaled="1"/>
            </a:gradFill>
            <a:ln w="7938" cap="rnd">
              <a:noFill/>
            </a:ln>
          </p:spPr>
        </p:sp>
        <p:sp>
          <p:nvSpPr>
            <p:cNvPr id="134" name="C_FEATURE_AXIS_X"/>
            <p:cNvSpPr/>
            <p:nvPr/>
          </p:nvSpPr>
          <p:spPr>
            <a:xfrm>
              <a:off x="8747125" y="7675562"/>
              <a:ext cx="627062" cy="8"/>
            </a:xfrm>
            <a:custGeom>
              <a:avLst/>
              <a:gdLst/>
              <a:ahLst/>
              <a:cxnLst/>
              <a:rect l="0" t="0" r="r" b="b"/>
              <a:pathLst>
                <a:path w="79000" h="1" fill="none" stroke="1">
                  <a:moveTo>
                    <a:pt x="0" y="0"/>
                  </a:moveTo>
                  <a:lnTo>
                    <a:pt x="79000" y="0"/>
                  </a:lnTo>
                </a:path>
              </a:pathLst>
            </a:custGeom>
            <a:noFill/>
            <a:ln w="5556" cap="rnd">
              <a:solidFill>
                <a:srgbClr val="9C91B0"/>
              </a:solidFill>
              <a:round/>
            </a:ln>
          </p:spPr>
        </p:sp>
        <p:sp>
          <p:nvSpPr>
            <p:cNvPr id="135" name="C_FEATURE_AXIS_Y"/>
            <p:cNvSpPr/>
            <p:nvPr/>
          </p:nvSpPr>
          <p:spPr>
            <a:xfrm>
              <a:off x="8747125" y="7286625"/>
              <a:ext cx="8" cy="388938"/>
            </a:xfrm>
            <a:custGeom>
              <a:avLst/>
              <a:gdLst/>
              <a:ahLst/>
              <a:cxnLst/>
              <a:rect l="0" t="0" r="r" b="b"/>
              <a:pathLst>
                <a:path w="1" h="49000" fill="none" stroke="1">
                  <a:moveTo>
                    <a:pt x="0" y="0"/>
                  </a:moveTo>
                  <a:lnTo>
                    <a:pt x="0" y="49000"/>
                  </a:lnTo>
                </a:path>
              </a:pathLst>
            </a:custGeom>
            <a:noFill/>
            <a:ln w="5556" cap="rnd">
              <a:solidFill>
                <a:srgbClr val="9C91B0"/>
              </a:solidFill>
              <a:round/>
            </a:ln>
          </p:spPr>
        </p:sp>
        <p:grpSp>
          <p:nvGrpSpPr>
            <p:cNvPr id="1943" name="ICON_C_FEATURES_HEADER"/>
            <p:cNvGrpSpPr/>
            <p:nvPr/>
          </p:nvGrpSpPr>
          <p:grpSpPr>
            <a:xfrm>
              <a:off x="7794625" y="7048500"/>
              <a:ext cx="190500" cy="182562"/>
              <a:chOff x="7794625" y="7048500"/>
              <a:chExt cx="190500" cy="182562"/>
            </a:xfrm>
          </p:grpSpPr>
          <p:sp>
            <p:nvSpPr>
              <p:cNvPr id="1944" name="ICON_C_FEATURES_HEADER_path_001"/>
              <p:cNvSpPr/>
              <p:nvPr/>
            </p:nvSpPr>
            <p:spPr>
              <a:xfrm>
                <a:off x="7804150" y="7059252"/>
                <a:ext cx="170584" cy="160193"/>
              </a:xfrm>
              <a:custGeom>
                <a:avLst/>
                <a:gdLst/>
                <a:ahLst/>
                <a:cxnLst/>
                <a:rect l="0" t="0" r="r" b="b"/>
                <a:pathLst>
                  <a:path w="13432" h="12614" fill="norm" stroke="0">
                    <a:moveTo>
                      <a:pt x="68" y="0"/>
                    </a:moveTo>
                    <a:cubicBezTo>
                      <a:pt x="4456" y="0"/>
                      <a:pt x="8843" y="0"/>
                      <a:pt x="13364" y="0"/>
                    </a:cubicBezTo>
                    <a:cubicBezTo>
                      <a:pt x="13364" y="23"/>
                      <a:pt x="13364" y="45"/>
                      <a:pt x="13364" y="68"/>
                    </a:cubicBezTo>
                    <a:cubicBezTo>
                      <a:pt x="13386" y="68"/>
                      <a:pt x="13409" y="68"/>
                      <a:pt x="13432" y="68"/>
                    </a:cubicBezTo>
                    <a:cubicBezTo>
                      <a:pt x="13432" y="4186"/>
                      <a:pt x="13432" y="8303"/>
                      <a:pt x="13432" y="12545"/>
                    </a:cubicBezTo>
                    <a:cubicBezTo>
                      <a:pt x="13409" y="12545"/>
                      <a:pt x="13387" y="12545"/>
                      <a:pt x="13364" y="12545"/>
                    </a:cubicBezTo>
                    <a:cubicBezTo>
                      <a:pt x="13364" y="12568"/>
                      <a:pt x="13364" y="12590"/>
                      <a:pt x="13364" y="12614"/>
                    </a:cubicBezTo>
                    <a:cubicBezTo>
                      <a:pt x="8976" y="12614"/>
                      <a:pt x="4589" y="12614"/>
                      <a:pt x="68" y="12614"/>
                    </a:cubicBezTo>
                    <a:cubicBezTo>
                      <a:pt x="68" y="12591"/>
                      <a:pt x="68" y="12569"/>
                      <a:pt x="68" y="12545"/>
                    </a:cubicBezTo>
                    <a:cubicBezTo>
                      <a:pt x="46" y="12545"/>
                      <a:pt x="23" y="12545"/>
                      <a:pt x="0" y="12545"/>
                    </a:cubicBezTo>
                    <a:cubicBezTo>
                      <a:pt x="0" y="8428"/>
                      <a:pt x="0" y="4310"/>
                      <a:pt x="0" y="68"/>
                    </a:cubicBezTo>
                    <a:cubicBezTo>
                      <a:pt x="23" y="68"/>
                      <a:pt x="45" y="68"/>
                      <a:pt x="68" y="68"/>
                    </a:cubicBezTo>
                    <a:cubicBezTo>
                      <a:pt x="68" y="46"/>
                      <a:pt x="68" y="23"/>
                      <a:pt x="68" y="0"/>
                    </a:cubicBezTo>
                    <a:close/>
                    <a:moveTo>
                      <a:pt x="136" y="68"/>
                    </a:moveTo>
                    <a:cubicBezTo>
                      <a:pt x="136" y="113"/>
                      <a:pt x="136" y="158"/>
                      <a:pt x="136" y="205"/>
                    </a:cubicBezTo>
                    <a:cubicBezTo>
                      <a:pt x="204" y="205"/>
                      <a:pt x="271" y="205"/>
                      <a:pt x="341" y="205"/>
                    </a:cubicBezTo>
                    <a:cubicBezTo>
                      <a:pt x="341" y="272"/>
                      <a:pt x="341" y="340"/>
                      <a:pt x="341" y="409"/>
                    </a:cubicBezTo>
                    <a:cubicBezTo>
                      <a:pt x="633" y="409"/>
                      <a:pt x="926" y="409"/>
                      <a:pt x="1227" y="409"/>
                    </a:cubicBezTo>
                    <a:cubicBezTo>
                      <a:pt x="1227" y="432"/>
                      <a:pt x="1227" y="454"/>
                      <a:pt x="1227" y="477"/>
                    </a:cubicBezTo>
                    <a:cubicBezTo>
                      <a:pt x="1272" y="477"/>
                      <a:pt x="1317" y="477"/>
                      <a:pt x="1364" y="477"/>
                    </a:cubicBezTo>
                    <a:cubicBezTo>
                      <a:pt x="1364" y="500"/>
                      <a:pt x="1364" y="522"/>
                      <a:pt x="1364" y="545"/>
                    </a:cubicBezTo>
                    <a:cubicBezTo>
                      <a:pt x="1634" y="545"/>
                      <a:pt x="1904" y="545"/>
                      <a:pt x="2182" y="545"/>
                    </a:cubicBezTo>
                    <a:cubicBezTo>
                      <a:pt x="2182" y="568"/>
                      <a:pt x="2182" y="590"/>
                      <a:pt x="2182" y="614"/>
                    </a:cubicBezTo>
                    <a:cubicBezTo>
                      <a:pt x="2204" y="614"/>
                      <a:pt x="2227" y="614"/>
                      <a:pt x="2250" y="614"/>
                    </a:cubicBezTo>
                    <a:cubicBezTo>
                      <a:pt x="2250" y="816"/>
                      <a:pt x="2250" y="1019"/>
                      <a:pt x="2250" y="1227"/>
                    </a:cubicBezTo>
                    <a:cubicBezTo>
                      <a:pt x="2273" y="1227"/>
                      <a:pt x="2295" y="1227"/>
                      <a:pt x="2318" y="1227"/>
                    </a:cubicBezTo>
                    <a:cubicBezTo>
                      <a:pt x="2318" y="1250"/>
                      <a:pt x="2318" y="1272"/>
                      <a:pt x="2318" y="1295"/>
                    </a:cubicBezTo>
                    <a:cubicBezTo>
                      <a:pt x="2408" y="1295"/>
                      <a:pt x="2498" y="1295"/>
                      <a:pt x="2591" y="1295"/>
                    </a:cubicBezTo>
                    <a:cubicBezTo>
                      <a:pt x="2591" y="1025"/>
                      <a:pt x="2591" y="755"/>
                      <a:pt x="2591" y="477"/>
                    </a:cubicBezTo>
                    <a:cubicBezTo>
                      <a:pt x="2613" y="477"/>
                      <a:pt x="2636" y="477"/>
                      <a:pt x="2659" y="477"/>
                    </a:cubicBezTo>
                    <a:cubicBezTo>
                      <a:pt x="2659" y="455"/>
                      <a:pt x="2659" y="432"/>
                      <a:pt x="2659" y="409"/>
                    </a:cubicBezTo>
                    <a:cubicBezTo>
                      <a:pt x="2794" y="409"/>
                      <a:pt x="2929" y="409"/>
                      <a:pt x="3068" y="409"/>
                    </a:cubicBezTo>
                    <a:cubicBezTo>
                      <a:pt x="3068" y="432"/>
                      <a:pt x="3068" y="454"/>
                      <a:pt x="3068" y="477"/>
                    </a:cubicBezTo>
                    <a:cubicBezTo>
                      <a:pt x="3091" y="477"/>
                      <a:pt x="3113" y="477"/>
                      <a:pt x="3136" y="477"/>
                    </a:cubicBezTo>
                    <a:cubicBezTo>
                      <a:pt x="3136" y="500"/>
                      <a:pt x="3136" y="522"/>
                      <a:pt x="3136" y="545"/>
                    </a:cubicBezTo>
                    <a:cubicBezTo>
                      <a:pt x="3586" y="545"/>
                      <a:pt x="4036" y="545"/>
                      <a:pt x="4500" y="545"/>
                    </a:cubicBezTo>
                    <a:cubicBezTo>
                      <a:pt x="4500" y="568"/>
                      <a:pt x="4500" y="590"/>
                      <a:pt x="4500" y="614"/>
                    </a:cubicBezTo>
                    <a:cubicBezTo>
                      <a:pt x="4523" y="614"/>
                      <a:pt x="4545" y="614"/>
                      <a:pt x="4568" y="614"/>
                    </a:cubicBezTo>
                    <a:cubicBezTo>
                      <a:pt x="4568" y="591"/>
                      <a:pt x="4568" y="569"/>
                      <a:pt x="4568" y="545"/>
                    </a:cubicBezTo>
                    <a:cubicBezTo>
                      <a:pt x="4591" y="545"/>
                      <a:pt x="4613" y="545"/>
                      <a:pt x="4636" y="545"/>
                    </a:cubicBezTo>
                    <a:cubicBezTo>
                      <a:pt x="4636" y="500"/>
                      <a:pt x="4636" y="455"/>
                      <a:pt x="4636" y="409"/>
                    </a:cubicBezTo>
                    <a:cubicBezTo>
                      <a:pt x="4771" y="409"/>
                      <a:pt x="4906" y="409"/>
                      <a:pt x="5045" y="409"/>
                    </a:cubicBezTo>
                    <a:cubicBezTo>
                      <a:pt x="5045" y="432"/>
                      <a:pt x="5045" y="454"/>
                      <a:pt x="5045" y="477"/>
                    </a:cubicBezTo>
                    <a:cubicBezTo>
                      <a:pt x="5068" y="477"/>
                      <a:pt x="5090" y="477"/>
                      <a:pt x="5114" y="477"/>
                    </a:cubicBezTo>
                    <a:cubicBezTo>
                      <a:pt x="5114" y="500"/>
                      <a:pt x="5114" y="522"/>
                      <a:pt x="5114" y="545"/>
                    </a:cubicBezTo>
                    <a:cubicBezTo>
                      <a:pt x="5564" y="545"/>
                      <a:pt x="6014" y="545"/>
                      <a:pt x="6477" y="545"/>
                    </a:cubicBezTo>
                    <a:cubicBezTo>
                      <a:pt x="6477" y="568"/>
                      <a:pt x="6477" y="590"/>
                      <a:pt x="6477" y="614"/>
                    </a:cubicBezTo>
                    <a:cubicBezTo>
                      <a:pt x="6500" y="614"/>
                      <a:pt x="6522" y="614"/>
                      <a:pt x="6545" y="614"/>
                    </a:cubicBezTo>
                    <a:cubicBezTo>
                      <a:pt x="6545" y="636"/>
                      <a:pt x="6545" y="659"/>
                      <a:pt x="6545" y="682"/>
                    </a:cubicBezTo>
                    <a:cubicBezTo>
                      <a:pt x="6590" y="682"/>
                      <a:pt x="6635" y="682"/>
                      <a:pt x="6682" y="682"/>
                    </a:cubicBezTo>
                    <a:cubicBezTo>
                      <a:pt x="6682" y="659"/>
                      <a:pt x="6682" y="637"/>
                      <a:pt x="6682" y="614"/>
                    </a:cubicBezTo>
                    <a:cubicBezTo>
                      <a:pt x="6704" y="614"/>
                      <a:pt x="6727" y="614"/>
                      <a:pt x="6750" y="614"/>
                    </a:cubicBezTo>
                    <a:cubicBezTo>
                      <a:pt x="6750" y="591"/>
                      <a:pt x="6750" y="569"/>
                      <a:pt x="6750" y="545"/>
                    </a:cubicBezTo>
                    <a:cubicBezTo>
                      <a:pt x="6817" y="545"/>
                      <a:pt x="6885" y="545"/>
                      <a:pt x="6955" y="545"/>
                    </a:cubicBezTo>
                    <a:cubicBezTo>
                      <a:pt x="6955" y="523"/>
                      <a:pt x="6955" y="500"/>
                      <a:pt x="6955" y="477"/>
                    </a:cubicBezTo>
                    <a:cubicBezTo>
                      <a:pt x="7247" y="477"/>
                      <a:pt x="7540" y="477"/>
                      <a:pt x="7841" y="477"/>
                    </a:cubicBezTo>
                    <a:cubicBezTo>
                      <a:pt x="7841" y="500"/>
                      <a:pt x="7841" y="522"/>
                      <a:pt x="7841" y="545"/>
                    </a:cubicBezTo>
                    <a:cubicBezTo>
                      <a:pt x="7908" y="545"/>
                      <a:pt x="7976" y="545"/>
                      <a:pt x="8045" y="545"/>
                    </a:cubicBezTo>
                    <a:cubicBezTo>
                      <a:pt x="8045" y="523"/>
                      <a:pt x="8045" y="500"/>
                      <a:pt x="8045" y="477"/>
                    </a:cubicBezTo>
                    <a:cubicBezTo>
                      <a:pt x="8068" y="477"/>
                      <a:pt x="8090" y="477"/>
                      <a:pt x="8114" y="477"/>
                    </a:cubicBezTo>
                    <a:cubicBezTo>
                      <a:pt x="8114" y="500"/>
                      <a:pt x="8114" y="522"/>
                      <a:pt x="8114" y="545"/>
                    </a:cubicBezTo>
                    <a:cubicBezTo>
                      <a:pt x="8136" y="545"/>
                      <a:pt x="8159" y="545"/>
                      <a:pt x="8182" y="545"/>
                    </a:cubicBezTo>
                    <a:cubicBezTo>
                      <a:pt x="8182" y="523"/>
                      <a:pt x="8182" y="500"/>
                      <a:pt x="8182" y="477"/>
                    </a:cubicBezTo>
                    <a:cubicBezTo>
                      <a:pt x="8294" y="477"/>
                      <a:pt x="8407" y="477"/>
                      <a:pt x="8523" y="477"/>
                    </a:cubicBezTo>
                    <a:cubicBezTo>
                      <a:pt x="8523" y="500"/>
                      <a:pt x="8523" y="522"/>
                      <a:pt x="8523" y="545"/>
                    </a:cubicBezTo>
                    <a:cubicBezTo>
                      <a:pt x="8568" y="545"/>
                      <a:pt x="8613" y="545"/>
                      <a:pt x="8659" y="545"/>
                    </a:cubicBezTo>
                    <a:cubicBezTo>
                      <a:pt x="8659" y="568"/>
                      <a:pt x="8659" y="590"/>
                      <a:pt x="8659" y="614"/>
                    </a:cubicBezTo>
                    <a:cubicBezTo>
                      <a:pt x="8749" y="614"/>
                      <a:pt x="8839" y="614"/>
                      <a:pt x="8932" y="614"/>
                    </a:cubicBezTo>
                    <a:cubicBezTo>
                      <a:pt x="8932" y="771"/>
                      <a:pt x="8932" y="929"/>
                      <a:pt x="8932" y="1091"/>
                    </a:cubicBezTo>
                    <a:cubicBezTo>
                      <a:pt x="8864" y="1091"/>
                      <a:pt x="8797" y="1091"/>
                      <a:pt x="8727" y="1091"/>
                    </a:cubicBezTo>
                    <a:cubicBezTo>
                      <a:pt x="8727" y="1158"/>
                      <a:pt x="8727" y="1226"/>
                      <a:pt x="8727" y="1295"/>
                    </a:cubicBezTo>
                    <a:cubicBezTo>
                      <a:pt x="8795" y="1295"/>
                      <a:pt x="8862" y="1295"/>
                      <a:pt x="8932" y="1295"/>
                    </a:cubicBezTo>
                    <a:cubicBezTo>
                      <a:pt x="8932" y="1318"/>
                      <a:pt x="8932" y="1340"/>
                      <a:pt x="8932" y="1364"/>
                    </a:cubicBezTo>
                    <a:cubicBezTo>
                      <a:pt x="8954" y="1364"/>
                      <a:pt x="8977" y="1364"/>
                      <a:pt x="9000" y="1364"/>
                    </a:cubicBezTo>
                    <a:cubicBezTo>
                      <a:pt x="9000" y="1386"/>
                      <a:pt x="9000" y="1409"/>
                      <a:pt x="9000" y="1432"/>
                    </a:cubicBezTo>
                    <a:cubicBezTo>
                      <a:pt x="9023" y="1432"/>
                      <a:pt x="9045" y="1432"/>
                      <a:pt x="9068" y="1432"/>
                    </a:cubicBezTo>
                    <a:cubicBezTo>
                      <a:pt x="9068" y="1634"/>
                      <a:pt x="9068" y="1837"/>
                      <a:pt x="9068" y="2045"/>
                    </a:cubicBezTo>
                    <a:cubicBezTo>
                      <a:pt x="9001" y="2068"/>
                      <a:pt x="8933" y="2090"/>
                      <a:pt x="8864" y="2114"/>
                    </a:cubicBezTo>
                    <a:cubicBezTo>
                      <a:pt x="8864" y="2046"/>
                      <a:pt x="8864" y="1979"/>
                      <a:pt x="8864" y="1909"/>
                    </a:cubicBezTo>
                    <a:cubicBezTo>
                      <a:pt x="8819" y="1909"/>
                      <a:pt x="8774" y="1909"/>
                      <a:pt x="8727" y="1909"/>
                    </a:cubicBezTo>
                    <a:cubicBezTo>
                      <a:pt x="8727" y="1977"/>
                      <a:pt x="8727" y="2044"/>
                      <a:pt x="8727" y="2114"/>
                    </a:cubicBezTo>
                    <a:cubicBezTo>
                      <a:pt x="8705" y="2114"/>
                      <a:pt x="8682" y="2114"/>
                      <a:pt x="8659" y="2114"/>
                    </a:cubicBezTo>
                    <a:cubicBezTo>
                      <a:pt x="8659" y="2136"/>
                      <a:pt x="8659" y="2159"/>
                      <a:pt x="8659" y="2182"/>
                    </a:cubicBezTo>
                    <a:cubicBezTo>
                      <a:pt x="8389" y="2182"/>
                      <a:pt x="8119" y="2182"/>
                      <a:pt x="7841" y="2182"/>
                    </a:cubicBezTo>
                    <a:cubicBezTo>
                      <a:pt x="7841" y="2204"/>
                      <a:pt x="7841" y="2227"/>
                      <a:pt x="7841" y="2250"/>
                    </a:cubicBezTo>
                    <a:cubicBezTo>
                      <a:pt x="7728" y="2250"/>
                      <a:pt x="7616" y="2250"/>
                      <a:pt x="7500" y="2250"/>
                    </a:cubicBezTo>
                    <a:cubicBezTo>
                      <a:pt x="7500" y="2227"/>
                      <a:pt x="7500" y="2205"/>
                      <a:pt x="7500" y="2182"/>
                    </a:cubicBezTo>
                    <a:cubicBezTo>
                      <a:pt x="7320" y="2182"/>
                      <a:pt x="7140" y="2182"/>
                      <a:pt x="6955" y="2182"/>
                    </a:cubicBezTo>
                    <a:cubicBezTo>
                      <a:pt x="6955" y="2159"/>
                      <a:pt x="6955" y="2137"/>
                      <a:pt x="6955" y="2114"/>
                    </a:cubicBezTo>
                    <a:cubicBezTo>
                      <a:pt x="6932" y="2114"/>
                      <a:pt x="6910" y="2114"/>
                      <a:pt x="6886" y="2114"/>
                    </a:cubicBezTo>
                    <a:cubicBezTo>
                      <a:pt x="6886" y="1956"/>
                      <a:pt x="6886" y="1799"/>
                      <a:pt x="6886" y="1636"/>
                    </a:cubicBezTo>
                    <a:cubicBezTo>
                      <a:pt x="6796" y="1636"/>
                      <a:pt x="6706" y="1636"/>
                      <a:pt x="6614" y="1636"/>
                    </a:cubicBezTo>
                    <a:cubicBezTo>
                      <a:pt x="6614" y="1659"/>
                      <a:pt x="6614" y="1681"/>
                      <a:pt x="6614" y="1705"/>
                    </a:cubicBezTo>
                    <a:cubicBezTo>
                      <a:pt x="6591" y="1705"/>
                      <a:pt x="6569" y="1705"/>
                      <a:pt x="6545" y="1705"/>
                    </a:cubicBezTo>
                    <a:cubicBezTo>
                      <a:pt x="6545" y="1840"/>
                      <a:pt x="6545" y="1975"/>
                      <a:pt x="6545" y="2114"/>
                    </a:cubicBezTo>
                    <a:cubicBezTo>
                      <a:pt x="6523" y="2114"/>
                      <a:pt x="6500" y="2114"/>
                      <a:pt x="6477" y="2114"/>
                    </a:cubicBezTo>
                    <a:cubicBezTo>
                      <a:pt x="6477" y="2136"/>
                      <a:pt x="6477" y="2159"/>
                      <a:pt x="6477" y="2182"/>
                    </a:cubicBezTo>
                    <a:cubicBezTo>
                      <a:pt x="6342" y="2182"/>
                      <a:pt x="6207" y="2182"/>
                      <a:pt x="6068" y="2182"/>
                    </a:cubicBezTo>
                    <a:cubicBezTo>
                      <a:pt x="6068" y="2204"/>
                      <a:pt x="6068" y="2227"/>
                      <a:pt x="6068" y="2250"/>
                    </a:cubicBezTo>
                    <a:cubicBezTo>
                      <a:pt x="5618" y="2250"/>
                      <a:pt x="5168" y="2250"/>
                      <a:pt x="4705" y="2250"/>
                    </a:cubicBezTo>
                    <a:cubicBezTo>
                      <a:pt x="4705" y="2273"/>
                      <a:pt x="4705" y="2295"/>
                      <a:pt x="4705" y="2318"/>
                    </a:cubicBezTo>
                    <a:cubicBezTo>
                      <a:pt x="4637" y="2318"/>
                      <a:pt x="4570" y="2318"/>
                      <a:pt x="4500" y="2318"/>
                    </a:cubicBezTo>
                    <a:cubicBezTo>
                      <a:pt x="4500" y="2296"/>
                      <a:pt x="4500" y="2273"/>
                      <a:pt x="4500" y="2250"/>
                    </a:cubicBezTo>
                    <a:cubicBezTo>
                      <a:pt x="4433" y="2250"/>
                      <a:pt x="4365" y="2250"/>
                      <a:pt x="4295" y="2250"/>
                    </a:cubicBezTo>
                    <a:cubicBezTo>
                      <a:pt x="4295" y="2273"/>
                      <a:pt x="4295" y="2295"/>
                      <a:pt x="4295" y="2318"/>
                    </a:cubicBezTo>
                    <a:cubicBezTo>
                      <a:pt x="4138" y="2318"/>
                      <a:pt x="3980" y="2318"/>
                      <a:pt x="3818" y="2318"/>
                    </a:cubicBezTo>
                    <a:cubicBezTo>
                      <a:pt x="3818" y="2296"/>
                      <a:pt x="3818" y="2273"/>
                      <a:pt x="3818" y="2250"/>
                    </a:cubicBezTo>
                    <a:cubicBezTo>
                      <a:pt x="3683" y="2250"/>
                      <a:pt x="3548" y="2250"/>
                      <a:pt x="3409" y="2250"/>
                    </a:cubicBezTo>
                    <a:cubicBezTo>
                      <a:pt x="3409" y="2227"/>
                      <a:pt x="3409" y="2205"/>
                      <a:pt x="3409" y="2182"/>
                    </a:cubicBezTo>
                    <a:cubicBezTo>
                      <a:pt x="3252" y="2182"/>
                      <a:pt x="3094" y="2182"/>
                      <a:pt x="2932" y="2182"/>
                    </a:cubicBezTo>
                    <a:cubicBezTo>
                      <a:pt x="2932" y="2204"/>
                      <a:pt x="2932" y="2227"/>
                      <a:pt x="2932" y="2250"/>
                    </a:cubicBezTo>
                    <a:cubicBezTo>
                      <a:pt x="2842" y="2250"/>
                      <a:pt x="2752" y="2250"/>
                      <a:pt x="2659" y="2250"/>
                    </a:cubicBezTo>
                    <a:cubicBezTo>
                      <a:pt x="2659" y="2227"/>
                      <a:pt x="2659" y="2205"/>
                      <a:pt x="2659" y="2182"/>
                    </a:cubicBezTo>
                    <a:cubicBezTo>
                      <a:pt x="2637" y="2182"/>
                      <a:pt x="2614" y="2182"/>
                      <a:pt x="2591" y="2182"/>
                    </a:cubicBezTo>
                    <a:cubicBezTo>
                      <a:pt x="2591" y="2159"/>
                      <a:pt x="2591" y="2137"/>
                      <a:pt x="2591" y="2114"/>
                    </a:cubicBezTo>
                    <a:cubicBezTo>
                      <a:pt x="2568" y="2114"/>
                      <a:pt x="2546" y="2114"/>
                      <a:pt x="2523" y="2114"/>
                    </a:cubicBezTo>
                    <a:cubicBezTo>
                      <a:pt x="2523" y="2136"/>
                      <a:pt x="2523" y="2159"/>
                      <a:pt x="2523" y="2182"/>
                    </a:cubicBezTo>
                    <a:cubicBezTo>
                      <a:pt x="2500" y="2182"/>
                      <a:pt x="2478" y="2182"/>
                      <a:pt x="2455" y="2182"/>
                    </a:cubicBezTo>
                    <a:cubicBezTo>
                      <a:pt x="2455" y="2204"/>
                      <a:pt x="2455" y="2227"/>
                      <a:pt x="2455" y="2250"/>
                    </a:cubicBezTo>
                    <a:cubicBezTo>
                      <a:pt x="2320" y="2250"/>
                      <a:pt x="2185" y="2250"/>
                      <a:pt x="2045" y="2250"/>
                    </a:cubicBezTo>
                    <a:cubicBezTo>
                      <a:pt x="2045" y="2227"/>
                      <a:pt x="2045" y="2205"/>
                      <a:pt x="2045" y="2182"/>
                    </a:cubicBezTo>
                    <a:cubicBezTo>
                      <a:pt x="1730" y="2182"/>
                      <a:pt x="1415" y="2182"/>
                      <a:pt x="1091" y="2182"/>
                    </a:cubicBezTo>
                    <a:cubicBezTo>
                      <a:pt x="1091" y="2204"/>
                      <a:pt x="1091" y="2227"/>
                      <a:pt x="1091" y="2250"/>
                    </a:cubicBezTo>
                    <a:cubicBezTo>
                      <a:pt x="798" y="2250"/>
                      <a:pt x="506" y="2250"/>
                      <a:pt x="205" y="2250"/>
                    </a:cubicBezTo>
                    <a:cubicBezTo>
                      <a:pt x="205" y="1913"/>
                      <a:pt x="205" y="1575"/>
                      <a:pt x="205" y="1227"/>
                    </a:cubicBezTo>
                    <a:cubicBezTo>
                      <a:pt x="160" y="1227"/>
                      <a:pt x="115" y="1227"/>
                      <a:pt x="68" y="1227"/>
                    </a:cubicBezTo>
                    <a:cubicBezTo>
                      <a:pt x="68" y="1677"/>
                      <a:pt x="68" y="2127"/>
                      <a:pt x="68" y="2591"/>
                    </a:cubicBezTo>
                    <a:cubicBezTo>
                      <a:pt x="113" y="2591"/>
                      <a:pt x="158" y="2591"/>
                      <a:pt x="205" y="2591"/>
                    </a:cubicBezTo>
                    <a:cubicBezTo>
                      <a:pt x="205" y="2568"/>
                      <a:pt x="205" y="2546"/>
                      <a:pt x="205" y="2523"/>
                    </a:cubicBezTo>
                    <a:cubicBezTo>
                      <a:pt x="227" y="2523"/>
                      <a:pt x="250" y="2523"/>
                      <a:pt x="273" y="2523"/>
                    </a:cubicBezTo>
                    <a:cubicBezTo>
                      <a:pt x="273" y="2500"/>
                      <a:pt x="273" y="2478"/>
                      <a:pt x="273" y="2455"/>
                    </a:cubicBezTo>
                    <a:cubicBezTo>
                      <a:pt x="318" y="2455"/>
                      <a:pt x="363" y="2455"/>
                      <a:pt x="409" y="2455"/>
                    </a:cubicBezTo>
                    <a:cubicBezTo>
                      <a:pt x="409" y="2477"/>
                      <a:pt x="409" y="2500"/>
                      <a:pt x="409" y="2523"/>
                    </a:cubicBezTo>
                    <a:cubicBezTo>
                      <a:pt x="432" y="2523"/>
                      <a:pt x="454" y="2523"/>
                      <a:pt x="477" y="2523"/>
                    </a:cubicBezTo>
                    <a:cubicBezTo>
                      <a:pt x="477" y="2545"/>
                      <a:pt x="477" y="2568"/>
                      <a:pt x="477" y="2591"/>
                    </a:cubicBezTo>
                    <a:cubicBezTo>
                      <a:pt x="500" y="2591"/>
                      <a:pt x="522" y="2591"/>
                      <a:pt x="545" y="2591"/>
                    </a:cubicBezTo>
                    <a:cubicBezTo>
                      <a:pt x="545" y="2568"/>
                      <a:pt x="545" y="2546"/>
                      <a:pt x="545" y="2523"/>
                    </a:cubicBezTo>
                    <a:cubicBezTo>
                      <a:pt x="568" y="2523"/>
                      <a:pt x="590" y="2523"/>
                      <a:pt x="614" y="2523"/>
                    </a:cubicBezTo>
                    <a:cubicBezTo>
                      <a:pt x="614" y="2500"/>
                      <a:pt x="614" y="2478"/>
                      <a:pt x="614" y="2455"/>
                    </a:cubicBezTo>
                    <a:cubicBezTo>
                      <a:pt x="681" y="2455"/>
                      <a:pt x="749" y="2455"/>
                      <a:pt x="818" y="2455"/>
                    </a:cubicBezTo>
                    <a:cubicBezTo>
                      <a:pt x="818" y="2477"/>
                      <a:pt x="818" y="2500"/>
                      <a:pt x="818" y="2523"/>
                    </a:cubicBezTo>
                    <a:cubicBezTo>
                      <a:pt x="1156" y="2523"/>
                      <a:pt x="1493" y="2523"/>
                      <a:pt x="1841" y="2523"/>
                    </a:cubicBezTo>
                    <a:cubicBezTo>
                      <a:pt x="1841" y="2500"/>
                      <a:pt x="1841" y="2478"/>
                      <a:pt x="1841" y="2455"/>
                    </a:cubicBezTo>
                    <a:cubicBezTo>
                      <a:pt x="1863" y="2455"/>
                      <a:pt x="1886" y="2455"/>
                      <a:pt x="1909" y="2455"/>
                    </a:cubicBezTo>
                    <a:cubicBezTo>
                      <a:pt x="1909" y="2432"/>
                      <a:pt x="1909" y="2410"/>
                      <a:pt x="1909" y="2386"/>
                    </a:cubicBezTo>
                    <a:cubicBezTo>
                      <a:pt x="1999" y="2386"/>
                      <a:pt x="2089" y="2386"/>
                      <a:pt x="2182" y="2386"/>
                    </a:cubicBezTo>
                    <a:cubicBezTo>
                      <a:pt x="2182" y="2409"/>
                      <a:pt x="2182" y="2431"/>
                      <a:pt x="2182" y="2455"/>
                    </a:cubicBezTo>
                    <a:cubicBezTo>
                      <a:pt x="2204" y="2455"/>
                      <a:pt x="2227" y="2455"/>
                      <a:pt x="2250" y="2455"/>
                    </a:cubicBezTo>
                    <a:cubicBezTo>
                      <a:pt x="2250" y="2477"/>
                      <a:pt x="2250" y="2500"/>
                      <a:pt x="2250" y="2523"/>
                    </a:cubicBezTo>
                    <a:cubicBezTo>
                      <a:pt x="2363" y="2523"/>
                      <a:pt x="2475" y="2523"/>
                      <a:pt x="2591" y="2523"/>
                    </a:cubicBezTo>
                    <a:cubicBezTo>
                      <a:pt x="2591" y="2500"/>
                      <a:pt x="2591" y="2478"/>
                      <a:pt x="2591" y="2455"/>
                    </a:cubicBezTo>
                    <a:cubicBezTo>
                      <a:pt x="2636" y="2455"/>
                      <a:pt x="2681" y="2455"/>
                      <a:pt x="2727" y="2455"/>
                    </a:cubicBezTo>
                    <a:cubicBezTo>
                      <a:pt x="2727" y="2477"/>
                      <a:pt x="2727" y="2500"/>
                      <a:pt x="2727" y="2523"/>
                    </a:cubicBezTo>
                    <a:cubicBezTo>
                      <a:pt x="3177" y="2523"/>
                      <a:pt x="3627" y="2523"/>
                      <a:pt x="4091" y="2523"/>
                    </a:cubicBezTo>
                    <a:cubicBezTo>
                      <a:pt x="4091" y="2500"/>
                      <a:pt x="4091" y="2478"/>
                      <a:pt x="4091" y="2455"/>
                    </a:cubicBezTo>
                    <a:cubicBezTo>
                      <a:pt x="4158" y="2455"/>
                      <a:pt x="4226" y="2455"/>
                      <a:pt x="4295" y="2455"/>
                    </a:cubicBezTo>
                    <a:cubicBezTo>
                      <a:pt x="4295" y="2477"/>
                      <a:pt x="4295" y="2500"/>
                      <a:pt x="4295" y="2523"/>
                    </a:cubicBezTo>
                    <a:cubicBezTo>
                      <a:pt x="4340" y="2523"/>
                      <a:pt x="4385" y="2523"/>
                      <a:pt x="4432" y="2523"/>
                    </a:cubicBezTo>
                    <a:cubicBezTo>
                      <a:pt x="4432" y="2545"/>
                      <a:pt x="4432" y="2568"/>
                      <a:pt x="4432" y="2591"/>
                    </a:cubicBezTo>
                    <a:cubicBezTo>
                      <a:pt x="4454" y="2591"/>
                      <a:pt x="4477" y="2591"/>
                      <a:pt x="4500" y="2591"/>
                    </a:cubicBezTo>
                    <a:cubicBezTo>
                      <a:pt x="4500" y="2613"/>
                      <a:pt x="4500" y="2636"/>
                      <a:pt x="4500" y="2659"/>
                    </a:cubicBezTo>
                    <a:cubicBezTo>
                      <a:pt x="4545" y="2659"/>
                      <a:pt x="4590" y="2659"/>
                      <a:pt x="4636" y="2659"/>
                    </a:cubicBezTo>
                    <a:cubicBezTo>
                      <a:pt x="4636" y="2637"/>
                      <a:pt x="4636" y="2614"/>
                      <a:pt x="4636" y="2591"/>
                    </a:cubicBezTo>
                    <a:cubicBezTo>
                      <a:pt x="4659" y="2591"/>
                      <a:pt x="4681" y="2591"/>
                      <a:pt x="4705" y="2591"/>
                    </a:cubicBezTo>
                    <a:cubicBezTo>
                      <a:pt x="4705" y="2568"/>
                      <a:pt x="4705" y="2546"/>
                      <a:pt x="4705" y="2523"/>
                    </a:cubicBezTo>
                    <a:cubicBezTo>
                      <a:pt x="4727" y="2523"/>
                      <a:pt x="4750" y="2523"/>
                      <a:pt x="4773" y="2523"/>
                    </a:cubicBezTo>
                    <a:cubicBezTo>
                      <a:pt x="4773" y="2500"/>
                      <a:pt x="4773" y="2478"/>
                      <a:pt x="4773" y="2455"/>
                    </a:cubicBezTo>
                    <a:cubicBezTo>
                      <a:pt x="5223" y="2455"/>
                      <a:pt x="5673" y="2455"/>
                      <a:pt x="6136" y="2455"/>
                    </a:cubicBezTo>
                    <a:cubicBezTo>
                      <a:pt x="6136" y="2477"/>
                      <a:pt x="6136" y="2500"/>
                      <a:pt x="6136" y="2523"/>
                    </a:cubicBezTo>
                    <a:cubicBezTo>
                      <a:pt x="6249" y="2523"/>
                      <a:pt x="6361" y="2523"/>
                      <a:pt x="6477" y="2523"/>
                    </a:cubicBezTo>
                    <a:cubicBezTo>
                      <a:pt x="6477" y="2545"/>
                      <a:pt x="6477" y="2568"/>
                      <a:pt x="6477" y="2591"/>
                    </a:cubicBezTo>
                    <a:cubicBezTo>
                      <a:pt x="6500" y="2591"/>
                      <a:pt x="6522" y="2591"/>
                      <a:pt x="6545" y="2591"/>
                    </a:cubicBezTo>
                    <a:cubicBezTo>
                      <a:pt x="6545" y="2703"/>
                      <a:pt x="6545" y="2816"/>
                      <a:pt x="6545" y="2932"/>
                    </a:cubicBezTo>
                    <a:cubicBezTo>
                      <a:pt x="6568" y="2932"/>
                      <a:pt x="6590" y="2932"/>
                      <a:pt x="6614" y="2932"/>
                    </a:cubicBezTo>
                    <a:cubicBezTo>
                      <a:pt x="6614" y="2954"/>
                      <a:pt x="6614" y="2977"/>
                      <a:pt x="6614" y="3000"/>
                    </a:cubicBezTo>
                    <a:cubicBezTo>
                      <a:pt x="6681" y="3000"/>
                      <a:pt x="6749" y="3000"/>
                      <a:pt x="6818" y="3000"/>
                    </a:cubicBezTo>
                    <a:cubicBezTo>
                      <a:pt x="6818" y="2977"/>
                      <a:pt x="6818" y="2955"/>
                      <a:pt x="6818" y="2932"/>
                    </a:cubicBezTo>
                    <a:cubicBezTo>
                      <a:pt x="6841" y="2932"/>
                      <a:pt x="6863" y="2932"/>
                      <a:pt x="6886" y="2932"/>
                    </a:cubicBezTo>
                    <a:cubicBezTo>
                      <a:pt x="6875" y="3134"/>
                      <a:pt x="6864" y="3337"/>
                      <a:pt x="6852" y="3545"/>
                    </a:cubicBezTo>
                    <a:cubicBezTo>
                      <a:pt x="6841" y="3523"/>
                      <a:pt x="6830" y="3500"/>
                      <a:pt x="6818" y="3477"/>
                    </a:cubicBezTo>
                    <a:cubicBezTo>
                      <a:pt x="6785" y="3471"/>
                      <a:pt x="6785" y="3471"/>
                      <a:pt x="6748" y="3473"/>
                    </a:cubicBezTo>
                    <a:cubicBezTo>
                      <a:pt x="6736" y="3474"/>
                      <a:pt x="6723" y="3474"/>
                      <a:pt x="6710" y="3475"/>
                    </a:cubicBezTo>
                    <a:cubicBezTo>
                      <a:pt x="6701" y="3476"/>
                      <a:pt x="6692" y="3476"/>
                      <a:pt x="6682" y="3477"/>
                    </a:cubicBezTo>
                    <a:cubicBezTo>
                      <a:pt x="6682" y="3455"/>
                      <a:pt x="6682" y="3432"/>
                      <a:pt x="6682" y="3409"/>
                    </a:cubicBezTo>
                    <a:cubicBezTo>
                      <a:pt x="6659" y="3409"/>
                      <a:pt x="6637" y="3409"/>
                      <a:pt x="6614" y="3409"/>
                    </a:cubicBezTo>
                    <a:cubicBezTo>
                      <a:pt x="6614" y="3432"/>
                      <a:pt x="6614" y="3454"/>
                      <a:pt x="6614" y="3477"/>
                    </a:cubicBezTo>
                    <a:cubicBezTo>
                      <a:pt x="6591" y="3477"/>
                      <a:pt x="6569" y="3477"/>
                      <a:pt x="6545" y="3477"/>
                    </a:cubicBezTo>
                    <a:cubicBezTo>
                      <a:pt x="6545" y="3567"/>
                      <a:pt x="6545" y="3657"/>
                      <a:pt x="6545" y="3750"/>
                    </a:cubicBezTo>
                    <a:cubicBezTo>
                      <a:pt x="6568" y="3750"/>
                      <a:pt x="6590" y="3750"/>
                      <a:pt x="6614" y="3750"/>
                    </a:cubicBezTo>
                    <a:cubicBezTo>
                      <a:pt x="6614" y="3773"/>
                      <a:pt x="6614" y="3795"/>
                      <a:pt x="6614" y="3818"/>
                    </a:cubicBezTo>
                    <a:cubicBezTo>
                      <a:pt x="6636" y="3818"/>
                      <a:pt x="6659" y="3818"/>
                      <a:pt x="6682" y="3818"/>
                    </a:cubicBezTo>
                    <a:cubicBezTo>
                      <a:pt x="6682" y="3796"/>
                      <a:pt x="6682" y="3773"/>
                      <a:pt x="6682" y="3750"/>
                    </a:cubicBezTo>
                    <a:cubicBezTo>
                      <a:pt x="6704" y="3750"/>
                      <a:pt x="6727" y="3750"/>
                      <a:pt x="6750" y="3750"/>
                    </a:cubicBezTo>
                    <a:cubicBezTo>
                      <a:pt x="6750" y="3727"/>
                      <a:pt x="6750" y="3705"/>
                      <a:pt x="6750" y="3682"/>
                    </a:cubicBezTo>
                    <a:cubicBezTo>
                      <a:pt x="6795" y="3682"/>
                      <a:pt x="6840" y="3682"/>
                      <a:pt x="6886" y="3682"/>
                    </a:cubicBezTo>
                    <a:cubicBezTo>
                      <a:pt x="6875" y="3817"/>
                      <a:pt x="6864" y="3952"/>
                      <a:pt x="6852" y="4091"/>
                    </a:cubicBezTo>
                    <a:cubicBezTo>
                      <a:pt x="6819" y="4091"/>
                      <a:pt x="6785" y="4091"/>
                      <a:pt x="6750" y="4091"/>
                    </a:cubicBezTo>
                    <a:cubicBezTo>
                      <a:pt x="6750" y="4113"/>
                      <a:pt x="6750" y="4136"/>
                      <a:pt x="6750" y="4159"/>
                    </a:cubicBezTo>
                    <a:cubicBezTo>
                      <a:pt x="6683" y="4159"/>
                      <a:pt x="6615" y="4159"/>
                      <a:pt x="6545" y="4159"/>
                    </a:cubicBezTo>
                    <a:cubicBezTo>
                      <a:pt x="6545" y="4182"/>
                      <a:pt x="6545" y="4204"/>
                      <a:pt x="6545" y="4227"/>
                    </a:cubicBezTo>
                    <a:cubicBezTo>
                      <a:pt x="6455" y="4227"/>
                      <a:pt x="6365" y="4227"/>
                      <a:pt x="6273" y="4227"/>
                    </a:cubicBezTo>
                    <a:cubicBezTo>
                      <a:pt x="6273" y="4250"/>
                      <a:pt x="6273" y="4272"/>
                      <a:pt x="6273" y="4295"/>
                    </a:cubicBezTo>
                    <a:cubicBezTo>
                      <a:pt x="6070" y="4295"/>
                      <a:pt x="5868" y="4295"/>
                      <a:pt x="5659" y="4295"/>
                    </a:cubicBezTo>
                    <a:cubicBezTo>
                      <a:pt x="5659" y="4363"/>
                      <a:pt x="5659" y="4430"/>
                      <a:pt x="5659" y="4500"/>
                    </a:cubicBezTo>
                    <a:cubicBezTo>
                      <a:pt x="5929" y="4500"/>
                      <a:pt x="6199" y="4500"/>
                      <a:pt x="6477" y="4500"/>
                    </a:cubicBezTo>
                    <a:cubicBezTo>
                      <a:pt x="6477" y="4523"/>
                      <a:pt x="6477" y="4545"/>
                      <a:pt x="6477" y="4568"/>
                    </a:cubicBezTo>
                    <a:cubicBezTo>
                      <a:pt x="6500" y="4568"/>
                      <a:pt x="6522" y="4568"/>
                      <a:pt x="6545" y="4568"/>
                    </a:cubicBezTo>
                    <a:cubicBezTo>
                      <a:pt x="6545" y="4748"/>
                      <a:pt x="6545" y="4928"/>
                      <a:pt x="6545" y="5114"/>
                    </a:cubicBezTo>
                    <a:cubicBezTo>
                      <a:pt x="6568" y="5114"/>
                      <a:pt x="6590" y="5114"/>
                      <a:pt x="6614" y="5114"/>
                    </a:cubicBezTo>
                    <a:cubicBezTo>
                      <a:pt x="6614" y="5136"/>
                      <a:pt x="6614" y="5159"/>
                      <a:pt x="6614" y="5182"/>
                    </a:cubicBezTo>
                    <a:cubicBezTo>
                      <a:pt x="6704" y="5182"/>
                      <a:pt x="6794" y="5182"/>
                      <a:pt x="6886" y="5182"/>
                    </a:cubicBezTo>
                    <a:cubicBezTo>
                      <a:pt x="6886" y="5002"/>
                      <a:pt x="6886" y="4822"/>
                      <a:pt x="6886" y="4636"/>
                    </a:cubicBezTo>
                    <a:cubicBezTo>
                      <a:pt x="6909" y="4636"/>
                      <a:pt x="6931" y="4636"/>
                      <a:pt x="6955" y="4636"/>
                    </a:cubicBezTo>
                    <a:cubicBezTo>
                      <a:pt x="6955" y="4614"/>
                      <a:pt x="6955" y="4591"/>
                      <a:pt x="6955" y="4568"/>
                    </a:cubicBezTo>
                    <a:cubicBezTo>
                      <a:pt x="7135" y="4568"/>
                      <a:pt x="7315" y="4568"/>
                      <a:pt x="7500" y="4568"/>
                    </a:cubicBezTo>
                    <a:cubicBezTo>
                      <a:pt x="7500" y="4546"/>
                      <a:pt x="7500" y="4523"/>
                      <a:pt x="7500" y="4500"/>
                    </a:cubicBezTo>
                    <a:cubicBezTo>
                      <a:pt x="7523" y="4500"/>
                      <a:pt x="7545" y="4500"/>
                      <a:pt x="7568" y="4500"/>
                    </a:cubicBezTo>
                    <a:cubicBezTo>
                      <a:pt x="7568" y="4477"/>
                      <a:pt x="7568" y="4455"/>
                      <a:pt x="7568" y="4432"/>
                    </a:cubicBezTo>
                    <a:cubicBezTo>
                      <a:pt x="7591" y="4432"/>
                      <a:pt x="7613" y="4432"/>
                      <a:pt x="7636" y="4432"/>
                    </a:cubicBezTo>
                    <a:cubicBezTo>
                      <a:pt x="7636" y="4387"/>
                      <a:pt x="7636" y="4342"/>
                      <a:pt x="7636" y="4295"/>
                    </a:cubicBezTo>
                    <a:cubicBezTo>
                      <a:pt x="7659" y="4295"/>
                      <a:pt x="7681" y="4295"/>
                      <a:pt x="7705" y="4295"/>
                    </a:cubicBezTo>
                    <a:cubicBezTo>
                      <a:pt x="7705" y="4273"/>
                      <a:pt x="7705" y="4250"/>
                      <a:pt x="7705" y="4227"/>
                    </a:cubicBezTo>
                    <a:cubicBezTo>
                      <a:pt x="7862" y="4227"/>
                      <a:pt x="8020" y="4227"/>
                      <a:pt x="8182" y="4227"/>
                    </a:cubicBezTo>
                    <a:cubicBezTo>
                      <a:pt x="8182" y="4250"/>
                      <a:pt x="8182" y="4272"/>
                      <a:pt x="8182" y="4295"/>
                    </a:cubicBezTo>
                    <a:cubicBezTo>
                      <a:pt x="8204" y="4295"/>
                      <a:pt x="8227" y="4295"/>
                      <a:pt x="8250" y="4295"/>
                    </a:cubicBezTo>
                    <a:cubicBezTo>
                      <a:pt x="8250" y="4318"/>
                      <a:pt x="8250" y="4340"/>
                      <a:pt x="8250" y="4364"/>
                    </a:cubicBezTo>
                    <a:cubicBezTo>
                      <a:pt x="8273" y="4364"/>
                      <a:pt x="8295" y="4364"/>
                      <a:pt x="8318" y="4364"/>
                    </a:cubicBezTo>
                    <a:cubicBezTo>
                      <a:pt x="8318" y="4409"/>
                      <a:pt x="8318" y="4454"/>
                      <a:pt x="8318" y="4500"/>
                    </a:cubicBezTo>
                    <a:cubicBezTo>
                      <a:pt x="8431" y="4500"/>
                      <a:pt x="8543" y="4500"/>
                      <a:pt x="8659" y="4500"/>
                    </a:cubicBezTo>
                    <a:cubicBezTo>
                      <a:pt x="8659" y="4523"/>
                      <a:pt x="8659" y="4545"/>
                      <a:pt x="8659" y="4568"/>
                    </a:cubicBezTo>
                    <a:cubicBezTo>
                      <a:pt x="8682" y="4568"/>
                      <a:pt x="8704" y="4568"/>
                      <a:pt x="8727" y="4568"/>
                    </a:cubicBezTo>
                    <a:cubicBezTo>
                      <a:pt x="8727" y="4613"/>
                      <a:pt x="8727" y="4658"/>
                      <a:pt x="8727" y="4705"/>
                    </a:cubicBezTo>
                    <a:cubicBezTo>
                      <a:pt x="8772" y="4705"/>
                      <a:pt x="8817" y="4705"/>
                      <a:pt x="8864" y="4705"/>
                    </a:cubicBezTo>
                    <a:cubicBezTo>
                      <a:pt x="8864" y="4682"/>
                      <a:pt x="8864" y="4660"/>
                      <a:pt x="8864" y="4636"/>
                    </a:cubicBezTo>
                    <a:cubicBezTo>
                      <a:pt x="8873" y="4646"/>
                      <a:pt x="8882" y="4656"/>
                      <a:pt x="8891" y="4666"/>
                    </a:cubicBezTo>
                    <a:cubicBezTo>
                      <a:pt x="8903" y="4679"/>
                      <a:pt x="8915" y="4692"/>
                      <a:pt x="8928" y="4705"/>
                    </a:cubicBezTo>
                    <a:cubicBezTo>
                      <a:pt x="8933" y="4711"/>
                      <a:pt x="8939" y="4718"/>
                      <a:pt x="8946" y="4724"/>
                    </a:cubicBezTo>
                    <a:cubicBezTo>
                      <a:pt x="8964" y="4743"/>
                      <a:pt x="8964" y="4743"/>
                      <a:pt x="9000" y="4773"/>
                    </a:cubicBezTo>
                    <a:cubicBezTo>
                      <a:pt x="9023" y="4773"/>
                      <a:pt x="9045" y="4773"/>
                      <a:pt x="9068" y="4773"/>
                    </a:cubicBezTo>
                    <a:cubicBezTo>
                      <a:pt x="9068" y="4975"/>
                      <a:pt x="9068" y="5178"/>
                      <a:pt x="9068" y="5386"/>
                    </a:cubicBezTo>
                    <a:cubicBezTo>
                      <a:pt x="9046" y="5386"/>
                      <a:pt x="9023" y="5386"/>
                      <a:pt x="9000" y="5386"/>
                    </a:cubicBezTo>
                    <a:cubicBezTo>
                      <a:pt x="9000" y="5409"/>
                      <a:pt x="9000" y="5431"/>
                      <a:pt x="9000" y="5455"/>
                    </a:cubicBezTo>
                    <a:cubicBezTo>
                      <a:pt x="8978" y="5455"/>
                      <a:pt x="8955" y="5455"/>
                      <a:pt x="8932" y="5455"/>
                    </a:cubicBezTo>
                    <a:cubicBezTo>
                      <a:pt x="8932" y="5477"/>
                      <a:pt x="8932" y="5500"/>
                      <a:pt x="8932" y="5523"/>
                    </a:cubicBezTo>
                    <a:cubicBezTo>
                      <a:pt x="8864" y="5523"/>
                      <a:pt x="8797" y="5523"/>
                      <a:pt x="8727" y="5523"/>
                    </a:cubicBezTo>
                    <a:cubicBezTo>
                      <a:pt x="8727" y="5613"/>
                      <a:pt x="8727" y="5703"/>
                      <a:pt x="8727" y="5795"/>
                    </a:cubicBezTo>
                    <a:cubicBezTo>
                      <a:pt x="8772" y="5795"/>
                      <a:pt x="8817" y="5795"/>
                      <a:pt x="8864" y="5795"/>
                    </a:cubicBezTo>
                    <a:cubicBezTo>
                      <a:pt x="8864" y="5773"/>
                      <a:pt x="8864" y="5750"/>
                      <a:pt x="8864" y="5727"/>
                    </a:cubicBezTo>
                    <a:cubicBezTo>
                      <a:pt x="8931" y="5750"/>
                      <a:pt x="8999" y="5772"/>
                      <a:pt x="9068" y="5795"/>
                    </a:cubicBezTo>
                    <a:cubicBezTo>
                      <a:pt x="9057" y="5908"/>
                      <a:pt x="9046" y="6020"/>
                      <a:pt x="9034" y="6136"/>
                    </a:cubicBezTo>
                    <a:cubicBezTo>
                      <a:pt x="9000" y="6136"/>
                      <a:pt x="8967" y="6136"/>
                      <a:pt x="8932" y="6136"/>
                    </a:cubicBezTo>
                    <a:cubicBezTo>
                      <a:pt x="8932" y="6159"/>
                      <a:pt x="8932" y="6181"/>
                      <a:pt x="8932" y="6205"/>
                    </a:cubicBezTo>
                    <a:cubicBezTo>
                      <a:pt x="8887" y="6205"/>
                      <a:pt x="8842" y="6205"/>
                      <a:pt x="8795" y="6205"/>
                    </a:cubicBezTo>
                    <a:cubicBezTo>
                      <a:pt x="8795" y="6227"/>
                      <a:pt x="8795" y="6250"/>
                      <a:pt x="8795" y="6273"/>
                    </a:cubicBezTo>
                    <a:cubicBezTo>
                      <a:pt x="8705" y="6273"/>
                      <a:pt x="8615" y="6273"/>
                      <a:pt x="8523" y="6273"/>
                    </a:cubicBezTo>
                    <a:cubicBezTo>
                      <a:pt x="8523" y="6250"/>
                      <a:pt x="8523" y="6228"/>
                      <a:pt x="8523" y="6205"/>
                    </a:cubicBezTo>
                    <a:cubicBezTo>
                      <a:pt x="8275" y="6205"/>
                      <a:pt x="8028" y="6205"/>
                      <a:pt x="7773" y="6205"/>
                    </a:cubicBezTo>
                    <a:cubicBezTo>
                      <a:pt x="7773" y="6227"/>
                      <a:pt x="7773" y="6250"/>
                      <a:pt x="7773" y="6273"/>
                    </a:cubicBezTo>
                    <a:cubicBezTo>
                      <a:pt x="7728" y="6273"/>
                      <a:pt x="7683" y="6273"/>
                      <a:pt x="7636" y="6273"/>
                    </a:cubicBezTo>
                    <a:cubicBezTo>
                      <a:pt x="7636" y="6340"/>
                      <a:pt x="7636" y="6408"/>
                      <a:pt x="7636" y="6477"/>
                    </a:cubicBezTo>
                    <a:cubicBezTo>
                      <a:pt x="7659" y="6477"/>
                      <a:pt x="7681" y="6477"/>
                      <a:pt x="7705" y="6477"/>
                    </a:cubicBezTo>
                    <a:cubicBezTo>
                      <a:pt x="7705" y="6500"/>
                      <a:pt x="7705" y="6522"/>
                      <a:pt x="7705" y="6545"/>
                    </a:cubicBezTo>
                    <a:cubicBezTo>
                      <a:pt x="7930" y="6545"/>
                      <a:pt x="8155" y="6545"/>
                      <a:pt x="8386" y="6545"/>
                    </a:cubicBezTo>
                    <a:cubicBezTo>
                      <a:pt x="8386" y="6523"/>
                      <a:pt x="8386" y="6500"/>
                      <a:pt x="8386" y="6477"/>
                    </a:cubicBezTo>
                    <a:cubicBezTo>
                      <a:pt x="8409" y="6477"/>
                      <a:pt x="8431" y="6477"/>
                      <a:pt x="8455" y="6477"/>
                    </a:cubicBezTo>
                    <a:cubicBezTo>
                      <a:pt x="8455" y="6455"/>
                      <a:pt x="8455" y="6432"/>
                      <a:pt x="8455" y="6409"/>
                    </a:cubicBezTo>
                    <a:cubicBezTo>
                      <a:pt x="8522" y="6409"/>
                      <a:pt x="8590" y="6409"/>
                      <a:pt x="8659" y="6409"/>
                    </a:cubicBezTo>
                    <a:cubicBezTo>
                      <a:pt x="8659" y="6432"/>
                      <a:pt x="8659" y="6454"/>
                      <a:pt x="8659" y="6477"/>
                    </a:cubicBezTo>
                    <a:cubicBezTo>
                      <a:pt x="8704" y="6477"/>
                      <a:pt x="8749" y="6477"/>
                      <a:pt x="8795" y="6477"/>
                    </a:cubicBezTo>
                    <a:cubicBezTo>
                      <a:pt x="8795" y="6500"/>
                      <a:pt x="8795" y="6522"/>
                      <a:pt x="8795" y="6545"/>
                    </a:cubicBezTo>
                    <a:cubicBezTo>
                      <a:pt x="8818" y="6545"/>
                      <a:pt x="8840" y="6545"/>
                      <a:pt x="8864" y="6545"/>
                    </a:cubicBezTo>
                    <a:cubicBezTo>
                      <a:pt x="8864" y="6568"/>
                      <a:pt x="8864" y="6590"/>
                      <a:pt x="8864" y="6614"/>
                    </a:cubicBezTo>
                    <a:cubicBezTo>
                      <a:pt x="8931" y="6614"/>
                      <a:pt x="8999" y="6614"/>
                      <a:pt x="9068" y="6614"/>
                    </a:cubicBezTo>
                    <a:cubicBezTo>
                      <a:pt x="9068" y="6591"/>
                      <a:pt x="9068" y="6569"/>
                      <a:pt x="9068" y="6545"/>
                    </a:cubicBezTo>
                    <a:cubicBezTo>
                      <a:pt x="9293" y="6545"/>
                      <a:pt x="9518" y="6545"/>
                      <a:pt x="9750" y="6545"/>
                    </a:cubicBezTo>
                    <a:cubicBezTo>
                      <a:pt x="9750" y="6523"/>
                      <a:pt x="9750" y="6500"/>
                      <a:pt x="9750" y="6477"/>
                    </a:cubicBezTo>
                    <a:cubicBezTo>
                      <a:pt x="9773" y="6477"/>
                      <a:pt x="9795" y="6477"/>
                      <a:pt x="9818" y="6477"/>
                    </a:cubicBezTo>
                    <a:cubicBezTo>
                      <a:pt x="9818" y="6455"/>
                      <a:pt x="9818" y="6432"/>
                      <a:pt x="9818" y="6409"/>
                    </a:cubicBezTo>
                    <a:cubicBezTo>
                      <a:pt x="9841" y="6409"/>
                      <a:pt x="9863" y="6409"/>
                      <a:pt x="9886" y="6409"/>
                    </a:cubicBezTo>
                    <a:cubicBezTo>
                      <a:pt x="9886" y="6342"/>
                      <a:pt x="9886" y="6274"/>
                      <a:pt x="9886" y="6205"/>
                    </a:cubicBezTo>
                    <a:cubicBezTo>
                      <a:pt x="10044" y="6205"/>
                      <a:pt x="10201" y="6205"/>
                      <a:pt x="10364" y="6205"/>
                    </a:cubicBezTo>
                    <a:cubicBezTo>
                      <a:pt x="10364" y="6250"/>
                      <a:pt x="10364" y="6295"/>
                      <a:pt x="10364" y="6341"/>
                    </a:cubicBezTo>
                    <a:cubicBezTo>
                      <a:pt x="10386" y="6341"/>
                      <a:pt x="10409" y="6341"/>
                      <a:pt x="10432" y="6341"/>
                    </a:cubicBezTo>
                    <a:cubicBezTo>
                      <a:pt x="10432" y="6363"/>
                      <a:pt x="10432" y="6386"/>
                      <a:pt x="10432" y="6409"/>
                    </a:cubicBezTo>
                    <a:cubicBezTo>
                      <a:pt x="10454" y="6409"/>
                      <a:pt x="10477" y="6409"/>
                      <a:pt x="10500" y="6409"/>
                    </a:cubicBezTo>
                    <a:cubicBezTo>
                      <a:pt x="10500" y="6432"/>
                      <a:pt x="10500" y="6454"/>
                      <a:pt x="10500" y="6477"/>
                    </a:cubicBezTo>
                    <a:cubicBezTo>
                      <a:pt x="10545" y="6477"/>
                      <a:pt x="10590" y="6477"/>
                      <a:pt x="10636" y="6477"/>
                    </a:cubicBezTo>
                    <a:cubicBezTo>
                      <a:pt x="10636" y="6500"/>
                      <a:pt x="10636" y="6522"/>
                      <a:pt x="10636" y="6545"/>
                    </a:cubicBezTo>
                    <a:cubicBezTo>
                      <a:pt x="10681" y="6545"/>
                      <a:pt x="10726" y="6545"/>
                      <a:pt x="10773" y="6545"/>
                    </a:cubicBezTo>
                    <a:cubicBezTo>
                      <a:pt x="10773" y="6568"/>
                      <a:pt x="10773" y="6590"/>
                      <a:pt x="10773" y="6614"/>
                    </a:cubicBezTo>
                    <a:cubicBezTo>
                      <a:pt x="10795" y="6614"/>
                      <a:pt x="10818" y="6614"/>
                      <a:pt x="10841" y="6614"/>
                    </a:cubicBezTo>
                    <a:cubicBezTo>
                      <a:pt x="10841" y="6704"/>
                      <a:pt x="10841" y="6794"/>
                      <a:pt x="10841" y="6886"/>
                    </a:cubicBezTo>
                    <a:cubicBezTo>
                      <a:pt x="10863" y="6886"/>
                      <a:pt x="10886" y="6886"/>
                      <a:pt x="10909" y="6886"/>
                    </a:cubicBezTo>
                    <a:cubicBezTo>
                      <a:pt x="10909" y="6909"/>
                      <a:pt x="10909" y="6931"/>
                      <a:pt x="10909" y="6955"/>
                    </a:cubicBezTo>
                    <a:cubicBezTo>
                      <a:pt x="10999" y="6955"/>
                      <a:pt x="11089" y="6955"/>
                      <a:pt x="11182" y="6955"/>
                    </a:cubicBezTo>
                    <a:cubicBezTo>
                      <a:pt x="11182" y="6842"/>
                      <a:pt x="11182" y="6730"/>
                      <a:pt x="11182" y="6614"/>
                    </a:cubicBezTo>
                    <a:cubicBezTo>
                      <a:pt x="11204" y="6614"/>
                      <a:pt x="11227" y="6614"/>
                      <a:pt x="11250" y="6614"/>
                    </a:cubicBezTo>
                    <a:cubicBezTo>
                      <a:pt x="11250" y="6591"/>
                      <a:pt x="11250" y="6569"/>
                      <a:pt x="11250" y="6545"/>
                    </a:cubicBezTo>
                    <a:cubicBezTo>
                      <a:pt x="11520" y="6545"/>
                      <a:pt x="11790" y="6545"/>
                      <a:pt x="12068" y="6545"/>
                    </a:cubicBezTo>
                    <a:cubicBezTo>
                      <a:pt x="12068" y="6523"/>
                      <a:pt x="12068" y="6500"/>
                      <a:pt x="12068" y="6477"/>
                    </a:cubicBezTo>
                    <a:cubicBezTo>
                      <a:pt x="12091" y="6477"/>
                      <a:pt x="12113" y="6477"/>
                      <a:pt x="12136" y="6477"/>
                    </a:cubicBezTo>
                    <a:cubicBezTo>
                      <a:pt x="12136" y="6455"/>
                      <a:pt x="12136" y="6432"/>
                      <a:pt x="12136" y="6409"/>
                    </a:cubicBezTo>
                    <a:cubicBezTo>
                      <a:pt x="12091" y="6409"/>
                      <a:pt x="12046" y="6409"/>
                      <a:pt x="12000" y="6409"/>
                    </a:cubicBezTo>
                    <a:cubicBezTo>
                      <a:pt x="12000" y="6387"/>
                      <a:pt x="12000" y="6364"/>
                      <a:pt x="12000" y="6341"/>
                    </a:cubicBezTo>
                    <a:cubicBezTo>
                      <a:pt x="11888" y="6341"/>
                      <a:pt x="11775" y="6341"/>
                      <a:pt x="11659" y="6341"/>
                    </a:cubicBezTo>
                    <a:cubicBezTo>
                      <a:pt x="11659" y="6318"/>
                      <a:pt x="11659" y="6296"/>
                      <a:pt x="11659" y="6273"/>
                    </a:cubicBezTo>
                    <a:cubicBezTo>
                      <a:pt x="11614" y="6273"/>
                      <a:pt x="11569" y="6273"/>
                      <a:pt x="11523" y="6273"/>
                    </a:cubicBezTo>
                    <a:cubicBezTo>
                      <a:pt x="11523" y="6250"/>
                      <a:pt x="11523" y="6228"/>
                      <a:pt x="11523" y="6205"/>
                    </a:cubicBezTo>
                    <a:cubicBezTo>
                      <a:pt x="11433" y="6205"/>
                      <a:pt x="11343" y="6205"/>
                      <a:pt x="11250" y="6205"/>
                    </a:cubicBezTo>
                    <a:cubicBezTo>
                      <a:pt x="11250" y="6182"/>
                      <a:pt x="11250" y="6160"/>
                      <a:pt x="11250" y="6136"/>
                    </a:cubicBezTo>
                    <a:cubicBezTo>
                      <a:pt x="11228" y="6136"/>
                      <a:pt x="11205" y="6136"/>
                      <a:pt x="11182" y="6136"/>
                    </a:cubicBezTo>
                    <a:cubicBezTo>
                      <a:pt x="11182" y="6024"/>
                      <a:pt x="11182" y="5911"/>
                      <a:pt x="11182" y="5795"/>
                    </a:cubicBezTo>
                    <a:cubicBezTo>
                      <a:pt x="11159" y="5795"/>
                      <a:pt x="11137" y="5795"/>
                      <a:pt x="11114" y="5795"/>
                    </a:cubicBezTo>
                    <a:cubicBezTo>
                      <a:pt x="11114" y="5750"/>
                      <a:pt x="11114" y="5705"/>
                      <a:pt x="11114" y="5659"/>
                    </a:cubicBezTo>
                    <a:cubicBezTo>
                      <a:pt x="11046" y="5659"/>
                      <a:pt x="10979" y="5659"/>
                      <a:pt x="10909" y="5659"/>
                    </a:cubicBezTo>
                    <a:cubicBezTo>
                      <a:pt x="10909" y="5682"/>
                      <a:pt x="10909" y="5704"/>
                      <a:pt x="10909" y="5727"/>
                    </a:cubicBezTo>
                    <a:cubicBezTo>
                      <a:pt x="10887" y="5727"/>
                      <a:pt x="10864" y="5727"/>
                      <a:pt x="10841" y="5727"/>
                    </a:cubicBezTo>
                    <a:cubicBezTo>
                      <a:pt x="10841" y="5637"/>
                      <a:pt x="10841" y="5547"/>
                      <a:pt x="10841" y="5455"/>
                    </a:cubicBezTo>
                    <a:cubicBezTo>
                      <a:pt x="10863" y="5455"/>
                      <a:pt x="10886" y="5455"/>
                      <a:pt x="10909" y="5455"/>
                    </a:cubicBezTo>
                    <a:cubicBezTo>
                      <a:pt x="10909" y="5410"/>
                      <a:pt x="10909" y="5365"/>
                      <a:pt x="10909" y="5318"/>
                    </a:cubicBezTo>
                    <a:cubicBezTo>
                      <a:pt x="10932" y="5318"/>
                      <a:pt x="10954" y="5318"/>
                      <a:pt x="10977" y="5318"/>
                    </a:cubicBezTo>
                    <a:cubicBezTo>
                      <a:pt x="10977" y="5296"/>
                      <a:pt x="10977" y="5273"/>
                      <a:pt x="10977" y="5250"/>
                    </a:cubicBezTo>
                    <a:cubicBezTo>
                      <a:pt x="11000" y="5250"/>
                      <a:pt x="11022" y="5250"/>
                      <a:pt x="11045" y="5250"/>
                    </a:cubicBezTo>
                    <a:cubicBezTo>
                      <a:pt x="11045" y="5227"/>
                      <a:pt x="11045" y="5205"/>
                      <a:pt x="11045" y="5182"/>
                    </a:cubicBezTo>
                    <a:cubicBezTo>
                      <a:pt x="11068" y="5182"/>
                      <a:pt x="11090" y="5182"/>
                      <a:pt x="11114" y="5182"/>
                    </a:cubicBezTo>
                    <a:cubicBezTo>
                      <a:pt x="11114" y="5159"/>
                      <a:pt x="11114" y="5137"/>
                      <a:pt x="11114" y="5114"/>
                    </a:cubicBezTo>
                    <a:cubicBezTo>
                      <a:pt x="11136" y="5114"/>
                      <a:pt x="11159" y="5114"/>
                      <a:pt x="11182" y="5114"/>
                    </a:cubicBezTo>
                    <a:cubicBezTo>
                      <a:pt x="11182" y="4934"/>
                      <a:pt x="11182" y="4754"/>
                      <a:pt x="11182" y="4568"/>
                    </a:cubicBezTo>
                    <a:cubicBezTo>
                      <a:pt x="11204" y="4568"/>
                      <a:pt x="11227" y="4568"/>
                      <a:pt x="11250" y="4568"/>
                    </a:cubicBezTo>
                    <a:cubicBezTo>
                      <a:pt x="11250" y="4546"/>
                      <a:pt x="11250" y="4523"/>
                      <a:pt x="11250" y="4500"/>
                    </a:cubicBezTo>
                    <a:cubicBezTo>
                      <a:pt x="11453" y="4500"/>
                      <a:pt x="11655" y="4500"/>
                      <a:pt x="11864" y="4500"/>
                    </a:cubicBezTo>
                    <a:cubicBezTo>
                      <a:pt x="11864" y="4477"/>
                      <a:pt x="11864" y="4455"/>
                      <a:pt x="11864" y="4432"/>
                    </a:cubicBezTo>
                    <a:cubicBezTo>
                      <a:pt x="11886" y="4432"/>
                      <a:pt x="11909" y="4432"/>
                      <a:pt x="11932" y="4432"/>
                    </a:cubicBezTo>
                    <a:cubicBezTo>
                      <a:pt x="11932" y="4387"/>
                      <a:pt x="11932" y="4342"/>
                      <a:pt x="11932" y="4295"/>
                    </a:cubicBezTo>
                    <a:cubicBezTo>
                      <a:pt x="11909" y="4295"/>
                      <a:pt x="11887" y="4295"/>
                      <a:pt x="11864" y="4295"/>
                    </a:cubicBezTo>
                    <a:cubicBezTo>
                      <a:pt x="11864" y="4273"/>
                      <a:pt x="11864" y="4250"/>
                      <a:pt x="11864" y="4227"/>
                    </a:cubicBezTo>
                    <a:cubicBezTo>
                      <a:pt x="11661" y="4227"/>
                      <a:pt x="11459" y="4227"/>
                      <a:pt x="11250" y="4227"/>
                    </a:cubicBezTo>
                    <a:cubicBezTo>
                      <a:pt x="11250" y="4205"/>
                      <a:pt x="11250" y="4182"/>
                      <a:pt x="11250" y="4159"/>
                    </a:cubicBezTo>
                    <a:cubicBezTo>
                      <a:pt x="11228" y="4159"/>
                      <a:pt x="11205" y="4159"/>
                      <a:pt x="11182" y="4159"/>
                    </a:cubicBezTo>
                    <a:cubicBezTo>
                      <a:pt x="11182" y="3979"/>
                      <a:pt x="11182" y="3799"/>
                      <a:pt x="11182" y="3614"/>
                    </a:cubicBezTo>
                    <a:cubicBezTo>
                      <a:pt x="11159" y="3614"/>
                      <a:pt x="11137" y="3614"/>
                      <a:pt x="11114" y="3614"/>
                    </a:cubicBezTo>
                    <a:cubicBezTo>
                      <a:pt x="11114" y="3591"/>
                      <a:pt x="11114" y="3569"/>
                      <a:pt x="11114" y="3545"/>
                    </a:cubicBezTo>
                    <a:cubicBezTo>
                      <a:pt x="11091" y="3545"/>
                      <a:pt x="11069" y="3545"/>
                      <a:pt x="11045" y="3545"/>
                    </a:cubicBezTo>
                    <a:cubicBezTo>
                      <a:pt x="11045" y="3523"/>
                      <a:pt x="11045" y="3500"/>
                      <a:pt x="11045" y="3477"/>
                    </a:cubicBezTo>
                    <a:cubicBezTo>
                      <a:pt x="11023" y="3477"/>
                      <a:pt x="11000" y="3477"/>
                      <a:pt x="10977" y="3477"/>
                    </a:cubicBezTo>
                    <a:cubicBezTo>
                      <a:pt x="10977" y="3455"/>
                      <a:pt x="10977" y="3432"/>
                      <a:pt x="10977" y="3409"/>
                    </a:cubicBezTo>
                    <a:cubicBezTo>
                      <a:pt x="10932" y="3409"/>
                      <a:pt x="10887" y="3409"/>
                      <a:pt x="10841" y="3409"/>
                    </a:cubicBezTo>
                    <a:cubicBezTo>
                      <a:pt x="10841" y="3657"/>
                      <a:pt x="10841" y="3904"/>
                      <a:pt x="10841" y="4159"/>
                    </a:cubicBezTo>
                    <a:cubicBezTo>
                      <a:pt x="10616" y="4159"/>
                      <a:pt x="10391" y="4159"/>
                      <a:pt x="10159" y="4159"/>
                    </a:cubicBezTo>
                    <a:cubicBezTo>
                      <a:pt x="10159" y="4182"/>
                      <a:pt x="10159" y="4204"/>
                      <a:pt x="10159" y="4227"/>
                    </a:cubicBezTo>
                    <a:cubicBezTo>
                      <a:pt x="10069" y="4227"/>
                      <a:pt x="9979" y="4227"/>
                      <a:pt x="9886" y="4227"/>
                    </a:cubicBezTo>
                    <a:cubicBezTo>
                      <a:pt x="9886" y="4295"/>
                      <a:pt x="9886" y="4362"/>
                      <a:pt x="9886" y="4432"/>
                    </a:cubicBezTo>
                    <a:cubicBezTo>
                      <a:pt x="9909" y="4432"/>
                      <a:pt x="9931" y="4432"/>
                      <a:pt x="9955" y="4432"/>
                    </a:cubicBezTo>
                    <a:cubicBezTo>
                      <a:pt x="9955" y="4454"/>
                      <a:pt x="9955" y="4477"/>
                      <a:pt x="9955" y="4500"/>
                    </a:cubicBezTo>
                    <a:cubicBezTo>
                      <a:pt x="9842" y="4500"/>
                      <a:pt x="9730" y="4500"/>
                      <a:pt x="9614" y="4500"/>
                    </a:cubicBezTo>
                    <a:cubicBezTo>
                      <a:pt x="9614" y="4523"/>
                      <a:pt x="9614" y="4545"/>
                      <a:pt x="9614" y="4568"/>
                    </a:cubicBezTo>
                    <a:cubicBezTo>
                      <a:pt x="9479" y="4568"/>
                      <a:pt x="9344" y="4568"/>
                      <a:pt x="9205" y="4568"/>
                    </a:cubicBezTo>
                    <a:cubicBezTo>
                      <a:pt x="9205" y="4546"/>
                      <a:pt x="9205" y="4523"/>
                      <a:pt x="9205" y="4500"/>
                    </a:cubicBezTo>
                    <a:cubicBezTo>
                      <a:pt x="9295" y="4500"/>
                      <a:pt x="9385" y="4500"/>
                      <a:pt x="9477" y="4500"/>
                    </a:cubicBezTo>
                    <a:cubicBezTo>
                      <a:pt x="9477" y="4477"/>
                      <a:pt x="9477" y="4455"/>
                      <a:pt x="9477" y="4432"/>
                    </a:cubicBezTo>
                    <a:cubicBezTo>
                      <a:pt x="9522" y="4432"/>
                      <a:pt x="9567" y="4432"/>
                      <a:pt x="9614" y="4432"/>
                    </a:cubicBezTo>
                    <a:cubicBezTo>
                      <a:pt x="9614" y="4409"/>
                      <a:pt x="9614" y="4387"/>
                      <a:pt x="9614" y="4364"/>
                    </a:cubicBezTo>
                    <a:cubicBezTo>
                      <a:pt x="9591" y="4364"/>
                      <a:pt x="9569" y="4364"/>
                      <a:pt x="9545" y="4364"/>
                    </a:cubicBezTo>
                    <a:cubicBezTo>
                      <a:pt x="9545" y="4341"/>
                      <a:pt x="9545" y="4319"/>
                      <a:pt x="9545" y="4295"/>
                    </a:cubicBezTo>
                    <a:cubicBezTo>
                      <a:pt x="9500" y="4295"/>
                      <a:pt x="9455" y="4295"/>
                      <a:pt x="9409" y="4295"/>
                    </a:cubicBezTo>
                    <a:cubicBezTo>
                      <a:pt x="9409" y="4273"/>
                      <a:pt x="9409" y="4250"/>
                      <a:pt x="9409" y="4227"/>
                    </a:cubicBezTo>
                    <a:cubicBezTo>
                      <a:pt x="9319" y="4227"/>
                      <a:pt x="9229" y="4227"/>
                      <a:pt x="9136" y="4227"/>
                    </a:cubicBezTo>
                    <a:cubicBezTo>
                      <a:pt x="9136" y="4205"/>
                      <a:pt x="9136" y="4182"/>
                      <a:pt x="9136" y="4159"/>
                    </a:cubicBezTo>
                    <a:cubicBezTo>
                      <a:pt x="9114" y="4159"/>
                      <a:pt x="9091" y="4159"/>
                      <a:pt x="9068" y="4159"/>
                    </a:cubicBezTo>
                    <a:cubicBezTo>
                      <a:pt x="9068" y="4137"/>
                      <a:pt x="9068" y="4114"/>
                      <a:pt x="9068" y="4091"/>
                    </a:cubicBezTo>
                    <a:cubicBezTo>
                      <a:pt x="8978" y="4091"/>
                      <a:pt x="8888" y="4091"/>
                      <a:pt x="8795" y="4091"/>
                    </a:cubicBezTo>
                    <a:cubicBezTo>
                      <a:pt x="8795" y="4046"/>
                      <a:pt x="8795" y="4001"/>
                      <a:pt x="8795" y="3955"/>
                    </a:cubicBezTo>
                    <a:cubicBezTo>
                      <a:pt x="8773" y="3955"/>
                      <a:pt x="8750" y="3955"/>
                      <a:pt x="8727" y="3955"/>
                    </a:cubicBezTo>
                    <a:cubicBezTo>
                      <a:pt x="8727" y="3482"/>
                      <a:pt x="8727" y="3010"/>
                      <a:pt x="8727" y="2523"/>
                    </a:cubicBezTo>
                    <a:cubicBezTo>
                      <a:pt x="9155" y="2523"/>
                      <a:pt x="9582" y="2523"/>
                      <a:pt x="10023" y="2523"/>
                    </a:cubicBezTo>
                    <a:cubicBezTo>
                      <a:pt x="10023" y="2500"/>
                      <a:pt x="10023" y="2478"/>
                      <a:pt x="10023" y="2455"/>
                    </a:cubicBezTo>
                    <a:cubicBezTo>
                      <a:pt x="10203" y="2455"/>
                      <a:pt x="10383" y="2455"/>
                      <a:pt x="10568" y="2455"/>
                    </a:cubicBezTo>
                    <a:cubicBezTo>
                      <a:pt x="10568" y="2477"/>
                      <a:pt x="10568" y="2500"/>
                      <a:pt x="10568" y="2523"/>
                    </a:cubicBezTo>
                    <a:cubicBezTo>
                      <a:pt x="10636" y="2523"/>
                      <a:pt x="10703" y="2523"/>
                      <a:pt x="10773" y="2523"/>
                    </a:cubicBezTo>
                    <a:cubicBezTo>
                      <a:pt x="10773" y="2545"/>
                      <a:pt x="10773" y="2568"/>
                      <a:pt x="10773" y="2591"/>
                    </a:cubicBezTo>
                    <a:cubicBezTo>
                      <a:pt x="10795" y="2591"/>
                      <a:pt x="10818" y="2591"/>
                      <a:pt x="10841" y="2591"/>
                    </a:cubicBezTo>
                    <a:cubicBezTo>
                      <a:pt x="10841" y="2816"/>
                      <a:pt x="10841" y="3041"/>
                      <a:pt x="10841" y="3273"/>
                    </a:cubicBezTo>
                    <a:cubicBezTo>
                      <a:pt x="10886" y="3273"/>
                      <a:pt x="10931" y="3273"/>
                      <a:pt x="10977" y="3273"/>
                    </a:cubicBezTo>
                    <a:cubicBezTo>
                      <a:pt x="10977" y="3250"/>
                      <a:pt x="10977" y="3228"/>
                      <a:pt x="10977" y="3205"/>
                    </a:cubicBezTo>
                    <a:cubicBezTo>
                      <a:pt x="11000" y="3205"/>
                      <a:pt x="11022" y="3205"/>
                      <a:pt x="11045" y="3205"/>
                    </a:cubicBezTo>
                    <a:cubicBezTo>
                      <a:pt x="11045" y="3182"/>
                      <a:pt x="11045" y="3160"/>
                      <a:pt x="11045" y="3136"/>
                    </a:cubicBezTo>
                    <a:cubicBezTo>
                      <a:pt x="11068" y="3136"/>
                      <a:pt x="11090" y="3136"/>
                      <a:pt x="11114" y="3136"/>
                    </a:cubicBezTo>
                    <a:cubicBezTo>
                      <a:pt x="11114" y="3114"/>
                      <a:pt x="11114" y="3091"/>
                      <a:pt x="11114" y="3068"/>
                    </a:cubicBezTo>
                    <a:cubicBezTo>
                      <a:pt x="11136" y="3068"/>
                      <a:pt x="11159" y="3068"/>
                      <a:pt x="11182" y="3068"/>
                    </a:cubicBezTo>
                    <a:cubicBezTo>
                      <a:pt x="11182" y="2911"/>
                      <a:pt x="11182" y="2753"/>
                      <a:pt x="11182" y="2591"/>
                    </a:cubicBezTo>
                    <a:cubicBezTo>
                      <a:pt x="11204" y="2591"/>
                      <a:pt x="11227" y="2591"/>
                      <a:pt x="11250" y="2591"/>
                    </a:cubicBezTo>
                    <a:cubicBezTo>
                      <a:pt x="11250" y="2568"/>
                      <a:pt x="11250" y="2546"/>
                      <a:pt x="11250" y="2523"/>
                    </a:cubicBezTo>
                    <a:cubicBezTo>
                      <a:pt x="11475" y="2523"/>
                      <a:pt x="11700" y="2523"/>
                      <a:pt x="11932" y="2523"/>
                    </a:cubicBezTo>
                    <a:cubicBezTo>
                      <a:pt x="11932" y="2500"/>
                      <a:pt x="11932" y="2478"/>
                      <a:pt x="11932" y="2455"/>
                    </a:cubicBezTo>
                    <a:cubicBezTo>
                      <a:pt x="11954" y="2455"/>
                      <a:pt x="11977" y="2455"/>
                      <a:pt x="12000" y="2455"/>
                    </a:cubicBezTo>
                    <a:cubicBezTo>
                      <a:pt x="12000" y="2432"/>
                      <a:pt x="12000" y="2410"/>
                      <a:pt x="12000" y="2386"/>
                    </a:cubicBezTo>
                    <a:cubicBezTo>
                      <a:pt x="12068" y="2386"/>
                      <a:pt x="12135" y="2386"/>
                      <a:pt x="12205" y="2386"/>
                    </a:cubicBezTo>
                    <a:cubicBezTo>
                      <a:pt x="12205" y="2409"/>
                      <a:pt x="12205" y="2431"/>
                      <a:pt x="12205" y="2455"/>
                    </a:cubicBezTo>
                    <a:cubicBezTo>
                      <a:pt x="12227" y="2455"/>
                      <a:pt x="12250" y="2455"/>
                      <a:pt x="12273" y="2455"/>
                    </a:cubicBezTo>
                    <a:cubicBezTo>
                      <a:pt x="12273" y="2477"/>
                      <a:pt x="12273" y="2500"/>
                      <a:pt x="12273" y="2523"/>
                    </a:cubicBezTo>
                    <a:cubicBezTo>
                      <a:pt x="12475" y="2523"/>
                      <a:pt x="12678" y="2523"/>
                      <a:pt x="12886" y="2523"/>
                    </a:cubicBezTo>
                    <a:cubicBezTo>
                      <a:pt x="12886" y="2545"/>
                      <a:pt x="12886" y="2568"/>
                      <a:pt x="12886" y="2591"/>
                    </a:cubicBezTo>
                    <a:cubicBezTo>
                      <a:pt x="12909" y="2591"/>
                      <a:pt x="12931" y="2591"/>
                      <a:pt x="12955" y="2591"/>
                    </a:cubicBezTo>
                    <a:cubicBezTo>
                      <a:pt x="12955" y="2658"/>
                      <a:pt x="12955" y="2726"/>
                      <a:pt x="12955" y="2795"/>
                    </a:cubicBezTo>
                    <a:cubicBezTo>
                      <a:pt x="13000" y="2795"/>
                      <a:pt x="13045" y="2795"/>
                      <a:pt x="13091" y="2795"/>
                    </a:cubicBezTo>
                    <a:cubicBezTo>
                      <a:pt x="13091" y="2323"/>
                      <a:pt x="13091" y="1850"/>
                      <a:pt x="13091" y="1364"/>
                    </a:cubicBezTo>
                    <a:cubicBezTo>
                      <a:pt x="13046" y="1364"/>
                      <a:pt x="13001" y="1364"/>
                      <a:pt x="12955" y="1364"/>
                    </a:cubicBezTo>
                    <a:cubicBezTo>
                      <a:pt x="12955" y="1611"/>
                      <a:pt x="12955" y="1859"/>
                      <a:pt x="12955" y="2114"/>
                    </a:cubicBezTo>
                    <a:cubicBezTo>
                      <a:pt x="12932" y="2114"/>
                      <a:pt x="12910" y="2114"/>
                      <a:pt x="12886" y="2114"/>
                    </a:cubicBezTo>
                    <a:cubicBezTo>
                      <a:pt x="12886" y="2136"/>
                      <a:pt x="12886" y="2159"/>
                      <a:pt x="12886" y="2182"/>
                    </a:cubicBezTo>
                    <a:cubicBezTo>
                      <a:pt x="12729" y="2182"/>
                      <a:pt x="12571" y="2182"/>
                      <a:pt x="12409" y="2182"/>
                    </a:cubicBezTo>
                    <a:cubicBezTo>
                      <a:pt x="12409" y="2204"/>
                      <a:pt x="12409" y="2227"/>
                      <a:pt x="12409" y="2250"/>
                    </a:cubicBezTo>
                    <a:cubicBezTo>
                      <a:pt x="12342" y="2250"/>
                      <a:pt x="12274" y="2250"/>
                      <a:pt x="12205" y="2250"/>
                    </a:cubicBezTo>
                    <a:cubicBezTo>
                      <a:pt x="12205" y="2227"/>
                      <a:pt x="12205" y="2205"/>
                      <a:pt x="12205" y="2182"/>
                    </a:cubicBezTo>
                    <a:cubicBezTo>
                      <a:pt x="11890" y="2182"/>
                      <a:pt x="11575" y="2182"/>
                      <a:pt x="11250" y="2182"/>
                    </a:cubicBezTo>
                    <a:cubicBezTo>
                      <a:pt x="11250" y="2159"/>
                      <a:pt x="11250" y="2137"/>
                      <a:pt x="11250" y="2114"/>
                    </a:cubicBezTo>
                    <a:cubicBezTo>
                      <a:pt x="11228" y="2114"/>
                      <a:pt x="11205" y="2114"/>
                      <a:pt x="11182" y="2114"/>
                    </a:cubicBezTo>
                    <a:cubicBezTo>
                      <a:pt x="11182" y="2069"/>
                      <a:pt x="11182" y="2024"/>
                      <a:pt x="11182" y="1977"/>
                    </a:cubicBezTo>
                    <a:cubicBezTo>
                      <a:pt x="11159" y="1977"/>
                      <a:pt x="11137" y="1977"/>
                      <a:pt x="11114" y="1977"/>
                    </a:cubicBezTo>
                    <a:cubicBezTo>
                      <a:pt x="11114" y="1932"/>
                      <a:pt x="11114" y="1887"/>
                      <a:pt x="11114" y="1841"/>
                    </a:cubicBezTo>
                    <a:cubicBezTo>
                      <a:pt x="11136" y="1841"/>
                      <a:pt x="11159" y="1841"/>
                      <a:pt x="11182" y="1841"/>
                    </a:cubicBezTo>
                    <a:cubicBezTo>
                      <a:pt x="11182" y="1436"/>
                      <a:pt x="11182" y="1031"/>
                      <a:pt x="11182" y="614"/>
                    </a:cubicBezTo>
                    <a:cubicBezTo>
                      <a:pt x="11204" y="614"/>
                      <a:pt x="11227" y="614"/>
                      <a:pt x="11250" y="614"/>
                    </a:cubicBezTo>
                    <a:cubicBezTo>
                      <a:pt x="11250" y="591"/>
                      <a:pt x="11250" y="569"/>
                      <a:pt x="11250" y="545"/>
                    </a:cubicBezTo>
                    <a:cubicBezTo>
                      <a:pt x="11835" y="545"/>
                      <a:pt x="12420" y="545"/>
                      <a:pt x="13023" y="545"/>
                    </a:cubicBezTo>
                    <a:cubicBezTo>
                      <a:pt x="13023" y="523"/>
                      <a:pt x="13023" y="500"/>
                      <a:pt x="13023" y="477"/>
                    </a:cubicBezTo>
                    <a:cubicBezTo>
                      <a:pt x="13045" y="477"/>
                      <a:pt x="13068" y="477"/>
                      <a:pt x="13091" y="477"/>
                    </a:cubicBezTo>
                    <a:cubicBezTo>
                      <a:pt x="13091" y="387"/>
                      <a:pt x="13091" y="297"/>
                      <a:pt x="13091" y="205"/>
                    </a:cubicBezTo>
                    <a:cubicBezTo>
                      <a:pt x="13113" y="205"/>
                      <a:pt x="13136" y="205"/>
                      <a:pt x="13159" y="205"/>
                    </a:cubicBezTo>
                    <a:cubicBezTo>
                      <a:pt x="13159" y="182"/>
                      <a:pt x="13159" y="160"/>
                      <a:pt x="13159" y="136"/>
                    </a:cubicBezTo>
                    <a:cubicBezTo>
                      <a:pt x="13137" y="136"/>
                      <a:pt x="13114" y="136"/>
                      <a:pt x="13091" y="136"/>
                    </a:cubicBezTo>
                    <a:cubicBezTo>
                      <a:pt x="13091" y="114"/>
                      <a:pt x="13091" y="91"/>
                      <a:pt x="13091" y="68"/>
                    </a:cubicBezTo>
                    <a:cubicBezTo>
                      <a:pt x="12551" y="68"/>
                      <a:pt x="12011" y="68"/>
                      <a:pt x="11455" y="68"/>
                    </a:cubicBezTo>
                    <a:cubicBezTo>
                      <a:pt x="11455" y="91"/>
                      <a:pt x="11455" y="113"/>
                      <a:pt x="11455" y="136"/>
                    </a:cubicBezTo>
                    <a:cubicBezTo>
                      <a:pt x="11410" y="136"/>
                      <a:pt x="11365" y="136"/>
                      <a:pt x="11318" y="136"/>
                    </a:cubicBezTo>
                    <a:cubicBezTo>
                      <a:pt x="11318" y="159"/>
                      <a:pt x="11318" y="181"/>
                      <a:pt x="11318" y="205"/>
                    </a:cubicBezTo>
                    <a:cubicBezTo>
                      <a:pt x="11003" y="205"/>
                      <a:pt x="10688" y="205"/>
                      <a:pt x="10364" y="205"/>
                    </a:cubicBezTo>
                    <a:cubicBezTo>
                      <a:pt x="10364" y="182"/>
                      <a:pt x="10364" y="160"/>
                      <a:pt x="10364" y="136"/>
                    </a:cubicBezTo>
                    <a:cubicBezTo>
                      <a:pt x="10319" y="136"/>
                      <a:pt x="10274" y="136"/>
                      <a:pt x="10227" y="136"/>
                    </a:cubicBezTo>
                    <a:cubicBezTo>
                      <a:pt x="10227" y="114"/>
                      <a:pt x="10227" y="91"/>
                      <a:pt x="10227" y="68"/>
                    </a:cubicBezTo>
                    <a:cubicBezTo>
                      <a:pt x="9957" y="68"/>
                      <a:pt x="9687" y="68"/>
                      <a:pt x="9409" y="68"/>
                    </a:cubicBezTo>
                    <a:cubicBezTo>
                      <a:pt x="9409" y="91"/>
                      <a:pt x="9409" y="113"/>
                      <a:pt x="9409" y="136"/>
                    </a:cubicBezTo>
                    <a:cubicBezTo>
                      <a:pt x="9364" y="136"/>
                      <a:pt x="9319" y="136"/>
                      <a:pt x="9273" y="136"/>
                    </a:cubicBezTo>
                    <a:cubicBezTo>
                      <a:pt x="9273" y="159"/>
                      <a:pt x="9273" y="181"/>
                      <a:pt x="9273" y="205"/>
                    </a:cubicBezTo>
                    <a:cubicBezTo>
                      <a:pt x="9093" y="205"/>
                      <a:pt x="8913" y="205"/>
                      <a:pt x="8727" y="205"/>
                    </a:cubicBezTo>
                    <a:cubicBezTo>
                      <a:pt x="8727" y="182"/>
                      <a:pt x="8727" y="160"/>
                      <a:pt x="8727" y="136"/>
                    </a:cubicBezTo>
                    <a:cubicBezTo>
                      <a:pt x="8682" y="136"/>
                      <a:pt x="8637" y="136"/>
                      <a:pt x="8591" y="136"/>
                    </a:cubicBezTo>
                    <a:cubicBezTo>
                      <a:pt x="8591" y="114"/>
                      <a:pt x="8591" y="91"/>
                      <a:pt x="8591" y="68"/>
                    </a:cubicBezTo>
                    <a:cubicBezTo>
                      <a:pt x="7736" y="68"/>
                      <a:pt x="6881" y="68"/>
                      <a:pt x="6000" y="68"/>
                    </a:cubicBezTo>
                    <a:cubicBezTo>
                      <a:pt x="6000" y="91"/>
                      <a:pt x="6000" y="113"/>
                      <a:pt x="6000" y="136"/>
                    </a:cubicBezTo>
                    <a:cubicBezTo>
                      <a:pt x="5978" y="136"/>
                      <a:pt x="5955" y="136"/>
                      <a:pt x="5932" y="136"/>
                    </a:cubicBezTo>
                    <a:cubicBezTo>
                      <a:pt x="5932" y="159"/>
                      <a:pt x="5932" y="181"/>
                      <a:pt x="5932" y="205"/>
                    </a:cubicBezTo>
                    <a:cubicBezTo>
                      <a:pt x="5279" y="205"/>
                      <a:pt x="4627" y="205"/>
                      <a:pt x="3955" y="205"/>
                    </a:cubicBezTo>
                    <a:cubicBezTo>
                      <a:pt x="3955" y="182"/>
                      <a:pt x="3955" y="160"/>
                      <a:pt x="3955" y="136"/>
                    </a:cubicBezTo>
                    <a:cubicBezTo>
                      <a:pt x="3910" y="136"/>
                      <a:pt x="3865" y="136"/>
                      <a:pt x="3818" y="136"/>
                    </a:cubicBezTo>
                    <a:cubicBezTo>
                      <a:pt x="3818" y="114"/>
                      <a:pt x="3818" y="91"/>
                      <a:pt x="3818" y="68"/>
                    </a:cubicBezTo>
                    <a:cubicBezTo>
                      <a:pt x="3436" y="68"/>
                      <a:pt x="3053" y="68"/>
                      <a:pt x="2659" y="68"/>
                    </a:cubicBezTo>
                    <a:cubicBezTo>
                      <a:pt x="2659" y="91"/>
                      <a:pt x="2659" y="113"/>
                      <a:pt x="2659" y="136"/>
                    </a:cubicBezTo>
                    <a:cubicBezTo>
                      <a:pt x="2637" y="136"/>
                      <a:pt x="2614" y="136"/>
                      <a:pt x="2591" y="136"/>
                    </a:cubicBezTo>
                    <a:cubicBezTo>
                      <a:pt x="2591" y="159"/>
                      <a:pt x="2591" y="181"/>
                      <a:pt x="2591" y="205"/>
                    </a:cubicBezTo>
                    <a:cubicBezTo>
                      <a:pt x="2321" y="205"/>
                      <a:pt x="2051" y="205"/>
                      <a:pt x="1773" y="205"/>
                    </a:cubicBezTo>
                    <a:cubicBezTo>
                      <a:pt x="1773" y="182"/>
                      <a:pt x="1773" y="160"/>
                      <a:pt x="1773" y="136"/>
                    </a:cubicBezTo>
                    <a:cubicBezTo>
                      <a:pt x="1728" y="136"/>
                      <a:pt x="1683" y="136"/>
                      <a:pt x="1636" y="136"/>
                    </a:cubicBezTo>
                    <a:cubicBezTo>
                      <a:pt x="1636" y="114"/>
                      <a:pt x="1636" y="91"/>
                      <a:pt x="1636" y="68"/>
                    </a:cubicBezTo>
                    <a:cubicBezTo>
                      <a:pt x="1141" y="68"/>
                      <a:pt x="646" y="68"/>
                      <a:pt x="136" y="68"/>
                    </a:cubicBezTo>
                    <a:close/>
                    <a:moveTo>
                      <a:pt x="136" y="273"/>
                    </a:moveTo>
                    <a:cubicBezTo>
                      <a:pt x="136" y="295"/>
                      <a:pt x="136" y="318"/>
                      <a:pt x="136" y="341"/>
                    </a:cubicBezTo>
                    <a:cubicBezTo>
                      <a:pt x="114" y="341"/>
                      <a:pt x="91" y="341"/>
                      <a:pt x="68" y="341"/>
                    </a:cubicBezTo>
                    <a:cubicBezTo>
                      <a:pt x="68" y="521"/>
                      <a:pt x="68" y="701"/>
                      <a:pt x="68" y="886"/>
                    </a:cubicBezTo>
                    <a:cubicBezTo>
                      <a:pt x="113" y="886"/>
                      <a:pt x="158" y="886"/>
                      <a:pt x="205" y="886"/>
                    </a:cubicBezTo>
                    <a:cubicBezTo>
                      <a:pt x="205" y="796"/>
                      <a:pt x="205" y="706"/>
                      <a:pt x="205" y="614"/>
                    </a:cubicBezTo>
                    <a:cubicBezTo>
                      <a:pt x="227" y="614"/>
                      <a:pt x="250" y="614"/>
                      <a:pt x="273" y="614"/>
                    </a:cubicBezTo>
                    <a:cubicBezTo>
                      <a:pt x="273" y="546"/>
                      <a:pt x="273" y="479"/>
                      <a:pt x="273" y="409"/>
                    </a:cubicBezTo>
                    <a:cubicBezTo>
                      <a:pt x="250" y="409"/>
                      <a:pt x="228" y="409"/>
                      <a:pt x="205" y="409"/>
                    </a:cubicBezTo>
                    <a:cubicBezTo>
                      <a:pt x="205" y="364"/>
                      <a:pt x="205" y="319"/>
                      <a:pt x="205" y="273"/>
                    </a:cubicBezTo>
                    <a:cubicBezTo>
                      <a:pt x="182" y="273"/>
                      <a:pt x="160" y="273"/>
                      <a:pt x="136" y="273"/>
                    </a:cubicBezTo>
                    <a:close/>
                    <a:moveTo>
                      <a:pt x="341" y="1023"/>
                    </a:moveTo>
                    <a:cubicBezTo>
                      <a:pt x="341" y="1270"/>
                      <a:pt x="341" y="1518"/>
                      <a:pt x="341" y="1773"/>
                    </a:cubicBezTo>
                    <a:cubicBezTo>
                      <a:pt x="386" y="1773"/>
                      <a:pt x="431" y="1773"/>
                      <a:pt x="477" y="1773"/>
                    </a:cubicBezTo>
                    <a:cubicBezTo>
                      <a:pt x="477" y="1525"/>
                      <a:pt x="477" y="1278"/>
                      <a:pt x="477" y="1023"/>
                    </a:cubicBezTo>
                    <a:cubicBezTo>
                      <a:pt x="432" y="1023"/>
                      <a:pt x="387" y="1023"/>
                      <a:pt x="341" y="1023"/>
                    </a:cubicBezTo>
                    <a:close/>
                    <a:moveTo>
                      <a:pt x="4432" y="1364"/>
                    </a:moveTo>
                    <a:cubicBezTo>
                      <a:pt x="4432" y="1386"/>
                      <a:pt x="4432" y="1409"/>
                      <a:pt x="4432" y="1432"/>
                    </a:cubicBezTo>
                    <a:cubicBezTo>
                      <a:pt x="4409" y="1432"/>
                      <a:pt x="4387" y="1432"/>
                      <a:pt x="4364" y="1432"/>
                    </a:cubicBezTo>
                    <a:cubicBezTo>
                      <a:pt x="4364" y="1634"/>
                      <a:pt x="4364" y="1837"/>
                      <a:pt x="4364" y="2045"/>
                    </a:cubicBezTo>
                    <a:cubicBezTo>
                      <a:pt x="4409" y="2045"/>
                      <a:pt x="4454" y="2045"/>
                      <a:pt x="4500" y="2045"/>
                    </a:cubicBezTo>
                    <a:cubicBezTo>
                      <a:pt x="4500" y="2023"/>
                      <a:pt x="4500" y="2000"/>
                      <a:pt x="4500" y="1977"/>
                    </a:cubicBezTo>
                    <a:cubicBezTo>
                      <a:pt x="4545" y="1977"/>
                      <a:pt x="4590" y="1977"/>
                      <a:pt x="4636" y="1977"/>
                    </a:cubicBezTo>
                    <a:cubicBezTo>
                      <a:pt x="4636" y="1842"/>
                      <a:pt x="4636" y="1707"/>
                      <a:pt x="4636" y="1568"/>
                    </a:cubicBezTo>
                    <a:cubicBezTo>
                      <a:pt x="4614" y="1568"/>
                      <a:pt x="4591" y="1568"/>
                      <a:pt x="4568" y="1568"/>
                    </a:cubicBezTo>
                    <a:cubicBezTo>
                      <a:pt x="4568" y="1523"/>
                      <a:pt x="4568" y="1478"/>
                      <a:pt x="4568" y="1432"/>
                    </a:cubicBezTo>
                    <a:cubicBezTo>
                      <a:pt x="4546" y="1432"/>
                      <a:pt x="4523" y="1432"/>
                      <a:pt x="4500" y="1432"/>
                    </a:cubicBezTo>
                    <a:cubicBezTo>
                      <a:pt x="4500" y="1409"/>
                      <a:pt x="4500" y="1387"/>
                      <a:pt x="4500" y="1364"/>
                    </a:cubicBezTo>
                    <a:cubicBezTo>
                      <a:pt x="4478" y="1364"/>
                      <a:pt x="4455" y="1364"/>
                      <a:pt x="4432" y="1364"/>
                    </a:cubicBezTo>
                    <a:close/>
                    <a:moveTo>
                      <a:pt x="2318" y="1705"/>
                    </a:moveTo>
                    <a:cubicBezTo>
                      <a:pt x="2318" y="1727"/>
                      <a:pt x="2318" y="1750"/>
                      <a:pt x="2318" y="1773"/>
                    </a:cubicBezTo>
                    <a:cubicBezTo>
                      <a:pt x="2296" y="1773"/>
                      <a:pt x="2273" y="1773"/>
                      <a:pt x="2250" y="1773"/>
                    </a:cubicBezTo>
                    <a:cubicBezTo>
                      <a:pt x="2250" y="1863"/>
                      <a:pt x="2250" y="1953"/>
                      <a:pt x="2250" y="2045"/>
                    </a:cubicBezTo>
                    <a:cubicBezTo>
                      <a:pt x="2317" y="2045"/>
                      <a:pt x="2385" y="2045"/>
                      <a:pt x="2455" y="2045"/>
                    </a:cubicBezTo>
                    <a:cubicBezTo>
                      <a:pt x="2455" y="2068"/>
                      <a:pt x="2455" y="2090"/>
                      <a:pt x="2455" y="2114"/>
                    </a:cubicBezTo>
                    <a:cubicBezTo>
                      <a:pt x="2477" y="2114"/>
                      <a:pt x="2500" y="2114"/>
                      <a:pt x="2523" y="2114"/>
                    </a:cubicBezTo>
                    <a:cubicBezTo>
                      <a:pt x="2523" y="2091"/>
                      <a:pt x="2523" y="2069"/>
                      <a:pt x="2523" y="2045"/>
                    </a:cubicBezTo>
                    <a:cubicBezTo>
                      <a:pt x="2545" y="2045"/>
                      <a:pt x="2568" y="2045"/>
                      <a:pt x="2591" y="2045"/>
                    </a:cubicBezTo>
                    <a:cubicBezTo>
                      <a:pt x="2591" y="2023"/>
                      <a:pt x="2591" y="2000"/>
                      <a:pt x="2591" y="1977"/>
                    </a:cubicBezTo>
                    <a:cubicBezTo>
                      <a:pt x="2568" y="1977"/>
                      <a:pt x="2546" y="1977"/>
                      <a:pt x="2523" y="1977"/>
                    </a:cubicBezTo>
                    <a:cubicBezTo>
                      <a:pt x="2523" y="1932"/>
                      <a:pt x="2523" y="1887"/>
                      <a:pt x="2523" y="1841"/>
                    </a:cubicBezTo>
                    <a:cubicBezTo>
                      <a:pt x="2500" y="1841"/>
                      <a:pt x="2478" y="1841"/>
                      <a:pt x="2455" y="1841"/>
                    </a:cubicBezTo>
                    <a:cubicBezTo>
                      <a:pt x="2455" y="1818"/>
                      <a:pt x="2455" y="1796"/>
                      <a:pt x="2455" y="1773"/>
                    </a:cubicBezTo>
                    <a:cubicBezTo>
                      <a:pt x="2432" y="1773"/>
                      <a:pt x="2410" y="1773"/>
                      <a:pt x="2386" y="1773"/>
                    </a:cubicBezTo>
                    <a:cubicBezTo>
                      <a:pt x="2386" y="1750"/>
                      <a:pt x="2386" y="1728"/>
                      <a:pt x="2386" y="1705"/>
                    </a:cubicBezTo>
                    <a:cubicBezTo>
                      <a:pt x="2364" y="1705"/>
                      <a:pt x="2341" y="1705"/>
                      <a:pt x="2318" y="1705"/>
                    </a:cubicBezTo>
                    <a:close/>
                    <a:moveTo>
                      <a:pt x="341" y="2727"/>
                    </a:moveTo>
                    <a:cubicBezTo>
                      <a:pt x="341" y="3065"/>
                      <a:pt x="341" y="3402"/>
                      <a:pt x="341" y="3750"/>
                    </a:cubicBezTo>
                    <a:cubicBezTo>
                      <a:pt x="386" y="3750"/>
                      <a:pt x="431" y="3750"/>
                      <a:pt x="477" y="3750"/>
                    </a:cubicBezTo>
                    <a:cubicBezTo>
                      <a:pt x="477" y="3413"/>
                      <a:pt x="477" y="3075"/>
                      <a:pt x="477" y="2727"/>
                    </a:cubicBezTo>
                    <a:cubicBezTo>
                      <a:pt x="432" y="2727"/>
                      <a:pt x="387" y="2727"/>
                      <a:pt x="341" y="2727"/>
                    </a:cubicBezTo>
                    <a:close/>
                    <a:moveTo>
                      <a:pt x="2386" y="2795"/>
                    </a:moveTo>
                    <a:cubicBezTo>
                      <a:pt x="2386" y="2818"/>
                      <a:pt x="2386" y="2840"/>
                      <a:pt x="2386" y="2864"/>
                    </a:cubicBezTo>
                    <a:cubicBezTo>
                      <a:pt x="2364" y="2864"/>
                      <a:pt x="2341" y="2864"/>
                      <a:pt x="2318" y="2864"/>
                    </a:cubicBezTo>
                    <a:cubicBezTo>
                      <a:pt x="2318" y="2886"/>
                      <a:pt x="2318" y="2909"/>
                      <a:pt x="2318" y="2932"/>
                    </a:cubicBezTo>
                    <a:cubicBezTo>
                      <a:pt x="2296" y="2932"/>
                      <a:pt x="2273" y="2932"/>
                      <a:pt x="2250" y="2932"/>
                    </a:cubicBezTo>
                    <a:cubicBezTo>
                      <a:pt x="2250" y="3179"/>
                      <a:pt x="2250" y="3427"/>
                      <a:pt x="2250" y="3682"/>
                    </a:cubicBezTo>
                    <a:cubicBezTo>
                      <a:pt x="2273" y="3682"/>
                      <a:pt x="2295" y="3682"/>
                      <a:pt x="2318" y="3682"/>
                    </a:cubicBezTo>
                    <a:cubicBezTo>
                      <a:pt x="2318" y="3704"/>
                      <a:pt x="2318" y="3727"/>
                      <a:pt x="2318" y="3750"/>
                    </a:cubicBezTo>
                    <a:cubicBezTo>
                      <a:pt x="2363" y="3750"/>
                      <a:pt x="2408" y="3750"/>
                      <a:pt x="2455" y="3750"/>
                    </a:cubicBezTo>
                    <a:cubicBezTo>
                      <a:pt x="2455" y="3727"/>
                      <a:pt x="2455" y="3705"/>
                      <a:pt x="2455" y="3682"/>
                    </a:cubicBezTo>
                    <a:cubicBezTo>
                      <a:pt x="2477" y="3682"/>
                      <a:pt x="2500" y="3682"/>
                      <a:pt x="2523" y="3682"/>
                    </a:cubicBezTo>
                    <a:cubicBezTo>
                      <a:pt x="2523" y="3659"/>
                      <a:pt x="2523" y="3637"/>
                      <a:pt x="2523" y="3614"/>
                    </a:cubicBezTo>
                    <a:cubicBezTo>
                      <a:pt x="2545" y="3614"/>
                      <a:pt x="2568" y="3614"/>
                      <a:pt x="2591" y="3614"/>
                    </a:cubicBezTo>
                    <a:cubicBezTo>
                      <a:pt x="2591" y="3366"/>
                      <a:pt x="2591" y="3119"/>
                      <a:pt x="2591" y="2864"/>
                    </a:cubicBezTo>
                    <a:cubicBezTo>
                      <a:pt x="2568" y="2864"/>
                      <a:pt x="2546" y="2864"/>
                      <a:pt x="2523" y="2864"/>
                    </a:cubicBezTo>
                    <a:cubicBezTo>
                      <a:pt x="2523" y="2841"/>
                      <a:pt x="2523" y="2819"/>
                      <a:pt x="2523" y="2795"/>
                    </a:cubicBezTo>
                    <a:cubicBezTo>
                      <a:pt x="2478" y="2795"/>
                      <a:pt x="2433" y="2795"/>
                      <a:pt x="2386" y="2795"/>
                    </a:cubicBezTo>
                    <a:close/>
                    <a:moveTo>
                      <a:pt x="4432" y="2795"/>
                    </a:moveTo>
                    <a:cubicBezTo>
                      <a:pt x="4432" y="2818"/>
                      <a:pt x="4432" y="2840"/>
                      <a:pt x="4432" y="2864"/>
                    </a:cubicBezTo>
                    <a:cubicBezTo>
                      <a:pt x="4409" y="2864"/>
                      <a:pt x="4387" y="2864"/>
                      <a:pt x="4364" y="2864"/>
                    </a:cubicBezTo>
                    <a:cubicBezTo>
                      <a:pt x="4364" y="3089"/>
                      <a:pt x="4364" y="3314"/>
                      <a:pt x="4364" y="3545"/>
                    </a:cubicBezTo>
                    <a:cubicBezTo>
                      <a:pt x="4386" y="3545"/>
                      <a:pt x="4409" y="3545"/>
                      <a:pt x="4432" y="3545"/>
                    </a:cubicBezTo>
                    <a:cubicBezTo>
                      <a:pt x="4432" y="3568"/>
                      <a:pt x="4432" y="3590"/>
                      <a:pt x="4432" y="3614"/>
                    </a:cubicBezTo>
                    <a:cubicBezTo>
                      <a:pt x="4454" y="3614"/>
                      <a:pt x="4477" y="3614"/>
                      <a:pt x="4500" y="3614"/>
                    </a:cubicBezTo>
                    <a:cubicBezTo>
                      <a:pt x="4500" y="3681"/>
                      <a:pt x="4500" y="3749"/>
                      <a:pt x="4500" y="3818"/>
                    </a:cubicBezTo>
                    <a:cubicBezTo>
                      <a:pt x="4478" y="3818"/>
                      <a:pt x="4455" y="3818"/>
                      <a:pt x="4432" y="3818"/>
                    </a:cubicBezTo>
                    <a:cubicBezTo>
                      <a:pt x="4432" y="3841"/>
                      <a:pt x="4432" y="3863"/>
                      <a:pt x="4432" y="3886"/>
                    </a:cubicBezTo>
                    <a:cubicBezTo>
                      <a:pt x="4409" y="3886"/>
                      <a:pt x="4387" y="3886"/>
                      <a:pt x="4364" y="3886"/>
                    </a:cubicBezTo>
                    <a:cubicBezTo>
                      <a:pt x="4364" y="3976"/>
                      <a:pt x="4364" y="4066"/>
                      <a:pt x="4364" y="4159"/>
                    </a:cubicBezTo>
                    <a:cubicBezTo>
                      <a:pt x="4341" y="4159"/>
                      <a:pt x="4319" y="4159"/>
                      <a:pt x="4295" y="4159"/>
                    </a:cubicBezTo>
                    <a:cubicBezTo>
                      <a:pt x="4295" y="4182"/>
                      <a:pt x="4295" y="4204"/>
                      <a:pt x="4295" y="4227"/>
                    </a:cubicBezTo>
                    <a:cubicBezTo>
                      <a:pt x="4228" y="4227"/>
                      <a:pt x="4160" y="4227"/>
                      <a:pt x="4091" y="4227"/>
                    </a:cubicBezTo>
                    <a:cubicBezTo>
                      <a:pt x="4091" y="4272"/>
                      <a:pt x="4091" y="4317"/>
                      <a:pt x="4091" y="4364"/>
                    </a:cubicBezTo>
                    <a:cubicBezTo>
                      <a:pt x="4158" y="4364"/>
                      <a:pt x="4226" y="4364"/>
                      <a:pt x="4295" y="4364"/>
                    </a:cubicBezTo>
                    <a:cubicBezTo>
                      <a:pt x="4295" y="4386"/>
                      <a:pt x="4295" y="4409"/>
                      <a:pt x="4295" y="4432"/>
                    </a:cubicBezTo>
                    <a:cubicBezTo>
                      <a:pt x="4340" y="4432"/>
                      <a:pt x="4385" y="4432"/>
                      <a:pt x="4432" y="4432"/>
                    </a:cubicBezTo>
                    <a:cubicBezTo>
                      <a:pt x="4432" y="4454"/>
                      <a:pt x="4432" y="4477"/>
                      <a:pt x="4432" y="4500"/>
                    </a:cubicBezTo>
                    <a:cubicBezTo>
                      <a:pt x="4454" y="4500"/>
                      <a:pt x="4477" y="4500"/>
                      <a:pt x="4500" y="4500"/>
                    </a:cubicBezTo>
                    <a:cubicBezTo>
                      <a:pt x="4500" y="4523"/>
                      <a:pt x="4500" y="4545"/>
                      <a:pt x="4500" y="4568"/>
                    </a:cubicBezTo>
                    <a:cubicBezTo>
                      <a:pt x="4567" y="4568"/>
                      <a:pt x="4635" y="4568"/>
                      <a:pt x="4705" y="4568"/>
                    </a:cubicBezTo>
                    <a:cubicBezTo>
                      <a:pt x="4705" y="4546"/>
                      <a:pt x="4705" y="4523"/>
                      <a:pt x="4705" y="4500"/>
                    </a:cubicBezTo>
                    <a:cubicBezTo>
                      <a:pt x="4727" y="4500"/>
                      <a:pt x="4750" y="4500"/>
                      <a:pt x="4773" y="4500"/>
                    </a:cubicBezTo>
                    <a:cubicBezTo>
                      <a:pt x="4773" y="4477"/>
                      <a:pt x="4773" y="4455"/>
                      <a:pt x="4773" y="4432"/>
                    </a:cubicBezTo>
                    <a:cubicBezTo>
                      <a:pt x="4818" y="4432"/>
                      <a:pt x="4863" y="4432"/>
                      <a:pt x="4909" y="4432"/>
                    </a:cubicBezTo>
                    <a:cubicBezTo>
                      <a:pt x="4909" y="4409"/>
                      <a:pt x="4909" y="4387"/>
                      <a:pt x="4909" y="4364"/>
                    </a:cubicBezTo>
                    <a:cubicBezTo>
                      <a:pt x="5044" y="4364"/>
                      <a:pt x="5179" y="4364"/>
                      <a:pt x="5318" y="4364"/>
                    </a:cubicBezTo>
                    <a:cubicBezTo>
                      <a:pt x="5318" y="4319"/>
                      <a:pt x="5318" y="4274"/>
                      <a:pt x="5318" y="4227"/>
                    </a:cubicBezTo>
                    <a:cubicBezTo>
                      <a:pt x="5138" y="4227"/>
                      <a:pt x="4958" y="4227"/>
                      <a:pt x="4773" y="4227"/>
                    </a:cubicBezTo>
                    <a:cubicBezTo>
                      <a:pt x="4773" y="4205"/>
                      <a:pt x="4773" y="4182"/>
                      <a:pt x="4773" y="4159"/>
                    </a:cubicBezTo>
                    <a:cubicBezTo>
                      <a:pt x="4750" y="4159"/>
                      <a:pt x="4728" y="4159"/>
                      <a:pt x="4705" y="4159"/>
                    </a:cubicBezTo>
                    <a:cubicBezTo>
                      <a:pt x="4705" y="3912"/>
                      <a:pt x="4705" y="3664"/>
                      <a:pt x="4705" y="3409"/>
                    </a:cubicBezTo>
                    <a:cubicBezTo>
                      <a:pt x="4682" y="3409"/>
                      <a:pt x="4660" y="3409"/>
                      <a:pt x="4636" y="3409"/>
                    </a:cubicBezTo>
                    <a:cubicBezTo>
                      <a:pt x="4636" y="3364"/>
                      <a:pt x="4636" y="3319"/>
                      <a:pt x="4636" y="3273"/>
                    </a:cubicBezTo>
                    <a:cubicBezTo>
                      <a:pt x="4614" y="3273"/>
                      <a:pt x="4591" y="3273"/>
                      <a:pt x="4568" y="3273"/>
                    </a:cubicBezTo>
                    <a:cubicBezTo>
                      <a:pt x="4568" y="3228"/>
                      <a:pt x="4568" y="3183"/>
                      <a:pt x="4568" y="3136"/>
                    </a:cubicBezTo>
                    <a:cubicBezTo>
                      <a:pt x="4591" y="3136"/>
                      <a:pt x="4613" y="3136"/>
                      <a:pt x="4636" y="3136"/>
                    </a:cubicBezTo>
                    <a:cubicBezTo>
                      <a:pt x="4636" y="3114"/>
                      <a:pt x="4636" y="3091"/>
                      <a:pt x="4636" y="3068"/>
                    </a:cubicBezTo>
                    <a:cubicBezTo>
                      <a:pt x="4659" y="3068"/>
                      <a:pt x="4681" y="3068"/>
                      <a:pt x="4705" y="3068"/>
                    </a:cubicBezTo>
                    <a:cubicBezTo>
                      <a:pt x="4705" y="3001"/>
                      <a:pt x="4705" y="2933"/>
                      <a:pt x="4705" y="2864"/>
                    </a:cubicBezTo>
                    <a:cubicBezTo>
                      <a:pt x="4682" y="2864"/>
                      <a:pt x="4660" y="2864"/>
                      <a:pt x="4636" y="2864"/>
                    </a:cubicBezTo>
                    <a:cubicBezTo>
                      <a:pt x="4636" y="2841"/>
                      <a:pt x="4636" y="2819"/>
                      <a:pt x="4636" y="2795"/>
                    </a:cubicBezTo>
                    <a:cubicBezTo>
                      <a:pt x="4569" y="2795"/>
                      <a:pt x="4501" y="2795"/>
                      <a:pt x="4432" y="2795"/>
                    </a:cubicBezTo>
                    <a:close/>
                    <a:moveTo>
                      <a:pt x="68" y="3477"/>
                    </a:moveTo>
                    <a:cubicBezTo>
                      <a:pt x="68" y="3972"/>
                      <a:pt x="68" y="4467"/>
                      <a:pt x="68" y="4977"/>
                    </a:cubicBezTo>
                    <a:cubicBezTo>
                      <a:pt x="113" y="4977"/>
                      <a:pt x="158" y="4977"/>
                      <a:pt x="205" y="4977"/>
                    </a:cubicBezTo>
                    <a:cubicBezTo>
                      <a:pt x="205" y="4887"/>
                      <a:pt x="205" y="4797"/>
                      <a:pt x="205" y="4705"/>
                    </a:cubicBezTo>
                    <a:cubicBezTo>
                      <a:pt x="227" y="4705"/>
                      <a:pt x="250" y="4705"/>
                      <a:pt x="273" y="4705"/>
                    </a:cubicBezTo>
                    <a:cubicBezTo>
                      <a:pt x="273" y="4682"/>
                      <a:pt x="273" y="4660"/>
                      <a:pt x="273" y="4636"/>
                    </a:cubicBezTo>
                    <a:cubicBezTo>
                      <a:pt x="340" y="4636"/>
                      <a:pt x="408" y="4636"/>
                      <a:pt x="477" y="4636"/>
                    </a:cubicBezTo>
                    <a:cubicBezTo>
                      <a:pt x="477" y="4614"/>
                      <a:pt x="477" y="4591"/>
                      <a:pt x="477" y="4568"/>
                    </a:cubicBezTo>
                    <a:cubicBezTo>
                      <a:pt x="500" y="4568"/>
                      <a:pt x="522" y="4568"/>
                      <a:pt x="545" y="4568"/>
                    </a:cubicBezTo>
                    <a:cubicBezTo>
                      <a:pt x="545" y="4478"/>
                      <a:pt x="545" y="4388"/>
                      <a:pt x="545" y="4295"/>
                    </a:cubicBezTo>
                    <a:cubicBezTo>
                      <a:pt x="500" y="4295"/>
                      <a:pt x="455" y="4295"/>
                      <a:pt x="409" y="4295"/>
                    </a:cubicBezTo>
                    <a:cubicBezTo>
                      <a:pt x="409" y="4318"/>
                      <a:pt x="409" y="4340"/>
                      <a:pt x="409" y="4364"/>
                    </a:cubicBezTo>
                    <a:cubicBezTo>
                      <a:pt x="387" y="4364"/>
                      <a:pt x="364" y="4364"/>
                      <a:pt x="341" y="4364"/>
                    </a:cubicBezTo>
                    <a:cubicBezTo>
                      <a:pt x="341" y="4341"/>
                      <a:pt x="341" y="4319"/>
                      <a:pt x="341" y="4295"/>
                    </a:cubicBezTo>
                    <a:cubicBezTo>
                      <a:pt x="318" y="4295"/>
                      <a:pt x="296" y="4295"/>
                      <a:pt x="273" y="4295"/>
                    </a:cubicBezTo>
                    <a:cubicBezTo>
                      <a:pt x="273" y="4250"/>
                      <a:pt x="273" y="4205"/>
                      <a:pt x="273" y="4159"/>
                    </a:cubicBezTo>
                    <a:cubicBezTo>
                      <a:pt x="250" y="4159"/>
                      <a:pt x="228" y="4159"/>
                      <a:pt x="205" y="4159"/>
                    </a:cubicBezTo>
                    <a:cubicBezTo>
                      <a:pt x="205" y="3934"/>
                      <a:pt x="205" y="3709"/>
                      <a:pt x="205" y="3477"/>
                    </a:cubicBezTo>
                    <a:cubicBezTo>
                      <a:pt x="160" y="3477"/>
                      <a:pt x="115" y="3477"/>
                      <a:pt x="68" y="3477"/>
                    </a:cubicBezTo>
                    <a:close/>
                    <a:moveTo>
                      <a:pt x="12955" y="3886"/>
                    </a:moveTo>
                    <a:cubicBezTo>
                      <a:pt x="12955" y="3976"/>
                      <a:pt x="12955" y="4066"/>
                      <a:pt x="12955" y="4159"/>
                    </a:cubicBezTo>
                    <a:cubicBezTo>
                      <a:pt x="12932" y="4159"/>
                      <a:pt x="12910" y="4159"/>
                      <a:pt x="12886" y="4159"/>
                    </a:cubicBezTo>
                    <a:cubicBezTo>
                      <a:pt x="12886" y="4182"/>
                      <a:pt x="12886" y="4204"/>
                      <a:pt x="12886" y="4227"/>
                    </a:cubicBezTo>
                    <a:cubicBezTo>
                      <a:pt x="12864" y="4227"/>
                      <a:pt x="12841" y="4227"/>
                      <a:pt x="12818" y="4227"/>
                    </a:cubicBezTo>
                    <a:cubicBezTo>
                      <a:pt x="12818" y="4250"/>
                      <a:pt x="12818" y="4272"/>
                      <a:pt x="12818" y="4295"/>
                    </a:cubicBezTo>
                    <a:cubicBezTo>
                      <a:pt x="12796" y="4295"/>
                      <a:pt x="12773" y="4295"/>
                      <a:pt x="12750" y="4295"/>
                    </a:cubicBezTo>
                    <a:cubicBezTo>
                      <a:pt x="12750" y="4318"/>
                      <a:pt x="12750" y="4340"/>
                      <a:pt x="12750" y="4364"/>
                    </a:cubicBezTo>
                    <a:cubicBezTo>
                      <a:pt x="12728" y="4364"/>
                      <a:pt x="12705" y="4364"/>
                      <a:pt x="12682" y="4364"/>
                    </a:cubicBezTo>
                    <a:cubicBezTo>
                      <a:pt x="12682" y="4386"/>
                      <a:pt x="12682" y="4409"/>
                      <a:pt x="12682" y="4432"/>
                    </a:cubicBezTo>
                    <a:cubicBezTo>
                      <a:pt x="12704" y="4432"/>
                      <a:pt x="12727" y="4432"/>
                      <a:pt x="12750" y="4432"/>
                    </a:cubicBezTo>
                    <a:cubicBezTo>
                      <a:pt x="12750" y="4454"/>
                      <a:pt x="12750" y="4477"/>
                      <a:pt x="12750" y="4500"/>
                    </a:cubicBezTo>
                    <a:cubicBezTo>
                      <a:pt x="12795" y="4500"/>
                      <a:pt x="12840" y="4500"/>
                      <a:pt x="12886" y="4500"/>
                    </a:cubicBezTo>
                    <a:cubicBezTo>
                      <a:pt x="12886" y="4523"/>
                      <a:pt x="12886" y="4545"/>
                      <a:pt x="12886" y="4568"/>
                    </a:cubicBezTo>
                    <a:cubicBezTo>
                      <a:pt x="12909" y="4568"/>
                      <a:pt x="12931" y="4568"/>
                      <a:pt x="12955" y="4568"/>
                    </a:cubicBezTo>
                    <a:cubicBezTo>
                      <a:pt x="12955" y="4636"/>
                      <a:pt x="12955" y="4703"/>
                      <a:pt x="12955" y="4773"/>
                    </a:cubicBezTo>
                    <a:cubicBezTo>
                      <a:pt x="13000" y="4773"/>
                      <a:pt x="13045" y="4773"/>
                      <a:pt x="13091" y="4773"/>
                    </a:cubicBezTo>
                    <a:cubicBezTo>
                      <a:pt x="13091" y="4480"/>
                      <a:pt x="13091" y="4188"/>
                      <a:pt x="13091" y="3886"/>
                    </a:cubicBezTo>
                    <a:cubicBezTo>
                      <a:pt x="13046" y="3886"/>
                      <a:pt x="13001" y="3886"/>
                      <a:pt x="12955" y="3886"/>
                    </a:cubicBezTo>
                    <a:close/>
                    <a:moveTo>
                      <a:pt x="1159" y="4227"/>
                    </a:moveTo>
                    <a:cubicBezTo>
                      <a:pt x="1159" y="4250"/>
                      <a:pt x="1159" y="4272"/>
                      <a:pt x="1159" y="4295"/>
                    </a:cubicBezTo>
                    <a:cubicBezTo>
                      <a:pt x="1114" y="4295"/>
                      <a:pt x="1069" y="4295"/>
                      <a:pt x="1023" y="4295"/>
                    </a:cubicBezTo>
                    <a:cubicBezTo>
                      <a:pt x="1023" y="4363"/>
                      <a:pt x="1023" y="4430"/>
                      <a:pt x="1023" y="4500"/>
                    </a:cubicBezTo>
                    <a:cubicBezTo>
                      <a:pt x="1068" y="4500"/>
                      <a:pt x="1113" y="4500"/>
                      <a:pt x="1159" y="4500"/>
                    </a:cubicBezTo>
                    <a:cubicBezTo>
                      <a:pt x="1159" y="4523"/>
                      <a:pt x="1159" y="4545"/>
                      <a:pt x="1159" y="4568"/>
                    </a:cubicBezTo>
                    <a:cubicBezTo>
                      <a:pt x="1249" y="4568"/>
                      <a:pt x="1339" y="4568"/>
                      <a:pt x="1432" y="4568"/>
                    </a:cubicBezTo>
                    <a:cubicBezTo>
                      <a:pt x="1432" y="4546"/>
                      <a:pt x="1432" y="4523"/>
                      <a:pt x="1432" y="4500"/>
                    </a:cubicBezTo>
                    <a:cubicBezTo>
                      <a:pt x="1544" y="4500"/>
                      <a:pt x="1657" y="4500"/>
                      <a:pt x="1773" y="4500"/>
                    </a:cubicBezTo>
                    <a:cubicBezTo>
                      <a:pt x="1773" y="4477"/>
                      <a:pt x="1773" y="4455"/>
                      <a:pt x="1773" y="4432"/>
                    </a:cubicBezTo>
                    <a:cubicBezTo>
                      <a:pt x="1795" y="4432"/>
                      <a:pt x="1818" y="4432"/>
                      <a:pt x="1841" y="4432"/>
                    </a:cubicBezTo>
                    <a:cubicBezTo>
                      <a:pt x="1841" y="4409"/>
                      <a:pt x="1841" y="4387"/>
                      <a:pt x="1841" y="4364"/>
                    </a:cubicBezTo>
                    <a:cubicBezTo>
                      <a:pt x="1886" y="4364"/>
                      <a:pt x="1931" y="4364"/>
                      <a:pt x="1977" y="4364"/>
                    </a:cubicBezTo>
                    <a:cubicBezTo>
                      <a:pt x="1977" y="4319"/>
                      <a:pt x="1977" y="4274"/>
                      <a:pt x="1977" y="4227"/>
                    </a:cubicBezTo>
                    <a:cubicBezTo>
                      <a:pt x="1707" y="4227"/>
                      <a:pt x="1437" y="4227"/>
                      <a:pt x="1159" y="4227"/>
                    </a:cubicBezTo>
                    <a:close/>
                    <a:moveTo>
                      <a:pt x="2250" y="4227"/>
                    </a:moveTo>
                    <a:cubicBezTo>
                      <a:pt x="2250" y="4250"/>
                      <a:pt x="2250" y="4272"/>
                      <a:pt x="2250" y="4295"/>
                    </a:cubicBezTo>
                    <a:cubicBezTo>
                      <a:pt x="2228" y="4295"/>
                      <a:pt x="2205" y="4295"/>
                      <a:pt x="2182" y="4295"/>
                    </a:cubicBezTo>
                    <a:cubicBezTo>
                      <a:pt x="2182" y="4340"/>
                      <a:pt x="2182" y="4385"/>
                      <a:pt x="2182" y="4432"/>
                    </a:cubicBezTo>
                    <a:cubicBezTo>
                      <a:pt x="2204" y="4432"/>
                      <a:pt x="2227" y="4432"/>
                      <a:pt x="2250" y="4432"/>
                    </a:cubicBezTo>
                    <a:cubicBezTo>
                      <a:pt x="2250" y="4454"/>
                      <a:pt x="2250" y="4477"/>
                      <a:pt x="2250" y="4500"/>
                    </a:cubicBezTo>
                    <a:cubicBezTo>
                      <a:pt x="2295" y="4500"/>
                      <a:pt x="2340" y="4500"/>
                      <a:pt x="2386" y="4500"/>
                    </a:cubicBezTo>
                    <a:cubicBezTo>
                      <a:pt x="2386" y="4523"/>
                      <a:pt x="2386" y="4545"/>
                      <a:pt x="2386" y="4568"/>
                    </a:cubicBezTo>
                    <a:cubicBezTo>
                      <a:pt x="2409" y="4568"/>
                      <a:pt x="2431" y="4568"/>
                      <a:pt x="2455" y="4568"/>
                    </a:cubicBezTo>
                    <a:cubicBezTo>
                      <a:pt x="2455" y="4613"/>
                      <a:pt x="2455" y="4658"/>
                      <a:pt x="2455" y="4705"/>
                    </a:cubicBezTo>
                    <a:cubicBezTo>
                      <a:pt x="2432" y="4705"/>
                      <a:pt x="2410" y="4705"/>
                      <a:pt x="2386" y="4705"/>
                    </a:cubicBezTo>
                    <a:cubicBezTo>
                      <a:pt x="2386" y="4772"/>
                      <a:pt x="2386" y="4840"/>
                      <a:pt x="2386" y="4909"/>
                    </a:cubicBezTo>
                    <a:cubicBezTo>
                      <a:pt x="2364" y="4909"/>
                      <a:pt x="2341" y="4909"/>
                      <a:pt x="2318" y="4909"/>
                    </a:cubicBezTo>
                    <a:cubicBezTo>
                      <a:pt x="2318" y="4932"/>
                      <a:pt x="2318" y="4954"/>
                      <a:pt x="2318" y="4977"/>
                    </a:cubicBezTo>
                    <a:cubicBezTo>
                      <a:pt x="2296" y="4977"/>
                      <a:pt x="2273" y="4977"/>
                      <a:pt x="2250" y="4977"/>
                    </a:cubicBezTo>
                    <a:cubicBezTo>
                      <a:pt x="2250" y="5405"/>
                      <a:pt x="2250" y="5832"/>
                      <a:pt x="2250" y="6273"/>
                    </a:cubicBezTo>
                    <a:cubicBezTo>
                      <a:pt x="2228" y="6273"/>
                      <a:pt x="2205" y="6273"/>
                      <a:pt x="2182" y="6273"/>
                    </a:cubicBezTo>
                    <a:cubicBezTo>
                      <a:pt x="2182" y="6318"/>
                      <a:pt x="2182" y="6363"/>
                      <a:pt x="2182" y="6409"/>
                    </a:cubicBezTo>
                    <a:cubicBezTo>
                      <a:pt x="2249" y="6409"/>
                      <a:pt x="2317" y="6409"/>
                      <a:pt x="2386" y="6409"/>
                    </a:cubicBezTo>
                    <a:cubicBezTo>
                      <a:pt x="2386" y="6364"/>
                      <a:pt x="2386" y="6319"/>
                      <a:pt x="2386" y="6273"/>
                    </a:cubicBezTo>
                    <a:cubicBezTo>
                      <a:pt x="2409" y="6273"/>
                      <a:pt x="2431" y="6273"/>
                      <a:pt x="2455" y="6273"/>
                    </a:cubicBezTo>
                    <a:cubicBezTo>
                      <a:pt x="2455" y="6250"/>
                      <a:pt x="2455" y="6228"/>
                      <a:pt x="2455" y="6205"/>
                    </a:cubicBezTo>
                    <a:cubicBezTo>
                      <a:pt x="2500" y="6205"/>
                      <a:pt x="2545" y="6205"/>
                      <a:pt x="2591" y="6205"/>
                    </a:cubicBezTo>
                    <a:cubicBezTo>
                      <a:pt x="2591" y="5957"/>
                      <a:pt x="2591" y="5710"/>
                      <a:pt x="2591" y="5455"/>
                    </a:cubicBezTo>
                    <a:cubicBezTo>
                      <a:pt x="2568" y="5455"/>
                      <a:pt x="2546" y="5455"/>
                      <a:pt x="2523" y="5455"/>
                    </a:cubicBezTo>
                    <a:cubicBezTo>
                      <a:pt x="2523" y="5387"/>
                      <a:pt x="2523" y="5320"/>
                      <a:pt x="2523" y="5250"/>
                    </a:cubicBezTo>
                    <a:cubicBezTo>
                      <a:pt x="2545" y="5250"/>
                      <a:pt x="2568" y="5250"/>
                      <a:pt x="2591" y="5250"/>
                    </a:cubicBezTo>
                    <a:cubicBezTo>
                      <a:pt x="2591" y="5025"/>
                      <a:pt x="2591" y="4800"/>
                      <a:pt x="2591" y="4568"/>
                    </a:cubicBezTo>
                    <a:cubicBezTo>
                      <a:pt x="2613" y="4568"/>
                      <a:pt x="2636" y="4568"/>
                      <a:pt x="2659" y="4568"/>
                    </a:cubicBezTo>
                    <a:cubicBezTo>
                      <a:pt x="2659" y="4546"/>
                      <a:pt x="2659" y="4523"/>
                      <a:pt x="2659" y="4500"/>
                    </a:cubicBezTo>
                    <a:cubicBezTo>
                      <a:pt x="3019" y="4500"/>
                      <a:pt x="3379" y="4500"/>
                      <a:pt x="3750" y="4500"/>
                    </a:cubicBezTo>
                    <a:cubicBezTo>
                      <a:pt x="3750" y="4477"/>
                      <a:pt x="3750" y="4455"/>
                      <a:pt x="3750" y="4432"/>
                    </a:cubicBezTo>
                    <a:cubicBezTo>
                      <a:pt x="3795" y="4432"/>
                      <a:pt x="3840" y="4432"/>
                      <a:pt x="3886" y="4432"/>
                    </a:cubicBezTo>
                    <a:cubicBezTo>
                      <a:pt x="3886" y="4409"/>
                      <a:pt x="3886" y="4387"/>
                      <a:pt x="3886" y="4364"/>
                    </a:cubicBezTo>
                    <a:cubicBezTo>
                      <a:pt x="3864" y="4364"/>
                      <a:pt x="3841" y="4364"/>
                      <a:pt x="3818" y="4364"/>
                    </a:cubicBezTo>
                    <a:cubicBezTo>
                      <a:pt x="3818" y="4341"/>
                      <a:pt x="3818" y="4319"/>
                      <a:pt x="3818" y="4295"/>
                    </a:cubicBezTo>
                    <a:cubicBezTo>
                      <a:pt x="3773" y="4295"/>
                      <a:pt x="3728" y="4295"/>
                      <a:pt x="3682" y="4295"/>
                    </a:cubicBezTo>
                    <a:cubicBezTo>
                      <a:pt x="3682" y="4273"/>
                      <a:pt x="3682" y="4250"/>
                      <a:pt x="3682" y="4227"/>
                    </a:cubicBezTo>
                    <a:cubicBezTo>
                      <a:pt x="3322" y="4227"/>
                      <a:pt x="2962" y="4227"/>
                      <a:pt x="2591" y="4227"/>
                    </a:cubicBezTo>
                    <a:cubicBezTo>
                      <a:pt x="2591" y="4250"/>
                      <a:pt x="2591" y="4272"/>
                      <a:pt x="2591" y="4295"/>
                    </a:cubicBezTo>
                    <a:cubicBezTo>
                      <a:pt x="2546" y="4295"/>
                      <a:pt x="2501" y="4295"/>
                      <a:pt x="2455" y="4295"/>
                    </a:cubicBezTo>
                    <a:cubicBezTo>
                      <a:pt x="2455" y="4273"/>
                      <a:pt x="2455" y="4250"/>
                      <a:pt x="2455" y="4227"/>
                    </a:cubicBezTo>
                    <a:cubicBezTo>
                      <a:pt x="2387" y="4227"/>
                      <a:pt x="2320" y="4227"/>
                      <a:pt x="2250" y="4227"/>
                    </a:cubicBezTo>
                    <a:close/>
                    <a:moveTo>
                      <a:pt x="341" y="4773"/>
                    </a:moveTo>
                    <a:cubicBezTo>
                      <a:pt x="341" y="5245"/>
                      <a:pt x="341" y="5718"/>
                      <a:pt x="341" y="6205"/>
                    </a:cubicBezTo>
                    <a:cubicBezTo>
                      <a:pt x="296" y="6205"/>
                      <a:pt x="251" y="6205"/>
                      <a:pt x="205" y="6205"/>
                    </a:cubicBezTo>
                    <a:cubicBezTo>
                      <a:pt x="205" y="6182"/>
                      <a:pt x="205" y="6160"/>
                      <a:pt x="205" y="6136"/>
                    </a:cubicBezTo>
                    <a:cubicBezTo>
                      <a:pt x="160" y="6136"/>
                      <a:pt x="115" y="6136"/>
                      <a:pt x="68" y="6136"/>
                    </a:cubicBezTo>
                    <a:cubicBezTo>
                      <a:pt x="68" y="6744"/>
                      <a:pt x="68" y="7351"/>
                      <a:pt x="68" y="7977"/>
                    </a:cubicBezTo>
                    <a:cubicBezTo>
                      <a:pt x="113" y="7977"/>
                      <a:pt x="158" y="7977"/>
                      <a:pt x="205" y="7977"/>
                    </a:cubicBezTo>
                    <a:cubicBezTo>
                      <a:pt x="205" y="7527"/>
                      <a:pt x="205" y="7077"/>
                      <a:pt x="205" y="6614"/>
                    </a:cubicBezTo>
                    <a:cubicBezTo>
                      <a:pt x="227" y="6614"/>
                      <a:pt x="250" y="6614"/>
                      <a:pt x="273" y="6614"/>
                    </a:cubicBezTo>
                    <a:cubicBezTo>
                      <a:pt x="273" y="6591"/>
                      <a:pt x="273" y="6569"/>
                      <a:pt x="273" y="6545"/>
                    </a:cubicBezTo>
                    <a:cubicBezTo>
                      <a:pt x="295" y="6545"/>
                      <a:pt x="318" y="6545"/>
                      <a:pt x="341" y="6545"/>
                    </a:cubicBezTo>
                    <a:cubicBezTo>
                      <a:pt x="341" y="6568"/>
                      <a:pt x="341" y="6590"/>
                      <a:pt x="341" y="6614"/>
                    </a:cubicBezTo>
                    <a:cubicBezTo>
                      <a:pt x="386" y="6614"/>
                      <a:pt x="431" y="6614"/>
                      <a:pt x="477" y="6614"/>
                    </a:cubicBezTo>
                    <a:cubicBezTo>
                      <a:pt x="477" y="6591"/>
                      <a:pt x="477" y="6569"/>
                      <a:pt x="477" y="6545"/>
                    </a:cubicBezTo>
                    <a:cubicBezTo>
                      <a:pt x="500" y="6545"/>
                      <a:pt x="522" y="6545"/>
                      <a:pt x="545" y="6545"/>
                    </a:cubicBezTo>
                    <a:cubicBezTo>
                      <a:pt x="545" y="6523"/>
                      <a:pt x="545" y="6500"/>
                      <a:pt x="545" y="6477"/>
                    </a:cubicBezTo>
                    <a:cubicBezTo>
                      <a:pt x="568" y="6477"/>
                      <a:pt x="590" y="6477"/>
                      <a:pt x="614" y="6477"/>
                    </a:cubicBezTo>
                    <a:cubicBezTo>
                      <a:pt x="614" y="6410"/>
                      <a:pt x="614" y="6342"/>
                      <a:pt x="614" y="6273"/>
                    </a:cubicBezTo>
                    <a:cubicBezTo>
                      <a:pt x="591" y="6273"/>
                      <a:pt x="569" y="6273"/>
                      <a:pt x="545" y="6273"/>
                    </a:cubicBezTo>
                    <a:cubicBezTo>
                      <a:pt x="545" y="6250"/>
                      <a:pt x="545" y="6228"/>
                      <a:pt x="545" y="6205"/>
                    </a:cubicBezTo>
                    <a:cubicBezTo>
                      <a:pt x="523" y="6205"/>
                      <a:pt x="500" y="6205"/>
                      <a:pt x="477" y="6205"/>
                    </a:cubicBezTo>
                    <a:cubicBezTo>
                      <a:pt x="477" y="5732"/>
                      <a:pt x="477" y="5260"/>
                      <a:pt x="477" y="4773"/>
                    </a:cubicBezTo>
                    <a:cubicBezTo>
                      <a:pt x="432" y="4773"/>
                      <a:pt x="387" y="4773"/>
                      <a:pt x="341" y="4773"/>
                    </a:cubicBezTo>
                    <a:close/>
                    <a:moveTo>
                      <a:pt x="4364" y="5114"/>
                    </a:moveTo>
                    <a:cubicBezTo>
                      <a:pt x="4364" y="5429"/>
                      <a:pt x="4364" y="5744"/>
                      <a:pt x="4364" y="6068"/>
                    </a:cubicBezTo>
                    <a:cubicBezTo>
                      <a:pt x="4409" y="6068"/>
                      <a:pt x="4454" y="6068"/>
                      <a:pt x="4500" y="6068"/>
                    </a:cubicBezTo>
                    <a:cubicBezTo>
                      <a:pt x="4500" y="6046"/>
                      <a:pt x="4500" y="6023"/>
                      <a:pt x="4500" y="6000"/>
                    </a:cubicBezTo>
                    <a:cubicBezTo>
                      <a:pt x="4545" y="6000"/>
                      <a:pt x="4590" y="6000"/>
                      <a:pt x="4636" y="6000"/>
                    </a:cubicBezTo>
                    <a:cubicBezTo>
                      <a:pt x="4636" y="5707"/>
                      <a:pt x="4636" y="5415"/>
                      <a:pt x="4636" y="5114"/>
                    </a:cubicBezTo>
                    <a:cubicBezTo>
                      <a:pt x="4614" y="5114"/>
                      <a:pt x="4591" y="5114"/>
                      <a:pt x="4568" y="5114"/>
                    </a:cubicBezTo>
                    <a:cubicBezTo>
                      <a:pt x="4568" y="5136"/>
                      <a:pt x="4568" y="5159"/>
                      <a:pt x="4568" y="5182"/>
                    </a:cubicBezTo>
                    <a:cubicBezTo>
                      <a:pt x="4546" y="5182"/>
                      <a:pt x="4523" y="5182"/>
                      <a:pt x="4500" y="5182"/>
                    </a:cubicBezTo>
                    <a:cubicBezTo>
                      <a:pt x="4500" y="5159"/>
                      <a:pt x="4500" y="5137"/>
                      <a:pt x="4500" y="5114"/>
                    </a:cubicBezTo>
                    <a:cubicBezTo>
                      <a:pt x="4455" y="5114"/>
                      <a:pt x="4410" y="5114"/>
                      <a:pt x="4364" y="5114"/>
                    </a:cubicBezTo>
                    <a:close/>
                    <a:moveTo>
                      <a:pt x="12955" y="5864"/>
                    </a:moveTo>
                    <a:cubicBezTo>
                      <a:pt x="12955" y="5954"/>
                      <a:pt x="12955" y="6044"/>
                      <a:pt x="12955" y="6136"/>
                    </a:cubicBezTo>
                    <a:cubicBezTo>
                      <a:pt x="12932" y="6136"/>
                      <a:pt x="12910" y="6136"/>
                      <a:pt x="12886" y="6136"/>
                    </a:cubicBezTo>
                    <a:cubicBezTo>
                      <a:pt x="12886" y="6159"/>
                      <a:pt x="12886" y="6181"/>
                      <a:pt x="12886" y="6205"/>
                    </a:cubicBezTo>
                    <a:cubicBezTo>
                      <a:pt x="12729" y="6205"/>
                      <a:pt x="12571" y="6205"/>
                      <a:pt x="12409" y="6205"/>
                    </a:cubicBezTo>
                    <a:cubicBezTo>
                      <a:pt x="12409" y="6227"/>
                      <a:pt x="12409" y="6250"/>
                      <a:pt x="12409" y="6273"/>
                    </a:cubicBezTo>
                    <a:cubicBezTo>
                      <a:pt x="12364" y="6273"/>
                      <a:pt x="12319" y="6273"/>
                      <a:pt x="12273" y="6273"/>
                    </a:cubicBezTo>
                    <a:cubicBezTo>
                      <a:pt x="12273" y="6295"/>
                      <a:pt x="12273" y="6318"/>
                      <a:pt x="12273" y="6341"/>
                    </a:cubicBezTo>
                    <a:cubicBezTo>
                      <a:pt x="12295" y="6341"/>
                      <a:pt x="12318" y="6341"/>
                      <a:pt x="12341" y="6341"/>
                    </a:cubicBezTo>
                    <a:cubicBezTo>
                      <a:pt x="12341" y="6363"/>
                      <a:pt x="12341" y="6386"/>
                      <a:pt x="12341" y="6409"/>
                    </a:cubicBezTo>
                    <a:cubicBezTo>
                      <a:pt x="12386" y="6409"/>
                      <a:pt x="12431" y="6409"/>
                      <a:pt x="12477" y="6409"/>
                    </a:cubicBezTo>
                    <a:cubicBezTo>
                      <a:pt x="12477" y="6432"/>
                      <a:pt x="12477" y="6454"/>
                      <a:pt x="12477" y="6477"/>
                    </a:cubicBezTo>
                    <a:cubicBezTo>
                      <a:pt x="12545" y="6477"/>
                      <a:pt x="12612" y="6477"/>
                      <a:pt x="12682" y="6477"/>
                    </a:cubicBezTo>
                    <a:cubicBezTo>
                      <a:pt x="12682" y="6500"/>
                      <a:pt x="12682" y="6522"/>
                      <a:pt x="12682" y="6545"/>
                    </a:cubicBezTo>
                    <a:cubicBezTo>
                      <a:pt x="12749" y="6545"/>
                      <a:pt x="12817" y="6545"/>
                      <a:pt x="12886" y="6545"/>
                    </a:cubicBezTo>
                    <a:cubicBezTo>
                      <a:pt x="12886" y="6568"/>
                      <a:pt x="12886" y="6590"/>
                      <a:pt x="12886" y="6614"/>
                    </a:cubicBezTo>
                    <a:cubicBezTo>
                      <a:pt x="12954" y="6614"/>
                      <a:pt x="13021" y="6614"/>
                      <a:pt x="13091" y="6614"/>
                    </a:cubicBezTo>
                    <a:cubicBezTo>
                      <a:pt x="13091" y="6366"/>
                      <a:pt x="13091" y="6119"/>
                      <a:pt x="13091" y="5864"/>
                    </a:cubicBezTo>
                    <a:cubicBezTo>
                      <a:pt x="13046" y="5864"/>
                      <a:pt x="13001" y="5864"/>
                      <a:pt x="12955" y="5864"/>
                    </a:cubicBezTo>
                    <a:close/>
                    <a:moveTo>
                      <a:pt x="4568" y="6068"/>
                    </a:moveTo>
                    <a:cubicBezTo>
                      <a:pt x="4568" y="6113"/>
                      <a:pt x="4568" y="6158"/>
                      <a:pt x="4568" y="6205"/>
                    </a:cubicBezTo>
                    <a:cubicBezTo>
                      <a:pt x="4546" y="6205"/>
                      <a:pt x="4523" y="6205"/>
                      <a:pt x="4500" y="6205"/>
                    </a:cubicBezTo>
                    <a:cubicBezTo>
                      <a:pt x="4500" y="6227"/>
                      <a:pt x="4500" y="6250"/>
                      <a:pt x="4500" y="6273"/>
                    </a:cubicBezTo>
                    <a:cubicBezTo>
                      <a:pt x="4478" y="6273"/>
                      <a:pt x="4455" y="6273"/>
                      <a:pt x="4432" y="6273"/>
                    </a:cubicBezTo>
                    <a:cubicBezTo>
                      <a:pt x="4432" y="6295"/>
                      <a:pt x="4432" y="6318"/>
                      <a:pt x="4432" y="6341"/>
                    </a:cubicBezTo>
                    <a:cubicBezTo>
                      <a:pt x="4409" y="6341"/>
                      <a:pt x="4387" y="6341"/>
                      <a:pt x="4364" y="6341"/>
                    </a:cubicBezTo>
                    <a:cubicBezTo>
                      <a:pt x="4364" y="6386"/>
                      <a:pt x="4364" y="6431"/>
                      <a:pt x="4364" y="6477"/>
                    </a:cubicBezTo>
                    <a:cubicBezTo>
                      <a:pt x="4386" y="6477"/>
                      <a:pt x="4409" y="6477"/>
                      <a:pt x="4432" y="6477"/>
                    </a:cubicBezTo>
                    <a:cubicBezTo>
                      <a:pt x="4432" y="6500"/>
                      <a:pt x="4432" y="6522"/>
                      <a:pt x="4432" y="6545"/>
                    </a:cubicBezTo>
                    <a:cubicBezTo>
                      <a:pt x="4499" y="6545"/>
                      <a:pt x="4567" y="6545"/>
                      <a:pt x="4636" y="6545"/>
                    </a:cubicBezTo>
                    <a:cubicBezTo>
                      <a:pt x="4636" y="6523"/>
                      <a:pt x="4636" y="6500"/>
                      <a:pt x="4636" y="6477"/>
                    </a:cubicBezTo>
                    <a:cubicBezTo>
                      <a:pt x="4659" y="6477"/>
                      <a:pt x="4681" y="6477"/>
                      <a:pt x="4705" y="6477"/>
                    </a:cubicBezTo>
                    <a:cubicBezTo>
                      <a:pt x="4705" y="6455"/>
                      <a:pt x="4705" y="6432"/>
                      <a:pt x="4705" y="6409"/>
                    </a:cubicBezTo>
                    <a:cubicBezTo>
                      <a:pt x="4772" y="6409"/>
                      <a:pt x="4840" y="6409"/>
                      <a:pt x="4909" y="6409"/>
                    </a:cubicBezTo>
                    <a:cubicBezTo>
                      <a:pt x="4909" y="6432"/>
                      <a:pt x="4909" y="6454"/>
                      <a:pt x="4909" y="6477"/>
                    </a:cubicBezTo>
                    <a:cubicBezTo>
                      <a:pt x="4932" y="6477"/>
                      <a:pt x="4954" y="6477"/>
                      <a:pt x="4977" y="6477"/>
                    </a:cubicBezTo>
                    <a:cubicBezTo>
                      <a:pt x="4977" y="6500"/>
                      <a:pt x="4977" y="6522"/>
                      <a:pt x="4977" y="6545"/>
                    </a:cubicBezTo>
                    <a:cubicBezTo>
                      <a:pt x="5382" y="6545"/>
                      <a:pt x="5787" y="6545"/>
                      <a:pt x="6205" y="6545"/>
                    </a:cubicBezTo>
                    <a:cubicBezTo>
                      <a:pt x="6205" y="6500"/>
                      <a:pt x="6205" y="6455"/>
                      <a:pt x="6205" y="6409"/>
                    </a:cubicBezTo>
                    <a:cubicBezTo>
                      <a:pt x="6182" y="6409"/>
                      <a:pt x="6160" y="6409"/>
                      <a:pt x="6136" y="6409"/>
                    </a:cubicBezTo>
                    <a:cubicBezTo>
                      <a:pt x="6136" y="6387"/>
                      <a:pt x="6136" y="6364"/>
                      <a:pt x="6136" y="6341"/>
                    </a:cubicBezTo>
                    <a:cubicBezTo>
                      <a:pt x="5956" y="6341"/>
                      <a:pt x="5776" y="6341"/>
                      <a:pt x="5591" y="6341"/>
                    </a:cubicBezTo>
                    <a:cubicBezTo>
                      <a:pt x="5591" y="6318"/>
                      <a:pt x="5591" y="6296"/>
                      <a:pt x="5591" y="6273"/>
                    </a:cubicBezTo>
                    <a:cubicBezTo>
                      <a:pt x="5568" y="6273"/>
                      <a:pt x="5546" y="6273"/>
                      <a:pt x="5523" y="6273"/>
                    </a:cubicBezTo>
                    <a:cubicBezTo>
                      <a:pt x="5523" y="6250"/>
                      <a:pt x="5523" y="6228"/>
                      <a:pt x="5523" y="6205"/>
                    </a:cubicBezTo>
                    <a:cubicBezTo>
                      <a:pt x="5275" y="6205"/>
                      <a:pt x="5028" y="6205"/>
                      <a:pt x="4773" y="6205"/>
                    </a:cubicBezTo>
                    <a:cubicBezTo>
                      <a:pt x="4773" y="6182"/>
                      <a:pt x="4773" y="6160"/>
                      <a:pt x="4773" y="6136"/>
                    </a:cubicBezTo>
                    <a:cubicBezTo>
                      <a:pt x="4728" y="6136"/>
                      <a:pt x="4683" y="6136"/>
                      <a:pt x="4636" y="6136"/>
                    </a:cubicBezTo>
                    <a:cubicBezTo>
                      <a:pt x="4636" y="6114"/>
                      <a:pt x="4636" y="6091"/>
                      <a:pt x="4636" y="6068"/>
                    </a:cubicBezTo>
                    <a:cubicBezTo>
                      <a:pt x="4614" y="6068"/>
                      <a:pt x="4591" y="6068"/>
                      <a:pt x="4568" y="6068"/>
                    </a:cubicBezTo>
                    <a:close/>
                    <a:moveTo>
                      <a:pt x="886" y="6205"/>
                    </a:moveTo>
                    <a:cubicBezTo>
                      <a:pt x="886" y="6227"/>
                      <a:pt x="886" y="6250"/>
                      <a:pt x="886" y="6273"/>
                    </a:cubicBezTo>
                    <a:cubicBezTo>
                      <a:pt x="864" y="6273"/>
                      <a:pt x="841" y="6273"/>
                      <a:pt x="818" y="6273"/>
                    </a:cubicBezTo>
                    <a:cubicBezTo>
                      <a:pt x="818" y="6295"/>
                      <a:pt x="818" y="6318"/>
                      <a:pt x="818" y="6341"/>
                    </a:cubicBezTo>
                    <a:cubicBezTo>
                      <a:pt x="796" y="6341"/>
                      <a:pt x="773" y="6341"/>
                      <a:pt x="750" y="6341"/>
                    </a:cubicBezTo>
                    <a:cubicBezTo>
                      <a:pt x="750" y="6363"/>
                      <a:pt x="750" y="6386"/>
                      <a:pt x="750" y="6409"/>
                    </a:cubicBezTo>
                    <a:cubicBezTo>
                      <a:pt x="773" y="6409"/>
                      <a:pt x="795" y="6409"/>
                      <a:pt x="818" y="6409"/>
                    </a:cubicBezTo>
                    <a:cubicBezTo>
                      <a:pt x="818" y="6432"/>
                      <a:pt x="818" y="6454"/>
                      <a:pt x="818" y="6477"/>
                    </a:cubicBezTo>
                    <a:cubicBezTo>
                      <a:pt x="841" y="6477"/>
                      <a:pt x="863" y="6477"/>
                      <a:pt x="886" y="6477"/>
                    </a:cubicBezTo>
                    <a:cubicBezTo>
                      <a:pt x="886" y="6500"/>
                      <a:pt x="886" y="6522"/>
                      <a:pt x="886" y="6545"/>
                    </a:cubicBezTo>
                    <a:cubicBezTo>
                      <a:pt x="1246" y="6545"/>
                      <a:pt x="1606" y="6545"/>
                      <a:pt x="1977" y="6545"/>
                    </a:cubicBezTo>
                    <a:cubicBezTo>
                      <a:pt x="1977" y="6523"/>
                      <a:pt x="1977" y="6500"/>
                      <a:pt x="1977" y="6477"/>
                    </a:cubicBezTo>
                    <a:cubicBezTo>
                      <a:pt x="2000" y="6477"/>
                      <a:pt x="2022" y="6477"/>
                      <a:pt x="2045" y="6477"/>
                    </a:cubicBezTo>
                    <a:cubicBezTo>
                      <a:pt x="2045" y="6410"/>
                      <a:pt x="2045" y="6342"/>
                      <a:pt x="2045" y="6273"/>
                    </a:cubicBezTo>
                    <a:cubicBezTo>
                      <a:pt x="2000" y="6273"/>
                      <a:pt x="1955" y="6273"/>
                      <a:pt x="1909" y="6273"/>
                    </a:cubicBezTo>
                    <a:cubicBezTo>
                      <a:pt x="1909" y="6250"/>
                      <a:pt x="1909" y="6228"/>
                      <a:pt x="1909" y="6205"/>
                    </a:cubicBezTo>
                    <a:cubicBezTo>
                      <a:pt x="1572" y="6205"/>
                      <a:pt x="1234" y="6205"/>
                      <a:pt x="886" y="6205"/>
                    </a:cubicBezTo>
                    <a:close/>
                    <a:moveTo>
                      <a:pt x="6614" y="5591"/>
                    </a:moveTo>
                    <a:cubicBezTo>
                      <a:pt x="6614" y="5613"/>
                      <a:pt x="6614" y="5636"/>
                      <a:pt x="6614" y="5659"/>
                    </a:cubicBezTo>
                    <a:cubicBezTo>
                      <a:pt x="6591" y="5659"/>
                      <a:pt x="6569" y="5659"/>
                      <a:pt x="6545" y="5659"/>
                    </a:cubicBezTo>
                    <a:cubicBezTo>
                      <a:pt x="6545" y="5839"/>
                      <a:pt x="6545" y="6019"/>
                      <a:pt x="6545" y="6205"/>
                    </a:cubicBezTo>
                    <a:cubicBezTo>
                      <a:pt x="6523" y="6205"/>
                      <a:pt x="6500" y="6205"/>
                      <a:pt x="6477" y="6205"/>
                    </a:cubicBezTo>
                    <a:cubicBezTo>
                      <a:pt x="6477" y="6227"/>
                      <a:pt x="6477" y="6250"/>
                      <a:pt x="6477" y="6273"/>
                    </a:cubicBezTo>
                    <a:cubicBezTo>
                      <a:pt x="6455" y="6273"/>
                      <a:pt x="6432" y="6273"/>
                      <a:pt x="6409" y="6273"/>
                    </a:cubicBezTo>
                    <a:cubicBezTo>
                      <a:pt x="6409" y="6340"/>
                      <a:pt x="6409" y="6408"/>
                      <a:pt x="6409" y="6477"/>
                    </a:cubicBezTo>
                    <a:cubicBezTo>
                      <a:pt x="6432" y="6477"/>
                      <a:pt x="6454" y="6477"/>
                      <a:pt x="6477" y="6477"/>
                    </a:cubicBezTo>
                    <a:cubicBezTo>
                      <a:pt x="6477" y="6500"/>
                      <a:pt x="6477" y="6522"/>
                      <a:pt x="6477" y="6545"/>
                    </a:cubicBezTo>
                    <a:cubicBezTo>
                      <a:pt x="6500" y="6545"/>
                      <a:pt x="6522" y="6545"/>
                      <a:pt x="6545" y="6545"/>
                    </a:cubicBezTo>
                    <a:cubicBezTo>
                      <a:pt x="6545" y="7085"/>
                      <a:pt x="6545" y="7625"/>
                      <a:pt x="6545" y="8182"/>
                    </a:cubicBezTo>
                    <a:cubicBezTo>
                      <a:pt x="6523" y="8182"/>
                      <a:pt x="6500" y="8182"/>
                      <a:pt x="6477" y="8182"/>
                    </a:cubicBezTo>
                    <a:cubicBezTo>
                      <a:pt x="6477" y="8204"/>
                      <a:pt x="6477" y="8227"/>
                      <a:pt x="6477" y="8250"/>
                    </a:cubicBezTo>
                    <a:cubicBezTo>
                      <a:pt x="6387" y="8250"/>
                      <a:pt x="6297" y="8250"/>
                      <a:pt x="6205" y="8250"/>
                    </a:cubicBezTo>
                    <a:cubicBezTo>
                      <a:pt x="6205" y="8227"/>
                      <a:pt x="6205" y="8205"/>
                      <a:pt x="6205" y="8182"/>
                    </a:cubicBezTo>
                    <a:cubicBezTo>
                      <a:pt x="5777" y="8182"/>
                      <a:pt x="5350" y="8182"/>
                      <a:pt x="4909" y="8182"/>
                    </a:cubicBezTo>
                    <a:cubicBezTo>
                      <a:pt x="4909" y="8204"/>
                      <a:pt x="4909" y="8227"/>
                      <a:pt x="4909" y="8250"/>
                    </a:cubicBezTo>
                    <a:cubicBezTo>
                      <a:pt x="4864" y="8250"/>
                      <a:pt x="4819" y="8250"/>
                      <a:pt x="4773" y="8250"/>
                    </a:cubicBezTo>
                    <a:cubicBezTo>
                      <a:pt x="4773" y="8227"/>
                      <a:pt x="4773" y="8205"/>
                      <a:pt x="4773" y="8182"/>
                    </a:cubicBezTo>
                    <a:cubicBezTo>
                      <a:pt x="4705" y="8182"/>
                      <a:pt x="4638" y="8182"/>
                      <a:pt x="4568" y="8182"/>
                    </a:cubicBezTo>
                    <a:cubicBezTo>
                      <a:pt x="4568" y="8204"/>
                      <a:pt x="4568" y="8227"/>
                      <a:pt x="4568" y="8250"/>
                    </a:cubicBezTo>
                    <a:cubicBezTo>
                      <a:pt x="4478" y="8250"/>
                      <a:pt x="4388" y="8250"/>
                      <a:pt x="4295" y="8250"/>
                    </a:cubicBezTo>
                    <a:cubicBezTo>
                      <a:pt x="4295" y="8273"/>
                      <a:pt x="4295" y="8295"/>
                      <a:pt x="4295" y="8318"/>
                    </a:cubicBezTo>
                    <a:cubicBezTo>
                      <a:pt x="4183" y="8318"/>
                      <a:pt x="4070" y="8318"/>
                      <a:pt x="3955" y="8318"/>
                    </a:cubicBezTo>
                    <a:cubicBezTo>
                      <a:pt x="3955" y="8296"/>
                      <a:pt x="3955" y="8273"/>
                      <a:pt x="3955" y="8250"/>
                    </a:cubicBezTo>
                    <a:cubicBezTo>
                      <a:pt x="3932" y="8250"/>
                      <a:pt x="3910" y="8250"/>
                      <a:pt x="3886" y="8250"/>
                    </a:cubicBezTo>
                    <a:cubicBezTo>
                      <a:pt x="3886" y="8227"/>
                      <a:pt x="3886" y="8205"/>
                      <a:pt x="3886" y="8182"/>
                    </a:cubicBezTo>
                    <a:cubicBezTo>
                      <a:pt x="4021" y="8182"/>
                      <a:pt x="4156" y="8182"/>
                      <a:pt x="4295" y="8182"/>
                    </a:cubicBezTo>
                    <a:cubicBezTo>
                      <a:pt x="4295" y="8159"/>
                      <a:pt x="4295" y="8137"/>
                      <a:pt x="4295" y="8114"/>
                    </a:cubicBezTo>
                    <a:cubicBezTo>
                      <a:pt x="4318" y="8114"/>
                      <a:pt x="4340" y="8114"/>
                      <a:pt x="4364" y="8114"/>
                    </a:cubicBezTo>
                    <a:cubicBezTo>
                      <a:pt x="4364" y="8024"/>
                      <a:pt x="4364" y="7934"/>
                      <a:pt x="4364" y="7841"/>
                    </a:cubicBezTo>
                    <a:cubicBezTo>
                      <a:pt x="4409" y="7841"/>
                      <a:pt x="4454" y="7841"/>
                      <a:pt x="4500" y="7841"/>
                    </a:cubicBezTo>
                    <a:cubicBezTo>
                      <a:pt x="4500" y="7818"/>
                      <a:pt x="4500" y="7796"/>
                      <a:pt x="4500" y="7773"/>
                    </a:cubicBezTo>
                    <a:cubicBezTo>
                      <a:pt x="4545" y="7773"/>
                      <a:pt x="4590" y="7773"/>
                      <a:pt x="4636" y="7773"/>
                    </a:cubicBezTo>
                    <a:cubicBezTo>
                      <a:pt x="4636" y="7705"/>
                      <a:pt x="4636" y="7638"/>
                      <a:pt x="4636" y="7568"/>
                    </a:cubicBezTo>
                    <a:cubicBezTo>
                      <a:pt x="4659" y="7568"/>
                      <a:pt x="4681" y="7568"/>
                      <a:pt x="4705" y="7568"/>
                    </a:cubicBezTo>
                    <a:cubicBezTo>
                      <a:pt x="4705" y="7546"/>
                      <a:pt x="4705" y="7523"/>
                      <a:pt x="4705" y="7500"/>
                    </a:cubicBezTo>
                    <a:cubicBezTo>
                      <a:pt x="4682" y="7500"/>
                      <a:pt x="4660" y="7500"/>
                      <a:pt x="4636" y="7500"/>
                    </a:cubicBezTo>
                    <a:cubicBezTo>
                      <a:pt x="4636" y="7477"/>
                      <a:pt x="4636" y="7455"/>
                      <a:pt x="4636" y="7432"/>
                    </a:cubicBezTo>
                    <a:cubicBezTo>
                      <a:pt x="4659" y="7432"/>
                      <a:pt x="4681" y="7432"/>
                      <a:pt x="4705" y="7432"/>
                    </a:cubicBezTo>
                    <a:cubicBezTo>
                      <a:pt x="4705" y="7409"/>
                      <a:pt x="4705" y="7387"/>
                      <a:pt x="4705" y="7364"/>
                    </a:cubicBezTo>
                    <a:cubicBezTo>
                      <a:pt x="4682" y="7364"/>
                      <a:pt x="4660" y="7364"/>
                      <a:pt x="4636" y="7364"/>
                    </a:cubicBezTo>
                    <a:cubicBezTo>
                      <a:pt x="4636" y="7319"/>
                      <a:pt x="4636" y="7274"/>
                      <a:pt x="4636" y="7227"/>
                    </a:cubicBezTo>
                    <a:cubicBezTo>
                      <a:pt x="4614" y="7227"/>
                      <a:pt x="4591" y="7227"/>
                      <a:pt x="4568" y="7227"/>
                    </a:cubicBezTo>
                    <a:cubicBezTo>
                      <a:pt x="4568" y="7137"/>
                      <a:pt x="4568" y="7047"/>
                      <a:pt x="4568" y="6955"/>
                    </a:cubicBezTo>
                    <a:cubicBezTo>
                      <a:pt x="4546" y="6955"/>
                      <a:pt x="4523" y="6955"/>
                      <a:pt x="4500" y="6955"/>
                    </a:cubicBezTo>
                    <a:cubicBezTo>
                      <a:pt x="4500" y="6932"/>
                      <a:pt x="4500" y="6910"/>
                      <a:pt x="4500" y="6886"/>
                    </a:cubicBezTo>
                    <a:cubicBezTo>
                      <a:pt x="4455" y="6886"/>
                      <a:pt x="4410" y="6886"/>
                      <a:pt x="4364" y="6886"/>
                    </a:cubicBezTo>
                    <a:cubicBezTo>
                      <a:pt x="4364" y="6796"/>
                      <a:pt x="4364" y="6706"/>
                      <a:pt x="4364" y="6614"/>
                    </a:cubicBezTo>
                    <a:cubicBezTo>
                      <a:pt x="4341" y="6614"/>
                      <a:pt x="4319" y="6614"/>
                      <a:pt x="4295" y="6614"/>
                    </a:cubicBezTo>
                    <a:cubicBezTo>
                      <a:pt x="4295" y="6591"/>
                      <a:pt x="4295" y="6569"/>
                      <a:pt x="4295" y="6545"/>
                    </a:cubicBezTo>
                    <a:cubicBezTo>
                      <a:pt x="4160" y="6545"/>
                      <a:pt x="4025" y="6545"/>
                      <a:pt x="3886" y="6545"/>
                    </a:cubicBezTo>
                    <a:cubicBezTo>
                      <a:pt x="3886" y="6523"/>
                      <a:pt x="3886" y="6500"/>
                      <a:pt x="3886" y="6477"/>
                    </a:cubicBezTo>
                    <a:cubicBezTo>
                      <a:pt x="3864" y="6477"/>
                      <a:pt x="3841" y="6477"/>
                      <a:pt x="3818" y="6477"/>
                    </a:cubicBezTo>
                    <a:cubicBezTo>
                      <a:pt x="3818" y="6455"/>
                      <a:pt x="3818" y="6432"/>
                      <a:pt x="3818" y="6409"/>
                    </a:cubicBezTo>
                    <a:cubicBezTo>
                      <a:pt x="3773" y="6409"/>
                      <a:pt x="3728" y="6409"/>
                      <a:pt x="3682" y="6409"/>
                    </a:cubicBezTo>
                    <a:cubicBezTo>
                      <a:pt x="3682" y="6342"/>
                      <a:pt x="3682" y="6274"/>
                      <a:pt x="3682" y="6205"/>
                    </a:cubicBezTo>
                    <a:cubicBezTo>
                      <a:pt x="3367" y="6205"/>
                      <a:pt x="3052" y="6205"/>
                      <a:pt x="2727" y="6205"/>
                    </a:cubicBezTo>
                    <a:cubicBezTo>
                      <a:pt x="2727" y="6227"/>
                      <a:pt x="2727" y="6250"/>
                      <a:pt x="2727" y="6273"/>
                    </a:cubicBezTo>
                    <a:cubicBezTo>
                      <a:pt x="2705" y="6273"/>
                      <a:pt x="2682" y="6273"/>
                      <a:pt x="2659" y="6273"/>
                    </a:cubicBezTo>
                    <a:cubicBezTo>
                      <a:pt x="2659" y="6295"/>
                      <a:pt x="2659" y="6318"/>
                      <a:pt x="2659" y="6341"/>
                    </a:cubicBezTo>
                    <a:cubicBezTo>
                      <a:pt x="2637" y="6341"/>
                      <a:pt x="2614" y="6341"/>
                      <a:pt x="2591" y="6341"/>
                    </a:cubicBezTo>
                    <a:cubicBezTo>
                      <a:pt x="2591" y="6386"/>
                      <a:pt x="2591" y="6431"/>
                      <a:pt x="2591" y="6477"/>
                    </a:cubicBezTo>
                    <a:cubicBezTo>
                      <a:pt x="2613" y="6477"/>
                      <a:pt x="2636" y="6477"/>
                      <a:pt x="2659" y="6477"/>
                    </a:cubicBezTo>
                    <a:cubicBezTo>
                      <a:pt x="2659" y="6455"/>
                      <a:pt x="2659" y="6432"/>
                      <a:pt x="2659" y="6409"/>
                    </a:cubicBezTo>
                    <a:cubicBezTo>
                      <a:pt x="2704" y="6409"/>
                      <a:pt x="2749" y="6409"/>
                      <a:pt x="2795" y="6409"/>
                    </a:cubicBezTo>
                    <a:cubicBezTo>
                      <a:pt x="2795" y="6454"/>
                      <a:pt x="2795" y="6499"/>
                      <a:pt x="2795" y="6545"/>
                    </a:cubicBezTo>
                    <a:cubicBezTo>
                      <a:pt x="2750" y="6545"/>
                      <a:pt x="2705" y="6545"/>
                      <a:pt x="2659" y="6545"/>
                    </a:cubicBezTo>
                    <a:cubicBezTo>
                      <a:pt x="2659" y="6568"/>
                      <a:pt x="2659" y="6590"/>
                      <a:pt x="2659" y="6614"/>
                    </a:cubicBezTo>
                    <a:cubicBezTo>
                      <a:pt x="2637" y="6614"/>
                      <a:pt x="2614" y="6614"/>
                      <a:pt x="2591" y="6614"/>
                    </a:cubicBezTo>
                    <a:cubicBezTo>
                      <a:pt x="2591" y="6636"/>
                      <a:pt x="2591" y="6659"/>
                      <a:pt x="2591" y="6682"/>
                    </a:cubicBezTo>
                    <a:cubicBezTo>
                      <a:pt x="2501" y="6682"/>
                      <a:pt x="2411" y="6682"/>
                      <a:pt x="2318" y="6682"/>
                    </a:cubicBezTo>
                    <a:cubicBezTo>
                      <a:pt x="2318" y="6704"/>
                      <a:pt x="2318" y="6727"/>
                      <a:pt x="2318" y="6750"/>
                    </a:cubicBezTo>
                    <a:cubicBezTo>
                      <a:pt x="2296" y="6750"/>
                      <a:pt x="2273" y="6750"/>
                      <a:pt x="2250" y="6750"/>
                    </a:cubicBezTo>
                    <a:cubicBezTo>
                      <a:pt x="2250" y="7110"/>
                      <a:pt x="2250" y="7470"/>
                      <a:pt x="2250" y="7841"/>
                    </a:cubicBezTo>
                    <a:cubicBezTo>
                      <a:pt x="2273" y="7841"/>
                      <a:pt x="2295" y="7841"/>
                      <a:pt x="2318" y="7841"/>
                    </a:cubicBezTo>
                    <a:cubicBezTo>
                      <a:pt x="2318" y="7863"/>
                      <a:pt x="2318" y="7886"/>
                      <a:pt x="2318" y="7909"/>
                    </a:cubicBezTo>
                    <a:cubicBezTo>
                      <a:pt x="2363" y="7909"/>
                      <a:pt x="2408" y="7909"/>
                      <a:pt x="2455" y="7909"/>
                    </a:cubicBezTo>
                    <a:cubicBezTo>
                      <a:pt x="2455" y="7887"/>
                      <a:pt x="2455" y="7864"/>
                      <a:pt x="2455" y="7841"/>
                    </a:cubicBezTo>
                    <a:cubicBezTo>
                      <a:pt x="2477" y="7841"/>
                      <a:pt x="2500" y="7841"/>
                      <a:pt x="2523" y="7841"/>
                    </a:cubicBezTo>
                    <a:cubicBezTo>
                      <a:pt x="2523" y="7818"/>
                      <a:pt x="2523" y="7796"/>
                      <a:pt x="2523" y="7773"/>
                    </a:cubicBezTo>
                    <a:cubicBezTo>
                      <a:pt x="2545" y="7773"/>
                      <a:pt x="2568" y="7773"/>
                      <a:pt x="2591" y="7773"/>
                    </a:cubicBezTo>
                    <a:cubicBezTo>
                      <a:pt x="2591" y="7885"/>
                      <a:pt x="2591" y="7998"/>
                      <a:pt x="2591" y="8114"/>
                    </a:cubicBezTo>
                    <a:cubicBezTo>
                      <a:pt x="2613" y="8114"/>
                      <a:pt x="2636" y="8114"/>
                      <a:pt x="2659" y="8114"/>
                    </a:cubicBezTo>
                    <a:cubicBezTo>
                      <a:pt x="2659" y="8136"/>
                      <a:pt x="2659" y="8159"/>
                      <a:pt x="2659" y="8182"/>
                    </a:cubicBezTo>
                    <a:cubicBezTo>
                      <a:pt x="2772" y="8182"/>
                      <a:pt x="2884" y="8182"/>
                      <a:pt x="3000" y="8182"/>
                    </a:cubicBezTo>
                    <a:cubicBezTo>
                      <a:pt x="3000" y="8204"/>
                      <a:pt x="3000" y="8227"/>
                      <a:pt x="3000" y="8250"/>
                    </a:cubicBezTo>
                    <a:cubicBezTo>
                      <a:pt x="2978" y="8250"/>
                      <a:pt x="2955" y="8250"/>
                      <a:pt x="2932" y="8250"/>
                    </a:cubicBezTo>
                    <a:cubicBezTo>
                      <a:pt x="2932" y="8273"/>
                      <a:pt x="2932" y="8295"/>
                      <a:pt x="2932" y="8318"/>
                    </a:cubicBezTo>
                    <a:cubicBezTo>
                      <a:pt x="2864" y="8318"/>
                      <a:pt x="2797" y="8318"/>
                      <a:pt x="2727" y="8318"/>
                    </a:cubicBezTo>
                    <a:cubicBezTo>
                      <a:pt x="2727" y="8296"/>
                      <a:pt x="2727" y="8273"/>
                      <a:pt x="2727" y="8250"/>
                    </a:cubicBezTo>
                    <a:cubicBezTo>
                      <a:pt x="2525" y="8250"/>
                      <a:pt x="2322" y="8250"/>
                      <a:pt x="2114" y="8250"/>
                    </a:cubicBezTo>
                    <a:cubicBezTo>
                      <a:pt x="2114" y="8227"/>
                      <a:pt x="2114" y="8205"/>
                      <a:pt x="2114" y="8182"/>
                    </a:cubicBezTo>
                    <a:cubicBezTo>
                      <a:pt x="1754" y="8182"/>
                      <a:pt x="1394" y="8182"/>
                      <a:pt x="1023" y="8182"/>
                    </a:cubicBezTo>
                    <a:cubicBezTo>
                      <a:pt x="1023" y="8204"/>
                      <a:pt x="1023" y="8227"/>
                      <a:pt x="1023" y="8250"/>
                    </a:cubicBezTo>
                    <a:cubicBezTo>
                      <a:pt x="955" y="8250"/>
                      <a:pt x="888" y="8250"/>
                      <a:pt x="818" y="8250"/>
                    </a:cubicBezTo>
                    <a:cubicBezTo>
                      <a:pt x="818" y="8273"/>
                      <a:pt x="818" y="8295"/>
                      <a:pt x="818" y="8318"/>
                    </a:cubicBezTo>
                    <a:cubicBezTo>
                      <a:pt x="773" y="8318"/>
                      <a:pt x="728" y="8318"/>
                      <a:pt x="682" y="8318"/>
                    </a:cubicBezTo>
                    <a:cubicBezTo>
                      <a:pt x="682" y="8296"/>
                      <a:pt x="682" y="8273"/>
                      <a:pt x="682" y="8250"/>
                    </a:cubicBezTo>
                    <a:cubicBezTo>
                      <a:pt x="547" y="8250"/>
                      <a:pt x="412" y="8250"/>
                      <a:pt x="273" y="8250"/>
                    </a:cubicBezTo>
                    <a:cubicBezTo>
                      <a:pt x="273" y="8273"/>
                      <a:pt x="273" y="8295"/>
                      <a:pt x="273" y="8318"/>
                    </a:cubicBezTo>
                    <a:cubicBezTo>
                      <a:pt x="250" y="8318"/>
                      <a:pt x="228" y="8318"/>
                      <a:pt x="205" y="8318"/>
                    </a:cubicBezTo>
                    <a:cubicBezTo>
                      <a:pt x="205" y="8341"/>
                      <a:pt x="205" y="8363"/>
                      <a:pt x="205" y="8386"/>
                    </a:cubicBezTo>
                    <a:cubicBezTo>
                      <a:pt x="160" y="8386"/>
                      <a:pt x="115" y="8386"/>
                      <a:pt x="68" y="8386"/>
                    </a:cubicBezTo>
                    <a:cubicBezTo>
                      <a:pt x="68" y="8476"/>
                      <a:pt x="68" y="8566"/>
                      <a:pt x="68" y="8659"/>
                    </a:cubicBezTo>
                    <a:cubicBezTo>
                      <a:pt x="113" y="8659"/>
                      <a:pt x="158" y="8659"/>
                      <a:pt x="205" y="8659"/>
                    </a:cubicBezTo>
                    <a:cubicBezTo>
                      <a:pt x="205" y="8592"/>
                      <a:pt x="205" y="8524"/>
                      <a:pt x="205" y="8455"/>
                    </a:cubicBezTo>
                    <a:cubicBezTo>
                      <a:pt x="250" y="8455"/>
                      <a:pt x="295" y="8455"/>
                      <a:pt x="341" y="8455"/>
                    </a:cubicBezTo>
                    <a:cubicBezTo>
                      <a:pt x="341" y="8522"/>
                      <a:pt x="341" y="8590"/>
                      <a:pt x="341" y="8659"/>
                    </a:cubicBezTo>
                    <a:cubicBezTo>
                      <a:pt x="386" y="8659"/>
                      <a:pt x="431" y="8659"/>
                      <a:pt x="477" y="8659"/>
                    </a:cubicBezTo>
                    <a:cubicBezTo>
                      <a:pt x="477" y="8637"/>
                      <a:pt x="477" y="8614"/>
                      <a:pt x="477" y="8591"/>
                    </a:cubicBezTo>
                    <a:cubicBezTo>
                      <a:pt x="500" y="8591"/>
                      <a:pt x="522" y="8591"/>
                      <a:pt x="545" y="8591"/>
                    </a:cubicBezTo>
                    <a:cubicBezTo>
                      <a:pt x="545" y="8568"/>
                      <a:pt x="545" y="8546"/>
                      <a:pt x="545" y="8523"/>
                    </a:cubicBezTo>
                    <a:cubicBezTo>
                      <a:pt x="1018" y="8523"/>
                      <a:pt x="1490" y="8523"/>
                      <a:pt x="1977" y="8523"/>
                    </a:cubicBezTo>
                    <a:cubicBezTo>
                      <a:pt x="1977" y="8500"/>
                      <a:pt x="1977" y="8478"/>
                      <a:pt x="1977" y="8455"/>
                    </a:cubicBezTo>
                    <a:cubicBezTo>
                      <a:pt x="2045" y="8455"/>
                      <a:pt x="2112" y="8455"/>
                      <a:pt x="2182" y="8455"/>
                    </a:cubicBezTo>
                    <a:cubicBezTo>
                      <a:pt x="2182" y="8477"/>
                      <a:pt x="2182" y="8500"/>
                      <a:pt x="2182" y="8523"/>
                    </a:cubicBezTo>
                    <a:cubicBezTo>
                      <a:pt x="2204" y="8523"/>
                      <a:pt x="2227" y="8523"/>
                      <a:pt x="2250" y="8523"/>
                    </a:cubicBezTo>
                    <a:cubicBezTo>
                      <a:pt x="2250" y="8793"/>
                      <a:pt x="2250" y="9063"/>
                      <a:pt x="2250" y="9341"/>
                    </a:cubicBezTo>
                    <a:cubicBezTo>
                      <a:pt x="2273" y="9341"/>
                      <a:pt x="2295" y="9341"/>
                      <a:pt x="2318" y="9341"/>
                    </a:cubicBezTo>
                    <a:cubicBezTo>
                      <a:pt x="2318" y="9363"/>
                      <a:pt x="2318" y="9386"/>
                      <a:pt x="2318" y="9409"/>
                    </a:cubicBezTo>
                    <a:cubicBezTo>
                      <a:pt x="2386" y="9409"/>
                      <a:pt x="2453" y="9409"/>
                      <a:pt x="2523" y="9409"/>
                    </a:cubicBezTo>
                    <a:cubicBezTo>
                      <a:pt x="2523" y="9387"/>
                      <a:pt x="2523" y="9364"/>
                      <a:pt x="2523" y="9341"/>
                    </a:cubicBezTo>
                    <a:cubicBezTo>
                      <a:pt x="2545" y="9341"/>
                      <a:pt x="2568" y="9341"/>
                      <a:pt x="2591" y="9341"/>
                    </a:cubicBezTo>
                    <a:cubicBezTo>
                      <a:pt x="2591" y="9116"/>
                      <a:pt x="2591" y="8891"/>
                      <a:pt x="2591" y="8659"/>
                    </a:cubicBezTo>
                    <a:cubicBezTo>
                      <a:pt x="2568" y="8659"/>
                      <a:pt x="2546" y="8659"/>
                      <a:pt x="2523" y="8659"/>
                    </a:cubicBezTo>
                    <a:cubicBezTo>
                      <a:pt x="2523" y="8637"/>
                      <a:pt x="2523" y="8614"/>
                      <a:pt x="2523" y="8591"/>
                    </a:cubicBezTo>
                    <a:cubicBezTo>
                      <a:pt x="2545" y="8591"/>
                      <a:pt x="2568" y="8591"/>
                      <a:pt x="2591" y="8591"/>
                    </a:cubicBezTo>
                    <a:cubicBezTo>
                      <a:pt x="2591" y="8568"/>
                      <a:pt x="2591" y="8546"/>
                      <a:pt x="2591" y="8523"/>
                    </a:cubicBezTo>
                    <a:cubicBezTo>
                      <a:pt x="2613" y="8523"/>
                      <a:pt x="2636" y="8523"/>
                      <a:pt x="2659" y="8523"/>
                    </a:cubicBezTo>
                    <a:cubicBezTo>
                      <a:pt x="2659" y="8500"/>
                      <a:pt x="2659" y="8478"/>
                      <a:pt x="2659" y="8455"/>
                    </a:cubicBezTo>
                    <a:cubicBezTo>
                      <a:pt x="2704" y="8455"/>
                      <a:pt x="2749" y="8455"/>
                      <a:pt x="2795" y="8455"/>
                    </a:cubicBezTo>
                    <a:cubicBezTo>
                      <a:pt x="2795" y="8477"/>
                      <a:pt x="2795" y="8500"/>
                      <a:pt x="2795" y="8523"/>
                    </a:cubicBezTo>
                    <a:cubicBezTo>
                      <a:pt x="3223" y="8523"/>
                      <a:pt x="3650" y="8523"/>
                      <a:pt x="4091" y="8523"/>
                    </a:cubicBezTo>
                    <a:cubicBezTo>
                      <a:pt x="4091" y="8500"/>
                      <a:pt x="4091" y="8478"/>
                      <a:pt x="4091" y="8455"/>
                    </a:cubicBezTo>
                    <a:cubicBezTo>
                      <a:pt x="4136" y="8455"/>
                      <a:pt x="4181" y="8455"/>
                      <a:pt x="4227" y="8455"/>
                    </a:cubicBezTo>
                    <a:cubicBezTo>
                      <a:pt x="4227" y="8477"/>
                      <a:pt x="4227" y="8500"/>
                      <a:pt x="4227" y="8523"/>
                    </a:cubicBezTo>
                    <a:cubicBezTo>
                      <a:pt x="4250" y="8523"/>
                      <a:pt x="4272" y="8523"/>
                      <a:pt x="4295" y="8523"/>
                    </a:cubicBezTo>
                    <a:cubicBezTo>
                      <a:pt x="4295" y="8545"/>
                      <a:pt x="4295" y="8568"/>
                      <a:pt x="4295" y="8591"/>
                    </a:cubicBezTo>
                    <a:cubicBezTo>
                      <a:pt x="4318" y="8591"/>
                      <a:pt x="4340" y="8591"/>
                      <a:pt x="4364" y="8591"/>
                    </a:cubicBezTo>
                    <a:cubicBezTo>
                      <a:pt x="4364" y="8838"/>
                      <a:pt x="4364" y="9086"/>
                      <a:pt x="4364" y="9341"/>
                    </a:cubicBezTo>
                    <a:cubicBezTo>
                      <a:pt x="4386" y="9341"/>
                      <a:pt x="4409" y="9341"/>
                      <a:pt x="4432" y="9341"/>
                    </a:cubicBezTo>
                    <a:cubicBezTo>
                      <a:pt x="4432" y="9386"/>
                      <a:pt x="4432" y="9431"/>
                      <a:pt x="4432" y="9477"/>
                    </a:cubicBezTo>
                    <a:cubicBezTo>
                      <a:pt x="4499" y="9477"/>
                      <a:pt x="4567" y="9477"/>
                      <a:pt x="4636" y="9477"/>
                    </a:cubicBezTo>
                    <a:cubicBezTo>
                      <a:pt x="4636" y="9455"/>
                      <a:pt x="4636" y="9432"/>
                      <a:pt x="4636" y="9409"/>
                    </a:cubicBezTo>
                    <a:cubicBezTo>
                      <a:pt x="4659" y="9409"/>
                      <a:pt x="4681" y="9409"/>
                      <a:pt x="4705" y="9409"/>
                    </a:cubicBezTo>
                    <a:cubicBezTo>
                      <a:pt x="4705" y="9657"/>
                      <a:pt x="4705" y="9904"/>
                      <a:pt x="4705" y="10159"/>
                    </a:cubicBezTo>
                    <a:cubicBezTo>
                      <a:pt x="4727" y="10159"/>
                      <a:pt x="4750" y="10159"/>
                      <a:pt x="4773" y="10159"/>
                    </a:cubicBezTo>
                    <a:cubicBezTo>
                      <a:pt x="4773" y="10182"/>
                      <a:pt x="4773" y="10204"/>
                      <a:pt x="4773" y="10227"/>
                    </a:cubicBezTo>
                    <a:cubicBezTo>
                      <a:pt x="4953" y="10227"/>
                      <a:pt x="5133" y="10227"/>
                      <a:pt x="5318" y="10227"/>
                    </a:cubicBezTo>
                    <a:cubicBezTo>
                      <a:pt x="5318" y="10205"/>
                      <a:pt x="5318" y="10182"/>
                      <a:pt x="5318" y="10159"/>
                    </a:cubicBezTo>
                    <a:cubicBezTo>
                      <a:pt x="5633" y="10159"/>
                      <a:pt x="5948" y="10159"/>
                      <a:pt x="6273" y="10159"/>
                    </a:cubicBezTo>
                    <a:cubicBezTo>
                      <a:pt x="6273" y="10182"/>
                      <a:pt x="6273" y="10204"/>
                      <a:pt x="6273" y="10227"/>
                    </a:cubicBezTo>
                    <a:cubicBezTo>
                      <a:pt x="6318" y="10227"/>
                      <a:pt x="6363" y="10227"/>
                      <a:pt x="6409" y="10227"/>
                    </a:cubicBezTo>
                    <a:cubicBezTo>
                      <a:pt x="6409" y="10205"/>
                      <a:pt x="6409" y="10182"/>
                      <a:pt x="6409" y="10159"/>
                    </a:cubicBezTo>
                    <a:cubicBezTo>
                      <a:pt x="6432" y="10159"/>
                      <a:pt x="6454" y="10159"/>
                      <a:pt x="6477" y="10159"/>
                    </a:cubicBezTo>
                    <a:cubicBezTo>
                      <a:pt x="6477" y="10137"/>
                      <a:pt x="6477" y="10114"/>
                      <a:pt x="6477" y="10091"/>
                    </a:cubicBezTo>
                    <a:cubicBezTo>
                      <a:pt x="6500" y="10091"/>
                      <a:pt x="6522" y="10091"/>
                      <a:pt x="6545" y="10091"/>
                    </a:cubicBezTo>
                    <a:cubicBezTo>
                      <a:pt x="6545" y="9956"/>
                      <a:pt x="6545" y="9821"/>
                      <a:pt x="6545" y="9682"/>
                    </a:cubicBezTo>
                    <a:cubicBezTo>
                      <a:pt x="6568" y="9682"/>
                      <a:pt x="6590" y="9682"/>
                      <a:pt x="6614" y="9682"/>
                    </a:cubicBezTo>
                    <a:cubicBezTo>
                      <a:pt x="6614" y="9659"/>
                      <a:pt x="6614" y="9637"/>
                      <a:pt x="6614" y="9614"/>
                    </a:cubicBezTo>
                    <a:cubicBezTo>
                      <a:pt x="6681" y="9614"/>
                      <a:pt x="6749" y="9614"/>
                      <a:pt x="6818" y="9614"/>
                    </a:cubicBezTo>
                    <a:cubicBezTo>
                      <a:pt x="6818" y="9591"/>
                      <a:pt x="6818" y="9569"/>
                      <a:pt x="6818" y="9545"/>
                    </a:cubicBezTo>
                    <a:cubicBezTo>
                      <a:pt x="6841" y="9545"/>
                      <a:pt x="6863" y="9545"/>
                      <a:pt x="6886" y="9545"/>
                    </a:cubicBezTo>
                    <a:cubicBezTo>
                      <a:pt x="6886" y="9275"/>
                      <a:pt x="6886" y="9005"/>
                      <a:pt x="6886" y="8727"/>
                    </a:cubicBezTo>
                    <a:cubicBezTo>
                      <a:pt x="6864" y="8727"/>
                      <a:pt x="6841" y="8727"/>
                      <a:pt x="6818" y="8727"/>
                    </a:cubicBezTo>
                    <a:cubicBezTo>
                      <a:pt x="6818" y="8705"/>
                      <a:pt x="6818" y="8682"/>
                      <a:pt x="6818" y="8659"/>
                    </a:cubicBezTo>
                    <a:cubicBezTo>
                      <a:pt x="6751" y="8659"/>
                      <a:pt x="6683" y="8659"/>
                      <a:pt x="6614" y="8659"/>
                    </a:cubicBezTo>
                    <a:cubicBezTo>
                      <a:pt x="6614" y="8682"/>
                      <a:pt x="6614" y="8704"/>
                      <a:pt x="6614" y="8727"/>
                    </a:cubicBezTo>
                    <a:cubicBezTo>
                      <a:pt x="6591" y="8727"/>
                      <a:pt x="6569" y="8727"/>
                      <a:pt x="6545" y="8727"/>
                    </a:cubicBezTo>
                    <a:cubicBezTo>
                      <a:pt x="6545" y="8682"/>
                      <a:pt x="6545" y="8637"/>
                      <a:pt x="6545" y="8591"/>
                    </a:cubicBezTo>
                    <a:cubicBezTo>
                      <a:pt x="6523" y="8591"/>
                      <a:pt x="6500" y="8591"/>
                      <a:pt x="6477" y="8591"/>
                    </a:cubicBezTo>
                    <a:cubicBezTo>
                      <a:pt x="6477" y="8568"/>
                      <a:pt x="6477" y="8546"/>
                      <a:pt x="6477" y="8523"/>
                    </a:cubicBezTo>
                    <a:cubicBezTo>
                      <a:pt x="6410" y="8523"/>
                      <a:pt x="6342" y="8523"/>
                      <a:pt x="6273" y="8523"/>
                    </a:cubicBezTo>
                    <a:cubicBezTo>
                      <a:pt x="6273" y="8500"/>
                      <a:pt x="6273" y="8478"/>
                      <a:pt x="6273" y="8455"/>
                    </a:cubicBezTo>
                    <a:cubicBezTo>
                      <a:pt x="6363" y="8455"/>
                      <a:pt x="6453" y="8455"/>
                      <a:pt x="6545" y="8455"/>
                    </a:cubicBezTo>
                    <a:cubicBezTo>
                      <a:pt x="6545" y="8410"/>
                      <a:pt x="6545" y="8365"/>
                      <a:pt x="6545" y="8318"/>
                    </a:cubicBezTo>
                    <a:cubicBezTo>
                      <a:pt x="6568" y="8318"/>
                      <a:pt x="6590" y="8318"/>
                      <a:pt x="6614" y="8318"/>
                    </a:cubicBezTo>
                    <a:cubicBezTo>
                      <a:pt x="6614" y="8363"/>
                      <a:pt x="6614" y="8408"/>
                      <a:pt x="6614" y="8455"/>
                    </a:cubicBezTo>
                    <a:cubicBezTo>
                      <a:pt x="6636" y="8455"/>
                      <a:pt x="6659" y="8455"/>
                      <a:pt x="6682" y="8455"/>
                    </a:cubicBezTo>
                    <a:cubicBezTo>
                      <a:pt x="6682" y="8477"/>
                      <a:pt x="6682" y="8500"/>
                      <a:pt x="6682" y="8523"/>
                    </a:cubicBezTo>
                    <a:cubicBezTo>
                      <a:pt x="6772" y="8523"/>
                      <a:pt x="6862" y="8523"/>
                      <a:pt x="6955" y="8523"/>
                    </a:cubicBezTo>
                    <a:cubicBezTo>
                      <a:pt x="6955" y="8500"/>
                      <a:pt x="6955" y="8478"/>
                      <a:pt x="6955" y="8455"/>
                    </a:cubicBezTo>
                    <a:cubicBezTo>
                      <a:pt x="7022" y="8455"/>
                      <a:pt x="7090" y="8455"/>
                      <a:pt x="7159" y="8455"/>
                    </a:cubicBezTo>
                    <a:cubicBezTo>
                      <a:pt x="7159" y="8477"/>
                      <a:pt x="7159" y="8500"/>
                      <a:pt x="7159" y="8523"/>
                    </a:cubicBezTo>
                    <a:cubicBezTo>
                      <a:pt x="7519" y="8523"/>
                      <a:pt x="7879" y="8523"/>
                      <a:pt x="8250" y="8523"/>
                    </a:cubicBezTo>
                    <a:cubicBezTo>
                      <a:pt x="8250" y="8500"/>
                      <a:pt x="8250" y="8478"/>
                      <a:pt x="8250" y="8455"/>
                    </a:cubicBezTo>
                    <a:cubicBezTo>
                      <a:pt x="8430" y="8455"/>
                      <a:pt x="8610" y="8455"/>
                      <a:pt x="8795" y="8455"/>
                    </a:cubicBezTo>
                    <a:cubicBezTo>
                      <a:pt x="8795" y="8477"/>
                      <a:pt x="8795" y="8500"/>
                      <a:pt x="8795" y="8523"/>
                    </a:cubicBezTo>
                    <a:cubicBezTo>
                      <a:pt x="8818" y="8523"/>
                      <a:pt x="8840" y="8523"/>
                      <a:pt x="8864" y="8523"/>
                    </a:cubicBezTo>
                    <a:cubicBezTo>
                      <a:pt x="8864" y="8568"/>
                      <a:pt x="8864" y="8613"/>
                      <a:pt x="8864" y="8659"/>
                    </a:cubicBezTo>
                    <a:cubicBezTo>
                      <a:pt x="8886" y="8659"/>
                      <a:pt x="8909" y="8659"/>
                      <a:pt x="8932" y="8659"/>
                    </a:cubicBezTo>
                    <a:cubicBezTo>
                      <a:pt x="8932" y="8929"/>
                      <a:pt x="8932" y="9199"/>
                      <a:pt x="8932" y="9477"/>
                    </a:cubicBezTo>
                    <a:cubicBezTo>
                      <a:pt x="8977" y="9477"/>
                      <a:pt x="9022" y="9477"/>
                      <a:pt x="9068" y="9477"/>
                    </a:cubicBezTo>
                    <a:cubicBezTo>
                      <a:pt x="9068" y="9185"/>
                      <a:pt x="9068" y="8892"/>
                      <a:pt x="9068" y="8591"/>
                    </a:cubicBezTo>
                    <a:cubicBezTo>
                      <a:pt x="9091" y="8591"/>
                      <a:pt x="9113" y="8591"/>
                      <a:pt x="9136" y="8591"/>
                    </a:cubicBezTo>
                    <a:cubicBezTo>
                      <a:pt x="9136" y="8568"/>
                      <a:pt x="9136" y="8546"/>
                      <a:pt x="9136" y="8523"/>
                    </a:cubicBezTo>
                    <a:cubicBezTo>
                      <a:pt x="9541" y="8523"/>
                      <a:pt x="9946" y="8523"/>
                      <a:pt x="10364" y="8523"/>
                    </a:cubicBezTo>
                    <a:cubicBezTo>
                      <a:pt x="10364" y="8500"/>
                      <a:pt x="10364" y="8478"/>
                      <a:pt x="10364" y="8455"/>
                    </a:cubicBezTo>
                    <a:cubicBezTo>
                      <a:pt x="10521" y="8455"/>
                      <a:pt x="10679" y="8455"/>
                      <a:pt x="10841" y="8455"/>
                    </a:cubicBezTo>
                    <a:cubicBezTo>
                      <a:pt x="10841" y="8477"/>
                      <a:pt x="10841" y="8500"/>
                      <a:pt x="10841" y="8523"/>
                    </a:cubicBezTo>
                    <a:cubicBezTo>
                      <a:pt x="11043" y="8523"/>
                      <a:pt x="11246" y="8523"/>
                      <a:pt x="11455" y="8523"/>
                    </a:cubicBezTo>
                    <a:cubicBezTo>
                      <a:pt x="11455" y="8500"/>
                      <a:pt x="11455" y="8478"/>
                      <a:pt x="11455" y="8455"/>
                    </a:cubicBezTo>
                    <a:cubicBezTo>
                      <a:pt x="11522" y="8455"/>
                      <a:pt x="11590" y="8455"/>
                      <a:pt x="11659" y="8455"/>
                    </a:cubicBezTo>
                    <a:cubicBezTo>
                      <a:pt x="11659" y="8477"/>
                      <a:pt x="11659" y="8500"/>
                      <a:pt x="11659" y="8523"/>
                    </a:cubicBezTo>
                    <a:cubicBezTo>
                      <a:pt x="12109" y="8523"/>
                      <a:pt x="12559" y="8523"/>
                      <a:pt x="13023" y="8523"/>
                    </a:cubicBezTo>
                    <a:cubicBezTo>
                      <a:pt x="13023" y="8500"/>
                      <a:pt x="13023" y="8478"/>
                      <a:pt x="13023" y="8455"/>
                    </a:cubicBezTo>
                    <a:cubicBezTo>
                      <a:pt x="13045" y="8455"/>
                      <a:pt x="13068" y="8455"/>
                      <a:pt x="13091" y="8455"/>
                    </a:cubicBezTo>
                    <a:cubicBezTo>
                      <a:pt x="13091" y="8230"/>
                      <a:pt x="13091" y="8005"/>
                      <a:pt x="13091" y="7773"/>
                    </a:cubicBezTo>
                    <a:cubicBezTo>
                      <a:pt x="13046" y="7773"/>
                      <a:pt x="13001" y="7773"/>
                      <a:pt x="12955" y="7773"/>
                    </a:cubicBezTo>
                    <a:cubicBezTo>
                      <a:pt x="12955" y="7885"/>
                      <a:pt x="12955" y="7998"/>
                      <a:pt x="12955" y="8114"/>
                    </a:cubicBezTo>
                    <a:cubicBezTo>
                      <a:pt x="12932" y="8114"/>
                      <a:pt x="12910" y="8114"/>
                      <a:pt x="12886" y="8114"/>
                    </a:cubicBezTo>
                    <a:cubicBezTo>
                      <a:pt x="12886" y="8136"/>
                      <a:pt x="12886" y="8159"/>
                      <a:pt x="12886" y="8182"/>
                    </a:cubicBezTo>
                    <a:cubicBezTo>
                      <a:pt x="12684" y="8182"/>
                      <a:pt x="12481" y="8182"/>
                      <a:pt x="12273" y="8182"/>
                    </a:cubicBezTo>
                    <a:cubicBezTo>
                      <a:pt x="12273" y="8204"/>
                      <a:pt x="12273" y="8227"/>
                      <a:pt x="12273" y="8250"/>
                    </a:cubicBezTo>
                    <a:cubicBezTo>
                      <a:pt x="11913" y="8250"/>
                      <a:pt x="11553" y="8250"/>
                      <a:pt x="11182" y="8250"/>
                    </a:cubicBezTo>
                    <a:cubicBezTo>
                      <a:pt x="11182" y="7957"/>
                      <a:pt x="11182" y="7665"/>
                      <a:pt x="11182" y="7364"/>
                    </a:cubicBezTo>
                    <a:cubicBezTo>
                      <a:pt x="11092" y="7364"/>
                      <a:pt x="11002" y="7364"/>
                      <a:pt x="10909" y="7364"/>
                    </a:cubicBezTo>
                    <a:cubicBezTo>
                      <a:pt x="10909" y="7386"/>
                      <a:pt x="10909" y="7409"/>
                      <a:pt x="10909" y="7432"/>
                    </a:cubicBezTo>
                    <a:cubicBezTo>
                      <a:pt x="10887" y="7432"/>
                      <a:pt x="10864" y="7432"/>
                      <a:pt x="10841" y="7432"/>
                    </a:cubicBezTo>
                    <a:cubicBezTo>
                      <a:pt x="10841" y="7657"/>
                      <a:pt x="10841" y="7882"/>
                      <a:pt x="10841" y="8114"/>
                    </a:cubicBezTo>
                    <a:cubicBezTo>
                      <a:pt x="10818" y="8114"/>
                      <a:pt x="10796" y="8114"/>
                      <a:pt x="10773" y="8114"/>
                    </a:cubicBezTo>
                    <a:cubicBezTo>
                      <a:pt x="10773" y="8136"/>
                      <a:pt x="10773" y="8159"/>
                      <a:pt x="10773" y="8182"/>
                    </a:cubicBezTo>
                    <a:cubicBezTo>
                      <a:pt x="10300" y="8182"/>
                      <a:pt x="9828" y="8182"/>
                      <a:pt x="9341" y="8182"/>
                    </a:cubicBezTo>
                    <a:cubicBezTo>
                      <a:pt x="9341" y="8204"/>
                      <a:pt x="9341" y="8227"/>
                      <a:pt x="9341" y="8250"/>
                    </a:cubicBezTo>
                    <a:cubicBezTo>
                      <a:pt x="9183" y="8250"/>
                      <a:pt x="9026" y="8250"/>
                      <a:pt x="8864" y="8250"/>
                    </a:cubicBezTo>
                    <a:cubicBezTo>
                      <a:pt x="8864" y="8227"/>
                      <a:pt x="8864" y="8205"/>
                      <a:pt x="8864" y="8182"/>
                    </a:cubicBezTo>
                    <a:cubicBezTo>
                      <a:pt x="8841" y="8182"/>
                      <a:pt x="8819" y="8182"/>
                      <a:pt x="8795" y="8182"/>
                    </a:cubicBezTo>
                    <a:cubicBezTo>
                      <a:pt x="8795" y="8159"/>
                      <a:pt x="8795" y="8137"/>
                      <a:pt x="8795" y="8114"/>
                    </a:cubicBezTo>
                    <a:cubicBezTo>
                      <a:pt x="8773" y="8114"/>
                      <a:pt x="8750" y="8114"/>
                      <a:pt x="8727" y="8114"/>
                    </a:cubicBezTo>
                    <a:cubicBezTo>
                      <a:pt x="8727" y="8136"/>
                      <a:pt x="8727" y="8159"/>
                      <a:pt x="8727" y="8182"/>
                    </a:cubicBezTo>
                    <a:cubicBezTo>
                      <a:pt x="8705" y="8182"/>
                      <a:pt x="8682" y="8182"/>
                      <a:pt x="8659" y="8182"/>
                    </a:cubicBezTo>
                    <a:cubicBezTo>
                      <a:pt x="8659" y="8204"/>
                      <a:pt x="8659" y="8227"/>
                      <a:pt x="8659" y="8250"/>
                    </a:cubicBezTo>
                    <a:cubicBezTo>
                      <a:pt x="8637" y="8250"/>
                      <a:pt x="8614" y="8250"/>
                      <a:pt x="8591" y="8250"/>
                    </a:cubicBezTo>
                    <a:cubicBezTo>
                      <a:pt x="8591" y="8273"/>
                      <a:pt x="8591" y="8295"/>
                      <a:pt x="8591" y="8318"/>
                    </a:cubicBezTo>
                    <a:cubicBezTo>
                      <a:pt x="8568" y="8318"/>
                      <a:pt x="8546" y="8318"/>
                      <a:pt x="8523" y="8318"/>
                    </a:cubicBezTo>
                    <a:cubicBezTo>
                      <a:pt x="8523" y="8296"/>
                      <a:pt x="8523" y="8273"/>
                      <a:pt x="8523" y="8250"/>
                    </a:cubicBezTo>
                    <a:cubicBezTo>
                      <a:pt x="8455" y="8250"/>
                      <a:pt x="8388" y="8250"/>
                      <a:pt x="8318" y="8250"/>
                    </a:cubicBezTo>
                    <a:cubicBezTo>
                      <a:pt x="8318" y="8295"/>
                      <a:pt x="8318" y="8340"/>
                      <a:pt x="8318" y="8386"/>
                    </a:cubicBezTo>
                    <a:cubicBezTo>
                      <a:pt x="8251" y="8386"/>
                      <a:pt x="8183" y="8386"/>
                      <a:pt x="8114" y="8386"/>
                    </a:cubicBezTo>
                    <a:cubicBezTo>
                      <a:pt x="8114" y="8341"/>
                      <a:pt x="8114" y="8296"/>
                      <a:pt x="8114" y="8250"/>
                    </a:cubicBezTo>
                    <a:cubicBezTo>
                      <a:pt x="8046" y="8250"/>
                      <a:pt x="7979" y="8250"/>
                      <a:pt x="7909" y="8250"/>
                    </a:cubicBezTo>
                    <a:cubicBezTo>
                      <a:pt x="7909" y="8295"/>
                      <a:pt x="7909" y="8340"/>
                      <a:pt x="7909" y="8386"/>
                    </a:cubicBezTo>
                    <a:cubicBezTo>
                      <a:pt x="7639" y="8386"/>
                      <a:pt x="7369" y="8386"/>
                      <a:pt x="7091" y="8386"/>
                    </a:cubicBezTo>
                    <a:cubicBezTo>
                      <a:pt x="7091" y="8364"/>
                      <a:pt x="7091" y="8341"/>
                      <a:pt x="7091" y="8318"/>
                    </a:cubicBezTo>
                    <a:cubicBezTo>
                      <a:pt x="7046" y="8318"/>
                      <a:pt x="7001" y="8318"/>
                      <a:pt x="6955" y="8318"/>
                    </a:cubicBezTo>
                    <a:cubicBezTo>
                      <a:pt x="6955" y="8296"/>
                      <a:pt x="6955" y="8273"/>
                      <a:pt x="6955" y="8250"/>
                    </a:cubicBezTo>
                    <a:cubicBezTo>
                      <a:pt x="6910" y="8250"/>
                      <a:pt x="6865" y="8250"/>
                      <a:pt x="6818" y="8250"/>
                    </a:cubicBezTo>
                    <a:cubicBezTo>
                      <a:pt x="6818" y="8183"/>
                      <a:pt x="6818" y="8115"/>
                      <a:pt x="6818" y="8045"/>
                    </a:cubicBezTo>
                    <a:cubicBezTo>
                      <a:pt x="6841" y="8045"/>
                      <a:pt x="6863" y="8045"/>
                      <a:pt x="6886" y="8045"/>
                    </a:cubicBezTo>
                    <a:cubicBezTo>
                      <a:pt x="6886" y="7843"/>
                      <a:pt x="6886" y="7640"/>
                      <a:pt x="6886" y="7432"/>
                    </a:cubicBezTo>
                    <a:cubicBezTo>
                      <a:pt x="6864" y="7432"/>
                      <a:pt x="6841" y="7432"/>
                      <a:pt x="6818" y="7432"/>
                    </a:cubicBezTo>
                    <a:cubicBezTo>
                      <a:pt x="6818" y="7387"/>
                      <a:pt x="6818" y="7342"/>
                      <a:pt x="6818" y="7295"/>
                    </a:cubicBezTo>
                    <a:cubicBezTo>
                      <a:pt x="6796" y="7295"/>
                      <a:pt x="6773" y="7295"/>
                      <a:pt x="6750" y="7295"/>
                    </a:cubicBezTo>
                    <a:cubicBezTo>
                      <a:pt x="6750" y="7048"/>
                      <a:pt x="6750" y="6800"/>
                      <a:pt x="6750" y="6545"/>
                    </a:cubicBezTo>
                    <a:cubicBezTo>
                      <a:pt x="6773" y="6545"/>
                      <a:pt x="6795" y="6545"/>
                      <a:pt x="6818" y="6545"/>
                    </a:cubicBezTo>
                    <a:cubicBezTo>
                      <a:pt x="6818" y="6523"/>
                      <a:pt x="6818" y="6500"/>
                      <a:pt x="6818" y="6477"/>
                    </a:cubicBezTo>
                    <a:cubicBezTo>
                      <a:pt x="6863" y="6477"/>
                      <a:pt x="6908" y="6477"/>
                      <a:pt x="6955" y="6477"/>
                    </a:cubicBezTo>
                    <a:cubicBezTo>
                      <a:pt x="6955" y="6455"/>
                      <a:pt x="6955" y="6432"/>
                      <a:pt x="6955" y="6409"/>
                    </a:cubicBezTo>
                    <a:cubicBezTo>
                      <a:pt x="6977" y="6409"/>
                      <a:pt x="7000" y="6409"/>
                      <a:pt x="7023" y="6409"/>
                    </a:cubicBezTo>
                    <a:cubicBezTo>
                      <a:pt x="7023" y="6387"/>
                      <a:pt x="7023" y="6364"/>
                      <a:pt x="7023" y="6341"/>
                    </a:cubicBezTo>
                    <a:cubicBezTo>
                      <a:pt x="7000" y="6341"/>
                      <a:pt x="6978" y="6341"/>
                      <a:pt x="6955" y="6341"/>
                    </a:cubicBezTo>
                    <a:cubicBezTo>
                      <a:pt x="6955" y="6318"/>
                      <a:pt x="6955" y="6296"/>
                      <a:pt x="6955" y="6273"/>
                    </a:cubicBezTo>
                    <a:cubicBezTo>
                      <a:pt x="6932" y="6273"/>
                      <a:pt x="6910" y="6273"/>
                      <a:pt x="6886" y="6273"/>
                    </a:cubicBezTo>
                    <a:cubicBezTo>
                      <a:pt x="6886" y="6070"/>
                      <a:pt x="6886" y="5868"/>
                      <a:pt x="6886" y="5659"/>
                    </a:cubicBezTo>
                    <a:cubicBezTo>
                      <a:pt x="6864" y="5659"/>
                      <a:pt x="6841" y="5659"/>
                      <a:pt x="6818" y="5659"/>
                    </a:cubicBezTo>
                    <a:cubicBezTo>
                      <a:pt x="6818" y="5637"/>
                      <a:pt x="6818" y="5614"/>
                      <a:pt x="6818" y="5591"/>
                    </a:cubicBezTo>
                    <a:cubicBezTo>
                      <a:pt x="6751" y="5591"/>
                      <a:pt x="6683" y="5591"/>
                      <a:pt x="6614" y="5591"/>
                    </a:cubicBezTo>
                    <a:close/>
                    <a:moveTo>
                      <a:pt x="341" y="6750"/>
                    </a:moveTo>
                    <a:cubicBezTo>
                      <a:pt x="341" y="7065"/>
                      <a:pt x="341" y="7380"/>
                      <a:pt x="341" y="7705"/>
                    </a:cubicBezTo>
                    <a:cubicBezTo>
                      <a:pt x="386" y="7705"/>
                      <a:pt x="431" y="7705"/>
                      <a:pt x="477" y="7705"/>
                    </a:cubicBezTo>
                    <a:cubicBezTo>
                      <a:pt x="477" y="7637"/>
                      <a:pt x="477" y="7570"/>
                      <a:pt x="477" y="7500"/>
                    </a:cubicBezTo>
                    <a:cubicBezTo>
                      <a:pt x="500" y="7500"/>
                      <a:pt x="522" y="7500"/>
                      <a:pt x="545" y="7500"/>
                    </a:cubicBezTo>
                    <a:cubicBezTo>
                      <a:pt x="545" y="7455"/>
                      <a:pt x="545" y="7410"/>
                      <a:pt x="545" y="7364"/>
                    </a:cubicBezTo>
                    <a:cubicBezTo>
                      <a:pt x="523" y="7364"/>
                      <a:pt x="500" y="7364"/>
                      <a:pt x="477" y="7364"/>
                    </a:cubicBezTo>
                    <a:cubicBezTo>
                      <a:pt x="477" y="7161"/>
                      <a:pt x="477" y="6959"/>
                      <a:pt x="477" y="6750"/>
                    </a:cubicBezTo>
                    <a:cubicBezTo>
                      <a:pt x="432" y="6750"/>
                      <a:pt x="387" y="6750"/>
                      <a:pt x="341" y="6750"/>
                    </a:cubicBezTo>
                    <a:close/>
                    <a:moveTo>
                      <a:pt x="10909" y="8864"/>
                    </a:moveTo>
                    <a:cubicBezTo>
                      <a:pt x="10909" y="8886"/>
                      <a:pt x="10909" y="8909"/>
                      <a:pt x="10909" y="8932"/>
                    </a:cubicBezTo>
                    <a:cubicBezTo>
                      <a:pt x="10887" y="8932"/>
                      <a:pt x="10864" y="8932"/>
                      <a:pt x="10841" y="8932"/>
                    </a:cubicBezTo>
                    <a:cubicBezTo>
                      <a:pt x="10841" y="9134"/>
                      <a:pt x="10841" y="9337"/>
                      <a:pt x="10841" y="9545"/>
                    </a:cubicBezTo>
                    <a:cubicBezTo>
                      <a:pt x="10863" y="9545"/>
                      <a:pt x="10886" y="9545"/>
                      <a:pt x="10909" y="9545"/>
                    </a:cubicBezTo>
                    <a:cubicBezTo>
                      <a:pt x="10909" y="9568"/>
                      <a:pt x="10909" y="9590"/>
                      <a:pt x="10909" y="9614"/>
                    </a:cubicBezTo>
                    <a:cubicBezTo>
                      <a:pt x="10954" y="9614"/>
                      <a:pt x="10999" y="9614"/>
                      <a:pt x="11045" y="9614"/>
                    </a:cubicBezTo>
                    <a:cubicBezTo>
                      <a:pt x="11045" y="9591"/>
                      <a:pt x="11045" y="9569"/>
                      <a:pt x="11045" y="9545"/>
                    </a:cubicBezTo>
                    <a:cubicBezTo>
                      <a:pt x="11068" y="9545"/>
                      <a:pt x="11090" y="9545"/>
                      <a:pt x="11114" y="9545"/>
                    </a:cubicBezTo>
                    <a:cubicBezTo>
                      <a:pt x="11114" y="9523"/>
                      <a:pt x="11114" y="9500"/>
                      <a:pt x="11114" y="9477"/>
                    </a:cubicBezTo>
                    <a:cubicBezTo>
                      <a:pt x="11136" y="9477"/>
                      <a:pt x="11159" y="9477"/>
                      <a:pt x="11182" y="9477"/>
                    </a:cubicBezTo>
                    <a:cubicBezTo>
                      <a:pt x="11182" y="9275"/>
                      <a:pt x="11182" y="9072"/>
                      <a:pt x="11182" y="8864"/>
                    </a:cubicBezTo>
                    <a:cubicBezTo>
                      <a:pt x="11092" y="8864"/>
                      <a:pt x="11002" y="8864"/>
                      <a:pt x="10909" y="8864"/>
                    </a:cubicBezTo>
                    <a:close/>
                    <a:moveTo>
                      <a:pt x="12955" y="9136"/>
                    </a:moveTo>
                    <a:cubicBezTo>
                      <a:pt x="12955" y="9406"/>
                      <a:pt x="12955" y="9676"/>
                      <a:pt x="12955" y="9955"/>
                    </a:cubicBezTo>
                    <a:cubicBezTo>
                      <a:pt x="13000" y="9955"/>
                      <a:pt x="13045" y="9955"/>
                      <a:pt x="13091" y="9955"/>
                    </a:cubicBezTo>
                    <a:cubicBezTo>
                      <a:pt x="13091" y="9685"/>
                      <a:pt x="13091" y="9415"/>
                      <a:pt x="13091" y="9136"/>
                    </a:cubicBezTo>
                    <a:cubicBezTo>
                      <a:pt x="13046" y="9136"/>
                      <a:pt x="13001" y="9136"/>
                      <a:pt x="12955" y="9136"/>
                    </a:cubicBezTo>
                    <a:close/>
                    <a:moveTo>
                      <a:pt x="341" y="9273"/>
                    </a:moveTo>
                    <a:cubicBezTo>
                      <a:pt x="341" y="9475"/>
                      <a:pt x="341" y="9678"/>
                      <a:pt x="341" y="9886"/>
                    </a:cubicBezTo>
                    <a:cubicBezTo>
                      <a:pt x="386" y="9886"/>
                      <a:pt x="431" y="9886"/>
                      <a:pt x="477" y="9886"/>
                    </a:cubicBezTo>
                    <a:cubicBezTo>
                      <a:pt x="477" y="9684"/>
                      <a:pt x="477" y="9481"/>
                      <a:pt x="477" y="9273"/>
                    </a:cubicBezTo>
                    <a:cubicBezTo>
                      <a:pt x="432" y="9273"/>
                      <a:pt x="387" y="9273"/>
                      <a:pt x="341" y="9273"/>
                    </a:cubicBezTo>
                    <a:close/>
                    <a:moveTo>
                      <a:pt x="409" y="10091"/>
                    </a:moveTo>
                    <a:cubicBezTo>
                      <a:pt x="409" y="10113"/>
                      <a:pt x="409" y="10136"/>
                      <a:pt x="409" y="10159"/>
                    </a:cubicBezTo>
                    <a:cubicBezTo>
                      <a:pt x="387" y="10159"/>
                      <a:pt x="364" y="10159"/>
                      <a:pt x="341" y="10159"/>
                    </a:cubicBezTo>
                    <a:cubicBezTo>
                      <a:pt x="341" y="10182"/>
                      <a:pt x="341" y="10204"/>
                      <a:pt x="341" y="10227"/>
                    </a:cubicBezTo>
                    <a:cubicBezTo>
                      <a:pt x="296" y="10227"/>
                      <a:pt x="251" y="10227"/>
                      <a:pt x="205" y="10227"/>
                    </a:cubicBezTo>
                    <a:cubicBezTo>
                      <a:pt x="205" y="10205"/>
                      <a:pt x="205" y="10182"/>
                      <a:pt x="205" y="10159"/>
                    </a:cubicBezTo>
                    <a:cubicBezTo>
                      <a:pt x="160" y="10159"/>
                      <a:pt x="115" y="10159"/>
                      <a:pt x="68" y="10159"/>
                    </a:cubicBezTo>
                    <a:cubicBezTo>
                      <a:pt x="68" y="10407"/>
                      <a:pt x="68" y="10654"/>
                      <a:pt x="68" y="10909"/>
                    </a:cubicBezTo>
                    <a:cubicBezTo>
                      <a:pt x="113" y="10909"/>
                      <a:pt x="158" y="10909"/>
                      <a:pt x="205" y="10909"/>
                    </a:cubicBezTo>
                    <a:cubicBezTo>
                      <a:pt x="205" y="10819"/>
                      <a:pt x="205" y="10729"/>
                      <a:pt x="205" y="10636"/>
                    </a:cubicBezTo>
                    <a:cubicBezTo>
                      <a:pt x="227" y="10636"/>
                      <a:pt x="250" y="10636"/>
                      <a:pt x="273" y="10636"/>
                    </a:cubicBezTo>
                    <a:cubicBezTo>
                      <a:pt x="273" y="10614"/>
                      <a:pt x="273" y="10591"/>
                      <a:pt x="273" y="10568"/>
                    </a:cubicBezTo>
                    <a:cubicBezTo>
                      <a:pt x="318" y="10568"/>
                      <a:pt x="363" y="10568"/>
                      <a:pt x="409" y="10568"/>
                    </a:cubicBezTo>
                    <a:cubicBezTo>
                      <a:pt x="409" y="10591"/>
                      <a:pt x="409" y="10613"/>
                      <a:pt x="409" y="10636"/>
                    </a:cubicBezTo>
                    <a:cubicBezTo>
                      <a:pt x="432" y="10636"/>
                      <a:pt x="454" y="10636"/>
                      <a:pt x="477" y="10636"/>
                    </a:cubicBezTo>
                    <a:cubicBezTo>
                      <a:pt x="477" y="10614"/>
                      <a:pt x="477" y="10591"/>
                      <a:pt x="477" y="10568"/>
                    </a:cubicBezTo>
                    <a:cubicBezTo>
                      <a:pt x="500" y="10568"/>
                      <a:pt x="522" y="10568"/>
                      <a:pt x="545" y="10568"/>
                    </a:cubicBezTo>
                    <a:cubicBezTo>
                      <a:pt x="545" y="10546"/>
                      <a:pt x="545" y="10523"/>
                      <a:pt x="545" y="10500"/>
                    </a:cubicBezTo>
                    <a:cubicBezTo>
                      <a:pt x="793" y="10500"/>
                      <a:pt x="1040" y="10500"/>
                      <a:pt x="1295" y="10500"/>
                    </a:cubicBezTo>
                    <a:cubicBezTo>
                      <a:pt x="1295" y="10477"/>
                      <a:pt x="1295" y="10455"/>
                      <a:pt x="1295" y="10432"/>
                    </a:cubicBezTo>
                    <a:cubicBezTo>
                      <a:pt x="1318" y="10432"/>
                      <a:pt x="1340" y="10432"/>
                      <a:pt x="1364" y="10432"/>
                    </a:cubicBezTo>
                    <a:cubicBezTo>
                      <a:pt x="1364" y="10409"/>
                      <a:pt x="1364" y="10387"/>
                      <a:pt x="1364" y="10364"/>
                    </a:cubicBezTo>
                    <a:cubicBezTo>
                      <a:pt x="1544" y="10364"/>
                      <a:pt x="1724" y="10364"/>
                      <a:pt x="1909" y="10364"/>
                    </a:cubicBezTo>
                    <a:cubicBezTo>
                      <a:pt x="1909" y="10386"/>
                      <a:pt x="1909" y="10409"/>
                      <a:pt x="1909" y="10432"/>
                    </a:cubicBezTo>
                    <a:cubicBezTo>
                      <a:pt x="1932" y="10432"/>
                      <a:pt x="1954" y="10432"/>
                      <a:pt x="1977" y="10432"/>
                    </a:cubicBezTo>
                    <a:cubicBezTo>
                      <a:pt x="1977" y="10454"/>
                      <a:pt x="1977" y="10477"/>
                      <a:pt x="1977" y="10500"/>
                    </a:cubicBezTo>
                    <a:cubicBezTo>
                      <a:pt x="2045" y="10500"/>
                      <a:pt x="2112" y="10500"/>
                      <a:pt x="2182" y="10500"/>
                    </a:cubicBezTo>
                    <a:cubicBezTo>
                      <a:pt x="2182" y="10523"/>
                      <a:pt x="2182" y="10545"/>
                      <a:pt x="2182" y="10568"/>
                    </a:cubicBezTo>
                    <a:cubicBezTo>
                      <a:pt x="2204" y="10568"/>
                      <a:pt x="2227" y="10568"/>
                      <a:pt x="2250" y="10568"/>
                    </a:cubicBezTo>
                    <a:cubicBezTo>
                      <a:pt x="2250" y="10838"/>
                      <a:pt x="2250" y="11108"/>
                      <a:pt x="2250" y="11386"/>
                    </a:cubicBezTo>
                    <a:cubicBezTo>
                      <a:pt x="2317" y="11386"/>
                      <a:pt x="2385" y="11386"/>
                      <a:pt x="2455" y="11386"/>
                    </a:cubicBezTo>
                    <a:cubicBezTo>
                      <a:pt x="2455" y="11364"/>
                      <a:pt x="2455" y="11341"/>
                      <a:pt x="2455" y="11318"/>
                    </a:cubicBezTo>
                    <a:cubicBezTo>
                      <a:pt x="2477" y="11318"/>
                      <a:pt x="2500" y="11318"/>
                      <a:pt x="2523" y="11318"/>
                    </a:cubicBezTo>
                    <a:cubicBezTo>
                      <a:pt x="2523" y="11296"/>
                      <a:pt x="2523" y="11273"/>
                      <a:pt x="2523" y="11250"/>
                    </a:cubicBezTo>
                    <a:cubicBezTo>
                      <a:pt x="2545" y="11250"/>
                      <a:pt x="2568" y="11250"/>
                      <a:pt x="2591" y="11250"/>
                    </a:cubicBezTo>
                    <a:cubicBezTo>
                      <a:pt x="2591" y="11048"/>
                      <a:pt x="2591" y="10845"/>
                      <a:pt x="2591" y="10636"/>
                    </a:cubicBezTo>
                    <a:cubicBezTo>
                      <a:pt x="2613" y="10636"/>
                      <a:pt x="2636" y="10636"/>
                      <a:pt x="2659" y="10636"/>
                    </a:cubicBezTo>
                    <a:cubicBezTo>
                      <a:pt x="2659" y="10614"/>
                      <a:pt x="2659" y="10591"/>
                      <a:pt x="2659" y="10568"/>
                    </a:cubicBezTo>
                    <a:cubicBezTo>
                      <a:pt x="2682" y="10568"/>
                      <a:pt x="2704" y="10568"/>
                      <a:pt x="2727" y="10568"/>
                    </a:cubicBezTo>
                    <a:cubicBezTo>
                      <a:pt x="2727" y="10546"/>
                      <a:pt x="2727" y="10523"/>
                      <a:pt x="2727" y="10500"/>
                    </a:cubicBezTo>
                    <a:cubicBezTo>
                      <a:pt x="2952" y="10500"/>
                      <a:pt x="3177" y="10500"/>
                      <a:pt x="3409" y="10500"/>
                    </a:cubicBezTo>
                    <a:cubicBezTo>
                      <a:pt x="3409" y="10477"/>
                      <a:pt x="3409" y="10455"/>
                      <a:pt x="3409" y="10432"/>
                    </a:cubicBezTo>
                    <a:cubicBezTo>
                      <a:pt x="3432" y="10432"/>
                      <a:pt x="3454" y="10432"/>
                      <a:pt x="3477" y="10432"/>
                    </a:cubicBezTo>
                    <a:cubicBezTo>
                      <a:pt x="3477" y="10409"/>
                      <a:pt x="3477" y="10387"/>
                      <a:pt x="3477" y="10364"/>
                    </a:cubicBezTo>
                    <a:cubicBezTo>
                      <a:pt x="3590" y="10364"/>
                      <a:pt x="3702" y="10364"/>
                      <a:pt x="3818" y="10364"/>
                    </a:cubicBezTo>
                    <a:cubicBezTo>
                      <a:pt x="3818" y="10319"/>
                      <a:pt x="3818" y="10274"/>
                      <a:pt x="3818" y="10227"/>
                    </a:cubicBezTo>
                    <a:cubicBezTo>
                      <a:pt x="3728" y="10227"/>
                      <a:pt x="3638" y="10227"/>
                      <a:pt x="3545" y="10227"/>
                    </a:cubicBezTo>
                    <a:cubicBezTo>
                      <a:pt x="3545" y="10205"/>
                      <a:pt x="3545" y="10182"/>
                      <a:pt x="3545" y="10159"/>
                    </a:cubicBezTo>
                    <a:cubicBezTo>
                      <a:pt x="3298" y="10159"/>
                      <a:pt x="3050" y="10159"/>
                      <a:pt x="2795" y="10159"/>
                    </a:cubicBezTo>
                    <a:cubicBezTo>
                      <a:pt x="2795" y="10182"/>
                      <a:pt x="2795" y="10204"/>
                      <a:pt x="2795" y="10227"/>
                    </a:cubicBezTo>
                    <a:cubicBezTo>
                      <a:pt x="2750" y="10227"/>
                      <a:pt x="2705" y="10227"/>
                      <a:pt x="2659" y="10227"/>
                    </a:cubicBezTo>
                    <a:cubicBezTo>
                      <a:pt x="2659" y="10205"/>
                      <a:pt x="2659" y="10182"/>
                      <a:pt x="2659" y="10159"/>
                    </a:cubicBezTo>
                    <a:cubicBezTo>
                      <a:pt x="2547" y="10159"/>
                      <a:pt x="2434" y="10159"/>
                      <a:pt x="2318" y="10159"/>
                    </a:cubicBezTo>
                    <a:cubicBezTo>
                      <a:pt x="2318" y="10182"/>
                      <a:pt x="2318" y="10204"/>
                      <a:pt x="2318" y="10227"/>
                    </a:cubicBezTo>
                    <a:cubicBezTo>
                      <a:pt x="1733" y="10227"/>
                      <a:pt x="1148" y="10227"/>
                      <a:pt x="545" y="10227"/>
                    </a:cubicBezTo>
                    <a:cubicBezTo>
                      <a:pt x="545" y="10205"/>
                      <a:pt x="545" y="10182"/>
                      <a:pt x="545" y="10159"/>
                    </a:cubicBezTo>
                    <a:cubicBezTo>
                      <a:pt x="523" y="10159"/>
                      <a:pt x="500" y="10159"/>
                      <a:pt x="477" y="10159"/>
                    </a:cubicBezTo>
                    <a:cubicBezTo>
                      <a:pt x="477" y="10137"/>
                      <a:pt x="477" y="10114"/>
                      <a:pt x="477" y="10091"/>
                    </a:cubicBezTo>
                    <a:cubicBezTo>
                      <a:pt x="455" y="10091"/>
                      <a:pt x="432" y="10091"/>
                      <a:pt x="409" y="10091"/>
                    </a:cubicBezTo>
                    <a:close/>
                    <a:moveTo>
                      <a:pt x="4500" y="10159"/>
                    </a:moveTo>
                    <a:cubicBezTo>
                      <a:pt x="4500" y="10182"/>
                      <a:pt x="4500" y="10204"/>
                      <a:pt x="4500" y="10227"/>
                    </a:cubicBezTo>
                    <a:cubicBezTo>
                      <a:pt x="4433" y="10227"/>
                      <a:pt x="4365" y="10227"/>
                      <a:pt x="4295" y="10227"/>
                    </a:cubicBezTo>
                    <a:cubicBezTo>
                      <a:pt x="4295" y="10250"/>
                      <a:pt x="4295" y="10272"/>
                      <a:pt x="4295" y="10295"/>
                    </a:cubicBezTo>
                    <a:cubicBezTo>
                      <a:pt x="4273" y="10295"/>
                      <a:pt x="4250" y="10295"/>
                      <a:pt x="4227" y="10295"/>
                    </a:cubicBezTo>
                    <a:cubicBezTo>
                      <a:pt x="4227" y="10340"/>
                      <a:pt x="4227" y="10385"/>
                      <a:pt x="4227" y="10432"/>
                    </a:cubicBezTo>
                    <a:cubicBezTo>
                      <a:pt x="4272" y="10432"/>
                      <a:pt x="4317" y="10432"/>
                      <a:pt x="4364" y="10432"/>
                    </a:cubicBezTo>
                    <a:cubicBezTo>
                      <a:pt x="4364" y="10454"/>
                      <a:pt x="4364" y="10477"/>
                      <a:pt x="4364" y="10500"/>
                    </a:cubicBezTo>
                    <a:cubicBezTo>
                      <a:pt x="4386" y="10500"/>
                      <a:pt x="4409" y="10500"/>
                      <a:pt x="4432" y="10500"/>
                    </a:cubicBezTo>
                    <a:cubicBezTo>
                      <a:pt x="4432" y="10523"/>
                      <a:pt x="4432" y="10545"/>
                      <a:pt x="4432" y="10568"/>
                    </a:cubicBezTo>
                    <a:cubicBezTo>
                      <a:pt x="4409" y="10568"/>
                      <a:pt x="4387" y="10568"/>
                      <a:pt x="4364" y="10568"/>
                    </a:cubicBezTo>
                    <a:cubicBezTo>
                      <a:pt x="4364" y="10771"/>
                      <a:pt x="4364" y="10973"/>
                      <a:pt x="4364" y="11182"/>
                    </a:cubicBezTo>
                    <a:cubicBezTo>
                      <a:pt x="4386" y="11182"/>
                      <a:pt x="4409" y="11182"/>
                      <a:pt x="4432" y="11182"/>
                    </a:cubicBezTo>
                    <a:cubicBezTo>
                      <a:pt x="4432" y="11204"/>
                      <a:pt x="4432" y="11227"/>
                      <a:pt x="4432" y="11250"/>
                    </a:cubicBezTo>
                    <a:cubicBezTo>
                      <a:pt x="4477" y="11250"/>
                      <a:pt x="4522" y="11250"/>
                      <a:pt x="4568" y="11250"/>
                    </a:cubicBezTo>
                    <a:cubicBezTo>
                      <a:pt x="4568" y="11273"/>
                      <a:pt x="4568" y="11295"/>
                      <a:pt x="4568" y="11318"/>
                    </a:cubicBezTo>
                    <a:cubicBezTo>
                      <a:pt x="4591" y="11318"/>
                      <a:pt x="4613" y="11318"/>
                      <a:pt x="4636" y="11318"/>
                    </a:cubicBezTo>
                    <a:cubicBezTo>
                      <a:pt x="4636" y="11296"/>
                      <a:pt x="4636" y="11273"/>
                      <a:pt x="4636" y="11250"/>
                    </a:cubicBezTo>
                    <a:cubicBezTo>
                      <a:pt x="4659" y="11250"/>
                      <a:pt x="4681" y="11250"/>
                      <a:pt x="4705" y="11250"/>
                    </a:cubicBezTo>
                    <a:cubicBezTo>
                      <a:pt x="4705" y="11025"/>
                      <a:pt x="4705" y="10800"/>
                      <a:pt x="4705" y="10568"/>
                    </a:cubicBezTo>
                    <a:cubicBezTo>
                      <a:pt x="4727" y="10568"/>
                      <a:pt x="4750" y="10568"/>
                      <a:pt x="4773" y="10568"/>
                    </a:cubicBezTo>
                    <a:cubicBezTo>
                      <a:pt x="4773" y="10546"/>
                      <a:pt x="4773" y="10523"/>
                      <a:pt x="4773" y="10500"/>
                    </a:cubicBezTo>
                    <a:cubicBezTo>
                      <a:pt x="5065" y="10500"/>
                      <a:pt x="5358" y="10500"/>
                      <a:pt x="5659" y="10500"/>
                    </a:cubicBezTo>
                    <a:cubicBezTo>
                      <a:pt x="5659" y="10433"/>
                      <a:pt x="5659" y="10365"/>
                      <a:pt x="5659" y="10295"/>
                    </a:cubicBezTo>
                    <a:cubicBezTo>
                      <a:pt x="5569" y="10295"/>
                      <a:pt x="5479" y="10295"/>
                      <a:pt x="5386" y="10295"/>
                    </a:cubicBezTo>
                    <a:cubicBezTo>
                      <a:pt x="5386" y="10318"/>
                      <a:pt x="5386" y="10340"/>
                      <a:pt x="5386" y="10364"/>
                    </a:cubicBezTo>
                    <a:cubicBezTo>
                      <a:pt x="5184" y="10364"/>
                      <a:pt x="4981" y="10364"/>
                      <a:pt x="4773" y="10364"/>
                    </a:cubicBezTo>
                    <a:cubicBezTo>
                      <a:pt x="4773" y="10341"/>
                      <a:pt x="4773" y="10319"/>
                      <a:pt x="4773" y="10295"/>
                    </a:cubicBezTo>
                    <a:cubicBezTo>
                      <a:pt x="4750" y="10295"/>
                      <a:pt x="4728" y="10295"/>
                      <a:pt x="4705" y="10295"/>
                    </a:cubicBezTo>
                    <a:cubicBezTo>
                      <a:pt x="4705" y="10250"/>
                      <a:pt x="4705" y="10205"/>
                      <a:pt x="4705" y="10159"/>
                    </a:cubicBezTo>
                    <a:cubicBezTo>
                      <a:pt x="4637" y="10159"/>
                      <a:pt x="4570" y="10159"/>
                      <a:pt x="4500" y="10159"/>
                    </a:cubicBezTo>
                    <a:close/>
                    <a:moveTo>
                      <a:pt x="8659" y="10091"/>
                    </a:moveTo>
                    <a:cubicBezTo>
                      <a:pt x="8659" y="10113"/>
                      <a:pt x="8659" y="10136"/>
                      <a:pt x="8659" y="10159"/>
                    </a:cubicBezTo>
                    <a:cubicBezTo>
                      <a:pt x="8254" y="10159"/>
                      <a:pt x="7849" y="10159"/>
                      <a:pt x="7432" y="10159"/>
                    </a:cubicBezTo>
                    <a:cubicBezTo>
                      <a:pt x="7432" y="10182"/>
                      <a:pt x="7432" y="10204"/>
                      <a:pt x="7432" y="10227"/>
                    </a:cubicBezTo>
                    <a:cubicBezTo>
                      <a:pt x="7342" y="10227"/>
                      <a:pt x="7252" y="10227"/>
                      <a:pt x="7159" y="10227"/>
                    </a:cubicBezTo>
                    <a:cubicBezTo>
                      <a:pt x="7159" y="10250"/>
                      <a:pt x="7159" y="10272"/>
                      <a:pt x="7159" y="10295"/>
                    </a:cubicBezTo>
                    <a:cubicBezTo>
                      <a:pt x="7024" y="10295"/>
                      <a:pt x="6889" y="10295"/>
                      <a:pt x="6750" y="10295"/>
                    </a:cubicBezTo>
                    <a:cubicBezTo>
                      <a:pt x="6750" y="10318"/>
                      <a:pt x="6750" y="10340"/>
                      <a:pt x="6750" y="10364"/>
                    </a:cubicBezTo>
                    <a:cubicBezTo>
                      <a:pt x="6728" y="10364"/>
                      <a:pt x="6705" y="10364"/>
                      <a:pt x="6682" y="10364"/>
                    </a:cubicBezTo>
                    <a:cubicBezTo>
                      <a:pt x="6682" y="10386"/>
                      <a:pt x="6682" y="10409"/>
                      <a:pt x="6682" y="10432"/>
                    </a:cubicBezTo>
                    <a:cubicBezTo>
                      <a:pt x="6659" y="10432"/>
                      <a:pt x="6637" y="10432"/>
                      <a:pt x="6614" y="10432"/>
                    </a:cubicBezTo>
                    <a:cubicBezTo>
                      <a:pt x="6614" y="10544"/>
                      <a:pt x="6614" y="10657"/>
                      <a:pt x="6614" y="10773"/>
                    </a:cubicBezTo>
                    <a:cubicBezTo>
                      <a:pt x="6591" y="10773"/>
                      <a:pt x="6569" y="10773"/>
                      <a:pt x="6545" y="10773"/>
                    </a:cubicBezTo>
                    <a:cubicBezTo>
                      <a:pt x="6545" y="10885"/>
                      <a:pt x="6545" y="10998"/>
                      <a:pt x="6545" y="11114"/>
                    </a:cubicBezTo>
                    <a:cubicBezTo>
                      <a:pt x="6568" y="11114"/>
                      <a:pt x="6590" y="11114"/>
                      <a:pt x="6614" y="11114"/>
                    </a:cubicBezTo>
                    <a:cubicBezTo>
                      <a:pt x="6614" y="11136"/>
                      <a:pt x="6614" y="11159"/>
                      <a:pt x="6614" y="11182"/>
                    </a:cubicBezTo>
                    <a:cubicBezTo>
                      <a:pt x="6681" y="11182"/>
                      <a:pt x="6749" y="11182"/>
                      <a:pt x="6818" y="11182"/>
                    </a:cubicBezTo>
                    <a:cubicBezTo>
                      <a:pt x="6818" y="11159"/>
                      <a:pt x="6818" y="11137"/>
                      <a:pt x="6818" y="11114"/>
                    </a:cubicBezTo>
                    <a:cubicBezTo>
                      <a:pt x="6841" y="11114"/>
                      <a:pt x="6863" y="11114"/>
                      <a:pt x="6886" y="11114"/>
                    </a:cubicBezTo>
                    <a:cubicBezTo>
                      <a:pt x="6886" y="10956"/>
                      <a:pt x="6886" y="10799"/>
                      <a:pt x="6886" y="10636"/>
                    </a:cubicBezTo>
                    <a:cubicBezTo>
                      <a:pt x="6909" y="10636"/>
                      <a:pt x="6931" y="10636"/>
                      <a:pt x="6955" y="10636"/>
                    </a:cubicBezTo>
                    <a:cubicBezTo>
                      <a:pt x="6955" y="10614"/>
                      <a:pt x="6955" y="10591"/>
                      <a:pt x="6955" y="10568"/>
                    </a:cubicBezTo>
                    <a:cubicBezTo>
                      <a:pt x="7157" y="10568"/>
                      <a:pt x="7360" y="10568"/>
                      <a:pt x="7568" y="10568"/>
                    </a:cubicBezTo>
                    <a:cubicBezTo>
                      <a:pt x="7568" y="10546"/>
                      <a:pt x="7568" y="10523"/>
                      <a:pt x="7568" y="10500"/>
                    </a:cubicBezTo>
                    <a:cubicBezTo>
                      <a:pt x="7928" y="10500"/>
                      <a:pt x="8288" y="10500"/>
                      <a:pt x="8659" y="10500"/>
                    </a:cubicBezTo>
                    <a:cubicBezTo>
                      <a:pt x="8659" y="10523"/>
                      <a:pt x="8659" y="10545"/>
                      <a:pt x="8659" y="10568"/>
                    </a:cubicBezTo>
                    <a:cubicBezTo>
                      <a:pt x="8682" y="10568"/>
                      <a:pt x="8704" y="10568"/>
                      <a:pt x="8727" y="10568"/>
                    </a:cubicBezTo>
                    <a:cubicBezTo>
                      <a:pt x="8727" y="10591"/>
                      <a:pt x="8727" y="10613"/>
                      <a:pt x="8727" y="10636"/>
                    </a:cubicBezTo>
                    <a:cubicBezTo>
                      <a:pt x="8772" y="10636"/>
                      <a:pt x="8817" y="10636"/>
                      <a:pt x="8864" y="10636"/>
                    </a:cubicBezTo>
                    <a:cubicBezTo>
                      <a:pt x="8864" y="10614"/>
                      <a:pt x="8864" y="10591"/>
                      <a:pt x="8864" y="10568"/>
                    </a:cubicBezTo>
                    <a:cubicBezTo>
                      <a:pt x="8886" y="10568"/>
                      <a:pt x="8909" y="10568"/>
                      <a:pt x="8932" y="10568"/>
                    </a:cubicBezTo>
                    <a:cubicBezTo>
                      <a:pt x="8932" y="10591"/>
                      <a:pt x="8932" y="10613"/>
                      <a:pt x="8932" y="10636"/>
                    </a:cubicBezTo>
                    <a:cubicBezTo>
                      <a:pt x="8954" y="10636"/>
                      <a:pt x="8977" y="10636"/>
                      <a:pt x="9000" y="10636"/>
                    </a:cubicBezTo>
                    <a:cubicBezTo>
                      <a:pt x="9000" y="10614"/>
                      <a:pt x="9000" y="10591"/>
                      <a:pt x="9000" y="10568"/>
                    </a:cubicBezTo>
                    <a:cubicBezTo>
                      <a:pt x="9045" y="10568"/>
                      <a:pt x="9090" y="10568"/>
                      <a:pt x="9136" y="10568"/>
                    </a:cubicBezTo>
                    <a:cubicBezTo>
                      <a:pt x="9136" y="10546"/>
                      <a:pt x="9136" y="10523"/>
                      <a:pt x="9136" y="10500"/>
                    </a:cubicBezTo>
                    <a:cubicBezTo>
                      <a:pt x="9181" y="10500"/>
                      <a:pt x="9226" y="10500"/>
                      <a:pt x="9273" y="10500"/>
                    </a:cubicBezTo>
                    <a:cubicBezTo>
                      <a:pt x="9273" y="10433"/>
                      <a:pt x="9273" y="10365"/>
                      <a:pt x="9273" y="10295"/>
                    </a:cubicBezTo>
                    <a:cubicBezTo>
                      <a:pt x="9250" y="10295"/>
                      <a:pt x="9228" y="10295"/>
                      <a:pt x="9205" y="10295"/>
                    </a:cubicBezTo>
                    <a:cubicBezTo>
                      <a:pt x="9205" y="10273"/>
                      <a:pt x="9205" y="10250"/>
                      <a:pt x="9205" y="10227"/>
                    </a:cubicBezTo>
                    <a:cubicBezTo>
                      <a:pt x="9160" y="10227"/>
                      <a:pt x="9115" y="10227"/>
                      <a:pt x="9068" y="10227"/>
                    </a:cubicBezTo>
                    <a:cubicBezTo>
                      <a:pt x="9068" y="10205"/>
                      <a:pt x="9068" y="10182"/>
                      <a:pt x="9068" y="10159"/>
                    </a:cubicBezTo>
                    <a:cubicBezTo>
                      <a:pt x="9023" y="10159"/>
                      <a:pt x="8978" y="10159"/>
                      <a:pt x="8932" y="10159"/>
                    </a:cubicBezTo>
                    <a:cubicBezTo>
                      <a:pt x="8932" y="10137"/>
                      <a:pt x="8932" y="10114"/>
                      <a:pt x="8932" y="10091"/>
                    </a:cubicBezTo>
                    <a:cubicBezTo>
                      <a:pt x="8842" y="10091"/>
                      <a:pt x="8752" y="10091"/>
                      <a:pt x="8659" y="10091"/>
                    </a:cubicBezTo>
                    <a:close/>
                    <a:moveTo>
                      <a:pt x="341" y="11045"/>
                    </a:moveTo>
                    <a:cubicBezTo>
                      <a:pt x="341" y="11315"/>
                      <a:pt x="341" y="11585"/>
                      <a:pt x="341" y="11864"/>
                    </a:cubicBezTo>
                    <a:cubicBezTo>
                      <a:pt x="386" y="11864"/>
                      <a:pt x="431" y="11864"/>
                      <a:pt x="477" y="11864"/>
                    </a:cubicBezTo>
                    <a:cubicBezTo>
                      <a:pt x="477" y="11594"/>
                      <a:pt x="477" y="11324"/>
                      <a:pt x="477" y="11045"/>
                    </a:cubicBezTo>
                    <a:cubicBezTo>
                      <a:pt x="432" y="11045"/>
                      <a:pt x="387" y="11045"/>
                      <a:pt x="341" y="11045"/>
                    </a:cubicBezTo>
                    <a:close/>
                    <a:moveTo>
                      <a:pt x="10977" y="10023"/>
                    </a:moveTo>
                    <a:cubicBezTo>
                      <a:pt x="10977" y="10045"/>
                      <a:pt x="10977" y="10068"/>
                      <a:pt x="10977" y="10091"/>
                    </a:cubicBezTo>
                    <a:cubicBezTo>
                      <a:pt x="10955" y="10091"/>
                      <a:pt x="10932" y="10091"/>
                      <a:pt x="10909" y="10091"/>
                    </a:cubicBezTo>
                    <a:cubicBezTo>
                      <a:pt x="10909" y="10113"/>
                      <a:pt x="10909" y="10136"/>
                      <a:pt x="10909" y="10159"/>
                    </a:cubicBezTo>
                    <a:cubicBezTo>
                      <a:pt x="10864" y="10159"/>
                      <a:pt x="10819" y="10159"/>
                      <a:pt x="10773" y="10159"/>
                    </a:cubicBezTo>
                    <a:cubicBezTo>
                      <a:pt x="10773" y="10182"/>
                      <a:pt x="10773" y="10204"/>
                      <a:pt x="10773" y="10227"/>
                    </a:cubicBezTo>
                    <a:cubicBezTo>
                      <a:pt x="10750" y="10227"/>
                      <a:pt x="10728" y="10227"/>
                      <a:pt x="10705" y="10227"/>
                    </a:cubicBezTo>
                    <a:cubicBezTo>
                      <a:pt x="10705" y="10250"/>
                      <a:pt x="10705" y="10272"/>
                      <a:pt x="10705" y="10295"/>
                    </a:cubicBezTo>
                    <a:cubicBezTo>
                      <a:pt x="10682" y="10295"/>
                      <a:pt x="10660" y="10295"/>
                      <a:pt x="10636" y="10295"/>
                    </a:cubicBezTo>
                    <a:cubicBezTo>
                      <a:pt x="10636" y="10318"/>
                      <a:pt x="10636" y="10340"/>
                      <a:pt x="10636" y="10364"/>
                    </a:cubicBezTo>
                    <a:cubicBezTo>
                      <a:pt x="10591" y="10364"/>
                      <a:pt x="10546" y="10364"/>
                      <a:pt x="10500" y="10364"/>
                    </a:cubicBezTo>
                    <a:cubicBezTo>
                      <a:pt x="10500" y="10409"/>
                      <a:pt x="10500" y="10454"/>
                      <a:pt x="10500" y="10500"/>
                    </a:cubicBezTo>
                    <a:cubicBezTo>
                      <a:pt x="10590" y="10500"/>
                      <a:pt x="10680" y="10500"/>
                      <a:pt x="10773" y="10500"/>
                    </a:cubicBezTo>
                    <a:cubicBezTo>
                      <a:pt x="10773" y="10523"/>
                      <a:pt x="10773" y="10545"/>
                      <a:pt x="10773" y="10568"/>
                    </a:cubicBezTo>
                    <a:cubicBezTo>
                      <a:pt x="10795" y="10568"/>
                      <a:pt x="10818" y="10568"/>
                      <a:pt x="10841" y="10568"/>
                    </a:cubicBezTo>
                    <a:cubicBezTo>
                      <a:pt x="10841" y="11063"/>
                      <a:pt x="10841" y="11558"/>
                      <a:pt x="10841" y="12068"/>
                    </a:cubicBezTo>
                    <a:cubicBezTo>
                      <a:pt x="10818" y="12068"/>
                      <a:pt x="10796" y="12068"/>
                      <a:pt x="10773" y="12068"/>
                    </a:cubicBezTo>
                    <a:cubicBezTo>
                      <a:pt x="10773" y="12113"/>
                      <a:pt x="10773" y="12158"/>
                      <a:pt x="10773" y="12205"/>
                    </a:cubicBezTo>
                    <a:cubicBezTo>
                      <a:pt x="10638" y="12205"/>
                      <a:pt x="10503" y="12205"/>
                      <a:pt x="10364" y="12205"/>
                    </a:cubicBezTo>
                    <a:cubicBezTo>
                      <a:pt x="10364" y="12182"/>
                      <a:pt x="10364" y="12160"/>
                      <a:pt x="10364" y="12136"/>
                    </a:cubicBezTo>
                    <a:cubicBezTo>
                      <a:pt x="10319" y="12136"/>
                      <a:pt x="10274" y="12136"/>
                      <a:pt x="10227" y="12136"/>
                    </a:cubicBezTo>
                    <a:cubicBezTo>
                      <a:pt x="10227" y="12159"/>
                      <a:pt x="10227" y="12181"/>
                      <a:pt x="10227" y="12205"/>
                    </a:cubicBezTo>
                    <a:cubicBezTo>
                      <a:pt x="10205" y="12205"/>
                      <a:pt x="10182" y="12205"/>
                      <a:pt x="10159" y="12205"/>
                    </a:cubicBezTo>
                    <a:cubicBezTo>
                      <a:pt x="10159" y="12250"/>
                      <a:pt x="10159" y="12295"/>
                      <a:pt x="10159" y="12341"/>
                    </a:cubicBezTo>
                    <a:cubicBezTo>
                      <a:pt x="9957" y="12341"/>
                      <a:pt x="9754" y="12341"/>
                      <a:pt x="9545" y="12341"/>
                    </a:cubicBezTo>
                    <a:cubicBezTo>
                      <a:pt x="9545" y="12318"/>
                      <a:pt x="9545" y="12296"/>
                      <a:pt x="9545" y="12273"/>
                    </a:cubicBezTo>
                    <a:cubicBezTo>
                      <a:pt x="9500" y="12273"/>
                      <a:pt x="9455" y="12273"/>
                      <a:pt x="9409" y="12273"/>
                    </a:cubicBezTo>
                    <a:cubicBezTo>
                      <a:pt x="9409" y="12250"/>
                      <a:pt x="9409" y="12228"/>
                      <a:pt x="9409" y="12205"/>
                    </a:cubicBezTo>
                    <a:cubicBezTo>
                      <a:pt x="9342" y="12205"/>
                      <a:pt x="9274" y="12205"/>
                      <a:pt x="9205" y="12205"/>
                    </a:cubicBezTo>
                    <a:cubicBezTo>
                      <a:pt x="9205" y="12182"/>
                      <a:pt x="9205" y="12160"/>
                      <a:pt x="9205" y="12136"/>
                    </a:cubicBezTo>
                    <a:cubicBezTo>
                      <a:pt x="9182" y="12136"/>
                      <a:pt x="9160" y="12136"/>
                      <a:pt x="9136" y="12136"/>
                    </a:cubicBezTo>
                    <a:cubicBezTo>
                      <a:pt x="9136" y="12114"/>
                      <a:pt x="9136" y="12091"/>
                      <a:pt x="9136" y="12068"/>
                    </a:cubicBezTo>
                    <a:cubicBezTo>
                      <a:pt x="9114" y="12068"/>
                      <a:pt x="9091" y="12068"/>
                      <a:pt x="9068" y="12068"/>
                    </a:cubicBezTo>
                    <a:cubicBezTo>
                      <a:pt x="9068" y="12046"/>
                      <a:pt x="9068" y="12023"/>
                      <a:pt x="9068" y="12000"/>
                    </a:cubicBezTo>
                    <a:cubicBezTo>
                      <a:pt x="9023" y="12000"/>
                      <a:pt x="8978" y="12000"/>
                      <a:pt x="8932" y="12000"/>
                    </a:cubicBezTo>
                    <a:cubicBezTo>
                      <a:pt x="8932" y="12023"/>
                      <a:pt x="8932" y="12045"/>
                      <a:pt x="8932" y="12068"/>
                    </a:cubicBezTo>
                    <a:cubicBezTo>
                      <a:pt x="8909" y="12068"/>
                      <a:pt x="8887" y="12068"/>
                      <a:pt x="8864" y="12068"/>
                    </a:cubicBezTo>
                    <a:cubicBezTo>
                      <a:pt x="8864" y="12046"/>
                      <a:pt x="8864" y="12023"/>
                      <a:pt x="8864" y="12000"/>
                    </a:cubicBezTo>
                    <a:cubicBezTo>
                      <a:pt x="8819" y="12000"/>
                      <a:pt x="8774" y="12000"/>
                      <a:pt x="8727" y="12000"/>
                    </a:cubicBezTo>
                    <a:cubicBezTo>
                      <a:pt x="8727" y="12023"/>
                      <a:pt x="8727" y="12045"/>
                      <a:pt x="8727" y="12068"/>
                    </a:cubicBezTo>
                    <a:cubicBezTo>
                      <a:pt x="8705" y="12068"/>
                      <a:pt x="8682" y="12068"/>
                      <a:pt x="8659" y="12068"/>
                    </a:cubicBezTo>
                    <a:cubicBezTo>
                      <a:pt x="8659" y="12091"/>
                      <a:pt x="8659" y="12113"/>
                      <a:pt x="8659" y="12136"/>
                    </a:cubicBezTo>
                    <a:cubicBezTo>
                      <a:pt x="8502" y="12136"/>
                      <a:pt x="8344" y="12136"/>
                      <a:pt x="8182" y="12136"/>
                    </a:cubicBezTo>
                    <a:cubicBezTo>
                      <a:pt x="8182" y="12159"/>
                      <a:pt x="8182" y="12181"/>
                      <a:pt x="8182" y="12205"/>
                    </a:cubicBezTo>
                    <a:cubicBezTo>
                      <a:pt x="8047" y="12205"/>
                      <a:pt x="7912" y="12205"/>
                      <a:pt x="7773" y="12205"/>
                    </a:cubicBezTo>
                    <a:cubicBezTo>
                      <a:pt x="7773" y="12182"/>
                      <a:pt x="7773" y="12160"/>
                      <a:pt x="7773" y="12136"/>
                    </a:cubicBezTo>
                    <a:cubicBezTo>
                      <a:pt x="7503" y="12136"/>
                      <a:pt x="7233" y="12136"/>
                      <a:pt x="6955" y="12136"/>
                    </a:cubicBezTo>
                    <a:cubicBezTo>
                      <a:pt x="6955" y="12114"/>
                      <a:pt x="6955" y="12091"/>
                      <a:pt x="6955" y="12068"/>
                    </a:cubicBezTo>
                    <a:cubicBezTo>
                      <a:pt x="6932" y="12068"/>
                      <a:pt x="6910" y="12068"/>
                      <a:pt x="6886" y="12068"/>
                    </a:cubicBezTo>
                    <a:cubicBezTo>
                      <a:pt x="6886" y="11933"/>
                      <a:pt x="6886" y="11798"/>
                      <a:pt x="6886" y="11659"/>
                    </a:cubicBezTo>
                    <a:cubicBezTo>
                      <a:pt x="6864" y="11659"/>
                      <a:pt x="6841" y="11659"/>
                      <a:pt x="6818" y="11659"/>
                    </a:cubicBezTo>
                    <a:cubicBezTo>
                      <a:pt x="6818" y="11637"/>
                      <a:pt x="6818" y="11614"/>
                      <a:pt x="6818" y="11591"/>
                    </a:cubicBezTo>
                    <a:cubicBezTo>
                      <a:pt x="6796" y="11591"/>
                      <a:pt x="6773" y="11591"/>
                      <a:pt x="6750" y="11591"/>
                    </a:cubicBezTo>
                    <a:cubicBezTo>
                      <a:pt x="6750" y="11568"/>
                      <a:pt x="6750" y="11546"/>
                      <a:pt x="6750" y="11523"/>
                    </a:cubicBezTo>
                    <a:cubicBezTo>
                      <a:pt x="6683" y="11523"/>
                      <a:pt x="6615" y="11523"/>
                      <a:pt x="6545" y="11523"/>
                    </a:cubicBezTo>
                    <a:cubicBezTo>
                      <a:pt x="6545" y="11703"/>
                      <a:pt x="6545" y="11883"/>
                      <a:pt x="6545" y="12068"/>
                    </a:cubicBezTo>
                    <a:cubicBezTo>
                      <a:pt x="6523" y="12068"/>
                      <a:pt x="6500" y="12068"/>
                      <a:pt x="6477" y="12068"/>
                    </a:cubicBezTo>
                    <a:cubicBezTo>
                      <a:pt x="6477" y="12091"/>
                      <a:pt x="6477" y="12113"/>
                      <a:pt x="6477" y="12136"/>
                    </a:cubicBezTo>
                    <a:cubicBezTo>
                      <a:pt x="6455" y="12136"/>
                      <a:pt x="6432" y="12136"/>
                      <a:pt x="6409" y="12136"/>
                    </a:cubicBezTo>
                    <a:cubicBezTo>
                      <a:pt x="6409" y="12159"/>
                      <a:pt x="6409" y="12181"/>
                      <a:pt x="6409" y="12205"/>
                    </a:cubicBezTo>
                    <a:cubicBezTo>
                      <a:pt x="6342" y="12205"/>
                      <a:pt x="6274" y="12205"/>
                      <a:pt x="6205" y="12205"/>
                    </a:cubicBezTo>
                    <a:cubicBezTo>
                      <a:pt x="6205" y="12227"/>
                      <a:pt x="6205" y="12250"/>
                      <a:pt x="6205" y="12273"/>
                    </a:cubicBezTo>
                    <a:cubicBezTo>
                      <a:pt x="5710" y="12273"/>
                      <a:pt x="5215" y="12273"/>
                      <a:pt x="4705" y="12273"/>
                    </a:cubicBezTo>
                    <a:cubicBezTo>
                      <a:pt x="4705" y="12250"/>
                      <a:pt x="4705" y="12228"/>
                      <a:pt x="4705" y="12205"/>
                    </a:cubicBezTo>
                    <a:cubicBezTo>
                      <a:pt x="4682" y="12205"/>
                      <a:pt x="4660" y="12205"/>
                      <a:pt x="4636" y="12205"/>
                    </a:cubicBezTo>
                    <a:cubicBezTo>
                      <a:pt x="4636" y="12160"/>
                      <a:pt x="4636" y="12115"/>
                      <a:pt x="4636" y="12068"/>
                    </a:cubicBezTo>
                    <a:cubicBezTo>
                      <a:pt x="4614" y="12068"/>
                      <a:pt x="4591" y="12068"/>
                      <a:pt x="4568" y="12068"/>
                    </a:cubicBezTo>
                    <a:cubicBezTo>
                      <a:pt x="4568" y="12023"/>
                      <a:pt x="4568" y="11978"/>
                      <a:pt x="4568" y="11932"/>
                    </a:cubicBezTo>
                    <a:cubicBezTo>
                      <a:pt x="4591" y="11932"/>
                      <a:pt x="4613" y="11932"/>
                      <a:pt x="4636" y="11932"/>
                    </a:cubicBezTo>
                    <a:cubicBezTo>
                      <a:pt x="4636" y="11842"/>
                      <a:pt x="4636" y="11752"/>
                      <a:pt x="4636" y="11659"/>
                    </a:cubicBezTo>
                    <a:cubicBezTo>
                      <a:pt x="4614" y="11659"/>
                      <a:pt x="4591" y="11659"/>
                      <a:pt x="4568" y="11659"/>
                    </a:cubicBezTo>
                    <a:cubicBezTo>
                      <a:pt x="4568" y="11614"/>
                      <a:pt x="4568" y="11569"/>
                      <a:pt x="4568" y="11523"/>
                    </a:cubicBezTo>
                    <a:cubicBezTo>
                      <a:pt x="4546" y="11523"/>
                      <a:pt x="4523" y="11523"/>
                      <a:pt x="4500" y="11523"/>
                    </a:cubicBezTo>
                    <a:cubicBezTo>
                      <a:pt x="4500" y="11500"/>
                      <a:pt x="4500" y="11478"/>
                      <a:pt x="4500" y="11455"/>
                    </a:cubicBezTo>
                    <a:cubicBezTo>
                      <a:pt x="4455" y="11455"/>
                      <a:pt x="4410" y="11455"/>
                      <a:pt x="4364" y="11455"/>
                    </a:cubicBezTo>
                    <a:cubicBezTo>
                      <a:pt x="4364" y="11635"/>
                      <a:pt x="4364" y="11815"/>
                      <a:pt x="4364" y="12000"/>
                    </a:cubicBezTo>
                    <a:cubicBezTo>
                      <a:pt x="4386" y="12000"/>
                      <a:pt x="4409" y="12000"/>
                      <a:pt x="4432" y="12000"/>
                    </a:cubicBezTo>
                    <a:cubicBezTo>
                      <a:pt x="4432" y="12023"/>
                      <a:pt x="4432" y="12045"/>
                      <a:pt x="4432" y="12068"/>
                    </a:cubicBezTo>
                    <a:cubicBezTo>
                      <a:pt x="4409" y="12068"/>
                      <a:pt x="4387" y="12068"/>
                      <a:pt x="4364" y="12068"/>
                    </a:cubicBezTo>
                    <a:cubicBezTo>
                      <a:pt x="4364" y="12091"/>
                      <a:pt x="4364" y="12113"/>
                      <a:pt x="4364" y="12136"/>
                    </a:cubicBezTo>
                    <a:cubicBezTo>
                      <a:pt x="3666" y="12136"/>
                      <a:pt x="2969" y="12136"/>
                      <a:pt x="2250" y="12136"/>
                    </a:cubicBezTo>
                    <a:cubicBezTo>
                      <a:pt x="2250" y="12159"/>
                      <a:pt x="2250" y="12181"/>
                      <a:pt x="2250" y="12205"/>
                    </a:cubicBezTo>
                    <a:cubicBezTo>
                      <a:pt x="2160" y="12205"/>
                      <a:pt x="2070" y="12205"/>
                      <a:pt x="1977" y="12205"/>
                    </a:cubicBezTo>
                    <a:cubicBezTo>
                      <a:pt x="1977" y="12182"/>
                      <a:pt x="1977" y="12160"/>
                      <a:pt x="1977" y="12136"/>
                    </a:cubicBezTo>
                    <a:cubicBezTo>
                      <a:pt x="1572" y="12136"/>
                      <a:pt x="1167" y="12136"/>
                      <a:pt x="750" y="12136"/>
                    </a:cubicBezTo>
                    <a:cubicBezTo>
                      <a:pt x="750" y="12159"/>
                      <a:pt x="750" y="12181"/>
                      <a:pt x="750" y="12205"/>
                    </a:cubicBezTo>
                    <a:cubicBezTo>
                      <a:pt x="705" y="12205"/>
                      <a:pt x="660" y="12205"/>
                      <a:pt x="614" y="12205"/>
                    </a:cubicBezTo>
                    <a:cubicBezTo>
                      <a:pt x="614" y="12182"/>
                      <a:pt x="614" y="12160"/>
                      <a:pt x="614" y="12136"/>
                    </a:cubicBezTo>
                    <a:cubicBezTo>
                      <a:pt x="456" y="12136"/>
                      <a:pt x="299" y="12136"/>
                      <a:pt x="136" y="12136"/>
                    </a:cubicBezTo>
                    <a:cubicBezTo>
                      <a:pt x="136" y="12159"/>
                      <a:pt x="136" y="12181"/>
                      <a:pt x="136" y="12205"/>
                    </a:cubicBezTo>
                    <a:cubicBezTo>
                      <a:pt x="114" y="12205"/>
                      <a:pt x="91" y="12205"/>
                      <a:pt x="68" y="12205"/>
                    </a:cubicBezTo>
                    <a:cubicBezTo>
                      <a:pt x="68" y="12295"/>
                      <a:pt x="68" y="12385"/>
                      <a:pt x="68" y="12477"/>
                    </a:cubicBezTo>
                    <a:cubicBezTo>
                      <a:pt x="91" y="12477"/>
                      <a:pt x="113" y="12477"/>
                      <a:pt x="136" y="12477"/>
                    </a:cubicBezTo>
                    <a:cubicBezTo>
                      <a:pt x="136" y="12500"/>
                      <a:pt x="136" y="12522"/>
                      <a:pt x="136" y="12545"/>
                    </a:cubicBezTo>
                    <a:cubicBezTo>
                      <a:pt x="339" y="12545"/>
                      <a:pt x="541" y="12545"/>
                      <a:pt x="750" y="12545"/>
                    </a:cubicBezTo>
                    <a:cubicBezTo>
                      <a:pt x="750" y="12523"/>
                      <a:pt x="750" y="12500"/>
                      <a:pt x="750" y="12477"/>
                    </a:cubicBezTo>
                    <a:cubicBezTo>
                      <a:pt x="908" y="12477"/>
                      <a:pt x="1065" y="12477"/>
                      <a:pt x="1227" y="12477"/>
                    </a:cubicBezTo>
                    <a:cubicBezTo>
                      <a:pt x="1227" y="12500"/>
                      <a:pt x="1227" y="12522"/>
                      <a:pt x="1227" y="12545"/>
                    </a:cubicBezTo>
                    <a:cubicBezTo>
                      <a:pt x="2172" y="12545"/>
                      <a:pt x="3117" y="12545"/>
                      <a:pt x="4091" y="12545"/>
                    </a:cubicBezTo>
                    <a:cubicBezTo>
                      <a:pt x="4091" y="12523"/>
                      <a:pt x="4091" y="12500"/>
                      <a:pt x="4091" y="12477"/>
                    </a:cubicBezTo>
                    <a:cubicBezTo>
                      <a:pt x="4158" y="12477"/>
                      <a:pt x="4226" y="12477"/>
                      <a:pt x="4295" y="12477"/>
                    </a:cubicBezTo>
                    <a:cubicBezTo>
                      <a:pt x="4295" y="12455"/>
                      <a:pt x="4295" y="12432"/>
                      <a:pt x="4295" y="12409"/>
                    </a:cubicBezTo>
                    <a:cubicBezTo>
                      <a:pt x="4340" y="12409"/>
                      <a:pt x="4385" y="12409"/>
                      <a:pt x="4432" y="12409"/>
                    </a:cubicBezTo>
                    <a:cubicBezTo>
                      <a:pt x="4432" y="12432"/>
                      <a:pt x="4432" y="12454"/>
                      <a:pt x="4432" y="12477"/>
                    </a:cubicBezTo>
                    <a:cubicBezTo>
                      <a:pt x="4589" y="12477"/>
                      <a:pt x="4747" y="12477"/>
                      <a:pt x="4909" y="12477"/>
                    </a:cubicBezTo>
                    <a:cubicBezTo>
                      <a:pt x="4909" y="12500"/>
                      <a:pt x="4909" y="12522"/>
                      <a:pt x="4909" y="12545"/>
                    </a:cubicBezTo>
                    <a:cubicBezTo>
                      <a:pt x="6394" y="12545"/>
                      <a:pt x="7879" y="12545"/>
                      <a:pt x="9409" y="12545"/>
                    </a:cubicBezTo>
                    <a:cubicBezTo>
                      <a:pt x="9409" y="12523"/>
                      <a:pt x="9409" y="12500"/>
                      <a:pt x="9409" y="12477"/>
                    </a:cubicBezTo>
                    <a:cubicBezTo>
                      <a:pt x="9612" y="12477"/>
                      <a:pt x="9814" y="12477"/>
                      <a:pt x="10023" y="12477"/>
                    </a:cubicBezTo>
                    <a:cubicBezTo>
                      <a:pt x="10023" y="12500"/>
                      <a:pt x="10023" y="12522"/>
                      <a:pt x="10023" y="12545"/>
                    </a:cubicBezTo>
                    <a:cubicBezTo>
                      <a:pt x="10810" y="12545"/>
                      <a:pt x="11598" y="12545"/>
                      <a:pt x="12409" y="12545"/>
                    </a:cubicBezTo>
                    <a:cubicBezTo>
                      <a:pt x="12409" y="12523"/>
                      <a:pt x="12409" y="12500"/>
                      <a:pt x="12409" y="12477"/>
                    </a:cubicBezTo>
                    <a:cubicBezTo>
                      <a:pt x="12544" y="12477"/>
                      <a:pt x="12679" y="12477"/>
                      <a:pt x="12818" y="12477"/>
                    </a:cubicBezTo>
                    <a:cubicBezTo>
                      <a:pt x="12818" y="12500"/>
                      <a:pt x="12818" y="12522"/>
                      <a:pt x="12818" y="12545"/>
                    </a:cubicBezTo>
                    <a:cubicBezTo>
                      <a:pt x="12976" y="12545"/>
                      <a:pt x="13133" y="12545"/>
                      <a:pt x="13295" y="12545"/>
                    </a:cubicBezTo>
                    <a:cubicBezTo>
                      <a:pt x="13295" y="12523"/>
                      <a:pt x="13295" y="12500"/>
                      <a:pt x="13295" y="12477"/>
                    </a:cubicBezTo>
                    <a:cubicBezTo>
                      <a:pt x="13312" y="12472"/>
                      <a:pt x="13312" y="12472"/>
                      <a:pt x="13398" y="12443"/>
                    </a:cubicBezTo>
                    <a:cubicBezTo>
                      <a:pt x="13364" y="12432"/>
                      <a:pt x="13330" y="12421"/>
                      <a:pt x="13295" y="12409"/>
                    </a:cubicBezTo>
                    <a:cubicBezTo>
                      <a:pt x="13295" y="12387"/>
                      <a:pt x="13295" y="12364"/>
                      <a:pt x="13295" y="12341"/>
                    </a:cubicBezTo>
                    <a:cubicBezTo>
                      <a:pt x="13273" y="12341"/>
                      <a:pt x="13250" y="12341"/>
                      <a:pt x="13227" y="12341"/>
                    </a:cubicBezTo>
                    <a:cubicBezTo>
                      <a:pt x="13227" y="12363"/>
                      <a:pt x="13227" y="12386"/>
                      <a:pt x="13227" y="12409"/>
                    </a:cubicBezTo>
                    <a:cubicBezTo>
                      <a:pt x="13182" y="12409"/>
                      <a:pt x="13137" y="12409"/>
                      <a:pt x="13091" y="12409"/>
                    </a:cubicBezTo>
                    <a:cubicBezTo>
                      <a:pt x="13091" y="12364"/>
                      <a:pt x="13091" y="12319"/>
                      <a:pt x="13091" y="12273"/>
                    </a:cubicBezTo>
                    <a:cubicBezTo>
                      <a:pt x="13113" y="12273"/>
                      <a:pt x="13136" y="12273"/>
                      <a:pt x="13159" y="12273"/>
                    </a:cubicBezTo>
                    <a:cubicBezTo>
                      <a:pt x="13159" y="12093"/>
                      <a:pt x="13159" y="11913"/>
                      <a:pt x="13159" y="11727"/>
                    </a:cubicBezTo>
                    <a:cubicBezTo>
                      <a:pt x="13137" y="11727"/>
                      <a:pt x="13114" y="11727"/>
                      <a:pt x="13091" y="11727"/>
                    </a:cubicBezTo>
                    <a:cubicBezTo>
                      <a:pt x="13091" y="11660"/>
                      <a:pt x="13091" y="11592"/>
                      <a:pt x="13091" y="11523"/>
                    </a:cubicBezTo>
                    <a:cubicBezTo>
                      <a:pt x="13046" y="11523"/>
                      <a:pt x="13001" y="11523"/>
                      <a:pt x="12955" y="11523"/>
                    </a:cubicBezTo>
                    <a:cubicBezTo>
                      <a:pt x="12955" y="11703"/>
                      <a:pt x="12955" y="11883"/>
                      <a:pt x="12955" y="12068"/>
                    </a:cubicBezTo>
                    <a:cubicBezTo>
                      <a:pt x="12932" y="12068"/>
                      <a:pt x="12910" y="12068"/>
                      <a:pt x="12886" y="12068"/>
                    </a:cubicBezTo>
                    <a:cubicBezTo>
                      <a:pt x="12886" y="12091"/>
                      <a:pt x="12886" y="12113"/>
                      <a:pt x="12886" y="12136"/>
                    </a:cubicBezTo>
                    <a:cubicBezTo>
                      <a:pt x="12751" y="12136"/>
                      <a:pt x="12616" y="12136"/>
                      <a:pt x="12477" y="12136"/>
                    </a:cubicBezTo>
                    <a:cubicBezTo>
                      <a:pt x="12477" y="12159"/>
                      <a:pt x="12477" y="12181"/>
                      <a:pt x="12477" y="12205"/>
                    </a:cubicBezTo>
                    <a:cubicBezTo>
                      <a:pt x="12432" y="12205"/>
                      <a:pt x="12387" y="12205"/>
                      <a:pt x="12341" y="12205"/>
                    </a:cubicBezTo>
                    <a:cubicBezTo>
                      <a:pt x="12341" y="12227"/>
                      <a:pt x="12341" y="12250"/>
                      <a:pt x="12341" y="12273"/>
                    </a:cubicBezTo>
                    <a:cubicBezTo>
                      <a:pt x="12228" y="12273"/>
                      <a:pt x="12116" y="12273"/>
                      <a:pt x="12000" y="12273"/>
                    </a:cubicBezTo>
                    <a:cubicBezTo>
                      <a:pt x="12000" y="12250"/>
                      <a:pt x="12000" y="12228"/>
                      <a:pt x="12000" y="12205"/>
                    </a:cubicBezTo>
                    <a:cubicBezTo>
                      <a:pt x="11955" y="12205"/>
                      <a:pt x="11910" y="12205"/>
                      <a:pt x="11864" y="12205"/>
                    </a:cubicBezTo>
                    <a:cubicBezTo>
                      <a:pt x="11864" y="12182"/>
                      <a:pt x="11864" y="12160"/>
                      <a:pt x="11864" y="12136"/>
                    </a:cubicBezTo>
                    <a:cubicBezTo>
                      <a:pt x="11594" y="12136"/>
                      <a:pt x="11324" y="12136"/>
                      <a:pt x="11045" y="12136"/>
                    </a:cubicBezTo>
                    <a:cubicBezTo>
                      <a:pt x="11045" y="12114"/>
                      <a:pt x="11045" y="12091"/>
                      <a:pt x="11045" y="12068"/>
                    </a:cubicBezTo>
                    <a:cubicBezTo>
                      <a:pt x="11023" y="12068"/>
                      <a:pt x="11000" y="12068"/>
                      <a:pt x="10977" y="12068"/>
                    </a:cubicBezTo>
                    <a:cubicBezTo>
                      <a:pt x="10977" y="11978"/>
                      <a:pt x="10977" y="11888"/>
                      <a:pt x="10977" y="11795"/>
                    </a:cubicBezTo>
                    <a:cubicBezTo>
                      <a:pt x="11000" y="11795"/>
                      <a:pt x="11022" y="11795"/>
                      <a:pt x="11045" y="11795"/>
                    </a:cubicBezTo>
                    <a:cubicBezTo>
                      <a:pt x="11045" y="11773"/>
                      <a:pt x="11045" y="11750"/>
                      <a:pt x="11045" y="11727"/>
                    </a:cubicBezTo>
                    <a:cubicBezTo>
                      <a:pt x="11068" y="11727"/>
                      <a:pt x="11090" y="11727"/>
                      <a:pt x="11114" y="11727"/>
                    </a:cubicBezTo>
                    <a:cubicBezTo>
                      <a:pt x="11114" y="11705"/>
                      <a:pt x="11114" y="11682"/>
                      <a:pt x="11114" y="11659"/>
                    </a:cubicBezTo>
                    <a:cubicBezTo>
                      <a:pt x="11136" y="11659"/>
                      <a:pt x="11159" y="11659"/>
                      <a:pt x="11182" y="11659"/>
                    </a:cubicBezTo>
                    <a:cubicBezTo>
                      <a:pt x="11182" y="11479"/>
                      <a:pt x="11182" y="11299"/>
                      <a:pt x="11182" y="11114"/>
                    </a:cubicBezTo>
                    <a:cubicBezTo>
                      <a:pt x="11159" y="11114"/>
                      <a:pt x="11137" y="11114"/>
                      <a:pt x="11114" y="11114"/>
                    </a:cubicBezTo>
                    <a:cubicBezTo>
                      <a:pt x="11114" y="11046"/>
                      <a:pt x="11114" y="10979"/>
                      <a:pt x="11114" y="10909"/>
                    </a:cubicBezTo>
                    <a:cubicBezTo>
                      <a:pt x="11136" y="10909"/>
                      <a:pt x="11159" y="10909"/>
                      <a:pt x="11182" y="10909"/>
                    </a:cubicBezTo>
                    <a:cubicBezTo>
                      <a:pt x="11182" y="10797"/>
                      <a:pt x="11182" y="10684"/>
                      <a:pt x="11182" y="10568"/>
                    </a:cubicBezTo>
                    <a:cubicBezTo>
                      <a:pt x="11204" y="10568"/>
                      <a:pt x="11227" y="10568"/>
                      <a:pt x="11250" y="10568"/>
                    </a:cubicBezTo>
                    <a:cubicBezTo>
                      <a:pt x="11250" y="10546"/>
                      <a:pt x="11250" y="10523"/>
                      <a:pt x="11250" y="10500"/>
                    </a:cubicBezTo>
                    <a:cubicBezTo>
                      <a:pt x="11588" y="10500"/>
                      <a:pt x="11925" y="10500"/>
                      <a:pt x="12273" y="10500"/>
                    </a:cubicBezTo>
                    <a:cubicBezTo>
                      <a:pt x="12273" y="10477"/>
                      <a:pt x="12273" y="10455"/>
                      <a:pt x="12273" y="10432"/>
                    </a:cubicBezTo>
                    <a:cubicBezTo>
                      <a:pt x="12295" y="10432"/>
                      <a:pt x="12318" y="10432"/>
                      <a:pt x="12341" y="10432"/>
                    </a:cubicBezTo>
                    <a:cubicBezTo>
                      <a:pt x="12341" y="10409"/>
                      <a:pt x="12341" y="10387"/>
                      <a:pt x="12341" y="10364"/>
                    </a:cubicBezTo>
                    <a:cubicBezTo>
                      <a:pt x="12521" y="10364"/>
                      <a:pt x="12701" y="10364"/>
                      <a:pt x="12886" y="10364"/>
                    </a:cubicBezTo>
                    <a:cubicBezTo>
                      <a:pt x="12886" y="10386"/>
                      <a:pt x="12886" y="10409"/>
                      <a:pt x="12886" y="10432"/>
                    </a:cubicBezTo>
                    <a:cubicBezTo>
                      <a:pt x="12954" y="10432"/>
                      <a:pt x="13021" y="10432"/>
                      <a:pt x="13091" y="10432"/>
                    </a:cubicBezTo>
                    <a:cubicBezTo>
                      <a:pt x="13091" y="10364"/>
                      <a:pt x="13091" y="10297"/>
                      <a:pt x="13091" y="10227"/>
                    </a:cubicBezTo>
                    <a:cubicBezTo>
                      <a:pt x="12843" y="10227"/>
                      <a:pt x="12596" y="10227"/>
                      <a:pt x="12341" y="10227"/>
                    </a:cubicBezTo>
                    <a:cubicBezTo>
                      <a:pt x="12341" y="10205"/>
                      <a:pt x="12341" y="10182"/>
                      <a:pt x="12341" y="10159"/>
                    </a:cubicBezTo>
                    <a:cubicBezTo>
                      <a:pt x="12026" y="10159"/>
                      <a:pt x="11711" y="10159"/>
                      <a:pt x="11386" y="10159"/>
                    </a:cubicBezTo>
                    <a:cubicBezTo>
                      <a:pt x="11386" y="10182"/>
                      <a:pt x="11386" y="10204"/>
                      <a:pt x="11386" y="10227"/>
                    </a:cubicBezTo>
                    <a:cubicBezTo>
                      <a:pt x="11341" y="10227"/>
                      <a:pt x="11296" y="10227"/>
                      <a:pt x="11250" y="10227"/>
                    </a:cubicBezTo>
                    <a:cubicBezTo>
                      <a:pt x="11250" y="10205"/>
                      <a:pt x="11250" y="10182"/>
                      <a:pt x="11250" y="10159"/>
                    </a:cubicBezTo>
                    <a:cubicBezTo>
                      <a:pt x="11228" y="10159"/>
                      <a:pt x="11205" y="10159"/>
                      <a:pt x="11182" y="10159"/>
                    </a:cubicBezTo>
                    <a:cubicBezTo>
                      <a:pt x="11182" y="10137"/>
                      <a:pt x="11182" y="10114"/>
                      <a:pt x="11182" y="10091"/>
                    </a:cubicBezTo>
                    <a:cubicBezTo>
                      <a:pt x="11159" y="10091"/>
                      <a:pt x="11137" y="10091"/>
                      <a:pt x="11114" y="10091"/>
                    </a:cubicBezTo>
                    <a:cubicBezTo>
                      <a:pt x="11114" y="10068"/>
                      <a:pt x="11114" y="10046"/>
                      <a:pt x="11114" y="10023"/>
                    </a:cubicBezTo>
                    <a:cubicBezTo>
                      <a:pt x="11069" y="10023"/>
                      <a:pt x="11024" y="10023"/>
                      <a:pt x="10977" y="10023"/>
                    </a:cubicBezTo>
                    <a:close/>
                  </a:path>
                </a:pathLst>
              </a:custGeom>
              <a:solidFill>
                <a:srgbClr val="ACB5E9"/>
              </a:solidFill>
              <a:ln w="433" cap="flat">
                <a:noFill/>
              </a:ln>
            </p:spPr>
          </p:sp>
          <p:sp>
            <p:nvSpPr>
              <p:cNvPr id="1945" name="ICON_C_FEATURES_HEADER_path_002"/>
              <p:cNvSpPr/>
              <p:nvPr/>
            </p:nvSpPr>
            <p:spPr>
              <a:xfrm>
                <a:off x="7798637" y="7054056"/>
                <a:ext cx="181292" cy="170775"/>
              </a:xfrm>
              <a:custGeom>
                <a:avLst/>
                <a:gdLst/>
                <a:ahLst/>
                <a:cxnLst/>
                <a:rect l="0" t="0" r="r" b="b"/>
                <a:pathLst>
                  <a:path w="14275" h="13447" fill="norm" stroke="0">
                    <a:moveTo>
                      <a:pt x="366" y="0"/>
                    </a:moveTo>
                    <a:cubicBezTo>
                      <a:pt x="4843" y="0"/>
                      <a:pt x="9321" y="0"/>
                      <a:pt x="13934" y="0"/>
                    </a:cubicBezTo>
                    <a:cubicBezTo>
                      <a:pt x="13934" y="23"/>
                      <a:pt x="13934" y="45"/>
                      <a:pt x="13934" y="68"/>
                    </a:cubicBezTo>
                    <a:cubicBezTo>
                      <a:pt x="13942" y="67"/>
                      <a:pt x="13951" y="65"/>
                      <a:pt x="13959" y="63"/>
                    </a:cubicBezTo>
                    <a:cubicBezTo>
                      <a:pt x="14020" y="57"/>
                      <a:pt x="14057" y="60"/>
                      <a:pt x="14110" y="94"/>
                    </a:cubicBezTo>
                    <a:cubicBezTo>
                      <a:pt x="14201" y="177"/>
                      <a:pt x="14201" y="177"/>
                      <a:pt x="14215" y="244"/>
                    </a:cubicBezTo>
                    <a:cubicBezTo>
                      <a:pt x="14215" y="277"/>
                      <a:pt x="14213" y="308"/>
                      <a:pt x="14207" y="341"/>
                    </a:cubicBezTo>
                    <a:cubicBezTo>
                      <a:pt x="14229" y="341"/>
                      <a:pt x="14252" y="341"/>
                      <a:pt x="14275" y="341"/>
                    </a:cubicBezTo>
                    <a:cubicBezTo>
                      <a:pt x="14275" y="4571"/>
                      <a:pt x="14275" y="8801"/>
                      <a:pt x="14275" y="13159"/>
                    </a:cubicBezTo>
                    <a:cubicBezTo>
                      <a:pt x="14252" y="13159"/>
                      <a:pt x="14230" y="13159"/>
                      <a:pt x="14207" y="13159"/>
                    </a:cubicBezTo>
                    <a:cubicBezTo>
                      <a:pt x="14208" y="13169"/>
                      <a:pt x="14209" y="13179"/>
                      <a:pt x="14211" y="13189"/>
                    </a:cubicBezTo>
                    <a:cubicBezTo>
                      <a:pt x="14205" y="13241"/>
                      <a:pt x="14179" y="13265"/>
                      <a:pt x="14143" y="13300"/>
                    </a:cubicBezTo>
                    <a:cubicBezTo>
                      <a:pt x="14140" y="13303"/>
                      <a:pt x="14140" y="13303"/>
                      <a:pt x="14125" y="13318"/>
                    </a:cubicBezTo>
                    <a:cubicBezTo>
                      <a:pt x="14094" y="13349"/>
                      <a:pt x="14076" y="13363"/>
                      <a:pt x="14032" y="13368"/>
                    </a:cubicBezTo>
                    <a:cubicBezTo>
                      <a:pt x="14022" y="13366"/>
                      <a:pt x="14012" y="13365"/>
                      <a:pt x="14002" y="13364"/>
                    </a:cubicBezTo>
                    <a:cubicBezTo>
                      <a:pt x="14002" y="13386"/>
                      <a:pt x="14002" y="13409"/>
                      <a:pt x="14002" y="13432"/>
                    </a:cubicBezTo>
                    <a:cubicBezTo>
                      <a:pt x="11811" y="13435"/>
                      <a:pt x="11811" y="13435"/>
                      <a:pt x="10085" y="13436"/>
                    </a:cubicBezTo>
                    <a:cubicBezTo>
                      <a:pt x="10066" y="13436"/>
                      <a:pt x="10046" y="13436"/>
                      <a:pt x="10027" y="13436"/>
                    </a:cubicBezTo>
                    <a:cubicBezTo>
                      <a:pt x="9618" y="13436"/>
                      <a:pt x="9208" y="13437"/>
                      <a:pt x="8799" y="13437"/>
                    </a:cubicBezTo>
                    <a:cubicBezTo>
                      <a:pt x="8593" y="13437"/>
                      <a:pt x="8387" y="13437"/>
                      <a:pt x="8182" y="13437"/>
                    </a:cubicBezTo>
                    <a:cubicBezTo>
                      <a:pt x="8151" y="13437"/>
                      <a:pt x="8120" y="13437"/>
                      <a:pt x="8089" y="13437"/>
                    </a:cubicBezTo>
                    <a:cubicBezTo>
                      <a:pt x="7611" y="13438"/>
                      <a:pt x="7133" y="13438"/>
                      <a:pt x="6655" y="13439"/>
                    </a:cubicBezTo>
                    <a:cubicBezTo>
                      <a:pt x="6650" y="13439"/>
                      <a:pt x="6650" y="13439"/>
                      <a:pt x="6624" y="13439"/>
                    </a:cubicBezTo>
                    <a:cubicBezTo>
                      <a:pt x="6458" y="13439"/>
                      <a:pt x="6293" y="13439"/>
                      <a:pt x="6127" y="13440"/>
                    </a:cubicBezTo>
                    <a:cubicBezTo>
                      <a:pt x="5650" y="13440"/>
                      <a:pt x="5173" y="13441"/>
                      <a:pt x="4696" y="13441"/>
                    </a:cubicBezTo>
                    <a:cubicBezTo>
                      <a:pt x="4691" y="13441"/>
                      <a:pt x="4691" y="13441"/>
                      <a:pt x="4666" y="13441"/>
                    </a:cubicBezTo>
                    <a:cubicBezTo>
                      <a:pt x="4451" y="13441"/>
                      <a:pt x="4235" y="13441"/>
                      <a:pt x="4020" y="13441"/>
                    </a:cubicBezTo>
                    <a:cubicBezTo>
                      <a:pt x="3933" y="13441"/>
                      <a:pt x="3847" y="13442"/>
                      <a:pt x="3760" y="13442"/>
                    </a:cubicBezTo>
                    <a:cubicBezTo>
                      <a:pt x="3755" y="13442"/>
                      <a:pt x="3755" y="13442"/>
                      <a:pt x="3731" y="13442"/>
                    </a:cubicBezTo>
                    <a:cubicBezTo>
                      <a:pt x="3426" y="13442"/>
                      <a:pt x="3120" y="13442"/>
                      <a:pt x="2815" y="13443"/>
                    </a:cubicBezTo>
                    <a:cubicBezTo>
                      <a:pt x="2507" y="13443"/>
                      <a:pt x="2199" y="13444"/>
                      <a:pt x="1891" y="13443"/>
                    </a:cubicBezTo>
                    <a:cubicBezTo>
                      <a:pt x="1700" y="13443"/>
                      <a:pt x="1509" y="13444"/>
                      <a:pt x="1318" y="13444"/>
                    </a:cubicBezTo>
                    <a:cubicBezTo>
                      <a:pt x="1196" y="13445"/>
                      <a:pt x="1074" y="13445"/>
                      <a:pt x="953" y="13444"/>
                    </a:cubicBezTo>
                    <a:cubicBezTo>
                      <a:pt x="883" y="13444"/>
                      <a:pt x="814" y="13444"/>
                      <a:pt x="744" y="13445"/>
                    </a:cubicBezTo>
                    <a:cubicBezTo>
                      <a:pt x="681" y="13445"/>
                      <a:pt x="618" y="13445"/>
                      <a:pt x="555" y="13444"/>
                    </a:cubicBezTo>
                    <a:cubicBezTo>
                      <a:pt x="532" y="13444"/>
                      <a:pt x="509" y="13445"/>
                      <a:pt x="486" y="13445"/>
                    </a:cubicBezTo>
                    <a:cubicBezTo>
                      <a:pt x="316" y="13447"/>
                      <a:pt x="316" y="13447"/>
                      <a:pt x="270" y="13409"/>
                    </a:cubicBezTo>
                    <a:cubicBezTo>
                      <a:pt x="252" y="13381"/>
                      <a:pt x="252" y="13381"/>
                      <a:pt x="240" y="13353"/>
                    </a:cubicBezTo>
                    <a:cubicBezTo>
                      <a:pt x="230" y="13330"/>
                      <a:pt x="230" y="13330"/>
                      <a:pt x="193" y="13312"/>
                    </a:cubicBezTo>
                    <a:cubicBezTo>
                      <a:pt x="181" y="13310"/>
                      <a:pt x="169" y="13308"/>
                      <a:pt x="157" y="13306"/>
                    </a:cubicBezTo>
                    <a:cubicBezTo>
                      <a:pt x="136" y="13303"/>
                      <a:pt x="115" y="13299"/>
                      <a:pt x="93" y="13295"/>
                    </a:cubicBezTo>
                    <a:cubicBezTo>
                      <a:pt x="93" y="13250"/>
                      <a:pt x="93" y="13205"/>
                      <a:pt x="93" y="13159"/>
                    </a:cubicBezTo>
                    <a:cubicBezTo>
                      <a:pt x="71" y="13159"/>
                      <a:pt x="48" y="13159"/>
                      <a:pt x="25" y="13159"/>
                    </a:cubicBezTo>
                    <a:cubicBezTo>
                      <a:pt x="22" y="12042"/>
                      <a:pt x="20" y="10924"/>
                      <a:pt x="18" y="9479"/>
                    </a:cubicBezTo>
                    <a:cubicBezTo>
                      <a:pt x="18" y="9461"/>
                      <a:pt x="18" y="9443"/>
                      <a:pt x="18" y="9424"/>
                    </a:cubicBezTo>
                    <a:cubicBezTo>
                      <a:pt x="17" y="9039"/>
                      <a:pt x="17" y="8655"/>
                      <a:pt x="16" y="8270"/>
                    </a:cubicBezTo>
                    <a:cubicBezTo>
                      <a:pt x="16" y="8077"/>
                      <a:pt x="16" y="7883"/>
                      <a:pt x="16" y="7690"/>
                    </a:cubicBezTo>
                    <a:cubicBezTo>
                      <a:pt x="16" y="7661"/>
                      <a:pt x="16" y="7632"/>
                      <a:pt x="16" y="7603"/>
                    </a:cubicBezTo>
                    <a:cubicBezTo>
                      <a:pt x="15" y="7154"/>
                      <a:pt x="14" y="6705"/>
                      <a:pt x="13" y="6256"/>
                    </a:cubicBezTo>
                    <a:cubicBezTo>
                      <a:pt x="13" y="6246"/>
                      <a:pt x="13" y="6236"/>
                      <a:pt x="13" y="6226"/>
                    </a:cubicBezTo>
                    <a:cubicBezTo>
                      <a:pt x="13" y="6071"/>
                      <a:pt x="12" y="5915"/>
                      <a:pt x="12" y="5760"/>
                    </a:cubicBezTo>
                    <a:cubicBezTo>
                      <a:pt x="11" y="5311"/>
                      <a:pt x="10" y="4863"/>
                      <a:pt x="9" y="4415"/>
                    </a:cubicBezTo>
                    <a:cubicBezTo>
                      <a:pt x="9" y="4405"/>
                      <a:pt x="9" y="4396"/>
                      <a:pt x="9" y="4387"/>
                    </a:cubicBezTo>
                    <a:cubicBezTo>
                      <a:pt x="9" y="4184"/>
                      <a:pt x="9" y="3982"/>
                      <a:pt x="9" y="3780"/>
                    </a:cubicBezTo>
                    <a:cubicBezTo>
                      <a:pt x="9" y="3698"/>
                      <a:pt x="9" y="3617"/>
                      <a:pt x="9" y="3535"/>
                    </a:cubicBezTo>
                    <a:cubicBezTo>
                      <a:pt x="9" y="3526"/>
                      <a:pt x="9" y="3518"/>
                      <a:pt x="9" y="3508"/>
                    </a:cubicBezTo>
                    <a:cubicBezTo>
                      <a:pt x="9" y="3221"/>
                      <a:pt x="8" y="2934"/>
                      <a:pt x="7" y="2647"/>
                    </a:cubicBezTo>
                    <a:cubicBezTo>
                      <a:pt x="6" y="2350"/>
                      <a:pt x="5" y="2052"/>
                      <a:pt x="6" y="1755"/>
                    </a:cubicBezTo>
                    <a:cubicBezTo>
                      <a:pt x="6" y="1584"/>
                      <a:pt x="5" y="1412"/>
                      <a:pt x="4" y="1241"/>
                    </a:cubicBezTo>
                    <a:cubicBezTo>
                      <a:pt x="4" y="1126"/>
                      <a:pt x="4" y="1012"/>
                      <a:pt x="4" y="897"/>
                    </a:cubicBezTo>
                    <a:cubicBezTo>
                      <a:pt x="4" y="832"/>
                      <a:pt x="4" y="767"/>
                      <a:pt x="4" y="702"/>
                    </a:cubicBezTo>
                    <a:cubicBezTo>
                      <a:pt x="3" y="642"/>
                      <a:pt x="3" y="583"/>
                      <a:pt x="4" y="523"/>
                    </a:cubicBezTo>
                    <a:cubicBezTo>
                      <a:pt x="4" y="502"/>
                      <a:pt x="4" y="481"/>
                      <a:pt x="3" y="459"/>
                    </a:cubicBezTo>
                    <a:cubicBezTo>
                      <a:pt x="0" y="304"/>
                      <a:pt x="0" y="304"/>
                      <a:pt x="42" y="251"/>
                    </a:cubicBezTo>
                    <a:cubicBezTo>
                      <a:pt x="77" y="218"/>
                      <a:pt x="115" y="191"/>
                      <a:pt x="156" y="165"/>
                    </a:cubicBezTo>
                    <a:cubicBezTo>
                      <a:pt x="197" y="135"/>
                      <a:pt x="209" y="114"/>
                      <a:pt x="230" y="68"/>
                    </a:cubicBezTo>
                    <a:cubicBezTo>
                      <a:pt x="263" y="62"/>
                      <a:pt x="263" y="62"/>
                      <a:pt x="300" y="64"/>
                    </a:cubicBezTo>
                    <a:cubicBezTo>
                      <a:pt x="306" y="64"/>
                      <a:pt x="306" y="64"/>
                      <a:pt x="337" y="66"/>
                    </a:cubicBezTo>
                    <a:cubicBezTo>
                      <a:pt x="347" y="67"/>
                      <a:pt x="356" y="67"/>
                      <a:pt x="366" y="68"/>
                    </a:cubicBezTo>
                    <a:cubicBezTo>
                      <a:pt x="366" y="46"/>
                      <a:pt x="366" y="23"/>
                      <a:pt x="366" y="0"/>
                    </a:cubicBezTo>
                    <a:close/>
                    <a:moveTo>
                      <a:pt x="502" y="409"/>
                    </a:moveTo>
                    <a:cubicBezTo>
                      <a:pt x="502" y="432"/>
                      <a:pt x="502" y="454"/>
                      <a:pt x="502" y="477"/>
                    </a:cubicBezTo>
                    <a:cubicBezTo>
                      <a:pt x="480" y="477"/>
                      <a:pt x="457" y="477"/>
                      <a:pt x="434" y="477"/>
                    </a:cubicBezTo>
                    <a:cubicBezTo>
                      <a:pt x="434" y="4595"/>
                      <a:pt x="434" y="8712"/>
                      <a:pt x="434" y="12955"/>
                    </a:cubicBezTo>
                    <a:cubicBezTo>
                      <a:pt x="457" y="12955"/>
                      <a:pt x="479" y="12955"/>
                      <a:pt x="502" y="12955"/>
                    </a:cubicBezTo>
                    <a:cubicBezTo>
                      <a:pt x="502" y="12977"/>
                      <a:pt x="502" y="13000"/>
                      <a:pt x="502" y="13023"/>
                    </a:cubicBezTo>
                    <a:cubicBezTo>
                      <a:pt x="4890" y="13023"/>
                      <a:pt x="9277" y="13023"/>
                      <a:pt x="13798" y="13023"/>
                    </a:cubicBezTo>
                    <a:cubicBezTo>
                      <a:pt x="13798" y="13000"/>
                      <a:pt x="13798" y="12978"/>
                      <a:pt x="13798" y="12955"/>
                    </a:cubicBezTo>
                    <a:cubicBezTo>
                      <a:pt x="13820" y="12955"/>
                      <a:pt x="13843" y="12955"/>
                      <a:pt x="13866" y="12955"/>
                    </a:cubicBezTo>
                    <a:cubicBezTo>
                      <a:pt x="13866" y="8837"/>
                      <a:pt x="13866" y="4720"/>
                      <a:pt x="13866" y="477"/>
                    </a:cubicBezTo>
                    <a:cubicBezTo>
                      <a:pt x="13843" y="477"/>
                      <a:pt x="13821" y="477"/>
                      <a:pt x="13798" y="477"/>
                    </a:cubicBezTo>
                    <a:cubicBezTo>
                      <a:pt x="13798" y="455"/>
                      <a:pt x="13798" y="432"/>
                      <a:pt x="13798" y="409"/>
                    </a:cubicBezTo>
                    <a:cubicBezTo>
                      <a:pt x="9410" y="409"/>
                      <a:pt x="5023" y="409"/>
                      <a:pt x="502" y="409"/>
                    </a:cubicBezTo>
                    <a:close/>
                  </a:path>
                </a:pathLst>
              </a:custGeom>
              <a:solidFill>
                <a:srgbClr val="251047"/>
              </a:solidFill>
              <a:ln w="433" cap="flat">
                <a:noFill/>
              </a:ln>
            </p:spPr>
          </p:sp>
          <p:sp>
            <p:nvSpPr>
              <p:cNvPr id="1946" name="ICON_C_FEATURES_HEADER_path_003"/>
              <p:cNvSpPr/>
              <p:nvPr/>
            </p:nvSpPr>
            <p:spPr>
              <a:xfrm>
                <a:off x="7805016" y="7060118"/>
                <a:ext cx="166255" cy="40698"/>
              </a:xfrm>
              <a:custGeom>
                <a:avLst/>
                <a:gdLst/>
                <a:ahLst/>
                <a:cxnLst/>
                <a:rect l="0" t="0" r="r" b="b"/>
                <a:pathLst>
                  <a:path w="13091" h="3205" fill="norm" stroke="0">
                    <a:moveTo>
                      <a:pt x="68" y="0"/>
                    </a:moveTo>
                    <a:cubicBezTo>
                      <a:pt x="563" y="0"/>
                      <a:pt x="1058" y="0"/>
                      <a:pt x="1568" y="0"/>
                    </a:cubicBezTo>
                    <a:cubicBezTo>
                      <a:pt x="1568" y="23"/>
                      <a:pt x="1568" y="45"/>
                      <a:pt x="1568" y="68"/>
                    </a:cubicBezTo>
                    <a:cubicBezTo>
                      <a:pt x="1613" y="68"/>
                      <a:pt x="1658" y="68"/>
                      <a:pt x="1705" y="68"/>
                    </a:cubicBezTo>
                    <a:cubicBezTo>
                      <a:pt x="1705" y="91"/>
                      <a:pt x="1705" y="113"/>
                      <a:pt x="1705" y="136"/>
                    </a:cubicBezTo>
                    <a:cubicBezTo>
                      <a:pt x="1975" y="136"/>
                      <a:pt x="2245" y="136"/>
                      <a:pt x="2523" y="136"/>
                    </a:cubicBezTo>
                    <a:cubicBezTo>
                      <a:pt x="2523" y="114"/>
                      <a:pt x="2523" y="91"/>
                      <a:pt x="2523" y="68"/>
                    </a:cubicBezTo>
                    <a:cubicBezTo>
                      <a:pt x="2545" y="68"/>
                      <a:pt x="2568" y="68"/>
                      <a:pt x="2591" y="68"/>
                    </a:cubicBezTo>
                    <a:cubicBezTo>
                      <a:pt x="2591" y="46"/>
                      <a:pt x="2591" y="23"/>
                      <a:pt x="2591" y="0"/>
                    </a:cubicBezTo>
                    <a:cubicBezTo>
                      <a:pt x="2973" y="0"/>
                      <a:pt x="3356" y="0"/>
                      <a:pt x="3750" y="0"/>
                    </a:cubicBezTo>
                    <a:cubicBezTo>
                      <a:pt x="3750" y="23"/>
                      <a:pt x="3750" y="45"/>
                      <a:pt x="3750" y="68"/>
                    </a:cubicBezTo>
                    <a:cubicBezTo>
                      <a:pt x="3795" y="68"/>
                      <a:pt x="3840" y="68"/>
                      <a:pt x="3886" y="68"/>
                    </a:cubicBezTo>
                    <a:cubicBezTo>
                      <a:pt x="3886" y="91"/>
                      <a:pt x="3886" y="113"/>
                      <a:pt x="3886" y="136"/>
                    </a:cubicBezTo>
                    <a:cubicBezTo>
                      <a:pt x="4539" y="136"/>
                      <a:pt x="5191" y="136"/>
                      <a:pt x="5864" y="136"/>
                    </a:cubicBezTo>
                    <a:cubicBezTo>
                      <a:pt x="5864" y="114"/>
                      <a:pt x="5864" y="91"/>
                      <a:pt x="5864" y="68"/>
                    </a:cubicBezTo>
                    <a:cubicBezTo>
                      <a:pt x="5886" y="68"/>
                      <a:pt x="5909" y="68"/>
                      <a:pt x="5932" y="68"/>
                    </a:cubicBezTo>
                    <a:cubicBezTo>
                      <a:pt x="5932" y="46"/>
                      <a:pt x="5932" y="23"/>
                      <a:pt x="5932" y="0"/>
                    </a:cubicBezTo>
                    <a:cubicBezTo>
                      <a:pt x="6787" y="0"/>
                      <a:pt x="7642" y="0"/>
                      <a:pt x="8523" y="0"/>
                    </a:cubicBezTo>
                    <a:cubicBezTo>
                      <a:pt x="8523" y="23"/>
                      <a:pt x="8523" y="45"/>
                      <a:pt x="8523" y="68"/>
                    </a:cubicBezTo>
                    <a:cubicBezTo>
                      <a:pt x="8568" y="68"/>
                      <a:pt x="8613" y="68"/>
                      <a:pt x="8659" y="68"/>
                    </a:cubicBezTo>
                    <a:cubicBezTo>
                      <a:pt x="8659" y="91"/>
                      <a:pt x="8659" y="113"/>
                      <a:pt x="8659" y="136"/>
                    </a:cubicBezTo>
                    <a:cubicBezTo>
                      <a:pt x="8839" y="136"/>
                      <a:pt x="9019" y="136"/>
                      <a:pt x="9205" y="136"/>
                    </a:cubicBezTo>
                    <a:cubicBezTo>
                      <a:pt x="9205" y="114"/>
                      <a:pt x="9205" y="91"/>
                      <a:pt x="9205" y="68"/>
                    </a:cubicBezTo>
                    <a:cubicBezTo>
                      <a:pt x="9250" y="68"/>
                      <a:pt x="9295" y="68"/>
                      <a:pt x="9341" y="68"/>
                    </a:cubicBezTo>
                    <a:cubicBezTo>
                      <a:pt x="9341" y="46"/>
                      <a:pt x="9341" y="23"/>
                      <a:pt x="9341" y="0"/>
                    </a:cubicBezTo>
                    <a:cubicBezTo>
                      <a:pt x="9611" y="0"/>
                      <a:pt x="9881" y="0"/>
                      <a:pt x="10159" y="0"/>
                    </a:cubicBezTo>
                    <a:cubicBezTo>
                      <a:pt x="10159" y="23"/>
                      <a:pt x="10159" y="45"/>
                      <a:pt x="10159" y="68"/>
                    </a:cubicBezTo>
                    <a:cubicBezTo>
                      <a:pt x="10204" y="68"/>
                      <a:pt x="10249" y="68"/>
                      <a:pt x="10295" y="68"/>
                    </a:cubicBezTo>
                    <a:cubicBezTo>
                      <a:pt x="10295" y="91"/>
                      <a:pt x="10295" y="113"/>
                      <a:pt x="10295" y="136"/>
                    </a:cubicBezTo>
                    <a:cubicBezTo>
                      <a:pt x="10610" y="136"/>
                      <a:pt x="10925" y="136"/>
                      <a:pt x="11250" y="136"/>
                    </a:cubicBezTo>
                    <a:cubicBezTo>
                      <a:pt x="11250" y="114"/>
                      <a:pt x="11250" y="91"/>
                      <a:pt x="11250" y="68"/>
                    </a:cubicBezTo>
                    <a:cubicBezTo>
                      <a:pt x="11295" y="68"/>
                      <a:pt x="11340" y="68"/>
                      <a:pt x="11386" y="68"/>
                    </a:cubicBezTo>
                    <a:cubicBezTo>
                      <a:pt x="11386" y="46"/>
                      <a:pt x="11386" y="23"/>
                      <a:pt x="11386" y="0"/>
                    </a:cubicBezTo>
                    <a:cubicBezTo>
                      <a:pt x="11926" y="0"/>
                      <a:pt x="12466" y="0"/>
                      <a:pt x="13023" y="0"/>
                    </a:cubicBezTo>
                    <a:cubicBezTo>
                      <a:pt x="13023" y="23"/>
                      <a:pt x="13023" y="45"/>
                      <a:pt x="13023" y="68"/>
                    </a:cubicBezTo>
                    <a:cubicBezTo>
                      <a:pt x="13045" y="68"/>
                      <a:pt x="13068" y="68"/>
                      <a:pt x="13091" y="68"/>
                    </a:cubicBezTo>
                    <a:cubicBezTo>
                      <a:pt x="13091" y="91"/>
                      <a:pt x="13091" y="113"/>
                      <a:pt x="13091" y="136"/>
                    </a:cubicBezTo>
                    <a:cubicBezTo>
                      <a:pt x="13068" y="136"/>
                      <a:pt x="13046" y="136"/>
                      <a:pt x="13023" y="136"/>
                    </a:cubicBezTo>
                    <a:cubicBezTo>
                      <a:pt x="13023" y="226"/>
                      <a:pt x="13023" y="316"/>
                      <a:pt x="13023" y="409"/>
                    </a:cubicBezTo>
                    <a:cubicBezTo>
                      <a:pt x="13000" y="409"/>
                      <a:pt x="12978" y="409"/>
                      <a:pt x="12955" y="409"/>
                    </a:cubicBezTo>
                    <a:cubicBezTo>
                      <a:pt x="12955" y="432"/>
                      <a:pt x="12955" y="454"/>
                      <a:pt x="12955" y="477"/>
                    </a:cubicBezTo>
                    <a:cubicBezTo>
                      <a:pt x="12370" y="477"/>
                      <a:pt x="11785" y="477"/>
                      <a:pt x="11182" y="477"/>
                    </a:cubicBezTo>
                    <a:cubicBezTo>
                      <a:pt x="11182" y="500"/>
                      <a:pt x="11182" y="522"/>
                      <a:pt x="11182" y="545"/>
                    </a:cubicBezTo>
                    <a:cubicBezTo>
                      <a:pt x="11159" y="545"/>
                      <a:pt x="11137" y="545"/>
                      <a:pt x="11114" y="545"/>
                    </a:cubicBezTo>
                    <a:cubicBezTo>
                      <a:pt x="11114" y="950"/>
                      <a:pt x="11114" y="1355"/>
                      <a:pt x="11114" y="1773"/>
                    </a:cubicBezTo>
                    <a:cubicBezTo>
                      <a:pt x="11091" y="1773"/>
                      <a:pt x="11069" y="1773"/>
                      <a:pt x="11045" y="1773"/>
                    </a:cubicBezTo>
                    <a:cubicBezTo>
                      <a:pt x="11045" y="1818"/>
                      <a:pt x="11045" y="1863"/>
                      <a:pt x="11045" y="1909"/>
                    </a:cubicBezTo>
                    <a:cubicBezTo>
                      <a:pt x="11068" y="1909"/>
                      <a:pt x="11090" y="1909"/>
                      <a:pt x="11114" y="1909"/>
                    </a:cubicBezTo>
                    <a:cubicBezTo>
                      <a:pt x="11114" y="1954"/>
                      <a:pt x="11114" y="1999"/>
                      <a:pt x="11114" y="2045"/>
                    </a:cubicBezTo>
                    <a:cubicBezTo>
                      <a:pt x="11136" y="2045"/>
                      <a:pt x="11159" y="2045"/>
                      <a:pt x="11182" y="2045"/>
                    </a:cubicBezTo>
                    <a:cubicBezTo>
                      <a:pt x="11182" y="2068"/>
                      <a:pt x="11182" y="2090"/>
                      <a:pt x="11182" y="2114"/>
                    </a:cubicBezTo>
                    <a:cubicBezTo>
                      <a:pt x="11497" y="2114"/>
                      <a:pt x="11812" y="2114"/>
                      <a:pt x="12136" y="2114"/>
                    </a:cubicBezTo>
                    <a:cubicBezTo>
                      <a:pt x="12136" y="2136"/>
                      <a:pt x="12136" y="2159"/>
                      <a:pt x="12136" y="2182"/>
                    </a:cubicBezTo>
                    <a:cubicBezTo>
                      <a:pt x="12204" y="2182"/>
                      <a:pt x="12271" y="2182"/>
                      <a:pt x="12341" y="2182"/>
                    </a:cubicBezTo>
                    <a:cubicBezTo>
                      <a:pt x="12341" y="2159"/>
                      <a:pt x="12341" y="2137"/>
                      <a:pt x="12341" y="2114"/>
                    </a:cubicBezTo>
                    <a:cubicBezTo>
                      <a:pt x="12498" y="2114"/>
                      <a:pt x="12656" y="2114"/>
                      <a:pt x="12818" y="2114"/>
                    </a:cubicBezTo>
                    <a:cubicBezTo>
                      <a:pt x="12818" y="2091"/>
                      <a:pt x="12818" y="2069"/>
                      <a:pt x="12818" y="2045"/>
                    </a:cubicBezTo>
                    <a:cubicBezTo>
                      <a:pt x="12841" y="2045"/>
                      <a:pt x="12863" y="2045"/>
                      <a:pt x="12886" y="2045"/>
                    </a:cubicBezTo>
                    <a:cubicBezTo>
                      <a:pt x="12886" y="1798"/>
                      <a:pt x="12886" y="1550"/>
                      <a:pt x="12886" y="1295"/>
                    </a:cubicBezTo>
                    <a:cubicBezTo>
                      <a:pt x="12931" y="1295"/>
                      <a:pt x="12976" y="1295"/>
                      <a:pt x="13023" y="1295"/>
                    </a:cubicBezTo>
                    <a:cubicBezTo>
                      <a:pt x="13023" y="1768"/>
                      <a:pt x="13023" y="2240"/>
                      <a:pt x="13023" y="2727"/>
                    </a:cubicBezTo>
                    <a:cubicBezTo>
                      <a:pt x="12978" y="2727"/>
                      <a:pt x="12933" y="2727"/>
                      <a:pt x="12886" y="2727"/>
                    </a:cubicBezTo>
                    <a:cubicBezTo>
                      <a:pt x="12886" y="2660"/>
                      <a:pt x="12886" y="2592"/>
                      <a:pt x="12886" y="2523"/>
                    </a:cubicBezTo>
                    <a:cubicBezTo>
                      <a:pt x="12864" y="2523"/>
                      <a:pt x="12841" y="2523"/>
                      <a:pt x="12818" y="2523"/>
                    </a:cubicBezTo>
                    <a:cubicBezTo>
                      <a:pt x="12818" y="2500"/>
                      <a:pt x="12818" y="2478"/>
                      <a:pt x="12818" y="2455"/>
                    </a:cubicBezTo>
                    <a:cubicBezTo>
                      <a:pt x="12616" y="2455"/>
                      <a:pt x="12413" y="2455"/>
                      <a:pt x="12205" y="2455"/>
                    </a:cubicBezTo>
                    <a:cubicBezTo>
                      <a:pt x="12205" y="2432"/>
                      <a:pt x="12205" y="2410"/>
                      <a:pt x="12205" y="2386"/>
                    </a:cubicBezTo>
                    <a:cubicBezTo>
                      <a:pt x="12182" y="2386"/>
                      <a:pt x="12160" y="2386"/>
                      <a:pt x="12136" y="2386"/>
                    </a:cubicBezTo>
                    <a:cubicBezTo>
                      <a:pt x="12136" y="2364"/>
                      <a:pt x="12136" y="2341"/>
                      <a:pt x="12136" y="2318"/>
                    </a:cubicBezTo>
                    <a:cubicBezTo>
                      <a:pt x="12069" y="2318"/>
                      <a:pt x="12001" y="2318"/>
                      <a:pt x="11932" y="2318"/>
                    </a:cubicBezTo>
                    <a:cubicBezTo>
                      <a:pt x="11932" y="2341"/>
                      <a:pt x="11932" y="2363"/>
                      <a:pt x="11932" y="2386"/>
                    </a:cubicBezTo>
                    <a:cubicBezTo>
                      <a:pt x="11909" y="2386"/>
                      <a:pt x="11887" y="2386"/>
                      <a:pt x="11864" y="2386"/>
                    </a:cubicBezTo>
                    <a:cubicBezTo>
                      <a:pt x="11864" y="2409"/>
                      <a:pt x="11864" y="2431"/>
                      <a:pt x="11864" y="2455"/>
                    </a:cubicBezTo>
                    <a:cubicBezTo>
                      <a:pt x="11639" y="2455"/>
                      <a:pt x="11414" y="2455"/>
                      <a:pt x="11182" y="2455"/>
                    </a:cubicBezTo>
                    <a:cubicBezTo>
                      <a:pt x="11182" y="2477"/>
                      <a:pt x="11182" y="2500"/>
                      <a:pt x="11182" y="2523"/>
                    </a:cubicBezTo>
                    <a:cubicBezTo>
                      <a:pt x="11159" y="2523"/>
                      <a:pt x="11137" y="2523"/>
                      <a:pt x="11114" y="2523"/>
                    </a:cubicBezTo>
                    <a:cubicBezTo>
                      <a:pt x="11114" y="2680"/>
                      <a:pt x="11114" y="2838"/>
                      <a:pt x="11114" y="3000"/>
                    </a:cubicBezTo>
                    <a:cubicBezTo>
                      <a:pt x="11091" y="3000"/>
                      <a:pt x="11069" y="3000"/>
                      <a:pt x="11045" y="3000"/>
                    </a:cubicBezTo>
                    <a:cubicBezTo>
                      <a:pt x="11045" y="3023"/>
                      <a:pt x="11045" y="3045"/>
                      <a:pt x="11045" y="3068"/>
                    </a:cubicBezTo>
                    <a:cubicBezTo>
                      <a:pt x="11023" y="3068"/>
                      <a:pt x="11000" y="3068"/>
                      <a:pt x="10977" y="3068"/>
                    </a:cubicBezTo>
                    <a:cubicBezTo>
                      <a:pt x="10977" y="3091"/>
                      <a:pt x="10977" y="3113"/>
                      <a:pt x="10977" y="3136"/>
                    </a:cubicBezTo>
                    <a:cubicBezTo>
                      <a:pt x="10955" y="3136"/>
                      <a:pt x="10932" y="3136"/>
                      <a:pt x="10909" y="3136"/>
                    </a:cubicBezTo>
                    <a:cubicBezTo>
                      <a:pt x="10909" y="3159"/>
                      <a:pt x="10909" y="3181"/>
                      <a:pt x="10909" y="3205"/>
                    </a:cubicBezTo>
                    <a:cubicBezTo>
                      <a:pt x="10864" y="3205"/>
                      <a:pt x="10819" y="3205"/>
                      <a:pt x="10773" y="3205"/>
                    </a:cubicBezTo>
                    <a:cubicBezTo>
                      <a:pt x="10773" y="2980"/>
                      <a:pt x="10773" y="2755"/>
                      <a:pt x="10773" y="2523"/>
                    </a:cubicBezTo>
                    <a:cubicBezTo>
                      <a:pt x="10750" y="2523"/>
                      <a:pt x="10728" y="2523"/>
                      <a:pt x="10705" y="2523"/>
                    </a:cubicBezTo>
                    <a:cubicBezTo>
                      <a:pt x="10705" y="2500"/>
                      <a:pt x="10705" y="2478"/>
                      <a:pt x="10705" y="2455"/>
                    </a:cubicBezTo>
                    <a:cubicBezTo>
                      <a:pt x="10637" y="2455"/>
                      <a:pt x="10570" y="2455"/>
                      <a:pt x="10500" y="2455"/>
                    </a:cubicBezTo>
                    <a:cubicBezTo>
                      <a:pt x="10500" y="2432"/>
                      <a:pt x="10500" y="2410"/>
                      <a:pt x="10500" y="2386"/>
                    </a:cubicBezTo>
                    <a:cubicBezTo>
                      <a:pt x="10320" y="2386"/>
                      <a:pt x="10140" y="2386"/>
                      <a:pt x="9955" y="2386"/>
                    </a:cubicBezTo>
                    <a:cubicBezTo>
                      <a:pt x="9955" y="2409"/>
                      <a:pt x="9955" y="2431"/>
                      <a:pt x="9955" y="2455"/>
                    </a:cubicBezTo>
                    <a:cubicBezTo>
                      <a:pt x="9939" y="2455"/>
                      <a:pt x="9923" y="2455"/>
                      <a:pt x="9907" y="2455"/>
                    </a:cubicBezTo>
                    <a:cubicBezTo>
                      <a:pt x="9538" y="2458"/>
                      <a:pt x="9169" y="2462"/>
                      <a:pt x="8800" y="2466"/>
                    </a:cubicBezTo>
                    <a:cubicBezTo>
                      <a:pt x="8755" y="2466"/>
                      <a:pt x="8709" y="2467"/>
                      <a:pt x="8664" y="2467"/>
                    </a:cubicBezTo>
                    <a:cubicBezTo>
                      <a:pt x="8655" y="2467"/>
                      <a:pt x="8646" y="2467"/>
                      <a:pt x="8636" y="2468"/>
                    </a:cubicBezTo>
                    <a:cubicBezTo>
                      <a:pt x="8490" y="2469"/>
                      <a:pt x="8344" y="2470"/>
                      <a:pt x="8197" y="2472"/>
                    </a:cubicBezTo>
                    <a:cubicBezTo>
                      <a:pt x="8047" y="2473"/>
                      <a:pt x="7897" y="2475"/>
                      <a:pt x="7746" y="2476"/>
                    </a:cubicBezTo>
                    <a:cubicBezTo>
                      <a:pt x="7662" y="2477"/>
                      <a:pt x="7578" y="2478"/>
                      <a:pt x="7493" y="2479"/>
                    </a:cubicBezTo>
                    <a:cubicBezTo>
                      <a:pt x="7414" y="2479"/>
                      <a:pt x="7334" y="2480"/>
                      <a:pt x="7255" y="2481"/>
                    </a:cubicBezTo>
                    <a:cubicBezTo>
                      <a:pt x="7226" y="2481"/>
                      <a:pt x="7197" y="2482"/>
                      <a:pt x="7167" y="2482"/>
                    </a:cubicBezTo>
                    <a:cubicBezTo>
                      <a:pt x="7128" y="2482"/>
                      <a:pt x="7088" y="2483"/>
                      <a:pt x="7048" y="2483"/>
                    </a:cubicBezTo>
                    <a:cubicBezTo>
                      <a:pt x="7042" y="2483"/>
                      <a:pt x="7042" y="2483"/>
                      <a:pt x="7013" y="2483"/>
                    </a:cubicBezTo>
                    <a:cubicBezTo>
                      <a:pt x="7002" y="2484"/>
                      <a:pt x="6992" y="2484"/>
                      <a:pt x="6980" y="2484"/>
                    </a:cubicBezTo>
                    <a:cubicBezTo>
                      <a:pt x="6976" y="2484"/>
                      <a:pt x="6976" y="2484"/>
                      <a:pt x="6953" y="2484"/>
                    </a:cubicBezTo>
                    <a:cubicBezTo>
                      <a:pt x="6906" y="2491"/>
                      <a:pt x="6862" y="2508"/>
                      <a:pt x="6818" y="2523"/>
                    </a:cubicBezTo>
                    <a:cubicBezTo>
                      <a:pt x="6818" y="2635"/>
                      <a:pt x="6818" y="2748"/>
                      <a:pt x="6818" y="2864"/>
                    </a:cubicBezTo>
                    <a:cubicBezTo>
                      <a:pt x="6796" y="2864"/>
                      <a:pt x="6773" y="2864"/>
                      <a:pt x="6750" y="2864"/>
                    </a:cubicBezTo>
                    <a:cubicBezTo>
                      <a:pt x="6750" y="2886"/>
                      <a:pt x="6750" y="2909"/>
                      <a:pt x="6750" y="2932"/>
                    </a:cubicBezTo>
                    <a:cubicBezTo>
                      <a:pt x="6683" y="2932"/>
                      <a:pt x="6615" y="2932"/>
                      <a:pt x="6545" y="2932"/>
                    </a:cubicBezTo>
                    <a:cubicBezTo>
                      <a:pt x="6545" y="2909"/>
                      <a:pt x="6545" y="2887"/>
                      <a:pt x="6545" y="2864"/>
                    </a:cubicBezTo>
                    <a:cubicBezTo>
                      <a:pt x="6523" y="2864"/>
                      <a:pt x="6500" y="2864"/>
                      <a:pt x="6477" y="2864"/>
                    </a:cubicBezTo>
                    <a:cubicBezTo>
                      <a:pt x="6477" y="2751"/>
                      <a:pt x="6477" y="2639"/>
                      <a:pt x="6477" y="2523"/>
                    </a:cubicBezTo>
                    <a:cubicBezTo>
                      <a:pt x="6455" y="2523"/>
                      <a:pt x="6432" y="2523"/>
                      <a:pt x="6409" y="2523"/>
                    </a:cubicBezTo>
                    <a:cubicBezTo>
                      <a:pt x="6409" y="2500"/>
                      <a:pt x="6409" y="2478"/>
                      <a:pt x="6409" y="2455"/>
                    </a:cubicBezTo>
                    <a:cubicBezTo>
                      <a:pt x="6297" y="2455"/>
                      <a:pt x="6184" y="2455"/>
                      <a:pt x="6068" y="2455"/>
                    </a:cubicBezTo>
                    <a:cubicBezTo>
                      <a:pt x="6068" y="2432"/>
                      <a:pt x="6068" y="2410"/>
                      <a:pt x="6068" y="2386"/>
                    </a:cubicBezTo>
                    <a:cubicBezTo>
                      <a:pt x="5618" y="2386"/>
                      <a:pt x="5168" y="2386"/>
                      <a:pt x="4705" y="2386"/>
                    </a:cubicBezTo>
                    <a:cubicBezTo>
                      <a:pt x="4705" y="2409"/>
                      <a:pt x="4705" y="2431"/>
                      <a:pt x="4705" y="2455"/>
                    </a:cubicBezTo>
                    <a:cubicBezTo>
                      <a:pt x="4682" y="2455"/>
                      <a:pt x="4660" y="2455"/>
                      <a:pt x="4636" y="2455"/>
                    </a:cubicBezTo>
                    <a:cubicBezTo>
                      <a:pt x="4636" y="2477"/>
                      <a:pt x="4636" y="2500"/>
                      <a:pt x="4636" y="2523"/>
                    </a:cubicBezTo>
                    <a:cubicBezTo>
                      <a:pt x="4614" y="2523"/>
                      <a:pt x="4591" y="2523"/>
                      <a:pt x="4568" y="2523"/>
                    </a:cubicBezTo>
                    <a:cubicBezTo>
                      <a:pt x="4568" y="2545"/>
                      <a:pt x="4568" y="2568"/>
                      <a:pt x="4568" y="2591"/>
                    </a:cubicBezTo>
                    <a:cubicBezTo>
                      <a:pt x="4523" y="2591"/>
                      <a:pt x="4478" y="2591"/>
                      <a:pt x="4432" y="2591"/>
                    </a:cubicBezTo>
                    <a:cubicBezTo>
                      <a:pt x="4432" y="2568"/>
                      <a:pt x="4432" y="2546"/>
                      <a:pt x="4432" y="2523"/>
                    </a:cubicBezTo>
                    <a:cubicBezTo>
                      <a:pt x="4409" y="2523"/>
                      <a:pt x="4387" y="2523"/>
                      <a:pt x="4364" y="2523"/>
                    </a:cubicBezTo>
                    <a:cubicBezTo>
                      <a:pt x="4364" y="2500"/>
                      <a:pt x="4364" y="2478"/>
                      <a:pt x="4364" y="2455"/>
                    </a:cubicBezTo>
                    <a:cubicBezTo>
                      <a:pt x="4319" y="2455"/>
                      <a:pt x="4274" y="2455"/>
                      <a:pt x="4227" y="2455"/>
                    </a:cubicBezTo>
                    <a:cubicBezTo>
                      <a:pt x="4227" y="2432"/>
                      <a:pt x="4227" y="2410"/>
                      <a:pt x="4227" y="2386"/>
                    </a:cubicBezTo>
                    <a:cubicBezTo>
                      <a:pt x="4160" y="2386"/>
                      <a:pt x="4092" y="2386"/>
                      <a:pt x="4023" y="2386"/>
                    </a:cubicBezTo>
                    <a:cubicBezTo>
                      <a:pt x="4023" y="2409"/>
                      <a:pt x="4023" y="2431"/>
                      <a:pt x="4023" y="2455"/>
                    </a:cubicBezTo>
                    <a:cubicBezTo>
                      <a:pt x="3573" y="2455"/>
                      <a:pt x="3123" y="2455"/>
                      <a:pt x="2659" y="2455"/>
                    </a:cubicBezTo>
                    <a:cubicBezTo>
                      <a:pt x="2659" y="2432"/>
                      <a:pt x="2659" y="2410"/>
                      <a:pt x="2659" y="2386"/>
                    </a:cubicBezTo>
                    <a:cubicBezTo>
                      <a:pt x="2614" y="2386"/>
                      <a:pt x="2569" y="2386"/>
                      <a:pt x="2523" y="2386"/>
                    </a:cubicBezTo>
                    <a:cubicBezTo>
                      <a:pt x="2523" y="2409"/>
                      <a:pt x="2523" y="2431"/>
                      <a:pt x="2523" y="2455"/>
                    </a:cubicBezTo>
                    <a:cubicBezTo>
                      <a:pt x="2410" y="2455"/>
                      <a:pt x="2298" y="2455"/>
                      <a:pt x="2182" y="2455"/>
                    </a:cubicBezTo>
                    <a:cubicBezTo>
                      <a:pt x="2182" y="2432"/>
                      <a:pt x="2182" y="2410"/>
                      <a:pt x="2182" y="2386"/>
                    </a:cubicBezTo>
                    <a:cubicBezTo>
                      <a:pt x="2159" y="2386"/>
                      <a:pt x="2137" y="2386"/>
                      <a:pt x="2114" y="2386"/>
                    </a:cubicBezTo>
                    <a:cubicBezTo>
                      <a:pt x="2114" y="2364"/>
                      <a:pt x="2114" y="2341"/>
                      <a:pt x="2114" y="2318"/>
                    </a:cubicBezTo>
                    <a:cubicBezTo>
                      <a:pt x="2024" y="2318"/>
                      <a:pt x="1934" y="2318"/>
                      <a:pt x="1841" y="2318"/>
                    </a:cubicBezTo>
                    <a:cubicBezTo>
                      <a:pt x="1841" y="2341"/>
                      <a:pt x="1841" y="2363"/>
                      <a:pt x="1841" y="2386"/>
                    </a:cubicBezTo>
                    <a:cubicBezTo>
                      <a:pt x="1818" y="2386"/>
                      <a:pt x="1796" y="2386"/>
                      <a:pt x="1773" y="2386"/>
                    </a:cubicBezTo>
                    <a:cubicBezTo>
                      <a:pt x="1773" y="2409"/>
                      <a:pt x="1773" y="2431"/>
                      <a:pt x="1773" y="2455"/>
                    </a:cubicBezTo>
                    <a:cubicBezTo>
                      <a:pt x="1435" y="2455"/>
                      <a:pt x="1098" y="2455"/>
                      <a:pt x="750" y="2455"/>
                    </a:cubicBezTo>
                    <a:cubicBezTo>
                      <a:pt x="750" y="2432"/>
                      <a:pt x="750" y="2410"/>
                      <a:pt x="750" y="2386"/>
                    </a:cubicBezTo>
                    <a:cubicBezTo>
                      <a:pt x="683" y="2386"/>
                      <a:pt x="615" y="2386"/>
                      <a:pt x="545" y="2386"/>
                    </a:cubicBezTo>
                    <a:cubicBezTo>
                      <a:pt x="545" y="2409"/>
                      <a:pt x="545" y="2431"/>
                      <a:pt x="545" y="2455"/>
                    </a:cubicBezTo>
                    <a:cubicBezTo>
                      <a:pt x="523" y="2455"/>
                      <a:pt x="500" y="2455"/>
                      <a:pt x="477" y="2455"/>
                    </a:cubicBezTo>
                    <a:cubicBezTo>
                      <a:pt x="477" y="2477"/>
                      <a:pt x="477" y="2500"/>
                      <a:pt x="477" y="2523"/>
                    </a:cubicBezTo>
                    <a:cubicBezTo>
                      <a:pt x="455" y="2523"/>
                      <a:pt x="432" y="2523"/>
                      <a:pt x="409" y="2523"/>
                    </a:cubicBezTo>
                    <a:cubicBezTo>
                      <a:pt x="409" y="2500"/>
                      <a:pt x="409" y="2478"/>
                      <a:pt x="409" y="2455"/>
                    </a:cubicBezTo>
                    <a:cubicBezTo>
                      <a:pt x="387" y="2455"/>
                      <a:pt x="364" y="2455"/>
                      <a:pt x="341" y="2455"/>
                    </a:cubicBezTo>
                    <a:cubicBezTo>
                      <a:pt x="341" y="2432"/>
                      <a:pt x="341" y="2410"/>
                      <a:pt x="341" y="2386"/>
                    </a:cubicBezTo>
                    <a:cubicBezTo>
                      <a:pt x="296" y="2386"/>
                      <a:pt x="251" y="2386"/>
                      <a:pt x="205" y="2386"/>
                    </a:cubicBezTo>
                    <a:cubicBezTo>
                      <a:pt x="205" y="2409"/>
                      <a:pt x="205" y="2431"/>
                      <a:pt x="205" y="2455"/>
                    </a:cubicBezTo>
                    <a:cubicBezTo>
                      <a:pt x="182" y="2455"/>
                      <a:pt x="160" y="2455"/>
                      <a:pt x="136" y="2455"/>
                    </a:cubicBezTo>
                    <a:cubicBezTo>
                      <a:pt x="136" y="2477"/>
                      <a:pt x="136" y="2500"/>
                      <a:pt x="136" y="2523"/>
                    </a:cubicBezTo>
                    <a:cubicBezTo>
                      <a:pt x="91" y="2523"/>
                      <a:pt x="46" y="2523"/>
                      <a:pt x="0" y="2523"/>
                    </a:cubicBezTo>
                    <a:cubicBezTo>
                      <a:pt x="0" y="2073"/>
                      <a:pt x="0" y="1623"/>
                      <a:pt x="0" y="1159"/>
                    </a:cubicBezTo>
                    <a:cubicBezTo>
                      <a:pt x="45" y="1159"/>
                      <a:pt x="90" y="1159"/>
                      <a:pt x="136" y="1159"/>
                    </a:cubicBezTo>
                    <a:cubicBezTo>
                      <a:pt x="136" y="1497"/>
                      <a:pt x="136" y="1834"/>
                      <a:pt x="136" y="2182"/>
                    </a:cubicBezTo>
                    <a:cubicBezTo>
                      <a:pt x="429" y="2182"/>
                      <a:pt x="721" y="2182"/>
                      <a:pt x="1023" y="2182"/>
                    </a:cubicBezTo>
                    <a:cubicBezTo>
                      <a:pt x="1023" y="2159"/>
                      <a:pt x="1023" y="2137"/>
                      <a:pt x="1023" y="2114"/>
                    </a:cubicBezTo>
                    <a:cubicBezTo>
                      <a:pt x="1338" y="2114"/>
                      <a:pt x="1653" y="2114"/>
                      <a:pt x="1977" y="2114"/>
                    </a:cubicBezTo>
                    <a:cubicBezTo>
                      <a:pt x="1977" y="2136"/>
                      <a:pt x="1977" y="2159"/>
                      <a:pt x="1977" y="2182"/>
                    </a:cubicBezTo>
                    <a:cubicBezTo>
                      <a:pt x="2112" y="2182"/>
                      <a:pt x="2247" y="2182"/>
                      <a:pt x="2386" y="2182"/>
                    </a:cubicBezTo>
                    <a:cubicBezTo>
                      <a:pt x="2386" y="2159"/>
                      <a:pt x="2386" y="2137"/>
                      <a:pt x="2386" y="2114"/>
                    </a:cubicBezTo>
                    <a:cubicBezTo>
                      <a:pt x="2409" y="2114"/>
                      <a:pt x="2431" y="2114"/>
                      <a:pt x="2455" y="2114"/>
                    </a:cubicBezTo>
                    <a:cubicBezTo>
                      <a:pt x="2455" y="2091"/>
                      <a:pt x="2455" y="2069"/>
                      <a:pt x="2455" y="2045"/>
                    </a:cubicBezTo>
                    <a:cubicBezTo>
                      <a:pt x="2477" y="2045"/>
                      <a:pt x="2500" y="2045"/>
                      <a:pt x="2523" y="2045"/>
                    </a:cubicBezTo>
                    <a:cubicBezTo>
                      <a:pt x="2523" y="2068"/>
                      <a:pt x="2523" y="2090"/>
                      <a:pt x="2523" y="2114"/>
                    </a:cubicBezTo>
                    <a:cubicBezTo>
                      <a:pt x="2545" y="2114"/>
                      <a:pt x="2568" y="2114"/>
                      <a:pt x="2591" y="2114"/>
                    </a:cubicBezTo>
                    <a:cubicBezTo>
                      <a:pt x="2591" y="2136"/>
                      <a:pt x="2591" y="2159"/>
                      <a:pt x="2591" y="2182"/>
                    </a:cubicBezTo>
                    <a:cubicBezTo>
                      <a:pt x="2681" y="2182"/>
                      <a:pt x="2771" y="2182"/>
                      <a:pt x="2864" y="2182"/>
                    </a:cubicBezTo>
                    <a:cubicBezTo>
                      <a:pt x="2864" y="2159"/>
                      <a:pt x="2864" y="2137"/>
                      <a:pt x="2864" y="2114"/>
                    </a:cubicBezTo>
                    <a:cubicBezTo>
                      <a:pt x="3021" y="2114"/>
                      <a:pt x="3179" y="2114"/>
                      <a:pt x="3341" y="2114"/>
                    </a:cubicBezTo>
                    <a:cubicBezTo>
                      <a:pt x="3341" y="2136"/>
                      <a:pt x="3341" y="2159"/>
                      <a:pt x="3341" y="2182"/>
                    </a:cubicBezTo>
                    <a:cubicBezTo>
                      <a:pt x="3476" y="2182"/>
                      <a:pt x="3611" y="2182"/>
                      <a:pt x="3750" y="2182"/>
                    </a:cubicBezTo>
                    <a:cubicBezTo>
                      <a:pt x="3750" y="2204"/>
                      <a:pt x="3750" y="2227"/>
                      <a:pt x="3750" y="2250"/>
                    </a:cubicBezTo>
                    <a:cubicBezTo>
                      <a:pt x="3908" y="2250"/>
                      <a:pt x="4065" y="2250"/>
                      <a:pt x="4227" y="2250"/>
                    </a:cubicBezTo>
                    <a:cubicBezTo>
                      <a:pt x="4227" y="2227"/>
                      <a:pt x="4227" y="2205"/>
                      <a:pt x="4227" y="2182"/>
                    </a:cubicBezTo>
                    <a:cubicBezTo>
                      <a:pt x="4295" y="2182"/>
                      <a:pt x="4362" y="2182"/>
                      <a:pt x="4432" y="2182"/>
                    </a:cubicBezTo>
                    <a:cubicBezTo>
                      <a:pt x="4432" y="2204"/>
                      <a:pt x="4432" y="2227"/>
                      <a:pt x="4432" y="2250"/>
                    </a:cubicBezTo>
                    <a:cubicBezTo>
                      <a:pt x="4499" y="2250"/>
                      <a:pt x="4567" y="2250"/>
                      <a:pt x="4636" y="2250"/>
                    </a:cubicBezTo>
                    <a:cubicBezTo>
                      <a:pt x="4636" y="2227"/>
                      <a:pt x="4636" y="2205"/>
                      <a:pt x="4636" y="2182"/>
                    </a:cubicBezTo>
                    <a:cubicBezTo>
                      <a:pt x="5086" y="2182"/>
                      <a:pt x="5536" y="2182"/>
                      <a:pt x="6000" y="2182"/>
                    </a:cubicBezTo>
                    <a:cubicBezTo>
                      <a:pt x="6000" y="2159"/>
                      <a:pt x="6000" y="2137"/>
                      <a:pt x="6000" y="2114"/>
                    </a:cubicBezTo>
                    <a:cubicBezTo>
                      <a:pt x="6135" y="2114"/>
                      <a:pt x="6270" y="2114"/>
                      <a:pt x="6409" y="2114"/>
                    </a:cubicBezTo>
                    <a:cubicBezTo>
                      <a:pt x="6409" y="2091"/>
                      <a:pt x="6409" y="2069"/>
                      <a:pt x="6409" y="2045"/>
                    </a:cubicBezTo>
                    <a:cubicBezTo>
                      <a:pt x="6432" y="2045"/>
                      <a:pt x="6454" y="2045"/>
                      <a:pt x="6477" y="2045"/>
                    </a:cubicBezTo>
                    <a:cubicBezTo>
                      <a:pt x="6477" y="1910"/>
                      <a:pt x="6477" y="1775"/>
                      <a:pt x="6477" y="1636"/>
                    </a:cubicBezTo>
                    <a:cubicBezTo>
                      <a:pt x="6500" y="1636"/>
                      <a:pt x="6522" y="1636"/>
                      <a:pt x="6545" y="1636"/>
                    </a:cubicBezTo>
                    <a:cubicBezTo>
                      <a:pt x="6545" y="1614"/>
                      <a:pt x="6545" y="1591"/>
                      <a:pt x="6545" y="1568"/>
                    </a:cubicBezTo>
                    <a:cubicBezTo>
                      <a:pt x="6635" y="1568"/>
                      <a:pt x="6725" y="1568"/>
                      <a:pt x="6818" y="1568"/>
                    </a:cubicBezTo>
                    <a:cubicBezTo>
                      <a:pt x="6818" y="1726"/>
                      <a:pt x="6818" y="1883"/>
                      <a:pt x="6818" y="2045"/>
                    </a:cubicBezTo>
                    <a:cubicBezTo>
                      <a:pt x="6841" y="2045"/>
                      <a:pt x="6863" y="2045"/>
                      <a:pt x="6886" y="2045"/>
                    </a:cubicBezTo>
                    <a:cubicBezTo>
                      <a:pt x="6886" y="2068"/>
                      <a:pt x="6886" y="2090"/>
                      <a:pt x="6886" y="2114"/>
                    </a:cubicBezTo>
                    <a:cubicBezTo>
                      <a:pt x="7066" y="2114"/>
                      <a:pt x="7246" y="2114"/>
                      <a:pt x="7432" y="2114"/>
                    </a:cubicBezTo>
                    <a:cubicBezTo>
                      <a:pt x="7432" y="2136"/>
                      <a:pt x="7432" y="2159"/>
                      <a:pt x="7432" y="2182"/>
                    </a:cubicBezTo>
                    <a:cubicBezTo>
                      <a:pt x="7544" y="2182"/>
                      <a:pt x="7657" y="2182"/>
                      <a:pt x="7773" y="2182"/>
                    </a:cubicBezTo>
                    <a:cubicBezTo>
                      <a:pt x="7773" y="2159"/>
                      <a:pt x="7773" y="2137"/>
                      <a:pt x="7773" y="2114"/>
                    </a:cubicBezTo>
                    <a:cubicBezTo>
                      <a:pt x="8043" y="2114"/>
                      <a:pt x="8313" y="2114"/>
                      <a:pt x="8591" y="2114"/>
                    </a:cubicBezTo>
                    <a:cubicBezTo>
                      <a:pt x="8591" y="2091"/>
                      <a:pt x="8591" y="2069"/>
                      <a:pt x="8591" y="2045"/>
                    </a:cubicBezTo>
                    <a:cubicBezTo>
                      <a:pt x="8613" y="2045"/>
                      <a:pt x="8636" y="2045"/>
                      <a:pt x="8659" y="2045"/>
                    </a:cubicBezTo>
                    <a:cubicBezTo>
                      <a:pt x="8659" y="1978"/>
                      <a:pt x="8659" y="1910"/>
                      <a:pt x="8659" y="1841"/>
                    </a:cubicBezTo>
                    <a:cubicBezTo>
                      <a:pt x="8704" y="1841"/>
                      <a:pt x="8749" y="1841"/>
                      <a:pt x="8795" y="1841"/>
                    </a:cubicBezTo>
                    <a:cubicBezTo>
                      <a:pt x="8795" y="1908"/>
                      <a:pt x="8795" y="1976"/>
                      <a:pt x="8795" y="2045"/>
                    </a:cubicBezTo>
                    <a:cubicBezTo>
                      <a:pt x="8863" y="2023"/>
                      <a:pt x="8930" y="2000"/>
                      <a:pt x="9000" y="1977"/>
                    </a:cubicBezTo>
                    <a:cubicBezTo>
                      <a:pt x="9000" y="2022"/>
                      <a:pt x="9000" y="2067"/>
                      <a:pt x="9000" y="2114"/>
                    </a:cubicBezTo>
                    <a:cubicBezTo>
                      <a:pt x="9585" y="2114"/>
                      <a:pt x="10170" y="2114"/>
                      <a:pt x="10773" y="2114"/>
                    </a:cubicBezTo>
                    <a:cubicBezTo>
                      <a:pt x="10769" y="1845"/>
                      <a:pt x="10766" y="1576"/>
                      <a:pt x="10762" y="1300"/>
                    </a:cubicBezTo>
                    <a:cubicBezTo>
                      <a:pt x="10762" y="1257"/>
                      <a:pt x="10762" y="1257"/>
                      <a:pt x="10760" y="1043"/>
                    </a:cubicBezTo>
                    <a:cubicBezTo>
                      <a:pt x="10758" y="939"/>
                      <a:pt x="10758" y="939"/>
                      <a:pt x="10757" y="891"/>
                    </a:cubicBezTo>
                    <a:cubicBezTo>
                      <a:pt x="10756" y="857"/>
                      <a:pt x="10756" y="823"/>
                      <a:pt x="10756" y="789"/>
                    </a:cubicBezTo>
                    <a:cubicBezTo>
                      <a:pt x="10756" y="738"/>
                      <a:pt x="10754" y="687"/>
                      <a:pt x="10753" y="635"/>
                    </a:cubicBezTo>
                    <a:cubicBezTo>
                      <a:pt x="10753" y="620"/>
                      <a:pt x="10753" y="605"/>
                      <a:pt x="10754" y="590"/>
                    </a:cubicBezTo>
                    <a:cubicBezTo>
                      <a:pt x="10750" y="488"/>
                      <a:pt x="10750" y="488"/>
                      <a:pt x="10715" y="455"/>
                    </a:cubicBezTo>
                    <a:cubicBezTo>
                      <a:pt x="10687" y="438"/>
                      <a:pt x="10687" y="438"/>
                      <a:pt x="10658" y="425"/>
                    </a:cubicBezTo>
                    <a:cubicBezTo>
                      <a:pt x="10651" y="420"/>
                      <a:pt x="10644" y="415"/>
                      <a:pt x="10636" y="409"/>
                    </a:cubicBezTo>
                    <a:cubicBezTo>
                      <a:pt x="10636" y="387"/>
                      <a:pt x="10636" y="364"/>
                      <a:pt x="10636" y="341"/>
                    </a:cubicBezTo>
                    <a:cubicBezTo>
                      <a:pt x="10366" y="341"/>
                      <a:pt x="10096" y="341"/>
                      <a:pt x="9818" y="341"/>
                    </a:cubicBezTo>
                    <a:cubicBezTo>
                      <a:pt x="9818" y="363"/>
                      <a:pt x="9818" y="386"/>
                      <a:pt x="9818" y="409"/>
                    </a:cubicBezTo>
                    <a:cubicBezTo>
                      <a:pt x="9796" y="409"/>
                      <a:pt x="9773" y="409"/>
                      <a:pt x="9750" y="409"/>
                    </a:cubicBezTo>
                    <a:cubicBezTo>
                      <a:pt x="9750" y="432"/>
                      <a:pt x="9750" y="454"/>
                      <a:pt x="9750" y="477"/>
                    </a:cubicBezTo>
                    <a:cubicBezTo>
                      <a:pt x="9742" y="478"/>
                      <a:pt x="9734" y="478"/>
                      <a:pt x="9726" y="478"/>
                    </a:cubicBezTo>
                    <a:cubicBezTo>
                      <a:pt x="9644" y="482"/>
                      <a:pt x="9561" y="486"/>
                      <a:pt x="9479" y="490"/>
                    </a:cubicBezTo>
                    <a:cubicBezTo>
                      <a:pt x="9448" y="491"/>
                      <a:pt x="9417" y="493"/>
                      <a:pt x="9387" y="494"/>
                    </a:cubicBezTo>
                    <a:cubicBezTo>
                      <a:pt x="9342" y="496"/>
                      <a:pt x="9298" y="498"/>
                      <a:pt x="9254" y="501"/>
                    </a:cubicBezTo>
                    <a:cubicBezTo>
                      <a:pt x="9240" y="501"/>
                      <a:pt x="9227" y="502"/>
                      <a:pt x="9213" y="502"/>
                    </a:cubicBezTo>
                    <a:cubicBezTo>
                      <a:pt x="9200" y="503"/>
                      <a:pt x="9187" y="504"/>
                      <a:pt x="9173" y="504"/>
                    </a:cubicBezTo>
                    <a:cubicBezTo>
                      <a:pt x="9168" y="505"/>
                      <a:pt x="9168" y="505"/>
                      <a:pt x="9139" y="506"/>
                    </a:cubicBezTo>
                    <a:cubicBezTo>
                      <a:pt x="9102" y="511"/>
                      <a:pt x="9102" y="511"/>
                      <a:pt x="9000" y="545"/>
                    </a:cubicBezTo>
                    <a:cubicBezTo>
                      <a:pt x="9000" y="815"/>
                      <a:pt x="9000" y="1085"/>
                      <a:pt x="9000" y="1364"/>
                    </a:cubicBezTo>
                    <a:cubicBezTo>
                      <a:pt x="8978" y="1364"/>
                      <a:pt x="8955" y="1364"/>
                      <a:pt x="8932" y="1364"/>
                    </a:cubicBezTo>
                    <a:cubicBezTo>
                      <a:pt x="8932" y="1341"/>
                      <a:pt x="8932" y="1319"/>
                      <a:pt x="8932" y="1295"/>
                    </a:cubicBezTo>
                    <a:cubicBezTo>
                      <a:pt x="8909" y="1295"/>
                      <a:pt x="8887" y="1295"/>
                      <a:pt x="8864" y="1295"/>
                    </a:cubicBezTo>
                    <a:cubicBezTo>
                      <a:pt x="8864" y="1273"/>
                      <a:pt x="8864" y="1250"/>
                      <a:pt x="8864" y="1227"/>
                    </a:cubicBezTo>
                    <a:cubicBezTo>
                      <a:pt x="8796" y="1227"/>
                      <a:pt x="8729" y="1227"/>
                      <a:pt x="8659" y="1227"/>
                    </a:cubicBezTo>
                    <a:cubicBezTo>
                      <a:pt x="8659" y="1160"/>
                      <a:pt x="8659" y="1092"/>
                      <a:pt x="8659" y="1023"/>
                    </a:cubicBezTo>
                    <a:cubicBezTo>
                      <a:pt x="8727" y="1023"/>
                      <a:pt x="8794" y="1023"/>
                      <a:pt x="8864" y="1023"/>
                    </a:cubicBezTo>
                    <a:cubicBezTo>
                      <a:pt x="8864" y="865"/>
                      <a:pt x="8864" y="708"/>
                      <a:pt x="8864" y="545"/>
                    </a:cubicBezTo>
                    <a:cubicBezTo>
                      <a:pt x="8774" y="545"/>
                      <a:pt x="8684" y="545"/>
                      <a:pt x="8591" y="545"/>
                    </a:cubicBezTo>
                    <a:cubicBezTo>
                      <a:pt x="8591" y="523"/>
                      <a:pt x="8591" y="500"/>
                      <a:pt x="8591" y="477"/>
                    </a:cubicBezTo>
                    <a:cubicBezTo>
                      <a:pt x="8546" y="477"/>
                      <a:pt x="8501" y="477"/>
                      <a:pt x="8455" y="477"/>
                    </a:cubicBezTo>
                    <a:cubicBezTo>
                      <a:pt x="8455" y="455"/>
                      <a:pt x="8455" y="432"/>
                      <a:pt x="8455" y="409"/>
                    </a:cubicBezTo>
                    <a:cubicBezTo>
                      <a:pt x="8342" y="409"/>
                      <a:pt x="8230" y="409"/>
                      <a:pt x="8114" y="409"/>
                    </a:cubicBezTo>
                    <a:cubicBezTo>
                      <a:pt x="8114" y="432"/>
                      <a:pt x="8114" y="454"/>
                      <a:pt x="8114" y="477"/>
                    </a:cubicBezTo>
                    <a:cubicBezTo>
                      <a:pt x="8091" y="477"/>
                      <a:pt x="8069" y="477"/>
                      <a:pt x="8045" y="477"/>
                    </a:cubicBezTo>
                    <a:cubicBezTo>
                      <a:pt x="8045" y="455"/>
                      <a:pt x="8045" y="432"/>
                      <a:pt x="8045" y="409"/>
                    </a:cubicBezTo>
                    <a:cubicBezTo>
                      <a:pt x="8023" y="409"/>
                      <a:pt x="8000" y="409"/>
                      <a:pt x="7977" y="409"/>
                    </a:cubicBezTo>
                    <a:cubicBezTo>
                      <a:pt x="7977" y="432"/>
                      <a:pt x="7977" y="454"/>
                      <a:pt x="7977" y="477"/>
                    </a:cubicBezTo>
                    <a:cubicBezTo>
                      <a:pt x="7910" y="477"/>
                      <a:pt x="7842" y="477"/>
                      <a:pt x="7773" y="477"/>
                    </a:cubicBezTo>
                    <a:cubicBezTo>
                      <a:pt x="7773" y="455"/>
                      <a:pt x="7773" y="432"/>
                      <a:pt x="7773" y="409"/>
                    </a:cubicBezTo>
                    <a:cubicBezTo>
                      <a:pt x="7480" y="409"/>
                      <a:pt x="7188" y="409"/>
                      <a:pt x="6886" y="409"/>
                    </a:cubicBezTo>
                    <a:cubicBezTo>
                      <a:pt x="6886" y="432"/>
                      <a:pt x="6886" y="454"/>
                      <a:pt x="6886" y="477"/>
                    </a:cubicBezTo>
                    <a:cubicBezTo>
                      <a:pt x="6819" y="477"/>
                      <a:pt x="6751" y="477"/>
                      <a:pt x="6682" y="477"/>
                    </a:cubicBezTo>
                    <a:cubicBezTo>
                      <a:pt x="6682" y="500"/>
                      <a:pt x="6682" y="522"/>
                      <a:pt x="6682" y="545"/>
                    </a:cubicBezTo>
                    <a:cubicBezTo>
                      <a:pt x="6659" y="545"/>
                      <a:pt x="6637" y="545"/>
                      <a:pt x="6614" y="545"/>
                    </a:cubicBezTo>
                    <a:cubicBezTo>
                      <a:pt x="6614" y="568"/>
                      <a:pt x="6614" y="590"/>
                      <a:pt x="6614" y="614"/>
                    </a:cubicBezTo>
                    <a:cubicBezTo>
                      <a:pt x="6569" y="614"/>
                      <a:pt x="6524" y="614"/>
                      <a:pt x="6477" y="614"/>
                    </a:cubicBezTo>
                    <a:cubicBezTo>
                      <a:pt x="6477" y="591"/>
                      <a:pt x="6477" y="569"/>
                      <a:pt x="6477" y="545"/>
                    </a:cubicBezTo>
                    <a:cubicBezTo>
                      <a:pt x="6455" y="545"/>
                      <a:pt x="6432" y="545"/>
                      <a:pt x="6409" y="545"/>
                    </a:cubicBezTo>
                    <a:cubicBezTo>
                      <a:pt x="6409" y="523"/>
                      <a:pt x="6409" y="500"/>
                      <a:pt x="6409" y="477"/>
                    </a:cubicBezTo>
                    <a:cubicBezTo>
                      <a:pt x="5959" y="477"/>
                      <a:pt x="5509" y="477"/>
                      <a:pt x="5045" y="477"/>
                    </a:cubicBezTo>
                    <a:cubicBezTo>
                      <a:pt x="5045" y="455"/>
                      <a:pt x="5045" y="432"/>
                      <a:pt x="5045" y="409"/>
                    </a:cubicBezTo>
                    <a:cubicBezTo>
                      <a:pt x="5023" y="409"/>
                      <a:pt x="5000" y="409"/>
                      <a:pt x="4977" y="409"/>
                    </a:cubicBezTo>
                    <a:cubicBezTo>
                      <a:pt x="4977" y="387"/>
                      <a:pt x="4977" y="364"/>
                      <a:pt x="4977" y="341"/>
                    </a:cubicBezTo>
                    <a:cubicBezTo>
                      <a:pt x="4842" y="341"/>
                      <a:pt x="4707" y="341"/>
                      <a:pt x="4568" y="341"/>
                    </a:cubicBezTo>
                    <a:cubicBezTo>
                      <a:pt x="4568" y="386"/>
                      <a:pt x="4568" y="431"/>
                      <a:pt x="4568" y="477"/>
                    </a:cubicBezTo>
                    <a:cubicBezTo>
                      <a:pt x="4546" y="477"/>
                      <a:pt x="4523" y="477"/>
                      <a:pt x="4500" y="477"/>
                    </a:cubicBezTo>
                    <a:cubicBezTo>
                      <a:pt x="4500" y="500"/>
                      <a:pt x="4500" y="522"/>
                      <a:pt x="4500" y="545"/>
                    </a:cubicBezTo>
                    <a:cubicBezTo>
                      <a:pt x="4478" y="545"/>
                      <a:pt x="4455" y="545"/>
                      <a:pt x="4432" y="545"/>
                    </a:cubicBezTo>
                    <a:cubicBezTo>
                      <a:pt x="4432" y="523"/>
                      <a:pt x="4432" y="500"/>
                      <a:pt x="4432" y="477"/>
                    </a:cubicBezTo>
                    <a:cubicBezTo>
                      <a:pt x="3982" y="477"/>
                      <a:pt x="3532" y="477"/>
                      <a:pt x="3068" y="477"/>
                    </a:cubicBezTo>
                    <a:cubicBezTo>
                      <a:pt x="3068" y="455"/>
                      <a:pt x="3068" y="432"/>
                      <a:pt x="3068" y="409"/>
                    </a:cubicBezTo>
                    <a:cubicBezTo>
                      <a:pt x="3046" y="409"/>
                      <a:pt x="3023" y="409"/>
                      <a:pt x="3000" y="409"/>
                    </a:cubicBezTo>
                    <a:cubicBezTo>
                      <a:pt x="3000" y="387"/>
                      <a:pt x="3000" y="364"/>
                      <a:pt x="3000" y="341"/>
                    </a:cubicBezTo>
                    <a:cubicBezTo>
                      <a:pt x="2865" y="341"/>
                      <a:pt x="2730" y="341"/>
                      <a:pt x="2591" y="341"/>
                    </a:cubicBezTo>
                    <a:cubicBezTo>
                      <a:pt x="2591" y="363"/>
                      <a:pt x="2591" y="386"/>
                      <a:pt x="2591" y="409"/>
                    </a:cubicBezTo>
                    <a:cubicBezTo>
                      <a:pt x="2568" y="409"/>
                      <a:pt x="2546" y="409"/>
                      <a:pt x="2523" y="409"/>
                    </a:cubicBezTo>
                    <a:cubicBezTo>
                      <a:pt x="2523" y="679"/>
                      <a:pt x="2523" y="949"/>
                      <a:pt x="2523" y="1227"/>
                    </a:cubicBezTo>
                    <a:cubicBezTo>
                      <a:pt x="2433" y="1227"/>
                      <a:pt x="2343" y="1227"/>
                      <a:pt x="2250" y="1227"/>
                    </a:cubicBezTo>
                    <a:cubicBezTo>
                      <a:pt x="2250" y="1205"/>
                      <a:pt x="2250" y="1182"/>
                      <a:pt x="2250" y="1159"/>
                    </a:cubicBezTo>
                    <a:cubicBezTo>
                      <a:pt x="2228" y="1159"/>
                      <a:pt x="2205" y="1159"/>
                      <a:pt x="2182" y="1159"/>
                    </a:cubicBezTo>
                    <a:cubicBezTo>
                      <a:pt x="2182" y="957"/>
                      <a:pt x="2182" y="754"/>
                      <a:pt x="2182" y="545"/>
                    </a:cubicBezTo>
                    <a:cubicBezTo>
                      <a:pt x="2159" y="545"/>
                      <a:pt x="2137" y="545"/>
                      <a:pt x="2114" y="545"/>
                    </a:cubicBezTo>
                    <a:cubicBezTo>
                      <a:pt x="2114" y="523"/>
                      <a:pt x="2114" y="500"/>
                      <a:pt x="2114" y="477"/>
                    </a:cubicBezTo>
                    <a:cubicBezTo>
                      <a:pt x="1844" y="477"/>
                      <a:pt x="1574" y="477"/>
                      <a:pt x="1295" y="477"/>
                    </a:cubicBezTo>
                    <a:cubicBezTo>
                      <a:pt x="1295" y="455"/>
                      <a:pt x="1295" y="432"/>
                      <a:pt x="1295" y="409"/>
                    </a:cubicBezTo>
                    <a:cubicBezTo>
                      <a:pt x="1250" y="409"/>
                      <a:pt x="1205" y="409"/>
                      <a:pt x="1159" y="409"/>
                    </a:cubicBezTo>
                    <a:cubicBezTo>
                      <a:pt x="1159" y="387"/>
                      <a:pt x="1159" y="364"/>
                      <a:pt x="1159" y="341"/>
                    </a:cubicBezTo>
                    <a:cubicBezTo>
                      <a:pt x="867" y="341"/>
                      <a:pt x="574" y="341"/>
                      <a:pt x="273" y="341"/>
                    </a:cubicBezTo>
                    <a:cubicBezTo>
                      <a:pt x="273" y="273"/>
                      <a:pt x="273" y="206"/>
                      <a:pt x="273" y="136"/>
                    </a:cubicBezTo>
                    <a:cubicBezTo>
                      <a:pt x="205" y="136"/>
                      <a:pt x="138" y="136"/>
                      <a:pt x="68" y="136"/>
                    </a:cubicBezTo>
                    <a:cubicBezTo>
                      <a:pt x="68" y="91"/>
                      <a:pt x="68" y="46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47" name="ICON_C_FEATURES_HEADER_path_004"/>
              <p:cNvSpPr/>
              <p:nvPr/>
            </p:nvSpPr>
            <p:spPr>
              <a:xfrm>
                <a:off x="7805016" y="7186540"/>
                <a:ext cx="169285" cy="32039"/>
              </a:xfrm>
              <a:custGeom>
                <a:avLst/>
                <a:gdLst/>
                <a:ahLst/>
                <a:cxnLst/>
                <a:rect l="0" t="0" r="r" b="b"/>
                <a:pathLst>
                  <a:path w="13330" h="2523" fill="norm" stroke="0">
                    <a:moveTo>
                      <a:pt x="10909" y="0"/>
                    </a:moveTo>
                    <a:cubicBezTo>
                      <a:pt x="10954" y="0"/>
                      <a:pt x="10999" y="0"/>
                      <a:pt x="11045" y="0"/>
                    </a:cubicBezTo>
                    <a:cubicBezTo>
                      <a:pt x="11045" y="23"/>
                      <a:pt x="11045" y="45"/>
                      <a:pt x="11045" y="68"/>
                    </a:cubicBezTo>
                    <a:cubicBezTo>
                      <a:pt x="11068" y="68"/>
                      <a:pt x="11090" y="68"/>
                      <a:pt x="11114" y="68"/>
                    </a:cubicBezTo>
                    <a:cubicBezTo>
                      <a:pt x="11114" y="91"/>
                      <a:pt x="11114" y="113"/>
                      <a:pt x="11114" y="136"/>
                    </a:cubicBezTo>
                    <a:cubicBezTo>
                      <a:pt x="11136" y="136"/>
                      <a:pt x="11159" y="136"/>
                      <a:pt x="11182" y="136"/>
                    </a:cubicBezTo>
                    <a:cubicBezTo>
                      <a:pt x="11182" y="159"/>
                      <a:pt x="11182" y="181"/>
                      <a:pt x="11182" y="205"/>
                    </a:cubicBezTo>
                    <a:cubicBezTo>
                      <a:pt x="11227" y="205"/>
                      <a:pt x="11272" y="205"/>
                      <a:pt x="11318" y="205"/>
                    </a:cubicBezTo>
                    <a:cubicBezTo>
                      <a:pt x="11318" y="182"/>
                      <a:pt x="11318" y="160"/>
                      <a:pt x="11318" y="136"/>
                    </a:cubicBezTo>
                    <a:cubicBezTo>
                      <a:pt x="11633" y="136"/>
                      <a:pt x="11948" y="136"/>
                      <a:pt x="12273" y="136"/>
                    </a:cubicBezTo>
                    <a:cubicBezTo>
                      <a:pt x="12273" y="159"/>
                      <a:pt x="12273" y="181"/>
                      <a:pt x="12273" y="205"/>
                    </a:cubicBezTo>
                    <a:cubicBezTo>
                      <a:pt x="12520" y="205"/>
                      <a:pt x="12768" y="205"/>
                      <a:pt x="13023" y="205"/>
                    </a:cubicBezTo>
                    <a:cubicBezTo>
                      <a:pt x="13023" y="272"/>
                      <a:pt x="13023" y="340"/>
                      <a:pt x="13023" y="409"/>
                    </a:cubicBezTo>
                    <a:cubicBezTo>
                      <a:pt x="12955" y="409"/>
                      <a:pt x="12888" y="409"/>
                      <a:pt x="12818" y="409"/>
                    </a:cubicBezTo>
                    <a:cubicBezTo>
                      <a:pt x="12818" y="387"/>
                      <a:pt x="12818" y="364"/>
                      <a:pt x="12818" y="341"/>
                    </a:cubicBezTo>
                    <a:cubicBezTo>
                      <a:pt x="12638" y="341"/>
                      <a:pt x="12458" y="341"/>
                      <a:pt x="12273" y="341"/>
                    </a:cubicBezTo>
                    <a:cubicBezTo>
                      <a:pt x="12273" y="363"/>
                      <a:pt x="12273" y="386"/>
                      <a:pt x="12273" y="409"/>
                    </a:cubicBezTo>
                    <a:cubicBezTo>
                      <a:pt x="12250" y="409"/>
                      <a:pt x="12228" y="409"/>
                      <a:pt x="12205" y="409"/>
                    </a:cubicBezTo>
                    <a:cubicBezTo>
                      <a:pt x="12205" y="432"/>
                      <a:pt x="12205" y="454"/>
                      <a:pt x="12205" y="477"/>
                    </a:cubicBezTo>
                    <a:cubicBezTo>
                      <a:pt x="11867" y="477"/>
                      <a:pt x="11530" y="477"/>
                      <a:pt x="11182" y="477"/>
                    </a:cubicBezTo>
                    <a:cubicBezTo>
                      <a:pt x="11182" y="500"/>
                      <a:pt x="11182" y="522"/>
                      <a:pt x="11182" y="545"/>
                    </a:cubicBezTo>
                    <a:cubicBezTo>
                      <a:pt x="11159" y="545"/>
                      <a:pt x="11137" y="545"/>
                      <a:pt x="11114" y="545"/>
                    </a:cubicBezTo>
                    <a:cubicBezTo>
                      <a:pt x="11114" y="658"/>
                      <a:pt x="11114" y="770"/>
                      <a:pt x="11114" y="886"/>
                    </a:cubicBezTo>
                    <a:cubicBezTo>
                      <a:pt x="11091" y="886"/>
                      <a:pt x="11069" y="886"/>
                      <a:pt x="11045" y="886"/>
                    </a:cubicBezTo>
                    <a:cubicBezTo>
                      <a:pt x="11045" y="954"/>
                      <a:pt x="11045" y="1021"/>
                      <a:pt x="11045" y="1091"/>
                    </a:cubicBezTo>
                    <a:cubicBezTo>
                      <a:pt x="11068" y="1091"/>
                      <a:pt x="11090" y="1091"/>
                      <a:pt x="11114" y="1091"/>
                    </a:cubicBezTo>
                    <a:cubicBezTo>
                      <a:pt x="11114" y="1271"/>
                      <a:pt x="11114" y="1451"/>
                      <a:pt x="11114" y="1636"/>
                    </a:cubicBezTo>
                    <a:cubicBezTo>
                      <a:pt x="11091" y="1636"/>
                      <a:pt x="11069" y="1636"/>
                      <a:pt x="11045" y="1636"/>
                    </a:cubicBezTo>
                    <a:cubicBezTo>
                      <a:pt x="11045" y="1659"/>
                      <a:pt x="11045" y="1681"/>
                      <a:pt x="11045" y="1705"/>
                    </a:cubicBezTo>
                    <a:cubicBezTo>
                      <a:pt x="11023" y="1705"/>
                      <a:pt x="11000" y="1705"/>
                      <a:pt x="10977" y="1705"/>
                    </a:cubicBezTo>
                    <a:cubicBezTo>
                      <a:pt x="10977" y="1727"/>
                      <a:pt x="10977" y="1750"/>
                      <a:pt x="10977" y="1773"/>
                    </a:cubicBezTo>
                    <a:cubicBezTo>
                      <a:pt x="10955" y="1773"/>
                      <a:pt x="10932" y="1773"/>
                      <a:pt x="10909" y="1773"/>
                    </a:cubicBezTo>
                    <a:cubicBezTo>
                      <a:pt x="10909" y="1863"/>
                      <a:pt x="10909" y="1953"/>
                      <a:pt x="10909" y="2045"/>
                    </a:cubicBezTo>
                    <a:cubicBezTo>
                      <a:pt x="10932" y="2045"/>
                      <a:pt x="10954" y="2045"/>
                      <a:pt x="10977" y="2045"/>
                    </a:cubicBezTo>
                    <a:cubicBezTo>
                      <a:pt x="10977" y="2068"/>
                      <a:pt x="10977" y="2090"/>
                      <a:pt x="10977" y="2114"/>
                    </a:cubicBezTo>
                    <a:cubicBezTo>
                      <a:pt x="11247" y="2114"/>
                      <a:pt x="11517" y="2114"/>
                      <a:pt x="11795" y="2114"/>
                    </a:cubicBezTo>
                    <a:cubicBezTo>
                      <a:pt x="11795" y="2136"/>
                      <a:pt x="11795" y="2159"/>
                      <a:pt x="11795" y="2182"/>
                    </a:cubicBezTo>
                    <a:cubicBezTo>
                      <a:pt x="11840" y="2182"/>
                      <a:pt x="11885" y="2182"/>
                      <a:pt x="11932" y="2182"/>
                    </a:cubicBezTo>
                    <a:cubicBezTo>
                      <a:pt x="11932" y="2204"/>
                      <a:pt x="11932" y="2227"/>
                      <a:pt x="11932" y="2250"/>
                    </a:cubicBezTo>
                    <a:cubicBezTo>
                      <a:pt x="12044" y="2250"/>
                      <a:pt x="12157" y="2250"/>
                      <a:pt x="12273" y="2250"/>
                    </a:cubicBezTo>
                    <a:cubicBezTo>
                      <a:pt x="12273" y="2227"/>
                      <a:pt x="12273" y="2205"/>
                      <a:pt x="12273" y="2182"/>
                    </a:cubicBezTo>
                    <a:cubicBezTo>
                      <a:pt x="12318" y="2182"/>
                      <a:pt x="12363" y="2182"/>
                      <a:pt x="12409" y="2182"/>
                    </a:cubicBezTo>
                    <a:cubicBezTo>
                      <a:pt x="12409" y="2159"/>
                      <a:pt x="12409" y="2137"/>
                      <a:pt x="12409" y="2114"/>
                    </a:cubicBezTo>
                    <a:cubicBezTo>
                      <a:pt x="12544" y="2114"/>
                      <a:pt x="12679" y="2114"/>
                      <a:pt x="12818" y="2114"/>
                    </a:cubicBezTo>
                    <a:cubicBezTo>
                      <a:pt x="12818" y="2091"/>
                      <a:pt x="12818" y="2069"/>
                      <a:pt x="12818" y="2045"/>
                    </a:cubicBezTo>
                    <a:cubicBezTo>
                      <a:pt x="12841" y="2045"/>
                      <a:pt x="12863" y="2045"/>
                      <a:pt x="12886" y="2045"/>
                    </a:cubicBezTo>
                    <a:cubicBezTo>
                      <a:pt x="12886" y="1865"/>
                      <a:pt x="12886" y="1685"/>
                      <a:pt x="12886" y="1500"/>
                    </a:cubicBezTo>
                    <a:cubicBezTo>
                      <a:pt x="12931" y="1500"/>
                      <a:pt x="12976" y="1500"/>
                      <a:pt x="13023" y="1500"/>
                    </a:cubicBezTo>
                    <a:cubicBezTo>
                      <a:pt x="13023" y="1567"/>
                      <a:pt x="13023" y="1635"/>
                      <a:pt x="13023" y="1705"/>
                    </a:cubicBezTo>
                    <a:cubicBezTo>
                      <a:pt x="13045" y="1705"/>
                      <a:pt x="13068" y="1705"/>
                      <a:pt x="13091" y="1705"/>
                    </a:cubicBezTo>
                    <a:cubicBezTo>
                      <a:pt x="13091" y="1885"/>
                      <a:pt x="13091" y="2065"/>
                      <a:pt x="13091" y="2250"/>
                    </a:cubicBezTo>
                    <a:cubicBezTo>
                      <a:pt x="13068" y="2250"/>
                      <a:pt x="13046" y="2250"/>
                      <a:pt x="13023" y="2250"/>
                    </a:cubicBezTo>
                    <a:cubicBezTo>
                      <a:pt x="13023" y="2295"/>
                      <a:pt x="13023" y="2340"/>
                      <a:pt x="13023" y="2386"/>
                    </a:cubicBezTo>
                    <a:cubicBezTo>
                      <a:pt x="13068" y="2386"/>
                      <a:pt x="13113" y="2386"/>
                      <a:pt x="13159" y="2386"/>
                    </a:cubicBezTo>
                    <a:cubicBezTo>
                      <a:pt x="13159" y="2364"/>
                      <a:pt x="13159" y="2341"/>
                      <a:pt x="13159" y="2318"/>
                    </a:cubicBezTo>
                    <a:cubicBezTo>
                      <a:pt x="13182" y="2318"/>
                      <a:pt x="13204" y="2318"/>
                      <a:pt x="13227" y="2318"/>
                    </a:cubicBezTo>
                    <a:cubicBezTo>
                      <a:pt x="13227" y="2341"/>
                      <a:pt x="13227" y="2363"/>
                      <a:pt x="13227" y="2386"/>
                    </a:cubicBezTo>
                    <a:cubicBezTo>
                      <a:pt x="13261" y="2398"/>
                      <a:pt x="13295" y="2409"/>
                      <a:pt x="13330" y="2420"/>
                    </a:cubicBezTo>
                    <a:cubicBezTo>
                      <a:pt x="13313" y="2426"/>
                      <a:pt x="13313" y="2426"/>
                      <a:pt x="13227" y="2455"/>
                    </a:cubicBezTo>
                    <a:cubicBezTo>
                      <a:pt x="13227" y="2477"/>
                      <a:pt x="13227" y="2500"/>
                      <a:pt x="13227" y="2523"/>
                    </a:cubicBezTo>
                    <a:cubicBezTo>
                      <a:pt x="13070" y="2523"/>
                      <a:pt x="12912" y="2523"/>
                      <a:pt x="12750" y="2523"/>
                    </a:cubicBezTo>
                    <a:cubicBezTo>
                      <a:pt x="12750" y="2500"/>
                      <a:pt x="12750" y="2478"/>
                      <a:pt x="12750" y="2455"/>
                    </a:cubicBezTo>
                    <a:cubicBezTo>
                      <a:pt x="12615" y="2455"/>
                      <a:pt x="12480" y="2455"/>
                      <a:pt x="12341" y="2455"/>
                    </a:cubicBezTo>
                    <a:cubicBezTo>
                      <a:pt x="12341" y="2477"/>
                      <a:pt x="12341" y="2500"/>
                      <a:pt x="12341" y="2523"/>
                    </a:cubicBezTo>
                    <a:cubicBezTo>
                      <a:pt x="11553" y="2523"/>
                      <a:pt x="10766" y="2523"/>
                      <a:pt x="9955" y="2523"/>
                    </a:cubicBezTo>
                    <a:cubicBezTo>
                      <a:pt x="9955" y="2500"/>
                      <a:pt x="9955" y="2478"/>
                      <a:pt x="9955" y="2455"/>
                    </a:cubicBezTo>
                    <a:cubicBezTo>
                      <a:pt x="9752" y="2455"/>
                      <a:pt x="9550" y="2455"/>
                      <a:pt x="9341" y="2455"/>
                    </a:cubicBezTo>
                    <a:cubicBezTo>
                      <a:pt x="9341" y="2477"/>
                      <a:pt x="9341" y="2500"/>
                      <a:pt x="9341" y="2523"/>
                    </a:cubicBezTo>
                    <a:cubicBezTo>
                      <a:pt x="7856" y="2523"/>
                      <a:pt x="6371" y="2523"/>
                      <a:pt x="4841" y="2523"/>
                    </a:cubicBezTo>
                    <a:cubicBezTo>
                      <a:pt x="4841" y="2500"/>
                      <a:pt x="4841" y="2478"/>
                      <a:pt x="4841" y="2455"/>
                    </a:cubicBezTo>
                    <a:cubicBezTo>
                      <a:pt x="4683" y="2455"/>
                      <a:pt x="4526" y="2455"/>
                      <a:pt x="4364" y="2455"/>
                    </a:cubicBezTo>
                    <a:cubicBezTo>
                      <a:pt x="4364" y="2432"/>
                      <a:pt x="4364" y="2410"/>
                      <a:pt x="4364" y="2386"/>
                    </a:cubicBezTo>
                    <a:cubicBezTo>
                      <a:pt x="4319" y="2386"/>
                      <a:pt x="4274" y="2386"/>
                      <a:pt x="4227" y="2386"/>
                    </a:cubicBezTo>
                    <a:cubicBezTo>
                      <a:pt x="4227" y="2409"/>
                      <a:pt x="4227" y="2431"/>
                      <a:pt x="4227" y="2455"/>
                    </a:cubicBezTo>
                    <a:cubicBezTo>
                      <a:pt x="4160" y="2455"/>
                      <a:pt x="4092" y="2455"/>
                      <a:pt x="4023" y="2455"/>
                    </a:cubicBezTo>
                    <a:cubicBezTo>
                      <a:pt x="4023" y="2477"/>
                      <a:pt x="4023" y="2500"/>
                      <a:pt x="4023" y="2523"/>
                    </a:cubicBezTo>
                    <a:cubicBezTo>
                      <a:pt x="3078" y="2523"/>
                      <a:pt x="2133" y="2523"/>
                      <a:pt x="1159" y="2523"/>
                    </a:cubicBezTo>
                    <a:cubicBezTo>
                      <a:pt x="1159" y="2500"/>
                      <a:pt x="1159" y="2478"/>
                      <a:pt x="1159" y="2455"/>
                    </a:cubicBezTo>
                    <a:cubicBezTo>
                      <a:pt x="1002" y="2455"/>
                      <a:pt x="844" y="2455"/>
                      <a:pt x="682" y="2455"/>
                    </a:cubicBezTo>
                    <a:cubicBezTo>
                      <a:pt x="682" y="2477"/>
                      <a:pt x="682" y="2500"/>
                      <a:pt x="682" y="2523"/>
                    </a:cubicBezTo>
                    <a:cubicBezTo>
                      <a:pt x="479" y="2523"/>
                      <a:pt x="277" y="2523"/>
                      <a:pt x="68" y="2523"/>
                    </a:cubicBezTo>
                    <a:cubicBezTo>
                      <a:pt x="68" y="2500"/>
                      <a:pt x="68" y="2478"/>
                      <a:pt x="68" y="2455"/>
                    </a:cubicBezTo>
                    <a:cubicBezTo>
                      <a:pt x="46" y="2455"/>
                      <a:pt x="23" y="2455"/>
                      <a:pt x="0" y="2455"/>
                    </a:cubicBezTo>
                    <a:cubicBezTo>
                      <a:pt x="0" y="2365"/>
                      <a:pt x="0" y="2275"/>
                      <a:pt x="0" y="2182"/>
                    </a:cubicBezTo>
                    <a:cubicBezTo>
                      <a:pt x="22" y="2182"/>
                      <a:pt x="45" y="2182"/>
                      <a:pt x="68" y="2182"/>
                    </a:cubicBezTo>
                    <a:cubicBezTo>
                      <a:pt x="68" y="2159"/>
                      <a:pt x="68" y="2137"/>
                      <a:pt x="68" y="2114"/>
                    </a:cubicBezTo>
                    <a:cubicBezTo>
                      <a:pt x="226" y="2114"/>
                      <a:pt x="383" y="2114"/>
                      <a:pt x="545" y="2114"/>
                    </a:cubicBezTo>
                    <a:cubicBezTo>
                      <a:pt x="545" y="2136"/>
                      <a:pt x="545" y="2159"/>
                      <a:pt x="545" y="2182"/>
                    </a:cubicBezTo>
                    <a:cubicBezTo>
                      <a:pt x="590" y="2182"/>
                      <a:pt x="635" y="2182"/>
                      <a:pt x="682" y="2182"/>
                    </a:cubicBezTo>
                    <a:cubicBezTo>
                      <a:pt x="682" y="2159"/>
                      <a:pt x="682" y="2137"/>
                      <a:pt x="682" y="2114"/>
                    </a:cubicBezTo>
                    <a:cubicBezTo>
                      <a:pt x="1087" y="2114"/>
                      <a:pt x="1492" y="2114"/>
                      <a:pt x="1909" y="2114"/>
                    </a:cubicBezTo>
                    <a:cubicBezTo>
                      <a:pt x="1909" y="2136"/>
                      <a:pt x="1909" y="2159"/>
                      <a:pt x="1909" y="2182"/>
                    </a:cubicBezTo>
                    <a:cubicBezTo>
                      <a:pt x="1999" y="2182"/>
                      <a:pt x="2089" y="2182"/>
                      <a:pt x="2182" y="2182"/>
                    </a:cubicBezTo>
                    <a:cubicBezTo>
                      <a:pt x="2182" y="2159"/>
                      <a:pt x="2182" y="2137"/>
                      <a:pt x="2182" y="2114"/>
                    </a:cubicBezTo>
                    <a:cubicBezTo>
                      <a:pt x="2879" y="2114"/>
                      <a:pt x="3577" y="2114"/>
                      <a:pt x="4295" y="2114"/>
                    </a:cubicBezTo>
                    <a:cubicBezTo>
                      <a:pt x="4295" y="2091"/>
                      <a:pt x="4295" y="2069"/>
                      <a:pt x="4295" y="2045"/>
                    </a:cubicBezTo>
                    <a:cubicBezTo>
                      <a:pt x="4318" y="2045"/>
                      <a:pt x="4340" y="2045"/>
                      <a:pt x="4364" y="2045"/>
                    </a:cubicBezTo>
                    <a:cubicBezTo>
                      <a:pt x="4364" y="2023"/>
                      <a:pt x="4364" y="2000"/>
                      <a:pt x="4364" y="1977"/>
                    </a:cubicBezTo>
                    <a:cubicBezTo>
                      <a:pt x="4341" y="1977"/>
                      <a:pt x="4319" y="1977"/>
                      <a:pt x="4295" y="1977"/>
                    </a:cubicBezTo>
                    <a:cubicBezTo>
                      <a:pt x="4295" y="1797"/>
                      <a:pt x="4295" y="1617"/>
                      <a:pt x="4295" y="1432"/>
                    </a:cubicBezTo>
                    <a:cubicBezTo>
                      <a:pt x="4340" y="1432"/>
                      <a:pt x="4385" y="1432"/>
                      <a:pt x="4432" y="1432"/>
                    </a:cubicBezTo>
                    <a:cubicBezTo>
                      <a:pt x="4432" y="1454"/>
                      <a:pt x="4432" y="1477"/>
                      <a:pt x="4432" y="1500"/>
                    </a:cubicBezTo>
                    <a:cubicBezTo>
                      <a:pt x="4454" y="1500"/>
                      <a:pt x="4477" y="1500"/>
                      <a:pt x="4500" y="1500"/>
                    </a:cubicBezTo>
                    <a:cubicBezTo>
                      <a:pt x="4500" y="1545"/>
                      <a:pt x="4500" y="1590"/>
                      <a:pt x="4500" y="1636"/>
                    </a:cubicBezTo>
                    <a:cubicBezTo>
                      <a:pt x="4522" y="1636"/>
                      <a:pt x="4545" y="1636"/>
                      <a:pt x="4568" y="1636"/>
                    </a:cubicBezTo>
                    <a:cubicBezTo>
                      <a:pt x="4568" y="1726"/>
                      <a:pt x="4568" y="1816"/>
                      <a:pt x="4568" y="1909"/>
                    </a:cubicBezTo>
                    <a:cubicBezTo>
                      <a:pt x="4546" y="1909"/>
                      <a:pt x="4523" y="1909"/>
                      <a:pt x="4500" y="1909"/>
                    </a:cubicBezTo>
                    <a:cubicBezTo>
                      <a:pt x="4500" y="1954"/>
                      <a:pt x="4500" y="1999"/>
                      <a:pt x="4500" y="2045"/>
                    </a:cubicBezTo>
                    <a:cubicBezTo>
                      <a:pt x="4522" y="2045"/>
                      <a:pt x="4545" y="2045"/>
                      <a:pt x="4568" y="2045"/>
                    </a:cubicBezTo>
                    <a:cubicBezTo>
                      <a:pt x="4568" y="2090"/>
                      <a:pt x="4568" y="2135"/>
                      <a:pt x="4568" y="2182"/>
                    </a:cubicBezTo>
                    <a:cubicBezTo>
                      <a:pt x="4591" y="2182"/>
                      <a:pt x="4613" y="2182"/>
                      <a:pt x="4636" y="2182"/>
                    </a:cubicBezTo>
                    <a:cubicBezTo>
                      <a:pt x="4636" y="2204"/>
                      <a:pt x="4636" y="2227"/>
                      <a:pt x="4636" y="2250"/>
                    </a:cubicBezTo>
                    <a:cubicBezTo>
                      <a:pt x="5131" y="2250"/>
                      <a:pt x="5626" y="2250"/>
                      <a:pt x="6136" y="2250"/>
                    </a:cubicBezTo>
                    <a:cubicBezTo>
                      <a:pt x="6136" y="2227"/>
                      <a:pt x="6136" y="2205"/>
                      <a:pt x="6136" y="2182"/>
                    </a:cubicBezTo>
                    <a:cubicBezTo>
                      <a:pt x="6204" y="2182"/>
                      <a:pt x="6271" y="2182"/>
                      <a:pt x="6341" y="2182"/>
                    </a:cubicBezTo>
                    <a:cubicBezTo>
                      <a:pt x="6341" y="2159"/>
                      <a:pt x="6341" y="2137"/>
                      <a:pt x="6341" y="2114"/>
                    </a:cubicBezTo>
                    <a:cubicBezTo>
                      <a:pt x="6363" y="2114"/>
                      <a:pt x="6386" y="2114"/>
                      <a:pt x="6409" y="2114"/>
                    </a:cubicBezTo>
                    <a:cubicBezTo>
                      <a:pt x="6409" y="2091"/>
                      <a:pt x="6409" y="2069"/>
                      <a:pt x="6409" y="2045"/>
                    </a:cubicBezTo>
                    <a:cubicBezTo>
                      <a:pt x="6432" y="2045"/>
                      <a:pt x="6454" y="2045"/>
                      <a:pt x="6477" y="2045"/>
                    </a:cubicBezTo>
                    <a:cubicBezTo>
                      <a:pt x="6477" y="1865"/>
                      <a:pt x="6477" y="1685"/>
                      <a:pt x="6477" y="1500"/>
                    </a:cubicBezTo>
                    <a:cubicBezTo>
                      <a:pt x="6545" y="1500"/>
                      <a:pt x="6612" y="1500"/>
                      <a:pt x="6682" y="1500"/>
                    </a:cubicBezTo>
                    <a:cubicBezTo>
                      <a:pt x="6682" y="1523"/>
                      <a:pt x="6682" y="1545"/>
                      <a:pt x="6682" y="1568"/>
                    </a:cubicBezTo>
                    <a:cubicBezTo>
                      <a:pt x="6704" y="1568"/>
                      <a:pt x="6727" y="1568"/>
                      <a:pt x="6750" y="1568"/>
                    </a:cubicBezTo>
                    <a:cubicBezTo>
                      <a:pt x="6750" y="1591"/>
                      <a:pt x="6750" y="1613"/>
                      <a:pt x="6750" y="1636"/>
                    </a:cubicBezTo>
                    <a:cubicBezTo>
                      <a:pt x="6772" y="1636"/>
                      <a:pt x="6795" y="1636"/>
                      <a:pt x="6818" y="1636"/>
                    </a:cubicBezTo>
                    <a:cubicBezTo>
                      <a:pt x="6818" y="1771"/>
                      <a:pt x="6818" y="1906"/>
                      <a:pt x="6818" y="2045"/>
                    </a:cubicBezTo>
                    <a:cubicBezTo>
                      <a:pt x="6841" y="2045"/>
                      <a:pt x="6863" y="2045"/>
                      <a:pt x="6886" y="2045"/>
                    </a:cubicBezTo>
                    <a:cubicBezTo>
                      <a:pt x="6886" y="2068"/>
                      <a:pt x="6886" y="2090"/>
                      <a:pt x="6886" y="2114"/>
                    </a:cubicBezTo>
                    <a:cubicBezTo>
                      <a:pt x="7156" y="2114"/>
                      <a:pt x="7426" y="2114"/>
                      <a:pt x="7705" y="2114"/>
                    </a:cubicBezTo>
                    <a:cubicBezTo>
                      <a:pt x="7705" y="2136"/>
                      <a:pt x="7705" y="2159"/>
                      <a:pt x="7705" y="2182"/>
                    </a:cubicBezTo>
                    <a:cubicBezTo>
                      <a:pt x="7840" y="2182"/>
                      <a:pt x="7975" y="2182"/>
                      <a:pt x="8114" y="2182"/>
                    </a:cubicBezTo>
                    <a:cubicBezTo>
                      <a:pt x="8114" y="2159"/>
                      <a:pt x="8114" y="2137"/>
                      <a:pt x="8114" y="2114"/>
                    </a:cubicBezTo>
                    <a:cubicBezTo>
                      <a:pt x="8271" y="2114"/>
                      <a:pt x="8429" y="2114"/>
                      <a:pt x="8591" y="2114"/>
                    </a:cubicBezTo>
                    <a:cubicBezTo>
                      <a:pt x="8591" y="2091"/>
                      <a:pt x="8591" y="2069"/>
                      <a:pt x="8591" y="2045"/>
                    </a:cubicBezTo>
                    <a:cubicBezTo>
                      <a:pt x="8613" y="2045"/>
                      <a:pt x="8636" y="2045"/>
                      <a:pt x="8659" y="2045"/>
                    </a:cubicBezTo>
                    <a:cubicBezTo>
                      <a:pt x="8659" y="2023"/>
                      <a:pt x="8659" y="2000"/>
                      <a:pt x="8659" y="1977"/>
                    </a:cubicBezTo>
                    <a:cubicBezTo>
                      <a:pt x="8704" y="1977"/>
                      <a:pt x="8749" y="1977"/>
                      <a:pt x="8795" y="1977"/>
                    </a:cubicBezTo>
                    <a:cubicBezTo>
                      <a:pt x="8795" y="2000"/>
                      <a:pt x="8795" y="2022"/>
                      <a:pt x="8795" y="2045"/>
                    </a:cubicBezTo>
                    <a:cubicBezTo>
                      <a:pt x="8818" y="2045"/>
                      <a:pt x="8840" y="2045"/>
                      <a:pt x="8864" y="2045"/>
                    </a:cubicBezTo>
                    <a:cubicBezTo>
                      <a:pt x="8864" y="2023"/>
                      <a:pt x="8864" y="2000"/>
                      <a:pt x="8864" y="1977"/>
                    </a:cubicBezTo>
                    <a:cubicBezTo>
                      <a:pt x="8909" y="1977"/>
                      <a:pt x="8954" y="1977"/>
                      <a:pt x="9000" y="1977"/>
                    </a:cubicBezTo>
                    <a:cubicBezTo>
                      <a:pt x="9000" y="2000"/>
                      <a:pt x="9000" y="2022"/>
                      <a:pt x="9000" y="2045"/>
                    </a:cubicBezTo>
                    <a:cubicBezTo>
                      <a:pt x="9022" y="2045"/>
                      <a:pt x="9045" y="2045"/>
                      <a:pt x="9068" y="2045"/>
                    </a:cubicBezTo>
                    <a:cubicBezTo>
                      <a:pt x="9068" y="2068"/>
                      <a:pt x="9068" y="2090"/>
                      <a:pt x="9068" y="2114"/>
                    </a:cubicBezTo>
                    <a:cubicBezTo>
                      <a:pt x="9091" y="2114"/>
                      <a:pt x="9113" y="2114"/>
                      <a:pt x="9136" y="2114"/>
                    </a:cubicBezTo>
                    <a:cubicBezTo>
                      <a:pt x="9136" y="2136"/>
                      <a:pt x="9136" y="2159"/>
                      <a:pt x="9136" y="2182"/>
                    </a:cubicBezTo>
                    <a:cubicBezTo>
                      <a:pt x="9204" y="2182"/>
                      <a:pt x="9271" y="2182"/>
                      <a:pt x="9341" y="2182"/>
                    </a:cubicBezTo>
                    <a:cubicBezTo>
                      <a:pt x="9341" y="2204"/>
                      <a:pt x="9341" y="2227"/>
                      <a:pt x="9341" y="2250"/>
                    </a:cubicBezTo>
                    <a:cubicBezTo>
                      <a:pt x="9386" y="2250"/>
                      <a:pt x="9431" y="2250"/>
                      <a:pt x="9477" y="2250"/>
                    </a:cubicBezTo>
                    <a:cubicBezTo>
                      <a:pt x="9477" y="2273"/>
                      <a:pt x="9477" y="2295"/>
                      <a:pt x="9477" y="2318"/>
                    </a:cubicBezTo>
                    <a:cubicBezTo>
                      <a:pt x="9680" y="2318"/>
                      <a:pt x="9882" y="2318"/>
                      <a:pt x="10091" y="2318"/>
                    </a:cubicBezTo>
                    <a:cubicBezTo>
                      <a:pt x="10091" y="2273"/>
                      <a:pt x="10091" y="2228"/>
                      <a:pt x="10091" y="2182"/>
                    </a:cubicBezTo>
                    <a:cubicBezTo>
                      <a:pt x="10113" y="2182"/>
                      <a:pt x="10136" y="2182"/>
                      <a:pt x="10159" y="2182"/>
                    </a:cubicBezTo>
                    <a:cubicBezTo>
                      <a:pt x="10159" y="2159"/>
                      <a:pt x="10159" y="2137"/>
                      <a:pt x="10159" y="2114"/>
                    </a:cubicBezTo>
                    <a:cubicBezTo>
                      <a:pt x="10204" y="2114"/>
                      <a:pt x="10249" y="2114"/>
                      <a:pt x="10295" y="2114"/>
                    </a:cubicBezTo>
                    <a:cubicBezTo>
                      <a:pt x="10295" y="2136"/>
                      <a:pt x="10295" y="2159"/>
                      <a:pt x="10295" y="2182"/>
                    </a:cubicBezTo>
                    <a:cubicBezTo>
                      <a:pt x="10430" y="2182"/>
                      <a:pt x="10565" y="2182"/>
                      <a:pt x="10705" y="2182"/>
                    </a:cubicBezTo>
                    <a:cubicBezTo>
                      <a:pt x="10705" y="2137"/>
                      <a:pt x="10705" y="2092"/>
                      <a:pt x="10705" y="2045"/>
                    </a:cubicBezTo>
                    <a:cubicBezTo>
                      <a:pt x="10727" y="2045"/>
                      <a:pt x="10750" y="2045"/>
                      <a:pt x="10773" y="2045"/>
                    </a:cubicBezTo>
                    <a:cubicBezTo>
                      <a:pt x="10773" y="1550"/>
                      <a:pt x="10773" y="1055"/>
                      <a:pt x="10773" y="545"/>
                    </a:cubicBezTo>
                    <a:cubicBezTo>
                      <a:pt x="10750" y="545"/>
                      <a:pt x="10728" y="545"/>
                      <a:pt x="10705" y="545"/>
                    </a:cubicBezTo>
                    <a:cubicBezTo>
                      <a:pt x="10705" y="523"/>
                      <a:pt x="10705" y="500"/>
                      <a:pt x="10705" y="477"/>
                    </a:cubicBezTo>
                    <a:cubicBezTo>
                      <a:pt x="10615" y="477"/>
                      <a:pt x="10525" y="477"/>
                      <a:pt x="10432" y="477"/>
                    </a:cubicBezTo>
                    <a:cubicBezTo>
                      <a:pt x="10432" y="432"/>
                      <a:pt x="10432" y="387"/>
                      <a:pt x="10432" y="341"/>
                    </a:cubicBezTo>
                    <a:cubicBezTo>
                      <a:pt x="10477" y="341"/>
                      <a:pt x="10522" y="341"/>
                      <a:pt x="10568" y="341"/>
                    </a:cubicBezTo>
                    <a:cubicBezTo>
                      <a:pt x="10568" y="318"/>
                      <a:pt x="10568" y="296"/>
                      <a:pt x="10568" y="273"/>
                    </a:cubicBezTo>
                    <a:cubicBezTo>
                      <a:pt x="10591" y="273"/>
                      <a:pt x="10613" y="273"/>
                      <a:pt x="10636" y="273"/>
                    </a:cubicBezTo>
                    <a:cubicBezTo>
                      <a:pt x="10636" y="250"/>
                      <a:pt x="10636" y="228"/>
                      <a:pt x="10636" y="205"/>
                    </a:cubicBezTo>
                    <a:cubicBezTo>
                      <a:pt x="10659" y="205"/>
                      <a:pt x="10681" y="205"/>
                      <a:pt x="10705" y="205"/>
                    </a:cubicBezTo>
                    <a:cubicBezTo>
                      <a:pt x="10705" y="182"/>
                      <a:pt x="10705" y="160"/>
                      <a:pt x="10705" y="136"/>
                    </a:cubicBezTo>
                    <a:cubicBezTo>
                      <a:pt x="10750" y="136"/>
                      <a:pt x="10795" y="136"/>
                      <a:pt x="10841" y="136"/>
                    </a:cubicBezTo>
                    <a:cubicBezTo>
                      <a:pt x="10841" y="114"/>
                      <a:pt x="10841" y="91"/>
                      <a:pt x="10841" y="68"/>
                    </a:cubicBezTo>
                    <a:cubicBezTo>
                      <a:pt x="10863" y="68"/>
                      <a:pt x="10886" y="68"/>
                      <a:pt x="10909" y="68"/>
                    </a:cubicBezTo>
                    <a:cubicBezTo>
                      <a:pt x="10909" y="46"/>
                      <a:pt x="10909" y="23"/>
                      <a:pt x="109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48" name="ICON_C_FEATURES_HEADER_path_005"/>
              <p:cNvSpPr/>
              <p:nvPr/>
            </p:nvSpPr>
            <p:spPr>
              <a:xfrm>
                <a:off x="7805016" y="7130256"/>
                <a:ext cx="165389" cy="49357"/>
              </a:xfrm>
              <a:custGeom>
                <a:avLst/>
                <a:gdLst/>
                <a:ahLst/>
                <a:cxnLst/>
                <a:rect l="0" t="0" r="r" b="b"/>
                <a:pathLst>
                  <a:path w="13023" h="3886" fill="norm" stroke="0">
                    <a:moveTo>
                      <a:pt x="6545" y="0"/>
                    </a:moveTo>
                    <a:cubicBezTo>
                      <a:pt x="6613" y="0"/>
                      <a:pt x="6680" y="0"/>
                      <a:pt x="6750" y="0"/>
                    </a:cubicBezTo>
                    <a:cubicBezTo>
                      <a:pt x="6750" y="23"/>
                      <a:pt x="6750" y="45"/>
                      <a:pt x="6750" y="68"/>
                    </a:cubicBezTo>
                    <a:cubicBezTo>
                      <a:pt x="6772" y="68"/>
                      <a:pt x="6795" y="68"/>
                      <a:pt x="6818" y="68"/>
                    </a:cubicBezTo>
                    <a:cubicBezTo>
                      <a:pt x="6818" y="271"/>
                      <a:pt x="6818" y="473"/>
                      <a:pt x="6818" y="682"/>
                    </a:cubicBezTo>
                    <a:cubicBezTo>
                      <a:pt x="6841" y="682"/>
                      <a:pt x="6863" y="682"/>
                      <a:pt x="6886" y="682"/>
                    </a:cubicBezTo>
                    <a:cubicBezTo>
                      <a:pt x="6886" y="704"/>
                      <a:pt x="6886" y="727"/>
                      <a:pt x="6886" y="750"/>
                    </a:cubicBezTo>
                    <a:cubicBezTo>
                      <a:pt x="6909" y="750"/>
                      <a:pt x="6931" y="750"/>
                      <a:pt x="6955" y="750"/>
                    </a:cubicBezTo>
                    <a:cubicBezTo>
                      <a:pt x="6955" y="773"/>
                      <a:pt x="6955" y="795"/>
                      <a:pt x="6955" y="818"/>
                    </a:cubicBezTo>
                    <a:cubicBezTo>
                      <a:pt x="6932" y="818"/>
                      <a:pt x="6910" y="818"/>
                      <a:pt x="6886" y="818"/>
                    </a:cubicBezTo>
                    <a:cubicBezTo>
                      <a:pt x="6886" y="841"/>
                      <a:pt x="6886" y="863"/>
                      <a:pt x="6886" y="886"/>
                    </a:cubicBezTo>
                    <a:cubicBezTo>
                      <a:pt x="6841" y="886"/>
                      <a:pt x="6796" y="886"/>
                      <a:pt x="6750" y="886"/>
                    </a:cubicBezTo>
                    <a:cubicBezTo>
                      <a:pt x="6750" y="909"/>
                      <a:pt x="6750" y="931"/>
                      <a:pt x="6750" y="955"/>
                    </a:cubicBezTo>
                    <a:cubicBezTo>
                      <a:pt x="6727" y="955"/>
                      <a:pt x="6705" y="955"/>
                      <a:pt x="6682" y="955"/>
                    </a:cubicBezTo>
                    <a:cubicBezTo>
                      <a:pt x="6682" y="1202"/>
                      <a:pt x="6682" y="1450"/>
                      <a:pt x="6682" y="1705"/>
                    </a:cubicBezTo>
                    <a:cubicBezTo>
                      <a:pt x="6704" y="1705"/>
                      <a:pt x="6727" y="1705"/>
                      <a:pt x="6750" y="1705"/>
                    </a:cubicBezTo>
                    <a:cubicBezTo>
                      <a:pt x="6750" y="1750"/>
                      <a:pt x="6750" y="1795"/>
                      <a:pt x="6750" y="1841"/>
                    </a:cubicBezTo>
                    <a:cubicBezTo>
                      <a:pt x="6772" y="1841"/>
                      <a:pt x="6795" y="1841"/>
                      <a:pt x="6818" y="1841"/>
                    </a:cubicBezTo>
                    <a:cubicBezTo>
                      <a:pt x="6818" y="2043"/>
                      <a:pt x="6818" y="2246"/>
                      <a:pt x="6818" y="2455"/>
                    </a:cubicBezTo>
                    <a:cubicBezTo>
                      <a:pt x="6796" y="2455"/>
                      <a:pt x="6773" y="2455"/>
                      <a:pt x="6750" y="2455"/>
                    </a:cubicBezTo>
                    <a:cubicBezTo>
                      <a:pt x="6750" y="2522"/>
                      <a:pt x="6750" y="2590"/>
                      <a:pt x="6750" y="2659"/>
                    </a:cubicBezTo>
                    <a:cubicBezTo>
                      <a:pt x="6795" y="2659"/>
                      <a:pt x="6840" y="2659"/>
                      <a:pt x="6886" y="2659"/>
                    </a:cubicBezTo>
                    <a:cubicBezTo>
                      <a:pt x="6886" y="2682"/>
                      <a:pt x="6886" y="2704"/>
                      <a:pt x="6886" y="2727"/>
                    </a:cubicBezTo>
                    <a:cubicBezTo>
                      <a:pt x="6931" y="2727"/>
                      <a:pt x="6976" y="2727"/>
                      <a:pt x="7023" y="2727"/>
                    </a:cubicBezTo>
                    <a:cubicBezTo>
                      <a:pt x="7023" y="2750"/>
                      <a:pt x="7023" y="2772"/>
                      <a:pt x="7023" y="2795"/>
                    </a:cubicBezTo>
                    <a:cubicBezTo>
                      <a:pt x="7293" y="2795"/>
                      <a:pt x="7563" y="2795"/>
                      <a:pt x="7841" y="2795"/>
                    </a:cubicBezTo>
                    <a:cubicBezTo>
                      <a:pt x="7841" y="2750"/>
                      <a:pt x="7841" y="2705"/>
                      <a:pt x="7841" y="2659"/>
                    </a:cubicBezTo>
                    <a:cubicBezTo>
                      <a:pt x="7908" y="2659"/>
                      <a:pt x="7976" y="2659"/>
                      <a:pt x="8045" y="2659"/>
                    </a:cubicBezTo>
                    <a:cubicBezTo>
                      <a:pt x="8045" y="2704"/>
                      <a:pt x="8045" y="2749"/>
                      <a:pt x="8045" y="2795"/>
                    </a:cubicBezTo>
                    <a:cubicBezTo>
                      <a:pt x="8113" y="2795"/>
                      <a:pt x="8180" y="2795"/>
                      <a:pt x="8250" y="2795"/>
                    </a:cubicBezTo>
                    <a:cubicBezTo>
                      <a:pt x="8250" y="2750"/>
                      <a:pt x="8250" y="2705"/>
                      <a:pt x="8250" y="2659"/>
                    </a:cubicBezTo>
                    <a:cubicBezTo>
                      <a:pt x="8317" y="2659"/>
                      <a:pt x="8385" y="2659"/>
                      <a:pt x="8455" y="2659"/>
                    </a:cubicBezTo>
                    <a:cubicBezTo>
                      <a:pt x="8455" y="2682"/>
                      <a:pt x="8455" y="2704"/>
                      <a:pt x="8455" y="2727"/>
                    </a:cubicBezTo>
                    <a:cubicBezTo>
                      <a:pt x="8477" y="2727"/>
                      <a:pt x="8500" y="2727"/>
                      <a:pt x="8523" y="2727"/>
                    </a:cubicBezTo>
                    <a:cubicBezTo>
                      <a:pt x="8523" y="2705"/>
                      <a:pt x="8523" y="2682"/>
                      <a:pt x="8523" y="2659"/>
                    </a:cubicBezTo>
                    <a:cubicBezTo>
                      <a:pt x="8545" y="2659"/>
                      <a:pt x="8568" y="2659"/>
                      <a:pt x="8591" y="2659"/>
                    </a:cubicBezTo>
                    <a:cubicBezTo>
                      <a:pt x="8591" y="2637"/>
                      <a:pt x="8591" y="2614"/>
                      <a:pt x="8591" y="2591"/>
                    </a:cubicBezTo>
                    <a:cubicBezTo>
                      <a:pt x="8613" y="2591"/>
                      <a:pt x="8636" y="2591"/>
                      <a:pt x="8659" y="2591"/>
                    </a:cubicBezTo>
                    <a:cubicBezTo>
                      <a:pt x="8659" y="2568"/>
                      <a:pt x="8659" y="2546"/>
                      <a:pt x="8659" y="2523"/>
                    </a:cubicBezTo>
                    <a:cubicBezTo>
                      <a:pt x="8682" y="2523"/>
                      <a:pt x="8704" y="2523"/>
                      <a:pt x="8727" y="2523"/>
                    </a:cubicBezTo>
                    <a:cubicBezTo>
                      <a:pt x="8727" y="2545"/>
                      <a:pt x="8727" y="2568"/>
                      <a:pt x="8727" y="2591"/>
                    </a:cubicBezTo>
                    <a:cubicBezTo>
                      <a:pt x="8750" y="2591"/>
                      <a:pt x="8772" y="2591"/>
                      <a:pt x="8795" y="2591"/>
                    </a:cubicBezTo>
                    <a:cubicBezTo>
                      <a:pt x="8795" y="2613"/>
                      <a:pt x="8795" y="2636"/>
                      <a:pt x="8795" y="2659"/>
                    </a:cubicBezTo>
                    <a:cubicBezTo>
                      <a:pt x="8953" y="2659"/>
                      <a:pt x="9110" y="2659"/>
                      <a:pt x="9273" y="2659"/>
                    </a:cubicBezTo>
                    <a:cubicBezTo>
                      <a:pt x="9273" y="2637"/>
                      <a:pt x="9273" y="2614"/>
                      <a:pt x="9273" y="2591"/>
                    </a:cubicBezTo>
                    <a:cubicBezTo>
                      <a:pt x="9745" y="2591"/>
                      <a:pt x="10218" y="2591"/>
                      <a:pt x="10705" y="2591"/>
                    </a:cubicBezTo>
                    <a:cubicBezTo>
                      <a:pt x="10705" y="2568"/>
                      <a:pt x="10705" y="2546"/>
                      <a:pt x="10705" y="2523"/>
                    </a:cubicBezTo>
                    <a:cubicBezTo>
                      <a:pt x="10727" y="2523"/>
                      <a:pt x="10750" y="2523"/>
                      <a:pt x="10773" y="2523"/>
                    </a:cubicBezTo>
                    <a:cubicBezTo>
                      <a:pt x="10773" y="2298"/>
                      <a:pt x="10773" y="2073"/>
                      <a:pt x="10773" y="1841"/>
                    </a:cubicBezTo>
                    <a:cubicBezTo>
                      <a:pt x="10795" y="1841"/>
                      <a:pt x="10818" y="1841"/>
                      <a:pt x="10841" y="1841"/>
                    </a:cubicBezTo>
                    <a:cubicBezTo>
                      <a:pt x="10841" y="1818"/>
                      <a:pt x="10841" y="1796"/>
                      <a:pt x="10841" y="1773"/>
                    </a:cubicBezTo>
                    <a:cubicBezTo>
                      <a:pt x="10931" y="1773"/>
                      <a:pt x="11021" y="1773"/>
                      <a:pt x="11114" y="1773"/>
                    </a:cubicBezTo>
                    <a:cubicBezTo>
                      <a:pt x="11114" y="2065"/>
                      <a:pt x="11114" y="2358"/>
                      <a:pt x="11114" y="2659"/>
                    </a:cubicBezTo>
                    <a:cubicBezTo>
                      <a:pt x="11474" y="2659"/>
                      <a:pt x="11834" y="2659"/>
                      <a:pt x="12205" y="2659"/>
                    </a:cubicBezTo>
                    <a:cubicBezTo>
                      <a:pt x="12205" y="2637"/>
                      <a:pt x="12205" y="2614"/>
                      <a:pt x="12205" y="2591"/>
                    </a:cubicBezTo>
                    <a:cubicBezTo>
                      <a:pt x="12407" y="2591"/>
                      <a:pt x="12610" y="2591"/>
                      <a:pt x="12818" y="2591"/>
                    </a:cubicBezTo>
                    <a:cubicBezTo>
                      <a:pt x="12818" y="2568"/>
                      <a:pt x="12818" y="2546"/>
                      <a:pt x="12818" y="2523"/>
                    </a:cubicBezTo>
                    <a:cubicBezTo>
                      <a:pt x="12841" y="2523"/>
                      <a:pt x="12863" y="2523"/>
                      <a:pt x="12886" y="2523"/>
                    </a:cubicBezTo>
                    <a:cubicBezTo>
                      <a:pt x="12886" y="2410"/>
                      <a:pt x="12886" y="2298"/>
                      <a:pt x="12886" y="2182"/>
                    </a:cubicBezTo>
                    <a:cubicBezTo>
                      <a:pt x="12931" y="2182"/>
                      <a:pt x="12976" y="2182"/>
                      <a:pt x="13023" y="2182"/>
                    </a:cubicBezTo>
                    <a:cubicBezTo>
                      <a:pt x="13023" y="2407"/>
                      <a:pt x="13023" y="2632"/>
                      <a:pt x="13023" y="2864"/>
                    </a:cubicBezTo>
                    <a:cubicBezTo>
                      <a:pt x="13000" y="2864"/>
                      <a:pt x="12978" y="2864"/>
                      <a:pt x="12955" y="2864"/>
                    </a:cubicBezTo>
                    <a:cubicBezTo>
                      <a:pt x="12955" y="2886"/>
                      <a:pt x="12955" y="2909"/>
                      <a:pt x="12955" y="2932"/>
                    </a:cubicBezTo>
                    <a:cubicBezTo>
                      <a:pt x="12505" y="2932"/>
                      <a:pt x="12055" y="2932"/>
                      <a:pt x="11591" y="2932"/>
                    </a:cubicBezTo>
                    <a:cubicBezTo>
                      <a:pt x="11591" y="2909"/>
                      <a:pt x="11591" y="2887"/>
                      <a:pt x="11591" y="2864"/>
                    </a:cubicBezTo>
                    <a:cubicBezTo>
                      <a:pt x="11523" y="2864"/>
                      <a:pt x="11456" y="2864"/>
                      <a:pt x="11386" y="2864"/>
                    </a:cubicBezTo>
                    <a:cubicBezTo>
                      <a:pt x="11386" y="2886"/>
                      <a:pt x="11386" y="2909"/>
                      <a:pt x="11386" y="2932"/>
                    </a:cubicBezTo>
                    <a:cubicBezTo>
                      <a:pt x="11184" y="2932"/>
                      <a:pt x="10981" y="2932"/>
                      <a:pt x="10773" y="2932"/>
                    </a:cubicBezTo>
                    <a:cubicBezTo>
                      <a:pt x="10773" y="2909"/>
                      <a:pt x="10773" y="2887"/>
                      <a:pt x="10773" y="2864"/>
                    </a:cubicBezTo>
                    <a:cubicBezTo>
                      <a:pt x="10615" y="2864"/>
                      <a:pt x="10458" y="2864"/>
                      <a:pt x="10295" y="2864"/>
                    </a:cubicBezTo>
                    <a:cubicBezTo>
                      <a:pt x="10295" y="2886"/>
                      <a:pt x="10295" y="2909"/>
                      <a:pt x="10295" y="2932"/>
                    </a:cubicBezTo>
                    <a:cubicBezTo>
                      <a:pt x="9890" y="2932"/>
                      <a:pt x="9485" y="2932"/>
                      <a:pt x="9068" y="2932"/>
                    </a:cubicBezTo>
                    <a:cubicBezTo>
                      <a:pt x="9068" y="2954"/>
                      <a:pt x="9068" y="2977"/>
                      <a:pt x="9068" y="3000"/>
                    </a:cubicBezTo>
                    <a:cubicBezTo>
                      <a:pt x="9046" y="3000"/>
                      <a:pt x="9023" y="3000"/>
                      <a:pt x="9000" y="3000"/>
                    </a:cubicBezTo>
                    <a:cubicBezTo>
                      <a:pt x="9000" y="3293"/>
                      <a:pt x="9000" y="3585"/>
                      <a:pt x="9000" y="3886"/>
                    </a:cubicBezTo>
                    <a:cubicBezTo>
                      <a:pt x="8955" y="3886"/>
                      <a:pt x="8910" y="3886"/>
                      <a:pt x="8864" y="3886"/>
                    </a:cubicBezTo>
                    <a:cubicBezTo>
                      <a:pt x="8864" y="3616"/>
                      <a:pt x="8864" y="3346"/>
                      <a:pt x="8864" y="3068"/>
                    </a:cubicBezTo>
                    <a:cubicBezTo>
                      <a:pt x="8841" y="3068"/>
                      <a:pt x="8819" y="3068"/>
                      <a:pt x="8795" y="3068"/>
                    </a:cubicBezTo>
                    <a:cubicBezTo>
                      <a:pt x="8795" y="3023"/>
                      <a:pt x="8795" y="2978"/>
                      <a:pt x="8795" y="2932"/>
                    </a:cubicBezTo>
                    <a:cubicBezTo>
                      <a:pt x="8773" y="2932"/>
                      <a:pt x="8750" y="2932"/>
                      <a:pt x="8727" y="2932"/>
                    </a:cubicBezTo>
                    <a:cubicBezTo>
                      <a:pt x="8727" y="2909"/>
                      <a:pt x="8727" y="2887"/>
                      <a:pt x="8727" y="2864"/>
                    </a:cubicBezTo>
                    <a:cubicBezTo>
                      <a:pt x="8547" y="2864"/>
                      <a:pt x="8367" y="2864"/>
                      <a:pt x="8182" y="2864"/>
                    </a:cubicBezTo>
                    <a:cubicBezTo>
                      <a:pt x="8182" y="2886"/>
                      <a:pt x="8182" y="2909"/>
                      <a:pt x="8182" y="2932"/>
                    </a:cubicBezTo>
                    <a:cubicBezTo>
                      <a:pt x="7822" y="2932"/>
                      <a:pt x="7462" y="2932"/>
                      <a:pt x="7091" y="2932"/>
                    </a:cubicBezTo>
                    <a:cubicBezTo>
                      <a:pt x="7091" y="2909"/>
                      <a:pt x="7091" y="2887"/>
                      <a:pt x="7091" y="2864"/>
                    </a:cubicBezTo>
                    <a:cubicBezTo>
                      <a:pt x="7023" y="2864"/>
                      <a:pt x="6956" y="2864"/>
                      <a:pt x="6886" y="2864"/>
                    </a:cubicBezTo>
                    <a:cubicBezTo>
                      <a:pt x="6886" y="2886"/>
                      <a:pt x="6886" y="2909"/>
                      <a:pt x="6886" y="2932"/>
                    </a:cubicBezTo>
                    <a:cubicBezTo>
                      <a:pt x="6796" y="2932"/>
                      <a:pt x="6706" y="2932"/>
                      <a:pt x="6614" y="2932"/>
                    </a:cubicBezTo>
                    <a:cubicBezTo>
                      <a:pt x="6614" y="2909"/>
                      <a:pt x="6614" y="2887"/>
                      <a:pt x="6614" y="2864"/>
                    </a:cubicBezTo>
                    <a:cubicBezTo>
                      <a:pt x="6591" y="2864"/>
                      <a:pt x="6569" y="2864"/>
                      <a:pt x="6545" y="2864"/>
                    </a:cubicBezTo>
                    <a:cubicBezTo>
                      <a:pt x="6545" y="2819"/>
                      <a:pt x="6545" y="2774"/>
                      <a:pt x="6545" y="2727"/>
                    </a:cubicBezTo>
                    <a:cubicBezTo>
                      <a:pt x="6523" y="2727"/>
                      <a:pt x="6500" y="2727"/>
                      <a:pt x="6477" y="2727"/>
                    </a:cubicBezTo>
                    <a:cubicBezTo>
                      <a:pt x="6477" y="2772"/>
                      <a:pt x="6477" y="2817"/>
                      <a:pt x="6477" y="2864"/>
                    </a:cubicBezTo>
                    <a:cubicBezTo>
                      <a:pt x="6387" y="2864"/>
                      <a:pt x="6297" y="2864"/>
                      <a:pt x="6205" y="2864"/>
                    </a:cubicBezTo>
                    <a:cubicBezTo>
                      <a:pt x="6205" y="2886"/>
                      <a:pt x="6205" y="2909"/>
                      <a:pt x="6205" y="2932"/>
                    </a:cubicBezTo>
                    <a:cubicBezTo>
                      <a:pt x="6197" y="2932"/>
                      <a:pt x="6190" y="2932"/>
                      <a:pt x="6182" y="2932"/>
                    </a:cubicBezTo>
                    <a:cubicBezTo>
                      <a:pt x="6000" y="2936"/>
                      <a:pt x="5818" y="2939"/>
                      <a:pt x="5636" y="2943"/>
                    </a:cubicBezTo>
                    <a:cubicBezTo>
                      <a:pt x="5549" y="2945"/>
                      <a:pt x="5461" y="2947"/>
                      <a:pt x="5373" y="2949"/>
                    </a:cubicBezTo>
                    <a:cubicBezTo>
                      <a:pt x="5288" y="2950"/>
                      <a:pt x="5203" y="2952"/>
                      <a:pt x="5118" y="2954"/>
                    </a:cubicBezTo>
                    <a:cubicBezTo>
                      <a:pt x="5086" y="2955"/>
                      <a:pt x="5053" y="2955"/>
                      <a:pt x="5021" y="2956"/>
                    </a:cubicBezTo>
                    <a:cubicBezTo>
                      <a:pt x="4976" y="2957"/>
                      <a:pt x="4930" y="2958"/>
                      <a:pt x="4885" y="2959"/>
                    </a:cubicBezTo>
                    <a:cubicBezTo>
                      <a:pt x="4871" y="2959"/>
                      <a:pt x="4858" y="2959"/>
                      <a:pt x="4844" y="2960"/>
                    </a:cubicBezTo>
                    <a:cubicBezTo>
                      <a:pt x="4832" y="2960"/>
                      <a:pt x="4819" y="2960"/>
                      <a:pt x="4807" y="2961"/>
                    </a:cubicBezTo>
                    <a:cubicBezTo>
                      <a:pt x="4796" y="2961"/>
                      <a:pt x="4785" y="2961"/>
                      <a:pt x="4774" y="2961"/>
                    </a:cubicBezTo>
                    <a:cubicBezTo>
                      <a:pt x="4739" y="2966"/>
                      <a:pt x="4739" y="2966"/>
                      <a:pt x="4636" y="3000"/>
                    </a:cubicBezTo>
                    <a:cubicBezTo>
                      <a:pt x="4636" y="3270"/>
                      <a:pt x="4636" y="3540"/>
                      <a:pt x="4636" y="3818"/>
                    </a:cubicBezTo>
                    <a:cubicBezTo>
                      <a:pt x="4614" y="3818"/>
                      <a:pt x="4591" y="3818"/>
                      <a:pt x="4568" y="3818"/>
                    </a:cubicBezTo>
                    <a:cubicBezTo>
                      <a:pt x="4568" y="3841"/>
                      <a:pt x="4568" y="3863"/>
                      <a:pt x="4568" y="3886"/>
                    </a:cubicBezTo>
                    <a:cubicBezTo>
                      <a:pt x="4501" y="3886"/>
                      <a:pt x="4433" y="3886"/>
                      <a:pt x="4364" y="3886"/>
                    </a:cubicBezTo>
                    <a:cubicBezTo>
                      <a:pt x="4364" y="3841"/>
                      <a:pt x="4364" y="3796"/>
                      <a:pt x="4364" y="3750"/>
                    </a:cubicBezTo>
                    <a:cubicBezTo>
                      <a:pt x="4341" y="3750"/>
                      <a:pt x="4319" y="3750"/>
                      <a:pt x="4295" y="3750"/>
                    </a:cubicBezTo>
                    <a:cubicBezTo>
                      <a:pt x="4295" y="3503"/>
                      <a:pt x="4295" y="3255"/>
                      <a:pt x="4295" y="3000"/>
                    </a:cubicBezTo>
                    <a:cubicBezTo>
                      <a:pt x="4273" y="3000"/>
                      <a:pt x="4250" y="3000"/>
                      <a:pt x="4227" y="3000"/>
                    </a:cubicBezTo>
                    <a:cubicBezTo>
                      <a:pt x="4227" y="2977"/>
                      <a:pt x="4227" y="2955"/>
                      <a:pt x="4227" y="2932"/>
                    </a:cubicBezTo>
                    <a:cubicBezTo>
                      <a:pt x="4205" y="2932"/>
                      <a:pt x="4182" y="2932"/>
                      <a:pt x="4159" y="2932"/>
                    </a:cubicBezTo>
                    <a:cubicBezTo>
                      <a:pt x="4159" y="2909"/>
                      <a:pt x="4159" y="2887"/>
                      <a:pt x="4159" y="2864"/>
                    </a:cubicBezTo>
                    <a:cubicBezTo>
                      <a:pt x="4114" y="2864"/>
                      <a:pt x="4069" y="2864"/>
                      <a:pt x="4023" y="2864"/>
                    </a:cubicBezTo>
                    <a:cubicBezTo>
                      <a:pt x="4023" y="2886"/>
                      <a:pt x="4023" y="2909"/>
                      <a:pt x="4023" y="2932"/>
                    </a:cubicBezTo>
                    <a:cubicBezTo>
                      <a:pt x="3595" y="2932"/>
                      <a:pt x="3168" y="2932"/>
                      <a:pt x="2727" y="2932"/>
                    </a:cubicBezTo>
                    <a:cubicBezTo>
                      <a:pt x="2727" y="2909"/>
                      <a:pt x="2727" y="2887"/>
                      <a:pt x="2727" y="2864"/>
                    </a:cubicBezTo>
                    <a:cubicBezTo>
                      <a:pt x="2682" y="2864"/>
                      <a:pt x="2637" y="2864"/>
                      <a:pt x="2591" y="2864"/>
                    </a:cubicBezTo>
                    <a:cubicBezTo>
                      <a:pt x="2591" y="2886"/>
                      <a:pt x="2591" y="2909"/>
                      <a:pt x="2591" y="2932"/>
                    </a:cubicBezTo>
                    <a:cubicBezTo>
                      <a:pt x="2568" y="2932"/>
                      <a:pt x="2546" y="2932"/>
                      <a:pt x="2523" y="2932"/>
                    </a:cubicBezTo>
                    <a:cubicBezTo>
                      <a:pt x="2523" y="2954"/>
                      <a:pt x="2523" y="2977"/>
                      <a:pt x="2523" y="3000"/>
                    </a:cubicBezTo>
                    <a:cubicBezTo>
                      <a:pt x="2500" y="3000"/>
                      <a:pt x="2478" y="3000"/>
                      <a:pt x="2455" y="3000"/>
                    </a:cubicBezTo>
                    <a:cubicBezTo>
                      <a:pt x="2455" y="3023"/>
                      <a:pt x="2455" y="3045"/>
                      <a:pt x="2455" y="3068"/>
                    </a:cubicBezTo>
                    <a:cubicBezTo>
                      <a:pt x="2477" y="3068"/>
                      <a:pt x="2500" y="3068"/>
                      <a:pt x="2523" y="3068"/>
                    </a:cubicBezTo>
                    <a:cubicBezTo>
                      <a:pt x="2523" y="3293"/>
                      <a:pt x="2523" y="3518"/>
                      <a:pt x="2523" y="3750"/>
                    </a:cubicBezTo>
                    <a:cubicBezTo>
                      <a:pt x="2500" y="3750"/>
                      <a:pt x="2478" y="3750"/>
                      <a:pt x="2455" y="3750"/>
                    </a:cubicBezTo>
                    <a:cubicBezTo>
                      <a:pt x="2455" y="3773"/>
                      <a:pt x="2455" y="3795"/>
                      <a:pt x="2455" y="3818"/>
                    </a:cubicBezTo>
                    <a:cubicBezTo>
                      <a:pt x="2387" y="3818"/>
                      <a:pt x="2320" y="3818"/>
                      <a:pt x="2250" y="3818"/>
                    </a:cubicBezTo>
                    <a:cubicBezTo>
                      <a:pt x="2250" y="3796"/>
                      <a:pt x="2250" y="3773"/>
                      <a:pt x="2250" y="3750"/>
                    </a:cubicBezTo>
                    <a:cubicBezTo>
                      <a:pt x="2227" y="3750"/>
                      <a:pt x="2205" y="3750"/>
                      <a:pt x="2182" y="3750"/>
                    </a:cubicBezTo>
                    <a:cubicBezTo>
                      <a:pt x="2182" y="3480"/>
                      <a:pt x="2182" y="3210"/>
                      <a:pt x="2182" y="2932"/>
                    </a:cubicBezTo>
                    <a:cubicBezTo>
                      <a:pt x="2159" y="2932"/>
                      <a:pt x="2137" y="2932"/>
                      <a:pt x="2114" y="2932"/>
                    </a:cubicBezTo>
                    <a:cubicBezTo>
                      <a:pt x="2114" y="2909"/>
                      <a:pt x="2114" y="2887"/>
                      <a:pt x="2114" y="2864"/>
                    </a:cubicBezTo>
                    <a:cubicBezTo>
                      <a:pt x="2046" y="2864"/>
                      <a:pt x="1979" y="2864"/>
                      <a:pt x="1909" y="2864"/>
                    </a:cubicBezTo>
                    <a:cubicBezTo>
                      <a:pt x="1909" y="2886"/>
                      <a:pt x="1909" y="2909"/>
                      <a:pt x="1909" y="2932"/>
                    </a:cubicBezTo>
                    <a:cubicBezTo>
                      <a:pt x="1437" y="2932"/>
                      <a:pt x="964" y="2932"/>
                      <a:pt x="477" y="2932"/>
                    </a:cubicBezTo>
                    <a:cubicBezTo>
                      <a:pt x="477" y="2954"/>
                      <a:pt x="477" y="2977"/>
                      <a:pt x="477" y="3000"/>
                    </a:cubicBezTo>
                    <a:cubicBezTo>
                      <a:pt x="455" y="3000"/>
                      <a:pt x="432" y="3000"/>
                      <a:pt x="409" y="3000"/>
                    </a:cubicBezTo>
                    <a:cubicBezTo>
                      <a:pt x="409" y="3023"/>
                      <a:pt x="409" y="3045"/>
                      <a:pt x="409" y="3068"/>
                    </a:cubicBezTo>
                    <a:cubicBezTo>
                      <a:pt x="364" y="3068"/>
                      <a:pt x="319" y="3068"/>
                      <a:pt x="273" y="3068"/>
                    </a:cubicBezTo>
                    <a:cubicBezTo>
                      <a:pt x="273" y="3001"/>
                      <a:pt x="273" y="2933"/>
                      <a:pt x="273" y="2864"/>
                    </a:cubicBezTo>
                    <a:cubicBezTo>
                      <a:pt x="228" y="2864"/>
                      <a:pt x="183" y="2864"/>
                      <a:pt x="136" y="2864"/>
                    </a:cubicBezTo>
                    <a:cubicBezTo>
                      <a:pt x="136" y="2931"/>
                      <a:pt x="136" y="2999"/>
                      <a:pt x="136" y="3068"/>
                    </a:cubicBezTo>
                    <a:cubicBezTo>
                      <a:pt x="91" y="3068"/>
                      <a:pt x="46" y="3068"/>
                      <a:pt x="0" y="3068"/>
                    </a:cubicBezTo>
                    <a:cubicBezTo>
                      <a:pt x="0" y="2978"/>
                      <a:pt x="0" y="2888"/>
                      <a:pt x="0" y="2795"/>
                    </a:cubicBezTo>
                    <a:cubicBezTo>
                      <a:pt x="45" y="2795"/>
                      <a:pt x="90" y="2795"/>
                      <a:pt x="136" y="2795"/>
                    </a:cubicBezTo>
                    <a:cubicBezTo>
                      <a:pt x="136" y="2773"/>
                      <a:pt x="136" y="2750"/>
                      <a:pt x="136" y="2727"/>
                    </a:cubicBezTo>
                    <a:cubicBezTo>
                      <a:pt x="159" y="2727"/>
                      <a:pt x="181" y="2727"/>
                      <a:pt x="205" y="2727"/>
                    </a:cubicBezTo>
                    <a:cubicBezTo>
                      <a:pt x="205" y="2705"/>
                      <a:pt x="205" y="2682"/>
                      <a:pt x="205" y="2659"/>
                    </a:cubicBezTo>
                    <a:cubicBezTo>
                      <a:pt x="340" y="2659"/>
                      <a:pt x="475" y="2659"/>
                      <a:pt x="614" y="2659"/>
                    </a:cubicBezTo>
                    <a:cubicBezTo>
                      <a:pt x="614" y="2682"/>
                      <a:pt x="614" y="2704"/>
                      <a:pt x="614" y="2727"/>
                    </a:cubicBezTo>
                    <a:cubicBezTo>
                      <a:pt x="659" y="2727"/>
                      <a:pt x="704" y="2727"/>
                      <a:pt x="750" y="2727"/>
                    </a:cubicBezTo>
                    <a:cubicBezTo>
                      <a:pt x="750" y="2705"/>
                      <a:pt x="750" y="2682"/>
                      <a:pt x="750" y="2659"/>
                    </a:cubicBezTo>
                    <a:cubicBezTo>
                      <a:pt x="817" y="2659"/>
                      <a:pt x="885" y="2659"/>
                      <a:pt x="955" y="2659"/>
                    </a:cubicBezTo>
                    <a:cubicBezTo>
                      <a:pt x="955" y="2637"/>
                      <a:pt x="955" y="2614"/>
                      <a:pt x="955" y="2591"/>
                    </a:cubicBezTo>
                    <a:cubicBezTo>
                      <a:pt x="1315" y="2591"/>
                      <a:pt x="1675" y="2591"/>
                      <a:pt x="2045" y="2591"/>
                    </a:cubicBezTo>
                    <a:cubicBezTo>
                      <a:pt x="2045" y="2613"/>
                      <a:pt x="2045" y="2636"/>
                      <a:pt x="2045" y="2659"/>
                    </a:cubicBezTo>
                    <a:cubicBezTo>
                      <a:pt x="2248" y="2659"/>
                      <a:pt x="2450" y="2659"/>
                      <a:pt x="2659" y="2659"/>
                    </a:cubicBezTo>
                    <a:cubicBezTo>
                      <a:pt x="2659" y="2682"/>
                      <a:pt x="2659" y="2704"/>
                      <a:pt x="2659" y="2727"/>
                    </a:cubicBezTo>
                    <a:cubicBezTo>
                      <a:pt x="2727" y="2727"/>
                      <a:pt x="2794" y="2727"/>
                      <a:pt x="2864" y="2727"/>
                    </a:cubicBezTo>
                    <a:cubicBezTo>
                      <a:pt x="2864" y="2705"/>
                      <a:pt x="2864" y="2682"/>
                      <a:pt x="2864" y="2659"/>
                    </a:cubicBezTo>
                    <a:cubicBezTo>
                      <a:pt x="2886" y="2659"/>
                      <a:pt x="2909" y="2659"/>
                      <a:pt x="2932" y="2659"/>
                    </a:cubicBezTo>
                    <a:cubicBezTo>
                      <a:pt x="2932" y="2637"/>
                      <a:pt x="2932" y="2614"/>
                      <a:pt x="2932" y="2591"/>
                    </a:cubicBezTo>
                    <a:cubicBezTo>
                      <a:pt x="3224" y="2591"/>
                      <a:pt x="3517" y="2591"/>
                      <a:pt x="3818" y="2591"/>
                    </a:cubicBezTo>
                    <a:cubicBezTo>
                      <a:pt x="3818" y="2613"/>
                      <a:pt x="3818" y="2636"/>
                      <a:pt x="3818" y="2659"/>
                    </a:cubicBezTo>
                    <a:cubicBezTo>
                      <a:pt x="3841" y="2659"/>
                      <a:pt x="3863" y="2659"/>
                      <a:pt x="3886" y="2659"/>
                    </a:cubicBezTo>
                    <a:cubicBezTo>
                      <a:pt x="3886" y="2682"/>
                      <a:pt x="3886" y="2704"/>
                      <a:pt x="3886" y="2727"/>
                    </a:cubicBezTo>
                    <a:cubicBezTo>
                      <a:pt x="3999" y="2727"/>
                      <a:pt x="4111" y="2727"/>
                      <a:pt x="4227" y="2727"/>
                    </a:cubicBezTo>
                    <a:cubicBezTo>
                      <a:pt x="4227" y="2705"/>
                      <a:pt x="4227" y="2682"/>
                      <a:pt x="4227" y="2659"/>
                    </a:cubicBezTo>
                    <a:cubicBezTo>
                      <a:pt x="4317" y="2659"/>
                      <a:pt x="4407" y="2659"/>
                      <a:pt x="4500" y="2659"/>
                    </a:cubicBezTo>
                    <a:cubicBezTo>
                      <a:pt x="4500" y="2637"/>
                      <a:pt x="4500" y="2614"/>
                      <a:pt x="4500" y="2591"/>
                    </a:cubicBezTo>
                    <a:cubicBezTo>
                      <a:pt x="4567" y="2591"/>
                      <a:pt x="4635" y="2591"/>
                      <a:pt x="4705" y="2591"/>
                    </a:cubicBezTo>
                    <a:cubicBezTo>
                      <a:pt x="4705" y="2613"/>
                      <a:pt x="4705" y="2636"/>
                      <a:pt x="4705" y="2659"/>
                    </a:cubicBezTo>
                    <a:cubicBezTo>
                      <a:pt x="4750" y="2659"/>
                      <a:pt x="4795" y="2659"/>
                      <a:pt x="4841" y="2659"/>
                    </a:cubicBezTo>
                    <a:cubicBezTo>
                      <a:pt x="4841" y="2637"/>
                      <a:pt x="4841" y="2614"/>
                      <a:pt x="4841" y="2591"/>
                    </a:cubicBezTo>
                    <a:cubicBezTo>
                      <a:pt x="5268" y="2591"/>
                      <a:pt x="5696" y="2591"/>
                      <a:pt x="6136" y="2591"/>
                    </a:cubicBezTo>
                    <a:cubicBezTo>
                      <a:pt x="6136" y="2613"/>
                      <a:pt x="6136" y="2636"/>
                      <a:pt x="6136" y="2659"/>
                    </a:cubicBezTo>
                    <a:cubicBezTo>
                      <a:pt x="6226" y="2659"/>
                      <a:pt x="6316" y="2659"/>
                      <a:pt x="6409" y="2659"/>
                    </a:cubicBezTo>
                    <a:cubicBezTo>
                      <a:pt x="6409" y="2637"/>
                      <a:pt x="6409" y="2614"/>
                      <a:pt x="6409" y="2591"/>
                    </a:cubicBezTo>
                    <a:cubicBezTo>
                      <a:pt x="6432" y="2591"/>
                      <a:pt x="6454" y="2591"/>
                      <a:pt x="6477" y="2591"/>
                    </a:cubicBezTo>
                    <a:cubicBezTo>
                      <a:pt x="6477" y="2051"/>
                      <a:pt x="6477" y="1511"/>
                      <a:pt x="6477" y="955"/>
                    </a:cubicBezTo>
                    <a:cubicBezTo>
                      <a:pt x="6455" y="955"/>
                      <a:pt x="6432" y="955"/>
                      <a:pt x="6409" y="955"/>
                    </a:cubicBezTo>
                    <a:cubicBezTo>
                      <a:pt x="6409" y="932"/>
                      <a:pt x="6409" y="910"/>
                      <a:pt x="6409" y="886"/>
                    </a:cubicBezTo>
                    <a:cubicBezTo>
                      <a:pt x="6387" y="886"/>
                      <a:pt x="6364" y="886"/>
                      <a:pt x="6341" y="886"/>
                    </a:cubicBezTo>
                    <a:cubicBezTo>
                      <a:pt x="6341" y="819"/>
                      <a:pt x="6341" y="751"/>
                      <a:pt x="6341" y="682"/>
                    </a:cubicBezTo>
                    <a:cubicBezTo>
                      <a:pt x="6363" y="682"/>
                      <a:pt x="6386" y="682"/>
                      <a:pt x="6409" y="682"/>
                    </a:cubicBezTo>
                    <a:cubicBezTo>
                      <a:pt x="6409" y="659"/>
                      <a:pt x="6409" y="637"/>
                      <a:pt x="6409" y="614"/>
                    </a:cubicBezTo>
                    <a:cubicBezTo>
                      <a:pt x="6432" y="614"/>
                      <a:pt x="6454" y="614"/>
                      <a:pt x="6477" y="614"/>
                    </a:cubicBezTo>
                    <a:cubicBezTo>
                      <a:pt x="6477" y="434"/>
                      <a:pt x="6477" y="254"/>
                      <a:pt x="6477" y="68"/>
                    </a:cubicBezTo>
                    <a:cubicBezTo>
                      <a:pt x="6500" y="68"/>
                      <a:pt x="6522" y="68"/>
                      <a:pt x="6545" y="68"/>
                    </a:cubicBezTo>
                    <a:cubicBezTo>
                      <a:pt x="6545" y="46"/>
                      <a:pt x="6545" y="23"/>
                      <a:pt x="6545" y="0"/>
                    </a:cubicBezTo>
                    <a:close/>
                    <a:moveTo>
                      <a:pt x="3136" y="2659"/>
                    </a:moveTo>
                    <a:cubicBezTo>
                      <a:pt x="3136" y="2704"/>
                      <a:pt x="3136" y="2749"/>
                      <a:pt x="3136" y="2795"/>
                    </a:cubicBezTo>
                    <a:cubicBezTo>
                      <a:pt x="3339" y="2795"/>
                      <a:pt x="3541" y="2795"/>
                      <a:pt x="3750" y="2795"/>
                    </a:cubicBezTo>
                    <a:cubicBezTo>
                      <a:pt x="3750" y="2750"/>
                      <a:pt x="3750" y="2705"/>
                      <a:pt x="3750" y="2659"/>
                    </a:cubicBezTo>
                    <a:cubicBezTo>
                      <a:pt x="3548" y="2659"/>
                      <a:pt x="3345" y="2659"/>
                      <a:pt x="3136" y="26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49" name="ICON_C_FEATURES_HEADER_path_006"/>
              <p:cNvSpPr/>
              <p:nvPr/>
            </p:nvSpPr>
            <p:spPr>
              <a:xfrm>
                <a:off x="7891445" y="7091090"/>
                <a:ext cx="23703" cy="22016"/>
              </a:xfrm>
              <a:custGeom>
                <a:avLst/>
                <a:gdLst/>
                <a:ahLst/>
                <a:cxnLst/>
                <a:rect l="0" t="0" r="r" b="b"/>
                <a:pathLst>
                  <a:path w="1866" h="1734" fill="norm" stroke="0">
                    <a:moveTo>
                      <a:pt x="286" y="8"/>
                    </a:moveTo>
                    <a:cubicBezTo>
                      <a:pt x="303" y="8"/>
                      <a:pt x="320" y="8"/>
                      <a:pt x="338" y="8"/>
                    </a:cubicBezTo>
                    <a:cubicBezTo>
                      <a:pt x="384" y="8"/>
                      <a:pt x="430" y="8"/>
                      <a:pt x="476" y="9"/>
                    </a:cubicBezTo>
                    <a:cubicBezTo>
                      <a:pt x="525" y="9"/>
                      <a:pt x="573" y="9"/>
                      <a:pt x="622" y="9"/>
                    </a:cubicBezTo>
                    <a:cubicBezTo>
                      <a:pt x="713" y="10"/>
                      <a:pt x="805" y="10"/>
                      <a:pt x="897" y="11"/>
                    </a:cubicBezTo>
                    <a:cubicBezTo>
                      <a:pt x="1001" y="12"/>
                      <a:pt x="1105" y="12"/>
                      <a:pt x="1210" y="12"/>
                    </a:cubicBezTo>
                    <a:cubicBezTo>
                      <a:pt x="1424" y="13"/>
                      <a:pt x="1639" y="14"/>
                      <a:pt x="1854" y="16"/>
                    </a:cubicBezTo>
                    <a:cubicBezTo>
                      <a:pt x="1856" y="228"/>
                      <a:pt x="1858" y="440"/>
                      <a:pt x="1859" y="652"/>
                    </a:cubicBezTo>
                    <a:cubicBezTo>
                      <a:pt x="1859" y="751"/>
                      <a:pt x="1860" y="849"/>
                      <a:pt x="1861" y="948"/>
                    </a:cubicBezTo>
                    <a:cubicBezTo>
                      <a:pt x="1862" y="1034"/>
                      <a:pt x="1863" y="1120"/>
                      <a:pt x="1863" y="1205"/>
                    </a:cubicBezTo>
                    <a:cubicBezTo>
                      <a:pt x="1863" y="1251"/>
                      <a:pt x="1864" y="1296"/>
                      <a:pt x="1864" y="1342"/>
                    </a:cubicBezTo>
                    <a:cubicBezTo>
                      <a:pt x="1865" y="1393"/>
                      <a:pt x="1865" y="1443"/>
                      <a:pt x="1865" y="1494"/>
                    </a:cubicBezTo>
                    <a:cubicBezTo>
                      <a:pt x="1866" y="1509"/>
                      <a:pt x="1866" y="1524"/>
                      <a:pt x="1866" y="1540"/>
                    </a:cubicBezTo>
                    <a:cubicBezTo>
                      <a:pt x="1865" y="1636"/>
                      <a:pt x="1865" y="1636"/>
                      <a:pt x="1836" y="1677"/>
                    </a:cubicBezTo>
                    <a:cubicBezTo>
                      <a:pt x="1764" y="1734"/>
                      <a:pt x="1680" y="1730"/>
                      <a:pt x="1593" y="1728"/>
                    </a:cubicBezTo>
                    <a:cubicBezTo>
                      <a:pt x="1585" y="1728"/>
                      <a:pt x="1585" y="1728"/>
                      <a:pt x="1545" y="1728"/>
                    </a:cubicBezTo>
                    <a:cubicBezTo>
                      <a:pt x="1503" y="1728"/>
                      <a:pt x="1460" y="1728"/>
                      <a:pt x="1417" y="1727"/>
                    </a:cubicBezTo>
                    <a:cubicBezTo>
                      <a:pt x="1373" y="1727"/>
                      <a:pt x="1328" y="1727"/>
                      <a:pt x="1284" y="1727"/>
                    </a:cubicBezTo>
                    <a:cubicBezTo>
                      <a:pt x="1199" y="1726"/>
                      <a:pt x="1115" y="1726"/>
                      <a:pt x="1030" y="1725"/>
                    </a:cubicBezTo>
                    <a:cubicBezTo>
                      <a:pt x="934" y="1724"/>
                      <a:pt x="838" y="1724"/>
                      <a:pt x="742" y="1724"/>
                    </a:cubicBezTo>
                    <a:cubicBezTo>
                      <a:pt x="544" y="1723"/>
                      <a:pt x="347" y="1722"/>
                      <a:pt x="149" y="1720"/>
                    </a:cubicBezTo>
                    <a:cubicBezTo>
                      <a:pt x="149" y="1698"/>
                      <a:pt x="149" y="1675"/>
                      <a:pt x="149" y="1652"/>
                    </a:cubicBezTo>
                    <a:cubicBezTo>
                      <a:pt x="104" y="1652"/>
                      <a:pt x="59" y="1652"/>
                      <a:pt x="13" y="1652"/>
                    </a:cubicBezTo>
                    <a:cubicBezTo>
                      <a:pt x="10" y="1449"/>
                      <a:pt x="9" y="1246"/>
                      <a:pt x="7" y="1042"/>
                    </a:cubicBezTo>
                    <a:cubicBezTo>
                      <a:pt x="7" y="948"/>
                      <a:pt x="6" y="854"/>
                      <a:pt x="5" y="759"/>
                    </a:cubicBezTo>
                    <a:cubicBezTo>
                      <a:pt x="4" y="677"/>
                      <a:pt x="3" y="595"/>
                      <a:pt x="3" y="512"/>
                    </a:cubicBezTo>
                    <a:cubicBezTo>
                      <a:pt x="3" y="469"/>
                      <a:pt x="3" y="425"/>
                      <a:pt x="2" y="382"/>
                    </a:cubicBezTo>
                    <a:cubicBezTo>
                      <a:pt x="1" y="333"/>
                      <a:pt x="1" y="284"/>
                      <a:pt x="1" y="236"/>
                    </a:cubicBezTo>
                    <a:cubicBezTo>
                      <a:pt x="1" y="221"/>
                      <a:pt x="0" y="207"/>
                      <a:pt x="0" y="192"/>
                    </a:cubicBezTo>
                    <a:cubicBezTo>
                      <a:pt x="1" y="100"/>
                      <a:pt x="1" y="100"/>
                      <a:pt x="30" y="60"/>
                    </a:cubicBezTo>
                    <a:cubicBezTo>
                      <a:pt x="105" y="0"/>
                      <a:pt x="195" y="7"/>
                      <a:pt x="286" y="8"/>
                    </a:cubicBezTo>
                    <a:close/>
                  </a:path>
                </a:pathLst>
              </a:custGeom>
              <a:solidFill>
                <a:srgbClr val="E24798"/>
              </a:solidFill>
              <a:ln w="433" cap="flat">
                <a:noFill/>
              </a:ln>
            </p:spPr>
          </p:sp>
          <p:sp>
            <p:nvSpPr>
              <p:cNvPr id="1950" name="ICON_C_FEATURES_HEADER_path_007"/>
              <p:cNvSpPr/>
              <p:nvPr/>
            </p:nvSpPr>
            <p:spPr>
              <a:xfrm>
                <a:off x="7863736" y="7167308"/>
                <a:ext cx="23541" cy="21830"/>
              </a:xfrm>
              <a:custGeom>
                <a:avLst/>
                <a:gdLst/>
                <a:ahLst/>
                <a:cxnLst/>
                <a:rect l="0" t="0" r="r" b="b"/>
                <a:pathLst>
                  <a:path w="1854" h="1719" fill="norm" stroke="0">
                    <a:moveTo>
                      <a:pt x="280" y="7"/>
                    </a:moveTo>
                    <a:cubicBezTo>
                      <a:pt x="296" y="7"/>
                      <a:pt x="313" y="7"/>
                      <a:pt x="329" y="7"/>
                    </a:cubicBezTo>
                    <a:cubicBezTo>
                      <a:pt x="374" y="7"/>
                      <a:pt x="418" y="7"/>
                      <a:pt x="463" y="7"/>
                    </a:cubicBezTo>
                    <a:cubicBezTo>
                      <a:pt x="509" y="8"/>
                      <a:pt x="556" y="8"/>
                      <a:pt x="602" y="8"/>
                    </a:cubicBezTo>
                    <a:cubicBezTo>
                      <a:pt x="690" y="8"/>
                      <a:pt x="778" y="9"/>
                      <a:pt x="866" y="9"/>
                    </a:cubicBezTo>
                    <a:cubicBezTo>
                      <a:pt x="967" y="10"/>
                      <a:pt x="1067" y="11"/>
                      <a:pt x="1167" y="11"/>
                    </a:cubicBezTo>
                    <a:cubicBezTo>
                      <a:pt x="1373" y="12"/>
                      <a:pt x="1579" y="13"/>
                      <a:pt x="1785" y="14"/>
                    </a:cubicBezTo>
                    <a:cubicBezTo>
                      <a:pt x="1785" y="37"/>
                      <a:pt x="1785" y="59"/>
                      <a:pt x="1785" y="83"/>
                    </a:cubicBezTo>
                    <a:cubicBezTo>
                      <a:pt x="1808" y="83"/>
                      <a:pt x="1830" y="83"/>
                      <a:pt x="1854" y="83"/>
                    </a:cubicBezTo>
                    <a:cubicBezTo>
                      <a:pt x="1854" y="578"/>
                      <a:pt x="1854" y="1073"/>
                      <a:pt x="1854" y="1583"/>
                    </a:cubicBezTo>
                    <a:cubicBezTo>
                      <a:pt x="1831" y="1583"/>
                      <a:pt x="1809" y="1583"/>
                      <a:pt x="1785" y="1583"/>
                    </a:cubicBezTo>
                    <a:cubicBezTo>
                      <a:pt x="1785" y="1605"/>
                      <a:pt x="1785" y="1628"/>
                      <a:pt x="1785" y="1651"/>
                    </a:cubicBezTo>
                    <a:cubicBezTo>
                      <a:pt x="1763" y="1651"/>
                      <a:pt x="1740" y="1651"/>
                      <a:pt x="1717" y="1651"/>
                    </a:cubicBezTo>
                    <a:cubicBezTo>
                      <a:pt x="1717" y="1673"/>
                      <a:pt x="1717" y="1696"/>
                      <a:pt x="1717" y="1719"/>
                    </a:cubicBezTo>
                    <a:cubicBezTo>
                      <a:pt x="1672" y="1719"/>
                      <a:pt x="1627" y="1719"/>
                      <a:pt x="1581" y="1719"/>
                    </a:cubicBezTo>
                    <a:cubicBezTo>
                      <a:pt x="1581" y="1696"/>
                      <a:pt x="1581" y="1674"/>
                      <a:pt x="1581" y="1651"/>
                    </a:cubicBezTo>
                    <a:cubicBezTo>
                      <a:pt x="1266" y="1651"/>
                      <a:pt x="951" y="1651"/>
                      <a:pt x="626" y="1651"/>
                    </a:cubicBezTo>
                    <a:cubicBezTo>
                      <a:pt x="626" y="1673"/>
                      <a:pt x="626" y="1696"/>
                      <a:pt x="626" y="1719"/>
                    </a:cubicBezTo>
                    <a:cubicBezTo>
                      <a:pt x="446" y="1719"/>
                      <a:pt x="266" y="1719"/>
                      <a:pt x="81" y="1719"/>
                    </a:cubicBezTo>
                    <a:cubicBezTo>
                      <a:pt x="81" y="1696"/>
                      <a:pt x="81" y="1674"/>
                      <a:pt x="81" y="1651"/>
                    </a:cubicBezTo>
                    <a:cubicBezTo>
                      <a:pt x="58" y="1651"/>
                      <a:pt x="36" y="1651"/>
                      <a:pt x="13" y="1651"/>
                    </a:cubicBezTo>
                    <a:cubicBezTo>
                      <a:pt x="10" y="1447"/>
                      <a:pt x="9" y="1244"/>
                      <a:pt x="7" y="1041"/>
                    </a:cubicBezTo>
                    <a:cubicBezTo>
                      <a:pt x="7" y="947"/>
                      <a:pt x="6" y="852"/>
                      <a:pt x="5" y="758"/>
                    </a:cubicBezTo>
                    <a:cubicBezTo>
                      <a:pt x="4" y="675"/>
                      <a:pt x="3" y="593"/>
                      <a:pt x="3" y="511"/>
                    </a:cubicBezTo>
                    <a:cubicBezTo>
                      <a:pt x="3" y="467"/>
                      <a:pt x="3" y="424"/>
                      <a:pt x="2" y="380"/>
                    </a:cubicBezTo>
                    <a:cubicBezTo>
                      <a:pt x="1" y="332"/>
                      <a:pt x="1" y="283"/>
                      <a:pt x="1" y="234"/>
                    </a:cubicBezTo>
                    <a:cubicBezTo>
                      <a:pt x="1" y="220"/>
                      <a:pt x="0" y="205"/>
                      <a:pt x="0" y="191"/>
                    </a:cubicBezTo>
                    <a:cubicBezTo>
                      <a:pt x="1" y="99"/>
                      <a:pt x="1" y="99"/>
                      <a:pt x="30" y="58"/>
                    </a:cubicBezTo>
                    <a:cubicBezTo>
                      <a:pt x="104" y="0"/>
                      <a:pt x="190" y="5"/>
                      <a:pt x="280" y="7"/>
                    </a:cubicBezTo>
                    <a:close/>
                  </a:path>
                </a:pathLst>
              </a:custGeom>
              <a:solidFill>
                <a:srgbClr val="E24798"/>
              </a:solidFill>
              <a:ln w="433" cap="flat">
                <a:noFill/>
              </a:ln>
            </p:spPr>
          </p:sp>
          <p:sp>
            <p:nvSpPr>
              <p:cNvPr id="1951" name="ICON_C_FEATURES_HEADER_path_008"/>
              <p:cNvSpPr/>
              <p:nvPr/>
            </p:nvSpPr>
            <p:spPr>
              <a:xfrm>
                <a:off x="7919316" y="7116402"/>
                <a:ext cx="22675" cy="21830"/>
              </a:xfrm>
              <a:custGeom>
                <a:avLst/>
                <a:gdLst/>
                <a:ahLst/>
                <a:cxnLst/>
                <a:rect l="0" t="0" r="r" b="b"/>
                <a:pathLst>
                  <a:path w="1785" h="1719" fill="norm" stroke="0">
                    <a:moveTo>
                      <a:pt x="545" y="0"/>
                    </a:moveTo>
                    <a:cubicBezTo>
                      <a:pt x="703" y="0"/>
                      <a:pt x="860" y="0"/>
                      <a:pt x="1023" y="0"/>
                    </a:cubicBezTo>
                    <a:cubicBezTo>
                      <a:pt x="1023" y="23"/>
                      <a:pt x="1023" y="45"/>
                      <a:pt x="1023" y="68"/>
                    </a:cubicBezTo>
                    <a:cubicBezTo>
                      <a:pt x="1180" y="68"/>
                      <a:pt x="1338" y="68"/>
                      <a:pt x="1500" y="68"/>
                    </a:cubicBezTo>
                    <a:cubicBezTo>
                      <a:pt x="1500" y="46"/>
                      <a:pt x="1500" y="23"/>
                      <a:pt x="1500" y="0"/>
                    </a:cubicBezTo>
                    <a:cubicBezTo>
                      <a:pt x="1545" y="0"/>
                      <a:pt x="1590" y="0"/>
                      <a:pt x="1636" y="0"/>
                    </a:cubicBezTo>
                    <a:cubicBezTo>
                      <a:pt x="1636" y="23"/>
                      <a:pt x="1636" y="45"/>
                      <a:pt x="1636" y="68"/>
                    </a:cubicBezTo>
                    <a:cubicBezTo>
                      <a:pt x="1681" y="68"/>
                      <a:pt x="1726" y="68"/>
                      <a:pt x="1773" y="68"/>
                    </a:cubicBezTo>
                    <a:cubicBezTo>
                      <a:pt x="1775" y="271"/>
                      <a:pt x="1777" y="475"/>
                      <a:pt x="1778" y="678"/>
                    </a:cubicBezTo>
                    <a:cubicBezTo>
                      <a:pt x="1779" y="772"/>
                      <a:pt x="1779" y="867"/>
                      <a:pt x="1780" y="961"/>
                    </a:cubicBezTo>
                    <a:cubicBezTo>
                      <a:pt x="1781" y="1043"/>
                      <a:pt x="1782" y="1126"/>
                      <a:pt x="1782" y="1208"/>
                    </a:cubicBezTo>
                    <a:cubicBezTo>
                      <a:pt x="1782" y="1252"/>
                      <a:pt x="1783" y="1295"/>
                      <a:pt x="1784" y="1339"/>
                    </a:cubicBezTo>
                    <a:cubicBezTo>
                      <a:pt x="1784" y="1387"/>
                      <a:pt x="1784" y="1436"/>
                      <a:pt x="1784" y="1485"/>
                    </a:cubicBezTo>
                    <a:cubicBezTo>
                      <a:pt x="1785" y="1499"/>
                      <a:pt x="1785" y="1514"/>
                      <a:pt x="1785" y="1528"/>
                    </a:cubicBezTo>
                    <a:cubicBezTo>
                      <a:pt x="1784" y="1620"/>
                      <a:pt x="1784" y="1620"/>
                      <a:pt x="1755" y="1661"/>
                    </a:cubicBezTo>
                    <a:cubicBezTo>
                      <a:pt x="1681" y="1719"/>
                      <a:pt x="1595" y="1714"/>
                      <a:pt x="1505" y="1712"/>
                    </a:cubicBezTo>
                    <a:cubicBezTo>
                      <a:pt x="1489" y="1712"/>
                      <a:pt x="1473" y="1712"/>
                      <a:pt x="1456" y="1712"/>
                    </a:cubicBezTo>
                    <a:cubicBezTo>
                      <a:pt x="1412" y="1712"/>
                      <a:pt x="1367" y="1712"/>
                      <a:pt x="1323" y="1711"/>
                    </a:cubicBezTo>
                    <a:cubicBezTo>
                      <a:pt x="1276" y="1711"/>
                      <a:pt x="1230" y="1711"/>
                      <a:pt x="1183" y="1711"/>
                    </a:cubicBezTo>
                    <a:cubicBezTo>
                      <a:pt x="1095" y="1711"/>
                      <a:pt x="1007" y="1710"/>
                      <a:pt x="919" y="1709"/>
                    </a:cubicBezTo>
                    <a:cubicBezTo>
                      <a:pt x="800" y="1709"/>
                      <a:pt x="681" y="1708"/>
                      <a:pt x="562" y="1708"/>
                    </a:cubicBezTo>
                    <a:cubicBezTo>
                      <a:pt x="375" y="1707"/>
                      <a:pt x="187" y="1706"/>
                      <a:pt x="0" y="1705"/>
                    </a:cubicBezTo>
                    <a:cubicBezTo>
                      <a:pt x="0" y="1165"/>
                      <a:pt x="0" y="625"/>
                      <a:pt x="0" y="68"/>
                    </a:cubicBezTo>
                    <a:cubicBezTo>
                      <a:pt x="180" y="68"/>
                      <a:pt x="360" y="68"/>
                      <a:pt x="545" y="68"/>
                    </a:cubicBezTo>
                    <a:cubicBezTo>
                      <a:pt x="545" y="46"/>
                      <a:pt x="545" y="23"/>
                      <a:pt x="545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433" cap="flat">
                <a:noFill/>
              </a:ln>
            </p:spPr>
          </p:sp>
          <p:sp>
            <p:nvSpPr>
              <p:cNvPr id="1952" name="ICON_C_FEATURES_HEADER_path_009"/>
              <p:cNvSpPr/>
              <p:nvPr/>
            </p:nvSpPr>
            <p:spPr>
              <a:xfrm>
                <a:off x="7919154" y="7065996"/>
                <a:ext cx="22675" cy="20965"/>
              </a:xfrm>
              <a:custGeom>
                <a:avLst/>
                <a:gdLst/>
                <a:ahLst/>
                <a:cxnLst/>
                <a:rect l="0" t="0" r="r" b="b"/>
                <a:pathLst>
                  <a:path w="1785" h="1651" fill="norm" stroke="0">
                    <a:moveTo>
                      <a:pt x="280" y="7"/>
                    </a:moveTo>
                    <a:cubicBezTo>
                      <a:pt x="296" y="7"/>
                      <a:pt x="313" y="7"/>
                      <a:pt x="329" y="7"/>
                    </a:cubicBezTo>
                    <a:cubicBezTo>
                      <a:pt x="374" y="7"/>
                      <a:pt x="418" y="7"/>
                      <a:pt x="463" y="7"/>
                    </a:cubicBezTo>
                    <a:cubicBezTo>
                      <a:pt x="509" y="8"/>
                      <a:pt x="556" y="8"/>
                      <a:pt x="602" y="8"/>
                    </a:cubicBezTo>
                    <a:cubicBezTo>
                      <a:pt x="690" y="8"/>
                      <a:pt x="778" y="9"/>
                      <a:pt x="866" y="9"/>
                    </a:cubicBezTo>
                    <a:cubicBezTo>
                      <a:pt x="985" y="10"/>
                      <a:pt x="1104" y="11"/>
                      <a:pt x="1223" y="11"/>
                    </a:cubicBezTo>
                    <a:cubicBezTo>
                      <a:pt x="1411" y="12"/>
                      <a:pt x="1598" y="13"/>
                      <a:pt x="1785" y="14"/>
                    </a:cubicBezTo>
                    <a:cubicBezTo>
                      <a:pt x="1785" y="554"/>
                      <a:pt x="1785" y="1094"/>
                      <a:pt x="1785" y="1651"/>
                    </a:cubicBezTo>
                    <a:cubicBezTo>
                      <a:pt x="1200" y="1651"/>
                      <a:pt x="615" y="1651"/>
                      <a:pt x="13" y="1651"/>
                    </a:cubicBezTo>
                    <a:cubicBezTo>
                      <a:pt x="11" y="1393"/>
                      <a:pt x="9" y="1136"/>
                      <a:pt x="6" y="871"/>
                    </a:cubicBezTo>
                    <a:cubicBezTo>
                      <a:pt x="6" y="830"/>
                      <a:pt x="6" y="830"/>
                      <a:pt x="4" y="625"/>
                    </a:cubicBezTo>
                    <a:cubicBezTo>
                      <a:pt x="3" y="525"/>
                      <a:pt x="3" y="525"/>
                      <a:pt x="3" y="479"/>
                    </a:cubicBezTo>
                    <a:cubicBezTo>
                      <a:pt x="3" y="447"/>
                      <a:pt x="2" y="414"/>
                      <a:pt x="2" y="382"/>
                    </a:cubicBezTo>
                    <a:cubicBezTo>
                      <a:pt x="1" y="333"/>
                      <a:pt x="1" y="283"/>
                      <a:pt x="1" y="234"/>
                    </a:cubicBezTo>
                    <a:cubicBezTo>
                      <a:pt x="1" y="220"/>
                      <a:pt x="0" y="205"/>
                      <a:pt x="0" y="190"/>
                    </a:cubicBezTo>
                    <a:cubicBezTo>
                      <a:pt x="1" y="99"/>
                      <a:pt x="1" y="99"/>
                      <a:pt x="30" y="58"/>
                    </a:cubicBezTo>
                    <a:cubicBezTo>
                      <a:pt x="104" y="0"/>
                      <a:pt x="190" y="5"/>
                      <a:pt x="280" y="7"/>
                    </a:cubicBezTo>
                    <a:close/>
                  </a:path>
                </a:pathLst>
              </a:custGeom>
              <a:solidFill>
                <a:srgbClr val="E24798"/>
              </a:solidFill>
              <a:ln w="433" cap="flat">
                <a:noFill/>
              </a:ln>
            </p:spPr>
          </p:sp>
          <p:sp>
            <p:nvSpPr>
              <p:cNvPr id="1953" name="ICON_C_FEATURES_HEADER_path_010"/>
              <p:cNvSpPr/>
              <p:nvPr/>
            </p:nvSpPr>
            <p:spPr>
              <a:xfrm>
                <a:off x="7837055" y="7142379"/>
                <a:ext cx="22514" cy="20782"/>
              </a:xfrm>
              <a:custGeom>
                <a:avLst/>
                <a:gdLst/>
                <a:ahLst/>
                <a:cxnLst/>
                <a:rect l="0" t="0" r="r" b="b"/>
                <a:pathLst>
                  <a:path w="1773" h="1636" fill="norm" stroke="0">
                    <a:moveTo>
                      <a:pt x="68" y="0"/>
                    </a:moveTo>
                    <a:cubicBezTo>
                      <a:pt x="608" y="0"/>
                      <a:pt x="1148" y="0"/>
                      <a:pt x="1705" y="0"/>
                    </a:cubicBezTo>
                    <a:cubicBezTo>
                      <a:pt x="1705" y="23"/>
                      <a:pt x="1705" y="45"/>
                      <a:pt x="1705" y="68"/>
                    </a:cubicBezTo>
                    <a:cubicBezTo>
                      <a:pt x="1727" y="68"/>
                      <a:pt x="1750" y="68"/>
                      <a:pt x="1773" y="68"/>
                    </a:cubicBezTo>
                    <a:cubicBezTo>
                      <a:pt x="1773" y="563"/>
                      <a:pt x="1773" y="1058"/>
                      <a:pt x="1773" y="1568"/>
                    </a:cubicBezTo>
                    <a:cubicBezTo>
                      <a:pt x="1750" y="1568"/>
                      <a:pt x="1728" y="1568"/>
                      <a:pt x="1705" y="1568"/>
                    </a:cubicBezTo>
                    <a:cubicBezTo>
                      <a:pt x="1705" y="1591"/>
                      <a:pt x="1705" y="1613"/>
                      <a:pt x="1705" y="1636"/>
                    </a:cubicBezTo>
                    <a:cubicBezTo>
                      <a:pt x="1165" y="1636"/>
                      <a:pt x="625" y="1636"/>
                      <a:pt x="68" y="1636"/>
                    </a:cubicBezTo>
                    <a:cubicBezTo>
                      <a:pt x="68" y="1614"/>
                      <a:pt x="68" y="1591"/>
                      <a:pt x="68" y="1568"/>
                    </a:cubicBezTo>
                    <a:cubicBezTo>
                      <a:pt x="46" y="1568"/>
                      <a:pt x="23" y="1568"/>
                      <a:pt x="0" y="1568"/>
                    </a:cubicBezTo>
                    <a:cubicBezTo>
                      <a:pt x="0" y="1073"/>
                      <a:pt x="0" y="578"/>
                      <a:pt x="0" y="68"/>
                    </a:cubicBezTo>
                    <a:cubicBezTo>
                      <a:pt x="23" y="68"/>
                      <a:pt x="45" y="68"/>
                      <a:pt x="68" y="68"/>
                    </a:cubicBezTo>
                    <a:cubicBezTo>
                      <a:pt x="68" y="46"/>
                      <a:pt x="68" y="23"/>
                      <a:pt x="68" y="0"/>
                    </a:cubicBezTo>
                    <a:close/>
                  </a:path>
                </a:pathLst>
              </a:custGeom>
              <a:solidFill>
                <a:srgbClr val="E24798"/>
              </a:solidFill>
              <a:ln w="433" cap="flat">
                <a:noFill/>
              </a:ln>
            </p:spPr>
          </p:sp>
          <p:sp>
            <p:nvSpPr>
              <p:cNvPr id="1954" name="ICON_C_FEATURES_HEADER_path_011"/>
              <p:cNvSpPr/>
              <p:nvPr/>
            </p:nvSpPr>
            <p:spPr>
              <a:xfrm>
                <a:off x="7804150" y="7224640"/>
                <a:ext cx="171450" cy="3464"/>
              </a:xfrm>
              <a:custGeom>
                <a:avLst/>
                <a:gdLst/>
                <a:ahLst/>
                <a:cxnLst/>
                <a:rect l="0" t="0" r="r" b="b"/>
                <a:pathLst>
                  <a:path w="13500" h="273" fill="norm" stroke="0">
                    <a:moveTo>
                      <a:pt x="0" y="0"/>
                    </a:moveTo>
                    <a:cubicBezTo>
                      <a:pt x="4455" y="0"/>
                      <a:pt x="8910" y="0"/>
                      <a:pt x="13500" y="0"/>
                    </a:cubicBezTo>
                    <a:cubicBezTo>
                      <a:pt x="13500" y="45"/>
                      <a:pt x="13500" y="90"/>
                      <a:pt x="13500" y="136"/>
                    </a:cubicBezTo>
                    <a:cubicBezTo>
                      <a:pt x="13477" y="136"/>
                      <a:pt x="13455" y="136"/>
                      <a:pt x="13432" y="136"/>
                    </a:cubicBezTo>
                    <a:cubicBezTo>
                      <a:pt x="13432" y="159"/>
                      <a:pt x="13432" y="181"/>
                      <a:pt x="13432" y="205"/>
                    </a:cubicBezTo>
                    <a:cubicBezTo>
                      <a:pt x="13387" y="205"/>
                      <a:pt x="13342" y="205"/>
                      <a:pt x="13295" y="205"/>
                    </a:cubicBezTo>
                    <a:cubicBezTo>
                      <a:pt x="13295" y="227"/>
                      <a:pt x="13295" y="250"/>
                      <a:pt x="13295" y="273"/>
                    </a:cubicBezTo>
                    <a:cubicBezTo>
                      <a:pt x="13273" y="273"/>
                      <a:pt x="13250" y="273"/>
                      <a:pt x="13227" y="273"/>
                    </a:cubicBezTo>
                    <a:cubicBezTo>
                      <a:pt x="13227" y="250"/>
                      <a:pt x="13227" y="228"/>
                      <a:pt x="13227" y="205"/>
                    </a:cubicBezTo>
                    <a:cubicBezTo>
                      <a:pt x="13047" y="205"/>
                      <a:pt x="12867" y="205"/>
                      <a:pt x="12682" y="205"/>
                    </a:cubicBezTo>
                    <a:cubicBezTo>
                      <a:pt x="12682" y="182"/>
                      <a:pt x="12682" y="160"/>
                      <a:pt x="12682" y="136"/>
                    </a:cubicBezTo>
                    <a:cubicBezTo>
                      <a:pt x="11939" y="136"/>
                      <a:pt x="11197" y="136"/>
                      <a:pt x="10432" y="136"/>
                    </a:cubicBezTo>
                    <a:cubicBezTo>
                      <a:pt x="10432" y="159"/>
                      <a:pt x="10432" y="181"/>
                      <a:pt x="10432" y="205"/>
                    </a:cubicBezTo>
                    <a:cubicBezTo>
                      <a:pt x="10342" y="205"/>
                      <a:pt x="10252" y="205"/>
                      <a:pt x="10159" y="205"/>
                    </a:cubicBezTo>
                    <a:cubicBezTo>
                      <a:pt x="10159" y="182"/>
                      <a:pt x="10159" y="160"/>
                      <a:pt x="10159" y="136"/>
                    </a:cubicBezTo>
                    <a:cubicBezTo>
                      <a:pt x="7189" y="136"/>
                      <a:pt x="4219" y="136"/>
                      <a:pt x="1159" y="136"/>
                    </a:cubicBezTo>
                    <a:cubicBezTo>
                      <a:pt x="1159" y="181"/>
                      <a:pt x="1159" y="226"/>
                      <a:pt x="1159" y="273"/>
                    </a:cubicBezTo>
                    <a:cubicBezTo>
                      <a:pt x="1114" y="273"/>
                      <a:pt x="1069" y="273"/>
                      <a:pt x="1023" y="273"/>
                    </a:cubicBezTo>
                    <a:cubicBezTo>
                      <a:pt x="1023" y="228"/>
                      <a:pt x="1023" y="183"/>
                      <a:pt x="1023" y="136"/>
                    </a:cubicBezTo>
                    <a:cubicBezTo>
                      <a:pt x="685" y="136"/>
                      <a:pt x="348" y="136"/>
                      <a:pt x="0" y="136"/>
                    </a:cubicBezTo>
                    <a:cubicBezTo>
                      <a:pt x="0" y="91"/>
                      <a:pt x="0" y="4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33" cap="flat">
                <a:noFill/>
              </a:ln>
            </p:spPr>
          </p:sp>
          <p:sp>
            <p:nvSpPr>
              <p:cNvPr id="1955" name="ICON_C_FEATURES_HEADER_path_012"/>
              <p:cNvSpPr/>
              <p:nvPr/>
            </p:nvSpPr>
            <p:spPr>
              <a:xfrm>
                <a:off x="7806748" y="7051459"/>
                <a:ext cx="167986" cy="2598"/>
              </a:xfrm>
              <a:custGeom>
                <a:avLst/>
                <a:gdLst/>
                <a:ahLst/>
                <a:cxnLst/>
                <a:rect l="0" t="0" r="r" b="b"/>
                <a:pathLst>
                  <a:path w="13227" h="205" fill="norm" stroke="0">
                    <a:moveTo>
                      <a:pt x="1023" y="0"/>
                    </a:moveTo>
                    <a:cubicBezTo>
                      <a:pt x="1090" y="0"/>
                      <a:pt x="1158" y="0"/>
                      <a:pt x="1227" y="0"/>
                    </a:cubicBezTo>
                    <a:cubicBezTo>
                      <a:pt x="1227" y="23"/>
                      <a:pt x="1227" y="45"/>
                      <a:pt x="1227" y="68"/>
                    </a:cubicBezTo>
                    <a:cubicBezTo>
                      <a:pt x="1295" y="68"/>
                      <a:pt x="1362" y="68"/>
                      <a:pt x="1432" y="68"/>
                    </a:cubicBezTo>
                    <a:cubicBezTo>
                      <a:pt x="1432" y="46"/>
                      <a:pt x="1432" y="23"/>
                      <a:pt x="1432" y="0"/>
                    </a:cubicBezTo>
                    <a:cubicBezTo>
                      <a:pt x="1477" y="0"/>
                      <a:pt x="1522" y="0"/>
                      <a:pt x="1568" y="0"/>
                    </a:cubicBezTo>
                    <a:cubicBezTo>
                      <a:pt x="1568" y="23"/>
                      <a:pt x="1568" y="45"/>
                      <a:pt x="1568" y="68"/>
                    </a:cubicBezTo>
                    <a:cubicBezTo>
                      <a:pt x="2086" y="68"/>
                      <a:pt x="2603" y="68"/>
                      <a:pt x="3136" y="68"/>
                    </a:cubicBezTo>
                    <a:cubicBezTo>
                      <a:pt x="3136" y="91"/>
                      <a:pt x="3136" y="113"/>
                      <a:pt x="3136" y="136"/>
                    </a:cubicBezTo>
                    <a:cubicBezTo>
                      <a:pt x="3226" y="136"/>
                      <a:pt x="3316" y="136"/>
                      <a:pt x="3409" y="136"/>
                    </a:cubicBezTo>
                    <a:cubicBezTo>
                      <a:pt x="3409" y="114"/>
                      <a:pt x="3409" y="91"/>
                      <a:pt x="3409" y="68"/>
                    </a:cubicBezTo>
                    <a:cubicBezTo>
                      <a:pt x="3904" y="68"/>
                      <a:pt x="4399" y="68"/>
                      <a:pt x="4909" y="68"/>
                    </a:cubicBezTo>
                    <a:cubicBezTo>
                      <a:pt x="4909" y="46"/>
                      <a:pt x="4909" y="23"/>
                      <a:pt x="4909" y="0"/>
                    </a:cubicBezTo>
                    <a:cubicBezTo>
                      <a:pt x="4999" y="0"/>
                      <a:pt x="5089" y="0"/>
                      <a:pt x="5182" y="0"/>
                    </a:cubicBezTo>
                    <a:cubicBezTo>
                      <a:pt x="5182" y="23"/>
                      <a:pt x="5182" y="45"/>
                      <a:pt x="5182" y="68"/>
                    </a:cubicBezTo>
                    <a:cubicBezTo>
                      <a:pt x="5452" y="68"/>
                      <a:pt x="5722" y="68"/>
                      <a:pt x="6000" y="68"/>
                    </a:cubicBezTo>
                    <a:cubicBezTo>
                      <a:pt x="6000" y="46"/>
                      <a:pt x="6000" y="23"/>
                      <a:pt x="6000" y="0"/>
                    </a:cubicBezTo>
                    <a:cubicBezTo>
                      <a:pt x="6180" y="0"/>
                      <a:pt x="6360" y="0"/>
                      <a:pt x="6545" y="0"/>
                    </a:cubicBezTo>
                    <a:cubicBezTo>
                      <a:pt x="6545" y="23"/>
                      <a:pt x="6545" y="45"/>
                      <a:pt x="6545" y="68"/>
                    </a:cubicBezTo>
                    <a:cubicBezTo>
                      <a:pt x="8480" y="68"/>
                      <a:pt x="10415" y="68"/>
                      <a:pt x="12409" y="68"/>
                    </a:cubicBezTo>
                    <a:cubicBezTo>
                      <a:pt x="12409" y="46"/>
                      <a:pt x="12409" y="23"/>
                      <a:pt x="12409" y="0"/>
                    </a:cubicBezTo>
                    <a:cubicBezTo>
                      <a:pt x="12589" y="0"/>
                      <a:pt x="12769" y="0"/>
                      <a:pt x="12955" y="0"/>
                    </a:cubicBezTo>
                    <a:cubicBezTo>
                      <a:pt x="12955" y="23"/>
                      <a:pt x="12955" y="45"/>
                      <a:pt x="12955" y="68"/>
                    </a:cubicBezTo>
                    <a:cubicBezTo>
                      <a:pt x="13045" y="68"/>
                      <a:pt x="13135" y="68"/>
                      <a:pt x="13227" y="68"/>
                    </a:cubicBezTo>
                    <a:cubicBezTo>
                      <a:pt x="13227" y="91"/>
                      <a:pt x="13227" y="113"/>
                      <a:pt x="13227" y="136"/>
                    </a:cubicBezTo>
                    <a:cubicBezTo>
                      <a:pt x="13205" y="136"/>
                      <a:pt x="13182" y="136"/>
                      <a:pt x="13159" y="136"/>
                    </a:cubicBezTo>
                    <a:cubicBezTo>
                      <a:pt x="13159" y="159"/>
                      <a:pt x="13159" y="181"/>
                      <a:pt x="13159" y="205"/>
                    </a:cubicBezTo>
                    <a:cubicBezTo>
                      <a:pt x="8839" y="205"/>
                      <a:pt x="4519" y="205"/>
                      <a:pt x="68" y="205"/>
                    </a:cubicBezTo>
                    <a:cubicBezTo>
                      <a:pt x="68" y="182"/>
                      <a:pt x="68" y="160"/>
                      <a:pt x="68" y="136"/>
                    </a:cubicBezTo>
                    <a:cubicBezTo>
                      <a:pt x="46" y="136"/>
                      <a:pt x="23" y="136"/>
                      <a:pt x="0" y="136"/>
                    </a:cubicBezTo>
                    <a:cubicBezTo>
                      <a:pt x="0" y="114"/>
                      <a:pt x="0" y="91"/>
                      <a:pt x="0" y="68"/>
                    </a:cubicBezTo>
                    <a:cubicBezTo>
                      <a:pt x="337" y="68"/>
                      <a:pt x="675" y="68"/>
                      <a:pt x="1023" y="68"/>
                    </a:cubicBezTo>
                    <a:cubicBezTo>
                      <a:pt x="1023" y="46"/>
                      <a:pt x="1023" y="23"/>
                      <a:pt x="102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33" cap="flat">
                <a:noFill/>
              </a:ln>
            </p:spPr>
          </p:sp>
          <p:sp>
            <p:nvSpPr>
              <p:cNvPr id="1956" name="ICON_C_FEATURES_HEADER_path_013"/>
              <p:cNvSpPr/>
              <p:nvPr/>
            </p:nvSpPr>
            <p:spPr>
              <a:xfrm>
                <a:off x="7979930" y="7057520"/>
                <a:ext cx="3464" cy="97848"/>
              </a:xfrm>
              <a:custGeom>
                <a:avLst/>
                <a:gdLst/>
                <a:ahLst/>
                <a:cxnLst/>
                <a:rect l="0" t="0" r="r" b="b"/>
                <a:pathLst>
                  <a:path w="273" h="7705" fill="norm" stroke="0">
                    <a:moveTo>
                      <a:pt x="136" y="0"/>
                    </a:moveTo>
                    <a:cubicBezTo>
                      <a:pt x="181" y="0"/>
                      <a:pt x="226" y="0"/>
                      <a:pt x="273" y="0"/>
                    </a:cubicBezTo>
                    <a:cubicBezTo>
                      <a:pt x="273" y="67"/>
                      <a:pt x="273" y="135"/>
                      <a:pt x="273" y="205"/>
                    </a:cubicBezTo>
                    <a:cubicBezTo>
                      <a:pt x="250" y="205"/>
                      <a:pt x="228" y="205"/>
                      <a:pt x="205" y="205"/>
                    </a:cubicBezTo>
                    <a:cubicBezTo>
                      <a:pt x="205" y="317"/>
                      <a:pt x="205" y="430"/>
                      <a:pt x="205" y="545"/>
                    </a:cubicBezTo>
                    <a:cubicBezTo>
                      <a:pt x="227" y="545"/>
                      <a:pt x="250" y="545"/>
                      <a:pt x="273" y="545"/>
                    </a:cubicBezTo>
                    <a:cubicBezTo>
                      <a:pt x="273" y="2413"/>
                      <a:pt x="273" y="4280"/>
                      <a:pt x="273" y="6205"/>
                    </a:cubicBezTo>
                    <a:cubicBezTo>
                      <a:pt x="228" y="6205"/>
                      <a:pt x="183" y="6205"/>
                      <a:pt x="136" y="6205"/>
                    </a:cubicBezTo>
                    <a:cubicBezTo>
                      <a:pt x="136" y="6272"/>
                      <a:pt x="136" y="6340"/>
                      <a:pt x="136" y="6409"/>
                    </a:cubicBezTo>
                    <a:cubicBezTo>
                      <a:pt x="181" y="6409"/>
                      <a:pt x="226" y="6409"/>
                      <a:pt x="273" y="6409"/>
                    </a:cubicBezTo>
                    <a:cubicBezTo>
                      <a:pt x="273" y="6792"/>
                      <a:pt x="273" y="7174"/>
                      <a:pt x="273" y="7568"/>
                    </a:cubicBezTo>
                    <a:cubicBezTo>
                      <a:pt x="228" y="7568"/>
                      <a:pt x="183" y="7568"/>
                      <a:pt x="136" y="7568"/>
                    </a:cubicBezTo>
                    <a:cubicBezTo>
                      <a:pt x="131" y="7591"/>
                      <a:pt x="131" y="7591"/>
                      <a:pt x="102" y="7705"/>
                    </a:cubicBezTo>
                    <a:cubicBezTo>
                      <a:pt x="69" y="7693"/>
                      <a:pt x="35" y="7682"/>
                      <a:pt x="0" y="7670"/>
                    </a:cubicBezTo>
                    <a:cubicBezTo>
                      <a:pt x="0" y="5803"/>
                      <a:pt x="0" y="3935"/>
                      <a:pt x="0" y="2011"/>
                    </a:cubicBezTo>
                    <a:cubicBezTo>
                      <a:pt x="17" y="2006"/>
                      <a:pt x="17" y="2006"/>
                      <a:pt x="102" y="1977"/>
                    </a:cubicBezTo>
                    <a:cubicBezTo>
                      <a:pt x="102" y="1685"/>
                      <a:pt x="102" y="1392"/>
                      <a:pt x="102" y="1091"/>
                    </a:cubicBezTo>
                    <a:cubicBezTo>
                      <a:pt x="69" y="1080"/>
                      <a:pt x="35" y="1068"/>
                      <a:pt x="0" y="1057"/>
                    </a:cubicBezTo>
                    <a:cubicBezTo>
                      <a:pt x="0" y="753"/>
                      <a:pt x="0" y="449"/>
                      <a:pt x="0" y="136"/>
                    </a:cubicBezTo>
                    <a:cubicBezTo>
                      <a:pt x="45" y="136"/>
                      <a:pt x="90" y="136"/>
                      <a:pt x="136" y="136"/>
                    </a:cubicBezTo>
                    <a:cubicBezTo>
                      <a:pt x="136" y="91"/>
                      <a:pt x="136" y="46"/>
                      <a:pt x="13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33" cap="flat">
                <a:noFill/>
              </a:ln>
            </p:spPr>
          </p:sp>
          <p:sp>
            <p:nvSpPr>
              <p:cNvPr id="1957" name="ICON_C_FEATURES_HEADER_path_014"/>
              <p:cNvSpPr/>
              <p:nvPr/>
            </p:nvSpPr>
            <p:spPr>
              <a:xfrm>
                <a:off x="7805016" y="7187406"/>
                <a:ext cx="47625" cy="16452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1295" fill="norm" stroke="0">
                    <a:moveTo>
                      <a:pt x="341" y="0"/>
                    </a:moveTo>
                    <a:cubicBezTo>
                      <a:pt x="363" y="0"/>
                      <a:pt x="386" y="0"/>
                      <a:pt x="409" y="0"/>
                    </a:cubicBezTo>
                    <a:cubicBezTo>
                      <a:pt x="409" y="23"/>
                      <a:pt x="409" y="45"/>
                      <a:pt x="409" y="68"/>
                    </a:cubicBezTo>
                    <a:cubicBezTo>
                      <a:pt x="432" y="68"/>
                      <a:pt x="454" y="68"/>
                      <a:pt x="477" y="68"/>
                    </a:cubicBezTo>
                    <a:cubicBezTo>
                      <a:pt x="477" y="91"/>
                      <a:pt x="477" y="113"/>
                      <a:pt x="477" y="136"/>
                    </a:cubicBezTo>
                    <a:cubicBezTo>
                      <a:pt x="1062" y="136"/>
                      <a:pt x="1647" y="136"/>
                      <a:pt x="2250" y="136"/>
                    </a:cubicBezTo>
                    <a:cubicBezTo>
                      <a:pt x="2250" y="114"/>
                      <a:pt x="2250" y="91"/>
                      <a:pt x="2250" y="68"/>
                    </a:cubicBezTo>
                    <a:cubicBezTo>
                      <a:pt x="2363" y="68"/>
                      <a:pt x="2475" y="68"/>
                      <a:pt x="2591" y="68"/>
                    </a:cubicBezTo>
                    <a:cubicBezTo>
                      <a:pt x="2591" y="91"/>
                      <a:pt x="2591" y="113"/>
                      <a:pt x="2591" y="136"/>
                    </a:cubicBezTo>
                    <a:cubicBezTo>
                      <a:pt x="2636" y="136"/>
                      <a:pt x="2681" y="136"/>
                      <a:pt x="2727" y="136"/>
                    </a:cubicBezTo>
                    <a:cubicBezTo>
                      <a:pt x="2727" y="114"/>
                      <a:pt x="2727" y="91"/>
                      <a:pt x="2727" y="68"/>
                    </a:cubicBezTo>
                    <a:cubicBezTo>
                      <a:pt x="2975" y="68"/>
                      <a:pt x="3222" y="68"/>
                      <a:pt x="3477" y="68"/>
                    </a:cubicBezTo>
                    <a:cubicBezTo>
                      <a:pt x="3477" y="91"/>
                      <a:pt x="3477" y="113"/>
                      <a:pt x="3477" y="136"/>
                    </a:cubicBezTo>
                    <a:cubicBezTo>
                      <a:pt x="3567" y="136"/>
                      <a:pt x="3657" y="136"/>
                      <a:pt x="3750" y="136"/>
                    </a:cubicBezTo>
                    <a:cubicBezTo>
                      <a:pt x="3750" y="181"/>
                      <a:pt x="3750" y="226"/>
                      <a:pt x="3750" y="273"/>
                    </a:cubicBezTo>
                    <a:cubicBezTo>
                      <a:pt x="3638" y="273"/>
                      <a:pt x="3525" y="273"/>
                      <a:pt x="3409" y="273"/>
                    </a:cubicBezTo>
                    <a:cubicBezTo>
                      <a:pt x="3409" y="295"/>
                      <a:pt x="3409" y="318"/>
                      <a:pt x="3409" y="341"/>
                    </a:cubicBezTo>
                    <a:cubicBezTo>
                      <a:pt x="3387" y="341"/>
                      <a:pt x="3364" y="341"/>
                      <a:pt x="3341" y="341"/>
                    </a:cubicBezTo>
                    <a:cubicBezTo>
                      <a:pt x="3341" y="363"/>
                      <a:pt x="3341" y="386"/>
                      <a:pt x="3341" y="409"/>
                    </a:cubicBezTo>
                    <a:cubicBezTo>
                      <a:pt x="3116" y="409"/>
                      <a:pt x="2891" y="409"/>
                      <a:pt x="2659" y="409"/>
                    </a:cubicBezTo>
                    <a:cubicBezTo>
                      <a:pt x="2659" y="432"/>
                      <a:pt x="2659" y="454"/>
                      <a:pt x="2659" y="477"/>
                    </a:cubicBezTo>
                    <a:cubicBezTo>
                      <a:pt x="2637" y="477"/>
                      <a:pt x="2614" y="477"/>
                      <a:pt x="2591" y="477"/>
                    </a:cubicBezTo>
                    <a:cubicBezTo>
                      <a:pt x="2591" y="500"/>
                      <a:pt x="2591" y="522"/>
                      <a:pt x="2591" y="545"/>
                    </a:cubicBezTo>
                    <a:cubicBezTo>
                      <a:pt x="2568" y="545"/>
                      <a:pt x="2546" y="545"/>
                      <a:pt x="2523" y="545"/>
                    </a:cubicBezTo>
                    <a:cubicBezTo>
                      <a:pt x="2523" y="748"/>
                      <a:pt x="2523" y="950"/>
                      <a:pt x="2523" y="1159"/>
                    </a:cubicBezTo>
                    <a:cubicBezTo>
                      <a:pt x="2500" y="1159"/>
                      <a:pt x="2478" y="1159"/>
                      <a:pt x="2455" y="1159"/>
                    </a:cubicBezTo>
                    <a:cubicBezTo>
                      <a:pt x="2455" y="1182"/>
                      <a:pt x="2455" y="1204"/>
                      <a:pt x="2455" y="1227"/>
                    </a:cubicBezTo>
                    <a:cubicBezTo>
                      <a:pt x="2432" y="1227"/>
                      <a:pt x="2410" y="1227"/>
                      <a:pt x="2386" y="1227"/>
                    </a:cubicBezTo>
                    <a:cubicBezTo>
                      <a:pt x="2386" y="1250"/>
                      <a:pt x="2386" y="1272"/>
                      <a:pt x="2386" y="1295"/>
                    </a:cubicBezTo>
                    <a:cubicBezTo>
                      <a:pt x="2319" y="1295"/>
                      <a:pt x="2251" y="1295"/>
                      <a:pt x="2182" y="1295"/>
                    </a:cubicBezTo>
                    <a:cubicBezTo>
                      <a:pt x="2182" y="1025"/>
                      <a:pt x="2182" y="755"/>
                      <a:pt x="2182" y="477"/>
                    </a:cubicBezTo>
                    <a:cubicBezTo>
                      <a:pt x="2159" y="477"/>
                      <a:pt x="2137" y="477"/>
                      <a:pt x="2114" y="477"/>
                    </a:cubicBezTo>
                    <a:cubicBezTo>
                      <a:pt x="2114" y="455"/>
                      <a:pt x="2114" y="432"/>
                      <a:pt x="2114" y="409"/>
                    </a:cubicBezTo>
                    <a:cubicBezTo>
                      <a:pt x="2046" y="409"/>
                      <a:pt x="1979" y="409"/>
                      <a:pt x="1909" y="409"/>
                    </a:cubicBezTo>
                    <a:cubicBezTo>
                      <a:pt x="1909" y="387"/>
                      <a:pt x="1909" y="364"/>
                      <a:pt x="1909" y="341"/>
                    </a:cubicBezTo>
                    <a:cubicBezTo>
                      <a:pt x="1887" y="341"/>
                      <a:pt x="1864" y="341"/>
                      <a:pt x="1841" y="341"/>
                    </a:cubicBezTo>
                    <a:cubicBezTo>
                      <a:pt x="1841" y="318"/>
                      <a:pt x="1841" y="296"/>
                      <a:pt x="1841" y="273"/>
                    </a:cubicBezTo>
                    <a:cubicBezTo>
                      <a:pt x="1661" y="273"/>
                      <a:pt x="1481" y="273"/>
                      <a:pt x="1295" y="273"/>
                    </a:cubicBezTo>
                    <a:cubicBezTo>
                      <a:pt x="1295" y="295"/>
                      <a:pt x="1295" y="318"/>
                      <a:pt x="1295" y="341"/>
                    </a:cubicBezTo>
                    <a:cubicBezTo>
                      <a:pt x="1273" y="341"/>
                      <a:pt x="1250" y="341"/>
                      <a:pt x="1227" y="341"/>
                    </a:cubicBezTo>
                    <a:cubicBezTo>
                      <a:pt x="1227" y="363"/>
                      <a:pt x="1227" y="386"/>
                      <a:pt x="1227" y="409"/>
                    </a:cubicBezTo>
                    <a:cubicBezTo>
                      <a:pt x="980" y="409"/>
                      <a:pt x="732" y="409"/>
                      <a:pt x="477" y="409"/>
                    </a:cubicBezTo>
                    <a:cubicBezTo>
                      <a:pt x="477" y="432"/>
                      <a:pt x="477" y="454"/>
                      <a:pt x="477" y="477"/>
                    </a:cubicBezTo>
                    <a:cubicBezTo>
                      <a:pt x="455" y="477"/>
                      <a:pt x="432" y="477"/>
                      <a:pt x="409" y="477"/>
                    </a:cubicBezTo>
                    <a:cubicBezTo>
                      <a:pt x="409" y="500"/>
                      <a:pt x="409" y="522"/>
                      <a:pt x="409" y="545"/>
                    </a:cubicBezTo>
                    <a:cubicBezTo>
                      <a:pt x="387" y="545"/>
                      <a:pt x="364" y="545"/>
                      <a:pt x="341" y="545"/>
                    </a:cubicBezTo>
                    <a:cubicBezTo>
                      <a:pt x="341" y="523"/>
                      <a:pt x="341" y="500"/>
                      <a:pt x="341" y="477"/>
                    </a:cubicBezTo>
                    <a:cubicBezTo>
                      <a:pt x="296" y="477"/>
                      <a:pt x="251" y="477"/>
                      <a:pt x="205" y="477"/>
                    </a:cubicBezTo>
                    <a:cubicBezTo>
                      <a:pt x="205" y="500"/>
                      <a:pt x="205" y="522"/>
                      <a:pt x="205" y="545"/>
                    </a:cubicBezTo>
                    <a:cubicBezTo>
                      <a:pt x="182" y="545"/>
                      <a:pt x="160" y="545"/>
                      <a:pt x="136" y="545"/>
                    </a:cubicBezTo>
                    <a:cubicBezTo>
                      <a:pt x="136" y="635"/>
                      <a:pt x="136" y="725"/>
                      <a:pt x="136" y="818"/>
                    </a:cubicBezTo>
                    <a:cubicBezTo>
                      <a:pt x="91" y="818"/>
                      <a:pt x="46" y="818"/>
                      <a:pt x="0" y="818"/>
                    </a:cubicBezTo>
                    <a:cubicBezTo>
                      <a:pt x="0" y="571"/>
                      <a:pt x="0" y="323"/>
                      <a:pt x="0" y="68"/>
                    </a:cubicBezTo>
                    <a:cubicBezTo>
                      <a:pt x="45" y="68"/>
                      <a:pt x="90" y="68"/>
                      <a:pt x="136" y="68"/>
                    </a:cubicBezTo>
                    <a:cubicBezTo>
                      <a:pt x="136" y="91"/>
                      <a:pt x="136" y="113"/>
                      <a:pt x="136" y="136"/>
                    </a:cubicBezTo>
                    <a:cubicBezTo>
                      <a:pt x="181" y="136"/>
                      <a:pt x="226" y="136"/>
                      <a:pt x="273" y="136"/>
                    </a:cubicBezTo>
                    <a:cubicBezTo>
                      <a:pt x="273" y="114"/>
                      <a:pt x="273" y="91"/>
                      <a:pt x="273" y="68"/>
                    </a:cubicBezTo>
                    <a:cubicBezTo>
                      <a:pt x="295" y="68"/>
                      <a:pt x="318" y="68"/>
                      <a:pt x="341" y="68"/>
                    </a:cubicBezTo>
                    <a:cubicBezTo>
                      <a:pt x="341" y="46"/>
                      <a:pt x="341" y="23"/>
                      <a:pt x="3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58" name="ICON_C_FEATURES_HEADER_path_015"/>
              <p:cNvSpPr/>
              <p:nvPr/>
            </p:nvSpPr>
            <p:spPr>
              <a:xfrm>
                <a:off x="7887277" y="7187406"/>
                <a:ext cx="34636" cy="13855"/>
              </a:xfrm>
              <a:custGeom>
                <a:avLst/>
                <a:gdLst/>
                <a:ahLst/>
                <a:cxnLst/>
                <a:rect l="0" t="0" r="r" b="b"/>
                <a:pathLst>
                  <a:path w="2727" h="1091" fill="norm" stroke="0">
                    <a:moveTo>
                      <a:pt x="2114" y="0"/>
                    </a:moveTo>
                    <a:cubicBezTo>
                      <a:pt x="2204" y="0"/>
                      <a:pt x="2294" y="0"/>
                      <a:pt x="2386" y="0"/>
                    </a:cubicBezTo>
                    <a:cubicBezTo>
                      <a:pt x="2386" y="23"/>
                      <a:pt x="2386" y="45"/>
                      <a:pt x="2386" y="68"/>
                    </a:cubicBezTo>
                    <a:cubicBezTo>
                      <a:pt x="2431" y="68"/>
                      <a:pt x="2476" y="68"/>
                      <a:pt x="2523" y="68"/>
                    </a:cubicBezTo>
                    <a:cubicBezTo>
                      <a:pt x="2523" y="91"/>
                      <a:pt x="2523" y="113"/>
                      <a:pt x="2523" y="136"/>
                    </a:cubicBezTo>
                    <a:cubicBezTo>
                      <a:pt x="2568" y="136"/>
                      <a:pt x="2613" y="136"/>
                      <a:pt x="2659" y="136"/>
                    </a:cubicBezTo>
                    <a:cubicBezTo>
                      <a:pt x="2659" y="159"/>
                      <a:pt x="2659" y="181"/>
                      <a:pt x="2659" y="205"/>
                    </a:cubicBezTo>
                    <a:cubicBezTo>
                      <a:pt x="2682" y="205"/>
                      <a:pt x="2704" y="205"/>
                      <a:pt x="2727" y="205"/>
                    </a:cubicBezTo>
                    <a:cubicBezTo>
                      <a:pt x="2727" y="272"/>
                      <a:pt x="2727" y="340"/>
                      <a:pt x="2727" y="409"/>
                    </a:cubicBezTo>
                    <a:cubicBezTo>
                      <a:pt x="2682" y="409"/>
                      <a:pt x="2637" y="409"/>
                      <a:pt x="2591" y="409"/>
                    </a:cubicBezTo>
                    <a:cubicBezTo>
                      <a:pt x="2591" y="432"/>
                      <a:pt x="2591" y="454"/>
                      <a:pt x="2591" y="477"/>
                    </a:cubicBezTo>
                    <a:cubicBezTo>
                      <a:pt x="2546" y="477"/>
                      <a:pt x="2501" y="477"/>
                      <a:pt x="2455" y="477"/>
                    </a:cubicBezTo>
                    <a:cubicBezTo>
                      <a:pt x="2455" y="500"/>
                      <a:pt x="2455" y="522"/>
                      <a:pt x="2455" y="545"/>
                    </a:cubicBezTo>
                    <a:cubicBezTo>
                      <a:pt x="2432" y="545"/>
                      <a:pt x="2410" y="545"/>
                      <a:pt x="2386" y="545"/>
                    </a:cubicBezTo>
                    <a:cubicBezTo>
                      <a:pt x="2386" y="523"/>
                      <a:pt x="2386" y="500"/>
                      <a:pt x="2386" y="477"/>
                    </a:cubicBezTo>
                    <a:cubicBezTo>
                      <a:pt x="2364" y="477"/>
                      <a:pt x="2341" y="477"/>
                      <a:pt x="2318" y="477"/>
                    </a:cubicBezTo>
                    <a:cubicBezTo>
                      <a:pt x="2318" y="500"/>
                      <a:pt x="2318" y="522"/>
                      <a:pt x="2318" y="545"/>
                    </a:cubicBezTo>
                    <a:cubicBezTo>
                      <a:pt x="2273" y="545"/>
                      <a:pt x="2228" y="545"/>
                      <a:pt x="2182" y="545"/>
                    </a:cubicBezTo>
                    <a:cubicBezTo>
                      <a:pt x="2182" y="523"/>
                      <a:pt x="2182" y="500"/>
                      <a:pt x="2182" y="477"/>
                    </a:cubicBezTo>
                    <a:cubicBezTo>
                      <a:pt x="2159" y="477"/>
                      <a:pt x="2137" y="477"/>
                      <a:pt x="2114" y="477"/>
                    </a:cubicBezTo>
                    <a:cubicBezTo>
                      <a:pt x="2114" y="455"/>
                      <a:pt x="2114" y="432"/>
                      <a:pt x="2114" y="409"/>
                    </a:cubicBezTo>
                    <a:cubicBezTo>
                      <a:pt x="1754" y="409"/>
                      <a:pt x="1394" y="409"/>
                      <a:pt x="1023" y="409"/>
                    </a:cubicBezTo>
                    <a:cubicBezTo>
                      <a:pt x="1023" y="432"/>
                      <a:pt x="1023" y="454"/>
                      <a:pt x="1023" y="477"/>
                    </a:cubicBezTo>
                    <a:cubicBezTo>
                      <a:pt x="820" y="477"/>
                      <a:pt x="618" y="477"/>
                      <a:pt x="409" y="477"/>
                    </a:cubicBezTo>
                    <a:cubicBezTo>
                      <a:pt x="409" y="500"/>
                      <a:pt x="409" y="522"/>
                      <a:pt x="409" y="545"/>
                    </a:cubicBezTo>
                    <a:cubicBezTo>
                      <a:pt x="387" y="545"/>
                      <a:pt x="364" y="545"/>
                      <a:pt x="341" y="545"/>
                    </a:cubicBezTo>
                    <a:cubicBezTo>
                      <a:pt x="341" y="703"/>
                      <a:pt x="341" y="860"/>
                      <a:pt x="341" y="1023"/>
                    </a:cubicBezTo>
                    <a:cubicBezTo>
                      <a:pt x="318" y="1023"/>
                      <a:pt x="296" y="1023"/>
                      <a:pt x="273" y="1023"/>
                    </a:cubicBezTo>
                    <a:cubicBezTo>
                      <a:pt x="273" y="1045"/>
                      <a:pt x="273" y="1068"/>
                      <a:pt x="273" y="1091"/>
                    </a:cubicBezTo>
                    <a:cubicBezTo>
                      <a:pt x="205" y="1091"/>
                      <a:pt x="138" y="1091"/>
                      <a:pt x="68" y="1091"/>
                    </a:cubicBezTo>
                    <a:cubicBezTo>
                      <a:pt x="68" y="1068"/>
                      <a:pt x="68" y="1046"/>
                      <a:pt x="68" y="1023"/>
                    </a:cubicBezTo>
                    <a:cubicBezTo>
                      <a:pt x="46" y="1023"/>
                      <a:pt x="23" y="1023"/>
                      <a:pt x="0" y="1023"/>
                    </a:cubicBezTo>
                    <a:cubicBezTo>
                      <a:pt x="0" y="910"/>
                      <a:pt x="0" y="798"/>
                      <a:pt x="0" y="682"/>
                    </a:cubicBezTo>
                    <a:cubicBezTo>
                      <a:pt x="23" y="682"/>
                      <a:pt x="45" y="682"/>
                      <a:pt x="68" y="682"/>
                    </a:cubicBezTo>
                    <a:cubicBezTo>
                      <a:pt x="68" y="569"/>
                      <a:pt x="68" y="457"/>
                      <a:pt x="68" y="341"/>
                    </a:cubicBezTo>
                    <a:cubicBezTo>
                      <a:pt x="91" y="341"/>
                      <a:pt x="113" y="341"/>
                      <a:pt x="136" y="341"/>
                    </a:cubicBezTo>
                    <a:cubicBezTo>
                      <a:pt x="136" y="318"/>
                      <a:pt x="136" y="296"/>
                      <a:pt x="136" y="273"/>
                    </a:cubicBezTo>
                    <a:cubicBezTo>
                      <a:pt x="159" y="273"/>
                      <a:pt x="181" y="273"/>
                      <a:pt x="205" y="273"/>
                    </a:cubicBezTo>
                    <a:cubicBezTo>
                      <a:pt x="205" y="250"/>
                      <a:pt x="205" y="228"/>
                      <a:pt x="205" y="205"/>
                    </a:cubicBezTo>
                    <a:cubicBezTo>
                      <a:pt x="340" y="205"/>
                      <a:pt x="475" y="205"/>
                      <a:pt x="614" y="205"/>
                    </a:cubicBezTo>
                    <a:cubicBezTo>
                      <a:pt x="614" y="182"/>
                      <a:pt x="614" y="160"/>
                      <a:pt x="614" y="136"/>
                    </a:cubicBezTo>
                    <a:cubicBezTo>
                      <a:pt x="704" y="136"/>
                      <a:pt x="794" y="136"/>
                      <a:pt x="886" y="136"/>
                    </a:cubicBezTo>
                    <a:cubicBezTo>
                      <a:pt x="886" y="114"/>
                      <a:pt x="886" y="91"/>
                      <a:pt x="886" y="68"/>
                    </a:cubicBezTo>
                    <a:cubicBezTo>
                      <a:pt x="1291" y="68"/>
                      <a:pt x="1696" y="68"/>
                      <a:pt x="2114" y="68"/>
                    </a:cubicBezTo>
                    <a:cubicBezTo>
                      <a:pt x="2114" y="46"/>
                      <a:pt x="2114" y="23"/>
                      <a:pt x="21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59" name="ICON_C_FEATURES_HEADER_path_016"/>
              <p:cNvSpPr/>
              <p:nvPr/>
            </p:nvSpPr>
            <p:spPr>
              <a:xfrm>
                <a:off x="7929707" y="7102547"/>
                <a:ext cx="25977" cy="25977"/>
              </a:xfrm>
              <a:custGeom>
                <a:avLst/>
                <a:gdLst/>
                <a:ahLst/>
                <a:cxnLst/>
                <a:rect l="0" t="0" r="r" b="b"/>
                <a:pathLst>
                  <a:path w="2045" h="2045" fill="norm" stroke="0">
                    <a:moveTo>
                      <a:pt x="955" y="0"/>
                    </a:moveTo>
                    <a:cubicBezTo>
                      <a:pt x="1000" y="0"/>
                      <a:pt x="1045" y="0"/>
                      <a:pt x="1091" y="0"/>
                    </a:cubicBezTo>
                    <a:cubicBezTo>
                      <a:pt x="1091" y="23"/>
                      <a:pt x="1091" y="45"/>
                      <a:pt x="1091" y="68"/>
                    </a:cubicBezTo>
                    <a:cubicBezTo>
                      <a:pt x="1113" y="68"/>
                      <a:pt x="1136" y="68"/>
                      <a:pt x="1159" y="68"/>
                    </a:cubicBezTo>
                    <a:cubicBezTo>
                      <a:pt x="1159" y="91"/>
                      <a:pt x="1159" y="113"/>
                      <a:pt x="1159" y="136"/>
                    </a:cubicBezTo>
                    <a:cubicBezTo>
                      <a:pt x="1182" y="136"/>
                      <a:pt x="1204" y="136"/>
                      <a:pt x="1227" y="136"/>
                    </a:cubicBezTo>
                    <a:cubicBezTo>
                      <a:pt x="1227" y="159"/>
                      <a:pt x="1227" y="181"/>
                      <a:pt x="1227" y="205"/>
                    </a:cubicBezTo>
                    <a:cubicBezTo>
                      <a:pt x="1250" y="205"/>
                      <a:pt x="1272" y="205"/>
                      <a:pt x="1295" y="205"/>
                    </a:cubicBezTo>
                    <a:cubicBezTo>
                      <a:pt x="1295" y="385"/>
                      <a:pt x="1295" y="565"/>
                      <a:pt x="1295" y="750"/>
                    </a:cubicBezTo>
                    <a:cubicBezTo>
                      <a:pt x="1318" y="750"/>
                      <a:pt x="1340" y="750"/>
                      <a:pt x="1364" y="750"/>
                    </a:cubicBezTo>
                    <a:cubicBezTo>
                      <a:pt x="1364" y="773"/>
                      <a:pt x="1364" y="795"/>
                      <a:pt x="1364" y="818"/>
                    </a:cubicBezTo>
                    <a:cubicBezTo>
                      <a:pt x="1566" y="818"/>
                      <a:pt x="1769" y="818"/>
                      <a:pt x="1977" y="818"/>
                    </a:cubicBezTo>
                    <a:cubicBezTo>
                      <a:pt x="1977" y="841"/>
                      <a:pt x="1977" y="863"/>
                      <a:pt x="1977" y="886"/>
                    </a:cubicBezTo>
                    <a:cubicBezTo>
                      <a:pt x="2000" y="886"/>
                      <a:pt x="2022" y="886"/>
                      <a:pt x="2045" y="886"/>
                    </a:cubicBezTo>
                    <a:cubicBezTo>
                      <a:pt x="2045" y="931"/>
                      <a:pt x="2045" y="976"/>
                      <a:pt x="2045" y="1023"/>
                    </a:cubicBezTo>
                    <a:cubicBezTo>
                      <a:pt x="2023" y="1023"/>
                      <a:pt x="2000" y="1023"/>
                      <a:pt x="1977" y="1023"/>
                    </a:cubicBezTo>
                    <a:cubicBezTo>
                      <a:pt x="1977" y="1045"/>
                      <a:pt x="1977" y="1068"/>
                      <a:pt x="1977" y="1091"/>
                    </a:cubicBezTo>
                    <a:cubicBezTo>
                      <a:pt x="1775" y="1091"/>
                      <a:pt x="1572" y="1091"/>
                      <a:pt x="1364" y="1091"/>
                    </a:cubicBezTo>
                    <a:cubicBezTo>
                      <a:pt x="1364" y="1113"/>
                      <a:pt x="1364" y="1136"/>
                      <a:pt x="1364" y="1159"/>
                    </a:cubicBezTo>
                    <a:cubicBezTo>
                      <a:pt x="1341" y="1159"/>
                      <a:pt x="1319" y="1159"/>
                      <a:pt x="1295" y="1159"/>
                    </a:cubicBezTo>
                    <a:cubicBezTo>
                      <a:pt x="1295" y="1339"/>
                      <a:pt x="1295" y="1519"/>
                      <a:pt x="1295" y="1705"/>
                    </a:cubicBezTo>
                    <a:cubicBezTo>
                      <a:pt x="1273" y="1705"/>
                      <a:pt x="1250" y="1705"/>
                      <a:pt x="1227" y="1705"/>
                    </a:cubicBezTo>
                    <a:cubicBezTo>
                      <a:pt x="1227" y="1727"/>
                      <a:pt x="1227" y="1750"/>
                      <a:pt x="1227" y="1773"/>
                    </a:cubicBezTo>
                    <a:cubicBezTo>
                      <a:pt x="1205" y="1773"/>
                      <a:pt x="1182" y="1773"/>
                      <a:pt x="1159" y="1773"/>
                    </a:cubicBezTo>
                    <a:cubicBezTo>
                      <a:pt x="1159" y="1795"/>
                      <a:pt x="1159" y="1818"/>
                      <a:pt x="1159" y="1841"/>
                    </a:cubicBezTo>
                    <a:cubicBezTo>
                      <a:pt x="1137" y="1841"/>
                      <a:pt x="1114" y="1841"/>
                      <a:pt x="1091" y="1841"/>
                    </a:cubicBezTo>
                    <a:cubicBezTo>
                      <a:pt x="1091" y="1863"/>
                      <a:pt x="1091" y="1886"/>
                      <a:pt x="1091" y="1909"/>
                    </a:cubicBezTo>
                    <a:cubicBezTo>
                      <a:pt x="1068" y="1909"/>
                      <a:pt x="1046" y="1909"/>
                      <a:pt x="1023" y="1909"/>
                    </a:cubicBezTo>
                    <a:cubicBezTo>
                      <a:pt x="1023" y="1954"/>
                      <a:pt x="1023" y="1999"/>
                      <a:pt x="1023" y="2045"/>
                    </a:cubicBezTo>
                    <a:cubicBezTo>
                      <a:pt x="1000" y="2045"/>
                      <a:pt x="978" y="2045"/>
                      <a:pt x="955" y="2045"/>
                    </a:cubicBezTo>
                    <a:cubicBezTo>
                      <a:pt x="955" y="1708"/>
                      <a:pt x="955" y="1370"/>
                      <a:pt x="955" y="1023"/>
                    </a:cubicBezTo>
                    <a:cubicBezTo>
                      <a:pt x="932" y="1023"/>
                      <a:pt x="910" y="1023"/>
                      <a:pt x="886" y="1023"/>
                    </a:cubicBezTo>
                    <a:cubicBezTo>
                      <a:pt x="886" y="1000"/>
                      <a:pt x="886" y="978"/>
                      <a:pt x="886" y="955"/>
                    </a:cubicBezTo>
                    <a:cubicBezTo>
                      <a:pt x="796" y="955"/>
                      <a:pt x="706" y="955"/>
                      <a:pt x="614" y="955"/>
                    </a:cubicBezTo>
                    <a:cubicBezTo>
                      <a:pt x="614" y="977"/>
                      <a:pt x="614" y="1000"/>
                      <a:pt x="614" y="1023"/>
                    </a:cubicBezTo>
                    <a:cubicBezTo>
                      <a:pt x="591" y="1023"/>
                      <a:pt x="569" y="1023"/>
                      <a:pt x="545" y="1023"/>
                    </a:cubicBezTo>
                    <a:cubicBezTo>
                      <a:pt x="545" y="1045"/>
                      <a:pt x="545" y="1068"/>
                      <a:pt x="545" y="1091"/>
                    </a:cubicBezTo>
                    <a:cubicBezTo>
                      <a:pt x="388" y="1091"/>
                      <a:pt x="230" y="1091"/>
                      <a:pt x="68" y="1091"/>
                    </a:cubicBezTo>
                    <a:cubicBezTo>
                      <a:pt x="68" y="1068"/>
                      <a:pt x="68" y="1046"/>
                      <a:pt x="68" y="1023"/>
                    </a:cubicBezTo>
                    <a:cubicBezTo>
                      <a:pt x="46" y="1023"/>
                      <a:pt x="23" y="1023"/>
                      <a:pt x="0" y="1023"/>
                    </a:cubicBezTo>
                    <a:cubicBezTo>
                      <a:pt x="0" y="955"/>
                      <a:pt x="0" y="888"/>
                      <a:pt x="0" y="818"/>
                    </a:cubicBezTo>
                    <a:cubicBezTo>
                      <a:pt x="90" y="818"/>
                      <a:pt x="180" y="818"/>
                      <a:pt x="273" y="818"/>
                    </a:cubicBezTo>
                    <a:cubicBezTo>
                      <a:pt x="273" y="796"/>
                      <a:pt x="273" y="773"/>
                      <a:pt x="273" y="750"/>
                    </a:cubicBezTo>
                    <a:cubicBezTo>
                      <a:pt x="498" y="750"/>
                      <a:pt x="723" y="750"/>
                      <a:pt x="955" y="750"/>
                    </a:cubicBezTo>
                    <a:cubicBezTo>
                      <a:pt x="955" y="503"/>
                      <a:pt x="955" y="255"/>
                      <a:pt x="9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60" name="ICON_C_FEATURES_HEADER_path_017"/>
              <p:cNvSpPr/>
              <p:nvPr/>
            </p:nvSpPr>
            <p:spPr>
              <a:xfrm>
                <a:off x="7831859" y="7112938"/>
                <a:ext cx="21648" cy="27709"/>
              </a:xfrm>
              <a:custGeom>
                <a:avLst/>
                <a:gdLst/>
                <a:ahLst/>
                <a:cxnLst/>
                <a:rect l="0" t="0" r="r" b="b"/>
                <a:pathLst>
                  <a:path w="1705" h="2182" fill="norm" stroke="0">
                    <a:moveTo>
                      <a:pt x="68" y="0"/>
                    </a:moveTo>
                    <a:cubicBezTo>
                      <a:pt x="136" y="0"/>
                      <a:pt x="203" y="0"/>
                      <a:pt x="273" y="0"/>
                    </a:cubicBezTo>
                    <a:cubicBezTo>
                      <a:pt x="273" y="23"/>
                      <a:pt x="273" y="45"/>
                      <a:pt x="273" y="68"/>
                    </a:cubicBezTo>
                    <a:cubicBezTo>
                      <a:pt x="318" y="68"/>
                      <a:pt x="363" y="68"/>
                      <a:pt x="409" y="68"/>
                    </a:cubicBezTo>
                    <a:cubicBezTo>
                      <a:pt x="409" y="46"/>
                      <a:pt x="409" y="23"/>
                      <a:pt x="409" y="0"/>
                    </a:cubicBezTo>
                    <a:cubicBezTo>
                      <a:pt x="769" y="0"/>
                      <a:pt x="1129" y="0"/>
                      <a:pt x="1500" y="0"/>
                    </a:cubicBezTo>
                    <a:cubicBezTo>
                      <a:pt x="1500" y="23"/>
                      <a:pt x="1500" y="45"/>
                      <a:pt x="1500" y="68"/>
                    </a:cubicBezTo>
                    <a:cubicBezTo>
                      <a:pt x="1545" y="68"/>
                      <a:pt x="1590" y="68"/>
                      <a:pt x="1636" y="68"/>
                    </a:cubicBezTo>
                    <a:cubicBezTo>
                      <a:pt x="1636" y="91"/>
                      <a:pt x="1636" y="113"/>
                      <a:pt x="1636" y="136"/>
                    </a:cubicBezTo>
                    <a:cubicBezTo>
                      <a:pt x="1659" y="136"/>
                      <a:pt x="1681" y="136"/>
                      <a:pt x="1705" y="136"/>
                    </a:cubicBezTo>
                    <a:cubicBezTo>
                      <a:pt x="1705" y="159"/>
                      <a:pt x="1705" y="181"/>
                      <a:pt x="1705" y="205"/>
                    </a:cubicBezTo>
                    <a:cubicBezTo>
                      <a:pt x="1660" y="205"/>
                      <a:pt x="1615" y="205"/>
                      <a:pt x="1568" y="205"/>
                    </a:cubicBezTo>
                    <a:cubicBezTo>
                      <a:pt x="1568" y="227"/>
                      <a:pt x="1568" y="250"/>
                      <a:pt x="1568" y="273"/>
                    </a:cubicBezTo>
                    <a:cubicBezTo>
                      <a:pt x="1208" y="273"/>
                      <a:pt x="848" y="273"/>
                      <a:pt x="477" y="273"/>
                    </a:cubicBezTo>
                    <a:cubicBezTo>
                      <a:pt x="477" y="295"/>
                      <a:pt x="477" y="318"/>
                      <a:pt x="477" y="341"/>
                    </a:cubicBezTo>
                    <a:cubicBezTo>
                      <a:pt x="455" y="341"/>
                      <a:pt x="432" y="341"/>
                      <a:pt x="409" y="341"/>
                    </a:cubicBezTo>
                    <a:cubicBezTo>
                      <a:pt x="409" y="566"/>
                      <a:pt x="409" y="791"/>
                      <a:pt x="409" y="1023"/>
                    </a:cubicBezTo>
                    <a:cubicBezTo>
                      <a:pt x="387" y="1023"/>
                      <a:pt x="364" y="1023"/>
                      <a:pt x="341" y="1023"/>
                    </a:cubicBezTo>
                    <a:cubicBezTo>
                      <a:pt x="341" y="1090"/>
                      <a:pt x="341" y="1158"/>
                      <a:pt x="341" y="1227"/>
                    </a:cubicBezTo>
                    <a:cubicBezTo>
                      <a:pt x="363" y="1227"/>
                      <a:pt x="386" y="1227"/>
                      <a:pt x="409" y="1227"/>
                    </a:cubicBezTo>
                    <a:cubicBezTo>
                      <a:pt x="409" y="1475"/>
                      <a:pt x="409" y="1722"/>
                      <a:pt x="409" y="1977"/>
                    </a:cubicBezTo>
                    <a:cubicBezTo>
                      <a:pt x="364" y="1977"/>
                      <a:pt x="319" y="1977"/>
                      <a:pt x="273" y="1977"/>
                    </a:cubicBezTo>
                    <a:cubicBezTo>
                      <a:pt x="273" y="2000"/>
                      <a:pt x="273" y="2022"/>
                      <a:pt x="273" y="2045"/>
                    </a:cubicBezTo>
                    <a:cubicBezTo>
                      <a:pt x="250" y="2045"/>
                      <a:pt x="228" y="2045"/>
                      <a:pt x="205" y="2045"/>
                    </a:cubicBezTo>
                    <a:cubicBezTo>
                      <a:pt x="205" y="2090"/>
                      <a:pt x="205" y="2135"/>
                      <a:pt x="205" y="2182"/>
                    </a:cubicBezTo>
                    <a:cubicBezTo>
                      <a:pt x="137" y="2182"/>
                      <a:pt x="70" y="2182"/>
                      <a:pt x="0" y="2182"/>
                    </a:cubicBezTo>
                    <a:cubicBezTo>
                      <a:pt x="0" y="2137"/>
                      <a:pt x="0" y="2092"/>
                      <a:pt x="0" y="2045"/>
                    </a:cubicBezTo>
                    <a:cubicBezTo>
                      <a:pt x="23" y="2045"/>
                      <a:pt x="45" y="2045"/>
                      <a:pt x="68" y="2045"/>
                    </a:cubicBezTo>
                    <a:cubicBezTo>
                      <a:pt x="68" y="1618"/>
                      <a:pt x="68" y="1190"/>
                      <a:pt x="68" y="750"/>
                    </a:cubicBezTo>
                    <a:cubicBezTo>
                      <a:pt x="91" y="750"/>
                      <a:pt x="113" y="750"/>
                      <a:pt x="136" y="750"/>
                    </a:cubicBezTo>
                    <a:cubicBezTo>
                      <a:pt x="136" y="727"/>
                      <a:pt x="136" y="705"/>
                      <a:pt x="136" y="682"/>
                    </a:cubicBezTo>
                    <a:cubicBezTo>
                      <a:pt x="159" y="682"/>
                      <a:pt x="181" y="682"/>
                      <a:pt x="205" y="682"/>
                    </a:cubicBezTo>
                    <a:cubicBezTo>
                      <a:pt x="205" y="614"/>
                      <a:pt x="205" y="547"/>
                      <a:pt x="205" y="477"/>
                    </a:cubicBezTo>
                    <a:cubicBezTo>
                      <a:pt x="227" y="477"/>
                      <a:pt x="250" y="477"/>
                      <a:pt x="273" y="477"/>
                    </a:cubicBezTo>
                    <a:cubicBezTo>
                      <a:pt x="273" y="432"/>
                      <a:pt x="273" y="387"/>
                      <a:pt x="273" y="341"/>
                    </a:cubicBezTo>
                    <a:cubicBezTo>
                      <a:pt x="250" y="341"/>
                      <a:pt x="228" y="341"/>
                      <a:pt x="205" y="341"/>
                    </a:cubicBezTo>
                    <a:cubicBezTo>
                      <a:pt x="205" y="318"/>
                      <a:pt x="205" y="296"/>
                      <a:pt x="205" y="273"/>
                    </a:cubicBezTo>
                    <a:cubicBezTo>
                      <a:pt x="160" y="273"/>
                      <a:pt x="115" y="273"/>
                      <a:pt x="68" y="273"/>
                    </a:cubicBezTo>
                    <a:cubicBezTo>
                      <a:pt x="68" y="250"/>
                      <a:pt x="68" y="228"/>
                      <a:pt x="68" y="205"/>
                    </a:cubicBezTo>
                    <a:cubicBezTo>
                      <a:pt x="46" y="205"/>
                      <a:pt x="23" y="205"/>
                      <a:pt x="0" y="205"/>
                    </a:cubicBezTo>
                    <a:cubicBezTo>
                      <a:pt x="0" y="160"/>
                      <a:pt x="0" y="115"/>
                      <a:pt x="0" y="68"/>
                    </a:cubicBezTo>
                    <a:cubicBezTo>
                      <a:pt x="23" y="68"/>
                      <a:pt x="45" y="68"/>
                      <a:pt x="68" y="68"/>
                    </a:cubicBezTo>
                    <a:cubicBezTo>
                      <a:pt x="68" y="46"/>
                      <a:pt x="68" y="23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61" name="ICON_C_FEATURES_HEADER_path_018"/>
              <p:cNvSpPr/>
              <p:nvPr/>
            </p:nvSpPr>
            <p:spPr>
              <a:xfrm>
                <a:off x="7796357" y="7058386"/>
                <a:ext cx="2598" cy="161925"/>
              </a:xfrm>
              <a:custGeom>
                <a:avLst/>
                <a:gdLst/>
                <a:ahLst/>
                <a:cxnLst/>
                <a:rect l="0" t="0" r="r" b="b"/>
                <a:pathLst>
                  <a:path w="205" h="12750" fill="norm" stroke="0">
                    <a:moveTo>
                      <a:pt x="136" y="0"/>
                    </a:moveTo>
                    <a:cubicBezTo>
                      <a:pt x="159" y="0"/>
                      <a:pt x="181" y="0"/>
                      <a:pt x="205" y="0"/>
                    </a:cubicBezTo>
                    <a:cubicBezTo>
                      <a:pt x="205" y="4207"/>
                      <a:pt x="205" y="8415"/>
                      <a:pt x="205" y="12750"/>
                    </a:cubicBezTo>
                    <a:cubicBezTo>
                      <a:pt x="182" y="12750"/>
                      <a:pt x="160" y="12750"/>
                      <a:pt x="136" y="12750"/>
                    </a:cubicBezTo>
                    <a:cubicBezTo>
                      <a:pt x="136" y="12570"/>
                      <a:pt x="136" y="12390"/>
                      <a:pt x="136" y="12205"/>
                    </a:cubicBezTo>
                    <a:cubicBezTo>
                      <a:pt x="114" y="12205"/>
                      <a:pt x="91" y="12205"/>
                      <a:pt x="68" y="12205"/>
                    </a:cubicBezTo>
                    <a:cubicBezTo>
                      <a:pt x="68" y="12160"/>
                      <a:pt x="68" y="12115"/>
                      <a:pt x="68" y="12068"/>
                    </a:cubicBezTo>
                    <a:cubicBezTo>
                      <a:pt x="46" y="12068"/>
                      <a:pt x="23" y="12068"/>
                      <a:pt x="0" y="12068"/>
                    </a:cubicBezTo>
                    <a:cubicBezTo>
                      <a:pt x="0" y="12046"/>
                      <a:pt x="0" y="12023"/>
                      <a:pt x="0" y="12000"/>
                    </a:cubicBezTo>
                    <a:cubicBezTo>
                      <a:pt x="23" y="12000"/>
                      <a:pt x="45" y="12000"/>
                      <a:pt x="68" y="12000"/>
                    </a:cubicBezTo>
                    <a:cubicBezTo>
                      <a:pt x="68" y="11977"/>
                      <a:pt x="68" y="11955"/>
                      <a:pt x="68" y="11932"/>
                    </a:cubicBezTo>
                    <a:cubicBezTo>
                      <a:pt x="91" y="11932"/>
                      <a:pt x="113" y="11932"/>
                      <a:pt x="136" y="11932"/>
                    </a:cubicBezTo>
                    <a:cubicBezTo>
                      <a:pt x="136" y="9119"/>
                      <a:pt x="136" y="6307"/>
                      <a:pt x="136" y="3409"/>
                    </a:cubicBezTo>
                    <a:cubicBezTo>
                      <a:pt x="114" y="3409"/>
                      <a:pt x="91" y="3409"/>
                      <a:pt x="68" y="3409"/>
                    </a:cubicBezTo>
                    <a:cubicBezTo>
                      <a:pt x="68" y="3387"/>
                      <a:pt x="68" y="3364"/>
                      <a:pt x="68" y="3341"/>
                    </a:cubicBezTo>
                    <a:cubicBezTo>
                      <a:pt x="91" y="3341"/>
                      <a:pt x="113" y="3341"/>
                      <a:pt x="136" y="3341"/>
                    </a:cubicBezTo>
                    <a:cubicBezTo>
                      <a:pt x="136" y="2801"/>
                      <a:pt x="136" y="2261"/>
                      <a:pt x="136" y="1705"/>
                    </a:cubicBezTo>
                    <a:cubicBezTo>
                      <a:pt x="114" y="1705"/>
                      <a:pt x="91" y="1705"/>
                      <a:pt x="68" y="1705"/>
                    </a:cubicBezTo>
                    <a:cubicBezTo>
                      <a:pt x="68" y="1480"/>
                      <a:pt x="68" y="1255"/>
                      <a:pt x="68" y="1023"/>
                    </a:cubicBezTo>
                    <a:cubicBezTo>
                      <a:pt x="91" y="1023"/>
                      <a:pt x="113" y="1023"/>
                      <a:pt x="136" y="1023"/>
                    </a:cubicBezTo>
                    <a:cubicBezTo>
                      <a:pt x="136" y="798"/>
                      <a:pt x="136" y="573"/>
                      <a:pt x="136" y="341"/>
                    </a:cubicBezTo>
                    <a:cubicBezTo>
                      <a:pt x="114" y="341"/>
                      <a:pt x="91" y="341"/>
                      <a:pt x="68" y="341"/>
                    </a:cubicBezTo>
                    <a:cubicBezTo>
                      <a:pt x="68" y="273"/>
                      <a:pt x="68" y="206"/>
                      <a:pt x="68" y="136"/>
                    </a:cubicBezTo>
                    <a:cubicBezTo>
                      <a:pt x="91" y="136"/>
                      <a:pt x="113" y="136"/>
                      <a:pt x="136" y="136"/>
                    </a:cubicBezTo>
                    <a:cubicBezTo>
                      <a:pt x="136" y="91"/>
                      <a:pt x="136" y="46"/>
                      <a:pt x="13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33" cap="flat">
                <a:noFill/>
              </a:ln>
            </p:spPr>
          </p:sp>
          <p:sp>
            <p:nvSpPr>
              <p:cNvPr id="1962" name="ICON_C_FEATURES_HEADER_path_019"/>
              <p:cNvSpPr/>
              <p:nvPr/>
            </p:nvSpPr>
            <p:spPr>
              <a:xfrm>
                <a:off x="7876020" y="7111206"/>
                <a:ext cx="25977" cy="13855"/>
              </a:xfrm>
              <a:custGeom>
                <a:avLst/>
                <a:gdLst/>
                <a:ahLst/>
                <a:cxnLst/>
                <a:rect l="0" t="0" r="r" b="b"/>
                <a:pathLst>
                  <a:path w="2045" h="1091" fill="norm" stroke="0">
                    <a:moveTo>
                      <a:pt x="1091" y="0"/>
                    </a:moveTo>
                    <a:cubicBezTo>
                      <a:pt x="1123" y="8"/>
                      <a:pt x="1156" y="16"/>
                      <a:pt x="1188" y="24"/>
                    </a:cubicBezTo>
                    <a:cubicBezTo>
                      <a:pt x="1201" y="27"/>
                      <a:pt x="1214" y="31"/>
                      <a:pt x="1227" y="34"/>
                    </a:cubicBezTo>
                    <a:cubicBezTo>
                      <a:pt x="1253" y="40"/>
                      <a:pt x="1278" y="47"/>
                      <a:pt x="1304" y="53"/>
                    </a:cubicBezTo>
                    <a:cubicBezTo>
                      <a:pt x="1315" y="56"/>
                      <a:pt x="1327" y="59"/>
                      <a:pt x="1339" y="62"/>
                    </a:cubicBezTo>
                    <a:cubicBezTo>
                      <a:pt x="1347" y="64"/>
                      <a:pt x="1355" y="66"/>
                      <a:pt x="1364" y="68"/>
                    </a:cubicBezTo>
                    <a:cubicBezTo>
                      <a:pt x="1364" y="91"/>
                      <a:pt x="1364" y="113"/>
                      <a:pt x="1364" y="136"/>
                    </a:cubicBezTo>
                    <a:cubicBezTo>
                      <a:pt x="1589" y="136"/>
                      <a:pt x="1814" y="136"/>
                      <a:pt x="2045" y="136"/>
                    </a:cubicBezTo>
                    <a:cubicBezTo>
                      <a:pt x="2045" y="159"/>
                      <a:pt x="2045" y="181"/>
                      <a:pt x="2045" y="205"/>
                    </a:cubicBezTo>
                    <a:cubicBezTo>
                      <a:pt x="2023" y="205"/>
                      <a:pt x="2000" y="205"/>
                      <a:pt x="1977" y="205"/>
                    </a:cubicBezTo>
                    <a:cubicBezTo>
                      <a:pt x="1977" y="250"/>
                      <a:pt x="1977" y="295"/>
                      <a:pt x="1977" y="341"/>
                    </a:cubicBezTo>
                    <a:cubicBezTo>
                      <a:pt x="1955" y="341"/>
                      <a:pt x="1932" y="341"/>
                      <a:pt x="1909" y="341"/>
                    </a:cubicBezTo>
                    <a:cubicBezTo>
                      <a:pt x="1909" y="363"/>
                      <a:pt x="1909" y="386"/>
                      <a:pt x="1909" y="409"/>
                    </a:cubicBezTo>
                    <a:cubicBezTo>
                      <a:pt x="1887" y="409"/>
                      <a:pt x="1864" y="409"/>
                      <a:pt x="1841" y="409"/>
                    </a:cubicBezTo>
                    <a:cubicBezTo>
                      <a:pt x="1841" y="432"/>
                      <a:pt x="1841" y="454"/>
                      <a:pt x="1841" y="477"/>
                    </a:cubicBezTo>
                    <a:cubicBezTo>
                      <a:pt x="1661" y="477"/>
                      <a:pt x="1481" y="477"/>
                      <a:pt x="1295" y="477"/>
                    </a:cubicBezTo>
                    <a:cubicBezTo>
                      <a:pt x="1295" y="500"/>
                      <a:pt x="1295" y="522"/>
                      <a:pt x="1295" y="545"/>
                    </a:cubicBezTo>
                    <a:cubicBezTo>
                      <a:pt x="1273" y="545"/>
                      <a:pt x="1250" y="545"/>
                      <a:pt x="1227" y="545"/>
                    </a:cubicBezTo>
                    <a:cubicBezTo>
                      <a:pt x="1227" y="725"/>
                      <a:pt x="1227" y="905"/>
                      <a:pt x="1227" y="1091"/>
                    </a:cubicBezTo>
                    <a:cubicBezTo>
                      <a:pt x="1137" y="1091"/>
                      <a:pt x="1047" y="1091"/>
                      <a:pt x="955" y="1091"/>
                    </a:cubicBezTo>
                    <a:cubicBezTo>
                      <a:pt x="955" y="1068"/>
                      <a:pt x="955" y="1046"/>
                      <a:pt x="955" y="1023"/>
                    </a:cubicBezTo>
                    <a:cubicBezTo>
                      <a:pt x="932" y="1023"/>
                      <a:pt x="910" y="1023"/>
                      <a:pt x="886" y="1023"/>
                    </a:cubicBezTo>
                    <a:cubicBezTo>
                      <a:pt x="886" y="843"/>
                      <a:pt x="886" y="663"/>
                      <a:pt x="886" y="477"/>
                    </a:cubicBezTo>
                    <a:cubicBezTo>
                      <a:pt x="864" y="477"/>
                      <a:pt x="841" y="477"/>
                      <a:pt x="818" y="477"/>
                    </a:cubicBezTo>
                    <a:cubicBezTo>
                      <a:pt x="818" y="455"/>
                      <a:pt x="818" y="432"/>
                      <a:pt x="818" y="409"/>
                    </a:cubicBezTo>
                    <a:cubicBezTo>
                      <a:pt x="548" y="409"/>
                      <a:pt x="278" y="409"/>
                      <a:pt x="0" y="409"/>
                    </a:cubicBezTo>
                    <a:cubicBezTo>
                      <a:pt x="0" y="342"/>
                      <a:pt x="0" y="274"/>
                      <a:pt x="0" y="205"/>
                    </a:cubicBezTo>
                    <a:cubicBezTo>
                      <a:pt x="202" y="205"/>
                      <a:pt x="405" y="205"/>
                      <a:pt x="614" y="205"/>
                    </a:cubicBezTo>
                    <a:cubicBezTo>
                      <a:pt x="614" y="182"/>
                      <a:pt x="614" y="160"/>
                      <a:pt x="614" y="136"/>
                    </a:cubicBezTo>
                    <a:cubicBezTo>
                      <a:pt x="704" y="136"/>
                      <a:pt x="794" y="136"/>
                      <a:pt x="886" y="136"/>
                    </a:cubicBezTo>
                    <a:cubicBezTo>
                      <a:pt x="886" y="114"/>
                      <a:pt x="886" y="91"/>
                      <a:pt x="886" y="68"/>
                    </a:cubicBezTo>
                    <a:cubicBezTo>
                      <a:pt x="954" y="68"/>
                      <a:pt x="1021" y="68"/>
                      <a:pt x="1091" y="68"/>
                    </a:cubicBezTo>
                    <a:cubicBezTo>
                      <a:pt x="1091" y="46"/>
                      <a:pt x="1091" y="23"/>
                      <a:pt x="10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63" name="ICON_C_FEATURES_HEADER_path_020"/>
              <p:cNvSpPr/>
              <p:nvPr/>
            </p:nvSpPr>
            <p:spPr>
              <a:xfrm>
                <a:off x="7935768" y="7131122"/>
                <a:ext cx="22514" cy="16452"/>
              </a:xfrm>
              <a:custGeom>
                <a:avLst/>
                <a:gdLst/>
                <a:ahLst/>
                <a:cxnLst/>
                <a:rect l="0" t="0" r="r" b="b"/>
                <a:pathLst>
                  <a:path w="1773" h="1295" fill="norm" stroke="0">
                    <a:moveTo>
                      <a:pt x="545" y="0"/>
                    </a:moveTo>
                    <a:cubicBezTo>
                      <a:pt x="613" y="0"/>
                      <a:pt x="680" y="0"/>
                      <a:pt x="750" y="0"/>
                    </a:cubicBezTo>
                    <a:cubicBezTo>
                      <a:pt x="750" y="45"/>
                      <a:pt x="750" y="90"/>
                      <a:pt x="750" y="136"/>
                    </a:cubicBezTo>
                    <a:cubicBezTo>
                      <a:pt x="772" y="136"/>
                      <a:pt x="795" y="136"/>
                      <a:pt x="818" y="136"/>
                    </a:cubicBezTo>
                    <a:cubicBezTo>
                      <a:pt x="818" y="249"/>
                      <a:pt x="818" y="361"/>
                      <a:pt x="818" y="477"/>
                    </a:cubicBezTo>
                    <a:cubicBezTo>
                      <a:pt x="841" y="477"/>
                      <a:pt x="863" y="477"/>
                      <a:pt x="886" y="477"/>
                    </a:cubicBezTo>
                    <a:cubicBezTo>
                      <a:pt x="886" y="500"/>
                      <a:pt x="886" y="522"/>
                      <a:pt x="886" y="545"/>
                    </a:cubicBezTo>
                    <a:cubicBezTo>
                      <a:pt x="976" y="545"/>
                      <a:pt x="1066" y="545"/>
                      <a:pt x="1159" y="545"/>
                    </a:cubicBezTo>
                    <a:cubicBezTo>
                      <a:pt x="1159" y="568"/>
                      <a:pt x="1159" y="590"/>
                      <a:pt x="1159" y="614"/>
                    </a:cubicBezTo>
                    <a:cubicBezTo>
                      <a:pt x="1204" y="614"/>
                      <a:pt x="1249" y="614"/>
                      <a:pt x="1295" y="614"/>
                    </a:cubicBezTo>
                    <a:cubicBezTo>
                      <a:pt x="1295" y="636"/>
                      <a:pt x="1295" y="659"/>
                      <a:pt x="1295" y="682"/>
                    </a:cubicBezTo>
                    <a:cubicBezTo>
                      <a:pt x="1408" y="682"/>
                      <a:pt x="1520" y="682"/>
                      <a:pt x="1636" y="682"/>
                    </a:cubicBezTo>
                    <a:cubicBezTo>
                      <a:pt x="1636" y="704"/>
                      <a:pt x="1636" y="727"/>
                      <a:pt x="1636" y="750"/>
                    </a:cubicBezTo>
                    <a:cubicBezTo>
                      <a:pt x="1681" y="750"/>
                      <a:pt x="1726" y="750"/>
                      <a:pt x="1773" y="750"/>
                    </a:cubicBezTo>
                    <a:cubicBezTo>
                      <a:pt x="1773" y="773"/>
                      <a:pt x="1773" y="795"/>
                      <a:pt x="1773" y="818"/>
                    </a:cubicBezTo>
                    <a:cubicBezTo>
                      <a:pt x="1750" y="818"/>
                      <a:pt x="1728" y="818"/>
                      <a:pt x="1705" y="818"/>
                    </a:cubicBezTo>
                    <a:cubicBezTo>
                      <a:pt x="1705" y="841"/>
                      <a:pt x="1705" y="863"/>
                      <a:pt x="1705" y="886"/>
                    </a:cubicBezTo>
                    <a:cubicBezTo>
                      <a:pt x="1435" y="886"/>
                      <a:pt x="1165" y="886"/>
                      <a:pt x="886" y="886"/>
                    </a:cubicBezTo>
                    <a:cubicBezTo>
                      <a:pt x="886" y="909"/>
                      <a:pt x="886" y="931"/>
                      <a:pt x="886" y="955"/>
                    </a:cubicBezTo>
                    <a:cubicBezTo>
                      <a:pt x="864" y="955"/>
                      <a:pt x="841" y="955"/>
                      <a:pt x="818" y="955"/>
                    </a:cubicBezTo>
                    <a:cubicBezTo>
                      <a:pt x="818" y="1067"/>
                      <a:pt x="818" y="1180"/>
                      <a:pt x="818" y="1295"/>
                    </a:cubicBezTo>
                    <a:cubicBezTo>
                      <a:pt x="728" y="1295"/>
                      <a:pt x="638" y="1295"/>
                      <a:pt x="545" y="1295"/>
                    </a:cubicBezTo>
                    <a:cubicBezTo>
                      <a:pt x="545" y="1273"/>
                      <a:pt x="545" y="1250"/>
                      <a:pt x="545" y="1227"/>
                    </a:cubicBezTo>
                    <a:cubicBezTo>
                      <a:pt x="523" y="1227"/>
                      <a:pt x="500" y="1227"/>
                      <a:pt x="477" y="1227"/>
                    </a:cubicBezTo>
                    <a:cubicBezTo>
                      <a:pt x="477" y="1137"/>
                      <a:pt x="477" y="1047"/>
                      <a:pt x="477" y="955"/>
                    </a:cubicBezTo>
                    <a:cubicBezTo>
                      <a:pt x="455" y="955"/>
                      <a:pt x="432" y="955"/>
                      <a:pt x="409" y="955"/>
                    </a:cubicBezTo>
                    <a:cubicBezTo>
                      <a:pt x="409" y="932"/>
                      <a:pt x="409" y="910"/>
                      <a:pt x="409" y="886"/>
                    </a:cubicBezTo>
                    <a:cubicBezTo>
                      <a:pt x="364" y="886"/>
                      <a:pt x="319" y="886"/>
                      <a:pt x="273" y="886"/>
                    </a:cubicBezTo>
                    <a:cubicBezTo>
                      <a:pt x="273" y="864"/>
                      <a:pt x="273" y="841"/>
                      <a:pt x="273" y="818"/>
                    </a:cubicBezTo>
                    <a:cubicBezTo>
                      <a:pt x="228" y="818"/>
                      <a:pt x="183" y="818"/>
                      <a:pt x="136" y="818"/>
                    </a:cubicBezTo>
                    <a:cubicBezTo>
                      <a:pt x="136" y="796"/>
                      <a:pt x="136" y="773"/>
                      <a:pt x="136" y="750"/>
                    </a:cubicBezTo>
                    <a:cubicBezTo>
                      <a:pt x="114" y="750"/>
                      <a:pt x="91" y="750"/>
                      <a:pt x="68" y="750"/>
                    </a:cubicBezTo>
                    <a:cubicBezTo>
                      <a:pt x="68" y="727"/>
                      <a:pt x="68" y="705"/>
                      <a:pt x="68" y="682"/>
                    </a:cubicBezTo>
                    <a:cubicBezTo>
                      <a:pt x="46" y="682"/>
                      <a:pt x="23" y="682"/>
                      <a:pt x="0" y="682"/>
                    </a:cubicBezTo>
                    <a:cubicBezTo>
                      <a:pt x="0" y="637"/>
                      <a:pt x="0" y="592"/>
                      <a:pt x="0" y="545"/>
                    </a:cubicBezTo>
                    <a:cubicBezTo>
                      <a:pt x="11" y="545"/>
                      <a:pt x="22" y="544"/>
                      <a:pt x="33" y="543"/>
                    </a:cubicBezTo>
                    <a:cubicBezTo>
                      <a:pt x="73" y="540"/>
                      <a:pt x="114" y="536"/>
                      <a:pt x="155" y="533"/>
                    </a:cubicBezTo>
                    <a:cubicBezTo>
                      <a:pt x="172" y="531"/>
                      <a:pt x="190" y="530"/>
                      <a:pt x="207" y="529"/>
                    </a:cubicBezTo>
                    <a:cubicBezTo>
                      <a:pt x="232" y="527"/>
                      <a:pt x="258" y="524"/>
                      <a:pt x="283" y="522"/>
                    </a:cubicBezTo>
                    <a:cubicBezTo>
                      <a:pt x="291" y="522"/>
                      <a:pt x="291" y="522"/>
                      <a:pt x="329" y="518"/>
                    </a:cubicBezTo>
                    <a:cubicBezTo>
                      <a:pt x="375" y="511"/>
                      <a:pt x="375" y="511"/>
                      <a:pt x="477" y="477"/>
                    </a:cubicBezTo>
                    <a:cubicBezTo>
                      <a:pt x="477" y="342"/>
                      <a:pt x="477" y="207"/>
                      <a:pt x="477" y="68"/>
                    </a:cubicBezTo>
                    <a:cubicBezTo>
                      <a:pt x="500" y="68"/>
                      <a:pt x="522" y="68"/>
                      <a:pt x="545" y="68"/>
                    </a:cubicBezTo>
                    <a:cubicBezTo>
                      <a:pt x="545" y="46"/>
                      <a:pt x="545" y="23"/>
                      <a:pt x="5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64" name="ICON_C_FEATURES_HEADER_path_021"/>
              <p:cNvSpPr/>
              <p:nvPr/>
            </p:nvSpPr>
            <p:spPr>
              <a:xfrm>
                <a:off x="7901132" y="7137184"/>
                <a:ext cx="28575" cy="6061"/>
              </a:xfrm>
              <a:custGeom>
                <a:avLst/>
                <a:gdLst/>
                <a:ahLst/>
                <a:cxnLst/>
                <a:rect l="0" t="0" r="r" b="b"/>
                <a:pathLst>
                  <a:path w="2250" h="477" fill="norm" stroke="0">
                    <a:moveTo>
                      <a:pt x="1295" y="0"/>
                    </a:moveTo>
                    <a:cubicBezTo>
                      <a:pt x="1303" y="2"/>
                      <a:pt x="1311" y="5"/>
                      <a:pt x="1319" y="7"/>
                    </a:cubicBezTo>
                    <a:cubicBezTo>
                      <a:pt x="1420" y="36"/>
                      <a:pt x="1519" y="41"/>
                      <a:pt x="1624" y="45"/>
                    </a:cubicBezTo>
                    <a:cubicBezTo>
                      <a:pt x="1642" y="46"/>
                      <a:pt x="1660" y="46"/>
                      <a:pt x="1679" y="47"/>
                    </a:cubicBezTo>
                    <a:cubicBezTo>
                      <a:pt x="1726" y="49"/>
                      <a:pt x="1773" y="51"/>
                      <a:pt x="1820" y="52"/>
                    </a:cubicBezTo>
                    <a:cubicBezTo>
                      <a:pt x="1869" y="54"/>
                      <a:pt x="1917" y="56"/>
                      <a:pt x="1966" y="58"/>
                    </a:cubicBezTo>
                    <a:cubicBezTo>
                      <a:pt x="2061" y="61"/>
                      <a:pt x="2155" y="65"/>
                      <a:pt x="2250" y="68"/>
                    </a:cubicBezTo>
                    <a:cubicBezTo>
                      <a:pt x="2250" y="136"/>
                      <a:pt x="2250" y="203"/>
                      <a:pt x="2250" y="273"/>
                    </a:cubicBezTo>
                    <a:cubicBezTo>
                      <a:pt x="2227" y="273"/>
                      <a:pt x="2205" y="273"/>
                      <a:pt x="2182" y="273"/>
                    </a:cubicBezTo>
                    <a:cubicBezTo>
                      <a:pt x="2182" y="295"/>
                      <a:pt x="2182" y="318"/>
                      <a:pt x="2182" y="341"/>
                    </a:cubicBezTo>
                    <a:cubicBezTo>
                      <a:pt x="2159" y="341"/>
                      <a:pt x="2137" y="341"/>
                      <a:pt x="2114" y="341"/>
                    </a:cubicBezTo>
                    <a:cubicBezTo>
                      <a:pt x="2114" y="363"/>
                      <a:pt x="2114" y="386"/>
                      <a:pt x="2114" y="409"/>
                    </a:cubicBezTo>
                    <a:cubicBezTo>
                      <a:pt x="1889" y="409"/>
                      <a:pt x="1664" y="409"/>
                      <a:pt x="1432" y="409"/>
                    </a:cubicBezTo>
                    <a:cubicBezTo>
                      <a:pt x="1432" y="432"/>
                      <a:pt x="1432" y="454"/>
                      <a:pt x="1432" y="477"/>
                    </a:cubicBezTo>
                    <a:cubicBezTo>
                      <a:pt x="1364" y="477"/>
                      <a:pt x="1297" y="477"/>
                      <a:pt x="1227" y="477"/>
                    </a:cubicBezTo>
                    <a:cubicBezTo>
                      <a:pt x="1227" y="455"/>
                      <a:pt x="1227" y="432"/>
                      <a:pt x="1227" y="409"/>
                    </a:cubicBezTo>
                    <a:cubicBezTo>
                      <a:pt x="1205" y="409"/>
                      <a:pt x="1182" y="409"/>
                      <a:pt x="1159" y="409"/>
                    </a:cubicBezTo>
                    <a:cubicBezTo>
                      <a:pt x="1159" y="387"/>
                      <a:pt x="1159" y="364"/>
                      <a:pt x="1159" y="341"/>
                    </a:cubicBezTo>
                    <a:cubicBezTo>
                      <a:pt x="1114" y="341"/>
                      <a:pt x="1069" y="341"/>
                      <a:pt x="1023" y="341"/>
                    </a:cubicBezTo>
                    <a:cubicBezTo>
                      <a:pt x="1023" y="318"/>
                      <a:pt x="1023" y="296"/>
                      <a:pt x="1023" y="273"/>
                    </a:cubicBezTo>
                    <a:cubicBezTo>
                      <a:pt x="955" y="273"/>
                      <a:pt x="888" y="273"/>
                      <a:pt x="818" y="273"/>
                    </a:cubicBezTo>
                    <a:cubicBezTo>
                      <a:pt x="818" y="295"/>
                      <a:pt x="818" y="318"/>
                      <a:pt x="818" y="341"/>
                    </a:cubicBezTo>
                    <a:cubicBezTo>
                      <a:pt x="796" y="341"/>
                      <a:pt x="773" y="341"/>
                      <a:pt x="750" y="341"/>
                    </a:cubicBezTo>
                    <a:cubicBezTo>
                      <a:pt x="750" y="363"/>
                      <a:pt x="750" y="386"/>
                      <a:pt x="750" y="409"/>
                    </a:cubicBezTo>
                    <a:cubicBezTo>
                      <a:pt x="525" y="409"/>
                      <a:pt x="300" y="409"/>
                      <a:pt x="68" y="409"/>
                    </a:cubicBezTo>
                    <a:cubicBezTo>
                      <a:pt x="68" y="387"/>
                      <a:pt x="68" y="364"/>
                      <a:pt x="68" y="341"/>
                    </a:cubicBezTo>
                    <a:cubicBezTo>
                      <a:pt x="46" y="341"/>
                      <a:pt x="23" y="341"/>
                      <a:pt x="0" y="341"/>
                    </a:cubicBezTo>
                    <a:cubicBezTo>
                      <a:pt x="0" y="273"/>
                      <a:pt x="0" y="206"/>
                      <a:pt x="0" y="136"/>
                    </a:cubicBezTo>
                    <a:cubicBezTo>
                      <a:pt x="45" y="136"/>
                      <a:pt x="90" y="136"/>
                      <a:pt x="136" y="136"/>
                    </a:cubicBezTo>
                    <a:cubicBezTo>
                      <a:pt x="136" y="114"/>
                      <a:pt x="136" y="91"/>
                      <a:pt x="136" y="68"/>
                    </a:cubicBezTo>
                    <a:cubicBezTo>
                      <a:pt x="384" y="68"/>
                      <a:pt x="631" y="68"/>
                      <a:pt x="886" y="68"/>
                    </a:cubicBezTo>
                    <a:cubicBezTo>
                      <a:pt x="886" y="91"/>
                      <a:pt x="886" y="113"/>
                      <a:pt x="886" y="136"/>
                    </a:cubicBezTo>
                    <a:cubicBezTo>
                      <a:pt x="976" y="136"/>
                      <a:pt x="1066" y="136"/>
                      <a:pt x="1159" y="136"/>
                    </a:cubicBezTo>
                    <a:cubicBezTo>
                      <a:pt x="1159" y="114"/>
                      <a:pt x="1159" y="91"/>
                      <a:pt x="1159" y="68"/>
                    </a:cubicBezTo>
                    <a:cubicBezTo>
                      <a:pt x="1204" y="68"/>
                      <a:pt x="1249" y="68"/>
                      <a:pt x="1295" y="68"/>
                    </a:cubicBezTo>
                    <a:cubicBezTo>
                      <a:pt x="1295" y="46"/>
                      <a:pt x="1295" y="23"/>
                      <a:pt x="12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65" name="ICON_C_FEATURES_HEADER_path_022"/>
              <p:cNvSpPr/>
              <p:nvPr/>
            </p:nvSpPr>
            <p:spPr>
              <a:xfrm>
                <a:off x="7856105" y="7094754"/>
                <a:ext cx="15586" cy="22514"/>
              </a:xfrm>
              <a:custGeom>
                <a:avLst/>
                <a:gdLst/>
                <a:ahLst/>
                <a:cxnLst/>
                <a:rect l="0" t="0" r="r" b="b"/>
                <a:pathLst>
                  <a:path w="1227" h="1773" fill="norm" stroke="0">
                    <a:moveTo>
                      <a:pt x="341" y="0"/>
                    </a:moveTo>
                    <a:cubicBezTo>
                      <a:pt x="408" y="0"/>
                      <a:pt x="476" y="0"/>
                      <a:pt x="545" y="0"/>
                    </a:cubicBezTo>
                    <a:cubicBezTo>
                      <a:pt x="545" y="23"/>
                      <a:pt x="545" y="45"/>
                      <a:pt x="545" y="68"/>
                    </a:cubicBezTo>
                    <a:cubicBezTo>
                      <a:pt x="568" y="68"/>
                      <a:pt x="590" y="68"/>
                      <a:pt x="614" y="68"/>
                    </a:cubicBezTo>
                    <a:cubicBezTo>
                      <a:pt x="614" y="136"/>
                      <a:pt x="614" y="203"/>
                      <a:pt x="614" y="273"/>
                    </a:cubicBezTo>
                    <a:cubicBezTo>
                      <a:pt x="591" y="273"/>
                      <a:pt x="569" y="273"/>
                      <a:pt x="545" y="273"/>
                    </a:cubicBezTo>
                    <a:cubicBezTo>
                      <a:pt x="545" y="295"/>
                      <a:pt x="545" y="318"/>
                      <a:pt x="545" y="341"/>
                    </a:cubicBezTo>
                    <a:cubicBezTo>
                      <a:pt x="523" y="341"/>
                      <a:pt x="500" y="341"/>
                      <a:pt x="477" y="341"/>
                    </a:cubicBezTo>
                    <a:cubicBezTo>
                      <a:pt x="477" y="386"/>
                      <a:pt x="477" y="431"/>
                      <a:pt x="477" y="477"/>
                    </a:cubicBezTo>
                    <a:cubicBezTo>
                      <a:pt x="500" y="477"/>
                      <a:pt x="522" y="477"/>
                      <a:pt x="545" y="477"/>
                    </a:cubicBezTo>
                    <a:cubicBezTo>
                      <a:pt x="545" y="522"/>
                      <a:pt x="545" y="567"/>
                      <a:pt x="545" y="614"/>
                    </a:cubicBezTo>
                    <a:cubicBezTo>
                      <a:pt x="568" y="614"/>
                      <a:pt x="590" y="614"/>
                      <a:pt x="614" y="614"/>
                    </a:cubicBezTo>
                    <a:cubicBezTo>
                      <a:pt x="614" y="861"/>
                      <a:pt x="614" y="1109"/>
                      <a:pt x="614" y="1364"/>
                    </a:cubicBezTo>
                    <a:cubicBezTo>
                      <a:pt x="636" y="1364"/>
                      <a:pt x="659" y="1364"/>
                      <a:pt x="682" y="1364"/>
                    </a:cubicBezTo>
                    <a:cubicBezTo>
                      <a:pt x="682" y="1386"/>
                      <a:pt x="682" y="1409"/>
                      <a:pt x="682" y="1432"/>
                    </a:cubicBezTo>
                    <a:cubicBezTo>
                      <a:pt x="862" y="1432"/>
                      <a:pt x="1042" y="1432"/>
                      <a:pt x="1227" y="1432"/>
                    </a:cubicBezTo>
                    <a:cubicBezTo>
                      <a:pt x="1227" y="1477"/>
                      <a:pt x="1227" y="1522"/>
                      <a:pt x="1227" y="1568"/>
                    </a:cubicBezTo>
                    <a:cubicBezTo>
                      <a:pt x="1092" y="1568"/>
                      <a:pt x="957" y="1568"/>
                      <a:pt x="818" y="1568"/>
                    </a:cubicBezTo>
                    <a:cubicBezTo>
                      <a:pt x="818" y="1591"/>
                      <a:pt x="818" y="1613"/>
                      <a:pt x="818" y="1636"/>
                    </a:cubicBezTo>
                    <a:cubicBezTo>
                      <a:pt x="773" y="1636"/>
                      <a:pt x="728" y="1636"/>
                      <a:pt x="682" y="1636"/>
                    </a:cubicBezTo>
                    <a:cubicBezTo>
                      <a:pt x="682" y="1659"/>
                      <a:pt x="682" y="1681"/>
                      <a:pt x="682" y="1705"/>
                    </a:cubicBezTo>
                    <a:cubicBezTo>
                      <a:pt x="659" y="1705"/>
                      <a:pt x="637" y="1705"/>
                      <a:pt x="614" y="1705"/>
                    </a:cubicBezTo>
                    <a:cubicBezTo>
                      <a:pt x="614" y="1727"/>
                      <a:pt x="614" y="1750"/>
                      <a:pt x="614" y="1773"/>
                    </a:cubicBezTo>
                    <a:cubicBezTo>
                      <a:pt x="546" y="1773"/>
                      <a:pt x="479" y="1773"/>
                      <a:pt x="409" y="1773"/>
                    </a:cubicBezTo>
                    <a:cubicBezTo>
                      <a:pt x="409" y="1750"/>
                      <a:pt x="409" y="1728"/>
                      <a:pt x="409" y="1705"/>
                    </a:cubicBezTo>
                    <a:cubicBezTo>
                      <a:pt x="387" y="1705"/>
                      <a:pt x="364" y="1705"/>
                      <a:pt x="341" y="1705"/>
                    </a:cubicBezTo>
                    <a:cubicBezTo>
                      <a:pt x="341" y="1682"/>
                      <a:pt x="341" y="1660"/>
                      <a:pt x="341" y="1636"/>
                    </a:cubicBezTo>
                    <a:cubicBezTo>
                      <a:pt x="296" y="1636"/>
                      <a:pt x="251" y="1636"/>
                      <a:pt x="205" y="1636"/>
                    </a:cubicBezTo>
                    <a:cubicBezTo>
                      <a:pt x="205" y="1614"/>
                      <a:pt x="205" y="1591"/>
                      <a:pt x="205" y="1568"/>
                    </a:cubicBezTo>
                    <a:cubicBezTo>
                      <a:pt x="137" y="1568"/>
                      <a:pt x="70" y="1568"/>
                      <a:pt x="0" y="1568"/>
                    </a:cubicBezTo>
                    <a:cubicBezTo>
                      <a:pt x="0" y="1523"/>
                      <a:pt x="0" y="1478"/>
                      <a:pt x="0" y="1432"/>
                    </a:cubicBezTo>
                    <a:cubicBezTo>
                      <a:pt x="67" y="1432"/>
                      <a:pt x="135" y="1432"/>
                      <a:pt x="205" y="1432"/>
                    </a:cubicBezTo>
                    <a:cubicBezTo>
                      <a:pt x="205" y="1409"/>
                      <a:pt x="205" y="1387"/>
                      <a:pt x="205" y="1364"/>
                    </a:cubicBezTo>
                    <a:cubicBezTo>
                      <a:pt x="227" y="1364"/>
                      <a:pt x="250" y="1364"/>
                      <a:pt x="273" y="1364"/>
                    </a:cubicBezTo>
                    <a:cubicBezTo>
                      <a:pt x="273" y="1274"/>
                      <a:pt x="273" y="1184"/>
                      <a:pt x="273" y="1091"/>
                    </a:cubicBezTo>
                    <a:cubicBezTo>
                      <a:pt x="295" y="1091"/>
                      <a:pt x="318" y="1091"/>
                      <a:pt x="341" y="1091"/>
                    </a:cubicBezTo>
                    <a:cubicBezTo>
                      <a:pt x="341" y="1068"/>
                      <a:pt x="341" y="1046"/>
                      <a:pt x="341" y="1023"/>
                    </a:cubicBezTo>
                    <a:cubicBezTo>
                      <a:pt x="363" y="1023"/>
                      <a:pt x="386" y="1023"/>
                      <a:pt x="409" y="1023"/>
                    </a:cubicBezTo>
                    <a:cubicBezTo>
                      <a:pt x="409" y="955"/>
                      <a:pt x="409" y="888"/>
                      <a:pt x="409" y="818"/>
                    </a:cubicBezTo>
                    <a:cubicBezTo>
                      <a:pt x="387" y="818"/>
                      <a:pt x="364" y="818"/>
                      <a:pt x="341" y="818"/>
                    </a:cubicBezTo>
                    <a:cubicBezTo>
                      <a:pt x="341" y="796"/>
                      <a:pt x="341" y="773"/>
                      <a:pt x="341" y="750"/>
                    </a:cubicBezTo>
                    <a:cubicBezTo>
                      <a:pt x="318" y="750"/>
                      <a:pt x="296" y="750"/>
                      <a:pt x="273" y="750"/>
                    </a:cubicBezTo>
                    <a:cubicBezTo>
                      <a:pt x="273" y="525"/>
                      <a:pt x="273" y="300"/>
                      <a:pt x="273" y="68"/>
                    </a:cubicBezTo>
                    <a:cubicBezTo>
                      <a:pt x="295" y="68"/>
                      <a:pt x="318" y="68"/>
                      <a:pt x="341" y="68"/>
                    </a:cubicBezTo>
                    <a:cubicBezTo>
                      <a:pt x="341" y="46"/>
                      <a:pt x="341" y="23"/>
                      <a:pt x="3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66" name="ICON_C_FEATURES_HEADER_path_023"/>
              <p:cNvSpPr/>
              <p:nvPr/>
            </p:nvSpPr>
            <p:spPr>
              <a:xfrm>
                <a:off x="7805016" y="7119865"/>
                <a:ext cx="6927" cy="40698"/>
              </a:xfrm>
              <a:custGeom>
                <a:avLst/>
                <a:gdLst/>
                <a:ahLst/>
                <a:cxnLst/>
                <a:rect l="0" t="0" r="r" b="b"/>
                <a:pathLst>
                  <a:path w="545" h="3205" fill="norm" stroke="0">
                    <a:moveTo>
                      <a:pt x="273" y="0"/>
                    </a:moveTo>
                    <a:cubicBezTo>
                      <a:pt x="318" y="0"/>
                      <a:pt x="363" y="0"/>
                      <a:pt x="409" y="0"/>
                    </a:cubicBezTo>
                    <a:cubicBezTo>
                      <a:pt x="409" y="472"/>
                      <a:pt x="409" y="945"/>
                      <a:pt x="409" y="1432"/>
                    </a:cubicBezTo>
                    <a:cubicBezTo>
                      <a:pt x="432" y="1432"/>
                      <a:pt x="454" y="1432"/>
                      <a:pt x="477" y="1432"/>
                    </a:cubicBezTo>
                    <a:cubicBezTo>
                      <a:pt x="477" y="1454"/>
                      <a:pt x="477" y="1477"/>
                      <a:pt x="477" y="1500"/>
                    </a:cubicBezTo>
                    <a:cubicBezTo>
                      <a:pt x="500" y="1500"/>
                      <a:pt x="522" y="1500"/>
                      <a:pt x="545" y="1500"/>
                    </a:cubicBezTo>
                    <a:cubicBezTo>
                      <a:pt x="545" y="1567"/>
                      <a:pt x="545" y="1635"/>
                      <a:pt x="545" y="1705"/>
                    </a:cubicBezTo>
                    <a:cubicBezTo>
                      <a:pt x="523" y="1705"/>
                      <a:pt x="500" y="1705"/>
                      <a:pt x="477" y="1705"/>
                    </a:cubicBezTo>
                    <a:cubicBezTo>
                      <a:pt x="477" y="1727"/>
                      <a:pt x="477" y="1750"/>
                      <a:pt x="477" y="1773"/>
                    </a:cubicBezTo>
                    <a:cubicBezTo>
                      <a:pt x="455" y="1773"/>
                      <a:pt x="432" y="1773"/>
                      <a:pt x="409" y="1773"/>
                    </a:cubicBezTo>
                    <a:cubicBezTo>
                      <a:pt x="409" y="1795"/>
                      <a:pt x="409" y="1818"/>
                      <a:pt x="409" y="1841"/>
                    </a:cubicBezTo>
                    <a:cubicBezTo>
                      <a:pt x="364" y="1841"/>
                      <a:pt x="319" y="1841"/>
                      <a:pt x="273" y="1841"/>
                    </a:cubicBezTo>
                    <a:cubicBezTo>
                      <a:pt x="273" y="1818"/>
                      <a:pt x="273" y="1796"/>
                      <a:pt x="273" y="1773"/>
                    </a:cubicBezTo>
                    <a:cubicBezTo>
                      <a:pt x="250" y="1773"/>
                      <a:pt x="228" y="1773"/>
                      <a:pt x="205" y="1773"/>
                    </a:cubicBezTo>
                    <a:cubicBezTo>
                      <a:pt x="205" y="1795"/>
                      <a:pt x="205" y="1818"/>
                      <a:pt x="205" y="1841"/>
                    </a:cubicBezTo>
                    <a:cubicBezTo>
                      <a:pt x="182" y="1841"/>
                      <a:pt x="160" y="1841"/>
                      <a:pt x="136" y="1841"/>
                    </a:cubicBezTo>
                    <a:cubicBezTo>
                      <a:pt x="136" y="2291"/>
                      <a:pt x="136" y="2741"/>
                      <a:pt x="136" y="3205"/>
                    </a:cubicBezTo>
                    <a:cubicBezTo>
                      <a:pt x="91" y="3205"/>
                      <a:pt x="46" y="3205"/>
                      <a:pt x="0" y="3205"/>
                    </a:cubicBezTo>
                    <a:cubicBezTo>
                      <a:pt x="0" y="2597"/>
                      <a:pt x="0" y="1990"/>
                      <a:pt x="0" y="1364"/>
                    </a:cubicBezTo>
                    <a:cubicBezTo>
                      <a:pt x="45" y="1364"/>
                      <a:pt x="90" y="1364"/>
                      <a:pt x="136" y="1364"/>
                    </a:cubicBezTo>
                    <a:cubicBezTo>
                      <a:pt x="136" y="1386"/>
                      <a:pt x="136" y="1409"/>
                      <a:pt x="136" y="1432"/>
                    </a:cubicBezTo>
                    <a:cubicBezTo>
                      <a:pt x="181" y="1432"/>
                      <a:pt x="226" y="1432"/>
                      <a:pt x="273" y="1432"/>
                    </a:cubicBezTo>
                    <a:cubicBezTo>
                      <a:pt x="273" y="959"/>
                      <a:pt x="273" y="487"/>
                      <a:pt x="2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67" name="ICON_C_FEATURES_HEADER_path_024"/>
              <p:cNvSpPr/>
              <p:nvPr/>
            </p:nvSpPr>
            <p:spPr>
              <a:xfrm>
                <a:off x="7979930" y="7171820"/>
                <a:ext cx="3464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273" h="3750" fill="norm" stroke="0">
                    <a:moveTo>
                      <a:pt x="136" y="0"/>
                    </a:moveTo>
                    <a:cubicBezTo>
                      <a:pt x="181" y="0"/>
                      <a:pt x="226" y="0"/>
                      <a:pt x="273" y="0"/>
                    </a:cubicBezTo>
                    <a:cubicBezTo>
                      <a:pt x="273" y="383"/>
                      <a:pt x="273" y="765"/>
                      <a:pt x="273" y="1159"/>
                    </a:cubicBezTo>
                    <a:cubicBezTo>
                      <a:pt x="250" y="1159"/>
                      <a:pt x="228" y="1159"/>
                      <a:pt x="205" y="1159"/>
                    </a:cubicBezTo>
                    <a:cubicBezTo>
                      <a:pt x="205" y="1294"/>
                      <a:pt x="205" y="1429"/>
                      <a:pt x="205" y="1568"/>
                    </a:cubicBezTo>
                    <a:cubicBezTo>
                      <a:pt x="182" y="1568"/>
                      <a:pt x="160" y="1568"/>
                      <a:pt x="136" y="1568"/>
                    </a:cubicBezTo>
                    <a:cubicBezTo>
                      <a:pt x="136" y="1613"/>
                      <a:pt x="136" y="1658"/>
                      <a:pt x="136" y="1705"/>
                    </a:cubicBezTo>
                    <a:cubicBezTo>
                      <a:pt x="159" y="1705"/>
                      <a:pt x="181" y="1705"/>
                      <a:pt x="205" y="1705"/>
                    </a:cubicBezTo>
                    <a:cubicBezTo>
                      <a:pt x="205" y="1750"/>
                      <a:pt x="205" y="1795"/>
                      <a:pt x="205" y="1841"/>
                    </a:cubicBezTo>
                    <a:cubicBezTo>
                      <a:pt x="182" y="1841"/>
                      <a:pt x="160" y="1841"/>
                      <a:pt x="136" y="1841"/>
                    </a:cubicBezTo>
                    <a:cubicBezTo>
                      <a:pt x="136" y="1998"/>
                      <a:pt x="136" y="2156"/>
                      <a:pt x="136" y="2318"/>
                    </a:cubicBezTo>
                    <a:cubicBezTo>
                      <a:pt x="159" y="2318"/>
                      <a:pt x="181" y="2318"/>
                      <a:pt x="205" y="2318"/>
                    </a:cubicBezTo>
                    <a:cubicBezTo>
                      <a:pt x="205" y="2341"/>
                      <a:pt x="205" y="2363"/>
                      <a:pt x="205" y="2386"/>
                    </a:cubicBezTo>
                    <a:cubicBezTo>
                      <a:pt x="182" y="2386"/>
                      <a:pt x="160" y="2386"/>
                      <a:pt x="136" y="2386"/>
                    </a:cubicBezTo>
                    <a:cubicBezTo>
                      <a:pt x="136" y="2431"/>
                      <a:pt x="136" y="2476"/>
                      <a:pt x="136" y="2523"/>
                    </a:cubicBezTo>
                    <a:cubicBezTo>
                      <a:pt x="114" y="2523"/>
                      <a:pt x="91" y="2523"/>
                      <a:pt x="68" y="2523"/>
                    </a:cubicBezTo>
                    <a:cubicBezTo>
                      <a:pt x="68" y="2928"/>
                      <a:pt x="68" y="3333"/>
                      <a:pt x="68" y="3750"/>
                    </a:cubicBezTo>
                    <a:cubicBezTo>
                      <a:pt x="46" y="3750"/>
                      <a:pt x="23" y="3750"/>
                      <a:pt x="0" y="3750"/>
                    </a:cubicBezTo>
                    <a:cubicBezTo>
                      <a:pt x="0" y="2625"/>
                      <a:pt x="0" y="1500"/>
                      <a:pt x="0" y="341"/>
                    </a:cubicBezTo>
                    <a:cubicBezTo>
                      <a:pt x="23" y="341"/>
                      <a:pt x="45" y="341"/>
                      <a:pt x="68" y="341"/>
                    </a:cubicBezTo>
                    <a:cubicBezTo>
                      <a:pt x="68" y="318"/>
                      <a:pt x="68" y="296"/>
                      <a:pt x="68" y="273"/>
                    </a:cubicBezTo>
                    <a:cubicBezTo>
                      <a:pt x="91" y="273"/>
                      <a:pt x="113" y="273"/>
                      <a:pt x="136" y="273"/>
                    </a:cubicBezTo>
                    <a:cubicBezTo>
                      <a:pt x="136" y="183"/>
                      <a:pt x="136" y="93"/>
                      <a:pt x="13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33" cap="flat">
                <a:noFill/>
              </a:ln>
            </p:spPr>
          </p:sp>
          <p:sp>
            <p:nvSpPr>
              <p:cNvPr id="1968" name="ICON_C_FEATURES_HEADER_path_025"/>
              <p:cNvSpPr/>
              <p:nvPr/>
            </p:nvSpPr>
            <p:spPr>
              <a:xfrm>
                <a:off x="7857836" y="7188272"/>
                <a:ext cx="18184" cy="14720"/>
              </a:xfrm>
              <a:custGeom>
                <a:avLst/>
                <a:gdLst/>
                <a:ahLst/>
                <a:cxnLst/>
                <a:rect l="0" t="0" r="r" b="b"/>
                <a:pathLst>
                  <a:path w="1432" h="1159" fill="norm" stroke="0">
                    <a:moveTo>
                      <a:pt x="273" y="0"/>
                    </a:moveTo>
                    <a:cubicBezTo>
                      <a:pt x="340" y="0"/>
                      <a:pt x="408" y="0"/>
                      <a:pt x="477" y="0"/>
                    </a:cubicBezTo>
                    <a:cubicBezTo>
                      <a:pt x="477" y="45"/>
                      <a:pt x="477" y="90"/>
                      <a:pt x="477" y="136"/>
                    </a:cubicBezTo>
                    <a:cubicBezTo>
                      <a:pt x="500" y="136"/>
                      <a:pt x="522" y="136"/>
                      <a:pt x="545" y="136"/>
                    </a:cubicBezTo>
                    <a:cubicBezTo>
                      <a:pt x="545" y="159"/>
                      <a:pt x="545" y="181"/>
                      <a:pt x="545" y="205"/>
                    </a:cubicBezTo>
                    <a:cubicBezTo>
                      <a:pt x="748" y="205"/>
                      <a:pt x="950" y="205"/>
                      <a:pt x="1159" y="205"/>
                    </a:cubicBezTo>
                    <a:cubicBezTo>
                      <a:pt x="1159" y="182"/>
                      <a:pt x="1159" y="160"/>
                      <a:pt x="1159" y="136"/>
                    </a:cubicBezTo>
                    <a:cubicBezTo>
                      <a:pt x="1249" y="136"/>
                      <a:pt x="1339" y="136"/>
                      <a:pt x="1432" y="136"/>
                    </a:cubicBezTo>
                    <a:cubicBezTo>
                      <a:pt x="1432" y="204"/>
                      <a:pt x="1432" y="271"/>
                      <a:pt x="1432" y="341"/>
                    </a:cubicBezTo>
                    <a:cubicBezTo>
                      <a:pt x="1139" y="341"/>
                      <a:pt x="847" y="341"/>
                      <a:pt x="545" y="341"/>
                    </a:cubicBezTo>
                    <a:cubicBezTo>
                      <a:pt x="545" y="363"/>
                      <a:pt x="545" y="386"/>
                      <a:pt x="545" y="409"/>
                    </a:cubicBezTo>
                    <a:cubicBezTo>
                      <a:pt x="523" y="409"/>
                      <a:pt x="500" y="409"/>
                      <a:pt x="477" y="409"/>
                    </a:cubicBezTo>
                    <a:cubicBezTo>
                      <a:pt x="477" y="634"/>
                      <a:pt x="477" y="859"/>
                      <a:pt x="477" y="1091"/>
                    </a:cubicBezTo>
                    <a:cubicBezTo>
                      <a:pt x="455" y="1091"/>
                      <a:pt x="432" y="1091"/>
                      <a:pt x="409" y="1091"/>
                    </a:cubicBezTo>
                    <a:cubicBezTo>
                      <a:pt x="409" y="1113"/>
                      <a:pt x="409" y="1136"/>
                      <a:pt x="409" y="1159"/>
                    </a:cubicBezTo>
                    <a:cubicBezTo>
                      <a:pt x="387" y="1159"/>
                      <a:pt x="364" y="1159"/>
                      <a:pt x="341" y="1159"/>
                    </a:cubicBezTo>
                    <a:cubicBezTo>
                      <a:pt x="341" y="1137"/>
                      <a:pt x="341" y="1114"/>
                      <a:pt x="341" y="1091"/>
                    </a:cubicBezTo>
                    <a:cubicBezTo>
                      <a:pt x="296" y="1091"/>
                      <a:pt x="251" y="1091"/>
                      <a:pt x="205" y="1091"/>
                    </a:cubicBezTo>
                    <a:cubicBezTo>
                      <a:pt x="205" y="1068"/>
                      <a:pt x="205" y="1046"/>
                      <a:pt x="205" y="1023"/>
                    </a:cubicBezTo>
                    <a:cubicBezTo>
                      <a:pt x="182" y="1023"/>
                      <a:pt x="160" y="1023"/>
                      <a:pt x="136" y="1023"/>
                    </a:cubicBezTo>
                    <a:cubicBezTo>
                      <a:pt x="136" y="820"/>
                      <a:pt x="136" y="618"/>
                      <a:pt x="136" y="409"/>
                    </a:cubicBezTo>
                    <a:cubicBezTo>
                      <a:pt x="159" y="409"/>
                      <a:pt x="181" y="409"/>
                      <a:pt x="205" y="409"/>
                    </a:cubicBezTo>
                    <a:cubicBezTo>
                      <a:pt x="205" y="387"/>
                      <a:pt x="205" y="364"/>
                      <a:pt x="205" y="341"/>
                    </a:cubicBezTo>
                    <a:cubicBezTo>
                      <a:pt x="182" y="341"/>
                      <a:pt x="160" y="341"/>
                      <a:pt x="136" y="341"/>
                    </a:cubicBezTo>
                    <a:cubicBezTo>
                      <a:pt x="136" y="318"/>
                      <a:pt x="136" y="296"/>
                      <a:pt x="136" y="273"/>
                    </a:cubicBezTo>
                    <a:cubicBezTo>
                      <a:pt x="91" y="273"/>
                      <a:pt x="46" y="273"/>
                      <a:pt x="0" y="273"/>
                    </a:cubicBezTo>
                    <a:cubicBezTo>
                      <a:pt x="0" y="228"/>
                      <a:pt x="0" y="183"/>
                      <a:pt x="0" y="136"/>
                    </a:cubicBezTo>
                    <a:cubicBezTo>
                      <a:pt x="22" y="136"/>
                      <a:pt x="45" y="136"/>
                      <a:pt x="68" y="136"/>
                    </a:cubicBezTo>
                    <a:cubicBezTo>
                      <a:pt x="68" y="114"/>
                      <a:pt x="68" y="91"/>
                      <a:pt x="68" y="68"/>
                    </a:cubicBezTo>
                    <a:cubicBezTo>
                      <a:pt x="136" y="68"/>
                      <a:pt x="203" y="68"/>
                      <a:pt x="273" y="68"/>
                    </a:cubicBezTo>
                    <a:cubicBezTo>
                      <a:pt x="273" y="46"/>
                      <a:pt x="273" y="23"/>
                      <a:pt x="2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69" name="ICON_C_FEATURES_HEADER_path_026"/>
              <p:cNvSpPr/>
              <p:nvPr/>
            </p:nvSpPr>
            <p:spPr>
              <a:xfrm>
                <a:off x="7859568" y="7136318"/>
                <a:ext cx="23380" cy="6061"/>
              </a:xfrm>
              <a:custGeom>
                <a:avLst/>
                <a:gdLst/>
                <a:ahLst/>
                <a:cxnLst/>
                <a:rect l="0" t="0" r="r" b="b"/>
                <a:pathLst>
                  <a:path w="1841" h="477" fill="norm" stroke="0">
                    <a:moveTo>
                      <a:pt x="205" y="0"/>
                    </a:moveTo>
                    <a:cubicBezTo>
                      <a:pt x="227" y="0"/>
                      <a:pt x="250" y="0"/>
                      <a:pt x="273" y="0"/>
                    </a:cubicBezTo>
                    <a:cubicBezTo>
                      <a:pt x="273" y="23"/>
                      <a:pt x="273" y="45"/>
                      <a:pt x="273" y="68"/>
                    </a:cubicBezTo>
                    <a:cubicBezTo>
                      <a:pt x="318" y="68"/>
                      <a:pt x="363" y="68"/>
                      <a:pt x="409" y="68"/>
                    </a:cubicBezTo>
                    <a:cubicBezTo>
                      <a:pt x="409" y="91"/>
                      <a:pt x="409" y="113"/>
                      <a:pt x="409" y="136"/>
                    </a:cubicBezTo>
                    <a:cubicBezTo>
                      <a:pt x="657" y="136"/>
                      <a:pt x="904" y="136"/>
                      <a:pt x="1159" y="136"/>
                    </a:cubicBezTo>
                    <a:cubicBezTo>
                      <a:pt x="1159" y="159"/>
                      <a:pt x="1159" y="181"/>
                      <a:pt x="1159" y="205"/>
                    </a:cubicBezTo>
                    <a:cubicBezTo>
                      <a:pt x="1182" y="205"/>
                      <a:pt x="1204" y="205"/>
                      <a:pt x="1227" y="205"/>
                    </a:cubicBezTo>
                    <a:cubicBezTo>
                      <a:pt x="1227" y="227"/>
                      <a:pt x="1227" y="250"/>
                      <a:pt x="1227" y="273"/>
                    </a:cubicBezTo>
                    <a:cubicBezTo>
                      <a:pt x="1407" y="273"/>
                      <a:pt x="1587" y="273"/>
                      <a:pt x="1773" y="273"/>
                    </a:cubicBezTo>
                    <a:cubicBezTo>
                      <a:pt x="1773" y="295"/>
                      <a:pt x="1773" y="318"/>
                      <a:pt x="1773" y="341"/>
                    </a:cubicBezTo>
                    <a:cubicBezTo>
                      <a:pt x="1795" y="341"/>
                      <a:pt x="1818" y="341"/>
                      <a:pt x="1841" y="341"/>
                    </a:cubicBezTo>
                    <a:cubicBezTo>
                      <a:pt x="1841" y="386"/>
                      <a:pt x="1841" y="431"/>
                      <a:pt x="1841" y="477"/>
                    </a:cubicBezTo>
                    <a:cubicBezTo>
                      <a:pt x="1436" y="477"/>
                      <a:pt x="1031" y="477"/>
                      <a:pt x="614" y="477"/>
                    </a:cubicBezTo>
                    <a:cubicBezTo>
                      <a:pt x="614" y="455"/>
                      <a:pt x="614" y="432"/>
                      <a:pt x="614" y="409"/>
                    </a:cubicBezTo>
                    <a:cubicBezTo>
                      <a:pt x="591" y="409"/>
                      <a:pt x="569" y="409"/>
                      <a:pt x="545" y="409"/>
                    </a:cubicBezTo>
                    <a:cubicBezTo>
                      <a:pt x="545" y="387"/>
                      <a:pt x="545" y="364"/>
                      <a:pt x="545" y="341"/>
                    </a:cubicBezTo>
                    <a:cubicBezTo>
                      <a:pt x="478" y="341"/>
                      <a:pt x="410" y="341"/>
                      <a:pt x="341" y="341"/>
                    </a:cubicBezTo>
                    <a:cubicBezTo>
                      <a:pt x="341" y="363"/>
                      <a:pt x="341" y="386"/>
                      <a:pt x="341" y="409"/>
                    </a:cubicBezTo>
                    <a:cubicBezTo>
                      <a:pt x="318" y="409"/>
                      <a:pt x="296" y="409"/>
                      <a:pt x="273" y="409"/>
                    </a:cubicBezTo>
                    <a:cubicBezTo>
                      <a:pt x="273" y="432"/>
                      <a:pt x="273" y="454"/>
                      <a:pt x="273" y="477"/>
                    </a:cubicBezTo>
                    <a:cubicBezTo>
                      <a:pt x="205" y="477"/>
                      <a:pt x="138" y="477"/>
                      <a:pt x="68" y="477"/>
                    </a:cubicBezTo>
                    <a:cubicBezTo>
                      <a:pt x="68" y="455"/>
                      <a:pt x="68" y="432"/>
                      <a:pt x="68" y="409"/>
                    </a:cubicBezTo>
                    <a:cubicBezTo>
                      <a:pt x="46" y="409"/>
                      <a:pt x="23" y="409"/>
                      <a:pt x="0" y="409"/>
                    </a:cubicBezTo>
                    <a:cubicBezTo>
                      <a:pt x="0" y="364"/>
                      <a:pt x="0" y="319"/>
                      <a:pt x="0" y="273"/>
                    </a:cubicBezTo>
                    <a:cubicBezTo>
                      <a:pt x="23" y="273"/>
                      <a:pt x="45" y="273"/>
                      <a:pt x="68" y="273"/>
                    </a:cubicBezTo>
                    <a:cubicBezTo>
                      <a:pt x="68" y="250"/>
                      <a:pt x="68" y="228"/>
                      <a:pt x="68" y="205"/>
                    </a:cubicBezTo>
                    <a:cubicBezTo>
                      <a:pt x="91" y="205"/>
                      <a:pt x="113" y="205"/>
                      <a:pt x="136" y="205"/>
                    </a:cubicBezTo>
                    <a:cubicBezTo>
                      <a:pt x="136" y="182"/>
                      <a:pt x="136" y="160"/>
                      <a:pt x="136" y="136"/>
                    </a:cubicBezTo>
                    <a:cubicBezTo>
                      <a:pt x="159" y="136"/>
                      <a:pt x="181" y="136"/>
                      <a:pt x="205" y="136"/>
                    </a:cubicBezTo>
                    <a:cubicBezTo>
                      <a:pt x="205" y="91"/>
                      <a:pt x="205" y="46"/>
                      <a:pt x="2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70" name="ICON_C_FEATURES_HEADER_path_027"/>
              <p:cNvSpPr/>
              <p:nvPr/>
            </p:nvSpPr>
            <p:spPr>
              <a:xfrm>
                <a:off x="7908059" y="7109474"/>
                <a:ext cx="18184" cy="10391"/>
              </a:xfrm>
              <a:custGeom>
                <a:avLst/>
                <a:gdLst/>
                <a:ahLst/>
                <a:cxnLst/>
                <a:rect l="0" t="0" r="r" b="b"/>
                <a:pathLst>
                  <a:path w="1432" h="818" fill="norm" stroke="0">
                    <a:moveTo>
                      <a:pt x="545" y="0"/>
                    </a:moveTo>
                    <a:cubicBezTo>
                      <a:pt x="568" y="0"/>
                      <a:pt x="590" y="0"/>
                      <a:pt x="614" y="0"/>
                    </a:cubicBezTo>
                    <a:cubicBezTo>
                      <a:pt x="614" y="45"/>
                      <a:pt x="614" y="90"/>
                      <a:pt x="614" y="136"/>
                    </a:cubicBezTo>
                    <a:cubicBezTo>
                      <a:pt x="704" y="136"/>
                      <a:pt x="794" y="136"/>
                      <a:pt x="886" y="136"/>
                    </a:cubicBezTo>
                    <a:cubicBezTo>
                      <a:pt x="886" y="159"/>
                      <a:pt x="886" y="181"/>
                      <a:pt x="886" y="205"/>
                    </a:cubicBezTo>
                    <a:cubicBezTo>
                      <a:pt x="909" y="205"/>
                      <a:pt x="931" y="205"/>
                      <a:pt x="955" y="205"/>
                    </a:cubicBezTo>
                    <a:cubicBezTo>
                      <a:pt x="955" y="227"/>
                      <a:pt x="955" y="250"/>
                      <a:pt x="955" y="273"/>
                    </a:cubicBezTo>
                    <a:cubicBezTo>
                      <a:pt x="1045" y="273"/>
                      <a:pt x="1135" y="273"/>
                      <a:pt x="1227" y="273"/>
                    </a:cubicBezTo>
                    <a:cubicBezTo>
                      <a:pt x="1227" y="295"/>
                      <a:pt x="1227" y="318"/>
                      <a:pt x="1227" y="341"/>
                    </a:cubicBezTo>
                    <a:cubicBezTo>
                      <a:pt x="1272" y="341"/>
                      <a:pt x="1317" y="341"/>
                      <a:pt x="1364" y="341"/>
                    </a:cubicBezTo>
                    <a:cubicBezTo>
                      <a:pt x="1364" y="363"/>
                      <a:pt x="1364" y="386"/>
                      <a:pt x="1364" y="409"/>
                    </a:cubicBezTo>
                    <a:cubicBezTo>
                      <a:pt x="1386" y="409"/>
                      <a:pt x="1409" y="409"/>
                      <a:pt x="1432" y="409"/>
                    </a:cubicBezTo>
                    <a:cubicBezTo>
                      <a:pt x="1432" y="432"/>
                      <a:pt x="1432" y="454"/>
                      <a:pt x="1432" y="477"/>
                    </a:cubicBezTo>
                    <a:cubicBezTo>
                      <a:pt x="1387" y="477"/>
                      <a:pt x="1342" y="477"/>
                      <a:pt x="1295" y="477"/>
                    </a:cubicBezTo>
                    <a:cubicBezTo>
                      <a:pt x="1295" y="500"/>
                      <a:pt x="1295" y="522"/>
                      <a:pt x="1295" y="545"/>
                    </a:cubicBezTo>
                    <a:cubicBezTo>
                      <a:pt x="1205" y="545"/>
                      <a:pt x="1115" y="545"/>
                      <a:pt x="1023" y="545"/>
                    </a:cubicBezTo>
                    <a:cubicBezTo>
                      <a:pt x="1023" y="568"/>
                      <a:pt x="1023" y="590"/>
                      <a:pt x="1023" y="614"/>
                    </a:cubicBezTo>
                    <a:cubicBezTo>
                      <a:pt x="978" y="614"/>
                      <a:pt x="933" y="614"/>
                      <a:pt x="886" y="614"/>
                    </a:cubicBezTo>
                    <a:cubicBezTo>
                      <a:pt x="886" y="681"/>
                      <a:pt x="886" y="749"/>
                      <a:pt x="886" y="818"/>
                    </a:cubicBezTo>
                    <a:cubicBezTo>
                      <a:pt x="818" y="818"/>
                      <a:pt x="818" y="818"/>
                      <a:pt x="782" y="788"/>
                    </a:cubicBezTo>
                    <a:cubicBezTo>
                      <a:pt x="770" y="776"/>
                      <a:pt x="758" y="763"/>
                      <a:pt x="746" y="750"/>
                    </a:cubicBezTo>
                    <a:cubicBezTo>
                      <a:pt x="740" y="743"/>
                      <a:pt x="733" y="737"/>
                      <a:pt x="727" y="730"/>
                    </a:cubicBezTo>
                    <a:cubicBezTo>
                      <a:pt x="712" y="714"/>
                      <a:pt x="697" y="698"/>
                      <a:pt x="682" y="682"/>
                    </a:cubicBezTo>
                    <a:cubicBezTo>
                      <a:pt x="682" y="704"/>
                      <a:pt x="682" y="727"/>
                      <a:pt x="682" y="750"/>
                    </a:cubicBezTo>
                    <a:cubicBezTo>
                      <a:pt x="637" y="750"/>
                      <a:pt x="592" y="750"/>
                      <a:pt x="545" y="750"/>
                    </a:cubicBezTo>
                    <a:cubicBezTo>
                      <a:pt x="545" y="705"/>
                      <a:pt x="545" y="660"/>
                      <a:pt x="545" y="614"/>
                    </a:cubicBezTo>
                    <a:cubicBezTo>
                      <a:pt x="523" y="614"/>
                      <a:pt x="500" y="614"/>
                      <a:pt x="477" y="614"/>
                    </a:cubicBezTo>
                    <a:cubicBezTo>
                      <a:pt x="477" y="591"/>
                      <a:pt x="477" y="569"/>
                      <a:pt x="477" y="545"/>
                    </a:cubicBezTo>
                    <a:cubicBezTo>
                      <a:pt x="365" y="545"/>
                      <a:pt x="252" y="545"/>
                      <a:pt x="136" y="545"/>
                    </a:cubicBezTo>
                    <a:cubicBezTo>
                      <a:pt x="136" y="500"/>
                      <a:pt x="136" y="455"/>
                      <a:pt x="136" y="409"/>
                    </a:cubicBezTo>
                    <a:cubicBezTo>
                      <a:pt x="114" y="409"/>
                      <a:pt x="91" y="409"/>
                      <a:pt x="68" y="409"/>
                    </a:cubicBezTo>
                    <a:cubicBezTo>
                      <a:pt x="68" y="387"/>
                      <a:pt x="68" y="364"/>
                      <a:pt x="68" y="341"/>
                    </a:cubicBezTo>
                    <a:cubicBezTo>
                      <a:pt x="46" y="341"/>
                      <a:pt x="23" y="341"/>
                      <a:pt x="0" y="341"/>
                    </a:cubicBezTo>
                    <a:cubicBezTo>
                      <a:pt x="0" y="318"/>
                      <a:pt x="0" y="296"/>
                      <a:pt x="0" y="273"/>
                    </a:cubicBezTo>
                    <a:cubicBezTo>
                      <a:pt x="13" y="272"/>
                      <a:pt x="26" y="271"/>
                      <a:pt x="39" y="270"/>
                    </a:cubicBezTo>
                    <a:cubicBezTo>
                      <a:pt x="87" y="267"/>
                      <a:pt x="136" y="263"/>
                      <a:pt x="184" y="260"/>
                    </a:cubicBezTo>
                    <a:cubicBezTo>
                      <a:pt x="205" y="259"/>
                      <a:pt x="225" y="257"/>
                      <a:pt x="246" y="256"/>
                    </a:cubicBezTo>
                    <a:cubicBezTo>
                      <a:pt x="276" y="254"/>
                      <a:pt x="306" y="252"/>
                      <a:pt x="336" y="249"/>
                    </a:cubicBezTo>
                    <a:cubicBezTo>
                      <a:pt x="345" y="249"/>
                      <a:pt x="355" y="248"/>
                      <a:pt x="364" y="248"/>
                    </a:cubicBezTo>
                    <a:cubicBezTo>
                      <a:pt x="429" y="243"/>
                      <a:pt x="484" y="227"/>
                      <a:pt x="545" y="205"/>
                    </a:cubicBezTo>
                    <a:cubicBezTo>
                      <a:pt x="545" y="137"/>
                      <a:pt x="545" y="70"/>
                      <a:pt x="5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71" name="ICON_C_FEATURES_HEADER_path_028"/>
              <p:cNvSpPr/>
              <p:nvPr/>
            </p:nvSpPr>
            <p:spPr>
              <a:xfrm>
                <a:off x="7813675" y="7138049"/>
                <a:ext cx="16452" cy="4330"/>
              </a:xfrm>
              <a:custGeom>
                <a:avLst/>
                <a:gdLst/>
                <a:ahLst/>
                <a:cxnLst/>
                <a:rect l="0" t="0" r="r" b="b"/>
                <a:pathLst>
                  <a:path w="1295" h="341" fill="norm" stroke="0">
                    <a:moveTo>
                      <a:pt x="136" y="0"/>
                    </a:moveTo>
                    <a:cubicBezTo>
                      <a:pt x="474" y="0"/>
                      <a:pt x="811" y="0"/>
                      <a:pt x="1159" y="0"/>
                    </a:cubicBezTo>
                    <a:cubicBezTo>
                      <a:pt x="1159" y="23"/>
                      <a:pt x="1159" y="45"/>
                      <a:pt x="1159" y="68"/>
                    </a:cubicBezTo>
                    <a:cubicBezTo>
                      <a:pt x="1204" y="68"/>
                      <a:pt x="1249" y="68"/>
                      <a:pt x="1295" y="68"/>
                    </a:cubicBezTo>
                    <a:cubicBezTo>
                      <a:pt x="1295" y="136"/>
                      <a:pt x="1295" y="203"/>
                      <a:pt x="1295" y="273"/>
                    </a:cubicBezTo>
                    <a:cubicBezTo>
                      <a:pt x="1273" y="273"/>
                      <a:pt x="1250" y="273"/>
                      <a:pt x="1227" y="273"/>
                    </a:cubicBezTo>
                    <a:cubicBezTo>
                      <a:pt x="1227" y="295"/>
                      <a:pt x="1227" y="318"/>
                      <a:pt x="1227" y="341"/>
                    </a:cubicBezTo>
                    <a:cubicBezTo>
                      <a:pt x="867" y="341"/>
                      <a:pt x="507" y="341"/>
                      <a:pt x="136" y="341"/>
                    </a:cubicBezTo>
                    <a:cubicBezTo>
                      <a:pt x="136" y="318"/>
                      <a:pt x="136" y="296"/>
                      <a:pt x="136" y="273"/>
                    </a:cubicBezTo>
                    <a:cubicBezTo>
                      <a:pt x="114" y="273"/>
                      <a:pt x="91" y="273"/>
                      <a:pt x="68" y="273"/>
                    </a:cubicBezTo>
                    <a:cubicBezTo>
                      <a:pt x="68" y="250"/>
                      <a:pt x="68" y="228"/>
                      <a:pt x="68" y="205"/>
                    </a:cubicBezTo>
                    <a:cubicBezTo>
                      <a:pt x="46" y="205"/>
                      <a:pt x="23" y="205"/>
                      <a:pt x="0" y="205"/>
                    </a:cubicBezTo>
                    <a:cubicBezTo>
                      <a:pt x="0" y="182"/>
                      <a:pt x="0" y="160"/>
                      <a:pt x="0" y="136"/>
                    </a:cubicBezTo>
                    <a:cubicBezTo>
                      <a:pt x="23" y="136"/>
                      <a:pt x="45" y="136"/>
                      <a:pt x="68" y="136"/>
                    </a:cubicBezTo>
                    <a:cubicBezTo>
                      <a:pt x="68" y="114"/>
                      <a:pt x="68" y="91"/>
                      <a:pt x="68" y="68"/>
                    </a:cubicBezTo>
                    <a:cubicBezTo>
                      <a:pt x="91" y="68"/>
                      <a:pt x="113" y="68"/>
                      <a:pt x="136" y="68"/>
                    </a:cubicBezTo>
                    <a:cubicBezTo>
                      <a:pt x="136" y="46"/>
                      <a:pt x="136" y="23"/>
                      <a:pt x="1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72" name="ICON_C_FEATURES_HEADER_path_029"/>
              <p:cNvSpPr/>
              <p:nvPr/>
            </p:nvSpPr>
            <p:spPr>
              <a:xfrm>
                <a:off x="7832725" y="7144111"/>
                <a:ext cx="4330" cy="15586"/>
              </a:xfrm>
              <a:custGeom>
                <a:avLst/>
                <a:gdLst/>
                <a:ahLst/>
                <a:cxnLst/>
                <a:rect l="0" t="0" r="r" b="b"/>
                <a:pathLst>
                  <a:path w="341" h="1227" fill="norm" stroke="0">
                    <a:moveTo>
                      <a:pt x="68" y="0"/>
                    </a:moveTo>
                    <a:cubicBezTo>
                      <a:pt x="158" y="0"/>
                      <a:pt x="248" y="0"/>
                      <a:pt x="341" y="0"/>
                    </a:cubicBezTo>
                    <a:cubicBezTo>
                      <a:pt x="341" y="360"/>
                      <a:pt x="341" y="720"/>
                      <a:pt x="341" y="1091"/>
                    </a:cubicBezTo>
                    <a:cubicBezTo>
                      <a:pt x="318" y="1091"/>
                      <a:pt x="296" y="1091"/>
                      <a:pt x="273" y="1091"/>
                    </a:cubicBezTo>
                    <a:cubicBezTo>
                      <a:pt x="273" y="1113"/>
                      <a:pt x="273" y="1136"/>
                      <a:pt x="273" y="1159"/>
                    </a:cubicBezTo>
                    <a:cubicBezTo>
                      <a:pt x="250" y="1159"/>
                      <a:pt x="228" y="1159"/>
                      <a:pt x="205" y="1159"/>
                    </a:cubicBezTo>
                    <a:cubicBezTo>
                      <a:pt x="205" y="1182"/>
                      <a:pt x="205" y="1204"/>
                      <a:pt x="205" y="1227"/>
                    </a:cubicBezTo>
                    <a:cubicBezTo>
                      <a:pt x="160" y="1227"/>
                      <a:pt x="115" y="1227"/>
                      <a:pt x="68" y="1227"/>
                    </a:cubicBezTo>
                    <a:cubicBezTo>
                      <a:pt x="68" y="1205"/>
                      <a:pt x="68" y="1182"/>
                      <a:pt x="68" y="1159"/>
                    </a:cubicBezTo>
                    <a:cubicBezTo>
                      <a:pt x="46" y="1159"/>
                      <a:pt x="23" y="1159"/>
                      <a:pt x="0" y="1159"/>
                    </a:cubicBezTo>
                    <a:cubicBezTo>
                      <a:pt x="0" y="799"/>
                      <a:pt x="0" y="439"/>
                      <a:pt x="0" y="68"/>
                    </a:cubicBezTo>
                    <a:cubicBezTo>
                      <a:pt x="23" y="68"/>
                      <a:pt x="45" y="68"/>
                      <a:pt x="68" y="68"/>
                    </a:cubicBezTo>
                    <a:cubicBezTo>
                      <a:pt x="68" y="46"/>
                      <a:pt x="68" y="23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73" name="ICON_C_FEATURES_HEADER_path_030"/>
              <p:cNvSpPr/>
              <p:nvPr/>
            </p:nvSpPr>
            <p:spPr>
              <a:xfrm>
                <a:off x="7837055" y="7138049"/>
                <a:ext cx="16452" cy="4330"/>
              </a:xfrm>
              <a:custGeom>
                <a:avLst/>
                <a:gdLst/>
                <a:ahLst/>
                <a:cxnLst/>
                <a:rect l="0" t="0" r="r" b="b"/>
                <a:pathLst>
                  <a:path w="1295" h="341" fill="norm" stroke="0">
                    <a:moveTo>
                      <a:pt x="136" y="0"/>
                    </a:moveTo>
                    <a:cubicBezTo>
                      <a:pt x="451" y="0"/>
                      <a:pt x="766" y="0"/>
                      <a:pt x="1091" y="0"/>
                    </a:cubicBezTo>
                    <a:cubicBezTo>
                      <a:pt x="1091" y="67"/>
                      <a:pt x="1091" y="135"/>
                      <a:pt x="1091" y="205"/>
                    </a:cubicBezTo>
                    <a:cubicBezTo>
                      <a:pt x="1136" y="205"/>
                      <a:pt x="1181" y="205"/>
                      <a:pt x="1227" y="205"/>
                    </a:cubicBezTo>
                    <a:cubicBezTo>
                      <a:pt x="1227" y="227"/>
                      <a:pt x="1227" y="250"/>
                      <a:pt x="1227" y="273"/>
                    </a:cubicBezTo>
                    <a:cubicBezTo>
                      <a:pt x="1250" y="273"/>
                      <a:pt x="1272" y="273"/>
                      <a:pt x="1295" y="273"/>
                    </a:cubicBezTo>
                    <a:cubicBezTo>
                      <a:pt x="1295" y="295"/>
                      <a:pt x="1295" y="318"/>
                      <a:pt x="1295" y="341"/>
                    </a:cubicBezTo>
                    <a:cubicBezTo>
                      <a:pt x="935" y="341"/>
                      <a:pt x="575" y="341"/>
                      <a:pt x="205" y="341"/>
                    </a:cubicBezTo>
                    <a:cubicBezTo>
                      <a:pt x="205" y="296"/>
                      <a:pt x="205" y="251"/>
                      <a:pt x="205" y="205"/>
                    </a:cubicBezTo>
                    <a:cubicBezTo>
                      <a:pt x="160" y="205"/>
                      <a:pt x="115" y="205"/>
                      <a:pt x="68" y="205"/>
                    </a:cubicBezTo>
                    <a:cubicBezTo>
                      <a:pt x="68" y="227"/>
                      <a:pt x="68" y="250"/>
                      <a:pt x="68" y="273"/>
                    </a:cubicBezTo>
                    <a:cubicBezTo>
                      <a:pt x="46" y="273"/>
                      <a:pt x="23" y="273"/>
                      <a:pt x="0" y="273"/>
                    </a:cubicBezTo>
                    <a:cubicBezTo>
                      <a:pt x="0" y="228"/>
                      <a:pt x="0" y="183"/>
                      <a:pt x="0" y="136"/>
                    </a:cubicBezTo>
                    <a:cubicBezTo>
                      <a:pt x="23" y="136"/>
                      <a:pt x="45" y="136"/>
                      <a:pt x="68" y="136"/>
                    </a:cubicBezTo>
                    <a:cubicBezTo>
                      <a:pt x="68" y="114"/>
                      <a:pt x="68" y="91"/>
                      <a:pt x="68" y="68"/>
                    </a:cubicBezTo>
                    <a:cubicBezTo>
                      <a:pt x="91" y="68"/>
                      <a:pt x="113" y="68"/>
                      <a:pt x="136" y="68"/>
                    </a:cubicBezTo>
                    <a:cubicBezTo>
                      <a:pt x="136" y="46"/>
                      <a:pt x="136" y="23"/>
                      <a:pt x="1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74" name="ICON_C_FEATURES_HEADER_path_031"/>
              <p:cNvSpPr/>
              <p:nvPr/>
            </p:nvSpPr>
            <p:spPr>
              <a:xfrm>
                <a:off x="7805016" y="7103413"/>
                <a:ext cx="6061" cy="19050"/>
              </a:xfrm>
              <a:custGeom>
                <a:avLst/>
                <a:gdLst/>
                <a:ahLst/>
                <a:cxnLst/>
                <a:rect l="0" t="0" r="r" b="b"/>
                <a:pathLst>
                  <a:path w="477" h="1500" fill="norm" stroke="0">
                    <a:moveTo>
                      <a:pt x="0" y="0"/>
                    </a:moveTo>
                    <a:cubicBezTo>
                      <a:pt x="45" y="0"/>
                      <a:pt x="90" y="0"/>
                      <a:pt x="136" y="0"/>
                    </a:cubicBezTo>
                    <a:cubicBezTo>
                      <a:pt x="136" y="225"/>
                      <a:pt x="136" y="450"/>
                      <a:pt x="136" y="682"/>
                    </a:cubicBezTo>
                    <a:cubicBezTo>
                      <a:pt x="159" y="682"/>
                      <a:pt x="181" y="682"/>
                      <a:pt x="205" y="682"/>
                    </a:cubicBezTo>
                    <a:cubicBezTo>
                      <a:pt x="205" y="727"/>
                      <a:pt x="205" y="772"/>
                      <a:pt x="205" y="818"/>
                    </a:cubicBezTo>
                    <a:cubicBezTo>
                      <a:pt x="227" y="818"/>
                      <a:pt x="250" y="818"/>
                      <a:pt x="273" y="818"/>
                    </a:cubicBezTo>
                    <a:cubicBezTo>
                      <a:pt x="273" y="841"/>
                      <a:pt x="273" y="863"/>
                      <a:pt x="273" y="886"/>
                    </a:cubicBezTo>
                    <a:cubicBezTo>
                      <a:pt x="295" y="886"/>
                      <a:pt x="318" y="886"/>
                      <a:pt x="341" y="886"/>
                    </a:cubicBezTo>
                    <a:cubicBezTo>
                      <a:pt x="341" y="864"/>
                      <a:pt x="341" y="841"/>
                      <a:pt x="341" y="818"/>
                    </a:cubicBezTo>
                    <a:cubicBezTo>
                      <a:pt x="386" y="818"/>
                      <a:pt x="431" y="818"/>
                      <a:pt x="477" y="818"/>
                    </a:cubicBezTo>
                    <a:cubicBezTo>
                      <a:pt x="477" y="908"/>
                      <a:pt x="477" y="998"/>
                      <a:pt x="477" y="1091"/>
                    </a:cubicBezTo>
                    <a:cubicBezTo>
                      <a:pt x="455" y="1091"/>
                      <a:pt x="432" y="1091"/>
                      <a:pt x="409" y="1091"/>
                    </a:cubicBezTo>
                    <a:cubicBezTo>
                      <a:pt x="409" y="1113"/>
                      <a:pt x="409" y="1136"/>
                      <a:pt x="409" y="1159"/>
                    </a:cubicBezTo>
                    <a:cubicBezTo>
                      <a:pt x="342" y="1159"/>
                      <a:pt x="274" y="1159"/>
                      <a:pt x="205" y="1159"/>
                    </a:cubicBezTo>
                    <a:cubicBezTo>
                      <a:pt x="205" y="1182"/>
                      <a:pt x="205" y="1204"/>
                      <a:pt x="205" y="1227"/>
                    </a:cubicBezTo>
                    <a:cubicBezTo>
                      <a:pt x="182" y="1227"/>
                      <a:pt x="160" y="1227"/>
                      <a:pt x="136" y="1227"/>
                    </a:cubicBezTo>
                    <a:cubicBezTo>
                      <a:pt x="136" y="1317"/>
                      <a:pt x="136" y="1407"/>
                      <a:pt x="136" y="1500"/>
                    </a:cubicBezTo>
                    <a:cubicBezTo>
                      <a:pt x="91" y="1500"/>
                      <a:pt x="46" y="1500"/>
                      <a:pt x="0" y="1500"/>
                    </a:cubicBezTo>
                    <a:cubicBezTo>
                      <a:pt x="0" y="1005"/>
                      <a:pt x="0" y="5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75" name="ICON_C_FEATURES_HEADER_path_032"/>
              <p:cNvSpPr/>
              <p:nvPr/>
            </p:nvSpPr>
            <p:spPr>
              <a:xfrm>
                <a:off x="7887277" y="7169222"/>
                <a:ext cx="4330" cy="12989"/>
              </a:xfrm>
              <a:custGeom>
                <a:avLst/>
                <a:gdLst/>
                <a:ahLst/>
                <a:cxnLst/>
                <a:rect l="0" t="0" r="r" b="b"/>
                <a:pathLst>
                  <a:path w="341" h="1023" fill="norm" stroke="0">
                    <a:moveTo>
                      <a:pt x="68" y="0"/>
                    </a:moveTo>
                    <a:cubicBezTo>
                      <a:pt x="136" y="0"/>
                      <a:pt x="203" y="0"/>
                      <a:pt x="273" y="0"/>
                    </a:cubicBezTo>
                    <a:cubicBezTo>
                      <a:pt x="273" y="23"/>
                      <a:pt x="273" y="45"/>
                      <a:pt x="273" y="68"/>
                    </a:cubicBezTo>
                    <a:cubicBezTo>
                      <a:pt x="295" y="68"/>
                      <a:pt x="318" y="68"/>
                      <a:pt x="341" y="68"/>
                    </a:cubicBezTo>
                    <a:cubicBezTo>
                      <a:pt x="341" y="338"/>
                      <a:pt x="341" y="608"/>
                      <a:pt x="341" y="886"/>
                    </a:cubicBezTo>
                    <a:cubicBezTo>
                      <a:pt x="318" y="886"/>
                      <a:pt x="296" y="886"/>
                      <a:pt x="273" y="886"/>
                    </a:cubicBezTo>
                    <a:cubicBezTo>
                      <a:pt x="273" y="909"/>
                      <a:pt x="273" y="931"/>
                      <a:pt x="273" y="955"/>
                    </a:cubicBezTo>
                    <a:cubicBezTo>
                      <a:pt x="205" y="955"/>
                      <a:pt x="138" y="955"/>
                      <a:pt x="68" y="955"/>
                    </a:cubicBezTo>
                    <a:cubicBezTo>
                      <a:pt x="68" y="977"/>
                      <a:pt x="68" y="1000"/>
                      <a:pt x="68" y="1023"/>
                    </a:cubicBezTo>
                    <a:cubicBezTo>
                      <a:pt x="46" y="1023"/>
                      <a:pt x="23" y="1023"/>
                      <a:pt x="0" y="1023"/>
                    </a:cubicBezTo>
                    <a:cubicBezTo>
                      <a:pt x="0" y="708"/>
                      <a:pt x="0" y="393"/>
                      <a:pt x="0" y="68"/>
                    </a:cubicBezTo>
                    <a:cubicBezTo>
                      <a:pt x="23" y="68"/>
                      <a:pt x="45" y="68"/>
                      <a:pt x="68" y="68"/>
                    </a:cubicBezTo>
                    <a:cubicBezTo>
                      <a:pt x="68" y="46"/>
                      <a:pt x="68" y="23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76" name="ICON_C_FEATURES_HEADER_path_033"/>
              <p:cNvSpPr/>
              <p:nvPr/>
            </p:nvSpPr>
            <p:spPr>
              <a:xfrm>
                <a:off x="7960014" y="7133720"/>
                <a:ext cx="10391" cy="9525"/>
              </a:xfrm>
              <a:custGeom>
                <a:avLst/>
                <a:gdLst/>
                <a:ahLst/>
                <a:cxnLst/>
                <a:rect l="0" t="0" r="r" b="b"/>
                <a:pathLst>
                  <a:path w="818" h="750" fill="norm" stroke="0">
                    <a:moveTo>
                      <a:pt x="682" y="0"/>
                    </a:moveTo>
                    <a:cubicBezTo>
                      <a:pt x="727" y="0"/>
                      <a:pt x="772" y="0"/>
                      <a:pt x="818" y="0"/>
                    </a:cubicBezTo>
                    <a:cubicBezTo>
                      <a:pt x="818" y="247"/>
                      <a:pt x="818" y="495"/>
                      <a:pt x="818" y="750"/>
                    </a:cubicBezTo>
                    <a:cubicBezTo>
                      <a:pt x="751" y="750"/>
                      <a:pt x="683" y="750"/>
                      <a:pt x="614" y="750"/>
                    </a:cubicBezTo>
                    <a:cubicBezTo>
                      <a:pt x="614" y="727"/>
                      <a:pt x="614" y="705"/>
                      <a:pt x="614" y="682"/>
                    </a:cubicBezTo>
                    <a:cubicBezTo>
                      <a:pt x="546" y="682"/>
                      <a:pt x="479" y="682"/>
                      <a:pt x="409" y="682"/>
                    </a:cubicBezTo>
                    <a:cubicBezTo>
                      <a:pt x="409" y="659"/>
                      <a:pt x="409" y="637"/>
                      <a:pt x="409" y="614"/>
                    </a:cubicBezTo>
                    <a:cubicBezTo>
                      <a:pt x="342" y="614"/>
                      <a:pt x="274" y="614"/>
                      <a:pt x="205" y="614"/>
                    </a:cubicBezTo>
                    <a:cubicBezTo>
                      <a:pt x="205" y="591"/>
                      <a:pt x="205" y="569"/>
                      <a:pt x="205" y="545"/>
                    </a:cubicBezTo>
                    <a:cubicBezTo>
                      <a:pt x="160" y="545"/>
                      <a:pt x="115" y="545"/>
                      <a:pt x="68" y="545"/>
                    </a:cubicBezTo>
                    <a:cubicBezTo>
                      <a:pt x="68" y="523"/>
                      <a:pt x="68" y="500"/>
                      <a:pt x="68" y="477"/>
                    </a:cubicBezTo>
                    <a:cubicBezTo>
                      <a:pt x="46" y="477"/>
                      <a:pt x="23" y="477"/>
                      <a:pt x="0" y="477"/>
                    </a:cubicBezTo>
                    <a:cubicBezTo>
                      <a:pt x="0" y="455"/>
                      <a:pt x="0" y="432"/>
                      <a:pt x="0" y="409"/>
                    </a:cubicBezTo>
                    <a:cubicBezTo>
                      <a:pt x="45" y="409"/>
                      <a:pt x="90" y="409"/>
                      <a:pt x="136" y="409"/>
                    </a:cubicBezTo>
                    <a:cubicBezTo>
                      <a:pt x="136" y="387"/>
                      <a:pt x="136" y="364"/>
                      <a:pt x="136" y="341"/>
                    </a:cubicBezTo>
                    <a:cubicBezTo>
                      <a:pt x="294" y="341"/>
                      <a:pt x="451" y="341"/>
                      <a:pt x="614" y="341"/>
                    </a:cubicBezTo>
                    <a:cubicBezTo>
                      <a:pt x="614" y="318"/>
                      <a:pt x="614" y="296"/>
                      <a:pt x="614" y="273"/>
                    </a:cubicBezTo>
                    <a:cubicBezTo>
                      <a:pt x="636" y="273"/>
                      <a:pt x="659" y="273"/>
                      <a:pt x="682" y="273"/>
                    </a:cubicBezTo>
                    <a:cubicBezTo>
                      <a:pt x="682" y="183"/>
                      <a:pt x="682" y="93"/>
                      <a:pt x="6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77" name="ICON_C_FEATURES_HEADER_path_034"/>
              <p:cNvSpPr/>
              <p:nvPr/>
            </p:nvSpPr>
            <p:spPr>
              <a:xfrm>
                <a:off x="7832725" y="7094754"/>
                <a:ext cx="4330" cy="12123"/>
              </a:xfrm>
              <a:custGeom>
                <a:avLst/>
                <a:gdLst/>
                <a:ahLst/>
                <a:cxnLst/>
                <a:rect l="0" t="0" r="r" b="b"/>
                <a:pathLst>
                  <a:path w="341" h="955" fill="norm" stroke="0">
                    <a:moveTo>
                      <a:pt x="136" y="0"/>
                    </a:moveTo>
                    <a:cubicBezTo>
                      <a:pt x="181" y="0"/>
                      <a:pt x="226" y="0"/>
                      <a:pt x="273" y="0"/>
                    </a:cubicBezTo>
                    <a:cubicBezTo>
                      <a:pt x="273" y="23"/>
                      <a:pt x="273" y="45"/>
                      <a:pt x="273" y="68"/>
                    </a:cubicBezTo>
                    <a:cubicBezTo>
                      <a:pt x="295" y="68"/>
                      <a:pt x="318" y="68"/>
                      <a:pt x="341" y="68"/>
                    </a:cubicBezTo>
                    <a:cubicBezTo>
                      <a:pt x="341" y="316"/>
                      <a:pt x="341" y="563"/>
                      <a:pt x="341" y="818"/>
                    </a:cubicBezTo>
                    <a:cubicBezTo>
                      <a:pt x="318" y="818"/>
                      <a:pt x="296" y="818"/>
                      <a:pt x="273" y="818"/>
                    </a:cubicBezTo>
                    <a:cubicBezTo>
                      <a:pt x="273" y="841"/>
                      <a:pt x="273" y="863"/>
                      <a:pt x="273" y="886"/>
                    </a:cubicBezTo>
                    <a:cubicBezTo>
                      <a:pt x="250" y="886"/>
                      <a:pt x="228" y="886"/>
                      <a:pt x="205" y="886"/>
                    </a:cubicBezTo>
                    <a:cubicBezTo>
                      <a:pt x="205" y="909"/>
                      <a:pt x="205" y="931"/>
                      <a:pt x="205" y="955"/>
                    </a:cubicBezTo>
                    <a:cubicBezTo>
                      <a:pt x="160" y="955"/>
                      <a:pt x="115" y="955"/>
                      <a:pt x="68" y="955"/>
                    </a:cubicBezTo>
                    <a:cubicBezTo>
                      <a:pt x="68" y="932"/>
                      <a:pt x="68" y="910"/>
                      <a:pt x="68" y="886"/>
                    </a:cubicBezTo>
                    <a:cubicBezTo>
                      <a:pt x="46" y="886"/>
                      <a:pt x="23" y="886"/>
                      <a:pt x="0" y="886"/>
                    </a:cubicBezTo>
                    <a:cubicBezTo>
                      <a:pt x="0" y="639"/>
                      <a:pt x="0" y="391"/>
                      <a:pt x="0" y="136"/>
                    </a:cubicBezTo>
                    <a:cubicBezTo>
                      <a:pt x="23" y="136"/>
                      <a:pt x="45" y="136"/>
                      <a:pt x="68" y="136"/>
                    </a:cubicBezTo>
                    <a:cubicBezTo>
                      <a:pt x="68" y="114"/>
                      <a:pt x="68" y="91"/>
                      <a:pt x="68" y="68"/>
                    </a:cubicBezTo>
                    <a:cubicBezTo>
                      <a:pt x="91" y="68"/>
                      <a:pt x="113" y="68"/>
                      <a:pt x="136" y="68"/>
                    </a:cubicBezTo>
                    <a:cubicBezTo>
                      <a:pt x="136" y="46"/>
                      <a:pt x="136" y="23"/>
                      <a:pt x="1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78" name="ICON_C_FEATURES_HEADER_path_035"/>
              <p:cNvSpPr/>
              <p:nvPr/>
            </p:nvSpPr>
            <p:spPr>
              <a:xfrm>
                <a:off x="7979930" y="7154935"/>
                <a:ext cx="3464" cy="13422"/>
              </a:xfrm>
              <a:custGeom>
                <a:avLst/>
                <a:gdLst/>
                <a:ahLst/>
                <a:cxnLst/>
                <a:rect l="0" t="0" r="r" b="b"/>
                <a:pathLst>
                  <a:path w="273" h="1057" fill="norm" stroke="0">
                    <a:moveTo>
                      <a:pt x="0" y="0"/>
                    </a:moveTo>
                    <a:cubicBezTo>
                      <a:pt x="90" y="11"/>
                      <a:pt x="180" y="23"/>
                      <a:pt x="273" y="34"/>
                    </a:cubicBezTo>
                    <a:cubicBezTo>
                      <a:pt x="273" y="327"/>
                      <a:pt x="273" y="619"/>
                      <a:pt x="273" y="920"/>
                    </a:cubicBezTo>
                    <a:cubicBezTo>
                      <a:pt x="250" y="920"/>
                      <a:pt x="228" y="920"/>
                      <a:pt x="205" y="920"/>
                    </a:cubicBezTo>
                    <a:cubicBezTo>
                      <a:pt x="205" y="943"/>
                      <a:pt x="205" y="965"/>
                      <a:pt x="205" y="989"/>
                    </a:cubicBezTo>
                    <a:cubicBezTo>
                      <a:pt x="182" y="989"/>
                      <a:pt x="160" y="989"/>
                      <a:pt x="136" y="989"/>
                    </a:cubicBezTo>
                    <a:cubicBezTo>
                      <a:pt x="136" y="1011"/>
                      <a:pt x="136" y="1034"/>
                      <a:pt x="136" y="1057"/>
                    </a:cubicBezTo>
                    <a:cubicBezTo>
                      <a:pt x="91" y="1057"/>
                      <a:pt x="46" y="1057"/>
                      <a:pt x="0" y="1057"/>
                    </a:cubicBezTo>
                    <a:cubicBezTo>
                      <a:pt x="0" y="708"/>
                      <a:pt x="0" y="359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33" cap="flat">
                <a:noFill/>
              </a:ln>
            </p:spPr>
          </p:sp>
          <p:sp>
            <p:nvSpPr>
              <p:cNvPr id="1979" name="ICON_C_FEATURES_HEADER_path_036"/>
              <p:cNvSpPr/>
              <p:nvPr/>
            </p:nvSpPr>
            <p:spPr>
              <a:xfrm>
                <a:off x="7859568" y="7124195"/>
                <a:ext cx="3464" cy="12123"/>
              </a:xfrm>
              <a:custGeom>
                <a:avLst/>
                <a:gdLst/>
                <a:ahLst/>
                <a:cxnLst/>
                <a:rect l="0" t="0" r="r" b="b"/>
                <a:pathLst>
                  <a:path w="273" h="955" fill="norm" stroke="0">
                    <a:moveTo>
                      <a:pt x="0" y="0"/>
                    </a:moveTo>
                    <a:cubicBezTo>
                      <a:pt x="45" y="0"/>
                      <a:pt x="90" y="0"/>
                      <a:pt x="136" y="0"/>
                    </a:cubicBezTo>
                    <a:cubicBezTo>
                      <a:pt x="136" y="23"/>
                      <a:pt x="136" y="45"/>
                      <a:pt x="136" y="68"/>
                    </a:cubicBezTo>
                    <a:cubicBezTo>
                      <a:pt x="159" y="68"/>
                      <a:pt x="181" y="68"/>
                      <a:pt x="205" y="68"/>
                    </a:cubicBezTo>
                    <a:cubicBezTo>
                      <a:pt x="205" y="46"/>
                      <a:pt x="205" y="23"/>
                      <a:pt x="205" y="0"/>
                    </a:cubicBezTo>
                    <a:cubicBezTo>
                      <a:pt x="227" y="0"/>
                      <a:pt x="250" y="0"/>
                      <a:pt x="273" y="0"/>
                    </a:cubicBezTo>
                    <a:cubicBezTo>
                      <a:pt x="273" y="293"/>
                      <a:pt x="273" y="585"/>
                      <a:pt x="273" y="886"/>
                    </a:cubicBezTo>
                    <a:cubicBezTo>
                      <a:pt x="228" y="886"/>
                      <a:pt x="183" y="886"/>
                      <a:pt x="136" y="886"/>
                    </a:cubicBezTo>
                    <a:cubicBezTo>
                      <a:pt x="136" y="909"/>
                      <a:pt x="136" y="931"/>
                      <a:pt x="136" y="955"/>
                    </a:cubicBezTo>
                    <a:cubicBezTo>
                      <a:pt x="91" y="955"/>
                      <a:pt x="46" y="955"/>
                      <a:pt x="0" y="955"/>
                    </a:cubicBezTo>
                    <a:cubicBezTo>
                      <a:pt x="0" y="640"/>
                      <a:pt x="0" y="3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80" name="ICON_C_FEATURES_HEADER_path_037"/>
              <p:cNvSpPr/>
              <p:nvPr/>
            </p:nvSpPr>
            <p:spPr>
              <a:xfrm>
                <a:off x="7817139" y="7112938"/>
                <a:ext cx="12123" cy="4330"/>
              </a:xfrm>
              <a:custGeom>
                <a:avLst/>
                <a:gdLst/>
                <a:ahLst/>
                <a:cxnLst/>
                <a:rect l="0" t="0" r="r" b="b"/>
                <a:pathLst>
                  <a:path w="955" h="341" fill="norm" stroke="0">
                    <a:moveTo>
                      <a:pt x="136" y="0"/>
                    </a:moveTo>
                    <a:cubicBezTo>
                      <a:pt x="406" y="0"/>
                      <a:pt x="676" y="0"/>
                      <a:pt x="955" y="0"/>
                    </a:cubicBezTo>
                    <a:cubicBezTo>
                      <a:pt x="955" y="45"/>
                      <a:pt x="955" y="90"/>
                      <a:pt x="955" y="136"/>
                    </a:cubicBezTo>
                    <a:cubicBezTo>
                      <a:pt x="910" y="136"/>
                      <a:pt x="865" y="136"/>
                      <a:pt x="818" y="136"/>
                    </a:cubicBezTo>
                    <a:cubicBezTo>
                      <a:pt x="818" y="159"/>
                      <a:pt x="818" y="181"/>
                      <a:pt x="818" y="205"/>
                    </a:cubicBezTo>
                    <a:cubicBezTo>
                      <a:pt x="796" y="205"/>
                      <a:pt x="773" y="205"/>
                      <a:pt x="750" y="205"/>
                    </a:cubicBezTo>
                    <a:cubicBezTo>
                      <a:pt x="750" y="227"/>
                      <a:pt x="750" y="250"/>
                      <a:pt x="750" y="273"/>
                    </a:cubicBezTo>
                    <a:cubicBezTo>
                      <a:pt x="638" y="273"/>
                      <a:pt x="525" y="273"/>
                      <a:pt x="409" y="273"/>
                    </a:cubicBezTo>
                    <a:cubicBezTo>
                      <a:pt x="409" y="295"/>
                      <a:pt x="409" y="318"/>
                      <a:pt x="409" y="341"/>
                    </a:cubicBezTo>
                    <a:cubicBezTo>
                      <a:pt x="319" y="341"/>
                      <a:pt x="229" y="341"/>
                      <a:pt x="136" y="341"/>
                    </a:cubicBezTo>
                    <a:cubicBezTo>
                      <a:pt x="136" y="318"/>
                      <a:pt x="136" y="296"/>
                      <a:pt x="136" y="273"/>
                    </a:cubicBezTo>
                    <a:cubicBezTo>
                      <a:pt x="91" y="273"/>
                      <a:pt x="46" y="273"/>
                      <a:pt x="0" y="273"/>
                    </a:cubicBezTo>
                    <a:cubicBezTo>
                      <a:pt x="0" y="205"/>
                      <a:pt x="0" y="138"/>
                      <a:pt x="0" y="68"/>
                    </a:cubicBezTo>
                    <a:cubicBezTo>
                      <a:pt x="45" y="68"/>
                      <a:pt x="90" y="68"/>
                      <a:pt x="136" y="68"/>
                    </a:cubicBezTo>
                    <a:cubicBezTo>
                      <a:pt x="136" y="46"/>
                      <a:pt x="136" y="23"/>
                      <a:pt x="1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81" name="ICON_C_FEATURES_HEADER_path_038"/>
              <p:cNvSpPr/>
              <p:nvPr/>
            </p:nvSpPr>
            <p:spPr>
              <a:xfrm>
                <a:off x="7941830" y="7171820"/>
                <a:ext cx="4330" cy="9525"/>
              </a:xfrm>
              <a:custGeom>
                <a:avLst/>
                <a:gdLst/>
                <a:ahLst/>
                <a:cxnLst/>
                <a:rect l="0" t="0" r="r" b="b"/>
                <a:pathLst>
                  <a:path w="341" h="750" fill="norm" stroke="0">
                    <a:moveTo>
                      <a:pt x="68" y="0"/>
                    </a:moveTo>
                    <a:cubicBezTo>
                      <a:pt x="158" y="0"/>
                      <a:pt x="248" y="0"/>
                      <a:pt x="341" y="0"/>
                    </a:cubicBezTo>
                    <a:cubicBezTo>
                      <a:pt x="341" y="202"/>
                      <a:pt x="341" y="405"/>
                      <a:pt x="341" y="614"/>
                    </a:cubicBezTo>
                    <a:cubicBezTo>
                      <a:pt x="318" y="614"/>
                      <a:pt x="296" y="614"/>
                      <a:pt x="273" y="614"/>
                    </a:cubicBezTo>
                    <a:cubicBezTo>
                      <a:pt x="273" y="636"/>
                      <a:pt x="273" y="659"/>
                      <a:pt x="273" y="682"/>
                    </a:cubicBezTo>
                    <a:cubicBezTo>
                      <a:pt x="250" y="682"/>
                      <a:pt x="228" y="682"/>
                      <a:pt x="205" y="682"/>
                    </a:cubicBezTo>
                    <a:cubicBezTo>
                      <a:pt x="205" y="704"/>
                      <a:pt x="205" y="727"/>
                      <a:pt x="205" y="750"/>
                    </a:cubicBezTo>
                    <a:cubicBezTo>
                      <a:pt x="160" y="750"/>
                      <a:pt x="115" y="750"/>
                      <a:pt x="68" y="750"/>
                    </a:cubicBezTo>
                    <a:cubicBezTo>
                      <a:pt x="68" y="727"/>
                      <a:pt x="68" y="705"/>
                      <a:pt x="68" y="682"/>
                    </a:cubicBezTo>
                    <a:cubicBezTo>
                      <a:pt x="46" y="682"/>
                      <a:pt x="23" y="682"/>
                      <a:pt x="0" y="682"/>
                    </a:cubicBezTo>
                    <a:cubicBezTo>
                      <a:pt x="0" y="479"/>
                      <a:pt x="0" y="277"/>
                      <a:pt x="0" y="68"/>
                    </a:cubicBezTo>
                    <a:cubicBezTo>
                      <a:pt x="23" y="68"/>
                      <a:pt x="45" y="68"/>
                      <a:pt x="68" y="68"/>
                    </a:cubicBezTo>
                    <a:cubicBezTo>
                      <a:pt x="68" y="46"/>
                      <a:pt x="68" y="23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82" name="ICON_C_FEATURES_HEADER_path_039"/>
              <p:cNvSpPr/>
              <p:nvPr/>
            </p:nvSpPr>
            <p:spPr>
              <a:xfrm>
                <a:off x="7859568" y="7146709"/>
                <a:ext cx="4330" cy="12123"/>
              </a:xfrm>
              <a:custGeom>
                <a:avLst/>
                <a:gdLst/>
                <a:ahLst/>
                <a:cxnLst/>
                <a:rect l="0" t="0" r="r" b="b"/>
                <a:pathLst>
                  <a:path w="341" h="955" fill="norm" stroke="0">
                    <a:moveTo>
                      <a:pt x="0" y="0"/>
                    </a:moveTo>
                    <a:cubicBezTo>
                      <a:pt x="45" y="0"/>
                      <a:pt x="90" y="0"/>
                      <a:pt x="136" y="0"/>
                    </a:cubicBezTo>
                    <a:cubicBezTo>
                      <a:pt x="136" y="23"/>
                      <a:pt x="136" y="45"/>
                      <a:pt x="136" y="68"/>
                    </a:cubicBezTo>
                    <a:cubicBezTo>
                      <a:pt x="159" y="68"/>
                      <a:pt x="181" y="68"/>
                      <a:pt x="205" y="68"/>
                    </a:cubicBezTo>
                    <a:cubicBezTo>
                      <a:pt x="205" y="158"/>
                      <a:pt x="205" y="248"/>
                      <a:pt x="205" y="341"/>
                    </a:cubicBezTo>
                    <a:cubicBezTo>
                      <a:pt x="227" y="341"/>
                      <a:pt x="250" y="341"/>
                      <a:pt x="273" y="341"/>
                    </a:cubicBezTo>
                    <a:cubicBezTo>
                      <a:pt x="273" y="386"/>
                      <a:pt x="273" y="431"/>
                      <a:pt x="273" y="477"/>
                    </a:cubicBezTo>
                    <a:cubicBezTo>
                      <a:pt x="295" y="477"/>
                      <a:pt x="318" y="477"/>
                      <a:pt x="341" y="477"/>
                    </a:cubicBezTo>
                    <a:cubicBezTo>
                      <a:pt x="341" y="500"/>
                      <a:pt x="341" y="522"/>
                      <a:pt x="341" y="545"/>
                    </a:cubicBezTo>
                    <a:cubicBezTo>
                      <a:pt x="318" y="545"/>
                      <a:pt x="296" y="545"/>
                      <a:pt x="273" y="545"/>
                    </a:cubicBezTo>
                    <a:cubicBezTo>
                      <a:pt x="273" y="568"/>
                      <a:pt x="273" y="590"/>
                      <a:pt x="273" y="614"/>
                    </a:cubicBezTo>
                    <a:cubicBezTo>
                      <a:pt x="295" y="614"/>
                      <a:pt x="318" y="614"/>
                      <a:pt x="341" y="614"/>
                    </a:cubicBezTo>
                    <a:cubicBezTo>
                      <a:pt x="341" y="636"/>
                      <a:pt x="341" y="659"/>
                      <a:pt x="341" y="682"/>
                    </a:cubicBezTo>
                    <a:cubicBezTo>
                      <a:pt x="318" y="682"/>
                      <a:pt x="296" y="682"/>
                      <a:pt x="273" y="682"/>
                    </a:cubicBezTo>
                    <a:cubicBezTo>
                      <a:pt x="273" y="749"/>
                      <a:pt x="273" y="817"/>
                      <a:pt x="273" y="886"/>
                    </a:cubicBezTo>
                    <a:cubicBezTo>
                      <a:pt x="228" y="886"/>
                      <a:pt x="183" y="886"/>
                      <a:pt x="136" y="886"/>
                    </a:cubicBezTo>
                    <a:cubicBezTo>
                      <a:pt x="136" y="909"/>
                      <a:pt x="136" y="931"/>
                      <a:pt x="136" y="955"/>
                    </a:cubicBezTo>
                    <a:cubicBezTo>
                      <a:pt x="91" y="955"/>
                      <a:pt x="46" y="955"/>
                      <a:pt x="0" y="955"/>
                    </a:cubicBezTo>
                    <a:cubicBezTo>
                      <a:pt x="0" y="640"/>
                      <a:pt x="0" y="3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83" name="ICON_C_FEATURES_HEADER_path_040"/>
              <p:cNvSpPr/>
              <p:nvPr/>
            </p:nvSpPr>
            <p:spPr>
              <a:xfrm>
                <a:off x="7965209" y="7108609"/>
                <a:ext cx="5195" cy="11257"/>
              </a:xfrm>
              <a:custGeom>
                <a:avLst/>
                <a:gdLst/>
                <a:ahLst/>
                <a:cxnLst/>
                <a:rect l="0" t="0" r="r" b="b"/>
                <a:pathLst>
                  <a:path w="409" h="886" fill="norm" stroke="0">
                    <a:moveTo>
                      <a:pt x="273" y="0"/>
                    </a:moveTo>
                    <a:cubicBezTo>
                      <a:pt x="318" y="0"/>
                      <a:pt x="363" y="0"/>
                      <a:pt x="409" y="0"/>
                    </a:cubicBezTo>
                    <a:cubicBezTo>
                      <a:pt x="409" y="293"/>
                      <a:pt x="409" y="585"/>
                      <a:pt x="409" y="886"/>
                    </a:cubicBezTo>
                    <a:cubicBezTo>
                      <a:pt x="364" y="886"/>
                      <a:pt x="319" y="886"/>
                      <a:pt x="273" y="886"/>
                    </a:cubicBezTo>
                    <a:cubicBezTo>
                      <a:pt x="273" y="819"/>
                      <a:pt x="273" y="751"/>
                      <a:pt x="273" y="682"/>
                    </a:cubicBezTo>
                    <a:cubicBezTo>
                      <a:pt x="250" y="682"/>
                      <a:pt x="228" y="682"/>
                      <a:pt x="205" y="682"/>
                    </a:cubicBezTo>
                    <a:cubicBezTo>
                      <a:pt x="205" y="659"/>
                      <a:pt x="205" y="637"/>
                      <a:pt x="205" y="614"/>
                    </a:cubicBezTo>
                    <a:cubicBezTo>
                      <a:pt x="160" y="614"/>
                      <a:pt x="115" y="614"/>
                      <a:pt x="68" y="614"/>
                    </a:cubicBezTo>
                    <a:cubicBezTo>
                      <a:pt x="68" y="591"/>
                      <a:pt x="68" y="569"/>
                      <a:pt x="68" y="545"/>
                    </a:cubicBezTo>
                    <a:cubicBezTo>
                      <a:pt x="46" y="545"/>
                      <a:pt x="23" y="545"/>
                      <a:pt x="0" y="545"/>
                    </a:cubicBezTo>
                    <a:cubicBezTo>
                      <a:pt x="0" y="523"/>
                      <a:pt x="0" y="500"/>
                      <a:pt x="0" y="477"/>
                    </a:cubicBezTo>
                    <a:cubicBezTo>
                      <a:pt x="22" y="477"/>
                      <a:pt x="45" y="477"/>
                      <a:pt x="68" y="477"/>
                    </a:cubicBezTo>
                    <a:cubicBezTo>
                      <a:pt x="68" y="455"/>
                      <a:pt x="68" y="432"/>
                      <a:pt x="68" y="409"/>
                    </a:cubicBezTo>
                    <a:cubicBezTo>
                      <a:pt x="91" y="409"/>
                      <a:pt x="113" y="409"/>
                      <a:pt x="136" y="409"/>
                    </a:cubicBezTo>
                    <a:cubicBezTo>
                      <a:pt x="136" y="387"/>
                      <a:pt x="136" y="364"/>
                      <a:pt x="136" y="341"/>
                    </a:cubicBezTo>
                    <a:cubicBezTo>
                      <a:pt x="159" y="341"/>
                      <a:pt x="181" y="341"/>
                      <a:pt x="205" y="341"/>
                    </a:cubicBezTo>
                    <a:cubicBezTo>
                      <a:pt x="205" y="318"/>
                      <a:pt x="205" y="296"/>
                      <a:pt x="205" y="273"/>
                    </a:cubicBezTo>
                    <a:cubicBezTo>
                      <a:pt x="227" y="273"/>
                      <a:pt x="250" y="273"/>
                      <a:pt x="273" y="273"/>
                    </a:cubicBezTo>
                    <a:cubicBezTo>
                      <a:pt x="273" y="183"/>
                      <a:pt x="273" y="93"/>
                      <a:pt x="2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84" name="ICON_C_FEATURES_HEADER_path_041"/>
              <p:cNvSpPr/>
              <p:nvPr/>
            </p:nvSpPr>
            <p:spPr>
              <a:xfrm>
                <a:off x="7859568" y="7076570"/>
                <a:ext cx="3464" cy="8659"/>
              </a:xfrm>
              <a:custGeom>
                <a:avLst/>
                <a:gdLst/>
                <a:ahLst/>
                <a:cxnLst/>
                <a:rect l="0" t="0" r="r" b="b"/>
                <a:pathLst>
                  <a:path w="273" h="682" fill="norm" stroke="0">
                    <a:moveTo>
                      <a:pt x="68" y="0"/>
                    </a:moveTo>
                    <a:cubicBezTo>
                      <a:pt x="91" y="0"/>
                      <a:pt x="113" y="0"/>
                      <a:pt x="136" y="0"/>
                    </a:cubicBezTo>
                    <a:cubicBezTo>
                      <a:pt x="136" y="23"/>
                      <a:pt x="136" y="45"/>
                      <a:pt x="136" y="68"/>
                    </a:cubicBezTo>
                    <a:cubicBezTo>
                      <a:pt x="159" y="68"/>
                      <a:pt x="181" y="68"/>
                      <a:pt x="205" y="68"/>
                    </a:cubicBezTo>
                    <a:cubicBezTo>
                      <a:pt x="205" y="113"/>
                      <a:pt x="205" y="158"/>
                      <a:pt x="205" y="205"/>
                    </a:cubicBezTo>
                    <a:cubicBezTo>
                      <a:pt x="227" y="205"/>
                      <a:pt x="250" y="205"/>
                      <a:pt x="273" y="205"/>
                    </a:cubicBezTo>
                    <a:cubicBezTo>
                      <a:pt x="273" y="340"/>
                      <a:pt x="273" y="475"/>
                      <a:pt x="273" y="614"/>
                    </a:cubicBezTo>
                    <a:cubicBezTo>
                      <a:pt x="228" y="614"/>
                      <a:pt x="183" y="614"/>
                      <a:pt x="136" y="614"/>
                    </a:cubicBezTo>
                    <a:cubicBezTo>
                      <a:pt x="136" y="636"/>
                      <a:pt x="136" y="659"/>
                      <a:pt x="136" y="682"/>
                    </a:cubicBezTo>
                    <a:cubicBezTo>
                      <a:pt x="91" y="682"/>
                      <a:pt x="46" y="682"/>
                      <a:pt x="0" y="682"/>
                    </a:cubicBezTo>
                    <a:cubicBezTo>
                      <a:pt x="0" y="479"/>
                      <a:pt x="0" y="277"/>
                      <a:pt x="0" y="68"/>
                    </a:cubicBezTo>
                    <a:cubicBezTo>
                      <a:pt x="23" y="68"/>
                      <a:pt x="45" y="68"/>
                      <a:pt x="68" y="68"/>
                    </a:cubicBezTo>
                    <a:cubicBezTo>
                      <a:pt x="68" y="46"/>
                      <a:pt x="68" y="23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85" name="ICON_C_FEATURES_HEADER_path_042"/>
              <p:cNvSpPr/>
              <p:nvPr/>
            </p:nvSpPr>
            <p:spPr>
              <a:xfrm>
                <a:off x="7808480" y="7144977"/>
                <a:ext cx="2598" cy="12123"/>
              </a:xfrm>
              <a:custGeom>
                <a:avLst/>
                <a:gdLst/>
                <a:ahLst/>
                <a:cxnLst/>
                <a:rect l="0" t="0" r="r" b="b"/>
                <a:pathLst>
                  <a:path w="205" h="955" fill="norm" stroke="0">
                    <a:moveTo>
                      <a:pt x="0" y="0"/>
                    </a:moveTo>
                    <a:cubicBezTo>
                      <a:pt x="45" y="0"/>
                      <a:pt x="90" y="0"/>
                      <a:pt x="136" y="0"/>
                    </a:cubicBezTo>
                    <a:cubicBezTo>
                      <a:pt x="136" y="202"/>
                      <a:pt x="136" y="405"/>
                      <a:pt x="136" y="614"/>
                    </a:cubicBezTo>
                    <a:cubicBezTo>
                      <a:pt x="159" y="614"/>
                      <a:pt x="181" y="614"/>
                      <a:pt x="205" y="614"/>
                    </a:cubicBezTo>
                    <a:cubicBezTo>
                      <a:pt x="205" y="659"/>
                      <a:pt x="205" y="704"/>
                      <a:pt x="205" y="750"/>
                    </a:cubicBezTo>
                    <a:cubicBezTo>
                      <a:pt x="182" y="750"/>
                      <a:pt x="160" y="750"/>
                      <a:pt x="136" y="750"/>
                    </a:cubicBezTo>
                    <a:cubicBezTo>
                      <a:pt x="136" y="817"/>
                      <a:pt x="136" y="885"/>
                      <a:pt x="136" y="955"/>
                    </a:cubicBezTo>
                    <a:cubicBezTo>
                      <a:pt x="91" y="955"/>
                      <a:pt x="46" y="955"/>
                      <a:pt x="0" y="955"/>
                    </a:cubicBezTo>
                    <a:cubicBezTo>
                      <a:pt x="0" y="640"/>
                      <a:pt x="0" y="3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86" name="ICON_C_FEATURES_HEADER_path_043"/>
              <p:cNvSpPr/>
              <p:nvPr/>
            </p:nvSpPr>
            <p:spPr>
              <a:xfrm>
                <a:off x="7808480" y="7093888"/>
                <a:ext cx="1732" cy="12989"/>
              </a:xfrm>
              <a:custGeom>
                <a:avLst/>
                <a:gdLst/>
                <a:ahLst/>
                <a:cxnLst/>
                <a:rect l="0" t="0" r="r" b="b"/>
                <a:pathLst>
                  <a:path w="136" h="1023" fill="norm" stroke="0">
                    <a:moveTo>
                      <a:pt x="0" y="0"/>
                    </a:moveTo>
                    <a:cubicBezTo>
                      <a:pt x="45" y="0"/>
                      <a:pt x="90" y="0"/>
                      <a:pt x="136" y="0"/>
                    </a:cubicBezTo>
                    <a:cubicBezTo>
                      <a:pt x="136" y="337"/>
                      <a:pt x="136" y="675"/>
                      <a:pt x="136" y="1023"/>
                    </a:cubicBezTo>
                    <a:cubicBezTo>
                      <a:pt x="91" y="1023"/>
                      <a:pt x="46" y="1023"/>
                      <a:pt x="0" y="1023"/>
                    </a:cubicBezTo>
                    <a:cubicBezTo>
                      <a:pt x="0" y="685"/>
                      <a:pt x="0" y="34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87" name="ICON_C_FEATURES_HEADER_path_044"/>
              <p:cNvSpPr/>
              <p:nvPr/>
            </p:nvSpPr>
            <p:spPr>
              <a:xfrm>
                <a:off x="7979798" y="7070509"/>
                <a:ext cx="2068" cy="12989"/>
              </a:xfrm>
              <a:custGeom>
                <a:avLst/>
                <a:gdLst/>
                <a:ahLst/>
                <a:cxnLst/>
                <a:rect l="0" t="0" r="r" b="b"/>
                <a:pathLst>
                  <a:path w="163" h="1023" fill="norm" stroke="0">
                    <a:moveTo>
                      <a:pt x="44" y="0"/>
                    </a:moveTo>
                    <a:cubicBezTo>
                      <a:pt x="87" y="16"/>
                      <a:pt x="117" y="34"/>
                      <a:pt x="147" y="68"/>
                    </a:cubicBezTo>
                    <a:cubicBezTo>
                      <a:pt x="163" y="134"/>
                      <a:pt x="161" y="199"/>
                      <a:pt x="160" y="266"/>
                    </a:cubicBezTo>
                    <a:cubicBezTo>
                      <a:pt x="160" y="286"/>
                      <a:pt x="160" y="306"/>
                      <a:pt x="161" y="325"/>
                    </a:cubicBezTo>
                    <a:cubicBezTo>
                      <a:pt x="161" y="366"/>
                      <a:pt x="161" y="407"/>
                      <a:pt x="160" y="448"/>
                    </a:cubicBezTo>
                    <a:cubicBezTo>
                      <a:pt x="159" y="501"/>
                      <a:pt x="160" y="553"/>
                      <a:pt x="160" y="606"/>
                    </a:cubicBezTo>
                    <a:cubicBezTo>
                      <a:pt x="161" y="646"/>
                      <a:pt x="161" y="687"/>
                      <a:pt x="160" y="727"/>
                    </a:cubicBezTo>
                    <a:cubicBezTo>
                      <a:pt x="160" y="747"/>
                      <a:pt x="160" y="766"/>
                      <a:pt x="161" y="785"/>
                    </a:cubicBezTo>
                    <a:cubicBezTo>
                      <a:pt x="162" y="937"/>
                      <a:pt x="162" y="937"/>
                      <a:pt x="123" y="982"/>
                    </a:cubicBezTo>
                    <a:cubicBezTo>
                      <a:pt x="97" y="999"/>
                      <a:pt x="74" y="1012"/>
                      <a:pt x="44" y="1023"/>
                    </a:cubicBezTo>
                    <a:cubicBezTo>
                      <a:pt x="0" y="978"/>
                      <a:pt x="6" y="960"/>
                      <a:pt x="6" y="898"/>
                    </a:cubicBezTo>
                    <a:cubicBezTo>
                      <a:pt x="6" y="888"/>
                      <a:pt x="6" y="879"/>
                      <a:pt x="6" y="870"/>
                    </a:cubicBezTo>
                    <a:cubicBezTo>
                      <a:pt x="6" y="839"/>
                      <a:pt x="6" y="808"/>
                      <a:pt x="6" y="778"/>
                    </a:cubicBezTo>
                    <a:cubicBezTo>
                      <a:pt x="6" y="756"/>
                      <a:pt x="6" y="735"/>
                      <a:pt x="6" y="714"/>
                    </a:cubicBezTo>
                    <a:cubicBezTo>
                      <a:pt x="6" y="669"/>
                      <a:pt x="6" y="625"/>
                      <a:pt x="6" y="580"/>
                    </a:cubicBezTo>
                    <a:cubicBezTo>
                      <a:pt x="6" y="523"/>
                      <a:pt x="6" y="466"/>
                      <a:pt x="6" y="409"/>
                    </a:cubicBezTo>
                    <a:cubicBezTo>
                      <a:pt x="6" y="365"/>
                      <a:pt x="6" y="321"/>
                      <a:pt x="6" y="277"/>
                    </a:cubicBezTo>
                    <a:cubicBezTo>
                      <a:pt x="6" y="256"/>
                      <a:pt x="6" y="235"/>
                      <a:pt x="6" y="213"/>
                    </a:cubicBezTo>
                    <a:cubicBezTo>
                      <a:pt x="6" y="184"/>
                      <a:pt x="6" y="154"/>
                      <a:pt x="6" y="125"/>
                    </a:cubicBezTo>
                    <a:cubicBezTo>
                      <a:pt x="6" y="108"/>
                      <a:pt x="6" y="91"/>
                      <a:pt x="6" y="74"/>
                    </a:cubicBezTo>
                    <a:cubicBezTo>
                      <a:pt x="10" y="34"/>
                      <a:pt x="10" y="34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88" name="ICON_C_FEATURES_HEADER_path_045"/>
              <p:cNvSpPr/>
              <p:nvPr/>
            </p:nvSpPr>
            <p:spPr>
              <a:xfrm>
                <a:off x="7928841" y="7064447"/>
                <a:ext cx="12556" cy="1732"/>
              </a:xfrm>
              <a:custGeom>
                <a:avLst/>
                <a:gdLst/>
                <a:ahLst/>
                <a:cxnLst/>
                <a:rect l="0" t="0" r="r" b="b"/>
                <a:pathLst>
                  <a:path w="989" h="136" fill="norm" stroke="0">
                    <a:moveTo>
                      <a:pt x="68" y="0"/>
                    </a:moveTo>
                    <a:cubicBezTo>
                      <a:pt x="338" y="0"/>
                      <a:pt x="608" y="0"/>
                      <a:pt x="886" y="0"/>
                    </a:cubicBezTo>
                    <a:cubicBezTo>
                      <a:pt x="886" y="23"/>
                      <a:pt x="886" y="45"/>
                      <a:pt x="886" y="68"/>
                    </a:cubicBezTo>
                    <a:cubicBezTo>
                      <a:pt x="920" y="79"/>
                      <a:pt x="954" y="91"/>
                      <a:pt x="989" y="102"/>
                    </a:cubicBezTo>
                    <a:cubicBezTo>
                      <a:pt x="989" y="114"/>
                      <a:pt x="989" y="125"/>
                      <a:pt x="989" y="136"/>
                    </a:cubicBezTo>
                    <a:cubicBezTo>
                      <a:pt x="662" y="136"/>
                      <a:pt x="336" y="136"/>
                      <a:pt x="0" y="136"/>
                    </a:cubicBezTo>
                    <a:cubicBezTo>
                      <a:pt x="0" y="114"/>
                      <a:pt x="0" y="91"/>
                      <a:pt x="0" y="68"/>
                    </a:cubicBezTo>
                    <a:cubicBezTo>
                      <a:pt x="23" y="68"/>
                      <a:pt x="45" y="68"/>
                      <a:pt x="68" y="68"/>
                    </a:cubicBezTo>
                    <a:cubicBezTo>
                      <a:pt x="68" y="46"/>
                      <a:pt x="68" y="23"/>
                      <a:pt x="6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33" cap="flat">
                <a:noFill/>
              </a:ln>
            </p:spPr>
          </p:sp>
          <p:sp>
            <p:nvSpPr>
              <p:cNvPr id="1989" name="ICON_C_FEATURES_HEADER_path_046"/>
              <p:cNvSpPr/>
              <p:nvPr/>
            </p:nvSpPr>
            <p:spPr>
              <a:xfrm>
                <a:off x="7808480" y="7199529"/>
                <a:ext cx="1732" cy="10391"/>
              </a:xfrm>
              <a:custGeom>
                <a:avLst/>
                <a:gdLst/>
                <a:ahLst/>
                <a:cxnLst/>
                <a:rect l="0" t="0" r="r" b="b"/>
                <a:pathLst>
                  <a:path w="136" h="818" fill="norm" stroke="0">
                    <a:moveTo>
                      <a:pt x="0" y="0"/>
                    </a:moveTo>
                    <a:cubicBezTo>
                      <a:pt x="45" y="0"/>
                      <a:pt x="90" y="0"/>
                      <a:pt x="136" y="0"/>
                    </a:cubicBezTo>
                    <a:cubicBezTo>
                      <a:pt x="136" y="270"/>
                      <a:pt x="136" y="540"/>
                      <a:pt x="136" y="818"/>
                    </a:cubicBezTo>
                    <a:cubicBezTo>
                      <a:pt x="91" y="818"/>
                      <a:pt x="46" y="818"/>
                      <a:pt x="0" y="818"/>
                    </a:cubicBezTo>
                    <a:cubicBezTo>
                      <a:pt x="0" y="548"/>
                      <a:pt x="0" y="27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90" name="ICON_C_FEATURES_HEADER_path_047"/>
              <p:cNvSpPr/>
              <p:nvPr/>
            </p:nvSpPr>
            <p:spPr>
              <a:xfrm>
                <a:off x="7968673" y="7175284"/>
                <a:ext cx="1732" cy="10391"/>
              </a:xfrm>
              <a:custGeom>
                <a:avLst/>
                <a:gdLst/>
                <a:ahLst/>
                <a:cxnLst/>
                <a:rect l="0" t="0" r="r" b="b"/>
                <a:pathLst>
                  <a:path w="136" h="818" fill="norm" stroke="0">
                    <a:moveTo>
                      <a:pt x="0" y="0"/>
                    </a:moveTo>
                    <a:cubicBezTo>
                      <a:pt x="45" y="0"/>
                      <a:pt x="90" y="0"/>
                      <a:pt x="136" y="0"/>
                    </a:cubicBezTo>
                    <a:cubicBezTo>
                      <a:pt x="136" y="270"/>
                      <a:pt x="136" y="540"/>
                      <a:pt x="136" y="818"/>
                    </a:cubicBezTo>
                    <a:cubicBezTo>
                      <a:pt x="91" y="818"/>
                      <a:pt x="46" y="818"/>
                      <a:pt x="0" y="818"/>
                    </a:cubicBezTo>
                    <a:cubicBezTo>
                      <a:pt x="0" y="548"/>
                      <a:pt x="0" y="27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91" name="ICON_C_FEATURES_HEADER_path_048"/>
              <p:cNvSpPr/>
              <p:nvPr/>
            </p:nvSpPr>
            <p:spPr>
              <a:xfrm>
                <a:off x="7808480" y="7072240"/>
                <a:ext cx="1732" cy="9525"/>
              </a:xfrm>
              <a:custGeom>
                <a:avLst/>
                <a:gdLst/>
                <a:ahLst/>
                <a:cxnLst/>
                <a:rect l="0" t="0" r="r" b="b"/>
                <a:pathLst>
                  <a:path w="136" h="750" fill="norm" stroke="0">
                    <a:moveTo>
                      <a:pt x="0" y="0"/>
                    </a:moveTo>
                    <a:cubicBezTo>
                      <a:pt x="45" y="0"/>
                      <a:pt x="90" y="0"/>
                      <a:pt x="136" y="0"/>
                    </a:cubicBezTo>
                    <a:cubicBezTo>
                      <a:pt x="136" y="247"/>
                      <a:pt x="136" y="495"/>
                      <a:pt x="136" y="750"/>
                    </a:cubicBezTo>
                    <a:cubicBezTo>
                      <a:pt x="91" y="750"/>
                      <a:pt x="46" y="750"/>
                      <a:pt x="0" y="750"/>
                    </a:cubicBezTo>
                    <a:cubicBezTo>
                      <a:pt x="0" y="503"/>
                      <a:pt x="0" y="2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92" name="ICON_C_FEATURES_HEADER_path_049"/>
              <p:cNvSpPr/>
              <p:nvPr/>
            </p:nvSpPr>
            <p:spPr>
              <a:xfrm>
                <a:off x="7914986" y="7127659"/>
                <a:ext cx="4330" cy="5195"/>
              </a:xfrm>
              <a:custGeom>
                <a:avLst/>
                <a:gdLst/>
                <a:ahLst/>
                <a:cxnLst/>
                <a:rect l="0" t="0" r="r" b="b"/>
                <a:pathLst>
                  <a:path w="341" h="409" fill="norm" stroke="0">
                    <a:moveTo>
                      <a:pt x="273" y="0"/>
                    </a:moveTo>
                    <a:cubicBezTo>
                      <a:pt x="295" y="0"/>
                      <a:pt x="318" y="0"/>
                      <a:pt x="341" y="0"/>
                    </a:cubicBezTo>
                    <a:cubicBezTo>
                      <a:pt x="341" y="135"/>
                      <a:pt x="341" y="270"/>
                      <a:pt x="341" y="409"/>
                    </a:cubicBezTo>
                    <a:cubicBezTo>
                      <a:pt x="273" y="387"/>
                      <a:pt x="206" y="364"/>
                      <a:pt x="136" y="341"/>
                    </a:cubicBezTo>
                    <a:cubicBezTo>
                      <a:pt x="136" y="363"/>
                      <a:pt x="136" y="386"/>
                      <a:pt x="136" y="409"/>
                    </a:cubicBezTo>
                    <a:cubicBezTo>
                      <a:pt x="91" y="409"/>
                      <a:pt x="46" y="409"/>
                      <a:pt x="0" y="409"/>
                    </a:cubicBezTo>
                    <a:cubicBezTo>
                      <a:pt x="0" y="319"/>
                      <a:pt x="0" y="229"/>
                      <a:pt x="0" y="136"/>
                    </a:cubicBezTo>
                    <a:cubicBezTo>
                      <a:pt x="67" y="136"/>
                      <a:pt x="135" y="136"/>
                      <a:pt x="205" y="136"/>
                    </a:cubicBezTo>
                    <a:cubicBezTo>
                      <a:pt x="205" y="114"/>
                      <a:pt x="205" y="91"/>
                      <a:pt x="205" y="68"/>
                    </a:cubicBezTo>
                    <a:cubicBezTo>
                      <a:pt x="227" y="68"/>
                      <a:pt x="250" y="68"/>
                      <a:pt x="273" y="68"/>
                    </a:cubicBezTo>
                    <a:cubicBezTo>
                      <a:pt x="273" y="46"/>
                      <a:pt x="273" y="23"/>
                      <a:pt x="2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93" name="ICON_C_FEATURES_HEADER_path_050"/>
              <p:cNvSpPr/>
              <p:nvPr/>
            </p:nvSpPr>
            <p:spPr>
              <a:xfrm>
                <a:off x="7805016" y="7062715"/>
                <a:ext cx="2598" cy="7793"/>
              </a:xfrm>
              <a:custGeom>
                <a:avLst/>
                <a:gdLst/>
                <a:ahLst/>
                <a:cxnLst/>
                <a:rect l="0" t="0" r="r" b="b"/>
                <a:pathLst>
                  <a:path w="205" h="614" fill="norm" stroke="0">
                    <a:moveTo>
                      <a:pt x="68" y="0"/>
                    </a:moveTo>
                    <a:cubicBezTo>
                      <a:pt x="91" y="0"/>
                      <a:pt x="113" y="0"/>
                      <a:pt x="136" y="0"/>
                    </a:cubicBezTo>
                    <a:cubicBezTo>
                      <a:pt x="136" y="45"/>
                      <a:pt x="136" y="90"/>
                      <a:pt x="136" y="136"/>
                    </a:cubicBezTo>
                    <a:cubicBezTo>
                      <a:pt x="159" y="136"/>
                      <a:pt x="181" y="136"/>
                      <a:pt x="205" y="136"/>
                    </a:cubicBezTo>
                    <a:cubicBezTo>
                      <a:pt x="205" y="204"/>
                      <a:pt x="205" y="271"/>
                      <a:pt x="205" y="341"/>
                    </a:cubicBezTo>
                    <a:cubicBezTo>
                      <a:pt x="182" y="341"/>
                      <a:pt x="160" y="341"/>
                      <a:pt x="136" y="341"/>
                    </a:cubicBezTo>
                    <a:cubicBezTo>
                      <a:pt x="136" y="431"/>
                      <a:pt x="136" y="521"/>
                      <a:pt x="136" y="614"/>
                    </a:cubicBezTo>
                    <a:cubicBezTo>
                      <a:pt x="91" y="614"/>
                      <a:pt x="46" y="614"/>
                      <a:pt x="0" y="614"/>
                    </a:cubicBezTo>
                    <a:cubicBezTo>
                      <a:pt x="0" y="434"/>
                      <a:pt x="0" y="254"/>
                      <a:pt x="0" y="68"/>
                    </a:cubicBezTo>
                    <a:cubicBezTo>
                      <a:pt x="23" y="68"/>
                      <a:pt x="45" y="68"/>
                      <a:pt x="68" y="68"/>
                    </a:cubicBezTo>
                    <a:cubicBezTo>
                      <a:pt x="68" y="46"/>
                      <a:pt x="68" y="23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94" name="ICON_C_FEATURES_HEADER_path_051"/>
              <p:cNvSpPr/>
              <p:nvPr/>
            </p:nvSpPr>
            <p:spPr>
              <a:xfrm>
                <a:off x="7932305" y="7114670"/>
                <a:ext cx="9525" cy="2598"/>
              </a:xfrm>
              <a:custGeom>
                <a:avLst/>
                <a:gdLst/>
                <a:ahLst/>
                <a:cxnLst/>
                <a:rect l="0" t="0" r="r" b="b"/>
                <a:pathLst>
                  <a:path w="750" h="205" fill="norm" stroke="0">
                    <a:moveTo>
                      <a:pt x="409" y="0"/>
                    </a:moveTo>
                    <a:cubicBezTo>
                      <a:pt x="499" y="0"/>
                      <a:pt x="589" y="0"/>
                      <a:pt x="682" y="0"/>
                    </a:cubicBezTo>
                    <a:cubicBezTo>
                      <a:pt x="682" y="23"/>
                      <a:pt x="682" y="45"/>
                      <a:pt x="682" y="68"/>
                    </a:cubicBezTo>
                    <a:cubicBezTo>
                      <a:pt x="704" y="68"/>
                      <a:pt x="727" y="68"/>
                      <a:pt x="750" y="68"/>
                    </a:cubicBezTo>
                    <a:cubicBezTo>
                      <a:pt x="750" y="113"/>
                      <a:pt x="750" y="158"/>
                      <a:pt x="750" y="205"/>
                    </a:cubicBezTo>
                    <a:cubicBezTo>
                      <a:pt x="705" y="205"/>
                      <a:pt x="660" y="205"/>
                      <a:pt x="614" y="205"/>
                    </a:cubicBezTo>
                    <a:cubicBezTo>
                      <a:pt x="614" y="182"/>
                      <a:pt x="614" y="160"/>
                      <a:pt x="614" y="136"/>
                    </a:cubicBezTo>
                    <a:cubicBezTo>
                      <a:pt x="569" y="136"/>
                      <a:pt x="524" y="136"/>
                      <a:pt x="477" y="136"/>
                    </a:cubicBezTo>
                    <a:cubicBezTo>
                      <a:pt x="477" y="159"/>
                      <a:pt x="477" y="181"/>
                      <a:pt x="477" y="205"/>
                    </a:cubicBezTo>
                    <a:cubicBezTo>
                      <a:pt x="320" y="205"/>
                      <a:pt x="162" y="205"/>
                      <a:pt x="0" y="205"/>
                    </a:cubicBezTo>
                    <a:cubicBezTo>
                      <a:pt x="0" y="182"/>
                      <a:pt x="0" y="160"/>
                      <a:pt x="0" y="136"/>
                    </a:cubicBezTo>
                    <a:cubicBezTo>
                      <a:pt x="112" y="136"/>
                      <a:pt x="225" y="136"/>
                      <a:pt x="341" y="136"/>
                    </a:cubicBezTo>
                    <a:cubicBezTo>
                      <a:pt x="341" y="114"/>
                      <a:pt x="341" y="91"/>
                      <a:pt x="341" y="68"/>
                    </a:cubicBezTo>
                    <a:cubicBezTo>
                      <a:pt x="363" y="68"/>
                      <a:pt x="386" y="68"/>
                      <a:pt x="409" y="68"/>
                    </a:cubicBezTo>
                    <a:cubicBezTo>
                      <a:pt x="409" y="46"/>
                      <a:pt x="409" y="23"/>
                      <a:pt x="40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33" cap="flat">
                <a:noFill/>
              </a:ln>
            </p:spPr>
          </p:sp>
          <p:sp>
            <p:nvSpPr>
              <p:cNvPr id="1995" name="ICON_C_FEATURES_HEADER_path_052"/>
              <p:cNvSpPr/>
              <p:nvPr/>
            </p:nvSpPr>
            <p:spPr>
              <a:xfrm>
                <a:off x="7887277" y="7102547"/>
                <a:ext cx="4420" cy="5195"/>
              </a:xfrm>
              <a:custGeom>
                <a:avLst/>
                <a:gdLst/>
                <a:ahLst/>
                <a:cxnLst/>
                <a:rect l="0" t="0" r="r" b="b"/>
                <a:pathLst>
                  <a:path w="348" h="409" fill="norm" stroke="0">
                    <a:moveTo>
                      <a:pt x="68" y="0"/>
                    </a:moveTo>
                    <a:cubicBezTo>
                      <a:pt x="91" y="0"/>
                      <a:pt x="113" y="0"/>
                      <a:pt x="136" y="0"/>
                    </a:cubicBezTo>
                    <a:cubicBezTo>
                      <a:pt x="136" y="23"/>
                      <a:pt x="136" y="45"/>
                      <a:pt x="136" y="68"/>
                    </a:cubicBezTo>
                    <a:cubicBezTo>
                      <a:pt x="145" y="67"/>
                      <a:pt x="154" y="66"/>
                      <a:pt x="164" y="65"/>
                    </a:cubicBezTo>
                    <a:cubicBezTo>
                      <a:pt x="259" y="57"/>
                      <a:pt x="259" y="57"/>
                      <a:pt x="297" y="87"/>
                    </a:cubicBezTo>
                    <a:cubicBezTo>
                      <a:pt x="341" y="149"/>
                      <a:pt x="348" y="198"/>
                      <a:pt x="341" y="273"/>
                    </a:cubicBezTo>
                    <a:cubicBezTo>
                      <a:pt x="296" y="273"/>
                      <a:pt x="251" y="273"/>
                      <a:pt x="205" y="273"/>
                    </a:cubicBezTo>
                    <a:cubicBezTo>
                      <a:pt x="205" y="295"/>
                      <a:pt x="205" y="318"/>
                      <a:pt x="205" y="341"/>
                    </a:cubicBezTo>
                    <a:cubicBezTo>
                      <a:pt x="182" y="341"/>
                      <a:pt x="160" y="341"/>
                      <a:pt x="136" y="341"/>
                    </a:cubicBezTo>
                    <a:cubicBezTo>
                      <a:pt x="136" y="363"/>
                      <a:pt x="136" y="386"/>
                      <a:pt x="136" y="409"/>
                    </a:cubicBezTo>
                    <a:cubicBezTo>
                      <a:pt x="114" y="409"/>
                      <a:pt x="91" y="409"/>
                      <a:pt x="68" y="409"/>
                    </a:cubicBezTo>
                    <a:cubicBezTo>
                      <a:pt x="68" y="387"/>
                      <a:pt x="68" y="364"/>
                      <a:pt x="68" y="341"/>
                    </a:cubicBezTo>
                    <a:cubicBezTo>
                      <a:pt x="46" y="341"/>
                      <a:pt x="23" y="341"/>
                      <a:pt x="0" y="341"/>
                    </a:cubicBezTo>
                    <a:cubicBezTo>
                      <a:pt x="0" y="251"/>
                      <a:pt x="0" y="161"/>
                      <a:pt x="0" y="68"/>
                    </a:cubicBezTo>
                    <a:cubicBezTo>
                      <a:pt x="23" y="68"/>
                      <a:pt x="45" y="68"/>
                      <a:pt x="68" y="68"/>
                    </a:cubicBezTo>
                    <a:cubicBezTo>
                      <a:pt x="68" y="46"/>
                      <a:pt x="68" y="23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96" name="ICON_C_FEATURES_HEADER_path_053"/>
              <p:cNvSpPr/>
              <p:nvPr/>
            </p:nvSpPr>
            <p:spPr>
              <a:xfrm>
                <a:off x="7808480" y="7177015"/>
                <a:ext cx="1732" cy="7793"/>
              </a:xfrm>
              <a:custGeom>
                <a:avLst/>
                <a:gdLst/>
                <a:ahLst/>
                <a:cxnLst/>
                <a:rect l="0" t="0" r="r" b="b"/>
                <a:pathLst>
                  <a:path w="136" h="614" fill="norm" stroke="0">
                    <a:moveTo>
                      <a:pt x="0" y="0"/>
                    </a:moveTo>
                    <a:cubicBezTo>
                      <a:pt x="45" y="0"/>
                      <a:pt x="90" y="0"/>
                      <a:pt x="136" y="0"/>
                    </a:cubicBezTo>
                    <a:cubicBezTo>
                      <a:pt x="136" y="202"/>
                      <a:pt x="136" y="405"/>
                      <a:pt x="136" y="614"/>
                    </a:cubicBezTo>
                    <a:cubicBezTo>
                      <a:pt x="91" y="614"/>
                      <a:pt x="46" y="614"/>
                      <a:pt x="0" y="614"/>
                    </a:cubicBezTo>
                    <a:cubicBezTo>
                      <a:pt x="0" y="411"/>
                      <a:pt x="0" y="20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  <p:sp>
            <p:nvSpPr>
              <p:cNvPr id="1997" name="ICON_C_FEATURES_HEADER_path_054"/>
              <p:cNvSpPr/>
              <p:nvPr/>
            </p:nvSpPr>
            <p:spPr>
              <a:xfrm>
                <a:off x="7844848" y="7164027"/>
                <a:ext cx="7793" cy="1732"/>
              </a:xfrm>
              <a:custGeom>
                <a:avLst/>
                <a:gdLst/>
                <a:ahLst/>
                <a:cxnLst/>
                <a:rect l="0" t="0" r="r" b="b"/>
                <a:pathLst>
                  <a:path w="614" h="136" fill="norm" stroke="0">
                    <a:moveTo>
                      <a:pt x="0" y="0"/>
                    </a:moveTo>
                    <a:cubicBezTo>
                      <a:pt x="202" y="0"/>
                      <a:pt x="405" y="0"/>
                      <a:pt x="614" y="0"/>
                    </a:cubicBezTo>
                    <a:cubicBezTo>
                      <a:pt x="614" y="45"/>
                      <a:pt x="614" y="90"/>
                      <a:pt x="614" y="136"/>
                    </a:cubicBezTo>
                    <a:cubicBezTo>
                      <a:pt x="411" y="136"/>
                      <a:pt x="209" y="136"/>
                      <a:pt x="0" y="136"/>
                    </a:cubicBezTo>
                    <a:cubicBezTo>
                      <a:pt x="0" y="91"/>
                      <a:pt x="0" y="4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33" cap="flat">
                <a:noFill/>
              </a:ln>
            </p:spPr>
          </p:sp>
          <p:sp>
            <p:nvSpPr>
              <p:cNvPr id="1998" name="ICON_C_FEATURES_HEADER_path_055"/>
              <p:cNvSpPr/>
              <p:nvPr/>
            </p:nvSpPr>
            <p:spPr>
              <a:xfrm>
                <a:off x="7832725" y="7080899"/>
                <a:ext cx="4330" cy="5195"/>
              </a:xfrm>
              <a:custGeom>
                <a:avLst/>
                <a:gdLst/>
                <a:ahLst/>
                <a:cxnLst/>
                <a:rect l="0" t="0" r="r" b="b"/>
                <a:pathLst>
                  <a:path w="341" h="409" fill="norm" stroke="0">
                    <a:moveTo>
                      <a:pt x="68" y="0"/>
                    </a:moveTo>
                    <a:cubicBezTo>
                      <a:pt x="91" y="0"/>
                      <a:pt x="113" y="0"/>
                      <a:pt x="136" y="0"/>
                    </a:cubicBezTo>
                    <a:cubicBezTo>
                      <a:pt x="136" y="23"/>
                      <a:pt x="136" y="45"/>
                      <a:pt x="136" y="68"/>
                    </a:cubicBezTo>
                    <a:cubicBezTo>
                      <a:pt x="159" y="68"/>
                      <a:pt x="181" y="68"/>
                      <a:pt x="205" y="68"/>
                    </a:cubicBezTo>
                    <a:cubicBezTo>
                      <a:pt x="205" y="91"/>
                      <a:pt x="205" y="113"/>
                      <a:pt x="205" y="136"/>
                    </a:cubicBezTo>
                    <a:cubicBezTo>
                      <a:pt x="227" y="136"/>
                      <a:pt x="250" y="136"/>
                      <a:pt x="273" y="136"/>
                    </a:cubicBezTo>
                    <a:cubicBezTo>
                      <a:pt x="273" y="181"/>
                      <a:pt x="273" y="226"/>
                      <a:pt x="273" y="273"/>
                    </a:cubicBezTo>
                    <a:cubicBezTo>
                      <a:pt x="295" y="273"/>
                      <a:pt x="318" y="273"/>
                      <a:pt x="341" y="273"/>
                    </a:cubicBezTo>
                    <a:cubicBezTo>
                      <a:pt x="341" y="295"/>
                      <a:pt x="341" y="318"/>
                      <a:pt x="341" y="341"/>
                    </a:cubicBezTo>
                    <a:cubicBezTo>
                      <a:pt x="318" y="341"/>
                      <a:pt x="296" y="341"/>
                      <a:pt x="273" y="341"/>
                    </a:cubicBezTo>
                    <a:cubicBezTo>
                      <a:pt x="273" y="363"/>
                      <a:pt x="273" y="386"/>
                      <a:pt x="273" y="409"/>
                    </a:cubicBezTo>
                    <a:cubicBezTo>
                      <a:pt x="250" y="409"/>
                      <a:pt x="228" y="409"/>
                      <a:pt x="205" y="409"/>
                    </a:cubicBezTo>
                    <a:cubicBezTo>
                      <a:pt x="205" y="387"/>
                      <a:pt x="205" y="364"/>
                      <a:pt x="205" y="341"/>
                    </a:cubicBezTo>
                    <a:cubicBezTo>
                      <a:pt x="137" y="341"/>
                      <a:pt x="70" y="341"/>
                      <a:pt x="0" y="341"/>
                    </a:cubicBezTo>
                    <a:cubicBezTo>
                      <a:pt x="0" y="251"/>
                      <a:pt x="0" y="161"/>
                      <a:pt x="0" y="68"/>
                    </a:cubicBezTo>
                    <a:cubicBezTo>
                      <a:pt x="23" y="68"/>
                      <a:pt x="45" y="68"/>
                      <a:pt x="68" y="68"/>
                    </a:cubicBezTo>
                    <a:cubicBezTo>
                      <a:pt x="68" y="46"/>
                      <a:pt x="68" y="23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33" cap="flat">
                <a:noFill/>
              </a:ln>
            </p:spPr>
          </p:sp>
        </p:grpSp>
        <p:grpSp>
          <p:nvGrpSpPr>
            <p:cNvPr id="2566" name="ICON_C_HEATMAP"/>
            <p:cNvGrpSpPr/>
            <p:nvPr/>
          </p:nvGrpSpPr>
          <p:grpSpPr>
            <a:xfrm>
              <a:off x="7715250" y="7254875"/>
              <a:ext cx="904875" cy="436562"/>
              <a:chOff x="7715250" y="7254875"/>
              <a:chExt cx="904875" cy="436562"/>
            </a:xfrm>
          </p:grpSpPr>
          <p:sp>
            <p:nvSpPr>
              <p:cNvPr id="2567" name="ICON_C_HEATMAP_path_001"/>
              <p:cNvSpPr/>
              <p:nvPr/>
            </p:nvSpPr>
            <p:spPr>
              <a:xfrm>
                <a:off x="7715250" y="7254875"/>
                <a:ext cx="904875" cy="436562"/>
              </a:xfrm>
              <a:custGeom>
                <a:avLst/>
                <a:gdLst/>
                <a:ahLst/>
                <a:cxnLst/>
                <a:rect l="0" t="0" r="r" b="b"/>
                <a:pathLst>
                  <a:path w="71250" h="34375" fill="norm" stroke="0">
                    <a:moveTo>
                      <a:pt x="0" y="0"/>
                    </a:moveTo>
                    <a:cubicBezTo>
                      <a:pt x="23513" y="0"/>
                      <a:pt x="47025" y="0"/>
                      <a:pt x="71250" y="0"/>
                    </a:cubicBezTo>
                    <a:cubicBezTo>
                      <a:pt x="71250" y="11344"/>
                      <a:pt x="71250" y="22688"/>
                      <a:pt x="71250" y="34375"/>
                    </a:cubicBezTo>
                    <a:cubicBezTo>
                      <a:pt x="47737" y="34375"/>
                      <a:pt x="24225" y="34375"/>
                      <a:pt x="0" y="34375"/>
                    </a:cubicBezTo>
                    <a:cubicBezTo>
                      <a:pt x="0" y="23031"/>
                      <a:pt x="0" y="11688"/>
                      <a:pt x="0" y="0"/>
                    </a:cubicBezTo>
                    <a:close/>
                  </a:path>
                </a:pathLst>
              </a:custGeom>
              <a:solidFill>
                <a:srgbClr val="7BA4D8"/>
              </a:solidFill>
              <a:ln w="2646" cap="flat">
                <a:noFill/>
              </a:ln>
            </p:spPr>
          </p:sp>
          <p:sp>
            <p:nvSpPr>
              <p:cNvPr id="2568" name="ICON_C_HEATMAP_path_002"/>
              <p:cNvSpPr/>
              <p:nvPr/>
            </p:nvSpPr>
            <p:spPr>
              <a:xfrm>
                <a:off x="7715250" y="7270337"/>
                <a:ext cx="904875" cy="421100"/>
              </a:xfrm>
              <a:custGeom>
                <a:avLst/>
                <a:gdLst/>
                <a:ahLst/>
                <a:cxnLst/>
                <a:rect l="0" t="0" r="r" b="b"/>
                <a:pathLst>
                  <a:path w="71250" h="33158" fill="norm" stroke="0">
                    <a:moveTo>
                      <a:pt x="1458" y="33"/>
                    </a:moveTo>
                    <a:cubicBezTo>
                      <a:pt x="5265" y="28"/>
                      <a:pt x="9072" y="24"/>
                      <a:pt x="12995" y="20"/>
                    </a:cubicBezTo>
                    <a:cubicBezTo>
                      <a:pt x="14198" y="18"/>
                      <a:pt x="15402" y="16"/>
                      <a:pt x="16642" y="14"/>
                    </a:cubicBezTo>
                    <a:cubicBezTo>
                      <a:pt x="18108" y="13"/>
                      <a:pt x="18108" y="13"/>
                      <a:pt x="18793" y="13"/>
                    </a:cubicBezTo>
                    <a:cubicBezTo>
                      <a:pt x="19305" y="13"/>
                      <a:pt x="19817" y="11"/>
                      <a:pt x="20329" y="10"/>
                    </a:cubicBezTo>
                    <a:cubicBezTo>
                      <a:pt x="20851" y="9"/>
                      <a:pt x="21374" y="9"/>
                      <a:pt x="21896" y="9"/>
                    </a:cubicBezTo>
                    <a:cubicBezTo>
                      <a:pt x="22206" y="9"/>
                      <a:pt x="22516" y="9"/>
                      <a:pt x="22827" y="7"/>
                    </a:cubicBezTo>
                    <a:cubicBezTo>
                      <a:pt x="23056" y="6"/>
                      <a:pt x="23285" y="7"/>
                      <a:pt x="23514" y="7"/>
                    </a:cubicBezTo>
                    <a:cubicBezTo>
                      <a:pt x="23607" y="8"/>
                      <a:pt x="23700" y="7"/>
                      <a:pt x="23792" y="6"/>
                    </a:cubicBezTo>
                    <a:cubicBezTo>
                      <a:pt x="24755" y="0"/>
                      <a:pt x="24755" y="0"/>
                      <a:pt x="25000" y="241"/>
                    </a:cubicBezTo>
                    <a:cubicBezTo>
                      <a:pt x="25053" y="379"/>
                      <a:pt x="25054" y="497"/>
                      <a:pt x="25048" y="644"/>
                    </a:cubicBezTo>
                    <a:cubicBezTo>
                      <a:pt x="25048" y="685"/>
                      <a:pt x="25048" y="726"/>
                      <a:pt x="25048" y="768"/>
                    </a:cubicBezTo>
                    <a:cubicBezTo>
                      <a:pt x="25047" y="856"/>
                      <a:pt x="25045" y="944"/>
                      <a:pt x="25043" y="1032"/>
                    </a:cubicBezTo>
                    <a:cubicBezTo>
                      <a:pt x="25039" y="1159"/>
                      <a:pt x="25039" y="1284"/>
                      <a:pt x="25039" y="1411"/>
                    </a:cubicBezTo>
                    <a:cubicBezTo>
                      <a:pt x="25034" y="1861"/>
                      <a:pt x="25005" y="2306"/>
                      <a:pt x="24953" y="2753"/>
                    </a:cubicBezTo>
                    <a:cubicBezTo>
                      <a:pt x="24802" y="4075"/>
                      <a:pt x="24750" y="5391"/>
                      <a:pt x="24730" y="6720"/>
                    </a:cubicBezTo>
                    <a:cubicBezTo>
                      <a:pt x="24725" y="7016"/>
                      <a:pt x="24720" y="7313"/>
                      <a:pt x="24714" y="7609"/>
                    </a:cubicBezTo>
                    <a:cubicBezTo>
                      <a:pt x="24705" y="8137"/>
                      <a:pt x="24695" y="8665"/>
                      <a:pt x="24687" y="9193"/>
                    </a:cubicBezTo>
                    <a:cubicBezTo>
                      <a:pt x="24679" y="9704"/>
                      <a:pt x="24670" y="10216"/>
                      <a:pt x="24661" y="10727"/>
                    </a:cubicBezTo>
                    <a:cubicBezTo>
                      <a:pt x="24660" y="10759"/>
                      <a:pt x="24660" y="10790"/>
                      <a:pt x="24659" y="10823"/>
                    </a:cubicBezTo>
                    <a:cubicBezTo>
                      <a:pt x="24656" y="10983"/>
                      <a:pt x="24654" y="11143"/>
                      <a:pt x="24651" y="11302"/>
                    </a:cubicBezTo>
                    <a:cubicBezTo>
                      <a:pt x="24627" y="12615"/>
                      <a:pt x="24605" y="13928"/>
                      <a:pt x="24583" y="15241"/>
                    </a:cubicBezTo>
                    <a:cubicBezTo>
                      <a:pt x="26096" y="15241"/>
                      <a:pt x="27608" y="15241"/>
                      <a:pt x="29167" y="15241"/>
                    </a:cubicBezTo>
                    <a:cubicBezTo>
                      <a:pt x="29167" y="16753"/>
                      <a:pt x="29167" y="18266"/>
                      <a:pt x="29167" y="19824"/>
                    </a:cubicBezTo>
                    <a:cubicBezTo>
                      <a:pt x="29648" y="19824"/>
                      <a:pt x="30129" y="19824"/>
                      <a:pt x="30625" y="19824"/>
                    </a:cubicBezTo>
                    <a:cubicBezTo>
                      <a:pt x="30419" y="20099"/>
                      <a:pt x="30213" y="20374"/>
                      <a:pt x="30000" y="20658"/>
                    </a:cubicBezTo>
                    <a:cubicBezTo>
                      <a:pt x="31100" y="20658"/>
                      <a:pt x="32200" y="20658"/>
                      <a:pt x="33333" y="20658"/>
                    </a:cubicBezTo>
                    <a:cubicBezTo>
                      <a:pt x="33333" y="20726"/>
                      <a:pt x="33333" y="20795"/>
                      <a:pt x="33333" y="20866"/>
                    </a:cubicBezTo>
                    <a:cubicBezTo>
                      <a:pt x="32096" y="20935"/>
                      <a:pt x="30858" y="21003"/>
                      <a:pt x="29583" y="21074"/>
                    </a:cubicBezTo>
                    <a:cubicBezTo>
                      <a:pt x="29583" y="22587"/>
                      <a:pt x="29583" y="24099"/>
                      <a:pt x="29583" y="25658"/>
                    </a:cubicBezTo>
                    <a:cubicBezTo>
                      <a:pt x="30477" y="25692"/>
                      <a:pt x="30477" y="25692"/>
                      <a:pt x="35000" y="25866"/>
                    </a:cubicBezTo>
                    <a:cubicBezTo>
                      <a:pt x="34987" y="23379"/>
                      <a:pt x="34987" y="23379"/>
                      <a:pt x="34981" y="22594"/>
                    </a:cubicBezTo>
                    <a:cubicBezTo>
                      <a:pt x="34980" y="22277"/>
                      <a:pt x="34980" y="22277"/>
                      <a:pt x="34980" y="22129"/>
                    </a:cubicBezTo>
                    <a:cubicBezTo>
                      <a:pt x="34980" y="22025"/>
                      <a:pt x="34979" y="21922"/>
                      <a:pt x="34978" y="21819"/>
                    </a:cubicBezTo>
                    <a:cubicBezTo>
                      <a:pt x="34976" y="21662"/>
                      <a:pt x="34976" y="21505"/>
                      <a:pt x="34976" y="21349"/>
                    </a:cubicBezTo>
                    <a:cubicBezTo>
                      <a:pt x="34976" y="21302"/>
                      <a:pt x="34975" y="21256"/>
                      <a:pt x="34974" y="21209"/>
                    </a:cubicBezTo>
                    <a:cubicBezTo>
                      <a:pt x="34975" y="21016"/>
                      <a:pt x="34978" y="20901"/>
                      <a:pt x="35083" y="20736"/>
                    </a:cubicBezTo>
                    <a:cubicBezTo>
                      <a:pt x="35245" y="20635"/>
                      <a:pt x="35378" y="20611"/>
                      <a:pt x="35565" y="20592"/>
                    </a:cubicBezTo>
                    <a:cubicBezTo>
                      <a:pt x="35601" y="20588"/>
                      <a:pt x="35636" y="20583"/>
                      <a:pt x="35673" y="20579"/>
                    </a:cubicBezTo>
                    <a:cubicBezTo>
                      <a:pt x="35791" y="20565"/>
                      <a:pt x="35909" y="20553"/>
                      <a:pt x="36028" y="20541"/>
                    </a:cubicBezTo>
                    <a:cubicBezTo>
                      <a:pt x="36048" y="20539"/>
                      <a:pt x="36048" y="20539"/>
                      <a:pt x="36153" y="20528"/>
                    </a:cubicBezTo>
                    <a:cubicBezTo>
                      <a:pt x="37162" y="20422"/>
                      <a:pt x="38166" y="20426"/>
                      <a:pt x="39180" y="20436"/>
                    </a:cubicBezTo>
                    <a:cubicBezTo>
                      <a:pt x="39487" y="20438"/>
                      <a:pt x="39487" y="20438"/>
                      <a:pt x="41042" y="20449"/>
                    </a:cubicBezTo>
                    <a:cubicBezTo>
                      <a:pt x="41042" y="22305"/>
                      <a:pt x="41042" y="24162"/>
                      <a:pt x="41042" y="26074"/>
                    </a:cubicBezTo>
                    <a:cubicBezTo>
                      <a:pt x="41110" y="26074"/>
                      <a:pt x="41179" y="26074"/>
                      <a:pt x="41250" y="26074"/>
                    </a:cubicBezTo>
                    <a:cubicBezTo>
                      <a:pt x="41319" y="27862"/>
                      <a:pt x="41388" y="29649"/>
                      <a:pt x="41458" y="31491"/>
                    </a:cubicBezTo>
                    <a:cubicBezTo>
                      <a:pt x="46374" y="31525"/>
                      <a:pt x="46374" y="31525"/>
                      <a:pt x="71250" y="31699"/>
                    </a:cubicBezTo>
                    <a:cubicBezTo>
                      <a:pt x="71250" y="32180"/>
                      <a:pt x="71250" y="32662"/>
                      <a:pt x="71250" y="33158"/>
                    </a:cubicBezTo>
                    <a:cubicBezTo>
                      <a:pt x="47738" y="33158"/>
                      <a:pt x="24225" y="33158"/>
                      <a:pt x="0" y="33158"/>
                    </a:cubicBezTo>
                    <a:cubicBezTo>
                      <a:pt x="0" y="26420"/>
                      <a:pt x="0" y="19683"/>
                      <a:pt x="0" y="12741"/>
                    </a:cubicBezTo>
                    <a:cubicBezTo>
                      <a:pt x="138" y="12810"/>
                      <a:pt x="275" y="12878"/>
                      <a:pt x="417" y="12949"/>
                    </a:cubicBezTo>
                    <a:cubicBezTo>
                      <a:pt x="467" y="13100"/>
                      <a:pt x="481" y="13184"/>
                      <a:pt x="483" y="13337"/>
                    </a:cubicBezTo>
                    <a:cubicBezTo>
                      <a:pt x="485" y="13376"/>
                      <a:pt x="487" y="13416"/>
                      <a:pt x="489" y="13456"/>
                    </a:cubicBezTo>
                    <a:cubicBezTo>
                      <a:pt x="496" y="13589"/>
                      <a:pt x="499" y="13723"/>
                      <a:pt x="503" y="13856"/>
                    </a:cubicBezTo>
                    <a:cubicBezTo>
                      <a:pt x="506" y="13952"/>
                      <a:pt x="510" y="14049"/>
                      <a:pt x="515" y="14145"/>
                    </a:cubicBezTo>
                    <a:cubicBezTo>
                      <a:pt x="524" y="14384"/>
                      <a:pt x="532" y="14623"/>
                      <a:pt x="539" y="14862"/>
                    </a:cubicBezTo>
                    <a:cubicBezTo>
                      <a:pt x="544" y="15061"/>
                      <a:pt x="551" y="15261"/>
                      <a:pt x="558" y="15460"/>
                    </a:cubicBezTo>
                    <a:cubicBezTo>
                      <a:pt x="664" y="18524"/>
                      <a:pt x="649" y="21591"/>
                      <a:pt x="640" y="24657"/>
                    </a:cubicBezTo>
                    <a:cubicBezTo>
                      <a:pt x="638" y="25211"/>
                      <a:pt x="637" y="25765"/>
                      <a:pt x="636" y="26319"/>
                    </a:cubicBezTo>
                    <a:cubicBezTo>
                      <a:pt x="636" y="26359"/>
                      <a:pt x="636" y="26398"/>
                      <a:pt x="636" y="26439"/>
                    </a:cubicBezTo>
                    <a:cubicBezTo>
                      <a:pt x="636" y="26639"/>
                      <a:pt x="636" y="26838"/>
                      <a:pt x="635" y="27038"/>
                    </a:cubicBezTo>
                    <a:cubicBezTo>
                      <a:pt x="633" y="28661"/>
                      <a:pt x="630" y="30284"/>
                      <a:pt x="625" y="31908"/>
                    </a:cubicBezTo>
                    <a:cubicBezTo>
                      <a:pt x="2404" y="31895"/>
                      <a:pt x="4183" y="31881"/>
                      <a:pt x="5961" y="31866"/>
                    </a:cubicBezTo>
                    <a:cubicBezTo>
                      <a:pt x="5988" y="31865"/>
                      <a:pt x="6014" y="31865"/>
                      <a:pt x="6041" y="31865"/>
                    </a:cubicBezTo>
                    <a:cubicBezTo>
                      <a:pt x="6614" y="31860"/>
                      <a:pt x="7186" y="31854"/>
                      <a:pt x="7759" y="31849"/>
                    </a:cubicBezTo>
                    <a:cubicBezTo>
                      <a:pt x="8040" y="31846"/>
                      <a:pt x="8321" y="31844"/>
                      <a:pt x="8601" y="31841"/>
                    </a:cubicBezTo>
                    <a:cubicBezTo>
                      <a:pt x="8615" y="31841"/>
                      <a:pt x="8615" y="31841"/>
                      <a:pt x="8686" y="31841"/>
                    </a:cubicBezTo>
                    <a:cubicBezTo>
                      <a:pt x="9591" y="31832"/>
                      <a:pt x="10496" y="31825"/>
                      <a:pt x="11401" y="31819"/>
                    </a:cubicBezTo>
                    <a:cubicBezTo>
                      <a:pt x="12332" y="31812"/>
                      <a:pt x="13262" y="31805"/>
                      <a:pt x="14193" y="31795"/>
                    </a:cubicBezTo>
                    <a:cubicBezTo>
                      <a:pt x="14324" y="31794"/>
                      <a:pt x="14456" y="31793"/>
                      <a:pt x="14587" y="31791"/>
                    </a:cubicBezTo>
                    <a:cubicBezTo>
                      <a:pt x="14613" y="31791"/>
                      <a:pt x="14639" y="31791"/>
                      <a:pt x="14666" y="31790"/>
                    </a:cubicBezTo>
                    <a:cubicBezTo>
                      <a:pt x="15107" y="31786"/>
                      <a:pt x="15549" y="31783"/>
                      <a:pt x="15991" y="31781"/>
                    </a:cubicBezTo>
                    <a:cubicBezTo>
                      <a:pt x="16384" y="31779"/>
                      <a:pt x="16777" y="31775"/>
                      <a:pt x="17170" y="31770"/>
                    </a:cubicBezTo>
                    <a:cubicBezTo>
                      <a:pt x="17396" y="31767"/>
                      <a:pt x="17623" y="31765"/>
                      <a:pt x="17850" y="31765"/>
                    </a:cubicBezTo>
                    <a:cubicBezTo>
                      <a:pt x="18058" y="31765"/>
                      <a:pt x="18265" y="31763"/>
                      <a:pt x="18473" y="31759"/>
                    </a:cubicBezTo>
                    <a:cubicBezTo>
                      <a:pt x="18548" y="31758"/>
                      <a:pt x="18623" y="31758"/>
                      <a:pt x="18698" y="31758"/>
                    </a:cubicBezTo>
                    <a:cubicBezTo>
                      <a:pt x="19247" y="31761"/>
                      <a:pt x="19574" y="31630"/>
                      <a:pt x="20000" y="31283"/>
                    </a:cubicBezTo>
                    <a:cubicBezTo>
                      <a:pt x="19325" y="31241"/>
                      <a:pt x="18649" y="31202"/>
                      <a:pt x="17974" y="31169"/>
                    </a:cubicBezTo>
                    <a:cubicBezTo>
                      <a:pt x="17660" y="31153"/>
                      <a:pt x="17346" y="31136"/>
                      <a:pt x="17033" y="31116"/>
                    </a:cubicBezTo>
                    <a:cubicBezTo>
                      <a:pt x="16759" y="31099"/>
                      <a:pt x="16486" y="31084"/>
                      <a:pt x="16213" y="31071"/>
                    </a:cubicBezTo>
                    <a:cubicBezTo>
                      <a:pt x="16067" y="31065"/>
                      <a:pt x="15923" y="31057"/>
                      <a:pt x="15778" y="31047"/>
                    </a:cubicBezTo>
                    <a:cubicBezTo>
                      <a:pt x="15617" y="31035"/>
                      <a:pt x="15455" y="31029"/>
                      <a:pt x="15293" y="31022"/>
                    </a:cubicBezTo>
                    <a:cubicBezTo>
                      <a:pt x="15245" y="31018"/>
                      <a:pt x="15197" y="31014"/>
                      <a:pt x="15148" y="31010"/>
                    </a:cubicBezTo>
                    <a:cubicBezTo>
                      <a:pt x="15005" y="31007"/>
                      <a:pt x="14918" y="31006"/>
                      <a:pt x="14792" y="31074"/>
                    </a:cubicBezTo>
                    <a:cubicBezTo>
                      <a:pt x="14749" y="31181"/>
                      <a:pt x="14719" y="31274"/>
                      <a:pt x="14694" y="31385"/>
                    </a:cubicBezTo>
                    <a:cubicBezTo>
                      <a:pt x="14667" y="31496"/>
                      <a:pt x="14641" y="31600"/>
                      <a:pt x="14583" y="31699"/>
                    </a:cubicBezTo>
                    <a:cubicBezTo>
                      <a:pt x="14390" y="31794"/>
                      <a:pt x="14196" y="31779"/>
                      <a:pt x="13986" y="31770"/>
                    </a:cubicBezTo>
                    <a:cubicBezTo>
                      <a:pt x="13924" y="31770"/>
                      <a:pt x="13863" y="31770"/>
                      <a:pt x="13801" y="31770"/>
                    </a:cubicBezTo>
                    <a:cubicBezTo>
                      <a:pt x="13634" y="31771"/>
                      <a:pt x="13467" y="31767"/>
                      <a:pt x="13300" y="31763"/>
                    </a:cubicBezTo>
                    <a:cubicBezTo>
                      <a:pt x="13126" y="31759"/>
                      <a:pt x="12951" y="31758"/>
                      <a:pt x="12776" y="31758"/>
                    </a:cubicBezTo>
                    <a:cubicBezTo>
                      <a:pt x="12446" y="31756"/>
                      <a:pt x="12115" y="31750"/>
                      <a:pt x="11785" y="31744"/>
                    </a:cubicBezTo>
                    <a:cubicBezTo>
                      <a:pt x="11408" y="31737"/>
                      <a:pt x="11032" y="31734"/>
                      <a:pt x="10656" y="31731"/>
                    </a:cubicBezTo>
                    <a:cubicBezTo>
                      <a:pt x="9881" y="31724"/>
                      <a:pt x="9108" y="31713"/>
                      <a:pt x="8333" y="31699"/>
                    </a:cubicBezTo>
                    <a:cubicBezTo>
                      <a:pt x="8333" y="31493"/>
                      <a:pt x="8333" y="31287"/>
                      <a:pt x="8333" y="31074"/>
                    </a:cubicBezTo>
                    <a:cubicBezTo>
                      <a:pt x="8196" y="31143"/>
                      <a:pt x="8058" y="31212"/>
                      <a:pt x="7917" y="31283"/>
                    </a:cubicBezTo>
                    <a:cubicBezTo>
                      <a:pt x="5785" y="31283"/>
                      <a:pt x="3654" y="31283"/>
                      <a:pt x="1458" y="31283"/>
                    </a:cubicBezTo>
                    <a:cubicBezTo>
                      <a:pt x="1458" y="20970"/>
                      <a:pt x="1458" y="10658"/>
                      <a:pt x="1458" y="33"/>
                    </a:cubicBezTo>
                    <a:close/>
                  </a:path>
                </a:pathLst>
              </a:custGeom>
              <a:solidFill>
                <a:srgbClr val="9BDCE0"/>
              </a:solidFill>
              <a:ln w="2646" cap="flat">
                <a:noFill/>
              </a:ln>
            </p:spPr>
          </p:sp>
          <p:sp>
            <p:nvSpPr>
              <p:cNvPr id="2569" name="ICON_C_HEATMAP_path_003"/>
              <p:cNvSpPr/>
              <p:nvPr/>
            </p:nvSpPr>
            <p:spPr>
              <a:xfrm>
                <a:off x="8027022" y="7267723"/>
                <a:ext cx="267666" cy="336402"/>
              </a:xfrm>
              <a:custGeom>
                <a:avLst/>
                <a:gdLst/>
                <a:ahLst/>
                <a:cxnLst/>
                <a:rect l="0" t="0" r="r" b="b"/>
                <a:pathLst>
                  <a:path w="21076" h="26488" fill="norm" stroke="0">
                    <a:moveTo>
                      <a:pt x="567" y="7"/>
                    </a:moveTo>
                    <a:cubicBezTo>
                      <a:pt x="583" y="7"/>
                      <a:pt x="583" y="7"/>
                      <a:pt x="665" y="7"/>
                    </a:cubicBezTo>
                    <a:cubicBezTo>
                      <a:pt x="775" y="8"/>
                      <a:pt x="884" y="10"/>
                      <a:pt x="994" y="11"/>
                    </a:cubicBezTo>
                    <a:cubicBezTo>
                      <a:pt x="1072" y="12"/>
                      <a:pt x="1152" y="13"/>
                      <a:pt x="1231" y="13"/>
                    </a:cubicBezTo>
                    <a:cubicBezTo>
                      <a:pt x="1448" y="15"/>
                      <a:pt x="1666" y="17"/>
                      <a:pt x="1884" y="20"/>
                    </a:cubicBezTo>
                    <a:cubicBezTo>
                      <a:pt x="2118" y="24"/>
                      <a:pt x="2353" y="25"/>
                      <a:pt x="2587" y="27"/>
                    </a:cubicBezTo>
                    <a:cubicBezTo>
                      <a:pt x="3021" y="31"/>
                      <a:pt x="3455" y="36"/>
                      <a:pt x="3888" y="41"/>
                    </a:cubicBezTo>
                    <a:cubicBezTo>
                      <a:pt x="4289" y="46"/>
                      <a:pt x="4690" y="51"/>
                      <a:pt x="5092" y="55"/>
                    </a:cubicBezTo>
                    <a:cubicBezTo>
                      <a:pt x="5118" y="55"/>
                      <a:pt x="5145" y="55"/>
                      <a:pt x="5173" y="56"/>
                    </a:cubicBezTo>
                    <a:cubicBezTo>
                      <a:pt x="5281" y="57"/>
                      <a:pt x="5389" y="58"/>
                      <a:pt x="5497" y="59"/>
                    </a:cubicBezTo>
                    <a:cubicBezTo>
                      <a:pt x="6512" y="69"/>
                      <a:pt x="7528" y="81"/>
                      <a:pt x="8543" y="93"/>
                    </a:cubicBezTo>
                    <a:cubicBezTo>
                      <a:pt x="9442" y="104"/>
                      <a:pt x="10342" y="113"/>
                      <a:pt x="11241" y="122"/>
                    </a:cubicBezTo>
                    <a:cubicBezTo>
                      <a:pt x="12253" y="132"/>
                      <a:pt x="13265" y="143"/>
                      <a:pt x="14276" y="154"/>
                    </a:cubicBezTo>
                    <a:cubicBezTo>
                      <a:pt x="14385" y="155"/>
                      <a:pt x="14493" y="157"/>
                      <a:pt x="14601" y="158"/>
                    </a:cubicBezTo>
                    <a:cubicBezTo>
                      <a:pt x="14628" y="158"/>
                      <a:pt x="14655" y="159"/>
                      <a:pt x="14682" y="159"/>
                    </a:cubicBezTo>
                    <a:cubicBezTo>
                      <a:pt x="15082" y="164"/>
                      <a:pt x="15482" y="168"/>
                      <a:pt x="15882" y="171"/>
                    </a:cubicBezTo>
                    <a:cubicBezTo>
                      <a:pt x="16338" y="176"/>
                      <a:pt x="16794" y="181"/>
                      <a:pt x="17251" y="187"/>
                    </a:cubicBezTo>
                    <a:cubicBezTo>
                      <a:pt x="17483" y="190"/>
                      <a:pt x="17715" y="193"/>
                      <a:pt x="17947" y="195"/>
                    </a:cubicBezTo>
                    <a:cubicBezTo>
                      <a:pt x="19007" y="204"/>
                      <a:pt x="20032" y="260"/>
                      <a:pt x="21076" y="447"/>
                    </a:cubicBezTo>
                    <a:cubicBezTo>
                      <a:pt x="21063" y="470"/>
                      <a:pt x="21049" y="493"/>
                      <a:pt x="21036" y="517"/>
                    </a:cubicBezTo>
                    <a:cubicBezTo>
                      <a:pt x="21027" y="532"/>
                      <a:pt x="21027" y="532"/>
                      <a:pt x="20982" y="609"/>
                    </a:cubicBezTo>
                    <a:cubicBezTo>
                      <a:pt x="20965" y="639"/>
                      <a:pt x="20947" y="669"/>
                      <a:pt x="20930" y="700"/>
                    </a:cubicBezTo>
                    <a:cubicBezTo>
                      <a:pt x="20707" y="1089"/>
                      <a:pt x="20594" y="1481"/>
                      <a:pt x="20516" y="1918"/>
                    </a:cubicBezTo>
                    <a:cubicBezTo>
                      <a:pt x="20511" y="1944"/>
                      <a:pt x="20506" y="1970"/>
                      <a:pt x="20501" y="1996"/>
                    </a:cubicBezTo>
                    <a:cubicBezTo>
                      <a:pt x="20439" y="2315"/>
                      <a:pt x="20441" y="2544"/>
                      <a:pt x="20562" y="2840"/>
                    </a:cubicBezTo>
                    <a:cubicBezTo>
                      <a:pt x="20692" y="3167"/>
                      <a:pt x="20640" y="3401"/>
                      <a:pt x="20520" y="3725"/>
                    </a:cubicBezTo>
                    <a:cubicBezTo>
                      <a:pt x="20490" y="3807"/>
                      <a:pt x="20464" y="3890"/>
                      <a:pt x="20438" y="3973"/>
                    </a:cubicBezTo>
                    <a:cubicBezTo>
                      <a:pt x="20419" y="4026"/>
                      <a:pt x="20401" y="4080"/>
                      <a:pt x="20382" y="4133"/>
                    </a:cubicBezTo>
                    <a:cubicBezTo>
                      <a:pt x="20365" y="4181"/>
                      <a:pt x="20349" y="4228"/>
                      <a:pt x="20332" y="4277"/>
                    </a:cubicBezTo>
                    <a:cubicBezTo>
                      <a:pt x="20232" y="4420"/>
                      <a:pt x="20186" y="4435"/>
                      <a:pt x="20029" y="4497"/>
                    </a:cubicBezTo>
                    <a:cubicBezTo>
                      <a:pt x="19838" y="4584"/>
                      <a:pt x="19838" y="4584"/>
                      <a:pt x="19788" y="4708"/>
                    </a:cubicBezTo>
                    <a:cubicBezTo>
                      <a:pt x="19774" y="4833"/>
                      <a:pt x="19774" y="4952"/>
                      <a:pt x="19778" y="5078"/>
                    </a:cubicBezTo>
                    <a:cubicBezTo>
                      <a:pt x="19778" y="5125"/>
                      <a:pt x="19778" y="5173"/>
                      <a:pt x="19778" y="5221"/>
                    </a:cubicBezTo>
                    <a:cubicBezTo>
                      <a:pt x="19779" y="5352"/>
                      <a:pt x="19781" y="5482"/>
                      <a:pt x="19785" y="5612"/>
                    </a:cubicBezTo>
                    <a:cubicBezTo>
                      <a:pt x="19788" y="5722"/>
                      <a:pt x="19789" y="5831"/>
                      <a:pt x="19790" y="5941"/>
                    </a:cubicBezTo>
                    <a:cubicBezTo>
                      <a:pt x="19797" y="6600"/>
                      <a:pt x="19832" y="7256"/>
                      <a:pt x="19881" y="7913"/>
                    </a:cubicBezTo>
                    <a:cubicBezTo>
                      <a:pt x="19884" y="7946"/>
                      <a:pt x="19886" y="7979"/>
                      <a:pt x="19889" y="8014"/>
                    </a:cubicBezTo>
                    <a:cubicBezTo>
                      <a:pt x="19913" y="8339"/>
                      <a:pt x="19939" y="8664"/>
                      <a:pt x="19970" y="8989"/>
                    </a:cubicBezTo>
                    <a:cubicBezTo>
                      <a:pt x="19981" y="9111"/>
                      <a:pt x="19991" y="9232"/>
                      <a:pt x="20002" y="9353"/>
                    </a:cubicBezTo>
                    <a:cubicBezTo>
                      <a:pt x="20006" y="9410"/>
                      <a:pt x="20012" y="9466"/>
                      <a:pt x="20018" y="9522"/>
                    </a:cubicBezTo>
                    <a:cubicBezTo>
                      <a:pt x="20068" y="10002"/>
                      <a:pt x="20068" y="10002"/>
                      <a:pt x="19919" y="10236"/>
                    </a:cubicBezTo>
                    <a:cubicBezTo>
                      <a:pt x="19840" y="10371"/>
                      <a:pt x="19819" y="10419"/>
                      <a:pt x="19858" y="10574"/>
                    </a:cubicBezTo>
                    <a:cubicBezTo>
                      <a:pt x="19888" y="10648"/>
                      <a:pt x="19918" y="10723"/>
                      <a:pt x="19948" y="10797"/>
                    </a:cubicBezTo>
                    <a:cubicBezTo>
                      <a:pt x="20107" y="11223"/>
                      <a:pt x="20060" y="11688"/>
                      <a:pt x="20055" y="12135"/>
                    </a:cubicBezTo>
                    <a:cubicBezTo>
                      <a:pt x="20054" y="12237"/>
                      <a:pt x="20054" y="12339"/>
                      <a:pt x="20054" y="12441"/>
                    </a:cubicBezTo>
                    <a:cubicBezTo>
                      <a:pt x="20053" y="12680"/>
                      <a:pt x="20051" y="12919"/>
                      <a:pt x="20049" y="13158"/>
                    </a:cubicBezTo>
                    <a:cubicBezTo>
                      <a:pt x="20047" y="13431"/>
                      <a:pt x="20046" y="13703"/>
                      <a:pt x="20045" y="13976"/>
                    </a:cubicBezTo>
                    <a:cubicBezTo>
                      <a:pt x="20043" y="14536"/>
                      <a:pt x="20039" y="15095"/>
                      <a:pt x="20034" y="15655"/>
                    </a:cubicBezTo>
                    <a:cubicBezTo>
                      <a:pt x="19904" y="15689"/>
                      <a:pt x="19774" y="15722"/>
                      <a:pt x="19644" y="15755"/>
                    </a:cubicBezTo>
                    <a:cubicBezTo>
                      <a:pt x="19607" y="15764"/>
                      <a:pt x="19571" y="15773"/>
                      <a:pt x="19534" y="15783"/>
                    </a:cubicBezTo>
                    <a:cubicBezTo>
                      <a:pt x="19183" y="15872"/>
                      <a:pt x="18831" y="15933"/>
                      <a:pt x="18472" y="15980"/>
                    </a:cubicBezTo>
                    <a:cubicBezTo>
                      <a:pt x="18402" y="15989"/>
                      <a:pt x="18333" y="15999"/>
                      <a:pt x="18264" y="16010"/>
                    </a:cubicBezTo>
                    <a:cubicBezTo>
                      <a:pt x="18229" y="16015"/>
                      <a:pt x="18195" y="16021"/>
                      <a:pt x="18159" y="16026"/>
                    </a:cubicBezTo>
                    <a:cubicBezTo>
                      <a:pt x="18129" y="16031"/>
                      <a:pt x="18099" y="16036"/>
                      <a:pt x="18068" y="16041"/>
                    </a:cubicBezTo>
                    <a:cubicBezTo>
                      <a:pt x="17507" y="16103"/>
                      <a:pt x="17316" y="16017"/>
                      <a:pt x="16701" y="15863"/>
                    </a:cubicBezTo>
                    <a:cubicBezTo>
                      <a:pt x="16735" y="16654"/>
                      <a:pt x="16735" y="16654"/>
                      <a:pt x="16909" y="20655"/>
                    </a:cubicBezTo>
                    <a:cubicBezTo>
                      <a:pt x="17116" y="20517"/>
                      <a:pt x="17322" y="20380"/>
                      <a:pt x="17534" y="20238"/>
                    </a:cubicBezTo>
                    <a:cubicBezTo>
                      <a:pt x="17893" y="20207"/>
                      <a:pt x="17893" y="20207"/>
                      <a:pt x="18018" y="20223"/>
                    </a:cubicBezTo>
                    <a:cubicBezTo>
                      <a:pt x="18046" y="20226"/>
                      <a:pt x="18074" y="20230"/>
                      <a:pt x="18102" y="20233"/>
                    </a:cubicBezTo>
                    <a:cubicBezTo>
                      <a:pt x="18130" y="20236"/>
                      <a:pt x="18159" y="20240"/>
                      <a:pt x="18188" y="20243"/>
                    </a:cubicBezTo>
                    <a:cubicBezTo>
                      <a:pt x="18248" y="20249"/>
                      <a:pt x="18308" y="20254"/>
                      <a:pt x="18367" y="20259"/>
                    </a:cubicBezTo>
                    <a:cubicBezTo>
                      <a:pt x="18523" y="20273"/>
                      <a:pt x="18678" y="20289"/>
                      <a:pt x="18833" y="20306"/>
                    </a:cubicBezTo>
                    <a:cubicBezTo>
                      <a:pt x="18992" y="20323"/>
                      <a:pt x="19151" y="20338"/>
                      <a:pt x="19310" y="20352"/>
                    </a:cubicBezTo>
                    <a:cubicBezTo>
                      <a:pt x="19621" y="20381"/>
                      <a:pt x="19932" y="20413"/>
                      <a:pt x="20243" y="20447"/>
                    </a:cubicBezTo>
                    <a:cubicBezTo>
                      <a:pt x="20243" y="20790"/>
                      <a:pt x="20243" y="21134"/>
                      <a:pt x="20243" y="21488"/>
                    </a:cubicBezTo>
                    <a:cubicBezTo>
                      <a:pt x="19533" y="21721"/>
                      <a:pt x="18921" y="21691"/>
                      <a:pt x="18193" y="21614"/>
                    </a:cubicBezTo>
                    <a:cubicBezTo>
                      <a:pt x="18048" y="21599"/>
                      <a:pt x="17903" y="21586"/>
                      <a:pt x="17757" y="21573"/>
                    </a:cubicBezTo>
                    <a:cubicBezTo>
                      <a:pt x="17475" y="21546"/>
                      <a:pt x="17192" y="21517"/>
                      <a:pt x="16909" y="21488"/>
                    </a:cubicBezTo>
                    <a:cubicBezTo>
                      <a:pt x="16909" y="21501"/>
                      <a:pt x="16909" y="21501"/>
                      <a:pt x="16907" y="21563"/>
                    </a:cubicBezTo>
                    <a:cubicBezTo>
                      <a:pt x="16890" y="22159"/>
                      <a:pt x="16871" y="22755"/>
                      <a:pt x="16850" y="23352"/>
                    </a:cubicBezTo>
                    <a:cubicBezTo>
                      <a:pt x="16839" y="23640"/>
                      <a:pt x="16829" y="23929"/>
                      <a:pt x="16821" y="24217"/>
                    </a:cubicBezTo>
                    <a:cubicBezTo>
                      <a:pt x="16815" y="24469"/>
                      <a:pt x="16806" y="24720"/>
                      <a:pt x="16796" y="24971"/>
                    </a:cubicBezTo>
                    <a:cubicBezTo>
                      <a:pt x="16791" y="25104"/>
                      <a:pt x="16786" y="25237"/>
                      <a:pt x="16784" y="25371"/>
                    </a:cubicBezTo>
                    <a:cubicBezTo>
                      <a:pt x="16780" y="25519"/>
                      <a:pt x="16774" y="25668"/>
                      <a:pt x="16768" y="25816"/>
                    </a:cubicBezTo>
                    <a:cubicBezTo>
                      <a:pt x="16767" y="25861"/>
                      <a:pt x="16767" y="25905"/>
                      <a:pt x="16766" y="25950"/>
                    </a:cubicBezTo>
                    <a:cubicBezTo>
                      <a:pt x="16759" y="26074"/>
                      <a:pt x="16751" y="26166"/>
                      <a:pt x="16701" y="26280"/>
                    </a:cubicBezTo>
                    <a:cubicBezTo>
                      <a:pt x="16572" y="26380"/>
                      <a:pt x="16439" y="26438"/>
                      <a:pt x="16284" y="26488"/>
                    </a:cubicBezTo>
                    <a:cubicBezTo>
                      <a:pt x="16280" y="25882"/>
                      <a:pt x="16276" y="25275"/>
                      <a:pt x="16274" y="24668"/>
                    </a:cubicBezTo>
                    <a:cubicBezTo>
                      <a:pt x="16273" y="24386"/>
                      <a:pt x="16271" y="24104"/>
                      <a:pt x="16269" y="23822"/>
                    </a:cubicBezTo>
                    <a:cubicBezTo>
                      <a:pt x="16267" y="23576"/>
                      <a:pt x="16265" y="23330"/>
                      <a:pt x="16265" y="23084"/>
                    </a:cubicBezTo>
                    <a:cubicBezTo>
                      <a:pt x="16265" y="22954"/>
                      <a:pt x="16264" y="22824"/>
                      <a:pt x="16262" y="22694"/>
                    </a:cubicBezTo>
                    <a:cubicBezTo>
                      <a:pt x="16261" y="22548"/>
                      <a:pt x="16261" y="22401"/>
                      <a:pt x="16261" y="22255"/>
                    </a:cubicBezTo>
                    <a:cubicBezTo>
                      <a:pt x="16260" y="22234"/>
                      <a:pt x="16260" y="22234"/>
                      <a:pt x="16259" y="22130"/>
                    </a:cubicBezTo>
                    <a:cubicBezTo>
                      <a:pt x="16262" y="21615"/>
                      <a:pt x="16387" y="21181"/>
                      <a:pt x="16493" y="20655"/>
                    </a:cubicBezTo>
                    <a:cubicBezTo>
                      <a:pt x="14568" y="20793"/>
                      <a:pt x="12643" y="20930"/>
                      <a:pt x="10659" y="21072"/>
                    </a:cubicBezTo>
                    <a:cubicBezTo>
                      <a:pt x="10591" y="22722"/>
                      <a:pt x="10522" y="24372"/>
                      <a:pt x="10451" y="26072"/>
                    </a:cubicBezTo>
                    <a:cubicBezTo>
                      <a:pt x="9101" y="26080"/>
                      <a:pt x="9101" y="26080"/>
                      <a:pt x="8536" y="26082"/>
                    </a:cubicBezTo>
                    <a:cubicBezTo>
                      <a:pt x="8145" y="26083"/>
                      <a:pt x="7755" y="26085"/>
                      <a:pt x="7364" y="26087"/>
                    </a:cubicBezTo>
                    <a:cubicBezTo>
                      <a:pt x="7080" y="26090"/>
                      <a:pt x="6796" y="26091"/>
                      <a:pt x="6511" y="26091"/>
                    </a:cubicBezTo>
                    <a:cubicBezTo>
                      <a:pt x="6361" y="26092"/>
                      <a:pt x="6210" y="26092"/>
                      <a:pt x="6060" y="26094"/>
                    </a:cubicBezTo>
                    <a:cubicBezTo>
                      <a:pt x="5918" y="26095"/>
                      <a:pt x="5776" y="26096"/>
                      <a:pt x="5634" y="26095"/>
                    </a:cubicBezTo>
                    <a:cubicBezTo>
                      <a:pt x="5558" y="26095"/>
                      <a:pt x="5481" y="26096"/>
                      <a:pt x="5404" y="26098"/>
                    </a:cubicBezTo>
                    <a:cubicBezTo>
                      <a:pt x="5205" y="26096"/>
                      <a:pt x="5074" y="26095"/>
                      <a:pt x="4900" y="25993"/>
                    </a:cubicBezTo>
                    <a:cubicBezTo>
                      <a:pt x="4793" y="25804"/>
                      <a:pt x="4794" y="25640"/>
                      <a:pt x="4793" y="25426"/>
                    </a:cubicBezTo>
                    <a:cubicBezTo>
                      <a:pt x="4791" y="25381"/>
                      <a:pt x="4790" y="25337"/>
                      <a:pt x="4789" y="25292"/>
                    </a:cubicBezTo>
                    <a:cubicBezTo>
                      <a:pt x="4786" y="25146"/>
                      <a:pt x="4785" y="25001"/>
                      <a:pt x="4784" y="24855"/>
                    </a:cubicBezTo>
                    <a:cubicBezTo>
                      <a:pt x="4783" y="24754"/>
                      <a:pt x="4781" y="24652"/>
                      <a:pt x="4780" y="24551"/>
                    </a:cubicBezTo>
                    <a:cubicBezTo>
                      <a:pt x="4778" y="24365"/>
                      <a:pt x="4777" y="24180"/>
                      <a:pt x="4776" y="23994"/>
                    </a:cubicBezTo>
                    <a:cubicBezTo>
                      <a:pt x="4775" y="23721"/>
                      <a:pt x="4772" y="23449"/>
                      <a:pt x="4766" y="23177"/>
                    </a:cubicBezTo>
                    <a:cubicBezTo>
                      <a:pt x="4761" y="22940"/>
                      <a:pt x="4759" y="22704"/>
                      <a:pt x="4759" y="22467"/>
                    </a:cubicBezTo>
                    <a:cubicBezTo>
                      <a:pt x="4758" y="22367"/>
                      <a:pt x="4756" y="22267"/>
                      <a:pt x="4754" y="22166"/>
                    </a:cubicBezTo>
                    <a:cubicBezTo>
                      <a:pt x="4734" y="21396"/>
                      <a:pt x="4734" y="21396"/>
                      <a:pt x="4888" y="21201"/>
                    </a:cubicBezTo>
                    <a:cubicBezTo>
                      <a:pt x="5016" y="21091"/>
                      <a:pt x="5150" y="21020"/>
                      <a:pt x="5303" y="20951"/>
                    </a:cubicBezTo>
                    <a:cubicBezTo>
                      <a:pt x="5461" y="20874"/>
                      <a:pt x="5509" y="20783"/>
                      <a:pt x="5568" y="20621"/>
                    </a:cubicBezTo>
                    <a:cubicBezTo>
                      <a:pt x="5603" y="20495"/>
                      <a:pt x="5630" y="20366"/>
                      <a:pt x="5659" y="20238"/>
                    </a:cubicBezTo>
                    <a:cubicBezTo>
                      <a:pt x="5316" y="20170"/>
                      <a:pt x="4972" y="20101"/>
                      <a:pt x="4618" y="20030"/>
                    </a:cubicBezTo>
                    <a:cubicBezTo>
                      <a:pt x="4618" y="18517"/>
                      <a:pt x="4618" y="17005"/>
                      <a:pt x="4618" y="15447"/>
                    </a:cubicBezTo>
                    <a:cubicBezTo>
                      <a:pt x="3105" y="15447"/>
                      <a:pt x="1593" y="15447"/>
                      <a:pt x="34" y="15447"/>
                    </a:cubicBezTo>
                    <a:cubicBezTo>
                      <a:pt x="26" y="12879"/>
                      <a:pt x="26" y="12879"/>
                      <a:pt x="24" y="11779"/>
                    </a:cubicBezTo>
                    <a:cubicBezTo>
                      <a:pt x="24" y="11527"/>
                      <a:pt x="23" y="11276"/>
                      <a:pt x="23" y="11024"/>
                    </a:cubicBezTo>
                    <a:cubicBezTo>
                      <a:pt x="23" y="10993"/>
                      <a:pt x="23" y="10961"/>
                      <a:pt x="23" y="10929"/>
                    </a:cubicBezTo>
                    <a:cubicBezTo>
                      <a:pt x="22" y="10491"/>
                      <a:pt x="21" y="10054"/>
                      <a:pt x="19" y="9616"/>
                    </a:cubicBezTo>
                    <a:cubicBezTo>
                      <a:pt x="0" y="4719"/>
                      <a:pt x="0" y="4719"/>
                      <a:pt x="120" y="2532"/>
                    </a:cubicBezTo>
                    <a:cubicBezTo>
                      <a:pt x="126" y="2413"/>
                      <a:pt x="132" y="2293"/>
                      <a:pt x="139" y="2174"/>
                    </a:cubicBezTo>
                    <a:cubicBezTo>
                      <a:pt x="148" y="1991"/>
                      <a:pt x="159" y="1808"/>
                      <a:pt x="171" y="1626"/>
                    </a:cubicBezTo>
                    <a:cubicBezTo>
                      <a:pt x="175" y="1560"/>
                      <a:pt x="179" y="1495"/>
                      <a:pt x="183" y="1430"/>
                    </a:cubicBezTo>
                    <a:cubicBezTo>
                      <a:pt x="204" y="1058"/>
                      <a:pt x="255" y="773"/>
                      <a:pt x="451" y="447"/>
                    </a:cubicBezTo>
                    <a:cubicBezTo>
                      <a:pt x="314" y="378"/>
                      <a:pt x="176" y="309"/>
                      <a:pt x="34" y="238"/>
                    </a:cubicBezTo>
                    <a:cubicBezTo>
                      <a:pt x="196" y="40"/>
                      <a:pt x="310" y="0"/>
                      <a:pt x="567" y="7"/>
                    </a:cubicBezTo>
                    <a:close/>
                  </a:path>
                </a:pathLst>
              </a:custGeom>
              <a:solidFill>
                <a:srgbClr val="70B2DD"/>
              </a:solidFill>
              <a:ln w="2646" cap="flat">
                <a:noFill/>
              </a:ln>
            </p:spPr>
          </p:sp>
          <p:sp>
            <p:nvSpPr>
              <p:cNvPr id="2570" name="ICON_C_HEATMAP_path_004"/>
              <p:cNvSpPr/>
              <p:nvPr/>
            </p:nvSpPr>
            <p:spPr>
              <a:xfrm>
                <a:off x="8238757" y="7310438"/>
                <a:ext cx="381368" cy="362826"/>
              </a:xfrm>
              <a:custGeom>
                <a:avLst/>
                <a:gdLst/>
                <a:ahLst/>
                <a:cxnLst/>
                <a:rect l="0" t="0" r="r" b="b"/>
                <a:pathLst>
                  <a:path w="30029" h="28569" fill="norm" stroke="0">
                    <a:moveTo>
                      <a:pt x="6904" y="0"/>
                    </a:moveTo>
                    <a:cubicBezTo>
                      <a:pt x="6973" y="0"/>
                      <a:pt x="7041" y="0"/>
                      <a:pt x="7112" y="0"/>
                    </a:cubicBezTo>
                    <a:cubicBezTo>
                      <a:pt x="7111" y="15"/>
                      <a:pt x="7111" y="15"/>
                      <a:pt x="7102" y="92"/>
                    </a:cubicBezTo>
                    <a:cubicBezTo>
                      <a:pt x="7039" y="762"/>
                      <a:pt x="7039" y="762"/>
                      <a:pt x="7112" y="1042"/>
                    </a:cubicBezTo>
                    <a:cubicBezTo>
                      <a:pt x="7218" y="1157"/>
                      <a:pt x="7345" y="1179"/>
                      <a:pt x="7497" y="1192"/>
                    </a:cubicBezTo>
                    <a:cubicBezTo>
                      <a:pt x="7588" y="1201"/>
                      <a:pt x="7653" y="1212"/>
                      <a:pt x="7737" y="1250"/>
                    </a:cubicBezTo>
                    <a:cubicBezTo>
                      <a:pt x="7930" y="1510"/>
                      <a:pt x="7979" y="1783"/>
                      <a:pt x="7981" y="2099"/>
                    </a:cubicBezTo>
                    <a:cubicBezTo>
                      <a:pt x="7981" y="2120"/>
                      <a:pt x="7981" y="2120"/>
                      <a:pt x="7983" y="2226"/>
                    </a:cubicBezTo>
                    <a:cubicBezTo>
                      <a:pt x="7985" y="2365"/>
                      <a:pt x="7985" y="2504"/>
                      <a:pt x="7985" y="2643"/>
                    </a:cubicBezTo>
                    <a:cubicBezTo>
                      <a:pt x="7985" y="2691"/>
                      <a:pt x="7985" y="2740"/>
                      <a:pt x="7985" y="2789"/>
                    </a:cubicBezTo>
                    <a:cubicBezTo>
                      <a:pt x="7985" y="4232"/>
                      <a:pt x="7747" y="5661"/>
                      <a:pt x="7529" y="7083"/>
                    </a:cubicBezTo>
                    <a:cubicBezTo>
                      <a:pt x="7573" y="7087"/>
                      <a:pt x="7618" y="7091"/>
                      <a:pt x="7663" y="7095"/>
                    </a:cubicBezTo>
                    <a:cubicBezTo>
                      <a:pt x="7847" y="7123"/>
                      <a:pt x="8015" y="7161"/>
                      <a:pt x="8154" y="7292"/>
                    </a:cubicBezTo>
                    <a:cubicBezTo>
                      <a:pt x="8280" y="7586"/>
                      <a:pt x="8231" y="7950"/>
                      <a:pt x="8222" y="8262"/>
                    </a:cubicBezTo>
                    <a:cubicBezTo>
                      <a:pt x="8222" y="8359"/>
                      <a:pt x="8221" y="8456"/>
                      <a:pt x="8221" y="8554"/>
                    </a:cubicBezTo>
                    <a:cubicBezTo>
                      <a:pt x="8220" y="8784"/>
                      <a:pt x="8216" y="9014"/>
                      <a:pt x="8211" y="9244"/>
                    </a:cubicBezTo>
                    <a:cubicBezTo>
                      <a:pt x="8206" y="9479"/>
                      <a:pt x="8204" y="9714"/>
                      <a:pt x="8204" y="9949"/>
                    </a:cubicBezTo>
                    <a:cubicBezTo>
                      <a:pt x="8202" y="10150"/>
                      <a:pt x="8201" y="10351"/>
                      <a:pt x="8198" y="10552"/>
                    </a:cubicBezTo>
                    <a:cubicBezTo>
                      <a:pt x="8197" y="10648"/>
                      <a:pt x="8196" y="10744"/>
                      <a:pt x="8195" y="10841"/>
                    </a:cubicBezTo>
                    <a:cubicBezTo>
                      <a:pt x="8194" y="10975"/>
                      <a:pt x="8191" y="11110"/>
                      <a:pt x="8188" y="11245"/>
                    </a:cubicBezTo>
                    <a:cubicBezTo>
                      <a:pt x="8187" y="11285"/>
                      <a:pt x="8187" y="11324"/>
                      <a:pt x="8187" y="11365"/>
                    </a:cubicBezTo>
                    <a:cubicBezTo>
                      <a:pt x="8186" y="11402"/>
                      <a:pt x="8184" y="11439"/>
                      <a:pt x="8183" y="11477"/>
                    </a:cubicBezTo>
                    <a:cubicBezTo>
                      <a:pt x="8183" y="11509"/>
                      <a:pt x="8182" y="11541"/>
                      <a:pt x="8181" y="11573"/>
                    </a:cubicBezTo>
                    <a:cubicBezTo>
                      <a:pt x="8154" y="11667"/>
                      <a:pt x="8154" y="11667"/>
                      <a:pt x="8050" y="11754"/>
                    </a:cubicBezTo>
                    <a:cubicBezTo>
                      <a:pt x="7942" y="11855"/>
                      <a:pt x="7928" y="11931"/>
                      <a:pt x="7920" y="12076"/>
                    </a:cubicBezTo>
                    <a:cubicBezTo>
                      <a:pt x="7919" y="12160"/>
                      <a:pt x="7919" y="12244"/>
                      <a:pt x="7921" y="12327"/>
                    </a:cubicBezTo>
                    <a:cubicBezTo>
                      <a:pt x="7920" y="12350"/>
                      <a:pt x="7920" y="12350"/>
                      <a:pt x="7920" y="12467"/>
                    </a:cubicBezTo>
                    <a:cubicBezTo>
                      <a:pt x="7920" y="12595"/>
                      <a:pt x="7920" y="12722"/>
                      <a:pt x="7921" y="12850"/>
                    </a:cubicBezTo>
                    <a:cubicBezTo>
                      <a:pt x="7922" y="12988"/>
                      <a:pt x="7922" y="13126"/>
                      <a:pt x="7922" y="13264"/>
                    </a:cubicBezTo>
                    <a:cubicBezTo>
                      <a:pt x="7922" y="13503"/>
                      <a:pt x="7923" y="13742"/>
                      <a:pt x="7924" y="13980"/>
                    </a:cubicBezTo>
                    <a:cubicBezTo>
                      <a:pt x="7925" y="14326"/>
                      <a:pt x="7926" y="14671"/>
                      <a:pt x="7926" y="15016"/>
                    </a:cubicBezTo>
                    <a:cubicBezTo>
                      <a:pt x="7926" y="15577"/>
                      <a:pt x="7928" y="16137"/>
                      <a:pt x="7930" y="16697"/>
                    </a:cubicBezTo>
                    <a:cubicBezTo>
                      <a:pt x="7932" y="17241"/>
                      <a:pt x="7933" y="17786"/>
                      <a:pt x="7934" y="18330"/>
                    </a:cubicBezTo>
                    <a:cubicBezTo>
                      <a:pt x="7934" y="18364"/>
                      <a:pt x="7934" y="18398"/>
                      <a:pt x="7934" y="18433"/>
                    </a:cubicBezTo>
                    <a:cubicBezTo>
                      <a:pt x="7935" y="18698"/>
                      <a:pt x="7935" y="18963"/>
                      <a:pt x="7936" y="19228"/>
                    </a:cubicBezTo>
                    <a:cubicBezTo>
                      <a:pt x="7938" y="20527"/>
                      <a:pt x="7942" y="21826"/>
                      <a:pt x="7946" y="23125"/>
                    </a:cubicBezTo>
                    <a:cubicBezTo>
                      <a:pt x="10008" y="23125"/>
                      <a:pt x="12071" y="23125"/>
                      <a:pt x="14196" y="23125"/>
                    </a:cubicBezTo>
                    <a:cubicBezTo>
                      <a:pt x="14058" y="22850"/>
                      <a:pt x="13921" y="22575"/>
                      <a:pt x="13779" y="22292"/>
                    </a:cubicBezTo>
                    <a:cubicBezTo>
                      <a:pt x="13722" y="21839"/>
                      <a:pt x="13722" y="21839"/>
                      <a:pt x="13726" y="21679"/>
                    </a:cubicBezTo>
                    <a:cubicBezTo>
                      <a:pt x="13727" y="21644"/>
                      <a:pt x="13728" y="21608"/>
                      <a:pt x="13729" y="21571"/>
                    </a:cubicBezTo>
                    <a:cubicBezTo>
                      <a:pt x="13729" y="21534"/>
                      <a:pt x="13730" y="21497"/>
                      <a:pt x="13731" y="21458"/>
                    </a:cubicBezTo>
                    <a:cubicBezTo>
                      <a:pt x="13731" y="21377"/>
                      <a:pt x="13731" y="21296"/>
                      <a:pt x="13731" y="21215"/>
                    </a:cubicBezTo>
                    <a:cubicBezTo>
                      <a:pt x="13731" y="20995"/>
                      <a:pt x="13734" y="20775"/>
                      <a:pt x="13738" y="20555"/>
                    </a:cubicBezTo>
                    <a:cubicBezTo>
                      <a:pt x="13741" y="20368"/>
                      <a:pt x="13742" y="20182"/>
                      <a:pt x="13743" y="19995"/>
                    </a:cubicBezTo>
                    <a:cubicBezTo>
                      <a:pt x="13751" y="18773"/>
                      <a:pt x="13787" y="17552"/>
                      <a:pt x="13827" y="16331"/>
                    </a:cubicBezTo>
                    <a:cubicBezTo>
                      <a:pt x="13828" y="16300"/>
                      <a:pt x="13829" y="16269"/>
                      <a:pt x="13830" y="16237"/>
                    </a:cubicBezTo>
                    <a:cubicBezTo>
                      <a:pt x="13875" y="14852"/>
                      <a:pt x="13933" y="13468"/>
                      <a:pt x="13987" y="12083"/>
                    </a:cubicBezTo>
                    <a:cubicBezTo>
                      <a:pt x="17287" y="12083"/>
                      <a:pt x="20587" y="12083"/>
                      <a:pt x="23987" y="12083"/>
                    </a:cubicBezTo>
                    <a:cubicBezTo>
                      <a:pt x="23870" y="15091"/>
                      <a:pt x="23870" y="15091"/>
                      <a:pt x="23831" y="16041"/>
                    </a:cubicBezTo>
                    <a:cubicBezTo>
                      <a:pt x="23817" y="16424"/>
                      <a:pt x="23817" y="16424"/>
                      <a:pt x="23811" y="16603"/>
                    </a:cubicBezTo>
                    <a:cubicBezTo>
                      <a:pt x="23806" y="16728"/>
                      <a:pt x="23801" y="16853"/>
                      <a:pt x="23796" y="16978"/>
                    </a:cubicBezTo>
                    <a:cubicBezTo>
                      <a:pt x="23789" y="17138"/>
                      <a:pt x="23783" y="17298"/>
                      <a:pt x="23778" y="17457"/>
                    </a:cubicBezTo>
                    <a:cubicBezTo>
                      <a:pt x="23776" y="17516"/>
                      <a:pt x="23773" y="17574"/>
                      <a:pt x="23770" y="17633"/>
                    </a:cubicBezTo>
                    <a:cubicBezTo>
                      <a:pt x="23748" y="18090"/>
                      <a:pt x="23748" y="18090"/>
                      <a:pt x="23882" y="18242"/>
                    </a:cubicBezTo>
                    <a:cubicBezTo>
                      <a:pt x="23916" y="18272"/>
                      <a:pt x="23951" y="18302"/>
                      <a:pt x="23987" y="18333"/>
                    </a:cubicBezTo>
                    <a:cubicBezTo>
                      <a:pt x="24019" y="18459"/>
                      <a:pt x="24016" y="18582"/>
                      <a:pt x="24014" y="18710"/>
                    </a:cubicBezTo>
                    <a:cubicBezTo>
                      <a:pt x="24014" y="18729"/>
                      <a:pt x="24014" y="18729"/>
                      <a:pt x="24015" y="18824"/>
                    </a:cubicBezTo>
                    <a:cubicBezTo>
                      <a:pt x="24016" y="18949"/>
                      <a:pt x="24016" y="19073"/>
                      <a:pt x="24015" y="19197"/>
                    </a:cubicBezTo>
                    <a:cubicBezTo>
                      <a:pt x="24015" y="19285"/>
                      <a:pt x="24015" y="19371"/>
                      <a:pt x="24016" y="19459"/>
                    </a:cubicBezTo>
                    <a:cubicBezTo>
                      <a:pt x="24016" y="19641"/>
                      <a:pt x="24015" y="19823"/>
                      <a:pt x="24014" y="20006"/>
                    </a:cubicBezTo>
                    <a:cubicBezTo>
                      <a:pt x="24013" y="20238"/>
                      <a:pt x="24014" y="20470"/>
                      <a:pt x="24015" y="20703"/>
                    </a:cubicBezTo>
                    <a:cubicBezTo>
                      <a:pt x="24016" y="20883"/>
                      <a:pt x="24016" y="21062"/>
                      <a:pt x="24015" y="21242"/>
                    </a:cubicBezTo>
                    <a:cubicBezTo>
                      <a:pt x="24015" y="21328"/>
                      <a:pt x="24015" y="21413"/>
                      <a:pt x="24016" y="21499"/>
                    </a:cubicBezTo>
                    <a:cubicBezTo>
                      <a:pt x="24016" y="21620"/>
                      <a:pt x="24015" y="21740"/>
                      <a:pt x="24014" y="21861"/>
                    </a:cubicBezTo>
                    <a:cubicBezTo>
                      <a:pt x="24014" y="21878"/>
                      <a:pt x="24014" y="21878"/>
                      <a:pt x="24016" y="21965"/>
                    </a:cubicBezTo>
                    <a:cubicBezTo>
                      <a:pt x="24009" y="22327"/>
                      <a:pt x="23905" y="22539"/>
                      <a:pt x="23779" y="22917"/>
                    </a:cubicBezTo>
                    <a:cubicBezTo>
                      <a:pt x="25841" y="22917"/>
                      <a:pt x="27904" y="22917"/>
                      <a:pt x="30029" y="22917"/>
                    </a:cubicBezTo>
                    <a:cubicBezTo>
                      <a:pt x="30029" y="24773"/>
                      <a:pt x="30029" y="26629"/>
                      <a:pt x="30029" y="28542"/>
                    </a:cubicBezTo>
                    <a:cubicBezTo>
                      <a:pt x="26564" y="28546"/>
                      <a:pt x="26564" y="28546"/>
                      <a:pt x="25492" y="28547"/>
                    </a:cubicBezTo>
                    <a:cubicBezTo>
                      <a:pt x="25454" y="28547"/>
                      <a:pt x="25416" y="28547"/>
                      <a:pt x="25376" y="28547"/>
                    </a:cubicBezTo>
                    <a:cubicBezTo>
                      <a:pt x="24090" y="28549"/>
                      <a:pt x="22804" y="28550"/>
                      <a:pt x="21517" y="28550"/>
                    </a:cubicBezTo>
                    <a:cubicBezTo>
                      <a:pt x="21475" y="28550"/>
                      <a:pt x="21433" y="28551"/>
                      <a:pt x="21390" y="28551"/>
                    </a:cubicBezTo>
                    <a:cubicBezTo>
                      <a:pt x="20478" y="28551"/>
                      <a:pt x="19566" y="28552"/>
                      <a:pt x="18654" y="28552"/>
                    </a:cubicBezTo>
                    <a:cubicBezTo>
                      <a:pt x="18206" y="28553"/>
                      <a:pt x="17759" y="28553"/>
                      <a:pt x="17312" y="28553"/>
                    </a:cubicBezTo>
                    <a:cubicBezTo>
                      <a:pt x="17290" y="28553"/>
                      <a:pt x="17290" y="28553"/>
                      <a:pt x="17177" y="28553"/>
                    </a:cubicBezTo>
                    <a:cubicBezTo>
                      <a:pt x="15734" y="28554"/>
                      <a:pt x="14290" y="28556"/>
                      <a:pt x="12847" y="28558"/>
                    </a:cubicBezTo>
                    <a:cubicBezTo>
                      <a:pt x="11364" y="28560"/>
                      <a:pt x="9881" y="28561"/>
                      <a:pt x="8398" y="28561"/>
                    </a:cubicBezTo>
                    <a:cubicBezTo>
                      <a:pt x="8189" y="28561"/>
                      <a:pt x="7979" y="28561"/>
                      <a:pt x="7770" y="28561"/>
                    </a:cubicBezTo>
                    <a:cubicBezTo>
                      <a:pt x="7749" y="28561"/>
                      <a:pt x="7749" y="28561"/>
                      <a:pt x="7645" y="28561"/>
                    </a:cubicBezTo>
                    <a:cubicBezTo>
                      <a:pt x="6981" y="28562"/>
                      <a:pt x="6317" y="28563"/>
                      <a:pt x="5653" y="28564"/>
                    </a:cubicBezTo>
                    <a:cubicBezTo>
                      <a:pt x="4986" y="28565"/>
                      <a:pt x="4319" y="28566"/>
                      <a:pt x="3652" y="28565"/>
                    </a:cubicBezTo>
                    <a:cubicBezTo>
                      <a:pt x="3255" y="28565"/>
                      <a:pt x="2859" y="28566"/>
                      <a:pt x="2462" y="28567"/>
                    </a:cubicBezTo>
                    <a:cubicBezTo>
                      <a:pt x="2197" y="28568"/>
                      <a:pt x="1933" y="28568"/>
                      <a:pt x="1668" y="28567"/>
                    </a:cubicBezTo>
                    <a:cubicBezTo>
                      <a:pt x="1517" y="28567"/>
                      <a:pt x="1366" y="28567"/>
                      <a:pt x="1215" y="28568"/>
                    </a:cubicBezTo>
                    <a:cubicBezTo>
                      <a:pt x="1053" y="28569"/>
                      <a:pt x="891" y="28568"/>
                      <a:pt x="728" y="28567"/>
                    </a:cubicBezTo>
                    <a:cubicBezTo>
                      <a:pt x="705" y="28567"/>
                      <a:pt x="705" y="28567"/>
                      <a:pt x="585" y="28569"/>
                    </a:cubicBezTo>
                    <a:cubicBezTo>
                      <a:pt x="233" y="28565"/>
                      <a:pt x="233" y="28565"/>
                      <a:pt x="104" y="28443"/>
                    </a:cubicBezTo>
                    <a:cubicBezTo>
                      <a:pt x="18" y="28318"/>
                      <a:pt x="3" y="28255"/>
                      <a:pt x="2" y="28104"/>
                    </a:cubicBezTo>
                    <a:cubicBezTo>
                      <a:pt x="2" y="28059"/>
                      <a:pt x="1" y="28013"/>
                      <a:pt x="1" y="27966"/>
                    </a:cubicBezTo>
                    <a:cubicBezTo>
                      <a:pt x="1" y="27916"/>
                      <a:pt x="2" y="27867"/>
                      <a:pt x="2" y="27816"/>
                    </a:cubicBezTo>
                    <a:cubicBezTo>
                      <a:pt x="2" y="27763"/>
                      <a:pt x="1" y="27710"/>
                      <a:pt x="1" y="27657"/>
                    </a:cubicBezTo>
                    <a:cubicBezTo>
                      <a:pt x="0" y="27513"/>
                      <a:pt x="0" y="27369"/>
                      <a:pt x="1" y="27225"/>
                    </a:cubicBezTo>
                    <a:cubicBezTo>
                      <a:pt x="1" y="27075"/>
                      <a:pt x="1" y="26924"/>
                      <a:pt x="1" y="26774"/>
                    </a:cubicBezTo>
                    <a:cubicBezTo>
                      <a:pt x="0" y="26521"/>
                      <a:pt x="1" y="26268"/>
                      <a:pt x="2" y="26015"/>
                    </a:cubicBezTo>
                    <a:cubicBezTo>
                      <a:pt x="3" y="25723"/>
                      <a:pt x="2" y="25430"/>
                      <a:pt x="1" y="25138"/>
                    </a:cubicBezTo>
                    <a:cubicBezTo>
                      <a:pt x="0" y="24887"/>
                      <a:pt x="0" y="24636"/>
                      <a:pt x="1" y="24385"/>
                    </a:cubicBezTo>
                    <a:cubicBezTo>
                      <a:pt x="1" y="24235"/>
                      <a:pt x="1" y="24085"/>
                      <a:pt x="1" y="23935"/>
                    </a:cubicBezTo>
                    <a:cubicBezTo>
                      <a:pt x="0" y="23795"/>
                      <a:pt x="0" y="23654"/>
                      <a:pt x="2" y="23513"/>
                    </a:cubicBezTo>
                    <a:cubicBezTo>
                      <a:pt x="2" y="23436"/>
                      <a:pt x="1" y="23360"/>
                      <a:pt x="1" y="23284"/>
                    </a:cubicBezTo>
                    <a:cubicBezTo>
                      <a:pt x="1" y="23261"/>
                      <a:pt x="1" y="23261"/>
                      <a:pt x="2" y="23146"/>
                    </a:cubicBezTo>
                    <a:cubicBezTo>
                      <a:pt x="2" y="23106"/>
                      <a:pt x="3" y="23067"/>
                      <a:pt x="3" y="23026"/>
                    </a:cubicBezTo>
                    <a:cubicBezTo>
                      <a:pt x="41" y="22866"/>
                      <a:pt x="106" y="22806"/>
                      <a:pt x="237" y="22708"/>
                    </a:cubicBezTo>
                    <a:cubicBezTo>
                      <a:pt x="356" y="22689"/>
                      <a:pt x="449" y="22682"/>
                      <a:pt x="567" y="22685"/>
                    </a:cubicBezTo>
                    <a:cubicBezTo>
                      <a:pt x="599" y="22685"/>
                      <a:pt x="632" y="22685"/>
                      <a:pt x="666" y="22685"/>
                    </a:cubicBezTo>
                    <a:cubicBezTo>
                      <a:pt x="773" y="22685"/>
                      <a:pt x="880" y="22686"/>
                      <a:pt x="987" y="22688"/>
                    </a:cubicBezTo>
                    <a:cubicBezTo>
                      <a:pt x="1061" y="22688"/>
                      <a:pt x="1136" y="22689"/>
                      <a:pt x="1210" y="22689"/>
                    </a:cubicBezTo>
                    <a:cubicBezTo>
                      <a:pt x="1406" y="22690"/>
                      <a:pt x="1601" y="22692"/>
                      <a:pt x="1797" y="22694"/>
                    </a:cubicBezTo>
                    <a:cubicBezTo>
                      <a:pt x="1996" y="22696"/>
                      <a:pt x="2196" y="22697"/>
                      <a:pt x="2396" y="22698"/>
                    </a:cubicBezTo>
                    <a:cubicBezTo>
                      <a:pt x="2788" y="22700"/>
                      <a:pt x="3179" y="22704"/>
                      <a:pt x="3571" y="22708"/>
                    </a:cubicBezTo>
                    <a:cubicBezTo>
                      <a:pt x="3570" y="22658"/>
                      <a:pt x="3570" y="22607"/>
                      <a:pt x="3570" y="22555"/>
                    </a:cubicBezTo>
                    <a:cubicBezTo>
                      <a:pt x="3565" y="21346"/>
                      <a:pt x="3562" y="20138"/>
                      <a:pt x="3560" y="18929"/>
                    </a:cubicBezTo>
                    <a:cubicBezTo>
                      <a:pt x="3560" y="18780"/>
                      <a:pt x="3559" y="18631"/>
                      <a:pt x="3559" y="18482"/>
                    </a:cubicBezTo>
                    <a:cubicBezTo>
                      <a:pt x="3559" y="18452"/>
                      <a:pt x="3559" y="18422"/>
                      <a:pt x="3559" y="18392"/>
                    </a:cubicBezTo>
                    <a:cubicBezTo>
                      <a:pt x="3558" y="17913"/>
                      <a:pt x="3556" y="17434"/>
                      <a:pt x="3555" y="16955"/>
                    </a:cubicBezTo>
                    <a:cubicBezTo>
                      <a:pt x="3553" y="16462"/>
                      <a:pt x="3551" y="15970"/>
                      <a:pt x="3551" y="15477"/>
                    </a:cubicBezTo>
                    <a:cubicBezTo>
                      <a:pt x="3551" y="15174"/>
                      <a:pt x="3550" y="14871"/>
                      <a:pt x="3548" y="14567"/>
                    </a:cubicBezTo>
                    <a:cubicBezTo>
                      <a:pt x="3547" y="14334"/>
                      <a:pt x="3547" y="14100"/>
                      <a:pt x="3547" y="13867"/>
                    </a:cubicBezTo>
                    <a:cubicBezTo>
                      <a:pt x="3547" y="13771"/>
                      <a:pt x="3547" y="13676"/>
                      <a:pt x="3546" y="13581"/>
                    </a:cubicBezTo>
                    <a:cubicBezTo>
                      <a:pt x="3542" y="13076"/>
                      <a:pt x="3561" y="12620"/>
                      <a:pt x="3724" y="12138"/>
                    </a:cubicBezTo>
                    <a:cubicBezTo>
                      <a:pt x="3753" y="12047"/>
                      <a:pt x="3776" y="11970"/>
                      <a:pt x="3779" y="11875"/>
                    </a:cubicBezTo>
                    <a:cubicBezTo>
                      <a:pt x="3682" y="11761"/>
                      <a:pt x="3682" y="11761"/>
                      <a:pt x="3571" y="11667"/>
                    </a:cubicBezTo>
                    <a:cubicBezTo>
                      <a:pt x="3546" y="11565"/>
                      <a:pt x="3546" y="11565"/>
                      <a:pt x="3547" y="11456"/>
                    </a:cubicBezTo>
                    <a:cubicBezTo>
                      <a:pt x="3547" y="11414"/>
                      <a:pt x="3547" y="11372"/>
                      <a:pt x="3547" y="11329"/>
                    </a:cubicBezTo>
                    <a:cubicBezTo>
                      <a:pt x="3548" y="11307"/>
                      <a:pt x="3548" y="11307"/>
                      <a:pt x="3550" y="11192"/>
                    </a:cubicBezTo>
                    <a:cubicBezTo>
                      <a:pt x="3551" y="11144"/>
                      <a:pt x="3551" y="11096"/>
                      <a:pt x="3551" y="11046"/>
                    </a:cubicBezTo>
                    <a:cubicBezTo>
                      <a:pt x="3552" y="10941"/>
                      <a:pt x="3553" y="10835"/>
                      <a:pt x="3555" y="10730"/>
                    </a:cubicBezTo>
                    <a:cubicBezTo>
                      <a:pt x="3558" y="10562"/>
                      <a:pt x="3559" y="10393"/>
                      <a:pt x="3560" y="10224"/>
                    </a:cubicBezTo>
                    <a:cubicBezTo>
                      <a:pt x="3562" y="9984"/>
                      <a:pt x="3564" y="9743"/>
                      <a:pt x="3567" y="9503"/>
                    </a:cubicBezTo>
                    <a:cubicBezTo>
                      <a:pt x="3574" y="8880"/>
                      <a:pt x="3576" y="8257"/>
                      <a:pt x="3577" y="7634"/>
                    </a:cubicBezTo>
                    <a:cubicBezTo>
                      <a:pt x="3577" y="7604"/>
                      <a:pt x="3577" y="7573"/>
                      <a:pt x="3577" y="7542"/>
                    </a:cubicBezTo>
                    <a:cubicBezTo>
                      <a:pt x="3579" y="6552"/>
                      <a:pt x="3553" y="5570"/>
                      <a:pt x="3466" y="4583"/>
                    </a:cubicBezTo>
                    <a:cubicBezTo>
                      <a:pt x="3462" y="4527"/>
                      <a:pt x="3457" y="4470"/>
                      <a:pt x="3452" y="4414"/>
                    </a:cubicBezTo>
                    <a:cubicBezTo>
                      <a:pt x="3442" y="4305"/>
                      <a:pt x="3433" y="4196"/>
                      <a:pt x="3424" y="4087"/>
                    </a:cubicBezTo>
                    <a:cubicBezTo>
                      <a:pt x="3423" y="4074"/>
                      <a:pt x="3423" y="4074"/>
                      <a:pt x="3417" y="4008"/>
                    </a:cubicBezTo>
                    <a:cubicBezTo>
                      <a:pt x="3410" y="3931"/>
                      <a:pt x="3404" y="3855"/>
                      <a:pt x="3397" y="3779"/>
                    </a:cubicBezTo>
                    <a:cubicBezTo>
                      <a:pt x="3354" y="3273"/>
                      <a:pt x="3332" y="2769"/>
                      <a:pt x="3325" y="2261"/>
                    </a:cubicBezTo>
                    <a:cubicBezTo>
                      <a:pt x="3324" y="2170"/>
                      <a:pt x="3322" y="2079"/>
                      <a:pt x="3319" y="1988"/>
                    </a:cubicBezTo>
                    <a:cubicBezTo>
                      <a:pt x="3315" y="1867"/>
                      <a:pt x="3314" y="1745"/>
                      <a:pt x="3314" y="1624"/>
                    </a:cubicBezTo>
                    <a:cubicBezTo>
                      <a:pt x="3313" y="1588"/>
                      <a:pt x="3311" y="1553"/>
                      <a:pt x="3310" y="1517"/>
                    </a:cubicBezTo>
                    <a:cubicBezTo>
                      <a:pt x="3312" y="1414"/>
                      <a:pt x="3320" y="1344"/>
                      <a:pt x="3362" y="1250"/>
                    </a:cubicBezTo>
                    <a:cubicBezTo>
                      <a:pt x="3631" y="997"/>
                      <a:pt x="4011" y="1011"/>
                      <a:pt x="4357" y="1006"/>
                    </a:cubicBezTo>
                    <a:cubicBezTo>
                      <a:pt x="4452" y="1005"/>
                      <a:pt x="4548" y="1002"/>
                      <a:pt x="4643" y="998"/>
                    </a:cubicBezTo>
                    <a:cubicBezTo>
                      <a:pt x="4914" y="987"/>
                      <a:pt x="5185" y="977"/>
                      <a:pt x="5457" y="974"/>
                    </a:cubicBezTo>
                    <a:cubicBezTo>
                      <a:pt x="6384" y="961"/>
                      <a:pt x="6384" y="961"/>
                      <a:pt x="6696" y="833"/>
                    </a:cubicBezTo>
                    <a:cubicBezTo>
                      <a:pt x="6891" y="624"/>
                      <a:pt x="6912" y="351"/>
                      <a:pt x="6908" y="74"/>
                    </a:cubicBezTo>
                    <a:cubicBezTo>
                      <a:pt x="6907" y="62"/>
                      <a:pt x="6907" y="62"/>
                      <a:pt x="6904" y="0"/>
                    </a:cubicBezTo>
                    <a:close/>
                  </a:path>
                </a:pathLst>
              </a:custGeom>
              <a:solidFill>
                <a:srgbClr val="7879BF"/>
              </a:solidFill>
              <a:ln w="2646" cap="flat">
                <a:noFill/>
              </a:ln>
            </p:spPr>
          </p:sp>
          <p:sp>
            <p:nvSpPr>
              <p:cNvPr id="2571" name="ICON_C_HEATMAP_path_005"/>
              <p:cNvSpPr/>
              <p:nvPr/>
            </p:nvSpPr>
            <p:spPr>
              <a:xfrm>
                <a:off x="7733771" y="7269173"/>
                <a:ext cx="291409" cy="192871"/>
              </a:xfrm>
              <a:custGeom>
                <a:avLst/>
                <a:gdLst/>
                <a:ahLst/>
                <a:cxnLst/>
                <a:rect l="0" t="0" r="r" b="b"/>
                <a:pathLst>
                  <a:path w="22946" h="15187" fill="norm" stroke="0">
                    <a:moveTo>
                      <a:pt x="0" y="124"/>
                    </a:moveTo>
                    <a:cubicBezTo>
                      <a:pt x="4584" y="91"/>
                      <a:pt x="4584" y="91"/>
                      <a:pt x="6497" y="84"/>
                    </a:cubicBezTo>
                    <a:cubicBezTo>
                      <a:pt x="6906" y="82"/>
                      <a:pt x="7316" y="80"/>
                      <a:pt x="7726" y="79"/>
                    </a:cubicBezTo>
                    <a:cubicBezTo>
                      <a:pt x="7782" y="79"/>
                      <a:pt x="7837" y="78"/>
                      <a:pt x="7893" y="78"/>
                    </a:cubicBezTo>
                    <a:cubicBezTo>
                      <a:pt x="8779" y="75"/>
                      <a:pt x="9666" y="68"/>
                      <a:pt x="10552" y="61"/>
                    </a:cubicBezTo>
                    <a:cubicBezTo>
                      <a:pt x="11488" y="52"/>
                      <a:pt x="12425" y="47"/>
                      <a:pt x="13362" y="46"/>
                    </a:cubicBezTo>
                    <a:cubicBezTo>
                      <a:pt x="13923" y="45"/>
                      <a:pt x="14484" y="41"/>
                      <a:pt x="15045" y="34"/>
                    </a:cubicBezTo>
                    <a:cubicBezTo>
                      <a:pt x="15430" y="30"/>
                      <a:pt x="15814" y="29"/>
                      <a:pt x="16199" y="30"/>
                    </a:cubicBezTo>
                    <a:cubicBezTo>
                      <a:pt x="16421" y="30"/>
                      <a:pt x="16643" y="29"/>
                      <a:pt x="16865" y="25"/>
                    </a:cubicBezTo>
                    <a:cubicBezTo>
                      <a:pt x="18162" y="0"/>
                      <a:pt x="18162" y="0"/>
                      <a:pt x="18445" y="205"/>
                    </a:cubicBezTo>
                    <a:cubicBezTo>
                      <a:pt x="18635" y="427"/>
                      <a:pt x="18705" y="673"/>
                      <a:pt x="18750" y="957"/>
                    </a:cubicBezTo>
                    <a:cubicBezTo>
                      <a:pt x="18763" y="1020"/>
                      <a:pt x="18776" y="1083"/>
                      <a:pt x="18789" y="1146"/>
                    </a:cubicBezTo>
                    <a:cubicBezTo>
                      <a:pt x="18820" y="1307"/>
                      <a:pt x="18829" y="1467"/>
                      <a:pt x="18836" y="1631"/>
                    </a:cubicBezTo>
                    <a:cubicBezTo>
                      <a:pt x="18840" y="1691"/>
                      <a:pt x="18844" y="1750"/>
                      <a:pt x="18849" y="1810"/>
                    </a:cubicBezTo>
                    <a:cubicBezTo>
                      <a:pt x="18859" y="1963"/>
                      <a:pt x="18867" y="2117"/>
                      <a:pt x="18875" y="2270"/>
                    </a:cubicBezTo>
                    <a:cubicBezTo>
                      <a:pt x="18884" y="2428"/>
                      <a:pt x="18894" y="2586"/>
                      <a:pt x="18905" y="2744"/>
                    </a:cubicBezTo>
                    <a:cubicBezTo>
                      <a:pt x="18925" y="3051"/>
                      <a:pt x="18942" y="3358"/>
                      <a:pt x="18958" y="3666"/>
                    </a:cubicBezTo>
                    <a:cubicBezTo>
                      <a:pt x="18957" y="3638"/>
                      <a:pt x="18956" y="3610"/>
                      <a:pt x="18956" y="3582"/>
                    </a:cubicBezTo>
                    <a:cubicBezTo>
                      <a:pt x="18947" y="3318"/>
                      <a:pt x="18941" y="3055"/>
                      <a:pt x="18937" y="2791"/>
                    </a:cubicBezTo>
                    <a:cubicBezTo>
                      <a:pt x="18935" y="2656"/>
                      <a:pt x="18932" y="2520"/>
                      <a:pt x="18927" y="2385"/>
                    </a:cubicBezTo>
                    <a:cubicBezTo>
                      <a:pt x="18921" y="2229"/>
                      <a:pt x="18919" y="2072"/>
                      <a:pt x="18918" y="1916"/>
                    </a:cubicBezTo>
                    <a:cubicBezTo>
                      <a:pt x="18915" y="1868"/>
                      <a:pt x="18913" y="1820"/>
                      <a:pt x="18911" y="1771"/>
                    </a:cubicBezTo>
                    <a:cubicBezTo>
                      <a:pt x="18911" y="1507"/>
                      <a:pt x="18953" y="1340"/>
                      <a:pt x="19124" y="1135"/>
                    </a:cubicBezTo>
                    <a:cubicBezTo>
                      <a:pt x="19418" y="879"/>
                      <a:pt x="19723" y="901"/>
                      <a:pt x="20092" y="910"/>
                    </a:cubicBezTo>
                    <a:cubicBezTo>
                      <a:pt x="20161" y="910"/>
                      <a:pt x="20230" y="910"/>
                      <a:pt x="20299" y="910"/>
                    </a:cubicBezTo>
                    <a:cubicBezTo>
                      <a:pt x="20443" y="910"/>
                      <a:pt x="20586" y="912"/>
                      <a:pt x="20730" y="915"/>
                    </a:cubicBezTo>
                    <a:cubicBezTo>
                      <a:pt x="20914" y="918"/>
                      <a:pt x="21098" y="919"/>
                      <a:pt x="21282" y="919"/>
                    </a:cubicBezTo>
                    <a:cubicBezTo>
                      <a:pt x="21424" y="919"/>
                      <a:pt x="21566" y="920"/>
                      <a:pt x="21708" y="921"/>
                    </a:cubicBezTo>
                    <a:cubicBezTo>
                      <a:pt x="21776" y="922"/>
                      <a:pt x="21844" y="922"/>
                      <a:pt x="21912" y="923"/>
                    </a:cubicBezTo>
                    <a:cubicBezTo>
                      <a:pt x="22007" y="923"/>
                      <a:pt x="22101" y="925"/>
                      <a:pt x="22196" y="927"/>
                    </a:cubicBezTo>
                    <a:cubicBezTo>
                      <a:pt x="22224" y="927"/>
                      <a:pt x="22252" y="927"/>
                      <a:pt x="22280" y="927"/>
                    </a:cubicBezTo>
                    <a:cubicBezTo>
                      <a:pt x="22430" y="932"/>
                      <a:pt x="22500" y="958"/>
                      <a:pt x="22622" y="1047"/>
                    </a:cubicBezTo>
                    <a:cubicBezTo>
                      <a:pt x="22726" y="1190"/>
                      <a:pt x="22733" y="1257"/>
                      <a:pt x="22729" y="1432"/>
                    </a:cubicBezTo>
                    <a:cubicBezTo>
                      <a:pt x="22728" y="1458"/>
                      <a:pt x="22728" y="1485"/>
                      <a:pt x="22728" y="1512"/>
                    </a:cubicBezTo>
                    <a:cubicBezTo>
                      <a:pt x="22727" y="1570"/>
                      <a:pt x="22726" y="1627"/>
                      <a:pt x="22724" y="1685"/>
                    </a:cubicBezTo>
                    <a:cubicBezTo>
                      <a:pt x="22721" y="1781"/>
                      <a:pt x="22720" y="1876"/>
                      <a:pt x="22719" y="1972"/>
                    </a:cubicBezTo>
                    <a:cubicBezTo>
                      <a:pt x="22717" y="2114"/>
                      <a:pt x="22715" y="2255"/>
                      <a:pt x="22712" y="2397"/>
                    </a:cubicBezTo>
                    <a:cubicBezTo>
                      <a:pt x="22705" y="2798"/>
                      <a:pt x="22703" y="3199"/>
                      <a:pt x="22702" y="3600"/>
                    </a:cubicBezTo>
                    <a:cubicBezTo>
                      <a:pt x="22702" y="3643"/>
                      <a:pt x="22702" y="3687"/>
                      <a:pt x="22701" y="3731"/>
                    </a:cubicBezTo>
                    <a:cubicBezTo>
                      <a:pt x="22700" y="4464"/>
                      <a:pt x="22722" y="5194"/>
                      <a:pt x="22754" y="5926"/>
                    </a:cubicBezTo>
                    <a:cubicBezTo>
                      <a:pt x="22755" y="5952"/>
                      <a:pt x="22756" y="5978"/>
                      <a:pt x="22757" y="6005"/>
                    </a:cubicBezTo>
                    <a:cubicBezTo>
                      <a:pt x="22770" y="6301"/>
                      <a:pt x="22784" y="6596"/>
                      <a:pt x="22798" y="6892"/>
                    </a:cubicBezTo>
                    <a:cubicBezTo>
                      <a:pt x="22883" y="8754"/>
                      <a:pt x="22940" y="10613"/>
                      <a:pt x="22942" y="12477"/>
                    </a:cubicBezTo>
                    <a:cubicBezTo>
                      <a:pt x="22942" y="12672"/>
                      <a:pt x="22943" y="12866"/>
                      <a:pt x="22944" y="13061"/>
                    </a:cubicBezTo>
                    <a:cubicBezTo>
                      <a:pt x="22946" y="13321"/>
                      <a:pt x="22946" y="13581"/>
                      <a:pt x="22945" y="13840"/>
                    </a:cubicBezTo>
                    <a:cubicBezTo>
                      <a:pt x="22944" y="13936"/>
                      <a:pt x="22945" y="14031"/>
                      <a:pt x="22945" y="14126"/>
                    </a:cubicBezTo>
                    <a:cubicBezTo>
                      <a:pt x="22946" y="14256"/>
                      <a:pt x="22945" y="14386"/>
                      <a:pt x="22944" y="14516"/>
                    </a:cubicBezTo>
                    <a:cubicBezTo>
                      <a:pt x="22944" y="14554"/>
                      <a:pt x="22944" y="14591"/>
                      <a:pt x="22945" y="14630"/>
                    </a:cubicBezTo>
                    <a:cubicBezTo>
                      <a:pt x="22944" y="14665"/>
                      <a:pt x="22944" y="14700"/>
                      <a:pt x="22943" y="14736"/>
                    </a:cubicBezTo>
                    <a:cubicBezTo>
                      <a:pt x="22943" y="14751"/>
                      <a:pt x="22943" y="14751"/>
                      <a:pt x="22943" y="14827"/>
                    </a:cubicBezTo>
                    <a:cubicBezTo>
                      <a:pt x="22903" y="14964"/>
                      <a:pt x="22827" y="15050"/>
                      <a:pt x="22708" y="15124"/>
                    </a:cubicBezTo>
                    <a:cubicBezTo>
                      <a:pt x="22590" y="15154"/>
                      <a:pt x="22475" y="15153"/>
                      <a:pt x="22354" y="15152"/>
                    </a:cubicBezTo>
                    <a:cubicBezTo>
                      <a:pt x="22318" y="15152"/>
                      <a:pt x="22283" y="15153"/>
                      <a:pt x="22246" y="15154"/>
                    </a:cubicBezTo>
                    <a:cubicBezTo>
                      <a:pt x="22127" y="15155"/>
                      <a:pt x="22007" y="15155"/>
                      <a:pt x="21888" y="15154"/>
                    </a:cubicBezTo>
                    <a:cubicBezTo>
                      <a:pt x="21803" y="15155"/>
                      <a:pt x="21717" y="15156"/>
                      <a:pt x="21631" y="15156"/>
                    </a:cubicBezTo>
                    <a:cubicBezTo>
                      <a:pt x="21399" y="15158"/>
                      <a:pt x="21166" y="15159"/>
                      <a:pt x="20934" y="15159"/>
                    </a:cubicBezTo>
                    <a:cubicBezTo>
                      <a:pt x="20789" y="15159"/>
                      <a:pt x="20644" y="15160"/>
                      <a:pt x="20498" y="15160"/>
                    </a:cubicBezTo>
                    <a:cubicBezTo>
                      <a:pt x="20017" y="15162"/>
                      <a:pt x="19536" y="15163"/>
                      <a:pt x="19056" y="15163"/>
                    </a:cubicBezTo>
                    <a:cubicBezTo>
                      <a:pt x="19030" y="15163"/>
                      <a:pt x="19004" y="15163"/>
                      <a:pt x="18977" y="15163"/>
                    </a:cubicBezTo>
                    <a:cubicBezTo>
                      <a:pt x="18951" y="15163"/>
                      <a:pt x="18925" y="15163"/>
                      <a:pt x="18899" y="15163"/>
                    </a:cubicBezTo>
                    <a:cubicBezTo>
                      <a:pt x="18479" y="15163"/>
                      <a:pt x="18059" y="15165"/>
                      <a:pt x="17638" y="15167"/>
                    </a:cubicBezTo>
                    <a:cubicBezTo>
                      <a:pt x="17207" y="15171"/>
                      <a:pt x="16775" y="15172"/>
                      <a:pt x="16343" y="15172"/>
                    </a:cubicBezTo>
                    <a:cubicBezTo>
                      <a:pt x="16101" y="15172"/>
                      <a:pt x="15859" y="15172"/>
                      <a:pt x="15616" y="15175"/>
                    </a:cubicBezTo>
                    <a:cubicBezTo>
                      <a:pt x="15389" y="15177"/>
                      <a:pt x="15161" y="15177"/>
                      <a:pt x="14933" y="15175"/>
                    </a:cubicBezTo>
                    <a:cubicBezTo>
                      <a:pt x="14849" y="15175"/>
                      <a:pt x="14766" y="15175"/>
                      <a:pt x="14682" y="15177"/>
                    </a:cubicBezTo>
                    <a:cubicBezTo>
                      <a:pt x="13975" y="15187"/>
                      <a:pt x="13975" y="15187"/>
                      <a:pt x="13701" y="14943"/>
                    </a:cubicBezTo>
                    <a:cubicBezTo>
                      <a:pt x="13515" y="14712"/>
                      <a:pt x="13478" y="14511"/>
                      <a:pt x="13475" y="14220"/>
                    </a:cubicBezTo>
                    <a:cubicBezTo>
                      <a:pt x="13473" y="14174"/>
                      <a:pt x="13471" y="14127"/>
                      <a:pt x="13469" y="14079"/>
                    </a:cubicBezTo>
                    <a:cubicBezTo>
                      <a:pt x="13464" y="13952"/>
                      <a:pt x="13460" y="13825"/>
                      <a:pt x="13457" y="13698"/>
                    </a:cubicBezTo>
                    <a:cubicBezTo>
                      <a:pt x="13454" y="13564"/>
                      <a:pt x="13449" y="13431"/>
                      <a:pt x="13443" y="13298"/>
                    </a:cubicBezTo>
                    <a:cubicBezTo>
                      <a:pt x="13434" y="13047"/>
                      <a:pt x="13426" y="12795"/>
                      <a:pt x="13419" y="12543"/>
                    </a:cubicBezTo>
                    <a:cubicBezTo>
                      <a:pt x="13411" y="12257"/>
                      <a:pt x="13401" y="11970"/>
                      <a:pt x="13390" y="11683"/>
                    </a:cubicBezTo>
                    <a:cubicBezTo>
                      <a:pt x="13369" y="11094"/>
                      <a:pt x="13350" y="10505"/>
                      <a:pt x="13333" y="9916"/>
                    </a:cubicBezTo>
                    <a:cubicBezTo>
                      <a:pt x="12574" y="9719"/>
                      <a:pt x="11871" y="9689"/>
                      <a:pt x="11092" y="9729"/>
                    </a:cubicBezTo>
                    <a:cubicBezTo>
                      <a:pt x="10943" y="9736"/>
                      <a:pt x="10794" y="9742"/>
                      <a:pt x="10645" y="9748"/>
                    </a:cubicBezTo>
                    <a:cubicBezTo>
                      <a:pt x="10365" y="9759"/>
                      <a:pt x="10084" y="9772"/>
                      <a:pt x="9804" y="9785"/>
                    </a:cubicBezTo>
                    <a:cubicBezTo>
                      <a:pt x="9484" y="9800"/>
                      <a:pt x="9164" y="9814"/>
                      <a:pt x="8844" y="9827"/>
                    </a:cubicBezTo>
                    <a:cubicBezTo>
                      <a:pt x="8188" y="9855"/>
                      <a:pt x="7531" y="9885"/>
                      <a:pt x="6875" y="9916"/>
                    </a:cubicBezTo>
                    <a:cubicBezTo>
                      <a:pt x="6874" y="9941"/>
                      <a:pt x="6873" y="9967"/>
                      <a:pt x="6872" y="9993"/>
                    </a:cubicBezTo>
                    <a:cubicBezTo>
                      <a:pt x="6851" y="10616"/>
                      <a:pt x="6828" y="11238"/>
                      <a:pt x="6804" y="11861"/>
                    </a:cubicBezTo>
                    <a:cubicBezTo>
                      <a:pt x="6793" y="12162"/>
                      <a:pt x="6782" y="12463"/>
                      <a:pt x="6771" y="12764"/>
                    </a:cubicBezTo>
                    <a:cubicBezTo>
                      <a:pt x="6763" y="13026"/>
                      <a:pt x="6753" y="13289"/>
                      <a:pt x="6742" y="13551"/>
                    </a:cubicBezTo>
                    <a:cubicBezTo>
                      <a:pt x="6737" y="13690"/>
                      <a:pt x="6732" y="13829"/>
                      <a:pt x="6727" y="13968"/>
                    </a:cubicBezTo>
                    <a:cubicBezTo>
                      <a:pt x="6722" y="14123"/>
                      <a:pt x="6716" y="14278"/>
                      <a:pt x="6709" y="14433"/>
                    </a:cubicBezTo>
                    <a:cubicBezTo>
                      <a:pt x="6708" y="14479"/>
                      <a:pt x="6707" y="14525"/>
                      <a:pt x="6706" y="14573"/>
                    </a:cubicBezTo>
                    <a:cubicBezTo>
                      <a:pt x="6705" y="14594"/>
                      <a:pt x="6705" y="14594"/>
                      <a:pt x="6700" y="14701"/>
                    </a:cubicBezTo>
                    <a:cubicBezTo>
                      <a:pt x="6698" y="14738"/>
                      <a:pt x="6697" y="14774"/>
                      <a:pt x="6696" y="14812"/>
                    </a:cubicBezTo>
                    <a:cubicBezTo>
                      <a:pt x="6667" y="14916"/>
                      <a:pt x="6667" y="14916"/>
                      <a:pt x="6458" y="15124"/>
                    </a:cubicBezTo>
                    <a:cubicBezTo>
                      <a:pt x="4327" y="15124"/>
                      <a:pt x="2196" y="15124"/>
                      <a:pt x="0" y="15124"/>
                    </a:cubicBezTo>
                    <a:cubicBezTo>
                      <a:pt x="0" y="10174"/>
                      <a:pt x="0" y="5224"/>
                      <a:pt x="0" y="124"/>
                    </a:cubicBezTo>
                    <a:close/>
                  </a:path>
                </a:pathLst>
              </a:custGeom>
              <a:solidFill>
                <a:srgbClr val="D6ECB6"/>
              </a:solidFill>
              <a:ln w="2646" cap="flat">
                <a:noFill/>
              </a:ln>
            </p:spPr>
          </p:sp>
          <p:sp>
            <p:nvSpPr>
              <p:cNvPr id="2572" name="ICON_C_HEATMAP_path_006"/>
              <p:cNvSpPr/>
              <p:nvPr/>
            </p:nvSpPr>
            <p:spPr>
              <a:xfrm>
                <a:off x="7741382" y="7454992"/>
                <a:ext cx="290843" cy="152987"/>
              </a:xfrm>
              <a:custGeom>
                <a:avLst/>
                <a:gdLst/>
                <a:ahLst/>
                <a:cxnLst/>
                <a:rect l="0" t="0" r="r" b="b"/>
                <a:pathLst>
                  <a:path w="22901" h="12046" fill="norm" stroke="0">
                    <a:moveTo>
                      <a:pt x="10827" y="34"/>
                    </a:moveTo>
                    <a:cubicBezTo>
                      <a:pt x="10854" y="33"/>
                      <a:pt x="10880" y="33"/>
                      <a:pt x="10907" y="32"/>
                    </a:cubicBezTo>
                    <a:cubicBezTo>
                      <a:pt x="11047" y="29"/>
                      <a:pt x="11187" y="27"/>
                      <a:pt x="11326" y="26"/>
                    </a:cubicBezTo>
                    <a:cubicBezTo>
                      <a:pt x="11469" y="25"/>
                      <a:pt x="11612" y="20"/>
                      <a:pt x="11754" y="14"/>
                    </a:cubicBezTo>
                    <a:cubicBezTo>
                      <a:pt x="11866" y="10"/>
                      <a:pt x="11977" y="9"/>
                      <a:pt x="12088" y="9"/>
                    </a:cubicBezTo>
                    <a:cubicBezTo>
                      <a:pt x="12166" y="8"/>
                      <a:pt x="12244" y="4"/>
                      <a:pt x="12322" y="0"/>
                    </a:cubicBezTo>
                    <a:cubicBezTo>
                      <a:pt x="12482" y="2"/>
                      <a:pt x="12586" y="15"/>
                      <a:pt x="12734" y="76"/>
                    </a:cubicBezTo>
                    <a:cubicBezTo>
                      <a:pt x="12789" y="146"/>
                      <a:pt x="12827" y="219"/>
                      <a:pt x="12867" y="298"/>
                    </a:cubicBezTo>
                    <a:cubicBezTo>
                      <a:pt x="12974" y="504"/>
                      <a:pt x="13082" y="694"/>
                      <a:pt x="13311" y="771"/>
                    </a:cubicBezTo>
                    <a:cubicBezTo>
                      <a:pt x="13504" y="817"/>
                      <a:pt x="13700" y="830"/>
                      <a:pt x="13897" y="843"/>
                    </a:cubicBezTo>
                    <a:cubicBezTo>
                      <a:pt x="13971" y="850"/>
                      <a:pt x="14045" y="857"/>
                      <a:pt x="14119" y="864"/>
                    </a:cubicBezTo>
                    <a:cubicBezTo>
                      <a:pt x="14911" y="935"/>
                      <a:pt x="15706" y="937"/>
                      <a:pt x="16501" y="931"/>
                    </a:cubicBezTo>
                    <a:cubicBezTo>
                      <a:pt x="16707" y="929"/>
                      <a:pt x="16912" y="929"/>
                      <a:pt x="17118" y="929"/>
                    </a:cubicBezTo>
                    <a:cubicBezTo>
                      <a:pt x="17505" y="928"/>
                      <a:pt x="17891" y="926"/>
                      <a:pt x="18278" y="924"/>
                    </a:cubicBezTo>
                    <a:cubicBezTo>
                      <a:pt x="18719" y="922"/>
                      <a:pt x="19161" y="921"/>
                      <a:pt x="19602" y="920"/>
                    </a:cubicBezTo>
                    <a:cubicBezTo>
                      <a:pt x="20507" y="918"/>
                      <a:pt x="21412" y="914"/>
                      <a:pt x="22317" y="909"/>
                    </a:cubicBezTo>
                    <a:cubicBezTo>
                      <a:pt x="22316" y="937"/>
                      <a:pt x="22314" y="965"/>
                      <a:pt x="22313" y="993"/>
                    </a:cubicBezTo>
                    <a:cubicBezTo>
                      <a:pt x="22278" y="1668"/>
                      <a:pt x="22245" y="2343"/>
                      <a:pt x="22214" y="3017"/>
                    </a:cubicBezTo>
                    <a:cubicBezTo>
                      <a:pt x="22200" y="3344"/>
                      <a:pt x="22184" y="3670"/>
                      <a:pt x="22167" y="3996"/>
                    </a:cubicBezTo>
                    <a:cubicBezTo>
                      <a:pt x="22151" y="4280"/>
                      <a:pt x="22138" y="4565"/>
                      <a:pt x="22126" y="4849"/>
                    </a:cubicBezTo>
                    <a:cubicBezTo>
                      <a:pt x="22120" y="5000"/>
                      <a:pt x="22112" y="5150"/>
                      <a:pt x="22104" y="5301"/>
                    </a:cubicBezTo>
                    <a:cubicBezTo>
                      <a:pt x="22095" y="5443"/>
                      <a:pt x="22089" y="5584"/>
                      <a:pt x="22084" y="5726"/>
                    </a:cubicBezTo>
                    <a:cubicBezTo>
                      <a:pt x="22081" y="5803"/>
                      <a:pt x="22076" y="5880"/>
                      <a:pt x="22070" y="5956"/>
                    </a:cubicBezTo>
                    <a:cubicBezTo>
                      <a:pt x="22067" y="6092"/>
                      <a:pt x="22066" y="6198"/>
                      <a:pt x="22109" y="6326"/>
                    </a:cubicBezTo>
                    <a:cubicBezTo>
                      <a:pt x="22211" y="6396"/>
                      <a:pt x="22313" y="6434"/>
                      <a:pt x="22429" y="6479"/>
                    </a:cubicBezTo>
                    <a:cubicBezTo>
                      <a:pt x="22526" y="6534"/>
                      <a:pt x="22526" y="6534"/>
                      <a:pt x="22570" y="6626"/>
                    </a:cubicBezTo>
                    <a:cubicBezTo>
                      <a:pt x="22593" y="6748"/>
                      <a:pt x="22603" y="6865"/>
                      <a:pt x="22609" y="6988"/>
                    </a:cubicBezTo>
                    <a:cubicBezTo>
                      <a:pt x="22612" y="7034"/>
                      <a:pt x="22616" y="7080"/>
                      <a:pt x="22620" y="7127"/>
                    </a:cubicBezTo>
                    <a:cubicBezTo>
                      <a:pt x="22630" y="7252"/>
                      <a:pt x="22638" y="7377"/>
                      <a:pt x="22644" y="7503"/>
                    </a:cubicBezTo>
                    <a:cubicBezTo>
                      <a:pt x="22649" y="7581"/>
                      <a:pt x="22653" y="7660"/>
                      <a:pt x="22658" y="7738"/>
                    </a:cubicBezTo>
                    <a:cubicBezTo>
                      <a:pt x="22676" y="8013"/>
                      <a:pt x="22690" y="8288"/>
                      <a:pt x="22703" y="8563"/>
                    </a:cubicBezTo>
                    <a:cubicBezTo>
                      <a:pt x="22714" y="8790"/>
                      <a:pt x="22729" y="9016"/>
                      <a:pt x="22746" y="9243"/>
                    </a:cubicBezTo>
                    <a:cubicBezTo>
                      <a:pt x="22901" y="11223"/>
                      <a:pt x="22901" y="11223"/>
                      <a:pt x="22566" y="11619"/>
                    </a:cubicBezTo>
                    <a:cubicBezTo>
                      <a:pt x="22082" y="12046"/>
                      <a:pt x="21320" y="11999"/>
                      <a:pt x="20715" y="11968"/>
                    </a:cubicBezTo>
                    <a:cubicBezTo>
                      <a:pt x="20477" y="11953"/>
                      <a:pt x="20240" y="11931"/>
                      <a:pt x="20003" y="11910"/>
                    </a:cubicBezTo>
                    <a:cubicBezTo>
                      <a:pt x="19841" y="11895"/>
                      <a:pt x="19679" y="11885"/>
                      <a:pt x="19516" y="11874"/>
                    </a:cubicBezTo>
                    <a:cubicBezTo>
                      <a:pt x="19321" y="11861"/>
                      <a:pt x="19125" y="11846"/>
                      <a:pt x="18930" y="11831"/>
                    </a:cubicBezTo>
                    <a:cubicBezTo>
                      <a:pt x="18893" y="11828"/>
                      <a:pt x="18856" y="11825"/>
                      <a:pt x="18819" y="11823"/>
                    </a:cubicBezTo>
                    <a:cubicBezTo>
                      <a:pt x="18715" y="11814"/>
                      <a:pt x="18611" y="11805"/>
                      <a:pt x="18507" y="11795"/>
                    </a:cubicBezTo>
                    <a:cubicBezTo>
                      <a:pt x="18477" y="11793"/>
                      <a:pt x="18447" y="11791"/>
                      <a:pt x="18416" y="11789"/>
                    </a:cubicBezTo>
                    <a:cubicBezTo>
                      <a:pt x="18239" y="11771"/>
                      <a:pt x="18116" y="11727"/>
                      <a:pt x="17962" y="11639"/>
                    </a:cubicBezTo>
                    <a:cubicBezTo>
                      <a:pt x="17723" y="11517"/>
                      <a:pt x="17514" y="11500"/>
                      <a:pt x="17249" y="11494"/>
                    </a:cubicBezTo>
                    <a:cubicBezTo>
                      <a:pt x="17202" y="11492"/>
                      <a:pt x="17155" y="11490"/>
                      <a:pt x="17106" y="11488"/>
                    </a:cubicBezTo>
                    <a:cubicBezTo>
                      <a:pt x="16976" y="11483"/>
                      <a:pt x="16847" y="11479"/>
                      <a:pt x="16717" y="11475"/>
                    </a:cubicBezTo>
                    <a:cubicBezTo>
                      <a:pt x="16577" y="11471"/>
                      <a:pt x="16436" y="11465"/>
                      <a:pt x="16296" y="11460"/>
                    </a:cubicBezTo>
                    <a:cubicBezTo>
                      <a:pt x="16053" y="11451"/>
                      <a:pt x="15811" y="11443"/>
                      <a:pt x="15568" y="11435"/>
                    </a:cubicBezTo>
                    <a:cubicBezTo>
                      <a:pt x="15217" y="11424"/>
                      <a:pt x="14866" y="11412"/>
                      <a:pt x="14515" y="11399"/>
                    </a:cubicBezTo>
                    <a:cubicBezTo>
                      <a:pt x="13946" y="11379"/>
                      <a:pt x="13376" y="11360"/>
                      <a:pt x="12807" y="11341"/>
                    </a:cubicBezTo>
                    <a:cubicBezTo>
                      <a:pt x="12254" y="11322"/>
                      <a:pt x="11701" y="11304"/>
                      <a:pt x="11148" y="11284"/>
                    </a:cubicBezTo>
                    <a:cubicBezTo>
                      <a:pt x="11131" y="11284"/>
                      <a:pt x="11131" y="11284"/>
                      <a:pt x="11044" y="11281"/>
                    </a:cubicBezTo>
                    <a:cubicBezTo>
                      <a:pt x="10774" y="11271"/>
                      <a:pt x="10505" y="11262"/>
                      <a:pt x="10235" y="11253"/>
                    </a:cubicBezTo>
                    <a:cubicBezTo>
                      <a:pt x="8915" y="11206"/>
                      <a:pt x="7596" y="11162"/>
                      <a:pt x="6276" y="11118"/>
                    </a:cubicBezTo>
                    <a:cubicBezTo>
                      <a:pt x="6276" y="9330"/>
                      <a:pt x="6276" y="7543"/>
                      <a:pt x="6276" y="5701"/>
                    </a:cubicBezTo>
                    <a:cubicBezTo>
                      <a:pt x="5842" y="5721"/>
                      <a:pt x="5408" y="5741"/>
                      <a:pt x="4961" y="5761"/>
                    </a:cubicBezTo>
                    <a:cubicBezTo>
                      <a:pt x="4687" y="5773"/>
                      <a:pt x="4413" y="5784"/>
                      <a:pt x="4138" y="5795"/>
                    </a:cubicBezTo>
                    <a:cubicBezTo>
                      <a:pt x="3702" y="5813"/>
                      <a:pt x="3267" y="5831"/>
                      <a:pt x="2831" y="5852"/>
                    </a:cubicBezTo>
                    <a:cubicBezTo>
                      <a:pt x="2514" y="5867"/>
                      <a:pt x="2196" y="5881"/>
                      <a:pt x="1879" y="5893"/>
                    </a:cubicBezTo>
                    <a:cubicBezTo>
                      <a:pt x="1711" y="5899"/>
                      <a:pt x="1543" y="5906"/>
                      <a:pt x="1375" y="5915"/>
                    </a:cubicBezTo>
                    <a:cubicBezTo>
                      <a:pt x="1217" y="5923"/>
                      <a:pt x="1059" y="5930"/>
                      <a:pt x="900" y="5934"/>
                    </a:cubicBezTo>
                    <a:cubicBezTo>
                      <a:pt x="842" y="5936"/>
                      <a:pt x="784" y="5939"/>
                      <a:pt x="726" y="5943"/>
                    </a:cubicBezTo>
                    <a:cubicBezTo>
                      <a:pt x="555" y="5953"/>
                      <a:pt x="400" y="5957"/>
                      <a:pt x="234" y="5909"/>
                    </a:cubicBezTo>
                    <a:cubicBezTo>
                      <a:pt x="55" y="5736"/>
                      <a:pt x="18" y="5510"/>
                      <a:pt x="1" y="5269"/>
                    </a:cubicBezTo>
                    <a:cubicBezTo>
                      <a:pt x="0" y="5187"/>
                      <a:pt x="1" y="5106"/>
                      <a:pt x="2" y="5025"/>
                    </a:cubicBezTo>
                    <a:cubicBezTo>
                      <a:pt x="2" y="4980"/>
                      <a:pt x="2" y="4935"/>
                      <a:pt x="2" y="4889"/>
                    </a:cubicBezTo>
                    <a:cubicBezTo>
                      <a:pt x="2" y="4743"/>
                      <a:pt x="4" y="4596"/>
                      <a:pt x="5" y="4449"/>
                    </a:cubicBezTo>
                    <a:cubicBezTo>
                      <a:pt x="6" y="4347"/>
                      <a:pt x="6" y="4245"/>
                      <a:pt x="6" y="4143"/>
                    </a:cubicBezTo>
                    <a:cubicBezTo>
                      <a:pt x="7" y="3903"/>
                      <a:pt x="9" y="3662"/>
                      <a:pt x="11" y="3421"/>
                    </a:cubicBezTo>
                    <a:cubicBezTo>
                      <a:pt x="13" y="3147"/>
                      <a:pt x="14" y="2873"/>
                      <a:pt x="15" y="2599"/>
                    </a:cubicBezTo>
                    <a:cubicBezTo>
                      <a:pt x="17" y="2036"/>
                      <a:pt x="21" y="1473"/>
                      <a:pt x="26" y="909"/>
                    </a:cubicBezTo>
                    <a:cubicBezTo>
                      <a:pt x="59" y="909"/>
                      <a:pt x="92" y="908"/>
                      <a:pt x="125" y="907"/>
                    </a:cubicBezTo>
                    <a:cubicBezTo>
                      <a:pt x="942" y="890"/>
                      <a:pt x="1758" y="871"/>
                      <a:pt x="2575" y="850"/>
                    </a:cubicBezTo>
                    <a:cubicBezTo>
                      <a:pt x="2969" y="839"/>
                      <a:pt x="3364" y="830"/>
                      <a:pt x="3759" y="821"/>
                    </a:cubicBezTo>
                    <a:cubicBezTo>
                      <a:pt x="5330" y="789"/>
                      <a:pt x="6887" y="745"/>
                      <a:pt x="8441" y="498"/>
                    </a:cubicBezTo>
                    <a:cubicBezTo>
                      <a:pt x="8469" y="493"/>
                      <a:pt x="8498" y="489"/>
                      <a:pt x="8527" y="484"/>
                    </a:cubicBezTo>
                    <a:cubicBezTo>
                      <a:pt x="9065" y="399"/>
                      <a:pt x="9587" y="305"/>
                      <a:pt x="10099" y="118"/>
                    </a:cubicBezTo>
                    <a:cubicBezTo>
                      <a:pt x="10339" y="44"/>
                      <a:pt x="10578" y="38"/>
                      <a:pt x="10827" y="34"/>
                    </a:cubicBezTo>
                    <a:close/>
                  </a:path>
                </a:pathLst>
              </a:custGeom>
              <a:solidFill>
                <a:srgbClr val="7DC9E7"/>
              </a:solidFill>
              <a:ln w="2646" cap="flat">
                <a:noFill/>
              </a:ln>
            </p:spPr>
          </p:sp>
          <p:sp>
            <p:nvSpPr>
              <p:cNvPr id="2573" name="ICON_C_HEATMAP_path_007"/>
              <p:cNvSpPr/>
              <p:nvPr/>
            </p:nvSpPr>
            <p:spPr>
              <a:xfrm>
                <a:off x="8027022" y="7267772"/>
                <a:ext cx="209785" cy="254331"/>
              </a:xfrm>
              <a:custGeom>
                <a:avLst/>
                <a:gdLst/>
                <a:ahLst/>
                <a:cxnLst/>
                <a:rect l="0" t="0" r="r" b="b"/>
                <a:pathLst>
                  <a:path w="16519" h="20026" fill="norm" stroke="0">
                    <a:moveTo>
                      <a:pt x="522" y="4"/>
                    </a:moveTo>
                    <a:cubicBezTo>
                      <a:pt x="550" y="4"/>
                      <a:pt x="577" y="4"/>
                      <a:pt x="606" y="4"/>
                    </a:cubicBezTo>
                    <a:cubicBezTo>
                      <a:pt x="699" y="5"/>
                      <a:pt x="792" y="7"/>
                      <a:pt x="885" y="9"/>
                    </a:cubicBezTo>
                    <a:cubicBezTo>
                      <a:pt x="952" y="10"/>
                      <a:pt x="1019" y="10"/>
                      <a:pt x="1086" y="11"/>
                    </a:cubicBezTo>
                    <a:cubicBezTo>
                      <a:pt x="1271" y="13"/>
                      <a:pt x="1456" y="16"/>
                      <a:pt x="1641" y="20"/>
                    </a:cubicBezTo>
                    <a:cubicBezTo>
                      <a:pt x="1840" y="23"/>
                      <a:pt x="2039" y="25"/>
                      <a:pt x="2238" y="28"/>
                    </a:cubicBezTo>
                    <a:cubicBezTo>
                      <a:pt x="2584" y="32"/>
                      <a:pt x="2929" y="37"/>
                      <a:pt x="3274" y="43"/>
                    </a:cubicBezTo>
                    <a:cubicBezTo>
                      <a:pt x="3773" y="51"/>
                      <a:pt x="4272" y="58"/>
                      <a:pt x="4772" y="64"/>
                    </a:cubicBezTo>
                    <a:cubicBezTo>
                      <a:pt x="5581" y="75"/>
                      <a:pt x="6391" y="87"/>
                      <a:pt x="7201" y="99"/>
                    </a:cubicBezTo>
                    <a:cubicBezTo>
                      <a:pt x="7988" y="111"/>
                      <a:pt x="8775" y="123"/>
                      <a:pt x="9561" y="134"/>
                    </a:cubicBezTo>
                    <a:cubicBezTo>
                      <a:pt x="9610" y="135"/>
                      <a:pt x="9658" y="135"/>
                      <a:pt x="9708" y="136"/>
                    </a:cubicBezTo>
                    <a:cubicBezTo>
                      <a:pt x="9951" y="139"/>
                      <a:pt x="10195" y="143"/>
                      <a:pt x="10438" y="146"/>
                    </a:cubicBezTo>
                    <a:cubicBezTo>
                      <a:pt x="12456" y="174"/>
                      <a:pt x="14474" y="204"/>
                      <a:pt x="16493" y="234"/>
                    </a:cubicBezTo>
                    <a:cubicBezTo>
                      <a:pt x="16497" y="801"/>
                      <a:pt x="16501" y="1368"/>
                      <a:pt x="16504" y="1935"/>
                    </a:cubicBezTo>
                    <a:cubicBezTo>
                      <a:pt x="16505" y="2198"/>
                      <a:pt x="16506" y="2461"/>
                      <a:pt x="16508" y="2725"/>
                    </a:cubicBezTo>
                    <a:cubicBezTo>
                      <a:pt x="16511" y="2979"/>
                      <a:pt x="16512" y="3232"/>
                      <a:pt x="16512" y="3486"/>
                    </a:cubicBezTo>
                    <a:cubicBezTo>
                      <a:pt x="16513" y="3583"/>
                      <a:pt x="16514" y="3680"/>
                      <a:pt x="16515" y="3777"/>
                    </a:cubicBezTo>
                    <a:cubicBezTo>
                      <a:pt x="16516" y="3913"/>
                      <a:pt x="16516" y="4049"/>
                      <a:pt x="16516" y="4184"/>
                    </a:cubicBezTo>
                    <a:cubicBezTo>
                      <a:pt x="16517" y="4224"/>
                      <a:pt x="16518" y="4265"/>
                      <a:pt x="16519" y="4306"/>
                    </a:cubicBezTo>
                    <a:cubicBezTo>
                      <a:pt x="16516" y="4610"/>
                      <a:pt x="16516" y="4610"/>
                      <a:pt x="16397" y="4739"/>
                    </a:cubicBezTo>
                    <a:cubicBezTo>
                      <a:pt x="16289" y="4815"/>
                      <a:pt x="16247" y="4844"/>
                      <a:pt x="16119" y="4840"/>
                    </a:cubicBezTo>
                    <a:cubicBezTo>
                      <a:pt x="16087" y="4840"/>
                      <a:pt x="16056" y="4839"/>
                      <a:pt x="16023" y="4839"/>
                    </a:cubicBezTo>
                    <a:cubicBezTo>
                      <a:pt x="16006" y="4838"/>
                      <a:pt x="16006" y="4838"/>
                      <a:pt x="15920" y="4835"/>
                    </a:cubicBezTo>
                    <a:cubicBezTo>
                      <a:pt x="15884" y="4834"/>
                      <a:pt x="15848" y="4834"/>
                      <a:pt x="15810" y="4833"/>
                    </a:cubicBezTo>
                    <a:cubicBezTo>
                      <a:pt x="15732" y="4831"/>
                      <a:pt x="15653" y="4829"/>
                      <a:pt x="15574" y="4827"/>
                    </a:cubicBezTo>
                    <a:cubicBezTo>
                      <a:pt x="15447" y="4823"/>
                      <a:pt x="15321" y="4821"/>
                      <a:pt x="15195" y="4820"/>
                    </a:cubicBezTo>
                    <a:cubicBezTo>
                      <a:pt x="14835" y="4815"/>
                      <a:pt x="14475" y="4807"/>
                      <a:pt x="14116" y="4798"/>
                    </a:cubicBezTo>
                    <a:cubicBezTo>
                      <a:pt x="13558" y="4784"/>
                      <a:pt x="13003" y="4784"/>
                      <a:pt x="12445" y="4812"/>
                    </a:cubicBezTo>
                    <a:cubicBezTo>
                      <a:pt x="12328" y="4818"/>
                      <a:pt x="12212" y="4821"/>
                      <a:pt x="12095" y="4824"/>
                    </a:cubicBezTo>
                    <a:cubicBezTo>
                      <a:pt x="11693" y="4840"/>
                      <a:pt x="11223" y="4863"/>
                      <a:pt x="10920" y="5161"/>
                    </a:cubicBezTo>
                    <a:cubicBezTo>
                      <a:pt x="10549" y="5682"/>
                      <a:pt x="10739" y="6661"/>
                      <a:pt x="10780" y="7255"/>
                    </a:cubicBezTo>
                    <a:cubicBezTo>
                      <a:pt x="10799" y="7559"/>
                      <a:pt x="10809" y="7864"/>
                      <a:pt x="10820" y="8170"/>
                    </a:cubicBezTo>
                    <a:cubicBezTo>
                      <a:pt x="10829" y="8407"/>
                      <a:pt x="10839" y="8645"/>
                      <a:pt x="10854" y="8882"/>
                    </a:cubicBezTo>
                    <a:cubicBezTo>
                      <a:pt x="10877" y="9281"/>
                      <a:pt x="10895" y="9605"/>
                      <a:pt x="10740" y="9978"/>
                    </a:cubicBezTo>
                    <a:cubicBezTo>
                      <a:pt x="10573" y="10415"/>
                      <a:pt x="10610" y="10928"/>
                      <a:pt x="10596" y="11392"/>
                    </a:cubicBezTo>
                    <a:cubicBezTo>
                      <a:pt x="10591" y="11542"/>
                      <a:pt x="10586" y="11692"/>
                      <a:pt x="10580" y="11842"/>
                    </a:cubicBezTo>
                    <a:cubicBezTo>
                      <a:pt x="10570" y="12125"/>
                      <a:pt x="10561" y="12409"/>
                      <a:pt x="10551" y="12692"/>
                    </a:cubicBezTo>
                    <a:cubicBezTo>
                      <a:pt x="10541" y="13015"/>
                      <a:pt x="10530" y="13338"/>
                      <a:pt x="10518" y="13661"/>
                    </a:cubicBezTo>
                    <a:cubicBezTo>
                      <a:pt x="10495" y="14324"/>
                      <a:pt x="10472" y="14988"/>
                      <a:pt x="10451" y="15651"/>
                    </a:cubicBezTo>
                    <a:cubicBezTo>
                      <a:pt x="9829" y="15796"/>
                      <a:pt x="9260" y="15892"/>
                      <a:pt x="8622" y="15841"/>
                    </a:cubicBezTo>
                    <a:cubicBezTo>
                      <a:pt x="8552" y="15837"/>
                      <a:pt x="8482" y="15832"/>
                      <a:pt x="8412" y="15828"/>
                    </a:cubicBezTo>
                    <a:cubicBezTo>
                      <a:pt x="8266" y="15819"/>
                      <a:pt x="8121" y="15809"/>
                      <a:pt x="7975" y="15798"/>
                    </a:cubicBezTo>
                    <a:cubicBezTo>
                      <a:pt x="7793" y="15784"/>
                      <a:pt x="7611" y="15772"/>
                      <a:pt x="7429" y="15761"/>
                    </a:cubicBezTo>
                    <a:cubicBezTo>
                      <a:pt x="7284" y="15751"/>
                      <a:pt x="7139" y="15742"/>
                      <a:pt x="6995" y="15731"/>
                    </a:cubicBezTo>
                    <a:cubicBezTo>
                      <a:pt x="6928" y="15727"/>
                      <a:pt x="6861" y="15722"/>
                      <a:pt x="6794" y="15718"/>
                    </a:cubicBezTo>
                    <a:cubicBezTo>
                      <a:pt x="6126" y="15674"/>
                      <a:pt x="5491" y="15554"/>
                      <a:pt x="4826" y="15443"/>
                    </a:cubicBezTo>
                    <a:cubicBezTo>
                      <a:pt x="4826" y="16955"/>
                      <a:pt x="4826" y="18468"/>
                      <a:pt x="4826" y="20026"/>
                    </a:cubicBezTo>
                    <a:cubicBezTo>
                      <a:pt x="4757" y="20026"/>
                      <a:pt x="4689" y="20026"/>
                      <a:pt x="4618" y="20026"/>
                    </a:cubicBezTo>
                    <a:cubicBezTo>
                      <a:pt x="4618" y="18514"/>
                      <a:pt x="4618" y="17001"/>
                      <a:pt x="4618" y="15443"/>
                    </a:cubicBezTo>
                    <a:cubicBezTo>
                      <a:pt x="3105" y="15443"/>
                      <a:pt x="1593" y="15443"/>
                      <a:pt x="34" y="15443"/>
                    </a:cubicBezTo>
                    <a:cubicBezTo>
                      <a:pt x="26" y="12875"/>
                      <a:pt x="26" y="12875"/>
                      <a:pt x="24" y="11775"/>
                    </a:cubicBezTo>
                    <a:cubicBezTo>
                      <a:pt x="24" y="11523"/>
                      <a:pt x="23" y="11272"/>
                      <a:pt x="23" y="11020"/>
                    </a:cubicBezTo>
                    <a:cubicBezTo>
                      <a:pt x="23" y="10989"/>
                      <a:pt x="23" y="10957"/>
                      <a:pt x="23" y="10925"/>
                    </a:cubicBezTo>
                    <a:cubicBezTo>
                      <a:pt x="22" y="10487"/>
                      <a:pt x="21" y="10050"/>
                      <a:pt x="19" y="9613"/>
                    </a:cubicBezTo>
                    <a:cubicBezTo>
                      <a:pt x="0" y="4715"/>
                      <a:pt x="0" y="4715"/>
                      <a:pt x="120" y="2528"/>
                    </a:cubicBezTo>
                    <a:cubicBezTo>
                      <a:pt x="126" y="2409"/>
                      <a:pt x="132" y="2289"/>
                      <a:pt x="139" y="2170"/>
                    </a:cubicBezTo>
                    <a:cubicBezTo>
                      <a:pt x="148" y="1987"/>
                      <a:pt x="159" y="1804"/>
                      <a:pt x="171" y="1622"/>
                    </a:cubicBezTo>
                    <a:cubicBezTo>
                      <a:pt x="175" y="1556"/>
                      <a:pt x="179" y="1491"/>
                      <a:pt x="183" y="1426"/>
                    </a:cubicBezTo>
                    <a:cubicBezTo>
                      <a:pt x="203" y="1054"/>
                      <a:pt x="255" y="769"/>
                      <a:pt x="451" y="443"/>
                    </a:cubicBezTo>
                    <a:cubicBezTo>
                      <a:pt x="314" y="374"/>
                      <a:pt x="176" y="305"/>
                      <a:pt x="34" y="234"/>
                    </a:cubicBezTo>
                    <a:cubicBezTo>
                      <a:pt x="191" y="48"/>
                      <a:pt x="270" y="0"/>
                      <a:pt x="522" y="4"/>
                    </a:cubicBezTo>
                    <a:close/>
                  </a:path>
                </a:pathLst>
              </a:custGeom>
              <a:solidFill>
                <a:srgbClr val="6ECDDD"/>
              </a:solidFill>
              <a:ln w="2646" cap="flat">
                <a:noFill/>
              </a:ln>
            </p:spPr>
          </p:sp>
          <p:sp>
            <p:nvSpPr>
              <p:cNvPr id="2574" name="ICON_C_HEATMAP_path_008"/>
              <p:cNvSpPr/>
              <p:nvPr/>
            </p:nvSpPr>
            <p:spPr>
              <a:xfrm>
                <a:off x="8337022" y="7269550"/>
                <a:ext cx="283104" cy="189397"/>
              </a:xfrm>
              <a:custGeom>
                <a:avLst/>
                <a:gdLst/>
                <a:ahLst/>
                <a:cxnLst/>
                <a:rect l="0" t="0" r="r" b="b"/>
                <a:pathLst>
                  <a:path w="22292" h="14913" fill="norm" stroke="0">
                    <a:moveTo>
                      <a:pt x="6249" y="68"/>
                    </a:moveTo>
                    <a:cubicBezTo>
                      <a:pt x="6647" y="69"/>
                      <a:pt x="7046" y="68"/>
                      <a:pt x="7444" y="67"/>
                    </a:cubicBezTo>
                    <a:cubicBezTo>
                      <a:pt x="7832" y="66"/>
                      <a:pt x="8221" y="66"/>
                      <a:pt x="8609" y="66"/>
                    </a:cubicBezTo>
                    <a:cubicBezTo>
                      <a:pt x="8839" y="67"/>
                      <a:pt x="9069" y="67"/>
                      <a:pt x="9299" y="66"/>
                    </a:cubicBezTo>
                    <a:cubicBezTo>
                      <a:pt x="9514" y="65"/>
                      <a:pt x="9728" y="66"/>
                      <a:pt x="9943" y="67"/>
                    </a:cubicBezTo>
                    <a:cubicBezTo>
                      <a:pt x="10021" y="67"/>
                      <a:pt x="10100" y="67"/>
                      <a:pt x="10178" y="67"/>
                    </a:cubicBezTo>
                    <a:cubicBezTo>
                      <a:pt x="10285" y="66"/>
                      <a:pt x="10392" y="67"/>
                      <a:pt x="10499" y="68"/>
                    </a:cubicBezTo>
                    <a:cubicBezTo>
                      <a:pt x="10530" y="67"/>
                      <a:pt x="10561" y="67"/>
                      <a:pt x="10594" y="67"/>
                    </a:cubicBezTo>
                    <a:cubicBezTo>
                      <a:pt x="10754" y="70"/>
                      <a:pt x="10828" y="90"/>
                      <a:pt x="10957" y="189"/>
                    </a:cubicBezTo>
                    <a:cubicBezTo>
                      <a:pt x="11041" y="301"/>
                      <a:pt x="11067" y="342"/>
                      <a:pt x="11067" y="478"/>
                    </a:cubicBezTo>
                    <a:cubicBezTo>
                      <a:pt x="11067" y="512"/>
                      <a:pt x="11067" y="545"/>
                      <a:pt x="11067" y="580"/>
                    </a:cubicBezTo>
                    <a:cubicBezTo>
                      <a:pt x="11067" y="598"/>
                      <a:pt x="11067" y="598"/>
                      <a:pt x="11065" y="690"/>
                    </a:cubicBezTo>
                    <a:cubicBezTo>
                      <a:pt x="11065" y="729"/>
                      <a:pt x="11065" y="767"/>
                      <a:pt x="11065" y="807"/>
                    </a:cubicBezTo>
                    <a:cubicBezTo>
                      <a:pt x="11065" y="934"/>
                      <a:pt x="11064" y="1062"/>
                      <a:pt x="11062" y="1189"/>
                    </a:cubicBezTo>
                    <a:cubicBezTo>
                      <a:pt x="11061" y="1278"/>
                      <a:pt x="11061" y="1366"/>
                      <a:pt x="11061" y="1454"/>
                    </a:cubicBezTo>
                    <a:cubicBezTo>
                      <a:pt x="11060" y="1687"/>
                      <a:pt x="11058" y="1920"/>
                      <a:pt x="11056" y="2152"/>
                    </a:cubicBezTo>
                    <a:cubicBezTo>
                      <a:pt x="11054" y="2389"/>
                      <a:pt x="11053" y="2627"/>
                      <a:pt x="11052" y="2864"/>
                    </a:cubicBezTo>
                    <a:cubicBezTo>
                      <a:pt x="11050" y="3330"/>
                      <a:pt x="11046" y="3796"/>
                      <a:pt x="11042" y="4261"/>
                    </a:cubicBezTo>
                    <a:cubicBezTo>
                      <a:pt x="12131" y="4410"/>
                      <a:pt x="13184" y="4510"/>
                      <a:pt x="14281" y="4419"/>
                    </a:cubicBezTo>
                    <a:cubicBezTo>
                      <a:pt x="14439" y="4406"/>
                      <a:pt x="14597" y="4396"/>
                      <a:pt x="14755" y="4388"/>
                    </a:cubicBezTo>
                    <a:cubicBezTo>
                      <a:pt x="14881" y="4380"/>
                      <a:pt x="15006" y="4371"/>
                      <a:pt x="15131" y="4361"/>
                    </a:cubicBezTo>
                    <a:cubicBezTo>
                      <a:pt x="15190" y="4357"/>
                      <a:pt x="15248" y="4353"/>
                      <a:pt x="15306" y="4350"/>
                    </a:cubicBezTo>
                    <a:cubicBezTo>
                      <a:pt x="15605" y="4333"/>
                      <a:pt x="15841" y="4288"/>
                      <a:pt x="16076" y="4089"/>
                    </a:cubicBezTo>
                    <a:cubicBezTo>
                      <a:pt x="16317" y="3811"/>
                      <a:pt x="16314" y="3521"/>
                      <a:pt x="16312" y="3173"/>
                    </a:cubicBezTo>
                    <a:cubicBezTo>
                      <a:pt x="16313" y="3109"/>
                      <a:pt x="16314" y="3045"/>
                      <a:pt x="16315" y="2980"/>
                    </a:cubicBezTo>
                    <a:cubicBezTo>
                      <a:pt x="16317" y="2846"/>
                      <a:pt x="16317" y="2712"/>
                      <a:pt x="16316" y="2578"/>
                    </a:cubicBezTo>
                    <a:cubicBezTo>
                      <a:pt x="16314" y="2407"/>
                      <a:pt x="16318" y="2236"/>
                      <a:pt x="16323" y="2064"/>
                    </a:cubicBezTo>
                    <a:cubicBezTo>
                      <a:pt x="16326" y="1932"/>
                      <a:pt x="16326" y="1799"/>
                      <a:pt x="16325" y="1667"/>
                    </a:cubicBezTo>
                    <a:cubicBezTo>
                      <a:pt x="16326" y="1604"/>
                      <a:pt x="16327" y="1540"/>
                      <a:pt x="16329" y="1477"/>
                    </a:cubicBezTo>
                    <a:cubicBezTo>
                      <a:pt x="16335" y="1278"/>
                      <a:pt x="16334" y="1111"/>
                      <a:pt x="16250" y="928"/>
                    </a:cubicBezTo>
                    <a:cubicBezTo>
                      <a:pt x="16066" y="794"/>
                      <a:pt x="15844" y="763"/>
                      <a:pt x="15625" y="720"/>
                    </a:cubicBezTo>
                    <a:cubicBezTo>
                      <a:pt x="15704" y="276"/>
                      <a:pt x="15704" y="276"/>
                      <a:pt x="15833" y="95"/>
                    </a:cubicBezTo>
                    <a:cubicBezTo>
                      <a:pt x="16034" y="0"/>
                      <a:pt x="16233" y="15"/>
                      <a:pt x="16450" y="24"/>
                    </a:cubicBezTo>
                    <a:cubicBezTo>
                      <a:pt x="16513" y="24"/>
                      <a:pt x="16577" y="24"/>
                      <a:pt x="16641" y="23"/>
                    </a:cubicBezTo>
                    <a:cubicBezTo>
                      <a:pt x="16813" y="23"/>
                      <a:pt x="16986" y="27"/>
                      <a:pt x="17159" y="31"/>
                    </a:cubicBezTo>
                    <a:cubicBezTo>
                      <a:pt x="17339" y="35"/>
                      <a:pt x="17519" y="35"/>
                      <a:pt x="17700" y="36"/>
                    </a:cubicBezTo>
                    <a:cubicBezTo>
                      <a:pt x="18041" y="38"/>
                      <a:pt x="18383" y="43"/>
                      <a:pt x="18725" y="50"/>
                    </a:cubicBezTo>
                    <a:cubicBezTo>
                      <a:pt x="19186" y="58"/>
                      <a:pt x="19648" y="61"/>
                      <a:pt x="20110" y="65"/>
                    </a:cubicBezTo>
                    <a:cubicBezTo>
                      <a:pt x="20837" y="71"/>
                      <a:pt x="21564" y="83"/>
                      <a:pt x="22292" y="95"/>
                    </a:cubicBezTo>
                    <a:cubicBezTo>
                      <a:pt x="22292" y="1538"/>
                      <a:pt x="22292" y="2982"/>
                      <a:pt x="22292" y="4470"/>
                    </a:cubicBezTo>
                    <a:cubicBezTo>
                      <a:pt x="21295" y="4504"/>
                      <a:pt x="21295" y="4504"/>
                      <a:pt x="16250" y="4678"/>
                    </a:cubicBezTo>
                    <a:cubicBezTo>
                      <a:pt x="16181" y="6328"/>
                      <a:pt x="16112" y="7978"/>
                      <a:pt x="16042" y="9678"/>
                    </a:cubicBezTo>
                    <a:cubicBezTo>
                      <a:pt x="16179" y="9678"/>
                      <a:pt x="16317" y="9678"/>
                      <a:pt x="16458" y="9678"/>
                    </a:cubicBezTo>
                    <a:cubicBezTo>
                      <a:pt x="16390" y="11397"/>
                      <a:pt x="16321" y="13115"/>
                      <a:pt x="16250" y="14886"/>
                    </a:cubicBezTo>
                    <a:cubicBezTo>
                      <a:pt x="13801" y="14895"/>
                      <a:pt x="13801" y="14895"/>
                      <a:pt x="12779" y="14896"/>
                    </a:cubicBezTo>
                    <a:cubicBezTo>
                      <a:pt x="12546" y="14897"/>
                      <a:pt x="12312" y="14897"/>
                      <a:pt x="12078" y="14898"/>
                    </a:cubicBezTo>
                    <a:cubicBezTo>
                      <a:pt x="12049" y="14898"/>
                      <a:pt x="12019" y="14898"/>
                      <a:pt x="11989" y="14898"/>
                    </a:cubicBezTo>
                    <a:cubicBezTo>
                      <a:pt x="11516" y="14899"/>
                      <a:pt x="11042" y="14900"/>
                      <a:pt x="10569" y="14902"/>
                    </a:cubicBezTo>
                    <a:cubicBezTo>
                      <a:pt x="10084" y="14904"/>
                      <a:pt x="9598" y="14905"/>
                      <a:pt x="9112" y="14906"/>
                    </a:cubicBezTo>
                    <a:cubicBezTo>
                      <a:pt x="8812" y="14906"/>
                      <a:pt x="8513" y="14907"/>
                      <a:pt x="8213" y="14909"/>
                    </a:cubicBezTo>
                    <a:cubicBezTo>
                      <a:pt x="7983" y="14910"/>
                      <a:pt x="7753" y="14910"/>
                      <a:pt x="7524" y="14910"/>
                    </a:cubicBezTo>
                    <a:cubicBezTo>
                      <a:pt x="7429" y="14910"/>
                      <a:pt x="7335" y="14910"/>
                      <a:pt x="7241" y="14911"/>
                    </a:cubicBezTo>
                    <a:cubicBezTo>
                      <a:pt x="7112" y="14912"/>
                      <a:pt x="6984" y="14912"/>
                      <a:pt x="6855" y="14911"/>
                    </a:cubicBezTo>
                    <a:cubicBezTo>
                      <a:pt x="6817" y="14912"/>
                      <a:pt x="6780" y="14913"/>
                      <a:pt x="6741" y="14913"/>
                    </a:cubicBezTo>
                    <a:cubicBezTo>
                      <a:pt x="6569" y="14911"/>
                      <a:pt x="6480" y="14900"/>
                      <a:pt x="6332" y="14805"/>
                    </a:cubicBezTo>
                    <a:cubicBezTo>
                      <a:pt x="6219" y="14629"/>
                      <a:pt x="6215" y="14487"/>
                      <a:pt x="6209" y="14281"/>
                    </a:cubicBezTo>
                    <a:cubicBezTo>
                      <a:pt x="6207" y="14241"/>
                      <a:pt x="6205" y="14201"/>
                      <a:pt x="6203" y="14159"/>
                    </a:cubicBezTo>
                    <a:cubicBezTo>
                      <a:pt x="6197" y="14025"/>
                      <a:pt x="6193" y="13890"/>
                      <a:pt x="6188" y="13755"/>
                    </a:cubicBezTo>
                    <a:cubicBezTo>
                      <a:pt x="6184" y="13659"/>
                      <a:pt x="6180" y="13562"/>
                      <a:pt x="6176" y="13466"/>
                    </a:cubicBezTo>
                    <a:cubicBezTo>
                      <a:pt x="6167" y="13258"/>
                      <a:pt x="6159" y="13050"/>
                      <a:pt x="6151" y="12843"/>
                    </a:cubicBezTo>
                    <a:cubicBezTo>
                      <a:pt x="6140" y="12542"/>
                      <a:pt x="6127" y="12241"/>
                      <a:pt x="6115" y="11941"/>
                    </a:cubicBezTo>
                    <a:cubicBezTo>
                      <a:pt x="6094" y="11454"/>
                      <a:pt x="6075" y="10966"/>
                      <a:pt x="6056" y="10479"/>
                    </a:cubicBezTo>
                    <a:cubicBezTo>
                      <a:pt x="6038" y="10005"/>
                      <a:pt x="6019" y="9532"/>
                      <a:pt x="6000" y="9058"/>
                    </a:cubicBezTo>
                    <a:cubicBezTo>
                      <a:pt x="5999" y="9044"/>
                      <a:pt x="5999" y="9044"/>
                      <a:pt x="5996" y="8970"/>
                    </a:cubicBezTo>
                    <a:cubicBezTo>
                      <a:pt x="5990" y="8823"/>
                      <a:pt x="5984" y="8677"/>
                      <a:pt x="5978" y="8530"/>
                    </a:cubicBezTo>
                    <a:cubicBezTo>
                      <a:pt x="5929" y="7316"/>
                      <a:pt x="5880" y="6101"/>
                      <a:pt x="5833" y="4886"/>
                    </a:cubicBezTo>
                    <a:cubicBezTo>
                      <a:pt x="5806" y="4884"/>
                      <a:pt x="5778" y="4882"/>
                      <a:pt x="5749" y="4880"/>
                    </a:cubicBezTo>
                    <a:cubicBezTo>
                      <a:pt x="5075" y="4832"/>
                      <a:pt x="4400" y="4784"/>
                      <a:pt x="3725" y="4734"/>
                    </a:cubicBezTo>
                    <a:cubicBezTo>
                      <a:pt x="3399" y="4710"/>
                      <a:pt x="3073" y="4686"/>
                      <a:pt x="2746" y="4663"/>
                    </a:cubicBezTo>
                    <a:cubicBezTo>
                      <a:pt x="2462" y="4643"/>
                      <a:pt x="2178" y="4623"/>
                      <a:pt x="1894" y="4601"/>
                    </a:cubicBezTo>
                    <a:cubicBezTo>
                      <a:pt x="1743" y="4590"/>
                      <a:pt x="1592" y="4579"/>
                      <a:pt x="1442" y="4569"/>
                    </a:cubicBezTo>
                    <a:cubicBezTo>
                      <a:pt x="1300" y="4559"/>
                      <a:pt x="1158" y="4549"/>
                      <a:pt x="1016" y="4537"/>
                    </a:cubicBezTo>
                    <a:cubicBezTo>
                      <a:pt x="940" y="4532"/>
                      <a:pt x="863" y="4527"/>
                      <a:pt x="786" y="4522"/>
                    </a:cubicBezTo>
                    <a:cubicBezTo>
                      <a:pt x="410" y="4491"/>
                      <a:pt x="410" y="4491"/>
                      <a:pt x="282" y="4386"/>
                    </a:cubicBezTo>
                    <a:cubicBezTo>
                      <a:pt x="180" y="4214"/>
                      <a:pt x="172" y="4071"/>
                      <a:pt x="165" y="3874"/>
                    </a:cubicBezTo>
                    <a:cubicBezTo>
                      <a:pt x="163" y="3835"/>
                      <a:pt x="161" y="3797"/>
                      <a:pt x="159" y="3757"/>
                    </a:cubicBezTo>
                    <a:cubicBezTo>
                      <a:pt x="153" y="3630"/>
                      <a:pt x="147" y="3502"/>
                      <a:pt x="142" y="3375"/>
                    </a:cubicBezTo>
                    <a:cubicBezTo>
                      <a:pt x="138" y="3286"/>
                      <a:pt x="134" y="3198"/>
                      <a:pt x="129" y="3110"/>
                    </a:cubicBezTo>
                    <a:cubicBezTo>
                      <a:pt x="118" y="2877"/>
                      <a:pt x="107" y="2645"/>
                      <a:pt x="97" y="2412"/>
                    </a:cubicBezTo>
                    <a:cubicBezTo>
                      <a:pt x="87" y="2175"/>
                      <a:pt x="75" y="1937"/>
                      <a:pt x="64" y="1700"/>
                    </a:cubicBezTo>
                    <a:cubicBezTo>
                      <a:pt x="41" y="1234"/>
                      <a:pt x="20" y="769"/>
                      <a:pt x="0" y="303"/>
                    </a:cubicBezTo>
                    <a:cubicBezTo>
                      <a:pt x="2075" y="27"/>
                      <a:pt x="4161" y="62"/>
                      <a:pt x="6249" y="68"/>
                    </a:cubicBezTo>
                    <a:close/>
                  </a:path>
                </a:pathLst>
              </a:custGeom>
              <a:solidFill>
                <a:srgbClr val="6EC3DD"/>
              </a:solidFill>
              <a:ln w="2646" cap="flat">
                <a:noFill/>
              </a:ln>
            </p:spPr>
          </p:sp>
          <p:sp>
            <p:nvSpPr>
              <p:cNvPr id="2575" name="ICON_C_HEATMAP_path_009"/>
              <p:cNvSpPr/>
              <p:nvPr/>
            </p:nvSpPr>
            <p:spPr>
              <a:xfrm>
                <a:off x="7733771" y="7463896"/>
                <a:ext cx="235863" cy="210225"/>
              </a:xfrm>
              <a:custGeom>
                <a:avLst/>
                <a:gdLst/>
                <a:ahLst/>
                <a:cxnLst/>
                <a:rect l="0" t="0" r="r" b="b"/>
                <a:pathLst>
                  <a:path w="18572" h="16553" fill="norm" stroke="0">
                    <a:moveTo>
                      <a:pt x="0" y="0"/>
                    </a:moveTo>
                    <a:cubicBezTo>
                      <a:pt x="2200" y="0"/>
                      <a:pt x="4400" y="0"/>
                      <a:pt x="6667" y="0"/>
                    </a:cubicBezTo>
                    <a:cubicBezTo>
                      <a:pt x="6667" y="69"/>
                      <a:pt x="6667" y="138"/>
                      <a:pt x="6667" y="208"/>
                    </a:cubicBezTo>
                    <a:cubicBezTo>
                      <a:pt x="4673" y="208"/>
                      <a:pt x="2679" y="208"/>
                      <a:pt x="625" y="208"/>
                    </a:cubicBezTo>
                    <a:cubicBezTo>
                      <a:pt x="694" y="1858"/>
                      <a:pt x="763" y="3508"/>
                      <a:pt x="833" y="5208"/>
                    </a:cubicBezTo>
                    <a:cubicBezTo>
                      <a:pt x="971" y="5140"/>
                      <a:pt x="1108" y="5071"/>
                      <a:pt x="1250" y="5000"/>
                    </a:cubicBezTo>
                    <a:cubicBezTo>
                      <a:pt x="1389" y="4974"/>
                      <a:pt x="1389" y="4974"/>
                      <a:pt x="1514" y="4975"/>
                    </a:cubicBezTo>
                    <a:cubicBezTo>
                      <a:pt x="1561" y="4975"/>
                      <a:pt x="1609" y="4974"/>
                      <a:pt x="1659" y="4974"/>
                    </a:cubicBezTo>
                    <a:cubicBezTo>
                      <a:pt x="1710" y="4975"/>
                      <a:pt x="1761" y="4976"/>
                      <a:pt x="1814" y="4976"/>
                    </a:cubicBezTo>
                    <a:cubicBezTo>
                      <a:pt x="1869" y="4976"/>
                      <a:pt x="1925" y="4976"/>
                      <a:pt x="1980" y="4976"/>
                    </a:cubicBezTo>
                    <a:cubicBezTo>
                      <a:pt x="2129" y="4976"/>
                      <a:pt x="2279" y="4977"/>
                      <a:pt x="2428" y="4979"/>
                    </a:cubicBezTo>
                    <a:cubicBezTo>
                      <a:pt x="2585" y="4980"/>
                      <a:pt x="2741" y="4980"/>
                      <a:pt x="2898" y="4981"/>
                    </a:cubicBezTo>
                    <a:cubicBezTo>
                      <a:pt x="3194" y="4981"/>
                      <a:pt x="3489" y="4983"/>
                      <a:pt x="3785" y="4985"/>
                    </a:cubicBezTo>
                    <a:cubicBezTo>
                      <a:pt x="4185" y="4988"/>
                      <a:pt x="4586" y="4989"/>
                      <a:pt x="4986" y="4990"/>
                    </a:cubicBezTo>
                    <a:cubicBezTo>
                      <a:pt x="5616" y="4992"/>
                      <a:pt x="6245" y="4996"/>
                      <a:pt x="6875" y="5000"/>
                    </a:cubicBezTo>
                    <a:cubicBezTo>
                      <a:pt x="6875" y="6788"/>
                      <a:pt x="6875" y="8575"/>
                      <a:pt x="6875" y="10417"/>
                    </a:cubicBezTo>
                    <a:cubicBezTo>
                      <a:pt x="7283" y="10414"/>
                      <a:pt x="7691" y="10412"/>
                      <a:pt x="8112" y="10409"/>
                    </a:cubicBezTo>
                    <a:cubicBezTo>
                      <a:pt x="8381" y="10408"/>
                      <a:pt x="8650" y="10407"/>
                      <a:pt x="8918" y="10406"/>
                    </a:cubicBezTo>
                    <a:cubicBezTo>
                      <a:pt x="8953" y="10406"/>
                      <a:pt x="8987" y="10406"/>
                      <a:pt x="9023" y="10406"/>
                    </a:cubicBezTo>
                    <a:cubicBezTo>
                      <a:pt x="11342" y="10398"/>
                      <a:pt x="13662" y="10400"/>
                      <a:pt x="15980" y="10486"/>
                    </a:cubicBezTo>
                    <a:cubicBezTo>
                      <a:pt x="16170" y="10493"/>
                      <a:pt x="16359" y="10499"/>
                      <a:pt x="16549" y="10505"/>
                    </a:cubicBezTo>
                    <a:cubicBezTo>
                      <a:pt x="16802" y="10512"/>
                      <a:pt x="17054" y="10522"/>
                      <a:pt x="17307" y="10533"/>
                    </a:cubicBezTo>
                    <a:cubicBezTo>
                      <a:pt x="17399" y="10537"/>
                      <a:pt x="17490" y="10540"/>
                      <a:pt x="17582" y="10542"/>
                    </a:cubicBezTo>
                    <a:cubicBezTo>
                      <a:pt x="17706" y="10546"/>
                      <a:pt x="17829" y="10552"/>
                      <a:pt x="17953" y="10559"/>
                    </a:cubicBezTo>
                    <a:cubicBezTo>
                      <a:pt x="17989" y="10559"/>
                      <a:pt x="18025" y="10559"/>
                      <a:pt x="18062" y="10560"/>
                    </a:cubicBezTo>
                    <a:cubicBezTo>
                      <a:pt x="18167" y="10567"/>
                      <a:pt x="18239" y="10578"/>
                      <a:pt x="18333" y="10625"/>
                    </a:cubicBezTo>
                    <a:cubicBezTo>
                      <a:pt x="18552" y="10882"/>
                      <a:pt x="18572" y="11183"/>
                      <a:pt x="18569" y="11506"/>
                    </a:cubicBezTo>
                    <a:cubicBezTo>
                      <a:pt x="18569" y="11529"/>
                      <a:pt x="18569" y="11529"/>
                      <a:pt x="18570" y="11641"/>
                    </a:cubicBezTo>
                    <a:cubicBezTo>
                      <a:pt x="18571" y="11787"/>
                      <a:pt x="18570" y="11932"/>
                      <a:pt x="18569" y="12078"/>
                    </a:cubicBezTo>
                    <a:cubicBezTo>
                      <a:pt x="18569" y="12179"/>
                      <a:pt x="18570" y="12281"/>
                      <a:pt x="18570" y="12383"/>
                    </a:cubicBezTo>
                    <a:cubicBezTo>
                      <a:pt x="18570" y="12595"/>
                      <a:pt x="18570" y="12808"/>
                      <a:pt x="18569" y="13020"/>
                    </a:cubicBezTo>
                    <a:cubicBezTo>
                      <a:pt x="18568" y="13265"/>
                      <a:pt x="18568" y="13510"/>
                      <a:pt x="18569" y="13755"/>
                    </a:cubicBezTo>
                    <a:cubicBezTo>
                      <a:pt x="18570" y="13992"/>
                      <a:pt x="18570" y="14229"/>
                      <a:pt x="18570" y="14466"/>
                    </a:cubicBezTo>
                    <a:cubicBezTo>
                      <a:pt x="18569" y="14566"/>
                      <a:pt x="18570" y="14666"/>
                      <a:pt x="18570" y="14767"/>
                    </a:cubicBezTo>
                    <a:cubicBezTo>
                      <a:pt x="18571" y="14907"/>
                      <a:pt x="18570" y="15047"/>
                      <a:pt x="18569" y="15187"/>
                    </a:cubicBezTo>
                    <a:cubicBezTo>
                      <a:pt x="18569" y="15229"/>
                      <a:pt x="18569" y="15270"/>
                      <a:pt x="18570" y="15313"/>
                    </a:cubicBezTo>
                    <a:cubicBezTo>
                      <a:pt x="18567" y="15492"/>
                      <a:pt x="18557" y="15599"/>
                      <a:pt x="18466" y="15756"/>
                    </a:cubicBezTo>
                    <a:cubicBezTo>
                      <a:pt x="18264" y="15874"/>
                      <a:pt x="18083" y="15856"/>
                      <a:pt x="17854" y="15847"/>
                    </a:cubicBezTo>
                    <a:cubicBezTo>
                      <a:pt x="17830" y="15847"/>
                      <a:pt x="17830" y="15847"/>
                      <a:pt x="17707" y="15844"/>
                    </a:cubicBezTo>
                    <a:cubicBezTo>
                      <a:pt x="17602" y="15842"/>
                      <a:pt x="17497" y="15839"/>
                      <a:pt x="17392" y="15836"/>
                    </a:cubicBezTo>
                    <a:cubicBezTo>
                      <a:pt x="17225" y="15831"/>
                      <a:pt x="17059" y="15829"/>
                      <a:pt x="16893" y="15826"/>
                    </a:cubicBezTo>
                    <a:cubicBezTo>
                      <a:pt x="16420" y="15819"/>
                      <a:pt x="15947" y="15811"/>
                      <a:pt x="15474" y="15798"/>
                    </a:cubicBezTo>
                    <a:cubicBezTo>
                      <a:pt x="15212" y="15790"/>
                      <a:pt x="14951" y="15785"/>
                      <a:pt x="14690" y="15783"/>
                    </a:cubicBezTo>
                    <a:cubicBezTo>
                      <a:pt x="14524" y="15781"/>
                      <a:pt x="14359" y="15777"/>
                      <a:pt x="14194" y="15770"/>
                    </a:cubicBezTo>
                    <a:cubicBezTo>
                      <a:pt x="14067" y="15766"/>
                      <a:pt x="13940" y="15766"/>
                      <a:pt x="13813" y="15766"/>
                    </a:cubicBezTo>
                    <a:cubicBezTo>
                      <a:pt x="13767" y="15763"/>
                      <a:pt x="13721" y="15761"/>
                      <a:pt x="13674" y="15758"/>
                    </a:cubicBezTo>
                    <a:cubicBezTo>
                      <a:pt x="13536" y="15760"/>
                      <a:pt x="13453" y="15763"/>
                      <a:pt x="13333" y="15833"/>
                    </a:cubicBezTo>
                    <a:cubicBezTo>
                      <a:pt x="13292" y="15940"/>
                      <a:pt x="13262" y="16035"/>
                      <a:pt x="13236" y="16146"/>
                    </a:cubicBezTo>
                    <a:cubicBezTo>
                      <a:pt x="13209" y="16261"/>
                      <a:pt x="13176" y="16348"/>
                      <a:pt x="13125" y="16458"/>
                    </a:cubicBezTo>
                    <a:cubicBezTo>
                      <a:pt x="12931" y="16553"/>
                      <a:pt x="12738" y="16538"/>
                      <a:pt x="12528" y="16529"/>
                    </a:cubicBezTo>
                    <a:cubicBezTo>
                      <a:pt x="12466" y="16529"/>
                      <a:pt x="12404" y="16529"/>
                      <a:pt x="12343" y="16530"/>
                    </a:cubicBezTo>
                    <a:cubicBezTo>
                      <a:pt x="12176" y="16530"/>
                      <a:pt x="12009" y="16526"/>
                      <a:pt x="11842" y="16522"/>
                    </a:cubicBezTo>
                    <a:cubicBezTo>
                      <a:pt x="11667" y="16518"/>
                      <a:pt x="11493" y="16518"/>
                      <a:pt x="11318" y="16517"/>
                    </a:cubicBezTo>
                    <a:cubicBezTo>
                      <a:pt x="10987" y="16515"/>
                      <a:pt x="10657" y="16510"/>
                      <a:pt x="10326" y="16503"/>
                    </a:cubicBezTo>
                    <a:cubicBezTo>
                      <a:pt x="9950" y="16496"/>
                      <a:pt x="9574" y="16493"/>
                      <a:pt x="9197" y="16490"/>
                    </a:cubicBezTo>
                    <a:cubicBezTo>
                      <a:pt x="8423" y="16483"/>
                      <a:pt x="7649" y="16472"/>
                      <a:pt x="6875" y="16458"/>
                    </a:cubicBezTo>
                    <a:cubicBezTo>
                      <a:pt x="6875" y="16252"/>
                      <a:pt x="6875" y="16046"/>
                      <a:pt x="6875" y="15833"/>
                    </a:cubicBezTo>
                    <a:cubicBezTo>
                      <a:pt x="6806" y="15868"/>
                      <a:pt x="6806" y="15868"/>
                      <a:pt x="6458" y="16042"/>
                    </a:cubicBezTo>
                    <a:cubicBezTo>
                      <a:pt x="4327" y="16042"/>
                      <a:pt x="2196" y="16042"/>
                      <a:pt x="0" y="16042"/>
                    </a:cubicBezTo>
                    <a:cubicBezTo>
                      <a:pt x="0" y="10748"/>
                      <a:pt x="0" y="5454"/>
                      <a:pt x="0" y="0"/>
                    </a:cubicBezTo>
                    <a:close/>
                  </a:path>
                </a:pathLst>
              </a:custGeom>
              <a:solidFill>
                <a:srgbClr val="97D7E2"/>
              </a:solidFill>
              <a:ln w="2646" cap="flat">
                <a:noFill/>
              </a:ln>
            </p:spPr>
          </p:sp>
          <p:sp>
            <p:nvSpPr>
              <p:cNvPr id="2576" name="ICON_C_HEATMAP_path_010"/>
              <p:cNvSpPr/>
              <p:nvPr/>
            </p:nvSpPr>
            <p:spPr>
              <a:xfrm>
                <a:off x="8413750" y="7326312"/>
                <a:ext cx="206375" cy="275167"/>
              </a:xfrm>
              <a:custGeom>
                <a:avLst/>
                <a:gdLst/>
                <a:ahLst/>
                <a:cxnLst/>
                <a:rect l="0" t="0" r="r" b="b"/>
                <a:pathLst>
                  <a:path w="16250" h="21667" fill="norm" stroke="0">
                    <a:moveTo>
                      <a:pt x="10208" y="0"/>
                    </a:moveTo>
                    <a:cubicBezTo>
                      <a:pt x="12202" y="0"/>
                      <a:pt x="14196" y="0"/>
                      <a:pt x="16250" y="0"/>
                    </a:cubicBezTo>
                    <a:cubicBezTo>
                      <a:pt x="16250" y="7150"/>
                      <a:pt x="16250" y="14300"/>
                      <a:pt x="16250" y="21667"/>
                    </a:cubicBezTo>
                    <a:cubicBezTo>
                      <a:pt x="14188" y="21667"/>
                      <a:pt x="12125" y="21667"/>
                      <a:pt x="10000" y="21667"/>
                    </a:cubicBezTo>
                    <a:cubicBezTo>
                      <a:pt x="10013" y="19440"/>
                      <a:pt x="10013" y="19440"/>
                      <a:pt x="10019" y="18744"/>
                    </a:cubicBezTo>
                    <a:cubicBezTo>
                      <a:pt x="10020" y="18457"/>
                      <a:pt x="10020" y="18457"/>
                      <a:pt x="10020" y="18322"/>
                    </a:cubicBezTo>
                    <a:cubicBezTo>
                      <a:pt x="10020" y="18230"/>
                      <a:pt x="10021" y="18139"/>
                      <a:pt x="10022" y="18046"/>
                    </a:cubicBezTo>
                    <a:cubicBezTo>
                      <a:pt x="10028" y="17537"/>
                      <a:pt x="10008" y="17068"/>
                      <a:pt x="9890" y="16571"/>
                    </a:cubicBezTo>
                    <a:cubicBezTo>
                      <a:pt x="9759" y="16001"/>
                      <a:pt x="9800" y="15457"/>
                      <a:pt x="9855" y="14881"/>
                    </a:cubicBezTo>
                    <a:cubicBezTo>
                      <a:pt x="9867" y="14752"/>
                      <a:pt x="9877" y="14623"/>
                      <a:pt x="9888" y="14494"/>
                    </a:cubicBezTo>
                    <a:cubicBezTo>
                      <a:pt x="9919" y="14120"/>
                      <a:pt x="9953" y="13746"/>
                      <a:pt x="9987" y="13372"/>
                    </a:cubicBezTo>
                    <a:cubicBezTo>
                      <a:pt x="10060" y="12535"/>
                      <a:pt x="10133" y="11697"/>
                      <a:pt x="10208" y="10833"/>
                    </a:cubicBezTo>
                    <a:cubicBezTo>
                      <a:pt x="6908" y="10833"/>
                      <a:pt x="3608" y="10833"/>
                      <a:pt x="208" y="10833"/>
                    </a:cubicBezTo>
                    <a:cubicBezTo>
                      <a:pt x="208" y="12415"/>
                      <a:pt x="208" y="13996"/>
                      <a:pt x="208" y="15625"/>
                    </a:cubicBezTo>
                    <a:cubicBezTo>
                      <a:pt x="140" y="15625"/>
                      <a:pt x="71" y="15625"/>
                      <a:pt x="0" y="15625"/>
                    </a:cubicBezTo>
                    <a:cubicBezTo>
                      <a:pt x="0" y="13975"/>
                      <a:pt x="0" y="12325"/>
                      <a:pt x="0" y="10625"/>
                    </a:cubicBezTo>
                    <a:cubicBezTo>
                      <a:pt x="3300" y="10556"/>
                      <a:pt x="6600" y="10487"/>
                      <a:pt x="10000" y="10417"/>
                    </a:cubicBezTo>
                    <a:cubicBezTo>
                      <a:pt x="10069" y="9042"/>
                      <a:pt x="10138" y="7667"/>
                      <a:pt x="10208" y="6250"/>
                    </a:cubicBezTo>
                    <a:cubicBezTo>
                      <a:pt x="10277" y="5906"/>
                      <a:pt x="10346" y="5562"/>
                      <a:pt x="10417" y="5208"/>
                    </a:cubicBezTo>
                    <a:cubicBezTo>
                      <a:pt x="10279" y="5208"/>
                      <a:pt x="10142" y="5208"/>
                      <a:pt x="10000" y="5208"/>
                    </a:cubicBezTo>
                    <a:cubicBezTo>
                      <a:pt x="9995" y="4560"/>
                      <a:pt x="9991" y="3912"/>
                      <a:pt x="9989" y="3263"/>
                    </a:cubicBezTo>
                    <a:cubicBezTo>
                      <a:pt x="9988" y="2962"/>
                      <a:pt x="9987" y="2661"/>
                      <a:pt x="9984" y="2360"/>
                    </a:cubicBezTo>
                    <a:cubicBezTo>
                      <a:pt x="9982" y="2098"/>
                      <a:pt x="9981" y="1835"/>
                      <a:pt x="9980" y="1573"/>
                    </a:cubicBezTo>
                    <a:cubicBezTo>
                      <a:pt x="9980" y="1434"/>
                      <a:pt x="9980" y="1295"/>
                      <a:pt x="9978" y="1156"/>
                    </a:cubicBezTo>
                    <a:cubicBezTo>
                      <a:pt x="9976" y="1001"/>
                      <a:pt x="9976" y="846"/>
                      <a:pt x="9976" y="691"/>
                    </a:cubicBezTo>
                    <a:cubicBezTo>
                      <a:pt x="9976" y="645"/>
                      <a:pt x="9975" y="599"/>
                      <a:pt x="9974" y="551"/>
                    </a:cubicBezTo>
                    <a:cubicBezTo>
                      <a:pt x="9974" y="509"/>
                      <a:pt x="9975" y="467"/>
                      <a:pt x="9975" y="423"/>
                    </a:cubicBezTo>
                    <a:cubicBezTo>
                      <a:pt x="9975" y="386"/>
                      <a:pt x="9975" y="350"/>
                      <a:pt x="9974" y="312"/>
                    </a:cubicBezTo>
                    <a:cubicBezTo>
                      <a:pt x="10000" y="208"/>
                      <a:pt x="10000" y="208"/>
                      <a:pt x="10208" y="0"/>
                    </a:cubicBezTo>
                    <a:close/>
                  </a:path>
                </a:pathLst>
              </a:custGeom>
              <a:solidFill>
                <a:srgbClr val="8088CC"/>
              </a:solidFill>
              <a:ln w="2646" cap="flat">
                <a:noFill/>
              </a:ln>
            </p:spPr>
          </p:sp>
          <p:sp>
            <p:nvSpPr>
              <p:cNvPr id="2577" name="ICON_C_HEATMAP_path_011"/>
              <p:cNvSpPr/>
              <p:nvPr/>
            </p:nvSpPr>
            <p:spPr>
              <a:xfrm>
                <a:off x="7715250" y="7254875"/>
                <a:ext cx="904875" cy="421071"/>
              </a:xfrm>
              <a:custGeom>
                <a:avLst/>
                <a:gdLst/>
                <a:ahLst/>
                <a:cxnLst/>
                <a:rect l="0" t="0" r="r" b="b"/>
                <a:pathLst>
                  <a:path w="71250" h="33155" fill="norm" stroke="0">
                    <a:moveTo>
                      <a:pt x="0" y="0"/>
                    </a:moveTo>
                    <a:cubicBezTo>
                      <a:pt x="23513" y="0"/>
                      <a:pt x="47025" y="0"/>
                      <a:pt x="71250" y="0"/>
                    </a:cubicBezTo>
                    <a:cubicBezTo>
                      <a:pt x="71250" y="275"/>
                      <a:pt x="71250" y="550"/>
                      <a:pt x="71250" y="833"/>
                    </a:cubicBezTo>
                    <a:cubicBezTo>
                      <a:pt x="64581" y="833"/>
                      <a:pt x="57913" y="833"/>
                      <a:pt x="51042" y="833"/>
                    </a:cubicBezTo>
                    <a:cubicBezTo>
                      <a:pt x="51042" y="971"/>
                      <a:pt x="51042" y="1108"/>
                      <a:pt x="51042" y="1250"/>
                    </a:cubicBezTo>
                    <a:cubicBezTo>
                      <a:pt x="50285" y="1250"/>
                      <a:pt x="49529" y="1250"/>
                      <a:pt x="48750" y="1250"/>
                    </a:cubicBezTo>
                    <a:cubicBezTo>
                      <a:pt x="48750" y="1112"/>
                      <a:pt x="48750" y="975"/>
                      <a:pt x="48750" y="833"/>
                    </a:cubicBezTo>
                    <a:cubicBezTo>
                      <a:pt x="46206" y="833"/>
                      <a:pt x="43663" y="833"/>
                      <a:pt x="41042" y="833"/>
                    </a:cubicBezTo>
                    <a:cubicBezTo>
                      <a:pt x="41042" y="971"/>
                      <a:pt x="41042" y="1108"/>
                      <a:pt x="41042" y="1250"/>
                    </a:cubicBezTo>
                    <a:cubicBezTo>
                      <a:pt x="27979" y="1250"/>
                      <a:pt x="14917" y="1250"/>
                      <a:pt x="1458" y="1250"/>
                    </a:cubicBezTo>
                    <a:cubicBezTo>
                      <a:pt x="1458" y="11562"/>
                      <a:pt x="1458" y="21875"/>
                      <a:pt x="1458" y="32500"/>
                    </a:cubicBezTo>
                    <a:cubicBezTo>
                      <a:pt x="3727" y="32431"/>
                      <a:pt x="5996" y="32362"/>
                      <a:pt x="8333" y="32292"/>
                    </a:cubicBezTo>
                    <a:cubicBezTo>
                      <a:pt x="8333" y="32498"/>
                      <a:pt x="8333" y="32704"/>
                      <a:pt x="8333" y="32917"/>
                    </a:cubicBezTo>
                    <a:cubicBezTo>
                      <a:pt x="9145" y="32899"/>
                      <a:pt x="9956" y="32879"/>
                      <a:pt x="10767" y="32857"/>
                    </a:cubicBezTo>
                    <a:cubicBezTo>
                      <a:pt x="11144" y="32846"/>
                      <a:pt x="11521" y="32837"/>
                      <a:pt x="11897" y="32829"/>
                    </a:cubicBezTo>
                    <a:cubicBezTo>
                      <a:pt x="12226" y="32822"/>
                      <a:pt x="12554" y="32814"/>
                      <a:pt x="12882" y="32804"/>
                    </a:cubicBezTo>
                    <a:cubicBezTo>
                      <a:pt x="13056" y="32798"/>
                      <a:pt x="13230" y="32794"/>
                      <a:pt x="13404" y="32791"/>
                    </a:cubicBezTo>
                    <a:cubicBezTo>
                      <a:pt x="13567" y="32788"/>
                      <a:pt x="13731" y="32784"/>
                      <a:pt x="13895" y="32778"/>
                    </a:cubicBezTo>
                    <a:cubicBezTo>
                      <a:pt x="13955" y="32776"/>
                      <a:pt x="14015" y="32775"/>
                      <a:pt x="14075" y="32774"/>
                    </a:cubicBezTo>
                    <a:cubicBezTo>
                      <a:pt x="14251" y="32773"/>
                      <a:pt x="14416" y="32768"/>
                      <a:pt x="14583" y="32708"/>
                    </a:cubicBezTo>
                    <a:cubicBezTo>
                      <a:pt x="14654" y="32604"/>
                      <a:pt x="14691" y="32503"/>
                      <a:pt x="14734" y="32385"/>
                    </a:cubicBezTo>
                    <a:cubicBezTo>
                      <a:pt x="14792" y="32292"/>
                      <a:pt x="14792" y="32292"/>
                      <a:pt x="14895" y="32254"/>
                    </a:cubicBezTo>
                    <a:cubicBezTo>
                      <a:pt x="15036" y="32240"/>
                      <a:pt x="15171" y="32240"/>
                      <a:pt x="15312" y="32244"/>
                    </a:cubicBezTo>
                    <a:cubicBezTo>
                      <a:pt x="15366" y="32245"/>
                      <a:pt x="15419" y="32244"/>
                      <a:pt x="15473" y="32244"/>
                    </a:cubicBezTo>
                    <a:cubicBezTo>
                      <a:pt x="15617" y="32244"/>
                      <a:pt x="15762" y="32246"/>
                      <a:pt x="15907" y="32249"/>
                    </a:cubicBezTo>
                    <a:cubicBezTo>
                      <a:pt x="16058" y="32252"/>
                      <a:pt x="16209" y="32252"/>
                      <a:pt x="16360" y="32253"/>
                    </a:cubicBezTo>
                    <a:cubicBezTo>
                      <a:pt x="16647" y="32254"/>
                      <a:pt x="16933" y="32258"/>
                      <a:pt x="17219" y="32262"/>
                    </a:cubicBezTo>
                    <a:cubicBezTo>
                      <a:pt x="17545" y="32266"/>
                      <a:pt x="17871" y="32269"/>
                      <a:pt x="18197" y="32271"/>
                    </a:cubicBezTo>
                    <a:cubicBezTo>
                      <a:pt x="18867" y="32275"/>
                      <a:pt x="19538" y="32283"/>
                      <a:pt x="20208" y="32292"/>
                    </a:cubicBezTo>
                    <a:cubicBezTo>
                      <a:pt x="20208" y="32498"/>
                      <a:pt x="20208" y="32704"/>
                      <a:pt x="20208" y="32917"/>
                    </a:cubicBezTo>
                    <a:cubicBezTo>
                      <a:pt x="19650" y="33079"/>
                      <a:pt x="19143" y="33155"/>
                      <a:pt x="18563" y="33150"/>
                    </a:cubicBezTo>
                    <a:cubicBezTo>
                      <a:pt x="18485" y="33150"/>
                      <a:pt x="18407" y="33150"/>
                      <a:pt x="18329" y="33151"/>
                    </a:cubicBezTo>
                    <a:cubicBezTo>
                      <a:pt x="18117" y="33151"/>
                      <a:pt x="17905" y="33150"/>
                      <a:pt x="17693" y="33149"/>
                    </a:cubicBezTo>
                    <a:cubicBezTo>
                      <a:pt x="17464" y="33148"/>
                      <a:pt x="17234" y="33149"/>
                      <a:pt x="17005" y="33149"/>
                    </a:cubicBezTo>
                    <a:cubicBezTo>
                      <a:pt x="16608" y="33149"/>
                      <a:pt x="16211" y="33148"/>
                      <a:pt x="15814" y="33147"/>
                    </a:cubicBezTo>
                    <a:cubicBezTo>
                      <a:pt x="15399" y="33146"/>
                      <a:pt x="14983" y="33145"/>
                      <a:pt x="14567" y="33145"/>
                    </a:cubicBezTo>
                    <a:cubicBezTo>
                      <a:pt x="14542" y="33145"/>
                      <a:pt x="14516" y="33145"/>
                      <a:pt x="14489" y="33145"/>
                    </a:cubicBezTo>
                    <a:cubicBezTo>
                      <a:pt x="14357" y="33145"/>
                      <a:pt x="14225" y="33145"/>
                      <a:pt x="14094" y="33145"/>
                    </a:cubicBezTo>
                    <a:cubicBezTo>
                      <a:pt x="13163" y="33144"/>
                      <a:pt x="12232" y="33143"/>
                      <a:pt x="11301" y="33141"/>
                    </a:cubicBezTo>
                    <a:cubicBezTo>
                      <a:pt x="10398" y="33139"/>
                      <a:pt x="9494" y="33137"/>
                      <a:pt x="8590" y="33136"/>
                    </a:cubicBezTo>
                    <a:cubicBezTo>
                      <a:pt x="8562" y="33136"/>
                      <a:pt x="8534" y="33136"/>
                      <a:pt x="8506" y="33136"/>
                    </a:cubicBezTo>
                    <a:cubicBezTo>
                      <a:pt x="8225" y="33136"/>
                      <a:pt x="7945" y="33136"/>
                      <a:pt x="7665" y="33136"/>
                    </a:cubicBezTo>
                    <a:cubicBezTo>
                      <a:pt x="7094" y="33135"/>
                      <a:pt x="6523" y="33134"/>
                      <a:pt x="5952" y="33134"/>
                    </a:cubicBezTo>
                    <a:cubicBezTo>
                      <a:pt x="5939" y="33134"/>
                      <a:pt x="5939" y="33134"/>
                      <a:pt x="5873" y="33134"/>
                    </a:cubicBezTo>
                    <a:cubicBezTo>
                      <a:pt x="4124" y="33132"/>
                      <a:pt x="2374" y="33129"/>
                      <a:pt x="625" y="33125"/>
                    </a:cubicBezTo>
                    <a:cubicBezTo>
                      <a:pt x="597" y="32060"/>
                      <a:pt x="570" y="30995"/>
                      <a:pt x="544" y="29930"/>
                    </a:cubicBezTo>
                    <a:cubicBezTo>
                      <a:pt x="531" y="29435"/>
                      <a:pt x="519" y="28940"/>
                      <a:pt x="506" y="28445"/>
                    </a:cubicBezTo>
                    <a:cubicBezTo>
                      <a:pt x="449" y="26269"/>
                      <a:pt x="399" y="24094"/>
                      <a:pt x="416" y="21917"/>
                    </a:cubicBezTo>
                    <a:cubicBezTo>
                      <a:pt x="418" y="21657"/>
                      <a:pt x="419" y="21397"/>
                      <a:pt x="420" y="21136"/>
                    </a:cubicBezTo>
                    <a:cubicBezTo>
                      <a:pt x="420" y="21089"/>
                      <a:pt x="420" y="21042"/>
                      <a:pt x="421" y="20993"/>
                    </a:cubicBezTo>
                    <a:cubicBezTo>
                      <a:pt x="428" y="19569"/>
                      <a:pt x="390" y="18147"/>
                      <a:pt x="336" y="16724"/>
                    </a:cubicBezTo>
                    <a:cubicBezTo>
                      <a:pt x="328" y="16519"/>
                      <a:pt x="320" y="16314"/>
                      <a:pt x="313" y="16109"/>
                    </a:cubicBezTo>
                    <a:cubicBezTo>
                      <a:pt x="303" y="15837"/>
                      <a:pt x="293" y="15566"/>
                      <a:pt x="281" y="15294"/>
                    </a:cubicBezTo>
                    <a:cubicBezTo>
                      <a:pt x="276" y="15194"/>
                      <a:pt x="273" y="15095"/>
                      <a:pt x="269" y="14995"/>
                    </a:cubicBezTo>
                    <a:cubicBezTo>
                      <a:pt x="264" y="14858"/>
                      <a:pt x="258" y="14722"/>
                      <a:pt x="251" y="14586"/>
                    </a:cubicBezTo>
                    <a:cubicBezTo>
                      <a:pt x="250" y="14546"/>
                      <a:pt x="249" y="14506"/>
                      <a:pt x="247" y="14465"/>
                    </a:cubicBezTo>
                    <a:cubicBezTo>
                      <a:pt x="245" y="14429"/>
                      <a:pt x="243" y="14392"/>
                      <a:pt x="241" y="14354"/>
                    </a:cubicBezTo>
                    <a:cubicBezTo>
                      <a:pt x="240" y="14323"/>
                      <a:pt x="239" y="14291"/>
                      <a:pt x="237" y="14259"/>
                    </a:cubicBezTo>
                    <a:cubicBezTo>
                      <a:pt x="208" y="14167"/>
                      <a:pt x="208" y="14167"/>
                      <a:pt x="0" y="13958"/>
                    </a:cubicBezTo>
                    <a:cubicBezTo>
                      <a:pt x="0" y="9352"/>
                      <a:pt x="0" y="4746"/>
                      <a:pt x="0" y="0"/>
                    </a:cubicBezTo>
                    <a:close/>
                  </a:path>
                </a:pathLst>
              </a:custGeom>
              <a:solidFill>
                <a:srgbClr val="8BB7A1"/>
              </a:solidFill>
              <a:ln w="2646" cap="flat">
                <a:noFill/>
              </a:ln>
            </p:spPr>
          </p:sp>
          <p:sp>
            <p:nvSpPr>
              <p:cNvPr id="2578" name="ICON_C_HEATMAP_path_012"/>
              <p:cNvSpPr/>
              <p:nvPr/>
            </p:nvSpPr>
            <p:spPr>
              <a:xfrm>
                <a:off x="7715250" y="7432146"/>
                <a:ext cx="904875" cy="259292"/>
              </a:xfrm>
              <a:custGeom>
                <a:avLst/>
                <a:gdLst/>
                <a:ahLst/>
                <a:cxnLst/>
                <a:rect l="0" t="0" r="r" b="b"/>
                <a:pathLst>
                  <a:path w="71250" h="20417" fill="norm" stroke="0">
                    <a:moveTo>
                      <a:pt x="0" y="0"/>
                    </a:moveTo>
                    <a:cubicBezTo>
                      <a:pt x="69" y="34"/>
                      <a:pt x="69" y="34"/>
                      <a:pt x="417" y="208"/>
                    </a:cubicBezTo>
                    <a:cubicBezTo>
                      <a:pt x="467" y="359"/>
                      <a:pt x="481" y="443"/>
                      <a:pt x="483" y="596"/>
                    </a:cubicBezTo>
                    <a:cubicBezTo>
                      <a:pt x="485" y="635"/>
                      <a:pt x="487" y="675"/>
                      <a:pt x="489" y="715"/>
                    </a:cubicBezTo>
                    <a:cubicBezTo>
                      <a:pt x="496" y="849"/>
                      <a:pt x="499" y="982"/>
                      <a:pt x="503" y="1115"/>
                    </a:cubicBezTo>
                    <a:cubicBezTo>
                      <a:pt x="506" y="1211"/>
                      <a:pt x="510" y="1308"/>
                      <a:pt x="515" y="1404"/>
                    </a:cubicBezTo>
                    <a:cubicBezTo>
                      <a:pt x="524" y="1643"/>
                      <a:pt x="532" y="1882"/>
                      <a:pt x="539" y="2121"/>
                    </a:cubicBezTo>
                    <a:cubicBezTo>
                      <a:pt x="544" y="2320"/>
                      <a:pt x="551" y="2520"/>
                      <a:pt x="558" y="2719"/>
                    </a:cubicBezTo>
                    <a:cubicBezTo>
                      <a:pt x="661" y="5681"/>
                      <a:pt x="650" y="8645"/>
                      <a:pt x="641" y="11608"/>
                    </a:cubicBezTo>
                    <a:cubicBezTo>
                      <a:pt x="638" y="12508"/>
                      <a:pt x="636" y="13407"/>
                      <a:pt x="635" y="14306"/>
                    </a:cubicBezTo>
                    <a:cubicBezTo>
                      <a:pt x="635" y="14344"/>
                      <a:pt x="634" y="14381"/>
                      <a:pt x="634" y="14419"/>
                    </a:cubicBezTo>
                    <a:cubicBezTo>
                      <a:pt x="634" y="14759"/>
                      <a:pt x="633" y="15099"/>
                      <a:pt x="632" y="15439"/>
                    </a:cubicBezTo>
                    <a:cubicBezTo>
                      <a:pt x="631" y="15967"/>
                      <a:pt x="630" y="16496"/>
                      <a:pt x="629" y="17025"/>
                    </a:cubicBezTo>
                    <a:cubicBezTo>
                      <a:pt x="629" y="17061"/>
                      <a:pt x="629" y="17097"/>
                      <a:pt x="629" y="17134"/>
                    </a:cubicBezTo>
                    <a:cubicBezTo>
                      <a:pt x="629" y="17309"/>
                      <a:pt x="628" y="17485"/>
                      <a:pt x="628" y="17660"/>
                    </a:cubicBezTo>
                    <a:cubicBezTo>
                      <a:pt x="628" y="17952"/>
                      <a:pt x="627" y="18245"/>
                      <a:pt x="626" y="18537"/>
                    </a:cubicBezTo>
                    <a:cubicBezTo>
                      <a:pt x="626" y="18672"/>
                      <a:pt x="626" y="18808"/>
                      <a:pt x="625" y="18943"/>
                    </a:cubicBezTo>
                    <a:cubicBezTo>
                      <a:pt x="625" y="18986"/>
                      <a:pt x="625" y="19030"/>
                      <a:pt x="625" y="19075"/>
                    </a:cubicBezTo>
                    <a:cubicBezTo>
                      <a:pt x="625" y="19105"/>
                      <a:pt x="625" y="19135"/>
                      <a:pt x="625" y="19167"/>
                    </a:cubicBezTo>
                    <a:cubicBezTo>
                      <a:pt x="654" y="19166"/>
                      <a:pt x="684" y="19166"/>
                      <a:pt x="714" y="19165"/>
                    </a:cubicBezTo>
                    <a:cubicBezTo>
                      <a:pt x="4465" y="19105"/>
                      <a:pt x="8216" y="19053"/>
                      <a:pt x="32446" y="18983"/>
                    </a:cubicBezTo>
                    <a:cubicBezTo>
                      <a:pt x="32554" y="18984"/>
                      <a:pt x="32661" y="18984"/>
                      <a:pt x="32768" y="18984"/>
                    </a:cubicBezTo>
                    <a:cubicBezTo>
                      <a:pt x="36309" y="18999"/>
                      <a:pt x="39850" y="19016"/>
                      <a:pt x="43391" y="19034"/>
                    </a:cubicBezTo>
                    <a:cubicBezTo>
                      <a:pt x="45595" y="19045"/>
                      <a:pt x="47799" y="19056"/>
                      <a:pt x="50003" y="19066"/>
                    </a:cubicBezTo>
                    <a:cubicBezTo>
                      <a:pt x="50116" y="19066"/>
                      <a:pt x="50230" y="19067"/>
                      <a:pt x="50344" y="19067"/>
                    </a:cubicBezTo>
                    <a:cubicBezTo>
                      <a:pt x="51098" y="19071"/>
                      <a:pt x="51852" y="19074"/>
                      <a:pt x="52607" y="19077"/>
                    </a:cubicBezTo>
                    <a:cubicBezTo>
                      <a:pt x="54105" y="19084"/>
                      <a:pt x="55602" y="19091"/>
                      <a:pt x="57100" y="19098"/>
                    </a:cubicBezTo>
                    <a:cubicBezTo>
                      <a:pt x="57171" y="19098"/>
                      <a:pt x="57243" y="19098"/>
                      <a:pt x="57314" y="19099"/>
                    </a:cubicBezTo>
                    <a:cubicBezTo>
                      <a:pt x="60471" y="19113"/>
                      <a:pt x="63628" y="19129"/>
                      <a:pt x="66786" y="19144"/>
                    </a:cubicBezTo>
                    <a:cubicBezTo>
                      <a:pt x="66815" y="19144"/>
                      <a:pt x="66844" y="19145"/>
                      <a:pt x="66874" y="19145"/>
                    </a:cubicBezTo>
                    <a:cubicBezTo>
                      <a:pt x="68333" y="19152"/>
                      <a:pt x="69791" y="19159"/>
                      <a:pt x="71250" y="19167"/>
                    </a:cubicBezTo>
                    <a:cubicBezTo>
                      <a:pt x="71250" y="19579"/>
                      <a:pt x="71250" y="19992"/>
                      <a:pt x="71250" y="20417"/>
                    </a:cubicBezTo>
                    <a:cubicBezTo>
                      <a:pt x="47737" y="20417"/>
                      <a:pt x="24225" y="20417"/>
                      <a:pt x="0" y="20417"/>
                    </a:cubicBezTo>
                    <a:cubicBezTo>
                      <a:pt x="0" y="13679"/>
                      <a:pt x="0" y="6942"/>
                      <a:pt x="0" y="0"/>
                    </a:cubicBezTo>
                    <a:close/>
                  </a:path>
                </a:pathLst>
              </a:custGeom>
              <a:solidFill>
                <a:srgbClr val="D3E5E6"/>
              </a:solidFill>
              <a:ln w="2646" cap="flat">
                <a:noFill/>
              </a:ln>
            </p:spPr>
          </p:sp>
          <p:sp>
            <p:nvSpPr>
              <p:cNvPr id="2579" name="ICON_C_HEATMAP_path_013"/>
              <p:cNvSpPr/>
              <p:nvPr/>
            </p:nvSpPr>
            <p:spPr>
              <a:xfrm>
                <a:off x="8236479" y="7262743"/>
                <a:ext cx="383646" cy="338735"/>
              </a:xfrm>
              <a:custGeom>
                <a:avLst/>
                <a:gdLst/>
                <a:ahLst/>
                <a:cxnLst/>
                <a:rect l="0" t="0" r="r" b="b"/>
                <a:pathLst>
                  <a:path w="30208" h="26672" fill="norm" stroke="0">
                    <a:moveTo>
                      <a:pt x="25167" y="95"/>
                    </a:moveTo>
                    <a:cubicBezTo>
                      <a:pt x="25261" y="97"/>
                      <a:pt x="25355" y="99"/>
                      <a:pt x="25449" y="101"/>
                    </a:cubicBezTo>
                    <a:cubicBezTo>
                      <a:pt x="27035" y="135"/>
                      <a:pt x="28622" y="172"/>
                      <a:pt x="30208" y="214"/>
                    </a:cubicBezTo>
                    <a:cubicBezTo>
                      <a:pt x="30208" y="351"/>
                      <a:pt x="30208" y="489"/>
                      <a:pt x="30208" y="630"/>
                    </a:cubicBezTo>
                    <a:cubicBezTo>
                      <a:pt x="28077" y="630"/>
                      <a:pt x="25946" y="630"/>
                      <a:pt x="23750" y="630"/>
                    </a:cubicBezTo>
                    <a:cubicBezTo>
                      <a:pt x="23750" y="837"/>
                      <a:pt x="23750" y="1043"/>
                      <a:pt x="23750" y="1255"/>
                    </a:cubicBezTo>
                    <a:cubicBezTo>
                      <a:pt x="23952" y="1359"/>
                      <a:pt x="23952" y="1359"/>
                      <a:pt x="24067" y="1400"/>
                    </a:cubicBezTo>
                    <a:cubicBezTo>
                      <a:pt x="24167" y="1464"/>
                      <a:pt x="24167" y="1464"/>
                      <a:pt x="24216" y="1589"/>
                    </a:cubicBezTo>
                    <a:cubicBezTo>
                      <a:pt x="24251" y="1758"/>
                      <a:pt x="24263" y="1929"/>
                      <a:pt x="24275" y="2100"/>
                    </a:cubicBezTo>
                    <a:cubicBezTo>
                      <a:pt x="24280" y="2164"/>
                      <a:pt x="24286" y="2227"/>
                      <a:pt x="24292" y="2291"/>
                    </a:cubicBezTo>
                    <a:cubicBezTo>
                      <a:pt x="24303" y="2424"/>
                      <a:pt x="24313" y="2558"/>
                      <a:pt x="24321" y="2691"/>
                    </a:cubicBezTo>
                    <a:cubicBezTo>
                      <a:pt x="24333" y="2861"/>
                      <a:pt x="24349" y="3030"/>
                      <a:pt x="24366" y="3199"/>
                    </a:cubicBezTo>
                    <a:cubicBezTo>
                      <a:pt x="24379" y="3330"/>
                      <a:pt x="24389" y="3462"/>
                      <a:pt x="24398" y="3594"/>
                    </a:cubicBezTo>
                    <a:cubicBezTo>
                      <a:pt x="24403" y="3656"/>
                      <a:pt x="24408" y="3718"/>
                      <a:pt x="24415" y="3781"/>
                    </a:cubicBezTo>
                    <a:cubicBezTo>
                      <a:pt x="24446" y="4075"/>
                      <a:pt x="24437" y="4308"/>
                      <a:pt x="24265" y="4558"/>
                    </a:cubicBezTo>
                    <a:cubicBezTo>
                      <a:pt x="24008" y="4876"/>
                      <a:pt x="23736" y="5053"/>
                      <a:pt x="23329" y="5102"/>
                    </a:cubicBezTo>
                    <a:cubicBezTo>
                      <a:pt x="23170" y="5116"/>
                      <a:pt x="23012" y="5122"/>
                      <a:pt x="22852" y="5127"/>
                    </a:cubicBezTo>
                    <a:cubicBezTo>
                      <a:pt x="22766" y="5131"/>
                      <a:pt x="22681" y="5136"/>
                      <a:pt x="22595" y="5141"/>
                    </a:cubicBezTo>
                    <a:cubicBezTo>
                      <a:pt x="22416" y="5151"/>
                      <a:pt x="22237" y="5158"/>
                      <a:pt x="22058" y="5165"/>
                    </a:cubicBezTo>
                    <a:cubicBezTo>
                      <a:pt x="21830" y="5172"/>
                      <a:pt x="21603" y="5185"/>
                      <a:pt x="21376" y="5199"/>
                    </a:cubicBezTo>
                    <a:cubicBezTo>
                      <a:pt x="21199" y="5209"/>
                      <a:pt x="21022" y="5218"/>
                      <a:pt x="20845" y="5225"/>
                    </a:cubicBezTo>
                    <a:cubicBezTo>
                      <a:pt x="20761" y="5229"/>
                      <a:pt x="20677" y="5233"/>
                      <a:pt x="20594" y="5238"/>
                    </a:cubicBezTo>
                    <a:cubicBezTo>
                      <a:pt x="20554" y="5241"/>
                      <a:pt x="20514" y="5243"/>
                      <a:pt x="20474" y="5245"/>
                    </a:cubicBezTo>
                    <a:cubicBezTo>
                      <a:pt x="20439" y="5248"/>
                      <a:pt x="20405" y="5250"/>
                      <a:pt x="20369" y="5252"/>
                    </a:cubicBezTo>
                    <a:cubicBezTo>
                      <a:pt x="19724" y="5252"/>
                      <a:pt x="19622" y="5129"/>
                      <a:pt x="18958" y="4797"/>
                    </a:cubicBezTo>
                    <a:cubicBezTo>
                      <a:pt x="18890" y="3491"/>
                      <a:pt x="18821" y="2185"/>
                      <a:pt x="18750" y="839"/>
                    </a:cubicBezTo>
                    <a:cubicBezTo>
                      <a:pt x="15106" y="839"/>
                      <a:pt x="11462" y="839"/>
                      <a:pt x="7708" y="839"/>
                    </a:cubicBezTo>
                    <a:cubicBezTo>
                      <a:pt x="7708" y="2145"/>
                      <a:pt x="7708" y="3451"/>
                      <a:pt x="7708" y="4797"/>
                    </a:cubicBezTo>
                    <a:cubicBezTo>
                      <a:pt x="7433" y="4797"/>
                      <a:pt x="7158" y="4797"/>
                      <a:pt x="6875" y="4797"/>
                    </a:cubicBezTo>
                    <a:cubicBezTo>
                      <a:pt x="6426" y="4819"/>
                      <a:pt x="6426" y="4819"/>
                      <a:pt x="6273" y="4829"/>
                    </a:cubicBezTo>
                    <a:cubicBezTo>
                      <a:pt x="6239" y="4831"/>
                      <a:pt x="6205" y="4833"/>
                      <a:pt x="6170" y="4836"/>
                    </a:cubicBezTo>
                    <a:cubicBezTo>
                      <a:pt x="6135" y="4838"/>
                      <a:pt x="6100" y="4840"/>
                      <a:pt x="6065" y="4843"/>
                    </a:cubicBezTo>
                    <a:cubicBezTo>
                      <a:pt x="5991" y="4847"/>
                      <a:pt x="5918" y="4852"/>
                      <a:pt x="5844" y="4857"/>
                    </a:cubicBezTo>
                    <a:cubicBezTo>
                      <a:pt x="5653" y="4869"/>
                      <a:pt x="5463" y="4881"/>
                      <a:pt x="5273" y="4894"/>
                    </a:cubicBezTo>
                    <a:cubicBezTo>
                      <a:pt x="5077" y="4906"/>
                      <a:pt x="4881" y="4919"/>
                      <a:pt x="4686" y="4931"/>
                    </a:cubicBezTo>
                    <a:cubicBezTo>
                      <a:pt x="4305" y="4956"/>
                      <a:pt x="3923" y="4980"/>
                      <a:pt x="3542" y="5005"/>
                    </a:cubicBezTo>
                    <a:cubicBezTo>
                      <a:pt x="3544" y="5031"/>
                      <a:pt x="3546" y="5057"/>
                      <a:pt x="3548" y="5084"/>
                    </a:cubicBezTo>
                    <a:cubicBezTo>
                      <a:pt x="3616" y="5901"/>
                      <a:pt x="3680" y="6718"/>
                      <a:pt x="3742" y="7536"/>
                    </a:cubicBezTo>
                    <a:cubicBezTo>
                      <a:pt x="3747" y="7602"/>
                      <a:pt x="3753" y="7669"/>
                      <a:pt x="3758" y="7735"/>
                    </a:cubicBezTo>
                    <a:cubicBezTo>
                      <a:pt x="3871" y="9231"/>
                      <a:pt x="3977" y="10724"/>
                      <a:pt x="3979" y="12225"/>
                    </a:cubicBezTo>
                    <a:cubicBezTo>
                      <a:pt x="3979" y="12238"/>
                      <a:pt x="3979" y="12238"/>
                      <a:pt x="3979" y="12306"/>
                    </a:cubicBezTo>
                    <a:cubicBezTo>
                      <a:pt x="3979" y="12835"/>
                      <a:pt x="3974" y="13363"/>
                      <a:pt x="3964" y="13892"/>
                    </a:cubicBezTo>
                    <a:cubicBezTo>
                      <a:pt x="3960" y="14074"/>
                      <a:pt x="3958" y="14255"/>
                      <a:pt x="3955" y="14437"/>
                    </a:cubicBezTo>
                    <a:cubicBezTo>
                      <a:pt x="3953" y="14558"/>
                      <a:pt x="3949" y="14680"/>
                      <a:pt x="3945" y="14801"/>
                    </a:cubicBezTo>
                    <a:cubicBezTo>
                      <a:pt x="3936" y="15212"/>
                      <a:pt x="3963" y="15526"/>
                      <a:pt x="4142" y="15900"/>
                    </a:cubicBezTo>
                    <a:cubicBezTo>
                      <a:pt x="4170" y="16069"/>
                      <a:pt x="4150" y="16098"/>
                      <a:pt x="4070" y="16242"/>
                    </a:cubicBezTo>
                    <a:cubicBezTo>
                      <a:pt x="3935" y="16485"/>
                      <a:pt x="3931" y="16685"/>
                      <a:pt x="3938" y="16958"/>
                    </a:cubicBezTo>
                    <a:cubicBezTo>
                      <a:pt x="3938" y="17006"/>
                      <a:pt x="3939" y="17054"/>
                      <a:pt x="3939" y="17103"/>
                    </a:cubicBezTo>
                    <a:cubicBezTo>
                      <a:pt x="3940" y="17208"/>
                      <a:pt x="3941" y="17312"/>
                      <a:pt x="3943" y="17416"/>
                    </a:cubicBezTo>
                    <a:cubicBezTo>
                      <a:pt x="3946" y="17585"/>
                      <a:pt x="3947" y="17754"/>
                      <a:pt x="3948" y="17922"/>
                    </a:cubicBezTo>
                    <a:cubicBezTo>
                      <a:pt x="3950" y="18165"/>
                      <a:pt x="3952" y="18408"/>
                      <a:pt x="3955" y="18650"/>
                    </a:cubicBezTo>
                    <a:cubicBezTo>
                      <a:pt x="3961" y="19287"/>
                      <a:pt x="3964" y="19924"/>
                      <a:pt x="3965" y="20560"/>
                    </a:cubicBezTo>
                    <a:cubicBezTo>
                      <a:pt x="3965" y="20593"/>
                      <a:pt x="3965" y="20625"/>
                      <a:pt x="3965" y="20658"/>
                    </a:cubicBezTo>
                    <a:cubicBezTo>
                      <a:pt x="3967" y="21983"/>
                      <a:pt x="3924" y="23304"/>
                      <a:pt x="3854" y="24628"/>
                    </a:cubicBezTo>
                    <a:cubicBezTo>
                      <a:pt x="3853" y="24652"/>
                      <a:pt x="3853" y="24652"/>
                      <a:pt x="3847" y="24772"/>
                    </a:cubicBezTo>
                    <a:cubicBezTo>
                      <a:pt x="3817" y="25336"/>
                      <a:pt x="3784" y="25900"/>
                      <a:pt x="3750" y="26464"/>
                    </a:cubicBezTo>
                    <a:cubicBezTo>
                      <a:pt x="3166" y="26498"/>
                      <a:pt x="3166" y="26498"/>
                      <a:pt x="208" y="26672"/>
                    </a:cubicBezTo>
                    <a:cubicBezTo>
                      <a:pt x="183" y="25483"/>
                      <a:pt x="183" y="25483"/>
                      <a:pt x="177" y="24896"/>
                    </a:cubicBezTo>
                    <a:cubicBezTo>
                      <a:pt x="174" y="24579"/>
                      <a:pt x="169" y="24261"/>
                      <a:pt x="161" y="23943"/>
                    </a:cubicBezTo>
                    <a:cubicBezTo>
                      <a:pt x="155" y="23692"/>
                      <a:pt x="151" y="23441"/>
                      <a:pt x="150" y="23189"/>
                    </a:cubicBezTo>
                    <a:cubicBezTo>
                      <a:pt x="149" y="23056"/>
                      <a:pt x="147" y="22923"/>
                      <a:pt x="142" y="22790"/>
                    </a:cubicBezTo>
                    <a:cubicBezTo>
                      <a:pt x="118" y="21991"/>
                      <a:pt x="118" y="21991"/>
                      <a:pt x="262" y="21815"/>
                    </a:cubicBezTo>
                    <a:cubicBezTo>
                      <a:pt x="435" y="21692"/>
                      <a:pt x="627" y="21678"/>
                      <a:pt x="833" y="21672"/>
                    </a:cubicBezTo>
                    <a:cubicBezTo>
                      <a:pt x="860" y="21671"/>
                      <a:pt x="887" y="21670"/>
                      <a:pt x="915" y="21668"/>
                    </a:cubicBezTo>
                    <a:cubicBezTo>
                      <a:pt x="1107" y="21662"/>
                      <a:pt x="1295" y="21678"/>
                      <a:pt x="1487" y="21697"/>
                    </a:cubicBezTo>
                    <a:cubicBezTo>
                      <a:pt x="1547" y="21703"/>
                      <a:pt x="1606" y="21708"/>
                      <a:pt x="1666" y="21712"/>
                    </a:cubicBezTo>
                    <a:cubicBezTo>
                      <a:pt x="1822" y="21725"/>
                      <a:pt x="1977" y="21740"/>
                      <a:pt x="2132" y="21754"/>
                    </a:cubicBezTo>
                    <a:cubicBezTo>
                      <a:pt x="2291" y="21769"/>
                      <a:pt x="2450" y="21783"/>
                      <a:pt x="2610" y="21796"/>
                    </a:cubicBezTo>
                    <a:cubicBezTo>
                      <a:pt x="2920" y="21823"/>
                      <a:pt x="3231" y="21851"/>
                      <a:pt x="3542" y="21880"/>
                    </a:cubicBezTo>
                    <a:cubicBezTo>
                      <a:pt x="3610" y="21537"/>
                      <a:pt x="3679" y="21193"/>
                      <a:pt x="3750" y="20839"/>
                    </a:cubicBezTo>
                    <a:cubicBezTo>
                      <a:pt x="3408" y="20834"/>
                      <a:pt x="3065" y="20830"/>
                      <a:pt x="2723" y="20828"/>
                    </a:cubicBezTo>
                    <a:cubicBezTo>
                      <a:pt x="2564" y="20827"/>
                      <a:pt x="2405" y="20825"/>
                      <a:pt x="2246" y="20823"/>
                    </a:cubicBezTo>
                    <a:cubicBezTo>
                      <a:pt x="2092" y="20821"/>
                      <a:pt x="1938" y="20820"/>
                      <a:pt x="1784" y="20819"/>
                    </a:cubicBezTo>
                    <a:cubicBezTo>
                      <a:pt x="1726" y="20819"/>
                      <a:pt x="1668" y="20818"/>
                      <a:pt x="1609" y="20817"/>
                    </a:cubicBezTo>
                    <a:cubicBezTo>
                      <a:pt x="1174" y="20809"/>
                      <a:pt x="821" y="20888"/>
                      <a:pt x="417" y="21047"/>
                    </a:cubicBezTo>
                    <a:cubicBezTo>
                      <a:pt x="241" y="20752"/>
                      <a:pt x="178" y="20523"/>
                      <a:pt x="185" y="20181"/>
                    </a:cubicBezTo>
                    <a:cubicBezTo>
                      <a:pt x="185" y="20139"/>
                      <a:pt x="185" y="20096"/>
                      <a:pt x="185" y="20052"/>
                    </a:cubicBezTo>
                    <a:cubicBezTo>
                      <a:pt x="185" y="19912"/>
                      <a:pt x="186" y="19773"/>
                      <a:pt x="188" y="19633"/>
                    </a:cubicBezTo>
                    <a:cubicBezTo>
                      <a:pt x="188" y="19535"/>
                      <a:pt x="189" y="19438"/>
                      <a:pt x="189" y="19340"/>
                    </a:cubicBezTo>
                    <a:cubicBezTo>
                      <a:pt x="190" y="19085"/>
                      <a:pt x="192" y="18829"/>
                      <a:pt x="194" y="18574"/>
                    </a:cubicBezTo>
                    <a:cubicBezTo>
                      <a:pt x="197" y="18267"/>
                      <a:pt x="197" y="17959"/>
                      <a:pt x="199" y="17652"/>
                    </a:cubicBezTo>
                    <a:cubicBezTo>
                      <a:pt x="201" y="17187"/>
                      <a:pt x="205" y="16721"/>
                      <a:pt x="208" y="16255"/>
                    </a:cubicBezTo>
                    <a:cubicBezTo>
                      <a:pt x="1240" y="16187"/>
                      <a:pt x="2271" y="16118"/>
                      <a:pt x="3333" y="16047"/>
                    </a:cubicBezTo>
                    <a:cubicBezTo>
                      <a:pt x="3333" y="14397"/>
                      <a:pt x="3333" y="12747"/>
                      <a:pt x="3333" y="11047"/>
                    </a:cubicBezTo>
                    <a:cubicBezTo>
                      <a:pt x="2921" y="10978"/>
                      <a:pt x="2508" y="10910"/>
                      <a:pt x="2083" y="10839"/>
                    </a:cubicBezTo>
                    <a:cubicBezTo>
                      <a:pt x="2083" y="10770"/>
                      <a:pt x="2083" y="10701"/>
                      <a:pt x="2083" y="10630"/>
                    </a:cubicBezTo>
                    <a:cubicBezTo>
                      <a:pt x="2290" y="10596"/>
                      <a:pt x="2290" y="10596"/>
                      <a:pt x="3333" y="10422"/>
                    </a:cubicBezTo>
                    <a:cubicBezTo>
                      <a:pt x="3318" y="10241"/>
                      <a:pt x="3303" y="10059"/>
                      <a:pt x="3288" y="9872"/>
                    </a:cubicBezTo>
                    <a:cubicBezTo>
                      <a:pt x="3191" y="8671"/>
                      <a:pt x="3100" y="7466"/>
                      <a:pt x="3077" y="6261"/>
                    </a:cubicBezTo>
                    <a:cubicBezTo>
                      <a:pt x="3075" y="6154"/>
                      <a:pt x="3071" y="6046"/>
                      <a:pt x="3066" y="5939"/>
                    </a:cubicBezTo>
                    <a:cubicBezTo>
                      <a:pt x="3032" y="5122"/>
                      <a:pt x="3032" y="5122"/>
                      <a:pt x="3186" y="4929"/>
                    </a:cubicBezTo>
                    <a:cubicBezTo>
                      <a:pt x="3290" y="4844"/>
                      <a:pt x="3398" y="4783"/>
                      <a:pt x="3518" y="4723"/>
                    </a:cubicBezTo>
                    <a:cubicBezTo>
                      <a:pt x="3672" y="4645"/>
                      <a:pt x="3738" y="4611"/>
                      <a:pt x="3824" y="4455"/>
                    </a:cubicBezTo>
                    <a:cubicBezTo>
                      <a:pt x="3865" y="4300"/>
                      <a:pt x="3890" y="4149"/>
                      <a:pt x="3906" y="3990"/>
                    </a:cubicBezTo>
                    <a:cubicBezTo>
                      <a:pt x="3914" y="3934"/>
                      <a:pt x="3922" y="3878"/>
                      <a:pt x="3930" y="3822"/>
                    </a:cubicBezTo>
                    <a:cubicBezTo>
                      <a:pt x="3971" y="3495"/>
                      <a:pt x="3952" y="3222"/>
                      <a:pt x="3841" y="2909"/>
                    </a:cubicBezTo>
                    <a:cubicBezTo>
                      <a:pt x="3686" y="2468"/>
                      <a:pt x="3840" y="2134"/>
                      <a:pt x="4028" y="1723"/>
                    </a:cubicBezTo>
                    <a:cubicBezTo>
                      <a:pt x="4133" y="1517"/>
                      <a:pt x="4254" y="1327"/>
                      <a:pt x="4384" y="1135"/>
                    </a:cubicBezTo>
                    <a:cubicBezTo>
                      <a:pt x="4403" y="1106"/>
                      <a:pt x="4422" y="1078"/>
                      <a:pt x="4442" y="1048"/>
                    </a:cubicBezTo>
                    <a:cubicBezTo>
                      <a:pt x="4489" y="978"/>
                      <a:pt x="4536" y="909"/>
                      <a:pt x="4583" y="839"/>
                    </a:cubicBezTo>
                    <a:cubicBezTo>
                      <a:pt x="4532" y="839"/>
                      <a:pt x="4481" y="840"/>
                      <a:pt x="4428" y="840"/>
                    </a:cubicBezTo>
                    <a:cubicBezTo>
                      <a:pt x="3944" y="844"/>
                      <a:pt x="3459" y="848"/>
                      <a:pt x="2975" y="850"/>
                    </a:cubicBezTo>
                    <a:cubicBezTo>
                      <a:pt x="2726" y="851"/>
                      <a:pt x="2477" y="852"/>
                      <a:pt x="2228" y="855"/>
                    </a:cubicBezTo>
                    <a:cubicBezTo>
                      <a:pt x="1988" y="857"/>
                      <a:pt x="1748" y="858"/>
                      <a:pt x="1507" y="859"/>
                    </a:cubicBezTo>
                    <a:cubicBezTo>
                      <a:pt x="1415" y="859"/>
                      <a:pt x="1324" y="860"/>
                      <a:pt x="1232" y="861"/>
                    </a:cubicBezTo>
                    <a:cubicBezTo>
                      <a:pt x="1104" y="862"/>
                      <a:pt x="975" y="863"/>
                      <a:pt x="846" y="863"/>
                    </a:cubicBezTo>
                    <a:cubicBezTo>
                      <a:pt x="828" y="863"/>
                      <a:pt x="828" y="863"/>
                      <a:pt x="733" y="865"/>
                    </a:cubicBezTo>
                    <a:cubicBezTo>
                      <a:pt x="492" y="863"/>
                      <a:pt x="298" y="807"/>
                      <a:pt x="76" y="716"/>
                    </a:cubicBezTo>
                    <a:cubicBezTo>
                      <a:pt x="0" y="630"/>
                      <a:pt x="0" y="630"/>
                      <a:pt x="0" y="214"/>
                    </a:cubicBezTo>
                    <a:cubicBezTo>
                      <a:pt x="2544" y="214"/>
                      <a:pt x="5087" y="214"/>
                      <a:pt x="7708" y="214"/>
                    </a:cubicBezTo>
                    <a:cubicBezTo>
                      <a:pt x="7708" y="351"/>
                      <a:pt x="7708" y="489"/>
                      <a:pt x="7708" y="630"/>
                    </a:cubicBezTo>
                    <a:cubicBezTo>
                      <a:pt x="8465" y="630"/>
                      <a:pt x="9221" y="630"/>
                      <a:pt x="10000" y="630"/>
                    </a:cubicBezTo>
                    <a:cubicBezTo>
                      <a:pt x="10000" y="493"/>
                      <a:pt x="10000" y="355"/>
                      <a:pt x="10000" y="214"/>
                    </a:cubicBezTo>
                    <a:cubicBezTo>
                      <a:pt x="11298" y="169"/>
                      <a:pt x="12595" y="131"/>
                      <a:pt x="13893" y="97"/>
                    </a:cubicBezTo>
                    <a:cubicBezTo>
                      <a:pt x="13943" y="95"/>
                      <a:pt x="13993" y="94"/>
                      <a:pt x="14044" y="93"/>
                    </a:cubicBezTo>
                    <a:cubicBezTo>
                      <a:pt x="17158" y="10"/>
                      <a:pt x="20267" y="0"/>
                      <a:pt x="25167" y="95"/>
                    </a:cubicBezTo>
                    <a:close/>
                  </a:path>
                </a:pathLst>
              </a:custGeom>
              <a:solidFill>
                <a:srgbClr val="7588D0"/>
              </a:solidFill>
              <a:ln w="2646" cap="flat">
                <a:noFill/>
              </a:ln>
            </p:spPr>
          </p:sp>
          <p:sp>
            <p:nvSpPr>
              <p:cNvPr id="2580" name="ICON_C_HEATMAP_path_014"/>
              <p:cNvSpPr/>
              <p:nvPr/>
            </p:nvSpPr>
            <p:spPr>
              <a:xfrm>
                <a:off x="7733771" y="7270422"/>
                <a:ext cx="352224" cy="265316"/>
              </a:xfrm>
              <a:custGeom>
                <a:avLst/>
                <a:gdLst/>
                <a:ahLst/>
                <a:cxnLst/>
                <a:rect l="0" t="0" r="r" b="b"/>
                <a:pathLst>
                  <a:path w="27734" h="20891" fill="norm" stroke="0">
                    <a:moveTo>
                      <a:pt x="18333" y="26"/>
                    </a:moveTo>
                    <a:cubicBezTo>
                      <a:pt x="18951" y="21"/>
                      <a:pt x="19569" y="17"/>
                      <a:pt x="20186" y="15"/>
                    </a:cubicBezTo>
                    <a:cubicBezTo>
                      <a:pt x="20473" y="14"/>
                      <a:pt x="20760" y="13"/>
                      <a:pt x="21046" y="10"/>
                    </a:cubicBezTo>
                    <a:cubicBezTo>
                      <a:pt x="21296" y="8"/>
                      <a:pt x="21546" y="7"/>
                      <a:pt x="21797" y="6"/>
                    </a:cubicBezTo>
                    <a:cubicBezTo>
                      <a:pt x="21929" y="6"/>
                      <a:pt x="22061" y="5"/>
                      <a:pt x="22194" y="4"/>
                    </a:cubicBezTo>
                    <a:cubicBezTo>
                      <a:pt x="22342" y="2"/>
                      <a:pt x="22490" y="2"/>
                      <a:pt x="22638" y="2"/>
                    </a:cubicBezTo>
                    <a:cubicBezTo>
                      <a:pt x="22681" y="1"/>
                      <a:pt x="22724" y="1"/>
                      <a:pt x="22769" y="0"/>
                    </a:cubicBezTo>
                    <a:cubicBezTo>
                      <a:pt x="23056" y="2"/>
                      <a:pt x="23311" y="52"/>
                      <a:pt x="23542" y="234"/>
                    </a:cubicBezTo>
                    <a:cubicBezTo>
                      <a:pt x="23596" y="371"/>
                      <a:pt x="23595" y="490"/>
                      <a:pt x="23590" y="637"/>
                    </a:cubicBezTo>
                    <a:cubicBezTo>
                      <a:pt x="23590" y="678"/>
                      <a:pt x="23590" y="719"/>
                      <a:pt x="23589" y="761"/>
                    </a:cubicBezTo>
                    <a:cubicBezTo>
                      <a:pt x="23589" y="849"/>
                      <a:pt x="23587" y="938"/>
                      <a:pt x="23585" y="1026"/>
                    </a:cubicBezTo>
                    <a:cubicBezTo>
                      <a:pt x="23581" y="1152"/>
                      <a:pt x="23580" y="1278"/>
                      <a:pt x="23580" y="1404"/>
                    </a:cubicBezTo>
                    <a:cubicBezTo>
                      <a:pt x="23576" y="1854"/>
                      <a:pt x="23546" y="2299"/>
                      <a:pt x="23495" y="2746"/>
                    </a:cubicBezTo>
                    <a:cubicBezTo>
                      <a:pt x="23344" y="4069"/>
                      <a:pt x="23291" y="5384"/>
                      <a:pt x="23271" y="6713"/>
                    </a:cubicBezTo>
                    <a:cubicBezTo>
                      <a:pt x="23267" y="7010"/>
                      <a:pt x="23261" y="7306"/>
                      <a:pt x="23256" y="7603"/>
                    </a:cubicBezTo>
                    <a:cubicBezTo>
                      <a:pt x="23246" y="8130"/>
                      <a:pt x="23237" y="8659"/>
                      <a:pt x="23229" y="9186"/>
                    </a:cubicBezTo>
                    <a:cubicBezTo>
                      <a:pt x="23220" y="9698"/>
                      <a:pt x="23212" y="10209"/>
                      <a:pt x="23202" y="10720"/>
                    </a:cubicBezTo>
                    <a:cubicBezTo>
                      <a:pt x="23202" y="10752"/>
                      <a:pt x="23201" y="10784"/>
                      <a:pt x="23201" y="10816"/>
                    </a:cubicBezTo>
                    <a:cubicBezTo>
                      <a:pt x="23198" y="10976"/>
                      <a:pt x="23195" y="11136"/>
                      <a:pt x="23192" y="11296"/>
                    </a:cubicBezTo>
                    <a:cubicBezTo>
                      <a:pt x="23169" y="12608"/>
                      <a:pt x="23147" y="13921"/>
                      <a:pt x="23125" y="15234"/>
                    </a:cubicBezTo>
                    <a:cubicBezTo>
                      <a:pt x="24638" y="15234"/>
                      <a:pt x="26150" y="15234"/>
                      <a:pt x="27708" y="15234"/>
                    </a:cubicBezTo>
                    <a:cubicBezTo>
                      <a:pt x="27717" y="16584"/>
                      <a:pt x="27717" y="16584"/>
                      <a:pt x="27719" y="17149"/>
                    </a:cubicBezTo>
                    <a:cubicBezTo>
                      <a:pt x="27720" y="17540"/>
                      <a:pt x="27721" y="17930"/>
                      <a:pt x="27724" y="18321"/>
                    </a:cubicBezTo>
                    <a:cubicBezTo>
                      <a:pt x="27726" y="18605"/>
                      <a:pt x="27728" y="18890"/>
                      <a:pt x="27728" y="19174"/>
                    </a:cubicBezTo>
                    <a:cubicBezTo>
                      <a:pt x="27728" y="19325"/>
                      <a:pt x="27729" y="19475"/>
                      <a:pt x="27730" y="19626"/>
                    </a:cubicBezTo>
                    <a:cubicBezTo>
                      <a:pt x="27732" y="19768"/>
                      <a:pt x="27732" y="19909"/>
                      <a:pt x="27732" y="20051"/>
                    </a:cubicBezTo>
                    <a:cubicBezTo>
                      <a:pt x="27732" y="20128"/>
                      <a:pt x="27733" y="20204"/>
                      <a:pt x="27734" y="20281"/>
                    </a:cubicBezTo>
                    <a:cubicBezTo>
                      <a:pt x="27732" y="20657"/>
                      <a:pt x="27732" y="20657"/>
                      <a:pt x="27629" y="20786"/>
                    </a:cubicBezTo>
                    <a:cubicBezTo>
                      <a:pt x="27444" y="20891"/>
                      <a:pt x="27288" y="20888"/>
                      <a:pt x="27078" y="20886"/>
                    </a:cubicBezTo>
                    <a:cubicBezTo>
                      <a:pt x="27057" y="20886"/>
                      <a:pt x="27057" y="20886"/>
                      <a:pt x="26950" y="20887"/>
                    </a:cubicBezTo>
                    <a:cubicBezTo>
                      <a:pt x="26810" y="20888"/>
                      <a:pt x="26670" y="20888"/>
                      <a:pt x="26530" y="20887"/>
                    </a:cubicBezTo>
                    <a:cubicBezTo>
                      <a:pt x="26433" y="20887"/>
                      <a:pt x="26335" y="20887"/>
                      <a:pt x="26238" y="20888"/>
                    </a:cubicBezTo>
                    <a:cubicBezTo>
                      <a:pt x="26008" y="20888"/>
                      <a:pt x="25778" y="20887"/>
                      <a:pt x="25548" y="20886"/>
                    </a:cubicBezTo>
                    <a:cubicBezTo>
                      <a:pt x="25365" y="20885"/>
                      <a:pt x="25182" y="20885"/>
                      <a:pt x="24999" y="20886"/>
                    </a:cubicBezTo>
                    <a:cubicBezTo>
                      <a:pt x="24746" y="20888"/>
                      <a:pt x="24493" y="20888"/>
                      <a:pt x="24240" y="20887"/>
                    </a:cubicBezTo>
                    <a:cubicBezTo>
                      <a:pt x="24144" y="20887"/>
                      <a:pt x="24047" y="20887"/>
                      <a:pt x="23951" y="20888"/>
                    </a:cubicBezTo>
                    <a:cubicBezTo>
                      <a:pt x="23816" y="20888"/>
                      <a:pt x="23682" y="20887"/>
                      <a:pt x="23547" y="20886"/>
                    </a:cubicBezTo>
                    <a:cubicBezTo>
                      <a:pt x="23527" y="20886"/>
                      <a:pt x="23527" y="20886"/>
                      <a:pt x="23426" y="20888"/>
                    </a:cubicBezTo>
                    <a:cubicBezTo>
                      <a:pt x="23252" y="20885"/>
                      <a:pt x="23149" y="20873"/>
                      <a:pt x="22996" y="20785"/>
                    </a:cubicBezTo>
                    <a:cubicBezTo>
                      <a:pt x="22874" y="20578"/>
                      <a:pt x="22889" y="20385"/>
                      <a:pt x="22893" y="20149"/>
                    </a:cubicBezTo>
                    <a:cubicBezTo>
                      <a:pt x="22893" y="20098"/>
                      <a:pt x="22893" y="20048"/>
                      <a:pt x="22893" y="19995"/>
                    </a:cubicBezTo>
                    <a:cubicBezTo>
                      <a:pt x="22893" y="19856"/>
                      <a:pt x="22894" y="19717"/>
                      <a:pt x="22896" y="19578"/>
                    </a:cubicBezTo>
                    <a:cubicBezTo>
                      <a:pt x="22897" y="19433"/>
                      <a:pt x="22897" y="19287"/>
                      <a:pt x="22897" y="19142"/>
                    </a:cubicBezTo>
                    <a:cubicBezTo>
                      <a:pt x="22898" y="18866"/>
                      <a:pt x="22900" y="18591"/>
                      <a:pt x="22902" y="18316"/>
                    </a:cubicBezTo>
                    <a:cubicBezTo>
                      <a:pt x="22904" y="18003"/>
                      <a:pt x="22905" y="17689"/>
                      <a:pt x="22906" y="17376"/>
                    </a:cubicBezTo>
                    <a:cubicBezTo>
                      <a:pt x="22908" y="16731"/>
                      <a:pt x="22912" y="16087"/>
                      <a:pt x="22917" y="15442"/>
                    </a:cubicBezTo>
                    <a:cubicBezTo>
                      <a:pt x="22896" y="15443"/>
                      <a:pt x="22896" y="15443"/>
                      <a:pt x="22793" y="15447"/>
                    </a:cubicBezTo>
                    <a:cubicBezTo>
                      <a:pt x="21797" y="15483"/>
                      <a:pt x="20800" y="15515"/>
                      <a:pt x="19803" y="15546"/>
                    </a:cubicBezTo>
                    <a:cubicBezTo>
                      <a:pt x="19321" y="15560"/>
                      <a:pt x="18839" y="15576"/>
                      <a:pt x="18357" y="15593"/>
                    </a:cubicBezTo>
                    <a:cubicBezTo>
                      <a:pt x="17937" y="15609"/>
                      <a:pt x="17516" y="15622"/>
                      <a:pt x="17095" y="15634"/>
                    </a:cubicBezTo>
                    <a:cubicBezTo>
                      <a:pt x="16873" y="15640"/>
                      <a:pt x="16651" y="15647"/>
                      <a:pt x="16429" y="15656"/>
                    </a:cubicBezTo>
                    <a:cubicBezTo>
                      <a:pt x="15177" y="15706"/>
                      <a:pt x="14216" y="15613"/>
                      <a:pt x="13103" y="15003"/>
                    </a:cubicBezTo>
                    <a:cubicBezTo>
                      <a:pt x="12674" y="14775"/>
                      <a:pt x="12290" y="14752"/>
                      <a:pt x="11810" y="14765"/>
                    </a:cubicBezTo>
                    <a:cubicBezTo>
                      <a:pt x="11769" y="14766"/>
                      <a:pt x="11729" y="14766"/>
                      <a:pt x="11687" y="14767"/>
                    </a:cubicBezTo>
                    <a:cubicBezTo>
                      <a:pt x="11101" y="14774"/>
                      <a:pt x="10588" y="14858"/>
                      <a:pt x="10034" y="15040"/>
                    </a:cubicBezTo>
                    <a:cubicBezTo>
                      <a:pt x="9535" y="15205"/>
                      <a:pt x="9045" y="15304"/>
                      <a:pt x="8523" y="15358"/>
                    </a:cubicBezTo>
                    <a:cubicBezTo>
                      <a:pt x="8480" y="15362"/>
                      <a:pt x="8438" y="15367"/>
                      <a:pt x="8394" y="15371"/>
                    </a:cubicBezTo>
                    <a:cubicBezTo>
                      <a:pt x="6901" y="15520"/>
                      <a:pt x="5390" y="15418"/>
                      <a:pt x="3894" y="15365"/>
                    </a:cubicBezTo>
                    <a:cubicBezTo>
                      <a:pt x="3468" y="15350"/>
                      <a:pt x="3043" y="15336"/>
                      <a:pt x="2617" y="15322"/>
                    </a:cubicBezTo>
                    <a:cubicBezTo>
                      <a:pt x="1744" y="15295"/>
                      <a:pt x="872" y="15265"/>
                      <a:pt x="0" y="15234"/>
                    </a:cubicBezTo>
                    <a:cubicBezTo>
                      <a:pt x="0" y="15165"/>
                      <a:pt x="0" y="15097"/>
                      <a:pt x="0" y="15026"/>
                    </a:cubicBezTo>
                    <a:cubicBezTo>
                      <a:pt x="1066" y="14991"/>
                      <a:pt x="1066" y="14991"/>
                      <a:pt x="6458" y="14817"/>
                    </a:cubicBezTo>
                    <a:cubicBezTo>
                      <a:pt x="6549" y="12331"/>
                      <a:pt x="6549" y="12331"/>
                      <a:pt x="6577" y="11545"/>
                    </a:cubicBezTo>
                    <a:cubicBezTo>
                      <a:pt x="6589" y="11229"/>
                      <a:pt x="6589" y="11229"/>
                      <a:pt x="6595" y="11081"/>
                    </a:cubicBezTo>
                    <a:cubicBezTo>
                      <a:pt x="6599" y="10977"/>
                      <a:pt x="6603" y="10874"/>
                      <a:pt x="6606" y="10770"/>
                    </a:cubicBezTo>
                    <a:cubicBezTo>
                      <a:pt x="6611" y="10614"/>
                      <a:pt x="6617" y="10457"/>
                      <a:pt x="6624" y="10300"/>
                    </a:cubicBezTo>
                    <a:cubicBezTo>
                      <a:pt x="6625" y="10277"/>
                      <a:pt x="6625" y="10277"/>
                      <a:pt x="6628" y="10160"/>
                    </a:cubicBezTo>
                    <a:cubicBezTo>
                      <a:pt x="6630" y="10118"/>
                      <a:pt x="6632" y="10076"/>
                      <a:pt x="6634" y="10032"/>
                    </a:cubicBezTo>
                    <a:cubicBezTo>
                      <a:pt x="6635" y="9996"/>
                      <a:pt x="6636" y="9959"/>
                      <a:pt x="6638" y="9921"/>
                    </a:cubicBezTo>
                    <a:cubicBezTo>
                      <a:pt x="6680" y="9770"/>
                      <a:pt x="6753" y="9705"/>
                      <a:pt x="6875" y="9609"/>
                    </a:cubicBezTo>
                    <a:cubicBezTo>
                      <a:pt x="6997" y="9579"/>
                      <a:pt x="6997" y="9579"/>
                      <a:pt x="7135" y="9573"/>
                    </a:cubicBezTo>
                    <a:cubicBezTo>
                      <a:pt x="7160" y="9572"/>
                      <a:pt x="7185" y="9571"/>
                      <a:pt x="7211" y="9569"/>
                    </a:cubicBezTo>
                    <a:cubicBezTo>
                      <a:pt x="7296" y="9565"/>
                      <a:pt x="7381" y="9562"/>
                      <a:pt x="7466" y="9560"/>
                    </a:cubicBezTo>
                    <a:cubicBezTo>
                      <a:pt x="7527" y="9557"/>
                      <a:pt x="7588" y="9554"/>
                      <a:pt x="7649" y="9551"/>
                    </a:cubicBezTo>
                    <a:cubicBezTo>
                      <a:pt x="7814" y="9544"/>
                      <a:pt x="7979" y="9538"/>
                      <a:pt x="8144" y="9532"/>
                    </a:cubicBezTo>
                    <a:cubicBezTo>
                      <a:pt x="8248" y="9529"/>
                      <a:pt x="8351" y="9525"/>
                      <a:pt x="8455" y="9521"/>
                    </a:cubicBezTo>
                    <a:cubicBezTo>
                      <a:pt x="8816" y="9507"/>
                      <a:pt x="9177" y="9494"/>
                      <a:pt x="9538" y="9481"/>
                    </a:cubicBezTo>
                    <a:cubicBezTo>
                      <a:pt x="9874" y="9470"/>
                      <a:pt x="10210" y="9457"/>
                      <a:pt x="10546" y="9442"/>
                    </a:cubicBezTo>
                    <a:cubicBezTo>
                      <a:pt x="10835" y="9430"/>
                      <a:pt x="11124" y="9419"/>
                      <a:pt x="11413" y="9409"/>
                    </a:cubicBezTo>
                    <a:cubicBezTo>
                      <a:pt x="11585" y="9404"/>
                      <a:pt x="11758" y="9397"/>
                      <a:pt x="11930" y="9389"/>
                    </a:cubicBezTo>
                    <a:cubicBezTo>
                      <a:pt x="12092" y="9381"/>
                      <a:pt x="12254" y="9376"/>
                      <a:pt x="12417" y="9372"/>
                    </a:cubicBezTo>
                    <a:cubicBezTo>
                      <a:pt x="12476" y="9370"/>
                      <a:pt x="12535" y="9368"/>
                      <a:pt x="12595" y="9365"/>
                    </a:cubicBezTo>
                    <a:cubicBezTo>
                      <a:pt x="12904" y="9348"/>
                      <a:pt x="13127" y="9366"/>
                      <a:pt x="13368" y="9581"/>
                    </a:cubicBezTo>
                    <a:cubicBezTo>
                      <a:pt x="13566" y="9813"/>
                      <a:pt x="13604" y="10003"/>
                      <a:pt x="13605" y="10301"/>
                    </a:cubicBezTo>
                    <a:cubicBezTo>
                      <a:pt x="13606" y="10325"/>
                      <a:pt x="13606" y="10325"/>
                      <a:pt x="13610" y="10442"/>
                    </a:cubicBezTo>
                    <a:cubicBezTo>
                      <a:pt x="13615" y="10568"/>
                      <a:pt x="13617" y="10694"/>
                      <a:pt x="13619" y="10820"/>
                    </a:cubicBezTo>
                    <a:cubicBezTo>
                      <a:pt x="13622" y="10953"/>
                      <a:pt x="13627" y="11086"/>
                      <a:pt x="13631" y="11218"/>
                    </a:cubicBezTo>
                    <a:cubicBezTo>
                      <a:pt x="13640" y="11469"/>
                      <a:pt x="13647" y="11719"/>
                      <a:pt x="13653" y="11970"/>
                    </a:cubicBezTo>
                    <a:cubicBezTo>
                      <a:pt x="13663" y="12419"/>
                      <a:pt x="13676" y="12868"/>
                      <a:pt x="13691" y="13317"/>
                    </a:cubicBezTo>
                    <a:cubicBezTo>
                      <a:pt x="13696" y="13449"/>
                      <a:pt x="13699" y="13581"/>
                      <a:pt x="13702" y="13713"/>
                    </a:cubicBezTo>
                    <a:cubicBezTo>
                      <a:pt x="13705" y="13859"/>
                      <a:pt x="13709" y="14006"/>
                      <a:pt x="13714" y="14152"/>
                    </a:cubicBezTo>
                    <a:cubicBezTo>
                      <a:pt x="13714" y="14196"/>
                      <a:pt x="13715" y="14239"/>
                      <a:pt x="13715" y="14284"/>
                    </a:cubicBezTo>
                    <a:cubicBezTo>
                      <a:pt x="13717" y="14324"/>
                      <a:pt x="13718" y="14364"/>
                      <a:pt x="13720" y="14405"/>
                    </a:cubicBezTo>
                    <a:cubicBezTo>
                      <a:pt x="13721" y="14440"/>
                      <a:pt x="13721" y="14474"/>
                      <a:pt x="13722" y="14510"/>
                    </a:cubicBezTo>
                    <a:cubicBezTo>
                      <a:pt x="13765" y="14663"/>
                      <a:pt x="13832" y="14723"/>
                      <a:pt x="13958" y="14817"/>
                    </a:cubicBezTo>
                    <a:cubicBezTo>
                      <a:pt x="14078" y="14846"/>
                      <a:pt x="14193" y="14845"/>
                      <a:pt x="14316" y="14843"/>
                    </a:cubicBezTo>
                    <a:cubicBezTo>
                      <a:pt x="14351" y="14843"/>
                      <a:pt x="14387" y="14843"/>
                      <a:pt x="14424" y="14843"/>
                    </a:cubicBezTo>
                    <a:cubicBezTo>
                      <a:pt x="14545" y="14843"/>
                      <a:pt x="14665" y="14842"/>
                      <a:pt x="14785" y="14841"/>
                    </a:cubicBezTo>
                    <a:cubicBezTo>
                      <a:pt x="14871" y="14841"/>
                      <a:pt x="14958" y="14841"/>
                      <a:pt x="15044" y="14841"/>
                    </a:cubicBezTo>
                    <a:cubicBezTo>
                      <a:pt x="15278" y="14841"/>
                      <a:pt x="15512" y="14840"/>
                      <a:pt x="15746" y="14839"/>
                    </a:cubicBezTo>
                    <a:cubicBezTo>
                      <a:pt x="15991" y="14837"/>
                      <a:pt x="16236" y="14837"/>
                      <a:pt x="16480" y="14837"/>
                    </a:cubicBezTo>
                    <a:cubicBezTo>
                      <a:pt x="16891" y="14836"/>
                      <a:pt x="17302" y="14835"/>
                      <a:pt x="17713" y="14833"/>
                    </a:cubicBezTo>
                    <a:cubicBezTo>
                      <a:pt x="18135" y="14831"/>
                      <a:pt x="18558" y="14830"/>
                      <a:pt x="18981" y="14829"/>
                    </a:cubicBezTo>
                    <a:cubicBezTo>
                      <a:pt x="19008" y="14829"/>
                      <a:pt x="19034" y="14829"/>
                      <a:pt x="19060" y="14829"/>
                    </a:cubicBezTo>
                    <a:cubicBezTo>
                      <a:pt x="19191" y="14829"/>
                      <a:pt x="19322" y="14828"/>
                      <a:pt x="19453" y="14828"/>
                    </a:cubicBezTo>
                    <a:cubicBezTo>
                      <a:pt x="20538" y="14826"/>
                      <a:pt x="21623" y="14822"/>
                      <a:pt x="22708" y="14817"/>
                    </a:cubicBezTo>
                    <a:cubicBezTo>
                      <a:pt x="22726" y="12322"/>
                      <a:pt x="22726" y="12322"/>
                      <a:pt x="22722" y="11351"/>
                    </a:cubicBezTo>
                    <a:cubicBezTo>
                      <a:pt x="22722" y="11322"/>
                      <a:pt x="22722" y="11293"/>
                      <a:pt x="22722" y="11263"/>
                    </a:cubicBezTo>
                    <a:cubicBezTo>
                      <a:pt x="22715" y="9409"/>
                      <a:pt x="22646" y="7556"/>
                      <a:pt x="22578" y="5704"/>
                    </a:cubicBezTo>
                    <a:cubicBezTo>
                      <a:pt x="22568" y="5441"/>
                      <a:pt x="22559" y="5179"/>
                      <a:pt x="22549" y="4916"/>
                    </a:cubicBezTo>
                    <a:cubicBezTo>
                      <a:pt x="22547" y="4852"/>
                      <a:pt x="22544" y="4788"/>
                      <a:pt x="22542" y="4725"/>
                    </a:cubicBezTo>
                    <a:cubicBezTo>
                      <a:pt x="22498" y="3505"/>
                      <a:pt x="22487" y="2288"/>
                      <a:pt x="22500" y="1067"/>
                    </a:cubicBezTo>
                    <a:cubicBezTo>
                      <a:pt x="22096" y="1063"/>
                      <a:pt x="21692" y="1059"/>
                      <a:pt x="21289" y="1057"/>
                    </a:cubicBezTo>
                    <a:cubicBezTo>
                      <a:pt x="21101" y="1056"/>
                      <a:pt x="20913" y="1054"/>
                      <a:pt x="20726" y="1052"/>
                    </a:cubicBezTo>
                    <a:cubicBezTo>
                      <a:pt x="20545" y="1050"/>
                      <a:pt x="20364" y="1048"/>
                      <a:pt x="20183" y="1048"/>
                    </a:cubicBezTo>
                    <a:cubicBezTo>
                      <a:pt x="20114" y="1047"/>
                      <a:pt x="20045" y="1047"/>
                      <a:pt x="19976" y="1045"/>
                    </a:cubicBezTo>
                    <a:cubicBezTo>
                      <a:pt x="19879" y="1044"/>
                      <a:pt x="19782" y="1044"/>
                      <a:pt x="19685" y="1044"/>
                    </a:cubicBezTo>
                    <a:cubicBezTo>
                      <a:pt x="19657" y="1043"/>
                      <a:pt x="19629" y="1042"/>
                      <a:pt x="19599" y="1042"/>
                    </a:cubicBezTo>
                    <a:cubicBezTo>
                      <a:pt x="19446" y="1043"/>
                      <a:pt x="19377" y="1066"/>
                      <a:pt x="19253" y="1158"/>
                    </a:cubicBezTo>
                    <a:cubicBezTo>
                      <a:pt x="19153" y="1295"/>
                      <a:pt x="19143" y="1352"/>
                      <a:pt x="19150" y="1519"/>
                    </a:cubicBezTo>
                    <a:cubicBezTo>
                      <a:pt x="19150" y="1543"/>
                      <a:pt x="19150" y="1543"/>
                      <a:pt x="19154" y="1665"/>
                    </a:cubicBezTo>
                    <a:cubicBezTo>
                      <a:pt x="19154" y="1677"/>
                      <a:pt x="19154" y="1677"/>
                      <a:pt x="19157" y="1742"/>
                    </a:cubicBezTo>
                    <a:cubicBezTo>
                      <a:pt x="19161" y="1822"/>
                      <a:pt x="19163" y="1903"/>
                      <a:pt x="19165" y="1984"/>
                    </a:cubicBezTo>
                    <a:cubicBezTo>
                      <a:pt x="19170" y="2213"/>
                      <a:pt x="19177" y="2443"/>
                      <a:pt x="19187" y="2672"/>
                    </a:cubicBezTo>
                    <a:cubicBezTo>
                      <a:pt x="19192" y="2813"/>
                      <a:pt x="19196" y="2953"/>
                      <a:pt x="19198" y="3094"/>
                    </a:cubicBezTo>
                    <a:cubicBezTo>
                      <a:pt x="19200" y="3173"/>
                      <a:pt x="19204" y="3251"/>
                      <a:pt x="19209" y="3329"/>
                    </a:cubicBezTo>
                    <a:cubicBezTo>
                      <a:pt x="19215" y="3784"/>
                      <a:pt x="19019" y="4055"/>
                      <a:pt x="18750" y="4401"/>
                    </a:cubicBezTo>
                    <a:cubicBezTo>
                      <a:pt x="18749" y="4380"/>
                      <a:pt x="18749" y="4380"/>
                      <a:pt x="18744" y="4272"/>
                    </a:cubicBezTo>
                    <a:cubicBezTo>
                      <a:pt x="18723" y="3868"/>
                      <a:pt x="18701" y="3463"/>
                      <a:pt x="18679" y="3059"/>
                    </a:cubicBezTo>
                    <a:cubicBezTo>
                      <a:pt x="18668" y="2851"/>
                      <a:pt x="18657" y="2643"/>
                      <a:pt x="18646" y="2435"/>
                    </a:cubicBezTo>
                    <a:cubicBezTo>
                      <a:pt x="18636" y="2234"/>
                      <a:pt x="18625" y="2033"/>
                      <a:pt x="18614" y="1831"/>
                    </a:cubicBezTo>
                    <a:cubicBezTo>
                      <a:pt x="18610" y="1755"/>
                      <a:pt x="18606" y="1679"/>
                      <a:pt x="18602" y="1603"/>
                    </a:cubicBezTo>
                    <a:cubicBezTo>
                      <a:pt x="18576" y="1056"/>
                      <a:pt x="18485" y="552"/>
                      <a:pt x="18333" y="26"/>
                    </a:cubicBezTo>
                    <a:close/>
                  </a:path>
                </a:pathLst>
              </a:custGeom>
              <a:solidFill>
                <a:srgbClr val="ABDACA"/>
              </a:solidFill>
              <a:ln w="2646" cap="flat">
                <a:noFill/>
              </a:ln>
            </p:spPr>
          </p:sp>
          <p:sp>
            <p:nvSpPr>
              <p:cNvPr id="2581" name="ICON_C_HEATMAP_path_015"/>
              <p:cNvSpPr/>
              <p:nvPr/>
            </p:nvSpPr>
            <p:spPr>
              <a:xfrm>
                <a:off x="8280792" y="7310438"/>
                <a:ext cx="63119" cy="291042"/>
              </a:xfrm>
              <a:custGeom>
                <a:avLst/>
                <a:gdLst/>
                <a:ahLst/>
                <a:cxnLst/>
                <a:rect l="0" t="0" r="r" b="b"/>
                <a:pathLst>
                  <a:path w="4970" h="22917" fill="norm" stroke="0">
                    <a:moveTo>
                      <a:pt x="3594" y="0"/>
                    </a:moveTo>
                    <a:cubicBezTo>
                      <a:pt x="3663" y="0"/>
                      <a:pt x="3732" y="0"/>
                      <a:pt x="3803" y="0"/>
                    </a:cubicBezTo>
                    <a:cubicBezTo>
                      <a:pt x="3799" y="30"/>
                      <a:pt x="3796" y="61"/>
                      <a:pt x="3793" y="92"/>
                    </a:cubicBezTo>
                    <a:cubicBezTo>
                      <a:pt x="3730" y="762"/>
                      <a:pt x="3730" y="762"/>
                      <a:pt x="3803" y="1042"/>
                    </a:cubicBezTo>
                    <a:cubicBezTo>
                      <a:pt x="3908" y="1157"/>
                      <a:pt x="4035" y="1179"/>
                      <a:pt x="4187" y="1192"/>
                    </a:cubicBezTo>
                    <a:cubicBezTo>
                      <a:pt x="4278" y="1201"/>
                      <a:pt x="4343" y="1212"/>
                      <a:pt x="4428" y="1250"/>
                    </a:cubicBezTo>
                    <a:cubicBezTo>
                      <a:pt x="4620" y="1510"/>
                      <a:pt x="4669" y="1783"/>
                      <a:pt x="4671" y="2099"/>
                    </a:cubicBezTo>
                    <a:cubicBezTo>
                      <a:pt x="4672" y="2141"/>
                      <a:pt x="4673" y="2183"/>
                      <a:pt x="4673" y="2226"/>
                    </a:cubicBezTo>
                    <a:cubicBezTo>
                      <a:pt x="4675" y="2365"/>
                      <a:pt x="4675" y="2504"/>
                      <a:pt x="4675" y="2643"/>
                    </a:cubicBezTo>
                    <a:cubicBezTo>
                      <a:pt x="4675" y="2691"/>
                      <a:pt x="4675" y="2740"/>
                      <a:pt x="4675" y="2789"/>
                    </a:cubicBezTo>
                    <a:cubicBezTo>
                      <a:pt x="4675" y="4232"/>
                      <a:pt x="4437" y="5661"/>
                      <a:pt x="4219" y="7083"/>
                    </a:cubicBezTo>
                    <a:cubicBezTo>
                      <a:pt x="4264" y="7087"/>
                      <a:pt x="4308" y="7091"/>
                      <a:pt x="4354" y="7095"/>
                    </a:cubicBezTo>
                    <a:cubicBezTo>
                      <a:pt x="4538" y="7123"/>
                      <a:pt x="4705" y="7161"/>
                      <a:pt x="4844" y="7292"/>
                    </a:cubicBezTo>
                    <a:cubicBezTo>
                      <a:pt x="4970" y="7586"/>
                      <a:pt x="4921" y="7950"/>
                      <a:pt x="4913" y="8262"/>
                    </a:cubicBezTo>
                    <a:cubicBezTo>
                      <a:pt x="4912" y="8359"/>
                      <a:pt x="4911" y="8456"/>
                      <a:pt x="4911" y="8554"/>
                    </a:cubicBezTo>
                    <a:cubicBezTo>
                      <a:pt x="4910" y="8784"/>
                      <a:pt x="4906" y="9014"/>
                      <a:pt x="4901" y="9244"/>
                    </a:cubicBezTo>
                    <a:cubicBezTo>
                      <a:pt x="4896" y="9479"/>
                      <a:pt x="4895" y="9714"/>
                      <a:pt x="4894" y="9949"/>
                    </a:cubicBezTo>
                    <a:cubicBezTo>
                      <a:pt x="4893" y="10150"/>
                      <a:pt x="4891" y="10351"/>
                      <a:pt x="4888" y="10552"/>
                    </a:cubicBezTo>
                    <a:cubicBezTo>
                      <a:pt x="4887" y="10648"/>
                      <a:pt x="4886" y="10744"/>
                      <a:pt x="4885" y="10841"/>
                    </a:cubicBezTo>
                    <a:cubicBezTo>
                      <a:pt x="4884" y="10975"/>
                      <a:pt x="4881" y="11110"/>
                      <a:pt x="4878" y="11245"/>
                    </a:cubicBezTo>
                    <a:cubicBezTo>
                      <a:pt x="4878" y="11265"/>
                      <a:pt x="4878" y="11265"/>
                      <a:pt x="4877" y="11365"/>
                    </a:cubicBezTo>
                    <a:cubicBezTo>
                      <a:pt x="4876" y="11402"/>
                      <a:pt x="4875" y="11439"/>
                      <a:pt x="4873" y="11477"/>
                    </a:cubicBezTo>
                    <a:cubicBezTo>
                      <a:pt x="4873" y="11493"/>
                      <a:pt x="4873" y="11493"/>
                      <a:pt x="4871" y="11573"/>
                    </a:cubicBezTo>
                    <a:cubicBezTo>
                      <a:pt x="4844" y="11667"/>
                      <a:pt x="4844" y="11667"/>
                      <a:pt x="4740" y="11755"/>
                    </a:cubicBezTo>
                    <a:cubicBezTo>
                      <a:pt x="4633" y="11855"/>
                      <a:pt x="4619" y="11929"/>
                      <a:pt x="4610" y="12073"/>
                    </a:cubicBezTo>
                    <a:cubicBezTo>
                      <a:pt x="4609" y="12155"/>
                      <a:pt x="4610" y="12237"/>
                      <a:pt x="4611" y="12319"/>
                    </a:cubicBezTo>
                    <a:cubicBezTo>
                      <a:pt x="4611" y="12342"/>
                      <a:pt x="4611" y="12342"/>
                      <a:pt x="4610" y="12456"/>
                    </a:cubicBezTo>
                    <a:cubicBezTo>
                      <a:pt x="4610" y="12582"/>
                      <a:pt x="4611" y="12707"/>
                      <a:pt x="4612" y="12833"/>
                    </a:cubicBezTo>
                    <a:cubicBezTo>
                      <a:pt x="4612" y="12968"/>
                      <a:pt x="4612" y="13103"/>
                      <a:pt x="4612" y="13239"/>
                    </a:cubicBezTo>
                    <a:cubicBezTo>
                      <a:pt x="4612" y="13473"/>
                      <a:pt x="4613" y="13707"/>
                      <a:pt x="4614" y="13942"/>
                    </a:cubicBezTo>
                    <a:cubicBezTo>
                      <a:pt x="4615" y="14281"/>
                      <a:pt x="4616" y="14620"/>
                      <a:pt x="4616" y="14959"/>
                    </a:cubicBezTo>
                    <a:cubicBezTo>
                      <a:pt x="4617" y="15509"/>
                      <a:pt x="4618" y="16058"/>
                      <a:pt x="4620" y="16608"/>
                    </a:cubicBezTo>
                    <a:cubicBezTo>
                      <a:pt x="4622" y="17142"/>
                      <a:pt x="4624" y="17676"/>
                      <a:pt x="4624" y="18211"/>
                    </a:cubicBezTo>
                    <a:cubicBezTo>
                      <a:pt x="4624" y="18244"/>
                      <a:pt x="4625" y="18276"/>
                      <a:pt x="4625" y="18310"/>
                    </a:cubicBezTo>
                    <a:cubicBezTo>
                      <a:pt x="4625" y="18476"/>
                      <a:pt x="4625" y="18641"/>
                      <a:pt x="4625" y="18806"/>
                    </a:cubicBezTo>
                    <a:cubicBezTo>
                      <a:pt x="4627" y="20176"/>
                      <a:pt x="4631" y="21546"/>
                      <a:pt x="4636" y="22917"/>
                    </a:cubicBezTo>
                    <a:cubicBezTo>
                      <a:pt x="4498" y="22917"/>
                      <a:pt x="4361" y="22917"/>
                      <a:pt x="4219" y="22917"/>
                    </a:cubicBezTo>
                    <a:cubicBezTo>
                      <a:pt x="4219" y="21335"/>
                      <a:pt x="4219" y="19754"/>
                      <a:pt x="4219" y="18125"/>
                    </a:cubicBezTo>
                    <a:cubicBezTo>
                      <a:pt x="2982" y="18125"/>
                      <a:pt x="1744" y="18125"/>
                      <a:pt x="469" y="18125"/>
                    </a:cubicBezTo>
                    <a:cubicBezTo>
                      <a:pt x="339" y="17342"/>
                      <a:pt x="229" y="16649"/>
                      <a:pt x="233" y="15871"/>
                    </a:cubicBezTo>
                    <a:cubicBezTo>
                      <a:pt x="233" y="15781"/>
                      <a:pt x="233" y="15691"/>
                      <a:pt x="232" y="15602"/>
                    </a:cubicBezTo>
                    <a:cubicBezTo>
                      <a:pt x="232" y="15417"/>
                      <a:pt x="233" y="15231"/>
                      <a:pt x="234" y="15046"/>
                    </a:cubicBezTo>
                    <a:cubicBezTo>
                      <a:pt x="235" y="14811"/>
                      <a:pt x="234" y="14577"/>
                      <a:pt x="233" y="14342"/>
                    </a:cubicBezTo>
                    <a:cubicBezTo>
                      <a:pt x="232" y="14158"/>
                      <a:pt x="232" y="13974"/>
                      <a:pt x="233" y="13790"/>
                    </a:cubicBezTo>
                    <a:cubicBezTo>
                      <a:pt x="233" y="13703"/>
                      <a:pt x="233" y="13616"/>
                      <a:pt x="232" y="13530"/>
                    </a:cubicBezTo>
                    <a:cubicBezTo>
                      <a:pt x="230" y="13043"/>
                      <a:pt x="258" y="12606"/>
                      <a:pt x="415" y="12141"/>
                    </a:cubicBezTo>
                    <a:cubicBezTo>
                      <a:pt x="443" y="12050"/>
                      <a:pt x="467" y="11971"/>
                      <a:pt x="469" y="11875"/>
                    </a:cubicBezTo>
                    <a:cubicBezTo>
                      <a:pt x="372" y="11777"/>
                      <a:pt x="372" y="11777"/>
                      <a:pt x="312" y="11729"/>
                    </a:cubicBezTo>
                    <a:cubicBezTo>
                      <a:pt x="195" y="11586"/>
                      <a:pt x="236" y="11366"/>
                      <a:pt x="240" y="11192"/>
                    </a:cubicBezTo>
                    <a:cubicBezTo>
                      <a:pt x="241" y="11144"/>
                      <a:pt x="241" y="11096"/>
                      <a:pt x="241" y="11046"/>
                    </a:cubicBezTo>
                    <a:cubicBezTo>
                      <a:pt x="242" y="10941"/>
                      <a:pt x="243" y="10835"/>
                      <a:pt x="245" y="10730"/>
                    </a:cubicBezTo>
                    <a:cubicBezTo>
                      <a:pt x="248" y="10562"/>
                      <a:pt x="249" y="10393"/>
                      <a:pt x="250" y="10224"/>
                    </a:cubicBezTo>
                    <a:cubicBezTo>
                      <a:pt x="252" y="9984"/>
                      <a:pt x="254" y="9743"/>
                      <a:pt x="257" y="9503"/>
                    </a:cubicBezTo>
                    <a:cubicBezTo>
                      <a:pt x="264" y="8880"/>
                      <a:pt x="266" y="8257"/>
                      <a:pt x="267" y="7634"/>
                    </a:cubicBezTo>
                    <a:cubicBezTo>
                      <a:pt x="267" y="7604"/>
                      <a:pt x="267" y="7573"/>
                      <a:pt x="267" y="7542"/>
                    </a:cubicBezTo>
                    <a:cubicBezTo>
                      <a:pt x="269" y="6552"/>
                      <a:pt x="243" y="5570"/>
                      <a:pt x="157" y="4583"/>
                    </a:cubicBezTo>
                    <a:cubicBezTo>
                      <a:pt x="152" y="4527"/>
                      <a:pt x="147" y="4470"/>
                      <a:pt x="142" y="4414"/>
                    </a:cubicBezTo>
                    <a:cubicBezTo>
                      <a:pt x="133" y="4305"/>
                      <a:pt x="123" y="4196"/>
                      <a:pt x="114" y="4087"/>
                    </a:cubicBezTo>
                    <a:cubicBezTo>
                      <a:pt x="112" y="4061"/>
                      <a:pt x="110" y="4035"/>
                      <a:pt x="107" y="4008"/>
                    </a:cubicBezTo>
                    <a:cubicBezTo>
                      <a:pt x="101" y="3931"/>
                      <a:pt x="94" y="3855"/>
                      <a:pt x="87" y="3779"/>
                    </a:cubicBezTo>
                    <a:cubicBezTo>
                      <a:pt x="45" y="3273"/>
                      <a:pt x="22" y="2769"/>
                      <a:pt x="16" y="2261"/>
                    </a:cubicBezTo>
                    <a:cubicBezTo>
                      <a:pt x="14" y="2170"/>
                      <a:pt x="12" y="2079"/>
                      <a:pt x="9" y="1988"/>
                    </a:cubicBezTo>
                    <a:cubicBezTo>
                      <a:pt x="5" y="1867"/>
                      <a:pt x="5" y="1745"/>
                      <a:pt x="5" y="1624"/>
                    </a:cubicBezTo>
                    <a:cubicBezTo>
                      <a:pt x="3" y="1588"/>
                      <a:pt x="1" y="1553"/>
                      <a:pt x="0" y="1517"/>
                    </a:cubicBezTo>
                    <a:cubicBezTo>
                      <a:pt x="2" y="1414"/>
                      <a:pt x="10" y="1344"/>
                      <a:pt x="53" y="1250"/>
                    </a:cubicBezTo>
                    <a:cubicBezTo>
                      <a:pt x="321" y="997"/>
                      <a:pt x="701" y="1011"/>
                      <a:pt x="1047" y="1006"/>
                    </a:cubicBezTo>
                    <a:cubicBezTo>
                      <a:pt x="1142" y="1005"/>
                      <a:pt x="1238" y="1002"/>
                      <a:pt x="1334" y="998"/>
                    </a:cubicBezTo>
                    <a:cubicBezTo>
                      <a:pt x="1605" y="987"/>
                      <a:pt x="1876" y="977"/>
                      <a:pt x="2147" y="974"/>
                    </a:cubicBezTo>
                    <a:cubicBezTo>
                      <a:pt x="3074" y="961"/>
                      <a:pt x="3074" y="961"/>
                      <a:pt x="3386" y="833"/>
                    </a:cubicBezTo>
                    <a:cubicBezTo>
                      <a:pt x="3582" y="624"/>
                      <a:pt x="3602" y="351"/>
                      <a:pt x="3598" y="74"/>
                    </a:cubicBezTo>
                    <a:cubicBezTo>
                      <a:pt x="3597" y="50"/>
                      <a:pt x="3595" y="25"/>
                      <a:pt x="3594" y="0"/>
                    </a:cubicBezTo>
                    <a:close/>
                  </a:path>
                </a:pathLst>
              </a:custGeom>
              <a:solidFill>
                <a:srgbClr val="7765B5"/>
              </a:solidFill>
              <a:ln w="2646" cap="flat">
                <a:noFill/>
              </a:ln>
            </p:spPr>
          </p:sp>
          <p:sp>
            <p:nvSpPr>
              <p:cNvPr id="2582" name="ICON_C_HEATMAP_path_016"/>
              <p:cNvSpPr/>
              <p:nvPr/>
            </p:nvSpPr>
            <p:spPr>
              <a:xfrm>
                <a:off x="8418714" y="7326312"/>
                <a:ext cx="122036" cy="132292"/>
              </a:xfrm>
              <a:custGeom>
                <a:avLst/>
                <a:gdLst/>
                <a:ahLst/>
                <a:cxnLst/>
                <a:rect l="0" t="0" r="r" b="b"/>
                <a:pathLst>
                  <a:path w="9609" h="10417" fill="norm" stroke="0">
                    <a:moveTo>
                      <a:pt x="26" y="0"/>
                    </a:moveTo>
                    <a:cubicBezTo>
                      <a:pt x="1470" y="0"/>
                      <a:pt x="2913" y="0"/>
                      <a:pt x="4401" y="0"/>
                    </a:cubicBezTo>
                    <a:cubicBezTo>
                      <a:pt x="4640" y="957"/>
                      <a:pt x="4640" y="957"/>
                      <a:pt x="4633" y="1349"/>
                    </a:cubicBezTo>
                    <a:cubicBezTo>
                      <a:pt x="4633" y="1394"/>
                      <a:pt x="4633" y="1440"/>
                      <a:pt x="4633" y="1487"/>
                    </a:cubicBezTo>
                    <a:cubicBezTo>
                      <a:pt x="4633" y="1630"/>
                      <a:pt x="4631" y="1774"/>
                      <a:pt x="4630" y="1917"/>
                    </a:cubicBezTo>
                    <a:cubicBezTo>
                      <a:pt x="4629" y="2008"/>
                      <a:pt x="4629" y="2098"/>
                      <a:pt x="4629" y="2188"/>
                    </a:cubicBezTo>
                    <a:cubicBezTo>
                      <a:pt x="4628" y="2518"/>
                      <a:pt x="4625" y="2847"/>
                      <a:pt x="4622" y="3177"/>
                    </a:cubicBezTo>
                    <a:cubicBezTo>
                      <a:pt x="4618" y="3916"/>
                      <a:pt x="4614" y="4655"/>
                      <a:pt x="4609" y="5417"/>
                    </a:cubicBezTo>
                    <a:cubicBezTo>
                      <a:pt x="6259" y="5417"/>
                      <a:pt x="7909" y="5417"/>
                      <a:pt x="9609" y="5417"/>
                    </a:cubicBezTo>
                    <a:cubicBezTo>
                      <a:pt x="9609" y="7067"/>
                      <a:pt x="9609" y="8717"/>
                      <a:pt x="9609" y="10417"/>
                    </a:cubicBezTo>
                    <a:cubicBezTo>
                      <a:pt x="6447" y="10417"/>
                      <a:pt x="3284" y="10417"/>
                      <a:pt x="26" y="10417"/>
                    </a:cubicBezTo>
                    <a:cubicBezTo>
                      <a:pt x="95" y="8904"/>
                      <a:pt x="163" y="7392"/>
                      <a:pt x="234" y="5833"/>
                    </a:cubicBezTo>
                    <a:cubicBezTo>
                      <a:pt x="165" y="5765"/>
                      <a:pt x="97" y="5696"/>
                      <a:pt x="26" y="5625"/>
                    </a:cubicBezTo>
                    <a:cubicBezTo>
                      <a:pt x="0" y="5511"/>
                      <a:pt x="0" y="5511"/>
                      <a:pt x="1" y="5386"/>
                    </a:cubicBezTo>
                    <a:cubicBezTo>
                      <a:pt x="0" y="5339"/>
                      <a:pt x="0" y="5291"/>
                      <a:pt x="0" y="5242"/>
                    </a:cubicBezTo>
                    <a:cubicBezTo>
                      <a:pt x="1" y="5190"/>
                      <a:pt x="1" y="5137"/>
                      <a:pt x="2" y="5085"/>
                    </a:cubicBezTo>
                    <a:cubicBezTo>
                      <a:pt x="2" y="5030"/>
                      <a:pt x="2" y="4974"/>
                      <a:pt x="2" y="4919"/>
                    </a:cubicBezTo>
                    <a:cubicBezTo>
                      <a:pt x="2" y="4768"/>
                      <a:pt x="3" y="4618"/>
                      <a:pt x="5" y="4468"/>
                    </a:cubicBezTo>
                    <a:cubicBezTo>
                      <a:pt x="6" y="4311"/>
                      <a:pt x="6" y="4154"/>
                      <a:pt x="6" y="3997"/>
                    </a:cubicBezTo>
                    <a:cubicBezTo>
                      <a:pt x="7" y="3699"/>
                      <a:pt x="9" y="3402"/>
                      <a:pt x="11" y="3105"/>
                    </a:cubicBezTo>
                    <a:cubicBezTo>
                      <a:pt x="14" y="2703"/>
                      <a:pt x="15" y="2301"/>
                      <a:pt x="16" y="1899"/>
                    </a:cubicBezTo>
                    <a:cubicBezTo>
                      <a:pt x="18" y="1266"/>
                      <a:pt x="22" y="633"/>
                      <a:pt x="26" y="0"/>
                    </a:cubicBezTo>
                    <a:close/>
                  </a:path>
                </a:pathLst>
              </a:custGeom>
              <a:solidFill>
                <a:srgbClr val="7BD0E0"/>
              </a:solidFill>
              <a:ln w="2646" cap="flat">
                <a:noFill/>
              </a:ln>
            </p:spPr>
          </p:sp>
          <p:sp>
            <p:nvSpPr>
              <p:cNvPr id="2583" name="ICON_C_HEATMAP_path_017"/>
              <p:cNvSpPr/>
              <p:nvPr/>
            </p:nvSpPr>
            <p:spPr>
              <a:xfrm>
                <a:off x="7733771" y="7321021"/>
                <a:ext cx="85008" cy="137583"/>
              </a:xfrm>
              <a:custGeom>
                <a:avLst/>
                <a:gdLst/>
                <a:ahLst/>
                <a:cxnLst/>
                <a:rect l="0" t="0" r="r" b="b"/>
                <a:pathLst>
                  <a:path w="6694" h="10833" fill="norm" stroke="0">
                    <a:moveTo>
                      <a:pt x="0" y="0"/>
                    </a:moveTo>
                    <a:cubicBezTo>
                      <a:pt x="69" y="138"/>
                      <a:pt x="138" y="275"/>
                      <a:pt x="208" y="417"/>
                    </a:cubicBezTo>
                    <a:cubicBezTo>
                      <a:pt x="346" y="417"/>
                      <a:pt x="483" y="417"/>
                      <a:pt x="625" y="417"/>
                    </a:cubicBezTo>
                    <a:cubicBezTo>
                      <a:pt x="694" y="692"/>
                      <a:pt x="763" y="967"/>
                      <a:pt x="833" y="1250"/>
                    </a:cubicBezTo>
                    <a:cubicBezTo>
                      <a:pt x="859" y="1183"/>
                      <a:pt x="884" y="1115"/>
                      <a:pt x="910" y="1046"/>
                    </a:cubicBezTo>
                    <a:cubicBezTo>
                      <a:pt x="1010" y="848"/>
                      <a:pt x="1010" y="848"/>
                      <a:pt x="1132" y="791"/>
                    </a:cubicBezTo>
                    <a:cubicBezTo>
                      <a:pt x="1248" y="772"/>
                      <a:pt x="1359" y="766"/>
                      <a:pt x="1476" y="764"/>
                    </a:cubicBezTo>
                    <a:cubicBezTo>
                      <a:pt x="1520" y="761"/>
                      <a:pt x="1564" y="759"/>
                      <a:pt x="1609" y="756"/>
                    </a:cubicBezTo>
                    <a:cubicBezTo>
                      <a:pt x="1753" y="749"/>
                      <a:pt x="1898" y="744"/>
                      <a:pt x="2043" y="740"/>
                    </a:cubicBezTo>
                    <a:cubicBezTo>
                      <a:pt x="2144" y="735"/>
                      <a:pt x="2245" y="731"/>
                      <a:pt x="2346" y="726"/>
                    </a:cubicBezTo>
                    <a:cubicBezTo>
                      <a:pt x="2558" y="716"/>
                      <a:pt x="2769" y="708"/>
                      <a:pt x="2981" y="701"/>
                    </a:cubicBezTo>
                    <a:cubicBezTo>
                      <a:pt x="3225" y="693"/>
                      <a:pt x="3468" y="683"/>
                      <a:pt x="3711" y="672"/>
                    </a:cubicBezTo>
                    <a:cubicBezTo>
                      <a:pt x="3947" y="660"/>
                      <a:pt x="4183" y="651"/>
                      <a:pt x="4418" y="641"/>
                    </a:cubicBezTo>
                    <a:cubicBezTo>
                      <a:pt x="4518" y="638"/>
                      <a:pt x="4617" y="633"/>
                      <a:pt x="4716" y="629"/>
                    </a:cubicBezTo>
                    <a:cubicBezTo>
                      <a:pt x="5908" y="576"/>
                      <a:pt x="5908" y="576"/>
                      <a:pt x="6250" y="833"/>
                    </a:cubicBezTo>
                    <a:cubicBezTo>
                      <a:pt x="6359" y="1029"/>
                      <a:pt x="6380" y="1222"/>
                      <a:pt x="6402" y="1440"/>
                    </a:cubicBezTo>
                    <a:cubicBezTo>
                      <a:pt x="6410" y="1502"/>
                      <a:pt x="6419" y="1564"/>
                      <a:pt x="6428" y="1625"/>
                    </a:cubicBezTo>
                    <a:cubicBezTo>
                      <a:pt x="6445" y="1755"/>
                      <a:pt x="6461" y="1885"/>
                      <a:pt x="6475" y="2015"/>
                    </a:cubicBezTo>
                    <a:cubicBezTo>
                      <a:pt x="6493" y="2177"/>
                      <a:pt x="6514" y="2339"/>
                      <a:pt x="6536" y="2500"/>
                    </a:cubicBezTo>
                    <a:cubicBezTo>
                      <a:pt x="6630" y="3186"/>
                      <a:pt x="6683" y="3870"/>
                      <a:pt x="6690" y="4562"/>
                    </a:cubicBezTo>
                    <a:cubicBezTo>
                      <a:pt x="6691" y="4578"/>
                      <a:pt x="6691" y="4578"/>
                      <a:pt x="6692" y="4657"/>
                    </a:cubicBezTo>
                    <a:cubicBezTo>
                      <a:pt x="6694" y="4746"/>
                      <a:pt x="6694" y="4834"/>
                      <a:pt x="6693" y="4923"/>
                    </a:cubicBezTo>
                    <a:cubicBezTo>
                      <a:pt x="6693" y="4973"/>
                      <a:pt x="6693" y="5024"/>
                      <a:pt x="6693" y="5075"/>
                    </a:cubicBezTo>
                    <a:cubicBezTo>
                      <a:pt x="6667" y="5208"/>
                      <a:pt x="6667" y="5208"/>
                      <a:pt x="6562" y="5299"/>
                    </a:cubicBezTo>
                    <a:cubicBezTo>
                      <a:pt x="6480" y="5372"/>
                      <a:pt x="6460" y="5408"/>
                      <a:pt x="6439" y="5518"/>
                    </a:cubicBezTo>
                    <a:cubicBezTo>
                      <a:pt x="6433" y="5652"/>
                      <a:pt x="6433" y="5784"/>
                      <a:pt x="6435" y="5918"/>
                    </a:cubicBezTo>
                    <a:cubicBezTo>
                      <a:pt x="6435" y="5971"/>
                      <a:pt x="6435" y="6023"/>
                      <a:pt x="6435" y="6075"/>
                    </a:cubicBezTo>
                    <a:cubicBezTo>
                      <a:pt x="6435" y="6214"/>
                      <a:pt x="6436" y="6354"/>
                      <a:pt x="6437" y="6493"/>
                    </a:cubicBezTo>
                    <a:cubicBezTo>
                      <a:pt x="6438" y="6624"/>
                      <a:pt x="6439" y="6755"/>
                      <a:pt x="6439" y="6886"/>
                    </a:cubicBezTo>
                    <a:cubicBezTo>
                      <a:pt x="6440" y="7269"/>
                      <a:pt x="6443" y="7651"/>
                      <a:pt x="6445" y="8034"/>
                    </a:cubicBezTo>
                    <a:cubicBezTo>
                      <a:pt x="6450" y="8889"/>
                      <a:pt x="6454" y="9744"/>
                      <a:pt x="6458" y="10625"/>
                    </a:cubicBezTo>
                    <a:cubicBezTo>
                      <a:pt x="5393" y="10659"/>
                      <a:pt x="5393" y="10659"/>
                      <a:pt x="0" y="10833"/>
                    </a:cubicBezTo>
                    <a:cubicBezTo>
                      <a:pt x="0" y="7258"/>
                      <a:pt x="0" y="3683"/>
                      <a:pt x="0" y="0"/>
                    </a:cubicBezTo>
                    <a:close/>
                  </a:path>
                </a:pathLst>
              </a:custGeom>
              <a:solidFill>
                <a:srgbClr val="F9E973"/>
              </a:solidFill>
              <a:ln w="2646" cap="flat">
                <a:noFill/>
              </a:ln>
            </p:spPr>
          </p:sp>
          <p:sp>
            <p:nvSpPr>
              <p:cNvPr id="2584" name="ICON_C_HEATMAP_path_018"/>
              <p:cNvSpPr/>
              <p:nvPr/>
            </p:nvSpPr>
            <p:spPr>
              <a:xfrm>
                <a:off x="8543118" y="7461147"/>
                <a:ext cx="77007" cy="137687"/>
              </a:xfrm>
              <a:custGeom>
                <a:avLst/>
                <a:gdLst/>
                <a:ahLst/>
                <a:cxnLst/>
                <a:rect l="0" t="0" r="r" b="b"/>
                <a:pathLst>
                  <a:path w="6064" h="10841" fill="norm" stroke="0">
                    <a:moveTo>
                      <a:pt x="6064" y="8"/>
                    </a:moveTo>
                    <a:cubicBezTo>
                      <a:pt x="6064" y="3583"/>
                      <a:pt x="6064" y="7158"/>
                      <a:pt x="6064" y="10841"/>
                    </a:cubicBezTo>
                    <a:cubicBezTo>
                      <a:pt x="4139" y="10841"/>
                      <a:pt x="2214" y="10841"/>
                      <a:pt x="230" y="10841"/>
                    </a:cubicBezTo>
                    <a:cubicBezTo>
                      <a:pt x="211" y="10399"/>
                      <a:pt x="211" y="10399"/>
                      <a:pt x="113" y="8159"/>
                    </a:cubicBezTo>
                    <a:cubicBezTo>
                      <a:pt x="100" y="7880"/>
                      <a:pt x="87" y="7601"/>
                      <a:pt x="74" y="7314"/>
                    </a:cubicBezTo>
                    <a:cubicBezTo>
                      <a:pt x="60" y="6972"/>
                      <a:pt x="60" y="6972"/>
                      <a:pt x="54" y="6811"/>
                    </a:cubicBezTo>
                    <a:cubicBezTo>
                      <a:pt x="49" y="6700"/>
                      <a:pt x="44" y="6589"/>
                      <a:pt x="39" y="6477"/>
                    </a:cubicBezTo>
                    <a:cubicBezTo>
                      <a:pt x="32" y="6335"/>
                      <a:pt x="26" y="6192"/>
                      <a:pt x="21" y="6049"/>
                    </a:cubicBezTo>
                    <a:cubicBezTo>
                      <a:pt x="17" y="5973"/>
                      <a:pt x="13" y="5896"/>
                      <a:pt x="9" y="5820"/>
                    </a:cubicBezTo>
                    <a:cubicBezTo>
                      <a:pt x="0" y="5533"/>
                      <a:pt x="40" y="5360"/>
                      <a:pt x="181" y="5112"/>
                    </a:cubicBezTo>
                    <a:cubicBezTo>
                      <a:pt x="271" y="4923"/>
                      <a:pt x="267" y="4727"/>
                      <a:pt x="273" y="4521"/>
                    </a:cubicBezTo>
                    <a:cubicBezTo>
                      <a:pt x="275" y="4474"/>
                      <a:pt x="277" y="4427"/>
                      <a:pt x="279" y="4379"/>
                    </a:cubicBezTo>
                    <a:cubicBezTo>
                      <a:pt x="285" y="4252"/>
                      <a:pt x="289" y="4125"/>
                      <a:pt x="293" y="3998"/>
                    </a:cubicBezTo>
                    <a:cubicBezTo>
                      <a:pt x="298" y="3865"/>
                      <a:pt x="304" y="3732"/>
                      <a:pt x="309" y="3599"/>
                    </a:cubicBezTo>
                    <a:cubicBezTo>
                      <a:pt x="320" y="3347"/>
                      <a:pt x="329" y="3096"/>
                      <a:pt x="338" y="2844"/>
                    </a:cubicBezTo>
                    <a:cubicBezTo>
                      <a:pt x="348" y="2557"/>
                      <a:pt x="360" y="2271"/>
                      <a:pt x="371" y="1984"/>
                    </a:cubicBezTo>
                    <a:cubicBezTo>
                      <a:pt x="395" y="1395"/>
                      <a:pt x="417" y="806"/>
                      <a:pt x="439" y="216"/>
                    </a:cubicBezTo>
                    <a:cubicBezTo>
                      <a:pt x="1018" y="189"/>
                      <a:pt x="1598" y="162"/>
                      <a:pt x="2177" y="135"/>
                    </a:cubicBezTo>
                    <a:cubicBezTo>
                      <a:pt x="2447" y="122"/>
                      <a:pt x="2716" y="110"/>
                      <a:pt x="2985" y="97"/>
                    </a:cubicBezTo>
                    <a:cubicBezTo>
                      <a:pt x="3246" y="85"/>
                      <a:pt x="3506" y="73"/>
                      <a:pt x="3767" y="61"/>
                    </a:cubicBezTo>
                    <a:cubicBezTo>
                      <a:pt x="3866" y="56"/>
                      <a:pt x="3964" y="51"/>
                      <a:pt x="4063" y="47"/>
                    </a:cubicBezTo>
                    <a:cubicBezTo>
                      <a:pt x="4203" y="40"/>
                      <a:pt x="4343" y="34"/>
                      <a:pt x="4483" y="27"/>
                    </a:cubicBezTo>
                    <a:cubicBezTo>
                      <a:pt x="4522" y="25"/>
                      <a:pt x="4561" y="23"/>
                      <a:pt x="4601" y="21"/>
                    </a:cubicBezTo>
                    <a:cubicBezTo>
                      <a:pt x="5089" y="0"/>
                      <a:pt x="5574" y="8"/>
                      <a:pt x="6064" y="8"/>
                    </a:cubicBezTo>
                    <a:close/>
                  </a:path>
                </a:pathLst>
              </a:custGeom>
              <a:solidFill>
                <a:srgbClr val="7AABDC"/>
              </a:solidFill>
              <a:ln w="2646" cap="flat">
                <a:noFill/>
              </a:ln>
            </p:spPr>
          </p:sp>
          <p:sp>
            <p:nvSpPr>
              <p:cNvPr id="2585" name="ICON_C_HEATMAP_path_019"/>
              <p:cNvSpPr/>
              <p:nvPr/>
            </p:nvSpPr>
            <p:spPr>
              <a:xfrm>
                <a:off x="8238797" y="7540269"/>
                <a:ext cx="98592" cy="130350"/>
              </a:xfrm>
              <a:custGeom>
                <a:avLst/>
                <a:gdLst/>
                <a:ahLst/>
                <a:cxnLst/>
                <a:rect l="0" t="0" r="r" b="b"/>
                <a:pathLst>
                  <a:path w="7763" h="10264" fill="norm" stroke="0">
                    <a:moveTo>
                      <a:pt x="4144" y="4"/>
                    </a:moveTo>
                    <a:cubicBezTo>
                      <a:pt x="4180" y="4"/>
                      <a:pt x="4217" y="4"/>
                      <a:pt x="4255" y="4"/>
                    </a:cubicBezTo>
                    <a:cubicBezTo>
                      <a:pt x="4375" y="4"/>
                      <a:pt x="4496" y="6"/>
                      <a:pt x="4616" y="8"/>
                    </a:cubicBezTo>
                    <a:cubicBezTo>
                      <a:pt x="4700" y="8"/>
                      <a:pt x="4784" y="8"/>
                      <a:pt x="4868" y="9"/>
                    </a:cubicBezTo>
                    <a:cubicBezTo>
                      <a:pt x="5088" y="9"/>
                      <a:pt x="5308" y="11"/>
                      <a:pt x="5529" y="14"/>
                    </a:cubicBezTo>
                    <a:cubicBezTo>
                      <a:pt x="5753" y="16"/>
                      <a:pt x="5978" y="17"/>
                      <a:pt x="6203" y="18"/>
                    </a:cubicBezTo>
                    <a:cubicBezTo>
                      <a:pt x="6644" y="20"/>
                      <a:pt x="7085" y="24"/>
                      <a:pt x="7526" y="28"/>
                    </a:cubicBezTo>
                    <a:cubicBezTo>
                      <a:pt x="7654" y="2544"/>
                      <a:pt x="7756" y="5059"/>
                      <a:pt x="7760" y="7578"/>
                    </a:cubicBezTo>
                    <a:cubicBezTo>
                      <a:pt x="7760" y="7772"/>
                      <a:pt x="7761" y="7966"/>
                      <a:pt x="7762" y="8160"/>
                    </a:cubicBezTo>
                    <a:cubicBezTo>
                      <a:pt x="7763" y="8422"/>
                      <a:pt x="7763" y="8683"/>
                      <a:pt x="7762" y="8944"/>
                    </a:cubicBezTo>
                    <a:cubicBezTo>
                      <a:pt x="7762" y="9040"/>
                      <a:pt x="7762" y="9136"/>
                      <a:pt x="7762" y="9232"/>
                    </a:cubicBezTo>
                    <a:cubicBezTo>
                      <a:pt x="7763" y="9363"/>
                      <a:pt x="7762" y="9494"/>
                      <a:pt x="7761" y="9625"/>
                    </a:cubicBezTo>
                    <a:cubicBezTo>
                      <a:pt x="7762" y="9663"/>
                      <a:pt x="7762" y="9701"/>
                      <a:pt x="7762" y="9740"/>
                    </a:cubicBezTo>
                    <a:cubicBezTo>
                      <a:pt x="7762" y="9775"/>
                      <a:pt x="7761" y="9811"/>
                      <a:pt x="7761" y="9847"/>
                    </a:cubicBezTo>
                    <a:cubicBezTo>
                      <a:pt x="7761" y="9877"/>
                      <a:pt x="7760" y="9907"/>
                      <a:pt x="7760" y="9938"/>
                    </a:cubicBezTo>
                    <a:cubicBezTo>
                      <a:pt x="7718" y="10083"/>
                      <a:pt x="7644" y="10145"/>
                      <a:pt x="7526" y="10236"/>
                    </a:cubicBezTo>
                    <a:cubicBezTo>
                      <a:pt x="7414" y="10256"/>
                      <a:pt x="7328" y="10264"/>
                      <a:pt x="7216" y="10261"/>
                    </a:cubicBezTo>
                    <a:cubicBezTo>
                      <a:pt x="7201" y="10261"/>
                      <a:pt x="7201" y="10261"/>
                      <a:pt x="7123" y="10262"/>
                    </a:cubicBezTo>
                    <a:cubicBezTo>
                      <a:pt x="7020" y="10262"/>
                      <a:pt x="6917" y="10261"/>
                      <a:pt x="6814" y="10260"/>
                    </a:cubicBezTo>
                    <a:cubicBezTo>
                      <a:pt x="6740" y="10260"/>
                      <a:pt x="6666" y="10260"/>
                      <a:pt x="6592" y="10260"/>
                    </a:cubicBezTo>
                    <a:cubicBezTo>
                      <a:pt x="6391" y="10260"/>
                      <a:pt x="6191" y="10259"/>
                      <a:pt x="5990" y="10257"/>
                    </a:cubicBezTo>
                    <a:cubicBezTo>
                      <a:pt x="5781" y="10256"/>
                      <a:pt x="5571" y="10256"/>
                      <a:pt x="5361" y="10256"/>
                    </a:cubicBezTo>
                    <a:cubicBezTo>
                      <a:pt x="4964" y="10255"/>
                      <a:pt x="4567" y="10254"/>
                      <a:pt x="4170" y="10251"/>
                    </a:cubicBezTo>
                    <a:cubicBezTo>
                      <a:pt x="3719" y="10249"/>
                      <a:pt x="3267" y="10248"/>
                      <a:pt x="2815" y="10247"/>
                    </a:cubicBezTo>
                    <a:cubicBezTo>
                      <a:pt x="1885" y="10245"/>
                      <a:pt x="955" y="10241"/>
                      <a:pt x="26" y="10236"/>
                    </a:cubicBezTo>
                    <a:cubicBezTo>
                      <a:pt x="21" y="9534"/>
                      <a:pt x="17" y="8831"/>
                      <a:pt x="15" y="8128"/>
                    </a:cubicBezTo>
                    <a:cubicBezTo>
                      <a:pt x="14" y="7802"/>
                      <a:pt x="12" y="7476"/>
                      <a:pt x="10" y="7150"/>
                    </a:cubicBezTo>
                    <a:cubicBezTo>
                      <a:pt x="8" y="6865"/>
                      <a:pt x="7" y="6581"/>
                      <a:pt x="6" y="6296"/>
                    </a:cubicBezTo>
                    <a:cubicBezTo>
                      <a:pt x="6" y="6146"/>
                      <a:pt x="5" y="5995"/>
                      <a:pt x="4" y="5845"/>
                    </a:cubicBezTo>
                    <a:cubicBezTo>
                      <a:pt x="2" y="5703"/>
                      <a:pt x="2" y="5561"/>
                      <a:pt x="2" y="5420"/>
                    </a:cubicBezTo>
                    <a:cubicBezTo>
                      <a:pt x="2" y="5343"/>
                      <a:pt x="1" y="5266"/>
                      <a:pt x="0" y="5189"/>
                    </a:cubicBezTo>
                    <a:cubicBezTo>
                      <a:pt x="2" y="4813"/>
                      <a:pt x="2" y="4813"/>
                      <a:pt x="111" y="4684"/>
                    </a:cubicBezTo>
                    <a:cubicBezTo>
                      <a:pt x="265" y="4593"/>
                      <a:pt x="390" y="4583"/>
                      <a:pt x="564" y="4588"/>
                    </a:cubicBezTo>
                    <a:cubicBezTo>
                      <a:pt x="596" y="4588"/>
                      <a:pt x="629" y="4588"/>
                      <a:pt x="662" y="4588"/>
                    </a:cubicBezTo>
                    <a:cubicBezTo>
                      <a:pt x="770" y="4588"/>
                      <a:pt x="877" y="4589"/>
                      <a:pt x="984" y="4591"/>
                    </a:cubicBezTo>
                    <a:cubicBezTo>
                      <a:pt x="1058" y="4591"/>
                      <a:pt x="1132" y="4592"/>
                      <a:pt x="1207" y="4592"/>
                    </a:cubicBezTo>
                    <a:cubicBezTo>
                      <a:pt x="1402" y="4593"/>
                      <a:pt x="1598" y="4595"/>
                      <a:pt x="1794" y="4597"/>
                    </a:cubicBezTo>
                    <a:cubicBezTo>
                      <a:pt x="1993" y="4599"/>
                      <a:pt x="2193" y="4600"/>
                      <a:pt x="2393" y="4601"/>
                    </a:cubicBezTo>
                    <a:cubicBezTo>
                      <a:pt x="2784" y="4603"/>
                      <a:pt x="3176" y="4607"/>
                      <a:pt x="3567" y="4611"/>
                    </a:cubicBezTo>
                    <a:cubicBezTo>
                      <a:pt x="3567" y="4589"/>
                      <a:pt x="3567" y="4567"/>
                      <a:pt x="3567" y="4544"/>
                    </a:cubicBezTo>
                    <a:cubicBezTo>
                      <a:pt x="3562" y="3999"/>
                      <a:pt x="3559" y="3455"/>
                      <a:pt x="3557" y="2911"/>
                    </a:cubicBezTo>
                    <a:cubicBezTo>
                      <a:pt x="3556" y="2648"/>
                      <a:pt x="3554" y="2384"/>
                      <a:pt x="3552" y="2121"/>
                    </a:cubicBezTo>
                    <a:cubicBezTo>
                      <a:pt x="3550" y="1867"/>
                      <a:pt x="3548" y="1613"/>
                      <a:pt x="3548" y="1359"/>
                    </a:cubicBezTo>
                    <a:cubicBezTo>
                      <a:pt x="3547" y="1262"/>
                      <a:pt x="3547" y="1166"/>
                      <a:pt x="3545" y="1069"/>
                    </a:cubicBezTo>
                    <a:cubicBezTo>
                      <a:pt x="3544" y="933"/>
                      <a:pt x="3544" y="797"/>
                      <a:pt x="3544" y="662"/>
                    </a:cubicBezTo>
                    <a:cubicBezTo>
                      <a:pt x="3543" y="621"/>
                      <a:pt x="3542" y="581"/>
                      <a:pt x="3542" y="540"/>
                    </a:cubicBezTo>
                    <a:cubicBezTo>
                      <a:pt x="3543" y="359"/>
                      <a:pt x="3551" y="262"/>
                      <a:pt x="3650" y="107"/>
                    </a:cubicBezTo>
                    <a:cubicBezTo>
                      <a:pt x="3820" y="0"/>
                      <a:pt x="3946" y="0"/>
                      <a:pt x="4144" y="4"/>
                    </a:cubicBezTo>
                    <a:close/>
                  </a:path>
                </a:pathLst>
              </a:custGeom>
              <a:solidFill>
                <a:srgbClr val="7561AE"/>
              </a:solidFill>
              <a:ln w="2646" cap="flat">
                <a:noFill/>
              </a:ln>
            </p:spPr>
          </p:sp>
          <p:sp>
            <p:nvSpPr>
              <p:cNvPr id="2586" name="ICON_C_HEATMAP_path_020"/>
              <p:cNvSpPr/>
              <p:nvPr/>
            </p:nvSpPr>
            <p:spPr>
              <a:xfrm>
                <a:off x="7965464" y="7254875"/>
                <a:ext cx="654661" cy="16997"/>
              </a:xfrm>
              <a:custGeom>
                <a:avLst/>
                <a:gdLst/>
                <a:ahLst/>
                <a:cxnLst/>
                <a:rect l="0" t="0" r="r" b="b"/>
                <a:pathLst>
                  <a:path w="51548" h="1338" fill="norm" stroke="0">
                    <a:moveTo>
                      <a:pt x="90" y="0"/>
                    </a:moveTo>
                    <a:cubicBezTo>
                      <a:pt x="17071" y="0"/>
                      <a:pt x="34052" y="0"/>
                      <a:pt x="51548" y="0"/>
                    </a:cubicBezTo>
                    <a:cubicBezTo>
                      <a:pt x="51548" y="275"/>
                      <a:pt x="51548" y="550"/>
                      <a:pt x="51548" y="833"/>
                    </a:cubicBezTo>
                    <a:cubicBezTo>
                      <a:pt x="44879" y="833"/>
                      <a:pt x="38211" y="833"/>
                      <a:pt x="31340" y="833"/>
                    </a:cubicBezTo>
                    <a:cubicBezTo>
                      <a:pt x="31340" y="971"/>
                      <a:pt x="31340" y="1108"/>
                      <a:pt x="31340" y="1250"/>
                    </a:cubicBezTo>
                    <a:cubicBezTo>
                      <a:pt x="30584" y="1250"/>
                      <a:pt x="29827" y="1250"/>
                      <a:pt x="29048" y="1250"/>
                    </a:cubicBezTo>
                    <a:cubicBezTo>
                      <a:pt x="29048" y="1112"/>
                      <a:pt x="29048" y="975"/>
                      <a:pt x="29048" y="833"/>
                    </a:cubicBezTo>
                    <a:cubicBezTo>
                      <a:pt x="26504" y="833"/>
                      <a:pt x="23961" y="833"/>
                      <a:pt x="21340" y="833"/>
                    </a:cubicBezTo>
                    <a:cubicBezTo>
                      <a:pt x="21340" y="971"/>
                      <a:pt x="21340" y="1108"/>
                      <a:pt x="21340" y="1250"/>
                    </a:cubicBezTo>
                    <a:cubicBezTo>
                      <a:pt x="19382" y="1261"/>
                      <a:pt x="17425" y="1271"/>
                      <a:pt x="15467" y="1276"/>
                    </a:cubicBezTo>
                    <a:cubicBezTo>
                      <a:pt x="15453" y="1276"/>
                      <a:pt x="15453" y="1276"/>
                      <a:pt x="15379" y="1277"/>
                    </a:cubicBezTo>
                    <a:cubicBezTo>
                      <a:pt x="14749" y="1279"/>
                      <a:pt x="14119" y="1280"/>
                      <a:pt x="13489" y="1282"/>
                    </a:cubicBezTo>
                    <a:cubicBezTo>
                      <a:pt x="13180" y="1283"/>
                      <a:pt x="12871" y="1284"/>
                      <a:pt x="12562" y="1284"/>
                    </a:cubicBezTo>
                    <a:cubicBezTo>
                      <a:pt x="12547" y="1284"/>
                      <a:pt x="12547" y="1284"/>
                      <a:pt x="12469" y="1285"/>
                    </a:cubicBezTo>
                    <a:cubicBezTo>
                      <a:pt x="11473" y="1287"/>
                      <a:pt x="10477" y="1292"/>
                      <a:pt x="9481" y="1298"/>
                    </a:cubicBezTo>
                    <a:cubicBezTo>
                      <a:pt x="8457" y="1304"/>
                      <a:pt x="7433" y="1308"/>
                      <a:pt x="6410" y="1309"/>
                    </a:cubicBezTo>
                    <a:cubicBezTo>
                      <a:pt x="6265" y="1309"/>
                      <a:pt x="6120" y="1309"/>
                      <a:pt x="5975" y="1309"/>
                    </a:cubicBezTo>
                    <a:cubicBezTo>
                      <a:pt x="5947" y="1309"/>
                      <a:pt x="5918" y="1309"/>
                      <a:pt x="5889" y="1309"/>
                    </a:cubicBezTo>
                    <a:cubicBezTo>
                      <a:pt x="5431" y="1310"/>
                      <a:pt x="4973" y="1313"/>
                      <a:pt x="4516" y="1317"/>
                    </a:cubicBezTo>
                    <a:cubicBezTo>
                      <a:pt x="4055" y="1320"/>
                      <a:pt x="3594" y="1322"/>
                      <a:pt x="3134" y="1321"/>
                    </a:cubicBezTo>
                    <a:cubicBezTo>
                      <a:pt x="2884" y="1321"/>
                      <a:pt x="2635" y="1321"/>
                      <a:pt x="2385" y="1325"/>
                    </a:cubicBezTo>
                    <a:cubicBezTo>
                      <a:pt x="2156" y="1327"/>
                      <a:pt x="1928" y="1328"/>
                      <a:pt x="1699" y="1326"/>
                    </a:cubicBezTo>
                    <a:cubicBezTo>
                      <a:pt x="1617" y="1325"/>
                      <a:pt x="1534" y="1326"/>
                      <a:pt x="1452" y="1328"/>
                    </a:cubicBezTo>
                    <a:cubicBezTo>
                      <a:pt x="998" y="1338"/>
                      <a:pt x="688" y="1292"/>
                      <a:pt x="349" y="972"/>
                    </a:cubicBezTo>
                    <a:cubicBezTo>
                      <a:pt x="322" y="948"/>
                      <a:pt x="296" y="923"/>
                      <a:pt x="268" y="898"/>
                    </a:cubicBezTo>
                    <a:cubicBezTo>
                      <a:pt x="0" y="606"/>
                      <a:pt x="90" y="450"/>
                      <a:pt x="90" y="0"/>
                    </a:cubicBezTo>
                    <a:close/>
                  </a:path>
                </a:pathLst>
              </a:custGeom>
              <a:solidFill>
                <a:srgbClr val="65ADBC"/>
              </a:solidFill>
              <a:ln w="2646" cap="flat">
                <a:noFill/>
              </a:ln>
            </p:spPr>
          </p:sp>
          <p:sp>
            <p:nvSpPr>
              <p:cNvPr id="2587" name="ICON_C_HEATMAP_path_021"/>
              <p:cNvSpPr/>
              <p:nvPr/>
            </p:nvSpPr>
            <p:spPr>
              <a:xfrm>
                <a:off x="8090163" y="7328228"/>
                <a:ext cx="66971" cy="133382"/>
              </a:xfrm>
              <a:custGeom>
                <a:avLst/>
                <a:gdLst/>
                <a:ahLst/>
                <a:cxnLst/>
                <a:rect l="0" t="0" r="r" b="b"/>
                <a:pathLst>
                  <a:path w="5273" h="10503" fill="norm" stroke="0">
                    <a:moveTo>
                      <a:pt x="947" y="10"/>
                    </a:moveTo>
                    <a:cubicBezTo>
                      <a:pt x="970" y="10"/>
                      <a:pt x="970" y="10"/>
                      <a:pt x="1083" y="10"/>
                    </a:cubicBezTo>
                    <a:cubicBezTo>
                      <a:pt x="1230" y="10"/>
                      <a:pt x="1376" y="14"/>
                      <a:pt x="1522" y="17"/>
                    </a:cubicBezTo>
                    <a:cubicBezTo>
                      <a:pt x="1625" y="18"/>
                      <a:pt x="1727" y="18"/>
                      <a:pt x="1829" y="19"/>
                    </a:cubicBezTo>
                    <a:cubicBezTo>
                      <a:pt x="2070" y="20"/>
                      <a:pt x="2310" y="23"/>
                      <a:pt x="2551" y="28"/>
                    </a:cubicBezTo>
                    <a:cubicBezTo>
                      <a:pt x="2825" y="32"/>
                      <a:pt x="3099" y="34"/>
                      <a:pt x="3373" y="36"/>
                    </a:cubicBezTo>
                    <a:cubicBezTo>
                      <a:pt x="3936" y="41"/>
                      <a:pt x="4499" y="48"/>
                      <a:pt x="5062" y="58"/>
                    </a:cubicBezTo>
                    <a:cubicBezTo>
                      <a:pt x="5106" y="856"/>
                      <a:pt x="5145" y="1655"/>
                      <a:pt x="5180" y="2453"/>
                    </a:cubicBezTo>
                    <a:cubicBezTo>
                      <a:pt x="5180" y="2468"/>
                      <a:pt x="5180" y="2468"/>
                      <a:pt x="5184" y="2544"/>
                    </a:cubicBezTo>
                    <a:cubicBezTo>
                      <a:pt x="5269" y="4473"/>
                      <a:pt x="5273" y="6385"/>
                      <a:pt x="5180" y="8313"/>
                    </a:cubicBezTo>
                    <a:cubicBezTo>
                      <a:pt x="5179" y="8340"/>
                      <a:pt x="5177" y="8368"/>
                      <a:pt x="5176" y="8396"/>
                    </a:cubicBezTo>
                    <a:cubicBezTo>
                      <a:pt x="5142" y="9089"/>
                      <a:pt x="5105" y="9782"/>
                      <a:pt x="5062" y="10474"/>
                    </a:cubicBezTo>
                    <a:cubicBezTo>
                      <a:pt x="4718" y="10479"/>
                      <a:pt x="4374" y="10483"/>
                      <a:pt x="4030" y="10485"/>
                    </a:cubicBezTo>
                    <a:cubicBezTo>
                      <a:pt x="3870" y="10486"/>
                      <a:pt x="3709" y="10488"/>
                      <a:pt x="3549" y="10490"/>
                    </a:cubicBezTo>
                    <a:cubicBezTo>
                      <a:pt x="2709" y="10503"/>
                      <a:pt x="1887" y="10457"/>
                      <a:pt x="1052" y="10369"/>
                    </a:cubicBezTo>
                    <a:cubicBezTo>
                      <a:pt x="955" y="10359"/>
                      <a:pt x="859" y="10349"/>
                      <a:pt x="762" y="10339"/>
                    </a:cubicBezTo>
                    <a:cubicBezTo>
                      <a:pt x="529" y="10315"/>
                      <a:pt x="296" y="10290"/>
                      <a:pt x="62" y="10266"/>
                    </a:cubicBezTo>
                    <a:cubicBezTo>
                      <a:pt x="53" y="9026"/>
                      <a:pt x="46" y="7785"/>
                      <a:pt x="41" y="6545"/>
                    </a:cubicBezTo>
                    <a:cubicBezTo>
                      <a:pt x="41" y="6398"/>
                      <a:pt x="40" y="6252"/>
                      <a:pt x="40" y="6105"/>
                    </a:cubicBezTo>
                    <a:cubicBezTo>
                      <a:pt x="40" y="6076"/>
                      <a:pt x="40" y="6047"/>
                      <a:pt x="39" y="6017"/>
                    </a:cubicBezTo>
                    <a:cubicBezTo>
                      <a:pt x="37" y="5545"/>
                      <a:pt x="34" y="5073"/>
                      <a:pt x="30" y="4601"/>
                    </a:cubicBezTo>
                    <a:cubicBezTo>
                      <a:pt x="26" y="4117"/>
                      <a:pt x="24" y="3632"/>
                      <a:pt x="23" y="3148"/>
                    </a:cubicBezTo>
                    <a:cubicBezTo>
                      <a:pt x="23" y="2849"/>
                      <a:pt x="21" y="2550"/>
                      <a:pt x="18" y="2251"/>
                    </a:cubicBezTo>
                    <a:cubicBezTo>
                      <a:pt x="15" y="2022"/>
                      <a:pt x="15" y="1793"/>
                      <a:pt x="15" y="1563"/>
                    </a:cubicBezTo>
                    <a:cubicBezTo>
                      <a:pt x="15" y="1469"/>
                      <a:pt x="15" y="1375"/>
                      <a:pt x="13" y="1281"/>
                    </a:cubicBezTo>
                    <a:cubicBezTo>
                      <a:pt x="0" y="485"/>
                      <a:pt x="0" y="485"/>
                      <a:pt x="245" y="210"/>
                    </a:cubicBezTo>
                    <a:cubicBezTo>
                      <a:pt x="472" y="32"/>
                      <a:pt x="665" y="0"/>
                      <a:pt x="947" y="10"/>
                    </a:cubicBezTo>
                    <a:close/>
                  </a:path>
                </a:pathLst>
              </a:custGeom>
              <a:solidFill>
                <a:srgbClr val="99E1DA"/>
              </a:solidFill>
              <a:ln w="2646" cap="flat">
                <a:noFill/>
              </a:ln>
            </p:spPr>
          </p:sp>
          <p:sp>
            <p:nvSpPr>
              <p:cNvPr id="2588" name="ICON_C_HEATMAP_path_022"/>
              <p:cNvSpPr/>
              <p:nvPr/>
            </p:nvSpPr>
            <p:spPr>
              <a:xfrm>
                <a:off x="8479230" y="7269766"/>
                <a:ext cx="140896" cy="123351"/>
              </a:xfrm>
              <a:custGeom>
                <a:avLst/>
                <a:gdLst/>
                <a:ahLst/>
                <a:cxnLst/>
                <a:rect l="0" t="0" r="r" b="b"/>
                <a:pathLst>
                  <a:path w="11094" h="9713" fill="norm" stroke="0">
                    <a:moveTo>
                      <a:pt x="4758" y="20"/>
                    </a:moveTo>
                    <a:cubicBezTo>
                      <a:pt x="4926" y="0"/>
                      <a:pt x="5084" y="0"/>
                      <a:pt x="5252" y="6"/>
                    </a:cubicBezTo>
                    <a:cubicBezTo>
                      <a:pt x="5316" y="7"/>
                      <a:pt x="5380" y="7"/>
                      <a:pt x="5443" y="6"/>
                    </a:cubicBezTo>
                    <a:cubicBezTo>
                      <a:pt x="5616" y="6"/>
                      <a:pt x="5788" y="10"/>
                      <a:pt x="5961" y="14"/>
                    </a:cubicBezTo>
                    <a:cubicBezTo>
                      <a:pt x="6141" y="18"/>
                      <a:pt x="6322" y="18"/>
                      <a:pt x="6502" y="19"/>
                    </a:cubicBezTo>
                    <a:cubicBezTo>
                      <a:pt x="6844" y="21"/>
                      <a:pt x="7186" y="26"/>
                      <a:pt x="7527" y="33"/>
                    </a:cubicBezTo>
                    <a:cubicBezTo>
                      <a:pt x="7989" y="41"/>
                      <a:pt x="8450" y="44"/>
                      <a:pt x="8912" y="48"/>
                    </a:cubicBezTo>
                    <a:cubicBezTo>
                      <a:pt x="9640" y="54"/>
                      <a:pt x="10367" y="66"/>
                      <a:pt x="11094" y="78"/>
                    </a:cubicBezTo>
                    <a:cubicBezTo>
                      <a:pt x="11094" y="1521"/>
                      <a:pt x="11094" y="2965"/>
                      <a:pt x="11094" y="4453"/>
                    </a:cubicBezTo>
                    <a:cubicBezTo>
                      <a:pt x="9100" y="4521"/>
                      <a:pt x="7107" y="4590"/>
                      <a:pt x="5052" y="4661"/>
                    </a:cubicBezTo>
                    <a:cubicBezTo>
                      <a:pt x="4984" y="6311"/>
                      <a:pt x="4915" y="7961"/>
                      <a:pt x="4844" y="9661"/>
                    </a:cubicBezTo>
                    <a:cubicBezTo>
                      <a:pt x="4468" y="9665"/>
                      <a:pt x="4468" y="9665"/>
                      <a:pt x="2565" y="9687"/>
                    </a:cubicBezTo>
                    <a:cubicBezTo>
                      <a:pt x="2328" y="9691"/>
                      <a:pt x="2091" y="9694"/>
                      <a:pt x="1846" y="9698"/>
                    </a:cubicBezTo>
                    <a:cubicBezTo>
                      <a:pt x="1556" y="9700"/>
                      <a:pt x="1556" y="9700"/>
                      <a:pt x="1420" y="9701"/>
                    </a:cubicBezTo>
                    <a:cubicBezTo>
                      <a:pt x="1325" y="9701"/>
                      <a:pt x="1231" y="9703"/>
                      <a:pt x="1136" y="9705"/>
                    </a:cubicBezTo>
                    <a:cubicBezTo>
                      <a:pt x="992" y="9708"/>
                      <a:pt x="849" y="9708"/>
                      <a:pt x="705" y="9708"/>
                    </a:cubicBezTo>
                    <a:cubicBezTo>
                      <a:pt x="663" y="9710"/>
                      <a:pt x="621" y="9711"/>
                      <a:pt x="577" y="9713"/>
                    </a:cubicBezTo>
                    <a:cubicBezTo>
                      <a:pt x="458" y="9711"/>
                      <a:pt x="371" y="9705"/>
                      <a:pt x="261" y="9661"/>
                    </a:cubicBezTo>
                    <a:cubicBezTo>
                      <a:pt x="91" y="9460"/>
                      <a:pt x="27" y="9219"/>
                      <a:pt x="22" y="8959"/>
                    </a:cubicBezTo>
                    <a:cubicBezTo>
                      <a:pt x="21" y="8933"/>
                      <a:pt x="21" y="8908"/>
                      <a:pt x="20" y="8881"/>
                    </a:cubicBezTo>
                    <a:cubicBezTo>
                      <a:pt x="18" y="8798"/>
                      <a:pt x="18" y="8715"/>
                      <a:pt x="17" y="8631"/>
                    </a:cubicBezTo>
                    <a:cubicBezTo>
                      <a:pt x="17" y="8571"/>
                      <a:pt x="16" y="8511"/>
                      <a:pt x="15" y="8450"/>
                    </a:cubicBezTo>
                    <a:cubicBezTo>
                      <a:pt x="14" y="8324"/>
                      <a:pt x="14" y="8196"/>
                      <a:pt x="14" y="8070"/>
                    </a:cubicBezTo>
                    <a:cubicBezTo>
                      <a:pt x="14" y="7944"/>
                      <a:pt x="12" y="7818"/>
                      <a:pt x="10" y="7692"/>
                    </a:cubicBezTo>
                    <a:cubicBezTo>
                      <a:pt x="0" y="7272"/>
                      <a:pt x="14" y="6858"/>
                      <a:pt x="45" y="6439"/>
                    </a:cubicBezTo>
                    <a:cubicBezTo>
                      <a:pt x="53" y="6319"/>
                      <a:pt x="58" y="6199"/>
                      <a:pt x="62" y="6079"/>
                    </a:cubicBezTo>
                    <a:cubicBezTo>
                      <a:pt x="115" y="4838"/>
                      <a:pt x="115" y="4838"/>
                      <a:pt x="469" y="4453"/>
                    </a:cubicBezTo>
                    <a:cubicBezTo>
                      <a:pt x="998" y="4113"/>
                      <a:pt x="1809" y="4225"/>
                      <a:pt x="2405" y="4251"/>
                    </a:cubicBezTo>
                    <a:cubicBezTo>
                      <a:pt x="2744" y="4265"/>
                      <a:pt x="3083" y="4263"/>
                      <a:pt x="3423" y="4263"/>
                    </a:cubicBezTo>
                    <a:cubicBezTo>
                      <a:pt x="3604" y="4263"/>
                      <a:pt x="3783" y="4267"/>
                      <a:pt x="3964" y="4275"/>
                    </a:cubicBezTo>
                    <a:cubicBezTo>
                      <a:pt x="4639" y="4296"/>
                      <a:pt x="4639" y="4296"/>
                      <a:pt x="4899" y="4076"/>
                    </a:cubicBezTo>
                    <a:cubicBezTo>
                      <a:pt x="5117" y="3796"/>
                      <a:pt x="5117" y="3495"/>
                      <a:pt x="5115" y="3156"/>
                    </a:cubicBezTo>
                    <a:cubicBezTo>
                      <a:pt x="5116" y="3092"/>
                      <a:pt x="5117" y="3028"/>
                      <a:pt x="5118" y="2963"/>
                    </a:cubicBezTo>
                    <a:cubicBezTo>
                      <a:pt x="5119" y="2829"/>
                      <a:pt x="5119" y="2695"/>
                      <a:pt x="5118" y="2561"/>
                    </a:cubicBezTo>
                    <a:cubicBezTo>
                      <a:pt x="5117" y="2390"/>
                      <a:pt x="5120" y="2219"/>
                      <a:pt x="5125" y="2047"/>
                    </a:cubicBezTo>
                    <a:cubicBezTo>
                      <a:pt x="5128" y="1915"/>
                      <a:pt x="5129" y="1782"/>
                      <a:pt x="5128" y="1650"/>
                    </a:cubicBezTo>
                    <a:cubicBezTo>
                      <a:pt x="5128" y="1587"/>
                      <a:pt x="5129" y="1523"/>
                      <a:pt x="5131" y="1460"/>
                    </a:cubicBezTo>
                    <a:cubicBezTo>
                      <a:pt x="5137" y="1261"/>
                      <a:pt x="5136" y="1094"/>
                      <a:pt x="5052" y="911"/>
                    </a:cubicBezTo>
                    <a:cubicBezTo>
                      <a:pt x="4868" y="776"/>
                      <a:pt x="4646" y="746"/>
                      <a:pt x="4427" y="703"/>
                    </a:cubicBezTo>
                    <a:cubicBezTo>
                      <a:pt x="4530" y="127"/>
                      <a:pt x="4530" y="127"/>
                      <a:pt x="4758" y="20"/>
                    </a:cubicBezTo>
                    <a:close/>
                  </a:path>
                </a:pathLst>
              </a:custGeom>
              <a:solidFill>
                <a:srgbClr val="62AADB"/>
              </a:solidFill>
              <a:ln w="2646" cap="flat">
                <a:noFill/>
              </a:ln>
            </p:spPr>
          </p:sp>
          <p:sp>
            <p:nvSpPr>
              <p:cNvPr id="2589" name="ICON_C_HEATMAP_path_023"/>
              <p:cNvSpPr/>
              <p:nvPr/>
            </p:nvSpPr>
            <p:spPr>
              <a:xfrm>
                <a:off x="8413749" y="7603755"/>
                <a:ext cx="127000" cy="66516"/>
              </a:xfrm>
              <a:custGeom>
                <a:avLst/>
                <a:gdLst/>
                <a:ahLst/>
                <a:cxnLst/>
                <a:rect l="0" t="0" r="r" b="b"/>
                <a:pathLst>
                  <a:path w="10000" h="5237" fill="norm" stroke="0">
                    <a:moveTo>
                      <a:pt x="363" y="3"/>
                    </a:moveTo>
                    <a:cubicBezTo>
                      <a:pt x="378" y="2"/>
                      <a:pt x="378" y="2"/>
                      <a:pt x="452" y="1"/>
                    </a:cubicBezTo>
                    <a:cubicBezTo>
                      <a:pt x="484" y="1"/>
                      <a:pt x="515" y="2"/>
                      <a:pt x="548" y="2"/>
                    </a:cubicBezTo>
                    <a:cubicBezTo>
                      <a:pt x="565" y="2"/>
                      <a:pt x="565" y="2"/>
                      <a:pt x="651" y="1"/>
                    </a:cubicBezTo>
                    <a:cubicBezTo>
                      <a:pt x="766" y="0"/>
                      <a:pt x="881" y="1"/>
                      <a:pt x="995" y="1"/>
                    </a:cubicBezTo>
                    <a:cubicBezTo>
                      <a:pt x="1078" y="1"/>
                      <a:pt x="1161" y="1"/>
                      <a:pt x="1244" y="1"/>
                    </a:cubicBezTo>
                    <a:cubicBezTo>
                      <a:pt x="1472" y="0"/>
                      <a:pt x="1700" y="1"/>
                      <a:pt x="1927" y="2"/>
                    </a:cubicBezTo>
                    <a:cubicBezTo>
                      <a:pt x="2070" y="3"/>
                      <a:pt x="2213" y="4"/>
                      <a:pt x="2356" y="4"/>
                    </a:cubicBezTo>
                    <a:cubicBezTo>
                      <a:pt x="3598" y="6"/>
                      <a:pt x="4838" y="33"/>
                      <a:pt x="6079" y="76"/>
                    </a:cubicBezTo>
                    <a:cubicBezTo>
                      <a:pt x="6108" y="77"/>
                      <a:pt x="6136" y="78"/>
                      <a:pt x="6166" y="79"/>
                    </a:cubicBezTo>
                    <a:cubicBezTo>
                      <a:pt x="7444" y="125"/>
                      <a:pt x="8722" y="183"/>
                      <a:pt x="10000" y="237"/>
                    </a:cubicBezTo>
                    <a:cubicBezTo>
                      <a:pt x="10000" y="1887"/>
                      <a:pt x="10000" y="3538"/>
                      <a:pt x="10000" y="5237"/>
                    </a:cubicBezTo>
                    <a:cubicBezTo>
                      <a:pt x="6700" y="5237"/>
                      <a:pt x="3400" y="5237"/>
                      <a:pt x="0" y="5237"/>
                    </a:cubicBezTo>
                    <a:cubicBezTo>
                      <a:pt x="0" y="4"/>
                      <a:pt x="0" y="4"/>
                      <a:pt x="363" y="3"/>
                    </a:cubicBezTo>
                    <a:close/>
                  </a:path>
                </a:pathLst>
              </a:custGeom>
              <a:solidFill>
                <a:srgbClr val="7450A5"/>
              </a:solidFill>
              <a:ln w="2646" cap="flat">
                <a:noFill/>
              </a:ln>
            </p:spPr>
          </p:sp>
          <p:sp>
            <p:nvSpPr>
              <p:cNvPr id="2590" name="ICON_C_HEATMAP_path_024"/>
              <p:cNvSpPr/>
              <p:nvPr/>
            </p:nvSpPr>
            <p:spPr>
              <a:xfrm>
                <a:off x="7900212" y="7534507"/>
                <a:ext cx="131604" cy="73054"/>
              </a:xfrm>
              <a:custGeom>
                <a:avLst/>
                <a:gdLst/>
                <a:ahLst/>
                <a:cxnLst/>
                <a:rect l="0" t="0" r="r" b="b"/>
                <a:pathLst>
                  <a:path w="10362" h="5752" fill="norm" stroke="0">
                    <a:moveTo>
                      <a:pt x="757" y="38"/>
                    </a:moveTo>
                    <a:cubicBezTo>
                      <a:pt x="811" y="38"/>
                      <a:pt x="866" y="38"/>
                      <a:pt x="920" y="37"/>
                    </a:cubicBezTo>
                    <a:cubicBezTo>
                      <a:pt x="1069" y="36"/>
                      <a:pt x="1217" y="36"/>
                      <a:pt x="1365" y="37"/>
                    </a:cubicBezTo>
                    <a:cubicBezTo>
                      <a:pt x="1522" y="38"/>
                      <a:pt x="1679" y="37"/>
                      <a:pt x="1836" y="37"/>
                    </a:cubicBezTo>
                    <a:cubicBezTo>
                      <a:pt x="2102" y="36"/>
                      <a:pt x="2367" y="37"/>
                      <a:pt x="2633" y="38"/>
                    </a:cubicBezTo>
                    <a:cubicBezTo>
                      <a:pt x="2901" y="39"/>
                      <a:pt x="3170" y="39"/>
                      <a:pt x="3439" y="38"/>
                    </a:cubicBezTo>
                    <a:cubicBezTo>
                      <a:pt x="6010" y="28"/>
                      <a:pt x="6010" y="28"/>
                      <a:pt x="7165" y="186"/>
                    </a:cubicBezTo>
                    <a:cubicBezTo>
                      <a:pt x="8114" y="315"/>
                      <a:pt x="9064" y="294"/>
                      <a:pt x="10019" y="273"/>
                    </a:cubicBezTo>
                    <a:cubicBezTo>
                      <a:pt x="10071" y="887"/>
                      <a:pt x="10117" y="1501"/>
                      <a:pt x="10155" y="2115"/>
                    </a:cubicBezTo>
                    <a:cubicBezTo>
                      <a:pt x="10173" y="2401"/>
                      <a:pt x="10192" y="2686"/>
                      <a:pt x="10217" y="2971"/>
                    </a:cubicBezTo>
                    <a:cubicBezTo>
                      <a:pt x="10239" y="3219"/>
                      <a:pt x="10256" y="3468"/>
                      <a:pt x="10270" y="3717"/>
                    </a:cubicBezTo>
                    <a:cubicBezTo>
                      <a:pt x="10277" y="3849"/>
                      <a:pt x="10286" y="3980"/>
                      <a:pt x="10299" y="4112"/>
                    </a:cubicBezTo>
                    <a:cubicBezTo>
                      <a:pt x="10362" y="4765"/>
                      <a:pt x="10362" y="4765"/>
                      <a:pt x="10228" y="5065"/>
                    </a:cubicBezTo>
                    <a:cubicBezTo>
                      <a:pt x="9920" y="5428"/>
                      <a:pt x="9425" y="5664"/>
                      <a:pt x="8959" y="5735"/>
                    </a:cubicBezTo>
                    <a:cubicBezTo>
                      <a:pt x="8745" y="5752"/>
                      <a:pt x="8537" y="5735"/>
                      <a:pt x="8324" y="5713"/>
                    </a:cubicBezTo>
                    <a:cubicBezTo>
                      <a:pt x="8247" y="5707"/>
                      <a:pt x="8170" y="5702"/>
                      <a:pt x="8094" y="5698"/>
                    </a:cubicBezTo>
                    <a:cubicBezTo>
                      <a:pt x="7934" y="5687"/>
                      <a:pt x="7776" y="5674"/>
                      <a:pt x="7617" y="5660"/>
                    </a:cubicBezTo>
                    <a:cubicBezTo>
                      <a:pt x="7415" y="5641"/>
                      <a:pt x="7213" y="5626"/>
                      <a:pt x="7010" y="5613"/>
                    </a:cubicBezTo>
                    <a:cubicBezTo>
                      <a:pt x="6814" y="5600"/>
                      <a:pt x="6619" y="5585"/>
                      <a:pt x="6423" y="5570"/>
                    </a:cubicBezTo>
                    <a:cubicBezTo>
                      <a:pt x="6387" y="5567"/>
                      <a:pt x="6350" y="5564"/>
                      <a:pt x="6312" y="5561"/>
                    </a:cubicBezTo>
                    <a:cubicBezTo>
                      <a:pt x="6208" y="5553"/>
                      <a:pt x="6104" y="5544"/>
                      <a:pt x="6000" y="5534"/>
                    </a:cubicBezTo>
                    <a:cubicBezTo>
                      <a:pt x="5970" y="5532"/>
                      <a:pt x="5940" y="5530"/>
                      <a:pt x="5909" y="5528"/>
                    </a:cubicBezTo>
                    <a:cubicBezTo>
                      <a:pt x="5730" y="5510"/>
                      <a:pt x="5603" y="5465"/>
                      <a:pt x="5445" y="5377"/>
                    </a:cubicBezTo>
                    <a:cubicBezTo>
                      <a:pt x="5206" y="5250"/>
                      <a:pt x="4989" y="5238"/>
                      <a:pt x="4721" y="5231"/>
                    </a:cubicBezTo>
                    <a:cubicBezTo>
                      <a:pt x="4697" y="5230"/>
                      <a:pt x="4697" y="5230"/>
                      <a:pt x="4574" y="5224"/>
                    </a:cubicBezTo>
                    <a:cubicBezTo>
                      <a:pt x="4441" y="5219"/>
                      <a:pt x="4308" y="5214"/>
                      <a:pt x="4176" y="5210"/>
                    </a:cubicBezTo>
                    <a:cubicBezTo>
                      <a:pt x="4037" y="5206"/>
                      <a:pt x="3898" y="5200"/>
                      <a:pt x="3759" y="5194"/>
                    </a:cubicBezTo>
                    <a:cubicBezTo>
                      <a:pt x="3496" y="5184"/>
                      <a:pt x="3234" y="5175"/>
                      <a:pt x="2971" y="5166"/>
                    </a:cubicBezTo>
                    <a:cubicBezTo>
                      <a:pt x="2671" y="5155"/>
                      <a:pt x="2372" y="5144"/>
                      <a:pt x="2073" y="5132"/>
                    </a:cubicBezTo>
                    <a:cubicBezTo>
                      <a:pt x="1458" y="5109"/>
                      <a:pt x="843" y="5086"/>
                      <a:pt x="228" y="5065"/>
                    </a:cubicBezTo>
                    <a:cubicBezTo>
                      <a:pt x="196" y="4444"/>
                      <a:pt x="165" y="3823"/>
                      <a:pt x="135" y="3202"/>
                    </a:cubicBezTo>
                    <a:cubicBezTo>
                      <a:pt x="122" y="2913"/>
                      <a:pt x="108" y="2625"/>
                      <a:pt x="93" y="2336"/>
                    </a:cubicBezTo>
                    <a:cubicBezTo>
                      <a:pt x="80" y="2085"/>
                      <a:pt x="67" y="1834"/>
                      <a:pt x="56" y="1582"/>
                    </a:cubicBezTo>
                    <a:cubicBezTo>
                      <a:pt x="50" y="1449"/>
                      <a:pt x="43" y="1316"/>
                      <a:pt x="36" y="1183"/>
                    </a:cubicBezTo>
                    <a:cubicBezTo>
                      <a:pt x="28" y="1034"/>
                      <a:pt x="21" y="886"/>
                      <a:pt x="15" y="737"/>
                    </a:cubicBezTo>
                    <a:cubicBezTo>
                      <a:pt x="12" y="693"/>
                      <a:pt x="9" y="649"/>
                      <a:pt x="7" y="603"/>
                    </a:cubicBezTo>
                    <a:cubicBezTo>
                      <a:pt x="0" y="419"/>
                      <a:pt x="2" y="306"/>
                      <a:pt x="91" y="142"/>
                    </a:cubicBezTo>
                    <a:cubicBezTo>
                      <a:pt x="275" y="0"/>
                      <a:pt x="537" y="36"/>
                      <a:pt x="757" y="38"/>
                    </a:cubicBezTo>
                    <a:close/>
                  </a:path>
                </a:pathLst>
              </a:custGeom>
              <a:solidFill>
                <a:srgbClr val="6DACDF"/>
              </a:solidFill>
              <a:ln w="2646" cap="flat">
                <a:noFill/>
              </a:ln>
            </p:spPr>
          </p:sp>
          <p:sp>
            <p:nvSpPr>
              <p:cNvPr id="2591" name="ICON_C_HEATMAP_path_025"/>
              <p:cNvSpPr/>
              <p:nvPr/>
            </p:nvSpPr>
            <p:spPr>
              <a:xfrm>
                <a:off x="7815792" y="7270403"/>
                <a:ext cx="148167" cy="56944"/>
              </a:xfrm>
              <a:custGeom>
                <a:avLst/>
                <a:gdLst/>
                <a:ahLst/>
                <a:cxnLst/>
                <a:rect l="0" t="0" r="r" b="b"/>
                <a:pathLst>
                  <a:path w="11667" h="4484" fill="norm" stroke="0">
                    <a:moveTo>
                      <a:pt x="0" y="27"/>
                    </a:moveTo>
                    <a:cubicBezTo>
                      <a:pt x="1336" y="23"/>
                      <a:pt x="2672" y="19"/>
                      <a:pt x="4008" y="17"/>
                    </a:cubicBezTo>
                    <a:cubicBezTo>
                      <a:pt x="4166" y="16"/>
                      <a:pt x="4324" y="16"/>
                      <a:pt x="4482" y="16"/>
                    </a:cubicBezTo>
                    <a:cubicBezTo>
                      <a:pt x="4514" y="16"/>
                      <a:pt x="4545" y="16"/>
                      <a:pt x="4578" y="16"/>
                    </a:cubicBezTo>
                    <a:cubicBezTo>
                      <a:pt x="5086" y="15"/>
                      <a:pt x="5594" y="13"/>
                      <a:pt x="6101" y="11"/>
                    </a:cubicBezTo>
                    <a:cubicBezTo>
                      <a:pt x="6624" y="9"/>
                      <a:pt x="7146" y="8"/>
                      <a:pt x="7669" y="8"/>
                    </a:cubicBezTo>
                    <a:cubicBezTo>
                      <a:pt x="7990" y="7"/>
                      <a:pt x="8311" y="6"/>
                      <a:pt x="8633" y="5"/>
                    </a:cubicBezTo>
                    <a:cubicBezTo>
                      <a:pt x="8854" y="4"/>
                      <a:pt x="9076" y="3"/>
                      <a:pt x="9297" y="4"/>
                    </a:cubicBezTo>
                    <a:cubicBezTo>
                      <a:pt x="9424" y="4"/>
                      <a:pt x="9552" y="4"/>
                      <a:pt x="9679" y="2"/>
                    </a:cubicBezTo>
                    <a:cubicBezTo>
                      <a:pt x="9726" y="2"/>
                      <a:pt x="9773" y="2"/>
                      <a:pt x="9821" y="1"/>
                    </a:cubicBezTo>
                    <a:cubicBezTo>
                      <a:pt x="9862" y="1"/>
                      <a:pt x="9902" y="1"/>
                      <a:pt x="9944" y="0"/>
                    </a:cubicBezTo>
                    <a:cubicBezTo>
                      <a:pt x="10574" y="9"/>
                      <a:pt x="11016" y="105"/>
                      <a:pt x="11667" y="236"/>
                    </a:cubicBezTo>
                    <a:cubicBezTo>
                      <a:pt x="11667" y="1542"/>
                      <a:pt x="11667" y="2848"/>
                      <a:pt x="11667" y="4194"/>
                    </a:cubicBezTo>
                    <a:cubicBezTo>
                      <a:pt x="8762" y="4222"/>
                      <a:pt x="8762" y="4222"/>
                      <a:pt x="7673" y="4133"/>
                    </a:cubicBezTo>
                    <a:cubicBezTo>
                      <a:pt x="7655" y="4131"/>
                      <a:pt x="7655" y="4131"/>
                      <a:pt x="7565" y="4124"/>
                    </a:cubicBezTo>
                    <a:cubicBezTo>
                      <a:pt x="7424" y="4113"/>
                      <a:pt x="7282" y="4101"/>
                      <a:pt x="7140" y="4090"/>
                    </a:cubicBezTo>
                    <a:cubicBezTo>
                      <a:pt x="5939" y="3991"/>
                      <a:pt x="4895" y="3979"/>
                      <a:pt x="3712" y="4241"/>
                    </a:cubicBezTo>
                    <a:cubicBezTo>
                      <a:pt x="3109" y="4374"/>
                      <a:pt x="2526" y="4455"/>
                      <a:pt x="1908" y="4465"/>
                    </a:cubicBezTo>
                    <a:cubicBezTo>
                      <a:pt x="1818" y="4466"/>
                      <a:pt x="1729" y="4469"/>
                      <a:pt x="1639" y="4473"/>
                    </a:cubicBezTo>
                    <a:cubicBezTo>
                      <a:pt x="1516" y="4478"/>
                      <a:pt x="1393" y="4479"/>
                      <a:pt x="1270" y="4478"/>
                    </a:cubicBezTo>
                    <a:cubicBezTo>
                      <a:pt x="1234" y="4480"/>
                      <a:pt x="1199" y="4482"/>
                      <a:pt x="1163" y="4484"/>
                    </a:cubicBezTo>
                    <a:cubicBezTo>
                      <a:pt x="844" y="4472"/>
                      <a:pt x="645" y="4269"/>
                      <a:pt x="428" y="4057"/>
                    </a:cubicBezTo>
                    <a:cubicBezTo>
                      <a:pt x="109" y="3711"/>
                      <a:pt x="109" y="3347"/>
                      <a:pt x="102" y="2896"/>
                    </a:cubicBezTo>
                    <a:cubicBezTo>
                      <a:pt x="98" y="2813"/>
                      <a:pt x="94" y="2730"/>
                      <a:pt x="90" y="2646"/>
                    </a:cubicBezTo>
                    <a:cubicBezTo>
                      <a:pt x="81" y="2430"/>
                      <a:pt x="74" y="2213"/>
                      <a:pt x="69" y="1996"/>
                    </a:cubicBezTo>
                    <a:cubicBezTo>
                      <a:pt x="62" y="1774"/>
                      <a:pt x="53" y="1552"/>
                      <a:pt x="44" y="1330"/>
                    </a:cubicBezTo>
                    <a:cubicBezTo>
                      <a:pt x="26" y="896"/>
                      <a:pt x="12" y="462"/>
                      <a:pt x="0" y="27"/>
                    </a:cubicBezTo>
                    <a:close/>
                  </a:path>
                </a:pathLst>
              </a:custGeom>
              <a:solidFill>
                <a:srgbClr val="FAEF7C"/>
              </a:solidFill>
              <a:ln w="2646" cap="flat">
                <a:noFill/>
              </a:ln>
            </p:spPr>
          </p:sp>
          <p:sp>
            <p:nvSpPr>
              <p:cNvPr id="2592" name="ICON_C_HEATMAP_path_026"/>
              <p:cNvSpPr/>
              <p:nvPr/>
            </p:nvSpPr>
            <p:spPr>
              <a:xfrm>
                <a:off x="8418274" y="7465803"/>
                <a:ext cx="119830" cy="64606"/>
              </a:xfrm>
              <a:custGeom>
                <a:avLst/>
                <a:gdLst/>
                <a:ahLst/>
                <a:cxnLst/>
                <a:rect l="0" t="0" r="r" b="b"/>
                <a:pathLst>
                  <a:path w="9435" h="5087" fill="norm" stroke="0">
                    <a:moveTo>
                      <a:pt x="60" y="58"/>
                    </a:moveTo>
                    <a:cubicBezTo>
                      <a:pt x="596" y="53"/>
                      <a:pt x="1133" y="50"/>
                      <a:pt x="1669" y="47"/>
                    </a:cubicBezTo>
                    <a:cubicBezTo>
                      <a:pt x="1918" y="46"/>
                      <a:pt x="2166" y="45"/>
                      <a:pt x="2415" y="43"/>
                    </a:cubicBezTo>
                    <a:cubicBezTo>
                      <a:pt x="2656" y="40"/>
                      <a:pt x="2896" y="39"/>
                      <a:pt x="3137" y="38"/>
                    </a:cubicBezTo>
                    <a:cubicBezTo>
                      <a:pt x="3228" y="38"/>
                      <a:pt x="3320" y="37"/>
                      <a:pt x="3411" y="36"/>
                    </a:cubicBezTo>
                    <a:cubicBezTo>
                      <a:pt x="3540" y="35"/>
                      <a:pt x="3669" y="34"/>
                      <a:pt x="3797" y="34"/>
                    </a:cubicBezTo>
                    <a:cubicBezTo>
                      <a:pt x="3816" y="34"/>
                      <a:pt x="3816" y="34"/>
                      <a:pt x="3911" y="32"/>
                    </a:cubicBezTo>
                    <a:cubicBezTo>
                      <a:pt x="4122" y="34"/>
                      <a:pt x="4259" y="66"/>
                      <a:pt x="4445" y="169"/>
                    </a:cubicBezTo>
                    <a:cubicBezTo>
                      <a:pt x="4627" y="269"/>
                      <a:pt x="4627" y="269"/>
                      <a:pt x="4787" y="242"/>
                    </a:cubicBezTo>
                    <a:cubicBezTo>
                      <a:pt x="4831" y="220"/>
                      <a:pt x="4876" y="199"/>
                      <a:pt x="4921" y="177"/>
                    </a:cubicBezTo>
                    <a:cubicBezTo>
                      <a:pt x="5349" y="0"/>
                      <a:pt x="5786" y="32"/>
                      <a:pt x="6241" y="38"/>
                    </a:cubicBezTo>
                    <a:cubicBezTo>
                      <a:pt x="6323" y="38"/>
                      <a:pt x="6405" y="38"/>
                      <a:pt x="6488" y="38"/>
                    </a:cubicBezTo>
                    <a:cubicBezTo>
                      <a:pt x="6789" y="40"/>
                      <a:pt x="7090" y="43"/>
                      <a:pt x="7391" y="45"/>
                    </a:cubicBezTo>
                    <a:cubicBezTo>
                      <a:pt x="7729" y="47"/>
                      <a:pt x="7729" y="47"/>
                      <a:pt x="9435" y="58"/>
                    </a:cubicBezTo>
                    <a:cubicBezTo>
                      <a:pt x="9435" y="1639"/>
                      <a:pt x="9435" y="3221"/>
                      <a:pt x="9435" y="4850"/>
                    </a:cubicBezTo>
                    <a:cubicBezTo>
                      <a:pt x="7849" y="4850"/>
                      <a:pt x="6262" y="4850"/>
                      <a:pt x="4675" y="4850"/>
                    </a:cubicBezTo>
                    <a:cubicBezTo>
                      <a:pt x="4655" y="4850"/>
                      <a:pt x="4655" y="4850"/>
                      <a:pt x="4553" y="4850"/>
                    </a:cubicBezTo>
                    <a:cubicBezTo>
                      <a:pt x="4474" y="4850"/>
                      <a:pt x="4395" y="4850"/>
                      <a:pt x="4316" y="4849"/>
                    </a:cubicBezTo>
                    <a:cubicBezTo>
                      <a:pt x="4279" y="4849"/>
                      <a:pt x="4242" y="4849"/>
                      <a:pt x="4203" y="4849"/>
                    </a:cubicBezTo>
                    <a:cubicBezTo>
                      <a:pt x="4171" y="4848"/>
                      <a:pt x="4138" y="4848"/>
                      <a:pt x="4104" y="4848"/>
                    </a:cubicBezTo>
                    <a:cubicBezTo>
                      <a:pt x="3994" y="4850"/>
                      <a:pt x="3893" y="4869"/>
                      <a:pt x="3785" y="4895"/>
                    </a:cubicBezTo>
                    <a:cubicBezTo>
                      <a:pt x="3048" y="5056"/>
                      <a:pt x="2324" y="5081"/>
                      <a:pt x="1571" y="5084"/>
                    </a:cubicBezTo>
                    <a:cubicBezTo>
                      <a:pt x="1520" y="5085"/>
                      <a:pt x="1469" y="5085"/>
                      <a:pt x="1417" y="5086"/>
                    </a:cubicBezTo>
                    <a:cubicBezTo>
                      <a:pt x="1270" y="5087"/>
                      <a:pt x="1122" y="5087"/>
                      <a:pt x="975" y="5086"/>
                    </a:cubicBezTo>
                    <a:cubicBezTo>
                      <a:pt x="953" y="5086"/>
                      <a:pt x="953" y="5086"/>
                      <a:pt x="842" y="5087"/>
                    </a:cubicBezTo>
                    <a:cubicBezTo>
                      <a:pt x="800" y="5086"/>
                      <a:pt x="758" y="5086"/>
                      <a:pt x="715" y="5085"/>
                    </a:cubicBezTo>
                    <a:cubicBezTo>
                      <a:pt x="679" y="5085"/>
                      <a:pt x="643" y="5085"/>
                      <a:pt x="606" y="5085"/>
                    </a:cubicBezTo>
                    <a:cubicBezTo>
                      <a:pt x="401" y="5043"/>
                      <a:pt x="222" y="4986"/>
                      <a:pt x="60" y="4850"/>
                    </a:cubicBezTo>
                    <a:cubicBezTo>
                      <a:pt x="0" y="4696"/>
                      <a:pt x="8" y="4550"/>
                      <a:pt x="13" y="4386"/>
                    </a:cubicBezTo>
                    <a:cubicBezTo>
                      <a:pt x="13" y="4340"/>
                      <a:pt x="13" y="4293"/>
                      <a:pt x="13" y="4245"/>
                    </a:cubicBezTo>
                    <a:cubicBezTo>
                      <a:pt x="13" y="4117"/>
                      <a:pt x="15" y="3989"/>
                      <a:pt x="18" y="3861"/>
                    </a:cubicBezTo>
                    <a:cubicBezTo>
                      <a:pt x="21" y="3727"/>
                      <a:pt x="21" y="3594"/>
                      <a:pt x="21" y="3460"/>
                    </a:cubicBezTo>
                    <a:cubicBezTo>
                      <a:pt x="23" y="3207"/>
                      <a:pt x="26" y="2954"/>
                      <a:pt x="30" y="2701"/>
                    </a:cubicBezTo>
                    <a:cubicBezTo>
                      <a:pt x="35" y="2413"/>
                      <a:pt x="37" y="2124"/>
                      <a:pt x="39" y="1836"/>
                    </a:cubicBezTo>
                    <a:cubicBezTo>
                      <a:pt x="44" y="1243"/>
                      <a:pt x="51" y="651"/>
                      <a:pt x="60" y="58"/>
                    </a:cubicBezTo>
                    <a:close/>
                  </a:path>
                </a:pathLst>
              </a:custGeom>
              <a:solidFill>
                <a:srgbClr val="7454A5"/>
              </a:solidFill>
              <a:ln w="2646" cap="flat">
                <a:noFill/>
              </a:ln>
            </p:spPr>
          </p:sp>
          <p:sp>
            <p:nvSpPr>
              <p:cNvPr id="2593" name="ICON_C_HEATMAP_path_027"/>
              <p:cNvSpPr/>
              <p:nvPr/>
            </p:nvSpPr>
            <p:spPr>
              <a:xfrm>
                <a:off x="8416396" y="7540625"/>
                <a:ext cx="124354" cy="56010"/>
              </a:xfrm>
              <a:custGeom>
                <a:avLst/>
                <a:gdLst/>
                <a:ahLst/>
                <a:cxnLst/>
                <a:rect l="0" t="0" r="r" b="b"/>
                <a:pathLst>
                  <a:path w="9792" h="4410" fill="norm" stroke="0">
                    <a:moveTo>
                      <a:pt x="0" y="0"/>
                    </a:moveTo>
                    <a:cubicBezTo>
                      <a:pt x="3231" y="0"/>
                      <a:pt x="6462" y="0"/>
                      <a:pt x="9792" y="0"/>
                    </a:cubicBezTo>
                    <a:cubicBezTo>
                      <a:pt x="9792" y="1306"/>
                      <a:pt x="9792" y="2612"/>
                      <a:pt x="9792" y="3958"/>
                    </a:cubicBezTo>
                    <a:cubicBezTo>
                      <a:pt x="9557" y="4193"/>
                      <a:pt x="9557" y="4193"/>
                      <a:pt x="9404" y="4201"/>
                    </a:cubicBezTo>
                    <a:cubicBezTo>
                      <a:pt x="9387" y="4202"/>
                      <a:pt x="9387" y="4202"/>
                      <a:pt x="9300" y="4208"/>
                    </a:cubicBezTo>
                    <a:cubicBezTo>
                      <a:pt x="9263" y="4210"/>
                      <a:pt x="9225" y="4211"/>
                      <a:pt x="9187" y="4213"/>
                    </a:cubicBezTo>
                    <a:cubicBezTo>
                      <a:pt x="9148" y="4215"/>
                      <a:pt x="9108" y="4217"/>
                      <a:pt x="9067" y="4220"/>
                    </a:cubicBezTo>
                    <a:cubicBezTo>
                      <a:pt x="8936" y="4228"/>
                      <a:pt x="8805" y="4234"/>
                      <a:pt x="8674" y="4240"/>
                    </a:cubicBezTo>
                    <a:cubicBezTo>
                      <a:pt x="8582" y="4245"/>
                      <a:pt x="8490" y="4250"/>
                      <a:pt x="8399" y="4255"/>
                    </a:cubicBezTo>
                    <a:cubicBezTo>
                      <a:pt x="8206" y="4265"/>
                      <a:pt x="8014" y="4274"/>
                      <a:pt x="7822" y="4283"/>
                    </a:cubicBezTo>
                    <a:cubicBezTo>
                      <a:pt x="7577" y="4294"/>
                      <a:pt x="7332" y="4308"/>
                      <a:pt x="7087" y="4321"/>
                    </a:cubicBezTo>
                    <a:cubicBezTo>
                      <a:pt x="6898" y="4332"/>
                      <a:pt x="6708" y="4341"/>
                      <a:pt x="6519" y="4350"/>
                    </a:cubicBezTo>
                    <a:cubicBezTo>
                      <a:pt x="6428" y="4355"/>
                      <a:pt x="6338" y="4360"/>
                      <a:pt x="6248" y="4365"/>
                    </a:cubicBezTo>
                    <a:cubicBezTo>
                      <a:pt x="5445" y="4410"/>
                      <a:pt x="5445" y="4410"/>
                      <a:pt x="5038" y="4243"/>
                    </a:cubicBezTo>
                    <a:cubicBezTo>
                      <a:pt x="4671" y="4105"/>
                      <a:pt x="4269" y="4144"/>
                      <a:pt x="3883" y="4151"/>
                    </a:cubicBezTo>
                    <a:cubicBezTo>
                      <a:pt x="3732" y="4154"/>
                      <a:pt x="3582" y="4155"/>
                      <a:pt x="3431" y="4156"/>
                    </a:cubicBezTo>
                    <a:cubicBezTo>
                      <a:pt x="3112" y="4158"/>
                      <a:pt x="2793" y="4163"/>
                      <a:pt x="2474" y="4167"/>
                    </a:cubicBezTo>
                    <a:cubicBezTo>
                      <a:pt x="2102" y="4172"/>
                      <a:pt x="1731" y="4176"/>
                      <a:pt x="1360" y="4178"/>
                    </a:cubicBezTo>
                    <a:cubicBezTo>
                      <a:pt x="1211" y="4180"/>
                      <a:pt x="1063" y="4182"/>
                      <a:pt x="915" y="4185"/>
                    </a:cubicBezTo>
                    <a:cubicBezTo>
                      <a:pt x="824" y="4186"/>
                      <a:pt x="733" y="4186"/>
                      <a:pt x="643" y="4187"/>
                    </a:cubicBezTo>
                    <a:cubicBezTo>
                      <a:pt x="602" y="4188"/>
                      <a:pt x="561" y="4189"/>
                      <a:pt x="518" y="4190"/>
                    </a:cubicBezTo>
                    <a:cubicBezTo>
                      <a:pt x="480" y="4190"/>
                      <a:pt x="442" y="4190"/>
                      <a:pt x="403" y="4190"/>
                    </a:cubicBezTo>
                    <a:cubicBezTo>
                      <a:pt x="370" y="4191"/>
                      <a:pt x="337" y="4191"/>
                      <a:pt x="304" y="4192"/>
                    </a:cubicBezTo>
                    <a:cubicBezTo>
                      <a:pt x="208" y="4167"/>
                      <a:pt x="208" y="4167"/>
                      <a:pt x="0" y="3958"/>
                    </a:cubicBezTo>
                    <a:cubicBezTo>
                      <a:pt x="0" y="2652"/>
                      <a:pt x="0" y="1346"/>
                      <a:pt x="0" y="0"/>
                    </a:cubicBezTo>
                    <a:close/>
                  </a:path>
                </a:pathLst>
              </a:custGeom>
              <a:solidFill>
                <a:srgbClr val="7453A5"/>
              </a:solidFill>
              <a:ln w="2646" cap="flat">
                <a:noFill/>
              </a:ln>
            </p:spPr>
          </p:sp>
          <p:sp>
            <p:nvSpPr>
              <p:cNvPr id="2594" name="ICON_C_HEATMAP_path_028"/>
              <p:cNvSpPr/>
              <p:nvPr/>
            </p:nvSpPr>
            <p:spPr>
              <a:xfrm>
                <a:off x="7907563" y="7391876"/>
                <a:ext cx="112331" cy="65580"/>
              </a:xfrm>
              <a:custGeom>
                <a:avLst/>
                <a:gdLst/>
                <a:ahLst/>
                <a:cxnLst/>
                <a:rect l="0" t="0" r="r" b="b"/>
                <a:pathLst>
                  <a:path w="8845" h="5164" fill="norm" stroke="0">
                    <a:moveTo>
                      <a:pt x="7711" y="34"/>
                    </a:moveTo>
                    <a:cubicBezTo>
                      <a:pt x="7855" y="23"/>
                      <a:pt x="7997" y="16"/>
                      <a:pt x="8141" y="11"/>
                    </a:cubicBezTo>
                    <a:cubicBezTo>
                      <a:pt x="8185" y="8"/>
                      <a:pt x="8229" y="5"/>
                      <a:pt x="8274" y="2"/>
                    </a:cubicBezTo>
                    <a:cubicBezTo>
                      <a:pt x="8398" y="0"/>
                      <a:pt x="8489" y="7"/>
                      <a:pt x="8607" y="46"/>
                    </a:cubicBezTo>
                    <a:cubicBezTo>
                      <a:pt x="8822" y="306"/>
                      <a:pt x="8845" y="607"/>
                      <a:pt x="8839" y="931"/>
                    </a:cubicBezTo>
                    <a:cubicBezTo>
                      <a:pt x="8839" y="975"/>
                      <a:pt x="8839" y="1020"/>
                      <a:pt x="8839" y="1066"/>
                    </a:cubicBezTo>
                    <a:cubicBezTo>
                      <a:pt x="8839" y="1213"/>
                      <a:pt x="8837" y="1359"/>
                      <a:pt x="8836" y="1506"/>
                    </a:cubicBezTo>
                    <a:cubicBezTo>
                      <a:pt x="8836" y="1608"/>
                      <a:pt x="8835" y="1710"/>
                      <a:pt x="8835" y="1812"/>
                    </a:cubicBezTo>
                    <a:cubicBezTo>
                      <a:pt x="8834" y="2053"/>
                      <a:pt x="8833" y="2293"/>
                      <a:pt x="8831" y="2534"/>
                    </a:cubicBezTo>
                    <a:cubicBezTo>
                      <a:pt x="8828" y="2808"/>
                      <a:pt x="8827" y="3082"/>
                      <a:pt x="8826" y="3356"/>
                    </a:cubicBezTo>
                    <a:cubicBezTo>
                      <a:pt x="8824" y="3919"/>
                      <a:pt x="8820" y="4482"/>
                      <a:pt x="8816" y="5046"/>
                    </a:cubicBezTo>
                    <a:cubicBezTo>
                      <a:pt x="7736" y="5065"/>
                      <a:pt x="6657" y="5080"/>
                      <a:pt x="5577" y="5089"/>
                    </a:cubicBezTo>
                    <a:cubicBezTo>
                      <a:pt x="5076" y="5093"/>
                      <a:pt x="4575" y="5099"/>
                      <a:pt x="4074" y="5109"/>
                    </a:cubicBezTo>
                    <a:cubicBezTo>
                      <a:pt x="3637" y="5117"/>
                      <a:pt x="3200" y="5122"/>
                      <a:pt x="2763" y="5124"/>
                    </a:cubicBezTo>
                    <a:cubicBezTo>
                      <a:pt x="2532" y="5125"/>
                      <a:pt x="2301" y="5128"/>
                      <a:pt x="2070" y="5134"/>
                    </a:cubicBezTo>
                    <a:cubicBezTo>
                      <a:pt x="1852" y="5140"/>
                      <a:pt x="1634" y="5141"/>
                      <a:pt x="1416" y="5140"/>
                    </a:cubicBezTo>
                    <a:cubicBezTo>
                      <a:pt x="1336" y="5140"/>
                      <a:pt x="1256" y="5142"/>
                      <a:pt x="1177" y="5145"/>
                    </a:cubicBezTo>
                    <a:cubicBezTo>
                      <a:pt x="689" y="5164"/>
                      <a:pt x="689" y="5164"/>
                      <a:pt x="482" y="5046"/>
                    </a:cubicBezTo>
                    <a:cubicBezTo>
                      <a:pt x="113" y="4650"/>
                      <a:pt x="0" y="4077"/>
                      <a:pt x="13" y="3552"/>
                    </a:cubicBezTo>
                    <a:cubicBezTo>
                      <a:pt x="14" y="3514"/>
                      <a:pt x="14" y="3475"/>
                      <a:pt x="15" y="3436"/>
                    </a:cubicBezTo>
                    <a:cubicBezTo>
                      <a:pt x="16" y="3397"/>
                      <a:pt x="17" y="3358"/>
                      <a:pt x="17" y="3318"/>
                    </a:cubicBezTo>
                    <a:cubicBezTo>
                      <a:pt x="18" y="3236"/>
                      <a:pt x="18" y="3153"/>
                      <a:pt x="18" y="3071"/>
                    </a:cubicBezTo>
                    <a:cubicBezTo>
                      <a:pt x="18" y="2900"/>
                      <a:pt x="20" y="2730"/>
                      <a:pt x="23" y="2559"/>
                    </a:cubicBezTo>
                    <a:cubicBezTo>
                      <a:pt x="26" y="2340"/>
                      <a:pt x="27" y="2122"/>
                      <a:pt x="27" y="1903"/>
                    </a:cubicBezTo>
                    <a:cubicBezTo>
                      <a:pt x="27" y="1734"/>
                      <a:pt x="28" y="1565"/>
                      <a:pt x="30" y="1395"/>
                    </a:cubicBezTo>
                    <a:cubicBezTo>
                      <a:pt x="30" y="1315"/>
                      <a:pt x="31" y="1234"/>
                      <a:pt x="31" y="1154"/>
                    </a:cubicBezTo>
                    <a:cubicBezTo>
                      <a:pt x="31" y="1041"/>
                      <a:pt x="33" y="929"/>
                      <a:pt x="35" y="817"/>
                    </a:cubicBezTo>
                    <a:cubicBezTo>
                      <a:pt x="35" y="784"/>
                      <a:pt x="35" y="751"/>
                      <a:pt x="35" y="717"/>
                    </a:cubicBezTo>
                    <a:cubicBezTo>
                      <a:pt x="40" y="552"/>
                      <a:pt x="55" y="477"/>
                      <a:pt x="151" y="338"/>
                    </a:cubicBezTo>
                    <a:cubicBezTo>
                      <a:pt x="302" y="235"/>
                      <a:pt x="420" y="225"/>
                      <a:pt x="597" y="227"/>
                    </a:cubicBezTo>
                    <a:cubicBezTo>
                      <a:pt x="629" y="227"/>
                      <a:pt x="661" y="226"/>
                      <a:pt x="694" y="226"/>
                    </a:cubicBezTo>
                    <a:cubicBezTo>
                      <a:pt x="799" y="225"/>
                      <a:pt x="904" y="226"/>
                      <a:pt x="1009" y="226"/>
                    </a:cubicBezTo>
                    <a:cubicBezTo>
                      <a:pt x="1082" y="226"/>
                      <a:pt x="1156" y="226"/>
                      <a:pt x="1229" y="226"/>
                    </a:cubicBezTo>
                    <a:cubicBezTo>
                      <a:pt x="1383" y="226"/>
                      <a:pt x="1537" y="226"/>
                      <a:pt x="1691" y="227"/>
                    </a:cubicBezTo>
                    <a:cubicBezTo>
                      <a:pt x="1887" y="228"/>
                      <a:pt x="2084" y="227"/>
                      <a:pt x="2280" y="226"/>
                    </a:cubicBezTo>
                    <a:cubicBezTo>
                      <a:pt x="2432" y="225"/>
                      <a:pt x="2584" y="226"/>
                      <a:pt x="2735" y="226"/>
                    </a:cubicBezTo>
                    <a:cubicBezTo>
                      <a:pt x="2808" y="226"/>
                      <a:pt x="2880" y="226"/>
                      <a:pt x="2952" y="226"/>
                    </a:cubicBezTo>
                    <a:cubicBezTo>
                      <a:pt x="3759" y="221"/>
                      <a:pt x="3759" y="221"/>
                      <a:pt x="4024" y="462"/>
                    </a:cubicBezTo>
                    <a:cubicBezTo>
                      <a:pt x="4077" y="601"/>
                      <a:pt x="4089" y="732"/>
                      <a:pt x="4102" y="879"/>
                    </a:cubicBezTo>
                    <a:cubicBezTo>
                      <a:pt x="4125" y="1031"/>
                      <a:pt x="4152" y="1163"/>
                      <a:pt x="4232" y="1296"/>
                    </a:cubicBezTo>
                    <a:cubicBezTo>
                      <a:pt x="4474" y="1455"/>
                      <a:pt x="4783" y="1481"/>
                      <a:pt x="5066" y="1504"/>
                    </a:cubicBezTo>
                    <a:cubicBezTo>
                      <a:pt x="5066" y="1490"/>
                      <a:pt x="5066" y="1490"/>
                      <a:pt x="5071" y="1415"/>
                    </a:cubicBezTo>
                    <a:cubicBezTo>
                      <a:pt x="5104" y="1089"/>
                      <a:pt x="5178" y="764"/>
                      <a:pt x="5407" y="521"/>
                    </a:cubicBezTo>
                    <a:cubicBezTo>
                      <a:pt x="5699" y="294"/>
                      <a:pt x="6132" y="252"/>
                      <a:pt x="6485" y="189"/>
                    </a:cubicBezTo>
                    <a:cubicBezTo>
                      <a:pt x="6530" y="181"/>
                      <a:pt x="6574" y="173"/>
                      <a:pt x="6620" y="164"/>
                    </a:cubicBezTo>
                    <a:cubicBezTo>
                      <a:pt x="6982" y="101"/>
                      <a:pt x="7345" y="64"/>
                      <a:pt x="7711" y="34"/>
                    </a:cubicBezTo>
                    <a:close/>
                  </a:path>
                </a:pathLst>
              </a:custGeom>
              <a:solidFill>
                <a:srgbClr val="F7F07B"/>
              </a:solidFill>
              <a:ln w="2646" cap="flat">
                <a:noFill/>
              </a:ln>
            </p:spPr>
          </p:sp>
          <p:sp>
            <p:nvSpPr>
              <p:cNvPr id="2595" name="ICON_C_HEATMAP_path_029"/>
              <p:cNvSpPr/>
              <p:nvPr/>
            </p:nvSpPr>
            <p:spPr>
              <a:xfrm>
                <a:off x="8083021" y="7522104"/>
                <a:ext cx="153458" cy="85503"/>
              </a:xfrm>
              <a:custGeom>
                <a:avLst/>
                <a:gdLst/>
                <a:ahLst/>
                <a:cxnLst/>
                <a:rect l="0" t="0" r="r" b="b"/>
                <a:pathLst>
                  <a:path w="12083" h="6732" fill="norm" stroke="0">
                    <a:moveTo>
                      <a:pt x="417" y="0"/>
                    </a:moveTo>
                    <a:cubicBezTo>
                      <a:pt x="829" y="0"/>
                      <a:pt x="1242" y="0"/>
                      <a:pt x="1667" y="0"/>
                    </a:cubicBezTo>
                    <a:cubicBezTo>
                      <a:pt x="1564" y="138"/>
                      <a:pt x="1564" y="138"/>
                      <a:pt x="1042" y="833"/>
                    </a:cubicBezTo>
                    <a:cubicBezTo>
                      <a:pt x="2142" y="833"/>
                      <a:pt x="3242" y="833"/>
                      <a:pt x="4375" y="833"/>
                    </a:cubicBezTo>
                    <a:cubicBezTo>
                      <a:pt x="4375" y="902"/>
                      <a:pt x="4375" y="971"/>
                      <a:pt x="4375" y="1042"/>
                    </a:cubicBezTo>
                    <a:cubicBezTo>
                      <a:pt x="3137" y="1110"/>
                      <a:pt x="1900" y="1179"/>
                      <a:pt x="625" y="1250"/>
                    </a:cubicBezTo>
                    <a:cubicBezTo>
                      <a:pt x="625" y="2763"/>
                      <a:pt x="625" y="4275"/>
                      <a:pt x="625" y="5833"/>
                    </a:cubicBezTo>
                    <a:cubicBezTo>
                      <a:pt x="1519" y="5868"/>
                      <a:pt x="1519" y="5868"/>
                      <a:pt x="6042" y="6042"/>
                    </a:cubicBezTo>
                    <a:cubicBezTo>
                      <a:pt x="6029" y="3555"/>
                      <a:pt x="6029" y="3555"/>
                      <a:pt x="6023" y="2769"/>
                    </a:cubicBezTo>
                    <a:cubicBezTo>
                      <a:pt x="6022" y="2453"/>
                      <a:pt x="6022" y="2453"/>
                      <a:pt x="6022" y="2305"/>
                    </a:cubicBezTo>
                    <a:cubicBezTo>
                      <a:pt x="6021" y="2201"/>
                      <a:pt x="6021" y="2098"/>
                      <a:pt x="6020" y="1994"/>
                    </a:cubicBezTo>
                    <a:cubicBezTo>
                      <a:pt x="6018" y="1838"/>
                      <a:pt x="6018" y="1681"/>
                      <a:pt x="6018" y="1524"/>
                    </a:cubicBezTo>
                    <a:cubicBezTo>
                      <a:pt x="6017" y="1478"/>
                      <a:pt x="6016" y="1432"/>
                      <a:pt x="6016" y="1385"/>
                    </a:cubicBezTo>
                    <a:cubicBezTo>
                      <a:pt x="6017" y="1191"/>
                      <a:pt x="6019" y="1076"/>
                      <a:pt x="6125" y="911"/>
                    </a:cubicBezTo>
                    <a:cubicBezTo>
                      <a:pt x="6287" y="810"/>
                      <a:pt x="6419" y="787"/>
                      <a:pt x="6607" y="768"/>
                    </a:cubicBezTo>
                    <a:cubicBezTo>
                      <a:pt x="6625" y="766"/>
                      <a:pt x="6625" y="766"/>
                      <a:pt x="6715" y="755"/>
                    </a:cubicBezTo>
                    <a:cubicBezTo>
                      <a:pt x="6833" y="741"/>
                      <a:pt x="6951" y="729"/>
                      <a:pt x="7070" y="717"/>
                    </a:cubicBezTo>
                    <a:cubicBezTo>
                      <a:pt x="7111" y="712"/>
                      <a:pt x="7152" y="708"/>
                      <a:pt x="7194" y="704"/>
                    </a:cubicBezTo>
                    <a:cubicBezTo>
                      <a:pt x="8203" y="597"/>
                      <a:pt x="9208" y="602"/>
                      <a:pt x="10221" y="612"/>
                    </a:cubicBezTo>
                    <a:cubicBezTo>
                      <a:pt x="10529" y="614"/>
                      <a:pt x="10529" y="614"/>
                      <a:pt x="12083" y="625"/>
                    </a:cubicBezTo>
                    <a:cubicBezTo>
                      <a:pt x="12015" y="2550"/>
                      <a:pt x="11946" y="4475"/>
                      <a:pt x="11875" y="6458"/>
                    </a:cubicBezTo>
                    <a:cubicBezTo>
                      <a:pt x="9115" y="6341"/>
                      <a:pt x="9115" y="6341"/>
                      <a:pt x="8248" y="6303"/>
                    </a:cubicBezTo>
                    <a:cubicBezTo>
                      <a:pt x="7894" y="6288"/>
                      <a:pt x="7894" y="6288"/>
                      <a:pt x="7728" y="6282"/>
                    </a:cubicBezTo>
                    <a:cubicBezTo>
                      <a:pt x="7614" y="6278"/>
                      <a:pt x="7499" y="6272"/>
                      <a:pt x="7385" y="6267"/>
                    </a:cubicBezTo>
                    <a:cubicBezTo>
                      <a:pt x="6806" y="6239"/>
                      <a:pt x="6260" y="6213"/>
                      <a:pt x="5697" y="6381"/>
                    </a:cubicBezTo>
                    <a:cubicBezTo>
                      <a:pt x="5389" y="6473"/>
                      <a:pt x="5102" y="6483"/>
                      <a:pt x="4782" y="6474"/>
                    </a:cubicBezTo>
                    <a:cubicBezTo>
                      <a:pt x="4684" y="6471"/>
                      <a:pt x="4587" y="6470"/>
                      <a:pt x="4489" y="6469"/>
                    </a:cubicBezTo>
                    <a:cubicBezTo>
                      <a:pt x="4247" y="6466"/>
                      <a:pt x="4005" y="6461"/>
                      <a:pt x="3763" y="6456"/>
                    </a:cubicBezTo>
                    <a:cubicBezTo>
                      <a:pt x="3525" y="6451"/>
                      <a:pt x="3286" y="6447"/>
                      <a:pt x="3048" y="6445"/>
                    </a:cubicBezTo>
                    <a:cubicBezTo>
                      <a:pt x="3014" y="6445"/>
                      <a:pt x="2981" y="6445"/>
                      <a:pt x="2947" y="6444"/>
                    </a:cubicBezTo>
                    <a:cubicBezTo>
                      <a:pt x="2584" y="6441"/>
                      <a:pt x="2245" y="6450"/>
                      <a:pt x="1891" y="6541"/>
                    </a:cubicBezTo>
                    <a:cubicBezTo>
                      <a:pt x="1102" y="6732"/>
                      <a:pt x="974" y="6621"/>
                      <a:pt x="0" y="6458"/>
                    </a:cubicBezTo>
                    <a:cubicBezTo>
                      <a:pt x="0" y="4671"/>
                      <a:pt x="0" y="2883"/>
                      <a:pt x="0" y="1042"/>
                    </a:cubicBezTo>
                    <a:cubicBezTo>
                      <a:pt x="137" y="1042"/>
                      <a:pt x="275" y="1042"/>
                      <a:pt x="417" y="1042"/>
                    </a:cubicBezTo>
                    <a:cubicBezTo>
                      <a:pt x="417" y="698"/>
                      <a:pt x="417" y="354"/>
                      <a:pt x="417" y="0"/>
                    </a:cubicBezTo>
                    <a:close/>
                  </a:path>
                </a:pathLst>
              </a:custGeom>
              <a:solidFill>
                <a:srgbClr val="7AD4DD"/>
              </a:solidFill>
              <a:ln w="2646" cap="flat">
                <a:noFill/>
              </a:ln>
            </p:spPr>
          </p:sp>
          <p:sp>
            <p:nvSpPr>
              <p:cNvPr id="2596" name="ICON_C_HEATMAP_path_030"/>
              <p:cNvSpPr/>
              <p:nvPr/>
            </p:nvSpPr>
            <p:spPr>
              <a:xfrm>
                <a:off x="7821083" y="7600209"/>
                <a:ext cx="88543" cy="73914"/>
              </a:xfrm>
              <a:custGeom>
                <a:avLst/>
                <a:gdLst/>
                <a:ahLst/>
                <a:cxnLst/>
                <a:rect l="0" t="0" r="r" b="b"/>
                <a:pathLst>
                  <a:path w="6972" h="5820" fill="norm" stroke="0">
                    <a:moveTo>
                      <a:pt x="0" y="100"/>
                    </a:moveTo>
                    <a:cubicBezTo>
                      <a:pt x="1481" y="75"/>
                      <a:pt x="1481" y="75"/>
                      <a:pt x="2107" y="70"/>
                    </a:cubicBezTo>
                    <a:cubicBezTo>
                      <a:pt x="2537" y="66"/>
                      <a:pt x="2967" y="61"/>
                      <a:pt x="3398" y="53"/>
                    </a:cubicBezTo>
                    <a:cubicBezTo>
                      <a:pt x="3711" y="47"/>
                      <a:pt x="4024" y="43"/>
                      <a:pt x="4338" y="41"/>
                    </a:cubicBezTo>
                    <a:cubicBezTo>
                      <a:pt x="4504" y="40"/>
                      <a:pt x="4669" y="39"/>
                      <a:pt x="4835" y="34"/>
                    </a:cubicBezTo>
                    <a:cubicBezTo>
                      <a:pt x="6108" y="0"/>
                      <a:pt x="6108" y="0"/>
                      <a:pt x="6643" y="435"/>
                    </a:cubicBezTo>
                    <a:cubicBezTo>
                      <a:pt x="6908" y="698"/>
                      <a:pt x="6965" y="963"/>
                      <a:pt x="6972" y="1328"/>
                    </a:cubicBezTo>
                    <a:cubicBezTo>
                      <a:pt x="6969" y="1467"/>
                      <a:pt x="6963" y="1605"/>
                      <a:pt x="6956" y="1743"/>
                    </a:cubicBezTo>
                    <a:cubicBezTo>
                      <a:pt x="6955" y="1840"/>
                      <a:pt x="6954" y="1938"/>
                      <a:pt x="6953" y="2035"/>
                    </a:cubicBezTo>
                    <a:cubicBezTo>
                      <a:pt x="6950" y="2289"/>
                      <a:pt x="6941" y="2542"/>
                      <a:pt x="6932" y="2796"/>
                    </a:cubicBezTo>
                    <a:cubicBezTo>
                      <a:pt x="6924" y="3056"/>
                      <a:pt x="6920" y="3315"/>
                      <a:pt x="6916" y="3575"/>
                    </a:cubicBezTo>
                    <a:cubicBezTo>
                      <a:pt x="6907" y="4084"/>
                      <a:pt x="6893" y="4592"/>
                      <a:pt x="6875" y="5100"/>
                    </a:cubicBezTo>
                    <a:cubicBezTo>
                      <a:pt x="6847" y="5093"/>
                      <a:pt x="6820" y="5085"/>
                      <a:pt x="6791" y="5078"/>
                    </a:cubicBezTo>
                    <a:cubicBezTo>
                      <a:pt x="6660" y="5058"/>
                      <a:pt x="6583" y="5051"/>
                      <a:pt x="6458" y="5100"/>
                    </a:cubicBezTo>
                    <a:cubicBezTo>
                      <a:pt x="6417" y="5206"/>
                      <a:pt x="6390" y="5298"/>
                      <a:pt x="6365" y="5408"/>
                    </a:cubicBezTo>
                    <a:cubicBezTo>
                      <a:pt x="6338" y="5521"/>
                      <a:pt x="6310" y="5625"/>
                      <a:pt x="6250" y="5725"/>
                    </a:cubicBezTo>
                    <a:cubicBezTo>
                      <a:pt x="6056" y="5820"/>
                      <a:pt x="5863" y="5804"/>
                      <a:pt x="5653" y="5796"/>
                    </a:cubicBezTo>
                    <a:cubicBezTo>
                      <a:pt x="5591" y="5796"/>
                      <a:pt x="5529" y="5796"/>
                      <a:pt x="5468" y="5796"/>
                    </a:cubicBezTo>
                    <a:cubicBezTo>
                      <a:pt x="5301" y="5796"/>
                      <a:pt x="5134" y="5793"/>
                      <a:pt x="4967" y="5788"/>
                    </a:cubicBezTo>
                    <a:cubicBezTo>
                      <a:pt x="4792" y="5784"/>
                      <a:pt x="4618" y="5784"/>
                      <a:pt x="4443" y="5783"/>
                    </a:cubicBezTo>
                    <a:cubicBezTo>
                      <a:pt x="4112" y="5781"/>
                      <a:pt x="3782" y="5776"/>
                      <a:pt x="3451" y="5770"/>
                    </a:cubicBezTo>
                    <a:cubicBezTo>
                      <a:pt x="3005" y="5762"/>
                      <a:pt x="2558" y="5758"/>
                      <a:pt x="2111" y="5755"/>
                    </a:cubicBezTo>
                    <a:cubicBezTo>
                      <a:pt x="1407" y="5749"/>
                      <a:pt x="704" y="5736"/>
                      <a:pt x="0" y="5725"/>
                    </a:cubicBezTo>
                    <a:cubicBezTo>
                      <a:pt x="0" y="3869"/>
                      <a:pt x="0" y="2013"/>
                      <a:pt x="0" y="100"/>
                    </a:cubicBezTo>
                    <a:close/>
                  </a:path>
                </a:pathLst>
              </a:custGeom>
              <a:solidFill>
                <a:srgbClr val="FBE666"/>
              </a:solidFill>
              <a:ln w="2646" cap="flat">
                <a:noFill/>
              </a:ln>
            </p:spPr>
          </p:sp>
          <p:sp>
            <p:nvSpPr>
              <p:cNvPr id="2597" name="ICON_C_HEATMAP_path_031"/>
              <p:cNvSpPr/>
              <p:nvPr/>
            </p:nvSpPr>
            <p:spPr>
              <a:xfrm>
                <a:off x="7715250" y="7432146"/>
                <a:ext cx="314854" cy="259292"/>
              </a:xfrm>
              <a:custGeom>
                <a:avLst/>
                <a:gdLst/>
                <a:ahLst/>
                <a:cxnLst/>
                <a:rect l="0" t="0" r="r" b="b"/>
                <a:pathLst>
                  <a:path w="24792" h="20417" fill="norm" stroke="0">
                    <a:moveTo>
                      <a:pt x="0" y="0"/>
                    </a:moveTo>
                    <a:cubicBezTo>
                      <a:pt x="69" y="34"/>
                      <a:pt x="69" y="34"/>
                      <a:pt x="417" y="208"/>
                    </a:cubicBezTo>
                    <a:cubicBezTo>
                      <a:pt x="467" y="359"/>
                      <a:pt x="481" y="443"/>
                      <a:pt x="483" y="596"/>
                    </a:cubicBezTo>
                    <a:cubicBezTo>
                      <a:pt x="485" y="635"/>
                      <a:pt x="487" y="675"/>
                      <a:pt x="489" y="715"/>
                    </a:cubicBezTo>
                    <a:cubicBezTo>
                      <a:pt x="496" y="849"/>
                      <a:pt x="499" y="982"/>
                      <a:pt x="503" y="1115"/>
                    </a:cubicBezTo>
                    <a:cubicBezTo>
                      <a:pt x="506" y="1211"/>
                      <a:pt x="510" y="1308"/>
                      <a:pt x="515" y="1404"/>
                    </a:cubicBezTo>
                    <a:cubicBezTo>
                      <a:pt x="524" y="1643"/>
                      <a:pt x="532" y="1882"/>
                      <a:pt x="539" y="2121"/>
                    </a:cubicBezTo>
                    <a:cubicBezTo>
                      <a:pt x="544" y="2320"/>
                      <a:pt x="551" y="2520"/>
                      <a:pt x="558" y="2719"/>
                    </a:cubicBezTo>
                    <a:cubicBezTo>
                      <a:pt x="672" y="6017"/>
                      <a:pt x="647" y="9318"/>
                      <a:pt x="638" y="12617"/>
                    </a:cubicBezTo>
                    <a:cubicBezTo>
                      <a:pt x="634" y="14779"/>
                      <a:pt x="629" y="16940"/>
                      <a:pt x="625" y="19167"/>
                    </a:cubicBezTo>
                    <a:cubicBezTo>
                      <a:pt x="8600" y="19167"/>
                      <a:pt x="16575" y="19167"/>
                      <a:pt x="24792" y="19167"/>
                    </a:cubicBezTo>
                    <a:cubicBezTo>
                      <a:pt x="24792" y="19235"/>
                      <a:pt x="24792" y="19304"/>
                      <a:pt x="24792" y="19375"/>
                    </a:cubicBezTo>
                    <a:cubicBezTo>
                      <a:pt x="23073" y="19375"/>
                      <a:pt x="21354" y="19375"/>
                      <a:pt x="19583" y="19375"/>
                    </a:cubicBezTo>
                    <a:cubicBezTo>
                      <a:pt x="19583" y="19719"/>
                      <a:pt x="19583" y="20062"/>
                      <a:pt x="19583" y="20417"/>
                    </a:cubicBezTo>
                    <a:cubicBezTo>
                      <a:pt x="13121" y="20417"/>
                      <a:pt x="6658" y="20417"/>
                      <a:pt x="0" y="20417"/>
                    </a:cubicBezTo>
                    <a:cubicBezTo>
                      <a:pt x="0" y="13679"/>
                      <a:pt x="0" y="6942"/>
                      <a:pt x="0" y="0"/>
                    </a:cubicBezTo>
                    <a:close/>
                  </a:path>
                </a:pathLst>
              </a:custGeom>
              <a:solidFill>
                <a:srgbClr val="DBE5E6"/>
              </a:solidFill>
              <a:ln w="2646" cap="flat">
                <a:noFill/>
              </a:ln>
            </p:spPr>
          </p:sp>
          <p:sp>
            <p:nvSpPr>
              <p:cNvPr id="2598" name="ICON_C_HEATMAP_path_032"/>
              <p:cNvSpPr/>
              <p:nvPr/>
            </p:nvSpPr>
            <p:spPr>
              <a:xfrm>
                <a:off x="8333838" y="7326312"/>
                <a:ext cx="85204" cy="278469"/>
              </a:xfrm>
              <a:custGeom>
                <a:avLst/>
                <a:gdLst/>
                <a:ahLst/>
                <a:cxnLst/>
                <a:rect l="0" t="0" r="r" b="b"/>
                <a:pathLst>
                  <a:path w="6709" h="21927" fill="norm" stroke="0">
                    <a:moveTo>
                      <a:pt x="251" y="0"/>
                    </a:moveTo>
                    <a:cubicBezTo>
                      <a:pt x="408" y="48"/>
                      <a:pt x="539" y="104"/>
                      <a:pt x="667" y="208"/>
                    </a:cubicBezTo>
                    <a:cubicBezTo>
                      <a:pt x="730" y="380"/>
                      <a:pt x="720" y="548"/>
                      <a:pt x="715" y="729"/>
                    </a:cubicBezTo>
                    <a:cubicBezTo>
                      <a:pt x="714" y="783"/>
                      <a:pt x="715" y="836"/>
                      <a:pt x="715" y="889"/>
                    </a:cubicBezTo>
                    <a:cubicBezTo>
                      <a:pt x="715" y="1034"/>
                      <a:pt x="712" y="1179"/>
                      <a:pt x="710" y="1323"/>
                    </a:cubicBezTo>
                    <a:cubicBezTo>
                      <a:pt x="707" y="1475"/>
                      <a:pt x="707" y="1626"/>
                      <a:pt x="706" y="1777"/>
                    </a:cubicBezTo>
                    <a:cubicBezTo>
                      <a:pt x="705" y="2063"/>
                      <a:pt x="701" y="2350"/>
                      <a:pt x="697" y="2636"/>
                    </a:cubicBezTo>
                    <a:cubicBezTo>
                      <a:pt x="693" y="2962"/>
                      <a:pt x="690" y="3288"/>
                      <a:pt x="688" y="3614"/>
                    </a:cubicBezTo>
                    <a:cubicBezTo>
                      <a:pt x="684" y="4284"/>
                      <a:pt x="677" y="4955"/>
                      <a:pt x="667" y="5625"/>
                    </a:cubicBezTo>
                    <a:cubicBezTo>
                      <a:pt x="1218" y="5667"/>
                      <a:pt x="1770" y="5706"/>
                      <a:pt x="2321" y="5742"/>
                    </a:cubicBezTo>
                    <a:cubicBezTo>
                      <a:pt x="2361" y="5745"/>
                      <a:pt x="2402" y="5747"/>
                      <a:pt x="2444" y="5750"/>
                    </a:cubicBezTo>
                    <a:cubicBezTo>
                      <a:pt x="3503" y="5820"/>
                      <a:pt x="4527" y="5873"/>
                      <a:pt x="5579" y="5691"/>
                    </a:cubicBezTo>
                    <a:cubicBezTo>
                      <a:pt x="5613" y="5686"/>
                      <a:pt x="5647" y="5680"/>
                      <a:pt x="5682" y="5674"/>
                    </a:cubicBezTo>
                    <a:cubicBezTo>
                      <a:pt x="5743" y="5664"/>
                      <a:pt x="5804" y="5652"/>
                      <a:pt x="5865" y="5639"/>
                    </a:cubicBezTo>
                    <a:cubicBezTo>
                      <a:pt x="5944" y="5624"/>
                      <a:pt x="5944" y="5624"/>
                      <a:pt x="6084" y="5625"/>
                    </a:cubicBezTo>
                    <a:cubicBezTo>
                      <a:pt x="6210" y="5713"/>
                      <a:pt x="6278" y="5769"/>
                      <a:pt x="6311" y="5922"/>
                    </a:cubicBezTo>
                    <a:cubicBezTo>
                      <a:pt x="6320" y="6034"/>
                      <a:pt x="6320" y="6143"/>
                      <a:pt x="6319" y="6255"/>
                    </a:cubicBezTo>
                    <a:cubicBezTo>
                      <a:pt x="6320" y="6298"/>
                      <a:pt x="6320" y="6340"/>
                      <a:pt x="6320" y="6384"/>
                    </a:cubicBezTo>
                    <a:cubicBezTo>
                      <a:pt x="6321" y="6524"/>
                      <a:pt x="6321" y="6664"/>
                      <a:pt x="6320" y="6803"/>
                    </a:cubicBezTo>
                    <a:cubicBezTo>
                      <a:pt x="6320" y="6901"/>
                      <a:pt x="6320" y="6998"/>
                      <a:pt x="6321" y="7095"/>
                    </a:cubicBezTo>
                    <a:cubicBezTo>
                      <a:pt x="6321" y="7325"/>
                      <a:pt x="6320" y="7555"/>
                      <a:pt x="6319" y="7785"/>
                    </a:cubicBezTo>
                    <a:cubicBezTo>
                      <a:pt x="6318" y="7968"/>
                      <a:pt x="6319" y="8152"/>
                      <a:pt x="6319" y="8335"/>
                    </a:cubicBezTo>
                    <a:cubicBezTo>
                      <a:pt x="6321" y="8588"/>
                      <a:pt x="6321" y="8841"/>
                      <a:pt x="6320" y="9093"/>
                    </a:cubicBezTo>
                    <a:cubicBezTo>
                      <a:pt x="6320" y="9190"/>
                      <a:pt x="6320" y="9286"/>
                      <a:pt x="6321" y="9383"/>
                    </a:cubicBezTo>
                    <a:cubicBezTo>
                      <a:pt x="6321" y="9517"/>
                      <a:pt x="6320" y="9652"/>
                      <a:pt x="6319" y="9786"/>
                    </a:cubicBezTo>
                    <a:cubicBezTo>
                      <a:pt x="6320" y="9826"/>
                      <a:pt x="6320" y="9866"/>
                      <a:pt x="6321" y="9907"/>
                    </a:cubicBezTo>
                    <a:cubicBezTo>
                      <a:pt x="6320" y="9925"/>
                      <a:pt x="6320" y="9925"/>
                      <a:pt x="6319" y="10019"/>
                    </a:cubicBezTo>
                    <a:cubicBezTo>
                      <a:pt x="6319" y="10050"/>
                      <a:pt x="6319" y="10082"/>
                      <a:pt x="6319" y="10115"/>
                    </a:cubicBezTo>
                    <a:cubicBezTo>
                      <a:pt x="6292" y="10208"/>
                      <a:pt x="6292" y="10208"/>
                      <a:pt x="6084" y="10417"/>
                    </a:cubicBezTo>
                    <a:cubicBezTo>
                      <a:pt x="5225" y="10451"/>
                      <a:pt x="5225" y="10451"/>
                      <a:pt x="876" y="10625"/>
                    </a:cubicBezTo>
                    <a:cubicBezTo>
                      <a:pt x="876" y="14131"/>
                      <a:pt x="876" y="17638"/>
                      <a:pt x="876" y="21250"/>
                    </a:cubicBezTo>
                    <a:cubicBezTo>
                      <a:pt x="2594" y="21319"/>
                      <a:pt x="4313" y="21388"/>
                      <a:pt x="6084" y="21458"/>
                    </a:cubicBezTo>
                    <a:cubicBezTo>
                      <a:pt x="6084" y="19946"/>
                      <a:pt x="6084" y="18433"/>
                      <a:pt x="6084" y="16875"/>
                    </a:cubicBezTo>
                    <a:cubicBezTo>
                      <a:pt x="6153" y="16875"/>
                      <a:pt x="6221" y="16875"/>
                      <a:pt x="6292" y="16875"/>
                    </a:cubicBezTo>
                    <a:cubicBezTo>
                      <a:pt x="6294" y="16925"/>
                      <a:pt x="6297" y="16976"/>
                      <a:pt x="6299" y="17028"/>
                    </a:cubicBezTo>
                    <a:cubicBezTo>
                      <a:pt x="6319" y="17506"/>
                      <a:pt x="6341" y="17984"/>
                      <a:pt x="6363" y="18462"/>
                    </a:cubicBezTo>
                    <a:cubicBezTo>
                      <a:pt x="6374" y="18707"/>
                      <a:pt x="6385" y="18953"/>
                      <a:pt x="6396" y="19199"/>
                    </a:cubicBezTo>
                    <a:cubicBezTo>
                      <a:pt x="6406" y="19436"/>
                      <a:pt x="6417" y="19674"/>
                      <a:pt x="6428" y="19912"/>
                    </a:cubicBezTo>
                    <a:cubicBezTo>
                      <a:pt x="6433" y="20002"/>
                      <a:pt x="6436" y="20092"/>
                      <a:pt x="6440" y="20182"/>
                    </a:cubicBezTo>
                    <a:cubicBezTo>
                      <a:pt x="6464" y="20771"/>
                      <a:pt x="6543" y="21309"/>
                      <a:pt x="6709" y="21875"/>
                    </a:cubicBezTo>
                    <a:cubicBezTo>
                      <a:pt x="5898" y="21885"/>
                      <a:pt x="5086" y="21892"/>
                      <a:pt x="4275" y="21897"/>
                    </a:cubicBezTo>
                    <a:cubicBezTo>
                      <a:pt x="3898" y="21899"/>
                      <a:pt x="3522" y="21902"/>
                      <a:pt x="3145" y="21906"/>
                    </a:cubicBezTo>
                    <a:cubicBezTo>
                      <a:pt x="2817" y="21911"/>
                      <a:pt x="2488" y="21913"/>
                      <a:pt x="2160" y="21914"/>
                    </a:cubicBezTo>
                    <a:cubicBezTo>
                      <a:pt x="1986" y="21915"/>
                      <a:pt x="1812" y="21916"/>
                      <a:pt x="1639" y="21919"/>
                    </a:cubicBezTo>
                    <a:cubicBezTo>
                      <a:pt x="1475" y="21922"/>
                      <a:pt x="1311" y="21923"/>
                      <a:pt x="1148" y="21922"/>
                    </a:cubicBezTo>
                    <a:cubicBezTo>
                      <a:pt x="1087" y="21922"/>
                      <a:pt x="1028" y="21923"/>
                      <a:pt x="967" y="21925"/>
                    </a:cubicBezTo>
                    <a:cubicBezTo>
                      <a:pt x="885" y="21927"/>
                      <a:pt x="804" y="21926"/>
                      <a:pt x="721" y="21925"/>
                    </a:cubicBezTo>
                    <a:cubicBezTo>
                      <a:pt x="698" y="21925"/>
                      <a:pt x="698" y="21925"/>
                      <a:pt x="582" y="21926"/>
                    </a:cubicBezTo>
                    <a:cubicBezTo>
                      <a:pt x="407" y="21853"/>
                      <a:pt x="364" y="21748"/>
                      <a:pt x="290" y="21578"/>
                    </a:cubicBezTo>
                    <a:cubicBezTo>
                      <a:pt x="226" y="21383"/>
                      <a:pt x="222" y="21201"/>
                      <a:pt x="224" y="20998"/>
                    </a:cubicBezTo>
                    <a:cubicBezTo>
                      <a:pt x="224" y="20954"/>
                      <a:pt x="224" y="20909"/>
                      <a:pt x="223" y="20864"/>
                    </a:cubicBezTo>
                    <a:cubicBezTo>
                      <a:pt x="222" y="20716"/>
                      <a:pt x="223" y="20568"/>
                      <a:pt x="224" y="20420"/>
                    </a:cubicBezTo>
                    <a:cubicBezTo>
                      <a:pt x="224" y="20313"/>
                      <a:pt x="223" y="20207"/>
                      <a:pt x="222" y="20100"/>
                    </a:cubicBezTo>
                    <a:cubicBezTo>
                      <a:pt x="222" y="19842"/>
                      <a:pt x="222" y="19584"/>
                      <a:pt x="222" y="19325"/>
                    </a:cubicBezTo>
                    <a:cubicBezTo>
                      <a:pt x="223" y="19115"/>
                      <a:pt x="223" y="18905"/>
                      <a:pt x="223" y="18695"/>
                    </a:cubicBezTo>
                    <a:cubicBezTo>
                      <a:pt x="223" y="18665"/>
                      <a:pt x="223" y="18635"/>
                      <a:pt x="223" y="18604"/>
                    </a:cubicBezTo>
                    <a:cubicBezTo>
                      <a:pt x="222" y="18543"/>
                      <a:pt x="222" y="18482"/>
                      <a:pt x="222" y="18422"/>
                    </a:cubicBezTo>
                    <a:cubicBezTo>
                      <a:pt x="222" y="17852"/>
                      <a:pt x="222" y="17282"/>
                      <a:pt x="224" y="16712"/>
                    </a:cubicBezTo>
                    <a:cubicBezTo>
                      <a:pt x="225" y="16224"/>
                      <a:pt x="224" y="15735"/>
                      <a:pt x="224" y="15246"/>
                    </a:cubicBezTo>
                    <a:cubicBezTo>
                      <a:pt x="222" y="14678"/>
                      <a:pt x="222" y="14110"/>
                      <a:pt x="222" y="13542"/>
                    </a:cubicBezTo>
                    <a:cubicBezTo>
                      <a:pt x="223" y="13482"/>
                      <a:pt x="223" y="13421"/>
                      <a:pt x="223" y="13360"/>
                    </a:cubicBezTo>
                    <a:cubicBezTo>
                      <a:pt x="223" y="13346"/>
                      <a:pt x="223" y="13346"/>
                      <a:pt x="223" y="13270"/>
                    </a:cubicBezTo>
                    <a:cubicBezTo>
                      <a:pt x="223" y="13060"/>
                      <a:pt x="223" y="12850"/>
                      <a:pt x="222" y="12641"/>
                    </a:cubicBezTo>
                    <a:cubicBezTo>
                      <a:pt x="222" y="12385"/>
                      <a:pt x="222" y="12129"/>
                      <a:pt x="223" y="11874"/>
                    </a:cubicBezTo>
                    <a:cubicBezTo>
                      <a:pt x="224" y="11743"/>
                      <a:pt x="224" y="11613"/>
                      <a:pt x="223" y="11482"/>
                    </a:cubicBezTo>
                    <a:cubicBezTo>
                      <a:pt x="222" y="11341"/>
                      <a:pt x="223" y="11200"/>
                      <a:pt x="224" y="11059"/>
                    </a:cubicBezTo>
                    <a:cubicBezTo>
                      <a:pt x="224" y="11017"/>
                      <a:pt x="223" y="10976"/>
                      <a:pt x="223" y="10934"/>
                    </a:cubicBezTo>
                    <a:cubicBezTo>
                      <a:pt x="227" y="10659"/>
                      <a:pt x="227" y="10659"/>
                      <a:pt x="298" y="10559"/>
                    </a:cubicBezTo>
                    <a:cubicBezTo>
                      <a:pt x="350" y="10510"/>
                      <a:pt x="404" y="10463"/>
                      <a:pt x="459" y="10417"/>
                    </a:cubicBezTo>
                    <a:cubicBezTo>
                      <a:pt x="486" y="10323"/>
                      <a:pt x="486" y="10323"/>
                      <a:pt x="487" y="10227"/>
                    </a:cubicBezTo>
                    <a:cubicBezTo>
                      <a:pt x="488" y="10190"/>
                      <a:pt x="489" y="10153"/>
                      <a:pt x="490" y="10115"/>
                    </a:cubicBezTo>
                    <a:cubicBezTo>
                      <a:pt x="489" y="10076"/>
                      <a:pt x="489" y="10036"/>
                      <a:pt x="489" y="9995"/>
                    </a:cubicBezTo>
                    <a:cubicBezTo>
                      <a:pt x="490" y="9952"/>
                      <a:pt x="491" y="9910"/>
                      <a:pt x="491" y="9866"/>
                    </a:cubicBezTo>
                    <a:cubicBezTo>
                      <a:pt x="493" y="9726"/>
                      <a:pt x="494" y="9586"/>
                      <a:pt x="494" y="9447"/>
                    </a:cubicBezTo>
                    <a:cubicBezTo>
                      <a:pt x="495" y="9349"/>
                      <a:pt x="495" y="9252"/>
                      <a:pt x="496" y="9155"/>
                    </a:cubicBezTo>
                    <a:cubicBezTo>
                      <a:pt x="497" y="8951"/>
                      <a:pt x="498" y="8747"/>
                      <a:pt x="498" y="8543"/>
                    </a:cubicBezTo>
                    <a:cubicBezTo>
                      <a:pt x="498" y="8334"/>
                      <a:pt x="499" y="8125"/>
                      <a:pt x="502" y="7915"/>
                    </a:cubicBezTo>
                    <a:cubicBezTo>
                      <a:pt x="505" y="7662"/>
                      <a:pt x="507" y="7410"/>
                      <a:pt x="507" y="7157"/>
                    </a:cubicBezTo>
                    <a:cubicBezTo>
                      <a:pt x="507" y="7060"/>
                      <a:pt x="508" y="6964"/>
                      <a:pt x="509" y="6867"/>
                    </a:cubicBezTo>
                    <a:cubicBezTo>
                      <a:pt x="511" y="6733"/>
                      <a:pt x="511" y="6598"/>
                      <a:pt x="510" y="6464"/>
                    </a:cubicBezTo>
                    <a:cubicBezTo>
                      <a:pt x="510" y="6444"/>
                      <a:pt x="510" y="6444"/>
                      <a:pt x="513" y="6343"/>
                    </a:cubicBezTo>
                    <a:cubicBezTo>
                      <a:pt x="510" y="6228"/>
                      <a:pt x="506" y="6147"/>
                      <a:pt x="459" y="6042"/>
                    </a:cubicBezTo>
                    <a:cubicBezTo>
                      <a:pt x="355" y="5973"/>
                      <a:pt x="251" y="5928"/>
                      <a:pt x="135" y="5881"/>
                    </a:cubicBezTo>
                    <a:cubicBezTo>
                      <a:pt x="42" y="5833"/>
                      <a:pt x="42" y="5833"/>
                      <a:pt x="0" y="5708"/>
                    </a:cubicBezTo>
                    <a:cubicBezTo>
                      <a:pt x="5" y="5661"/>
                      <a:pt x="9" y="5614"/>
                      <a:pt x="14" y="5566"/>
                    </a:cubicBezTo>
                    <a:cubicBezTo>
                      <a:pt x="16" y="5540"/>
                      <a:pt x="18" y="5513"/>
                      <a:pt x="20" y="5486"/>
                    </a:cubicBezTo>
                    <a:cubicBezTo>
                      <a:pt x="27" y="5399"/>
                      <a:pt x="37" y="5312"/>
                      <a:pt x="47" y="5225"/>
                    </a:cubicBezTo>
                    <a:cubicBezTo>
                      <a:pt x="53" y="5162"/>
                      <a:pt x="58" y="5100"/>
                      <a:pt x="63" y="5037"/>
                    </a:cubicBezTo>
                    <a:cubicBezTo>
                      <a:pt x="74" y="4904"/>
                      <a:pt x="87" y="4770"/>
                      <a:pt x="100" y="4636"/>
                    </a:cubicBezTo>
                    <a:cubicBezTo>
                      <a:pt x="131" y="4320"/>
                      <a:pt x="156" y="4002"/>
                      <a:pt x="181" y="3685"/>
                    </a:cubicBezTo>
                    <a:cubicBezTo>
                      <a:pt x="187" y="3612"/>
                      <a:pt x="192" y="3540"/>
                      <a:pt x="198" y="3468"/>
                    </a:cubicBezTo>
                    <a:cubicBezTo>
                      <a:pt x="259" y="2698"/>
                      <a:pt x="270" y="1931"/>
                      <a:pt x="264" y="1159"/>
                    </a:cubicBezTo>
                    <a:cubicBezTo>
                      <a:pt x="263" y="1099"/>
                      <a:pt x="263" y="1039"/>
                      <a:pt x="263" y="979"/>
                    </a:cubicBezTo>
                    <a:cubicBezTo>
                      <a:pt x="260" y="653"/>
                      <a:pt x="256" y="326"/>
                      <a:pt x="251" y="0"/>
                    </a:cubicBezTo>
                    <a:close/>
                  </a:path>
                </a:pathLst>
              </a:custGeom>
              <a:solidFill>
                <a:srgbClr val="7D94D4"/>
              </a:solidFill>
              <a:ln w="2646" cap="flat">
                <a:noFill/>
              </a:ln>
            </p:spPr>
          </p:sp>
          <p:sp>
            <p:nvSpPr>
              <p:cNvPr id="2599" name="ICON_C_HEATMAP_path_033"/>
              <p:cNvSpPr/>
              <p:nvPr/>
            </p:nvSpPr>
            <p:spPr>
              <a:xfrm>
                <a:off x="7733771" y="7545806"/>
                <a:ext cx="82788" cy="121819"/>
              </a:xfrm>
              <a:custGeom>
                <a:avLst/>
                <a:gdLst/>
                <a:ahLst/>
                <a:cxnLst/>
                <a:rect l="0" t="0" r="r" b="b"/>
                <a:pathLst>
                  <a:path w="6519" h="9592" fill="norm" stroke="0">
                    <a:moveTo>
                      <a:pt x="1667" y="9"/>
                    </a:moveTo>
                    <a:cubicBezTo>
                      <a:pt x="1679" y="395"/>
                      <a:pt x="1688" y="781"/>
                      <a:pt x="1693" y="1168"/>
                    </a:cubicBezTo>
                    <a:cubicBezTo>
                      <a:pt x="1693" y="1196"/>
                      <a:pt x="1693" y="1225"/>
                      <a:pt x="1694" y="1254"/>
                    </a:cubicBezTo>
                    <a:cubicBezTo>
                      <a:pt x="1705" y="2222"/>
                      <a:pt x="1589" y="3056"/>
                      <a:pt x="1250" y="3967"/>
                    </a:cubicBezTo>
                    <a:cubicBezTo>
                      <a:pt x="2038" y="4099"/>
                      <a:pt x="2820" y="4193"/>
                      <a:pt x="3618" y="4234"/>
                    </a:cubicBezTo>
                    <a:cubicBezTo>
                      <a:pt x="3656" y="4236"/>
                      <a:pt x="3695" y="4238"/>
                      <a:pt x="3734" y="4240"/>
                    </a:cubicBezTo>
                    <a:cubicBezTo>
                      <a:pt x="4090" y="4258"/>
                      <a:pt x="4446" y="4275"/>
                      <a:pt x="4801" y="4290"/>
                    </a:cubicBezTo>
                    <a:cubicBezTo>
                      <a:pt x="4999" y="4299"/>
                      <a:pt x="5196" y="4309"/>
                      <a:pt x="5394" y="4320"/>
                    </a:cubicBezTo>
                    <a:cubicBezTo>
                      <a:pt x="5504" y="4325"/>
                      <a:pt x="5614" y="4329"/>
                      <a:pt x="5724" y="4334"/>
                    </a:cubicBezTo>
                    <a:cubicBezTo>
                      <a:pt x="5791" y="4337"/>
                      <a:pt x="5857" y="4341"/>
                      <a:pt x="5924" y="4344"/>
                    </a:cubicBezTo>
                    <a:cubicBezTo>
                      <a:pt x="5954" y="4345"/>
                      <a:pt x="5985" y="4346"/>
                      <a:pt x="6015" y="4347"/>
                    </a:cubicBezTo>
                    <a:cubicBezTo>
                      <a:pt x="6160" y="4356"/>
                      <a:pt x="6250" y="4384"/>
                      <a:pt x="6373" y="4460"/>
                    </a:cubicBezTo>
                    <a:cubicBezTo>
                      <a:pt x="6519" y="4631"/>
                      <a:pt x="6485" y="4863"/>
                      <a:pt x="6482" y="5075"/>
                    </a:cubicBezTo>
                    <a:cubicBezTo>
                      <a:pt x="6482" y="5124"/>
                      <a:pt x="6482" y="5174"/>
                      <a:pt x="6482" y="5225"/>
                    </a:cubicBezTo>
                    <a:cubicBezTo>
                      <a:pt x="6482" y="5359"/>
                      <a:pt x="6481" y="5492"/>
                      <a:pt x="6479" y="5626"/>
                    </a:cubicBezTo>
                    <a:cubicBezTo>
                      <a:pt x="6478" y="5752"/>
                      <a:pt x="6478" y="5878"/>
                      <a:pt x="6478" y="6003"/>
                    </a:cubicBezTo>
                    <a:cubicBezTo>
                      <a:pt x="6477" y="6371"/>
                      <a:pt x="6474" y="6738"/>
                      <a:pt x="6471" y="7105"/>
                    </a:cubicBezTo>
                    <a:cubicBezTo>
                      <a:pt x="6467" y="7926"/>
                      <a:pt x="6463" y="8746"/>
                      <a:pt x="6458" y="9592"/>
                    </a:cubicBezTo>
                    <a:cubicBezTo>
                      <a:pt x="4327" y="9592"/>
                      <a:pt x="2196" y="9592"/>
                      <a:pt x="0" y="9592"/>
                    </a:cubicBezTo>
                    <a:cubicBezTo>
                      <a:pt x="103" y="9558"/>
                      <a:pt x="103" y="9558"/>
                      <a:pt x="625" y="9384"/>
                    </a:cubicBezTo>
                    <a:cubicBezTo>
                      <a:pt x="692" y="9178"/>
                      <a:pt x="704" y="9082"/>
                      <a:pt x="693" y="8874"/>
                    </a:cubicBezTo>
                    <a:cubicBezTo>
                      <a:pt x="692" y="8822"/>
                      <a:pt x="692" y="8769"/>
                      <a:pt x="692" y="8717"/>
                    </a:cubicBezTo>
                    <a:cubicBezTo>
                      <a:pt x="691" y="8574"/>
                      <a:pt x="687" y="8431"/>
                      <a:pt x="681" y="8287"/>
                    </a:cubicBezTo>
                    <a:cubicBezTo>
                      <a:pt x="677" y="8135"/>
                      <a:pt x="676" y="7983"/>
                      <a:pt x="674" y="7831"/>
                    </a:cubicBezTo>
                    <a:cubicBezTo>
                      <a:pt x="671" y="7571"/>
                      <a:pt x="666" y="7312"/>
                      <a:pt x="660" y="7053"/>
                    </a:cubicBezTo>
                    <a:cubicBezTo>
                      <a:pt x="650" y="6650"/>
                      <a:pt x="646" y="6248"/>
                      <a:pt x="642" y="5845"/>
                    </a:cubicBezTo>
                    <a:cubicBezTo>
                      <a:pt x="642" y="5812"/>
                      <a:pt x="642" y="5779"/>
                      <a:pt x="641" y="5745"/>
                    </a:cubicBezTo>
                    <a:cubicBezTo>
                      <a:pt x="640" y="5612"/>
                      <a:pt x="639" y="5479"/>
                      <a:pt x="638" y="5346"/>
                    </a:cubicBezTo>
                    <a:cubicBezTo>
                      <a:pt x="636" y="5147"/>
                      <a:pt x="635" y="4949"/>
                      <a:pt x="632" y="4750"/>
                    </a:cubicBezTo>
                    <a:cubicBezTo>
                      <a:pt x="622" y="3747"/>
                      <a:pt x="626" y="2747"/>
                      <a:pt x="685" y="1745"/>
                    </a:cubicBezTo>
                    <a:cubicBezTo>
                      <a:pt x="690" y="1650"/>
                      <a:pt x="694" y="1555"/>
                      <a:pt x="697" y="1460"/>
                    </a:cubicBezTo>
                    <a:cubicBezTo>
                      <a:pt x="733" y="499"/>
                      <a:pt x="733" y="499"/>
                      <a:pt x="974" y="259"/>
                    </a:cubicBezTo>
                    <a:cubicBezTo>
                      <a:pt x="1191" y="89"/>
                      <a:pt x="1390" y="0"/>
                      <a:pt x="1667" y="9"/>
                    </a:cubicBezTo>
                    <a:close/>
                  </a:path>
                </a:pathLst>
              </a:custGeom>
              <a:solidFill>
                <a:srgbClr val="87DCDE"/>
              </a:solidFill>
              <a:ln w="2646" cap="flat">
                <a:noFill/>
              </a:ln>
            </p:spPr>
          </p:sp>
          <p:sp>
            <p:nvSpPr>
              <p:cNvPr id="2600" name="ICON_C_HEATMAP_path_034"/>
              <p:cNvSpPr/>
              <p:nvPr/>
            </p:nvSpPr>
            <p:spPr>
              <a:xfrm>
                <a:off x="8342312" y="7461250"/>
                <a:ext cx="69829" cy="79761"/>
              </a:xfrm>
              <a:custGeom>
                <a:avLst/>
                <a:gdLst/>
                <a:ahLst/>
                <a:cxnLst/>
                <a:rect l="0" t="0" r="r" b="b"/>
                <a:pathLst>
                  <a:path w="5498" h="6280" fill="norm" stroke="0">
                    <a:moveTo>
                      <a:pt x="0" y="0"/>
                    </a:moveTo>
                    <a:cubicBezTo>
                      <a:pt x="1788" y="0"/>
                      <a:pt x="3575" y="0"/>
                      <a:pt x="5417" y="0"/>
                    </a:cubicBezTo>
                    <a:cubicBezTo>
                      <a:pt x="5442" y="1507"/>
                      <a:pt x="5442" y="1507"/>
                      <a:pt x="5447" y="2138"/>
                    </a:cubicBezTo>
                    <a:cubicBezTo>
                      <a:pt x="5451" y="2573"/>
                      <a:pt x="5455" y="3009"/>
                      <a:pt x="5464" y="3445"/>
                    </a:cubicBezTo>
                    <a:cubicBezTo>
                      <a:pt x="5470" y="3762"/>
                      <a:pt x="5474" y="4079"/>
                      <a:pt x="5475" y="4397"/>
                    </a:cubicBezTo>
                    <a:cubicBezTo>
                      <a:pt x="5476" y="4565"/>
                      <a:pt x="5478" y="4733"/>
                      <a:pt x="5483" y="4901"/>
                    </a:cubicBezTo>
                    <a:cubicBezTo>
                      <a:pt x="5487" y="5059"/>
                      <a:pt x="5488" y="5217"/>
                      <a:pt x="5487" y="5375"/>
                    </a:cubicBezTo>
                    <a:cubicBezTo>
                      <a:pt x="5487" y="5433"/>
                      <a:pt x="5489" y="5491"/>
                      <a:pt x="5491" y="5549"/>
                    </a:cubicBezTo>
                    <a:cubicBezTo>
                      <a:pt x="5498" y="5729"/>
                      <a:pt x="5495" y="5878"/>
                      <a:pt x="5417" y="6042"/>
                    </a:cubicBezTo>
                    <a:cubicBezTo>
                      <a:pt x="5082" y="6257"/>
                      <a:pt x="4670" y="6280"/>
                      <a:pt x="4281" y="6274"/>
                    </a:cubicBezTo>
                    <a:cubicBezTo>
                      <a:pt x="4257" y="6274"/>
                      <a:pt x="4257" y="6274"/>
                      <a:pt x="4137" y="6274"/>
                    </a:cubicBezTo>
                    <a:cubicBezTo>
                      <a:pt x="3985" y="6274"/>
                      <a:pt x="3834" y="6272"/>
                      <a:pt x="3683" y="6270"/>
                    </a:cubicBezTo>
                    <a:cubicBezTo>
                      <a:pt x="3588" y="6270"/>
                      <a:pt x="3493" y="6270"/>
                      <a:pt x="3399" y="6270"/>
                    </a:cubicBezTo>
                    <a:cubicBezTo>
                      <a:pt x="3051" y="6269"/>
                      <a:pt x="2704" y="6266"/>
                      <a:pt x="2357" y="6263"/>
                    </a:cubicBezTo>
                    <a:cubicBezTo>
                      <a:pt x="1579" y="6259"/>
                      <a:pt x="801" y="6254"/>
                      <a:pt x="0" y="6250"/>
                    </a:cubicBezTo>
                    <a:cubicBezTo>
                      <a:pt x="0" y="4188"/>
                      <a:pt x="0" y="2125"/>
                      <a:pt x="0" y="0"/>
                    </a:cubicBezTo>
                    <a:close/>
                  </a:path>
                </a:pathLst>
              </a:custGeom>
              <a:solidFill>
                <a:srgbClr val="79BDE5"/>
              </a:solidFill>
              <a:ln w="2646" cap="flat">
                <a:noFill/>
              </a:ln>
            </p:spPr>
          </p:sp>
          <p:sp>
            <p:nvSpPr>
              <p:cNvPr id="2601" name="ICON_C_HEATMAP_path_035"/>
              <p:cNvSpPr/>
              <p:nvPr/>
            </p:nvSpPr>
            <p:spPr>
              <a:xfrm>
                <a:off x="8334375" y="7601479"/>
                <a:ext cx="82349" cy="69961"/>
              </a:xfrm>
              <a:custGeom>
                <a:avLst/>
                <a:gdLst/>
                <a:ahLst/>
                <a:cxnLst/>
                <a:rect l="0" t="0" r="r" b="b"/>
                <a:pathLst>
                  <a:path w="6484" h="5509" fill="norm" stroke="0">
                    <a:moveTo>
                      <a:pt x="0" y="0"/>
                    </a:moveTo>
                    <a:cubicBezTo>
                      <a:pt x="2131" y="69"/>
                      <a:pt x="4263" y="138"/>
                      <a:pt x="6458" y="208"/>
                    </a:cubicBezTo>
                    <a:cubicBezTo>
                      <a:pt x="6463" y="952"/>
                      <a:pt x="6467" y="1695"/>
                      <a:pt x="6471" y="2461"/>
                    </a:cubicBezTo>
                    <a:cubicBezTo>
                      <a:pt x="6473" y="2695"/>
                      <a:pt x="6475" y="2928"/>
                      <a:pt x="6477" y="3169"/>
                    </a:cubicBezTo>
                    <a:cubicBezTo>
                      <a:pt x="6478" y="3457"/>
                      <a:pt x="6478" y="3457"/>
                      <a:pt x="6478" y="3592"/>
                    </a:cubicBezTo>
                    <a:cubicBezTo>
                      <a:pt x="6479" y="3686"/>
                      <a:pt x="6479" y="3779"/>
                      <a:pt x="6480" y="3872"/>
                    </a:cubicBezTo>
                    <a:cubicBezTo>
                      <a:pt x="6482" y="4015"/>
                      <a:pt x="6482" y="4158"/>
                      <a:pt x="6482" y="4300"/>
                    </a:cubicBezTo>
                    <a:cubicBezTo>
                      <a:pt x="6483" y="4341"/>
                      <a:pt x="6484" y="4381"/>
                      <a:pt x="6484" y="4423"/>
                    </a:cubicBezTo>
                    <a:cubicBezTo>
                      <a:pt x="6482" y="4767"/>
                      <a:pt x="6440" y="5124"/>
                      <a:pt x="6250" y="5417"/>
                    </a:cubicBezTo>
                    <a:cubicBezTo>
                      <a:pt x="6054" y="5509"/>
                      <a:pt x="5864" y="5496"/>
                      <a:pt x="5653" y="5488"/>
                    </a:cubicBezTo>
                    <a:cubicBezTo>
                      <a:pt x="5591" y="5487"/>
                      <a:pt x="5529" y="5487"/>
                      <a:pt x="5468" y="5488"/>
                    </a:cubicBezTo>
                    <a:cubicBezTo>
                      <a:pt x="5301" y="5488"/>
                      <a:pt x="5134" y="5484"/>
                      <a:pt x="4967" y="5480"/>
                    </a:cubicBezTo>
                    <a:cubicBezTo>
                      <a:pt x="4792" y="5476"/>
                      <a:pt x="4618" y="5476"/>
                      <a:pt x="4443" y="5475"/>
                    </a:cubicBezTo>
                    <a:cubicBezTo>
                      <a:pt x="4112" y="5473"/>
                      <a:pt x="3782" y="5468"/>
                      <a:pt x="3451" y="5462"/>
                    </a:cubicBezTo>
                    <a:cubicBezTo>
                      <a:pt x="3005" y="5453"/>
                      <a:pt x="2558" y="5450"/>
                      <a:pt x="2111" y="5446"/>
                    </a:cubicBezTo>
                    <a:cubicBezTo>
                      <a:pt x="1407" y="5440"/>
                      <a:pt x="704" y="5428"/>
                      <a:pt x="0" y="5417"/>
                    </a:cubicBezTo>
                    <a:cubicBezTo>
                      <a:pt x="0" y="3629"/>
                      <a:pt x="0" y="1842"/>
                      <a:pt x="0" y="0"/>
                    </a:cubicBezTo>
                    <a:close/>
                  </a:path>
                </a:pathLst>
              </a:custGeom>
              <a:solidFill>
                <a:srgbClr val="7071C1"/>
              </a:solidFill>
              <a:ln w="2646" cap="flat">
                <a:noFill/>
              </a:ln>
            </p:spPr>
          </p:sp>
          <p:sp>
            <p:nvSpPr>
              <p:cNvPr id="2602" name="ICON_C_HEATMAP_path_036"/>
              <p:cNvSpPr/>
              <p:nvPr/>
            </p:nvSpPr>
            <p:spPr>
              <a:xfrm>
                <a:off x="7817308" y="7394695"/>
                <a:ext cx="86961" cy="72488"/>
              </a:xfrm>
              <a:custGeom>
                <a:avLst/>
                <a:gdLst/>
                <a:ahLst/>
                <a:cxnLst/>
                <a:rect l="0" t="0" r="r" b="b"/>
                <a:pathLst>
                  <a:path w="6847" h="5708" fill="norm" stroke="0">
                    <a:moveTo>
                      <a:pt x="5381" y="30"/>
                    </a:moveTo>
                    <a:cubicBezTo>
                      <a:pt x="5555" y="24"/>
                      <a:pt x="5728" y="20"/>
                      <a:pt x="5902" y="18"/>
                    </a:cubicBezTo>
                    <a:cubicBezTo>
                      <a:pt x="5957" y="17"/>
                      <a:pt x="6012" y="15"/>
                      <a:pt x="6067" y="14"/>
                    </a:cubicBezTo>
                    <a:cubicBezTo>
                      <a:pt x="6546" y="0"/>
                      <a:pt x="6546" y="0"/>
                      <a:pt x="6684" y="110"/>
                    </a:cubicBezTo>
                    <a:cubicBezTo>
                      <a:pt x="6788" y="300"/>
                      <a:pt x="6788" y="467"/>
                      <a:pt x="6789" y="682"/>
                    </a:cubicBezTo>
                    <a:cubicBezTo>
                      <a:pt x="6790" y="704"/>
                      <a:pt x="6790" y="704"/>
                      <a:pt x="6792" y="816"/>
                    </a:cubicBezTo>
                    <a:cubicBezTo>
                      <a:pt x="6795" y="963"/>
                      <a:pt x="6797" y="1109"/>
                      <a:pt x="6798" y="1256"/>
                    </a:cubicBezTo>
                    <a:cubicBezTo>
                      <a:pt x="6799" y="1358"/>
                      <a:pt x="6800" y="1460"/>
                      <a:pt x="6801" y="1562"/>
                    </a:cubicBezTo>
                    <a:cubicBezTo>
                      <a:pt x="6804" y="1748"/>
                      <a:pt x="6805" y="1935"/>
                      <a:pt x="6805" y="2121"/>
                    </a:cubicBezTo>
                    <a:cubicBezTo>
                      <a:pt x="6806" y="2395"/>
                      <a:pt x="6810" y="2669"/>
                      <a:pt x="6816" y="2943"/>
                    </a:cubicBezTo>
                    <a:cubicBezTo>
                      <a:pt x="6821" y="3181"/>
                      <a:pt x="6823" y="3419"/>
                      <a:pt x="6823" y="3656"/>
                    </a:cubicBezTo>
                    <a:cubicBezTo>
                      <a:pt x="6824" y="3757"/>
                      <a:pt x="6825" y="3858"/>
                      <a:pt x="6828" y="3959"/>
                    </a:cubicBezTo>
                    <a:cubicBezTo>
                      <a:pt x="6847" y="4724"/>
                      <a:pt x="6847" y="4724"/>
                      <a:pt x="6698" y="4887"/>
                    </a:cubicBezTo>
                    <a:cubicBezTo>
                      <a:pt x="6523" y="4999"/>
                      <a:pt x="6334" y="5021"/>
                      <a:pt x="6131" y="5032"/>
                    </a:cubicBezTo>
                    <a:cubicBezTo>
                      <a:pt x="6091" y="5036"/>
                      <a:pt x="6052" y="5040"/>
                      <a:pt x="6012" y="5044"/>
                    </a:cubicBezTo>
                    <a:cubicBezTo>
                      <a:pt x="5910" y="5049"/>
                      <a:pt x="5813" y="5045"/>
                      <a:pt x="5711" y="5038"/>
                    </a:cubicBezTo>
                    <a:cubicBezTo>
                      <a:pt x="5635" y="5035"/>
                      <a:pt x="5559" y="5032"/>
                      <a:pt x="5483" y="5029"/>
                    </a:cubicBezTo>
                    <a:cubicBezTo>
                      <a:pt x="5444" y="5028"/>
                      <a:pt x="5406" y="5026"/>
                      <a:pt x="5366" y="5024"/>
                    </a:cubicBezTo>
                    <a:cubicBezTo>
                      <a:pt x="4722" y="4998"/>
                      <a:pt x="4151" y="5020"/>
                      <a:pt x="3539" y="5227"/>
                    </a:cubicBezTo>
                    <a:cubicBezTo>
                      <a:pt x="2980" y="5415"/>
                      <a:pt x="2429" y="5523"/>
                      <a:pt x="1843" y="5589"/>
                    </a:cubicBezTo>
                    <a:cubicBezTo>
                      <a:pt x="1751" y="5600"/>
                      <a:pt x="1659" y="5611"/>
                      <a:pt x="1568" y="5623"/>
                    </a:cubicBezTo>
                    <a:cubicBezTo>
                      <a:pt x="1439" y="5640"/>
                      <a:pt x="1309" y="5654"/>
                      <a:pt x="1179" y="5667"/>
                    </a:cubicBezTo>
                    <a:cubicBezTo>
                      <a:pt x="1142" y="5672"/>
                      <a:pt x="1104" y="5678"/>
                      <a:pt x="1065" y="5683"/>
                    </a:cubicBezTo>
                    <a:cubicBezTo>
                      <a:pt x="751" y="5708"/>
                      <a:pt x="455" y="5601"/>
                      <a:pt x="213" y="5403"/>
                    </a:cubicBezTo>
                    <a:cubicBezTo>
                      <a:pt x="0" y="5175"/>
                      <a:pt x="33" y="4879"/>
                      <a:pt x="42" y="4586"/>
                    </a:cubicBezTo>
                    <a:cubicBezTo>
                      <a:pt x="49" y="4453"/>
                      <a:pt x="58" y="4321"/>
                      <a:pt x="67" y="4189"/>
                    </a:cubicBezTo>
                    <a:cubicBezTo>
                      <a:pt x="77" y="4050"/>
                      <a:pt x="84" y="3911"/>
                      <a:pt x="90" y="3771"/>
                    </a:cubicBezTo>
                    <a:cubicBezTo>
                      <a:pt x="103" y="3509"/>
                      <a:pt x="119" y="3246"/>
                      <a:pt x="137" y="2984"/>
                    </a:cubicBezTo>
                    <a:cubicBezTo>
                      <a:pt x="156" y="2684"/>
                      <a:pt x="172" y="2385"/>
                      <a:pt x="188" y="2086"/>
                    </a:cubicBezTo>
                    <a:cubicBezTo>
                      <a:pt x="220" y="1470"/>
                      <a:pt x="257" y="855"/>
                      <a:pt x="297" y="240"/>
                    </a:cubicBezTo>
                    <a:cubicBezTo>
                      <a:pt x="927" y="213"/>
                      <a:pt x="1558" y="186"/>
                      <a:pt x="2188" y="159"/>
                    </a:cubicBezTo>
                    <a:cubicBezTo>
                      <a:pt x="2481" y="146"/>
                      <a:pt x="2774" y="134"/>
                      <a:pt x="3067" y="121"/>
                    </a:cubicBezTo>
                    <a:cubicBezTo>
                      <a:pt x="3323" y="110"/>
                      <a:pt x="3579" y="99"/>
                      <a:pt x="3834" y="88"/>
                    </a:cubicBezTo>
                    <a:cubicBezTo>
                      <a:pt x="3969" y="82"/>
                      <a:pt x="4104" y="77"/>
                      <a:pt x="4239" y="71"/>
                    </a:cubicBezTo>
                    <a:cubicBezTo>
                      <a:pt x="4620" y="54"/>
                      <a:pt x="5001" y="41"/>
                      <a:pt x="5381" y="30"/>
                    </a:cubicBezTo>
                    <a:close/>
                  </a:path>
                </a:pathLst>
              </a:custGeom>
              <a:solidFill>
                <a:srgbClr val="9AD8DE"/>
              </a:solidFill>
              <a:ln w="2646" cap="flat">
                <a:noFill/>
              </a:ln>
            </p:spPr>
          </p:sp>
          <p:sp>
            <p:nvSpPr>
              <p:cNvPr id="2603" name="ICON_C_HEATMAP_path_037"/>
              <p:cNvSpPr/>
              <p:nvPr/>
            </p:nvSpPr>
            <p:spPr>
              <a:xfrm>
                <a:off x="8548688" y="7461147"/>
                <a:ext cx="71438" cy="71541"/>
              </a:xfrm>
              <a:custGeom>
                <a:avLst/>
                <a:gdLst/>
                <a:ahLst/>
                <a:cxnLst/>
                <a:rect l="0" t="0" r="r" b="b"/>
                <a:pathLst>
                  <a:path w="5625" h="5633" fill="norm" stroke="0">
                    <a:moveTo>
                      <a:pt x="5625" y="8"/>
                    </a:moveTo>
                    <a:cubicBezTo>
                      <a:pt x="5625" y="1864"/>
                      <a:pt x="5625" y="3721"/>
                      <a:pt x="5625" y="5633"/>
                    </a:cubicBezTo>
                    <a:cubicBezTo>
                      <a:pt x="4938" y="5564"/>
                      <a:pt x="4250" y="5496"/>
                      <a:pt x="3542" y="5425"/>
                    </a:cubicBezTo>
                    <a:cubicBezTo>
                      <a:pt x="3092" y="5417"/>
                      <a:pt x="2649" y="5412"/>
                      <a:pt x="2200" y="5425"/>
                    </a:cubicBezTo>
                    <a:cubicBezTo>
                      <a:pt x="784" y="5464"/>
                      <a:pt x="784" y="5464"/>
                      <a:pt x="417" y="5216"/>
                    </a:cubicBezTo>
                    <a:cubicBezTo>
                      <a:pt x="360" y="5055"/>
                      <a:pt x="382" y="4973"/>
                      <a:pt x="417" y="4800"/>
                    </a:cubicBezTo>
                    <a:cubicBezTo>
                      <a:pt x="279" y="4800"/>
                      <a:pt x="142" y="4800"/>
                      <a:pt x="0" y="4800"/>
                    </a:cubicBezTo>
                    <a:cubicBezTo>
                      <a:pt x="0" y="3287"/>
                      <a:pt x="0" y="1775"/>
                      <a:pt x="0" y="216"/>
                    </a:cubicBezTo>
                    <a:cubicBezTo>
                      <a:pt x="367" y="199"/>
                      <a:pt x="367" y="199"/>
                      <a:pt x="2227" y="112"/>
                    </a:cubicBezTo>
                    <a:cubicBezTo>
                      <a:pt x="2456" y="101"/>
                      <a:pt x="2686" y="91"/>
                      <a:pt x="2923" y="79"/>
                    </a:cubicBezTo>
                    <a:cubicBezTo>
                      <a:pt x="3209" y="66"/>
                      <a:pt x="3209" y="66"/>
                      <a:pt x="3344" y="60"/>
                    </a:cubicBezTo>
                    <a:cubicBezTo>
                      <a:pt x="3436" y="56"/>
                      <a:pt x="3528" y="51"/>
                      <a:pt x="3620" y="47"/>
                    </a:cubicBezTo>
                    <a:cubicBezTo>
                      <a:pt x="3761" y="40"/>
                      <a:pt x="3903" y="34"/>
                      <a:pt x="4044" y="27"/>
                    </a:cubicBezTo>
                    <a:cubicBezTo>
                      <a:pt x="4064" y="26"/>
                      <a:pt x="4064" y="26"/>
                      <a:pt x="4163" y="21"/>
                    </a:cubicBezTo>
                    <a:cubicBezTo>
                      <a:pt x="4651" y="0"/>
                      <a:pt x="5135" y="8"/>
                      <a:pt x="5625" y="8"/>
                    </a:cubicBezTo>
                    <a:close/>
                  </a:path>
                </a:pathLst>
              </a:custGeom>
              <a:solidFill>
                <a:srgbClr val="70A7DB"/>
              </a:solidFill>
              <a:ln w="2646" cap="flat">
                <a:noFill/>
              </a:ln>
            </p:spPr>
          </p:sp>
          <p:sp>
            <p:nvSpPr>
              <p:cNvPr id="2604" name="ICON_C_HEATMAP_path_038"/>
              <p:cNvSpPr/>
              <p:nvPr/>
            </p:nvSpPr>
            <p:spPr>
              <a:xfrm>
                <a:off x="8087882" y="7534950"/>
                <a:ext cx="72625" cy="64212"/>
              </a:xfrm>
              <a:custGeom>
                <a:avLst/>
                <a:gdLst/>
                <a:ahLst/>
                <a:cxnLst/>
                <a:rect l="0" t="0" r="r" b="b"/>
                <a:pathLst>
                  <a:path w="5719" h="5056" fill="norm" stroke="0">
                    <a:moveTo>
                      <a:pt x="552" y="3"/>
                    </a:moveTo>
                    <a:cubicBezTo>
                      <a:pt x="582" y="2"/>
                      <a:pt x="612" y="2"/>
                      <a:pt x="644" y="2"/>
                    </a:cubicBezTo>
                    <a:cubicBezTo>
                      <a:pt x="707" y="2"/>
                      <a:pt x="771" y="2"/>
                      <a:pt x="835" y="3"/>
                    </a:cubicBezTo>
                    <a:cubicBezTo>
                      <a:pt x="930" y="4"/>
                      <a:pt x="1024" y="3"/>
                      <a:pt x="1119" y="2"/>
                    </a:cubicBezTo>
                    <a:cubicBezTo>
                      <a:pt x="1459" y="1"/>
                      <a:pt x="1754" y="39"/>
                      <a:pt x="2079" y="136"/>
                    </a:cubicBezTo>
                    <a:cubicBezTo>
                      <a:pt x="2451" y="243"/>
                      <a:pt x="2810" y="256"/>
                      <a:pt x="3193" y="251"/>
                    </a:cubicBezTo>
                    <a:cubicBezTo>
                      <a:pt x="3222" y="251"/>
                      <a:pt x="3251" y="251"/>
                      <a:pt x="3281" y="251"/>
                    </a:cubicBezTo>
                    <a:cubicBezTo>
                      <a:pt x="3492" y="248"/>
                      <a:pt x="3703" y="244"/>
                      <a:pt x="3914" y="239"/>
                    </a:cubicBezTo>
                    <a:cubicBezTo>
                      <a:pt x="4127" y="234"/>
                      <a:pt x="4339" y="229"/>
                      <a:pt x="4552" y="227"/>
                    </a:cubicBezTo>
                    <a:cubicBezTo>
                      <a:pt x="4636" y="225"/>
                      <a:pt x="4720" y="223"/>
                      <a:pt x="4804" y="220"/>
                    </a:cubicBezTo>
                    <a:cubicBezTo>
                      <a:pt x="4855" y="220"/>
                      <a:pt x="4906" y="219"/>
                      <a:pt x="4960" y="218"/>
                    </a:cubicBezTo>
                    <a:cubicBezTo>
                      <a:pt x="5004" y="217"/>
                      <a:pt x="5049" y="216"/>
                      <a:pt x="5095" y="215"/>
                    </a:cubicBezTo>
                    <a:cubicBezTo>
                      <a:pt x="5309" y="249"/>
                      <a:pt x="5491" y="305"/>
                      <a:pt x="5659" y="447"/>
                    </a:cubicBezTo>
                    <a:cubicBezTo>
                      <a:pt x="5719" y="595"/>
                      <a:pt x="5712" y="734"/>
                      <a:pt x="5706" y="891"/>
                    </a:cubicBezTo>
                    <a:cubicBezTo>
                      <a:pt x="5706" y="936"/>
                      <a:pt x="5706" y="981"/>
                      <a:pt x="5706" y="1027"/>
                    </a:cubicBezTo>
                    <a:cubicBezTo>
                      <a:pt x="5706" y="1175"/>
                      <a:pt x="5703" y="1322"/>
                      <a:pt x="5700" y="1470"/>
                    </a:cubicBezTo>
                    <a:cubicBezTo>
                      <a:pt x="5699" y="1572"/>
                      <a:pt x="5698" y="1675"/>
                      <a:pt x="5698" y="1777"/>
                    </a:cubicBezTo>
                    <a:cubicBezTo>
                      <a:pt x="5696" y="2019"/>
                      <a:pt x="5693" y="2261"/>
                      <a:pt x="5689" y="2503"/>
                    </a:cubicBezTo>
                    <a:cubicBezTo>
                      <a:pt x="5684" y="2779"/>
                      <a:pt x="5682" y="3054"/>
                      <a:pt x="5680" y="3330"/>
                    </a:cubicBezTo>
                    <a:cubicBezTo>
                      <a:pt x="5675" y="3897"/>
                      <a:pt x="5668" y="4464"/>
                      <a:pt x="5659" y="5030"/>
                    </a:cubicBezTo>
                    <a:cubicBezTo>
                      <a:pt x="4956" y="5035"/>
                      <a:pt x="4254" y="5039"/>
                      <a:pt x="3551" y="5041"/>
                    </a:cubicBezTo>
                    <a:cubicBezTo>
                      <a:pt x="3225" y="5042"/>
                      <a:pt x="2899" y="5044"/>
                      <a:pt x="2572" y="5046"/>
                    </a:cubicBezTo>
                    <a:cubicBezTo>
                      <a:pt x="2288" y="5048"/>
                      <a:pt x="2004" y="5049"/>
                      <a:pt x="1719" y="5050"/>
                    </a:cubicBezTo>
                    <a:cubicBezTo>
                      <a:pt x="1569" y="5050"/>
                      <a:pt x="1418" y="5051"/>
                      <a:pt x="1267" y="5052"/>
                    </a:cubicBezTo>
                    <a:cubicBezTo>
                      <a:pt x="1126" y="5054"/>
                      <a:pt x="984" y="5054"/>
                      <a:pt x="842" y="5054"/>
                    </a:cubicBezTo>
                    <a:cubicBezTo>
                      <a:pt x="765" y="5054"/>
                      <a:pt x="689" y="5055"/>
                      <a:pt x="612" y="5056"/>
                    </a:cubicBezTo>
                    <a:cubicBezTo>
                      <a:pt x="413" y="5055"/>
                      <a:pt x="281" y="5053"/>
                      <a:pt x="107" y="4952"/>
                    </a:cubicBezTo>
                    <a:cubicBezTo>
                      <a:pt x="0" y="4761"/>
                      <a:pt x="5" y="4596"/>
                      <a:pt x="7" y="4381"/>
                    </a:cubicBezTo>
                    <a:cubicBezTo>
                      <a:pt x="7" y="4336"/>
                      <a:pt x="6" y="4292"/>
                      <a:pt x="6" y="4246"/>
                    </a:cubicBezTo>
                    <a:cubicBezTo>
                      <a:pt x="5" y="4100"/>
                      <a:pt x="6" y="3953"/>
                      <a:pt x="6" y="3806"/>
                    </a:cubicBezTo>
                    <a:cubicBezTo>
                      <a:pt x="6" y="3704"/>
                      <a:pt x="6" y="3602"/>
                      <a:pt x="6" y="3500"/>
                    </a:cubicBezTo>
                    <a:cubicBezTo>
                      <a:pt x="5" y="3287"/>
                      <a:pt x="6" y="3073"/>
                      <a:pt x="7" y="2859"/>
                    </a:cubicBezTo>
                    <a:cubicBezTo>
                      <a:pt x="8" y="2613"/>
                      <a:pt x="7" y="2366"/>
                      <a:pt x="6" y="2119"/>
                    </a:cubicBezTo>
                    <a:cubicBezTo>
                      <a:pt x="5" y="1881"/>
                      <a:pt x="5" y="1644"/>
                      <a:pt x="6" y="1406"/>
                    </a:cubicBezTo>
                    <a:cubicBezTo>
                      <a:pt x="6" y="1305"/>
                      <a:pt x="6" y="1204"/>
                      <a:pt x="5" y="1103"/>
                    </a:cubicBezTo>
                    <a:cubicBezTo>
                      <a:pt x="5" y="962"/>
                      <a:pt x="6" y="821"/>
                      <a:pt x="7" y="680"/>
                    </a:cubicBezTo>
                    <a:cubicBezTo>
                      <a:pt x="6" y="638"/>
                      <a:pt x="6" y="596"/>
                      <a:pt x="6" y="553"/>
                    </a:cubicBezTo>
                    <a:cubicBezTo>
                      <a:pt x="10" y="237"/>
                      <a:pt x="10" y="237"/>
                      <a:pt x="131" y="109"/>
                    </a:cubicBezTo>
                    <a:cubicBezTo>
                      <a:pt x="272" y="9"/>
                      <a:pt x="386" y="0"/>
                      <a:pt x="552" y="3"/>
                    </a:cubicBezTo>
                    <a:close/>
                  </a:path>
                </a:pathLst>
              </a:custGeom>
              <a:solidFill>
                <a:srgbClr val="77ABDE"/>
              </a:solidFill>
              <a:ln w="2646" cap="flat">
                <a:noFill/>
              </a:ln>
            </p:spPr>
          </p:sp>
          <p:sp>
            <p:nvSpPr>
              <p:cNvPr id="2605" name="ICON_C_HEATMAP_path_039"/>
              <p:cNvSpPr/>
              <p:nvPr/>
            </p:nvSpPr>
            <p:spPr>
              <a:xfrm>
                <a:off x="7733443" y="7270750"/>
                <a:ext cx="82677" cy="56182"/>
              </a:xfrm>
              <a:custGeom>
                <a:avLst/>
                <a:gdLst/>
                <a:ahLst/>
                <a:cxnLst/>
                <a:rect l="0" t="0" r="r" b="b"/>
                <a:pathLst>
                  <a:path w="6510" h="4424" fill="norm" stroke="0">
                    <a:moveTo>
                      <a:pt x="26" y="0"/>
                    </a:moveTo>
                    <a:cubicBezTo>
                      <a:pt x="2157" y="0"/>
                      <a:pt x="4288" y="0"/>
                      <a:pt x="6484" y="0"/>
                    </a:cubicBezTo>
                    <a:cubicBezTo>
                      <a:pt x="6489" y="649"/>
                      <a:pt x="6493" y="1298"/>
                      <a:pt x="6497" y="1966"/>
                    </a:cubicBezTo>
                    <a:cubicBezTo>
                      <a:pt x="6499" y="2171"/>
                      <a:pt x="6501" y="2376"/>
                      <a:pt x="6503" y="2587"/>
                    </a:cubicBezTo>
                    <a:cubicBezTo>
                      <a:pt x="6504" y="2837"/>
                      <a:pt x="6504" y="2837"/>
                      <a:pt x="6504" y="2954"/>
                    </a:cubicBezTo>
                    <a:cubicBezTo>
                      <a:pt x="6504" y="3036"/>
                      <a:pt x="6505" y="3118"/>
                      <a:pt x="6506" y="3199"/>
                    </a:cubicBezTo>
                    <a:cubicBezTo>
                      <a:pt x="6508" y="3323"/>
                      <a:pt x="6508" y="3447"/>
                      <a:pt x="6508" y="3571"/>
                    </a:cubicBezTo>
                    <a:cubicBezTo>
                      <a:pt x="6509" y="3608"/>
                      <a:pt x="6509" y="3644"/>
                      <a:pt x="6510" y="3681"/>
                    </a:cubicBezTo>
                    <a:cubicBezTo>
                      <a:pt x="6509" y="3844"/>
                      <a:pt x="6495" y="3939"/>
                      <a:pt x="6414" y="4084"/>
                    </a:cubicBezTo>
                    <a:cubicBezTo>
                      <a:pt x="6223" y="4240"/>
                      <a:pt x="5936" y="4208"/>
                      <a:pt x="5701" y="4216"/>
                    </a:cubicBezTo>
                    <a:cubicBezTo>
                      <a:pt x="5642" y="4219"/>
                      <a:pt x="5582" y="4221"/>
                      <a:pt x="5523" y="4224"/>
                    </a:cubicBezTo>
                    <a:cubicBezTo>
                      <a:pt x="5363" y="4232"/>
                      <a:pt x="5202" y="4238"/>
                      <a:pt x="5042" y="4244"/>
                    </a:cubicBezTo>
                    <a:cubicBezTo>
                      <a:pt x="4941" y="4247"/>
                      <a:pt x="4841" y="4251"/>
                      <a:pt x="4741" y="4255"/>
                    </a:cubicBezTo>
                    <a:cubicBezTo>
                      <a:pt x="4390" y="4269"/>
                      <a:pt x="4040" y="4282"/>
                      <a:pt x="3690" y="4294"/>
                    </a:cubicBezTo>
                    <a:cubicBezTo>
                      <a:pt x="3364" y="4305"/>
                      <a:pt x="3038" y="4319"/>
                      <a:pt x="2711" y="4334"/>
                    </a:cubicBezTo>
                    <a:cubicBezTo>
                      <a:pt x="2431" y="4346"/>
                      <a:pt x="2151" y="4357"/>
                      <a:pt x="1871" y="4367"/>
                    </a:cubicBezTo>
                    <a:cubicBezTo>
                      <a:pt x="1703" y="4372"/>
                      <a:pt x="1536" y="4379"/>
                      <a:pt x="1369" y="4387"/>
                    </a:cubicBezTo>
                    <a:cubicBezTo>
                      <a:pt x="1211" y="4394"/>
                      <a:pt x="1054" y="4400"/>
                      <a:pt x="897" y="4404"/>
                    </a:cubicBezTo>
                    <a:cubicBezTo>
                      <a:pt x="839" y="4406"/>
                      <a:pt x="781" y="4408"/>
                      <a:pt x="724" y="4411"/>
                    </a:cubicBezTo>
                    <a:cubicBezTo>
                      <a:pt x="553" y="4421"/>
                      <a:pt x="399" y="4424"/>
                      <a:pt x="234" y="4375"/>
                    </a:cubicBezTo>
                    <a:cubicBezTo>
                      <a:pt x="41" y="4182"/>
                      <a:pt x="2" y="3919"/>
                      <a:pt x="0" y="3655"/>
                    </a:cubicBezTo>
                    <a:cubicBezTo>
                      <a:pt x="1" y="3620"/>
                      <a:pt x="1" y="3584"/>
                      <a:pt x="2" y="3548"/>
                    </a:cubicBezTo>
                    <a:cubicBezTo>
                      <a:pt x="2" y="3508"/>
                      <a:pt x="2" y="3469"/>
                      <a:pt x="2" y="3429"/>
                    </a:cubicBezTo>
                    <a:cubicBezTo>
                      <a:pt x="2" y="3303"/>
                      <a:pt x="4" y="3177"/>
                      <a:pt x="5" y="3052"/>
                    </a:cubicBezTo>
                    <a:cubicBezTo>
                      <a:pt x="6" y="2974"/>
                      <a:pt x="6" y="2895"/>
                      <a:pt x="6" y="2817"/>
                    </a:cubicBezTo>
                    <a:cubicBezTo>
                      <a:pt x="7" y="2529"/>
                      <a:pt x="10" y="2241"/>
                      <a:pt x="13" y="1953"/>
                    </a:cubicBezTo>
                    <a:cubicBezTo>
                      <a:pt x="17" y="1309"/>
                      <a:pt x="21" y="664"/>
                      <a:pt x="26" y="0"/>
                    </a:cubicBezTo>
                    <a:close/>
                  </a:path>
                </a:pathLst>
              </a:custGeom>
              <a:solidFill>
                <a:srgbClr val="C5EDC1"/>
              </a:solidFill>
              <a:ln w="2646" cap="flat">
                <a:noFill/>
              </a:ln>
            </p:spPr>
          </p:sp>
          <p:sp>
            <p:nvSpPr>
              <p:cNvPr id="2606" name="ICON_C_HEATMAP_path_040"/>
              <p:cNvSpPr/>
              <p:nvPr/>
            </p:nvSpPr>
            <p:spPr>
              <a:xfrm>
                <a:off x="8413067" y="7463896"/>
                <a:ext cx="132974" cy="206375"/>
              </a:xfrm>
              <a:custGeom>
                <a:avLst/>
                <a:gdLst/>
                <a:ahLst/>
                <a:cxnLst/>
                <a:rect l="0" t="0" r="r" b="b"/>
                <a:pathLst>
                  <a:path w="10470" h="16250" fill="norm" stroke="0">
                    <a:moveTo>
                      <a:pt x="262" y="0"/>
                    </a:moveTo>
                    <a:cubicBezTo>
                      <a:pt x="3562" y="0"/>
                      <a:pt x="6862" y="0"/>
                      <a:pt x="10262" y="0"/>
                    </a:cubicBezTo>
                    <a:cubicBezTo>
                      <a:pt x="10232" y="842"/>
                      <a:pt x="10202" y="1684"/>
                      <a:pt x="10171" y="2552"/>
                    </a:cubicBezTo>
                    <a:cubicBezTo>
                      <a:pt x="10162" y="2816"/>
                      <a:pt x="10153" y="3081"/>
                      <a:pt x="10144" y="3353"/>
                    </a:cubicBezTo>
                    <a:cubicBezTo>
                      <a:pt x="10131" y="3680"/>
                      <a:pt x="10131" y="3680"/>
                      <a:pt x="10125" y="3834"/>
                    </a:cubicBezTo>
                    <a:cubicBezTo>
                      <a:pt x="10121" y="3939"/>
                      <a:pt x="10118" y="4045"/>
                      <a:pt x="10115" y="4151"/>
                    </a:cubicBezTo>
                    <a:cubicBezTo>
                      <a:pt x="10103" y="4504"/>
                      <a:pt x="10084" y="4856"/>
                      <a:pt x="10054" y="5208"/>
                    </a:cubicBezTo>
                    <a:cubicBezTo>
                      <a:pt x="10051" y="5252"/>
                      <a:pt x="10048" y="5295"/>
                      <a:pt x="10045" y="5339"/>
                    </a:cubicBezTo>
                    <a:cubicBezTo>
                      <a:pt x="10004" y="5851"/>
                      <a:pt x="10004" y="5851"/>
                      <a:pt x="9845" y="6042"/>
                    </a:cubicBezTo>
                    <a:cubicBezTo>
                      <a:pt x="9580" y="6200"/>
                      <a:pt x="9244" y="6173"/>
                      <a:pt x="8945" y="6176"/>
                    </a:cubicBezTo>
                    <a:cubicBezTo>
                      <a:pt x="8851" y="6180"/>
                      <a:pt x="8757" y="6184"/>
                      <a:pt x="8663" y="6188"/>
                    </a:cubicBezTo>
                    <a:cubicBezTo>
                      <a:pt x="8434" y="6198"/>
                      <a:pt x="8205" y="6203"/>
                      <a:pt x="7976" y="6207"/>
                    </a:cubicBezTo>
                    <a:cubicBezTo>
                      <a:pt x="7789" y="6210"/>
                      <a:pt x="7603" y="6215"/>
                      <a:pt x="7417" y="6221"/>
                    </a:cubicBezTo>
                    <a:cubicBezTo>
                      <a:pt x="5028" y="6298"/>
                      <a:pt x="2647" y="6185"/>
                      <a:pt x="262" y="6042"/>
                    </a:cubicBezTo>
                    <a:cubicBezTo>
                      <a:pt x="331" y="7348"/>
                      <a:pt x="400" y="8654"/>
                      <a:pt x="470" y="10000"/>
                    </a:cubicBezTo>
                    <a:cubicBezTo>
                      <a:pt x="645" y="9999"/>
                      <a:pt x="645" y="9999"/>
                      <a:pt x="1527" y="9993"/>
                    </a:cubicBezTo>
                    <a:cubicBezTo>
                      <a:pt x="1779" y="9991"/>
                      <a:pt x="2031" y="9990"/>
                      <a:pt x="2282" y="9990"/>
                    </a:cubicBezTo>
                    <a:cubicBezTo>
                      <a:pt x="2607" y="9988"/>
                      <a:pt x="2931" y="9987"/>
                      <a:pt x="3256" y="9984"/>
                    </a:cubicBezTo>
                    <a:cubicBezTo>
                      <a:pt x="3513" y="9982"/>
                      <a:pt x="3770" y="9981"/>
                      <a:pt x="4027" y="9980"/>
                    </a:cubicBezTo>
                    <a:cubicBezTo>
                      <a:pt x="4163" y="9980"/>
                      <a:pt x="4299" y="9980"/>
                      <a:pt x="4434" y="9978"/>
                    </a:cubicBezTo>
                    <a:cubicBezTo>
                      <a:pt x="5025" y="9972"/>
                      <a:pt x="5567" y="10006"/>
                      <a:pt x="6144" y="10136"/>
                    </a:cubicBezTo>
                    <a:cubicBezTo>
                      <a:pt x="6553" y="10226"/>
                      <a:pt x="6928" y="10218"/>
                      <a:pt x="7343" y="10183"/>
                    </a:cubicBezTo>
                    <a:cubicBezTo>
                      <a:pt x="7408" y="10179"/>
                      <a:pt x="7473" y="10174"/>
                      <a:pt x="7538" y="10170"/>
                    </a:cubicBezTo>
                    <a:cubicBezTo>
                      <a:pt x="7774" y="10154"/>
                      <a:pt x="8009" y="10135"/>
                      <a:pt x="8244" y="10117"/>
                    </a:cubicBezTo>
                    <a:cubicBezTo>
                      <a:pt x="8772" y="10079"/>
                      <a:pt x="9301" y="10040"/>
                      <a:pt x="9845" y="10000"/>
                    </a:cubicBezTo>
                    <a:cubicBezTo>
                      <a:pt x="9914" y="8763"/>
                      <a:pt x="9983" y="7525"/>
                      <a:pt x="10054" y="6250"/>
                    </a:cubicBezTo>
                    <a:cubicBezTo>
                      <a:pt x="10122" y="6250"/>
                      <a:pt x="10191" y="6250"/>
                      <a:pt x="10262" y="6250"/>
                    </a:cubicBezTo>
                    <a:cubicBezTo>
                      <a:pt x="10262" y="6299"/>
                      <a:pt x="10261" y="6347"/>
                      <a:pt x="10261" y="6397"/>
                    </a:cubicBezTo>
                    <a:cubicBezTo>
                      <a:pt x="10255" y="7038"/>
                      <a:pt x="10251" y="7679"/>
                      <a:pt x="10249" y="8320"/>
                    </a:cubicBezTo>
                    <a:cubicBezTo>
                      <a:pt x="10249" y="8346"/>
                      <a:pt x="10249" y="8373"/>
                      <a:pt x="10249" y="8400"/>
                    </a:cubicBezTo>
                    <a:cubicBezTo>
                      <a:pt x="10242" y="10250"/>
                      <a:pt x="10287" y="12096"/>
                      <a:pt x="10366" y="13945"/>
                    </a:cubicBezTo>
                    <a:cubicBezTo>
                      <a:pt x="10367" y="13974"/>
                      <a:pt x="10369" y="14004"/>
                      <a:pt x="10370" y="14033"/>
                    </a:cubicBezTo>
                    <a:cubicBezTo>
                      <a:pt x="10402" y="14772"/>
                      <a:pt x="10435" y="15511"/>
                      <a:pt x="10470" y="16250"/>
                    </a:cubicBezTo>
                    <a:cubicBezTo>
                      <a:pt x="10333" y="16250"/>
                      <a:pt x="10195" y="16250"/>
                      <a:pt x="10054" y="16250"/>
                    </a:cubicBezTo>
                    <a:cubicBezTo>
                      <a:pt x="10054" y="14600"/>
                      <a:pt x="10054" y="12950"/>
                      <a:pt x="10054" y="11250"/>
                    </a:cubicBezTo>
                    <a:cubicBezTo>
                      <a:pt x="9246" y="11254"/>
                      <a:pt x="8438" y="11259"/>
                      <a:pt x="7606" y="11263"/>
                    </a:cubicBezTo>
                    <a:cubicBezTo>
                      <a:pt x="7110" y="11263"/>
                      <a:pt x="6614" y="11263"/>
                      <a:pt x="6118" y="11261"/>
                    </a:cubicBezTo>
                    <a:cubicBezTo>
                      <a:pt x="6103" y="11260"/>
                      <a:pt x="6103" y="11260"/>
                      <a:pt x="6027" y="11260"/>
                    </a:cubicBezTo>
                    <a:cubicBezTo>
                      <a:pt x="5564" y="11258"/>
                      <a:pt x="5100" y="11254"/>
                      <a:pt x="4637" y="11250"/>
                    </a:cubicBezTo>
                    <a:cubicBezTo>
                      <a:pt x="4609" y="11250"/>
                      <a:pt x="4580" y="11249"/>
                      <a:pt x="4551" y="11249"/>
                    </a:cubicBezTo>
                    <a:cubicBezTo>
                      <a:pt x="3871" y="11243"/>
                      <a:pt x="3191" y="11230"/>
                      <a:pt x="2511" y="11206"/>
                    </a:cubicBezTo>
                    <a:cubicBezTo>
                      <a:pt x="2332" y="11200"/>
                      <a:pt x="2153" y="11196"/>
                      <a:pt x="1974" y="11194"/>
                    </a:cubicBezTo>
                    <a:cubicBezTo>
                      <a:pt x="1765" y="11190"/>
                      <a:pt x="1556" y="11184"/>
                      <a:pt x="1347" y="11173"/>
                    </a:cubicBezTo>
                    <a:cubicBezTo>
                      <a:pt x="1272" y="11170"/>
                      <a:pt x="1197" y="11169"/>
                      <a:pt x="1121" y="11168"/>
                    </a:cubicBezTo>
                    <a:cubicBezTo>
                      <a:pt x="893" y="11167"/>
                      <a:pt x="670" y="11164"/>
                      <a:pt x="470" y="11042"/>
                    </a:cubicBezTo>
                    <a:cubicBezTo>
                      <a:pt x="102" y="10660"/>
                      <a:pt x="0" y="10107"/>
                      <a:pt x="1" y="9596"/>
                    </a:cubicBezTo>
                    <a:cubicBezTo>
                      <a:pt x="3" y="9522"/>
                      <a:pt x="4" y="9449"/>
                      <a:pt x="6" y="9375"/>
                    </a:cubicBezTo>
                    <a:cubicBezTo>
                      <a:pt x="6" y="9294"/>
                      <a:pt x="6" y="9213"/>
                      <a:pt x="6" y="9132"/>
                    </a:cubicBezTo>
                    <a:cubicBezTo>
                      <a:pt x="6" y="8912"/>
                      <a:pt x="9" y="8692"/>
                      <a:pt x="13" y="8472"/>
                    </a:cubicBezTo>
                    <a:cubicBezTo>
                      <a:pt x="15" y="8285"/>
                      <a:pt x="16" y="8099"/>
                      <a:pt x="18" y="7912"/>
                    </a:cubicBezTo>
                    <a:cubicBezTo>
                      <a:pt x="26" y="6690"/>
                      <a:pt x="62" y="5469"/>
                      <a:pt x="102" y="4247"/>
                    </a:cubicBezTo>
                    <a:cubicBezTo>
                      <a:pt x="102" y="4232"/>
                      <a:pt x="102" y="4232"/>
                      <a:pt x="105" y="4154"/>
                    </a:cubicBezTo>
                    <a:cubicBezTo>
                      <a:pt x="150" y="2769"/>
                      <a:pt x="207" y="1385"/>
                      <a:pt x="262" y="0"/>
                    </a:cubicBezTo>
                    <a:close/>
                    <a:moveTo>
                      <a:pt x="470" y="208"/>
                    </a:moveTo>
                    <a:cubicBezTo>
                      <a:pt x="461" y="829"/>
                      <a:pt x="453" y="1451"/>
                      <a:pt x="449" y="2072"/>
                    </a:cubicBezTo>
                    <a:cubicBezTo>
                      <a:pt x="447" y="2360"/>
                      <a:pt x="444" y="2649"/>
                      <a:pt x="439" y="2937"/>
                    </a:cubicBezTo>
                    <a:cubicBezTo>
                      <a:pt x="435" y="3189"/>
                      <a:pt x="432" y="3440"/>
                      <a:pt x="431" y="3691"/>
                    </a:cubicBezTo>
                    <a:cubicBezTo>
                      <a:pt x="431" y="3824"/>
                      <a:pt x="429" y="3957"/>
                      <a:pt x="426" y="4091"/>
                    </a:cubicBezTo>
                    <a:cubicBezTo>
                      <a:pt x="423" y="4239"/>
                      <a:pt x="423" y="4388"/>
                      <a:pt x="423" y="4536"/>
                    </a:cubicBezTo>
                    <a:cubicBezTo>
                      <a:pt x="422" y="4581"/>
                      <a:pt x="420" y="4625"/>
                      <a:pt x="419" y="4670"/>
                    </a:cubicBezTo>
                    <a:cubicBezTo>
                      <a:pt x="420" y="4793"/>
                      <a:pt x="425" y="4885"/>
                      <a:pt x="470" y="5000"/>
                    </a:cubicBezTo>
                    <a:cubicBezTo>
                      <a:pt x="653" y="5154"/>
                      <a:pt x="883" y="5233"/>
                      <a:pt x="1122" y="5239"/>
                    </a:cubicBezTo>
                    <a:cubicBezTo>
                      <a:pt x="1163" y="5240"/>
                      <a:pt x="1204" y="5241"/>
                      <a:pt x="1246" y="5242"/>
                    </a:cubicBezTo>
                    <a:cubicBezTo>
                      <a:pt x="1268" y="5243"/>
                      <a:pt x="1268" y="5243"/>
                      <a:pt x="1378" y="5243"/>
                    </a:cubicBezTo>
                    <a:cubicBezTo>
                      <a:pt x="1424" y="5244"/>
                      <a:pt x="1471" y="5245"/>
                      <a:pt x="1518" y="5246"/>
                    </a:cubicBezTo>
                    <a:cubicBezTo>
                      <a:pt x="1668" y="5248"/>
                      <a:pt x="1818" y="5248"/>
                      <a:pt x="1968" y="5247"/>
                    </a:cubicBezTo>
                    <a:cubicBezTo>
                      <a:pt x="2019" y="5248"/>
                      <a:pt x="2070" y="5248"/>
                      <a:pt x="2122" y="5248"/>
                    </a:cubicBezTo>
                    <a:cubicBezTo>
                      <a:pt x="2860" y="5249"/>
                      <a:pt x="3523" y="5179"/>
                      <a:pt x="4216" y="4922"/>
                    </a:cubicBezTo>
                    <a:cubicBezTo>
                      <a:pt x="4244" y="4912"/>
                      <a:pt x="4272" y="4902"/>
                      <a:pt x="4300" y="4891"/>
                    </a:cubicBezTo>
                    <a:cubicBezTo>
                      <a:pt x="4372" y="4865"/>
                      <a:pt x="4444" y="4836"/>
                      <a:pt x="4516" y="4806"/>
                    </a:cubicBezTo>
                    <a:cubicBezTo>
                      <a:pt x="4556" y="4801"/>
                      <a:pt x="4596" y="4797"/>
                      <a:pt x="4637" y="4792"/>
                    </a:cubicBezTo>
                    <a:cubicBezTo>
                      <a:pt x="4664" y="4825"/>
                      <a:pt x="4691" y="4859"/>
                      <a:pt x="4719" y="4894"/>
                    </a:cubicBezTo>
                    <a:cubicBezTo>
                      <a:pt x="4825" y="5006"/>
                      <a:pt x="4907" y="5018"/>
                      <a:pt x="5060" y="5025"/>
                    </a:cubicBezTo>
                    <a:cubicBezTo>
                      <a:pt x="5150" y="5026"/>
                      <a:pt x="5239" y="5025"/>
                      <a:pt x="5328" y="5024"/>
                    </a:cubicBezTo>
                    <a:cubicBezTo>
                      <a:pt x="5377" y="5024"/>
                      <a:pt x="5426" y="5024"/>
                      <a:pt x="5476" y="5024"/>
                    </a:cubicBezTo>
                    <a:cubicBezTo>
                      <a:pt x="5609" y="5024"/>
                      <a:pt x="5743" y="5023"/>
                      <a:pt x="5876" y="5021"/>
                    </a:cubicBezTo>
                    <a:cubicBezTo>
                      <a:pt x="6016" y="5020"/>
                      <a:pt x="6155" y="5020"/>
                      <a:pt x="6295" y="5019"/>
                    </a:cubicBezTo>
                    <a:cubicBezTo>
                      <a:pt x="6559" y="5019"/>
                      <a:pt x="6823" y="5017"/>
                      <a:pt x="7087" y="5015"/>
                    </a:cubicBezTo>
                    <a:cubicBezTo>
                      <a:pt x="7444" y="5012"/>
                      <a:pt x="7801" y="5011"/>
                      <a:pt x="8159" y="5010"/>
                    </a:cubicBezTo>
                    <a:cubicBezTo>
                      <a:pt x="8721" y="5008"/>
                      <a:pt x="9283" y="5004"/>
                      <a:pt x="9845" y="5000"/>
                    </a:cubicBezTo>
                    <a:cubicBezTo>
                      <a:pt x="9845" y="3419"/>
                      <a:pt x="9845" y="1837"/>
                      <a:pt x="9845" y="208"/>
                    </a:cubicBezTo>
                    <a:cubicBezTo>
                      <a:pt x="9175" y="204"/>
                      <a:pt x="8505" y="200"/>
                      <a:pt x="7814" y="195"/>
                    </a:cubicBezTo>
                    <a:cubicBezTo>
                      <a:pt x="7709" y="194"/>
                      <a:pt x="7709" y="194"/>
                      <a:pt x="7178" y="190"/>
                    </a:cubicBezTo>
                    <a:cubicBezTo>
                      <a:pt x="6917" y="189"/>
                      <a:pt x="6917" y="189"/>
                      <a:pt x="6794" y="189"/>
                    </a:cubicBezTo>
                    <a:cubicBezTo>
                      <a:pt x="6710" y="188"/>
                      <a:pt x="6626" y="188"/>
                      <a:pt x="6542" y="186"/>
                    </a:cubicBezTo>
                    <a:cubicBezTo>
                      <a:pt x="6040" y="180"/>
                      <a:pt x="5589" y="199"/>
                      <a:pt x="5109" y="362"/>
                    </a:cubicBezTo>
                    <a:cubicBezTo>
                      <a:pt x="5019" y="390"/>
                      <a:pt x="4941" y="414"/>
                      <a:pt x="4845" y="417"/>
                    </a:cubicBezTo>
                    <a:cubicBezTo>
                      <a:pt x="4774" y="349"/>
                      <a:pt x="4705" y="279"/>
                      <a:pt x="4637" y="208"/>
                    </a:cubicBezTo>
                    <a:cubicBezTo>
                      <a:pt x="4502" y="177"/>
                      <a:pt x="4369" y="182"/>
                      <a:pt x="4231" y="185"/>
                    </a:cubicBezTo>
                    <a:cubicBezTo>
                      <a:pt x="4211" y="185"/>
                      <a:pt x="4211" y="185"/>
                      <a:pt x="4108" y="185"/>
                    </a:cubicBezTo>
                    <a:cubicBezTo>
                      <a:pt x="3974" y="185"/>
                      <a:pt x="3839" y="186"/>
                      <a:pt x="3705" y="188"/>
                    </a:cubicBezTo>
                    <a:cubicBezTo>
                      <a:pt x="3612" y="188"/>
                      <a:pt x="3519" y="189"/>
                      <a:pt x="3426" y="189"/>
                    </a:cubicBezTo>
                    <a:cubicBezTo>
                      <a:pt x="3181" y="190"/>
                      <a:pt x="2936" y="192"/>
                      <a:pt x="2691" y="194"/>
                    </a:cubicBezTo>
                    <a:cubicBezTo>
                      <a:pt x="2441" y="196"/>
                      <a:pt x="2191" y="197"/>
                      <a:pt x="1941" y="198"/>
                    </a:cubicBezTo>
                    <a:cubicBezTo>
                      <a:pt x="1451" y="200"/>
                      <a:pt x="961" y="204"/>
                      <a:pt x="470" y="208"/>
                    </a:cubicBezTo>
                    <a:close/>
                  </a:path>
                </a:pathLst>
              </a:custGeom>
              <a:solidFill>
                <a:srgbClr val="6F64AE"/>
              </a:solidFill>
              <a:ln w="2646" cap="flat">
                <a:noFill/>
              </a:ln>
            </p:spPr>
          </p:sp>
          <p:sp>
            <p:nvSpPr>
              <p:cNvPr id="2607" name="ICON_C_HEATMAP_path_041"/>
              <p:cNvSpPr/>
              <p:nvPr/>
            </p:nvSpPr>
            <p:spPr>
              <a:xfrm>
                <a:off x="8545714" y="7330735"/>
                <a:ext cx="74411" cy="59351"/>
              </a:xfrm>
              <a:custGeom>
                <a:avLst/>
                <a:gdLst/>
                <a:ahLst/>
                <a:cxnLst/>
                <a:rect l="0" t="0" r="r" b="b"/>
                <a:pathLst>
                  <a:path w="5859" h="4673" fill="norm" stroke="0">
                    <a:moveTo>
                      <a:pt x="774" y="45"/>
                    </a:moveTo>
                    <a:cubicBezTo>
                      <a:pt x="830" y="45"/>
                      <a:pt x="885" y="45"/>
                      <a:pt x="940" y="45"/>
                    </a:cubicBezTo>
                    <a:cubicBezTo>
                      <a:pt x="1091" y="45"/>
                      <a:pt x="1241" y="46"/>
                      <a:pt x="1391" y="47"/>
                    </a:cubicBezTo>
                    <a:cubicBezTo>
                      <a:pt x="1548" y="49"/>
                      <a:pt x="1705" y="49"/>
                      <a:pt x="1863" y="49"/>
                    </a:cubicBezTo>
                    <a:cubicBezTo>
                      <a:pt x="2160" y="50"/>
                      <a:pt x="2457" y="51"/>
                      <a:pt x="2754" y="54"/>
                    </a:cubicBezTo>
                    <a:cubicBezTo>
                      <a:pt x="3156" y="56"/>
                      <a:pt x="3558" y="57"/>
                      <a:pt x="3960" y="59"/>
                    </a:cubicBezTo>
                    <a:cubicBezTo>
                      <a:pt x="4593" y="60"/>
                      <a:pt x="5226" y="65"/>
                      <a:pt x="5859" y="69"/>
                    </a:cubicBezTo>
                    <a:cubicBezTo>
                      <a:pt x="5859" y="1512"/>
                      <a:pt x="5859" y="2956"/>
                      <a:pt x="5859" y="4444"/>
                    </a:cubicBezTo>
                    <a:cubicBezTo>
                      <a:pt x="4333" y="4568"/>
                      <a:pt x="2832" y="4673"/>
                      <a:pt x="1302" y="4665"/>
                    </a:cubicBezTo>
                    <a:cubicBezTo>
                      <a:pt x="1286" y="4665"/>
                      <a:pt x="1286" y="4665"/>
                      <a:pt x="1204" y="4664"/>
                    </a:cubicBezTo>
                    <a:cubicBezTo>
                      <a:pt x="811" y="4662"/>
                      <a:pt x="419" y="4658"/>
                      <a:pt x="26" y="4652"/>
                    </a:cubicBezTo>
                    <a:cubicBezTo>
                      <a:pt x="21" y="4085"/>
                      <a:pt x="17" y="3518"/>
                      <a:pt x="15" y="2951"/>
                    </a:cubicBezTo>
                    <a:cubicBezTo>
                      <a:pt x="14" y="2688"/>
                      <a:pt x="13" y="2425"/>
                      <a:pt x="10" y="2162"/>
                    </a:cubicBezTo>
                    <a:cubicBezTo>
                      <a:pt x="8" y="1908"/>
                      <a:pt x="7" y="1654"/>
                      <a:pt x="6" y="1400"/>
                    </a:cubicBezTo>
                    <a:cubicBezTo>
                      <a:pt x="6" y="1303"/>
                      <a:pt x="5" y="1206"/>
                      <a:pt x="4" y="1109"/>
                    </a:cubicBezTo>
                    <a:cubicBezTo>
                      <a:pt x="2" y="973"/>
                      <a:pt x="2" y="838"/>
                      <a:pt x="2" y="702"/>
                    </a:cubicBezTo>
                    <a:cubicBezTo>
                      <a:pt x="1" y="662"/>
                      <a:pt x="1" y="622"/>
                      <a:pt x="0" y="580"/>
                    </a:cubicBezTo>
                    <a:cubicBezTo>
                      <a:pt x="1" y="407"/>
                      <a:pt x="12" y="301"/>
                      <a:pt x="98" y="148"/>
                    </a:cubicBezTo>
                    <a:cubicBezTo>
                      <a:pt x="283" y="0"/>
                      <a:pt x="551" y="41"/>
                      <a:pt x="774" y="45"/>
                    </a:cubicBezTo>
                    <a:close/>
                  </a:path>
                </a:pathLst>
              </a:custGeom>
              <a:solidFill>
                <a:srgbClr val="7778C4"/>
              </a:solidFill>
              <a:ln w="2646" cap="flat">
                <a:noFill/>
              </a:ln>
            </p:spPr>
          </p:sp>
          <p:sp>
            <p:nvSpPr>
              <p:cNvPr id="2608" name="ICON_C_HEATMAP_path_042"/>
              <p:cNvSpPr/>
              <p:nvPr/>
            </p:nvSpPr>
            <p:spPr>
              <a:xfrm>
                <a:off x="7905356" y="7466542"/>
                <a:ext cx="63894" cy="66146"/>
              </a:xfrm>
              <a:custGeom>
                <a:avLst/>
                <a:gdLst/>
                <a:ahLst/>
                <a:cxnLst/>
                <a:rect l="0" t="0" r="r" b="b"/>
                <a:pathLst>
                  <a:path w="5031" h="5208" fill="norm" stroke="0">
                    <a:moveTo>
                      <a:pt x="239" y="0"/>
                    </a:moveTo>
                    <a:cubicBezTo>
                      <a:pt x="1821" y="0"/>
                      <a:pt x="3402" y="0"/>
                      <a:pt x="5031" y="0"/>
                    </a:cubicBezTo>
                    <a:cubicBezTo>
                      <a:pt x="5031" y="1719"/>
                      <a:pt x="5031" y="3438"/>
                      <a:pt x="5031" y="5208"/>
                    </a:cubicBezTo>
                    <a:cubicBezTo>
                      <a:pt x="3450" y="5208"/>
                      <a:pt x="1869" y="5208"/>
                      <a:pt x="239" y="5208"/>
                    </a:cubicBezTo>
                    <a:cubicBezTo>
                      <a:pt x="0" y="4251"/>
                      <a:pt x="0" y="4251"/>
                      <a:pt x="26" y="3879"/>
                    </a:cubicBezTo>
                    <a:cubicBezTo>
                      <a:pt x="29" y="3835"/>
                      <a:pt x="31" y="3792"/>
                      <a:pt x="33" y="3747"/>
                    </a:cubicBezTo>
                    <a:cubicBezTo>
                      <a:pt x="39" y="3610"/>
                      <a:pt x="48" y="3473"/>
                      <a:pt x="56" y="3337"/>
                    </a:cubicBezTo>
                    <a:cubicBezTo>
                      <a:pt x="61" y="3251"/>
                      <a:pt x="65" y="3165"/>
                      <a:pt x="69" y="3079"/>
                    </a:cubicBezTo>
                    <a:cubicBezTo>
                      <a:pt x="86" y="2764"/>
                      <a:pt x="104" y="2450"/>
                      <a:pt x="122" y="2135"/>
                    </a:cubicBezTo>
                    <a:cubicBezTo>
                      <a:pt x="161" y="1431"/>
                      <a:pt x="200" y="726"/>
                      <a:pt x="239" y="0"/>
                    </a:cubicBezTo>
                    <a:close/>
                  </a:path>
                </a:pathLst>
              </a:custGeom>
              <a:solidFill>
                <a:srgbClr val="85D8DC"/>
              </a:solidFill>
              <a:ln w="2646" cap="flat">
                <a:noFill/>
              </a:ln>
            </p:spPr>
          </p:sp>
          <p:sp>
            <p:nvSpPr>
              <p:cNvPr id="2609" name="ICON_C_HEATMAP_path_043"/>
              <p:cNvSpPr/>
              <p:nvPr/>
            </p:nvSpPr>
            <p:spPr>
              <a:xfrm>
                <a:off x="8341896" y="7537583"/>
                <a:ext cx="69207" cy="61579"/>
              </a:xfrm>
              <a:custGeom>
                <a:avLst/>
                <a:gdLst/>
                <a:ahLst/>
                <a:cxnLst/>
                <a:rect l="0" t="0" r="r" b="b"/>
                <a:pathLst>
                  <a:path w="5449" h="4849" fill="norm" stroke="0">
                    <a:moveTo>
                      <a:pt x="1799" y="4"/>
                    </a:moveTo>
                    <a:cubicBezTo>
                      <a:pt x="1885" y="3"/>
                      <a:pt x="1972" y="3"/>
                      <a:pt x="2058" y="3"/>
                    </a:cubicBezTo>
                    <a:cubicBezTo>
                      <a:pt x="2238" y="3"/>
                      <a:pt x="2418" y="3"/>
                      <a:pt x="2597" y="4"/>
                    </a:cubicBezTo>
                    <a:cubicBezTo>
                      <a:pt x="2827" y="5"/>
                      <a:pt x="3056" y="5"/>
                      <a:pt x="3285" y="3"/>
                    </a:cubicBezTo>
                    <a:cubicBezTo>
                      <a:pt x="3463" y="3"/>
                      <a:pt x="3641" y="3"/>
                      <a:pt x="3819" y="3"/>
                    </a:cubicBezTo>
                    <a:cubicBezTo>
                      <a:pt x="3904" y="4"/>
                      <a:pt x="3988" y="3"/>
                      <a:pt x="4073" y="3"/>
                    </a:cubicBezTo>
                    <a:cubicBezTo>
                      <a:pt x="4191" y="2"/>
                      <a:pt x="4309" y="3"/>
                      <a:pt x="4427" y="4"/>
                    </a:cubicBezTo>
                    <a:cubicBezTo>
                      <a:pt x="4461" y="4"/>
                      <a:pt x="4495" y="3"/>
                      <a:pt x="4531" y="3"/>
                    </a:cubicBezTo>
                    <a:cubicBezTo>
                      <a:pt x="4794" y="8"/>
                      <a:pt x="5039" y="63"/>
                      <a:pt x="5241" y="240"/>
                    </a:cubicBezTo>
                    <a:cubicBezTo>
                      <a:pt x="5305" y="386"/>
                      <a:pt x="5306" y="525"/>
                      <a:pt x="5308" y="684"/>
                    </a:cubicBezTo>
                    <a:cubicBezTo>
                      <a:pt x="5310" y="729"/>
                      <a:pt x="5312" y="773"/>
                      <a:pt x="5314" y="820"/>
                    </a:cubicBezTo>
                    <a:cubicBezTo>
                      <a:pt x="5320" y="967"/>
                      <a:pt x="5324" y="1115"/>
                      <a:pt x="5327" y="1263"/>
                    </a:cubicBezTo>
                    <a:cubicBezTo>
                      <a:pt x="5331" y="1365"/>
                      <a:pt x="5335" y="1468"/>
                      <a:pt x="5340" y="1570"/>
                    </a:cubicBezTo>
                    <a:cubicBezTo>
                      <a:pt x="5349" y="1812"/>
                      <a:pt x="5357" y="2054"/>
                      <a:pt x="5364" y="2296"/>
                    </a:cubicBezTo>
                    <a:cubicBezTo>
                      <a:pt x="5372" y="2571"/>
                      <a:pt x="5382" y="2847"/>
                      <a:pt x="5393" y="3123"/>
                    </a:cubicBezTo>
                    <a:cubicBezTo>
                      <a:pt x="5414" y="3689"/>
                      <a:pt x="5433" y="4256"/>
                      <a:pt x="5449" y="4823"/>
                    </a:cubicBezTo>
                    <a:cubicBezTo>
                      <a:pt x="4774" y="4828"/>
                      <a:pt x="4099" y="4831"/>
                      <a:pt x="3423" y="4834"/>
                    </a:cubicBezTo>
                    <a:cubicBezTo>
                      <a:pt x="3109" y="4835"/>
                      <a:pt x="2796" y="4836"/>
                      <a:pt x="2482" y="4839"/>
                    </a:cubicBezTo>
                    <a:cubicBezTo>
                      <a:pt x="2209" y="4841"/>
                      <a:pt x="1935" y="4842"/>
                      <a:pt x="1662" y="4843"/>
                    </a:cubicBezTo>
                    <a:cubicBezTo>
                      <a:pt x="1517" y="4843"/>
                      <a:pt x="1373" y="4843"/>
                      <a:pt x="1228" y="4845"/>
                    </a:cubicBezTo>
                    <a:cubicBezTo>
                      <a:pt x="1066" y="4847"/>
                      <a:pt x="905" y="4847"/>
                      <a:pt x="743" y="4846"/>
                    </a:cubicBezTo>
                    <a:cubicBezTo>
                      <a:pt x="695" y="4847"/>
                      <a:pt x="647" y="4848"/>
                      <a:pt x="598" y="4849"/>
                    </a:cubicBezTo>
                    <a:cubicBezTo>
                      <a:pt x="402" y="4848"/>
                      <a:pt x="278" y="4844"/>
                      <a:pt x="107" y="4744"/>
                    </a:cubicBezTo>
                    <a:cubicBezTo>
                      <a:pt x="0" y="4558"/>
                      <a:pt x="5" y="4401"/>
                      <a:pt x="9" y="4189"/>
                    </a:cubicBezTo>
                    <a:cubicBezTo>
                      <a:pt x="9" y="4147"/>
                      <a:pt x="9" y="4104"/>
                      <a:pt x="9" y="4060"/>
                    </a:cubicBezTo>
                    <a:cubicBezTo>
                      <a:pt x="9" y="3919"/>
                      <a:pt x="11" y="3778"/>
                      <a:pt x="13" y="3637"/>
                    </a:cubicBezTo>
                    <a:cubicBezTo>
                      <a:pt x="13" y="3539"/>
                      <a:pt x="13" y="3442"/>
                      <a:pt x="13" y="3344"/>
                    </a:cubicBezTo>
                    <a:cubicBezTo>
                      <a:pt x="14" y="3113"/>
                      <a:pt x="16" y="2882"/>
                      <a:pt x="18" y="2651"/>
                    </a:cubicBezTo>
                    <a:cubicBezTo>
                      <a:pt x="20" y="2362"/>
                      <a:pt x="21" y="2073"/>
                      <a:pt x="23" y="1785"/>
                    </a:cubicBezTo>
                    <a:cubicBezTo>
                      <a:pt x="25" y="1270"/>
                      <a:pt x="28" y="755"/>
                      <a:pt x="33" y="240"/>
                    </a:cubicBezTo>
                    <a:cubicBezTo>
                      <a:pt x="630" y="61"/>
                      <a:pt x="1177" y="0"/>
                      <a:pt x="1799" y="4"/>
                    </a:cubicBezTo>
                    <a:close/>
                  </a:path>
                </a:pathLst>
              </a:custGeom>
              <a:solidFill>
                <a:srgbClr val="6CACDF"/>
              </a:solidFill>
              <a:ln w="2646" cap="flat">
                <a:noFill/>
              </a:ln>
            </p:spPr>
          </p:sp>
          <p:sp>
            <p:nvSpPr>
              <p:cNvPr id="2610" name="ICON_C_HEATMAP_path_044"/>
              <p:cNvSpPr/>
              <p:nvPr/>
            </p:nvSpPr>
            <p:spPr>
              <a:xfrm>
                <a:off x="7897812" y="7601151"/>
                <a:ext cx="71869" cy="64291"/>
              </a:xfrm>
              <a:custGeom>
                <a:avLst/>
                <a:gdLst/>
                <a:ahLst/>
                <a:cxnLst/>
                <a:rect l="0" t="0" r="r" b="b"/>
                <a:pathLst>
                  <a:path w="5659" h="5062" fill="norm" stroke="0">
                    <a:moveTo>
                      <a:pt x="0" y="26"/>
                    </a:moveTo>
                    <a:cubicBezTo>
                      <a:pt x="703" y="21"/>
                      <a:pt x="1405" y="17"/>
                      <a:pt x="2108" y="15"/>
                    </a:cubicBezTo>
                    <a:cubicBezTo>
                      <a:pt x="2434" y="14"/>
                      <a:pt x="2760" y="13"/>
                      <a:pt x="3087" y="10"/>
                    </a:cubicBezTo>
                    <a:cubicBezTo>
                      <a:pt x="3371" y="8"/>
                      <a:pt x="3655" y="7"/>
                      <a:pt x="3940" y="6"/>
                    </a:cubicBezTo>
                    <a:cubicBezTo>
                      <a:pt x="4090" y="6"/>
                      <a:pt x="4241" y="5"/>
                      <a:pt x="4391" y="4"/>
                    </a:cubicBezTo>
                    <a:cubicBezTo>
                      <a:pt x="4533" y="2"/>
                      <a:pt x="4675" y="2"/>
                      <a:pt x="4817" y="2"/>
                    </a:cubicBezTo>
                    <a:cubicBezTo>
                      <a:pt x="4894" y="2"/>
                      <a:pt x="4970" y="1"/>
                      <a:pt x="5047" y="0"/>
                    </a:cubicBezTo>
                    <a:cubicBezTo>
                      <a:pt x="5246" y="1"/>
                      <a:pt x="5378" y="3"/>
                      <a:pt x="5552" y="104"/>
                    </a:cubicBezTo>
                    <a:cubicBezTo>
                      <a:pt x="5659" y="295"/>
                      <a:pt x="5654" y="460"/>
                      <a:pt x="5652" y="675"/>
                    </a:cubicBezTo>
                    <a:cubicBezTo>
                      <a:pt x="5652" y="720"/>
                      <a:pt x="5653" y="764"/>
                      <a:pt x="5653" y="810"/>
                    </a:cubicBezTo>
                    <a:cubicBezTo>
                      <a:pt x="5654" y="956"/>
                      <a:pt x="5653" y="1103"/>
                      <a:pt x="5653" y="1250"/>
                    </a:cubicBezTo>
                    <a:cubicBezTo>
                      <a:pt x="5653" y="1352"/>
                      <a:pt x="5653" y="1454"/>
                      <a:pt x="5653" y="1556"/>
                    </a:cubicBezTo>
                    <a:cubicBezTo>
                      <a:pt x="5654" y="1769"/>
                      <a:pt x="5653" y="1983"/>
                      <a:pt x="5652" y="2197"/>
                    </a:cubicBezTo>
                    <a:cubicBezTo>
                      <a:pt x="5651" y="2443"/>
                      <a:pt x="5651" y="2690"/>
                      <a:pt x="5653" y="2937"/>
                    </a:cubicBezTo>
                    <a:cubicBezTo>
                      <a:pt x="5654" y="3175"/>
                      <a:pt x="5654" y="3412"/>
                      <a:pt x="5653" y="3650"/>
                    </a:cubicBezTo>
                    <a:cubicBezTo>
                      <a:pt x="5653" y="3751"/>
                      <a:pt x="5653" y="3852"/>
                      <a:pt x="5653" y="3953"/>
                    </a:cubicBezTo>
                    <a:cubicBezTo>
                      <a:pt x="5654" y="4094"/>
                      <a:pt x="5653" y="4235"/>
                      <a:pt x="5652" y="4376"/>
                    </a:cubicBezTo>
                    <a:cubicBezTo>
                      <a:pt x="5652" y="4418"/>
                      <a:pt x="5653" y="4460"/>
                      <a:pt x="5653" y="4503"/>
                    </a:cubicBezTo>
                    <a:cubicBezTo>
                      <a:pt x="5650" y="4684"/>
                      <a:pt x="5641" y="4790"/>
                      <a:pt x="5547" y="4948"/>
                    </a:cubicBezTo>
                    <a:cubicBezTo>
                      <a:pt x="5356" y="5062"/>
                      <a:pt x="5191" y="5053"/>
                      <a:pt x="4972" y="5050"/>
                    </a:cubicBezTo>
                    <a:cubicBezTo>
                      <a:pt x="4950" y="5050"/>
                      <a:pt x="4950" y="5050"/>
                      <a:pt x="4837" y="5050"/>
                    </a:cubicBezTo>
                    <a:cubicBezTo>
                      <a:pt x="4689" y="5049"/>
                      <a:pt x="4541" y="5048"/>
                      <a:pt x="4394" y="5046"/>
                    </a:cubicBezTo>
                    <a:cubicBezTo>
                      <a:pt x="4291" y="5046"/>
                      <a:pt x="4189" y="5045"/>
                      <a:pt x="4086" y="5045"/>
                    </a:cubicBezTo>
                    <a:cubicBezTo>
                      <a:pt x="3844" y="5045"/>
                      <a:pt x="3602" y="5043"/>
                      <a:pt x="3360" y="5041"/>
                    </a:cubicBezTo>
                    <a:cubicBezTo>
                      <a:pt x="3085" y="5039"/>
                      <a:pt x="2809" y="5037"/>
                      <a:pt x="2534" y="5036"/>
                    </a:cubicBezTo>
                    <a:cubicBezTo>
                      <a:pt x="1967" y="5034"/>
                      <a:pt x="1400" y="5030"/>
                      <a:pt x="833" y="5026"/>
                    </a:cubicBezTo>
                    <a:cubicBezTo>
                      <a:pt x="833" y="5004"/>
                      <a:pt x="832" y="4982"/>
                      <a:pt x="832" y="4959"/>
                    </a:cubicBezTo>
                    <a:cubicBezTo>
                      <a:pt x="819" y="4422"/>
                      <a:pt x="804" y="3884"/>
                      <a:pt x="784" y="3347"/>
                    </a:cubicBezTo>
                    <a:cubicBezTo>
                      <a:pt x="775" y="3087"/>
                      <a:pt x="767" y="2827"/>
                      <a:pt x="761" y="2567"/>
                    </a:cubicBezTo>
                    <a:cubicBezTo>
                      <a:pt x="756" y="2316"/>
                      <a:pt x="747" y="2065"/>
                      <a:pt x="737" y="1813"/>
                    </a:cubicBezTo>
                    <a:cubicBezTo>
                      <a:pt x="733" y="1718"/>
                      <a:pt x="731" y="1623"/>
                      <a:pt x="730" y="1527"/>
                    </a:cubicBezTo>
                    <a:cubicBezTo>
                      <a:pt x="717" y="703"/>
                      <a:pt x="717" y="703"/>
                      <a:pt x="394" y="358"/>
                    </a:cubicBezTo>
                    <a:cubicBezTo>
                      <a:pt x="269" y="239"/>
                      <a:pt x="139" y="129"/>
                      <a:pt x="0" y="26"/>
                    </a:cubicBezTo>
                    <a:close/>
                  </a:path>
                </a:pathLst>
              </a:custGeom>
              <a:solidFill>
                <a:srgbClr val="D4F1B2"/>
              </a:solidFill>
              <a:ln w="2646" cap="flat">
                <a:noFill/>
              </a:ln>
            </p:spPr>
          </p:sp>
          <p:sp>
            <p:nvSpPr>
              <p:cNvPr id="2611" name="ICON_C_HEATMAP_path_045"/>
              <p:cNvSpPr/>
              <p:nvPr/>
            </p:nvSpPr>
            <p:spPr>
              <a:xfrm>
                <a:off x="8479025" y="7325654"/>
                <a:ext cx="62098" cy="67463"/>
              </a:xfrm>
              <a:custGeom>
                <a:avLst/>
                <a:gdLst/>
                <a:ahLst/>
                <a:cxnLst/>
                <a:rect l="0" t="0" r="r" b="b"/>
                <a:pathLst>
                  <a:path w="4890" h="5312" fill="norm" stroke="0">
                    <a:moveTo>
                      <a:pt x="485" y="52"/>
                    </a:moveTo>
                    <a:cubicBezTo>
                      <a:pt x="1025" y="42"/>
                      <a:pt x="1565" y="35"/>
                      <a:pt x="2104" y="30"/>
                    </a:cubicBezTo>
                    <a:cubicBezTo>
                      <a:pt x="2355" y="28"/>
                      <a:pt x="2605" y="25"/>
                      <a:pt x="2856" y="20"/>
                    </a:cubicBezTo>
                    <a:cubicBezTo>
                      <a:pt x="3098" y="16"/>
                      <a:pt x="3340" y="13"/>
                      <a:pt x="3581" y="12"/>
                    </a:cubicBezTo>
                    <a:cubicBezTo>
                      <a:pt x="3674" y="12"/>
                      <a:pt x="3766" y="10"/>
                      <a:pt x="3858" y="8"/>
                    </a:cubicBezTo>
                    <a:cubicBezTo>
                      <a:pt x="3988" y="5"/>
                      <a:pt x="4116" y="4"/>
                      <a:pt x="4246" y="5"/>
                    </a:cubicBezTo>
                    <a:cubicBezTo>
                      <a:pt x="4265" y="4"/>
                      <a:pt x="4265" y="4"/>
                      <a:pt x="4361" y="0"/>
                    </a:cubicBezTo>
                    <a:cubicBezTo>
                      <a:pt x="4472" y="2"/>
                      <a:pt x="4550" y="9"/>
                      <a:pt x="4652" y="52"/>
                    </a:cubicBezTo>
                    <a:cubicBezTo>
                      <a:pt x="4881" y="309"/>
                      <a:pt x="4890" y="628"/>
                      <a:pt x="4884" y="956"/>
                    </a:cubicBezTo>
                    <a:cubicBezTo>
                      <a:pt x="4884" y="1002"/>
                      <a:pt x="4884" y="1049"/>
                      <a:pt x="4884" y="1097"/>
                    </a:cubicBezTo>
                    <a:cubicBezTo>
                      <a:pt x="4884" y="1225"/>
                      <a:pt x="4883" y="1351"/>
                      <a:pt x="4881" y="1478"/>
                    </a:cubicBezTo>
                    <a:cubicBezTo>
                      <a:pt x="4880" y="1611"/>
                      <a:pt x="4880" y="1745"/>
                      <a:pt x="4880" y="1878"/>
                    </a:cubicBezTo>
                    <a:cubicBezTo>
                      <a:pt x="4879" y="2130"/>
                      <a:pt x="4877" y="2381"/>
                      <a:pt x="4875" y="2633"/>
                    </a:cubicBezTo>
                    <a:cubicBezTo>
                      <a:pt x="4873" y="2919"/>
                      <a:pt x="4872" y="3206"/>
                      <a:pt x="4871" y="3493"/>
                    </a:cubicBezTo>
                    <a:cubicBezTo>
                      <a:pt x="4869" y="4082"/>
                      <a:pt x="4865" y="4671"/>
                      <a:pt x="4860" y="5260"/>
                    </a:cubicBezTo>
                    <a:cubicBezTo>
                      <a:pt x="4266" y="5270"/>
                      <a:pt x="3672" y="5277"/>
                      <a:pt x="3078" y="5282"/>
                    </a:cubicBezTo>
                    <a:cubicBezTo>
                      <a:pt x="2802" y="5284"/>
                      <a:pt x="2527" y="5287"/>
                      <a:pt x="2251" y="5292"/>
                    </a:cubicBezTo>
                    <a:cubicBezTo>
                      <a:pt x="1985" y="5296"/>
                      <a:pt x="1719" y="5299"/>
                      <a:pt x="1453" y="5300"/>
                    </a:cubicBezTo>
                    <a:cubicBezTo>
                      <a:pt x="1351" y="5300"/>
                      <a:pt x="1249" y="5302"/>
                      <a:pt x="1148" y="5304"/>
                    </a:cubicBezTo>
                    <a:cubicBezTo>
                      <a:pt x="1005" y="5307"/>
                      <a:pt x="864" y="5308"/>
                      <a:pt x="721" y="5308"/>
                    </a:cubicBezTo>
                    <a:cubicBezTo>
                      <a:pt x="679" y="5309"/>
                      <a:pt x="637" y="5310"/>
                      <a:pt x="594" y="5312"/>
                    </a:cubicBezTo>
                    <a:cubicBezTo>
                      <a:pt x="475" y="5310"/>
                      <a:pt x="388" y="5305"/>
                      <a:pt x="277" y="5260"/>
                    </a:cubicBezTo>
                    <a:cubicBezTo>
                      <a:pt x="107" y="5059"/>
                      <a:pt x="43" y="4818"/>
                      <a:pt x="38" y="4558"/>
                    </a:cubicBezTo>
                    <a:cubicBezTo>
                      <a:pt x="38" y="4533"/>
                      <a:pt x="37" y="4507"/>
                      <a:pt x="36" y="4481"/>
                    </a:cubicBezTo>
                    <a:cubicBezTo>
                      <a:pt x="34" y="4398"/>
                      <a:pt x="34" y="4314"/>
                      <a:pt x="34" y="4231"/>
                    </a:cubicBezTo>
                    <a:cubicBezTo>
                      <a:pt x="33" y="4170"/>
                      <a:pt x="32" y="4110"/>
                      <a:pt x="31" y="4050"/>
                    </a:cubicBezTo>
                    <a:cubicBezTo>
                      <a:pt x="30" y="3923"/>
                      <a:pt x="30" y="3796"/>
                      <a:pt x="30" y="3669"/>
                    </a:cubicBezTo>
                    <a:cubicBezTo>
                      <a:pt x="30" y="3543"/>
                      <a:pt x="29" y="3418"/>
                      <a:pt x="26" y="3292"/>
                    </a:cubicBezTo>
                    <a:cubicBezTo>
                      <a:pt x="0" y="2169"/>
                      <a:pt x="208" y="1137"/>
                      <a:pt x="485" y="52"/>
                    </a:cubicBezTo>
                    <a:close/>
                  </a:path>
                </a:pathLst>
              </a:custGeom>
              <a:solidFill>
                <a:srgbClr val="68A6DD"/>
              </a:solidFill>
              <a:ln w="2646" cap="flat">
                <a:noFill/>
              </a:ln>
            </p:spPr>
          </p:sp>
          <p:sp>
            <p:nvSpPr>
              <p:cNvPr id="2612" name="ICON_C_HEATMAP_path_046"/>
              <p:cNvSpPr/>
              <p:nvPr/>
            </p:nvSpPr>
            <p:spPr>
              <a:xfrm>
                <a:off x="7971896" y="7601479"/>
                <a:ext cx="648229" cy="77055"/>
              </a:xfrm>
              <a:custGeom>
                <a:avLst/>
                <a:gdLst/>
                <a:ahLst/>
                <a:cxnLst/>
                <a:rect l="0" t="0" r="r" b="b"/>
                <a:pathLst>
                  <a:path w="51042" h="6067" fill="norm" stroke="0">
                    <a:moveTo>
                      <a:pt x="21042" y="0"/>
                    </a:moveTo>
                    <a:cubicBezTo>
                      <a:pt x="21110" y="1788"/>
                      <a:pt x="21179" y="3575"/>
                      <a:pt x="21250" y="5417"/>
                    </a:cubicBezTo>
                    <a:cubicBezTo>
                      <a:pt x="26166" y="5451"/>
                      <a:pt x="26166" y="5451"/>
                      <a:pt x="51042" y="5625"/>
                    </a:cubicBezTo>
                    <a:cubicBezTo>
                      <a:pt x="51042" y="5694"/>
                      <a:pt x="51042" y="5763"/>
                      <a:pt x="51042" y="5833"/>
                    </a:cubicBezTo>
                    <a:cubicBezTo>
                      <a:pt x="48734" y="6034"/>
                      <a:pt x="46441" y="6067"/>
                      <a:pt x="44126" y="6052"/>
                    </a:cubicBezTo>
                    <a:cubicBezTo>
                      <a:pt x="43639" y="6049"/>
                      <a:pt x="43153" y="6047"/>
                      <a:pt x="42667" y="6045"/>
                    </a:cubicBezTo>
                    <a:cubicBezTo>
                      <a:pt x="41693" y="6042"/>
                      <a:pt x="40720" y="6037"/>
                      <a:pt x="39746" y="6031"/>
                    </a:cubicBezTo>
                    <a:cubicBezTo>
                      <a:pt x="38808" y="6026"/>
                      <a:pt x="37870" y="6021"/>
                      <a:pt x="36931" y="6017"/>
                    </a:cubicBezTo>
                    <a:cubicBezTo>
                      <a:pt x="36872" y="6017"/>
                      <a:pt x="36812" y="6016"/>
                      <a:pt x="36753" y="6016"/>
                    </a:cubicBezTo>
                    <a:cubicBezTo>
                      <a:pt x="36514" y="6015"/>
                      <a:pt x="36275" y="6014"/>
                      <a:pt x="36036" y="6013"/>
                    </a:cubicBezTo>
                    <a:cubicBezTo>
                      <a:pt x="35367" y="6010"/>
                      <a:pt x="34699" y="6007"/>
                      <a:pt x="34031" y="6003"/>
                    </a:cubicBezTo>
                    <a:cubicBezTo>
                      <a:pt x="34016" y="6003"/>
                      <a:pt x="34016" y="6003"/>
                      <a:pt x="33939" y="6003"/>
                    </a:cubicBezTo>
                    <a:cubicBezTo>
                      <a:pt x="32972" y="5998"/>
                      <a:pt x="32006" y="5993"/>
                      <a:pt x="31040" y="5988"/>
                    </a:cubicBezTo>
                    <a:cubicBezTo>
                      <a:pt x="31009" y="5988"/>
                      <a:pt x="30977" y="5988"/>
                      <a:pt x="30945" y="5987"/>
                    </a:cubicBezTo>
                    <a:cubicBezTo>
                      <a:pt x="30438" y="5985"/>
                      <a:pt x="29931" y="5982"/>
                      <a:pt x="29424" y="5979"/>
                    </a:cubicBezTo>
                    <a:cubicBezTo>
                      <a:pt x="27418" y="5968"/>
                      <a:pt x="25412" y="5959"/>
                      <a:pt x="23406" y="5950"/>
                    </a:cubicBezTo>
                    <a:cubicBezTo>
                      <a:pt x="22901" y="5947"/>
                      <a:pt x="22397" y="5945"/>
                      <a:pt x="21892" y="5943"/>
                    </a:cubicBezTo>
                    <a:cubicBezTo>
                      <a:pt x="21876" y="5943"/>
                      <a:pt x="21876" y="5943"/>
                      <a:pt x="21798" y="5942"/>
                    </a:cubicBezTo>
                    <a:cubicBezTo>
                      <a:pt x="20833" y="5938"/>
                      <a:pt x="19869" y="5933"/>
                      <a:pt x="18905" y="5929"/>
                    </a:cubicBezTo>
                    <a:cubicBezTo>
                      <a:pt x="18875" y="5929"/>
                      <a:pt x="18845" y="5928"/>
                      <a:pt x="18813" y="5928"/>
                    </a:cubicBezTo>
                    <a:cubicBezTo>
                      <a:pt x="18145" y="5925"/>
                      <a:pt x="17476" y="5921"/>
                      <a:pt x="16808" y="5918"/>
                    </a:cubicBezTo>
                    <a:cubicBezTo>
                      <a:pt x="16568" y="5917"/>
                      <a:pt x="16329" y="5915"/>
                      <a:pt x="16089" y="5914"/>
                    </a:cubicBezTo>
                    <a:cubicBezTo>
                      <a:pt x="16030" y="5914"/>
                      <a:pt x="15970" y="5914"/>
                      <a:pt x="15911" y="5913"/>
                    </a:cubicBezTo>
                    <a:cubicBezTo>
                      <a:pt x="15235" y="5910"/>
                      <a:pt x="14559" y="5906"/>
                      <a:pt x="13883" y="5903"/>
                    </a:cubicBezTo>
                    <a:cubicBezTo>
                      <a:pt x="13854" y="5903"/>
                      <a:pt x="13825" y="5903"/>
                      <a:pt x="13796" y="5903"/>
                    </a:cubicBezTo>
                    <a:cubicBezTo>
                      <a:pt x="13651" y="5902"/>
                      <a:pt x="13506" y="5902"/>
                      <a:pt x="13362" y="5901"/>
                    </a:cubicBezTo>
                    <a:cubicBezTo>
                      <a:pt x="12303" y="5896"/>
                      <a:pt x="11243" y="5891"/>
                      <a:pt x="10184" y="5885"/>
                    </a:cubicBezTo>
                    <a:cubicBezTo>
                      <a:pt x="10077" y="5884"/>
                      <a:pt x="9971" y="5884"/>
                      <a:pt x="9865" y="5883"/>
                    </a:cubicBezTo>
                    <a:cubicBezTo>
                      <a:pt x="9839" y="5883"/>
                      <a:pt x="9813" y="5883"/>
                      <a:pt x="9786" y="5883"/>
                    </a:cubicBezTo>
                    <a:cubicBezTo>
                      <a:pt x="9410" y="5880"/>
                      <a:pt x="9034" y="5879"/>
                      <a:pt x="8658" y="5877"/>
                    </a:cubicBezTo>
                    <a:cubicBezTo>
                      <a:pt x="5767" y="5866"/>
                      <a:pt x="2887" y="5769"/>
                      <a:pt x="0" y="5625"/>
                    </a:cubicBezTo>
                    <a:cubicBezTo>
                      <a:pt x="0" y="5419"/>
                      <a:pt x="0" y="5212"/>
                      <a:pt x="0" y="5000"/>
                    </a:cubicBezTo>
                    <a:cubicBezTo>
                      <a:pt x="43" y="5000"/>
                      <a:pt x="85" y="5000"/>
                      <a:pt x="129" y="5000"/>
                    </a:cubicBezTo>
                    <a:cubicBezTo>
                      <a:pt x="2010" y="5004"/>
                      <a:pt x="3890" y="5007"/>
                      <a:pt x="5771" y="5009"/>
                    </a:cubicBezTo>
                    <a:cubicBezTo>
                      <a:pt x="5799" y="5009"/>
                      <a:pt x="5828" y="5009"/>
                      <a:pt x="5857" y="5009"/>
                    </a:cubicBezTo>
                    <a:cubicBezTo>
                      <a:pt x="6476" y="5010"/>
                      <a:pt x="7094" y="5010"/>
                      <a:pt x="7713" y="5011"/>
                    </a:cubicBezTo>
                    <a:cubicBezTo>
                      <a:pt x="8016" y="5011"/>
                      <a:pt x="8319" y="5011"/>
                      <a:pt x="8622" y="5011"/>
                    </a:cubicBezTo>
                    <a:cubicBezTo>
                      <a:pt x="8653" y="5011"/>
                      <a:pt x="8683" y="5011"/>
                      <a:pt x="8714" y="5011"/>
                    </a:cubicBezTo>
                    <a:cubicBezTo>
                      <a:pt x="9693" y="5013"/>
                      <a:pt x="10671" y="5014"/>
                      <a:pt x="11650" y="5016"/>
                    </a:cubicBezTo>
                    <a:cubicBezTo>
                      <a:pt x="12655" y="5018"/>
                      <a:pt x="13661" y="5019"/>
                      <a:pt x="14666" y="5020"/>
                    </a:cubicBezTo>
                    <a:cubicBezTo>
                      <a:pt x="14809" y="5020"/>
                      <a:pt x="14950" y="5020"/>
                      <a:pt x="15092" y="5020"/>
                    </a:cubicBezTo>
                    <a:cubicBezTo>
                      <a:pt x="15120" y="5020"/>
                      <a:pt x="15148" y="5020"/>
                      <a:pt x="15177" y="5020"/>
                    </a:cubicBezTo>
                    <a:cubicBezTo>
                      <a:pt x="15627" y="5020"/>
                      <a:pt x="16077" y="5021"/>
                      <a:pt x="16527" y="5022"/>
                    </a:cubicBezTo>
                    <a:cubicBezTo>
                      <a:pt x="16980" y="5024"/>
                      <a:pt x="17432" y="5024"/>
                      <a:pt x="17884" y="5024"/>
                    </a:cubicBezTo>
                    <a:cubicBezTo>
                      <a:pt x="18130" y="5024"/>
                      <a:pt x="18375" y="5024"/>
                      <a:pt x="18620" y="5025"/>
                    </a:cubicBezTo>
                    <a:cubicBezTo>
                      <a:pt x="18844" y="5026"/>
                      <a:pt x="19068" y="5026"/>
                      <a:pt x="19293" y="5025"/>
                    </a:cubicBezTo>
                    <a:cubicBezTo>
                      <a:pt x="19374" y="5025"/>
                      <a:pt x="19455" y="5025"/>
                      <a:pt x="19536" y="5026"/>
                    </a:cubicBezTo>
                    <a:cubicBezTo>
                      <a:pt x="19647" y="5027"/>
                      <a:pt x="19757" y="5026"/>
                      <a:pt x="19867" y="5026"/>
                    </a:cubicBezTo>
                    <a:cubicBezTo>
                      <a:pt x="19899" y="5026"/>
                      <a:pt x="19931" y="5027"/>
                      <a:pt x="19964" y="5027"/>
                    </a:cubicBezTo>
                    <a:cubicBezTo>
                      <a:pt x="20122" y="5025"/>
                      <a:pt x="20215" y="5012"/>
                      <a:pt x="20332" y="4900"/>
                    </a:cubicBezTo>
                    <a:cubicBezTo>
                      <a:pt x="20422" y="4785"/>
                      <a:pt x="20444" y="4737"/>
                      <a:pt x="20448" y="4594"/>
                    </a:cubicBezTo>
                    <a:cubicBezTo>
                      <a:pt x="20450" y="4555"/>
                      <a:pt x="20452" y="4517"/>
                      <a:pt x="20454" y="4477"/>
                    </a:cubicBezTo>
                    <a:cubicBezTo>
                      <a:pt x="20454" y="4435"/>
                      <a:pt x="20455" y="4394"/>
                      <a:pt x="20456" y="4351"/>
                    </a:cubicBezTo>
                    <a:cubicBezTo>
                      <a:pt x="20457" y="4328"/>
                      <a:pt x="20457" y="4328"/>
                      <a:pt x="20461" y="4216"/>
                    </a:cubicBezTo>
                    <a:cubicBezTo>
                      <a:pt x="20465" y="4120"/>
                      <a:pt x="20468" y="4024"/>
                      <a:pt x="20471" y="3927"/>
                    </a:cubicBezTo>
                    <a:cubicBezTo>
                      <a:pt x="20475" y="3775"/>
                      <a:pt x="20481" y="3622"/>
                      <a:pt x="20487" y="3470"/>
                    </a:cubicBezTo>
                    <a:cubicBezTo>
                      <a:pt x="20499" y="3147"/>
                      <a:pt x="20510" y="2823"/>
                      <a:pt x="20521" y="2500"/>
                    </a:cubicBezTo>
                    <a:cubicBezTo>
                      <a:pt x="20533" y="2125"/>
                      <a:pt x="20546" y="1750"/>
                      <a:pt x="20561" y="1376"/>
                    </a:cubicBezTo>
                    <a:cubicBezTo>
                      <a:pt x="20566" y="1226"/>
                      <a:pt x="20571" y="1076"/>
                      <a:pt x="20575" y="925"/>
                    </a:cubicBezTo>
                    <a:cubicBezTo>
                      <a:pt x="20578" y="833"/>
                      <a:pt x="20582" y="741"/>
                      <a:pt x="20586" y="649"/>
                    </a:cubicBezTo>
                    <a:cubicBezTo>
                      <a:pt x="20586" y="608"/>
                      <a:pt x="20587" y="566"/>
                      <a:pt x="20588" y="523"/>
                    </a:cubicBezTo>
                    <a:cubicBezTo>
                      <a:pt x="20602" y="207"/>
                      <a:pt x="20602" y="207"/>
                      <a:pt x="20719" y="77"/>
                    </a:cubicBezTo>
                    <a:cubicBezTo>
                      <a:pt x="20833" y="0"/>
                      <a:pt x="20833" y="0"/>
                      <a:pt x="21042" y="0"/>
                    </a:cubicBezTo>
                    <a:close/>
                  </a:path>
                </a:pathLst>
              </a:custGeom>
              <a:solidFill>
                <a:srgbClr val="A1BBCD"/>
              </a:solidFill>
              <a:ln w="2646" cap="flat">
                <a:noFill/>
              </a:ln>
            </p:spPr>
          </p:sp>
          <p:sp>
            <p:nvSpPr>
              <p:cNvPr id="2613" name="ICON_C_HEATMAP_path_047"/>
              <p:cNvSpPr/>
              <p:nvPr/>
            </p:nvSpPr>
            <p:spPr>
              <a:xfrm>
                <a:off x="8413750" y="7606771"/>
                <a:ext cx="127000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10000" h="5000" fill="norm" stroke="0">
                    <a:moveTo>
                      <a:pt x="5625" y="0"/>
                    </a:moveTo>
                    <a:cubicBezTo>
                      <a:pt x="7069" y="0"/>
                      <a:pt x="8513" y="0"/>
                      <a:pt x="10000" y="0"/>
                    </a:cubicBezTo>
                    <a:cubicBezTo>
                      <a:pt x="10000" y="1650"/>
                      <a:pt x="10000" y="3300"/>
                      <a:pt x="10000" y="5000"/>
                    </a:cubicBezTo>
                    <a:cubicBezTo>
                      <a:pt x="6700" y="5000"/>
                      <a:pt x="3400" y="5000"/>
                      <a:pt x="0" y="5000"/>
                    </a:cubicBezTo>
                    <a:cubicBezTo>
                      <a:pt x="0" y="4794"/>
                      <a:pt x="0" y="4587"/>
                      <a:pt x="0" y="4375"/>
                    </a:cubicBezTo>
                    <a:cubicBezTo>
                      <a:pt x="31" y="4382"/>
                      <a:pt x="31" y="4382"/>
                      <a:pt x="191" y="4418"/>
                    </a:cubicBezTo>
                    <a:cubicBezTo>
                      <a:pt x="829" y="4558"/>
                      <a:pt x="1448" y="4624"/>
                      <a:pt x="2100" y="4649"/>
                    </a:cubicBezTo>
                    <a:cubicBezTo>
                      <a:pt x="2186" y="4653"/>
                      <a:pt x="2272" y="4657"/>
                      <a:pt x="2358" y="4661"/>
                    </a:cubicBezTo>
                    <a:cubicBezTo>
                      <a:pt x="2670" y="4675"/>
                      <a:pt x="2982" y="4688"/>
                      <a:pt x="3294" y="4700"/>
                    </a:cubicBezTo>
                    <a:cubicBezTo>
                      <a:pt x="3995" y="4731"/>
                      <a:pt x="4695" y="4761"/>
                      <a:pt x="5417" y="4792"/>
                    </a:cubicBezTo>
                    <a:cubicBezTo>
                      <a:pt x="5485" y="3210"/>
                      <a:pt x="5554" y="1629"/>
                      <a:pt x="5625" y="0"/>
                    </a:cubicBezTo>
                    <a:close/>
                  </a:path>
                </a:pathLst>
              </a:custGeom>
              <a:solidFill>
                <a:srgbClr val="724CA1"/>
              </a:solidFill>
              <a:ln w="2646" cap="flat">
                <a:noFill/>
              </a:ln>
            </p:spPr>
          </p:sp>
          <p:sp>
            <p:nvSpPr>
              <p:cNvPr id="2614" name="ICON_C_HEATMAP_path_048"/>
              <p:cNvSpPr/>
              <p:nvPr/>
            </p:nvSpPr>
            <p:spPr>
              <a:xfrm>
                <a:off x="8024397" y="7466542"/>
                <a:ext cx="59039" cy="68792"/>
              </a:xfrm>
              <a:custGeom>
                <a:avLst/>
                <a:gdLst/>
                <a:ahLst/>
                <a:cxnLst/>
                <a:rect l="0" t="0" r="r" b="b"/>
                <a:pathLst>
                  <a:path w="4649" h="5417" fill="norm" stroke="0">
                    <a:moveTo>
                      <a:pt x="241" y="0"/>
                    </a:moveTo>
                    <a:cubicBezTo>
                      <a:pt x="1616" y="0"/>
                      <a:pt x="2991" y="0"/>
                      <a:pt x="4408" y="0"/>
                    </a:cubicBezTo>
                    <a:cubicBezTo>
                      <a:pt x="4649" y="1205"/>
                      <a:pt x="4649" y="1205"/>
                      <a:pt x="4640" y="1830"/>
                    </a:cubicBezTo>
                    <a:cubicBezTo>
                      <a:pt x="4639" y="1853"/>
                      <a:pt x="4639" y="1853"/>
                      <a:pt x="4638" y="1966"/>
                    </a:cubicBezTo>
                    <a:cubicBezTo>
                      <a:pt x="4638" y="1988"/>
                      <a:pt x="4638" y="1988"/>
                      <a:pt x="4636" y="2100"/>
                    </a:cubicBezTo>
                    <a:cubicBezTo>
                      <a:pt x="4636" y="2186"/>
                      <a:pt x="4636" y="2272"/>
                      <a:pt x="4636" y="2358"/>
                    </a:cubicBezTo>
                    <a:cubicBezTo>
                      <a:pt x="4635" y="2670"/>
                      <a:pt x="4632" y="2982"/>
                      <a:pt x="4629" y="3294"/>
                    </a:cubicBezTo>
                    <a:cubicBezTo>
                      <a:pt x="4625" y="3995"/>
                      <a:pt x="4620" y="4695"/>
                      <a:pt x="4616" y="5417"/>
                    </a:cubicBezTo>
                    <a:cubicBezTo>
                      <a:pt x="3172" y="5417"/>
                      <a:pt x="1729" y="5417"/>
                      <a:pt x="241" y="5417"/>
                    </a:cubicBezTo>
                    <a:cubicBezTo>
                      <a:pt x="0" y="4212"/>
                      <a:pt x="0" y="4212"/>
                      <a:pt x="41" y="3590"/>
                    </a:cubicBezTo>
                    <a:cubicBezTo>
                      <a:pt x="44" y="3545"/>
                      <a:pt x="46" y="3501"/>
                      <a:pt x="49" y="3455"/>
                    </a:cubicBezTo>
                    <a:cubicBezTo>
                      <a:pt x="52" y="3409"/>
                      <a:pt x="55" y="3363"/>
                      <a:pt x="58" y="3316"/>
                    </a:cubicBezTo>
                    <a:cubicBezTo>
                      <a:pt x="63" y="3220"/>
                      <a:pt x="68" y="3123"/>
                      <a:pt x="73" y="3026"/>
                    </a:cubicBezTo>
                    <a:cubicBezTo>
                      <a:pt x="86" y="2776"/>
                      <a:pt x="100" y="2526"/>
                      <a:pt x="115" y="2275"/>
                    </a:cubicBezTo>
                    <a:cubicBezTo>
                      <a:pt x="133" y="1973"/>
                      <a:pt x="148" y="1670"/>
                      <a:pt x="164" y="1368"/>
                    </a:cubicBezTo>
                    <a:cubicBezTo>
                      <a:pt x="188" y="912"/>
                      <a:pt x="215" y="456"/>
                      <a:pt x="241" y="0"/>
                    </a:cubicBezTo>
                    <a:close/>
                  </a:path>
                </a:pathLst>
              </a:custGeom>
              <a:solidFill>
                <a:srgbClr val="B3E6D5"/>
              </a:solidFill>
              <a:ln w="2646" cap="flat">
                <a:noFill/>
              </a:ln>
            </p:spPr>
          </p:sp>
          <p:sp>
            <p:nvSpPr>
              <p:cNvPr id="2615" name="ICON_C_HEATMAP_path_049"/>
              <p:cNvSpPr/>
              <p:nvPr/>
            </p:nvSpPr>
            <p:spPr>
              <a:xfrm>
                <a:off x="8241771" y="7604125"/>
                <a:ext cx="95578" cy="66514"/>
              </a:xfrm>
              <a:custGeom>
                <a:avLst/>
                <a:gdLst/>
                <a:ahLst/>
                <a:cxnLst/>
                <a:rect l="0" t="0" r="r" b="b"/>
                <a:pathLst>
                  <a:path w="7526" h="5237" fill="norm" stroke="0">
                    <a:moveTo>
                      <a:pt x="0" y="0"/>
                    </a:moveTo>
                    <a:cubicBezTo>
                      <a:pt x="2475" y="0"/>
                      <a:pt x="4950" y="0"/>
                      <a:pt x="7500" y="0"/>
                    </a:cubicBezTo>
                    <a:cubicBezTo>
                      <a:pt x="7504" y="821"/>
                      <a:pt x="7509" y="1641"/>
                      <a:pt x="7513" y="2487"/>
                    </a:cubicBezTo>
                    <a:cubicBezTo>
                      <a:pt x="7515" y="2746"/>
                      <a:pt x="7517" y="3005"/>
                      <a:pt x="7519" y="3272"/>
                    </a:cubicBezTo>
                    <a:cubicBezTo>
                      <a:pt x="7520" y="3589"/>
                      <a:pt x="7520" y="3589"/>
                      <a:pt x="7520" y="3737"/>
                    </a:cubicBezTo>
                    <a:cubicBezTo>
                      <a:pt x="7520" y="3840"/>
                      <a:pt x="7521" y="3944"/>
                      <a:pt x="7522" y="4047"/>
                    </a:cubicBezTo>
                    <a:cubicBezTo>
                      <a:pt x="7524" y="4204"/>
                      <a:pt x="7524" y="4361"/>
                      <a:pt x="7524" y="4517"/>
                    </a:cubicBezTo>
                    <a:cubicBezTo>
                      <a:pt x="7524" y="4564"/>
                      <a:pt x="7525" y="4610"/>
                      <a:pt x="7526" y="4657"/>
                    </a:cubicBezTo>
                    <a:cubicBezTo>
                      <a:pt x="7525" y="4850"/>
                      <a:pt x="7521" y="4966"/>
                      <a:pt x="7419" y="5133"/>
                    </a:cubicBezTo>
                    <a:cubicBezTo>
                      <a:pt x="7243" y="5237"/>
                      <a:pt x="7106" y="5236"/>
                      <a:pt x="6905" y="5232"/>
                    </a:cubicBezTo>
                    <a:cubicBezTo>
                      <a:pt x="6885" y="5232"/>
                      <a:pt x="6885" y="5232"/>
                      <a:pt x="6788" y="5232"/>
                    </a:cubicBezTo>
                    <a:cubicBezTo>
                      <a:pt x="6660" y="5232"/>
                      <a:pt x="6533" y="5230"/>
                      <a:pt x="6405" y="5229"/>
                    </a:cubicBezTo>
                    <a:cubicBezTo>
                      <a:pt x="6317" y="5228"/>
                      <a:pt x="6229" y="5228"/>
                      <a:pt x="6140" y="5228"/>
                    </a:cubicBezTo>
                    <a:cubicBezTo>
                      <a:pt x="5908" y="5227"/>
                      <a:pt x="5675" y="5225"/>
                      <a:pt x="5442" y="5223"/>
                    </a:cubicBezTo>
                    <a:cubicBezTo>
                      <a:pt x="5205" y="5220"/>
                      <a:pt x="4968" y="5220"/>
                      <a:pt x="4730" y="5219"/>
                    </a:cubicBezTo>
                    <a:cubicBezTo>
                      <a:pt x="4265" y="5216"/>
                      <a:pt x="3799" y="5213"/>
                      <a:pt x="3333" y="5208"/>
                    </a:cubicBezTo>
                    <a:cubicBezTo>
                      <a:pt x="3334" y="5191"/>
                      <a:pt x="3334" y="5191"/>
                      <a:pt x="3335" y="5102"/>
                    </a:cubicBezTo>
                    <a:cubicBezTo>
                      <a:pt x="3340" y="4656"/>
                      <a:pt x="3344" y="4209"/>
                      <a:pt x="3346" y="3763"/>
                    </a:cubicBezTo>
                    <a:cubicBezTo>
                      <a:pt x="3346" y="3727"/>
                      <a:pt x="3347" y="3692"/>
                      <a:pt x="3347" y="3655"/>
                    </a:cubicBezTo>
                    <a:cubicBezTo>
                      <a:pt x="3352" y="2485"/>
                      <a:pt x="3288" y="1370"/>
                      <a:pt x="3125" y="208"/>
                    </a:cubicBezTo>
                    <a:cubicBezTo>
                      <a:pt x="2369" y="208"/>
                      <a:pt x="1612" y="208"/>
                      <a:pt x="833" y="208"/>
                    </a:cubicBezTo>
                    <a:cubicBezTo>
                      <a:pt x="755" y="1341"/>
                      <a:pt x="755" y="1341"/>
                      <a:pt x="734" y="1698"/>
                    </a:cubicBezTo>
                    <a:cubicBezTo>
                      <a:pt x="726" y="1791"/>
                      <a:pt x="719" y="1885"/>
                      <a:pt x="711" y="1978"/>
                    </a:cubicBezTo>
                    <a:cubicBezTo>
                      <a:pt x="709" y="2027"/>
                      <a:pt x="706" y="2075"/>
                      <a:pt x="704" y="2125"/>
                    </a:cubicBezTo>
                    <a:cubicBezTo>
                      <a:pt x="700" y="2172"/>
                      <a:pt x="696" y="2218"/>
                      <a:pt x="691" y="2266"/>
                    </a:cubicBezTo>
                    <a:cubicBezTo>
                      <a:pt x="689" y="2306"/>
                      <a:pt x="686" y="2346"/>
                      <a:pt x="683" y="2388"/>
                    </a:cubicBezTo>
                    <a:cubicBezTo>
                      <a:pt x="625" y="2500"/>
                      <a:pt x="625" y="2500"/>
                      <a:pt x="208" y="2708"/>
                    </a:cubicBezTo>
                    <a:cubicBezTo>
                      <a:pt x="140" y="1815"/>
                      <a:pt x="71" y="921"/>
                      <a:pt x="0" y="0"/>
                    </a:cubicBezTo>
                    <a:close/>
                  </a:path>
                </a:pathLst>
              </a:custGeom>
              <a:solidFill>
                <a:srgbClr val="6B368E"/>
              </a:solidFill>
              <a:ln w="2646" cap="flat">
                <a:noFill/>
              </a:ln>
            </p:spPr>
          </p:sp>
          <p:sp>
            <p:nvSpPr>
              <p:cNvPr id="2616" name="ICON_C_HEATMAP_path_050"/>
              <p:cNvSpPr/>
              <p:nvPr/>
            </p:nvSpPr>
            <p:spPr>
              <a:xfrm>
                <a:off x="8474604" y="7270750"/>
                <a:ext cx="72345" cy="58923"/>
              </a:xfrm>
              <a:custGeom>
                <a:avLst/>
                <a:gdLst/>
                <a:ahLst/>
                <a:cxnLst/>
                <a:rect l="0" t="0" r="r" b="b"/>
                <a:pathLst>
                  <a:path w="5696" h="4640" fill="norm" stroke="0">
                    <a:moveTo>
                      <a:pt x="0" y="0"/>
                    </a:moveTo>
                    <a:cubicBezTo>
                      <a:pt x="1650" y="0"/>
                      <a:pt x="3300" y="0"/>
                      <a:pt x="5000" y="0"/>
                    </a:cubicBezTo>
                    <a:cubicBezTo>
                      <a:pt x="5000" y="206"/>
                      <a:pt x="5000" y="413"/>
                      <a:pt x="5000" y="625"/>
                    </a:cubicBezTo>
                    <a:cubicBezTo>
                      <a:pt x="5202" y="729"/>
                      <a:pt x="5202" y="729"/>
                      <a:pt x="5317" y="770"/>
                    </a:cubicBezTo>
                    <a:cubicBezTo>
                      <a:pt x="5417" y="833"/>
                      <a:pt x="5417" y="833"/>
                      <a:pt x="5466" y="959"/>
                    </a:cubicBezTo>
                    <a:cubicBezTo>
                      <a:pt x="5501" y="1127"/>
                      <a:pt x="5513" y="1298"/>
                      <a:pt x="5525" y="1470"/>
                    </a:cubicBezTo>
                    <a:cubicBezTo>
                      <a:pt x="5530" y="1533"/>
                      <a:pt x="5536" y="1597"/>
                      <a:pt x="5542" y="1660"/>
                    </a:cubicBezTo>
                    <a:cubicBezTo>
                      <a:pt x="5553" y="1794"/>
                      <a:pt x="5563" y="1927"/>
                      <a:pt x="5571" y="2061"/>
                    </a:cubicBezTo>
                    <a:cubicBezTo>
                      <a:pt x="5583" y="2231"/>
                      <a:pt x="5599" y="2399"/>
                      <a:pt x="5616" y="2569"/>
                    </a:cubicBezTo>
                    <a:cubicBezTo>
                      <a:pt x="5629" y="2700"/>
                      <a:pt x="5639" y="2831"/>
                      <a:pt x="5648" y="2963"/>
                    </a:cubicBezTo>
                    <a:cubicBezTo>
                      <a:pt x="5653" y="3026"/>
                      <a:pt x="5658" y="3088"/>
                      <a:pt x="5665" y="3150"/>
                    </a:cubicBezTo>
                    <a:cubicBezTo>
                      <a:pt x="5696" y="3444"/>
                      <a:pt x="5687" y="3678"/>
                      <a:pt x="5515" y="3928"/>
                    </a:cubicBezTo>
                    <a:cubicBezTo>
                      <a:pt x="5258" y="4245"/>
                      <a:pt x="4986" y="4423"/>
                      <a:pt x="4579" y="4472"/>
                    </a:cubicBezTo>
                    <a:cubicBezTo>
                      <a:pt x="4420" y="4485"/>
                      <a:pt x="4262" y="4491"/>
                      <a:pt x="4102" y="4496"/>
                    </a:cubicBezTo>
                    <a:cubicBezTo>
                      <a:pt x="4016" y="4501"/>
                      <a:pt x="3931" y="4506"/>
                      <a:pt x="3845" y="4511"/>
                    </a:cubicBezTo>
                    <a:cubicBezTo>
                      <a:pt x="3666" y="4520"/>
                      <a:pt x="3487" y="4528"/>
                      <a:pt x="3308" y="4534"/>
                    </a:cubicBezTo>
                    <a:cubicBezTo>
                      <a:pt x="3080" y="4542"/>
                      <a:pt x="2853" y="4554"/>
                      <a:pt x="2626" y="4569"/>
                    </a:cubicBezTo>
                    <a:cubicBezTo>
                      <a:pt x="2449" y="4579"/>
                      <a:pt x="2272" y="4587"/>
                      <a:pt x="2095" y="4595"/>
                    </a:cubicBezTo>
                    <a:cubicBezTo>
                      <a:pt x="2011" y="4599"/>
                      <a:pt x="1927" y="4603"/>
                      <a:pt x="1844" y="4608"/>
                    </a:cubicBezTo>
                    <a:cubicBezTo>
                      <a:pt x="1291" y="4640"/>
                      <a:pt x="732" y="4605"/>
                      <a:pt x="281" y="4247"/>
                    </a:cubicBezTo>
                    <a:cubicBezTo>
                      <a:pt x="37" y="3977"/>
                      <a:pt x="82" y="3555"/>
                      <a:pt x="81" y="3215"/>
                    </a:cubicBezTo>
                    <a:cubicBezTo>
                      <a:pt x="79" y="3132"/>
                      <a:pt x="75" y="3050"/>
                      <a:pt x="71" y="2967"/>
                    </a:cubicBezTo>
                    <a:cubicBezTo>
                      <a:pt x="61" y="2664"/>
                      <a:pt x="57" y="2361"/>
                      <a:pt x="52" y="2057"/>
                    </a:cubicBezTo>
                    <a:cubicBezTo>
                      <a:pt x="35" y="1378"/>
                      <a:pt x="18" y="699"/>
                      <a:pt x="0" y="0"/>
                    </a:cubicBezTo>
                    <a:close/>
                  </a:path>
                </a:pathLst>
              </a:custGeom>
              <a:solidFill>
                <a:srgbClr val="7D8CD4"/>
              </a:solidFill>
              <a:ln w="2646" cap="flat">
                <a:noFill/>
              </a:ln>
            </p:spPr>
          </p:sp>
          <p:sp>
            <p:nvSpPr>
              <p:cNvPr id="2617" name="ICON_C_HEATMAP_path_051"/>
              <p:cNvSpPr/>
              <p:nvPr/>
            </p:nvSpPr>
            <p:spPr>
              <a:xfrm>
                <a:off x="7969250" y="7466542"/>
                <a:ext cx="55562" cy="68792"/>
              </a:xfrm>
              <a:custGeom>
                <a:avLst/>
                <a:gdLst/>
                <a:ahLst/>
                <a:cxnLst/>
                <a:rect l="0" t="0" r="r" b="b"/>
                <a:pathLst>
                  <a:path w="4375" h="5417" fill="norm" stroke="0">
                    <a:moveTo>
                      <a:pt x="0" y="0"/>
                    </a:moveTo>
                    <a:cubicBezTo>
                      <a:pt x="1444" y="0"/>
                      <a:pt x="2888" y="0"/>
                      <a:pt x="4375" y="0"/>
                    </a:cubicBezTo>
                    <a:cubicBezTo>
                      <a:pt x="4345" y="700"/>
                      <a:pt x="4315" y="1401"/>
                      <a:pt x="4284" y="2122"/>
                    </a:cubicBezTo>
                    <a:cubicBezTo>
                      <a:pt x="4279" y="2232"/>
                      <a:pt x="4279" y="2232"/>
                      <a:pt x="4257" y="2786"/>
                    </a:cubicBezTo>
                    <a:cubicBezTo>
                      <a:pt x="4244" y="3059"/>
                      <a:pt x="4244" y="3059"/>
                      <a:pt x="4238" y="3188"/>
                    </a:cubicBezTo>
                    <a:cubicBezTo>
                      <a:pt x="4234" y="3275"/>
                      <a:pt x="4231" y="3363"/>
                      <a:pt x="4227" y="3451"/>
                    </a:cubicBezTo>
                    <a:cubicBezTo>
                      <a:pt x="4226" y="3495"/>
                      <a:pt x="4224" y="3540"/>
                      <a:pt x="4222" y="3586"/>
                    </a:cubicBezTo>
                    <a:cubicBezTo>
                      <a:pt x="4221" y="3626"/>
                      <a:pt x="4219" y="3665"/>
                      <a:pt x="4218" y="3705"/>
                    </a:cubicBezTo>
                    <a:cubicBezTo>
                      <a:pt x="4184" y="4313"/>
                      <a:pt x="4082" y="4798"/>
                      <a:pt x="3958" y="5417"/>
                    </a:cubicBezTo>
                    <a:cubicBezTo>
                      <a:pt x="2652" y="5417"/>
                      <a:pt x="1346" y="5417"/>
                      <a:pt x="0" y="5417"/>
                    </a:cubicBezTo>
                    <a:cubicBezTo>
                      <a:pt x="0" y="3629"/>
                      <a:pt x="0" y="1842"/>
                      <a:pt x="0" y="0"/>
                    </a:cubicBezTo>
                    <a:close/>
                  </a:path>
                </a:pathLst>
              </a:custGeom>
              <a:solidFill>
                <a:srgbClr val="70C4E4"/>
              </a:solidFill>
              <a:ln w="2646" cap="flat">
                <a:noFill/>
              </a:ln>
            </p:spPr>
          </p:sp>
          <p:sp>
            <p:nvSpPr>
              <p:cNvPr id="2618" name="ICON_C_HEATMAP_path_052"/>
              <p:cNvSpPr/>
              <p:nvPr/>
            </p:nvSpPr>
            <p:spPr>
              <a:xfrm>
                <a:off x="7720208" y="7265458"/>
                <a:ext cx="10917" cy="407458"/>
              </a:xfrm>
              <a:custGeom>
                <a:avLst/>
                <a:gdLst/>
                <a:ahLst/>
                <a:cxnLst/>
                <a:rect l="0" t="0" r="r" b="b"/>
                <a:pathLst>
                  <a:path w="860" h="32083" fill="norm" stroke="0">
                    <a:moveTo>
                      <a:pt x="235" y="0"/>
                    </a:moveTo>
                    <a:cubicBezTo>
                      <a:pt x="441" y="0"/>
                      <a:pt x="647" y="0"/>
                      <a:pt x="860" y="0"/>
                    </a:cubicBezTo>
                    <a:cubicBezTo>
                      <a:pt x="860" y="10587"/>
                      <a:pt x="860" y="21175"/>
                      <a:pt x="860" y="32083"/>
                    </a:cubicBezTo>
                    <a:cubicBezTo>
                      <a:pt x="653" y="32083"/>
                      <a:pt x="447" y="32083"/>
                      <a:pt x="235" y="32083"/>
                    </a:cubicBezTo>
                    <a:cubicBezTo>
                      <a:pt x="206" y="31101"/>
                      <a:pt x="179" y="30119"/>
                      <a:pt x="153" y="29137"/>
                    </a:cubicBezTo>
                    <a:cubicBezTo>
                      <a:pt x="141" y="28680"/>
                      <a:pt x="129" y="28223"/>
                      <a:pt x="115" y="27766"/>
                    </a:cubicBezTo>
                    <a:cubicBezTo>
                      <a:pt x="14" y="24245"/>
                      <a:pt x="0" y="20725"/>
                      <a:pt x="119" y="9386"/>
                    </a:cubicBezTo>
                    <a:cubicBezTo>
                      <a:pt x="128" y="8669"/>
                      <a:pt x="137" y="7951"/>
                      <a:pt x="146" y="7234"/>
                    </a:cubicBezTo>
                    <a:cubicBezTo>
                      <a:pt x="146" y="7183"/>
                      <a:pt x="147" y="7131"/>
                      <a:pt x="148" y="7079"/>
                    </a:cubicBezTo>
                    <a:cubicBezTo>
                      <a:pt x="151" y="6821"/>
                      <a:pt x="154" y="6563"/>
                      <a:pt x="157" y="6305"/>
                    </a:cubicBezTo>
                    <a:cubicBezTo>
                      <a:pt x="182" y="4204"/>
                      <a:pt x="208" y="2102"/>
                      <a:pt x="235" y="0"/>
                    </a:cubicBezTo>
                    <a:close/>
                  </a:path>
                </a:pathLst>
              </a:custGeom>
              <a:solidFill>
                <a:srgbClr val="5F7B89"/>
              </a:solidFill>
              <a:ln w="2646" cap="flat">
                <a:noFill/>
              </a:ln>
            </p:spPr>
          </p:sp>
          <p:sp>
            <p:nvSpPr>
              <p:cNvPr id="2619" name="ICON_C_HEATMAP_path_053"/>
              <p:cNvSpPr/>
              <p:nvPr/>
            </p:nvSpPr>
            <p:spPr>
              <a:xfrm>
                <a:off x="8416004" y="7540297"/>
                <a:ext cx="58973" cy="53668"/>
              </a:xfrm>
              <a:custGeom>
                <a:avLst/>
                <a:gdLst/>
                <a:ahLst/>
                <a:cxnLst/>
                <a:rect l="0" t="0" r="r" b="b"/>
                <a:pathLst>
                  <a:path w="4644" h="4226" fill="norm" stroke="0">
                    <a:moveTo>
                      <a:pt x="31" y="26"/>
                    </a:moveTo>
                    <a:cubicBezTo>
                      <a:pt x="598" y="21"/>
                      <a:pt x="1165" y="17"/>
                      <a:pt x="1731" y="15"/>
                    </a:cubicBezTo>
                    <a:cubicBezTo>
                      <a:pt x="1995" y="14"/>
                      <a:pt x="2258" y="13"/>
                      <a:pt x="2521" y="10"/>
                    </a:cubicBezTo>
                    <a:cubicBezTo>
                      <a:pt x="2775" y="8"/>
                      <a:pt x="3029" y="7"/>
                      <a:pt x="3283" y="6"/>
                    </a:cubicBezTo>
                    <a:cubicBezTo>
                      <a:pt x="3380" y="6"/>
                      <a:pt x="3477" y="5"/>
                      <a:pt x="3574" y="4"/>
                    </a:cubicBezTo>
                    <a:cubicBezTo>
                      <a:pt x="3709" y="2"/>
                      <a:pt x="3845" y="2"/>
                      <a:pt x="3981" y="2"/>
                    </a:cubicBezTo>
                    <a:cubicBezTo>
                      <a:pt x="4001" y="2"/>
                      <a:pt x="4001" y="2"/>
                      <a:pt x="4102" y="0"/>
                    </a:cubicBezTo>
                    <a:cubicBezTo>
                      <a:pt x="4283" y="1"/>
                      <a:pt x="4380" y="9"/>
                      <a:pt x="4535" y="109"/>
                    </a:cubicBezTo>
                    <a:cubicBezTo>
                      <a:pt x="4641" y="278"/>
                      <a:pt x="4644" y="403"/>
                      <a:pt x="4641" y="599"/>
                    </a:cubicBezTo>
                    <a:cubicBezTo>
                      <a:pt x="4641" y="635"/>
                      <a:pt x="4642" y="671"/>
                      <a:pt x="4642" y="709"/>
                    </a:cubicBezTo>
                    <a:cubicBezTo>
                      <a:pt x="4643" y="828"/>
                      <a:pt x="4643" y="948"/>
                      <a:pt x="4642" y="1067"/>
                    </a:cubicBezTo>
                    <a:cubicBezTo>
                      <a:pt x="4642" y="1151"/>
                      <a:pt x="4642" y="1234"/>
                      <a:pt x="4643" y="1317"/>
                    </a:cubicBezTo>
                    <a:cubicBezTo>
                      <a:pt x="4643" y="1492"/>
                      <a:pt x="4642" y="1666"/>
                      <a:pt x="4641" y="1841"/>
                    </a:cubicBezTo>
                    <a:cubicBezTo>
                      <a:pt x="4640" y="2064"/>
                      <a:pt x="4641" y="2288"/>
                      <a:pt x="4642" y="2511"/>
                    </a:cubicBezTo>
                    <a:cubicBezTo>
                      <a:pt x="4643" y="2683"/>
                      <a:pt x="4643" y="2855"/>
                      <a:pt x="4642" y="3027"/>
                    </a:cubicBezTo>
                    <a:cubicBezTo>
                      <a:pt x="4642" y="3109"/>
                      <a:pt x="4642" y="3192"/>
                      <a:pt x="4643" y="3274"/>
                    </a:cubicBezTo>
                    <a:cubicBezTo>
                      <a:pt x="4643" y="3389"/>
                      <a:pt x="4642" y="3504"/>
                      <a:pt x="4641" y="3620"/>
                    </a:cubicBezTo>
                    <a:cubicBezTo>
                      <a:pt x="4641" y="3654"/>
                      <a:pt x="4642" y="3688"/>
                      <a:pt x="4643" y="3723"/>
                    </a:cubicBezTo>
                    <a:cubicBezTo>
                      <a:pt x="4639" y="3887"/>
                      <a:pt x="4625" y="3968"/>
                      <a:pt x="4534" y="4109"/>
                    </a:cubicBezTo>
                    <a:cubicBezTo>
                      <a:pt x="4355" y="4226"/>
                      <a:pt x="4212" y="4222"/>
                      <a:pt x="4003" y="4219"/>
                    </a:cubicBezTo>
                    <a:cubicBezTo>
                      <a:pt x="3963" y="4220"/>
                      <a:pt x="3922" y="4220"/>
                      <a:pt x="3881" y="4221"/>
                    </a:cubicBezTo>
                    <a:cubicBezTo>
                      <a:pt x="3748" y="4221"/>
                      <a:pt x="3615" y="4221"/>
                      <a:pt x="3481" y="4220"/>
                    </a:cubicBezTo>
                    <a:cubicBezTo>
                      <a:pt x="3389" y="4220"/>
                      <a:pt x="3296" y="4220"/>
                      <a:pt x="3204" y="4221"/>
                    </a:cubicBezTo>
                    <a:cubicBezTo>
                      <a:pt x="3009" y="4221"/>
                      <a:pt x="2815" y="4221"/>
                      <a:pt x="2621" y="4220"/>
                    </a:cubicBezTo>
                    <a:cubicBezTo>
                      <a:pt x="2373" y="4219"/>
                      <a:pt x="2124" y="4219"/>
                      <a:pt x="1875" y="4220"/>
                    </a:cubicBezTo>
                    <a:cubicBezTo>
                      <a:pt x="1684" y="4221"/>
                      <a:pt x="1493" y="4221"/>
                      <a:pt x="1302" y="4220"/>
                    </a:cubicBezTo>
                    <a:cubicBezTo>
                      <a:pt x="1210" y="4220"/>
                      <a:pt x="1118" y="4220"/>
                      <a:pt x="1026" y="4221"/>
                    </a:cubicBezTo>
                    <a:cubicBezTo>
                      <a:pt x="898" y="4221"/>
                      <a:pt x="770" y="4221"/>
                      <a:pt x="642" y="4219"/>
                    </a:cubicBezTo>
                    <a:cubicBezTo>
                      <a:pt x="604" y="4220"/>
                      <a:pt x="566" y="4220"/>
                      <a:pt x="527" y="4221"/>
                    </a:cubicBezTo>
                    <a:cubicBezTo>
                      <a:pt x="353" y="4218"/>
                      <a:pt x="261" y="4206"/>
                      <a:pt x="111" y="4111"/>
                    </a:cubicBezTo>
                    <a:cubicBezTo>
                      <a:pt x="0" y="3936"/>
                      <a:pt x="3" y="3801"/>
                      <a:pt x="7" y="3597"/>
                    </a:cubicBezTo>
                    <a:cubicBezTo>
                      <a:pt x="7" y="3559"/>
                      <a:pt x="7" y="3520"/>
                      <a:pt x="7" y="3480"/>
                    </a:cubicBezTo>
                    <a:cubicBezTo>
                      <a:pt x="7" y="3353"/>
                      <a:pt x="9" y="3225"/>
                      <a:pt x="10" y="3098"/>
                    </a:cubicBezTo>
                    <a:cubicBezTo>
                      <a:pt x="11" y="3010"/>
                      <a:pt x="11" y="2921"/>
                      <a:pt x="11" y="2832"/>
                    </a:cubicBezTo>
                    <a:cubicBezTo>
                      <a:pt x="12" y="2600"/>
                      <a:pt x="14" y="2368"/>
                      <a:pt x="16" y="2135"/>
                    </a:cubicBezTo>
                    <a:cubicBezTo>
                      <a:pt x="19" y="1898"/>
                      <a:pt x="20" y="1660"/>
                      <a:pt x="21" y="1423"/>
                    </a:cubicBezTo>
                    <a:cubicBezTo>
                      <a:pt x="23" y="957"/>
                      <a:pt x="26" y="491"/>
                      <a:pt x="31" y="26"/>
                    </a:cubicBezTo>
                    <a:close/>
                  </a:path>
                </a:pathLst>
              </a:custGeom>
              <a:solidFill>
                <a:srgbClr val="684193"/>
              </a:solidFill>
              <a:ln w="2646" cap="flat">
                <a:noFill/>
              </a:ln>
            </p:spPr>
          </p:sp>
          <p:sp>
            <p:nvSpPr>
              <p:cNvPr id="2620" name="ICON_C_HEATMAP_path_054"/>
              <p:cNvSpPr/>
              <p:nvPr/>
            </p:nvSpPr>
            <p:spPr>
              <a:xfrm>
                <a:off x="8286750" y="7540625"/>
                <a:ext cx="47625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5000" fill="norm" stroke="0">
                    <a:moveTo>
                      <a:pt x="0" y="0"/>
                    </a:moveTo>
                    <a:cubicBezTo>
                      <a:pt x="1237" y="0"/>
                      <a:pt x="2475" y="0"/>
                      <a:pt x="3750" y="0"/>
                    </a:cubicBezTo>
                    <a:cubicBezTo>
                      <a:pt x="3750" y="1650"/>
                      <a:pt x="3750" y="3300"/>
                      <a:pt x="3750" y="5000"/>
                    </a:cubicBezTo>
                    <a:cubicBezTo>
                      <a:pt x="2513" y="5000"/>
                      <a:pt x="1275" y="5000"/>
                      <a:pt x="0" y="5000"/>
                    </a:cubicBezTo>
                    <a:cubicBezTo>
                      <a:pt x="0" y="3350"/>
                      <a:pt x="0" y="1700"/>
                      <a:pt x="0" y="0"/>
                    </a:cubicBezTo>
                    <a:close/>
                  </a:path>
                </a:pathLst>
              </a:custGeom>
              <a:solidFill>
                <a:srgbClr val="7854A7"/>
              </a:solidFill>
              <a:ln w="2646" cap="flat">
                <a:noFill/>
              </a:ln>
            </p:spPr>
          </p:sp>
          <p:sp>
            <p:nvSpPr>
              <p:cNvPr id="2621" name="ICON_C_HEATMAP_path_055"/>
              <p:cNvSpPr/>
              <p:nvPr/>
            </p:nvSpPr>
            <p:spPr>
              <a:xfrm>
                <a:off x="8485188" y="7466542"/>
                <a:ext cx="52917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4167" h="4583" fill="norm" stroke="0">
                    <a:moveTo>
                      <a:pt x="0" y="0"/>
                    </a:moveTo>
                    <a:cubicBezTo>
                      <a:pt x="1375" y="0"/>
                      <a:pt x="2750" y="0"/>
                      <a:pt x="4167" y="0"/>
                    </a:cubicBezTo>
                    <a:cubicBezTo>
                      <a:pt x="4167" y="1513"/>
                      <a:pt x="4167" y="3025"/>
                      <a:pt x="4167" y="4583"/>
                    </a:cubicBezTo>
                    <a:cubicBezTo>
                      <a:pt x="2792" y="4583"/>
                      <a:pt x="1417" y="4583"/>
                      <a:pt x="0" y="4583"/>
                    </a:cubicBezTo>
                    <a:cubicBezTo>
                      <a:pt x="0" y="3071"/>
                      <a:pt x="0" y="1558"/>
                      <a:pt x="0" y="0"/>
                    </a:cubicBezTo>
                    <a:close/>
                  </a:path>
                </a:pathLst>
              </a:custGeom>
              <a:solidFill>
                <a:srgbClr val="714EA2"/>
              </a:solidFill>
              <a:ln w="2646" cap="flat">
                <a:noFill/>
              </a:ln>
            </p:spPr>
          </p:sp>
          <p:sp>
            <p:nvSpPr>
              <p:cNvPr id="2622" name="ICON_C_HEATMAP_path_056"/>
              <p:cNvSpPr/>
              <p:nvPr/>
            </p:nvSpPr>
            <p:spPr>
              <a:xfrm>
                <a:off x="7733771" y="7270750"/>
                <a:ext cx="235884" cy="190828"/>
              </a:xfrm>
              <a:custGeom>
                <a:avLst/>
                <a:gdLst/>
                <a:ahLst/>
                <a:cxnLst/>
                <a:rect l="0" t="0" r="r" b="b"/>
                <a:pathLst>
                  <a:path w="18574" h="15026" fill="norm" stroke="0">
                    <a:moveTo>
                      <a:pt x="17083" y="0"/>
                    </a:moveTo>
                    <a:cubicBezTo>
                      <a:pt x="17496" y="0"/>
                      <a:pt x="17908" y="0"/>
                      <a:pt x="18333" y="0"/>
                    </a:cubicBezTo>
                    <a:cubicBezTo>
                      <a:pt x="18504" y="594"/>
                      <a:pt x="18574" y="1105"/>
                      <a:pt x="18553" y="1720"/>
                    </a:cubicBezTo>
                    <a:cubicBezTo>
                      <a:pt x="18553" y="1740"/>
                      <a:pt x="18553" y="1740"/>
                      <a:pt x="18549" y="1842"/>
                    </a:cubicBezTo>
                    <a:cubicBezTo>
                      <a:pt x="18543" y="2053"/>
                      <a:pt x="18535" y="2264"/>
                      <a:pt x="18526" y="2475"/>
                    </a:cubicBezTo>
                    <a:cubicBezTo>
                      <a:pt x="18518" y="2649"/>
                      <a:pt x="18514" y="2822"/>
                      <a:pt x="18512" y="2995"/>
                    </a:cubicBezTo>
                    <a:cubicBezTo>
                      <a:pt x="18498" y="4361"/>
                      <a:pt x="18498" y="4361"/>
                      <a:pt x="18244" y="4704"/>
                    </a:cubicBezTo>
                    <a:cubicBezTo>
                      <a:pt x="17964" y="4933"/>
                      <a:pt x="17643" y="4977"/>
                      <a:pt x="17292" y="5000"/>
                    </a:cubicBezTo>
                    <a:cubicBezTo>
                      <a:pt x="17279" y="5001"/>
                      <a:pt x="17279" y="5001"/>
                      <a:pt x="17213" y="5005"/>
                    </a:cubicBezTo>
                    <a:cubicBezTo>
                      <a:pt x="16858" y="5028"/>
                      <a:pt x="16510" y="5012"/>
                      <a:pt x="16156" y="4977"/>
                    </a:cubicBezTo>
                    <a:cubicBezTo>
                      <a:pt x="16015" y="4963"/>
                      <a:pt x="15874" y="4954"/>
                      <a:pt x="15733" y="4946"/>
                    </a:cubicBezTo>
                    <a:cubicBezTo>
                      <a:pt x="15622" y="4939"/>
                      <a:pt x="15512" y="4930"/>
                      <a:pt x="15401" y="4920"/>
                    </a:cubicBezTo>
                    <a:cubicBezTo>
                      <a:pt x="15324" y="4913"/>
                      <a:pt x="15247" y="4909"/>
                      <a:pt x="15170" y="4905"/>
                    </a:cubicBezTo>
                    <a:cubicBezTo>
                      <a:pt x="15019" y="4887"/>
                      <a:pt x="14920" y="4872"/>
                      <a:pt x="14792" y="4792"/>
                    </a:cubicBezTo>
                    <a:cubicBezTo>
                      <a:pt x="14750" y="4683"/>
                      <a:pt x="14721" y="4588"/>
                      <a:pt x="14695" y="4475"/>
                    </a:cubicBezTo>
                    <a:cubicBezTo>
                      <a:pt x="14668" y="4359"/>
                      <a:pt x="14638" y="4277"/>
                      <a:pt x="14583" y="4167"/>
                    </a:cubicBezTo>
                    <a:cubicBezTo>
                      <a:pt x="14367" y="4074"/>
                      <a:pt x="14156" y="4094"/>
                      <a:pt x="13925" y="4106"/>
                    </a:cubicBezTo>
                    <a:cubicBezTo>
                      <a:pt x="13860" y="4107"/>
                      <a:pt x="13795" y="4108"/>
                      <a:pt x="13730" y="4108"/>
                    </a:cubicBezTo>
                    <a:cubicBezTo>
                      <a:pt x="13559" y="4111"/>
                      <a:pt x="13388" y="4117"/>
                      <a:pt x="13217" y="4124"/>
                    </a:cubicBezTo>
                    <a:cubicBezTo>
                      <a:pt x="13043" y="4130"/>
                      <a:pt x="12868" y="4133"/>
                      <a:pt x="12693" y="4136"/>
                    </a:cubicBezTo>
                    <a:cubicBezTo>
                      <a:pt x="12351" y="4143"/>
                      <a:pt x="12009" y="4154"/>
                      <a:pt x="11667" y="4167"/>
                    </a:cubicBezTo>
                    <a:cubicBezTo>
                      <a:pt x="11667" y="4304"/>
                      <a:pt x="11667" y="4442"/>
                      <a:pt x="11667" y="4583"/>
                    </a:cubicBezTo>
                    <a:cubicBezTo>
                      <a:pt x="11633" y="4585"/>
                      <a:pt x="11599" y="4588"/>
                      <a:pt x="11564" y="4590"/>
                    </a:cubicBezTo>
                    <a:cubicBezTo>
                      <a:pt x="11240" y="4611"/>
                      <a:pt x="10915" y="4632"/>
                      <a:pt x="10591" y="4654"/>
                    </a:cubicBezTo>
                    <a:cubicBezTo>
                      <a:pt x="10424" y="4665"/>
                      <a:pt x="10257" y="4676"/>
                      <a:pt x="10090" y="4687"/>
                    </a:cubicBezTo>
                    <a:cubicBezTo>
                      <a:pt x="9438" y="4728"/>
                      <a:pt x="8783" y="4773"/>
                      <a:pt x="8135" y="4866"/>
                    </a:cubicBezTo>
                    <a:cubicBezTo>
                      <a:pt x="8058" y="4877"/>
                      <a:pt x="7980" y="4886"/>
                      <a:pt x="7903" y="4895"/>
                    </a:cubicBezTo>
                    <a:cubicBezTo>
                      <a:pt x="7591" y="4945"/>
                      <a:pt x="7371" y="5040"/>
                      <a:pt x="7159" y="5279"/>
                    </a:cubicBezTo>
                    <a:cubicBezTo>
                      <a:pt x="6985" y="5549"/>
                      <a:pt x="7034" y="5904"/>
                      <a:pt x="7043" y="6210"/>
                    </a:cubicBezTo>
                    <a:cubicBezTo>
                      <a:pt x="7043" y="6288"/>
                      <a:pt x="7044" y="6365"/>
                      <a:pt x="7044" y="6442"/>
                    </a:cubicBezTo>
                    <a:cubicBezTo>
                      <a:pt x="7046" y="6645"/>
                      <a:pt x="7050" y="6848"/>
                      <a:pt x="7055" y="7051"/>
                    </a:cubicBezTo>
                    <a:cubicBezTo>
                      <a:pt x="7059" y="7255"/>
                      <a:pt x="7061" y="7460"/>
                      <a:pt x="7063" y="7665"/>
                    </a:cubicBezTo>
                    <a:cubicBezTo>
                      <a:pt x="7066" y="7931"/>
                      <a:pt x="7070" y="8198"/>
                      <a:pt x="7075" y="8465"/>
                    </a:cubicBezTo>
                    <a:cubicBezTo>
                      <a:pt x="7077" y="8566"/>
                      <a:pt x="7078" y="8667"/>
                      <a:pt x="7080" y="8769"/>
                    </a:cubicBezTo>
                    <a:cubicBezTo>
                      <a:pt x="7082" y="8893"/>
                      <a:pt x="7086" y="9017"/>
                      <a:pt x="7092" y="9141"/>
                    </a:cubicBezTo>
                    <a:cubicBezTo>
                      <a:pt x="7094" y="9197"/>
                      <a:pt x="7095" y="9253"/>
                      <a:pt x="7097" y="9309"/>
                    </a:cubicBezTo>
                    <a:cubicBezTo>
                      <a:pt x="7100" y="9357"/>
                      <a:pt x="7102" y="9405"/>
                      <a:pt x="7104" y="9455"/>
                    </a:cubicBezTo>
                    <a:cubicBezTo>
                      <a:pt x="7080" y="9606"/>
                      <a:pt x="7033" y="9629"/>
                      <a:pt x="6924" y="9726"/>
                    </a:cubicBezTo>
                    <a:cubicBezTo>
                      <a:pt x="6813" y="9877"/>
                      <a:pt x="6839" y="10091"/>
                      <a:pt x="6836" y="10271"/>
                    </a:cubicBezTo>
                    <a:cubicBezTo>
                      <a:pt x="6834" y="10319"/>
                      <a:pt x="6832" y="10368"/>
                      <a:pt x="6830" y="10418"/>
                    </a:cubicBezTo>
                    <a:cubicBezTo>
                      <a:pt x="6827" y="10523"/>
                      <a:pt x="6823" y="10628"/>
                      <a:pt x="6821" y="10733"/>
                    </a:cubicBezTo>
                    <a:cubicBezTo>
                      <a:pt x="6816" y="10900"/>
                      <a:pt x="6811" y="11066"/>
                      <a:pt x="6805" y="11232"/>
                    </a:cubicBezTo>
                    <a:cubicBezTo>
                      <a:pt x="6792" y="11585"/>
                      <a:pt x="6781" y="11939"/>
                      <a:pt x="6771" y="12292"/>
                    </a:cubicBezTo>
                    <a:cubicBezTo>
                      <a:pt x="6759" y="12673"/>
                      <a:pt x="6748" y="13054"/>
                      <a:pt x="6734" y="13435"/>
                    </a:cubicBezTo>
                    <a:cubicBezTo>
                      <a:pt x="6728" y="13601"/>
                      <a:pt x="6723" y="13766"/>
                      <a:pt x="6719" y="13931"/>
                    </a:cubicBezTo>
                    <a:cubicBezTo>
                      <a:pt x="6715" y="14058"/>
                      <a:pt x="6711" y="14185"/>
                      <a:pt x="6706" y="14312"/>
                    </a:cubicBezTo>
                    <a:cubicBezTo>
                      <a:pt x="6705" y="14358"/>
                      <a:pt x="6704" y="14404"/>
                      <a:pt x="6704" y="14451"/>
                    </a:cubicBezTo>
                    <a:cubicBezTo>
                      <a:pt x="6703" y="14472"/>
                      <a:pt x="6703" y="14472"/>
                      <a:pt x="6698" y="14578"/>
                    </a:cubicBezTo>
                    <a:cubicBezTo>
                      <a:pt x="6698" y="14596"/>
                      <a:pt x="6698" y="14596"/>
                      <a:pt x="6695" y="14689"/>
                    </a:cubicBezTo>
                    <a:cubicBezTo>
                      <a:pt x="6653" y="14840"/>
                      <a:pt x="6582" y="14904"/>
                      <a:pt x="6458" y="15000"/>
                    </a:cubicBezTo>
                    <a:cubicBezTo>
                      <a:pt x="6332" y="15026"/>
                      <a:pt x="6332" y="15026"/>
                      <a:pt x="6188" y="15025"/>
                    </a:cubicBezTo>
                    <a:cubicBezTo>
                      <a:pt x="6161" y="15025"/>
                      <a:pt x="6135" y="15025"/>
                      <a:pt x="6108" y="15026"/>
                    </a:cubicBezTo>
                    <a:cubicBezTo>
                      <a:pt x="6019" y="15026"/>
                      <a:pt x="5930" y="15025"/>
                      <a:pt x="5842" y="15024"/>
                    </a:cubicBezTo>
                    <a:cubicBezTo>
                      <a:pt x="5778" y="15024"/>
                      <a:pt x="5715" y="15024"/>
                      <a:pt x="5651" y="15024"/>
                    </a:cubicBezTo>
                    <a:cubicBezTo>
                      <a:pt x="5478" y="15024"/>
                      <a:pt x="5306" y="15023"/>
                      <a:pt x="5133" y="15021"/>
                    </a:cubicBezTo>
                    <a:cubicBezTo>
                      <a:pt x="4953" y="15020"/>
                      <a:pt x="4772" y="15020"/>
                      <a:pt x="4592" y="15019"/>
                    </a:cubicBezTo>
                    <a:cubicBezTo>
                      <a:pt x="4250" y="15019"/>
                      <a:pt x="3909" y="15017"/>
                      <a:pt x="3567" y="15015"/>
                    </a:cubicBezTo>
                    <a:cubicBezTo>
                      <a:pt x="3178" y="15013"/>
                      <a:pt x="2789" y="15011"/>
                      <a:pt x="2400" y="15010"/>
                    </a:cubicBezTo>
                    <a:cubicBezTo>
                      <a:pt x="1600" y="15008"/>
                      <a:pt x="800" y="15005"/>
                      <a:pt x="0" y="15000"/>
                    </a:cubicBezTo>
                    <a:cubicBezTo>
                      <a:pt x="414" y="14586"/>
                      <a:pt x="844" y="14537"/>
                      <a:pt x="1405" y="14535"/>
                    </a:cubicBezTo>
                    <a:cubicBezTo>
                      <a:pt x="1559" y="14536"/>
                      <a:pt x="1713" y="14538"/>
                      <a:pt x="1866" y="14541"/>
                    </a:cubicBezTo>
                    <a:cubicBezTo>
                      <a:pt x="2028" y="14544"/>
                      <a:pt x="2190" y="14544"/>
                      <a:pt x="2352" y="14544"/>
                    </a:cubicBezTo>
                    <a:cubicBezTo>
                      <a:pt x="2657" y="14546"/>
                      <a:pt x="2963" y="14549"/>
                      <a:pt x="3268" y="14553"/>
                    </a:cubicBezTo>
                    <a:cubicBezTo>
                      <a:pt x="3616" y="14558"/>
                      <a:pt x="3964" y="14560"/>
                      <a:pt x="4312" y="14562"/>
                    </a:cubicBezTo>
                    <a:cubicBezTo>
                      <a:pt x="5028" y="14567"/>
                      <a:pt x="5743" y="14574"/>
                      <a:pt x="6458" y="14583"/>
                    </a:cubicBezTo>
                    <a:cubicBezTo>
                      <a:pt x="6457" y="14557"/>
                      <a:pt x="6456" y="14530"/>
                      <a:pt x="6455" y="14503"/>
                    </a:cubicBezTo>
                    <a:cubicBezTo>
                      <a:pt x="6424" y="13854"/>
                      <a:pt x="6394" y="13205"/>
                      <a:pt x="6366" y="12557"/>
                    </a:cubicBezTo>
                    <a:cubicBezTo>
                      <a:pt x="6352" y="12243"/>
                      <a:pt x="6338" y="11930"/>
                      <a:pt x="6323" y="11616"/>
                    </a:cubicBezTo>
                    <a:cubicBezTo>
                      <a:pt x="6310" y="11343"/>
                      <a:pt x="6298" y="11069"/>
                      <a:pt x="6286" y="10796"/>
                    </a:cubicBezTo>
                    <a:cubicBezTo>
                      <a:pt x="6280" y="10651"/>
                      <a:pt x="6274" y="10506"/>
                      <a:pt x="6266" y="10362"/>
                    </a:cubicBezTo>
                    <a:cubicBezTo>
                      <a:pt x="6258" y="10200"/>
                      <a:pt x="6252" y="10038"/>
                      <a:pt x="6245" y="9877"/>
                    </a:cubicBezTo>
                    <a:cubicBezTo>
                      <a:pt x="6243" y="9829"/>
                      <a:pt x="6240" y="9781"/>
                      <a:pt x="6237" y="9731"/>
                    </a:cubicBezTo>
                    <a:cubicBezTo>
                      <a:pt x="6227" y="9412"/>
                      <a:pt x="6227" y="9412"/>
                      <a:pt x="6296" y="9303"/>
                    </a:cubicBezTo>
                    <a:cubicBezTo>
                      <a:pt x="6353" y="9248"/>
                      <a:pt x="6353" y="9248"/>
                      <a:pt x="6458" y="9167"/>
                    </a:cubicBezTo>
                    <a:cubicBezTo>
                      <a:pt x="6479" y="9059"/>
                      <a:pt x="6488" y="8979"/>
                      <a:pt x="6486" y="8871"/>
                    </a:cubicBezTo>
                    <a:cubicBezTo>
                      <a:pt x="6486" y="8843"/>
                      <a:pt x="6486" y="8814"/>
                      <a:pt x="6487" y="8784"/>
                    </a:cubicBezTo>
                    <a:cubicBezTo>
                      <a:pt x="6487" y="8690"/>
                      <a:pt x="6486" y="8597"/>
                      <a:pt x="6484" y="8503"/>
                    </a:cubicBezTo>
                    <a:cubicBezTo>
                      <a:pt x="6484" y="8470"/>
                      <a:pt x="6484" y="8438"/>
                      <a:pt x="6484" y="8404"/>
                    </a:cubicBezTo>
                    <a:cubicBezTo>
                      <a:pt x="6480" y="7904"/>
                      <a:pt x="6423" y="7439"/>
                      <a:pt x="6325" y="6949"/>
                    </a:cubicBezTo>
                    <a:cubicBezTo>
                      <a:pt x="6193" y="6238"/>
                      <a:pt x="6232" y="5511"/>
                      <a:pt x="6250" y="4792"/>
                    </a:cubicBezTo>
                    <a:cubicBezTo>
                      <a:pt x="5881" y="4785"/>
                      <a:pt x="5512" y="4781"/>
                      <a:pt x="5143" y="4779"/>
                    </a:cubicBezTo>
                    <a:cubicBezTo>
                      <a:pt x="5115" y="4778"/>
                      <a:pt x="5088" y="4778"/>
                      <a:pt x="5059" y="4778"/>
                    </a:cubicBezTo>
                    <a:cubicBezTo>
                      <a:pt x="4400" y="4773"/>
                      <a:pt x="3745" y="4782"/>
                      <a:pt x="3088" y="4845"/>
                    </a:cubicBezTo>
                    <a:cubicBezTo>
                      <a:pt x="3075" y="4847"/>
                      <a:pt x="3075" y="4847"/>
                      <a:pt x="3009" y="4853"/>
                    </a:cubicBezTo>
                    <a:cubicBezTo>
                      <a:pt x="2733" y="4880"/>
                      <a:pt x="2458" y="4911"/>
                      <a:pt x="2183" y="4944"/>
                    </a:cubicBezTo>
                    <a:cubicBezTo>
                      <a:pt x="2160" y="4947"/>
                      <a:pt x="2160" y="4947"/>
                      <a:pt x="2044" y="4960"/>
                    </a:cubicBezTo>
                    <a:cubicBezTo>
                      <a:pt x="1960" y="4969"/>
                      <a:pt x="1875" y="4980"/>
                      <a:pt x="1791" y="4992"/>
                    </a:cubicBezTo>
                    <a:cubicBezTo>
                      <a:pt x="1451" y="5029"/>
                      <a:pt x="1387" y="4964"/>
                      <a:pt x="1042" y="4792"/>
                    </a:cubicBezTo>
                    <a:cubicBezTo>
                      <a:pt x="904" y="5067"/>
                      <a:pt x="767" y="5342"/>
                      <a:pt x="625" y="5625"/>
                    </a:cubicBezTo>
                    <a:cubicBezTo>
                      <a:pt x="625" y="5144"/>
                      <a:pt x="625" y="4663"/>
                      <a:pt x="625" y="4167"/>
                    </a:cubicBezTo>
                    <a:cubicBezTo>
                      <a:pt x="2481" y="4098"/>
                      <a:pt x="4338" y="4029"/>
                      <a:pt x="6250" y="3958"/>
                    </a:cubicBezTo>
                    <a:cubicBezTo>
                      <a:pt x="6250" y="2721"/>
                      <a:pt x="6250" y="1483"/>
                      <a:pt x="6250" y="208"/>
                    </a:cubicBezTo>
                    <a:cubicBezTo>
                      <a:pt x="6388" y="208"/>
                      <a:pt x="6525" y="208"/>
                      <a:pt x="6667" y="208"/>
                    </a:cubicBezTo>
                    <a:cubicBezTo>
                      <a:pt x="6701" y="861"/>
                      <a:pt x="6701" y="861"/>
                      <a:pt x="6875" y="4167"/>
                    </a:cubicBezTo>
                    <a:cubicBezTo>
                      <a:pt x="7053" y="4171"/>
                      <a:pt x="7053" y="4171"/>
                      <a:pt x="7956" y="4193"/>
                    </a:cubicBezTo>
                    <a:cubicBezTo>
                      <a:pt x="8009" y="4195"/>
                      <a:pt x="8009" y="4195"/>
                      <a:pt x="8276" y="4204"/>
                    </a:cubicBezTo>
                    <a:cubicBezTo>
                      <a:pt x="8849" y="4215"/>
                      <a:pt x="9392" y="4171"/>
                      <a:pt x="9956" y="4066"/>
                    </a:cubicBezTo>
                    <a:cubicBezTo>
                      <a:pt x="11668" y="3750"/>
                      <a:pt x="13238" y="3751"/>
                      <a:pt x="14969" y="3906"/>
                    </a:cubicBezTo>
                    <a:cubicBezTo>
                      <a:pt x="15380" y="3942"/>
                      <a:pt x="15792" y="3974"/>
                      <a:pt x="16203" y="4005"/>
                    </a:cubicBezTo>
                    <a:cubicBezTo>
                      <a:pt x="16844" y="4055"/>
                      <a:pt x="17484" y="4111"/>
                      <a:pt x="18125" y="4167"/>
                    </a:cubicBezTo>
                    <a:cubicBezTo>
                      <a:pt x="18125" y="2860"/>
                      <a:pt x="18125" y="1554"/>
                      <a:pt x="18125" y="208"/>
                    </a:cubicBezTo>
                    <a:cubicBezTo>
                      <a:pt x="17781" y="208"/>
                      <a:pt x="17438" y="208"/>
                      <a:pt x="17083" y="208"/>
                    </a:cubicBezTo>
                    <a:cubicBezTo>
                      <a:pt x="17083" y="140"/>
                      <a:pt x="17083" y="71"/>
                      <a:pt x="17083" y="0"/>
                    </a:cubicBezTo>
                    <a:close/>
                  </a:path>
                </a:pathLst>
              </a:custGeom>
              <a:solidFill>
                <a:srgbClr val="E4EA97"/>
              </a:solidFill>
              <a:ln w="2646" cap="flat">
                <a:noFill/>
              </a:ln>
            </p:spPr>
          </p:sp>
          <p:sp>
            <p:nvSpPr>
              <p:cNvPr id="2623" name="ICON_C_HEATMAP_path_057"/>
              <p:cNvSpPr/>
              <p:nvPr/>
            </p:nvSpPr>
            <p:spPr>
              <a:xfrm>
                <a:off x="7762417" y="7535333"/>
                <a:ext cx="50729" cy="58536"/>
              </a:xfrm>
              <a:custGeom>
                <a:avLst/>
                <a:gdLst/>
                <a:ahLst/>
                <a:cxnLst/>
                <a:rect l="0" t="0" r="r" b="b"/>
                <a:pathLst>
                  <a:path w="3994" h="4609" fill="norm" stroke="0">
                    <a:moveTo>
                      <a:pt x="36" y="0"/>
                    </a:moveTo>
                    <a:cubicBezTo>
                      <a:pt x="1342" y="0"/>
                      <a:pt x="2649" y="0"/>
                      <a:pt x="3994" y="0"/>
                    </a:cubicBezTo>
                    <a:cubicBezTo>
                      <a:pt x="3994" y="1513"/>
                      <a:pt x="3994" y="3025"/>
                      <a:pt x="3994" y="4583"/>
                    </a:cubicBezTo>
                    <a:cubicBezTo>
                      <a:pt x="3380" y="4588"/>
                      <a:pt x="2765" y="4592"/>
                      <a:pt x="2132" y="4596"/>
                    </a:cubicBezTo>
                    <a:cubicBezTo>
                      <a:pt x="2035" y="4597"/>
                      <a:pt x="2035" y="4597"/>
                      <a:pt x="1545" y="4602"/>
                    </a:cubicBezTo>
                    <a:cubicBezTo>
                      <a:pt x="1308" y="4603"/>
                      <a:pt x="1308" y="4603"/>
                      <a:pt x="1197" y="4603"/>
                    </a:cubicBezTo>
                    <a:cubicBezTo>
                      <a:pt x="1119" y="4604"/>
                      <a:pt x="1042" y="4604"/>
                      <a:pt x="964" y="4605"/>
                    </a:cubicBezTo>
                    <a:cubicBezTo>
                      <a:pt x="847" y="4607"/>
                      <a:pt x="730" y="4607"/>
                      <a:pt x="612" y="4607"/>
                    </a:cubicBezTo>
                    <a:cubicBezTo>
                      <a:pt x="595" y="4607"/>
                      <a:pt x="595" y="4607"/>
                      <a:pt x="508" y="4609"/>
                    </a:cubicBezTo>
                    <a:cubicBezTo>
                      <a:pt x="343" y="4608"/>
                      <a:pt x="261" y="4594"/>
                      <a:pt x="119" y="4504"/>
                    </a:cubicBezTo>
                    <a:cubicBezTo>
                      <a:pt x="0" y="4319"/>
                      <a:pt x="8" y="4166"/>
                      <a:pt x="12" y="3950"/>
                    </a:cubicBezTo>
                    <a:cubicBezTo>
                      <a:pt x="12" y="3907"/>
                      <a:pt x="12" y="3864"/>
                      <a:pt x="12" y="3820"/>
                    </a:cubicBezTo>
                    <a:cubicBezTo>
                      <a:pt x="12" y="3679"/>
                      <a:pt x="14" y="3539"/>
                      <a:pt x="16" y="3398"/>
                    </a:cubicBezTo>
                    <a:cubicBezTo>
                      <a:pt x="16" y="3300"/>
                      <a:pt x="16" y="3202"/>
                      <a:pt x="17" y="3104"/>
                    </a:cubicBezTo>
                    <a:cubicBezTo>
                      <a:pt x="17" y="2873"/>
                      <a:pt x="19" y="2642"/>
                      <a:pt x="21" y="2411"/>
                    </a:cubicBezTo>
                    <a:cubicBezTo>
                      <a:pt x="24" y="2076"/>
                      <a:pt x="25" y="1741"/>
                      <a:pt x="26" y="1406"/>
                    </a:cubicBezTo>
                    <a:cubicBezTo>
                      <a:pt x="28" y="938"/>
                      <a:pt x="32" y="469"/>
                      <a:pt x="36" y="0"/>
                    </a:cubicBezTo>
                    <a:close/>
                  </a:path>
                </a:pathLst>
              </a:custGeom>
              <a:solidFill>
                <a:srgbClr val="D6F1A2"/>
              </a:solidFill>
              <a:ln w="2646" cap="flat">
                <a:noFill/>
              </a:ln>
            </p:spPr>
          </p:sp>
          <p:sp>
            <p:nvSpPr>
              <p:cNvPr id="2624" name="ICON_C_HEATMAP_path_058"/>
              <p:cNvSpPr/>
              <p:nvPr/>
            </p:nvSpPr>
            <p:spPr>
              <a:xfrm>
                <a:off x="7781396" y="7254875"/>
                <a:ext cx="214312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6875" h="1250" fill="norm" stroke="0">
                    <a:moveTo>
                      <a:pt x="0" y="0"/>
                    </a:moveTo>
                    <a:cubicBezTo>
                      <a:pt x="4812" y="0"/>
                      <a:pt x="9625" y="0"/>
                      <a:pt x="14583" y="0"/>
                    </a:cubicBezTo>
                    <a:cubicBezTo>
                      <a:pt x="14583" y="206"/>
                      <a:pt x="14583" y="413"/>
                      <a:pt x="14583" y="625"/>
                    </a:cubicBezTo>
                    <a:cubicBezTo>
                      <a:pt x="15340" y="625"/>
                      <a:pt x="16096" y="625"/>
                      <a:pt x="16875" y="625"/>
                    </a:cubicBezTo>
                    <a:cubicBezTo>
                      <a:pt x="16875" y="694"/>
                      <a:pt x="16875" y="763"/>
                      <a:pt x="16875" y="833"/>
                    </a:cubicBezTo>
                    <a:cubicBezTo>
                      <a:pt x="16325" y="902"/>
                      <a:pt x="15775" y="971"/>
                      <a:pt x="15208" y="1042"/>
                    </a:cubicBezTo>
                    <a:cubicBezTo>
                      <a:pt x="15208" y="1110"/>
                      <a:pt x="15208" y="1179"/>
                      <a:pt x="15208" y="1250"/>
                    </a:cubicBezTo>
                    <a:cubicBezTo>
                      <a:pt x="11083" y="1250"/>
                      <a:pt x="6958" y="1250"/>
                      <a:pt x="2708" y="1250"/>
                    </a:cubicBezTo>
                    <a:cubicBezTo>
                      <a:pt x="2777" y="1112"/>
                      <a:pt x="2846" y="975"/>
                      <a:pt x="2917" y="833"/>
                    </a:cubicBezTo>
                    <a:cubicBezTo>
                      <a:pt x="2435" y="799"/>
                      <a:pt x="2435" y="799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C5C178"/>
              </a:solidFill>
              <a:ln w="2646" cap="flat">
                <a:noFill/>
              </a:ln>
            </p:spPr>
          </p:sp>
          <p:sp>
            <p:nvSpPr>
              <p:cNvPr id="2625" name="ICON_C_HEATMAP_path_059"/>
              <p:cNvSpPr/>
              <p:nvPr/>
            </p:nvSpPr>
            <p:spPr>
              <a:xfrm>
                <a:off x="7715250" y="7432146"/>
                <a:ext cx="63500" cy="259292"/>
              </a:xfrm>
              <a:custGeom>
                <a:avLst/>
                <a:gdLst/>
                <a:ahLst/>
                <a:cxnLst/>
                <a:rect l="0" t="0" r="r" b="b"/>
                <a:pathLst>
                  <a:path w="5000" h="20417" fill="norm" stroke="0">
                    <a:moveTo>
                      <a:pt x="0" y="0"/>
                    </a:moveTo>
                    <a:cubicBezTo>
                      <a:pt x="69" y="34"/>
                      <a:pt x="69" y="34"/>
                      <a:pt x="417" y="208"/>
                    </a:cubicBezTo>
                    <a:cubicBezTo>
                      <a:pt x="467" y="359"/>
                      <a:pt x="481" y="443"/>
                      <a:pt x="483" y="596"/>
                    </a:cubicBezTo>
                    <a:cubicBezTo>
                      <a:pt x="485" y="635"/>
                      <a:pt x="487" y="675"/>
                      <a:pt x="489" y="715"/>
                    </a:cubicBezTo>
                    <a:cubicBezTo>
                      <a:pt x="496" y="849"/>
                      <a:pt x="499" y="982"/>
                      <a:pt x="503" y="1115"/>
                    </a:cubicBezTo>
                    <a:cubicBezTo>
                      <a:pt x="506" y="1211"/>
                      <a:pt x="510" y="1308"/>
                      <a:pt x="515" y="1404"/>
                    </a:cubicBezTo>
                    <a:cubicBezTo>
                      <a:pt x="524" y="1643"/>
                      <a:pt x="532" y="1882"/>
                      <a:pt x="539" y="2121"/>
                    </a:cubicBezTo>
                    <a:cubicBezTo>
                      <a:pt x="544" y="2320"/>
                      <a:pt x="551" y="2520"/>
                      <a:pt x="558" y="2719"/>
                    </a:cubicBezTo>
                    <a:cubicBezTo>
                      <a:pt x="664" y="5783"/>
                      <a:pt x="649" y="8850"/>
                      <a:pt x="640" y="11916"/>
                    </a:cubicBezTo>
                    <a:cubicBezTo>
                      <a:pt x="638" y="12470"/>
                      <a:pt x="637" y="13024"/>
                      <a:pt x="636" y="13578"/>
                    </a:cubicBezTo>
                    <a:cubicBezTo>
                      <a:pt x="636" y="13618"/>
                      <a:pt x="636" y="13658"/>
                      <a:pt x="636" y="13699"/>
                    </a:cubicBezTo>
                    <a:cubicBezTo>
                      <a:pt x="636" y="13898"/>
                      <a:pt x="636" y="14097"/>
                      <a:pt x="635" y="14297"/>
                    </a:cubicBezTo>
                    <a:cubicBezTo>
                      <a:pt x="633" y="15920"/>
                      <a:pt x="630" y="17543"/>
                      <a:pt x="625" y="19167"/>
                    </a:cubicBezTo>
                    <a:cubicBezTo>
                      <a:pt x="2069" y="19167"/>
                      <a:pt x="3513" y="19167"/>
                      <a:pt x="5000" y="19167"/>
                    </a:cubicBezTo>
                    <a:cubicBezTo>
                      <a:pt x="4897" y="19201"/>
                      <a:pt x="4897" y="19201"/>
                      <a:pt x="4375" y="19375"/>
                    </a:cubicBezTo>
                    <a:cubicBezTo>
                      <a:pt x="4336" y="19596"/>
                      <a:pt x="4336" y="19596"/>
                      <a:pt x="4375" y="19792"/>
                    </a:cubicBezTo>
                    <a:cubicBezTo>
                      <a:pt x="4581" y="19792"/>
                      <a:pt x="4788" y="19792"/>
                      <a:pt x="5000" y="19792"/>
                    </a:cubicBezTo>
                    <a:cubicBezTo>
                      <a:pt x="5000" y="19998"/>
                      <a:pt x="5000" y="20204"/>
                      <a:pt x="5000" y="20417"/>
                    </a:cubicBezTo>
                    <a:cubicBezTo>
                      <a:pt x="3350" y="20417"/>
                      <a:pt x="1700" y="20417"/>
                      <a:pt x="0" y="20417"/>
                    </a:cubicBezTo>
                    <a:cubicBezTo>
                      <a:pt x="0" y="13679"/>
                      <a:pt x="0" y="6942"/>
                      <a:pt x="0" y="0"/>
                    </a:cubicBezTo>
                    <a:close/>
                  </a:path>
                </a:pathLst>
              </a:custGeom>
              <a:solidFill>
                <a:srgbClr val="E0E3E4"/>
              </a:solidFill>
              <a:ln w="2646" cap="flat">
                <a:noFill/>
              </a:ln>
            </p:spPr>
          </p:sp>
          <p:sp>
            <p:nvSpPr>
              <p:cNvPr id="2626" name="ICON_C_HEATMAP_path_060"/>
              <p:cNvSpPr/>
              <p:nvPr/>
            </p:nvSpPr>
            <p:spPr>
              <a:xfrm>
                <a:off x="8286750" y="7469188"/>
                <a:ext cx="47625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4583" fill="norm" stroke="0">
                    <a:moveTo>
                      <a:pt x="0" y="0"/>
                    </a:moveTo>
                    <a:cubicBezTo>
                      <a:pt x="1237" y="0"/>
                      <a:pt x="2475" y="0"/>
                      <a:pt x="3750" y="0"/>
                    </a:cubicBezTo>
                    <a:cubicBezTo>
                      <a:pt x="3750" y="1513"/>
                      <a:pt x="3750" y="3025"/>
                      <a:pt x="3750" y="4583"/>
                    </a:cubicBezTo>
                    <a:cubicBezTo>
                      <a:pt x="2581" y="4515"/>
                      <a:pt x="1413" y="4446"/>
                      <a:pt x="208" y="4375"/>
                    </a:cubicBezTo>
                    <a:cubicBezTo>
                      <a:pt x="140" y="2931"/>
                      <a:pt x="71" y="1487"/>
                      <a:pt x="0" y="0"/>
                    </a:cubicBezTo>
                    <a:close/>
                  </a:path>
                </a:pathLst>
              </a:custGeom>
              <a:solidFill>
                <a:srgbClr val="7051A3"/>
              </a:solidFill>
              <a:ln w="2646" cap="flat">
                <a:noFill/>
              </a:ln>
            </p:spPr>
          </p:sp>
          <p:sp>
            <p:nvSpPr>
              <p:cNvPr id="2627" name="ICON_C_HEATMAP_path_061"/>
              <p:cNvSpPr/>
              <p:nvPr/>
            </p:nvSpPr>
            <p:spPr>
              <a:xfrm>
                <a:off x="8238796" y="7537708"/>
                <a:ext cx="45310" cy="63773"/>
              </a:xfrm>
              <a:custGeom>
                <a:avLst/>
                <a:gdLst/>
                <a:ahLst/>
                <a:cxnLst/>
                <a:rect l="0" t="0" r="r" b="b"/>
                <a:pathLst>
                  <a:path w="3568" h="5021" fill="norm" stroke="0">
                    <a:moveTo>
                      <a:pt x="477" y="14"/>
                    </a:moveTo>
                    <a:cubicBezTo>
                      <a:pt x="501" y="15"/>
                      <a:pt x="501" y="15"/>
                      <a:pt x="623" y="24"/>
                    </a:cubicBezTo>
                    <a:cubicBezTo>
                      <a:pt x="675" y="29"/>
                      <a:pt x="727" y="34"/>
                      <a:pt x="780" y="39"/>
                    </a:cubicBezTo>
                    <a:cubicBezTo>
                      <a:pt x="834" y="44"/>
                      <a:pt x="888" y="48"/>
                      <a:pt x="942" y="53"/>
                    </a:cubicBezTo>
                    <a:cubicBezTo>
                      <a:pt x="1056" y="62"/>
                      <a:pt x="1170" y="72"/>
                      <a:pt x="1284" y="83"/>
                    </a:cubicBezTo>
                    <a:cubicBezTo>
                      <a:pt x="1428" y="97"/>
                      <a:pt x="1572" y="109"/>
                      <a:pt x="1716" y="120"/>
                    </a:cubicBezTo>
                    <a:cubicBezTo>
                      <a:pt x="1828" y="129"/>
                      <a:pt x="1940" y="139"/>
                      <a:pt x="2053" y="149"/>
                    </a:cubicBezTo>
                    <a:cubicBezTo>
                      <a:pt x="2131" y="156"/>
                      <a:pt x="2209" y="163"/>
                      <a:pt x="2288" y="169"/>
                    </a:cubicBezTo>
                    <a:cubicBezTo>
                      <a:pt x="2438" y="184"/>
                      <a:pt x="2585" y="206"/>
                      <a:pt x="2734" y="230"/>
                    </a:cubicBezTo>
                    <a:cubicBezTo>
                      <a:pt x="2762" y="232"/>
                      <a:pt x="2790" y="235"/>
                      <a:pt x="2819" y="238"/>
                    </a:cubicBezTo>
                    <a:cubicBezTo>
                      <a:pt x="3020" y="258"/>
                      <a:pt x="3215" y="285"/>
                      <a:pt x="3359" y="438"/>
                    </a:cubicBezTo>
                    <a:cubicBezTo>
                      <a:pt x="3488" y="738"/>
                      <a:pt x="3462" y="1095"/>
                      <a:pt x="3466" y="1415"/>
                    </a:cubicBezTo>
                    <a:cubicBezTo>
                      <a:pt x="3469" y="1513"/>
                      <a:pt x="3473" y="1611"/>
                      <a:pt x="3477" y="1709"/>
                    </a:cubicBezTo>
                    <a:cubicBezTo>
                      <a:pt x="3486" y="1940"/>
                      <a:pt x="3492" y="2171"/>
                      <a:pt x="3497" y="2402"/>
                    </a:cubicBezTo>
                    <a:cubicBezTo>
                      <a:pt x="3504" y="2737"/>
                      <a:pt x="3517" y="3072"/>
                      <a:pt x="3529" y="3406"/>
                    </a:cubicBezTo>
                    <a:cubicBezTo>
                      <a:pt x="3545" y="3875"/>
                      <a:pt x="3556" y="4344"/>
                      <a:pt x="3568" y="4813"/>
                    </a:cubicBezTo>
                    <a:cubicBezTo>
                      <a:pt x="2983" y="4848"/>
                      <a:pt x="2983" y="4848"/>
                      <a:pt x="26" y="5021"/>
                    </a:cubicBezTo>
                    <a:cubicBezTo>
                      <a:pt x="17" y="3832"/>
                      <a:pt x="17" y="3832"/>
                      <a:pt x="15" y="3245"/>
                    </a:cubicBezTo>
                    <a:cubicBezTo>
                      <a:pt x="14" y="2928"/>
                      <a:pt x="13" y="2610"/>
                      <a:pt x="10" y="2293"/>
                    </a:cubicBezTo>
                    <a:cubicBezTo>
                      <a:pt x="8" y="2041"/>
                      <a:pt x="7" y="1790"/>
                      <a:pt x="6" y="1538"/>
                    </a:cubicBezTo>
                    <a:cubicBezTo>
                      <a:pt x="6" y="1405"/>
                      <a:pt x="5" y="1272"/>
                      <a:pt x="4" y="1139"/>
                    </a:cubicBezTo>
                    <a:cubicBezTo>
                      <a:pt x="2" y="990"/>
                      <a:pt x="2" y="842"/>
                      <a:pt x="2" y="693"/>
                    </a:cubicBezTo>
                    <a:cubicBezTo>
                      <a:pt x="1" y="649"/>
                      <a:pt x="1" y="605"/>
                      <a:pt x="0" y="560"/>
                    </a:cubicBezTo>
                    <a:cubicBezTo>
                      <a:pt x="2" y="227"/>
                      <a:pt x="2" y="227"/>
                      <a:pt x="116" y="97"/>
                    </a:cubicBezTo>
                    <a:cubicBezTo>
                      <a:pt x="255" y="8"/>
                      <a:pt x="315" y="0"/>
                      <a:pt x="477" y="14"/>
                    </a:cubicBezTo>
                    <a:close/>
                  </a:path>
                </a:pathLst>
              </a:custGeom>
              <a:solidFill>
                <a:srgbClr val="6E8FCF"/>
              </a:solidFill>
              <a:ln w="2646" cap="flat">
                <a:noFill/>
              </a:ln>
            </p:spPr>
          </p:sp>
          <p:sp>
            <p:nvSpPr>
              <p:cNvPr id="2628" name="ICON_C_HEATMAP_path_062"/>
              <p:cNvSpPr/>
              <p:nvPr/>
            </p:nvSpPr>
            <p:spPr>
              <a:xfrm>
                <a:off x="7864657" y="7463259"/>
                <a:ext cx="42257" cy="64804"/>
              </a:xfrm>
              <a:custGeom>
                <a:avLst/>
                <a:gdLst/>
                <a:ahLst/>
                <a:cxnLst/>
                <a:rect l="0" t="0" r="r" b="b"/>
                <a:pathLst>
                  <a:path w="3327" h="5103" fill="norm" stroke="0">
                    <a:moveTo>
                      <a:pt x="1250" y="23"/>
                    </a:moveTo>
                    <a:cubicBezTo>
                      <a:pt x="1300" y="22"/>
                      <a:pt x="1350" y="22"/>
                      <a:pt x="1402" y="22"/>
                    </a:cubicBezTo>
                    <a:cubicBezTo>
                      <a:pt x="1508" y="22"/>
                      <a:pt x="1613" y="22"/>
                      <a:pt x="1719" y="23"/>
                    </a:cubicBezTo>
                    <a:cubicBezTo>
                      <a:pt x="1854" y="24"/>
                      <a:pt x="1989" y="24"/>
                      <a:pt x="2125" y="22"/>
                    </a:cubicBezTo>
                    <a:cubicBezTo>
                      <a:pt x="2254" y="21"/>
                      <a:pt x="2384" y="22"/>
                      <a:pt x="2513" y="23"/>
                    </a:cubicBezTo>
                    <a:cubicBezTo>
                      <a:pt x="2561" y="22"/>
                      <a:pt x="2610" y="22"/>
                      <a:pt x="2660" y="21"/>
                    </a:cubicBezTo>
                    <a:cubicBezTo>
                      <a:pt x="2682" y="21"/>
                      <a:pt x="2682" y="21"/>
                      <a:pt x="2797" y="23"/>
                    </a:cubicBezTo>
                    <a:cubicBezTo>
                      <a:pt x="2836" y="23"/>
                      <a:pt x="2876" y="24"/>
                      <a:pt x="2917" y="24"/>
                    </a:cubicBezTo>
                    <a:cubicBezTo>
                      <a:pt x="3038" y="53"/>
                      <a:pt x="3112" y="94"/>
                      <a:pt x="3195" y="187"/>
                    </a:cubicBezTo>
                    <a:cubicBezTo>
                      <a:pt x="3281" y="338"/>
                      <a:pt x="3268" y="508"/>
                      <a:pt x="3269" y="677"/>
                    </a:cubicBezTo>
                    <a:cubicBezTo>
                      <a:pt x="3270" y="719"/>
                      <a:pt x="3271" y="761"/>
                      <a:pt x="3272" y="805"/>
                    </a:cubicBezTo>
                    <a:cubicBezTo>
                      <a:pt x="3275" y="943"/>
                      <a:pt x="3277" y="1082"/>
                      <a:pt x="3278" y="1221"/>
                    </a:cubicBezTo>
                    <a:cubicBezTo>
                      <a:pt x="3279" y="1318"/>
                      <a:pt x="3280" y="1415"/>
                      <a:pt x="3282" y="1512"/>
                    </a:cubicBezTo>
                    <a:cubicBezTo>
                      <a:pt x="3284" y="1715"/>
                      <a:pt x="3285" y="1918"/>
                      <a:pt x="3286" y="2121"/>
                    </a:cubicBezTo>
                    <a:cubicBezTo>
                      <a:pt x="3287" y="2380"/>
                      <a:pt x="3292" y="2639"/>
                      <a:pt x="3298" y="2899"/>
                    </a:cubicBezTo>
                    <a:cubicBezTo>
                      <a:pt x="3302" y="3099"/>
                      <a:pt x="3303" y="3299"/>
                      <a:pt x="3303" y="3499"/>
                    </a:cubicBezTo>
                    <a:cubicBezTo>
                      <a:pt x="3304" y="3594"/>
                      <a:pt x="3305" y="3690"/>
                      <a:pt x="3308" y="3786"/>
                    </a:cubicBezTo>
                    <a:cubicBezTo>
                      <a:pt x="3327" y="4501"/>
                      <a:pt x="3327" y="4501"/>
                      <a:pt x="3179" y="4715"/>
                    </a:cubicBezTo>
                    <a:cubicBezTo>
                      <a:pt x="2928" y="4970"/>
                      <a:pt x="2588" y="5097"/>
                      <a:pt x="2233" y="5103"/>
                    </a:cubicBezTo>
                    <a:cubicBezTo>
                      <a:pt x="2192" y="5101"/>
                      <a:pt x="2151" y="5100"/>
                      <a:pt x="2109" y="5098"/>
                    </a:cubicBezTo>
                    <a:cubicBezTo>
                      <a:pt x="2086" y="5098"/>
                      <a:pt x="2086" y="5098"/>
                      <a:pt x="1974" y="5098"/>
                    </a:cubicBezTo>
                    <a:cubicBezTo>
                      <a:pt x="1881" y="5097"/>
                      <a:pt x="1789" y="5096"/>
                      <a:pt x="1696" y="5093"/>
                    </a:cubicBezTo>
                    <a:cubicBezTo>
                      <a:pt x="1555" y="5089"/>
                      <a:pt x="1415" y="5089"/>
                      <a:pt x="1274" y="5089"/>
                    </a:cubicBezTo>
                    <a:cubicBezTo>
                      <a:pt x="1183" y="5088"/>
                      <a:pt x="1092" y="5087"/>
                      <a:pt x="1002" y="5085"/>
                    </a:cubicBezTo>
                    <a:cubicBezTo>
                      <a:pt x="960" y="5085"/>
                      <a:pt x="919" y="5085"/>
                      <a:pt x="876" y="5084"/>
                    </a:cubicBezTo>
                    <a:cubicBezTo>
                      <a:pt x="637" y="5076"/>
                      <a:pt x="401" y="5052"/>
                      <a:pt x="190" y="4934"/>
                    </a:cubicBezTo>
                    <a:cubicBezTo>
                      <a:pt x="0" y="4714"/>
                      <a:pt x="52" y="4358"/>
                      <a:pt x="55" y="4083"/>
                    </a:cubicBezTo>
                    <a:cubicBezTo>
                      <a:pt x="55" y="4007"/>
                      <a:pt x="55" y="3930"/>
                      <a:pt x="54" y="3854"/>
                    </a:cubicBezTo>
                    <a:cubicBezTo>
                      <a:pt x="54" y="3692"/>
                      <a:pt x="54" y="3531"/>
                      <a:pt x="56" y="3370"/>
                    </a:cubicBezTo>
                    <a:cubicBezTo>
                      <a:pt x="59" y="3167"/>
                      <a:pt x="57" y="2964"/>
                      <a:pt x="55" y="2760"/>
                    </a:cubicBezTo>
                    <a:cubicBezTo>
                      <a:pt x="45" y="1802"/>
                      <a:pt x="66" y="952"/>
                      <a:pt x="613" y="130"/>
                    </a:cubicBezTo>
                    <a:cubicBezTo>
                      <a:pt x="813" y="0"/>
                      <a:pt x="1017" y="20"/>
                      <a:pt x="1250" y="23"/>
                    </a:cubicBezTo>
                    <a:close/>
                  </a:path>
                </a:pathLst>
              </a:custGeom>
              <a:solidFill>
                <a:srgbClr val="67BCE3"/>
              </a:solidFill>
              <a:ln w="2646" cap="flat">
                <a:noFill/>
              </a:ln>
            </p:spPr>
          </p:sp>
          <p:sp>
            <p:nvSpPr>
              <p:cNvPr id="2629" name="ICON_C_HEATMAP_path_063"/>
              <p:cNvSpPr/>
              <p:nvPr/>
            </p:nvSpPr>
            <p:spPr>
              <a:xfrm>
                <a:off x="8027459" y="7325625"/>
                <a:ext cx="135467" cy="196480"/>
              </a:xfrm>
              <a:custGeom>
                <a:avLst/>
                <a:gdLst/>
                <a:ahLst/>
                <a:cxnLst/>
                <a:rect l="0" t="0" r="r" b="b"/>
                <a:pathLst>
                  <a:path w="10667" h="15471" fill="norm" stroke="0">
                    <a:moveTo>
                      <a:pt x="4901" y="2"/>
                    </a:moveTo>
                    <a:cubicBezTo>
                      <a:pt x="4921" y="2"/>
                      <a:pt x="4921" y="2"/>
                      <a:pt x="5021" y="3"/>
                    </a:cubicBezTo>
                    <a:cubicBezTo>
                      <a:pt x="5066" y="2"/>
                      <a:pt x="5112" y="1"/>
                      <a:pt x="5159" y="0"/>
                    </a:cubicBezTo>
                    <a:cubicBezTo>
                      <a:pt x="5184" y="1"/>
                      <a:pt x="5184" y="1"/>
                      <a:pt x="5309" y="4"/>
                    </a:cubicBezTo>
                    <a:cubicBezTo>
                      <a:pt x="5362" y="3"/>
                      <a:pt x="5415" y="3"/>
                      <a:pt x="5468" y="2"/>
                    </a:cubicBezTo>
                    <a:cubicBezTo>
                      <a:pt x="5612" y="1"/>
                      <a:pt x="5756" y="3"/>
                      <a:pt x="5900" y="5"/>
                    </a:cubicBezTo>
                    <a:cubicBezTo>
                      <a:pt x="6050" y="7"/>
                      <a:pt x="6201" y="6"/>
                      <a:pt x="6351" y="6"/>
                    </a:cubicBezTo>
                    <a:cubicBezTo>
                      <a:pt x="6604" y="7"/>
                      <a:pt x="6857" y="8"/>
                      <a:pt x="7110" y="11"/>
                    </a:cubicBezTo>
                    <a:cubicBezTo>
                      <a:pt x="7402" y="15"/>
                      <a:pt x="7694" y="16"/>
                      <a:pt x="7987" y="15"/>
                    </a:cubicBezTo>
                    <a:cubicBezTo>
                      <a:pt x="8298" y="15"/>
                      <a:pt x="8609" y="17"/>
                      <a:pt x="8921" y="19"/>
                    </a:cubicBezTo>
                    <a:cubicBezTo>
                      <a:pt x="9010" y="19"/>
                      <a:pt x="9100" y="19"/>
                      <a:pt x="9189" y="19"/>
                    </a:cubicBezTo>
                    <a:cubicBezTo>
                      <a:pt x="9330" y="20"/>
                      <a:pt x="9471" y="21"/>
                      <a:pt x="9612" y="23"/>
                    </a:cubicBezTo>
                    <a:cubicBezTo>
                      <a:pt x="9688" y="24"/>
                      <a:pt x="9765" y="24"/>
                      <a:pt x="9841" y="24"/>
                    </a:cubicBezTo>
                    <a:cubicBezTo>
                      <a:pt x="10039" y="28"/>
                      <a:pt x="10170" y="31"/>
                      <a:pt x="10342" y="133"/>
                    </a:cubicBezTo>
                    <a:cubicBezTo>
                      <a:pt x="10450" y="320"/>
                      <a:pt x="10455" y="485"/>
                      <a:pt x="10463" y="697"/>
                    </a:cubicBezTo>
                    <a:cubicBezTo>
                      <a:pt x="10465" y="742"/>
                      <a:pt x="10467" y="786"/>
                      <a:pt x="10470" y="831"/>
                    </a:cubicBezTo>
                    <a:cubicBezTo>
                      <a:pt x="10478" y="980"/>
                      <a:pt x="10484" y="1129"/>
                      <a:pt x="10490" y="1277"/>
                    </a:cubicBezTo>
                    <a:cubicBezTo>
                      <a:pt x="10494" y="1357"/>
                      <a:pt x="10497" y="1436"/>
                      <a:pt x="10501" y="1515"/>
                    </a:cubicBezTo>
                    <a:cubicBezTo>
                      <a:pt x="10516" y="1831"/>
                      <a:pt x="10528" y="2148"/>
                      <a:pt x="10540" y="2464"/>
                    </a:cubicBezTo>
                    <a:cubicBezTo>
                      <a:pt x="10546" y="2615"/>
                      <a:pt x="10551" y="2765"/>
                      <a:pt x="10558" y="2915"/>
                    </a:cubicBezTo>
                    <a:cubicBezTo>
                      <a:pt x="10667" y="5648"/>
                      <a:pt x="10567" y="8367"/>
                      <a:pt x="10417" y="11096"/>
                    </a:cubicBezTo>
                    <a:cubicBezTo>
                      <a:pt x="9795" y="11241"/>
                      <a:pt x="9225" y="11337"/>
                      <a:pt x="8588" y="11286"/>
                    </a:cubicBezTo>
                    <a:cubicBezTo>
                      <a:pt x="8518" y="11282"/>
                      <a:pt x="8447" y="11277"/>
                      <a:pt x="8377" y="11273"/>
                    </a:cubicBezTo>
                    <a:cubicBezTo>
                      <a:pt x="8232" y="11264"/>
                      <a:pt x="8086" y="11253"/>
                      <a:pt x="7941" y="11242"/>
                    </a:cubicBezTo>
                    <a:cubicBezTo>
                      <a:pt x="7759" y="11229"/>
                      <a:pt x="7576" y="11217"/>
                      <a:pt x="7394" y="11205"/>
                    </a:cubicBezTo>
                    <a:cubicBezTo>
                      <a:pt x="7249" y="11196"/>
                      <a:pt x="7105" y="11186"/>
                      <a:pt x="6960" y="11176"/>
                    </a:cubicBezTo>
                    <a:cubicBezTo>
                      <a:pt x="6893" y="11172"/>
                      <a:pt x="6826" y="11167"/>
                      <a:pt x="6759" y="11163"/>
                    </a:cubicBezTo>
                    <a:cubicBezTo>
                      <a:pt x="6092" y="11119"/>
                      <a:pt x="5457" y="10998"/>
                      <a:pt x="4792" y="10888"/>
                    </a:cubicBezTo>
                    <a:cubicBezTo>
                      <a:pt x="4792" y="12400"/>
                      <a:pt x="4792" y="13913"/>
                      <a:pt x="4792" y="15471"/>
                    </a:cubicBezTo>
                    <a:cubicBezTo>
                      <a:pt x="4723" y="15471"/>
                      <a:pt x="4654" y="15471"/>
                      <a:pt x="4583" y="15471"/>
                    </a:cubicBezTo>
                    <a:cubicBezTo>
                      <a:pt x="4583" y="13958"/>
                      <a:pt x="4583" y="12446"/>
                      <a:pt x="4583" y="10888"/>
                    </a:cubicBezTo>
                    <a:cubicBezTo>
                      <a:pt x="3071" y="10888"/>
                      <a:pt x="1558" y="10888"/>
                      <a:pt x="0" y="10888"/>
                    </a:cubicBezTo>
                    <a:cubicBezTo>
                      <a:pt x="0" y="10819"/>
                      <a:pt x="0" y="10750"/>
                      <a:pt x="0" y="10679"/>
                    </a:cubicBezTo>
                    <a:cubicBezTo>
                      <a:pt x="1513" y="10679"/>
                      <a:pt x="3025" y="10679"/>
                      <a:pt x="4583" y="10679"/>
                    </a:cubicBezTo>
                    <a:cubicBezTo>
                      <a:pt x="4581" y="9947"/>
                      <a:pt x="4578" y="9215"/>
                      <a:pt x="4576" y="8461"/>
                    </a:cubicBezTo>
                    <a:cubicBezTo>
                      <a:pt x="4575" y="7997"/>
                      <a:pt x="4574" y="7534"/>
                      <a:pt x="4573" y="7071"/>
                    </a:cubicBezTo>
                    <a:cubicBezTo>
                      <a:pt x="4573" y="6827"/>
                      <a:pt x="4572" y="6584"/>
                      <a:pt x="4572" y="6341"/>
                    </a:cubicBezTo>
                    <a:cubicBezTo>
                      <a:pt x="4572" y="6310"/>
                      <a:pt x="4572" y="6280"/>
                      <a:pt x="4572" y="6248"/>
                    </a:cubicBezTo>
                    <a:cubicBezTo>
                      <a:pt x="4571" y="5756"/>
                      <a:pt x="4569" y="5264"/>
                      <a:pt x="4567" y="4772"/>
                    </a:cubicBezTo>
                    <a:cubicBezTo>
                      <a:pt x="4565" y="4267"/>
                      <a:pt x="4564" y="3762"/>
                      <a:pt x="4564" y="3256"/>
                    </a:cubicBezTo>
                    <a:cubicBezTo>
                      <a:pt x="4563" y="2945"/>
                      <a:pt x="4562" y="2633"/>
                      <a:pt x="4561" y="2322"/>
                    </a:cubicBezTo>
                    <a:cubicBezTo>
                      <a:pt x="4560" y="2082"/>
                      <a:pt x="4559" y="1843"/>
                      <a:pt x="4560" y="1604"/>
                    </a:cubicBezTo>
                    <a:cubicBezTo>
                      <a:pt x="4560" y="1506"/>
                      <a:pt x="4559" y="1408"/>
                      <a:pt x="4558" y="1310"/>
                    </a:cubicBezTo>
                    <a:cubicBezTo>
                      <a:pt x="4557" y="1176"/>
                      <a:pt x="4558" y="1043"/>
                      <a:pt x="4558" y="909"/>
                    </a:cubicBezTo>
                    <a:cubicBezTo>
                      <a:pt x="4558" y="870"/>
                      <a:pt x="4557" y="831"/>
                      <a:pt x="4556" y="792"/>
                    </a:cubicBezTo>
                    <a:cubicBezTo>
                      <a:pt x="4560" y="505"/>
                      <a:pt x="4617" y="137"/>
                      <a:pt x="4901" y="2"/>
                    </a:cubicBezTo>
                    <a:close/>
                    <a:moveTo>
                      <a:pt x="5036" y="600"/>
                    </a:moveTo>
                    <a:cubicBezTo>
                      <a:pt x="4898" y="908"/>
                      <a:pt x="4947" y="1296"/>
                      <a:pt x="4953" y="1625"/>
                    </a:cubicBezTo>
                    <a:cubicBezTo>
                      <a:pt x="4953" y="1722"/>
                      <a:pt x="4953" y="1818"/>
                      <a:pt x="4952" y="1915"/>
                    </a:cubicBezTo>
                    <a:cubicBezTo>
                      <a:pt x="4952" y="2122"/>
                      <a:pt x="4954" y="2329"/>
                      <a:pt x="4956" y="2537"/>
                    </a:cubicBezTo>
                    <a:cubicBezTo>
                      <a:pt x="4959" y="2836"/>
                      <a:pt x="4960" y="3136"/>
                      <a:pt x="4961" y="3435"/>
                    </a:cubicBezTo>
                    <a:cubicBezTo>
                      <a:pt x="4962" y="3922"/>
                      <a:pt x="4965" y="4408"/>
                      <a:pt x="4969" y="4894"/>
                    </a:cubicBezTo>
                    <a:cubicBezTo>
                      <a:pt x="4972" y="5366"/>
                      <a:pt x="4975" y="5838"/>
                      <a:pt x="4977" y="6310"/>
                    </a:cubicBezTo>
                    <a:cubicBezTo>
                      <a:pt x="4977" y="6339"/>
                      <a:pt x="4977" y="6369"/>
                      <a:pt x="4977" y="6399"/>
                    </a:cubicBezTo>
                    <a:cubicBezTo>
                      <a:pt x="4978" y="6545"/>
                      <a:pt x="4979" y="6691"/>
                      <a:pt x="4979" y="6837"/>
                    </a:cubicBezTo>
                    <a:cubicBezTo>
                      <a:pt x="4983" y="8048"/>
                      <a:pt x="4991" y="9260"/>
                      <a:pt x="5000" y="10471"/>
                    </a:cubicBezTo>
                    <a:cubicBezTo>
                      <a:pt x="6195" y="10607"/>
                      <a:pt x="7375" y="10712"/>
                      <a:pt x="8578" y="10694"/>
                    </a:cubicBezTo>
                    <a:cubicBezTo>
                      <a:pt x="8741" y="10691"/>
                      <a:pt x="8903" y="10690"/>
                      <a:pt x="9065" y="10689"/>
                    </a:cubicBezTo>
                    <a:cubicBezTo>
                      <a:pt x="9377" y="10687"/>
                      <a:pt x="9688" y="10684"/>
                      <a:pt x="10000" y="10679"/>
                    </a:cubicBezTo>
                    <a:cubicBezTo>
                      <a:pt x="10043" y="9803"/>
                      <a:pt x="10082" y="8926"/>
                      <a:pt x="10117" y="8049"/>
                    </a:cubicBezTo>
                    <a:cubicBezTo>
                      <a:pt x="10119" y="8016"/>
                      <a:pt x="10120" y="7984"/>
                      <a:pt x="10121" y="7950"/>
                    </a:cubicBezTo>
                    <a:cubicBezTo>
                      <a:pt x="10199" y="6024"/>
                      <a:pt x="10220" y="4114"/>
                      <a:pt x="10117" y="2190"/>
                    </a:cubicBezTo>
                    <a:cubicBezTo>
                      <a:pt x="10114" y="2140"/>
                      <a:pt x="10112" y="2090"/>
                      <a:pt x="10109" y="2039"/>
                    </a:cubicBezTo>
                    <a:cubicBezTo>
                      <a:pt x="10077" y="1446"/>
                      <a:pt x="10041" y="854"/>
                      <a:pt x="10000" y="263"/>
                    </a:cubicBezTo>
                    <a:cubicBezTo>
                      <a:pt x="9410" y="253"/>
                      <a:pt x="8819" y="245"/>
                      <a:pt x="8229" y="241"/>
                    </a:cubicBezTo>
                    <a:cubicBezTo>
                      <a:pt x="7955" y="239"/>
                      <a:pt x="7680" y="236"/>
                      <a:pt x="7406" y="231"/>
                    </a:cubicBezTo>
                    <a:cubicBezTo>
                      <a:pt x="7141" y="226"/>
                      <a:pt x="6877" y="224"/>
                      <a:pt x="6612" y="223"/>
                    </a:cubicBezTo>
                    <a:cubicBezTo>
                      <a:pt x="6511" y="222"/>
                      <a:pt x="6410" y="221"/>
                      <a:pt x="6309" y="218"/>
                    </a:cubicBezTo>
                    <a:cubicBezTo>
                      <a:pt x="6168" y="215"/>
                      <a:pt x="6026" y="215"/>
                      <a:pt x="5885" y="215"/>
                    </a:cubicBezTo>
                    <a:cubicBezTo>
                      <a:pt x="5843" y="214"/>
                      <a:pt x="5802" y="212"/>
                      <a:pt x="5759" y="211"/>
                    </a:cubicBezTo>
                    <a:cubicBezTo>
                      <a:pt x="5447" y="215"/>
                      <a:pt x="5206" y="329"/>
                      <a:pt x="5036" y="600"/>
                    </a:cubicBezTo>
                    <a:close/>
                  </a:path>
                </a:pathLst>
              </a:custGeom>
              <a:solidFill>
                <a:srgbClr val="84D0DD"/>
              </a:solidFill>
              <a:ln w="2646" cap="flat">
                <a:noFill/>
              </a:ln>
            </p:spPr>
          </p:sp>
          <p:sp>
            <p:nvSpPr>
              <p:cNvPr id="2630" name="ICON_C_HEATMAP_path_064"/>
              <p:cNvSpPr/>
              <p:nvPr/>
            </p:nvSpPr>
            <p:spPr>
              <a:xfrm>
                <a:off x="8339667" y="7273396"/>
                <a:ext cx="206375" cy="185208"/>
              </a:xfrm>
              <a:custGeom>
                <a:avLst/>
                <a:gdLst/>
                <a:ahLst/>
                <a:cxnLst/>
                <a:rect l="0" t="0" r="r" b="b"/>
                <a:pathLst>
                  <a:path w="16250" h="14583" fill="norm" stroke="0">
                    <a:moveTo>
                      <a:pt x="10625" y="0"/>
                    </a:moveTo>
                    <a:cubicBezTo>
                      <a:pt x="10694" y="0"/>
                      <a:pt x="10763" y="0"/>
                      <a:pt x="10833" y="0"/>
                    </a:cubicBezTo>
                    <a:cubicBezTo>
                      <a:pt x="10833" y="1306"/>
                      <a:pt x="10833" y="2612"/>
                      <a:pt x="10833" y="3958"/>
                    </a:cubicBezTo>
                    <a:cubicBezTo>
                      <a:pt x="11040" y="3958"/>
                      <a:pt x="11246" y="3958"/>
                      <a:pt x="11458" y="3958"/>
                    </a:cubicBezTo>
                    <a:cubicBezTo>
                      <a:pt x="11452" y="4004"/>
                      <a:pt x="11446" y="4050"/>
                      <a:pt x="11439" y="4097"/>
                    </a:cubicBezTo>
                    <a:cubicBezTo>
                      <a:pt x="11202" y="5862"/>
                      <a:pt x="11235" y="7592"/>
                      <a:pt x="11250" y="9375"/>
                    </a:cubicBezTo>
                    <a:cubicBezTo>
                      <a:pt x="12900" y="9375"/>
                      <a:pt x="14550" y="9375"/>
                      <a:pt x="16250" y="9375"/>
                    </a:cubicBezTo>
                    <a:cubicBezTo>
                      <a:pt x="16181" y="11094"/>
                      <a:pt x="16112" y="12812"/>
                      <a:pt x="16042" y="14583"/>
                    </a:cubicBezTo>
                    <a:cubicBezTo>
                      <a:pt x="15973" y="14583"/>
                      <a:pt x="15904" y="14583"/>
                      <a:pt x="15833" y="14583"/>
                    </a:cubicBezTo>
                    <a:cubicBezTo>
                      <a:pt x="15833" y="12933"/>
                      <a:pt x="15833" y="11283"/>
                      <a:pt x="15833" y="9583"/>
                    </a:cubicBezTo>
                    <a:cubicBezTo>
                      <a:pt x="15558" y="9652"/>
                      <a:pt x="15283" y="9721"/>
                      <a:pt x="15000" y="9792"/>
                    </a:cubicBezTo>
                    <a:cubicBezTo>
                      <a:pt x="14540" y="9822"/>
                      <a:pt x="14540" y="9822"/>
                      <a:pt x="14382" y="9821"/>
                    </a:cubicBezTo>
                    <a:cubicBezTo>
                      <a:pt x="14346" y="9820"/>
                      <a:pt x="14311" y="9820"/>
                      <a:pt x="14275" y="9820"/>
                    </a:cubicBezTo>
                    <a:cubicBezTo>
                      <a:pt x="14239" y="9820"/>
                      <a:pt x="14203" y="9820"/>
                      <a:pt x="14166" y="9819"/>
                    </a:cubicBezTo>
                    <a:cubicBezTo>
                      <a:pt x="14089" y="9819"/>
                      <a:pt x="14013" y="9820"/>
                      <a:pt x="13936" y="9820"/>
                    </a:cubicBezTo>
                    <a:cubicBezTo>
                      <a:pt x="13776" y="9820"/>
                      <a:pt x="13617" y="9820"/>
                      <a:pt x="13458" y="9819"/>
                    </a:cubicBezTo>
                    <a:cubicBezTo>
                      <a:pt x="13256" y="9818"/>
                      <a:pt x="13054" y="9818"/>
                      <a:pt x="12852" y="9820"/>
                    </a:cubicBezTo>
                    <a:cubicBezTo>
                      <a:pt x="12694" y="9820"/>
                      <a:pt x="12536" y="9820"/>
                      <a:pt x="12378" y="9820"/>
                    </a:cubicBezTo>
                    <a:cubicBezTo>
                      <a:pt x="12304" y="9819"/>
                      <a:pt x="12229" y="9820"/>
                      <a:pt x="12155" y="9820"/>
                    </a:cubicBezTo>
                    <a:cubicBezTo>
                      <a:pt x="11198" y="9825"/>
                      <a:pt x="11198" y="9825"/>
                      <a:pt x="10833" y="9583"/>
                    </a:cubicBezTo>
                    <a:cubicBezTo>
                      <a:pt x="10623" y="9301"/>
                      <a:pt x="10595" y="9021"/>
                      <a:pt x="10601" y="8680"/>
                    </a:cubicBezTo>
                    <a:cubicBezTo>
                      <a:pt x="10601" y="8633"/>
                      <a:pt x="10601" y="8586"/>
                      <a:pt x="10601" y="8538"/>
                    </a:cubicBezTo>
                    <a:cubicBezTo>
                      <a:pt x="10601" y="8411"/>
                      <a:pt x="10602" y="8284"/>
                      <a:pt x="10604" y="8157"/>
                    </a:cubicBezTo>
                    <a:cubicBezTo>
                      <a:pt x="10605" y="8024"/>
                      <a:pt x="10605" y="7890"/>
                      <a:pt x="10606" y="7757"/>
                    </a:cubicBezTo>
                    <a:cubicBezTo>
                      <a:pt x="10606" y="7506"/>
                      <a:pt x="10608" y="7254"/>
                      <a:pt x="10610" y="7003"/>
                    </a:cubicBezTo>
                    <a:cubicBezTo>
                      <a:pt x="10612" y="6688"/>
                      <a:pt x="10614" y="6373"/>
                      <a:pt x="10615" y="6058"/>
                    </a:cubicBezTo>
                    <a:cubicBezTo>
                      <a:pt x="10617" y="5497"/>
                      <a:pt x="10621" y="4936"/>
                      <a:pt x="10625" y="4375"/>
                    </a:cubicBezTo>
                    <a:cubicBezTo>
                      <a:pt x="9181" y="4306"/>
                      <a:pt x="7737" y="4237"/>
                      <a:pt x="6250" y="4167"/>
                    </a:cubicBezTo>
                    <a:cubicBezTo>
                      <a:pt x="6294" y="5552"/>
                      <a:pt x="6294" y="5552"/>
                      <a:pt x="6314" y="6136"/>
                    </a:cubicBezTo>
                    <a:cubicBezTo>
                      <a:pt x="6328" y="6538"/>
                      <a:pt x="6341" y="6939"/>
                      <a:pt x="6354" y="7341"/>
                    </a:cubicBezTo>
                    <a:cubicBezTo>
                      <a:pt x="6362" y="7634"/>
                      <a:pt x="6372" y="7927"/>
                      <a:pt x="6383" y="8220"/>
                    </a:cubicBezTo>
                    <a:cubicBezTo>
                      <a:pt x="6388" y="8374"/>
                      <a:pt x="6393" y="8529"/>
                      <a:pt x="6398" y="8684"/>
                    </a:cubicBezTo>
                    <a:cubicBezTo>
                      <a:pt x="6429" y="9791"/>
                      <a:pt x="6429" y="9791"/>
                      <a:pt x="6567" y="10134"/>
                    </a:cubicBezTo>
                    <a:cubicBezTo>
                      <a:pt x="6714" y="10499"/>
                      <a:pt x="6679" y="10852"/>
                      <a:pt x="6656" y="11238"/>
                    </a:cubicBezTo>
                    <a:cubicBezTo>
                      <a:pt x="6652" y="11315"/>
                      <a:pt x="6648" y="11393"/>
                      <a:pt x="6644" y="11470"/>
                    </a:cubicBezTo>
                    <a:cubicBezTo>
                      <a:pt x="6636" y="11632"/>
                      <a:pt x="6626" y="11793"/>
                      <a:pt x="6616" y="11954"/>
                    </a:cubicBezTo>
                    <a:cubicBezTo>
                      <a:pt x="6604" y="12160"/>
                      <a:pt x="6594" y="12365"/>
                      <a:pt x="6585" y="12571"/>
                    </a:cubicBezTo>
                    <a:cubicBezTo>
                      <a:pt x="6577" y="12731"/>
                      <a:pt x="6568" y="12890"/>
                      <a:pt x="6559" y="13050"/>
                    </a:cubicBezTo>
                    <a:cubicBezTo>
                      <a:pt x="6554" y="13126"/>
                      <a:pt x="6550" y="13202"/>
                      <a:pt x="6547" y="13278"/>
                    </a:cubicBezTo>
                    <a:cubicBezTo>
                      <a:pt x="6543" y="13384"/>
                      <a:pt x="6536" y="13490"/>
                      <a:pt x="6528" y="13596"/>
                    </a:cubicBezTo>
                    <a:cubicBezTo>
                      <a:pt x="6528" y="13611"/>
                      <a:pt x="6528" y="13611"/>
                      <a:pt x="6526" y="13689"/>
                    </a:cubicBezTo>
                    <a:cubicBezTo>
                      <a:pt x="6494" y="14040"/>
                      <a:pt x="6328" y="14089"/>
                      <a:pt x="6042" y="14375"/>
                    </a:cubicBezTo>
                    <a:cubicBezTo>
                      <a:pt x="5904" y="11144"/>
                      <a:pt x="5767" y="7913"/>
                      <a:pt x="5625" y="4583"/>
                    </a:cubicBezTo>
                    <a:cubicBezTo>
                      <a:pt x="2930" y="4427"/>
                      <a:pt x="2930" y="4427"/>
                      <a:pt x="2079" y="4384"/>
                    </a:cubicBezTo>
                    <a:cubicBezTo>
                      <a:pt x="1736" y="4361"/>
                      <a:pt x="1736" y="4361"/>
                      <a:pt x="1575" y="4350"/>
                    </a:cubicBezTo>
                    <a:cubicBezTo>
                      <a:pt x="1463" y="4342"/>
                      <a:pt x="1351" y="4336"/>
                      <a:pt x="1239" y="4332"/>
                    </a:cubicBezTo>
                    <a:cubicBezTo>
                      <a:pt x="464" y="4302"/>
                      <a:pt x="464" y="4302"/>
                      <a:pt x="208" y="4167"/>
                    </a:cubicBezTo>
                    <a:cubicBezTo>
                      <a:pt x="19" y="3927"/>
                      <a:pt x="5" y="3628"/>
                      <a:pt x="0" y="3333"/>
                    </a:cubicBezTo>
                    <a:cubicBezTo>
                      <a:pt x="138" y="3333"/>
                      <a:pt x="275" y="3333"/>
                      <a:pt x="417" y="3333"/>
                    </a:cubicBezTo>
                    <a:cubicBezTo>
                      <a:pt x="417" y="3540"/>
                      <a:pt x="417" y="3746"/>
                      <a:pt x="417" y="3958"/>
                    </a:cubicBezTo>
                    <a:cubicBezTo>
                      <a:pt x="1058" y="3946"/>
                      <a:pt x="1699" y="3930"/>
                      <a:pt x="2340" y="3909"/>
                    </a:cubicBezTo>
                    <a:cubicBezTo>
                      <a:pt x="2638" y="3900"/>
                      <a:pt x="2935" y="3892"/>
                      <a:pt x="3233" y="3886"/>
                    </a:cubicBezTo>
                    <a:cubicBezTo>
                      <a:pt x="3493" y="3881"/>
                      <a:pt x="3753" y="3874"/>
                      <a:pt x="4013" y="3865"/>
                    </a:cubicBezTo>
                    <a:cubicBezTo>
                      <a:pt x="4150" y="3860"/>
                      <a:pt x="4287" y="3856"/>
                      <a:pt x="4425" y="3855"/>
                    </a:cubicBezTo>
                    <a:cubicBezTo>
                      <a:pt x="5359" y="3845"/>
                      <a:pt x="5359" y="3845"/>
                      <a:pt x="5712" y="3527"/>
                    </a:cubicBezTo>
                    <a:cubicBezTo>
                      <a:pt x="5830" y="3400"/>
                      <a:pt x="5935" y="3261"/>
                      <a:pt x="6042" y="3125"/>
                    </a:cubicBezTo>
                    <a:cubicBezTo>
                      <a:pt x="6042" y="3400"/>
                      <a:pt x="6042" y="3675"/>
                      <a:pt x="6042" y="3958"/>
                    </a:cubicBezTo>
                    <a:cubicBezTo>
                      <a:pt x="7554" y="3958"/>
                      <a:pt x="9067" y="3958"/>
                      <a:pt x="10625" y="3958"/>
                    </a:cubicBezTo>
                    <a:cubicBezTo>
                      <a:pt x="10586" y="3576"/>
                      <a:pt x="10548" y="3194"/>
                      <a:pt x="10508" y="2800"/>
                    </a:cubicBezTo>
                    <a:cubicBezTo>
                      <a:pt x="10419" y="1836"/>
                      <a:pt x="10399" y="947"/>
                      <a:pt x="10625" y="0"/>
                    </a:cubicBezTo>
                    <a:close/>
                  </a:path>
                </a:pathLst>
              </a:custGeom>
              <a:solidFill>
                <a:srgbClr val="7CC1DE"/>
              </a:solidFill>
              <a:ln w="2646" cap="flat">
                <a:noFill/>
              </a:ln>
            </p:spPr>
          </p:sp>
          <p:sp>
            <p:nvSpPr>
              <p:cNvPr id="2631" name="ICON_C_HEATMAP_path_065"/>
              <p:cNvSpPr/>
              <p:nvPr/>
            </p:nvSpPr>
            <p:spPr>
              <a:xfrm>
                <a:off x="8288979" y="7400315"/>
                <a:ext cx="42751" cy="55973"/>
              </a:xfrm>
              <a:custGeom>
                <a:avLst/>
                <a:gdLst/>
                <a:ahLst/>
                <a:cxnLst/>
                <a:rect l="0" t="0" r="r" b="b"/>
                <a:pathLst>
                  <a:path w="3366" h="4407" fill="norm" stroke="0">
                    <a:moveTo>
                      <a:pt x="1348" y="97"/>
                    </a:moveTo>
                    <a:cubicBezTo>
                      <a:pt x="1908" y="215"/>
                      <a:pt x="1908" y="215"/>
                      <a:pt x="3366" y="215"/>
                    </a:cubicBezTo>
                    <a:cubicBezTo>
                      <a:pt x="3366" y="1590"/>
                      <a:pt x="3366" y="2965"/>
                      <a:pt x="3366" y="4381"/>
                    </a:cubicBezTo>
                    <a:cubicBezTo>
                      <a:pt x="2855" y="4386"/>
                      <a:pt x="2344" y="4390"/>
                      <a:pt x="1817" y="4394"/>
                    </a:cubicBezTo>
                    <a:cubicBezTo>
                      <a:pt x="1655" y="4396"/>
                      <a:pt x="1494" y="4398"/>
                      <a:pt x="1328" y="4400"/>
                    </a:cubicBezTo>
                    <a:cubicBezTo>
                      <a:pt x="1131" y="4401"/>
                      <a:pt x="1131" y="4401"/>
                      <a:pt x="1038" y="4401"/>
                    </a:cubicBezTo>
                    <a:cubicBezTo>
                      <a:pt x="974" y="4401"/>
                      <a:pt x="909" y="4402"/>
                      <a:pt x="845" y="4403"/>
                    </a:cubicBezTo>
                    <a:cubicBezTo>
                      <a:pt x="747" y="4405"/>
                      <a:pt x="649" y="4405"/>
                      <a:pt x="552" y="4405"/>
                    </a:cubicBezTo>
                    <a:cubicBezTo>
                      <a:pt x="523" y="4406"/>
                      <a:pt x="495" y="4406"/>
                      <a:pt x="465" y="4407"/>
                    </a:cubicBezTo>
                    <a:cubicBezTo>
                      <a:pt x="319" y="4406"/>
                      <a:pt x="242" y="4382"/>
                      <a:pt x="119" y="4300"/>
                    </a:cubicBezTo>
                    <a:cubicBezTo>
                      <a:pt x="0" y="4125"/>
                      <a:pt x="5" y="3993"/>
                      <a:pt x="9" y="3786"/>
                    </a:cubicBezTo>
                    <a:cubicBezTo>
                      <a:pt x="9" y="3747"/>
                      <a:pt x="9" y="3709"/>
                      <a:pt x="9" y="3669"/>
                    </a:cubicBezTo>
                    <a:cubicBezTo>
                      <a:pt x="9" y="3541"/>
                      <a:pt x="11" y="3414"/>
                      <a:pt x="13" y="3287"/>
                    </a:cubicBezTo>
                    <a:cubicBezTo>
                      <a:pt x="13" y="3198"/>
                      <a:pt x="13" y="3110"/>
                      <a:pt x="13" y="3021"/>
                    </a:cubicBezTo>
                    <a:cubicBezTo>
                      <a:pt x="14" y="2789"/>
                      <a:pt x="16" y="2556"/>
                      <a:pt x="19" y="2324"/>
                    </a:cubicBezTo>
                    <a:cubicBezTo>
                      <a:pt x="21" y="2086"/>
                      <a:pt x="22" y="1849"/>
                      <a:pt x="23" y="1612"/>
                    </a:cubicBezTo>
                    <a:cubicBezTo>
                      <a:pt x="25" y="1146"/>
                      <a:pt x="28" y="680"/>
                      <a:pt x="33" y="215"/>
                    </a:cubicBezTo>
                    <a:cubicBezTo>
                      <a:pt x="166" y="179"/>
                      <a:pt x="300" y="144"/>
                      <a:pt x="433" y="109"/>
                    </a:cubicBezTo>
                    <a:cubicBezTo>
                      <a:pt x="471" y="99"/>
                      <a:pt x="509" y="89"/>
                      <a:pt x="547" y="78"/>
                    </a:cubicBezTo>
                    <a:cubicBezTo>
                      <a:pt x="851" y="0"/>
                      <a:pt x="1043" y="8"/>
                      <a:pt x="1348" y="97"/>
                    </a:cubicBezTo>
                    <a:close/>
                  </a:path>
                </a:pathLst>
              </a:custGeom>
              <a:solidFill>
                <a:srgbClr val="7357AA"/>
              </a:solidFill>
              <a:ln w="2646" cap="flat">
                <a:noFill/>
              </a:ln>
            </p:spPr>
          </p:sp>
          <p:sp>
            <p:nvSpPr>
              <p:cNvPr id="2632" name="ICON_C_HEATMAP_path_066"/>
              <p:cNvSpPr/>
              <p:nvPr/>
            </p:nvSpPr>
            <p:spPr>
              <a:xfrm>
                <a:off x="8236479" y="7262743"/>
                <a:ext cx="383646" cy="11062"/>
              </a:xfrm>
              <a:custGeom>
                <a:avLst/>
                <a:gdLst/>
                <a:ahLst/>
                <a:cxnLst/>
                <a:rect l="0" t="0" r="r" b="b"/>
                <a:pathLst>
                  <a:path w="30208" h="871" fill="norm" stroke="0">
                    <a:moveTo>
                      <a:pt x="25167" y="95"/>
                    </a:moveTo>
                    <a:cubicBezTo>
                      <a:pt x="25261" y="97"/>
                      <a:pt x="25355" y="99"/>
                      <a:pt x="25449" y="101"/>
                    </a:cubicBezTo>
                    <a:cubicBezTo>
                      <a:pt x="27035" y="135"/>
                      <a:pt x="28622" y="172"/>
                      <a:pt x="30208" y="214"/>
                    </a:cubicBezTo>
                    <a:cubicBezTo>
                      <a:pt x="30208" y="351"/>
                      <a:pt x="30208" y="489"/>
                      <a:pt x="30208" y="630"/>
                    </a:cubicBezTo>
                    <a:cubicBezTo>
                      <a:pt x="28440" y="651"/>
                      <a:pt x="26671" y="671"/>
                      <a:pt x="24903" y="690"/>
                    </a:cubicBezTo>
                    <a:cubicBezTo>
                      <a:pt x="24876" y="690"/>
                      <a:pt x="24849" y="691"/>
                      <a:pt x="24821" y="691"/>
                    </a:cubicBezTo>
                    <a:cubicBezTo>
                      <a:pt x="24236" y="697"/>
                      <a:pt x="23650" y="704"/>
                      <a:pt x="23065" y="710"/>
                    </a:cubicBezTo>
                    <a:cubicBezTo>
                      <a:pt x="22777" y="713"/>
                      <a:pt x="22489" y="716"/>
                      <a:pt x="22201" y="719"/>
                    </a:cubicBezTo>
                    <a:cubicBezTo>
                      <a:pt x="22173" y="720"/>
                      <a:pt x="22144" y="720"/>
                      <a:pt x="22115" y="720"/>
                    </a:cubicBezTo>
                    <a:cubicBezTo>
                      <a:pt x="21295" y="729"/>
                      <a:pt x="20476" y="739"/>
                      <a:pt x="19656" y="748"/>
                    </a:cubicBezTo>
                    <a:cubicBezTo>
                      <a:pt x="16930" y="779"/>
                      <a:pt x="14204" y="809"/>
                      <a:pt x="5250" y="857"/>
                    </a:cubicBezTo>
                    <a:cubicBezTo>
                      <a:pt x="4842" y="858"/>
                      <a:pt x="4434" y="859"/>
                      <a:pt x="4025" y="860"/>
                    </a:cubicBezTo>
                    <a:cubicBezTo>
                      <a:pt x="3567" y="862"/>
                      <a:pt x="3109" y="863"/>
                      <a:pt x="2650" y="863"/>
                    </a:cubicBezTo>
                    <a:cubicBezTo>
                      <a:pt x="2417" y="863"/>
                      <a:pt x="2184" y="863"/>
                      <a:pt x="1951" y="864"/>
                    </a:cubicBezTo>
                    <a:cubicBezTo>
                      <a:pt x="1738" y="865"/>
                      <a:pt x="1525" y="865"/>
                      <a:pt x="1312" y="864"/>
                    </a:cubicBezTo>
                    <a:cubicBezTo>
                      <a:pt x="1235" y="864"/>
                      <a:pt x="1158" y="864"/>
                      <a:pt x="1081" y="865"/>
                    </a:cubicBezTo>
                    <a:cubicBezTo>
                      <a:pt x="299" y="871"/>
                      <a:pt x="299" y="871"/>
                      <a:pt x="0" y="630"/>
                    </a:cubicBezTo>
                    <a:cubicBezTo>
                      <a:pt x="0" y="493"/>
                      <a:pt x="0" y="355"/>
                      <a:pt x="0" y="214"/>
                    </a:cubicBezTo>
                    <a:cubicBezTo>
                      <a:pt x="2544" y="214"/>
                      <a:pt x="5087" y="214"/>
                      <a:pt x="7708" y="214"/>
                    </a:cubicBezTo>
                    <a:cubicBezTo>
                      <a:pt x="7708" y="351"/>
                      <a:pt x="7708" y="489"/>
                      <a:pt x="7708" y="630"/>
                    </a:cubicBezTo>
                    <a:cubicBezTo>
                      <a:pt x="8465" y="630"/>
                      <a:pt x="9221" y="630"/>
                      <a:pt x="10000" y="630"/>
                    </a:cubicBezTo>
                    <a:cubicBezTo>
                      <a:pt x="10000" y="493"/>
                      <a:pt x="10000" y="355"/>
                      <a:pt x="10000" y="214"/>
                    </a:cubicBezTo>
                    <a:cubicBezTo>
                      <a:pt x="11298" y="169"/>
                      <a:pt x="12595" y="131"/>
                      <a:pt x="13893" y="97"/>
                    </a:cubicBezTo>
                    <a:cubicBezTo>
                      <a:pt x="13943" y="95"/>
                      <a:pt x="13993" y="94"/>
                      <a:pt x="14044" y="93"/>
                    </a:cubicBezTo>
                    <a:cubicBezTo>
                      <a:pt x="17158" y="10"/>
                      <a:pt x="20267" y="0"/>
                      <a:pt x="25167" y="95"/>
                    </a:cubicBezTo>
                    <a:close/>
                  </a:path>
                </a:pathLst>
              </a:custGeom>
              <a:solidFill>
                <a:srgbClr val="56A4CD"/>
              </a:solidFill>
              <a:ln w="2646" cap="flat">
                <a:noFill/>
              </a:ln>
            </p:spPr>
          </p:sp>
          <p:sp>
            <p:nvSpPr>
              <p:cNvPr id="2633" name="ICON_C_HEATMAP_path_067"/>
              <p:cNvSpPr/>
              <p:nvPr/>
            </p:nvSpPr>
            <p:spPr>
              <a:xfrm>
                <a:off x="7754096" y="7531059"/>
                <a:ext cx="212508" cy="133919"/>
              </a:xfrm>
              <a:custGeom>
                <a:avLst/>
                <a:gdLst/>
                <a:ahLst/>
                <a:cxnLst/>
                <a:rect l="0" t="0" r="r" b="b"/>
                <a:pathLst>
                  <a:path w="16733" h="10545" fill="norm" stroke="0">
                    <a:moveTo>
                      <a:pt x="1526" y="87"/>
                    </a:moveTo>
                    <a:cubicBezTo>
                      <a:pt x="1617" y="88"/>
                      <a:pt x="1707" y="89"/>
                      <a:pt x="1798" y="89"/>
                    </a:cubicBezTo>
                    <a:cubicBezTo>
                      <a:pt x="2132" y="91"/>
                      <a:pt x="2466" y="97"/>
                      <a:pt x="2801" y="102"/>
                    </a:cubicBezTo>
                    <a:cubicBezTo>
                      <a:pt x="3548" y="111"/>
                      <a:pt x="4296" y="119"/>
                      <a:pt x="5066" y="128"/>
                    </a:cubicBezTo>
                    <a:cubicBezTo>
                      <a:pt x="5066" y="1778"/>
                      <a:pt x="5066" y="3428"/>
                      <a:pt x="5066" y="5128"/>
                    </a:cubicBezTo>
                    <a:cubicBezTo>
                      <a:pt x="5490" y="5126"/>
                      <a:pt x="5913" y="5123"/>
                      <a:pt x="6349" y="5121"/>
                    </a:cubicBezTo>
                    <a:cubicBezTo>
                      <a:pt x="6627" y="5120"/>
                      <a:pt x="6905" y="5119"/>
                      <a:pt x="7184" y="5118"/>
                    </a:cubicBezTo>
                    <a:cubicBezTo>
                      <a:pt x="7219" y="5117"/>
                      <a:pt x="7255" y="5117"/>
                      <a:pt x="7292" y="5117"/>
                    </a:cubicBezTo>
                    <a:cubicBezTo>
                      <a:pt x="7557" y="5116"/>
                      <a:pt x="7822" y="5116"/>
                      <a:pt x="8087" y="5115"/>
                    </a:cubicBezTo>
                    <a:cubicBezTo>
                      <a:pt x="8106" y="5115"/>
                      <a:pt x="8106" y="5115"/>
                      <a:pt x="8201" y="5115"/>
                    </a:cubicBezTo>
                    <a:cubicBezTo>
                      <a:pt x="10353" y="5110"/>
                      <a:pt x="12500" y="5133"/>
                      <a:pt x="14650" y="5232"/>
                    </a:cubicBezTo>
                    <a:cubicBezTo>
                      <a:pt x="14663" y="5233"/>
                      <a:pt x="14663" y="5233"/>
                      <a:pt x="14732" y="5236"/>
                    </a:cubicBezTo>
                    <a:cubicBezTo>
                      <a:pt x="15399" y="5267"/>
                      <a:pt x="16066" y="5300"/>
                      <a:pt x="16733" y="5336"/>
                    </a:cubicBezTo>
                    <a:cubicBezTo>
                      <a:pt x="16733" y="5405"/>
                      <a:pt x="16733" y="5474"/>
                      <a:pt x="16733" y="5545"/>
                    </a:cubicBezTo>
                    <a:cubicBezTo>
                      <a:pt x="12952" y="5545"/>
                      <a:pt x="9170" y="5545"/>
                      <a:pt x="5275" y="5545"/>
                    </a:cubicBezTo>
                    <a:cubicBezTo>
                      <a:pt x="5275" y="7195"/>
                      <a:pt x="5275" y="8845"/>
                      <a:pt x="5275" y="10545"/>
                    </a:cubicBezTo>
                    <a:cubicBezTo>
                      <a:pt x="5137" y="10545"/>
                      <a:pt x="5000" y="10545"/>
                      <a:pt x="4858" y="10545"/>
                    </a:cubicBezTo>
                    <a:cubicBezTo>
                      <a:pt x="4824" y="9754"/>
                      <a:pt x="4824" y="9754"/>
                      <a:pt x="4650" y="5753"/>
                    </a:cubicBezTo>
                    <a:cubicBezTo>
                      <a:pt x="3481" y="5684"/>
                      <a:pt x="2312" y="5616"/>
                      <a:pt x="1108" y="5545"/>
                    </a:cubicBezTo>
                    <a:cubicBezTo>
                      <a:pt x="1108" y="5407"/>
                      <a:pt x="1108" y="5270"/>
                      <a:pt x="1108" y="5128"/>
                    </a:cubicBezTo>
                    <a:cubicBezTo>
                      <a:pt x="1049" y="5124"/>
                      <a:pt x="991" y="5120"/>
                      <a:pt x="931" y="5116"/>
                    </a:cubicBezTo>
                    <a:cubicBezTo>
                      <a:pt x="697" y="5089"/>
                      <a:pt x="472" y="5055"/>
                      <a:pt x="275" y="4920"/>
                    </a:cubicBezTo>
                    <a:cubicBezTo>
                      <a:pt x="104" y="4645"/>
                      <a:pt x="138" y="4269"/>
                      <a:pt x="133" y="3957"/>
                    </a:cubicBezTo>
                    <a:cubicBezTo>
                      <a:pt x="129" y="3860"/>
                      <a:pt x="124" y="3764"/>
                      <a:pt x="120" y="3667"/>
                    </a:cubicBezTo>
                    <a:cubicBezTo>
                      <a:pt x="110" y="3464"/>
                      <a:pt x="104" y="3261"/>
                      <a:pt x="100" y="3058"/>
                    </a:cubicBezTo>
                    <a:cubicBezTo>
                      <a:pt x="94" y="2798"/>
                      <a:pt x="83" y="2539"/>
                      <a:pt x="70" y="2280"/>
                    </a:cubicBezTo>
                    <a:cubicBezTo>
                      <a:pt x="61" y="2080"/>
                      <a:pt x="54" y="1880"/>
                      <a:pt x="47" y="1680"/>
                    </a:cubicBezTo>
                    <a:cubicBezTo>
                      <a:pt x="44" y="1584"/>
                      <a:pt x="40" y="1488"/>
                      <a:pt x="35" y="1393"/>
                    </a:cubicBezTo>
                    <a:cubicBezTo>
                      <a:pt x="0" y="558"/>
                      <a:pt x="0" y="558"/>
                      <a:pt x="211" y="277"/>
                    </a:cubicBezTo>
                    <a:cubicBezTo>
                      <a:pt x="574" y="0"/>
                      <a:pt x="1094" y="78"/>
                      <a:pt x="1526" y="87"/>
                    </a:cubicBezTo>
                    <a:close/>
                    <a:moveTo>
                      <a:pt x="691" y="336"/>
                    </a:moveTo>
                    <a:cubicBezTo>
                      <a:pt x="683" y="1420"/>
                      <a:pt x="683" y="1420"/>
                      <a:pt x="681" y="1881"/>
                    </a:cubicBezTo>
                    <a:cubicBezTo>
                      <a:pt x="680" y="2196"/>
                      <a:pt x="678" y="2512"/>
                      <a:pt x="676" y="2827"/>
                    </a:cubicBezTo>
                    <a:cubicBezTo>
                      <a:pt x="673" y="3081"/>
                      <a:pt x="672" y="3335"/>
                      <a:pt x="671" y="3589"/>
                    </a:cubicBezTo>
                    <a:cubicBezTo>
                      <a:pt x="671" y="3685"/>
                      <a:pt x="670" y="3782"/>
                      <a:pt x="669" y="3879"/>
                    </a:cubicBezTo>
                    <a:cubicBezTo>
                      <a:pt x="668" y="4015"/>
                      <a:pt x="668" y="4151"/>
                      <a:pt x="668" y="4286"/>
                    </a:cubicBezTo>
                    <a:cubicBezTo>
                      <a:pt x="667" y="4326"/>
                      <a:pt x="666" y="4367"/>
                      <a:pt x="665" y="4408"/>
                    </a:cubicBezTo>
                    <a:cubicBezTo>
                      <a:pt x="667" y="4589"/>
                      <a:pt x="675" y="4686"/>
                      <a:pt x="774" y="4841"/>
                    </a:cubicBezTo>
                    <a:cubicBezTo>
                      <a:pt x="944" y="4948"/>
                      <a:pt x="1070" y="4948"/>
                      <a:pt x="1268" y="4944"/>
                    </a:cubicBezTo>
                    <a:cubicBezTo>
                      <a:pt x="1305" y="4944"/>
                      <a:pt x="1342" y="4944"/>
                      <a:pt x="1380" y="4944"/>
                    </a:cubicBezTo>
                    <a:cubicBezTo>
                      <a:pt x="1500" y="4943"/>
                      <a:pt x="1620" y="4942"/>
                      <a:pt x="1740" y="4940"/>
                    </a:cubicBezTo>
                    <a:cubicBezTo>
                      <a:pt x="1815" y="4940"/>
                      <a:pt x="1889" y="4940"/>
                      <a:pt x="1963" y="4940"/>
                    </a:cubicBezTo>
                    <a:cubicBezTo>
                      <a:pt x="2238" y="4939"/>
                      <a:pt x="2513" y="4936"/>
                      <a:pt x="2788" y="4933"/>
                    </a:cubicBezTo>
                    <a:cubicBezTo>
                      <a:pt x="3402" y="4929"/>
                      <a:pt x="4016" y="4924"/>
                      <a:pt x="4650" y="4920"/>
                    </a:cubicBezTo>
                    <a:cubicBezTo>
                      <a:pt x="4650" y="3407"/>
                      <a:pt x="4650" y="1895"/>
                      <a:pt x="4650" y="336"/>
                    </a:cubicBezTo>
                    <a:cubicBezTo>
                      <a:pt x="3343" y="336"/>
                      <a:pt x="2037" y="336"/>
                      <a:pt x="691" y="336"/>
                    </a:cubicBezTo>
                    <a:close/>
                  </a:path>
                </a:pathLst>
              </a:custGeom>
              <a:solidFill>
                <a:srgbClr val="A6DAC2"/>
              </a:solidFill>
              <a:ln w="2646" cap="flat">
                <a:noFill/>
              </a:ln>
            </p:spPr>
          </p:sp>
          <p:sp>
            <p:nvSpPr>
              <p:cNvPr id="2634" name="ICON_C_HEATMAP_path_068"/>
              <p:cNvSpPr/>
              <p:nvPr/>
            </p:nvSpPr>
            <p:spPr>
              <a:xfrm>
                <a:off x="8413750" y="7254875"/>
                <a:ext cx="206375" cy="10848"/>
              </a:xfrm>
              <a:custGeom>
                <a:avLst/>
                <a:gdLst/>
                <a:ahLst/>
                <a:cxnLst/>
                <a:rect l="0" t="0" r="r" b="b"/>
                <a:pathLst>
                  <a:path w="16250" h="854" fill="norm" stroke="0">
                    <a:moveTo>
                      <a:pt x="0" y="0"/>
                    </a:moveTo>
                    <a:cubicBezTo>
                      <a:pt x="5362" y="0"/>
                      <a:pt x="10725" y="0"/>
                      <a:pt x="16250" y="0"/>
                    </a:cubicBezTo>
                    <a:cubicBezTo>
                      <a:pt x="16250" y="275"/>
                      <a:pt x="16250" y="550"/>
                      <a:pt x="16250" y="833"/>
                    </a:cubicBezTo>
                    <a:cubicBezTo>
                      <a:pt x="14872" y="838"/>
                      <a:pt x="13494" y="842"/>
                      <a:pt x="12115" y="844"/>
                    </a:cubicBezTo>
                    <a:cubicBezTo>
                      <a:pt x="11950" y="844"/>
                      <a:pt x="11784" y="845"/>
                      <a:pt x="11618" y="845"/>
                    </a:cubicBezTo>
                    <a:cubicBezTo>
                      <a:pt x="11601" y="845"/>
                      <a:pt x="11601" y="845"/>
                      <a:pt x="11518" y="845"/>
                    </a:cubicBezTo>
                    <a:cubicBezTo>
                      <a:pt x="11060" y="846"/>
                      <a:pt x="10602" y="847"/>
                      <a:pt x="10144" y="849"/>
                    </a:cubicBezTo>
                    <a:cubicBezTo>
                      <a:pt x="9352" y="852"/>
                      <a:pt x="8559" y="854"/>
                      <a:pt x="7766" y="854"/>
                    </a:cubicBezTo>
                    <a:cubicBezTo>
                      <a:pt x="7750" y="854"/>
                      <a:pt x="7750" y="854"/>
                      <a:pt x="7671" y="854"/>
                    </a:cubicBezTo>
                    <a:cubicBezTo>
                      <a:pt x="5110" y="854"/>
                      <a:pt x="2558" y="766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3B8CC"/>
              </a:solidFill>
              <a:ln w="2646" cap="flat">
                <a:noFill/>
              </a:ln>
            </p:spPr>
          </p:sp>
          <p:sp>
            <p:nvSpPr>
              <p:cNvPr id="2635" name="ICON_C_HEATMAP_path_069"/>
              <p:cNvSpPr/>
              <p:nvPr/>
            </p:nvSpPr>
            <p:spPr>
              <a:xfrm>
                <a:off x="8413750" y="7426854"/>
                <a:ext cx="206375" cy="174625"/>
              </a:xfrm>
              <a:custGeom>
                <a:avLst/>
                <a:gdLst/>
                <a:ahLst/>
                <a:cxnLst/>
                <a:rect l="0" t="0" r="r" b="b"/>
                <a:pathLst>
                  <a:path w="16250" h="13750" fill="norm" stroke="0">
                    <a:moveTo>
                      <a:pt x="10417" y="0"/>
                    </a:moveTo>
                    <a:cubicBezTo>
                      <a:pt x="10485" y="0"/>
                      <a:pt x="10554" y="0"/>
                      <a:pt x="10625" y="0"/>
                    </a:cubicBezTo>
                    <a:cubicBezTo>
                      <a:pt x="10659" y="378"/>
                      <a:pt x="10659" y="378"/>
                      <a:pt x="10833" y="2292"/>
                    </a:cubicBezTo>
                    <a:cubicBezTo>
                      <a:pt x="11189" y="2287"/>
                      <a:pt x="11546" y="2282"/>
                      <a:pt x="11912" y="2277"/>
                    </a:cubicBezTo>
                    <a:cubicBezTo>
                      <a:pt x="12138" y="2275"/>
                      <a:pt x="12364" y="2273"/>
                      <a:pt x="12590" y="2271"/>
                    </a:cubicBezTo>
                    <a:cubicBezTo>
                      <a:pt x="12949" y="2269"/>
                      <a:pt x="13307" y="2266"/>
                      <a:pt x="13666" y="2260"/>
                    </a:cubicBezTo>
                    <a:cubicBezTo>
                      <a:pt x="13927" y="2256"/>
                      <a:pt x="14188" y="2253"/>
                      <a:pt x="14449" y="2253"/>
                    </a:cubicBezTo>
                    <a:cubicBezTo>
                      <a:pt x="14587" y="2252"/>
                      <a:pt x="14725" y="2251"/>
                      <a:pt x="14863" y="2248"/>
                    </a:cubicBezTo>
                    <a:cubicBezTo>
                      <a:pt x="15817" y="2227"/>
                      <a:pt x="15817" y="2227"/>
                      <a:pt x="16059" y="2444"/>
                    </a:cubicBezTo>
                    <a:cubicBezTo>
                      <a:pt x="16134" y="2526"/>
                      <a:pt x="16195" y="2612"/>
                      <a:pt x="16250" y="2708"/>
                    </a:cubicBezTo>
                    <a:cubicBezTo>
                      <a:pt x="15526" y="2883"/>
                      <a:pt x="14847" y="2946"/>
                      <a:pt x="14104" y="2937"/>
                    </a:cubicBezTo>
                    <a:cubicBezTo>
                      <a:pt x="14003" y="2937"/>
                      <a:pt x="13901" y="2936"/>
                      <a:pt x="13800" y="2936"/>
                    </a:cubicBezTo>
                    <a:cubicBezTo>
                      <a:pt x="13564" y="2935"/>
                      <a:pt x="13328" y="2934"/>
                      <a:pt x="13092" y="2932"/>
                    </a:cubicBezTo>
                    <a:cubicBezTo>
                      <a:pt x="12822" y="2929"/>
                      <a:pt x="12553" y="2928"/>
                      <a:pt x="12283" y="2927"/>
                    </a:cubicBezTo>
                    <a:cubicBezTo>
                      <a:pt x="11730" y="2925"/>
                      <a:pt x="11178" y="2921"/>
                      <a:pt x="10625" y="2917"/>
                    </a:cubicBezTo>
                    <a:cubicBezTo>
                      <a:pt x="10625" y="2940"/>
                      <a:pt x="10625" y="2964"/>
                      <a:pt x="10626" y="2988"/>
                    </a:cubicBezTo>
                    <a:cubicBezTo>
                      <a:pt x="10630" y="3567"/>
                      <a:pt x="10634" y="4147"/>
                      <a:pt x="10636" y="4726"/>
                    </a:cubicBezTo>
                    <a:cubicBezTo>
                      <a:pt x="10637" y="5006"/>
                      <a:pt x="10638" y="5287"/>
                      <a:pt x="10641" y="5567"/>
                    </a:cubicBezTo>
                    <a:cubicBezTo>
                      <a:pt x="10659" y="7702"/>
                      <a:pt x="10659" y="7702"/>
                      <a:pt x="10491" y="8475"/>
                    </a:cubicBezTo>
                    <a:cubicBezTo>
                      <a:pt x="10310" y="9399"/>
                      <a:pt x="10396" y="10394"/>
                      <a:pt x="10404" y="11328"/>
                    </a:cubicBezTo>
                    <a:cubicBezTo>
                      <a:pt x="10408" y="12059"/>
                      <a:pt x="10412" y="12789"/>
                      <a:pt x="10417" y="13542"/>
                    </a:cubicBezTo>
                    <a:cubicBezTo>
                      <a:pt x="12342" y="13542"/>
                      <a:pt x="14267" y="13542"/>
                      <a:pt x="16250" y="13542"/>
                    </a:cubicBezTo>
                    <a:cubicBezTo>
                      <a:pt x="16250" y="13610"/>
                      <a:pt x="16250" y="13679"/>
                      <a:pt x="16250" y="13750"/>
                    </a:cubicBezTo>
                    <a:cubicBezTo>
                      <a:pt x="14188" y="13750"/>
                      <a:pt x="12125" y="13750"/>
                      <a:pt x="10000" y="13750"/>
                    </a:cubicBezTo>
                    <a:cubicBezTo>
                      <a:pt x="10013" y="11524"/>
                      <a:pt x="10013" y="11524"/>
                      <a:pt x="10019" y="10827"/>
                    </a:cubicBezTo>
                    <a:cubicBezTo>
                      <a:pt x="10020" y="10541"/>
                      <a:pt x="10020" y="10541"/>
                      <a:pt x="10020" y="10406"/>
                    </a:cubicBezTo>
                    <a:cubicBezTo>
                      <a:pt x="10020" y="10314"/>
                      <a:pt x="10021" y="10222"/>
                      <a:pt x="10022" y="10130"/>
                    </a:cubicBezTo>
                    <a:cubicBezTo>
                      <a:pt x="10028" y="9620"/>
                      <a:pt x="10007" y="9151"/>
                      <a:pt x="9890" y="8654"/>
                    </a:cubicBezTo>
                    <a:cubicBezTo>
                      <a:pt x="9759" y="8084"/>
                      <a:pt x="9800" y="7540"/>
                      <a:pt x="9855" y="6964"/>
                    </a:cubicBezTo>
                    <a:cubicBezTo>
                      <a:pt x="9867" y="6835"/>
                      <a:pt x="9877" y="6706"/>
                      <a:pt x="9888" y="6577"/>
                    </a:cubicBezTo>
                    <a:cubicBezTo>
                      <a:pt x="9919" y="6203"/>
                      <a:pt x="9953" y="5829"/>
                      <a:pt x="9987" y="5456"/>
                    </a:cubicBezTo>
                    <a:cubicBezTo>
                      <a:pt x="10060" y="4618"/>
                      <a:pt x="10133" y="3780"/>
                      <a:pt x="10208" y="2917"/>
                    </a:cubicBezTo>
                    <a:cubicBezTo>
                      <a:pt x="6908" y="2917"/>
                      <a:pt x="3608" y="2917"/>
                      <a:pt x="208" y="2917"/>
                    </a:cubicBezTo>
                    <a:cubicBezTo>
                      <a:pt x="208" y="4498"/>
                      <a:pt x="208" y="6079"/>
                      <a:pt x="208" y="7708"/>
                    </a:cubicBezTo>
                    <a:cubicBezTo>
                      <a:pt x="140" y="7708"/>
                      <a:pt x="71" y="7708"/>
                      <a:pt x="0" y="7708"/>
                    </a:cubicBezTo>
                    <a:cubicBezTo>
                      <a:pt x="0" y="6058"/>
                      <a:pt x="0" y="4408"/>
                      <a:pt x="0" y="2708"/>
                    </a:cubicBezTo>
                    <a:cubicBezTo>
                      <a:pt x="3438" y="2708"/>
                      <a:pt x="6875" y="2708"/>
                      <a:pt x="10417" y="2708"/>
                    </a:cubicBezTo>
                    <a:cubicBezTo>
                      <a:pt x="10417" y="1815"/>
                      <a:pt x="10417" y="921"/>
                      <a:pt x="10417" y="0"/>
                    </a:cubicBezTo>
                    <a:close/>
                  </a:path>
                </a:pathLst>
              </a:custGeom>
              <a:solidFill>
                <a:srgbClr val="798DC9"/>
              </a:solidFill>
              <a:ln w="2646" cap="flat">
                <a:noFill/>
              </a:ln>
            </p:spPr>
          </p:sp>
          <p:sp>
            <p:nvSpPr>
              <p:cNvPr id="2636" name="ICON_C_HEATMAP_path_070"/>
              <p:cNvSpPr/>
              <p:nvPr/>
            </p:nvSpPr>
            <p:spPr>
              <a:xfrm>
                <a:off x="8236480" y="7254196"/>
                <a:ext cx="238125" cy="16555"/>
              </a:xfrm>
              <a:custGeom>
                <a:avLst/>
                <a:gdLst/>
                <a:ahLst/>
                <a:cxnLst/>
                <a:rect l="0" t="0" r="r" b="b"/>
                <a:pathLst>
                  <a:path w="18750" h="1304" fill="norm" stroke="0">
                    <a:moveTo>
                      <a:pt x="2801" y="15"/>
                    </a:moveTo>
                    <a:cubicBezTo>
                      <a:pt x="2923" y="1"/>
                      <a:pt x="3038" y="0"/>
                      <a:pt x="3160" y="3"/>
                    </a:cubicBezTo>
                    <a:cubicBezTo>
                      <a:pt x="3206" y="3"/>
                      <a:pt x="3253" y="3"/>
                      <a:pt x="3300" y="2"/>
                    </a:cubicBezTo>
                    <a:cubicBezTo>
                      <a:pt x="3428" y="2"/>
                      <a:pt x="3556" y="3"/>
                      <a:pt x="3684" y="5"/>
                    </a:cubicBezTo>
                    <a:cubicBezTo>
                      <a:pt x="3821" y="7"/>
                      <a:pt x="3959" y="6"/>
                      <a:pt x="4097" y="6"/>
                    </a:cubicBezTo>
                    <a:cubicBezTo>
                      <a:pt x="4336" y="6"/>
                      <a:pt x="4575" y="7"/>
                      <a:pt x="4814" y="9"/>
                    </a:cubicBezTo>
                    <a:cubicBezTo>
                      <a:pt x="5159" y="13"/>
                      <a:pt x="5504" y="14"/>
                      <a:pt x="5850" y="14"/>
                    </a:cubicBezTo>
                    <a:cubicBezTo>
                      <a:pt x="6410" y="15"/>
                      <a:pt x="6970" y="18"/>
                      <a:pt x="7530" y="22"/>
                    </a:cubicBezTo>
                    <a:cubicBezTo>
                      <a:pt x="8075" y="26"/>
                      <a:pt x="8619" y="29"/>
                      <a:pt x="9163" y="31"/>
                    </a:cubicBezTo>
                    <a:cubicBezTo>
                      <a:pt x="9197" y="31"/>
                      <a:pt x="9230" y="31"/>
                      <a:pt x="9265" y="31"/>
                    </a:cubicBezTo>
                    <a:cubicBezTo>
                      <a:pt x="9433" y="31"/>
                      <a:pt x="9601" y="32"/>
                      <a:pt x="9770" y="32"/>
                    </a:cubicBezTo>
                    <a:cubicBezTo>
                      <a:pt x="11166" y="37"/>
                      <a:pt x="12562" y="44"/>
                      <a:pt x="13958" y="54"/>
                    </a:cubicBezTo>
                    <a:cubicBezTo>
                      <a:pt x="13958" y="260"/>
                      <a:pt x="13958" y="466"/>
                      <a:pt x="13958" y="679"/>
                    </a:cubicBezTo>
                    <a:cubicBezTo>
                      <a:pt x="15540" y="679"/>
                      <a:pt x="17121" y="679"/>
                      <a:pt x="18750" y="679"/>
                    </a:cubicBezTo>
                    <a:cubicBezTo>
                      <a:pt x="18750" y="747"/>
                      <a:pt x="18750" y="816"/>
                      <a:pt x="18750" y="887"/>
                    </a:cubicBezTo>
                    <a:cubicBezTo>
                      <a:pt x="15863" y="887"/>
                      <a:pt x="12975" y="887"/>
                      <a:pt x="10000" y="887"/>
                    </a:cubicBezTo>
                    <a:cubicBezTo>
                      <a:pt x="10000" y="1024"/>
                      <a:pt x="10000" y="1162"/>
                      <a:pt x="10000" y="1304"/>
                    </a:cubicBezTo>
                    <a:cubicBezTo>
                      <a:pt x="9244" y="1304"/>
                      <a:pt x="8488" y="1304"/>
                      <a:pt x="7708" y="1304"/>
                    </a:cubicBezTo>
                    <a:cubicBezTo>
                      <a:pt x="7708" y="1166"/>
                      <a:pt x="7708" y="1029"/>
                      <a:pt x="7708" y="887"/>
                    </a:cubicBezTo>
                    <a:cubicBezTo>
                      <a:pt x="5165" y="887"/>
                      <a:pt x="2621" y="887"/>
                      <a:pt x="0" y="887"/>
                    </a:cubicBezTo>
                    <a:cubicBezTo>
                      <a:pt x="0" y="818"/>
                      <a:pt x="0" y="749"/>
                      <a:pt x="0" y="679"/>
                    </a:cubicBezTo>
                    <a:cubicBezTo>
                      <a:pt x="31" y="677"/>
                      <a:pt x="62" y="675"/>
                      <a:pt x="93" y="673"/>
                    </a:cubicBezTo>
                    <a:cubicBezTo>
                      <a:pt x="385" y="657"/>
                      <a:pt x="676" y="639"/>
                      <a:pt x="967" y="619"/>
                    </a:cubicBezTo>
                    <a:cubicBezTo>
                      <a:pt x="1117" y="608"/>
                      <a:pt x="1266" y="599"/>
                      <a:pt x="1416" y="591"/>
                    </a:cubicBezTo>
                    <a:cubicBezTo>
                      <a:pt x="1561" y="583"/>
                      <a:pt x="1705" y="573"/>
                      <a:pt x="1850" y="562"/>
                    </a:cubicBezTo>
                    <a:cubicBezTo>
                      <a:pt x="1905" y="558"/>
                      <a:pt x="1960" y="555"/>
                      <a:pt x="2015" y="553"/>
                    </a:cubicBezTo>
                    <a:cubicBezTo>
                      <a:pt x="2092" y="549"/>
                      <a:pt x="2170" y="543"/>
                      <a:pt x="2247" y="537"/>
                    </a:cubicBezTo>
                    <a:cubicBezTo>
                      <a:pt x="2269" y="535"/>
                      <a:pt x="2269" y="535"/>
                      <a:pt x="2380" y="528"/>
                    </a:cubicBezTo>
                    <a:cubicBezTo>
                      <a:pt x="2530" y="456"/>
                      <a:pt x="2527" y="413"/>
                      <a:pt x="2583" y="261"/>
                    </a:cubicBezTo>
                    <a:cubicBezTo>
                      <a:pt x="2678" y="66"/>
                      <a:pt x="2678" y="66"/>
                      <a:pt x="2801" y="15"/>
                    </a:cubicBezTo>
                    <a:close/>
                  </a:path>
                </a:pathLst>
              </a:custGeom>
              <a:solidFill>
                <a:srgbClr val="8BB0C7"/>
              </a:solidFill>
              <a:ln w="2646" cap="flat">
                <a:noFill/>
              </a:ln>
            </p:spPr>
          </p:sp>
          <p:sp>
            <p:nvSpPr>
              <p:cNvPr id="2637" name="ICON_C_HEATMAP_path_071"/>
              <p:cNvSpPr/>
              <p:nvPr/>
            </p:nvSpPr>
            <p:spPr>
              <a:xfrm>
                <a:off x="8487833" y="7675488"/>
                <a:ext cx="132292" cy="15949"/>
              </a:xfrm>
              <a:custGeom>
                <a:avLst/>
                <a:gdLst/>
                <a:ahLst/>
                <a:cxnLst/>
                <a:rect l="0" t="0" r="r" b="b"/>
                <a:pathLst>
                  <a:path w="10417" h="1256" fill="norm" stroke="0">
                    <a:moveTo>
                      <a:pt x="10417" y="6"/>
                    </a:moveTo>
                    <a:cubicBezTo>
                      <a:pt x="10417" y="418"/>
                      <a:pt x="10417" y="831"/>
                      <a:pt x="10417" y="1256"/>
                    </a:cubicBezTo>
                    <a:cubicBezTo>
                      <a:pt x="6979" y="1256"/>
                      <a:pt x="3542" y="1256"/>
                      <a:pt x="0" y="1256"/>
                    </a:cubicBezTo>
                    <a:cubicBezTo>
                      <a:pt x="0" y="912"/>
                      <a:pt x="0" y="568"/>
                      <a:pt x="0" y="214"/>
                    </a:cubicBezTo>
                    <a:cubicBezTo>
                      <a:pt x="1081" y="187"/>
                      <a:pt x="2163" y="160"/>
                      <a:pt x="3244" y="133"/>
                    </a:cubicBezTo>
                    <a:cubicBezTo>
                      <a:pt x="3746" y="120"/>
                      <a:pt x="4249" y="108"/>
                      <a:pt x="4751" y="95"/>
                    </a:cubicBezTo>
                    <a:cubicBezTo>
                      <a:pt x="5190" y="84"/>
                      <a:pt x="5629" y="73"/>
                      <a:pt x="6067" y="62"/>
                    </a:cubicBezTo>
                    <a:cubicBezTo>
                      <a:pt x="6299" y="56"/>
                      <a:pt x="6530" y="50"/>
                      <a:pt x="6761" y="44"/>
                    </a:cubicBezTo>
                    <a:cubicBezTo>
                      <a:pt x="7980" y="13"/>
                      <a:pt x="9197" y="0"/>
                      <a:pt x="10417" y="6"/>
                    </a:cubicBezTo>
                    <a:close/>
                  </a:path>
                </a:pathLst>
              </a:custGeom>
              <a:solidFill>
                <a:srgbClr val="F9F9FC"/>
              </a:solidFill>
              <a:ln w="2646" cap="flat">
                <a:noFill/>
              </a:ln>
            </p:spPr>
          </p:sp>
          <p:sp>
            <p:nvSpPr>
              <p:cNvPr id="2638" name="ICON_C_HEATMAP_path_072"/>
              <p:cNvSpPr/>
              <p:nvPr/>
            </p:nvSpPr>
            <p:spPr>
              <a:xfrm>
                <a:off x="7821083" y="7600209"/>
                <a:ext cx="88543" cy="73914"/>
              </a:xfrm>
              <a:custGeom>
                <a:avLst/>
                <a:gdLst/>
                <a:ahLst/>
                <a:cxnLst/>
                <a:rect l="0" t="0" r="r" b="b"/>
                <a:pathLst>
                  <a:path w="6972" h="5820" fill="norm" stroke="0">
                    <a:moveTo>
                      <a:pt x="0" y="100"/>
                    </a:moveTo>
                    <a:cubicBezTo>
                      <a:pt x="1481" y="75"/>
                      <a:pt x="1481" y="75"/>
                      <a:pt x="2107" y="70"/>
                    </a:cubicBezTo>
                    <a:cubicBezTo>
                      <a:pt x="2537" y="66"/>
                      <a:pt x="2967" y="61"/>
                      <a:pt x="3398" y="53"/>
                    </a:cubicBezTo>
                    <a:cubicBezTo>
                      <a:pt x="3711" y="47"/>
                      <a:pt x="4024" y="43"/>
                      <a:pt x="4338" y="41"/>
                    </a:cubicBezTo>
                    <a:cubicBezTo>
                      <a:pt x="4504" y="40"/>
                      <a:pt x="4669" y="39"/>
                      <a:pt x="4835" y="34"/>
                    </a:cubicBezTo>
                    <a:cubicBezTo>
                      <a:pt x="6108" y="0"/>
                      <a:pt x="6108" y="0"/>
                      <a:pt x="6643" y="435"/>
                    </a:cubicBezTo>
                    <a:cubicBezTo>
                      <a:pt x="6908" y="698"/>
                      <a:pt x="6965" y="963"/>
                      <a:pt x="6972" y="1328"/>
                    </a:cubicBezTo>
                    <a:cubicBezTo>
                      <a:pt x="6969" y="1467"/>
                      <a:pt x="6963" y="1605"/>
                      <a:pt x="6956" y="1743"/>
                    </a:cubicBezTo>
                    <a:cubicBezTo>
                      <a:pt x="6955" y="1840"/>
                      <a:pt x="6954" y="1938"/>
                      <a:pt x="6953" y="2035"/>
                    </a:cubicBezTo>
                    <a:cubicBezTo>
                      <a:pt x="6950" y="2289"/>
                      <a:pt x="6941" y="2542"/>
                      <a:pt x="6932" y="2796"/>
                    </a:cubicBezTo>
                    <a:cubicBezTo>
                      <a:pt x="6924" y="3056"/>
                      <a:pt x="6920" y="3315"/>
                      <a:pt x="6916" y="3575"/>
                    </a:cubicBezTo>
                    <a:cubicBezTo>
                      <a:pt x="6907" y="4084"/>
                      <a:pt x="6893" y="4592"/>
                      <a:pt x="6875" y="5100"/>
                    </a:cubicBezTo>
                    <a:cubicBezTo>
                      <a:pt x="6847" y="5093"/>
                      <a:pt x="6820" y="5085"/>
                      <a:pt x="6791" y="5078"/>
                    </a:cubicBezTo>
                    <a:cubicBezTo>
                      <a:pt x="6660" y="5058"/>
                      <a:pt x="6583" y="5051"/>
                      <a:pt x="6458" y="5100"/>
                    </a:cubicBezTo>
                    <a:cubicBezTo>
                      <a:pt x="6417" y="5206"/>
                      <a:pt x="6390" y="5298"/>
                      <a:pt x="6365" y="5408"/>
                    </a:cubicBezTo>
                    <a:cubicBezTo>
                      <a:pt x="6338" y="5521"/>
                      <a:pt x="6310" y="5625"/>
                      <a:pt x="6250" y="5725"/>
                    </a:cubicBezTo>
                    <a:cubicBezTo>
                      <a:pt x="6056" y="5820"/>
                      <a:pt x="5863" y="5804"/>
                      <a:pt x="5653" y="5796"/>
                    </a:cubicBezTo>
                    <a:cubicBezTo>
                      <a:pt x="5591" y="5796"/>
                      <a:pt x="5529" y="5796"/>
                      <a:pt x="5468" y="5796"/>
                    </a:cubicBezTo>
                    <a:cubicBezTo>
                      <a:pt x="5301" y="5796"/>
                      <a:pt x="5134" y="5793"/>
                      <a:pt x="4967" y="5788"/>
                    </a:cubicBezTo>
                    <a:cubicBezTo>
                      <a:pt x="4792" y="5784"/>
                      <a:pt x="4618" y="5784"/>
                      <a:pt x="4443" y="5783"/>
                    </a:cubicBezTo>
                    <a:cubicBezTo>
                      <a:pt x="4112" y="5781"/>
                      <a:pt x="3782" y="5776"/>
                      <a:pt x="3451" y="5770"/>
                    </a:cubicBezTo>
                    <a:cubicBezTo>
                      <a:pt x="3005" y="5762"/>
                      <a:pt x="2558" y="5758"/>
                      <a:pt x="2111" y="5755"/>
                    </a:cubicBezTo>
                    <a:cubicBezTo>
                      <a:pt x="1407" y="5749"/>
                      <a:pt x="704" y="5736"/>
                      <a:pt x="0" y="5725"/>
                    </a:cubicBezTo>
                    <a:cubicBezTo>
                      <a:pt x="0" y="3869"/>
                      <a:pt x="0" y="2013"/>
                      <a:pt x="0" y="100"/>
                    </a:cubicBezTo>
                    <a:close/>
                    <a:moveTo>
                      <a:pt x="417" y="517"/>
                    </a:moveTo>
                    <a:cubicBezTo>
                      <a:pt x="412" y="1084"/>
                      <a:pt x="408" y="1650"/>
                      <a:pt x="406" y="2217"/>
                    </a:cubicBezTo>
                    <a:cubicBezTo>
                      <a:pt x="405" y="2480"/>
                      <a:pt x="403" y="2744"/>
                      <a:pt x="401" y="3007"/>
                    </a:cubicBezTo>
                    <a:cubicBezTo>
                      <a:pt x="399" y="3261"/>
                      <a:pt x="398" y="3515"/>
                      <a:pt x="397" y="3769"/>
                    </a:cubicBezTo>
                    <a:cubicBezTo>
                      <a:pt x="396" y="3866"/>
                      <a:pt x="396" y="3962"/>
                      <a:pt x="395" y="4059"/>
                    </a:cubicBezTo>
                    <a:cubicBezTo>
                      <a:pt x="393" y="4195"/>
                      <a:pt x="393" y="4331"/>
                      <a:pt x="393" y="4466"/>
                    </a:cubicBezTo>
                    <a:cubicBezTo>
                      <a:pt x="392" y="4507"/>
                      <a:pt x="391" y="4547"/>
                      <a:pt x="391" y="4588"/>
                    </a:cubicBezTo>
                    <a:cubicBezTo>
                      <a:pt x="392" y="4764"/>
                      <a:pt x="402" y="4866"/>
                      <a:pt x="493" y="5020"/>
                    </a:cubicBezTo>
                    <a:cubicBezTo>
                      <a:pt x="691" y="5140"/>
                      <a:pt x="870" y="5131"/>
                      <a:pt x="1098" y="5130"/>
                    </a:cubicBezTo>
                    <a:cubicBezTo>
                      <a:pt x="1145" y="5131"/>
                      <a:pt x="1193" y="5132"/>
                      <a:pt x="1242" y="5132"/>
                    </a:cubicBezTo>
                    <a:cubicBezTo>
                      <a:pt x="1374" y="5134"/>
                      <a:pt x="1504" y="5135"/>
                      <a:pt x="1635" y="5135"/>
                    </a:cubicBezTo>
                    <a:cubicBezTo>
                      <a:pt x="1717" y="5135"/>
                      <a:pt x="1799" y="5135"/>
                      <a:pt x="1881" y="5136"/>
                    </a:cubicBezTo>
                    <a:cubicBezTo>
                      <a:pt x="2168" y="5138"/>
                      <a:pt x="2455" y="5139"/>
                      <a:pt x="2743" y="5139"/>
                    </a:cubicBezTo>
                    <a:cubicBezTo>
                      <a:pt x="3009" y="5139"/>
                      <a:pt x="3275" y="5141"/>
                      <a:pt x="3541" y="5144"/>
                    </a:cubicBezTo>
                    <a:cubicBezTo>
                      <a:pt x="3771" y="5147"/>
                      <a:pt x="4000" y="5148"/>
                      <a:pt x="4230" y="5148"/>
                    </a:cubicBezTo>
                    <a:cubicBezTo>
                      <a:pt x="4366" y="5148"/>
                      <a:pt x="4503" y="5148"/>
                      <a:pt x="4639" y="5150"/>
                    </a:cubicBezTo>
                    <a:cubicBezTo>
                      <a:pt x="5737" y="5167"/>
                      <a:pt x="5737" y="5167"/>
                      <a:pt x="6138" y="4813"/>
                    </a:cubicBezTo>
                    <a:cubicBezTo>
                      <a:pt x="6522" y="4407"/>
                      <a:pt x="6492" y="3799"/>
                      <a:pt x="6493" y="3275"/>
                    </a:cubicBezTo>
                    <a:cubicBezTo>
                      <a:pt x="6494" y="3202"/>
                      <a:pt x="6495" y="3129"/>
                      <a:pt x="6495" y="3055"/>
                    </a:cubicBezTo>
                    <a:cubicBezTo>
                      <a:pt x="6497" y="2903"/>
                      <a:pt x="6497" y="2751"/>
                      <a:pt x="6497" y="2599"/>
                    </a:cubicBezTo>
                    <a:cubicBezTo>
                      <a:pt x="6497" y="2404"/>
                      <a:pt x="6500" y="2209"/>
                      <a:pt x="6503" y="2014"/>
                    </a:cubicBezTo>
                    <a:cubicBezTo>
                      <a:pt x="6506" y="1863"/>
                      <a:pt x="6506" y="1712"/>
                      <a:pt x="6506" y="1561"/>
                    </a:cubicBezTo>
                    <a:cubicBezTo>
                      <a:pt x="6506" y="1489"/>
                      <a:pt x="6507" y="1417"/>
                      <a:pt x="6509" y="1345"/>
                    </a:cubicBezTo>
                    <a:cubicBezTo>
                      <a:pt x="6511" y="1245"/>
                      <a:pt x="6510" y="1145"/>
                      <a:pt x="6509" y="1045"/>
                    </a:cubicBezTo>
                    <a:cubicBezTo>
                      <a:pt x="6510" y="1030"/>
                      <a:pt x="6510" y="1030"/>
                      <a:pt x="6513" y="955"/>
                    </a:cubicBezTo>
                    <a:cubicBezTo>
                      <a:pt x="6510" y="872"/>
                      <a:pt x="6510" y="872"/>
                      <a:pt x="6458" y="725"/>
                    </a:cubicBezTo>
                    <a:cubicBezTo>
                      <a:pt x="6175" y="483"/>
                      <a:pt x="5832" y="488"/>
                      <a:pt x="5478" y="493"/>
                    </a:cubicBezTo>
                    <a:cubicBezTo>
                      <a:pt x="5423" y="493"/>
                      <a:pt x="5367" y="493"/>
                      <a:pt x="5312" y="493"/>
                    </a:cubicBezTo>
                    <a:cubicBezTo>
                      <a:pt x="5162" y="493"/>
                      <a:pt x="5013" y="494"/>
                      <a:pt x="4864" y="496"/>
                    </a:cubicBezTo>
                    <a:cubicBezTo>
                      <a:pt x="4707" y="497"/>
                      <a:pt x="4550" y="497"/>
                      <a:pt x="4394" y="497"/>
                    </a:cubicBezTo>
                    <a:cubicBezTo>
                      <a:pt x="4098" y="498"/>
                      <a:pt x="3802" y="500"/>
                      <a:pt x="3506" y="502"/>
                    </a:cubicBezTo>
                    <a:cubicBezTo>
                      <a:pt x="3169" y="504"/>
                      <a:pt x="2832" y="505"/>
                      <a:pt x="2495" y="506"/>
                    </a:cubicBezTo>
                    <a:cubicBezTo>
                      <a:pt x="1802" y="508"/>
                      <a:pt x="1110" y="512"/>
                      <a:pt x="417" y="517"/>
                    </a:cubicBezTo>
                    <a:close/>
                  </a:path>
                </a:pathLst>
              </a:custGeom>
              <a:solidFill>
                <a:srgbClr val="E1E284"/>
              </a:solidFill>
              <a:ln w="2646" cap="flat">
                <a:noFill/>
              </a:ln>
            </p:spPr>
          </p:sp>
          <p:sp>
            <p:nvSpPr>
              <p:cNvPr id="2639" name="ICON_C_HEATMAP_path_073"/>
              <p:cNvSpPr/>
              <p:nvPr/>
            </p:nvSpPr>
            <p:spPr>
              <a:xfrm>
                <a:off x="8419042" y="7543271"/>
                <a:ext cx="127000" cy="127000"/>
              </a:xfrm>
              <a:custGeom>
                <a:avLst/>
                <a:gdLst/>
                <a:ahLst/>
                <a:cxnLst/>
                <a:rect l="0" t="0" r="r" b="b"/>
                <a:pathLst>
                  <a:path w="10000" h="10000" fill="norm" stroke="0">
                    <a:moveTo>
                      <a:pt x="9583" y="0"/>
                    </a:moveTo>
                    <a:cubicBezTo>
                      <a:pt x="9652" y="0"/>
                      <a:pt x="9721" y="0"/>
                      <a:pt x="9792" y="0"/>
                    </a:cubicBezTo>
                    <a:cubicBezTo>
                      <a:pt x="9791" y="49"/>
                      <a:pt x="9791" y="97"/>
                      <a:pt x="9790" y="147"/>
                    </a:cubicBezTo>
                    <a:cubicBezTo>
                      <a:pt x="9784" y="788"/>
                      <a:pt x="9781" y="1429"/>
                      <a:pt x="9779" y="2070"/>
                    </a:cubicBezTo>
                    <a:cubicBezTo>
                      <a:pt x="9779" y="2096"/>
                      <a:pt x="9779" y="2123"/>
                      <a:pt x="9778" y="2150"/>
                    </a:cubicBezTo>
                    <a:cubicBezTo>
                      <a:pt x="9772" y="4000"/>
                      <a:pt x="9816" y="5846"/>
                      <a:pt x="9896" y="7695"/>
                    </a:cubicBezTo>
                    <a:cubicBezTo>
                      <a:pt x="9897" y="7724"/>
                      <a:pt x="9898" y="7754"/>
                      <a:pt x="9900" y="7783"/>
                    </a:cubicBezTo>
                    <a:cubicBezTo>
                      <a:pt x="9931" y="8522"/>
                      <a:pt x="9965" y="9261"/>
                      <a:pt x="10000" y="10000"/>
                    </a:cubicBezTo>
                    <a:cubicBezTo>
                      <a:pt x="9863" y="10000"/>
                      <a:pt x="9725" y="10000"/>
                      <a:pt x="9583" y="10000"/>
                    </a:cubicBezTo>
                    <a:cubicBezTo>
                      <a:pt x="9583" y="8350"/>
                      <a:pt x="9583" y="6700"/>
                      <a:pt x="9583" y="5000"/>
                    </a:cubicBezTo>
                    <a:cubicBezTo>
                      <a:pt x="8776" y="5004"/>
                      <a:pt x="7968" y="5009"/>
                      <a:pt x="7135" y="5013"/>
                    </a:cubicBezTo>
                    <a:cubicBezTo>
                      <a:pt x="6640" y="5014"/>
                      <a:pt x="6145" y="5016"/>
                      <a:pt x="5649" y="5014"/>
                    </a:cubicBezTo>
                    <a:cubicBezTo>
                      <a:pt x="5619" y="5014"/>
                      <a:pt x="5589" y="5014"/>
                      <a:pt x="5558" y="5014"/>
                    </a:cubicBezTo>
                    <a:cubicBezTo>
                      <a:pt x="4285" y="5009"/>
                      <a:pt x="3016" y="4966"/>
                      <a:pt x="1745" y="4896"/>
                    </a:cubicBezTo>
                    <a:cubicBezTo>
                      <a:pt x="1700" y="4893"/>
                      <a:pt x="1654" y="4891"/>
                      <a:pt x="1608" y="4888"/>
                    </a:cubicBezTo>
                    <a:cubicBezTo>
                      <a:pt x="1072" y="4859"/>
                      <a:pt x="536" y="4826"/>
                      <a:pt x="0" y="4792"/>
                    </a:cubicBezTo>
                    <a:cubicBezTo>
                      <a:pt x="0" y="4585"/>
                      <a:pt x="0" y="4379"/>
                      <a:pt x="0" y="4167"/>
                    </a:cubicBezTo>
                    <a:cubicBezTo>
                      <a:pt x="50" y="4165"/>
                      <a:pt x="101" y="4162"/>
                      <a:pt x="153" y="4160"/>
                    </a:cubicBezTo>
                    <a:cubicBezTo>
                      <a:pt x="631" y="4140"/>
                      <a:pt x="1109" y="4118"/>
                      <a:pt x="1587" y="4096"/>
                    </a:cubicBezTo>
                    <a:cubicBezTo>
                      <a:pt x="1832" y="4085"/>
                      <a:pt x="2078" y="4074"/>
                      <a:pt x="2324" y="4063"/>
                    </a:cubicBezTo>
                    <a:cubicBezTo>
                      <a:pt x="2561" y="4053"/>
                      <a:pt x="2799" y="4042"/>
                      <a:pt x="3037" y="4031"/>
                    </a:cubicBezTo>
                    <a:cubicBezTo>
                      <a:pt x="3127" y="4026"/>
                      <a:pt x="3217" y="4023"/>
                      <a:pt x="3307" y="4019"/>
                    </a:cubicBezTo>
                    <a:cubicBezTo>
                      <a:pt x="3759" y="4001"/>
                      <a:pt x="4180" y="3967"/>
                      <a:pt x="4616" y="3844"/>
                    </a:cubicBezTo>
                    <a:cubicBezTo>
                      <a:pt x="4934" y="3755"/>
                      <a:pt x="5147" y="3741"/>
                      <a:pt x="5465" y="3847"/>
                    </a:cubicBezTo>
                    <a:cubicBezTo>
                      <a:pt x="5943" y="3971"/>
                      <a:pt x="6383" y="3964"/>
                      <a:pt x="6873" y="3933"/>
                    </a:cubicBezTo>
                    <a:cubicBezTo>
                      <a:pt x="6889" y="3932"/>
                      <a:pt x="6889" y="3932"/>
                      <a:pt x="6972" y="3927"/>
                    </a:cubicBezTo>
                    <a:cubicBezTo>
                      <a:pt x="7239" y="3909"/>
                      <a:pt x="7506" y="3888"/>
                      <a:pt x="7773" y="3867"/>
                    </a:cubicBezTo>
                    <a:cubicBezTo>
                      <a:pt x="8302" y="3829"/>
                      <a:pt x="8830" y="3790"/>
                      <a:pt x="9375" y="3750"/>
                    </a:cubicBezTo>
                    <a:cubicBezTo>
                      <a:pt x="9444" y="2513"/>
                      <a:pt x="9513" y="1275"/>
                      <a:pt x="9583" y="0"/>
                    </a:cubicBezTo>
                    <a:close/>
                  </a:path>
                </a:pathLst>
              </a:custGeom>
              <a:solidFill>
                <a:srgbClr val="8268B4"/>
              </a:solidFill>
              <a:ln w="2646" cap="flat">
                <a:noFill/>
              </a:ln>
            </p:spPr>
          </p:sp>
          <p:sp>
            <p:nvSpPr>
              <p:cNvPr id="2640" name="ICON_C_HEATMAP_path_074"/>
              <p:cNvSpPr/>
              <p:nvPr/>
            </p:nvSpPr>
            <p:spPr>
              <a:xfrm>
                <a:off x="8096250" y="7254875"/>
                <a:ext cx="174625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3750" h="1250" fill="norm" stroke="0">
                    <a:moveTo>
                      <a:pt x="0" y="0"/>
                    </a:moveTo>
                    <a:cubicBezTo>
                      <a:pt x="4538" y="0"/>
                      <a:pt x="9075" y="0"/>
                      <a:pt x="13750" y="0"/>
                    </a:cubicBezTo>
                    <a:cubicBezTo>
                      <a:pt x="13681" y="206"/>
                      <a:pt x="13612" y="413"/>
                      <a:pt x="13542" y="625"/>
                    </a:cubicBezTo>
                    <a:cubicBezTo>
                      <a:pt x="13349" y="672"/>
                      <a:pt x="13250" y="690"/>
                      <a:pt x="13063" y="672"/>
                    </a:cubicBezTo>
                    <a:cubicBezTo>
                      <a:pt x="12981" y="664"/>
                      <a:pt x="12899" y="660"/>
                      <a:pt x="12816" y="657"/>
                    </a:cubicBezTo>
                    <a:cubicBezTo>
                      <a:pt x="12611" y="649"/>
                      <a:pt x="12407" y="633"/>
                      <a:pt x="12203" y="619"/>
                    </a:cubicBezTo>
                    <a:cubicBezTo>
                      <a:pt x="12030" y="606"/>
                      <a:pt x="11857" y="596"/>
                      <a:pt x="11684" y="590"/>
                    </a:cubicBezTo>
                    <a:cubicBezTo>
                      <a:pt x="11602" y="586"/>
                      <a:pt x="11522" y="578"/>
                      <a:pt x="11441" y="570"/>
                    </a:cubicBezTo>
                    <a:cubicBezTo>
                      <a:pt x="11284" y="564"/>
                      <a:pt x="11187" y="565"/>
                      <a:pt x="11042" y="625"/>
                    </a:cubicBezTo>
                    <a:cubicBezTo>
                      <a:pt x="10980" y="724"/>
                      <a:pt x="10952" y="829"/>
                      <a:pt x="10922" y="941"/>
                    </a:cubicBezTo>
                    <a:cubicBezTo>
                      <a:pt x="10913" y="971"/>
                      <a:pt x="10904" y="1000"/>
                      <a:pt x="10895" y="1031"/>
                    </a:cubicBezTo>
                    <a:cubicBezTo>
                      <a:pt x="10874" y="1104"/>
                      <a:pt x="10853" y="1177"/>
                      <a:pt x="10833" y="1250"/>
                    </a:cubicBezTo>
                    <a:cubicBezTo>
                      <a:pt x="10800" y="1245"/>
                      <a:pt x="10767" y="1240"/>
                      <a:pt x="10733" y="1235"/>
                    </a:cubicBezTo>
                    <a:cubicBezTo>
                      <a:pt x="9003" y="979"/>
                      <a:pt x="7283" y="795"/>
                      <a:pt x="5534" y="747"/>
                    </a:cubicBezTo>
                    <a:cubicBezTo>
                      <a:pt x="5513" y="746"/>
                      <a:pt x="5513" y="746"/>
                      <a:pt x="5410" y="744"/>
                    </a:cubicBezTo>
                    <a:cubicBezTo>
                      <a:pt x="4913" y="730"/>
                      <a:pt x="4416" y="720"/>
                      <a:pt x="3920" y="711"/>
                    </a:cubicBezTo>
                    <a:cubicBezTo>
                      <a:pt x="3490" y="702"/>
                      <a:pt x="3061" y="692"/>
                      <a:pt x="2632" y="682"/>
                    </a:cubicBezTo>
                    <a:cubicBezTo>
                      <a:pt x="1754" y="661"/>
                      <a:pt x="877" y="642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9DBCCA"/>
              </a:solidFill>
              <a:ln w="2646" cap="flat">
                <a:noFill/>
              </a:ln>
            </p:spPr>
          </p:sp>
          <p:sp>
            <p:nvSpPr>
              <p:cNvPr id="2641" name="ICON_C_HEATMAP_path_075"/>
              <p:cNvSpPr/>
              <p:nvPr/>
            </p:nvSpPr>
            <p:spPr>
              <a:xfrm>
                <a:off x="7722711" y="7265458"/>
                <a:ext cx="8414" cy="198438"/>
              </a:xfrm>
              <a:custGeom>
                <a:avLst/>
                <a:gdLst/>
                <a:ahLst/>
                <a:cxnLst/>
                <a:rect l="0" t="0" r="r" b="b"/>
                <a:pathLst>
                  <a:path w="663" h="15625" fill="norm" stroke="0">
                    <a:moveTo>
                      <a:pt x="38" y="0"/>
                    </a:moveTo>
                    <a:cubicBezTo>
                      <a:pt x="244" y="0"/>
                      <a:pt x="450" y="0"/>
                      <a:pt x="663" y="0"/>
                    </a:cubicBezTo>
                    <a:cubicBezTo>
                      <a:pt x="663" y="5156"/>
                      <a:pt x="663" y="10312"/>
                      <a:pt x="663" y="15625"/>
                    </a:cubicBezTo>
                    <a:cubicBezTo>
                      <a:pt x="246" y="15417"/>
                      <a:pt x="246" y="15417"/>
                      <a:pt x="180" y="15232"/>
                    </a:cubicBezTo>
                    <a:cubicBezTo>
                      <a:pt x="171" y="15156"/>
                      <a:pt x="165" y="15080"/>
                      <a:pt x="160" y="15004"/>
                    </a:cubicBezTo>
                    <a:cubicBezTo>
                      <a:pt x="156" y="14962"/>
                      <a:pt x="152" y="14920"/>
                      <a:pt x="148" y="14876"/>
                    </a:cubicBezTo>
                    <a:cubicBezTo>
                      <a:pt x="136" y="14735"/>
                      <a:pt x="126" y="14593"/>
                      <a:pt x="117" y="14451"/>
                    </a:cubicBezTo>
                    <a:cubicBezTo>
                      <a:pt x="109" y="14349"/>
                      <a:pt x="101" y="14246"/>
                      <a:pt x="93" y="14144"/>
                    </a:cubicBezTo>
                    <a:cubicBezTo>
                      <a:pt x="0" y="12881"/>
                      <a:pt x="10" y="11613"/>
                      <a:pt x="16" y="10347"/>
                    </a:cubicBezTo>
                    <a:cubicBezTo>
                      <a:pt x="18" y="9988"/>
                      <a:pt x="18" y="9628"/>
                      <a:pt x="18" y="9268"/>
                    </a:cubicBezTo>
                    <a:cubicBezTo>
                      <a:pt x="18" y="8627"/>
                      <a:pt x="20" y="7986"/>
                      <a:pt x="22" y="7345"/>
                    </a:cubicBezTo>
                    <a:cubicBezTo>
                      <a:pt x="24" y="6724"/>
                      <a:pt x="25" y="6103"/>
                      <a:pt x="26" y="5482"/>
                    </a:cubicBezTo>
                    <a:cubicBezTo>
                      <a:pt x="26" y="5443"/>
                      <a:pt x="26" y="5405"/>
                      <a:pt x="26" y="5365"/>
                    </a:cubicBezTo>
                    <a:cubicBezTo>
                      <a:pt x="26" y="5171"/>
                      <a:pt x="27" y="4977"/>
                      <a:pt x="27" y="4784"/>
                    </a:cubicBezTo>
                    <a:cubicBezTo>
                      <a:pt x="29" y="3189"/>
                      <a:pt x="33" y="1595"/>
                      <a:pt x="38" y="0"/>
                    </a:cubicBezTo>
                    <a:close/>
                  </a:path>
                </a:pathLst>
              </a:custGeom>
              <a:solidFill>
                <a:srgbClr val="77775E"/>
              </a:solidFill>
              <a:ln w="2646" cap="flat">
                <a:noFill/>
              </a:ln>
            </p:spPr>
          </p:sp>
          <p:sp>
            <p:nvSpPr>
              <p:cNvPr id="2642" name="ICON_C_HEATMAP_path_076"/>
              <p:cNvSpPr/>
              <p:nvPr/>
            </p:nvSpPr>
            <p:spPr>
              <a:xfrm>
                <a:off x="7966604" y="7270422"/>
                <a:ext cx="66842" cy="124682"/>
              </a:xfrm>
              <a:custGeom>
                <a:avLst/>
                <a:gdLst/>
                <a:ahLst/>
                <a:cxnLst/>
                <a:rect l="0" t="0" r="r" b="b"/>
                <a:pathLst>
                  <a:path w="5263" h="9817" fill="norm" stroke="0">
                    <a:moveTo>
                      <a:pt x="0" y="26"/>
                    </a:moveTo>
                    <a:cubicBezTo>
                      <a:pt x="617" y="21"/>
                      <a:pt x="1235" y="17"/>
                      <a:pt x="1853" y="15"/>
                    </a:cubicBezTo>
                    <a:cubicBezTo>
                      <a:pt x="2139" y="14"/>
                      <a:pt x="2426" y="13"/>
                      <a:pt x="2713" y="10"/>
                    </a:cubicBezTo>
                    <a:cubicBezTo>
                      <a:pt x="2963" y="8"/>
                      <a:pt x="3213" y="7"/>
                      <a:pt x="3463" y="6"/>
                    </a:cubicBezTo>
                    <a:cubicBezTo>
                      <a:pt x="3596" y="6"/>
                      <a:pt x="3728" y="5"/>
                      <a:pt x="3860" y="4"/>
                    </a:cubicBezTo>
                    <a:cubicBezTo>
                      <a:pt x="4008" y="2"/>
                      <a:pt x="4156" y="2"/>
                      <a:pt x="4305" y="2"/>
                    </a:cubicBezTo>
                    <a:cubicBezTo>
                      <a:pt x="4348" y="1"/>
                      <a:pt x="4391" y="1"/>
                      <a:pt x="4436" y="0"/>
                    </a:cubicBezTo>
                    <a:cubicBezTo>
                      <a:pt x="4723" y="2"/>
                      <a:pt x="4978" y="52"/>
                      <a:pt x="5208" y="234"/>
                    </a:cubicBezTo>
                    <a:cubicBezTo>
                      <a:pt x="5263" y="371"/>
                      <a:pt x="5262" y="490"/>
                      <a:pt x="5256" y="637"/>
                    </a:cubicBezTo>
                    <a:cubicBezTo>
                      <a:pt x="5256" y="657"/>
                      <a:pt x="5256" y="657"/>
                      <a:pt x="5256" y="759"/>
                    </a:cubicBezTo>
                    <a:cubicBezTo>
                      <a:pt x="5256" y="893"/>
                      <a:pt x="5252" y="1025"/>
                      <a:pt x="5247" y="1159"/>
                    </a:cubicBezTo>
                    <a:cubicBezTo>
                      <a:pt x="5246" y="1251"/>
                      <a:pt x="5244" y="1344"/>
                      <a:pt x="5243" y="1437"/>
                    </a:cubicBezTo>
                    <a:cubicBezTo>
                      <a:pt x="5229" y="2114"/>
                      <a:pt x="5181" y="2789"/>
                      <a:pt x="5117" y="3463"/>
                    </a:cubicBezTo>
                    <a:cubicBezTo>
                      <a:pt x="5113" y="3508"/>
                      <a:pt x="5109" y="3552"/>
                      <a:pt x="5105" y="3598"/>
                    </a:cubicBezTo>
                    <a:cubicBezTo>
                      <a:pt x="5093" y="3725"/>
                      <a:pt x="5080" y="3851"/>
                      <a:pt x="5066" y="3978"/>
                    </a:cubicBezTo>
                    <a:cubicBezTo>
                      <a:pt x="5062" y="4014"/>
                      <a:pt x="5059" y="4051"/>
                      <a:pt x="5055" y="4089"/>
                    </a:cubicBezTo>
                    <a:cubicBezTo>
                      <a:pt x="5033" y="4281"/>
                      <a:pt x="4993" y="4423"/>
                      <a:pt x="4896" y="4590"/>
                    </a:cubicBezTo>
                    <a:cubicBezTo>
                      <a:pt x="4771" y="4834"/>
                      <a:pt x="4756" y="5053"/>
                      <a:pt x="4749" y="5324"/>
                    </a:cubicBezTo>
                    <a:cubicBezTo>
                      <a:pt x="4747" y="5373"/>
                      <a:pt x="4745" y="5421"/>
                      <a:pt x="4743" y="5472"/>
                    </a:cubicBezTo>
                    <a:cubicBezTo>
                      <a:pt x="4737" y="5604"/>
                      <a:pt x="4733" y="5737"/>
                      <a:pt x="4729" y="5869"/>
                    </a:cubicBezTo>
                    <a:cubicBezTo>
                      <a:pt x="4724" y="6009"/>
                      <a:pt x="4718" y="6148"/>
                      <a:pt x="4713" y="6286"/>
                    </a:cubicBezTo>
                    <a:cubicBezTo>
                      <a:pt x="4702" y="6549"/>
                      <a:pt x="4693" y="6812"/>
                      <a:pt x="4684" y="7074"/>
                    </a:cubicBezTo>
                    <a:cubicBezTo>
                      <a:pt x="4674" y="7374"/>
                      <a:pt x="4662" y="7673"/>
                      <a:pt x="4651" y="7972"/>
                    </a:cubicBezTo>
                    <a:cubicBezTo>
                      <a:pt x="4627" y="8587"/>
                      <a:pt x="4605" y="9202"/>
                      <a:pt x="4583" y="9817"/>
                    </a:cubicBezTo>
                    <a:cubicBezTo>
                      <a:pt x="4515" y="9817"/>
                      <a:pt x="4446" y="9817"/>
                      <a:pt x="4375" y="9817"/>
                    </a:cubicBezTo>
                    <a:cubicBezTo>
                      <a:pt x="4347" y="9015"/>
                      <a:pt x="4320" y="8213"/>
                      <a:pt x="4294" y="7410"/>
                    </a:cubicBezTo>
                    <a:cubicBezTo>
                      <a:pt x="4281" y="7037"/>
                      <a:pt x="4269" y="6664"/>
                      <a:pt x="4256" y="6291"/>
                    </a:cubicBezTo>
                    <a:cubicBezTo>
                      <a:pt x="4196" y="4549"/>
                      <a:pt x="4148" y="2811"/>
                      <a:pt x="4167" y="1067"/>
                    </a:cubicBezTo>
                    <a:cubicBezTo>
                      <a:pt x="3763" y="1063"/>
                      <a:pt x="3359" y="1059"/>
                      <a:pt x="2955" y="1057"/>
                    </a:cubicBezTo>
                    <a:cubicBezTo>
                      <a:pt x="2768" y="1056"/>
                      <a:pt x="2580" y="1054"/>
                      <a:pt x="2393" y="1052"/>
                    </a:cubicBezTo>
                    <a:cubicBezTo>
                      <a:pt x="2211" y="1050"/>
                      <a:pt x="2031" y="1048"/>
                      <a:pt x="1850" y="1048"/>
                    </a:cubicBezTo>
                    <a:cubicBezTo>
                      <a:pt x="1780" y="1047"/>
                      <a:pt x="1711" y="1047"/>
                      <a:pt x="1643" y="1045"/>
                    </a:cubicBezTo>
                    <a:cubicBezTo>
                      <a:pt x="1546" y="1044"/>
                      <a:pt x="1449" y="1044"/>
                      <a:pt x="1352" y="1044"/>
                    </a:cubicBezTo>
                    <a:cubicBezTo>
                      <a:pt x="1324" y="1043"/>
                      <a:pt x="1295" y="1042"/>
                      <a:pt x="1266" y="1042"/>
                    </a:cubicBezTo>
                    <a:cubicBezTo>
                      <a:pt x="1113" y="1043"/>
                      <a:pt x="1043" y="1066"/>
                      <a:pt x="919" y="1158"/>
                    </a:cubicBezTo>
                    <a:cubicBezTo>
                      <a:pt x="820" y="1295"/>
                      <a:pt x="809" y="1352"/>
                      <a:pt x="816" y="1519"/>
                    </a:cubicBezTo>
                    <a:cubicBezTo>
                      <a:pt x="818" y="1567"/>
                      <a:pt x="819" y="1615"/>
                      <a:pt x="820" y="1665"/>
                    </a:cubicBezTo>
                    <a:cubicBezTo>
                      <a:pt x="822" y="1690"/>
                      <a:pt x="823" y="1715"/>
                      <a:pt x="824" y="1742"/>
                    </a:cubicBezTo>
                    <a:cubicBezTo>
                      <a:pt x="828" y="1822"/>
                      <a:pt x="830" y="1903"/>
                      <a:pt x="831" y="1984"/>
                    </a:cubicBezTo>
                    <a:cubicBezTo>
                      <a:pt x="837" y="2213"/>
                      <a:pt x="844" y="2443"/>
                      <a:pt x="853" y="2672"/>
                    </a:cubicBezTo>
                    <a:cubicBezTo>
                      <a:pt x="859" y="2813"/>
                      <a:pt x="862" y="2953"/>
                      <a:pt x="865" y="3094"/>
                    </a:cubicBezTo>
                    <a:cubicBezTo>
                      <a:pt x="867" y="3173"/>
                      <a:pt x="871" y="3251"/>
                      <a:pt x="875" y="3329"/>
                    </a:cubicBezTo>
                    <a:cubicBezTo>
                      <a:pt x="882" y="3784"/>
                      <a:pt x="686" y="4055"/>
                      <a:pt x="417" y="4401"/>
                    </a:cubicBezTo>
                    <a:cubicBezTo>
                      <a:pt x="415" y="4358"/>
                      <a:pt x="412" y="4316"/>
                      <a:pt x="410" y="4272"/>
                    </a:cubicBezTo>
                    <a:cubicBezTo>
                      <a:pt x="390" y="3868"/>
                      <a:pt x="368" y="3463"/>
                      <a:pt x="346" y="3059"/>
                    </a:cubicBezTo>
                    <a:cubicBezTo>
                      <a:pt x="335" y="2851"/>
                      <a:pt x="324" y="2643"/>
                      <a:pt x="313" y="2435"/>
                    </a:cubicBezTo>
                    <a:cubicBezTo>
                      <a:pt x="303" y="2234"/>
                      <a:pt x="292" y="2033"/>
                      <a:pt x="281" y="1831"/>
                    </a:cubicBezTo>
                    <a:cubicBezTo>
                      <a:pt x="276" y="1755"/>
                      <a:pt x="273" y="1679"/>
                      <a:pt x="269" y="1603"/>
                    </a:cubicBezTo>
                    <a:cubicBezTo>
                      <a:pt x="243" y="1056"/>
                      <a:pt x="151" y="552"/>
                      <a:pt x="0" y="26"/>
                    </a:cubicBezTo>
                    <a:close/>
                  </a:path>
                </a:pathLst>
              </a:custGeom>
              <a:solidFill>
                <a:srgbClr val="A6E1CF"/>
              </a:solidFill>
              <a:ln w="2646" cap="flat">
                <a:noFill/>
              </a:ln>
            </p:spPr>
          </p:sp>
          <p:sp>
            <p:nvSpPr>
              <p:cNvPr id="2643" name="ICON_C_HEATMAP_path_077"/>
              <p:cNvSpPr/>
              <p:nvPr/>
            </p:nvSpPr>
            <p:spPr>
              <a:xfrm>
                <a:off x="7733771" y="7530042"/>
                <a:ext cx="34396" cy="134938"/>
              </a:xfrm>
              <a:custGeom>
                <a:avLst/>
                <a:gdLst/>
                <a:ahLst/>
                <a:cxnLst/>
                <a:rect l="0" t="0" r="r" b="b"/>
                <a:pathLst>
                  <a:path w="2708" h="10625" fill="norm" stroke="0">
                    <a:moveTo>
                      <a:pt x="208" y="0"/>
                    </a:moveTo>
                    <a:cubicBezTo>
                      <a:pt x="827" y="69"/>
                      <a:pt x="1446" y="138"/>
                      <a:pt x="2083" y="208"/>
                    </a:cubicBezTo>
                    <a:cubicBezTo>
                      <a:pt x="2015" y="483"/>
                      <a:pt x="1946" y="758"/>
                      <a:pt x="1875" y="1042"/>
                    </a:cubicBezTo>
                    <a:cubicBezTo>
                      <a:pt x="1861" y="1202"/>
                      <a:pt x="1853" y="1336"/>
                      <a:pt x="1861" y="1493"/>
                    </a:cubicBezTo>
                    <a:cubicBezTo>
                      <a:pt x="1861" y="1531"/>
                      <a:pt x="1863" y="1569"/>
                      <a:pt x="1864" y="1608"/>
                    </a:cubicBezTo>
                    <a:cubicBezTo>
                      <a:pt x="1867" y="1730"/>
                      <a:pt x="1873" y="1852"/>
                      <a:pt x="1878" y="1974"/>
                    </a:cubicBezTo>
                    <a:cubicBezTo>
                      <a:pt x="1882" y="2061"/>
                      <a:pt x="1885" y="2148"/>
                      <a:pt x="1889" y="2234"/>
                    </a:cubicBezTo>
                    <a:cubicBezTo>
                      <a:pt x="1896" y="2414"/>
                      <a:pt x="1905" y="2593"/>
                      <a:pt x="1914" y="2773"/>
                    </a:cubicBezTo>
                    <a:cubicBezTo>
                      <a:pt x="1925" y="3002"/>
                      <a:pt x="1933" y="3231"/>
                      <a:pt x="1940" y="3461"/>
                    </a:cubicBezTo>
                    <a:cubicBezTo>
                      <a:pt x="1946" y="3639"/>
                      <a:pt x="1954" y="3817"/>
                      <a:pt x="1963" y="3995"/>
                    </a:cubicBezTo>
                    <a:cubicBezTo>
                      <a:pt x="1967" y="4079"/>
                      <a:pt x="1970" y="4164"/>
                      <a:pt x="1972" y="4248"/>
                    </a:cubicBezTo>
                    <a:cubicBezTo>
                      <a:pt x="1989" y="4889"/>
                      <a:pt x="1989" y="4889"/>
                      <a:pt x="2150" y="5078"/>
                    </a:cubicBezTo>
                    <a:cubicBezTo>
                      <a:pt x="2325" y="5229"/>
                      <a:pt x="2496" y="5310"/>
                      <a:pt x="2708" y="5417"/>
                    </a:cubicBezTo>
                    <a:cubicBezTo>
                      <a:pt x="2227" y="5348"/>
                      <a:pt x="1746" y="5279"/>
                      <a:pt x="1250" y="5208"/>
                    </a:cubicBezTo>
                    <a:cubicBezTo>
                      <a:pt x="1258" y="5134"/>
                      <a:pt x="1258" y="5134"/>
                      <a:pt x="1296" y="4758"/>
                    </a:cubicBezTo>
                    <a:cubicBezTo>
                      <a:pt x="1315" y="4557"/>
                      <a:pt x="1335" y="4355"/>
                      <a:pt x="1354" y="4154"/>
                    </a:cubicBezTo>
                    <a:cubicBezTo>
                      <a:pt x="1355" y="4141"/>
                      <a:pt x="1355" y="4141"/>
                      <a:pt x="1362" y="4075"/>
                    </a:cubicBezTo>
                    <a:cubicBezTo>
                      <a:pt x="1444" y="3201"/>
                      <a:pt x="1488" y="2336"/>
                      <a:pt x="1458" y="1458"/>
                    </a:cubicBezTo>
                    <a:cubicBezTo>
                      <a:pt x="1284" y="1490"/>
                      <a:pt x="1168" y="1540"/>
                      <a:pt x="1042" y="1667"/>
                    </a:cubicBezTo>
                    <a:cubicBezTo>
                      <a:pt x="945" y="1930"/>
                      <a:pt x="964" y="2236"/>
                      <a:pt x="956" y="2513"/>
                    </a:cubicBezTo>
                    <a:cubicBezTo>
                      <a:pt x="952" y="2601"/>
                      <a:pt x="948" y="2689"/>
                      <a:pt x="944" y="2778"/>
                    </a:cubicBezTo>
                    <a:cubicBezTo>
                      <a:pt x="932" y="3017"/>
                      <a:pt x="924" y="3257"/>
                      <a:pt x="915" y="3497"/>
                    </a:cubicBezTo>
                    <a:cubicBezTo>
                      <a:pt x="906" y="3747"/>
                      <a:pt x="895" y="3998"/>
                      <a:pt x="884" y="4248"/>
                    </a:cubicBezTo>
                    <a:cubicBezTo>
                      <a:pt x="865" y="4669"/>
                      <a:pt x="848" y="5089"/>
                      <a:pt x="832" y="5510"/>
                    </a:cubicBezTo>
                    <a:cubicBezTo>
                      <a:pt x="816" y="5943"/>
                      <a:pt x="799" y="6376"/>
                      <a:pt x="780" y="6809"/>
                    </a:cubicBezTo>
                    <a:cubicBezTo>
                      <a:pt x="779" y="6836"/>
                      <a:pt x="778" y="6862"/>
                      <a:pt x="777" y="6890"/>
                    </a:cubicBezTo>
                    <a:cubicBezTo>
                      <a:pt x="771" y="7024"/>
                      <a:pt x="765" y="7158"/>
                      <a:pt x="760" y="7292"/>
                    </a:cubicBezTo>
                    <a:cubicBezTo>
                      <a:pt x="712" y="8403"/>
                      <a:pt x="668" y="9514"/>
                      <a:pt x="625" y="10625"/>
                    </a:cubicBezTo>
                    <a:cubicBezTo>
                      <a:pt x="419" y="10625"/>
                      <a:pt x="213" y="10625"/>
                      <a:pt x="0" y="10625"/>
                    </a:cubicBezTo>
                    <a:cubicBezTo>
                      <a:pt x="69" y="7119"/>
                      <a:pt x="138" y="3612"/>
                      <a:pt x="208" y="0"/>
                    </a:cubicBezTo>
                    <a:close/>
                  </a:path>
                </a:pathLst>
              </a:custGeom>
              <a:solidFill>
                <a:srgbClr val="94EBE5"/>
              </a:solidFill>
              <a:ln w="2646" cap="flat">
                <a:noFill/>
              </a:ln>
            </p:spPr>
          </p:sp>
          <p:sp>
            <p:nvSpPr>
              <p:cNvPr id="2644" name="ICON_C_HEATMAP_path_078"/>
              <p:cNvSpPr/>
              <p:nvPr/>
            </p:nvSpPr>
            <p:spPr>
              <a:xfrm>
                <a:off x="7904547" y="7383746"/>
                <a:ext cx="117621" cy="78298"/>
              </a:xfrm>
              <a:custGeom>
                <a:avLst/>
                <a:gdLst/>
                <a:ahLst/>
                <a:cxnLst/>
                <a:rect l="0" t="0" r="r" b="b"/>
                <a:pathLst>
                  <a:path w="9261" h="6165" fill="norm" stroke="0">
                    <a:moveTo>
                      <a:pt x="2764" y="347"/>
                    </a:moveTo>
                    <a:cubicBezTo>
                      <a:pt x="2807" y="362"/>
                      <a:pt x="2850" y="376"/>
                      <a:pt x="2894" y="391"/>
                    </a:cubicBezTo>
                    <a:cubicBezTo>
                      <a:pt x="3018" y="433"/>
                      <a:pt x="3140" y="477"/>
                      <a:pt x="3263" y="522"/>
                    </a:cubicBezTo>
                    <a:cubicBezTo>
                      <a:pt x="3301" y="535"/>
                      <a:pt x="3338" y="548"/>
                      <a:pt x="3377" y="562"/>
                    </a:cubicBezTo>
                    <a:cubicBezTo>
                      <a:pt x="3394" y="568"/>
                      <a:pt x="3394" y="568"/>
                      <a:pt x="3481" y="602"/>
                    </a:cubicBezTo>
                    <a:cubicBezTo>
                      <a:pt x="3511" y="613"/>
                      <a:pt x="3541" y="624"/>
                      <a:pt x="3572" y="636"/>
                    </a:cubicBezTo>
                    <a:cubicBezTo>
                      <a:pt x="3583" y="644"/>
                      <a:pt x="3583" y="644"/>
                      <a:pt x="3636" y="686"/>
                    </a:cubicBezTo>
                    <a:cubicBezTo>
                      <a:pt x="3636" y="755"/>
                      <a:pt x="3636" y="824"/>
                      <a:pt x="3636" y="894"/>
                    </a:cubicBezTo>
                    <a:cubicBezTo>
                      <a:pt x="2605" y="963"/>
                      <a:pt x="1574" y="1032"/>
                      <a:pt x="511" y="1103"/>
                    </a:cubicBezTo>
                    <a:cubicBezTo>
                      <a:pt x="503" y="2014"/>
                      <a:pt x="503" y="2014"/>
                      <a:pt x="501" y="2405"/>
                    </a:cubicBezTo>
                    <a:cubicBezTo>
                      <a:pt x="500" y="2671"/>
                      <a:pt x="499" y="2937"/>
                      <a:pt x="496" y="3203"/>
                    </a:cubicBezTo>
                    <a:cubicBezTo>
                      <a:pt x="493" y="3418"/>
                      <a:pt x="492" y="3633"/>
                      <a:pt x="492" y="3848"/>
                    </a:cubicBezTo>
                    <a:cubicBezTo>
                      <a:pt x="491" y="3929"/>
                      <a:pt x="490" y="4011"/>
                      <a:pt x="489" y="4092"/>
                    </a:cubicBezTo>
                    <a:cubicBezTo>
                      <a:pt x="488" y="4207"/>
                      <a:pt x="488" y="4322"/>
                      <a:pt x="488" y="4438"/>
                    </a:cubicBezTo>
                    <a:cubicBezTo>
                      <a:pt x="487" y="4470"/>
                      <a:pt x="486" y="4503"/>
                      <a:pt x="485" y="4537"/>
                    </a:cubicBezTo>
                    <a:cubicBezTo>
                      <a:pt x="488" y="4862"/>
                      <a:pt x="543" y="5202"/>
                      <a:pt x="720" y="5478"/>
                    </a:cubicBezTo>
                    <a:cubicBezTo>
                      <a:pt x="920" y="5570"/>
                      <a:pt x="1114" y="5555"/>
                      <a:pt x="1329" y="5545"/>
                    </a:cubicBezTo>
                    <a:cubicBezTo>
                      <a:pt x="1392" y="5545"/>
                      <a:pt x="1455" y="5545"/>
                      <a:pt x="1518" y="5545"/>
                    </a:cubicBezTo>
                    <a:cubicBezTo>
                      <a:pt x="1654" y="5544"/>
                      <a:pt x="1790" y="5541"/>
                      <a:pt x="1925" y="5538"/>
                    </a:cubicBezTo>
                    <a:cubicBezTo>
                      <a:pt x="2142" y="5531"/>
                      <a:pt x="2359" y="5529"/>
                      <a:pt x="2575" y="5527"/>
                    </a:cubicBezTo>
                    <a:cubicBezTo>
                      <a:pt x="2920" y="5524"/>
                      <a:pt x="3265" y="5518"/>
                      <a:pt x="3610" y="5511"/>
                    </a:cubicBezTo>
                    <a:cubicBezTo>
                      <a:pt x="4221" y="5498"/>
                      <a:pt x="4833" y="5490"/>
                      <a:pt x="5444" y="5484"/>
                    </a:cubicBezTo>
                    <a:cubicBezTo>
                      <a:pt x="5624" y="5481"/>
                      <a:pt x="5803" y="5479"/>
                      <a:pt x="5982" y="5475"/>
                    </a:cubicBezTo>
                    <a:cubicBezTo>
                      <a:pt x="5999" y="5474"/>
                      <a:pt x="5999" y="5474"/>
                      <a:pt x="6086" y="5472"/>
                    </a:cubicBezTo>
                    <a:cubicBezTo>
                      <a:pt x="6149" y="5471"/>
                      <a:pt x="6211" y="5469"/>
                      <a:pt x="6274" y="5468"/>
                    </a:cubicBezTo>
                    <a:cubicBezTo>
                      <a:pt x="7232" y="5446"/>
                      <a:pt x="8083" y="5565"/>
                      <a:pt x="9053" y="5686"/>
                    </a:cubicBezTo>
                    <a:cubicBezTo>
                      <a:pt x="9053" y="4242"/>
                      <a:pt x="9053" y="2799"/>
                      <a:pt x="9053" y="1311"/>
                    </a:cubicBezTo>
                    <a:cubicBezTo>
                      <a:pt x="9122" y="1311"/>
                      <a:pt x="9190" y="1311"/>
                      <a:pt x="9261" y="1311"/>
                    </a:cubicBezTo>
                    <a:cubicBezTo>
                      <a:pt x="9261" y="2892"/>
                      <a:pt x="9261" y="4474"/>
                      <a:pt x="9261" y="6103"/>
                    </a:cubicBezTo>
                    <a:cubicBezTo>
                      <a:pt x="7084" y="6120"/>
                      <a:pt x="7084" y="6120"/>
                      <a:pt x="6171" y="6123"/>
                    </a:cubicBezTo>
                    <a:cubicBezTo>
                      <a:pt x="5963" y="6124"/>
                      <a:pt x="5754" y="6125"/>
                      <a:pt x="5546" y="6126"/>
                    </a:cubicBezTo>
                    <a:cubicBezTo>
                      <a:pt x="5520" y="6126"/>
                      <a:pt x="5494" y="6126"/>
                      <a:pt x="5467" y="6126"/>
                    </a:cubicBezTo>
                    <a:cubicBezTo>
                      <a:pt x="5045" y="6128"/>
                      <a:pt x="4624" y="6131"/>
                      <a:pt x="4203" y="6135"/>
                    </a:cubicBezTo>
                    <a:cubicBezTo>
                      <a:pt x="3770" y="6139"/>
                      <a:pt x="3337" y="6141"/>
                      <a:pt x="2905" y="6142"/>
                    </a:cubicBezTo>
                    <a:cubicBezTo>
                      <a:pt x="2662" y="6142"/>
                      <a:pt x="2419" y="6144"/>
                      <a:pt x="2176" y="6147"/>
                    </a:cubicBezTo>
                    <a:cubicBezTo>
                      <a:pt x="1947" y="6150"/>
                      <a:pt x="1718" y="6150"/>
                      <a:pt x="1490" y="6150"/>
                    </a:cubicBezTo>
                    <a:cubicBezTo>
                      <a:pt x="1406" y="6150"/>
                      <a:pt x="1322" y="6151"/>
                      <a:pt x="1238" y="6152"/>
                    </a:cubicBezTo>
                    <a:cubicBezTo>
                      <a:pt x="528" y="6165"/>
                      <a:pt x="528" y="6165"/>
                      <a:pt x="254" y="5921"/>
                    </a:cubicBezTo>
                    <a:cubicBezTo>
                      <a:pt x="69" y="5692"/>
                      <a:pt x="34" y="5497"/>
                      <a:pt x="38" y="5209"/>
                    </a:cubicBezTo>
                    <a:cubicBezTo>
                      <a:pt x="36" y="5163"/>
                      <a:pt x="35" y="5117"/>
                      <a:pt x="34" y="5070"/>
                    </a:cubicBezTo>
                    <a:cubicBezTo>
                      <a:pt x="31" y="4920"/>
                      <a:pt x="31" y="4770"/>
                      <a:pt x="32" y="4619"/>
                    </a:cubicBezTo>
                    <a:cubicBezTo>
                      <a:pt x="31" y="4540"/>
                      <a:pt x="31" y="4462"/>
                      <a:pt x="30" y="4383"/>
                    </a:cubicBezTo>
                    <a:cubicBezTo>
                      <a:pt x="28" y="4136"/>
                      <a:pt x="28" y="3889"/>
                      <a:pt x="29" y="3642"/>
                    </a:cubicBezTo>
                    <a:cubicBezTo>
                      <a:pt x="30" y="3388"/>
                      <a:pt x="28" y="3135"/>
                      <a:pt x="23" y="2882"/>
                    </a:cubicBezTo>
                    <a:cubicBezTo>
                      <a:pt x="20" y="2663"/>
                      <a:pt x="18" y="2444"/>
                      <a:pt x="19" y="2225"/>
                    </a:cubicBezTo>
                    <a:cubicBezTo>
                      <a:pt x="19" y="2095"/>
                      <a:pt x="19" y="1965"/>
                      <a:pt x="16" y="1835"/>
                    </a:cubicBezTo>
                    <a:cubicBezTo>
                      <a:pt x="0" y="945"/>
                      <a:pt x="0" y="945"/>
                      <a:pt x="313" y="603"/>
                    </a:cubicBezTo>
                    <a:cubicBezTo>
                      <a:pt x="559" y="368"/>
                      <a:pt x="821" y="152"/>
                      <a:pt x="1162" y="87"/>
                    </a:cubicBezTo>
                    <a:cubicBezTo>
                      <a:pt x="1183" y="83"/>
                      <a:pt x="1183" y="83"/>
                      <a:pt x="1288" y="61"/>
                    </a:cubicBezTo>
                    <a:cubicBezTo>
                      <a:pt x="1799" y="0"/>
                      <a:pt x="2285" y="187"/>
                      <a:pt x="2764" y="347"/>
                    </a:cubicBezTo>
                    <a:close/>
                  </a:path>
                </a:pathLst>
              </a:custGeom>
              <a:solidFill>
                <a:srgbClr val="E2EC9C"/>
              </a:solidFill>
              <a:ln w="2646" cap="flat">
                <a:noFill/>
              </a:ln>
            </p:spPr>
          </p:sp>
          <p:sp>
            <p:nvSpPr>
              <p:cNvPr id="2645" name="ICON_C_HEATMAP_path_079"/>
              <p:cNvSpPr/>
              <p:nvPr/>
            </p:nvSpPr>
            <p:spPr>
              <a:xfrm>
                <a:off x="7855479" y="7254875"/>
                <a:ext cx="14022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1042" h="1250" fill="norm" stroke="0">
                    <a:moveTo>
                      <a:pt x="0" y="0"/>
                    </a:moveTo>
                    <a:cubicBezTo>
                      <a:pt x="2888" y="0"/>
                      <a:pt x="5775" y="0"/>
                      <a:pt x="8750" y="0"/>
                    </a:cubicBezTo>
                    <a:cubicBezTo>
                      <a:pt x="8750" y="206"/>
                      <a:pt x="8750" y="413"/>
                      <a:pt x="8750" y="625"/>
                    </a:cubicBezTo>
                    <a:cubicBezTo>
                      <a:pt x="9506" y="625"/>
                      <a:pt x="10263" y="625"/>
                      <a:pt x="11042" y="625"/>
                    </a:cubicBezTo>
                    <a:cubicBezTo>
                      <a:pt x="11042" y="694"/>
                      <a:pt x="11042" y="763"/>
                      <a:pt x="11042" y="833"/>
                    </a:cubicBezTo>
                    <a:cubicBezTo>
                      <a:pt x="10996" y="839"/>
                      <a:pt x="10949" y="844"/>
                      <a:pt x="10902" y="849"/>
                    </a:cubicBezTo>
                    <a:cubicBezTo>
                      <a:pt x="10688" y="874"/>
                      <a:pt x="10474" y="899"/>
                      <a:pt x="10260" y="925"/>
                    </a:cubicBezTo>
                    <a:cubicBezTo>
                      <a:pt x="10222" y="929"/>
                      <a:pt x="10184" y="934"/>
                      <a:pt x="10145" y="938"/>
                    </a:cubicBezTo>
                    <a:cubicBezTo>
                      <a:pt x="9216" y="1049"/>
                      <a:pt x="9216" y="1049"/>
                      <a:pt x="8790" y="1205"/>
                    </a:cubicBezTo>
                    <a:cubicBezTo>
                      <a:pt x="8702" y="1234"/>
                      <a:pt x="8635" y="1249"/>
                      <a:pt x="8542" y="1250"/>
                    </a:cubicBezTo>
                    <a:cubicBezTo>
                      <a:pt x="8462" y="1208"/>
                      <a:pt x="8462" y="1208"/>
                      <a:pt x="8373" y="1150"/>
                    </a:cubicBezTo>
                    <a:cubicBezTo>
                      <a:pt x="8046" y="980"/>
                      <a:pt x="7691" y="1005"/>
                      <a:pt x="7332" y="999"/>
                    </a:cubicBezTo>
                    <a:cubicBezTo>
                      <a:pt x="7252" y="997"/>
                      <a:pt x="7172" y="995"/>
                      <a:pt x="7091" y="993"/>
                    </a:cubicBezTo>
                    <a:cubicBezTo>
                      <a:pt x="6875" y="987"/>
                      <a:pt x="6659" y="983"/>
                      <a:pt x="6442" y="979"/>
                    </a:cubicBezTo>
                    <a:cubicBezTo>
                      <a:pt x="6215" y="974"/>
                      <a:pt x="5989" y="968"/>
                      <a:pt x="5762" y="963"/>
                    </a:cubicBezTo>
                    <a:cubicBezTo>
                      <a:pt x="5334" y="952"/>
                      <a:pt x="4905" y="943"/>
                      <a:pt x="4476" y="934"/>
                    </a:cubicBezTo>
                    <a:cubicBezTo>
                      <a:pt x="3988" y="924"/>
                      <a:pt x="3500" y="912"/>
                      <a:pt x="3012" y="901"/>
                    </a:cubicBezTo>
                    <a:cubicBezTo>
                      <a:pt x="2008" y="877"/>
                      <a:pt x="1004" y="855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B6B28F"/>
              </a:solidFill>
              <a:ln w="2646" cap="flat">
                <a:noFill/>
              </a:ln>
            </p:spPr>
          </p:sp>
          <p:sp>
            <p:nvSpPr>
              <p:cNvPr id="2646" name="ICON_C_HEATMAP_path_080"/>
              <p:cNvSpPr/>
              <p:nvPr/>
            </p:nvSpPr>
            <p:spPr>
              <a:xfrm>
                <a:off x="7723188" y="7664326"/>
                <a:ext cx="248708" cy="11621"/>
              </a:xfrm>
              <a:custGeom>
                <a:avLst/>
                <a:gdLst/>
                <a:ahLst/>
                <a:cxnLst/>
                <a:rect l="0" t="0" r="r" b="b"/>
                <a:pathLst>
                  <a:path w="19583" h="915" fill="norm" stroke="0">
                    <a:moveTo>
                      <a:pt x="7292" y="51"/>
                    </a:moveTo>
                    <a:cubicBezTo>
                      <a:pt x="7429" y="51"/>
                      <a:pt x="7567" y="51"/>
                      <a:pt x="7708" y="51"/>
                    </a:cubicBezTo>
                    <a:cubicBezTo>
                      <a:pt x="7708" y="258"/>
                      <a:pt x="7708" y="464"/>
                      <a:pt x="7708" y="676"/>
                    </a:cubicBezTo>
                    <a:cubicBezTo>
                      <a:pt x="8520" y="659"/>
                      <a:pt x="9331" y="639"/>
                      <a:pt x="10142" y="616"/>
                    </a:cubicBezTo>
                    <a:cubicBezTo>
                      <a:pt x="10519" y="606"/>
                      <a:pt x="10896" y="596"/>
                      <a:pt x="11272" y="589"/>
                    </a:cubicBezTo>
                    <a:cubicBezTo>
                      <a:pt x="11601" y="582"/>
                      <a:pt x="11929" y="573"/>
                      <a:pt x="12257" y="563"/>
                    </a:cubicBezTo>
                    <a:cubicBezTo>
                      <a:pt x="12431" y="558"/>
                      <a:pt x="12605" y="554"/>
                      <a:pt x="12779" y="551"/>
                    </a:cubicBezTo>
                    <a:cubicBezTo>
                      <a:pt x="12942" y="548"/>
                      <a:pt x="13106" y="544"/>
                      <a:pt x="13270" y="538"/>
                    </a:cubicBezTo>
                    <a:cubicBezTo>
                      <a:pt x="13330" y="536"/>
                      <a:pt x="13390" y="534"/>
                      <a:pt x="13450" y="534"/>
                    </a:cubicBezTo>
                    <a:cubicBezTo>
                      <a:pt x="13626" y="533"/>
                      <a:pt x="13791" y="528"/>
                      <a:pt x="13958" y="468"/>
                    </a:cubicBezTo>
                    <a:cubicBezTo>
                      <a:pt x="14029" y="364"/>
                      <a:pt x="14066" y="263"/>
                      <a:pt x="14109" y="145"/>
                    </a:cubicBezTo>
                    <a:cubicBezTo>
                      <a:pt x="14167" y="51"/>
                      <a:pt x="14167" y="51"/>
                      <a:pt x="14270" y="13"/>
                    </a:cubicBezTo>
                    <a:cubicBezTo>
                      <a:pt x="14411" y="0"/>
                      <a:pt x="14546" y="0"/>
                      <a:pt x="14688" y="4"/>
                    </a:cubicBezTo>
                    <a:cubicBezTo>
                      <a:pt x="14741" y="4"/>
                      <a:pt x="14794" y="4"/>
                      <a:pt x="14848" y="4"/>
                    </a:cubicBezTo>
                    <a:cubicBezTo>
                      <a:pt x="14992" y="4"/>
                      <a:pt x="15137" y="6"/>
                      <a:pt x="15282" y="9"/>
                    </a:cubicBezTo>
                    <a:cubicBezTo>
                      <a:pt x="15433" y="12"/>
                      <a:pt x="15584" y="12"/>
                      <a:pt x="15735" y="13"/>
                    </a:cubicBezTo>
                    <a:cubicBezTo>
                      <a:pt x="16022" y="14"/>
                      <a:pt x="16308" y="17"/>
                      <a:pt x="16594" y="21"/>
                    </a:cubicBezTo>
                    <a:cubicBezTo>
                      <a:pt x="16920" y="26"/>
                      <a:pt x="17246" y="28"/>
                      <a:pt x="17572" y="30"/>
                    </a:cubicBezTo>
                    <a:cubicBezTo>
                      <a:pt x="18242" y="35"/>
                      <a:pt x="18913" y="42"/>
                      <a:pt x="19583" y="51"/>
                    </a:cubicBezTo>
                    <a:cubicBezTo>
                      <a:pt x="19583" y="258"/>
                      <a:pt x="19583" y="464"/>
                      <a:pt x="19583" y="676"/>
                    </a:cubicBezTo>
                    <a:cubicBezTo>
                      <a:pt x="19025" y="839"/>
                      <a:pt x="18518" y="915"/>
                      <a:pt x="17938" y="910"/>
                    </a:cubicBezTo>
                    <a:cubicBezTo>
                      <a:pt x="17860" y="910"/>
                      <a:pt x="17782" y="910"/>
                      <a:pt x="17704" y="910"/>
                    </a:cubicBezTo>
                    <a:cubicBezTo>
                      <a:pt x="17492" y="911"/>
                      <a:pt x="17280" y="910"/>
                      <a:pt x="17068" y="909"/>
                    </a:cubicBezTo>
                    <a:cubicBezTo>
                      <a:pt x="16839" y="908"/>
                      <a:pt x="16609" y="908"/>
                      <a:pt x="16380" y="909"/>
                    </a:cubicBezTo>
                    <a:cubicBezTo>
                      <a:pt x="15983" y="909"/>
                      <a:pt x="15586" y="908"/>
                      <a:pt x="15189" y="907"/>
                    </a:cubicBezTo>
                    <a:cubicBezTo>
                      <a:pt x="14774" y="906"/>
                      <a:pt x="14358" y="905"/>
                      <a:pt x="13942" y="905"/>
                    </a:cubicBezTo>
                    <a:cubicBezTo>
                      <a:pt x="13917" y="905"/>
                      <a:pt x="13891" y="905"/>
                      <a:pt x="13864" y="905"/>
                    </a:cubicBezTo>
                    <a:cubicBezTo>
                      <a:pt x="13732" y="904"/>
                      <a:pt x="13600" y="904"/>
                      <a:pt x="13469" y="904"/>
                    </a:cubicBezTo>
                    <a:cubicBezTo>
                      <a:pt x="12538" y="904"/>
                      <a:pt x="11607" y="903"/>
                      <a:pt x="10676" y="900"/>
                    </a:cubicBezTo>
                    <a:cubicBezTo>
                      <a:pt x="9772" y="899"/>
                      <a:pt x="8869" y="897"/>
                      <a:pt x="7965" y="896"/>
                    </a:cubicBezTo>
                    <a:cubicBezTo>
                      <a:pt x="7937" y="896"/>
                      <a:pt x="7909" y="896"/>
                      <a:pt x="7881" y="896"/>
                    </a:cubicBezTo>
                    <a:cubicBezTo>
                      <a:pt x="7600" y="896"/>
                      <a:pt x="7320" y="896"/>
                      <a:pt x="7040" y="895"/>
                    </a:cubicBezTo>
                    <a:cubicBezTo>
                      <a:pt x="6469" y="895"/>
                      <a:pt x="5898" y="894"/>
                      <a:pt x="5327" y="894"/>
                    </a:cubicBezTo>
                    <a:cubicBezTo>
                      <a:pt x="5314" y="894"/>
                      <a:pt x="5314" y="894"/>
                      <a:pt x="5248" y="894"/>
                    </a:cubicBezTo>
                    <a:cubicBezTo>
                      <a:pt x="3499" y="892"/>
                      <a:pt x="1749" y="888"/>
                      <a:pt x="0" y="885"/>
                    </a:cubicBezTo>
                    <a:cubicBezTo>
                      <a:pt x="0" y="816"/>
                      <a:pt x="0" y="747"/>
                      <a:pt x="0" y="676"/>
                    </a:cubicBezTo>
                    <a:cubicBezTo>
                      <a:pt x="2475" y="676"/>
                      <a:pt x="4950" y="676"/>
                      <a:pt x="7500" y="676"/>
                    </a:cubicBezTo>
                    <a:cubicBezTo>
                      <a:pt x="7466" y="573"/>
                      <a:pt x="7466" y="573"/>
                      <a:pt x="7292" y="51"/>
                    </a:cubicBezTo>
                    <a:close/>
                  </a:path>
                </a:pathLst>
              </a:custGeom>
              <a:solidFill>
                <a:srgbClr val="AFC8B5"/>
              </a:solidFill>
              <a:ln w="2646" cap="flat">
                <a:noFill/>
              </a:ln>
            </p:spPr>
          </p:sp>
          <p:sp>
            <p:nvSpPr>
              <p:cNvPr id="2647" name="ICON_C_HEATMAP_path_081"/>
              <p:cNvSpPr/>
              <p:nvPr/>
            </p:nvSpPr>
            <p:spPr>
              <a:xfrm>
                <a:off x="7732496" y="7270750"/>
                <a:ext cx="83296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6559" h="4375" fill="norm" stroke="0">
                    <a:moveTo>
                      <a:pt x="100" y="0"/>
                    </a:moveTo>
                    <a:cubicBezTo>
                      <a:pt x="2232" y="0"/>
                      <a:pt x="4363" y="0"/>
                      <a:pt x="6559" y="0"/>
                    </a:cubicBezTo>
                    <a:cubicBezTo>
                      <a:pt x="6490" y="275"/>
                      <a:pt x="6421" y="550"/>
                      <a:pt x="6350" y="833"/>
                    </a:cubicBezTo>
                    <a:cubicBezTo>
                      <a:pt x="6130" y="936"/>
                      <a:pt x="6059" y="952"/>
                      <a:pt x="5830" y="947"/>
                    </a:cubicBezTo>
                    <a:cubicBezTo>
                      <a:pt x="5776" y="949"/>
                      <a:pt x="5723" y="951"/>
                      <a:pt x="5669" y="954"/>
                    </a:cubicBezTo>
                    <a:cubicBezTo>
                      <a:pt x="5525" y="959"/>
                      <a:pt x="5380" y="960"/>
                      <a:pt x="5235" y="960"/>
                    </a:cubicBezTo>
                    <a:cubicBezTo>
                      <a:pt x="5084" y="961"/>
                      <a:pt x="4933" y="966"/>
                      <a:pt x="4782" y="971"/>
                    </a:cubicBezTo>
                    <a:cubicBezTo>
                      <a:pt x="4495" y="979"/>
                      <a:pt x="4209" y="983"/>
                      <a:pt x="3923" y="986"/>
                    </a:cubicBezTo>
                    <a:cubicBezTo>
                      <a:pt x="3536" y="990"/>
                      <a:pt x="3149" y="1000"/>
                      <a:pt x="2762" y="1011"/>
                    </a:cubicBezTo>
                    <a:cubicBezTo>
                      <a:pt x="2153" y="1026"/>
                      <a:pt x="1543" y="1033"/>
                      <a:pt x="934" y="1042"/>
                    </a:cubicBezTo>
                    <a:cubicBezTo>
                      <a:pt x="865" y="2142"/>
                      <a:pt x="796" y="3242"/>
                      <a:pt x="725" y="4375"/>
                    </a:cubicBezTo>
                    <a:cubicBezTo>
                      <a:pt x="588" y="4375"/>
                      <a:pt x="450" y="4375"/>
                      <a:pt x="309" y="4375"/>
                    </a:cubicBezTo>
                    <a:cubicBezTo>
                      <a:pt x="0" y="4012"/>
                      <a:pt x="74" y="3503"/>
                      <a:pt x="80" y="3052"/>
                    </a:cubicBezTo>
                    <a:cubicBezTo>
                      <a:pt x="80" y="2974"/>
                      <a:pt x="81" y="2895"/>
                      <a:pt x="81" y="2817"/>
                    </a:cubicBezTo>
                    <a:cubicBezTo>
                      <a:pt x="82" y="2529"/>
                      <a:pt x="85" y="2241"/>
                      <a:pt x="87" y="1953"/>
                    </a:cubicBezTo>
                    <a:cubicBezTo>
                      <a:pt x="92" y="1309"/>
                      <a:pt x="96" y="664"/>
                      <a:pt x="100" y="0"/>
                    </a:cubicBezTo>
                    <a:close/>
                  </a:path>
                </a:pathLst>
              </a:custGeom>
              <a:solidFill>
                <a:srgbClr val="C5EDC4"/>
              </a:solidFill>
              <a:ln w="2646" cap="flat">
                <a:noFill/>
              </a:ln>
            </p:spPr>
          </p:sp>
          <p:sp>
            <p:nvSpPr>
              <p:cNvPr id="2648" name="ICON_C_HEATMAP_path_082"/>
              <p:cNvSpPr/>
              <p:nvPr/>
            </p:nvSpPr>
            <p:spPr>
              <a:xfrm>
                <a:off x="8280792" y="7310438"/>
                <a:ext cx="59269" cy="89958"/>
              </a:xfrm>
              <a:custGeom>
                <a:avLst/>
                <a:gdLst/>
                <a:ahLst/>
                <a:cxnLst/>
                <a:rect l="0" t="0" r="r" b="b"/>
                <a:pathLst>
                  <a:path w="4667" h="7083" fill="norm" stroke="0">
                    <a:moveTo>
                      <a:pt x="3594" y="0"/>
                    </a:moveTo>
                    <a:cubicBezTo>
                      <a:pt x="3663" y="0"/>
                      <a:pt x="3732" y="0"/>
                      <a:pt x="3803" y="0"/>
                    </a:cubicBezTo>
                    <a:cubicBezTo>
                      <a:pt x="3799" y="30"/>
                      <a:pt x="3796" y="61"/>
                      <a:pt x="3793" y="92"/>
                    </a:cubicBezTo>
                    <a:cubicBezTo>
                      <a:pt x="3730" y="762"/>
                      <a:pt x="3730" y="762"/>
                      <a:pt x="3803" y="1042"/>
                    </a:cubicBezTo>
                    <a:cubicBezTo>
                      <a:pt x="3908" y="1157"/>
                      <a:pt x="4035" y="1179"/>
                      <a:pt x="4187" y="1192"/>
                    </a:cubicBezTo>
                    <a:cubicBezTo>
                      <a:pt x="4278" y="1201"/>
                      <a:pt x="4343" y="1212"/>
                      <a:pt x="4428" y="1250"/>
                    </a:cubicBezTo>
                    <a:cubicBezTo>
                      <a:pt x="4630" y="1520"/>
                      <a:pt x="4667" y="1801"/>
                      <a:pt x="4664" y="2128"/>
                    </a:cubicBezTo>
                    <a:cubicBezTo>
                      <a:pt x="4664" y="2172"/>
                      <a:pt x="4664" y="2216"/>
                      <a:pt x="4664" y="2262"/>
                    </a:cubicBezTo>
                    <a:cubicBezTo>
                      <a:pt x="4665" y="2406"/>
                      <a:pt x="4664" y="2551"/>
                      <a:pt x="4662" y="2695"/>
                    </a:cubicBezTo>
                    <a:cubicBezTo>
                      <a:pt x="4662" y="2745"/>
                      <a:pt x="4661" y="2795"/>
                      <a:pt x="4661" y="2846"/>
                    </a:cubicBezTo>
                    <a:cubicBezTo>
                      <a:pt x="4656" y="3636"/>
                      <a:pt x="4614" y="4421"/>
                      <a:pt x="4545" y="5208"/>
                    </a:cubicBezTo>
                    <a:cubicBezTo>
                      <a:pt x="4541" y="5256"/>
                      <a:pt x="4536" y="5305"/>
                      <a:pt x="4532" y="5354"/>
                    </a:cubicBezTo>
                    <a:cubicBezTo>
                      <a:pt x="4520" y="5492"/>
                      <a:pt x="4507" y="5630"/>
                      <a:pt x="4493" y="5768"/>
                    </a:cubicBezTo>
                    <a:cubicBezTo>
                      <a:pt x="4490" y="5808"/>
                      <a:pt x="4486" y="5847"/>
                      <a:pt x="4483" y="5888"/>
                    </a:cubicBezTo>
                    <a:cubicBezTo>
                      <a:pt x="4470" y="6010"/>
                      <a:pt x="4449" y="6129"/>
                      <a:pt x="4428" y="6250"/>
                    </a:cubicBezTo>
                    <a:cubicBezTo>
                      <a:pt x="4424" y="6276"/>
                      <a:pt x="4421" y="6303"/>
                      <a:pt x="4418" y="6330"/>
                    </a:cubicBezTo>
                    <a:cubicBezTo>
                      <a:pt x="4392" y="6528"/>
                      <a:pt x="4360" y="6725"/>
                      <a:pt x="4219" y="6875"/>
                    </a:cubicBezTo>
                    <a:cubicBezTo>
                      <a:pt x="3966" y="7001"/>
                      <a:pt x="3654" y="6977"/>
                      <a:pt x="3379" y="6982"/>
                    </a:cubicBezTo>
                    <a:cubicBezTo>
                      <a:pt x="3295" y="6985"/>
                      <a:pt x="3211" y="6989"/>
                      <a:pt x="3127" y="6993"/>
                    </a:cubicBezTo>
                    <a:cubicBezTo>
                      <a:pt x="2907" y="7003"/>
                      <a:pt x="2687" y="7009"/>
                      <a:pt x="2466" y="7015"/>
                    </a:cubicBezTo>
                    <a:cubicBezTo>
                      <a:pt x="2242" y="7021"/>
                      <a:pt x="2017" y="7030"/>
                      <a:pt x="1792" y="7040"/>
                    </a:cubicBezTo>
                    <a:cubicBezTo>
                      <a:pt x="1351" y="7058"/>
                      <a:pt x="910" y="7072"/>
                      <a:pt x="469" y="7083"/>
                    </a:cubicBezTo>
                    <a:cubicBezTo>
                      <a:pt x="335" y="6590"/>
                      <a:pt x="228" y="6114"/>
                      <a:pt x="195" y="5604"/>
                    </a:cubicBezTo>
                    <a:cubicBezTo>
                      <a:pt x="191" y="5545"/>
                      <a:pt x="186" y="5487"/>
                      <a:pt x="182" y="5428"/>
                    </a:cubicBezTo>
                    <a:cubicBezTo>
                      <a:pt x="170" y="5274"/>
                      <a:pt x="160" y="5119"/>
                      <a:pt x="150" y="4965"/>
                    </a:cubicBezTo>
                    <a:cubicBezTo>
                      <a:pt x="144" y="4869"/>
                      <a:pt x="137" y="4773"/>
                      <a:pt x="131" y="4677"/>
                    </a:cubicBezTo>
                    <a:cubicBezTo>
                      <a:pt x="77" y="3871"/>
                      <a:pt x="29" y="3064"/>
                      <a:pt x="16" y="2257"/>
                    </a:cubicBezTo>
                    <a:cubicBezTo>
                      <a:pt x="14" y="2168"/>
                      <a:pt x="12" y="2079"/>
                      <a:pt x="9" y="1990"/>
                    </a:cubicBezTo>
                    <a:cubicBezTo>
                      <a:pt x="5" y="1867"/>
                      <a:pt x="5" y="1746"/>
                      <a:pt x="5" y="1624"/>
                    </a:cubicBezTo>
                    <a:cubicBezTo>
                      <a:pt x="3" y="1588"/>
                      <a:pt x="1" y="1553"/>
                      <a:pt x="0" y="1517"/>
                    </a:cubicBezTo>
                    <a:cubicBezTo>
                      <a:pt x="2" y="1414"/>
                      <a:pt x="10" y="1344"/>
                      <a:pt x="53" y="1250"/>
                    </a:cubicBezTo>
                    <a:cubicBezTo>
                      <a:pt x="321" y="997"/>
                      <a:pt x="701" y="1011"/>
                      <a:pt x="1047" y="1006"/>
                    </a:cubicBezTo>
                    <a:cubicBezTo>
                      <a:pt x="1142" y="1005"/>
                      <a:pt x="1238" y="1002"/>
                      <a:pt x="1334" y="998"/>
                    </a:cubicBezTo>
                    <a:cubicBezTo>
                      <a:pt x="1605" y="987"/>
                      <a:pt x="1876" y="977"/>
                      <a:pt x="2147" y="974"/>
                    </a:cubicBezTo>
                    <a:cubicBezTo>
                      <a:pt x="3074" y="961"/>
                      <a:pt x="3074" y="961"/>
                      <a:pt x="3386" y="833"/>
                    </a:cubicBezTo>
                    <a:cubicBezTo>
                      <a:pt x="3582" y="624"/>
                      <a:pt x="3602" y="351"/>
                      <a:pt x="3598" y="74"/>
                    </a:cubicBezTo>
                    <a:cubicBezTo>
                      <a:pt x="3597" y="50"/>
                      <a:pt x="3595" y="25"/>
                      <a:pt x="3594" y="0"/>
                    </a:cubicBezTo>
                    <a:close/>
                    <a:moveTo>
                      <a:pt x="469" y="1458"/>
                    </a:moveTo>
                    <a:cubicBezTo>
                      <a:pt x="461" y="2595"/>
                      <a:pt x="461" y="2595"/>
                      <a:pt x="459" y="3157"/>
                    </a:cubicBezTo>
                    <a:cubicBezTo>
                      <a:pt x="457" y="3460"/>
                      <a:pt x="456" y="3764"/>
                      <a:pt x="454" y="4068"/>
                    </a:cubicBezTo>
                    <a:cubicBezTo>
                      <a:pt x="451" y="4334"/>
                      <a:pt x="450" y="4600"/>
                      <a:pt x="449" y="4866"/>
                    </a:cubicBezTo>
                    <a:cubicBezTo>
                      <a:pt x="449" y="4968"/>
                      <a:pt x="448" y="5069"/>
                      <a:pt x="447" y="5171"/>
                    </a:cubicBezTo>
                    <a:cubicBezTo>
                      <a:pt x="446" y="5313"/>
                      <a:pt x="445" y="5455"/>
                      <a:pt x="445" y="5597"/>
                    </a:cubicBezTo>
                    <a:cubicBezTo>
                      <a:pt x="445" y="5639"/>
                      <a:pt x="444" y="5681"/>
                      <a:pt x="443" y="5725"/>
                    </a:cubicBezTo>
                    <a:cubicBezTo>
                      <a:pt x="445" y="5912"/>
                      <a:pt x="450" y="6013"/>
                      <a:pt x="554" y="6172"/>
                    </a:cubicBezTo>
                    <a:cubicBezTo>
                      <a:pt x="707" y="6269"/>
                      <a:pt x="829" y="6279"/>
                      <a:pt x="1004" y="6277"/>
                    </a:cubicBezTo>
                    <a:cubicBezTo>
                      <a:pt x="1036" y="6277"/>
                      <a:pt x="1068" y="6278"/>
                      <a:pt x="1101" y="6278"/>
                    </a:cubicBezTo>
                    <a:cubicBezTo>
                      <a:pt x="1207" y="6279"/>
                      <a:pt x="1314" y="6278"/>
                      <a:pt x="1420" y="6278"/>
                    </a:cubicBezTo>
                    <a:cubicBezTo>
                      <a:pt x="1494" y="6278"/>
                      <a:pt x="1567" y="6278"/>
                      <a:pt x="1641" y="6278"/>
                    </a:cubicBezTo>
                    <a:cubicBezTo>
                      <a:pt x="1796" y="6279"/>
                      <a:pt x="1951" y="6278"/>
                      <a:pt x="2106" y="6277"/>
                    </a:cubicBezTo>
                    <a:cubicBezTo>
                      <a:pt x="2304" y="6276"/>
                      <a:pt x="2502" y="6277"/>
                      <a:pt x="2701" y="6278"/>
                    </a:cubicBezTo>
                    <a:cubicBezTo>
                      <a:pt x="2853" y="6279"/>
                      <a:pt x="3006" y="6278"/>
                      <a:pt x="3159" y="6278"/>
                    </a:cubicBezTo>
                    <a:cubicBezTo>
                      <a:pt x="3232" y="6278"/>
                      <a:pt x="3305" y="6278"/>
                      <a:pt x="3378" y="6278"/>
                    </a:cubicBezTo>
                    <a:cubicBezTo>
                      <a:pt x="3480" y="6279"/>
                      <a:pt x="3582" y="6278"/>
                      <a:pt x="3685" y="6277"/>
                    </a:cubicBezTo>
                    <a:cubicBezTo>
                      <a:pt x="3715" y="6277"/>
                      <a:pt x="3745" y="6278"/>
                      <a:pt x="3776" y="6278"/>
                    </a:cubicBezTo>
                    <a:cubicBezTo>
                      <a:pt x="3923" y="6275"/>
                      <a:pt x="4009" y="6251"/>
                      <a:pt x="4134" y="6172"/>
                    </a:cubicBezTo>
                    <a:cubicBezTo>
                      <a:pt x="4258" y="5982"/>
                      <a:pt x="4247" y="5820"/>
                      <a:pt x="4243" y="5597"/>
                    </a:cubicBezTo>
                    <a:cubicBezTo>
                      <a:pt x="4243" y="5553"/>
                      <a:pt x="4243" y="5508"/>
                      <a:pt x="4243" y="5462"/>
                    </a:cubicBezTo>
                    <a:cubicBezTo>
                      <a:pt x="4243" y="5314"/>
                      <a:pt x="4241" y="5166"/>
                      <a:pt x="4240" y="5019"/>
                    </a:cubicBezTo>
                    <a:cubicBezTo>
                      <a:pt x="4239" y="4916"/>
                      <a:pt x="4239" y="4814"/>
                      <a:pt x="4239" y="4711"/>
                    </a:cubicBezTo>
                    <a:cubicBezTo>
                      <a:pt x="4238" y="4469"/>
                      <a:pt x="4236" y="4227"/>
                      <a:pt x="4234" y="3985"/>
                    </a:cubicBezTo>
                    <a:cubicBezTo>
                      <a:pt x="4232" y="3683"/>
                      <a:pt x="4230" y="3380"/>
                      <a:pt x="4229" y="3077"/>
                    </a:cubicBezTo>
                    <a:cubicBezTo>
                      <a:pt x="4227" y="2538"/>
                      <a:pt x="4223" y="1998"/>
                      <a:pt x="4219" y="1458"/>
                    </a:cubicBezTo>
                    <a:cubicBezTo>
                      <a:pt x="2982" y="1458"/>
                      <a:pt x="1744" y="1458"/>
                      <a:pt x="469" y="1458"/>
                    </a:cubicBezTo>
                    <a:close/>
                  </a:path>
                </a:pathLst>
              </a:custGeom>
              <a:solidFill>
                <a:srgbClr val="7676C3"/>
              </a:solidFill>
              <a:ln w="2646" cap="flat">
                <a:noFill/>
              </a:ln>
            </p:spPr>
          </p:sp>
          <p:sp>
            <p:nvSpPr>
              <p:cNvPr id="2649" name="ICON_C_HEATMAP_path_083"/>
              <p:cNvSpPr/>
              <p:nvPr/>
            </p:nvSpPr>
            <p:spPr>
              <a:xfrm>
                <a:off x="7733771" y="7321021"/>
                <a:ext cx="29104" cy="137583"/>
              </a:xfrm>
              <a:custGeom>
                <a:avLst/>
                <a:gdLst/>
                <a:ahLst/>
                <a:cxnLst/>
                <a:rect l="0" t="0" r="r" b="b"/>
                <a:pathLst>
                  <a:path w="2292" h="10833" fill="norm" stroke="0">
                    <a:moveTo>
                      <a:pt x="0" y="0"/>
                    </a:moveTo>
                    <a:cubicBezTo>
                      <a:pt x="69" y="138"/>
                      <a:pt x="138" y="275"/>
                      <a:pt x="208" y="417"/>
                    </a:cubicBezTo>
                    <a:cubicBezTo>
                      <a:pt x="372" y="436"/>
                      <a:pt x="470" y="444"/>
                      <a:pt x="625" y="417"/>
                    </a:cubicBezTo>
                    <a:cubicBezTo>
                      <a:pt x="625" y="466"/>
                      <a:pt x="624" y="515"/>
                      <a:pt x="624" y="565"/>
                    </a:cubicBezTo>
                    <a:cubicBezTo>
                      <a:pt x="618" y="1730"/>
                      <a:pt x="620" y="2894"/>
                      <a:pt x="630" y="4058"/>
                    </a:cubicBezTo>
                    <a:cubicBezTo>
                      <a:pt x="631" y="4201"/>
                      <a:pt x="633" y="4345"/>
                      <a:pt x="634" y="4488"/>
                    </a:cubicBezTo>
                    <a:cubicBezTo>
                      <a:pt x="634" y="4517"/>
                      <a:pt x="634" y="4545"/>
                      <a:pt x="635" y="4575"/>
                    </a:cubicBezTo>
                    <a:cubicBezTo>
                      <a:pt x="638" y="5037"/>
                      <a:pt x="637" y="5498"/>
                      <a:pt x="634" y="5960"/>
                    </a:cubicBezTo>
                    <a:cubicBezTo>
                      <a:pt x="630" y="6434"/>
                      <a:pt x="633" y="6908"/>
                      <a:pt x="640" y="7383"/>
                    </a:cubicBezTo>
                    <a:cubicBezTo>
                      <a:pt x="644" y="7649"/>
                      <a:pt x="645" y="7915"/>
                      <a:pt x="641" y="8181"/>
                    </a:cubicBezTo>
                    <a:cubicBezTo>
                      <a:pt x="616" y="9622"/>
                      <a:pt x="616" y="9622"/>
                      <a:pt x="833" y="10000"/>
                    </a:cubicBezTo>
                    <a:cubicBezTo>
                      <a:pt x="1144" y="10309"/>
                      <a:pt x="1656" y="10367"/>
                      <a:pt x="2074" y="10384"/>
                    </a:cubicBezTo>
                    <a:cubicBezTo>
                      <a:pt x="2161" y="10389"/>
                      <a:pt x="2161" y="10389"/>
                      <a:pt x="2292" y="10417"/>
                    </a:cubicBezTo>
                    <a:cubicBezTo>
                      <a:pt x="2292" y="10485"/>
                      <a:pt x="2292" y="10554"/>
                      <a:pt x="2292" y="10625"/>
                    </a:cubicBezTo>
                    <a:cubicBezTo>
                      <a:pt x="1914" y="10659"/>
                      <a:pt x="1914" y="10659"/>
                      <a:pt x="0" y="10833"/>
                    </a:cubicBezTo>
                    <a:cubicBezTo>
                      <a:pt x="0" y="7258"/>
                      <a:pt x="0" y="3683"/>
                      <a:pt x="0" y="0"/>
                    </a:cubicBezTo>
                    <a:close/>
                  </a:path>
                </a:pathLst>
              </a:custGeom>
              <a:solidFill>
                <a:srgbClr val="FCF478"/>
              </a:solidFill>
              <a:ln w="2646" cap="flat">
                <a:noFill/>
              </a:ln>
            </p:spPr>
          </p:sp>
          <p:sp>
            <p:nvSpPr>
              <p:cNvPr id="2650" name="ICON_C_HEATMAP_path_084"/>
              <p:cNvSpPr/>
              <p:nvPr/>
            </p:nvSpPr>
            <p:spPr>
              <a:xfrm>
                <a:off x="8384646" y="7678208"/>
                <a:ext cx="84667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667" h="1042" fill="norm" stroke="0">
                    <a:moveTo>
                      <a:pt x="0" y="0"/>
                    </a:moveTo>
                    <a:cubicBezTo>
                      <a:pt x="2200" y="0"/>
                      <a:pt x="4400" y="0"/>
                      <a:pt x="6667" y="0"/>
                    </a:cubicBezTo>
                    <a:cubicBezTo>
                      <a:pt x="6598" y="344"/>
                      <a:pt x="6529" y="688"/>
                      <a:pt x="6458" y="1042"/>
                    </a:cubicBezTo>
                    <a:cubicBezTo>
                      <a:pt x="4327" y="1042"/>
                      <a:pt x="2196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F9F9FC"/>
              </a:solidFill>
              <a:ln w="2646" cap="flat">
                <a:noFill/>
              </a:ln>
            </p:spPr>
          </p:sp>
          <p:sp>
            <p:nvSpPr>
              <p:cNvPr id="2651" name="ICON_C_HEATMAP_path_085"/>
              <p:cNvSpPr/>
              <p:nvPr/>
            </p:nvSpPr>
            <p:spPr>
              <a:xfrm>
                <a:off x="7868708" y="7678208"/>
                <a:ext cx="82021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458" h="1042" fill="norm" stroke="0">
                    <a:moveTo>
                      <a:pt x="0" y="0"/>
                    </a:moveTo>
                    <a:cubicBezTo>
                      <a:pt x="2131" y="0"/>
                      <a:pt x="4263" y="0"/>
                      <a:pt x="6458" y="0"/>
                    </a:cubicBezTo>
                    <a:cubicBezTo>
                      <a:pt x="6458" y="344"/>
                      <a:pt x="6458" y="688"/>
                      <a:pt x="6458" y="1042"/>
                    </a:cubicBezTo>
                    <a:cubicBezTo>
                      <a:pt x="4327" y="1042"/>
                      <a:pt x="2196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F8F9FB"/>
              </a:solidFill>
              <a:ln w="2646" cap="flat">
                <a:noFill/>
              </a:ln>
            </p:spPr>
          </p:sp>
          <p:sp>
            <p:nvSpPr>
              <p:cNvPr id="2652" name="ICON_C_HEATMAP_path_086"/>
              <p:cNvSpPr/>
              <p:nvPr/>
            </p:nvSpPr>
            <p:spPr>
              <a:xfrm>
                <a:off x="8471649" y="7273396"/>
                <a:ext cx="74393" cy="185208"/>
              </a:xfrm>
              <a:custGeom>
                <a:avLst/>
                <a:gdLst/>
                <a:ahLst/>
                <a:cxnLst/>
                <a:rect l="0" t="0" r="r" b="b"/>
                <a:pathLst>
                  <a:path w="5858" h="14583" fill="norm" stroke="0">
                    <a:moveTo>
                      <a:pt x="233" y="0"/>
                    </a:moveTo>
                    <a:cubicBezTo>
                      <a:pt x="301" y="0"/>
                      <a:pt x="370" y="0"/>
                      <a:pt x="441" y="0"/>
                    </a:cubicBezTo>
                    <a:cubicBezTo>
                      <a:pt x="441" y="1306"/>
                      <a:pt x="441" y="2612"/>
                      <a:pt x="441" y="3958"/>
                    </a:cubicBezTo>
                    <a:cubicBezTo>
                      <a:pt x="647" y="3958"/>
                      <a:pt x="854" y="3958"/>
                      <a:pt x="1066" y="3958"/>
                    </a:cubicBezTo>
                    <a:cubicBezTo>
                      <a:pt x="1060" y="4004"/>
                      <a:pt x="1053" y="4050"/>
                      <a:pt x="1047" y="4097"/>
                    </a:cubicBezTo>
                    <a:cubicBezTo>
                      <a:pt x="810" y="5862"/>
                      <a:pt x="842" y="7592"/>
                      <a:pt x="858" y="9375"/>
                    </a:cubicBezTo>
                    <a:cubicBezTo>
                      <a:pt x="2508" y="9375"/>
                      <a:pt x="4158" y="9375"/>
                      <a:pt x="5858" y="9375"/>
                    </a:cubicBezTo>
                    <a:cubicBezTo>
                      <a:pt x="5789" y="11094"/>
                      <a:pt x="5720" y="12812"/>
                      <a:pt x="5649" y="14583"/>
                    </a:cubicBezTo>
                    <a:cubicBezTo>
                      <a:pt x="5581" y="14583"/>
                      <a:pt x="5512" y="14583"/>
                      <a:pt x="5441" y="14583"/>
                    </a:cubicBezTo>
                    <a:cubicBezTo>
                      <a:pt x="5441" y="12933"/>
                      <a:pt x="5441" y="11283"/>
                      <a:pt x="5441" y="9583"/>
                    </a:cubicBezTo>
                    <a:cubicBezTo>
                      <a:pt x="5304" y="9618"/>
                      <a:pt x="5304" y="9618"/>
                      <a:pt x="4608" y="9792"/>
                    </a:cubicBezTo>
                    <a:cubicBezTo>
                      <a:pt x="4148" y="9822"/>
                      <a:pt x="4148" y="9822"/>
                      <a:pt x="3989" y="9821"/>
                    </a:cubicBezTo>
                    <a:cubicBezTo>
                      <a:pt x="3954" y="9820"/>
                      <a:pt x="3919" y="9820"/>
                      <a:pt x="3883" y="9820"/>
                    </a:cubicBezTo>
                    <a:cubicBezTo>
                      <a:pt x="3847" y="9820"/>
                      <a:pt x="3811" y="9820"/>
                      <a:pt x="3774" y="9819"/>
                    </a:cubicBezTo>
                    <a:cubicBezTo>
                      <a:pt x="3697" y="9819"/>
                      <a:pt x="3620" y="9820"/>
                      <a:pt x="3543" y="9820"/>
                    </a:cubicBezTo>
                    <a:cubicBezTo>
                      <a:pt x="3384" y="9820"/>
                      <a:pt x="3225" y="9820"/>
                      <a:pt x="3066" y="9819"/>
                    </a:cubicBezTo>
                    <a:cubicBezTo>
                      <a:pt x="2864" y="9818"/>
                      <a:pt x="2662" y="9818"/>
                      <a:pt x="2460" y="9820"/>
                    </a:cubicBezTo>
                    <a:cubicBezTo>
                      <a:pt x="2302" y="9820"/>
                      <a:pt x="2144" y="9820"/>
                      <a:pt x="1986" y="9820"/>
                    </a:cubicBezTo>
                    <a:cubicBezTo>
                      <a:pt x="1911" y="9819"/>
                      <a:pt x="1837" y="9820"/>
                      <a:pt x="1763" y="9820"/>
                    </a:cubicBezTo>
                    <a:cubicBezTo>
                      <a:pt x="806" y="9825"/>
                      <a:pt x="806" y="9825"/>
                      <a:pt x="441" y="9583"/>
                    </a:cubicBezTo>
                    <a:cubicBezTo>
                      <a:pt x="243" y="9313"/>
                      <a:pt x="203" y="9053"/>
                      <a:pt x="212" y="8726"/>
                    </a:cubicBezTo>
                    <a:cubicBezTo>
                      <a:pt x="212" y="8705"/>
                      <a:pt x="212" y="8705"/>
                      <a:pt x="213" y="8598"/>
                    </a:cubicBezTo>
                    <a:cubicBezTo>
                      <a:pt x="214" y="8507"/>
                      <a:pt x="215" y="8415"/>
                      <a:pt x="217" y="8324"/>
                    </a:cubicBezTo>
                    <a:cubicBezTo>
                      <a:pt x="220" y="8177"/>
                      <a:pt x="221" y="8030"/>
                      <a:pt x="222" y="7884"/>
                    </a:cubicBezTo>
                    <a:cubicBezTo>
                      <a:pt x="224" y="7674"/>
                      <a:pt x="226" y="7464"/>
                      <a:pt x="229" y="7254"/>
                    </a:cubicBezTo>
                    <a:cubicBezTo>
                      <a:pt x="236" y="6707"/>
                      <a:pt x="239" y="6161"/>
                      <a:pt x="240" y="5615"/>
                    </a:cubicBezTo>
                    <a:cubicBezTo>
                      <a:pt x="240" y="5588"/>
                      <a:pt x="240" y="5561"/>
                      <a:pt x="240" y="5533"/>
                    </a:cubicBezTo>
                    <a:cubicBezTo>
                      <a:pt x="242" y="4587"/>
                      <a:pt x="202" y="3651"/>
                      <a:pt x="116" y="2708"/>
                    </a:cubicBezTo>
                    <a:cubicBezTo>
                      <a:pt x="31" y="1783"/>
                      <a:pt x="0" y="909"/>
                      <a:pt x="233" y="0"/>
                    </a:cubicBezTo>
                    <a:close/>
                  </a:path>
                </a:pathLst>
              </a:custGeom>
              <a:solidFill>
                <a:srgbClr val="75B7D8"/>
              </a:solidFill>
              <a:ln w="2646" cap="flat">
                <a:noFill/>
              </a:ln>
            </p:spPr>
          </p:sp>
          <p:sp>
            <p:nvSpPr>
              <p:cNvPr id="2653" name="ICON_C_HEATMAP_path_087"/>
              <p:cNvSpPr/>
              <p:nvPr/>
            </p:nvSpPr>
            <p:spPr>
              <a:xfrm>
                <a:off x="8366126" y="7673551"/>
                <a:ext cx="214312" cy="17886"/>
              </a:xfrm>
              <a:custGeom>
                <a:avLst/>
                <a:gdLst/>
                <a:ahLst/>
                <a:cxnLst/>
                <a:rect l="0" t="0" r="r" b="b"/>
                <a:pathLst>
                  <a:path w="16875" h="1408" fill="norm" stroke="0">
                    <a:moveTo>
                      <a:pt x="1193" y="5"/>
                    </a:moveTo>
                    <a:cubicBezTo>
                      <a:pt x="1414" y="0"/>
                      <a:pt x="1635" y="6"/>
                      <a:pt x="1856" y="13"/>
                    </a:cubicBezTo>
                    <a:cubicBezTo>
                      <a:pt x="2058" y="19"/>
                      <a:pt x="2260" y="17"/>
                      <a:pt x="2461" y="16"/>
                    </a:cubicBezTo>
                    <a:cubicBezTo>
                      <a:pt x="2811" y="15"/>
                      <a:pt x="3160" y="19"/>
                      <a:pt x="3509" y="26"/>
                    </a:cubicBezTo>
                    <a:cubicBezTo>
                      <a:pt x="4013" y="36"/>
                      <a:pt x="4518" y="40"/>
                      <a:pt x="5023" y="41"/>
                    </a:cubicBezTo>
                    <a:cubicBezTo>
                      <a:pt x="5842" y="44"/>
                      <a:pt x="6661" y="52"/>
                      <a:pt x="7480" y="64"/>
                    </a:cubicBezTo>
                    <a:cubicBezTo>
                      <a:pt x="8275" y="76"/>
                      <a:pt x="9071" y="84"/>
                      <a:pt x="9866" y="90"/>
                    </a:cubicBezTo>
                    <a:cubicBezTo>
                      <a:pt x="9915" y="90"/>
                      <a:pt x="9964" y="90"/>
                      <a:pt x="10015" y="91"/>
                    </a:cubicBezTo>
                    <a:cubicBezTo>
                      <a:pt x="10261" y="92"/>
                      <a:pt x="10507" y="94"/>
                      <a:pt x="10753" y="95"/>
                    </a:cubicBezTo>
                    <a:cubicBezTo>
                      <a:pt x="12794" y="109"/>
                      <a:pt x="14834" y="130"/>
                      <a:pt x="16875" y="158"/>
                    </a:cubicBezTo>
                    <a:cubicBezTo>
                      <a:pt x="16875" y="227"/>
                      <a:pt x="16875" y="296"/>
                      <a:pt x="16875" y="367"/>
                    </a:cubicBezTo>
                    <a:cubicBezTo>
                      <a:pt x="14469" y="367"/>
                      <a:pt x="12062" y="367"/>
                      <a:pt x="9583" y="367"/>
                    </a:cubicBezTo>
                    <a:cubicBezTo>
                      <a:pt x="9583" y="710"/>
                      <a:pt x="9583" y="1054"/>
                      <a:pt x="9583" y="1408"/>
                    </a:cubicBezTo>
                    <a:cubicBezTo>
                      <a:pt x="9033" y="1408"/>
                      <a:pt x="8483" y="1408"/>
                      <a:pt x="7917" y="1408"/>
                    </a:cubicBezTo>
                    <a:cubicBezTo>
                      <a:pt x="7985" y="1065"/>
                      <a:pt x="8054" y="721"/>
                      <a:pt x="8125" y="367"/>
                    </a:cubicBezTo>
                    <a:cubicBezTo>
                      <a:pt x="5925" y="367"/>
                      <a:pt x="3725" y="367"/>
                      <a:pt x="1458" y="367"/>
                    </a:cubicBezTo>
                    <a:cubicBezTo>
                      <a:pt x="1458" y="710"/>
                      <a:pt x="1458" y="1054"/>
                      <a:pt x="1458" y="1408"/>
                    </a:cubicBezTo>
                    <a:cubicBezTo>
                      <a:pt x="977" y="1408"/>
                      <a:pt x="496" y="1408"/>
                      <a:pt x="0" y="1408"/>
                    </a:cubicBezTo>
                    <a:cubicBezTo>
                      <a:pt x="247" y="38"/>
                      <a:pt x="247" y="38"/>
                      <a:pt x="1193" y="5"/>
                    </a:cubicBezTo>
                    <a:close/>
                  </a:path>
                </a:pathLst>
              </a:custGeom>
              <a:solidFill>
                <a:srgbClr val="CFD0E5"/>
              </a:solidFill>
              <a:ln w="2646" cap="flat">
                <a:noFill/>
              </a:ln>
            </p:spPr>
          </p:sp>
          <p:sp>
            <p:nvSpPr>
              <p:cNvPr id="2654" name="ICON_C_HEATMAP_path_088"/>
              <p:cNvSpPr/>
              <p:nvPr/>
            </p:nvSpPr>
            <p:spPr>
              <a:xfrm>
                <a:off x="7715250" y="7254875"/>
                <a:ext cx="44979" cy="164042"/>
              </a:xfrm>
              <a:custGeom>
                <a:avLst/>
                <a:gdLst/>
                <a:ahLst/>
                <a:cxnLst/>
                <a:rect l="0" t="0" r="r" b="b"/>
                <a:pathLst>
                  <a:path w="3542" h="12917" fill="norm" stroke="0">
                    <a:moveTo>
                      <a:pt x="0" y="0"/>
                    </a:moveTo>
                    <a:cubicBezTo>
                      <a:pt x="1169" y="0"/>
                      <a:pt x="2337" y="0"/>
                      <a:pt x="3542" y="0"/>
                    </a:cubicBezTo>
                    <a:cubicBezTo>
                      <a:pt x="3542" y="138"/>
                      <a:pt x="3542" y="275"/>
                      <a:pt x="3542" y="417"/>
                    </a:cubicBezTo>
                    <a:cubicBezTo>
                      <a:pt x="2579" y="485"/>
                      <a:pt x="1617" y="554"/>
                      <a:pt x="625" y="625"/>
                    </a:cubicBezTo>
                    <a:cubicBezTo>
                      <a:pt x="496" y="2001"/>
                      <a:pt x="496" y="2001"/>
                      <a:pt x="464" y="2420"/>
                    </a:cubicBezTo>
                    <a:cubicBezTo>
                      <a:pt x="462" y="2449"/>
                      <a:pt x="460" y="2478"/>
                      <a:pt x="458" y="2508"/>
                    </a:cubicBezTo>
                    <a:cubicBezTo>
                      <a:pt x="387" y="3456"/>
                      <a:pt x="390" y="4405"/>
                      <a:pt x="396" y="5356"/>
                    </a:cubicBezTo>
                    <a:cubicBezTo>
                      <a:pt x="397" y="5596"/>
                      <a:pt x="397" y="5836"/>
                      <a:pt x="397" y="6077"/>
                    </a:cubicBezTo>
                    <a:cubicBezTo>
                      <a:pt x="398" y="6550"/>
                      <a:pt x="399" y="7024"/>
                      <a:pt x="401" y="7497"/>
                    </a:cubicBezTo>
                    <a:cubicBezTo>
                      <a:pt x="403" y="7955"/>
                      <a:pt x="404" y="8413"/>
                      <a:pt x="405" y="8871"/>
                    </a:cubicBezTo>
                    <a:cubicBezTo>
                      <a:pt x="405" y="8899"/>
                      <a:pt x="405" y="8928"/>
                      <a:pt x="405" y="8957"/>
                    </a:cubicBezTo>
                    <a:cubicBezTo>
                      <a:pt x="406" y="9101"/>
                      <a:pt x="406" y="9244"/>
                      <a:pt x="406" y="9388"/>
                    </a:cubicBezTo>
                    <a:cubicBezTo>
                      <a:pt x="408" y="10564"/>
                      <a:pt x="412" y="11740"/>
                      <a:pt x="417" y="12917"/>
                    </a:cubicBezTo>
                    <a:cubicBezTo>
                      <a:pt x="279" y="12917"/>
                      <a:pt x="142" y="12917"/>
                      <a:pt x="0" y="12917"/>
                    </a:cubicBezTo>
                    <a:cubicBezTo>
                      <a:pt x="0" y="8654"/>
                      <a:pt x="0" y="4392"/>
                      <a:pt x="0" y="0"/>
                    </a:cubicBezTo>
                    <a:close/>
                  </a:path>
                </a:pathLst>
              </a:custGeom>
              <a:solidFill>
                <a:srgbClr val="E1E4E7"/>
              </a:solidFill>
              <a:ln w="2646" cap="flat">
                <a:noFill/>
              </a:ln>
            </p:spPr>
          </p:sp>
          <p:sp>
            <p:nvSpPr>
              <p:cNvPr id="2655" name="ICON_C_HEATMAP_path_089"/>
              <p:cNvSpPr/>
              <p:nvPr/>
            </p:nvSpPr>
            <p:spPr>
              <a:xfrm>
                <a:off x="8289396" y="7678208"/>
                <a:ext cx="79375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0" h="1042" fill="norm" stroke="0">
                    <a:moveTo>
                      <a:pt x="208" y="0"/>
                    </a:moveTo>
                    <a:cubicBezTo>
                      <a:pt x="2202" y="0"/>
                      <a:pt x="4196" y="0"/>
                      <a:pt x="6250" y="0"/>
                    </a:cubicBezTo>
                    <a:cubicBezTo>
                      <a:pt x="6181" y="344"/>
                      <a:pt x="6113" y="688"/>
                      <a:pt x="6042" y="1042"/>
                    </a:cubicBezTo>
                    <a:cubicBezTo>
                      <a:pt x="4048" y="1042"/>
                      <a:pt x="2054" y="1042"/>
                      <a:pt x="0" y="1042"/>
                    </a:cubicBezTo>
                    <a:cubicBezTo>
                      <a:pt x="69" y="698"/>
                      <a:pt x="138" y="354"/>
                      <a:pt x="208" y="0"/>
                    </a:cubicBezTo>
                    <a:close/>
                  </a:path>
                </a:pathLst>
              </a:custGeom>
              <a:solidFill>
                <a:srgbClr val="FCFCFD"/>
              </a:solidFill>
              <a:ln w="2646" cap="flat">
                <a:noFill/>
              </a:ln>
            </p:spPr>
          </p:sp>
          <p:sp>
            <p:nvSpPr>
              <p:cNvPr id="2656" name="ICON_C_HEATMAP_path_090"/>
              <p:cNvSpPr/>
              <p:nvPr/>
            </p:nvSpPr>
            <p:spPr>
              <a:xfrm>
                <a:off x="8030104" y="7262328"/>
                <a:ext cx="203729" cy="9170"/>
              </a:xfrm>
              <a:custGeom>
                <a:avLst/>
                <a:gdLst/>
                <a:ahLst/>
                <a:cxnLst/>
                <a:rect l="0" t="0" r="r" b="b"/>
                <a:pathLst>
                  <a:path w="16042" h="722" fill="norm" stroke="0">
                    <a:moveTo>
                      <a:pt x="16042" y="455"/>
                    </a:moveTo>
                    <a:cubicBezTo>
                      <a:pt x="16042" y="524"/>
                      <a:pt x="16042" y="592"/>
                      <a:pt x="16042" y="663"/>
                    </a:cubicBezTo>
                    <a:cubicBezTo>
                      <a:pt x="14118" y="673"/>
                      <a:pt x="12195" y="680"/>
                      <a:pt x="10272" y="684"/>
                    </a:cubicBezTo>
                    <a:cubicBezTo>
                      <a:pt x="10045" y="685"/>
                      <a:pt x="9817" y="685"/>
                      <a:pt x="9590" y="686"/>
                    </a:cubicBezTo>
                    <a:cubicBezTo>
                      <a:pt x="9544" y="686"/>
                      <a:pt x="9499" y="686"/>
                      <a:pt x="9452" y="686"/>
                    </a:cubicBezTo>
                    <a:cubicBezTo>
                      <a:pt x="8721" y="688"/>
                      <a:pt x="7989" y="691"/>
                      <a:pt x="7258" y="695"/>
                    </a:cubicBezTo>
                    <a:cubicBezTo>
                      <a:pt x="6506" y="699"/>
                      <a:pt x="5755" y="701"/>
                      <a:pt x="5003" y="702"/>
                    </a:cubicBezTo>
                    <a:cubicBezTo>
                      <a:pt x="4540" y="703"/>
                      <a:pt x="4077" y="705"/>
                      <a:pt x="3614" y="708"/>
                    </a:cubicBezTo>
                    <a:cubicBezTo>
                      <a:pt x="3295" y="710"/>
                      <a:pt x="2977" y="711"/>
                      <a:pt x="2659" y="710"/>
                    </a:cubicBezTo>
                    <a:cubicBezTo>
                      <a:pt x="2476" y="710"/>
                      <a:pt x="2293" y="711"/>
                      <a:pt x="2109" y="713"/>
                    </a:cubicBezTo>
                    <a:cubicBezTo>
                      <a:pt x="1323" y="722"/>
                      <a:pt x="670" y="721"/>
                      <a:pt x="0" y="246"/>
                    </a:cubicBezTo>
                    <a:cubicBezTo>
                      <a:pt x="1440" y="215"/>
                      <a:pt x="2880" y="185"/>
                      <a:pt x="4320" y="156"/>
                    </a:cubicBezTo>
                    <a:cubicBezTo>
                      <a:pt x="4492" y="153"/>
                      <a:pt x="4664" y="149"/>
                      <a:pt x="4836" y="146"/>
                    </a:cubicBezTo>
                    <a:cubicBezTo>
                      <a:pt x="4870" y="145"/>
                      <a:pt x="4904" y="145"/>
                      <a:pt x="4939" y="144"/>
                    </a:cubicBezTo>
                    <a:cubicBezTo>
                      <a:pt x="5486" y="133"/>
                      <a:pt x="6032" y="121"/>
                      <a:pt x="6579" y="109"/>
                    </a:cubicBezTo>
                    <a:cubicBezTo>
                      <a:pt x="7144" y="97"/>
                      <a:pt x="7708" y="85"/>
                      <a:pt x="8273" y="75"/>
                    </a:cubicBezTo>
                    <a:cubicBezTo>
                      <a:pt x="8589" y="69"/>
                      <a:pt x="8904" y="62"/>
                      <a:pt x="9220" y="55"/>
                    </a:cubicBezTo>
                    <a:cubicBezTo>
                      <a:pt x="11512" y="0"/>
                      <a:pt x="13770" y="128"/>
                      <a:pt x="16042" y="455"/>
                    </a:cubicBezTo>
                    <a:close/>
                  </a:path>
                </a:pathLst>
              </a:custGeom>
              <a:solidFill>
                <a:srgbClr val="50B4BF"/>
              </a:solidFill>
              <a:ln w="2646" cap="flat">
                <a:noFill/>
              </a:ln>
            </p:spPr>
          </p:sp>
          <p:sp>
            <p:nvSpPr>
              <p:cNvPr id="2657" name="ICON_C_HEATMAP_path_091"/>
              <p:cNvSpPr/>
              <p:nvPr/>
            </p:nvSpPr>
            <p:spPr>
              <a:xfrm>
                <a:off x="8283715" y="7471833"/>
                <a:ext cx="50660" cy="68792"/>
              </a:xfrm>
              <a:custGeom>
                <a:avLst/>
                <a:gdLst/>
                <a:ahLst/>
                <a:cxnLst/>
                <a:rect l="0" t="0" r="r" b="b"/>
                <a:pathLst>
                  <a:path w="3989" h="5417" fill="norm" stroke="0">
                    <a:moveTo>
                      <a:pt x="31" y="0"/>
                    </a:moveTo>
                    <a:cubicBezTo>
                      <a:pt x="99" y="0"/>
                      <a:pt x="168" y="0"/>
                      <a:pt x="239" y="0"/>
                    </a:cubicBezTo>
                    <a:cubicBezTo>
                      <a:pt x="442" y="966"/>
                      <a:pt x="466" y="1921"/>
                      <a:pt x="460" y="2904"/>
                    </a:cubicBezTo>
                    <a:cubicBezTo>
                      <a:pt x="460" y="2919"/>
                      <a:pt x="460" y="2919"/>
                      <a:pt x="460" y="2998"/>
                    </a:cubicBezTo>
                    <a:cubicBezTo>
                      <a:pt x="457" y="3388"/>
                      <a:pt x="453" y="3777"/>
                      <a:pt x="447" y="4167"/>
                    </a:cubicBezTo>
                    <a:cubicBezTo>
                      <a:pt x="460" y="4163"/>
                      <a:pt x="460" y="4163"/>
                      <a:pt x="524" y="4146"/>
                    </a:cubicBezTo>
                    <a:cubicBezTo>
                      <a:pt x="1214" y="3970"/>
                      <a:pt x="1829" y="3944"/>
                      <a:pt x="2535" y="4020"/>
                    </a:cubicBezTo>
                    <a:cubicBezTo>
                      <a:pt x="2638" y="4031"/>
                      <a:pt x="2740" y="4041"/>
                      <a:pt x="2843" y="4050"/>
                    </a:cubicBezTo>
                    <a:cubicBezTo>
                      <a:pt x="2994" y="4064"/>
                      <a:pt x="3145" y="4078"/>
                      <a:pt x="3296" y="4093"/>
                    </a:cubicBezTo>
                    <a:cubicBezTo>
                      <a:pt x="3341" y="4097"/>
                      <a:pt x="3387" y="4102"/>
                      <a:pt x="3434" y="4106"/>
                    </a:cubicBezTo>
                    <a:cubicBezTo>
                      <a:pt x="3477" y="4111"/>
                      <a:pt x="3519" y="4116"/>
                      <a:pt x="3563" y="4121"/>
                    </a:cubicBezTo>
                    <a:cubicBezTo>
                      <a:pt x="3600" y="4124"/>
                      <a:pt x="3637" y="4128"/>
                      <a:pt x="3676" y="4132"/>
                    </a:cubicBezTo>
                    <a:cubicBezTo>
                      <a:pt x="3781" y="4167"/>
                      <a:pt x="3781" y="4167"/>
                      <a:pt x="3989" y="4375"/>
                    </a:cubicBezTo>
                    <a:cubicBezTo>
                      <a:pt x="3989" y="4719"/>
                      <a:pt x="3989" y="5062"/>
                      <a:pt x="3989" y="5417"/>
                    </a:cubicBezTo>
                    <a:cubicBezTo>
                      <a:pt x="2751" y="5417"/>
                      <a:pt x="1514" y="5417"/>
                      <a:pt x="239" y="5417"/>
                    </a:cubicBezTo>
                    <a:cubicBezTo>
                      <a:pt x="106" y="4620"/>
                      <a:pt x="0" y="3924"/>
                      <a:pt x="10" y="3133"/>
                    </a:cubicBezTo>
                    <a:cubicBezTo>
                      <a:pt x="11" y="3041"/>
                      <a:pt x="11" y="2950"/>
                      <a:pt x="11" y="2858"/>
                    </a:cubicBezTo>
                    <a:cubicBezTo>
                      <a:pt x="12" y="2622"/>
                      <a:pt x="14" y="2386"/>
                      <a:pt x="16" y="2149"/>
                    </a:cubicBezTo>
                    <a:cubicBezTo>
                      <a:pt x="19" y="1906"/>
                      <a:pt x="19" y="1663"/>
                      <a:pt x="20" y="1420"/>
                    </a:cubicBezTo>
                    <a:cubicBezTo>
                      <a:pt x="23" y="947"/>
                      <a:pt x="26" y="473"/>
                      <a:pt x="31" y="0"/>
                    </a:cubicBezTo>
                    <a:close/>
                  </a:path>
                </a:pathLst>
              </a:custGeom>
              <a:solidFill>
                <a:srgbClr val="8974BC"/>
              </a:solidFill>
              <a:ln w="2646" cap="flat">
                <a:noFill/>
              </a:ln>
            </p:spPr>
          </p:sp>
          <p:sp>
            <p:nvSpPr>
              <p:cNvPr id="2658" name="ICON_C_HEATMAP_path_092"/>
              <p:cNvSpPr/>
              <p:nvPr/>
            </p:nvSpPr>
            <p:spPr>
              <a:xfrm>
                <a:off x="7781396" y="7678208"/>
                <a:ext cx="740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5833" h="1042" fill="norm" stroke="0">
                    <a:moveTo>
                      <a:pt x="0" y="0"/>
                    </a:moveTo>
                    <a:cubicBezTo>
                      <a:pt x="1925" y="0"/>
                      <a:pt x="3850" y="0"/>
                      <a:pt x="5833" y="0"/>
                    </a:cubicBezTo>
                    <a:cubicBezTo>
                      <a:pt x="5833" y="344"/>
                      <a:pt x="5833" y="688"/>
                      <a:pt x="5833" y="1042"/>
                    </a:cubicBezTo>
                    <a:cubicBezTo>
                      <a:pt x="3908" y="1042"/>
                      <a:pt x="1983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FBFCFC"/>
              </a:solidFill>
              <a:ln w="2646" cap="flat">
                <a:noFill/>
              </a:ln>
            </p:spPr>
          </p:sp>
          <p:sp>
            <p:nvSpPr>
              <p:cNvPr id="2659" name="ICON_C_HEATMAP_path_093"/>
              <p:cNvSpPr/>
              <p:nvPr/>
            </p:nvSpPr>
            <p:spPr>
              <a:xfrm>
                <a:off x="8241771" y="7604125"/>
                <a:ext cx="95578" cy="66514"/>
              </a:xfrm>
              <a:custGeom>
                <a:avLst/>
                <a:gdLst/>
                <a:ahLst/>
                <a:cxnLst/>
                <a:rect l="0" t="0" r="r" b="b"/>
                <a:pathLst>
                  <a:path w="7526" h="5237" fill="norm" stroke="0">
                    <a:moveTo>
                      <a:pt x="0" y="0"/>
                    </a:moveTo>
                    <a:cubicBezTo>
                      <a:pt x="1169" y="0"/>
                      <a:pt x="2337" y="0"/>
                      <a:pt x="3542" y="0"/>
                    </a:cubicBezTo>
                    <a:cubicBezTo>
                      <a:pt x="3781" y="957"/>
                      <a:pt x="3781" y="957"/>
                      <a:pt x="3774" y="1310"/>
                    </a:cubicBezTo>
                    <a:cubicBezTo>
                      <a:pt x="3774" y="1351"/>
                      <a:pt x="3774" y="1392"/>
                      <a:pt x="3774" y="1434"/>
                    </a:cubicBezTo>
                    <a:cubicBezTo>
                      <a:pt x="3774" y="1565"/>
                      <a:pt x="3772" y="1695"/>
                      <a:pt x="3770" y="1826"/>
                    </a:cubicBezTo>
                    <a:cubicBezTo>
                      <a:pt x="3770" y="1918"/>
                      <a:pt x="3770" y="2011"/>
                      <a:pt x="3769" y="2103"/>
                    </a:cubicBezTo>
                    <a:cubicBezTo>
                      <a:pt x="3769" y="2342"/>
                      <a:pt x="3767" y="2582"/>
                      <a:pt x="3764" y="2822"/>
                    </a:cubicBezTo>
                    <a:cubicBezTo>
                      <a:pt x="3762" y="3111"/>
                      <a:pt x="3761" y="3401"/>
                      <a:pt x="3760" y="3690"/>
                    </a:cubicBezTo>
                    <a:cubicBezTo>
                      <a:pt x="3758" y="4127"/>
                      <a:pt x="3754" y="4563"/>
                      <a:pt x="3750" y="5000"/>
                    </a:cubicBezTo>
                    <a:cubicBezTo>
                      <a:pt x="4850" y="5000"/>
                      <a:pt x="5950" y="5000"/>
                      <a:pt x="7083" y="5000"/>
                    </a:cubicBezTo>
                    <a:cubicBezTo>
                      <a:pt x="7079" y="4709"/>
                      <a:pt x="7074" y="4418"/>
                      <a:pt x="7069" y="4118"/>
                    </a:cubicBezTo>
                    <a:cubicBezTo>
                      <a:pt x="7066" y="3932"/>
                      <a:pt x="7065" y="3746"/>
                      <a:pt x="7063" y="3560"/>
                    </a:cubicBezTo>
                    <a:cubicBezTo>
                      <a:pt x="7060" y="3265"/>
                      <a:pt x="7058" y="2971"/>
                      <a:pt x="7052" y="2676"/>
                    </a:cubicBezTo>
                    <a:cubicBezTo>
                      <a:pt x="7047" y="2439"/>
                      <a:pt x="7045" y="2201"/>
                      <a:pt x="7044" y="1963"/>
                    </a:cubicBezTo>
                    <a:cubicBezTo>
                      <a:pt x="7043" y="1873"/>
                      <a:pt x="7041" y="1783"/>
                      <a:pt x="7039" y="1693"/>
                    </a:cubicBezTo>
                    <a:cubicBezTo>
                      <a:pt x="7023" y="1030"/>
                      <a:pt x="7150" y="566"/>
                      <a:pt x="7500" y="0"/>
                    </a:cubicBezTo>
                    <a:cubicBezTo>
                      <a:pt x="7505" y="648"/>
                      <a:pt x="7509" y="1297"/>
                      <a:pt x="7511" y="1945"/>
                    </a:cubicBezTo>
                    <a:cubicBezTo>
                      <a:pt x="7512" y="2246"/>
                      <a:pt x="7513" y="2547"/>
                      <a:pt x="7516" y="2848"/>
                    </a:cubicBezTo>
                    <a:cubicBezTo>
                      <a:pt x="7518" y="3110"/>
                      <a:pt x="7519" y="3373"/>
                      <a:pt x="7520" y="3635"/>
                    </a:cubicBezTo>
                    <a:cubicBezTo>
                      <a:pt x="7520" y="3774"/>
                      <a:pt x="7520" y="3913"/>
                      <a:pt x="7522" y="4052"/>
                    </a:cubicBezTo>
                    <a:cubicBezTo>
                      <a:pt x="7524" y="4207"/>
                      <a:pt x="7524" y="4362"/>
                      <a:pt x="7524" y="4517"/>
                    </a:cubicBezTo>
                    <a:cubicBezTo>
                      <a:pt x="7524" y="4563"/>
                      <a:pt x="7525" y="4609"/>
                      <a:pt x="7526" y="4657"/>
                    </a:cubicBezTo>
                    <a:cubicBezTo>
                      <a:pt x="7525" y="4850"/>
                      <a:pt x="7521" y="4966"/>
                      <a:pt x="7419" y="5133"/>
                    </a:cubicBezTo>
                    <a:cubicBezTo>
                      <a:pt x="7243" y="5237"/>
                      <a:pt x="7106" y="5236"/>
                      <a:pt x="6905" y="5232"/>
                    </a:cubicBezTo>
                    <a:cubicBezTo>
                      <a:pt x="6885" y="5232"/>
                      <a:pt x="6885" y="5232"/>
                      <a:pt x="6788" y="5232"/>
                    </a:cubicBezTo>
                    <a:cubicBezTo>
                      <a:pt x="6660" y="5232"/>
                      <a:pt x="6533" y="5230"/>
                      <a:pt x="6405" y="5229"/>
                    </a:cubicBezTo>
                    <a:cubicBezTo>
                      <a:pt x="6317" y="5228"/>
                      <a:pt x="6229" y="5228"/>
                      <a:pt x="6140" y="5228"/>
                    </a:cubicBezTo>
                    <a:cubicBezTo>
                      <a:pt x="5908" y="5227"/>
                      <a:pt x="5675" y="5225"/>
                      <a:pt x="5442" y="5223"/>
                    </a:cubicBezTo>
                    <a:cubicBezTo>
                      <a:pt x="5205" y="5220"/>
                      <a:pt x="4968" y="5220"/>
                      <a:pt x="4730" y="5219"/>
                    </a:cubicBezTo>
                    <a:cubicBezTo>
                      <a:pt x="4265" y="5216"/>
                      <a:pt x="3799" y="5213"/>
                      <a:pt x="3333" y="5208"/>
                    </a:cubicBezTo>
                    <a:cubicBezTo>
                      <a:pt x="3334" y="5191"/>
                      <a:pt x="3334" y="5191"/>
                      <a:pt x="3335" y="5102"/>
                    </a:cubicBezTo>
                    <a:cubicBezTo>
                      <a:pt x="3340" y="4656"/>
                      <a:pt x="3344" y="4209"/>
                      <a:pt x="3346" y="3763"/>
                    </a:cubicBezTo>
                    <a:cubicBezTo>
                      <a:pt x="3346" y="3727"/>
                      <a:pt x="3347" y="3692"/>
                      <a:pt x="3347" y="3655"/>
                    </a:cubicBezTo>
                    <a:cubicBezTo>
                      <a:pt x="3352" y="2485"/>
                      <a:pt x="3288" y="1370"/>
                      <a:pt x="3125" y="208"/>
                    </a:cubicBezTo>
                    <a:cubicBezTo>
                      <a:pt x="2369" y="208"/>
                      <a:pt x="1612" y="208"/>
                      <a:pt x="833" y="208"/>
                    </a:cubicBezTo>
                    <a:cubicBezTo>
                      <a:pt x="755" y="1341"/>
                      <a:pt x="755" y="1341"/>
                      <a:pt x="734" y="1698"/>
                    </a:cubicBezTo>
                    <a:cubicBezTo>
                      <a:pt x="726" y="1791"/>
                      <a:pt x="719" y="1885"/>
                      <a:pt x="711" y="1978"/>
                    </a:cubicBezTo>
                    <a:cubicBezTo>
                      <a:pt x="709" y="2027"/>
                      <a:pt x="706" y="2075"/>
                      <a:pt x="704" y="2125"/>
                    </a:cubicBezTo>
                    <a:cubicBezTo>
                      <a:pt x="700" y="2172"/>
                      <a:pt x="696" y="2218"/>
                      <a:pt x="691" y="2266"/>
                    </a:cubicBezTo>
                    <a:cubicBezTo>
                      <a:pt x="689" y="2306"/>
                      <a:pt x="686" y="2346"/>
                      <a:pt x="683" y="2388"/>
                    </a:cubicBezTo>
                    <a:cubicBezTo>
                      <a:pt x="625" y="2500"/>
                      <a:pt x="625" y="2500"/>
                      <a:pt x="208" y="2708"/>
                    </a:cubicBezTo>
                    <a:cubicBezTo>
                      <a:pt x="140" y="1815"/>
                      <a:pt x="71" y="921"/>
                      <a:pt x="0" y="0"/>
                    </a:cubicBezTo>
                    <a:close/>
                  </a:path>
                </a:pathLst>
              </a:custGeom>
              <a:solidFill>
                <a:srgbClr val="6C4B9B"/>
              </a:solidFill>
              <a:ln w="2646" cap="flat">
                <a:noFill/>
              </a:ln>
            </p:spPr>
          </p:sp>
          <p:sp>
            <p:nvSpPr>
              <p:cNvPr id="2660" name="ICON_C_HEATMAP_path_094"/>
              <p:cNvSpPr/>
              <p:nvPr/>
            </p:nvSpPr>
            <p:spPr>
              <a:xfrm>
                <a:off x="8083021" y="7522104"/>
                <a:ext cx="76729" cy="85529"/>
              </a:xfrm>
              <a:custGeom>
                <a:avLst/>
                <a:gdLst/>
                <a:ahLst/>
                <a:cxnLst/>
                <a:rect l="0" t="0" r="r" b="b"/>
                <a:pathLst>
                  <a:path w="6042" h="6735" fill="norm" stroke="0">
                    <a:moveTo>
                      <a:pt x="417" y="0"/>
                    </a:moveTo>
                    <a:cubicBezTo>
                      <a:pt x="829" y="0"/>
                      <a:pt x="1242" y="0"/>
                      <a:pt x="1667" y="0"/>
                    </a:cubicBezTo>
                    <a:cubicBezTo>
                      <a:pt x="1564" y="138"/>
                      <a:pt x="1564" y="138"/>
                      <a:pt x="1042" y="833"/>
                    </a:cubicBezTo>
                    <a:cubicBezTo>
                      <a:pt x="2142" y="833"/>
                      <a:pt x="3242" y="833"/>
                      <a:pt x="4375" y="833"/>
                    </a:cubicBezTo>
                    <a:cubicBezTo>
                      <a:pt x="4375" y="902"/>
                      <a:pt x="4375" y="971"/>
                      <a:pt x="4375" y="1042"/>
                    </a:cubicBezTo>
                    <a:cubicBezTo>
                      <a:pt x="3137" y="1110"/>
                      <a:pt x="1900" y="1179"/>
                      <a:pt x="625" y="1250"/>
                    </a:cubicBezTo>
                    <a:cubicBezTo>
                      <a:pt x="625" y="2763"/>
                      <a:pt x="625" y="4275"/>
                      <a:pt x="625" y="5833"/>
                    </a:cubicBezTo>
                    <a:cubicBezTo>
                      <a:pt x="999" y="5844"/>
                      <a:pt x="1372" y="5854"/>
                      <a:pt x="1757" y="5864"/>
                    </a:cubicBezTo>
                    <a:cubicBezTo>
                      <a:pt x="1993" y="5872"/>
                      <a:pt x="2230" y="5879"/>
                      <a:pt x="2466" y="5887"/>
                    </a:cubicBezTo>
                    <a:cubicBezTo>
                      <a:pt x="2842" y="5900"/>
                      <a:pt x="3217" y="5912"/>
                      <a:pt x="3592" y="5921"/>
                    </a:cubicBezTo>
                    <a:cubicBezTo>
                      <a:pt x="3866" y="5928"/>
                      <a:pt x="4139" y="5936"/>
                      <a:pt x="4412" y="5946"/>
                    </a:cubicBezTo>
                    <a:cubicBezTo>
                      <a:pt x="4557" y="5952"/>
                      <a:pt x="4702" y="5956"/>
                      <a:pt x="4847" y="5959"/>
                    </a:cubicBezTo>
                    <a:cubicBezTo>
                      <a:pt x="5009" y="5962"/>
                      <a:pt x="5170" y="5969"/>
                      <a:pt x="5332" y="5975"/>
                    </a:cubicBezTo>
                    <a:cubicBezTo>
                      <a:pt x="5380" y="5976"/>
                      <a:pt x="5428" y="5976"/>
                      <a:pt x="5477" y="5977"/>
                    </a:cubicBezTo>
                    <a:cubicBezTo>
                      <a:pt x="5609" y="5984"/>
                      <a:pt x="5711" y="5992"/>
                      <a:pt x="5833" y="6042"/>
                    </a:cubicBezTo>
                    <a:cubicBezTo>
                      <a:pt x="5936" y="6171"/>
                      <a:pt x="5992" y="6302"/>
                      <a:pt x="6042" y="6458"/>
                    </a:cubicBezTo>
                    <a:cubicBezTo>
                      <a:pt x="5997" y="6458"/>
                      <a:pt x="5952" y="6457"/>
                      <a:pt x="5906" y="6457"/>
                    </a:cubicBezTo>
                    <a:cubicBezTo>
                      <a:pt x="5480" y="6453"/>
                      <a:pt x="5055" y="6450"/>
                      <a:pt x="4629" y="6447"/>
                    </a:cubicBezTo>
                    <a:cubicBezTo>
                      <a:pt x="4410" y="6446"/>
                      <a:pt x="4191" y="6445"/>
                      <a:pt x="3972" y="6443"/>
                    </a:cubicBezTo>
                    <a:cubicBezTo>
                      <a:pt x="3720" y="6440"/>
                      <a:pt x="3467" y="6438"/>
                      <a:pt x="3214" y="6438"/>
                    </a:cubicBezTo>
                    <a:cubicBezTo>
                      <a:pt x="3173" y="6438"/>
                      <a:pt x="3131" y="6438"/>
                      <a:pt x="3089" y="6438"/>
                    </a:cubicBezTo>
                    <a:cubicBezTo>
                      <a:pt x="2672" y="6438"/>
                      <a:pt x="2271" y="6440"/>
                      <a:pt x="1865" y="6543"/>
                    </a:cubicBezTo>
                    <a:cubicBezTo>
                      <a:pt x="1086" y="6735"/>
                      <a:pt x="979" y="6621"/>
                      <a:pt x="0" y="6458"/>
                    </a:cubicBezTo>
                    <a:cubicBezTo>
                      <a:pt x="0" y="4671"/>
                      <a:pt x="0" y="2883"/>
                      <a:pt x="0" y="1042"/>
                    </a:cubicBezTo>
                    <a:cubicBezTo>
                      <a:pt x="137" y="1042"/>
                      <a:pt x="275" y="1042"/>
                      <a:pt x="417" y="1042"/>
                    </a:cubicBezTo>
                    <a:cubicBezTo>
                      <a:pt x="417" y="698"/>
                      <a:pt x="417" y="354"/>
                      <a:pt x="417" y="0"/>
                    </a:cubicBezTo>
                    <a:close/>
                  </a:path>
                </a:pathLst>
              </a:custGeom>
              <a:solidFill>
                <a:srgbClr val="8FCBE2"/>
              </a:solidFill>
              <a:ln w="2646" cap="flat">
                <a:noFill/>
              </a:ln>
            </p:spPr>
          </p:sp>
          <p:sp>
            <p:nvSpPr>
              <p:cNvPr id="2661" name="ICON_C_HEATMAP_path_095"/>
              <p:cNvSpPr/>
              <p:nvPr/>
            </p:nvSpPr>
            <p:spPr>
              <a:xfrm>
                <a:off x="7903104" y="7537979"/>
                <a:ext cx="128712" cy="69583"/>
              </a:xfrm>
              <a:custGeom>
                <a:avLst/>
                <a:gdLst/>
                <a:ahLst/>
                <a:cxnLst/>
                <a:rect l="0" t="0" r="r" b="b"/>
                <a:pathLst>
                  <a:path w="10135" h="5479" fill="norm" stroke="0">
                    <a:moveTo>
                      <a:pt x="9375" y="0"/>
                    </a:moveTo>
                    <a:cubicBezTo>
                      <a:pt x="9513" y="0"/>
                      <a:pt x="9650" y="0"/>
                      <a:pt x="9792" y="0"/>
                    </a:cubicBezTo>
                    <a:cubicBezTo>
                      <a:pt x="9843" y="614"/>
                      <a:pt x="9889" y="1227"/>
                      <a:pt x="9927" y="1842"/>
                    </a:cubicBezTo>
                    <a:cubicBezTo>
                      <a:pt x="9945" y="2127"/>
                      <a:pt x="9965" y="2412"/>
                      <a:pt x="9990" y="2697"/>
                    </a:cubicBezTo>
                    <a:cubicBezTo>
                      <a:pt x="10011" y="2946"/>
                      <a:pt x="10029" y="3195"/>
                      <a:pt x="10042" y="3444"/>
                    </a:cubicBezTo>
                    <a:cubicBezTo>
                      <a:pt x="10049" y="3576"/>
                      <a:pt x="10058" y="3707"/>
                      <a:pt x="10071" y="3838"/>
                    </a:cubicBezTo>
                    <a:cubicBezTo>
                      <a:pt x="10135" y="4492"/>
                      <a:pt x="10135" y="4492"/>
                      <a:pt x="10000" y="4792"/>
                    </a:cubicBezTo>
                    <a:cubicBezTo>
                      <a:pt x="9692" y="5155"/>
                      <a:pt x="9197" y="5390"/>
                      <a:pt x="8731" y="5461"/>
                    </a:cubicBezTo>
                    <a:cubicBezTo>
                      <a:pt x="8517" y="5479"/>
                      <a:pt x="8309" y="5461"/>
                      <a:pt x="8096" y="5439"/>
                    </a:cubicBezTo>
                    <a:cubicBezTo>
                      <a:pt x="8020" y="5434"/>
                      <a:pt x="7943" y="5429"/>
                      <a:pt x="7866" y="5424"/>
                    </a:cubicBezTo>
                    <a:cubicBezTo>
                      <a:pt x="7707" y="5414"/>
                      <a:pt x="7548" y="5401"/>
                      <a:pt x="7389" y="5386"/>
                    </a:cubicBezTo>
                    <a:cubicBezTo>
                      <a:pt x="7187" y="5367"/>
                      <a:pt x="6985" y="5353"/>
                      <a:pt x="6782" y="5339"/>
                    </a:cubicBezTo>
                    <a:cubicBezTo>
                      <a:pt x="6586" y="5326"/>
                      <a:pt x="6391" y="5311"/>
                      <a:pt x="6195" y="5296"/>
                    </a:cubicBezTo>
                    <a:cubicBezTo>
                      <a:pt x="6159" y="5294"/>
                      <a:pt x="6122" y="5291"/>
                      <a:pt x="6085" y="5288"/>
                    </a:cubicBezTo>
                    <a:cubicBezTo>
                      <a:pt x="5981" y="5280"/>
                      <a:pt x="5877" y="5271"/>
                      <a:pt x="5773" y="5261"/>
                    </a:cubicBezTo>
                    <a:cubicBezTo>
                      <a:pt x="5742" y="5259"/>
                      <a:pt x="5712" y="5257"/>
                      <a:pt x="5682" y="5254"/>
                    </a:cubicBezTo>
                    <a:cubicBezTo>
                      <a:pt x="5503" y="5236"/>
                      <a:pt x="5376" y="5191"/>
                      <a:pt x="5218" y="5104"/>
                    </a:cubicBezTo>
                    <a:cubicBezTo>
                      <a:pt x="4978" y="4977"/>
                      <a:pt x="4761" y="4964"/>
                      <a:pt x="4494" y="4957"/>
                    </a:cubicBezTo>
                    <a:cubicBezTo>
                      <a:pt x="4469" y="4956"/>
                      <a:pt x="4469" y="4956"/>
                      <a:pt x="4346" y="4951"/>
                    </a:cubicBezTo>
                    <a:cubicBezTo>
                      <a:pt x="4213" y="4946"/>
                      <a:pt x="4081" y="4941"/>
                      <a:pt x="3948" y="4937"/>
                    </a:cubicBezTo>
                    <a:cubicBezTo>
                      <a:pt x="3809" y="4932"/>
                      <a:pt x="3670" y="4926"/>
                      <a:pt x="3531" y="4921"/>
                    </a:cubicBezTo>
                    <a:cubicBezTo>
                      <a:pt x="3268" y="4911"/>
                      <a:pt x="3006" y="4901"/>
                      <a:pt x="2743" y="4892"/>
                    </a:cubicBezTo>
                    <a:cubicBezTo>
                      <a:pt x="2444" y="4882"/>
                      <a:pt x="2145" y="4870"/>
                      <a:pt x="1845" y="4859"/>
                    </a:cubicBezTo>
                    <a:cubicBezTo>
                      <a:pt x="1230" y="4835"/>
                      <a:pt x="615" y="4813"/>
                      <a:pt x="0" y="4792"/>
                    </a:cubicBezTo>
                    <a:cubicBezTo>
                      <a:pt x="0" y="4723"/>
                      <a:pt x="0" y="4654"/>
                      <a:pt x="0" y="4583"/>
                    </a:cubicBezTo>
                    <a:cubicBezTo>
                      <a:pt x="3094" y="4583"/>
                      <a:pt x="6188" y="4583"/>
                      <a:pt x="9375" y="4583"/>
                    </a:cubicBezTo>
                    <a:cubicBezTo>
                      <a:pt x="9375" y="3071"/>
                      <a:pt x="9375" y="1558"/>
                      <a:pt x="9375" y="0"/>
                    </a:cubicBezTo>
                    <a:close/>
                  </a:path>
                </a:pathLst>
              </a:custGeom>
              <a:solidFill>
                <a:srgbClr val="80BCDC"/>
              </a:solidFill>
              <a:ln w="2646" cap="flat">
                <a:noFill/>
              </a:ln>
            </p:spPr>
          </p:sp>
          <p:sp>
            <p:nvSpPr>
              <p:cNvPr id="2662" name="ICON_C_HEATMAP_path_096"/>
              <p:cNvSpPr/>
              <p:nvPr/>
            </p:nvSpPr>
            <p:spPr>
              <a:xfrm>
                <a:off x="8464020" y="7524166"/>
                <a:ext cx="77311" cy="20323"/>
              </a:xfrm>
              <a:custGeom>
                <a:avLst/>
                <a:gdLst/>
                <a:ahLst/>
                <a:cxnLst/>
                <a:rect l="0" t="0" r="r" b="b"/>
                <a:pathLst>
                  <a:path w="6087" h="1600" fill="norm" stroke="0">
                    <a:moveTo>
                      <a:pt x="5969" y="229"/>
                    </a:moveTo>
                    <a:cubicBezTo>
                      <a:pt x="6087" y="536"/>
                      <a:pt x="6057" y="809"/>
                      <a:pt x="5950" y="1115"/>
                    </a:cubicBezTo>
                    <a:cubicBezTo>
                      <a:pt x="5893" y="1230"/>
                      <a:pt x="5854" y="1284"/>
                      <a:pt x="5742" y="1347"/>
                    </a:cubicBezTo>
                    <a:cubicBezTo>
                      <a:pt x="5438" y="1443"/>
                      <a:pt x="5117" y="1439"/>
                      <a:pt x="4801" y="1445"/>
                    </a:cubicBezTo>
                    <a:cubicBezTo>
                      <a:pt x="4697" y="1450"/>
                      <a:pt x="4592" y="1455"/>
                      <a:pt x="4487" y="1460"/>
                    </a:cubicBezTo>
                    <a:cubicBezTo>
                      <a:pt x="4268" y="1470"/>
                      <a:pt x="4048" y="1477"/>
                      <a:pt x="3828" y="1482"/>
                    </a:cubicBezTo>
                    <a:cubicBezTo>
                      <a:pt x="3576" y="1488"/>
                      <a:pt x="3325" y="1499"/>
                      <a:pt x="3073" y="1513"/>
                    </a:cubicBezTo>
                    <a:cubicBezTo>
                      <a:pt x="2829" y="1526"/>
                      <a:pt x="2585" y="1536"/>
                      <a:pt x="2341" y="1544"/>
                    </a:cubicBezTo>
                    <a:cubicBezTo>
                      <a:pt x="2238" y="1547"/>
                      <a:pt x="2136" y="1552"/>
                      <a:pt x="2033" y="1557"/>
                    </a:cubicBezTo>
                    <a:cubicBezTo>
                      <a:pt x="1182" y="1600"/>
                      <a:pt x="671" y="1370"/>
                      <a:pt x="0" y="879"/>
                    </a:cubicBezTo>
                    <a:cubicBezTo>
                      <a:pt x="162" y="496"/>
                      <a:pt x="162" y="496"/>
                      <a:pt x="325" y="379"/>
                    </a:cubicBezTo>
                    <a:cubicBezTo>
                      <a:pt x="840" y="222"/>
                      <a:pt x="1364" y="201"/>
                      <a:pt x="1900" y="177"/>
                    </a:cubicBezTo>
                    <a:cubicBezTo>
                      <a:pt x="1981" y="174"/>
                      <a:pt x="2064" y="170"/>
                      <a:pt x="2145" y="166"/>
                    </a:cubicBezTo>
                    <a:cubicBezTo>
                      <a:pt x="2432" y="152"/>
                      <a:pt x="2719" y="139"/>
                      <a:pt x="3005" y="127"/>
                    </a:cubicBezTo>
                    <a:cubicBezTo>
                      <a:pt x="3272" y="115"/>
                      <a:pt x="3538" y="102"/>
                      <a:pt x="3805" y="87"/>
                    </a:cubicBezTo>
                    <a:cubicBezTo>
                      <a:pt x="4034" y="75"/>
                      <a:pt x="4264" y="64"/>
                      <a:pt x="4494" y="54"/>
                    </a:cubicBezTo>
                    <a:cubicBezTo>
                      <a:pt x="4631" y="49"/>
                      <a:pt x="4768" y="42"/>
                      <a:pt x="4904" y="34"/>
                    </a:cubicBezTo>
                    <a:cubicBezTo>
                      <a:pt x="5056" y="25"/>
                      <a:pt x="5209" y="20"/>
                      <a:pt x="5361" y="14"/>
                    </a:cubicBezTo>
                    <a:cubicBezTo>
                      <a:pt x="5406" y="11"/>
                      <a:pt x="5451" y="8"/>
                      <a:pt x="5497" y="5"/>
                    </a:cubicBezTo>
                    <a:cubicBezTo>
                      <a:pt x="5732" y="0"/>
                      <a:pt x="5847" y="17"/>
                      <a:pt x="5969" y="229"/>
                    </a:cubicBezTo>
                    <a:close/>
                  </a:path>
                </a:pathLst>
              </a:custGeom>
              <a:solidFill>
                <a:srgbClr val="8672B4"/>
              </a:solidFill>
              <a:ln w="2646" cap="flat">
                <a:noFill/>
              </a:ln>
            </p:spPr>
          </p:sp>
          <p:sp>
            <p:nvSpPr>
              <p:cNvPr id="2663" name="ICON_C_HEATMAP_path_097"/>
              <p:cNvSpPr/>
              <p:nvPr/>
            </p:nvSpPr>
            <p:spPr>
              <a:xfrm>
                <a:off x="8419042" y="7450667"/>
                <a:ext cx="121708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9583" h="625" fill="norm" stroke="0">
                    <a:moveTo>
                      <a:pt x="0" y="0"/>
                    </a:moveTo>
                    <a:cubicBezTo>
                      <a:pt x="3163" y="0"/>
                      <a:pt x="6325" y="0"/>
                      <a:pt x="9583" y="0"/>
                    </a:cubicBezTo>
                    <a:cubicBezTo>
                      <a:pt x="9583" y="206"/>
                      <a:pt x="9583" y="413"/>
                      <a:pt x="9583" y="625"/>
                    </a:cubicBezTo>
                    <a:cubicBezTo>
                      <a:pt x="6421" y="625"/>
                      <a:pt x="3258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87D2E9"/>
              </a:solidFill>
              <a:ln w="2646" cap="flat">
                <a:noFill/>
              </a:ln>
            </p:spPr>
          </p:sp>
          <p:sp>
            <p:nvSpPr>
              <p:cNvPr id="2664" name="ICON_C_HEATMAP_path_098"/>
              <p:cNvSpPr/>
              <p:nvPr/>
            </p:nvSpPr>
            <p:spPr>
              <a:xfrm>
                <a:off x="8040688" y="7678208"/>
                <a:ext cx="714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5625" h="1042" fill="norm" stroke="0">
                    <a:moveTo>
                      <a:pt x="0" y="0"/>
                    </a:moveTo>
                    <a:cubicBezTo>
                      <a:pt x="1856" y="0"/>
                      <a:pt x="3712" y="0"/>
                      <a:pt x="5625" y="0"/>
                    </a:cubicBezTo>
                    <a:cubicBezTo>
                      <a:pt x="5625" y="344"/>
                      <a:pt x="5625" y="688"/>
                      <a:pt x="5625" y="1042"/>
                    </a:cubicBezTo>
                    <a:cubicBezTo>
                      <a:pt x="3769" y="1042"/>
                      <a:pt x="1913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FAFBFB"/>
              </a:solidFill>
              <a:ln w="2646" cap="flat">
                <a:noFill/>
              </a:ln>
            </p:spPr>
          </p:sp>
          <p:sp>
            <p:nvSpPr>
              <p:cNvPr id="2665" name="ICON_C_HEATMAP_path_099"/>
              <p:cNvSpPr/>
              <p:nvPr/>
            </p:nvSpPr>
            <p:spPr>
              <a:xfrm>
                <a:off x="7963958" y="7678208"/>
                <a:ext cx="68792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5417" h="1042" fill="norm" stroke="0">
                    <a:moveTo>
                      <a:pt x="0" y="0"/>
                    </a:moveTo>
                    <a:cubicBezTo>
                      <a:pt x="1788" y="0"/>
                      <a:pt x="3575" y="0"/>
                      <a:pt x="5417" y="0"/>
                    </a:cubicBezTo>
                    <a:cubicBezTo>
                      <a:pt x="5417" y="344"/>
                      <a:pt x="5417" y="688"/>
                      <a:pt x="5417" y="1042"/>
                    </a:cubicBezTo>
                    <a:cubicBezTo>
                      <a:pt x="3629" y="1042"/>
                      <a:pt x="1842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FDFDFD"/>
              </a:solidFill>
              <a:ln w="2646" cap="flat">
                <a:noFill/>
              </a:ln>
            </p:spPr>
          </p:sp>
          <p:sp>
            <p:nvSpPr>
              <p:cNvPr id="2666" name="ICON_C_HEATMAP_path_100"/>
              <p:cNvSpPr/>
              <p:nvPr/>
            </p:nvSpPr>
            <p:spPr>
              <a:xfrm>
                <a:off x="8334375" y="7601479"/>
                <a:ext cx="82801" cy="69961"/>
              </a:xfrm>
              <a:custGeom>
                <a:avLst/>
                <a:gdLst/>
                <a:ahLst/>
                <a:cxnLst/>
                <a:rect l="0" t="0" r="r" b="b"/>
                <a:pathLst>
                  <a:path w="6520" h="5509" fill="norm" stroke="0">
                    <a:moveTo>
                      <a:pt x="0" y="0"/>
                    </a:moveTo>
                    <a:cubicBezTo>
                      <a:pt x="138" y="0"/>
                      <a:pt x="275" y="0"/>
                      <a:pt x="417" y="0"/>
                    </a:cubicBezTo>
                    <a:cubicBezTo>
                      <a:pt x="408" y="64"/>
                      <a:pt x="399" y="129"/>
                      <a:pt x="391" y="195"/>
                    </a:cubicBezTo>
                    <a:cubicBezTo>
                      <a:pt x="389" y="310"/>
                      <a:pt x="389" y="310"/>
                      <a:pt x="417" y="417"/>
                    </a:cubicBezTo>
                    <a:cubicBezTo>
                      <a:pt x="544" y="518"/>
                      <a:pt x="680" y="573"/>
                      <a:pt x="833" y="625"/>
                    </a:cubicBezTo>
                    <a:cubicBezTo>
                      <a:pt x="800" y="651"/>
                      <a:pt x="766" y="677"/>
                      <a:pt x="732" y="704"/>
                    </a:cubicBezTo>
                    <a:cubicBezTo>
                      <a:pt x="579" y="859"/>
                      <a:pt x="589" y="1031"/>
                      <a:pt x="582" y="1239"/>
                    </a:cubicBezTo>
                    <a:cubicBezTo>
                      <a:pt x="580" y="1280"/>
                      <a:pt x="578" y="1321"/>
                      <a:pt x="576" y="1363"/>
                    </a:cubicBezTo>
                    <a:cubicBezTo>
                      <a:pt x="569" y="1497"/>
                      <a:pt x="564" y="1631"/>
                      <a:pt x="559" y="1765"/>
                    </a:cubicBezTo>
                    <a:cubicBezTo>
                      <a:pt x="555" y="1858"/>
                      <a:pt x="550" y="1951"/>
                      <a:pt x="546" y="2045"/>
                    </a:cubicBezTo>
                    <a:cubicBezTo>
                      <a:pt x="534" y="2289"/>
                      <a:pt x="524" y="2534"/>
                      <a:pt x="514" y="2779"/>
                    </a:cubicBezTo>
                    <a:cubicBezTo>
                      <a:pt x="504" y="3029"/>
                      <a:pt x="492" y="3279"/>
                      <a:pt x="481" y="3529"/>
                    </a:cubicBezTo>
                    <a:cubicBezTo>
                      <a:pt x="458" y="4019"/>
                      <a:pt x="437" y="4510"/>
                      <a:pt x="417" y="5000"/>
                    </a:cubicBezTo>
                    <a:cubicBezTo>
                      <a:pt x="442" y="4999"/>
                      <a:pt x="467" y="4997"/>
                      <a:pt x="493" y="4996"/>
                    </a:cubicBezTo>
                    <a:cubicBezTo>
                      <a:pt x="1109" y="4965"/>
                      <a:pt x="1724" y="4936"/>
                      <a:pt x="2340" y="4908"/>
                    </a:cubicBezTo>
                    <a:cubicBezTo>
                      <a:pt x="2638" y="4894"/>
                      <a:pt x="2936" y="4880"/>
                      <a:pt x="3233" y="4865"/>
                    </a:cubicBezTo>
                    <a:cubicBezTo>
                      <a:pt x="3493" y="4852"/>
                      <a:pt x="3753" y="4839"/>
                      <a:pt x="4013" y="4828"/>
                    </a:cubicBezTo>
                    <a:cubicBezTo>
                      <a:pt x="4150" y="4822"/>
                      <a:pt x="4287" y="4816"/>
                      <a:pt x="4425" y="4808"/>
                    </a:cubicBezTo>
                    <a:cubicBezTo>
                      <a:pt x="5523" y="4749"/>
                      <a:pt x="5523" y="4749"/>
                      <a:pt x="6042" y="5000"/>
                    </a:cubicBezTo>
                    <a:cubicBezTo>
                      <a:pt x="6040" y="4978"/>
                      <a:pt x="6039" y="4956"/>
                      <a:pt x="6038" y="4933"/>
                    </a:cubicBezTo>
                    <a:cubicBezTo>
                      <a:pt x="6007" y="4392"/>
                      <a:pt x="5977" y="3851"/>
                      <a:pt x="5949" y="3310"/>
                    </a:cubicBezTo>
                    <a:cubicBezTo>
                      <a:pt x="5936" y="3049"/>
                      <a:pt x="5922" y="2787"/>
                      <a:pt x="5907" y="2526"/>
                    </a:cubicBezTo>
                    <a:cubicBezTo>
                      <a:pt x="5892" y="2273"/>
                      <a:pt x="5879" y="2020"/>
                      <a:pt x="5866" y="1768"/>
                    </a:cubicBezTo>
                    <a:cubicBezTo>
                      <a:pt x="5861" y="1672"/>
                      <a:pt x="5856" y="1575"/>
                      <a:pt x="5850" y="1479"/>
                    </a:cubicBezTo>
                    <a:cubicBezTo>
                      <a:pt x="5842" y="1344"/>
                      <a:pt x="5835" y="1209"/>
                      <a:pt x="5829" y="1074"/>
                    </a:cubicBezTo>
                    <a:cubicBezTo>
                      <a:pt x="5826" y="1035"/>
                      <a:pt x="5823" y="995"/>
                      <a:pt x="5821" y="955"/>
                    </a:cubicBezTo>
                    <a:cubicBezTo>
                      <a:pt x="5809" y="659"/>
                      <a:pt x="5890" y="460"/>
                      <a:pt x="6042" y="208"/>
                    </a:cubicBezTo>
                    <a:cubicBezTo>
                      <a:pt x="6194" y="261"/>
                      <a:pt x="6329" y="320"/>
                      <a:pt x="6458" y="417"/>
                    </a:cubicBezTo>
                    <a:cubicBezTo>
                      <a:pt x="6520" y="554"/>
                      <a:pt x="6513" y="683"/>
                      <a:pt x="6509" y="832"/>
                    </a:cubicBezTo>
                    <a:cubicBezTo>
                      <a:pt x="6509" y="874"/>
                      <a:pt x="6510" y="915"/>
                      <a:pt x="6510" y="958"/>
                    </a:cubicBezTo>
                    <a:cubicBezTo>
                      <a:pt x="6511" y="1096"/>
                      <a:pt x="6509" y="1234"/>
                      <a:pt x="6506" y="1372"/>
                    </a:cubicBezTo>
                    <a:cubicBezTo>
                      <a:pt x="6506" y="1468"/>
                      <a:pt x="6506" y="1565"/>
                      <a:pt x="6506" y="1661"/>
                    </a:cubicBezTo>
                    <a:cubicBezTo>
                      <a:pt x="6506" y="1863"/>
                      <a:pt x="6504" y="2065"/>
                      <a:pt x="6501" y="2267"/>
                    </a:cubicBezTo>
                    <a:cubicBezTo>
                      <a:pt x="6498" y="2525"/>
                      <a:pt x="6497" y="2782"/>
                      <a:pt x="6497" y="3040"/>
                    </a:cubicBezTo>
                    <a:cubicBezTo>
                      <a:pt x="6497" y="3239"/>
                      <a:pt x="6496" y="3438"/>
                      <a:pt x="6494" y="3637"/>
                    </a:cubicBezTo>
                    <a:cubicBezTo>
                      <a:pt x="6494" y="3732"/>
                      <a:pt x="6493" y="3827"/>
                      <a:pt x="6493" y="3922"/>
                    </a:cubicBezTo>
                    <a:cubicBezTo>
                      <a:pt x="6493" y="4055"/>
                      <a:pt x="6491" y="4189"/>
                      <a:pt x="6489" y="4322"/>
                    </a:cubicBezTo>
                    <a:cubicBezTo>
                      <a:pt x="6489" y="4342"/>
                      <a:pt x="6489" y="4342"/>
                      <a:pt x="6489" y="4439"/>
                    </a:cubicBezTo>
                    <a:cubicBezTo>
                      <a:pt x="6481" y="4776"/>
                      <a:pt x="6435" y="5129"/>
                      <a:pt x="6250" y="5417"/>
                    </a:cubicBezTo>
                    <a:cubicBezTo>
                      <a:pt x="6054" y="5509"/>
                      <a:pt x="5864" y="5496"/>
                      <a:pt x="5653" y="5488"/>
                    </a:cubicBezTo>
                    <a:cubicBezTo>
                      <a:pt x="5591" y="5487"/>
                      <a:pt x="5529" y="5487"/>
                      <a:pt x="5468" y="5488"/>
                    </a:cubicBezTo>
                    <a:cubicBezTo>
                      <a:pt x="5301" y="5488"/>
                      <a:pt x="5134" y="5484"/>
                      <a:pt x="4967" y="5480"/>
                    </a:cubicBezTo>
                    <a:cubicBezTo>
                      <a:pt x="4792" y="5476"/>
                      <a:pt x="4618" y="5476"/>
                      <a:pt x="4443" y="5475"/>
                    </a:cubicBezTo>
                    <a:cubicBezTo>
                      <a:pt x="4112" y="5473"/>
                      <a:pt x="3782" y="5468"/>
                      <a:pt x="3451" y="5462"/>
                    </a:cubicBezTo>
                    <a:cubicBezTo>
                      <a:pt x="3005" y="5453"/>
                      <a:pt x="2558" y="5450"/>
                      <a:pt x="2111" y="5446"/>
                    </a:cubicBezTo>
                    <a:cubicBezTo>
                      <a:pt x="1407" y="5440"/>
                      <a:pt x="704" y="5428"/>
                      <a:pt x="0" y="5417"/>
                    </a:cubicBezTo>
                    <a:cubicBezTo>
                      <a:pt x="0" y="3629"/>
                      <a:pt x="0" y="1842"/>
                      <a:pt x="0" y="0"/>
                    </a:cubicBezTo>
                    <a:close/>
                  </a:path>
                </a:pathLst>
              </a:custGeom>
              <a:solidFill>
                <a:srgbClr val="6B67B6"/>
              </a:solidFill>
              <a:ln w="2646" cap="flat">
                <a:noFill/>
              </a:ln>
            </p:spPr>
          </p:sp>
          <p:sp>
            <p:nvSpPr>
              <p:cNvPr id="2667" name="ICON_C_HEATMAP_path_101"/>
              <p:cNvSpPr/>
              <p:nvPr/>
            </p:nvSpPr>
            <p:spPr>
              <a:xfrm>
                <a:off x="7754096" y="7531149"/>
                <a:ext cx="61696" cy="68429"/>
              </a:xfrm>
              <a:custGeom>
                <a:avLst/>
                <a:gdLst/>
                <a:ahLst/>
                <a:cxnLst/>
                <a:rect l="0" t="0" r="r" b="b"/>
                <a:pathLst>
                  <a:path w="4858" h="5388" fill="norm" stroke="0">
                    <a:moveTo>
                      <a:pt x="1481" y="80"/>
                    </a:moveTo>
                    <a:cubicBezTo>
                      <a:pt x="1567" y="81"/>
                      <a:pt x="1654" y="81"/>
                      <a:pt x="1740" y="82"/>
                    </a:cubicBezTo>
                    <a:cubicBezTo>
                      <a:pt x="2059" y="84"/>
                      <a:pt x="2378" y="90"/>
                      <a:pt x="2696" y="95"/>
                    </a:cubicBezTo>
                    <a:cubicBezTo>
                      <a:pt x="3410" y="104"/>
                      <a:pt x="4123" y="112"/>
                      <a:pt x="4858" y="121"/>
                    </a:cubicBezTo>
                    <a:cubicBezTo>
                      <a:pt x="4858" y="1840"/>
                      <a:pt x="4858" y="3559"/>
                      <a:pt x="4858" y="5329"/>
                    </a:cubicBezTo>
                    <a:cubicBezTo>
                      <a:pt x="4256" y="5338"/>
                      <a:pt x="3655" y="5347"/>
                      <a:pt x="3035" y="5355"/>
                    </a:cubicBezTo>
                    <a:cubicBezTo>
                      <a:pt x="2941" y="5357"/>
                      <a:pt x="2941" y="5357"/>
                      <a:pt x="2465" y="5367"/>
                    </a:cubicBezTo>
                    <a:cubicBezTo>
                      <a:pt x="2230" y="5369"/>
                      <a:pt x="2230" y="5369"/>
                      <a:pt x="2120" y="5369"/>
                    </a:cubicBezTo>
                    <a:cubicBezTo>
                      <a:pt x="2045" y="5370"/>
                      <a:pt x="1969" y="5371"/>
                      <a:pt x="1894" y="5373"/>
                    </a:cubicBezTo>
                    <a:cubicBezTo>
                      <a:pt x="1350" y="5388"/>
                      <a:pt x="792" y="5344"/>
                      <a:pt x="348" y="4994"/>
                    </a:cubicBezTo>
                    <a:cubicBezTo>
                      <a:pt x="98" y="4717"/>
                      <a:pt x="138" y="4279"/>
                      <a:pt x="133" y="3930"/>
                    </a:cubicBezTo>
                    <a:cubicBezTo>
                      <a:pt x="129" y="3833"/>
                      <a:pt x="124" y="3737"/>
                      <a:pt x="120" y="3640"/>
                    </a:cubicBezTo>
                    <a:cubicBezTo>
                      <a:pt x="110" y="3439"/>
                      <a:pt x="104" y="3237"/>
                      <a:pt x="100" y="3035"/>
                    </a:cubicBezTo>
                    <a:cubicBezTo>
                      <a:pt x="94" y="2777"/>
                      <a:pt x="83" y="2520"/>
                      <a:pt x="70" y="2262"/>
                    </a:cubicBezTo>
                    <a:cubicBezTo>
                      <a:pt x="61" y="2063"/>
                      <a:pt x="53" y="1864"/>
                      <a:pt x="47" y="1664"/>
                    </a:cubicBezTo>
                    <a:cubicBezTo>
                      <a:pt x="44" y="1569"/>
                      <a:pt x="40" y="1474"/>
                      <a:pt x="35" y="1379"/>
                    </a:cubicBezTo>
                    <a:cubicBezTo>
                      <a:pt x="0" y="551"/>
                      <a:pt x="0" y="551"/>
                      <a:pt x="214" y="271"/>
                    </a:cubicBezTo>
                    <a:cubicBezTo>
                      <a:pt x="568" y="0"/>
                      <a:pt x="1059" y="70"/>
                      <a:pt x="1481" y="80"/>
                    </a:cubicBezTo>
                    <a:close/>
                    <a:moveTo>
                      <a:pt x="691" y="329"/>
                    </a:moveTo>
                    <a:cubicBezTo>
                      <a:pt x="683" y="1413"/>
                      <a:pt x="683" y="1413"/>
                      <a:pt x="681" y="1874"/>
                    </a:cubicBezTo>
                    <a:cubicBezTo>
                      <a:pt x="680" y="2189"/>
                      <a:pt x="678" y="2505"/>
                      <a:pt x="675" y="2820"/>
                    </a:cubicBezTo>
                    <a:cubicBezTo>
                      <a:pt x="673" y="3074"/>
                      <a:pt x="672" y="3327"/>
                      <a:pt x="671" y="3581"/>
                    </a:cubicBezTo>
                    <a:cubicBezTo>
                      <a:pt x="671" y="3678"/>
                      <a:pt x="670" y="3775"/>
                      <a:pt x="669" y="3872"/>
                    </a:cubicBezTo>
                    <a:cubicBezTo>
                      <a:pt x="668" y="4008"/>
                      <a:pt x="668" y="4144"/>
                      <a:pt x="668" y="4279"/>
                    </a:cubicBezTo>
                    <a:cubicBezTo>
                      <a:pt x="667" y="4319"/>
                      <a:pt x="666" y="4360"/>
                      <a:pt x="665" y="4401"/>
                    </a:cubicBezTo>
                    <a:cubicBezTo>
                      <a:pt x="667" y="4582"/>
                      <a:pt x="675" y="4679"/>
                      <a:pt x="774" y="4834"/>
                    </a:cubicBezTo>
                    <a:cubicBezTo>
                      <a:pt x="944" y="4941"/>
                      <a:pt x="1070" y="4941"/>
                      <a:pt x="1268" y="4936"/>
                    </a:cubicBezTo>
                    <a:cubicBezTo>
                      <a:pt x="1305" y="4936"/>
                      <a:pt x="1342" y="4936"/>
                      <a:pt x="1380" y="4936"/>
                    </a:cubicBezTo>
                    <a:cubicBezTo>
                      <a:pt x="1500" y="4936"/>
                      <a:pt x="1620" y="4935"/>
                      <a:pt x="1740" y="4933"/>
                    </a:cubicBezTo>
                    <a:cubicBezTo>
                      <a:pt x="1814" y="4933"/>
                      <a:pt x="1889" y="4933"/>
                      <a:pt x="1963" y="4933"/>
                    </a:cubicBezTo>
                    <a:cubicBezTo>
                      <a:pt x="2238" y="4931"/>
                      <a:pt x="2513" y="4929"/>
                      <a:pt x="2788" y="4926"/>
                    </a:cubicBezTo>
                    <a:cubicBezTo>
                      <a:pt x="3402" y="4921"/>
                      <a:pt x="4016" y="4917"/>
                      <a:pt x="4650" y="4913"/>
                    </a:cubicBezTo>
                    <a:cubicBezTo>
                      <a:pt x="4650" y="3400"/>
                      <a:pt x="4650" y="1888"/>
                      <a:pt x="4650" y="329"/>
                    </a:cubicBezTo>
                    <a:cubicBezTo>
                      <a:pt x="3343" y="329"/>
                      <a:pt x="2037" y="329"/>
                      <a:pt x="691" y="329"/>
                    </a:cubicBezTo>
                    <a:close/>
                  </a:path>
                </a:pathLst>
              </a:custGeom>
              <a:solidFill>
                <a:srgbClr val="BEEAB3"/>
              </a:solidFill>
              <a:ln w="2646" cap="flat">
                <a:noFill/>
              </a:ln>
            </p:spPr>
          </p:sp>
          <p:sp>
            <p:nvSpPr>
              <p:cNvPr id="2668" name="ICON_C_HEATMAP_path_102"/>
              <p:cNvSpPr/>
              <p:nvPr/>
            </p:nvSpPr>
            <p:spPr>
              <a:xfrm>
                <a:off x="8543396" y="7521795"/>
                <a:ext cx="77094" cy="21775"/>
              </a:xfrm>
              <a:custGeom>
                <a:avLst/>
                <a:gdLst/>
                <a:ahLst/>
                <a:cxnLst/>
                <a:rect l="0" t="0" r="r" b="b"/>
                <a:pathLst>
                  <a:path w="6070" h="1715" fill="norm" stroke="0">
                    <a:moveTo>
                      <a:pt x="833" y="24"/>
                    </a:moveTo>
                    <a:cubicBezTo>
                      <a:pt x="833" y="162"/>
                      <a:pt x="833" y="299"/>
                      <a:pt x="833" y="441"/>
                    </a:cubicBezTo>
                    <a:cubicBezTo>
                      <a:pt x="886" y="440"/>
                      <a:pt x="939" y="439"/>
                      <a:pt x="994" y="438"/>
                    </a:cubicBezTo>
                    <a:cubicBezTo>
                      <a:pt x="1496" y="430"/>
                      <a:pt x="1999" y="424"/>
                      <a:pt x="2501" y="419"/>
                    </a:cubicBezTo>
                    <a:cubicBezTo>
                      <a:pt x="2760" y="417"/>
                      <a:pt x="3018" y="414"/>
                      <a:pt x="3276" y="410"/>
                    </a:cubicBezTo>
                    <a:cubicBezTo>
                      <a:pt x="3526" y="405"/>
                      <a:pt x="3776" y="402"/>
                      <a:pt x="4026" y="401"/>
                    </a:cubicBezTo>
                    <a:cubicBezTo>
                      <a:pt x="4121" y="401"/>
                      <a:pt x="4215" y="399"/>
                      <a:pt x="4310" y="397"/>
                    </a:cubicBezTo>
                    <a:cubicBezTo>
                      <a:pt x="4808" y="385"/>
                      <a:pt x="5234" y="411"/>
                      <a:pt x="5690" y="626"/>
                    </a:cubicBezTo>
                    <a:cubicBezTo>
                      <a:pt x="5726" y="642"/>
                      <a:pt x="5761" y="658"/>
                      <a:pt x="5798" y="675"/>
                    </a:cubicBezTo>
                    <a:cubicBezTo>
                      <a:pt x="5898" y="729"/>
                      <a:pt x="5969" y="771"/>
                      <a:pt x="6042" y="858"/>
                    </a:cubicBezTo>
                    <a:cubicBezTo>
                      <a:pt x="6070" y="1001"/>
                      <a:pt x="6063" y="1130"/>
                      <a:pt x="6042" y="1274"/>
                    </a:cubicBezTo>
                    <a:cubicBezTo>
                      <a:pt x="5409" y="1462"/>
                      <a:pt x="4804" y="1527"/>
                      <a:pt x="4146" y="1556"/>
                    </a:cubicBezTo>
                    <a:cubicBezTo>
                      <a:pt x="4046" y="1561"/>
                      <a:pt x="3946" y="1566"/>
                      <a:pt x="3846" y="1571"/>
                    </a:cubicBezTo>
                    <a:cubicBezTo>
                      <a:pt x="3638" y="1581"/>
                      <a:pt x="3430" y="1590"/>
                      <a:pt x="3222" y="1599"/>
                    </a:cubicBezTo>
                    <a:cubicBezTo>
                      <a:pt x="2983" y="1609"/>
                      <a:pt x="2744" y="1621"/>
                      <a:pt x="2505" y="1633"/>
                    </a:cubicBezTo>
                    <a:cubicBezTo>
                      <a:pt x="2273" y="1645"/>
                      <a:pt x="2040" y="1656"/>
                      <a:pt x="1808" y="1666"/>
                    </a:cubicBezTo>
                    <a:cubicBezTo>
                      <a:pt x="1710" y="1671"/>
                      <a:pt x="1612" y="1676"/>
                      <a:pt x="1514" y="1681"/>
                    </a:cubicBezTo>
                    <a:cubicBezTo>
                      <a:pt x="968" y="1709"/>
                      <a:pt x="504" y="1715"/>
                      <a:pt x="0" y="1483"/>
                    </a:cubicBezTo>
                    <a:cubicBezTo>
                      <a:pt x="25" y="1308"/>
                      <a:pt x="51" y="1134"/>
                      <a:pt x="77" y="960"/>
                    </a:cubicBezTo>
                    <a:cubicBezTo>
                      <a:pt x="86" y="901"/>
                      <a:pt x="95" y="842"/>
                      <a:pt x="104" y="782"/>
                    </a:cubicBezTo>
                    <a:cubicBezTo>
                      <a:pt x="116" y="697"/>
                      <a:pt x="129" y="612"/>
                      <a:pt x="143" y="526"/>
                    </a:cubicBezTo>
                    <a:cubicBezTo>
                      <a:pt x="146" y="500"/>
                      <a:pt x="149" y="474"/>
                      <a:pt x="153" y="447"/>
                    </a:cubicBezTo>
                    <a:cubicBezTo>
                      <a:pt x="221" y="40"/>
                      <a:pt x="469" y="0"/>
                      <a:pt x="833" y="24"/>
                    </a:cubicBezTo>
                    <a:close/>
                  </a:path>
                </a:pathLst>
              </a:custGeom>
              <a:solidFill>
                <a:srgbClr val="8BBAE0"/>
              </a:solidFill>
              <a:ln w="2646" cap="flat">
                <a:noFill/>
              </a:ln>
            </p:spPr>
          </p:sp>
          <p:sp>
            <p:nvSpPr>
              <p:cNvPr id="2669" name="ICON_C_HEATMAP_path_103"/>
              <p:cNvSpPr/>
              <p:nvPr/>
            </p:nvSpPr>
            <p:spPr>
              <a:xfrm>
                <a:off x="7714948" y="7254875"/>
                <a:ext cx="50572" cy="235479"/>
              </a:xfrm>
              <a:custGeom>
                <a:avLst/>
                <a:gdLst/>
                <a:ahLst/>
                <a:cxnLst/>
                <a:rect l="0" t="0" r="r" b="b"/>
                <a:pathLst>
                  <a:path w="3982" h="18542" fill="norm" stroke="0">
                    <a:moveTo>
                      <a:pt x="3565" y="0"/>
                    </a:moveTo>
                    <a:cubicBezTo>
                      <a:pt x="3703" y="0"/>
                      <a:pt x="3840" y="0"/>
                      <a:pt x="3982" y="0"/>
                    </a:cubicBezTo>
                    <a:cubicBezTo>
                      <a:pt x="3913" y="206"/>
                      <a:pt x="3845" y="413"/>
                      <a:pt x="3774" y="625"/>
                    </a:cubicBezTo>
                    <a:cubicBezTo>
                      <a:pt x="2811" y="694"/>
                      <a:pt x="1849" y="763"/>
                      <a:pt x="857" y="833"/>
                    </a:cubicBezTo>
                    <a:cubicBezTo>
                      <a:pt x="788" y="6677"/>
                      <a:pt x="720" y="12521"/>
                      <a:pt x="649" y="18542"/>
                    </a:cubicBezTo>
                    <a:cubicBezTo>
                      <a:pt x="580" y="18542"/>
                      <a:pt x="511" y="18542"/>
                      <a:pt x="440" y="18542"/>
                    </a:cubicBezTo>
                    <a:cubicBezTo>
                      <a:pt x="440" y="18519"/>
                      <a:pt x="439" y="18497"/>
                      <a:pt x="438" y="18474"/>
                    </a:cubicBezTo>
                    <a:cubicBezTo>
                      <a:pt x="416" y="17930"/>
                      <a:pt x="394" y="17385"/>
                      <a:pt x="370" y="16841"/>
                    </a:cubicBezTo>
                    <a:cubicBezTo>
                      <a:pt x="358" y="16578"/>
                      <a:pt x="347" y="16315"/>
                      <a:pt x="337" y="16052"/>
                    </a:cubicBezTo>
                    <a:cubicBezTo>
                      <a:pt x="327" y="15798"/>
                      <a:pt x="316" y="15544"/>
                      <a:pt x="304" y="15290"/>
                    </a:cubicBezTo>
                    <a:cubicBezTo>
                      <a:pt x="300" y="15193"/>
                      <a:pt x="296" y="15096"/>
                      <a:pt x="293" y="14999"/>
                    </a:cubicBezTo>
                    <a:cubicBezTo>
                      <a:pt x="288" y="14863"/>
                      <a:pt x="281" y="14727"/>
                      <a:pt x="275" y="14592"/>
                    </a:cubicBezTo>
                    <a:cubicBezTo>
                      <a:pt x="274" y="14552"/>
                      <a:pt x="273" y="14512"/>
                      <a:pt x="271" y="14470"/>
                    </a:cubicBezTo>
                    <a:cubicBezTo>
                      <a:pt x="255" y="14167"/>
                      <a:pt x="255" y="14167"/>
                      <a:pt x="127" y="14043"/>
                    </a:cubicBezTo>
                    <a:cubicBezTo>
                      <a:pt x="110" y="14029"/>
                      <a:pt x="110" y="14029"/>
                      <a:pt x="24" y="13958"/>
                    </a:cubicBezTo>
                    <a:cubicBezTo>
                      <a:pt x="0" y="13839"/>
                      <a:pt x="0" y="13839"/>
                      <a:pt x="3" y="13710"/>
                    </a:cubicBezTo>
                    <a:cubicBezTo>
                      <a:pt x="4" y="13664"/>
                      <a:pt x="5" y="13617"/>
                      <a:pt x="5" y="13570"/>
                    </a:cubicBezTo>
                    <a:cubicBezTo>
                      <a:pt x="7" y="13522"/>
                      <a:pt x="9" y="13474"/>
                      <a:pt x="11" y="13425"/>
                    </a:cubicBezTo>
                    <a:cubicBezTo>
                      <a:pt x="12" y="13376"/>
                      <a:pt x="13" y="13327"/>
                      <a:pt x="14" y="13277"/>
                    </a:cubicBezTo>
                    <a:cubicBezTo>
                      <a:pt x="16" y="13157"/>
                      <a:pt x="19" y="13037"/>
                      <a:pt x="24" y="12917"/>
                    </a:cubicBezTo>
                    <a:cubicBezTo>
                      <a:pt x="161" y="12917"/>
                      <a:pt x="299" y="12917"/>
                      <a:pt x="440" y="12917"/>
                    </a:cubicBezTo>
                    <a:cubicBezTo>
                      <a:pt x="438" y="12862"/>
                      <a:pt x="435" y="12808"/>
                      <a:pt x="433" y="12753"/>
                    </a:cubicBezTo>
                    <a:cubicBezTo>
                      <a:pt x="313" y="10253"/>
                      <a:pt x="210" y="7754"/>
                      <a:pt x="206" y="5250"/>
                    </a:cubicBezTo>
                    <a:cubicBezTo>
                      <a:pt x="206" y="5069"/>
                      <a:pt x="205" y="4887"/>
                      <a:pt x="204" y="4706"/>
                    </a:cubicBezTo>
                    <a:cubicBezTo>
                      <a:pt x="199" y="3644"/>
                      <a:pt x="225" y="2592"/>
                      <a:pt x="325" y="1536"/>
                    </a:cubicBezTo>
                    <a:cubicBezTo>
                      <a:pt x="327" y="1513"/>
                      <a:pt x="327" y="1513"/>
                      <a:pt x="337" y="1399"/>
                    </a:cubicBezTo>
                    <a:cubicBezTo>
                      <a:pt x="349" y="1273"/>
                      <a:pt x="362" y="1146"/>
                      <a:pt x="375" y="1020"/>
                    </a:cubicBezTo>
                    <a:cubicBezTo>
                      <a:pt x="379" y="983"/>
                      <a:pt x="382" y="946"/>
                      <a:pt x="386" y="908"/>
                    </a:cubicBezTo>
                    <a:cubicBezTo>
                      <a:pt x="406" y="736"/>
                      <a:pt x="429" y="641"/>
                      <a:pt x="530" y="498"/>
                    </a:cubicBezTo>
                    <a:cubicBezTo>
                      <a:pt x="678" y="396"/>
                      <a:pt x="762" y="391"/>
                      <a:pt x="940" y="393"/>
                    </a:cubicBezTo>
                    <a:cubicBezTo>
                      <a:pt x="969" y="393"/>
                      <a:pt x="997" y="393"/>
                      <a:pt x="1026" y="393"/>
                    </a:cubicBezTo>
                    <a:cubicBezTo>
                      <a:pt x="1120" y="393"/>
                      <a:pt x="1214" y="395"/>
                      <a:pt x="1307" y="396"/>
                    </a:cubicBezTo>
                    <a:cubicBezTo>
                      <a:pt x="1372" y="397"/>
                      <a:pt x="1437" y="397"/>
                      <a:pt x="1503" y="397"/>
                    </a:cubicBezTo>
                    <a:cubicBezTo>
                      <a:pt x="1673" y="398"/>
                      <a:pt x="1844" y="400"/>
                      <a:pt x="2015" y="402"/>
                    </a:cubicBezTo>
                    <a:cubicBezTo>
                      <a:pt x="2190" y="405"/>
                      <a:pt x="2364" y="405"/>
                      <a:pt x="2539" y="406"/>
                    </a:cubicBezTo>
                    <a:cubicBezTo>
                      <a:pt x="2881" y="409"/>
                      <a:pt x="3223" y="412"/>
                      <a:pt x="3565" y="417"/>
                    </a:cubicBezTo>
                    <a:cubicBezTo>
                      <a:pt x="3565" y="279"/>
                      <a:pt x="3565" y="142"/>
                      <a:pt x="3565" y="0"/>
                    </a:cubicBezTo>
                    <a:close/>
                  </a:path>
                </a:pathLst>
              </a:custGeom>
              <a:solidFill>
                <a:srgbClr val="9CADAE"/>
              </a:solidFill>
              <a:ln w="2646" cap="flat">
                <a:noFill/>
              </a:ln>
            </p:spPr>
          </p:sp>
          <p:sp>
            <p:nvSpPr>
              <p:cNvPr id="2670" name="ICON_C_HEATMAP_path_104"/>
              <p:cNvSpPr/>
              <p:nvPr/>
            </p:nvSpPr>
            <p:spPr>
              <a:xfrm>
                <a:off x="8210020" y="7677483"/>
                <a:ext cx="76729" cy="15444"/>
              </a:xfrm>
              <a:custGeom>
                <a:avLst/>
                <a:gdLst/>
                <a:ahLst/>
                <a:cxnLst/>
                <a:rect l="0" t="0" r="r" b="b"/>
                <a:pathLst>
                  <a:path w="6042" h="1216" fill="norm" stroke="0">
                    <a:moveTo>
                      <a:pt x="3590" y="42"/>
                    </a:moveTo>
                    <a:cubicBezTo>
                      <a:pt x="3858" y="44"/>
                      <a:pt x="4126" y="46"/>
                      <a:pt x="4394" y="47"/>
                    </a:cubicBezTo>
                    <a:cubicBezTo>
                      <a:pt x="4943" y="49"/>
                      <a:pt x="5492" y="52"/>
                      <a:pt x="6042" y="57"/>
                    </a:cubicBezTo>
                    <a:cubicBezTo>
                      <a:pt x="5999" y="80"/>
                      <a:pt x="5956" y="103"/>
                      <a:pt x="5912" y="126"/>
                    </a:cubicBezTo>
                    <a:cubicBezTo>
                      <a:pt x="5448" y="394"/>
                      <a:pt x="5448" y="394"/>
                      <a:pt x="5385" y="554"/>
                    </a:cubicBezTo>
                    <a:cubicBezTo>
                      <a:pt x="5370" y="639"/>
                      <a:pt x="5357" y="723"/>
                      <a:pt x="5346" y="809"/>
                    </a:cubicBezTo>
                    <a:cubicBezTo>
                      <a:pt x="5322" y="928"/>
                      <a:pt x="5296" y="1013"/>
                      <a:pt x="5208" y="1099"/>
                    </a:cubicBezTo>
                    <a:cubicBezTo>
                      <a:pt x="4873" y="1216"/>
                      <a:pt x="4486" y="1173"/>
                      <a:pt x="4136" y="1162"/>
                    </a:cubicBezTo>
                    <a:cubicBezTo>
                      <a:pt x="3990" y="1158"/>
                      <a:pt x="3845" y="1158"/>
                      <a:pt x="3699" y="1157"/>
                    </a:cubicBezTo>
                    <a:cubicBezTo>
                      <a:pt x="3424" y="1155"/>
                      <a:pt x="3149" y="1150"/>
                      <a:pt x="2874" y="1144"/>
                    </a:cubicBezTo>
                    <a:cubicBezTo>
                      <a:pt x="2560" y="1137"/>
                      <a:pt x="2247" y="1133"/>
                      <a:pt x="1934" y="1130"/>
                    </a:cubicBezTo>
                    <a:cubicBezTo>
                      <a:pt x="1289" y="1124"/>
                      <a:pt x="645" y="1113"/>
                      <a:pt x="0" y="1099"/>
                    </a:cubicBezTo>
                    <a:cubicBezTo>
                      <a:pt x="115" y="351"/>
                      <a:pt x="115" y="351"/>
                      <a:pt x="305" y="177"/>
                    </a:cubicBezTo>
                    <a:cubicBezTo>
                      <a:pt x="439" y="132"/>
                      <a:pt x="557" y="118"/>
                      <a:pt x="698" y="110"/>
                    </a:cubicBezTo>
                    <a:cubicBezTo>
                      <a:pt x="752" y="104"/>
                      <a:pt x="806" y="98"/>
                      <a:pt x="860" y="92"/>
                    </a:cubicBezTo>
                    <a:cubicBezTo>
                      <a:pt x="1762" y="0"/>
                      <a:pt x="2684" y="34"/>
                      <a:pt x="3590" y="42"/>
                    </a:cubicBezTo>
                    <a:close/>
                  </a:path>
                </a:pathLst>
              </a:custGeom>
              <a:solidFill>
                <a:srgbClr val="FBFAFC"/>
              </a:solidFill>
              <a:ln w="2646" cap="flat">
                <a:noFill/>
              </a:ln>
            </p:spPr>
          </p:sp>
          <p:sp>
            <p:nvSpPr>
              <p:cNvPr id="2671" name="ICON_C_HEATMAP_path_105"/>
              <p:cNvSpPr/>
              <p:nvPr/>
            </p:nvSpPr>
            <p:spPr>
              <a:xfrm>
                <a:off x="8157104" y="7601479"/>
                <a:ext cx="84667" cy="71438"/>
              </a:xfrm>
              <a:custGeom>
                <a:avLst/>
                <a:gdLst/>
                <a:ahLst/>
                <a:cxnLst/>
                <a:rect l="0" t="0" r="r" b="b"/>
                <a:pathLst>
                  <a:path w="6667" h="5625" fill="norm" stroke="0">
                    <a:moveTo>
                      <a:pt x="6458" y="0"/>
                    </a:moveTo>
                    <a:cubicBezTo>
                      <a:pt x="6527" y="1856"/>
                      <a:pt x="6596" y="3712"/>
                      <a:pt x="6667" y="5625"/>
                    </a:cubicBezTo>
                    <a:cubicBezTo>
                      <a:pt x="4467" y="5625"/>
                      <a:pt x="2267" y="5625"/>
                      <a:pt x="0" y="5625"/>
                    </a:cubicBezTo>
                    <a:cubicBezTo>
                      <a:pt x="208" y="5208"/>
                      <a:pt x="208" y="5208"/>
                      <a:pt x="318" y="5154"/>
                    </a:cubicBezTo>
                    <a:cubicBezTo>
                      <a:pt x="358" y="5154"/>
                      <a:pt x="397" y="5153"/>
                      <a:pt x="438" y="5152"/>
                    </a:cubicBezTo>
                    <a:cubicBezTo>
                      <a:pt x="483" y="5150"/>
                      <a:pt x="529" y="5148"/>
                      <a:pt x="576" y="5146"/>
                    </a:cubicBezTo>
                    <a:cubicBezTo>
                      <a:pt x="625" y="5145"/>
                      <a:pt x="675" y="5145"/>
                      <a:pt x="726" y="5145"/>
                    </a:cubicBezTo>
                    <a:cubicBezTo>
                      <a:pt x="779" y="5144"/>
                      <a:pt x="832" y="5142"/>
                      <a:pt x="885" y="5140"/>
                    </a:cubicBezTo>
                    <a:cubicBezTo>
                      <a:pt x="999" y="5136"/>
                      <a:pt x="1113" y="5134"/>
                      <a:pt x="1227" y="5132"/>
                    </a:cubicBezTo>
                    <a:cubicBezTo>
                      <a:pt x="1408" y="5130"/>
                      <a:pt x="1588" y="5124"/>
                      <a:pt x="1768" y="5119"/>
                    </a:cubicBezTo>
                    <a:cubicBezTo>
                      <a:pt x="2054" y="5110"/>
                      <a:pt x="2339" y="5103"/>
                      <a:pt x="2624" y="5097"/>
                    </a:cubicBezTo>
                    <a:cubicBezTo>
                      <a:pt x="3135" y="5087"/>
                      <a:pt x="3646" y="5074"/>
                      <a:pt x="4157" y="5059"/>
                    </a:cubicBezTo>
                    <a:cubicBezTo>
                      <a:pt x="4336" y="5054"/>
                      <a:pt x="4515" y="5049"/>
                      <a:pt x="4694" y="5046"/>
                    </a:cubicBezTo>
                    <a:cubicBezTo>
                      <a:pt x="4806" y="5044"/>
                      <a:pt x="4917" y="5041"/>
                      <a:pt x="5029" y="5038"/>
                    </a:cubicBezTo>
                    <a:cubicBezTo>
                      <a:pt x="5105" y="5036"/>
                      <a:pt x="5181" y="5035"/>
                      <a:pt x="5258" y="5035"/>
                    </a:cubicBezTo>
                    <a:cubicBezTo>
                      <a:pt x="5455" y="5028"/>
                      <a:pt x="5587" y="5022"/>
                      <a:pt x="5759" y="4921"/>
                    </a:cubicBezTo>
                    <a:cubicBezTo>
                      <a:pt x="5867" y="4732"/>
                      <a:pt x="5868" y="4565"/>
                      <a:pt x="5873" y="4351"/>
                    </a:cubicBezTo>
                    <a:cubicBezTo>
                      <a:pt x="5874" y="4328"/>
                      <a:pt x="5874" y="4328"/>
                      <a:pt x="5878" y="4216"/>
                    </a:cubicBezTo>
                    <a:cubicBezTo>
                      <a:pt x="5882" y="4120"/>
                      <a:pt x="5885" y="4024"/>
                      <a:pt x="5888" y="3927"/>
                    </a:cubicBezTo>
                    <a:cubicBezTo>
                      <a:pt x="5892" y="3775"/>
                      <a:pt x="5898" y="3622"/>
                      <a:pt x="5904" y="3470"/>
                    </a:cubicBezTo>
                    <a:cubicBezTo>
                      <a:pt x="5916" y="3147"/>
                      <a:pt x="5927" y="2823"/>
                      <a:pt x="5938" y="2500"/>
                    </a:cubicBezTo>
                    <a:cubicBezTo>
                      <a:pt x="5950" y="2125"/>
                      <a:pt x="5963" y="1750"/>
                      <a:pt x="5978" y="1376"/>
                    </a:cubicBezTo>
                    <a:cubicBezTo>
                      <a:pt x="5983" y="1226"/>
                      <a:pt x="5987" y="1076"/>
                      <a:pt x="5992" y="925"/>
                    </a:cubicBezTo>
                    <a:cubicBezTo>
                      <a:pt x="5995" y="833"/>
                      <a:pt x="5999" y="741"/>
                      <a:pt x="6002" y="649"/>
                    </a:cubicBezTo>
                    <a:cubicBezTo>
                      <a:pt x="6003" y="608"/>
                      <a:pt x="6004" y="566"/>
                      <a:pt x="6005" y="523"/>
                    </a:cubicBezTo>
                    <a:cubicBezTo>
                      <a:pt x="6019" y="207"/>
                      <a:pt x="6019" y="207"/>
                      <a:pt x="6135" y="77"/>
                    </a:cubicBezTo>
                    <a:cubicBezTo>
                      <a:pt x="6250" y="0"/>
                      <a:pt x="6250" y="0"/>
                      <a:pt x="6458" y="0"/>
                    </a:cubicBezTo>
                    <a:close/>
                  </a:path>
                </a:pathLst>
              </a:custGeom>
              <a:solidFill>
                <a:srgbClr val="9BBFD0"/>
              </a:solidFill>
              <a:ln w="2646" cap="flat">
                <a:noFill/>
              </a:ln>
            </p:spPr>
          </p:sp>
          <p:sp>
            <p:nvSpPr>
              <p:cNvPr id="2672" name="ICON_C_HEATMAP_path_106"/>
              <p:cNvSpPr/>
              <p:nvPr/>
            </p:nvSpPr>
            <p:spPr>
              <a:xfrm>
                <a:off x="8128000" y="7678208"/>
                <a:ext cx="60854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4792" h="1042" fill="norm" stroke="0">
                    <a:moveTo>
                      <a:pt x="0" y="0"/>
                    </a:moveTo>
                    <a:cubicBezTo>
                      <a:pt x="1581" y="0"/>
                      <a:pt x="3163" y="0"/>
                      <a:pt x="4792" y="0"/>
                    </a:cubicBezTo>
                    <a:cubicBezTo>
                      <a:pt x="4792" y="344"/>
                      <a:pt x="4792" y="688"/>
                      <a:pt x="4792" y="1042"/>
                    </a:cubicBezTo>
                    <a:cubicBezTo>
                      <a:pt x="3279" y="1042"/>
                      <a:pt x="1767" y="1042"/>
                      <a:pt x="208" y="1042"/>
                    </a:cubicBezTo>
                    <a:cubicBezTo>
                      <a:pt x="140" y="698"/>
                      <a:pt x="71" y="354"/>
                      <a:pt x="0" y="0"/>
                    </a:cubicBezTo>
                    <a:close/>
                  </a:path>
                </a:pathLst>
              </a:custGeom>
              <a:solidFill>
                <a:srgbClr val="F8F6F9"/>
              </a:solidFill>
              <a:ln w="2646" cap="flat">
                <a:noFill/>
              </a:ln>
            </p:spPr>
          </p:sp>
          <p:sp>
            <p:nvSpPr>
              <p:cNvPr id="2673" name="ICON_C_HEATMAP_path_107"/>
              <p:cNvSpPr/>
              <p:nvPr/>
            </p:nvSpPr>
            <p:spPr>
              <a:xfrm>
                <a:off x="7715250" y="7646458"/>
                <a:ext cx="52917" cy="44979"/>
              </a:xfrm>
              <a:custGeom>
                <a:avLst/>
                <a:gdLst/>
                <a:ahLst/>
                <a:cxnLst/>
                <a:rect l="0" t="0" r="r" b="b"/>
                <a:pathLst>
                  <a:path w="4167" h="3542" fill="norm" stroke="0">
                    <a:moveTo>
                      <a:pt x="0" y="0"/>
                    </a:moveTo>
                    <a:cubicBezTo>
                      <a:pt x="69" y="0"/>
                      <a:pt x="138" y="0"/>
                      <a:pt x="208" y="0"/>
                    </a:cubicBezTo>
                    <a:cubicBezTo>
                      <a:pt x="277" y="756"/>
                      <a:pt x="346" y="1513"/>
                      <a:pt x="417" y="2292"/>
                    </a:cubicBezTo>
                    <a:cubicBezTo>
                      <a:pt x="1654" y="2360"/>
                      <a:pt x="2892" y="2429"/>
                      <a:pt x="4167" y="2500"/>
                    </a:cubicBezTo>
                    <a:cubicBezTo>
                      <a:pt x="4167" y="2844"/>
                      <a:pt x="4167" y="3188"/>
                      <a:pt x="4167" y="3542"/>
                    </a:cubicBezTo>
                    <a:cubicBezTo>
                      <a:pt x="2792" y="3542"/>
                      <a:pt x="1417" y="3542"/>
                      <a:pt x="0" y="3542"/>
                    </a:cubicBezTo>
                    <a:cubicBezTo>
                      <a:pt x="0" y="2373"/>
                      <a:pt x="0" y="1204"/>
                      <a:pt x="0" y="0"/>
                    </a:cubicBezTo>
                    <a:close/>
                  </a:path>
                </a:pathLst>
              </a:custGeom>
              <a:solidFill>
                <a:srgbClr val="F9F9FB"/>
              </a:solidFill>
              <a:ln w="2646" cap="flat">
                <a:noFill/>
              </a:ln>
            </p:spPr>
          </p:sp>
          <p:sp>
            <p:nvSpPr>
              <p:cNvPr id="2674" name="ICON_C_HEATMAP_path_108"/>
              <p:cNvSpPr/>
              <p:nvPr/>
            </p:nvSpPr>
            <p:spPr>
              <a:xfrm>
                <a:off x="8474604" y="7543271"/>
                <a:ext cx="69120" cy="60854"/>
              </a:xfrm>
              <a:custGeom>
                <a:avLst/>
                <a:gdLst/>
                <a:ahLst/>
                <a:cxnLst/>
                <a:rect l="0" t="0" r="r" b="b"/>
                <a:pathLst>
                  <a:path w="5442" h="4792" fill="norm" stroke="0">
                    <a:moveTo>
                      <a:pt x="5208" y="0"/>
                    </a:moveTo>
                    <a:cubicBezTo>
                      <a:pt x="5277" y="0"/>
                      <a:pt x="5346" y="0"/>
                      <a:pt x="5417" y="0"/>
                    </a:cubicBezTo>
                    <a:cubicBezTo>
                      <a:pt x="5421" y="502"/>
                      <a:pt x="5425" y="1003"/>
                      <a:pt x="5428" y="1505"/>
                    </a:cubicBezTo>
                    <a:cubicBezTo>
                      <a:pt x="5429" y="1738"/>
                      <a:pt x="5430" y="1971"/>
                      <a:pt x="5432" y="2204"/>
                    </a:cubicBezTo>
                    <a:cubicBezTo>
                      <a:pt x="5435" y="2430"/>
                      <a:pt x="5436" y="2655"/>
                      <a:pt x="5436" y="2881"/>
                    </a:cubicBezTo>
                    <a:cubicBezTo>
                      <a:pt x="5437" y="2966"/>
                      <a:pt x="5438" y="3052"/>
                      <a:pt x="5439" y="3137"/>
                    </a:cubicBezTo>
                    <a:cubicBezTo>
                      <a:pt x="5440" y="3258"/>
                      <a:pt x="5440" y="3379"/>
                      <a:pt x="5440" y="3500"/>
                    </a:cubicBezTo>
                    <a:cubicBezTo>
                      <a:pt x="5441" y="3534"/>
                      <a:pt x="5442" y="3568"/>
                      <a:pt x="5442" y="3604"/>
                    </a:cubicBezTo>
                    <a:cubicBezTo>
                      <a:pt x="5439" y="4028"/>
                      <a:pt x="5317" y="4356"/>
                      <a:pt x="5208" y="4792"/>
                    </a:cubicBezTo>
                    <a:cubicBezTo>
                      <a:pt x="3490" y="4792"/>
                      <a:pt x="1771" y="4792"/>
                      <a:pt x="0" y="4792"/>
                    </a:cubicBezTo>
                    <a:cubicBezTo>
                      <a:pt x="0" y="4585"/>
                      <a:pt x="0" y="4379"/>
                      <a:pt x="0" y="4167"/>
                    </a:cubicBezTo>
                    <a:cubicBezTo>
                      <a:pt x="825" y="4098"/>
                      <a:pt x="825" y="4098"/>
                      <a:pt x="5000" y="3750"/>
                    </a:cubicBezTo>
                    <a:cubicBezTo>
                      <a:pt x="5069" y="2513"/>
                      <a:pt x="5138" y="1275"/>
                      <a:pt x="5208" y="0"/>
                    </a:cubicBezTo>
                    <a:close/>
                  </a:path>
                </a:pathLst>
              </a:custGeom>
              <a:solidFill>
                <a:srgbClr val="8371B8"/>
              </a:solidFill>
              <a:ln w="2646" cap="flat">
                <a:noFill/>
              </a:ln>
            </p:spPr>
          </p:sp>
          <p:sp>
            <p:nvSpPr>
              <p:cNvPr id="2675" name="ICON_C_HEATMAP_path_109"/>
              <p:cNvSpPr/>
              <p:nvPr/>
            </p:nvSpPr>
            <p:spPr>
              <a:xfrm>
                <a:off x="8235154" y="7466542"/>
                <a:ext cx="48951" cy="77086"/>
              </a:xfrm>
              <a:custGeom>
                <a:avLst/>
                <a:gdLst/>
                <a:ahLst/>
                <a:cxnLst/>
                <a:rect l="0" t="0" r="r" b="b"/>
                <a:pathLst>
                  <a:path w="3854" h="6070" fill="norm" stroke="0">
                    <a:moveTo>
                      <a:pt x="104" y="0"/>
                    </a:moveTo>
                    <a:cubicBezTo>
                      <a:pt x="173" y="0"/>
                      <a:pt x="242" y="0"/>
                      <a:pt x="313" y="0"/>
                    </a:cubicBezTo>
                    <a:cubicBezTo>
                      <a:pt x="381" y="1650"/>
                      <a:pt x="450" y="3300"/>
                      <a:pt x="521" y="5000"/>
                    </a:cubicBezTo>
                    <a:cubicBezTo>
                      <a:pt x="727" y="4862"/>
                      <a:pt x="934" y="4725"/>
                      <a:pt x="1146" y="4583"/>
                    </a:cubicBezTo>
                    <a:cubicBezTo>
                      <a:pt x="1505" y="4552"/>
                      <a:pt x="1505" y="4552"/>
                      <a:pt x="1630" y="4568"/>
                    </a:cubicBezTo>
                    <a:cubicBezTo>
                      <a:pt x="1658" y="4571"/>
                      <a:pt x="1685" y="4574"/>
                      <a:pt x="1714" y="4578"/>
                    </a:cubicBezTo>
                    <a:cubicBezTo>
                      <a:pt x="1742" y="4581"/>
                      <a:pt x="1770" y="4585"/>
                      <a:pt x="1800" y="4588"/>
                    </a:cubicBezTo>
                    <a:cubicBezTo>
                      <a:pt x="1859" y="4594"/>
                      <a:pt x="1919" y="4599"/>
                      <a:pt x="1979" y="4604"/>
                    </a:cubicBezTo>
                    <a:cubicBezTo>
                      <a:pt x="2134" y="4618"/>
                      <a:pt x="2289" y="4634"/>
                      <a:pt x="2444" y="4651"/>
                    </a:cubicBezTo>
                    <a:cubicBezTo>
                      <a:pt x="2604" y="4668"/>
                      <a:pt x="2763" y="4683"/>
                      <a:pt x="2922" y="4697"/>
                    </a:cubicBezTo>
                    <a:cubicBezTo>
                      <a:pt x="3233" y="4726"/>
                      <a:pt x="3544" y="4758"/>
                      <a:pt x="3854" y="4792"/>
                    </a:cubicBezTo>
                    <a:cubicBezTo>
                      <a:pt x="3854" y="5135"/>
                      <a:pt x="3854" y="5479"/>
                      <a:pt x="3854" y="5833"/>
                    </a:cubicBezTo>
                    <a:cubicBezTo>
                      <a:pt x="3161" y="6056"/>
                      <a:pt x="2530" y="6070"/>
                      <a:pt x="1812" y="6026"/>
                    </a:cubicBezTo>
                    <a:cubicBezTo>
                      <a:pt x="1657" y="6016"/>
                      <a:pt x="1502" y="6013"/>
                      <a:pt x="1346" y="6011"/>
                    </a:cubicBezTo>
                    <a:cubicBezTo>
                      <a:pt x="1225" y="6009"/>
                      <a:pt x="1104" y="6001"/>
                      <a:pt x="983" y="5993"/>
                    </a:cubicBezTo>
                    <a:cubicBezTo>
                      <a:pt x="926" y="5990"/>
                      <a:pt x="868" y="5988"/>
                      <a:pt x="811" y="5988"/>
                    </a:cubicBezTo>
                    <a:cubicBezTo>
                      <a:pt x="611" y="5989"/>
                      <a:pt x="472" y="5966"/>
                      <a:pt x="313" y="5833"/>
                    </a:cubicBezTo>
                    <a:cubicBezTo>
                      <a:pt x="0" y="5195"/>
                      <a:pt x="76" y="4333"/>
                      <a:pt x="84" y="3642"/>
                    </a:cubicBezTo>
                    <a:cubicBezTo>
                      <a:pt x="85" y="3536"/>
                      <a:pt x="85" y="3430"/>
                      <a:pt x="85" y="3324"/>
                    </a:cubicBezTo>
                    <a:cubicBezTo>
                      <a:pt x="86" y="3077"/>
                      <a:pt x="87" y="2830"/>
                      <a:pt x="89" y="2582"/>
                    </a:cubicBezTo>
                    <a:cubicBezTo>
                      <a:pt x="92" y="2300"/>
                      <a:pt x="93" y="2018"/>
                      <a:pt x="94" y="1736"/>
                    </a:cubicBezTo>
                    <a:cubicBezTo>
                      <a:pt x="96" y="1157"/>
                      <a:pt x="100" y="579"/>
                      <a:pt x="104" y="0"/>
                    </a:cubicBezTo>
                    <a:close/>
                  </a:path>
                </a:pathLst>
              </a:custGeom>
              <a:solidFill>
                <a:srgbClr val="80A1DA"/>
              </a:solidFill>
              <a:ln w="2646" cap="flat">
                <a:noFill/>
              </a:ln>
            </p:spPr>
          </p:sp>
          <p:sp>
            <p:nvSpPr>
              <p:cNvPr id="2676" name="ICON_C_HEATMAP_path_110"/>
              <p:cNvSpPr/>
              <p:nvPr/>
            </p:nvSpPr>
            <p:spPr>
              <a:xfrm>
                <a:off x="8088312" y="7326312"/>
                <a:ext cx="68792" cy="134938"/>
              </a:xfrm>
              <a:custGeom>
                <a:avLst/>
                <a:gdLst/>
                <a:ahLst/>
                <a:cxnLst/>
                <a:rect l="0" t="0" r="r" b="b"/>
                <a:pathLst>
                  <a:path w="5417" h="10625" fill="norm" stroke="0">
                    <a:moveTo>
                      <a:pt x="0" y="0"/>
                    </a:moveTo>
                    <a:cubicBezTo>
                      <a:pt x="1788" y="0"/>
                      <a:pt x="3575" y="0"/>
                      <a:pt x="5417" y="0"/>
                    </a:cubicBezTo>
                    <a:cubicBezTo>
                      <a:pt x="5417" y="1581"/>
                      <a:pt x="5417" y="3163"/>
                      <a:pt x="5417" y="4792"/>
                    </a:cubicBezTo>
                    <a:cubicBezTo>
                      <a:pt x="5348" y="4792"/>
                      <a:pt x="5279" y="4792"/>
                      <a:pt x="5208" y="4792"/>
                    </a:cubicBezTo>
                    <a:cubicBezTo>
                      <a:pt x="5208" y="3279"/>
                      <a:pt x="5208" y="1767"/>
                      <a:pt x="5208" y="208"/>
                    </a:cubicBezTo>
                    <a:cubicBezTo>
                      <a:pt x="4456" y="238"/>
                      <a:pt x="3704" y="269"/>
                      <a:pt x="2930" y="300"/>
                    </a:cubicBezTo>
                    <a:cubicBezTo>
                      <a:pt x="2692" y="309"/>
                      <a:pt x="2455" y="317"/>
                      <a:pt x="2210" y="327"/>
                    </a:cubicBezTo>
                    <a:cubicBezTo>
                      <a:pt x="1920" y="339"/>
                      <a:pt x="1920" y="339"/>
                      <a:pt x="1785" y="345"/>
                    </a:cubicBezTo>
                    <a:cubicBezTo>
                      <a:pt x="1690" y="349"/>
                      <a:pt x="1595" y="352"/>
                      <a:pt x="1500" y="356"/>
                    </a:cubicBezTo>
                    <a:cubicBezTo>
                      <a:pt x="1356" y="361"/>
                      <a:pt x="1213" y="367"/>
                      <a:pt x="1069" y="374"/>
                    </a:cubicBezTo>
                    <a:cubicBezTo>
                      <a:pt x="1027" y="375"/>
                      <a:pt x="985" y="376"/>
                      <a:pt x="941" y="378"/>
                    </a:cubicBezTo>
                    <a:cubicBezTo>
                      <a:pt x="922" y="379"/>
                      <a:pt x="922" y="379"/>
                      <a:pt x="824" y="384"/>
                    </a:cubicBezTo>
                    <a:cubicBezTo>
                      <a:pt x="807" y="384"/>
                      <a:pt x="807" y="384"/>
                      <a:pt x="722" y="388"/>
                    </a:cubicBezTo>
                    <a:cubicBezTo>
                      <a:pt x="580" y="430"/>
                      <a:pt x="492" y="500"/>
                      <a:pt x="417" y="625"/>
                    </a:cubicBezTo>
                    <a:cubicBezTo>
                      <a:pt x="385" y="757"/>
                      <a:pt x="384" y="886"/>
                      <a:pt x="384" y="1022"/>
                    </a:cubicBezTo>
                    <a:cubicBezTo>
                      <a:pt x="383" y="1062"/>
                      <a:pt x="382" y="1102"/>
                      <a:pt x="381" y="1144"/>
                    </a:cubicBezTo>
                    <a:cubicBezTo>
                      <a:pt x="377" y="1278"/>
                      <a:pt x="376" y="1413"/>
                      <a:pt x="374" y="1548"/>
                    </a:cubicBezTo>
                    <a:cubicBezTo>
                      <a:pt x="372" y="1644"/>
                      <a:pt x="370" y="1740"/>
                      <a:pt x="368" y="1837"/>
                    </a:cubicBezTo>
                    <a:cubicBezTo>
                      <a:pt x="363" y="2045"/>
                      <a:pt x="359" y="2253"/>
                      <a:pt x="356" y="2460"/>
                    </a:cubicBezTo>
                    <a:cubicBezTo>
                      <a:pt x="351" y="2761"/>
                      <a:pt x="345" y="3061"/>
                      <a:pt x="339" y="3362"/>
                    </a:cubicBezTo>
                    <a:cubicBezTo>
                      <a:pt x="329" y="3849"/>
                      <a:pt x="320" y="4337"/>
                      <a:pt x="312" y="4824"/>
                    </a:cubicBezTo>
                    <a:cubicBezTo>
                      <a:pt x="304" y="5298"/>
                      <a:pt x="295" y="5771"/>
                      <a:pt x="286" y="6245"/>
                    </a:cubicBezTo>
                    <a:cubicBezTo>
                      <a:pt x="285" y="6274"/>
                      <a:pt x="285" y="6303"/>
                      <a:pt x="284" y="6333"/>
                    </a:cubicBezTo>
                    <a:cubicBezTo>
                      <a:pt x="281" y="6480"/>
                      <a:pt x="279" y="6626"/>
                      <a:pt x="276" y="6773"/>
                    </a:cubicBezTo>
                    <a:cubicBezTo>
                      <a:pt x="252" y="7987"/>
                      <a:pt x="230" y="9202"/>
                      <a:pt x="208" y="10417"/>
                    </a:cubicBezTo>
                    <a:cubicBezTo>
                      <a:pt x="896" y="10417"/>
                      <a:pt x="1583" y="10417"/>
                      <a:pt x="2292" y="10417"/>
                    </a:cubicBezTo>
                    <a:cubicBezTo>
                      <a:pt x="2292" y="10485"/>
                      <a:pt x="2292" y="10554"/>
                      <a:pt x="2292" y="10625"/>
                    </a:cubicBezTo>
                    <a:cubicBezTo>
                      <a:pt x="1535" y="10625"/>
                      <a:pt x="779" y="10625"/>
                      <a:pt x="0" y="10625"/>
                    </a:cubicBezTo>
                    <a:cubicBezTo>
                      <a:pt x="0" y="7119"/>
                      <a:pt x="0" y="3612"/>
                      <a:pt x="0" y="0"/>
                    </a:cubicBezTo>
                    <a:close/>
                  </a:path>
                </a:pathLst>
              </a:custGeom>
              <a:solidFill>
                <a:srgbClr val="8ADADD"/>
              </a:solidFill>
              <a:ln w="2646" cap="flat">
                <a:noFill/>
              </a:ln>
            </p:spPr>
          </p:sp>
          <p:sp>
            <p:nvSpPr>
              <p:cNvPr id="2677" name="ICON_C_HEATMAP_path_111"/>
              <p:cNvSpPr/>
              <p:nvPr/>
            </p:nvSpPr>
            <p:spPr>
              <a:xfrm>
                <a:off x="8477250" y="7261810"/>
                <a:ext cx="142875" cy="8940"/>
              </a:xfrm>
              <a:custGeom>
                <a:avLst/>
                <a:gdLst/>
                <a:ahLst/>
                <a:cxnLst/>
                <a:rect l="0" t="0" r="r" b="b"/>
                <a:pathLst>
                  <a:path w="11250" h="704" fill="norm" stroke="0">
                    <a:moveTo>
                      <a:pt x="208" y="79"/>
                    </a:moveTo>
                    <a:cubicBezTo>
                      <a:pt x="394" y="10"/>
                      <a:pt x="465" y="0"/>
                      <a:pt x="653" y="12"/>
                    </a:cubicBezTo>
                    <a:cubicBezTo>
                      <a:pt x="675" y="12"/>
                      <a:pt x="675" y="12"/>
                      <a:pt x="790" y="13"/>
                    </a:cubicBezTo>
                    <a:cubicBezTo>
                      <a:pt x="915" y="14"/>
                      <a:pt x="1040" y="19"/>
                      <a:pt x="1166" y="24"/>
                    </a:cubicBezTo>
                    <a:cubicBezTo>
                      <a:pt x="1301" y="29"/>
                      <a:pt x="1437" y="31"/>
                      <a:pt x="1572" y="33"/>
                    </a:cubicBezTo>
                    <a:cubicBezTo>
                      <a:pt x="1806" y="37"/>
                      <a:pt x="2041" y="44"/>
                      <a:pt x="2275" y="51"/>
                    </a:cubicBezTo>
                    <a:cubicBezTo>
                      <a:pt x="2614" y="63"/>
                      <a:pt x="2953" y="71"/>
                      <a:pt x="3292" y="78"/>
                    </a:cubicBezTo>
                    <a:cubicBezTo>
                      <a:pt x="3842" y="90"/>
                      <a:pt x="4392" y="105"/>
                      <a:pt x="4941" y="121"/>
                    </a:cubicBezTo>
                    <a:cubicBezTo>
                      <a:pt x="5476" y="137"/>
                      <a:pt x="6010" y="151"/>
                      <a:pt x="6544" y="164"/>
                    </a:cubicBezTo>
                    <a:cubicBezTo>
                      <a:pt x="6577" y="165"/>
                      <a:pt x="6610" y="166"/>
                      <a:pt x="6644" y="166"/>
                    </a:cubicBezTo>
                    <a:cubicBezTo>
                      <a:pt x="6809" y="170"/>
                      <a:pt x="6974" y="174"/>
                      <a:pt x="7139" y="178"/>
                    </a:cubicBezTo>
                    <a:cubicBezTo>
                      <a:pt x="8510" y="210"/>
                      <a:pt x="9880" y="248"/>
                      <a:pt x="11250" y="287"/>
                    </a:cubicBezTo>
                    <a:cubicBezTo>
                      <a:pt x="11250" y="425"/>
                      <a:pt x="11250" y="562"/>
                      <a:pt x="11250" y="704"/>
                    </a:cubicBezTo>
                    <a:cubicBezTo>
                      <a:pt x="7538" y="704"/>
                      <a:pt x="3825" y="704"/>
                      <a:pt x="0" y="704"/>
                    </a:cubicBezTo>
                    <a:cubicBezTo>
                      <a:pt x="69" y="498"/>
                      <a:pt x="138" y="291"/>
                      <a:pt x="208" y="79"/>
                    </a:cubicBezTo>
                    <a:close/>
                  </a:path>
                </a:pathLst>
              </a:custGeom>
              <a:solidFill>
                <a:srgbClr val="4B93BD"/>
              </a:solidFill>
              <a:ln w="2646" cap="flat">
                <a:noFill/>
              </a:ln>
            </p:spPr>
          </p:sp>
          <p:sp>
            <p:nvSpPr>
              <p:cNvPr id="2678" name="ICON_C_HEATMAP_path_112"/>
              <p:cNvSpPr/>
              <p:nvPr/>
            </p:nvSpPr>
            <p:spPr>
              <a:xfrm>
                <a:off x="8540421" y="7325374"/>
                <a:ext cx="79703" cy="67085"/>
              </a:xfrm>
              <a:custGeom>
                <a:avLst/>
                <a:gdLst/>
                <a:ahLst/>
                <a:cxnLst/>
                <a:rect l="0" t="0" r="r" b="b"/>
                <a:pathLst>
                  <a:path w="6276" h="5282" fill="norm" stroke="0">
                    <a:moveTo>
                      <a:pt x="812" y="50"/>
                    </a:moveTo>
                    <a:cubicBezTo>
                      <a:pt x="872" y="50"/>
                      <a:pt x="932" y="50"/>
                      <a:pt x="991" y="50"/>
                    </a:cubicBezTo>
                    <a:cubicBezTo>
                      <a:pt x="1153" y="50"/>
                      <a:pt x="1314" y="51"/>
                      <a:pt x="1475" y="53"/>
                    </a:cubicBezTo>
                    <a:cubicBezTo>
                      <a:pt x="1644" y="54"/>
                      <a:pt x="1813" y="54"/>
                      <a:pt x="1982" y="54"/>
                    </a:cubicBezTo>
                    <a:cubicBezTo>
                      <a:pt x="2301" y="55"/>
                      <a:pt x="2621" y="57"/>
                      <a:pt x="2940" y="59"/>
                    </a:cubicBezTo>
                    <a:cubicBezTo>
                      <a:pt x="3304" y="61"/>
                      <a:pt x="3668" y="62"/>
                      <a:pt x="4031" y="63"/>
                    </a:cubicBezTo>
                    <a:cubicBezTo>
                      <a:pt x="4780" y="66"/>
                      <a:pt x="5528" y="69"/>
                      <a:pt x="6276" y="74"/>
                    </a:cubicBezTo>
                    <a:cubicBezTo>
                      <a:pt x="6276" y="211"/>
                      <a:pt x="6276" y="349"/>
                      <a:pt x="6276" y="491"/>
                    </a:cubicBezTo>
                    <a:cubicBezTo>
                      <a:pt x="5348" y="525"/>
                      <a:pt x="5348" y="525"/>
                      <a:pt x="651" y="699"/>
                    </a:cubicBezTo>
                    <a:cubicBezTo>
                      <a:pt x="582" y="2211"/>
                      <a:pt x="513" y="3724"/>
                      <a:pt x="442" y="5282"/>
                    </a:cubicBezTo>
                    <a:cubicBezTo>
                      <a:pt x="305" y="5282"/>
                      <a:pt x="168" y="5282"/>
                      <a:pt x="26" y="5282"/>
                    </a:cubicBezTo>
                    <a:cubicBezTo>
                      <a:pt x="21" y="4634"/>
                      <a:pt x="17" y="3986"/>
                      <a:pt x="15" y="3337"/>
                    </a:cubicBezTo>
                    <a:cubicBezTo>
                      <a:pt x="14" y="3036"/>
                      <a:pt x="13" y="2735"/>
                      <a:pt x="10" y="2434"/>
                    </a:cubicBezTo>
                    <a:cubicBezTo>
                      <a:pt x="8" y="2172"/>
                      <a:pt x="7" y="1909"/>
                      <a:pt x="6" y="1647"/>
                    </a:cubicBezTo>
                    <a:cubicBezTo>
                      <a:pt x="6" y="1508"/>
                      <a:pt x="5" y="1369"/>
                      <a:pt x="4" y="1230"/>
                    </a:cubicBezTo>
                    <a:cubicBezTo>
                      <a:pt x="2" y="1075"/>
                      <a:pt x="2" y="920"/>
                      <a:pt x="2" y="765"/>
                    </a:cubicBezTo>
                    <a:cubicBezTo>
                      <a:pt x="1" y="719"/>
                      <a:pt x="1" y="673"/>
                      <a:pt x="0" y="625"/>
                    </a:cubicBezTo>
                    <a:cubicBezTo>
                      <a:pt x="1" y="440"/>
                      <a:pt x="9" y="315"/>
                      <a:pt x="95" y="149"/>
                    </a:cubicBezTo>
                    <a:cubicBezTo>
                      <a:pt x="290" y="0"/>
                      <a:pt x="581" y="47"/>
                      <a:pt x="812" y="50"/>
                    </a:cubicBezTo>
                    <a:close/>
                  </a:path>
                </a:pathLst>
              </a:custGeom>
              <a:solidFill>
                <a:srgbClr val="708BCE"/>
              </a:solidFill>
              <a:ln w="2646" cap="flat">
                <a:noFill/>
              </a:ln>
            </p:spPr>
          </p:sp>
          <p:sp>
            <p:nvSpPr>
              <p:cNvPr id="2679" name="ICON_C_HEATMAP_path_113"/>
              <p:cNvSpPr/>
              <p:nvPr/>
            </p:nvSpPr>
            <p:spPr>
              <a:xfrm>
                <a:off x="8040688" y="7664979"/>
                <a:ext cx="121708" cy="8940"/>
              </a:xfrm>
              <a:custGeom>
                <a:avLst/>
                <a:gdLst/>
                <a:ahLst/>
                <a:cxnLst/>
                <a:rect l="0" t="0" r="r" b="b"/>
                <a:pathLst>
                  <a:path w="9583" h="704" fill="norm" stroke="0">
                    <a:moveTo>
                      <a:pt x="0" y="0"/>
                    </a:moveTo>
                    <a:cubicBezTo>
                      <a:pt x="3163" y="0"/>
                      <a:pt x="6325" y="0"/>
                      <a:pt x="9583" y="0"/>
                    </a:cubicBezTo>
                    <a:cubicBezTo>
                      <a:pt x="9167" y="625"/>
                      <a:pt x="9167" y="625"/>
                      <a:pt x="8912" y="701"/>
                    </a:cubicBezTo>
                    <a:cubicBezTo>
                      <a:pt x="8817" y="704"/>
                      <a:pt x="8721" y="703"/>
                      <a:pt x="8625" y="699"/>
                    </a:cubicBezTo>
                    <a:cubicBezTo>
                      <a:pt x="8572" y="699"/>
                      <a:pt x="8519" y="700"/>
                      <a:pt x="8466" y="701"/>
                    </a:cubicBezTo>
                    <a:cubicBezTo>
                      <a:pt x="8323" y="702"/>
                      <a:pt x="8180" y="699"/>
                      <a:pt x="8038" y="695"/>
                    </a:cubicBezTo>
                    <a:cubicBezTo>
                      <a:pt x="7888" y="692"/>
                      <a:pt x="7737" y="692"/>
                      <a:pt x="7587" y="692"/>
                    </a:cubicBezTo>
                    <a:cubicBezTo>
                      <a:pt x="7336" y="691"/>
                      <a:pt x="7084" y="688"/>
                      <a:pt x="6832" y="684"/>
                    </a:cubicBezTo>
                    <a:cubicBezTo>
                      <a:pt x="6510" y="678"/>
                      <a:pt x="6187" y="675"/>
                      <a:pt x="5864" y="675"/>
                    </a:cubicBezTo>
                    <a:cubicBezTo>
                      <a:pt x="5586" y="674"/>
                      <a:pt x="5308" y="671"/>
                      <a:pt x="5030" y="668"/>
                    </a:cubicBezTo>
                    <a:cubicBezTo>
                      <a:pt x="4941" y="667"/>
                      <a:pt x="4852" y="667"/>
                      <a:pt x="4763" y="666"/>
                    </a:cubicBezTo>
                    <a:cubicBezTo>
                      <a:pt x="4622" y="665"/>
                      <a:pt x="4482" y="663"/>
                      <a:pt x="4342" y="660"/>
                    </a:cubicBezTo>
                    <a:cubicBezTo>
                      <a:pt x="4266" y="659"/>
                      <a:pt x="4191" y="658"/>
                      <a:pt x="4115" y="658"/>
                    </a:cubicBezTo>
                    <a:cubicBezTo>
                      <a:pt x="3776" y="649"/>
                      <a:pt x="3776" y="649"/>
                      <a:pt x="3635" y="521"/>
                    </a:cubicBezTo>
                    <a:cubicBezTo>
                      <a:pt x="3605" y="487"/>
                      <a:pt x="3574" y="452"/>
                      <a:pt x="3542" y="417"/>
                    </a:cubicBezTo>
                    <a:cubicBezTo>
                      <a:pt x="3427" y="382"/>
                      <a:pt x="3312" y="378"/>
                      <a:pt x="3193" y="374"/>
                    </a:cubicBezTo>
                    <a:cubicBezTo>
                      <a:pt x="3158" y="372"/>
                      <a:pt x="3124" y="370"/>
                      <a:pt x="3088" y="368"/>
                    </a:cubicBezTo>
                    <a:cubicBezTo>
                      <a:pt x="2974" y="361"/>
                      <a:pt x="2860" y="356"/>
                      <a:pt x="2747" y="351"/>
                    </a:cubicBezTo>
                    <a:cubicBezTo>
                      <a:pt x="2668" y="346"/>
                      <a:pt x="2588" y="342"/>
                      <a:pt x="2509" y="338"/>
                    </a:cubicBezTo>
                    <a:cubicBezTo>
                      <a:pt x="2301" y="326"/>
                      <a:pt x="2094" y="316"/>
                      <a:pt x="1886" y="306"/>
                    </a:cubicBezTo>
                    <a:cubicBezTo>
                      <a:pt x="1673" y="295"/>
                      <a:pt x="1461" y="284"/>
                      <a:pt x="1249" y="272"/>
                    </a:cubicBezTo>
                    <a:cubicBezTo>
                      <a:pt x="832" y="250"/>
                      <a:pt x="416" y="229"/>
                      <a:pt x="0" y="208"/>
                    </a:cubicBezTo>
                    <a:cubicBezTo>
                      <a:pt x="0" y="140"/>
                      <a:pt x="0" y="71"/>
                      <a:pt x="0" y="0"/>
                    </a:cubicBezTo>
                    <a:close/>
                  </a:path>
                </a:pathLst>
              </a:custGeom>
              <a:solidFill>
                <a:srgbClr val="85CDD3"/>
              </a:solidFill>
              <a:ln w="2646" cap="flat">
                <a:noFill/>
              </a:ln>
            </p:spPr>
          </p:sp>
          <p:sp>
            <p:nvSpPr>
              <p:cNvPr id="2680" name="ICON_C_HEATMAP_path_114"/>
              <p:cNvSpPr/>
              <p:nvPr/>
            </p:nvSpPr>
            <p:spPr>
              <a:xfrm>
                <a:off x="8204730" y="7675189"/>
                <a:ext cx="166688" cy="16248"/>
              </a:xfrm>
              <a:custGeom>
                <a:avLst/>
                <a:gdLst/>
                <a:ahLst/>
                <a:cxnLst/>
                <a:rect l="0" t="0" r="r" b="b"/>
                <a:pathLst>
                  <a:path w="13125" h="1279" fill="norm" stroke="0">
                    <a:moveTo>
                      <a:pt x="1969" y="5"/>
                    </a:moveTo>
                    <a:cubicBezTo>
                      <a:pt x="2119" y="6"/>
                      <a:pt x="2270" y="6"/>
                      <a:pt x="2420" y="6"/>
                    </a:cubicBezTo>
                    <a:cubicBezTo>
                      <a:pt x="2679" y="6"/>
                      <a:pt x="2939" y="6"/>
                      <a:pt x="3198" y="7"/>
                    </a:cubicBezTo>
                    <a:cubicBezTo>
                      <a:pt x="3573" y="9"/>
                      <a:pt x="3947" y="10"/>
                      <a:pt x="4322" y="10"/>
                    </a:cubicBezTo>
                    <a:cubicBezTo>
                      <a:pt x="4931" y="10"/>
                      <a:pt x="5539" y="12"/>
                      <a:pt x="6148" y="14"/>
                    </a:cubicBezTo>
                    <a:cubicBezTo>
                      <a:pt x="6738" y="16"/>
                      <a:pt x="7329" y="17"/>
                      <a:pt x="7919" y="18"/>
                    </a:cubicBezTo>
                    <a:cubicBezTo>
                      <a:pt x="7956" y="18"/>
                      <a:pt x="7992" y="18"/>
                      <a:pt x="8030" y="18"/>
                    </a:cubicBezTo>
                    <a:cubicBezTo>
                      <a:pt x="8213" y="18"/>
                      <a:pt x="8396" y="19"/>
                      <a:pt x="8579" y="19"/>
                    </a:cubicBezTo>
                    <a:cubicBezTo>
                      <a:pt x="10094" y="21"/>
                      <a:pt x="11610" y="25"/>
                      <a:pt x="13125" y="29"/>
                    </a:cubicBezTo>
                    <a:cubicBezTo>
                      <a:pt x="13125" y="98"/>
                      <a:pt x="13125" y="167"/>
                      <a:pt x="13125" y="238"/>
                    </a:cubicBezTo>
                    <a:cubicBezTo>
                      <a:pt x="13109" y="238"/>
                      <a:pt x="13109" y="238"/>
                      <a:pt x="13028" y="239"/>
                    </a:cubicBezTo>
                    <a:cubicBezTo>
                      <a:pt x="12249" y="246"/>
                      <a:pt x="11470" y="259"/>
                      <a:pt x="10691" y="276"/>
                    </a:cubicBezTo>
                    <a:cubicBezTo>
                      <a:pt x="10314" y="284"/>
                      <a:pt x="9938" y="291"/>
                      <a:pt x="9561" y="294"/>
                    </a:cubicBezTo>
                    <a:cubicBezTo>
                      <a:pt x="9232" y="297"/>
                      <a:pt x="8904" y="303"/>
                      <a:pt x="8576" y="312"/>
                    </a:cubicBezTo>
                    <a:cubicBezTo>
                      <a:pt x="8402" y="316"/>
                      <a:pt x="8228" y="320"/>
                      <a:pt x="8054" y="319"/>
                    </a:cubicBezTo>
                    <a:cubicBezTo>
                      <a:pt x="7165" y="319"/>
                      <a:pt x="7165" y="319"/>
                      <a:pt x="6875" y="446"/>
                    </a:cubicBezTo>
                    <a:cubicBezTo>
                      <a:pt x="6656" y="691"/>
                      <a:pt x="6680" y="957"/>
                      <a:pt x="6667" y="1279"/>
                    </a:cubicBezTo>
                    <a:cubicBezTo>
                      <a:pt x="6323" y="1279"/>
                      <a:pt x="5979" y="1279"/>
                      <a:pt x="5625" y="1279"/>
                    </a:cubicBezTo>
                    <a:cubicBezTo>
                      <a:pt x="5694" y="1004"/>
                      <a:pt x="5762" y="729"/>
                      <a:pt x="5833" y="446"/>
                    </a:cubicBezTo>
                    <a:cubicBezTo>
                      <a:pt x="5339" y="441"/>
                      <a:pt x="4844" y="438"/>
                      <a:pt x="4350" y="435"/>
                    </a:cubicBezTo>
                    <a:cubicBezTo>
                      <a:pt x="4120" y="434"/>
                      <a:pt x="3890" y="433"/>
                      <a:pt x="3660" y="430"/>
                    </a:cubicBezTo>
                    <a:cubicBezTo>
                      <a:pt x="1897" y="413"/>
                      <a:pt x="1897" y="413"/>
                      <a:pt x="1131" y="531"/>
                    </a:cubicBezTo>
                    <a:cubicBezTo>
                      <a:pt x="1106" y="534"/>
                      <a:pt x="1106" y="534"/>
                      <a:pt x="978" y="552"/>
                    </a:cubicBezTo>
                    <a:cubicBezTo>
                      <a:pt x="664" y="610"/>
                      <a:pt x="664" y="610"/>
                      <a:pt x="560" y="729"/>
                    </a:cubicBezTo>
                    <a:cubicBezTo>
                      <a:pt x="486" y="871"/>
                      <a:pt x="468" y="992"/>
                      <a:pt x="459" y="1150"/>
                    </a:cubicBezTo>
                    <a:cubicBezTo>
                      <a:pt x="445" y="1193"/>
                      <a:pt x="431" y="1235"/>
                      <a:pt x="417" y="1279"/>
                    </a:cubicBezTo>
                    <a:cubicBezTo>
                      <a:pt x="279" y="1279"/>
                      <a:pt x="142" y="1279"/>
                      <a:pt x="0" y="1279"/>
                    </a:cubicBezTo>
                    <a:cubicBezTo>
                      <a:pt x="0" y="936"/>
                      <a:pt x="0" y="592"/>
                      <a:pt x="0" y="238"/>
                    </a:cubicBezTo>
                    <a:cubicBezTo>
                      <a:pt x="666" y="37"/>
                      <a:pt x="1278" y="0"/>
                      <a:pt x="1969" y="5"/>
                    </a:cubicBezTo>
                    <a:close/>
                  </a:path>
                </a:pathLst>
              </a:custGeom>
              <a:solidFill>
                <a:srgbClr val="D8D8E7"/>
              </a:solidFill>
              <a:ln w="2646" cap="flat">
                <a:noFill/>
              </a:ln>
            </p:spPr>
          </p:sp>
          <p:sp>
            <p:nvSpPr>
              <p:cNvPr id="2681" name="ICON_C_HEATMAP_path_115"/>
              <p:cNvSpPr/>
              <p:nvPr/>
            </p:nvSpPr>
            <p:spPr>
              <a:xfrm>
                <a:off x="7903104" y="7273396"/>
                <a:ext cx="60854" cy="50271"/>
              </a:xfrm>
              <a:custGeom>
                <a:avLst/>
                <a:gdLst/>
                <a:ahLst/>
                <a:cxnLst/>
                <a:rect l="0" t="0" r="r" b="b"/>
                <a:pathLst>
                  <a:path w="4792" h="3958" fill="norm" stroke="0">
                    <a:moveTo>
                      <a:pt x="0" y="0"/>
                    </a:moveTo>
                    <a:cubicBezTo>
                      <a:pt x="1581" y="0"/>
                      <a:pt x="3163" y="0"/>
                      <a:pt x="4792" y="0"/>
                    </a:cubicBezTo>
                    <a:cubicBezTo>
                      <a:pt x="4792" y="1306"/>
                      <a:pt x="4792" y="2612"/>
                      <a:pt x="4792" y="3958"/>
                    </a:cubicBezTo>
                    <a:cubicBezTo>
                      <a:pt x="4654" y="3958"/>
                      <a:pt x="4517" y="3958"/>
                      <a:pt x="4375" y="3958"/>
                    </a:cubicBezTo>
                    <a:cubicBezTo>
                      <a:pt x="4375" y="2927"/>
                      <a:pt x="4375" y="1896"/>
                      <a:pt x="4375" y="833"/>
                    </a:cubicBezTo>
                    <a:cubicBezTo>
                      <a:pt x="4077" y="826"/>
                      <a:pt x="3778" y="818"/>
                      <a:pt x="3471" y="810"/>
                    </a:cubicBezTo>
                    <a:cubicBezTo>
                      <a:pt x="3282" y="803"/>
                      <a:pt x="3093" y="797"/>
                      <a:pt x="2904" y="790"/>
                    </a:cubicBezTo>
                    <a:cubicBezTo>
                      <a:pt x="2604" y="779"/>
                      <a:pt x="2304" y="768"/>
                      <a:pt x="2004" y="761"/>
                    </a:cubicBezTo>
                    <a:cubicBezTo>
                      <a:pt x="1762" y="756"/>
                      <a:pt x="1521" y="747"/>
                      <a:pt x="1279" y="737"/>
                    </a:cubicBezTo>
                    <a:cubicBezTo>
                      <a:pt x="1187" y="733"/>
                      <a:pt x="1094" y="731"/>
                      <a:pt x="1002" y="730"/>
                    </a:cubicBezTo>
                    <a:cubicBezTo>
                      <a:pt x="872" y="728"/>
                      <a:pt x="744" y="722"/>
                      <a:pt x="614" y="715"/>
                    </a:cubicBezTo>
                    <a:cubicBezTo>
                      <a:pt x="576" y="715"/>
                      <a:pt x="538" y="716"/>
                      <a:pt x="499" y="716"/>
                    </a:cubicBezTo>
                    <a:cubicBezTo>
                      <a:pt x="392" y="708"/>
                      <a:pt x="392" y="708"/>
                      <a:pt x="208" y="625"/>
                    </a:cubicBezTo>
                    <a:cubicBezTo>
                      <a:pt x="140" y="419"/>
                      <a:pt x="71" y="212"/>
                      <a:pt x="0" y="0"/>
                    </a:cubicBezTo>
                    <a:close/>
                  </a:path>
                </a:pathLst>
              </a:custGeom>
              <a:solidFill>
                <a:srgbClr val="FBF798"/>
              </a:solidFill>
              <a:ln w="2646" cap="flat">
                <a:noFill/>
              </a:ln>
            </p:spPr>
          </p:sp>
          <p:sp>
            <p:nvSpPr>
              <p:cNvPr id="2682" name="ICON_C_HEATMAP_path_116"/>
              <p:cNvSpPr/>
              <p:nvPr/>
            </p:nvSpPr>
            <p:spPr>
              <a:xfrm>
                <a:off x="7871354" y="7254875"/>
                <a:ext cx="79375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6250" h="625" fill="norm" stroke="0">
                    <a:moveTo>
                      <a:pt x="0" y="0"/>
                    </a:moveTo>
                    <a:cubicBezTo>
                      <a:pt x="2062" y="0"/>
                      <a:pt x="4125" y="0"/>
                      <a:pt x="6250" y="0"/>
                    </a:cubicBezTo>
                    <a:cubicBezTo>
                      <a:pt x="6250" y="206"/>
                      <a:pt x="6250" y="413"/>
                      <a:pt x="6250" y="625"/>
                    </a:cubicBezTo>
                    <a:cubicBezTo>
                      <a:pt x="4188" y="625"/>
                      <a:pt x="2125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C4C5BE"/>
              </a:solidFill>
              <a:ln w="2646" cap="flat">
                <a:noFill/>
              </a:ln>
            </p:spPr>
          </p:sp>
          <p:sp>
            <p:nvSpPr>
              <p:cNvPr id="2683" name="ICON_C_HEATMAP_path_117"/>
              <p:cNvSpPr/>
              <p:nvPr/>
            </p:nvSpPr>
            <p:spPr>
              <a:xfrm>
                <a:off x="8339667" y="7540625"/>
                <a:ext cx="79375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6250" h="5000" fill="norm" stroke="0">
                    <a:moveTo>
                      <a:pt x="5625" y="0"/>
                    </a:moveTo>
                    <a:cubicBezTo>
                      <a:pt x="5694" y="0"/>
                      <a:pt x="5763" y="0"/>
                      <a:pt x="5833" y="0"/>
                    </a:cubicBezTo>
                    <a:cubicBezTo>
                      <a:pt x="5835" y="50"/>
                      <a:pt x="5838" y="101"/>
                      <a:pt x="5840" y="153"/>
                    </a:cubicBezTo>
                    <a:cubicBezTo>
                      <a:pt x="5860" y="631"/>
                      <a:pt x="5882" y="1109"/>
                      <a:pt x="5904" y="1587"/>
                    </a:cubicBezTo>
                    <a:cubicBezTo>
                      <a:pt x="5915" y="1832"/>
                      <a:pt x="5926" y="2078"/>
                      <a:pt x="5937" y="2324"/>
                    </a:cubicBezTo>
                    <a:cubicBezTo>
                      <a:pt x="5947" y="2561"/>
                      <a:pt x="5958" y="2799"/>
                      <a:pt x="5969" y="3037"/>
                    </a:cubicBezTo>
                    <a:cubicBezTo>
                      <a:pt x="5974" y="3127"/>
                      <a:pt x="5977" y="3217"/>
                      <a:pt x="5981" y="3307"/>
                    </a:cubicBezTo>
                    <a:cubicBezTo>
                      <a:pt x="5986" y="3435"/>
                      <a:pt x="5992" y="3562"/>
                      <a:pt x="5999" y="3690"/>
                    </a:cubicBezTo>
                    <a:cubicBezTo>
                      <a:pt x="6000" y="3707"/>
                      <a:pt x="6000" y="3707"/>
                      <a:pt x="6003" y="3799"/>
                    </a:cubicBezTo>
                    <a:cubicBezTo>
                      <a:pt x="6026" y="4223"/>
                      <a:pt x="6142" y="4568"/>
                      <a:pt x="6250" y="5000"/>
                    </a:cubicBezTo>
                    <a:cubicBezTo>
                      <a:pt x="4188" y="5000"/>
                      <a:pt x="2125" y="5000"/>
                      <a:pt x="0" y="5000"/>
                    </a:cubicBezTo>
                    <a:cubicBezTo>
                      <a:pt x="0" y="4862"/>
                      <a:pt x="0" y="4725"/>
                      <a:pt x="0" y="4583"/>
                    </a:cubicBezTo>
                    <a:cubicBezTo>
                      <a:pt x="1856" y="4583"/>
                      <a:pt x="3712" y="4583"/>
                      <a:pt x="5625" y="4583"/>
                    </a:cubicBezTo>
                    <a:cubicBezTo>
                      <a:pt x="5625" y="3071"/>
                      <a:pt x="5625" y="1558"/>
                      <a:pt x="5625" y="0"/>
                    </a:cubicBezTo>
                    <a:close/>
                  </a:path>
                </a:pathLst>
              </a:custGeom>
              <a:solidFill>
                <a:srgbClr val="728CCD"/>
              </a:solidFill>
              <a:ln w="2646" cap="flat">
                <a:noFill/>
              </a:ln>
            </p:spPr>
          </p:sp>
          <p:sp>
            <p:nvSpPr>
              <p:cNvPr id="2684" name="ICON_C_HEATMAP_path_118"/>
              <p:cNvSpPr/>
              <p:nvPr/>
            </p:nvSpPr>
            <p:spPr>
              <a:xfrm>
                <a:off x="8333719" y="7273396"/>
                <a:ext cx="77385" cy="61693"/>
              </a:xfrm>
              <a:custGeom>
                <a:avLst/>
                <a:gdLst/>
                <a:ahLst/>
                <a:cxnLst/>
                <a:rect l="0" t="0" r="r" b="b"/>
                <a:pathLst>
                  <a:path w="6093" h="4858" fill="norm" stroke="0">
                    <a:moveTo>
                      <a:pt x="52" y="0"/>
                    </a:moveTo>
                    <a:cubicBezTo>
                      <a:pt x="426" y="463"/>
                      <a:pt x="535" y="826"/>
                      <a:pt x="555" y="1415"/>
                    </a:cubicBezTo>
                    <a:cubicBezTo>
                      <a:pt x="558" y="1481"/>
                      <a:pt x="562" y="1546"/>
                      <a:pt x="566" y="1612"/>
                    </a:cubicBezTo>
                    <a:cubicBezTo>
                      <a:pt x="579" y="1851"/>
                      <a:pt x="589" y="2091"/>
                      <a:pt x="599" y="2331"/>
                    </a:cubicBezTo>
                    <a:cubicBezTo>
                      <a:pt x="624" y="2868"/>
                      <a:pt x="650" y="3405"/>
                      <a:pt x="677" y="3958"/>
                    </a:cubicBezTo>
                    <a:cubicBezTo>
                      <a:pt x="2464" y="4096"/>
                      <a:pt x="4252" y="4233"/>
                      <a:pt x="6093" y="4375"/>
                    </a:cubicBezTo>
                    <a:cubicBezTo>
                      <a:pt x="5128" y="4858"/>
                      <a:pt x="5128" y="4858"/>
                      <a:pt x="4658" y="4850"/>
                    </a:cubicBezTo>
                    <a:cubicBezTo>
                      <a:pt x="4624" y="4849"/>
                      <a:pt x="4589" y="4849"/>
                      <a:pt x="4554" y="4849"/>
                    </a:cubicBezTo>
                    <a:cubicBezTo>
                      <a:pt x="4537" y="4848"/>
                      <a:pt x="4537" y="4848"/>
                      <a:pt x="4448" y="4847"/>
                    </a:cubicBezTo>
                    <a:cubicBezTo>
                      <a:pt x="4373" y="4847"/>
                      <a:pt x="4297" y="4848"/>
                      <a:pt x="4222" y="4848"/>
                    </a:cubicBezTo>
                    <a:cubicBezTo>
                      <a:pt x="4066" y="4849"/>
                      <a:pt x="3909" y="4848"/>
                      <a:pt x="3753" y="4846"/>
                    </a:cubicBezTo>
                    <a:cubicBezTo>
                      <a:pt x="3556" y="4844"/>
                      <a:pt x="3360" y="4845"/>
                      <a:pt x="3163" y="4847"/>
                    </a:cubicBezTo>
                    <a:cubicBezTo>
                      <a:pt x="2199" y="4857"/>
                      <a:pt x="1353" y="4780"/>
                      <a:pt x="468" y="4375"/>
                    </a:cubicBezTo>
                    <a:cubicBezTo>
                      <a:pt x="451" y="4369"/>
                      <a:pt x="451" y="4369"/>
                      <a:pt x="362" y="4336"/>
                    </a:cubicBezTo>
                    <a:cubicBezTo>
                      <a:pt x="75" y="4219"/>
                      <a:pt x="75" y="4219"/>
                      <a:pt x="14" y="4081"/>
                    </a:cubicBezTo>
                    <a:cubicBezTo>
                      <a:pt x="0" y="3972"/>
                      <a:pt x="0" y="3870"/>
                      <a:pt x="4" y="3761"/>
                    </a:cubicBezTo>
                    <a:cubicBezTo>
                      <a:pt x="4" y="3720"/>
                      <a:pt x="4" y="3679"/>
                      <a:pt x="4" y="3637"/>
                    </a:cubicBezTo>
                    <a:cubicBezTo>
                      <a:pt x="4" y="3503"/>
                      <a:pt x="8" y="3369"/>
                      <a:pt x="11" y="3235"/>
                    </a:cubicBezTo>
                    <a:cubicBezTo>
                      <a:pt x="12" y="3142"/>
                      <a:pt x="12" y="3049"/>
                      <a:pt x="13" y="2955"/>
                    </a:cubicBezTo>
                    <a:cubicBezTo>
                      <a:pt x="14" y="2711"/>
                      <a:pt x="19" y="2466"/>
                      <a:pt x="23" y="2221"/>
                    </a:cubicBezTo>
                    <a:cubicBezTo>
                      <a:pt x="27" y="1971"/>
                      <a:pt x="29" y="1721"/>
                      <a:pt x="31" y="1471"/>
                    </a:cubicBezTo>
                    <a:cubicBezTo>
                      <a:pt x="36" y="981"/>
                      <a:pt x="43" y="490"/>
                      <a:pt x="52" y="0"/>
                    </a:cubicBezTo>
                    <a:close/>
                  </a:path>
                </a:pathLst>
              </a:custGeom>
              <a:solidFill>
                <a:srgbClr val="72B0D5"/>
              </a:solidFill>
              <a:ln w="2646" cap="flat">
                <a:noFill/>
              </a:ln>
            </p:spPr>
          </p:sp>
          <p:sp>
            <p:nvSpPr>
              <p:cNvPr id="2685" name="ICON_C_HEATMAP_path_119"/>
              <p:cNvSpPr/>
              <p:nvPr/>
            </p:nvSpPr>
            <p:spPr>
              <a:xfrm>
                <a:off x="7969250" y="7273396"/>
                <a:ext cx="55562" cy="52917"/>
              </a:xfrm>
              <a:custGeom>
                <a:avLst/>
                <a:gdLst/>
                <a:ahLst/>
                <a:cxnLst/>
                <a:rect l="0" t="0" r="r" b="b"/>
                <a:pathLst>
                  <a:path w="4375" h="4167" fill="norm" stroke="0">
                    <a:moveTo>
                      <a:pt x="0" y="0"/>
                    </a:moveTo>
                    <a:cubicBezTo>
                      <a:pt x="1444" y="0"/>
                      <a:pt x="2888" y="0"/>
                      <a:pt x="4375" y="0"/>
                    </a:cubicBezTo>
                    <a:cubicBezTo>
                      <a:pt x="4375" y="206"/>
                      <a:pt x="4375" y="413"/>
                      <a:pt x="4375" y="625"/>
                    </a:cubicBezTo>
                    <a:cubicBezTo>
                      <a:pt x="4331" y="627"/>
                      <a:pt x="4287" y="629"/>
                      <a:pt x="4242" y="631"/>
                    </a:cubicBezTo>
                    <a:cubicBezTo>
                      <a:pt x="3828" y="652"/>
                      <a:pt x="3414" y="673"/>
                      <a:pt x="3000" y="696"/>
                    </a:cubicBezTo>
                    <a:cubicBezTo>
                      <a:pt x="2788" y="707"/>
                      <a:pt x="2575" y="718"/>
                      <a:pt x="2362" y="729"/>
                    </a:cubicBezTo>
                    <a:cubicBezTo>
                      <a:pt x="2157" y="739"/>
                      <a:pt x="1951" y="749"/>
                      <a:pt x="1746" y="761"/>
                    </a:cubicBezTo>
                    <a:cubicBezTo>
                      <a:pt x="1668" y="765"/>
                      <a:pt x="1590" y="769"/>
                      <a:pt x="1511" y="773"/>
                    </a:cubicBezTo>
                    <a:cubicBezTo>
                      <a:pt x="1401" y="778"/>
                      <a:pt x="1292" y="784"/>
                      <a:pt x="1182" y="791"/>
                    </a:cubicBezTo>
                    <a:cubicBezTo>
                      <a:pt x="1166" y="791"/>
                      <a:pt x="1166" y="791"/>
                      <a:pt x="1084" y="794"/>
                    </a:cubicBezTo>
                    <a:cubicBezTo>
                      <a:pt x="919" y="805"/>
                      <a:pt x="846" y="824"/>
                      <a:pt x="708" y="925"/>
                    </a:cubicBezTo>
                    <a:cubicBezTo>
                      <a:pt x="611" y="1061"/>
                      <a:pt x="601" y="1120"/>
                      <a:pt x="608" y="1285"/>
                    </a:cubicBezTo>
                    <a:cubicBezTo>
                      <a:pt x="609" y="1333"/>
                      <a:pt x="611" y="1381"/>
                      <a:pt x="612" y="1430"/>
                    </a:cubicBezTo>
                    <a:cubicBezTo>
                      <a:pt x="613" y="1456"/>
                      <a:pt x="614" y="1481"/>
                      <a:pt x="616" y="1508"/>
                    </a:cubicBezTo>
                    <a:cubicBezTo>
                      <a:pt x="619" y="1588"/>
                      <a:pt x="621" y="1669"/>
                      <a:pt x="623" y="1750"/>
                    </a:cubicBezTo>
                    <a:cubicBezTo>
                      <a:pt x="628" y="1979"/>
                      <a:pt x="636" y="2209"/>
                      <a:pt x="645" y="2438"/>
                    </a:cubicBezTo>
                    <a:cubicBezTo>
                      <a:pt x="651" y="2579"/>
                      <a:pt x="654" y="2719"/>
                      <a:pt x="656" y="2860"/>
                    </a:cubicBezTo>
                    <a:cubicBezTo>
                      <a:pt x="658" y="2938"/>
                      <a:pt x="663" y="3017"/>
                      <a:pt x="667" y="3095"/>
                    </a:cubicBezTo>
                    <a:cubicBezTo>
                      <a:pt x="674" y="3601"/>
                      <a:pt x="532" y="3681"/>
                      <a:pt x="208" y="4167"/>
                    </a:cubicBezTo>
                    <a:cubicBezTo>
                      <a:pt x="140" y="2792"/>
                      <a:pt x="71" y="1417"/>
                      <a:pt x="0" y="0"/>
                    </a:cubicBezTo>
                    <a:close/>
                  </a:path>
                </a:pathLst>
              </a:custGeom>
              <a:solidFill>
                <a:srgbClr val="C1F2D6"/>
              </a:solidFill>
              <a:ln w="2646" cap="flat">
                <a:noFill/>
              </a:ln>
            </p:spPr>
          </p:sp>
          <p:sp>
            <p:nvSpPr>
              <p:cNvPr id="2686" name="ICON_C_HEATMAP_path_120"/>
              <p:cNvSpPr/>
              <p:nvPr/>
            </p:nvSpPr>
            <p:spPr>
              <a:xfrm>
                <a:off x="7781396" y="7254875"/>
                <a:ext cx="74083" cy="8954"/>
              </a:xfrm>
              <a:custGeom>
                <a:avLst/>
                <a:gdLst/>
                <a:ahLst/>
                <a:cxnLst/>
                <a:rect l="0" t="0" r="r" b="b"/>
                <a:pathLst>
                  <a:path w="5833" h="705" fill="norm" stroke="0">
                    <a:moveTo>
                      <a:pt x="0" y="0"/>
                    </a:moveTo>
                    <a:cubicBezTo>
                      <a:pt x="1925" y="0"/>
                      <a:pt x="3850" y="0"/>
                      <a:pt x="5833" y="0"/>
                    </a:cubicBezTo>
                    <a:cubicBezTo>
                      <a:pt x="5765" y="206"/>
                      <a:pt x="5696" y="413"/>
                      <a:pt x="5625" y="625"/>
                    </a:cubicBezTo>
                    <a:cubicBezTo>
                      <a:pt x="5421" y="689"/>
                      <a:pt x="5289" y="705"/>
                      <a:pt x="5085" y="696"/>
                    </a:cubicBezTo>
                    <a:cubicBezTo>
                      <a:pt x="5030" y="696"/>
                      <a:pt x="4974" y="696"/>
                      <a:pt x="4919" y="696"/>
                    </a:cubicBezTo>
                    <a:cubicBezTo>
                      <a:pt x="4768" y="696"/>
                      <a:pt x="4618" y="693"/>
                      <a:pt x="4468" y="688"/>
                    </a:cubicBezTo>
                    <a:cubicBezTo>
                      <a:pt x="4311" y="684"/>
                      <a:pt x="4154" y="684"/>
                      <a:pt x="3997" y="683"/>
                    </a:cubicBezTo>
                    <a:cubicBezTo>
                      <a:pt x="3699" y="681"/>
                      <a:pt x="3402" y="676"/>
                      <a:pt x="3105" y="670"/>
                    </a:cubicBezTo>
                    <a:cubicBezTo>
                      <a:pt x="2766" y="663"/>
                      <a:pt x="2428" y="660"/>
                      <a:pt x="2089" y="656"/>
                    </a:cubicBezTo>
                    <a:cubicBezTo>
                      <a:pt x="1393" y="650"/>
                      <a:pt x="696" y="639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BDC9C3"/>
              </a:solidFill>
              <a:ln w="2646" cap="flat">
                <a:noFill/>
              </a:ln>
            </p:spPr>
          </p:sp>
          <p:sp>
            <p:nvSpPr>
              <p:cNvPr id="2687" name="ICON_C_HEATMAP_path_121"/>
              <p:cNvSpPr/>
              <p:nvPr/>
            </p:nvSpPr>
            <p:spPr>
              <a:xfrm>
                <a:off x="8471958" y="7540625"/>
                <a:ext cx="23812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4375" fill="norm" stroke="0">
                    <a:moveTo>
                      <a:pt x="0" y="0"/>
                    </a:moveTo>
                    <a:cubicBezTo>
                      <a:pt x="172" y="34"/>
                      <a:pt x="172" y="34"/>
                      <a:pt x="1042" y="208"/>
                    </a:cubicBezTo>
                    <a:cubicBezTo>
                      <a:pt x="1043" y="264"/>
                      <a:pt x="1043" y="264"/>
                      <a:pt x="1051" y="546"/>
                    </a:cubicBezTo>
                    <a:cubicBezTo>
                      <a:pt x="1061" y="915"/>
                      <a:pt x="1075" y="1284"/>
                      <a:pt x="1091" y="1654"/>
                    </a:cubicBezTo>
                    <a:cubicBezTo>
                      <a:pt x="1100" y="1877"/>
                      <a:pt x="1108" y="2101"/>
                      <a:pt x="1114" y="2325"/>
                    </a:cubicBezTo>
                    <a:cubicBezTo>
                      <a:pt x="1119" y="2541"/>
                      <a:pt x="1128" y="2757"/>
                      <a:pt x="1138" y="2973"/>
                    </a:cubicBezTo>
                    <a:cubicBezTo>
                      <a:pt x="1142" y="3055"/>
                      <a:pt x="1144" y="3138"/>
                      <a:pt x="1145" y="3220"/>
                    </a:cubicBezTo>
                    <a:cubicBezTo>
                      <a:pt x="1147" y="3336"/>
                      <a:pt x="1153" y="3451"/>
                      <a:pt x="1160" y="3567"/>
                    </a:cubicBezTo>
                    <a:cubicBezTo>
                      <a:pt x="1160" y="3600"/>
                      <a:pt x="1159" y="3634"/>
                      <a:pt x="1159" y="3669"/>
                    </a:cubicBezTo>
                    <a:cubicBezTo>
                      <a:pt x="1167" y="3766"/>
                      <a:pt x="1167" y="3766"/>
                      <a:pt x="1250" y="3958"/>
                    </a:cubicBezTo>
                    <a:cubicBezTo>
                      <a:pt x="1456" y="4096"/>
                      <a:pt x="1663" y="4233"/>
                      <a:pt x="1875" y="4375"/>
                    </a:cubicBezTo>
                    <a:cubicBezTo>
                      <a:pt x="1256" y="4306"/>
                      <a:pt x="638" y="4237"/>
                      <a:pt x="0" y="4167"/>
                    </a:cubicBezTo>
                    <a:cubicBezTo>
                      <a:pt x="0" y="2792"/>
                      <a:pt x="0" y="1417"/>
                      <a:pt x="0" y="0"/>
                    </a:cubicBezTo>
                    <a:close/>
                  </a:path>
                </a:pathLst>
              </a:custGeom>
              <a:solidFill>
                <a:srgbClr val="7A5FAA"/>
              </a:solidFill>
              <a:ln w="2646" cap="flat">
                <a:noFill/>
              </a:ln>
            </p:spPr>
          </p:sp>
          <p:sp>
            <p:nvSpPr>
              <p:cNvPr id="2688" name="ICON_C_HEATMAP_path_122"/>
              <p:cNvSpPr/>
              <p:nvPr/>
            </p:nvSpPr>
            <p:spPr>
              <a:xfrm>
                <a:off x="8283681" y="7360708"/>
                <a:ext cx="53642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4224" h="3125" fill="norm" stroke="0">
                    <a:moveTo>
                      <a:pt x="3992" y="0"/>
                    </a:moveTo>
                    <a:cubicBezTo>
                      <a:pt x="4060" y="0"/>
                      <a:pt x="4129" y="0"/>
                      <a:pt x="4200" y="0"/>
                    </a:cubicBezTo>
                    <a:cubicBezTo>
                      <a:pt x="4205" y="288"/>
                      <a:pt x="4209" y="576"/>
                      <a:pt x="4211" y="864"/>
                    </a:cubicBezTo>
                    <a:cubicBezTo>
                      <a:pt x="4212" y="998"/>
                      <a:pt x="4213" y="1132"/>
                      <a:pt x="4216" y="1265"/>
                    </a:cubicBezTo>
                    <a:cubicBezTo>
                      <a:pt x="4219" y="1420"/>
                      <a:pt x="4219" y="1575"/>
                      <a:pt x="4220" y="1729"/>
                    </a:cubicBezTo>
                    <a:cubicBezTo>
                      <a:pt x="4221" y="1776"/>
                      <a:pt x="4222" y="1823"/>
                      <a:pt x="4224" y="1871"/>
                    </a:cubicBezTo>
                    <a:cubicBezTo>
                      <a:pt x="4224" y="2014"/>
                      <a:pt x="4215" y="2150"/>
                      <a:pt x="4200" y="2292"/>
                    </a:cubicBezTo>
                    <a:cubicBezTo>
                      <a:pt x="4197" y="2319"/>
                      <a:pt x="4195" y="2347"/>
                      <a:pt x="4192" y="2375"/>
                    </a:cubicBezTo>
                    <a:cubicBezTo>
                      <a:pt x="4169" y="2574"/>
                      <a:pt x="4135" y="2769"/>
                      <a:pt x="3992" y="2917"/>
                    </a:cubicBezTo>
                    <a:cubicBezTo>
                      <a:pt x="3737" y="3041"/>
                      <a:pt x="3428" y="3019"/>
                      <a:pt x="3151" y="3023"/>
                    </a:cubicBezTo>
                    <a:cubicBezTo>
                      <a:pt x="3067" y="3027"/>
                      <a:pt x="2984" y="3031"/>
                      <a:pt x="2900" y="3035"/>
                    </a:cubicBezTo>
                    <a:cubicBezTo>
                      <a:pt x="2680" y="3045"/>
                      <a:pt x="2459" y="3051"/>
                      <a:pt x="2239" y="3056"/>
                    </a:cubicBezTo>
                    <a:cubicBezTo>
                      <a:pt x="2014" y="3062"/>
                      <a:pt x="1789" y="3072"/>
                      <a:pt x="1565" y="3081"/>
                    </a:cubicBezTo>
                    <a:cubicBezTo>
                      <a:pt x="1124" y="3099"/>
                      <a:pt x="683" y="3113"/>
                      <a:pt x="242" y="3125"/>
                    </a:cubicBezTo>
                    <a:cubicBezTo>
                      <a:pt x="0" y="2242"/>
                      <a:pt x="0" y="2242"/>
                      <a:pt x="13" y="1800"/>
                    </a:cubicBezTo>
                    <a:cubicBezTo>
                      <a:pt x="13" y="1760"/>
                      <a:pt x="14" y="1719"/>
                      <a:pt x="14" y="1678"/>
                    </a:cubicBezTo>
                    <a:cubicBezTo>
                      <a:pt x="15" y="1552"/>
                      <a:pt x="18" y="1427"/>
                      <a:pt x="20" y="1302"/>
                    </a:cubicBezTo>
                    <a:cubicBezTo>
                      <a:pt x="21" y="1216"/>
                      <a:pt x="22" y="1129"/>
                      <a:pt x="23" y="1043"/>
                    </a:cubicBezTo>
                    <a:cubicBezTo>
                      <a:pt x="25" y="834"/>
                      <a:pt x="29" y="625"/>
                      <a:pt x="33" y="417"/>
                    </a:cubicBezTo>
                    <a:cubicBezTo>
                      <a:pt x="102" y="417"/>
                      <a:pt x="171" y="417"/>
                      <a:pt x="242" y="417"/>
                    </a:cubicBezTo>
                    <a:cubicBezTo>
                      <a:pt x="310" y="967"/>
                      <a:pt x="379" y="1517"/>
                      <a:pt x="450" y="2083"/>
                    </a:cubicBezTo>
                    <a:cubicBezTo>
                      <a:pt x="1550" y="2083"/>
                      <a:pt x="2650" y="2083"/>
                      <a:pt x="3783" y="2083"/>
                    </a:cubicBezTo>
                    <a:cubicBezTo>
                      <a:pt x="3852" y="1396"/>
                      <a:pt x="3921" y="708"/>
                      <a:pt x="3992" y="0"/>
                    </a:cubicBezTo>
                    <a:close/>
                  </a:path>
                </a:pathLst>
              </a:custGeom>
              <a:solidFill>
                <a:srgbClr val="897BC2"/>
              </a:solidFill>
              <a:ln w="2646" cap="flat">
                <a:noFill/>
              </a:ln>
            </p:spPr>
          </p:sp>
          <p:sp>
            <p:nvSpPr>
              <p:cNvPr id="2689" name="ICON_C_HEATMAP_path_123"/>
              <p:cNvSpPr/>
              <p:nvPr/>
            </p:nvSpPr>
            <p:spPr>
              <a:xfrm>
                <a:off x="7733771" y="7321021"/>
                <a:ext cx="8266" cy="74083"/>
              </a:xfrm>
              <a:custGeom>
                <a:avLst/>
                <a:gdLst/>
                <a:ahLst/>
                <a:cxnLst/>
                <a:rect l="0" t="0" r="r" b="b"/>
                <a:pathLst>
                  <a:path w="651" h="5833" fill="norm" stroke="0">
                    <a:moveTo>
                      <a:pt x="0" y="0"/>
                    </a:moveTo>
                    <a:cubicBezTo>
                      <a:pt x="69" y="138"/>
                      <a:pt x="138" y="275"/>
                      <a:pt x="208" y="417"/>
                    </a:cubicBezTo>
                    <a:cubicBezTo>
                      <a:pt x="372" y="436"/>
                      <a:pt x="470" y="444"/>
                      <a:pt x="625" y="417"/>
                    </a:cubicBezTo>
                    <a:cubicBezTo>
                      <a:pt x="630" y="1061"/>
                      <a:pt x="634" y="1706"/>
                      <a:pt x="636" y="2351"/>
                    </a:cubicBezTo>
                    <a:cubicBezTo>
                      <a:pt x="637" y="2650"/>
                      <a:pt x="638" y="2950"/>
                      <a:pt x="641" y="3249"/>
                    </a:cubicBezTo>
                    <a:cubicBezTo>
                      <a:pt x="643" y="3510"/>
                      <a:pt x="644" y="3771"/>
                      <a:pt x="645" y="4032"/>
                    </a:cubicBezTo>
                    <a:cubicBezTo>
                      <a:pt x="645" y="4170"/>
                      <a:pt x="645" y="4309"/>
                      <a:pt x="647" y="4447"/>
                    </a:cubicBezTo>
                    <a:cubicBezTo>
                      <a:pt x="649" y="4601"/>
                      <a:pt x="649" y="4756"/>
                      <a:pt x="649" y="4910"/>
                    </a:cubicBezTo>
                    <a:cubicBezTo>
                      <a:pt x="649" y="4933"/>
                      <a:pt x="649" y="4933"/>
                      <a:pt x="651" y="5048"/>
                    </a:cubicBezTo>
                    <a:cubicBezTo>
                      <a:pt x="649" y="5310"/>
                      <a:pt x="603" y="5519"/>
                      <a:pt x="502" y="5760"/>
                    </a:cubicBezTo>
                    <a:cubicBezTo>
                      <a:pt x="417" y="5833"/>
                      <a:pt x="417" y="5833"/>
                      <a:pt x="0" y="5833"/>
                    </a:cubicBezTo>
                    <a:cubicBezTo>
                      <a:pt x="0" y="3908"/>
                      <a:pt x="0" y="1983"/>
                      <a:pt x="0" y="0"/>
                    </a:cubicBezTo>
                    <a:close/>
                  </a:path>
                </a:pathLst>
              </a:custGeom>
              <a:solidFill>
                <a:srgbClr val="FAF789"/>
              </a:solidFill>
              <a:ln w="2646" cap="flat">
                <a:noFill/>
              </a:ln>
            </p:spPr>
          </p:sp>
          <p:sp>
            <p:nvSpPr>
              <p:cNvPr id="2690" name="ICON_C_HEATMAP_path_124"/>
              <p:cNvSpPr/>
              <p:nvPr/>
            </p:nvSpPr>
            <p:spPr>
              <a:xfrm>
                <a:off x="8419042" y="7516812"/>
                <a:ext cx="55864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4399" h="1875" fill="norm" stroke="0">
                    <a:moveTo>
                      <a:pt x="4167" y="0"/>
                    </a:moveTo>
                    <a:cubicBezTo>
                      <a:pt x="4399" y="545"/>
                      <a:pt x="4399" y="545"/>
                      <a:pt x="4375" y="833"/>
                    </a:cubicBezTo>
                    <a:cubicBezTo>
                      <a:pt x="4239" y="1100"/>
                      <a:pt x="3986" y="1283"/>
                      <a:pt x="3750" y="1458"/>
                    </a:cubicBezTo>
                    <a:cubicBezTo>
                      <a:pt x="3887" y="1596"/>
                      <a:pt x="4025" y="1733"/>
                      <a:pt x="4167" y="1875"/>
                    </a:cubicBezTo>
                    <a:cubicBezTo>
                      <a:pt x="2792" y="1875"/>
                      <a:pt x="1417" y="1875"/>
                      <a:pt x="0" y="1875"/>
                    </a:cubicBezTo>
                    <a:cubicBezTo>
                      <a:pt x="955" y="920"/>
                      <a:pt x="955" y="920"/>
                      <a:pt x="1494" y="895"/>
                    </a:cubicBezTo>
                    <a:cubicBezTo>
                      <a:pt x="1595" y="891"/>
                      <a:pt x="1695" y="882"/>
                      <a:pt x="1796" y="871"/>
                    </a:cubicBezTo>
                    <a:cubicBezTo>
                      <a:pt x="2009" y="850"/>
                      <a:pt x="2222" y="835"/>
                      <a:pt x="2435" y="820"/>
                    </a:cubicBezTo>
                    <a:cubicBezTo>
                      <a:pt x="2685" y="803"/>
                      <a:pt x="2934" y="782"/>
                      <a:pt x="3183" y="757"/>
                    </a:cubicBezTo>
                    <a:cubicBezTo>
                      <a:pt x="3282" y="748"/>
                      <a:pt x="3380" y="743"/>
                      <a:pt x="3480" y="738"/>
                    </a:cubicBezTo>
                    <a:cubicBezTo>
                      <a:pt x="3658" y="724"/>
                      <a:pt x="3796" y="705"/>
                      <a:pt x="3958" y="625"/>
                    </a:cubicBezTo>
                    <a:cubicBezTo>
                      <a:pt x="4091" y="442"/>
                      <a:pt x="4131" y="219"/>
                      <a:pt x="4167" y="0"/>
                    </a:cubicBezTo>
                    <a:close/>
                  </a:path>
                </a:pathLst>
              </a:custGeom>
              <a:solidFill>
                <a:srgbClr val="7E64AD"/>
              </a:solidFill>
              <a:ln w="2646" cap="flat">
                <a:noFill/>
              </a:ln>
            </p:spPr>
          </p:sp>
          <p:sp>
            <p:nvSpPr>
              <p:cNvPr id="2691" name="ICON_C_HEATMAP_path_125"/>
              <p:cNvSpPr/>
              <p:nvPr/>
            </p:nvSpPr>
            <p:spPr>
              <a:xfrm>
                <a:off x="8487833" y="7281333"/>
                <a:ext cx="59036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4649" h="3750" fill="norm" stroke="0">
                    <a:moveTo>
                      <a:pt x="3958" y="0"/>
                    </a:moveTo>
                    <a:cubicBezTo>
                      <a:pt x="4096" y="0"/>
                      <a:pt x="4233" y="0"/>
                      <a:pt x="4375" y="0"/>
                    </a:cubicBezTo>
                    <a:cubicBezTo>
                      <a:pt x="4417" y="369"/>
                      <a:pt x="4455" y="739"/>
                      <a:pt x="4489" y="1109"/>
                    </a:cubicBezTo>
                    <a:cubicBezTo>
                      <a:pt x="4505" y="1280"/>
                      <a:pt x="4522" y="1452"/>
                      <a:pt x="4541" y="1623"/>
                    </a:cubicBezTo>
                    <a:cubicBezTo>
                      <a:pt x="4561" y="1789"/>
                      <a:pt x="4576" y="1955"/>
                      <a:pt x="4590" y="2122"/>
                    </a:cubicBezTo>
                    <a:cubicBezTo>
                      <a:pt x="4596" y="2185"/>
                      <a:pt x="4603" y="2248"/>
                      <a:pt x="4611" y="2310"/>
                    </a:cubicBezTo>
                    <a:cubicBezTo>
                      <a:pt x="4649" y="2606"/>
                      <a:pt x="4647" y="2842"/>
                      <a:pt x="4475" y="3095"/>
                    </a:cubicBezTo>
                    <a:cubicBezTo>
                      <a:pt x="4247" y="3380"/>
                      <a:pt x="4002" y="3563"/>
                      <a:pt x="3638" y="3620"/>
                    </a:cubicBezTo>
                    <a:cubicBezTo>
                      <a:pt x="3436" y="3640"/>
                      <a:pt x="3235" y="3645"/>
                      <a:pt x="3031" y="3648"/>
                    </a:cubicBezTo>
                    <a:cubicBezTo>
                      <a:pt x="2944" y="3652"/>
                      <a:pt x="2856" y="3656"/>
                      <a:pt x="2768" y="3660"/>
                    </a:cubicBezTo>
                    <a:cubicBezTo>
                      <a:pt x="2539" y="3669"/>
                      <a:pt x="2310" y="3676"/>
                      <a:pt x="2080" y="3681"/>
                    </a:cubicBezTo>
                    <a:cubicBezTo>
                      <a:pt x="1846" y="3688"/>
                      <a:pt x="1611" y="3697"/>
                      <a:pt x="1376" y="3706"/>
                    </a:cubicBezTo>
                    <a:cubicBezTo>
                      <a:pt x="918" y="3724"/>
                      <a:pt x="459" y="3738"/>
                      <a:pt x="0" y="3750"/>
                    </a:cubicBezTo>
                    <a:cubicBezTo>
                      <a:pt x="0" y="3544"/>
                      <a:pt x="0" y="3337"/>
                      <a:pt x="0" y="3125"/>
                    </a:cubicBezTo>
                    <a:cubicBezTo>
                      <a:pt x="83" y="3127"/>
                      <a:pt x="166" y="3129"/>
                      <a:pt x="251" y="3132"/>
                    </a:cubicBezTo>
                    <a:cubicBezTo>
                      <a:pt x="530" y="3139"/>
                      <a:pt x="808" y="3143"/>
                      <a:pt x="1087" y="3147"/>
                    </a:cubicBezTo>
                    <a:cubicBezTo>
                      <a:pt x="1255" y="3149"/>
                      <a:pt x="1424" y="3152"/>
                      <a:pt x="1592" y="3156"/>
                    </a:cubicBezTo>
                    <a:cubicBezTo>
                      <a:pt x="3361" y="3205"/>
                      <a:pt x="3361" y="3205"/>
                      <a:pt x="3877" y="2808"/>
                    </a:cubicBezTo>
                    <a:cubicBezTo>
                      <a:pt x="4166" y="2452"/>
                      <a:pt x="4061" y="1850"/>
                      <a:pt x="4030" y="1424"/>
                    </a:cubicBezTo>
                    <a:cubicBezTo>
                      <a:pt x="4019" y="1264"/>
                      <a:pt x="4014" y="1103"/>
                      <a:pt x="4009" y="942"/>
                    </a:cubicBezTo>
                    <a:cubicBezTo>
                      <a:pt x="3998" y="628"/>
                      <a:pt x="3980" y="314"/>
                      <a:pt x="3958" y="0"/>
                    </a:cubicBezTo>
                    <a:close/>
                  </a:path>
                </a:pathLst>
              </a:custGeom>
              <a:solidFill>
                <a:srgbClr val="7196D3"/>
              </a:solidFill>
              <a:ln w="2646" cap="flat">
                <a:noFill/>
              </a:ln>
            </p:spPr>
          </p:sp>
          <p:sp>
            <p:nvSpPr>
              <p:cNvPr id="2692" name="ICON_C_HEATMAP_path_126"/>
              <p:cNvSpPr/>
              <p:nvPr/>
            </p:nvSpPr>
            <p:spPr>
              <a:xfrm>
                <a:off x="7733771" y="7535333"/>
                <a:ext cx="7938" cy="129646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208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25" y="3369"/>
                      <a:pt x="625" y="6737"/>
                      <a:pt x="625" y="10208"/>
                    </a:cubicBezTo>
                    <a:cubicBezTo>
                      <a:pt x="419" y="10208"/>
                      <a:pt x="213" y="10208"/>
                      <a:pt x="0" y="10208"/>
                    </a:cubicBezTo>
                    <a:cubicBezTo>
                      <a:pt x="69" y="6840"/>
                      <a:pt x="138" y="3471"/>
                      <a:pt x="208" y="0"/>
                    </a:cubicBezTo>
                    <a:close/>
                  </a:path>
                </a:pathLst>
              </a:custGeom>
              <a:solidFill>
                <a:srgbClr val="A9F5EE"/>
              </a:solidFill>
              <a:ln w="2646" cap="flat">
                <a:noFill/>
              </a:ln>
            </p:spPr>
          </p:sp>
          <p:sp>
            <p:nvSpPr>
              <p:cNvPr id="2693" name="ICON_C_HEATMAP_path_127"/>
              <p:cNvSpPr/>
              <p:nvPr/>
            </p:nvSpPr>
            <p:spPr>
              <a:xfrm>
                <a:off x="8030104" y="7403042"/>
                <a:ext cx="55562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4375" h="4583" fill="norm" stroke="0">
                    <a:moveTo>
                      <a:pt x="4167" y="0"/>
                    </a:moveTo>
                    <a:cubicBezTo>
                      <a:pt x="4235" y="0"/>
                      <a:pt x="4304" y="0"/>
                      <a:pt x="4375" y="0"/>
                    </a:cubicBezTo>
                    <a:cubicBezTo>
                      <a:pt x="4375" y="1513"/>
                      <a:pt x="4375" y="3025"/>
                      <a:pt x="4375" y="4583"/>
                    </a:cubicBezTo>
                    <a:cubicBezTo>
                      <a:pt x="2931" y="4583"/>
                      <a:pt x="1487" y="4583"/>
                      <a:pt x="0" y="4583"/>
                    </a:cubicBezTo>
                    <a:cubicBezTo>
                      <a:pt x="0" y="3621"/>
                      <a:pt x="0" y="2658"/>
                      <a:pt x="0" y="1667"/>
                    </a:cubicBezTo>
                    <a:cubicBezTo>
                      <a:pt x="69" y="1667"/>
                      <a:pt x="137" y="1667"/>
                      <a:pt x="208" y="1667"/>
                    </a:cubicBezTo>
                    <a:cubicBezTo>
                      <a:pt x="277" y="2492"/>
                      <a:pt x="346" y="3317"/>
                      <a:pt x="417" y="4167"/>
                    </a:cubicBezTo>
                    <a:cubicBezTo>
                      <a:pt x="571" y="4171"/>
                      <a:pt x="571" y="4171"/>
                      <a:pt x="1354" y="4193"/>
                    </a:cubicBezTo>
                    <a:cubicBezTo>
                      <a:pt x="1448" y="4196"/>
                      <a:pt x="1541" y="4200"/>
                      <a:pt x="1638" y="4204"/>
                    </a:cubicBezTo>
                    <a:cubicBezTo>
                      <a:pt x="2575" y="4216"/>
                      <a:pt x="3179" y="3997"/>
                      <a:pt x="4167" y="3750"/>
                    </a:cubicBezTo>
                    <a:cubicBezTo>
                      <a:pt x="4167" y="2513"/>
                      <a:pt x="4167" y="1275"/>
                      <a:pt x="4167" y="0"/>
                    </a:cubicBezTo>
                    <a:close/>
                  </a:path>
                </a:pathLst>
              </a:custGeom>
              <a:solidFill>
                <a:srgbClr val="69C0DD"/>
              </a:solidFill>
              <a:ln w="2646" cap="flat">
                <a:noFill/>
              </a:ln>
            </p:spPr>
          </p:sp>
          <p:sp>
            <p:nvSpPr>
              <p:cNvPr id="2694" name="ICON_C_HEATMAP_path_128"/>
              <p:cNvSpPr/>
              <p:nvPr/>
            </p:nvSpPr>
            <p:spPr>
              <a:xfrm>
                <a:off x="7770170" y="7675138"/>
                <a:ext cx="106476" cy="16301"/>
              </a:xfrm>
              <a:custGeom>
                <a:avLst/>
                <a:gdLst/>
                <a:ahLst/>
                <a:cxnLst/>
                <a:rect l="0" t="0" r="r" b="b"/>
                <a:pathLst>
                  <a:path w="8384" h="1284" fill="norm" stroke="0">
                    <a:moveTo>
                      <a:pt x="1454" y="10"/>
                    </a:moveTo>
                    <a:cubicBezTo>
                      <a:pt x="1530" y="10"/>
                      <a:pt x="1606" y="10"/>
                      <a:pt x="1682" y="10"/>
                    </a:cubicBezTo>
                    <a:cubicBezTo>
                      <a:pt x="1887" y="10"/>
                      <a:pt x="2091" y="11"/>
                      <a:pt x="2295" y="12"/>
                    </a:cubicBezTo>
                    <a:cubicBezTo>
                      <a:pt x="2510" y="14"/>
                      <a:pt x="2724" y="14"/>
                      <a:pt x="2939" y="14"/>
                    </a:cubicBezTo>
                    <a:cubicBezTo>
                      <a:pt x="3344" y="15"/>
                      <a:pt x="3749" y="16"/>
                      <a:pt x="4154" y="19"/>
                    </a:cubicBezTo>
                    <a:cubicBezTo>
                      <a:pt x="4615" y="21"/>
                      <a:pt x="5077" y="22"/>
                      <a:pt x="5538" y="23"/>
                    </a:cubicBezTo>
                    <a:cubicBezTo>
                      <a:pt x="6487" y="25"/>
                      <a:pt x="7435" y="29"/>
                      <a:pt x="8384" y="34"/>
                    </a:cubicBezTo>
                    <a:cubicBezTo>
                      <a:pt x="8340" y="46"/>
                      <a:pt x="8295" y="58"/>
                      <a:pt x="8249" y="70"/>
                    </a:cubicBezTo>
                    <a:cubicBezTo>
                      <a:pt x="8191" y="87"/>
                      <a:pt x="8133" y="105"/>
                      <a:pt x="8075" y="122"/>
                    </a:cubicBezTo>
                    <a:cubicBezTo>
                      <a:pt x="8046" y="130"/>
                      <a:pt x="8017" y="138"/>
                      <a:pt x="7986" y="146"/>
                    </a:cubicBezTo>
                    <a:cubicBezTo>
                      <a:pt x="7903" y="171"/>
                      <a:pt x="7833" y="196"/>
                      <a:pt x="7759" y="242"/>
                    </a:cubicBezTo>
                    <a:cubicBezTo>
                      <a:pt x="7683" y="427"/>
                      <a:pt x="7699" y="579"/>
                      <a:pt x="7720" y="776"/>
                    </a:cubicBezTo>
                    <a:cubicBezTo>
                      <a:pt x="7733" y="943"/>
                      <a:pt x="7746" y="1111"/>
                      <a:pt x="7759" y="1284"/>
                    </a:cubicBezTo>
                    <a:cubicBezTo>
                      <a:pt x="7415" y="1284"/>
                      <a:pt x="7071" y="1284"/>
                      <a:pt x="6717" y="1284"/>
                    </a:cubicBezTo>
                    <a:cubicBezTo>
                      <a:pt x="6717" y="940"/>
                      <a:pt x="6717" y="596"/>
                      <a:pt x="6717" y="242"/>
                    </a:cubicBezTo>
                    <a:cubicBezTo>
                      <a:pt x="4792" y="242"/>
                      <a:pt x="2867" y="242"/>
                      <a:pt x="884" y="242"/>
                    </a:cubicBezTo>
                    <a:cubicBezTo>
                      <a:pt x="884" y="586"/>
                      <a:pt x="884" y="929"/>
                      <a:pt x="884" y="1284"/>
                    </a:cubicBezTo>
                    <a:cubicBezTo>
                      <a:pt x="862" y="1180"/>
                      <a:pt x="841" y="1077"/>
                      <a:pt x="819" y="971"/>
                    </a:cubicBezTo>
                    <a:cubicBezTo>
                      <a:pt x="787" y="853"/>
                      <a:pt x="753" y="754"/>
                      <a:pt x="676" y="659"/>
                    </a:cubicBezTo>
                    <a:cubicBezTo>
                      <a:pt x="480" y="577"/>
                      <a:pt x="253" y="624"/>
                      <a:pt x="51" y="659"/>
                    </a:cubicBezTo>
                    <a:cubicBezTo>
                      <a:pt x="11" y="506"/>
                      <a:pt x="0" y="392"/>
                      <a:pt x="51" y="242"/>
                    </a:cubicBezTo>
                    <a:cubicBezTo>
                      <a:pt x="145" y="187"/>
                      <a:pt x="215" y="156"/>
                      <a:pt x="317" y="125"/>
                    </a:cubicBezTo>
                    <a:cubicBezTo>
                      <a:pt x="331" y="121"/>
                      <a:pt x="331" y="121"/>
                      <a:pt x="401" y="99"/>
                    </a:cubicBezTo>
                    <a:cubicBezTo>
                      <a:pt x="749" y="0"/>
                      <a:pt x="1096" y="6"/>
                      <a:pt x="1454" y="10"/>
                    </a:cubicBezTo>
                    <a:close/>
                  </a:path>
                </a:pathLst>
              </a:custGeom>
              <a:solidFill>
                <a:srgbClr val="D8E1DF"/>
              </a:solidFill>
              <a:ln w="2646" cap="flat">
                <a:noFill/>
              </a:ln>
            </p:spPr>
          </p:sp>
          <p:sp>
            <p:nvSpPr>
              <p:cNvPr id="2695" name="ICON_C_HEATMAP_path_129"/>
              <p:cNvSpPr/>
              <p:nvPr/>
            </p:nvSpPr>
            <p:spPr>
              <a:xfrm>
                <a:off x="7714948" y="7500938"/>
                <a:ext cx="8239" cy="171979"/>
              </a:xfrm>
              <a:custGeom>
                <a:avLst/>
                <a:gdLst/>
                <a:ahLst/>
                <a:cxnLst/>
                <a:rect l="0" t="0" r="r" b="b"/>
                <a:pathLst>
                  <a:path w="649" h="13542" fill="norm" stroke="0">
                    <a:moveTo>
                      <a:pt x="440" y="0"/>
                    </a:moveTo>
                    <a:cubicBezTo>
                      <a:pt x="509" y="0"/>
                      <a:pt x="578" y="0"/>
                      <a:pt x="649" y="0"/>
                    </a:cubicBezTo>
                    <a:cubicBezTo>
                      <a:pt x="649" y="4469"/>
                      <a:pt x="649" y="8938"/>
                      <a:pt x="649" y="13542"/>
                    </a:cubicBezTo>
                    <a:cubicBezTo>
                      <a:pt x="580" y="13542"/>
                      <a:pt x="511" y="13542"/>
                      <a:pt x="440" y="13542"/>
                    </a:cubicBezTo>
                    <a:cubicBezTo>
                      <a:pt x="440" y="13504"/>
                      <a:pt x="439" y="13467"/>
                      <a:pt x="438" y="13428"/>
                    </a:cubicBezTo>
                    <a:cubicBezTo>
                      <a:pt x="416" y="12519"/>
                      <a:pt x="394" y="11610"/>
                      <a:pt x="370" y="10700"/>
                    </a:cubicBezTo>
                    <a:cubicBezTo>
                      <a:pt x="358" y="10261"/>
                      <a:pt x="347" y="9821"/>
                      <a:pt x="337" y="9381"/>
                    </a:cubicBezTo>
                    <a:cubicBezTo>
                      <a:pt x="328" y="8998"/>
                      <a:pt x="318" y="8615"/>
                      <a:pt x="308" y="8231"/>
                    </a:cubicBezTo>
                    <a:cubicBezTo>
                      <a:pt x="302" y="8028"/>
                      <a:pt x="297" y="7825"/>
                      <a:pt x="293" y="7622"/>
                    </a:cubicBezTo>
                    <a:cubicBezTo>
                      <a:pt x="289" y="7431"/>
                      <a:pt x="284" y="7240"/>
                      <a:pt x="278" y="7049"/>
                    </a:cubicBezTo>
                    <a:cubicBezTo>
                      <a:pt x="276" y="6979"/>
                      <a:pt x="274" y="6909"/>
                      <a:pt x="273" y="6839"/>
                    </a:cubicBezTo>
                    <a:cubicBezTo>
                      <a:pt x="271" y="6743"/>
                      <a:pt x="268" y="6648"/>
                      <a:pt x="265" y="6552"/>
                    </a:cubicBezTo>
                    <a:cubicBezTo>
                      <a:pt x="265" y="6524"/>
                      <a:pt x="265" y="6496"/>
                      <a:pt x="264" y="6468"/>
                    </a:cubicBezTo>
                    <a:cubicBezTo>
                      <a:pt x="258" y="6310"/>
                      <a:pt x="235" y="6253"/>
                      <a:pt x="127" y="6134"/>
                    </a:cubicBezTo>
                    <a:cubicBezTo>
                      <a:pt x="93" y="6104"/>
                      <a:pt x="59" y="6073"/>
                      <a:pt x="24" y="6042"/>
                    </a:cubicBezTo>
                    <a:cubicBezTo>
                      <a:pt x="0" y="5922"/>
                      <a:pt x="0" y="5922"/>
                      <a:pt x="3" y="5794"/>
                    </a:cubicBezTo>
                    <a:cubicBezTo>
                      <a:pt x="4" y="5747"/>
                      <a:pt x="5" y="5701"/>
                      <a:pt x="5" y="5653"/>
                    </a:cubicBezTo>
                    <a:cubicBezTo>
                      <a:pt x="7" y="5605"/>
                      <a:pt x="9" y="5557"/>
                      <a:pt x="11" y="5508"/>
                    </a:cubicBezTo>
                    <a:cubicBezTo>
                      <a:pt x="12" y="5459"/>
                      <a:pt x="13" y="5410"/>
                      <a:pt x="14" y="5360"/>
                    </a:cubicBezTo>
                    <a:cubicBezTo>
                      <a:pt x="16" y="5240"/>
                      <a:pt x="19" y="5120"/>
                      <a:pt x="24" y="5000"/>
                    </a:cubicBezTo>
                    <a:cubicBezTo>
                      <a:pt x="161" y="5000"/>
                      <a:pt x="299" y="5000"/>
                      <a:pt x="440" y="5000"/>
                    </a:cubicBezTo>
                    <a:cubicBezTo>
                      <a:pt x="440" y="3350"/>
                      <a:pt x="440" y="1700"/>
                      <a:pt x="440" y="0"/>
                    </a:cubicBezTo>
                    <a:close/>
                  </a:path>
                </a:pathLst>
              </a:custGeom>
              <a:solidFill>
                <a:srgbClr val="B2B7BD"/>
              </a:solidFill>
              <a:ln w="2646" cap="flat">
                <a:noFill/>
              </a:ln>
            </p:spPr>
          </p:sp>
          <p:sp>
            <p:nvSpPr>
              <p:cNvPr id="2696" name="ICON_C_HEATMAP_path_130"/>
              <p:cNvSpPr/>
              <p:nvPr/>
            </p:nvSpPr>
            <p:spPr>
              <a:xfrm>
                <a:off x="7736417" y="7273396"/>
                <a:ext cx="76729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6042" h="625" fill="norm" stroke="0">
                    <a:moveTo>
                      <a:pt x="0" y="0"/>
                    </a:moveTo>
                    <a:cubicBezTo>
                      <a:pt x="1994" y="0"/>
                      <a:pt x="3987" y="0"/>
                      <a:pt x="6042" y="0"/>
                    </a:cubicBezTo>
                    <a:cubicBezTo>
                      <a:pt x="6042" y="206"/>
                      <a:pt x="6042" y="413"/>
                      <a:pt x="6042" y="625"/>
                    </a:cubicBezTo>
                    <a:cubicBezTo>
                      <a:pt x="4048" y="625"/>
                      <a:pt x="2054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D9F7C9"/>
              </a:solidFill>
              <a:ln w="2646" cap="flat">
                <a:noFill/>
              </a:ln>
            </p:spPr>
          </p:sp>
          <p:sp>
            <p:nvSpPr>
              <p:cNvPr id="2697" name="ICON_C_HEATMAP_path_131"/>
              <p:cNvSpPr/>
              <p:nvPr/>
            </p:nvSpPr>
            <p:spPr>
              <a:xfrm>
                <a:off x="8286750" y="7540625"/>
                <a:ext cx="47625" cy="60854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4792" fill="norm" stroke="0">
                    <a:moveTo>
                      <a:pt x="0" y="0"/>
                    </a:moveTo>
                    <a:cubicBezTo>
                      <a:pt x="1237" y="0"/>
                      <a:pt x="2475" y="0"/>
                      <a:pt x="3750" y="0"/>
                    </a:cubicBezTo>
                    <a:cubicBezTo>
                      <a:pt x="3750" y="1581"/>
                      <a:pt x="3750" y="3163"/>
                      <a:pt x="3750" y="4792"/>
                    </a:cubicBezTo>
                    <a:cubicBezTo>
                      <a:pt x="3612" y="4792"/>
                      <a:pt x="3475" y="4792"/>
                      <a:pt x="3333" y="4792"/>
                    </a:cubicBezTo>
                    <a:cubicBezTo>
                      <a:pt x="3402" y="3279"/>
                      <a:pt x="3471" y="1767"/>
                      <a:pt x="3542" y="208"/>
                    </a:cubicBezTo>
                    <a:cubicBezTo>
                      <a:pt x="2442" y="208"/>
                      <a:pt x="1342" y="208"/>
                      <a:pt x="208" y="208"/>
                    </a:cubicBezTo>
                    <a:cubicBezTo>
                      <a:pt x="183" y="1188"/>
                      <a:pt x="183" y="1188"/>
                      <a:pt x="178" y="1605"/>
                    </a:cubicBezTo>
                    <a:cubicBezTo>
                      <a:pt x="174" y="1890"/>
                      <a:pt x="170" y="2175"/>
                      <a:pt x="161" y="2460"/>
                    </a:cubicBezTo>
                    <a:cubicBezTo>
                      <a:pt x="154" y="2689"/>
                      <a:pt x="151" y="2919"/>
                      <a:pt x="149" y="3149"/>
                    </a:cubicBezTo>
                    <a:cubicBezTo>
                      <a:pt x="148" y="3236"/>
                      <a:pt x="146" y="3324"/>
                      <a:pt x="142" y="3412"/>
                    </a:cubicBezTo>
                    <a:cubicBezTo>
                      <a:pt x="121" y="3976"/>
                      <a:pt x="121" y="3976"/>
                      <a:pt x="208" y="4167"/>
                    </a:cubicBezTo>
                    <a:cubicBezTo>
                      <a:pt x="389" y="4329"/>
                      <a:pt x="597" y="4338"/>
                      <a:pt x="833" y="4375"/>
                    </a:cubicBezTo>
                    <a:cubicBezTo>
                      <a:pt x="696" y="4444"/>
                      <a:pt x="696" y="4444"/>
                      <a:pt x="0" y="4792"/>
                    </a:cubicBezTo>
                    <a:cubicBezTo>
                      <a:pt x="0" y="3210"/>
                      <a:pt x="0" y="1629"/>
                      <a:pt x="0" y="0"/>
                    </a:cubicBezTo>
                    <a:close/>
                  </a:path>
                </a:pathLst>
              </a:custGeom>
              <a:solidFill>
                <a:srgbClr val="7761AE"/>
              </a:solidFill>
              <a:ln w="2646" cap="flat">
                <a:noFill/>
              </a:ln>
            </p:spPr>
          </p:sp>
          <p:sp>
            <p:nvSpPr>
              <p:cNvPr id="2698" name="ICON_C_HEATMAP_path_132"/>
              <p:cNvSpPr/>
              <p:nvPr/>
            </p:nvSpPr>
            <p:spPr>
              <a:xfrm>
                <a:off x="7714358" y="7254875"/>
                <a:ext cx="45871" cy="66146"/>
              </a:xfrm>
              <a:custGeom>
                <a:avLst/>
                <a:gdLst/>
                <a:ahLst/>
                <a:cxnLst/>
                <a:rect l="0" t="0" r="r" b="b"/>
                <a:pathLst>
                  <a:path w="3612" h="5208" fill="norm" stroke="0">
                    <a:moveTo>
                      <a:pt x="70" y="0"/>
                    </a:moveTo>
                    <a:cubicBezTo>
                      <a:pt x="1239" y="0"/>
                      <a:pt x="2408" y="0"/>
                      <a:pt x="3612" y="0"/>
                    </a:cubicBezTo>
                    <a:cubicBezTo>
                      <a:pt x="3612" y="138"/>
                      <a:pt x="3612" y="275"/>
                      <a:pt x="3612" y="417"/>
                    </a:cubicBezTo>
                    <a:cubicBezTo>
                      <a:pt x="2649" y="485"/>
                      <a:pt x="1687" y="554"/>
                      <a:pt x="695" y="625"/>
                    </a:cubicBezTo>
                    <a:cubicBezTo>
                      <a:pt x="552" y="2169"/>
                      <a:pt x="453" y="3660"/>
                      <a:pt x="487" y="5208"/>
                    </a:cubicBezTo>
                    <a:cubicBezTo>
                      <a:pt x="418" y="5208"/>
                      <a:pt x="349" y="5208"/>
                      <a:pt x="279" y="5208"/>
                    </a:cubicBezTo>
                    <a:cubicBezTo>
                      <a:pt x="0" y="3472"/>
                      <a:pt x="55" y="1757"/>
                      <a:pt x="70" y="0"/>
                    </a:cubicBezTo>
                    <a:close/>
                  </a:path>
                </a:pathLst>
              </a:custGeom>
              <a:solidFill>
                <a:srgbClr val="BFCECE"/>
              </a:solidFill>
              <a:ln w="2646" cap="flat">
                <a:noFill/>
              </a:ln>
            </p:spPr>
          </p:sp>
          <p:sp>
            <p:nvSpPr>
              <p:cNvPr id="2699" name="ICON_C_HEATMAP_path_133"/>
              <p:cNvSpPr/>
              <p:nvPr/>
            </p:nvSpPr>
            <p:spPr>
              <a:xfrm>
                <a:off x="7860090" y="7459966"/>
                <a:ext cx="48816" cy="62137"/>
              </a:xfrm>
              <a:custGeom>
                <a:avLst/>
                <a:gdLst/>
                <a:ahLst/>
                <a:cxnLst/>
                <a:rect l="0" t="0" r="r" b="b"/>
                <a:pathLst>
                  <a:path w="3844" h="4893" fill="norm" stroke="0">
                    <a:moveTo>
                      <a:pt x="893" y="0"/>
                    </a:moveTo>
                    <a:cubicBezTo>
                      <a:pt x="992" y="1"/>
                      <a:pt x="1089" y="7"/>
                      <a:pt x="1187" y="13"/>
                    </a:cubicBezTo>
                    <a:cubicBezTo>
                      <a:pt x="1256" y="14"/>
                      <a:pt x="1325" y="14"/>
                      <a:pt x="1394" y="15"/>
                    </a:cubicBezTo>
                    <a:cubicBezTo>
                      <a:pt x="1538" y="16"/>
                      <a:pt x="1682" y="20"/>
                      <a:pt x="1825" y="27"/>
                    </a:cubicBezTo>
                    <a:cubicBezTo>
                      <a:pt x="2009" y="35"/>
                      <a:pt x="2193" y="39"/>
                      <a:pt x="2377" y="41"/>
                    </a:cubicBezTo>
                    <a:cubicBezTo>
                      <a:pt x="2554" y="43"/>
                      <a:pt x="2730" y="47"/>
                      <a:pt x="2906" y="51"/>
                    </a:cubicBezTo>
                    <a:cubicBezTo>
                      <a:pt x="2923" y="52"/>
                      <a:pt x="2923" y="52"/>
                      <a:pt x="3007" y="54"/>
                    </a:cubicBezTo>
                    <a:cubicBezTo>
                      <a:pt x="3102" y="56"/>
                      <a:pt x="3197" y="60"/>
                      <a:pt x="3291" y="64"/>
                    </a:cubicBezTo>
                    <a:cubicBezTo>
                      <a:pt x="3319" y="65"/>
                      <a:pt x="3347" y="65"/>
                      <a:pt x="3376" y="66"/>
                    </a:cubicBezTo>
                    <a:cubicBezTo>
                      <a:pt x="3516" y="74"/>
                      <a:pt x="3598" y="103"/>
                      <a:pt x="3717" y="180"/>
                    </a:cubicBezTo>
                    <a:cubicBezTo>
                      <a:pt x="3844" y="369"/>
                      <a:pt x="3831" y="531"/>
                      <a:pt x="3827" y="754"/>
                    </a:cubicBezTo>
                    <a:cubicBezTo>
                      <a:pt x="3827" y="799"/>
                      <a:pt x="3827" y="843"/>
                      <a:pt x="3827" y="889"/>
                    </a:cubicBezTo>
                    <a:cubicBezTo>
                      <a:pt x="3827" y="1037"/>
                      <a:pt x="3826" y="1185"/>
                      <a:pt x="3824" y="1332"/>
                    </a:cubicBezTo>
                    <a:cubicBezTo>
                      <a:pt x="3824" y="1435"/>
                      <a:pt x="3823" y="1537"/>
                      <a:pt x="3823" y="1640"/>
                    </a:cubicBezTo>
                    <a:cubicBezTo>
                      <a:pt x="3822" y="1882"/>
                      <a:pt x="3821" y="2124"/>
                      <a:pt x="3819" y="2366"/>
                    </a:cubicBezTo>
                    <a:cubicBezTo>
                      <a:pt x="3816" y="2641"/>
                      <a:pt x="3815" y="2917"/>
                      <a:pt x="3814" y="3192"/>
                    </a:cubicBezTo>
                    <a:cubicBezTo>
                      <a:pt x="3812" y="3759"/>
                      <a:pt x="3808" y="4326"/>
                      <a:pt x="3804" y="4893"/>
                    </a:cubicBezTo>
                    <a:cubicBezTo>
                      <a:pt x="3735" y="4893"/>
                      <a:pt x="3666" y="4893"/>
                      <a:pt x="3595" y="4893"/>
                    </a:cubicBezTo>
                    <a:cubicBezTo>
                      <a:pt x="3526" y="3449"/>
                      <a:pt x="3458" y="2005"/>
                      <a:pt x="3387" y="518"/>
                    </a:cubicBezTo>
                    <a:cubicBezTo>
                      <a:pt x="3017" y="496"/>
                      <a:pt x="2648" y="475"/>
                      <a:pt x="2267" y="453"/>
                    </a:cubicBezTo>
                    <a:cubicBezTo>
                      <a:pt x="2151" y="443"/>
                      <a:pt x="2035" y="434"/>
                      <a:pt x="1916" y="424"/>
                    </a:cubicBezTo>
                    <a:cubicBezTo>
                      <a:pt x="1239" y="390"/>
                      <a:pt x="1239" y="390"/>
                      <a:pt x="1006" y="597"/>
                    </a:cubicBezTo>
                    <a:cubicBezTo>
                      <a:pt x="535" y="1249"/>
                      <a:pt x="588" y="2311"/>
                      <a:pt x="554" y="3080"/>
                    </a:cubicBezTo>
                    <a:cubicBezTo>
                      <a:pt x="545" y="3261"/>
                      <a:pt x="534" y="3443"/>
                      <a:pt x="524" y="3624"/>
                    </a:cubicBezTo>
                    <a:cubicBezTo>
                      <a:pt x="504" y="3978"/>
                      <a:pt x="486" y="4331"/>
                      <a:pt x="470" y="4684"/>
                    </a:cubicBezTo>
                    <a:cubicBezTo>
                      <a:pt x="401" y="4684"/>
                      <a:pt x="333" y="4684"/>
                      <a:pt x="262" y="4684"/>
                    </a:cubicBezTo>
                    <a:cubicBezTo>
                      <a:pt x="225" y="4210"/>
                      <a:pt x="190" y="3736"/>
                      <a:pt x="159" y="3261"/>
                    </a:cubicBezTo>
                    <a:cubicBezTo>
                      <a:pt x="144" y="3040"/>
                      <a:pt x="129" y="2820"/>
                      <a:pt x="111" y="2600"/>
                    </a:cubicBezTo>
                    <a:cubicBezTo>
                      <a:pt x="94" y="2386"/>
                      <a:pt x="80" y="2173"/>
                      <a:pt x="67" y="1959"/>
                    </a:cubicBezTo>
                    <a:cubicBezTo>
                      <a:pt x="61" y="1878"/>
                      <a:pt x="55" y="1798"/>
                      <a:pt x="48" y="1717"/>
                    </a:cubicBezTo>
                    <a:cubicBezTo>
                      <a:pt x="0" y="1154"/>
                      <a:pt x="49" y="640"/>
                      <a:pt x="399" y="173"/>
                    </a:cubicBezTo>
                    <a:cubicBezTo>
                      <a:pt x="543" y="29"/>
                      <a:pt x="696" y="7"/>
                      <a:pt x="893" y="0"/>
                    </a:cubicBezTo>
                    <a:close/>
                  </a:path>
                </a:pathLst>
              </a:custGeom>
              <a:solidFill>
                <a:srgbClr val="76C5E1"/>
              </a:solidFill>
              <a:ln w="2646" cap="flat">
                <a:noFill/>
              </a:ln>
            </p:spPr>
          </p:sp>
          <p:sp>
            <p:nvSpPr>
              <p:cNvPr id="2700" name="ICON_C_HEATMAP_path_134"/>
              <p:cNvSpPr/>
              <p:nvPr/>
            </p:nvSpPr>
            <p:spPr>
              <a:xfrm>
                <a:off x="8282210" y="7471833"/>
                <a:ext cx="49519" cy="58941"/>
              </a:xfrm>
              <a:custGeom>
                <a:avLst/>
                <a:gdLst/>
                <a:ahLst/>
                <a:cxnLst/>
                <a:rect l="0" t="0" r="r" b="b"/>
                <a:pathLst>
                  <a:path w="3899" h="4641" fill="norm" stroke="0">
                    <a:moveTo>
                      <a:pt x="149" y="0"/>
                    </a:moveTo>
                    <a:cubicBezTo>
                      <a:pt x="218" y="0"/>
                      <a:pt x="287" y="0"/>
                      <a:pt x="358" y="0"/>
                    </a:cubicBezTo>
                    <a:cubicBezTo>
                      <a:pt x="561" y="966"/>
                      <a:pt x="585" y="1921"/>
                      <a:pt x="579" y="2904"/>
                    </a:cubicBezTo>
                    <a:cubicBezTo>
                      <a:pt x="579" y="2919"/>
                      <a:pt x="579" y="2919"/>
                      <a:pt x="578" y="2998"/>
                    </a:cubicBezTo>
                    <a:cubicBezTo>
                      <a:pt x="576" y="3388"/>
                      <a:pt x="572" y="3777"/>
                      <a:pt x="566" y="4167"/>
                    </a:cubicBezTo>
                    <a:cubicBezTo>
                      <a:pt x="591" y="4160"/>
                      <a:pt x="616" y="4153"/>
                      <a:pt x="642" y="4146"/>
                    </a:cubicBezTo>
                    <a:cubicBezTo>
                      <a:pt x="1394" y="3951"/>
                      <a:pt x="2052" y="3960"/>
                      <a:pt x="2818" y="4050"/>
                    </a:cubicBezTo>
                    <a:cubicBezTo>
                      <a:pt x="2924" y="4061"/>
                      <a:pt x="3030" y="4072"/>
                      <a:pt x="3135" y="4082"/>
                    </a:cubicBezTo>
                    <a:cubicBezTo>
                      <a:pt x="3390" y="4109"/>
                      <a:pt x="3645" y="4137"/>
                      <a:pt x="3899" y="4167"/>
                    </a:cubicBezTo>
                    <a:cubicBezTo>
                      <a:pt x="3899" y="4304"/>
                      <a:pt x="3899" y="4442"/>
                      <a:pt x="3899" y="4583"/>
                    </a:cubicBezTo>
                    <a:cubicBezTo>
                      <a:pt x="3503" y="4593"/>
                      <a:pt x="3106" y="4600"/>
                      <a:pt x="2709" y="4605"/>
                    </a:cubicBezTo>
                    <a:cubicBezTo>
                      <a:pt x="2525" y="4607"/>
                      <a:pt x="2341" y="4610"/>
                      <a:pt x="2156" y="4615"/>
                    </a:cubicBezTo>
                    <a:cubicBezTo>
                      <a:pt x="1978" y="4619"/>
                      <a:pt x="1800" y="4622"/>
                      <a:pt x="1621" y="4623"/>
                    </a:cubicBezTo>
                    <a:cubicBezTo>
                      <a:pt x="1554" y="4624"/>
                      <a:pt x="1486" y="4625"/>
                      <a:pt x="1419" y="4627"/>
                    </a:cubicBezTo>
                    <a:cubicBezTo>
                      <a:pt x="996" y="4641"/>
                      <a:pt x="602" y="4600"/>
                      <a:pt x="266" y="4317"/>
                    </a:cubicBezTo>
                    <a:cubicBezTo>
                      <a:pt x="0" y="4030"/>
                      <a:pt x="75" y="3576"/>
                      <a:pt x="88" y="3215"/>
                    </a:cubicBezTo>
                    <a:cubicBezTo>
                      <a:pt x="89" y="3122"/>
                      <a:pt x="90" y="3029"/>
                      <a:pt x="91" y="2936"/>
                    </a:cubicBezTo>
                    <a:cubicBezTo>
                      <a:pt x="93" y="2693"/>
                      <a:pt x="99" y="2450"/>
                      <a:pt x="106" y="2206"/>
                    </a:cubicBezTo>
                    <a:cubicBezTo>
                      <a:pt x="113" y="1958"/>
                      <a:pt x="115" y="1709"/>
                      <a:pt x="119" y="1461"/>
                    </a:cubicBezTo>
                    <a:cubicBezTo>
                      <a:pt x="125" y="974"/>
                      <a:pt x="136" y="487"/>
                      <a:pt x="149" y="0"/>
                    </a:cubicBezTo>
                    <a:close/>
                  </a:path>
                </a:pathLst>
              </a:custGeom>
              <a:solidFill>
                <a:srgbClr val="7865B3"/>
              </a:solidFill>
              <a:ln w="2646" cap="flat">
                <a:noFill/>
              </a:ln>
            </p:spPr>
          </p:sp>
          <p:sp>
            <p:nvSpPr>
              <p:cNvPr id="2701" name="ICON_C_HEATMAP_path_135"/>
              <p:cNvSpPr/>
              <p:nvPr/>
            </p:nvSpPr>
            <p:spPr>
              <a:xfrm>
                <a:off x="8286751" y="7458153"/>
                <a:ext cx="47625" cy="11036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869" fill="norm" stroke="0">
                    <a:moveTo>
                      <a:pt x="1532" y="15"/>
                    </a:moveTo>
                    <a:cubicBezTo>
                      <a:pt x="1597" y="16"/>
                      <a:pt x="1661" y="16"/>
                      <a:pt x="1726" y="16"/>
                    </a:cubicBezTo>
                    <a:cubicBezTo>
                      <a:pt x="1893" y="17"/>
                      <a:pt x="2061" y="19"/>
                      <a:pt x="2228" y="21"/>
                    </a:cubicBezTo>
                    <a:cubicBezTo>
                      <a:pt x="2400" y="23"/>
                      <a:pt x="2572" y="24"/>
                      <a:pt x="2744" y="25"/>
                    </a:cubicBezTo>
                    <a:cubicBezTo>
                      <a:pt x="3079" y="28"/>
                      <a:pt x="3415" y="31"/>
                      <a:pt x="3750" y="36"/>
                    </a:cubicBezTo>
                    <a:cubicBezTo>
                      <a:pt x="3750" y="311"/>
                      <a:pt x="3750" y="586"/>
                      <a:pt x="3750" y="869"/>
                    </a:cubicBezTo>
                    <a:cubicBezTo>
                      <a:pt x="2512" y="869"/>
                      <a:pt x="1275" y="869"/>
                      <a:pt x="0" y="869"/>
                    </a:cubicBezTo>
                    <a:cubicBezTo>
                      <a:pt x="208" y="244"/>
                      <a:pt x="208" y="244"/>
                      <a:pt x="490" y="102"/>
                    </a:cubicBezTo>
                    <a:cubicBezTo>
                      <a:pt x="825" y="0"/>
                      <a:pt x="1186" y="9"/>
                      <a:pt x="1532" y="15"/>
                    </a:cubicBezTo>
                    <a:close/>
                  </a:path>
                </a:pathLst>
              </a:custGeom>
              <a:solidFill>
                <a:srgbClr val="8171BE"/>
              </a:solidFill>
              <a:ln w="2646" cap="flat">
                <a:noFill/>
              </a:ln>
            </p:spPr>
          </p:sp>
          <p:sp>
            <p:nvSpPr>
              <p:cNvPr id="2702" name="ICON_C_HEATMAP_path_136"/>
              <p:cNvSpPr/>
              <p:nvPr/>
            </p:nvSpPr>
            <p:spPr>
              <a:xfrm>
                <a:off x="7918979" y="7270750"/>
                <a:ext cx="50676" cy="63823"/>
              </a:xfrm>
              <a:custGeom>
                <a:avLst/>
                <a:gdLst/>
                <a:ahLst/>
                <a:cxnLst/>
                <a:rect l="0" t="0" r="r" b="b"/>
                <a:pathLst>
                  <a:path w="3990" h="5025" fill="norm" stroke="0">
                    <a:moveTo>
                      <a:pt x="2500" y="0"/>
                    </a:moveTo>
                    <a:cubicBezTo>
                      <a:pt x="2913" y="0"/>
                      <a:pt x="3325" y="0"/>
                      <a:pt x="3750" y="0"/>
                    </a:cubicBezTo>
                    <a:cubicBezTo>
                      <a:pt x="3920" y="594"/>
                      <a:pt x="3990" y="1105"/>
                      <a:pt x="3970" y="1720"/>
                    </a:cubicBezTo>
                    <a:cubicBezTo>
                      <a:pt x="3969" y="1760"/>
                      <a:pt x="3967" y="1801"/>
                      <a:pt x="3966" y="1842"/>
                    </a:cubicBezTo>
                    <a:cubicBezTo>
                      <a:pt x="3960" y="2053"/>
                      <a:pt x="3952" y="2264"/>
                      <a:pt x="3942" y="2475"/>
                    </a:cubicBezTo>
                    <a:cubicBezTo>
                      <a:pt x="3935" y="2649"/>
                      <a:pt x="3931" y="2822"/>
                      <a:pt x="3929" y="2995"/>
                    </a:cubicBezTo>
                    <a:cubicBezTo>
                      <a:pt x="3915" y="4361"/>
                      <a:pt x="3915" y="4361"/>
                      <a:pt x="3660" y="4704"/>
                    </a:cubicBezTo>
                    <a:cubicBezTo>
                      <a:pt x="3381" y="4934"/>
                      <a:pt x="3060" y="4979"/>
                      <a:pt x="2708" y="5000"/>
                    </a:cubicBezTo>
                    <a:cubicBezTo>
                      <a:pt x="2695" y="5001"/>
                      <a:pt x="2695" y="5001"/>
                      <a:pt x="2630" y="5005"/>
                    </a:cubicBezTo>
                    <a:cubicBezTo>
                      <a:pt x="2246" y="5025"/>
                      <a:pt x="1871" y="4998"/>
                      <a:pt x="1490" y="4956"/>
                    </a:cubicBezTo>
                    <a:cubicBezTo>
                      <a:pt x="1377" y="4945"/>
                      <a:pt x="1263" y="4937"/>
                      <a:pt x="1149" y="4929"/>
                    </a:cubicBezTo>
                    <a:cubicBezTo>
                      <a:pt x="1039" y="4921"/>
                      <a:pt x="928" y="4911"/>
                      <a:pt x="818" y="4900"/>
                    </a:cubicBezTo>
                    <a:cubicBezTo>
                      <a:pt x="741" y="4893"/>
                      <a:pt x="664" y="4887"/>
                      <a:pt x="586" y="4881"/>
                    </a:cubicBezTo>
                    <a:cubicBezTo>
                      <a:pt x="540" y="4876"/>
                      <a:pt x="493" y="4870"/>
                      <a:pt x="445" y="4865"/>
                    </a:cubicBezTo>
                    <a:cubicBezTo>
                      <a:pt x="425" y="4863"/>
                      <a:pt x="425" y="4863"/>
                      <a:pt x="321" y="4852"/>
                    </a:cubicBezTo>
                    <a:cubicBezTo>
                      <a:pt x="208" y="4792"/>
                      <a:pt x="208" y="4792"/>
                      <a:pt x="0" y="4375"/>
                    </a:cubicBezTo>
                    <a:cubicBezTo>
                      <a:pt x="584" y="4341"/>
                      <a:pt x="584" y="4341"/>
                      <a:pt x="3542" y="4167"/>
                    </a:cubicBezTo>
                    <a:cubicBezTo>
                      <a:pt x="3542" y="2860"/>
                      <a:pt x="3542" y="1554"/>
                      <a:pt x="3542" y="208"/>
                    </a:cubicBezTo>
                    <a:cubicBezTo>
                      <a:pt x="3198" y="208"/>
                      <a:pt x="2854" y="208"/>
                      <a:pt x="2500" y="208"/>
                    </a:cubicBezTo>
                    <a:cubicBezTo>
                      <a:pt x="2500" y="140"/>
                      <a:pt x="2500" y="71"/>
                      <a:pt x="2500" y="0"/>
                    </a:cubicBezTo>
                    <a:close/>
                  </a:path>
                </a:pathLst>
              </a:custGeom>
              <a:solidFill>
                <a:srgbClr val="E6EFA4"/>
              </a:solidFill>
              <a:ln w="2646" cap="flat">
                <a:noFill/>
              </a:ln>
            </p:spPr>
          </p:sp>
          <p:sp>
            <p:nvSpPr>
              <p:cNvPr id="2703" name="ICON_C_HEATMAP_path_137"/>
              <p:cNvSpPr/>
              <p:nvPr/>
            </p:nvSpPr>
            <p:spPr>
              <a:xfrm>
                <a:off x="7971896" y="7537979"/>
                <a:ext cx="59920" cy="69543"/>
              </a:xfrm>
              <a:custGeom>
                <a:avLst/>
                <a:gdLst/>
                <a:ahLst/>
                <a:cxnLst/>
                <a:rect l="0" t="0" r="r" b="b"/>
                <a:pathLst>
                  <a:path w="4718" h="5476" fill="norm" stroke="0">
                    <a:moveTo>
                      <a:pt x="4167" y="0"/>
                    </a:moveTo>
                    <a:cubicBezTo>
                      <a:pt x="4235" y="0"/>
                      <a:pt x="4304" y="0"/>
                      <a:pt x="4375" y="0"/>
                    </a:cubicBezTo>
                    <a:cubicBezTo>
                      <a:pt x="4427" y="614"/>
                      <a:pt x="4472" y="1227"/>
                      <a:pt x="4510" y="1842"/>
                    </a:cubicBezTo>
                    <a:cubicBezTo>
                      <a:pt x="4528" y="2127"/>
                      <a:pt x="4548" y="2412"/>
                      <a:pt x="4573" y="2697"/>
                    </a:cubicBezTo>
                    <a:cubicBezTo>
                      <a:pt x="4594" y="2946"/>
                      <a:pt x="4612" y="3195"/>
                      <a:pt x="4625" y="3444"/>
                    </a:cubicBezTo>
                    <a:cubicBezTo>
                      <a:pt x="4632" y="3576"/>
                      <a:pt x="4641" y="3707"/>
                      <a:pt x="4655" y="3838"/>
                    </a:cubicBezTo>
                    <a:cubicBezTo>
                      <a:pt x="4718" y="4491"/>
                      <a:pt x="4718" y="4491"/>
                      <a:pt x="4583" y="4792"/>
                    </a:cubicBezTo>
                    <a:cubicBezTo>
                      <a:pt x="4276" y="5155"/>
                      <a:pt x="3779" y="5393"/>
                      <a:pt x="3311" y="5460"/>
                    </a:cubicBezTo>
                    <a:cubicBezTo>
                      <a:pt x="3093" y="5476"/>
                      <a:pt x="2882" y="5456"/>
                      <a:pt x="2665" y="5432"/>
                    </a:cubicBezTo>
                    <a:cubicBezTo>
                      <a:pt x="2587" y="5426"/>
                      <a:pt x="2509" y="5421"/>
                      <a:pt x="2431" y="5415"/>
                    </a:cubicBezTo>
                    <a:cubicBezTo>
                      <a:pt x="2230" y="5401"/>
                      <a:pt x="2029" y="5383"/>
                      <a:pt x="1828" y="5363"/>
                    </a:cubicBezTo>
                    <a:cubicBezTo>
                      <a:pt x="1622" y="5344"/>
                      <a:pt x="1415" y="5329"/>
                      <a:pt x="1208" y="5313"/>
                    </a:cubicBezTo>
                    <a:cubicBezTo>
                      <a:pt x="805" y="5282"/>
                      <a:pt x="402" y="5247"/>
                      <a:pt x="0" y="5208"/>
                    </a:cubicBezTo>
                    <a:cubicBezTo>
                      <a:pt x="130" y="5017"/>
                      <a:pt x="273" y="4831"/>
                      <a:pt x="504" y="4768"/>
                    </a:cubicBezTo>
                    <a:cubicBezTo>
                      <a:pt x="761" y="4732"/>
                      <a:pt x="1020" y="4744"/>
                      <a:pt x="1278" y="4751"/>
                    </a:cubicBezTo>
                    <a:cubicBezTo>
                      <a:pt x="1352" y="4752"/>
                      <a:pt x="1426" y="4752"/>
                      <a:pt x="1500" y="4752"/>
                    </a:cubicBezTo>
                    <a:cubicBezTo>
                      <a:pt x="1772" y="4754"/>
                      <a:pt x="2045" y="4760"/>
                      <a:pt x="2318" y="4766"/>
                    </a:cubicBezTo>
                    <a:cubicBezTo>
                      <a:pt x="2928" y="4774"/>
                      <a:pt x="3538" y="4783"/>
                      <a:pt x="4167" y="4792"/>
                    </a:cubicBezTo>
                    <a:cubicBezTo>
                      <a:pt x="4167" y="3210"/>
                      <a:pt x="4167" y="1629"/>
                      <a:pt x="4167" y="0"/>
                    </a:cubicBezTo>
                    <a:close/>
                  </a:path>
                </a:pathLst>
              </a:custGeom>
              <a:solidFill>
                <a:srgbClr val="89CAE2"/>
              </a:solidFill>
              <a:ln w="2646" cap="flat">
                <a:noFill/>
              </a:ln>
            </p:spPr>
          </p:sp>
          <p:sp>
            <p:nvSpPr>
              <p:cNvPr id="2704" name="ICON_C_HEATMAP_path_138"/>
              <p:cNvSpPr/>
              <p:nvPr/>
            </p:nvSpPr>
            <p:spPr>
              <a:xfrm>
                <a:off x="7741708" y="7281333"/>
                <a:ext cx="74411" cy="43222"/>
              </a:xfrm>
              <a:custGeom>
                <a:avLst/>
                <a:gdLst/>
                <a:ahLst/>
                <a:cxnLst/>
                <a:rect l="0" t="0" r="r" b="b"/>
                <a:pathLst>
                  <a:path w="5859" h="3403" fill="norm" stroke="0">
                    <a:moveTo>
                      <a:pt x="5625" y="0"/>
                    </a:moveTo>
                    <a:cubicBezTo>
                      <a:pt x="5694" y="0"/>
                      <a:pt x="5763" y="0"/>
                      <a:pt x="5833" y="0"/>
                    </a:cubicBezTo>
                    <a:cubicBezTo>
                      <a:pt x="5838" y="404"/>
                      <a:pt x="5842" y="808"/>
                      <a:pt x="5844" y="1211"/>
                    </a:cubicBezTo>
                    <a:cubicBezTo>
                      <a:pt x="5845" y="1399"/>
                      <a:pt x="5847" y="1587"/>
                      <a:pt x="5849" y="1774"/>
                    </a:cubicBezTo>
                    <a:cubicBezTo>
                      <a:pt x="5851" y="1955"/>
                      <a:pt x="5852" y="2136"/>
                      <a:pt x="5853" y="2317"/>
                    </a:cubicBezTo>
                    <a:cubicBezTo>
                      <a:pt x="5854" y="2386"/>
                      <a:pt x="5854" y="2455"/>
                      <a:pt x="5855" y="2524"/>
                    </a:cubicBezTo>
                    <a:cubicBezTo>
                      <a:pt x="5857" y="2621"/>
                      <a:pt x="5857" y="2718"/>
                      <a:pt x="5857" y="2815"/>
                    </a:cubicBezTo>
                    <a:cubicBezTo>
                      <a:pt x="5858" y="2843"/>
                      <a:pt x="5859" y="2871"/>
                      <a:pt x="5859" y="2901"/>
                    </a:cubicBezTo>
                    <a:cubicBezTo>
                      <a:pt x="5858" y="3041"/>
                      <a:pt x="5833" y="3126"/>
                      <a:pt x="5761" y="3247"/>
                    </a:cubicBezTo>
                    <a:cubicBezTo>
                      <a:pt x="5578" y="3403"/>
                      <a:pt x="5312" y="3360"/>
                      <a:pt x="5085" y="3357"/>
                    </a:cubicBezTo>
                    <a:cubicBezTo>
                      <a:pt x="5030" y="3357"/>
                      <a:pt x="4974" y="3357"/>
                      <a:pt x="4919" y="3357"/>
                    </a:cubicBezTo>
                    <a:cubicBezTo>
                      <a:pt x="4768" y="3357"/>
                      <a:pt x="4618" y="3356"/>
                      <a:pt x="4468" y="3354"/>
                    </a:cubicBezTo>
                    <a:cubicBezTo>
                      <a:pt x="4311" y="3353"/>
                      <a:pt x="4154" y="3353"/>
                      <a:pt x="3997" y="3353"/>
                    </a:cubicBezTo>
                    <a:cubicBezTo>
                      <a:pt x="3699" y="3352"/>
                      <a:pt x="3402" y="3350"/>
                      <a:pt x="3105" y="3348"/>
                    </a:cubicBezTo>
                    <a:cubicBezTo>
                      <a:pt x="2766" y="3346"/>
                      <a:pt x="2428" y="3345"/>
                      <a:pt x="2089" y="3344"/>
                    </a:cubicBezTo>
                    <a:cubicBezTo>
                      <a:pt x="1393" y="3342"/>
                      <a:pt x="696" y="3338"/>
                      <a:pt x="0" y="3333"/>
                    </a:cubicBezTo>
                    <a:cubicBezTo>
                      <a:pt x="69" y="3127"/>
                      <a:pt x="138" y="2921"/>
                      <a:pt x="208" y="2708"/>
                    </a:cubicBezTo>
                    <a:cubicBezTo>
                      <a:pt x="306" y="2723"/>
                      <a:pt x="403" y="2738"/>
                      <a:pt x="503" y="2754"/>
                    </a:cubicBezTo>
                    <a:cubicBezTo>
                      <a:pt x="1582" y="2911"/>
                      <a:pt x="2639" y="2943"/>
                      <a:pt x="3728" y="2931"/>
                    </a:cubicBezTo>
                    <a:cubicBezTo>
                      <a:pt x="3981" y="2928"/>
                      <a:pt x="4235" y="2928"/>
                      <a:pt x="4488" y="2926"/>
                    </a:cubicBezTo>
                    <a:cubicBezTo>
                      <a:pt x="4867" y="2924"/>
                      <a:pt x="5246" y="2920"/>
                      <a:pt x="5625" y="2917"/>
                    </a:cubicBezTo>
                    <a:cubicBezTo>
                      <a:pt x="5625" y="1954"/>
                      <a:pt x="5625" y="992"/>
                      <a:pt x="5625" y="0"/>
                    </a:cubicBezTo>
                    <a:close/>
                  </a:path>
                </a:pathLst>
              </a:custGeom>
              <a:solidFill>
                <a:srgbClr val="CDECA9"/>
              </a:solidFill>
              <a:ln w="2646" cap="flat">
                <a:noFill/>
              </a:ln>
            </p:spPr>
          </p:sp>
          <p:sp>
            <p:nvSpPr>
              <p:cNvPr id="2705" name="ICON_C_HEATMAP_path_139"/>
              <p:cNvSpPr/>
              <p:nvPr/>
            </p:nvSpPr>
            <p:spPr>
              <a:xfrm>
                <a:off x="7966604" y="7254875"/>
                <a:ext cx="58208" cy="8967"/>
              </a:xfrm>
              <a:custGeom>
                <a:avLst/>
                <a:gdLst/>
                <a:ahLst/>
                <a:cxnLst/>
                <a:rect l="0" t="0" r="r" b="b"/>
                <a:pathLst>
                  <a:path w="4583" h="706" fill="norm" stroke="0">
                    <a:moveTo>
                      <a:pt x="0" y="0"/>
                    </a:moveTo>
                    <a:cubicBezTo>
                      <a:pt x="1513" y="0"/>
                      <a:pt x="3025" y="0"/>
                      <a:pt x="4583" y="0"/>
                    </a:cubicBezTo>
                    <a:cubicBezTo>
                      <a:pt x="4515" y="206"/>
                      <a:pt x="4446" y="413"/>
                      <a:pt x="4375" y="625"/>
                    </a:cubicBezTo>
                    <a:cubicBezTo>
                      <a:pt x="4196" y="695"/>
                      <a:pt x="4132" y="706"/>
                      <a:pt x="3950" y="696"/>
                    </a:cubicBezTo>
                    <a:cubicBezTo>
                      <a:pt x="3928" y="696"/>
                      <a:pt x="3928" y="696"/>
                      <a:pt x="3820" y="696"/>
                    </a:cubicBezTo>
                    <a:cubicBezTo>
                      <a:pt x="3679" y="696"/>
                      <a:pt x="3539" y="691"/>
                      <a:pt x="3398" y="686"/>
                    </a:cubicBezTo>
                    <a:cubicBezTo>
                      <a:pt x="3300" y="685"/>
                      <a:pt x="3202" y="684"/>
                      <a:pt x="3104" y="683"/>
                    </a:cubicBezTo>
                    <a:cubicBezTo>
                      <a:pt x="2873" y="681"/>
                      <a:pt x="2642" y="676"/>
                      <a:pt x="2411" y="670"/>
                    </a:cubicBezTo>
                    <a:cubicBezTo>
                      <a:pt x="2123" y="662"/>
                      <a:pt x="1834" y="659"/>
                      <a:pt x="1545" y="655"/>
                    </a:cubicBezTo>
                    <a:cubicBezTo>
                      <a:pt x="1030" y="649"/>
                      <a:pt x="515" y="638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B9CECE"/>
              </a:solidFill>
              <a:ln w="2646" cap="flat">
                <a:noFill/>
              </a:ln>
            </p:spPr>
          </p:sp>
          <p:sp>
            <p:nvSpPr>
              <p:cNvPr id="2706" name="ICON_C_HEATMAP_path_140"/>
              <p:cNvSpPr/>
              <p:nvPr/>
            </p:nvSpPr>
            <p:spPr>
              <a:xfrm>
                <a:off x="8413750" y="7657042"/>
                <a:ext cx="127000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0000" h="1042" fill="norm" stroke="0">
                    <a:moveTo>
                      <a:pt x="5625" y="0"/>
                    </a:moveTo>
                    <a:cubicBezTo>
                      <a:pt x="5694" y="275"/>
                      <a:pt x="5763" y="550"/>
                      <a:pt x="5833" y="833"/>
                    </a:cubicBezTo>
                    <a:cubicBezTo>
                      <a:pt x="5919" y="799"/>
                      <a:pt x="6005" y="764"/>
                      <a:pt x="6094" y="727"/>
                    </a:cubicBezTo>
                    <a:cubicBezTo>
                      <a:pt x="6495" y="584"/>
                      <a:pt x="6876" y="618"/>
                      <a:pt x="7294" y="650"/>
                    </a:cubicBezTo>
                    <a:cubicBezTo>
                      <a:pt x="7373" y="655"/>
                      <a:pt x="7451" y="660"/>
                      <a:pt x="7530" y="665"/>
                    </a:cubicBezTo>
                    <a:cubicBezTo>
                      <a:pt x="7734" y="678"/>
                      <a:pt x="7939" y="692"/>
                      <a:pt x="8143" y="707"/>
                    </a:cubicBezTo>
                    <a:cubicBezTo>
                      <a:pt x="8352" y="722"/>
                      <a:pt x="8562" y="736"/>
                      <a:pt x="8772" y="749"/>
                    </a:cubicBezTo>
                    <a:cubicBezTo>
                      <a:pt x="9181" y="776"/>
                      <a:pt x="9591" y="804"/>
                      <a:pt x="10000" y="833"/>
                    </a:cubicBezTo>
                    <a:cubicBezTo>
                      <a:pt x="10000" y="902"/>
                      <a:pt x="10000" y="971"/>
                      <a:pt x="10000" y="1042"/>
                    </a:cubicBezTo>
                    <a:cubicBezTo>
                      <a:pt x="6700" y="1042"/>
                      <a:pt x="3400" y="1042"/>
                      <a:pt x="0" y="1042"/>
                    </a:cubicBezTo>
                    <a:cubicBezTo>
                      <a:pt x="0" y="835"/>
                      <a:pt x="0" y="629"/>
                      <a:pt x="0" y="417"/>
                    </a:cubicBezTo>
                    <a:cubicBezTo>
                      <a:pt x="63" y="431"/>
                      <a:pt x="126" y="445"/>
                      <a:pt x="191" y="460"/>
                    </a:cubicBezTo>
                    <a:cubicBezTo>
                      <a:pt x="829" y="599"/>
                      <a:pt x="1448" y="666"/>
                      <a:pt x="2100" y="691"/>
                    </a:cubicBezTo>
                    <a:cubicBezTo>
                      <a:pt x="2197" y="695"/>
                      <a:pt x="2294" y="700"/>
                      <a:pt x="2390" y="704"/>
                    </a:cubicBezTo>
                    <a:cubicBezTo>
                      <a:pt x="2641" y="715"/>
                      <a:pt x="2891" y="726"/>
                      <a:pt x="3141" y="736"/>
                    </a:cubicBezTo>
                    <a:cubicBezTo>
                      <a:pt x="3398" y="746"/>
                      <a:pt x="3655" y="758"/>
                      <a:pt x="3912" y="769"/>
                    </a:cubicBezTo>
                    <a:cubicBezTo>
                      <a:pt x="4414" y="792"/>
                      <a:pt x="4915" y="813"/>
                      <a:pt x="5417" y="833"/>
                    </a:cubicBezTo>
                    <a:cubicBezTo>
                      <a:pt x="5485" y="558"/>
                      <a:pt x="5554" y="283"/>
                      <a:pt x="5625" y="0"/>
                    </a:cubicBezTo>
                    <a:close/>
                  </a:path>
                </a:pathLst>
              </a:custGeom>
              <a:solidFill>
                <a:srgbClr val="69529C"/>
              </a:solidFill>
              <a:ln w="2646" cap="flat">
                <a:noFill/>
              </a:ln>
            </p:spPr>
          </p:sp>
          <p:sp>
            <p:nvSpPr>
              <p:cNvPr id="2707" name="ICON_C_HEATMAP_path_141"/>
              <p:cNvSpPr/>
              <p:nvPr/>
            </p:nvSpPr>
            <p:spPr>
              <a:xfrm>
                <a:off x="7968340" y="7381875"/>
                <a:ext cx="51181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4030" h="2708" fill="norm" stroke="0">
                    <a:moveTo>
                      <a:pt x="3822" y="0"/>
                    </a:moveTo>
                    <a:cubicBezTo>
                      <a:pt x="3890" y="0"/>
                      <a:pt x="3959" y="0"/>
                      <a:pt x="4030" y="0"/>
                    </a:cubicBezTo>
                    <a:cubicBezTo>
                      <a:pt x="4030" y="413"/>
                      <a:pt x="4030" y="825"/>
                      <a:pt x="4030" y="1250"/>
                    </a:cubicBezTo>
                    <a:cubicBezTo>
                      <a:pt x="3961" y="1112"/>
                      <a:pt x="3893" y="975"/>
                      <a:pt x="3822" y="833"/>
                    </a:cubicBezTo>
                    <a:cubicBezTo>
                      <a:pt x="3690" y="801"/>
                      <a:pt x="3644" y="799"/>
                      <a:pt x="3518" y="824"/>
                    </a:cubicBezTo>
                    <a:cubicBezTo>
                      <a:pt x="3488" y="827"/>
                      <a:pt x="3458" y="832"/>
                      <a:pt x="3427" y="836"/>
                    </a:cubicBezTo>
                    <a:cubicBezTo>
                      <a:pt x="3329" y="850"/>
                      <a:pt x="3231" y="867"/>
                      <a:pt x="3132" y="885"/>
                    </a:cubicBezTo>
                    <a:cubicBezTo>
                      <a:pt x="3064" y="897"/>
                      <a:pt x="2995" y="909"/>
                      <a:pt x="2926" y="920"/>
                    </a:cubicBezTo>
                    <a:cubicBezTo>
                      <a:pt x="2782" y="945"/>
                      <a:pt x="2638" y="972"/>
                      <a:pt x="2494" y="1000"/>
                    </a:cubicBezTo>
                    <a:cubicBezTo>
                      <a:pt x="2347" y="1029"/>
                      <a:pt x="2200" y="1053"/>
                      <a:pt x="2052" y="1074"/>
                    </a:cubicBezTo>
                    <a:cubicBezTo>
                      <a:pt x="888" y="1240"/>
                      <a:pt x="888" y="1240"/>
                      <a:pt x="638" y="1525"/>
                    </a:cubicBezTo>
                    <a:cubicBezTo>
                      <a:pt x="406" y="1871"/>
                      <a:pt x="330" y="2301"/>
                      <a:pt x="280" y="2708"/>
                    </a:cubicBezTo>
                    <a:cubicBezTo>
                      <a:pt x="50" y="2138"/>
                      <a:pt x="0" y="1561"/>
                      <a:pt x="231" y="980"/>
                    </a:cubicBezTo>
                    <a:cubicBezTo>
                      <a:pt x="356" y="717"/>
                      <a:pt x="513" y="589"/>
                      <a:pt x="784" y="483"/>
                    </a:cubicBezTo>
                    <a:cubicBezTo>
                      <a:pt x="1537" y="232"/>
                      <a:pt x="2332" y="117"/>
                      <a:pt x="3099" y="350"/>
                    </a:cubicBezTo>
                    <a:cubicBezTo>
                      <a:pt x="3370" y="430"/>
                      <a:pt x="3370" y="430"/>
                      <a:pt x="3484" y="388"/>
                    </a:cubicBezTo>
                    <a:cubicBezTo>
                      <a:pt x="3601" y="305"/>
                      <a:pt x="3667" y="219"/>
                      <a:pt x="3747" y="99"/>
                    </a:cubicBezTo>
                    <a:cubicBezTo>
                      <a:pt x="3771" y="66"/>
                      <a:pt x="3796" y="34"/>
                      <a:pt x="3822" y="0"/>
                    </a:cubicBezTo>
                    <a:close/>
                  </a:path>
                </a:pathLst>
              </a:custGeom>
              <a:solidFill>
                <a:srgbClr val="E7EC96"/>
              </a:solidFill>
              <a:ln w="2646" cap="flat">
                <a:noFill/>
              </a:ln>
            </p:spPr>
          </p:sp>
          <p:sp>
            <p:nvSpPr>
              <p:cNvPr id="2708" name="ICON_C_HEATMAP_path_142"/>
              <p:cNvSpPr/>
              <p:nvPr/>
            </p:nvSpPr>
            <p:spPr>
              <a:xfrm>
                <a:off x="7821083" y="7664979"/>
                <a:ext cx="82021" cy="8596"/>
              </a:xfrm>
              <a:custGeom>
                <a:avLst/>
                <a:gdLst/>
                <a:ahLst/>
                <a:cxnLst/>
                <a:rect l="0" t="0" r="r" b="b"/>
                <a:pathLst>
                  <a:path w="6458" h="677" fill="norm" stroke="0">
                    <a:moveTo>
                      <a:pt x="0" y="0"/>
                    </a:moveTo>
                    <a:cubicBezTo>
                      <a:pt x="2131" y="69"/>
                      <a:pt x="4263" y="138"/>
                      <a:pt x="6458" y="208"/>
                    </a:cubicBezTo>
                    <a:cubicBezTo>
                      <a:pt x="6250" y="625"/>
                      <a:pt x="6250" y="625"/>
                      <a:pt x="6127" y="676"/>
                    </a:cubicBezTo>
                    <a:cubicBezTo>
                      <a:pt x="6081" y="676"/>
                      <a:pt x="6035" y="675"/>
                      <a:pt x="5988" y="675"/>
                    </a:cubicBezTo>
                    <a:cubicBezTo>
                      <a:pt x="5975" y="675"/>
                      <a:pt x="5975" y="675"/>
                      <a:pt x="5910" y="676"/>
                    </a:cubicBezTo>
                    <a:cubicBezTo>
                      <a:pt x="5824" y="677"/>
                      <a:pt x="5738" y="675"/>
                      <a:pt x="5653" y="672"/>
                    </a:cubicBezTo>
                    <a:cubicBezTo>
                      <a:pt x="5591" y="672"/>
                      <a:pt x="5529" y="672"/>
                      <a:pt x="5468" y="673"/>
                    </a:cubicBezTo>
                    <a:cubicBezTo>
                      <a:pt x="5301" y="673"/>
                      <a:pt x="5134" y="670"/>
                      <a:pt x="4967" y="667"/>
                    </a:cubicBezTo>
                    <a:cubicBezTo>
                      <a:pt x="4792" y="665"/>
                      <a:pt x="4617" y="664"/>
                      <a:pt x="4443" y="664"/>
                    </a:cubicBezTo>
                    <a:cubicBezTo>
                      <a:pt x="4112" y="663"/>
                      <a:pt x="3782" y="659"/>
                      <a:pt x="3451" y="655"/>
                    </a:cubicBezTo>
                    <a:cubicBezTo>
                      <a:pt x="3075" y="650"/>
                      <a:pt x="2699" y="648"/>
                      <a:pt x="2322" y="646"/>
                    </a:cubicBezTo>
                    <a:cubicBezTo>
                      <a:pt x="1548" y="642"/>
                      <a:pt x="774" y="634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C4BD85"/>
              </a:solidFill>
              <a:ln w="2646" cap="flat">
                <a:noFill/>
              </a:ln>
            </p:spPr>
          </p:sp>
          <p:sp>
            <p:nvSpPr>
              <p:cNvPr id="2709" name="ICON_C_HEATMAP_path_143"/>
              <p:cNvSpPr/>
              <p:nvPr/>
            </p:nvSpPr>
            <p:spPr>
              <a:xfrm>
                <a:off x="8090958" y="7540625"/>
                <a:ext cx="68792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5417" h="4583" fill="norm" stroke="0">
                    <a:moveTo>
                      <a:pt x="5208" y="0"/>
                    </a:moveTo>
                    <a:cubicBezTo>
                      <a:pt x="5277" y="0"/>
                      <a:pt x="5346" y="0"/>
                      <a:pt x="5417" y="0"/>
                    </a:cubicBezTo>
                    <a:cubicBezTo>
                      <a:pt x="5417" y="1513"/>
                      <a:pt x="5417" y="3025"/>
                      <a:pt x="5417" y="4583"/>
                    </a:cubicBezTo>
                    <a:cubicBezTo>
                      <a:pt x="3629" y="4583"/>
                      <a:pt x="1842" y="4583"/>
                      <a:pt x="0" y="4583"/>
                    </a:cubicBezTo>
                    <a:cubicBezTo>
                      <a:pt x="0" y="4515"/>
                      <a:pt x="0" y="4446"/>
                      <a:pt x="0" y="4375"/>
                    </a:cubicBezTo>
                    <a:cubicBezTo>
                      <a:pt x="825" y="4306"/>
                      <a:pt x="825" y="4306"/>
                      <a:pt x="5000" y="3958"/>
                    </a:cubicBezTo>
                    <a:cubicBezTo>
                      <a:pt x="5069" y="2652"/>
                      <a:pt x="5138" y="1346"/>
                      <a:pt x="5208" y="0"/>
                    </a:cubicBezTo>
                    <a:close/>
                  </a:path>
                </a:pathLst>
              </a:custGeom>
              <a:solidFill>
                <a:srgbClr val="7EBADF"/>
              </a:solidFill>
              <a:ln w="2646" cap="flat">
                <a:noFill/>
              </a:ln>
            </p:spPr>
          </p:sp>
          <p:sp>
            <p:nvSpPr>
              <p:cNvPr id="2710" name="ICON_C_HEATMAP_path_144"/>
              <p:cNvSpPr/>
              <p:nvPr/>
            </p:nvSpPr>
            <p:spPr>
              <a:xfrm>
                <a:off x="8477250" y="7529805"/>
                <a:ext cx="60854" cy="8173"/>
              </a:xfrm>
              <a:custGeom>
                <a:avLst/>
                <a:gdLst/>
                <a:ahLst/>
                <a:cxnLst/>
                <a:rect l="0" t="0" r="r" b="b"/>
                <a:pathLst>
                  <a:path w="4792" h="644" fill="norm" stroke="0">
                    <a:moveTo>
                      <a:pt x="3333" y="6"/>
                    </a:moveTo>
                    <a:cubicBezTo>
                      <a:pt x="3369" y="6"/>
                      <a:pt x="3405" y="6"/>
                      <a:pt x="3442" y="6"/>
                    </a:cubicBezTo>
                    <a:cubicBezTo>
                      <a:pt x="3892" y="9"/>
                      <a:pt x="4342" y="13"/>
                      <a:pt x="4792" y="19"/>
                    </a:cubicBezTo>
                    <a:cubicBezTo>
                      <a:pt x="4792" y="225"/>
                      <a:pt x="4792" y="431"/>
                      <a:pt x="4792" y="644"/>
                    </a:cubicBezTo>
                    <a:cubicBezTo>
                      <a:pt x="3210" y="644"/>
                      <a:pt x="1629" y="644"/>
                      <a:pt x="0" y="644"/>
                    </a:cubicBezTo>
                    <a:cubicBezTo>
                      <a:pt x="0" y="506"/>
                      <a:pt x="0" y="369"/>
                      <a:pt x="0" y="227"/>
                    </a:cubicBezTo>
                    <a:cubicBezTo>
                      <a:pt x="1110" y="22"/>
                      <a:pt x="2208" y="0"/>
                      <a:pt x="3333" y="6"/>
                    </a:cubicBezTo>
                    <a:close/>
                  </a:path>
                </a:pathLst>
              </a:custGeom>
              <a:solidFill>
                <a:srgbClr val="8E7CBD"/>
              </a:solidFill>
              <a:ln w="2646" cap="flat">
                <a:noFill/>
              </a:ln>
            </p:spPr>
          </p:sp>
          <p:sp>
            <p:nvSpPr>
              <p:cNvPr id="2711" name="ICON_C_HEATMAP_path_145"/>
              <p:cNvSpPr/>
              <p:nvPr/>
            </p:nvSpPr>
            <p:spPr>
              <a:xfrm>
                <a:off x="7722939" y="7265458"/>
                <a:ext cx="8938" cy="68792"/>
              </a:xfrm>
              <a:custGeom>
                <a:avLst/>
                <a:gdLst/>
                <a:ahLst/>
                <a:cxnLst/>
                <a:rect l="0" t="0" r="r" b="b"/>
                <a:pathLst>
                  <a:path w="704" h="5417" fill="norm" stroke="0">
                    <a:moveTo>
                      <a:pt x="20" y="0"/>
                    </a:moveTo>
                    <a:cubicBezTo>
                      <a:pt x="226" y="0"/>
                      <a:pt x="432" y="0"/>
                      <a:pt x="645" y="0"/>
                    </a:cubicBezTo>
                    <a:cubicBezTo>
                      <a:pt x="654" y="583"/>
                      <a:pt x="662" y="1166"/>
                      <a:pt x="666" y="1750"/>
                    </a:cubicBezTo>
                    <a:cubicBezTo>
                      <a:pt x="668" y="2020"/>
                      <a:pt x="671" y="2291"/>
                      <a:pt x="676" y="2562"/>
                    </a:cubicBezTo>
                    <a:cubicBezTo>
                      <a:pt x="681" y="2824"/>
                      <a:pt x="683" y="3086"/>
                      <a:pt x="684" y="3348"/>
                    </a:cubicBezTo>
                    <a:cubicBezTo>
                      <a:pt x="685" y="3448"/>
                      <a:pt x="686" y="3547"/>
                      <a:pt x="689" y="3646"/>
                    </a:cubicBezTo>
                    <a:cubicBezTo>
                      <a:pt x="704" y="4337"/>
                      <a:pt x="601" y="4829"/>
                      <a:pt x="228" y="5417"/>
                    </a:cubicBezTo>
                    <a:cubicBezTo>
                      <a:pt x="191" y="4983"/>
                      <a:pt x="157" y="4549"/>
                      <a:pt x="124" y="4115"/>
                    </a:cubicBezTo>
                    <a:cubicBezTo>
                      <a:pt x="121" y="4082"/>
                      <a:pt x="119" y="4050"/>
                      <a:pt x="116" y="4016"/>
                    </a:cubicBezTo>
                    <a:cubicBezTo>
                      <a:pt x="42" y="3033"/>
                      <a:pt x="0" y="2054"/>
                      <a:pt x="7" y="1068"/>
                    </a:cubicBezTo>
                    <a:cubicBezTo>
                      <a:pt x="7" y="1040"/>
                      <a:pt x="7" y="1013"/>
                      <a:pt x="7" y="985"/>
                    </a:cubicBezTo>
                    <a:cubicBezTo>
                      <a:pt x="9" y="656"/>
                      <a:pt x="14" y="328"/>
                      <a:pt x="20" y="0"/>
                    </a:cubicBezTo>
                    <a:close/>
                  </a:path>
                </a:pathLst>
              </a:custGeom>
              <a:solidFill>
                <a:srgbClr val="4C6F6D"/>
              </a:solidFill>
              <a:ln w="2646" cap="flat">
                <a:noFill/>
              </a:ln>
            </p:spPr>
          </p:sp>
          <p:sp>
            <p:nvSpPr>
              <p:cNvPr id="2712" name="ICON_C_HEATMAP_path_146"/>
              <p:cNvSpPr/>
              <p:nvPr/>
            </p:nvSpPr>
            <p:spPr>
              <a:xfrm>
                <a:off x="7969250" y="7254875"/>
                <a:ext cx="60904" cy="16674"/>
              </a:xfrm>
              <a:custGeom>
                <a:avLst/>
                <a:gdLst/>
                <a:ahLst/>
                <a:cxnLst/>
                <a:rect l="0" t="0" r="r" b="b"/>
                <a:pathLst>
                  <a:path w="4796" h="1313" fill="norm" stroke="0">
                    <a:moveTo>
                      <a:pt x="4375" y="0"/>
                    </a:moveTo>
                    <a:cubicBezTo>
                      <a:pt x="4446" y="130"/>
                      <a:pt x="4515" y="260"/>
                      <a:pt x="4583" y="391"/>
                    </a:cubicBezTo>
                    <a:cubicBezTo>
                      <a:pt x="4603" y="427"/>
                      <a:pt x="4623" y="463"/>
                      <a:pt x="4644" y="500"/>
                    </a:cubicBezTo>
                    <a:cubicBezTo>
                      <a:pt x="4662" y="537"/>
                      <a:pt x="4681" y="573"/>
                      <a:pt x="4700" y="610"/>
                    </a:cubicBezTo>
                    <a:cubicBezTo>
                      <a:pt x="4709" y="627"/>
                      <a:pt x="4709" y="627"/>
                      <a:pt x="4753" y="710"/>
                    </a:cubicBezTo>
                    <a:cubicBezTo>
                      <a:pt x="4792" y="833"/>
                      <a:pt x="4796" y="921"/>
                      <a:pt x="4794" y="1049"/>
                    </a:cubicBezTo>
                    <a:cubicBezTo>
                      <a:pt x="4794" y="1087"/>
                      <a:pt x="4793" y="1125"/>
                      <a:pt x="4793" y="1163"/>
                    </a:cubicBezTo>
                    <a:cubicBezTo>
                      <a:pt x="4793" y="1192"/>
                      <a:pt x="4792" y="1220"/>
                      <a:pt x="4792" y="1250"/>
                    </a:cubicBezTo>
                    <a:cubicBezTo>
                      <a:pt x="4229" y="1260"/>
                      <a:pt x="3665" y="1267"/>
                      <a:pt x="3102" y="1272"/>
                    </a:cubicBezTo>
                    <a:cubicBezTo>
                      <a:pt x="2840" y="1274"/>
                      <a:pt x="2579" y="1277"/>
                      <a:pt x="2317" y="1281"/>
                    </a:cubicBezTo>
                    <a:cubicBezTo>
                      <a:pt x="2065" y="1286"/>
                      <a:pt x="1812" y="1289"/>
                      <a:pt x="1560" y="1290"/>
                    </a:cubicBezTo>
                    <a:cubicBezTo>
                      <a:pt x="1463" y="1290"/>
                      <a:pt x="1367" y="1292"/>
                      <a:pt x="1271" y="1294"/>
                    </a:cubicBezTo>
                    <a:cubicBezTo>
                      <a:pt x="437" y="1313"/>
                      <a:pt x="437" y="1313"/>
                      <a:pt x="200" y="1098"/>
                    </a:cubicBezTo>
                    <a:cubicBezTo>
                      <a:pt x="124" y="1015"/>
                      <a:pt x="60" y="929"/>
                      <a:pt x="0" y="833"/>
                    </a:cubicBezTo>
                    <a:cubicBezTo>
                      <a:pt x="21" y="832"/>
                      <a:pt x="43" y="830"/>
                      <a:pt x="65" y="828"/>
                    </a:cubicBezTo>
                    <a:cubicBezTo>
                      <a:pt x="583" y="785"/>
                      <a:pt x="1101" y="740"/>
                      <a:pt x="1619" y="692"/>
                    </a:cubicBezTo>
                    <a:cubicBezTo>
                      <a:pt x="1870" y="669"/>
                      <a:pt x="2120" y="647"/>
                      <a:pt x="2371" y="626"/>
                    </a:cubicBezTo>
                    <a:cubicBezTo>
                      <a:pt x="2613" y="606"/>
                      <a:pt x="2854" y="584"/>
                      <a:pt x="3096" y="561"/>
                    </a:cubicBezTo>
                    <a:cubicBezTo>
                      <a:pt x="3188" y="553"/>
                      <a:pt x="3281" y="545"/>
                      <a:pt x="3373" y="538"/>
                    </a:cubicBezTo>
                    <a:cubicBezTo>
                      <a:pt x="3503" y="528"/>
                      <a:pt x="3631" y="515"/>
                      <a:pt x="3761" y="502"/>
                    </a:cubicBezTo>
                    <a:cubicBezTo>
                      <a:pt x="3799" y="500"/>
                      <a:pt x="3837" y="497"/>
                      <a:pt x="3876" y="495"/>
                    </a:cubicBezTo>
                    <a:cubicBezTo>
                      <a:pt x="3988" y="482"/>
                      <a:pt x="4067" y="469"/>
                      <a:pt x="4167" y="417"/>
                    </a:cubicBezTo>
                    <a:cubicBezTo>
                      <a:pt x="4261" y="286"/>
                      <a:pt x="4321" y="151"/>
                      <a:pt x="4375" y="0"/>
                    </a:cubicBezTo>
                    <a:close/>
                  </a:path>
                </a:pathLst>
              </a:custGeom>
              <a:solidFill>
                <a:srgbClr val="84C1B0"/>
              </a:solidFill>
              <a:ln w="2646" cap="flat">
                <a:noFill/>
              </a:ln>
            </p:spPr>
          </p:sp>
          <p:sp>
            <p:nvSpPr>
              <p:cNvPr id="2713" name="ICON_C_HEATMAP_path_147"/>
              <p:cNvSpPr/>
              <p:nvPr/>
            </p:nvSpPr>
            <p:spPr>
              <a:xfrm>
                <a:off x="7714948" y="7368646"/>
                <a:ext cx="8239" cy="121708"/>
              </a:xfrm>
              <a:custGeom>
                <a:avLst/>
                <a:gdLst/>
                <a:ahLst/>
                <a:cxnLst/>
                <a:rect l="0" t="0" r="r" b="b"/>
                <a:pathLst>
                  <a:path w="649" h="9583" fill="norm" stroke="0">
                    <a:moveTo>
                      <a:pt x="440" y="0"/>
                    </a:moveTo>
                    <a:cubicBezTo>
                      <a:pt x="509" y="0"/>
                      <a:pt x="578" y="0"/>
                      <a:pt x="649" y="0"/>
                    </a:cubicBezTo>
                    <a:cubicBezTo>
                      <a:pt x="649" y="3163"/>
                      <a:pt x="649" y="6325"/>
                      <a:pt x="649" y="9583"/>
                    </a:cubicBezTo>
                    <a:cubicBezTo>
                      <a:pt x="580" y="9583"/>
                      <a:pt x="511" y="9583"/>
                      <a:pt x="440" y="9583"/>
                    </a:cubicBezTo>
                    <a:cubicBezTo>
                      <a:pt x="440" y="9561"/>
                      <a:pt x="439" y="9539"/>
                      <a:pt x="438" y="9516"/>
                    </a:cubicBezTo>
                    <a:cubicBezTo>
                      <a:pt x="416" y="8971"/>
                      <a:pt x="394" y="8427"/>
                      <a:pt x="370" y="7883"/>
                    </a:cubicBezTo>
                    <a:cubicBezTo>
                      <a:pt x="358" y="7620"/>
                      <a:pt x="347" y="7356"/>
                      <a:pt x="337" y="7093"/>
                    </a:cubicBezTo>
                    <a:cubicBezTo>
                      <a:pt x="327" y="6839"/>
                      <a:pt x="316" y="6585"/>
                      <a:pt x="304" y="6331"/>
                    </a:cubicBezTo>
                    <a:cubicBezTo>
                      <a:pt x="300" y="6234"/>
                      <a:pt x="296" y="6138"/>
                      <a:pt x="293" y="6041"/>
                    </a:cubicBezTo>
                    <a:cubicBezTo>
                      <a:pt x="288" y="5905"/>
                      <a:pt x="281" y="5769"/>
                      <a:pt x="275" y="5634"/>
                    </a:cubicBezTo>
                    <a:cubicBezTo>
                      <a:pt x="274" y="5593"/>
                      <a:pt x="273" y="5553"/>
                      <a:pt x="271" y="5512"/>
                    </a:cubicBezTo>
                    <a:cubicBezTo>
                      <a:pt x="255" y="5208"/>
                      <a:pt x="255" y="5208"/>
                      <a:pt x="127" y="5085"/>
                    </a:cubicBezTo>
                    <a:cubicBezTo>
                      <a:pt x="93" y="5057"/>
                      <a:pt x="59" y="5029"/>
                      <a:pt x="24" y="5000"/>
                    </a:cubicBezTo>
                    <a:cubicBezTo>
                      <a:pt x="0" y="4881"/>
                      <a:pt x="0" y="4881"/>
                      <a:pt x="3" y="4752"/>
                    </a:cubicBezTo>
                    <a:cubicBezTo>
                      <a:pt x="4" y="4705"/>
                      <a:pt x="5" y="4659"/>
                      <a:pt x="5" y="4611"/>
                    </a:cubicBezTo>
                    <a:cubicBezTo>
                      <a:pt x="7" y="4564"/>
                      <a:pt x="9" y="4516"/>
                      <a:pt x="11" y="4466"/>
                    </a:cubicBezTo>
                    <a:cubicBezTo>
                      <a:pt x="12" y="4418"/>
                      <a:pt x="13" y="4369"/>
                      <a:pt x="14" y="4319"/>
                    </a:cubicBezTo>
                    <a:cubicBezTo>
                      <a:pt x="16" y="4198"/>
                      <a:pt x="19" y="4078"/>
                      <a:pt x="24" y="3958"/>
                    </a:cubicBezTo>
                    <a:cubicBezTo>
                      <a:pt x="161" y="3958"/>
                      <a:pt x="299" y="3958"/>
                      <a:pt x="440" y="3958"/>
                    </a:cubicBezTo>
                    <a:cubicBezTo>
                      <a:pt x="440" y="2652"/>
                      <a:pt x="440" y="1346"/>
                      <a:pt x="440" y="0"/>
                    </a:cubicBezTo>
                    <a:close/>
                  </a:path>
                </a:pathLst>
              </a:custGeom>
              <a:solidFill>
                <a:srgbClr val="A7AAB0"/>
              </a:solidFill>
              <a:ln w="2646" cap="flat">
                <a:noFill/>
              </a:ln>
            </p:spPr>
          </p:sp>
          <p:sp>
            <p:nvSpPr>
              <p:cNvPr id="2714" name="ICON_C_HEATMAP_path_148"/>
              <p:cNvSpPr/>
              <p:nvPr/>
            </p:nvSpPr>
            <p:spPr>
              <a:xfrm>
                <a:off x="8085225" y="7522104"/>
                <a:ext cx="53359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4201" h="5000" fill="norm" stroke="0">
                    <a:moveTo>
                      <a:pt x="243" y="0"/>
                    </a:moveTo>
                    <a:cubicBezTo>
                      <a:pt x="656" y="0"/>
                      <a:pt x="1068" y="0"/>
                      <a:pt x="1493" y="0"/>
                    </a:cubicBezTo>
                    <a:cubicBezTo>
                      <a:pt x="1390" y="138"/>
                      <a:pt x="1390" y="138"/>
                      <a:pt x="868" y="833"/>
                    </a:cubicBezTo>
                    <a:cubicBezTo>
                      <a:pt x="1968" y="833"/>
                      <a:pt x="3068" y="833"/>
                      <a:pt x="4201" y="833"/>
                    </a:cubicBezTo>
                    <a:cubicBezTo>
                      <a:pt x="4201" y="902"/>
                      <a:pt x="4201" y="971"/>
                      <a:pt x="4201" y="1042"/>
                    </a:cubicBezTo>
                    <a:cubicBezTo>
                      <a:pt x="2964" y="1110"/>
                      <a:pt x="1726" y="1179"/>
                      <a:pt x="451" y="1250"/>
                    </a:cubicBezTo>
                    <a:cubicBezTo>
                      <a:pt x="383" y="2487"/>
                      <a:pt x="314" y="3725"/>
                      <a:pt x="243" y="5000"/>
                    </a:cubicBezTo>
                    <a:cubicBezTo>
                      <a:pt x="174" y="5000"/>
                      <a:pt x="106" y="5000"/>
                      <a:pt x="35" y="5000"/>
                    </a:cubicBezTo>
                    <a:cubicBezTo>
                      <a:pt x="30" y="4502"/>
                      <a:pt x="26" y="4004"/>
                      <a:pt x="24" y="3506"/>
                    </a:cubicBezTo>
                    <a:cubicBezTo>
                      <a:pt x="23" y="3274"/>
                      <a:pt x="21" y="3043"/>
                      <a:pt x="19" y="2811"/>
                    </a:cubicBezTo>
                    <a:cubicBezTo>
                      <a:pt x="0" y="924"/>
                      <a:pt x="0" y="924"/>
                      <a:pt x="243" y="0"/>
                    </a:cubicBezTo>
                    <a:close/>
                  </a:path>
                </a:pathLst>
              </a:custGeom>
              <a:solidFill>
                <a:srgbClr val="85C2E0"/>
              </a:solidFill>
              <a:ln w="2646" cap="flat">
                <a:noFill/>
              </a:ln>
            </p:spPr>
          </p:sp>
          <p:sp>
            <p:nvSpPr>
              <p:cNvPr id="2715" name="ICON_C_HEATMAP_path_149"/>
              <p:cNvSpPr/>
              <p:nvPr/>
            </p:nvSpPr>
            <p:spPr>
              <a:xfrm>
                <a:off x="8101542" y="7272660"/>
                <a:ext cx="50271" cy="9493"/>
              </a:xfrm>
              <a:custGeom>
                <a:avLst/>
                <a:gdLst/>
                <a:ahLst/>
                <a:cxnLst/>
                <a:rect l="0" t="0" r="r" b="b"/>
                <a:pathLst>
                  <a:path w="3958" h="747" fill="norm" stroke="0">
                    <a:moveTo>
                      <a:pt x="0" y="58"/>
                    </a:moveTo>
                    <a:cubicBezTo>
                      <a:pt x="485" y="48"/>
                      <a:pt x="971" y="41"/>
                      <a:pt x="1456" y="36"/>
                    </a:cubicBezTo>
                    <a:cubicBezTo>
                      <a:pt x="1681" y="34"/>
                      <a:pt x="1907" y="31"/>
                      <a:pt x="2132" y="26"/>
                    </a:cubicBezTo>
                    <a:cubicBezTo>
                      <a:pt x="2350" y="22"/>
                      <a:pt x="2567" y="19"/>
                      <a:pt x="2785" y="18"/>
                    </a:cubicBezTo>
                    <a:cubicBezTo>
                      <a:pt x="2867" y="18"/>
                      <a:pt x="2951" y="16"/>
                      <a:pt x="3034" y="14"/>
                    </a:cubicBezTo>
                    <a:cubicBezTo>
                      <a:pt x="3567" y="0"/>
                      <a:pt x="3567" y="0"/>
                      <a:pt x="3750" y="58"/>
                    </a:cubicBezTo>
                    <a:cubicBezTo>
                      <a:pt x="3879" y="183"/>
                      <a:pt x="3927" y="299"/>
                      <a:pt x="3958" y="475"/>
                    </a:cubicBezTo>
                    <a:cubicBezTo>
                      <a:pt x="3578" y="747"/>
                      <a:pt x="3172" y="710"/>
                      <a:pt x="2726" y="703"/>
                    </a:cubicBezTo>
                    <a:cubicBezTo>
                      <a:pt x="2648" y="703"/>
                      <a:pt x="2569" y="702"/>
                      <a:pt x="2490" y="702"/>
                    </a:cubicBezTo>
                    <a:cubicBezTo>
                      <a:pt x="2284" y="702"/>
                      <a:pt x="2077" y="700"/>
                      <a:pt x="1871" y="697"/>
                    </a:cubicBezTo>
                    <a:cubicBezTo>
                      <a:pt x="1660" y="695"/>
                      <a:pt x="1450" y="694"/>
                      <a:pt x="1239" y="693"/>
                    </a:cubicBezTo>
                    <a:cubicBezTo>
                      <a:pt x="826" y="691"/>
                      <a:pt x="413" y="687"/>
                      <a:pt x="0" y="683"/>
                    </a:cubicBezTo>
                    <a:cubicBezTo>
                      <a:pt x="0" y="477"/>
                      <a:pt x="0" y="270"/>
                      <a:pt x="0" y="58"/>
                    </a:cubicBezTo>
                    <a:close/>
                  </a:path>
                </a:pathLst>
              </a:custGeom>
              <a:solidFill>
                <a:srgbClr val="72D5E2"/>
              </a:solidFill>
              <a:ln w="2646" cap="flat">
                <a:noFill/>
              </a:ln>
            </p:spPr>
          </p:sp>
          <p:sp>
            <p:nvSpPr>
              <p:cNvPr id="2716" name="ICON_C_HEATMAP_path_150"/>
              <p:cNvSpPr/>
              <p:nvPr/>
            </p:nvSpPr>
            <p:spPr>
              <a:xfrm>
                <a:off x="8474604" y="7596188"/>
                <a:ext cx="63500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5000" h="625" fill="norm" stroke="0">
                    <a:moveTo>
                      <a:pt x="0" y="0"/>
                    </a:moveTo>
                    <a:cubicBezTo>
                      <a:pt x="1650" y="0"/>
                      <a:pt x="3300" y="0"/>
                      <a:pt x="5000" y="0"/>
                    </a:cubicBezTo>
                    <a:cubicBezTo>
                      <a:pt x="5000" y="138"/>
                      <a:pt x="5000" y="275"/>
                      <a:pt x="5000" y="417"/>
                    </a:cubicBezTo>
                    <a:cubicBezTo>
                      <a:pt x="3350" y="485"/>
                      <a:pt x="1700" y="554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8B75BC"/>
              </a:solidFill>
              <a:ln w="2646" cap="flat">
                <a:noFill/>
              </a:ln>
            </p:spPr>
          </p:sp>
          <p:sp>
            <p:nvSpPr>
              <p:cNvPr id="2717" name="ICON_C_HEATMAP_path_151"/>
              <p:cNvSpPr/>
              <p:nvPr/>
            </p:nvSpPr>
            <p:spPr>
              <a:xfrm>
                <a:off x="7908067" y="7394717"/>
                <a:ext cx="50599" cy="50657"/>
              </a:xfrm>
              <a:custGeom>
                <a:avLst/>
                <a:gdLst/>
                <a:ahLst/>
                <a:cxnLst/>
                <a:rect l="0" t="0" r="r" b="b"/>
                <a:pathLst>
                  <a:path w="3984" h="3989" fill="norm" stroke="0">
                    <a:moveTo>
                      <a:pt x="557" y="4"/>
                    </a:moveTo>
                    <a:cubicBezTo>
                      <a:pt x="589" y="3"/>
                      <a:pt x="621" y="3"/>
                      <a:pt x="654" y="3"/>
                    </a:cubicBezTo>
                    <a:cubicBezTo>
                      <a:pt x="759" y="1"/>
                      <a:pt x="864" y="2"/>
                      <a:pt x="969" y="3"/>
                    </a:cubicBezTo>
                    <a:cubicBezTo>
                      <a:pt x="1043" y="3"/>
                      <a:pt x="1116" y="3"/>
                      <a:pt x="1189" y="2"/>
                    </a:cubicBezTo>
                    <a:cubicBezTo>
                      <a:pt x="1343" y="2"/>
                      <a:pt x="1497" y="2"/>
                      <a:pt x="1651" y="3"/>
                    </a:cubicBezTo>
                    <a:cubicBezTo>
                      <a:pt x="1848" y="5"/>
                      <a:pt x="2044" y="4"/>
                      <a:pt x="2240" y="3"/>
                    </a:cubicBezTo>
                    <a:cubicBezTo>
                      <a:pt x="2392" y="2"/>
                      <a:pt x="2544" y="2"/>
                      <a:pt x="2696" y="3"/>
                    </a:cubicBezTo>
                    <a:cubicBezTo>
                      <a:pt x="2768" y="3"/>
                      <a:pt x="2840" y="3"/>
                      <a:pt x="2912" y="2"/>
                    </a:cubicBezTo>
                    <a:cubicBezTo>
                      <a:pt x="3324" y="0"/>
                      <a:pt x="3626" y="10"/>
                      <a:pt x="3984" y="239"/>
                    </a:cubicBezTo>
                    <a:cubicBezTo>
                      <a:pt x="3915" y="445"/>
                      <a:pt x="3847" y="651"/>
                      <a:pt x="3776" y="864"/>
                    </a:cubicBezTo>
                    <a:cubicBezTo>
                      <a:pt x="3728" y="835"/>
                      <a:pt x="3680" y="806"/>
                      <a:pt x="3631" y="776"/>
                    </a:cubicBezTo>
                    <a:cubicBezTo>
                      <a:pt x="3098" y="471"/>
                      <a:pt x="2625" y="364"/>
                      <a:pt x="2012" y="359"/>
                    </a:cubicBezTo>
                    <a:cubicBezTo>
                      <a:pt x="1873" y="356"/>
                      <a:pt x="1735" y="346"/>
                      <a:pt x="1596" y="335"/>
                    </a:cubicBezTo>
                    <a:cubicBezTo>
                      <a:pt x="1337" y="325"/>
                      <a:pt x="1093" y="323"/>
                      <a:pt x="859" y="447"/>
                    </a:cubicBezTo>
                    <a:cubicBezTo>
                      <a:pt x="345" y="983"/>
                      <a:pt x="357" y="2018"/>
                      <a:pt x="317" y="2719"/>
                    </a:cubicBezTo>
                    <a:cubicBezTo>
                      <a:pt x="309" y="2863"/>
                      <a:pt x="298" y="3007"/>
                      <a:pt x="288" y="3151"/>
                    </a:cubicBezTo>
                    <a:cubicBezTo>
                      <a:pt x="268" y="3430"/>
                      <a:pt x="250" y="3709"/>
                      <a:pt x="234" y="3989"/>
                    </a:cubicBezTo>
                    <a:cubicBezTo>
                      <a:pt x="165" y="3989"/>
                      <a:pt x="97" y="3989"/>
                      <a:pt x="26" y="3989"/>
                    </a:cubicBezTo>
                    <a:cubicBezTo>
                      <a:pt x="21" y="3504"/>
                      <a:pt x="17" y="3018"/>
                      <a:pt x="15" y="2533"/>
                    </a:cubicBezTo>
                    <a:cubicBezTo>
                      <a:pt x="14" y="2308"/>
                      <a:pt x="12" y="2082"/>
                      <a:pt x="10" y="1857"/>
                    </a:cubicBezTo>
                    <a:cubicBezTo>
                      <a:pt x="8" y="1639"/>
                      <a:pt x="7" y="1422"/>
                      <a:pt x="6" y="1204"/>
                    </a:cubicBezTo>
                    <a:cubicBezTo>
                      <a:pt x="6" y="1121"/>
                      <a:pt x="5" y="1038"/>
                      <a:pt x="4" y="955"/>
                    </a:cubicBezTo>
                    <a:cubicBezTo>
                      <a:pt x="2" y="839"/>
                      <a:pt x="2" y="723"/>
                      <a:pt x="2" y="607"/>
                    </a:cubicBezTo>
                    <a:cubicBezTo>
                      <a:pt x="1" y="572"/>
                      <a:pt x="1" y="538"/>
                      <a:pt x="0" y="503"/>
                    </a:cubicBezTo>
                    <a:cubicBezTo>
                      <a:pt x="1" y="334"/>
                      <a:pt x="14" y="257"/>
                      <a:pt x="111" y="113"/>
                    </a:cubicBezTo>
                    <a:cubicBezTo>
                      <a:pt x="263" y="11"/>
                      <a:pt x="381" y="1"/>
                      <a:pt x="557" y="4"/>
                    </a:cubicBezTo>
                    <a:close/>
                  </a:path>
                </a:pathLst>
              </a:custGeom>
              <a:solidFill>
                <a:srgbClr val="F3F28A"/>
              </a:solidFill>
              <a:ln w="2646" cap="flat">
                <a:noFill/>
              </a:ln>
            </p:spPr>
          </p:sp>
          <p:sp>
            <p:nvSpPr>
              <p:cNvPr id="2718" name="ICON_C_HEATMAP_path_152"/>
              <p:cNvSpPr/>
              <p:nvPr/>
            </p:nvSpPr>
            <p:spPr>
              <a:xfrm>
                <a:off x="8284104" y="7265458"/>
                <a:ext cx="50271" cy="8832"/>
              </a:xfrm>
              <a:custGeom>
                <a:avLst/>
                <a:gdLst/>
                <a:ahLst/>
                <a:cxnLst/>
                <a:rect l="0" t="0" r="r" b="b"/>
                <a:pathLst>
                  <a:path w="3958" h="695" fill="norm" stroke="0">
                    <a:moveTo>
                      <a:pt x="0" y="0"/>
                    </a:moveTo>
                    <a:cubicBezTo>
                      <a:pt x="1306" y="0"/>
                      <a:pt x="2612" y="0"/>
                      <a:pt x="3958" y="0"/>
                    </a:cubicBezTo>
                    <a:cubicBezTo>
                      <a:pt x="3958" y="206"/>
                      <a:pt x="3958" y="413"/>
                      <a:pt x="3958" y="625"/>
                    </a:cubicBezTo>
                    <a:cubicBezTo>
                      <a:pt x="3565" y="635"/>
                      <a:pt x="3172" y="642"/>
                      <a:pt x="2779" y="647"/>
                    </a:cubicBezTo>
                    <a:cubicBezTo>
                      <a:pt x="2596" y="649"/>
                      <a:pt x="2414" y="652"/>
                      <a:pt x="2231" y="656"/>
                    </a:cubicBezTo>
                    <a:cubicBezTo>
                      <a:pt x="698" y="695"/>
                      <a:pt x="698" y="695"/>
                      <a:pt x="51" y="270"/>
                    </a:cubicBezTo>
                    <a:cubicBezTo>
                      <a:pt x="0" y="208"/>
                      <a:pt x="0" y="208"/>
                      <a:pt x="0" y="0"/>
                    </a:cubicBezTo>
                    <a:close/>
                  </a:path>
                </a:pathLst>
              </a:custGeom>
              <a:solidFill>
                <a:srgbClr val="5775BF"/>
              </a:solidFill>
              <a:ln w="2646" cap="flat">
                <a:noFill/>
              </a:ln>
            </p:spPr>
          </p:sp>
          <p:sp>
            <p:nvSpPr>
              <p:cNvPr id="2719" name="ICON_C_HEATMAP_path_153"/>
              <p:cNvSpPr/>
              <p:nvPr/>
            </p:nvSpPr>
            <p:spPr>
              <a:xfrm>
                <a:off x="8291960" y="7397422"/>
                <a:ext cx="45559" cy="61182"/>
              </a:xfrm>
              <a:custGeom>
                <a:avLst/>
                <a:gdLst/>
                <a:ahLst/>
                <a:cxnLst/>
                <a:rect l="0" t="0" r="r" b="b"/>
                <a:pathLst>
                  <a:path w="3587" h="4817" fill="norm" stroke="0">
                    <a:moveTo>
                      <a:pt x="6" y="26"/>
                    </a:moveTo>
                    <a:cubicBezTo>
                      <a:pt x="438" y="21"/>
                      <a:pt x="869" y="17"/>
                      <a:pt x="1300" y="15"/>
                    </a:cubicBezTo>
                    <a:cubicBezTo>
                      <a:pt x="1500" y="14"/>
                      <a:pt x="1700" y="13"/>
                      <a:pt x="1900" y="10"/>
                    </a:cubicBezTo>
                    <a:cubicBezTo>
                      <a:pt x="2093" y="8"/>
                      <a:pt x="2286" y="7"/>
                      <a:pt x="2479" y="6"/>
                    </a:cubicBezTo>
                    <a:cubicBezTo>
                      <a:pt x="2553" y="6"/>
                      <a:pt x="2627" y="5"/>
                      <a:pt x="2700" y="4"/>
                    </a:cubicBezTo>
                    <a:cubicBezTo>
                      <a:pt x="2804" y="2"/>
                      <a:pt x="2907" y="2"/>
                      <a:pt x="3010" y="2"/>
                    </a:cubicBezTo>
                    <a:cubicBezTo>
                      <a:pt x="3041" y="1"/>
                      <a:pt x="3071" y="1"/>
                      <a:pt x="3102" y="0"/>
                    </a:cubicBezTo>
                    <a:cubicBezTo>
                      <a:pt x="3251" y="1"/>
                      <a:pt x="3337" y="24"/>
                      <a:pt x="3463" y="104"/>
                    </a:cubicBezTo>
                    <a:cubicBezTo>
                      <a:pt x="3587" y="294"/>
                      <a:pt x="3576" y="456"/>
                      <a:pt x="3572" y="679"/>
                    </a:cubicBezTo>
                    <a:cubicBezTo>
                      <a:pt x="3572" y="723"/>
                      <a:pt x="3572" y="768"/>
                      <a:pt x="3572" y="814"/>
                    </a:cubicBezTo>
                    <a:cubicBezTo>
                      <a:pt x="3572" y="962"/>
                      <a:pt x="3570" y="1109"/>
                      <a:pt x="3569" y="1257"/>
                    </a:cubicBezTo>
                    <a:cubicBezTo>
                      <a:pt x="3568" y="1360"/>
                      <a:pt x="3568" y="1462"/>
                      <a:pt x="3567" y="1565"/>
                    </a:cubicBezTo>
                    <a:cubicBezTo>
                      <a:pt x="3567" y="1806"/>
                      <a:pt x="3565" y="2049"/>
                      <a:pt x="3563" y="2290"/>
                    </a:cubicBezTo>
                    <a:cubicBezTo>
                      <a:pt x="3561" y="2566"/>
                      <a:pt x="3560" y="2842"/>
                      <a:pt x="3559" y="3117"/>
                    </a:cubicBezTo>
                    <a:cubicBezTo>
                      <a:pt x="3556" y="3684"/>
                      <a:pt x="3553" y="4251"/>
                      <a:pt x="3548" y="4817"/>
                    </a:cubicBezTo>
                    <a:cubicBezTo>
                      <a:pt x="3479" y="4817"/>
                      <a:pt x="3411" y="4817"/>
                      <a:pt x="3340" y="4817"/>
                    </a:cubicBezTo>
                    <a:cubicBezTo>
                      <a:pt x="3340" y="3374"/>
                      <a:pt x="3340" y="1930"/>
                      <a:pt x="3340" y="442"/>
                    </a:cubicBezTo>
                    <a:cubicBezTo>
                      <a:pt x="3030" y="477"/>
                      <a:pt x="3030" y="477"/>
                      <a:pt x="1465" y="651"/>
                    </a:cubicBezTo>
                    <a:cubicBezTo>
                      <a:pt x="256" y="390"/>
                      <a:pt x="256" y="390"/>
                      <a:pt x="6" y="234"/>
                    </a:cubicBezTo>
                    <a:cubicBezTo>
                      <a:pt x="0" y="126"/>
                      <a:pt x="0" y="126"/>
                      <a:pt x="6" y="26"/>
                    </a:cubicBezTo>
                    <a:close/>
                  </a:path>
                </a:pathLst>
              </a:custGeom>
              <a:solidFill>
                <a:srgbClr val="7C6EBA"/>
              </a:solidFill>
              <a:ln w="2646" cap="flat">
                <a:noFill/>
              </a:ln>
            </p:spPr>
          </p:sp>
          <p:sp>
            <p:nvSpPr>
              <p:cNvPr id="2720" name="ICON_C_HEATMAP_path_154"/>
              <p:cNvSpPr/>
              <p:nvPr/>
            </p:nvSpPr>
            <p:spPr>
              <a:xfrm>
                <a:off x="8477250" y="7261921"/>
                <a:ext cx="63500" cy="8829"/>
              </a:xfrm>
              <a:custGeom>
                <a:avLst/>
                <a:gdLst/>
                <a:ahLst/>
                <a:cxnLst/>
                <a:rect l="0" t="0" r="r" b="b"/>
                <a:pathLst>
                  <a:path w="5000" h="695" fill="norm" stroke="0">
                    <a:moveTo>
                      <a:pt x="208" y="70"/>
                    </a:moveTo>
                    <a:cubicBezTo>
                      <a:pt x="402" y="7"/>
                      <a:pt x="479" y="0"/>
                      <a:pt x="672" y="18"/>
                    </a:cubicBezTo>
                    <a:cubicBezTo>
                      <a:pt x="719" y="20"/>
                      <a:pt x="765" y="22"/>
                      <a:pt x="814" y="24"/>
                    </a:cubicBezTo>
                    <a:cubicBezTo>
                      <a:pt x="942" y="30"/>
                      <a:pt x="1069" y="39"/>
                      <a:pt x="1197" y="49"/>
                    </a:cubicBezTo>
                    <a:cubicBezTo>
                      <a:pt x="1331" y="59"/>
                      <a:pt x="1464" y="65"/>
                      <a:pt x="1598" y="71"/>
                    </a:cubicBezTo>
                    <a:cubicBezTo>
                      <a:pt x="1851" y="84"/>
                      <a:pt x="2104" y="101"/>
                      <a:pt x="2358" y="118"/>
                    </a:cubicBezTo>
                    <a:cubicBezTo>
                      <a:pt x="2645" y="137"/>
                      <a:pt x="2934" y="154"/>
                      <a:pt x="3222" y="169"/>
                    </a:cubicBezTo>
                    <a:cubicBezTo>
                      <a:pt x="3815" y="202"/>
                      <a:pt x="4408" y="239"/>
                      <a:pt x="5000" y="279"/>
                    </a:cubicBezTo>
                    <a:cubicBezTo>
                      <a:pt x="5000" y="416"/>
                      <a:pt x="5000" y="554"/>
                      <a:pt x="5000" y="695"/>
                    </a:cubicBezTo>
                    <a:cubicBezTo>
                      <a:pt x="3350" y="695"/>
                      <a:pt x="1700" y="695"/>
                      <a:pt x="0" y="695"/>
                    </a:cubicBezTo>
                    <a:cubicBezTo>
                      <a:pt x="69" y="489"/>
                      <a:pt x="138" y="283"/>
                      <a:pt x="208" y="70"/>
                    </a:cubicBezTo>
                    <a:close/>
                  </a:path>
                </a:pathLst>
              </a:custGeom>
              <a:solidFill>
                <a:srgbClr val="5E75B9"/>
              </a:solidFill>
              <a:ln w="2646" cap="flat">
                <a:noFill/>
              </a:ln>
            </p:spPr>
          </p:sp>
          <p:sp>
            <p:nvSpPr>
              <p:cNvPr id="2721" name="ICON_C_HEATMAP_path_155"/>
              <p:cNvSpPr/>
              <p:nvPr/>
            </p:nvSpPr>
            <p:spPr>
              <a:xfrm>
                <a:off x="7754154" y="7531115"/>
                <a:ext cx="61637" cy="46551"/>
              </a:xfrm>
              <a:custGeom>
                <a:avLst/>
                <a:gdLst/>
                <a:ahLst/>
                <a:cxnLst/>
                <a:rect l="0" t="0" r="r" b="b"/>
                <a:pathLst>
                  <a:path w="4853" h="3665" fill="norm" stroke="0">
                    <a:moveTo>
                      <a:pt x="1476" y="83"/>
                    </a:moveTo>
                    <a:cubicBezTo>
                      <a:pt x="1574" y="84"/>
                      <a:pt x="1671" y="85"/>
                      <a:pt x="1769" y="85"/>
                    </a:cubicBezTo>
                    <a:cubicBezTo>
                      <a:pt x="2024" y="86"/>
                      <a:pt x="2280" y="91"/>
                      <a:pt x="2535" y="95"/>
                    </a:cubicBezTo>
                    <a:cubicBezTo>
                      <a:pt x="2796" y="100"/>
                      <a:pt x="3057" y="101"/>
                      <a:pt x="3319" y="104"/>
                    </a:cubicBezTo>
                    <a:cubicBezTo>
                      <a:pt x="3830" y="108"/>
                      <a:pt x="4342" y="115"/>
                      <a:pt x="4853" y="124"/>
                    </a:cubicBezTo>
                    <a:cubicBezTo>
                      <a:pt x="4853" y="192"/>
                      <a:pt x="4853" y="261"/>
                      <a:pt x="4853" y="332"/>
                    </a:cubicBezTo>
                    <a:cubicBezTo>
                      <a:pt x="3478" y="332"/>
                      <a:pt x="2103" y="332"/>
                      <a:pt x="687" y="332"/>
                    </a:cubicBezTo>
                    <a:cubicBezTo>
                      <a:pt x="700" y="1413"/>
                      <a:pt x="700" y="1413"/>
                      <a:pt x="705" y="1747"/>
                    </a:cubicBezTo>
                    <a:cubicBezTo>
                      <a:pt x="712" y="2413"/>
                      <a:pt x="638" y="3019"/>
                      <a:pt x="478" y="3665"/>
                    </a:cubicBezTo>
                    <a:cubicBezTo>
                      <a:pt x="410" y="3665"/>
                      <a:pt x="341" y="3665"/>
                      <a:pt x="270" y="3665"/>
                    </a:cubicBezTo>
                    <a:cubicBezTo>
                      <a:pt x="233" y="3265"/>
                      <a:pt x="198" y="2865"/>
                      <a:pt x="167" y="2465"/>
                    </a:cubicBezTo>
                    <a:cubicBezTo>
                      <a:pt x="152" y="2279"/>
                      <a:pt x="137" y="2093"/>
                      <a:pt x="119" y="1907"/>
                    </a:cubicBezTo>
                    <a:cubicBezTo>
                      <a:pt x="102" y="1727"/>
                      <a:pt x="88" y="1548"/>
                      <a:pt x="75" y="1368"/>
                    </a:cubicBezTo>
                    <a:cubicBezTo>
                      <a:pt x="69" y="1300"/>
                      <a:pt x="63" y="1231"/>
                      <a:pt x="56" y="1163"/>
                    </a:cubicBezTo>
                    <a:cubicBezTo>
                      <a:pt x="24" y="840"/>
                      <a:pt x="0" y="560"/>
                      <a:pt x="207" y="289"/>
                    </a:cubicBezTo>
                    <a:cubicBezTo>
                      <a:pt x="560" y="0"/>
                      <a:pt x="1045" y="73"/>
                      <a:pt x="1476" y="83"/>
                    </a:cubicBezTo>
                    <a:close/>
                  </a:path>
                </a:pathLst>
              </a:custGeom>
              <a:solidFill>
                <a:srgbClr val="BAE9CB"/>
              </a:solidFill>
              <a:ln w="2646" cap="flat">
                <a:noFill/>
              </a:ln>
            </p:spPr>
          </p:sp>
          <p:sp>
            <p:nvSpPr>
              <p:cNvPr id="2722" name="ICON_C_HEATMAP_path_156"/>
              <p:cNvSpPr/>
              <p:nvPr/>
            </p:nvSpPr>
            <p:spPr>
              <a:xfrm>
                <a:off x="7741708" y="7326312"/>
                <a:ext cx="66146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5208" h="1250" fill="norm" stroke="0">
                    <a:moveTo>
                      <a:pt x="0" y="0"/>
                    </a:moveTo>
                    <a:cubicBezTo>
                      <a:pt x="1719" y="0"/>
                      <a:pt x="3438" y="0"/>
                      <a:pt x="5208" y="0"/>
                    </a:cubicBezTo>
                    <a:cubicBezTo>
                      <a:pt x="4792" y="417"/>
                      <a:pt x="4792" y="417"/>
                      <a:pt x="4628" y="461"/>
                    </a:cubicBezTo>
                    <a:cubicBezTo>
                      <a:pt x="4549" y="459"/>
                      <a:pt x="4549" y="459"/>
                      <a:pt x="4467" y="450"/>
                    </a:cubicBezTo>
                    <a:cubicBezTo>
                      <a:pt x="4437" y="449"/>
                      <a:pt x="4407" y="448"/>
                      <a:pt x="4375" y="446"/>
                    </a:cubicBezTo>
                    <a:cubicBezTo>
                      <a:pt x="4310" y="444"/>
                      <a:pt x="4244" y="440"/>
                      <a:pt x="4179" y="436"/>
                    </a:cubicBezTo>
                    <a:cubicBezTo>
                      <a:pt x="3997" y="425"/>
                      <a:pt x="3814" y="420"/>
                      <a:pt x="3632" y="417"/>
                    </a:cubicBezTo>
                    <a:cubicBezTo>
                      <a:pt x="3592" y="416"/>
                      <a:pt x="3553" y="415"/>
                      <a:pt x="3513" y="414"/>
                    </a:cubicBezTo>
                    <a:cubicBezTo>
                      <a:pt x="3179" y="410"/>
                      <a:pt x="2851" y="435"/>
                      <a:pt x="2520" y="469"/>
                    </a:cubicBezTo>
                    <a:cubicBezTo>
                      <a:pt x="2495" y="471"/>
                      <a:pt x="2469" y="474"/>
                      <a:pt x="2442" y="476"/>
                    </a:cubicBezTo>
                    <a:cubicBezTo>
                      <a:pt x="2211" y="500"/>
                      <a:pt x="1980" y="525"/>
                      <a:pt x="1749" y="552"/>
                    </a:cubicBezTo>
                    <a:cubicBezTo>
                      <a:pt x="1605" y="569"/>
                      <a:pt x="1461" y="584"/>
                      <a:pt x="1317" y="600"/>
                    </a:cubicBezTo>
                    <a:cubicBezTo>
                      <a:pt x="1274" y="605"/>
                      <a:pt x="1231" y="611"/>
                      <a:pt x="1187" y="617"/>
                    </a:cubicBezTo>
                    <a:cubicBezTo>
                      <a:pt x="837" y="653"/>
                      <a:pt x="768" y="592"/>
                      <a:pt x="417" y="417"/>
                    </a:cubicBezTo>
                    <a:cubicBezTo>
                      <a:pt x="279" y="692"/>
                      <a:pt x="142" y="967"/>
                      <a:pt x="0" y="1250"/>
                    </a:cubicBezTo>
                    <a:cubicBezTo>
                      <a:pt x="0" y="837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E8EC86"/>
              </a:solidFill>
              <a:ln w="2646" cap="flat">
                <a:noFill/>
              </a:ln>
            </p:spPr>
          </p:sp>
          <p:sp>
            <p:nvSpPr>
              <p:cNvPr id="2723" name="ICON_C_HEATMAP_path_157"/>
              <p:cNvSpPr/>
              <p:nvPr/>
            </p:nvSpPr>
            <p:spPr>
              <a:xfrm>
                <a:off x="8236479" y="7254248"/>
                <a:ext cx="95250" cy="11210"/>
              </a:xfrm>
              <a:custGeom>
                <a:avLst/>
                <a:gdLst/>
                <a:ahLst/>
                <a:cxnLst/>
                <a:rect l="0" t="0" r="r" b="b"/>
                <a:pathLst>
                  <a:path w="7500" h="883" fill="norm" stroke="0">
                    <a:moveTo>
                      <a:pt x="2708" y="49"/>
                    </a:moveTo>
                    <a:cubicBezTo>
                      <a:pt x="2855" y="0"/>
                      <a:pt x="2985" y="9"/>
                      <a:pt x="3138" y="23"/>
                    </a:cubicBezTo>
                    <a:cubicBezTo>
                      <a:pt x="3177" y="25"/>
                      <a:pt x="3216" y="27"/>
                      <a:pt x="3256" y="29"/>
                    </a:cubicBezTo>
                    <a:cubicBezTo>
                      <a:pt x="3351" y="34"/>
                      <a:pt x="3446" y="41"/>
                      <a:pt x="3542" y="49"/>
                    </a:cubicBezTo>
                    <a:cubicBezTo>
                      <a:pt x="3542" y="256"/>
                      <a:pt x="3542" y="462"/>
                      <a:pt x="3542" y="674"/>
                    </a:cubicBezTo>
                    <a:cubicBezTo>
                      <a:pt x="4848" y="674"/>
                      <a:pt x="6154" y="674"/>
                      <a:pt x="7500" y="674"/>
                    </a:cubicBezTo>
                    <a:cubicBezTo>
                      <a:pt x="7500" y="743"/>
                      <a:pt x="7500" y="812"/>
                      <a:pt x="7500" y="883"/>
                    </a:cubicBezTo>
                    <a:cubicBezTo>
                      <a:pt x="5025" y="883"/>
                      <a:pt x="2550" y="883"/>
                      <a:pt x="0" y="883"/>
                    </a:cubicBezTo>
                    <a:cubicBezTo>
                      <a:pt x="0" y="814"/>
                      <a:pt x="0" y="745"/>
                      <a:pt x="0" y="674"/>
                    </a:cubicBezTo>
                    <a:cubicBezTo>
                      <a:pt x="31" y="673"/>
                      <a:pt x="62" y="671"/>
                      <a:pt x="94" y="669"/>
                    </a:cubicBezTo>
                    <a:cubicBezTo>
                      <a:pt x="385" y="653"/>
                      <a:pt x="676" y="635"/>
                      <a:pt x="967" y="614"/>
                    </a:cubicBezTo>
                    <a:cubicBezTo>
                      <a:pt x="1117" y="604"/>
                      <a:pt x="1266" y="594"/>
                      <a:pt x="1416" y="586"/>
                    </a:cubicBezTo>
                    <a:cubicBezTo>
                      <a:pt x="1561" y="579"/>
                      <a:pt x="1705" y="569"/>
                      <a:pt x="1850" y="558"/>
                    </a:cubicBezTo>
                    <a:cubicBezTo>
                      <a:pt x="1905" y="554"/>
                      <a:pt x="1960" y="551"/>
                      <a:pt x="2015" y="549"/>
                    </a:cubicBezTo>
                    <a:cubicBezTo>
                      <a:pt x="2185" y="541"/>
                      <a:pt x="2341" y="529"/>
                      <a:pt x="2500" y="466"/>
                    </a:cubicBezTo>
                    <a:cubicBezTo>
                      <a:pt x="2581" y="360"/>
                      <a:pt x="2623" y="268"/>
                      <a:pt x="2663" y="141"/>
                    </a:cubicBezTo>
                    <a:cubicBezTo>
                      <a:pt x="2678" y="111"/>
                      <a:pt x="2693" y="81"/>
                      <a:pt x="2708" y="49"/>
                    </a:cubicBezTo>
                    <a:close/>
                  </a:path>
                </a:pathLst>
              </a:custGeom>
              <a:solidFill>
                <a:srgbClr val="7690BE"/>
              </a:solidFill>
              <a:ln w="2646" cap="flat">
                <a:noFill/>
              </a:ln>
            </p:spPr>
          </p:sp>
          <p:sp>
            <p:nvSpPr>
              <p:cNvPr id="2724" name="ICON_C_HEATMAP_path_158"/>
              <p:cNvSpPr/>
              <p:nvPr/>
            </p:nvSpPr>
            <p:spPr>
              <a:xfrm>
                <a:off x="8159750" y="7260672"/>
                <a:ext cx="74083" cy="10078"/>
              </a:xfrm>
              <a:custGeom>
                <a:avLst/>
                <a:gdLst/>
                <a:ahLst/>
                <a:cxnLst/>
                <a:rect l="0" t="0" r="r" b="b"/>
                <a:pathLst>
                  <a:path w="5833" h="794" fill="norm" stroke="0">
                    <a:moveTo>
                      <a:pt x="4089" y="368"/>
                    </a:moveTo>
                    <a:cubicBezTo>
                      <a:pt x="4210" y="382"/>
                      <a:pt x="4331" y="395"/>
                      <a:pt x="4452" y="409"/>
                    </a:cubicBezTo>
                    <a:cubicBezTo>
                      <a:pt x="4913" y="461"/>
                      <a:pt x="5374" y="519"/>
                      <a:pt x="5833" y="585"/>
                    </a:cubicBezTo>
                    <a:cubicBezTo>
                      <a:pt x="5833" y="654"/>
                      <a:pt x="5833" y="723"/>
                      <a:pt x="5833" y="794"/>
                    </a:cubicBezTo>
                    <a:cubicBezTo>
                      <a:pt x="3908" y="794"/>
                      <a:pt x="1983" y="794"/>
                      <a:pt x="0" y="794"/>
                    </a:cubicBezTo>
                    <a:cubicBezTo>
                      <a:pt x="0" y="725"/>
                      <a:pt x="0" y="656"/>
                      <a:pt x="0" y="585"/>
                    </a:cubicBezTo>
                    <a:cubicBezTo>
                      <a:pt x="165" y="467"/>
                      <a:pt x="367" y="411"/>
                      <a:pt x="560" y="351"/>
                    </a:cubicBezTo>
                    <a:cubicBezTo>
                      <a:pt x="575" y="346"/>
                      <a:pt x="575" y="346"/>
                      <a:pt x="653" y="322"/>
                    </a:cubicBezTo>
                    <a:cubicBezTo>
                      <a:pt x="1748" y="0"/>
                      <a:pt x="2976" y="239"/>
                      <a:pt x="4089" y="368"/>
                    </a:cubicBezTo>
                    <a:close/>
                  </a:path>
                </a:pathLst>
              </a:custGeom>
              <a:solidFill>
                <a:srgbClr val="63C0C4"/>
              </a:solidFill>
              <a:ln w="2646" cap="flat">
                <a:noFill/>
              </a:ln>
            </p:spPr>
          </p:sp>
          <p:sp>
            <p:nvSpPr>
              <p:cNvPr id="2725" name="ICON_C_HEATMAP_path_159"/>
              <p:cNvSpPr/>
              <p:nvPr/>
            </p:nvSpPr>
            <p:spPr>
              <a:xfrm>
                <a:off x="7961312" y="7672467"/>
                <a:ext cx="80285" cy="18971"/>
              </a:xfrm>
              <a:custGeom>
                <a:avLst/>
                <a:gdLst/>
                <a:ahLst/>
                <a:cxnLst/>
                <a:rect l="0" t="0" r="r" b="b"/>
                <a:pathLst>
                  <a:path w="6322" h="1494" fill="norm" stroke="0">
                    <a:moveTo>
                      <a:pt x="0" y="35"/>
                    </a:moveTo>
                    <a:cubicBezTo>
                      <a:pt x="723" y="31"/>
                      <a:pt x="1445" y="27"/>
                      <a:pt x="2168" y="25"/>
                    </a:cubicBezTo>
                    <a:cubicBezTo>
                      <a:pt x="2503" y="24"/>
                      <a:pt x="2839" y="22"/>
                      <a:pt x="3175" y="20"/>
                    </a:cubicBezTo>
                    <a:cubicBezTo>
                      <a:pt x="3467" y="18"/>
                      <a:pt x="3760" y="16"/>
                      <a:pt x="4053" y="16"/>
                    </a:cubicBezTo>
                    <a:cubicBezTo>
                      <a:pt x="4208" y="16"/>
                      <a:pt x="4362" y="15"/>
                      <a:pt x="4517" y="13"/>
                    </a:cubicBezTo>
                    <a:cubicBezTo>
                      <a:pt x="5928" y="0"/>
                      <a:pt x="5928" y="0"/>
                      <a:pt x="6250" y="244"/>
                    </a:cubicBezTo>
                    <a:cubicBezTo>
                      <a:pt x="6300" y="400"/>
                      <a:pt x="6322" y="543"/>
                      <a:pt x="6305" y="706"/>
                    </a:cubicBezTo>
                    <a:cubicBezTo>
                      <a:pt x="6302" y="735"/>
                      <a:pt x="6300" y="764"/>
                      <a:pt x="6297" y="794"/>
                    </a:cubicBezTo>
                    <a:cubicBezTo>
                      <a:pt x="6296" y="808"/>
                      <a:pt x="6296" y="808"/>
                      <a:pt x="6289" y="882"/>
                    </a:cubicBezTo>
                    <a:cubicBezTo>
                      <a:pt x="6286" y="941"/>
                      <a:pt x="6283" y="1000"/>
                      <a:pt x="6280" y="1060"/>
                    </a:cubicBezTo>
                    <a:cubicBezTo>
                      <a:pt x="6274" y="1205"/>
                      <a:pt x="6262" y="1348"/>
                      <a:pt x="6250" y="1494"/>
                    </a:cubicBezTo>
                    <a:cubicBezTo>
                      <a:pt x="6044" y="1494"/>
                      <a:pt x="5837" y="1494"/>
                      <a:pt x="5625" y="1494"/>
                    </a:cubicBezTo>
                    <a:cubicBezTo>
                      <a:pt x="5556" y="1150"/>
                      <a:pt x="5487" y="806"/>
                      <a:pt x="5417" y="452"/>
                    </a:cubicBezTo>
                    <a:cubicBezTo>
                      <a:pt x="4523" y="418"/>
                      <a:pt x="4523" y="418"/>
                      <a:pt x="0" y="244"/>
                    </a:cubicBezTo>
                    <a:cubicBezTo>
                      <a:pt x="0" y="175"/>
                      <a:pt x="0" y="106"/>
                      <a:pt x="0" y="35"/>
                    </a:cubicBezTo>
                    <a:close/>
                  </a:path>
                </a:pathLst>
              </a:custGeom>
              <a:solidFill>
                <a:srgbClr val="BBD5D9"/>
              </a:solidFill>
              <a:ln w="2646" cap="flat">
                <a:noFill/>
              </a:ln>
            </p:spPr>
          </p:sp>
          <p:sp>
            <p:nvSpPr>
              <p:cNvPr id="2726" name="ICON_C_HEATMAP_path_160"/>
              <p:cNvSpPr/>
              <p:nvPr/>
            </p:nvSpPr>
            <p:spPr>
              <a:xfrm>
                <a:off x="8503708" y="7463896"/>
                <a:ext cx="39688" cy="60854"/>
              </a:xfrm>
              <a:custGeom>
                <a:avLst/>
                <a:gdLst/>
                <a:ahLst/>
                <a:cxnLst/>
                <a:rect l="0" t="0" r="r" b="b"/>
                <a:pathLst>
                  <a:path w="3125" h="4792" fill="norm" stroke="0">
                    <a:moveTo>
                      <a:pt x="0" y="0"/>
                    </a:moveTo>
                    <a:cubicBezTo>
                      <a:pt x="1031" y="0"/>
                      <a:pt x="2062" y="0"/>
                      <a:pt x="3125" y="0"/>
                    </a:cubicBezTo>
                    <a:cubicBezTo>
                      <a:pt x="3056" y="1581"/>
                      <a:pt x="2987" y="3163"/>
                      <a:pt x="2917" y="4792"/>
                    </a:cubicBezTo>
                    <a:cubicBezTo>
                      <a:pt x="2848" y="4792"/>
                      <a:pt x="2779" y="4792"/>
                      <a:pt x="2708" y="4792"/>
                    </a:cubicBezTo>
                    <a:cubicBezTo>
                      <a:pt x="2676" y="4317"/>
                      <a:pt x="2645" y="3843"/>
                      <a:pt x="2616" y="3368"/>
                    </a:cubicBezTo>
                    <a:cubicBezTo>
                      <a:pt x="2602" y="3148"/>
                      <a:pt x="2589" y="2927"/>
                      <a:pt x="2573" y="2707"/>
                    </a:cubicBezTo>
                    <a:cubicBezTo>
                      <a:pt x="2559" y="2493"/>
                      <a:pt x="2545" y="2280"/>
                      <a:pt x="2533" y="2066"/>
                    </a:cubicBezTo>
                    <a:cubicBezTo>
                      <a:pt x="2528" y="1986"/>
                      <a:pt x="2523" y="1905"/>
                      <a:pt x="2516" y="1824"/>
                    </a:cubicBezTo>
                    <a:cubicBezTo>
                      <a:pt x="2508" y="1710"/>
                      <a:pt x="2502" y="1595"/>
                      <a:pt x="2495" y="1480"/>
                    </a:cubicBezTo>
                    <a:cubicBezTo>
                      <a:pt x="2493" y="1449"/>
                      <a:pt x="2490" y="1416"/>
                      <a:pt x="2487" y="1383"/>
                    </a:cubicBezTo>
                    <a:cubicBezTo>
                      <a:pt x="2468" y="962"/>
                      <a:pt x="2600" y="644"/>
                      <a:pt x="2708" y="208"/>
                    </a:cubicBezTo>
                    <a:cubicBezTo>
                      <a:pt x="1815" y="208"/>
                      <a:pt x="921" y="208"/>
                      <a:pt x="0" y="208"/>
                    </a:cubicBezTo>
                    <a:cubicBezTo>
                      <a:pt x="0" y="140"/>
                      <a:pt x="0" y="71"/>
                      <a:pt x="0" y="0"/>
                    </a:cubicBezTo>
                    <a:close/>
                  </a:path>
                </a:pathLst>
              </a:custGeom>
              <a:solidFill>
                <a:srgbClr val="6D5FA8"/>
              </a:solidFill>
              <a:ln w="2646" cap="flat">
                <a:noFill/>
              </a:ln>
            </p:spPr>
          </p:sp>
          <p:sp>
            <p:nvSpPr>
              <p:cNvPr id="2727" name="ICON_C_HEATMAP_path_161"/>
              <p:cNvSpPr/>
              <p:nvPr/>
            </p:nvSpPr>
            <p:spPr>
              <a:xfrm>
                <a:off x="8403167" y="7463896"/>
                <a:ext cx="7938" cy="740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5833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1925"/>
                      <a:pt x="625" y="3850"/>
                      <a:pt x="625" y="5833"/>
                    </a:cubicBezTo>
                    <a:cubicBezTo>
                      <a:pt x="556" y="5833"/>
                      <a:pt x="487" y="5833"/>
                      <a:pt x="417" y="5833"/>
                    </a:cubicBezTo>
                    <a:cubicBezTo>
                      <a:pt x="348" y="4527"/>
                      <a:pt x="279" y="3221"/>
                      <a:pt x="208" y="1875"/>
                    </a:cubicBezTo>
                    <a:cubicBezTo>
                      <a:pt x="140" y="1875"/>
                      <a:pt x="71" y="1875"/>
                      <a:pt x="0" y="1875"/>
                    </a:cubicBezTo>
                    <a:cubicBezTo>
                      <a:pt x="0" y="1256"/>
                      <a:pt x="0" y="638"/>
                      <a:pt x="0" y="0"/>
                    </a:cubicBezTo>
                    <a:close/>
                  </a:path>
                </a:pathLst>
              </a:custGeom>
              <a:solidFill>
                <a:srgbClr val="88BAE9"/>
              </a:solidFill>
              <a:ln w="2646" cap="flat">
                <a:noFill/>
              </a:ln>
            </p:spPr>
          </p:sp>
          <p:sp>
            <p:nvSpPr>
              <p:cNvPr id="2728" name="ICON_C_HEATMAP_path_162"/>
              <p:cNvSpPr/>
              <p:nvPr/>
            </p:nvSpPr>
            <p:spPr>
              <a:xfrm>
                <a:off x="8596312" y="7678208"/>
                <a:ext cx="23812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1042" fill="norm" stroke="0">
                    <a:moveTo>
                      <a:pt x="208" y="0"/>
                    </a:moveTo>
                    <a:cubicBezTo>
                      <a:pt x="758" y="0"/>
                      <a:pt x="1308" y="0"/>
                      <a:pt x="1875" y="0"/>
                    </a:cubicBezTo>
                    <a:cubicBezTo>
                      <a:pt x="1875" y="344"/>
                      <a:pt x="1875" y="688"/>
                      <a:pt x="1875" y="1042"/>
                    </a:cubicBezTo>
                    <a:cubicBezTo>
                      <a:pt x="1256" y="1042"/>
                      <a:pt x="638" y="1042"/>
                      <a:pt x="0" y="1042"/>
                    </a:cubicBezTo>
                    <a:cubicBezTo>
                      <a:pt x="69" y="698"/>
                      <a:pt x="138" y="354"/>
                      <a:pt x="208" y="0"/>
                    </a:cubicBezTo>
                    <a:close/>
                  </a:path>
                </a:pathLst>
              </a:custGeom>
              <a:solidFill>
                <a:srgbClr val="FDFDFE"/>
              </a:solidFill>
              <a:ln w="2646" cap="flat">
                <a:noFill/>
              </a:ln>
            </p:spPr>
          </p:sp>
          <p:sp>
            <p:nvSpPr>
              <p:cNvPr id="2729" name="ICON_C_HEATMAP_path_163"/>
              <p:cNvSpPr/>
              <p:nvPr/>
            </p:nvSpPr>
            <p:spPr>
              <a:xfrm>
                <a:off x="8204728" y="7675202"/>
                <a:ext cx="79375" cy="16235"/>
              </a:xfrm>
              <a:custGeom>
                <a:avLst/>
                <a:gdLst/>
                <a:ahLst/>
                <a:cxnLst/>
                <a:rect l="0" t="0" r="r" b="b"/>
                <a:pathLst>
                  <a:path w="6250" h="1278" fill="norm" stroke="0">
                    <a:moveTo>
                      <a:pt x="2012" y="7"/>
                    </a:moveTo>
                    <a:cubicBezTo>
                      <a:pt x="2161" y="9"/>
                      <a:pt x="2311" y="9"/>
                      <a:pt x="2460" y="9"/>
                    </a:cubicBezTo>
                    <a:cubicBezTo>
                      <a:pt x="2742" y="10"/>
                      <a:pt x="3024" y="11"/>
                      <a:pt x="3306" y="13"/>
                    </a:cubicBezTo>
                    <a:cubicBezTo>
                      <a:pt x="3627" y="16"/>
                      <a:pt x="3949" y="17"/>
                      <a:pt x="4270" y="18"/>
                    </a:cubicBezTo>
                    <a:cubicBezTo>
                      <a:pt x="4930" y="20"/>
                      <a:pt x="5590" y="24"/>
                      <a:pt x="6250" y="28"/>
                    </a:cubicBezTo>
                    <a:cubicBezTo>
                      <a:pt x="6250" y="97"/>
                      <a:pt x="6250" y="166"/>
                      <a:pt x="6250" y="237"/>
                    </a:cubicBezTo>
                    <a:cubicBezTo>
                      <a:pt x="6229" y="238"/>
                      <a:pt x="6207" y="239"/>
                      <a:pt x="6185" y="239"/>
                    </a:cubicBezTo>
                    <a:cubicBezTo>
                      <a:pt x="5658" y="261"/>
                      <a:pt x="5131" y="284"/>
                      <a:pt x="4604" y="308"/>
                    </a:cubicBezTo>
                    <a:cubicBezTo>
                      <a:pt x="4349" y="319"/>
                      <a:pt x="4094" y="330"/>
                      <a:pt x="3839" y="340"/>
                    </a:cubicBezTo>
                    <a:cubicBezTo>
                      <a:pt x="1884" y="421"/>
                      <a:pt x="1884" y="421"/>
                      <a:pt x="1118" y="536"/>
                    </a:cubicBezTo>
                    <a:cubicBezTo>
                      <a:pt x="1069" y="543"/>
                      <a:pt x="1019" y="550"/>
                      <a:pt x="968" y="557"/>
                    </a:cubicBezTo>
                    <a:cubicBezTo>
                      <a:pt x="663" y="610"/>
                      <a:pt x="663" y="610"/>
                      <a:pt x="561" y="727"/>
                    </a:cubicBezTo>
                    <a:cubicBezTo>
                      <a:pt x="487" y="870"/>
                      <a:pt x="468" y="991"/>
                      <a:pt x="459" y="1149"/>
                    </a:cubicBezTo>
                    <a:cubicBezTo>
                      <a:pt x="445" y="1192"/>
                      <a:pt x="431" y="1234"/>
                      <a:pt x="417" y="1278"/>
                    </a:cubicBezTo>
                    <a:cubicBezTo>
                      <a:pt x="279" y="1278"/>
                      <a:pt x="142" y="1278"/>
                      <a:pt x="0" y="1278"/>
                    </a:cubicBezTo>
                    <a:cubicBezTo>
                      <a:pt x="0" y="935"/>
                      <a:pt x="0" y="591"/>
                      <a:pt x="0" y="237"/>
                    </a:cubicBezTo>
                    <a:cubicBezTo>
                      <a:pt x="679" y="30"/>
                      <a:pt x="1310" y="0"/>
                      <a:pt x="2012" y="7"/>
                    </a:cubicBezTo>
                    <a:close/>
                  </a:path>
                </a:pathLst>
              </a:custGeom>
              <a:solidFill>
                <a:srgbClr val="DADFE8"/>
              </a:solidFill>
              <a:ln w="2646" cap="flat">
                <a:noFill/>
              </a:ln>
            </p:spPr>
          </p:sp>
          <p:sp>
            <p:nvSpPr>
              <p:cNvPr id="2730" name="ICON_C_HEATMAP_path_164"/>
              <p:cNvSpPr/>
              <p:nvPr/>
            </p:nvSpPr>
            <p:spPr>
              <a:xfrm>
                <a:off x="8239125" y="7543271"/>
                <a:ext cx="10954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863" h="4583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25" y="32"/>
                      <a:pt x="624" y="63"/>
                      <a:pt x="624" y="96"/>
                    </a:cubicBezTo>
                    <a:cubicBezTo>
                      <a:pt x="619" y="399"/>
                      <a:pt x="616" y="702"/>
                      <a:pt x="614" y="1005"/>
                    </a:cubicBezTo>
                    <a:cubicBezTo>
                      <a:pt x="613" y="1161"/>
                      <a:pt x="612" y="1317"/>
                      <a:pt x="609" y="1473"/>
                    </a:cubicBezTo>
                    <a:cubicBezTo>
                      <a:pt x="599" y="2139"/>
                      <a:pt x="601" y="2769"/>
                      <a:pt x="764" y="3420"/>
                    </a:cubicBezTo>
                    <a:cubicBezTo>
                      <a:pt x="863" y="3816"/>
                      <a:pt x="839" y="4019"/>
                      <a:pt x="625" y="4375"/>
                    </a:cubicBezTo>
                    <a:cubicBezTo>
                      <a:pt x="419" y="4444"/>
                      <a:pt x="213" y="4513"/>
                      <a:pt x="0" y="4583"/>
                    </a:cubicBezTo>
                    <a:cubicBezTo>
                      <a:pt x="69" y="3071"/>
                      <a:pt x="138" y="1558"/>
                      <a:pt x="208" y="0"/>
                    </a:cubicBezTo>
                    <a:close/>
                  </a:path>
                </a:pathLst>
              </a:custGeom>
              <a:solidFill>
                <a:srgbClr val="688DC6"/>
              </a:solidFill>
              <a:ln w="2646" cap="flat">
                <a:noFill/>
              </a:ln>
            </p:spPr>
          </p:sp>
          <p:sp>
            <p:nvSpPr>
              <p:cNvPr id="2731" name="ICON_C_HEATMAP_path_165"/>
              <p:cNvSpPr/>
              <p:nvPr/>
            </p:nvSpPr>
            <p:spPr>
              <a:xfrm>
                <a:off x="8043333" y="7254875"/>
                <a:ext cx="39688" cy="8948"/>
              </a:xfrm>
              <a:custGeom>
                <a:avLst/>
                <a:gdLst/>
                <a:ahLst/>
                <a:cxnLst/>
                <a:rect l="0" t="0" r="r" b="b"/>
                <a:pathLst>
                  <a:path w="3125" h="705" fill="norm" stroke="0">
                    <a:moveTo>
                      <a:pt x="0" y="0"/>
                    </a:moveTo>
                    <a:cubicBezTo>
                      <a:pt x="1031" y="0"/>
                      <a:pt x="2062" y="0"/>
                      <a:pt x="3125" y="0"/>
                    </a:cubicBezTo>
                    <a:cubicBezTo>
                      <a:pt x="3056" y="206"/>
                      <a:pt x="2987" y="413"/>
                      <a:pt x="2917" y="625"/>
                    </a:cubicBezTo>
                    <a:cubicBezTo>
                      <a:pt x="2590" y="705"/>
                      <a:pt x="2590" y="705"/>
                      <a:pt x="2448" y="696"/>
                    </a:cubicBezTo>
                    <a:cubicBezTo>
                      <a:pt x="2433" y="695"/>
                      <a:pt x="2433" y="695"/>
                      <a:pt x="2355" y="691"/>
                    </a:cubicBezTo>
                    <a:cubicBezTo>
                      <a:pt x="2323" y="689"/>
                      <a:pt x="2291" y="688"/>
                      <a:pt x="2258" y="686"/>
                    </a:cubicBezTo>
                    <a:cubicBezTo>
                      <a:pt x="2193" y="685"/>
                      <a:pt x="2128" y="684"/>
                      <a:pt x="2063" y="683"/>
                    </a:cubicBezTo>
                    <a:cubicBezTo>
                      <a:pt x="1892" y="681"/>
                      <a:pt x="1721" y="675"/>
                      <a:pt x="1550" y="668"/>
                    </a:cubicBezTo>
                    <a:cubicBezTo>
                      <a:pt x="1376" y="661"/>
                      <a:pt x="1201" y="659"/>
                      <a:pt x="1027" y="655"/>
                    </a:cubicBezTo>
                    <a:cubicBezTo>
                      <a:pt x="684" y="649"/>
                      <a:pt x="342" y="638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B5C9D0"/>
              </a:solidFill>
              <a:ln w="2646" cap="flat">
                <a:noFill/>
              </a:ln>
            </p:spPr>
          </p:sp>
          <p:sp>
            <p:nvSpPr>
              <p:cNvPr id="2732" name="ICON_C_HEATMAP_path_166"/>
              <p:cNvSpPr/>
              <p:nvPr/>
            </p:nvSpPr>
            <p:spPr>
              <a:xfrm>
                <a:off x="7903104" y="7604125"/>
                <a:ext cx="13229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4583" fill="norm" stroke="0">
                    <a:moveTo>
                      <a:pt x="0" y="0"/>
                    </a:moveTo>
                    <a:cubicBezTo>
                      <a:pt x="172" y="34"/>
                      <a:pt x="172" y="34"/>
                      <a:pt x="1042" y="208"/>
                    </a:cubicBezTo>
                    <a:cubicBezTo>
                      <a:pt x="1042" y="415"/>
                      <a:pt x="1042" y="621"/>
                      <a:pt x="1042" y="833"/>
                    </a:cubicBezTo>
                    <a:cubicBezTo>
                      <a:pt x="904" y="833"/>
                      <a:pt x="767" y="833"/>
                      <a:pt x="625" y="833"/>
                    </a:cubicBezTo>
                    <a:cubicBezTo>
                      <a:pt x="640" y="895"/>
                      <a:pt x="654" y="956"/>
                      <a:pt x="669" y="1020"/>
                    </a:cubicBezTo>
                    <a:cubicBezTo>
                      <a:pt x="812" y="1652"/>
                      <a:pt x="872" y="2261"/>
                      <a:pt x="872" y="2910"/>
                    </a:cubicBezTo>
                    <a:cubicBezTo>
                      <a:pt x="872" y="3062"/>
                      <a:pt x="876" y="3214"/>
                      <a:pt x="880" y="3366"/>
                    </a:cubicBezTo>
                    <a:cubicBezTo>
                      <a:pt x="881" y="3465"/>
                      <a:pt x="881" y="3563"/>
                      <a:pt x="881" y="3661"/>
                    </a:cubicBezTo>
                    <a:cubicBezTo>
                      <a:pt x="883" y="3706"/>
                      <a:pt x="884" y="3751"/>
                      <a:pt x="886" y="3797"/>
                    </a:cubicBezTo>
                    <a:cubicBezTo>
                      <a:pt x="882" y="4037"/>
                      <a:pt x="845" y="4177"/>
                      <a:pt x="681" y="4350"/>
                    </a:cubicBezTo>
                    <a:cubicBezTo>
                      <a:pt x="596" y="4432"/>
                      <a:pt x="508" y="4509"/>
                      <a:pt x="417" y="4583"/>
                    </a:cubicBezTo>
                    <a:cubicBezTo>
                      <a:pt x="416" y="4558"/>
                      <a:pt x="416" y="4558"/>
                      <a:pt x="410" y="4428"/>
                    </a:cubicBezTo>
                    <a:cubicBezTo>
                      <a:pt x="390" y="3944"/>
                      <a:pt x="368" y="3459"/>
                      <a:pt x="346" y="2975"/>
                    </a:cubicBezTo>
                    <a:cubicBezTo>
                      <a:pt x="335" y="2726"/>
                      <a:pt x="323" y="2477"/>
                      <a:pt x="313" y="2228"/>
                    </a:cubicBezTo>
                    <a:cubicBezTo>
                      <a:pt x="303" y="1988"/>
                      <a:pt x="292" y="1747"/>
                      <a:pt x="281" y="1507"/>
                    </a:cubicBezTo>
                    <a:cubicBezTo>
                      <a:pt x="276" y="1415"/>
                      <a:pt x="273" y="1324"/>
                      <a:pt x="269" y="1232"/>
                    </a:cubicBezTo>
                    <a:cubicBezTo>
                      <a:pt x="264" y="1104"/>
                      <a:pt x="258" y="975"/>
                      <a:pt x="251" y="846"/>
                    </a:cubicBezTo>
                    <a:cubicBezTo>
                      <a:pt x="250" y="809"/>
                      <a:pt x="249" y="771"/>
                      <a:pt x="247" y="733"/>
                    </a:cubicBezTo>
                    <a:cubicBezTo>
                      <a:pt x="230" y="421"/>
                      <a:pt x="154" y="309"/>
                      <a:pt x="0" y="0"/>
                    </a:cubicBezTo>
                    <a:close/>
                  </a:path>
                </a:pathLst>
              </a:custGeom>
              <a:solidFill>
                <a:srgbClr val="DEEA9B"/>
              </a:solidFill>
              <a:ln w="2646" cap="flat">
                <a:noFill/>
              </a:ln>
            </p:spPr>
          </p:sp>
          <p:sp>
            <p:nvSpPr>
              <p:cNvPr id="2733" name="ICON_C_HEATMAP_path_167"/>
              <p:cNvSpPr/>
              <p:nvPr/>
            </p:nvSpPr>
            <p:spPr>
              <a:xfrm>
                <a:off x="8241771" y="7604125"/>
                <a:ext cx="44979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3542" h="2708" fill="norm" stroke="0">
                    <a:moveTo>
                      <a:pt x="0" y="0"/>
                    </a:moveTo>
                    <a:cubicBezTo>
                      <a:pt x="1169" y="0"/>
                      <a:pt x="2337" y="0"/>
                      <a:pt x="3542" y="0"/>
                    </a:cubicBezTo>
                    <a:cubicBezTo>
                      <a:pt x="3542" y="69"/>
                      <a:pt x="3542" y="138"/>
                      <a:pt x="3542" y="208"/>
                    </a:cubicBezTo>
                    <a:cubicBezTo>
                      <a:pt x="2648" y="208"/>
                      <a:pt x="1754" y="208"/>
                      <a:pt x="833" y="208"/>
                    </a:cubicBezTo>
                    <a:cubicBezTo>
                      <a:pt x="755" y="1341"/>
                      <a:pt x="755" y="1341"/>
                      <a:pt x="734" y="1698"/>
                    </a:cubicBezTo>
                    <a:cubicBezTo>
                      <a:pt x="726" y="1791"/>
                      <a:pt x="719" y="1885"/>
                      <a:pt x="711" y="1978"/>
                    </a:cubicBezTo>
                    <a:cubicBezTo>
                      <a:pt x="709" y="2027"/>
                      <a:pt x="706" y="2075"/>
                      <a:pt x="704" y="2125"/>
                    </a:cubicBezTo>
                    <a:cubicBezTo>
                      <a:pt x="700" y="2172"/>
                      <a:pt x="696" y="2218"/>
                      <a:pt x="691" y="2266"/>
                    </a:cubicBezTo>
                    <a:cubicBezTo>
                      <a:pt x="689" y="2306"/>
                      <a:pt x="686" y="2346"/>
                      <a:pt x="683" y="2388"/>
                    </a:cubicBezTo>
                    <a:cubicBezTo>
                      <a:pt x="625" y="2500"/>
                      <a:pt x="625" y="2500"/>
                      <a:pt x="208" y="2708"/>
                    </a:cubicBezTo>
                    <a:cubicBezTo>
                      <a:pt x="140" y="1815"/>
                      <a:pt x="71" y="921"/>
                      <a:pt x="0" y="0"/>
                    </a:cubicBezTo>
                    <a:close/>
                  </a:path>
                </a:pathLst>
              </a:custGeom>
              <a:solidFill>
                <a:srgbClr val="6C55A4"/>
              </a:solidFill>
              <a:ln w="2646" cap="flat">
                <a:noFill/>
              </a:ln>
            </p:spPr>
          </p:sp>
          <p:sp>
            <p:nvSpPr>
              <p:cNvPr id="2734" name="ICON_C_HEATMAP_path_168"/>
              <p:cNvSpPr/>
              <p:nvPr/>
            </p:nvSpPr>
            <p:spPr>
              <a:xfrm>
                <a:off x="8419042" y="7543054"/>
                <a:ext cx="55891" cy="50916"/>
              </a:xfrm>
              <a:custGeom>
                <a:avLst/>
                <a:gdLst/>
                <a:ahLst/>
                <a:cxnLst/>
                <a:rect l="0" t="0" r="r" b="b"/>
                <a:pathLst>
                  <a:path w="4401" h="4009" fill="norm" stroke="0">
                    <a:moveTo>
                      <a:pt x="4167" y="17"/>
                    </a:moveTo>
                    <a:cubicBezTo>
                      <a:pt x="4278" y="0"/>
                      <a:pt x="4278" y="0"/>
                      <a:pt x="4375" y="17"/>
                    </a:cubicBezTo>
                    <a:cubicBezTo>
                      <a:pt x="4380" y="502"/>
                      <a:pt x="4384" y="988"/>
                      <a:pt x="4386" y="1473"/>
                    </a:cubicBezTo>
                    <a:cubicBezTo>
                      <a:pt x="4387" y="1699"/>
                      <a:pt x="4388" y="1924"/>
                      <a:pt x="4391" y="2149"/>
                    </a:cubicBezTo>
                    <a:cubicBezTo>
                      <a:pt x="4393" y="2367"/>
                      <a:pt x="4394" y="2584"/>
                      <a:pt x="4395" y="2802"/>
                    </a:cubicBezTo>
                    <a:cubicBezTo>
                      <a:pt x="4395" y="2885"/>
                      <a:pt x="4396" y="2967"/>
                      <a:pt x="4397" y="3051"/>
                    </a:cubicBezTo>
                    <a:cubicBezTo>
                      <a:pt x="4399" y="3167"/>
                      <a:pt x="4399" y="3283"/>
                      <a:pt x="4399" y="3399"/>
                    </a:cubicBezTo>
                    <a:cubicBezTo>
                      <a:pt x="4399" y="3434"/>
                      <a:pt x="4400" y="3468"/>
                      <a:pt x="4401" y="3503"/>
                    </a:cubicBezTo>
                    <a:cubicBezTo>
                      <a:pt x="4399" y="3669"/>
                      <a:pt x="4386" y="3750"/>
                      <a:pt x="4295" y="3893"/>
                    </a:cubicBezTo>
                    <a:cubicBezTo>
                      <a:pt x="4114" y="4009"/>
                      <a:pt x="3971" y="4003"/>
                      <a:pt x="3761" y="3999"/>
                    </a:cubicBezTo>
                    <a:cubicBezTo>
                      <a:pt x="3720" y="3999"/>
                      <a:pt x="3679" y="3999"/>
                      <a:pt x="3637" y="3999"/>
                    </a:cubicBezTo>
                    <a:cubicBezTo>
                      <a:pt x="3503" y="3999"/>
                      <a:pt x="3369" y="3997"/>
                      <a:pt x="3235" y="3996"/>
                    </a:cubicBezTo>
                    <a:cubicBezTo>
                      <a:pt x="3142" y="3995"/>
                      <a:pt x="3049" y="3995"/>
                      <a:pt x="2955" y="3995"/>
                    </a:cubicBezTo>
                    <a:cubicBezTo>
                      <a:pt x="2711" y="3994"/>
                      <a:pt x="2466" y="3992"/>
                      <a:pt x="2221" y="3990"/>
                    </a:cubicBezTo>
                    <a:cubicBezTo>
                      <a:pt x="1971" y="3987"/>
                      <a:pt x="1721" y="3987"/>
                      <a:pt x="1471" y="3986"/>
                    </a:cubicBezTo>
                    <a:cubicBezTo>
                      <a:pt x="981" y="3983"/>
                      <a:pt x="490" y="3980"/>
                      <a:pt x="0" y="3975"/>
                    </a:cubicBezTo>
                    <a:cubicBezTo>
                      <a:pt x="0" y="3907"/>
                      <a:pt x="0" y="3838"/>
                      <a:pt x="0" y="3767"/>
                    </a:cubicBezTo>
                    <a:cubicBezTo>
                      <a:pt x="23" y="3766"/>
                      <a:pt x="23" y="3766"/>
                      <a:pt x="141" y="3761"/>
                    </a:cubicBezTo>
                    <a:cubicBezTo>
                      <a:pt x="579" y="3740"/>
                      <a:pt x="1018" y="3719"/>
                      <a:pt x="1456" y="3696"/>
                    </a:cubicBezTo>
                    <a:cubicBezTo>
                      <a:pt x="1681" y="3685"/>
                      <a:pt x="1907" y="3674"/>
                      <a:pt x="2132" y="3664"/>
                    </a:cubicBezTo>
                    <a:cubicBezTo>
                      <a:pt x="2350" y="3654"/>
                      <a:pt x="2567" y="3643"/>
                      <a:pt x="2785" y="3631"/>
                    </a:cubicBezTo>
                    <a:cubicBezTo>
                      <a:pt x="2867" y="3627"/>
                      <a:pt x="2950" y="3623"/>
                      <a:pt x="3034" y="3619"/>
                    </a:cubicBezTo>
                    <a:cubicBezTo>
                      <a:pt x="3150" y="3614"/>
                      <a:pt x="3266" y="3608"/>
                      <a:pt x="3382" y="3601"/>
                    </a:cubicBezTo>
                    <a:cubicBezTo>
                      <a:pt x="3399" y="3601"/>
                      <a:pt x="3399" y="3601"/>
                      <a:pt x="3486" y="3598"/>
                    </a:cubicBezTo>
                    <a:cubicBezTo>
                      <a:pt x="3656" y="3587"/>
                      <a:pt x="3734" y="3570"/>
                      <a:pt x="3876" y="3468"/>
                    </a:cubicBezTo>
                    <a:cubicBezTo>
                      <a:pt x="3974" y="3327"/>
                      <a:pt x="3983" y="3259"/>
                      <a:pt x="3979" y="3088"/>
                    </a:cubicBezTo>
                    <a:cubicBezTo>
                      <a:pt x="3979" y="3075"/>
                      <a:pt x="3979" y="3075"/>
                      <a:pt x="3978" y="3011"/>
                    </a:cubicBezTo>
                    <a:cubicBezTo>
                      <a:pt x="3977" y="2956"/>
                      <a:pt x="3976" y="2901"/>
                      <a:pt x="3974" y="2846"/>
                    </a:cubicBezTo>
                    <a:cubicBezTo>
                      <a:pt x="3971" y="2758"/>
                      <a:pt x="3970" y="2671"/>
                      <a:pt x="3969" y="2583"/>
                    </a:cubicBezTo>
                    <a:cubicBezTo>
                      <a:pt x="3966" y="2365"/>
                      <a:pt x="3961" y="2146"/>
                      <a:pt x="3956" y="1928"/>
                    </a:cubicBezTo>
                    <a:cubicBezTo>
                      <a:pt x="3952" y="1744"/>
                      <a:pt x="3949" y="1560"/>
                      <a:pt x="3947" y="1376"/>
                    </a:cubicBezTo>
                    <a:cubicBezTo>
                      <a:pt x="3945" y="1291"/>
                      <a:pt x="3943" y="1206"/>
                      <a:pt x="3940" y="1120"/>
                    </a:cubicBezTo>
                    <a:cubicBezTo>
                      <a:pt x="3934" y="829"/>
                      <a:pt x="3963" y="569"/>
                      <a:pt x="4050" y="289"/>
                    </a:cubicBezTo>
                    <a:cubicBezTo>
                      <a:pt x="4058" y="262"/>
                      <a:pt x="4066" y="235"/>
                      <a:pt x="4075" y="206"/>
                    </a:cubicBezTo>
                    <a:cubicBezTo>
                      <a:pt x="4101" y="131"/>
                      <a:pt x="4101" y="131"/>
                      <a:pt x="4167" y="17"/>
                    </a:cubicBezTo>
                    <a:close/>
                  </a:path>
                </a:pathLst>
              </a:custGeom>
              <a:solidFill>
                <a:srgbClr val="6F4F9D"/>
              </a:solidFill>
              <a:ln w="2646" cap="flat">
                <a:noFill/>
              </a:ln>
            </p:spPr>
          </p:sp>
          <p:sp>
            <p:nvSpPr>
              <p:cNvPr id="2735" name="ICON_C_HEATMAP_path_169"/>
              <p:cNvSpPr/>
              <p:nvPr/>
            </p:nvSpPr>
            <p:spPr>
              <a:xfrm>
                <a:off x="8235717" y="7400396"/>
                <a:ext cx="11345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893" h="4375" fill="norm" stroke="0">
                    <a:moveTo>
                      <a:pt x="60" y="0"/>
                    </a:moveTo>
                    <a:cubicBezTo>
                      <a:pt x="335" y="69"/>
                      <a:pt x="610" y="138"/>
                      <a:pt x="893" y="208"/>
                    </a:cubicBezTo>
                    <a:cubicBezTo>
                      <a:pt x="825" y="277"/>
                      <a:pt x="756" y="346"/>
                      <a:pt x="685" y="417"/>
                    </a:cubicBezTo>
                    <a:cubicBezTo>
                      <a:pt x="656" y="504"/>
                      <a:pt x="656" y="504"/>
                      <a:pt x="652" y="592"/>
                    </a:cubicBezTo>
                    <a:cubicBezTo>
                      <a:pt x="650" y="626"/>
                      <a:pt x="648" y="659"/>
                      <a:pt x="646" y="694"/>
                    </a:cubicBezTo>
                    <a:cubicBezTo>
                      <a:pt x="645" y="712"/>
                      <a:pt x="645" y="712"/>
                      <a:pt x="642" y="804"/>
                    </a:cubicBezTo>
                    <a:cubicBezTo>
                      <a:pt x="640" y="842"/>
                      <a:pt x="638" y="881"/>
                      <a:pt x="636" y="921"/>
                    </a:cubicBezTo>
                    <a:cubicBezTo>
                      <a:pt x="629" y="1048"/>
                      <a:pt x="624" y="1175"/>
                      <a:pt x="619" y="1303"/>
                    </a:cubicBezTo>
                    <a:cubicBezTo>
                      <a:pt x="615" y="1391"/>
                      <a:pt x="610" y="1480"/>
                      <a:pt x="606" y="1568"/>
                    </a:cubicBezTo>
                    <a:cubicBezTo>
                      <a:pt x="594" y="1801"/>
                      <a:pt x="584" y="2033"/>
                      <a:pt x="574" y="2266"/>
                    </a:cubicBezTo>
                    <a:cubicBezTo>
                      <a:pt x="564" y="2503"/>
                      <a:pt x="552" y="2741"/>
                      <a:pt x="541" y="2978"/>
                    </a:cubicBezTo>
                    <a:cubicBezTo>
                      <a:pt x="518" y="3444"/>
                      <a:pt x="497" y="3909"/>
                      <a:pt x="477" y="4375"/>
                    </a:cubicBezTo>
                    <a:cubicBezTo>
                      <a:pt x="280" y="4245"/>
                      <a:pt x="98" y="4102"/>
                      <a:pt x="36" y="3867"/>
                    </a:cubicBezTo>
                    <a:cubicBezTo>
                      <a:pt x="0" y="3597"/>
                      <a:pt x="12" y="3324"/>
                      <a:pt x="19" y="3052"/>
                    </a:cubicBezTo>
                    <a:cubicBezTo>
                      <a:pt x="20" y="2964"/>
                      <a:pt x="21" y="2875"/>
                      <a:pt x="21" y="2787"/>
                    </a:cubicBezTo>
                    <a:cubicBezTo>
                      <a:pt x="23" y="2556"/>
                      <a:pt x="27" y="2326"/>
                      <a:pt x="31" y="2095"/>
                    </a:cubicBezTo>
                    <a:cubicBezTo>
                      <a:pt x="36" y="1859"/>
                      <a:pt x="37" y="1623"/>
                      <a:pt x="40" y="1387"/>
                    </a:cubicBezTo>
                    <a:cubicBezTo>
                      <a:pt x="44" y="924"/>
                      <a:pt x="51" y="462"/>
                      <a:pt x="60" y="0"/>
                    </a:cubicBezTo>
                    <a:close/>
                  </a:path>
                </a:pathLst>
              </a:custGeom>
              <a:solidFill>
                <a:srgbClr val="76A1DA"/>
              </a:solidFill>
              <a:ln w="2646" cap="flat">
                <a:noFill/>
              </a:ln>
            </p:spPr>
          </p:sp>
          <p:sp>
            <p:nvSpPr>
              <p:cNvPr id="2736" name="ICON_C_HEATMAP_path_170"/>
              <p:cNvSpPr/>
              <p:nvPr/>
            </p:nvSpPr>
            <p:spPr>
              <a:xfrm>
                <a:off x="7818438" y="7273396"/>
                <a:ext cx="37042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2917" h="1042" fill="norm" stroke="0">
                    <a:moveTo>
                      <a:pt x="0" y="0"/>
                    </a:moveTo>
                    <a:cubicBezTo>
                      <a:pt x="962" y="0"/>
                      <a:pt x="1925" y="0"/>
                      <a:pt x="2917" y="0"/>
                    </a:cubicBezTo>
                    <a:cubicBezTo>
                      <a:pt x="2917" y="138"/>
                      <a:pt x="2917" y="275"/>
                      <a:pt x="2917" y="417"/>
                    </a:cubicBezTo>
                    <a:cubicBezTo>
                      <a:pt x="2886" y="423"/>
                      <a:pt x="2886" y="423"/>
                      <a:pt x="2732" y="452"/>
                    </a:cubicBezTo>
                    <a:cubicBezTo>
                      <a:pt x="2504" y="495"/>
                      <a:pt x="2277" y="539"/>
                      <a:pt x="2049" y="583"/>
                    </a:cubicBezTo>
                    <a:cubicBezTo>
                      <a:pt x="1951" y="602"/>
                      <a:pt x="1853" y="621"/>
                      <a:pt x="1755" y="640"/>
                    </a:cubicBezTo>
                    <a:cubicBezTo>
                      <a:pt x="1613" y="666"/>
                      <a:pt x="1471" y="694"/>
                      <a:pt x="1330" y="722"/>
                    </a:cubicBezTo>
                    <a:cubicBezTo>
                      <a:pt x="1308" y="726"/>
                      <a:pt x="1308" y="726"/>
                      <a:pt x="1198" y="746"/>
                    </a:cubicBezTo>
                    <a:cubicBezTo>
                      <a:pt x="908" y="804"/>
                      <a:pt x="676" y="899"/>
                      <a:pt x="417" y="1042"/>
                    </a:cubicBezTo>
                    <a:cubicBezTo>
                      <a:pt x="417" y="904"/>
                      <a:pt x="417" y="767"/>
                      <a:pt x="417" y="625"/>
                    </a:cubicBezTo>
                    <a:cubicBezTo>
                      <a:pt x="279" y="625"/>
                      <a:pt x="142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FEF97D"/>
              </a:solidFill>
              <a:ln w="2646" cap="flat">
                <a:noFill/>
              </a:ln>
            </p:spPr>
          </p:sp>
          <p:sp>
            <p:nvSpPr>
              <p:cNvPr id="2737" name="ICON_C_HEATMAP_path_171"/>
              <p:cNvSpPr/>
              <p:nvPr/>
            </p:nvSpPr>
            <p:spPr>
              <a:xfrm>
                <a:off x="7949544" y="7254875"/>
                <a:ext cx="46164" cy="16735"/>
              </a:xfrm>
              <a:custGeom>
                <a:avLst/>
                <a:gdLst/>
                <a:ahLst/>
                <a:cxnLst/>
                <a:rect l="0" t="0" r="r" b="b"/>
                <a:pathLst>
                  <a:path w="3635" h="1318" fill="norm" stroke="0">
                    <a:moveTo>
                      <a:pt x="93" y="0"/>
                    </a:moveTo>
                    <a:cubicBezTo>
                      <a:pt x="506" y="0"/>
                      <a:pt x="918" y="0"/>
                      <a:pt x="1343" y="0"/>
                    </a:cubicBezTo>
                    <a:cubicBezTo>
                      <a:pt x="1343" y="206"/>
                      <a:pt x="1343" y="413"/>
                      <a:pt x="1343" y="625"/>
                    </a:cubicBezTo>
                    <a:cubicBezTo>
                      <a:pt x="2100" y="625"/>
                      <a:pt x="2856" y="625"/>
                      <a:pt x="3635" y="625"/>
                    </a:cubicBezTo>
                    <a:cubicBezTo>
                      <a:pt x="3635" y="694"/>
                      <a:pt x="3635" y="763"/>
                      <a:pt x="3635" y="833"/>
                    </a:cubicBezTo>
                    <a:cubicBezTo>
                      <a:pt x="3589" y="839"/>
                      <a:pt x="3543" y="844"/>
                      <a:pt x="3495" y="849"/>
                    </a:cubicBezTo>
                    <a:cubicBezTo>
                      <a:pt x="3320" y="869"/>
                      <a:pt x="3145" y="890"/>
                      <a:pt x="2970" y="911"/>
                    </a:cubicBezTo>
                    <a:cubicBezTo>
                      <a:pt x="2893" y="920"/>
                      <a:pt x="2815" y="929"/>
                      <a:pt x="2737" y="938"/>
                    </a:cubicBezTo>
                    <a:cubicBezTo>
                      <a:pt x="2313" y="987"/>
                      <a:pt x="1917" y="1043"/>
                      <a:pt x="1513" y="1185"/>
                    </a:cubicBezTo>
                    <a:cubicBezTo>
                      <a:pt x="1091" y="1318"/>
                      <a:pt x="681" y="1179"/>
                      <a:pt x="296" y="989"/>
                    </a:cubicBezTo>
                    <a:cubicBezTo>
                      <a:pt x="173" y="911"/>
                      <a:pt x="107" y="865"/>
                      <a:pt x="48" y="731"/>
                    </a:cubicBezTo>
                    <a:cubicBezTo>
                      <a:pt x="0" y="468"/>
                      <a:pt x="48" y="274"/>
                      <a:pt x="93" y="0"/>
                    </a:cubicBezTo>
                    <a:close/>
                  </a:path>
                </a:pathLst>
              </a:custGeom>
              <a:solidFill>
                <a:srgbClr val="97BBAA"/>
              </a:solidFill>
              <a:ln w="2646" cap="flat">
                <a:noFill/>
              </a:ln>
            </p:spPr>
          </p:sp>
          <p:sp>
            <p:nvSpPr>
              <p:cNvPr id="2738" name="ICON_C_HEATMAP_path_172"/>
              <p:cNvSpPr/>
              <p:nvPr/>
            </p:nvSpPr>
            <p:spPr>
              <a:xfrm>
                <a:off x="8580438" y="7675266"/>
                <a:ext cx="39688" cy="16171"/>
              </a:xfrm>
              <a:custGeom>
                <a:avLst/>
                <a:gdLst/>
                <a:ahLst/>
                <a:cxnLst/>
                <a:rect l="0" t="0" r="r" b="b"/>
                <a:pathLst>
                  <a:path w="3125" h="1273" fill="norm" stroke="0">
                    <a:moveTo>
                      <a:pt x="3125" y="23"/>
                    </a:moveTo>
                    <a:cubicBezTo>
                      <a:pt x="3125" y="92"/>
                      <a:pt x="3125" y="161"/>
                      <a:pt x="3125" y="232"/>
                    </a:cubicBezTo>
                    <a:cubicBezTo>
                      <a:pt x="3100" y="233"/>
                      <a:pt x="3100" y="233"/>
                      <a:pt x="2975" y="237"/>
                    </a:cubicBezTo>
                    <a:cubicBezTo>
                      <a:pt x="1609" y="301"/>
                      <a:pt x="1609" y="301"/>
                      <a:pt x="1359" y="532"/>
                    </a:cubicBezTo>
                    <a:cubicBezTo>
                      <a:pt x="1223" y="786"/>
                      <a:pt x="1250" y="971"/>
                      <a:pt x="1250" y="1273"/>
                    </a:cubicBezTo>
                    <a:cubicBezTo>
                      <a:pt x="837" y="1273"/>
                      <a:pt x="425" y="1273"/>
                      <a:pt x="0" y="1273"/>
                    </a:cubicBezTo>
                    <a:cubicBezTo>
                      <a:pt x="0" y="930"/>
                      <a:pt x="0" y="586"/>
                      <a:pt x="0" y="232"/>
                    </a:cubicBezTo>
                    <a:cubicBezTo>
                      <a:pt x="1053" y="16"/>
                      <a:pt x="2054" y="0"/>
                      <a:pt x="3125" y="23"/>
                    </a:cubicBezTo>
                    <a:close/>
                  </a:path>
                </a:pathLst>
              </a:custGeom>
              <a:solidFill>
                <a:srgbClr val="DFDDEA"/>
              </a:solidFill>
              <a:ln w="2646" cap="flat">
                <a:noFill/>
              </a:ln>
            </p:spPr>
          </p:sp>
          <p:sp>
            <p:nvSpPr>
              <p:cNvPr id="2739" name="ICON_C_HEATMAP_path_173"/>
              <p:cNvSpPr/>
              <p:nvPr/>
            </p:nvSpPr>
            <p:spPr>
              <a:xfrm>
                <a:off x="7749646" y="7545917"/>
                <a:ext cx="18521" cy="52917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4167" fill="norm" stroke="0">
                    <a:moveTo>
                      <a:pt x="417" y="0"/>
                    </a:moveTo>
                    <a:cubicBezTo>
                      <a:pt x="485" y="0"/>
                      <a:pt x="554" y="0"/>
                      <a:pt x="625" y="0"/>
                    </a:cubicBezTo>
                    <a:cubicBezTo>
                      <a:pt x="626" y="46"/>
                      <a:pt x="627" y="92"/>
                      <a:pt x="629" y="140"/>
                    </a:cubicBezTo>
                    <a:cubicBezTo>
                      <a:pt x="641" y="575"/>
                      <a:pt x="656" y="1010"/>
                      <a:pt x="674" y="1445"/>
                    </a:cubicBezTo>
                    <a:cubicBezTo>
                      <a:pt x="683" y="1669"/>
                      <a:pt x="692" y="1893"/>
                      <a:pt x="697" y="2116"/>
                    </a:cubicBezTo>
                    <a:cubicBezTo>
                      <a:pt x="703" y="2333"/>
                      <a:pt x="711" y="2549"/>
                      <a:pt x="721" y="2765"/>
                    </a:cubicBezTo>
                    <a:cubicBezTo>
                      <a:pt x="725" y="2847"/>
                      <a:pt x="727" y="2929"/>
                      <a:pt x="729" y="3011"/>
                    </a:cubicBezTo>
                    <a:cubicBezTo>
                      <a:pt x="740" y="3641"/>
                      <a:pt x="740" y="3641"/>
                      <a:pt x="900" y="3827"/>
                    </a:cubicBezTo>
                    <a:cubicBezTo>
                      <a:pt x="1075" y="3978"/>
                      <a:pt x="1246" y="4060"/>
                      <a:pt x="1458" y="4167"/>
                    </a:cubicBezTo>
                    <a:cubicBezTo>
                      <a:pt x="977" y="4098"/>
                      <a:pt x="496" y="4029"/>
                      <a:pt x="0" y="3958"/>
                    </a:cubicBezTo>
                    <a:cubicBezTo>
                      <a:pt x="137" y="2652"/>
                      <a:pt x="275" y="1346"/>
                      <a:pt x="417" y="0"/>
                    </a:cubicBezTo>
                    <a:close/>
                  </a:path>
                </a:pathLst>
              </a:custGeom>
              <a:solidFill>
                <a:srgbClr val="9AE8D1"/>
              </a:solidFill>
              <a:ln w="2646" cap="flat">
                <a:noFill/>
              </a:ln>
            </p:spPr>
          </p:sp>
          <p:sp>
            <p:nvSpPr>
              <p:cNvPr id="2740" name="ICON_C_HEATMAP_path_174"/>
              <p:cNvSpPr/>
              <p:nvPr/>
            </p:nvSpPr>
            <p:spPr>
              <a:xfrm>
                <a:off x="8027458" y="7254875"/>
                <a:ext cx="52917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4167" h="833" fill="norm" stroke="0">
                    <a:moveTo>
                      <a:pt x="0" y="0"/>
                    </a:moveTo>
                    <a:cubicBezTo>
                      <a:pt x="413" y="0"/>
                      <a:pt x="825" y="0"/>
                      <a:pt x="1250" y="0"/>
                    </a:cubicBezTo>
                    <a:cubicBezTo>
                      <a:pt x="1250" y="206"/>
                      <a:pt x="1250" y="413"/>
                      <a:pt x="1250" y="625"/>
                    </a:cubicBezTo>
                    <a:cubicBezTo>
                      <a:pt x="2212" y="625"/>
                      <a:pt x="3175" y="625"/>
                      <a:pt x="4167" y="625"/>
                    </a:cubicBezTo>
                    <a:cubicBezTo>
                      <a:pt x="4167" y="694"/>
                      <a:pt x="4167" y="763"/>
                      <a:pt x="4167" y="833"/>
                    </a:cubicBezTo>
                    <a:cubicBezTo>
                      <a:pt x="2792" y="833"/>
                      <a:pt x="1417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7BB6BA"/>
              </a:solidFill>
              <a:ln w="2646" cap="flat">
                <a:noFill/>
              </a:ln>
            </p:spPr>
          </p:sp>
          <p:sp>
            <p:nvSpPr>
              <p:cNvPr id="2741" name="ICON_C_HEATMAP_path_175"/>
              <p:cNvSpPr/>
              <p:nvPr/>
            </p:nvSpPr>
            <p:spPr>
              <a:xfrm>
                <a:off x="8466667" y="7678208"/>
                <a:ext cx="21167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1042" fill="norm" stroke="0">
                    <a:moveTo>
                      <a:pt x="208" y="0"/>
                    </a:moveTo>
                    <a:cubicBezTo>
                      <a:pt x="690" y="0"/>
                      <a:pt x="1171" y="0"/>
                      <a:pt x="1667" y="0"/>
                    </a:cubicBezTo>
                    <a:cubicBezTo>
                      <a:pt x="1667" y="344"/>
                      <a:pt x="1667" y="688"/>
                      <a:pt x="1667" y="1042"/>
                    </a:cubicBezTo>
                    <a:cubicBezTo>
                      <a:pt x="1117" y="1042"/>
                      <a:pt x="567" y="1042"/>
                      <a:pt x="0" y="1042"/>
                    </a:cubicBezTo>
                    <a:cubicBezTo>
                      <a:pt x="69" y="698"/>
                      <a:pt x="138" y="354"/>
                      <a:pt x="208" y="0"/>
                    </a:cubicBezTo>
                    <a:close/>
                  </a:path>
                </a:pathLst>
              </a:custGeom>
              <a:solidFill>
                <a:srgbClr val="DDDEEB"/>
              </a:solidFill>
              <a:ln w="2646" cap="flat">
                <a:noFill/>
              </a:ln>
            </p:spPr>
          </p:sp>
          <p:sp>
            <p:nvSpPr>
              <p:cNvPr id="2742" name="ICON_C_HEATMAP_path_176"/>
              <p:cNvSpPr/>
              <p:nvPr/>
            </p:nvSpPr>
            <p:spPr>
              <a:xfrm>
                <a:off x="8487833" y="7320656"/>
                <a:ext cx="50271" cy="8303"/>
              </a:xfrm>
              <a:custGeom>
                <a:avLst/>
                <a:gdLst/>
                <a:ahLst/>
                <a:cxnLst/>
                <a:rect l="0" t="0" r="r" b="b"/>
                <a:pathLst>
                  <a:path w="3958" h="654" fill="norm" stroke="0">
                    <a:moveTo>
                      <a:pt x="0" y="29"/>
                    </a:moveTo>
                    <a:cubicBezTo>
                      <a:pt x="331" y="24"/>
                      <a:pt x="663" y="20"/>
                      <a:pt x="995" y="18"/>
                    </a:cubicBezTo>
                    <a:cubicBezTo>
                      <a:pt x="1149" y="17"/>
                      <a:pt x="1303" y="15"/>
                      <a:pt x="1457" y="13"/>
                    </a:cubicBezTo>
                    <a:cubicBezTo>
                      <a:pt x="2314" y="0"/>
                      <a:pt x="3118" y="64"/>
                      <a:pt x="3958" y="237"/>
                    </a:cubicBezTo>
                    <a:cubicBezTo>
                      <a:pt x="3958" y="306"/>
                      <a:pt x="3958" y="375"/>
                      <a:pt x="3958" y="445"/>
                    </a:cubicBezTo>
                    <a:cubicBezTo>
                      <a:pt x="3305" y="480"/>
                      <a:pt x="3305" y="480"/>
                      <a:pt x="0" y="654"/>
                    </a:cubicBezTo>
                    <a:cubicBezTo>
                      <a:pt x="0" y="447"/>
                      <a:pt x="0" y="241"/>
                      <a:pt x="0" y="29"/>
                    </a:cubicBezTo>
                    <a:close/>
                  </a:path>
                </a:pathLst>
              </a:custGeom>
              <a:solidFill>
                <a:srgbClr val="7398D8"/>
              </a:solidFill>
              <a:ln w="2646" cap="flat">
                <a:noFill/>
              </a:ln>
            </p:spPr>
          </p:sp>
          <p:sp>
            <p:nvSpPr>
              <p:cNvPr id="2743" name="ICON_C_HEATMAP_path_177"/>
              <p:cNvSpPr/>
              <p:nvPr/>
            </p:nvSpPr>
            <p:spPr>
              <a:xfrm>
                <a:off x="8236479" y="7270750"/>
                <a:ext cx="13229" cy="66146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5208" fill="norm" stroke="0">
                    <a:moveTo>
                      <a:pt x="0" y="0"/>
                    </a:moveTo>
                    <a:cubicBezTo>
                      <a:pt x="172" y="34"/>
                      <a:pt x="172" y="34"/>
                      <a:pt x="1042" y="208"/>
                    </a:cubicBezTo>
                    <a:cubicBezTo>
                      <a:pt x="975" y="340"/>
                      <a:pt x="909" y="472"/>
                      <a:pt x="840" y="609"/>
                    </a:cubicBezTo>
                    <a:cubicBezTo>
                      <a:pt x="618" y="1118"/>
                      <a:pt x="576" y="1614"/>
                      <a:pt x="553" y="2165"/>
                    </a:cubicBezTo>
                    <a:cubicBezTo>
                      <a:pt x="552" y="2205"/>
                      <a:pt x="550" y="2246"/>
                      <a:pt x="548" y="2288"/>
                    </a:cubicBezTo>
                    <a:cubicBezTo>
                      <a:pt x="535" y="2628"/>
                      <a:pt x="526" y="2968"/>
                      <a:pt x="518" y="3308"/>
                    </a:cubicBezTo>
                    <a:cubicBezTo>
                      <a:pt x="511" y="3564"/>
                      <a:pt x="503" y="3819"/>
                      <a:pt x="492" y="4075"/>
                    </a:cubicBezTo>
                    <a:cubicBezTo>
                      <a:pt x="488" y="4194"/>
                      <a:pt x="487" y="4312"/>
                      <a:pt x="485" y="4431"/>
                    </a:cubicBezTo>
                    <a:cubicBezTo>
                      <a:pt x="482" y="4504"/>
                      <a:pt x="479" y="4576"/>
                      <a:pt x="476" y="4649"/>
                    </a:cubicBezTo>
                    <a:cubicBezTo>
                      <a:pt x="477" y="4681"/>
                      <a:pt x="477" y="4714"/>
                      <a:pt x="477" y="4748"/>
                    </a:cubicBezTo>
                    <a:cubicBezTo>
                      <a:pt x="472" y="4840"/>
                      <a:pt x="472" y="4840"/>
                      <a:pt x="417" y="5000"/>
                    </a:cubicBezTo>
                    <a:cubicBezTo>
                      <a:pt x="279" y="5069"/>
                      <a:pt x="142" y="5138"/>
                      <a:pt x="0" y="5208"/>
                    </a:cubicBezTo>
                    <a:cubicBezTo>
                      <a:pt x="0" y="3490"/>
                      <a:pt x="0" y="1771"/>
                      <a:pt x="0" y="0"/>
                    </a:cubicBezTo>
                    <a:close/>
                  </a:path>
                </a:pathLst>
              </a:custGeom>
              <a:solidFill>
                <a:srgbClr val="67B0D9"/>
              </a:solidFill>
              <a:ln w="2646" cap="flat">
                <a:noFill/>
              </a:ln>
            </p:spPr>
          </p:sp>
          <p:sp>
            <p:nvSpPr>
              <p:cNvPr id="2744" name="ICON_C_HEATMAP_path_178"/>
              <p:cNvSpPr/>
              <p:nvPr/>
            </p:nvSpPr>
            <p:spPr>
              <a:xfrm>
                <a:off x="8490479" y="7254875"/>
                <a:ext cx="87312" cy="8977"/>
              </a:xfrm>
              <a:custGeom>
                <a:avLst/>
                <a:gdLst/>
                <a:ahLst/>
                <a:cxnLst/>
                <a:rect l="0" t="0" r="r" b="b"/>
                <a:pathLst>
                  <a:path w="6875" h="707" fill="norm" stroke="0">
                    <a:moveTo>
                      <a:pt x="0" y="0"/>
                    </a:moveTo>
                    <a:cubicBezTo>
                      <a:pt x="38" y="15"/>
                      <a:pt x="75" y="29"/>
                      <a:pt x="114" y="44"/>
                    </a:cubicBezTo>
                    <a:cubicBezTo>
                      <a:pt x="504" y="188"/>
                      <a:pt x="855" y="242"/>
                      <a:pt x="1270" y="251"/>
                    </a:cubicBezTo>
                    <a:cubicBezTo>
                      <a:pt x="1331" y="253"/>
                      <a:pt x="1393" y="255"/>
                      <a:pt x="1455" y="257"/>
                    </a:cubicBezTo>
                    <a:cubicBezTo>
                      <a:pt x="1620" y="263"/>
                      <a:pt x="1785" y="267"/>
                      <a:pt x="1950" y="271"/>
                    </a:cubicBezTo>
                    <a:cubicBezTo>
                      <a:pt x="2124" y="276"/>
                      <a:pt x="2298" y="282"/>
                      <a:pt x="2471" y="287"/>
                    </a:cubicBezTo>
                    <a:cubicBezTo>
                      <a:pt x="2799" y="298"/>
                      <a:pt x="3126" y="307"/>
                      <a:pt x="3454" y="316"/>
                    </a:cubicBezTo>
                    <a:cubicBezTo>
                      <a:pt x="3827" y="326"/>
                      <a:pt x="4200" y="338"/>
                      <a:pt x="4574" y="349"/>
                    </a:cubicBezTo>
                    <a:cubicBezTo>
                      <a:pt x="5341" y="373"/>
                      <a:pt x="6108" y="395"/>
                      <a:pt x="6875" y="417"/>
                    </a:cubicBezTo>
                    <a:cubicBezTo>
                      <a:pt x="6875" y="485"/>
                      <a:pt x="6875" y="554"/>
                      <a:pt x="6875" y="625"/>
                    </a:cubicBezTo>
                    <a:cubicBezTo>
                      <a:pt x="6009" y="640"/>
                      <a:pt x="5144" y="651"/>
                      <a:pt x="4278" y="657"/>
                    </a:cubicBezTo>
                    <a:cubicBezTo>
                      <a:pt x="3876" y="661"/>
                      <a:pt x="3474" y="665"/>
                      <a:pt x="3072" y="672"/>
                    </a:cubicBezTo>
                    <a:cubicBezTo>
                      <a:pt x="2722" y="678"/>
                      <a:pt x="2372" y="683"/>
                      <a:pt x="2021" y="684"/>
                    </a:cubicBezTo>
                    <a:cubicBezTo>
                      <a:pt x="1836" y="685"/>
                      <a:pt x="1650" y="686"/>
                      <a:pt x="1465" y="691"/>
                    </a:cubicBezTo>
                    <a:cubicBezTo>
                      <a:pt x="1290" y="695"/>
                      <a:pt x="1116" y="697"/>
                      <a:pt x="941" y="696"/>
                    </a:cubicBezTo>
                    <a:cubicBezTo>
                      <a:pt x="877" y="696"/>
                      <a:pt x="813" y="697"/>
                      <a:pt x="749" y="700"/>
                    </a:cubicBezTo>
                    <a:cubicBezTo>
                      <a:pt x="556" y="706"/>
                      <a:pt x="387" y="707"/>
                      <a:pt x="208" y="625"/>
                    </a:cubicBezTo>
                    <a:cubicBezTo>
                      <a:pt x="76" y="443"/>
                      <a:pt x="38" y="217"/>
                      <a:pt x="0" y="0"/>
                    </a:cubicBezTo>
                    <a:close/>
                  </a:path>
                </a:pathLst>
              </a:custGeom>
              <a:solidFill>
                <a:srgbClr val="99AFC8"/>
              </a:solidFill>
              <a:ln w="2646" cap="flat">
                <a:noFill/>
              </a:ln>
            </p:spPr>
          </p:sp>
          <p:sp>
            <p:nvSpPr>
              <p:cNvPr id="2745" name="ICON_C_HEATMAP_path_179"/>
              <p:cNvSpPr/>
              <p:nvPr/>
            </p:nvSpPr>
            <p:spPr>
              <a:xfrm>
                <a:off x="8426979" y="7463896"/>
                <a:ext cx="76729" cy="8054"/>
              </a:xfrm>
              <a:custGeom>
                <a:avLst/>
                <a:gdLst/>
                <a:ahLst/>
                <a:cxnLst/>
                <a:rect l="0" t="0" r="r" b="b"/>
                <a:pathLst>
                  <a:path w="6042" h="634" fill="norm" stroke="0">
                    <a:moveTo>
                      <a:pt x="0" y="0"/>
                    </a:moveTo>
                    <a:cubicBezTo>
                      <a:pt x="1994" y="0"/>
                      <a:pt x="3987" y="0"/>
                      <a:pt x="6042" y="0"/>
                    </a:cubicBezTo>
                    <a:cubicBezTo>
                      <a:pt x="6042" y="69"/>
                      <a:pt x="6042" y="138"/>
                      <a:pt x="6042" y="208"/>
                    </a:cubicBezTo>
                    <a:cubicBezTo>
                      <a:pt x="5747" y="268"/>
                      <a:pt x="5452" y="326"/>
                      <a:pt x="5156" y="382"/>
                    </a:cubicBezTo>
                    <a:cubicBezTo>
                      <a:pt x="5019" y="408"/>
                      <a:pt x="4882" y="435"/>
                      <a:pt x="4745" y="463"/>
                    </a:cubicBezTo>
                    <a:cubicBezTo>
                      <a:pt x="4587" y="495"/>
                      <a:pt x="4430" y="524"/>
                      <a:pt x="4272" y="554"/>
                    </a:cubicBezTo>
                    <a:cubicBezTo>
                      <a:pt x="4222" y="564"/>
                      <a:pt x="4174" y="575"/>
                      <a:pt x="4123" y="585"/>
                    </a:cubicBezTo>
                    <a:cubicBezTo>
                      <a:pt x="4077" y="593"/>
                      <a:pt x="4031" y="602"/>
                      <a:pt x="3984" y="610"/>
                    </a:cubicBezTo>
                    <a:cubicBezTo>
                      <a:pt x="3964" y="614"/>
                      <a:pt x="3964" y="614"/>
                      <a:pt x="3862" y="634"/>
                    </a:cubicBezTo>
                    <a:cubicBezTo>
                      <a:pt x="3750" y="625"/>
                      <a:pt x="3750" y="625"/>
                      <a:pt x="3653" y="524"/>
                    </a:cubicBezTo>
                    <a:cubicBezTo>
                      <a:pt x="3503" y="379"/>
                      <a:pt x="3395" y="381"/>
                      <a:pt x="3193" y="374"/>
                    </a:cubicBezTo>
                    <a:cubicBezTo>
                      <a:pt x="3158" y="372"/>
                      <a:pt x="3124" y="370"/>
                      <a:pt x="3088" y="368"/>
                    </a:cubicBezTo>
                    <a:cubicBezTo>
                      <a:pt x="2974" y="361"/>
                      <a:pt x="2860" y="356"/>
                      <a:pt x="2747" y="351"/>
                    </a:cubicBezTo>
                    <a:cubicBezTo>
                      <a:pt x="2668" y="346"/>
                      <a:pt x="2588" y="342"/>
                      <a:pt x="2509" y="338"/>
                    </a:cubicBezTo>
                    <a:cubicBezTo>
                      <a:pt x="2301" y="326"/>
                      <a:pt x="2094" y="316"/>
                      <a:pt x="1886" y="306"/>
                    </a:cubicBezTo>
                    <a:cubicBezTo>
                      <a:pt x="1673" y="295"/>
                      <a:pt x="1461" y="284"/>
                      <a:pt x="1249" y="272"/>
                    </a:cubicBezTo>
                    <a:cubicBezTo>
                      <a:pt x="832" y="250"/>
                      <a:pt x="416" y="229"/>
                      <a:pt x="0" y="208"/>
                    </a:cubicBezTo>
                    <a:cubicBezTo>
                      <a:pt x="0" y="140"/>
                      <a:pt x="0" y="71"/>
                      <a:pt x="0" y="0"/>
                    </a:cubicBezTo>
                    <a:close/>
                  </a:path>
                </a:pathLst>
              </a:custGeom>
              <a:solidFill>
                <a:srgbClr val="7971B4"/>
              </a:solidFill>
              <a:ln w="2646" cap="flat">
                <a:noFill/>
              </a:ln>
            </p:spPr>
          </p:sp>
          <p:sp>
            <p:nvSpPr>
              <p:cNvPr id="2746" name="ICON_C_HEATMAP_path_180"/>
              <p:cNvSpPr/>
              <p:nvPr/>
            </p:nvSpPr>
            <p:spPr>
              <a:xfrm>
                <a:off x="8158964" y="7325986"/>
                <a:ext cx="24850" cy="63828"/>
              </a:xfrm>
              <a:custGeom>
                <a:avLst/>
                <a:gdLst/>
                <a:ahLst/>
                <a:cxnLst/>
                <a:rect l="0" t="0" r="r" b="b"/>
                <a:pathLst>
                  <a:path w="1957" h="5026" fill="norm" stroke="0">
                    <a:moveTo>
                      <a:pt x="447" y="2"/>
                    </a:moveTo>
                    <a:cubicBezTo>
                      <a:pt x="480" y="2"/>
                      <a:pt x="514" y="2"/>
                      <a:pt x="548" y="2"/>
                    </a:cubicBezTo>
                    <a:cubicBezTo>
                      <a:pt x="566" y="3"/>
                      <a:pt x="566" y="3"/>
                      <a:pt x="655" y="5"/>
                    </a:cubicBezTo>
                    <a:cubicBezTo>
                      <a:pt x="674" y="6"/>
                      <a:pt x="674" y="6"/>
                      <a:pt x="766" y="6"/>
                    </a:cubicBezTo>
                    <a:cubicBezTo>
                      <a:pt x="883" y="7"/>
                      <a:pt x="1000" y="10"/>
                      <a:pt x="1117" y="13"/>
                    </a:cubicBezTo>
                    <a:cubicBezTo>
                      <a:pt x="1196" y="14"/>
                      <a:pt x="1275" y="15"/>
                      <a:pt x="1355" y="16"/>
                    </a:cubicBezTo>
                    <a:cubicBezTo>
                      <a:pt x="1549" y="18"/>
                      <a:pt x="1743" y="21"/>
                      <a:pt x="1937" y="26"/>
                    </a:cubicBezTo>
                    <a:cubicBezTo>
                      <a:pt x="1957" y="128"/>
                      <a:pt x="1957" y="128"/>
                      <a:pt x="1937" y="234"/>
                    </a:cubicBezTo>
                    <a:cubicBezTo>
                      <a:pt x="1826" y="256"/>
                      <a:pt x="1733" y="264"/>
                      <a:pt x="1621" y="268"/>
                    </a:cubicBezTo>
                    <a:cubicBezTo>
                      <a:pt x="1228" y="302"/>
                      <a:pt x="761" y="344"/>
                      <a:pt x="479" y="651"/>
                    </a:cubicBezTo>
                    <a:cubicBezTo>
                      <a:pt x="200" y="1214"/>
                      <a:pt x="335" y="2025"/>
                      <a:pt x="374" y="2629"/>
                    </a:cubicBezTo>
                    <a:cubicBezTo>
                      <a:pt x="391" y="2916"/>
                      <a:pt x="399" y="3204"/>
                      <a:pt x="407" y="3491"/>
                    </a:cubicBezTo>
                    <a:cubicBezTo>
                      <a:pt x="423" y="4003"/>
                      <a:pt x="447" y="4514"/>
                      <a:pt x="479" y="5026"/>
                    </a:cubicBezTo>
                    <a:cubicBezTo>
                      <a:pt x="325" y="4974"/>
                      <a:pt x="191" y="4916"/>
                      <a:pt x="62" y="4817"/>
                    </a:cubicBezTo>
                    <a:cubicBezTo>
                      <a:pt x="0" y="4672"/>
                      <a:pt x="7" y="4533"/>
                      <a:pt x="11" y="4376"/>
                    </a:cubicBezTo>
                    <a:cubicBezTo>
                      <a:pt x="11" y="4332"/>
                      <a:pt x="10" y="4288"/>
                      <a:pt x="10" y="4242"/>
                    </a:cubicBezTo>
                    <a:cubicBezTo>
                      <a:pt x="9" y="4095"/>
                      <a:pt x="11" y="3949"/>
                      <a:pt x="14" y="3802"/>
                    </a:cubicBezTo>
                    <a:cubicBezTo>
                      <a:pt x="14" y="3700"/>
                      <a:pt x="14" y="3598"/>
                      <a:pt x="14" y="3496"/>
                    </a:cubicBezTo>
                    <a:cubicBezTo>
                      <a:pt x="14" y="3282"/>
                      <a:pt x="16" y="3069"/>
                      <a:pt x="19" y="2855"/>
                    </a:cubicBezTo>
                    <a:cubicBezTo>
                      <a:pt x="22" y="2608"/>
                      <a:pt x="23" y="2361"/>
                      <a:pt x="23" y="2115"/>
                    </a:cubicBezTo>
                    <a:cubicBezTo>
                      <a:pt x="23" y="1877"/>
                      <a:pt x="24" y="1639"/>
                      <a:pt x="26" y="1401"/>
                    </a:cubicBezTo>
                    <a:cubicBezTo>
                      <a:pt x="27" y="1301"/>
                      <a:pt x="27" y="1200"/>
                      <a:pt x="27" y="1099"/>
                    </a:cubicBezTo>
                    <a:cubicBezTo>
                      <a:pt x="28" y="957"/>
                      <a:pt x="29" y="816"/>
                      <a:pt x="32" y="675"/>
                    </a:cubicBezTo>
                    <a:cubicBezTo>
                      <a:pt x="31" y="633"/>
                      <a:pt x="31" y="592"/>
                      <a:pt x="31" y="549"/>
                    </a:cubicBezTo>
                    <a:cubicBezTo>
                      <a:pt x="39" y="233"/>
                      <a:pt x="39" y="233"/>
                      <a:pt x="157" y="104"/>
                    </a:cubicBezTo>
                    <a:cubicBezTo>
                      <a:pt x="269" y="27"/>
                      <a:pt x="314" y="0"/>
                      <a:pt x="447" y="2"/>
                    </a:cubicBezTo>
                    <a:close/>
                  </a:path>
                </a:pathLst>
              </a:custGeom>
              <a:solidFill>
                <a:srgbClr val="68C0DA"/>
              </a:solidFill>
              <a:ln w="2646" cap="flat">
                <a:noFill/>
              </a:ln>
            </p:spPr>
          </p:sp>
          <p:sp>
            <p:nvSpPr>
              <p:cNvPr id="2747" name="ICON_C_HEATMAP_path_181"/>
              <p:cNvSpPr/>
              <p:nvPr/>
            </p:nvSpPr>
            <p:spPr>
              <a:xfrm>
                <a:off x="8440208" y="7273396"/>
                <a:ext cx="34396" cy="8919"/>
              </a:xfrm>
              <a:custGeom>
                <a:avLst/>
                <a:gdLst/>
                <a:ahLst/>
                <a:cxnLst/>
                <a:rect l="0" t="0" r="r" b="b"/>
                <a:pathLst>
                  <a:path w="2708" h="702" fill="norm" stroke="0">
                    <a:moveTo>
                      <a:pt x="0" y="0"/>
                    </a:moveTo>
                    <a:cubicBezTo>
                      <a:pt x="894" y="0"/>
                      <a:pt x="1788" y="0"/>
                      <a:pt x="2708" y="0"/>
                    </a:cubicBezTo>
                    <a:cubicBezTo>
                      <a:pt x="2708" y="206"/>
                      <a:pt x="2708" y="413"/>
                      <a:pt x="2708" y="625"/>
                    </a:cubicBezTo>
                    <a:cubicBezTo>
                      <a:pt x="2386" y="639"/>
                      <a:pt x="2064" y="651"/>
                      <a:pt x="1741" y="657"/>
                    </a:cubicBezTo>
                    <a:cubicBezTo>
                      <a:pt x="1591" y="661"/>
                      <a:pt x="1442" y="665"/>
                      <a:pt x="1292" y="672"/>
                    </a:cubicBezTo>
                    <a:cubicBezTo>
                      <a:pt x="1148" y="679"/>
                      <a:pt x="1003" y="683"/>
                      <a:pt x="859" y="684"/>
                    </a:cubicBezTo>
                    <a:cubicBezTo>
                      <a:pt x="804" y="685"/>
                      <a:pt x="748" y="688"/>
                      <a:pt x="693" y="691"/>
                    </a:cubicBezTo>
                    <a:cubicBezTo>
                      <a:pt x="504" y="702"/>
                      <a:pt x="402" y="679"/>
                      <a:pt x="208" y="625"/>
                    </a:cubicBezTo>
                    <a:cubicBezTo>
                      <a:pt x="140" y="419"/>
                      <a:pt x="71" y="212"/>
                      <a:pt x="0" y="0"/>
                    </a:cubicBezTo>
                    <a:close/>
                  </a:path>
                </a:pathLst>
              </a:custGeom>
              <a:solidFill>
                <a:srgbClr val="73BCE3"/>
              </a:solidFill>
              <a:ln w="2646" cap="flat">
                <a:noFill/>
              </a:ln>
            </p:spPr>
          </p:sp>
          <p:sp>
            <p:nvSpPr>
              <p:cNvPr id="2748" name="ICON_C_HEATMAP_path_182"/>
              <p:cNvSpPr/>
              <p:nvPr/>
            </p:nvSpPr>
            <p:spPr>
              <a:xfrm>
                <a:off x="8191500" y="7675562"/>
                <a:ext cx="23812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1250" fill="norm" stroke="0">
                    <a:moveTo>
                      <a:pt x="0" y="0"/>
                    </a:moveTo>
                    <a:cubicBezTo>
                      <a:pt x="619" y="0"/>
                      <a:pt x="1237" y="0"/>
                      <a:pt x="1875" y="0"/>
                    </a:cubicBezTo>
                    <a:cubicBezTo>
                      <a:pt x="1600" y="69"/>
                      <a:pt x="1325" y="138"/>
                      <a:pt x="1042" y="208"/>
                    </a:cubicBezTo>
                    <a:cubicBezTo>
                      <a:pt x="1042" y="552"/>
                      <a:pt x="1042" y="896"/>
                      <a:pt x="1042" y="1250"/>
                    </a:cubicBezTo>
                    <a:cubicBezTo>
                      <a:pt x="698" y="1250"/>
                      <a:pt x="354" y="1250"/>
                      <a:pt x="0" y="1250"/>
                    </a:cubicBezTo>
                    <a:cubicBezTo>
                      <a:pt x="0" y="837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D1D6E4"/>
              </a:solidFill>
              <a:ln w="2646" cap="flat">
                <a:noFill/>
              </a:ln>
            </p:spPr>
          </p:sp>
          <p:sp>
            <p:nvSpPr>
              <p:cNvPr id="2749" name="ICON_C_HEATMAP_path_183"/>
              <p:cNvSpPr/>
              <p:nvPr/>
            </p:nvSpPr>
            <p:spPr>
              <a:xfrm>
                <a:off x="8548688" y="7318096"/>
                <a:ext cx="71438" cy="8215"/>
              </a:xfrm>
              <a:custGeom>
                <a:avLst/>
                <a:gdLst/>
                <a:ahLst/>
                <a:cxnLst/>
                <a:rect l="0" t="0" r="r" b="b"/>
                <a:pathLst>
                  <a:path w="5625" h="647" fill="norm" stroke="0">
                    <a:moveTo>
                      <a:pt x="5443" y="9"/>
                    </a:moveTo>
                    <a:cubicBezTo>
                      <a:pt x="5473" y="11"/>
                      <a:pt x="5473" y="11"/>
                      <a:pt x="5625" y="22"/>
                    </a:cubicBezTo>
                    <a:cubicBezTo>
                      <a:pt x="5625" y="228"/>
                      <a:pt x="5625" y="435"/>
                      <a:pt x="5625" y="647"/>
                    </a:cubicBezTo>
                    <a:cubicBezTo>
                      <a:pt x="3769" y="647"/>
                      <a:pt x="1913" y="647"/>
                      <a:pt x="0" y="647"/>
                    </a:cubicBezTo>
                    <a:cubicBezTo>
                      <a:pt x="0" y="578"/>
                      <a:pt x="0" y="509"/>
                      <a:pt x="0" y="439"/>
                    </a:cubicBezTo>
                    <a:cubicBezTo>
                      <a:pt x="12" y="438"/>
                      <a:pt x="12" y="438"/>
                      <a:pt x="74" y="436"/>
                    </a:cubicBezTo>
                    <a:cubicBezTo>
                      <a:pt x="667" y="414"/>
                      <a:pt x="1260" y="392"/>
                      <a:pt x="1853" y="368"/>
                    </a:cubicBezTo>
                    <a:cubicBezTo>
                      <a:pt x="2139" y="356"/>
                      <a:pt x="2426" y="345"/>
                      <a:pt x="2713" y="335"/>
                    </a:cubicBezTo>
                    <a:cubicBezTo>
                      <a:pt x="2963" y="326"/>
                      <a:pt x="3213" y="316"/>
                      <a:pt x="3463" y="306"/>
                    </a:cubicBezTo>
                    <a:cubicBezTo>
                      <a:pt x="3596" y="300"/>
                      <a:pt x="3728" y="295"/>
                      <a:pt x="3860" y="291"/>
                    </a:cubicBezTo>
                    <a:cubicBezTo>
                      <a:pt x="4008" y="286"/>
                      <a:pt x="4156" y="280"/>
                      <a:pt x="4305" y="273"/>
                    </a:cubicBezTo>
                    <a:cubicBezTo>
                      <a:pt x="4348" y="272"/>
                      <a:pt x="4391" y="271"/>
                      <a:pt x="4436" y="269"/>
                    </a:cubicBezTo>
                    <a:cubicBezTo>
                      <a:pt x="4701" y="256"/>
                      <a:pt x="4890" y="200"/>
                      <a:pt x="5121" y="68"/>
                    </a:cubicBezTo>
                    <a:cubicBezTo>
                      <a:pt x="5232" y="9"/>
                      <a:pt x="5319" y="0"/>
                      <a:pt x="5443" y="9"/>
                    </a:cubicBezTo>
                    <a:close/>
                  </a:path>
                </a:pathLst>
              </a:custGeom>
              <a:solidFill>
                <a:srgbClr val="6DA1DB"/>
              </a:solidFill>
              <a:ln w="2646" cap="flat">
                <a:noFill/>
              </a:ln>
            </p:spPr>
          </p:sp>
          <p:sp>
            <p:nvSpPr>
              <p:cNvPr id="2750" name="ICON_C_HEATMAP_path_184"/>
              <p:cNvSpPr/>
              <p:nvPr/>
            </p:nvSpPr>
            <p:spPr>
              <a:xfrm>
                <a:off x="8204729" y="7272579"/>
                <a:ext cx="31750" cy="9567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753" fill="norm" stroke="0">
                    <a:moveTo>
                      <a:pt x="730" y="44"/>
                    </a:moveTo>
                    <a:cubicBezTo>
                      <a:pt x="781" y="44"/>
                      <a:pt x="831" y="45"/>
                      <a:pt x="883" y="45"/>
                    </a:cubicBezTo>
                    <a:cubicBezTo>
                      <a:pt x="1017" y="46"/>
                      <a:pt x="1151" y="48"/>
                      <a:pt x="1285" y="50"/>
                    </a:cubicBezTo>
                    <a:cubicBezTo>
                      <a:pt x="1422" y="52"/>
                      <a:pt x="1559" y="53"/>
                      <a:pt x="1696" y="54"/>
                    </a:cubicBezTo>
                    <a:cubicBezTo>
                      <a:pt x="1964" y="56"/>
                      <a:pt x="2232" y="60"/>
                      <a:pt x="2500" y="64"/>
                    </a:cubicBezTo>
                    <a:cubicBezTo>
                      <a:pt x="2500" y="271"/>
                      <a:pt x="2500" y="477"/>
                      <a:pt x="2500" y="689"/>
                    </a:cubicBezTo>
                    <a:cubicBezTo>
                      <a:pt x="2211" y="700"/>
                      <a:pt x="1922" y="707"/>
                      <a:pt x="1633" y="712"/>
                    </a:cubicBezTo>
                    <a:cubicBezTo>
                      <a:pt x="1535" y="714"/>
                      <a:pt x="1436" y="717"/>
                      <a:pt x="1338" y="721"/>
                    </a:cubicBezTo>
                    <a:cubicBezTo>
                      <a:pt x="432" y="753"/>
                      <a:pt x="432" y="753"/>
                      <a:pt x="195" y="538"/>
                    </a:cubicBezTo>
                    <a:cubicBezTo>
                      <a:pt x="120" y="455"/>
                      <a:pt x="57" y="369"/>
                      <a:pt x="0" y="273"/>
                    </a:cubicBezTo>
                    <a:cubicBezTo>
                      <a:pt x="190" y="0"/>
                      <a:pt x="419" y="37"/>
                      <a:pt x="730" y="44"/>
                    </a:cubicBezTo>
                    <a:close/>
                  </a:path>
                </a:pathLst>
              </a:custGeom>
              <a:solidFill>
                <a:srgbClr val="85E5E2"/>
              </a:solidFill>
              <a:ln w="2646" cap="flat">
                <a:noFill/>
              </a:ln>
            </p:spPr>
          </p:sp>
          <p:sp>
            <p:nvSpPr>
              <p:cNvPr id="2751" name="ICON_C_HEATMAP_path_185"/>
              <p:cNvSpPr/>
              <p:nvPr/>
            </p:nvSpPr>
            <p:spPr>
              <a:xfrm>
                <a:off x="8112125" y="7678208"/>
                <a:ext cx="18521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1042" fill="norm" stroke="0">
                    <a:moveTo>
                      <a:pt x="0" y="0"/>
                    </a:moveTo>
                    <a:cubicBezTo>
                      <a:pt x="413" y="0"/>
                      <a:pt x="825" y="0"/>
                      <a:pt x="1250" y="0"/>
                    </a:cubicBezTo>
                    <a:cubicBezTo>
                      <a:pt x="1319" y="344"/>
                      <a:pt x="1388" y="688"/>
                      <a:pt x="1458" y="1042"/>
                    </a:cubicBezTo>
                    <a:cubicBezTo>
                      <a:pt x="977" y="1042"/>
                      <a:pt x="496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DEE2EC"/>
              </a:solidFill>
              <a:ln w="2646" cap="flat">
                <a:noFill/>
              </a:ln>
            </p:spPr>
          </p:sp>
          <p:sp>
            <p:nvSpPr>
              <p:cNvPr id="2752" name="ICON_C_HEATMAP_path_186"/>
              <p:cNvSpPr/>
              <p:nvPr/>
            </p:nvSpPr>
            <p:spPr>
              <a:xfrm>
                <a:off x="8366125" y="7678208"/>
                <a:ext cx="18521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1042" fill="norm" stroke="0">
                    <a:moveTo>
                      <a:pt x="208" y="0"/>
                    </a:moveTo>
                    <a:cubicBezTo>
                      <a:pt x="621" y="0"/>
                      <a:pt x="1033" y="0"/>
                      <a:pt x="1458" y="0"/>
                    </a:cubicBezTo>
                    <a:cubicBezTo>
                      <a:pt x="1458" y="344"/>
                      <a:pt x="1458" y="688"/>
                      <a:pt x="1458" y="1042"/>
                    </a:cubicBezTo>
                    <a:cubicBezTo>
                      <a:pt x="977" y="1042"/>
                      <a:pt x="496" y="1042"/>
                      <a:pt x="0" y="1042"/>
                    </a:cubicBezTo>
                    <a:cubicBezTo>
                      <a:pt x="69" y="698"/>
                      <a:pt x="138" y="354"/>
                      <a:pt x="208" y="0"/>
                    </a:cubicBezTo>
                    <a:close/>
                  </a:path>
                </a:pathLst>
              </a:custGeom>
              <a:solidFill>
                <a:srgbClr val="E0DEEC"/>
              </a:solidFill>
              <a:ln w="2646" cap="flat">
                <a:noFill/>
              </a:ln>
            </p:spPr>
          </p:sp>
          <p:sp>
            <p:nvSpPr>
              <p:cNvPr id="2753" name="ICON_C_HEATMAP_path_187"/>
              <p:cNvSpPr/>
              <p:nvPr/>
            </p:nvSpPr>
            <p:spPr>
              <a:xfrm>
                <a:off x="7926917" y="7606771"/>
                <a:ext cx="37042" cy="8247"/>
              </a:xfrm>
              <a:custGeom>
                <a:avLst/>
                <a:gdLst/>
                <a:ahLst/>
                <a:cxnLst/>
                <a:rect l="0" t="0" r="r" b="b"/>
                <a:pathLst>
                  <a:path w="2917" h="649" fill="norm" stroke="0">
                    <a:moveTo>
                      <a:pt x="0" y="0"/>
                    </a:moveTo>
                    <a:cubicBezTo>
                      <a:pt x="962" y="0"/>
                      <a:pt x="1925" y="0"/>
                      <a:pt x="2917" y="0"/>
                    </a:cubicBezTo>
                    <a:cubicBezTo>
                      <a:pt x="2708" y="417"/>
                      <a:pt x="2708" y="417"/>
                      <a:pt x="2582" y="503"/>
                    </a:cubicBezTo>
                    <a:cubicBezTo>
                      <a:pt x="2122" y="641"/>
                      <a:pt x="1689" y="649"/>
                      <a:pt x="1211" y="638"/>
                    </a:cubicBezTo>
                    <a:cubicBezTo>
                      <a:pt x="1134" y="637"/>
                      <a:pt x="1056" y="636"/>
                      <a:pt x="979" y="635"/>
                    </a:cubicBezTo>
                    <a:cubicBezTo>
                      <a:pt x="791" y="633"/>
                      <a:pt x="604" y="629"/>
                      <a:pt x="417" y="625"/>
                    </a:cubicBezTo>
                    <a:cubicBezTo>
                      <a:pt x="421" y="597"/>
                      <a:pt x="426" y="570"/>
                      <a:pt x="431" y="541"/>
                    </a:cubicBezTo>
                    <a:cubicBezTo>
                      <a:pt x="443" y="430"/>
                      <a:pt x="443" y="430"/>
                      <a:pt x="417" y="208"/>
                    </a:cubicBezTo>
                    <a:cubicBezTo>
                      <a:pt x="279" y="140"/>
                      <a:pt x="142" y="71"/>
                      <a:pt x="0" y="0"/>
                    </a:cubicBezTo>
                    <a:close/>
                  </a:path>
                </a:pathLst>
              </a:custGeom>
              <a:solidFill>
                <a:srgbClr val="E3F5AE"/>
              </a:solidFill>
              <a:ln w="2646" cap="flat">
                <a:noFill/>
              </a:ln>
            </p:spPr>
          </p:sp>
          <p:sp>
            <p:nvSpPr>
              <p:cNvPr id="2754" name="ICON_C_HEATMAP_path_188"/>
              <p:cNvSpPr/>
              <p:nvPr/>
            </p:nvSpPr>
            <p:spPr>
              <a:xfrm>
                <a:off x="8402167" y="7551208"/>
                <a:ext cx="8938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704" h="3750" fill="norm" stroke="0">
                    <a:moveTo>
                      <a:pt x="287" y="0"/>
                    </a:moveTo>
                    <a:cubicBezTo>
                      <a:pt x="356" y="0"/>
                      <a:pt x="425" y="0"/>
                      <a:pt x="495" y="0"/>
                    </a:cubicBezTo>
                    <a:cubicBezTo>
                      <a:pt x="564" y="1237"/>
                      <a:pt x="633" y="2475"/>
                      <a:pt x="704" y="3750"/>
                    </a:cubicBezTo>
                    <a:cubicBezTo>
                      <a:pt x="498" y="3681"/>
                      <a:pt x="291" y="3612"/>
                      <a:pt x="79" y="3542"/>
                    </a:cubicBezTo>
                    <a:cubicBezTo>
                      <a:pt x="16" y="3324"/>
                      <a:pt x="0" y="3176"/>
                      <a:pt x="10" y="2958"/>
                    </a:cubicBezTo>
                    <a:cubicBezTo>
                      <a:pt x="11" y="2900"/>
                      <a:pt x="11" y="2841"/>
                      <a:pt x="12" y="2783"/>
                    </a:cubicBezTo>
                    <a:cubicBezTo>
                      <a:pt x="13" y="2660"/>
                      <a:pt x="16" y="2538"/>
                      <a:pt x="20" y="2415"/>
                    </a:cubicBezTo>
                    <a:cubicBezTo>
                      <a:pt x="26" y="2260"/>
                      <a:pt x="28" y="2105"/>
                      <a:pt x="29" y="1950"/>
                    </a:cubicBezTo>
                    <a:cubicBezTo>
                      <a:pt x="34" y="1278"/>
                      <a:pt x="76" y="644"/>
                      <a:pt x="287" y="0"/>
                    </a:cubicBezTo>
                    <a:close/>
                  </a:path>
                </a:pathLst>
              </a:custGeom>
              <a:solidFill>
                <a:srgbClr val="78B0E8"/>
              </a:solidFill>
              <a:ln w="2646" cap="flat">
                <a:noFill/>
              </a:ln>
            </p:spPr>
          </p:sp>
          <p:sp>
            <p:nvSpPr>
              <p:cNvPr id="2755" name="ICON_C_HEATMAP_path_189"/>
              <p:cNvSpPr/>
              <p:nvPr/>
            </p:nvSpPr>
            <p:spPr>
              <a:xfrm>
                <a:off x="7736417" y="7530042"/>
                <a:ext cx="23812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1250" fill="norm" stroke="0">
                    <a:moveTo>
                      <a:pt x="0" y="0"/>
                    </a:moveTo>
                    <a:cubicBezTo>
                      <a:pt x="619" y="69"/>
                      <a:pt x="1237" y="138"/>
                      <a:pt x="1875" y="208"/>
                    </a:cubicBezTo>
                    <a:cubicBezTo>
                      <a:pt x="1806" y="552"/>
                      <a:pt x="1737" y="896"/>
                      <a:pt x="1667" y="1250"/>
                    </a:cubicBezTo>
                    <a:cubicBezTo>
                      <a:pt x="1254" y="1250"/>
                      <a:pt x="842" y="1250"/>
                      <a:pt x="417" y="1250"/>
                    </a:cubicBezTo>
                    <a:cubicBezTo>
                      <a:pt x="417" y="975"/>
                      <a:pt x="417" y="700"/>
                      <a:pt x="417" y="417"/>
                    </a:cubicBezTo>
                    <a:cubicBezTo>
                      <a:pt x="279" y="417"/>
                      <a:pt x="142" y="41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ACE8E5"/>
              </a:solidFill>
              <a:ln w="2646" cap="flat">
                <a:noFill/>
              </a:ln>
            </p:spPr>
          </p:sp>
          <p:sp>
            <p:nvSpPr>
              <p:cNvPr id="2756" name="ICON_C_HEATMAP_path_190"/>
              <p:cNvSpPr/>
              <p:nvPr/>
            </p:nvSpPr>
            <p:spPr>
              <a:xfrm>
                <a:off x="8088312" y="7463896"/>
                <a:ext cx="13229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4583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1016" y="103"/>
                      <a:pt x="990" y="206"/>
                      <a:pt x="964" y="312"/>
                    </a:cubicBezTo>
                    <a:cubicBezTo>
                      <a:pt x="956" y="345"/>
                      <a:pt x="949" y="378"/>
                      <a:pt x="942" y="411"/>
                    </a:cubicBezTo>
                    <a:cubicBezTo>
                      <a:pt x="920" y="488"/>
                      <a:pt x="920" y="488"/>
                      <a:pt x="833" y="625"/>
                    </a:cubicBezTo>
                    <a:cubicBezTo>
                      <a:pt x="696" y="625"/>
                      <a:pt x="558" y="625"/>
                      <a:pt x="417" y="625"/>
                    </a:cubicBezTo>
                    <a:cubicBezTo>
                      <a:pt x="348" y="1931"/>
                      <a:pt x="279" y="3237"/>
                      <a:pt x="208" y="4583"/>
                    </a:cubicBezTo>
                    <a:cubicBezTo>
                      <a:pt x="140" y="4583"/>
                      <a:pt x="71" y="4583"/>
                      <a:pt x="0" y="4583"/>
                    </a:cubicBezTo>
                    <a:cubicBezTo>
                      <a:pt x="0" y="3071"/>
                      <a:pt x="0" y="1558"/>
                      <a:pt x="0" y="0"/>
                    </a:cubicBezTo>
                    <a:close/>
                  </a:path>
                </a:pathLst>
              </a:custGeom>
              <a:solidFill>
                <a:srgbClr val="76C4DC"/>
              </a:solidFill>
              <a:ln w="2646" cap="flat">
                <a:noFill/>
              </a:ln>
            </p:spPr>
          </p:sp>
          <p:sp>
            <p:nvSpPr>
              <p:cNvPr id="2757" name="ICON_C_HEATMAP_path_191"/>
              <p:cNvSpPr/>
              <p:nvPr/>
            </p:nvSpPr>
            <p:spPr>
              <a:xfrm>
                <a:off x="7982479" y="7381875"/>
                <a:ext cx="37042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2917" h="1250" fill="norm" stroke="0">
                    <a:moveTo>
                      <a:pt x="2708" y="0"/>
                    </a:moveTo>
                    <a:cubicBezTo>
                      <a:pt x="2777" y="0"/>
                      <a:pt x="2846" y="0"/>
                      <a:pt x="2917" y="0"/>
                    </a:cubicBezTo>
                    <a:cubicBezTo>
                      <a:pt x="2917" y="413"/>
                      <a:pt x="2917" y="825"/>
                      <a:pt x="2917" y="1250"/>
                    </a:cubicBezTo>
                    <a:cubicBezTo>
                      <a:pt x="2848" y="1112"/>
                      <a:pt x="2779" y="975"/>
                      <a:pt x="2708" y="833"/>
                    </a:cubicBezTo>
                    <a:cubicBezTo>
                      <a:pt x="2580" y="783"/>
                      <a:pt x="2580" y="783"/>
                      <a:pt x="2436" y="786"/>
                    </a:cubicBezTo>
                    <a:cubicBezTo>
                      <a:pt x="2423" y="786"/>
                      <a:pt x="2423" y="786"/>
                      <a:pt x="2356" y="786"/>
                    </a:cubicBezTo>
                    <a:cubicBezTo>
                      <a:pt x="2269" y="786"/>
                      <a:pt x="2183" y="789"/>
                      <a:pt x="2096" y="793"/>
                    </a:cubicBezTo>
                    <a:cubicBezTo>
                      <a:pt x="2035" y="793"/>
                      <a:pt x="1975" y="794"/>
                      <a:pt x="1914" y="794"/>
                    </a:cubicBezTo>
                    <a:cubicBezTo>
                      <a:pt x="1756" y="796"/>
                      <a:pt x="1597" y="800"/>
                      <a:pt x="1439" y="805"/>
                    </a:cubicBezTo>
                    <a:cubicBezTo>
                      <a:pt x="1277" y="809"/>
                      <a:pt x="1115" y="811"/>
                      <a:pt x="952" y="813"/>
                    </a:cubicBezTo>
                    <a:cubicBezTo>
                      <a:pt x="635" y="817"/>
                      <a:pt x="317" y="825"/>
                      <a:pt x="0" y="833"/>
                    </a:cubicBezTo>
                    <a:cubicBezTo>
                      <a:pt x="29" y="765"/>
                      <a:pt x="60" y="698"/>
                      <a:pt x="91" y="631"/>
                    </a:cubicBezTo>
                    <a:cubicBezTo>
                      <a:pt x="108" y="593"/>
                      <a:pt x="125" y="556"/>
                      <a:pt x="142" y="517"/>
                    </a:cubicBezTo>
                    <a:cubicBezTo>
                      <a:pt x="245" y="361"/>
                      <a:pt x="368" y="335"/>
                      <a:pt x="544" y="295"/>
                    </a:cubicBezTo>
                    <a:cubicBezTo>
                      <a:pt x="588" y="288"/>
                      <a:pt x="632" y="281"/>
                      <a:pt x="677" y="273"/>
                    </a:cubicBezTo>
                    <a:cubicBezTo>
                      <a:pt x="700" y="269"/>
                      <a:pt x="700" y="269"/>
                      <a:pt x="815" y="247"/>
                    </a:cubicBezTo>
                    <a:cubicBezTo>
                      <a:pt x="1219" y="184"/>
                      <a:pt x="1553" y="258"/>
                      <a:pt x="1943" y="361"/>
                    </a:cubicBezTo>
                    <a:cubicBezTo>
                      <a:pt x="2248" y="433"/>
                      <a:pt x="2248" y="433"/>
                      <a:pt x="2374" y="386"/>
                    </a:cubicBezTo>
                    <a:cubicBezTo>
                      <a:pt x="2490" y="305"/>
                      <a:pt x="2555" y="218"/>
                      <a:pt x="2634" y="99"/>
                    </a:cubicBezTo>
                    <a:cubicBezTo>
                      <a:pt x="2658" y="66"/>
                      <a:pt x="2683" y="34"/>
                      <a:pt x="2708" y="0"/>
                    </a:cubicBezTo>
                    <a:close/>
                  </a:path>
                </a:pathLst>
              </a:custGeom>
              <a:solidFill>
                <a:srgbClr val="E1E89E"/>
              </a:solidFill>
              <a:ln w="2646" cap="flat">
                <a:noFill/>
              </a:ln>
            </p:spPr>
          </p:sp>
          <p:sp>
            <p:nvSpPr>
              <p:cNvPr id="2758" name="ICON_C_HEATMAP_path_192"/>
              <p:cNvSpPr/>
              <p:nvPr/>
            </p:nvSpPr>
            <p:spPr>
              <a:xfrm>
                <a:off x="7871354" y="7273396"/>
                <a:ext cx="29104" cy="8840"/>
              </a:xfrm>
              <a:custGeom>
                <a:avLst/>
                <a:gdLst/>
                <a:ahLst/>
                <a:cxnLst/>
                <a:rect l="0" t="0" r="r" b="b"/>
                <a:pathLst>
                  <a:path w="2292" h="696" fill="norm" stroke="0">
                    <a:moveTo>
                      <a:pt x="0" y="0"/>
                    </a:moveTo>
                    <a:cubicBezTo>
                      <a:pt x="756" y="0"/>
                      <a:pt x="1513" y="0"/>
                      <a:pt x="2292" y="0"/>
                    </a:cubicBezTo>
                    <a:cubicBezTo>
                      <a:pt x="2292" y="206"/>
                      <a:pt x="2292" y="413"/>
                      <a:pt x="2292" y="625"/>
                    </a:cubicBezTo>
                    <a:cubicBezTo>
                      <a:pt x="1999" y="640"/>
                      <a:pt x="1706" y="652"/>
                      <a:pt x="1413" y="659"/>
                    </a:cubicBezTo>
                    <a:cubicBezTo>
                      <a:pt x="1313" y="663"/>
                      <a:pt x="1214" y="667"/>
                      <a:pt x="1114" y="672"/>
                    </a:cubicBezTo>
                    <a:cubicBezTo>
                      <a:pt x="971" y="680"/>
                      <a:pt x="828" y="683"/>
                      <a:pt x="684" y="686"/>
                    </a:cubicBezTo>
                    <a:cubicBezTo>
                      <a:pt x="662" y="688"/>
                      <a:pt x="662" y="688"/>
                      <a:pt x="550" y="696"/>
                    </a:cubicBezTo>
                    <a:cubicBezTo>
                      <a:pt x="423" y="696"/>
                      <a:pt x="423" y="696"/>
                      <a:pt x="208" y="625"/>
                    </a:cubicBezTo>
                    <a:cubicBezTo>
                      <a:pt x="140" y="419"/>
                      <a:pt x="71" y="212"/>
                      <a:pt x="0" y="0"/>
                    </a:cubicBezTo>
                    <a:close/>
                  </a:path>
                </a:pathLst>
              </a:custGeom>
              <a:solidFill>
                <a:srgbClr val="FEF67E"/>
              </a:solidFill>
              <a:ln w="2646" cap="flat">
                <a:noFill/>
              </a:ln>
            </p:spPr>
          </p:sp>
          <p:sp>
            <p:nvSpPr>
              <p:cNvPr id="2759" name="ICON_C_HEATMAP_path_193"/>
              <p:cNvSpPr/>
              <p:nvPr/>
            </p:nvSpPr>
            <p:spPr>
              <a:xfrm>
                <a:off x="7892521" y="7614708"/>
                <a:ext cx="13229" cy="50271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3958" fill="norm" stroke="0">
                    <a:moveTo>
                      <a:pt x="833" y="0"/>
                    </a:moveTo>
                    <a:cubicBezTo>
                      <a:pt x="902" y="0"/>
                      <a:pt x="971" y="0"/>
                      <a:pt x="1042" y="0"/>
                    </a:cubicBezTo>
                    <a:cubicBezTo>
                      <a:pt x="1042" y="1237"/>
                      <a:pt x="1042" y="2475"/>
                      <a:pt x="1042" y="3750"/>
                    </a:cubicBezTo>
                    <a:cubicBezTo>
                      <a:pt x="698" y="3819"/>
                      <a:pt x="354" y="3888"/>
                      <a:pt x="0" y="3958"/>
                    </a:cubicBezTo>
                    <a:cubicBezTo>
                      <a:pt x="69" y="3821"/>
                      <a:pt x="138" y="3683"/>
                      <a:pt x="208" y="3542"/>
                    </a:cubicBezTo>
                    <a:cubicBezTo>
                      <a:pt x="373" y="3522"/>
                      <a:pt x="470" y="3515"/>
                      <a:pt x="625" y="3542"/>
                    </a:cubicBezTo>
                    <a:cubicBezTo>
                      <a:pt x="625" y="3504"/>
                      <a:pt x="624" y="3465"/>
                      <a:pt x="624" y="3426"/>
                    </a:cubicBezTo>
                    <a:cubicBezTo>
                      <a:pt x="619" y="3064"/>
                      <a:pt x="616" y="2702"/>
                      <a:pt x="614" y="2341"/>
                    </a:cubicBezTo>
                    <a:cubicBezTo>
                      <a:pt x="613" y="2155"/>
                      <a:pt x="612" y="1969"/>
                      <a:pt x="609" y="1783"/>
                    </a:cubicBezTo>
                    <a:cubicBezTo>
                      <a:pt x="607" y="1604"/>
                      <a:pt x="606" y="1424"/>
                      <a:pt x="605" y="1244"/>
                    </a:cubicBezTo>
                    <a:cubicBezTo>
                      <a:pt x="605" y="1176"/>
                      <a:pt x="604" y="1108"/>
                      <a:pt x="603" y="1039"/>
                    </a:cubicBezTo>
                    <a:cubicBezTo>
                      <a:pt x="597" y="684"/>
                      <a:pt x="600" y="388"/>
                      <a:pt x="768" y="66"/>
                    </a:cubicBezTo>
                    <a:cubicBezTo>
                      <a:pt x="779" y="55"/>
                      <a:pt x="779" y="55"/>
                      <a:pt x="833" y="0"/>
                    </a:cubicBezTo>
                    <a:close/>
                  </a:path>
                </a:pathLst>
              </a:custGeom>
              <a:solidFill>
                <a:srgbClr val="EFE379"/>
              </a:solidFill>
              <a:ln w="2646" cap="flat">
                <a:noFill/>
              </a:ln>
            </p:spPr>
          </p:sp>
          <p:sp>
            <p:nvSpPr>
              <p:cNvPr id="2760" name="ICON_C_HEATMAP_path_194"/>
              <p:cNvSpPr/>
              <p:nvPr/>
            </p:nvSpPr>
            <p:spPr>
              <a:xfrm>
                <a:off x="8413750" y="7254875"/>
                <a:ext cx="60854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4792" h="625" fill="norm" stroke="0">
                    <a:moveTo>
                      <a:pt x="0" y="0"/>
                    </a:moveTo>
                    <a:cubicBezTo>
                      <a:pt x="49" y="14"/>
                      <a:pt x="98" y="29"/>
                      <a:pt x="149" y="43"/>
                    </a:cubicBezTo>
                    <a:cubicBezTo>
                      <a:pt x="695" y="195"/>
                      <a:pt x="1216" y="250"/>
                      <a:pt x="1781" y="274"/>
                    </a:cubicBezTo>
                    <a:cubicBezTo>
                      <a:pt x="1868" y="279"/>
                      <a:pt x="1956" y="283"/>
                      <a:pt x="2043" y="287"/>
                    </a:cubicBezTo>
                    <a:cubicBezTo>
                      <a:pt x="2271" y="299"/>
                      <a:pt x="2498" y="309"/>
                      <a:pt x="2725" y="319"/>
                    </a:cubicBezTo>
                    <a:cubicBezTo>
                      <a:pt x="2959" y="330"/>
                      <a:pt x="3192" y="341"/>
                      <a:pt x="3425" y="353"/>
                    </a:cubicBezTo>
                    <a:cubicBezTo>
                      <a:pt x="3881" y="375"/>
                      <a:pt x="4336" y="396"/>
                      <a:pt x="4792" y="417"/>
                    </a:cubicBezTo>
                    <a:cubicBezTo>
                      <a:pt x="4792" y="485"/>
                      <a:pt x="4792" y="554"/>
                      <a:pt x="4792" y="625"/>
                    </a:cubicBezTo>
                    <a:cubicBezTo>
                      <a:pt x="3210" y="625"/>
                      <a:pt x="1629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0BFD1"/>
              </a:solidFill>
              <a:ln w="2646" cap="flat">
                <a:noFill/>
              </a:ln>
            </p:spPr>
          </p:sp>
          <p:sp>
            <p:nvSpPr>
              <p:cNvPr id="2761" name="ICON_C_HEATMAP_path_195"/>
              <p:cNvSpPr/>
              <p:nvPr/>
            </p:nvSpPr>
            <p:spPr>
              <a:xfrm>
                <a:off x="8262938" y="7366000"/>
                <a:ext cx="23812" cy="37502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2953" fill="norm" stroke="0">
                    <a:moveTo>
                      <a:pt x="1250" y="0"/>
                    </a:moveTo>
                    <a:cubicBezTo>
                      <a:pt x="1319" y="0"/>
                      <a:pt x="1388" y="0"/>
                      <a:pt x="1458" y="0"/>
                    </a:cubicBezTo>
                    <a:cubicBezTo>
                      <a:pt x="1464" y="45"/>
                      <a:pt x="1469" y="90"/>
                      <a:pt x="1474" y="136"/>
                    </a:cubicBezTo>
                    <a:cubicBezTo>
                      <a:pt x="1575" y="1001"/>
                      <a:pt x="1681" y="1858"/>
                      <a:pt x="1875" y="2708"/>
                    </a:cubicBezTo>
                    <a:cubicBezTo>
                      <a:pt x="1201" y="2953"/>
                      <a:pt x="685" y="2895"/>
                      <a:pt x="0" y="2708"/>
                    </a:cubicBezTo>
                    <a:cubicBezTo>
                      <a:pt x="0" y="2640"/>
                      <a:pt x="0" y="2571"/>
                      <a:pt x="0" y="2500"/>
                    </a:cubicBezTo>
                    <a:cubicBezTo>
                      <a:pt x="413" y="2431"/>
                      <a:pt x="825" y="2362"/>
                      <a:pt x="1250" y="2292"/>
                    </a:cubicBezTo>
                    <a:cubicBezTo>
                      <a:pt x="1250" y="1535"/>
                      <a:pt x="1250" y="779"/>
                      <a:pt x="1250" y="0"/>
                    </a:cubicBezTo>
                    <a:close/>
                  </a:path>
                </a:pathLst>
              </a:custGeom>
              <a:solidFill>
                <a:srgbClr val="8099D2"/>
              </a:solidFill>
              <a:ln w="2646" cap="flat">
                <a:noFill/>
              </a:ln>
            </p:spPr>
          </p:sp>
          <p:sp>
            <p:nvSpPr>
              <p:cNvPr id="2762" name="ICON_C_HEATMAP_path_196"/>
              <p:cNvSpPr/>
              <p:nvPr/>
            </p:nvSpPr>
            <p:spPr>
              <a:xfrm>
                <a:off x="8053917" y="7272344"/>
                <a:ext cx="29551" cy="9290"/>
              </a:xfrm>
              <a:custGeom>
                <a:avLst/>
                <a:gdLst/>
                <a:ahLst/>
                <a:cxnLst/>
                <a:rect l="0" t="0" r="r" b="b"/>
                <a:pathLst>
                  <a:path w="2327" h="731" fill="norm" stroke="0">
                    <a:moveTo>
                      <a:pt x="1380" y="44"/>
                    </a:moveTo>
                    <a:cubicBezTo>
                      <a:pt x="1469" y="47"/>
                      <a:pt x="1557" y="50"/>
                      <a:pt x="1645" y="52"/>
                    </a:cubicBezTo>
                    <a:cubicBezTo>
                      <a:pt x="1861" y="59"/>
                      <a:pt x="2076" y="70"/>
                      <a:pt x="2292" y="83"/>
                    </a:cubicBezTo>
                    <a:cubicBezTo>
                      <a:pt x="2317" y="229"/>
                      <a:pt x="2327" y="355"/>
                      <a:pt x="2292" y="500"/>
                    </a:cubicBezTo>
                    <a:cubicBezTo>
                      <a:pt x="2087" y="695"/>
                      <a:pt x="1815" y="731"/>
                      <a:pt x="1542" y="731"/>
                    </a:cubicBezTo>
                    <a:cubicBezTo>
                      <a:pt x="1503" y="730"/>
                      <a:pt x="1464" y="729"/>
                      <a:pt x="1424" y="728"/>
                    </a:cubicBezTo>
                    <a:cubicBezTo>
                      <a:pt x="1404" y="728"/>
                      <a:pt x="1404" y="728"/>
                      <a:pt x="1300" y="727"/>
                    </a:cubicBezTo>
                    <a:cubicBezTo>
                      <a:pt x="1170" y="726"/>
                      <a:pt x="1041" y="724"/>
                      <a:pt x="911" y="721"/>
                    </a:cubicBezTo>
                    <a:cubicBezTo>
                      <a:pt x="823" y="720"/>
                      <a:pt x="735" y="719"/>
                      <a:pt x="646" y="718"/>
                    </a:cubicBezTo>
                    <a:cubicBezTo>
                      <a:pt x="431" y="716"/>
                      <a:pt x="215" y="712"/>
                      <a:pt x="0" y="708"/>
                    </a:cubicBezTo>
                    <a:cubicBezTo>
                      <a:pt x="296" y="9"/>
                      <a:pt x="671" y="0"/>
                      <a:pt x="1380" y="44"/>
                    </a:cubicBezTo>
                    <a:close/>
                  </a:path>
                </a:pathLst>
              </a:custGeom>
              <a:solidFill>
                <a:srgbClr val="84DEE1"/>
              </a:solidFill>
              <a:ln w="2646" cap="flat">
                <a:noFill/>
              </a:ln>
            </p:spPr>
          </p:sp>
          <p:sp>
            <p:nvSpPr>
              <p:cNvPr id="2763" name="ICON_C_HEATMAP_path_197"/>
              <p:cNvSpPr/>
              <p:nvPr/>
            </p:nvSpPr>
            <p:spPr>
              <a:xfrm>
                <a:off x="8442854" y="7543271"/>
                <a:ext cx="26458" cy="9070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714" fill="norm" stroke="0">
                    <a:moveTo>
                      <a:pt x="0" y="0"/>
                    </a:moveTo>
                    <a:cubicBezTo>
                      <a:pt x="688" y="0"/>
                      <a:pt x="1375" y="0"/>
                      <a:pt x="2083" y="0"/>
                    </a:cubicBezTo>
                    <a:cubicBezTo>
                      <a:pt x="2015" y="206"/>
                      <a:pt x="1946" y="413"/>
                      <a:pt x="1875" y="625"/>
                    </a:cubicBezTo>
                    <a:cubicBezTo>
                      <a:pt x="1712" y="701"/>
                      <a:pt x="1665" y="714"/>
                      <a:pt x="1497" y="708"/>
                    </a:cubicBezTo>
                    <a:cubicBezTo>
                      <a:pt x="1479" y="708"/>
                      <a:pt x="1479" y="708"/>
                      <a:pt x="1388" y="710"/>
                    </a:cubicBezTo>
                    <a:cubicBezTo>
                      <a:pt x="1311" y="710"/>
                      <a:pt x="1235" y="709"/>
                      <a:pt x="1159" y="706"/>
                    </a:cubicBezTo>
                    <a:cubicBezTo>
                      <a:pt x="1041" y="703"/>
                      <a:pt x="926" y="706"/>
                      <a:pt x="809" y="710"/>
                    </a:cubicBezTo>
                    <a:cubicBezTo>
                      <a:pt x="735" y="710"/>
                      <a:pt x="660" y="709"/>
                      <a:pt x="586" y="708"/>
                    </a:cubicBezTo>
                    <a:cubicBezTo>
                      <a:pt x="551" y="709"/>
                      <a:pt x="516" y="711"/>
                      <a:pt x="481" y="712"/>
                    </a:cubicBezTo>
                    <a:cubicBezTo>
                      <a:pt x="382" y="706"/>
                      <a:pt x="382" y="706"/>
                      <a:pt x="208" y="625"/>
                    </a:cubicBezTo>
                    <a:cubicBezTo>
                      <a:pt x="140" y="419"/>
                      <a:pt x="71" y="212"/>
                      <a:pt x="0" y="0"/>
                    </a:cubicBezTo>
                    <a:close/>
                  </a:path>
                </a:pathLst>
              </a:custGeom>
              <a:solidFill>
                <a:srgbClr val="613B88"/>
              </a:solidFill>
              <a:ln w="2646" cap="flat">
                <a:noFill/>
              </a:ln>
            </p:spPr>
          </p:sp>
          <p:sp>
            <p:nvSpPr>
              <p:cNvPr id="2764" name="ICON_C_HEATMAP_path_198"/>
              <p:cNvSpPr/>
              <p:nvPr/>
            </p:nvSpPr>
            <p:spPr>
              <a:xfrm>
                <a:off x="8283763" y="7366000"/>
                <a:ext cx="16216" cy="34822"/>
              </a:xfrm>
              <a:custGeom>
                <a:avLst/>
                <a:gdLst/>
                <a:ahLst/>
                <a:cxnLst/>
                <a:rect l="0" t="0" r="r" b="b"/>
                <a:pathLst>
                  <a:path w="1277" h="2742" fill="norm" stroke="0">
                    <a:moveTo>
                      <a:pt x="27" y="0"/>
                    </a:moveTo>
                    <a:cubicBezTo>
                      <a:pt x="96" y="0"/>
                      <a:pt x="164" y="0"/>
                      <a:pt x="235" y="0"/>
                    </a:cubicBezTo>
                    <a:cubicBezTo>
                      <a:pt x="237" y="48"/>
                      <a:pt x="239" y="97"/>
                      <a:pt x="241" y="146"/>
                    </a:cubicBezTo>
                    <a:cubicBezTo>
                      <a:pt x="304" y="1485"/>
                      <a:pt x="304" y="1485"/>
                      <a:pt x="535" y="1786"/>
                    </a:cubicBezTo>
                    <a:cubicBezTo>
                      <a:pt x="755" y="1957"/>
                      <a:pt x="1005" y="2039"/>
                      <a:pt x="1277" y="2083"/>
                    </a:cubicBezTo>
                    <a:cubicBezTo>
                      <a:pt x="1183" y="2189"/>
                      <a:pt x="1087" y="2293"/>
                      <a:pt x="990" y="2396"/>
                    </a:cubicBezTo>
                    <a:cubicBezTo>
                      <a:pt x="964" y="2426"/>
                      <a:pt x="938" y="2455"/>
                      <a:pt x="911" y="2486"/>
                    </a:cubicBezTo>
                    <a:cubicBezTo>
                      <a:pt x="884" y="2514"/>
                      <a:pt x="857" y="2543"/>
                      <a:pt x="829" y="2572"/>
                    </a:cubicBezTo>
                    <a:cubicBezTo>
                      <a:pt x="805" y="2598"/>
                      <a:pt x="781" y="2624"/>
                      <a:pt x="756" y="2651"/>
                    </a:cubicBezTo>
                    <a:cubicBezTo>
                      <a:pt x="591" y="2742"/>
                      <a:pt x="420" y="2719"/>
                      <a:pt x="235" y="2708"/>
                    </a:cubicBezTo>
                    <a:cubicBezTo>
                      <a:pt x="46" y="2091"/>
                      <a:pt x="0" y="1529"/>
                      <a:pt x="14" y="885"/>
                    </a:cubicBezTo>
                    <a:cubicBezTo>
                      <a:pt x="15" y="799"/>
                      <a:pt x="16" y="712"/>
                      <a:pt x="17" y="626"/>
                    </a:cubicBezTo>
                    <a:cubicBezTo>
                      <a:pt x="19" y="417"/>
                      <a:pt x="23" y="209"/>
                      <a:pt x="27" y="0"/>
                    </a:cubicBezTo>
                    <a:close/>
                  </a:path>
                </a:pathLst>
              </a:custGeom>
              <a:solidFill>
                <a:srgbClr val="827AC0"/>
              </a:solidFill>
              <a:ln w="2646" cap="flat">
                <a:noFill/>
              </a:ln>
            </p:spPr>
          </p:sp>
          <p:sp>
            <p:nvSpPr>
              <p:cNvPr id="2765" name="ICON_C_HEATMAP_path_199"/>
              <p:cNvSpPr/>
              <p:nvPr/>
            </p:nvSpPr>
            <p:spPr>
              <a:xfrm>
                <a:off x="8157104" y="7273396"/>
                <a:ext cx="23812" cy="8909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701" fill="norm" stroke="0">
                    <a:moveTo>
                      <a:pt x="0" y="0"/>
                    </a:moveTo>
                    <a:cubicBezTo>
                      <a:pt x="619" y="0"/>
                      <a:pt x="1237" y="0"/>
                      <a:pt x="1875" y="0"/>
                    </a:cubicBezTo>
                    <a:cubicBezTo>
                      <a:pt x="1806" y="206"/>
                      <a:pt x="1737" y="413"/>
                      <a:pt x="1667" y="625"/>
                    </a:cubicBezTo>
                    <a:cubicBezTo>
                      <a:pt x="1499" y="692"/>
                      <a:pt x="1450" y="701"/>
                      <a:pt x="1282" y="686"/>
                    </a:cubicBezTo>
                    <a:cubicBezTo>
                      <a:pt x="1245" y="685"/>
                      <a:pt x="1208" y="684"/>
                      <a:pt x="1171" y="683"/>
                    </a:cubicBezTo>
                    <a:cubicBezTo>
                      <a:pt x="1054" y="680"/>
                      <a:pt x="937" y="672"/>
                      <a:pt x="820" y="664"/>
                    </a:cubicBezTo>
                    <a:cubicBezTo>
                      <a:pt x="741" y="661"/>
                      <a:pt x="662" y="658"/>
                      <a:pt x="582" y="655"/>
                    </a:cubicBezTo>
                    <a:cubicBezTo>
                      <a:pt x="388" y="649"/>
                      <a:pt x="194" y="638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7EDCDF"/>
              </a:solidFill>
              <a:ln w="2646" cap="flat">
                <a:noFill/>
              </a:ln>
            </p:spPr>
          </p:sp>
          <p:sp>
            <p:nvSpPr>
              <p:cNvPr id="2766" name="ICON_C_HEATMAP_path_200"/>
              <p:cNvSpPr/>
              <p:nvPr/>
            </p:nvSpPr>
            <p:spPr>
              <a:xfrm>
                <a:off x="7855479" y="7254875"/>
                <a:ext cx="18521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833" fill="norm" stroke="0">
                    <a:moveTo>
                      <a:pt x="0" y="0"/>
                    </a:moveTo>
                    <a:cubicBezTo>
                      <a:pt x="413" y="0"/>
                      <a:pt x="825" y="0"/>
                      <a:pt x="1250" y="0"/>
                    </a:cubicBezTo>
                    <a:cubicBezTo>
                      <a:pt x="1319" y="275"/>
                      <a:pt x="1388" y="550"/>
                      <a:pt x="1458" y="833"/>
                    </a:cubicBezTo>
                    <a:cubicBezTo>
                      <a:pt x="977" y="833"/>
                      <a:pt x="496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AFAD92"/>
              </a:solidFill>
              <a:ln w="2646" cap="flat">
                <a:noFill/>
              </a:ln>
            </p:spPr>
          </p:sp>
          <p:sp>
            <p:nvSpPr>
              <p:cNvPr id="2767" name="ICON_C_HEATMAP_path_201"/>
              <p:cNvSpPr/>
              <p:nvPr/>
            </p:nvSpPr>
            <p:spPr>
              <a:xfrm>
                <a:off x="7826058" y="7625292"/>
                <a:ext cx="18838" cy="39989"/>
              </a:xfrm>
              <a:custGeom>
                <a:avLst/>
                <a:gdLst/>
                <a:ahLst/>
                <a:cxnLst/>
                <a:rect l="0" t="0" r="r" b="b"/>
                <a:pathLst>
                  <a:path w="1483" h="3149" fill="norm" stroke="0">
                    <a:moveTo>
                      <a:pt x="25" y="0"/>
                    </a:moveTo>
                    <a:cubicBezTo>
                      <a:pt x="94" y="0"/>
                      <a:pt x="163" y="0"/>
                      <a:pt x="233" y="0"/>
                    </a:cubicBezTo>
                    <a:cubicBezTo>
                      <a:pt x="235" y="28"/>
                      <a:pt x="238" y="56"/>
                      <a:pt x="240" y="84"/>
                    </a:cubicBezTo>
                    <a:cubicBezTo>
                      <a:pt x="260" y="348"/>
                      <a:pt x="282" y="611"/>
                      <a:pt x="304" y="875"/>
                    </a:cubicBezTo>
                    <a:cubicBezTo>
                      <a:pt x="315" y="1010"/>
                      <a:pt x="327" y="1146"/>
                      <a:pt x="337" y="1281"/>
                    </a:cubicBezTo>
                    <a:cubicBezTo>
                      <a:pt x="349" y="1438"/>
                      <a:pt x="362" y="1594"/>
                      <a:pt x="376" y="1750"/>
                    </a:cubicBezTo>
                    <a:cubicBezTo>
                      <a:pt x="379" y="1798"/>
                      <a:pt x="383" y="1846"/>
                      <a:pt x="386" y="1895"/>
                    </a:cubicBezTo>
                    <a:cubicBezTo>
                      <a:pt x="417" y="2234"/>
                      <a:pt x="480" y="2564"/>
                      <a:pt x="750" y="2794"/>
                    </a:cubicBezTo>
                    <a:cubicBezTo>
                      <a:pt x="784" y="2809"/>
                      <a:pt x="818" y="2824"/>
                      <a:pt x="853" y="2840"/>
                    </a:cubicBezTo>
                    <a:cubicBezTo>
                      <a:pt x="890" y="2858"/>
                      <a:pt x="926" y="2875"/>
                      <a:pt x="965" y="2893"/>
                    </a:cubicBezTo>
                    <a:cubicBezTo>
                      <a:pt x="1002" y="2909"/>
                      <a:pt x="1041" y="2926"/>
                      <a:pt x="1080" y="2943"/>
                    </a:cubicBezTo>
                    <a:cubicBezTo>
                      <a:pt x="1119" y="2961"/>
                      <a:pt x="1157" y="2979"/>
                      <a:pt x="1197" y="2997"/>
                    </a:cubicBezTo>
                    <a:cubicBezTo>
                      <a:pt x="1292" y="3041"/>
                      <a:pt x="1387" y="3084"/>
                      <a:pt x="1483" y="3125"/>
                    </a:cubicBezTo>
                    <a:cubicBezTo>
                      <a:pt x="1309" y="3130"/>
                      <a:pt x="1135" y="3134"/>
                      <a:pt x="961" y="3136"/>
                    </a:cubicBezTo>
                    <a:cubicBezTo>
                      <a:pt x="901" y="3138"/>
                      <a:pt x="842" y="3139"/>
                      <a:pt x="783" y="3141"/>
                    </a:cubicBezTo>
                    <a:cubicBezTo>
                      <a:pt x="698" y="3143"/>
                      <a:pt x="612" y="3144"/>
                      <a:pt x="527" y="3145"/>
                    </a:cubicBezTo>
                    <a:cubicBezTo>
                      <a:pt x="476" y="3146"/>
                      <a:pt x="425" y="3148"/>
                      <a:pt x="372" y="3149"/>
                    </a:cubicBezTo>
                    <a:cubicBezTo>
                      <a:pt x="191" y="3118"/>
                      <a:pt x="139" y="3059"/>
                      <a:pt x="25" y="2917"/>
                    </a:cubicBezTo>
                    <a:cubicBezTo>
                      <a:pt x="0" y="2781"/>
                      <a:pt x="0" y="2781"/>
                      <a:pt x="1" y="2625"/>
                    </a:cubicBezTo>
                    <a:cubicBezTo>
                      <a:pt x="1" y="2611"/>
                      <a:pt x="1" y="2611"/>
                      <a:pt x="1" y="2539"/>
                    </a:cubicBezTo>
                    <a:cubicBezTo>
                      <a:pt x="1" y="2445"/>
                      <a:pt x="3" y="2352"/>
                      <a:pt x="5" y="2258"/>
                    </a:cubicBezTo>
                    <a:cubicBezTo>
                      <a:pt x="5" y="2193"/>
                      <a:pt x="5" y="2128"/>
                      <a:pt x="6" y="2063"/>
                    </a:cubicBezTo>
                    <a:cubicBezTo>
                      <a:pt x="6" y="1892"/>
                      <a:pt x="8" y="1721"/>
                      <a:pt x="11" y="1550"/>
                    </a:cubicBezTo>
                    <a:cubicBezTo>
                      <a:pt x="13" y="1376"/>
                      <a:pt x="14" y="1201"/>
                      <a:pt x="15" y="1027"/>
                    </a:cubicBezTo>
                    <a:cubicBezTo>
                      <a:pt x="17" y="684"/>
                      <a:pt x="21" y="342"/>
                      <a:pt x="25" y="0"/>
                    </a:cubicBezTo>
                    <a:close/>
                  </a:path>
                </a:pathLst>
              </a:custGeom>
              <a:solidFill>
                <a:srgbClr val="F8EB6D"/>
              </a:solidFill>
              <a:ln w="2646" cap="flat">
                <a:noFill/>
              </a:ln>
            </p:spPr>
          </p:sp>
          <p:sp>
            <p:nvSpPr>
              <p:cNvPr id="2768" name="ICON_C_HEATMAP_path_202"/>
              <p:cNvSpPr/>
              <p:nvPr/>
            </p:nvSpPr>
            <p:spPr>
              <a:xfrm>
                <a:off x="8337021" y="7273396"/>
                <a:ext cx="23812" cy="8808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694" fill="norm" stroke="0">
                    <a:moveTo>
                      <a:pt x="0" y="0"/>
                    </a:moveTo>
                    <a:cubicBezTo>
                      <a:pt x="619" y="0"/>
                      <a:pt x="1237" y="0"/>
                      <a:pt x="1875" y="0"/>
                    </a:cubicBezTo>
                    <a:cubicBezTo>
                      <a:pt x="1806" y="103"/>
                      <a:pt x="1806" y="103"/>
                      <a:pt x="1458" y="625"/>
                    </a:cubicBezTo>
                    <a:cubicBezTo>
                      <a:pt x="1055" y="694"/>
                      <a:pt x="1055" y="694"/>
                      <a:pt x="903" y="680"/>
                    </a:cubicBezTo>
                    <a:cubicBezTo>
                      <a:pt x="870" y="677"/>
                      <a:pt x="838" y="675"/>
                      <a:pt x="804" y="672"/>
                    </a:cubicBezTo>
                    <a:cubicBezTo>
                      <a:pt x="771" y="670"/>
                      <a:pt x="737" y="667"/>
                      <a:pt x="703" y="664"/>
                    </a:cubicBezTo>
                    <a:cubicBezTo>
                      <a:pt x="635" y="661"/>
                      <a:pt x="566" y="658"/>
                      <a:pt x="498" y="655"/>
                    </a:cubicBezTo>
                    <a:cubicBezTo>
                      <a:pt x="331" y="649"/>
                      <a:pt x="167" y="637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77D3E1"/>
              </a:solidFill>
              <a:ln w="2646" cap="flat">
                <a:noFill/>
              </a:ln>
            </p:spPr>
          </p:sp>
          <p:sp>
            <p:nvSpPr>
              <p:cNvPr id="2769" name="ICON_C_HEATMAP_path_203"/>
              <p:cNvSpPr/>
              <p:nvPr/>
            </p:nvSpPr>
            <p:spPr>
              <a:xfrm>
                <a:off x="8297333" y="7458604"/>
                <a:ext cx="37042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2917" h="833" fill="norm" stroke="0">
                    <a:moveTo>
                      <a:pt x="0" y="0"/>
                    </a:moveTo>
                    <a:cubicBezTo>
                      <a:pt x="962" y="0"/>
                      <a:pt x="1925" y="0"/>
                      <a:pt x="2917" y="0"/>
                    </a:cubicBezTo>
                    <a:cubicBezTo>
                      <a:pt x="2917" y="275"/>
                      <a:pt x="2917" y="550"/>
                      <a:pt x="2917" y="833"/>
                    </a:cubicBezTo>
                    <a:cubicBezTo>
                      <a:pt x="2642" y="765"/>
                      <a:pt x="2367" y="696"/>
                      <a:pt x="2083" y="625"/>
                    </a:cubicBezTo>
                    <a:cubicBezTo>
                      <a:pt x="2152" y="556"/>
                      <a:pt x="2221" y="487"/>
                      <a:pt x="2292" y="417"/>
                    </a:cubicBezTo>
                    <a:cubicBezTo>
                      <a:pt x="1535" y="348"/>
                      <a:pt x="779" y="279"/>
                      <a:pt x="0" y="208"/>
                    </a:cubicBezTo>
                    <a:cubicBezTo>
                      <a:pt x="0" y="140"/>
                      <a:pt x="0" y="71"/>
                      <a:pt x="0" y="0"/>
                    </a:cubicBezTo>
                    <a:close/>
                  </a:path>
                </a:pathLst>
              </a:custGeom>
              <a:solidFill>
                <a:srgbClr val="7D6EBB"/>
              </a:solidFill>
              <a:ln w="2646" cap="flat">
                <a:noFill/>
              </a:ln>
            </p:spPr>
          </p:sp>
          <p:sp>
            <p:nvSpPr>
              <p:cNvPr id="2770" name="ICON_C_HEATMAP_path_204"/>
              <p:cNvSpPr/>
              <p:nvPr/>
            </p:nvSpPr>
            <p:spPr>
              <a:xfrm>
                <a:off x="8382000" y="7254875"/>
                <a:ext cx="21167" cy="8916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702" fill="norm" stroke="0">
                    <a:moveTo>
                      <a:pt x="0" y="0"/>
                    </a:moveTo>
                    <a:cubicBezTo>
                      <a:pt x="550" y="0"/>
                      <a:pt x="1100" y="0"/>
                      <a:pt x="1667" y="0"/>
                    </a:cubicBezTo>
                    <a:cubicBezTo>
                      <a:pt x="1598" y="206"/>
                      <a:pt x="1529" y="413"/>
                      <a:pt x="1458" y="625"/>
                    </a:cubicBezTo>
                    <a:cubicBezTo>
                      <a:pt x="1306" y="694"/>
                      <a:pt x="1273" y="702"/>
                      <a:pt x="1119" y="686"/>
                    </a:cubicBezTo>
                    <a:cubicBezTo>
                      <a:pt x="1087" y="685"/>
                      <a:pt x="1055" y="684"/>
                      <a:pt x="1022" y="683"/>
                    </a:cubicBezTo>
                    <a:cubicBezTo>
                      <a:pt x="920" y="680"/>
                      <a:pt x="818" y="672"/>
                      <a:pt x="716" y="664"/>
                    </a:cubicBezTo>
                    <a:cubicBezTo>
                      <a:pt x="647" y="661"/>
                      <a:pt x="577" y="658"/>
                      <a:pt x="508" y="655"/>
                    </a:cubicBezTo>
                    <a:cubicBezTo>
                      <a:pt x="338" y="649"/>
                      <a:pt x="170" y="637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93B0C0"/>
              </a:solidFill>
              <a:ln w="2646" cap="flat">
                <a:noFill/>
              </a:ln>
            </p:spPr>
          </p:sp>
          <p:sp>
            <p:nvSpPr>
              <p:cNvPr id="2771" name="ICON_C_HEATMAP_path_205"/>
              <p:cNvSpPr/>
              <p:nvPr/>
            </p:nvSpPr>
            <p:spPr>
              <a:xfrm>
                <a:off x="8027458" y="7466542"/>
                <a:ext cx="18521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2083" fill="norm" stroke="0">
                    <a:moveTo>
                      <a:pt x="0" y="0"/>
                    </a:moveTo>
                    <a:cubicBezTo>
                      <a:pt x="481" y="0"/>
                      <a:pt x="962" y="0"/>
                      <a:pt x="1458" y="0"/>
                    </a:cubicBezTo>
                    <a:cubicBezTo>
                      <a:pt x="1375" y="56"/>
                      <a:pt x="1375" y="56"/>
                      <a:pt x="950" y="339"/>
                    </a:cubicBezTo>
                    <a:cubicBezTo>
                      <a:pt x="566" y="620"/>
                      <a:pt x="350" y="862"/>
                      <a:pt x="269" y="1339"/>
                    </a:cubicBezTo>
                    <a:cubicBezTo>
                      <a:pt x="235" y="1586"/>
                      <a:pt x="215" y="1834"/>
                      <a:pt x="208" y="2083"/>
                    </a:cubicBezTo>
                    <a:cubicBezTo>
                      <a:pt x="140" y="2083"/>
                      <a:pt x="71" y="2083"/>
                      <a:pt x="0" y="2083"/>
                    </a:cubicBezTo>
                    <a:cubicBezTo>
                      <a:pt x="0" y="1396"/>
                      <a:pt x="0" y="708"/>
                      <a:pt x="0" y="0"/>
                    </a:cubicBezTo>
                    <a:close/>
                  </a:path>
                </a:pathLst>
              </a:custGeom>
              <a:solidFill>
                <a:srgbClr val="AAE6DC"/>
              </a:solidFill>
              <a:ln w="2646" cap="flat">
                <a:noFill/>
              </a:ln>
            </p:spPr>
          </p:sp>
          <p:sp>
            <p:nvSpPr>
              <p:cNvPr id="2772" name="ICON_C_HEATMAP_path_206"/>
              <p:cNvSpPr/>
              <p:nvPr/>
            </p:nvSpPr>
            <p:spPr>
              <a:xfrm>
                <a:off x="7958667" y="7395104"/>
                <a:ext cx="13229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042" fill="norm" stroke="0">
                    <a:moveTo>
                      <a:pt x="208" y="0"/>
                    </a:moveTo>
                    <a:cubicBezTo>
                      <a:pt x="346" y="34"/>
                      <a:pt x="346" y="34"/>
                      <a:pt x="1042" y="208"/>
                    </a:cubicBezTo>
                    <a:cubicBezTo>
                      <a:pt x="973" y="483"/>
                      <a:pt x="904" y="758"/>
                      <a:pt x="833" y="1042"/>
                    </a:cubicBezTo>
                    <a:cubicBezTo>
                      <a:pt x="558" y="1042"/>
                      <a:pt x="283" y="1042"/>
                      <a:pt x="0" y="1042"/>
                    </a:cubicBezTo>
                    <a:cubicBezTo>
                      <a:pt x="69" y="698"/>
                      <a:pt x="138" y="354"/>
                      <a:pt x="208" y="0"/>
                    </a:cubicBezTo>
                    <a:close/>
                  </a:path>
                </a:pathLst>
              </a:custGeom>
              <a:solidFill>
                <a:srgbClr val="D1E3A0"/>
              </a:solidFill>
              <a:ln w="2646" cap="flat">
                <a:noFill/>
              </a:ln>
            </p:spPr>
          </p:sp>
          <p:sp>
            <p:nvSpPr>
              <p:cNvPr id="2773" name="ICON_C_HEATMAP_path_207"/>
              <p:cNvSpPr/>
              <p:nvPr/>
            </p:nvSpPr>
            <p:spPr>
              <a:xfrm>
                <a:off x="8276167" y="7677319"/>
                <a:ext cx="15875" cy="1411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112" fill="norm" stroke="0">
                    <a:moveTo>
                      <a:pt x="1250" y="278"/>
                    </a:moveTo>
                    <a:cubicBezTo>
                      <a:pt x="1181" y="553"/>
                      <a:pt x="1112" y="828"/>
                      <a:pt x="1042" y="1112"/>
                    </a:cubicBezTo>
                    <a:cubicBezTo>
                      <a:pt x="698" y="1112"/>
                      <a:pt x="354" y="1112"/>
                      <a:pt x="0" y="1112"/>
                    </a:cubicBezTo>
                    <a:cubicBezTo>
                      <a:pt x="120" y="365"/>
                      <a:pt x="120" y="365"/>
                      <a:pt x="273" y="215"/>
                    </a:cubicBezTo>
                    <a:cubicBezTo>
                      <a:pt x="620" y="0"/>
                      <a:pt x="924" y="53"/>
                      <a:pt x="1250" y="278"/>
                    </a:cubicBezTo>
                    <a:close/>
                  </a:path>
                </a:pathLst>
              </a:custGeom>
              <a:solidFill>
                <a:srgbClr val="D4D1E3"/>
              </a:solidFill>
              <a:ln w="2646" cap="flat">
                <a:noFill/>
              </a:ln>
            </p:spPr>
          </p:sp>
          <p:sp>
            <p:nvSpPr>
              <p:cNvPr id="2774" name="ICON_C_HEATMAP_path_208"/>
              <p:cNvSpPr/>
              <p:nvPr/>
            </p:nvSpPr>
            <p:spPr>
              <a:xfrm>
                <a:off x="8474604" y="7254079"/>
                <a:ext cx="18521" cy="11380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896" fill="norm" stroke="0">
                    <a:moveTo>
                      <a:pt x="0" y="63"/>
                    </a:moveTo>
                    <a:cubicBezTo>
                      <a:pt x="175" y="48"/>
                      <a:pt x="348" y="36"/>
                      <a:pt x="523" y="28"/>
                    </a:cubicBezTo>
                    <a:cubicBezTo>
                      <a:pt x="582" y="25"/>
                      <a:pt x="641" y="21"/>
                      <a:pt x="700" y="16"/>
                    </a:cubicBezTo>
                    <a:cubicBezTo>
                      <a:pt x="729" y="13"/>
                      <a:pt x="758" y="10"/>
                      <a:pt x="787" y="8"/>
                    </a:cubicBezTo>
                    <a:cubicBezTo>
                      <a:pt x="813" y="5"/>
                      <a:pt x="838" y="3"/>
                      <a:pt x="864" y="0"/>
                    </a:cubicBezTo>
                    <a:cubicBezTo>
                      <a:pt x="995" y="3"/>
                      <a:pt x="1122" y="36"/>
                      <a:pt x="1250" y="63"/>
                    </a:cubicBezTo>
                    <a:cubicBezTo>
                      <a:pt x="1319" y="269"/>
                      <a:pt x="1388" y="475"/>
                      <a:pt x="1458" y="688"/>
                    </a:cubicBezTo>
                    <a:cubicBezTo>
                      <a:pt x="977" y="756"/>
                      <a:pt x="496" y="825"/>
                      <a:pt x="0" y="896"/>
                    </a:cubicBezTo>
                    <a:cubicBezTo>
                      <a:pt x="0" y="621"/>
                      <a:pt x="0" y="346"/>
                      <a:pt x="0" y="63"/>
                    </a:cubicBezTo>
                    <a:close/>
                  </a:path>
                </a:pathLst>
              </a:custGeom>
              <a:solidFill>
                <a:srgbClr val="8C9BB7"/>
              </a:solidFill>
              <a:ln w="2646" cap="flat">
                <a:noFill/>
              </a:ln>
            </p:spPr>
          </p:sp>
          <p:sp>
            <p:nvSpPr>
              <p:cNvPr id="2775" name="ICON_C_HEATMAP_path_209"/>
              <p:cNvSpPr/>
              <p:nvPr/>
            </p:nvSpPr>
            <p:spPr>
              <a:xfrm>
                <a:off x="7715250" y="7254875"/>
                <a:ext cx="13229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2292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992" y="54"/>
                      <a:pt x="992" y="54"/>
                      <a:pt x="742" y="325"/>
                    </a:cubicBezTo>
                    <a:cubicBezTo>
                      <a:pt x="278" y="887"/>
                      <a:pt x="262" y="1593"/>
                      <a:pt x="208" y="2292"/>
                    </a:cubicBezTo>
                    <a:cubicBezTo>
                      <a:pt x="140" y="2292"/>
                      <a:pt x="71" y="2292"/>
                      <a:pt x="0" y="2292"/>
                    </a:cubicBezTo>
                    <a:cubicBezTo>
                      <a:pt x="0" y="1535"/>
                      <a:pt x="0" y="779"/>
                      <a:pt x="0" y="0"/>
                    </a:cubicBezTo>
                    <a:close/>
                  </a:path>
                </a:pathLst>
              </a:custGeom>
              <a:solidFill>
                <a:srgbClr val="E6E9ED"/>
              </a:solidFill>
              <a:ln w="2646" cap="flat">
                <a:noFill/>
              </a:ln>
            </p:spPr>
          </p:sp>
          <p:sp>
            <p:nvSpPr>
              <p:cNvPr id="2776" name="ICON_C_HEATMAP_path_210"/>
              <p:cNvSpPr/>
              <p:nvPr/>
            </p:nvSpPr>
            <p:spPr>
              <a:xfrm>
                <a:off x="7950729" y="7678208"/>
                <a:ext cx="105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42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344"/>
                      <a:pt x="833" y="688"/>
                      <a:pt x="833" y="1042"/>
                    </a:cubicBezTo>
                    <a:cubicBezTo>
                      <a:pt x="558" y="1042"/>
                      <a:pt x="283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CCC8D6"/>
              </a:solidFill>
              <a:ln w="2646" cap="flat">
                <a:noFill/>
              </a:ln>
            </p:spPr>
          </p:sp>
          <p:sp>
            <p:nvSpPr>
              <p:cNvPr id="2777" name="ICON_C_HEATMAP_path_211"/>
              <p:cNvSpPr/>
              <p:nvPr/>
            </p:nvSpPr>
            <p:spPr>
              <a:xfrm>
                <a:off x="7858125" y="7678208"/>
                <a:ext cx="105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42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344"/>
                      <a:pt x="833" y="688"/>
                      <a:pt x="833" y="1042"/>
                    </a:cubicBezTo>
                    <a:cubicBezTo>
                      <a:pt x="558" y="1042"/>
                      <a:pt x="283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BFBED6"/>
              </a:solidFill>
              <a:ln w="2646" cap="flat">
                <a:noFill/>
              </a:ln>
            </p:spPr>
          </p:sp>
          <p:sp>
            <p:nvSpPr>
              <p:cNvPr id="2778" name="ICON_C_HEATMAP_path_212"/>
              <p:cNvSpPr/>
              <p:nvPr/>
            </p:nvSpPr>
            <p:spPr>
              <a:xfrm>
                <a:off x="7950729" y="7254875"/>
                <a:ext cx="13229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33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1042" y="275"/>
                      <a:pt x="1042" y="550"/>
                      <a:pt x="1042" y="833"/>
                    </a:cubicBezTo>
                    <a:cubicBezTo>
                      <a:pt x="698" y="833"/>
                      <a:pt x="354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899593"/>
              </a:solidFill>
              <a:ln w="2646" cap="flat">
                <a:noFill/>
              </a:ln>
            </p:spPr>
          </p:sp>
          <p:sp>
            <p:nvSpPr>
              <p:cNvPr id="2779" name="ICON_C_HEATMAP_path_213"/>
              <p:cNvSpPr/>
              <p:nvPr/>
            </p:nvSpPr>
            <p:spPr>
              <a:xfrm>
                <a:off x="7765521" y="7254875"/>
                <a:ext cx="13229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33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1042" y="275"/>
                      <a:pt x="1042" y="550"/>
                      <a:pt x="1042" y="833"/>
                    </a:cubicBezTo>
                    <a:cubicBezTo>
                      <a:pt x="698" y="833"/>
                      <a:pt x="354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6EA298"/>
              </a:solidFill>
              <a:ln w="2646" cap="flat">
                <a:noFill/>
              </a:ln>
            </p:spPr>
          </p:sp>
          <p:sp>
            <p:nvSpPr>
              <p:cNvPr id="2780" name="ICON_C_HEATMAP_path_214"/>
              <p:cNvSpPr/>
              <p:nvPr/>
            </p:nvSpPr>
            <p:spPr>
              <a:xfrm>
                <a:off x="8239125" y="7577667"/>
                <a:ext cx="10702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843" h="1875" fill="norm" stroke="0">
                    <a:moveTo>
                      <a:pt x="417" y="0"/>
                    </a:moveTo>
                    <a:cubicBezTo>
                      <a:pt x="630" y="217"/>
                      <a:pt x="820" y="439"/>
                      <a:pt x="843" y="754"/>
                    </a:cubicBezTo>
                    <a:cubicBezTo>
                      <a:pt x="836" y="896"/>
                      <a:pt x="819" y="1031"/>
                      <a:pt x="794" y="1172"/>
                    </a:cubicBezTo>
                    <a:cubicBezTo>
                      <a:pt x="788" y="1217"/>
                      <a:pt x="782" y="1263"/>
                      <a:pt x="775" y="1310"/>
                    </a:cubicBezTo>
                    <a:cubicBezTo>
                      <a:pt x="743" y="1455"/>
                      <a:pt x="714" y="1547"/>
                      <a:pt x="625" y="1667"/>
                    </a:cubicBezTo>
                    <a:cubicBezTo>
                      <a:pt x="434" y="1781"/>
                      <a:pt x="215" y="1829"/>
                      <a:pt x="0" y="1875"/>
                    </a:cubicBezTo>
                    <a:cubicBezTo>
                      <a:pt x="25" y="1641"/>
                      <a:pt x="51" y="1408"/>
                      <a:pt x="77" y="1174"/>
                    </a:cubicBezTo>
                    <a:cubicBezTo>
                      <a:pt x="87" y="1095"/>
                      <a:pt x="95" y="1016"/>
                      <a:pt x="104" y="936"/>
                    </a:cubicBezTo>
                    <a:cubicBezTo>
                      <a:pt x="116" y="822"/>
                      <a:pt x="129" y="707"/>
                      <a:pt x="142" y="593"/>
                    </a:cubicBezTo>
                    <a:cubicBezTo>
                      <a:pt x="146" y="558"/>
                      <a:pt x="149" y="523"/>
                      <a:pt x="153" y="486"/>
                    </a:cubicBezTo>
                    <a:cubicBezTo>
                      <a:pt x="182" y="253"/>
                      <a:pt x="232" y="148"/>
                      <a:pt x="417" y="0"/>
                    </a:cubicBezTo>
                    <a:close/>
                  </a:path>
                </a:pathLst>
              </a:custGeom>
              <a:solidFill>
                <a:srgbClr val="628AC0"/>
              </a:solidFill>
              <a:ln w="2646" cap="flat">
                <a:noFill/>
              </a:ln>
            </p:spPr>
          </p:sp>
          <p:sp>
            <p:nvSpPr>
              <p:cNvPr id="2781" name="ICON_C_HEATMAP_path_215"/>
              <p:cNvSpPr/>
              <p:nvPr/>
            </p:nvSpPr>
            <p:spPr>
              <a:xfrm>
                <a:off x="7765521" y="7537979"/>
                <a:ext cx="15875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2083" fill="norm" stroke="0">
                    <a:moveTo>
                      <a:pt x="0" y="0"/>
                    </a:moveTo>
                    <a:cubicBezTo>
                      <a:pt x="413" y="0"/>
                      <a:pt x="825" y="0"/>
                      <a:pt x="1250" y="0"/>
                    </a:cubicBezTo>
                    <a:cubicBezTo>
                      <a:pt x="1117" y="73"/>
                      <a:pt x="984" y="146"/>
                      <a:pt x="846" y="221"/>
                    </a:cubicBezTo>
                    <a:cubicBezTo>
                      <a:pt x="569" y="401"/>
                      <a:pt x="410" y="573"/>
                      <a:pt x="334" y="893"/>
                    </a:cubicBezTo>
                    <a:cubicBezTo>
                      <a:pt x="258" y="1285"/>
                      <a:pt x="227" y="1685"/>
                      <a:pt x="208" y="2083"/>
                    </a:cubicBezTo>
                    <a:cubicBezTo>
                      <a:pt x="140" y="2083"/>
                      <a:pt x="71" y="2083"/>
                      <a:pt x="0" y="2083"/>
                    </a:cubicBezTo>
                    <a:cubicBezTo>
                      <a:pt x="0" y="1396"/>
                      <a:pt x="0" y="708"/>
                      <a:pt x="0" y="0"/>
                    </a:cubicBezTo>
                    <a:close/>
                  </a:path>
                </a:pathLst>
              </a:custGeom>
              <a:solidFill>
                <a:srgbClr val="E1F5A9"/>
              </a:solidFill>
              <a:ln w="2646" cap="flat">
                <a:noFill/>
              </a:ln>
            </p:spPr>
          </p:sp>
          <p:sp>
            <p:nvSpPr>
              <p:cNvPr id="2782" name="ICON_C_HEATMAP_path_216"/>
              <p:cNvSpPr/>
              <p:nvPr/>
            </p:nvSpPr>
            <p:spPr>
              <a:xfrm>
                <a:off x="8413419" y="7524750"/>
                <a:ext cx="16206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276" h="1458" fill="norm" stroke="0">
                    <a:moveTo>
                      <a:pt x="234" y="0"/>
                    </a:moveTo>
                    <a:cubicBezTo>
                      <a:pt x="406" y="69"/>
                      <a:pt x="406" y="69"/>
                      <a:pt x="1276" y="417"/>
                    </a:cubicBezTo>
                    <a:cubicBezTo>
                      <a:pt x="932" y="760"/>
                      <a:pt x="589" y="1104"/>
                      <a:pt x="234" y="1458"/>
                    </a:cubicBezTo>
                    <a:cubicBezTo>
                      <a:pt x="0" y="990"/>
                      <a:pt x="0" y="990"/>
                      <a:pt x="51" y="773"/>
                    </a:cubicBezTo>
                    <a:cubicBezTo>
                      <a:pt x="60" y="732"/>
                      <a:pt x="69" y="691"/>
                      <a:pt x="79" y="648"/>
                    </a:cubicBezTo>
                    <a:cubicBezTo>
                      <a:pt x="91" y="597"/>
                      <a:pt x="104" y="547"/>
                      <a:pt x="117" y="495"/>
                    </a:cubicBezTo>
                    <a:cubicBezTo>
                      <a:pt x="156" y="331"/>
                      <a:pt x="195" y="168"/>
                      <a:pt x="234" y="0"/>
                    </a:cubicBezTo>
                    <a:close/>
                  </a:path>
                </a:pathLst>
              </a:custGeom>
              <a:solidFill>
                <a:srgbClr val="796DB4"/>
              </a:solidFill>
              <a:ln w="2646" cap="flat">
                <a:noFill/>
              </a:ln>
            </p:spPr>
          </p:sp>
          <p:sp>
            <p:nvSpPr>
              <p:cNvPr id="2783" name="ICON_C_HEATMAP_path_217"/>
              <p:cNvSpPr/>
              <p:nvPr/>
            </p:nvSpPr>
            <p:spPr>
              <a:xfrm>
                <a:off x="7903104" y="7273396"/>
                <a:ext cx="21167" cy="9120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718" fill="norm" stroke="0">
                    <a:moveTo>
                      <a:pt x="0" y="0"/>
                    </a:moveTo>
                    <a:cubicBezTo>
                      <a:pt x="550" y="0"/>
                      <a:pt x="1100" y="0"/>
                      <a:pt x="1667" y="0"/>
                    </a:cubicBezTo>
                    <a:cubicBezTo>
                      <a:pt x="1598" y="206"/>
                      <a:pt x="1529" y="413"/>
                      <a:pt x="1458" y="625"/>
                    </a:cubicBezTo>
                    <a:cubicBezTo>
                      <a:pt x="1137" y="718"/>
                      <a:pt x="1137" y="718"/>
                      <a:pt x="1006" y="710"/>
                    </a:cubicBezTo>
                    <a:cubicBezTo>
                      <a:pt x="864" y="704"/>
                      <a:pt x="726" y="707"/>
                      <a:pt x="585" y="715"/>
                    </a:cubicBezTo>
                    <a:cubicBezTo>
                      <a:pt x="495" y="708"/>
                      <a:pt x="495" y="708"/>
                      <a:pt x="208" y="625"/>
                    </a:cubicBezTo>
                    <a:cubicBezTo>
                      <a:pt x="140" y="419"/>
                      <a:pt x="71" y="212"/>
                      <a:pt x="0" y="0"/>
                    </a:cubicBezTo>
                    <a:close/>
                  </a:path>
                </a:pathLst>
              </a:custGeom>
              <a:solidFill>
                <a:srgbClr val="FEF88C"/>
              </a:solidFill>
              <a:ln w="2646" cap="flat">
                <a:noFill/>
              </a:ln>
            </p:spPr>
          </p:sp>
          <p:sp>
            <p:nvSpPr>
              <p:cNvPr id="2784" name="ICON_C_HEATMAP_path_218"/>
              <p:cNvSpPr/>
              <p:nvPr/>
            </p:nvSpPr>
            <p:spPr>
              <a:xfrm>
                <a:off x="8598958" y="7270988"/>
                <a:ext cx="21601" cy="10615"/>
              </a:xfrm>
              <a:custGeom>
                <a:avLst/>
                <a:gdLst/>
                <a:ahLst/>
                <a:cxnLst/>
                <a:rect l="0" t="0" r="r" b="b"/>
                <a:pathLst>
                  <a:path w="1701" h="836" fill="norm" stroke="0">
                    <a:moveTo>
                      <a:pt x="1667" y="190"/>
                    </a:moveTo>
                    <a:cubicBezTo>
                      <a:pt x="1692" y="335"/>
                      <a:pt x="1701" y="461"/>
                      <a:pt x="1667" y="606"/>
                    </a:cubicBezTo>
                    <a:cubicBezTo>
                      <a:pt x="1494" y="788"/>
                      <a:pt x="1260" y="823"/>
                      <a:pt x="1018" y="834"/>
                    </a:cubicBezTo>
                    <a:cubicBezTo>
                      <a:pt x="878" y="836"/>
                      <a:pt x="739" y="832"/>
                      <a:pt x="599" y="827"/>
                    </a:cubicBezTo>
                    <a:cubicBezTo>
                      <a:pt x="541" y="826"/>
                      <a:pt x="482" y="826"/>
                      <a:pt x="424" y="825"/>
                    </a:cubicBezTo>
                    <a:cubicBezTo>
                      <a:pt x="283" y="822"/>
                      <a:pt x="141" y="819"/>
                      <a:pt x="0" y="815"/>
                    </a:cubicBezTo>
                    <a:cubicBezTo>
                      <a:pt x="281" y="0"/>
                      <a:pt x="936" y="122"/>
                      <a:pt x="1667" y="190"/>
                    </a:cubicBezTo>
                    <a:close/>
                  </a:path>
                </a:pathLst>
              </a:custGeom>
              <a:solidFill>
                <a:srgbClr val="63B5DE"/>
              </a:solidFill>
              <a:ln w="2646" cap="flat">
                <a:noFill/>
              </a:ln>
            </p:spPr>
          </p:sp>
          <p:sp>
            <p:nvSpPr>
              <p:cNvPr id="2785" name="ICON_C_HEATMAP_path_219"/>
              <p:cNvSpPr/>
              <p:nvPr/>
            </p:nvSpPr>
            <p:spPr>
              <a:xfrm>
                <a:off x="8204729" y="7678208"/>
                <a:ext cx="23812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1042" fill="norm" stroke="0">
                    <a:moveTo>
                      <a:pt x="0" y="0"/>
                    </a:moveTo>
                    <a:cubicBezTo>
                      <a:pt x="619" y="0"/>
                      <a:pt x="1237" y="0"/>
                      <a:pt x="1875" y="0"/>
                    </a:cubicBezTo>
                    <a:cubicBezTo>
                      <a:pt x="1875" y="69"/>
                      <a:pt x="1875" y="138"/>
                      <a:pt x="1875" y="208"/>
                    </a:cubicBezTo>
                    <a:cubicBezTo>
                      <a:pt x="1838" y="211"/>
                      <a:pt x="1801" y="214"/>
                      <a:pt x="1764" y="217"/>
                    </a:cubicBezTo>
                    <a:cubicBezTo>
                      <a:pt x="730" y="314"/>
                      <a:pt x="730" y="314"/>
                      <a:pt x="552" y="488"/>
                    </a:cubicBezTo>
                    <a:cubicBezTo>
                      <a:pt x="494" y="602"/>
                      <a:pt x="471" y="702"/>
                      <a:pt x="464" y="830"/>
                    </a:cubicBezTo>
                    <a:cubicBezTo>
                      <a:pt x="459" y="912"/>
                      <a:pt x="459" y="912"/>
                      <a:pt x="417" y="1042"/>
                    </a:cubicBezTo>
                    <a:cubicBezTo>
                      <a:pt x="279" y="1042"/>
                      <a:pt x="142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EAECF2"/>
              </a:solidFill>
              <a:ln w="2646" cap="flat">
                <a:noFill/>
              </a:ln>
            </p:spPr>
          </p:sp>
          <p:sp>
            <p:nvSpPr>
              <p:cNvPr id="2786" name="ICON_C_HEATMAP_path_220"/>
              <p:cNvSpPr/>
              <p:nvPr/>
            </p:nvSpPr>
            <p:spPr>
              <a:xfrm>
                <a:off x="8413750" y="7662333"/>
                <a:ext cx="23812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625" fill="norm" stroke="0">
                    <a:moveTo>
                      <a:pt x="0" y="0"/>
                    </a:moveTo>
                    <a:cubicBezTo>
                      <a:pt x="157" y="24"/>
                      <a:pt x="313" y="51"/>
                      <a:pt x="469" y="78"/>
                    </a:cubicBezTo>
                    <a:cubicBezTo>
                      <a:pt x="490" y="81"/>
                      <a:pt x="490" y="81"/>
                      <a:pt x="598" y="98"/>
                    </a:cubicBezTo>
                    <a:cubicBezTo>
                      <a:pt x="1096" y="188"/>
                      <a:pt x="1380" y="378"/>
                      <a:pt x="1875" y="625"/>
                    </a:cubicBezTo>
                    <a:cubicBezTo>
                      <a:pt x="1256" y="625"/>
                      <a:pt x="638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614CA0"/>
              </a:solidFill>
              <a:ln w="2646" cap="flat">
                <a:noFill/>
              </a:ln>
            </p:spPr>
          </p:sp>
          <p:sp>
            <p:nvSpPr>
              <p:cNvPr id="2787" name="ICON_C_HEATMAP_path_221"/>
              <p:cNvSpPr/>
              <p:nvPr/>
            </p:nvSpPr>
            <p:spPr>
              <a:xfrm>
                <a:off x="7765521" y="7655653"/>
                <a:ext cx="18521" cy="9327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734" fill="norm" stroke="0">
                    <a:moveTo>
                      <a:pt x="1458" y="109"/>
                    </a:moveTo>
                    <a:cubicBezTo>
                      <a:pt x="1458" y="316"/>
                      <a:pt x="1458" y="522"/>
                      <a:pt x="1458" y="734"/>
                    </a:cubicBezTo>
                    <a:cubicBezTo>
                      <a:pt x="977" y="734"/>
                      <a:pt x="496" y="734"/>
                      <a:pt x="0" y="734"/>
                    </a:cubicBezTo>
                    <a:cubicBezTo>
                      <a:pt x="337" y="0"/>
                      <a:pt x="696" y="31"/>
                      <a:pt x="1458" y="109"/>
                    </a:cubicBezTo>
                    <a:close/>
                  </a:path>
                </a:pathLst>
              </a:custGeom>
              <a:solidFill>
                <a:srgbClr val="91E5E5"/>
              </a:solidFill>
              <a:ln w="2646" cap="flat">
                <a:noFill/>
              </a:ln>
            </p:spPr>
          </p:sp>
          <p:sp>
            <p:nvSpPr>
              <p:cNvPr id="2788" name="ICON_C_HEATMAP_path_222"/>
              <p:cNvSpPr/>
              <p:nvPr/>
            </p:nvSpPr>
            <p:spPr>
              <a:xfrm>
                <a:off x="8424333" y="7528966"/>
                <a:ext cx="29104" cy="9014"/>
              </a:xfrm>
              <a:custGeom>
                <a:avLst/>
                <a:gdLst/>
                <a:ahLst/>
                <a:cxnLst/>
                <a:rect l="0" t="0" r="r" b="b"/>
                <a:pathLst>
                  <a:path w="2292" h="710" fill="norm" stroke="0">
                    <a:moveTo>
                      <a:pt x="1380" y="46"/>
                    </a:moveTo>
                    <a:cubicBezTo>
                      <a:pt x="1469" y="49"/>
                      <a:pt x="1557" y="52"/>
                      <a:pt x="1645" y="54"/>
                    </a:cubicBezTo>
                    <a:cubicBezTo>
                      <a:pt x="1861" y="61"/>
                      <a:pt x="2076" y="71"/>
                      <a:pt x="2292" y="85"/>
                    </a:cubicBezTo>
                    <a:cubicBezTo>
                      <a:pt x="2292" y="153"/>
                      <a:pt x="2292" y="222"/>
                      <a:pt x="2292" y="293"/>
                    </a:cubicBezTo>
                    <a:cubicBezTo>
                      <a:pt x="1879" y="293"/>
                      <a:pt x="1467" y="293"/>
                      <a:pt x="1042" y="293"/>
                    </a:cubicBezTo>
                    <a:cubicBezTo>
                      <a:pt x="1042" y="430"/>
                      <a:pt x="1042" y="568"/>
                      <a:pt x="1042" y="710"/>
                    </a:cubicBezTo>
                    <a:cubicBezTo>
                      <a:pt x="698" y="710"/>
                      <a:pt x="354" y="710"/>
                      <a:pt x="0" y="710"/>
                    </a:cubicBezTo>
                    <a:cubicBezTo>
                      <a:pt x="336" y="5"/>
                      <a:pt x="641" y="0"/>
                      <a:pt x="1380" y="46"/>
                    </a:cubicBezTo>
                    <a:close/>
                  </a:path>
                </a:pathLst>
              </a:custGeom>
              <a:solidFill>
                <a:srgbClr val="8064AF"/>
              </a:solidFill>
              <a:ln w="2646" cap="flat">
                <a:noFill/>
              </a:ln>
            </p:spPr>
          </p:sp>
          <p:sp>
            <p:nvSpPr>
              <p:cNvPr id="2789" name="ICON_C_HEATMAP_path_223"/>
              <p:cNvSpPr/>
              <p:nvPr/>
            </p:nvSpPr>
            <p:spPr>
              <a:xfrm>
                <a:off x="8487833" y="7321021"/>
                <a:ext cx="21167" cy="8734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688" fill="norm" stroke="0">
                    <a:moveTo>
                      <a:pt x="0" y="0"/>
                    </a:moveTo>
                    <a:cubicBezTo>
                      <a:pt x="550" y="69"/>
                      <a:pt x="1100" y="138"/>
                      <a:pt x="1667" y="208"/>
                    </a:cubicBezTo>
                    <a:cubicBezTo>
                      <a:pt x="948" y="688"/>
                      <a:pt x="948" y="688"/>
                      <a:pt x="482" y="651"/>
                    </a:cubicBezTo>
                    <a:cubicBezTo>
                      <a:pt x="435" y="649"/>
                      <a:pt x="388" y="647"/>
                      <a:pt x="340" y="645"/>
                    </a:cubicBezTo>
                    <a:cubicBezTo>
                      <a:pt x="226" y="641"/>
                      <a:pt x="113" y="633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78A1DD"/>
              </a:solidFill>
              <a:ln w="2646" cap="flat">
                <a:noFill/>
              </a:ln>
            </p:spPr>
          </p:sp>
          <p:sp>
            <p:nvSpPr>
              <p:cNvPr id="2790" name="ICON_C_HEATMAP_path_224"/>
              <p:cNvSpPr/>
              <p:nvPr/>
            </p:nvSpPr>
            <p:spPr>
              <a:xfrm>
                <a:off x="8538104" y="7273396"/>
                <a:ext cx="15875" cy="9059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713" fill="norm" stroke="0">
                    <a:moveTo>
                      <a:pt x="0" y="0"/>
                    </a:moveTo>
                    <a:cubicBezTo>
                      <a:pt x="413" y="0"/>
                      <a:pt x="825" y="0"/>
                      <a:pt x="1250" y="0"/>
                    </a:cubicBezTo>
                    <a:cubicBezTo>
                      <a:pt x="1188" y="496"/>
                      <a:pt x="1188" y="496"/>
                      <a:pt x="1042" y="625"/>
                    </a:cubicBezTo>
                    <a:cubicBezTo>
                      <a:pt x="707" y="713"/>
                      <a:pt x="340" y="659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75ACDE"/>
              </a:solidFill>
              <a:ln w="2646" cap="flat">
                <a:noFill/>
              </a:ln>
            </p:spPr>
          </p:sp>
          <p:sp>
            <p:nvSpPr>
              <p:cNvPr id="2791" name="ICON_C_HEATMAP_path_225"/>
              <p:cNvSpPr/>
              <p:nvPr/>
            </p:nvSpPr>
            <p:spPr>
              <a:xfrm>
                <a:off x="8477250" y="7262812"/>
                <a:ext cx="21167" cy="8575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675" fill="norm" stroke="0">
                    <a:moveTo>
                      <a:pt x="208" y="0"/>
                    </a:moveTo>
                    <a:cubicBezTo>
                      <a:pt x="690" y="69"/>
                      <a:pt x="1171" y="138"/>
                      <a:pt x="1667" y="208"/>
                    </a:cubicBezTo>
                    <a:cubicBezTo>
                      <a:pt x="1598" y="346"/>
                      <a:pt x="1529" y="483"/>
                      <a:pt x="1458" y="625"/>
                    </a:cubicBezTo>
                    <a:cubicBezTo>
                      <a:pt x="1320" y="667"/>
                      <a:pt x="1257" y="675"/>
                      <a:pt x="1119" y="666"/>
                    </a:cubicBezTo>
                    <a:cubicBezTo>
                      <a:pt x="1087" y="665"/>
                      <a:pt x="1055" y="665"/>
                      <a:pt x="1022" y="664"/>
                    </a:cubicBezTo>
                    <a:cubicBezTo>
                      <a:pt x="920" y="662"/>
                      <a:pt x="818" y="656"/>
                      <a:pt x="716" y="651"/>
                    </a:cubicBezTo>
                    <a:cubicBezTo>
                      <a:pt x="647" y="649"/>
                      <a:pt x="577" y="647"/>
                      <a:pt x="508" y="645"/>
                    </a:cubicBezTo>
                    <a:cubicBezTo>
                      <a:pt x="339" y="641"/>
                      <a:pt x="170" y="633"/>
                      <a:pt x="0" y="625"/>
                    </a:cubicBezTo>
                    <a:cubicBezTo>
                      <a:pt x="69" y="419"/>
                      <a:pt x="138" y="212"/>
                      <a:pt x="208" y="0"/>
                    </a:cubicBezTo>
                    <a:close/>
                  </a:path>
                </a:pathLst>
              </a:custGeom>
              <a:solidFill>
                <a:srgbClr val="6C7DC0"/>
              </a:solidFill>
              <a:ln w="2646" cap="flat">
                <a:noFill/>
              </a:ln>
            </p:spPr>
          </p:sp>
          <p:sp>
            <p:nvSpPr>
              <p:cNvPr id="2792" name="ICON_C_HEATMAP_path_226"/>
              <p:cNvSpPr/>
              <p:nvPr/>
            </p:nvSpPr>
            <p:spPr>
              <a:xfrm>
                <a:off x="7805208" y="7604125"/>
                <a:ext cx="10583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250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413"/>
                      <a:pt x="833" y="825"/>
                      <a:pt x="833" y="1250"/>
                    </a:cubicBezTo>
                    <a:cubicBezTo>
                      <a:pt x="357" y="1188"/>
                      <a:pt x="357" y="1188"/>
                      <a:pt x="208" y="1042"/>
                    </a:cubicBezTo>
                    <a:cubicBezTo>
                      <a:pt x="64" y="718"/>
                      <a:pt x="37" y="349"/>
                      <a:pt x="0" y="0"/>
                    </a:cubicBezTo>
                    <a:close/>
                  </a:path>
                </a:pathLst>
              </a:custGeom>
              <a:solidFill>
                <a:srgbClr val="74DCDB"/>
              </a:solidFill>
              <a:ln w="2646" cap="flat">
                <a:noFill/>
              </a:ln>
            </p:spPr>
          </p:sp>
          <p:sp>
            <p:nvSpPr>
              <p:cNvPr id="2793" name="ICON_C_HEATMAP_path_227"/>
              <p:cNvSpPr/>
              <p:nvPr/>
            </p:nvSpPr>
            <p:spPr>
              <a:xfrm>
                <a:off x="8080376" y="7254075"/>
                <a:ext cx="15875" cy="8737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688" fill="norm" stroke="0">
                    <a:moveTo>
                      <a:pt x="890" y="31"/>
                    </a:moveTo>
                    <a:cubicBezTo>
                      <a:pt x="1010" y="40"/>
                      <a:pt x="1130" y="51"/>
                      <a:pt x="1250" y="63"/>
                    </a:cubicBezTo>
                    <a:cubicBezTo>
                      <a:pt x="1250" y="269"/>
                      <a:pt x="1250" y="475"/>
                      <a:pt x="1250" y="688"/>
                    </a:cubicBezTo>
                    <a:cubicBezTo>
                      <a:pt x="837" y="688"/>
                      <a:pt x="425" y="688"/>
                      <a:pt x="0" y="688"/>
                    </a:cubicBezTo>
                    <a:cubicBezTo>
                      <a:pt x="81" y="41"/>
                      <a:pt x="259" y="0"/>
                      <a:pt x="890" y="31"/>
                    </a:cubicBezTo>
                    <a:close/>
                  </a:path>
                </a:pathLst>
              </a:custGeom>
              <a:solidFill>
                <a:srgbClr val="82A6B7"/>
              </a:solidFill>
              <a:ln w="2646" cap="flat">
                <a:noFill/>
              </a:ln>
            </p:spPr>
          </p:sp>
          <p:sp>
            <p:nvSpPr>
              <p:cNvPr id="2794" name="ICON_C_HEATMAP_path_228"/>
              <p:cNvSpPr/>
              <p:nvPr/>
            </p:nvSpPr>
            <p:spPr>
              <a:xfrm>
                <a:off x="8471958" y="7683500"/>
                <a:ext cx="13229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25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1042" y="206"/>
                      <a:pt x="1042" y="413"/>
                      <a:pt x="1042" y="625"/>
                    </a:cubicBezTo>
                    <a:cubicBezTo>
                      <a:pt x="698" y="625"/>
                      <a:pt x="354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FABC3"/>
              </a:solidFill>
              <a:ln w="2646" cap="flat">
                <a:noFill/>
              </a:ln>
            </p:spPr>
          </p:sp>
          <p:sp>
            <p:nvSpPr>
              <p:cNvPr id="2795" name="ICON_C_HEATMAP_path_229"/>
              <p:cNvSpPr/>
              <p:nvPr/>
            </p:nvSpPr>
            <p:spPr>
              <a:xfrm>
                <a:off x="8032750" y="7678208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344"/>
                      <a:pt x="625" y="688"/>
                      <a:pt x="625" y="1042"/>
                    </a:cubicBezTo>
                    <a:cubicBezTo>
                      <a:pt x="419" y="1042"/>
                      <a:pt x="212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E1DAE0"/>
              </a:solidFill>
              <a:ln w="2646" cap="flat">
                <a:noFill/>
              </a:ln>
            </p:spPr>
          </p:sp>
          <p:sp>
            <p:nvSpPr>
              <p:cNvPr id="2796" name="ICON_C_HEATMAP_path_230"/>
              <p:cNvSpPr/>
              <p:nvPr/>
            </p:nvSpPr>
            <p:spPr>
              <a:xfrm>
                <a:off x="8408184" y="7455742"/>
                <a:ext cx="16150" cy="26675"/>
              </a:xfrm>
              <a:custGeom>
                <a:avLst/>
                <a:gdLst/>
                <a:ahLst/>
                <a:cxnLst/>
                <a:rect l="0" t="0" r="r" b="b"/>
                <a:pathLst>
                  <a:path w="1272" h="2100" fill="norm" stroke="0">
                    <a:moveTo>
                      <a:pt x="478" y="42"/>
                    </a:moveTo>
                    <a:cubicBezTo>
                      <a:pt x="501" y="47"/>
                      <a:pt x="501" y="47"/>
                      <a:pt x="619" y="73"/>
                    </a:cubicBezTo>
                    <a:cubicBezTo>
                      <a:pt x="666" y="85"/>
                      <a:pt x="714" y="96"/>
                      <a:pt x="764" y="108"/>
                    </a:cubicBezTo>
                    <a:cubicBezTo>
                      <a:pt x="812" y="119"/>
                      <a:pt x="861" y="130"/>
                      <a:pt x="911" y="141"/>
                    </a:cubicBezTo>
                    <a:cubicBezTo>
                      <a:pt x="1032" y="168"/>
                      <a:pt x="1152" y="197"/>
                      <a:pt x="1272" y="225"/>
                    </a:cubicBezTo>
                    <a:cubicBezTo>
                      <a:pt x="997" y="294"/>
                      <a:pt x="722" y="363"/>
                      <a:pt x="438" y="434"/>
                    </a:cubicBezTo>
                    <a:cubicBezTo>
                      <a:pt x="438" y="984"/>
                      <a:pt x="438" y="1534"/>
                      <a:pt x="438" y="2100"/>
                    </a:cubicBezTo>
                    <a:cubicBezTo>
                      <a:pt x="370" y="2100"/>
                      <a:pt x="301" y="2100"/>
                      <a:pt x="230" y="2100"/>
                    </a:cubicBezTo>
                    <a:cubicBezTo>
                      <a:pt x="195" y="1837"/>
                      <a:pt x="161" y="1574"/>
                      <a:pt x="129" y="1311"/>
                    </a:cubicBezTo>
                    <a:cubicBezTo>
                      <a:pt x="118" y="1221"/>
                      <a:pt x="107" y="1132"/>
                      <a:pt x="95" y="1042"/>
                    </a:cubicBezTo>
                    <a:cubicBezTo>
                      <a:pt x="78" y="914"/>
                      <a:pt x="62" y="785"/>
                      <a:pt x="47" y="656"/>
                    </a:cubicBezTo>
                    <a:cubicBezTo>
                      <a:pt x="41" y="616"/>
                      <a:pt x="36" y="576"/>
                      <a:pt x="30" y="535"/>
                    </a:cubicBezTo>
                    <a:cubicBezTo>
                      <a:pt x="0" y="269"/>
                      <a:pt x="0" y="269"/>
                      <a:pt x="58" y="152"/>
                    </a:cubicBezTo>
                    <a:cubicBezTo>
                      <a:pt x="188" y="1"/>
                      <a:pt x="295" y="0"/>
                      <a:pt x="478" y="42"/>
                    </a:cubicBezTo>
                    <a:close/>
                  </a:path>
                </a:pathLst>
              </a:custGeom>
              <a:solidFill>
                <a:srgbClr val="819ED7"/>
              </a:solidFill>
              <a:ln w="2646" cap="flat">
                <a:noFill/>
              </a:ln>
            </p:spPr>
          </p:sp>
          <p:sp>
            <p:nvSpPr>
              <p:cNvPr id="2797" name="ICON_C_HEATMAP_path_231"/>
              <p:cNvSpPr/>
              <p:nvPr/>
            </p:nvSpPr>
            <p:spPr>
              <a:xfrm>
                <a:off x="7974542" y="7397750"/>
                <a:ext cx="13229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042" fill="norm" stroke="0">
                    <a:moveTo>
                      <a:pt x="208" y="0"/>
                    </a:moveTo>
                    <a:cubicBezTo>
                      <a:pt x="346" y="34"/>
                      <a:pt x="346" y="34"/>
                      <a:pt x="1042" y="208"/>
                    </a:cubicBezTo>
                    <a:cubicBezTo>
                      <a:pt x="698" y="483"/>
                      <a:pt x="354" y="758"/>
                      <a:pt x="0" y="1042"/>
                    </a:cubicBezTo>
                    <a:cubicBezTo>
                      <a:pt x="69" y="698"/>
                      <a:pt x="138" y="354"/>
                      <a:pt x="208" y="0"/>
                    </a:cubicBezTo>
                    <a:close/>
                  </a:path>
                </a:pathLst>
              </a:custGeom>
              <a:solidFill>
                <a:srgbClr val="F3F089"/>
              </a:solidFill>
              <a:ln w="2646" cap="flat">
                <a:noFill/>
              </a:ln>
            </p:spPr>
          </p:sp>
          <p:sp>
            <p:nvSpPr>
              <p:cNvPr id="2798" name="ICON_C_HEATMAP_path_232"/>
              <p:cNvSpPr/>
              <p:nvPr/>
            </p:nvSpPr>
            <p:spPr>
              <a:xfrm>
                <a:off x="7937246" y="7394758"/>
                <a:ext cx="21421" cy="10930"/>
              </a:xfrm>
              <a:custGeom>
                <a:avLst/>
                <a:gdLst/>
                <a:ahLst/>
                <a:cxnLst/>
                <a:rect l="0" t="0" r="r" b="b"/>
                <a:pathLst>
                  <a:path w="1687" h="861" fill="norm" stroke="0">
                    <a:moveTo>
                      <a:pt x="20" y="27"/>
                    </a:moveTo>
                    <a:cubicBezTo>
                      <a:pt x="190" y="22"/>
                      <a:pt x="361" y="18"/>
                      <a:pt x="531" y="16"/>
                    </a:cubicBezTo>
                    <a:cubicBezTo>
                      <a:pt x="589" y="15"/>
                      <a:pt x="647" y="13"/>
                      <a:pt x="705" y="12"/>
                    </a:cubicBezTo>
                    <a:cubicBezTo>
                      <a:pt x="1083" y="0"/>
                      <a:pt x="1355" y="31"/>
                      <a:pt x="1687" y="236"/>
                    </a:cubicBezTo>
                    <a:cubicBezTo>
                      <a:pt x="1618" y="442"/>
                      <a:pt x="1549" y="648"/>
                      <a:pt x="1478" y="861"/>
                    </a:cubicBezTo>
                    <a:cubicBezTo>
                      <a:pt x="1270" y="776"/>
                      <a:pt x="1062" y="691"/>
                      <a:pt x="855" y="605"/>
                    </a:cubicBezTo>
                    <a:cubicBezTo>
                      <a:pt x="785" y="576"/>
                      <a:pt x="714" y="547"/>
                      <a:pt x="643" y="518"/>
                    </a:cubicBezTo>
                    <a:cubicBezTo>
                      <a:pt x="541" y="477"/>
                      <a:pt x="440" y="435"/>
                      <a:pt x="339" y="393"/>
                    </a:cubicBezTo>
                    <a:cubicBezTo>
                      <a:pt x="307" y="380"/>
                      <a:pt x="275" y="367"/>
                      <a:pt x="242" y="355"/>
                    </a:cubicBezTo>
                    <a:cubicBezTo>
                      <a:pt x="161" y="320"/>
                      <a:pt x="90" y="289"/>
                      <a:pt x="20" y="236"/>
                    </a:cubicBezTo>
                    <a:cubicBezTo>
                      <a:pt x="0" y="122"/>
                      <a:pt x="0" y="122"/>
                      <a:pt x="20" y="27"/>
                    </a:cubicBezTo>
                    <a:close/>
                  </a:path>
                </a:pathLst>
              </a:custGeom>
              <a:solidFill>
                <a:srgbClr val="EAEE8F"/>
              </a:solidFill>
              <a:ln w="2646" cap="flat">
                <a:noFill/>
              </a:ln>
            </p:spPr>
          </p:sp>
          <p:sp>
            <p:nvSpPr>
              <p:cNvPr id="2799" name="ICON_C_HEATMAP_path_233"/>
              <p:cNvSpPr/>
              <p:nvPr/>
            </p:nvSpPr>
            <p:spPr>
              <a:xfrm>
                <a:off x="8395229" y="7388643"/>
                <a:ext cx="15875" cy="9107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717" fill="norm" stroke="0">
                    <a:moveTo>
                      <a:pt x="1250" y="92"/>
                    </a:moveTo>
                    <a:cubicBezTo>
                      <a:pt x="1250" y="298"/>
                      <a:pt x="1250" y="505"/>
                      <a:pt x="1250" y="717"/>
                    </a:cubicBezTo>
                    <a:cubicBezTo>
                      <a:pt x="837" y="717"/>
                      <a:pt x="425" y="717"/>
                      <a:pt x="0" y="717"/>
                    </a:cubicBezTo>
                    <a:cubicBezTo>
                      <a:pt x="323" y="71"/>
                      <a:pt x="548" y="0"/>
                      <a:pt x="1250" y="92"/>
                    </a:cubicBezTo>
                    <a:close/>
                  </a:path>
                </a:pathLst>
              </a:custGeom>
              <a:solidFill>
                <a:srgbClr val="879EDD"/>
              </a:solidFill>
              <a:ln w="2646" cap="flat">
                <a:noFill/>
              </a:ln>
            </p:spPr>
          </p:sp>
          <p:sp>
            <p:nvSpPr>
              <p:cNvPr id="2800" name="ICON_C_HEATMAP_path_234"/>
              <p:cNvSpPr/>
              <p:nvPr/>
            </p:nvSpPr>
            <p:spPr>
              <a:xfrm>
                <a:off x="8112125" y="7682942"/>
                <a:ext cx="13229" cy="8496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69" fill="norm" stroke="0">
                    <a:moveTo>
                      <a:pt x="521" y="0"/>
                    </a:moveTo>
                    <a:cubicBezTo>
                      <a:pt x="696" y="7"/>
                      <a:pt x="868" y="22"/>
                      <a:pt x="1042" y="44"/>
                    </a:cubicBezTo>
                    <a:cubicBezTo>
                      <a:pt x="1042" y="250"/>
                      <a:pt x="1042" y="456"/>
                      <a:pt x="1042" y="669"/>
                    </a:cubicBezTo>
                    <a:cubicBezTo>
                      <a:pt x="698" y="669"/>
                      <a:pt x="354" y="669"/>
                      <a:pt x="0" y="669"/>
                    </a:cubicBezTo>
                    <a:cubicBezTo>
                      <a:pt x="110" y="9"/>
                      <a:pt x="110" y="9"/>
                      <a:pt x="521" y="0"/>
                    </a:cubicBezTo>
                    <a:close/>
                  </a:path>
                </a:pathLst>
              </a:custGeom>
              <a:solidFill>
                <a:srgbClr val="C8C1D9"/>
              </a:solidFill>
              <a:ln w="2646" cap="flat">
                <a:noFill/>
              </a:ln>
            </p:spPr>
          </p:sp>
          <p:sp>
            <p:nvSpPr>
              <p:cNvPr id="2801" name="ICON_C_HEATMAP_path_235"/>
              <p:cNvSpPr/>
              <p:nvPr/>
            </p:nvSpPr>
            <p:spPr>
              <a:xfrm>
                <a:off x="7768167" y="7678208"/>
                <a:ext cx="105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42" fill="norm" stroke="0">
                    <a:moveTo>
                      <a:pt x="0" y="0"/>
                    </a:moveTo>
                    <a:cubicBezTo>
                      <a:pt x="69" y="138"/>
                      <a:pt x="138" y="275"/>
                      <a:pt x="208" y="417"/>
                    </a:cubicBezTo>
                    <a:cubicBezTo>
                      <a:pt x="349" y="453"/>
                      <a:pt x="398" y="459"/>
                      <a:pt x="534" y="443"/>
                    </a:cubicBezTo>
                    <a:cubicBezTo>
                      <a:pt x="633" y="434"/>
                      <a:pt x="731" y="425"/>
                      <a:pt x="833" y="417"/>
                    </a:cubicBezTo>
                    <a:cubicBezTo>
                      <a:pt x="833" y="623"/>
                      <a:pt x="833" y="829"/>
                      <a:pt x="833" y="1042"/>
                    </a:cubicBezTo>
                    <a:cubicBezTo>
                      <a:pt x="558" y="1042"/>
                      <a:pt x="283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C4BFCF"/>
              </a:solidFill>
              <a:ln w="2646" cap="flat">
                <a:noFill/>
              </a:ln>
            </p:spPr>
          </p:sp>
          <p:sp>
            <p:nvSpPr>
              <p:cNvPr id="2802" name="ICON_C_HEATMAP_path_236"/>
              <p:cNvSpPr/>
              <p:nvPr/>
            </p:nvSpPr>
            <p:spPr>
              <a:xfrm>
                <a:off x="8318500" y="7657042"/>
                <a:ext cx="13229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33" fill="norm" stroke="0">
                    <a:moveTo>
                      <a:pt x="1042" y="0"/>
                    </a:moveTo>
                    <a:cubicBezTo>
                      <a:pt x="1042" y="275"/>
                      <a:pt x="1042" y="550"/>
                      <a:pt x="1042" y="833"/>
                    </a:cubicBezTo>
                    <a:cubicBezTo>
                      <a:pt x="698" y="833"/>
                      <a:pt x="354" y="833"/>
                      <a:pt x="0" y="833"/>
                    </a:cubicBezTo>
                    <a:cubicBezTo>
                      <a:pt x="95" y="696"/>
                      <a:pt x="189" y="558"/>
                      <a:pt x="286" y="417"/>
                    </a:cubicBezTo>
                    <a:cubicBezTo>
                      <a:pt x="315" y="373"/>
                      <a:pt x="344" y="330"/>
                      <a:pt x="374" y="285"/>
                    </a:cubicBezTo>
                    <a:cubicBezTo>
                      <a:pt x="386" y="268"/>
                      <a:pt x="386" y="268"/>
                      <a:pt x="447" y="182"/>
                    </a:cubicBezTo>
                    <a:cubicBezTo>
                      <a:pt x="472" y="147"/>
                      <a:pt x="496" y="112"/>
                      <a:pt x="520" y="76"/>
                    </a:cubicBezTo>
                    <a:cubicBezTo>
                      <a:pt x="625" y="0"/>
                      <a:pt x="625" y="0"/>
                      <a:pt x="1042" y="0"/>
                    </a:cubicBezTo>
                    <a:close/>
                  </a:path>
                </a:pathLst>
              </a:custGeom>
              <a:solidFill>
                <a:srgbClr val="603A8E"/>
              </a:solidFill>
              <a:ln w="2646" cap="flat">
                <a:noFill/>
              </a:ln>
            </p:spPr>
          </p:sp>
          <p:sp>
            <p:nvSpPr>
              <p:cNvPr id="2803" name="ICON_C_HEATMAP_path_237"/>
              <p:cNvSpPr/>
              <p:nvPr/>
            </p:nvSpPr>
            <p:spPr>
              <a:xfrm>
                <a:off x="7911042" y="7606771"/>
                <a:ext cx="1322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250" fill="norm" stroke="0">
                    <a:moveTo>
                      <a:pt x="417" y="0"/>
                    </a:moveTo>
                    <a:cubicBezTo>
                      <a:pt x="623" y="0"/>
                      <a:pt x="829" y="0"/>
                      <a:pt x="1042" y="0"/>
                    </a:cubicBezTo>
                    <a:cubicBezTo>
                      <a:pt x="798" y="590"/>
                      <a:pt x="577" y="957"/>
                      <a:pt x="0" y="1250"/>
                    </a:cubicBezTo>
                    <a:cubicBezTo>
                      <a:pt x="0" y="1044"/>
                      <a:pt x="0" y="837"/>
                      <a:pt x="0" y="625"/>
                    </a:cubicBezTo>
                    <a:cubicBezTo>
                      <a:pt x="137" y="625"/>
                      <a:pt x="275" y="625"/>
                      <a:pt x="417" y="625"/>
                    </a:cubicBezTo>
                    <a:cubicBezTo>
                      <a:pt x="417" y="419"/>
                      <a:pt x="417" y="212"/>
                      <a:pt x="417" y="0"/>
                    </a:cubicBezTo>
                    <a:close/>
                  </a:path>
                </a:pathLst>
              </a:custGeom>
              <a:solidFill>
                <a:srgbClr val="E0F2A3"/>
              </a:solidFill>
              <a:ln w="2646" cap="flat">
                <a:noFill/>
              </a:ln>
            </p:spPr>
          </p:sp>
          <p:sp>
            <p:nvSpPr>
              <p:cNvPr id="2804" name="ICON_C_HEATMAP_path_238"/>
              <p:cNvSpPr/>
              <p:nvPr/>
            </p:nvSpPr>
            <p:spPr>
              <a:xfrm>
                <a:off x="7903104" y="7604125"/>
                <a:ext cx="13229" cy="11634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916" fill="norm" stroke="0">
                    <a:moveTo>
                      <a:pt x="0" y="0"/>
                    </a:moveTo>
                    <a:cubicBezTo>
                      <a:pt x="172" y="34"/>
                      <a:pt x="172" y="34"/>
                      <a:pt x="1042" y="208"/>
                    </a:cubicBezTo>
                    <a:cubicBezTo>
                      <a:pt x="1042" y="415"/>
                      <a:pt x="1042" y="621"/>
                      <a:pt x="1042" y="833"/>
                    </a:cubicBezTo>
                    <a:cubicBezTo>
                      <a:pt x="587" y="916"/>
                      <a:pt x="587" y="916"/>
                      <a:pt x="417" y="833"/>
                    </a:cubicBezTo>
                    <a:cubicBezTo>
                      <a:pt x="212" y="595"/>
                      <a:pt x="116" y="286"/>
                      <a:pt x="0" y="0"/>
                    </a:cubicBezTo>
                    <a:close/>
                  </a:path>
                </a:pathLst>
              </a:custGeom>
              <a:solidFill>
                <a:srgbClr val="E7F097"/>
              </a:solidFill>
              <a:ln w="2646" cap="flat">
                <a:noFill/>
              </a:ln>
            </p:spPr>
          </p:sp>
          <p:sp>
            <p:nvSpPr>
              <p:cNvPr id="2805" name="ICON_C_HEATMAP_path_239"/>
              <p:cNvSpPr/>
              <p:nvPr/>
            </p:nvSpPr>
            <p:spPr>
              <a:xfrm>
                <a:off x="7736417" y="7273396"/>
                <a:ext cx="26458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625" fill="norm" stroke="0">
                    <a:moveTo>
                      <a:pt x="0" y="0"/>
                    </a:moveTo>
                    <a:cubicBezTo>
                      <a:pt x="688" y="69"/>
                      <a:pt x="1375" y="138"/>
                      <a:pt x="2083" y="208"/>
                    </a:cubicBezTo>
                    <a:cubicBezTo>
                      <a:pt x="2083" y="277"/>
                      <a:pt x="2083" y="346"/>
                      <a:pt x="2083" y="417"/>
                    </a:cubicBezTo>
                    <a:cubicBezTo>
                      <a:pt x="1396" y="485"/>
                      <a:pt x="708" y="554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D8FBD5"/>
              </a:solidFill>
              <a:ln w="2646" cap="flat">
                <a:noFill/>
              </a:ln>
            </p:spPr>
          </p:sp>
          <p:sp>
            <p:nvSpPr>
              <p:cNvPr id="2806" name="ICON_C_HEATMAP_path_240"/>
              <p:cNvSpPr/>
              <p:nvPr/>
            </p:nvSpPr>
            <p:spPr>
              <a:xfrm>
                <a:off x="8471958" y="7595666"/>
                <a:ext cx="13229" cy="8459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66" fill="norm" stroke="0">
                    <a:moveTo>
                      <a:pt x="208" y="41"/>
                    </a:moveTo>
                    <a:cubicBezTo>
                      <a:pt x="376" y="7"/>
                      <a:pt x="474" y="0"/>
                      <a:pt x="638" y="15"/>
                    </a:cubicBezTo>
                    <a:cubicBezTo>
                      <a:pt x="677" y="17"/>
                      <a:pt x="716" y="19"/>
                      <a:pt x="756" y="21"/>
                    </a:cubicBezTo>
                    <a:cubicBezTo>
                      <a:pt x="851" y="26"/>
                      <a:pt x="946" y="33"/>
                      <a:pt x="1042" y="41"/>
                    </a:cubicBezTo>
                    <a:cubicBezTo>
                      <a:pt x="1042" y="247"/>
                      <a:pt x="1042" y="454"/>
                      <a:pt x="1042" y="666"/>
                    </a:cubicBezTo>
                    <a:cubicBezTo>
                      <a:pt x="698" y="597"/>
                      <a:pt x="354" y="529"/>
                      <a:pt x="0" y="458"/>
                    </a:cubicBezTo>
                    <a:cubicBezTo>
                      <a:pt x="69" y="320"/>
                      <a:pt x="138" y="183"/>
                      <a:pt x="208" y="41"/>
                    </a:cubicBezTo>
                    <a:close/>
                  </a:path>
                </a:pathLst>
              </a:custGeom>
              <a:solidFill>
                <a:srgbClr val="897CBD"/>
              </a:solidFill>
              <a:ln w="2646" cap="flat">
                <a:noFill/>
              </a:ln>
            </p:spPr>
          </p:sp>
          <p:sp>
            <p:nvSpPr>
              <p:cNvPr id="2807" name="ICON_C_HEATMAP_path_241"/>
              <p:cNvSpPr/>
              <p:nvPr/>
            </p:nvSpPr>
            <p:spPr>
              <a:xfrm>
                <a:off x="7741406" y="7543213"/>
                <a:ext cx="10885" cy="21225"/>
              </a:xfrm>
              <a:custGeom>
                <a:avLst/>
                <a:gdLst/>
                <a:ahLst/>
                <a:cxnLst/>
                <a:rect l="0" t="0" r="r" b="b"/>
                <a:pathLst>
                  <a:path w="857" h="1671" fill="norm" stroke="0">
                    <a:moveTo>
                      <a:pt x="313" y="0"/>
                    </a:moveTo>
                    <a:cubicBezTo>
                      <a:pt x="338" y="10"/>
                      <a:pt x="363" y="20"/>
                      <a:pt x="389" y="30"/>
                    </a:cubicBezTo>
                    <a:cubicBezTo>
                      <a:pt x="417" y="40"/>
                      <a:pt x="444" y="50"/>
                      <a:pt x="472" y="60"/>
                    </a:cubicBezTo>
                    <a:cubicBezTo>
                      <a:pt x="501" y="72"/>
                      <a:pt x="529" y="84"/>
                      <a:pt x="558" y="96"/>
                    </a:cubicBezTo>
                    <a:cubicBezTo>
                      <a:pt x="586" y="106"/>
                      <a:pt x="615" y="117"/>
                      <a:pt x="645" y="129"/>
                    </a:cubicBezTo>
                    <a:cubicBezTo>
                      <a:pt x="716" y="156"/>
                      <a:pt x="787" y="184"/>
                      <a:pt x="857" y="213"/>
                    </a:cubicBezTo>
                    <a:cubicBezTo>
                      <a:pt x="829" y="231"/>
                      <a:pt x="802" y="249"/>
                      <a:pt x="773" y="267"/>
                    </a:cubicBezTo>
                    <a:cubicBezTo>
                      <a:pt x="330" y="620"/>
                      <a:pt x="307" y="1138"/>
                      <a:pt x="232" y="1671"/>
                    </a:cubicBezTo>
                    <a:cubicBezTo>
                      <a:pt x="163" y="1671"/>
                      <a:pt x="95" y="1671"/>
                      <a:pt x="24" y="1671"/>
                    </a:cubicBezTo>
                    <a:cubicBezTo>
                      <a:pt x="19" y="1467"/>
                      <a:pt x="15" y="1264"/>
                      <a:pt x="12" y="1060"/>
                    </a:cubicBezTo>
                    <a:cubicBezTo>
                      <a:pt x="11" y="990"/>
                      <a:pt x="10" y="921"/>
                      <a:pt x="8" y="852"/>
                    </a:cubicBezTo>
                    <a:cubicBezTo>
                      <a:pt x="5" y="752"/>
                      <a:pt x="4" y="652"/>
                      <a:pt x="3" y="552"/>
                    </a:cubicBezTo>
                    <a:cubicBezTo>
                      <a:pt x="2" y="521"/>
                      <a:pt x="1" y="491"/>
                      <a:pt x="0" y="459"/>
                    </a:cubicBezTo>
                    <a:cubicBezTo>
                      <a:pt x="0" y="302"/>
                      <a:pt x="11" y="205"/>
                      <a:pt x="119" y="86"/>
                    </a:cubicBezTo>
                    <a:cubicBezTo>
                      <a:pt x="232" y="5"/>
                      <a:pt x="232" y="5"/>
                      <a:pt x="313" y="0"/>
                    </a:cubicBezTo>
                    <a:close/>
                  </a:path>
                </a:pathLst>
              </a:custGeom>
              <a:solidFill>
                <a:srgbClr val="A0ECDE"/>
              </a:solidFill>
              <a:ln w="2646" cap="flat">
                <a:noFill/>
              </a:ln>
            </p:spPr>
          </p:sp>
          <p:sp>
            <p:nvSpPr>
              <p:cNvPr id="2808" name="ICON_C_HEATMAP_path_242"/>
              <p:cNvSpPr/>
              <p:nvPr/>
            </p:nvSpPr>
            <p:spPr>
              <a:xfrm>
                <a:off x="8323109" y="7527396"/>
                <a:ext cx="11266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87" h="1042" fill="norm" stroke="0">
                    <a:moveTo>
                      <a:pt x="887" y="0"/>
                    </a:moveTo>
                    <a:cubicBezTo>
                      <a:pt x="887" y="344"/>
                      <a:pt x="887" y="688"/>
                      <a:pt x="887" y="1042"/>
                    </a:cubicBezTo>
                    <a:cubicBezTo>
                      <a:pt x="750" y="981"/>
                      <a:pt x="612" y="921"/>
                      <a:pt x="470" y="859"/>
                    </a:cubicBezTo>
                    <a:cubicBezTo>
                      <a:pt x="427" y="841"/>
                      <a:pt x="383" y="824"/>
                      <a:pt x="339" y="805"/>
                    </a:cubicBezTo>
                    <a:cubicBezTo>
                      <a:pt x="229" y="754"/>
                      <a:pt x="143" y="707"/>
                      <a:pt x="54" y="625"/>
                    </a:cubicBezTo>
                    <a:cubicBezTo>
                      <a:pt x="0" y="475"/>
                      <a:pt x="0" y="358"/>
                      <a:pt x="54" y="208"/>
                    </a:cubicBezTo>
                    <a:cubicBezTo>
                      <a:pt x="169" y="132"/>
                      <a:pt x="224" y="107"/>
                      <a:pt x="353" y="78"/>
                    </a:cubicBezTo>
                    <a:cubicBezTo>
                      <a:pt x="381" y="70"/>
                      <a:pt x="409" y="62"/>
                      <a:pt x="438" y="54"/>
                    </a:cubicBezTo>
                    <a:cubicBezTo>
                      <a:pt x="598" y="10"/>
                      <a:pt x="716" y="0"/>
                      <a:pt x="887" y="0"/>
                    </a:cubicBezTo>
                    <a:close/>
                  </a:path>
                </a:pathLst>
              </a:custGeom>
              <a:solidFill>
                <a:srgbClr val="8771BE"/>
              </a:solidFill>
              <a:ln w="2646" cap="flat">
                <a:noFill/>
              </a:ln>
            </p:spPr>
          </p:sp>
          <p:sp>
            <p:nvSpPr>
              <p:cNvPr id="2809" name="ICON_C_HEATMAP_path_243"/>
              <p:cNvSpPr/>
              <p:nvPr/>
            </p:nvSpPr>
            <p:spPr>
              <a:xfrm>
                <a:off x="8061854" y="7450368"/>
                <a:ext cx="21167" cy="8236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649" fill="norm" stroke="0">
                    <a:moveTo>
                      <a:pt x="1667" y="24"/>
                    </a:moveTo>
                    <a:cubicBezTo>
                      <a:pt x="1667" y="230"/>
                      <a:pt x="1667" y="436"/>
                      <a:pt x="1667" y="649"/>
                    </a:cubicBezTo>
                    <a:cubicBezTo>
                      <a:pt x="1117" y="649"/>
                      <a:pt x="567" y="649"/>
                      <a:pt x="0" y="649"/>
                    </a:cubicBezTo>
                    <a:cubicBezTo>
                      <a:pt x="0" y="580"/>
                      <a:pt x="0" y="511"/>
                      <a:pt x="0" y="440"/>
                    </a:cubicBezTo>
                    <a:cubicBezTo>
                      <a:pt x="90" y="389"/>
                      <a:pt x="161" y="359"/>
                      <a:pt x="259" y="329"/>
                    </a:cubicBezTo>
                    <a:cubicBezTo>
                      <a:pt x="286" y="320"/>
                      <a:pt x="312" y="311"/>
                      <a:pt x="340" y="302"/>
                    </a:cubicBezTo>
                    <a:cubicBezTo>
                      <a:pt x="397" y="283"/>
                      <a:pt x="454" y="264"/>
                      <a:pt x="511" y="246"/>
                    </a:cubicBezTo>
                    <a:cubicBezTo>
                      <a:pt x="597" y="219"/>
                      <a:pt x="683" y="191"/>
                      <a:pt x="769" y="161"/>
                    </a:cubicBezTo>
                    <a:cubicBezTo>
                      <a:pt x="1074" y="61"/>
                      <a:pt x="1343" y="0"/>
                      <a:pt x="1667" y="24"/>
                    </a:cubicBezTo>
                    <a:close/>
                  </a:path>
                </a:pathLst>
              </a:custGeom>
              <a:solidFill>
                <a:srgbClr val="5BBADB"/>
              </a:solidFill>
              <a:ln w="2646" cap="flat">
                <a:noFill/>
              </a:ln>
            </p:spPr>
          </p:sp>
          <p:sp>
            <p:nvSpPr>
              <p:cNvPr id="2810" name="ICON_C_HEATMAP_path_244"/>
              <p:cNvSpPr/>
              <p:nvPr/>
            </p:nvSpPr>
            <p:spPr>
              <a:xfrm>
                <a:off x="8400521" y="7254317"/>
                <a:ext cx="13229" cy="8496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69" fill="norm" stroke="0">
                    <a:moveTo>
                      <a:pt x="521" y="0"/>
                    </a:moveTo>
                    <a:cubicBezTo>
                      <a:pt x="696" y="7"/>
                      <a:pt x="868" y="22"/>
                      <a:pt x="1042" y="44"/>
                    </a:cubicBezTo>
                    <a:cubicBezTo>
                      <a:pt x="1042" y="250"/>
                      <a:pt x="1042" y="456"/>
                      <a:pt x="1042" y="669"/>
                    </a:cubicBezTo>
                    <a:cubicBezTo>
                      <a:pt x="698" y="669"/>
                      <a:pt x="354" y="669"/>
                      <a:pt x="0" y="669"/>
                    </a:cubicBezTo>
                    <a:cubicBezTo>
                      <a:pt x="110" y="9"/>
                      <a:pt x="110" y="9"/>
                      <a:pt x="521" y="0"/>
                    </a:cubicBezTo>
                    <a:close/>
                  </a:path>
                </a:pathLst>
              </a:custGeom>
              <a:solidFill>
                <a:srgbClr val="7A99AE"/>
              </a:solidFill>
              <a:ln w="2646" cap="flat">
                <a:noFill/>
              </a:ln>
            </p:spPr>
          </p:sp>
          <p:sp>
            <p:nvSpPr>
              <p:cNvPr id="2811" name="ICON_C_HEATMAP_path_245"/>
              <p:cNvSpPr/>
              <p:nvPr/>
            </p:nvSpPr>
            <p:spPr>
              <a:xfrm>
                <a:off x="8371417" y="7683500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DA5C3"/>
              </a:solidFill>
              <a:ln w="2646" cap="flat">
                <a:noFill/>
              </a:ln>
            </p:spPr>
          </p:sp>
          <p:sp>
            <p:nvSpPr>
              <p:cNvPr id="2812" name="ICON_C_HEATMAP_path_246"/>
              <p:cNvSpPr/>
              <p:nvPr/>
            </p:nvSpPr>
            <p:spPr>
              <a:xfrm>
                <a:off x="7733771" y="7649104"/>
                <a:ext cx="8631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80" h="1250" fill="norm" stroke="0">
                    <a:moveTo>
                      <a:pt x="208" y="0"/>
                    </a:moveTo>
                    <a:cubicBezTo>
                      <a:pt x="558" y="459"/>
                      <a:pt x="680" y="676"/>
                      <a:pt x="625" y="1250"/>
                    </a:cubicBezTo>
                    <a:cubicBezTo>
                      <a:pt x="419" y="1250"/>
                      <a:pt x="213" y="1250"/>
                      <a:pt x="0" y="1250"/>
                    </a:cubicBezTo>
                    <a:cubicBezTo>
                      <a:pt x="69" y="837"/>
                      <a:pt x="138" y="425"/>
                      <a:pt x="208" y="0"/>
                    </a:cubicBezTo>
                    <a:close/>
                  </a:path>
                </a:pathLst>
              </a:custGeom>
              <a:solidFill>
                <a:srgbClr val="A1F4F3"/>
              </a:solidFill>
              <a:ln w="2646" cap="flat">
                <a:noFill/>
              </a:ln>
            </p:spPr>
          </p:sp>
          <p:sp>
            <p:nvSpPr>
              <p:cNvPr id="2813" name="ICON_C_HEATMAP_path_247"/>
              <p:cNvSpPr/>
              <p:nvPr/>
            </p:nvSpPr>
            <p:spPr>
              <a:xfrm>
                <a:off x="7818438" y="7327117"/>
                <a:ext cx="18521" cy="12425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978" fill="norm" stroke="0">
                    <a:moveTo>
                      <a:pt x="1458" y="145"/>
                    </a:moveTo>
                    <a:cubicBezTo>
                      <a:pt x="1115" y="420"/>
                      <a:pt x="771" y="695"/>
                      <a:pt x="417" y="978"/>
                    </a:cubicBezTo>
                    <a:cubicBezTo>
                      <a:pt x="279" y="841"/>
                      <a:pt x="142" y="703"/>
                      <a:pt x="0" y="562"/>
                    </a:cubicBezTo>
                    <a:cubicBezTo>
                      <a:pt x="386" y="0"/>
                      <a:pt x="805" y="111"/>
                      <a:pt x="1458" y="145"/>
                    </a:cubicBezTo>
                    <a:close/>
                  </a:path>
                </a:pathLst>
              </a:custGeom>
              <a:solidFill>
                <a:srgbClr val="DBEB99"/>
              </a:solidFill>
              <a:ln w="2646" cap="flat">
                <a:noFill/>
              </a:ln>
            </p:spPr>
          </p:sp>
          <p:sp>
            <p:nvSpPr>
              <p:cNvPr id="2814" name="ICON_C_HEATMAP_path_248"/>
              <p:cNvSpPr/>
              <p:nvPr/>
            </p:nvSpPr>
            <p:spPr>
              <a:xfrm>
                <a:off x="8580438" y="7254875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758AA6"/>
              </a:solidFill>
              <a:ln w="2646" cap="flat">
                <a:noFill/>
              </a:ln>
            </p:spPr>
          </p:sp>
          <p:sp>
            <p:nvSpPr>
              <p:cNvPr id="2815" name="ICON_C_HEATMAP_path_249"/>
              <p:cNvSpPr/>
              <p:nvPr/>
            </p:nvSpPr>
            <p:spPr>
              <a:xfrm>
                <a:off x="8413750" y="7254875"/>
                <a:ext cx="15875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625" fill="norm" stroke="0">
                    <a:moveTo>
                      <a:pt x="0" y="0"/>
                    </a:moveTo>
                    <a:cubicBezTo>
                      <a:pt x="178" y="55"/>
                      <a:pt x="356" y="110"/>
                      <a:pt x="534" y="167"/>
                    </a:cubicBezTo>
                    <a:cubicBezTo>
                      <a:pt x="595" y="186"/>
                      <a:pt x="655" y="205"/>
                      <a:pt x="716" y="223"/>
                    </a:cubicBezTo>
                    <a:cubicBezTo>
                      <a:pt x="803" y="249"/>
                      <a:pt x="890" y="277"/>
                      <a:pt x="977" y="305"/>
                    </a:cubicBezTo>
                    <a:cubicBezTo>
                      <a:pt x="1004" y="313"/>
                      <a:pt x="1031" y="321"/>
                      <a:pt x="1059" y="330"/>
                    </a:cubicBezTo>
                    <a:cubicBezTo>
                      <a:pt x="1135" y="355"/>
                      <a:pt x="1135" y="355"/>
                      <a:pt x="1250" y="417"/>
                    </a:cubicBezTo>
                    <a:cubicBezTo>
                      <a:pt x="1250" y="485"/>
                      <a:pt x="1250" y="554"/>
                      <a:pt x="1250" y="625"/>
                    </a:cubicBezTo>
                    <a:cubicBezTo>
                      <a:pt x="837" y="625"/>
                      <a:pt x="425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97B2C6"/>
              </a:solidFill>
              <a:ln w="2646" cap="flat">
                <a:noFill/>
              </a:ln>
            </p:spPr>
          </p:sp>
          <p:sp>
            <p:nvSpPr>
              <p:cNvPr id="2816" name="ICON_C_HEATMAP_path_250"/>
              <p:cNvSpPr/>
              <p:nvPr/>
            </p:nvSpPr>
            <p:spPr>
              <a:xfrm>
                <a:off x="8371417" y="7254875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6A8EA5"/>
              </a:solidFill>
              <a:ln w="2646" cap="flat">
                <a:noFill/>
              </a:ln>
            </p:spPr>
          </p:sp>
          <p:sp>
            <p:nvSpPr>
              <p:cNvPr id="2817" name="ICON_C_HEATMAP_path_251"/>
              <p:cNvSpPr/>
              <p:nvPr/>
            </p:nvSpPr>
            <p:spPr>
              <a:xfrm>
                <a:off x="8191500" y="7254875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789AAD"/>
              </a:solidFill>
              <a:ln w="2646" cap="flat">
                <a:noFill/>
              </a:ln>
            </p:spPr>
          </p:sp>
          <p:sp>
            <p:nvSpPr>
              <p:cNvPr id="2818" name="ICON_C_HEATMAP_path_252"/>
              <p:cNvSpPr/>
              <p:nvPr/>
            </p:nvSpPr>
            <p:spPr>
              <a:xfrm>
                <a:off x="7858125" y="7254875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949795"/>
              </a:solidFill>
              <a:ln w="2646" cap="flat">
                <a:noFill/>
              </a:ln>
            </p:spPr>
          </p:sp>
          <p:sp>
            <p:nvSpPr>
              <p:cNvPr id="2819" name="ICON_C_HEATMAP_path_253"/>
              <p:cNvSpPr/>
              <p:nvPr/>
            </p:nvSpPr>
            <p:spPr>
              <a:xfrm>
                <a:off x="8027458" y="7254875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833" y="206"/>
                      <a:pt x="833" y="413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7AA8AA"/>
              </a:solidFill>
              <a:ln w="2646" cap="flat">
                <a:noFill/>
              </a:ln>
            </p:spPr>
          </p:sp>
          <p:sp>
            <p:nvSpPr>
              <p:cNvPr id="2820" name="ICON_C_HEATMAP_path_254"/>
              <p:cNvSpPr/>
              <p:nvPr/>
            </p:nvSpPr>
            <p:spPr>
              <a:xfrm>
                <a:off x="8191500" y="7683500"/>
                <a:ext cx="10583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25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346"/>
                      <a:pt x="833" y="483"/>
                      <a:pt x="833" y="625"/>
                    </a:cubicBezTo>
                    <a:cubicBezTo>
                      <a:pt x="558" y="625"/>
                      <a:pt x="283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C4B3D1"/>
              </a:solidFill>
              <a:ln w="2646" cap="flat">
                <a:noFill/>
              </a:ln>
            </p:spPr>
          </p:sp>
          <p:sp>
            <p:nvSpPr>
              <p:cNvPr id="2821" name="ICON_C_HEATMAP_path_255"/>
              <p:cNvSpPr/>
              <p:nvPr/>
            </p:nvSpPr>
            <p:spPr>
              <a:xfrm>
                <a:off x="8419042" y="7543271"/>
                <a:ext cx="10583" cy="900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709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730" y="496"/>
                      <a:pt x="730" y="496"/>
                      <a:pt x="625" y="625"/>
                    </a:cubicBezTo>
                    <a:cubicBezTo>
                      <a:pt x="424" y="709"/>
                      <a:pt x="209" y="652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5A3485"/>
              </a:solidFill>
              <a:ln w="2646" cap="flat">
                <a:noFill/>
              </a:ln>
            </p:spPr>
          </p:sp>
          <p:sp>
            <p:nvSpPr>
              <p:cNvPr id="2822" name="ICON_C_HEATMAP_path_256"/>
              <p:cNvSpPr/>
              <p:nvPr/>
            </p:nvSpPr>
            <p:spPr>
              <a:xfrm>
                <a:off x="8543396" y="7530042"/>
                <a:ext cx="7938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833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275"/>
                      <a:pt x="625" y="550"/>
                      <a:pt x="625" y="833"/>
                    </a:cubicBezTo>
                    <a:cubicBezTo>
                      <a:pt x="419" y="833"/>
                      <a:pt x="212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97B7E0"/>
              </a:solidFill>
              <a:ln w="2646" cap="flat">
                <a:noFill/>
              </a:ln>
            </p:spPr>
          </p:sp>
          <p:sp>
            <p:nvSpPr>
              <p:cNvPr id="2823" name="ICON_C_HEATMAP_path_257"/>
              <p:cNvSpPr/>
              <p:nvPr/>
            </p:nvSpPr>
            <p:spPr>
              <a:xfrm>
                <a:off x="8088312" y="7463896"/>
                <a:ext cx="13229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25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973" y="206"/>
                      <a:pt x="904" y="413"/>
                      <a:pt x="833" y="625"/>
                    </a:cubicBezTo>
                    <a:cubicBezTo>
                      <a:pt x="558" y="556"/>
                      <a:pt x="283" y="48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70C2D9"/>
              </a:solidFill>
              <a:ln w="2646" cap="flat">
                <a:noFill/>
              </a:ln>
            </p:spPr>
          </p:sp>
          <p:sp>
            <p:nvSpPr>
              <p:cNvPr id="2824" name="ICON_C_HEATMAP_path_258"/>
              <p:cNvSpPr/>
              <p:nvPr/>
            </p:nvSpPr>
            <p:spPr>
              <a:xfrm>
                <a:off x="8527522" y="7542686"/>
                <a:ext cx="10583" cy="9557"/>
              </a:xfrm>
              <a:custGeom>
                <a:avLst/>
                <a:gdLst/>
                <a:ahLst/>
                <a:cxnLst/>
                <a:rect l="0" t="0" r="r" b="b"/>
                <a:pathLst>
                  <a:path w="833" h="753" fill="norm" stroke="0">
                    <a:moveTo>
                      <a:pt x="361" y="5"/>
                    </a:moveTo>
                    <a:cubicBezTo>
                      <a:pt x="521" y="0"/>
                      <a:pt x="676" y="19"/>
                      <a:pt x="833" y="46"/>
                    </a:cubicBezTo>
                    <a:cubicBezTo>
                      <a:pt x="752" y="515"/>
                      <a:pt x="752" y="515"/>
                      <a:pt x="625" y="671"/>
                    </a:cubicBezTo>
                    <a:cubicBezTo>
                      <a:pt x="429" y="753"/>
                      <a:pt x="203" y="705"/>
                      <a:pt x="0" y="671"/>
                    </a:cubicBezTo>
                    <a:cubicBezTo>
                      <a:pt x="109" y="41"/>
                      <a:pt x="109" y="41"/>
                      <a:pt x="361" y="5"/>
                    </a:cubicBezTo>
                    <a:close/>
                  </a:path>
                </a:pathLst>
              </a:custGeom>
              <a:solidFill>
                <a:srgbClr val="6D499C"/>
              </a:solidFill>
              <a:ln w="2646" cap="flat">
                <a:noFill/>
              </a:ln>
            </p:spPr>
          </p:sp>
          <p:sp>
            <p:nvSpPr>
              <p:cNvPr id="2825" name="ICON_C_HEATMAP_path_259"/>
              <p:cNvSpPr/>
              <p:nvPr/>
            </p:nvSpPr>
            <p:spPr>
              <a:xfrm>
                <a:off x="8323792" y="7508875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417" y="0"/>
                    </a:moveTo>
                    <a:cubicBezTo>
                      <a:pt x="485" y="0"/>
                      <a:pt x="554" y="0"/>
                      <a:pt x="625" y="0"/>
                    </a:cubicBezTo>
                    <a:cubicBezTo>
                      <a:pt x="625" y="344"/>
                      <a:pt x="625" y="688"/>
                      <a:pt x="625" y="1042"/>
                    </a:cubicBezTo>
                    <a:cubicBezTo>
                      <a:pt x="419" y="1042"/>
                      <a:pt x="212" y="1042"/>
                      <a:pt x="0" y="1042"/>
                    </a:cubicBezTo>
                    <a:cubicBezTo>
                      <a:pt x="55" y="893"/>
                      <a:pt x="110" y="745"/>
                      <a:pt x="167" y="597"/>
                    </a:cubicBezTo>
                    <a:cubicBezTo>
                      <a:pt x="186" y="546"/>
                      <a:pt x="204" y="496"/>
                      <a:pt x="223" y="445"/>
                    </a:cubicBezTo>
                    <a:cubicBezTo>
                      <a:pt x="250" y="372"/>
                      <a:pt x="277" y="300"/>
                      <a:pt x="305" y="228"/>
                    </a:cubicBezTo>
                    <a:cubicBezTo>
                      <a:pt x="321" y="184"/>
                      <a:pt x="338" y="141"/>
                      <a:pt x="355" y="96"/>
                    </a:cubicBezTo>
                    <a:cubicBezTo>
                      <a:pt x="375" y="64"/>
                      <a:pt x="396" y="33"/>
                      <a:pt x="417" y="0"/>
                    </a:cubicBezTo>
                    <a:close/>
                  </a:path>
                </a:pathLst>
              </a:custGeom>
              <a:solidFill>
                <a:srgbClr val="6F499E"/>
              </a:solidFill>
              <a:ln w="2646" cap="flat">
                <a:noFill/>
              </a:ln>
            </p:spPr>
          </p:sp>
          <p:sp>
            <p:nvSpPr>
              <p:cNvPr id="2826" name="ICON_C_HEATMAP_path_260"/>
              <p:cNvSpPr/>
              <p:nvPr/>
            </p:nvSpPr>
            <p:spPr>
              <a:xfrm>
                <a:off x="8011583" y="7381875"/>
                <a:ext cx="793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250" fill="norm" stroke="0">
                    <a:moveTo>
                      <a:pt x="625" y="0"/>
                    </a:moveTo>
                    <a:cubicBezTo>
                      <a:pt x="625" y="413"/>
                      <a:pt x="625" y="825"/>
                      <a:pt x="625" y="1250"/>
                    </a:cubicBezTo>
                    <a:cubicBezTo>
                      <a:pt x="419" y="975"/>
                      <a:pt x="212" y="700"/>
                      <a:pt x="0" y="417"/>
                    </a:cubicBezTo>
                    <a:cubicBezTo>
                      <a:pt x="32" y="382"/>
                      <a:pt x="32" y="382"/>
                      <a:pt x="195" y="208"/>
                    </a:cubicBezTo>
                    <a:cubicBezTo>
                      <a:pt x="215" y="187"/>
                      <a:pt x="235" y="165"/>
                      <a:pt x="255" y="143"/>
                    </a:cubicBezTo>
                    <a:cubicBezTo>
                      <a:pt x="393" y="0"/>
                      <a:pt x="412" y="0"/>
                      <a:pt x="625" y="0"/>
                    </a:cubicBezTo>
                    <a:close/>
                  </a:path>
                </a:pathLst>
              </a:custGeom>
              <a:solidFill>
                <a:srgbClr val="EDECA5"/>
              </a:solidFill>
              <a:ln w="2646" cap="flat">
                <a:noFill/>
              </a:ln>
            </p:spPr>
          </p:sp>
        </p:grpSp>
        <p:sp>
          <p:nvSpPr>
            <p:cNvPr id="368" name="TXT_104"/>
            <p:cNvSpPr txBox="1"/>
            <p:nvPr/>
          </p:nvSpPr>
          <p:spPr>
            <a:xfrm>
              <a:off x="8008938" y="7072312"/>
              <a:ext cx="1127125" cy="174625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1" i="0" spc="0" lang="en-US">
                  <a:solidFill>
                    <a:srgbClr val="6B079C"/>
                  </a:solidFill>
                  <a:latin typeface="Roboto Condensed"/>
                  <a:ea typeface="微软雅黑"/>
                </a:defRPr>
              </a:pPr>
              <a:r>
                <a:rPr sz="969" b="1" i="0" spc="0" lang="en-US">
                  <a:solidFill>
                    <a:srgbClr val="6B079C"/>
                  </a:solidFill>
                  <a:latin typeface="Roboto Condensed"/>
                  <a:ea typeface="微软雅黑"/>
                </a:rPr>
                <a:t>Features / predictions</a:t>
              </a:r>
              <a:endParaRPr sz="969" b="1" i="0" spc="0" lang="en-US">
                <a:solidFill>
                  <a:srgbClr val="6B079C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4057" name="PORT_C_EXECUTION_2_to"/>
            <p:cNvSpPr/>
            <p:nvPr/>
          </p:nvSpPr>
          <p:spPr>
            <a:xfrm>
              <a:off x="7437373" y="7326320"/>
              <a:ext cx="128" cy="128"/>
            </a:xfrm>
            <a:prstGeom prst="rect">
              <a:avLst/>
            </a:prstGeom>
            <a:noFill/>
            <a:ln>
              <a:noFill/>
            </a:ln>
            <a:effectLst/>
          </p:spPr>
        </p:sp>
        <p:sp>
          <p:nvSpPr>
            <p:cNvPr id="4058" name="PORT_C_EXECUTION_3_from"/>
            <p:cNvSpPr/>
            <p:nvPr/>
          </p:nvSpPr>
          <p:spPr>
            <a:xfrm>
              <a:off x="9509061" y="7326312"/>
              <a:ext cx="128" cy="128"/>
            </a:xfrm>
            <a:prstGeom prst="rect">
              <a:avLst/>
            </a:prstGeom>
            <a:noFill/>
            <a:ln>
              <a:noFill/>
            </a:ln>
            <a:effectLst/>
          </p:spPr>
        </p:sp>
      </p:grpSp>
      <p:grpSp>
        <p:nvGrpSpPr>
          <p:cNvPr id="4042" name="MODULE_C_FIGURES"/>
          <p:cNvGrpSpPr/>
          <p:nvPr/>
        </p:nvGrpSpPr>
        <p:grpSpPr>
          <a:xfrm>
            <a:off x="9715500" y="7024688"/>
            <a:ext cx="2270125" cy="682625"/>
            <a:chOff x="9715500" y="7024688"/>
            <a:chExt cx="2270125" cy="682625"/>
          </a:xfrm>
        </p:grpSpPr>
        <p:sp>
          <p:nvSpPr>
            <p:cNvPr id="115" name="C_FIGURES"/>
            <p:cNvSpPr/>
            <p:nvPr/>
          </p:nvSpPr>
          <p:spPr>
            <a:xfrm>
              <a:off x="9715500" y="7024688"/>
              <a:ext cx="2270125" cy="682625"/>
            </a:xfrm>
            <a:prstGeom prst="roundRect">
              <a:avLst>
                <a:gd name="adj" fmla="val 11628"/>
              </a:avLst>
            </a:prstGeom>
            <a:solidFill>
              <a:srgbClr val="FFFFFF"/>
            </a:solidFill>
            <a:ln w="15875" cap="rnd">
              <a:solidFill>
                <a:srgbClr val="8152A3"/>
              </a:solidFill>
              <a:round/>
            </a:ln>
          </p:spPr>
        </p:sp>
        <p:sp>
          <p:nvSpPr>
            <p:cNvPr id="116" name="C_FIGURES_HEADER"/>
            <p:cNvSpPr/>
            <p:nvPr/>
          </p:nvSpPr>
          <p:spPr>
            <a:xfrm>
              <a:off x="9723438" y="7032625"/>
              <a:ext cx="2254250" cy="198438"/>
            </a:xfrm>
            <a:custGeom>
              <a:avLst/>
              <a:gdLst/>
              <a:ahLst/>
              <a:cxnLst/>
              <a:rect l="0" t="0" r="r" b="b"/>
              <a:pathLst>
                <a:path w="284000" h="25000" fill="norm" stroke="0">
                  <a:moveTo>
                    <a:pt x="9000" y="0"/>
                  </a:moveTo>
                  <a:lnTo>
                    <a:pt x="275000" y="0"/>
                  </a:lnTo>
                  <a:cubicBezTo>
                    <a:pt x="279971" y="0"/>
                    <a:pt x="284000" y="4029"/>
                    <a:pt x="284000" y="9000"/>
                  </a:cubicBezTo>
                  <a:lnTo>
                    <a:pt x="284000" y="25000"/>
                  </a:lnTo>
                  <a:lnTo>
                    <a:pt x="0" y="25000"/>
                  </a:lnTo>
                  <a:lnTo>
                    <a:pt x="0" y="9000"/>
                  </a:lnTo>
                  <a:cubicBezTo>
                    <a:pt x="0" y="4029"/>
                    <a:pt x="4029" y="0"/>
                    <a:pt x="900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2EAF9"/>
                </a:gs>
                <a:gs pos="100000">
                  <a:srgbClr val="F9F5FC"/>
                </a:gs>
              </a:gsLst>
              <a:lin ang="5400000" scaled="1"/>
            </a:gradFill>
            <a:ln w="11906" cap="rnd">
              <a:noFill/>
            </a:ln>
          </p:spPr>
        </p:sp>
        <p:sp>
          <p:nvSpPr>
            <p:cNvPr id="255" name="C_SIGNAL_PAPER"/>
            <p:cNvSpPr/>
            <p:nvPr/>
          </p:nvSpPr>
          <p:spPr>
            <a:xfrm>
              <a:off x="9985375" y="7278688"/>
              <a:ext cx="531812" cy="404812"/>
            </a:xfrm>
            <a:prstGeom prst="rect">
              <a:avLst/>
            </a:prstGeom>
            <a:solidFill>
              <a:srgbClr val="FFFFFF"/>
            </a:solidFill>
            <a:ln w="7144" cap="rnd">
              <a:solidFill>
                <a:srgbClr val="ABA7BB"/>
              </a:solidFill>
              <a:round/>
            </a:ln>
          </p:spPr>
        </p:sp>
        <p:sp>
          <p:nvSpPr>
            <p:cNvPr id="256" name="C_SIGNAL_RULE_0"/>
            <p:cNvSpPr/>
            <p:nvPr/>
          </p:nvSpPr>
          <p:spPr>
            <a:xfrm>
              <a:off x="10040938" y="7326312"/>
              <a:ext cx="396875" cy="8"/>
            </a:xfrm>
            <a:custGeom>
              <a:avLst/>
              <a:gdLst/>
              <a:ahLst/>
              <a:cxnLst/>
              <a:rect l="0" t="0" r="r" b="b"/>
              <a:pathLst>
                <a:path w="50000" h="1" fill="none" stroke="1">
                  <a:moveTo>
                    <a:pt x="0" y="0"/>
                  </a:moveTo>
                  <a:lnTo>
                    <a:pt x="50000" y="0"/>
                  </a:lnTo>
                </a:path>
              </a:pathLst>
            </a:custGeom>
            <a:noFill/>
            <a:ln w="5556" cap="rnd">
              <a:solidFill>
                <a:srgbClr val="B7B3C4"/>
              </a:solidFill>
              <a:round/>
            </a:ln>
          </p:spPr>
        </p:sp>
        <p:sp>
          <p:nvSpPr>
            <p:cNvPr id="257" name="C_SIGNAL_RULE_1"/>
            <p:cNvSpPr/>
            <p:nvPr/>
          </p:nvSpPr>
          <p:spPr>
            <a:xfrm>
              <a:off x="10040938" y="7366000"/>
              <a:ext cx="357188" cy="8"/>
            </a:xfrm>
            <a:custGeom>
              <a:avLst/>
              <a:gdLst/>
              <a:ahLst/>
              <a:cxnLst/>
              <a:rect l="0" t="0" r="r" b="b"/>
              <a:pathLst>
                <a:path w="45000" h="1" fill="none" stroke="1">
                  <a:moveTo>
                    <a:pt x="0" y="0"/>
                  </a:moveTo>
                  <a:lnTo>
                    <a:pt x="45000" y="0"/>
                  </a:lnTo>
                </a:path>
              </a:pathLst>
            </a:custGeom>
            <a:noFill/>
            <a:ln w="5556" cap="rnd">
              <a:solidFill>
                <a:srgbClr val="B7B3C4"/>
              </a:solidFill>
              <a:round/>
            </a:ln>
          </p:spPr>
        </p:sp>
        <p:sp>
          <p:nvSpPr>
            <p:cNvPr id="258" name="C_REPORT_PAPER"/>
            <p:cNvSpPr/>
            <p:nvPr/>
          </p:nvSpPr>
          <p:spPr>
            <a:xfrm>
              <a:off x="10580688" y="7278688"/>
              <a:ext cx="563562" cy="404812"/>
            </a:xfrm>
            <a:prstGeom prst="rect">
              <a:avLst/>
            </a:prstGeom>
            <a:solidFill>
              <a:srgbClr val="FFFFFF"/>
            </a:solidFill>
            <a:ln w="7144" cap="rnd">
              <a:solidFill>
                <a:srgbClr val="ABA7BB"/>
              </a:solidFill>
              <a:round/>
            </a:ln>
          </p:spPr>
        </p:sp>
        <p:sp>
          <p:nvSpPr>
            <p:cNvPr id="259" name="C_REPORT_RULE_0"/>
            <p:cNvSpPr/>
            <p:nvPr/>
          </p:nvSpPr>
          <p:spPr>
            <a:xfrm>
              <a:off x="10874375" y="7342188"/>
              <a:ext cx="206375" cy="8"/>
            </a:xfrm>
            <a:custGeom>
              <a:avLst/>
              <a:gdLst/>
              <a:ahLst/>
              <a:cxnLst/>
              <a:rect l="0" t="0" r="r" b="b"/>
              <a:pathLst>
                <a:path w="26000" h="1" fill="none" stroke="1">
                  <a:moveTo>
                    <a:pt x="0" y="0"/>
                  </a:moveTo>
                  <a:lnTo>
                    <a:pt x="26000" y="0"/>
                  </a:lnTo>
                </a:path>
              </a:pathLst>
            </a:custGeom>
            <a:noFill/>
            <a:ln w="5556" cap="rnd">
              <a:solidFill>
                <a:srgbClr val="B8B4C6"/>
              </a:solidFill>
              <a:round/>
            </a:ln>
          </p:spPr>
        </p:sp>
        <p:sp>
          <p:nvSpPr>
            <p:cNvPr id="260" name="C_REPORT_RULE_1"/>
            <p:cNvSpPr/>
            <p:nvPr/>
          </p:nvSpPr>
          <p:spPr>
            <a:xfrm>
              <a:off x="10874375" y="7389812"/>
              <a:ext cx="206375" cy="8"/>
            </a:xfrm>
            <a:custGeom>
              <a:avLst/>
              <a:gdLst/>
              <a:ahLst/>
              <a:cxnLst/>
              <a:rect l="0" t="0" r="r" b="b"/>
              <a:pathLst>
                <a:path w="26000" h="1" fill="none" stroke="1">
                  <a:moveTo>
                    <a:pt x="0" y="0"/>
                  </a:moveTo>
                  <a:lnTo>
                    <a:pt x="26000" y="0"/>
                  </a:lnTo>
                </a:path>
              </a:pathLst>
            </a:custGeom>
            <a:noFill/>
            <a:ln w="5556" cap="rnd">
              <a:solidFill>
                <a:srgbClr val="B8B4C6"/>
              </a:solidFill>
              <a:round/>
            </a:ln>
          </p:spPr>
        </p:sp>
        <p:sp>
          <p:nvSpPr>
            <p:cNvPr id="261" name="C_REPORT_RULE_2"/>
            <p:cNvSpPr/>
            <p:nvPr/>
          </p:nvSpPr>
          <p:spPr>
            <a:xfrm>
              <a:off x="10874375" y="7461250"/>
              <a:ext cx="206375" cy="8"/>
            </a:xfrm>
            <a:custGeom>
              <a:avLst/>
              <a:gdLst/>
              <a:ahLst/>
              <a:cxnLst/>
              <a:rect l="0" t="0" r="r" b="b"/>
              <a:pathLst>
                <a:path w="26000" h="1" fill="none" stroke="1">
                  <a:moveTo>
                    <a:pt x="0" y="0"/>
                  </a:moveTo>
                  <a:lnTo>
                    <a:pt x="26000" y="0"/>
                  </a:lnTo>
                </a:path>
              </a:pathLst>
            </a:custGeom>
            <a:noFill/>
            <a:ln w="5556" cap="rnd">
              <a:solidFill>
                <a:srgbClr val="B8B4C6"/>
              </a:solidFill>
              <a:round/>
            </a:ln>
          </p:spPr>
        </p:sp>
        <p:sp>
          <p:nvSpPr>
            <p:cNvPr id="262" name="C_REPORT_RULE_3"/>
            <p:cNvSpPr/>
            <p:nvPr/>
          </p:nvSpPr>
          <p:spPr>
            <a:xfrm>
              <a:off x="10874375" y="7524750"/>
              <a:ext cx="206375" cy="8"/>
            </a:xfrm>
            <a:custGeom>
              <a:avLst/>
              <a:gdLst/>
              <a:ahLst/>
              <a:cxnLst/>
              <a:rect l="0" t="0" r="r" b="b"/>
              <a:pathLst>
                <a:path w="26000" h="1" fill="none" stroke="1">
                  <a:moveTo>
                    <a:pt x="0" y="0"/>
                  </a:moveTo>
                  <a:lnTo>
                    <a:pt x="26000" y="0"/>
                  </a:lnTo>
                </a:path>
              </a:pathLst>
            </a:custGeom>
            <a:noFill/>
            <a:ln w="5556" cap="rnd">
              <a:solidFill>
                <a:srgbClr val="B8B4C6"/>
              </a:solidFill>
              <a:round/>
            </a:ln>
          </p:spPr>
        </p:sp>
        <p:sp>
          <p:nvSpPr>
            <p:cNvPr id="263" name="C_REPORT_RULE_4"/>
            <p:cNvSpPr/>
            <p:nvPr/>
          </p:nvSpPr>
          <p:spPr>
            <a:xfrm>
              <a:off x="10874375" y="7588250"/>
              <a:ext cx="206375" cy="8"/>
            </a:xfrm>
            <a:custGeom>
              <a:avLst/>
              <a:gdLst/>
              <a:ahLst/>
              <a:cxnLst/>
              <a:rect l="0" t="0" r="r" b="b"/>
              <a:pathLst>
                <a:path w="26000" h="1" fill="none" stroke="1">
                  <a:moveTo>
                    <a:pt x="0" y="0"/>
                  </a:moveTo>
                  <a:lnTo>
                    <a:pt x="26000" y="0"/>
                  </a:lnTo>
                </a:path>
              </a:pathLst>
            </a:custGeom>
            <a:noFill/>
            <a:ln w="5556" cap="rnd">
              <a:solidFill>
                <a:srgbClr val="B8B4C6"/>
              </a:solidFill>
              <a:round/>
            </a:ln>
          </p:spPr>
        </p:sp>
        <p:grpSp>
          <p:nvGrpSpPr>
            <p:cNvPr id="1999" name="ICON_C_FIGURES_HEADER"/>
            <p:cNvGrpSpPr/>
            <p:nvPr/>
          </p:nvGrpSpPr>
          <p:grpSpPr>
            <a:xfrm>
              <a:off x="10064750" y="7048500"/>
              <a:ext cx="182562" cy="182562"/>
              <a:chOff x="10064750" y="7048500"/>
              <a:chExt cx="182562" cy="182562"/>
            </a:xfrm>
          </p:grpSpPr>
          <p:sp>
            <p:nvSpPr>
              <p:cNvPr id="2000" name="ICON_C_FIGURES_HEADER_path_001"/>
              <p:cNvSpPr/>
              <p:nvPr/>
            </p:nvSpPr>
            <p:spPr>
              <a:xfrm>
                <a:off x="10086689" y="7057628"/>
                <a:ext cx="139878" cy="164364"/>
              </a:xfrm>
              <a:custGeom>
                <a:avLst/>
                <a:gdLst/>
                <a:ahLst/>
                <a:cxnLst/>
                <a:rect l="0" t="0" r="r" b="b"/>
                <a:pathLst>
                  <a:path w="11014" h="12942" fill="norm" stroke="0">
                    <a:moveTo>
                      <a:pt x="690" y="0"/>
                    </a:moveTo>
                    <a:cubicBezTo>
                      <a:pt x="723" y="11"/>
                      <a:pt x="755" y="22"/>
                      <a:pt x="788" y="33"/>
                    </a:cubicBezTo>
                    <a:cubicBezTo>
                      <a:pt x="788" y="54"/>
                      <a:pt x="788" y="76"/>
                      <a:pt x="788" y="98"/>
                    </a:cubicBezTo>
                    <a:cubicBezTo>
                      <a:pt x="1114" y="95"/>
                      <a:pt x="1441" y="91"/>
                      <a:pt x="1767" y="87"/>
                    </a:cubicBezTo>
                    <a:cubicBezTo>
                      <a:pt x="1919" y="85"/>
                      <a:pt x="2070" y="83"/>
                      <a:pt x="2222" y="82"/>
                    </a:cubicBezTo>
                    <a:cubicBezTo>
                      <a:pt x="2354" y="80"/>
                      <a:pt x="2486" y="79"/>
                      <a:pt x="2618" y="77"/>
                    </a:cubicBezTo>
                    <a:cubicBezTo>
                      <a:pt x="2688" y="76"/>
                      <a:pt x="2758" y="76"/>
                      <a:pt x="2828" y="75"/>
                    </a:cubicBezTo>
                    <a:cubicBezTo>
                      <a:pt x="2893" y="74"/>
                      <a:pt x="2959" y="73"/>
                      <a:pt x="3025" y="73"/>
                    </a:cubicBezTo>
                    <a:cubicBezTo>
                      <a:pt x="3049" y="72"/>
                      <a:pt x="3073" y="72"/>
                      <a:pt x="3097" y="72"/>
                    </a:cubicBezTo>
                    <a:cubicBezTo>
                      <a:pt x="3130" y="71"/>
                      <a:pt x="3163" y="71"/>
                      <a:pt x="3197" y="71"/>
                    </a:cubicBezTo>
                    <a:cubicBezTo>
                      <a:pt x="3206" y="70"/>
                      <a:pt x="3216" y="70"/>
                      <a:pt x="3225" y="70"/>
                    </a:cubicBezTo>
                    <a:cubicBezTo>
                      <a:pt x="3290" y="69"/>
                      <a:pt x="3341" y="54"/>
                      <a:pt x="3402" y="33"/>
                    </a:cubicBezTo>
                    <a:cubicBezTo>
                      <a:pt x="3446" y="32"/>
                      <a:pt x="3446" y="32"/>
                      <a:pt x="3490" y="37"/>
                    </a:cubicBezTo>
                    <a:cubicBezTo>
                      <a:pt x="3506" y="38"/>
                      <a:pt x="3522" y="40"/>
                      <a:pt x="3538" y="41"/>
                    </a:cubicBezTo>
                    <a:cubicBezTo>
                      <a:pt x="3555" y="43"/>
                      <a:pt x="3571" y="45"/>
                      <a:pt x="3588" y="47"/>
                    </a:cubicBezTo>
                    <a:cubicBezTo>
                      <a:pt x="3604" y="49"/>
                      <a:pt x="3621" y="50"/>
                      <a:pt x="3638" y="52"/>
                    </a:cubicBezTo>
                    <a:cubicBezTo>
                      <a:pt x="3679" y="56"/>
                      <a:pt x="3720" y="61"/>
                      <a:pt x="3761" y="65"/>
                    </a:cubicBezTo>
                    <a:cubicBezTo>
                      <a:pt x="3761" y="130"/>
                      <a:pt x="3761" y="195"/>
                      <a:pt x="3761" y="261"/>
                    </a:cubicBezTo>
                    <a:cubicBezTo>
                      <a:pt x="3847" y="261"/>
                      <a:pt x="3934" y="261"/>
                      <a:pt x="4023" y="261"/>
                    </a:cubicBezTo>
                    <a:cubicBezTo>
                      <a:pt x="4012" y="234"/>
                      <a:pt x="4012" y="234"/>
                      <a:pt x="3957" y="98"/>
                    </a:cubicBezTo>
                    <a:cubicBezTo>
                      <a:pt x="4010" y="86"/>
                      <a:pt x="4063" y="75"/>
                      <a:pt x="4116" y="63"/>
                    </a:cubicBezTo>
                    <a:cubicBezTo>
                      <a:pt x="4132" y="60"/>
                      <a:pt x="4147" y="57"/>
                      <a:pt x="4162" y="53"/>
                    </a:cubicBezTo>
                    <a:cubicBezTo>
                      <a:pt x="4177" y="50"/>
                      <a:pt x="4191" y="47"/>
                      <a:pt x="4206" y="44"/>
                    </a:cubicBezTo>
                    <a:cubicBezTo>
                      <a:pt x="4219" y="41"/>
                      <a:pt x="4233" y="38"/>
                      <a:pt x="4247" y="35"/>
                    </a:cubicBezTo>
                    <a:cubicBezTo>
                      <a:pt x="4291" y="32"/>
                      <a:pt x="4310" y="45"/>
                      <a:pt x="4349" y="65"/>
                    </a:cubicBezTo>
                    <a:cubicBezTo>
                      <a:pt x="4385" y="70"/>
                      <a:pt x="4385" y="70"/>
                      <a:pt x="4424" y="70"/>
                    </a:cubicBezTo>
                    <a:cubicBezTo>
                      <a:pt x="4438" y="70"/>
                      <a:pt x="4452" y="70"/>
                      <a:pt x="4466" y="70"/>
                    </a:cubicBezTo>
                    <a:cubicBezTo>
                      <a:pt x="4474" y="70"/>
                      <a:pt x="4474" y="70"/>
                      <a:pt x="4511" y="69"/>
                    </a:cubicBezTo>
                    <a:cubicBezTo>
                      <a:pt x="4525" y="70"/>
                      <a:pt x="4539" y="70"/>
                      <a:pt x="4554" y="70"/>
                    </a:cubicBezTo>
                    <a:cubicBezTo>
                      <a:pt x="4561" y="70"/>
                      <a:pt x="4561" y="70"/>
                      <a:pt x="4597" y="70"/>
                    </a:cubicBezTo>
                    <a:cubicBezTo>
                      <a:pt x="4610" y="70"/>
                      <a:pt x="4623" y="70"/>
                      <a:pt x="4636" y="70"/>
                    </a:cubicBezTo>
                    <a:cubicBezTo>
                      <a:pt x="4670" y="66"/>
                      <a:pt x="4692" y="60"/>
                      <a:pt x="4723" y="49"/>
                    </a:cubicBezTo>
                    <a:cubicBezTo>
                      <a:pt x="4777" y="30"/>
                      <a:pt x="4826" y="28"/>
                      <a:pt x="4882" y="28"/>
                    </a:cubicBezTo>
                    <a:cubicBezTo>
                      <a:pt x="4892" y="28"/>
                      <a:pt x="4902" y="28"/>
                      <a:pt x="4913" y="28"/>
                    </a:cubicBezTo>
                    <a:cubicBezTo>
                      <a:pt x="4933" y="28"/>
                      <a:pt x="4954" y="28"/>
                      <a:pt x="4975" y="28"/>
                    </a:cubicBezTo>
                    <a:cubicBezTo>
                      <a:pt x="5007" y="29"/>
                      <a:pt x="5039" y="28"/>
                      <a:pt x="5071" y="28"/>
                    </a:cubicBezTo>
                    <a:cubicBezTo>
                      <a:pt x="5091" y="28"/>
                      <a:pt x="5111" y="28"/>
                      <a:pt x="5132" y="28"/>
                    </a:cubicBezTo>
                    <a:cubicBezTo>
                      <a:pt x="5136" y="28"/>
                      <a:pt x="5136" y="28"/>
                      <a:pt x="5160" y="28"/>
                    </a:cubicBezTo>
                    <a:cubicBezTo>
                      <a:pt x="5228" y="29"/>
                      <a:pt x="5228" y="29"/>
                      <a:pt x="5264" y="65"/>
                    </a:cubicBezTo>
                    <a:cubicBezTo>
                      <a:pt x="5298" y="69"/>
                      <a:pt x="5330" y="71"/>
                      <a:pt x="5364" y="72"/>
                    </a:cubicBezTo>
                    <a:cubicBezTo>
                      <a:pt x="5369" y="72"/>
                      <a:pt x="5369" y="72"/>
                      <a:pt x="5395" y="73"/>
                    </a:cubicBezTo>
                    <a:cubicBezTo>
                      <a:pt x="5428" y="74"/>
                      <a:pt x="5462" y="75"/>
                      <a:pt x="5496" y="76"/>
                    </a:cubicBezTo>
                    <a:cubicBezTo>
                      <a:pt x="5519" y="76"/>
                      <a:pt x="5543" y="77"/>
                      <a:pt x="5566" y="78"/>
                    </a:cubicBezTo>
                    <a:cubicBezTo>
                      <a:pt x="5628" y="80"/>
                      <a:pt x="5689" y="81"/>
                      <a:pt x="5751" y="83"/>
                    </a:cubicBezTo>
                    <a:cubicBezTo>
                      <a:pt x="5814" y="84"/>
                      <a:pt x="5877" y="86"/>
                      <a:pt x="5939" y="88"/>
                    </a:cubicBezTo>
                    <a:cubicBezTo>
                      <a:pt x="6063" y="92"/>
                      <a:pt x="6186" y="95"/>
                      <a:pt x="6309" y="98"/>
                    </a:cubicBezTo>
                    <a:cubicBezTo>
                      <a:pt x="6309" y="109"/>
                      <a:pt x="6309" y="120"/>
                      <a:pt x="6309" y="131"/>
                    </a:cubicBezTo>
                    <a:cubicBezTo>
                      <a:pt x="6185" y="136"/>
                      <a:pt x="6185" y="136"/>
                      <a:pt x="5558" y="163"/>
                    </a:cubicBezTo>
                    <a:cubicBezTo>
                      <a:pt x="5547" y="196"/>
                      <a:pt x="5536" y="228"/>
                      <a:pt x="5525" y="261"/>
                    </a:cubicBezTo>
                    <a:cubicBezTo>
                      <a:pt x="5870" y="261"/>
                      <a:pt x="6215" y="261"/>
                      <a:pt x="6571" y="261"/>
                    </a:cubicBezTo>
                    <a:cubicBezTo>
                      <a:pt x="6571" y="240"/>
                      <a:pt x="6571" y="218"/>
                      <a:pt x="6571" y="196"/>
                    </a:cubicBezTo>
                    <a:cubicBezTo>
                      <a:pt x="6592" y="196"/>
                      <a:pt x="6614" y="196"/>
                      <a:pt x="6636" y="196"/>
                    </a:cubicBezTo>
                    <a:cubicBezTo>
                      <a:pt x="6636" y="174"/>
                      <a:pt x="6636" y="153"/>
                      <a:pt x="6636" y="131"/>
                    </a:cubicBezTo>
                    <a:cubicBezTo>
                      <a:pt x="6787" y="131"/>
                      <a:pt x="6938" y="131"/>
                      <a:pt x="7094" y="131"/>
                    </a:cubicBezTo>
                    <a:cubicBezTo>
                      <a:pt x="7094" y="109"/>
                      <a:pt x="7094" y="88"/>
                      <a:pt x="7094" y="65"/>
                    </a:cubicBezTo>
                    <a:cubicBezTo>
                      <a:pt x="7274" y="58"/>
                      <a:pt x="7455" y="51"/>
                      <a:pt x="7636" y="46"/>
                    </a:cubicBezTo>
                    <a:cubicBezTo>
                      <a:pt x="7720" y="43"/>
                      <a:pt x="7804" y="40"/>
                      <a:pt x="7888" y="37"/>
                    </a:cubicBezTo>
                    <a:cubicBezTo>
                      <a:pt x="7969" y="33"/>
                      <a:pt x="8051" y="31"/>
                      <a:pt x="8132" y="29"/>
                    </a:cubicBezTo>
                    <a:cubicBezTo>
                      <a:pt x="8163" y="28"/>
                      <a:pt x="8194" y="26"/>
                      <a:pt x="8224" y="25"/>
                    </a:cubicBezTo>
                    <a:cubicBezTo>
                      <a:pt x="8491" y="13"/>
                      <a:pt x="8491" y="13"/>
                      <a:pt x="8567" y="74"/>
                    </a:cubicBezTo>
                    <a:cubicBezTo>
                      <a:pt x="8607" y="116"/>
                      <a:pt x="8635" y="159"/>
                      <a:pt x="8641" y="217"/>
                    </a:cubicBezTo>
                    <a:cubicBezTo>
                      <a:pt x="8639" y="243"/>
                      <a:pt x="8639" y="243"/>
                      <a:pt x="8635" y="269"/>
                    </a:cubicBezTo>
                    <a:cubicBezTo>
                      <a:pt x="8634" y="278"/>
                      <a:pt x="8633" y="288"/>
                      <a:pt x="8632" y="297"/>
                    </a:cubicBezTo>
                    <a:cubicBezTo>
                      <a:pt x="8629" y="326"/>
                      <a:pt x="8625" y="355"/>
                      <a:pt x="8621" y="384"/>
                    </a:cubicBezTo>
                    <a:cubicBezTo>
                      <a:pt x="8619" y="404"/>
                      <a:pt x="8617" y="424"/>
                      <a:pt x="8614" y="443"/>
                    </a:cubicBezTo>
                    <a:cubicBezTo>
                      <a:pt x="8609" y="492"/>
                      <a:pt x="8603" y="540"/>
                      <a:pt x="8596" y="588"/>
                    </a:cubicBezTo>
                    <a:cubicBezTo>
                      <a:pt x="8575" y="588"/>
                      <a:pt x="8553" y="588"/>
                      <a:pt x="8531" y="588"/>
                    </a:cubicBezTo>
                    <a:cubicBezTo>
                      <a:pt x="8531" y="610"/>
                      <a:pt x="8531" y="631"/>
                      <a:pt x="8531" y="653"/>
                    </a:cubicBezTo>
                    <a:cubicBezTo>
                      <a:pt x="8510" y="653"/>
                      <a:pt x="8488" y="653"/>
                      <a:pt x="8466" y="653"/>
                    </a:cubicBezTo>
                    <a:cubicBezTo>
                      <a:pt x="8466" y="697"/>
                      <a:pt x="8466" y="740"/>
                      <a:pt x="8466" y="784"/>
                    </a:cubicBezTo>
                    <a:cubicBezTo>
                      <a:pt x="8444" y="784"/>
                      <a:pt x="8423" y="784"/>
                      <a:pt x="8400" y="784"/>
                    </a:cubicBezTo>
                    <a:cubicBezTo>
                      <a:pt x="8400" y="892"/>
                      <a:pt x="8400" y="1000"/>
                      <a:pt x="8400" y="1111"/>
                    </a:cubicBezTo>
                    <a:cubicBezTo>
                      <a:pt x="8422" y="1111"/>
                      <a:pt x="8444" y="1111"/>
                      <a:pt x="8466" y="1111"/>
                    </a:cubicBezTo>
                    <a:cubicBezTo>
                      <a:pt x="8466" y="1132"/>
                      <a:pt x="8466" y="1154"/>
                      <a:pt x="8466" y="1176"/>
                    </a:cubicBezTo>
                    <a:cubicBezTo>
                      <a:pt x="8498" y="1187"/>
                      <a:pt x="8530" y="1198"/>
                      <a:pt x="8564" y="1209"/>
                    </a:cubicBezTo>
                    <a:cubicBezTo>
                      <a:pt x="8564" y="1219"/>
                      <a:pt x="8564" y="1230"/>
                      <a:pt x="8565" y="1241"/>
                    </a:cubicBezTo>
                    <a:cubicBezTo>
                      <a:pt x="8567" y="1342"/>
                      <a:pt x="8570" y="1443"/>
                      <a:pt x="8573" y="1544"/>
                    </a:cubicBezTo>
                    <a:cubicBezTo>
                      <a:pt x="8575" y="1596"/>
                      <a:pt x="8576" y="1647"/>
                      <a:pt x="8578" y="1699"/>
                    </a:cubicBezTo>
                    <a:cubicBezTo>
                      <a:pt x="8579" y="1749"/>
                      <a:pt x="8580" y="1800"/>
                      <a:pt x="8582" y="1850"/>
                    </a:cubicBezTo>
                    <a:cubicBezTo>
                      <a:pt x="8583" y="1869"/>
                      <a:pt x="8583" y="1888"/>
                      <a:pt x="8583" y="1907"/>
                    </a:cubicBezTo>
                    <a:cubicBezTo>
                      <a:pt x="8586" y="2009"/>
                      <a:pt x="8595" y="2102"/>
                      <a:pt x="8626" y="2199"/>
                    </a:cubicBezTo>
                    <a:cubicBezTo>
                      <a:pt x="8628" y="2208"/>
                      <a:pt x="8631" y="2216"/>
                      <a:pt x="8634" y="2224"/>
                    </a:cubicBezTo>
                    <a:cubicBezTo>
                      <a:pt x="8653" y="2279"/>
                      <a:pt x="8675" y="2303"/>
                      <a:pt x="8725" y="2331"/>
                    </a:cubicBezTo>
                    <a:cubicBezTo>
                      <a:pt x="8749" y="2341"/>
                      <a:pt x="8773" y="2350"/>
                      <a:pt x="8797" y="2358"/>
                    </a:cubicBezTo>
                    <a:cubicBezTo>
                      <a:pt x="8821" y="2367"/>
                      <a:pt x="8844" y="2377"/>
                      <a:pt x="8868" y="2386"/>
                    </a:cubicBezTo>
                    <a:cubicBezTo>
                      <a:pt x="8879" y="2390"/>
                      <a:pt x="8889" y="2394"/>
                      <a:pt x="8900" y="2398"/>
                    </a:cubicBezTo>
                    <a:cubicBezTo>
                      <a:pt x="8908" y="2404"/>
                      <a:pt x="8915" y="2411"/>
                      <a:pt x="8923" y="2418"/>
                    </a:cubicBezTo>
                    <a:cubicBezTo>
                      <a:pt x="8923" y="2450"/>
                      <a:pt x="8923" y="2482"/>
                      <a:pt x="8923" y="2516"/>
                    </a:cubicBezTo>
                    <a:cubicBezTo>
                      <a:pt x="8999" y="2521"/>
                      <a:pt x="8999" y="2521"/>
                      <a:pt x="9381" y="2548"/>
                    </a:cubicBezTo>
                    <a:cubicBezTo>
                      <a:pt x="9381" y="2570"/>
                      <a:pt x="9381" y="2591"/>
                      <a:pt x="9381" y="2614"/>
                    </a:cubicBezTo>
                    <a:cubicBezTo>
                      <a:pt x="9424" y="2614"/>
                      <a:pt x="9467" y="2614"/>
                      <a:pt x="9511" y="2614"/>
                    </a:cubicBezTo>
                    <a:cubicBezTo>
                      <a:pt x="9511" y="2635"/>
                      <a:pt x="9511" y="2657"/>
                      <a:pt x="9511" y="2679"/>
                    </a:cubicBezTo>
                    <a:cubicBezTo>
                      <a:pt x="9662" y="2679"/>
                      <a:pt x="9813" y="2679"/>
                      <a:pt x="9969" y="2679"/>
                    </a:cubicBezTo>
                    <a:cubicBezTo>
                      <a:pt x="9969" y="2657"/>
                      <a:pt x="9969" y="2636"/>
                      <a:pt x="9969" y="2614"/>
                    </a:cubicBezTo>
                    <a:cubicBezTo>
                      <a:pt x="10012" y="2614"/>
                      <a:pt x="10055" y="2614"/>
                      <a:pt x="10099" y="2614"/>
                    </a:cubicBezTo>
                    <a:cubicBezTo>
                      <a:pt x="10099" y="2592"/>
                      <a:pt x="10099" y="2571"/>
                      <a:pt x="10099" y="2548"/>
                    </a:cubicBezTo>
                    <a:cubicBezTo>
                      <a:pt x="10380" y="2548"/>
                      <a:pt x="10660" y="2548"/>
                      <a:pt x="10949" y="2548"/>
                    </a:cubicBezTo>
                    <a:cubicBezTo>
                      <a:pt x="10949" y="2570"/>
                      <a:pt x="10949" y="2591"/>
                      <a:pt x="10949" y="2614"/>
                    </a:cubicBezTo>
                    <a:cubicBezTo>
                      <a:pt x="10970" y="2614"/>
                      <a:pt x="10992" y="2614"/>
                      <a:pt x="11014" y="2614"/>
                    </a:cubicBezTo>
                    <a:cubicBezTo>
                      <a:pt x="11014" y="2635"/>
                      <a:pt x="11014" y="2657"/>
                      <a:pt x="11014" y="2679"/>
                    </a:cubicBezTo>
                    <a:cubicBezTo>
                      <a:pt x="10949" y="2679"/>
                      <a:pt x="10885" y="2679"/>
                      <a:pt x="10818" y="2679"/>
                    </a:cubicBezTo>
                    <a:cubicBezTo>
                      <a:pt x="10818" y="2744"/>
                      <a:pt x="10818" y="2808"/>
                      <a:pt x="10818" y="2875"/>
                    </a:cubicBezTo>
                    <a:cubicBezTo>
                      <a:pt x="10840" y="2875"/>
                      <a:pt x="10861" y="2875"/>
                      <a:pt x="10883" y="2875"/>
                    </a:cubicBezTo>
                    <a:cubicBezTo>
                      <a:pt x="10883" y="3026"/>
                      <a:pt x="10883" y="3177"/>
                      <a:pt x="10883" y="3332"/>
                    </a:cubicBezTo>
                    <a:cubicBezTo>
                      <a:pt x="10905" y="3332"/>
                      <a:pt x="10926" y="3332"/>
                      <a:pt x="10949" y="3332"/>
                    </a:cubicBezTo>
                    <a:cubicBezTo>
                      <a:pt x="10949" y="4518"/>
                      <a:pt x="10949" y="5704"/>
                      <a:pt x="10949" y="6926"/>
                    </a:cubicBezTo>
                    <a:cubicBezTo>
                      <a:pt x="10906" y="6926"/>
                      <a:pt x="10862" y="6926"/>
                      <a:pt x="10818" y="6926"/>
                    </a:cubicBezTo>
                    <a:cubicBezTo>
                      <a:pt x="10818" y="6991"/>
                      <a:pt x="10818" y="7056"/>
                      <a:pt x="10818" y="7122"/>
                    </a:cubicBezTo>
                    <a:cubicBezTo>
                      <a:pt x="10861" y="7122"/>
                      <a:pt x="10904" y="7122"/>
                      <a:pt x="10949" y="7122"/>
                    </a:cubicBezTo>
                    <a:cubicBezTo>
                      <a:pt x="10949" y="7467"/>
                      <a:pt x="10949" y="7812"/>
                      <a:pt x="10949" y="8168"/>
                    </a:cubicBezTo>
                    <a:cubicBezTo>
                      <a:pt x="10906" y="8168"/>
                      <a:pt x="10862" y="8168"/>
                      <a:pt x="10818" y="8168"/>
                    </a:cubicBezTo>
                    <a:cubicBezTo>
                      <a:pt x="10818" y="8254"/>
                      <a:pt x="10818" y="8340"/>
                      <a:pt x="10818" y="8429"/>
                    </a:cubicBezTo>
                    <a:cubicBezTo>
                      <a:pt x="10883" y="8429"/>
                      <a:pt x="10947" y="8429"/>
                      <a:pt x="11014" y="8429"/>
                    </a:cubicBezTo>
                    <a:cubicBezTo>
                      <a:pt x="11014" y="8515"/>
                      <a:pt x="11014" y="8601"/>
                      <a:pt x="11014" y="8690"/>
                    </a:cubicBezTo>
                    <a:cubicBezTo>
                      <a:pt x="10949" y="8690"/>
                      <a:pt x="10885" y="8690"/>
                      <a:pt x="10818" y="8690"/>
                    </a:cubicBezTo>
                    <a:cubicBezTo>
                      <a:pt x="10818" y="8949"/>
                      <a:pt x="10818" y="9208"/>
                      <a:pt x="10818" y="9474"/>
                    </a:cubicBezTo>
                    <a:cubicBezTo>
                      <a:pt x="10861" y="9474"/>
                      <a:pt x="10904" y="9474"/>
                      <a:pt x="10949" y="9474"/>
                    </a:cubicBezTo>
                    <a:cubicBezTo>
                      <a:pt x="10949" y="9539"/>
                      <a:pt x="10949" y="9604"/>
                      <a:pt x="10949" y="9670"/>
                    </a:cubicBezTo>
                    <a:cubicBezTo>
                      <a:pt x="10906" y="9670"/>
                      <a:pt x="10862" y="9670"/>
                      <a:pt x="10818" y="9670"/>
                    </a:cubicBezTo>
                    <a:cubicBezTo>
                      <a:pt x="10818" y="10490"/>
                      <a:pt x="10818" y="11309"/>
                      <a:pt x="10818" y="12153"/>
                    </a:cubicBezTo>
                    <a:cubicBezTo>
                      <a:pt x="10796" y="12153"/>
                      <a:pt x="10775" y="12153"/>
                      <a:pt x="10753" y="12153"/>
                    </a:cubicBezTo>
                    <a:cubicBezTo>
                      <a:pt x="10753" y="12175"/>
                      <a:pt x="10753" y="12197"/>
                      <a:pt x="10753" y="12219"/>
                    </a:cubicBezTo>
                    <a:cubicBezTo>
                      <a:pt x="10731" y="12219"/>
                      <a:pt x="10710" y="12219"/>
                      <a:pt x="10687" y="12219"/>
                    </a:cubicBezTo>
                    <a:cubicBezTo>
                      <a:pt x="10687" y="12240"/>
                      <a:pt x="10687" y="12262"/>
                      <a:pt x="10687" y="12284"/>
                    </a:cubicBezTo>
                    <a:cubicBezTo>
                      <a:pt x="10709" y="12284"/>
                      <a:pt x="10730" y="12284"/>
                      <a:pt x="10753" y="12284"/>
                    </a:cubicBezTo>
                    <a:cubicBezTo>
                      <a:pt x="10753" y="12306"/>
                      <a:pt x="10753" y="12327"/>
                      <a:pt x="10753" y="12349"/>
                    </a:cubicBezTo>
                    <a:cubicBezTo>
                      <a:pt x="10774" y="12349"/>
                      <a:pt x="10796" y="12349"/>
                      <a:pt x="10818" y="12349"/>
                    </a:cubicBezTo>
                    <a:cubicBezTo>
                      <a:pt x="10818" y="12371"/>
                      <a:pt x="10818" y="12393"/>
                      <a:pt x="10818" y="12415"/>
                    </a:cubicBezTo>
                    <a:cubicBezTo>
                      <a:pt x="10840" y="12415"/>
                      <a:pt x="10861" y="12415"/>
                      <a:pt x="10883" y="12415"/>
                    </a:cubicBezTo>
                    <a:cubicBezTo>
                      <a:pt x="10883" y="12436"/>
                      <a:pt x="10883" y="12458"/>
                      <a:pt x="10883" y="12480"/>
                    </a:cubicBezTo>
                    <a:cubicBezTo>
                      <a:pt x="10916" y="12491"/>
                      <a:pt x="10948" y="12502"/>
                      <a:pt x="10981" y="12513"/>
                    </a:cubicBezTo>
                    <a:cubicBezTo>
                      <a:pt x="10969" y="12561"/>
                      <a:pt x="10955" y="12608"/>
                      <a:pt x="10941" y="12656"/>
                    </a:cubicBezTo>
                    <a:cubicBezTo>
                      <a:pt x="10939" y="12662"/>
                      <a:pt x="10939" y="12662"/>
                      <a:pt x="10930" y="12697"/>
                    </a:cubicBezTo>
                    <a:cubicBezTo>
                      <a:pt x="10926" y="12710"/>
                      <a:pt x="10922" y="12723"/>
                      <a:pt x="10918" y="12736"/>
                    </a:cubicBezTo>
                    <a:cubicBezTo>
                      <a:pt x="10914" y="12748"/>
                      <a:pt x="10911" y="12760"/>
                      <a:pt x="10907" y="12772"/>
                    </a:cubicBezTo>
                    <a:cubicBezTo>
                      <a:pt x="10868" y="12829"/>
                      <a:pt x="10818" y="12851"/>
                      <a:pt x="10753" y="12872"/>
                    </a:cubicBezTo>
                    <a:cubicBezTo>
                      <a:pt x="10669" y="12885"/>
                      <a:pt x="10583" y="12881"/>
                      <a:pt x="10498" y="12881"/>
                    </a:cubicBezTo>
                    <a:cubicBezTo>
                      <a:pt x="10472" y="12881"/>
                      <a:pt x="10446" y="12881"/>
                      <a:pt x="10419" y="12882"/>
                    </a:cubicBezTo>
                    <a:cubicBezTo>
                      <a:pt x="10348" y="12882"/>
                      <a:pt x="10276" y="12882"/>
                      <a:pt x="10205" y="12882"/>
                    </a:cubicBezTo>
                    <a:cubicBezTo>
                      <a:pt x="10128" y="12882"/>
                      <a:pt x="10050" y="12883"/>
                      <a:pt x="9973" y="12883"/>
                    </a:cubicBezTo>
                    <a:cubicBezTo>
                      <a:pt x="9840" y="12883"/>
                      <a:pt x="9706" y="12884"/>
                      <a:pt x="9572" y="12884"/>
                    </a:cubicBezTo>
                    <a:cubicBezTo>
                      <a:pt x="9432" y="12884"/>
                      <a:pt x="9292" y="12885"/>
                      <a:pt x="9151" y="12885"/>
                    </a:cubicBezTo>
                    <a:cubicBezTo>
                      <a:pt x="9143" y="12885"/>
                      <a:pt x="9134" y="12885"/>
                      <a:pt x="9125" y="12885"/>
                    </a:cubicBezTo>
                    <a:cubicBezTo>
                      <a:pt x="9081" y="12886"/>
                      <a:pt x="9036" y="12886"/>
                      <a:pt x="8992" y="12886"/>
                    </a:cubicBezTo>
                    <a:cubicBezTo>
                      <a:pt x="8678" y="12887"/>
                      <a:pt x="8364" y="12888"/>
                      <a:pt x="8051" y="12889"/>
                    </a:cubicBezTo>
                    <a:cubicBezTo>
                      <a:pt x="8032" y="12889"/>
                      <a:pt x="8013" y="12889"/>
                      <a:pt x="7994" y="12889"/>
                    </a:cubicBezTo>
                    <a:cubicBezTo>
                      <a:pt x="7984" y="12889"/>
                      <a:pt x="7975" y="12889"/>
                      <a:pt x="7965" y="12889"/>
                    </a:cubicBezTo>
                    <a:cubicBezTo>
                      <a:pt x="7918" y="12890"/>
                      <a:pt x="7870" y="12890"/>
                      <a:pt x="7823" y="12890"/>
                    </a:cubicBezTo>
                    <a:cubicBezTo>
                      <a:pt x="7813" y="12890"/>
                      <a:pt x="7804" y="12890"/>
                      <a:pt x="7794" y="12890"/>
                    </a:cubicBezTo>
                    <a:cubicBezTo>
                      <a:pt x="7575" y="12891"/>
                      <a:pt x="7356" y="12891"/>
                      <a:pt x="7137" y="12892"/>
                    </a:cubicBezTo>
                    <a:cubicBezTo>
                      <a:pt x="7127" y="12892"/>
                      <a:pt x="7118" y="12892"/>
                      <a:pt x="7108" y="12892"/>
                    </a:cubicBezTo>
                    <a:cubicBezTo>
                      <a:pt x="6894" y="12893"/>
                      <a:pt x="6679" y="12894"/>
                      <a:pt x="6465" y="12894"/>
                    </a:cubicBezTo>
                    <a:cubicBezTo>
                      <a:pt x="6456" y="12894"/>
                      <a:pt x="6447" y="12894"/>
                      <a:pt x="6438" y="12894"/>
                    </a:cubicBezTo>
                    <a:cubicBezTo>
                      <a:pt x="6357" y="12895"/>
                      <a:pt x="6276" y="12895"/>
                      <a:pt x="6195" y="12895"/>
                    </a:cubicBezTo>
                    <a:cubicBezTo>
                      <a:pt x="5993" y="12896"/>
                      <a:pt x="5790" y="12897"/>
                      <a:pt x="5588" y="12897"/>
                    </a:cubicBezTo>
                    <a:cubicBezTo>
                      <a:pt x="5448" y="12898"/>
                      <a:pt x="5307" y="12898"/>
                      <a:pt x="5166" y="12899"/>
                    </a:cubicBezTo>
                    <a:cubicBezTo>
                      <a:pt x="5090" y="12899"/>
                      <a:pt x="5014" y="12899"/>
                      <a:pt x="4937" y="12899"/>
                    </a:cubicBezTo>
                    <a:cubicBezTo>
                      <a:pt x="4868" y="12899"/>
                      <a:pt x="4798" y="12900"/>
                      <a:pt x="4728" y="12900"/>
                    </a:cubicBezTo>
                    <a:cubicBezTo>
                      <a:pt x="4703" y="12900"/>
                      <a:pt x="4677" y="12900"/>
                      <a:pt x="4652" y="12900"/>
                    </a:cubicBezTo>
                    <a:cubicBezTo>
                      <a:pt x="4618" y="12900"/>
                      <a:pt x="4584" y="12900"/>
                      <a:pt x="4549" y="12900"/>
                    </a:cubicBezTo>
                    <a:cubicBezTo>
                      <a:pt x="4539" y="12900"/>
                      <a:pt x="4529" y="12900"/>
                      <a:pt x="4519" y="12900"/>
                    </a:cubicBezTo>
                    <a:cubicBezTo>
                      <a:pt x="4451" y="12901"/>
                      <a:pt x="4451" y="12901"/>
                      <a:pt x="4415" y="12938"/>
                    </a:cubicBezTo>
                    <a:cubicBezTo>
                      <a:pt x="4381" y="12941"/>
                      <a:pt x="4350" y="12942"/>
                      <a:pt x="4317" y="12942"/>
                    </a:cubicBezTo>
                    <a:cubicBezTo>
                      <a:pt x="4308" y="12942"/>
                      <a:pt x="4299" y="12942"/>
                      <a:pt x="4290" y="12942"/>
                    </a:cubicBezTo>
                    <a:cubicBezTo>
                      <a:pt x="4223" y="12942"/>
                      <a:pt x="4223" y="12942"/>
                      <a:pt x="4186" y="12905"/>
                    </a:cubicBezTo>
                    <a:cubicBezTo>
                      <a:pt x="4154" y="12902"/>
                      <a:pt x="4125" y="12900"/>
                      <a:pt x="4093" y="12901"/>
                    </a:cubicBezTo>
                    <a:cubicBezTo>
                      <a:pt x="4088" y="12901"/>
                      <a:pt x="4088" y="12901"/>
                      <a:pt x="4064" y="12901"/>
                    </a:cubicBezTo>
                    <a:cubicBezTo>
                      <a:pt x="4031" y="12900"/>
                      <a:pt x="3999" y="12900"/>
                      <a:pt x="3967" y="12901"/>
                    </a:cubicBezTo>
                    <a:cubicBezTo>
                      <a:pt x="3944" y="12901"/>
                      <a:pt x="3921" y="12900"/>
                      <a:pt x="3897" y="12900"/>
                    </a:cubicBezTo>
                    <a:cubicBezTo>
                      <a:pt x="3834" y="12900"/>
                      <a:pt x="3772" y="12900"/>
                      <a:pt x="3709" y="12900"/>
                    </a:cubicBezTo>
                    <a:cubicBezTo>
                      <a:pt x="3643" y="12901"/>
                      <a:pt x="3577" y="12900"/>
                      <a:pt x="3511" y="12900"/>
                    </a:cubicBezTo>
                    <a:cubicBezTo>
                      <a:pt x="3401" y="12900"/>
                      <a:pt x="3291" y="12900"/>
                      <a:pt x="3180" y="12901"/>
                    </a:cubicBezTo>
                    <a:cubicBezTo>
                      <a:pt x="3052" y="12901"/>
                      <a:pt x="2925" y="12901"/>
                      <a:pt x="2797" y="12901"/>
                    </a:cubicBezTo>
                    <a:cubicBezTo>
                      <a:pt x="2687" y="12900"/>
                      <a:pt x="2578" y="12900"/>
                      <a:pt x="2468" y="12900"/>
                    </a:cubicBezTo>
                    <a:cubicBezTo>
                      <a:pt x="2403" y="12900"/>
                      <a:pt x="2337" y="12900"/>
                      <a:pt x="2272" y="12900"/>
                    </a:cubicBezTo>
                    <a:cubicBezTo>
                      <a:pt x="2210" y="12900"/>
                      <a:pt x="2149" y="12900"/>
                      <a:pt x="2087" y="12901"/>
                    </a:cubicBezTo>
                    <a:cubicBezTo>
                      <a:pt x="2064" y="12901"/>
                      <a:pt x="2042" y="12901"/>
                      <a:pt x="2019" y="12900"/>
                    </a:cubicBezTo>
                    <a:cubicBezTo>
                      <a:pt x="1988" y="12900"/>
                      <a:pt x="1957" y="12901"/>
                      <a:pt x="1927" y="12901"/>
                    </a:cubicBezTo>
                    <a:cubicBezTo>
                      <a:pt x="1922" y="12901"/>
                      <a:pt x="1922" y="12901"/>
                      <a:pt x="1899" y="12900"/>
                    </a:cubicBezTo>
                    <a:cubicBezTo>
                      <a:pt x="1837" y="12901"/>
                      <a:pt x="1837" y="12901"/>
                      <a:pt x="1801" y="12938"/>
                    </a:cubicBezTo>
                    <a:cubicBezTo>
                      <a:pt x="1766" y="12941"/>
                      <a:pt x="1734" y="12942"/>
                      <a:pt x="1699" y="12942"/>
                    </a:cubicBezTo>
                    <a:cubicBezTo>
                      <a:pt x="1694" y="12942"/>
                      <a:pt x="1694" y="12942"/>
                      <a:pt x="1668" y="12942"/>
                    </a:cubicBezTo>
                    <a:cubicBezTo>
                      <a:pt x="1647" y="12942"/>
                      <a:pt x="1626" y="12942"/>
                      <a:pt x="1605" y="12942"/>
                    </a:cubicBezTo>
                    <a:cubicBezTo>
                      <a:pt x="1572" y="12942"/>
                      <a:pt x="1540" y="12942"/>
                      <a:pt x="1507" y="12942"/>
                    </a:cubicBezTo>
                    <a:cubicBezTo>
                      <a:pt x="1487" y="12942"/>
                      <a:pt x="1466" y="12942"/>
                      <a:pt x="1446" y="12942"/>
                    </a:cubicBezTo>
                    <a:cubicBezTo>
                      <a:pt x="1436" y="12942"/>
                      <a:pt x="1426" y="12942"/>
                      <a:pt x="1416" y="12942"/>
                    </a:cubicBezTo>
                    <a:cubicBezTo>
                      <a:pt x="1347" y="12941"/>
                      <a:pt x="1347" y="12941"/>
                      <a:pt x="1311" y="12905"/>
                    </a:cubicBezTo>
                    <a:cubicBezTo>
                      <a:pt x="1275" y="12901"/>
                      <a:pt x="1241" y="12899"/>
                      <a:pt x="1204" y="12899"/>
                    </a:cubicBezTo>
                    <a:cubicBezTo>
                      <a:pt x="1193" y="12899"/>
                      <a:pt x="1182" y="12899"/>
                      <a:pt x="1171" y="12898"/>
                    </a:cubicBezTo>
                    <a:cubicBezTo>
                      <a:pt x="1147" y="12898"/>
                      <a:pt x="1124" y="12898"/>
                      <a:pt x="1100" y="12897"/>
                    </a:cubicBezTo>
                    <a:cubicBezTo>
                      <a:pt x="1062" y="12897"/>
                      <a:pt x="1024" y="12896"/>
                      <a:pt x="986" y="12895"/>
                    </a:cubicBezTo>
                    <a:cubicBezTo>
                      <a:pt x="879" y="12893"/>
                      <a:pt x="771" y="12891"/>
                      <a:pt x="664" y="12889"/>
                    </a:cubicBezTo>
                    <a:cubicBezTo>
                      <a:pt x="598" y="12888"/>
                      <a:pt x="533" y="12887"/>
                      <a:pt x="467" y="12885"/>
                    </a:cubicBezTo>
                    <a:cubicBezTo>
                      <a:pt x="442" y="12885"/>
                      <a:pt x="417" y="12884"/>
                      <a:pt x="392" y="12884"/>
                    </a:cubicBezTo>
                    <a:cubicBezTo>
                      <a:pt x="123" y="12881"/>
                      <a:pt x="123" y="12881"/>
                      <a:pt x="37" y="12807"/>
                    </a:cubicBezTo>
                    <a:cubicBezTo>
                      <a:pt x="18" y="12774"/>
                      <a:pt x="13" y="12746"/>
                      <a:pt x="10" y="12709"/>
                    </a:cubicBezTo>
                    <a:cubicBezTo>
                      <a:pt x="10" y="12705"/>
                      <a:pt x="10" y="12705"/>
                      <a:pt x="6" y="12683"/>
                    </a:cubicBezTo>
                    <a:cubicBezTo>
                      <a:pt x="0" y="12629"/>
                      <a:pt x="3" y="12589"/>
                      <a:pt x="37" y="12545"/>
                    </a:cubicBezTo>
                    <a:cubicBezTo>
                      <a:pt x="58" y="12545"/>
                      <a:pt x="80" y="12545"/>
                      <a:pt x="102" y="12545"/>
                    </a:cubicBezTo>
                    <a:cubicBezTo>
                      <a:pt x="102" y="12308"/>
                      <a:pt x="102" y="12071"/>
                      <a:pt x="102" y="11827"/>
                    </a:cubicBezTo>
                    <a:cubicBezTo>
                      <a:pt x="124" y="11827"/>
                      <a:pt x="145" y="11827"/>
                      <a:pt x="167" y="11827"/>
                    </a:cubicBezTo>
                    <a:cubicBezTo>
                      <a:pt x="167" y="11740"/>
                      <a:pt x="167" y="11654"/>
                      <a:pt x="167" y="11565"/>
                    </a:cubicBezTo>
                    <a:cubicBezTo>
                      <a:pt x="146" y="11565"/>
                      <a:pt x="124" y="11565"/>
                      <a:pt x="102" y="11565"/>
                    </a:cubicBezTo>
                    <a:cubicBezTo>
                      <a:pt x="102" y="11522"/>
                      <a:pt x="102" y="11479"/>
                      <a:pt x="102" y="11435"/>
                    </a:cubicBezTo>
                    <a:cubicBezTo>
                      <a:pt x="124" y="11435"/>
                      <a:pt x="145" y="11435"/>
                      <a:pt x="167" y="11435"/>
                    </a:cubicBezTo>
                    <a:cubicBezTo>
                      <a:pt x="167" y="9127"/>
                      <a:pt x="167" y="6820"/>
                      <a:pt x="167" y="4443"/>
                    </a:cubicBezTo>
                    <a:cubicBezTo>
                      <a:pt x="146" y="4443"/>
                      <a:pt x="124" y="4443"/>
                      <a:pt x="102" y="4443"/>
                    </a:cubicBezTo>
                    <a:cubicBezTo>
                      <a:pt x="102" y="4400"/>
                      <a:pt x="102" y="4357"/>
                      <a:pt x="102" y="4312"/>
                    </a:cubicBezTo>
                    <a:cubicBezTo>
                      <a:pt x="124" y="4312"/>
                      <a:pt x="145" y="4312"/>
                      <a:pt x="167" y="4312"/>
                    </a:cubicBezTo>
                    <a:cubicBezTo>
                      <a:pt x="167" y="3730"/>
                      <a:pt x="167" y="3148"/>
                      <a:pt x="167" y="2548"/>
                    </a:cubicBezTo>
                    <a:cubicBezTo>
                      <a:pt x="146" y="2548"/>
                      <a:pt x="124" y="2548"/>
                      <a:pt x="102" y="2548"/>
                    </a:cubicBezTo>
                    <a:cubicBezTo>
                      <a:pt x="102" y="2505"/>
                      <a:pt x="102" y="2462"/>
                      <a:pt x="102" y="2418"/>
                    </a:cubicBezTo>
                    <a:cubicBezTo>
                      <a:pt x="124" y="2418"/>
                      <a:pt x="145" y="2418"/>
                      <a:pt x="167" y="2418"/>
                    </a:cubicBezTo>
                    <a:cubicBezTo>
                      <a:pt x="167" y="2353"/>
                      <a:pt x="167" y="2288"/>
                      <a:pt x="167" y="2222"/>
                    </a:cubicBezTo>
                    <a:cubicBezTo>
                      <a:pt x="124" y="2222"/>
                      <a:pt x="81" y="2222"/>
                      <a:pt x="37" y="2222"/>
                    </a:cubicBezTo>
                    <a:cubicBezTo>
                      <a:pt x="37" y="2157"/>
                      <a:pt x="37" y="2092"/>
                      <a:pt x="37" y="2026"/>
                    </a:cubicBezTo>
                    <a:cubicBezTo>
                      <a:pt x="80" y="2026"/>
                      <a:pt x="123" y="2026"/>
                      <a:pt x="167" y="2026"/>
                    </a:cubicBezTo>
                    <a:cubicBezTo>
                      <a:pt x="167" y="1443"/>
                      <a:pt x="167" y="861"/>
                      <a:pt x="167" y="261"/>
                    </a:cubicBezTo>
                    <a:cubicBezTo>
                      <a:pt x="254" y="261"/>
                      <a:pt x="340" y="261"/>
                      <a:pt x="429" y="261"/>
                    </a:cubicBezTo>
                    <a:cubicBezTo>
                      <a:pt x="407" y="207"/>
                      <a:pt x="386" y="154"/>
                      <a:pt x="363" y="98"/>
                    </a:cubicBezTo>
                    <a:cubicBezTo>
                      <a:pt x="460" y="98"/>
                      <a:pt x="558" y="98"/>
                      <a:pt x="657" y="98"/>
                    </a:cubicBezTo>
                    <a:cubicBezTo>
                      <a:pt x="668" y="66"/>
                      <a:pt x="679" y="33"/>
                      <a:pt x="690" y="0"/>
                    </a:cubicBezTo>
                    <a:close/>
                    <a:moveTo>
                      <a:pt x="3892" y="1438"/>
                    </a:moveTo>
                    <a:cubicBezTo>
                      <a:pt x="3881" y="1469"/>
                      <a:pt x="3881" y="1469"/>
                      <a:pt x="3882" y="1501"/>
                    </a:cubicBezTo>
                    <a:cubicBezTo>
                      <a:pt x="3883" y="1513"/>
                      <a:pt x="3883" y="1524"/>
                      <a:pt x="3883" y="1536"/>
                    </a:cubicBezTo>
                    <a:cubicBezTo>
                      <a:pt x="3884" y="1548"/>
                      <a:pt x="3885" y="1560"/>
                      <a:pt x="3886" y="1572"/>
                    </a:cubicBezTo>
                    <a:cubicBezTo>
                      <a:pt x="3886" y="1584"/>
                      <a:pt x="3887" y="1597"/>
                      <a:pt x="3887" y="1609"/>
                    </a:cubicBezTo>
                    <a:cubicBezTo>
                      <a:pt x="3888" y="1639"/>
                      <a:pt x="3890" y="1669"/>
                      <a:pt x="3892" y="1699"/>
                    </a:cubicBezTo>
                    <a:cubicBezTo>
                      <a:pt x="3849" y="1699"/>
                      <a:pt x="3806" y="1699"/>
                      <a:pt x="3761" y="1699"/>
                    </a:cubicBezTo>
                    <a:cubicBezTo>
                      <a:pt x="3761" y="1720"/>
                      <a:pt x="3761" y="1742"/>
                      <a:pt x="3761" y="1764"/>
                    </a:cubicBezTo>
                    <a:cubicBezTo>
                      <a:pt x="3696" y="1764"/>
                      <a:pt x="3632" y="1764"/>
                      <a:pt x="3565" y="1764"/>
                    </a:cubicBezTo>
                    <a:cubicBezTo>
                      <a:pt x="3565" y="1743"/>
                      <a:pt x="3565" y="1721"/>
                      <a:pt x="3565" y="1699"/>
                    </a:cubicBezTo>
                    <a:cubicBezTo>
                      <a:pt x="3457" y="1699"/>
                      <a:pt x="3350" y="1699"/>
                      <a:pt x="3238" y="1699"/>
                    </a:cubicBezTo>
                    <a:cubicBezTo>
                      <a:pt x="3238" y="1720"/>
                      <a:pt x="3238" y="1742"/>
                      <a:pt x="3238" y="1764"/>
                    </a:cubicBezTo>
                    <a:cubicBezTo>
                      <a:pt x="3195" y="1764"/>
                      <a:pt x="3152" y="1764"/>
                      <a:pt x="3108" y="1764"/>
                    </a:cubicBezTo>
                    <a:cubicBezTo>
                      <a:pt x="3108" y="1786"/>
                      <a:pt x="3108" y="1807"/>
                      <a:pt x="3108" y="1830"/>
                    </a:cubicBezTo>
                    <a:cubicBezTo>
                      <a:pt x="3022" y="1830"/>
                      <a:pt x="2935" y="1830"/>
                      <a:pt x="2846" y="1830"/>
                    </a:cubicBezTo>
                    <a:cubicBezTo>
                      <a:pt x="2846" y="1851"/>
                      <a:pt x="2846" y="1873"/>
                      <a:pt x="2846" y="1895"/>
                    </a:cubicBezTo>
                    <a:cubicBezTo>
                      <a:pt x="2782" y="1895"/>
                      <a:pt x="2717" y="1895"/>
                      <a:pt x="2650" y="1895"/>
                    </a:cubicBezTo>
                    <a:cubicBezTo>
                      <a:pt x="2650" y="1916"/>
                      <a:pt x="2650" y="1938"/>
                      <a:pt x="2650" y="1960"/>
                    </a:cubicBezTo>
                    <a:cubicBezTo>
                      <a:pt x="2586" y="1960"/>
                      <a:pt x="2521" y="1960"/>
                      <a:pt x="2454" y="1960"/>
                    </a:cubicBezTo>
                    <a:cubicBezTo>
                      <a:pt x="2454" y="1982"/>
                      <a:pt x="2454" y="2003"/>
                      <a:pt x="2454" y="2026"/>
                    </a:cubicBezTo>
                    <a:cubicBezTo>
                      <a:pt x="2411" y="2026"/>
                      <a:pt x="2368" y="2026"/>
                      <a:pt x="2324" y="2026"/>
                    </a:cubicBezTo>
                    <a:cubicBezTo>
                      <a:pt x="2324" y="2047"/>
                      <a:pt x="2324" y="2069"/>
                      <a:pt x="2324" y="2091"/>
                    </a:cubicBezTo>
                    <a:cubicBezTo>
                      <a:pt x="2281" y="2091"/>
                      <a:pt x="2237" y="2091"/>
                      <a:pt x="2193" y="2091"/>
                    </a:cubicBezTo>
                    <a:cubicBezTo>
                      <a:pt x="2193" y="2112"/>
                      <a:pt x="2193" y="2134"/>
                      <a:pt x="2193" y="2156"/>
                    </a:cubicBezTo>
                    <a:cubicBezTo>
                      <a:pt x="2171" y="2156"/>
                      <a:pt x="2150" y="2156"/>
                      <a:pt x="2128" y="2156"/>
                    </a:cubicBezTo>
                    <a:cubicBezTo>
                      <a:pt x="2128" y="2178"/>
                      <a:pt x="2128" y="2199"/>
                      <a:pt x="2128" y="2222"/>
                    </a:cubicBezTo>
                    <a:cubicBezTo>
                      <a:pt x="2106" y="2222"/>
                      <a:pt x="2085" y="2222"/>
                      <a:pt x="2062" y="2222"/>
                    </a:cubicBezTo>
                    <a:cubicBezTo>
                      <a:pt x="2062" y="2243"/>
                      <a:pt x="2062" y="2265"/>
                      <a:pt x="2062" y="2287"/>
                    </a:cubicBezTo>
                    <a:cubicBezTo>
                      <a:pt x="2019" y="2287"/>
                      <a:pt x="1976" y="2287"/>
                      <a:pt x="1932" y="2287"/>
                    </a:cubicBezTo>
                    <a:cubicBezTo>
                      <a:pt x="1932" y="2308"/>
                      <a:pt x="1932" y="2330"/>
                      <a:pt x="1932" y="2352"/>
                    </a:cubicBezTo>
                    <a:cubicBezTo>
                      <a:pt x="1910" y="2352"/>
                      <a:pt x="1889" y="2352"/>
                      <a:pt x="1866" y="2352"/>
                    </a:cubicBezTo>
                    <a:cubicBezTo>
                      <a:pt x="1866" y="2374"/>
                      <a:pt x="1866" y="2395"/>
                      <a:pt x="1866" y="2418"/>
                    </a:cubicBezTo>
                    <a:cubicBezTo>
                      <a:pt x="1845" y="2418"/>
                      <a:pt x="1823" y="2418"/>
                      <a:pt x="1801" y="2418"/>
                    </a:cubicBezTo>
                    <a:cubicBezTo>
                      <a:pt x="1801" y="2439"/>
                      <a:pt x="1801" y="2461"/>
                      <a:pt x="1801" y="2483"/>
                    </a:cubicBezTo>
                    <a:cubicBezTo>
                      <a:pt x="1779" y="2483"/>
                      <a:pt x="1758" y="2483"/>
                      <a:pt x="1736" y="2483"/>
                    </a:cubicBezTo>
                    <a:cubicBezTo>
                      <a:pt x="1736" y="2505"/>
                      <a:pt x="1736" y="2526"/>
                      <a:pt x="1736" y="2548"/>
                    </a:cubicBezTo>
                    <a:cubicBezTo>
                      <a:pt x="1714" y="2548"/>
                      <a:pt x="1692" y="2548"/>
                      <a:pt x="1670" y="2548"/>
                    </a:cubicBezTo>
                    <a:cubicBezTo>
                      <a:pt x="1670" y="2591"/>
                      <a:pt x="1670" y="2635"/>
                      <a:pt x="1670" y="2679"/>
                    </a:cubicBezTo>
                    <a:cubicBezTo>
                      <a:pt x="1649" y="2679"/>
                      <a:pt x="1627" y="2679"/>
                      <a:pt x="1605" y="2679"/>
                    </a:cubicBezTo>
                    <a:cubicBezTo>
                      <a:pt x="1605" y="2701"/>
                      <a:pt x="1605" y="2722"/>
                      <a:pt x="1605" y="2744"/>
                    </a:cubicBezTo>
                    <a:cubicBezTo>
                      <a:pt x="1583" y="2744"/>
                      <a:pt x="1562" y="2744"/>
                      <a:pt x="1540" y="2744"/>
                    </a:cubicBezTo>
                    <a:cubicBezTo>
                      <a:pt x="1540" y="2766"/>
                      <a:pt x="1540" y="2787"/>
                      <a:pt x="1540" y="2810"/>
                    </a:cubicBezTo>
                    <a:cubicBezTo>
                      <a:pt x="1518" y="2810"/>
                      <a:pt x="1496" y="2810"/>
                      <a:pt x="1474" y="2810"/>
                    </a:cubicBezTo>
                    <a:cubicBezTo>
                      <a:pt x="1474" y="2853"/>
                      <a:pt x="1474" y="2896"/>
                      <a:pt x="1474" y="2940"/>
                    </a:cubicBezTo>
                    <a:cubicBezTo>
                      <a:pt x="1453" y="2940"/>
                      <a:pt x="1431" y="2940"/>
                      <a:pt x="1409" y="2940"/>
                    </a:cubicBezTo>
                    <a:cubicBezTo>
                      <a:pt x="1409" y="2983"/>
                      <a:pt x="1409" y="3027"/>
                      <a:pt x="1409" y="3071"/>
                    </a:cubicBezTo>
                    <a:cubicBezTo>
                      <a:pt x="1387" y="3071"/>
                      <a:pt x="1366" y="3071"/>
                      <a:pt x="1344" y="3071"/>
                    </a:cubicBezTo>
                    <a:cubicBezTo>
                      <a:pt x="1344" y="3114"/>
                      <a:pt x="1344" y="3157"/>
                      <a:pt x="1344" y="3202"/>
                    </a:cubicBezTo>
                    <a:cubicBezTo>
                      <a:pt x="1322" y="3202"/>
                      <a:pt x="1300" y="3202"/>
                      <a:pt x="1278" y="3202"/>
                    </a:cubicBezTo>
                    <a:cubicBezTo>
                      <a:pt x="1278" y="3245"/>
                      <a:pt x="1278" y="3288"/>
                      <a:pt x="1278" y="3332"/>
                    </a:cubicBezTo>
                    <a:cubicBezTo>
                      <a:pt x="1257" y="3332"/>
                      <a:pt x="1235" y="3332"/>
                      <a:pt x="1213" y="3332"/>
                    </a:cubicBezTo>
                    <a:cubicBezTo>
                      <a:pt x="1213" y="3419"/>
                      <a:pt x="1213" y="3505"/>
                      <a:pt x="1213" y="3594"/>
                    </a:cubicBezTo>
                    <a:cubicBezTo>
                      <a:pt x="1191" y="3594"/>
                      <a:pt x="1170" y="3594"/>
                      <a:pt x="1148" y="3594"/>
                    </a:cubicBezTo>
                    <a:cubicBezTo>
                      <a:pt x="1148" y="3960"/>
                      <a:pt x="1148" y="4327"/>
                      <a:pt x="1148" y="4705"/>
                    </a:cubicBezTo>
                    <a:cubicBezTo>
                      <a:pt x="1169" y="4705"/>
                      <a:pt x="1191" y="4705"/>
                      <a:pt x="1213" y="4705"/>
                    </a:cubicBezTo>
                    <a:cubicBezTo>
                      <a:pt x="1213" y="4769"/>
                      <a:pt x="1213" y="4834"/>
                      <a:pt x="1213" y="4901"/>
                    </a:cubicBezTo>
                    <a:cubicBezTo>
                      <a:pt x="1234" y="4901"/>
                      <a:pt x="1256" y="4901"/>
                      <a:pt x="1278" y="4901"/>
                    </a:cubicBezTo>
                    <a:cubicBezTo>
                      <a:pt x="1278" y="4965"/>
                      <a:pt x="1278" y="5030"/>
                      <a:pt x="1278" y="5097"/>
                    </a:cubicBezTo>
                    <a:cubicBezTo>
                      <a:pt x="1300" y="5097"/>
                      <a:pt x="1321" y="5097"/>
                      <a:pt x="1344" y="5097"/>
                    </a:cubicBezTo>
                    <a:cubicBezTo>
                      <a:pt x="1344" y="5140"/>
                      <a:pt x="1344" y="5183"/>
                      <a:pt x="1344" y="5227"/>
                    </a:cubicBezTo>
                    <a:cubicBezTo>
                      <a:pt x="1365" y="5227"/>
                      <a:pt x="1387" y="5227"/>
                      <a:pt x="1409" y="5227"/>
                    </a:cubicBezTo>
                    <a:cubicBezTo>
                      <a:pt x="1409" y="5270"/>
                      <a:pt x="1409" y="5314"/>
                      <a:pt x="1409" y="5358"/>
                    </a:cubicBezTo>
                    <a:cubicBezTo>
                      <a:pt x="1430" y="5358"/>
                      <a:pt x="1452" y="5358"/>
                      <a:pt x="1474" y="5358"/>
                    </a:cubicBezTo>
                    <a:cubicBezTo>
                      <a:pt x="1474" y="5380"/>
                      <a:pt x="1474" y="5401"/>
                      <a:pt x="1474" y="5423"/>
                    </a:cubicBezTo>
                    <a:cubicBezTo>
                      <a:pt x="1496" y="5423"/>
                      <a:pt x="1517" y="5423"/>
                      <a:pt x="1540" y="5423"/>
                    </a:cubicBezTo>
                    <a:cubicBezTo>
                      <a:pt x="1540" y="5466"/>
                      <a:pt x="1540" y="5510"/>
                      <a:pt x="1540" y="5554"/>
                    </a:cubicBezTo>
                    <a:cubicBezTo>
                      <a:pt x="1561" y="5554"/>
                      <a:pt x="1583" y="5554"/>
                      <a:pt x="1605" y="5554"/>
                    </a:cubicBezTo>
                    <a:cubicBezTo>
                      <a:pt x="1605" y="5576"/>
                      <a:pt x="1605" y="5597"/>
                      <a:pt x="1605" y="5619"/>
                    </a:cubicBezTo>
                    <a:cubicBezTo>
                      <a:pt x="1626" y="5619"/>
                      <a:pt x="1648" y="5619"/>
                      <a:pt x="1670" y="5619"/>
                    </a:cubicBezTo>
                    <a:cubicBezTo>
                      <a:pt x="1670" y="5641"/>
                      <a:pt x="1670" y="5662"/>
                      <a:pt x="1670" y="5685"/>
                    </a:cubicBezTo>
                    <a:cubicBezTo>
                      <a:pt x="1692" y="5685"/>
                      <a:pt x="1713" y="5685"/>
                      <a:pt x="1736" y="5685"/>
                    </a:cubicBezTo>
                    <a:cubicBezTo>
                      <a:pt x="1736" y="5706"/>
                      <a:pt x="1736" y="5728"/>
                      <a:pt x="1736" y="5750"/>
                    </a:cubicBezTo>
                    <a:cubicBezTo>
                      <a:pt x="1757" y="5750"/>
                      <a:pt x="1779" y="5750"/>
                      <a:pt x="1801" y="5750"/>
                    </a:cubicBezTo>
                    <a:cubicBezTo>
                      <a:pt x="1801" y="5793"/>
                      <a:pt x="1801" y="5836"/>
                      <a:pt x="1801" y="5881"/>
                    </a:cubicBezTo>
                    <a:cubicBezTo>
                      <a:pt x="1844" y="5881"/>
                      <a:pt x="1887" y="5881"/>
                      <a:pt x="1932" y="5881"/>
                    </a:cubicBezTo>
                    <a:cubicBezTo>
                      <a:pt x="1932" y="5902"/>
                      <a:pt x="1932" y="5924"/>
                      <a:pt x="1932" y="5946"/>
                    </a:cubicBezTo>
                    <a:cubicBezTo>
                      <a:pt x="1953" y="5946"/>
                      <a:pt x="1975" y="5946"/>
                      <a:pt x="1997" y="5946"/>
                    </a:cubicBezTo>
                    <a:cubicBezTo>
                      <a:pt x="1997" y="5968"/>
                      <a:pt x="1997" y="5989"/>
                      <a:pt x="1997" y="6011"/>
                    </a:cubicBezTo>
                    <a:cubicBezTo>
                      <a:pt x="2019" y="6011"/>
                      <a:pt x="2040" y="6011"/>
                      <a:pt x="2062" y="6011"/>
                    </a:cubicBezTo>
                    <a:cubicBezTo>
                      <a:pt x="2062" y="6033"/>
                      <a:pt x="2062" y="6054"/>
                      <a:pt x="2062" y="6077"/>
                    </a:cubicBezTo>
                    <a:cubicBezTo>
                      <a:pt x="2084" y="6077"/>
                      <a:pt x="2105" y="6077"/>
                      <a:pt x="2128" y="6077"/>
                    </a:cubicBezTo>
                    <a:cubicBezTo>
                      <a:pt x="2128" y="6098"/>
                      <a:pt x="2128" y="6120"/>
                      <a:pt x="2128" y="6142"/>
                    </a:cubicBezTo>
                    <a:cubicBezTo>
                      <a:pt x="2171" y="6142"/>
                      <a:pt x="2214" y="6142"/>
                      <a:pt x="2258" y="6142"/>
                    </a:cubicBezTo>
                    <a:cubicBezTo>
                      <a:pt x="2258" y="6164"/>
                      <a:pt x="2258" y="6185"/>
                      <a:pt x="2258" y="6207"/>
                    </a:cubicBezTo>
                    <a:cubicBezTo>
                      <a:pt x="2280" y="6207"/>
                      <a:pt x="2301" y="6207"/>
                      <a:pt x="2324" y="6207"/>
                    </a:cubicBezTo>
                    <a:cubicBezTo>
                      <a:pt x="2324" y="6229"/>
                      <a:pt x="2324" y="6251"/>
                      <a:pt x="2324" y="6273"/>
                    </a:cubicBezTo>
                    <a:cubicBezTo>
                      <a:pt x="2367" y="6273"/>
                      <a:pt x="2410" y="6273"/>
                      <a:pt x="2454" y="6273"/>
                    </a:cubicBezTo>
                    <a:cubicBezTo>
                      <a:pt x="2454" y="6294"/>
                      <a:pt x="2454" y="6316"/>
                      <a:pt x="2454" y="6338"/>
                    </a:cubicBezTo>
                    <a:cubicBezTo>
                      <a:pt x="2476" y="6338"/>
                      <a:pt x="2497" y="6338"/>
                      <a:pt x="2520" y="6338"/>
                    </a:cubicBezTo>
                    <a:cubicBezTo>
                      <a:pt x="2520" y="6360"/>
                      <a:pt x="2520" y="6381"/>
                      <a:pt x="2520" y="6403"/>
                    </a:cubicBezTo>
                    <a:cubicBezTo>
                      <a:pt x="2563" y="6403"/>
                      <a:pt x="2606" y="6403"/>
                      <a:pt x="2650" y="6403"/>
                    </a:cubicBezTo>
                    <a:cubicBezTo>
                      <a:pt x="2650" y="6425"/>
                      <a:pt x="2650" y="6447"/>
                      <a:pt x="2650" y="6469"/>
                    </a:cubicBezTo>
                    <a:cubicBezTo>
                      <a:pt x="2888" y="6469"/>
                      <a:pt x="3125" y="6469"/>
                      <a:pt x="3369" y="6469"/>
                    </a:cubicBezTo>
                    <a:cubicBezTo>
                      <a:pt x="3369" y="6490"/>
                      <a:pt x="3369" y="6512"/>
                      <a:pt x="3369" y="6534"/>
                    </a:cubicBezTo>
                    <a:cubicBezTo>
                      <a:pt x="3455" y="6534"/>
                      <a:pt x="3542" y="6534"/>
                      <a:pt x="3631" y="6534"/>
                    </a:cubicBezTo>
                    <a:cubicBezTo>
                      <a:pt x="3631" y="6513"/>
                      <a:pt x="3631" y="6491"/>
                      <a:pt x="3631" y="6469"/>
                    </a:cubicBezTo>
                    <a:cubicBezTo>
                      <a:pt x="3803" y="6469"/>
                      <a:pt x="3976" y="6469"/>
                      <a:pt x="4153" y="6469"/>
                    </a:cubicBezTo>
                    <a:cubicBezTo>
                      <a:pt x="4153" y="6447"/>
                      <a:pt x="4153" y="6426"/>
                      <a:pt x="4153" y="6403"/>
                    </a:cubicBezTo>
                    <a:cubicBezTo>
                      <a:pt x="4239" y="6403"/>
                      <a:pt x="4326" y="6403"/>
                      <a:pt x="4415" y="6403"/>
                    </a:cubicBezTo>
                    <a:cubicBezTo>
                      <a:pt x="4415" y="6382"/>
                      <a:pt x="4415" y="6360"/>
                      <a:pt x="4415" y="6338"/>
                    </a:cubicBezTo>
                    <a:cubicBezTo>
                      <a:pt x="4458" y="6338"/>
                      <a:pt x="4501" y="6338"/>
                      <a:pt x="4545" y="6338"/>
                    </a:cubicBezTo>
                    <a:cubicBezTo>
                      <a:pt x="4545" y="6317"/>
                      <a:pt x="4545" y="6295"/>
                      <a:pt x="4545" y="6273"/>
                    </a:cubicBezTo>
                    <a:cubicBezTo>
                      <a:pt x="4588" y="6273"/>
                      <a:pt x="4632" y="6273"/>
                      <a:pt x="4676" y="6273"/>
                    </a:cubicBezTo>
                    <a:cubicBezTo>
                      <a:pt x="4676" y="6251"/>
                      <a:pt x="4676" y="6230"/>
                      <a:pt x="4676" y="6207"/>
                    </a:cubicBezTo>
                    <a:cubicBezTo>
                      <a:pt x="4698" y="6207"/>
                      <a:pt x="4719" y="6207"/>
                      <a:pt x="4741" y="6207"/>
                    </a:cubicBezTo>
                    <a:cubicBezTo>
                      <a:pt x="4741" y="6186"/>
                      <a:pt x="4741" y="6164"/>
                      <a:pt x="4741" y="6142"/>
                    </a:cubicBezTo>
                    <a:cubicBezTo>
                      <a:pt x="4784" y="6142"/>
                      <a:pt x="4828" y="6142"/>
                      <a:pt x="4872" y="6142"/>
                    </a:cubicBezTo>
                    <a:cubicBezTo>
                      <a:pt x="4872" y="6120"/>
                      <a:pt x="4872" y="6099"/>
                      <a:pt x="4872" y="6077"/>
                    </a:cubicBezTo>
                    <a:cubicBezTo>
                      <a:pt x="4894" y="6077"/>
                      <a:pt x="4915" y="6077"/>
                      <a:pt x="4937" y="6077"/>
                    </a:cubicBezTo>
                    <a:cubicBezTo>
                      <a:pt x="4937" y="6055"/>
                      <a:pt x="4937" y="6034"/>
                      <a:pt x="4937" y="6011"/>
                    </a:cubicBezTo>
                    <a:cubicBezTo>
                      <a:pt x="4959" y="6011"/>
                      <a:pt x="4980" y="6011"/>
                      <a:pt x="5003" y="6011"/>
                    </a:cubicBezTo>
                    <a:cubicBezTo>
                      <a:pt x="5003" y="5990"/>
                      <a:pt x="5003" y="5968"/>
                      <a:pt x="5003" y="5946"/>
                    </a:cubicBezTo>
                    <a:cubicBezTo>
                      <a:pt x="5046" y="5946"/>
                      <a:pt x="5089" y="5946"/>
                      <a:pt x="5133" y="5946"/>
                    </a:cubicBezTo>
                    <a:cubicBezTo>
                      <a:pt x="5133" y="5924"/>
                      <a:pt x="5133" y="5903"/>
                      <a:pt x="5133" y="5881"/>
                    </a:cubicBezTo>
                    <a:cubicBezTo>
                      <a:pt x="5155" y="5881"/>
                      <a:pt x="5176" y="5881"/>
                      <a:pt x="5199" y="5881"/>
                    </a:cubicBezTo>
                    <a:cubicBezTo>
                      <a:pt x="5199" y="5859"/>
                      <a:pt x="5199" y="5838"/>
                      <a:pt x="5199" y="5815"/>
                    </a:cubicBezTo>
                    <a:cubicBezTo>
                      <a:pt x="5242" y="5815"/>
                      <a:pt x="5285" y="5815"/>
                      <a:pt x="5329" y="5815"/>
                    </a:cubicBezTo>
                    <a:cubicBezTo>
                      <a:pt x="5329" y="5794"/>
                      <a:pt x="5329" y="5772"/>
                      <a:pt x="5329" y="5750"/>
                    </a:cubicBezTo>
                    <a:cubicBezTo>
                      <a:pt x="5394" y="5750"/>
                      <a:pt x="5459" y="5750"/>
                      <a:pt x="5525" y="5750"/>
                    </a:cubicBezTo>
                    <a:cubicBezTo>
                      <a:pt x="5525" y="5728"/>
                      <a:pt x="5525" y="5707"/>
                      <a:pt x="5525" y="5685"/>
                    </a:cubicBezTo>
                    <a:cubicBezTo>
                      <a:pt x="5547" y="5685"/>
                      <a:pt x="5569" y="5685"/>
                      <a:pt x="5591" y="5685"/>
                    </a:cubicBezTo>
                    <a:cubicBezTo>
                      <a:pt x="5591" y="5555"/>
                      <a:pt x="5591" y="5426"/>
                      <a:pt x="5591" y="5293"/>
                    </a:cubicBezTo>
                    <a:cubicBezTo>
                      <a:pt x="5612" y="5293"/>
                      <a:pt x="5634" y="5293"/>
                      <a:pt x="5656" y="5293"/>
                    </a:cubicBezTo>
                    <a:cubicBezTo>
                      <a:pt x="5656" y="5249"/>
                      <a:pt x="5656" y="5206"/>
                      <a:pt x="5656" y="5162"/>
                    </a:cubicBezTo>
                    <a:cubicBezTo>
                      <a:pt x="5678" y="5162"/>
                      <a:pt x="5699" y="5162"/>
                      <a:pt x="5721" y="5162"/>
                    </a:cubicBezTo>
                    <a:cubicBezTo>
                      <a:pt x="5721" y="5097"/>
                      <a:pt x="5721" y="5033"/>
                      <a:pt x="5721" y="4966"/>
                    </a:cubicBezTo>
                    <a:cubicBezTo>
                      <a:pt x="5743" y="4966"/>
                      <a:pt x="5765" y="4966"/>
                      <a:pt x="5787" y="4966"/>
                    </a:cubicBezTo>
                    <a:cubicBezTo>
                      <a:pt x="5787" y="4923"/>
                      <a:pt x="5787" y="4880"/>
                      <a:pt x="5787" y="4835"/>
                    </a:cubicBezTo>
                    <a:cubicBezTo>
                      <a:pt x="5808" y="4835"/>
                      <a:pt x="5830" y="4835"/>
                      <a:pt x="5852" y="4835"/>
                    </a:cubicBezTo>
                    <a:cubicBezTo>
                      <a:pt x="5852" y="4792"/>
                      <a:pt x="5852" y="4749"/>
                      <a:pt x="5852" y="4705"/>
                    </a:cubicBezTo>
                    <a:cubicBezTo>
                      <a:pt x="5874" y="4705"/>
                      <a:pt x="5895" y="4705"/>
                      <a:pt x="5917" y="4705"/>
                    </a:cubicBezTo>
                    <a:cubicBezTo>
                      <a:pt x="5917" y="4683"/>
                      <a:pt x="5917" y="4661"/>
                      <a:pt x="5917" y="4639"/>
                    </a:cubicBezTo>
                    <a:cubicBezTo>
                      <a:pt x="5939" y="4639"/>
                      <a:pt x="5961" y="4639"/>
                      <a:pt x="5983" y="4639"/>
                    </a:cubicBezTo>
                    <a:cubicBezTo>
                      <a:pt x="5983" y="4618"/>
                      <a:pt x="5983" y="4596"/>
                      <a:pt x="5983" y="4574"/>
                    </a:cubicBezTo>
                    <a:cubicBezTo>
                      <a:pt x="6004" y="4574"/>
                      <a:pt x="6026" y="4574"/>
                      <a:pt x="6048" y="4574"/>
                    </a:cubicBezTo>
                    <a:cubicBezTo>
                      <a:pt x="6048" y="4552"/>
                      <a:pt x="6048" y="4531"/>
                      <a:pt x="6048" y="4509"/>
                    </a:cubicBezTo>
                    <a:cubicBezTo>
                      <a:pt x="6070" y="4509"/>
                      <a:pt x="6091" y="4509"/>
                      <a:pt x="6113" y="4509"/>
                    </a:cubicBezTo>
                    <a:cubicBezTo>
                      <a:pt x="6113" y="4401"/>
                      <a:pt x="6113" y="4293"/>
                      <a:pt x="6113" y="4182"/>
                    </a:cubicBezTo>
                    <a:cubicBezTo>
                      <a:pt x="6092" y="4182"/>
                      <a:pt x="6070" y="4182"/>
                      <a:pt x="6048" y="4182"/>
                    </a:cubicBezTo>
                    <a:cubicBezTo>
                      <a:pt x="6048" y="4160"/>
                      <a:pt x="6048" y="4139"/>
                      <a:pt x="6048" y="4116"/>
                    </a:cubicBezTo>
                    <a:cubicBezTo>
                      <a:pt x="6027" y="4116"/>
                      <a:pt x="6005" y="4116"/>
                      <a:pt x="5983" y="4116"/>
                    </a:cubicBezTo>
                    <a:cubicBezTo>
                      <a:pt x="5983" y="4095"/>
                      <a:pt x="5983" y="4073"/>
                      <a:pt x="5983" y="4051"/>
                    </a:cubicBezTo>
                    <a:cubicBezTo>
                      <a:pt x="5918" y="4051"/>
                      <a:pt x="5853" y="4051"/>
                      <a:pt x="5787" y="4051"/>
                    </a:cubicBezTo>
                    <a:cubicBezTo>
                      <a:pt x="5787" y="4030"/>
                      <a:pt x="5787" y="4008"/>
                      <a:pt x="5787" y="3986"/>
                    </a:cubicBezTo>
                    <a:cubicBezTo>
                      <a:pt x="5744" y="3986"/>
                      <a:pt x="5701" y="3986"/>
                      <a:pt x="5656" y="3986"/>
                    </a:cubicBezTo>
                    <a:cubicBezTo>
                      <a:pt x="5656" y="3964"/>
                      <a:pt x="5656" y="3943"/>
                      <a:pt x="5656" y="3920"/>
                    </a:cubicBezTo>
                    <a:cubicBezTo>
                      <a:pt x="5635" y="3920"/>
                      <a:pt x="5613" y="3920"/>
                      <a:pt x="5591" y="3920"/>
                    </a:cubicBezTo>
                    <a:cubicBezTo>
                      <a:pt x="5591" y="3942"/>
                      <a:pt x="5591" y="3964"/>
                      <a:pt x="5591" y="3986"/>
                    </a:cubicBezTo>
                    <a:cubicBezTo>
                      <a:pt x="5526" y="3986"/>
                      <a:pt x="5461" y="3986"/>
                      <a:pt x="5395" y="3986"/>
                    </a:cubicBezTo>
                    <a:cubicBezTo>
                      <a:pt x="5395" y="4029"/>
                      <a:pt x="5395" y="4072"/>
                      <a:pt x="5395" y="4116"/>
                    </a:cubicBezTo>
                    <a:cubicBezTo>
                      <a:pt x="5114" y="4116"/>
                      <a:pt x="4834" y="4116"/>
                      <a:pt x="4545" y="4116"/>
                    </a:cubicBezTo>
                    <a:cubicBezTo>
                      <a:pt x="4545" y="4095"/>
                      <a:pt x="4545" y="4073"/>
                      <a:pt x="4545" y="4051"/>
                    </a:cubicBezTo>
                    <a:cubicBezTo>
                      <a:pt x="4524" y="4051"/>
                      <a:pt x="4502" y="4051"/>
                      <a:pt x="4480" y="4051"/>
                    </a:cubicBezTo>
                    <a:cubicBezTo>
                      <a:pt x="4480" y="4030"/>
                      <a:pt x="4480" y="4008"/>
                      <a:pt x="4480" y="3986"/>
                    </a:cubicBezTo>
                    <a:cubicBezTo>
                      <a:pt x="4415" y="3986"/>
                      <a:pt x="4351" y="3986"/>
                      <a:pt x="4284" y="3986"/>
                    </a:cubicBezTo>
                    <a:cubicBezTo>
                      <a:pt x="4284" y="4007"/>
                      <a:pt x="4284" y="4029"/>
                      <a:pt x="4284" y="4051"/>
                    </a:cubicBezTo>
                    <a:cubicBezTo>
                      <a:pt x="4262" y="4051"/>
                      <a:pt x="4241" y="4051"/>
                      <a:pt x="4219" y="4051"/>
                    </a:cubicBezTo>
                    <a:cubicBezTo>
                      <a:pt x="4219" y="4073"/>
                      <a:pt x="4219" y="4094"/>
                      <a:pt x="4219" y="4116"/>
                    </a:cubicBezTo>
                    <a:cubicBezTo>
                      <a:pt x="4025" y="4116"/>
                      <a:pt x="3830" y="4116"/>
                      <a:pt x="3631" y="4116"/>
                    </a:cubicBezTo>
                    <a:cubicBezTo>
                      <a:pt x="3631" y="4095"/>
                      <a:pt x="3631" y="4073"/>
                      <a:pt x="3631" y="4051"/>
                    </a:cubicBezTo>
                    <a:cubicBezTo>
                      <a:pt x="3609" y="4051"/>
                      <a:pt x="3587" y="4051"/>
                      <a:pt x="3565" y="4051"/>
                    </a:cubicBezTo>
                    <a:cubicBezTo>
                      <a:pt x="3565" y="3598"/>
                      <a:pt x="3565" y="3146"/>
                      <a:pt x="3565" y="2679"/>
                    </a:cubicBezTo>
                    <a:cubicBezTo>
                      <a:pt x="3544" y="2679"/>
                      <a:pt x="3522" y="2679"/>
                      <a:pt x="3500" y="2679"/>
                    </a:cubicBezTo>
                    <a:cubicBezTo>
                      <a:pt x="3500" y="2550"/>
                      <a:pt x="3500" y="2420"/>
                      <a:pt x="3500" y="2287"/>
                    </a:cubicBezTo>
                    <a:cubicBezTo>
                      <a:pt x="3521" y="2287"/>
                      <a:pt x="3543" y="2287"/>
                      <a:pt x="3565" y="2287"/>
                    </a:cubicBezTo>
                    <a:cubicBezTo>
                      <a:pt x="3565" y="2244"/>
                      <a:pt x="3565" y="2201"/>
                      <a:pt x="3565" y="2156"/>
                    </a:cubicBezTo>
                    <a:cubicBezTo>
                      <a:pt x="3587" y="2156"/>
                      <a:pt x="3608" y="2156"/>
                      <a:pt x="3631" y="2156"/>
                    </a:cubicBezTo>
                    <a:cubicBezTo>
                      <a:pt x="3631" y="2135"/>
                      <a:pt x="3631" y="2113"/>
                      <a:pt x="3631" y="2091"/>
                    </a:cubicBezTo>
                    <a:cubicBezTo>
                      <a:pt x="3652" y="2091"/>
                      <a:pt x="3674" y="2091"/>
                      <a:pt x="3696" y="2091"/>
                    </a:cubicBezTo>
                    <a:cubicBezTo>
                      <a:pt x="3696" y="2112"/>
                      <a:pt x="3696" y="2134"/>
                      <a:pt x="3696" y="2156"/>
                    </a:cubicBezTo>
                    <a:cubicBezTo>
                      <a:pt x="3761" y="2156"/>
                      <a:pt x="3825" y="2156"/>
                      <a:pt x="3892" y="2156"/>
                    </a:cubicBezTo>
                    <a:cubicBezTo>
                      <a:pt x="3892" y="2695"/>
                      <a:pt x="3892" y="3234"/>
                      <a:pt x="3892" y="3790"/>
                    </a:cubicBezTo>
                    <a:cubicBezTo>
                      <a:pt x="4690" y="3790"/>
                      <a:pt x="5487" y="3790"/>
                      <a:pt x="6309" y="3790"/>
                    </a:cubicBezTo>
                    <a:cubicBezTo>
                      <a:pt x="6309" y="3596"/>
                      <a:pt x="6309" y="3402"/>
                      <a:pt x="6309" y="3202"/>
                    </a:cubicBezTo>
                    <a:cubicBezTo>
                      <a:pt x="6288" y="3202"/>
                      <a:pt x="6266" y="3202"/>
                      <a:pt x="6244" y="3202"/>
                    </a:cubicBezTo>
                    <a:cubicBezTo>
                      <a:pt x="6244" y="3115"/>
                      <a:pt x="6244" y="3029"/>
                      <a:pt x="6244" y="2940"/>
                    </a:cubicBezTo>
                    <a:cubicBezTo>
                      <a:pt x="6223" y="2940"/>
                      <a:pt x="6201" y="2940"/>
                      <a:pt x="6179" y="2940"/>
                    </a:cubicBezTo>
                    <a:cubicBezTo>
                      <a:pt x="6179" y="2897"/>
                      <a:pt x="6179" y="2854"/>
                      <a:pt x="6179" y="2810"/>
                    </a:cubicBezTo>
                    <a:cubicBezTo>
                      <a:pt x="6157" y="2810"/>
                      <a:pt x="6136" y="2810"/>
                      <a:pt x="6113" y="2810"/>
                    </a:cubicBezTo>
                    <a:cubicBezTo>
                      <a:pt x="6113" y="2745"/>
                      <a:pt x="6113" y="2680"/>
                      <a:pt x="6113" y="2614"/>
                    </a:cubicBezTo>
                    <a:cubicBezTo>
                      <a:pt x="6092" y="2614"/>
                      <a:pt x="6070" y="2614"/>
                      <a:pt x="6048" y="2614"/>
                    </a:cubicBezTo>
                    <a:cubicBezTo>
                      <a:pt x="6048" y="2592"/>
                      <a:pt x="6048" y="2571"/>
                      <a:pt x="6048" y="2548"/>
                    </a:cubicBezTo>
                    <a:cubicBezTo>
                      <a:pt x="6027" y="2548"/>
                      <a:pt x="6005" y="2548"/>
                      <a:pt x="5983" y="2548"/>
                    </a:cubicBezTo>
                    <a:cubicBezTo>
                      <a:pt x="5983" y="2505"/>
                      <a:pt x="5983" y="2462"/>
                      <a:pt x="5983" y="2418"/>
                    </a:cubicBezTo>
                    <a:cubicBezTo>
                      <a:pt x="5961" y="2418"/>
                      <a:pt x="5940" y="2418"/>
                      <a:pt x="5917" y="2418"/>
                    </a:cubicBezTo>
                    <a:cubicBezTo>
                      <a:pt x="5917" y="2374"/>
                      <a:pt x="5917" y="2331"/>
                      <a:pt x="5917" y="2287"/>
                    </a:cubicBezTo>
                    <a:cubicBezTo>
                      <a:pt x="5896" y="2287"/>
                      <a:pt x="5874" y="2287"/>
                      <a:pt x="5852" y="2287"/>
                    </a:cubicBezTo>
                    <a:cubicBezTo>
                      <a:pt x="5853" y="2277"/>
                      <a:pt x="5854" y="2267"/>
                      <a:pt x="5855" y="2257"/>
                    </a:cubicBezTo>
                    <a:cubicBezTo>
                      <a:pt x="5852" y="2222"/>
                      <a:pt x="5852" y="2222"/>
                      <a:pt x="5830" y="2196"/>
                    </a:cubicBezTo>
                    <a:cubicBezTo>
                      <a:pt x="5820" y="2188"/>
                      <a:pt x="5810" y="2179"/>
                      <a:pt x="5800" y="2171"/>
                    </a:cubicBezTo>
                    <a:cubicBezTo>
                      <a:pt x="5794" y="2166"/>
                      <a:pt x="5794" y="2166"/>
                      <a:pt x="5766" y="2143"/>
                    </a:cubicBezTo>
                    <a:cubicBezTo>
                      <a:pt x="5754" y="2133"/>
                      <a:pt x="5742" y="2123"/>
                      <a:pt x="5730" y="2113"/>
                    </a:cubicBezTo>
                    <a:cubicBezTo>
                      <a:pt x="5649" y="2046"/>
                      <a:pt x="5577" y="1983"/>
                      <a:pt x="5517" y="1897"/>
                    </a:cubicBezTo>
                    <a:cubicBezTo>
                      <a:pt x="5470" y="1832"/>
                      <a:pt x="5470" y="1832"/>
                      <a:pt x="5423" y="1820"/>
                    </a:cubicBezTo>
                    <a:cubicBezTo>
                      <a:pt x="5390" y="1819"/>
                      <a:pt x="5362" y="1822"/>
                      <a:pt x="5329" y="1830"/>
                    </a:cubicBezTo>
                    <a:cubicBezTo>
                      <a:pt x="5329" y="1808"/>
                      <a:pt x="5329" y="1786"/>
                      <a:pt x="5329" y="1764"/>
                    </a:cubicBezTo>
                    <a:cubicBezTo>
                      <a:pt x="5308" y="1764"/>
                      <a:pt x="5286" y="1764"/>
                      <a:pt x="5264" y="1764"/>
                    </a:cubicBezTo>
                    <a:cubicBezTo>
                      <a:pt x="5264" y="1743"/>
                      <a:pt x="5264" y="1721"/>
                      <a:pt x="5264" y="1699"/>
                    </a:cubicBezTo>
                    <a:cubicBezTo>
                      <a:pt x="5221" y="1699"/>
                      <a:pt x="5178" y="1699"/>
                      <a:pt x="5133" y="1699"/>
                    </a:cubicBezTo>
                    <a:cubicBezTo>
                      <a:pt x="5133" y="1677"/>
                      <a:pt x="5133" y="1656"/>
                      <a:pt x="5133" y="1634"/>
                    </a:cubicBezTo>
                    <a:cubicBezTo>
                      <a:pt x="5090" y="1634"/>
                      <a:pt x="5047" y="1634"/>
                      <a:pt x="5003" y="1634"/>
                    </a:cubicBezTo>
                    <a:cubicBezTo>
                      <a:pt x="5003" y="1612"/>
                      <a:pt x="5003" y="1590"/>
                      <a:pt x="5003" y="1568"/>
                    </a:cubicBezTo>
                    <a:cubicBezTo>
                      <a:pt x="4960" y="1568"/>
                      <a:pt x="4916" y="1568"/>
                      <a:pt x="4872" y="1568"/>
                    </a:cubicBezTo>
                    <a:cubicBezTo>
                      <a:pt x="4872" y="1547"/>
                      <a:pt x="4872" y="1525"/>
                      <a:pt x="4872" y="1503"/>
                    </a:cubicBezTo>
                    <a:cubicBezTo>
                      <a:pt x="4738" y="1434"/>
                      <a:pt x="4627" y="1430"/>
                      <a:pt x="4480" y="1438"/>
                    </a:cubicBezTo>
                    <a:cubicBezTo>
                      <a:pt x="4480" y="1416"/>
                      <a:pt x="4480" y="1394"/>
                      <a:pt x="4480" y="1372"/>
                    </a:cubicBezTo>
                    <a:cubicBezTo>
                      <a:pt x="4412" y="1371"/>
                      <a:pt x="4344" y="1369"/>
                      <a:pt x="4276" y="1369"/>
                    </a:cubicBezTo>
                    <a:cubicBezTo>
                      <a:pt x="4253" y="1368"/>
                      <a:pt x="4230" y="1368"/>
                      <a:pt x="4207" y="1367"/>
                    </a:cubicBezTo>
                    <a:cubicBezTo>
                      <a:pt x="4173" y="1366"/>
                      <a:pt x="4140" y="1366"/>
                      <a:pt x="4107" y="1366"/>
                    </a:cubicBezTo>
                    <a:cubicBezTo>
                      <a:pt x="4096" y="1365"/>
                      <a:pt x="4086" y="1365"/>
                      <a:pt x="4076" y="1365"/>
                    </a:cubicBezTo>
                    <a:cubicBezTo>
                      <a:pt x="4000" y="1365"/>
                      <a:pt x="3946" y="1384"/>
                      <a:pt x="3892" y="1438"/>
                    </a:cubicBezTo>
                    <a:close/>
                    <a:moveTo>
                      <a:pt x="6767" y="4312"/>
                    </a:moveTo>
                    <a:cubicBezTo>
                      <a:pt x="6767" y="4334"/>
                      <a:pt x="6767" y="4356"/>
                      <a:pt x="6767" y="4378"/>
                    </a:cubicBezTo>
                    <a:cubicBezTo>
                      <a:pt x="6745" y="4378"/>
                      <a:pt x="6724" y="4378"/>
                      <a:pt x="6702" y="4378"/>
                    </a:cubicBezTo>
                    <a:cubicBezTo>
                      <a:pt x="6702" y="4399"/>
                      <a:pt x="6702" y="4421"/>
                      <a:pt x="6702" y="4443"/>
                    </a:cubicBezTo>
                    <a:cubicBezTo>
                      <a:pt x="6680" y="4443"/>
                      <a:pt x="6658" y="4443"/>
                      <a:pt x="6636" y="4443"/>
                    </a:cubicBezTo>
                    <a:cubicBezTo>
                      <a:pt x="6636" y="4465"/>
                      <a:pt x="6636" y="4486"/>
                      <a:pt x="6636" y="4509"/>
                    </a:cubicBezTo>
                    <a:cubicBezTo>
                      <a:pt x="6615" y="4509"/>
                      <a:pt x="6593" y="4509"/>
                      <a:pt x="6571" y="4509"/>
                    </a:cubicBezTo>
                    <a:cubicBezTo>
                      <a:pt x="6571" y="4530"/>
                      <a:pt x="6571" y="4552"/>
                      <a:pt x="6571" y="4574"/>
                    </a:cubicBezTo>
                    <a:cubicBezTo>
                      <a:pt x="6528" y="4574"/>
                      <a:pt x="6485" y="4574"/>
                      <a:pt x="6440" y="4574"/>
                    </a:cubicBezTo>
                    <a:cubicBezTo>
                      <a:pt x="6440" y="4617"/>
                      <a:pt x="6440" y="4660"/>
                      <a:pt x="6440" y="4705"/>
                    </a:cubicBezTo>
                    <a:cubicBezTo>
                      <a:pt x="6462" y="4705"/>
                      <a:pt x="6483" y="4705"/>
                      <a:pt x="6506" y="4705"/>
                    </a:cubicBezTo>
                    <a:cubicBezTo>
                      <a:pt x="6506" y="4726"/>
                      <a:pt x="6506" y="4748"/>
                      <a:pt x="6506" y="4770"/>
                    </a:cubicBezTo>
                    <a:cubicBezTo>
                      <a:pt x="6527" y="4770"/>
                      <a:pt x="6549" y="4770"/>
                      <a:pt x="6571" y="4770"/>
                    </a:cubicBezTo>
                    <a:cubicBezTo>
                      <a:pt x="6571" y="4813"/>
                      <a:pt x="6571" y="4856"/>
                      <a:pt x="6571" y="4901"/>
                    </a:cubicBezTo>
                    <a:cubicBezTo>
                      <a:pt x="6592" y="4901"/>
                      <a:pt x="6614" y="4901"/>
                      <a:pt x="6636" y="4901"/>
                    </a:cubicBezTo>
                    <a:cubicBezTo>
                      <a:pt x="6636" y="4922"/>
                      <a:pt x="6636" y="4944"/>
                      <a:pt x="6636" y="4966"/>
                    </a:cubicBezTo>
                    <a:cubicBezTo>
                      <a:pt x="6658" y="4966"/>
                      <a:pt x="6679" y="4966"/>
                      <a:pt x="6702" y="4966"/>
                    </a:cubicBezTo>
                    <a:cubicBezTo>
                      <a:pt x="6702" y="4987"/>
                      <a:pt x="6702" y="5009"/>
                      <a:pt x="6702" y="5031"/>
                    </a:cubicBezTo>
                    <a:cubicBezTo>
                      <a:pt x="6939" y="5031"/>
                      <a:pt x="7176" y="5031"/>
                      <a:pt x="7420" y="5031"/>
                    </a:cubicBezTo>
                    <a:cubicBezTo>
                      <a:pt x="7420" y="5010"/>
                      <a:pt x="7420" y="4988"/>
                      <a:pt x="7420" y="4966"/>
                    </a:cubicBezTo>
                    <a:cubicBezTo>
                      <a:pt x="7442" y="4966"/>
                      <a:pt x="7463" y="4966"/>
                      <a:pt x="7486" y="4966"/>
                    </a:cubicBezTo>
                    <a:cubicBezTo>
                      <a:pt x="7486" y="4944"/>
                      <a:pt x="7486" y="4923"/>
                      <a:pt x="7486" y="4901"/>
                    </a:cubicBezTo>
                    <a:cubicBezTo>
                      <a:pt x="8176" y="4901"/>
                      <a:pt x="8866" y="4901"/>
                      <a:pt x="9577" y="4901"/>
                    </a:cubicBezTo>
                    <a:cubicBezTo>
                      <a:pt x="9577" y="4879"/>
                      <a:pt x="9577" y="4857"/>
                      <a:pt x="9577" y="4835"/>
                    </a:cubicBezTo>
                    <a:cubicBezTo>
                      <a:pt x="9598" y="4835"/>
                      <a:pt x="9620" y="4835"/>
                      <a:pt x="9642" y="4835"/>
                    </a:cubicBezTo>
                    <a:cubicBezTo>
                      <a:pt x="9642" y="4792"/>
                      <a:pt x="9642" y="4749"/>
                      <a:pt x="9642" y="4705"/>
                    </a:cubicBezTo>
                    <a:cubicBezTo>
                      <a:pt x="9663" y="4705"/>
                      <a:pt x="9685" y="4705"/>
                      <a:pt x="9707" y="4705"/>
                    </a:cubicBezTo>
                    <a:cubicBezTo>
                      <a:pt x="9707" y="4640"/>
                      <a:pt x="9707" y="4575"/>
                      <a:pt x="9707" y="4509"/>
                    </a:cubicBezTo>
                    <a:cubicBezTo>
                      <a:pt x="9686" y="4509"/>
                      <a:pt x="9664" y="4509"/>
                      <a:pt x="9642" y="4509"/>
                    </a:cubicBezTo>
                    <a:cubicBezTo>
                      <a:pt x="9642" y="4465"/>
                      <a:pt x="9642" y="4422"/>
                      <a:pt x="9642" y="4378"/>
                    </a:cubicBezTo>
                    <a:cubicBezTo>
                      <a:pt x="9620" y="4378"/>
                      <a:pt x="9599" y="4378"/>
                      <a:pt x="9577" y="4378"/>
                    </a:cubicBezTo>
                    <a:cubicBezTo>
                      <a:pt x="9577" y="4356"/>
                      <a:pt x="9577" y="4335"/>
                      <a:pt x="9577" y="4312"/>
                    </a:cubicBezTo>
                    <a:cubicBezTo>
                      <a:pt x="8649" y="4312"/>
                      <a:pt x="7722" y="4312"/>
                      <a:pt x="6767" y="4312"/>
                    </a:cubicBezTo>
                    <a:close/>
                    <a:moveTo>
                      <a:pt x="6702" y="5619"/>
                    </a:moveTo>
                    <a:cubicBezTo>
                      <a:pt x="6702" y="5641"/>
                      <a:pt x="6702" y="5662"/>
                      <a:pt x="6702" y="5685"/>
                    </a:cubicBezTo>
                    <a:cubicBezTo>
                      <a:pt x="6680" y="5685"/>
                      <a:pt x="6658" y="5685"/>
                      <a:pt x="6636" y="5685"/>
                    </a:cubicBezTo>
                    <a:cubicBezTo>
                      <a:pt x="6636" y="5728"/>
                      <a:pt x="6636" y="5771"/>
                      <a:pt x="6636" y="5815"/>
                    </a:cubicBezTo>
                    <a:cubicBezTo>
                      <a:pt x="6615" y="5815"/>
                      <a:pt x="6593" y="5815"/>
                      <a:pt x="6571" y="5815"/>
                    </a:cubicBezTo>
                    <a:cubicBezTo>
                      <a:pt x="6571" y="5880"/>
                      <a:pt x="6571" y="5945"/>
                      <a:pt x="6571" y="6011"/>
                    </a:cubicBezTo>
                    <a:cubicBezTo>
                      <a:pt x="6592" y="6011"/>
                      <a:pt x="6614" y="6011"/>
                      <a:pt x="6636" y="6011"/>
                    </a:cubicBezTo>
                    <a:cubicBezTo>
                      <a:pt x="6636" y="6033"/>
                      <a:pt x="6636" y="6054"/>
                      <a:pt x="6636" y="6077"/>
                    </a:cubicBezTo>
                    <a:cubicBezTo>
                      <a:pt x="6658" y="6077"/>
                      <a:pt x="6679" y="6077"/>
                      <a:pt x="6702" y="6077"/>
                    </a:cubicBezTo>
                    <a:cubicBezTo>
                      <a:pt x="6702" y="6098"/>
                      <a:pt x="6702" y="6120"/>
                      <a:pt x="6702" y="6142"/>
                    </a:cubicBezTo>
                    <a:cubicBezTo>
                      <a:pt x="6723" y="6142"/>
                      <a:pt x="6745" y="6142"/>
                      <a:pt x="6767" y="6142"/>
                    </a:cubicBezTo>
                    <a:cubicBezTo>
                      <a:pt x="6767" y="6164"/>
                      <a:pt x="6767" y="6185"/>
                      <a:pt x="6767" y="6207"/>
                    </a:cubicBezTo>
                    <a:cubicBezTo>
                      <a:pt x="7694" y="6207"/>
                      <a:pt x="8621" y="6207"/>
                      <a:pt x="9577" y="6207"/>
                    </a:cubicBezTo>
                    <a:cubicBezTo>
                      <a:pt x="9577" y="6186"/>
                      <a:pt x="9577" y="6164"/>
                      <a:pt x="9577" y="6142"/>
                    </a:cubicBezTo>
                    <a:cubicBezTo>
                      <a:pt x="9598" y="6142"/>
                      <a:pt x="9620" y="6142"/>
                      <a:pt x="9642" y="6142"/>
                    </a:cubicBezTo>
                    <a:cubicBezTo>
                      <a:pt x="9642" y="6099"/>
                      <a:pt x="9642" y="6056"/>
                      <a:pt x="9642" y="6011"/>
                    </a:cubicBezTo>
                    <a:cubicBezTo>
                      <a:pt x="9663" y="6011"/>
                      <a:pt x="9685" y="6011"/>
                      <a:pt x="9707" y="6011"/>
                    </a:cubicBezTo>
                    <a:cubicBezTo>
                      <a:pt x="9707" y="5947"/>
                      <a:pt x="9707" y="5882"/>
                      <a:pt x="9707" y="5815"/>
                    </a:cubicBezTo>
                    <a:cubicBezTo>
                      <a:pt x="9686" y="5815"/>
                      <a:pt x="9664" y="5815"/>
                      <a:pt x="9642" y="5815"/>
                    </a:cubicBezTo>
                    <a:cubicBezTo>
                      <a:pt x="9642" y="5772"/>
                      <a:pt x="9642" y="5729"/>
                      <a:pt x="9642" y="5685"/>
                    </a:cubicBezTo>
                    <a:cubicBezTo>
                      <a:pt x="9620" y="5685"/>
                      <a:pt x="9599" y="5685"/>
                      <a:pt x="9577" y="5685"/>
                    </a:cubicBezTo>
                    <a:cubicBezTo>
                      <a:pt x="9577" y="5663"/>
                      <a:pt x="9577" y="5642"/>
                      <a:pt x="9577" y="5619"/>
                    </a:cubicBezTo>
                    <a:cubicBezTo>
                      <a:pt x="8628" y="5619"/>
                      <a:pt x="7679" y="5619"/>
                      <a:pt x="6702" y="5619"/>
                    </a:cubicBezTo>
                    <a:close/>
                    <a:moveTo>
                      <a:pt x="1344" y="7384"/>
                    </a:moveTo>
                    <a:cubicBezTo>
                      <a:pt x="1344" y="7405"/>
                      <a:pt x="1344" y="7427"/>
                      <a:pt x="1344" y="7449"/>
                    </a:cubicBezTo>
                    <a:cubicBezTo>
                      <a:pt x="1300" y="7449"/>
                      <a:pt x="1257" y="7449"/>
                      <a:pt x="1213" y="7449"/>
                    </a:cubicBezTo>
                    <a:cubicBezTo>
                      <a:pt x="1213" y="7470"/>
                      <a:pt x="1213" y="7492"/>
                      <a:pt x="1213" y="7514"/>
                    </a:cubicBezTo>
                    <a:cubicBezTo>
                      <a:pt x="1191" y="7514"/>
                      <a:pt x="1170" y="7514"/>
                      <a:pt x="1148" y="7514"/>
                    </a:cubicBezTo>
                    <a:cubicBezTo>
                      <a:pt x="1148" y="7536"/>
                      <a:pt x="1148" y="7557"/>
                      <a:pt x="1148" y="7580"/>
                    </a:cubicBezTo>
                    <a:cubicBezTo>
                      <a:pt x="1126" y="7580"/>
                      <a:pt x="1104" y="7580"/>
                      <a:pt x="1082" y="7580"/>
                    </a:cubicBezTo>
                    <a:cubicBezTo>
                      <a:pt x="1082" y="7623"/>
                      <a:pt x="1082" y="7666"/>
                      <a:pt x="1082" y="7710"/>
                    </a:cubicBezTo>
                    <a:cubicBezTo>
                      <a:pt x="1104" y="7710"/>
                      <a:pt x="1125" y="7710"/>
                      <a:pt x="1148" y="7710"/>
                    </a:cubicBezTo>
                    <a:cubicBezTo>
                      <a:pt x="1148" y="7732"/>
                      <a:pt x="1148" y="7753"/>
                      <a:pt x="1148" y="7776"/>
                    </a:cubicBezTo>
                    <a:cubicBezTo>
                      <a:pt x="1169" y="7776"/>
                      <a:pt x="1191" y="7776"/>
                      <a:pt x="1213" y="7776"/>
                    </a:cubicBezTo>
                    <a:cubicBezTo>
                      <a:pt x="1213" y="7797"/>
                      <a:pt x="1213" y="7819"/>
                      <a:pt x="1213" y="7841"/>
                    </a:cubicBezTo>
                    <a:cubicBezTo>
                      <a:pt x="1234" y="7841"/>
                      <a:pt x="1256" y="7841"/>
                      <a:pt x="1278" y="7841"/>
                    </a:cubicBezTo>
                    <a:cubicBezTo>
                      <a:pt x="1278" y="7862"/>
                      <a:pt x="1278" y="7884"/>
                      <a:pt x="1278" y="7906"/>
                    </a:cubicBezTo>
                    <a:cubicBezTo>
                      <a:pt x="1300" y="7906"/>
                      <a:pt x="1321" y="7906"/>
                      <a:pt x="1344" y="7906"/>
                    </a:cubicBezTo>
                    <a:cubicBezTo>
                      <a:pt x="1344" y="7928"/>
                      <a:pt x="1344" y="7949"/>
                      <a:pt x="1344" y="7972"/>
                    </a:cubicBezTo>
                    <a:cubicBezTo>
                      <a:pt x="1365" y="7972"/>
                      <a:pt x="1387" y="7972"/>
                      <a:pt x="1409" y="7972"/>
                    </a:cubicBezTo>
                    <a:cubicBezTo>
                      <a:pt x="1409" y="7993"/>
                      <a:pt x="1409" y="8015"/>
                      <a:pt x="1409" y="8037"/>
                    </a:cubicBezTo>
                    <a:cubicBezTo>
                      <a:pt x="1517" y="8037"/>
                      <a:pt x="1625" y="8037"/>
                      <a:pt x="1736" y="8037"/>
                    </a:cubicBezTo>
                    <a:cubicBezTo>
                      <a:pt x="1736" y="8015"/>
                      <a:pt x="1736" y="7994"/>
                      <a:pt x="1736" y="7972"/>
                    </a:cubicBezTo>
                    <a:cubicBezTo>
                      <a:pt x="1887" y="7972"/>
                      <a:pt x="2037" y="7972"/>
                      <a:pt x="2193" y="7972"/>
                    </a:cubicBezTo>
                    <a:cubicBezTo>
                      <a:pt x="2193" y="7993"/>
                      <a:pt x="2193" y="8015"/>
                      <a:pt x="2193" y="8037"/>
                    </a:cubicBezTo>
                    <a:cubicBezTo>
                      <a:pt x="3142" y="8037"/>
                      <a:pt x="4091" y="8037"/>
                      <a:pt x="5068" y="8037"/>
                    </a:cubicBezTo>
                    <a:cubicBezTo>
                      <a:pt x="5068" y="8058"/>
                      <a:pt x="5068" y="8080"/>
                      <a:pt x="5068" y="8102"/>
                    </a:cubicBezTo>
                    <a:cubicBezTo>
                      <a:pt x="5133" y="8102"/>
                      <a:pt x="5197" y="8102"/>
                      <a:pt x="5264" y="8102"/>
                    </a:cubicBezTo>
                    <a:cubicBezTo>
                      <a:pt x="5264" y="8081"/>
                      <a:pt x="5264" y="8059"/>
                      <a:pt x="5264" y="8037"/>
                    </a:cubicBezTo>
                    <a:cubicBezTo>
                      <a:pt x="5329" y="8037"/>
                      <a:pt x="5393" y="8037"/>
                      <a:pt x="5460" y="8037"/>
                    </a:cubicBezTo>
                    <a:cubicBezTo>
                      <a:pt x="5460" y="8015"/>
                      <a:pt x="5460" y="7994"/>
                      <a:pt x="5460" y="7972"/>
                    </a:cubicBezTo>
                    <a:cubicBezTo>
                      <a:pt x="5589" y="7972"/>
                      <a:pt x="5719" y="7972"/>
                      <a:pt x="5852" y="7972"/>
                    </a:cubicBezTo>
                    <a:cubicBezTo>
                      <a:pt x="5852" y="7950"/>
                      <a:pt x="5852" y="7928"/>
                      <a:pt x="5852" y="7906"/>
                    </a:cubicBezTo>
                    <a:cubicBezTo>
                      <a:pt x="5874" y="7906"/>
                      <a:pt x="5895" y="7906"/>
                      <a:pt x="5917" y="7906"/>
                    </a:cubicBezTo>
                    <a:cubicBezTo>
                      <a:pt x="5917" y="7885"/>
                      <a:pt x="5917" y="7863"/>
                      <a:pt x="5917" y="7841"/>
                    </a:cubicBezTo>
                    <a:cubicBezTo>
                      <a:pt x="5939" y="7841"/>
                      <a:pt x="5961" y="7841"/>
                      <a:pt x="5983" y="7841"/>
                    </a:cubicBezTo>
                    <a:cubicBezTo>
                      <a:pt x="5983" y="7798"/>
                      <a:pt x="5983" y="7755"/>
                      <a:pt x="5983" y="7710"/>
                    </a:cubicBezTo>
                    <a:cubicBezTo>
                      <a:pt x="6004" y="7710"/>
                      <a:pt x="6026" y="7710"/>
                      <a:pt x="6048" y="7710"/>
                    </a:cubicBezTo>
                    <a:cubicBezTo>
                      <a:pt x="6048" y="7624"/>
                      <a:pt x="6048" y="7538"/>
                      <a:pt x="6048" y="7449"/>
                    </a:cubicBezTo>
                    <a:cubicBezTo>
                      <a:pt x="6027" y="7449"/>
                      <a:pt x="6005" y="7449"/>
                      <a:pt x="5983" y="7449"/>
                    </a:cubicBezTo>
                    <a:cubicBezTo>
                      <a:pt x="5983" y="7427"/>
                      <a:pt x="5983" y="7406"/>
                      <a:pt x="5983" y="7384"/>
                    </a:cubicBezTo>
                    <a:cubicBezTo>
                      <a:pt x="4452" y="7384"/>
                      <a:pt x="2921" y="7384"/>
                      <a:pt x="1344" y="7384"/>
                    </a:cubicBezTo>
                    <a:close/>
                    <a:moveTo>
                      <a:pt x="8348" y="7685"/>
                    </a:moveTo>
                    <a:cubicBezTo>
                      <a:pt x="8299" y="7781"/>
                      <a:pt x="8316" y="7905"/>
                      <a:pt x="8319" y="8009"/>
                    </a:cubicBezTo>
                    <a:cubicBezTo>
                      <a:pt x="8319" y="8038"/>
                      <a:pt x="8320" y="8067"/>
                      <a:pt x="8320" y="8096"/>
                    </a:cubicBezTo>
                    <a:cubicBezTo>
                      <a:pt x="8320" y="8172"/>
                      <a:pt x="8322" y="8249"/>
                      <a:pt x="8324" y="8325"/>
                    </a:cubicBezTo>
                    <a:cubicBezTo>
                      <a:pt x="8326" y="8403"/>
                      <a:pt x="8326" y="8481"/>
                      <a:pt x="8327" y="8559"/>
                    </a:cubicBezTo>
                    <a:cubicBezTo>
                      <a:pt x="8329" y="8712"/>
                      <a:pt x="8332" y="8864"/>
                      <a:pt x="8335" y="9017"/>
                    </a:cubicBezTo>
                    <a:cubicBezTo>
                      <a:pt x="8357" y="9017"/>
                      <a:pt x="8378" y="9017"/>
                      <a:pt x="8400" y="9017"/>
                    </a:cubicBezTo>
                    <a:cubicBezTo>
                      <a:pt x="8400" y="9103"/>
                      <a:pt x="8400" y="9190"/>
                      <a:pt x="8400" y="9278"/>
                    </a:cubicBezTo>
                    <a:cubicBezTo>
                      <a:pt x="8379" y="9278"/>
                      <a:pt x="8357" y="9278"/>
                      <a:pt x="8335" y="9278"/>
                    </a:cubicBezTo>
                    <a:cubicBezTo>
                      <a:pt x="8335" y="9990"/>
                      <a:pt x="8335" y="10702"/>
                      <a:pt x="8335" y="11435"/>
                    </a:cubicBezTo>
                    <a:cubicBezTo>
                      <a:pt x="8357" y="11435"/>
                      <a:pt x="8378" y="11435"/>
                      <a:pt x="8400" y="11435"/>
                    </a:cubicBezTo>
                    <a:cubicBezTo>
                      <a:pt x="8400" y="11629"/>
                      <a:pt x="8400" y="11823"/>
                      <a:pt x="8400" y="12023"/>
                    </a:cubicBezTo>
                    <a:cubicBezTo>
                      <a:pt x="8422" y="12023"/>
                      <a:pt x="8444" y="12023"/>
                      <a:pt x="8466" y="12023"/>
                    </a:cubicBezTo>
                    <a:cubicBezTo>
                      <a:pt x="8466" y="12044"/>
                      <a:pt x="8466" y="12066"/>
                      <a:pt x="8466" y="12088"/>
                    </a:cubicBezTo>
                    <a:cubicBezTo>
                      <a:pt x="8832" y="12088"/>
                      <a:pt x="9199" y="12088"/>
                      <a:pt x="9577" y="12088"/>
                    </a:cubicBezTo>
                    <a:cubicBezTo>
                      <a:pt x="9577" y="12067"/>
                      <a:pt x="9577" y="12045"/>
                      <a:pt x="9577" y="12023"/>
                    </a:cubicBezTo>
                    <a:cubicBezTo>
                      <a:pt x="9598" y="12023"/>
                      <a:pt x="9620" y="12023"/>
                      <a:pt x="9642" y="12023"/>
                    </a:cubicBezTo>
                    <a:cubicBezTo>
                      <a:pt x="9642" y="12001"/>
                      <a:pt x="9642" y="11980"/>
                      <a:pt x="9642" y="11957"/>
                    </a:cubicBezTo>
                    <a:cubicBezTo>
                      <a:pt x="9663" y="11957"/>
                      <a:pt x="9685" y="11957"/>
                      <a:pt x="9707" y="11957"/>
                    </a:cubicBezTo>
                    <a:cubicBezTo>
                      <a:pt x="9707" y="11936"/>
                      <a:pt x="9707" y="11914"/>
                      <a:pt x="9707" y="11892"/>
                    </a:cubicBezTo>
                    <a:cubicBezTo>
                      <a:pt x="9729" y="11892"/>
                      <a:pt x="9750" y="11892"/>
                      <a:pt x="9773" y="11892"/>
                    </a:cubicBezTo>
                    <a:cubicBezTo>
                      <a:pt x="9773" y="11870"/>
                      <a:pt x="9773" y="11849"/>
                      <a:pt x="9773" y="11827"/>
                    </a:cubicBezTo>
                    <a:cubicBezTo>
                      <a:pt x="9794" y="11827"/>
                      <a:pt x="9816" y="11827"/>
                      <a:pt x="9838" y="11827"/>
                    </a:cubicBezTo>
                    <a:cubicBezTo>
                      <a:pt x="9838" y="11740"/>
                      <a:pt x="9838" y="11654"/>
                      <a:pt x="9838" y="11565"/>
                    </a:cubicBezTo>
                    <a:cubicBezTo>
                      <a:pt x="9816" y="11565"/>
                      <a:pt x="9795" y="11565"/>
                      <a:pt x="9773" y="11565"/>
                    </a:cubicBezTo>
                    <a:cubicBezTo>
                      <a:pt x="9773" y="11458"/>
                      <a:pt x="9773" y="11350"/>
                      <a:pt x="9773" y="11239"/>
                    </a:cubicBezTo>
                    <a:cubicBezTo>
                      <a:pt x="9751" y="11239"/>
                      <a:pt x="9729" y="11239"/>
                      <a:pt x="9707" y="11239"/>
                    </a:cubicBezTo>
                    <a:cubicBezTo>
                      <a:pt x="9707" y="11217"/>
                      <a:pt x="9707" y="11196"/>
                      <a:pt x="9707" y="11173"/>
                    </a:cubicBezTo>
                    <a:cubicBezTo>
                      <a:pt x="9686" y="11173"/>
                      <a:pt x="9664" y="11173"/>
                      <a:pt x="9642" y="11173"/>
                    </a:cubicBezTo>
                    <a:cubicBezTo>
                      <a:pt x="9642" y="10009"/>
                      <a:pt x="9642" y="8845"/>
                      <a:pt x="9642" y="7645"/>
                    </a:cubicBezTo>
                    <a:cubicBezTo>
                      <a:pt x="9599" y="7645"/>
                      <a:pt x="9556" y="7645"/>
                      <a:pt x="9511" y="7645"/>
                    </a:cubicBezTo>
                    <a:cubicBezTo>
                      <a:pt x="9511" y="7623"/>
                      <a:pt x="9511" y="7602"/>
                      <a:pt x="9511" y="7580"/>
                    </a:cubicBezTo>
                    <a:cubicBezTo>
                      <a:pt x="9382" y="7577"/>
                      <a:pt x="9253" y="7574"/>
                      <a:pt x="9123" y="7573"/>
                    </a:cubicBezTo>
                    <a:cubicBezTo>
                      <a:pt x="9063" y="7572"/>
                      <a:pt x="9003" y="7571"/>
                      <a:pt x="8943" y="7570"/>
                    </a:cubicBezTo>
                    <a:cubicBezTo>
                      <a:pt x="8885" y="7568"/>
                      <a:pt x="8827" y="7567"/>
                      <a:pt x="8769" y="7567"/>
                    </a:cubicBezTo>
                    <a:cubicBezTo>
                      <a:pt x="8747" y="7567"/>
                      <a:pt x="8725" y="7566"/>
                      <a:pt x="8703" y="7566"/>
                    </a:cubicBezTo>
                    <a:cubicBezTo>
                      <a:pt x="8569" y="7562"/>
                      <a:pt x="8434" y="7568"/>
                      <a:pt x="8348" y="7685"/>
                    </a:cubicBezTo>
                    <a:close/>
                    <a:moveTo>
                      <a:pt x="2585" y="8625"/>
                    </a:moveTo>
                    <a:cubicBezTo>
                      <a:pt x="2585" y="8647"/>
                      <a:pt x="2585" y="8668"/>
                      <a:pt x="2585" y="8690"/>
                    </a:cubicBezTo>
                    <a:cubicBezTo>
                      <a:pt x="2197" y="8690"/>
                      <a:pt x="1809" y="8690"/>
                      <a:pt x="1409" y="8690"/>
                    </a:cubicBezTo>
                    <a:cubicBezTo>
                      <a:pt x="1409" y="8712"/>
                      <a:pt x="1409" y="8733"/>
                      <a:pt x="1409" y="8756"/>
                    </a:cubicBezTo>
                    <a:cubicBezTo>
                      <a:pt x="1387" y="8756"/>
                      <a:pt x="1366" y="8756"/>
                      <a:pt x="1344" y="8756"/>
                    </a:cubicBezTo>
                    <a:cubicBezTo>
                      <a:pt x="1344" y="8777"/>
                      <a:pt x="1344" y="8799"/>
                      <a:pt x="1344" y="8821"/>
                    </a:cubicBezTo>
                    <a:cubicBezTo>
                      <a:pt x="1322" y="8821"/>
                      <a:pt x="1300" y="8821"/>
                      <a:pt x="1278" y="8821"/>
                    </a:cubicBezTo>
                    <a:cubicBezTo>
                      <a:pt x="1278" y="8843"/>
                      <a:pt x="1278" y="8864"/>
                      <a:pt x="1278" y="8886"/>
                    </a:cubicBezTo>
                    <a:cubicBezTo>
                      <a:pt x="1257" y="8886"/>
                      <a:pt x="1235" y="8886"/>
                      <a:pt x="1213" y="8886"/>
                    </a:cubicBezTo>
                    <a:cubicBezTo>
                      <a:pt x="1213" y="8951"/>
                      <a:pt x="1213" y="9016"/>
                      <a:pt x="1213" y="9082"/>
                    </a:cubicBezTo>
                    <a:cubicBezTo>
                      <a:pt x="1234" y="9082"/>
                      <a:pt x="1256" y="9082"/>
                      <a:pt x="1278" y="9082"/>
                    </a:cubicBezTo>
                    <a:cubicBezTo>
                      <a:pt x="1278" y="9126"/>
                      <a:pt x="1278" y="9169"/>
                      <a:pt x="1278" y="9213"/>
                    </a:cubicBezTo>
                    <a:cubicBezTo>
                      <a:pt x="1300" y="9213"/>
                      <a:pt x="1321" y="9213"/>
                      <a:pt x="1344" y="9213"/>
                    </a:cubicBezTo>
                    <a:cubicBezTo>
                      <a:pt x="1344" y="9235"/>
                      <a:pt x="1344" y="9256"/>
                      <a:pt x="1344" y="9278"/>
                    </a:cubicBezTo>
                    <a:cubicBezTo>
                      <a:pt x="1430" y="9278"/>
                      <a:pt x="1516" y="9278"/>
                      <a:pt x="1605" y="9278"/>
                    </a:cubicBezTo>
                    <a:cubicBezTo>
                      <a:pt x="1605" y="9300"/>
                      <a:pt x="1605" y="9322"/>
                      <a:pt x="1605" y="9344"/>
                    </a:cubicBezTo>
                    <a:cubicBezTo>
                      <a:pt x="1691" y="9344"/>
                      <a:pt x="1777" y="9344"/>
                      <a:pt x="1866" y="9344"/>
                    </a:cubicBezTo>
                    <a:cubicBezTo>
                      <a:pt x="1866" y="9365"/>
                      <a:pt x="1866" y="9387"/>
                      <a:pt x="1866" y="9409"/>
                    </a:cubicBezTo>
                    <a:cubicBezTo>
                      <a:pt x="2147" y="9409"/>
                      <a:pt x="2427" y="9409"/>
                      <a:pt x="2716" y="9409"/>
                    </a:cubicBezTo>
                    <a:cubicBezTo>
                      <a:pt x="2716" y="9388"/>
                      <a:pt x="2716" y="9366"/>
                      <a:pt x="2716" y="9344"/>
                    </a:cubicBezTo>
                    <a:cubicBezTo>
                      <a:pt x="2759" y="9344"/>
                      <a:pt x="2802" y="9344"/>
                      <a:pt x="2846" y="9344"/>
                    </a:cubicBezTo>
                    <a:cubicBezTo>
                      <a:pt x="2846" y="9322"/>
                      <a:pt x="2846" y="9301"/>
                      <a:pt x="2846" y="9278"/>
                    </a:cubicBezTo>
                    <a:cubicBezTo>
                      <a:pt x="3256" y="9278"/>
                      <a:pt x="3666" y="9278"/>
                      <a:pt x="4088" y="9278"/>
                    </a:cubicBezTo>
                    <a:cubicBezTo>
                      <a:pt x="4088" y="9300"/>
                      <a:pt x="4088" y="9322"/>
                      <a:pt x="4088" y="9344"/>
                    </a:cubicBezTo>
                    <a:cubicBezTo>
                      <a:pt x="4109" y="9344"/>
                      <a:pt x="4131" y="9344"/>
                      <a:pt x="4153" y="9344"/>
                    </a:cubicBezTo>
                    <a:cubicBezTo>
                      <a:pt x="4153" y="9365"/>
                      <a:pt x="4153" y="9387"/>
                      <a:pt x="4153" y="9409"/>
                    </a:cubicBezTo>
                    <a:cubicBezTo>
                      <a:pt x="4304" y="9409"/>
                      <a:pt x="4455" y="9409"/>
                      <a:pt x="4611" y="9409"/>
                    </a:cubicBezTo>
                    <a:cubicBezTo>
                      <a:pt x="4611" y="9388"/>
                      <a:pt x="4611" y="9366"/>
                      <a:pt x="4611" y="9344"/>
                    </a:cubicBezTo>
                    <a:cubicBezTo>
                      <a:pt x="4632" y="9344"/>
                      <a:pt x="4654" y="9344"/>
                      <a:pt x="4676" y="9344"/>
                    </a:cubicBezTo>
                    <a:cubicBezTo>
                      <a:pt x="4676" y="9322"/>
                      <a:pt x="4676" y="9301"/>
                      <a:pt x="4676" y="9278"/>
                    </a:cubicBezTo>
                    <a:cubicBezTo>
                      <a:pt x="4719" y="9278"/>
                      <a:pt x="4762" y="9278"/>
                      <a:pt x="4807" y="9278"/>
                    </a:cubicBezTo>
                    <a:cubicBezTo>
                      <a:pt x="4807" y="9257"/>
                      <a:pt x="4807" y="9235"/>
                      <a:pt x="4807" y="9213"/>
                    </a:cubicBezTo>
                    <a:cubicBezTo>
                      <a:pt x="4828" y="9213"/>
                      <a:pt x="4850" y="9213"/>
                      <a:pt x="4872" y="9213"/>
                    </a:cubicBezTo>
                    <a:cubicBezTo>
                      <a:pt x="4872" y="9192"/>
                      <a:pt x="4872" y="9170"/>
                      <a:pt x="4872" y="9148"/>
                    </a:cubicBezTo>
                    <a:cubicBezTo>
                      <a:pt x="4894" y="9148"/>
                      <a:pt x="4915" y="9148"/>
                      <a:pt x="4937" y="9148"/>
                    </a:cubicBezTo>
                    <a:cubicBezTo>
                      <a:pt x="4937" y="9126"/>
                      <a:pt x="4937" y="9105"/>
                      <a:pt x="4937" y="9082"/>
                    </a:cubicBezTo>
                    <a:cubicBezTo>
                      <a:pt x="4980" y="9082"/>
                      <a:pt x="5024" y="9082"/>
                      <a:pt x="5068" y="9082"/>
                    </a:cubicBezTo>
                    <a:cubicBezTo>
                      <a:pt x="5068" y="9061"/>
                      <a:pt x="5068" y="9039"/>
                      <a:pt x="5068" y="9017"/>
                    </a:cubicBezTo>
                    <a:cubicBezTo>
                      <a:pt x="5090" y="9017"/>
                      <a:pt x="5111" y="9017"/>
                      <a:pt x="5133" y="9017"/>
                    </a:cubicBezTo>
                    <a:cubicBezTo>
                      <a:pt x="5133" y="8952"/>
                      <a:pt x="5133" y="8888"/>
                      <a:pt x="5133" y="8821"/>
                    </a:cubicBezTo>
                    <a:cubicBezTo>
                      <a:pt x="5112" y="8821"/>
                      <a:pt x="5090" y="8821"/>
                      <a:pt x="5068" y="8821"/>
                    </a:cubicBezTo>
                    <a:cubicBezTo>
                      <a:pt x="5068" y="8799"/>
                      <a:pt x="5068" y="8778"/>
                      <a:pt x="5068" y="8756"/>
                    </a:cubicBezTo>
                    <a:cubicBezTo>
                      <a:pt x="5003" y="8756"/>
                      <a:pt x="4939" y="8756"/>
                      <a:pt x="4872" y="8756"/>
                    </a:cubicBezTo>
                    <a:cubicBezTo>
                      <a:pt x="4872" y="8734"/>
                      <a:pt x="4872" y="8713"/>
                      <a:pt x="4872" y="8690"/>
                    </a:cubicBezTo>
                    <a:cubicBezTo>
                      <a:pt x="4333" y="8690"/>
                      <a:pt x="3794" y="8690"/>
                      <a:pt x="3238" y="8690"/>
                    </a:cubicBezTo>
                    <a:cubicBezTo>
                      <a:pt x="3238" y="8669"/>
                      <a:pt x="3238" y="8647"/>
                      <a:pt x="3238" y="8625"/>
                    </a:cubicBezTo>
                    <a:cubicBezTo>
                      <a:pt x="3023" y="8625"/>
                      <a:pt x="2807" y="8625"/>
                      <a:pt x="2585" y="8625"/>
                    </a:cubicBezTo>
                    <a:close/>
                    <a:moveTo>
                      <a:pt x="7224" y="8756"/>
                    </a:moveTo>
                    <a:cubicBezTo>
                      <a:pt x="7224" y="8777"/>
                      <a:pt x="7224" y="8799"/>
                      <a:pt x="7224" y="8821"/>
                    </a:cubicBezTo>
                    <a:cubicBezTo>
                      <a:pt x="7052" y="8821"/>
                      <a:pt x="6879" y="8821"/>
                      <a:pt x="6702" y="8821"/>
                    </a:cubicBezTo>
                    <a:cubicBezTo>
                      <a:pt x="6702" y="8843"/>
                      <a:pt x="6702" y="8864"/>
                      <a:pt x="6702" y="8886"/>
                    </a:cubicBezTo>
                    <a:cubicBezTo>
                      <a:pt x="6680" y="8886"/>
                      <a:pt x="6658" y="8886"/>
                      <a:pt x="6636" y="8886"/>
                    </a:cubicBezTo>
                    <a:cubicBezTo>
                      <a:pt x="6636" y="9512"/>
                      <a:pt x="6636" y="10137"/>
                      <a:pt x="6636" y="10781"/>
                    </a:cubicBezTo>
                    <a:cubicBezTo>
                      <a:pt x="6615" y="10781"/>
                      <a:pt x="6593" y="10781"/>
                      <a:pt x="6571" y="10781"/>
                    </a:cubicBezTo>
                    <a:cubicBezTo>
                      <a:pt x="6571" y="10803"/>
                      <a:pt x="6571" y="10824"/>
                      <a:pt x="6571" y="10847"/>
                    </a:cubicBezTo>
                    <a:cubicBezTo>
                      <a:pt x="6528" y="10847"/>
                      <a:pt x="6485" y="10847"/>
                      <a:pt x="6440" y="10847"/>
                    </a:cubicBezTo>
                    <a:cubicBezTo>
                      <a:pt x="6440" y="10631"/>
                      <a:pt x="6440" y="10415"/>
                      <a:pt x="6440" y="10193"/>
                    </a:cubicBezTo>
                    <a:cubicBezTo>
                      <a:pt x="6397" y="10193"/>
                      <a:pt x="6354" y="10193"/>
                      <a:pt x="6309" y="10193"/>
                    </a:cubicBezTo>
                    <a:cubicBezTo>
                      <a:pt x="6309" y="10409"/>
                      <a:pt x="6309" y="10624"/>
                      <a:pt x="6309" y="10847"/>
                    </a:cubicBezTo>
                    <a:cubicBezTo>
                      <a:pt x="6266" y="10847"/>
                      <a:pt x="6223" y="10847"/>
                      <a:pt x="6179" y="10847"/>
                    </a:cubicBezTo>
                    <a:cubicBezTo>
                      <a:pt x="6179" y="10566"/>
                      <a:pt x="6179" y="10286"/>
                      <a:pt x="6179" y="9997"/>
                    </a:cubicBezTo>
                    <a:cubicBezTo>
                      <a:pt x="6157" y="9997"/>
                      <a:pt x="6136" y="9997"/>
                      <a:pt x="6113" y="9997"/>
                    </a:cubicBezTo>
                    <a:cubicBezTo>
                      <a:pt x="6113" y="9976"/>
                      <a:pt x="6113" y="9954"/>
                      <a:pt x="6113" y="9932"/>
                    </a:cubicBezTo>
                    <a:cubicBezTo>
                      <a:pt x="5941" y="9932"/>
                      <a:pt x="5768" y="9932"/>
                      <a:pt x="5591" y="9932"/>
                    </a:cubicBezTo>
                    <a:cubicBezTo>
                      <a:pt x="5591" y="9910"/>
                      <a:pt x="5591" y="9889"/>
                      <a:pt x="5591" y="9866"/>
                    </a:cubicBezTo>
                    <a:cubicBezTo>
                      <a:pt x="5483" y="9866"/>
                      <a:pt x="5375" y="9866"/>
                      <a:pt x="5264" y="9866"/>
                    </a:cubicBezTo>
                    <a:cubicBezTo>
                      <a:pt x="5264" y="9888"/>
                      <a:pt x="5264" y="9910"/>
                      <a:pt x="5264" y="9932"/>
                    </a:cubicBezTo>
                    <a:cubicBezTo>
                      <a:pt x="5156" y="9932"/>
                      <a:pt x="5048" y="9932"/>
                      <a:pt x="4937" y="9932"/>
                    </a:cubicBezTo>
                    <a:cubicBezTo>
                      <a:pt x="4937" y="9953"/>
                      <a:pt x="4937" y="9975"/>
                      <a:pt x="4937" y="9997"/>
                    </a:cubicBezTo>
                    <a:cubicBezTo>
                      <a:pt x="4916" y="9997"/>
                      <a:pt x="4894" y="9997"/>
                      <a:pt x="4872" y="9997"/>
                    </a:cubicBezTo>
                    <a:cubicBezTo>
                      <a:pt x="4872" y="10040"/>
                      <a:pt x="4872" y="10083"/>
                      <a:pt x="4872" y="10128"/>
                    </a:cubicBezTo>
                    <a:cubicBezTo>
                      <a:pt x="4850" y="10128"/>
                      <a:pt x="4829" y="10128"/>
                      <a:pt x="4807" y="10128"/>
                    </a:cubicBezTo>
                    <a:cubicBezTo>
                      <a:pt x="4807" y="10149"/>
                      <a:pt x="4807" y="10171"/>
                      <a:pt x="4807" y="10193"/>
                    </a:cubicBezTo>
                    <a:cubicBezTo>
                      <a:pt x="4785" y="10193"/>
                      <a:pt x="4764" y="10193"/>
                      <a:pt x="4741" y="10193"/>
                    </a:cubicBezTo>
                    <a:cubicBezTo>
                      <a:pt x="4741" y="10215"/>
                      <a:pt x="4741" y="10236"/>
                      <a:pt x="4741" y="10259"/>
                    </a:cubicBezTo>
                    <a:cubicBezTo>
                      <a:pt x="4720" y="10259"/>
                      <a:pt x="4698" y="10259"/>
                      <a:pt x="4676" y="10259"/>
                    </a:cubicBezTo>
                    <a:cubicBezTo>
                      <a:pt x="4676" y="10323"/>
                      <a:pt x="4676" y="10388"/>
                      <a:pt x="4676" y="10455"/>
                    </a:cubicBezTo>
                    <a:cubicBezTo>
                      <a:pt x="4698" y="10455"/>
                      <a:pt x="4719" y="10455"/>
                      <a:pt x="4741" y="10455"/>
                    </a:cubicBezTo>
                    <a:cubicBezTo>
                      <a:pt x="4741" y="10627"/>
                      <a:pt x="4741" y="10800"/>
                      <a:pt x="4741" y="10977"/>
                    </a:cubicBezTo>
                    <a:cubicBezTo>
                      <a:pt x="4763" y="10977"/>
                      <a:pt x="4784" y="10977"/>
                      <a:pt x="4807" y="10977"/>
                    </a:cubicBezTo>
                    <a:cubicBezTo>
                      <a:pt x="4807" y="11020"/>
                      <a:pt x="4807" y="11064"/>
                      <a:pt x="4807" y="11108"/>
                    </a:cubicBezTo>
                    <a:cubicBezTo>
                      <a:pt x="4828" y="11108"/>
                      <a:pt x="4850" y="11108"/>
                      <a:pt x="4872" y="11108"/>
                    </a:cubicBezTo>
                    <a:cubicBezTo>
                      <a:pt x="4872" y="11367"/>
                      <a:pt x="4872" y="11625"/>
                      <a:pt x="4872" y="11892"/>
                    </a:cubicBezTo>
                    <a:cubicBezTo>
                      <a:pt x="4894" y="11892"/>
                      <a:pt x="4915" y="11892"/>
                      <a:pt x="4937" y="11892"/>
                    </a:cubicBezTo>
                    <a:cubicBezTo>
                      <a:pt x="4937" y="11914"/>
                      <a:pt x="4937" y="11935"/>
                      <a:pt x="4937" y="11957"/>
                    </a:cubicBezTo>
                    <a:cubicBezTo>
                      <a:pt x="5131" y="11957"/>
                      <a:pt x="5325" y="11957"/>
                      <a:pt x="5525" y="11957"/>
                    </a:cubicBezTo>
                    <a:cubicBezTo>
                      <a:pt x="5525" y="11979"/>
                      <a:pt x="5525" y="12001"/>
                      <a:pt x="5525" y="12023"/>
                    </a:cubicBezTo>
                    <a:cubicBezTo>
                      <a:pt x="5547" y="12023"/>
                      <a:pt x="5569" y="12023"/>
                      <a:pt x="5591" y="12023"/>
                    </a:cubicBezTo>
                    <a:cubicBezTo>
                      <a:pt x="5591" y="12044"/>
                      <a:pt x="5591" y="12066"/>
                      <a:pt x="5591" y="12088"/>
                    </a:cubicBezTo>
                    <a:cubicBezTo>
                      <a:pt x="5742" y="12088"/>
                      <a:pt x="5893" y="12088"/>
                      <a:pt x="6048" y="12088"/>
                    </a:cubicBezTo>
                    <a:cubicBezTo>
                      <a:pt x="6048" y="12067"/>
                      <a:pt x="6048" y="12045"/>
                      <a:pt x="6048" y="12023"/>
                    </a:cubicBezTo>
                    <a:cubicBezTo>
                      <a:pt x="6070" y="12023"/>
                      <a:pt x="6091" y="12023"/>
                      <a:pt x="6113" y="12023"/>
                    </a:cubicBezTo>
                    <a:cubicBezTo>
                      <a:pt x="6113" y="11980"/>
                      <a:pt x="6113" y="11936"/>
                      <a:pt x="6113" y="11892"/>
                    </a:cubicBezTo>
                    <a:cubicBezTo>
                      <a:pt x="6135" y="11892"/>
                      <a:pt x="6157" y="11892"/>
                      <a:pt x="6179" y="11892"/>
                    </a:cubicBezTo>
                    <a:cubicBezTo>
                      <a:pt x="6179" y="11870"/>
                      <a:pt x="6179" y="11849"/>
                      <a:pt x="6179" y="11827"/>
                    </a:cubicBezTo>
                    <a:cubicBezTo>
                      <a:pt x="6200" y="11827"/>
                      <a:pt x="6222" y="11827"/>
                      <a:pt x="6244" y="11827"/>
                    </a:cubicBezTo>
                    <a:cubicBezTo>
                      <a:pt x="6244" y="11805"/>
                      <a:pt x="6244" y="11784"/>
                      <a:pt x="6244" y="11761"/>
                    </a:cubicBezTo>
                    <a:cubicBezTo>
                      <a:pt x="6287" y="11761"/>
                      <a:pt x="6330" y="11761"/>
                      <a:pt x="6375" y="11761"/>
                    </a:cubicBezTo>
                    <a:cubicBezTo>
                      <a:pt x="6375" y="11740"/>
                      <a:pt x="6375" y="11718"/>
                      <a:pt x="6375" y="11696"/>
                    </a:cubicBezTo>
                    <a:cubicBezTo>
                      <a:pt x="6310" y="11696"/>
                      <a:pt x="6245" y="11696"/>
                      <a:pt x="6179" y="11696"/>
                    </a:cubicBezTo>
                    <a:cubicBezTo>
                      <a:pt x="6179" y="11653"/>
                      <a:pt x="6179" y="11610"/>
                      <a:pt x="6179" y="11565"/>
                    </a:cubicBezTo>
                    <a:cubicBezTo>
                      <a:pt x="6211" y="11576"/>
                      <a:pt x="6211" y="11576"/>
                      <a:pt x="6375" y="11631"/>
                    </a:cubicBezTo>
                    <a:cubicBezTo>
                      <a:pt x="6375" y="11609"/>
                      <a:pt x="6375" y="11588"/>
                      <a:pt x="6375" y="11565"/>
                    </a:cubicBezTo>
                    <a:cubicBezTo>
                      <a:pt x="6396" y="11565"/>
                      <a:pt x="6418" y="11565"/>
                      <a:pt x="6440" y="11565"/>
                    </a:cubicBezTo>
                    <a:cubicBezTo>
                      <a:pt x="6440" y="11544"/>
                      <a:pt x="6440" y="11522"/>
                      <a:pt x="6440" y="11500"/>
                    </a:cubicBezTo>
                    <a:cubicBezTo>
                      <a:pt x="6483" y="11500"/>
                      <a:pt x="6526" y="11500"/>
                      <a:pt x="6571" y="11500"/>
                    </a:cubicBezTo>
                    <a:cubicBezTo>
                      <a:pt x="6571" y="11522"/>
                      <a:pt x="6571" y="11543"/>
                      <a:pt x="6571" y="11565"/>
                    </a:cubicBezTo>
                    <a:cubicBezTo>
                      <a:pt x="6592" y="11565"/>
                      <a:pt x="6614" y="11565"/>
                      <a:pt x="6636" y="11565"/>
                    </a:cubicBezTo>
                    <a:cubicBezTo>
                      <a:pt x="6636" y="11673"/>
                      <a:pt x="6636" y="11781"/>
                      <a:pt x="6636" y="11892"/>
                    </a:cubicBezTo>
                    <a:cubicBezTo>
                      <a:pt x="6658" y="11892"/>
                      <a:pt x="6679" y="11892"/>
                      <a:pt x="6702" y="11892"/>
                    </a:cubicBezTo>
                    <a:cubicBezTo>
                      <a:pt x="6702" y="11914"/>
                      <a:pt x="6702" y="11935"/>
                      <a:pt x="6702" y="11957"/>
                    </a:cubicBezTo>
                    <a:cubicBezTo>
                      <a:pt x="6982" y="11957"/>
                      <a:pt x="7262" y="11957"/>
                      <a:pt x="7551" y="11957"/>
                    </a:cubicBezTo>
                    <a:cubicBezTo>
                      <a:pt x="7551" y="11979"/>
                      <a:pt x="7551" y="12001"/>
                      <a:pt x="7551" y="12023"/>
                    </a:cubicBezTo>
                    <a:cubicBezTo>
                      <a:pt x="7594" y="12023"/>
                      <a:pt x="7637" y="12023"/>
                      <a:pt x="7682" y="12023"/>
                    </a:cubicBezTo>
                    <a:cubicBezTo>
                      <a:pt x="7682" y="12044"/>
                      <a:pt x="7682" y="12066"/>
                      <a:pt x="7682" y="12088"/>
                    </a:cubicBezTo>
                    <a:cubicBezTo>
                      <a:pt x="7725" y="12088"/>
                      <a:pt x="7768" y="12088"/>
                      <a:pt x="7812" y="12088"/>
                    </a:cubicBezTo>
                    <a:cubicBezTo>
                      <a:pt x="7812" y="12067"/>
                      <a:pt x="7812" y="12045"/>
                      <a:pt x="7812" y="12023"/>
                    </a:cubicBezTo>
                    <a:cubicBezTo>
                      <a:pt x="7834" y="12023"/>
                      <a:pt x="7855" y="12023"/>
                      <a:pt x="7878" y="12023"/>
                    </a:cubicBezTo>
                    <a:cubicBezTo>
                      <a:pt x="7878" y="12001"/>
                      <a:pt x="7878" y="11980"/>
                      <a:pt x="7878" y="11957"/>
                    </a:cubicBezTo>
                    <a:cubicBezTo>
                      <a:pt x="7921" y="11957"/>
                      <a:pt x="7964" y="11957"/>
                      <a:pt x="8008" y="11957"/>
                    </a:cubicBezTo>
                    <a:cubicBezTo>
                      <a:pt x="8008" y="11936"/>
                      <a:pt x="8008" y="11914"/>
                      <a:pt x="8008" y="11892"/>
                    </a:cubicBezTo>
                    <a:cubicBezTo>
                      <a:pt x="8051" y="11892"/>
                      <a:pt x="8095" y="11892"/>
                      <a:pt x="8139" y="11892"/>
                    </a:cubicBezTo>
                    <a:cubicBezTo>
                      <a:pt x="8139" y="11849"/>
                      <a:pt x="8139" y="11806"/>
                      <a:pt x="8139" y="11761"/>
                    </a:cubicBezTo>
                    <a:cubicBezTo>
                      <a:pt x="8161" y="11761"/>
                      <a:pt x="8182" y="11761"/>
                      <a:pt x="8204" y="11761"/>
                    </a:cubicBezTo>
                    <a:cubicBezTo>
                      <a:pt x="8204" y="11610"/>
                      <a:pt x="8204" y="11459"/>
                      <a:pt x="8204" y="11304"/>
                    </a:cubicBezTo>
                    <a:cubicBezTo>
                      <a:pt x="8226" y="11304"/>
                      <a:pt x="8247" y="11304"/>
                      <a:pt x="8270" y="11304"/>
                    </a:cubicBezTo>
                    <a:cubicBezTo>
                      <a:pt x="8270" y="11261"/>
                      <a:pt x="8270" y="11218"/>
                      <a:pt x="8270" y="11173"/>
                    </a:cubicBezTo>
                    <a:cubicBezTo>
                      <a:pt x="8248" y="11173"/>
                      <a:pt x="8227" y="11173"/>
                      <a:pt x="8204" y="11173"/>
                    </a:cubicBezTo>
                    <a:cubicBezTo>
                      <a:pt x="8204" y="10850"/>
                      <a:pt x="8204" y="10526"/>
                      <a:pt x="8204" y="10193"/>
                    </a:cubicBezTo>
                    <a:cubicBezTo>
                      <a:pt x="8226" y="10193"/>
                      <a:pt x="8247" y="10193"/>
                      <a:pt x="8270" y="10193"/>
                    </a:cubicBezTo>
                    <a:cubicBezTo>
                      <a:pt x="8270" y="10021"/>
                      <a:pt x="8270" y="9848"/>
                      <a:pt x="8270" y="9670"/>
                    </a:cubicBezTo>
                    <a:cubicBezTo>
                      <a:pt x="8248" y="9670"/>
                      <a:pt x="8227" y="9670"/>
                      <a:pt x="8204" y="9670"/>
                    </a:cubicBezTo>
                    <a:cubicBezTo>
                      <a:pt x="8204" y="9520"/>
                      <a:pt x="8204" y="9369"/>
                      <a:pt x="8204" y="9213"/>
                    </a:cubicBezTo>
                    <a:cubicBezTo>
                      <a:pt x="8161" y="9213"/>
                      <a:pt x="8118" y="9213"/>
                      <a:pt x="8074" y="9213"/>
                    </a:cubicBezTo>
                    <a:cubicBezTo>
                      <a:pt x="8074" y="9321"/>
                      <a:pt x="8074" y="9429"/>
                      <a:pt x="8074" y="9540"/>
                    </a:cubicBezTo>
                    <a:cubicBezTo>
                      <a:pt x="8052" y="9540"/>
                      <a:pt x="8031" y="9540"/>
                      <a:pt x="8008" y="9540"/>
                    </a:cubicBezTo>
                    <a:cubicBezTo>
                      <a:pt x="8008" y="10036"/>
                      <a:pt x="8008" y="10532"/>
                      <a:pt x="8008" y="11043"/>
                    </a:cubicBezTo>
                    <a:cubicBezTo>
                      <a:pt x="8030" y="11043"/>
                      <a:pt x="8051" y="11043"/>
                      <a:pt x="8074" y="11043"/>
                    </a:cubicBezTo>
                    <a:cubicBezTo>
                      <a:pt x="8074" y="11258"/>
                      <a:pt x="8074" y="11474"/>
                      <a:pt x="8074" y="11696"/>
                    </a:cubicBezTo>
                    <a:cubicBezTo>
                      <a:pt x="8052" y="11696"/>
                      <a:pt x="8031" y="11696"/>
                      <a:pt x="8008" y="11696"/>
                    </a:cubicBezTo>
                    <a:cubicBezTo>
                      <a:pt x="8008" y="11718"/>
                      <a:pt x="8008" y="11739"/>
                      <a:pt x="8008" y="11761"/>
                    </a:cubicBezTo>
                    <a:cubicBezTo>
                      <a:pt x="7965" y="11761"/>
                      <a:pt x="7922" y="11761"/>
                      <a:pt x="7878" y="11761"/>
                    </a:cubicBezTo>
                    <a:cubicBezTo>
                      <a:pt x="7878" y="10856"/>
                      <a:pt x="7878" y="9950"/>
                      <a:pt x="7878" y="9017"/>
                    </a:cubicBezTo>
                    <a:cubicBezTo>
                      <a:pt x="7921" y="9017"/>
                      <a:pt x="7964" y="9017"/>
                      <a:pt x="8008" y="9017"/>
                    </a:cubicBezTo>
                    <a:cubicBezTo>
                      <a:pt x="8008" y="9039"/>
                      <a:pt x="8008" y="9060"/>
                      <a:pt x="8008" y="9082"/>
                    </a:cubicBezTo>
                    <a:cubicBezTo>
                      <a:pt x="8030" y="9082"/>
                      <a:pt x="8051" y="9082"/>
                      <a:pt x="8074" y="9082"/>
                    </a:cubicBezTo>
                    <a:cubicBezTo>
                      <a:pt x="8074" y="9104"/>
                      <a:pt x="8074" y="9126"/>
                      <a:pt x="8074" y="9148"/>
                    </a:cubicBezTo>
                    <a:cubicBezTo>
                      <a:pt x="8125" y="9134"/>
                      <a:pt x="8165" y="9119"/>
                      <a:pt x="8204" y="9082"/>
                    </a:cubicBezTo>
                    <a:cubicBezTo>
                      <a:pt x="8216" y="9015"/>
                      <a:pt x="8212" y="8954"/>
                      <a:pt x="8204" y="8886"/>
                    </a:cubicBezTo>
                    <a:cubicBezTo>
                      <a:pt x="8183" y="8886"/>
                      <a:pt x="8161" y="8886"/>
                      <a:pt x="8139" y="8886"/>
                    </a:cubicBezTo>
                    <a:cubicBezTo>
                      <a:pt x="8139" y="8865"/>
                      <a:pt x="8139" y="8843"/>
                      <a:pt x="8139" y="8821"/>
                    </a:cubicBezTo>
                    <a:cubicBezTo>
                      <a:pt x="8096" y="8821"/>
                      <a:pt x="8053" y="8821"/>
                      <a:pt x="8008" y="8821"/>
                    </a:cubicBezTo>
                    <a:cubicBezTo>
                      <a:pt x="8008" y="8799"/>
                      <a:pt x="8008" y="8778"/>
                      <a:pt x="8008" y="8756"/>
                    </a:cubicBezTo>
                    <a:cubicBezTo>
                      <a:pt x="7750" y="8756"/>
                      <a:pt x="7491" y="8756"/>
                      <a:pt x="7224" y="8756"/>
                    </a:cubicBezTo>
                    <a:close/>
                    <a:moveTo>
                      <a:pt x="1605" y="9866"/>
                    </a:moveTo>
                    <a:cubicBezTo>
                      <a:pt x="1605" y="9888"/>
                      <a:pt x="1605" y="9910"/>
                      <a:pt x="1605" y="9932"/>
                    </a:cubicBezTo>
                    <a:cubicBezTo>
                      <a:pt x="1562" y="9932"/>
                      <a:pt x="1519" y="9932"/>
                      <a:pt x="1474" y="9932"/>
                    </a:cubicBezTo>
                    <a:cubicBezTo>
                      <a:pt x="1474" y="9953"/>
                      <a:pt x="1474" y="9975"/>
                      <a:pt x="1474" y="9997"/>
                    </a:cubicBezTo>
                    <a:cubicBezTo>
                      <a:pt x="1453" y="9997"/>
                      <a:pt x="1431" y="9997"/>
                      <a:pt x="1409" y="9997"/>
                    </a:cubicBezTo>
                    <a:cubicBezTo>
                      <a:pt x="1409" y="10019"/>
                      <a:pt x="1409" y="10040"/>
                      <a:pt x="1409" y="10062"/>
                    </a:cubicBezTo>
                    <a:cubicBezTo>
                      <a:pt x="1366" y="10062"/>
                      <a:pt x="1323" y="10062"/>
                      <a:pt x="1278" y="10062"/>
                    </a:cubicBezTo>
                    <a:cubicBezTo>
                      <a:pt x="1278" y="10084"/>
                      <a:pt x="1278" y="10106"/>
                      <a:pt x="1278" y="10128"/>
                    </a:cubicBezTo>
                    <a:cubicBezTo>
                      <a:pt x="1235" y="10128"/>
                      <a:pt x="1192" y="10128"/>
                      <a:pt x="1148" y="10128"/>
                    </a:cubicBezTo>
                    <a:cubicBezTo>
                      <a:pt x="1148" y="10149"/>
                      <a:pt x="1148" y="10171"/>
                      <a:pt x="1148" y="10193"/>
                    </a:cubicBezTo>
                    <a:cubicBezTo>
                      <a:pt x="1126" y="10193"/>
                      <a:pt x="1104" y="10193"/>
                      <a:pt x="1082" y="10193"/>
                    </a:cubicBezTo>
                    <a:cubicBezTo>
                      <a:pt x="1082" y="10215"/>
                      <a:pt x="1082" y="10236"/>
                      <a:pt x="1082" y="10259"/>
                    </a:cubicBezTo>
                    <a:cubicBezTo>
                      <a:pt x="1061" y="10259"/>
                      <a:pt x="1039" y="10259"/>
                      <a:pt x="1017" y="10259"/>
                    </a:cubicBezTo>
                    <a:cubicBezTo>
                      <a:pt x="1017" y="10323"/>
                      <a:pt x="1017" y="10388"/>
                      <a:pt x="1017" y="10455"/>
                    </a:cubicBezTo>
                    <a:cubicBezTo>
                      <a:pt x="1038" y="10455"/>
                      <a:pt x="1060" y="10455"/>
                      <a:pt x="1082" y="10455"/>
                    </a:cubicBezTo>
                    <a:cubicBezTo>
                      <a:pt x="1082" y="10476"/>
                      <a:pt x="1082" y="10498"/>
                      <a:pt x="1082" y="10520"/>
                    </a:cubicBezTo>
                    <a:cubicBezTo>
                      <a:pt x="1104" y="10520"/>
                      <a:pt x="1125" y="10520"/>
                      <a:pt x="1148" y="10520"/>
                    </a:cubicBezTo>
                    <a:cubicBezTo>
                      <a:pt x="1148" y="10541"/>
                      <a:pt x="1148" y="10563"/>
                      <a:pt x="1148" y="10585"/>
                    </a:cubicBezTo>
                    <a:cubicBezTo>
                      <a:pt x="1212" y="10585"/>
                      <a:pt x="1277" y="10585"/>
                      <a:pt x="1344" y="10585"/>
                    </a:cubicBezTo>
                    <a:cubicBezTo>
                      <a:pt x="1344" y="10607"/>
                      <a:pt x="1344" y="10628"/>
                      <a:pt x="1344" y="10651"/>
                    </a:cubicBezTo>
                    <a:cubicBezTo>
                      <a:pt x="1408" y="10651"/>
                      <a:pt x="1473" y="10651"/>
                      <a:pt x="1540" y="10651"/>
                    </a:cubicBezTo>
                    <a:cubicBezTo>
                      <a:pt x="1540" y="10672"/>
                      <a:pt x="1540" y="10694"/>
                      <a:pt x="1540" y="10716"/>
                    </a:cubicBezTo>
                    <a:cubicBezTo>
                      <a:pt x="1561" y="10716"/>
                      <a:pt x="1583" y="10716"/>
                      <a:pt x="1605" y="10716"/>
                    </a:cubicBezTo>
                    <a:cubicBezTo>
                      <a:pt x="1605" y="10737"/>
                      <a:pt x="1605" y="10759"/>
                      <a:pt x="1605" y="10781"/>
                    </a:cubicBezTo>
                    <a:cubicBezTo>
                      <a:pt x="1713" y="10781"/>
                      <a:pt x="1821" y="10781"/>
                      <a:pt x="1932" y="10781"/>
                    </a:cubicBezTo>
                    <a:cubicBezTo>
                      <a:pt x="1932" y="10760"/>
                      <a:pt x="1932" y="10738"/>
                      <a:pt x="1932" y="10716"/>
                    </a:cubicBezTo>
                    <a:cubicBezTo>
                      <a:pt x="1975" y="10716"/>
                      <a:pt x="2018" y="10716"/>
                      <a:pt x="2062" y="10716"/>
                    </a:cubicBezTo>
                    <a:cubicBezTo>
                      <a:pt x="2062" y="10694"/>
                      <a:pt x="2062" y="10673"/>
                      <a:pt x="2062" y="10651"/>
                    </a:cubicBezTo>
                    <a:cubicBezTo>
                      <a:pt x="2645" y="10651"/>
                      <a:pt x="3227" y="10651"/>
                      <a:pt x="3827" y="10651"/>
                    </a:cubicBezTo>
                    <a:cubicBezTo>
                      <a:pt x="3827" y="10629"/>
                      <a:pt x="3827" y="10607"/>
                      <a:pt x="3827" y="10585"/>
                    </a:cubicBezTo>
                    <a:cubicBezTo>
                      <a:pt x="3848" y="10585"/>
                      <a:pt x="3870" y="10585"/>
                      <a:pt x="3892" y="10585"/>
                    </a:cubicBezTo>
                    <a:cubicBezTo>
                      <a:pt x="3892" y="10564"/>
                      <a:pt x="3892" y="10542"/>
                      <a:pt x="3892" y="10520"/>
                    </a:cubicBezTo>
                    <a:cubicBezTo>
                      <a:pt x="3913" y="10520"/>
                      <a:pt x="3935" y="10520"/>
                      <a:pt x="3957" y="10520"/>
                    </a:cubicBezTo>
                    <a:cubicBezTo>
                      <a:pt x="3957" y="10498"/>
                      <a:pt x="3957" y="10477"/>
                      <a:pt x="3957" y="10455"/>
                    </a:cubicBezTo>
                    <a:cubicBezTo>
                      <a:pt x="3979" y="10455"/>
                      <a:pt x="4000" y="10455"/>
                      <a:pt x="4023" y="10455"/>
                    </a:cubicBezTo>
                    <a:cubicBezTo>
                      <a:pt x="4023" y="10411"/>
                      <a:pt x="4023" y="10368"/>
                      <a:pt x="4023" y="10324"/>
                    </a:cubicBezTo>
                    <a:cubicBezTo>
                      <a:pt x="4044" y="10324"/>
                      <a:pt x="4066" y="10324"/>
                      <a:pt x="4088" y="10324"/>
                    </a:cubicBezTo>
                    <a:cubicBezTo>
                      <a:pt x="4088" y="10302"/>
                      <a:pt x="4088" y="10281"/>
                      <a:pt x="4088" y="10259"/>
                    </a:cubicBezTo>
                    <a:cubicBezTo>
                      <a:pt x="4109" y="10259"/>
                      <a:pt x="4131" y="10259"/>
                      <a:pt x="4153" y="10259"/>
                    </a:cubicBezTo>
                    <a:cubicBezTo>
                      <a:pt x="4153" y="10215"/>
                      <a:pt x="4153" y="10172"/>
                      <a:pt x="4153" y="10128"/>
                    </a:cubicBezTo>
                    <a:cubicBezTo>
                      <a:pt x="4089" y="10128"/>
                      <a:pt x="4024" y="10128"/>
                      <a:pt x="3957" y="10128"/>
                    </a:cubicBezTo>
                    <a:cubicBezTo>
                      <a:pt x="3957" y="10106"/>
                      <a:pt x="3957" y="10085"/>
                      <a:pt x="3957" y="10062"/>
                    </a:cubicBezTo>
                    <a:cubicBezTo>
                      <a:pt x="3936" y="10062"/>
                      <a:pt x="3914" y="10062"/>
                      <a:pt x="3892" y="10062"/>
                    </a:cubicBezTo>
                    <a:cubicBezTo>
                      <a:pt x="3892" y="10041"/>
                      <a:pt x="3892" y="10019"/>
                      <a:pt x="3892" y="9997"/>
                    </a:cubicBezTo>
                    <a:cubicBezTo>
                      <a:pt x="3870" y="9997"/>
                      <a:pt x="3849" y="9997"/>
                      <a:pt x="3827" y="9997"/>
                    </a:cubicBezTo>
                    <a:cubicBezTo>
                      <a:pt x="3827" y="9976"/>
                      <a:pt x="3827" y="9954"/>
                      <a:pt x="3827" y="9932"/>
                    </a:cubicBezTo>
                    <a:cubicBezTo>
                      <a:pt x="3783" y="9932"/>
                      <a:pt x="3740" y="9932"/>
                      <a:pt x="3696" y="9932"/>
                    </a:cubicBezTo>
                    <a:cubicBezTo>
                      <a:pt x="3696" y="9910"/>
                      <a:pt x="3696" y="9889"/>
                      <a:pt x="3696" y="9866"/>
                    </a:cubicBezTo>
                    <a:cubicBezTo>
                      <a:pt x="3653" y="9866"/>
                      <a:pt x="3610" y="9866"/>
                      <a:pt x="3565" y="9866"/>
                    </a:cubicBezTo>
                    <a:cubicBezTo>
                      <a:pt x="3565" y="9888"/>
                      <a:pt x="3565" y="9910"/>
                      <a:pt x="3565" y="9932"/>
                    </a:cubicBezTo>
                    <a:cubicBezTo>
                      <a:pt x="3522" y="9932"/>
                      <a:pt x="3479" y="9932"/>
                      <a:pt x="3434" y="9932"/>
                    </a:cubicBezTo>
                    <a:cubicBezTo>
                      <a:pt x="3434" y="9953"/>
                      <a:pt x="3434" y="9975"/>
                      <a:pt x="3434" y="9997"/>
                    </a:cubicBezTo>
                    <a:cubicBezTo>
                      <a:pt x="3305" y="9997"/>
                      <a:pt x="3176" y="9997"/>
                      <a:pt x="3042" y="9997"/>
                    </a:cubicBezTo>
                    <a:cubicBezTo>
                      <a:pt x="3042" y="10019"/>
                      <a:pt x="3042" y="10040"/>
                      <a:pt x="3042" y="10062"/>
                    </a:cubicBezTo>
                    <a:cubicBezTo>
                      <a:pt x="2956" y="10062"/>
                      <a:pt x="2870" y="10062"/>
                      <a:pt x="2781" y="10062"/>
                    </a:cubicBezTo>
                    <a:cubicBezTo>
                      <a:pt x="2781" y="10041"/>
                      <a:pt x="2781" y="10019"/>
                      <a:pt x="2781" y="9997"/>
                    </a:cubicBezTo>
                    <a:cubicBezTo>
                      <a:pt x="2479" y="9997"/>
                      <a:pt x="2177" y="9997"/>
                      <a:pt x="1866" y="9997"/>
                    </a:cubicBezTo>
                    <a:cubicBezTo>
                      <a:pt x="1866" y="9976"/>
                      <a:pt x="1866" y="9954"/>
                      <a:pt x="1866" y="9932"/>
                    </a:cubicBezTo>
                    <a:cubicBezTo>
                      <a:pt x="1823" y="9932"/>
                      <a:pt x="1780" y="9932"/>
                      <a:pt x="1736" y="9932"/>
                    </a:cubicBezTo>
                    <a:cubicBezTo>
                      <a:pt x="1736" y="9910"/>
                      <a:pt x="1736" y="9889"/>
                      <a:pt x="1736" y="9866"/>
                    </a:cubicBezTo>
                    <a:cubicBezTo>
                      <a:pt x="1692" y="9866"/>
                      <a:pt x="1649" y="9866"/>
                      <a:pt x="1605" y="9866"/>
                    </a:cubicBezTo>
                    <a:close/>
                    <a:moveTo>
                      <a:pt x="2781" y="11239"/>
                    </a:moveTo>
                    <a:cubicBezTo>
                      <a:pt x="2781" y="11260"/>
                      <a:pt x="2781" y="11282"/>
                      <a:pt x="2781" y="11304"/>
                    </a:cubicBezTo>
                    <a:cubicBezTo>
                      <a:pt x="2738" y="11304"/>
                      <a:pt x="2695" y="11304"/>
                      <a:pt x="2650" y="11304"/>
                    </a:cubicBezTo>
                    <a:cubicBezTo>
                      <a:pt x="2650" y="11326"/>
                      <a:pt x="2650" y="11347"/>
                      <a:pt x="2650" y="11369"/>
                    </a:cubicBezTo>
                    <a:cubicBezTo>
                      <a:pt x="2219" y="11369"/>
                      <a:pt x="1788" y="11369"/>
                      <a:pt x="1344" y="11369"/>
                    </a:cubicBezTo>
                    <a:cubicBezTo>
                      <a:pt x="1344" y="11391"/>
                      <a:pt x="1344" y="11412"/>
                      <a:pt x="1344" y="11435"/>
                    </a:cubicBezTo>
                    <a:cubicBezTo>
                      <a:pt x="1322" y="11435"/>
                      <a:pt x="1300" y="11435"/>
                      <a:pt x="1278" y="11435"/>
                    </a:cubicBezTo>
                    <a:cubicBezTo>
                      <a:pt x="1278" y="11478"/>
                      <a:pt x="1278" y="11521"/>
                      <a:pt x="1278" y="11565"/>
                    </a:cubicBezTo>
                    <a:cubicBezTo>
                      <a:pt x="1257" y="11565"/>
                      <a:pt x="1235" y="11565"/>
                      <a:pt x="1213" y="11565"/>
                    </a:cubicBezTo>
                    <a:cubicBezTo>
                      <a:pt x="1213" y="11652"/>
                      <a:pt x="1213" y="11738"/>
                      <a:pt x="1213" y="11827"/>
                    </a:cubicBezTo>
                    <a:cubicBezTo>
                      <a:pt x="1234" y="11827"/>
                      <a:pt x="1256" y="11827"/>
                      <a:pt x="1278" y="11827"/>
                    </a:cubicBezTo>
                    <a:cubicBezTo>
                      <a:pt x="1278" y="11848"/>
                      <a:pt x="1278" y="11870"/>
                      <a:pt x="1278" y="11892"/>
                    </a:cubicBezTo>
                    <a:cubicBezTo>
                      <a:pt x="1300" y="11892"/>
                      <a:pt x="1321" y="11892"/>
                      <a:pt x="1344" y="11892"/>
                    </a:cubicBezTo>
                    <a:cubicBezTo>
                      <a:pt x="1344" y="11935"/>
                      <a:pt x="1344" y="11978"/>
                      <a:pt x="1344" y="12023"/>
                    </a:cubicBezTo>
                    <a:cubicBezTo>
                      <a:pt x="1365" y="12023"/>
                      <a:pt x="1387" y="12023"/>
                      <a:pt x="1409" y="12023"/>
                    </a:cubicBezTo>
                    <a:cubicBezTo>
                      <a:pt x="1409" y="12044"/>
                      <a:pt x="1409" y="12066"/>
                      <a:pt x="1409" y="12088"/>
                    </a:cubicBezTo>
                    <a:cubicBezTo>
                      <a:pt x="1560" y="12088"/>
                      <a:pt x="1711" y="12088"/>
                      <a:pt x="1866" y="12088"/>
                    </a:cubicBezTo>
                    <a:cubicBezTo>
                      <a:pt x="1866" y="12067"/>
                      <a:pt x="1866" y="12045"/>
                      <a:pt x="1866" y="12023"/>
                    </a:cubicBezTo>
                    <a:cubicBezTo>
                      <a:pt x="1909" y="12023"/>
                      <a:pt x="1953" y="12023"/>
                      <a:pt x="1997" y="12023"/>
                    </a:cubicBezTo>
                    <a:cubicBezTo>
                      <a:pt x="1997" y="12001"/>
                      <a:pt x="1997" y="11980"/>
                      <a:pt x="1997" y="11957"/>
                    </a:cubicBezTo>
                    <a:cubicBezTo>
                      <a:pt x="2169" y="11957"/>
                      <a:pt x="2342" y="11957"/>
                      <a:pt x="2520" y="11957"/>
                    </a:cubicBezTo>
                    <a:cubicBezTo>
                      <a:pt x="2520" y="11979"/>
                      <a:pt x="2520" y="12001"/>
                      <a:pt x="2520" y="12023"/>
                    </a:cubicBezTo>
                    <a:cubicBezTo>
                      <a:pt x="2563" y="12023"/>
                      <a:pt x="2606" y="12023"/>
                      <a:pt x="2650" y="12023"/>
                    </a:cubicBezTo>
                    <a:cubicBezTo>
                      <a:pt x="2650" y="12044"/>
                      <a:pt x="2650" y="12066"/>
                      <a:pt x="2650" y="12088"/>
                    </a:cubicBezTo>
                    <a:cubicBezTo>
                      <a:pt x="2672" y="12088"/>
                      <a:pt x="2694" y="12088"/>
                      <a:pt x="2716" y="12088"/>
                    </a:cubicBezTo>
                    <a:cubicBezTo>
                      <a:pt x="2716" y="12067"/>
                      <a:pt x="2716" y="12045"/>
                      <a:pt x="2716" y="12023"/>
                    </a:cubicBezTo>
                    <a:cubicBezTo>
                      <a:pt x="2759" y="12023"/>
                      <a:pt x="2802" y="12023"/>
                      <a:pt x="2846" y="12023"/>
                    </a:cubicBezTo>
                    <a:cubicBezTo>
                      <a:pt x="2846" y="12001"/>
                      <a:pt x="2846" y="11980"/>
                      <a:pt x="2846" y="11957"/>
                    </a:cubicBezTo>
                    <a:cubicBezTo>
                      <a:pt x="2933" y="11957"/>
                      <a:pt x="3019" y="11957"/>
                      <a:pt x="3108" y="11957"/>
                    </a:cubicBezTo>
                    <a:cubicBezTo>
                      <a:pt x="3108" y="11936"/>
                      <a:pt x="3108" y="11914"/>
                      <a:pt x="3108" y="11892"/>
                    </a:cubicBezTo>
                    <a:cubicBezTo>
                      <a:pt x="3129" y="11892"/>
                      <a:pt x="3151" y="11892"/>
                      <a:pt x="3173" y="11892"/>
                    </a:cubicBezTo>
                    <a:cubicBezTo>
                      <a:pt x="3173" y="11870"/>
                      <a:pt x="3173" y="11849"/>
                      <a:pt x="3173" y="11827"/>
                    </a:cubicBezTo>
                    <a:cubicBezTo>
                      <a:pt x="3195" y="11827"/>
                      <a:pt x="3216" y="11827"/>
                      <a:pt x="3238" y="11827"/>
                    </a:cubicBezTo>
                    <a:cubicBezTo>
                      <a:pt x="3238" y="11805"/>
                      <a:pt x="3238" y="11784"/>
                      <a:pt x="3238" y="11761"/>
                    </a:cubicBezTo>
                    <a:cubicBezTo>
                      <a:pt x="3260" y="11761"/>
                      <a:pt x="3282" y="11761"/>
                      <a:pt x="3304" y="11761"/>
                    </a:cubicBezTo>
                    <a:cubicBezTo>
                      <a:pt x="3304" y="11740"/>
                      <a:pt x="3304" y="11718"/>
                      <a:pt x="3304" y="11696"/>
                    </a:cubicBezTo>
                    <a:cubicBezTo>
                      <a:pt x="3325" y="11696"/>
                      <a:pt x="3347" y="11696"/>
                      <a:pt x="3369" y="11696"/>
                    </a:cubicBezTo>
                    <a:cubicBezTo>
                      <a:pt x="3369" y="11653"/>
                      <a:pt x="3369" y="11610"/>
                      <a:pt x="3369" y="11565"/>
                    </a:cubicBezTo>
                    <a:cubicBezTo>
                      <a:pt x="3348" y="11565"/>
                      <a:pt x="3326" y="11565"/>
                      <a:pt x="3304" y="11565"/>
                    </a:cubicBezTo>
                    <a:cubicBezTo>
                      <a:pt x="3304" y="11522"/>
                      <a:pt x="3304" y="11479"/>
                      <a:pt x="3304" y="11435"/>
                    </a:cubicBezTo>
                    <a:cubicBezTo>
                      <a:pt x="3282" y="11435"/>
                      <a:pt x="3261" y="11435"/>
                      <a:pt x="3238" y="11435"/>
                    </a:cubicBezTo>
                    <a:cubicBezTo>
                      <a:pt x="3238" y="11413"/>
                      <a:pt x="3238" y="11392"/>
                      <a:pt x="3238" y="11369"/>
                    </a:cubicBezTo>
                    <a:cubicBezTo>
                      <a:pt x="3195" y="11369"/>
                      <a:pt x="3152" y="11369"/>
                      <a:pt x="3108" y="11369"/>
                    </a:cubicBezTo>
                    <a:cubicBezTo>
                      <a:pt x="3108" y="11348"/>
                      <a:pt x="3108" y="11326"/>
                      <a:pt x="3108" y="11304"/>
                    </a:cubicBezTo>
                    <a:cubicBezTo>
                      <a:pt x="3086" y="11304"/>
                      <a:pt x="3065" y="11304"/>
                      <a:pt x="3042" y="11304"/>
                    </a:cubicBezTo>
                    <a:cubicBezTo>
                      <a:pt x="3042" y="11282"/>
                      <a:pt x="3042" y="11261"/>
                      <a:pt x="3042" y="11239"/>
                    </a:cubicBezTo>
                    <a:cubicBezTo>
                      <a:pt x="2956" y="11239"/>
                      <a:pt x="2870" y="11239"/>
                      <a:pt x="2781" y="11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15" cap="flat">
                <a:noFill/>
              </a:ln>
            </p:spPr>
          </p:sp>
          <p:sp>
            <p:nvSpPr>
              <p:cNvPr id="2001" name="ICON_C_FIGURES_HEADER_path_002"/>
              <p:cNvSpPr/>
              <p:nvPr/>
            </p:nvSpPr>
            <p:spPr>
              <a:xfrm>
                <a:off x="10078857" y="7052649"/>
                <a:ext cx="154348" cy="174264"/>
              </a:xfrm>
              <a:custGeom>
                <a:avLst/>
                <a:gdLst/>
                <a:ahLst/>
                <a:cxnLst/>
                <a:rect l="0" t="0" r="r" b="b"/>
                <a:pathLst>
                  <a:path w="12153" h="13722" fill="norm" stroke="0">
                    <a:moveTo>
                      <a:pt x="719" y="0"/>
                    </a:moveTo>
                    <a:cubicBezTo>
                      <a:pt x="3630" y="0"/>
                      <a:pt x="6541" y="0"/>
                      <a:pt x="9540" y="0"/>
                    </a:cubicBezTo>
                    <a:cubicBezTo>
                      <a:pt x="9540" y="22"/>
                      <a:pt x="9540" y="43"/>
                      <a:pt x="9540" y="65"/>
                    </a:cubicBezTo>
                    <a:cubicBezTo>
                      <a:pt x="9604" y="65"/>
                      <a:pt x="9669" y="65"/>
                      <a:pt x="9736" y="65"/>
                    </a:cubicBezTo>
                    <a:cubicBezTo>
                      <a:pt x="9736" y="87"/>
                      <a:pt x="9736" y="108"/>
                      <a:pt x="9736" y="131"/>
                    </a:cubicBezTo>
                    <a:cubicBezTo>
                      <a:pt x="9757" y="131"/>
                      <a:pt x="9779" y="131"/>
                      <a:pt x="9801" y="131"/>
                    </a:cubicBezTo>
                    <a:cubicBezTo>
                      <a:pt x="9801" y="152"/>
                      <a:pt x="9801" y="174"/>
                      <a:pt x="9801" y="196"/>
                    </a:cubicBezTo>
                    <a:cubicBezTo>
                      <a:pt x="9811" y="195"/>
                      <a:pt x="9821" y="194"/>
                      <a:pt x="9831" y="193"/>
                    </a:cubicBezTo>
                    <a:cubicBezTo>
                      <a:pt x="9866" y="196"/>
                      <a:pt x="9866" y="196"/>
                      <a:pt x="9892" y="218"/>
                    </a:cubicBezTo>
                    <a:cubicBezTo>
                      <a:pt x="9896" y="223"/>
                      <a:pt x="9896" y="223"/>
                      <a:pt x="9917" y="249"/>
                    </a:cubicBezTo>
                    <a:cubicBezTo>
                      <a:pt x="9926" y="260"/>
                      <a:pt x="9936" y="271"/>
                      <a:pt x="9945" y="282"/>
                    </a:cubicBezTo>
                    <a:cubicBezTo>
                      <a:pt x="9950" y="288"/>
                      <a:pt x="9950" y="288"/>
                      <a:pt x="9975" y="319"/>
                    </a:cubicBezTo>
                    <a:cubicBezTo>
                      <a:pt x="10051" y="410"/>
                      <a:pt x="10126" y="488"/>
                      <a:pt x="10222" y="560"/>
                    </a:cubicBezTo>
                    <a:cubicBezTo>
                      <a:pt x="10261" y="590"/>
                      <a:pt x="10298" y="623"/>
                      <a:pt x="10334" y="657"/>
                    </a:cubicBezTo>
                    <a:cubicBezTo>
                      <a:pt x="10345" y="668"/>
                      <a:pt x="10355" y="678"/>
                      <a:pt x="10366" y="688"/>
                    </a:cubicBezTo>
                    <a:cubicBezTo>
                      <a:pt x="10393" y="724"/>
                      <a:pt x="10394" y="741"/>
                      <a:pt x="10389" y="784"/>
                    </a:cubicBezTo>
                    <a:cubicBezTo>
                      <a:pt x="10399" y="783"/>
                      <a:pt x="10409" y="782"/>
                      <a:pt x="10419" y="781"/>
                    </a:cubicBezTo>
                    <a:cubicBezTo>
                      <a:pt x="10455" y="784"/>
                      <a:pt x="10455" y="784"/>
                      <a:pt x="10477" y="802"/>
                    </a:cubicBezTo>
                    <a:cubicBezTo>
                      <a:pt x="10484" y="811"/>
                      <a:pt x="10491" y="819"/>
                      <a:pt x="10498" y="828"/>
                    </a:cubicBezTo>
                    <a:cubicBezTo>
                      <a:pt x="10506" y="838"/>
                      <a:pt x="10514" y="847"/>
                      <a:pt x="10522" y="858"/>
                    </a:cubicBezTo>
                    <a:cubicBezTo>
                      <a:pt x="10527" y="863"/>
                      <a:pt x="10527" y="863"/>
                      <a:pt x="10549" y="891"/>
                    </a:cubicBezTo>
                    <a:cubicBezTo>
                      <a:pt x="10570" y="915"/>
                      <a:pt x="10590" y="939"/>
                      <a:pt x="10611" y="963"/>
                    </a:cubicBezTo>
                    <a:cubicBezTo>
                      <a:pt x="10617" y="970"/>
                      <a:pt x="10622" y="976"/>
                      <a:pt x="10628" y="983"/>
                    </a:cubicBezTo>
                    <a:cubicBezTo>
                      <a:pt x="10703" y="1069"/>
                      <a:pt x="10783" y="1149"/>
                      <a:pt x="10863" y="1230"/>
                    </a:cubicBezTo>
                    <a:cubicBezTo>
                      <a:pt x="10867" y="1234"/>
                      <a:pt x="10867" y="1234"/>
                      <a:pt x="10887" y="1254"/>
                    </a:cubicBezTo>
                    <a:cubicBezTo>
                      <a:pt x="10928" y="1295"/>
                      <a:pt x="10970" y="1336"/>
                      <a:pt x="11011" y="1377"/>
                    </a:cubicBezTo>
                    <a:cubicBezTo>
                      <a:pt x="11053" y="1419"/>
                      <a:pt x="11095" y="1461"/>
                      <a:pt x="11136" y="1503"/>
                    </a:cubicBezTo>
                    <a:cubicBezTo>
                      <a:pt x="11169" y="1536"/>
                      <a:pt x="11202" y="1569"/>
                      <a:pt x="11235" y="1602"/>
                    </a:cubicBezTo>
                    <a:cubicBezTo>
                      <a:pt x="11251" y="1617"/>
                      <a:pt x="11266" y="1633"/>
                      <a:pt x="11282" y="1648"/>
                    </a:cubicBezTo>
                    <a:cubicBezTo>
                      <a:pt x="11372" y="1739"/>
                      <a:pt x="11464" y="1824"/>
                      <a:pt x="11564" y="1905"/>
                    </a:cubicBezTo>
                    <a:cubicBezTo>
                      <a:pt x="11635" y="1962"/>
                      <a:pt x="11693" y="2026"/>
                      <a:pt x="11751" y="2097"/>
                    </a:cubicBezTo>
                    <a:cubicBezTo>
                      <a:pt x="11860" y="2229"/>
                      <a:pt x="11860" y="2229"/>
                      <a:pt x="11939" y="2273"/>
                    </a:cubicBezTo>
                    <a:cubicBezTo>
                      <a:pt x="11957" y="2287"/>
                      <a:pt x="11957" y="2287"/>
                      <a:pt x="11964" y="2324"/>
                    </a:cubicBezTo>
                    <a:cubicBezTo>
                      <a:pt x="11963" y="2328"/>
                      <a:pt x="11963" y="2328"/>
                      <a:pt x="11957" y="2352"/>
                    </a:cubicBezTo>
                    <a:cubicBezTo>
                      <a:pt x="11979" y="2352"/>
                      <a:pt x="12001" y="2352"/>
                      <a:pt x="12023" y="2352"/>
                    </a:cubicBezTo>
                    <a:cubicBezTo>
                      <a:pt x="12023" y="2395"/>
                      <a:pt x="12023" y="2439"/>
                      <a:pt x="12023" y="2483"/>
                    </a:cubicBezTo>
                    <a:cubicBezTo>
                      <a:pt x="12044" y="2483"/>
                      <a:pt x="12066" y="2483"/>
                      <a:pt x="12088" y="2483"/>
                    </a:cubicBezTo>
                    <a:cubicBezTo>
                      <a:pt x="12088" y="2526"/>
                      <a:pt x="12088" y="2569"/>
                      <a:pt x="12088" y="2614"/>
                    </a:cubicBezTo>
                    <a:cubicBezTo>
                      <a:pt x="12110" y="2614"/>
                      <a:pt x="12131" y="2614"/>
                      <a:pt x="12153" y="2614"/>
                    </a:cubicBezTo>
                    <a:cubicBezTo>
                      <a:pt x="12153" y="6042"/>
                      <a:pt x="12153" y="9471"/>
                      <a:pt x="12153" y="13003"/>
                    </a:cubicBezTo>
                    <a:cubicBezTo>
                      <a:pt x="12132" y="13003"/>
                      <a:pt x="12110" y="13003"/>
                      <a:pt x="12088" y="13003"/>
                    </a:cubicBezTo>
                    <a:cubicBezTo>
                      <a:pt x="12088" y="13068"/>
                      <a:pt x="12088" y="13132"/>
                      <a:pt x="12088" y="13199"/>
                    </a:cubicBezTo>
                    <a:cubicBezTo>
                      <a:pt x="12067" y="13199"/>
                      <a:pt x="12045" y="13199"/>
                      <a:pt x="12023" y="13199"/>
                    </a:cubicBezTo>
                    <a:cubicBezTo>
                      <a:pt x="12023" y="13242"/>
                      <a:pt x="12023" y="13285"/>
                      <a:pt x="12023" y="13330"/>
                    </a:cubicBezTo>
                    <a:cubicBezTo>
                      <a:pt x="12001" y="13330"/>
                      <a:pt x="11980" y="13330"/>
                      <a:pt x="11957" y="13330"/>
                    </a:cubicBezTo>
                    <a:cubicBezTo>
                      <a:pt x="11959" y="13339"/>
                      <a:pt x="11960" y="13348"/>
                      <a:pt x="11961" y="13358"/>
                    </a:cubicBezTo>
                    <a:cubicBezTo>
                      <a:pt x="11956" y="13408"/>
                      <a:pt x="11931" y="13431"/>
                      <a:pt x="11896" y="13464"/>
                    </a:cubicBezTo>
                    <a:cubicBezTo>
                      <a:pt x="11893" y="13467"/>
                      <a:pt x="11893" y="13467"/>
                      <a:pt x="11879" y="13482"/>
                    </a:cubicBezTo>
                    <a:cubicBezTo>
                      <a:pt x="11849" y="13512"/>
                      <a:pt x="11832" y="13525"/>
                      <a:pt x="11790" y="13529"/>
                    </a:cubicBezTo>
                    <a:cubicBezTo>
                      <a:pt x="11780" y="13528"/>
                      <a:pt x="11771" y="13527"/>
                      <a:pt x="11761" y="13526"/>
                    </a:cubicBezTo>
                    <a:cubicBezTo>
                      <a:pt x="11761" y="13547"/>
                      <a:pt x="11761" y="13569"/>
                      <a:pt x="11761" y="13591"/>
                    </a:cubicBezTo>
                    <a:cubicBezTo>
                      <a:pt x="11718" y="13591"/>
                      <a:pt x="11675" y="13591"/>
                      <a:pt x="11631" y="13591"/>
                    </a:cubicBezTo>
                    <a:cubicBezTo>
                      <a:pt x="11631" y="13612"/>
                      <a:pt x="11631" y="13634"/>
                      <a:pt x="11631" y="13656"/>
                    </a:cubicBezTo>
                    <a:cubicBezTo>
                      <a:pt x="11588" y="13656"/>
                      <a:pt x="11544" y="13656"/>
                      <a:pt x="11500" y="13656"/>
                    </a:cubicBezTo>
                    <a:cubicBezTo>
                      <a:pt x="11500" y="13678"/>
                      <a:pt x="11500" y="13699"/>
                      <a:pt x="11500" y="13722"/>
                    </a:cubicBezTo>
                    <a:cubicBezTo>
                      <a:pt x="7921" y="13722"/>
                      <a:pt x="4341" y="13722"/>
                      <a:pt x="653" y="13722"/>
                    </a:cubicBezTo>
                    <a:cubicBezTo>
                      <a:pt x="653" y="13700"/>
                      <a:pt x="653" y="13678"/>
                      <a:pt x="653" y="13656"/>
                    </a:cubicBezTo>
                    <a:cubicBezTo>
                      <a:pt x="610" y="13656"/>
                      <a:pt x="567" y="13656"/>
                      <a:pt x="523" y="13656"/>
                    </a:cubicBezTo>
                    <a:cubicBezTo>
                      <a:pt x="523" y="13635"/>
                      <a:pt x="523" y="13613"/>
                      <a:pt x="523" y="13591"/>
                    </a:cubicBezTo>
                    <a:cubicBezTo>
                      <a:pt x="480" y="13591"/>
                      <a:pt x="436" y="13591"/>
                      <a:pt x="392" y="13591"/>
                    </a:cubicBezTo>
                    <a:cubicBezTo>
                      <a:pt x="392" y="13569"/>
                      <a:pt x="392" y="13548"/>
                      <a:pt x="392" y="13526"/>
                    </a:cubicBezTo>
                    <a:cubicBezTo>
                      <a:pt x="383" y="13527"/>
                      <a:pt x="373" y="13528"/>
                      <a:pt x="364" y="13529"/>
                    </a:cubicBezTo>
                    <a:cubicBezTo>
                      <a:pt x="314" y="13524"/>
                      <a:pt x="291" y="13499"/>
                      <a:pt x="257" y="13464"/>
                    </a:cubicBezTo>
                    <a:cubicBezTo>
                      <a:pt x="254" y="13461"/>
                      <a:pt x="254" y="13461"/>
                      <a:pt x="239" y="13447"/>
                    </a:cubicBezTo>
                    <a:cubicBezTo>
                      <a:pt x="210" y="13417"/>
                      <a:pt x="197" y="13400"/>
                      <a:pt x="192" y="13358"/>
                    </a:cubicBezTo>
                    <a:cubicBezTo>
                      <a:pt x="193" y="13349"/>
                      <a:pt x="195" y="13339"/>
                      <a:pt x="196" y="13330"/>
                    </a:cubicBezTo>
                    <a:cubicBezTo>
                      <a:pt x="174" y="13330"/>
                      <a:pt x="153" y="13330"/>
                      <a:pt x="131" y="13330"/>
                    </a:cubicBezTo>
                    <a:cubicBezTo>
                      <a:pt x="131" y="13286"/>
                      <a:pt x="131" y="13243"/>
                      <a:pt x="131" y="13199"/>
                    </a:cubicBezTo>
                    <a:cubicBezTo>
                      <a:pt x="109" y="13199"/>
                      <a:pt x="88" y="13199"/>
                      <a:pt x="65" y="13199"/>
                    </a:cubicBezTo>
                    <a:cubicBezTo>
                      <a:pt x="65" y="9167"/>
                      <a:pt x="65" y="5134"/>
                      <a:pt x="65" y="980"/>
                    </a:cubicBezTo>
                    <a:cubicBezTo>
                      <a:pt x="44" y="980"/>
                      <a:pt x="22" y="980"/>
                      <a:pt x="0" y="980"/>
                    </a:cubicBezTo>
                    <a:cubicBezTo>
                      <a:pt x="0" y="915"/>
                      <a:pt x="0" y="851"/>
                      <a:pt x="0" y="784"/>
                    </a:cubicBezTo>
                    <a:cubicBezTo>
                      <a:pt x="22" y="784"/>
                      <a:pt x="43" y="784"/>
                      <a:pt x="65" y="784"/>
                    </a:cubicBezTo>
                    <a:cubicBezTo>
                      <a:pt x="65" y="698"/>
                      <a:pt x="65" y="612"/>
                      <a:pt x="65" y="523"/>
                    </a:cubicBezTo>
                    <a:cubicBezTo>
                      <a:pt x="87" y="523"/>
                      <a:pt x="108" y="523"/>
                      <a:pt x="131" y="523"/>
                    </a:cubicBezTo>
                    <a:cubicBezTo>
                      <a:pt x="131" y="480"/>
                      <a:pt x="131" y="436"/>
                      <a:pt x="131" y="392"/>
                    </a:cubicBezTo>
                    <a:cubicBezTo>
                      <a:pt x="152" y="392"/>
                      <a:pt x="174" y="392"/>
                      <a:pt x="196" y="392"/>
                    </a:cubicBezTo>
                    <a:cubicBezTo>
                      <a:pt x="195" y="383"/>
                      <a:pt x="194" y="373"/>
                      <a:pt x="192" y="364"/>
                    </a:cubicBezTo>
                    <a:cubicBezTo>
                      <a:pt x="197" y="314"/>
                      <a:pt x="222" y="291"/>
                      <a:pt x="257" y="257"/>
                    </a:cubicBezTo>
                    <a:cubicBezTo>
                      <a:pt x="263" y="251"/>
                      <a:pt x="269" y="245"/>
                      <a:pt x="274" y="239"/>
                    </a:cubicBezTo>
                    <a:cubicBezTo>
                      <a:pt x="304" y="210"/>
                      <a:pt x="322" y="197"/>
                      <a:pt x="364" y="192"/>
                    </a:cubicBezTo>
                    <a:cubicBezTo>
                      <a:pt x="373" y="193"/>
                      <a:pt x="382" y="195"/>
                      <a:pt x="392" y="196"/>
                    </a:cubicBezTo>
                    <a:cubicBezTo>
                      <a:pt x="392" y="174"/>
                      <a:pt x="392" y="153"/>
                      <a:pt x="392" y="131"/>
                    </a:cubicBezTo>
                    <a:cubicBezTo>
                      <a:pt x="506" y="76"/>
                      <a:pt x="592" y="56"/>
                      <a:pt x="719" y="65"/>
                    </a:cubicBezTo>
                    <a:cubicBezTo>
                      <a:pt x="719" y="44"/>
                      <a:pt x="719" y="22"/>
                      <a:pt x="719" y="0"/>
                    </a:cubicBezTo>
                    <a:close/>
                    <a:moveTo>
                      <a:pt x="1307" y="392"/>
                    </a:moveTo>
                    <a:cubicBezTo>
                      <a:pt x="1296" y="403"/>
                      <a:pt x="1285" y="414"/>
                      <a:pt x="1274" y="425"/>
                    </a:cubicBezTo>
                    <a:cubicBezTo>
                      <a:pt x="1249" y="430"/>
                      <a:pt x="1249" y="430"/>
                      <a:pt x="1219" y="431"/>
                    </a:cubicBezTo>
                    <a:cubicBezTo>
                      <a:pt x="1208" y="432"/>
                      <a:pt x="1197" y="433"/>
                      <a:pt x="1186" y="433"/>
                    </a:cubicBezTo>
                    <a:cubicBezTo>
                      <a:pt x="1174" y="434"/>
                      <a:pt x="1162" y="434"/>
                      <a:pt x="1149" y="435"/>
                    </a:cubicBezTo>
                    <a:cubicBezTo>
                      <a:pt x="1137" y="436"/>
                      <a:pt x="1125" y="436"/>
                      <a:pt x="1112" y="437"/>
                    </a:cubicBezTo>
                    <a:cubicBezTo>
                      <a:pt x="1073" y="439"/>
                      <a:pt x="1034" y="441"/>
                      <a:pt x="994" y="443"/>
                    </a:cubicBezTo>
                    <a:cubicBezTo>
                      <a:pt x="968" y="445"/>
                      <a:pt x="941" y="446"/>
                      <a:pt x="915" y="447"/>
                    </a:cubicBezTo>
                    <a:cubicBezTo>
                      <a:pt x="849" y="451"/>
                      <a:pt x="784" y="454"/>
                      <a:pt x="719" y="457"/>
                    </a:cubicBezTo>
                    <a:cubicBezTo>
                      <a:pt x="719" y="479"/>
                      <a:pt x="719" y="501"/>
                      <a:pt x="719" y="523"/>
                    </a:cubicBezTo>
                    <a:cubicBezTo>
                      <a:pt x="697" y="523"/>
                      <a:pt x="676" y="523"/>
                      <a:pt x="653" y="523"/>
                    </a:cubicBezTo>
                    <a:cubicBezTo>
                      <a:pt x="653" y="544"/>
                      <a:pt x="653" y="566"/>
                      <a:pt x="653" y="588"/>
                    </a:cubicBezTo>
                    <a:cubicBezTo>
                      <a:pt x="632" y="588"/>
                      <a:pt x="610" y="588"/>
                      <a:pt x="588" y="588"/>
                    </a:cubicBezTo>
                    <a:cubicBezTo>
                      <a:pt x="588" y="610"/>
                      <a:pt x="588" y="631"/>
                      <a:pt x="588" y="653"/>
                    </a:cubicBezTo>
                    <a:cubicBezTo>
                      <a:pt x="567" y="653"/>
                      <a:pt x="545" y="653"/>
                      <a:pt x="523" y="653"/>
                    </a:cubicBezTo>
                    <a:cubicBezTo>
                      <a:pt x="523" y="4729"/>
                      <a:pt x="523" y="8804"/>
                      <a:pt x="523" y="13003"/>
                    </a:cubicBezTo>
                    <a:cubicBezTo>
                      <a:pt x="544" y="13003"/>
                      <a:pt x="566" y="13003"/>
                      <a:pt x="588" y="13003"/>
                    </a:cubicBezTo>
                    <a:cubicBezTo>
                      <a:pt x="588" y="13046"/>
                      <a:pt x="588" y="13089"/>
                      <a:pt x="588" y="13134"/>
                    </a:cubicBezTo>
                    <a:cubicBezTo>
                      <a:pt x="610" y="13134"/>
                      <a:pt x="631" y="13134"/>
                      <a:pt x="653" y="13134"/>
                    </a:cubicBezTo>
                    <a:cubicBezTo>
                      <a:pt x="652" y="13144"/>
                      <a:pt x="651" y="13154"/>
                      <a:pt x="650" y="13164"/>
                    </a:cubicBezTo>
                    <a:cubicBezTo>
                      <a:pt x="653" y="13199"/>
                      <a:pt x="653" y="13199"/>
                      <a:pt x="673" y="13219"/>
                    </a:cubicBezTo>
                    <a:cubicBezTo>
                      <a:pt x="791" y="13282"/>
                      <a:pt x="915" y="13275"/>
                      <a:pt x="1046" y="13277"/>
                    </a:cubicBezTo>
                    <a:cubicBezTo>
                      <a:pt x="1071" y="13277"/>
                      <a:pt x="1097" y="13278"/>
                      <a:pt x="1122" y="13278"/>
                    </a:cubicBezTo>
                    <a:cubicBezTo>
                      <a:pt x="1188" y="13280"/>
                      <a:pt x="1255" y="13281"/>
                      <a:pt x="1321" y="13282"/>
                    </a:cubicBezTo>
                    <a:cubicBezTo>
                      <a:pt x="1428" y="13284"/>
                      <a:pt x="1535" y="13286"/>
                      <a:pt x="1641" y="13288"/>
                    </a:cubicBezTo>
                    <a:cubicBezTo>
                      <a:pt x="1678" y="13289"/>
                      <a:pt x="1716" y="13289"/>
                      <a:pt x="1753" y="13290"/>
                    </a:cubicBezTo>
                    <a:cubicBezTo>
                      <a:pt x="1776" y="13290"/>
                      <a:pt x="1798" y="13291"/>
                      <a:pt x="1821" y="13291"/>
                    </a:cubicBezTo>
                    <a:cubicBezTo>
                      <a:pt x="1831" y="13291"/>
                      <a:pt x="1842" y="13291"/>
                      <a:pt x="1852" y="13291"/>
                    </a:cubicBezTo>
                    <a:cubicBezTo>
                      <a:pt x="1924" y="13293"/>
                      <a:pt x="1924" y="13293"/>
                      <a:pt x="1960" y="13330"/>
                    </a:cubicBezTo>
                    <a:cubicBezTo>
                      <a:pt x="1995" y="13333"/>
                      <a:pt x="2028" y="13334"/>
                      <a:pt x="2062" y="13334"/>
                    </a:cubicBezTo>
                    <a:cubicBezTo>
                      <a:pt x="2072" y="13334"/>
                      <a:pt x="2082" y="13334"/>
                      <a:pt x="2093" y="13334"/>
                    </a:cubicBezTo>
                    <a:cubicBezTo>
                      <a:pt x="2114" y="13334"/>
                      <a:pt x="2135" y="13334"/>
                      <a:pt x="2156" y="13334"/>
                    </a:cubicBezTo>
                    <a:cubicBezTo>
                      <a:pt x="2189" y="13334"/>
                      <a:pt x="2221" y="13334"/>
                      <a:pt x="2254" y="13334"/>
                    </a:cubicBezTo>
                    <a:cubicBezTo>
                      <a:pt x="2274" y="13334"/>
                      <a:pt x="2295" y="13334"/>
                      <a:pt x="2316" y="13334"/>
                    </a:cubicBezTo>
                    <a:cubicBezTo>
                      <a:pt x="2325" y="13334"/>
                      <a:pt x="2335" y="13334"/>
                      <a:pt x="2345" y="13334"/>
                    </a:cubicBezTo>
                    <a:cubicBezTo>
                      <a:pt x="2414" y="13333"/>
                      <a:pt x="2414" y="13333"/>
                      <a:pt x="2450" y="13297"/>
                    </a:cubicBezTo>
                    <a:cubicBezTo>
                      <a:pt x="2482" y="13294"/>
                      <a:pt x="2512" y="13292"/>
                      <a:pt x="2543" y="13293"/>
                    </a:cubicBezTo>
                    <a:cubicBezTo>
                      <a:pt x="2553" y="13293"/>
                      <a:pt x="2563" y="13293"/>
                      <a:pt x="2572" y="13293"/>
                    </a:cubicBezTo>
                    <a:cubicBezTo>
                      <a:pt x="2605" y="13292"/>
                      <a:pt x="2637" y="13293"/>
                      <a:pt x="2669" y="13293"/>
                    </a:cubicBezTo>
                    <a:cubicBezTo>
                      <a:pt x="2693" y="13293"/>
                      <a:pt x="2716" y="13293"/>
                      <a:pt x="2739" y="13292"/>
                    </a:cubicBezTo>
                    <a:cubicBezTo>
                      <a:pt x="2802" y="13292"/>
                      <a:pt x="2865" y="13292"/>
                      <a:pt x="2928" y="13292"/>
                    </a:cubicBezTo>
                    <a:cubicBezTo>
                      <a:pt x="2993" y="13293"/>
                      <a:pt x="3059" y="13292"/>
                      <a:pt x="3125" y="13292"/>
                    </a:cubicBezTo>
                    <a:cubicBezTo>
                      <a:pt x="3235" y="13292"/>
                      <a:pt x="3346" y="13292"/>
                      <a:pt x="3456" y="13293"/>
                    </a:cubicBezTo>
                    <a:cubicBezTo>
                      <a:pt x="3584" y="13293"/>
                      <a:pt x="3711" y="13293"/>
                      <a:pt x="3839" y="13293"/>
                    </a:cubicBezTo>
                    <a:cubicBezTo>
                      <a:pt x="3949" y="13292"/>
                      <a:pt x="4058" y="13292"/>
                      <a:pt x="4168" y="13292"/>
                    </a:cubicBezTo>
                    <a:cubicBezTo>
                      <a:pt x="4233" y="13293"/>
                      <a:pt x="4299" y="13293"/>
                      <a:pt x="4364" y="13292"/>
                    </a:cubicBezTo>
                    <a:cubicBezTo>
                      <a:pt x="4426" y="13292"/>
                      <a:pt x="4488" y="13292"/>
                      <a:pt x="4549" y="13293"/>
                    </a:cubicBezTo>
                    <a:cubicBezTo>
                      <a:pt x="4572" y="13293"/>
                      <a:pt x="4594" y="13293"/>
                      <a:pt x="4617" y="13293"/>
                    </a:cubicBezTo>
                    <a:cubicBezTo>
                      <a:pt x="4648" y="13292"/>
                      <a:pt x="4679" y="13293"/>
                      <a:pt x="4710" y="13293"/>
                    </a:cubicBezTo>
                    <a:cubicBezTo>
                      <a:pt x="4719" y="13293"/>
                      <a:pt x="4728" y="13293"/>
                      <a:pt x="4737" y="13292"/>
                    </a:cubicBezTo>
                    <a:cubicBezTo>
                      <a:pt x="4799" y="13293"/>
                      <a:pt x="4799" y="13293"/>
                      <a:pt x="4835" y="13330"/>
                    </a:cubicBezTo>
                    <a:cubicBezTo>
                      <a:pt x="4869" y="13333"/>
                      <a:pt x="4900" y="13334"/>
                      <a:pt x="4933" y="13334"/>
                    </a:cubicBezTo>
                    <a:cubicBezTo>
                      <a:pt x="4942" y="13334"/>
                      <a:pt x="4951" y="13334"/>
                      <a:pt x="4960" y="13334"/>
                    </a:cubicBezTo>
                    <a:cubicBezTo>
                      <a:pt x="5027" y="13334"/>
                      <a:pt x="5027" y="13334"/>
                      <a:pt x="5064" y="13297"/>
                    </a:cubicBezTo>
                    <a:cubicBezTo>
                      <a:pt x="5099" y="13294"/>
                      <a:pt x="5131" y="13292"/>
                      <a:pt x="5166" y="13293"/>
                    </a:cubicBezTo>
                    <a:cubicBezTo>
                      <a:pt x="5177" y="13292"/>
                      <a:pt x="5187" y="13292"/>
                      <a:pt x="5198" y="13292"/>
                    </a:cubicBezTo>
                    <a:cubicBezTo>
                      <a:pt x="5234" y="13292"/>
                      <a:pt x="5270" y="13292"/>
                      <a:pt x="5306" y="13292"/>
                    </a:cubicBezTo>
                    <a:cubicBezTo>
                      <a:pt x="5332" y="13292"/>
                      <a:pt x="5358" y="13292"/>
                      <a:pt x="5384" y="13292"/>
                    </a:cubicBezTo>
                    <a:cubicBezTo>
                      <a:pt x="5456" y="13291"/>
                      <a:pt x="5527" y="13291"/>
                      <a:pt x="5599" y="13291"/>
                    </a:cubicBezTo>
                    <a:cubicBezTo>
                      <a:pt x="5676" y="13291"/>
                      <a:pt x="5753" y="13291"/>
                      <a:pt x="5830" y="13291"/>
                    </a:cubicBezTo>
                    <a:cubicBezTo>
                      <a:pt x="5964" y="13290"/>
                      <a:pt x="6097" y="13290"/>
                      <a:pt x="6231" y="13289"/>
                    </a:cubicBezTo>
                    <a:cubicBezTo>
                      <a:pt x="6433" y="13289"/>
                      <a:pt x="6636" y="13288"/>
                      <a:pt x="6838" y="13287"/>
                    </a:cubicBezTo>
                    <a:cubicBezTo>
                      <a:pt x="6919" y="13287"/>
                      <a:pt x="7000" y="13287"/>
                      <a:pt x="7082" y="13286"/>
                    </a:cubicBezTo>
                    <a:cubicBezTo>
                      <a:pt x="7091" y="13286"/>
                      <a:pt x="7100" y="13286"/>
                      <a:pt x="7109" y="13286"/>
                    </a:cubicBezTo>
                    <a:cubicBezTo>
                      <a:pt x="7324" y="13285"/>
                      <a:pt x="7538" y="13285"/>
                      <a:pt x="7753" y="13284"/>
                    </a:cubicBezTo>
                    <a:cubicBezTo>
                      <a:pt x="7763" y="13284"/>
                      <a:pt x="7772" y="13284"/>
                      <a:pt x="7782" y="13284"/>
                    </a:cubicBezTo>
                    <a:cubicBezTo>
                      <a:pt x="8001" y="13283"/>
                      <a:pt x="8220" y="13283"/>
                      <a:pt x="8439" y="13282"/>
                    </a:cubicBezTo>
                    <a:cubicBezTo>
                      <a:pt x="8449" y="13282"/>
                      <a:pt x="8458" y="13282"/>
                      <a:pt x="8468" y="13282"/>
                    </a:cubicBezTo>
                    <a:cubicBezTo>
                      <a:pt x="8515" y="13282"/>
                      <a:pt x="8563" y="13282"/>
                      <a:pt x="8610" y="13281"/>
                    </a:cubicBezTo>
                    <a:cubicBezTo>
                      <a:pt x="8620" y="13281"/>
                      <a:pt x="8629" y="13281"/>
                      <a:pt x="8639" y="13281"/>
                    </a:cubicBezTo>
                    <a:cubicBezTo>
                      <a:pt x="8658" y="13281"/>
                      <a:pt x="8677" y="13281"/>
                      <a:pt x="8696" y="13281"/>
                    </a:cubicBezTo>
                    <a:cubicBezTo>
                      <a:pt x="9009" y="13280"/>
                      <a:pt x="9322" y="13279"/>
                      <a:pt x="9635" y="13278"/>
                    </a:cubicBezTo>
                    <a:cubicBezTo>
                      <a:pt x="9680" y="13278"/>
                      <a:pt x="9724" y="13278"/>
                      <a:pt x="9768" y="13277"/>
                    </a:cubicBezTo>
                    <a:cubicBezTo>
                      <a:pt x="9777" y="13277"/>
                      <a:pt x="9785" y="13277"/>
                      <a:pt x="9794" y="13277"/>
                    </a:cubicBezTo>
                    <a:cubicBezTo>
                      <a:pt x="9935" y="13277"/>
                      <a:pt x="10075" y="13276"/>
                      <a:pt x="10215" y="13276"/>
                    </a:cubicBezTo>
                    <a:cubicBezTo>
                      <a:pt x="10356" y="13276"/>
                      <a:pt x="10497" y="13275"/>
                      <a:pt x="10637" y="13275"/>
                    </a:cubicBezTo>
                    <a:cubicBezTo>
                      <a:pt x="10714" y="13274"/>
                      <a:pt x="10790" y="13274"/>
                      <a:pt x="10866" y="13274"/>
                    </a:cubicBezTo>
                    <a:cubicBezTo>
                      <a:pt x="10936" y="13274"/>
                      <a:pt x="11006" y="13274"/>
                      <a:pt x="11076" y="13273"/>
                    </a:cubicBezTo>
                    <a:cubicBezTo>
                      <a:pt x="11101" y="13273"/>
                      <a:pt x="11126" y="13273"/>
                      <a:pt x="11152" y="13273"/>
                    </a:cubicBezTo>
                    <a:cubicBezTo>
                      <a:pt x="11377" y="13274"/>
                      <a:pt x="11377" y="13274"/>
                      <a:pt x="11480" y="13219"/>
                    </a:cubicBezTo>
                    <a:cubicBezTo>
                      <a:pt x="11500" y="13199"/>
                      <a:pt x="11500" y="13199"/>
                      <a:pt x="11503" y="13164"/>
                    </a:cubicBezTo>
                    <a:cubicBezTo>
                      <a:pt x="11502" y="13154"/>
                      <a:pt x="11501" y="13144"/>
                      <a:pt x="11500" y="13134"/>
                    </a:cubicBezTo>
                    <a:cubicBezTo>
                      <a:pt x="11510" y="13135"/>
                      <a:pt x="11520" y="13136"/>
                      <a:pt x="11530" y="13137"/>
                    </a:cubicBezTo>
                    <a:cubicBezTo>
                      <a:pt x="11565" y="13134"/>
                      <a:pt x="11565" y="13134"/>
                      <a:pt x="11586" y="13110"/>
                    </a:cubicBezTo>
                    <a:cubicBezTo>
                      <a:pt x="11626" y="13028"/>
                      <a:pt x="11639" y="12963"/>
                      <a:pt x="11631" y="12872"/>
                    </a:cubicBezTo>
                    <a:cubicBezTo>
                      <a:pt x="11652" y="12872"/>
                      <a:pt x="11674" y="12872"/>
                      <a:pt x="11696" y="12872"/>
                    </a:cubicBezTo>
                    <a:cubicBezTo>
                      <a:pt x="11696" y="10608"/>
                      <a:pt x="11696" y="8344"/>
                      <a:pt x="11696" y="6011"/>
                    </a:cubicBezTo>
                    <a:cubicBezTo>
                      <a:pt x="11718" y="6011"/>
                      <a:pt x="11739" y="6011"/>
                      <a:pt x="11761" y="6011"/>
                    </a:cubicBezTo>
                    <a:cubicBezTo>
                      <a:pt x="11761" y="5774"/>
                      <a:pt x="11761" y="5537"/>
                      <a:pt x="11761" y="5293"/>
                    </a:cubicBezTo>
                    <a:cubicBezTo>
                      <a:pt x="11740" y="5293"/>
                      <a:pt x="11718" y="5293"/>
                      <a:pt x="11696" y="5293"/>
                    </a:cubicBezTo>
                    <a:cubicBezTo>
                      <a:pt x="11696" y="4948"/>
                      <a:pt x="11696" y="4603"/>
                      <a:pt x="11696" y="4247"/>
                    </a:cubicBezTo>
                    <a:cubicBezTo>
                      <a:pt x="11718" y="4247"/>
                      <a:pt x="11739" y="4247"/>
                      <a:pt x="11761" y="4247"/>
                    </a:cubicBezTo>
                    <a:cubicBezTo>
                      <a:pt x="11761" y="4226"/>
                      <a:pt x="11761" y="4204"/>
                      <a:pt x="11761" y="4182"/>
                    </a:cubicBezTo>
                    <a:cubicBezTo>
                      <a:pt x="11804" y="4182"/>
                      <a:pt x="11848" y="4182"/>
                      <a:pt x="11892" y="4182"/>
                    </a:cubicBezTo>
                    <a:cubicBezTo>
                      <a:pt x="11892" y="4052"/>
                      <a:pt x="11892" y="3923"/>
                      <a:pt x="11892" y="3790"/>
                    </a:cubicBezTo>
                    <a:cubicBezTo>
                      <a:pt x="11849" y="3790"/>
                      <a:pt x="11806" y="3790"/>
                      <a:pt x="11761" y="3790"/>
                    </a:cubicBezTo>
                    <a:cubicBezTo>
                      <a:pt x="11761" y="3768"/>
                      <a:pt x="11761" y="3747"/>
                      <a:pt x="11761" y="3724"/>
                    </a:cubicBezTo>
                    <a:cubicBezTo>
                      <a:pt x="11740" y="3724"/>
                      <a:pt x="11718" y="3724"/>
                      <a:pt x="11696" y="3724"/>
                    </a:cubicBezTo>
                    <a:cubicBezTo>
                      <a:pt x="11696" y="3509"/>
                      <a:pt x="11696" y="3293"/>
                      <a:pt x="11696" y="3071"/>
                    </a:cubicBezTo>
                    <a:cubicBezTo>
                      <a:pt x="11718" y="3071"/>
                      <a:pt x="11739" y="3071"/>
                      <a:pt x="11761" y="3071"/>
                    </a:cubicBezTo>
                    <a:cubicBezTo>
                      <a:pt x="11761" y="3028"/>
                      <a:pt x="11761" y="2985"/>
                      <a:pt x="11761" y="2940"/>
                    </a:cubicBezTo>
                    <a:cubicBezTo>
                      <a:pt x="11718" y="2940"/>
                      <a:pt x="11675" y="2940"/>
                      <a:pt x="11631" y="2940"/>
                    </a:cubicBezTo>
                    <a:cubicBezTo>
                      <a:pt x="11631" y="2919"/>
                      <a:pt x="11631" y="2897"/>
                      <a:pt x="11631" y="2875"/>
                    </a:cubicBezTo>
                    <a:cubicBezTo>
                      <a:pt x="11620" y="2875"/>
                      <a:pt x="11610" y="2875"/>
                      <a:pt x="11599" y="2875"/>
                    </a:cubicBezTo>
                    <a:cubicBezTo>
                      <a:pt x="11345" y="2874"/>
                      <a:pt x="11090" y="2872"/>
                      <a:pt x="10836" y="2869"/>
                    </a:cubicBezTo>
                    <a:cubicBezTo>
                      <a:pt x="10713" y="2868"/>
                      <a:pt x="10590" y="2867"/>
                      <a:pt x="10467" y="2866"/>
                    </a:cubicBezTo>
                    <a:cubicBezTo>
                      <a:pt x="10359" y="2866"/>
                      <a:pt x="10252" y="2865"/>
                      <a:pt x="10145" y="2863"/>
                    </a:cubicBezTo>
                    <a:cubicBezTo>
                      <a:pt x="10088" y="2863"/>
                      <a:pt x="10031" y="2862"/>
                      <a:pt x="9974" y="2862"/>
                    </a:cubicBezTo>
                    <a:cubicBezTo>
                      <a:pt x="9538" y="2862"/>
                      <a:pt x="9538" y="2862"/>
                      <a:pt x="9409" y="2746"/>
                    </a:cubicBezTo>
                    <a:cubicBezTo>
                      <a:pt x="9398" y="2735"/>
                      <a:pt x="9388" y="2723"/>
                      <a:pt x="9376" y="2712"/>
                    </a:cubicBezTo>
                    <a:cubicBezTo>
                      <a:pt x="9371" y="2706"/>
                      <a:pt x="9371" y="2706"/>
                      <a:pt x="9341" y="2680"/>
                    </a:cubicBezTo>
                    <a:cubicBezTo>
                      <a:pt x="9215" y="2540"/>
                      <a:pt x="9235" y="2313"/>
                      <a:pt x="9232" y="2138"/>
                    </a:cubicBezTo>
                    <a:cubicBezTo>
                      <a:pt x="9232" y="2108"/>
                      <a:pt x="9231" y="2079"/>
                      <a:pt x="9230" y="2049"/>
                    </a:cubicBezTo>
                    <a:cubicBezTo>
                      <a:pt x="9229" y="1971"/>
                      <a:pt x="9227" y="1894"/>
                      <a:pt x="9226" y="1816"/>
                    </a:cubicBezTo>
                    <a:cubicBezTo>
                      <a:pt x="9225" y="1736"/>
                      <a:pt x="9223" y="1657"/>
                      <a:pt x="9221" y="1577"/>
                    </a:cubicBezTo>
                    <a:cubicBezTo>
                      <a:pt x="9218" y="1422"/>
                      <a:pt x="9216" y="1266"/>
                      <a:pt x="9213" y="1111"/>
                    </a:cubicBezTo>
                    <a:cubicBezTo>
                      <a:pt x="9235" y="1111"/>
                      <a:pt x="9256" y="1111"/>
                      <a:pt x="9278" y="1111"/>
                    </a:cubicBezTo>
                    <a:cubicBezTo>
                      <a:pt x="9282" y="1029"/>
                      <a:pt x="9284" y="948"/>
                      <a:pt x="9286" y="867"/>
                    </a:cubicBezTo>
                    <a:cubicBezTo>
                      <a:pt x="9286" y="839"/>
                      <a:pt x="9287" y="811"/>
                      <a:pt x="9288" y="784"/>
                    </a:cubicBezTo>
                    <a:cubicBezTo>
                      <a:pt x="9290" y="744"/>
                      <a:pt x="9291" y="704"/>
                      <a:pt x="9291" y="664"/>
                    </a:cubicBezTo>
                    <a:cubicBezTo>
                      <a:pt x="9292" y="652"/>
                      <a:pt x="9293" y="640"/>
                      <a:pt x="9293" y="627"/>
                    </a:cubicBezTo>
                    <a:cubicBezTo>
                      <a:pt x="9293" y="557"/>
                      <a:pt x="9276" y="506"/>
                      <a:pt x="9235" y="449"/>
                    </a:cubicBezTo>
                    <a:cubicBezTo>
                      <a:pt x="9123" y="349"/>
                      <a:pt x="8959" y="376"/>
                      <a:pt x="8818" y="379"/>
                    </a:cubicBezTo>
                    <a:cubicBezTo>
                      <a:pt x="8774" y="380"/>
                      <a:pt x="8731" y="380"/>
                      <a:pt x="8687" y="380"/>
                    </a:cubicBezTo>
                    <a:cubicBezTo>
                      <a:pt x="8605" y="380"/>
                      <a:pt x="8522" y="381"/>
                      <a:pt x="8440" y="383"/>
                    </a:cubicBezTo>
                    <a:cubicBezTo>
                      <a:pt x="8346" y="384"/>
                      <a:pt x="8252" y="385"/>
                      <a:pt x="8158" y="385"/>
                    </a:cubicBezTo>
                    <a:cubicBezTo>
                      <a:pt x="7965" y="387"/>
                      <a:pt x="7772" y="389"/>
                      <a:pt x="7580" y="392"/>
                    </a:cubicBezTo>
                    <a:cubicBezTo>
                      <a:pt x="7580" y="414"/>
                      <a:pt x="7580" y="435"/>
                      <a:pt x="7580" y="457"/>
                    </a:cubicBezTo>
                    <a:cubicBezTo>
                      <a:pt x="7363" y="454"/>
                      <a:pt x="7146" y="450"/>
                      <a:pt x="6930" y="446"/>
                    </a:cubicBezTo>
                    <a:cubicBezTo>
                      <a:pt x="6829" y="444"/>
                      <a:pt x="6728" y="443"/>
                      <a:pt x="6628" y="441"/>
                    </a:cubicBezTo>
                    <a:cubicBezTo>
                      <a:pt x="6540" y="440"/>
                      <a:pt x="6452" y="438"/>
                      <a:pt x="6365" y="437"/>
                    </a:cubicBezTo>
                    <a:cubicBezTo>
                      <a:pt x="6318" y="436"/>
                      <a:pt x="6272" y="435"/>
                      <a:pt x="6225" y="434"/>
                    </a:cubicBezTo>
                    <a:cubicBezTo>
                      <a:pt x="6182" y="434"/>
                      <a:pt x="6138" y="433"/>
                      <a:pt x="6094" y="432"/>
                    </a:cubicBezTo>
                    <a:cubicBezTo>
                      <a:pt x="6071" y="431"/>
                      <a:pt x="6047" y="431"/>
                      <a:pt x="6023" y="431"/>
                    </a:cubicBezTo>
                    <a:cubicBezTo>
                      <a:pt x="6009" y="431"/>
                      <a:pt x="5995" y="430"/>
                      <a:pt x="5981" y="430"/>
                    </a:cubicBezTo>
                    <a:cubicBezTo>
                      <a:pt x="5974" y="430"/>
                      <a:pt x="5974" y="430"/>
                      <a:pt x="5943" y="429"/>
                    </a:cubicBezTo>
                    <a:cubicBezTo>
                      <a:pt x="5913" y="425"/>
                      <a:pt x="5913" y="425"/>
                      <a:pt x="5881" y="392"/>
                    </a:cubicBezTo>
                    <a:cubicBezTo>
                      <a:pt x="5855" y="388"/>
                      <a:pt x="5855" y="388"/>
                      <a:pt x="5824" y="388"/>
                    </a:cubicBezTo>
                    <a:cubicBezTo>
                      <a:pt x="5812" y="388"/>
                      <a:pt x="5800" y="388"/>
                      <a:pt x="5788" y="388"/>
                    </a:cubicBezTo>
                    <a:cubicBezTo>
                      <a:pt x="5776" y="388"/>
                      <a:pt x="5763" y="388"/>
                      <a:pt x="5750" y="388"/>
                    </a:cubicBezTo>
                    <a:cubicBezTo>
                      <a:pt x="5744" y="388"/>
                      <a:pt x="5744" y="388"/>
                      <a:pt x="5711" y="388"/>
                    </a:cubicBezTo>
                    <a:cubicBezTo>
                      <a:pt x="5683" y="388"/>
                      <a:pt x="5656" y="388"/>
                      <a:pt x="5629" y="388"/>
                    </a:cubicBezTo>
                    <a:cubicBezTo>
                      <a:pt x="5587" y="388"/>
                      <a:pt x="5545" y="388"/>
                      <a:pt x="5503" y="388"/>
                    </a:cubicBezTo>
                    <a:cubicBezTo>
                      <a:pt x="5476" y="388"/>
                      <a:pt x="5450" y="388"/>
                      <a:pt x="5423" y="388"/>
                    </a:cubicBezTo>
                    <a:cubicBezTo>
                      <a:pt x="5417" y="388"/>
                      <a:pt x="5417" y="388"/>
                      <a:pt x="5385" y="388"/>
                    </a:cubicBezTo>
                    <a:cubicBezTo>
                      <a:pt x="5373" y="388"/>
                      <a:pt x="5362" y="388"/>
                      <a:pt x="5350" y="388"/>
                    </a:cubicBezTo>
                    <a:cubicBezTo>
                      <a:pt x="5345" y="388"/>
                      <a:pt x="5345" y="388"/>
                      <a:pt x="5319" y="388"/>
                    </a:cubicBezTo>
                    <a:cubicBezTo>
                      <a:pt x="5293" y="392"/>
                      <a:pt x="5293" y="392"/>
                      <a:pt x="5260" y="425"/>
                    </a:cubicBezTo>
                    <a:cubicBezTo>
                      <a:pt x="5233" y="429"/>
                      <a:pt x="5233" y="429"/>
                      <a:pt x="5201" y="429"/>
                    </a:cubicBezTo>
                    <a:cubicBezTo>
                      <a:pt x="5189" y="429"/>
                      <a:pt x="5178" y="429"/>
                      <a:pt x="5166" y="429"/>
                    </a:cubicBezTo>
                    <a:cubicBezTo>
                      <a:pt x="5154" y="429"/>
                      <a:pt x="5142" y="429"/>
                      <a:pt x="5129" y="429"/>
                    </a:cubicBezTo>
                    <a:cubicBezTo>
                      <a:pt x="5123" y="429"/>
                      <a:pt x="5123" y="429"/>
                      <a:pt x="5093" y="429"/>
                    </a:cubicBezTo>
                    <a:cubicBezTo>
                      <a:pt x="5081" y="429"/>
                      <a:pt x="5070" y="429"/>
                      <a:pt x="5058" y="429"/>
                    </a:cubicBezTo>
                    <a:cubicBezTo>
                      <a:pt x="5047" y="429"/>
                      <a:pt x="5037" y="429"/>
                      <a:pt x="5026" y="429"/>
                    </a:cubicBezTo>
                    <a:cubicBezTo>
                      <a:pt x="4999" y="425"/>
                      <a:pt x="4999" y="425"/>
                      <a:pt x="4966" y="392"/>
                    </a:cubicBezTo>
                    <a:cubicBezTo>
                      <a:pt x="4932" y="389"/>
                      <a:pt x="4901" y="387"/>
                      <a:pt x="4868" y="388"/>
                    </a:cubicBezTo>
                    <a:cubicBezTo>
                      <a:pt x="4863" y="388"/>
                      <a:pt x="4863" y="388"/>
                      <a:pt x="4841" y="388"/>
                    </a:cubicBezTo>
                    <a:cubicBezTo>
                      <a:pt x="4774" y="388"/>
                      <a:pt x="4774" y="388"/>
                      <a:pt x="4737" y="425"/>
                    </a:cubicBezTo>
                    <a:cubicBezTo>
                      <a:pt x="4710" y="429"/>
                      <a:pt x="4710" y="429"/>
                      <a:pt x="4678" y="429"/>
                    </a:cubicBezTo>
                    <a:cubicBezTo>
                      <a:pt x="4666" y="429"/>
                      <a:pt x="4655" y="429"/>
                      <a:pt x="4643" y="429"/>
                    </a:cubicBezTo>
                    <a:cubicBezTo>
                      <a:pt x="4631" y="429"/>
                      <a:pt x="4619" y="429"/>
                      <a:pt x="4607" y="429"/>
                    </a:cubicBezTo>
                    <a:cubicBezTo>
                      <a:pt x="4601" y="429"/>
                      <a:pt x="4601" y="429"/>
                      <a:pt x="4570" y="429"/>
                    </a:cubicBezTo>
                    <a:cubicBezTo>
                      <a:pt x="4559" y="429"/>
                      <a:pt x="4547" y="429"/>
                      <a:pt x="4535" y="429"/>
                    </a:cubicBezTo>
                    <a:cubicBezTo>
                      <a:pt x="4524" y="429"/>
                      <a:pt x="4514" y="429"/>
                      <a:pt x="4503" y="429"/>
                    </a:cubicBezTo>
                    <a:cubicBezTo>
                      <a:pt x="4476" y="425"/>
                      <a:pt x="4476" y="425"/>
                      <a:pt x="4443" y="392"/>
                    </a:cubicBezTo>
                    <a:cubicBezTo>
                      <a:pt x="4420" y="388"/>
                      <a:pt x="4420" y="388"/>
                      <a:pt x="4392" y="388"/>
                    </a:cubicBezTo>
                    <a:cubicBezTo>
                      <a:pt x="4387" y="388"/>
                      <a:pt x="4387" y="388"/>
                      <a:pt x="4361" y="388"/>
                    </a:cubicBezTo>
                    <a:cubicBezTo>
                      <a:pt x="4355" y="388"/>
                      <a:pt x="4355" y="388"/>
                      <a:pt x="4327" y="388"/>
                    </a:cubicBezTo>
                    <a:cubicBezTo>
                      <a:pt x="4321" y="388"/>
                      <a:pt x="4321" y="388"/>
                      <a:pt x="4292" y="388"/>
                    </a:cubicBezTo>
                    <a:cubicBezTo>
                      <a:pt x="4268" y="388"/>
                      <a:pt x="4243" y="388"/>
                      <a:pt x="4219" y="388"/>
                    </a:cubicBezTo>
                    <a:cubicBezTo>
                      <a:pt x="4182" y="388"/>
                      <a:pt x="4145" y="388"/>
                      <a:pt x="4108" y="388"/>
                    </a:cubicBezTo>
                    <a:cubicBezTo>
                      <a:pt x="4084" y="388"/>
                      <a:pt x="4060" y="388"/>
                      <a:pt x="4037" y="388"/>
                    </a:cubicBezTo>
                    <a:cubicBezTo>
                      <a:pt x="4026" y="388"/>
                      <a:pt x="4015" y="388"/>
                      <a:pt x="4003" y="388"/>
                    </a:cubicBezTo>
                    <a:cubicBezTo>
                      <a:pt x="3993" y="388"/>
                      <a:pt x="3982" y="388"/>
                      <a:pt x="3972" y="388"/>
                    </a:cubicBezTo>
                    <a:cubicBezTo>
                      <a:pt x="3967" y="388"/>
                      <a:pt x="3967" y="388"/>
                      <a:pt x="3944" y="388"/>
                    </a:cubicBezTo>
                    <a:cubicBezTo>
                      <a:pt x="3920" y="392"/>
                      <a:pt x="3920" y="392"/>
                      <a:pt x="3888" y="425"/>
                    </a:cubicBezTo>
                    <a:cubicBezTo>
                      <a:pt x="3855" y="428"/>
                      <a:pt x="3824" y="429"/>
                      <a:pt x="3790" y="429"/>
                    </a:cubicBezTo>
                    <a:cubicBezTo>
                      <a:pt x="3785" y="429"/>
                      <a:pt x="3785" y="429"/>
                      <a:pt x="3760" y="429"/>
                    </a:cubicBezTo>
                    <a:cubicBezTo>
                      <a:pt x="3726" y="429"/>
                      <a:pt x="3692" y="429"/>
                      <a:pt x="3658" y="429"/>
                    </a:cubicBezTo>
                    <a:cubicBezTo>
                      <a:pt x="3633" y="429"/>
                      <a:pt x="3609" y="429"/>
                      <a:pt x="3585" y="429"/>
                    </a:cubicBezTo>
                    <a:cubicBezTo>
                      <a:pt x="3519" y="429"/>
                      <a:pt x="3452" y="429"/>
                      <a:pt x="3386" y="429"/>
                    </a:cubicBezTo>
                    <a:cubicBezTo>
                      <a:pt x="3317" y="429"/>
                      <a:pt x="3248" y="429"/>
                      <a:pt x="3179" y="429"/>
                    </a:cubicBezTo>
                    <a:cubicBezTo>
                      <a:pt x="3062" y="429"/>
                      <a:pt x="2946" y="429"/>
                      <a:pt x="2830" y="429"/>
                    </a:cubicBezTo>
                    <a:cubicBezTo>
                      <a:pt x="2696" y="429"/>
                      <a:pt x="2561" y="429"/>
                      <a:pt x="2427" y="429"/>
                    </a:cubicBezTo>
                    <a:cubicBezTo>
                      <a:pt x="2311" y="429"/>
                      <a:pt x="2196" y="429"/>
                      <a:pt x="2081" y="429"/>
                    </a:cubicBezTo>
                    <a:cubicBezTo>
                      <a:pt x="2012" y="429"/>
                      <a:pt x="1943" y="429"/>
                      <a:pt x="1874" y="429"/>
                    </a:cubicBezTo>
                    <a:cubicBezTo>
                      <a:pt x="1809" y="429"/>
                      <a:pt x="1744" y="429"/>
                      <a:pt x="1680" y="429"/>
                    </a:cubicBezTo>
                    <a:cubicBezTo>
                      <a:pt x="1656" y="429"/>
                      <a:pt x="1632" y="429"/>
                      <a:pt x="1608" y="429"/>
                    </a:cubicBezTo>
                    <a:cubicBezTo>
                      <a:pt x="1576" y="429"/>
                      <a:pt x="1543" y="429"/>
                      <a:pt x="1511" y="429"/>
                    </a:cubicBezTo>
                    <a:cubicBezTo>
                      <a:pt x="1506" y="429"/>
                      <a:pt x="1506" y="429"/>
                      <a:pt x="1482" y="429"/>
                    </a:cubicBezTo>
                    <a:cubicBezTo>
                      <a:pt x="1434" y="429"/>
                      <a:pt x="1396" y="423"/>
                      <a:pt x="1351" y="406"/>
                    </a:cubicBezTo>
                    <a:cubicBezTo>
                      <a:pt x="1337" y="401"/>
                      <a:pt x="1322" y="397"/>
                      <a:pt x="1307" y="392"/>
                    </a:cubicBezTo>
                    <a:close/>
                    <a:moveTo>
                      <a:pt x="9670" y="784"/>
                    </a:moveTo>
                    <a:cubicBezTo>
                      <a:pt x="9670" y="1302"/>
                      <a:pt x="9670" y="1819"/>
                      <a:pt x="9670" y="2352"/>
                    </a:cubicBezTo>
                    <a:cubicBezTo>
                      <a:pt x="9692" y="2352"/>
                      <a:pt x="9714" y="2352"/>
                      <a:pt x="9736" y="2352"/>
                    </a:cubicBezTo>
                    <a:cubicBezTo>
                      <a:pt x="9736" y="2374"/>
                      <a:pt x="9736" y="2395"/>
                      <a:pt x="9736" y="2418"/>
                    </a:cubicBezTo>
                    <a:cubicBezTo>
                      <a:pt x="10253" y="2418"/>
                      <a:pt x="10771" y="2418"/>
                      <a:pt x="11304" y="2418"/>
                    </a:cubicBezTo>
                    <a:cubicBezTo>
                      <a:pt x="11304" y="2374"/>
                      <a:pt x="11304" y="2331"/>
                      <a:pt x="11304" y="2287"/>
                    </a:cubicBezTo>
                    <a:cubicBezTo>
                      <a:pt x="11282" y="2287"/>
                      <a:pt x="11261" y="2287"/>
                      <a:pt x="11239" y="2287"/>
                    </a:cubicBezTo>
                    <a:cubicBezTo>
                      <a:pt x="11239" y="2265"/>
                      <a:pt x="11239" y="2244"/>
                      <a:pt x="11239" y="2222"/>
                    </a:cubicBezTo>
                    <a:cubicBezTo>
                      <a:pt x="11217" y="2222"/>
                      <a:pt x="11196" y="2222"/>
                      <a:pt x="11173" y="2222"/>
                    </a:cubicBezTo>
                    <a:cubicBezTo>
                      <a:pt x="11173" y="2200"/>
                      <a:pt x="11173" y="2178"/>
                      <a:pt x="11173" y="2156"/>
                    </a:cubicBezTo>
                    <a:cubicBezTo>
                      <a:pt x="11152" y="2156"/>
                      <a:pt x="11130" y="2156"/>
                      <a:pt x="11108" y="2156"/>
                    </a:cubicBezTo>
                    <a:cubicBezTo>
                      <a:pt x="11108" y="2135"/>
                      <a:pt x="11108" y="2113"/>
                      <a:pt x="11108" y="2091"/>
                    </a:cubicBezTo>
                    <a:cubicBezTo>
                      <a:pt x="11086" y="2091"/>
                      <a:pt x="11065" y="2091"/>
                      <a:pt x="11043" y="2091"/>
                    </a:cubicBezTo>
                    <a:cubicBezTo>
                      <a:pt x="11043" y="2069"/>
                      <a:pt x="11043" y="2048"/>
                      <a:pt x="11043" y="2026"/>
                    </a:cubicBezTo>
                    <a:cubicBezTo>
                      <a:pt x="11021" y="2026"/>
                      <a:pt x="10999" y="2026"/>
                      <a:pt x="10977" y="2026"/>
                    </a:cubicBezTo>
                    <a:cubicBezTo>
                      <a:pt x="10977" y="2004"/>
                      <a:pt x="10977" y="1982"/>
                      <a:pt x="10977" y="1960"/>
                    </a:cubicBezTo>
                    <a:cubicBezTo>
                      <a:pt x="10956" y="1960"/>
                      <a:pt x="10934" y="1960"/>
                      <a:pt x="10912" y="1960"/>
                    </a:cubicBezTo>
                    <a:cubicBezTo>
                      <a:pt x="10912" y="1939"/>
                      <a:pt x="10912" y="1917"/>
                      <a:pt x="10912" y="1895"/>
                    </a:cubicBezTo>
                    <a:cubicBezTo>
                      <a:pt x="10890" y="1895"/>
                      <a:pt x="10869" y="1895"/>
                      <a:pt x="10847" y="1895"/>
                    </a:cubicBezTo>
                    <a:cubicBezTo>
                      <a:pt x="10847" y="1873"/>
                      <a:pt x="10847" y="1852"/>
                      <a:pt x="10847" y="1830"/>
                    </a:cubicBezTo>
                    <a:cubicBezTo>
                      <a:pt x="10825" y="1830"/>
                      <a:pt x="10803" y="1830"/>
                      <a:pt x="10781" y="1830"/>
                    </a:cubicBezTo>
                    <a:cubicBezTo>
                      <a:pt x="10781" y="1808"/>
                      <a:pt x="10781" y="1786"/>
                      <a:pt x="10781" y="1764"/>
                    </a:cubicBezTo>
                    <a:cubicBezTo>
                      <a:pt x="10760" y="1764"/>
                      <a:pt x="10738" y="1764"/>
                      <a:pt x="10716" y="1764"/>
                    </a:cubicBezTo>
                    <a:cubicBezTo>
                      <a:pt x="10716" y="1743"/>
                      <a:pt x="10716" y="1721"/>
                      <a:pt x="10716" y="1699"/>
                    </a:cubicBezTo>
                    <a:cubicBezTo>
                      <a:pt x="10694" y="1699"/>
                      <a:pt x="10673" y="1699"/>
                      <a:pt x="10651" y="1699"/>
                    </a:cubicBezTo>
                    <a:cubicBezTo>
                      <a:pt x="10651" y="1677"/>
                      <a:pt x="10651" y="1656"/>
                      <a:pt x="10651" y="1634"/>
                    </a:cubicBezTo>
                    <a:cubicBezTo>
                      <a:pt x="10629" y="1634"/>
                      <a:pt x="10607" y="1634"/>
                      <a:pt x="10585" y="1634"/>
                    </a:cubicBezTo>
                    <a:cubicBezTo>
                      <a:pt x="10585" y="1612"/>
                      <a:pt x="10585" y="1590"/>
                      <a:pt x="10585" y="1568"/>
                    </a:cubicBezTo>
                    <a:cubicBezTo>
                      <a:pt x="10564" y="1568"/>
                      <a:pt x="10542" y="1568"/>
                      <a:pt x="10520" y="1568"/>
                    </a:cubicBezTo>
                    <a:cubicBezTo>
                      <a:pt x="10520" y="1547"/>
                      <a:pt x="10520" y="1525"/>
                      <a:pt x="10520" y="1503"/>
                    </a:cubicBezTo>
                    <a:cubicBezTo>
                      <a:pt x="10498" y="1503"/>
                      <a:pt x="10477" y="1503"/>
                      <a:pt x="10455" y="1503"/>
                    </a:cubicBezTo>
                    <a:cubicBezTo>
                      <a:pt x="10455" y="1481"/>
                      <a:pt x="10455" y="1460"/>
                      <a:pt x="10455" y="1438"/>
                    </a:cubicBezTo>
                    <a:cubicBezTo>
                      <a:pt x="10433" y="1438"/>
                      <a:pt x="10411" y="1438"/>
                      <a:pt x="10389" y="1438"/>
                    </a:cubicBezTo>
                    <a:cubicBezTo>
                      <a:pt x="10389" y="1416"/>
                      <a:pt x="10389" y="1394"/>
                      <a:pt x="10389" y="1372"/>
                    </a:cubicBezTo>
                    <a:cubicBezTo>
                      <a:pt x="10368" y="1372"/>
                      <a:pt x="10346" y="1372"/>
                      <a:pt x="10324" y="1372"/>
                    </a:cubicBezTo>
                    <a:cubicBezTo>
                      <a:pt x="10324" y="1351"/>
                      <a:pt x="10324" y="1329"/>
                      <a:pt x="10324" y="1307"/>
                    </a:cubicBezTo>
                    <a:cubicBezTo>
                      <a:pt x="10302" y="1307"/>
                      <a:pt x="10281" y="1307"/>
                      <a:pt x="10259" y="1307"/>
                    </a:cubicBezTo>
                    <a:cubicBezTo>
                      <a:pt x="10259" y="1285"/>
                      <a:pt x="10259" y="1264"/>
                      <a:pt x="10259" y="1241"/>
                    </a:cubicBezTo>
                    <a:cubicBezTo>
                      <a:pt x="10237" y="1241"/>
                      <a:pt x="10215" y="1241"/>
                      <a:pt x="10193" y="1241"/>
                    </a:cubicBezTo>
                    <a:cubicBezTo>
                      <a:pt x="10193" y="1220"/>
                      <a:pt x="10193" y="1198"/>
                      <a:pt x="10193" y="1176"/>
                    </a:cubicBezTo>
                    <a:cubicBezTo>
                      <a:pt x="10172" y="1176"/>
                      <a:pt x="10150" y="1176"/>
                      <a:pt x="10128" y="1176"/>
                    </a:cubicBezTo>
                    <a:cubicBezTo>
                      <a:pt x="10128" y="1155"/>
                      <a:pt x="10128" y="1133"/>
                      <a:pt x="10128" y="1111"/>
                    </a:cubicBezTo>
                    <a:cubicBezTo>
                      <a:pt x="10106" y="1111"/>
                      <a:pt x="10085" y="1111"/>
                      <a:pt x="10062" y="1111"/>
                    </a:cubicBezTo>
                    <a:cubicBezTo>
                      <a:pt x="10062" y="1089"/>
                      <a:pt x="10062" y="1068"/>
                      <a:pt x="10062" y="1045"/>
                    </a:cubicBezTo>
                    <a:cubicBezTo>
                      <a:pt x="10041" y="1045"/>
                      <a:pt x="10019" y="1045"/>
                      <a:pt x="9997" y="1045"/>
                    </a:cubicBezTo>
                    <a:cubicBezTo>
                      <a:pt x="9997" y="1024"/>
                      <a:pt x="9997" y="1002"/>
                      <a:pt x="9997" y="980"/>
                    </a:cubicBezTo>
                    <a:cubicBezTo>
                      <a:pt x="9976" y="980"/>
                      <a:pt x="9954" y="980"/>
                      <a:pt x="9932" y="980"/>
                    </a:cubicBezTo>
                    <a:cubicBezTo>
                      <a:pt x="9932" y="959"/>
                      <a:pt x="9932" y="937"/>
                      <a:pt x="9932" y="915"/>
                    </a:cubicBezTo>
                    <a:cubicBezTo>
                      <a:pt x="9910" y="915"/>
                      <a:pt x="9889" y="915"/>
                      <a:pt x="9866" y="915"/>
                    </a:cubicBezTo>
                    <a:cubicBezTo>
                      <a:pt x="9866" y="893"/>
                      <a:pt x="9866" y="872"/>
                      <a:pt x="9866" y="849"/>
                    </a:cubicBezTo>
                    <a:cubicBezTo>
                      <a:pt x="9845" y="849"/>
                      <a:pt x="9823" y="849"/>
                      <a:pt x="9801" y="849"/>
                    </a:cubicBezTo>
                    <a:cubicBezTo>
                      <a:pt x="9801" y="828"/>
                      <a:pt x="9801" y="806"/>
                      <a:pt x="9801" y="784"/>
                    </a:cubicBezTo>
                    <a:cubicBezTo>
                      <a:pt x="9758" y="784"/>
                      <a:pt x="9715" y="784"/>
                      <a:pt x="9670" y="784"/>
                    </a:cubicBezTo>
                    <a:close/>
                  </a:path>
                </a:pathLst>
              </a:custGeom>
              <a:solidFill>
                <a:srgbClr val="251047"/>
              </a:solidFill>
              <a:ln w="415" cap="flat">
                <a:noFill/>
              </a:ln>
            </p:spPr>
          </p:sp>
          <p:sp>
            <p:nvSpPr>
              <p:cNvPr id="2002" name="ICON_C_FIGURES_HEADER_path_003"/>
              <p:cNvSpPr/>
              <p:nvPr/>
            </p:nvSpPr>
            <p:spPr>
              <a:xfrm>
                <a:off x="10101262" y="7079204"/>
                <a:ext cx="63067" cy="61407"/>
              </a:xfrm>
              <a:custGeom>
                <a:avLst/>
                <a:gdLst/>
                <a:ahLst/>
                <a:cxnLst/>
                <a:rect l="0" t="0" r="r" b="b"/>
                <a:pathLst>
                  <a:path w="4966" h="4835" fill="norm" stroke="0">
                    <a:moveTo>
                      <a:pt x="2091" y="0"/>
                    </a:moveTo>
                    <a:cubicBezTo>
                      <a:pt x="2199" y="0"/>
                      <a:pt x="2307" y="0"/>
                      <a:pt x="2418" y="0"/>
                    </a:cubicBezTo>
                    <a:cubicBezTo>
                      <a:pt x="2418" y="22"/>
                      <a:pt x="2418" y="43"/>
                      <a:pt x="2418" y="65"/>
                    </a:cubicBezTo>
                    <a:cubicBezTo>
                      <a:pt x="2482" y="65"/>
                      <a:pt x="2547" y="65"/>
                      <a:pt x="2614" y="65"/>
                    </a:cubicBezTo>
                    <a:cubicBezTo>
                      <a:pt x="2614" y="44"/>
                      <a:pt x="2614" y="22"/>
                      <a:pt x="2614" y="0"/>
                    </a:cubicBezTo>
                    <a:cubicBezTo>
                      <a:pt x="2657" y="0"/>
                      <a:pt x="2700" y="0"/>
                      <a:pt x="2744" y="0"/>
                    </a:cubicBezTo>
                    <a:cubicBezTo>
                      <a:pt x="2744" y="151"/>
                      <a:pt x="2744" y="302"/>
                      <a:pt x="2744" y="457"/>
                    </a:cubicBezTo>
                    <a:cubicBezTo>
                      <a:pt x="2680" y="457"/>
                      <a:pt x="2615" y="457"/>
                      <a:pt x="2548" y="457"/>
                    </a:cubicBezTo>
                    <a:cubicBezTo>
                      <a:pt x="2548" y="436"/>
                      <a:pt x="2548" y="414"/>
                      <a:pt x="2548" y="392"/>
                    </a:cubicBezTo>
                    <a:cubicBezTo>
                      <a:pt x="2527" y="392"/>
                      <a:pt x="2505" y="392"/>
                      <a:pt x="2483" y="392"/>
                    </a:cubicBezTo>
                    <a:cubicBezTo>
                      <a:pt x="2483" y="414"/>
                      <a:pt x="2483" y="435"/>
                      <a:pt x="2483" y="457"/>
                    </a:cubicBezTo>
                    <a:cubicBezTo>
                      <a:pt x="2461" y="457"/>
                      <a:pt x="2440" y="457"/>
                      <a:pt x="2418" y="457"/>
                    </a:cubicBezTo>
                    <a:cubicBezTo>
                      <a:pt x="2418" y="501"/>
                      <a:pt x="2418" y="544"/>
                      <a:pt x="2418" y="588"/>
                    </a:cubicBezTo>
                    <a:cubicBezTo>
                      <a:pt x="2396" y="588"/>
                      <a:pt x="2374" y="588"/>
                      <a:pt x="2352" y="588"/>
                    </a:cubicBezTo>
                    <a:cubicBezTo>
                      <a:pt x="2352" y="717"/>
                      <a:pt x="2352" y="847"/>
                      <a:pt x="2352" y="980"/>
                    </a:cubicBezTo>
                    <a:cubicBezTo>
                      <a:pt x="2374" y="980"/>
                      <a:pt x="2395" y="980"/>
                      <a:pt x="2418" y="980"/>
                    </a:cubicBezTo>
                    <a:cubicBezTo>
                      <a:pt x="2418" y="1433"/>
                      <a:pt x="2418" y="1886"/>
                      <a:pt x="2418" y="2352"/>
                    </a:cubicBezTo>
                    <a:cubicBezTo>
                      <a:pt x="2439" y="2352"/>
                      <a:pt x="2461" y="2352"/>
                      <a:pt x="2483" y="2352"/>
                    </a:cubicBezTo>
                    <a:cubicBezTo>
                      <a:pt x="2483" y="2374"/>
                      <a:pt x="2483" y="2395"/>
                      <a:pt x="2483" y="2418"/>
                    </a:cubicBezTo>
                    <a:cubicBezTo>
                      <a:pt x="2677" y="2418"/>
                      <a:pt x="2871" y="2418"/>
                      <a:pt x="3071" y="2418"/>
                    </a:cubicBezTo>
                    <a:cubicBezTo>
                      <a:pt x="3071" y="2396"/>
                      <a:pt x="3071" y="2374"/>
                      <a:pt x="3071" y="2352"/>
                    </a:cubicBezTo>
                    <a:cubicBezTo>
                      <a:pt x="3093" y="2352"/>
                      <a:pt x="3114" y="2352"/>
                      <a:pt x="3136" y="2352"/>
                    </a:cubicBezTo>
                    <a:cubicBezTo>
                      <a:pt x="3136" y="2331"/>
                      <a:pt x="3136" y="2309"/>
                      <a:pt x="3136" y="2287"/>
                    </a:cubicBezTo>
                    <a:cubicBezTo>
                      <a:pt x="3201" y="2287"/>
                      <a:pt x="3266" y="2287"/>
                      <a:pt x="3332" y="2287"/>
                    </a:cubicBezTo>
                    <a:cubicBezTo>
                      <a:pt x="3332" y="2308"/>
                      <a:pt x="3332" y="2330"/>
                      <a:pt x="3332" y="2352"/>
                    </a:cubicBezTo>
                    <a:cubicBezTo>
                      <a:pt x="3354" y="2352"/>
                      <a:pt x="3376" y="2352"/>
                      <a:pt x="3398" y="2352"/>
                    </a:cubicBezTo>
                    <a:cubicBezTo>
                      <a:pt x="3398" y="2374"/>
                      <a:pt x="3398" y="2395"/>
                      <a:pt x="3398" y="2418"/>
                    </a:cubicBezTo>
                    <a:cubicBezTo>
                      <a:pt x="3678" y="2418"/>
                      <a:pt x="3958" y="2418"/>
                      <a:pt x="4247" y="2418"/>
                    </a:cubicBezTo>
                    <a:cubicBezTo>
                      <a:pt x="4247" y="2374"/>
                      <a:pt x="4247" y="2331"/>
                      <a:pt x="4247" y="2287"/>
                    </a:cubicBezTo>
                    <a:cubicBezTo>
                      <a:pt x="4312" y="2287"/>
                      <a:pt x="4377" y="2287"/>
                      <a:pt x="4443" y="2287"/>
                    </a:cubicBezTo>
                    <a:cubicBezTo>
                      <a:pt x="4443" y="2265"/>
                      <a:pt x="4443" y="2244"/>
                      <a:pt x="4443" y="2222"/>
                    </a:cubicBezTo>
                    <a:cubicBezTo>
                      <a:pt x="4465" y="2222"/>
                      <a:pt x="4486" y="2222"/>
                      <a:pt x="4509" y="2222"/>
                    </a:cubicBezTo>
                    <a:cubicBezTo>
                      <a:pt x="4509" y="2243"/>
                      <a:pt x="4509" y="2265"/>
                      <a:pt x="4509" y="2287"/>
                    </a:cubicBezTo>
                    <a:cubicBezTo>
                      <a:pt x="4552" y="2287"/>
                      <a:pt x="4595" y="2287"/>
                      <a:pt x="4639" y="2287"/>
                    </a:cubicBezTo>
                    <a:cubicBezTo>
                      <a:pt x="4639" y="2308"/>
                      <a:pt x="4639" y="2330"/>
                      <a:pt x="4639" y="2352"/>
                    </a:cubicBezTo>
                    <a:cubicBezTo>
                      <a:pt x="4704" y="2352"/>
                      <a:pt x="4769" y="2352"/>
                      <a:pt x="4835" y="2352"/>
                    </a:cubicBezTo>
                    <a:cubicBezTo>
                      <a:pt x="4835" y="2374"/>
                      <a:pt x="4835" y="2395"/>
                      <a:pt x="4835" y="2418"/>
                    </a:cubicBezTo>
                    <a:cubicBezTo>
                      <a:pt x="4857" y="2418"/>
                      <a:pt x="4878" y="2418"/>
                      <a:pt x="4901" y="2418"/>
                    </a:cubicBezTo>
                    <a:cubicBezTo>
                      <a:pt x="4901" y="2439"/>
                      <a:pt x="4901" y="2461"/>
                      <a:pt x="4901" y="2483"/>
                    </a:cubicBezTo>
                    <a:cubicBezTo>
                      <a:pt x="4922" y="2483"/>
                      <a:pt x="4944" y="2483"/>
                      <a:pt x="4966" y="2483"/>
                    </a:cubicBezTo>
                    <a:cubicBezTo>
                      <a:pt x="4966" y="2591"/>
                      <a:pt x="4966" y="2699"/>
                      <a:pt x="4966" y="2810"/>
                    </a:cubicBezTo>
                    <a:cubicBezTo>
                      <a:pt x="4944" y="2810"/>
                      <a:pt x="4923" y="2810"/>
                      <a:pt x="4901" y="2810"/>
                    </a:cubicBezTo>
                    <a:cubicBezTo>
                      <a:pt x="4901" y="2831"/>
                      <a:pt x="4901" y="2853"/>
                      <a:pt x="4901" y="2875"/>
                    </a:cubicBezTo>
                    <a:cubicBezTo>
                      <a:pt x="4879" y="2875"/>
                      <a:pt x="4857" y="2875"/>
                      <a:pt x="4835" y="2875"/>
                    </a:cubicBezTo>
                    <a:cubicBezTo>
                      <a:pt x="4835" y="2897"/>
                      <a:pt x="4835" y="2918"/>
                      <a:pt x="4835" y="2940"/>
                    </a:cubicBezTo>
                    <a:cubicBezTo>
                      <a:pt x="4814" y="2940"/>
                      <a:pt x="4792" y="2940"/>
                      <a:pt x="4770" y="2940"/>
                    </a:cubicBezTo>
                    <a:cubicBezTo>
                      <a:pt x="4770" y="2962"/>
                      <a:pt x="4770" y="2983"/>
                      <a:pt x="4770" y="3006"/>
                    </a:cubicBezTo>
                    <a:cubicBezTo>
                      <a:pt x="4748" y="3006"/>
                      <a:pt x="4727" y="3006"/>
                      <a:pt x="4705" y="3006"/>
                    </a:cubicBezTo>
                    <a:cubicBezTo>
                      <a:pt x="4705" y="3049"/>
                      <a:pt x="4705" y="3092"/>
                      <a:pt x="4705" y="3136"/>
                    </a:cubicBezTo>
                    <a:cubicBezTo>
                      <a:pt x="4683" y="3136"/>
                      <a:pt x="4661" y="3136"/>
                      <a:pt x="4639" y="3136"/>
                    </a:cubicBezTo>
                    <a:cubicBezTo>
                      <a:pt x="4639" y="3179"/>
                      <a:pt x="4639" y="3223"/>
                      <a:pt x="4639" y="3267"/>
                    </a:cubicBezTo>
                    <a:cubicBezTo>
                      <a:pt x="4618" y="3267"/>
                      <a:pt x="4596" y="3267"/>
                      <a:pt x="4574" y="3267"/>
                    </a:cubicBezTo>
                    <a:cubicBezTo>
                      <a:pt x="4574" y="3332"/>
                      <a:pt x="4574" y="3396"/>
                      <a:pt x="4574" y="3463"/>
                    </a:cubicBezTo>
                    <a:cubicBezTo>
                      <a:pt x="4552" y="3463"/>
                      <a:pt x="4531" y="3463"/>
                      <a:pt x="4509" y="3463"/>
                    </a:cubicBezTo>
                    <a:cubicBezTo>
                      <a:pt x="4509" y="3506"/>
                      <a:pt x="4509" y="3549"/>
                      <a:pt x="4509" y="3594"/>
                    </a:cubicBezTo>
                    <a:cubicBezTo>
                      <a:pt x="4487" y="3594"/>
                      <a:pt x="4465" y="3594"/>
                      <a:pt x="4443" y="3594"/>
                    </a:cubicBezTo>
                    <a:cubicBezTo>
                      <a:pt x="4443" y="3723"/>
                      <a:pt x="4443" y="3852"/>
                      <a:pt x="4443" y="3986"/>
                    </a:cubicBezTo>
                    <a:cubicBezTo>
                      <a:pt x="4422" y="3986"/>
                      <a:pt x="4400" y="3986"/>
                      <a:pt x="4378" y="3986"/>
                    </a:cubicBezTo>
                    <a:cubicBezTo>
                      <a:pt x="4378" y="4007"/>
                      <a:pt x="4378" y="4029"/>
                      <a:pt x="4378" y="4051"/>
                    </a:cubicBezTo>
                    <a:cubicBezTo>
                      <a:pt x="4313" y="4051"/>
                      <a:pt x="4248" y="4051"/>
                      <a:pt x="4182" y="4051"/>
                    </a:cubicBezTo>
                    <a:cubicBezTo>
                      <a:pt x="4182" y="4073"/>
                      <a:pt x="4182" y="4094"/>
                      <a:pt x="4182" y="4116"/>
                    </a:cubicBezTo>
                    <a:cubicBezTo>
                      <a:pt x="4139" y="4116"/>
                      <a:pt x="4096" y="4116"/>
                      <a:pt x="4051" y="4116"/>
                    </a:cubicBezTo>
                    <a:cubicBezTo>
                      <a:pt x="4051" y="4138"/>
                      <a:pt x="4051" y="4160"/>
                      <a:pt x="4051" y="4182"/>
                    </a:cubicBezTo>
                    <a:cubicBezTo>
                      <a:pt x="4030" y="4182"/>
                      <a:pt x="4008" y="4182"/>
                      <a:pt x="3986" y="4182"/>
                    </a:cubicBezTo>
                    <a:cubicBezTo>
                      <a:pt x="3986" y="4203"/>
                      <a:pt x="3986" y="4225"/>
                      <a:pt x="3986" y="4247"/>
                    </a:cubicBezTo>
                    <a:cubicBezTo>
                      <a:pt x="3943" y="4247"/>
                      <a:pt x="3900" y="4247"/>
                      <a:pt x="3855" y="4247"/>
                    </a:cubicBezTo>
                    <a:cubicBezTo>
                      <a:pt x="3855" y="4269"/>
                      <a:pt x="3855" y="4290"/>
                      <a:pt x="3855" y="4312"/>
                    </a:cubicBezTo>
                    <a:cubicBezTo>
                      <a:pt x="3834" y="4312"/>
                      <a:pt x="3812" y="4312"/>
                      <a:pt x="3790" y="4312"/>
                    </a:cubicBezTo>
                    <a:cubicBezTo>
                      <a:pt x="3790" y="4334"/>
                      <a:pt x="3790" y="4356"/>
                      <a:pt x="3790" y="4378"/>
                    </a:cubicBezTo>
                    <a:cubicBezTo>
                      <a:pt x="3768" y="4378"/>
                      <a:pt x="3747" y="4378"/>
                      <a:pt x="3724" y="4378"/>
                    </a:cubicBezTo>
                    <a:cubicBezTo>
                      <a:pt x="3724" y="4399"/>
                      <a:pt x="3724" y="4421"/>
                      <a:pt x="3724" y="4443"/>
                    </a:cubicBezTo>
                    <a:cubicBezTo>
                      <a:pt x="3681" y="4443"/>
                      <a:pt x="3638" y="4443"/>
                      <a:pt x="3594" y="4443"/>
                    </a:cubicBezTo>
                    <a:cubicBezTo>
                      <a:pt x="3594" y="4465"/>
                      <a:pt x="3594" y="4486"/>
                      <a:pt x="3594" y="4509"/>
                    </a:cubicBezTo>
                    <a:cubicBezTo>
                      <a:pt x="3572" y="4509"/>
                      <a:pt x="3551" y="4509"/>
                      <a:pt x="3528" y="4509"/>
                    </a:cubicBezTo>
                    <a:cubicBezTo>
                      <a:pt x="3528" y="4530"/>
                      <a:pt x="3528" y="4552"/>
                      <a:pt x="3528" y="4574"/>
                    </a:cubicBezTo>
                    <a:cubicBezTo>
                      <a:pt x="3485" y="4574"/>
                      <a:pt x="3442" y="4574"/>
                      <a:pt x="3398" y="4574"/>
                    </a:cubicBezTo>
                    <a:cubicBezTo>
                      <a:pt x="3398" y="4595"/>
                      <a:pt x="3398" y="4617"/>
                      <a:pt x="3398" y="4639"/>
                    </a:cubicBezTo>
                    <a:cubicBezTo>
                      <a:pt x="3355" y="4639"/>
                      <a:pt x="3311" y="4639"/>
                      <a:pt x="3267" y="4639"/>
                    </a:cubicBezTo>
                    <a:cubicBezTo>
                      <a:pt x="3267" y="4661"/>
                      <a:pt x="3267" y="4682"/>
                      <a:pt x="3267" y="4705"/>
                    </a:cubicBezTo>
                    <a:cubicBezTo>
                      <a:pt x="3181" y="4705"/>
                      <a:pt x="3095" y="4705"/>
                      <a:pt x="3006" y="4705"/>
                    </a:cubicBezTo>
                    <a:cubicBezTo>
                      <a:pt x="3006" y="4726"/>
                      <a:pt x="3006" y="4748"/>
                      <a:pt x="3006" y="4770"/>
                    </a:cubicBezTo>
                    <a:cubicBezTo>
                      <a:pt x="2833" y="4770"/>
                      <a:pt x="2661" y="4770"/>
                      <a:pt x="2483" y="4770"/>
                    </a:cubicBezTo>
                    <a:cubicBezTo>
                      <a:pt x="2483" y="4791"/>
                      <a:pt x="2483" y="4813"/>
                      <a:pt x="2483" y="4835"/>
                    </a:cubicBezTo>
                    <a:cubicBezTo>
                      <a:pt x="2397" y="4835"/>
                      <a:pt x="2310" y="4835"/>
                      <a:pt x="2222" y="4835"/>
                    </a:cubicBezTo>
                    <a:cubicBezTo>
                      <a:pt x="2222" y="4814"/>
                      <a:pt x="2222" y="4792"/>
                      <a:pt x="2222" y="4770"/>
                    </a:cubicBezTo>
                    <a:cubicBezTo>
                      <a:pt x="1984" y="4770"/>
                      <a:pt x="1747" y="4770"/>
                      <a:pt x="1503" y="4770"/>
                    </a:cubicBezTo>
                    <a:cubicBezTo>
                      <a:pt x="1503" y="4748"/>
                      <a:pt x="1503" y="4727"/>
                      <a:pt x="1503" y="4705"/>
                    </a:cubicBezTo>
                    <a:cubicBezTo>
                      <a:pt x="1460" y="4705"/>
                      <a:pt x="1417" y="4705"/>
                      <a:pt x="1372" y="4705"/>
                    </a:cubicBezTo>
                    <a:cubicBezTo>
                      <a:pt x="1372" y="4683"/>
                      <a:pt x="1372" y="4661"/>
                      <a:pt x="1372" y="4639"/>
                    </a:cubicBezTo>
                    <a:cubicBezTo>
                      <a:pt x="1351" y="4639"/>
                      <a:pt x="1329" y="4639"/>
                      <a:pt x="1307" y="4639"/>
                    </a:cubicBezTo>
                    <a:cubicBezTo>
                      <a:pt x="1307" y="4618"/>
                      <a:pt x="1307" y="4596"/>
                      <a:pt x="1307" y="4574"/>
                    </a:cubicBezTo>
                    <a:cubicBezTo>
                      <a:pt x="1264" y="4574"/>
                      <a:pt x="1221" y="4574"/>
                      <a:pt x="1176" y="4574"/>
                    </a:cubicBezTo>
                    <a:cubicBezTo>
                      <a:pt x="1176" y="4552"/>
                      <a:pt x="1176" y="4531"/>
                      <a:pt x="1176" y="4509"/>
                    </a:cubicBezTo>
                    <a:cubicBezTo>
                      <a:pt x="1155" y="4509"/>
                      <a:pt x="1133" y="4509"/>
                      <a:pt x="1111" y="4509"/>
                    </a:cubicBezTo>
                    <a:cubicBezTo>
                      <a:pt x="1111" y="4487"/>
                      <a:pt x="1111" y="4465"/>
                      <a:pt x="1111" y="4443"/>
                    </a:cubicBezTo>
                    <a:cubicBezTo>
                      <a:pt x="1068" y="4443"/>
                      <a:pt x="1025" y="4443"/>
                      <a:pt x="980" y="4443"/>
                    </a:cubicBezTo>
                    <a:cubicBezTo>
                      <a:pt x="980" y="4422"/>
                      <a:pt x="980" y="4400"/>
                      <a:pt x="980" y="4378"/>
                    </a:cubicBezTo>
                    <a:cubicBezTo>
                      <a:pt x="959" y="4378"/>
                      <a:pt x="937" y="4378"/>
                      <a:pt x="915" y="4378"/>
                    </a:cubicBezTo>
                    <a:cubicBezTo>
                      <a:pt x="915" y="4356"/>
                      <a:pt x="915" y="4335"/>
                      <a:pt x="915" y="4312"/>
                    </a:cubicBezTo>
                    <a:cubicBezTo>
                      <a:pt x="893" y="4312"/>
                      <a:pt x="872" y="4312"/>
                      <a:pt x="849" y="4312"/>
                    </a:cubicBezTo>
                    <a:cubicBezTo>
                      <a:pt x="849" y="4291"/>
                      <a:pt x="849" y="4269"/>
                      <a:pt x="849" y="4247"/>
                    </a:cubicBezTo>
                    <a:cubicBezTo>
                      <a:pt x="828" y="4247"/>
                      <a:pt x="806" y="4247"/>
                      <a:pt x="784" y="4247"/>
                    </a:cubicBezTo>
                    <a:cubicBezTo>
                      <a:pt x="784" y="4226"/>
                      <a:pt x="784" y="4204"/>
                      <a:pt x="784" y="4182"/>
                    </a:cubicBezTo>
                    <a:cubicBezTo>
                      <a:pt x="741" y="4182"/>
                      <a:pt x="698" y="4182"/>
                      <a:pt x="653" y="4182"/>
                    </a:cubicBezTo>
                    <a:cubicBezTo>
                      <a:pt x="653" y="4139"/>
                      <a:pt x="653" y="4096"/>
                      <a:pt x="653" y="4051"/>
                    </a:cubicBezTo>
                    <a:cubicBezTo>
                      <a:pt x="632" y="4051"/>
                      <a:pt x="610" y="4051"/>
                      <a:pt x="588" y="4051"/>
                    </a:cubicBezTo>
                    <a:cubicBezTo>
                      <a:pt x="588" y="4030"/>
                      <a:pt x="588" y="4008"/>
                      <a:pt x="588" y="3986"/>
                    </a:cubicBezTo>
                    <a:cubicBezTo>
                      <a:pt x="567" y="3986"/>
                      <a:pt x="545" y="3986"/>
                      <a:pt x="523" y="3986"/>
                    </a:cubicBezTo>
                    <a:cubicBezTo>
                      <a:pt x="523" y="3964"/>
                      <a:pt x="523" y="3943"/>
                      <a:pt x="523" y="3920"/>
                    </a:cubicBezTo>
                    <a:cubicBezTo>
                      <a:pt x="501" y="3920"/>
                      <a:pt x="480" y="3920"/>
                      <a:pt x="457" y="3920"/>
                    </a:cubicBezTo>
                    <a:cubicBezTo>
                      <a:pt x="457" y="3899"/>
                      <a:pt x="457" y="3877"/>
                      <a:pt x="457" y="3855"/>
                    </a:cubicBezTo>
                    <a:cubicBezTo>
                      <a:pt x="436" y="3855"/>
                      <a:pt x="414" y="3855"/>
                      <a:pt x="392" y="3855"/>
                    </a:cubicBezTo>
                    <a:cubicBezTo>
                      <a:pt x="392" y="3812"/>
                      <a:pt x="392" y="3769"/>
                      <a:pt x="392" y="3724"/>
                    </a:cubicBezTo>
                    <a:cubicBezTo>
                      <a:pt x="370" y="3724"/>
                      <a:pt x="349" y="3724"/>
                      <a:pt x="327" y="3724"/>
                    </a:cubicBezTo>
                    <a:cubicBezTo>
                      <a:pt x="327" y="3703"/>
                      <a:pt x="327" y="3681"/>
                      <a:pt x="327" y="3659"/>
                    </a:cubicBezTo>
                    <a:cubicBezTo>
                      <a:pt x="305" y="3659"/>
                      <a:pt x="284" y="3659"/>
                      <a:pt x="261" y="3659"/>
                    </a:cubicBezTo>
                    <a:cubicBezTo>
                      <a:pt x="261" y="3616"/>
                      <a:pt x="261" y="3573"/>
                      <a:pt x="261" y="3528"/>
                    </a:cubicBezTo>
                    <a:cubicBezTo>
                      <a:pt x="240" y="3528"/>
                      <a:pt x="218" y="3528"/>
                      <a:pt x="196" y="3528"/>
                    </a:cubicBezTo>
                    <a:cubicBezTo>
                      <a:pt x="196" y="3485"/>
                      <a:pt x="196" y="3442"/>
                      <a:pt x="196" y="3398"/>
                    </a:cubicBezTo>
                    <a:cubicBezTo>
                      <a:pt x="174" y="3398"/>
                      <a:pt x="153" y="3398"/>
                      <a:pt x="131" y="3398"/>
                    </a:cubicBezTo>
                    <a:cubicBezTo>
                      <a:pt x="131" y="3333"/>
                      <a:pt x="131" y="3268"/>
                      <a:pt x="131" y="3202"/>
                    </a:cubicBezTo>
                    <a:cubicBezTo>
                      <a:pt x="109" y="3202"/>
                      <a:pt x="88" y="3202"/>
                      <a:pt x="65" y="3202"/>
                    </a:cubicBezTo>
                    <a:cubicBezTo>
                      <a:pt x="65" y="3137"/>
                      <a:pt x="65" y="3072"/>
                      <a:pt x="65" y="3006"/>
                    </a:cubicBezTo>
                    <a:cubicBezTo>
                      <a:pt x="44" y="3006"/>
                      <a:pt x="22" y="3006"/>
                      <a:pt x="0" y="3006"/>
                    </a:cubicBezTo>
                    <a:cubicBezTo>
                      <a:pt x="0" y="2639"/>
                      <a:pt x="0" y="2273"/>
                      <a:pt x="0" y="1895"/>
                    </a:cubicBezTo>
                    <a:cubicBezTo>
                      <a:pt x="22" y="1895"/>
                      <a:pt x="43" y="1895"/>
                      <a:pt x="65" y="1895"/>
                    </a:cubicBezTo>
                    <a:cubicBezTo>
                      <a:pt x="65" y="1809"/>
                      <a:pt x="65" y="1722"/>
                      <a:pt x="65" y="1634"/>
                    </a:cubicBezTo>
                    <a:cubicBezTo>
                      <a:pt x="87" y="1634"/>
                      <a:pt x="108" y="1634"/>
                      <a:pt x="131" y="1634"/>
                    </a:cubicBezTo>
                    <a:cubicBezTo>
                      <a:pt x="131" y="1590"/>
                      <a:pt x="131" y="1547"/>
                      <a:pt x="131" y="1503"/>
                    </a:cubicBezTo>
                    <a:cubicBezTo>
                      <a:pt x="152" y="1503"/>
                      <a:pt x="174" y="1503"/>
                      <a:pt x="196" y="1503"/>
                    </a:cubicBezTo>
                    <a:cubicBezTo>
                      <a:pt x="196" y="1460"/>
                      <a:pt x="196" y="1417"/>
                      <a:pt x="196" y="1372"/>
                    </a:cubicBezTo>
                    <a:cubicBezTo>
                      <a:pt x="218" y="1372"/>
                      <a:pt x="239" y="1372"/>
                      <a:pt x="261" y="1372"/>
                    </a:cubicBezTo>
                    <a:cubicBezTo>
                      <a:pt x="261" y="1329"/>
                      <a:pt x="261" y="1286"/>
                      <a:pt x="261" y="1241"/>
                    </a:cubicBezTo>
                    <a:cubicBezTo>
                      <a:pt x="283" y="1241"/>
                      <a:pt x="304" y="1241"/>
                      <a:pt x="327" y="1241"/>
                    </a:cubicBezTo>
                    <a:cubicBezTo>
                      <a:pt x="327" y="1198"/>
                      <a:pt x="327" y="1155"/>
                      <a:pt x="327" y="1111"/>
                    </a:cubicBezTo>
                    <a:cubicBezTo>
                      <a:pt x="348" y="1111"/>
                      <a:pt x="370" y="1111"/>
                      <a:pt x="392" y="1111"/>
                    </a:cubicBezTo>
                    <a:cubicBezTo>
                      <a:pt x="392" y="1089"/>
                      <a:pt x="392" y="1068"/>
                      <a:pt x="392" y="1045"/>
                    </a:cubicBezTo>
                    <a:cubicBezTo>
                      <a:pt x="414" y="1045"/>
                      <a:pt x="435" y="1045"/>
                      <a:pt x="457" y="1045"/>
                    </a:cubicBezTo>
                    <a:cubicBezTo>
                      <a:pt x="457" y="1024"/>
                      <a:pt x="457" y="1002"/>
                      <a:pt x="457" y="980"/>
                    </a:cubicBezTo>
                    <a:cubicBezTo>
                      <a:pt x="479" y="980"/>
                      <a:pt x="501" y="980"/>
                      <a:pt x="523" y="980"/>
                    </a:cubicBezTo>
                    <a:cubicBezTo>
                      <a:pt x="523" y="937"/>
                      <a:pt x="523" y="894"/>
                      <a:pt x="523" y="849"/>
                    </a:cubicBezTo>
                    <a:cubicBezTo>
                      <a:pt x="544" y="849"/>
                      <a:pt x="566" y="849"/>
                      <a:pt x="588" y="849"/>
                    </a:cubicBezTo>
                    <a:cubicBezTo>
                      <a:pt x="588" y="828"/>
                      <a:pt x="588" y="806"/>
                      <a:pt x="588" y="784"/>
                    </a:cubicBezTo>
                    <a:cubicBezTo>
                      <a:pt x="610" y="784"/>
                      <a:pt x="631" y="784"/>
                      <a:pt x="653" y="784"/>
                    </a:cubicBezTo>
                    <a:cubicBezTo>
                      <a:pt x="653" y="763"/>
                      <a:pt x="653" y="741"/>
                      <a:pt x="653" y="719"/>
                    </a:cubicBezTo>
                    <a:cubicBezTo>
                      <a:pt x="675" y="719"/>
                      <a:pt x="697" y="719"/>
                      <a:pt x="719" y="719"/>
                    </a:cubicBezTo>
                    <a:cubicBezTo>
                      <a:pt x="719" y="697"/>
                      <a:pt x="719" y="676"/>
                      <a:pt x="719" y="653"/>
                    </a:cubicBezTo>
                    <a:cubicBezTo>
                      <a:pt x="740" y="653"/>
                      <a:pt x="762" y="653"/>
                      <a:pt x="784" y="653"/>
                    </a:cubicBezTo>
                    <a:cubicBezTo>
                      <a:pt x="784" y="632"/>
                      <a:pt x="784" y="610"/>
                      <a:pt x="784" y="588"/>
                    </a:cubicBezTo>
                    <a:cubicBezTo>
                      <a:pt x="827" y="588"/>
                      <a:pt x="870" y="588"/>
                      <a:pt x="915" y="588"/>
                    </a:cubicBezTo>
                    <a:cubicBezTo>
                      <a:pt x="915" y="567"/>
                      <a:pt x="915" y="545"/>
                      <a:pt x="915" y="523"/>
                    </a:cubicBezTo>
                    <a:cubicBezTo>
                      <a:pt x="936" y="523"/>
                      <a:pt x="958" y="523"/>
                      <a:pt x="980" y="523"/>
                    </a:cubicBezTo>
                    <a:cubicBezTo>
                      <a:pt x="980" y="501"/>
                      <a:pt x="980" y="480"/>
                      <a:pt x="980" y="457"/>
                    </a:cubicBezTo>
                    <a:cubicBezTo>
                      <a:pt x="1002" y="457"/>
                      <a:pt x="1023" y="457"/>
                      <a:pt x="1045" y="457"/>
                    </a:cubicBezTo>
                    <a:cubicBezTo>
                      <a:pt x="1045" y="436"/>
                      <a:pt x="1045" y="414"/>
                      <a:pt x="1045" y="392"/>
                    </a:cubicBezTo>
                    <a:cubicBezTo>
                      <a:pt x="1089" y="392"/>
                      <a:pt x="1132" y="392"/>
                      <a:pt x="1176" y="392"/>
                    </a:cubicBezTo>
                    <a:cubicBezTo>
                      <a:pt x="1176" y="370"/>
                      <a:pt x="1176" y="349"/>
                      <a:pt x="1176" y="327"/>
                    </a:cubicBezTo>
                    <a:cubicBezTo>
                      <a:pt x="1219" y="327"/>
                      <a:pt x="1262" y="327"/>
                      <a:pt x="1307" y="327"/>
                    </a:cubicBezTo>
                    <a:cubicBezTo>
                      <a:pt x="1307" y="305"/>
                      <a:pt x="1307" y="284"/>
                      <a:pt x="1307" y="261"/>
                    </a:cubicBezTo>
                    <a:cubicBezTo>
                      <a:pt x="1372" y="261"/>
                      <a:pt x="1436" y="261"/>
                      <a:pt x="1503" y="261"/>
                    </a:cubicBezTo>
                    <a:cubicBezTo>
                      <a:pt x="1503" y="240"/>
                      <a:pt x="1503" y="218"/>
                      <a:pt x="1503" y="196"/>
                    </a:cubicBezTo>
                    <a:cubicBezTo>
                      <a:pt x="1568" y="196"/>
                      <a:pt x="1632" y="196"/>
                      <a:pt x="1699" y="196"/>
                    </a:cubicBezTo>
                    <a:cubicBezTo>
                      <a:pt x="1699" y="174"/>
                      <a:pt x="1699" y="153"/>
                      <a:pt x="1699" y="131"/>
                    </a:cubicBezTo>
                    <a:cubicBezTo>
                      <a:pt x="1785" y="131"/>
                      <a:pt x="1871" y="131"/>
                      <a:pt x="1960" y="131"/>
                    </a:cubicBezTo>
                    <a:cubicBezTo>
                      <a:pt x="1960" y="109"/>
                      <a:pt x="1960" y="88"/>
                      <a:pt x="1960" y="65"/>
                    </a:cubicBezTo>
                    <a:cubicBezTo>
                      <a:pt x="2003" y="65"/>
                      <a:pt x="2046" y="65"/>
                      <a:pt x="2091" y="65"/>
                    </a:cubicBezTo>
                    <a:cubicBezTo>
                      <a:pt x="2091" y="44"/>
                      <a:pt x="2091" y="22"/>
                      <a:pt x="209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03" name="ICON_C_FIGURES_HEADER_path_004"/>
              <p:cNvSpPr/>
              <p:nvPr/>
            </p:nvSpPr>
            <p:spPr>
              <a:xfrm>
                <a:off x="10146073" y="7168825"/>
                <a:ext cx="45641" cy="42321"/>
              </a:xfrm>
              <a:custGeom>
                <a:avLst/>
                <a:gdLst/>
                <a:ahLst/>
                <a:cxnLst/>
                <a:rect l="0" t="0" r="r" b="b"/>
                <a:pathLst>
                  <a:path w="3594" h="3332" fill="norm" stroke="0">
                    <a:moveTo>
                      <a:pt x="2548" y="0"/>
                    </a:moveTo>
                    <a:cubicBezTo>
                      <a:pt x="2807" y="0"/>
                      <a:pt x="3066" y="0"/>
                      <a:pt x="3332" y="0"/>
                    </a:cubicBezTo>
                    <a:cubicBezTo>
                      <a:pt x="3332" y="22"/>
                      <a:pt x="3332" y="43"/>
                      <a:pt x="3332" y="65"/>
                    </a:cubicBezTo>
                    <a:cubicBezTo>
                      <a:pt x="3376" y="65"/>
                      <a:pt x="3419" y="65"/>
                      <a:pt x="3463" y="65"/>
                    </a:cubicBezTo>
                    <a:cubicBezTo>
                      <a:pt x="3463" y="87"/>
                      <a:pt x="3463" y="108"/>
                      <a:pt x="3463" y="131"/>
                    </a:cubicBezTo>
                    <a:cubicBezTo>
                      <a:pt x="3485" y="131"/>
                      <a:pt x="3506" y="131"/>
                      <a:pt x="3528" y="131"/>
                    </a:cubicBezTo>
                    <a:cubicBezTo>
                      <a:pt x="3536" y="198"/>
                      <a:pt x="3540" y="260"/>
                      <a:pt x="3528" y="327"/>
                    </a:cubicBezTo>
                    <a:cubicBezTo>
                      <a:pt x="3489" y="364"/>
                      <a:pt x="3449" y="379"/>
                      <a:pt x="3398" y="392"/>
                    </a:cubicBezTo>
                    <a:cubicBezTo>
                      <a:pt x="3398" y="370"/>
                      <a:pt x="3398" y="349"/>
                      <a:pt x="3398" y="327"/>
                    </a:cubicBezTo>
                    <a:cubicBezTo>
                      <a:pt x="3376" y="327"/>
                      <a:pt x="3355" y="327"/>
                      <a:pt x="3332" y="327"/>
                    </a:cubicBezTo>
                    <a:cubicBezTo>
                      <a:pt x="3332" y="305"/>
                      <a:pt x="3332" y="284"/>
                      <a:pt x="3332" y="261"/>
                    </a:cubicBezTo>
                    <a:cubicBezTo>
                      <a:pt x="3289" y="261"/>
                      <a:pt x="3246" y="261"/>
                      <a:pt x="3202" y="261"/>
                    </a:cubicBezTo>
                    <a:cubicBezTo>
                      <a:pt x="3202" y="1167"/>
                      <a:pt x="3202" y="2073"/>
                      <a:pt x="3202" y="3006"/>
                    </a:cubicBezTo>
                    <a:cubicBezTo>
                      <a:pt x="3245" y="3006"/>
                      <a:pt x="3288" y="3006"/>
                      <a:pt x="3332" y="3006"/>
                    </a:cubicBezTo>
                    <a:cubicBezTo>
                      <a:pt x="3332" y="2984"/>
                      <a:pt x="3332" y="2963"/>
                      <a:pt x="3332" y="2940"/>
                    </a:cubicBezTo>
                    <a:cubicBezTo>
                      <a:pt x="3354" y="2940"/>
                      <a:pt x="3376" y="2940"/>
                      <a:pt x="3398" y="2940"/>
                    </a:cubicBezTo>
                    <a:cubicBezTo>
                      <a:pt x="3398" y="2725"/>
                      <a:pt x="3398" y="2509"/>
                      <a:pt x="3398" y="2287"/>
                    </a:cubicBezTo>
                    <a:cubicBezTo>
                      <a:pt x="3376" y="2287"/>
                      <a:pt x="3355" y="2287"/>
                      <a:pt x="3332" y="2287"/>
                    </a:cubicBezTo>
                    <a:cubicBezTo>
                      <a:pt x="3332" y="1791"/>
                      <a:pt x="3332" y="1295"/>
                      <a:pt x="3332" y="784"/>
                    </a:cubicBezTo>
                    <a:cubicBezTo>
                      <a:pt x="3354" y="784"/>
                      <a:pt x="3376" y="784"/>
                      <a:pt x="3398" y="784"/>
                    </a:cubicBezTo>
                    <a:cubicBezTo>
                      <a:pt x="3398" y="676"/>
                      <a:pt x="3398" y="568"/>
                      <a:pt x="3398" y="457"/>
                    </a:cubicBezTo>
                    <a:cubicBezTo>
                      <a:pt x="3441" y="457"/>
                      <a:pt x="3484" y="457"/>
                      <a:pt x="3528" y="457"/>
                    </a:cubicBezTo>
                    <a:cubicBezTo>
                      <a:pt x="3528" y="608"/>
                      <a:pt x="3528" y="759"/>
                      <a:pt x="3528" y="915"/>
                    </a:cubicBezTo>
                    <a:cubicBezTo>
                      <a:pt x="3550" y="915"/>
                      <a:pt x="3572" y="915"/>
                      <a:pt x="3594" y="915"/>
                    </a:cubicBezTo>
                    <a:cubicBezTo>
                      <a:pt x="3594" y="1087"/>
                      <a:pt x="3594" y="1260"/>
                      <a:pt x="3594" y="1438"/>
                    </a:cubicBezTo>
                    <a:cubicBezTo>
                      <a:pt x="3572" y="1438"/>
                      <a:pt x="3551" y="1438"/>
                      <a:pt x="3528" y="1438"/>
                    </a:cubicBezTo>
                    <a:cubicBezTo>
                      <a:pt x="3528" y="1761"/>
                      <a:pt x="3528" y="2084"/>
                      <a:pt x="3528" y="2418"/>
                    </a:cubicBezTo>
                    <a:cubicBezTo>
                      <a:pt x="3550" y="2418"/>
                      <a:pt x="3572" y="2418"/>
                      <a:pt x="3594" y="2418"/>
                    </a:cubicBezTo>
                    <a:cubicBezTo>
                      <a:pt x="3594" y="2461"/>
                      <a:pt x="3594" y="2504"/>
                      <a:pt x="3594" y="2548"/>
                    </a:cubicBezTo>
                    <a:cubicBezTo>
                      <a:pt x="3572" y="2548"/>
                      <a:pt x="3551" y="2548"/>
                      <a:pt x="3528" y="2548"/>
                    </a:cubicBezTo>
                    <a:cubicBezTo>
                      <a:pt x="3528" y="2699"/>
                      <a:pt x="3528" y="2850"/>
                      <a:pt x="3528" y="3006"/>
                    </a:cubicBezTo>
                    <a:cubicBezTo>
                      <a:pt x="3507" y="3006"/>
                      <a:pt x="3485" y="3006"/>
                      <a:pt x="3463" y="3006"/>
                    </a:cubicBezTo>
                    <a:cubicBezTo>
                      <a:pt x="3463" y="3049"/>
                      <a:pt x="3463" y="3092"/>
                      <a:pt x="3463" y="3136"/>
                    </a:cubicBezTo>
                    <a:cubicBezTo>
                      <a:pt x="3420" y="3136"/>
                      <a:pt x="3377" y="3136"/>
                      <a:pt x="3332" y="3136"/>
                    </a:cubicBezTo>
                    <a:cubicBezTo>
                      <a:pt x="3332" y="3158"/>
                      <a:pt x="3332" y="3179"/>
                      <a:pt x="3332" y="3202"/>
                    </a:cubicBezTo>
                    <a:cubicBezTo>
                      <a:pt x="3289" y="3202"/>
                      <a:pt x="3246" y="3202"/>
                      <a:pt x="3202" y="3202"/>
                    </a:cubicBezTo>
                    <a:cubicBezTo>
                      <a:pt x="3202" y="3223"/>
                      <a:pt x="3202" y="3245"/>
                      <a:pt x="3202" y="3267"/>
                    </a:cubicBezTo>
                    <a:cubicBezTo>
                      <a:pt x="3180" y="3267"/>
                      <a:pt x="3159" y="3267"/>
                      <a:pt x="3136" y="3267"/>
                    </a:cubicBezTo>
                    <a:cubicBezTo>
                      <a:pt x="3136" y="3289"/>
                      <a:pt x="3136" y="3310"/>
                      <a:pt x="3136" y="3332"/>
                    </a:cubicBezTo>
                    <a:cubicBezTo>
                      <a:pt x="3093" y="3332"/>
                      <a:pt x="3050" y="3332"/>
                      <a:pt x="3006" y="3332"/>
                    </a:cubicBezTo>
                    <a:cubicBezTo>
                      <a:pt x="3006" y="3311"/>
                      <a:pt x="3006" y="3289"/>
                      <a:pt x="3006" y="3267"/>
                    </a:cubicBezTo>
                    <a:cubicBezTo>
                      <a:pt x="2963" y="3267"/>
                      <a:pt x="2919" y="3267"/>
                      <a:pt x="2875" y="3267"/>
                    </a:cubicBezTo>
                    <a:cubicBezTo>
                      <a:pt x="2875" y="3245"/>
                      <a:pt x="2875" y="3224"/>
                      <a:pt x="2875" y="3202"/>
                    </a:cubicBezTo>
                    <a:cubicBezTo>
                      <a:pt x="2595" y="3202"/>
                      <a:pt x="2314" y="3202"/>
                      <a:pt x="2026" y="3202"/>
                    </a:cubicBezTo>
                    <a:cubicBezTo>
                      <a:pt x="2026" y="3180"/>
                      <a:pt x="2026" y="3159"/>
                      <a:pt x="2026" y="3136"/>
                    </a:cubicBezTo>
                    <a:cubicBezTo>
                      <a:pt x="2004" y="3136"/>
                      <a:pt x="1982" y="3136"/>
                      <a:pt x="1960" y="3136"/>
                    </a:cubicBezTo>
                    <a:cubicBezTo>
                      <a:pt x="1960" y="3029"/>
                      <a:pt x="1960" y="2921"/>
                      <a:pt x="1960" y="2810"/>
                    </a:cubicBezTo>
                    <a:cubicBezTo>
                      <a:pt x="1939" y="2810"/>
                      <a:pt x="1917" y="2810"/>
                      <a:pt x="1895" y="2810"/>
                    </a:cubicBezTo>
                    <a:cubicBezTo>
                      <a:pt x="1895" y="2788"/>
                      <a:pt x="1895" y="2767"/>
                      <a:pt x="1895" y="2744"/>
                    </a:cubicBezTo>
                    <a:cubicBezTo>
                      <a:pt x="1852" y="2744"/>
                      <a:pt x="1809" y="2744"/>
                      <a:pt x="1764" y="2744"/>
                    </a:cubicBezTo>
                    <a:cubicBezTo>
                      <a:pt x="1764" y="2766"/>
                      <a:pt x="1764" y="2787"/>
                      <a:pt x="1764" y="2810"/>
                    </a:cubicBezTo>
                    <a:cubicBezTo>
                      <a:pt x="1743" y="2810"/>
                      <a:pt x="1721" y="2810"/>
                      <a:pt x="1699" y="2810"/>
                    </a:cubicBezTo>
                    <a:cubicBezTo>
                      <a:pt x="1699" y="2831"/>
                      <a:pt x="1699" y="2853"/>
                      <a:pt x="1699" y="2875"/>
                    </a:cubicBezTo>
                    <a:cubicBezTo>
                      <a:pt x="1667" y="2864"/>
                      <a:pt x="1667" y="2864"/>
                      <a:pt x="1503" y="2810"/>
                    </a:cubicBezTo>
                    <a:cubicBezTo>
                      <a:pt x="1503" y="2853"/>
                      <a:pt x="1503" y="2896"/>
                      <a:pt x="1503" y="2940"/>
                    </a:cubicBezTo>
                    <a:cubicBezTo>
                      <a:pt x="1568" y="2940"/>
                      <a:pt x="1632" y="2940"/>
                      <a:pt x="1699" y="2940"/>
                    </a:cubicBezTo>
                    <a:cubicBezTo>
                      <a:pt x="1699" y="2962"/>
                      <a:pt x="1699" y="2983"/>
                      <a:pt x="1699" y="3006"/>
                    </a:cubicBezTo>
                    <a:cubicBezTo>
                      <a:pt x="1656" y="3006"/>
                      <a:pt x="1613" y="3006"/>
                      <a:pt x="1568" y="3006"/>
                    </a:cubicBezTo>
                    <a:cubicBezTo>
                      <a:pt x="1568" y="3027"/>
                      <a:pt x="1568" y="3049"/>
                      <a:pt x="1568" y="3071"/>
                    </a:cubicBezTo>
                    <a:cubicBezTo>
                      <a:pt x="1547" y="3071"/>
                      <a:pt x="1525" y="3071"/>
                      <a:pt x="1503" y="3071"/>
                    </a:cubicBezTo>
                    <a:cubicBezTo>
                      <a:pt x="1503" y="3093"/>
                      <a:pt x="1503" y="3114"/>
                      <a:pt x="1503" y="3136"/>
                    </a:cubicBezTo>
                    <a:cubicBezTo>
                      <a:pt x="1481" y="3136"/>
                      <a:pt x="1460" y="3136"/>
                      <a:pt x="1438" y="3136"/>
                    </a:cubicBezTo>
                    <a:cubicBezTo>
                      <a:pt x="1438" y="3179"/>
                      <a:pt x="1438" y="3223"/>
                      <a:pt x="1438" y="3267"/>
                    </a:cubicBezTo>
                    <a:cubicBezTo>
                      <a:pt x="1416" y="3267"/>
                      <a:pt x="1394" y="3267"/>
                      <a:pt x="1372" y="3267"/>
                    </a:cubicBezTo>
                    <a:cubicBezTo>
                      <a:pt x="1372" y="3289"/>
                      <a:pt x="1372" y="3310"/>
                      <a:pt x="1372" y="3332"/>
                    </a:cubicBezTo>
                    <a:cubicBezTo>
                      <a:pt x="1221" y="3332"/>
                      <a:pt x="1070" y="3332"/>
                      <a:pt x="915" y="3332"/>
                    </a:cubicBezTo>
                    <a:cubicBezTo>
                      <a:pt x="915" y="3311"/>
                      <a:pt x="915" y="3289"/>
                      <a:pt x="915" y="3267"/>
                    </a:cubicBezTo>
                    <a:cubicBezTo>
                      <a:pt x="893" y="3267"/>
                      <a:pt x="872" y="3267"/>
                      <a:pt x="849" y="3267"/>
                    </a:cubicBezTo>
                    <a:cubicBezTo>
                      <a:pt x="849" y="3245"/>
                      <a:pt x="849" y="3224"/>
                      <a:pt x="849" y="3202"/>
                    </a:cubicBezTo>
                    <a:cubicBezTo>
                      <a:pt x="655" y="3202"/>
                      <a:pt x="461" y="3202"/>
                      <a:pt x="261" y="3202"/>
                    </a:cubicBezTo>
                    <a:cubicBezTo>
                      <a:pt x="261" y="3180"/>
                      <a:pt x="261" y="3159"/>
                      <a:pt x="261" y="3136"/>
                    </a:cubicBezTo>
                    <a:cubicBezTo>
                      <a:pt x="240" y="3136"/>
                      <a:pt x="218" y="3136"/>
                      <a:pt x="196" y="3136"/>
                    </a:cubicBezTo>
                    <a:cubicBezTo>
                      <a:pt x="196" y="2878"/>
                      <a:pt x="196" y="2619"/>
                      <a:pt x="196" y="2352"/>
                    </a:cubicBezTo>
                    <a:cubicBezTo>
                      <a:pt x="174" y="2352"/>
                      <a:pt x="153" y="2352"/>
                      <a:pt x="131" y="2352"/>
                    </a:cubicBezTo>
                    <a:cubicBezTo>
                      <a:pt x="131" y="2309"/>
                      <a:pt x="131" y="2266"/>
                      <a:pt x="131" y="2222"/>
                    </a:cubicBezTo>
                    <a:cubicBezTo>
                      <a:pt x="109" y="2222"/>
                      <a:pt x="88" y="2222"/>
                      <a:pt x="65" y="2222"/>
                    </a:cubicBezTo>
                    <a:cubicBezTo>
                      <a:pt x="65" y="2049"/>
                      <a:pt x="65" y="1877"/>
                      <a:pt x="65" y="1699"/>
                    </a:cubicBezTo>
                    <a:cubicBezTo>
                      <a:pt x="44" y="1699"/>
                      <a:pt x="22" y="1699"/>
                      <a:pt x="0" y="1699"/>
                    </a:cubicBezTo>
                    <a:cubicBezTo>
                      <a:pt x="0" y="1634"/>
                      <a:pt x="0" y="1569"/>
                      <a:pt x="0" y="1503"/>
                    </a:cubicBezTo>
                    <a:cubicBezTo>
                      <a:pt x="22" y="1503"/>
                      <a:pt x="43" y="1503"/>
                      <a:pt x="65" y="1503"/>
                    </a:cubicBezTo>
                    <a:cubicBezTo>
                      <a:pt x="65" y="1481"/>
                      <a:pt x="65" y="1460"/>
                      <a:pt x="65" y="1438"/>
                    </a:cubicBezTo>
                    <a:cubicBezTo>
                      <a:pt x="87" y="1438"/>
                      <a:pt x="108" y="1438"/>
                      <a:pt x="131" y="1438"/>
                    </a:cubicBezTo>
                    <a:cubicBezTo>
                      <a:pt x="131" y="1416"/>
                      <a:pt x="131" y="1394"/>
                      <a:pt x="131" y="1372"/>
                    </a:cubicBezTo>
                    <a:cubicBezTo>
                      <a:pt x="152" y="1372"/>
                      <a:pt x="174" y="1372"/>
                      <a:pt x="196" y="1372"/>
                    </a:cubicBezTo>
                    <a:cubicBezTo>
                      <a:pt x="196" y="1329"/>
                      <a:pt x="196" y="1286"/>
                      <a:pt x="196" y="1241"/>
                    </a:cubicBezTo>
                    <a:cubicBezTo>
                      <a:pt x="218" y="1241"/>
                      <a:pt x="239" y="1241"/>
                      <a:pt x="261" y="1241"/>
                    </a:cubicBezTo>
                    <a:cubicBezTo>
                      <a:pt x="261" y="1220"/>
                      <a:pt x="261" y="1198"/>
                      <a:pt x="261" y="1176"/>
                    </a:cubicBezTo>
                    <a:cubicBezTo>
                      <a:pt x="369" y="1176"/>
                      <a:pt x="477" y="1176"/>
                      <a:pt x="588" y="1176"/>
                    </a:cubicBezTo>
                    <a:cubicBezTo>
                      <a:pt x="588" y="1155"/>
                      <a:pt x="588" y="1133"/>
                      <a:pt x="588" y="1111"/>
                    </a:cubicBezTo>
                    <a:cubicBezTo>
                      <a:pt x="696" y="1111"/>
                      <a:pt x="804" y="1111"/>
                      <a:pt x="915" y="1111"/>
                    </a:cubicBezTo>
                    <a:cubicBezTo>
                      <a:pt x="915" y="1132"/>
                      <a:pt x="915" y="1154"/>
                      <a:pt x="915" y="1176"/>
                    </a:cubicBezTo>
                    <a:cubicBezTo>
                      <a:pt x="1087" y="1176"/>
                      <a:pt x="1260" y="1176"/>
                      <a:pt x="1438" y="1176"/>
                    </a:cubicBezTo>
                    <a:cubicBezTo>
                      <a:pt x="1438" y="1198"/>
                      <a:pt x="1438" y="1219"/>
                      <a:pt x="1438" y="1241"/>
                    </a:cubicBezTo>
                    <a:cubicBezTo>
                      <a:pt x="1459" y="1241"/>
                      <a:pt x="1481" y="1241"/>
                      <a:pt x="1503" y="1241"/>
                    </a:cubicBezTo>
                    <a:cubicBezTo>
                      <a:pt x="1503" y="1522"/>
                      <a:pt x="1503" y="1802"/>
                      <a:pt x="1503" y="2091"/>
                    </a:cubicBezTo>
                    <a:cubicBezTo>
                      <a:pt x="1546" y="2091"/>
                      <a:pt x="1589" y="2091"/>
                      <a:pt x="1634" y="2091"/>
                    </a:cubicBezTo>
                    <a:cubicBezTo>
                      <a:pt x="1634" y="1875"/>
                      <a:pt x="1634" y="1660"/>
                      <a:pt x="1634" y="1438"/>
                    </a:cubicBezTo>
                    <a:cubicBezTo>
                      <a:pt x="1677" y="1438"/>
                      <a:pt x="1720" y="1438"/>
                      <a:pt x="1764" y="1438"/>
                    </a:cubicBezTo>
                    <a:cubicBezTo>
                      <a:pt x="1764" y="1653"/>
                      <a:pt x="1764" y="1869"/>
                      <a:pt x="1764" y="2091"/>
                    </a:cubicBezTo>
                    <a:cubicBezTo>
                      <a:pt x="1807" y="2091"/>
                      <a:pt x="1850" y="2091"/>
                      <a:pt x="1895" y="2091"/>
                    </a:cubicBezTo>
                    <a:cubicBezTo>
                      <a:pt x="1895" y="2069"/>
                      <a:pt x="1895" y="2048"/>
                      <a:pt x="1895" y="2026"/>
                    </a:cubicBezTo>
                    <a:cubicBezTo>
                      <a:pt x="1916" y="2026"/>
                      <a:pt x="1938" y="2026"/>
                      <a:pt x="1960" y="2026"/>
                    </a:cubicBezTo>
                    <a:cubicBezTo>
                      <a:pt x="1960" y="1400"/>
                      <a:pt x="1960" y="775"/>
                      <a:pt x="1960" y="131"/>
                    </a:cubicBezTo>
                    <a:cubicBezTo>
                      <a:pt x="1982" y="131"/>
                      <a:pt x="2003" y="131"/>
                      <a:pt x="2026" y="131"/>
                    </a:cubicBezTo>
                    <a:cubicBezTo>
                      <a:pt x="2026" y="109"/>
                      <a:pt x="2026" y="88"/>
                      <a:pt x="2026" y="65"/>
                    </a:cubicBezTo>
                    <a:cubicBezTo>
                      <a:pt x="2198" y="65"/>
                      <a:pt x="2371" y="65"/>
                      <a:pt x="2548" y="65"/>
                    </a:cubicBezTo>
                    <a:cubicBezTo>
                      <a:pt x="2548" y="44"/>
                      <a:pt x="2548" y="22"/>
                      <a:pt x="254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04" name="ICON_C_FIGURES_HEADER_path_005"/>
              <p:cNvSpPr/>
              <p:nvPr/>
            </p:nvSpPr>
            <p:spPr>
              <a:xfrm>
                <a:off x="10192238" y="7153607"/>
                <a:ext cx="16902" cy="55880"/>
              </a:xfrm>
              <a:custGeom>
                <a:avLst/>
                <a:gdLst/>
                <a:ahLst/>
                <a:cxnLst/>
                <a:rect l="0" t="0" r="r" b="b"/>
                <a:pathLst>
                  <a:path w="1331" h="4400" fill="norm" stroke="0">
                    <a:moveTo>
                      <a:pt x="425" y="9"/>
                    </a:moveTo>
                    <a:cubicBezTo>
                      <a:pt x="447" y="10"/>
                      <a:pt x="470" y="10"/>
                      <a:pt x="492" y="10"/>
                    </a:cubicBezTo>
                    <a:cubicBezTo>
                      <a:pt x="551" y="10"/>
                      <a:pt x="610" y="12"/>
                      <a:pt x="668" y="13"/>
                    </a:cubicBezTo>
                    <a:cubicBezTo>
                      <a:pt x="728" y="15"/>
                      <a:pt x="788" y="15"/>
                      <a:pt x="848" y="16"/>
                    </a:cubicBezTo>
                    <a:cubicBezTo>
                      <a:pt x="966" y="17"/>
                      <a:pt x="1083" y="19"/>
                      <a:pt x="1200" y="22"/>
                    </a:cubicBezTo>
                    <a:cubicBezTo>
                      <a:pt x="1200" y="44"/>
                      <a:pt x="1200" y="65"/>
                      <a:pt x="1200" y="87"/>
                    </a:cubicBezTo>
                    <a:cubicBezTo>
                      <a:pt x="1243" y="87"/>
                      <a:pt x="1286" y="87"/>
                      <a:pt x="1331" y="87"/>
                    </a:cubicBezTo>
                    <a:cubicBezTo>
                      <a:pt x="1331" y="1489"/>
                      <a:pt x="1331" y="2891"/>
                      <a:pt x="1331" y="4335"/>
                    </a:cubicBezTo>
                    <a:cubicBezTo>
                      <a:pt x="1309" y="4335"/>
                      <a:pt x="1288" y="4335"/>
                      <a:pt x="1266" y="4335"/>
                    </a:cubicBezTo>
                    <a:cubicBezTo>
                      <a:pt x="1266" y="4356"/>
                      <a:pt x="1266" y="4378"/>
                      <a:pt x="1266" y="4400"/>
                    </a:cubicBezTo>
                    <a:cubicBezTo>
                      <a:pt x="899" y="4400"/>
                      <a:pt x="532" y="4400"/>
                      <a:pt x="155" y="4400"/>
                    </a:cubicBezTo>
                    <a:cubicBezTo>
                      <a:pt x="155" y="4378"/>
                      <a:pt x="155" y="4357"/>
                      <a:pt x="155" y="4335"/>
                    </a:cubicBezTo>
                    <a:cubicBezTo>
                      <a:pt x="133" y="4335"/>
                      <a:pt x="112" y="4335"/>
                      <a:pt x="89" y="4335"/>
                    </a:cubicBezTo>
                    <a:cubicBezTo>
                      <a:pt x="89" y="4184"/>
                      <a:pt x="89" y="4033"/>
                      <a:pt x="89" y="3877"/>
                    </a:cubicBezTo>
                    <a:cubicBezTo>
                      <a:pt x="68" y="3877"/>
                      <a:pt x="46" y="3877"/>
                      <a:pt x="24" y="3877"/>
                    </a:cubicBezTo>
                    <a:cubicBezTo>
                      <a:pt x="24" y="3166"/>
                      <a:pt x="24" y="2454"/>
                      <a:pt x="24" y="1721"/>
                    </a:cubicBezTo>
                    <a:cubicBezTo>
                      <a:pt x="46" y="1721"/>
                      <a:pt x="67" y="1721"/>
                      <a:pt x="89" y="1721"/>
                    </a:cubicBezTo>
                    <a:cubicBezTo>
                      <a:pt x="89" y="1635"/>
                      <a:pt x="89" y="1549"/>
                      <a:pt x="89" y="1460"/>
                    </a:cubicBezTo>
                    <a:cubicBezTo>
                      <a:pt x="68" y="1460"/>
                      <a:pt x="46" y="1460"/>
                      <a:pt x="24" y="1460"/>
                    </a:cubicBezTo>
                    <a:cubicBezTo>
                      <a:pt x="20" y="1292"/>
                      <a:pt x="17" y="1123"/>
                      <a:pt x="16" y="955"/>
                    </a:cubicBezTo>
                    <a:cubicBezTo>
                      <a:pt x="15" y="877"/>
                      <a:pt x="14" y="799"/>
                      <a:pt x="12" y="721"/>
                    </a:cubicBezTo>
                    <a:cubicBezTo>
                      <a:pt x="10" y="646"/>
                      <a:pt x="9" y="570"/>
                      <a:pt x="9" y="495"/>
                    </a:cubicBezTo>
                    <a:cubicBezTo>
                      <a:pt x="8" y="466"/>
                      <a:pt x="8" y="437"/>
                      <a:pt x="7" y="409"/>
                    </a:cubicBezTo>
                    <a:cubicBezTo>
                      <a:pt x="0" y="178"/>
                      <a:pt x="0" y="178"/>
                      <a:pt x="53" y="106"/>
                    </a:cubicBezTo>
                    <a:cubicBezTo>
                      <a:pt x="154" y="0"/>
                      <a:pt x="289" y="5"/>
                      <a:pt x="425" y="9"/>
                    </a:cubicBezTo>
                    <a:close/>
                  </a:path>
                </a:pathLst>
              </a:custGeom>
              <a:solidFill>
                <a:srgbClr val="E24798"/>
              </a:solidFill>
              <a:ln w="415" cap="flat">
                <a:noFill/>
              </a:ln>
            </p:spPr>
          </p:sp>
          <p:sp>
            <p:nvSpPr>
              <p:cNvPr id="2005" name="ICON_C_FIGURES_HEADER_path_006"/>
              <p:cNvSpPr/>
              <p:nvPr/>
            </p:nvSpPr>
            <p:spPr>
              <a:xfrm>
                <a:off x="10135933" y="7074943"/>
                <a:ext cx="30886" cy="30815"/>
              </a:xfrm>
              <a:custGeom>
                <a:avLst/>
                <a:gdLst/>
                <a:ahLst/>
                <a:cxnLst/>
                <a:rect l="0" t="0" r="r" b="b"/>
                <a:pathLst>
                  <a:path w="2432" h="2426" fill="norm" stroke="0">
                    <a:moveTo>
                      <a:pt x="229" y="2"/>
                    </a:moveTo>
                    <a:cubicBezTo>
                      <a:pt x="240" y="2"/>
                      <a:pt x="251" y="3"/>
                      <a:pt x="262" y="3"/>
                    </a:cubicBezTo>
                    <a:cubicBezTo>
                      <a:pt x="296" y="3"/>
                      <a:pt x="330" y="4"/>
                      <a:pt x="364" y="5"/>
                    </a:cubicBezTo>
                    <a:cubicBezTo>
                      <a:pt x="387" y="5"/>
                      <a:pt x="410" y="5"/>
                      <a:pt x="433" y="6"/>
                    </a:cubicBezTo>
                    <a:cubicBezTo>
                      <a:pt x="490" y="6"/>
                      <a:pt x="546" y="7"/>
                      <a:pt x="602" y="9"/>
                    </a:cubicBezTo>
                    <a:cubicBezTo>
                      <a:pt x="602" y="30"/>
                      <a:pt x="602" y="52"/>
                      <a:pt x="602" y="74"/>
                    </a:cubicBezTo>
                    <a:cubicBezTo>
                      <a:pt x="617" y="73"/>
                      <a:pt x="632" y="73"/>
                      <a:pt x="647" y="72"/>
                    </a:cubicBezTo>
                    <a:cubicBezTo>
                      <a:pt x="779" y="67"/>
                      <a:pt x="875" y="78"/>
                      <a:pt x="994" y="139"/>
                    </a:cubicBezTo>
                    <a:cubicBezTo>
                      <a:pt x="994" y="161"/>
                      <a:pt x="994" y="183"/>
                      <a:pt x="994" y="205"/>
                    </a:cubicBezTo>
                    <a:cubicBezTo>
                      <a:pt x="1038" y="205"/>
                      <a:pt x="1081" y="205"/>
                      <a:pt x="1125" y="205"/>
                    </a:cubicBezTo>
                    <a:cubicBezTo>
                      <a:pt x="1125" y="226"/>
                      <a:pt x="1125" y="248"/>
                      <a:pt x="1125" y="270"/>
                    </a:cubicBezTo>
                    <a:cubicBezTo>
                      <a:pt x="1168" y="270"/>
                      <a:pt x="1211" y="270"/>
                      <a:pt x="1256" y="270"/>
                    </a:cubicBezTo>
                    <a:cubicBezTo>
                      <a:pt x="1256" y="292"/>
                      <a:pt x="1256" y="313"/>
                      <a:pt x="1256" y="335"/>
                    </a:cubicBezTo>
                    <a:cubicBezTo>
                      <a:pt x="1299" y="335"/>
                      <a:pt x="1342" y="335"/>
                      <a:pt x="1387" y="335"/>
                    </a:cubicBezTo>
                    <a:cubicBezTo>
                      <a:pt x="1387" y="357"/>
                      <a:pt x="1387" y="379"/>
                      <a:pt x="1387" y="401"/>
                    </a:cubicBezTo>
                    <a:cubicBezTo>
                      <a:pt x="1408" y="401"/>
                      <a:pt x="1430" y="401"/>
                      <a:pt x="1452" y="401"/>
                    </a:cubicBezTo>
                    <a:cubicBezTo>
                      <a:pt x="1452" y="422"/>
                      <a:pt x="1452" y="444"/>
                      <a:pt x="1452" y="466"/>
                    </a:cubicBezTo>
                    <a:cubicBezTo>
                      <a:pt x="1460" y="465"/>
                      <a:pt x="1468" y="463"/>
                      <a:pt x="1477" y="462"/>
                    </a:cubicBezTo>
                    <a:cubicBezTo>
                      <a:pt x="1531" y="456"/>
                      <a:pt x="1568" y="455"/>
                      <a:pt x="1612" y="489"/>
                    </a:cubicBezTo>
                    <a:cubicBezTo>
                      <a:pt x="1641" y="521"/>
                      <a:pt x="1668" y="554"/>
                      <a:pt x="1695" y="589"/>
                    </a:cubicBezTo>
                    <a:cubicBezTo>
                      <a:pt x="1772" y="684"/>
                      <a:pt x="1846" y="763"/>
                      <a:pt x="1947" y="832"/>
                    </a:cubicBezTo>
                    <a:cubicBezTo>
                      <a:pt x="1975" y="858"/>
                      <a:pt x="1975" y="858"/>
                      <a:pt x="1979" y="894"/>
                    </a:cubicBezTo>
                    <a:cubicBezTo>
                      <a:pt x="1977" y="904"/>
                      <a:pt x="1976" y="914"/>
                      <a:pt x="1975" y="924"/>
                    </a:cubicBezTo>
                    <a:cubicBezTo>
                      <a:pt x="1996" y="924"/>
                      <a:pt x="2018" y="924"/>
                      <a:pt x="2040" y="924"/>
                    </a:cubicBezTo>
                    <a:cubicBezTo>
                      <a:pt x="2040" y="967"/>
                      <a:pt x="2040" y="1010"/>
                      <a:pt x="2040" y="1054"/>
                    </a:cubicBezTo>
                    <a:cubicBezTo>
                      <a:pt x="2062" y="1054"/>
                      <a:pt x="2083" y="1054"/>
                      <a:pt x="2105" y="1054"/>
                    </a:cubicBezTo>
                    <a:cubicBezTo>
                      <a:pt x="2105" y="1097"/>
                      <a:pt x="2105" y="1140"/>
                      <a:pt x="2105" y="1185"/>
                    </a:cubicBezTo>
                    <a:cubicBezTo>
                      <a:pt x="2127" y="1185"/>
                      <a:pt x="2148" y="1185"/>
                      <a:pt x="2171" y="1185"/>
                    </a:cubicBezTo>
                    <a:cubicBezTo>
                      <a:pt x="2171" y="1206"/>
                      <a:pt x="2171" y="1228"/>
                      <a:pt x="2171" y="1250"/>
                    </a:cubicBezTo>
                    <a:cubicBezTo>
                      <a:pt x="2192" y="1250"/>
                      <a:pt x="2214" y="1250"/>
                      <a:pt x="2236" y="1250"/>
                    </a:cubicBezTo>
                    <a:cubicBezTo>
                      <a:pt x="2236" y="1315"/>
                      <a:pt x="2236" y="1380"/>
                      <a:pt x="2236" y="1446"/>
                    </a:cubicBezTo>
                    <a:cubicBezTo>
                      <a:pt x="2258" y="1446"/>
                      <a:pt x="2279" y="1446"/>
                      <a:pt x="2301" y="1446"/>
                    </a:cubicBezTo>
                    <a:cubicBezTo>
                      <a:pt x="2301" y="1489"/>
                      <a:pt x="2301" y="1533"/>
                      <a:pt x="2301" y="1577"/>
                    </a:cubicBezTo>
                    <a:cubicBezTo>
                      <a:pt x="2323" y="1577"/>
                      <a:pt x="2344" y="1577"/>
                      <a:pt x="2367" y="1577"/>
                    </a:cubicBezTo>
                    <a:cubicBezTo>
                      <a:pt x="2367" y="1663"/>
                      <a:pt x="2367" y="1749"/>
                      <a:pt x="2367" y="1838"/>
                    </a:cubicBezTo>
                    <a:cubicBezTo>
                      <a:pt x="2388" y="1838"/>
                      <a:pt x="2410" y="1838"/>
                      <a:pt x="2432" y="1838"/>
                    </a:cubicBezTo>
                    <a:cubicBezTo>
                      <a:pt x="2432" y="2032"/>
                      <a:pt x="2432" y="2226"/>
                      <a:pt x="2432" y="2426"/>
                    </a:cubicBezTo>
                    <a:cubicBezTo>
                      <a:pt x="1634" y="2426"/>
                      <a:pt x="836" y="2426"/>
                      <a:pt x="14" y="2426"/>
                    </a:cubicBezTo>
                    <a:cubicBezTo>
                      <a:pt x="12" y="2040"/>
                      <a:pt x="10" y="1653"/>
                      <a:pt x="8" y="1254"/>
                    </a:cubicBezTo>
                    <a:cubicBezTo>
                      <a:pt x="7" y="1132"/>
                      <a:pt x="6" y="1010"/>
                      <a:pt x="6" y="884"/>
                    </a:cubicBezTo>
                    <a:cubicBezTo>
                      <a:pt x="5" y="735"/>
                      <a:pt x="5" y="735"/>
                      <a:pt x="5" y="665"/>
                    </a:cubicBezTo>
                    <a:cubicBezTo>
                      <a:pt x="5" y="616"/>
                      <a:pt x="5" y="568"/>
                      <a:pt x="4" y="519"/>
                    </a:cubicBezTo>
                    <a:cubicBezTo>
                      <a:pt x="3" y="457"/>
                      <a:pt x="3" y="394"/>
                      <a:pt x="3" y="332"/>
                    </a:cubicBezTo>
                    <a:cubicBezTo>
                      <a:pt x="3" y="309"/>
                      <a:pt x="3" y="287"/>
                      <a:pt x="3" y="264"/>
                    </a:cubicBezTo>
                    <a:cubicBezTo>
                      <a:pt x="0" y="94"/>
                      <a:pt x="0" y="94"/>
                      <a:pt x="35" y="46"/>
                    </a:cubicBezTo>
                    <a:cubicBezTo>
                      <a:pt x="95" y="3"/>
                      <a:pt x="157" y="0"/>
                      <a:pt x="229" y="2"/>
                    </a:cubicBezTo>
                    <a:close/>
                  </a:path>
                </a:pathLst>
              </a:custGeom>
              <a:solidFill>
                <a:srgbClr val="E24798"/>
              </a:solidFill>
              <a:ln w="415" cap="flat">
                <a:noFill/>
              </a:ln>
            </p:spPr>
          </p:sp>
          <p:sp>
            <p:nvSpPr>
              <p:cNvPr id="2006" name="ICON_C_FIGURES_HEADER_path_007"/>
              <p:cNvSpPr/>
              <p:nvPr/>
            </p:nvSpPr>
            <p:spPr>
              <a:xfrm>
                <a:off x="10100433" y="7151399"/>
                <a:ext cx="63067" cy="9128"/>
              </a:xfrm>
              <a:custGeom>
                <a:avLst/>
                <a:gdLst/>
                <a:ahLst/>
                <a:cxnLst/>
                <a:rect l="0" t="0" r="r" b="b"/>
                <a:pathLst>
                  <a:path w="4966" h="719" fill="norm" stroke="0">
                    <a:moveTo>
                      <a:pt x="261" y="0"/>
                    </a:moveTo>
                    <a:cubicBezTo>
                      <a:pt x="1792" y="0"/>
                      <a:pt x="3323" y="0"/>
                      <a:pt x="4901" y="0"/>
                    </a:cubicBezTo>
                    <a:cubicBezTo>
                      <a:pt x="4901" y="22"/>
                      <a:pt x="4901" y="43"/>
                      <a:pt x="4901" y="65"/>
                    </a:cubicBezTo>
                    <a:cubicBezTo>
                      <a:pt x="4922" y="65"/>
                      <a:pt x="4944" y="65"/>
                      <a:pt x="4966" y="65"/>
                    </a:cubicBezTo>
                    <a:cubicBezTo>
                      <a:pt x="4966" y="152"/>
                      <a:pt x="4966" y="238"/>
                      <a:pt x="4966" y="327"/>
                    </a:cubicBezTo>
                    <a:cubicBezTo>
                      <a:pt x="4944" y="327"/>
                      <a:pt x="4923" y="327"/>
                      <a:pt x="4901" y="327"/>
                    </a:cubicBezTo>
                    <a:cubicBezTo>
                      <a:pt x="4901" y="370"/>
                      <a:pt x="4901" y="413"/>
                      <a:pt x="4901" y="457"/>
                    </a:cubicBezTo>
                    <a:cubicBezTo>
                      <a:pt x="4879" y="457"/>
                      <a:pt x="4857" y="457"/>
                      <a:pt x="4835" y="457"/>
                    </a:cubicBezTo>
                    <a:cubicBezTo>
                      <a:pt x="4835" y="479"/>
                      <a:pt x="4835" y="501"/>
                      <a:pt x="4835" y="523"/>
                    </a:cubicBezTo>
                    <a:cubicBezTo>
                      <a:pt x="4814" y="523"/>
                      <a:pt x="4792" y="523"/>
                      <a:pt x="4770" y="523"/>
                    </a:cubicBezTo>
                    <a:cubicBezTo>
                      <a:pt x="4770" y="544"/>
                      <a:pt x="4770" y="566"/>
                      <a:pt x="4770" y="588"/>
                    </a:cubicBezTo>
                    <a:cubicBezTo>
                      <a:pt x="4641" y="588"/>
                      <a:pt x="4511" y="588"/>
                      <a:pt x="4378" y="588"/>
                    </a:cubicBezTo>
                    <a:cubicBezTo>
                      <a:pt x="4378" y="610"/>
                      <a:pt x="4378" y="631"/>
                      <a:pt x="4378" y="653"/>
                    </a:cubicBezTo>
                    <a:cubicBezTo>
                      <a:pt x="4313" y="653"/>
                      <a:pt x="4248" y="653"/>
                      <a:pt x="4182" y="653"/>
                    </a:cubicBezTo>
                    <a:cubicBezTo>
                      <a:pt x="4182" y="675"/>
                      <a:pt x="4182" y="697"/>
                      <a:pt x="4182" y="719"/>
                    </a:cubicBezTo>
                    <a:cubicBezTo>
                      <a:pt x="4117" y="719"/>
                      <a:pt x="4052" y="719"/>
                      <a:pt x="3986" y="719"/>
                    </a:cubicBezTo>
                    <a:cubicBezTo>
                      <a:pt x="3986" y="697"/>
                      <a:pt x="3986" y="676"/>
                      <a:pt x="3986" y="653"/>
                    </a:cubicBezTo>
                    <a:cubicBezTo>
                      <a:pt x="3037" y="653"/>
                      <a:pt x="2088" y="653"/>
                      <a:pt x="1111" y="653"/>
                    </a:cubicBezTo>
                    <a:cubicBezTo>
                      <a:pt x="1111" y="632"/>
                      <a:pt x="1111" y="610"/>
                      <a:pt x="1111" y="588"/>
                    </a:cubicBezTo>
                    <a:cubicBezTo>
                      <a:pt x="960" y="588"/>
                      <a:pt x="809" y="588"/>
                      <a:pt x="653" y="588"/>
                    </a:cubicBezTo>
                    <a:cubicBezTo>
                      <a:pt x="653" y="610"/>
                      <a:pt x="653" y="631"/>
                      <a:pt x="653" y="653"/>
                    </a:cubicBezTo>
                    <a:cubicBezTo>
                      <a:pt x="546" y="653"/>
                      <a:pt x="438" y="653"/>
                      <a:pt x="327" y="653"/>
                    </a:cubicBezTo>
                    <a:cubicBezTo>
                      <a:pt x="327" y="632"/>
                      <a:pt x="327" y="610"/>
                      <a:pt x="327" y="588"/>
                    </a:cubicBezTo>
                    <a:cubicBezTo>
                      <a:pt x="305" y="588"/>
                      <a:pt x="284" y="588"/>
                      <a:pt x="261" y="588"/>
                    </a:cubicBezTo>
                    <a:cubicBezTo>
                      <a:pt x="261" y="567"/>
                      <a:pt x="261" y="545"/>
                      <a:pt x="261" y="523"/>
                    </a:cubicBezTo>
                    <a:cubicBezTo>
                      <a:pt x="240" y="523"/>
                      <a:pt x="218" y="523"/>
                      <a:pt x="196" y="523"/>
                    </a:cubicBezTo>
                    <a:cubicBezTo>
                      <a:pt x="196" y="501"/>
                      <a:pt x="196" y="480"/>
                      <a:pt x="196" y="457"/>
                    </a:cubicBezTo>
                    <a:cubicBezTo>
                      <a:pt x="174" y="457"/>
                      <a:pt x="153" y="457"/>
                      <a:pt x="131" y="457"/>
                    </a:cubicBezTo>
                    <a:cubicBezTo>
                      <a:pt x="131" y="436"/>
                      <a:pt x="131" y="414"/>
                      <a:pt x="131" y="392"/>
                    </a:cubicBezTo>
                    <a:cubicBezTo>
                      <a:pt x="109" y="392"/>
                      <a:pt x="88" y="392"/>
                      <a:pt x="65" y="392"/>
                    </a:cubicBezTo>
                    <a:cubicBezTo>
                      <a:pt x="65" y="370"/>
                      <a:pt x="65" y="349"/>
                      <a:pt x="65" y="327"/>
                    </a:cubicBezTo>
                    <a:cubicBezTo>
                      <a:pt x="44" y="327"/>
                      <a:pt x="22" y="327"/>
                      <a:pt x="0" y="327"/>
                    </a:cubicBezTo>
                    <a:cubicBezTo>
                      <a:pt x="0" y="284"/>
                      <a:pt x="0" y="240"/>
                      <a:pt x="0" y="196"/>
                    </a:cubicBezTo>
                    <a:cubicBezTo>
                      <a:pt x="22" y="196"/>
                      <a:pt x="43" y="196"/>
                      <a:pt x="65" y="196"/>
                    </a:cubicBezTo>
                    <a:cubicBezTo>
                      <a:pt x="65" y="174"/>
                      <a:pt x="65" y="153"/>
                      <a:pt x="65" y="131"/>
                    </a:cubicBezTo>
                    <a:cubicBezTo>
                      <a:pt x="87" y="131"/>
                      <a:pt x="108" y="131"/>
                      <a:pt x="131" y="131"/>
                    </a:cubicBezTo>
                    <a:cubicBezTo>
                      <a:pt x="131" y="109"/>
                      <a:pt x="131" y="88"/>
                      <a:pt x="131" y="65"/>
                    </a:cubicBezTo>
                    <a:cubicBezTo>
                      <a:pt x="174" y="65"/>
                      <a:pt x="217" y="65"/>
                      <a:pt x="261" y="65"/>
                    </a:cubicBezTo>
                    <a:cubicBezTo>
                      <a:pt x="261" y="44"/>
                      <a:pt x="261" y="22"/>
                      <a:pt x="26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07" name="ICON_C_FIGURES_HEADER_path_008"/>
              <p:cNvSpPr/>
              <p:nvPr/>
            </p:nvSpPr>
            <p:spPr>
              <a:xfrm>
                <a:off x="10085335" y="7058458"/>
                <a:ext cx="9704" cy="160987"/>
              </a:xfrm>
              <a:custGeom>
                <a:avLst/>
                <a:gdLst/>
                <a:ahLst/>
                <a:cxnLst/>
                <a:rect l="0" t="0" r="r" b="b"/>
                <a:pathLst>
                  <a:path w="764" h="12676" fill="norm" stroke="0">
                    <a:moveTo>
                      <a:pt x="209" y="0"/>
                    </a:moveTo>
                    <a:cubicBezTo>
                      <a:pt x="392" y="0"/>
                      <a:pt x="575" y="0"/>
                      <a:pt x="764" y="0"/>
                    </a:cubicBezTo>
                    <a:cubicBezTo>
                      <a:pt x="764" y="11"/>
                      <a:pt x="764" y="22"/>
                      <a:pt x="764" y="33"/>
                    </a:cubicBezTo>
                    <a:cubicBezTo>
                      <a:pt x="678" y="43"/>
                      <a:pt x="592" y="54"/>
                      <a:pt x="503" y="65"/>
                    </a:cubicBezTo>
                    <a:cubicBezTo>
                      <a:pt x="513" y="108"/>
                      <a:pt x="524" y="152"/>
                      <a:pt x="535" y="196"/>
                    </a:cubicBezTo>
                    <a:cubicBezTo>
                      <a:pt x="449" y="196"/>
                      <a:pt x="363" y="196"/>
                      <a:pt x="274" y="196"/>
                    </a:cubicBezTo>
                    <a:cubicBezTo>
                      <a:pt x="274" y="778"/>
                      <a:pt x="274" y="1360"/>
                      <a:pt x="274" y="1960"/>
                    </a:cubicBezTo>
                    <a:cubicBezTo>
                      <a:pt x="231" y="1960"/>
                      <a:pt x="188" y="1960"/>
                      <a:pt x="143" y="1960"/>
                    </a:cubicBezTo>
                    <a:cubicBezTo>
                      <a:pt x="143" y="2025"/>
                      <a:pt x="143" y="2090"/>
                      <a:pt x="143" y="2156"/>
                    </a:cubicBezTo>
                    <a:cubicBezTo>
                      <a:pt x="186" y="2156"/>
                      <a:pt x="230" y="2156"/>
                      <a:pt x="274" y="2156"/>
                    </a:cubicBezTo>
                    <a:cubicBezTo>
                      <a:pt x="274" y="2221"/>
                      <a:pt x="274" y="2286"/>
                      <a:pt x="274" y="2352"/>
                    </a:cubicBezTo>
                    <a:cubicBezTo>
                      <a:pt x="252" y="2352"/>
                      <a:pt x="231" y="2352"/>
                      <a:pt x="209" y="2352"/>
                    </a:cubicBezTo>
                    <a:cubicBezTo>
                      <a:pt x="209" y="2395"/>
                      <a:pt x="209" y="2439"/>
                      <a:pt x="209" y="2483"/>
                    </a:cubicBezTo>
                    <a:cubicBezTo>
                      <a:pt x="230" y="2483"/>
                      <a:pt x="252" y="2483"/>
                      <a:pt x="274" y="2483"/>
                    </a:cubicBezTo>
                    <a:cubicBezTo>
                      <a:pt x="274" y="3065"/>
                      <a:pt x="274" y="3647"/>
                      <a:pt x="274" y="4247"/>
                    </a:cubicBezTo>
                    <a:cubicBezTo>
                      <a:pt x="252" y="4247"/>
                      <a:pt x="231" y="4247"/>
                      <a:pt x="209" y="4247"/>
                    </a:cubicBezTo>
                    <a:cubicBezTo>
                      <a:pt x="209" y="4290"/>
                      <a:pt x="209" y="4333"/>
                      <a:pt x="209" y="4378"/>
                    </a:cubicBezTo>
                    <a:cubicBezTo>
                      <a:pt x="230" y="4378"/>
                      <a:pt x="252" y="4378"/>
                      <a:pt x="274" y="4378"/>
                    </a:cubicBezTo>
                    <a:cubicBezTo>
                      <a:pt x="274" y="6685"/>
                      <a:pt x="274" y="8992"/>
                      <a:pt x="274" y="11369"/>
                    </a:cubicBezTo>
                    <a:cubicBezTo>
                      <a:pt x="252" y="11369"/>
                      <a:pt x="231" y="11369"/>
                      <a:pt x="209" y="11369"/>
                    </a:cubicBezTo>
                    <a:cubicBezTo>
                      <a:pt x="209" y="11412"/>
                      <a:pt x="209" y="11456"/>
                      <a:pt x="209" y="11500"/>
                    </a:cubicBezTo>
                    <a:cubicBezTo>
                      <a:pt x="230" y="11500"/>
                      <a:pt x="252" y="11500"/>
                      <a:pt x="274" y="11500"/>
                    </a:cubicBezTo>
                    <a:cubicBezTo>
                      <a:pt x="274" y="11586"/>
                      <a:pt x="274" y="11673"/>
                      <a:pt x="274" y="11761"/>
                    </a:cubicBezTo>
                    <a:cubicBezTo>
                      <a:pt x="252" y="11761"/>
                      <a:pt x="231" y="11761"/>
                      <a:pt x="209" y="11761"/>
                    </a:cubicBezTo>
                    <a:cubicBezTo>
                      <a:pt x="209" y="11999"/>
                      <a:pt x="209" y="12236"/>
                      <a:pt x="209" y="12480"/>
                    </a:cubicBezTo>
                    <a:cubicBezTo>
                      <a:pt x="187" y="12480"/>
                      <a:pt x="166" y="12480"/>
                      <a:pt x="143" y="12480"/>
                    </a:cubicBezTo>
                    <a:cubicBezTo>
                      <a:pt x="143" y="12545"/>
                      <a:pt x="143" y="12609"/>
                      <a:pt x="143" y="12676"/>
                    </a:cubicBezTo>
                    <a:cubicBezTo>
                      <a:pt x="122" y="12676"/>
                      <a:pt x="100" y="12676"/>
                      <a:pt x="78" y="12676"/>
                    </a:cubicBezTo>
                    <a:cubicBezTo>
                      <a:pt x="78" y="12633"/>
                      <a:pt x="78" y="12590"/>
                      <a:pt x="78" y="12545"/>
                    </a:cubicBezTo>
                    <a:cubicBezTo>
                      <a:pt x="56" y="12545"/>
                      <a:pt x="35" y="12545"/>
                      <a:pt x="13" y="12545"/>
                    </a:cubicBezTo>
                    <a:cubicBezTo>
                      <a:pt x="10" y="12027"/>
                      <a:pt x="9" y="11509"/>
                      <a:pt x="8" y="10991"/>
                    </a:cubicBezTo>
                    <a:cubicBezTo>
                      <a:pt x="8" y="10930"/>
                      <a:pt x="7" y="10869"/>
                      <a:pt x="7" y="10808"/>
                    </a:cubicBezTo>
                    <a:cubicBezTo>
                      <a:pt x="7" y="10802"/>
                      <a:pt x="7" y="10802"/>
                      <a:pt x="7" y="10771"/>
                    </a:cubicBezTo>
                    <a:cubicBezTo>
                      <a:pt x="7" y="10574"/>
                      <a:pt x="6" y="10377"/>
                      <a:pt x="5" y="10180"/>
                    </a:cubicBezTo>
                    <a:cubicBezTo>
                      <a:pt x="4" y="9977"/>
                      <a:pt x="4" y="9775"/>
                      <a:pt x="3" y="9573"/>
                    </a:cubicBezTo>
                    <a:cubicBezTo>
                      <a:pt x="3" y="9448"/>
                      <a:pt x="3" y="9323"/>
                      <a:pt x="2" y="9198"/>
                    </a:cubicBezTo>
                    <a:cubicBezTo>
                      <a:pt x="2" y="9113"/>
                      <a:pt x="1" y="9027"/>
                      <a:pt x="2" y="8941"/>
                    </a:cubicBezTo>
                    <a:cubicBezTo>
                      <a:pt x="2" y="8892"/>
                      <a:pt x="2" y="8843"/>
                      <a:pt x="1" y="8793"/>
                    </a:cubicBezTo>
                    <a:cubicBezTo>
                      <a:pt x="0" y="8748"/>
                      <a:pt x="0" y="8703"/>
                      <a:pt x="1" y="8657"/>
                    </a:cubicBezTo>
                    <a:cubicBezTo>
                      <a:pt x="1" y="8633"/>
                      <a:pt x="0" y="8609"/>
                      <a:pt x="0" y="8585"/>
                    </a:cubicBezTo>
                    <a:cubicBezTo>
                      <a:pt x="1" y="8487"/>
                      <a:pt x="22" y="8434"/>
                      <a:pt x="90" y="8361"/>
                    </a:cubicBezTo>
                    <a:cubicBezTo>
                      <a:pt x="124" y="8312"/>
                      <a:pt x="114" y="8267"/>
                      <a:pt x="106" y="8210"/>
                    </a:cubicBezTo>
                    <a:cubicBezTo>
                      <a:pt x="104" y="8196"/>
                      <a:pt x="101" y="8182"/>
                      <a:pt x="98" y="8168"/>
                    </a:cubicBezTo>
                    <a:cubicBezTo>
                      <a:pt x="83" y="8071"/>
                      <a:pt x="72" y="7996"/>
                      <a:pt x="106" y="7903"/>
                    </a:cubicBezTo>
                    <a:cubicBezTo>
                      <a:pt x="111" y="7874"/>
                      <a:pt x="111" y="7874"/>
                      <a:pt x="95" y="7845"/>
                    </a:cubicBezTo>
                    <a:cubicBezTo>
                      <a:pt x="74" y="7800"/>
                      <a:pt x="73" y="7766"/>
                      <a:pt x="71" y="7717"/>
                    </a:cubicBezTo>
                    <a:cubicBezTo>
                      <a:pt x="71" y="7708"/>
                      <a:pt x="71" y="7699"/>
                      <a:pt x="70" y="7690"/>
                    </a:cubicBezTo>
                    <a:cubicBezTo>
                      <a:pt x="69" y="7660"/>
                      <a:pt x="68" y="7631"/>
                      <a:pt x="68" y="7602"/>
                    </a:cubicBezTo>
                    <a:cubicBezTo>
                      <a:pt x="67" y="7581"/>
                      <a:pt x="66" y="7561"/>
                      <a:pt x="66" y="7541"/>
                    </a:cubicBezTo>
                    <a:cubicBezTo>
                      <a:pt x="64" y="7487"/>
                      <a:pt x="62" y="7433"/>
                      <a:pt x="61" y="7380"/>
                    </a:cubicBezTo>
                    <a:cubicBezTo>
                      <a:pt x="59" y="7325"/>
                      <a:pt x="57" y="7270"/>
                      <a:pt x="55" y="7215"/>
                    </a:cubicBezTo>
                    <a:cubicBezTo>
                      <a:pt x="52" y="7108"/>
                      <a:pt x="49" y="7001"/>
                      <a:pt x="45" y="6893"/>
                    </a:cubicBezTo>
                    <a:cubicBezTo>
                      <a:pt x="35" y="6893"/>
                      <a:pt x="24" y="6893"/>
                      <a:pt x="13" y="6893"/>
                    </a:cubicBezTo>
                    <a:cubicBezTo>
                      <a:pt x="13" y="6786"/>
                      <a:pt x="13" y="6678"/>
                      <a:pt x="13" y="6567"/>
                    </a:cubicBezTo>
                    <a:cubicBezTo>
                      <a:pt x="23" y="6567"/>
                      <a:pt x="34" y="6567"/>
                      <a:pt x="45" y="6567"/>
                    </a:cubicBezTo>
                    <a:cubicBezTo>
                      <a:pt x="46" y="6558"/>
                      <a:pt x="46" y="6549"/>
                      <a:pt x="46" y="6540"/>
                    </a:cubicBezTo>
                    <a:cubicBezTo>
                      <a:pt x="50" y="6456"/>
                      <a:pt x="53" y="6371"/>
                      <a:pt x="56" y="6287"/>
                    </a:cubicBezTo>
                    <a:cubicBezTo>
                      <a:pt x="58" y="6244"/>
                      <a:pt x="60" y="6201"/>
                      <a:pt x="62" y="6158"/>
                    </a:cubicBezTo>
                    <a:cubicBezTo>
                      <a:pt x="63" y="6108"/>
                      <a:pt x="66" y="6058"/>
                      <a:pt x="68" y="6008"/>
                    </a:cubicBezTo>
                    <a:cubicBezTo>
                      <a:pt x="68" y="5993"/>
                      <a:pt x="69" y="5977"/>
                      <a:pt x="69" y="5961"/>
                    </a:cubicBezTo>
                    <a:cubicBezTo>
                      <a:pt x="70" y="5947"/>
                      <a:pt x="71" y="5933"/>
                      <a:pt x="71" y="5918"/>
                    </a:cubicBezTo>
                    <a:cubicBezTo>
                      <a:pt x="72" y="5911"/>
                      <a:pt x="72" y="5911"/>
                      <a:pt x="73" y="5879"/>
                    </a:cubicBezTo>
                    <a:cubicBezTo>
                      <a:pt x="78" y="5848"/>
                      <a:pt x="78" y="5848"/>
                      <a:pt x="111" y="5815"/>
                    </a:cubicBezTo>
                    <a:cubicBezTo>
                      <a:pt x="114" y="5782"/>
                      <a:pt x="114" y="5782"/>
                      <a:pt x="114" y="5741"/>
                    </a:cubicBezTo>
                    <a:cubicBezTo>
                      <a:pt x="114" y="5726"/>
                      <a:pt x="114" y="5711"/>
                      <a:pt x="114" y="5696"/>
                    </a:cubicBezTo>
                    <a:cubicBezTo>
                      <a:pt x="113" y="5681"/>
                      <a:pt x="113" y="5666"/>
                      <a:pt x="113" y="5650"/>
                    </a:cubicBezTo>
                    <a:cubicBezTo>
                      <a:pt x="113" y="5635"/>
                      <a:pt x="112" y="5619"/>
                      <a:pt x="112" y="5603"/>
                    </a:cubicBezTo>
                    <a:cubicBezTo>
                      <a:pt x="112" y="5565"/>
                      <a:pt x="111" y="5527"/>
                      <a:pt x="111" y="5489"/>
                    </a:cubicBezTo>
                    <a:cubicBezTo>
                      <a:pt x="78" y="5478"/>
                      <a:pt x="46" y="5467"/>
                      <a:pt x="13" y="5456"/>
                    </a:cubicBezTo>
                    <a:cubicBezTo>
                      <a:pt x="13" y="3720"/>
                      <a:pt x="13" y="1984"/>
                      <a:pt x="13" y="196"/>
                    </a:cubicBezTo>
                    <a:cubicBezTo>
                      <a:pt x="34" y="196"/>
                      <a:pt x="56" y="196"/>
                      <a:pt x="78" y="196"/>
                    </a:cubicBezTo>
                    <a:cubicBezTo>
                      <a:pt x="78" y="174"/>
                      <a:pt x="78" y="153"/>
                      <a:pt x="78" y="131"/>
                    </a:cubicBezTo>
                    <a:cubicBezTo>
                      <a:pt x="100" y="131"/>
                      <a:pt x="121" y="131"/>
                      <a:pt x="143" y="131"/>
                    </a:cubicBezTo>
                    <a:cubicBezTo>
                      <a:pt x="143" y="109"/>
                      <a:pt x="143" y="88"/>
                      <a:pt x="143" y="65"/>
                    </a:cubicBezTo>
                    <a:cubicBezTo>
                      <a:pt x="165" y="65"/>
                      <a:pt x="186" y="65"/>
                      <a:pt x="209" y="65"/>
                    </a:cubicBezTo>
                    <a:cubicBezTo>
                      <a:pt x="209" y="44"/>
                      <a:pt x="209" y="22"/>
                      <a:pt x="20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08" name="ICON_C_FIGURES_HEADER_path_009"/>
              <p:cNvSpPr/>
              <p:nvPr/>
            </p:nvSpPr>
            <p:spPr>
              <a:xfrm>
                <a:off x="10102092" y="7167166"/>
                <a:ext cx="49790" cy="9958"/>
              </a:xfrm>
              <a:custGeom>
                <a:avLst/>
                <a:gdLst/>
                <a:ahLst/>
                <a:cxnLst/>
                <a:rect l="0" t="0" r="r" b="b"/>
                <a:pathLst>
                  <a:path w="3920" h="784" fill="norm" stroke="0">
                    <a:moveTo>
                      <a:pt x="1372" y="0"/>
                    </a:moveTo>
                    <a:cubicBezTo>
                      <a:pt x="1588" y="0"/>
                      <a:pt x="1803" y="0"/>
                      <a:pt x="2026" y="0"/>
                    </a:cubicBezTo>
                    <a:cubicBezTo>
                      <a:pt x="2026" y="22"/>
                      <a:pt x="2026" y="43"/>
                      <a:pt x="2026" y="65"/>
                    </a:cubicBezTo>
                    <a:cubicBezTo>
                      <a:pt x="2565" y="65"/>
                      <a:pt x="3104" y="65"/>
                      <a:pt x="3659" y="65"/>
                    </a:cubicBezTo>
                    <a:cubicBezTo>
                      <a:pt x="3659" y="87"/>
                      <a:pt x="3659" y="108"/>
                      <a:pt x="3659" y="131"/>
                    </a:cubicBezTo>
                    <a:cubicBezTo>
                      <a:pt x="3724" y="131"/>
                      <a:pt x="3788" y="131"/>
                      <a:pt x="3855" y="131"/>
                    </a:cubicBezTo>
                    <a:cubicBezTo>
                      <a:pt x="3855" y="152"/>
                      <a:pt x="3855" y="174"/>
                      <a:pt x="3855" y="196"/>
                    </a:cubicBezTo>
                    <a:cubicBezTo>
                      <a:pt x="3877" y="196"/>
                      <a:pt x="3898" y="196"/>
                      <a:pt x="3920" y="196"/>
                    </a:cubicBezTo>
                    <a:cubicBezTo>
                      <a:pt x="3920" y="261"/>
                      <a:pt x="3920" y="325"/>
                      <a:pt x="3920" y="392"/>
                    </a:cubicBezTo>
                    <a:cubicBezTo>
                      <a:pt x="3899" y="392"/>
                      <a:pt x="3877" y="392"/>
                      <a:pt x="3855" y="392"/>
                    </a:cubicBezTo>
                    <a:cubicBezTo>
                      <a:pt x="3855" y="414"/>
                      <a:pt x="3855" y="435"/>
                      <a:pt x="3855" y="457"/>
                    </a:cubicBezTo>
                    <a:cubicBezTo>
                      <a:pt x="3812" y="457"/>
                      <a:pt x="3769" y="457"/>
                      <a:pt x="3724" y="457"/>
                    </a:cubicBezTo>
                    <a:cubicBezTo>
                      <a:pt x="3724" y="479"/>
                      <a:pt x="3724" y="501"/>
                      <a:pt x="3724" y="523"/>
                    </a:cubicBezTo>
                    <a:cubicBezTo>
                      <a:pt x="3703" y="523"/>
                      <a:pt x="3681" y="523"/>
                      <a:pt x="3659" y="523"/>
                    </a:cubicBezTo>
                    <a:cubicBezTo>
                      <a:pt x="3659" y="544"/>
                      <a:pt x="3659" y="566"/>
                      <a:pt x="3659" y="588"/>
                    </a:cubicBezTo>
                    <a:cubicBezTo>
                      <a:pt x="3638" y="588"/>
                      <a:pt x="3616" y="588"/>
                      <a:pt x="3594" y="588"/>
                    </a:cubicBezTo>
                    <a:cubicBezTo>
                      <a:pt x="3594" y="610"/>
                      <a:pt x="3594" y="631"/>
                      <a:pt x="3594" y="653"/>
                    </a:cubicBezTo>
                    <a:cubicBezTo>
                      <a:pt x="3551" y="653"/>
                      <a:pt x="3508" y="653"/>
                      <a:pt x="3463" y="653"/>
                    </a:cubicBezTo>
                    <a:cubicBezTo>
                      <a:pt x="3463" y="675"/>
                      <a:pt x="3463" y="697"/>
                      <a:pt x="3463" y="719"/>
                    </a:cubicBezTo>
                    <a:cubicBezTo>
                      <a:pt x="3442" y="719"/>
                      <a:pt x="3420" y="719"/>
                      <a:pt x="3398" y="719"/>
                    </a:cubicBezTo>
                    <a:cubicBezTo>
                      <a:pt x="3398" y="740"/>
                      <a:pt x="3398" y="762"/>
                      <a:pt x="3398" y="784"/>
                    </a:cubicBezTo>
                    <a:cubicBezTo>
                      <a:pt x="3247" y="784"/>
                      <a:pt x="3096" y="784"/>
                      <a:pt x="2940" y="784"/>
                    </a:cubicBezTo>
                    <a:cubicBezTo>
                      <a:pt x="2940" y="763"/>
                      <a:pt x="2940" y="741"/>
                      <a:pt x="2940" y="719"/>
                    </a:cubicBezTo>
                    <a:cubicBezTo>
                      <a:pt x="2919" y="719"/>
                      <a:pt x="2897" y="719"/>
                      <a:pt x="2875" y="719"/>
                    </a:cubicBezTo>
                    <a:cubicBezTo>
                      <a:pt x="2875" y="697"/>
                      <a:pt x="2875" y="676"/>
                      <a:pt x="2875" y="653"/>
                    </a:cubicBezTo>
                    <a:cubicBezTo>
                      <a:pt x="2465" y="653"/>
                      <a:pt x="2056" y="653"/>
                      <a:pt x="1634" y="653"/>
                    </a:cubicBezTo>
                    <a:cubicBezTo>
                      <a:pt x="1634" y="675"/>
                      <a:pt x="1634" y="697"/>
                      <a:pt x="1634" y="719"/>
                    </a:cubicBezTo>
                    <a:cubicBezTo>
                      <a:pt x="1590" y="719"/>
                      <a:pt x="1547" y="719"/>
                      <a:pt x="1503" y="719"/>
                    </a:cubicBezTo>
                    <a:cubicBezTo>
                      <a:pt x="1503" y="740"/>
                      <a:pt x="1503" y="762"/>
                      <a:pt x="1503" y="784"/>
                    </a:cubicBezTo>
                    <a:cubicBezTo>
                      <a:pt x="1223" y="784"/>
                      <a:pt x="942" y="784"/>
                      <a:pt x="653" y="784"/>
                    </a:cubicBezTo>
                    <a:cubicBezTo>
                      <a:pt x="653" y="763"/>
                      <a:pt x="653" y="741"/>
                      <a:pt x="653" y="719"/>
                    </a:cubicBezTo>
                    <a:cubicBezTo>
                      <a:pt x="567" y="719"/>
                      <a:pt x="481" y="719"/>
                      <a:pt x="392" y="719"/>
                    </a:cubicBezTo>
                    <a:cubicBezTo>
                      <a:pt x="392" y="697"/>
                      <a:pt x="392" y="676"/>
                      <a:pt x="392" y="653"/>
                    </a:cubicBezTo>
                    <a:cubicBezTo>
                      <a:pt x="306" y="653"/>
                      <a:pt x="220" y="653"/>
                      <a:pt x="131" y="653"/>
                    </a:cubicBezTo>
                    <a:cubicBezTo>
                      <a:pt x="131" y="632"/>
                      <a:pt x="131" y="610"/>
                      <a:pt x="131" y="588"/>
                    </a:cubicBezTo>
                    <a:cubicBezTo>
                      <a:pt x="109" y="588"/>
                      <a:pt x="88" y="588"/>
                      <a:pt x="65" y="588"/>
                    </a:cubicBezTo>
                    <a:cubicBezTo>
                      <a:pt x="65" y="545"/>
                      <a:pt x="65" y="502"/>
                      <a:pt x="65" y="457"/>
                    </a:cubicBezTo>
                    <a:cubicBezTo>
                      <a:pt x="44" y="457"/>
                      <a:pt x="22" y="457"/>
                      <a:pt x="0" y="457"/>
                    </a:cubicBezTo>
                    <a:cubicBezTo>
                      <a:pt x="0" y="393"/>
                      <a:pt x="0" y="328"/>
                      <a:pt x="0" y="261"/>
                    </a:cubicBezTo>
                    <a:cubicBezTo>
                      <a:pt x="22" y="261"/>
                      <a:pt x="43" y="261"/>
                      <a:pt x="65" y="261"/>
                    </a:cubicBezTo>
                    <a:cubicBezTo>
                      <a:pt x="65" y="240"/>
                      <a:pt x="65" y="218"/>
                      <a:pt x="65" y="196"/>
                    </a:cubicBezTo>
                    <a:cubicBezTo>
                      <a:pt x="87" y="196"/>
                      <a:pt x="108" y="196"/>
                      <a:pt x="131" y="196"/>
                    </a:cubicBezTo>
                    <a:cubicBezTo>
                      <a:pt x="131" y="174"/>
                      <a:pt x="131" y="153"/>
                      <a:pt x="131" y="131"/>
                    </a:cubicBezTo>
                    <a:cubicBezTo>
                      <a:pt x="152" y="131"/>
                      <a:pt x="174" y="131"/>
                      <a:pt x="196" y="131"/>
                    </a:cubicBezTo>
                    <a:cubicBezTo>
                      <a:pt x="196" y="109"/>
                      <a:pt x="196" y="88"/>
                      <a:pt x="196" y="65"/>
                    </a:cubicBezTo>
                    <a:cubicBezTo>
                      <a:pt x="584" y="65"/>
                      <a:pt x="972" y="65"/>
                      <a:pt x="1372" y="65"/>
                    </a:cubicBezTo>
                    <a:cubicBezTo>
                      <a:pt x="1372" y="44"/>
                      <a:pt x="1372" y="22"/>
                      <a:pt x="137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09" name="ICON_C_FIGURES_HEADER_path_010"/>
              <p:cNvSpPr/>
              <p:nvPr/>
            </p:nvSpPr>
            <p:spPr>
              <a:xfrm>
                <a:off x="10200012" y="7088747"/>
                <a:ext cx="29874" cy="130698"/>
              </a:xfrm>
              <a:custGeom>
                <a:avLst/>
                <a:gdLst/>
                <a:ahLst/>
                <a:cxnLst/>
                <a:rect l="0" t="0" r="r" b="b"/>
                <a:pathLst>
                  <a:path w="2352" h="10291" fill="norm" stroke="0">
                    <a:moveTo>
                      <a:pt x="0" y="0"/>
                    </a:moveTo>
                    <a:cubicBezTo>
                      <a:pt x="345" y="5"/>
                      <a:pt x="345" y="5"/>
                      <a:pt x="2091" y="33"/>
                    </a:cubicBezTo>
                    <a:cubicBezTo>
                      <a:pt x="2091" y="54"/>
                      <a:pt x="2091" y="76"/>
                      <a:pt x="2091" y="98"/>
                    </a:cubicBezTo>
                    <a:cubicBezTo>
                      <a:pt x="2134" y="98"/>
                      <a:pt x="2177" y="98"/>
                      <a:pt x="2222" y="98"/>
                    </a:cubicBezTo>
                    <a:cubicBezTo>
                      <a:pt x="2222" y="141"/>
                      <a:pt x="2222" y="184"/>
                      <a:pt x="2222" y="229"/>
                    </a:cubicBezTo>
                    <a:cubicBezTo>
                      <a:pt x="2200" y="229"/>
                      <a:pt x="2178" y="229"/>
                      <a:pt x="2156" y="229"/>
                    </a:cubicBezTo>
                    <a:cubicBezTo>
                      <a:pt x="2156" y="444"/>
                      <a:pt x="2156" y="660"/>
                      <a:pt x="2156" y="882"/>
                    </a:cubicBezTo>
                    <a:cubicBezTo>
                      <a:pt x="2178" y="882"/>
                      <a:pt x="2199" y="882"/>
                      <a:pt x="2222" y="882"/>
                    </a:cubicBezTo>
                    <a:cubicBezTo>
                      <a:pt x="2222" y="904"/>
                      <a:pt x="2222" y="925"/>
                      <a:pt x="2222" y="947"/>
                    </a:cubicBezTo>
                    <a:cubicBezTo>
                      <a:pt x="2265" y="947"/>
                      <a:pt x="2308" y="947"/>
                      <a:pt x="2352" y="947"/>
                    </a:cubicBezTo>
                    <a:cubicBezTo>
                      <a:pt x="2352" y="1077"/>
                      <a:pt x="2352" y="1206"/>
                      <a:pt x="2352" y="1339"/>
                    </a:cubicBezTo>
                    <a:cubicBezTo>
                      <a:pt x="2309" y="1339"/>
                      <a:pt x="2266" y="1339"/>
                      <a:pt x="2222" y="1339"/>
                    </a:cubicBezTo>
                    <a:cubicBezTo>
                      <a:pt x="2222" y="1361"/>
                      <a:pt x="2222" y="1383"/>
                      <a:pt x="2222" y="1405"/>
                    </a:cubicBezTo>
                    <a:cubicBezTo>
                      <a:pt x="2200" y="1405"/>
                      <a:pt x="2178" y="1405"/>
                      <a:pt x="2156" y="1405"/>
                    </a:cubicBezTo>
                    <a:cubicBezTo>
                      <a:pt x="2156" y="1750"/>
                      <a:pt x="2156" y="2095"/>
                      <a:pt x="2156" y="2450"/>
                    </a:cubicBezTo>
                    <a:cubicBezTo>
                      <a:pt x="2178" y="2450"/>
                      <a:pt x="2199" y="2450"/>
                      <a:pt x="2222" y="2450"/>
                    </a:cubicBezTo>
                    <a:cubicBezTo>
                      <a:pt x="2222" y="2687"/>
                      <a:pt x="2222" y="2925"/>
                      <a:pt x="2222" y="3169"/>
                    </a:cubicBezTo>
                    <a:cubicBezTo>
                      <a:pt x="2200" y="3169"/>
                      <a:pt x="2178" y="3169"/>
                      <a:pt x="2156" y="3169"/>
                    </a:cubicBezTo>
                    <a:cubicBezTo>
                      <a:pt x="2156" y="5433"/>
                      <a:pt x="2156" y="7697"/>
                      <a:pt x="2156" y="10030"/>
                    </a:cubicBezTo>
                    <a:cubicBezTo>
                      <a:pt x="2135" y="10030"/>
                      <a:pt x="2113" y="10030"/>
                      <a:pt x="2091" y="10030"/>
                    </a:cubicBezTo>
                    <a:cubicBezTo>
                      <a:pt x="2089" y="10040"/>
                      <a:pt x="2087" y="10051"/>
                      <a:pt x="2085" y="10062"/>
                    </a:cubicBezTo>
                    <a:cubicBezTo>
                      <a:pt x="2070" y="10141"/>
                      <a:pt x="2053" y="10216"/>
                      <a:pt x="2026" y="10291"/>
                    </a:cubicBezTo>
                    <a:cubicBezTo>
                      <a:pt x="2004" y="10280"/>
                      <a:pt x="1982" y="10270"/>
                      <a:pt x="1960" y="10259"/>
                    </a:cubicBezTo>
                    <a:cubicBezTo>
                      <a:pt x="1982" y="10194"/>
                      <a:pt x="2003" y="10129"/>
                      <a:pt x="2026" y="10062"/>
                    </a:cubicBezTo>
                    <a:cubicBezTo>
                      <a:pt x="2004" y="10052"/>
                      <a:pt x="1982" y="10041"/>
                      <a:pt x="1960" y="10030"/>
                    </a:cubicBezTo>
                    <a:cubicBezTo>
                      <a:pt x="1956" y="9995"/>
                      <a:pt x="1956" y="9995"/>
                      <a:pt x="1960" y="9964"/>
                    </a:cubicBezTo>
                    <a:cubicBezTo>
                      <a:pt x="1939" y="9964"/>
                      <a:pt x="1917" y="9964"/>
                      <a:pt x="1895" y="9964"/>
                    </a:cubicBezTo>
                    <a:cubicBezTo>
                      <a:pt x="1895" y="9943"/>
                      <a:pt x="1895" y="9921"/>
                      <a:pt x="1895" y="9899"/>
                    </a:cubicBezTo>
                    <a:cubicBezTo>
                      <a:pt x="1873" y="9899"/>
                      <a:pt x="1852" y="9899"/>
                      <a:pt x="1830" y="9899"/>
                    </a:cubicBezTo>
                    <a:cubicBezTo>
                      <a:pt x="1830" y="9878"/>
                      <a:pt x="1830" y="9856"/>
                      <a:pt x="1830" y="9834"/>
                    </a:cubicBezTo>
                    <a:cubicBezTo>
                      <a:pt x="1808" y="9834"/>
                      <a:pt x="1786" y="9834"/>
                      <a:pt x="1764" y="9834"/>
                    </a:cubicBezTo>
                    <a:cubicBezTo>
                      <a:pt x="1764" y="9812"/>
                      <a:pt x="1764" y="9791"/>
                      <a:pt x="1764" y="9768"/>
                    </a:cubicBezTo>
                    <a:cubicBezTo>
                      <a:pt x="1786" y="9768"/>
                      <a:pt x="1807" y="9768"/>
                      <a:pt x="1830" y="9768"/>
                    </a:cubicBezTo>
                    <a:cubicBezTo>
                      <a:pt x="1830" y="9747"/>
                      <a:pt x="1830" y="9725"/>
                      <a:pt x="1830" y="9703"/>
                    </a:cubicBezTo>
                    <a:cubicBezTo>
                      <a:pt x="1851" y="9703"/>
                      <a:pt x="1873" y="9703"/>
                      <a:pt x="1895" y="9703"/>
                    </a:cubicBezTo>
                    <a:cubicBezTo>
                      <a:pt x="1895" y="8884"/>
                      <a:pt x="1895" y="8064"/>
                      <a:pt x="1895" y="7220"/>
                    </a:cubicBezTo>
                    <a:cubicBezTo>
                      <a:pt x="1938" y="7220"/>
                      <a:pt x="1981" y="7220"/>
                      <a:pt x="2026" y="7220"/>
                    </a:cubicBezTo>
                    <a:cubicBezTo>
                      <a:pt x="2026" y="7155"/>
                      <a:pt x="2026" y="7091"/>
                      <a:pt x="2026" y="7024"/>
                    </a:cubicBezTo>
                    <a:cubicBezTo>
                      <a:pt x="1982" y="7024"/>
                      <a:pt x="1939" y="7024"/>
                      <a:pt x="1895" y="7024"/>
                    </a:cubicBezTo>
                    <a:cubicBezTo>
                      <a:pt x="1895" y="6765"/>
                      <a:pt x="1895" y="6507"/>
                      <a:pt x="1895" y="6240"/>
                    </a:cubicBezTo>
                    <a:cubicBezTo>
                      <a:pt x="1960" y="6240"/>
                      <a:pt x="2024" y="6240"/>
                      <a:pt x="2091" y="6240"/>
                    </a:cubicBezTo>
                    <a:cubicBezTo>
                      <a:pt x="2091" y="6154"/>
                      <a:pt x="2091" y="6068"/>
                      <a:pt x="2091" y="5979"/>
                    </a:cubicBezTo>
                    <a:cubicBezTo>
                      <a:pt x="2026" y="5979"/>
                      <a:pt x="1962" y="5979"/>
                      <a:pt x="1895" y="5979"/>
                    </a:cubicBezTo>
                    <a:cubicBezTo>
                      <a:pt x="1895" y="5892"/>
                      <a:pt x="1895" y="5806"/>
                      <a:pt x="1895" y="5717"/>
                    </a:cubicBezTo>
                    <a:cubicBezTo>
                      <a:pt x="1938" y="5717"/>
                      <a:pt x="1981" y="5717"/>
                      <a:pt x="2026" y="5717"/>
                    </a:cubicBezTo>
                    <a:cubicBezTo>
                      <a:pt x="2026" y="5372"/>
                      <a:pt x="2026" y="5027"/>
                      <a:pt x="2026" y="4672"/>
                    </a:cubicBezTo>
                    <a:cubicBezTo>
                      <a:pt x="1982" y="4672"/>
                      <a:pt x="1939" y="4672"/>
                      <a:pt x="1895" y="4672"/>
                    </a:cubicBezTo>
                    <a:cubicBezTo>
                      <a:pt x="1895" y="4607"/>
                      <a:pt x="1895" y="4543"/>
                      <a:pt x="1895" y="4476"/>
                    </a:cubicBezTo>
                    <a:cubicBezTo>
                      <a:pt x="1938" y="4476"/>
                      <a:pt x="1981" y="4476"/>
                      <a:pt x="2026" y="4476"/>
                    </a:cubicBezTo>
                    <a:cubicBezTo>
                      <a:pt x="2026" y="3290"/>
                      <a:pt x="2026" y="2104"/>
                      <a:pt x="2026" y="882"/>
                    </a:cubicBezTo>
                    <a:cubicBezTo>
                      <a:pt x="2004" y="882"/>
                      <a:pt x="1982" y="882"/>
                      <a:pt x="1960" y="882"/>
                    </a:cubicBezTo>
                    <a:cubicBezTo>
                      <a:pt x="1960" y="731"/>
                      <a:pt x="1960" y="580"/>
                      <a:pt x="1960" y="425"/>
                    </a:cubicBezTo>
                    <a:cubicBezTo>
                      <a:pt x="1939" y="425"/>
                      <a:pt x="1917" y="425"/>
                      <a:pt x="1895" y="425"/>
                    </a:cubicBezTo>
                    <a:cubicBezTo>
                      <a:pt x="1895" y="360"/>
                      <a:pt x="1895" y="295"/>
                      <a:pt x="1895" y="229"/>
                    </a:cubicBezTo>
                    <a:cubicBezTo>
                      <a:pt x="1960" y="229"/>
                      <a:pt x="2024" y="229"/>
                      <a:pt x="2091" y="229"/>
                    </a:cubicBezTo>
                    <a:cubicBezTo>
                      <a:pt x="2091" y="207"/>
                      <a:pt x="2091" y="186"/>
                      <a:pt x="2091" y="163"/>
                    </a:cubicBezTo>
                    <a:cubicBezTo>
                      <a:pt x="2069" y="163"/>
                      <a:pt x="2048" y="163"/>
                      <a:pt x="2026" y="163"/>
                    </a:cubicBezTo>
                    <a:cubicBezTo>
                      <a:pt x="2026" y="142"/>
                      <a:pt x="2026" y="120"/>
                      <a:pt x="2026" y="98"/>
                    </a:cubicBezTo>
                    <a:cubicBezTo>
                      <a:pt x="1745" y="98"/>
                      <a:pt x="1465" y="98"/>
                      <a:pt x="1176" y="98"/>
                    </a:cubicBezTo>
                    <a:cubicBezTo>
                      <a:pt x="1176" y="120"/>
                      <a:pt x="1176" y="141"/>
                      <a:pt x="1176" y="163"/>
                    </a:cubicBezTo>
                    <a:cubicBezTo>
                      <a:pt x="1133" y="163"/>
                      <a:pt x="1090" y="163"/>
                      <a:pt x="1045" y="163"/>
                    </a:cubicBezTo>
                    <a:cubicBezTo>
                      <a:pt x="1045" y="185"/>
                      <a:pt x="1045" y="206"/>
                      <a:pt x="1045" y="229"/>
                    </a:cubicBezTo>
                    <a:cubicBezTo>
                      <a:pt x="895" y="229"/>
                      <a:pt x="744" y="229"/>
                      <a:pt x="588" y="229"/>
                    </a:cubicBezTo>
                    <a:cubicBezTo>
                      <a:pt x="588" y="207"/>
                      <a:pt x="588" y="186"/>
                      <a:pt x="588" y="163"/>
                    </a:cubicBezTo>
                    <a:cubicBezTo>
                      <a:pt x="545" y="163"/>
                      <a:pt x="502" y="163"/>
                      <a:pt x="457" y="163"/>
                    </a:cubicBezTo>
                    <a:cubicBezTo>
                      <a:pt x="457" y="142"/>
                      <a:pt x="457" y="120"/>
                      <a:pt x="457" y="98"/>
                    </a:cubicBezTo>
                    <a:cubicBezTo>
                      <a:pt x="449" y="98"/>
                      <a:pt x="441" y="98"/>
                      <a:pt x="433" y="99"/>
                    </a:cubicBezTo>
                    <a:cubicBezTo>
                      <a:pt x="137" y="104"/>
                      <a:pt x="137" y="104"/>
                      <a:pt x="0" y="65"/>
                    </a:cubicBezTo>
                    <a:cubicBezTo>
                      <a:pt x="0" y="44"/>
                      <a:pt x="0" y="22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10" name="ICON_C_FIGURES_HEADER_path_011"/>
              <p:cNvSpPr/>
              <p:nvPr/>
            </p:nvSpPr>
            <p:spPr>
              <a:xfrm>
                <a:off x="10099603" y="7182932"/>
                <a:ext cx="39832" cy="11618"/>
              </a:xfrm>
              <a:custGeom>
                <a:avLst/>
                <a:gdLst/>
                <a:ahLst/>
                <a:cxnLst/>
                <a:rect l="0" t="0" r="r" b="b"/>
                <a:pathLst>
                  <a:path w="3136" h="915" fill="norm" stroke="0">
                    <a:moveTo>
                      <a:pt x="588" y="0"/>
                    </a:moveTo>
                    <a:cubicBezTo>
                      <a:pt x="631" y="0"/>
                      <a:pt x="674" y="0"/>
                      <a:pt x="719" y="0"/>
                    </a:cubicBezTo>
                    <a:cubicBezTo>
                      <a:pt x="719" y="22"/>
                      <a:pt x="719" y="43"/>
                      <a:pt x="719" y="65"/>
                    </a:cubicBezTo>
                    <a:cubicBezTo>
                      <a:pt x="762" y="65"/>
                      <a:pt x="805" y="65"/>
                      <a:pt x="849" y="65"/>
                    </a:cubicBezTo>
                    <a:cubicBezTo>
                      <a:pt x="849" y="87"/>
                      <a:pt x="849" y="108"/>
                      <a:pt x="849" y="131"/>
                    </a:cubicBezTo>
                    <a:cubicBezTo>
                      <a:pt x="1151" y="131"/>
                      <a:pt x="1453" y="131"/>
                      <a:pt x="1764" y="131"/>
                    </a:cubicBezTo>
                    <a:cubicBezTo>
                      <a:pt x="1764" y="152"/>
                      <a:pt x="1764" y="174"/>
                      <a:pt x="1764" y="196"/>
                    </a:cubicBezTo>
                    <a:cubicBezTo>
                      <a:pt x="1850" y="196"/>
                      <a:pt x="1937" y="196"/>
                      <a:pt x="2026" y="196"/>
                    </a:cubicBezTo>
                    <a:cubicBezTo>
                      <a:pt x="2026" y="174"/>
                      <a:pt x="2026" y="153"/>
                      <a:pt x="2026" y="131"/>
                    </a:cubicBezTo>
                    <a:cubicBezTo>
                      <a:pt x="2155" y="131"/>
                      <a:pt x="2284" y="131"/>
                      <a:pt x="2418" y="131"/>
                    </a:cubicBezTo>
                    <a:cubicBezTo>
                      <a:pt x="2418" y="109"/>
                      <a:pt x="2418" y="88"/>
                      <a:pt x="2418" y="65"/>
                    </a:cubicBezTo>
                    <a:cubicBezTo>
                      <a:pt x="2461" y="65"/>
                      <a:pt x="2504" y="65"/>
                      <a:pt x="2548" y="65"/>
                    </a:cubicBezTo>
                    <a:cubicBezTo>
                      <a:pt x="2548" y="44"/>
                      <a:pt x="2548" y="22"/>
                      <a:pt x="2548" y="0"/>
                    </a:cubicBezTo>
                    <a:cubicBezTo>
                      <a:pt x="2591" y="0"/>
                      <a:pt x="2635" y="0"/>
                      <a:pt x="2679" y="0"/>
                    </a:cubicBezTo>
                    <a:cubicBezTo>
                      <a:pt x="2679" y="22"/>
                      <a:pt x="2679" y="43"/>
                      <a:pt x="2679" y="65"/>
                    </a:cubicBezTo>
                    <a:cubicBezTo>
                      <a:pt x="2722" y="65"/>
                      <a:pt x="2765" y="65"/>
                      <a:pt x="2810" y="65"/>
                    </a:cubicBezTo>
                    <a:cubicBezTo>
                      <a:pt x="2810" y="87"/>
                      <a:pt x="2810" y="108"/>
                      <a:pt x="2810" y="131"/>
                    </a:cubicBezTo>
                    <a:cubicBezTo>
                      <a:pt x="2831" y="131"/>
                      <a:pt x="2853" y="131"/>
                      <a:pt x="2875" y="131"/>
                    </a:cubicBezTo>
                    <a:cubicBezTo>
                      <a:pt x="2875" y="152"/>
                      <a:pt x="2875" y="174"/>
                      <a:pt x="2875" y="196"/>
                    </a:cubicBezTo>
                    <a:cubicBezTo>
                      <a:pt x="2897" y="196"/>
                      <a:pt x="2918" y="196"/>
                      <a:pt x="2940" y="196"/>
                    </a:cubicBezTo>
                    <a:cubicBezTo>
                      <a:pt x="2940" y="218"/>
                      <a:pt x="2940" y="239"/>
                      <a:pt x="2940" y="261"/>
                    </a:cubicBezTo>
                    <a:cubicBezTo>
                      <a:pt x="3005" y="261"/>
                      <a:pt x="3070" y="261"/>
                      <a:pt x="3136" y="261"/>
                    </a:cubicBezTo>
                    <a:cubicBezTo>
                      <a:pt x="3136" y="304"/>
                      <a:pt x="3136" y="348"/>
                      <a:pt x="3136" y="392"/>
                    </a:cubicBezTo>
                    <a:cubicBezTo>
                      <a:pt x="3115" y="392"/>
                      <a:pt x="3093" y="392"/>
                      <a:pt x="3071" y="392"/>
                    </a:cubicBezTo>
                    <a:cubicBezTo>
                      <a:pt x="3071" y="414"/>
                      <a:pt x="3071" y="435"/>
                      <a:pt x="3071" y="457"/>
                    </a:cubicBezTo>
                    <a:cubicBezTo>
                      <a:pt x="3049" y="457"/>
                      <a:pt x="3028" y="457"/>
                      <a:pt x="3006" y="457"/>
                    </a:cubicBezTo>
                    <a:cubicBezTo>
                      <a:pt x="3006" y="501"/>
                      <a:pt x="3006" y="544"/>
                      <a:pt x="3006" y="588"/>
                    </a:cubicBezTo>
                    <a:cubicBezTo>
                      <a:pt x="2984" y="588"/>
                      <a:pt x="2963" y="588"/>
                      <a:pt x="2940" y="588"/>
                    </a:cubicBezTo>
                    <a:cubicBezTo>
                      <a:pt x="2940" y="610"/>
                      <a:pt x="2940" y="631"/>
                      <a:pt x="2940" y="653"/>
                    </a:cubicBezTo>
                    <a:cubicBezTo>
                      <a:pt x="2919" y="653"/>
                      <a:pt x="2897" y="653"/>
                      <a:pt x="2875" y="653"/>
                    </a:cubicBezTo>
                    <a:cubicBezTo>
                      <a:pt x="2875" y="675"/>
                      <a:pt x="2875" y="697"/>
                      <a:pt x="2875" y="719"/>
                    </a:cubicBezTo>
                    <a:cubicBezTo>
                      <a:pt x="2853" y="719"/>
                      <a:pt x="2832" y="719"/>
                      <a:pt x="2810" y="719"/>
                    </a:cubicBezTo>
                    <a:cubicBezTo>
                      <a:pt x="2810" y="740"/>
                      <a:pt x="2810" y="762"/>
                      <a:pt x="2810" y="784"/>
                    </a:cubicBezTo>
                    <a:cubicBezTo>
                      <a:pt x="2227" y="784"/>
                      <a:pt x="1645" y="784"/>
                      <a:pt x="1045" y="784"/>
                    </a:cubicBezTo>
                    <a:cubicBezTo>
                      <a:pt x="1045" y="806"/>
                      <a:pt x="1045" y="827"/>
                      <a:pt x="1045" y="849"/>
                    </a:cubicBezTo>
                    <a:cubicBezTo>
                      <a:pt x="1002" y="849"/>
                      <a:pt x="959" y="849"/>
                      <a:pt x="915" y="849"/>
                    </a:cubicBezTo>
                    <a:cubicBezTo>
                      <a:pt x="915" y="871"/>
                      <a:pt x="915" y="893"/>
                      <a:pt x="915" y="915"/>
                    </a:cubicBezTo>
                    <a:cubicBezTo>
                      <a:pt x="807" y="915"/>
                      <a:pt x="699" y="915"/>
                      <a:pt x="588" y="915"/>
                    </a:cubicBezTo>
                    <a:cubicBezTo>
                      <a:pt x="588" y="893"/>
                      <a:pt x="588" y="872"/>
                      <a:pt x="588" y="849"/>
                    </a:cubicBezTo>
                    <a:cubicBezTo>
                      <a:pt x="567" y="849"/>
                      <a:pt x="545" y="849"/>
                      <a:pt x="523" y="849"/>
                    </a:cubicBezTo>
                    <a:cubicBezTo>
                      <a:pt x="523" y="828"/>
                      <a:pt x="523" y="806"/>
                      <a:pt x="523" y="784"/>
                    </a:cubicBezTo>
                    <a:cubicBezTo>
                      <a:pt x="458" y="784"/>
                      <a:pt x="393" y="784"/>
                      <a:pt x="327" y="784"/>
                    </a:cubicBezTo>
                    <a:cubicBezTo>
                      <a:pt x="327" y="763"/>
                      <a:pt x="327" y="741"/>
                      <a:pt x="327" y="719"/>
                    </a:cubicBezTo>
                    <a:cubicBezTo>
                      <a:pt x="262" y="719"/>
                      <a:pt x="197" y="719"/>
                      <a:pt x="131" y="719"/>
                    </a:cubicBezTo>
                    <a:cubicBezTo>
                      <a:pt x="131" y="697"/>
                      <a:pt x="131" y="676"/>
                      <a:pt x="131" y="653"/>
                    </a:cubicBezTo>
                    <a:cubicBezTo>
                      <a:pt x="109" y="653"/>
                      <a:pt x="88" y="653"/>
                      <a:pt x="65" y="653"/>
                    </a:cubicBezTo>
                    <a:cubicBezTo>
                      <a:pt x="65" y="632"/>
                      <a:pt x="65" y="610"/>
                      <a:pt x="65" y="588"/>
                    </a:cubicBezTo>
                    <a:cubicBezTo>
                      <a:pt x="44" y="588"/>
                      <a:pt x="22" y="588"/>
                      <a:pt x="0" y="588"/>
                    </a:cubicBezTo>
                    <a:cubicBezTo>
                      <a:pt x="0" y="523"/>
                      <a:pt x="0" y="459"/>
                      <a:pt x="0" y="392"/>
                    </a:cubicBezTo>
                    <a:cubicBezTo>
                      <a:pt x="22" y="392"/>
                      <a:pt x="43" y="392"/>
                      <a:pt x="65" y="392"/>
                    </a:cubicBezTo>
                    <a:cubicBezTo>
                      <a:pt x="65" y="370"/>
                      <a:pt x="65" y="349"/>
                      <a:pt x="65" y="327"/>
                    </a:cubicBezTo>
                    <a:cubicBezTo>
                      <a:pt x="87" y="327"/>
                      <a:pt x="108" y="327"/>
                      <a:pt x="131" y="327"/>
                    </a:cubicBezTo>
                    <a:cubicBezTo>
                      <a:pt x="131" y="305"/>
                      <a:pt x="131" y="284"/>
                      <a:pt x="131" y="261"/>
                    </a:cubicBezTo>
                    <a:cubicBezTo>
                      <a:pt x="174" y="261"/>
                      <a:pt x="217" y="261"/>
                      <a:pt x="261" y="261"/>
                    </a:cubicBezTo>
                    <a:cubicBezTo>
                      <a:pt x="261" y="240"/>
                      <a:pt x="261" y="218"/>
                      <a:pt x="261" y="196"/>
                    </a:cubicBezTo>
                    <a:cubicBezTo>
                      <a:pt x="304" y="196"/>
                      <a:pt x="348" y="196"/>
                      <a:pt x="392" y="196"/>
                    </a:cubicBezTo>
                    <a:cubicBezTo>
                      <a:pt x="392" y="174"/>
                      <a:pt x="392" y="153"/>
                      <a:pt x="392" y="131"/>
                    </a:cubicBezTo>
                    <a:cubicBezTo>
                      <a:pt x="414" y="131"/>
                      <a:pt x="435" y="131"/>
                      <a:pt x="457" y="131"/>
                    </a:cubicBezTo>
                    <a:cubicBezTo>
                      <a:pt x="457" y="109"/>
                      <a:pt x="457" y="88"/>
                      <a:pt x="457" y="65"/>
                    </a:cubicBezTo>
                    <a:cubicBezTo>
                      <a:pt x="501" y="65"/>
                      <a:pt x="544" y="65"/>
                      <a:pt x="588" y="65"/>
                    </a:cubicBezTo>
                    <a:cubicBezTo>
                      <a:pt x="588" y="44"/>
                      <a:pt x="588" y="22"/>
                      <a:pt x="58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11" name="ICON_C_FIGURES_HEADER_path_012"/>
              <p:cNvSpPr/>
              <p:nvPr/>
            </p:nvSpPr>
            <p:spPr>
              <a:xfrm>
                <a:off x="10168479" y="7112397"/>
                <a:ext cx="41491" cy="9128"/>
              </a:xfrm>
              <a:custGeom>
                <a:avLst/>
                <a:gdLst/>
                <a:ahLst/>
                <a:cxnLst/>
                <a:rect l="0" t="0" r="r" b="b"/>
                <a:pathLst>
                  <a:path w="3267" h="719" fill="norm" stroke="0">
                    <a:moveTo>
                      <a:pt x="327" y="0"/>
                    </a:moveTo>
                    <a:cubicBezTo>
                      <a:pt x="1254" y="0"/>
                      <a:pt x="2181" y="0"/>
                      <a:pt x="3136" y="0"/>
                    </a:cubicBezTo>
                    <a:cubicBezTo>
                      <a:pt x="3136" y="22"/>
                      <a:pt x="3136" y="43"/>
                      <a:pt x="3136" y="65"/>
                    </a:cubicBezTo>
                    <a:cubicBezTo>
                      <a:pt x="3158" y="65"/>
                      <a:pt x="3179" y="65"/>
                      <a:pt x="3202" y="65"/>
                    </a:cubicBezTo>
                    <a:cubicBezTo>
                      <a:pt x="3202" y="108"/>
                      <a:pt x="3202" y="152"/>
                      <a:pt x="3202" y="196"/>
                    </a:cubicBezTo>
                    <a:cubicBezTo>
                      <a:pt x="3223" y="196"/>
                      <a:pt x="3245" y="196"/>
                      <a:pt x="3267" y="196"/>
                    </a:cubicBezTo>
                    <a:cubicBezTo>
                      <a:pt x="3267" y="261"/>
                      <a:pt x="3267" y="325"/>
                      <a:pt x="3267" y="392"/>
                    </a:cubicBezTo>
                    <a:cubicBezTo>
                      <a:pt x="3245" y="392"/>
                      <a:pt x="3224" y="392"/>
                      <a:pt x="3202" y="392"/>
                    </a:cubicBezTo>
                    <a:cubicBezTo>
                      <a:pt x="3202" y="435"/>
                      <a:pt x="3202" y="478"/>
                      <a:pt x="3202" y="523"/>
                    </a:cubicBezTo>
                    <a:cubicBezTo>
                      <a:pt x="3180" y="523"/>
                      <a:pt x="3159" y="523"/>
                      <a:pt x="3136" y="523"/>
                    </a:cubicBezTo>
                    <a:cubicBezTo>
                      <a:pt x="3136" y="544"/>
                      <a:pt x="3136" y="566"/>
                      <a:pt x="3136" y="588"/>
                    </a:cubicBezTo>
                    <a:cubicBezTo>
                      <a:pt x="2446" y="588"/>
                      <a:pt x="1756" y="588"/>
                      <a:pt x="1045" y="588"/>
                    </a:cubicBezTo>
                    <a:cubicBezTo>
                      <a:pt x="1045" y="610"/>
                      <a:pt x="1045" y="631"/>
                      <a:pt x="1045" y="653"/>
                    </a:cubicBezTo>
                    <a:cubicBezTo>
                      <a:pt x="1024" y="653"/>
                      <a:pt x="1002" y="653"/>
                      <a:pt x="980" y="653"/>
                    </a:cubicBezTo>
                    <a:cubicBezTo>
                      <a:pt x="980" y="675"/>
                      <a:pt x="980" y="697"/>
                      <a:pt x="980" y="719"/>
                    </a:cubicBezTo>
                    <a:cubicBezTo>
                      <a:pt x="743" y="719"/>
                      <a:pt x="506" y="719"/>
                      <a:pt x="261" y="719"/>
                    </a:cubicBezTo>
                    <a:cubicBezTo>
                      <a:pt x="261" y="697"/>
                      <a:pt x="261" y="676"/>
                      <a:pt x="261" y="653"/>
                    </a:cubicBezTo>
                    <a:cubicBezTo>
                      <a:pt x="240" y="653"/>
                      <a:pt x="218" y="653"/>
                      <a:pt x="196" y="653"/>
                    </a:cubicBezTo>
                    <a:cubicBezTo>
                      <a:pt x="196" y="632"/>
                      <a:pt x="196" y="610"/>
                      <a:pt x="196" y="588"/>
                    </a:cubicBezTo>
                    <a:cubicBezTo>
                      <a:pt x="174" y="588"/>
                      <a:pt x="153" y="588"/>
                      <a:pt x="131" y="588"/>
                    </a:cubicBezTo>
                    <a:cubicBezTo>
                      <a:pt x="131" y="545"/>
                      <a:pt x="131" y="502"/>
                      <a:pt x="131" y="457"/>
                    </a:cubicBezTo>
                    <a:cubicBezTo>
                      <a:pt x="109" y="457"/>
                      <a:pt x="88" y="457"/>
                      <a:pt x="65" y="457"/>
                    </a:cubicBezTo>
                    <a:cubicBezTo>
                      <a:pt x="65" y="436"/>
                      <a:pt x="65" y="414"/>
                      <a:pt x="65" y="392"/>
                    </a:cubicBezTo>
                    <a:cubicBezTo>
                      <a:pt x="44" y="392"/>
                      <a:pt x="22" y="392"/>
                      <a:pt x="0" y="392"/>
                    </a:cubicBezTo>
                    <a:cubicBezTo>
                      <a:pt x="0" y="349"/>
                      <a:pt x="0" y="306"/>
                      <a:pt x="0" y="261"/>
                    </a:cubicBezTo>
                    <a:cubicBezTo>
                      <a:pt x="43" y="261"/>
                      <a:pt x="86" y="261"/>
                      <a:pt x="131" y="261"/>
                    </a:cubicBezTo>
                    <a:cubicBezTo>
                      <a:pt x="131" y="240"/>
                      <a:pt x="131" y="218"/>
                      <a:pt x="131" y="196"/>
                    </a:cubicBezTo>
                    <a:cubicBezTo>
                      <a:pt x="152" y="196"/>
                      <a:pt x="174" y="196"/>
                      <a:pt x="196" y="196"/>
                    </a:cubicBezTo>
                    <a:cubicBezTo>
                      <a:pt x="196" y="174"/>
                      <a:pt x="196" y="153"/>
                      <a:pt x="196" y="131"/>
                    </a:cubicBezTo>
                    <a:cubicBezTo>
                      <a:pt x="218" y="131"/>
                      <a:pt x="239" y="131"/>
                      <a:pt x="261" y="131"/>
                    </a:cubicBezTo>
                    <a:cubicBezTo>
                      <a:pt x="261" y="109"/>
                      <a:pt x="261" y="88"/>
                      <a:pt x="261" y="65"/>
                    </a:cubicBezTo>
                    <a:cubicBezTo>
                      <a:pt x="283" y="65"/>
                      <a:pt x="304" y="65"/>
                      <a:pt x="327" y="65"/>
                    </a:cubicBezTo>
                    <a:cubicBezTo>
                      <a:pt x="327" y="44"/>
                      <a:pt x="327" y="22"/>
                      <a:pt x="32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12" name="ICON_C_FIGURES_HEADER_path_013"/>
              <p:cNvSpPr/>
              <p:nvPr/>
            </p:nvSpPr>
            <p:spPr>
              <a:xfrm>
                <a:off x="10170138" y="7128993"/>
                <a:ext cx="39832" cy="7468"/>
              </a:xfrm>
              <a:custGeom>
                <a:avLst/>
                <a:gdLst/>
                <a:ahLst/>
                <a:cxnLst/>
                <a:rect l="0" t="0" r="r" b="b"/>
                <a:pathLst>
                  <a:path w="3136" h="588" fill="norm" stroke="0">
                    <a:moveTo>
                      <a:pt x="131" y="0"/>
                    </a:moveTo>
                    <a:cubicBezTo>
                      <a:pt x="1079" y="0"/>
                      <a:pt x="2028" y="0"/>
                      <a:pt x="3006" y="0"/>
                    </a:cubicBezTo>
                    <a:cubicBezTo>
                      <a:pt x="3006" y="22"/>
                      <a:pt x="3006" y="43"/>
                      <a:pt x="3006" y="65"/>
                    </a:cubicBezTo>
                    <a:cubicBezTo>
                      <a:pt x="3027" y="65"/>
                      <a:pt x="3049" y="65"/>
                      <a:pt x="3071" y="65"/>
                    </a:cubicBezTo>
                    <a:cubicBezTo>
                      <a:pt x="3071" y="108"/>
                      <a:pt x="3071" y="152"/>
                      <a:pt x="3071" y="196"/>
                    </a:cubicBezTo>
                    <a:cubicBezTo>
                      <a:pt x="3093" y="196"/>
                      <a:pt x="3114" y="196"/>
                      <a:pt x="3136" y="196"/>
                    </a:cubicBezTo>
                    <a:cubicBezTo>
                      <a:pt x="3136" y="261"/>
                      <a:pt x="3136" y="325"/>
                      <a:pt x="3136" y="392"/>
                    </a:cubicBezTo>
                    <a:cubicBezTo>
                      <a:pt x="3115" y="392"/>
                      <a:pt x="3093" y="392"/>
                      <a:pt x="3071" y="392"/>
                    </a:cubicBezTo>
                    <a:cubicBezTo>
                      <a:pt x="3071" y="435"/>
                      <a:pt x="3071" y="478"/>
                      <a:pt x="3071" y="523"/>
                    </a:cubicBezTo>
                    <a:cubicBezTo>
                      <a:pt x="3049" y="523"/>
                      <a:pt x="3028" y="523"/>
                      <a:pt x="3006" y="523"/>
                    </a:cubicBezTo>
                    <a:cubicBezTo>
                      <a:pt x="3006" y="544"/>
                      <a:pt x="3006" y="566"/>
                      <a:pt x="3006" y="588"/>
                    </a:cubicBezTo>
                    <a:cubicBezTo>
                      <a:pt x="2078" y="588"/>
                      <a:pt x="1151" y="588"/>
                      <a:pt x="196" y="588"/>
                    </a:cubicBezTo>
                    <a:cubicBezTo>
                      <a:pt x="196" y="567"/>
                      <a:pt x="196" y="545"/>
                      <a:pt x="196" y="523"/>
                    </a:cubicBezTo>
                    <a:cubicBezTo>
                      <a:pt x="174" y="523"/>
                      <a:pt x="153" y="523"/>
                      <a:pt x="131" y="523"/>
                    </a:cubicBezTo>
                    <a:cubicBezTo>
                      <a:pt x="131" y="501"/>
                      <a:pt x="131" y="480"/>
                      <a:pt x="131" y="457"/>
                    </a:cubicBezTo>
                    <a:cubicBezTo>
                      <a:pt x="109" y="457"/>
                      <a:pt x="88" y="457"/>
                      <a:pt x="65" y="457"/>
                    </a:cubicBezTo>
                    <a:cubicBezTo>
                      <a:pt x="65" y="436"/>
                      <a:pt x="65" y="414"/>
                      <a:pt x="65" y="392"/>
                    </a:cubicBezTo>
                    <a:cubicBezTo>
                      <a:pt x="44" y="392"/>
                      <a:pt x="22" y="392"/>
                      <a:pt x="0" y="392"/>
                    </a:cubicBezTo>
                    <a:cubicBezTo>
                      <a:pt x="0" y="327"/>
                      <a:pt x="0" y="263"/>
                      <a:pt x="0" y="196"/>
                    </a:cubicBezTo>
                    <a:cubicBezTo>
                      <a:pt x="22" y="196"/>
                      <a:pt x="43" y="196"/>
                      <a:pt x="65" y="196"/>
                    </a:cubicBezTo>
                    <a:cubicBezTo>
                      <a:pt x="65" y="153"/>
                      <a:pt x="65" y="110"/>
                      <a:pt x="65" y="65"/>
                    </a:cubicBezTo>
                    <a:cubicBezTo>
                      <a:pt x="87" y="65"/>
                      <a:pt x="108" y="65"/>
                      <a:pt x="131" y="65"/>
                    </a:cubicBezTo>
                    <a:cubicBezTo>
                      <a:pt x="131" y="44"/>
                      <a:pt x="131" y="22"/>
                      <a:pt x="13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13" name="ICON_C_FIGURES_HEADER_path_014"/>
              <p:cNvSpPr/>
              <p:nvPr/>
            </p:nvSpPr>
            <p:spPr>
              <a:xfrm>
                <a:off x="10201672" y="7062607"/>
                <a:ext cx="20746" cy="20746"/>
              </a:xfrm>
              <a:custGeom>
                <a:avLst/>
                <a:gdLst/>
                <a:ahLst/>
                <a:cxnLst/>
                <a:rect l="0" t="0" r="r" b="b"/>
                <a:pathLst>
                  <a:path w="1634" h="1634" fill="norm" stroke="0">
                    <a:moveTo>
                      <a:pt x="0" y="0"/>
                    </a:moveTo>
                    <a:cubicBezTo>
                      <a:pt x="43" y="0"/>
                      <a:pt x="86" y="0"/>
                      <a:pt x="131" y="0"/>
                    </a:cubicBezTo>
                    <a:cubicBezTo>
                      <a:pt x="131" y="22"/>
                      <a:pt x="131" y="43"/>
                      <a:pt x="131" y="65"/>
                    </a:cubicBezTo>
                    <a:cubicBezTo>
                      <a:pt x="152" y="65"/>
                      <a:pt x="174" y="65"/>
                      <a:pt x="196" y="65"/>
                    </a:cubicBezTo>
                    <a:cubicBezTo>
                      <a:pt x="196" y="87"/>
                      <a:pt x="196" y="108"/>
                      <a:pt x="196" y="131"/>
                    </a:cubicBezTo>
                    <a:cubicBezTo>
                      <a:pt x="218" y="131"/>
                      <a:pt x="239" y="131"/>
                      <a:pt x="261" y="131"/>
                    </a:cubicBezTo>
                    <a:cubicBezTo>
                      <a:pt x="261" y="152"/>
                      <a:pt x="261" y="174"/>
                      <a:pt x="261" y="196"/>
                    </a:cubicBezTo>
                    <a:cubicBezTo>
                      <a:pt x="283" y="196"/>
                      <a:pt x="304" y="196"/>
                      <a:pt x="327" y="196"/>
                    </a:cubicBezTo>
                    <a:cubicBezTo>
                      <a:pt x="327" y="218"/>
                      <a:pt x="327" y="239"/>
                      <a:pt x="327" y="261"/>
                    </a:cubicBezTo>
                    <a:cubicBezTo>
                      <a:pt x="348" y="261"/>
                      <a:pt x="370" y="261"/>
                      <a:pt x="392" y="261"/>
                    </a:cubicBezTo>
                    <a:cubicBezTo>
                      <a:pt x="392" y="283"/>
                      <a:pt x="392" y="304"/>
                      <a:pt x="392" y="327"/>
                    </a:cubicBezTo>
                    <a:cubicBezTo>
                      <a:pt x="414" y="327"/>
                      <a:pt x="435" y="327"/>
                      <a:pt x="457" y="327"/>
                    </a:cubicBezTo>
                    <a:cubicBezTo>
                      <a:pt x="457" y="348"/>
                      <a:pt x="457" y="370"/>
                      <a:pt x="457" y="392"/>
                    </a:cubicBezTo>
                    <a:cubicBezTo>
                      <a:pt x="479" y="392"/>
                      <a:pt x="501" y="392"/>
                      <a:pt x="523" y="392"/>
                    </a:cubicBezTo>
                    <a:cubicBezTo>
                      <a:pt x="523" y="414"/>
                      <a:pt x="523" y="435"/>
                      <a:pt x="523" y="457"/>
                    </a:cubicBezTo>
                    <a:cubicBezTo>
                      <a:pt x="544" y="457"/>
                      <a:pt x="566" y="457"/>
                      <a:pt x="588" y="457"/>
                    </a:cubicBezTo>
                    <a:cubicBezTo>
                      <a:pt x="588" y="479"/>
                      <a:pt x="588" y="501"/>
                      <a:pt x="588" y="523"/>
                    </a:cubicBezTo>
                    <a:cubicBezTo>
                      <a:pt x="610" y="523"/>
                      <a:pt x="631" y="523"/>
                      <a:pt x="653" y="523"/>
                    </a:cubicBezTo>
                    <a:cubicBezTo>
                      <a:pt x="653" y="544"/>
                      <a:pt x="653" y="566"/>
                      <a:pt x="653" y="588"/>
                    </a:cubicBezTo>
                    <a:cubicBezTo>
                      <a:pt x="675" y="588"/>
                      <a:pt x="697" y="588"/>
                      <a:pt x="719" y="588"/>
                    </a:cubicBezTo>
                    <a:cubicBezTo>
                      <a:pt x="719" y="610"/>
                      <a:pt x="719" y="631"/>
                      <a:pt x="719" y="653"/>
                    </a:cubicBezTo>
                    <a:cubicBezTo>
                      <a:pt x="740" y="653"/>
                      <a:pt x="762" y="653"/>
                      <a:pt x="784" y="653"/>
                    </a:cubicBezTo>
                    <a:cubicBezTo>
                      <a:pt x="784" y="675"/>
                      <a:pt x="784" y="697"/>
                      <a:pt x="784" y="719"/>
                    </a:cubicBezTo>
                    <a:cubicBezTo>
                      <a:pt x="806" y="719"/>
                      <a:pt x="827" y="719"/>
                      <a:pt x="849" y="719"/>
                    </a:cubicBezTo>
                    <a:cubicBezTo>
                      <a:pt x="849" y="740"/>
                      <a:pt x="849" y="762"/>
                      <a:pt x="849" y="784"/>
                    </a:cubicBezTo>
                    <a:cubicBezTo>
                      <a:pt x="871" y="784"/>
                      <a:pt x="893" y="784"/>
                      <a:pt x="915" y="784"/>
                    </a:cubicBezTo>
                    <a:cubicBezTo>
                      <a:pt x="915" y="806"/>
                      <a:pt x="915" y="827"/>
                      <a:pt x="915" y="849"/>
                    </a:cubicBezTo>
                    <a:cubicBezTo>
                      <a:pt x="936" y="849"/>
                      <a:pt x="958" y="849"/>
                      <a:pt x="980" y="849"/>
                    </a:cubicBezTo>
                    <a:cubicBezTo>
                      <a:pt x="980" y="871"/>
                      <a:pt x="980" y="893"/>
                      <a:pt x="980" y="915"/>
                    </a:cubicBezTo>
                    <a:cubicBezTo>
                      <a:pt x="1002" y="915"/>
                      <a:pt x="1023" y="915"/>
                      <a:pt x="1045" y="915"/>
                    </a:cubicBezTo>
                    <a:cubicBezTo>
                      <a:pt x="1045" y="936"/>
                      <a:pt x="1045" y="958"/>
                      <a:pt x="1045" y="980"/>
                    </a:cubicBezTo>
                    <a:cubicBezTo>
                      <a:pt x="1067" y="980"/>
                      <a:pt x="1089" y="980"/>
                      <a:pt x="1111" y="980"/>
                    </a:cubicBezTo>
                    <a:cubicBezTo>
                      <a:pt x="1111" y="1002"/>
                      <a:pt x="1111" y="1023"/>
                      <a:pt x="1111" y="1045"/>
                    </a:cubicBezTo>
                    <a:cubicBezTo>
                      <a:pt x="1132" y="1045"/>
                      <a:pt x="1154" y="1045"/>
                      <a:pt x="1176" y="1045"/>
                    </a:cubicBezTo>
                    <a:cubicBezTo>
                      <a:pt x="1176" y="1067"/>
                      <a:pt x="1176" y="1089"/>
                      <a:pt x="1176" y="1111"/>
                    </a:cubicBezTo>
                    <a:cubicBezTo>
                      <a:pt x="1198" y="1111"/>
                      <a:pt x="1219" y="1111"/>
                      <a:pt x="1241" y="1111"/>
                    </a:cubicBezTo>
                    <a:cubicBezTo>
                      <a:pt x="1241" y="1132"/>
                      <a:pt x="1241" y="1154"/>
                      <a:pt x="1241" y="1176"/>
                    </a:cubicBezTo>
                    <a:cubicBezTo>
                      <a:pt x="1263" y="1176"/>
                      <a:pt x="1285" y="1176"/>
                      <a:pt x="1307" y="1176"/>
                    </a:cubicBezTo>
                    <a:cubicBezTo>
                      <a:pt x="1307" y="1198"/>
                      <a:pt x="1307" y="1219"/>
                      <a:pt x="1307" y="1241"/>
                    </a:cubicBezTo>
                    <a:cubicBezTo>
                      <a:pt x="1328" y="1241"/>
                      <a:pt x="1350" y="1241"/>
                      <a:pt x="1372" y="1241"/>
                    </a:cubicBezTo>
                    <a:cubicBezTo>
                      <a:pt x="1372" y="1263"/>
                      <a:pt x="1372" y="1285"/>
                      <a:pt x="1372" y="1307"/>
                    </a:cubicBezTo>
                    <a:cubicBezTo>
                      <a:pt x="1394" y="1307"/>
                      <a:pt x="1415" y="1307"/>
                      <a:pt x="1438" y="1307"/>
                    </a:cubicBezTo>
                    <a:cubicBezTo>
                      <a:pt x="1438" y="1328"/>
                      <a:pt x="1438" y="1350"/>
                      <a:pt x="1438" y="1372"/>
                    </a:cubicBezTo>
                    <a:cubicBezTo>
                      <a:pt x="1459" y="1372"/>
                      <a:pt x="1481" y="1372"/>
                      <a:pt x="1503" y="1372"/>
                    </a:cubicBezTo>
                    <a:cubicBezTo>
                      <a:pt x="1503" y="1394"/>
                      <a:pt x="1503" y="1415"/>
                      <a:pt x="1503" y="1438"/>
                    </a:cubicBezTo>
                    <a:cubicBezTo>
                      <a:pt x="1524" y="1438"/>
                      <a:pt x="1546" y="1438"/>
                      <a:pt x="1568" y="1438"/>
                    </a:cubicBezTo>
                    <a:cubicBezTo>
                      <a:pt x="1568" y="1459"/>
                      <a:pt x="1568" y="1481"/>
                      <a:pt x="1568" y="1503"/>
                    </a:cubicBezTo>
                    <a:cubicBezTo>
                      <a:pt x="1590" y="1503"/>
                      <a:pt x="1611" y="1503"/>
                      <a:pt x="1634" y="1503"/>
                    </a:cubicBezTo>
                    <a:cubicBezTo>
                      <a:pt x="1634" y="1546"/>
                      <a:pt x="1634" y="1589"/>
                      <a:pt x="1634" y="1634"/>
                    </a:cubicBezTo>
                    <a:cubicBezTo>
                      <a:pt x="1116" y="1634"/>
                      <a:pt x="599" y="1634"/>
                      <a:pt x="65" y="1634"/>
                    </a:cubicBezTo>
                    <a:cubicBezTo>
                      <a:pt x="65" y="1612"/>
                      <a:pt x="65" y="1590"/>
                      <a:pt x="65" y="1568"/>
                    </a:cubicBezTo>
                    <a:cubicBezTo>
                      <a:pt x="44" y="1568"/>
                      <a:pt x="22" y="1568"/>
                      <a:pt x="0" y="1568"/>
                    </a:cubicBezTo>
                    <a:cubicBezTo>
                      <a:pt x="0" y="1051"/>
                      <a:pt x="0" y="533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14" name="ICON_C_FIGURES_HEADER_path_015"/>
              <p:cNvSpPr/>
              <p:nvPr/>
            </p:nvSpPr>
            <p:spPr>
              <a:xfrm>
                <a:off x="10102092" y="7200359"/>
                <a:ext cx="27384" cy="10788"/>
              </a:xfrm>
              <a:custGeom>
                <a:avLst/>
                <a:gdLst/>
                <a:ahLst/>
                <a:cxnLst/>
                <a:rect l="0" t="0" r="r" b="b"/>
                <a:pathLst>
                  <a:path w="2156" h="849" fill="norm" stroke="0">
                    <a:moveTo>
                      <a:pt x="1568" y="0"/>
                    </a:moveTo>
                    <a:cubicBezTo>
                      <a:pt x="1654" y="0"/>
                      <a:pt x="1741" y="0"/>
                      <a:pt x="1830" y="0"/>
                    </a:cubicBezTo>
                    <a:cubicBezTo>
                      <a:pt x="1830" y="22"/>
                      <a:pt x="1830" y="43"/>
                      <a:pt x="1830" y="65"/>
                    </a:cubicBezTo>
                    <a:cubicBezTo>
                      <a:pt x="1851" y="65"/>
                      <a:pt x="1873" y="65"/>
                      <a:pt x="1895" y="65"/>
                    </a:cubicBezTo>
                    <a:cubicBezTo>
                      <a:pt x="1895" y="87"/>
                      <a:pt x="1895" y="108"/>
                      <a:pt x="1895" y="131"/>
                    </a:cubicBezTo>
                    <a:cubicBezTo>
                      <a:pt x="1938" y="131"/>
                      <a:pt x="1981" y="131"/>
                      <a:pt x="2026" y="131"/>
                    </a:cubicBezTo>
                    <a:cubicBezTo>
                      <a:pt x="2026" y="152"/>
                      <a:pt x="2026" y="174"/>
                      <a:pt x="2026" y="196"/>
                    </a:cubicBezTo>
                    <a:cubicBezTo>
                      <a:pt x="2047" y="196"/>
                      <a:pt x="2069" y="196"/>
                      <a:pt x="2091" y="196"/>
                    </a:cubicBezTo>
                    <a:cubicBezTo>
                      <a:pt x="2091" y="239"/>
                      <a:pt x="2091" y="282"/>
                      <a:pt x="2091" y="327"/>
                    </a:cubicBezTo>
                    <a:cubicBezTo>
                      <a:pt x="2112" y="327"/>
                      <a:pt x="2134" y="327"/>
                      <a:pt x="2156" y="327"/>
                    </a:cubicBezTo>
                    <a:cubicBezTo>
                      <a:pt x="2156" y="370"/>
                      <a:pt x="2156" y="413"/>
                      <a:pt x="2156" y="457"/>
                    </a:cubicBezTo>
                    <a:cubicBezTo>
                      <a:pt x="2135" y="457"/>
                      <a:pt x="2113" y="457"/>
                      <a:pt x="2091" y="457"/>
                    </a:cubicBezTo>
                    <a:cubicBezTo>
                      <a:pt x="2091" y="479"/>
                      <a:pt x="2091" y="501"/>
                      <a:pt x="2091" y="523"/>
                    </a:cubicBezTo>
                    <a:cubicBezTo>
                      <a:pt x="2069" y="523"/>
                      <a:pt x="2048" y="523"/>
                      <a:pt x="2026" y="523"/>
                    </a:cubicBezTo>
                    <a:cubicBezTo>
                      <a:pt x="2026" y="544"/>
                      <a:pt x="2026" y="566"/>
                      <a:pt x="2026" y="588"/>
                    </a:cubicBezTo>
                    <a:cubicBezTo>
                      <a:pt x="2004" y="588"/>
                      <a:pt x="1982" y="588"/>
                      <a:pt x="1960" y="588"/>
                    </a:cubicBezTo>
                    <a:cubicBezTo>
                      <a:pt x="1960" y="610"/>
                      <a:pt x="1960" y="631"/>
                      <a:pt x="1960" y="653"/>
                    </a:cubicBezTo>
                    <a:cubicBezTo>
                      <a:pt x="1939" y="653"/>
                      <a:pt x="1917" y="653"/>
                      <a:pt x="1895" y="653"/>
                    </a:cubicBezTo>
                    <a:cubicBezTo>
                      <a:pt x="1895" y="675"/>
                      <a:pt x="1895" y="697"/>
                      <a:pt x="1895" y="719"/>
                    </a:cubicBezTo>
                    <a:cubicBezTo>
                      <a:pt x="1809" y="719"/>
                      <a:pt x="1722" y="719"/>
                      <a:pt x="1634" y="719"/>
                    </a:cubicBezTo>
                    <a:cubicBezTo>
                      <a:pt x="1634" y="740"/>
                      <a:pt x="1634" y="762"/>
                      <a:pt x="1634" y="784"/>
                    </a:cubicBezTo>
                    <a:cubicBezTo>
                      <a:pt x="1590" y="784"/>
                      <a:pt x="1547" y="784"/>
                      <a:pt x="1503" y="784"/>
                    </a:cubicBezTo>
                    <a:cubicBezTo>
                      <a:pt x="1503" y="806"/>
                      <a:pt x="1503" y="827"/>
                      <a:pt x="1503" y="849"/>
                    </a:cubicBezTo>
                    <a:cubicBezTo>
                      <a:pt x="1481" y="849"/>
                      <a:pt x="1460" y="849"/>
                      <a:pt x="1438" y="849"/>
                    </a:cubicBezTo>
                    <a:cubicBezTo>
                      <a:pt x="1438" y="828"/>
                      <a:pt x="1438" y="806"/>
                      <a:pt x="1438" y="784"/>
                    </a:cubicBezTo>
                    <a:cubicBezTo>
                      <a:pt x="1394" y="784"/>
                      <a:pt x="1351" y="784"/>
                      <a:pt x="1307" y="784"/>
                    </a:cubicBezTo>
                    <a:cubicBezTo>
                      <a:pt x="1307" y="763"/>
                      <a:pt x="1307" y="741"/>
                      <a:pt x="1307" y="719"/>
                    </a:cubicBezTo>
                    <a:cubicBezTo>
                      <a:pt x="1134" y="719"/>
                      <a:pt x="962" y="719"/>
                      <a:pt x="784" y="719"/>
                    </a:cubicBezTo>
                    <a:cubicBezTo>
                      <a:pt x="784" y="740"/>
                      <a:pt x="784" y="762"/>
                      <a:pt x="784" y="784"/>
                    </a:cubicBezTo>
                    <a:cubicBezTo>
                      <a:pt x="741" y="784"/>
                      <a:pt x="698" y="784"/>
                      <a:pt x="653" y="784"/>
                    </a:cubicBezTo>
                    <a:cubicBezTo>
                      <a:pt x="653" y="806"/>
                      <a:pt x="653" y="827"/>
                      <a:pt x="653" y="849"/>
                    </a:cubicBezTo>
                    <a:cubicBezTo>
                      <a:pt x="502" y="849"/>
                      <a:pt x="352" y="849"/>
                      <a:pt x="196" y="849"/>
                    </a:cubicBezTo>
                    <a:cubicBezTo>
                      <a:pt x="196" y="828"/>
                      <a:pt x="196" y="806"/>
                      <a:pt x="196" y="784"/>
                    </a:cubicBezTo>
                    <a:cubicBezTo>
                      <a:pt x="174" y="784"/>
                      <a:pt x="153" y="784"/>
                      <a:pt x="131" y="784"/>
                    </a:cubicBezTo>
                    <a:cubicBezTo>
                      <a:pt x="131" y="741"/>
                      <a:pt x="131" y="698"/>
                      <a:pt x="131" y="653"/>
                    </a:cubicBezTo>
                    <a:cubicBezTo>
                      <a:pt x="109" y="653"/>
                      <a:pt x="88" y="653"/>
                      <a:pt x="65" y="653"/>
                    </a:cubicBezTo>
                    <a:cubicBezTo>
                      <a:pt x="65" y="632"/>
                      <a:pt x="65" y="610"/>
                      <a:pt x="65" y="588"/>
                    </a:cubicBezTo>
                    <a:cubicBezTo>
                      <a:pt x="44" y="588"/>
                      <a:pt x="22" y="588"/>
                      <a:pt x="0" y="588"/>
                    </a:cubicBezTo>
                    <a:cubicBezTo>
                      <a:pt x="0" y="502"/>
                      <a:pt x="0" y="416"/>
                      <a:pt x="0" y="327"/>
                    </a:cubicBezTo>
                    <a:cubicBezTo>
                      <a:pt x="22" y="327"/>
                      <a:pt x="43" y="327"/>
                      <a:pt x="65" y="327"/>
                    </a:cubicBezTo>
                    <a:cubicBezTo>
                      <a:pt x="65" y="284"/>
                      <a:pt x="65" y="240"/>
                      <a:pt x="65" y="196"/>
                    </a:cubicBezTo>
                    <a:cubicBezTo>
                      <a:pt x="87" y="196"/>
                      <a:pt x="108" y="196"/>
                      <a:pt x="131" y="196"/>
                    </a:cubicBezTo>
                    <a:cubicBezTo>
                      <a:pt x="131" y="174"/>
                      <a:pt x="131" y="153"/>
                      <a:pt x="131" y="131"/>
                    </a:cubicBezTo>
                    <a:cubicBezTo>
                      <a:pt x="562" y="131"/>
                      <a:pt x="993" y="131"/>
                      <a:pt x="1438" y="131"/>
                    </a:cubicBezTo>
                    <a:cubicBezTo>
                      <a:pt x="1438" y="109"/>
                      <a:pt x="1438" y="88"/>
                      <a:pt x="1438" y="65"/>
                    </a:cubicBezTo>
                    <a:cubicBezTo>
                      <a:pt x="1481" y="65"/>
                      <a:pt x="1524" y="65"/>
                      <a:pt x="1568" y="65"/>
                    </a:cubicBezTo>
                    <a:cubicBezTo>
                      <a:pt x="1568" y="44"/>
                      <a:pt x="1568" y="22"/>
                      <a:pt x="1568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15" name="ICON_C_FIGURES_HEADER_path_016"/>
              <p:cNvSpPr/>
              <p:nvPr/>
            </p:nvSpPr>
            <p:spPr>
              <a:xfrm>
                <a:off x="10090475" y="7050160"/>
                <a:ext cx="107878" cy="2489"/>
              </a:xfrm>
              <a:custGeom>
                <a:avLst/>
                <a:gdLst/>
                <a:ahLst/>
                <a:cxnLst/>
                <a:rect l="0" t="0" r="r" b="b"/>
                <a:pathLst>
                  <a:path w="8494" h="196" fill="norm" stroke="0">
                    <a:moveTo>
                      <a:pt x="1503" y="0"/>
                    </a:moveTo>
                    <a:cubicBezTo>
                      <a:pt x="1740" y="0"/>
                      <a:pt x="1977" y="0"/>
                      <a:pt x="2222" y="0"/>
                    </a:cubicBezTo>
                    <a:cubicBezTo>
                      <a:pt x="2222" y="22"/>
                      <a:pt x="2222" y="43"/>
                      <a:pt x="2222" y="65"/>
                    </a:cubicBezTo>
                    <a:cubicBezTo>
                      <a:pt x="2394" y="65"/>
                      <a:pt x="2567" y="65"/>
                      <a:pt x="2744" y="65"/>
                    </a:cubicBezTo>
                    <a:cubicBezTo>
                      <a:pt x="2744" y="87"/>
                      <a:pt x="2744" y="108"/>
                      <a:pt x="2744" y="131"/>
                    </a:cubicBezTo>
                    <a:cubicBezTo>
                      <a:pt x="2787" y="131"/>
                      <a:pt x="2831" y="131"/>
                      <a:pt x="2875" y="131"/>
                    </a:cubicBezTo>
                    <a:cubicBezTo>
                      <a:pt x="2875" y="109"/>
                      <a:pt x="2875" y="88"/>
                      <a:pt x="2875" y="65"/>
                    </a:cubicBezTo>
                    <a:cubicBezTo>
                      <a:pt x="3177" y="65"/>
                      <a:pt x="3479" y="65"/>
                      <a:pt x="3790" y="65"/>
                    </a:cubicBezTo>
                    <a:cubicBezTo>
                      <a:pt x="3790" y="44"/>
                      <a:pt x="3790" y="22"/>
                      <a:pt x="3790" y="0"/>
                    </a:cubicBezTo>
                    <a:cubicBezTo>
                      <a:pt x="3898" y="0"/>
                      <a:pt x="4005" y="0"/>
                      <a:pt x="4116" y="0"/>
                    </a:cubicBezTo>
                    <a:cubicBezTo>
                      <a:pt x="4116" y="22"/>
                      <a:pt x="4116" y="43"/>
                      <a:pt x="4116" y="65"/>
                    </a:cubicBezTo>
                    <a:cubicBezTo>
                      <a:pt x="4160" y="65"/>
                      <a:pt x="4203" y="65"/>
                      <a:pt x="4247" y="65"/>
                    </a:cubicBezTo>
                    <a:cubicBezTo>
                      <a:pt x="4247" y="44"/>
                      <a:pt x="4247" y="22"/>
                      <a:pt x="4247" y="0"/>
                    </a:cubicBezTo>
                    <a:cubicBezTo>
                      <a:pt x="4463" y="0"/>
                      <a:pt x="4678" y="0"/>
                      <a:pt x="4901" y="0"/>
                    </a:cubicBezTo>
                    <a:cubicBezTo>
                      <a:pt x="4901" y="22"/>
                      <a:pt x="4901" y="43"/>
                      <a:pt x="4901" y="65"/>
                    </a:cubicBezTo>
                    <a:cubicBezTo>
                      <a:pt x="4944" y="65"/>
                      <a:pt x="4987" y="65"/>
                      <a:pt x="5031" y="65"/>
                    </a:cubicBezTo>
                    <a:cubicBezTo>
                      <a:pt x="5031" y="87"/>
                      <a:pt x="5031" y="108"/>
                      <a:pt x="5031" y="131"/>
                    </a:cubicBezTo>
                    <a:cubicBezTo>
                      <a:pt x="5161" y="131"/>
                      <a:pt x="5290" y="131"/>
                      <a:pt x="5423" y="131"/>
                    </a:cubicBezTo>
                    <a:cubicBezTo>
                      <a:pt x="5423" y="109"/>
                      <a:pt x="5423" y="88"/>
                      <a:pt x="5423" y="65"/>
                    </a:cubicBezTo>
                    <a:cubicBezTo>
                      <a:pt x="5876" y="65"/>
                      <a:pt x="6329" y="65"/>
                      <a:pt x="6795" y="65"/>
                    </a:cubicBezTo>
                    <a:cubicBezTo>
                      <a:pt x="6795" y="44"/>
                      <a:pt x="6795" y="22"/>
                      <a:pt x="6795" y="0"/>
                    </a:cubicBezTo>
                    <a:cubicBezTo>
                      <a:pt x="7119" y="0"/>
                      <a:pt x="7442" y="0"/>
                      <a:pt x="7776" y="0"/>
                    </a:cubicBezTo>
                    <a:cubicBezTo>
                      <a:pt x="7776" y="22"/>
                      <a:pt x="7776" y="43"/>
                      <a:pt x="7776" y="65"/>
                    </a:cubicBezTo>
                    <a:cubicBezTo>
                      <a:pt x="8013" y="65"/>
                      <a:pt x="8250" y="65"/>
                      <a:pt x="8494" y="65"/>
                    </a:cubicBezTo>
                    <a:cubicBezTo>
                      <a:pt x="8494" y="108"/>
                      <a:pt x="8494" y="152"/>
                      <a:pt x="8494" y="196"/>
                    </a:cubicBezTo>
                    <a:cubicBezTo>
                      <a:pt x="5691" y="196"/>
                      <a:pt x="2888" y="196"/>
                      <a:pt x="0" y="196"/>
                    </a:cubicBezTo>
                    <a:cubicBezTo>
                      <a:pt x="0" y="153"/>
                      <a:pt x="0" y="110"/>
                      <a:pt x="0" y="65"/>
                    </a:cubicBezTo>
                    <a:cubicBezTo>
                      <a:pt x="496" y="65"/>
                      <a:pt x="992" y="65"/>
                      <a:pt x="1503" y="65"/>
                    </a:cubicBezTo>
                    <a:cubicBezTo>
                      <a:pt x="1503" y="44"/>
                      <a:pt x="1503" y="22"/>
                      <a:pt x="150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16" name="ICON_C_FIGURES_HEADER_path_017"/>
              <p:cNvSpPr/>
              <p:nvPr/>
            </p:nvSpPr>
            <p:spPr>
              <a:xfrm>
                <a:off x="10087155" y="7226913"/>
                <a:ext cx="137752" cy="2489"/>
              </a:xfrm>
              <a:custGeom>
                <a:avLst/>
                <a:gdLst/>
                <a:ahLst/>
                <a:cxnLst/>
                <a:rect l="0" t="0" r="r" b="b"/>
                <a:pathLst>
                  <a:path w="10847" h="196" fill="norm" stroke="0">
                    <a:moveTo>
                      <a:pt x="0" y="0"/>
                    </a:moveTo>
                    <a:cubicBezTo>
                      <a:pt x="3579" y="0"/>
                      <a:pt x="7159" y="0"/>
                      <a:pt x="10847" y="0"/>
                    </a:cubicBezTo>
                    <a:cubicBezTo>
                      <a:pt x="10836" y="22"/>
                      <a:pt x="10825" y="43"/>
                      <a:pt x="10814" y="65"/>
                    </a:cubicBezTo>
                    <a:cubicBezTo>
                      <a:pt x="10781" y="73"/>
                      <a:pt x="10781" y="73"/>
                      <a:pt x="10741" y="73"/>
                    </a:cubicBezTo>
                    <a:cubicBezTo>
                      <a:pt x="10734" y="73"/>
                      <a:pt x="10734" y="73"/>
                      <a:pt x="10696" y="73"/>
                    </a:cubicBezTo>
                    <a:cubicBezTo>
                      <a:pt x="10679" y="72"/>
                      <a:pt x="10663" y="72"/>
                      <a:pt x="10646" y="72"/>
                    </a:cubicBezTo>
                    <a:cubicBezTo>
                      <a:pt x="10630" y="72"/>
                      <a:pt x="10613" y="72"/>
                      <a:pt x="10596" y="71"/>
                    </a:cubicBezTo>
                    <a:cubicBezTo>
                      <a:pt x="10552" y="71"/>
                      <a:pt x="10508" y="71"/>
                      <a:pt x="10463" y="70"/>
                    </a:cubicBezTo>
                    <a:cubicBezTo>
                      <a:pt x="10418" y="69"/>
                      <a:pt x="10373" y="69"/>
                      <a:pt x="10328" y="69"/>
                    </a:cubicBezTo>
                    <a:cubicBezTo>
                      <a:pt x="10240" y="68"/>
                      <a:pt x="10151" y="67"/>
                      <a:pt x="10062" y="65"/>
                    </a:cubicBezTo>
                    <a:cubicBezTo>
                      <a:pt x="10062" y="87"/>
                      <a:pt x="10062" y="108"/>
                      <a:pt x="10062" y="131"/>
                    </a:cubicBezTo>
                    <a:cubicBezTo>
                      <a:pt x="9976" y="131"/>
                      <a:pt x="9890" y="131"/>
                      <a:pt x="9801" y="131"/>
                    </a:cubicBezTo>
                    <a:cubicBezTo>
                      <a:pt x="9801" y="152"/>
                      <a:pt x="9801" y="174"/>
                      <a:pt x="9801" y="196"/>
                    </a:cubicBezTo>
                    <a:cubicBezTo>
                      <a:pt x="9629" y="196"/>
                      <a:pt x="9456" y="196"/>
                      <a:pt x="9278" y="196"/>
                    </a:cubicBezTo>
                    <a:cubicBezTo>
                      <a:pt x="9278" y="174"/>
                      <a:pt x="9278" y="153"/>
                      <a:pt x="9278" y="131"/>
                    </a:cubicBezTo>
                    <a:cubicBezTo>
                      <a:pt x="9235" y="131"/>
                      <a:pt x="9192" y="131"/>
                      <a:pt x="9148" y="131"/>
                    </a:cubicBezTo>
                    <a:cubicBezTo>
                      <a:pt x="9148" y="109"/>
                      <a:pt x="9148" y="88"/>
                      <a:pt x="9148" y="65"/>
                    </a:cubicBezTo>
                    <a:cubicBezTo>
                      <a:pt x="8436" y="65"/>
                      <a:pt x="7725" y="65"/>
                      <a:pt x="6991" y="65"/>
                    </a:cubicBezTo>
                    <a:cubicBezTo>
                      <a:pt x="6991" y="87"/>
                      <a:pt x="6991" y="108"/>
                      <a:pt x="6991" y="131"/>
                    </a:cubicBezTo>
                    <a:cubicBezTo>
                      <a:pt x="6927" y="131"/>
                      <a:pt x="6862" y="131"/>
                      <a:pt x="6795" y="131"/>
                    </a:cubicBezTo>
                    <a:cubicBezTo>
                      <a:pt x="6795" y="109"/>
                      <a:pt x="6795" y="88"/>
                      <a:pt x="6795" y="65"/>
                    </a:cubicBezTo>
                    <a:cubicBezTo>
                      <a:pt x="6731" y="65"/>
                      <a:pt x="6666" y="65"/>
                      <a:pt x="6599" y="65"/>
                    </a:cubicBezTo>
                    <a:cubicBezTo>
                      <a:pt x="6599" y="87"/>
                      <a:pt x="6599" y="108"/>
                      <a:pt x="6599" y="131"/>
                    </a:cubicBezTo>
                    <a:cubicBezTo>
                      <a:pt x="6556" y="131"/>
                      <a:pt x="6513" y="131"/>
                      <a:pt x="6469" y="131"/>
                    </a:cubicBezTo>
                    <a:cubicBezTo>
                      <a:pt x="6469" y="109"/>
                      <a:pt x="6469" y="88"/>
                      <a:pt x="6469" y="65"/>
                    </a:cubicBezTo>
                    <a:cubicBezTo>
                      <a:pt x="6404" y="65"/>
                      <a:pt x="6339" y="65"/>
                      <a:pt x="6273" y="65"/>
                    </a:cubicBezTo>
                    <a:cubicBezTo>
                      <a:pt x="6273" y="87"/>
                      <a:pt x="6273" y="108"/>
                      <a:pt x="6273" y="131"/>
                    </a:cubicBezTo>
                    <a:cubicBezTo>
                      <a:pt x="6165" y="131"/>
                      <a:pt x="6057" y="131"/>
                      <a:pt x="5946" y="131"/>
                    </a:cubicBezTo>
                    <a:cubicBezTo>
                      <a:pt x="5946" y="109"/>
                      <a:pt x="5946" y="88"/>
                      <a:pt x="5946" y="65"/>
                    </a:cubicBezTo>
                    <a:cubicBezTo>
                      <a:pt x="5558" y="65"/>
                      <a:pt x="5170" y="65"/>
                      <a:pt x="4770" y="65"/>
                    </a:cubicBezTo>
                    <a:cubicBezTo>
                      <a:pt x="4770" y="87"/>
                      <a:pt x="4770" y="108"/>
                      <a:pt x="4770" y="131"/>
                    </a:cubicBezTo>
                    <a:cubicBezTo>
                      <a:pt x="4748" y="131"/>
                      <a:pt x="4727" y="131"/>
                      <a:pt x="4705" y="131"/>
                    </a:cubicBezTo>
                    <a:cubicBezTo>
                      <a:pt x="4705" y="109"/>
                      <a:pt x="4705" y="88"/>
                      <a:pt x="4705" y="65"/>
                    </a:cubicBezTo>
                    <a:cubicBezTo>
                      <a:pt x="4424" y="65"/>
                      <a:pt x="4144" y="65"/>
                      <a:pt x="3855" y="65"/>
                    </a:cubicBezTo>
                    <a:cubicBezTo>
                      <a:pt x="3855" y="87"/>
                      <a:pt x="3855" y="108"/>
                      <a:pt x="3855" y="131"/>
                    </a:cubicBezTo>
                    <a:cubicBezTo>
                      <a:pt x="3661" y="131"/>
                      <a:pt x="3467" y="131"/>
                      <a:pt x="3267" y="131"/>
                    </a:cubicBezTo>
                    <a:cubicBezTo>
                      <a:pt x="3267" y="109"/>
                      <a:pt x="3267" y="88"/>
                      <a:pt x="3267" y="65"/>
                    </a:cubicBezTo>
                    <a:cubicBezTo>
                      <a:pt x="2879" y="65"/>
                      <a:pt x="2491" y="65"/>
                      <a:pt x="2091" y="65"/>
                    </a:cubicBezTo>
                    <a:cubicBezTo>
                      <a:pt x="2091" y="87"/>
                      <a:pt x="2091" y="108"/>
                      <a:pt x="2091" y="131"/>
                    </a:cubicBezTo>
                    <a:cubicBezTo>
                      <a:pt x="1983" y="131"/>
                      <a:pt x="1875" y="131"/>
                      <a:pt x="1764" y="131"/>
                    </a:cubicBezTo>
                    <a:cubicBezTo>
                      <a:pt x="1764" y="109"/>
                      <a:pt x="1764" y="88"/>
                      <a:pt x="1764" y="65"/>
                    </a:cubicBezTo>
                    <a:cubicBezTo>
                      <a:pt x="1419" y="65"/>
                      <a:pt x="1074" y="65"/>
                      <a:pt x="719" y="65"/>
                    </a:cubicBezTo>
                    <a:cubicBezTo>
                      <a:pt x="719" y="87"/>
                      <a:pt x="719" y="108"/>
                      <a:pt x="719" y="131"/>
                    </a:cubicBezTo>
                    <a:cubicBezTo>
                      <a:pt x="611" y="131"/>
                      <a:pt x="503" y="131"/>
                      <a:pt x="392" y="131"/>
                    </a:cubicBezTo>
                    <a:cubicBezTo>
                      <a:pt x="392" y="152"/>
                      <a:pt x="392" y="174"/>
                      <a:pt x="392" y="196"/>
                    </a:cubicBezTo>
                    <a:cubicBezTo>
                      <a:pt x="284" y="196"/>
                      <a:pt x="176" y="196"/>
                      <a:pt x="65" y="196"/>
                    </a:cubicBezTo>
                    <a:cubicBezTo>
                      <a:pt x="65" y="174"/>
                      <a:pt x="65" y="153"/>
                      <a:pt x="65" y="131"/>
                    </a:cubicBezTo>
                    <a:cubicBezTo>
                      <a:pt x="44" y="131"/>
                      <a:pt x="22" y="131"/>
                      <a:pt x="0" y="131"/>
                    </a:cubicBezTo>
                    <a:cubicBezTo>
                      <a:pt x="0" y="88"/>
                      <a:pt x="0" y="4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17" name="ICON_C_FIGURES_HEADER_path_018"/>
              <p:cNvSpPr/>
              <p:nvPr/>
            </p:nvSpPr>
            <p:spPr>
              <a:xfrm>
                <a:off x="10076368" y="7065097"/>
                <a:ext cx="3319" cy="156838"/>
              </a:xfrm>
              <a:custGeom>
                <a:avLst/>
                <a:gdLst/>
                <a:ahLst/>
                <a:cxnLst/>
                <a:rect l="0" t="0" r="r" b="b"/>
                <a:pathLst>
                  <a:path w="261" h="12349" fill="norm" stroke="0">
                    <a:moveTo>
                      <a:pt x="196" y="0"/>
                    </a:moveTo>
                    <a:cubicBezTo>
                      <a:pt x="218" y="0"/>
                      <a:pt x="239" y="0"/>
                      <a:pt x="261" y="0"/>
                    </a:cubicBezTo>
                    <a:cubicBezTo>
                      <a:pt x="261" y="4032"/>
                      <a:pt x="261" y="8064"/>
                      <a:pt x="261" y="12219"/>
                    </a:cubicBezTo>
                    <a:cubicBezTo>
                      <a:pt x="240" y="12219"/>
                      <a:pt x="218" y="12219"/>
                      <a:pt x="196" y="12219"/>
                    </a:cubicBezTo>
                    <a:cubicBezTo>
                      <a:pt x="196" y="12240"/>
                      <a:pt x="196" y="12262"/>
                      <a:pt x="196" y="12284"/>
                    </a:cubicBezTo>
                    <a:cubicBezTo>
                      <a:pt x="174" y="12284"/>
                      <a:pt x="153" y="12284"/>
                      <a:pt x="131" y="12284"/>
                    </a:cubicBezTo>
                    <a:cubicBezTo>
                      <a:pt x="131" y="12306"/>
                      <a:pt x="131" y="12327"/>
                      <a:pt x="131" y="12349"/>
                    </a:cubicBezTo>
                    <a:cubicBezTo>
                      <a:pt x="109" y="12349"/>
                      <a:pt x="88" y="12349"/>
                      <a:pt x="65" y="12349"/>
                    </a:cubicBezTo>
                    <a:cubicBezTo>
                      <a:pt x="65" y="12328"/>
                      <a:pt x="65" y="12306"/>
                      <a:pt x="65" y="12284"/>
                    </a:cubicBezTo>
                    <a:cubicBezTo>
                      <a:pt x="44" y="12284"/>
                      <a:pt x="22" y="12284"/>
                      <a:pt x="0" y="12284"/>
                    </a:cubicBezTo>
                    <a:cubicBezTo>
                      <a:pt x="0" y="12263"/>
                      <a:pt x="0" y="12241"/>
                      <a:pt x="0" y="12219"/>
                    </a:cubicBezTo>
                    <a:cubicBezTo>
                      <a:pt x="22" y="12219"/>
                      <a:pt x="43" y="12219"/>
                      <a:pt x="65" y="12219"/>
                    </a:cubicBezTo>
                    <a:cubicBezTo>
                      <a:pt x="65" y="12197"/>
                      <a:pt x="65" y="12176"/>
                      <a:pt x="65" y="12153"/>
                    </a:cubicBezTo>
                    <a:cubicBezTo>
                      <a:pt x="108" y="12153"/>
                      <a:pt x="152" y="12153"/>
                      <a:pt x="196" y="12153"/>
                    </a:cubicBezTo>
                    <a:cubicBezTo>
                      <a:pt x="196" y="11938"/>
                      <a:pt x="196" y="11722"/>
                      <a:pt x="196" y="11500"/>
                    </a:cubicBezTo>
                    <a:cubicBezTo>
                      <a:pt x="174" y="11500"/>
                      <a:pt x="153" y="11500"/>
                      <a:pt x="131" y="11500"/>
                    </a:cubicBezTo>
                    <a:cubicBezTo>
                      <a:pt x="131" y="11457"/>
                      <a:pt x="131" y="11414"/>
                      <a:pt x="131" y="11369"/>
                    </a:cubicBezTo>
                    <a:cubicBezTo>
                      <a:pt x="109" y="11369"/>
                      <a:pt x="88" y="11369"/>
                      <a:pt x="65" y="11369"/>
                    </a:cubicBezTo>
                    <a:cubicBezTo>
                      <a:pt x="65" y="11326"/>
                      <a:pt x="65" y="11283"/>
                      <a:pt x="65" y="11239"/>
                    </a:cubicBezTo>
                    <a:cubicBezTo>
                      <a:pt x="87" y="11239"/>
                      <a:pt x="108" y="11239"/>
                      <a:pt x="131" y="11239"/>
                    </a:cubicBezTo>
                    <a:cubicBezTo>
                      <a:pt x="131" y="11217"/>
                      <a:pt x="131" y="11196"/>
                      <a:pt x="131" y="11173"/>
                    </a:cubicBezTo>
                    <a:cubicBezTo>
                      <a:pt x="152" y="11173"/>
                      <a:pt x="174" y="11173"/>
                      <a:pt x="196" y="11173"/>
                    </a:cubicBezTo>
                    <a:cubicBezTo>
                      <a:pt x="196" y="7486"/>
                      <a:pt x="196" y="3799"/>
                      <a:pt x="1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18" name="ICON_C_FIGURES_HEADER_path_019"/>
              <p:cNvSpPr/>
              <p:nvPr/>
            </p:nvSpPr>
            <p:spPr>
              <a:xfrm>
                <a:off x="10156861" y="7057473"/>
                <a:ext cx="39002" cy="3474"/>
              </a:xfrm>
              <a:custGeom>
                <a:avLst/>
                <a:gdLst/>
                <a:ahLst/>
                <a:cxnLst/>
                <a:rect l="0" t="0" r="r" b="b"/>
                <a:pathLst>
                  <a:path w="3071" h="274" fill="norm" stroke="0">
                    <a:moveTo>
                      <a:pt x="1438" y="12"/>
                    </a:moveTo>
                    <a:cubicBezTo>
                      <a:pt x="1641" y="10"/>
                      <a:pt x="1844" y="8"/>
                      <a:pt x="2048" y="7"/>
                    </a:cubicBezTo>
                    <a:cubicBezTo>
                      <a:pt x="2142" y="7"/>
                      <a:pt x="2236" y="6"/>
                      <a:pt x="2331" y="5"/>
                    </a:cubicBezTo>
                    <a:cubicBezTo>
                      <a:pt x="2413" y="4"/>
                      <a:pt x="2495" y="3"/>
                      <a:pt x="2578" y="3"/>
                    </a:cubicBezTo>
                    <a:cubicBezTo>
                      <a:pt x="2621" y="3"/>
                      <a:pt x="2665" y="3"/>
                      <a:pt x="2708" y="2"/>
                    </a:cubicBezTo>
                    <a:cubicBezTo>
                      <a:pt x="2757" y="1"/>
                      <a:pt x="2806" y="1"/>
                      <a:pt x="2854" y="1"/>
                    </a:cubicBezTo>
                    <a:cubicBezTo>
                      <a:pt x="2862" y="1"/>
                      <a:pt x="2862" y="1"/>
                      <a:pt x="2898" y="0"/>
                    </a:cubicBezTo>
                    <a:cubicBezTo>
                      <a:pt x="2994" y="1"/>
                      <a:pt x="2994" y="1"/>
                      <a:pt x="3029" y="35"/>
                    </a:cubicBezTo>
                    <a:cubicBezTo>
                      <a:pt x="3046" y="59"/>
                      <a:pt x="3059" y="83"/>
                      <a:pt x="3071" y="110"/>
                    </a:cubicBezTo>
                    <a:cubicBezTo>
                      <a:pt x="3063" y="108"/>
                      <a:pt x="3055" y="106"/>
                      <a:pt x="3046" y="103"/>
                    </a:cubicBezTo>
                    <a:cubicBezTo>
                      <a:pt x="2898" y="67"/>
                      <a:pt x="2750" y="73"/>
                      <a:pt x="2599" y="74"/>
                    </a:cubicBezTo>
                    <a:cubicBezTo>
                      <a:pt x="2569" y="74"/>
                      <a:pt x="2539" y="74"/>
                      <a:pt x="2509" y="74"/>
                    </a:cubicBezTo>
                    <a:cubicBezTo>
                      <a:pt x="2431" y="75"/>
                      <a:pt x="2353" y="75"/>
                      <a:pt x="2276" y="75"/>
                    </a:cubicBezTo>
                    <a:cubicBezTo>
                      <a:pt x="2196" y="76"/>
                      <a:pt x="2116" y="76"/>
                      <a:pt x="2036" y="76"/>
                    </a:cubicBezTo>
                    <a:cubicBezTo>
                      <a:pt x="1880" y="76"/>
                      <a:pt x="1724" y="77"/>
                      <a:pt x="1568" y="78"/>
                    </a:cubicBezTo>
                    <a:cubicBezTo>
                      <a:pt x="1568" y="99"/>
                      <a:pt x="1568" y="121"/>
                      <a:pt x="1568" y="143"/>
                    </a:cubicBezTo>
                    <a:cubicBezTo>
                      <a:pt x="1417" y="143"/>
                      <a:pt x="1266" y="143"/>
                      <a:pt x="1111" y="143"/>
                    </a:cubicBezTo>
                    <a:cubicBezTo>
                      <a:pt x="1111" y="164"/>
                      <a:pt x="1111" y="186"/>
                      <a:pt x="1111" y="208"/>
                    </a:cubicBezTo>
                    <a:cubicBezTo>
                      <a:pt x="1089" y="208"/>
                      <a:pt x="1068" y="208"/>
                      <a:pt x="1045" y="208"/>
                    </a:cubicBezTo>
                    <a:cubicBezTo>
                      <a:pt x="1045" y="230"/>
                      <a:pt x="1045" y="251"/>
                      <a:pt x="1045" y="274"/>
                    </a:cubicBezTo>
                    <a:cubicBezTo>
                      <a:pt x="700" y="274"/>
                      <a:pt x="355" y="274"/>
                      <a:pt x="0" y="274"/>
                    </a:cubicBezTo>
                    <a:cubicBezTo>
                      <a:pt x="11" y="230"/>
                      <a:pt x="22" y="187"/>
                      <a:pt x="33" y="143"/>
                    </a:cubicBezTo>
                    <a:cubicBezTo>
                      <a:pt x="281" y="143"/>
                      <a:pt x="529" y="143"/>
                      <a:pt x="784" y="143"/>
                    </a:cubicBezTo>
                    <a:cubicBezTo>
                      <a:pt x="784" y="121"/>
                      <a:pt x="784" y="100"/>
                      <a:pt x="784" y="78"/>
                    </a:cubicBezTo>
                    <a:cubicBezTo>
                      <a:pt x="1000" y="78"/>
                      <a:pt x="1215" y="78"/>
                      <a:pt x="1438" y="78"/>
                    </a:cubicBezTo>
                    <a:cubicBezTo>
                      <a:pt x="1438" y="56"/>
                      <a:pt x="1438" y="34"/>
                      <a:pt x="1438" y="12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19" name="ICON_C_FIGURES_HEADER_path_020"/>
              <p:cNvSpPr/>
              <p:nvPr/>
            </p:nvSpPr>
            <p:spPr>
              <a:xfrm>
                <a:off x="10193374" y="7199529"/>
                <a:ext cx="18256" cy="11618"/>
              </a:xfrm>
              <a:custGeom>
                <a:avLst/>
                <a:gdLst/>
                <a:ahLst/>
                <a:cxnLst/>
                <a:rect l="0" t="0" r="r" b="b"/>
                <a:pathLst>
                  <a:path w="1438" h="915" fill="norm" stroke="0">
                    <a:moveTo>
                      <a:pt x="1241" y="0"/>
                    </a:moveTo>
                    <a:cubicBezTo>
                      <a:pt x="1263" y="0"/>
                      <a:pt x="1285" y="0"/>
                      <a:pt x="1307" y="0"/>
                    </a:cubicBezTo>
                    <a:cubicBezTo>
                      <a:pt x="1307" y="22"/>
                      <a:pt x="1307" y="43"/>
                      <a:pt x="1307" y="65"/>
                    </a:cubicBezTo>
                    <a:cubicBezTo>
                      <a:pt x="1328" y="65"/>
                      <a:pt x="1350" y="65"/>
                      <a:pt x="1372" y="65"/>
                    </a:cubicBezTo>
                    <a:cubicBezTo>
                      <a:pt x="1372" y="173"/>
                      <a:pt x="1372" y="281"/>
                      <a:pt x="1372" y="392"/>
                    </a:cubicBezTo>
                    <a:cubicBezTo>
                      <a:pt x="1394" y="392"/>
                      <a:pt x="1415" y="392"/>
                      <a:pt x="1438" y="392"/>
                    </a:cubicBezTo>
                    <a:cubicBezTo>
                      <a:pt x="1438" y="478"/>
                      <a:pt x="1438" y="565"/>
                      <a:pt x="1438" y="653"/>
                    </a:cubicBezTo>
                    <a:cubicBezTo>
                      <a:pt x="1416" y="653"/>
                      <a:pt x="1394" y="653"/>
                      <a:pt x="1372" y="653"/>
                    </a:cubicBezTo>
                    <a:cubicBezTo>
                      <a:pt x="1372" y="675"/>
                      <a:pt x="1372" y="697"/>
                      <a:pt x="1372" y="719"/>
                    </a:cubicBezTo>
                    <a:cubicBezTo>
                      <a:pt x="1351" y="719"/>
                      <a:pt x="1329" y="719"/>
                      <a:pt x="1307" y="719"/>
                    </a:cubicBezTo>
                    <a:cubicBezTo>
                      <a:pt x="1307" y="740"/>
                      <a:pt x="1307" y="762"/>
                      <a:pt x="1307" y="784"/>
                    </a:cubicBezTo>
                    <a:cubicBezTo>
                      <a:pt x="1285" y="784"/>
                      <a:pt x="1264" y="784"/>
                      <a:pt x="1241" y="784"/>
                    </a:cubicBezTo>
                    <a:cubicBezTo>
                      <a:pt x="1241" y="806"/>
                      <a:pt x="1241" y="827"/>
                      <a:pt x="1241" y="849"/>
                    </a:cubicBezTo>
                    <a:cubicBezTo>
                      <a:pt x="1220" y="849"/>
                      <a:pt x="1198" y="849"/>
                      <a:pt x="1176" y="849"/>
                    </a:cubicBezTo>
                    <a:cubicBezTo>
                      <a:pt x="1176" y="871"/>
                      <a:pt x="1176" y="893"/>
                      <a:pt x="1176" y="915"/>
                    </a:cubicBezTo>
                    <a:cubicBezTo>
                      <a:pt x="810" y="915"/>
                      <a:pt x="443" y="915"/>
                      <a:pt x="65" y="915"/>
                    </a:cubicBezTo>
                    <a:cubicBezTo>
                      <a:pt x="65" y="893"/>
                      <a:pt x="65" y="872"/>
                      <a:pt x="65" y="849"/>
                    </a:cubicBezTo>
                    <a:cubicBezTo>
                      <a:pt x="44" y="849"/>
                      <a:pt x="22" y="849"/>
                      <a:pt x="0" y="849"/>
                    </a:cubicBezTo>
                    <a:cubicBezTo>
                      <a:pt x="0" y="806"/>
                      <a:pt x="0" y="763"/>
                      <a:pt x="0" y="719"/>
                    </a:cubicBezTo>
                    <a:cubicBezTo>
                      <a:pt x="22" y="719"/>
                      <a:pt x="43" y="719"/>
                      <a:pt x="65" y="719"/>
                    </a:cubicBezTo>
                    <a:cubicBezTo>
                      <a:pt x="65" y="740"/>
                      <a:pt x="65" y="762"/>
                      <a:pt x="65" y="784"/>
                    </a:cubicBezTo>
                    <a:cubicBezTo>
                      <a:pt x="432" y="784"/>
                      <a:pt x="798" y="784"/>
                      <a:pt x="1176" y="784"/>
                    </a:cubicBezTo>
                    <a:cubicBezTo>
                      <a:pt x="1176" y="763"/>
                      <a:pt x="1176" y="741"/>
                      <a:pt x="1176" y="719"/>
                    </a:cubicBezTo>
                    <a:cubicBezTo>
                      <a:pt x="1198" y="719"/>
                      <a:pt x="1219" y="719"/>
                      <a:pt x="1241" y="719"/>
                    </a:cubicBezTo>
                    <a:cubicBezTo>
                      <a:pt x="1241" y="482"/>
                      <a:pt x="1241" y="244"/>
                      <a:pt x="124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20" name="ICON_C_FIGURES_HEADER_path_021"/>
              <p:cNvSpPr/>
              <p:nvPr/>
            </p:nvSpPr>
            <p:spPr>
              <a:xfrm>
                <a:off x="10127402" y="7057243"/>
                <a:ext cx="39417" cy="3704"/>
              </a:xfrm>
              <a:custGeom>
                <a:avLst/>
                <a:gdLst/>
                <a:ahLst/>
                <a:cxnLst/>
                <a:rect l="0" t="0" r="r" b="b"/>
                <a:pathLst>
                  <a:path w="3104" h="292" fill="norm" stroke="0">
                    <a:moveTo>
                      <a:pt x="327" y="21"/>
                    </a:moveTo>
                    <a:cubicBezTo>
                      <a:pt x="364" y="22"/>
                      <a:pt x="400" y="22"/>
                      <a:pt x="437" y="23"/>
                    </a:cubicBezTo>
                    <a:cubicBezTo>
                      <a:pt x="460" y="23"/>
                      <a:pt x="483" y="23"/>
                      <a:pt x="507" y="24"/>
                    </a:cubicBezTo>
                    <a:cubicBezTo>
                      <a:pt x="512" y="24"/>
                      <a:pt x="512" y="24"/>
                      <a:pt x="540" y="24"/>
                    </a:cubicBezTo>
                    <a:cubicBezTo>
                      <a:pt x="550" y="24"/>
                      <a:pt x="560" y="25"/>
                      <a:pt x="571" y="25"/>
                    </a:cubicBezTo>
                    <a:cubicBezTo>
                      <a:pt x="580" y="25"/>
                      <a:pt x="588" y="25"/>
                      <a:pt x="598" y="26"/>
                    </a:cubicBezTo>
                    <a:cubicBezTo>
                      <a:pt x="621" y="30"/>
                      <a:pt x="621" y="30"/>
                      <a:pt x="653" y="63"/>
                    </a:cubicBezTo>
                    <a:cubicBezTo>
                      <a:pt x="681" y="67"/>
                      <a:pt x="681" y="67"/>
                      <a:pt x="713" y="67"/>
                    </a:cubicBezTo>
                    <a:cubicBezTo>
                      <a:pt x="724" y="67"/>
                      <a:pt x="736" y="67"/>
                      <a:pt x="748" y="67"/>
                    </a:cubicBezTo>
                    <a:cubicBezTo>
                      <a:pt x="754" y="67"/>
                      <a:pt x="754" y="67"/>
                      <a:pt x="784" y="67"/>
                    </a:cubicBezTo>
                    <a:cubicBezTo>
                      <a:pt x="796" y="67"/>
                      <a:pt x="808" y="67"/>
                      <a:pt x="821" y="67"/>
                    </a:cubicBezTo>
                    <a:cubicBezTo>
                      <a:pt x="832" y="67"/>
                      <a:pt x="844" y="67"/>
                      <a:pt x="856" y="67"/>
                    </a:cubicBezTo>
                    <a:cubicBezTo>
                      <a:pt x="866" y="67"/>
                      <a:pt x="877" y="67"/>
                      <a:pt x="888" y="67"/>
                    </a:cubicBezTo>
                    <a:cubicBezTo>
                      <a:pt x="915" y="63"/>
                      <a:pt x="915" y="63"/>
                      <a:pt x="947" y="30"/>
                    </a:cubicBezTo>
                    <a:cubicBezTo>
                      <a:pt x="981" y="27"/>
                      <a:pt x="1012" y="26"/>
                      <a:pt x="1045" y="26"/>
                    </a:cubicBezTo>
                    <a:cubicBezTo>
                      <a:pt x="1054" y="26"/>
                      <a:pt x="1063" y="26"/>
                      <a:pt x="1073" y="26"/>
                    </a:cubicBezTo>
                    <a:cubicBezTo>
                      <a:pt x="1139" y="26"/>
                      <a:pt x="1139" y="26"/>
                      <a:pt x="1176" y="63"/>
                    </a:cubicBezTo>
                    <a:cubicBezTo>
                      <a:pt x="1203" y="67"/>
                      <a:pt x="1203" y="67"/>
                      <a:pt x="1235" y="67"/>
                    </a:cubicBezTo>
                    <a:cubicBezTo>
                      <a:pt x="1247" y="67"/>
                      <a:pt x="1258" y="67"/>
                      <a:pt x="1270" y="67"/>
                    </a:cubicBezTo>
                    <a:cubicBezTo>
                      <a:pt x="1276" y="67"/>
                      <a:pt x="1276" y="67"/>
                      <a:pt x="1307" y="67"/>
                    </a:cubicBezTo>
                    <a:cubicBezTo>
                      <a:pt x="1319" y="67"/>
                      <a:pt x="1331" y="67"/>
                      <a:pt x="1343" y="67"/>
                    </a:cubicBezTo>
                    <a:cubicBezTo>
                      <a:pt x="1355" y="67"/>
                      <a:pt x="1366" y="67"/>
                      <a:pt x="1378" y="67"/>
                    </a:cubicBezTo>
                    <a:cubicBezTo>
                      <a:pt x="1389" y="67"/>
                      <a:pt x="1399" y="67"/>
                      <a:pt x="1410" y="67"/>
                    </a:cubicBezTo>
                    <a:cubicBezTo>
                      <a:pt x="1438" y="63"/>
                      <a:pt x="1438" y="63"/>
                      <a:pt x="1470" y="30"/>
                    </a:cubicBezTo>
                    <a:cubicBezTo>
                      <a:pt x="1496" y="26"/>
                      <a:pt x="1496" y="26"/>
                      <a:pt x="1527" y="26"/>
                    </a:cubicBezTo>
                    <a:cubicBezTo>
                      <a:pt x="1539" y="26"/>
                      <a:pt x="1551" y="26"/>
                      <a:pt x="1563" y="26"/>
                    </a:cubicBezTo>
                    <a:cubicBezTo>
                      <a:pt x="1569" y="26"/>
                      <a:pt x="1569" y="26"/>
                      <a:pt x="1601" y="26"/>
                    </a:cubicBezTo>
                    <a:cubicBezTo>
                      <a:pt x="1614" y="26"/>
                      <a:pt x="1627" y="26"/>
                      <a:pt x="1640" y="26"/>
                    </a:cubicBezTo>
                    <a:cubicBezTo>
                      <a:pt x="1667" y="26"/>
                      <a:pt x="1695" y="26"/>
                      <a:pt x="1722" y="26"/>
                    </a:cubicBezTo>
                    <a:cubicBezTo>
                      <a:pt x="1764" y="26"/>
                      <a:pt x="1806" y="26"/>
                      <a:pt x="1848" y="26"/>
                    </a:cubicBezTo>
                    <a:cubicBezTo>
                      <a:pt x="1874" y="26"/>
                      <a:pt x="1901" y="26"/>
                      <a:pt x="1928" y="26"/>
                    </a:cubicBezTo>
                    <a:cubicBezTo>
                      <a:pt x="1940" y="26"/>
                      <a:pt x="1953" y="26"/>
                      <a:pt x="1966" y="26"/>
                    </a:cubicBezTo>
                    <a:cubicBezTo>
                      <a:pt x="1977" y="26"/>
                      <a:pt x="1989" y="26"/>
                      <a:pt x="2001" y="26"/>
                    </a:cubicBezTo>
                    <a:cubicBezTo>
                      <a:pt x="2006" y="26"/>
                      <a:pt x="2006" y="26"/>
                      <a:pt x="2032" y="26"/>
                    </a:cubicBezTo>
                    <a:cubicBezTo>
                      <a:pt x="2058" y="30"/>
                      <a:pt x="2058" y="30"/>
                      <a:pt x="2091" y="63"/>
                    </a:cubicBezTo>
                    <a:cubicBezTo>
                      <a:pt x="2124" y="67"/>
                      <a:pt x="2155" y="69"/>
                      <a:pt x="2188" y="70"/>
                    </a:cubicBezTo>
                    <a:cubicBezTo>
                      <a:pt x="2197" y="70"/>
                      <a:pt x="2207" y="70"/>
                      <a:pt x="2218" y="71"/>
                    </a:cubicBezTo>
                    <a:cubicBezTo>
                      <a:pt x="2250" y="72"/>
                      <a:pt x="2283" y="72"/>
                      <a:pt x="2316" y="73"/>
                    </a:cubicBezTo>
                    <a:cubicBezTo>
                      <a:pt x="2338" y="74"/>
                      <a:pt x="2361" y="75"/>
                      <a:pt x="2384" y="75"/>
                    </a:cubicBezTo>
                    <a:cubicBezTo>
                      <a:pt x="2443" y="77"/>
                      <a:pt x="2503" y="79"/>
                      <a:pt x="2563" y="80"/>
                    </a:cubicBezTo>
                    <a:cubicBezTo>
                      <a:pt x="2624" y="82"/>
                      <a:pt x="2684" y="84"/>
                      <a:pt x="2745" y="86"/>
                    </a:cubicBezTo>
                    <a:cubicBezTo>
                      <a:pt x="2865" y="89"/>
                      <a:pt x="2984" y="92"/>
                      <a:pt x="3104" y="96"/>
                    </a:cubicBezTo>
                    <a:cubicBezTo>
                      <a:pt x="3104" y="106"/>
                      <a:pt x="3104" y="117"/>
                      <a:pt x="3104" y="128"/>
                    </a:cubicBezTo>
                    <a:cubicBezTo>
                      <a:pt x="2969" y="129"/>
                      <a:pt x="2834" y="130"/>
                      <a:pt x="2700" y="130"/>
                    </a:cubicBezTo>
                    <a:cubicBezTo>
                      <a:pt x="2637" y="130"/>
                      <a:pt x="2575" y="130"/>
                      <a:pt x="2512" y="131"/>
                    </a:cubicBezTo>
                    <a:cubicBezTo>
                      <a:pt x="2452" y="131"/>
                      <a:pt x="2392" y="131"/>
                      <a:pt x="2331" y="131"/>
                    </a:cubicBezTo>
                    <a:cubicBezTo>
                      <a:pt x="2308" y="131"/>
                      <a:pt x="2285" y="132"/>
                      <a:pt x="2262" y="132"/>
                    </a:cubicBezTo>
                    <a:cubicBezTo>
                      <a:pt x="2230" y="132"/>
                      <a:pt x="2198" y="132"/>
                      <a:pt x="2165" y="132"/>
                    </a:cubicBezTo>
                    <a:cubicBezTo>
                      <a:pt x="2156" y="132"/>
                      <a:pt x="2146" y="132"/>
                      <a:pt x="2137" y="132"/>
                    </a:cubicBezTo>
                    <a:cubicBezTo>
                      <a:pt x="2071" y="132"/>
                      <a:pt x="2022" y="118"/>
                      <a:pt x="1960" y="96"/>
                    </a:cubicBezTo>
                    <a:cubicBezTo>
                      <a:pt x="1931" y="91"/>
                      <a:pt x="1931" y="91"/>
                      <a:pt x="1908" y="91"/>
                    </a:cubicBezTo>
                    <a:cubicBezTo>
                      <a:pt x="1899" y="91"/>
                      <a:pt x="1890" y="91"/>
                      <a:pt x="1880" y="91"/>
                    </a:cubicBezTo>
                    <a:cubicBezTo>
                      <a:pt x="1871" y="91"/>
                      <a:pt x="1861" y="91"/>
                      <a:pt x="1852" y="91"/>
                    </a:cubicBezTo>
                    <a:cubicBezTo>
                      <a:pt x="1842" y="91"/>
                      <a:pt x="1832" y="91"/>
                      <a:pt x="1822" y="91"/>
                    </a:cubicBezTo>
                    <a:cubicBezTo>
                      <a:pt x="1801" y="91"/>
                      <a:pt x="1780" y="91"/>
                      <a:pt x="1759" y="91"/>
                    </a:cubicBezTo>
                    <a:cubicBezTo>
                      <a:pt x="1727" y="92"/>
                      <a:pt x="1695" y="91"/>
                      <a:pt x="1664" y="91"/>
                    </a:cubicBezTo>
                    <a:cubicBezTo>
                      <a:pt x="1643" y="91"/>
                      <a:pt x="1623" y="91"/>
                      <a:pt x="1603" y="91"/>
                    </a:cubicBezTo>
                    <a:cubicBezTo>
                      <a:pt x="1593" y="91"/>
                      <a:pt x="1584" y="91"/>
                      <a:pt x="1574" y="91"/>
                    </a:cubicBezTo>
                    <a:cubicBezTo>
                      <a:pt x="1507" y="92"/>
                      <a:pt x="1507" y="92"/>
                      <a:pt x="1470" y="128"/>
                    </a:cubicBezTo>
                    <a:cubicBezTo>
                      <a:pt x="1439" y="133"/>
                      <a:pt x="1439" y="133"/>
                      <a:pt x="1401" y="133"/>
                    </a:cubicBezTo>
                    <a:cubicBezTo>
                      <a:pt x="1394" y="133"/>
                      <a:pt x="1394" y="133"/>
                      <a:pt x="1359" y="133"/>
                    </a:cubicBezTo>
                    <a:cubicBezTo>
                      <a:pt x="1345" y="133"/>
                      <a:pt x="1330" y="133"/>
                      <a:pt x="1315" y="132"/>
                    </a:cubicBezTo>
                    <a:cubicBezTo>
                      <a:pt x="1300" y="132"/>
                      <a:pt x="1285" y="132"/>
                      <a:pt x="1270" y="132"/>
                    </a:cubicBezTo>
                    <a:cubicBezTo>
                      <a:pt x="1194" y="132"/>
                      <a:pt x="1126" y="128"/>
                      <a:pt x="1054" y="108"/>
                    </a:cubicBezTo>
                    <a:cubicBezTo>
                      <a:pt x="957" y="83"/>
                      <a:pt x="872" y="124"/>
                      <a:pt x="784" y="161"/>
                    </a:cubicBezTo>
                    <a:cubicBezTo>
                      <a:pt x="795" y="204"/>
                      <a:pt x="806" y="247"/>
                      <a:pt x="817" y="292"/>
                    </a:cubicBezTo>
                    <a:cubicBezTo>
                      <a:pt x="731" y="292"/>
                      <a:pt x="644" y="292"/>
                      <a:pt x="555" y="292"/>
                    </a:cubicBezTo>
                    <a:cubicBezTo>
                      <a:pt x="555" y="227"/>
                      <a:pt x="555" y="162"/>
                      <a:pt x="555" y="96"/>
                    </a:cubicBezTo>
                    <a:cubicBezTo>
                      <a:pt x="497" y="95"/>
                      <a:pt x="439" y="94"/>
                      <a:pt x="381" y="94"/>
                    </a:cubicBezTo>
                    <a:cubicBezTo>
                      <a:pt x="361" y="94"/>
                      <a:pt x="342" y="93"/>
                      <a:pt x="322" y="93"/>
                    </a:cubicBezTo>
                    <a:cubicBezTo>
                      <a:pt x="210" y="92"/>
                      <a:pt x="107" y="92"/>
                      <a:pt x="0" y="128"/>
                    </a:cubicBezTo>
                    <a:cubicBezTo>
                      <a:pt x="73" y="0"/>
                      <a:pt x="197" y="17"/>
                      <a:pt x="327" y="21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21" name="ICON_C_FIGURES_HEADER_path_022"/>
              <p:cNvSpPr/>
              <p:nvPr/>
            </p:nvSpPr>
            <p:spPr>
              <a:xfrm>
                <a:off x="10193374" y="7058873"/>
                <a:ext cx="4149" cy="28214"/>
              </a:xfrm>
              <a:custGeom>
                <a:avLst/>
                <a:gdLst/>
                <a:ahLst/>
                <a:cxnLst/>
                <a:rect l="0" t="0" r="r" b="b"/>
                <a:pathLst>
                  <a:path w="327" h="2222" fill="norm" stroke="0">
                    <a:moveTo>
                      <a:pt x="196" y="0"/>
                    </a:moveTo>
                    <a:cubicBezTo>
                      <a:pt x="218" y="11"/>
                      <a:pt x="239" y="22"/>
                      <a:pt x="261" y="33"/>
                    </a:cubicBezTo>
                    <a:cubicBezTo>
                      <a:pt x="269" y="59"/>
                      <a:pt x="269" y="59"/>
                      <a:pt x="269" y="90"/>
                    </a:cubicBezTo>
                    <a:cubicBezTo>
                      <a:pt x="269" y="96"/>
                      <a:pt x="269" y="96"/>
                      <a:pt x="269" y="126"/>
                    </a:cubicBezTo>
                    <a:cubicBezTo>
                      <a:pt x="268" y="139"/>
                      <a:pt x="268" y="151"/>
                      <a:pt x="268" y="164"/>
                    </a:cubicBezTo>
                    <a:cubicBezTo>
                      <a:pt x="268" y="177"/>
                      <a:pt x="268" y="191"/>
                      <a:pt x="267" y="204"/>
                    </a:cubicBezTo>
                    <a:cubicBezTo>
                      <a:pt x="267" y="246"/>
                      <a:pt x="266" y="287"/>
                      <a:pt x="265" y="329"/>
                    </a:cubicBezTo>
                    <a:cubicBezTo>
                      <a:pt x="265" y="357"/>
                      <a:pt x="265" y="385"/>
                      <a:pt x="265" y="413"/>
                    </a:cubicBezTo>
                    <a:cubicBezTo>
                      <a:pt x="264" y="482"/>
                      <a:pt x="263" y="552"/>
                      <a:pt x="261" y="621"/>
                    </a:cubicBezTo>
                    <a:cubicBezTo>
                      <a:pt x="240" y="621"/>
                      <a:pt x="218" y="621"/>
                      <a:pt x="196" y="621"/>
                    </a:cubicBezTo>
                    <a:cubicBezTo>
                      <a:pt x="198" y="791"/>
                      <a:pt x="201" y="961"/>
                      <a:pt x="204" y="1131"/>
                    </a:cubicBezTo>
                    <a:cubicBezTo>
                      <a:pt x="205" y="1210"/>
                      <a:pt x="206" y="1289"/>
                      <a:pt x="207" y="1368"/>
                    </a:cubicBezTo>
                    <a:cubicBezTo>
                      <a:pt x="208" y="1445"/>
                      <a:pt x="210" y="1521"/>
                      <a:pt x="211" y="1598"/>
                    </a:cubicBezTo>
                    <a:cubicBezTo>
                      <a:pt x="212" y="1627"/>
                      <a:pt x="212" y="1656"/>
                      <a:pt x="212" y="1685"/>
                    </a:cubicBezTo>
                    <a:cubicBezTo>
                      <a:pt x="214" y="1882"/>
                      <a:pt x="244" y="2042"/>
                      <a:pt x="327" y="2222"/>
                    </a:cubicBezTo>
                    <a:cubicBezTo>
                      <a:pt x="290" y="2213"/>
                      <a:pt x="261" y="2206"/>
                      <a:pt x="229" y="2189"/>
                    </a:cubicBezTo>
                    <a:cubicBezTo>
                      <a:pt x="209" y="2157"/>
                      <a:pt x="200" y="2137"/>
                      <a:pt x="191" y="2102"/>
                    </a:cubicBezTo>
                    <a:cubicBezTo>
                      <a:pt x="188" y="2093"/>
                      <a:pt x="185" y="2085"/>
                      <a:pt x="183" y="2076"/>
                    </a:cubicBezTo>
                    <a:cubicBezTo>
                      <a:pt x="158" y="1988"/>
                      <a:pt x="153" y="1901"/>
                      <a:pt x="152" y="1810"/>
                    </a:cubicBezTo>
                    <a:cubicBezTo>
                      <a:pt x="152" y="1781"/>
                      <a:pt x="151" y="1752"/>
                      <a:pt x="151" y="1724"/>
                    </a:cubicBezTo>
                    <a:cubicBezTo>
                      <a:pt x="149" y="1653"/>
                      <a:pt x="148" y="1582"/>
                      <a:pt x="146" y="1511"/>
                    </a:cubicBezTo>
                    <a:cubicBezTo>
                      <a:pt x="145" y="1450"/>
                      <a:pt x="144" y="1389"/>
                      <a:pt x="143" y="1329"/>
                    </a:cubicBezTo>
                    <a:cubicBezTo>
                      <a:pt x="142" y="1300"/>
                      <a:pt x="142" y="1272"/>
                      <a:pt x="141" y="1244"/>
                    </a:cubicBezTo>
                    <a:cubicBezTo>
                      <a:pt x="141" y="1227"/>
                      <a:pt x="141" y="1210"/>
                      <a:pt x="140" y="1192"/>
                    </a:cubicBezTo>
                    <a:cubicBezTo>
                      <a:pt x="140" y="1177"/>
                      <a:pt x="140" y="1162"/>
                      <a:pt x="139" y="1147"/>
                    </a:cubicBezTo>
                    <a:cubicBezTo>
                      <a:pt x="136" y="1135"/>
                      <a:pt x="134" y="1123"/>
                      <a:pt x="131" y="1111"/>
                    </a:cubicBezTo>
                    <a:cubicBezTo>
                      <a:pt x="98" y="1092"/>
                      <a:pt x="98" y="1092"/>
                      <a:pt x="65" y="1078"/>
                    </a:cubicBezTo>
                    <a:cubicBezTo>
                      <a:pt x="61" y="1043"/>
                      <a:pt x="61" y="1043"/>
                      <a:pt x="65" y="1013"/>
                    </a:cubicBezTo>
                    <a:cubicBezTo>
                      <a:pt x="44" y="1013"/>
                      <a:pt x="22" y="1013"/>
                      <a:pt x="0" y="1013"/>
                    </a:cubicBezTo>
                    <a:cubicBezTo>
                      <a:pt x="0" y="905"/>
                      <a:pt x="0" y="797"/>
                      <a:pt x="0" y="686"/>
                    </a:cubicBezTo>
                    <a:cubicBezTo>
                      <a:pt x="22" y="686"/>
                      <a:pt x="43" y="686"/>
                      <a:pt x="65" y="686"/>
                    </a:cubicBezTo>
                    <a:cubicBezTo>
                      <a:pt x="65" y="643"/>
                      <a:pt x="65" y="600"/>
                      <a:pt x="65" y="555"/>
                    </a:cubicBezTo>
                    <a:cubicBezTo>
                      <a:pt x="87" y="555"/>
                      <a:pt x="108" y="555"/>
                      <a:pt x="131" y="555"/>
                    </a:cubicBezTo>
                    <a:cubicBezTo>
                      <a:pt x="131" y="534"/>
                      <a:pt x="131" y="512"/>
                      <a:pt x="131" y="490"/>
                    </a:cubicBezTo>
                    <a:cubicBezTo>
                      <a:pt x="152" y="490"/>
                      <a:pt x="174" y="490"/>
                      <a:pt x="196" y="490"/>
                    </a:cubicBezTo>
                    <a:cubicBezTo>
                      <a:pt x="196" y="328"/>
                      <a:pt x="196" y="167"/>
                      <a:pt x="19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22" name="ICON_C_FIGURES_HEADER_path_023"/>
              <p:cNvSpPr/>
              <p:nvPr/>
            </p:nvSpPr>
            <p:spPr>
              <a:xfrm>
                <a:off x="10085388" y="7145590"/>
                <a:ext cx="1934" cy="20746"/>
              </a:xfrm>
              <a:custGeom>
                <a:avLst/>
                <a:gdLst/>
                <a:ahLst/>
                <a:cxnLst/>
                <a:rect l="0" t="0" r="r" b="b"/>
                <a:pathLst>
                  <a:path w="152" h="1634" fill="norm" stroke="0">
                    <a:moveTo>
                      <a:pt x="41" y="0"/>
                    </a:moveTo>
                    <a:cubicBezTo>
                      <a:pt x="52" y="0"/>
                      <a:pt x="63" y="0"/>
                      <a:pt x="74" y="0"/>
                    </a:cubicBezTo>
                    <a:cubicBezTo>
                      <a:pt x="74" y="12"/>
                      <a:pt x="75" y="23"/>
                      <a:pt x="75" y="35"/>
                    </a:cubicBezTo>
                    <a:cubicBezTo>
                      <a:pt x="78" y="145"/>
                      <a:pt x="81" y="254"/>
                      <a:pt x="85" y="364"/>
                    </a:cubicBezTo>
                    <a:cubicBezTo>
                      <a:pt x="87" y="420"/>
                      <a:pt x="88" y="476"/>
                      <a:pt x="90" y="533"/>
                    </a:cubicBezTo>
                    <a:cubicBezTo>
                      <a:pt x="92" y="587"/>
                      <a:pt x="93" y="642"/>
                      <a:pt x="95" y="696"/>
                    </a:cubicBezTo>
                    <a:cubicBezTo>
                      <a:pt x="96" y="717"/>
                      <a:pt x="96" y="737"/>
                      <a:pt x="97" y="758"/>
                    </a:cubicBezTo>
                    <a:cubicBezTo>
                      <a:pt x="100" y="859"/>
                      <a:pt x="103" y="956"/>
                      <a:pt x="134" y="1054"/>
                    </a:cubicBezTo>
                    <a:cubicBezTo>
                      <a:pt x="142" y="1091"/>
                      <a:pt x="126" y="1112"/>
                      <a:pt x="107" y="1143"/>
                    </a:cubicBezTo>
                    <a:cubicBezTo>
                      <a:pt x="103" y="1176"/>
                      <a:pt x="102" y="1205"/>
                      <a:pt x="102" y="1237"/>
                    </a:cubicBezTo>
                    <a:cubicBezTo>
                      <a:pt x="102" y="1242"/>
                      <a:pt x="102" y="1242"/>
                      <a:pt x="102" y="1264"/>
                    </a:cubicBezTo>
                    <a:cubicBezTo>
                      <a:pt x="103" y="1315"/>
                      <a:pt x="110" y="1358"/>
                      <a:pt x="127" y="1407"/>
                    </a:cubicBezTo>
                    <a:cubicBezTo>
                      <a:pt x="152" y="1489"/>
                      <a:pt x="110" y="1560"/>
                      <a:pt x="74" y="1634"/>
                    </a:cubicBezTo>
                    <a:cubicBezTo>
                      <a:pt x="42" y="1621"/>
                      <a:pt x="42" y="1621"/>
                      <a:pt x="8" y="1601"/>
                    </a:cubicBezTo>
                    <a:cubicBezTo>
                      <a:pt x="0" y="1572"/>
                      <a:pt x="0" y="1572"/>
                      <a:pt x="0" y="1538"/>
                    </a:cubicBezTo>
                    <a:cubicBezTo>
                      <a:pt x="0" y="1524"/>
                      <a:pt x="0" y="1511"/>
                      <a:pt x="0" y="1498"/>
                    </a:cubicBezTo>
                    <a:cubicBezTo>
                      <a:pt x="0" y="1490"/>
                      <a:pt x="0" y="1490"/>
                      <a:pt x="1" y="1454"/>
                    </a:cubicBezTo>
                    <a:cubicBezTo>
                      <a:pt x="0" y="1438"/>
                      <a:pt x="0" y="1423"/>
                      <a:pt x="0" y="1408"/>
                    </a:cubicBezTo>
                    <a:cubicBezTo>
                      <a:pt x="0" y="1366"/>
                      <a:pt x="0" y="1324"/>
                      <a:pt x="1" y="1282"/>
                    </a:cubicBezTo>
                    <a:cubicBezTo>
                      <a:pt x="1" y="1238"/>
                      <a:pt x="1" y="1194"/>
                      <a:pt x="1" y="1151"/>
                    </a:cubicBezTo>
                    <a:cubicBezTo>
                      <a:pt x="1" y="1077"/>
                      <a:pt x="1" y="1004"/>
                      <a:pt x="2" y="930"/>
                    </a:cubicBezTo>
                    <a:cubicBezTo>
                      <a:pt x="2" y="845"/>
                      <a:pt x="2" y="760"/>
                      <a:pt x="2" y="675"/>
                    </a:cubicBezTo>
                    <a:cubicBezTo>
                      <a:pt x="2" y="593"/>
                      <a:pt x="3" y="512"/>
                      <a:pt x="3" y="430"/>
                    </a:cubicBezTo>
                    <a:cubicBezTo>
                      <a:pt x="3" y="395"/>
                      <a:pt x="3" y="360"/>
                      <a:pt x="3" y="326"/>
                    </a:cubicBezTo>
                    <a:cubicBezTo>
                      <a:pt x="3" y="277"/>
                      <a:pt x="3" y="228"/>
                      <a:pt x="4" y="180"/>
                    </a:cubicBezTo>
                    <a:cubicBezTo>
                      <a:pt x="4" y="165"/>
                      <a:pt x="4" y="151"/>
                      <a:pt x="4" y="136"/>
                    </a:cubicBezTo>
                    <a:cubicBezTo>
                      <a:pt x="4" y="123"/>
                      <a:pt x="4" y="110"/>
                      <a:pt x="4" y="96"/>
                    </a:cubicBezTo>
                    <a:cubicBezTo>
                      <a:pt x="4" y="84"/>
                      <a:pt x="4" y="73"/>
                      <a:pt x="4" y="61"/>
                    </a:cubicBezTo>
                    <a:cubicBezTo>
                      <a:pt x="8" y="33"/>
                      <a:pt x="8" y="33"/>
                      <a:pt x="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15" cap="flat">
                <a:noFill/>
              </a:ln>
            </p:spPr>
          </p:sp>
          <p:sp>
            <p:nvSpPr>
              <p:cNvPr id="2023" name="ICON_C_FIGURES_HEADER_path_024"/>
              <p:cNvSpPr/>
              <p:nvPr/>
            </p:nvSpPr>
            <p:spPr>
              <a:xfrm>
                <a:off x="10085386" y="7127334"/>
                <a:ext cx="1940" cy="14937"/>
              </a:xfrm>
              <a:custGeom>
                <a:avLst/>
                <a:gdLst/>
                <a:ahLst/>
                <a:cxnLst/>
                <a:rect l="0" t="0" r="r" b="b"/>
                <a:pathLst>
                  <a:path w="153" h="1176" fill="norm" stroke="0">
                    <a:moveTo>
                      <a:pt x="41" y="0"/>
                    </a:moveTo>
                    <a:cubicBezTo>
                      <a:pt x="81" y="16"/>
                      <a:pt x="111" y="33"/>
                      <a:pt x="139" y="65"/>
                    </a:cubicBezTo>
                    <a:cubicBezTo>
                      <a:pt x="153" y="121"/>
                      <a:pt x="150" y="174"/>
                      <a:pt x="147" y="231"/>
                    </a:cubicBezTo>
                    <a:cubicBezTo>
                      <a:pt x="147" y="246"/>
                      <a:pt x="147" y="261"/>
                      <a:pt x="147" y="276"/>
                    </a:cubicBezTo>
                    <a:cubicBezTo>
                      <a:pt x="144" y="387"/>
                      <a:pt x="144" y="387"/>
                      <a:pt x="107" y="425"/>
                    </a:cubicBezTo>
                    <a:cubicBezTo>
                      <a:pt x="101" y="457"/>
                      <a:pt x="101" y="457"/>
                      <a:pt x="100" y="497"/>
                    </a:cubicBezTo>
                    <a:cubicBezTo>
                      <a:pt x="99" y="512"/>
                      <a:pt x="99" y="527"/>
                      <a:pt x="98" y="543"/>
                    </a:cubicBezTo>
                    <a:cubicBezTo>
                      <a:pt x="97" y="559"/>
                      <a:pt x="97" y="576"/>
                      <a:pt x="96" y="592"/>
                    </a:cubicBezTo>
                    <a:cubicBezTo>
                      <a:pt x="96" y="609"/>
                      <a:pt x="95" y="626"/>
                      <a:pt x="94" y="643"/>
                    </a:cubicBezTo>
                    <a:cubicBezTo>
                      <a:pt x="92" y="687"/>
                      <a:pt x="91" y="731"/>
                      <a:pt x="89" y="775"/>
                    </a:cubicBezTo>
                    <a:cubicBezTo>
                      <a:pt x="88" y="820"/>
                      <a:pt x="86" y="866"/>
                      <a:pt x="84" y="911"/>
                    </a:cubicBezTo>
                    <a:cubicBezTo>
                      <a:pt x="80" y="999"/>
                      <a:pt x="77" y="1088"/>
                      <a:pt x="74" y="1176"/>
                    </a:cubicBezTo>
                    <a:cubicBezTo>
                      <a:pt x="42" y="1166"/>
                      <a:pt x="42" y="1166"/>
                      <a:pt x="9" y="1143"/>
                    </a:cubicBezTo>
                    <a:cubicBezTo>
                      <a:pt x="2" y="1106"/>
                      <a:pt x="0" y="1076"/>
                      <a:pt x="1" y="1038"/>
                    </a:cubicBezTo>
                    <a:cubicBezTo>
                      <a:pt x="1" y="1028"/>
                      <a:pt x="1" y="1017"/>
                      <a:pt x="0" y="1006"/>
                    </a:cubicBezTo>
                    <a:cubicBezTo>
                      <a:pt x="0" y="970"/>
                      <a:pt x="1" y="934"/>
                      <a:pt x="1" y="898"/>
                    </a:cubicBezTo>
                    <a:cubicBezTo>
                      <a:pt x="1" y="874"/>
                      <a:pt x="1" y="849"/>
                      <a:pt x="1" y="824"/>
                    </a:cubicBezTo>
                    <a:cubicBezTo>
                      <a:pt x="1" y="772"/>
                      <a:pt x="1" y="720"/>
                      <a:pt x="2" y="668"/>
                    </a:cubicBezTo>
                    <a:cubicBezTo>
                      <a:pt x="2" y="602"/>
                      <a:pt x="3" y="535"/>
                      <a:pt x="3" y="468"/>
                    </a:cubicBezTo>
                    <a:cubicBezTo>
                      <a:pt x="3" y="417"/>
                      <a:pt x="3" y="366"/>
                      <a:pt x="3" y="315"/>
                    </a:cubicBezTo>
                    <a:cubicBezTo>
                      <a:pt x="3" y="290"/>
                      <a:pt x="3" y="265"/>
                      <a:pt x="3" y="241"/>
                    </a:cubicBezTo>
                    <a:cubicBezTo>
                      <a:pt x="3" y="207"/>
                      <a:pt x="4" y="172"/>
                      <a:pt x="4" y="138"/>
                    </a:cubicBezTo>
                    <a:cubicBezTo>
                      <a:pt x="4" y="128"/>
                      <a:pt x="4" y="117"/>
                      <a:pt x="4" y="107"/>
                    </a:cubicBezTo>
                    <a:cubicBezTo>
                      <a:pt x="5" y="36"/>
                      <a:pt x="5" y="36"/>
                      <a:pt x="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15" cap="flat">
                <a:noFill/>
              </a:ln>
            </p:spPr>
          </p:sp>
          <p:sp>
            <p:nvSpPr>
              <p:cNvPr id="2024" name="ICON_C_FIGURES_HEADER_path_025"/>
              <p:cNvSpPr/>
              <p:nvPr/>
            </p:nvSpPr>
            <p:spPr>
              <a:xfrm>
                <a:off x="10209088" y="7059236"/>
                <a:ext cx="5861" cy="5031"/>
              </a:xfrm>
              <a:custGeom>
                <a:avLst/>
                <a:gdLst/>
                <a:ahLst/>
                <a:cxnLst/>
                <a:rect l="0" t="0" r="r" b="b"/>
                <a:pathLst>
                  <a:path w="461" h="396" fill="norm" stroke="0">
                    <a:moveTo>
                      <a:pt x="69" y="4"/>
                    </a:moveTo>
                    <a:cubicBezTo>
                      <a:pt x="80" y="26"/>
                      <a:pt x="91" y="47"/>
                      <a:pt x="102" y="69"/>
                    </a:cubicBezTo>
                    <a:cubicBezTo>
                      <a:pt x="106" y="59"/>
                      <a:pt x="110" y="48"/>
                      <a:pt x="114" y="37"/>
                    </a:cubicBezTo>
                    <a:cubicBezTo>
                      <a:pt x="121" y="26"/>
                      <a:pt x="128" y="15"/>
                      <a:pt x="135" y="4"/>
                    </a:cubicBezTo>
                    <a:cubicBezTo>
                      <a:pt x="169" y="0"/>
                      <a:pt x="169" y="0"/>
                      <a:pt x="200" y="4"/>
                    </a:cubicBezTo>
                    <a:cubicBezTo>
                      <a:pt x="200" y="26"/>
                      <a:pt x="200" y="47"/>
                      <a:pt x="200" y="69"/>
                    </a:cubicBezTo>
                    <a:cubicBezTo>
                      <a:pt x="265" y="69"/>
                      <a:pt x="329" y="69"/>
                      <a:pt x="396" y="69"/>
                    </a:cubicBezTo>
                    <a:cubicBezTo>
                      <a:pt x="396" y="91"/>
                      <a:pt x="396" y="113"/>
                      <a:pt x="396" y="135"/>
                    </a:cubicBezTo>
                    <a:cubicBezTo>
                      <a:pt x="418" y="135"/>
                      <a:pt x="439" y="135"/>
                      <a:pt x="461" y="135"/>
                    </a:cubicBezTo>
                    <a:cubicBezTo>
                      <a:pt x="461" y="156"/>
                      <a:pt x="461" y="178"/>
                      <a:pt x="461" y="200"/>
                    </a:cubicBezTo>
                    <a:cubicBezTo>
                      <a:pt x="440" y="200"/>
                      <a:pt x="418" y="200"/>
                      <a:pt x="396" y="200"/>
                    </a:cubicBezTo>
                    <a:cubicBezTo>
                      <a:pt x="396" y="243"/>
                      <a:pt x="396" y="286"/>
                      <a:pt x="396" y="331"/>
                    </a:cubicBezTo>
                    <a:cubicBezTo>
                      <a:pt x="375" y="331"/>
                      <a:pt x="353" y="331"/>
                      <a:pt x="331" y="331"/>
                    </a:cubicBezTo>
                    <a:cubicBezTo>
                      <a:pt x="331" y="352"/>
                      <a:pt x="331" y="374"/>
                      <a:pt x="331" y="396"/>
                    </a:cubicBezTo>
                    <a:cubicBezTo>
                      <a:pt x="309" y="387"/>
                      <a:pt x="287" y="377"/>
                      <a:pt x="265" y="368"/>
                    </a:cubicBezTo>
                    <a:cubicBezTo>
                      <a:pt x="253" y="362"/>
                      <a:pt x="241" y="357"/>
                      <a:pt x="229" y="351"/>
                    </a:cubicBezTo>
                    <a:cubicBezTo>
                      <a:pt x="219" y="345"/>
                      <a:pt x="210" y="338"/>
                      <a:pt x="200" y="331"/>
                    </a:cubicBezTo>
                    <a:cubicBezTo>
                      <a:pt x="196" y="296"/>
                      <a:pt x="196" y="296"/>
                      <a:pt x="200" y="265"/>
                    </a:cubicBezTo>
                    <a:cubicBezTo>
                      <a:pt x="179" y="265"/>
                      <a:pt x="157" y="265"/>
                      <a:pt x="135" y="265"/>
                    </a:cubicBezTo>
                    <a:cubicBezTo>
                      <a:pt x="136" y="255"/>
                      <a:pt x="137" y="245"/>
                      <a:pt x="139" y="235"/>
                    </a:cubicBezTo>
                    <a:cubicBezTo>
                      <a:pt x="138" y="229"/>
                      <a:pt x="138" y="229"/>
                      <a:pt x="135" y="200"/>
                    </a:cubicBezTo>
                    <a:cubicBezTo>
                      <a:pt x="106" y="182"/>
                      <a:pt x="106" y="182"/>
                      <a:pt x="69" y="167"/>
                    </a:cubicBezTo>
                    <a:cubicBezTo>
                      <a:pt x="33" y="153"/>
                      <a:pt x="33" y="153"/>
                      <a:pt x="4" y="135"/>
                    </a:cubicBezTo>
                    <a:cubicBezTo>
                      <a:pt x="0" y="100"/>
                      <a:pt x="0" y="100"/>
                      <a:pt x="4" y="69"/>
                    </a:cubicBezTo>
                    <a:cubicBezTo>
                      <a:pt x="26" y="69"/>
                      <a:pt x="47" y="69"/>
                      <a:pt x="69" y="69"/>
                    </a:cubicBezTo>
                    <a:cubicBezTo>
                      <a:pt x="69" y="48"/>
                      <a:pt x="69" y="26"/>
                      <a:pt x="69" y="4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25" name="ICON_C_FIGURES_HEADER_path_026"/>
              <p:cNvSpPr/>
              <p:nvPr/>
            </p:nvSpPr>
            <p:spPr>
              <a:xfrm>
                <a:off x="10096698" y="7058458"/>
                <a:ext cx="30704" cy="415"/>
              </a:xfrm>
              <a:custGeom>
                <a:avLst/>
                <a:gdLst/>
                <a:ahLst/>
                <a:cxnLst/>
                <a:rect l="0" t="0" r="r" b="b"/>
                <a:pathLst>
                  <a:path w="2418" h="33" fill="norm" stroke="0">
                    <a:moveTo>
                      <a:pt x="0" y="0"/>
                    </a:moveTo>
                    <a:cubicBezTo>
                      <a:pt x="798" y="0"/>
                      <a:pt x="1596" y="0"/>
                      <a:pt x="2418" y="0"/>
                    </a:cubicBezTo>
                    <a:cubicBezTo>
                      <a:pt x="2418" y="11"/>
                      <a:pt x="2418" y="22"/>
                      <a:pt x="2418" y="33"/>
                    </a:cubicBezTo>
                    <a:cubicBezTo>
                      <a:pt x="1620" y="33"/>
                      <a:pt x="822" y="33"/>
                      <a:pt x="0" y="33"/>
                    </a:cubicBezTo>
                    <a:cubicBezTo>
                      <a:pt x="0" y="22"/>
                      <a:pt x="0" y="11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26" name="ICON_C_FIGURES_HEADER_path_027"/>
              <p:cNvSpPr/>
              <p:nvPr/>
            </p:nvSpPr>
            <p:spPr>
              <a:xfrm>
                <a:off x="10230716" y="7217785"/>
                <a:ext cx="4979" cy="4979"/>
              </a:xfrm>
              <a:custGeom>
                <a:avLst/>
                <a:gdLst/>
                <a:ahLst/>
                <a:cxnLst/>
                <a:rect l="0" t="0" r="r" b="b"/>
                <a:pathLst>
                  <a:path w="392" h="392" fill="norm" stroke="0">
                    <a:moveTo>
                      <a:pt x="131" y="0"/>
                    </a:moveTo>
                    <a:cubicBezTo>
                      <a:pt x="152" y="0"/>
                      <a:pt x="174" y="0"/>
                      <a:pt x="196" y="0"/>
                    </a:cubicBezTo>
                    <a:cubicBezTo>
                      <a:pt x="196" y="43"/>
                      <a:pt x="196" y="86"/>
                      <a:pt x="196" y="131"/>
                    </a:cubicBezTo>
                    <a:cubicBezTo>
                      <a:pt x="239" y="131"/>
                      <a:pt x="282" y="131"/>
                      <a:pt x="327" y="131"/>
                    </a:cubicBezTo>
                    <a:cubicBezTo>
                      <a:pt x="327" y="152"/>
                      <a:pt x="327" y="174"/>
                      <a:pt x="327" y="196"/>
                    </a:cubicBezTo>
                    <a:cubicBezTo>
                      <a:pt x="348" y="196"/>
                      <a:pt x="370" y="196"/>
                      <a:pt x="392" y="196"/>
                    </a:cubicBezTo>
                    <a:cubicBezTo>
                      <a:pt x="392" y="218"/>
                      <a:pt x="392" y="239"/>
                      <a:pt x="392" y="261"/>
                    </a:cubicBezTo>
                    <a:cubicBezTo>
                      <a:pt x="370" y="261"/>
                      <a:pt x="349" y="261"/>
                      <a:pt x="327" y="261"/>
                    </a:cubicBezTo>
                    <a:cubicBezTo>
                      <a:pt x="327" y="283"/>
                      <a:pt x="327" y="304"/>
                      <a:pt x="327" y="327"/>
                    </a:cubicBezTo>
                    <a:cubicBezTo>
                      <a:pt x="284" y="327"/>
                      <a:pt x="240" y="327"/>
                      <a:pt x="196" y="327"/>
                    </a:cubicBezTo>
                    <a:cubicBezTo>
                      <a:pt x="196" y="348"/>
                      <a:pt x="196" y="370"/>
                      <a:pt x="196" y="392"/>
                    </a:cubicBezTo>
                    <a:cubicBezTo>
                      <a:pt x="131" y="392"/>
                      <a:pt x="67" y="392"/>
                      <a:pt x="0" y="392"/>
                    </a:cubicBezTo>
                    <a:cubicBezTo>
                      <a:pt x="0" y="370"/>
                      <a:pt x="0" y="349"/>
                      <a:pt x="0" y="327"/>
                    </a:cubicBezTo>
                    <a:cubicBezTo>
                      <a:pt x="22" y="327"/>
                      <a:pt x="43" y="327"/>
                      <a:pt x="65" y="327"/>
                    </a:cubicBezTo>
                    <a:cubicBezTo>
                      <a:pt x="65" y="284"/>
                      <a:pt x="65" y="240"/>
                      <a:pt x="65" y="196"/>
                    </a:cubicBezTo>
                    <a:cubicBezTo>
                      <a:pt x="87" y="196"/>
                      <a:pt x="108" y="196"/>
                      <a:pt x="131" y="196"/>
                    </a:cubicBezTo>
                    <a:cubicBezTo>
                      <a:pt x="131" y="131"/>
                      <a:pt x="131" y="67"/>
                      <a:pt x="13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  <p:sp>
            <p:nvSpPr>
              <p:cNvPr id="2027" name="ICON_C_FIGURES_HEADER_path_028"/>
              <p:cNvSpPr/>
              <p:nvPr/>
            </p:nvSpPr>
            <p:spPr>
              <a:xfrm>
                <a:off x="10224907" y="7075055"/>
                <a:ext cx="5809" cy="6639"/>
              </a:xfrm>
              <a:custGeom>
                <a:avLst/>
                <a:gdLst/>
                <a:ahLst/>
                <a:cxnLst/>
                <a:rect l="0" t="0" r="r" b="b"/>
                <a:pathLst>
                  <a:path w="457" h="523" fill="norm" stroke="0">
                    <a:moveTo>
                      <a:pt x="131" y="0"/>
                    </a:moveTo>
                    <a:cubicBezTo>
                      <a:pt x="174" y="0"/>
                      <a:pt x="217" y="0"/>
                      <a:pt x="261" y="0"/>
                    </a:cubicBezTo>
                    <a:cubicBezTo>
                      <a:pt x="261" y="22"/>
                      <a:pt x="261" y="43"/>
                      <a:pt x="261" y="65"/>
                    </a:cubicBezTo>
                    <a:cubicBezTo>
                      <a:pt x="283" y="65"/>
                      <a:pt x="304" y="65"/>
                      <a:pt x="327" y="65"/>
                    </a:cubicBezTo>
                    <a:cubicBezTo>
                      <a:pt x="327" y="87"/>
                      <a:pt x="327" y="108"/>
                      <a:pt x="327" y="131"/>
                    </a:cubicBezTo>
                    <a:cubicBezTo>
                      <a:pt x="305" y="131"/>
                      <a:pt x="284" y="131"/>
                      <a:pt x="261" y="131"/>
                    </a:cubicBezTo>
                    <a:cubicBezTo>
                      <a:pt x="297" y="291"/>
                      <a:pt x="344" y="403"/>
                      <a:pt x="457" y="523"/>
                    </a:cubicBezTo>
                    <a:cubicBezTo>
                      <a:pt x="360" y="489"/>
                      <a:pt x="293" y="431"/>
                      <a:pt x="221" y="359"/>
                    </a:cubicBezTo>
                    <a:cubicBezTo>
                      <a:pt x="216" y="355"/>
                      <a:pt x="216" y="355"/>
                      <a:pt x="194" y="333"/>
                    </a:cubicBezTo>
                    <a:cubicBezTo>
                      <a:pt x="186" y="325"/>
                      <a:pt x="177" y="317"/>
                      <a:pt x="169" y="308"/>
                    </a:cubicBezTo>
                    <a:cubicBezTo>
                      <a:pt x="162" y="301"/>
                      <a:pt x="154" y="293"/>
                      <a:pt x="147" y="286"/>
                    </a:cubicBezTo>
                    <a:cubicBezTo>
                      <a:pt x="126" y="254"/>
                      <a:pt x="130" y="233"/>
                      <a:pt x="131" y="196"/>
                    </a:cubicBezTo>
                    <a:cubicBezTo>
                      <a:pt x="102" y="178"/>
                      <a:pt x="102" y="178"/>
                      <a:pt x="65" y="163"/>
                    </a:cubicBezTo>
                    <a:cubicBezTo>
                      <a:pt x="29" y="149"/>
                      <a:pt x="29" y="149"/>
                      <a:pt x="0" y="131"/>
                    </a:cubicBezTo>
                    <a:cubicBezTo>
                      <a:pt x="0" y="109"/>
                      <a:pt x="0" y="88"/>
                      <a:pt x="0" y="65"/>
                    </a:cubicBezTo>
                    <a:cubicBezTo>
                      <a:pt x="43" y="65"/>
                      <a:pt x="86" y="65"/>
                      <a:pt x="131" y="65"/>
                    </a:cubicBezTo>
                    <a:cubicBezTo>
                      <a:pt x="131" y="44"/>
                      <a:pt x="131" y="22"/>
                      <a:pt x="13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415" cap="flat">
                <a:noFill/>
              </a:ln>
            </p:spPr>
          </p:sp>
        </p:grpSp>
        <p:grpSp>
          <p:nvGrpSpPr>
            <p:cNvPr id="2827" name="ICON_C_FIGURE_REPORT"/>
            <p:cNvGrpSpPr/>
            <p:nvPr/>
          </p:nvGrpSpPr>
          <p:grpSpPr>
            <a:xfrm>
              <a:off x="10636250" y="7318375"/>
              <a:ext cx="206375" cy="341312"/>
              <a:chOff x="10636250" y="7318375"/>
              <a:chExt cx="206375" cy="341312"/>
            </a:xfrm>
          </p:grpSpPr>
          <p:sp>
            <p:nvSpPr>
              <p:cNvPr id="2828" name="ICON_C_FIGURE_REPORT_path_001"/>
              <p:cNvSpPr/>
              <p:nvPr/>
            </p:nvSpPr>
            <p:spPr>
              <a:xfrm>
                <a:off x="10651452" y="7384791"/>
                <a:ext cx="177485" cy="208555"/>
              </a:xfrm>
              <a:custGeom>
                <a:avLst/>
                <a:gdLst/>
                <a:ahLst/>
                <a:cxnLst/>
                <a:rect l="0" t="0" r="r" b="b"/>
                <a:pathLst>
                  <a:path w="13975" h="16422" fill="norm" stroke="0">
                    <a:moveTo>
                      <a:pt x="876" y="0"/>
                    </a:moveTo>
                    <a:cubicBezTo>
                      <a:pt x="917" y="14"/>
                      <a:pt x="958" y="27"/>
                      <a:pt x="1000" y="41"/>
                    </a:cubicBezTo>
                    <a:cubicBezTo>
                      <a:pt x="1000" y="69"/>
                      <a:pt x="1000" y="96"/>
                      <a:pt x="1000" y="124"/>
                    </a:cubicBezTo>
                    <a:cubicBezTo>
                      <a:pt x="1414" y="120"/>
                      <a:pt x="1828" y="115"/>
                      <a:pt x="2242" y="110"/>
                    </a:cubicBezTo>
                    <a:cubicBezTo>
                      <a:pt x="2434" y="108"/>
                      <a:pt x="2627" y="106"/>
                      <a:pt x="2819" y="104"/>
                    </a:cubicBezTo>
                    <a:cubicBezTo>
                      <a:pt x="2986" y="102"/>
                      <a:pt x="3154" y="100"/>
                      <a:pt x="3322" y="98"/>
                    </a:cubicBezTo>
                    <a:cubicBezTo>
                      <a:pt x="3410" y="97"/>
                      <a:pt x="3499" y="96"/>
                      <a:pt x="3588" y="95"/>
                    </a:cubicBezTo>
                    <a:cubicBezTo>
                      <a:pt x="3671" y="94"/>
                      <a:pt x="3755" y="93"/>
                      <a:pt x="3838" y="92"/>
                    </a:cubicBezTo>
                    <a:cubicBezTo>
                      <a:pt x="3869" y="92"/>
                      <a:pt x="3900" y="91"/>
                      <a:pt x="3930" y="91"/>
                    </a:cubicBezTo>
                    <a:cubicBezTo>
                      <a:pt x="3972" y="91"/>
                      <a:pt x="4014" y="90"/>
                      <a:pt x="4056" y="89"/>
                    </a:cubicBezTo>
                    <a:cubicBezTo>
                      <a:pt x="4068" y="89"/>
                      <a:pt x="4080" y="89"/>
                      <a:pt x="4092" y="89"/>
                    </a:cubicBezTo>
                    <a:cubicBezTo>
                      <a:pt x="4175" y="88"/>
                      <a:pt x="4239" y="69"/>
                      <a:pt x="4316" y="41"/>
                    </a:cubicBezTo>
                    <a:cubicBezTo>
                      <a:pt x="4372" y="41"/>
                      <a:pt x="4372" y="41"/>
                      <a:pt x="4428" y="46"/>
                    </a:cubicBezTo>
                    <a:cubicBezTo>
                      <a:pt x="4448" y="48"/>
                      <a:pt x="4469" y="50"/>
                      <a:pt x="4489" y="53"/>
                    </a:cubicBezTo>
                    <a:cubicBezTo>
                      <a:pt x="4510" y="55"/>
                      <a:pt x="4531" y="57"/>
                      <a:pt x="4552" y="60"/>
                    </a:cubicBezTo>
                    <a:cubicBezTo>
                      <a:pt x="4574" y="62"/>
                      <a:pt x="4595" y="64"/>
                      <a:pt x="4616" y="66"/>
                    </a:cubicBezTo>
                    <a:cubicBezTo>
                      <a:pt x="4668" y="72"/>
                      <a:pt x="4720" y="77"/>
                      <a:pt x="4772" y="83"/>
                    </a:cubicBezTo>
                    <a:cubicBezTo>
                      <a:pt x="4772" y="165"/>
                      <a:pt x="4772" y="247"/>
                      <a:pt x="4772" y="332"/>
                    </a:cubicBezTo>
                    <a:cubicBezTo>
                      <a:pt x="4882" y="332"/>
                      <a:pt x="4991" y="332"/>
                      <a:pt x="5104" y="332"/>
                    </a:cubicBezTo>
                    <a:cubicBezTo>
                      <a:pt x="5090" y="297"/>
                      <a:pt x="5090" y="297"/>
                      <a:pt x="5021" y="124"/>
                    </a:cubicBezTo>
                    <a:cubicBezTo>
                      <a:pt x="5088" y="109"/>
                      <a:pt x="5156" y="95"/>
                      <a:pt x="5223" y="80"/>
                    </a:cubicBezTo>
                    <a:cubicBezTo>
                      <a:pt x="5242" y="76"/>
                      <a:pt x="5261" y="72"/>
                      <a:pt x="5281" y="67"/>
                    </a:cubicBezTo>
                    <a:cubicBezTo>
                      <a:pt x="5299" y="63"/>
                      <a:pt x="5318" y="60"/>
                      <a:pt x="5337" y="56"/>
                    </a:cubicBezTo>
                    <a:cubicBezTo>
                      <a:pt x="5354" y="52"/>
                      <a:pt x="5371" y="48"/>
                      <a:pt x="5388" y="44"/>
                    </a:cubicBezTo>
                    <a:cubicBezTo>
                      <a:pt x="5445" y="41"/>
                      <a:pt x="5469" y="57"/>
                      <a:pt x="5519" y="83"/>
                    </a:cubicBezTo>
                    <a:cubicBezTo>
                      <a:pt x="5564" y="88"/>
                      <a:pt x="5564" y="88"/>
                      <a:pt x="5613" y="88"/>
                    </a:cubicBezTo>
                    <a:cubicBezTo>
                      <a:pt x="5631" y="88"/>
                      <a:pt x="5649" y="89"/>
                      <a:pt x="5667" y="89"/>
                    </a:cubicBezTo>
                    <a:cubicBezTo>
                      <a:pt x="5676" y="89"/>
                      <a:pt x="5676" y="89"/>
                      <a:pt x="5723" y="88"/>
                    </a:cubicBezTo>
                    <a:cubicBezTo>
                      <a:pt x="5742" y="88"/>
                      <a:pt x="5760" y="88"/>
                      <a:pt x="5779" y="89"/>
                    </a:cubicBezTo>
                    <a:cubicBezTo>
                      <a:pt x="5788" y="89"/>
                      <a:pt x="5788" y="89"/>
                      <a:pt x="5833" y="88"/>
                    </a:cubicBezTo>
                    <a:cubicBezTo>
                      <a:pt x="5849" y="88"/>
                      <a:pt x="5866" y="88"/>
                      <a:pt x="5882" y="88"/>
                    </a:cubicBezTo>
                    <a:cubicBezTo>
                      <a:pt x="5925" y="84"/>
                      <a:pt x="5953" y="77"/>
                      <a:pt x="5993" y="62"/>
                    </a:cubicBezTo>
                    <a:cubicBezTo>
                      <a:pt x="6061" y="38"/>
                      <a:pt x="6123" y="35"/>
                      <a:pt x="6195" y="36"/>
                    </a:cubicBezTo>
                    <a:cubicBezTo>
                      <a:pt x="6208" y="36"/>
                      <a:pt x="6220" y="36"/>
                      <a:pt x="6233" y="36"/>
                    </a:cubicBezTo>
                    <a:cubicBezTo>
                      <a:pt x="6260" y="36"/>
                      <a:pt x="6286" y="36"/>
                      <a:pt x="6313" y="36"/>
                    </a:cubicBezTo>
                    <a:cubicBezTo>
                      <a:pt x="6353" y="36"/>
                      <a:pt x="6393" y="36"/>
                      <a:pt x="6434" y="36"/>
                    </a:cubicBezTo>
                    <a:cubicBezTo>
                      <a:pt x="6460" y="36"/>
                      <a:pt x="6485" y="36"/>
                      <a:pt x="6511" y="36"/>
                    </a:cubicBezTo>
                    <a:cubicBezTo>
                      <a:pt x="6517" y="36"/>
                      <a:pt x="6517" y="36"/>
                      <a:pt x="6548" y="36"/>
                    </a:cubicBezTo>
                    <a:cubicBezTo>
                      <a:pt x="6633" y="37"/>
                      <a:pt x="6633" y="37"/>
                      <a:pt x="6679" y="83"/>
                    </a:cubicBezTo>
                    <a:cubicBezTo>
                      <a:pt x="6722" y="88"/>
                      <a:pt x="6763" y="91"/>
                      <a:pt x="6806" y="91"/>
                    </a:cubicBezTo>
                    <a:cubicBezTo>
                      <a:pt x="6812" y="92"/>
                      <a:pt x="6812" y="92"/>
                      <a:pt x="6845" y="93"/>
                    </a:cubicBezTo>
                    <a:cubicBezTo>
                      <a:pt x="6888" y="94"/>
                      <a:pt x="6931" y="95"/>
                      <a:pt x="6974" y="96"/>
                    </a:cubicBezTo>
                    <a:cubicBezTo>
                      <a:pt x="7003" y="97"/>
                      <a:pt x="7033" y="98"/>
                      <a:pt x="7063" y="99"/>
                    </a:cubicBezTo>
                    <a:cubicBezTo>
                      <a:pt x="7141" y="101"/>
                      <a:pt x="7219" y="103"/>
                      <a:pt x="7297" y="105"/>
                    </a:cubicBezTo>
                    <a:cubicBezTo>
                      <a:pt x="7377" y="107"/>
                      <a:pt x="7457" y="109"/>
                      <a:pt x="7536" y="112"/>
                    </a:cubicBezTo>
                    <a:cubicBezTo>
                      <a:pt x="7693" y="116"/>
                      <a:pt x="7849" y="120"/>
                      <a:pt x="8006" y="124"/>
                    </a:cubicBezTo>
                    <a:cubicBezTo>
                      <a:pt x="8006" y="138"/>
                      <a:pt x="8006" y="152"/>
                      <a:pt x="8006" y="166"/>
                    </a:cubicBezTo>
                    <a:cubicBezTo>
                      <a:pt x="7849" y="173"/>
                      <a:pt x="7849" y="173"/>
                      <a:pt x="7052" y="207"/>
                    </a:cubicBezTo>
                    <a:cubicBezTo>
                      <a:pt x="7039" y="248"/>
                      <a:pt x="7025" y="289"/>
                      <a:pt x="7011" y="332"/>
                    </a:cubicBezTo>
                    <a:cubicBezTo>
                      <a:pt x="7449" y="332"/>
                      <a:pt x="7886" y="332"/>
                      <a:pt x="8337" y="332"/>
                    </a:cubicBezTo>
                    <a:cubicBezTo>
                      <a:pt x="8337" y="304"/>
                      <a:pt x="8337" y="277"/>
                      <a:pt x="8337" y="249"/>
                    </a:cubicBezTo>
                    <a:cubicBezTo>
                      <a:pt x="8365" y="249"/>
                      <a:pt x="8392" y="249"/>
                      <a:pt x="8420" y="249"/>
                    </a:cubicBezTo>
                    <a:cubicBezTo>
                      <a:pt x="8420" y="221"/>
                      <a:pt x="8420" y="194"/>
                      <a:pt x="8420" y="166"/>
                    </a:cubicBezTo>
                    <a:cubicBezTo>
                      <a:pt x="8612" y="166"/>
                      <a:pt x="8803" y="166"/>
                      <a:pt x="9001" y="166"/>
                    </a:cubicBezTo>
                    <a:cubicBezTo>
                      <a:pt x="9001" y="138"/>
                      <a:pt x="9001" y="111"/>
                      <a:pt x="9001" y="83"/>
                    </a:cubicBezTo>
                    <a:cubicBezTo>
                      <a:pt x="9230" y="74"/>
                      <a:pt x="9460" y="65"/>
                      <a:pt x="9689" y="58"/>
                    </a:cubicBezTo>
                    <a:cubicBezTo>
                      <a:pt x="9796" y="55"/>
                      <a:pt x="9903" y="51"/>
                      <a:pt x="10009" y="47"/>
                    </a:cubicBezTo>
                    <a:cubicBezTo>
                      <a:pt x="10112" y="42"/>
                      <a:pt x="10215" y="39"/>
                      <a:pt x="10318" y="36"/>
                    </a:cubicBezTo>
                    <a:cubicBezTo>
                      <a:pt x="10357" y="35"/>
                      <a:pt x="10396" y="33"/>
                      <a:pt x="10436" y="32"/>
                    </a:cubicBezTo>
                    <a:cubicBezTo>
                      <a:pt x="10774" y="16"/>
                      <a:pt x="10774" y="16"/>
                      <a:pt x="10870" y="95"/>
                    </a:cubicBezTo>
                    <a:cubicBezTo>
                      <a:pt x="10921" y="147"/>
                      <a:pt x="10956" y="202"/>
                      <a:pt x="10964" y="276"/>
                    </a:cubicBezTo>
                    <a:cubicBezTo>
                      <a:pt x="10962" y="308"/>
                      <a:pt x="10962" y="308"/>
                      <a:pt x="10956" y="341"/>
                    </a:cubicBezTo>
                    <a:cubicBezTo>
                      <a:pt x="10955" y="353"/>
                      <a:pt x="10954" y="365"/>
                      <a:pt x="10953" y="377"/>
                    </a:cubicBezTo>
                    <a:cubicBezTo>
                      <a:pt x="10949" y="414"/>
                      <a:pt x="10944" y="450"/>
                      <a:pt x="10939" y="487"/>
                    </a:cubicBezTo>
                    <a:cubicBezTo>
                      <a:pt x="10936" y="512"/>
                      <a:pt x="10933" y="537"/>
                      <a:pt x="10930" y="563"/>
                    </a:cubicBezTo>
                    <a:cubicBezTo>
                      <a:pt x="10924" y="624"/>
                      <a:pt x="10916" y="685"/>
                      <a:pt x="10908" y="746"/>
                    </a:cubicBezTo>
                    <a:cubicBezTo>
                      <a:pt x="10880" y="746"/>
                      <a:pt x="10853" y="746"/>
                      <a:pt x="10825" y="746"/>
                    </a:cubicBezTo>
                    <a:cubicBezTo>
                      <a:pt x="10825" y="774"/>
                      <a:pt x="10825" y="801"/>
                      <a:pt x="10825" y="829"/>
                    </a:cubicBezTo>
                    <a:cubicBezTo>
                      <a:pt x="10797" y="829"/>
                      <a:pt x="10770" y="829"/>
                      <a:pt x="10742" y="829"/>
                    </a:cubicBezTo>
                    <a:cubicBezTo>
                      <a:pt x="10742" y="884"/>
                      <a:pt x="10742" y="939"/>
                      <a:pt x="10742" y="995"/>
                    </a:cubicBezTo>
                    <a:cubicBezTo>
                      <a:pt x="10714" y="995"/>
                      <a:pt x="10687" y="995"/>
                      <a:pt x="10659" y="995"/>
                    </a:cubicBezTo>
                    <a:cubicBezTo>
                      <a:pt x="10659" y="1132"/>
                      <a:pt x="10659" y="1268"/>
                      <a:pt x="10659" y="1409"/>
                    </a:cubicBezTo>
                    <a:cubicBezTo>
                      <a:pt x="10686" y="1409"/>
                      <a:pt x="10714" y="1409"/>
                      <a:pt x="10742" y="1409"/>
                    </a:cubicBezTo>
                    <a:cubicBezTo>
                      <a:pt x="10742" y="1437"/>
                      <a:pt x="10742" y="1464"/>
                      <a:pt x="10742" y="1492"/>
                    </a:cubicBezTo>
                    <a:cubicBezTo>
                      <a:pt x="10783" y="1506"/>
                      <a:pt x="10824" y="1520"/>
                      <a:pt x="10866" y="1534"/>
                    </a:cubicBezTo>
                    <a:cubicBezTo>
                      <a:pt x="10866" y="1547"/>
                      <a:pt x="10867" y="1561"/>
                      <a:pt x="10867" y="1575"/>
                    </a:cubicBezTo>
                    <a:cubicBezTo>
                      <a:pt x="10870" y="1703"/>
                      <a:pt x="10874" y="1831"/>
                      <a:pt x="10878" y="1959"/>
                    </a:cubicBezTo>
                    <a:cubicBezTo>
                      <a:pt x="10880" y="2024"/>
                      <a:pt x="10882" y="2090"/>
                      <a:pt x="10884" y="2156"/>
                    </a:cubicBezTo>
                    <a:cubicBezTo>
                      <a:pt x="10885" y="2220"/>
                      <a:pt x="10887" y="2283"/>
                      <a:pt x="10889" y="2347"/>
                    </a:cubicBezTo>
                    <a:cubicBezTo>
                      <a:pt x="10890" y="2371"/>
                      <a:pt x="10891" y="2395"/>
                      <a:pt x="10891" y="2419"/>
                    </a:cubicBezTo>
                    <a:cubicBezTo>
                      <a:pt x="10894" y="2549"/>
                      <a:pt x="10906" y="2667"/>
                      <a:pt x="10945" y="2791"/>
                    </a:cubicBezTo>
                    <a:cubicBezTo>
                      <a:pt x="10948" y="2801"/>
                      <a:pt x="10952" y="2811"/>
                      <a:pt x="10955" y="2822"/>
                    </a:cubicBezTo>
                    <a:cubicBezTo>
                      <a:pt x="10979" y="2891"/>
                      <a:pt x="11008" y="2923"/>
                      <a:pt x="11071" y="2958"/>
                    </a:cubicBezTo>
                    <a:cubicBezTo>
                      <a:pt x="11101" y="2970"/>
                      <a:pt x="11131" y="2982"/>
                      <a:pt x="11162" y="2992"/>
                    </a:cubicBezTo>
                    <a:cubicBezTo>
                      <a:pt x="11192" y="3004"/>
                      <a:pt x="11222" y="3016"/>
                      <a:pt x="11253" y="3028"/>
                    </a:cubicBezTo>
                    <a:cubicBezTo>
                      <a:pt x="11266" y="3033"/>
                      <a:pt x="11279" y="3037"/>
                      <a:pt x="11293" y="3042"/>
                    </a:cubicBezTo>
                    <a:cubicBezTo>
                      <a:pt x="11303" y="3051"/>
                      <a:pt x="11312" y="3059"/>
                      <a:pt x="11322" y="3068"/>
                    </a:cubicBezTo>
                    <a:cubicBezTo>
                      <a:pt x="11322" y="3109"/>
                      <a:pt x="11322" y="3150"/>
                      <a:pt x="11322" y="3192"/>
                    </a:cubicBezTo>
                    <a:cubicBezTo>
                      <a:pt x="11418" y="3199"/>
                      <a:pt x="11418" y="3199"/>
                      <a:pt x="11903" y="3233"/>
                    </a:cubicBezTo>
                    <a:cubicBezTo>
                      <a:pt x="11903" y="3261"/>
                      <a:pt x="11903" y="3288"/>
                      <a:pt x="11903" y="3316"/>
                    </a:cubicBezTo>
                    <a:cubicBezTo>
                      <a:pt x="11957" y="3316"/>
                      <a:pt x="12012" y="3316"/>
                      <a:pt x="12068" y="3316"/>
                    </a:cubicBezTo>
                    <a:cubicBezTo>
                      <a:pt x="12068" y="3344"/>
                      <a:pt x="12068" y="3371"/>
                      <a:pt x="12068" y="3399"/>
                    </a:cubicBezTo>
                    <a:cubicBezTo>
                      <a:pt x="12260" y="3399"/>
                      <a:pt x="12451" y="3399"/>
                      <a:pt x="12649" y="3399"/>
                    </a:cubicBezTo>
                    <a:cubicBezTo>
                      <a:pt x="12649" y="3372"/>
                      <a:pt x="12649" y="3345"/>
                      <a:pt x="12649" y="3316"/>
                    </a:cubicBezTo>
                    <a:cubicBezTo>
                      <a:pt x="12703" y="3316"/>
                      <a:pt x="12758" y="3316"/>
                      <a:pt x="12814" y="3316"/>
                    </a:cubicBezTo>
                    <a:cubicBezTo>
                      <a:pt x="12814" y="3289"/>
                      <a:pt x="12814" y="3262"/>
                      <a:pt x="12814" y="3233"/>
                    </a:cubicBezTo>
                    <a:cubicBezTo>
                      <a:pt x="13170" y="3233"/>
                      <a:pt x="13526" y="3233"/>
                      <a:pt x="13892" y="3233"/>
                    </a:cubicBezTo>
                    <a:cubicBezTo>
                      <a:pt x="13892" y="3261"/>
                      <a:pt x="13892" y="3288"/>
                      <a:pt x="13892" y="3316"/>
                    </a:cubicBezTo>
                    <a:cubicBezTo>
                      <a:pt x="13920" y="3316"/>
                      <a:pt x="13947" y="3316"/>
                      <a:pt x="13975" y="3316"/>
                    </a:cubicBezTo>
                    <a:cubicBezTo>
                      <a:pt x="13975" y="3344"/>
                      <a:pt x="13975" y="3371"/>
                      <a:pt x="13975" y="3399"/>
                    </a:cubicBezTo>
                    <a:cubicBezTo>
                      <a:pt x="13893" y="3399"/>
                      <a:pt x="13811" y="3399"/>
                      <a:pt x="13726" y="3399"/>
                    </a:cubicBezTo>
                    <a:cubicBezTo>
                      <a:pt x="13726" y="3481"/>
                      <a:pt x="13726" y="3563"/>
                      <a:pt x="13726" y="3648"/>
                    </a:cubicBezTo>
                    <a:cubicBezTo>
                      <a:pt x="13754" y="3648"/>
                      <a:pt x="13781" y="3648"/>
                      <a:pt x="13809" y="3648"/>
                    </a:cubicBezTo>
                    <a:cubicBezTo>
                      <a:pt x="13809" y="3839"/>
                      <a:pt x="13809" y="4031"/>
                      <a:pt x="13809" y="4228"/>
                    </a:cubicBezTo>
                    <a:cubicBezTo>
                      <a:pt x="13837" y="4228"/>
                      <a:pt x="13864" y="4228"/>
                      <a:pt x="13892" y="4228"/>
                    </a:cubicBezTo>
                    <a:cubicBezTo>
                      <a:pt x="13892" y="5733"/>
                      <a:pt x="13892" y="7238"/>
                      <a:pt x="13892" y="8788"/>
                    </a:cubicBezTo>
                    <a:cubicBezTo>
                      <a:pt x="13838" y="8788"/>
                      <a:pt x="13783" y="8788"/>
                      <a:pt x="13726" y="8788"/>
                    </a:cubicBezTo>
                    <a:cubicBezTo>
                      <a:pt x="13726" y="8870"/>
                      <a:pt x="13726" y="8952"/>
                      <a:pt x="13726" y="9037"/>
                    </a:cubicBezTo>
                    <a:cubicBezTo>
                      <a:pt x="13781" y="9037"/>
                      <a:pt x="13836" y="9037"/>
                      <a:pt x="13892" y="9037"/>
                    </a:cubicBezTo>
                    <a:cubicBezTo>
                      <a:pt x="13892" y="9475"/>
                      <a:pt x="13892" y="9913"/>
                      <a:pt x="13892" y="10364"/>
                    </a:cubicBezTo>
                    <a:cubicBezTo>
                      <a:pt x="13838" y="10364"/>
                      <a:pt x="13783" y="10364"/>
                      <a:pt x="13726" y="10364"/>
                    </a:cubicBezTo>
                    <a:cubicBezTo>
                      <a:pt x="13726" y="10473"/>
                      <a:pt x="13726" y="10582"/>
                      <a:pt x="13726" y="10695"/>
                    </a:cubicBezTo>
                    <a:cubicBezTo>
                      <a:pt x="13809" y="10695"/>
                      <a:pt x="13891" y="10695"/>
                      <a:pt x="13975" y="10695"/>
                    </a:cubicBezTo>
                    <a:cubicBezTo>
                      <a:pt x="13975" y="10805"/>
                      <a:pt x="13975" y="10914"/>
                      <a:pt x="13975" y="11027"/>
                    </a:cubicBezTo>
                    <a:cubicBezTo>
                      <a:pt x="13893" y="11027"/>
                      <a:pt x="13811" y="11027"/>
                      <a:pt x="13726" y="11027"/>
                    </a:cubicBezTo>
                    <a:cubicBezTo>
                      <a:pt x="13726" y="11355"/>
                      <a:pt x="13726" y="11683"/>
                      <a:pt x="13726" y="12022"/>
                    </a:cubicBezTo>
                    <a:cubicBezTo>
                      <a:pt x="13781" y="12022"/>
                      <a:pt x="13836" y="12022"/>
                      <a:pt x="13892" y="12022"/>
                    </a:cubicBezTo>
                    <a:cubicBezTo>
                      <a:pt x="13892" y="12104"/>
                      <a:pt x="13892" y="12186"/>
                      <a:pt x="13892" y="12270"/>
                    </a:cubicBezTo>
                    <a:cubicBezTo>
                      <a:pt x="13838" y="12270"/>
                      <a:pt x="13783" y="12270"/>
                      <a:pt x="13726" y="12270"/>
                    </a:cubicBezTo>
                    <a:cubicBezTo>
                      <a:pt x="13726" y="13310"/>
                      <a:pt x="13726" y="14350"/>
                      <a:pt x="13726" y="15421"/>
                    </a:cubicBezTo>
                    <a:cubicBezTo>
                      <a:pt x="13699" y="15421"/>
                      <a:pt x="13672" y="15421"/>
                      <a:pt x="13644" y="15421"/>
                    </a:cubicBezTo>
                    <a:cubicBezTo>
                      <a:pt x="13644" y="15448"/>
                      <a:pt x="13644" y="15476"/>
                      <a:pt x="13644" y="15504"/>
                    </a:cubicBezTo>
                    <a:cubicBezTo>
                      <a:pt x="13616" y="15504"/>
                      <a:pt x="13589" y="15504"/>
                      <a:pt x="13561" y="15504"/>
                    </a:cubicBezTo>
                    <a:cubicBezTo>
                      <a:pt x="13561" y="15531"/>
                      <a:pt x="13561" y="15559"/>
                      <a:pt x="13561" y="15587"/>
                    </a:cubicBezTo>
                    <a:cubicBezTo>
                      <a:pt x="13588" y="15587"/>
                      <a:pt x="13615" y="15587"/>
                      <a:pt x="13644" y="15587"/>
                    </a:cubicBezTo>
                    <a:cubicBezTo>
                      <a:pt x="13644" y="15614"/>
                      <a:pt x="13644" y="15641"/>
                      <a:pt x="13644" y="15670"/>
                    </a:cubicBezTo>
                    <a:cubicBezTo>
                      <a:pt x="13671" y="15670"/>
                      <a:pt x="13698" y="15670"/>
                      <a:pt x="13726" y="15670"/>
                    </a:cubicBezTo>
                    <a:cubicBezTo>
                      <a:pt x="13726" y="15697"/>
                      <a:pt x="13726" y="15724"/>
                      <a:pt x="13726" y="15753"/>
                    </a:cubicBezTo>
                    <a:cubicBezTo>
                      <a:pt x="13754" y="15753"/>
                      <a:pt x="13781" y="15753"/>
                      <a:pt x="13809" y="15753"/>
                    </a:cubicBezTo>
                    <a:cubicBezTo>
                      <a:pt x="13809" y="15780"/>
                      <a:pt x="13809" y="15807"/>
                      <a:pt x="13809" y="15835"/>
                    </a:cubicBezTo>
                    <a:cubicBezTo>
                      <a:pt x="13850" y="15849"/>
                      <a:pt x="13891" y="15863"/>
                      <a:pt x="13934" y="15877"/>
                    </a:cubicBezTo>
                    <a:cubicBezTo>
                      <a:pt x="13918" y="15938"/>
                      <a:pt x="13900" y="15998"/>
                      <a:pt x="13882" y="16058"/>
                    </a:cubicBezTo>
                    <a:cubicBezTo>
                      <a:pt x="13880" y="16067"/>
                      <a:pt x="13880" y="16067"/>
                      <a:pt x="13868" y="16110"/>
                    </a:cubicBezTo>
                    <a:cubicBezTo>
                      <a:pt x="13863" y="16127"/>
                      <a:pt x="13858" y="16143"/>
                      <a:pt x="13853" y="16160"/>
                    </a:cubicBezTo>
                    <a:cubicBezTo>
                      <a:pt x="13848" y="16176"/>
                      <a:pt x="13844" y="16191"/>
                      <a:pt x="13840" y="16206"/>
                    </a:cubicBezTo>
                    <a:cubicBezTo>
                      <a:pt x="13789" y="16279"/>
                      <a:pt x="13727" y="16307"/>
                      <a:pt x="13644" y="16333"/>
                    </a:cubicBezTo>
                    <a:cubicBezTo>
                      <a:pt x="13537" y="16349"/>
                      <a:pt x="13428" y="16345"/>
                      <a:pt x="13320" y="16344"/>
                    </a:cubicBezTo>
                    <a:cubicBezTo>
                      <a:pt x="13287" y="16344"/>
                      <a:pt x="13254" y="16345"/>
                      <a:pt x="13221" y="16345"/>
                    </a:cubicBezTo>
                    <a:cubicBezTo>
                      <a:pt x="13130" y="16345"/>
                      <a:pt x="13039" y="16345"/>
                      <a:pt x="12949" y="16345"/>
                    </a:cubicBezTo>
                    <a:cubicBezTo>
                      <a:pt x="12851" y="16346"/>
                      <a:pt x="12753" y="16346"/>
                      <a:pt x="12655" y="16347"/>
                    </a:cubicBezTo>
                    <a:cubicBezTo>
                      <a:pt x="12485" y="16347"/>
                      <a:pt x="12315" y="16348"/>
                      <a:pt x="12146" y="16348"/>
                    </a:cubicBezTo>
                    <a:cubicBezTo>
                      <a:pt x="11968" y="16348"/>
                      <a:pt x="11790" y="16349"/>
                      <a:pt x="11612" y="16350"/>
                    </a:cubicBezTo>
                    <a:cubicBezTo>
                      <a:pt x="11601" y="16350"/>
                      <a:pt x="11590" y="16350"/>
                      <a:pt x="11578" y="16350"/>
                    </a:cubicBezTo>
                    <a:cubicBezTo>
                      <a:pt x="11522" y="16350"/>
                      <a:pt x="11466" y="16350"/>
                      <a:pt x="11410" y="16350"/>
                    </a:cubicBezTo>
                    <a:cubicBezTo>
                      <a:pt x="11011" y="16352"/>
                      <a:pt x="10613" y="16354"/>
                      <a:pt x="10215" y="16355"/>
                    </a:cubicBezTo>
                    <a:cubicBezTo>
                      <a:pt x="10191" y="16355"/>
                      <a:pt x="10167" y="16355"/>
                      <a:pt x="10143" y="16355"/>
                    </a:cubicBezTo>
                    <a:cubicBezTo>
                      <a:pt x="10131" y="16355"/>
                      <a:pt x="10119" y="16355"/>
                      <a:pt x="10107" y="16355"/>
                    </a:cubicBezTo>
                    <a:cubicBezTo>
                      <a:pt x="10046" y="16355"/>
                      <a:pt x="9986" y="16355"/>
                      <a:pt x="9926" y="16355"/>
                    </a:cubicBezTo>
                    <a:cubicBezTo>
                      <a:pt x="9914" y="16355"/>
                      <a:pt x="9902" y="16355"/>
                      <a:pt x="9890" y="16356"/>
                    </a:cubicBezTo>
                    <a:cubicBezTo>
                      <a:pt x="9611" y="16356"/>
                      <a:pt x="9333" y="16357"/>
                      <a:pt x="9055" y="16358"/>
                    </a:cubicBezTo>
                    <a:cubicBezTo>
                      <a:pt x="9043" y="16358"/>
                      <a:pt x="9031" y="16358"/>
                      <a:pt x="9019" y="16358"/>
                    </a:cubicBezTo>
                    <a:cubicBezTo>
                      <a:pt x="8747" y="16359"/>
                      <a:pt x="8475" y="16360"/>
                      <a:pt x="8203" y="16361"/>
                    </a:cubicBezTo>
                    <a:cubicBezTo>
                      <a:pt x="8192" y="16361"/>
                      <a:pt x="8180" y="16361"/>
                      <a:pt x="8168" y="16361"/>
                    </a:cubicBezTo>
                    <a:cubicBezTo>
                      <a:pt x="8066" y="16362"/>
                      <a:pt x="7963" y="16362"/>
                      <a:pt x="7860" y="16362"/>
                    </a:cubicBezTo>
                    <a:cubicBezTo>
                      <a:pt x="7604" y="16363"/>
                      <a:pt x="7347" y="16364"/>
                      <a:pt x="7091" y="16365"/>
                    </a:cubicBezTo>
                    <a:cubicBezTo>
                      <a:pt x="6912" y="16365"/>
                      <a:pt x="6734" y="16366"/>
                      <a:pt x="6555" y="16367"/>
                    </a:cubicBezTo>
                    <a:cubicBezTo>
                      <a:pt x="6458" y="16367"/>
                      <a:pt x="6362" y="16367"/>
                      <a:pt x="6265" y="16367"/>
                    </a:cubicBezTo>
                    <a:cubicBezTo>
                      <a:pt x="6176" y="16367"/>
                      <a:pt x="6088" y="16368"/>
                      <a:pt x="5999" y="16368"/>
                    </a:cubicBezTo>
                    <a:cubicBezTo>
                      <a:pt x="5967" y="16368"/>
                      <a:pt x="5935" y="16368"/>
                      <a:pt x="5903" y="16368"/>
                    </a:cubicBezTo>
                    <a:cubicBezTo>
                      <a:pt x="5859" y="16368"/>
                      <a:pt x="5816" y="16369"/>
                      <a:pt x="5773" y="16369"/>
                    </a:cubicBezTo>
                    <a:cubicBezTo>
                      <a:pt x="5760" y="16369"/>
                      <a:pt x="5747" y="16369"/>
                      <a:pt x="5734" y="16369"/>
                    </a:cubicBezTo>
                    <a:cubicBezTo>
                      <a:pt x="5648" y="16370"/>
                      <a:pt x="5648" y="16370"/>
                      <a:pt x="5601" y="16416"/>
                    </a:cubicBezTo>
                    <a:cubicBezTo>
                      <a:pt x="5559" y="16420"/>
                      <a:pt x="5520" y="16422"/>
                      <a:pt x="5477" y="16421"/>
                    </a:cubicBezTo>
                    <a:cubicBezTo>
                      <a:pt x="5466" y="16421"/>
                      <a:pt x="5454" y="16421"/>
                      <a:pt x="5443" y="16421"/>
                    </a:cubicBezTo>
                    <a:cubicBezTo>
                      <a:pt x="5358" y="16421"/>
                      <a:pt x="5358" y="16421"/>
                      <a:pt x="5311" y="16374"/>
                    </a:cubicBezTo>
                    <a:cubicBezTo>
                      <a:pt x="5271" y="16370"/>
                      <a:pt x="5234" y="16369"/>
                      <a:pt x="5193" y="16369"/>
                    </a:cubicBezTo>
                    <a:cubicBezTo>
                      <a:pt x="5187" y="16369"/>
                      <a:pt x="5187" y="16369"/>
                      <a:pt x="5156" y="16369"/>
                    </a:cubicBezTo>
                    <a:cubicBezTo>
                      <a:pt x="5115" y="16369"/>
                      <a:pt x="5074" y="16369"/>
                      <a:pt x="5033" y="16369"/>
                    </a:cubicBezTo>
                    <a:cubicBezTo>
                      <a:pt x="5004" y="16369"/>
                      <a:pt x="4975" y="16369"/>
                      <a:pt x="4945" y="16369"/>
                    </a:cubicBezTo>
                    <a:cubicBezTo>
                      <a:pt x="4865" y="16369"/>
                      <a:pt x="4786" y="16369"/>
                      <a:pt x="4706" y="16369"/>
                    </a:cubicBezTo>
                    <a:cubicBezTo>
                      <a:pt x="4622" y="16369"/>
                      <a:pt x="4539" y="16369"/>
                      <a:pt x="4456" y="16369"/>
                    </a:cubicBezTo>
                    <a:cubicBezTo>
                      <a:pt x="4315" y="16369"/>
                      <a:pt x="4175" y="16369"/>
                      <a:pt x="4035" y="16369"/>
                    </a:cubicBezTo>
                    <a:cubicBezTo>
                      <a:pt x="3873" y="16369"/>
                      <a:pt x="3711" y="16369"/>
                      <a:pt x="3549" y="16369"/>
                    </a:cubicBezTo>
                    <a:cubicBezTo>
                      <a:pt x="3410" y="16369"/>
                      <a:pt x="3271" y="16369"/>
                      <a:pt x="3132" y="16369"/>
                    </a:cubicBezTo>
                    <a:cubicBezTo>
                      <a:pt x="3049" y="16369"/>
                      <a:pt x="2966" y="16369"/>
                      <a:pt x="2882" y="16369"/>
                    </a:cubicBezTo>
                    <a:cubicBezTo>
                      <a:pt x="2804" y="16369"/>
                      <a:pt x="2726" y="16369"/>
                      <a:pt x="2648" y="16369"/>
                    </a:cubicBezTo>
                    <a:cubicBezTo>
                      <a:pt x="2619" y="16369"/>
                      <a:pt x="2591" y="16369"/>
                      <a:pt x="2562" y="16369"/>
                    </a:cubicBezTo>
                    <a:cubicBezTo>
                      <a:pt x="2523" y="16369"/>
                      <a:pt x="2484" y="16369"/>
                      <a:pt x="2445" y="16369"/>
                    </a:cubicBezTo>
                    <a:cubicBezTo>
                      <a:pt x="2439" y="16369"/>
                      <a:pt x="2439" y="16369"/>
                      <a:pt x="2410" y="16369"/>
                    </a:cubicBezTo>
                    <a:cubicBezTo>
                      <a:pt x="2331" y="16370"/>
                      <a:pt x="2331" y="16370"/>
                      <a:pt x="2285" y="16416"/>
                    </a:cubicBezTo>
                    <a:cubicBezTo>
                      <a:pt x="2241" y="16420"/>
                      <a:pt x="2200" y="16422"/>
                      <a:pt x="2156" y="16421"/>
                    </a:cubicBezTo>
                    <a:cubicBezTo>
                      <a:pt x="2149" y="16421"/>
                      <a:pt x="2149" y="16421"/>
                      <a:pt x="2117" y="16421"/>
                    </a:cubicBezTo>
                    <a:cubicBezTo>
                      <a:pt x="2090" y="16421"/>
                      <a:pt x="2063" y="16421"/>
                      <a:pt x="2036" y="16421"/>
                    </a:cubicBezTo>
                    <a:cubicBezTo>
                      <a:pt x="1995" y="16421"/>
                      <a:pt x="1954" y="16421"/>
                      <a:pt x="1913" y="16421"/>
                    </a:cubicBezTo>
                    <a:cubicBezTo>
                      <a:pt x="1887" y="16421"/>
                      <a:pt x="1860" y="16421"/>
                      <a:pt x="1834" y="16421"/>
                    </a:cubicBezTo>
                    <a:cubicBezTo>
                      <a:pt x="1822" y="16421"/>
                      <a:pt x="1810" y="16421"/>
                      <a:pt x="1797" y="16422"/>
                    </a:cubicBezTo>
                    <a:cubicBezTo>
                      <a:pt x="1710" y="16421"/>
                      <a:pt x="1710" y="16421"/>
                      <a:pt x="1663" y="16374"/>
                    </a:cubicBezTo>
                    <a:cubicBezTo>
                      <a:pt x="1617" y="16370"/>
                      <a:pt x="1574" y="16368"/>
                      <a:pt x="1528" y="16367"/>
                    </a:cubicBezTo>
                    <a:cubicBezTo>
                      <a:pt x="1514" y="16367"/>
                      <a:pt x="1500" y="16367"/>
                      <a:pt x="1486" y="16366"/>
                    </a:cubicBezTo>
                    <a:cubicBezTo>
                      <a:pt x="1456" y="16366"/>
                      <a:pt x="1426" y="16365"/>
                      <a:pt x="1395" y="16365"/>
                    </a:cubicBezTo>
                    <a:cubicBezTo>
                      <a:pt x="1347" y="16364"/>
                      <a:pt x="1299" y="16363"/>
                      <a:pt x="1252" y="16362"/>
                    </a:cubicBezTo>
                    <a:cubicBezTo>
                      <a:pt x="1115" y="16359"/>
                      <a:pt x="979" y="16357"/>
                      <a:pt x="843" y="16355"/>
                    </a:cubicBezTo>
                    <a:cubicBezTo>
                      <a:pt x="759" y="16353"/>
                      <a:pt x="676" y="16352"/>
                      <a:pt x="592" y="16350"/>
                    </a:cubicBezTo>
                    <a:cubicBezTo>
                      <a:pt x="561" y="16349"/>
                      <a:pt x="529" y="16348"/>
                      <a:pt x="497" y="16348"/>
                    </a:cubicBezTo>
                    <a:cubicBezTo>
                      <a:pt x="156" y="16344"/>
                      <a:pt x="156" y="16344"/>
                      <a:pt x="47" y="16250"/>
                    </a:cubicBezTo>
                    <a:cubicBezTo>
                      <a:pt x="23" y="16208"/>
                      <a:pt x="16" y="16173"/>
                      <a:pt x="13" y="16126"/>
                    </a:cubicBezTo>
                    <a:cubicBezTo>
                      <a:pt x="12" y="16120"/>
                      <a:pt x="12" y="16120"/>
                      <a:pt x="8" y="16093"/>
                    </a:cubicBezTo>
                    <a:cubicBezTo>
                      <a:pt x="0" y="16024"/>
                      <a:pt x="3" y="15974"/>
                      <a:pt x="47" y="15918"/>
                    </a:cubicBezTo>
                    <a:cubicBezTo>
                      <a:pt x="74" y="15918"/>
                      <a:pt x="101" y="15918"/>
                      <a:pt x="130" y="15918"/>
                    </a:cubicBezTo>
                    <a:cubicBezTo>
                      <a:pt x="130" y="15617"/>
                      <a:pt x="130" y="15316"/>
                      <a:pt x="130" y="15006"/>
                    </a:cubicBezTo>
                    <a:cubicBezTo>
                      <a:pt x="157" y="15006"/>
                      <a:pt x="184" y="15006"/>
                      <a:pt x="212" y="15006"/>
                    </a:cubicBezTo>
                    <a:cubicBezTo>
                      <a:pt x="212" y="14897"/>
                      <a:pt x="212" y="14788"/>
                      <a:pt x="212" y="14675"/>
                    </a:cubicBezTo>
                    <a:cubicBezTo>
                      <a:pt x="185" y="14675"/>
                      <a:pt x="158" y="14675"/>
                      <a:pt x="130" y="14675"/>
                    </a:cubicBezTo>
                    <a:cubicBezTo>
                      <a:pt x="130" y="14620"/>
                      <a:pt x="130" y="14565"/>
                      <a:pt x="130" y="14509"/>
                    </a:cubicBezTo>
                    <a:cubicBezTo>
                      <a:pt x="157" y="14509"/>
                      <a:pt x="184" y="14509"/>
                      <a:pt x="212" y="14509"/>
                    </a:cubicBezTo>
                    <a:cubicBezTo>
                      <a:pt x="212" y="11581"/>
                      <a:pt x="212" y="8654"/>
                      <a:pt x="212" y="5638"/>
                    </a:cubicBezTo>
                    <a:cubicBezTo>
                      <a:pt x="185" y="5638"/>
                      <a:pt x="158" y="5638"/>
                      <a:pt x="130" y="5638"/>
                    </a:cubicBezTo>
                    <a:cubicBezTo>
                      <a:pt x="130" y="5583"/>
                      <a:pt x="130" y="5528"/>
                      <a:pt x="130" y="5472"/>
                    </a:cubicBezTo>
                    <a:cubicBezTo>
                      <a:pt x="157" y="5472"/>
                      <a:pt x="184" y="5472"/>
                      <a:pt x="212" y="5472"/>
                    </a:cubicBezTo>
                    <a:cubicBezTo>
                      <a:pt x="212" y="4733"/>
                      <a:pt x="212" y="3995"/>
                      <a:pt x="212" y="3233"/>
                    </a:cubicBezTo>
                    <a:cubicBezTo>
                      <a:pt x="185" y="3233"/>
                      <a:pt x="158" y="3233"/>
                      <a:pt x="130" y="3233"/>
                    </a:cubicBezTo>
                    <a:cubicBezTo>
                      <a:pt x="130" y="3179"/>
                      <a:pt x="130" y="3124"/>
                      <a:pt x="130" y="3068"/>
                    </a:cubicBezTo>
                    <a:cubicBezTo>
                      <a:pt x="157" y="3068"/>
                      <a:pt x="184" y="3068"/>
                      <a:pt x="212" y="3068"/>
                    </a:cubicBezTo>
                    <a:cubicBezTo>
                      <a:pt x="212" y="2986"/>
                      <a:pt x="212" y="2903"/>
                      <a:pt x="212" y="2819"/>
                    </a:cubicBezTo>
                    <a:cubicBezTo>
                      <a:pt x="158" y="2819"/>
                      <a:pt x="103" y="2819"/>
                      <a:pt x="47" y="2819"/>
                    </a:cubicBezTo>
                    <a:cubicBezTo>
                      <a:pt x="47" y="2737"/>
                      <a:pt x="47" y="2655"/>
                      <a:pt x="47" y="2570"/>
                    </a:cubicBezTo>
                    <a:cubicBezTo>
                      <a:pt x="101" y="2570"/>
                      <a:pt x="156" y="2570"/>
                      <a:pt x="212" y="2570"/>
                    </a:cubicBezTo>
                    <a:cubicBezTo>
                      <a:pt x="212" y="1831"/>
                      <a:pt x="212" y="1093"/>
                      <a:pt x="212" y="332"/>
                    </a:cubicBezTo>
                    <a:cubicBezTo>
                      <a:pt x="322" y="332"/>
                      <a:pt x="431" y="332"/>
                      <a:pt x="544" y="332"/>
                    </a:cubicBezTo>
                    <a:cubicBezTo>
                      <a:pt x="517" y="263"/>
                      <a:pt x="489" y="195"/>
                      <a:pt x="461" y="124"/>
                    </a:cubicBezTo>
                    <a:cubicBezTo>
                      <a:pt x="584" y="124"/>
                      <a:pt x="707" y="124"/>
                      <a:pt x="834" y="124"/>
                    </a:cubicBezTo>
                    <a:cubicBezTo>
                      <a:pt x="848" y="83"/>
                      <a:pt x="862" y="42"/>
                      <a:pt x="876" y="0"/>
                    </a:cubicBezTo>
                    <a:close/>
                    <a:moveTo>
                      <a:pt x="4938" y="1824"/>
                    </a:moveTo>
                    <a:cubicBezTo>
                      <a:pt x="4924" y="1864"/>
                      <a:pt x="4924" y="1864"/>
                      <a:pt x="4926" y="1905"/>
                    </a:cubicBezTo>
                    <a:cubicBezTo>
                      <a:pt x="4926" y="1919"/>
                      <a:pt x="4927" y="1934"/>
                      <a:pt x="4927" y="1949"/>
                    </a:cubicBezTo>
                    <a:cubicBezTo>
                      <a:pt x="4928" y="1964"/>
                      <a:pt x="4929" y="1979"/>
                      <a:pt x="4930" y="1995"/>
                    </a:cubicBezTo>
                    <a:cubicBezTo>
                      <a:pt x="4931" y="2010"/>
                      <a:pt x="4932" y="2026"/>
                      <a:pt x="4932" y="2042"/>
                    </a:cubicBezTo>
                    <a:cubicBezTo>
                      <a:pt x="4934" y="2080"/>
                      <a:pt x="4936" y="2118"/>
                      <a:pt x="4938" y="2156"/>
                    </a:cubicBezTo>
                    <a:cubicBezTo>
                      <a:pt x="4883" y="2156"/>
                      <a:pt x="4829" y="2156"/>
                      <a:pt x="4772" y="2156"/>
                    </a:cubicBezTo>
                    <a:cubicBezTo>
                      <a:pt x="4772" y="2183"/>
                      <a:pt x="4772" y="2210"/>
                      <a:pt x="4772" y="2239"/>
                    </a:cubicBezTo>
                    <a:cubicBezTo>
                      <a:pt x="4690" y="2239"/>
                      <a:pt x="4608" y="2239"/>
                      <a:pt x="4524" y="2239"/>
                    </a:cubicBezTo>
                    <a:cubicBezTo>
                      <a:pt x="4524" y="2211"/>
                      <a:pt x="4524" y="2184"/>
                      <a:pt x="4524" y="2156"/>
                    </a:cubicBezTo>
                    <a:cubicBezTo>
                      <a:pt x="4387" y="2156"/>
                      <a:pt x="4250" y="2156"/>
                      <a:pt x="4109" y="2156"/>
                    </a:cubicBezTo>
                    <a:cubicBezTo>
                      <a:pt x="4109" y="2183"/>
                      <a:pt x="4109" y="2210"/>
                      <a:pt x="4109" y="2239"/>
                    </a:cubicBezTo>
                    <a:cubicBezTo>
                      <a:pt x="4054" y="2239"/>
                      <a:pt x="4000" y="2239"/>
                      <a:pt x="3943" y="2239"/>
                    </a:cubicBezTo>
                    <a:cubicBezTo>
                      <a:pt x="3943" y="2266"/>
                      <a:pt x="3943" y="2293"/>
                      <a:pt x="3943" y="2321"/>
                    </a:cubicBezTo>
                    <a:cubicBezTo>
                      <a:pt x="3834" y="2321"/>
                      <a:pt x="3724" y="2321"/>
                      <a:pt x="3612" y="2321"/>
                    </a:cubicBezTo>
                    <a:cubicBezTo>
                      <a:pt x="3612" y="2349"/>
                      <a:pt x="3612" y="2376"/>
                      <a:pt x="3612" y="2404"/>
                    </a:cubicBezTo>
                    <a:cubicBezTo>
                      <a:pt x="3530" y="2404"/>
                      <a:pt x="3448" y="2404"/>
                      <a:pt x="3363" y="2404"/>
                    </a:cubicBezTo>
                    <a:cubicBezTo>
                      <a:pt x="3363" y="2432"/>
                      <a:pt x="3363" y="2459"/>
                      <a:pt x="3363" y="2487"/>
                    </a:cubicBezTo>
                    <a:cubicBezTo>
                      <a:pt x="3281" y="2487"/>
                      <a:pt x="3199" y="2487"/>
                      <a:pt x="3114" y="2487"/>
                    </a:cubicBezTo>
                    <a:cubicBezTo>
                      <a:pt x="3114" y="2515"/>
                      <a:pt x="3114" y="2542"/>
                      <a:pt x="3114" y="2570"/>
                    </a:cubicBezTo>
                    <a:cubicBezTo>
                      <a:pt x="3060" y="2570"/>
                      <a:pt x="3005" y="2570"/>
                      <a:pt x="2948" y="2570"/>
                    </a:cubicBezTo>
                    <a:cubicBezTo>
                      <a:pt x="2948" y="2598"/>
                      <a:pt x="2948" y="2625"/>
                      <a:pt x="2948" y="2653"/>
                    </a:cubicBezTo>
                    <a:cubicBezTo>
                      <a:pt x="2894" y="2653"/>
                      <a:pt x="2839" y="2653"/>
                      <a:pt x="2783" y="2653"/>
                    </a:cubicBezTo>
                    <a:cubicBezTo>
                      <a:pt x="2783" y="2680"/>
                      <a:pt x="2783" y="2708"/>
                      <a:pt x="2783" y="2736"/>
                    </a:cubicBezTo>
                    <a:cubicBezTo>
                      <a:pt x="2755" y="2736"/>
                      <a:pt x="2728" y="2736"/>
                      <a:pt x="2700" y="2736"/>
                    </a:cubicBezTo>
                    <a:cubicBezTo>
                      <a:pt x="2700" y="2763"/>
                      <a:pt x="2700" y="2791"/>
                      <a:pt x="2700" y="2819"/>
                    </a:cubicBezTo>
                    <a:cubicBezTo>
                      <a:pt x="2672" y="2819"/>
                      <a:pt x="2645" y="2819"/>
                      <a:pt x="2617" y="2819"/>
                    </a:cubicBezTo>
                    <a:cubicBezTo>
                      <a:pt x="2617" y="2846"/>
                      <a:pt x="2617" y="2874"/>
                      <a:pt x="2617" y="2902"/>
                    </a:cubicBezTo>
                    <a:cubicBezTo>
                      <a:pt x="2562" y="2902"/>
                      <a:pt x="2507" y="2902"/>
                      <a:pt x="2451" y="2902"/>
                    </a:cubicBezTo>
                    <a:cubicBezTo>
                      <a:pt x="2451" y="2929"/>
                      <a:pt x="2451" y="2957"/>
                      <a:pt x="2451" y="2985"/>
                    </a:cubicBezTo>
                    <a:cubicBezTo>
                      <a:pt x="2424" y="2985"/>
                      <a:pt x="2396" y="2985"/>
                      <a:pt x="2368" y="2985"/>
                    </a:cubicBezTo>
                    <a:cubicBezTo>
                      <a:pt x="2368" y="3012"/>
                      <a:pt x="2368" y="3039"/>
                      <a:pt x="2368" y="3068"/>
                    </a:cubicBezTo>
                    <a:cubicBezTo>
                      <a:pt x="2341" y="3068"/>
                      <a:pt x="2313" y="3068"/>
                      <a:pt x="2285" y="3068"/>
                    </a:cubicBezTo>
                    <a:cubicBezTo>
                      <a:pt x="2285" y="3095"/>
                      <a:pt x="2285" y="3122"/>
                      <a:pt x="2285" y="3151"/>
                    </a:cubicBezTo>
                    <a:cubicBezTo>
                      <a:pt x="2258" y="3151"/>
                      <a:pt x="2230" y="3151"/>
                      <a:pt x="2202" y="3151"/>
                    </a:cubicBezTo>
                    <a:cubicBezTo>
                      <a:pt x="2202" y="3178"/>
                      <a:pt x="2202" y="3205"/>
                      <a:pt x="2202" y="3233"/>
                    </a:cubicBezTo>
                    <a:cubicBezTo>
                      <a:pt x="2175" y="3233"/>
                      <a:pt x="2148" y="3233"/>
                      <a:pt x="2119" y="3233"/>
                    </a:cubicBezTo>
                    <a:cubicBezTo>
                      <a:pt x="2119" y="3288"/>
                      <a:pt x="2119" y="3343"/>
                      <a:pt x="2119" y="3399"/>
                    </a:cubicBezTo>
                    <a:cubicBezTo>
                      <a:pt x="2092" y="3399"/>
                      <a:pt x="2065" y="3399"/>
                      <a:pt x="2036" y="3399"/>
                    </a:cubicBezTo>
                    <a:cubicBezTo>
                      <a:pt x="2036" y="3427"/>
                      <a:pt x="2036" y="3454"/>
                      <a:pt x="2036" y="3482"/>
                    </a:cubicBezTo>
                    <a:cubicBezTo>
                      <a:pt x="2009" y="3482"/>
                      <a:pt x="1982" y="3482"/>
                      <a:pt x="1954" y="3482"/>
                    </a:cubicBezTo>
                    <a:cubicBezTo>
                      <a:pt x="1954" y="3510"/>
                      <a:pt x="1954" y="3537"/>
                      <a:pt x="1954" y="3565"/>
                    </a:cubicBezTo>
                    <a:cubicBezTo>
                      <a:pt x="1926" y="3565"/>
                      <a:pt x="1899" y="3565"/>
                      <a:pt x="1871" y="3565"/>
                    </a:cubicBezTo>
                    <a:cubicBezTo>
                      <a:pt x="1871" y="3620"/>
                      <a:pt x="1871" y="3674"/>
                      <a:pt x="1871" y="3731"/>
                    </a:cubicBezTo>
                    <a:cubicBezTo>
                      <a:pt x="1843" y="3731"/>
                      <a:pt x="1816" y="3731"/>
                      <a:pt x="1788" y="3731"/>
                    </a:cubicBezTo>
                    <a:cubicBezTo>
                      <a:pt x="1788" y="3786"/>
                      <a:pt x="1788" y="3840"/>
                      <a:pt x="1788" y="3897"/>
                    </a:cubicBezTo>
                    <a:cubicBezTo>
                      <a:pt x="1760" y="3897"/>
                      <a:pt x="1733" y="3897"/>
                      <a:pt x="1705" y="3897"/>
                    </a:cubicBezTo>
                    <a:cubicBezTo>
                      <a:pt x="1705" y="3951"/>
                      <a:pt x="1705" y="4006"/>
                      <a:pt x="1705" y="4062"/>
                    </a:cubicBezTo>
                    <a:cubicBezTo>
                      <a:pt x="1677" y="4062"/>
                      <a:pt x="1650" y="4062"/>
                      <a:pt x="1622" y="4062"/>
                    </a:cubicBezTo>
                    <a:cubicBezTo>
                      <a:pt x="1622" y="4117"/>
                      <a:pt x="1622" y="4172"/>
                      <a:pt x="1622" y="4228"/>
                    </a:cubicBezTo>
                    <a:cubicBezTo>
                      <a:pt x="1595" y="4228"/>
                      <a:pt x="1567" y="4228"/>
                      <a:pt x="1539" y="4228"/>
                    </a:cubicBezTo>
                    <a:cubicBezTo>
                      <a:pt x="1539" y="4338"/>
                      <a:pt x="1539" y="4447"/>
                      <a:pt x="1539" y="4560"/>
                    </a:cubicBezTo>
                    <a:cubicBezTo>
                      <a:pt x="1512" y="4560"/>
                      <a:pt x="1484" y="4560"/>
                      <a:pt x="1456" y="4560"/>
                    </a:cubicBezTo>
                    <a:cubicBezTo>
                      <a:pt x="1456" y="5025"/>
                      <a:pt x="1456" y="5490"/>
                      <a:pt x="1456" y="5969"/>
                    </a:cubicBezTo>
                    <a:cubicBezTo>
                      <a:pt x="1483" y="5969"/>
                      <a:pt x="1511" y="5969"/>
                      <a:pt x="1539" y="5969"/>
                    </a:cubicBezTo>
                    <a:cubicBezTo>
                      <a:pt x="1539" y="6051"/>
                      <a:pt x="1539" y="6134"/>
                      <a:pt x="1539" y="6218"/>
                    </a:cubicBezTo>
                    <a:cubicBezTo>
                      <a:pt x="1566" y="6218"/>
                      <a:pt x="1594" y="6218"/>
                      <a:pt x="1622" y="6218"/>
                    </a:cubicBezTo>
                    <a:cubicBezTo>
                      <a:pt x="1622" y="6300"/>
                      <a:pt x="1622" y="6382"/>
                      <a:pt x="1622" y="6467"/>
                    </a:cubicBezTo>
                    <a:cubicBezTo>
                      <a:pt x="1649" y="6467"/>
                      <a:pt x="1677" y="6467"/>
                      <a:pt x="1705" y="6467"/>
                    </a:cubicBezTo>
                    <a:cubicBezTo>
                      <a:pt x="1705" y="6522"/>
                      <a:pt x="1705" y="6576"/>
                      <a:pt x="1705" y="6633"/>
                    </a:cubicBezTo>
                    <a:cubicBezTo>
                      <a:pt x="1732" y="6633"/>
                      <a:pt x="1760" y="6633"/>
                      <a:pt x="1788" y="6633"/>
                    </a:cubicBezTo>
                    <a:cubicBezTo>
                      <a:pt x="1788" y="6687"/>
                      <a:pt x="1788" y="6742"/>
                      <a:pt x="1788" y="6798"/>
                    </a:cubicBezTo>
                    <a:cubicBezTo>
                      <a:pt x="1815" y="6798"/>
                      <a:pt x="1842" y="6798"/>
                      <a:pt x="1871" y="6798"/>
                    </a:cubicBezTo>
                    <a:cubicBezTo>
                      <a:pt x="1871" y="6826"/>
                      <a:pt x="1871" y="6853"/>
                      <a:pt x="1871" y="6881"/>
                    </a:cubicBezTo>
                    <a:cubicBezTo>
                      <a:pt x="1898" y="6881"/>
                      <a:pt x="1925" y="6881"/>
                      <a:pt x="1954" y="6881"/>
                    </a:cubicBezTo>
                    <a:cubicBezTo>
                      <a:pt x="1954" y="6936"/>
                      <a:pt x="1954" y="6991"/>
                      <a:pt x="1954" y="7047"/>
                    </a:cubicBezTo>
                    <a:cubicBezTo>
                      <a:pt x="1981" y="7047"/>
                      <a:pt x="2008" y="7047"/>
                      <a:pt x="2036" y="7047"/>
                    </a:cubicBezTo>
                    <a:cubicBezTo>
                      <a:pt x="2036" y="7075"/>
                      <a:pt x="2036" y="7102"/>
                      <a:pt x="2036" y="7130"/>
                    </a:cubicBezTo>
                    <a:cubicBezTo>
                      <a:pt x="2064" y="7130"/>
                      <a:pt x="2091" y="7130"/>
                      <a:pt x="2119" y="7130"/>
                    </a:cubicBezTo>
                    <a:cubicBezTo>
                      <a:pt x="2119" y="7157"/>
                      <a:pt x="2119" y="7185"/>
                      <a:pt x="2119" y="7213"/>
                    </a:cubicBezTo>
                    <a:cubicBezTo>
                      <a:pt x="2147" y="7213"/>
                      <a:pt x="2174" y="7213"/>
                      <a:pt x="2202" y="7213"/>
                    </a:cubicBezTo>
                    <a:cubicBezTo>
                      <a:pt x="2202" y="7240"/>
                      <a:pt x="2202" y="7268"/>
                      <a:pt x="2202" y="7296"/>
                    </a:cubicBezTo>
                    <a:cubicBezTo>
                      <a:pt x="2230" y="7296"/>
                      <a:pt x="2257" y="7296"/>
                      <a:pt x="2285" y="7296"/>
                    </a:cubicBezTo>
                    <a:cubicBezTo>
                      <a:pt x="2285" y="7351"/>
                      <a:pt x="2285" y="7405"/>
                      <a:pt x="2285" y="7462"/>
                    </a:cubicBezTo>
                    <a:cubicBezTo>
                      <a:pt x="2340" y="7462"/>
                      <a:pt x="2395" y="7462"/>
                      <a:pt x="2451" y="7462"/>
                    </a:cubicBezTo>
                    <a:cubicBezTo>
                      <a:pt x="2451" y="7489"/>
                      <a:pt x="2451" y="7516"/>
                      <a:pt x="2451" y="7545"/>
                    </a:cubicBezTo>
                    <a:cubicBezTo>
                      <a:pt x="2478" y="7545"/>
                      <a:pt x="2506" y="7545"/>
                      <a:pt x="2534" y="7545"/>
                    </a:cubicBezTo>
                    <a:cubicBezTo>
                      <a:pt x="2534" y="7572"/>
                      <a:pt x="2534" y="7599"/>
                      <a:pt x="2534" y="7628"/>
                    </a:cubicBezTo>
                    <a:cubicBezTo>
                      <a:pt x="2561" y="7628"/>
                      <a:pt x="2589" y="7628"/>
                      <a:pt x="2617" y="7628"/>
                    </a:cubicBezTo>
                    <a:cubicBezTo>
                      <a:pt x="2617" y="7655"/>
                      <a:pt x="2617" y="7682"/>
                      <a:pt x="2617" y="7710"/>
                    </a:cubicBezTo>
                    <a:cubicBezTo>
                      <a:pt x="2644" y="7710"/>
                      <a:pt x="2672" y="7710"/>
                      <a:pt x="2700" y="7710"/>
                    </a:cubicBezTo>
                    <a:cubicBezTo>
                      <a:pt x="2700" y="7738"/>
                      <a:pt x="2700" y="7765"/>
                      <a:pt x="2700" y="7793"/>
                    </a:cubicBezTo>
                    <a:cubicBezTo>
                      <a:pt x="2754" y="7793"/>
                      <a:pt x="2809" y="7793"/>
                      <a:pt x="2866" y="7793"/>
                    </a:cubicBezTo>
                    <a:cubicBezTo>
                      <a:pt x="2866" y="7821"/>
                      <a:pt x="2866" y="7848"/>
                      <a:pt x="2866" y="7876"/>
                    </a:cubicBezTo>
                    <a:cubicBezTo>
                      <a:pt x="2893" y="7876"/>
                      <a:pt x="2920" y="7876"/>
                      <a:pt x="2948" y="7876"/>
                    </a:cubicBezTo>
                    <a:cubicBezTo>
                      <a:pt x="2948" y="7904"/>
                      <a:pt x="2948" y="7931"/>
                      <a:pt x="2948" y="7959"/>
                    </a:cubicBezTo>
                    <a:cubicBezTo>
                      <a:pt x="3003" y="7959"/>
                      <a:pt x="3058" y="7959"/>
                      <a:pt x="3114" y="7959"/>
                    </a:cubicBezTo>
                    <a:cubicBezTo>
                      <a:pt x="3114" y="7987"/>
                      <a:pt x="3114" y="8014"/>
                      <a:pt x="3114" y="8042"/>
                    </a:cubicBezTo>
                    <a:cubicBezTo>
                      <a:pt x="3142" y="8042"/>
                      <a:pt x="3169" y="8042"/>
                      <a:pt x="3197" y="8042"/>
                    </a:cubicBezTo>
                    <a:cubicBezTo>
                      <a:pt x="3197" y="8069"/>
                      <a:pt x="3197" y="8097"/>
                      <a:pt x="3197" y="8125"/>
                    </a:cubicBezTo>
                    <a:cubicBezTo>
                      <a:pt x="3252" y="8125"/>
                      <a:pt x="3307" y="8125"/>
                      <a:pt x="3363" y="8125"/>
                    </a:cubicBezTo>
                    <a:cubicBezTo>
                      <a:pt x="3363" y="8152"/>
                      <a:pt x="3363" y="8180"/>
                      <a:pt x="3363" y="8208"/>
                    </a:cubicBezTo>
                    <a:cubicBezTo>
                      <a:pt x="3664" y="8208"/>
                      <a:pt x="3965" y="8208"/>
                      <a:pt x="4275" y="8208"/>
                    </a:cubicBezTo>
                    <a:cubicBezTo>
                      <a:pt x="4275" y="8235"/>
                      <a:pt x="4275" y="8263"/>
                      <a:pt x="4275" y="8291"/>
                    </a:cubicBezTo>
                    <a:cubicBezTo>
                      <a:pt x="4384" y="8291"/>
                      <a:pt x="4494" y="8291"/>
                      <a:pt x="4607" y="8291"/>
                    </a:cubicBezTo>
                    <a:cubicBezTo>
                      <a:pt x="4607" y="8263"/>
                      <a:pt x="4607" y="8236"/>
                      <a:pt x="4607" y="8208"/>
                    </a:cubicBezTo>
                    <a:cubicBezTo>
                      <a:pt x="4825" y="8208"/>
                      <a:pt x="5044" y="8208"/>
                      <a:pt x="5270" y="8208"/>
                    </a:cubicBezTo>
                    <a:cubicBezTo>
                      <a:pt x="5270" y="8181"/>
                      <a:pt x="5270" y="8153"/>
                      <a:pt x="5270" y="8125"/>
                    </a:cubicBezTo>
                    <a:cubicBezTo>
                      <a:pt x="5379" y="8125"/>
                      <a:pt x="5489" y="8125"/>
                      <a:pt x="5601" y="8125"/>
                    </a:cubicBezTo>
                    <a:cubicBezTo>
                      <a:pt x="5601" y="8098"/>
                      <a:pt x="5601" y="8070"/>
                      <a:pt x="5601" y="8042"/>
                    </a:cubicBezTo>
                    <a:cubicBezTo>
                      <a:pt x="5656" y="8042"/>
                      <a:pt x="5711" y="8042"/>
                      <a:pt x="5767" y="8042"/>
                    </a:cubicBezTo>
                    <a:cubicBezTo>
                      <a:pt x="5767" y="8015"/>
                      <a:pt x="5767" y="7987"/>
                      <a:pt x="5767" y="7959"/>
                    </a:cubicBezTo>
                    <a:cubicBezTo>
                      <a:pt x="5822" y="7959"/>
                      <a:pt x="5877" y="7959"/>
                      <a:pt x="5933" y="7959"/>
                    </a:cubicBezTo>
                    <a:cubicBezTo>
                      <a:pt x="5933" y="7932"/>
                      <a:pt x="5933" y="7904"/>
                      <a:pt x="5933" y="7876"/>
                    </a:cubicBezTo>
                    <a:cubicBezTo>
                      <a:pt x="5960" y="7876"/>
                      <a:pt x="5988" y="7876"/>
                      <a:pt x="6016" y="7876"/>
                    </a:cubicBezTo>
                    <a:cubicBezTo>
                      <a:pt x="6016" y="7849"/>
                      <a:pt x="6016" y="7822"/>
                      <a:pt x="6016" y="7793"/>
                    </a:cubicBezTo>
                    <a:cubicBezTo>
                      <a:pt x="6071" y="7793"/>
                      <a:pt x="6125" y="7793"/>
                      <a:pt x="6182" y="7793"/>
                    </a:cubicBezTo>
                    <a:cubicBezTo>
                      <a:pt x="6182" y="7766"/>
                      <a:pt x="6182" y="7739"/>
                      <a:pt x="6182" y="7710"/>
                    </a:cubicBezTo>
                    <a:cubicBezTo>
                      <a:pt x="6209" y="7710"/>
                      <a:pt x="6237" y="7710"/>
                      <a:pt x="6265" y="7710"/>
                    </a:cubicBezTo>
                    <a:cubicBezTo>
                      <a:pt x="6265" y="7683"/>
                      <a:pt x="6265" y="7656"/>
                      <a:pt x="6265" y="7628"/>
                    </a:cubicBezTo>
                    <a:cubicBezTo>
                      <a:pt x="6292" y="7628"/>
                      <a:pt x="6319" y="7628"/>
                      <a:pt x="6348" y="7628"/>
                    </a:cubicBezTo>
                    <a:cubicBezTo>
                      <a:pt x="6348" y="7600"/>
                      <a:pt x="6348" y="7573"/>
                      <a:pt x="6348" y="7545"/>
                    </a:cubicBezTo>
                    <a:cubicBezTo>
                      <a:pt x="6402" y="7545"/>
                      <a:pt x="6457" y="7545"/>
                      <a:pt x="6513" y="7545"/>
                    </a:cubicBezTo>
                    <a:cubicBezTo>
                      <a:pt x="6513" y="7517"/>
                      <a:pt x="6513" y="7490"/>
                      <a:pt x="6513" y="7462"/>
                    </a:cubicBezTo>
                    <a:cubicBezTo>
                      <a:pt x="6541" y="7462"/>
                      <a:pt x="6568" y="7462"/>
                      <a:pt x="6596" y="7462"/>
                    </a:cubicBezTo>
                    <a:cubicBezTo>
                      <a:pt x="6596" y="7434"/>
                      <a:pt x="6596" y="7407"/>
                      <a:pt x="6596" y="7379"/>
                    </a:cubicBezTo>
                    <a:cubicBezTo>
                      <a:pt x="6651" y="7379"/>
                      <a:pt x="6706" y="7379"/>
                      <a:pt x="6762" y="7379"/>
                    </a:cubicBezTo>
                    <a:cubicBezTo>
                      <a:pt x="6762" y="7351"/>
                      <a:pt x="6762" y="7324"/>
                      <a:pt x="6762" y="7296"/>
                    </a:cubicBezTo>
                    <a:cubicBezTo>
                      <a:pt x="6844" y="7296"/>
                      <a:pt x="6926" y="7296"/>
                      <a:pt x="7011" y="7296"/>
                    </a:cubicBezTo>
                    <a:cubicBezTo>
                      <a:pt x="7011" y="7269"/>
                      <a:pt x="7011" y="7241"/>
                      <a:pt x="7011" y="7213"/>
                    </a:cubicBezTo>
                    <a:cubicBezTo>
                      <a:pt x="7038" y="7213"/>
                      <a:pt x="7066" y="7213"/>
                      <a:pt x="7094" y="7213"/>
                    </a:cubicBezTo>
                    <a:cubicBezTo>
                      <a:pt x="7094" y="7049"/>
                      <a:pt x="7094" y="6885"/>
                      <a:pt x="7094" y="6716"/>
                    </a:cubicBezTo>
                    <a:cubicBezTo>
                      <a:pt x="7121" y="6716"/>
                      <a:pt x="7149" y="6716"/>
                      <a:pt x="7177" y="6716"/>
                    </a:cubicBezTo>
                    <a:cubicBezTo>
                      <a:pt x="7177" y="6661"/>
                      <a:pt x="7177" y="6606"/>
                      <a:pt x="7177" y="6550"/>
                    </a:cubicBezTo>
                    <a:cubicBezTo>
                      <a:pt x="7204" y="6550"/>
                      <a:pt x="7231" y="6550"/>
                      <a:pt x="7260" y="6550"/>
                    </a:cubicBezTo>
                    <a:cubicBezTo>
                      <a:pt x="7260" y="6468"/>
                      <a:pt x="7260" y="6386"/>
                      <a:pt x="7260" y="6301"/>
                    </a:cubicBezTo>
                    <a:cubicBezTo>
                      <a:pt x="7287" y="6301"/>
                      <a:pt x="7314" y="6301"/>
                      <a:pt x="7343" y="6301"/>
                    </a:cubicBezTo>
                    <a:cubicBezTo>
                      <a:pt x="7343" y="6246"/>
                      <a:pt x="7343" y="6192"/>
                      <a:pt x="7343" y="6135"/>
                    </a:cubicBezTo>
                    <a:cubicBezTo>
                      <a:pt x="7370" y="6135"/>
                      <a:pt x="7397" y="6135"/>
                      <a:pt x="7425" y="6135"/>
                    </a:cubicBezTo>
                    <a:cubicBezTo>
                      <a:pt x="7425" y="6080"/>
                      <a:pt x="7425" y="6026"/>
                      <a:pt x="7425" y="5969"/>
                    </a:cubicBezTo>
                    <a:cubicBezTo>
                      <a:pt x="7453" y="5969"/>
                      <a:pt x="7480" y="5969"/>
                      <a:pt x="7508" y="5969"/>
                    </a:cubicBezTo>
                    <a:cubicBezTo>
                      <a:pt x="7508" y="5942"/>
                      <a:pt x="7508" y="5915"/>
                      <a:pt x="7508" y="5886"/>
                    </a:cubicBezTo>
                    <a:cubicBezTo>
                      <a:pt x="7536" y="5886"/>
                      <a:pt x="7563" y="5886"/>
                      <a:pt x="7591" y="5886"/>
                    </a:cubicBezTo>
                    <a:cubicBezTo>
                      <a:pt x="7591" y="5859"/>
                      <a:pt x="7591" y="5832"/>
                      <a:pt x="7591" y="5804"/>
                    </a:cubicBezTo>
                    <a:cubicBezTo>
                      <a:pt x="7619" y="5804"/>
                      <a:pt x="7646" y="5804"/>
                      <a:pt x="7674" y="5804"/>
                    </a:cubicBezTo>
                    <a:cubicBezTo>
                      <a:pt x="7674" y="5776"/>
                      <a:pt x="7674" y="5749"/>
                      <a:pt x="7674" y="5721"/>
                    </a:cubicBezTo>
                    <a:cubicBezTo>
                      <a:pt x="7702" y="5721"/>
                      <a:pt x="7729" y="5721"/>
                      <a:pt x="7757" y="5721"/>
                    </a:cubicBezTo>
                    <a:cubicBezTo>
                      <a:pt x="7757" y="5584"/>
                      <a:pt x="7757" y="5447"/>
                      <a:pt x="7757" y="5306"/>
                    </a:cubicBezTo>
                    <a:cubicBezTo>
                      <a:pt x="7730" y="5306"/>
                      <a:pt x="7702" y="5306"/>
                      <a:pt x="7674" y="5306"/>
                    </a:cubicBezTo>
                    <a:cubicBezTo>
                      <a:pt x="7674" y="5279"/>
                      <a:pt x="7674" y="5251"/>
                      <a:pt x="7674" y="5223"/>
                    </a:cubicBezTo>
                    <a:cubicBezTo>
                      <a:pt x="7647" y="5223"/>
                      <a:pt x="7619" y="5223"/>
                      <a:pt x="7591" y="5223"/>
                    </a:cubicBezTo>
                    <a:cubicBezTo>
                      <a:pt x="7591" y="5196"/>
                      <a:pt x="7591" y="5168"/>
                      <a:pt x="7591" y="5140"/>
                    </a:cubicBezTo>
                    <a:cubicBezTo>
                      <a:pt x="7509" y="5140"/>
                      <a:pt x="7427" y="5140"/>
                      <a:pt x="7343" y="5140"/>
                    </a:cubicBezTo>
                    <a:cubicBezTo>
                      <a:pt x="7343" y="5113"/>
                      <a:pt x="7343" y="5086"/>
                      <a:pt x="7343" y="5057"/>
                    </a:cubicBezTo>
                    <a:cubicBezTo>
                      <a:pt x="7288" y="5057"/>
                      <a:pt x="7233" y="5057"/>
                      <a:pt x="7177" y="5057"/>
                    </a:cubicBezTo>
                    <a:cubicBezTo>
                      <a:pt x="7177" y="5030"/>
                      <a:pt x="7177" y="5003"/>
                      <a:pt x="7177" y="4974"/>
                    </a:cubicBezTo>
                    <a:cubicBezTo>
                      <a:pt x="7149" y="4974"/>
                      <a:pt x="7122" y="4974"/>
                      <a:pt x="7094" y="4974"/>
                    </a:cubicBezTo>
                    <a:cubicBezTo>
                      <a:pt x="7094" y="5002"/>
                      <a:pt x="7094" y="5029"/>
                      <a:pt x="7094" y="5057"/>
                    </a:cubicBezTo>
                    <a:cubicBezTo>
                      <a:pt x="7012" y="5057"/>
                      <a:pt x="6930" y="5057"/>
                      <a:pt x="6845" y="5057"/>
                    </a:cubicBezTo>
                    <a:cubicBezTo>
                      <a:pt x="6845" y="5112"/>
                      <a:pt x="6845" y="5167"/>
                      <a:pt x="6845" y="5223"/>
                    </a:cubicBezTo>
                    <a:cubicBezTo>
                      <a:pt x="6489" y="5223"/>
                      <a:pt x="6134" y="5223"/>
                      <a:pt x="5767" y="5223"/>
                    </a:cubicBezTo>
                    <a:cubicBezTo>
                      <a:pt x="5767" y="5196"/>
                      <a:pt x="5767" y="5168"/>
                      <a:pt x="5767" y="5140"/>
                    </a:cubicBezTo>
                    <a:cubicBezTo>
                      <a:pt x="5740" y="5140"/>
                      <a:pt x="5713" y="5140"/>
                      <a:pt x="5684" y="5140"/>
                    </a:cubicBezTo>
                    <a:cubicBezTo>
                      <a:pt x="5684" y="5113"/>
                      <a:pt x="5684" y="5086"/>
                      <a:pt x="5684" y="5057"/>
                    </a:cubicBezTo>
                    <a:cubicBezTo>
                      <a:pt x="5602" y="5057"/>
                      <a:pt x="5520" y="5057"/>
                      <a:pt x="5436" y="5057"/>
                    </a:cubicBezTo>
                    <a:cubicBezTo>
                      <a:pt x="5436" y="5085"/>
                      <a:pt x="5436" y="5112"/>
                      <a:pt x="5436" y="5140"/>
                    </a:cubicBezTo>
                    <a:cubicBezTo>
                      <a:pt x="5408" y="5140"/>
                      <a:pt x="5381" y="5140"/>
                      <a:pt x="5353" y="5140"/>
                    </a:cubicBezTo>
                    <a:cubicBezTo>
                      <a:pt x="5353" y="5168"/>
                      <a:pt x="5353" y="5195"/>
                      <a:pt x="5353" y="5223"/>
                    </a:cubicBezTo>
                    <a:cubicBezTo>
                      <a:pt x="5107" y="5223"/>
                      <a:pt x="4860" y="5223"/>
                      <a:pt x="4607" y="5223"/>
                    </a:cubicBezTo>
                    <a:cubicBezTo>
                      <a:pt x="4607" y="5196"/>
                      <a:pt x="4607" y="5168"/>
                      <a:pt x="4607" y="5140"/>
                    </a:cubicBezTo>
                    <a:cubicBezTo>
                      <a:pt x="4579" y="5140"/>
                      <a:pt x="4552" y="5140"/>
                      <a:pt x="4524" y="5140"/>
                    </a:cubicBezTo>
                    <a:cubicBezTo>
                      <a:pt x="4524" y="4566"/>
                      <a:pt x="4524" y="3991"/>
                      <a:pt x="4524" y="3399"/>
                    </a:cubicBezTo>
                    <a:cubicBezTo>
                      <a:pt x="4496" y="3399"/>
                      <a:pt x="4469" y="3399"/>
                      <a:pt x="4441" y="3399"/>
                    </a:cubicBezTo>
                    <a:cubicBezTo>
                      <a:pt x="4441" y="3235"/>
                      <a:pt x="4441" y="3071"/>
                      <a:pt x="4441" y="2902"/>
                    </a:cubicBezTo>
                    <a:cubicBezTo>
                      <a:pt x="4468" y="2902"/>
                      <a:pt x="4495" y="2902"/>
                      <a:pt x="4524" y="2902"/>
                    </a:cubicBezTo>
                    <a:cubicBezTo>
                      <a:pt x="4524" y="2847"/>
                      <a:pt x="4524" y="2792"/>
                      <a:pt x="4524" y="2736"/>
                    </a:cubicBezTo>
                    <a:cubicBezTo>
                      <a:pt x="4551" y="2736"/>
                      <a:pt x="4578" y="2736"/>
                      <a:pt x="4607" y="2736"/>
                    </a:cubicBezTo>
                    <a:cubicBezTo>
                      <a:pt x="4607" y="2709"/>
                      <a:pt x="4607" y="2681"/>
                      <a:pt x="4607" y="2653"/>
                    </a:cubicBezTo>
                    <a:cubicBezTo>
                      <a:pt x="4634" y="2653"/>
                      <a:pt x="4661" y="2653"/>
                      <a:pt x="4689" y="2653"/>
                    </a:cubicBezTo>
                    <a:cubicBezTo>
                      <a:pt x="4689" y="2680"/>
                      <a:pt x="4689" y="2708"/>
                      <a:pt x="4689" y="2736"/>
                    </a:cubicBezTo>
                    <a:cubicBezTo>
                      <a:pt x="4772" y="2736"/>
                      <a:pt x="4854" y="2736"/>
                      <a:pt x="4938" y="2736"/>
                    </a:cubicBezTo>
                    <a:cubicBezTo>
                      <a:pt x="4938" y="3420"/>
                      <a:pt x="4938" y="4104"/>
                      <a:pt x="4938" y="4809"/>
                    </a:cubicBezTo>
                    <a:cubicBezTo>
                      <a:pt x="5951" y="4809"/>
                      <a:pt x="6963" y="4809"/>
                      <a:pt x="8006" y="4809"/>
                    </a:cubicBezTo>
                    <a:cubicBezTo>
                      <a:pt x="8006" y="4562"/>
                      <a:pt x="8006" y="4316"/>
                      <a:pt x="8006" y="4062"/>
                    </a:cubicBezTo>
                    <a:cubicBezTo>
                      <a:pt x="7978" y="4062"/>
                      <a:pt x="7951" y="4062"/>
                      <a:pt x="7923" y="4062"/>
                    </a:cubicBezTo>
                    <a:cubicBezTo>
                      <a:pt x="7923" y="3953"/>
                      <a:pt x="7923" y="3844"/>
                      <a:pt x="7923" y="3731"/>
                    </a:cubicBezTo>
                    <a:cubicBezTo>
                      <a:pt x="7896" y="3731"/>
                      <a:pt x="7868" y="3731"/>
                      <a:pt x="7840" y="3731"/>
                    </a:cubicBezTo>
                    <a:cubicBezTo>
                      <a:pt x="7840" y="3676"/>
                      <a:pt x="7840" y="3621"/>
                      <a:pt x="7840" y="3565"/>
                    </a:cubicBezTo>
                    <a:cubicBezTo>
                      <a:pt x="7813" y="3565"/>
                      <a:pt x="7785" y="3565"/>
                      <a:pt x="7757" y="3565"/>
                    </a:cubicBezTo>
                    <a:cubicBezTo>
                      <a:pt x="7757" y="3483"/>
                      <a:pt x="7757" y="3401"/>
                      <a:pt x="7757" y="3316"/>
                    </a:cubicBezTo>
                    <a:cubicBezTo>
                      <a:pt x="7730" y="3316"/>
                      <a:pt x="7702" y="3316"/>
                      <a:pt x="7674" y="3316"/>
                    </a:cubicBezTo>
                    <a:cubicBezTo>
                      <a:pt x="7674" y="3289"/>
                      <a:pt x="7674" y="3262"/>
                      <a:pt x="7674" y="3233"/>
                    </a:cubicBezTo>
                    <a:cubicBezTo>
                      <a:pt x="7647" y="3233"/>
                      <a:pt x="7619" y="3233"/>
                      <a:pt x="7591" y="3233"/>
                    </a:cubicBezTo>
                    <a:cubicBezTo>
                      <a:pt x="7591" y="3179"/>
                      <a:pt x="7591" y="3124"/>
                      <a:pt x="7591" y="3068"/>
                    </a:cubicBezTo>
                    <a:cubicBezTo>
                      <a:pt x="7564" y="3068"/>
                      <a:pt x="7537" y="3068"/>
                      <a:pt x="7508" y="3068"/>
                    </a:cubicBezTo>
                    <a:cubicBezTo>
                      <a:pt x="7508" y="3013"/>
                      <a:pt x="7508" y="2958"/>
                      <a:pt x="7508" y="2902"/>
                    </a:cubicBezTo>
                    <a:cubicBezTo>
                      <a:pt x="7481" y="2902"/>
                      <a:pt x="7454" y="2902"/>
                      <a:pt x="7425" y="2902"/>
                    </a:cubicBezTo>
                    <a:cubicBezTo>
                      <a:pt x="7427" y="2889"/>
                      <a:pt x="7428" y="2877"/>
                      <a:pt x="7430" y="2864"/>
                    </a:cubicBezTo>
                    <a:cubicBezTo>
                      <a:pt x="7425" y="2819"/>
                      <a:pt x="7425" y="2819"/>
                      <a:pt x="7398" y="2786"/>
                    </a:cubicBezTo>
                    <a:cubicBezTo>
                      <a:pt x="7385" y="2776"/>
                      <a:pt x="7372" y="2765"/>
                      <a:pt x="7359" y="2755"/>
                    </a:cubicBezTo>
                    <a:cubicBezTo>
                      <a:pt x="7352" y="2749"/>
                      <a:pt x="7352" y="2749"/>
                      <a:pt x="7316" y="2719"/>
                    </a:cubicBezTo>
                    <a:cubicBezTo>
                      <a:pt x="7301" y="2707"/>
                      <a:pt x="7286" y="2694"/>
                      <a:pt x="7270" y="2682"/>
                    </a:cubicBezTo>
                    <a:cubicBezTo>
                      <a:pt x="7168" y="2597"/>
                      <a:pt x="7076" y="2516"/>
                      <a:pt x="7001" y="2407"/>
                    </a:cubicBezTo>
                    <a:cubicBezTo>
                      <a:pt x="6940" y="2325"/>
                      <a:pt x="6940" y="2325"/>
                      <a:pt x="6881" y="2309"/>
                    </a:cubicBezTo>
                    <a:cubicBezTo>
                      <a:pt x="6839" y="2308"/>
                      <a:pt x="6803" y="2312"/>
                      <a:pt x="6762" y="2321"/>
                    </a:cubicBezTo>
                    <a:cubicBezTo>
                      <a:pt x="6762" y="2294"/>
                      <a:pt x="6762" y="2267"/>
                      <a:pt x="6762" y="2239"/>
                    </a:cubicBezTo>
                    <a:cubicBezTo>
                      <a:pt x="6735" y="2239"/>
                      <a:pt x="6707" y="2239"/>
                      <a:pt x="6679" y="2239"/>
                    </a:cubicBezTo>
                    <a:cubicBezTo>
                      <a:pt x="6679" y="2211"/>
                      <a:pt x="6679" y="2184"/>
                      <a:pt x="6679" y="2156"/>
                    </a:cubicBezTo>
                    <a:cubicBezTo>
                      <a:pt x="6625" y="2156"/>
                      <a:pt x="6570" y="2156"/>
                      <a:pt x="6513" y="2156"/>
                    </a:cubicBezTo>
                    <a:cubicBezTo>
                      <a:pt x="6513" y="2128"/>
                      <a:pt x="6513" y="2101"/>
                      <a:pt x="6513" y="2073"/>
                    </a:cubicBezTo>
                    <a:cubicBezTo>
                      <a:pt x="6459" y="2073"/>
                      <a:pt x="6404" y="2073"/>
                      <a:pt x="6348" y="2073"/>
                    </a:cubicBezTo>
                    <a:cubicBezTo>
                      <a:pt x="6348" y="2045"/>
                      <a:pt x="6348" y="2018"/>
                      <a:pt x="6348" y="1990"/>
                    </a:cubicBezTo>
                    <a:cubicBezTo>
                      <a:pt x="6293" y="1990"/>
                      <a:pt x="6238" y="1990"/>
                      <a:pt x="6182" y="1990"/>
                    </a:cubicBezTo>
                    <a:cubicBezTo>
                      <a:pt x="6182" y="1962"/>
                      <a:pt x="6182" y="1935"/>
                      <a:pt x="6182" y="1907"/>
                    </a:cubicBezTo>
                    <a:cubicBezTo>
                      <a:pt x="6012" y="1819"/>
                      <a:pt x="5871" y="1814"/>
                      <a:pt x="5684" y="1824"/>
                    </a:cubicBezTo>
                    <a:cubicBezTo>
                      <a:pt x="5684" y="1797"/>
                      <a:pt x="5684" y="1769"/>
                      <a:pt x="5684" y="1741"/>
                    </a:cubicBezTo>
                    <a:cubicBezTo>
                      <a:pt x="5598" y="1739"/>
                      <a:pt x="5512" y="1738"/>
                      <a:pt x="5426" y="1737"/>
                    </a:cubicBezTo>
                    <a:cubicBezTo>
                      <a:pt x="5396" y="1736"/>
                      <a:pt x="5367" y="1736"/>
                      <a:pt x="5338" y="1735"/>
                    </a:cubicBezTo>
                    <a:cubicBezTo>
                      <a:pt x="5295" y="1734"/>
                      <a:pt x="5253" y="1733"/>
                      <a:pt x="5211" y="1733"/>
                    </a:cubicBezTo>
                    <a:cubicBezTo>
                      <a:pt x="5198" y="1733"/>
                      <a:pt x="5185" y="1732"/>
                      <a:pt x="5171" y="1732"/>
                    </a:cubicBezTo>
                    <a:cubicBezTo>
                      <a:pt x="5076" y="1732"/>
                      <a:pt x="5007" y="1756"/>
                      <a:pt x="4938" y="1824"/>
                    </a:cubicBezTo>
                    <a:close/>
                    <a:moveTo>
                      <a:pt x="8586" y="5472"/>
                    </a:moveTo>
                    <a:cubicBezTo>
                      <a:pt x="8586" y="5499"/>
                      <a:pt x="8586" y="5527"/>
                      <a:pt x="8586" y="5555"/>
                    </a:cubicBezTo>
                    <a:cubicBezTo>
                      <a:pt x="8559" y="5555"/>
                      <a:pt x="8531" y="5555"/>
                      <a:pt x="8503" y="5555"/>
                    </a:cubicBezTo>
                    <a:cubicBezTo>
                      <a:pt x="8503" y="5582"/>
                      <a:pt x="8503" y="5610"/>
                      <a:pt x="8503" y="5638"/>
                    </a:cubicBezTo>
                    <a:cubicBezTo>
                      <a:pt x="8476" y="5638"/>
                      <a:pt x="8449" y="5638"/>
                      <a:pt x="8420" y="5638"/>
                    </a:cubicBezTo>
                    <a:cubicBezTo>
                      <a:pt x="8420" y="5665"/>
                      <a:pt x="8420" y="5692"/>
                      <a:pt x="8420" y="5721"/>
                    </a:cubicBezTo>
                    <a:cubicBezTo>
                      <a:pt x="8393" y="5721"/>
                      <a:pt x="8366" y="5721"/>
                      <a:pt x="8337" y="5721"/>
                    </a:cubicBezTo>
                    <a:cubicBezTo>
                      <a:pt x="8337" y="5748"/>
                      <a:pt x="8337" y="5775"/>
                      <a:pt x="8337" y="5804"/>
                    </a:cubicBezTo>
                    <a:cubicBezTo>
                      <a:pt x="8283" y="5804"/>
                      <a:pt x="8228" y="5804"/>
                      <a:pt x="8172" y="5804"/>
                    </a:cubicBezTo>
                    <a:cubicBezTo>
                      <a:pt x="8172" y="5858"/>
                      <a:pt x="8172" y="5913"/>
                      <a:pt x="8172" y="5969"/>
                    </a:cubicBezTo>
                    <a:cubicBezTo>
                      <a:pt x="8199" y="5969"/>
                      <a:pt x="8226" y="5969"/>
                      <a:pt x="8255" y="5969"/>
                    </a:cubicBezTo>
                    <a:cubicBezTo>
                      <a:pt x="8255" y="5997"/>
                      <a:pt x="8255" y="6024"/>
                      <a:pt x="8255" y="6052"/>
                    </a:cubicBezTo>
                    <a:cubicBezTo>
                      <a:pt x="8282" y="6052"/>
                      <a:pt x="8309" y="6052"/>
                      <a:pt x="8337" y="6052"/>
                    </a:cubicBezTo>
                    <a:cubicBezTo>
                      <a:pt x="8337" y="6107"/>
                      <a:pt x="8337" y="6162"/>
                      <a:pt x="8337" y="6218"/>
                    </a:cubicBezTo>
                    <a:cubicBezTo>
                      <a:pt x="8365" y="6218"/>
                      <a:pt x="8392" y="6218"/>
                      <a:pt x="8420" y="6218"/>
                    </a:cubicBezTo>
                    <a:cubicBezTo>
                      <a:pt x="8420" y="6245"/>
                      <a:pt x="8420" y="6273"/>
                      <a:pt x="8420" y="6301"/>
                    </a:cubicBezTo>
                    <a:cubicBezTo>
                      <a:pt x="8448" y="6301"/>
                      <a:pt x="8475" y="6301"/>
                      <a:pt x="8503" y="6301"/>
                    </a:cubicBezTo>
                    <a:cubicBezTo>
                      <a:pt x="8503" y="6328"/>
                      <a:pt x="8503" y="6356"/>
                      <a:pt x="8503" y="6384"/>
                    </a:cubicBezTo>
                    <a:cubicBezTo>
                      <a:pt x="8804" y="6384"/>
                      <a:pt x="9105" y="6384"/>
                      <a:pt x="9415" y="6384"/>
                    </a:cubicBezTo>
                    <a:cubicBezTo>
                      <a:pt x="9415" y="6357"/>
                      <a:pt x="9415" y="6329"/>
                      <a:pt x="9415" y="6301"/>
                    </a:cubicBezTo>
                    <a:cubicBezTo>
                      <a:pt x="9443" y="6301"/>
                      <a:pt x="9470" y="6301"/>
                      <a:pt x="9498" y="6301"/>
                    </a:cubicBezTo>
                    <a:cubicBezTo>
                      <a:pt x="9498" y="6274"/>
                      <a:pt x="9498" y="6246"/>
                      <a:pt x="9498" y="6218"/>
                    </a:cubicBezTo>
                    <a:cubicBezTo>
                      <a:pt x="10374" y="6218"/>
                      <a:pt x="11249" y="6218"/>
                      <a:pt x="12151" y="6218"/>
                    </a:cubicBezTo>
                    <a:cubicBezTo>
                      <a:pt x="12151" y="6191"/>
                      <a:pt x="12151" y="6163"/>
                      <a:pt x="12151" y="6135"/>
                    </a:cubicBezTo>
                    <a:cubicBezTo>
                      <a:pt x="12179" y="6135"/>
                      <a:pt x="12206" y="6135"/>
                      <a:pt x="12234" y="6135"/>
                    </a:cubicBezTo>
                    <a:cubicBezTo>
                      <a:pt x="12234" y="6080"/>
                      <a:pt x="12234" y="6026"/>
                      <a:pt x="12234" y="5969"/>
                    </a:cubicBezTo>
                    <a:cubicBezTo>
                      <a:pt x="12261" y="5969"/>
                      <a:pt x="12289" y="5969"/>
                      <a:pt x="12317" y="5969"/>
                    </a:cubicBezTo>
                    <a:cubicBezTo>
                      <a:pt x="12317" y="5887"/>
                      <a:pt x="12317" y="5805"/>
                      <a:pt x="12317" y="5721"/>
                    </a:cubicBezTo>
                    <a:cubicBezTo>
                      <a:pt x="12290" y="5721"/>
                      <a:pt x="12262" y="5721"/>
                      <a:pt x="12234" y="5721"/>
                    </a:cubicBezTo>
                    <a:cubicBezTo>
                      <a:pt x="12234" y="5666"/>
                      <a:pt x="12234" y="5611"/>
                      <a:pt x="12234" y="5555"/>
                    </a:cubicBezTo>
                    <a:cubicBezTo>
                      <a:pt x="12207" y="5555"/>
                      <a:pt x="12179" y="5555"/>
                      <a:pt x="12151" y="5555"/>
                    </a:cubicBezTo>
                    <a:cubicBezTo>
                      <a:pt x="12151" y="5527"/>
                      <a:pt x="12151" y="5500"/>
                      <a:pt x="12151" y="5472"/>
                    </a:cubicBezTo>
                    <a:cubicBezTo>
                      <a:pt x="10975" y="5472"/>
                      <a:pt x="9798" y="5472"/>
                      <a:pt x="8586" y="5472"/>
                    </a:cubicBezTo>
                    <a:close/>
                    <a:moveTo>
                      <a:pt x="8503" y="7130"/>
                    </a:moveTo>
                    <a:cubicBezTo>
                      <a:pt x="8503" y="7157"/>
                      <a:pt x="8503" y="7185"/>
                      <a:pt x="8503" y="7213"/>
                    </a:cubicBezTo>
                    <a:cubicBezTo>
                      <a:pt x="8476" y="7213"/>
                      <a:pt x="8449" y="7213"/>
                      <a:pt x="8420" y="7213"/>
                    </a:cubicBezTo>
                    <a:cubicBezTo>
                      <a:pt x="8420" y="7268"/>
                      <a:pt x="8420" y="7322"/>
                      <a:pt x="8420" y="7379"/>
                    </a:cubicBezTo>
                    <a:cubicBezTo>
                      <a:pt x="8393" y="7379"/>
                      <a:pt x="8366" y="7379"/>
                      <a:pt x="8337" y="7379"/>
                    </a:cubicBezTo>
                    <a:cubicBezTo>
                      <a:pt x="8337" y="7461"/>
                      <a:pt x="8337" y="7543"/>
                      <a:pt x="8337" y="7628"/>
                    </a:cubicBezTo>
                    <a:cubicBezTo>
                      <a:pt x="8365" y="7628"/>
                      <a:pt x="8392" y="7628"/>
                      <a:pt x="8420" y="7628"/>
                    </a:cubicBezTo>
                    <a:cubicBezTo>
                      <a:pt x="8420" y="7655"/>
                      <a:pt x="8420" y="7682"/>
                      <a:pt x="8420" y="7710"/>
                    </a:cubicBezTo>
                    <a:cubicBezTo>
                      <a:pt x="8448" y="7710"/>
                      <a:pt x="8475" y="7710"/>
                      <a:pt x="8503" y="7710"/>
                    </a:cubicBezTo>
                    <a:cubicBezTo>
                      <a:pt x="8503" y="7738"/>
                      <a:pt x="8503" y="7765"/>
                      <a:pt x="8503" y="7793"/>
                    </a:cubicBezTo>
                    <a:cubicBezTo>
                      <a:pt x="8531" y="7793"/>
                      <a:pt x="8558" y="7793"/>
                      <a:pt x="8586" y="7793"/>
                    </a:cubicBezTo>
                    <a:cubicBezTo>
                      <a:pt x="8586" y="7821"/>
                      <a:pt x="8586" y="7848"/>
                      <a:pt x="8586" y="7876"/>
                    </a:cubicBezTo>
                    <a:cubicBezTo>
                      <a:pt x="9763" y="7876"/>
                      <a:pt x="10939" y="7876"/>
                      <a:pt x="12151" y="7876"/>
                    </a:cubicBezTo>
                    <a:cubicBezTo>
                      <a:pt x="12151" y="7849"/>
                      <a:pt x="12151" y="7822"/>
                      <a:pt x="12151" y="7793"/>
                    </a:cubicBezTo>
                    <a:cubicBezTo>
                      <a:pt x="12179" y="7793"/>
                      <a:pt x="12206" y="7793"/>
                      <a:pt x="12234" y="7793"/>
                    </a:cubicBezTo>
                    <a:cubicBezTo>
                      <a:pt x="12234" y="7739"/>
                      <a:pt x="12234" y="7684"/>
                      <a:pt x="12234" y="7628"/>
                    </a:cubicBezTo>
                    <a:cubicBezTo>
                      <a:pt x="12261" y="7628"/>
                      <a:pt x="12289" y="7628"/>
                      <a:pt x="12317" y="7628"/>
                    </a:cubicBezTo>
                    <a:cubicBezTo>
                      <a:pt x="12317" y="7545"/>
                      <a:pt x="12317" y="7463"/>
                      <a:pt x="12317" y="7379"/>
                    </a:cubicBezTo>
                    <a:cubicBezTo>
                      <a:pt x="12290" y="7379"/>
                      <a:pt x="12262" y="7379"/>
                      <a:pt x="12234" y="7379"/>
                    </a:cubicBezTo>
                    <a:cubicBezTo>
                      <a:pt x="12234" y="7324"/>
                      <a:pt x="12234" y="7269"/>
                      <a:pt x="12234" y="7213"/>
                    </a:cubicBezTo>
                    <a:cubicBezTo>
                      <a:pt x="12207" y="7213"/>
                      <a:pt x="12179" y="7213"/>
                      <a:pt x="12151" y="7213"/>
                    </a:cubicBezTo>
                    <a:cubicBezTo>
                      <a:pt x="12151" y="7186"/>
                      <a:pt x="12151" y="7158"/>
                      <a:pt x="12151" y="7130"/>
                    </a:cubicBezTo>
                    <a:cubicBezTo>
                      <a:pt x="10947" y="7130"/>
                      <a:pt x="9744" y="7130"/>
                      <a:pt x="8503" y="7130"/>
                    </a:cubicBezTo>
                    <a:close/>
                    <a:moveTo>
                      <a:pt x="1705" y="9369"/>
                    </a:moveTo>
                    <a:cubicBezTo>
                      <a:pt x="1705" y="9396"/>
                      <a:pt x="1705" y="9423"/>
                      <a:pt x="1705" y="9452"/>
                    </a:cubicBezTo>
                    <a:cubicBezTo>
                      <a:pt x="1650" y="9452"/>
                      <a:pt x="1595" y="9452"/>
                      <a:pt x="1539" y="9452"/>
                    </a:cubicBezTo>
                    <a:cubicBezTo>
                      <a:pt x="1539" y="9479"/>
                      <a:pt x="1539" y="9506"/>
                      <a:pt x="1539" y="9534"/>
                    </a:cubicBezTo>
                    <a:cubicBezTo>
                      <a:pt x="1512" y="9534"/>
                      <a:pt x="1484" y="9534"/>
                      <a:pt x="1456" y="9534"/>
                    </a:cubicBezTo>
                    <a:cubicBezTo>
                      <a:pt x="1456" y="9562"/>
                      <a:pt x="1456" y="9589"/>
                      <a:pt x="1456" y="9617"/>
                    </a:cubicBezTo>
                    <a:cubicBezTo>
                      <a:pt x="1429" y="9617"/>
                      <a:pt x="1401" y="9617"/>
                      <a:pt x="1373" y="9617"/>
                    </a:cubicBezTo>
                    <a:cubicBezTo>
                      <a:pt x="1373" y="9672"/>
                      <a:pt x="1373" y="9727"/>
                      <a:pt x="1373" y="9783"/>
                    </a:cubicBezTo>
                    <a:cubicBezTo>
                      <a:pt x="1401" y="9783"/>
                      <a:pt x="1428" y="9783"/>
                      <a:pt x="1456" y="9783"/>
                    </a:cubicBezTo>
                    <a:cubicBezTo>
                      <a:pt x="1456" y="9811"/>
                      <a:pt x="1456" y="9838"/>
                      <a:pt x="1456" y="9866"/>
                    </a:cubicBezTo>
                    <a:cubicBezTo>
                      <a:pt x="1483" y="9866"/>
                      <a:pt x="1511" y="9866"/>
                      <a:pt x="1539" y="9866"/>
                    </a:cubicBezTo>
                    <a:cubicBezTo>
                      <a:pt x="1539" y="9893"/>
                      <a:pt x="1539" y="9921"/>
                      <a:pt x="1539" y="9949"/>
                    </a:cubicBezTo>
                    <a:cubicBezTo>
                      <a:pt x="1566" y="9949"/>
                      <a:pt x="1594" y="9949"/>
                      <a:pt x="1622" y="9949"/>
                    </a:cubicBezTo>
                    <a:cubicBezTo>
                      <a:pt x="1622" y="9976"/>
                      <a:pt x="1622" y="10004"/>
                      <a:pt x="1622" y="10032"/>
                    </a:cubicBezTo>
                    <a:cubicBezTo>
                      <a:pt x="1649" y="10032"/>
                      <a:pt x="1677" y="10032"/>
                      <a:pt x="1705" y="10032"/>
                    </a:cubicBezTo>
                    <a:cubicBezTo>
                      <a:pt x="1705" y="10059"/>
                      <a:pt x="1705" y="10087"/>
                      <a:pt x="1705" y="10115"/>
                    </a:cubicBezTo>
                    <a:cubicBezTo>
                      <a:pt x="1732" y="10115"/>
                      <a:pt x="1760" y="10115"/>
                      <a:pt x="1788" y="10115"/>
                    </a:cubicBezTo>
                    <a:cubicBezTo>
                      <a:pt x="1788" y="10142"/>
                      <a:pt x="1788" y="10170"/>
                      <a:pt x="1788" y="10198"/>
                    </a:cubicBezTo>
                    <a:cubicBezTo>
                      <a:pt x="1925" y="10198"/>
                      <a:pt x="2061" y="10198"/>
                      <a:pt x="2202" y="10198"/>
                    </a:cubicBezTo>
                    <a:cubicBezTo>
                      <a:pt x="2202" y="10170"/>
                      <a:pt x="2202" y="10143"/>
                      <a:pt x="2202" y="10115"/>
                    </a:cubicBezTo>
                    <a:cubicBezTo>
                      <a:pt x="2394" y="10115"/>
                      <a:pt x="2585" y="10115"/>
                      <a:pt x="2783" y="10115"/>
                    </a:cubicBezTo>
                    <a:cubicBezTo>
                      <a:pt x="2783" y="10142"/>
                      <a:pt x="2783" y="10170"/>
                      <a:pt x="2783" y="10198"/>
                    </a:cubicBezTo>
                    <a:cubicBezTo>
                      <a:pt x="3986" y="10198"/>
                      <a:pt x="5190" y="10198"/>
                      <a:pt x="6431" y="10198"/>
                    </a:cubicBezTo>
                    <a:cubicBezTo>
                      <a:pt x="6431" y="10225"/>
                      <a:pt x="6431" y="10252"/>
                      <a:pt x="6431" y="10281"/>
                    </a:cubicBezTo>
                    <a:cubicBezTo>
                      <a:pt x="6513" y="10281"/>
                      <a:pt x="6595" y="10281"/>
                      <a:pt x="6679" y="10281"/>
                    </a:cubicBezTo>
                    <a:cubicBezTo>
                      <a:pt x="6679" y="10253"/>
                      <a:pt x="6679" y="10226"/>
                      <a:pt x="6679" y="10198"/>
                    </a:cubicBezTo>
                    <a:cubicBezTo>
                      <a:pt x="6761" y="10198"/>
                      <a:pt x="6843" y="10198"/>
                      <a:pt x="6928" y="10198"/>
                    </a:cubicBezTo>
                    <a:cubicBezTo>
                      <a:pt x="6928" y="10170"/>
                      <a:pt x="6928" y="10143"/>
                      <a:pt x="6928" y="10115"/>
                    </a:cubicBezTo>
                    <a:cubicBezTo>
                      <a:pt x="7092" y="10115"/>
                      <a:pt x="7256" y="10115"/>
                      <a:pt x="7425" y="10115"/>
                    </a:cubicBezTo>
                    <a:cubicBezTo>
                      <a:pt x="7425" y="10087"/>
                      <a:pt x="7425" y="10060"/>
                      <a:pt x="7425" y="10032"/>
                    </a:cubicBezTo>
                    <a:cubicBezTo>
                      <a:pt x="7453" y="10032"/>
                      <a:pt x="7480" y="10032"/>
                      <a:pt x="7508" y="10032"/>
                    </a:cubicBezTo>
                    <a:cubicBezTo>
                      <a:pt x="7508" y="10005"/>
                      <a:pt x="7508" y="9977"/>
                      <a:pt x="7508" y="9949"/>
                    </a:cubicBezTo>
                    <a:cubicBezTo>
                      <a:pt x="7536" y="9949"/>
                      <a:pt x="7563" y="9949"/>
                      <a:pt x="7591" y="9949"/>
                    </a:cubicBezTo>
                    <a:cubicBezTo>
                      <a:pt x="7591" y="9894"/>
                      <a:pt x="7591" y="9840"/>
                      <a:pt x="7591" y="9783"/>
                    </a:cubicBezTo>
                    <a:cubicBezTo>
                      <a:pt x="7619" y="9783"/>
                      <a:pt x="7646" y="9783"/>
                      <a:pt x="7674" y="9783"/>
                    </a:cubicBezTo>
                    <a:cubicBezTo>
                      <a:pt x="7674" y="9674"/>
                      <a:pt x="7674" y="9564"/>
                      <a:pt x="7674" y="9452"/>
                    </a:cubicBezTo>
                    <a:cubicBezTo>
                      <a:pt x="7647" y="9452"/>
                      <a:pt x="7619" y="9452"/>
                      <a:pt x="7591" y="9452"/>
                    </a:cubicBezTo>
                    <a:cubicBezTo>
                      <a:pt x="7591" y="9424"/>
                      <a:pt x="7591" y="9397"/>
                      <a:pt x="7591" y="9369"/>
                    </a:cubicBezTo>
                    <a:cubicBezTo>
                      <a:pt x="5649" y="9369"/>
                      <a:pt x="3706" y="9369"/>
                      <a:pt x="1705" y="9369"/>
                    </a:cubicBezTo>
                    <a:close/>
                    <a:moveTo>
                      <a:pt x="10592" y="9751"/>
                    </a:moveTo>
                    <a:cubicBezTo>
                      <a:pt x="10530" y="9873"/>
                      <a:pt x="10552" y="10030"/>
                      <a:pt x="10556" y="10162"/>
                    </a:cubicBezTo>
                    <a:cubicBezTo>
                      <a:pt x="10556" y="10199"/>
                      <a:pt x="10556" y="10236"/>
                      <a:pt x="10557" y="10273"/>
                    </a:cubicBezTo>
                    <a:cubicBezTo>
                      <a:pt x="10557" y="10370"/>
                      <a:pt x="10559" y="10466"/>
                      <a:pt x="10562" y="10563"/>
                    </a:cubicBezTo>
                    <a:cubicBezTo>
                      <a:pt x="10564" y="10662"/>
                      <a:pt x="10565" y="10761"/>
                      <a:pt x="10566" y="10860"/>
                    </a:cubicBezTo>
                    <a:cubicBezTo>
                      <a:pt x="10568" y="11054"/>
                      <a:pt x="10572" y="11248"/>
                      <a:pt x="10576" y="11441"/>
                    </a:cubicBezTo>
                    <a:cubicBezTo>
                      <a:pt x="10603" y="11441"/>
                      <a:pt x="10631" y="11441"/>
                      <a:pt x="10659" y="11441"/>
                    </a:cubicBezTo>
                    <a:cubicBezTo>
                      <a:pt x="10659" y="11551"/>
                      <a:pt x="10659" y="11660"/>
                      <a:pt x="10659" y="11773"/>
                    </a:cubicBezTo>
                    <a:cubicBezTo>
                      <a:pt x="10632" y="11773"/>
                      <a:pt x="10604" y="11773"/>
                      <a:pt x="10576" y="11773"/>
                    </a:cubicBezTo>
                    <a:cubicBezTo>
                      <a:pt x="10576" y="12676"/>
                      <a:pt x="10576" y="13579"/>
                      <a:pt x="10576" y="14509"/>
                    </a:cubicBezTo>
                    <a:cubicBezTo>
                      <a:pt x="10603" y="14509"/>
                      <a:pt x="10631" y="14509"/>
                      <a:pt x="10659" y="14509"/>
                    </a:cubicBezTo>
                    <a:cubicBezTo>
                      <a:pt x="10659" y="14755"/>
                      <a:pt x="10659" y="15001"/>
                      <a:pt x="10659" y="15255"/>
                    </a:cubicBezTo>
                    <a:cubicBezTo>
                      <a:pt x="10686" y="15255"/>
                      <a:pt x="10714" y="15255"/>
                      <a:pt x="10742" y="15255"/>
                    </a:cubicBezTo>
                    <a:cubicBezTo>
                      <a:pt x="10742" y="15282"/>
                      <a:pt x="10742" y="15310"/>
                      <a:pt x="10742" y="15338"/>
                    </a:cubicBezTo>
                    <a:cubicBezTo>
                      <a:pt x="11207" y="15338"/>
                      <a:pt x="11672" y="15338"/>
                      <a:pt x="12151" y="15338"/>
                    </a:cubicBezTo>
                    <a:cubicBezTo>
                      <a:pt x="12151" y="15311"/>
                      <a:pt x="12151" y="15283"/>
                      <a:pt x="12151" y="15255"/>
                    </a:cubicBezTo>
                    <a:cubicBezTo>
                      <a:pt x="12179" y="15255"/>
                      <a:pt x="12206" y="15255"/>
                      <a:pt x="12234" y="15255"/>
                    </a:cubicBezTo>
                    <a:cubicBezTo>
                      <a:pt x="12234" y="15228"/>
                      <a:pt x="12234" y="15200"/>
                      <a:pt x="12234" y="15172"/>
                    </a:cubicBezTo>
                    <a:cubicBezTo>
                      <a:pt x="12261" y="15172"/>
                      <a:pt x="12289" y="15172"/>
                      <a:pt x="12317" y="15172"/>
                    </a:cubicBezTo>
                    <a:cubicBezTo>
                      <a:pt x="12317" y="15145"/>
                      <a:pt x="12317" y="15117"/>
                      <a:pt x="12317" y="15089"/>
                    </a:cubicBezTo>
                    <a:cubicBezTo>
                      <a:pt x="12344" y="15089"/>
                      <a:pt x="12372" y="15089"/>
                      <a:pt x="12400" y="15089"/>
                    </a:cubicBezTo>
                    <a:cubicBezTo>
                      <a:pt x="12400" y="15062"/>
                      <a:pt x="12400" y="15035"/>
                      <a:pt x="12400" y="15006"/>
                    </a:cubicBezTo>
                    <a:cubicBezTo>
                      <a:pt x="12427" y="15006"/>
                      <a:pt x="12455" y="15006"/>
                      <a:pt x="12483" y="15006"/>
                    </a:cubicBezTo>
                    <a:cubicBezTo>
                      <a:pt x="12483" y="14897"/>
                      <a:pt x="12483" y="14788"/>
                      <a:pt x="12483" y="14675"/>
                    </a:cubicBezTo>
                    <a:cubicBezTo>
                      <a:pt x="12456" y="14675"/>
                      <a:pt x="12428" y="14675"/>
                      <a:pt x="12400" y="14675"/>
                    </a:cubicBezTo>
                    <a:cubicBezTo>
                      <a:pt x="12400" y="14538"/>
                      <a:pt x="12400" y="14401"/>
                      <a:pt x="12400" y="14260"/>
                    </a:cubicBezTo>
                    <a:cubicBezTo>
                      <a:pt x="12373" y="14260"/>
                      <a:pt x="12345" y="14260"/>
                      <a:pt x="12317" y="14260"/>
                    </a:cubicBezTo>
                    <a:cubicBezTo>
                      <a:pt x="12317" y="14233"/>
                      <a:pt x="12317" y="14205"/>
                      <a:pt x="12317" y="14177"/>
                    </a:cubicBezTo>
                    <a:cubicBezTo>
                      <a:pt x="12290" y="14177"/>
                      <a:pt x="12262" y="14177"/>
                      <a:pt x="12234" y="14177"/>
                    </a:cubicBezTo>
                    <a:cubicBezTo>
                      <a:pt x="12234" y="12700"/>
                      <a:pt x="12234" y="11222"/>
                      <a:pt x="12234" y="9700"/>
                    </a:cubicBezTo>
                    <a:cubicBezTo>
                      <a:pt x="12179" y="9700"/>
                      <a:pt x="12125" y="9700"/>
                      <a:pt x="12068" y="9700"/>
                    </a:cubicBezTo>
                    <a:cubicBezTo>
                      <a:pt x="12068" y="9673"/>
                      <a:pt x="12068" y="9646"/>
                      <a:pt x="12068" y="9617"/>
                    </a:cubicBezTo>
                    <a:cubicBezTo>
                      <a:pt x="11904" y="9613"/>
                      <a:pt x="11740" y="9611"/>
                      <a:pt x="11576" y="9609"/>
                    </a:cubicBezTo>
                    <a:cubicBezTo>
                      <a:pt x="11500" y="9608"/>
                      <a:pt x="11424" y="9607"/>
                      <a:pt x="11348" y="9605"/>
                    </a:cubicBezTo>
                    <a:cubicBezTo>
                      <a:pt x="11274" y="9603"/>
                      <a:pt x="11201" y="9602"/>
                      <a:pt x="11127" y="9602"/>
                    </a:cubicBezTo>
                    <a:cubicBezTo>
                      <a:pt x="11099" y="9601"/>
                      <a:pt x="11071" y="9601"/>
                      <a:pt x="11043" y="9600"/>
                    </a:cubicBezTo>
                    <a:cubicBezTo>
                      <a:pt x="10873" y="9595"/>
                      <a:pt x="10702" y="9603"/>
                      <a:pt x="10592" y="9751"/>
                    </a:cubicBezTo>
                    <a:close/>
                    <a:moveTo>
                      <a:pt x="3280" y="10944"/>
                    </a:moveTo>
                    <a:cubicBezTo>
                      <a:pt x="3280" y="10971"/>
                      <a:pt x="3280" y="10999"/>
                      <a:pt x="3280" y="11027"/>
                    </a:cubicBezTo>
                    <a:cubicBezTo>
                      <a:pt x="2788" y="11027"/>
                      <a:pt x="2295" y="11027"/>
                      <a:pt x="1788" y="11027"/>
                    </a:cubicBezTo>
                    <a:cubicBezTo>
                      <a:pt x="1788" y="11054"/>
                      <a:pt x="1788" y="11082"/>
                      <a:pt x="1788" y="11110"/>
                    </a:cubicBezTo>
                    <a:cubicBezTo>
                      <a:pt x="1760" y="11110"/>
                      <a:pt x="1733" y="11110"/>
                      <a:pt x="1705" y="11110"/>
                    </a:cubicBezTo>
                    <a:cubicBezTo>
                      <a:pt x="1705" y="11137"/>
                      <a:pt x="1705" y="11164"/>
                      <a:pt x="1705" y="11193"/>
                    </a:cubicBezTo>
                    <a:cubicBezTo>
                      <a:pt x="1677" y="11193"/>
                      <a:pt x="1650" y="11193"/>
                      <a:pt x="1622" y="11193"/>
                    </a:cubicBezTo>
                    <a:cubicBezTo>
                      <a:pt x="1622" y="11220"/>
                      <a:pt x="1622" y="11247"/>
                      <a:pt x="1622" y="11276"/>
                    </a:cubicBezTo>
                    <a:cubicBezTo>
                      <a:pt x="1595" y="11276"/>
                      <a:pt x="1567" y="11276"/>
                      <a:pt x="1539" y="11276"/>
                    </a:cubicBezTo>
                    <a:cubicBezTo>
                      <a:pt x="1539" y="11358"/>
                      <a:pt x="1539" y="11440"/>
                      <a:pt x="1539" y="11524"/>
                    </a:cubicBezTo>
                    <a:cubicBezTo>
                      <a:pt x="1566" y="11524"/>
                      <a:pt x="1594" y="11524"/>
                      <a:pt x="1622" y="11524"/>
                    </a:cubicBezTo>
                    <a:cubicBezTo>
                      <a:pt x="1622" y="11579"/>
                      <a:pt x="1622" y="11634"/>
                      <a:pt x="1622" y="11690"/>
                    </a:cubicBezTo>
                    <a:cubicBezTo>
                      <a:pt x="1649" y="11690"/>
                      <a:pt x="1677" y="11690"/>
                      <a:pt x="1705" y="11690"/>
                    </a:cubicBezTo>
                    <a:cubicBezTo>
                      <a:pt x="1705" y="11717"/>
                      <a:pt x="1705" y="11745"/>
                      <a:pt x="1705" y="11773"/>
                    </a:cubicBezTo>
                    <a:cubicBezTo>
                      <a:pt x="1814" y="11773"/>
                      <a:pt x="1924" y="11773"/>
                      <a:pt x="2036" y="11773"/>
                    </a:cubicBezTo>
                    <a:cubicBezTo>
                      <a:pt x="2036" y="11800"/>
                      <a:pt x="2036" y="11828"/>
                      <a:pt x="2036" y="11856"/>
                    </a:cubicBezTo>
                    <a:cubicBezTo>
                      <a:pt x="2146" y="11856"/>
                      <a:pt x="2255" y="11856"/>
                      <a:pt x="2368" y="11856"/>
                    </a:cubicBezTo>
                    <a:cubicBezTo>
                      <a:pt x="2368" y="11883"/>
                      <a:pt x="2368" y="11911"/>
                      <a:pt x="2368" y="11939"/>
                    </a:cubicBezTo>
                    <a:cubicBezTo>
                      <a:pt x="2724" y="11939"/>
                      <a:pt x="3079" y="11939"/>
                      <a:pt x="3446" y="11939"/>
                    </a:cubicBezTo>
                    <a:cubicBezTo>
                      <a:pt x="3446" y="11911"/>
                      <a:pt x="3446" y="11884"/>
                      <a:pt x="3446" y="11856"/>
                    </a:cubicBezTo>
                    <a:cubicBezTo>
                      <a:pt x="3501" y="11856"/>
                      <a:pt x="3555" y="11856"/>
                      <a:pt x="3612" y="11856"/>
                    </a:cubicBezTo>
                    <a:cubicBezTo>
                      <a:pt x="3612" y="11829"/>
                      <a:pt x="3612" y="11801"/>
                      <a:pt x="3612" y="11773"/>
                    </a:cubicBezTo>
                    <a:cubicBezTo>
                      <a:pt x="4132" y="11773"/>
                      <a:pt x="4651" y="11773"/>
                      <a:pt x="5187" y="11773"/>
                    </a:cubicBezTo>
                    <a:cubicBezTo>
                      <a:pt x="5187" y="11800"/>
                      <a:pt x="5187" y="11828"/>
                      <a:pt x="5187" y="11856"/>
                    </a:cubicBezTo>
                    <a:cubicBezTo>
                      <a:pt x="5214" y="11856"/>
                      <a:pt x="5242" y="11856"/>
                      <a:pt x="5270" y="11856"/>
                    </a:cubicBezTo>
                    <a:cubicBezTo>
                      <a:pt x="5270" y="11883"/>
                      <a:pt x="5270" y="11911"/>
                      <a:pt x="5270" y="11939"/>
                    </a:cubicBezTo>
                    <a:cubicBezTo>
                      <a:pt x="5461" y="11939"/>
                      <a:pt x="5653" y="11939"/>
                      <a:pt x="5850" y="11939"/>
                    </a:cubicBezTo>
                    <a:cubicBezTo>
                      <a:pt x="5850" y="11911"/>
                      <a:pt x="5850" y="11884"/>
                      <a:pt x="5850" y="11856"/>
                    </a:cubicBezTo>
                    <a:cubicBezTo>
                      <a:pt x="5878" y="11856"/>
                      <a:pt x="5905" y="11856"/>
                      <a:pt x="5933" y="11856"/>
                    </a:cubicBezTo>
                    <a:cubicBezTo>
                      <a:pt x="5933" y="11829"/>
                      <a:pt x="5933" y="11801"/>
                      <a:pt x="5933" y="11773"/>
                    </a:cubicBezTo>
                    <a:cubicBezTo>
                      <a:pt x="5988" y="11773"/>
                      <a:pt x="6043" y="11773"/>
                      <a:pt x="6099" y="11773"/>
                    </a:cubicBezTo>
                    <a:cubicBezTo>
                      <a:pt x="6099" y="11746"/>
                      <a:pt x="6099" y="11718"/>
                      <a:pt x="6099" y="11690"/>
                    </a:cubicBezTo>
                    <a:cubicBezTo>
                      <a:pt x="6126" y="11690"/>
                      <a:pt x="6154" y="11690"/>
                      <a:pt x="6182" y="11690"/>
                    </a:cubicBezTo>
                    <a:cubicBezTo>
                      <a:pt x="6182" y="11663"/>
                      <a:pt x="6182" y="11635"/>
                      <a:pt x="6182" y="11607"/>
                    </a:cubicBezTo>
                    <a:cubicBezTo>
                      <a:pt x="6209" y="11607"/>
                      <a:pt x="6237" y="11607"/>
                      <a:pt x="6265" y="11607"/>
                    </a:cubicBezTo>
                    <a:cubicBezTo>
                      <a:pt x="6265" y="11580"/>
                      <a:pt x="6265" y="11552"/>
                      <a:pt x="6265" y="11524"/>
                    </a:cubicBezTo>
                    <a:cubicBezTo>
                      <a:pt x="6319" y="11524"/>
                      <a:pt x="6374" y="11524"/>
                      <a:pt x="6431" y="11524"/>
                    </a:cubicBezTo>
                    <a:cubicBezTo>
                      <a:pt x="6431" y="11497"/>
                      <a:pt x="6431" y="11470"/>
                      <a:pt x="6431" y="11441"/>
                    </a:cubicBezTo>
                    <a:cubicBezTo>
                      <a:pt x="6458" y="11441"/>
                      <a:pt x="6485" y="11441"/>
                      <a:pt x="6513" y="11441"/>
                    </a:cubicBezTo>
                    <a:cubicBezTo>
                      <a:pt x="6513" y="11359"/>
                      <a:pt x="6513" y="11277"/>
                      <a:pt x="6513" y="11193"/>
                    </a:cubicBezTo>
                    <a:cubicBezTo>
                      <a:pt x="6486" y="11193"/>
                      <a:pt x="6459" y="11193"/>
                      <a:pt x="6431" y="11193"/>
                    </a:cubicBezTo>
                    <a:cubicBezTo>
                      <a:pt x="6431" y="11165"/>
                      <a:pt x="6431" y="11138"/>
                      <a:pt x="6431" y="11110"/>
                    </a:cubicBezTo>
                    <a:cubicBezTo>
                      <a:pt x="6348" y="11110"/>
                      <a:pt x="6266" y="11110"/>
                      <a:pt x="6182" y="11110"/>
                    </a:cubicBezTo>
                    <a:cubicBezTo>
                      <a:pt x="6182" y="11082"/>
                      <a:pt x="6182" y="11055"/>
                      <a:pt x="6182" y="11027"/>
                    </a:cubicBezTo>
                    <a:cubicBezTo>
                      <a:pt x="5498" y="11027"/>
                      <a:pt x="4814" y="11027"/>
                      <a:pt x="4109" y="11027"/>
                    </a:cubicBezTo>
                    <a:cubicBezTo>
                      <a:pt x="4109" y="10999"/>
                      <a:pt x="4109" y="10972"/>
                      <a:pt x="4109" y="10944"/>
                    </a:cubicBezTo>
                    <a:cubicBezTo>
                      <a:pt x="3836" y="10944"/>
                      <a:pt x="3562" y="10944"/>
                      <a:pt x="3280" y="10944"/>
                    </a:cubicBezTo>
                    <a:close/>
                    <a:moveTo>
                      <a:pt x="9167" y="11110"/>
                    </a:moveTo>
                    <a:cubicBezTo>
                      <a:pt x="9167" y="11137"/>
                      <a:pt x="9167" y="11164"/>
                      <a:pt x="9167" y="11193"/>
                    </a:cubicBezTo>
                    <a:cubicBezTo>
                      <a:pt x="8948" y="11193"/>
                      <a:pt x="8729" y="11193"/>
                      <a:pt x="8503" y="11193"/>
                    </a:cubicBezTo>
                    <a:cubicBezTo>
                      <a:pt x="8503" y="11220"/>
                      <a:pt x="8503" y="11247"/>
                      <a:pt x="8503" y="11276"/>
                    </a:cubicBezTo>
                    <a:cubicBezTo>
                      <a:pt x="8476" y="11276"/>
                      <a:pt x="8449" y="11276"/>
                      <a:pt x="8420" y="11276"/>
                    </a:cubicBezTo>
                    <a:cubicBezTo>
                      <a:pt x="8420" y="12069"/>
                      <a:pt x="8420" y="12862"/>
                      <a:pt x="8420" y="13680"/>
                    </a:cubicBezTo>
                    <a:cubicBezTo>
                      <a:pt x="8393" y="13680"/>
                      <a:pt x="8366" y="13680"/>
                      <a:pt x="8337" y="13680"/>
                    </a:cubicBezTo>
                    <a:cubicBezTo>
                      <a:pt x="8337" y="13707"/>
                      <a:pt x="8337" y="13735"/>
                      <a:pt x="8337" y="13763"/>
                    </a:cubicBezTo>
                    <a:cubicBezTo>
                      <a:pt x="8283" y="13763"/>
                      <a:pt x="8228" y="13763"/>
                      <a:pt x="8172" y="13763"/>
                    </a:cubicBezTo>
                    <a:cubicBezTo>
                      <a:pt x="8172" y="13489"/>
                      <a:pt x="8172" y="13216"/>
                      <a:pt x="8172" y="12934"/>
                    </a:cubicBezTo>
                    <a:cubicBezTo>
                      <a:pt x="8117" y="12934"/>
                      <a:pt x="8062" y="12934"/>
                      <a:pt x="8006" y="12934"/>
                    </a:cubicBezTo>
                    <a:cubicBezTo>
                      <a:pt x="8006" y="13207"/>
                      <a:pt x="8006" y="13481"/>
                      <a:pt x="8006" y="13763"/>
                    </a:cubicBezTo>
                    <a:cubicBezTo>
                      <a:pt x="7951" y="13763"/>
                      <a:pt x="7896" y="13763"/>
                      <a:pt x="7840" y="13763"/>
                    </a:cubicBezTo>
                    <a:cubicBezTo>
                      <a:pt x="7840" y="13407"/>
                      <a:pt x="7840" y="13051"/>
                      <a:pt x="7840" y="12685"/>
                    </a:cubicBezTo>
                    <a:cubicBezTo>
                      <a:pt x="7813" y="12685"/>
                      <a:pt x="7785" y="12685"/>
                      <a:pt x="7757" y="12685"/>
                    </a:cubicBezTo>
                    <a:cubicBezTo>
                      <a:pt x="7757" y="12658"/>
                      <a:pt x="7757" y="12630"/>
                      <a:pt x="7757" y="12602"/>
                    </a:cubicBezTo>
                    <a:cubicBezTo>
                      <a:pt x="7538" y="12602"/>
                      <a:pt x="7319" y="12602"/>
                      <a:pt x="7094" y="12602"/>
                    </a:cubicBezTo>
                    <a:cubicBezTo>
                      <a:pt x="7094" y="12575"/>
                      <a:pt x="7094" y="12547"/>
                      <a:pt x="7094" y="12519"/>
                    </a:cubicBezTo>
                    <a:cubicBezTo>
                      <a:pt x="6957" y="12519"/>
                      <a:pt x="6820" y="12519"/>
                      <a:pt x="6679" y="12519"/>
                    </a:cubicBezTo>
                    <a:cubicBezTo>
                      <a:pt x="6679" y="12546"/>
                      <a:pt x="6679" y="12574"/>
                      <a:pt x="6679" y="12602"/>
                    </a:cubicBezTo>
                    <a:cubicBezTo>
                      <a:pt x="6542" y="12602"/>
                      <a:pt x="6406" y="12602"/>
                      <a:pt x="6265" y="12602"/>
                    </a:cubicBezTo>
                    <a:cubicBezTo>
                      <a:pt x="6265" y="12629"/>
                      <a:pt x="6265" y="12657"/>
                      <a:pt x="6265" y="12685"/>
                    </a:cubicBezTo>
                    <a:cubicBezTo>
                      <a:pt x="6237" y="12685"/>
                      <a:pt x="6210" y="12685"/>
                      <a:pt x="6182" y="12685"/>
                    </a:cubicBezTo>
                    <a:cubicBezTo>
                      <a:pt x="6182" y="12740"/>
                      <a:pt x="6182" y="12794"/>
                      <a:pt x="6182" y="12851"/>
                    </a:cubicBezTo>
                    <a:cubicBezTo>
                      <a:pt x="6154" y="12851"/>
                      <a:pt x="6127" y="12851"/>
                      <a:pt x="6099" y="12851"/>
                    </a:cubicBezTo>
                    <a:cubicBezTo>
                      <a:pt x="6099" y="12878"/>
                      <a:pt x="6099" y="12905"/>
                      <a:pt x="6099" y="12934"/>
                    </a:cubicBezTo>
                    <a:cubicBezTo>
                      <a:pt x="6072" y="12934"/>
                      <a:pt x="6044" y="12934"/>
                      <a:pt x="6016" y="12934"/>
                    </a:cubicBezTo>
                    <a:cubicBezTo>
                      <a:pt x="6016" y="12961"/>
                      <a:pt x="6016" y="12988"/>
                      <a:pt x="6016" y="13017"/>
                    </a:cubicBezTo>
                    <a:cubicBezTo>
                      <a:pt x="5989" y="13017"/>
                      <a:pt x="5961" y="13017"/>
                      <a:pt x="5933" y="13017"/>
                    </a:cubicBezTo>
                    <a:cubicBezTo>
                      <a:pt x="5933" y="13099"/>
                      <a:pt x="5933" y="13181"/>
                      <a:pt x="5933" y="13265"/>
                    </a:cubicBezTo>
                    <a:cubicBezTo>
                      <a:pt x="5960" y="13265"/>
                      <a:pt x="5988" y="13265"/>
                      <a:pt x="6016" y="13265"/>
                    </a:cubicBezTo>
                    <a:cubicBezTo>
                      <a:pt x="6016" y="13484"/>
                      <a:pt x="6016" y="13703"/>
                      <a:pt x="6016" y="13929"/>
                    </a:cubicBezTo>
                    <a:cubicBezTo>
                      <a:pt x="6043" y="13929"/>
                      <a:pt x="6071" y="13929"/>
                      <a:pt x="6099" y="13929"/>
                    </a:cubicBezTo>
                    <a:cubicBezTo>
                      <a:pt x="6099" y="13983"/>
                      <a:pt x="6099" y="14038"/>
                      <a:pt x="6099" y="14094"/>
                    </a:cubicBezTo>
                    <a:cubicBezTo>
                      <a:pt x="6126" y="14094"/>
                      <a:pt x="6154" y="14094"/>
                      <a:pt x="6182" y="14094"/>
                    </a:cubicBezTo>
                    <a:cubicBezTo>
                      <a:pt x="6182" y="14423"/>
                      <a:pt x="6182" y="14751"/>
                      <a:pt x="6182" y="15089"/>
                    </a:cubicBezTo>
                    <a:cubicBezTo>
                      <a:pt x="6209" y="15089"/>
                      <a:pt x="6237" y="15089"/>
                      <a:pt x="6265" y="15089"/>
                    </a:cubicBezTo>
                    <a:cubicBezTo>
                      <a:pt x="6265" y="15117"/>
                      <a:pt x="6265" y="15144"/>
                      <a:pt x="6265" y="15172"/>
                    </a:cubicBezTo>
                    <a:cubicBezTo>
                      <a:pt x="6511" y="15172"/>
                      <a:pt x="6757" y="15172"/>
                      <a:pt x="7011" y="15172"/>
                    </a:cubicBezTo>
                    <a:cubicBezTo>
                      <a:pt x="7011" y="15200"/>
                      <a:pt x="7011" y="15227"/>
                      <a:pt x="7011" y="15255"/>
                    </a:cubicBezTo>
                    <a:cubicBezTo>
                      <a:pt x="7038" y="15255"/>
                      <a:pt x="7066" y="15255"/>
                      <a:pt x="7094" y="15255"/>
                    </a:cubicBezTo>
                    <a:cubicBezTo>
                      <a:pt x="7094" y="15282"/>
                      <a:pt x="7094" y="15310"/>
                      <a:pt x="7094" y="15338"/>
                    </a:cubicBezTo>
                    <a:cubicBezTo>
                      <a:pt x="7285" y="15338"/>
                      <a:pt x="7477" y="15338"/>
                      <a:pt x="7674" y="15338"/>
                    </a:cubicBezTo>
                    <a:cubicBezTo>
                      <a:pt x="7674" y="15311"/>
                      <a:pt x="7674" y="15283"/>
                      <a:pt x="7674" y="15255"/>
                    </a:cubicBezTo>
                    <a:cubicBezTo>
                      <a:pt x="7702" y="15255"/>
                      <a:pt x="7729" y="15255"/>
                      <a:pt x="7757" y="15255"/>
                    </a:cubicBezTo>
                    <a:cubicBezTo>
                      <a:pt x="7757" y="15200"/>
                      <a:pt x="7757" y="15146"/>
                      <a:pt x="7757" y="15089"/>
                    </a:cubicBezTo>
                    <a:cubicBezTo>
                      <a:pt x="7784" y="15089"/>
                      <a:pt x="7812" y="15089"/>
                      <a:pt x="7840" y="15089"/>
                    </a:cubicBezTo>
                    <a:cubicBezTo>
                      <a:pt x="7840" y="15062"/>
                      <a:pt x="7840" y="15035"/>
                      <a:pt x="7840" y="15006"/>
                    </a:cubicBezTo>
                    <a:cubicBezTo>
                      <a:pt x="7867" y="15006"/>
                      <a:pt x="7895" y="15006"/>
                      <a:pt x="7923" y="15006"/>
                    </a:cubicBezTo>
                    <a:cubicBezTo>
                      <a:pt x="7923" y="14979"/>
                      <a:pt x="7923" y="14952"/>
                      <a:pt x="7923" y="14923"/>
                    </a:cubicBezTo>
                    <a:cubicBezTo>
                      <a:pt x="7978" y="14923"/>
                      <a:pt x="8032" y="14923"/>
                      <a:pt x="8089" y="14923"/>
                    </a:cubicBezTo>
                    <a:cubicBezTo>
                      <a:pt x="8089" y="14896"/>
                      <a:pt x="8089" y="14869"/>
                      <a:pt x="8089" y="14841"/>
                    </a:cubicBezTo>
                    <a:cubicBezTo>
                      <a:pt x="8007" y="14841"/>
                      <a:pt x="7925" y="14841"/>
                      <a:pt x="7840" y="14841"/>
                    </a:cubicBezTo>
                    <a:cubicBezTo>
                      <a:pt x="7840" y="14786"/>
                      <a:pt x="7840" y="14731"/>
                      <a:pt x="7840" y="14675"/>
                    </a:cubicBezTo>
                    <a:cubicBezTo>
                      <a:pt x="7881" y="14688"/>
                      <a:pt x="7881" y="14688"/>
                      <a:pt x="8089" y="14758"/>
                    </a:cubicBezTo>
                    <a:cubicBezTo>
                      <a:pt x="8089" y="14730"/>
                      <a:pt x="8089" y="14703"/>
                      <a:pt x="8089" y="14675"/>
                    </a:cubicBezTo>
                    <a:cubicBezTo>
                      <a:pt x="8116" y="14675"/>
                      <a:pt x="8143" y="14675"/>
                      <a:pt x="8172" y="14675"/>
                    </a:cubicBezTo>
                    <a:cubicBezTo>
                      <a:pt x="8172" y="14647"/>
                      <a:pt x="8172" y="14620"/>
                      <a:pt x="8172" y="14592"/>
                    </a:cubicBezTo>
                    <a:cubicBezTo>
                      <a:pt x="8226" y="14592"/>
                      <a:pt x="8281" y="14592"/>
                      <a:pt x="8337" y="14592"/>
                    </a:cubicBezTo>
                    <a:cubicBezTo>
                      <a:pt x="8337" y="14619"/>
                      <a:pt x="8337" y="14647"/>
                      <a:pt x="8337" y="14675"/>
                    </a:cubicBezTo>
                    <a:cubicBezTo>
                      <a:pt x="8365" y="14675"/>
                      <a:pt x="8392" y="14675"/>
                      <a:pt x="8420" y="14675"/>
                    </a:cubicBezTo>
                    <a:cubicBezTo>
                      <a:pt x="8420" y="14812"/>
                      <a:pt x="8420" y="14948"/>
                      <a:pt x="8420" y="15089"/>
                    </a:cubicBezTo>
                    <a:cubicBezTo>
                      <a:pt x="8448" y="15089"/>
                      <a:pt x="8475" y="15089"/>
                      <a:pt x="8503" y="15089"/>
                    </a:cubicBezTo>
                    <a:cubicBezTo>
                      <a:pt x="8503" y="15117"/>
                      <a:pt x="8503" y="15144"/>
                      <a:pt x="8503" y="15172"/>
                    </a:cubicBezTo>
                    <a:cubicBezTo>
                      <a:pt x="8859" y="15172"/>
                      <a:pt x="9215" y="15172"/>
                      <a:pt x="9581" y="15172"/>
                    </a:cubicBezTo>
                    <a:cubicBezTo>
                      <a:pt x="9581" y="15200"/>
                      <a:pt x="9581" y="15227"/>
                      <a:pt x="9581" y="15255"/>
                    </a:cubicBezTo>
                    <a:cubicBezTo>
                      <a:pt x="9636" y="15255"/>
                      <a:pt x="9691" y="15255"/>
                      <a:pt x="9747" y="15255"/>
                    </a:cubicBezTo>
                    <a:cubicBezTo>
                      <a:pt x="9747" y="15282"/>
                      <a:pt x="9747" y="15310"/>
                      <a:pt x="9747" y="15338"/>
                    </a:cubicBezTo>
                    <a:cubicBezTo>
                      <a:pt x="9802" y="15338"/>
                      <a:pt x="9856" y="15338"/>
                      <a:pt x="9913" y="15338"/>
                    </a:cubicBezTo>
                    <a:cubicBezTo>
                      <a:pt x="9913" y="15311"/>
                      <a:pt x="9913" y="15283"/>
                      <a:pt x="9913" y="15255"/>
                    </a:cubicBezTo>
                    <a:cubicBezTo>
                      <a:pt x="9940" y="15255"/>
                      <a:pt x="9967" y="15255"/>
                      <a:pt x="9996" y="15255"/>
                    </a:cubicBezTo>
                    <a:cubicBezTo>
                      <a:pt x="9996" y="15228"/>
                      <a:pt x="9996" y="15200"/>
                      <a:pt x="9996" y="15172"/>
                    </a:cubicBezTo>
                    <a:cubicBezTo>
                      <a:pt x="10050" y="15172"/>
                      <a:pt x="10105" y="15172"/>
                      <a:pt x="10161" y="15172"/>
                    </a:cubicBezTo>
                    <a:cubicBezTo>
                      <a:pt x="10161" y="15145"/>
                      <a:pt x="10161" y="15117"/>
                      <a:pt x="10161" y="15089"/>
                    </a:cubicBezTo>
                    <a:cubicBezTo>
                      <a:pt x="10216" y="15089"/>
                      <a:pt x="10271" y="15089"/>
                      <a:pt x="10327" y="15089"/>
                    </a:cubicBezTo>
                    <a:cubicBezTo>
                      <a:pt x="10327" y="15035"/>
                      <a:pt x="10327" y="14980"/>
                      <a:pt x="10327" y="14923"/>
                    </a:cubicBezTo>
                    <a:cubicBezTo>
                      <a:pt x="10355" y="14923"/>
                      <a:pt x="10382" y="14923"/>
                      <a:pt x="10410" y="14923"/>
                    </a:cubicBezTo>
                    <a:cubicBezTo>
                      <a:pt x="10410" y="14732"/>
                      <a:pt x="10410" y="14540"/>
                      <a:pt x="10410" y="14343"/>
                    </a:cubicBezTo>
                    <a:cubicBezTo>
                      <a:pt x="10438" y="14343"/>
                      <a:pt x="10465" y="14343"/>
                      <a:pt x="10493" y="14343"/>
                    </a:cubicBezTo>
                    <a:cubicBezTo>
                      <a:pt x="10493" y="14288"/>
                      <a:pt x="10493" y="14234"/>
                      <a:pt x="10493" y="14177"/>
                    </a:cubicBezTo>
                    <a:cubicBezTo>
                      <a:pt x="10466" y="14177"/>
                      <a:pt x="10438" y="14177"/>
                      <a:pt x="10410" y="14177"/>
                    </a:cubicBezTo>
                    <a:cubicBezTo>
                      <a:pt x="10410" y="13767"/>
                      <a:pt x="10410" y="13357"/>
                      <a:pt x="10410" y="12934"/>
                    </a:cubicBezTo>
                    <a:cubicBezTo>
                      <a:pt x="10438" y="12934"/>
                      <a:pt x="10465" y="12934"/>
                      <a:pt x="10493" y="12934"/>
                    </a:cubicBezTo>
                    <a:cubicBezTo>
                      <a:pt x="10493" y="12715"/>
                      <a:pt x="10493" y="12496"/>
                      <a:pt x="10493" y="12270"/>
                    </a:cubicBezTo>
                    <a:cubicBezTo>
                      <a:pt x="10466" y="12270"/>
                      <a:pt x="10438" y="12270"/>
                      <a:pt x="10410" y="12270"/>
                    </a:cubicBezTo>
                    <a:cubicBezTo>
                      <a:pt x="10410" y="12079"/>
                      <a:pt x="10410" y="11887"/>
                      <a:pt x="10410" y="11690"/>
                    </a:cubicBezTo>
                    <a:cubicBezTo>
                      <a:pt x="10355" y="11690"/>
                      <a:pt x="10301" y="11690"/>
                      <a:pt x="10244" y="11690"/>
                    </a:cubicBezTo>
                    <a:cubicBezTo>
                      <a:pt x="10244" y="11827"/>
                      <a:pt x="10244" y="11964"/>
                      <a:pt x="10244" y="12105"/>
                    </a:cubicBezTo>
                    <a:cubicBezTo>
                      <a:pt x="10217" y="12105"/>
                      <a:pt x="10190" y="12105"/>
                      <a:pt x="10161" y="12105"/>
                    </a:cubicBezTo>
                    <a:cubicBezTo>
                      <a:pt x="10161" y="12734"/>
                      <a:pt x="10161" y="13363"/>
                      <a:pt x="10161" y="14011"/>
                    </a:cubicBezTo>
                    <a:cubicBezTo>
                      <a:pt x="10189" y="14011"/>
                      <a:pt x="10216" y="14011"/>
                      <a:pt x="10244" y="14011"/>
                    </a:cubicBezTo>
                    <a:cubicBezTo>
                      <a:pt x="10244" y="14285"/>
                      <a:pt x="10244" y="14559"/>
                      <a:pt x="10244" y="14841"/>
                    </a:cubicBezTo>
                    <a:cubicBezTo>
                      <a:pt x="10217" y="14841"/>
                      <a:pt x="10190" y="14841"/>
                      <a:pt x="10161" y="14841"/>
                    </a:cubicBezTo>
                    <a:cubicBezTo>
                      <a:pt x="10161" y="14868"/>
                      <a:pt x="10161" y="14895"/>
                      <a:pt x="10161" y="14923"/>
                    </a:cubicBezTo>
                    <a:cubicBezTo>
                      <a:pt x="10107" y="14923"/>
                      <a:pt x="10052" y="14923"/>
                      <a:pt x="9996" y="14923"/>
                    </a:cubicBezTo>
                    <a:cubicBezTo>
                      <a:pt x="9996" y="13774"/>
                      <a:pt x="9996" y="12625"/>
                      <a:pt x="9996" y="11441"/>
                    </a:cubicBezTo>
                    <a:cubicBezTo>
                      <a:pt x="10050" y="11441"/>
                      <a:pt x="10105" y="11441"/>
                      <a:pt x="10161" y="11441"/>
                    </a:cubicBezTo>
                    <a:cubicBezTo>
                      <a:pt x="10161" y="11469"/>
                      <a:pt x="10161" y="11496"/>
                      <a:pt x="10161" y="11524"/>
                    </a:cubicBezTo>
                    <a:cubicBezTo>
                      <a:pt x="10189" y="11524"/>
                      <a:pt x="10216" y="11524"/>
                      <a:pt x="10244" y="11524"/>
                    </a:cubicBezTo>
                    <a:cubicBezTo>
                      <a:pt x="10244" y="11552"/>
                      <a:pt x="10244" y="11579"/>
                      <a:pt x="10244" y="11607"/>
                    </a:cubicBezTo>
                    <a:cubicBezTo>
                      <a:pt x="10310" y="11590"/>
                      <a:pt x="10361" y="11571"/>
                      <a:pt x="10410" y="11524"/>
                    </a:cubicBezTo>
                    <a:cubicBezTo>
                      <a:pt x="10425" y="11439"/>
                      <a:pt x="10420" y="11361"/>
                      <a:pt x="10410" y="11276"/>
                    </a:cubicBezTo>
                    <a:cubicBezTo>
                      <a:pt x="10383" y="11276"/>
                      <a:pt x="10355" y="11276"/>
                      <a:pt x="10327" y="11276"/>
                    </a:cubicBezTo>
                    <a:cubicBezTo>
                      <a:pt x="10327" y="11248"/>
                      <a:pt x="10327" y="11221"/>
                      <a:pt x="10327" y="11193"/>
                    </a:cubicBezTo>
                    <a:cubicBezTo>
                      <a:pt x="10273" y="11193"/>
                      <a:pt x="10218" y="11193"/>
                      <a:pt x="10161" y="11193"/>
                    </a:cubicBezTo>
                    <a:cubicBezTo>
                      <a:pt x="10161" y="11165"/>
                      <a:pt x="10161" y="11138"/>
                      <a:pt x="10161" y="11110"/>
                    </a:cubicBezTo>
                    <a:cubicBezTo>
                      <a:pt x="9833" y="11110"/>
                      <a:pt x="9505" y="11110"/>
                      <a:pt x="9167" y="11110"/>
                    </a:cubicBezTo>
                    <a:close/>
                    <a:moveTo>
                      <a:pt x="2036" y="12519"/>
                    </a:moveTo>
                    <a:cubicBezTo>
                      <a:pt x="2036" y="12546"/>
                      <a:pt x="2036" y="12574"/>
                      <a:pt x="2036" y="12602"/>
                    </a:cubicBezTo>
                    <a:cubicBezTo>
                      <a:pt x="1982" y="12602"/>
                      <a:pt x="1927" y="12602"/>
                      <a:pt x="1871" y="12602"/>
                    </a:cubicBezTo>
                    <a:cubicBezTo>
                      <a:pt x="1871" y="12629"/>
                      <a:pt x="1871" y="12657"/>
                      <a:pt x="1871" y="12685"/>
                    </a:cubicBezTo>
                    <a:cubicBezTo>
                      <a:pt x="1843" y="12685"/>
                      <a:pt x="1816" y="12685"/>
                      <a:pt x="1788" y="12685"/>
                    </a:cubicBezTo>
                    <a:cubicBezTo>
                      <a:pt x="1788" y="12712"/>
                      <a:pt x="1788" y="12740"/>
                      <a:pt x="1788" y="12768"/>
                    </a:cubicBezTo>
                    <a:cubicBezTo>
                      <a:pt x="1733" y="12768"/>
                      <a:pt x="1678" y="12768"/>
                      <a:pt x="1622" y="12768"/>
                    </a:cubicBezTo>
                    <a:cubicBezTo>
                      <a:pt x="1622" y="12795"/>
                      <a:pt x="1622" y="12823"/>
                      <a:pt x="1622" y="12851"/>
                    </a:cubicBezTo>
                    <a:cubicBezTo>
                      <a:pt x="1567" y="12851"/>
                      <a:pt x="1512" y="12851"/>
                      <a:pt x="1456" y="12851"/>
                    </a:cubicBezTo>
                    <a:cubicBezTo>
                      <a:pt x="1456" y="12878"/>
                      <a:pt x="1456" y="12905"/>
                      <a:pt x="1456" y="12934"/>
                    </a:cubicBezTo>
                    <a:cubicBezTo>
                      <a:pt x="1429" y="12934"/>
                      <a:pt x="1401" y="12934"/>
                      <a:pt x="1373" y="12934"/>
                    </a:cubicBezTo>
                    <a:cubicBezTo>
                      <a:pt x="1373" y="12961"/>
                      <a:pt x="1373" y="12988"/>
                      <a:pt x="1373" y="13017"/>
                    </a:cubicBezTo>
                    <a:cubicBezTo>
                      <a:pt x="1346" y="13017"/>
                      <a:pt x="1318" y="13017"/>
                      <a:pt x="1290" y="13017"/>
                    </a:cubicBezTo>
                    <a:cubicBezTo>
                      <a:pt x="1290" y="13099"/>
                      <a:pt x="1290" y="13181"/>
                      <a:pt x="1290" y="13265"/>
                    </a:cubicBezTo>
                    <a:cubicBezTo>
                      <a:pt x="1318" y="13265"/>
                      <a:pt x="1345" y="13265"/>
                      <a:pt x="1373" y="13265"/>
                    </a:cubicBezTo>
                    <a:cubicBezTo>
                      <a:pt x="1373" y="13293"/>
                      <a:pt x="1373" y="13320"/>
                      <a:pt x="1373" y="13348"/>
                    </a:cubicBezTo>
                    <a:cubicBezTo>
                      <a:pt x="1401" y="13348"/>
                      <a:pt x="1428" y="13348"/>
                      <a:pt x="1456" y="13348"/>
                    </a:cubicBezTo>
                    <a:cubicBezTo>
                      <a:pt x="1456" y="13376"/>
                      <a:pt x="1456" y="13403"/>
                      <a:pt x="1456" y="13431"/>
                    </a:cubicBezTo>
                    <a:cubicBezTo>
                      <a:pt x="1538" y="13431"/>
                      <a:pt x="1620" y="13431"/>
                      <a:pt x="1705" y="13431"/>
                    </a:cubicBezTo>
                    <a:cubicBezTo>
                      <a:pt x="1705" y="13458"/>
                      <a:pt x="1705" y="13486"/>
                      <a:pt x="1705" y="13514"/>
                    </a:cubicBezTo>
                    <a:cubicBezTo>
                      <a:pt x="1787" y="13514"/>
                      <a:pt x="1869" y="13514"/>
                      <a:pt x="1954" y="13514"/>
                    </a:cubicBezTo>
                    <a:cubicBezTo>
                      <a:pt x="1954" y="13541"/>
                      <a:pt x="1954" y="13569"/>
                      <a:pt x="1954" y="13597"/>
                    </a:cubicBezTo>
                    <a:cubicBezTo>
                      <a:pt x="1981" y="13597"/>
                      <a:pt x="2008" y="13597"/>
                      <a:pt x="2036" y="13597"/>
                    </a:cubicBezTo>
                    <a:cubicBezTo>
                      <a:pt x="2036" y="13624"/>
                      <a:pt x="2036" y="13652"/>
                      <a:pt x="2036" y="13680"/>
                    </a:cubicBezTo>
                    <a:cubicBezTo>
                      <a:pt x="2173" y="13680"/>
                      <a:pt x="2310" y="13680"/>
                      <a:pt x="2451" y="13680"/>
                    </a:cubicBezTo>
                    <a:cubicBezTo>
                      <a:pt x="2451" y="13652"/>
                      <a:pt x="2451" y="13625"/>
                      <a:pt x="2451" y="13597"/>
                    </a:cubicBezTo>
                    <a:cubicBezTo>
                      <a:pt x="2506" y="13597"/>
                      <a:pt x="2560" y="13597"/>
                      <a:pt x="2617" y="13597"/>
                    </a:cubicBezTo>
                    <a:cubicBezTo>
                      <a:pt x="2617" y="13570"/>
                      <a:pt x="2617" y="13542"/>
                      <a:pt x="2617" y="13514"/>
                    </a:cubicBezTo>
                    <a:cubicBezTo>
                      <a:pt x="3356" y="13514"/>
                      <a:pt x="4094" y="13514"/>
                      <a:pt x="4855" y="13514"/>
                    </a:cubicBezTo>
                    <a:cubicBezTo>
                      <a:pt x="4855" y="13487"/>
                      <a:pt x="4855" y="13459"/>
                      <a:pt x="4855" y="13431"/>
                    </a:cubicBezTo>
                    <a:cubicBezTo>
                      <a:pt x="4883" y="13431"/>
                      <a:pt x="4910" y="13431"/>
                      <a:pt x="4938" y="13431"/>
                    </a:cubicBezTo>
                    <a:cubicBezTo>
                      <a:pt x="4938" y="13404"/>
                      <a:pt x="4938" y="13376"/>
                      <a:pt x="4938" y="13348"/>
                    </a:cubicBezTo>
                    <a:cubicBezTo>
                      <a:pt x="4966" y="13348"/>
                      <a:pt x="4993" y="13348"/>
                      <a:pt x="5021" y="13348"/>
                    </a:cubicBezTo>
                    <a:cubicBezTo>
                      <a:pt x="5021" y="13321"/>
                      <a:pt x="5021" y="13293"/>
                      <a:pt x="5021" y="13265"/>
                    </a:cubicBezTo>
                    <a:cubicBezTo>
                      <a:pt x="5048" y="13265"/>
                      <a:pt x="5076" y="13265"/>
                      <a:pt x="5104" y="13265"/>
                    </a:cubicBezTo>
                    <a:cubicBezTo>
                      <a:pt x="5104" y="13211"/>
                      <a:pt x="5104" y="13156"/>
                      <a:pt x="5104" y="13099"/>
                    </a:cubicBezTo>
                    <a:cubicBezTo>
                      <a:pt x="5131" y="13099"/>
                      <a:pt x="5159" y="13099"/>
                      <a:pt x="5187" y="13099"/>
                    </a:cubicBezTo>
                    <a:cubicBezTo>
                      <a:pt x="5187" y="13072"/>
                      <a:pt x="5187" y="13045"/>
                      <a:pt x="5187" y="13017"/>
                    </a:cubicBezTo>
                    <a:cubicBezTo>
                      <a:pt x="5214" y="13017"/>
                      <a:pt x="5242" y="13017"/>
                      <a:pt x="5270" y="13017"/>
                    </a:cubicBezTo>
                    <a:cubicBezTo>
                      <a:pt x="5270" y="12962"/>
                      <a:pt x="5270" y="12907"/>
                      <a:pt x="5270" y="12851"/>
                    </a:cubicBezTo>
                    <a:cubicBezTo>
                      <a:pt x="5188" y="12851"/>
                      <a:pt x="5106" y="12851"/>
                      <a:pt x="5021" y="12851"/>
                    </a:cubicBezTo>
                    <a:cubicBezTo>
                      <a:pt x="5021" y="12823"/>
                      <a:pt x="5021" y="12796"/>
                      <a:pt x="5021" y="12768"/>
                    </a:cubicBezTo>
                    <a:cubicBezTo>
                      <a:pt x="4994" y="12768"/>
                      <a:pt x="4966" y="12768"/>
                      <a:pt x="4938" y="12768"/>
                    </a:cubicBezTo>
                    <a:cubicBezTo>
                      <a:pt x="4938" y="12740"/>
                      <a:pt x="4938" y="12713"/>
                      <a:pt x="4938" y="12685"/>
                    </a:cubicBezTo>
                    <a:cubicBezTo>
                      <a:pt x="4911" y="12685"/>
                      <a:pt x="4883" y="12685"/>
                      <a:pt x="4855" y="12685"/>
                    </a:cubicBezTo>
                    <a:cubicBezTo>
                      <a:pt x="4855" y="12658"/>
                      <a:pt x="4855" y="12630"/>
                      <a:pt x="4855" y="12602"/>
                    </a:cubicBezTo>
                    <a:cubicBezTo>
                      <a:pt x="4801" y="12602"/>
                      <a:pt x="4746" y="12602"/>
                      <a:pt x="4689" y="12602"/>
                    </a:cubicBezTo>
                    <a:cubicBezTo>
                      <a:pt x="4689" y="12575"/>
                      <a:pt x="4689" y="12547"/>
                      <a:pt x="4689" y="12519"/>
                    </a:cubicBezTo>
                    <a:cubicBezTo>
                      <a:pt x="4635" y="12519"/>
                      <a:pt x="4580" y="12519"/>
                      <a:pt x="4524" y="12519"/>
                    </a:cubicBezTo>
                    <a:cubicBezTo>
                      <a:pt x="4524" y="12546"/>
                      <a:pt x="4524" y="12574"/>
                      <a:pt x="4524" y="12602"/>
                    </a:cubicBezTo>
                    <a:cubicBezTo>
                      <a:pt x="4469" y="12602"/>
                      <a:pt x="4414" y="12602"/>
                      <a:pt x="4358" y="12602"/>
                    </a:cubicBezTo>
                    <a:cubicBezTo>
                      <a:pt x="4358" y="12629"/>
                      <a:pt x="4358" y="12657"/>
                      <a:pt x="4358" y="12685"/>
                    </a:cubicBezTo>
                    <a:cubicBezTo>
                      <a:pt x="4194" y="12685"/>
                      <a:pt x="4030" y="12685"/>
                      <a:pt x="3860" y="12685"/>
                    </a:cubicBezTo>
                    <a:cubicBezTo>
                      <a:pt x="3860" y="12712"/>
                      <a:pt x="3860" y="12740"/>
                      <a:pt x="3860" y="12768"/>
                    </a:cubicBezTo>
                    <a:cubicBezTo>
                      <a:pt x="3751" y="12768"/>
                      <a:pt x="3642" y="12768"/>
                      <a:pt x="3529" y="12768"/>
                    </a:cubicBezTo>
                    <a:cubicBezTo>
                      <a:pt x="3529" y="12740"/>
                      <a:pt x="3529" y="12713"/>
                      <a:pt x="3529" y="12685"/>
                    </a:cubicBezTo>
                    <a:cubicBezTo>
                      <a:pt x="3146" y="12685"/>
                      <a:pt x="2763" y="12685"/>
                      <a:pt x="2368" y="12685"/>
                    </a:cubicBezTo>
                    <a:cubicBezTo>
                      <a:pt x="2368" y="12658"/>
                      <a:pt x="2368" y="12630"/>
                      <a:pt x="2368" y="12602"/>
                    </a:cubicBezTo>
                    <a:cubicBezTo>
                      <a:pt x="2313" y="12602"/>
                      <a:pt x="2259" y="12602"/>
                      <a:pt x="2202" y="12602"/>
                    </a:cubicBezTo>
                    <a:cubicBezTo>
                      <a:pt x="2202" y="12575"/>
                      <a:pt x="2202" y="12547"/>
                      <a:pt x="2202" y="12519"/>
                    </a:cubicBezTo>
                    <a:cubicBezTo>
                      <a:pt x="2148" y="12519"/>
                      <a:pt x="2093" y="12519"/>
                      <a:pt x="2036" y="12519"/>
                    </a:cubicBezTo>
                    <a:close/>
                    <a:moveTo>
                      <a:pt x="3529" y="14260"/>
                    </a:moveTo>
                    <a:cubicBezTo>
                      <a:pt x="3529" y="14288"/>
                      <a:pt x="3529" y="14315"/>
                      <a:pt x="3529" y="14343"/>
                    </a:cubicBezTo>
                    <a:cubicBezTo>
                      <a:pt x="3474" y="14343"/>
                      <a:pt x="3419" y="14343"/>
                      <a:pt x="3363" y="14343"/>
                    </a:cubicBezTo>
                    <a:cubicBezTo>
                      <a:pt x="3363" y="14370"/>
                      <a:pt x="3363" y="14398"/>
                      <a:pt x="3363" y="14426"/>
                    </a:cubicBezTo>
                    <a:cubicBezTo>
                      <a:pt x="2816" y="14426"/>
                      <a:pt x="2269" y="14426"/>
                      <a:pt x="1705" y="14426"/>
                    </a:cubicBezTo>
                    <a:cubicBezTo>
                      <a:pt x="1705" y="14453"/>
                      <a:pt x="1705" y="14481"/>
                      <a:pt x="1705" y="14509"/>
                    </a:cubicBezTo>
                    <a:cubicBezTo>
                      <a:pt x="1677" y="14509"/>
                      <a:pt x="1650" y="14509"/>
                      <a:pt x="1622" y="14509"/>
                    </a:cubicBezTo>
                    <a:cubicBezTo>
                      <a:pt x="1622" y="14564"/>
                      <a:pt x="1622" y="14618"/>
                      <a:pt x="1622" y="14675"/>
                    </a:cubicBezTo>
                    <a:cubicBezTo>
                      <a:pt x="1595" y="14675"/>
                      <a:pt x="1567" y="14675"/>
                      <a:pt x="1539" y="14675"/>
                    </a:cubicBezTo>
                    <a:cubicBezTo>
                      <a:pt x="1539" y="14784"/>
                      <a:pt x="1539" y="14894"/>
                      <a:pt x="1539" y="15006"/>
                    </a:cubicBezTo>
                    <a:cubicBezTo>
                      <a:pt x="1566" y="15006"/>
                      <a:pt x="1594" y="15006"/>
                      <a:pt x="1622" y="15006"/>
                    </a:cubicBezTo>
                    <a:cubicBezTo>
                      <a:pt x="1622" y="15034"/>
                      <a:pt x="1622" y="15061"/>
                      <a:pt x="1622" y="15089"/>
                    </a:cubicBezTo>
                    <a:cubicBezTo>
                      <a:pt x="1649" y="15089"/>
                      <a:pt x="1677" y="15089"/>
                      <a:pt x="1705" y="15089"/>
                    </a:cubicBezTo>
                    <a:cubicBezTo>
                      <a:pt x="1705" y="15144"/>
                      <a:pt x="1705" y="15199"/>
                      <a:pt x="1705" y="15255"/>
                    </a:cubicBezTo>
                    <a:cubicBezTo>
                      <a:pt x="1732" y="15255"/>
                      <a:pt x="1760" y="15255"/>
                      <a:pt x="1788" y="15255"/>
                    </a:cubicBezTo>
                    <a:cubicBezTo>
                      <a:pt x="1788" y="15282"/>
                      <a:pt x="1788" y="15310"/>
                      <a:pt x="1788" y="15338"/>
                    </a:cubicBezTo>
                    <a:cubicBezTo>
                      <a:pt x="1979" y="15338"/>
                      <a:pt x="2171" y="15338"/>
                      <a:pt x="2368" y="15338"/>
                    </a:cubicBezTo>
                    <a:cubicBezTo>
                      <a:pt x="2368" y="15311"/>
                      <a:pt x="2368" y="15283"/>
                      <a:pt x="2368" y="15255"/>
                    </a:cubicBezTo>
                    <a:cubicBezTo>
                      <a:pt x="2423" y="15255"/>
                      <a:pt x="2478" y="15255"/>
                      <a:pt x="2534" y="15255"/>
                    </a:cubicBezTo>
                    <a:cubicBezTo>
                      <a:pt x="2534" y="15228"/>
                      <a:pt x="2534" y="15200"/>
                      <a:pt x="2534" y="15172"/>
                    </a:cubicBezTo>
                    <a:cubicBezTo>
                      <a:pt x="2753" y="15172"/>
                      <a:pt x="2972" y="15172"/>
                      <a:pt x="3197" y="15172"/>
                    </a:cubicBezTo>
                    <a:cubicBezTo>
                      <a:pt x="3197" y="15200"/>
                      <a:pt x="3197" y="15227"/>
                      <a:pt x="3197" y="15255"/>
                    </a:cubicBezTo>
                    <a:cubicBezTo>
                      <a:pt x="3252" y="15255"/>
                      <a:pt x="3307" y="15255"/>
                      <a:pt x="3363" y="15255"/>
                    </a:cubicBezTo>
                    <a:cubicBezTo>
                      <a:pt x="3363" y="15282"/>
                      <a:pt x="3363" y="15310"/>
                      <a:pt x="3363" y="15338"/>
                    </a:cubicBezTo>
                    <a:cubicBezTo>
                      <a:pt x="3390" y="15338"/>
                      <a:pt x="3418" y="15338"/>
                      <a:pt x="3446" y="15338"/>
                    </a:cubicBezTo>
                    <a:cubicBezTo>
                      <a:pt x="3446" y="15311"/>
                      <a:pt x="3446" y="15283"/>
                      <a:pt x="3446" y="15255"/>
                    </a:cubicBezTo>
                    <a:cubicBezTo>
                      <a:pt x="3501" y="15255"/>
                      <a:pt x="3555" y="15255"/>
                      <a:pt x="3612" y="15255"/>
                    </a:cubicBezTo>
                    <a:cubicBezTo>
                      <a:pt x="3612" y="15228"/>
                      <a:pt x="3612" y="15200"/>
                      <a:pt x="3612" y="15172"/>
                    </a:cubicBezTo>
                    <a:cubicBezTo>
                      <a:pt x="3721" y="15172"/>
                      <a:pt x="3831" y="15172"/>
                      <a:pt x="3943" y="15172"/>
                    </a:cubicBezTo>
                    <a:cubicBezTo>
                      <a:pt x="3943" y="15145"/>
                      <a:pt x="3943" y="15117"/>
                      <a:pt x="3943" y="15089"/>
                    </a:cubicBezTo>
                    <a:cubicBezTo>
                      <a:pt x="3971" y="15089"/>
                      <a:pt x="3998" y="15089"/>
                      <a:pt x="4026" y="15089"/>
                    </a:cubicBezTo>
                    <a:cubicBezTo>
                      <a:pt x="4026" y="15062"/>
                      <a:pt x="4026" y="15035"/>
                      <a:pt x="4026" y="15006"/>
                    </a:cubicBezTo>
                    <a:cubicBezTo>
                      <a:pt x="4054" y="15006"/>
                      <a:pt x="4081" y="15006"/>
                      <a:pt x="4109" y="15006"/>
                    </a:cubicBezTo>
                    <a:cubicBezTo>
                      <a:pt x="4109" y="14979"/>
                      <a:pt x="4109" y="14952"/>
                      <a:pt x="4109" y="14923"/>
                    </a:cubicBezTo>
                    <a:cubicBezTo>
                      <a:pt x="4136" y="14923"/>
                      <a:pt x="4164" y="14923"/>
                      <a:pt x="4192" y="14923"/>
                    </a:cubicBezTo>
                    <a:cubicBezTo>
                      <a:pt x="4192" y="14896"/>
                      <a:pt x="4192" y="14869"/>
                      <a:pt x="4192" y="14841"/>
                    </a:cubicBezTo>
                    <a:cubicBezTo>
                      <a:pt x="4219" y="14841"/>
                      <a:pt x="4247" y="14841"/>
                      <a:pt x="4275" y="14841"/>
                    </a:cubicBezTo>
                    <a:cubicBezTo>
                      <a:pt x="4275" y="14786"/>
                      <a:pt x="4275" y="14731"/>
                      <a:pt x="4275" y="14675"/>
                    </a:cubicBezTo>
                    <a:cubicBezTo>
                      <a:pt x="4248" y="14675"/>
                      <a:pt x="4220" y="14675"/>
                      <a:pt x="4192" y="14675"/>
                    </a:cubicBezTo>
                    <a:cubicBezTo>
                      <a:pt x="4192" y="14620"/>
                      <a:pt x="4192" y="14565"/>
                      <a:pt x="4192" y="14509"/>
                    </a:cubicBezTo>
                    <a:cubicBezTo>
                      <a:pt x="4165" y="14509"/>
                      <a:pt x="4137" y="14509"/>
                      <a:pt x="4109" y="14509"/>
                    </a:cubicBezTo>
                    <a:cubicBezTo>
                      <a:pt x="4109" y="14482"/>
                      <a:pt x="4109" y="14454"/>
                      <a:pt x="4109" y="14426"/>
                    </a:cubicBezTo>
                    <a:cubicBezTo>
                      <a:pt x="4054" y="14426"/>
                      <a:pt x="4000" y="14426"/>
                      <a:pt x="3943" y="14426"/>
                    </a:cubicBezTo>
                    <a:cubicBezTo>
                      <a:pt x="3943" y="14399"/>
                      <a:pt x="3943" y="14371"/>
                      <a:pt x="3943" y="14343"/>
                    </a:cubicBezTo>
                    <a:cubicBezTo>
                      <a:pt x="3916" y="14343"/>
                      <a:pt x="3889" y="14343"/>
                      <a:pt x="3860" y="14343"/>
                    </a:cubicBezTo>
                    <a:cubicBezTo>
                      <a:pt x="3860" y="14316"/>
                      <a:pt x="3860" y="14288"/>
                      <a:pt x="3860" y="14260"/>
                    </a:cubicBezTo>
                    <a:cubicBezTo>
                      <a:pt x="3751" y="14260"/>
                      <a:pt x="3642" y="14260"/>
                      <a:pt x="3529" y="142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26" cap="flat">
                <a:noFill/>
              </a:ln>
            </p:spPr>
          </p:sp>
          <p:sp>
            <p:nvSpPr>
              <p:cNvPr id="2829" name="ICON_C_FIGURE_REPORT_path_002"/>
              <p:cNvSpPr/>
              <p:nvPr/>
            </p:nvSpPr>
            <p:spPr>
              <a:xfrm>
                <a:off x="10641515" y="7378473"/>
                <a:ext cx="195846" cy="221116"/>
              </a:xfrm>
              <a:custGeom>
                <a:avLst/>
                <a:gdLst/>
                <a:ahLst/>
                <a:cxnLst/>
                <a:rect l="0" t="0" r="r" b="b"/>
                <a:pathLst>
                  <a:path w="15421" h="17411" fill="norm" stroke="0">
                    <a:moveTo>
                      <a:pt x="912" y="0"/>
                    </a:moveTo>
                    <a:cubicBezTo>
                      <a:pt x="4606" y="0"/>
                      <a:pt x="8299" y="0"/>
                      <a:pt x="12105" y="0"/>
                    </a:cubicBezTo>
                    <a:cubicBezTo>
                      <a:pt x="12105" y="27"/>
                      <a:pt x="12105" y="55"/>
                      <a:pt x="12105" y="83"/>
                    </a:cubicBezTo>
                    <a:cubicBezTo>
                      <a:pt x="12187" y="83"/>
                      <a:pt x="12269" y="83"/>
                      <a:pt x="12353" y="83"/>
                    </a:cubicBezTo>
                    <a:cubicBezTo>
                      <a:pt x="12353" y="110"/>
                      <a:pt x="12353" y="138"/>
                      <a:pt x="12353" y="166"/>
                    </a:cubicBezTo>
                    <a:cubicBezTo>
                      <a:pt x="12381" y="166"/>
                      <a:pt x="12408" y="166"/>
                      <a:pt x="12436" y="166"/>
                    </a:cubicBezTo>
                    <a:cubicBezTo>
                      <a:pt x="12436" y="193"/>
                      <a:pt x="12436" y="221"/>
                      <a:pt x="12436" y="249"/>
                    </a:cubicBezTo>
                    <a:cubicBezTo>
                      <a:pt x="12449" y="247"/>
                      <a:pt x="12461" y="246"/>
                      <a:pt x="12474" y="245"/>
                    </a:cubicBezTo>
                    <a:cubicBezTo>
                      <a:pt x="12519" y="249"/>
                      <a:pt x="12519" y="249"/>
                      <a:pt x="12552" y="277"/>
                    </a:cubicBezTo>
                    <a:cubicBezTo>
                      <a:pt x="12557" y="283"/>
                      <a:pt x="12557" y="283"/>
                      <a:pt x="12583" y="315"/>
                    </a:cubicBezTo>
                    <a:cubicBezTo>
                      <a:pt x="12595" y="330"/>
                      <a:pt x="12607" y="344"/>
                      <a:pt x="12619" y="358"/>
                    </a:cubicBezTo>
                    <a:cubicBezTo>
                      <a:pt x="12625" y="366"/>
                      <a:pt x="12625" y="366"/>
                      <a:pt x="12656" y="404"/>
                    </a:cubicBezTo>
                    <a:cubicBezTo>
                      <a:pt x="12754" y="520"/>
                      <a:pt x="12849" y="620"/>
                      <a:pt x="12970" y="710"/>
                    </a:cubicBezTo>
                    <a:cubicBezTo>
                      <a:pt x="13020" y="749"/>
                      <a:pt x="13067" y="790"/>
                      <a:pt x="13112" y="834"/>
                    </a:cubicBezTo>
                    <a:cubicBezTo>
                      <a:pt x="13126" y="847"/>
                      <a:pt x="13139" y="860"/>
                      <a:pt x="13153" y="873"/>
                    </a:cubicBezTo>
                    <a:cubicBezTo>
                      <a:pt x="13187" y="918"/>
                      <a:pt x="13189" y="940"/>
                      <a:pt x="13182" y="995"/>
                    </a:cubicBezTo>
                    <a:cubicBezTo>
                      <a:pt x="13195" y="994"/>
                      <a:pt x="13208" y="993"/>
                      <a:pt x="13220" y="991"/>
                    </a:cubicBezTo>
                    <a:cubicBezTo>
                      <a:pt x="13265" y="995"/>
                      <a:pt x="13265" y="995"/>
                      <a:pt x="13294" y="1018"/>
                    </a:cubicBezTo>
                    <a:cubicBezTo>
                      <a:pt x="13302" y="1028"/>
                      <a:pt x="13311" y="1039"/>
                      <a:pt x="13320" y="1050"/>
                    </a:cubicBezTo>
                    <a:cubicBezTo>
                      <a:pt x="13330" y="1063"/>
                      <a:pt x="13341" y="1075"/>
                      <a:pt x="13351" y="1088"/>
                    </a:cubicBezTo>
                    <a:cubicBezTo>
                      <a:pt x="13357" y="1095"/>
                      <a:pt x="13357" y="1095"/>
                      <a:pt x="13386" y="1130"/>
                    </a:cubicBezTo>
                    <a:cubicBezTo>
                      <a:pt x="13412" y="1161"/>
                      <a:pt x="13438" y="1192"/>
                      <a:pt x="13464" y="1222"/>
                    </a:cubicBezTo>
                    <a:cubicBezTo>
                      <a:pt x="13471" y="1231"/>
                      <a:pt x="13478" y="1239"/>
                      <a:pt x="13485" y="1247"/>
                    </a:cubicBezTo>
                    <a:cubicBezTo>
                      <a:pt x="13580" y="1356"/>
                      <a:pt x="13682" y="1458"/>
                      <a:pt x="13784" y="1560"/>
                    </a:cubicBezTo>
                    <a:cubicBezTo>
                      <a:pt x="13789" y="1565"/>
                      <a:pt x="13789" y="1565"/>
                      <a:pt x="13814" y="1591"/>
                    </a:cubicBezTo>
                    <a:cubicBezTo>
                      <a:pt x="13866" y="1643"/>
                      <a:pt x="13919" y="1695"/>
                      <a:pt x="13971" y="1748"/>
                    </a:cubicBezTo>
                    <a:cubicBezTo>
                      <a:pt x="14024" y="1801"/>
                      <a:pt x="14078" y="1854"/>
                      <a:pt x="14131" y="1907"/>
                    </a:cubicBezTo>
                    <a:cubicBezTo>
                      <a:pt x="14172" y="1949"/>
                      <a:pt x="14214" y="1991"/>
                      <a:pt x="14256" y="2033"/>
                    </a:cubicBezTo>
                    <a:cubicBezTo>
                      <a:pt x="14276" y="2052"/>
                      <a:pt x="14295" y="2072"/>
                      <a:pt x="14315" y="2092"/>
                    </a:cubicBezTo>
                    <a:cubicBezTo>
                      <a:pt x="14429" y="2207"/>
                      <a:pt x="14547" y="2315"/>
                      <a:pt x="14673" y="2417"/>
                    </a:cubicBezTo>
                    <a:cubicBezTo>
                      <a:pt x="14763" y="2490"/>
                      <a:pt x="14837" y="2571"/>
                      <a:pt x="14911" y="2661"/>
                    </a:cubicBezTo>
                    <a:cubicBezTo>
                      <a:pt x="15048" y="2828"/>
                      <a:pt x="15048" y="2828"/>
                      <a:pt x="15149" y="2885"/>
                    </a:cubicBezTo>
                    <a:cubicBezTo>
                      <a:pt x="15172" y="2902"/>
                      <a:pt x="15172" y="2902"/>
                      <a:pt x="15180" y="2948"/>
                    </a:cubicBezTo>
                    <a:cubicBezTo>
                      <a:pt x="15179" y="2954"/>
                      <a:pt x="15179" y="2954"/>
                      <a:pt x="15172" y="2985"/>
                    </a:cubicBezTo>
                    <a:cubicBezTo>
                      <a:pt x="15200" y="2985"/>
                      <a:pt x="15227" y="2985"/>
                      <a:pt x="15255" y="2985"/>
                    </a:cubicBezTo>
                    <a:cubicBezTo>
                      <a:pt x="15255" y="3039"/>
                      <a:pt x="15255" y="3094"/>
                      <a:pt x="15255" y="3151"/>
                    </a:cubicBezTo>
                    <a:cubicBezTo>
                      <a:pt x="15282" y="3151"/>
                      <a:pt x="15310" y="3151"/>
                      <a:pt x="15338" y="3151"/>
                    </a:cubicBezTo>
                    <a:cubicBezTo>
                      <a:pt x="15338" y="3205"/>
                      <a:pt x="15338" y="3260"/>
                      <a:pt x="15338" y="3316"/>
                    </a:cubicBezTo>
                    <a:cubicBezTo>
                      <a:pt x="15365" y="3316"/>
                      <a:pt x="15393" y="3316"/>
                      <a:pt x="15421" y="3316"/>
                    </a:cubicBezTo>
                    <a:cubicBezTo>
                      <a:pt x="15421" y="7667"/>
                      <a:pt x="15421" y="12017"/>
                      <a:pt x="15421" y="16499"/>
                    </a:cubicBezTo>
                    <a:cubicBezTo>
                      <a:pt x="15394" y="16499"/>
                      <a:pt x="15366" y="16499"/>
                      <a:pt x="15338" y="16499"/>
                    </a:cubicBezTo>
                    <a:cubicBezTo>
                      <a:pt x="15338" y="16581"/>
                      <a:pt x="15338" y="16663"/>
                      <a:pt x="15338" y="16747"/>
                    </a:cubicBezTo>
                    <a:cubicBezTo>
                      <a:pt x="15311" y="16747"/>
                      <a:pt x="15283" y="16747"/>
                      <a:pt x="15255" y="16747"/>
                    </a:cubicBezTo>
                    <a:cubicBezTo>
                      <a:pt x="15255" y="16802"/>
                      <a:pt x="15255" y="16857"/>
                      <a:pt x="15255" y="16913"/>
                    </a:cubicBezTo>
                    <a:cubicBezTo>
                      <a:pt x="15228" y="16913"/>
                      <a:pt x="15200" y="16913"/>
                      <a:pt x="15172" y="16913"/>
                    </a:cubicBezTo>
                    <a:cubicBezTo>
                      <a:pt x="15174" y="16925"/>
                      <a:pt x="15175" y="16937"/>
                      <a:pt x="15177" y="16949"/>
                    </a:cubicBezTo>
                    <a:cubicBezTo>
                      <a:pt x="15170" y="17013"/>
                      <a:pt x="15139" y="17042"/>
                      <a:pt x="15094" y="17084"/>
                    </a:cubicBezTo>
                    <a:cubicBezTo>
                      <a:pt x="15091" y="17088"/>
                      <a:pt x="15091" y="17088"/>
                      <a:pt x="15073" y="17107"/>
                    </a:cubicBezTo>
                    <a:cubicBezTo>
                      <a:pt x="15035" y="17144"/>
                      <a:pt x="15013" y="17161"/>
                      <a:pt x="14959" y="17167"/>
                    </a:cubicBezTo>
                    <a:cubicBezTo>
                      <a:pt x="14948" y="17165"/>
                      <a:pt x="14936" y="17164"/>
                      <a:pt x="14923" y="17162"/>
                    </a:cubicBezTo>
                    <a:cubicBezTo>
                      <a:pt x="14923" y="17189"/>
                      <a:pt x="14923" y="17217"/>
                      <a:pt x="14923" y="17245"/>
                    </a:cubicBezTo>
                    <a:cubicBezTo>
                      <a:pt x="14869" y="17245"/>
                      <a:pt x="14814" y="17245"/>
                      <a:pt x="14758" y="17245"/>
                    </a:cubicBezTo>
                    <a:cubicBezTo>
                      <a:pt x="14758" y="17272"/>
                      <a:pt x="14758" y="17300"/>
                      <a:pt x="14758" y="17328"/>
                    </a:cubicBezTo>
                    <a:cubicBezTo>
                      <a:pt x="14703" y="17328"/>
                      <a:pt x="14648" y="17328"/>
                      <a:pt x="14592" y="17328"/>
                    </a:cubicBezTo>
                    <a:cubicBezTo>
                      <a:pt x="14592" y="17355"/>
                      <a:pt x="14592" y="17383"/>
                      <a:pt x="14592" y="17411"/>
                    </a:cubicBezTo>
                    <a:cubicBezTo>
                      <a:pt x="10050" y="17411"/>
                      <a:pt x="5508" y="17411"/>
                      <a:pt x="829" y="17411"/>
                    </a:cubicBezTo>
                    <a:cubicBezTo>
                      <a:pt x="829" y="17383"/>
                      <a:pt x="829" y="17356"/>
                      <a:pt x="829" y="17328"/>
                    </a:cubicBezTo>
                    <a:cubicBezTo>
                      <a:pt x="774" y="17328"/>
                      <a:pt x="720" y="17328"/>
                      <a:pt x="663" y="17328"/>
                    </a:cubicBezTo>
                    <a:cubicBezTo>
                      <a:pt x="663" y="17300"/>
                      <a:pt x="663" y="17273"/>
                      <a:pt x="663" y="17245"/>
                    </a:cubicBezTo>
                    <a:cubicBezTo>
                      <a:pt x="609" y="17245"/>
                      <a:pt x="554" y="17245"/>
                      <a:pt x="497" y="17245"/>
                    </a:cubicBezTo>
                    <a:cubicBezTo>
                      <a:pt x="497" y="17218"/>
                      <a:pt x="497" y="17190"/>
                      <a:pt x="497" y="17162"/>
                    </a:cubicBezTo>
                    <a:cubicBezTo>
                      <a:pt x="486" y="17164"/>
                      <a:pt x="474" y="17165"/>
                      <a:pt x="462" y="17167"/>
                    </a:cubicBezTo>
                    <a:cubicBezTo>
                      <a:pt x="398" y="17160"/>
                      <a:pt x="369" y="17128"/>
                      <a:pt x="326" y="17084"/>
                    </a:cubicBezTo>
                    <a:cubicBezTo>
                      <a:pt x="323" y="17081"/>
                      <a:pt x="323" y="17081"/>
                      <a:pt x="304" y="17062"/>
                    </a:cubicBezTo>
                    <a:cubicBezTo>
                      <a:pt x="266" y="17025"/>
                      <a:pt x="249" y="17003"/>
                      <a:pt x="244" y="16949"/>
                    </a:cubicBezTo>
                    <a:cubicBezTo>
                      <a:pt x="245" y="16937"/>
                      <a:pt x="247" y="16925"/>
                      <a:pt x="249" y="16913"/>
                    </a:cubicBezTo>
                    <a:cubicBezTo>
                      <a:pt x="221" y="16913"/>
                      <a:pt x="194" y="16913"/>
                      <a:pt x="166" y="16913"/>
                    </a:cubicBezTo>
                    <a:cubicBezTo>
                      <a:pt x="166" y="16859"/>
                      <a:pt x="166" y="16804"/>
                      <a:pt x="166" y="16747"/>
                    </a:cubicBezTo>
                    <a:cubicBezTo>
                      <a:pt x="138" y="16747"/>
                      <a:pt x="111" y="16747"/>
                      <a:pt x="83" y="16747"/>
                    </a:cubicBezTo>
                    <a:cubicBezTo>
                      <a:pt x="83" y="11631"/>
                      <a:pt x="83" y="6515"/>
                      <a:pt x="83" y="1244"/>
                    </a:cubicBezTo>
                    <a:cubicBezTo>
                      <a:pt x="56" y="1244"/>
                      <a:pt x="28" y="1244"/>
                      <a:pt x="0" y="1244"/>
                    </a:cubicBezTo>
                    <a:cubicBezTo>
                      <a:pt x="0" y="1162"/>
                      <a:pt x="0" y="1079"/>
                      <a:pt x="0" y="995"/>
                    </a:cubicBezTo>
                    <a:cubicBezTo>
                      <a:pt x="27" y="995"/>
                      <a:pt x="55" y="995"/>
                      <a:pt x="83" y="995"/>
                    </a:cubicBezTo>
                    <a:cubicBezTo>
                      <a:pt x="83" y="885"/>
                      <a:pt x="83" y="776"/>
                      <a:pt x="83" y="663"/>
                    </a:cubicBezTo>
                    <a:cubicBezTo>
                      <a:pt x="110" y="663"/>
                      <a:pt x="138" y="663"/>
                      <a:pt x="166" y="663"/>
                    </a:cubicBezTo>
                    <a:cubicBezTo>
                      <a:pt x="166" y="609"/>
                      <a:pt x="166" y="554"/>
                      <a:pt x="166" y="497"/>
                    </a:cubicBezTo>
                    <a:cubicBezTo>
                      <a:pt x="193" y="497"/>
                      <a:pt x="221" y="497"/>
                      <a:pt x="249" y="497"/>
                    </a:cubicBezTo>
                    <a:cubicBezTo>
                      <a:pt x="247" y="486"/>
                      <a:pt x="246" y="474"/>
                      <a:pt x="244" y="462"/>
                    </a:cubicBezTo>
                    <a:cubicBezTo>
                      <a:pt x="250" y="398"/>
                      <a:pt x="282" y="369"/>
                      <a:pt x="326" y="326"/>
                    </a:cubicBezTo>
                    <a:cubicBezTo>
                      <a:pt x="334" y="319"/>
                      <a:pt x="341" y="311"/>
                      <a:pt x="348" y="304"/>
                    </a:cubicBezTo>
                    <a:cubicBezTo>
                      <a:pt x="386" y="266"/>
                      <a:pt x="408" y="249"/>
                      <a:pt x="462" y="244"/>
                    </a:cubicBezTo>
                    <a:cubicBezTo>
                      <a:pt x="473" y="245"/>
                      <a:pt x="485" y="247"/>
                      <a:pt x="497" y="249"/>
                    </a:cubicBezTo>
                    <a:cubicBezTo>
                      <a:pt x="497" y="221"/>
                      <a:pt x="497" y="194"/>
                      <a:pt x="497" y="166"/>
                    </a:cubicBezTo>
                    <a:cubicBezTo>
                      <a:pt x="642" y="97"/>
                      <a:pt x="751" y="71"/>
                      <a:pt x="912" y="83"/>
                    </a:cubicBezTo>
                    <a:cubicBezTo>
                      <a:pt x="912" y="56"/>
                      <a:pt x="912" y="28"/>
                      <a:pt x="912" y="0"/>
                    </a:cubicBezTo>
                    <a:close/>
                    <a:moveTo>
                      <a:pt x="1658" y="497"/>
                    </a:moveTo>
                    <a:cubicBezTo>
                      <a:pt x="1644" y="511"/>
                      <a:pt x="1631" y="525"/>
                      <a:pt x="1617" y="539"/>
                    </a:cubicBezTo>
                    <a:cubicBezTo>
                      <a:pt x="1585" y="545"/>
                      <a:pt x="1585" y="545"/>
                      <a:pt x="1547" y="547"/>
                    </a:cubicBezTo>
                    <a:cubicBezTo>
                      <a:pt x="1533" y="548"/>
                      <a:pt x="1519" y="549"/>
                      <a:pt x="1505" y="550"/>
                    </a:cubicBezTo>
                    <a:cubicBezTo>
                      <a:pt x="1489" y="551"/>
                      <a:pt x="1474" y="551"/>
                      <a:pt x="1459" y="552"/>
                    </a:cubicBezTo>
                    <a:cubicBezTo>
                      <a:pt x="1443" y="553"/>
                      <a:pt x="1427" y="554"/>
                      <a:pt x="1411" y="555"/>
                    </a:cubicBezTo>
                    <a:cubicBezTo>
                      <a:pt x="1361" y="557"/>
                      <a:pt x="1312" y="560"/>
                      <a:pt x="1262" y="562"/>
                    </a:cubicBezTo>
                    <a:cubicBezTo>
                      <a:pt x="1228" y="564"/>
                      <a:pt x="1194" y="566"/>
                      <a:pt x="1160" y="568"/>
                    </a:cubicBezTo>
                    <a:cubicBezTo>
                      <a:pt x="1078" y="572"/>
                      <a:pt x="995" y="576"/>
                      <a:pt x="912" y="580"/>
                    </a:cubicBezTo>
                    <a:cubicBezTo>
                      <a:pt x="912" y="608"/>
                      <a:pt x="912" y="635"/>
                      <a:pt x="912" y="663"/>
                    </a:cubicBezTo>
                    <a:cubicBezTo>
                      <a:pt x="885" y="663"/>
                      <a:pt x="857" y="663"/>
                      <a:pt x="829" y="663"/>
                    </a:cubicBezTo>
                    <a:cubicBezTo>
                      <a:pt x="829" y="691"/>
                      <a:pt x="829" y="718"/>
                      <a:pt x="829" y="746"/>
                    </a:cubicBezTo>
                    <a:cubicBezTo>
                      <a:pt x="802" y="746"/>
                      <a:pt x="774" y="746"/>
                      <a:pt x="746" y="746"/>
                    </a:cubicBezTo>
                    <a:cubicBezTo>
                      <a:pt x="746" y="774"/>
                      <a:pt x="746" y="801"/>
                      <a:pt x="746" y="829"/>
                    </a:cubicBezTo>
                    <a:cubicBezTo>
                      <a:pt x="719" y="829"/>
                      <a:pt x="691" y="829"/>
                      <a:pt x="663" y="829"/>
                    </a:cubicBezTo>
                    <a:cubicBezTo>
                      <a:pt x="663" y="6000"/>
                      <a:pt x="663" y="11171"/>
                      <a:pt x="663" y="16499"/>
                    </a:cubicBezTo>
                    <a:cubicBezTo>
                      <a:pt x="691" y="16499"/>
                      <a:pt x="718" y="16499"/>
                      <a:pt x="746" y="16499"/>
                    </a:cubicBezTo>
                    <a:cubicBezTo>
                      <a:pt x="746" y="16553"/>
                      <a:pt x="746" y="16608"/>
                      <a:pt x="746" y="16665"/>
                    </a:cubicBezTo>
                    <a:cubicBezTo>
                      <a:pt x="774" y="16665"/>
                      <a:pt x="801" y="16665"/>
                      <a:pt x="829" y="16665"/>
                    </a:cubicBezTo>
                    <a:cubicBezTo>
                      <a:pt x="828" y="16677"/>
                      <a:pt x="827" y="16690"/>
                      <a:pt x="825" y="16703"/>
                    </a:cubicBezTo>
                    <a:cubicBezTo>
                      <a:pt x="829" y="16747"/>
                      <a:pt x="829" y="16747"/>
                      <a:pt x="854" y="16773"/>
                    </a:cubicBezTo>
                    <a:cubicBezTo>
                      <a:pt x="1004" y="16853"/>
                      <a:pt x="1162" y="16844"/>
                      <a:pt x="1327" y="16846"/>
                    </a:cubicBezTo>
                    <a:cubicBezTo>
                      <a:pt x="1359" y="16847"/>
                      <a:pt x="1391" y="16847"/>
                      <a:pt x="1424" y="16848"/>
                    </a:cubicBezTo>
                    <a:cubicBezTo>
                      <a:pt x="1508" y="16850"/>
                      <a:pt x="1592" y="16852"/>
                      <a:pt x="1676" y="16853"/>
                    </a:cubicBezTo>
                    <a:cubicBezTo>
                      <a:pt x="1812" y="16855"/>
                      <a:pt x="1947" y="16858"/>
                      <a:pt x="2082" y="16861"/>
                    </a:cubicBezTo>
                    <a:cubicBezTo>
                      <a:pt x="2130" y="16862"/>
                      <a:pt x="2177" y="16862"/>
                      <a:pt x="2224" y="16863"/>
                    </a:cubicBezTo>
                    <a:cubicBezTo>
                      <a:pt x="2253" y="16863"/>
                      <a:pt x="2282" y="16864"/>
                      <a:pt x="2311" y="16865"/>
                    </a:cubicBezTo>
                    <a:cubicBezTo>
                      <a:pt x="2324" y="16865"/>
                      <a:pt x="2337" y="16865"/>
                      <a:pt x="2350" y="16865"/>
                    </a:cubicBezTo>
                    <a:cubicBezTo>
                      <a:pt x="2441" y="16867"/>
                      <a:pt x="2441" y="16867"/>
                      <a:pt x="2487" y="16913"/>
                    </a:cubicBezTo>
                    <a:cubicBezTo>
                      <a:pt x="2531" y="16917"/>
                      <a:pt x="2573" y="16919"/>
                      <a:pt x="2617" y="16919"/>
                    </a:cubicBezTo>
                    <a:cubicBezTo>
                      <a:pt x="2630" y="16919"/>
                      <a:pt x="2642" y="16919"/>
                      <a:pt x="2655" y="16919"/>
                    </a:cubicBezTo>
                    <a:cubicBezTo>
                      <a:pt x="2682" y="16919"/>
                      <a:pt x="2709" y="16919"/>
                      <a:pt x="2736" y="16919"/>
                    </a:cubicBezTo>
                    <a:cubicBezTo>
                      <a:pt x="2777" y="16918"/>
                      <a:pt x="2818" y="16919"/>
                      <a:pt x="2860" y="16919"/>
                    </a:cubicBezTo>
                    <a:cubicBezTo>
                      <a:pt x="2886" y="16919"/>
                      <a:pt x="2912" y="16919"/>
                      <a:pt x="2938" y="16919"/>
                    </a:cubicBezTo>
                    <a:cubicBezTo>
                      <a:pt x="2950" y="16919"/>
                      <a:pt x="2963" y="16919"/>
                      <a:pt x="2975" y="16919"/>
                    </a:cubicBezTo>
                    <a:cubicBezTo>
                      <a:pt x="3063" y="16918"/>
                      <a:pt x="3063" y="16918"/>
                      <a:pt x="3109" y="16872"/>
                    </a:cubicBezTo>
                    <a:cubicBezTo>
                      <a:pt x="3149" y="16868"/>
                      <a:pt x="3187" y="16866"/>
                      <a:pt x="3227" y="16867"/>
                    </a:cubicBezTo>
                    <a:cubicBezTo>
                      <a:pt x="3239" y="16866"/>
                      <a:pt x="3251" y="16866"/>
                      <a:pt x="3264" y="16866"/>
                    </a:cubicBezTo>
                    <a:cubicBezTo>
                      <a:pt x="3305" y="16866"/>
                      <a:pt x="3346" y="16866"/>
                      <a:pt x="3387" y="16866"/>
                    </a:cubicBezTo>
                    <a:cubicBezTo>
                      <a:pt x="3416" y="16866"/>
                      <a:pt x="3446" y="16866"/>
                      <a:pt x="3475" y="16866"/>
                    </a:cubicBezTo>
                    <a:cubicBezTo>
                      <a:pt x="3555" y="16866"/>
                      <a:pt x="3635" y="16866"/>
                      <a:pt x="3715" y="16866"/>
                    </a:cubicBezTo>
                    <a:cubicBezTo>
                      <a:pt x="3798" y="16866"/>
                      <a:pt x="3881" y="16866"/>
                      <a:pt x="3965" y="16866"/>
                    </a:cubicBezTo>
                    <a:cubicBezTo>
                      <a:pt x="4105" y="16866"/>
                      <a:pt x="4245" y="16866"/>
                      <a:pt x="4385" y="16866"/>
                    </a:cubicBezTo>
                    <a:cubicBezTo>
                      <a:pt x="4547" y="16867"/>
                      <a:pt x="4709" y="16867"/>
                      <a:pt x="4871" y="16866"/>
                    </a:cubicBezTo>
                    <a:cubicBezTo>
                      <a:pt x="5011" y="16866"/>
                      <a:pt x="5150" y="16866"/>
                      <a:pt x="5289" y="16866"/>
                    </a:cubicBezTo>
                    <a:cubicBezTo>
                      <a:pt x="5372" y="16866"/>
                      <a:pt x="5455" y="16866"/>
                      <a:pt x="5538" y="16866"/>
                    </a:cubicBezTo>
                    <a:cubicBezTo>
                      <a:pt x="5616" y="16866"/>
                      <a:pt x="5694" y="16866"/>
                      <a:pt x="5772" y="16866"/>
                    </a:cubicBezTo>
                    <a:cubicBezTo>
                      <a:pt x="5801" y="16866"/>
                      <a:pt x="5830" y="16866"/>
                      <a:pt x="5858" y="16866"/>
                    </a:cubicBezTo>
                    <a:cubicBezTo>
                      <a:pt x="5898" y="16866"/>
                      <a:pt x="5937" y="16866"/>
                      <a:pt x="5976" y="16867"/>
                    </a:cubicBezTo>
                    <a:cubicBezTo>
                      <a:pt x="5987" y="16866"/>
                      <a:pt x="5999" y="16866"/>
                      <a:pt x="6010" y="16866"/>
                    </a:cubicBezTo>
                    <a:cubicBezTo>
                      <a:pt x="6089" y="16867"/>
                      <a:pt x="6089" y="16867"/>
                      <a:pt x="6135" y="16913"/>
                    </a:cubicBezTo>
                    <a:cubicBezTo>
                      <a:pt x="6178" y="16917"/>
                      <a:pt x="6217" y="16919"/>
                      <a:pt x="6260" y="16918"/>
                    </a:cubicBezTo>
                    <a:cubicBezTo>
                      <a:pt x="6271" y="16919"/>
                      <a:pt x="6282" y="16919"/>
                      <a:pt x="6294" y="16919"/>
                    </a:cubicBezTo>
                    <a:cubicBezTo>
                      <a:pt x="6379" y="16919"/>
                      <a:pt x="6379" y="16919"/>
                      <a:pt x="6425" y="16872"/>
                    </a:cubicBezTo>
                    <a:cubicBezTo>
                      <a:pt x="6469" y="16868"/>
                      <a:pt x="6511" y="16866"/>
                      <a:pt x="6555" y="16866"/>
                    </a:cubicBezTo>
                    <a:cubicBezTo>
                      <a:pt x="6568" y="16866"/>
                      <a:pt x="6582" y="16866"/>
                      <a:pt x="6596" y="16866"/>
                    </a:cubicBezTo>
                    <a:cubicBezTo>
                      <a:pt x="6642" y="16866"/>
                      <a:pt x="6687" y="16866"/>
                      <a:pt x="6733" y="16866"/>
                    </a:cubicBezTo>
                    <a:cubicBezTo>
                      <a:pt x="6766" y="16866"/>
                      <a:pt x="6799" y="16866"/>
                      <a:pt x="6832" y="16865"/>
                    </a:cubicBezTo>
                    <a:cubicBezTo>
                      <a:pt x="6923" y="16865"/>
                      <a:pt x="7013" y="16865"/>
                      <a:pt x="7104" y="16865"/>
                    </a:cubicBezTo>
                    <a:cubicBezTo>
                      <a:pt x="7202" y="16865"/>
                      <a:pt x="7300" y="16864"/>
                      <a:pt x="7398" y="16864"/>
                    </a:cubicBezTo>
                    <a:cubicBezTo>
                      <a:pt x="7567" y="16863"/>
                      <a:pt x="7737" y="16863"/>
                      <a:pt x="7906" y="16862"/>
                    </a:cubicBezTo>
                    <a:cubicBezTo>
                      <a:pt x="8163" y="16862"/>
                      <a:pt x="8420" y="16861"/>
                      <a:pt x="8677" y="16860"/>
                    </a:cubicBezTo>
                    <a:cubicBezTo>
                      <a:pt x="8779" y="16859"/>
                      <a:pt x="8882" y="16859"/>
                      <a:pt x="8985" y="16859"/>
                    </a:cubicBezTo>
                    <a:cubicBezTo>
                      <a:pt x="8997" y="16859"/>
                      <a:pt x="9008" y="16858"/>
                      <a:pt x="9020" y="16858"/>
                    </a:cubicBezTo>
                    <a:cubicBezTo>
                      <a:pt x="9293" y="16857"/>
                      <a:pt x="9565" y="16856"/>
                      <a:pt x="9838" y="16856"/>
                    </a:cubicBezTo>
                    <a:cubicBezTo>
                      <a:pt x="9850" y="16855"/>
                      <a:pt x="9862" y="16855"/>
                      <a:pt x="9874" y="16855"/>
                    </a:cubicBezTo>
                    <a:cubicBezTo>
                      <a:pt x="10152" y="16854"/>
                      <a:pt x="10430" y="16854"/>
                      <a:pt x="10708" y="16853"/>
                    </a:cubicBezTo>
                    <a:cubicBezTo>
                      <a:pt x="10720" y="16853"/>
                      <a:pt x="10732" y="16853"/>
                      <a:pt x="10744" y="16853"/>
                    </a:cubicBezTo>
                    <a:cubicBezTo>
                      <a:pt x="10805" y="16853"/>
                      <a:pt x="10865" y="16852"/>
                      <a:pt x="10925" y="16852"/>
                    </a:cubicBezTo>
                    <a:cubicBezTo>
                      <a:pt x="10937" y="16852"/>
                      <a:pt x="10949" y="16852"/>
                      <a:pt x="10961" y="16852"/>
                    </a:cubicBezTo>
                    <a:cubicBezTo>
                      <a:pt x="10985" y="16852"/>
                      <a:pt x="11010" y="16852"/>
                      <a:pt x="11034" y="16852"/>
                    </a:cubicBezTo>
                    <a:cubicBezTo>
                      <a:pt x="11431" y="16851"/>
                      <a:pt x="11828" y="16849"/>
                      <a:pt x="12226" y="16848"/>
                    </a:cubicBezTo>
                    <a:cubicBezTo>
                      <a:pt x="12282" y="16848"/>
                      <a:pt x="12338" y="16847"/>
                      <a:pt x="12394" y="16847"/>
                    </a:cubicBezTo>
                    <a:cubicBezTo>
                      <a:pt x="12405" y="16847"/>
                      <a:pt x="12416" y="16847"/>
                      <a:pt x="12428" y="16847"/>
                    </a:cubicBezTo>
                    <a:cubicBezTo>
                      <a:pt x="12606" y="16846"/>
                      <a:pt x="12783" y="16846"/>
                      <a:pt x="12961" y="16845"/>
                    </a:cubicBezTo>
                    <a:cubicBezTo>
                      <a:pt x="13140" y="16845"/>
                      <a:pt x="13319" y="16845"/>
                      <a:pt x="13497" y="16844"/>
                    </a:cubicBezTo>
                    <a:cubicBezTo>
                      <a:pt x="13594" y="16843"/>
                      <a:pt x="13691" y="16843"/>
                      <a:pt x="13788" y="16843"/>
                    </a:cubicBezTo>
                    <a:cubicBezTo>
                      <a:pt x="13876" y="16843"/>
                      <a:pt x="13965" y="16843"/>
                      <a:pt x="14054" y="16842"/>
                    </a:cubicBezTo>
                    <a:cubicBezTo>
                      <a:pt x="14086" y="16842"/>
                      <a:pt x="14118" y="16842"/>
                      <a:pt x="14150" y="16842"/>
                    </a:cubicBezTo>
                    <a:cubicBezTo>
                      <a:pt x="14436" y="16843"/>
                      <a:pt x="14436" y="16843"/>
                      <a:pt x="14567" y="16773"/>
                    </a:cubicBezTo>
                    <a:cubicBezTo>
                      <a:pt x="14592" y="16747"/>
                      <a:pt x="14592" y="16747"/>
                      <a:pt x="14596" y="16703"/>
                    </a:cubicBezTo>
                    <a:cubicBezTo>
                      <a:pt x="14594" y="16690"/>
                      <a:pt x="14593" y="16678"/>
                      <a:pt x="14592" y="16665"/>
                    </a:cubicBezTo>
                    <a:cubicBezTo>
                      <a:pt x="14605" y="16666"/>
                      <a:pt x="14617" y="16668"/>
                      <a:pt x="14630" y="16669"/>
                    </a:cubicBezTo>
                    <a:cubicBezTo>
                      <a:pt x="14675" y="16665"/>
                      <a:pt x="14675" y="16665"/>
                      <a:pt x="14701" y="16634"/>
                    </a:cubicBezTo>
                    <a:cubicBezTo>
                      <a:pt x="14751" y="16530"/>
                      <a:pt x="14769" y="16448"/>
                      <a:pt x="14758" y="16333"/>
                    </a:cubicBezTo>
                    <a:cubicBezTo>
                      <a:pt x="14785" y="16333"/>
                      <a:pt x="14812" y="16333"/>
                      <a:pt x="14841" y="16333"/>
                    </a:cubicBezTo>
                    <a:cubicBezTo>
                      <a:pt x="14841" y="13460"/>
                      <a:pt x="14841" y="10587"/>
                      <a:pt x="14841" y="7628"/>
                    </a:cubicBezTo>
                    <a:cubicBezTo>
                      <a:pt x="14868" y="7628"/>
                      <a:pt x="14895" y="7628"/>
                      <a:pt x="14923" y="7628"/>
                    </a:cubicBezTo>
                    <a:cubicBezTo>
                      <a:pt x="14923" y="7327"/>
                      <a:pt x="14923" y="7026"/>
                      <a:pt x="14923" y="6716"/>
                    </a:cubicBezTo>
                    <a:cubicBezTo>
                      <a:pt x="14896" y="6716"/>
                      <a:pt x="14869" y="6716"/>
                      <a:pt x="14841" y="6716"/>
                    </a:cubicBezTo>
                    <a:cubicBezTo>
                      <a:pt x="14841" y="6278"/>
                      <a:pt x="14841" y="5840"/>
                      <a:pt x="14841" y="5389"/>
                    </a:cubicBezTo>
                    <a:cubicBezTo>
                      <a:pt x="14868" y="5389"/>
                      <a:pt x="14895" y="5389"/>
                      <a:pt x="14923" y="5389"/>
                    </a:cubicBezTo>
                    <a:cubicBezTo>
                      <a:pt x="14923" y="5362"/>
                      <a:pt x="14923" y="5334"/>
                      <a:pt x="14923" y="5306"/>
                    </a:cubicBezTo>
                    <a:cubicBezTo>
                      <a:pt x="14978" y="5306"/>
                      <a:pt x="15033" y="5306"/>
                      <a:pt x="15089" y="5306"/>
                    </a:cubicBezTo>
                    <a:cubicBezTo>
                      <a:pt x="15089" y="5142"/>
                      <a:pt x="15089" y="4978"/>
                      <a:pt x="15089" y="4809"/>
                    </a:cubicBezTo>
                    <a:cubicBezTo>
                      <a:pt x="15035" y="4809"/>
                      <a:pt x="14980" y="4809"/>
                      <a:pt x="14923" y="4809"/>
                    </a:cubicBezTo>
                    <a:cubicBezTo>
                      <a:pt x="14923" y="4781"/>
                      <a:pt x="14923" y="4754"/>
                      <a:pt x="14923" y="4726"/>
                    </a:cubicBezTo>
                    <a:cubicBezTo>
                      <a:pt x="14896" y="4726"/>
                      <a:pt x="14869" y="4726"/>
                      <a:pt x="14841" y="4726"/>
                    </a:cubicBezTo>
                    <a:cubicBezTo>
                      <a:pt x="14841" y="4452"/>
                      <a:pt x="14841" y="4179"/>
                      <a:pt x="14841" y="3897"/>
                    </a:cubicBezTo>
                    <a:cubicBezTo>
                      <a:pt x="14868" y="3897"/>
                      <a:pt x="14895" y="3897"/>
                      <a:pt x="14923" y="3897"/>
                    </a:cubicBezTo>
                    <a:cubicBezTo>
                      <a:pt x="14923" y="3842"/>
                      <a:pt x="14923" y="3787"/>
                      <a:pt x="14923" y="3731"/>
                    </a:cubicBezTo>
                    <a:cubicBezTo>
                      <a:pt x="14869" y="3731"/>
                      <a:pt x="14814" y="3731"/>
                      <a:pt x="14758" y="3731"/>
                    </a:cubicBezTo>
                    <a:cubicBezTo>
                      <a:pt x="14758" y="3704"/>
                      <a:pt x="14758" y="3676"/>
                      <a:pt x="14758" y="3648"/>
                    </a:cubicBezTo>
                    <a:cubicBezTo>
                      <a:pt x="14744" y="3648"/>
                      <a:pt x="14731" y="3648"/>
                      <a:pt x="14718" y="3648"/>
                    </a:cubicBezTo>
                    <a:cubicBezTo>
                      <a:pt x="14395" y="3646"/>
                      <a:pt x="14072" y="3644"/>
                      <a:pt x="13749" y="3640"/>
                    </a:cubicBezTo>
                    <a:cubicBezTo>
                      <a:pt x="13593" y="3639"/>
                      <a:pt x="13437" y="3637"/>
                      <a:pt x="13281" y="3637"/>
                    </a:cubicBezTo>
                    <a:cubicBezTo>
                      <a:pt x="13144" y="3636"/>
                      <a:pt x="13008" y="3635"/>
                      <a:pt x="12872" y="3633"/>
                    </a:cubicBezTo>
                    <a:cubicBezTo>
                      <a:pt x="12800" y="3632"/>
                      <a:pt x="12728" y="3632"/>
                      <a:pt x="12656" y="3632"/>
                    </a:cubicBezTo>
                    <a:cubicBezTo>
                      <a:pt x="12102" y="3632"/>
                      <a:pt x="12102" y="3632"/>
                      <a:pt x="11939" y="3484"/>
                    </a:cubicBezTo>
                    <a:cubicBezTo>
                      <a:pt x="11925" y="3470"/>
                      <a:pt x="11911" y="3455"/>
                      <a:pt x="11897" y="3441"/>
                    </a:cubicBezTo>
                    <a:cubicBezTo>
                      <a:pt x="11890" y="3434"/>
                      <a:pt x="11890" y="3434"/>
                      <a:pt x="11853" y="3400"/>
                    </a:cubicBezTo>
                    <a:cubicBezTo>
                      <a:pt x="11693" y="3223"/>
                      <a:pt x="11717" y="2935"/>
                      <a:pt x="11714" y="2713"/>
                    </a:cubicBezTo>
                    <a:cubicBezTo>
                      <a:pt x="11714" y="2675"/>
                      <a:pt x="11713" y="2637"/>
                      <a:pt x="11712" y="2600"/>
                    </a:cubicBezTo>
                    <a:cubicBezTo>
                      <a:pt x="11710" y="2501"/>
                      <a:pt x="11708" y="2403"/>
                      <a:pt x="11707" y="2304"/>
                    </a:cubicBezTo>
                    <a:cubicBezTo>
                      <a:pt x="11705" y="2203"/>
                      <a:pt x="11703" y="2102"/>
                      <a:pt x="11701" y="2001"/>
                    </a:cubicBezTo>
                    <a:cubicBezTo>
                      <a:pt x="11697" y="1804"/>
                      <a:pt x="11693" y="1607"/>
                      <a:pt x="11690" y="1409"/>
                    </a:cubicBezTo>
                    <a:cubicBezTo>
                      <a:pt x="11717" y="1409"/>
                      <a:pt x="11745" y="1409"/>
                      <a:pt x="11773" y="1409"/>
                    </a:cubicBezTo>
                    <a:cubicBezTo>
                      <a:pt x="11777" y="1306"/>
                      <a:pt x="11780" y="1203"/>
                      <a:pt x="11782" y="1100"/>
                    </a:cubicBezTo>
                    <a:cubicBezTo>
                      <a:pt x="11783" y="1065"/>
                      <a:pt x="11784" y="1030"/>
                      <a:pt x="11785" y="995"/>
                    </a:cubicBezTo>
                    <a:cubicBezTo>
                      <a:pt x="11788" y="944"/>
                      <a:pt x="11788" y="893"/>
                      <a:pt x="11789" y="843"/>
                    </a:cubicBezTo>
                    <a:cubicBezTo>
                      <a:pt x="11790" y="827"/>
                      <a:pt x="11791" y="812"/>
                      <a:pt x="11792" y="796"/>
                    </a:cubicBezTo>
                    <a:cubicBezTo>
                      <a:pt x="11792" y="706"/>
                      <a:pt x="11770" y="642"/>
                      <a:pt x="11717" y="570"/>
                    </a:cubicBezTo>
                    <a:cubicBezTo>
                      <a:pt x="11575" y="443"/>
                      <a:pt x="11367" y="477"/>
                      <a:pt x="11189" y="481"/>
                    </a:cubicBezTo>
                    <a:cubicBezTo>
                      <a:pt x="11133" y="482"/>
                      <a:pt x="11078" y="482"/>
                      <a:pt x="11023" y="482"/>
                    </a:cubicBezTo>
                    <a:cubicBezTo>
                      <a:pt x="10918" y="482"/>
                      <a:pt x="10814" y="484"/>
                      <a:pt x="10709" y="486"/>
                    </a:cubicBezTo>
                    <a:cubicBezTo>
                      <a:pt x="10590" y="487"/>
                      <a:pt x="10471" y="488"/>
                      <a:pt x="10352" y="489"/>
                    </a:cubicBezTo>
                    <a:cubicBezTo>
                      <a:pt x="10107" y="491"/>
                      <a:pt x="9862" y="494"/>
                      <a:pt x="9617" y="497"/>
                    </a:cubicBezTo>
                    <a:cubicBezTo>
                      <a:pt x="9617" y="525"/>
                      <a:pt x="9617" y="552"/>
                      <a:pt x="9617" y="580"/>
                    </a:cubicBezTo>
                    <a:cubicBezTo>
                      <a:pt x="9342" y="576"/>
                      <a:pt x="9067" y="571"/>
                      <a:pt x="8793" y="566"/>
                    </a:cubicBezTo>
                    <a:cubicBezTo>
                      <a:pt x="8665" y="564"/>
                      <a:pt x="8537" y="562"/>
                      <a:pt x="8410" y="560"/>
                    </a:cubicBezTo>
                    <a:cubicBezTo>
                      <a:pt x="8298" y="558"/>
                      <a:pt x="8187" y="556"/>
                      <a:pt x="8076" y="554"/>
                    </a:cubicBezTo>
                    <a:cubicBezTo>
                      <a:pt x="8017" y="553"/>
                      <a:pt x="7958" y="552"/>
                      <a:pt x="7899" y="551"/>
                    </a:cubicBezTo>
                    <a:cubicBezTo>
                      <a:pt x="7844" y="550"/>
                      <a:pt x="7788" y="549"/>
                      <a:pt x="7733" y="548"/>
                    </a:cubicBezTo>
                    <a:cubicBezTo>
                      <a:pt x="7703" y="547"/>
                      <a:pt x="7673" y="547"/>
                      <a:pt x="7643" y="547"/>
                    </a:cubicBezTo>
                    <a:cubicBezTo>
                      <a:pt x="7625" y="546"/>
                      <a:pt x="7607" y="546"/>
                      <a:pt x="7588" y="545"/>
                    </a:cubicBezTo>
                    <a:cubicBezTo>
                      <a:pt x="7581" y="545"/>
                      <a:pt x="7581" y="545"/>
                      <a:pt x="7541" y="545"/>
                    </a:cubicBezTo>
                    <a:cubicBezTo>
                      <a:pt x="7503" y="539"/>
                      <a:pt x="7503" y="539"/>
                      <a:pt x="7462" y="497"/>
                    </a:cubicBezTo>
                    <a:cubicBezTo>
                      <a:pt x="7429" y="492"/>
                      <a:pt x="7429" y="492"/>
                      <a:pt x="7389" y="492"/>
                    </a:cubicBezTo>
                    <a:cubicBezTo>
                      <a:pt x="7374" y="492"/>
                      <a:pt x="7360" y="492"/>
                      <a:pt x="7344" y="492"/>
                    </a:cubicBezTo>
                    <a:cubicBezTo>
                      <a:pt x="7328" y="492"/>
                      <a:pt x="7312" y="492"/>
                      <a:pt x="7296" y="492"/>
                    </a:cubicBezTo>
                    <a:cubicBezTo>
                      <a:pt x="7288" y="492"/>
                      <a:pt x="7288" y="492"/>
                      <a:pt x="7246" y="492"/>
                    </a:cubicBezTo>
                    <a:cubicBezTo>
                      <a:pt x="7212" y="492"/>
                      <a:pt x="7177" y="492"/>
                      <a:pt x="7142" y="492"/>
                    </a:cubicBezTo>
                    <a:cubicBezTo>
                      <a:pt x="7089" y="492"/>
                      <a:pt x="7036" y="492"/>
                      <a:pt x="6982" y="492"/>
                    </a:cubicBezTo>
                    <a:cubicBezTo>
                      <a:pt x="6949" y="492"/>
                      <a:pt x="6915" y="492"/>
                      <a:pt x="6881" y="492"/>
                    </a:cubicBezTo>
                    <a:cubicBezTo>
                      <a:pt x="6873" y="492"/>
                      <a:pt x="6873" y="492"/>
                      <a:pt x="6833" y="492"/>
                    </a:cubicBezTo>
                    <a:cubicBezTo>
                      <a:pt x="6818" y="492"/>
                      <a:pt x="6803" y="492"/>
                      <a:pt x="6788" y="492"/>
                    </a:cubicBezTo>
                    <a:cubicBezTo>
                      <a:pt x="6782" y="492"/>
                      <a:pt x="6782" y="492"/>
                      <a:pt x="6749" y="492"/>
                    </a:cubicBezTo>
                    <a:cubicBezTo>
                      <a:pt x="6716" y="497"/>
                      <a:pt x="6716" y="497"/>
                      <a:pt x="6674" y="539"/>
                    </a:cubicBezTo>
                    <a:cubicBezTo>
                      <a:pt x="6640" y="544"/>
                      <a:pt x="6640" y="544"/>
                      <a:pt x="6599" y="544"/>
                    </a:cubicBezTo>
                    <a:cubicBezTo>
                      <a:pt x="6584" y="544"/>
                      <a:pt x="6570" y="544"/>
                      <a:pt x="6555" y="545"/>
                    </a:cubicBezTo>
                    <a:cubicBezTo>
                      <a:pt x="6539" y="544"/>
                      <a:pt x="6524" y="544"/>
                      <a:pt x="6508" y="544"/>
                    </a:cubicBezTo>
                    <a:cubicBezTo>
                      <a:pt x="6501" y="544"/>
                      <a:pt x="6501" y="544"/>
                      <a:pt x="6462" y="545"/>
                    </a:cubicBezTo>
                    <a:cubicBezTo>
                      <a:pt x="6447" y="544"/>
                      <a:pt x="6433" y="544"/>
                      <a:pt x="6418" y="544"/>
                    </a:cubicBezTo>
                    <a:cubicBezTo>
                      <a:pt x="6404" y="544"/>
                      <a:pt x="6391" y="544"/>
                      <a:pt x="6377" y="544"/>
                    </a:cubicBezTo>
                    <a:cubicBezTo>
                      <a:pt x="6342" y="539"/>
                      <a:pt x="6342" y="539"/>
                      <a:pt x="6301" y="497"/>
                    </a:cubicBezTo>
                    <a:cubicBezTo>
                      <a:pt x="6258" y="493"/>
                      <a:pt x="6219" y="492"/>
                      <a:pt x="6177" y="492"/>
                    </a:cubicBezTo>
                    <a:cubicBezTo>
                      <a:pt x="6171" y="492"/>
                      <a:pt x="6171" y="492"/>
                      <a:pt x="6142" y="492"/>
                    </a:cubicBezTo>
                    <a:cubicBezTo>
                      <a:pt x="6058" y="492"/>
                      <a:pt x="6058" y="492"/>
                      <a:pt x="6011" y="539"/>
                    </a:cubicBezTo>
                    <a:cubicBezTo>
                      <a:pt x="5976" y="544"/>
                      <a:pt x="5976" y="544"/>
                      <a:pt x="5936" y="544"/>
                    </a:cubicBezTo>
                    <a:cubicBezTo>
                      <a:pt x="5921" y="544"/>
                      <a:pt x="5906" y="544"/>
                      <a:pt x="5891" y="545"/>
                    </a:cubicBezTo>
                    <a:cubicBezTo>
                      <a:pt x="5876" y="544"/>
                      <a:pt x="5861" y="544"/>
                      <a:pt x="5845" y="544"/>
                    </a:cubicBezTo>
                    <a:cubicBezTo>
                      <a:pt x="5837" y="544"/>
                      <a:pt x="5837" y="544"/>
                      <a:pt x="5799" y="545"/>
                    </a:cubicBezTo>
                    <a:cubicBezTo>
                      <a:pt x="5784" y="544"/>
                      <a:pt x="5769" y="544"/>
                      <a:pt x="5754" y="544"/>
                    </a:cubicBezTo>
                    <a:cubicBezTo>
                      <a:pt x="5741" y="544"/>
                      <a:pt x="5728" y="544"/>
                      <a:pt x="5714" y="544"/>
                    </a:cubicBezTo>
                    <a:cubicBezTo>
                      <a:pt x="5679" y="539"/>
                      <a:pt x="5679" y="539"/>
                      <a:pt x="5638" y="497"/>
                    </a:cubicBezTo>
                    <a:cubicBezTo>
                      <a:pt x="5608" y="492"/>
                      <a:pt x="5608" y="492"/>
                      <a:pt x="5573" y="492"/>
                    </a:cubicBezTo>
                    <a:cubicBezTo>
                      <a:pt x="5566" y="492"/>
                      <a:pt x="5566" y="492"/>
                      <a:pt x="5533" y="492"/>
                    </a:cubicBezTo>
                    <a:cubicBezTo>
                      <a:pt x="5526" y="492"/>
                      <a:pt x="5526" y="492"/>
                      <a:pt x="5490" y="492"/>
                    </a:cubicBezTo>
                    <a:cubicBezTo>
                      <a:pt x="5483" y="492"/>
                      <a:pt x="5483" y="492"/>
                      <a:pt x="5446" y="492"/>
                    </a:cubicBezTo>
                    <a:cubicBezTo>
                      <a:pt x="5415" y="492"/>
                      <a:pt x="5384" y="492"/>
                      <a:pt x="5354" y="492"/>
                    </a:cubicBezTo>
                    <a:cubicBezTo>
                      <a:pt x="5306" y="492"/>
                      <a:pt x="5259" y="492"/>
                      <a:pt x="5212" y="492"/>
                    </a:cubicBezTo>
                    <a:cubicBezTo>
                      <a:pt x="5182" y="492"/>
                      <a:pt x="5152" y="492"/>
                      <a:pt x="5122" y="492"/>
                    </a:cubicBezTo>
                    <a:cubicBezTo>
                      <a:pt x="5108" y="492"/>
                      <a:pt x="5094" y="492"/>
                      <a:pt x="5079" y="492"/>
                    </a:cubicBezTo>
                    <a:cubicBezTo>
                      <a:pt x="5066" y="492"/>
                      <a:pt x="5053" y="492"/>
                      <a:pt x="5039" y="492"/>
                    </a:cubicBezTo>
                    <a:cubicBezTo>
                      <a:pt x="5034" y="492"/>
                      <a:pt x="5034" y="492"/>
                      <a:pt x="5004" y="492"/>
                    </a:cubicBezTo>
                    <a:cubicBezTo>
                      <a:pt x="4974" y="497"/>
                      <a:pt x="4974" y="497"/>
                      <a:pt x="4933" y="539"/>
                    </a:cubicBezTo>
                    <a:cubicBezTo>
                      <a:pt x="4891" y="543"/>
                      <a:pt x="4851" y="544"/>
                      <a:pt x="4809" y="544"/>
                    </a:cubicBezTo>
                    <a:cubicBezTo>
                      <a:pt x="4803" y="544"/>
                      <a:pt x="4803" y="544"/>
                      <a:pt x="4770" y="544"/>
                    </a:cubicBezTo>
                    <a:cubicBezTo>
                      <a:pt x="4727" y="545"/>
                      <a:pt x="4684" y="544"/>
                      <a:pt x="4641" y="544"/>
                    </a:cubicBezTo>
                    <a:cubicBezTo>
                      <a:pt x="4610" y="544"/>
                      <a:pt x="4579" y="544"/>
                      <a:pt x="4549" y="544"/>
                    </a:cubicBezTo>
                    <a:cubicBezTo>
                      <a:pt x="4465" y="545"/>
                      <a:pt x="4381" y="545"/>
                      <a:pt x="4297" y="544"/>
                    </a:cubicBezTo>
                    <a:cubicBezTo>
                      <a:pt x="4209" y="544"/>
                      <a:pt x="4121" y="544"/>
                      <a:pt x="4033" y="545"/>
                    </a:cubicBezTo>
                    <a:cubicBezTo>
                      <a:pt x="3886" y="545"/>
                      <a:pt x="3738" y="544"/>
                      <a:pt x="3591" y="544"/>
                    </a:cubicBezTo>
                    <a:cubicBezTo>
                      <a:pt x="3420" y="544"/>
                      <a:pt x="3250" y="544"/>
                      <a:pt x="3079" y="544"/>
                    </a:cubicBezTo>
                    <a:cubicBezTo>
                      <a:pt x="2933" y="545"/>
                      <a:pt x="2787" y="545"/>
                      <a:pt x="2640" y="544"/>
                    </a:cubicBezTo>
                    <a:cubicBezTo>
                      <a:pt x="2553" y="544"/>
                      <a:pt x="2465" y="544"/>
                      <a:pt x="2378" y="545"/>
                    </a:cubicBezTo>
                    <a:cubicBezTo>
                      <a:pt x="2296" y="545"/>
                      <a:pt x="2213" y="545"/>
                      <a:pt x="2131" y="544"/>
                    </a:cubicBezTo>
                    <a:cubicBezTo>
                      <a:pt x="2101" y="544"/>
                      <a:pt x="2071" y="544"/>
                      <a:pt x="2041" y="544"/>
                    </a:cubicBezTo>
                    <a:cubicBezTo>
                      <a:pt x="1999" y="544"/>
                      <a:pt x="1958" y="544"/>
                      <a:pt x="1917" y="544"/>
                    </a:cubicBezTo>
                    <a:cubicBezTo>
                      <a:pt x="1911" y="544"/>
                      <a:pt x="1911" y="544"/>
                      <a:pt x="1881" y="544"/>
                    </a:cubicBezTo>
                    <a:cubicBezTo>
                      <a:pt x="1820" y="544"/>
                      <a:pt x="1772" y="537"/>
                      <a:pt x="1715" y="515"/>
                    </a:cubicBezTo>
                    <a:cubicBezTo>
                      <a:pt x="1696" y="509"/>
                      <a:pt x="1677" y="504"/>
                      <a:pt x="1658" y="497"/>
                    </a:cubicBezTo>
                    <a:close/>
                    <a:moveTo>
                      <a:pt x="12270" y="995"/>
                    </a:moveTo>
                    <a:cubicBezTo>
                      <a:pt x="12270" y="1652"/>
                      <a:pt x="12270" y="2308"/>
                      <a:pt x="12270" y="2985"/>
                    </a:cubicBezTo>
                    <a:cubicBezTo>
                      <a:pt x="12298" y="2985"/>
                      <a:pt x="12325" y="2985"/>
                      <a:pt x="12353" y="2985"/>
                    </a:cubicBezTo>
                    <a:cubicBezTo>
                      <a:pt x="12353" y="3012"/>
                      <a:pt x="12353" y="3039"/>
                      <a:pt x="12353" y="3068"/>
                    </a:cubicBezTo>
                    <a:cubicBezTo>
                      <a:pt x="13010" y="3068"/>
                      <a:pt x="13667" y="3068"/>
                      <a:pt x="14343" y="3068"/>
                    </a:cubicBezTo>
                    <a:cubicBezTo>
                      <a:pt x="14343" y="3013"/>
                      <a:pt x="14343" y="2958"/>
                      <a:pt x="14343" y="2902"/>
                    </a:cubicBezTo>
                    <a:cubicBezTo>
                      <a:pt x="14316" y="2902"/>
                      <a:pt x="14288" y="2902"/>
                      <a:pt x="14260" y="2902"/>
                    </a:cubicBezTo>
                    <a:cubicBezTo>
                      <a:pt x="14260" y="2874"/>
                      <a:pt x="14260" y="2847"/>
                      <a:pt x="14260" y="2819"/>
                    </a:cubicBezTo>
                    <a:cubicBezTo>
                      <a:pt x="14233" y="2819"/>
                      <a:pt x="14205" y="2819"/>
                      <a:pt x="14177" y="2819"/>
                    </a:cubicBezTo>
                    <a:cubicBezTo>
                      <a:pt x="14177" y="2792"/>
                      <a:pt x="14177" y="2764"/>
                      <a:pt x="14177" y="2736"/>
                    </a:cubicBezTo>
                    <a:cubicBezTo>
                      <a:pt x="14150" y="2736"/>
                      <a:pt x="14123" y="2736"/>
                      <a:pt x="14094" y="2736"/>
                    </a:cubicBezTo>
                    <a:cubicBezTo>
                      <a:pt x="14094" y="2709"/>
                      <a:pt x="14094" y="2681"/>
                      <a:pt x="14094" y="2653"/>
                    </a:cubicBezTo>
                    <a:cubicBezTo>
                      <a:pt x="14067" y="2653"/>
                      <a:pt x="14040" y="2653"/>
                      <a:pt x="14011" y="2653"/>
                    </a:cubicBezTo>
                    <a:cubicBezTo>
                      <a:pt x="14011" y="2626"/>
                      <a:pt x="14011" y="2598"/>
                      <a:pt x="14011" y="2570"/>
                    </a:cubicBezTo>
                    <a:cubicBezTo>
                      <a:pt x="13984" y="2570"/>
                      <a:pt x="13957" y="2570"/>
                      <a:pt x="13929" y="2570"/>
                    </a:cubicBezTo>
                    <a:cubicBezTo>
                      <a:pt x="13929" y="2543"/>
                      <a:pt x="13929" y="2515"/>
                      <a:pt x="13929" y="2487"/>
                    </a:cubicBezTo>
                    <a:cubicBezTo>
                      <a:pt x="13901" y="2487"/>
                      <a:pt x="13874" y="2487"/>
                      <a:pt x="13846" y="2487"/>
                    </a:cubicBezTo>
                    <a:cubicBezTo>
                      <a:pt x="13846" y="2460"/>
                      <a:pt x="13846" y="2433"/>
                      <a:pt x="13846" y="2404"/>
                    </a:cubicBezTo>
                    <a:cubicBezTo>
                      <a:pt x="13818" y="2404"/>
                      <a:pt x="13791" y="2404"/>
                      <a:pt x="13763" y="2404"/>
                    </a:cubicBezTo>
                    <a:cubicBezTo>
                      <a:pt x="13763" y="2377"/>
                      <a:pt x="13763" y="2350"/>
                      <a:pt x="13763" y="2321"/>
                    </a:cubicBezTo>
                    <a:cubicBezTo>
                      <a:pt x="13735" y="2321"/>
                      <a:pt x="13708" y="2321"/>
                      <a:pt x="13680" y="2321"/>
                    </a:cubicBezTo>
                    <a:cubicBezTo>
                      <a:pt x="13680" y="2294"/>
                      <a:pt x="13680" y="2267"/>
                      <a:pt x="13680" y="2239"/>
                    </a:cubicBezTo>
                    <a:cubicBezTo>
                      <a:pt x="13652" y="2239"/>
                      <a:pt x="13625" y="2239"/>
                      <a:pt x="13597" y="2239"/>
                    </a:cubicBezTo>
                    <a:cubicBezTo>
                      <a:pt x="13597" y="2211"/>
                      <a:pt x="13597" y="2184"/>
                      <a:pt x="13597" y="2156"/>
                    </a:cubicBezTo>
                    <a:cubicBezTo>
                      <a:pt x="13570" y="2156"/>
                      <a:pt x="13542" y="2156"/>
                      <a:pt x="13514" y="2156"/>
                    </a:cubicBezTo>
                    <a:cubicBezTo>
                      <a:pt x="13514" y="2128"/>
                      <a:pt x="13514" y="2101"/>
                      <a:pt x="13514" y="2073"/>
                    </a:cubicBezTo>
                    <a:cubicBezTo>
                      <a:pt x="13487" y="2073"/>
                      <a:pt x="13459" y="2073"/>
                      <a:pt x="13431" y="2073"/>
                    </a:cubicBezTo>
                    <a:cubicBezTo>
                      <a:pt x="13431" y="2045"/>
                      <a:pt x="13431" y="2018"/>
                      <a:pt x="13431" y="1990"/>
                    </a:cubicBezTo>
                    <a:cubicBezTo>
                      <a:pt x="13404" y="1990"/>
                      <a:pt x="13376" y="1990"/>
                      <a:pt x="13348" y="1990"/>
                    </a:cubicBezTo>
                    <a:cubicBezTo>
                      <a:pt x="13348" y="1962"/>
                      <a:pt x="13348" y="1935"/>
                      <a:pt x="13348" y="1907"/>
                    </a:cubicBezTo>
                    <a:cubicBezTo>
                      <a:pt x="13321" y="1907"/>
                      <a:pt x="13293" y="1907"/>
                      <a:pt x="13265" y="1907"/>
                    </a:cubicBezTo>
                    <a:cubicBezTo>
                      <a:pt x="13265" y="1880"/>
                      <a:pt x="13265" y="1852"/>
                      <a:pt x="13265" y="1824"/>
                    </a:cubicBezTo>
                    <a:cubicBezTo>
                      <a:pt x="13238" y="1824"/>
                      <a:pt x="13211" y="1824"/>
                      <a:pt x="13182" y="1824"/>
                    </a:cubicBezTo>
                    <a:cubicBezTo>
                      <a:pt x="13182" y="1797"/>
                      <a:pt x="13182" y="1769"/>
                      <a:pt x="13182" y="1741"/>
                    </a:cubicBezTo>
                    <a:cubicBezTo>
                      <a:pt x="13155" y="1741"/>
                      <a:pt x="13128" y="1741"/>
                      <a:pt x="13099" y="1741"/>
                    </a:cubicBezTo>
                    <a:cubicBezTo>
                      <a:pt x="13099" y="1714"/>
                      <a:pt x="13099" y="1686"/>
                      <a:pt x="13099" y="1658"/>
                    </a:cubicBezTo>
                    <a:cubicBezTo>
                      <a:pt x="13072" y="1658"/>
                      <a:pt x="13045" y="1658"/>
                      <a:pt x="13017" y="1658"/>
                    </a:cubicBezTo>
                    <a:cubicBezTo>
                      <a:pt x="13017" y="1631"/>
                      <a:pt x="13017" y="1603"/>
                      <a:pt x="13017" y="1575"/>
                    </a:cubicBezTo>
                    <a:cubicBezTo>
                      <a:pt x="12989" y="1575"/>
                      <a:pt x="12962" y="1575"/>
                      <a:pt x="12934" y="1575"/>
                    </a:cubicBezTo>
                    <a:cubicBezTo>
                      <a:pt x="12934" y="1548"/>
                      <a:pt x="12934" y="1521"/>
                      <a:pt x="12934" y="1492"/>
                    </a:cubicBezTo>
                    <a:cubicBezTo>
                      <a:pt x="12906" y="1492"/>
                      <a:pt x="12879" y="1492"/>
                      <a:pt x="12851" y="1492"/>
                    </a:cubicBezTo>
                    <a:cubicBezTo>
                      <a:pt x="12851" y="1465"/>
                      <a:pt x="12851" y="1438"/>
                      <a:pt x="12851" y="1409"/>
                    </a:cubicBezTo>
                    <a:cubicBezTo>
                      <a:pt x="12823" y="1409"/>
                      <a:pt x="12796" y="1409"/>
                      <a:pt x="12768" y="1409"/>
                    </a:cubicBezTo>
                    <a:cubicBezTo>
                      <a:pt x="12768" y="1382"/>
                      <a:pt x="12768" y="1355"/>
                      <a:pt x="12768" y="1327"/>
                    </a:cubicBezTo>
                    <a:cubicBezTo>
                      <a:pt x="12740" y="1327"/>
                      <a:pt x="12713" y="1327"/>
                      <a:pt x="12685" y="1327"/>
                    </a:cubicBezTo>
                    <a:cubicBezTo>
                      <a:pt x="12685" y="1299"/>
                      <a:pt x="12685" y="1272"/>
                      <a:pt x="12685" y="1244"/>
                    </a:cubicBezTo>
                    <a:cubicBezTo>
                      <a:pt x="12658" y="1244"/>
                      <a:pt x="12630" y="1244"/>
                      <a:pt x="12602" y="1244"/>
                    </a:cubicBezTo>
                    <a:cubicBezTo>
                      <a:pt x="12602" y="1216"/>
                      <a:pt x="12602" y="1189"/>
                      <a:pt x="12602" y="1161"/>
                    </a:cubicBezTo>
                    <a:cubicBezTo>
                      <a:pt x="12575" y="1161"/>
                      <a:pt x="12547" y="1161"/>
                      <a:pt x="12519" y="1161"/>
                    </a:cubicBezTo>
                    <a:cubicBezTo>
                      <a:pt x="12519" y="1133"/>
                      <a:pt x="12519" y="1106"/>
                      <a:pt x="12519" y="1078"/>
                    </a:cubicBezTo>
                    <a:cubicBezTo>
                      <a:pt x="12492" y="1078"/>
                      <a:pt x="12464" y="1078"/>
                      <a:pt x="12436" y="1078"/>
                    </a:cubicBezTo>
                    <a:cubicBezTo>
                      <a:pt x="12436" y="1050"/>
                      <a:pt x="12436" y="1023"/>
                      <a:pt x="12436" y="995"/>
                    </a:cubicBezTo>
                    <a:cubicBezTo>
                      <a:pt x="12382" y="995"/>
                      <a:pt x="12327" y="995"/>
                      <a:pt x="12270" y="995"/>
                    </a:cubicBezTo>
                    <a:close/>
                  </a:path>
                </a:pathLst>
              </a:custGeom>
              <a:solidFill>
                <a:srgbClr val="251047"/>
              </a:solidFill>
              <a:ln w="526" cap="flat">
                <a:noFill/>
              </a:ln>
            </p:spPr>
          </p:sp>
          <p:sp>
            <p:nvSpPr>
              <p:cNvPr id="2830" name="ICON_C_FIGURE_REPORT_path_003"/>
              <p:cNvSpPr/>
              <p:nvPr/>
            </p:nvSpPr>
            <p:spPr>
              <a:xfrm>
                <a:off x="10669944" y="7412167"/>
                <a:ext cx="80023" cy="77917"/>
              </a:xfrm>
              <a:custGeom>
                <a:avLst/>
                <a:gdLst/>
                <a:ahLst/>
                <a:cxnLst/>
                <a:rect l="0" t="0" r="r" b="b"/>
                <a:pathLst>
                  <a:path w="6301" h="6135" fill="norm" stroke="0">
                    <a:moveTo>
                      <a:pt x="2653" y="0"/>
                    </a:moveTo>
                    <a:cubicBezTo>
                      <a:pt x="2790" y="0"/>
                      <a:pt x="2927" y="0"/>
                      <a:pt x="3068" y="0"/>
                    </a:cubicBezTo>
                    <a:cubicBezTo>
                      <a:pt x="3068" y="27"/>
                      <a:pt x="3068" y="55"/>
                      <a:pt x="3068" y="83"/>
                    </a:cubicBezTo>
                    <a:cubicBezTo>
                      <a:pt x="3150" y="83"/>
                      <a:pt x="3232" y="83"/>
                      <a:pt x="3316" y="83"/>
                    </a:cubicBezTo>
                    <a:cubicBezTo>
                      <a:pt x="3316" y="56"/>
                      <a:pt x="3316" y="28"/>
                      <a:pt x="3316" y="0"/>
                    </a:cubicBezTo>
                    <a:cubicBezTo>
                      <a:pt x="3371" y="0"/>
                      <a:pt x="3426" y="0"/>
                      <a:pt x="3482" y="0"/>
                    </a:cubicBezTo>
                    <a:cubicBezTo>
                      <a:pt x="3482" y="192"/>
                      <a:pt x="3482" y="383"/>
                      <a:pt x="3482" y="580"/>
                    </a:cubicBezTo>
                    <a:cubicBezTo>
                      <a:pt x="3400" y="580"/>
                      <a:pt x="3318" y="580"/>
                      <a:pt x="3233" y="580"/>
                    </a:cubicBezTo>
                    <a:cubicBezTo>
                      <a:pt x="3233" y="553"/>
                      <a:pt x="3233" y="526"/>
                      <a:pt x="3233" y="497"/>
                    </a:cubicBezTo>
                    <a:cubicBezTo>
                      <a:pt x="3206" y="497"/>
                      <a:pt x="3179" y="497"/>
                      <a:pt x="3151" y="497"/>
                    </a:cubicBezTo>
                    <a:cubicBezTo>
                      <a:pt x="3151" y="525"/>
                      <a:pt x="3151" y="552"/>
                      <a:pt x="3151" y="580"/>
                    </a:cubicBezTo>
                    <a:cubicBezTo>
                      <a:pt x="3123" y="580"/>
                      <a:pt x="3096" y="580"/>
                      <a:pt x="3068" y="580"/>
                    </a:cubicBezTo>
                    <a:cubicBezTo>
                      <a:pt x="3068" y="635"/>
                      <a:pt x="3068" y="690"/>
                      <a:pt x="3068" y="746"/>
                    </a:cubicBezTo>
                    <a:cubicBezTo>
                      <a:pt x="3040" y="746"/>
                      <a:pt x="3013" y="746"/>
                      <a:pt x="2985" y="746"/>
                    </a:cubicBezTo>
                    <a:cubicBezTo>
                      <a:pt x="2985" y="910"/>
                      <a:pt x="2985" y="1074"/>
                      <a:pt x="2985" y="1244"/>
                    </a:cubicBezTo>
                    <a:cubicBezTo>
                      <a:pt x="3012" y="1244"/>
                      <a:pt x="3039" y="1244"/>
                      <a:pt x="3068" y="1244"/>
                    </a:cubicBezTo>
                    <a:cubicBezTo>
                      <a:pt x="3068" y="1818"/>
                      <a:pt x="3068" y="2393"/>
                      <a:pt x="3068" y="2985"/>
                    </a:cubicBezTo>
                    <a:cubicBezTo>
                      <a:pt x="3095" y="2985"/>
                      <a:pt x="3122" y="2985"/>
                      <a:pt x="3151" y="2985"/>
                    </a:cubicBezTo>
                    <a:cubicBezTo>
                      <a:pt x="3151" y="3012"/>
                      <a:pt x="3151" y="3039"/>
                      <a:pt x="3151" y="3068"/>
                    </a:cubicBezTo>
                    <a:cubicBezTo>
                      <a:pt x="3397" y="3068"/>
                      <a:pt x="3643" y="3068"/>
                      <a:pt x="3897" y="3068"/>
                    </a:cubicBezTo>
                    <a:cubicBezTo>
                      <a:pt x="3897" y="3040"/>
                      <a:pt x="3897" y="3013"/>
                      <a:pt x="3897" y="2985"/>
                    </a:cubicBezTo>
                    <a:cubicBezTo>
                      <a:pt x="3924" y="2985"/>
                      <a:pt x="3951" y="2985"/>
                      <a:pt x="3980" y="2985"/>
                    </a:cubicBezTo>
                    <a:cubicBezTo>
                      <a:pt x="3980" y="2957"/>
                      <a:pt x="3980" y="2930"/>
                      <a:pt x="3980" y="2902"/>
                    </a:cubicBezTo>
                    <a:cubicBezTo>
                      <a:pt x="4062" y="2902"/>
                      <a:pt x="4144" y="2902"/>
                      <a:pt x="4228" y="2902"/>
                    </a:cubicBezTo>
                    <a:cubicBezTo>
                      <a:pt x="4228" y="2929"/>
                      <a:pt x="4228" y="2957"/>
                      <a:pt x="4228" y="2985"/>
                    </a:cubicBezTo>
                    <a:cubicBezTo>
                      <a:pt x="4256" y="2985"/>
                      <a:pt x="4283" y="2985"/>
                      <a:pt x="4311" y="2985"/>
                    </a:cubicBezTo>
                    <a:cubicBezTo>
                      <a:pt x="4311" y="3012"/>
                      <a:pt x="4311" y="3039"/>
                      <a:pt x="4311" y="3068"/>
                    </a:cubicBezTo>
                    <a:cubicBezTo>
                      <a:pt x="4667" y="3068"/>
                      <a:pt x="5023" y="3068"/>
                      <a:pt x="5389" y="3068"/>
                    </a:cubicBezTo>
                    <a:cubicBezTo>
                      <a:pt x="5389" y="3013"/>
                      <a:pt x="5389" y="2958"/>
                      <a:pt x="5389" y="2902"/>
                    </a:cubicBezTo>
                    <a:cubicBezTo>
                      <a:pt x="5471" y="2902"/>
                      <a:pt x="5553" y="2902"/>
                      <a:pt x="5638" y="2902"/>
                    </a:cubicBezTo>
                    <a:cubicBezTo>
                      <a:pt x="5638" y="2874"/>
                      <a:pt x="5638" y="2847"/>
                      <a:pt x="5638" y="2819"/>
                    </a:cubicBezTo>
                    <a:cubicBezTo>
                      <a:pt x="5665" y="2819"/>
                      <a:pt x="5692" y="2819"/>
                      <a:pt x="5721" y="2819"/>
                    </a:cubicBezTo>
                    <a:cubicBezTo>
                      <a:pt x="5721" y="2846"/>
                      <a:pt x="5721" y="2874"/>
                      <a:pt x="5721" y="2902"/>
                    </a:cubicBezTo>
                    <a:cubicBezTo>
                      <a:pt x="5775" y="2902"/>
                      <a:pt x="5830" y="2902"/>
                      <a:pt x="5886" y="2902"/>
                    </a:cubicBezTo>
                    <a:cubicBezTo>
                      <a:pt x="5886" y="2929"/>
                      <a:pt x="5886" y="2957"/>
                      <a:pt x="5886" y="2985"/>
                    </a:cubicBezTo>
                    <a:cubicBezTo>
                      <a:pt x="5969" y="2985"/>
                      <a:pt x="6051" y="2985"/>
                      <a:pt x="6135" y="2985"/>
                    </a:cubicBezTo>
                    <a:cubicBezTo>
                      <a:pt x="6135" y="3012"/>
                      <a:pt x="6135" y="3039"/>
                      <a:pt x="6135" y="3068"/>
                    </a:cubicBezTo>
                    <a:cubicBezTo>
                      <a:pt x="6163" y="3068"/>
                      <a:pt x="6190" y="3068"/>
                      <a:pt x="6218" y="3068"/>
                    </a:cubicBezTo>
                    <a:cubicBezTo>
                      <a:pt x="6218" y="3095"/>
                      <a:pt x="6218" y="3122"/>
                      <a:pt x="6218" y="3151"/>
                    </a:cubicBezTo>
                    <a:cubicBezTo>
                      <a:pt x="6245" y="3151"/>
                      <a:pt x="6273" y="3151"/>
                      <a:pt x="6301" y="3151"/>
                    </a:cubicBezTo>
                    <a:cubicBezTo>
                      <a:pt x="6301" y="3287"/>
                      <a:pt x="6301" y="3424"/>
                      <a:pt x="6301" y="3565"/>
                    </a:cubicBezTo>
                    <a:cubicBezTo>
                      <a:pt x="6274" y="3565"/>
                      <a:pt x="6246" y="3565"/>
                      <a:pt x="6218" y="3565"/>
                    </a:cubicBezTo>
                    <a:cubicBezTo>
                      <a:pt x="6218" y="3592"/>
                      <a:pt x="6218" y="3620"/>
                      <a:pt x="6218" y="3648"/>
                    </a:cubicBezTo>
                    <a:cubicBezTo>
                      <a:pt x="6191" y="3648"/>
                      <a:pt x="6163" y="3648"/>
                      <a:pt x="6135" y="3648"/>
                    </a:cubicBezTo>
                    <a:cubicBezTo>
                      <a:pt x="6135" y="3675"/>
                      <a:pt x="6135" y="3703"/>
                      <a:pt x="6135" y="3731"/>
                    </a:cubicBezTo>
                    <a:cubicBezTo>
                      <a:pt x="6108" y="3731"/>
                      <a:pt x="6080" y="3731"/>
                      <a:pt x="6052" y="3731"/>
                    </a:cubicBezTo>
                    <a:cubicBezTo>
                      <a:pt x="6052" y="3758"/>
                      <a:pt x="6052" y="3786"/>
                      <a:pt x="6052" y="3814"/>
                    </a:cubicBezTo>
                    <a:cubicBezTo>
                      <a:pt x="6025" y="3814"/>
                      <a:pt x="5998" y="3814"/>
                      <a:pt x="5969" y="3814"/>
                    </a:cubicBezTo>
                    <a:cubicBezTo>
                      <a:pt x="5969" y="3868"/>
                      <a:pt x="5969" y="3923"/>
                      <a:pt x="5969" y="3980"/>
                    </a:cubicBezTo>
                    <a:cubicBezTo>
                      <a:pt x="5942" y="3980"/>
                      <a:pt x="5915" y="3980"/>
                      <a:pt x="5886" y="3980"/>
                    </a:cubicBezTo>
                    <a:cubicBezTo>
                      <a:pt x="5886" y="4034"/>
                      <a:pt x="5886" y="4089"/>
                      <a:pt x="5886" y="4145"/>
                    </a:cubicBezTo>
                    <a:cubicBezTo>
                      <a:pt x="5859" y="4145"/>
                      <a:pt x="5832" y="4145"/>
                      <a:pt x="5804" y="4145"/>
                    </a:cubicBezTo>
                    <a:cubicBezTo>
                      <a:pt x="5804" y="4227"/>
                      <a:pt x="5804" y="4310"/>
                      <a:pt x="5804" y="4394"/>
                    </a:cubicBezTo>
                    <a:cubicBezTo>
                      <a:pt x="5776" y="4394"/>
                      <a:pt x="5749" y="4394"/>
                      <a:pt x="5721" y="4394"/>
                    </a:cubicBezTo>
                    <a:cubicBezTo>
                      <a:pt x="5721" y="4449"/>
                      <a:pt x="5721" y="4504"/>
                      <a:pt x="5721" y="4560"/>
                    </a:cubicBezTo>
                    <a:cubicBezTo>
                      <a:pt x="5693" y="4560"/>
                      <a:pt x="5666" y="4560"/>
                      <a:pt x="5638" y="4560"/>
                    </a:cubicBezTo>
                    <a:cubicBezTo>
                      <a:pt x="5638" y="4724"/>
                      <a:pt x="5638" y="4888"/>
                      <a:pt x="5638" y="5057"/>
                    </a:cubicBezTo>
                    <a:cubicBezTo>
                      <a:pt x="5610" y="5057"/>
                      <a:pt x="5583" y="5057"/>
                      <a:pt x="5555" y="5057"/>
                    </a:cubicBezTo>
                    <a:cubicBezTo>
                      <a:pt x="5555" y="5085"/>
                      <a:pt x="5555" y="5112"/>
                      <a:pt x="5555" y="5140"/>
                    </a:cubicBezTo>
                    <a:cubicBezTo>
                      <a:pt x="5473" y="5140"/>
                      <a:pt x="5391" y="5140"/>
                      <a:pt x="5306" y="5140"/>
                    </a:cubicBezTo>
                    <a:cubicBezTo>
                      <a:pt x="5306" y="5168"/>
                      <a:pt x="5306" y="5195"/>
                      <a:pt x="5306" y="5223"/>
                    </a:cubicBezTo>
                    <a:cubicBezTo>
                      <a:pt x="5251" y="5223"/>
                      <a:pt x="5197" y="5223"/>
                      <a:pt x="5140" y="5223"/>
                    </a:cubicBezTo>
                    <a:cubicBezTo>
                      <a:pt x="5140" y="5251"/>
                      <a:pt x="5140" y="5278"/>
                      <a:pt x="5140" y="5306"/>
                    </a:cubicBezTo>
                    <a:cubicBezTo>
                      <a:pt x="5113" y="5306"/>
                      <a:pt x="5086" y="5306"/>
                      <a:pt x="5057" y="5306"/>
                    </a:cubicBezTo>
                    <a:cubicBezTo>
                      <a:pt x="5057" y="5333"/>
                      <a:pt x="5057" y="5361"/>
                      <a:pt x="5057" y="5389"/>
                    </a:cubicBezTo>
                    <a:cubicBezTo>
                      <a:pt x="5003" y="5389"/>
                      <a:pt x="4948" y="5389"/>
                      <a:pt x="4892" y="5389"/>
                    </a:cubicBezTo>
                    <a:cubicBezTo>
                      <a:pt x="4892" y="5416"/>
                      <a:pt x="4892" y="5444"/>
                      <a:pt x="4892" y="5472"/>
                    </a:cubicBezTo>
                    <a:cubicBezTo>
                      <a:pt x="4864" y="5472"/>
                      <a:pt x="4837" y="5472"/>
                      <a:pt x="4809" y="5472"/>
                    </a:cubicBezTo>
                    <a:cubicBezTo>
                      <a:pt x="4809" y="5499"/>
                      <a:pt x="4809" y="5527"/>
                      <a:pt x="4809" y="5555"/>
                    </a:cubicBezTo>
                    <a:cubicBezTo>
                      <a:pt x="4781" y="5555"/>
                      <a:pt x="4754" y="5555"/>
                      <a:pt x="4726" y="5555"/>
                    </a:cubicBezTo>
                    <a:cubicBezTo>
                      <a:pt x="4726" y="5582"/>
                      <a:pt x="4726" y="5610"/>
                      <a:pt x="4726" y="5638"/>
                    </a:cubicBezTo>
                    <a:cubicBezTo>
                      <a:pt x="4671" y="5638"/>
                      <a:pt x="4616" y="5638"/>
                      <a:pt x="4560" y="5638"/>
                    </a:cubicBezTo>
                    <a:cubicBezTo>
                      <a:pt x="4560" y="5665"/>
                      <a:pt x="4560" y="5692"/>
                      <a:pt x="4560" y="5721"/>
                    </a:cubicBezTo>
                    <a:cubicBezTo>
                      <a:pt x="4533" y="5721"/>
                      <a:pt x="4505" y="5721"/>
                      <a:pt x="4477" y="5721"/>
                    </a:cubicBezTo>
                    <a:cubicBezTo>
                      <a:pt x="4477" y="5748"/>
                      <a:pt x="4477" y="5775"/>
                      <a:pt x="4477" y="5804"/>
                    </a:cubicBezTo>
                    <a:cubicBezTo>
                      <a:pt x="4422" y="5804"/>
                      <a:pt x="4368" y="5804"/>
                      <a:pt x="4311" y="5804"/>
                    </a:cubicBezTo>
                    <a:cubicBezTo>
                      <a:pt x="4311" y="5831"/>
                      <a:pt x="4311" y="5858"/>
                      <a:pt x="4311" y="5886"/>
                    </a:cubicBezTo>
                    <a:cubicBezTo>
                      <a:pt x="4257" y="5886"/>
                      <a:pt x="4202" y="5886"/>
                      <a:pt x="4145" y="5886"/>
                    </a:cubicBezTo>
                    <a:cubicBezTo>
                      <a:pt x="4145" y="5914"/>
                      <a:pt x="4145" y="5941"/>
                      <a:pt x="4145" y="5969"/>
                    </a:cubicBezTo>
                    <a:cubicBezTo>
                      <a:pt x="4036" y="5969"/>
                      <a:pt x="3927" y="5969"/>
                      <a:pt x="3814" y="5969"/>
                    </a:cubicBezTo>
                    <a:cubicBezTo>
                      <a:pt x="3814" y="5997"/>
                      <a:pt x="3814" y="6024"/>
                      <a:pt x="3814" y="6052"/>
                    </a:cubicBezTo>
                    <a:cubicBezTo>
                      <a:pt x="3595" y="6052"/>
                      <a:pt x="3376" y="6052"/>
                      <a:pt x="3151" y="6052"/>
                    </a:cubicBezTo>
                    <a:cubicBezTo>
                      <a:pt x="3151" y="6080"/>
                      <a:pt x="3151" y="6107"/>
                      <a:pt x="3151" y="6135"/>
                    </a:cubicBezTo>
                    <a:cubicBezTo>
                      <a:pt x="3041" y="6135"/>
                      <a:pt x="2932" y="6135"/>
                      <a:pt x="2819" y="6135"/>
                    </a:cubicBezTo>
                    <a:cubicBezTo>
                      <a:pt x="2819" y="6108"/>
                      <a:pt x="2819" y="6080"/>
                      <a:pt x="2819" y="6052"/>
                    </a:cubicBezTo>
                    <a:cubicBezTo>
                      <a:pt x="2518" y="6052"/>
                      <a:pt x="2217" y="6052"/>
                      <a:pt x="1907" y="6052"/>
                    </a:cubicBezTo>
                    <a:cubicBezTo>
                      <a:pt x="1907" y="6025"/>
                      <a:pt x="1907" y="5998"/>
                      <a:pt x="1907" y="5969"/>
                    </a:cubicBezTo>
                    <a:cubicBezTo>
                      <a:pt x="1852" y="5969"/>
                      <a:pt x="1797" y="5969"/>
                      <a:pt x="1741" y="5969"/>
                    </a:cubicBezTo>
                    <a:cubicBezTo>
                      <a:pt x="1741" y="5942"/>
                      <a:pt x="1741" y="5915"/>
                      <a:pt x="1741" y="5886"/>
                    </a:cubicBezTo>
                    <a:cubicBezTo>
                      <a:pt x="1714" y="5886"/>
                      <a:pt x="1686" y="5886"/>
                      <a:pt x="1658" y="5886"/>
                    </a:cubicBezTo>
                    <a:cubicBezTo>
                      <a:pt x="1658" y="5859"/>
                      <a:pt x="1658" y="5832"/>
                      <a:pt x="1658" y="5804"/>
                    </a:cubicBezTo>
                    <a:cubicBezTo>
                      <a:pt x="1603" y="5804"/>
                      <a:pt x="1549" y="5804"/>
                      <a:pt x="1492" y="5804"/>
                    </a:cubicBezTo>
                    <a:cubicBezTo>
                      <a:pt x="1492" y="5776"/>
                      <a:pt x="1492" y="5749"/>
                      <a:pt x="1492" y="5721"/>
                    </a:cubicBezTo>
                    <a:cubicBezTo>
                      <a:pt x="1465" y="5721"/>
                      <a:pt x="1438" y="5721"/>
                      <a:pt x="1409" y="5721"/>
                    </a:cubicBezTo>
                    <a:cubicBezTo>
                      <a:pt x="1409" y="5693"/>
                      <a:pt x="1409" y="5666"/>
                      <a:pt x="1409" y="5638"/>
                    </a:cubicBezTo>
                    <a:cubicBezTo>
                      <a:pt x="1355" y="5638"/>
                      <a:pt x="1300" y="5638"/>
                      <a:pt x="1244" y="5638"/>
                    </a:cubicBezTo>
                    <a:cubicBezTo>
                      <a:pt x="1244" y="5610"/>
                      <a:pt x="1244" y="5583"/>
                      <a:pt x="1244" y="5555"/>
                    </a:cubicBezTo>
                    <a:cubicBezTo>
                      <a:pt x="1216" y="5555"/>
                      <a:pt x="1189" y="5555"/>
                      <a:pt x="1161" y="5555"/>
                    </a:cubicBezTo>
                    <a:cubicBezTo>
                      <a:pt x="1161" y="5527"/>
                      <a:pt x="1161" y="5500"/>
                      <a:pt x="1161" y="5472"/>
                    </a:cubicBezTo>
                    <a:cubicBezTo>
                      <a:pt x="1133" y="5472"/>
                      <a:pt x="1106" y="5472"/>
                      <a:pt x="1078" y="5472"/>
                    </a:cubicBezTo>
                    <a:cubicBezTo>
                      <a:pt x="1078" y="5445"/>
                      <a:pt x="1078" y="5417"/>
                      <a:pt x="1078" y="5389"/>
                    </a:cubicBezTo>
                    <a:cubicBezTo>
                      <a:pt x="1050" y="5389"/>
                      <a:pt x="1023" y="5389"/>
                      <a:pt x="995" y="5389"/>
                    </a:cubicBezTo>
                    <a:cubicBezTo>
                      <a:pt x="995" y="5362"/>
                      <a:pt x="995" y="5334"/>
                      <a:pt x="995" y="5306"/>
                    </a:cubicBezTo>
                    <a:cubicBezTo>
                      <a:pt x="940" y="5306"/>
                      <a:pt x="885" y="5306"/>
                      <a:pt x="829" y="5306"/>
                    </a:cubicBezTo>
                    <a:cubicBezTo>
                      <a:pt x="829" y="5251"/>
                      <a:pt x="829" y="5197"/>
                      <a:pt x="829" y="5140"/>
                    </a:cubicBezTo>
                    <a:cubicBezTo>
                      <a:pt x="802" y="5140"/>
                      <a:pt x="774" y="5140"/>
                      <a:pt x="746" y="5140"/>
                    </a:cubicBezTo>
                    <a:cubicBezTo>
                      <a:pt x="746" y="5113"/>
                      <a:pt x="746" y="5086"/>
                      <a:pt x="746" y="5057"/>
                    </a:cubicBezTo>
                    <a:cubicBezTo>
                      <a:pt x="719" y="5057"/>
                      <a:pt x="691" y="5057"/>
                      <a:pt x="663" y="5057"/>
                    </a:cubicBezTo>
                    <a:cubicBezTo>
                      <a:pt x="663" y="5030"/>
                      <a:pt x="663" y="5003"/>
                      <a:pt x="663" y="4974"/>
                    </a:cubicBezTo>
                    <a:cubicBezTo>
                      <a:pt x="636" y="4974"/>
                      <a:pt x="609" y="4974"/>
                      <a:pt x="580" y="4974"/>
                    </a:cubicBezTo>
                    <a:cubicBezTo>
                      <a:pt x="580" y="4947"/>
                      <a:pt x="580" y="4920"/>
                      <a:pt x="580" y="4892"/>
                    </a:cubicBezTo>
                    <a:cubicBezTo>
                      <a:pt x="553" y="4892"/>
                      <a:pt x="526" y="4892"/>
                      <a:pt x="497" y="4892"/>
                    </a:cubicBezTo>
                    <a:cubicBezTo>
                      <a:pt x="497" y="4837"/>
                      <a:pt x="497" y="4782"/>
                      <a:pt x="497" y="4726"/>
                    </a:cubicBezTo>
                    <a:cubicBezTo>
                      <a:pt x="470" y="4726"/>
                      <a:pt x="443" y="4726"/>
                      <a:pt x="415" y="4726"/>
                    </a:cubicBezTo>
                    <a:cubicBezTo>
                      <a:pt x="415" y="4698"/>
                      <a:pt x="415" y="4671"/>
                      <a:pt x="415" y="4643"/>
                    </a:cubicBezTo>
                    <a:cubicBezTo>
                      <a:pt x="387" y="4643"/>
                      <a:pt x="360" y="4643"/>
                      <a:pt x="332" y="4643"/>
                    </a:cubicBezTo>
                    <a:cubicBezTo>
                      <a:pt x="332" y="4588"/>
                      <a:pt x="332" y="4533"/>
                      <a:pt x="332" y="4477"/>
                    </a:cubicBezTo>
                    <a:cubicBezTo>
                      <a:pt x="304" y="4477"/>
                      <a:pt x="277" y="4477"/>
                      <a:pt x="249" y="4477"/>
                    </a:cubicBezTo>
                    <a:cubicBezTo>
                      <a:pt x="249" y="4422"/>
                      <a:pt x="249" y="4368"/>
                      <a:pt x="249" y="4311"/>
                    </a:cubicBezTo>
                    <a:cubicBezTo>
                      <a:pt x="221" y="4311"/>
                      <a:pt x="194" y="4311"/>
                      <a:pt x="166" y="4311"/>
                    </a:cubicBezTo>
                    <a:cubicBezTo>
                      <a:pt x="166" y="4229"/>
                      <a:pt x="166" y="4147"/>
                      <a:pt x="166" y="4062"/>
                    </a:cubicBezTo>
                    <a:cubicBezTo>
                      <a:pt x="138" y="4062"/>
                      <a:pt x="111" y="4062"/>
                      <a:pt x="83" y="4062"/>
                    </a:cubicBezTo>
                    <a:cubicBezTo>
                      <a:pt x="83" y="3980"/>
                      <a:pt x="83" y="3898"/>
                      <a:pt x="83" y="3814"/>
                    </a:cubicBezTo>
                    <a:cubicBezTo>
                      <a:pt x="56" y="3814"/>
                      <a:pt x="28" y="3814"/>
                      <a:pt x="0" y="3814"/>
                    </a:cubicBezTo>
                    <a:cubicBezTo>
                      <a:pt x="0" y="3349"/>
                      <a:pt x="0" y="2884"/>
                      <a:pt x="0" y="2404"/>
                    </a:cubicBezTo>
                    <a:cubicBezTo>
                      <a:pt x="27" y="2404"/>
                      <a:pt x="55" y="2404"/>
                      <a:pt x="83" y="2404"/>
                    </a:cubicBezTo>
                    <a:cubicBezTo>
                      <a:pt x="83" y="2295"/>
                      <a:pt x="83" y="2185"/>
                      <a:pt x="83" y="2073"/>
                    </a:cubicBezTo>
                    <a:cubicBezTo>
                      <a:pt x="110" y="2073"/>
                      <a:pt x="138" y="2073"/>
                      <a:pt x="166" y="2073"/>
                    </a:cubicBezTo>
                    <a:cubicBezTo>
                      <a:pt x="166" y="2018"/>
                      <a:pt x="166" y="1963"/>
                      <a:pt x="166" y="1907"/>
                    </a:cubicBezTo>
                    <a:cubicBezTo>
                      <a:pt x="193" y="1907"/>
                      <a:pt x="221" y="1907"/>
                      <a:pt x="249" y="1907"/>
                    </a:cubicBezTo>
                    <a:cubicBezTo>
                      <a:pt x="249" y="1852"/>
                      <a:pt x="249" y="1797"/>
                      <a:pt x="249" y="1741"/>
                    </a:cubicBezTo>
                    <a:cubicBezTo>
                      <a:pt x="276" y="1741"/>
                      <a:pt x="303" y="1741"/>
                      <a:pt x="332" y="1741"/>
                    </a:cubicBezTo>
                    <a:cubicBezTo>
                      <a:pt x="332" y="1686"/>
                      <a:pt x="332" y="1632"/>
                      <a:pt x="332" y="1575"/>
                    </a:cubicBezTo>
                    <a:cubicBezTo>
                      <a:pt x="359" y="1575"/>
                      <a:pt x="386" y="1575"/>
                      <a:pt x="415" y="1575"/>
                    </a:cubicBezTo>
                    <a:cubicBezTo>
                      <a:pt x="415" y="1521"/>
                      <a:pt x="415" y="1466"/>
                      <a:pt x="415" y="1409"/>
                    </a:cubicBezTo>
                    <a:cubicBezTo>
                      <a:pt x="442" y="1409"/>
                      <a:pt x="469" y="1409"/>
                      <a:pt x="497" y="1409"/>
                    </a:cubicBezTo>
                    <a:cubicBezTo>
                      <a:pt x="497" y="1382"/>
                      <a:pt x="497" y="1355"/>
                      <a:pt x="497" y="1327"/>
                    </a:cubicBezTo>
                    <a:cubicBezTo>
                      <a:pt x="525" y="1327"/>
                      <a:pt x="552" y="1327"/>
                      <a:pt x="580" y="1327"/>
                    </a:cubicBezTo>
                    <a:cubicBezTo>
                      <a:pt x="580" y="1299"/>
                      <a:pt x="580" y="1272"/>
                      <a:pt x="580" y="1244"/>
                    </a:cubicBezTo>
                    <a:cubicBezTo>
                      <a:pt x="608" y="1244"/>
                      <a:pt x="635" y="1244"/>
                      <a:pt x="663" y="1244"/>
                    </a:cubicBezTo>
                    <a:cubicBezTo>
                      <a:pt x="663" y="1189"/>
                      <a:pt x="663" y="1134"/>
                      <a:pt x="663" y="1078"/>
                    </a:cubicBezTo>
                    <a:cubicBezTo>
                      <a:pt x="691" y="1078"/>
                      <a:pt x="718" y="1078"/>
                      <a:pt x="746" y="1078"/>
                    </a:cubicBezTo>
                    <a:cubicBezTo>
                      <a:pt x="746" y="1050"/>
                      <a:pt x="746" y="1023"/>
                      <a:pt x="746" y="995"/>
                    </a:cubicBezTo>
                    <a:cubicBezTo>
                      <a:pt x="774" y="995"/>
                      <a:pt x="801" y="995"/>
                      <a:pt x="829" y="995"/>
                    </a:cubicBezTo>
                    <a:cubicBezTo>
                      <a:pt x="829" y="968"/>
                      <a:pt x="829" y="940"/>
                      <a:pt x="829" y="912"/>
                    </a:cubicBezTo>
                    <a:cubicBezTo>
                      <a:pt x="856" y="912"/>
                      <a:pt x="884" y="912"/>
                      <a:pt x="912" y="912"/>
                    </a:cubicBezTo>
                    <a:cubicBezTo>
                      <a:pt x="912" y="885"/>
                      <a:pt x="912" y="857"/>
                      <a:pt x="912" y="829"/>
                    </a:cubicBezTo>
                    <a:cubicBezTo>
                      <a:pt x="939" y="829"/>
                      <a:pt x="967" y="829"/>
                      <a:pt x="995" y="829"/>
                    </a:cubicBezTo>
                    <a:cubicBezTo>
                      <a:pt x="995" y="802"/>
                      <a:pt x="995" y="774"/>
                      <a:pt x="995" y="746"/>
                    </a:cubicBezTo>
                    <a:cubicBezTo>
                      <a:pt x="1050" y="746"/>
                      <a:pt x="1104" y="746"/>
                      <a:pt x="1161" y="746"/>
                    </a:cubicBezTo>
                    <a:cubicBezTo>
                      <a:pt x="1161" y="719"/>
                      <a:pt x="1161" y="691"/>
                      <a:pt x="1161" y="663"/>
                    </a:cubicBezTo>
                    <a:cubicBezTo>
                      <a:pt x="1188" y="663"/>
                      <a:pt x="1215" y="663"/>
                      <a:pt x="1244" y="663"/>
                    </a:cubicBezTo>
                    <a:cubicBezTo>
                      <a:pt x="1244" y="636"/>
                      <a:pt x="1244" y="609"/>
                      <a:pt x="1244" y="580"/>
                    </a:cubicBezTo>
                    <a:cubicBezTo>
                      <a:pt x="1271" y="580"/>
                      <a:pt x="1298" y="580"/>
                      <a:pt x="1327" y="580"/>
                    </a:cubicBezTo>
                    <a:cubicBezTo>
                      <a:pt x="1327" y="553"/>
                      <a:pt x="1327" y="526"/>
                      <a:pt x="1327" y="497"/>
                    </a:cubicBezTo>
                    <a:cubicBezTo>
                      <a:pt x="1381" y="497"/>
                      <a:pt x="1436" y="497"/>
                      <a:pt x="1492" y="497"/>
                    </a:cubicBezTo>
                    <a:cubicBezTo>
                      <a:pt x="1492" y="470"/>
                      <a:pt x="1492" y="443"/>
                      <a:pt x="1492" y="415"/>
                    </a:cubicBezTo>
                    <a:cubicBezTo>
                      <a:pt x="1547" y="415"/>
                      <a:pt x="1602" y="415"/>
                      <a:pt x="1658" y="415"/>
                    </a:cubicBezTo>
                    <a:cubicBezTo>
                      <a:pt x="1658" y="387"/>
                      <a:pt x="1658" y="360"/>
                      <a:pt x="1658" y="332"/>
                    </a:cubicBezTo>
                    <a:cubicBezTo>
                      <a:pt x="1740" y="332"/>
                      <a:pt x="1822" y="332"/>
                      <a:pt x="1907" y="332"/>
                    </a:cubicBezTo>
                    <a:cubicBezTo>
                      <a:pt x="1907" y="304"/>
                      <a:pt x="1907" y="277"/>
                      <a:pt x="1907" y="249"/>
                    </a:cubicBezTo>
                    <a:cubicBezTo>
                      <a:pt x="1989" y="249"/>
                      <a:pt x="2071" y="249"/>
                      <a:pt x="2156" y="249"/>
                    </a:cubicBezTo>
                    <a:cubicBezTo>
                      <a:pt x="2156" y="221"/>
                      <a:pt x="2156" y="194"/>
                      <a:pt x="2156" y="166"/>
                    </a:cubicBezTo>
                    <a:cubicBezTo>
                      <a:pt x="2265" y="166"/>
                      <a:pt x="2374" y="166"/>
                      <a:pt x="2487" y="166"/>
                    </a:cubicBezTo>
                    <a:cubicBezTo>
                      <a:pt x="2487" y="138"/>
                      <a:pt x="2487" y="111"/>
                      <a:pt x="2487" y="83"/>
                    </a:cubicBezTo>
                    <a:cubicBezTo>
                      <a:pt x="2542" y="83"/>
                      <a:pt x="2597" y="83"/>
                      <a:pt x="2653" y="83"/>
                    </a:cubicBezTo>
                    <a:cubicBezTo>
                      <a:pt x="2653" y="56"/>
                      <a:pt x="2653" y="28"/>
                      <a:pt x="265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31" name="ICON_C_FIGURE_REPORT_path_004"/>
              <p:cNvSpPr/>
              <p:nvPr/>
            </p:nvSpPr>
            <p:spPr>
              <a:xfrm>
                <a:off x="10726802" y="7525884"/>
                <a:ext cx="57911" cy="53700"/>
              </a:xfrm>
              <a:custGeom>
                <a:avLst/>
                <a:gdLst/>
                <a:ahLst/>
                <a:cxnLst/>
                <a:rect l="0" t="0" r="r" b="b"/>
                <a:pathLst>
                  <a:path w="4560" h="4228" fill="norm" stroke="0">
                    <a:moveTo>
                      <a:pt x="3233" y="0"/>
                    </a:moveTo>
                    <a:cubicBezTo>
                      <a:pt x="3562" y="0"/>
                      <a:pt x="3890" y="0"/>
                      <a:pt x="4228" y="0"/>
                    </a:cubicBezTo>
                    <a:cubicBezTo>
                      <a:pt x="4228" y="27"/>
                      <a:pt x="4228" y="55"/>
                      <a:pt x="4228" y="83"/>
                    </a:cubicBezTo>
                    <a:cubicBezTo>
                      <a:pt x="4283" y="83"/>
                      <a:pt x="4338" y="83"/>
                      <a:pt x="4394" y="83"/>
                    </a:cubicBezTo>
                    <a:cubicBezTo>
                      <a:pt x="4394" y="110"/>
                      <a:pt x="4394" y="138"/>
                      <a:pt x="4394" y="166"/>
                    </a:cubicBezTo>
                    <a:cubicBezTo>
                      <a:pt x="4421" y="166"/>
                      <a:pt x="4449" y="166"/>
                      <a:pt x="4477" y="166"/>
                    </a:cubicBezTo>
                    <a:cubicBezTo>
                      <a:pt x="4487" y="251"/>
                      <a:pt x="4492" y="330"/>
                      <a:pt x="4477" y="415"/>
                    </a:cubicBezTo>
                    <a:cubicBezTo>
                      <a:pt x="4428" y="461"/>
                      <a:pt x="4377" y="481"/>
                      <a:pt x="4311" y="497"/>
                    </a:cubicBezTo>
                    <a:cubicBezTo>
                      <a:pt x="4311" y="470"/>
                      <a:pt x="4311" y="443"/>
                      <a:pt x="4311" y="415"/>
                    </a:cubicBezTo>
                    <a:cubicBezTo>
                      <a:pt x="4284" y="415"/>
                      <a:pt x="4257" y="415"/>
                      <a:pt x="4228" y="415"/>
                    </a:cubicBezTo>
                    <a:cubicBezTo>
                      <a:pt x="4228" y="387"/>
                      <a:pt x="4228" y="360"/>
                      <a:pt x="4228" y="332"/>
                    </a:cubicBezTo>
                    <a:cubicBezTo>
                      <a:pt x="4174" y="332"/>
                      <a:pt x="4119" y="332"/>
                      <a:pt x="4062" y="332"/>
                    </a:cubicBezTo>
                    <a:cubicBezTo>
                      <a:pt x="4062" y="1481"/>
                      <a:pt x="4062" y="2630"/>
                      <a:pt x="4062" y="3814"/>
                    </a:cubicBezTo>
                    <a:cubicBezTo>
                      <a:pt x="4117" y="3814"/>
                      <a:pt x="4172" y="3814"/>
                      <a:pt x="4228" y="3814"/>
                    </a:cubicBezTo>
                    <a:cubicBezTo>
                      <a:pt x="4228" y="3786"/>
                      <a:pt x="4228" y="3759"/>
                      <a:pt x="4228" y="3731"/>
                    </a:cubicBezTo>
                    <a:cubicBezTo>
                      <a:pt x="4256" y="3731"/>
                      <a:pt x="4283" y="3731"/>
                      <a:pt x="4311" y="3731"/>
                    </a:cubicBezTo>
                    <a:cubicBezTo>
                      <a:pt x="4311" y="3457"/>
                      <a:pt x="4311" y="3184"/>
                      <a:pt x="4311" y="2902"/>
                    </a:cubicBezTo>
                    <a:cubicBezTo>
                      <a:pt x="4284" y="2902"/>
                      <a:pt x="4257" y="2902"/>
                      <a:pt x="4228" y="2902"/>
                    </a:cubicBezTo>
                    <a:cubicBezTo>
                      <a:pt x="4228" y="2273"/>
                      <a:pt x="4228" y="1643"/>
                      <a:pt x="4228" y="995"/>
                    </a:cubicBezTo>
                    <a:cubicBezTo>
                      <a:pt x="4256" y="995"/>
                      <a:pt x="4283" y="995"/>
                      <a:pt x="4311" y="995"/>
                    </a:cubicBezTo>
                    <a:cubicBezTo>
                      <a:pt x="4311" y="858"/>
                      <a:pt x="4311" y="721"/>
                      <a:pt x="4311" y="580"/>
                    </a:cubicBezTo>
                    <a:cubicBezTo>
                      <a:pt x="4366" y="580"/>
                      <a:pt x="4421" y="580"/>
                      <a:pt x="4477" y="580"/>
                    </a:cubicBezTo>
                    <a:cubicBezTo>
                      <a:pt x="4477" y="772"/>
                      <a:pt x="4477" y="963"/>
                      <a:pt x="4477" y="1161"/>
                    </a:cubicBezTo>
                    <a:cubicBezTo>
                      <a:pt x="4504" y="1161"/>
                      <a:pt x="4532" y="1161"/>
                      <a:pt x="4560" y="1161"/>
                    </a:cubicBezTo>
                    <a:cubicBezTo>
                      <a:pt x="4560" y="1380"/>
                      <a:pt x="4560" y="1598"/>
                      <a:pt x="4560" y="1824"/>
                    </a:cubicBezTo>
                    <a:cubicBezTo>
                      <a:pt x="4533" y="1824"/>
                      <a:pt x="4505" y="1824"/>
                      <a:pt x="4477" y="1824"/>
                    </a:cubicBezTo>
                    <a:cubicBezTo>
                      <a:pt x="4477" y="2234"/>
                      <a:pt x="4477" y="2645"/>
                      <a:pt x="4477" y="3068"/>
                    </a:cubicBezTo>
                    <a:cubicBezTo>
                      <a:pt x="4504" y="3068"/>
                      <a:pt x="4532" y="3068"/>
                      <a:pt x="4560" y="3068"/>
                    </a:cubicBezTo>
                    <a:cubicBezTo>
                      <a:pt x="4560" y="3122"/>
                      <a:pt x="4560" y="3177"/>
                      <a:pt x="4560" y="3233"/>
                    </a:cubicBezTo>
                    <a:cubicBezTo>
                      <a:pt x="4533" y="3233"/>
                      <a:pt x="4505" y="3233"/>
                      <a:pt x="4477" y="3233"/>
                    </a:cubicBezTo>
                    <a:cubicBezTo>
                      <a:pt x="4477" y="3425"/>
                      <a:pt x="4477" y="3616"/>
                      <a:pt x="4477" y="3814"/>
                    </a:cubicBezTo>
                    <a:cubicBezTo>
                      <a:pt x="4450" y="3814"/>
                      <a:pt x="4422" y="3814"/>
                      <a:pt x="4394" y="3814"/>
                    </a:cubicBezTo>
                    <a:cubicBezTo>
                      <a:pt x="4394" y="3868"/>
                      <a:pt x="4394" y="3923"/>
                      <a:pt x="4394" y="3980"/>
                    </a:cubicBezTo>
                    <a:cubicBezTo>
                      <a:pt x="4339" y="3980"/>
                      <a:pt x="4285" y="3980"/>
                      <a:pt x="4228" y="3980"/>
                    </a:cubicBezTo>
                    <a:cubicBezTo>
                      <a:pt x="4228" y="4007"/>
                      <a:pt x="4228" y="4034"/>
                      <a:pt x="4228" y="4062"/>
                    </a:cubicBezTo>
                    <a:cubicBezTo>
                      <a:pt x="4174" y="4062"/>
                      <a:pt x="4119" y="4062"/>
                      <a:pt x="4062" y="4062"/>
                    </a:cubicBezTo>
                    <a:cubicBezTo>
                      <a:pt x="4062" y="4090"/>
                      <a:pt x="4062" y="4117"/>
                      <a:pt x="4062" y="4145"/>
                    </a:cubicBezTo>
                    <a:cubicBezTo>
                      <a:pt x="4035" y="4145"/>
                      <a:pt x="4008" y="4145"/>
                      <a:pt x="3980" y="4145"/>
                    </a:cubicBezTo>
                    <a:cubicBezTo>
                      <a:pt x="3980" y="4173"/>
                      <a:pt x="3980" y="4200"/>
                      <a:pt x="3980" y="4228"/>
                    </a:cubicBezTo>
                    <a:cubicBezTo>
                      <a:pt x="3925" y="4228"/>
                      <a:pt x="3870" y="4228"/>
                      <a:pt x="3814" y="4228"/>
                    </a:cubicBezTo>
                    <a:cubicBezTo>
                      <a:pt x="3814" y="4201"/>
                      <a:pt x="3814" y="4174"/>
                      <a:pt x="3814" y="4145"/>
                    </a:cubicBezTo>
                    <a:cubicBezTo>
                      <a:pt x="3759" y="4145"/>
                      <a:pt x="3704" y="4145"/>
                      <a:pt x="3648" y="4145"/>
                    </a:cubicBezTo>
                    <a:cubicBezTo>
                      <a:pt x="3648" y="4118"/>
                      <a:pt x="3648" y="4091"/>
                      <a:pt x="3648" y="4062"/>
                    </a:cubicBezTo>
                    <a:cubicBezTo>
                      <a:pt x="3292" y="4062"/>
                      <a:pt x="2937" y="4062"/>
                      <a:pt x="2570" y="4062"/>
                    </a:cubicBezTo>
                    <a:cubicBezTo>
                      <a:pt x="2570" y="4035"/>
                      <a:pt x="2570" y="4008"/>
                      <a:pt x="2570" y="3980"/>
                    </a:cubicBezTo>
                    <a:cubicBezTo>
                      <a:pt x="2543" y="3980"/>
                      <a:pt x="2515" y="3980"/>
                      <a:pt x="2487" y="3980"/>
                    </a:cubicBezTo>
                    <a:cubicBezTo>
                      <a:pt x="2487" y="3843"/>
                      <a:pt x="2487" y="3706"/>
                      <a:pt x="2487" y="3565"/>
                    </a:cubicBezTo>
                    <a:cubicBezTo>
                      <a:pt x="2460" y="3565"/>
                      <a:pt x="2433" y="3565"/>
                      <a:pt x="2404" y="3565"/>
                    </a:cubicBezTo>
                    <a:cubicBezTo>
                      <a:pt x="2404" y="3538"/>
                      <a:pt x="2404" y="3510"/>
                      <a:pt x="2404" y="3482"/>
                    </a:cubicBezTo>
                    <a:cubicBezTo>
                      <a:pt x="2350" y="3482"/>
                      <a:pt x="2295" y="3482"/>
                      <a:pt x="2239" y="3482"/>
                    </a:cubicBezTo>
                    <a:cubicBezTo>
                      <a:pt x="2239" y="3510"/>
                      <a:pt x="2239" y="3537"/>
                      <a:pt x="2239" y="3565"/>
                    </a:cubicBezTo>
                    <a:cubicBezTo>
                      <a:pt x="2211" y="3565"/>
                      <a:pt x="2184" y="3565"/>
                      <a:pt x="2156" y="3565"/>
                    </a:cubicBezTo>
                    <a:cubicBezTo>
                      <a:pt x="2156" y="3592"/>
                      <a:pt x="2156" y="3620"/>
                      <a:pt x="2156" y="3648"/>
                    </a:cubicBezTo>
                    <a:cubicBezTo>
                      <a:pt x="2115" y="3634"/>
                      <a:pt x="2115" y="3634"/>
                      <a:pt x="1907" y="3565"/>
                    </a:cubicBezTo>
                    <a:cubicBezTo>
                      <a:pt x="1907" y="3620"/>
                      <a:pt x="1907" y="3674"/>
                      <a:pt x="1907" y="3731"/>
                    </a:cubicBezTo>
                    <a:cubicBezTo>
                      <a:pt x="1989" y="3731"/>
                      <a:pt x="2071" y="3731"/>
                      <a:pt x="2156" y="3731"/>
                    </a:cubicBezTo>
                    <a:cubicBezTo>
                      <a:pt x="2156" y="3758"/>
                      <a:pt x="2156" y="3786"/>
                      <a:pt x="2156" y="3814"/>
                    </a:cubicBezTo>
                    <a:cubicBezTo>
                      <a:pt x="2101" y="3814"/>
                      <a:pt x="2046" y="3814"/>
                      <a:pt x="1990" y="3814"/>
                    </a:cubicBezTo>
                    <a:cubicBezTo>
                      <a:pt x="1990" y="3841"/>
                      <a:pt x="1990" y="3868"/>
                      <a:pt x="1990" y="3897"/>
                    </a:cubicBezTo>
                    <a:cubicBezTo>
                      <a:pt x="1962" y="3897"/>
                      <a:pt x="1935" y="3897"/>
                      <a:pt x="1907" y="3897"/>
                    </a:cubicBezTo>
                    <a:cubicBezTo>
                      <a:pt x="1907" y="3924"/>
                      <a:pt x="1907" y="3951"/>
                      <a:pt x="1907" y="3980"/>
                    </a:cubicBezTo>
                    <a:cubicBezTo>
                      <a:pt x="1880" y="3980"/>
                      <a:pt x="1852" y="3980"/>
                      <a:pt x="1824" y="3980"/>
                    </a:cubicBezTo>
                    <a:cubicBezTo>
                      <a:pt x="1824" y="4034"/>
                      <a:pt x="1824" y="4089"/>
                      <a:pt x="1824" y="4145"/>
                    </a:cubicBezTo>
                    <a:cubicBezTo>
                      <a:pt x="1797" y="4145"/>
                      <a:pt x="1769" y="4145"/>
                      <a:pt x="1741" y="4145"/>
                    </a:cubicBezTo>
                    <a:cubicBezTo>
                      <a:pt x="1741" y="4173"/>
                      <a:pt x="1741" y="4200"/>
                      <a:pt x="1741" y="4228"/>
                    </a:cubicBezTo>
                    <a:cubicBezTo>
                      <a:pt x="1550" y="4228"/>
                      <a:pt x="1358" y="4228"/>
                      <a:pt x="1161" y="4228"/>
                    </a:cubicBezTo>
                    <a:cubicBezTo>
                      <a:pt x="1161" y="4201"/>
                      <a:pt x="1161" y="4174"/>
                      <a:pt x="1161" y="4145"/>
                    </a:cubicBezTo>
                    <a:cubicBezTo>
                      <a:pt x="1133" y="4145"/>
                      <a:pt x="1106" y="4145"/>
                      <a:pt x="1078" y="4145"/>
                    </a:cubicBezTo>
                    <a:cubicBezTo>
                      <a:pt x="1078" y="4118"/>
                      <a:pt x="1078" y="4091"/>
                      <a:pt x="1078" y="4062"/>
                    </a:cubicBezTo>
                    <a:cubicBezTo>
                      <a:pt x="832" y="4062"/>
                      <a:pt x="585" y="4062"/>
                      <a:pt x="332" y="4062"/>
                    </a:cubicBezTo>
                    <a:cubicBezTo>
                      <a:pt x="332" y="4035"/>
                      <a:pt x="332" y="4008"/>
                      <a:pt x="332" y="3980"/>
                    </a:cubicBezTo>
                    <a:cubicBezTo>
                      <a:pt x="304" y="3980"/>
                      <a:pt x="277" y="3980"/>
                      <a:pt x="249" y="3980"/>
                    </a:cubicBezTo>
                    <a:cubicBezTo>
                      <a:pt x="249" y="3651"/>
                      <a:pt x="249" y="3323"/>
                      <a:pt x="249" y="2985"/>
                    </a:cubicBezTo>
                    <a:cubicBezTo>
                      <a:pt x="221" y="2985"/>
                      <a:pt x="194" y="2985"/>
                      <a:pt x="166" y="2985"/>
                    </a:cubicBezTo>
                    <a:cubicBezTo>
                      <a:pt x="166" y="2930"/>
                      <a:pt x="166" y="2875"/>
                      <a:pt x="166" y="2819"/>
                    </a:cubicBezTo>
                    <a:cubicBezTo>
                      <a:pt x="138" y="2819"/>
                      <a:pt x="111" y="2819"/>
                      <a:pt x="83" y="2819"/>
                    </a:cubicBezTo>
                    <a:cubicBezTo>
                      <a:pt x="83" y="2600"/>
                      <a:pt x="83" y="2381"/>
                      <a:pt x="83" y="2156"/>
                    </a:cubicBezTo>
                    <a:cubicBezTo>
                      <a:pt x="56" y="2156"/>
                      <a:pt x="28" y="2156"/>
                      <a:pt x="0" y="2156"/>
                    </a:cubicBezTo>
                    <a:cubicBezTo>
                      <a:pt x="0" y="2074"/>
                      <a:pt x="0" y="1991"/>
                      <a:pt x="0" y="1907"/>
                    </a:cubicBezTo>
                    <a:cubicBezTo>
                      <a:pt x="27" y="1907"/>
                      <a:pt x="55" y="1907"/>
                      <a:pt x="83" y="1907"/>
                    </a:cubicBezTo>
                    <a:cubicBezTo>
                      <a:pt x="83" y="1880"/>
                      <a:pt x="83" y="1852"/>
                      <a:pt x="83" y="1824"/>
                    </a:cubicBezTo>
                    <a:cubicBezTo>
                      <a:pt x="110" y="1824"/>
                      <a:pt x="138" y="1824"/>
                      <a:pt x="166" y="1824"/>
                    </a:cubicBezTo>
                    <a:cubicBezTo>
                      <a:pt x="166" y="1797"/>
                      <a:pt x="166" y="1769"/>
                      <a:pt x="166" y="1741"/>
                    </a:cubicBezTo>
                    <a:cubicBezTo>
                      <a:pt x="193" y="1741"/>
                      <a:pt x="221" y="1741"/>
                      <a:pt x="249" y="1741"/>
                    </a:cubicBezTo>
                    <a:cubicBezTo>
                      <a:pt x="249" y="1686"/>
                      <a:pt x="249" y="1632"/>
                      <a:pt x="249" y="1575"/>
                    </a:cubicBezTo>
                    <a:cubicBezTo>
                      <a:pt x="276" y="1575"/>
                      <a:pt x="303" y="1575"/>
                      <a:pt x="332" y="1575"/>
                    </a:cubicBezTo>
                    <a:cubicBezTo>
                      <a:pt x="332" y="1548"/>
                      <a:pt x="332" y="1521"/>
                      <a:pt x="332" y="1492"/>
                    </a:cubicBezTo>
                    <a:cubicBezTo>
                      <a:pt x="468" y="1492"/>
                      <a:pt x="605" y="1492"/>
                      <a:pt x="746" y="1492"/>
                    </a:cubicBezTo>
                    <a:cubicBezTo>
                      <a:pt x="746" y="1465"/>
                      <a:pt x="746" y="1438"/>
                      <a:pt x="746" y="1409"/>
                    </a:cubicBezTo>
                    <a:cubicBezTo>
                      <a:pt x="883" y="1409"/>
                      <a:pt x="1020" y="1409"/>
                      <a:pt x="1161" y="1409"/>
                    </a:cubicBezTo>
                    <a:cubicBezTo>
                      <a:pt x="1161" y="1437"/>
                      <a:pt x="1161" y="1464"/>
                      <a:pt x="1161" y="1492"/>
                    </a:cubicBezTo>
                    <a:cubicBezTo>
                      <a:pt x="1380" y="1492"/>
                      <a:pt x="1598" y="1492"/>
                      <a:pt x="1824" y="1492"/>
                    </a:cubicBezTo>
                    <a:cubicBezTo>
                      <a:pt x="1824" y="1520"/>
                      <a:pt x="1824" y="1547"/>
                      <a:pt x="1824" y="1575"/>
                    </a:cubicBezTo>
                    <a:cubicBezTo>
                      <a:pt x="1851" y="1575"/>
                      <a:pt x="1879" y="1575"/>
                      <a:pt x="1907" y="1575"/>
                    </a:cubicBezTo>
                    <a:cubicBezTo>
                      <a:pt x="1907" y="1931"/>
                      <a:pt x="1907" y="2287"/>
                      <a:pt x="1907" y="2653"/>
                    </a:cubicBezTo>
                    <a:cubicBezTo>
                      <a:pt x="1962" y="2653"/>
                      <a:pt x="2016" y="2653"/>
                      <a:pt x="2073" y="2653"/>
                    </a:cubicBezTo>
                    <a:cubicBezTo>
                      <a:pt x="2073" y="2379"/>
                      <a:pt x="2073" y="2106"/>
                      <a:pt x="2073" y="1824"/>
                    </a:cubicBezTo>
                    <a:cubicBezTo>
                      <a:pt x="2127" y="1824"/>
                      <a:pt x="2182" y="1824"/>
                      <a:pt x="2239" y="1824"/>
                    </a:cubicBezTo>
                    <a:cubicBezTo>
                      <a:pt x="2239" y="2098"/>
                      <a:pt x="2239" y="2371"/>
                      <a:pt x="2239" y="2653"/>
                    </a:cubicBezTo>
                    <a:cubicBezTo>
                      <a:pt x="2293" y="2653"/>
                      <a:pt x="2348" y="2653"/>
                      <a:pt x="2404" y="2653"/>
                    </a:cubicBezTo>
                    <a:cubicBezTo>
                      <a:pt x="2404" y="2626"/>
                      <a:pt x="2404" y="2598"/>
                      <a:pt x="2404" y="2570"/>
                    </a:cubicBezTo>
                    <a:cubicBezTo>
                      <a:pt x="2432" y="2570"/>
                      <a:pt x="2459" y="2570"/>
                      <a:pt x="2487" y="2570"/>
                    </a:cubicBezTo>
                    <a:cubicBezTo>
                      <a:pt x="2487" y="1777"/>
                      <a:pt x="2487" y="983"/>
                      <a:pt x="2487" y="166"/>
                    </a:cubicBezTo>
                    <a:cubicBezTo>
                      <a:pt x="2515" y="166"/>
                      <a:pt x="2542" y="166"/>
                      <a:pt x="2570" y="166"/>
                    </a:cubicBezTo>
                    <a:cubicBezTo>
                      <a:pt x="2570" y="138"/>
                      <a:pt x="2570" y="111"/>
                      <a:pt x="2570" y="83"/>
                    </a:cubicBezTo>
                    <a:cubicBezTo>
                      <a:pt x="2789" y="83"/>
                      <a:pt x="3008" y="83"/>
                      <a:pt x="3233" y="83"/>
                    </a:cubicBezTo>
                    <a:cubicBezTo>
                      <a:pt x="3233" y="56"/>
                      <a:pt x="3233" y="28"/>
                      <a:pt x="3233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32" name="ICON_C_FIGURE_REPORT_path_005"/>
              <p:cNvSpPr/>
              <p:nvPr/>
            </p:nvSpPr>
            <p:spPr>
              <a:xfrm>
                <a:off x="10785378" y="7506574"/>
                <a:ext cx="21447" cy="70904"/>
              </a:xfrm>
              <a:custGeom>
                <a:avLst/>
                <a:gdLst/>
                <a:ahLst/>
                <a:cxnLst/>
                <a:rect l="0" t="0" r="r" b="b"/>
                <a:pathLst>
                  <a:path w="1689" h="5583" fill="norm" stroke="0">
                    <a:moveTo>
                      <a:pt x="539" y="12"/>
                    </a:moveTo>
                    <a:cubicBezTo>
                      <a:pt x="568" y="12"/>
                      <a:pt x="596" y="12"/>
                      <a:pt x="625" y="13"/>
                    </a:cubicBezTo>
                    <a:cubicBezTo>
                      <a:pt x="699" y="13"/>
                      <a:pt x="773" y="15"/>
                      <a:pt x="848" y="17"/>
                    </a:cubicBezTo>
                    <a:cubicBezTo>
                      <a:pt x="924" y="18"/>
                      <a:pt x="1000" y="19"/>
                      <a:pt x="1076" y="20"/>
                    </a:cubicBezTo>
                    <a:cubicBezTo>
                      <a:pt x="1225" y="22"/>
                      <a:pt x="1374" y="25"/>
                      <a:pt x="1523" y="28"/>
                    </a:cubicBezTo>
                    <a:cubicBezTo>
                      <a:pt x="1523" y="55"/>
                      <a:pt x="1523" y="83"/>
                      <a:pt x="1523" y="111"/>
                    </a:cubicBezTo>
                    <a:cubicBezTo>
                      <a:pt x="1578" y="111"/>
                      <a:pt x="1632" y="111"/>
                      <a:pt x="1689" y="111"/>
                    </a:cubicBezTo>
                    <a:cubicBezTo>
                      <a:pt x="1689" y="1889"/>
                      <a:pt x="1689" y="3668"/>
                      <a:pt x="1689" y="5500"/>
                    </a:cubicBezTo>
                    <a:cubicBezTo>
                      <a:pt x="1661" y="5500"/>
                      <a:pt x="1634" y="5500"/>
                      <a:pt x="1606" y="5500"/>
                    </a:cubicBezTo>
                    <a:cubicBezTo>
                      <a:pt x="1606" y="5527"/>
                      <a:pt x="1606" y="5555"/>
                      <a:pt x="1606" y="5583"/>
                    </a:cubicBezTo>
                    <a:cubicBezTo>
                      <a:pt x="1141" y="5583"/>
                      <a:pt x="676" y="5583"/>
                      <a:pt x="196" y="5583"/>
                    </a:cubicBezTo>
                    <a:cubicBezTo>
                      <a:pt x="196" y="5556"/>
                      <a:pt x="196" y="5528"/>
                      <a:pt x="196" y="5500"/>
                    </a:cubicBezTo>
                    <a:cubicBezTo>
                      <a:pt x="169" y="5500"/>
                      <a:pt x="142" y="5500"/>
                      <a:pt x="113" y="5500"/>
                    </a:cubicBezTo>
                    <a:cubicBezTo>
                      <a:pt x="113" y="5309"/>
                      <a:pt x="113" y="5117"/>
                      <a:pt x="113" y="4920"/>
                    </a:cubicBezTo>
                    <a:cubicBezTo>
                      <a:pt x="86" y="4920"/>
                      <a:pt x="59" y="4920"/>
                      <a:pt x="31" y="4920"/>
                    </a:cubicBezTo>
                    <a:cubicBezTo>
                      <a:pt x="31" y="4017"/>
                      <a:pt x="31" y="3114"/>
                      <a:pt x="31" y="2184"/>
                    </a:cubicBezTo>
                    <a:cubicBezTo>
                      <a:pt x="58" y="2184"/>
                      <a:pt x="85" y="2184"/>
                      <a:pt x="113" y="2184"/>
                    </a:cubicBezTo>
                    <a:cubicBezTo>
                      <a:pt x="113" y="2074"/>
                      <a:pt x="113" y="1965"/>
                      <a:pt x="113" y="1852"/>
                    </a:cubicBezTo>
                    <a:cubicBezTo>
                      <a:pt x="86" y="1852"/>
                      <a:pt x="59" y="1852"/>
                      <a:pt x="31" y="1852"/>
                    </a:cubicBezTo>
                    <a:cubicBezTo>
                      <a:pt x="26" y="1639"/>
                      <a:pt x="22" y="1425"/>
                      <a:pt x="20" y="1212"/>
                    </a:cubicBezTo>
                    <a:cubicBezTo>
                      <a:pt x="19" y="1113"/>
                      <a:pt x="17" y="1014"/>
                      <a:pt x="15" y="915"/>
                    </a:cubicBezTo>
                    <a:cubicBezTo>
                      <a:pt x="13" y="819"/>
                      <a:pt x="11" y="723"/>
                      <a:pt x="11" y="628"/>
                    </a:cubicBezTo>
                    <a:cubicBezTo>
                      <a:pt x="11" y="591"/>
                      <a:pt x="10" y="555"/>
                      <a:pt x="9" y="519"/>
                    </a:cubicBezTo>
                    <a:cubicBezTo>
                      <a:pt x="0" y="226"/>
                      <a:pt x="0" y="226"/>
                      <a:pt x="67" y="134"/>
                    </a:cubicBezTo>
                    <a:cubicBezTo>
                      <a:pt x="195" y="0"/>
                      <a:pt x="367" y="6"/>
                      <a:pt x="539" y="12"/>
                    </a:cubicBezTo>
                    <a:close/>
                  </a:path>
                </a:pathLst>
              </a:custGeom>
              <a:solidFill>
                <a:srgbClr val="E24798"/>
              </a:solidFill>
              <a:ln w="526" cap="flat">
                <a:noFill/>
              </a:ln>
            </p:spPr>
          </p:sp>
          <p:sp>
            <p:nvSpPr>
              <p:cNvPr id="2833" name="ICON_C_FIGURE_REPORT_path_006"/>
              <p:cNvSpPr/>
              <p:nvPr/>
            </p:nvSpPr>
            <p:spPr>
              <a:xfrm>
                <a:off x="10713936" y="7406761"/>
                <a:ext cx="39190" cy="39100"/>
              </a:xfrm>
              <a:custGeom>
                <a:avLst/>
                <a:gdLst/>
                <a:ahLst/>
                <a:cxnLst/>
                <a:rect l="0" t="0" r="r" b="b"/>
                <a:pathLst>
                  <a:path w="3086" h="3079" fill="norm" stroke="0">
                    <a:moveTo>
                      <a:pt x="291" y="3"/>
                    </a:moveTo>
                    <a:cubicBezTo>
                      <a:pt x="304" y="3"/>
                      <a:pt x="318" y="3"/>
                      <a:pt x="332" y="3"/>
                    </a:cubicBezTo>
                    <a:cubicBezTo>
                      <a:pt x="375" y="4"/>
                      <a:pt x="418" y="5"/>
                      <a:pt x="461" y="6"/>
                    </a:cubicBezTo>
                    <a:cubicBezTo>
                      <a:pt x="491" y="6"/>
                      <a:pt x="520" y="7"/>
                      <a:pt x="549" y="7"/>
                    </a:cubicBezTo>
                    <a:cubicBezTo>
                      <a:pt x="621" y="8"/>
                      <a:pt x="693" y="9"/>
                      <a:pt x="764" y="11"/>
                    </a:cubicBezTo>
                    <a:cubicBezTo>
                      <a:pt x="764" y="38"/>
                      <a:pt x="764" y="66"/>
                      <a:pt x="764" y="94"/>
                    </a:cubicBezTo>
                    <a:cubicBezTo>
                      <a:pt x="783" y="93"/>
                      <a:pt x="801" y="92"/>
                      <a:pt x="821" y="91"/>
                    </a:cubicBezTo>
                    <a:cubicBezTo>
                      <a:pt x="988" y="85"/>
                      <a:pt x="1110" y="99"/>
                      <a:pt x="1262" y="177"/>
                    </a:cubicBezTo>
                    <a:cubicBezTo>
                      <a:pt x="1262" y="204"/>
                      <a:pt x="1262" y="232"/>
                      <a:pt x="1262" y="260"/>
                    </a:cubicBezTo>
                    <a:cubicBezTo>
                      <a:pt x="1317" y="260"/>
                      <a:pt x="1371" y="260"/>
                      <a:pt x="1428" y="260"/>
                    </a:cubicBezTo>
                    <a:cubicBezTo>
                      <a:pt x="1428" y="287"/>
                      <a:pt x="1428" y="315"/>
                      <a:pt x="1428" y="343"/>
                    </a:cubicBezTo>
                    <a:cubicBezTo>
                      <a:pt x="1482" y="343"/>
                      <a:pt x="1537" y="343"/>
                      <a:pt x="1593" y="343"/>
                    </a:cubicBezTo>
                    <a:cubicBezTo>
                      <a:pt x="1593" y="370"/>
                      <a:pt x="1593" y="397"/>
                      <a:pt x="1593" y="426"/>
                    </a:cubicBezTo>
                    <a:cubicBezTo>
                      <a:pt x="1648" y="426"/>
                      <a:pt x="1703" y="426"/>
                      <a:pt x="1759" y="426"/>
                    </a:cubicBezTo>
                    <a:cubicBezTo>
                      <a:pt x="1759" y="453"/>
                      <a:pt x="1759" y="480"/>
                      <a:pt x="1759" y="509"/>
                    </a:cubicBezTo>
                    <a:cubicBezTo>
                      <a:pt x="1787" y="509"/>
                      <a:pt x="1814" y="509"/>
                      <a:pt x="1842" y="509"/>
                    </a:cubicBezTo>
                    <a:cubicBezTo>
                      <a:pt x="1842" y="536"/>
                      <a:pt x="1842" y="563"/>
                      <a:pt x="1842" y="591"/>
                    </a:cubicBezTo>
                    <a:cubicBezTo>
                      <a:pt x="1853" y="590"/>
                      <a:pt x="1863" y="588"/>
                      <a:pt x="1873" y="586"/>
                    </a:cubicBezTo>
                    <a:cubicBezTo>
                      <a:pt x="1942" y="579"/>
                      <a:pt x="1989" y="577"/>
                      <a:pt x="2046" y="620"/>
                    </a:cubicBezTo>
                    <a:cubicBezTo>
                      <a:pt x="2083" y="661"/>
                      <a:pt x="2117" y="703"/>
                      <a:pt x="2151" y="747"/>
                    </a:cubicBezTo>
                    <a:cubicBezTo>
                      <a:pt x="2249" y="868"/>
                      <a:pt x="2342" y="968"/>
                      <a:pt x="2470" y="1056"/>
                    </a:cubicBezTo>
                    <a:cubicBezTo>
                      <a:pt x="2505" y="1089"/>
                      <a:pt x="2505" y="1089"/>
                      <a:pt x="2511" y="1135"/>
                    </a:cubicBezTo>
                    <a:cubicBezTo>
                      <a:pt x="2509" y="1147"/>
                      <a:pt x="2507" y="1159"/>
                      <a:pt x="2505" y="1172"/>
                    </a:cubicBezTo>
                    <a:cubicBezTo>
                      <a:pt x="2533" y="1172"/>
                      <a:pt x="2560" y="1172"/>
                      <a:pt x="2588" y="1172"/>
                    </a:cubicBezTo>
                    <a:cubicBezTo>
                      <a:pt x="2588" y="1227"/>
                      <a:pt x="2588" y="1281"/>
                      <a:pt x="2588" y="1338"/>
                    </a:cubicBezTo>
                    <a:cubicBezTo>
                      <a:pt x="2616" y="1338"/>
                      <a:pt x="2643" y="1338"/>
                      <a:pt x="2671" y="1338"/>
                    </a:cubicBezTo>
                    <a:cubicBezTo>
                      <a:pt x="2671" y="1392"/>
                      <a:pt x="2671" y="1447"/>
                      <a:pt x="2671" y="1503"/>
                    </a:cubicBezTo>
                    <a:cubicBezTo>
                      <a:pt x="2699" y="1503"/>
                      <a:pt x="2726" y="1503"/>
                      <a:pt x="2754" y="1503"/>
                    </a:cubicBezTo>
                    <a:cubicBezTo>
                      <a:pt x="2754" y="1531"/>
                      <a:pt x="2754" y="1558"/>
                      <a:pt x="2754" y="1586"/>
                    </a:cubicBezTo>
                    <a:cubicBezTo>
                      <a:pt x="2782" y="1586"/>
                      <a:pt x="2809" y="1586"/>
                      <a:pt x="2837" y="1586"/>
                    </a:cubicBezTo>
                    <a:cubicBezTo>
                      <a:pt x="2837" y="1668"/>
                      <a:pt x="2837" y="1751"/>
                      <a:pt x="2837" y="1835"/>
                    </a:cubicBezTo>
                    <a:cubicBezTo>
                      <a:pt x="2864" y="1835"/>
                      <a:pt x="2892" y="1835"/>
                      <a:pt x="2920" y="1835"/>
                    </a:cubicBezTo>
                    <a:cubicBezTo>
                      <a:pt x="2920" y="1890"/>
                      <a:pt x="2920" y="1945"/>
                      <a:pt x="2920" y="2001"/>
                    </a:cubicBezTo>
                    <a:cubicBezTo>
                      <a:pt x="2947" y="2001"/>
                      <a:pt x="2975" y="2001"/>
                      <a:pt x="3003" y="2001"/>
                    </a:cubicBezTo>
                    <a:cubicBezTo>
                      <a:pt x="3003" y="2110"/>
                      <a:pt x="3003" y="2220"/>
                      <a:pt x="3003" y="2333"/>
                    </a:cubicBezTo>
                    <a:cubicBezTo>
                      <a:pt x="3030" y="2333"/>
                      <a:pt x="3058" y="2333"/>
                      <a:pt x="3086" y="2333"/>
                    </a:cubicBezTo>
                    <a:cubicBezTo>
                      <a:pt x="3086" y="2579"/>
                      <a:pt x="3086" y="2825"/>
                      <a:pt x="3086" y="3079"/>
                    </a:cubicBezTo>
                    <a:cubicBezTo>
                      <a:pt x="2074" y="3079"/>
                      <a:pt x="1061" y="3079"/>
                      <a:pt x="18" y="3079"/>
                    </a:cubicBezTo>
                    <a:cubicBezTo>
                      <a:pt x="16" y="2588"/>
                      <a:pt x="13" y="2097"/>
                      <a:pt x="10" y="1592"/>
                    </a:cubicBezTo>
                    <a:cubicBezTo>
                      <a:pt x="9" y="1437"/>
                      <a:pt x="8" y="1281"/>
                      <a:pt x="7" y="1122"/>
                    </a:cubicBezTo>
                    <a:cubicBezTo>
                      <a:pt x="6" y="933"/>
                      <a:pt x="6" y="933"/>
                      <a:pt x="6" y="844"/>
                    </a:cubicBezTo>
                    <a:cubicBezTo>
                      <a:pt x="6" y="782"/>
                      <a:pt x="6" y="720"/>
                      <a:pt x="5" y="658"/>
                    </a:cubicBezTo>
                    <a:cubicBezTo>
                      <a:pt x="4" y="579"/>
                      <a:pt x="4" y="501"/>
                      <a:pt x="4" y="422"/>
                    </a:cubicBezTo>
                    <a:cubicBezTo>
                      <a:pt x="4" y="393"/>
                      <a:pt x="4" y="364"/>
                      <a:pt x="3" y="335"/>
                    </a:cubicBezTo>
                    <a:cubicBezTo>
                      <a:pt x="0" y="119"/>
                      <a:pt x="0" y="119"/>
                      <a:pt x="44" y="59"/>
                    </a:cubicBezTo>
                    <a:cubicBezTo>
                      <a:pt x="121" y="4"/>
                      <a:pt x="200" y="0"/>
                      <a:pt x="291" y="3"/>
                    </a:cubicBezTo>
                    <a:close/>
                  </a:path>
                </a:pathLst>
              </a:custGeom>
              <a:solidFill>
                <a:srgbClr val="E24798"/>
              </a:solidFill>
              <a:ln w="526" cap="flat">
                <a:noFill/>
              </a:ln>
            </p:spPr>
          </p:sp>
          <p:sp>
            <p:nvSpPr>
              <p:cNvPr id="2834" name="ICON_C_FIGURE_REPORT_path_007"/>
              <p:cNvSpPr/>
              <p:nvPr/>
            </p:nvSpPr>
            <p:spPr>
              <a:xfrm>
                <a:off x="10668891" y="7503772"/>
                <a:ext cx="80023" cy="11582"/>
              </a:xfrm>
              <a:custGeom>
                <a:avLst/>
                <a:gdLst/>
                <a:ahLst/>
                <a:cxnLst/>
                <a:rect l="0" t="0" r="r" b="b"/>
                <a:pathLst>
                  <a:path w="6301" h="912" fill="norm" stroke="0">
                    <a:moveTo>
                      <a:pt x="332" y="0"/>
                    </a:moveTo>
                    <a:cubicBezTo>
                      <a:pt x="2274" y="0"/>
                      <a:pt x="4217" y="0"/>
                      <a:pt x="6218" y="0"/>
                    </a:cubicBezTo>
                    <a:cubicBezTo>
                      <a:pt x="6218" y="27"/>
                      <a:pt x="6218" y="55"/>
                      <a:pt x="6218" y="83"/>
                    </a:cubicBezTo>
                    <a:cubicBezTo>
                      <a:pt x="6245" y="83"/>
                      <a:pt x="6273" y="83"/>
                      <a:pt x="6301" y="83"/>
                    </a:cubicBezTo>
                    <a:cubicBezTo>
                      <a:pt x="6301" y="192"/>
                      <a:pt x="6301" y="302"/>
                      <a:pt x="6301" y="415"/>
                    </a:cubicBezTo>
                    <a:cubicBezTo>
                      <a:pt x="6274" y="415"/>
                      <a:pt x="6246" y="415"/>
                      <a:pt x="6218" y="415"/>
                    </a:cubicBezTo>
                    <a:cubicBezTo>
                      <a:pt x="6218" y="469"/>
                      <a:pt x="6218" y="524"/>
                      <a:pt x="6218" y="580"/>
                    </a:cubicBezTo>
                    <a:cubicBezTo>
                      <a:pt x="6191" y="580"/>
                      <a:pt x="6163" y="580"/>
                      <a:pt x="6135" y="580"/>
                    </a:cubicBezTo>
                    <a:cubicBezTo>
                      <a:pt x="6135" y="608"/>
                      <a:pt x="6135" y="635"/>
                      <a:pt x="6135" y="663"/>
                    </a:cubicBezTo>
                    <a:cubicBezTo>
                      <a:pt x="6108" y="663"/>
                      <a:pt x="6080" y="663"/>
                      <a:pt x="6052" y="663"/>
                    </a:cubicBezTo>
                    <a:cubicBezTo>
                      <a:pt x="6052" y="691"/>
                      <a:pt x="6052" y="718"/>
                      <a:pt x="6052" y="746"/>
                    </a:cubicBezTo>
                    <a:cubicBezTo>
                      <a:pt x="5888" y="746"/>
                      <a:pt x="5724" y="746"/>
                      <a:pt x="5555" y="746"/>
                    </a:cubicBezTo>
                    <a:cubicBezTo>
                      <a:pt x="5555" y="774"/>
                      <a:pt x="5555" y="801"/>
                      <a:pt x="5555" y="829"/>
                    </a:cubicBezTo>
                    <a:cubicBezTo>
                      <a:pt x="5473" y="829"/>
                      <a:pt x="5391" y="829"/>
                      <a:pt x="5306" y="829"/>
                    </a:cubicBezTo>
                    <a:cubicBezTo>
                      <a:pt x="5306" y="856"/>
                      <a:pt x="5306" y="884"/>
                      <a:pt x="5306" y="912"/>
                    </a:cubicBezTo>
                    <a:cubicBezTo>
                      <a:pt x="5224" y="912"/>
                      <a:pt x="5142" y="912"/>
                      <a:pt x="5057" y="912"/>
                    </a:cubicBezTo>
                    <a:cubicBezTo>
                      <a:pt x="5057" y="885"/>
                      <a:pt x="5057" y="857"/>
                      <a:pt x="5057" y="829"/>
                    </a:cubicBezTo>
                    <a:cubicBezTo>
                      <a:pt x="3854" y="829"/>
                      <a:pt x="2650" y="829"/>
                      <a:pt x="1409" y="829"/>
                    </a:cubicBezTo>
                    <a:cubicBezTo>
                      <a:pt x="1409" y="802"/>
                      <a:pt x="1409" y="774"/>
                      <a:pt x="1409" y="746"/>
                    </a:cubicBezTo>
                    <a:cubicBezTo>
                      <a:pt x="1218" y="746"/>
                      <a:pt x="1026" y="746"/>
                      <a:pt x="829" y="746"/>
                    </a:cubicBezTo>
                    <a:cubicBezTo>
                      <a:pt x="829" y="774"/>
                      <a:pt x="829" y="801"/>
                      <a:pt x="829" y="829"/>
                    </a:cubicBezTo>
                    <a:cubicBezTo>
                      <a:pt x="692" y="829"/>
                      <a:pt x="555" y="829"/>
                      <a:pt x="415" y="829"/>
                    </a:cubicBezTo>
                    <a:cubicBezTo>
                      <a:pt x="415" y="802"/>
                      <a:pt x="415" y="774"/>
                      <a:pt x="415" y="746"/>
                    </a:cubicBezTo>
                    <a:cubicBezTo>
                      <a:pt x="387" y="746"/>
                      <a:pt x="360" y="746"/>
                      <a:pt x="332" y="746"/>
                    </a:cubicBezTo>
                    <a:cubicBezTo>
                      <a:pt x="332" y="719"/>
                      <a:pt x="332" y="691"/>
                      <a:pt x="332" y="663"/>
                    </a:cubicBezTo>
                    <a:cubicBezTo>
                      <a:pt x="304" y="663"/>
                      <a:pt x="277" y="663"/>
                      <a:pt x="249" y="663"/>
                    </a:cubicBezTo>
                    <a:cubicBezTo>
                      <a:pt x="249" y="636"/>
                      <a:pt x="249" y="609"/>
                      <a:pt x="249" y="580"/>
                    </a:cubicBezTo>
                    <a:cubicBezTo>
                      <a:pt x="221" y="580"/>
                      <a:pt x="194" y="580"/>
                      <a:pt x="166" y="580"/>
                    </a:cubicBezTo>
                    <a:cubicBezTo>
                      <a:pt x="166" y="553"/>
                      <a:pt x="166" y="526"/>
                      <a:pt x="166" y="497"/>
                    </a:cubicBezTo>
                    <a:cubicBezTo>
                      <a:pt x="138" y="497"/>
                      <a:pt x="111" y="497"/>
                      <a:pt x="83" y="497"/>
                    </a:cubicBezTo>
                    <a:cubicBezTo>
                      <a:pt x="83" y="470"/>
                      <a:pt x="83" y="443"/>
                      <a:pt x="83" y="415"/>
                    </a:cubicBezTo>
                    <a:cubicBezTo>
                      <a:pt x="56" y="415"/>
                      <a:pt x="28" y="415"/>
                      <a:pt x="0" y="415"/>
                    </a:cubicBezTo>
                    <a:cubicBezTo>
                      <a:pt x="0" y="360"/>
                      <a:pt x="0" y="305"/>
                      <a:pt x="0" y="249"/>
                    </a:cubicBezTo>
                    <a:cubicBezTo>
                      <a:pt x="27" y="249"/>
                      <a:pt x="55" y="249"/>
                      <a:pt x="83" y="249"/>
                    </a:cubicBezTo>
                    <a:cubicBezTo>
                      <a:pt x="83" y="221"/>
                      <a:pt x="83" y="194"/>
                      <a:pt x="83" y="166"/>
                    </a:cubicBezTo>
                    <a:cubicBezTo>
                      <a:pt x="110" y="166"/>
                      <a:pt x="138" y="166"/>
                      <a:pt x="166" y="166"/>
                    </a:cubicBezTo>
                    <a:cubicBezTo>
                      <a:pt x="166" y="138"/>
                      <a:pt x="166" y="111"/>
                      <a:pt x="166" y="83"/>
                    </a:cubicBezTo>
                    <a:cubicBezTo>
                      <a:pt x="221" y="83"/>
                      <a:pt x="275" y="83"/>
                      <a:pt x="332" y="83"/>
                    </a:cubicBezTo>
                    <a:cubicBezTo>
                      <a:pt x="332" y="56"/>
                      <a:pt x="332" y="28"/>
                      <a:pt x="332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35" name="ICON_C_FIGURE_REPORT_path_008"/>
              <p:cNvSpPr/>
              <p:nvPr/>
            </p:nvSpPr>
            <p:spPr>
              <a:xfrm>
                <a:off x="10649734" y="7385844"/>
                <a:ext cx="12312" cy="204269"/>
              </a:xfrm>
              <a:custGeom>
                <a:avLst/>
                <a:gdLst/>
                <a:ahLst/>
                <a:cxnLst/>
                <a:rect l="0" t="0" r="r" b="b"/>
                <a:pathLst>
                  <a:path w="969" h="16084" fill="norm" stroke="0">
                    <a:moveTo>
                      <a:pt x="265" y="0"/>
                    </a:moveTo>
                    <a:cubicBezTo>
                      <a:pt x="497" y="0"/>
                      <a:pt x="730" y="0"/>
                      <a:pt x="969" y="0"/>
                    </a:cubicBezTo>
                    <a:cubicBezTo>
                      <a:pt x="969" y="14"/>
                      <a:pt x="969" y="27"/>
                      <a:pt x="969" y="41"/>
                    </a:cubicBezTo>
                    <a:cubicBezTo>
                      <a:pt x="860" y="55"/>
                      <a:pt x="751" y="69"/>
                      <a:pt x="638" y="83"/>
                    </a:cubicBezTo>
                    <a:cubicBezTo>
                      <a:pt x="652" y="138"/>
                      <a:pt x="665" y="192"/>
                      <a:pt x="679" y="249"/>
                    </a:cubicBezTo>
                    <a:cubicBezTo>
                      <a:pt x="570" y="249"/>
                      <a:pt x="460" y="249"/>
                      <a:pt x="348" y="249"/>
                    </a:cubicBezTo>
                    <a:cubicBezTo>
                      <a:pt x="348" y="987"/>
                      <a:pt x="348" y="1726"/>
                      <a:pt x="348" y="2487"/>
                    </a:cubicBezTo>
                    <a:cubicBezTo>
                      <a:pt x="293" y="2487"/>
                      <a:pt x="238" y="2487"/>
                      <a:pt x="182" y="2487"/>
                    </a:cubicBezTo>
                    <a:cubicBezTo>
                      <a:pt x="182" y="2569"/>
                      <a:pt x="182" y="2651"/>
                      <a:pt x="182" y="2736"/>
                    </a:cubicBezTo>
                    <a:cubicBezTo>
                      <a:pt x="237" y="2736"/>
                      <a:pt x="291" y="2736"/>
                      <a:pt x="348" y="2736"/>
                    </a:cubicBezTo>
                    <a:cubicBezTo>
                      <a:pt x="348" y="2818"/>
                      <a:pt x="348" y="2900"/>
                      <a:pt x="348" y="2985"/>
                    </a:cubicBezTo>
                    <a:cubicBezTo>
                      <a:pt x="320" y="2985"/>
                      <a:pt x="293" y="2985"/>
                      <a:pt x="265" y="2985"/>
                    </a:cubicBezTo>
                    <a:cubicBezTo>
                      <a:pt x="265" y="3039"/>
                      <a:pt x="265" y="3094"/>
                      <a:pt x="265" y="3151"/>
                    </a:cubicBezTo>
                    <a:cubicBezTo>
                      <a:pt x="292" y="3151"/>
                      <a:pt x="319" y="3151"/>
                      <a:pt x="348" y="3151"/>
                    </a:cubicBezTo>
                    <a:cubicBezTo>
                      <a:pt x="348" y="3889"/>
                      <a:pt x="348" y="4628"/>
                      <a:pt x="348" y="5389"/>
                    </a:cubicBezTo>
                    <a:cubicBezTo>
                      <a:pt x="320" y="5389"/>
                      <a:pt x="293" y="5389"/>
                      <a:pt x="265" y="5389"/>
                    </a:cubicBezTo>
                    <a:cubicBezTo>
                      <a:pt x="265" y="5444"/>
                      <a:pt x="265" y="5498"/>
                      <a:pt x="265" y="5555"/>
                    </a:cubicBezTo>
                    <a:cubicBezTo>
                      <a:pt x="292" y="5555"/>
                      <a:pt x="319" y="5555"/>
                      <a:pt x="348" y="5555"/>
                    </a:cubicBezTo>
                    <a:cubicBezTo>
                      <a:pt x="348" y="8482"/>
                      <a:pt x="348" y="11410"/>
                      <a:pt x="348" y="14426"/>
                    </a:cubicBezTo>
                    <a:cubicBezTo>
                      <a:pt x="320" y="14426"/>
                      <a:pt x="293" y="14426"/>
                      <a:pt x="265" y="14426"/>
                    </a:cubicBezTo>
                    <a:cubicBezTo>
                      <a:pt x="265" y="14481"/>
                      <a:pt x="265" y="14535"/>
                      <a:pt x="265" y="14592"/>
                    </a:cubicBezTo>
                    <a:cubicBezTo>
                      <a:pt x="292" y="14592"/>
                      <a:pt x="319" y="14592"/>
                      <a:pt x="348" y="14592"/>
                    </a:cubicBezTo>
                    <a:cubicBezTo>
                      <a:pt x="348" y="14701"/>
                      <a:pt x="348" y="14811"/>
                      <a:pt x="348" y="14923"/>
                    </a:cubicBezTo>
                    <a:cubicBezTo>
                      <a:pt x="320" y="14923"/>
                      <a:pt x="293" y="14923"/>
                      <a:pt x="265" y="14923"/>
                    </a:cubicBezTo>
                    <a:cubicBezTo>
                      <a:pt x="265" y="15224"/>
                      <a:pt x="265" y="15525"/>
                      <a:pt x="265" y="15835"/>
                    </a:cubicBezTo>
                    <a:cubicBezTo>
                      <a:pt x="237" y="15835"/>
                      <a:pt x="210" y="15835"/>
                      <a:pt x="182" y="15835"/>
                    </a:cubicBezTo>
                    <a:cubicBezTo>
                      <a:pt x="182" y="15918"/>
                      <a:pt x="182" y="16000"/>
                      <a:pt x="182" y="16084"/>
                    </a:cubicBezTo>
                    <a:cubicBezTo>
                      <a:pt x="154" y="16084"/>
                      <a:pt x="127" y="16084"/>
                      <a:pt x="99" y="16084"/>
                    </a:cubicBezTo>
                    <a:cubicBezTo>
                      <a:pt x="99" y="16029"/>
                      <a:pt x="99" y="15975"/>
                      <a:pt x="99" y="15918"/>
                    </a:cubicBezTo>
                    <a:cubicBezTo>
                      <a:pt x="72" y="15918"/>
                      <a:pt x="44" y="15918"/>
                      <a:pt x="16" y="15918"/>
                    </a:cubicBezTo>
                    <a:cubicBezTo>
                      <a:pt x="13" y="15261"/>
                      <a:pt x="11" y="14604"/>
                      <a:pt x="10" y="13946"/>
                    </a:cubicBezTo>
                    <a:cubicBezTo>
                      <a:pt x="10" y="13869"/>
                      <a:pt x="9" y="13791"/>
                      <a:pt x="9" y="13714"/>
                    </a:cubicBezTo>
                    <a:cubicBezTo>
                      <a:pt x="9" y="13706"/>
                      <a:pt x="9" y="13706"/>
                      <a:pt x="9" y="13667"/>
                    </a:cubicBezTo>
                    <a:cubicBezTo>
                      <a:pt x="9" y="13417"/>
                      <a:pt x="8" y="13167"/>
                      <a:pt x="6" y="12916"/>
                    </a:cubicBezTo>
                    <a:cubicBezTo>
                      <a:pt x="5" y="12660"/>
                      <a:pt x="5" y="12403"/>
                      <a:pt x="4" y="12146"/>
                    </a:cubicBezTo>
                    <a:cubicBezTo>
                      <a:pt x="4" y="11988"/>
                      <a:pt x="4" y="11830"/>
                      <a:pt x="3" y="11671"/>
                    </a:cubicBezTo>
                    <a:cubicBezTo>
                      <a:pt x="2" y="11563"/>
                      <a:pt x="2" y="11454"/>
                      <a:pt x="2" y="11345"/>
                    </a:cubicBezTo>
                    <a:cubicBezTo>
                      <a:pt x="2" y="11283"/>
                      <a:pt x="2" y="11220"/>
                      <a:pt x="1" y="11157"/>
                    </a:cubicBezTo>
                    <a:cubicBezTo>
                      <a:pt x="1" y="11100"/>
                      <a:pt x="1" y="11042"/>
                      <a:pt x="1" y="10985"/>
                    </a:cubicBezTo>
                    <a:cubicBezTo>
                      <a:pt x="1" y="10955"/>
                      <a:pt x="1" y="10924"/>
                      <a:pt x="0" y="10894"/>
                    </a:cubicBezTo>
                    <a:cubicBezTo>
                      <a:pt x="2" y="10768"/>
                      <a:pt x="28" y="10702"/>
                      <a:pt x="114" y="10609"/>
                    </a:cubicBezTo>
                    <a:cubicBezTo>
                      <a:pt x="157" y="10547"/>
                      <a:pt x="145" y="10490"/>
                      <a:pt x="135" y="10417"/>
                    </a:cubicBezTo>
                    <a:cubicBezTo>
                      <a:pt x="131" y="10399"/>
                      <a:pt x="128" y="10382"/>
                      <a:pt x="125" y="10364"/>
                    </a:cubicBezTo>
                    <a:cubicBezTo>
                      <a:pt x="105" y="10241"/>
                      <a:pt x="91" y="10146"/>
                      <a:pt x="134" y="10028"/>
                    </a:cubicBezTo>
                    <a:cubicBezTo>
                      <a:pt x="140" y="9990"/>
                      <a:pt x="140" y="9990"/>
                      <a:pt x="121" y="9954"/>
                    </a:cubicBezTo>
                    <a:cubicBezTo>
                      <a:pt x="94" y="9897"/>
                      <a:pt x="92" y="9854"/>
                      <a:pt x="90" y="9792"/>
                    </a:cubicBezTo>
                    <a:cubicBezTo>
                      <a:pt x="90" y="9780"/>
                      <a:pt x="90" y="9769"/>
                      <a:pt x="89" y="9757"/>
                    </a:cubicBezTo>
                    <a:cubicBezTo>
                      <a:pt x="88" y="9720"/>
                      <a:pt x="87" y="9683"/>
                      <a:pt x="86" y="9646"/>
                    </a:cubicBezTo>
                    <a:cubicBezTo>
                      <a:pt x="85" y="9620"/>
                      <a:pt x="84" y="9594"/>
                      <a:pt x="83" y="9568"/>
                    </a:cubicBezTo>
                    <a:cubicBezTo>
                      <a:pt x="81" y="9500"/>
                      <a:pt x="79" y="9432"/>
                      <a:pt x="77" y="9364"/>
                    </a:cubicBezTo>
                    <a:cubicBezTo>
                      <a:pt x="75" y="9294"/>
                      <a:pt x="73" y="9225"/>
                      <a:pt x="70" y="9155"/>
                    </a:cubicBezTo>
                    <a:cubicBezTo>
                      <a:pt x="66" y="9019"/>
                      <a:pt x="62" y="8883"/>
                      <a:pt x="57" y="8747"/>
                    </a:cubicBezTo>
                    <a:cubicBezTo>
                      <a:pt x="44" y="8747"/>
                      <a:pt x="30" y="8747"/>
                      <a:pt x="16" y="8747"/>
                    </a:cubicBezTo>
                    <a:cubicBezTo>
                      <a:pt x="16" y="8610"/>
                      <a:pt x="16" y="8473"/>
                      <a:pt x="16" y="8332"/>
                    </a:cubicBezTo>
                    <a:cubicBezTo>
                      <a:pt x="30" y="8332"/>
                      <a:pt x="43" y="8332"/>
                      <a:pt x="57" y="8332"/>
                    </a:cubicBezTo>
                    <a:cubicBezTo>
                      <a:pt x="58" y="8321"/>
                      <a:pt x="58" y="8310"/>
                      <a:pt x="59" y="8298"/>
                    </a:cubicBezTo>
                    <a:cubicBezTo>
                      <a:pt x="63" y="8191"/>
                      <a:pt x="67" y="8084"/>
                      <a:pt x="72" y="7978"/>
                    </a:cubicBezTo>
                    <a:cubicBezTo>
                      <a:pt x="74" y="7923"/>
                      <a:pt x="76" y="7868"/>
                      <a:pt x="78" y="7813"/>
                    </a:cubicBezTo>
                    <a:cubicBezTo>
                      <a:pt x="80" y="7750"/>
                      <a:pt x="83" y="7687"/>
                      <a:pt x="86" y="7624"/>
                    </a:cubicBezTo>
                    <a:cubicBezTo>
                      <a:pt x="87" y="7604"/>
                      <a:pt x="87" y="7584"/>
                      <a:pt x="88" y="7564"/>
                    </a:cubicBezTo>
                    <a:cubicBezTo>
                      <a:pt x="89" y="7546"/>
                      <a:pt x="90" y="7528"/>
                      <a:pt x="90" y="7509"/>
                    </a:cubicBezTo>
                    <a:cubicBezTo>
                      <a:pt x="91" y="7501"/>
                      <a:pt x="91" y="7501"/>
                      <a:pt x="92" y="7460"/>
                    </a:cubicBezTo>
                    <a:cubicBezTo>
                      <a:pt x="99" y="7420"/>
                      <a:pt x="99" y="7420"/>
                      <a:pt x="140" y="7379"/>
                    </a:cubicBezTo>
                    <a:cubicBezTo>
                      <a:pt x="145" y="7336"/>
                      <a:pt x="145" y="7336"/>
                      <a:pt x="144" y="7284"/>
                    </a:cubicBezTo>
                    <a:cubicBezTo>
                      <a:pt x="144" y="7266"/>
                      <a:pt x="144" y="7247"/>
                      <a:pt x="144" y="7228"/>
                    </a:cubicBezTo>
                    <a:cubicBezTo>
                      <a:pt x="144" y="7208"/>
                      <a:pt x="143" y="7189"/>
                      <a:pt x="143" y="7169"/>
                    </a:cubicBezTo>
                    <a:cubicBezTo>
                      <a:pt x="143" y="7149"/>
                      <a:pt x="143" y="7130"/>
                      <a:pt x="142" y="7110"/>
                    </a:cubicBezTo>
                    <a:cubicBezTo>
                      <a:pt x="142" y="7061"/>
                      <a:pt x="141" y="7013"/>
                      <a:pt x="140" y="6964"/>
                    </a:cubicBezTo>
                    <a:cubicBezTo>
                      <a:pt x="99" y="6951"/>
                      <a:pt x="58" y="6937"/>
                      <a:pt x="16" y="6923"/>
                    </a:cubicBezTo>
                    <a:cubicBezTo>
                      <a:pt x="16" y="4720"/>
                      <a:pt x="16" y="2518"/>
                      <a:pt x="16" y="249"/>
                    </a:cubicBezTo>
                    <a:cubicBezTo>
                      <a:pt x="43" y="249"/>
                      <a:pt x="71" y="249"/>
                      <a:pt x="99" y="249"/>
                    </a:cubicBezTo>
                    <a:cubicBezTo>
                      <a:pt x="99" y="221"/>
                      <a:pt x="99" y="194"/>
                      <a:pt x="99" y="166"/>
                    </a:cubicBezTo>
                    <a:cubicBezTo>
                      <a:pt x="126" y="166"/>
                      <a:pt x="154" y="166"/>
                      <a:pt x="182" y="166"/>
                    </a:cubicBezTo>
                    <a:cubicBezTo>
                      <a:pt x="182" y="138"/>
                      <a:pt x="182" y="111"/>
                      <a:pt x="182" y="83"/>
                    </a:cubicBezTo>
                    <a:cubicBezTo>
                      <a:pt x="209" y="83"/>
                      <a:pt x="237" y="83"/>
                      <a:pt x="265" y="83"/>
                    </a:cubicBezTo>
                    <a:cubicBezTo>
                      <a:pt x="265" y="56"/>
                      <a:pt x="265" y="28"/>
                      <a:pt x="26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36" name="ICON_C_FIGURE_REPORT_path_009"/>
              <p:cNvSpPr/>
              <p:nvPr/>
            </p:nvSpPr>
            <p:spPr>
              <a:xfrm>
                <a:off x="10670997" y="7523778"/>
                <a:ext cx="63176" cy="12635"/>
              </a:xfrm>
              <a:custGeom>
                <a:avLst/>
                <a:gdLst/>
                <a:ahLst/>
                <a:cxnLst/>
                <a:rect l="0" t="0" r="r" b="b"/>
                <a:pathLst>
                  <a:path w="4974" h="995" fill="norm" stroke="0">
                    <a:moveTo>
                      <a:pt x="1741" y="0"/>
                    </a:moveTo>
                    <a:cubicBezTo>
                      <a:pt x="2015" y="0"/>
                      <a:pt x="2288" y="0"/>
                      <a:pt x="2570" y="0"/>
                    </a:cubicBezTo>
                    <a:cubicBezTo>
                      <a:pt x="2570" y="27"/>
                      <a:pt x="2570" y="55"/>
                      <a:pt x="2570" y="83"/>
                    </a:cubicBezTo>
                    <a:cubicBezTo>
                      <a:pt x="3254" y="83"/>
                      <a:pt x="3938" y="83"/>
                      <a:pt x="4643" y="83"/>
                    </a:cubicBezTo>
                    <a:cubicBezTo>
                      <a:pt x="4643" y="110"/>
                      <a:pt x="4643" y="138"/>
                      <a:pt x="4643" y="166"/>
                    </a:cubicBezTo>
                    <a:cubicBezTo>
                      <a:pt x="4725" y="166"/>
                      <a:pt x="4807" y="166"/>
                      <a:pt x="4892" y="166"/>
                    </a:cubicBezTo>
                    <a:cubicBezTo>
                      <a:pt x="4892" y="193"/>
                      <a:pt x="4892" y="221"/>
                      <a:pt x="4892" y="249"/>
                    </a:cubicBezTo>
                    <a:cubicBezTo>
                      <a:pt x="4919" y="249"/>
                      <a:pt x="4946" y="249"/>
                      <a:pt x="4974" y="249"/>
                    </a:cubicBezTo>
                    <a:cubicBezTo>
                      <a:pt x="4974" y="331"/>
                      <a:pt x="4974" y="413"/>
                      <a:pt x="4974" y="497"/>
                    </a:cubicBezTo>
                    <a:cubicBezTo>
                      <a:pt x="4947" y="497"/>
                      <a:pt x="4920" y="497"/>
                      <a:pt x="4892" y="497"/>
                    </a:cubicBezTo>
                    <a:cubicBezTo>
                      <a:pt x="4892" y="525"/>
                      <a:pt x="4892" y="552"/>
                      <a:pt x="4892" y="580"/>
                    </a:cubicBezTo>
                    <a:cubicBezTo>
                      <a:pt x="4837" y="580"/>
                      <a:pt x="4782" y="580"/>
                      <a:pt x="4726" y="580"/>
                    </a:cubicBezTo>
                    <a:cubicBezTo>
                      <a:pt x="4726" y="608"/>
                      <a:pt x="4726" y="635"/>
                      <a:pt x="4726" y="663"/>
                    </a:cubicBezTo>
                    <a:cubicBezTo>
                      <a:pt x="4698" y="663"/>
                      <a:pt x="4671" y="663"/>
                      <a:pt x="4643" y="663"/>
                    </a:cubicBezTo>
                    <a:cubicBezTo>
                      <a:pt x="4643" y="691"/>
                      <a:pt x="4643" y="718"/>
                      <a:pt x="4643" y="746"/>
                    </a:cubicBezTo>
                    <a:cubicBezTo>
                      <a:pt x="4615" y="746"/>
                      <a:pt x="4588" y="746"/>
                      <a:pt x="4560" y="746"/>
                    </a:cubicBezTo>
                    <a:cubicBezTo>
                      <a:pt x="4560" y="774"/>
                      <a:pt x="4560" y="801"/>
                      <a:pt x="4560" y="829"/>
                    </a:cubicBezTo>
                    <a:cubicBezTo>
                      <a:pt x="4505" y="829"/>
                      <a:pt x="4451" y="829"/>
                      <a:pt x="4394" y="829"/>
                    </a:cubicBezTo>
                    <a:cubicBezTo>
                      <a:pt x="4394" y="856"/>
                      <a:pt x="4394" y="884"/>
                      <a:pt x="4394" y="912"/>
                    </a:cubicBezTo>
                    <a:cubicBezTo>
                      <a:pt x="4367" y="912"/>
                      <a:pt x="4339" y="912"/>
                      <a:pt x="4311" y="912"/>
                    </a:cubicBezTo>
                    <a:cubicBezTo>
                      <a:pt x="4311" y="939"/>
                      <a:pt x="4311" y="967"/>
                      <a:pt x="4311" y="995"/>
                    </a:cubicBezTo>
                    <a:cubicBezTo>
                      <a:pt x="4120" y="995"/>
                      <a:pt x="3928" y="995"/>
                      <a:pt x="3731" y="995"/>
                    </a:cubicBezTo>
                    <a:cubicBezTo>
                      <a:pt x="3731" y="968"/>
                      <a:pt x="3731" y="940"/>
                      <a:pt x="3731" y="912"/>
                    </a:cubicBezTo>
                    <a:cubicBezTo>
                      <a:pt x="3704" y="912"/>
                      <a:pt x="3676" y="912"/>
                      <a:pt x="3648" y="912"/>
                    </a:cubicBezTo>
                    <a:cubicBezTo>
                      <a:pt x="3648" y="885"/>
                      <a:pt x="3648" y="857"/>
                      <a:pt x="3648" y="829"/>
                    </a:cubicBezTo>
                    <a:cubicBezTo>
                      <a:pt x="3128" y="829"/>
                      <a:pt x="2608" y="829"/>
                      <a:pt x="2073" y="829"/>
                    </a:cubicBezTo>
                    <a:cubicBezTo>
                      <a:pt x="2073" y="856"/>
                      <a:pt x="2073" y="884"/>
                      <a:pt x="2073" y="912"/>
                    </a:cubicBezTo>
                    <a:cubicBezTo>
                      <a:pt x="2018" y="912"/>
                      <a:pt x="1963" y="912"/>
                      <a:pt x="1907" y="912"/>
                    </a:cubicBezTo>
                    <a:cubicBezTo>
                      <a:pt x="1907" y="939"/>
                      <a:pt x="1907" y="967"/>
                      <a:pt x="1907" y="995"/>
                    </a:cubicBezTo>
                    <a:cubicBezTo>
                      <a:pt x="1551" y="995"/>
                      <a:pt x="1196" y="995"/>
                      <a:pt x="829" y="995"/>
                    </a:cubicBezTo>
                    <a:cubicBezTo>
                      <a:pt x="829" y="968"/>
                      <a:pt x="829" y="940"/>
                      <a:pt x="829" y="912"/>
                    </a:cubicBezTo>
                    <a:cubicBezTo>
                      <a:pt x="720" y="912"/>
                      <a:pt x="610" y="912"/>
                      <a:pt x="497" y="912"/>
                    </a:cubicBezTo>
                    <a:cubicBezTo>
                      <a:pt x="497" y="885"/>
                      <a:pt x="497" y="857"/>
                      <a:pt x="497" y="829"/>
                    </a:cubicBezTo>
                    <a:cubicBezTo>
                      <a:pt x="388" y="829"/>
                      <a:pt x="279" y="829"/>
                      <a:pt x="166" y="829"/>
                    </a:cubicBezTo>
                    <a:cubicBezTo>
                      <a:pt x="166" y="802"/>
                      <a:pt x="166" y="774"/>
                      <a:pt x="166" y="746"/>
                    </a:cubicBezTo>
                    <a:cubicBezTo>
                      <a:pt x="138" y="746"/>
                      <a:pt x="111" y="746"/>
                      <a:pt x="83" y="746"/>
                    </a:cubicBezTo>
                    <a:cubicBezTo>
                      <a:pt x="83" y="691"/>
                      <a:pt x="83" y="637"/>
                      <a:pt x="83" y="580"/>
                    </a:cubicBezTo>
                    <a:cubicBezTo>
                      <a:pt x="56" y="580"/>
                      <a:pt x="28" y="580"/>
                      <a:pt x="0" y="580"/>
                    </a:cubicBezTo>
                    <a:cubicBezTo>
                      <a:pt x="0" y="498"/>
                      <a:pt x="0" y="416"/>
                      <a:pt x="0" y="332"/>
                    </a:cubicBezTo>
                    <a:cubicBezTo>
                      <a:pt x="27" y="332"/>
                      <a:pt x="55" y="332"/>
                      <a:pt x="83" y="332"/>
                    </a:cubicBezTo>
                    <a:cubicBezTo>
                      <a:pt x="83" y="304"/>
                      <a:pt x="83" y="277"/>
                      <a:pt x="83" y="249"/>
                    </a:cubicBezTo>
                    <a:cubicBezTo>
                      <a:pt x="110" y="249"/>
                      <a:pt x="138" y="249"/>
                      <a:pt x="166" y="249"/>
                    </a:cubicBezTo>
                    <a:cubicBezTo>
                      <a:pt x="166" y="221"/>
                      <a:pt x="166" y="194"/>
                      <a:pt x="166" y="166"/>
                    </a:cubicBezTo>
                    <a:cubicBezTo>
                      <a:pt x="193" y="166"/>
                      <a:pt x="221" y="166"/>
                      <a:pt x="249" y="166"/>
                    </a:cubicBezTo>
                    <a:cubicBezTo>
                      <a:pt x="249" y="138"/>
                      <a:pt x="249" y="111"/>
                      <a:pt x="249" y="83"/>
                    </a:cubicBezTo>
                    <a:cubicBezTo>
                      <a:pt x="741" y="83"/>
                      <a:pt x="1234" y="83"/>
                      <a:pt x="1741" y="83"/>
                    </a:cubicBezTo>
                    <a:cubicBezTo>
                      <a:pt x="1741" y="56"/>
                      <a:pt x="1741" y="28"/>
                      <a:pt x="1741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37" name="ICON_C_FIGURE_REPORT_path_010"/>
              <p:cNvSpPr/>
              <p:nvPr/>
            </p:nvSpPr>
            <p:spPr>
              <a:xfrm>
                <a:off x="10795243" y="7424276"/>
                <a:ext cx="37906" cy="165837"/>
              </a:xfrm>
              <a:custGeom>
                <a:avLst/>
                <a:gdLst/>
                <a:ahLst/>
                <a:cxnLst/>
                <a:rect l="0" t="0" r="r" b="b"/>
                <a:pathLst>
                  <a:path w="2985" h="13058" fill="norm" stroke="0">
                    <a:moveTo>
                      <a:pt x="0" y="0"/>
                    </a:moveTo>
                    <a:cubicBezTo>
                      <a:pt x="438" y="7"/>
                      <a:pt x="438" y="7"/>
                      <a:pt x="2653" y="41"/>
                    </a:cubicBezTo>
                    <a:cubicBezTo>
                      <a:pt x="2653" y="69"/>
                      <a:pt x="2653" y="96"/>
                      <a:pt x="2653" y="124"/>
                    </a:cubicBezTo>
                    <a:cubicBezTo>
                      <a:pt x="2708" y="124"/>
                      <a:pt x="2763" y="124"/>
                      <a:pt x="2819" y="124"/>
                    </a:cubicBezTo>
                    <a:cubicBezTo>
                      <a:pt x="2819" y="179"/>
                      <a:pt x="2819" y="234"/>
                      <a:pt x="2819" y="290"/>
                    </a:cubicBezTo>
                    <a:cubicBezTo>
                      <a:pt x="2792" y="290"/>
                      <a:pt x="2764" y="290"/>
                      <a:pt x="2736" y="290"/>
                    </a:cubicBezTo>
                    <a:cubicBezTo>
                      <a:pt x="2736" y="564"/>
                      <a:pt x="2736" y="837"/>
                      <a:pt x="2736" y="1119"/>
                    </a:cubicBezTo>
                    <a:cubicBezTo>
                      <a:pt x="2763" y="1119"/>
                      <a:pt x="2791" y="1119"/>
                      <a:pt x="2819" y="1119"/>
                    </a:cubicBezTo>
                    <a:cubicBezTo>
                      <a:pt x="2819" y="1147"/>
                      <a:pt x="2819" y="1174"/>
                      <a:pt x="2819" y="1202"/>
                    </a:cubicBezTo>
                    <a:cubicBezTo>
                      <a:pt x="2874" y="1202"/>
                      <a:pt x="2928" y="1202"/>
                      <a:pt x="2985" y="1202"/>
                    </a:cubicBezTo>
                    <a:cubicBezTo>
                      <a:pt x="2985" y="1366"/>
                      <a:pt x="2985" y="1530"/>
                      <a:pt x="2985" y="1700"/>
                    </a:cubicBezTo>
                    <a:cubicBezTo>
                      <a:pt x="2930" y="1700"/>
                      <a:pt x="2875" y="1700"/>
                      <a:pt x="2819" y="1700"/>
                    </a:cubicBezTo>
                    <a:cubicBezTo>
                      <a:pt x="2819" y="1727"/>
                      <a:pt x="2819" y="1754"/>
                      <a:pt x="2819" y="1783"/>
                    </a:cubicBezTo>
                    <a:cubicBezTo>
                      <a:pt x="2792" y="1783"/>
                      <a:pt x="2764" y="1783"/>
                      <a:pt x="2736" y="1783"/>
                    </a:cubicBezTo>
                    <a:cubicBezTo>
                      <a:pt x="2736" y="2220"/>
                      <a:pt x="2736" y="2658"/>
                      <a:pt x="2736" y="3109"/>
                    </a:cubicBezTo>
                    <a:cubicBezTo>
                      <a:pt x="2763" y="3109"/>
                      <a:pt x="2791" y="3109"/>
                      <a:pt x="2819" y="3109"/>
                    </a:cubicBezTo>
                    <a:cubicBezTo>
                      <a:pt x="2819" y="3410"/>
                      <a:pt x="2819" y="3711"/>
                      <a:pt x="2819" y="4021"/>
                    </a:cubicBezTo>
                    <a:cubicBezTo>
                      <a:pt x="2792" y="4021"/>
                      <a:pt x="2764" y="4021"/>
                      <a:pt x="2736" y="4021"/>
                    </a:cubicBezTo>
                    <a:cubicBezTo>
                      <a:pt x="2736" y="6894"/>
                      <a:pt x="2736" y="9767"/>
                      <a:pt x="2736" y="12726"/>
                    </a:cubicBezTo>
                    <a:cubicBezTo>
                      <a:pt x="2709" y="12726"/>
                      <a:pt x="2681" y="12726"/>
                      <a:pt x="2653" y="12726"/>
                    </a:cubicBezTo>
                    <a:cubicBezTo>
                      <a:pt x="2651" y="12740"/>
                      <a:pt x="2648" y="12753"/>
                      <a:pt x="2645" y="12767"/>
                    </a:cubicBezTo>
                    <a:cubicBezTo>
                      <a:pt x="2626" y="12867"/>
                      <a:pt x="2605" y="12963"/>
                      <a:pt x="2570" y="13058"/>
                    </a:cubicBezTo>
                    <a:cubicBezTo>
                      <a:pt x="2543" y="13044"/>
                      <a:pt x="2515" y="13031"/>
                      <a:pt x="2487" y="13017"/>
                    </a:cubicBezTo>
                    <a:cubicBezTo>
                      <a:pt x="2515" y="12935"/>
                      <a:pt x="2542" y="12852"/>
                      <a:pt x="2570" y="12768"/>
                    </a:cubicBezTo>
                    <a:cubicBezTo>
                      <a:pt x="2543" y="12754"/>
                      <a:pt x="2515" y="12740"/>
                      <a:pt x="2487" y="12726"/>
                    </a:cubicBezTo>
                    <a:cubicBezTo>
                      <a:pt x="2482" y="12682"/>
                      <a:pt x="2482" y="12682"/>
                      <a:pt x="2487" y="12643"/>
                    </a:cubicBezTo>
                    <a:cubicBezTo>
                      <a:pt x="2460" y="12643"/>
                      <a:pt x="2433" y="12643"/>
                      <a:pt x="2404" y="12643"/>
                    </a:cubicBezTo>
                    <a:cubicBezTo>
                      <a:pt x="2404" y="12616"/>
                      <a:pt x="2404" y="12589"/>
                      <a:pt x="2404" y="12561"/>
                    </a:cubicBezTo>
                    <a:cubicBezTo>
                      <a:pt x="2377" y="12561"/>
                      <a:pt x="2350" y="12561"/>
                      <a:pt x="2321" y="12561"/>
                    </a:cubicBezTo>
                    <a:cubicBezTo>
                      <a:pt x="2321" y="12533"/>
                      <a:pt x="2321" y="12506"/>
                      <a:pt x="2321" y="12478"/>
                    </a:cubicBezTo>
                    <a:cubicBezTo>
                      <a:pt x="2294" y="12478"/>
                      <a:pt x="2267" y="12478"/>
                      <a:pt x="2239" y="12478"/>
                    </a:cubicBezTo>
                    <a:cubicBezTo>
                      <a:pt x="2239" y="12450"/>
                      <a:pt x="2239" y="12423"/>
                      <a:pt x="2239" y="12395"/>
                    </a:cubicBezTo>
                    <a:cubicBezTo>
                      <a:pt x="2266" y="12395"/>
                      <a:pt x="2293" y="12395"/>
                      <a:pt x="2321" y="12395"/>
                    </a:cubicBezTo>
                    <a:cubicBezTo>
                      <a:pt x="2321" y="12367"/>
                      <a:pt x="2321" y="12340"/>
                      <a:pt x="2321" y="12312"/>
                    </a:cubicBezTo>
                    <a:cubicBezTo>
                      <a:pt x="2349" y="12312"/>
                      <a:pt x="2376" y="12312"/>
                      <a:pt x="2404" y="12312"/>
                    </a:cubicBezTo>
                    <a:cubicBezTo>
                      <a:pt x="2404" y="11272"/>
                      <a:pt x="2404" y="10233"/>
                      <a:pt x="2404" y="9161"/>
                    </a:cubicBezTo>
                    <a:cubicBezTo>
                      <a:pt x="2459" y="9161"/>
                      <a:pt x="2514" y="9161"/>
                      <a:pt x="2570" y="9161"/>
                    </a:cubicBezTo>
                    <a:cubicBezTo>
                      <a:pt x="2570" y="9079"/>
                      <a:pt x="2570" y="8997"/>
                      <a:pt x="2570" y="8913"/>
                    </a:cubicBezTo>
                    <a:cubicBezTo>
                      <a:pt x="2515" y="8913"/>
                      <a:pt x="2461" y="8913"/>
                      <a:pt x="2404" y="8913"/>
                    </a:cubicBezTo>
                    <a:cubicBezTo>
                      <a:pt x="2404" y="8584"/>
                      <a:pt x="2404" y="8256"/>
                      <a:pt x="2404" y="7918"/>
                    </a:cubicBezTo>
                    <a:cubicBezTo>
                      <a:pt x="2486" y="7918"/>
                      <a:pt x="2568" y="7918"/>
                      <a:pt x="2653" y="7918"/>
                    </a:cubicBezTo>
                    <a:cubicBezTo>
                      <a:pt x="2653" y="7808"/>
                      <a:pt x="2653" y="7699"/>
                      <a:pt x="2653" y="7586"/>
                    </a:cubicBezTo>
                    <a:cubicBezTo>
                      <a:pt x="2571" y="7586"/>
                      <a:pt x="2489" y="7586"/>
                      <a:pt x="2404" y="7586"/>
                    </a:cubicBezTo>
                    <a:cubicBezTo>
                      <a:pt x="2404" y="7477"/>
                      <a:pt x="2404" y="7367"/>
                      <a:pt x="2404" y="7254"/>
                    </a:cubicBezTo>
                    <a:cubicBezTo>
                      <a:pt x="2459" y="7254"/>
                      <a:pt x="2514" y="7254"/>
                      <a:pt x="2570" y="7254"/>
                    </a:cubicBezTo>
                    <a:cubicBezTo>
                      <a:pt x="2570" y="6817"/>
                      <a:pt x="2570" y="6379"/>
                      <a:pt x="2570" y="5928"/>
                    </a:cubicBezTo>
                    <a:cubicBezTo>
                      <a:pt x="2515" y="5928"/>
                      <a:pt x="2461" y="5928"/>
                      <a:pt x="2404" y="5928"/>
                    </a:cubicBezTo>
                    <a:cubicBezTo>
                      <a:pt x="2404" y="5846"/>
                      <a:pt x="2404" y="5764"/>
                      <a:pt x="2404" y="5679"/>
                    </a:cubicBezTo>
                    <a:cubicBezTo>
                      <a:pt x="2459" y="5679"/>
                      <a:pt x="2514" y="5679"/>
                      <a:pt x="2570" y="5679"/>
                    </a:cubicBezTo>
                    <a:cubicBezTo>
                      <a:pt x="2570" y="4174"/>
                      <a:pt x="2570" y="2670"/>
                      <a:pt x="2570" y="1119"/>
                    </a:cubicBezTo>
                    <a:cubicBezTo>
                      <a:pt x="2543" y="1119"/>
                      <a:pt x="2515" y="1119"/>
                      <a:pt x="2487" y="1119"/>
                    </a:cubicBezTo>
                    <a:cubicBezTo>
                      <a:pt x="2487" y="928"/>
                      <a:pt x="2487" y="736"/>
                      <a:pt x="2487" y="539"/>
                    </a:cubicBezTo>
                    <a:cubicBezTo>
                      <a:pt x="2460" y="539"/>
                      <a:pt x="2433" y="539"/>
                      <a:pt x="2404" y="539"/>
                    </a:cubicBezTo>
                    <a:cubicBezTo>
                      <a:pt x="2404" y="457"/>
                      <a:pt x="2404" y="375"/>
                      <a:pt x="2404" y="290"/>
                    </a:cubicBezTo>
                    <a:cubicBezTo>
                      <a:pt x="2486" y="290"/>
                      <a:pt x="2568" y="290"/>
                      <a:pt x="2653" y="290"/>
                    </a:cubicBezTo>
                    <a:cubicBezTo>
                      <a:pt x="2653" y="263"/>
                      <a:pt x="2653" y="235"/>
                      <a:pt x="2653" y="207"/>
                    </a:cubicBezTo>
                    <a:cubicBezTo>
                      <a:pt x="2626" y="207"/>
                      <a:pt x="2598" y="207"/>
                      <a:pt x="2570" y="207"/>
                    </a:cubicBezTo>
                    <a:cubicBezTo>
                      <a:pt x="2570" y="180"/>
                      <a:pt x="2570" y="153"/>
                      <a:pt x="2570" y="124"/>
                    </a:cubicBezTo>
                    <a:cubicBezTo>
                      <a:pt x="2214" y="124"/>
                      <a:pt x="1859" y="124"/>
                      <a:pt x="1492" y="124"/>
                    </a:cubicBezTo>
                    <a:cubicBezTo>
                      <a:pt x="1492" y="152"/>
                      <a:pt x="1492" y="179"/>
                      <a:pt x="1492" y="207"/>
                    </a:cubicBezTo>
                    <a:cubicBezTo>
                      <a:pt x="1438" y="207"/>
                      <a:pt x="1383" y="207"/>
                      <a:pt x="1327" y="207"/>
                    </a:cubicBezTo>
                    <a:cubicBezTo>
                      <a:pt x="1327" y="235"/>
                      <a:pt x="1327" y="262"/>
                      <a:pt x="1327" y="290"/>
                    </a:cubicBezTo>
                    <a:cubicBezTo>
                      <a:pt x="1135" y="290"/>
                      <a:pt x="943" y="290"/>
                      <a:pt x="746" y="290"/>
                    </a:cubicBezTo>
                    <a:cubicBezTo>
                      <a:pt x="746" y="263"/>
                      <a:pt x="746" y="235"/>
                      <a:pt x="746" y="207"/>
                    </a:cubicBezTo>
                    <a:cubicBezTo>
                      <a:pt x="691" y="207"/>
                      <a:pt x="637" y="207"/>
                      <a:pt x="580" y="207"/>
                    </a:cubicBezTo>
                    <a:cubicBezTo>
                      <a:pt x="580" y="180"/>
                      <a:pt x="580" y="153"/>
                      <a:pt x="580" y="124"/>
                    </a:cubicBezTo>
                    <a:cubicBezTo>
                      <a:pt x="570" y="125"/>
                      <a:pt x="560" y="125"/>
                      <a:pt x="549" y="125"/>
                    </a:cubicBezTo>
                    <a:cubicBezTo>
                      <a:pt x="174" y="132"/>
                      <a:pt x="174" y="132"/>
                      <a:pt x="0" y="83"/>
                    </a:cubicBezTo>
                    <a:cubicBezTo>
                      <a:pt x="0" y="56"/>
                      <a:pt x="0" y="28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38" name="ICON_C_FIGURE_REPORT_path_011"/>
              <p:cNvSpPr/>
              <p:nvPr/>
            </p:nvSpPr>
            <p:spPr>
              <a:xfrm>
                <a:off x="10667838" y="7543784"/>
                <a:ext cx="50541" cy="14741"/>
              </a:xfrm>
              <a:custGeom>
                <a:avLst/>
                <a:gdLst/>
                <a:ahLst/>
                <a:cxnLst/>
                <a:rect l="0" t="0" r="r" b="b"/>
                <a:pathLst>
                  <a:path w="3980" h="1161" fill="norm" stroke="0">
                    <a:moveTo>
                      <a:pt x="746" y="0"/>
                    </a:moveTo>
                    <a:cubicBezTo>
                      <a:pt x="801" y="0"/>
                      <a:pt x="856" y="0"/>
                      <a:pt x="912" y="0"/>
                    </a:cubicBezTo>
                    <a:cubicBezTo>
                      <a:pt x="912" y="27"/>
                      <a:pt x="912" y="55"/>
                      <a:pt x="912" y="83"/>
                    </a:cubicBezTo>
                    <a:cubicBezTo>
                      <a:pt x="967" y="83"/>
                      <a:pt x="1021" y="83"/>
                      <a:pt x="1078" y="83"/>
                    </a:cubicBezTo>
                    <a:cubicBezTo>
                      <a:pt x="1078" y="110"/>
                      <a:pt x="1078" y="138"/>
                      <a:pt x="1078" y="166"/>
                    </a:cubicBezTo>
                    <a:cubicBezTo>
                      <a:pt x="1461" y="166"/>
                      <a:pt x="1844" y="166"/>
                      <a:pt x="2239" y="166"/>
                    </a:cubicBezTo>
                    <a:cubicBezTo>
                      <a:pt x="2239" y="193"/>
                      <a:pt x="2239" y="221"/>
                      <a:pt x="2239" y="249"/>
                    </a:cubicBezTo>
                    <a:cubicBezTo>
                      <a:pt x="2348" y="249"/>
                      <a:pt x="2457" y="249"/>
                      <a:pt x="2570" y="249"/>
                    </a:cubicBezTo>
                    <a:cubicBezTo>
                      <a:pt x="2570" y="221"/>
                      <a:pt x="2570" y="194"/>
                      <a:pt x="2570" y="166"/>
                    </a:cubicBezTo>
                    <a:cubicBezTo>
                      <a:pt x="2734" y="166"/>
                      <a:pt x="2898" y="166"/>
                      <a:pt x="3068" y="166"/>
                    </a:cubicBezTo>
                    <a:cubicBezTo>
                      <a:pt x="3068" y="138"/>
                      <a:pt x="3068" y="111"/>
                      <a:pt x="3068" y="83"/>
                    </a:cubicBezTo>
                    <a:cubicBezTo>
                      <a:pt x="3122" y="83"/>
                      <a:pt x="3177" y="83"/>
                      <a:pt x="3233" y="83"/>
                    </a:cubicBezTo>
                    <a:cubicBezTo>
                      <a:pt x="3233" y="56"/>
                      <a:pt x="3233" y="28"/>
                      <a:pt x="3233" y="0"/>
                    </a:cubicBezTo>
                    <a:cubicBezTo>
                      <a:pt x="3288" y="0"/>
                      <a:pt x="3343" y="0"/>
                      <a:pt x="3399" y="0"/>
                    </a:cubicBezTo>
                    <a:cubicBezTo>
                      <a:pt x="3399" y="27"/>
                      <a:pt x="3399" y="55"/>
                      <a:pt x="3399" y="83"/>
                    </a:cubicBezTo>
                    <a:cubicBezTo>
                      <a:pt x="3454" y="83"/>
                      <a:pt x="3509" y="83"/>
                      <a:pt x="3565" y="83"/>
                    </a:cubicBezTo>
                    <a:cubicBezTo>
                      <a:pt x="3565" y="110"/>
                      <a:pt x="3565" y="138"/>
                      <a:pt x="3565" y="166"/>
                    </a:cubicBezTo>
                    <a:cubicBezTo>
                      <a:pt x="3592" y="166"/>
                      <a:pt x="3620" y="166"/>
                      <a:pt x="3648" y="166"/>
                    </a:cubicBezTo>
                    <a:cubicBezTo>
                      <a:pt x="3648" y="193"/>
                      <a:pt x="3648" y="221"/>
                      <a:pt x="3648" y="249"/>
                    </a:cubicBezTo>
                    <a:cubicBezTo>
                      <a:pt x="3675" y="249"/>
                      <a:pt x="3703" y="249"/>
                      <a:pt x="3731" y="249"/>
                    </a:cubicBezTo>
                    <a:cubicBezTo>
                      <a:pt x="3731" y="276"/>
                      <a:pt x="3731" y="303"/>
                      <a:pt x="3731" y="332"/>
                    </a:cubicBezTo>
                    <a:cubicBezTo>
                      <a:pt x="3813" y="332"/>
                      <a:pt x="3895" y="332"/>
                      <a:pt x="3980" y="332"/>
                    </a:cubicBezTo>
                    <a:cubicBezTo>
                      <a:pt x="3980" y="386"/>
                      <a:pt x="3980" y="441"/>
                      <a:pt x="3980" y="497"/>
                    </a:cubicBezTo>
                    <a:cubicBezTo>
                      <a:pt x="3952" y="497"/>
                      <a:pt x="3925" y="497"/>
                      <a:pt x="3897" y="497"/>
                    </a:cubicBezTo>
                    <a:cubicBezTo>
                      <a:pt x="3897" y="525"/>
                      <a:pt x="3897" y="552"/>
                      <a:pt x="3897" y="580"/>
                    </a:cubicBezTo>
                    <a:cubicBezTo>
                      <a:pt x="3869" y="580"/>
                      <a:pt x="3842" y="580"/>
                      <a:pt x="3814" y="580"/>
                    </a:cubicBezTo>
                    <a:cubicBezTo>
                      <a:pt x="3814" y="635"/>
                      <a:pt x="3814" y="690"/>
                      <a:pt x="3814" y="746"/>
                    </a:cubicBezTo>
                    <a:cubicBezTo>
                      <a:pt x="3786" y="746"/>
                      <a:pt x="3759" y="746"/>
                      <a:pt x="3731" y="746"/>
                    </a:cubicBezTo>
                    <a:cubicBezTo>
                      <a:pt x="3731" y="774"/>
                      <a:pt x="3731" y="801"/>
                      <a:pt x="3731" y="829"/>
                    </a:cubicBezTo>
                    <a:cubicBezTo>
                      <a:pt x="3704" y="829"/>
                      <a:pt x="3676" y="829"/>
                      <a:pt x="3648" y="829"/>
                    </a:cubicBezTo>
                    <a:cubicBezTo>
                      <a:pt x="3648" y="856"/>
                      <a:pt x="3648" y="884"/>
                      <a:pt x="3648" y="912"/>
                    </a:cubicBezTo>
                    <a:cubicBezTo>
                      <a:pt x="3621" y="912"/>
                      <a:pt x="3593" y="912"/>
                      <a:pt x="3565" y="912"/>
                    </a:cubicBezTo>
                    <a:cubicBezTo>
                      <a:pt x="3565" y="939"/>
                      <a:pt x="3565" y="967"/>
                      <a:pt x="3565" y="995"/>
                    </a:cubicBezTo>
                    <a:cubicBezTo>
                      <a:pt x="2826" y="995"/>
                      <a:pt x="2088" y="995"/>
                      <a:pt x="1327" y="995"/>
                    </a:cubicBezTo>
                    <a:cubicBezTo>
                      <a:pt x="1327" y="1022"/>
                      <a:pt x="1327" y="1050"/>
                      <a:pt x="1327" y="1078"/>
                    </a:cubicBezTo>
                    <a:cubicBezTo>
                      <a:pt x="1272" y="1078"/>
                      <a:pt x="1217" y="1078"/>
                      <a:pt x="1161" y="1078"/>
                    </a:cubicBezTo>
                    <a:cubicBezTo>
                      <a:pt x="1161" y="1105"/>
                      <a:pt x="1161" y="1133"/>
                      <a:pt x="1161" y="1161"/>
                    </a:cubicBezTo>
                    <a:cubicBezTo>
                      <a:pt x="1024" y="1161"/>
                      <a:pt x="887" y="1161"/>
                      <a:pt x="746" y="1161"/>
                    </a:cubicBezTo>
                    <a:cubicBezTo>
                      <a:pt x="746" y="1133"/>
                      <a:pt x="746" y="1106"/>
                      <a:pt x="746" y="1078"/>
                    </a:cubicBezTo>
                    <a:cubicBezTo>
                      <a:pt x="719" y="1078"/>
                      <a:pt x="691" y="1078"/>
                      <a:pt x="663" y="1078"/>
                    </a:cubicBezTo>
                    <a:cubicBezTo>
                      <a:pt x="663" y="1050"/>
                      <a:pt x="663" y="1023"/>
                      <a:pt x="663" y="995"/>
                    </a:cubicBezTo>
                    <a:cubicBezTo>
                      <a:pt x="581" y="995"/>
                      <a:pt x="499" y="995"/>
                      <a:pt x="415" y="995"/>
                    </a:cubicBezTo>
                    <a:cubicBezTo>
                      <a:pt x="415" y="968"/>
                      <a:pt x="415" y="940"/>
                      <a:pt x="415" y="912"/>
                    </a:cubicBezTo>
                    <a:cubicBezTo>
                      <a:pt x="332" y="912"/>
                      <a:pt x="250" y="912"/>
                      <a:pt x="166" y="912"/>
                    </a:cubicBezTo>
                    <a:cubicBezTo>
                      <a:pt x="166" y="885"/>
                      <a:pt x="166" y="857"/>
                      <a:pt x="166" y="829"/>
                    </a:cubicBezTo>
                    <a:cubicBezTo>
                      <a:pt x="138" y="829"/>
                      <a:pt x="111" y="829"/>
                      <a:pt x="83" y="829"/>
                    </a:cubicBezTo>
                    <a:cubicBezTo>
                      <a:pt x="83" y="802"/>
                      <a:pt x="83" y="774"/>
                      <a:pt x="83" y="746"/>
                    </a:cubicBezTo>
                    <a:cubicBezTo>
                      <a:pt x="56" y="746"/>
                      <a:pt x="28" y="746"/>
                      <a:pt x="0" y="746"/>
                    </a:cubicBezTo>
                    <a:cubicBezTo>
                      <a:pt x="0" y="664"/>
                      <a:pt x="0" y="582"/>
                      <a:pt x="0" y="497"/>
                    </a:cubicBezTo>
                    <a:cubicBezTo>
                      <a:pt x="27" y="497"/>
                      <a:pt x="55" y="497"/>
                      <a:pt x="83" y="497"/>
                    </a:cubicBezTo>
                    <a:cubicBezTo>
                      <a:pt x="83" y="470"/>
                      <a:pt x="83" y="443"/>
                      <a:pt x="83" y="415"/>
                    </a:cubicBezTo>
                    <a:cubicBezTo>
                      <a:pt x="110" y="415"/>
                      <a:pt x="138" y="415"/>
                      <a:pt x="166" y="415"/>
                    </a:cubicBezTo>
                    <a:cubicBezTo>
                      <a:pt x="166" y="387"/>
                      <a:pt x="166" y="360"/>
                      <a:pt x="166" y="332"/>
                    </a:cubicBezTo>
                    <a:cubicBezTo>
                      <a:pt x="221" y="332"/>
                      <a:pt x="275" y="332"/>
                      <a:pt x="332" y="332"/>
                    </a:cubicBezTo>
                    <a:cubicBezTo>
                      <a:pt x="332" y="304"/>
                      <a:pt x="332" y="277"/>
                      <a:pt x="332" y="249"/>
                    </a:cubicBezTo>
                    <a:cubicBezTo>
                      <a:pt x="386" y="249"/>
                      <a:pt x="441" y="249"/>
                      <a:pt x="497" y="249"/>
                    </a:cubicBezTo>
                    <a:cubicBezTo>
                      <a:pt x="497" y="221"/>
                      <a:pt x="497" y="194"/>
                      <a:pt x="497" y="166"/>
                    </a:cubicBezTo>
                    <a:cubicBezTo>
                      <a:pt x="525" y="166"/>
                      <a:pt x="552" y="166"/>
                      <a:pt x="580" y="166"/>
                    </a:cubicBezTo>
                    <a:cubicBezTo>
                      <a:pt x="580" y="138"/>
                      <a:pt x="580" y="111"/>
                      <a:pt x="580" y="83"/>
                    </a:cubicBezTo>
                    <a:cubicBezTo>
                      <a:pt x="635" y="83"/>
                      <a:pt x="690" y="83"/>
                      <a:pt x="746" y="83"/>
                    </a:cubicBezTo>
                    <a:cubicBezTo>
                      <a:pt x="746" y="56"/>
                      <a:pt x="746" y="28"/>
                      <a:pt x="74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39" name="ICON_C_FIGURE_REPORT_path_012"/>
              <p:cNvSpPr/>
              <p:nvPr/>
            </p:nvSpPr>
            <p:spPr>
              <a:xfrm>
                <a:off x="10755232" y="7454284"/>
                <a:ext cx="52647" cy="11582"/>
              </a:xfrm>
              <a:custGeom>
                <a:avLst/>
                <a:gdLst/>
                <a:ahLst/>
                <a:cxnLst/>
                <a:rect l="0" t="0" r="r" b="b"/>
                <a:pathLst>
                  <a:path w="4145" h="912" fill="norm" stroke="0">
                    <a:moveTo>
                      <a:pt x="415" y="0"/>
                    </a:moveTo>
                    <a:cubicBezTo>
                      <a:pt x="1591" y="0"/>
                      <a:pt x="2767" y="0"/>
                      <a:pt x="3980" y="0"/>
                    </a:cubicBezTo>
                    <a:cubicBezTo>
                      <a:pt x="3980" y="27"/>
                      <a:pt x="3980" y="55"/>
                      <a:pt x="3980" y="83"/>
                    </a:cubicBezTo>
                    <a:cubicBezTo>
                      <a:pt x="4007" y="83"/>
                      <a:pt x="4034" y="83"/>
                      <a:pt x="4062" y="83"/>
                    </a:cubicBezTo>
                    <a:cubicBezTo>
                      <a:pt x="4062" y="138"/>
                      <a:pt x="4062" y="192"/>
                      <a:pt x="4062" y="249"/>
                    </a:cubicBezTo>
                    <a:cubicBezTo>
                      <a:pt x="4090" y="249"/>
                      <a:pt x="4117" y="249"/>
                      <a:pt x="4145" y="249"/>
                    </a:cubicBezTo>
                    <a:cubicBezTo>
                      <a:pt x="4145" y="331"/>
                      <a:pt x="4145" y="413"/>
                      <a:pt x="4145" y="497"/>
                    </a:cubicBezTo>
                    <a:cubicBezTo>
                      <a:pt x="4118" y="497"/>
                      <a:pt x="4091" y="497"/>
                      <a:pt x="4062" y="497"/>
                    </a:cubicBezTo>
                    <a:cubicBezTo>
                      <a:pt x="4062" y="552"/>
                      <a:pt x="4062" y="607"/>
                      <a:pt x="4062" y="663"/>
                    </a:cubicBezTo>
                    <a:cubicBezTo>
                      <a:pt x="4035" y="663"/>
                      <a:pt x="4008" y="663"/>
                      <a:pt x="3980" y="663"/>
                    </a:cubicBezTo>
                    <a:cubicBezTo>
                      <a:pt x="3980" y="691"/>
                      <a:pt x="3980" y="718"/>
                      <a:pt x="3980" y="746"/>
                    </a:cubicBezTo>
                    <a:cubicBezTo>
                      <a:pt x="3104" y="746"/>
                      <a:pt x="2229" y="746"/>
                      <a:pt x="1327" y="746"/>
                    </a:cubicBezTo>
                    <a:cubicBezTo>
                      <a:pt x="1327" y="774"/>
                      <a:pt x="1327" y="801"/>
                      <a:pt x="1327" y="829"/>
                    </a:cubicBezTo>
                    <a:cubicBezTo>
                      <a:pt x="1299" y="829"/>
                      <a:pt x="1272" y="829"/>
                      <a:pt x="1244" y="829"/>
                    </a:cubicBezTo>
                    <a:cubicBezTo>
                      <a:pt x="1244" y="856"/>
                      <a:pt x="1244" y="884"/>
                      <a:pt x="1244" y="912"/>
                    </a:cubicBezTo>
                    <a:cubicBezTo>
                      <a:pt x="943" y="912"/>
                      <a:pt x="642" y="912"/>
                      <a:pt x="332" y="912"/>
                    </a:cubicBezTo>
                    <a:cubicBezTo>
                      <a:pt x="332" y="885"/>
                      <a:pt x="332" y="857"/>
                      <a:pt x="332" y="829"/>
                    </a:cubicBezTo>
                    <a:cubicBezTo>
                      <a:pt x="304" y="829"/>
                      <a:pt x="277" y="829"/>
                      <a:pt x="249" y="829"/>
                    </a:cubicBezTo>
                    <a:cubicBezTo>
                      <a:pt x="249" y="802"/>
                      <a:pt x="249" y="774"/>
                      <a:pt x="249" y="746"/>
                    </a:cubicBezTo>
                    <a:cubicBezTo>
                      <a:pt x="221" y="746"/>
                      <a:pt x="194" y="746"/>
                      <a:pt x="166" y="746"/>
                    </a:cubicBezTo>
                    <a:cubicBezTo>
                      <a:pt x="166" y="691"/>
                      <a:pt x="166" y="637"/>
                      <a:pt x="166" y="580"/>
                    </a:cubicBezTo>
                    <a:cubicBezTo>
                      <a:pt x="138" y="580"/>
                      <a:pt x="111" y="580"/>
                      <a:pt x="83" y="580"/>
                    </a:cubicBezTo>
                    <a:cubicBezTo>
                      <a:pt x="83" y="553"/>
                      <a:pt x="83" y="526"/>
                      <a:pt x="83" y="497"/>
                    </a:cubicBezTo>
                    <a:cubicBezTo>
                      <a:pt x="56" y="497"/>
                      <a:pt x="28" y="497"/>
                      <a:pt x="0" y="497"/>
                    </a:cubicBezTo>
                    <a:cubicBezTo>
                      <a:pt x="0" y="443"/>
                      <a:pt x="0" y="388"/>
                      <a:pt x="0" y="332"/>
                    </a:cubicBezTo>
                    <a:cubicBezTo>
                      <a:pt x="55" y="332"/>
                      <a:pt x="109" y="332"/>
                      <a:pt x="166" y="332"/>
                    </a:cubicBezTo>
                    <a:cubicBezTo>
                      <a:pt x="166" y="304"/>
                      <a:pt x="166" y="277"/>
                      <a:pt x="166" y="249"/>
                    </a:cubicBezTo>
                    <a:cubicBezTo>
                      <a:pt x="193" y="249"/>
                      <a:pt x="221" y="249"/>
                      <a:pt x="249" y="249"/>
                    </a:cubicBezTo>
                    <a:cubicBezTo>
                      <a:pt x="249" y="221"/>
                      <a:pt x="249" y="194"/>
                      <a:pt x="249" y="166"/>
                    </a:cubicBezTo>
                    <a:cubicBezTo>
                      <a:pt x="276" y="166"/>
                      <a:pt x="303" y="166"/>
                      <a:pt x="332" y="166"/>
                    </a:cubicBezTo>
                    <a:cubicBezTo>
                      <a:pt x="332" y="138"/>
                      <a:pt x="332" y="111"/>
                      <a:pt x="332" y="83"/>
                    </a:cubicBezTo>
                    <a:cubicBezTo>
                      <a:pt x="359" y="83"/>
                      <a:pt x="386" y="83"/>
                      <a:pt x="415" y="83"/>
                    </a:cubicBezTo>
                    <a:cubicBezTo>
                      <a:pt x="415" y="56"/>
                      <a:pt x="415" y="28"/>
                      <a:pt x="41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40" name="ICON_C_FIGURE_REPORT_path_013"/>
              <p:cNvSpPr/>
              <p:nvPr/>
            </p:nvSpPr>
            <p:spPr>
              <a:xfrm>
                <a:off x="10757337" y="7475343"/>
                <a:ext cx="50541" cy="9476"/>
              </a:xfrm>
              <a:custGeom>
                <a:avLst/>
                <a:gdLst/>
                <a:ahLst/>
                <a:cxnLst/>
                <a:rect l="0" t="0" r="r" b="b"/>
                <a:pathLst>
                  <a:path w="3980" h="746" fill="norm" stroke="0">
                    <a:moveTo>
                      <a:pt x="166" y="0"/>
                    </a:moveTo>
                    <a:cubicBezTo>
                      <a:pt x="1370" y="0"/>
                      <a:pt x="2573" y="0"/>
                      <a:pt x="3814" y="0"/>
                    </a:cubicBezTo>
                    <a:cubicBezTo>
                      <a:pt x="3814" y="27"/>
                      <a:pt x="3814" y="55"/>
                      <a:pt x="3814" y="83"/>
                    </a:cubicBezTo>
                    <a:cubicBezTo>
                      <a:pt x="3841" y="83"/>
                      <a:pt x="3868" y="83"/>
                      <a:pt x="3897" y="83"/>
                    </a:cubicBezTo>
                    <a:cubicBezTo>
                      <a:pt x="3897" y="138"/>
                      <a:pt x="3897" y="192"/>
                      <a:pt x="3897" y="249"/>
                    </a:cubicBezTo>
                    <a:cubicBezTo>
                      <a:pt x="3924" y="249"/>
                      <a:pt x="3951" y="249"/>
                      <a:pt x="3980" y="249"/>
                    </a:cubicBezTo>
                    <a:cubicBezTo>
                      <a:pt x="3980" y="331"/>
                      <a:pt x="3980" y="413"/>
                      <a:pt x="3980" y="497"/>
                    </a:cubicBezTo>
                    <a:cubicBezTo>
                      <a:pt x="3952" y="497"/>
                      <a:pt x="3925" y="497"/>
                      <a:pt x="3897" y="497"/>
                    </a:cubicBezTo>
                    <a:cubicBezTo>
                      <a:pt x="3897" y="552"/>
                      <a:pt x="3897" y="607"/>
                      <a:pt x="3897" y="663"/>
                    </a:cubicBezTo>
                    <a:cubicBezTo>
                      <a:pt x="3869" y="663"/>
                      <a:pt x="3842" y="663"/>
                      <a:pt x="3814" y="663"/>
                    </a:cubicBezTo>
                    <a:cubicBezTo>
                      <a:pt x="3814" y="691"/>
                      <a:pt x="3814" y="718"/>
                      <a:pt x="3814" y="746"/>
                    </a:cubicBezTo>
                    <a:cubicBezTo>
                      <a:pt x="2637" y="746"/>
                      <a:pt x="1461" y="746"/>
                      <a:pt x="249" y="746"/>
                    </a:cubicBezTo>
                    <a:cubicBezTo>
                      <a:pt x="249" y="719"/>
                      <a:pt x="249" y="691"/>
                      <a:pt x="249" y="663"/>
                    </a:cubicBezTo>
                    <a:cubicBezTo>
                      <a:pt x="221" y="663"/>
                      <a:pt x="194" y="663"/>
                      <a:pt x="166" y="663"/>
                    </a:cubicBezTo>
                    <a:cubicBezTo>
                      <a:pt x="166" y="636"/>
                      <a:pt x="166" y="609"/>
                      <a:pt x="166" y="580"/>
                    </a:cubicBezTo>
                    <a:cubicBezTo>
                      <a:pt x="138" y="580"/>
                      <a:pt x="111" y="580"/>
                      <a:pt x="83" y="580"/>
                    </a:cubicBezTo>
                    <a:cubicBezTo>
                      <a:pt x="83" y="553"/>
                      <a:pt x="83" y="526"/>
                      <a:pt x="83" y="497"/>
                    </a:cubicBezTo>
                    <a:cubicBezTo>
                      <a:pt x="56" y="497"/>
                      <a:pt x="28" y="497"/>
                      <a:pt x="0" y="497"/>
                    </a:cubicBezTo>
                    <a:cubicBezTo>
                      <a:pt x="0" y="415"/>
                      <a:pt x="0" y="333"/>
                      <a:pt x="0" y="249"/>
                    </a:cubicBezTo>
                    <a:cubicBezTo>
                      <a:pt x="27" y="249"/>
                      <a:pt x="55" y="249"/>
                      <a:pt x="83" y="249"/>
                    </a:cubicBezTo>
                    <a:cubicBezTo>
                      <a:pt x="83" y="194"/>
                      <a:pt x="83" y="139"/>
                      <a:pt x="83" y="83"/>
                    </a:cubicBezTo>
                    <a:cubicBezTo>
                      <a:pt x="110" y="83"/>
                      <a:pt x="138" y="83"/>
                      <a:pt x="166" y="83"/>
                    </a:cubicBezTo>
                    <a:cubicBezTo>
                      <a:pt x="166" y="56"/>
                      <a:pt x="166" y="28"/>
                      <a:pt x="16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41" name="ICON_C_FIGURE_REPORT_path_014"/>
              <p:cNvSpPr/>
              <p:nvPr/>
            </p:nvSpPr>
            <p:spPr>
              <a:xfrm>
                <a:off x="10797349" y="7391108"/>
                <a:ext cx="26323" cy="26323"/>
              </a:xfrm>
              <a:custGeom>
                <a:avLst/>
                <a:gdLst/>
                <a:ahLst/>
                <a:cxnLst/>
                <a:rect l="0" t="0" r="r" b="b"/>
                <a:pathLst>
                  <a:path w="2073" h="2073" fill="norm" stroke="0">
                    <a:moveTo>
                      <a:pt x="0" y="0"/>
                    </a:moveTo>
                    <a:cubicBezTo>
                      <a:pt x="55" y="0"/>
                      <a:pt x="109" y="0"/>
                      <a:pt x="166" y="0"/>
                    </a:cubicBezTo>
                    <a:cubicBezTo>
                      <a:pt x="166" y="27"/>
                      <a:pt x="166" y="55"/>
                      <a:pt x="166" y="83"/>
                    </a:cubicBezTo>
                    <a:cubicBezTo>
                      <a:pt x="193" y="83"/>
                      <a:pt x="221" y="83"/>
                      <a:pt x="249" y="83"/>
                    </a:cubicBezTo>
                    <a:cubicBezTo>
                      <a:pt x="249" y="110"/>
                      <a:pt x="249" y="138"/>
                      <a:pt x="249" y="166"/>
                    </a:cubicBezTo>
                    <a:cubicBezTo>
                      <a:pt x="276" y="166"/>
                      <a:pt x="303" y="166"/>
                      <a:pt x="332" y="166"/>
                    </a:cubicBezTo>
                    <a:cubicBezTo>
                      <a:pt x="332" y="193"/>
                      <a:pt x="332" y="221"/>
                      <a:pt x="332" y="249"/>
                    </a:cubicBezTo>
                    <a:cubicBezTo>
                      <a:pt x="359" y="249"/>
                      <a:pt x="386" y="249"/>
                      <a:pt x="415" y="249"/>
                    </a:cubicBezTo>
                    <a:cubicBezTo>
                      <a:pt x="415" y="276"/>
                      <a:pt x="415" y="303"/>
                      <a:pt x="415" y="332"/>
                    </a:cubicBezTo>
                    <a:cubicBezTo>
                      <a:pt x="442" y="332"/>
                      <a:pt x="469" y="332"/>
                      <a:pt x="497" y="332"/>
                    </a:cubicBezTo>
                    <a:cubicBezTo>
                      <a:pt x="497" y="359"/>
                      <a:pt x="497" y="386"/>
                      <a:pt x="497" y="415"/>
                    </a:cubicBezTo>
                    <a:cubicBezTo>
                      <a:pt x="525" y="415"/>
                      <a:pt x="552" y="415"/>
                      <a:pt x="580" y="415"/>
                    </a:cubicBezTo>
                    <a:cubicBezTo>
                      <a:pt x="580" y="442"/>
                      <a:pt x="580" y="469"/>
                      <a:pt x="580" y="497"/>
                    </a:cubicBezTo>
                    <a:cubicBezTo>
                      <a:pt x="608" y="497"/>
                      <a:pt x="635" y="497"/>
                      <a:pt x="663" y="497"/>
                    </a:cubicBezTo>
                    <a:cubicBezTo>
                      <a:pt x="663" y="525"/>
                      <a:pt x="663" y="552"/>
                      <a:pt x="663" y="580"/>
                    </a:cubicBezTo>
                    <a:cubicBezTo>
                      <a:pt x="691" y="580"/>
                      <a:pt x="718" y="580"/>
                      <a:pt x="746" y="580"/>
                    </a:cubicBezTo>
                    <a:cubicBezTo>
                      <a:pt x="746" y="608"/>
                      <a:pt x="746" y="635"/>
                      <a:pt x="746" y="663"/>
                    </a:cubicBezTo>
                    <a:cubicBezTo>
                      <a:pt x="774" y="663"/>
                      <a:pt x="801" y="663"/>
                      <a:pt x="829" y="663"/>
                    </a:cubicBezTo>
                    <a:cubicBezTo>
                      <a:pt x="829" y="691"/>
                      <a:pt x="829" y="718"/>
                      <a:pt x="829" y="746"/>
                    </a:cubicBezTo>
                    <a:cubicBezTo>
                      <a:pt x="856" y="746"/>
                      <a:pt x="884" y="746"/>
                      <a:pt x="912" y="746"/>
                    </a:cubicBezTo>
                    <a:cubicBezTo>
                      <a:pt x="912" y="774"/>
                      <a:pt x="912" y="801"/>
                      <a:pt x="912" y="829"/>
                    </a:cubicBezTo>
                    <a:cubicBezTo>
                      <a:pt x="939" y="829"/>
                      <a:pt x="967" y="829"/>
                      <a:pt x="995" y="829"/>
                    </a:cubicBezTo>
                    <a:cubicBezTo>
                      <a:pt x="995" y="856"/>
                      <a:pt x="995" y="884"/>
                      <a:pt x="995" y="912"/>
                    </a:cubicBezTo>
                    <a:cubicBezTo>
                      <a:pt x="1022" y="912"/>
                      <a:pt x="1050" y="912"/>
                      <a:pt x="1078" y="912"/>
                    </a:cubicBezTo>
                    <a:cubicBezTo>
                      <a:pt x="1078" y="939"/>
                      <a:pt x="1078" y="967"/>
                      <a:pt x="1078" y="995"/>
                    </a:cubicBezTo>
                    <a:cubicBezTo>
                      <a:pt x="1105" y="995"/>
                      <a:pt x="1133" y="995"/>
                      <a:pt x="1161" y="995"/>
                    </a:cubicBezTo>
                    <a:cubicBezTo>
                      <a:pt x="1161" y="1022"/>
                      <a:pt x="1161" y="1050"/>
                      <a:pt x="1161" y="1078"/>
                    </a:cubicBezTo>
                    <a:cubicBezTo>
                      <a:pt x="1188" y="1078"/>
                      <a:pt x="1215" y="1078"/>
                      <a:pt x="1244" y="1078"/>
                    </a:cubicBezTo>
                    <a:cubicBezTo>
                      <a:pt x="1244" y="1105"/>
                      <a:pt x="1244" y="1133"/>
                      <a:pt x="1244" y="1161"/>
                    </a:cubicBezTo>
                    <a:cubicBezTo>
                      <a:pt x="1271" y="1161"/>
                      <a:pt x="1298" y="1161"/>
                      <a:pt x="1327" y="1161"/>
                    </a:cubicBezTo>
                    <a:cubicBezTo>
                      <a:pt x="1327" y="1188"/>
                      <a:pt x="1327" y="1215"/>
                      <a:pt x="1327" y="1244"/>
                    </a:cubicBezTo>
                    <a:cubicBezTo>
                      <a:pt x="1354" y="1244"/>
                      <a:pt x="1381" y="1244"/>
                      <a:pt x="1409" y="1244"/>
                    </a:cubicBezTo>
                    <a:cubicBezTo>
                      <a:pt x="1409" y="1271"/>
                      <a:pt x="1409" y="1298"/>
                      <a:pt x="1409" y="1327"/>
                    </a:cubicBezTo>
                    <a:cubicBezTo>
                      <a:pt x="1437" y="1327"/>
                      <a:pt x="1464" y="1327"/>
                      <a:pt x="1492" y="1327"/>
                    </a:cubicBezTo>
                    <a:cubicBezTo>
                      <a:pt x="1492" y="1354"/>
                      <a:pt x="1492" y="1381"/>
                      <a:pt x="1492" y="1409"/>
                    </a:cubicBezTo>
                    <a:cubicBezTo>
                      <a:pt x="1520" y="1409"/>
                      <a:pt x="1547" y="1409"/>
                      <a:pt x="1575" y="1409"/>
                    </a:cubicBezTo>
                    <a:cubicBezTo>
                      <a:pt x="1575" y="1437"/>
                      <a:pt x="1575" y="1464"/>
                      <a:pt x="1575" y="1492"/>
                    </a:cubicBezTo>
                    <a:cubicBezTo>
                      <a:pt x="1603" y="1492"/>
                      <a:pt x="1630" y="1492"/>
                      <a:pt x="1658" y="1492"/>
                    </a:cubicBezTo>
                    <a:cubicBezTo>
                      <a:pt x="1658" y="1520"/>
                      <a:pt x="1658" y="1547"/>
                      <a:pt x="1658" y="1575"/>
                    </a:cubicBezTo>
                    <a:cubicBezTo>
                      <a:pt x="1686" y="1575"/>
                      <a:pt x="1713" y="1575"/>
                      <a:pt x="1741" y="1575"/>
                    </a:cubicBezTo>
                    <a:cubicBezTo>
                      <a:pt x="1741" y="1603"/>
                      <a:pt x="1741" y="1630"/>
                      <a:pt x="1741" y="1658"/>
                    </a:cubicBezTo>
                    <a:cubicBezTo>
                      <a:pt x="1768" y="1658"/>
                      <a:pt x="1796" y="1658"/>
                      <a:pt x="1824" y="1658"/>
                    </a:cubicBezTo>
                    <a:cubicBezTo>
                      <a:pt x="1824" y="1686"/>
                      <a:pt x="1824" y="1713"/>
                      <a:pt x="1824" y="1741"/>
                    </a:cubicBezTo>
                    <a:cubicBezTo>
                      <a:pt x="1851" y="1741"/>
                      <a:pt x="1879" y="1741"/>
                      <a:pt x="1907" y="1741"/>
                    </a:cubicBezTo>
                    <a:cubicBezTo>
                      <a:pt x="1907" y="1768"/>
                      <a:pt x="1907" y="1796"/>
                      <a:pt x="1907" y="1824"/>
                    </a:cubicBezTo>
                    <a:cubicBezTo>
                      <a:pt x="1934" y="1824"/>
                      <a:pt x="1962" y="1824"/>
                      <a:pt x="1990" y="1824"/>
                    </a:cubicBezTo>
                    <a:cubicBezTo>
                      <a:pt x="1990" y="1851"/>
                      <a:pt x="1990" y="1879"/>
                      <a:pt x="1990" y="1907"/>
                    </a:cubicBezTo>
                    <a:cubicBezTo>
                      <a:pt x="2017" y="1907"/>
                      <a:pt x="2045" y="1907"/>
                      <a:pt x="2073" y="1907"/>
                    </a:cubicBezTo>
                    <a:cubicBezTo>
                      <a:pt x="2073" y="1962"/>
                      <a:pt x="2073" y="2016"/>
                      <a:pt x="2073" y="2073"/>
                    </a:cubicBezTo>
                    <a:cubicBezTo>
                      <a:pt x="1416" y="2073"/>
                      <a:pt x="759" y="2073"/>
                      <a:pt x="83" y="2073"/>
                    </a:cubicBezTo>
                    <a:cubicBezTo>
                      <a:pt x="83" y="2045"/>
                      <a:pt x="83" y="2018"/>
                      <a:pt x="83" y="1990"/>
                    </a:cubicBezTo>
                    <a:cubicBezTo>
                      <a:pt x="56" y="1990"/>
                      <a:pt x="28" y="1990"/>
                      <a:pt x="0" y="1990"/>
                    </a:cubicBezTo>
                    <a:cubicBezTo>
                      <a:pt x="0" y="1333"/>
                      <a:pt x="0" y="677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42" name="ICON_C_FIGURE_REPORT_path_015"/>
              <p:cNvSpPr/>
              <p:nvPr/>
            </p:nvSpPr>
            <p:spPr>
              <a:xfrm>
                <a:off x="10670997" y="7565895"/>
                <a:ext cx="34747" cy="13688"/>
              </a:xfrm>
              <a:custGeom>
                <a:avLst/>
                <a:gdLst/>
                <a:ahLst/>
                <a:cxnLst/>
                <a:rect l="0" t="0" r="r" b="b"/>
                <a:pathLst>
                  <a:path w="2736" h="1078" fill="norm" stroke="0">
                    <a:moveTo>
                      <a:pt x="1990" y="0"/>
                    </a:moveTo>
                    <a:cubicBezTo>
                      <a:pt x="2099" y="0"/>
                      <a:pt x="2209" y="0"/>
                      <a:pt x="2321" y="0"/>
                    </a:cubicBezTo>
                    <a:cubicBezTo>
                      <a:pt x="2321" y="27"/>
                      <a:pt x="2321" y="55"/>
                      <a:pt x="2321" y="83"/>
                    </a:cubicBezTo>
                    <a:cubicBezTo>
                      <a:pt x="2349" y="83"/>
                      <a:pt x="2376" y="83"/>
                      <a:pt x="2404" y="83"/>
                    </a:cubicBezTo>
                    <a:cubicBezTo>
                      <a:pt x="2404" y="110"/>
                      <a:pt x="2404" y="138"/>
                      <a:pt x="2404" y="166"/>
                    </a:cubicBezTo>
                    <a:cubicBezTo>
                      <a:pt x="2459" y="166"/>
                      <a:pt x="2514" y="166"/>
                      <a:pt x="2570" y="166"/>
                    </a:cubicBezTo>
                    <a:cubicBezTo>
                      <a:pt x="2570" y="193"/>
                      <a:pt x="2570" y="221"/>
                      <a:pt x="2570" y="249"/>
                    </a:cubicBezTo>
                    <a:cubicBezTo>
                      <a:pt x="2598" y="249"/>
                      <a:pt x="2625" y="249"/>
                      <a:pt x="2653" y="249"/>
                    </a:cubicBezTo>
                    <a:cubicBezTo>
                      <a:pt x="2653" y="303"/>
                      <a:pt x="2653" y="358"/>
                      <a:pt x="2653" y="415"/>
                    </a:cubicBezTo>
                    <a:cubicBezTo>
                      <a:pt x="2680" y="415"/>
                      <a:pt x="2708" y="415"/>
                      <a:pt x="2736" y="415"/>
                    </a:cubicBezTo>
                    <a:cubicBezTo>
                      <a:pt x="2736" y="469"/>
                      <a:pt x="2736" y="524"/>
                      <a:pt x="2736" y="580"/>
                    </a:cubicBezTo>
                    <a:cubicBezTo>
                      <a:pt x="2709" y="580"/>
                      <a:pt x="2681" y="580"/>
                      <a:pt x="2653" y="580"/>
                    </a:cubicBezTo>
                    <a:cubicBezTo>
                      <a:pt x="2653" y="608"/>
                      <a:pt x="2653" y="635"/>
                      <a:pt x="2653" y="663"/>
                    </a:cubicBezTo>
                    <a:cubicBezTo>
                      <a:pt x="2626" y="663"/>
                      <a:pt x="2598" y="663"/>
                      <a:pt x="2570" y="663"/>
                    </a:cubicBezTo>
                    <a:cubicBezTo>
                      <a:pt x="2570" y="691"/>
                      <a:pt x="2570" y="718"/>
                      <a:pt x="2570" y="746"/>
                    </a:cubicBezTo>
                    <a:cubicBezTo>
                      <a:pt x="2543" y="746"/>
                      <a:pt x="2515" y="746"/>
                      <a:pt x="2487" y="746"/>
                    </a:cubicBezTo>
                    <a:cubicBezTo>
                      <a:pt x="2487" y="774"/>
                      <a:pt x="2487" y="801"/>
                      <a:pt x="2487" y="829"/>
                    </a:cubicBezTo>
                    <a:cubicBezTo>
                      <a:pt x="2460" y="829"/>
                      <a:pt x="2433" y="829"/>
                      <a:pt x="2404" y="829"/>
                    </a:cubicBezTo>
                    <a:cubicBezTo>
                      <a:pt x="2404" y="856"/>
                      <a:pt x="2404" y="884"/>
                      <a:pt x="2404" y="912"/>
                    </a:cubicBezTo>
                    <a:cubicBezTo>
                      <a:pt x="2295" y="912"/>
                      <a:pt x="2185" y="912"/>
                      <a:pt x="2073" y="912"/>
                    </a:cubicBezTo>
                    <a:cubicBezTo>
                      <a:pt x="2073" y="939"/>
                      <a:pt x="2073" y="967"/>
                      <a:pt x="2073" y="995"/>
                    </a:cubicBezTo>
                    <a:cubicBezTo>
                      <a:pt x="2018" y="995"/>
                      <a:pt x="1963" y="995"/>
                      <a:pt x="1907" y="995"/>
                    </a:cubicBezTo>
                    <a:cubicBezTo>
                      <a:pt x="1907" y="1022"/>
                      <a:pt x="1907" y="1050"/>
                      <a:pt x="1907" y="1078"/>
                    </a:cubicBezTo>
                    <a:cubicBezTo>
                      <a:pt x="1880" y="1078"/>
                      <a:pt x="1852" y="1078"/>
                      <a:pt x="1824" y="1078"/>
                    </a:cubicBezTo>
                    <a:cubicBezTo>
                      <a:pt x="1824" y="1050"/>
                      <a:pt x="1824" y="1023"/>
                      <a:pt x="1824" y="995"/>
                    </a:cubicBezTo>
                    <a:cubicBezTo>
                      <a:pt x="1769" y="995"/>
                      <a:pt x="1715" y="995"/>
                      <a:pt x="1658" y="995"/>
                    </a:cubicBezTo>
                    <a:cubicBezTo>
                      <a:pt x="1658" y="968"/>
                      <a:pt x="1658" y="940"/>
                      <a:pt x="1658" y="912"/>
                    </a:cubicBezTo>
                    <a:cubicBezTo>
                      <a:pt x="1439" y="912"/>
                      <a:pt x="1220" y="912"/>
                      <a:pt x="995" y="912"/>
                    </a:cubicBezTo>
                    <a:cubicBezTo>
                      <a:pt x="995" y="939"/>
                      <a:pt x="995" y="967"/>
                      <a:pt x="995" y="995"/>
                    </a:cubicBezTo>
                    <a:cubicBezTo>
                      <a:pt x="940" y="995"/>
                      <a:pt x="885" y="995"/>
                      <a:pt x="829" y="995"/>
                    </a:cubicBezTo>
                    <a:cubicBezTo>
                      <a:pt x="829" y="1022"/>
                      <a:pt x="829" y="1050"/>
                      <a:pt x="829" y="1078"/>
                    </a:cubicBezTo>
                    <a:cubicBezTo>
                      <a:pt x="638" y="1078"/>
                      <a:pt x="446" y="1078"/>
                      <a:pt x="249" y="1078"/>
                    </a:cubicBezTo>
                    <a:cubicBezTo>
                      <a:pt x="249" y="1050"/>
                      <a:pt x="249" y="1023"/>
                      <a:pt x="249" y="995"/>
                    </a:cubicBezTo>
                    <a:cubicBezTo>
                      <a:pt x="221" y="995"/>
                      <a:pt x="194" y="995"/>
                      <a:pt x="166" y="995"/>
                    </a:cubicBezTo>
                    <a:cubicBezTo>
                      <a:pt x="166" y="940"/>
                      <a:pt x="166" y="885"/>
                      <a:pt x="166" y="829"/>
                    </a:cubicBezTo>
                    <a:cubicBezTo>
                      <a:pt x="138" y="829"/>
                      <a:pt x="111" y="829"/>
                      <a:pt x="83" y="829"/>
                    </a:cubicBezTo>
                    <a:cubicBezTo>
                      <a:pt x="83" y="802"/>
                      <a:pt x="83" y="774"/>
                      <a:pt x="83" y="746"/>
                    </a:cubicBezTo>
                    <a:cubicBezTo>
                      <a:pt x="56" y="746"/>
                      <a:pt x="28" y="746"/>
                      <a:pt x="0" y="746"/>
                    </a:cubicBezTo>
                    <a:cubicBezTo>
                      <a:pt x="0" y="637"/>
                      <a:pt x="0" y="527"/>
                      <a:pt x="0" y="415"/>
                    </a:cubicBezTo>
                    <a:cubicBezTo>
                      <a:pt x="27" y="415"/>
                      <a:pt x="55" y="415"/>
                      <a:pt x="83" y="415"/>
                    </a:cubicBezTo>
                    <a:cubicBezTo>
                      <a:pt x="83" y="360"/>
                      <a:pt x="83" y="305"/>
                      <a:pt x="83" y="249"/>
                    </a:cubicBezTo>
                    <a:cubicBezTo>
                      <a:pt x="110" y="249"/>
                      <a:pt x="138" y="249"/>
                      <a:pt x="166" y="249"/>
                    </a:cubicBezTo>
                    <a:cubicBezTo>
                      <a:pt x="166" y="221"/>
                      <a:pt x="166" y="194"/>
                      <a:pt x="166" y="166"/>
                    </a:cubicBezTo>
                    <a:cubicBezTo>
                      <a:pt x="713" y="166"/>
                      <a:pt x="1260" y="166"/>
                      <a:pt x="1824" y="166"/>
                    </a:cubicBezTo>
                    <a:cubicBezTo>
                      <a:pt x="1824" y="138"/>
                      <a:pt x="1824" y="111"/>
                      <a:pt x="1824" y="83"/>
                    </a:cubicBezTo>
                    <a:cubicBezTo>
                      <a:pt x="1879" y="83"/>
                      <a:pt x="1933" y="83"/>
                      <a:pt x="1990" y="83"/>
                    </a:cubicBezTo>
                    <a:cubicBezTo>
                      <a:pt x="1990" y="56"/>
                      <a:pt x="1990" y="28"/>
                      <a:pt x="199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43" name="ICON_C_FIGURE_REPORT_path_016"/>
              <p:cNvSpPr/>
              <p:nvPr/>
            </p:nvSpPr>
            <p:spPr>
              <a:xfrm>
                <a:off x="10656256" y="7375314"/>
                <a:ext cx="136881" cy="3159"/>
              </a:xfrm>
              <a:custGeom>
                <a:avLst/>
                <a:gdLst/>
                <a:ahLst/>
                <a:cxnLst/>
                <a:rect l="0" t="0" r="r" b="b"/>
                <a:pathLst>
                  <a:path w="10778" h="249" fill="norm" stroke="0">
                    <a:moveTo>
                      <a:pt x="1907" y="0"/>
                    </a:moveTo>
                    <a:cubicBezTo>
                      <a:pt x="2208" y="0"/>
                      <a:pt x="2509" y="0"/>
                      <a:pt x="2819" y="0"/>
                    </a:cubicBezTo>
                    <a:cubicBezTo>
                      <a:pt x="2819" y="27"/>
                      <a:pt x="2819" y="55"/>
                      <a:pt x="2819" y="83"/>
                    </a:cubicBezTo>
                    <a:cubicBezTo>
                      <a:pt x="3038" y="83"/>
                      <a:pt x="3257" y="83"/>
                      <a:pt x="3482" y="83"/>
                    </a:cubicBezTo>
                    <a:cubicBezTo>
                      <a:pt x="3482" y="110"/>
                      <a:pt x="3482" y="138"/>
                      <a:pt x="3482" y="166"/>
                    </a:cubicBezTo>
                    <a:cubicBezTo>
                      <a:pt x="3537" y="166"/>
                      <a:pt x="3592" y="166"/>
                      <a:pt x="3648" y="166"/>
                    </a:cubicBezTo>
                    <a:cubicBezTo>
                      <a:pt x="3648" y="138"/>
                      <a:pt x="3648" y="111"/>
                      <a:pt x="3648" y="83"/>
                    </a:cubicBezTo>
                    <a:cubicBezTo>
                      <a:pt x="4031" y="83"/>
                      <a:pt x="4414" y="83"/>
                      <a:pt x="4809" y="83"/>
                    </a:cubicBezTo>
                    <a:cubicBezTo>
                      <a:pt x="4809" y="56"/>
                      <a:pt x="4809" y="28"/>
                      <a:pt x="4809" y="0"/>
                    </a:cubicBezTo>
                    <a:cubicBezTo>
                      <a:pt x="4945" y="0"/>
                      <a:pt x="5082" y="0"/>
                      <a:pt x="5223" y="0"/>
                    </a:cubicBezTo>
                    <a:cubicBezTo>
                      <a:pt x="5223" y="27"/>
                      <a:pt x="5223" y="55"/>
                      <a:pt x="5223" y="83"/>
                    </a:cubicBezTo>
                    <a:cubicBezTo>
                      <a:pt x="5278" y="83"/>
                      <a:pt x="5333" y="83"/>
                      <a:pt x="5389" y="83"/>
                    </a:cubicBezTo>
                    <a:cubicBezTo>
                      <a:pt x="5389" y="56"/>
                      <a:pt x="5389" y="28"/>
                      <a:pt x="5389" y="0"/>
                    </a:cubicBezTo>
                    <a:cubicBezTo>
                      <a:pt x="5663" y="0"/>
                      <a:pt x="5936" y="0"/>
                      <a:pt x="6218" y="0"/>
                    </a:cubicBezTo>
                    <a:cubicBezTo>
                      <a:pt x="6218" y="27"/>
                      <a:pt x="6218" y="55"/>
                      <a:pt x="6218" y="83"/>
                    </a:cubicBezTo>
                    <a:cubicBezTo>
                      <a:pt x="6273" y="83"/>
                      <a:pt x="6328" y="83"/>
                      <a:pt x="6384" y="83"/>
                    </a:cubicBezTo>
                    <a:cubicBezTo>
                      <a:pt x="6384" y="110"/>
                      <a:pt x="6384" y="138"/>
                      <a:pt x="6384" y="166"/>
                    </a:cubicBezTo>
                    <a:cubicBezTo>
                      <a:pt x="6548" y="166"/>
                      <a:pt x="6712" y="166"/>
                      <a:pt x="6881" y="166"/>
                    </a:cubicBezTo>
                    <a:cubicBezTo>
                      <a:pt x="6881" y="138"/>
                      <a:pt x="6881" y="111"/>
                      <a:pt x="6881" y="83"/>
                    </a:cubicBezTo>
                    <a:cubicBezTo>
                      <a:pt x="7456" y="83"/>
                      <a:pt x="8030" y="83"/>
                      <a:pt x="8622" y="83"/>
                    </a:cubicBezTo>
                    <a:cubicBezTo>
                      <a:pt x="8622" y="56"/>
                      <a:pt x="8622" y="28"/>
                      <a:pt x="8622" y="0"/>
                    </a:cubicBezTo>
                    <a:cubicBezTo>
                      <a:pt x="9033" y="0"/>
                      <a:pt x="9443" y="0"/>
                      <a:pt x="9866" y="0"/>
                    </a:cubicBezTo>
                    <a:cubicBezTo>
                      <a:pt x="9866" y="27"/>
                      <a:pt x="9866" y="55"/>
                      <a:pt x="9866" y="83"/>
                    </a:cubicBezTo>
                    <a:cubicBezTo>
                      <a:pt x="10167" y="83"/>
                      <a:pt x="10468" y="83"/>
                      <a:pt x="10778" y="83"/>
                    </a:cubicBezTo>
                    <a:cubicBezTo>
                      <a:pt x="10778" y="138"/>
                      <a:pt x="10778" y="192"/>
                      <a:pt x="10778" y="249"/>
                    </a:cubicBezTo>
                    <a:cubicBezTo>
                      <a:pt x="7221" y="249"/>
                      <a:pt x="3665" y="249"/>
                      <a:pt x="0" y="249"/>
                    </a:cubicBezTo>
                    <a:cubicBezTo>
                      <a:pt x="0" y="194"/>
                      <a:pt x="0" y="139"/>
                      <a:pt x="0" y="83"/>
                    </a:cubicBezTo>
                    <a:cubicBezTo>
                      <a:pt x="629" y="83"/>
                      <a:pt x="1259" y="83"/>
                      <a:pt x="1907" y="83"/>
                    </a:cubicBezTo>
                    <a:cubicBezTo>
                      <a:pt x="1907" y="56"/>
                      <a:pt x="1907" y="28"/>
                      <a:pt x="1907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44" name="ICON_C_FIGURE_REPORT_path_017"/>
              <p:cNvSpPr/>
              <p:nvPr/>
            </p:nvSpPr>
            <p:spPr>
              <a:xfrm>
                <a:off x="10652044" y="7599589"/>
                <a:ext cx="174787" cy="3159"/>
              </a:xfrm>
              <a:custGeom>
                <a:avLst/>
                <a:gdLst/>
                <a:ahLst/>
                <a:cxnLst/>
                <a:rect l="0" t="0" r="r" b="b"/>
                <a:pathLst>
                  <a:path w="13763" h="249" fill="norm" stroke="0">
                    <a:moveTo>
                      <a:pt x="0" y="0"/>
                    </a:moveTo>
                    <a:cubicBezTo>
                      <a:pt x="4542" y="0"/>
                      <a:pt x="9083" y="0"/>
                      <a:pt x="13763" y="0"/>
                    </a:cubicBezTo>
                    <a:cubicBezTo>
                      <a:pt x="13749" y="27"/>
                      <a:pt x="13735" y="55"/>
                      <a:pt x="13721" y="83"/>
                    </a:cubicBezTo>
                    <a:cubicBezTo>
                      <a:pt x="13680" y="93"/>
                      <a:pt x="13680" y="93"/>
                      <a:pt x="13629" y="92"/>
                    </a:cubicBezTo>
                    <a:cubicBezTo>
                      <a:pt x="13620" y="92"/>
                      <a:pt x="13620" y="92"/>
                      <a:pt x="13571" y="92"/>
                    </a:cubicBezTo>
                    <a:cubicBezTo>
                      <a:pt x="13550" y="92"/>
                      <a:pt x="13530" y="91"/>
                      <a:pt x="13509" y="91"/>
                    </a:cubicBezTo>
                    <a:cubicBezTo>
                      <a:pt x="13487" y="91"/>
                      <a:pt x="13466" y="91"/>
                      <a:pt x="13445" y="91"/>
                    </a:cubicBezTo>
                    <a:cubicBezTo>
                      <a:pt x="13389" y="90"/>
                      <a:pt x="13333" y="89"/>
                      <a:pt x="13276" y="89"/>
                    </a:cubicBezTo>
                    <a:cubicBezTo>
                      <a:pt x="13219" y="88"/>
                      <a:pt x="13162" y="87"/>
                      <a:pt x="13105" y="87"/>
                    </a:cubicBezTo>
                    <a:cubicBezTo>
                      <a:pt x="12992" y="86"/>
                      <a:pt x="12880" y="85"/>
                      <a:pt x="12768" y="83"/>
                    </a:cubicBezTo>
                    <a:cubicBezTo>
                      <a:pt x="12768" y="110"/>
                      <a:pt x="12768" y="138"/>
                      <a:pt x="12768" y="166"/>
                    </a:cubicBezTo>
                    <a:cubicBezTo>
                      <a:pt x="12658" y="166"/>
                      <a:pt x="12549" y="166"/>
                      <a:pt x="12436" y="166"/>
                    </a:cubicBezTo>
                    <a:cubicBezTo>
                      <a:pt x="12436" y="193"/>
                      <a:pt x="12436" y="221"/>
                      <a:pt x="12436" y="249"/>
                    </a:cubicBezTo>
                    <a:cubicBezTo>
                      <a:pt x="12217" y="249"/>
                      <a:pt x="11998" y="249"/>
                      <a:pt x="11773" y="249"/>
                    </a:cubicBezTo>
                    <a:cubicBezTo>
                      <a:pt x="11773" y="221"/>
                      <a:pt x="11773" y="194"/>
                      <a:pt x="11773" y="166"/>
                    </a:cubicBezTo>
                    <a:cubicBezTo>
                      <a:pt x="11718" y="166"/>
                      <a:pt x="11664" y="166"/>
                      <a:pt x="11607" y="166"/>
                    </a:cubicBezTo>
                    <a:cubicBezTo>
                      <a:pt x="11607" y="138"/>
                      <a:pt x="11607" y="111"/>
                      <a:pt x="11607" y="83"/>
                    </a:cubicBezTo>
                    <a:cubicBezTo>
                      <a:pt x="10704" y="83"/>
                      <a:pt x="9801" y="83"/>
                      <a:pt x="8871" y="83"/>
                    </a:cubicBezTo>
                    <a:cubicBezTo>
                      <a:pt x="8871" y="110"/>
                      <a:pt x="8871" y="138"/>
                      <a:pt x="8871" y="166"/>
                    </a:cubicBezTo>
                    <a:cubicBezTo>
                      <a:pt x="8789" y="166"/>
                      <a:pt x="8707" y="166"/>
                      <a:pt x="8622" y="166"/>
                    </a:cubicBezTo>
                    <a:cubicBezTo>
                      <a:pt x="8622" y="138"/>
                      <a:pt x="8622" y="111"/>
                      <a:pt x="8622" y="83"/>
                    </a:cubicBezTo>
                    <a:cubicBezTo>
                      <a:pt x="8540" y="83"/>
                      <a:pt x="8458" y="83"/>
                      <a:pt x="8374" y="83"/>
                    </a:cubicBezTo>
                    <a:cubicBezTo>
                      <a:pt x="8374" y="110"/>
                      <a:pt x="8374" y="138"/>
                      <a:pt x="8374" y="166"/>
                    </a:cubicBezTo>
                    <a:cubicBezTo>
                      <a:pt x="8319" y="166"/>
                      <a:pt x="8264" y="166"/>
                      <a:pt x="8208" y="166"/>
                    </a:cubicBezTo>
                    <a:cubicBezTo>
                      <a:pt x="8208" y="138"/>
                      <a:pt x="8208" y="111"/>
                      <a:pt x="8208" y="83"/>
                    </a:cubicBezTo>
                    <a:cubicBezTo>
                      <a:pt x="8126" y="83"/>
                      <a:pt x="8044" y="83"/>
                      <a:pt x="7959" y="83"/>
                    </a:cubicBezTo>
                    <a:cubicBezTo>
                      <a:pt x="7959" y="110"/>
                      <a:pt x="7959" y="138"/>
                      <a:pt x="7959" y="166"/>
                    </a:cubicBezTo>
                    <a:cubicBezTo>
                      <a:pt x="7822" y="166"/>
                      <a:pt x="7686" y="166"/>
                      <a:pt x="7545" y="166"/>
                    </a:cubicBezTo>
                    <a:cubicBezTo>
                      <a:pt x="7545" y="138"/>
                      <a:pt x="7545" y="111"/>
                      <a:pt x="7545" y="83"/>
                    </a:cubicBezTo>
                    <a:cubicBezTo>
                      <a:pt x="7052" y="83"/>
                      <a:pt x="6560" y="83"/>
                      <a:pt x="6052" y="83"/>
                    </a:cubicBezTo>
                    <a:cubicBezTo>
                      <a:pt x="6052" y="110"/>
                      <a:pt x="6052" y="138"/>
                      <a:pt x="6052" y="166"/>
                    </a:cubicBezTo>
                    <a:cubicBezTo>
                      <a:pt x="6025" y="166"/>
                      <a:pt x="5998" y="166"/>
                      <a:pt x="5969" y="166"/>
                    </a:cubicBezTo>
                    <a:cubicBezTo>
                      <a:pt x="5969" y="138"/>
                      <a:pt x="5969" y="111"/>
                      <a:pt x="5969" y="83"/>
                    </a:cubicBezTo>
                    <a:cubicBezTo>
                      <a:pt x="5614" y="83"/>
                      <a:pt x="5258" y="83"/>
                      <a:pt x="4892" y="83"/>
                    </a:cubicBezTo>
                    <a:cubicBezTo>
                      <a:pt x="4892" y="110"/>
                      <a:pt x="4892" y="138"/>
                      <a:pt x="4892" y="166"/>
                    </a:cubicBezTo>
                    <a:cubicBezTo>
                      <a:pt x="4645" y="166"/>
                      <a:pt x="4399" y="166"/>
                      <a:pt x="4145" y="166"/>
                    </a:cubicBezTo>
                    <a:cubicBezTo>
                      <a:pt x="4145" y="138"/>
                      <a:pt x="4145" y="111"/>
                      <a:pt x="4145" y="83"/>
                    </a:cubicBezTo>
                    <a:cubicBezTo>
                      <a:pt x="3653" y="83"/>
                      <a:pt x="3160" y="83"/>
                      <a:pt x="2653" y="83"/>
                    </a:cubicBezTo>
                    <a:cubicBezTo>
                      <a:pt x="2653" y="110"/>
                      <a:pt x="2653" y="138"/>
                      <a:pt x="2653" y="166"/>
                    </a:cubicBezTo>
                    <a:cubicBezTo>
                      <a:pt x="2516" y="166"/>
                      <a:pt x="2379" y="166"/>
                      <a:pt x="2239" y="166"/>
                    </a:cubicBezTo>
                    <a:cubicBezTo>
                      <a:pt x="2239" y="138"/>
                      <a:pt x="2239" y="111"/>
                      <a:pt x="2239" y="83"/>
                    </a:cubicBezTo>
                    <a:cubicBezTo>
                      <a:pt x="1801" y="83"/>
                      <a:pt x="1363" y="83"/>
                      <a:pt x="912" y="83"/>
                    </a:cubicBezTo>
                    <a:cubicBezTo>
                      <a:pt x="912" y="110"/>
                      <a:pt x="912" y="138"/>
                      <a:pt x="912" y="166"/>
                    </a:cubicBezTo>
                    <a:cubicBezTo>
                      <a:pt x="775" y="166"/>
                      <a:pt x="638" y="166"/>
                      <a:pt x="497" y="166"/>
                    </a:cubicBezTo>
                    <a:cubicBezTo>
                      <a:pt x="497" y="193"/>
                      <a:pt x="497" y="221"/>
                      <a:pt x="497" y="249"/>
                    </a:cubicBezTo>
                    <a:cubicBezTo>
                      <a:pt x="361" y="249"/>
                      <a:pt x="224" y="249"/>
                      <a:pt x="83" y="249"/>
                    </a:cubicBezTo>
                    <a:cubicBezTo>
                      <a:pt x="83" y="221"/>
                      <a:pt x="83" y="194"/>
                      <a:pt x="83" y="166"/>
                    </a:cubicBezTo>
                    <a:cubicBezTo>
                      <a:pt x="56" y="166"/>
                      <a:pt x="28" y="166"/>
                      <a:pt x="0" y="166"/>
                    </a:cubicBezTo>
                    <a:cubicBezTo>
                      <a:pt x="0" y="111"/>
                      <a:pt x="0" y="56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45" name="ICON_C_FIGURE_REPORT_path_018"/>
              <p:cNvSpPr/>
              <p:nvPr/>
            </p:nvSpPr>
            <p:spPr>
              <a:xfrm>
                <a:off x="10638356" y="7394267"/>
                <a:ext cx="4212" cy="199004"/>
              </a:xfrm>
              <a:custGeom>
                <a:avLst/>
                <a:gdLst/>
                <a:ahLst/>
                <a:cxnLst/>
                <a:rect l="0" t="0" r="r" b="b"/>
                <a:pathLst>
                  <a:path w="332" h="15670" fill="norm" stroke="0">
                    <a:moveTo>
                      <a:pt x="249" y="0"/>
                    </a:moveTo>
                    <a:cubicBezTo>
                      <a:pt x="276" y="0"/>
                      <a:pt x="303" y="0"/>
                      <a:pt x="332" y="0"/>
                    </a:cubicBezTo>
                    <a:cubicBezTo>
                      <a:pt x="332" y="5116"/>
                      <a:pt x="332" y="10233"/>
                      <a:pt x="332" y="15504"/>
                    </a:cubicBezTo>
                    <a:cubicBezTo>
                      <a:pt x="304" y="15504"/>
                      <a:pt x="277" y="15504"/>
                      <a:pt x="249" y="15504"/>
                    </a:cubicBezTo>
                    <a:cubicBezTo>
                      <a:pt x="249" y="15531"/>
                      <a:pt x="249" y="15559"/>
                      <a:pt x="249" y="15587"/>
                    </a:cubicBezTo>
                    <a:cubicBezTo>
                      <a:pt x="221" y="15587"/>
                      <a:pt x="194" y="15587"/>
                      <a:pt x="166" y="15587"/>
                    </a:cubicBezTo>
                    <a:cubicBezTo>
                      <a:pt x="166" y="15614"/>
                      <a:pt x="166" y="15641"/>
                      <a:pt x="166" y="15670"/>
                    </a:cubicBezTo>
                    <a:cubicBezTo>
                      <a:pt x="138" y="15670"/>
                      <a:pt x="111" y="15670"/>
                      <a:pt x="83" y="15670"/>
                    </a:cubicBezTo>
                    <a:cubicBezTo>
                      <a:pt x="83" y="15642"/>
                      <a:pt x="83" y="15615"/>
                      <a:pt x="83" y="15587"/>
                    </a:cubicBezTo>
                    <a:cubicBezTo>
                      <a:pt x="56" y="15587"/>
                      <a:pt x="28" y="15587"/>
                      <a:pt x="0" y="15587"/>
                    </a:cubicBezTo>
                    <a:cubicBezTo>
                      <a:pt x="0" y="15559"/>
                      <a:pt x="0" y="15532"/>
                      <a:pt x="0" y="15504"/>
                    </a:cubicBezTo>
                    <a:cubicBezTo>
                      <a:pt x="27" y="15504"/>
                      <a:pt x="55" y="15504"/>
                      <a:pt x="83" y="15504"/>
                    </a:cubicBezTo>
                    <a:cubicBezTo>
                      <a:pt x="83" y="15476"/>
                      <a:pt x="83" y="15449"/>
                      <a:pt x="83" y="15421"/>
                    </a:cubicBezTo>
                    <a:cubicBezTo>
                      <a:pt x="138" y="15421"/>
                      <a:pt x="192" y="15421"/>
                      <a:pt x="249" y="15421"/>
                    </a:cubicBezTo>
                    <a:cubicBezTo>
                      <a:pt x="249" y="15147"/>
                      <a:pt x="249" y="14874"/>
                      <a:pt x="249" y="14592"/>
                    </a:cubicBezTo>
                    <a:cubicBezTo>
                      <a:pt x="221" y="14592"/>
                      <a:pt x="194" y="14592"/>
                      <a:pt x="166" y="14592"/>
                    </a:cubicBezTo>
                    <a:cubicBezTo>
                      <a:pt x="166" y="14537"/>
                      <a:pt x="166" y="14482"/>
                      <a:pt x="166" y="14426"/>
                    </a:cubicBezTo>
                    <a:cubicBezTo>
                      <a:pt x="138" y="14426"/>
                      <a:pt x="111" y="14426"/>
                      <a:pt x="83" y="14426"/>
                    </a:cubicBezTo>
                    <a:cubicBezTo>
                      <a:pt x="83" y="14371"/>
                      <a:pt x="83" y="14317"/>
                      <a:pt x="83" y="14260"/>
                    </a:cubicBezTo>
                    <a:cubicBezTo>
                      <a:pt x="110" y="14260"/>
                      <a:pt x="138" y="14260"/>
                      <a:pt x="166" y="14260"/>
                    </a:cubicBezTo>
                    <a:cubicBezTo>
                      <a:pt x="166" y="14233"/>
                      <a:pt x="166" y="14205"/>
                      <a:pt x="166" y="14177"/>
                    </a:cubicBezTo>
                    <a:cubicBezTo>
                      <a:pt x="193" y="14177"/>
                      <a:pt x="221" y="14177"/>
                      <a:pt x="249" y="14177"/>
                    </a:cubicBezTo>
                    <a:cubicBezTo>
                      <a:pt x="249" y="9499"/>
                      <a:pt x="249" y="4820"/>
                      <a:pt x="24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46" name="ICON_C_FIGURE_REPORT_path_019"/>
              <p:cNvSpPr/>
              <p:nvPr/>
            </p:nvSpPr>
            <p:spPr>
              <a:xfrm>
                <a:off x="10740490" y="7384594"/>
                <a:ext cx="49488" cy="4408"/>
              </a:xfrm>
              <a:custGeom>
                <a:avLst/>
                <a:gdLst/>
                <a:ahLst/>
                <a:cxnLst/>
                <a:rect l="0" t="0" r="r" b="b"/>
                <a:pathLst>
                  <a:path w="3897" h="347" fill="norm" stroke="0">
                    <a:moveTo>
                      <a:pt x="1824" y="15"/>
                    </a:moveTo>
                    <a:cubicBezTo>
                      <a:pt x="2082" y="13"/>
                      <a:pt x="2340" y="10"/>
                      <a:pt x="2598" y="9"/>
                    </a:cubicBezTo>
                    <a:cubicBezTo>
                      <a:pt x="2718" y="8"/>
                      <a:pt x="2838" y="8"/>
                      <a:pt x="2957" y="6"/>
                    </a:cubicBezTo>
                    <a:cubicBezTo>
                      <a:pt x="3062" y="5"/>
                      <a:pt x="3166" y="4"/>
                      <a:pt x="3271" y="4"/>
                    </a:cubicBezTo>
                    <a:cubicBezTo>
                      <a:pt x="3326" y="4"/>
                      <a:pt x="3381" y="3"/>
                      <a:pt x="3437" y="2"/>
                    </a:cubicBezTo>
                    <a:cubicBezTo>
                      <a:pt x="3498" y="1"/>
                      <a:pt x="3560" y="1"/>
                      <a:pt x="3622" y="1"/>
                    </a:cubicBezTo>
                    <a:cubicBezTo>
                      <a:pt x="3631" y="1"/>
                      <a:pt x="3631" y="1"/>
                      <a:pt x="3677" y="0"/>
                    </a:cubicBezTo>
                    <a:cubicBezTo>
                      <a:pt x="3799" y="1"/>
                      <a:pt x="3799" y="1"/>
                      <a:pt x="3844" y="44"/>
                    </a:cubicBezTo>
                    <a:cubicBezTo>
                      <a:pt x="3865" y="75"/>
                      <a:pt x="3882" y="105"/>
                      <a:pt x="3897" y="140"/>
                    </a:cubicBezTo>
                    <a:cubicBezTo>
                      <a:pt x="3886" y="137"/>
                      <a:pt x="3876" y="134"/>
                      <a:pt x="3865" y="131"/>
                    </a:cubicBezTo>
                    <a:cubicBezTo>
                      <a:pt x="3678" y="85"/>
                      <a:pt x="3489" y="93"/>
                      <a:pt x="3297" y="94"/>
                    </a:cubicBezTo>
                    <a:cubicBezTo>
                      <a:pt x="3260" y="94"/>
                      <a:pt x="3222" y="94"/>
                      <a:pt x="3184" y="95"/>
                    </a:cubicBezTo>
                    <a:cubicBezTo>
                      <a:pt x="3085" y="95"/>
                      <a:pt x="2986" y="95"/>
                      <a:pt x="2887" y="96"/>
                    </a:cubicBezTo>
                    <a:cubicBezTo>
                      <a:pt x="2786" y="96"/>
                      <a:pt x="2685" y="96"/>
                      <a:pt x="2584" y="96"/>
                    </a:cubicBezTo>
                    <a:cubicBezTo>
                      <a:pt x="2386" y="97"/>
                      <a:pt x="2188" y="97"/>
                      <a:pt x="1990" y="98"/>
                    </a:cubicBezTo>
                    <a:cubicBezTo>
                      <a:pt x="1990" y="126"/>
                      <a:pt x="1990" y="153"/>
                      <a:pt x="1990" y="181"/>
                    </a:cubicBezTo>
                    <a:cubicBezTo>
                      <a:pt x="1798" y="181"/>
                      <a:pt x="1607" y="181"/>
                      <a:pt x="1409" y="181"/>
                    </a:cubicBezTo>
                    <a:cubicBezTo>
                      <a:pt x="1409" y="209"/>
                      <a:pt x="1409" y="236"/>
                      <a:pt x="1409" y="264"/>
                    </a:cubicBezTo>
                    <a:cubicBezTo>
                      <a:pt x="1382" y="264"/>
                      <a:pt x="1355" y="264"/>
                      <a:pt x="1327" y="264"/>
                    </a:cubicBezTo>
                    <a:cubicBezTo>
                      <a:pt x="1327" y="292"/>
                      <a:pt x="1327" y="319"/>
                      <a:pt x="1327" y="347"/>
                    </a:cubicBezTo>
                    <a:cubicBezTo>
                      <a:pt x="889" y="347"/>
                      <a:pt x="451" y="347"/>
                      <a:pt x="0" y="347"/>
                    </a:cubicBezTo>
                    <a:cubicBezTo>
                      <a:pt x="14" y="292"/>
                      <a:pt x="27" y="238"/>
                      <a:pt x="41" y="181"/>
                    </a:cubicBezTo>
                    <a:cubicBezTo>
                      <a:pt x="356" y="181"/>
                      <a:pt x="671" y="181"/>
                      <a:pt x="995" y="181"/>
                    </a:cubicBezTo>
                    <a:cubicBezTo>
                      <a:pt x="995" y="154"/>
                      <a:pt x="995" y="127"/>
                      <a:pt x="995" y="98"/>
                    </a:cubicBezTo>
                    <a:cubicBezTo>
                      <a:pt x="1268" y="98"/>
                      <a:pt x="1542" y="98"/>
                      <a:pt x="1824" y="98"/>
                    </a:cubicBezTo>
                    <a:cubicBezTo>
                      <a:pt x="1824" y="71"/>
                      <a:pt x="1824" y="44"/>
                      <a:pt x="1824" y="15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47" name="ICON_C_FIGURE_REPORT_path_020"/>
              <p:cNvSpPr/>
              <p:nvPr/>
            </p:nvSpPr>
            <p:spPr>
              <a:xfrm>
                <a:off x="10786820" y="7564842"/>
                <a:ext cx="23165" cy="14741"/>
              </a:xfrm>
              <a:custGeom>
                <a:avLst/>
                <a:gdLst/>
                <a:ahLst/>
                <a:cxnLst/>
                <a:rect l="0" t="0" r="r" b="b"/>
                <a:pathLst>
                  <a:path w="1824" h="1161" fill="norm" stroke="0">
                    <a:moveTo>
                      <a:pt x="1575" y="0"/>
                    </a:moveTo>
                    <a:cubicBezTo>
                      <a:pt x="1603" y="0"/>
                      <a:pt x="1630" y="0"/>
                      <a:pt x="1658" y="0"/>
                    </a:cubicBezTo>
                    <a:cubicBezTo>
                      <a:pt x="1658" y="27"/>
                      <a:pt x="1658" y="55"/>
                      <a:pt x="1658" y="83"/>
                    </a:cubicBezTo>
                    <a:cubicBezTo>
                      <a:pt x="1686" y="83"/>
                      <a:pt x="1713" y="83"/>
                      <a:pt x="1741" y="83"/>
                    </a:cubicBezTo>
                    <a:cubicBezTo>
                      <a:pt x="1741" y="220"/>
                      <a:pt x="1741" y="357"/>
                      <a:pt x="1741" y="497"/>
                    </a:cubicBezTo>
                    <a:cubicBezTo>
                      <a:pt x="1768" y="497"/>
                      <a:pt x="1796" y="497"/>
                      <a:pt x="1824" y="497"/>
                    </a:cubicBezTo>
                    <a:cubicBezTo>
                      <a:pt x="1824" y="607"/>
                      <a:pt x="1824" y="716"/>
                      <a:pt x="1824" y="829"/>
                    </a:cubicBezTo>
                    <a:cubicBezTo>
                      <a:pt x="1797" y="829"/>
                      <a:pt x="1769" y="829"/>
                      <a:pt x="1741" y="829"/>
                    </a:cubicBezTo>
                    <a:cubicBezTo>
                      <a:pt x="1741" y="856"/>
                      <a:pt x="1741" y="884"/>
                      <a:pt x="1741" y="912"/>
                    </a:cubicBezTo>
                    <a:cubicBezTo>
                      <a:pt x="1714" y="912"/>
                      <a:pt x="1686" y="912"/>
                      <a:pt x="1658" y="912"/>
                    </a:cubicBezTo>
                    <a:cubicBezTo>
                      <a:pt x="1658" y="939"/>
                      <a:pt x="1658" y="967"/>
                      <a:pt x="1658" y="995"/>
                    </a:cubicBezTo>
                    <a:cubicBezTo>
                      <a:pt x="1631" y="995"/>
                      <a:pt x="1603" y="995"/>
                      <a:pt x="1575" y="995"/>
                    </a:cubicBezTo>
                    <a:cubicBezTo>
                      <a:pt x="1575" y="1022"/>
                      <a:pt x="1575" y="1050"/>
                      <a:pt x="1575" y="1078"/>
                    </a:cubicBezTo>
                    <a:cubicBezTo>
                      <a:pt x="1548" y="1078"/>
                      <a:pt x="1521" y="1078"/>
                      <a:pt x="1492" y="1078"/>
                    </a:cubicBezTo>
                    <a:cubicBezTo>
                      <a:pt x="1492" y="1105"/>
                      <a:pt x="1492" y="1133"/>
                      <a:pt x="1492" y="1161"/>
                    </a:cubicBezTo>
                    <a:cubicBezTo>
                      <a:pt x="1027" y="1161"/>
                      <a:pt x="562" y="1161"/>
                      <a:pt x="83" y="1161"/>
                    </a:cubicBezTo>
                    <a:cubicBezTo>
                      <a:pt x="83" y="1133"/>
                      <a:pt x="83" y="1106"/>
                      <a:pt x="83" y="1078"/>
                    </a:cubicBezTo>
                    <a:cubicBezTo>
                      <a:pt x="56" y="1078"/>
                      <a:pt x="28" y="1078"/>
                      <a:pt x="0" y="1078"/>
                    </a:cubicBezTo>
                    <a:cubicBezTo>
                      <a:pt x="0" y="1023"/>
                      <a:pt x="0" y="968"/>
                      <a:pt x="0" y="912"/>
                    </a:cubicBezTo>
                    <a:cubicBezTo>
                      <a:pt x="27" y="912"/>
                      <a:pt x="55" y="912"/>
                      <a:pt x="83" y="912"/>
                    </a:cubicBezTo>
                    <a:cubicBezTo>
                      <a:pt x="83" y="939"/>
                      <a:pt x="83" y="967"/>
                      <a:pt x="83" y="995"/>
                    </a:cubicBezTo>
                    <a:cubicBezTo>
                      <a:pt x="548" y="995"/>
                      <a:pt x="1013" y="995"/>
                      <a:pt x="1492" y="995"/>
                    </a:cubicBezTo>
                    <a:cubicBezTo>
                      <a:pt x="1492" y="968"/>
                      <a:pt x="1492" y="940"/>
                      <a:pt x="1492" y="912"/>
                    </a:cubicBezTo>
                    <a:cubicBezTo>
                      <a:pt x="1520" y="912"/>
                      <a:pt x="1547" y="912"/>
                      <a:pt x="1575" y="912"/>
                    </a:cubicBezTo>
                    <a:cubicBezTo>
                      <a:pt x="1575" y="611"/>
                      <a:pt x="1575" y="310"/>
                      <a:pt x="1575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48" name="ICON_C_FIGURE_REPORT_path_021"/>
              <p:cNvSpPr/>
              <p:nvPr/>
            </p:nvSpPr>
            <p:spPr>
              <a:xfrm>
                <a:off x="10703111" y="7384303"/>
                <a:ext cx="50014" cy="4700"/>
              </a:xfrm>
              <a:custGeom>
                <a:avLst/>
                <a:gdLst/>
                <a:ahLst/>
                <a:cxnLst/>
                <a:rect l="0" t="0" r="r" b="b"/>
                <a:pathLst>
                  <a:path w="3938" h="370" fill="norm" stroke="0">
                    <a:moveTo>
                      <a:pt x="415" y="27"/>
                    </a:moveTo>
                    <a:cubicBezTo>
                      <a:pt x="461" y="28"/>
                      <a:pt x="508" y="28"/>
                      <a:pt x="554" y="29"/>
                    </a:cubicBezTo>
                    <a:cubicBezTo>
                      <a:pt x="584" y="29"/>
                      <a:pt x="613" y="30"/>
                      <a:pt x="643" y="30"/>
                    </a:cubicBezTo>
                    <a:cubicBezTo>
                      <a:pt x="650" y="30"/>
                      <a:pt x="650" y="30"/>
                      <a:pt x="685" y="31"/>
                    </a:cubicBezTo>
                    <a:cubicBezTo>
                      <a:pt x="698" y="31"/>
                      <a:pt x="711" y="31"/>
                      <a:pt x="724" y="32"/>
                    </a:cubicBezTo>
                    <a:cubicBezTo>
                      <a:pt x="735" y="32"/>
                      <a:pt x="747" y="32"/>
                      <a:pt x="758" y="33"/>
                    </a:cubicBezTo>
                    <a:cubicBezTo>
                      <a:pt x="788" y="38"/>
                      <a:pt x="788" y="38"/>
                      <a:pt x="829" y="80"/>
                    </a:cubicBezTo>
                    <a:cubicBezTo>
                      <a:pt x="864" y="85"/>
                      <a:pt x="864" y="85"/>
                      <a:pt x="904" y="85"/>
                    </a:cubicBezTo>
                    <a:cubicBezTo>
                      <a:pt x="919" y="85"/>
                      <a:pt x="934" y="86"/>
                      <a:pt x="949" y="86"/>
                    </a:cubicBezTo>
                    <a:cubicBezTo>
                      <a:pt x="956" y="85"/>
                      <a:pt x="956" y="85"/>
                      <a:pt x="995" y="85"/>
                    </a:cubicBezTo>
                    <a:cubicBezTo>
                      <a:pt x="1010" y="85"/>
                      <a:pt x="1025" y="85"/>
                      <a:pt x="1041" y="86"/>
                    </a:cubicBezTo>
                    <a:cubicBezTo>
                      <a:pt x="1056" y="86"/>
                      <a:pt x="1070" y="85"/>
                      <a:pt x="1086" y="85"/>
                    </a:cubicBezTo>
                    <a:cubicBezTo>
                      <a:pt x="1099" y="85"/>
                      <a:pt x="1112" y="85"/>
                      <a:pt x="1126" y="85"/>
                    </a:cubicBezTo>
                    <a:cubicBezTo>
                      <a:pt x="1161" y="80"/>
                      <a:pt x="1161" y="80"/>
                      <a:pt x="1202" y="38"/>
                    </a:cubicBezTo>
                    <a:cubicBezTo>
                      <a:pt x="1245" y="34"/>
                      <a:pt x="1284" y="33"/>
                      <a:pt x="1327" y="33"/>
                    </a:cubicBezTo>
                    <a:cubicBezTo>
                      <a:pt x="1338" y="33"/>
                      <a:pt x="1349" y="33"/>
                      <a:pt x="1361" y="33"/>
                    </a:cubicBezTo>
                    <a:cubicBezTo>
                      <a:pt x="1446" y="33"/>
                      <a:pt x="1446" y="33"/>
                      <a:pt x="1492" y="80"/>
                    </a:cubicBezTo>
                    <a:cubicBezTo>
                      <a:pt x="1527" y="85"/>
                      <a:pt x="1527" y="85"/>
                      <a:pt x="1567" y="85"/>
                    </a:cubicBezTo>
                    <a:cubicBezTo>
                      <a:pt x="1582" y="85"/>
                      <a:pt x="1597" y="86"/>
                      <a:pt x="1612" y="86"/>
                    </a:cubicBezTo>
                    <a:cubicBezTo>
                      <a:pt x="1619" y="85"/>
                      <a:pt x="1619" y="85"/>
                      <a:pt x="1658" y="85"/>
                    </a:cubicBezTo>
                    <a:cubicBezTo>
                      <a:pt x="1673" y="85"/>
                      <a:pt x="1689" y="85"/>
                      <a:pt x="1704" y="86"/>
                    </a:cubicBezTo>
                    <a:cubicBezTo>
                      <a:pt x="1719" y="86"/>
                      <a:pt x="1734" y="85"/>
                      <a:pt x="1749" y="85"/>
                    </a:cubicBezTo>
                    <a:cubicBezTo>
                      <a:pt x="1762" y="85"/>
                      <a:pt x="1776" y="85"/>
                      <a:pt x="1789" y="85"/>
                    </a:cubicBezTo>
                    <a:cubicBezTo>
                      <a:pt x="1824" y="80"/>
                      <a:pt x="1824" y="80"/>
                      <a:pt x="1865" y="38"/>
                    </a:cubicBezTo>
                    <a:cubicBezTo>
                      <a:pt x="1898" y="33"/>
                      <a:pt x="1898" y="33"/>
                      <a:pt x="1938" y="33"/>
                    </a:cubicBezTo>
                    <a:cubicBezTo>
                      <a:pt x="1953" y="33"/>
                      <a:pt x="1968" y="33"/>
                      <a:pt x="1983" y="33"/>
                    </a:cubicBezTo>
                    <a:cubicBezTo>
                      <a:pt x="1991" y="33"/>
                      <a:pt x="1991" y="33"/>
                      <a:pt x="2031" y="33"/>
                    </a:cubicBezTo>
                    <a:cubicBezTo>
                      <a:pt x="2048" y="33"/>
                      <a:pt x="2064" y="33"/>
                      <a:pt x="2081" y="33"/>
                    </a:cubicBezTo>
                    <a:cubicBezTo>
                      <a:pt x="2116" y="33"/>
                      <a:pt x="2150" y="33"/>
                      <a:pt x="2185" y="33"/>
                    </a:cubicBezTo>
                    <a:cubicBezTo>
                      <a:pt x="2238" y="33"/>
                      <a:pt x="2291" y="33"/>
                      <a:pt x="2345" y="33"/>
                    </a:cubicBezTo>
                    <a:cubicBezTo>
                      <a:pt x="2378" y="33"/>
                      <a:pt x="2412" y="33"/>
                      <a:pt x="2446" y="33"/>
                    </a:cubicBezTo>
                    <a:cubicBezTo>
                      <a:pt x="2462" y="33"/>
                      <a:pt x="2478" y="33"/>
                      <a:pt x="2494" y="33"/>
                    </a:cubicBezTo>
                    <a:cubicBezTo>
                      <a:pt x="2509" y="33"/>
                      <a:pt x="2524" y="33"/>
                      <a:pt x="2539" y="33"/>
                    </a:cubicBezTo>
                    <a:cubicBezTo>
                      <a:pt x="2546" y="33"/>
                      <a:pt x="2546" y="33"/>
                      <a:pt x="2579" y="33"/>
                    </a:cubicBezTo>
                    <a:cubicBezTo>
                      <a:pt x="2612" y="38"/>
                      <a:pt x="2612" y="38"/>
                      <a:pt x="2653" y="80"/>
                    </a:cubicBezTo>
                    <a:cubicBezTo>
                      <a:pt x="2695" y="85"/>
                      <a:pt x="2734" y="88"/>
                      <a:pt x="2776" y="88"/>
                    </a:cubicBezTo>
                    <a:cubicBezTo>
                      <a:pt x="2788" y="89"/>
                      <a:pt x="2801" y="89"/>
                      <a:pt x="2814" y="90"/>
                    </a:cubicBezTo>
                    <a:cubicBezTo>
                      <a:pt x="2855" y="91"/>
                      <a:pt x="2897" y="92"/>
                      <a:pt x="2938" y="93"/>
                    </a:cubicBezTo>
                    <a:cubicBezTo>
                      <a:pt x="2967" y="94"/>
                      <a:pt x="2996" y="95"/>
                      <a:pt x="3024" y="96"/>
                    </a:cubicBezTo>
                    <a:cubicBezTo>
                      <a:pt x="3100" y="98"/>
                      <a:pt x="3176" y="100"/>
                      <a:pt x="3252" y="102"/>
                    </a:cubicBezTo>
                    <a:cubicBezTo>
                      <a:pt x="3329" y="104"/>
                      <a:pt x="3406" y="106"/>
                      <a:pt x="3483" y="109"/>
                    </a:cubicBezTo>
                    <a:cubicBezTo>
                      <a:pt x="3635" y="113"/>
                      <a:pt x="3787" y="117"/>
                      <a:pt x="3938" y="121"/>
                    </a:cubicBezTo>
                    <a:cubicBezTo>
                      <a:pt x="3938" y="135"/>
                      <a:pt x="3938" y="149"/>
                      <a:pt x="3938" y="163"/>
                    </a:cubicBezTo>
                    <a:cubicBezTo>
                      <a:pt x="3767" y="164"/>
                      <a:pt x="3597" y="164"/>
                      <a:pt x="3426" y="165"/>
                    </a:cubicBezTo>
                    <a:cubicBezTo>
                      <a:pt x="3346" y="165"/>
                      <a:pt x="3267" y="165"/>
                      <a:pt x="3188" y="166"/>
                    </a:cubicBezTo>
                    <a:cubicBezTo>
                      <a:pt x="3111" y="166"/>
                      <a:pt x="3035" y="167"/>
                      <a:pt x="2958" y="167"/>
                    </a:cubicBezTo>
                    <a:cubicBezTo>
                      <a:pt x="2929" y="167"/>
                      <a:pt x="2900" y="167"/>
                      <a:pt x="2870" y="167"/>
                    </a:cubicBezTo>
                    <a:cubicBezTo>
                      <a:pt x="2829" y="167"/>
                      <a:pt x="2788" y="168"/>
                      <a:pt x="2747" y="168"/>
                    </a:cubicBezTo>
                    <a:cubicBezTo>
                      <a:pt x="2736" y="168"/>
                      <a:pt x="2724" y="168"/>
                      <a:pt x="2711" y="168"/>
                    </a:cubicBezTo>
                    <a:cubicBezTo>
                      <a:pt x="2628" y="168"/>
                      <a:pt x="2565" y="149"/>
                      <a:pt x="2487" y="121"/>
                    </a:cubicBezTo>
                    <a:cubicBezTo>
                      <a:pt x="2451" y="116"/>
                      <a:pt x="2451" y="116"/>
                      <a:pt x="2421" y="116"/>
                    </a:cubicBezTo>
                    <a:cubicBezTo>
                      <a:pt x="2409" y="116"/>
                      <a:pt x="2398" y="116"/>
                      <a:pt x="2386" y="116"/>
                    </a:cubicBezTo>
                    <a:cubicBezTo>
                      <a:pt x="2374" y="116"/>
                      <a:pt x="2362" y="116"/>
                      <a:pt x="2350" y="116"/>
                    </a:cubicBezTo>
                    <a:cubicBezTo>
                      <a:pt x="2337" y="116"/>
                      <a:pt x="2324" y="116"/>
                      <a:pt x="2311" y="116"/>
                    </a:cubicBezTo>
                    <a:cubicBezTo>
                      <a:pt x="2285" y="116"/>
                      <a:pt x="2259" y="116"/>
                      <a:pt x="2232" y="116"/>
                    </a:cubicBezTo>
                    <a:cubicBezTo>
                      <a:pt x="2192" y="116"/>
                      <a:pt x="2151" y="116"/>
                      <a:pt x="2111" y="116"/>
                    </a:cubicBezTo>
                    <a:cubicBezTo>
                      <a:pt x="2085" y="116"/>
                      <a:pt x="2059" y="116"/>
                      <a:pt x="2033" y="116"/>
                    </a:cubicBezTo>
                    <a:cubicBezTo>
                      <a:pt x="2021" y="116"/>
                      <a:pt x="2009" y="116"/>
                      <a:pt x="1997" y="116"/>
                    </a:cubicBezTo>
                    <a:cubicBezTo>
                      <a:pt x="1912" y="117"/>
                      <a:pt x="1912" y="117"/>
                      <a:pt x="1865" y="163"/>
                    </a:cubicBezTo>
                    <a:cubicBezTo>
                      <a:pt x="1826" y="168"/>
                      <a:pt x="1826" y="168"/>
                      <a:pt x="1778" y="168"/>
                    </a:cubicBezTo>
                    <a:cubicBezTo>
                      <a:pt x="1769" y="168"/>
                      <a:pt x="1769" y="168"/>
                      <a:pt x="1725" y="169"/>
                    </a:cubicBezTo>
                    <a:cubicBezTo>
                      <a:pt x="1706" y="168"/>
                      <a:pt x="1688" y="168"/>
                      <a:pt x="1669" y="168"/>
                    </a:cubicBezTo>
                    <a:cubicBezTo>
                      <a:pt x="1650" y="168"/>
                      <a:pt x="1631" y="168"/>
                      <a:pt x="1611" y="168"/>
                    </a:cubicBezTo>
                    <a:cubicBezTo>
                      <a:pt x="1515" y="167"/>
                      <a:pt x="1429" y="162"/>
                      <a:pt x="1337" y="137"/>
                    </a:cubicBezTo>
                    <a:cubicBezTo>
                      <a:pt x="1215" y="105"/>
                      <a:pt x="1107" y="158"/>
                      <a:pt x="995" y="204"/>
                    </a:cubicBezTo>
                    <a:cubicBezTo>
                      <a:pt x="1009" y="259"/>
                      <a:pt x="1022" y="314"/>
                      <a:pt x="1036" y="370"/>
                    </a:cubicBezTo>
                    <a:cubicBezTo>
                      <a:pt x="927" y="370"/>
                      <a:pt x="817" y="370"/>
                      <a:pt x="705" y="370"/>
                    </a:cubicBezTo>
                    <a:cubicBezTo>
                      <a:pt x="705" y="288"/>
                      <a:pt x="705" y="206"/>
                      <a:pt x="705" y="121"/>
                    </a:cubicBezTo>
                    <a:cubicBezTo>
                      <a:pt x="631" y="120"/>
                      <a:pt x="557" y="120"/>
                      <a:pt x="484" y="119"/>
                    </a:cubicBezTo>
                    <a:cubicBezTo>
                      <a:pt x="459" y="119"/>
                      <a:pt x="434" y="119"/>
                      <a:pt x="409" y="118"/>
                    </a:cubicBezTo>
                    <a:cubicBezTo>
                      <a:pt x="267" y="116"/>
                      <a:pt x="136" y="117"/>
                      <a:pt x="0" y="163"/>
                    </a:cubicBezTo>
                    <a:cubicBezTo>
                      <a:pt x="93" y="0"/>
                      <a:pt x="250" y="22"/>
                      <a:pt x="415" y="27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49" name="ICON_C_FIGURE_REPORT_path_022"/>
              <p:cNvSpPr/>
              <p:nvPr/>
            </p:nvSpPr>
            <p:spPr>
              <a:xfrm>
                <a:off x="10786820" y="7386370"/>
                <a:ext cx="5265" cy="35800"/>
              </a:xfrm>
              <a:custGeom>
                <a:avLst/>
                <a:gdLst/>
                <a:ahLst/>
                <a:cxnLst/>
                <a:rect l="0" t="0" r="r" b="b"/>
                <a:pathLst>
                  <a:path w="415" h="2819" fill="norm" stroke="0">
                    <a:moveTo>
                      <a:pt x="249" y="0"/>
                    </a:moveTo>
                    <a:cubicBezTo>
                      <a:pt x="276" y="14"/>
                      <a:pt x="303" y="27"/>
                      <a:pt x="332" y="41"/>
                    </a:cubicBezTo>
                    <a:cubicBezTo>
                      <a:pt x="342" y="75"/>
                      <a:pt x="342" y="75"/>
                      <a:pt x="341" y="115"/>
                    </a:cubicBezTo>
                    <a:cubicBezTo>
                      <a:pt x="341" y="122"/>
                      <a:pt x="341" y="122"/>
                      <a:pt x="341" y="160"/>
                    </a:cubicBezTo>
                    <a:cubicBezTo>
                      <a:pt x="341" y="176"/>
                      <a:pt x="340" y="192"/>
                      <a:pt x="340" y="209"/>
                    </a:cubicBezTo>
                    <a:cubicBezTo>
                      <a:pt x="340" y="225"/>
                      <a:pt x="340" y="242"/>
                      <a:pt x="339" y="259"/>
                    </a:cubicBezTo>
                    <a:cubicBezTo>
                      <a:pt x="339" y="312"/>
                      <a:pt x="338" y="364"/>
                      <a:pt x="337" y="417"/>
                    </a:cubicBezTo>
                    <a:cubicBezTo>
                      <a:pt x="336" y="453"/>
                      <a:pt x="336" y="489"/>
                      <a:pt x="336" y="524"/>
                    </a:cubicBezTo>
                    <a:cubicBezTo>
                      <a:pt x="335" y="612"/>
                      <a:pt x="333" y="700"/>
                      <a:pt x="332" y="788"/>
                    </a:cubicBezTo>
                    <a:cubicBezTo>
                      <a:pt x="304" y="788"/>
                      <a:pt x="277" y="788"/>
                      <a:pt x="249" y="788"/>
                    </a:cubicBezTo>
                    <a:cubicBezTo>
                      <a:pt x="251" y="1004"/>
                      <a:pt x="254" y="1219"/>
                      <a:pt x="259" y="1435"/>
                    </a:cubicBezTo>
                    <a:cubicBezTo>
                      <a:pt x="260" y="1536"/>
                      <a:pt x="262" y="1636"/>
                      <a:pt x="263" y="1736"/>
                    </a:cubicBezTo>
                    <a:cubicBezTo>
                      <a:pt x="264" y="1833"/>
                      <a:pt x="266" y="1930"/>
                      <a:pt x="268" y="2027"/>
                    </a:cubicBezTo>
                    <a:cubicBezTo>
                      <a:pt x="269" y="2064"/>
                      <a:pt x="269" y="2101"/>
                      <a:pt x="269" y="2137"/>
                    </a:cubicBezTo>
                    <a:cubicBezTo>
                      <a:pt x="271" y="2388"/>
                      <a:pt x="309" y="2591"/>
                      <a:pt x="415" y="2819"/>
                    </a:cubicBezTo>
                    <a:cubicBezTo>
                      <a:pt x="368" y="2808"/>
                      <a:pt x="332" y="2799"/>
                      <a:pt x="290" y="2777"/>
                    </a:cubicBezTo>
                    <a:cubicBezTo>
                      <a:pt x="266" y="2737"/>
                      <a:pt x="254" y="2711"/>
                      <a:pt x="242" y="2667"/>
                    </a:cubicBezTo>
                    <a:cubicBezTo>
                      <a:pt x="239" y="2656"/>
                      <a:pt x="235" y="2645"/>
                      <a:pt x="232" y="2634"/>
                    </a:cubicBezTo>
                    <a:cubicBezTo>
                      <a:pt x="201" y="2522"/>
                      <a:pt x="194" y="2412"/>
                      <a:pt x="193" y="2296"/>
                    </a:cubicBezTo>
                    <a:cubicBezTo>
                      <a:pt x="193" y="2260"/>
                      <a:pt x="192" y="2224"/>
                      <a:pt x="191" y="2187"/>
                    </a:cubicBezTo>
                    <a:cubicBezTo>
                      <a:pt x="189" y="2097"/>
                      <a:pt x="187" y="2007"/>
                      <a:pt x="186" y="1917"/>
                    </a:cubicBezTo>
                    <a:cubicBezTo>
                      <a:pt x="185" y="1840"/>
                      <a:pt x="183" y="1763"/>
                      <a:pt x="181" y="1686"/>
                    </a:cubicBezTo>
                    <a:cubicBezTo>
                      <a:pt x="180" y="1650"/>
                      <a:pt x="180" y="1614"/>
                      <a:pt x="179" y="1578"/>
                    </a:cubicBezTo>
                    <a:cubicBezTo>
                      <a:pt x="179" y="1557"/>
                      <a:pt x="178" y="1535"/>
                      <a:pt x="178" y="1513"/>
                    </a:cubicBezTo>
                    <a:cubicBezTo>
                      <a:pt x="177" y="1494"/>
                      <a:pt x="177" y="1475"/>
                      <a:pt x="177" y="1455"/>
                    </a:cubicBezTo>
                    <a:cubicBezTo>
                      <a:pt x="173" y="1440"/>
                      <a:pt x="170" y="1425"/>
                      <a:pt x="166" y="1409"/>
                    </a:cubicBezTo>
                    <a:cubicBezTo>
                      <a:pt x="124" y="1385"/>
                      <a:pt x="124" y="1385"/>
                      <a:pt x="83" y="1368"/>
                    </a:cubicBezTo>
                    <a:cubicBezTo>
                      <a:pt x="78" y="1324"/>
                      <a:pt x="78" y="1324"/>
                      <a:pt x="83" y="1285"/>
                    </a:cubicBezTo>
                    <a:cubicBezTo>
                      <a:pt x="56" y="1285"/>
                      <a:pt x="28" y="1285"/>
                      <a:pt x="0" y="1285"/>
                    </a:cubicBezTo>
                    <a:cubicBezTo>
                      <a:pt x="0" y="1148"/>
                      <a:pt x="0" y="1011"/>
                      <a:pt x="0" y="871"/>
                    </a:cubicBezTo>
                    <a:cubicBezTo>
                      <a:pt x="27" y="871"/>
                      <a:pt x="55" y="871"/>
                      <a:pt x="83" y="871"/>
                    </a:cubicBezTo>
                    <a:cubicBezTo>
                      <a:pt x="83" y="816"/>
                      <a:pt x="83" y="761"/>
                      <a:pt x="83" y="705"/>
                    </a:cubicBezTo>
                    <a:cubicBezTo>
                      <a:pt x="110" y="705"/>
                      <a:pt x="138" y="705"/>
                      <a:pt x="166" y="705"/>
                    </a:cubicBezTo>
                    <a:cubicBezTo>
                      <a:pt x="166" y="677"/>
                      <a:pt x="166" y="650"/>
                      <a:pt x="166" y="622"/>
                    </a:cubicBezTo>
                    <a:cubicBezTo>
                      <a:pt x="193" y="622"/>
                      <a:pt x="221" y="622"/>
                      <a:pt x="249" y="622"/>
                    </a:cubicBezTo>
                    <a:cubicBezTo>
                      <a:pt x="249" y="417"/>
                      <a:pt x="249" y="211"/>
                      <a:pt x="249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50" name="ICON_C_FIGURE_REPORT_path_023"/>
              <p:cNvSpPr/>
              <p:nvPr/>
            </p:nvSpPr>
            <p:spPr>
              <a:xfrm>
                <a:off x="10649801" y="7496402"/>
                <a:ext cx="2454" cy="26323"/>
              </a:xfrm>
              <a:custGeom>
                <a:avLst/>
                <a:gdLst/>
                <a:ahLst/>
                <a:cxnLst/>
                <a:rect l="0" t="0" r="r" b="b"/>
                <a:pathLst>
                  <a:path w="193" h="2073" fill="norm" stroke="0">
                    <a:moveTo>
                      <a:pt x="52" y="0"/>
                    </a:moveTo>
                    <a:cubicBezTo>
                      <a:pt x="66" y="0"/>
                      <a:pt x="80" y="0"/>
                      <a:pt x="94" y="0"/>
                    </a:cubicBezTo>
                    <a:cubicBezTo>
                      <a:pt x="94" y="15"/>
                      <a:pt x="95" y="29"/>
                      <a:pt x="95" y="45"/>
                    </a:cubicBezTo>
                    <a:cubicBezTo>
                      <a:pt x="99" y="184"/>
                      <a:pt x="103" y="323"/>
                      <a:pt x="108" y="462"/>
                    </a:cubicBezTo>
                    <a:cubicBezTo>
                      <a:pt x="110" y="533"/>
                      <a:pt x="112" y="605"/>
                      <a:pt x="114" y="676"/>
                    </a:cubicBezTo>
                    <a:cubicBezTo>
                      <a:pt x="116" y="745"/>
                      <a:pt x="118" y="814"/>
                      <a:pt x="121" y="883"/>
                    </a:cubicBezTo>
                    <a:cubicBezTo>
                      <a:pt x="122" y="910"/>
                      <a:pt x="122" y="936"/>
                      <a:pt x="123" y="962"/>
                    </a:cubicBezTo>
                    <a:cubicBezTo>
                      <a:pt x="127" y="1091"/>
                      <a:pt x="130" y="1213"/>
                      <a:pt x="170" y="1337"/>
                    </a:cubicBezTo>
                    <a:cubicBezTo>
                      <a:pt x="180" y="1385"/>
                      <a:pt x="160" y="1411"/>
                      <a:pt x="135" y="1451"/>
                    </a:cubicBezTo>
                    <a:cubicBezTo>
                      <a:pt x="131" y="1492"/>
                      <a:pt x="129" y="1529"/>
                      <a:pt x="130" y="1570"/>
                    </a:cubicBezTo>
                    <a:cubicBezTo>
                      <a:pt x="130" y="1576"/>
                      <a:pt x="130" y="1576"/>
                      <a:pt x="130" y="1603"/>
                    </a:cubicBezTo>
                    <a:cubicBezTo>
                      <a:pt x="131" y="1669"/>
                      <a:pt x="140" y="1723"/>
                      <a:pt x="161" y="1785"/>
                    </a:cubicBezTo>
                    <a:cubicBezTo>
                      <a:pt x="193" y="1890"/>
                      <a:pt x="140" y="1980"/>
                      <a:pt x="94" y="2073"/>
                    </a:cubicBezTo>
                    <a:cubicBezTo>
                      <a:pt x="53" y="2057"/>
                      <a:pt x="53" y="2057"/>
                      <a:pt x="11" y="2031"/>
                    </a:cubicBezTo>
                    <a:cubicBezTo>
                      <a:pt x="0" y="1995"/>
                      <a:pt x="0" y="1995"/>
                      <a:pt x="1" y="1951"/>
                    </a:cubicBezTo>
                    <a:cubicBezTo>
                      <a:pt x="0" y="1934"/>
                      <a:pt x="0" y="1918"/>
                      <a:pt x="0" y="1900"/>
                    </a:cubicBezTo>
                    <a:cubicBezTo>
                      <a:pt x="0" y="1891"/>
                      <a:pt x="0" y="1891"/>
                      <a:pt x="1" y="1845"/>
                    </a:cubicBezTo>
                    <a:cubicBezTo>
                      <a:pt x="1" y="1825"/>
                      <a:pt x="1" y="1806"/>
                      <a:pt x="0" y="1786"/>
                    </a:cubicBezTo>
                    <a:cubicBezTo>
                      <a:pt x="0" y="1733"/>
                      <a:pt x="1" y="1680"/>
                      <a:pt x="1" y="1627"/>
                    </a:cubicBezTo>
                    <a:cubicBezTo>
                      <a:pt x="1" y="1571"/>
                      <a:pt x="1" y="1516"/>
                      <a:pt x="1" y="1460"/>
                    </a:cubicBezTo>
                    <a:cubicBezTo>
                      <a:pt x="1" y="1367"/>
                      <a:pt x="2" y="1274"/>
                      <a:pt x="2" y="1180"/>
                    </a:cubicBezTo>
                    <a:cubicBezTo>
                      <a:pt x="3" y="1072"/>
                      <a:pt x="3" y="965"/>
                      <a:pt x="3" y="857"/>
                    </a:cubicBezTo>
                    <a:cubicBezTo>
                      <a:pt x="3" y="753"/>
                      <a:pt x="3" y="649"/>
                      <a:pt x="4" y="546"/>
                    </a:cubicBezTo>
                    <a:cubicBezTo>
                      <a:pt x="4" y="501"/>
                      <a:pt x="4" y="457"/>
                      <a:pt x="4" y="413"/>
                    </a:cubicBezTo>
                    <a:cubicBezTo>
                      <a:pt x="4" y="351"/>
                      <a:pt x="4" y="290"/>
                      <a:pt x="5" y="228"/>
                    </a:cubicBezTo>
                    <a:cubicBezTo>
                      <a:pt x="5" y="210"/>
                      <a:pt x="5" y="191"/>
                      <a:pt x="5" y="172"/>
                    </a:cubicBezTo>
                    <a:cubicBezTo>
                      <a:pt x="5" y="156"/>
                      <a:pt x="5" y="139"/>
                      <a:pt x="5" y="122"/>
                    </a:cubicBezTo>
                    <a:cubicBezTo>
                      <a:pt x="5" y="107"/>
                      <a:pt x="5" y="93"/>
                      <a:pt x="5" y="78"/>
                    </a:cubicBezTo>
                    <a:cubicBezTo>
                      <a:pt x="11" y="41"/>
                      <a:pt x="11" y="41"/>
                      <a:pt x="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26" cap="flat">
                <a:noFill/>
              </a:ln>
            </p:spPr>
          </p:sp>
          <p:sp>
            <p:nvSpPr>
              <p:cNvPr id="2851" name="ICON_C_FIGURE_REPORT_path_024"/>
              <p:cNvSpPr/>
              <p:nvPr/>
            </p:nvSpPr>
            <p:spPr>
              <a:xfrm>
                <a:off x="10649799" y="7473237"/>
                <a:ext cx="2461" cy="18953"/>
              </a:xfrm>
              <a:custGeom>
                <a:avLst/>
                <a:gdLst/>
                <a:ahLst/>
                <a:cxnLst/>
                <a:rect l="0" t="0" r="r" b="b"/>
                <a:pathLst>
                  <a:path w="194" h="1492" fill="norm" stroke="0">
                    <a:moveTo>
                      <a:pt x="52" y="0"/>
                    </a:moveTo>
                    <a:cubicBezTo>
                      <a:pt x="103" y="20"/>
                      <a:pt x="140" y="42"/>
                      <a:pt x="177" y="83"/>
                    </a:cubicBezTo>
                    <a:cubicBezTo>
                      <a:pt x="194" y="153"/>
                      <a:pt x="190" y="221"/>
                      <a:pt x="187" y="293"/>
                    </a:cubicBezTo>
                    <a:cubicBezTo>
                      <a:pt x="187" y="312"/>
                      <a:pt x="187" y="331"/>
                      <a:pt x="186" y="350"/>
                    </a:cubicBezTo>
                    <a:cubicBezTo>
                      <a:pt x="183" y="491"/>
                      <a:pt x="183" y="491"/>
                      <a:pt x="135" y="539"/>
                    </a:cubicBezTo>
                    <a:cubicBezTo>
                      <a:pt x="129" y="580"/>
                      <a:pt x="129" y="580"/>
                      <a:pt x="127" y="631"/>
                    </a:cubicBezTo>
                    <a:cubicBezTo>
                      <a:pt x="126" y="650"/>
                      <a:pt x="125" y="669"/>
                      <a:pt x="124" y="689"/>
                    </a:cubicBezTo>
                    <a:cubicBezTo>
                      <a:pt x="124" y="710"/>
                      <a:pt x="123" y="731"/>
                      <a:pt x="122" y="752"/>
                    </a:cubicBezTo>
                    <a:cubicBezTo>
                      <a:pt x="121" y="773"/>
                      <a:pt x="120" y="794"/>
                      <a:pt x="120" y="815"/>
                    </a:cubicBezTo>
                    <a:cubicBezTo>
                      <a:pt x="117" y="872"/>
                      <a:pt x="115" y="928"/>
                      <a:pt x="113" y="984"/>
                    </a:cubicBezTo>
                    <a:cubicBezTo>
                      <a:pt x="111" y="1041"/>
                      <a:pt x="109" y="1098"/>
                      <a:pt x="107" y="1155"/>
                    </a:cubicBezTo>
                    <a:cubicBezTo>
                      <a:pt x="102" y="1268"/>
                      <a:pt x="98" y="1380"/>
                      <a:pt x="94" y="1492"/>
                    </a:cubicBezTo>
                    <a:cubicBezTo>
                      <a:pt x="53" y="1480"/>
                      <a:pt x="53" y="1480"/>
                      <a:pt x="11" y="1451"/>
                    </a:cubicBezTo>
                    <a:cubicBezTo>
                      <a:pt x="3" y="1403"/>
                      <a:pt x="0" y="1365"/>
                      <a:pt x="1" y="1317"/>
                    </a:cubicBezTo>
                    <a:cubicBezTo>
                      <a:pt x="1" y="1304"/>
                      <a:pt x="1" y="1290"/>
                      <a:pt x="1" y="1276"/>
                    </a:cubicBezTo>
                    <a:cubicBezTo>
                      <a:pt x="0" y="1231"/>
                      <a:pt x="1" y="1185"/>
                      <a:pt x="1" y="1140"/>
                    </a:cubicBezTo>
                    <a:cubicBezTo>
                      <a:pt x="1" y="1109"/>
                      <a:pt x="1" y="1077"/>
                      <a:pt x="1" y="1046"/>
                    </a:cubicBezTo>
                    <a:cubicBezTo>
                      <a:pt x="1" y="980"/>
                      <a:pt x="2" y="914"/>
                      <a:pt x="2" y="848"/>
                    </a:cubicBezTo>
                    <a:cubicBezTo>
                      <a:pt x="3" y="763"/>
                      <a:pt x="3" y="679"/>
                      <a:pt x="3" y="594"/>
                    </a:cubicBezTo>
                    <a:cubicBezTo>
                      <a:pt x="3" y="529"/>
                      <a:pt x="3" y="464"/>
                      <a:pt x="4" y="399"/>
                    </a:cubicBezTo>
                    <a:cubicBezTo>
                      <a:pt x="4" y="368"/>
                      <a:pt x="4" y="337"/>
                      <a:pt x="4" y="306"/>
                    </a:cubicBezTo>
                    <a:cubicBezTo>
                      <a:pt x="4" y="262"/>
                      <a:pt x="4" y="218"/>
                      <a:pt x="5" y="175"/>
                    </a:cubicBezTo>
                    <a:cubicBezTo>
                      <a:pt x="5" y="162"/>
                      <a:pt x="5" y="149"/>
                      <a:pt x="5" y="136"/>
                    </a:cubicBezTo>
                    <a:cubicBezTo>
                      <a:pt x="6" y="46"/>
                      <a:pt x="6" y="46"/>
                      <a:pt x="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26" cap="flat">
                <a:noFill/>
              </a:ln>
            </p:spPr>
          </p:sp>
          <p:sp>
            <p:nvSpPr>
              <p:cNvPr id="2852" name="ICON_C_FIGURE_REPORT_path_025"/>
              <p:cNvSpPr/>
              <p:nvPr/>
            </p:nvSpPr>
            <p:spPr>
              <a:xfrm>
                <a:off x="10806759" y="7386831"/>
                <a:ext cx="7436" cy="6383"/>
              </a:xfrm>
              <a:custGeom>
                <a:avLst/>
                <a:gdLst/>
                <a:ahLst/>
                <a:cxnLst/>
                <a:rect l="0" t="0" r="r" b="b"/>
                <a:pathLst>
                  <a:path w="586" h="503" fill="norm" stroke="0">
                    <a:moveTo>
                      <a:pt x="88" y="5"/>
                    </a:moveTo>
                    <a:cubicBezTo>
                      <a:pt x="102" y="33"/>
                      <a:pt x="115" y="60"/>
                      <a:pt x="130" y="88"/>
                    </a:cubicBezTo>
                    <a:cubicBezTo>
                      <a:pt x="135" y="74"/>
                      <a:pt x="140" y="61"/>
                      <a:pt x="145" y="47"/>
                    </a:cubicBezTo>
                    <a:cubicBezTo>
                      <a:pt x="154" y="33"/>
                      <a:pt x="162" y="19"/>
                      <a:pt x="171" y="5"/>
                    </a:cubicBezTo>
                    <a:cubicBezTo>
                      <a:pt x="215" y="0"/>
                      <a:pt x="215" y="0"/>
                      <a:pt x="254" y="5"/>
                    </a:cubicBezTo>
                    <a:cubicBezTo>
                      <a:pt x="254" y="33"/>
                      <a:pt x="254" y="60"/>
                      <a:pt x="254" y="88"/>
                    </a:cubicBezTo>
                    <a:cubicBezTo>
                      <a:pt x="336" y="88"/>
                      <a:pt x="418" y="88"/>
                      <a:pt x="503" y="88"/>
                    </a:cubicBezTo>
                    <a:cubicBezTo>
                      <a:pt x="503" y="115"/>
                      <a:pt x="503" y="143"/>
                      <a:pt x="503" y="171"/>
                    </a:cubicBezTo>
                    <a:cubicBezTo>
                      <a:pt x="530" y="171"/>
                      <a:pt x="557" y="171"/>
                      <a:pt x="586" y="171"/>
                    </a:cubicBezTo>
                    <a:cubicBezTo>
                      <a:pt x="586" y="198"/>
                      <a:pt x="586" y="226"/>
                      <a:pt x="586" y="254"/>
                    </a:cubicBezTo>
                    <a:cubicBezTo>
                      <a:pt x="558" y="254"/>
                      <a:pt x="531" y="254"/>
                      <a:pt x="503" y="254"/>
                    </a:cubicBezTo>
                    <a:cubicBezTo>
                      <a:pt x="503" y="309"/>
                      <a:pt x="503" y="363"/>
                      <a:pt x="503" y="420"/>
                    </a:cubicBezTo>
                    <a:cubicBezTo>
                      <a:pt x="475" y="420"/>
                      <a:pt x="448" y="420"/>
                      <a:pt x="420" y="420"/>
                    </a:cubicBezTo>
                    <a:cubicBezTo>
                      <a:pt x="420" y="447"/>
                      <a:pt x="420" y="474"/>
                      <a:pt x="420" y="503"/>
                    </a:cubicBezTo>
                    <a:cubicBezTo>
                      <a:pt x="392" y="491"/>
                      <a:pt x="364" y="479"/>
                      <a:pt x="337" y="466"/>
                    </a:cubicBezTo>
                    <a:cubicBezTo>
                      <a:pt x="321" y="460"/>
                      <a:pt x="306" y="453"/>
                      <a:pt x="290" y="446"/>
                    </a:cubicBezTo>
                    <a:cubicBezTo>
                      <a:pt x="278" y="437"/>
                      <a:pt x="266" y="429"/>
                      <a:pt x="254" y="420"/>
                    </a:cubicBezTo>
                    <a:cubicBezTo>
                      <a:pt x="249" y="375"/>
                      <a:pt x="249" y="375"/>
                      <a:pt x="254" y="337"/>
                    </a:cubicBezTo>
                    <a:cubicBezTo>
                      <a:pt x="227" y="337"/>
                      <a:pt x="199" y="337"/>
                      <a:pt x="171" y="337"/>
                    </a:cubicBezTo>
                    <a:cubicBezTo>
                      <a:pt x="173" y="324"/>
                      <a:pt x="174" y="311"/>
                      <a:pt x="176" y="298"/>
                    </a:cubicBezTo>
                    <a:cubicBezTo>
                      <a:pt x="175" y="291"/>
                      <a:pt x="175" y="291"/>
                      <a:pt x="171" y="254"/>
                    </a:cubicBezTo>
                    <a:cubicBezTo>
                      <a:pt x="135" y="231"/>
                      <a:pt x="135" y="231"/>
                      <a:pt x="88" y="212"/>
                    </a:cubicBezTo>
                    <a:cubicBezTo>
                      <a:pt x="41" y="194"/>
                      <a:pt x="41" y="194"/>
                      <a:pt x="5" y="171"/>
                    </a:cubicBezTo>
                    <a:cubicBezTo>
                      <a:pt x="0" y="127"/>
                      <a:pt x="0" y="127"/>
                      <a:pt x="5" y="88"/>
                    </a:cubicBezTo>
                    <a:cubicBezTo>
                      <a:pt x="33" y="88"/>
                      <a:pt x="60" y="88"/>
                      <a:pt x="88" y="88"/>
                    </a:cubicBezTo>
                    <a:cubicBezTo>
                      <a:pt x="88" y="61"/>
                      <a:pt x="88" y="33"/>
                      <a:pt x="88" y="5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53" name="ICON_C_FIGURE_REPORT_path_026"/>
              <p:cNvSpPr/>
              <p:nvPr/>
            </p:nvSpPr>
            <p:spPr>
              <a:xfrm>
                <a:off x="10664153" y="7385844"/>
                <a:ext cx="38959" cy="526"/>
              </a:xfrm>
              <a:custGeom>
                <a:avLst/>
                <a:gdLst/>
                <a:ahLst/>
                <a:cxnLst/>
                <a:rect l="0" t="0" r="r" b="b"/>
                <a:pathLst>
                  <a:path w="3068" h="41" fill="norm" stroke="0">
                    <a:moveTo>
                      <a:pt x="0" y="0"/>
                    </a:moveTo>
                    <a:cubicBezTo>
                      <a:pt x="1012" y="0"/>
                      <a:pt x="2025" y="0"/>
                      <a:pt x="3068" y="0"/>
                    </a:cubicBezTo>
                    <a:cubicBezTo>
                      <a:pt x="3068" y="14"/>
                      <a:pt x="3068" y="27"/>
                      <a:pt x="3068" y="41"/>
                    </a:cubicBezTo>
                    <a:cubicBezTo>
                      <a:pt x="2055" y="41"/>
                      <a:pt x="1043" y="41"/>
                      <a:pt x="0" y="41"/>
                    </a:cubicBezTo>
                    <a:cubicBezTo>
                      <a:pt x="0" y="28"/>
                      <a:pt x="0" y="14"/>
                      <a:pt x="0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54" name="ICON_C_FIGURE_REPORT_path_027"/>
              <p:cNvSpPr/>
              <p:nvPr/>
            </p:nvSpPr>
            <p:spPr>
              <a:xfrm>
                <a:off x="10834202" y="7588007"/>
                <a:ext cx="6318" cy="6318"/>
              </a:xfrm>
              <a:custGeom>
                <a:avLst/>
                <a:gdLst/>
                <a:ahLst/>
                <a:cxnLst/>
                <a:rect l="0" t="0" r="r" b="b"/>
                <a:pathLst>
                  <a:path w="497" h="497" fill="norm" stroke="0">
                    <a:moveTo>
                      <a:pt x="166" y="0"/>
                    </a:moveTo>
                    <a:cubicBezTo>
                      <a:pt x="193" y="0"/>
                      <a:pt x="221" y="0"/>
                      <a:pt x="249" y="0"/>
                    </a:cubicBezTo>
                    <a:cubicBezTo>
                      <a:pt x="249" y="55"/>
                      <a:pt x="249" y="109"/>
                      <a:pt x="249" y="166"/>
                    </a:cubicBezTo>
                    <a:cubicBezTo>
                      <a:pt x="303" y="166"/>
                      <a:pt x="358" y="166"/>
                      <a:pt x="415" y="166"/>
                    </a:cubicBezTo>
                    <a:cubicBezTo>
                      <a:pt x="415" y="193"/>
                      <a:pt x="415" y="221"/>
                      <a:pt x="415" y="249"/>
                    </a:cubicBezTo>
                    <a:cubicBezTo>
                      <a:pt x="442" y="249"/>
                      <a:pt x="469" y="249"/>
                      <a:pt x="497" y="249"/>
                    </a:cubicBezTo>
                    <a:cubicBezTo>
                      <a:pt x="497" y="276"/>
                      <a:pt x="497" y="303"/>
                      <a:pt x="497" y="332"/>
                    </a:cubicBezTo>
                    <a:cubicBezTo>
                      <a:pt x="470" y="332"/>
                      <a:pt x="443" y="332"/>
                      <a:pt x="415" y="332"/>
                    </a:cubicBezTo>
                    <a:cubicBezTo>
                      <a:pt x="415" y="359"/>
                      <a:pt x="415" y="386"/>
                      <a:pt x="415" y="415"/>
                    </a:cubicBezTo>
                    <a:cubicBezTo>
                      <a:pt x="360" y="415"/>
                      <a:pt x="305" y="415"/>
                      <a:pt x="249" y="415"/>
                    </a:cubicBezTo>
                    <a:cubicBezTo>
                      <a:pt x="249" y="442"/>
                      <a:pt x="249" y="469"/>
                      <a:pt x="249" y="497"/>
                    </a:cubicBezTo>
                    <a:cubicBezTo>
                      <a:pt x="167" y="497"/>
                      <a:pt x="85" y="497"/>
                      <a:pt x="0" y="497"/>
                    </a:cubicBezTo>
                    <a:cubicBezTo>
                      <a:pt x="0" y="470"/>
                      <a:pt x="0" y="443"/>
                      <a:pt x="0" y="415"/>
                    </a:cubicBezTo>
                    <a:cubicBezTo>
                      <a:pt x="27" y="415"/>
                      <a:pt x="55" y="415"/>
                      <a:pt x="83" y="415"/>
                    </a:cubicBezTo>
                    <a:cubicBezTo>
                      <a:pt x="83" y="360"/>
                      <a:pt x="83" y="305"/>
                      <a:pt x="83" y="249"/>
                    </a:cubicBezTo>
                    <a:cubicBezTo>
                      <a:pt x="110" y="249"/>
                      <a:pt x="138" y="249"/>
                      <a:pt x="166" y="249"/>
                    </a:cubicBezTo>
                    <a:cubicBezTo>
                      <a:pt x="166" y="167"/>
                      <a:pt x="166" y="85"/>
                      <a:pt x="16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  <p:sp>
            <p:nvSpPr>
              <p:cNvPr id="2855" name="ICON_C_FIGURE_REPORT_path_028"/>
              <p:cNvSpPr/>
              <p:nvPr/>
            </p:nvSpPr>
            <p:spPr>
              <a:xfrm>
                <a:off x="10826831" y="7406902"/>
                <a:ext cx="7371" cy="8423"/>
              </a:xfrm>
              <a:custGeom>
                <a:avLst/>
                <a:gdLst/>
                <a:ahLst/>
                <a:cxnLst/>
                <a:rect l="0" t="0" r="r" b="b"/>
                <a:pathLst>
                  <a:path w="580" h="663" fill="norm" stroke="0">
                    <a:moveTo>
                      <a:pt x="166" y="0"/>
                    </a:moveTo>
                    <a:cubicBezTo>
                      <a:pt x="221" y="0"/>
                      <a:pt x="275" y="0"/>
                      <a:pt x="332" y="0"/>
                    </a:cubicBezTo>
                    <a:cubicBezTo>
                      <a:pt x="332" y="27"/>
                      <a:pt x="332" y="55"/>
                      <a:pt x="332" y="83"/>
                    </a:cubicBezTo>
                    <a:cubicBezTo>
                      <a:pt x="359" y="83"/>
                      <a:pt x="386" y="83"/>
                      <a:pt x="415" y="83"/>
                    </a:cubicBezTo>
                    <a:cubicBezTo>
                      <a:pt x="415" y="110"/>
                      <a:pt x="415" y="138"/>
                      <a:pt x="415" y="166"/>
                    </a:cubicBezTo>
                    <a:cubicBezTo>
                      <a:pt x="387" y="166"/>
                      <a:pt x="360" y="166"/>
                      <a:pt x="332" y="166"/>
                    </a:cubicBezTo>
                    <a:cubicBezTo>
                      <a:pt x="376" y="370"/>
                      <a:pt x="436" y="511"/>
                      <a:pt x="580" y="663"/>
                    </a:cubicBezTo>
                    <a:cubicBezTo>
                      <a:pt x="456" y="621"/>
                      <a:pt x="372" y="547"/>
                      <a:pt x="280" y="456"/>
                    </a:cubicBezTo>
                    <a:cubicBezTo>
                      <a:pt x="274" y="451"/>
                      <a:pt x="274" y="451"/>
                      <a:pt x="246" y="423"/>
                    </a:cubicBezTo>
                    <a:cubicBezTo>
                      <a:pt x="236" y="413"/>
                      <a:pt x="225" y="402"/>
                      <a:pt x="214" y="391"/>
                    </a:cubicBezTo>
                    <a:cubicBezTo>
                      <a:pt x="205" y="382"/>
                      <a:pt x="196" y="372"/>
                      <a:pt x="186" y="363"/>
                    </a:cubicBezTo>
                    <a:cubicBezTo>
                      <a:pt x="160" y="323"/>
                      <a:pt x="165" y="295"/>
                      <a:pt x="166" y="249"/>
                    </a:cubicBezTo>
                    <a:cubicBezTo>
                      <a:pt x="130" y="225"/>
                      <a:pt x="130" y="225"/>
                      <a:pt x="83" y="207"/>
                    </a:cubicBezTo>
                    <a:cubicBezTo>
                      <a:pt x="36" y="189"/>
                      <a:pt x="36" y="189"/>
                      <a:pt x="0" y="166"/>
                    </a:cubicBezTo>
                    <a:cubicBezTo>
                      <a:pt x="0" y="138"/>
                      <a:pt x="0" y="111"/>
                      <a:pt x="0" y="83"/>
                    </a:cubicBezTo>
                    <a:cubicBezTo>
                      <a:pt x="55" y="83"/>
                      <a:pt x="109" y="83"/>
                      <a:pt x="166" y="83"/>
                    </a:cubicBezTo>
                    <a:cubicBezTo>
                      <a:pt x="166" y="56"/>
                      <a:pt x="166" y="28"/>
                      <a:pt x="166" y="0"/>
                    </a:cubicBezTo>
                    <a:close/>
                  </a:path>
                </a:pathLst>
              </a:custGeom>
              <a:solidFill>
                <a:srgbClr val="ACB5E9"/>
              </a:solidFill>
              <a:ln w="526" cap="flat">
                <a:noFill/>
              </a:ln>
            </p:spPr>
          </p:sp>
        </p:grpSp>
        <p:grpSp>
          <p:nvGrpSpPr>
            <p:cNvPr id="2856" name="ICON_C_TOPOGRAPHY"/>
            <p:cNvGrpSpPr/>
            <p:nvPr/>
          </p:nvGrpSpPr>
          <p:grpSpPr>
            <a:xfrm>
              <a:off x="11263312" y="7246938"/>
              <a:ext cx="500062" cy="452438"/>
              <a:chOff x="11263312" y="7246938"/>
              <a:chExt cx="500062" cy="452438"/>
            </a:xfrm>
          </p:grpSpPr>
          <p:sp>
            <p:nvSpPr>
              <p:cNvPr id="2857" name="ICON_C_TOPOGRAPHY_path_001"/>
              <p:cNvSpPr/>
              <p:nvPr/>
            </p:nvSpPr>
            <p:spPr>
              <a:xfrm>
                <a:off x="11263312" y="7246938"/>
                <a:ext cx="500062" cy="452438"/>
              </a:xfrm>
              <a:custGeom>
                <a:avLst/>
                <a:gdLst/>
                <a:ahLst/>
                <a:cxnLst/>
                <a:rect l="0" t="0" r="r" b="b"/>
                <a:pathLst>
                  <a:path w="39375" h="35625" fill="norm" stroke="0">
                    <a:moveTo>
                      <a:pt x="0" y="0"/>
                    </a:moveTo>
                    <a:cubicBezTo>
                      <a:pt x="12994" y="0"/>
                      <a:pt x="25987" y="0"/>
                      <a:pt x="39375" y="0"/>
                    </a:cubicBezTo>
                    <a:cubicBezTo>
                      <a:pt x="39375" y="11756"/>
                      <a:pt x="39375" y="23513"/>
                      <a:pt x="39375" y="35625"/>
                    </a:cubicBezTo>
                    <a:cubicBezTo>
                      <a:pt x="26381" y="35625"/>
                      <a:pt x="13388" y="35625"/>
                      <a:pt x="0" y="35625"/>
                    </a:cubicBezTo>
                    <a:cubicBezTo>
                      <a:pt x="0" y="23869"/>
                      <a:pt x="0" y="12112"/>
                      <a:pt x="0" y="0"/>
                    </a:cubicBezTo>
                    <a:close/>
                  </a:path>
                </a:pathLst>
              </a:custGeom>
              <a:solidFill>
                <a:srgbClr val="F9F9FA"/>
              </a:solidFill>
              <a:ln w="2646" cap="flat">
                <a:noFill/>
              </a:ln>
            </p:spPr>
          </p:sp>
          <p:sp>
            <p:nvSpPr>
              <p:cNvPr id="2858" name="ICON_C_TOPOGRAPHY_path_002"/>
              <p:cNvSpPr/>
              <p:nvPr/>
            </p:nvSpPr>
            <p:spPr>
              <a:xfrm>
                <a:off x="11290569" y="7259571"/>
                <a:ext cx="410864" cy="412030"/>
              </a:xfrm>
              <a:custGeom>
                <a:avLst/>
                <a:gdLst/>
                <a:ahLst/>
                <a:cxnLst/>
                <a:rect l="0" t="0" r="r" b="b"/>
                <a:pathLst>
                  <a:path w="32351" h="32443" fill="norm" stroke="0">
                    <a:moveTo>
                      <a:pt x="16721" y="73"/>
                    </a:moveTo>
                    <a:cubicBezTo>
                      <a:pt x="16766" y="82"/>
                      <a:pt x="16812" y="92"/>
                      <a:pt x="16858" y="102"/>
                    </a:cubicBezTo>
                    <a:cubicBezTo>
                      <a:pt x="17095" y="168"/>
                      <a:pt x="17243" y="237"/>
                      <a:pt x="17374" y="449"/>
                    </a:cubicBezTo>
                    <a:cubicBezTo>
                      <a:pt x="17430" y="559"/>
                      <a:pt x="17475" y="667"/>
                      <a:pt x="17514" y="784"/>
                    </a:cubicBezTo>
                    <a:cubicBezTo>
                      <a:pt x="17610" y="1070"/>
                      <a:pt x="17610" y="1070"/>
                      <a:pt x="17741" y="1139"/>
                    </a:cubicBezTo>
                    <a:cubicBezTo>
                      <a:pt x="17778" y="1152"/>
                      <a:pt x="17814" y="1166"/>
                      <a:pt x="17851" y="1180"/>
                    </a:cubicBezTo>
                    <a:cubicBezTo>
                      <a:pt x="17964" y="1225"/>
                      <a:pt x="17964" y="1225"/>
                      <a:pt x="18062" y="1297"/>
                    </a:cubicBezTo>
                    <a:cubicBezTo>
                      <a:pt x="18099" y="1401"/>
                      <a:pt x="18125" y="1496"/>
                      <a:pt x="18149" y="1603"/>
                    </a:cubicBezTo>
                    <a:cubicBezTo>
                      <a:pt x="18195" y="1785"/>
                      <a:pt x="18238" y="1918"/>
                      <a:pt x="18402" y="2021"/>
                    </a:cubicBezTo>
                    <a:cubicBezTo>
                      <a:pt x="18581" y="2112"/>
                      <a:pt x="18770" y="2172"/>
                      <a:pt x="18961" y="2234"/>
                    </a:cubicBezTo>
                    <a:cubicBezTo>
                      <a:pt x="19034" y="2261"/>
                      <a:pt x="19107" y="2287"/>
                      <a:pt x="19180" y="2314"/>
                    </a:cubicBezTo>
                    <a:cubicBezTo>
                      <a:pt x="19622" y="2468"/>
                      <a:pt x="20064" y="2578"/>
                      <a:pt x="20523" y="2666"/>
                    </a:cubicBezTo>
                    <a:cubicBezTo>
                      <a:pt x="20732" y="2708"/>
                      <a:pt x="20940" y="2750"/>
                      <a:pt x="21148" y="2794"/>
                    </a:cubicBezTo>
                    <a:cubicBezTo>
                      <a:pt x="21174" y="2800"/>
                      <a:pt x="21201" y="2805"/>
                      <a:pt x="21228" y="2811"/>
                    </a:cubicBezTo>
                    <a:cubicBezTo>
                      <a:pt x="22325" y="3044"/>
                      <a:pt x="23120" y="3562"/>
                      <a:pt x="23986" y="4259"/>
                    </a:cubicBezTo>
                    <a:cubicBezTo>
                      <a:pt x="24009" y="4277"/>
                      <a:pt x="24031" y="4296"/>
                      <a:pt x="24055" y="4315"/>
                    </a:cubicBezTo>
                    <a:cubicBezTo>
                      <a:pt x="24234" y="4459"/>
                      <a:pt x="24234" y="4459"/>
                      <a:pt x="24319" y="4529"/>
                    </a:cubicBezTo>
                    <a:cubicBezTo>
                      <a:pt x="24553" y="4720"/>
                      <a:pt x="24760" y="4879"/>
                      <a:pt x="25060" y="4943"/>
                    </a:cubicBezTo>
                    <a:cubicBezTo>
                      <a:pt x="25524" y="5057"/>
                      <a:pt x="25794" y="5501"/>
                      <a:pt x="26083" y="5854"/>
                    </a:cubicBezTo>
                    <a:cubicBezTo>
                      <a:pt x="26176" y="5965"/>
                      <a:pt x="26269" y="6076"/>
                      <a:pt x="26362" y="6186"/>
                    </a:cubicBezTo>
                    <a:cubicBezTo>
                      <a:pt x="26423" y="6259"/>
                      <a:pt x="26484" y="6331"/>
                      <a:pt x="26544" y="6404"/>
                    </a:cubicBezTo>
                    <a:cubicBezTo>
                      <a:pt x="26688" y="6575"/>
                      <a:pt x="26834" y="6739"/>
                      <a:pt x="26997" y="6892"/>
                    </a:cubicBezTo>
                    <a:cubicBezTo>
                      <a:pt x="27026" y="6920"/>
                      <a:pt x="27055" y="6947"/>
                      <a:pt x="27085" y="6975"/>
                    </a:cubicBezTo>
                    <a:cubicBezTo>
                      <a:pt x="27140" y="7026"/>
                      <a:pt x="27195" y="7075"/>
                      <a:pt x="27252" y="7123"/>
                    </a:cubicBezTo>
                    <a:cubicBezTo>
                      <a:pt x="27434" y="7291"/>
                      <a:pt x="27434" y="7291"/>
                      <a:pt x="27443" y="7446"/>
                    </a:cubicBezTo>
                    <a:cubicBezTo>
                      <a:pt x="27441" y="7484"/>
                      <a:pt x="27439" y="7521"/>
                      <a:pt x="27436" y="7560"/>
                    </a:cubicBezTo>
                    <a:cubicBezTo>
                      <a:pt x="27429" y="7668"/>
                      <a:pt x="27429" y="7668"/>
                      <a:pt x="27437" y="7755"/>
                    </a:cubicBezTo>
                    <a:cubicBezTo>
                      <a:pt x="27547" y="7805"/>
                      <a:pt x="27609" y="7819"/>
                      <a:pt x="27724" y="7832"/>
                    </a:cubicBezTo>
                    <a:cubicBezTo>
                      <a:pt x="27886" y="7868"/>
                      <a:pt x="28017" y="7909"/>
                      <a:pt x="28125" y="8040"/>
                    </a:cubicBezTo>
                    <a:cubicBezTo>
                      <a:pt x="28247" y="8247"/>
                      <a:pt x="28332" y="8472"/>
                      <a:pt x="28418" y="8697"/>
                    </a:cubicBezTo>
                    <a:cubicBezTo>
                      <a:pt x="28500" y="8913"/>
                      <a:pt x="28589" y="9125"/>
                      <a:pt x="28678" y="9338"/>
                    </a:cubicBezTo>
                    <a:cubicBezTo>
                      <a:pt x="28696" y="9381"/>
                      <a:pt x="28714" y="9424"/>
                      <a:pt x="28732" y="9468"/>
                    </a:cubicBezTo>
                    <a:cubicBezTo>
                      <a:pt x="28885" y="9831"/>
                      <a:pt x="29076" y="10161"/>
                      <a:pt x="29284" y="10494"/>
                    </a:cubicBezTo>
                    <a:cubicBezTo>
                      <a:pt x="29664" y="11104"/>
                      <a:pt x="29860" y="11685"/>
                      <a:pt x="30010" y="12386"/>
                    </a:cubicBezTo>
                    <a:cubicBezTo>
                      <a:pt x="30098" y="12793"/>
                      <a:pt x="30200" y="13126"/>
                      <a:pt x="30423" y="13482"/>
                    </a:cubicBezTo>
                    <a:cubicBezTo>
                      <a:pt x="30549" y="13705"/>
                      <a:pt x="30578" y="13897"/>
                      <a:pt x="30591" y="14148"/>
                    </a:cubicBezTo>
                    <a:cubicBezTo>
                      <a:pt x="30644" y="15114"/>
                      <a:pt x="30644" y="15114"/>
                      <a:pt x="30829" y="15320"/>
                    </a:cubicBezTo>
                    <a:cubicBezTo>
                      <a:pt x="31107" y="15555"/>
                      <a:pt x="31467" y="15691"/>
                      <a:pt x="31812" y="15799"/>
                    </a:cubicBezTo>
                    <a:cubicBezTo>
                      <a:pt x="32000" y="15859"/>
                      <a:pt x="32112" y="15928"/>
                      <a:pt x="32229" y="16089"/>
                    </a:cubicBezTo>
                    <a:cubicBezTo>
                      <a:pt x="32323" y="16403"/>
                      <a:pt x="32322" y="16752"/>
                      <a:pt x="32333" y="17078"/>
                    </a:cubicBezTo>
                    <a:cubicBezTo>
                      <a:pt x="32335" y="17126"/>
                      <a:pt x="32336" y="17174"/>
                      <a:pt x="32338" y="17224"/>
                    </a:cubicBezTo>
                    <a:cubicBezTo>
                      <a:pt x="32351" y="18003"/>
                      <a:pt x="32351" y="18003"/>
                      <a:pt x="32167" y="18257"/>
                    </a:cubicBezTo>
                    <a:cubicBezTo>
                      <a:pt x="31981" y="18433"/>
                      <a:pt x="31753" y="18541"/>
                      <a:pt x="31526" y="18654"/>
                    </a:cubicBezTo>
                    <a:cubicBezTo>
                      <a:pt x="30859" y="18994"/>
                      <a:pt x="30859" y="18994"/>
                      <a:pt x="30721" y="19337"/>
                    </a:cubicBezTo>
                    <a:cubicBezTo>
                      <a:pt x="30623" y="19705"/>
                      <a:pt x="30594" y="20085"/>
                      <a:pt x="30562" y="20464"/>
                    </a:cubicBezTo>
                    <a:cubicBezTo>
                      <a:pt x="30455" y="21717"/>
                      <a:pt x="30074" y="22620"/>
                      <a:pt x="29429" y="23695"/>
                    </a:cubicBezTo>
                    <a:cubicBezTo>
                      <a:pt x="29382" y="23774"/>
                      <a:pt x="29335" y="23853"/>
                      <a:pt x="29287" y="23933"/>
                    </a:cubicBezTo>
                    <a:cubicBezTo>
                      <a:pt x="29256" y="23985"/>
                      <a:pt x="29225" y="24037"/>
                      <a:pt x="29194" y="24089"/>
                    </a:cubicBezTo>
                    <a:cubicBezTo>
                      <a:pt x="28975" y="24451"/>
                      <a:pt x="28829" y="24800"/>
                      <a:pt x="28714" y="25207"/>
                    </a:cubicBezTo>
                    <a:cubicBezTo>
                      <a:pt x="28528" y="25863"/>
                      <a:pt x="28224" y="26211"/>
                      <a:pt x="27685" y="26622"/>
                    </a:cubicBezTo>
                    <a:cubicBezTo>
                      <a:pt x="27572" y="26713"/>
                      <a:pt x="27460" y="26805"/>
                      <a:pt x="27348" y="26897"/>
                    </a:cubicBezTo>
                    <a:cubicBezTo>
                      <a:pt x="27274" y="26958"/>
                      <a:pt x="27200" y="27018"/>
                      <a:pt x="27125" y="27078"/>
                    </a:cubicBezTo>
                    <a:cubicBezTo>
                      <a:pt x="26899" y="27262"/>
                      <a:pt x="26688" y="27452"/>
                      <a:pt x="26486" y="27662"/>
                    </a:cubicBezTo>
                    <a:cubicBezTo>
                      <a:pt x="26462" y="27687"/>
                      <a:pt x="26438" y="27712"/>
                      <a:pt x="26413" y="27738"/>
                    </a:cubicBezTo>
                    <a:cubicBezTo>
                      <a:pt x="26325" y="27830"/>
                      <a:pt x="26238" y="27924"/>
                      <a:pt x="26152" y="28019"/>
                    </a:cubicBezTo>
                    <a:cubicBezTo>
                      <a:pt x="25840" y="28365"/>
                      <a:pt x="25840" y="28365"/>
                      <a:pt x="25651" y="28406"/>
                    </a:cubicBezTo>
                    <a:cubicBezTo>
                      <a:pt x="25548" y="28407"/>
                      <a:pt x="25455" y="28400"/>
                      <a:pt x="25354" y="28380"/>
                    </a:cubicBezTo>
                    <a:cubicBezTo>
                      <a:pt x="25358" y="28406"/>
                      <a:pt x="25363" y="28433"/>
                      <a:pt x="25368" y="28459"/>
                    </a:cubicBezTo>
                    <a:cubicBezTo>
                      <a:pt x="25385" y="28631"/>
                      <a:pt x="25391" y="28749"/>
                      <a:pt x="25283" y="28890"/>
                    </a:cubicBezTo>
                    <a:cubicBezTo>
                      <a:pt x="25180" y="28980"/>
                      <a:pt x="25075" y="29058"/>
                      <a:pt x="24963" y="29135"/>
                    </a:cubicBezTo>
                    <a:cubicBezTo>
                      <a:pt x="24927" y="29163"/>
                      <a:pt x="24891" y="29191"/>
                      <a:pt x="24853" y="29220"/>
                    </a:cubicBezTo>
                    <a:cubicBezTo>
                      <a:pt x="24660" y="29360"/>
                      <a:pt x="24537" y="29438"/>
                      <a:pt x="24295" y="29415"/>
                    </a:cubicBezTo>
                    <a:cubicBezTo>
                      <a:pt x="24191" y="29408"/>
                      <a:pt x="24191" y="29408"/>
                      <a:pt x="24104" y="29422"/>
                    </a:cubicBezTo>
                    <a:cubicBezTo>
                      <a:pt x="24013" y="29538"/>
                      <a:pt x="23980" y="29674"/>
                      <a:pt x="23935" y="29812"/>
                    </a:cubicBezTo>
                    <a:cubicBezTo>
                      <a:pt x="23827" y="30080"/>
                      <a:pt x="23731" y="30258"/>
                      <a:pt x="23459" y="30374"/>
                    </a:cubicBezTo>
                    <a:cubicBezTo>
                      <a:pt x="23326" y="30420"/>
                      <a:pt x="23193" y="30463"/>
                      <a:pt x="23059" y="30504"/>
                    </a:cubicBezTo>
                    <a:cubicBezTo>
                      <a:pt x="22751" y="30605"/>
                      <a:pt x="22582" y="30714"/>
                      <a:pt x="22382" y="30968"/>
                    </a:cubicBezTo>
                    <a:cubicBezTo>
                      <a:pt x="21848" y="31639"/>
                      <a:pt x="21148" y="31730"/>
                      <a:pt x="20338" y="31852"/>
                    </a:cubicBezTo>
                    <a:cubicBezTo>
                      <a:pt x="20222" y="31870"/>
                      <a:pt x="20107" y="31889"/>
                      <a:pt x="19992" y="31908"/>
                    </a:cubicBezTo>
                    <a:cubicBezTo>
                      <a:pt x="16704" y="32443"/>
                      <a:pt x="13521" y="32346"/>
                      <a:pt x="10500" y="30846"/>
                    </a:cubicBezTo>
                    <a:cubicBezTo>
                      <a:pt x="10268" y="30731"/>
                      <a:pt x="10035" y="30620"/>
                      <a:pt x="9799" y="30514"/>
                    </a:cubicBezTo>
                    <a:cubicBezTo>
                      <a:pt x="9606" y="30428"/>
                      <a:pt x="9414" y="30339"/>
                      <a:pt x="9223" y="30249"/>
                    </a:cubicBezTo>
                    <a:cubicBezTo>
                      <a:pt x="9108" y="30195"/>
                      <a:pt x="8993" y="30142"/>
                      <a:pt x="8876" y="30091"/>
                    </a:cubicBezTo>
                    <a:cubicBezTo>
                      <a:pt x="8341" y="29852"/>
                      <a:pt x="8021" y="29664"/>
                      <a:pt x="7795" y="29112"/>
                    </a:cubicBezTo>
                    <a:cubicBezTo>
                      <a:pt x="7629" y="28716"/>
                      <a:pt x="7352" y="28503"/>
                      <a:pt x="7021" y="28242"/>
                    </a:cubicBezTo>
                    <a:cubicBezTo>
                      <a:pt x="6254" y="27632"/>
                      <a:pt x="5553" y="26947"/>
                      <a:pt x="4885" y="26232"/>
                    </a:cubicBezTo>
                    <a:cubicBezTo>
                      <a:pt x="4862" y="26208"/>
                      <a:pt x="4840" y="26184"/>
                      <a:pt x="4817" y="26159"/>
                    </a:cubicBezTo>
                    <a:cubicBezTo>
                      <a:pt x="4000" y="25280"/>
                      <a:pt x="3489" y="24410"/>
                      <a:pt x="3160" y="23246"/>
                    </a:cubicBezTo>
                    <a:cubicBezTo>
                      <a:pt x="3110" y="23075"/>
                      <a:pt x="3082" y="22983"/>
                      <a:pt x="2951" y="22856"/>
                    </a:cubicBezTo>
                    <a:cubicBezTo>
                      <a:pt x="2832" y="22733"/>
                      <a:pt x="2830" y="22675"/>
                      <a:pt x="2830" y="22509"/>
                    </a:cubicBezTo>
                    <a:cubicBezTo>
                      <a:pt x="2831" y="22478"/>
                      <a:pt x="2832" y="22448"/>
                      <a:pt x="2834" y="22416"/>
                    </a:cubicBezTo>
                    <a:cubicBezTo>
                      <a:pt x="2834" y="22384"/>
                      <a:pt x="2834" y="22352"/>
                      <a:pt x="2834" y="22319"/>
                    </a:cubicBezTo>
                    <a:cubicBezTo>
                      <a:pt x="2836" y="22217"/>
                      <a:pt x="2838" y="22115"/>
                      <a:pt x="2841" y="22013"/>
                    </a:cubicBezTo>
                    <a:cubicBezTo>
                      <a:pt x="2842" y="21944"/>
                      <a:pt x="2843" y="21874"/>
                      <a:pt x="2844" y="21805"/>
                    </a:cubicBezTo>
                    <a:cubicBezTo>
                      <a:pt x="2846" y="21636"/>
                      <a:pt x="2850" y="21466"/>
                      <a:pt x="2854" y="21297"/>
                    </a:cubicBezTo>
                    <a:cubicBezTo>
                      <a:pt x="2716" y="21297"/>
                      <a:pt x="2579" y="21297"/>
                      <a:pt x="2437" y="21297"/>
                    </a:cubicBezTo>
                    <a:cubicBezTo>
                      <a:pt x="2430" y="21236"/>
                      <a:pt x="2423" y="21175"/>
                      <a:pt x="2415" y="21112"/>
                    </a:cubicBezTo>
                    <a:cubicBezTo>
                      <a:pt x="2198" y="19367"/>
                      <a:pt x="2198" y="19367"/>
                      <a:pt x="1912" y="19084"/>
                    </a:cubicBezTo>
                    <a:cubicBezTo>
                      <a:pt x="1707" y="18950"/>
                      <a:pt x="1513" y="18910"/>
                      <a:pt x="1274" y="18876"/>
                    </a:cubicBezTo>
                    <a:cubicBezTo>
                      <a:pt x="837" y="18792"/>
                      <a:pt x="415" y="18525"/>
                      <a:pt x="146" y="18172"/>
                    </a:cubicBezTo>
                    <a:cubicBezTo>
                      <a:pt x="0" y="17846"/>
                      <a:pt x="15" y="17493"/>
                      <a:pt x="28" y="17143"/>
                    </a:cubicBezTo>
                    <a:cubicBezTo>
                      <a:pt x="29" y="17097"/>
                      <a:pt x="30" y="17050"/>
                      <a:pt x="30" y="17002"/>
                    </a:cubicBezTo>
                    <a:cubicBezTo>
                      <a:pt x="41" y="16526"/>
                      <a:pt x="59" y="16064"/>
                      <a:pt x="414" y="15712"/>
                    </a:cubicBezTo>
                    <a:cubicBezTo>
                      <a:pt x="479" y="15656"/>
                      <a:pt x="545" y="15605"/>
                      <a:pt x="614" y="15555"/>
                    </a:cubicBezTo>
                    <a:cubicBezTo>
                      <a:pt x="625" y="15547"/>
                      <a:pt x="625" y="15547"/>
                      <a:pt x="679" y="15508"/>
                    </a:cubicBezTo>
                    <a:cubicBezTo>
                      <a:pt x="904" y="15354"/>
                      <a:pt x="1127" y="15261"/>
                      <a:pt x="1398" y="15219"/>
                    </a:cubicBezTo>
                    <a:cubicBezTo>
                      <a:pt x="1945" y="15130"/>
                      <a:pt x="1945" y="15130"/>
                      <a:pt x="2085" y="14976"/>
                    </a:cubicBezTo>
                    <a:cubicBezTo>
                      <a:pt x="2197" y="14790"/>
                      <a:pt x="2257" y="14587"/>
                      <a:pt x="2315" y="14379"/>
                    </a:cubicBezTo>
                    <a:cubicBezTo>
                      <a:pt x="2368" y="14186"/>
                      <a:pt x="2433" y="13996"/>
                      <a:pt x="2496" y="13807"/>
                    </a:cubicBezTo>
                    <a:cubicBezTo>
                      <a:pt x="2508" y="13769"/>
                      <a:pt x="2520" y="13731"/>
                      <a:pt x="2533" y="13693"/>
                    </a:cubicBezTo>
                    <a:cubicBezTo>
                      <a:pt x="2638" y="13380"/>
                      <a:pt x="2782" y="13131"/>
                      <a:pt x="2971" y="12859"/>
                    </a:cubicBezTo>
                    <a:cubicBezTo>
                      <a:pt x="3234" y="12471"/>
                      <a:pt x="3329" y="12129"/>
                      <a:pt x="3419" y="11676"/>
                    </a:cubicBezTo>
                    <a:cubicBezTo>
                      <a:pt x="3979" y="8911"/>
                      <a:pt x="6512" y="6584"/>
                      <a:pt x="8602" y="4859"/>
                    </a:cubicBezTo>
                    <a:cubicBezTo>
                      <a:pt x="8673" y="4801"/>
                      <a:pt x="8743" y="4742"/>
                      <a:pt x="8814" y="4683"/>
                    </a:cubicBezTo>
                    <a:cubicBezTo>
                      <a:pt x="9318" y="4264"/>
                      <a:pt x="9801" y="3926"/>
                      <a:pt x="10436" y="3733"/>
                    </a:cubicBezTo>
                    <a:cubicBezTo>
                      <a:pt x="10557" y="3693"/>
                      <a:pt x="10662" y="3657"/>
                      <a:pt x="10771" y="3589"/>
                    </a:cubicBezTo>
                    <a:cubicBezTo>
                      <a:pt x="10819" y="3492"/>
                      <a:pt x="10819" y="3492"/>
                      <a:pt x="10856" y="3382"/>
                    </a:cubicBezTo>
                    <a:cubicBezTo>
                      <a:pt x="10903" y="3271"/>
                      <a:pt x="10937" y="3194"/>
                      <a:pt x="11046" y="3136"/>
                    </a:cubicBezTo>
                    <a:cubicBezTo>
                      <a:pt x="11234" y="3067"/>
                      <a:pt x="11429" y="3026"/>
                      <a:pt x="11625" y="2986"/>
                    </a:cubicBezTo>
                    <a:cubicBezTo>
                      <a:pt x="11819" y="2945"/>
                      <a:pt x="12011" y="2896"/>
                      <a:pt x="12204" y="2849"/>
                    </a:cubicBezTo>
                    <a:cubicBezTo>
                      <a:pt x="12244" y="2840"/>
                      <a:pt x="12284" y="2830"/>
                      <a:pt x="12326" y="2820"/>
                    </a:cubicBezTo>
                    <a:cubicBezTo>
                      <a:pt x="14566" y="2280"/>
                      <a:pt x="14566" y="2280"/>
                      <a:pt x="15043" y="1594"/>
                    </a:cubicBezTo>
                    <a:cubicBezTo>
                      <a:pt x="15208" y="1323"/>
                      <a:pt x="15325" y="1030"/>
                      <a:pt x="15434" y="733"/>
                    </a:cubicBezTo>
                    <a:cubicBezTo>
                      <a:pt x="15565" y="404"/>
                      <a:pt x="15788" y="216"/>
                      <a:pt x="16108" y="75"/>
                    </a:cubicBezTo>
                    <a:cubicBezTo>
                      <a:pt x="16321" y="0"/>
                      <a:pt x="16506" y="22"/>
                      <a:pt x="16721" y="73"/>
                    </a:cubicBezTo>
                    <a:close/>
                  </a:path>
                </a:pathLst>
              </a:custGeom>
              <a:solidFill>
                <a:srgbClr val="6DCCEA"/>
              </a:solidFill>
              <a:ln w="2646" cap="flat">
                <a:noFill/>
              </a:ln>
            </p:spPr>
          </p:sp>
          <p:sp>
            <p:nvSpPr>
              <p:cNvPr id="2859" name="ICON_C_TOPOGRAPHY_path_003"/>
              <p:cNvSpPr/>
              <p:nvPr/>
            </p:nvSpPr>
            <p:spPr>
              <a:xfrm>
                <a:off x="11359647" y="7416271"/>
                <a:ext cx="280056" cy="164595"/>
              </a:xfrm>
              <a:custGeom>
                <a:avLst/>
                <a:gdLst/>
                <a:ahLst/>
                <a:cxnLst/>
                <a:rect l="0" t="0" r="r" b="b"/>
                <a:pathLst>
                  <a:path w="22052" h="12960" fill="norm" stroke="0">
                    <a:moveTo>
                      <a:pt x="13040" y="0"/>
                    </a:moveTo>
                    <a:cubicBezTo>
                      <a:pt x="13299" y="19"/>
                      <a:pt x="13559" y="42"/>
                      <a:pt x="13818" y="66"/>
                    </a:cubicBezTo>
                    <a:cubicBezTo>
                      <a:pt x="13906" y="74"/>
                      <a:pt x="13994" y="81"/>
                      <a:pt x="14082" y="88"/>
                    </a:cubicBezTo>
                    <a:cubicBezTo>
                      <a:pt x="14910" y="150"/>
                      <a:pt x="14910" y="150"/>
                      <a:pt x="15138" y="415"/>
                    </a:cubicBezTo>
                    <a:cubicBezTo>
                      <a:pt x="15168" y="452"/>
                      <a:pt x="15197" y="489"/>
                      <a:pt x="15228" y="527"/>
                    </a:cubicBezTo>
                    <a:cubicBezTo>
                      <a:pt x="15446" y="734"/>
                      <a:pt x="15760" y="746"/>
                      <a:pt x="16048" y="781"/>
                    </a:cubicBezTo>
                    <a:cubicBezTo>
                      <a:pt x="16064" y="784"/>
                      <a:pt x="16064" y="784"/>
                      <a:pt x="16146" y="795"/>
                    </a:cubicBezTo>
                    <a:cubicBezTo>
                      <a:pt x="16805" y="885"/>
                      <a:pt x="16805" y="885"/>
                      <a:pt x="17115" y="698"/>
                    </a:cubicBezTo>
                    <a:cubicBezTo>
                      <a:pt x="17227" y="612"/>
                      <a:pt x="17322" y="524"/>
                      <a:pt x="17415" y="417"/>
                    </a:cubicBezTo>
                    <a:cubicBezTo>
                      <a:pt x="17535" y="526"/>
                      <a:pt x="17653" y="637"/>
                      <a:pt x="17771" y="750"/>
                    </a:cubicBezTo>
                    <a:cubicBezTo>
                      <a:pt x="17811" y="788"/>
                      <a:pt x="17851" y="825"/>
                      <a:pt x="17892" y="862"/>
                    </a:cubicBezTo>
                    <a:cubicBezTo>
                      <a:pt x="17951" y="916"/>
                      <a:pt x="18008" y="971"/>
                      <a:pt x="18066" y="1027"/>
                    </a:cubicBezTo>
                    <a:cubicBezTo>
                      <a:pt x="18101" y="1060"/>
                      <a:pt x="18135" y="1092"/>
                      <a:pt x="18171" y="1126"/>
                    </a:cubicBezTo>
                    <a:cubicBezTo>
                      <a:pt x="18260" y="1270"/>
                      <a:pt x="18247" y="1302"/>
                      <a:pt x="18228" y="1462"/>
                    </a:cubicBezTo>
                    <a:cubicBezTo>
                      <a:pt x="18224" y="1572"/>
                      <a:pt x="18224" y="1572"/>
                      <a:pt x="18248" y="1667"/>
                    </a:cubicBezTo>
                    <a:cubicBezTo>
                      <a:pt x="18401" y="1765"/>
                      <a:pt x="18572" y="1788"/>
                      <a:pt x="18749" y="1822"/>
                    </a:cubicBezTo>
                    <a:cubicBezTo>
                      <a:pt x="18801" y="1834"/>
                      <a:pt x="18852" y="1846"/>
                      <a:pt x="18903" y="1858"/>
                    </a:cubicBezTo>
                    <a:cubicBezTo>
                      <a:pt x="19122" y="1909"/>
                      <a:pt x="19341" y="1955"/>
                      <a:pt x="19560" y="2000"/>
                    </a:cubicBezTo>
                    <a:cubicBezTo>
                      <a:pt x="20320" y="2158"/>
                      <a:pt x="20320" y="2158"/>
                      <a:pt x="20540" y="2292"/>
                    </a:cubicBezTo>
                    <a:cubicBezTo>
                      <a:pt x="20613" y="2426"/>
                      <a:pt x="20585" y="2549"/>
                      <a:pt x="20556" y="2694"/>
                    </a:cubicBezTo>
                    <a:cubicBezTo>
                      <a:pt x="20542" y="2774"/>
                      <a:pt x="20542" y="2774"/>
                      <a:pt x="20540" y="2917"/>
                    </a:cubicBezTo>
                    <a:cubicBezTo>
                      <a:pt x="20721" y="3059"/>
                      <a:pt x="20930" y="3100"/>
                      <a:pt x="21152" y="3151"/>
                    </a:cubicBezTo>
                    <a:cubicBezTo>
                      <a:pt x="21239" y="3174"/>
                      <a:pt x="21326" y="3197"/>
                      <a:pt x="21413" y="3221"/>
                    </a:cubicBezTo>
                    <a:cubicBezTo>
                      <a:pt x="21467" y="3236"/>
                      <a:pt x="21521" y="3250"/>
                      <a:pt x="21575" y="3262"/>
                    </a:cubicBezTo>
                    <a:cubicBezTo>
                      <a:pt x="21769" y="3311"/>
                      <a:pt x="21877" y="3384"/>
                      <a:pt x="21998" y="3542"/>
                    </a:cubicBezTo>
                    <a:cubicBezTo>
                      <a:pt x="22052" y="3741"/>
                      <a:pt x="22049" y="3948"/>
                      <a:pt x="22050" y="4154"/>
                    </a:cubicBezTo>
                    <a:cubicBezTo>
                      <a:pt x="22050" y="4185"/>
                      <a:pt x="22050" y="4216"/>
                      <a:pt x="22051" y="4247"/>
                    </a:cubicBezTo>
                    <a:cubicBezTo>
                      <a:pt x="22045" y="5440"/>
                      <a:pt x="21695" y="6861"/>
                      <a:pt x="20863" y="7743"/>
                    </a:cubicBezTo>
                    <a:cubicBezTo>
                      <a:pt x="20549" y="8078"/>
                      <a:pt x="20367" y="8445"/>
                      <a:pt x="20175" y="8860"/>
                    </a:cubicBezTo>
                    <a:cubicBezTo>
                      <a:pt x="19514" y="10283"/>
                      <a:pt x="19514" y="10283"/>
                      <a:pt x="18873" y="10625"/>
                    </a:cubicBezTo>
                    <a:cubicBezTo>
                      <a:pt x="18728" y="10655"/>
                      <a:pt x="18599" y="10637"/>
                      <a:pt x="18455" y="10610"/>
                    </a:cubicBezTo>
                    <a:cubicBezTo>
                      <a:pt x="18380" y="10601"/>
                      <a:pt x="18380" y="10601"/>
                      <a:pt x="18248" y="10625"/>
                    </a:cubicBezTo>
                    <a:cubicBezTo>
                      <a:pt x="18174" y="10746"/>
                      <a:pt x="18137" y="10882"/>
                      <a:pt x="18092" y="11016"/>
                    </a:cubicBezTo>
                    <a:cubicBezTo>
                      <a:pt x="17990" y="11280"/>
                      <a:pt x="17871" y="11457"/>
                      <a:pt x="17616" y="11585"/>
                    </a:cubicBezTo>
                    <a:cubicBezTo>
                      <a:pt x="16732" y="11971"/>
                      <a:pt x="15979" y="11869"/>
                      <a:pt x="15100" y="11533"/>
                    </a:cubicBezTo>
                    <a:cubicBezTo>
                      <a:pt x="15038" y="11508"/>
                      <a:pt x="14976" y="11483"/>
                      <a:pt x="14915" y="11458"/>
                    </a:cubicBezTo>
                    <a:cubicBezTo>
                      <a:pt x="14909" y="11473"/>
                      <a:pt x="14909" y="11473"/>
                      <a:pt x="14883" y="11547"/>
                    </a:cubicBezTo>
                    <a:cubicBezTo>
                      <a:pt x="14834" y="11683"/>
                      <a:pt x="14783" y="11818"/>
                      <a:pt x="14732" y="11953"/>
                    </a:cubicBezTo>
                    <a:cubicBezTo>
                      <a:pt x="14716" y="11999"/>
                      <a:pt x="14700" y="12045"/>
                      <a:pt x="14683" y="12093"/>
                    </a:cubicBezTo>
                    <a:cubicBezTo>
                      <a:pt x="14674" y="12116"/>
                      <a:pt x="14674" y="12116"/>
                      <a:pt x="14630" y="12231"/>
                    </a:cubicBezTo>
                    <a:cubicBezTo>
                      <a:pt x="14614" y="12273"/>
                      <a:pt x="14599" y="12314"/>
                      <a:pt x="14584" y="12357"/>
                    </a:cubicBezTo>
                    <a:cubicBezTo>
                      <a:pt x="14557" y="12406"/>
                      <a:pt x="14528" y="12453"/>
                      <a:pt x="14498" y="12500"/>
                    </a:cubicBezTo>
                    <a:cubicBezTo>
                      <a:pt x="14475" y="12536"/>
                      <a:pt x="14452" y="12572"/>
                      <a:pt x="14429" y="12610"/>
                    </a:cubicBezTo>
                    <a:cubicBezTo>
                      <a:pt x="14304" y="12769"/>
                      <a:pt x="14192" y="12893"/>
                      <a:pt x="13992" y="12936"/>
                    </a:cubicBezTo>
                    <a:cubicBezTo>
                      <a:pt x="13721" y="12960"/>
                      <a:pt x="13451" y="12933"/>
                      <a:pt x="13180" y="12912"/>
                    </a:cubicBezTo>
                    <a:cubicBezTo>
                      <a:pt x="13091" y="12906"/>
                      <a:pt x="13002" y="12901"/>
                      <a:pt x="12912" y="12896"/>
                    </a:cubicBezTo>
                    <a:cubicBezTo>
                      <a:pt x="12677" y="12882"/>
                      <a:pt x="12441" y="12866"/>
                      <a:pt x="12206" y="12849"/>
                    </a:cubicBezTo>
                    <a:cubicBezTo>
                      <a:pt x="11834" y="12822"/>
                      <a:pt x="11462" y="12800"/>
                      <a:pt x="11090" y="12777"/>
                    </a:cubicBezTo>
                    <a:cubicBezTo>
                      <a:pt x="10954" y="12769"/>
                      <a:pt x="10818" y="12760"/>
                      <a:pt x="10682" y="12751"/>
                    </a:cubicBezTo>
                    <a:cubicBezTo>
                      <a:pt x="10280" y="12725"/>
                      <a:pt x="9880" y="12703"/>
                      <a:pt x="9477" y="12707"/>
                    </a:cubicBezTo>
                    <a:cubicBezTo>
                      <a:pt x="9461" y="12707"/>
                      <a:pt x="9461" y="12707"/>
                      <a:pt x="9376" y="12708"/>
                    </a:cubicBezTo>
                    <a:cubicBezTo>
                      <a:pt x="9224" y="12710"/>
                      <a:pt x="9073" y="12713"/>
                      <a:pt x="8921" y="12719"/>
                    </a:cubicBezTo>
                    <a:cubicBezTo>
                      <a:pt x="8518" y="12731"/>
                      <a:pt x="8193" y="12647"/>
                      <a:pt x="7818" y="12513"/>
                    </a:cubicBezTo>
                    <a:cubicBezTo>
                      <a:pt x="7312" y="12341"/>
                      <a:pt x="6825" y="12266"/>
                      <a:pt x="6294" y="12232"/>
                    </a:cubicBezTo>
                    <a:cubicBezTo>
                      <a:pt x="6262" y="12230"/>
                      <a:pt x="6231" y="12228"/>
                      <a:pt x="6198" y="12226"/>
                    </a:cubicBezTo>
                    <a:cubicBezTo>
                      <a:pt x="5875" y="12206"/>
                      <a:pt x="5552" y="12189"/>
                      <a:pt x="5229" y="12176"/>
                    </a:cubicBezTo>
                    <a:cubicBezTo>
                      <a:pt x="4220" y="12137"/>
                      <a:pt x="3301" y="11963"/>
                      <a:pt x="2493" y="11302"/>
                    </a:cubicBezTo>
                    <a:cubicBezTo>
                      <a:pt x="2471" y="11285"/>
                      <a:pt x="2450" y="11267"/>
                      <a:pt x="2428" y="11249"/>
                    </a:cubicBezTo>
                    <a:cubicBezTo>
                      <a:pt x="1971" y="10871"/>
                      <a:pt x="1736" y="10414"/>
                      <a:pt x="1506" y="9878"/>
                    </a:cubicBezTo>
                    <a:cubicBezTo>
                      <a:pt x="1388" y="9606"/>
                      <a:pt x="1250" y="9345"/>
                      <a:pt x="1111" y="9084"/>
                    </a:cubicBezTo>
                    <a:cubicBezTo>
                      <a:pt x="165" y="7299"/>
                      <a:pt x="165" y="7299"/>
                      <a:pt x="131" y="6415"/>
                    </a:cubicBezTo>
                    <a:cubicBezTo>
                      <a:pt x="125" y="6255"/>
                      <a:pt x="107" y="6097"/>
                      <a:pt x="88" y="5938"/>
                    </a:cubicBezTo>
                    <a:cubicBezTo>
                      <a:pt x="72" y="5788"/>
                      <a:pt x="62" y="5639"/>
                      <a:pt x="53" y="5489"/>
                    </a:cubicBezTo>
                    <a:cubicBezTo>
                      <a:pt x="48" y="5416"/>
                      <a:pt x="41" y="5343"/>
                      <a:pt x="32" y="5271"/>
                    </a:cubicBezTo>
                    <a:cubicBezTo>
                      <a:pt x="5" y="5025"/>
                      <a:pt x="0" y="4804"/>
                      <a:pt x="123" y="4583"/>
                    </a:cubicBezTo>
                    <a:cubicBezTo>
                      <a:pt x="784" y="3845"/>
                      <a:pt x="1944" y="3771"/>
                      <a:pt x="2859" y="3630"/>
                    </a:cubicBezTo>
                    <a:cubicBezTo>
                      <a:pt x="4334" y="3401"/>
                      <a:pt x="4334" y="3401"/>
                      <a:pt x="4699" y="2945"/>
                    </a:cubicBezTo>
                    <a:cubicBezTo>
                      <a:pt x="5246" y="2273"/>
                      <a:pt x="6448" y="2158"/>
                      <a:pt x="7259" y="1985"/>
                    </a:cubicBezTo>
                    <a:cubicBezTo>
                      <a:pt x="7500" y="1934"/>
                      <a:pt x="7742" y="1881"/>
                      <a:pt x="7983" y="1828"/>
                    </a:cubicBezTo>
                    <a:cubicBezTo>
                      <a:pt x="8065" y="1810"/>
                      <a:pt x="8148" y="1792"/>
                      <a:pt x="8231" y="1775"/>
                    </a:cubicBezTo>
                    <a:cubicBezTo>
                      <a:pt x="8461" y="1725"/>
                      <a:pt x="8666" y="1674"/>
                      <a:pt x="8871" y="1555"/>
                    </a:cubicBezTo>
                    <a:cubicBezTo>
                      <a:pt x="9138" y="1411"/>
                      <a:pt x="9420" y="1432"/>
                      <a:pt x="9714" y="1438"/>
                    </a:cubicBezTo>
                    <a:cubicBezTo>
                      <a:pt x="9775" y="1438"/>
                      <a:pt x="9835" y="1439"/>
                      <a:pt x="9895" y="1439"/>
                    </a:cubicBezTo>
                    <a:cubicBezTo>
                      <a:pt x="10052" y="1440"/>
                      <a:pt x="10209" y="1442"/>
                      <a:pt x="10365" y="1444"/>
                    </a:cubicBezTo>
                    <a:cubicBezTo>
                      <a:pt x="10526" y="1446"/>
                      <a:pt x="10687" y="1447"/>
                      <a:pt x="10847" y="1448"/>
                    </a:cubicBezTo>
                    <a:cubicBezTo>
                      <a:pt x="11161" y="1450"/>
                      <a:pt x="11475" y="1454"/>
                      <a:pt x="11790" y="1458"/>
                    </a:cubicBezTo>
                    <a:cubicBezTo>
                      <a:pt x="11790" y="1321"/>
                      <a:pt x="11790" y="1183"/>
                      <a:pt x="11790" y="1042"/>
                    </a:cubicBezTo>
                    <a:cubicBezTo>
                      <a:pt x="11820" y="1040"/>
                      <a:pt x="11850" y="1038"/>
                      <a:pt x="11882" y="1036"/>
                    </a:cubicBezTo>
                    <a:cubicBezTo>
                      <a:pt x="12021" y="1025"/>
                      <a:pt x="12159" y="1007"/>
                      <a:pt x="12298" y="990"/>
                    </a:cubicBezTo>
                    <a:cubicBezTo>
                      <a:pt x="12345" y="987"/>
                      <a:pt x="12393" y="984"/>
                      <a:pt x="12443" y="981"/>
                    </a:cubicBezTo>
                    <a:cubicBezTo>
                      <a:pt x="12608" y="957"/>
                      <a:pt x="12698" y="936"/>
                      <a:pt x="12831" y="833"/>
                    </a:cubicBezTo>
                    <a:cubicBezTo>
                      <a:pt x="12957" y="575"/>
                      <a:pt x="12999" y="282"/>
                      <a:pt x="13040" y="0"/>
                    </a:cubicBezTo>
                    <a:close/>
                  </a:path>
                </a:pathLst>
              </a:custGeom>
              <a:solidFill>
                <a:srgbClr val="F5E885"/>
              </a:solidFill>
              <a:ln w="2646" cap="flat">
                <a:noFill/>
              </a:ln>
            </p:spPr>
          </p:sp>
          <p:sp>
            <p:nvSpPr>
              <p:cNvPr id="2860" name="ICON_C_TOPOGRAPHY_path_004"/>
              <p:cNvSpPr/>
              <p:nvPr/>
            </p:nvSpPr>
            <p:spPr>
              <a:xfrm>
                <a:off x="11290569" y="7259571"/>
                <a:ext cx="410864" cy="412030"/>
              </a:xfrm>
              <a:custGeom>
                <a:avLst/>
                <a:gdLst/>
                <a:ahLst/>
                <a:cxnLst/>
                <a:rect l="0" t="0" r="r" b="b"/>
                <a:pathLst>
                  <a:path w="32351" h="32443" fill="norm" stroke="0">
                    <a:moveTo>
                      <a:pt x="16721" y="73"/>
                    </a:moveTo>
                    <a:cubicBezTo>
                      <a:pt x="16766" y="82"/>
                      <a:pt x="16812" y="92"/>
                      <a:pt x="16858" y="102"/>
                    </a:cubicBezTo>
                    <a:cubicBezTo>
                      <a:pt x="17095" y="168"/>
                      <a:pt x="17243" y="237"/>
                      <a:pt x="17374" y="449"/>
                    </a:cubicBezTo>
                    <a:cubicBezTo>
                      <a:pt x="17430" y="559"/>
                      <a:pt x="17475" y="667"/>
                      <a:pt x="17514" y="784"/>
                    </a:cubicBezTo>
                    <a:cubicBezTo>
                      <a:pt x="17610" y="1070"/>
                      <a:pt x="17610" y="1070"/>
                      <a:pt x="17741" y="1139"/>
                    </a:cubicBezTo>
                    <a:cubicBezTo>
                      <a:pt x="17778" y="1152"/>
                      <a:pt x="17814" y="1166"/>
                      <a:pt x="17851" y="1180"/>
                    </a:cubicBezTo>
                    <a:cubicBezTo>
                      <a:pt x="17964" y="1225"/>
                      <a:pt x="17964" y="1225"/>
                      <a:pt x="18062" y="1297"/>
                    </a:cubicBezTo>
                    <a:cubicBezTo>
                      <a:pt x="18099" y="1401"/>
                      <a:pt x="18125" y="1496"/>
                      <a:pt x="18149" y="1603"/>
                    </a:cubicBezTo>
                    <a:cubicBezTo>
                      <a:pt x="18195" y="1785"/>
                      <a:pt x="18238" y="1918"/>
                      <a:pt x="18402" y="2021"/>
                    </a:cubicBezTo>
                    <a:cubicBezTo>
                      <a:pt x="18581" y="2112"/>
                      <a:pt x="18770" y="2172"/>
                      <a:pt x="18961" y="2234"/>
                    </a:cubicBezTo>
                    <a:cubicBezTo>
                      <a:pt x="19034" y="2261"/>
                      <a:pt x="19107" y="2287"/>
                      <a:pt x="19180" y="2314"/>
                    </a:cubicBezTo>
                    <a:cubicBezTo>
                      <a:pt x="19622" y="2468"/>
                      <a:pt x="20064" y="2578"/>
                      <a:pt x="20523" y="2666"/>
                    </a:cubicBezTo>
                    <a:cubicBezTo>
                      <a:pt x="20732" y="2708"/>
                      <a:pt x="20940" y="2750"/>
                      <a:pt x="21148" y="2794"/>
                    </a:cubicBezTo>
                    <a:cubicBezTo>
                      <a:pt x="21174" y="2800"/>
                      <a:pt x="21201" y="2805"/>
                      <a:pt x="21228" y="2811"/>
                    </a:cubicBezTo>
                    <a:cubicBezTo>
                      <a:pt x="22325" y="3044"/>
                      <a:pt x="23120" y="3562"/>
                      <a:pt x="23986" y="4259"/>
                    </a:cubicBezTo>
                    <a:cubicBezTo>
                      <a:pt x="24009" y="4277"/>
                      <a:pt x="24031" y="4296"/>
                      <a:pt x="24055" y="4315"/>
                    </a:cubicBezTo>
                    <a:cubicBezTo>
                      <a:pt x="24234" y="4459"/>
                      <a:pt x="24234" y="4459"/>
                      <a:pt x="24319" y="4529"/>
                    </a:cubicBezTo>
                    <a:cubicBezTo>
                      <a:pt x="24553" y="4720"/>
                      <a:pt x="24760" y="4879"/>
                      <a:pt x="25060" y="4943"/>
                    </a:cubicBezTo>
                    <a:cubicBezTo>
                      <a:pt x="25524" y="5057"/>
                      <a:pt x="25794" y="5501"/>
                      <a:pt x="26083" y="5854"/>
                    </a:cubicBezTo>
                    <a:cubicBezTo>
                      <a:pt x="26176" y="5965"/>
                      <a:pt x="26269" y="6076"/>
                      <a:pt x="26362" y="6186"/>
                    </a:cubicBezTo>
                    <a:cubicBezTo>
                      <a:pt x="26423" y="6259"/>
                      <a:pt x="26484" y="6331"/>
                      <a:pt x="26544" y="6404"/>
                    </a:cubicBezTo>
                    <a:cubicBezTo>
                      <a:pt x="26688" y="6575"/>
                      <a:pt x="26834" y="6739"/>
                      <a:pt x="26997" y="6892"/>
                    </a:cubicBezTo>
                    <a:cubicBezTo>
                      <a:pt x="27026" y="6920"/>
                      <a:pt x="27055" y="6947"/>
                      <a:pt x="27085" y="6975"/>
                    </a:cubicBezTo>
                    <a:cubicBezTo>
                      <a:pt x="27140" y="7026"/>
                      <a:pt x="27195" y="7075"/>
                      <a:pt x="27252" y="7123"/>
                    </a:cubicBezTo>
                    <a:cubicBezTo>
                      <a:pt x="27434" y="7291"/>
                      <a:pt x="27434" y="7291"/>
                      <a:pt x="27443" y="7446"/>
                    </a:cubicBezTo>
                    <a:cubicBezTo>
                      <a:pt x="27441" y="7484"/>
                      <a:pt x="27439" y="7521"/>
                      <a:pt x="27436" y="7560"/>
                    </a:cubicBezTo>
                    <a:cubicBezTo>
                      <a:pt x="27429" y="7668"/>
                      <a:pt x="27429" y="7668"/>
                      <a:pt x="27437" y="7755"/>
                    </a:cubicBezTo>
                    <a:cubicBezTo>
                      <a:pt x="27547" y="7805"/>
                      <a:pt x="27609" y="7819"/>
                      <a:pt x="27724" y="7832"/>
                    </a:cubicBezTo>
                    <a:cubicBezTo>
                      <a:pt x="27886" y="7868"/>
                      <a:pt x="28017" y="7909"/>
                      <a:pt x="28125" y="8040"/>
                    </a:cubicBezTo>
                    <a:cubicBezTo>
                      <a:pt x="28247" y="8247"/>
                      <a:pt x="28332" y="8472"/>
                      <a:pt x="28418" y="8697"/>
                    </a:cubicBezTo>
                    <a:cubicBezTo>
                      <a:pt x="28500" y="8913"/>
                      <a:pt x="28589" y="9125"/>
                      <a:pt x="28678" y="9338"/>
                    </a:cubicBezTo>
                    <a:cubicBezTo>
                      <a:pt x="28696" y="9381"/>
                      <a:pt x="28714" y="9424"/>
                      <a:pt x="28732" y="9468"/>
                    </a:cubicBezTo>
                    <a:cubicBezTo>
                      <a:pt x="28885" y="9831"/>
                      <a:pt x="29076" y="10161"/>
                      <a:pt x="29284" y="10494"/>
                    </a:cubicBezTo>
                    <a:cubicBezTo>
                      <a:pt x="29664" y="11104"/>
                      <a:pt x="29860" y="11685"/>
                      <a:pt x="30010" y="12386"/>
                    </a:cubicBezTo>
                    <a:cubicBezTo>
                      <a:pt x="30098" y="12793"/>
                      <a:pt x="30200" y="13126"/>
                      <a:pt x="30423" y="13482"/>
                    </a:cubicBezTo>
                    <a:cubicBezTo>
                      <a:pt x="30549" y="13705"/>
                      <a:pt x="30578" y="13897"/>
                      <a:pt x="30591" y="14148"/>
                    </a:cubicBezTo>
                    <a:cubicBezTo>
                      <a:pt x="30644" y="15114"/>
                      <a:pt x="30644" y="15114"/>
                      <a:pt x="30829" y="15320"/>
                    </a:cubicBezTo>
                    <a:cubicBezTo>
                      <a:pt x="31107" y="15555"/>
                      <a:pt x="31467" y="15691"/>
                      <a:pt x="31812" y="15799"/>
                    </a:cubicBezTo>
                    <a:cubicBezTo>
                      <a:pt x="32000" y="15859"/>
                      <a:pt x="32112" y="15928"/>
                      <a:pt x="32229" y="16089"/>
                    </a:cubicBezTo>
                    <a:cubicBezTo>
                      <a:pt x="32323" y="16403"/>
                      <a:pt x="32322" y="16752"/>
                      <a:pt x="32333" y="17078"/>
                    </a:cubicBezTo>
                    <a:cubicBezTo>
                      <a:pt x="32335" y="17126"/>
                      <a:pt x="32336" y="17174"/>
                      <a:pt x="32338" y="17224"/>
                    </a:cubicBezTo>
                    <a:cubicBezTo>
                      <a:pt x="32351" y="18003"/>
                      <a:pt x="32351" y="18003"/>
                      <a:pt x="32167" y="18257"/>
                    </a:cubicBezTo>
                    <a:cubicBezTo>
                      <a:pt x="31981" y="18433"/>
                      <a:pt x="31753" y="18541"/>
                      <a:pt x="31526" y="18654"/>
                    </a:cubicBezTo>
                    <a:cubicBezTo>
                      <a:pt x="30859" y="18994"/>
                      <a:pt x="30859" y="18994"/>
                      <a:pt x="30721" y="19337"/>
                    </a:cubicBezTo>
                    <a:cubicBezTo>
                      <a:pt x="30623" y="19705"/>
                      <a:pt x="30594" y="20085"/>
                      <a:pt x="30562" y="20464"/>
                    </a:cubicBezTo>
                    <a:cubicBezTo>
                      <a:pt x="30455" y="21717"/>
                      <a:pt x="30074" y="22620"/>
                      <a:pt x="29429" y="23695"/>
                    </a:cubicBezTo>
                    <a:cubicBezTo>
                      <a:pt x="29382" y="23774"/>
                      <a:pt x="29335" y="23853"/>
                      <a:pt x="29287" y="23933"/>
                    </a:cubicBezTo>
                    <a:cubicBezTo>
                      <a:pt x="29256" y="23985"/>
                      <a:pt x="29225" y="24037"/>
                      <a:pt x="29194" y="24089"/>
                    </a:cubicBezTo>
                    <a:cubicBezTo>
                      <a:pt x="28975" y="24451"/>
                      <a:pt x="28829" y="24800"/>
                      <a:pt x="28714" y="25207"/>
                    </a:cubicBezTo>
                    <a:cubicBezTo>
                      <a:pt x="28528" y="25863"/>
                      <a:pt x="28224" y="26211"/>
                      <a:pt x="27685" y="26622"/>
                    </a:cubicBezTo>
                    <a:cubicBezTo>
                      <a:pt x="27572" y="26713"/>
                      <a:pt x="27460" y="26805"/>
                      <a:pt x="27348" y="26897"/>
                    </a:cubicBezTo>
                    <a:cubicBezTo>
                      <a:pt x="27274" y="26958"/>
                      <a:pt x="27200" y="27018"/>
                      <a:pt x="27125" y="27078"/>
                    </a:cubicBezTo>
                    <a:cubicBezTo>
                      <a:pt x="26899" y="27262"/>
                      <a:pt x="26688" y="27452"/>
                      <a:pt x="26486" y="27662"/>
                    </a:cubicBezTo>
                    <a:cubicBezTo>
                      <a:pt x="26462" y="27687"/>
                      <a:pt x="26438" y="27712"/>
                      <a:pt x="26413" y="27738"/>
                    </a:cubicBezTo>
                    <a:cubicBezTo>
                      <a:pt x="26325" y="27830"/>
                      <a:pt x="26238" y="27924"/>
                      <a:pt x="26152" y="28019"/>
                    </a:cubicBezTo>
                    <a:cubicBezTo>
                      <a:pt x="25840" y="28365"/>
                      <a:pt x="25840" y="28365"/>
                      <a:pt x="25651" y="28406"/>
                    </a:cubicBezTo>
                    <a:cubicBezTo>
                      <a:pt x="25548" y="28407"/>
                      <a:pt x="25455" y="28400"/>
                      <a:pt x="25354" y="28380"/>
                    </a:cubicBezTo>
                    <a:cubicBezTo>
                      <a:pt x="25358" y="28406"/>
                      <a:pt x="25363" y="28433"/>
                      <a:pt x="25368" y="28459"/>
                    </a:cubicBezTo>
                    <a:cubicBezTo>
                      <a:pt x="25385" y="28631"/>
                      <a:pt x="25391" y="28749"/>
                      <a:pt x="25283" y="28890"/>
                    </a:cubicBezTo>
                    <a:cubicBezTo>
                      <a:pt x="25180" y="28980"/>
                      <a:pt x="25075" y="29058"/>
                      <a:pt x="24963" y="29135"/>
                    </a:cubicBezTo>
                    <a:cubicBezTo>
                      <a:pt x="24927" y="29163"/>
                      <a:pt x="24891" y="29191"/>
                      <a:pt x="24853" y="29220"/>
                    </a:cubicBezTo>
                    <a:cubicBezTo>
                      <a:pt x="24660" y="29360"/>
                      <a:pt x="24537" y="29438"/>
                      <a:pt x="24295" y="29415"/>
                    </a:cubicBezTo>
                    <a:cubicBezTo>
                      <a:pt x="24191" y="29408"/>
                      <a:pt x="24191" y="29408"/>
                      <a:pt x="24104" y="29422"/>
                    </a:cubicBezTo>
                    <a:cubicBezTo>
                      <a:pt x="24013" y="29538"/>
                      <a:pt x="23980" y="29674"/>
                      <a:pt x="23935" y="29812"/>
                    </a:cubicBezTo>
                    <a:cubicBezTo>
                      <a:pt x="23827" y="30080"/>
                      <a:pt x="23731" y="30258"/>
                      <a:pt x="23459" y="30374"/>
                    </a:cubicBezTo>
                    <a:cubicBezTo>
                      <a:pt x="23326" y="30420"/>
                      <a:pt x="23193" y="30463"/>
                      <a:pt x="23059" y="30504"/>
                    </a:cubicBezTo>
                    <a:cubicBezTo>
                      <a:pt x="22751" y="30605"/>
                      <a:pt x="22582" y="30714"/>
                      <a:pt x="22382" y="30968"/>
                    </a:cubicBezTo>
                    <a:cubicBezTo>
                      <a:pt x="21848" y="31639"/>
                      <a:pt x="21148" y="31730"/>
                      <a:pt x="20338" y="31852"/>
                    </a:cubicBezTo>
                    <a:cubicBezTo>
                      <a:pt x="20222" y="31870"/>
                      <a:pt x="20107" y="31889"/>
                      <a:pt x="19992" y="31908"/>
                    </a:cubicBezTo>
                    <a:cubicBezTo>
                      <a:pt x="16704" y="32443"/>
                      <a:pt x="13521" y="32346"/>
                      <a:pt x="10500" y="30846"/>
                    </a:cubicBezTo>
                    <a:cubicBezTo>
                      <a:pt x="10268" y="30731"/>
                      <a:pt x="10035" y="30620"/>
                      <a:pt x="9799" y="30514"/>
                    </a:cubicBezTo>
                    <a:cubicBezTo>
                      <a:pt x="9606" y="30428"/>
                      <a:pt x="9414" y="30339"/>
                      <a:pt x="9223" y="30249"/>
                    </a:cubicBezTo>
                    <a:cubicBezTo>
                      <a:pt x="9108" y="30195"/>
                      <a:pt x="8993" y="30142"/>
                      <a:pt x="8876" y="30091"/>
                    </a:cubicBezTo>
                    <a:cubicBezTo>
                      <a:pt x="8341" y="29852"/>
                      <a:pt x="8021" y="29664"/>
                      <a:pt x="7795" y="29112"/>
                    </a:cubicBezTo>
                    <a:cubicBezTo>
                      <a:pt x="7629" y="28716"/>
                      <a:pt x="7352" y="28503"/>
                      <a:pt x="7021" y="28242"/>
                    </a:cubicBezTo>
                    <a:cubicBezTo>
                      <a:pt x="6254" y="27632"/>
                      <a:pt x="5553" y="26947"/>
                      <a:pt x="4885" y="26232"/>
                    </a:cubicBezTo>
                    <a:cubicBezTo>
                      <a:pt x="4862" y="26208"/>
                      <a:pt x="4840" y="26184"/>
                      <a:pt x="4817" y="26159"/>
                    </a:cubicBezTo>
                    <a:cubicBezTo>
                      <a:pt x="4000" y="25280"/>
                      <a:pt x="3489" y="24410"/>
                      <a:pt x="3160" y="23246"/>
                    </a:cubicBezTo>
                    <a:cubicBezTo>
                      <a:pt x="3110" y="23075"/>
                      <a:pt x="3082" y="22983"/>
                      <a:pt x="2951" y="22856"/>
                    </a:cubicBezTo>
                    <a:cubicBezTo>
                      <a:pt x="2832" y="22733"/>
                      <a:pt x="2830" y="22675"/>
                      <a:pt x="2830" y="22509"/>
                    </a:cubicBezTo>
                    <a:cubicBezTo>
                      <a:pt x="2831" y="22478"/>
                      <a:pt x="2832" y="22448"/>
                      <a:pt x="2834" y="22416"/>
                    </a:cubicBezTo>
                    <a:cubicBezTo>
                      <a:pt x="2834" y="22384"/>
                      <a:pt x="2834" y="22352"/>
                      <a:pt x="2834" y="22319"/>
                    </a:cubicBezTo>
                    <a:cubicBezTo>
                      <a:pt x="2836" y="22217"/>
                      <a:pt x="2838" y="22115"/>
                      <a:pt x="2841" y="22013"/>
                    </a:cubicBezTo>
                    <a:cubicBezTo>
                      <a:pt x="2842" y="21944"/>
                      <a:pt x="2843" y="21874"/>
                      <a:pt x="2844" y="21805"/>
                    </a:cubicBezTo>
                    <a:cubicBezTo>
                      <a:pt x="2846" y="21636"/>
                      <a:pt x="2850" y="21466"/>
                      <a:pt x="2854" y="21297"/>
                    </a:cubicBezTo>
                    <a:cubicBezTo>
                      <a:pt x="2716" y="21297"/>
                      <a:pt x="2579" y="21297"/>
                      <a:pt x="2437" y="21297"/>
                    </a:cubicBezTo>
                    <a:cubicBezTo>
                      <a:pt x="2430" y="21236"/>
                      <a:pt x="2423" y="21175"/>
                      <a:pt x="2415" y="21112"/>
                    </a:cubicBezTo>
                    <a:cubicBezTo>
                      <a:pt x="2198" y="19367"/>
                      <a:pt x="2198" y="19367"/>
                      <a:pt x="1912" y="19084"/>
                    </a:cubicBezTo>
                    <a:cubicBezTo>
                      <a:pt x="1707" y="18950"/>
                      <a:pt x="1513" y="18910"/>
                      <a:pt x="1274" y="18876"/>
                    </a:cubicBezTo>
                    <a:cubicBezTo>
                      <a:pt x="837" y="18792"/>
                      <a:pt x="415" y="18525"/>
                      <a:pt x="146" y="18172"/>
                    </a:cubicBezTo>
                    <a:cubicBezTo>
                      <a:pt x="0" y="17846"/>
                      <a:pt x="15" y="17493"/>
                      <a:pt x="28" y="17143"/>
                    </a:cubicBezTo>
                    <a:cubicBezTo>
                      <a:pt x="29" y="17097"/>
                      <a:pt x="30" y="17050"/>
                      <a:pt x="30" y="17002"/>
                    </a:cubicBezTo>
                    <a:cubicBezTo>
                      <a:pt x="41" y="16526"/>
                      <a:pt x="59" y="16064"/>
                      <a:pt x="414" y="15712"/>
                    </a:cubicBezTo>
                    <a:cubicBezTo>
                      <a:pt x="479" y="15656"/>
                      <a:pt x="545" y="15605"/>
                      <a:pt x="614" y="15555"/>
                    </a:cubicBezTo>
                    <a:cubicBezTo>
                      <a:pt x="625" y="15547"/>
                      <a:pt x="625" y="15547"/>
                      <a:pt x="679" y="15508"/>
                    </a:cubicBezTo>
                    <a:cubicBezTo>
                      <a:pt x="904" y="15354"/>
                      <a:pt x="1127" y="15261"/>
                      <a:pt x="1398" y="15219"/>
                    </a:cubicBezTo>
                    <a:cubicBezTo>
                      <a:pt x="1945" y="15130"/>
                      <a:pt x="1945" y="15130"/>
                      <a:pt x="2085" y="14976"/>
                    </a:cubicBezTo>
                    <a:cubicBezTo>
                      <a:pt x="2197" y="14790"/>
                      <a:pt x="2257" y="14587"/>
                      <a:pt x="2315" y="14379"/>
                    </a:cubicBezTo>
                    <a:cubicBezTo>
                      <a:pt x="2368" y="14186"/>
                      <a:pt x="2433" y="13996"/>
                      <a:pt x="2496" y="13807"/>
                    </a:cubicBezTo>
                    <a:cubicBezTo>
                      <a:pt x="2508" y="13769"/>
                      <a:pt x="2520" y="13731"/>
                      <a:pt x="2533" y="13693"/>
                    </a:cubicBezTo>
                    <a:cubicBezTo>
                      <a:pt x="2638" y="13380"/>
                      <a:pt x="2782" y="13131"/>
                      <a:pt x="2971" y="12859"/>
                    </a:cubicBezTo>
                    <a:cubicBezTo>
                      <a:pt x="3234" y="12471"/>
                      <a:pt x="3329" y="12129"/>
                      <a:pt x="3419" y="11676"/>
                    </a:cubicBezTo>
                    <a:cubicBezTo>
                      <a:pt x="3979" y="8911"/>
                      <a:pt x="6512" y="6584"/>
                      <a:pt x="8602" y="4859"/>
                    </a:cubicBezTo>
                    <a:cubicBezTo>
                      <a:pt x="8673" y="4801"/>
                      <a:pt x="8743" y="4742"/>
                      <a:pt x="8814" y="4683"/>
                    </a:cubicBezTo>
                    <a:cubicBezTo>
                      <a:pt x="9318" y="4264"/>
                      <a:pt x="9801" y="3926"/>
                      <a:pt x="10436" y="3733"/>
                    </a:cubicBezTo>
                    <a:cubicBezTo>
                      <a:pt x="10557" y="3693"/>
                      <a:pt x="10662" y="3657"/>
                      <a:pt x="10771" y="3589"/>
                    </a:cubicBezTo>
                    <a:cubicBezTo>
                      <a:pt x="10819" y="3492"/>
                      <a:pt x="10819" y="3492"/>
                      <a:pt x="10856" y="3382"/>
                    </a:cubicBezTo>
                    <a:cubicBezTo>
                      <a:pt x="10903" y="3271"/>
                      <a:pt x="10937" y="3194"/>
                      <a:pt x="11046" y="3136"/>
                    </a:cubicBezTo>
                    <a:cubicBezTo>
                      <a:pt x="11234" y="3067"/>
                      <a:pt x="11429" y="3026"/>
                      <a:pt x="11625" y="2986"/>
                    </a:cubicBezTo>
                    <a:cubicBezTo>
                      <a:pt x="11819" y="2945"/>
                      <a:pt x="12011" y="2896"/>
                      <a:pt x="12204" y="2849"/>
                    </a:cubicBezTo>
                    <a:cubicBezTo>
                      <a:pt x="12244" y="2840"/>
                      <a:pt x="12284" y="2830"/>
                      <a:pt x="12326" y="2820"/>
                    </a:cubicBezTo>
                    <a:cubicBezTo>
                      <a:pt x="14566" y="2280"/>
                      <a:pt x="14566" y="2280"/>
                      <a:pt x="15043" y="1594"/>
                    </a:cubicBezTo>
                    <a:cubicBezTo>
                      <a:pt x="15208" y="1323"/>
                      <a:pt x="15325" y="1030"/>
                      <a:pt x="15434" y="733"/>
                    </a:cubicBezTo>
                    <a:cubicBezTo>
                      <a:pt x="15565" y="404"/>
                      <a:pt x="15788" y="216"/>
                      <a:pt x="16108" y="75"/>
                    </a:cubicBezTo>
                    <a:cubicBezTo>
                      <a:pt x="16321" y="0"/>
                      <a:pt x="16506" y="22"/>
                      <a:pt x="16721" y="73"/>
                    </a:cubicBezTo>
                    <a:close/>
                    <a:moveTo>
                      <a:pt x="11826" y="4246"/>
                    </a:moveTo>
                    <a:cubicBezTo>
                      <a:pt x="11370" y="4539"/>
                      <a:pt x="10959" y="4724"/>
                      <a:pt x="10432" y="4852"/>
                    </a:cubicBezTo>
                    <a:cubicBezTo>
                      <a:pt x="9806" y="5005"/>
                      <a:pt x="9330" y="5233"/>
                      <a:pt x="8796" y="5599"/>
                    </a:cubicBezTo>
                    <a:cubicBezTo>
                      <a:pt x="8694" y="5668"/>
                      <a:pt x="8591" y="5729"/>
                      <a:pt x="8485" y="5790"/>
                    </a:cubicBezTo>
                    <a:cubicBezTo>
                      <a:pt x="8426" y="5824"/>
                      <a:pt x="8368" y="5859"/>
                      <a:pt x="8310" y="5893"/>
                    </a:cubicBezTo>
                    <a:cubicBezTo>
                      <a:pt x="8284" y="5907"/>
                      <a:pt x="8258" y="5921"/>
                      <a:pt x="8231" y="5936"/>
                    </a:cubicBezTo>
                    <a:cubicBezTo>
                      <a:pt x="8162" y="5979"/>
                      <a:pt x="8162" y="5979"/>
                      <a:pt x="8062" y="6089"/>
                    </a:cubicBezTo>
                    <a:cubicBezTo>
                      <a:pt x="8065" y="6184"/>
                      <a:pt x="8065" y="6184"/>
                      <a:pt x="8078" y="6293"/>
                    </a:cubicBezTo>
                    <a:cubicBezTo>
                      <a:pt x="8081" y="6406"/>
                      <a:pt x="8081" y="6406"/>
                      <a:pt x="8062" y="6505"/>
                    </a:cubicBezTo>
                    <a:cubicBezTo>
                      <a:pt x="7959" y="6598"/>
                      <a:pt x="7834" y="6630"/>
                      <a:pt x="7704" y="6675"/>
                    </a:cubicBezTo>
                    <a:cubicBezTo>
                      <a:pt x="7111" y="6927"/>
                      <a:pt x="6747" y="7398"/>
                      <a:pt x="6352" y="7888"/>
                    </a:cubicBezTo>
                    <a:cubicBezTo>
                      <a:pt x="6291" y="7964"/>
                      <a:pt x="6229" y="8040"/>
                      <a:pt x="6166" y="8116"/>
                    </a:cubicBezTo>
                    <a:cubicBezTo>
                      <a:pt x="5534" y="8890"/>
                      <a:pt x="5104" y="9633"/>
                      <a:pt x="4781" y="10585"/>
                    </a:cubicBezTo>
                    <a:cubicBezTo>
                      <a:pt x="4753" y="10670"/>
                      <a:pt x="4724" y="10755"/>
                      <a:pt x="4695" y="10840"/>
                    </a:cubicBezTo>
                    <a:cubicBezTo>
                      <a:pt x="4681" y="10881"/>
                      <a:pt x="4667" y="10921"/>
                      <a:pt x="4653" y="10963"/>
                    </a:cubicBezTo>
                    <a:cubicBezTo>
                      <a:pt x="4531" y="11304"/>
                      <a:pt x="4350" y="11552"/>
                      <a:pt x="4121" y="11828"/>
                    </a:cubicBezTo>
                    <a:cubicBezTo>
                      <a:pt x="3557" y="12510"/>
                      <a:pt x="3564" y="13336"/>
                      <a:pt x="3529" y="14185"/>
                    </a:cubicBezTo>
                    <a:cubicBezTo>
                      <a:pt x="3528" y="14212"/>
                      <a:pt x="3526" y="14239"/>
                      <a:pt x="3525" y="14267"/>
                    </a:cubicBezTo>
                    <a:cubicBezTo>
                      <a:pt x="3520" y="14395"/>
                      <a:pt x="3515" y="14522"/>
                      <a:pt x="3513" y="14650"/>
                    </a:cubicBezTo>
                    <a:cubicBezTo>
                      <a:pt x="3506" y="14878"/>
                      <a:pt x="3493" y="15044"/>
                      <a:pt x="3375" y="15240"/>
                    </a:cubicBezTo>
                    <a:cubicBezTo>
                      <a:pt x="3202" y="15549"/>
                      <a:pt x="3236" y="15900"/>
                      <a:pt x="3236" y="16244"/>
                    </a:cubicBezTo>
                    <a:cubicBezTo>
                      <a:pt x="3235" y="16321"/>
                      <a:pt x="3234" y="16399"/>
                      <a:pt x="3233" y="16476"/>
                    </a:cubicBezTo>
                    <a:cubicBezTo>
                      <a:pt x="3230" y="16724"/>
                      <a:pt x="3231" y="16973"/>
                      <a:pt x="3231" y="17221"/>
                    </a:cubicBezTo>
                    <a:cubicBezTo>
                      <a:pt x="3231" y="17264"/>
                      <a:pt x="3232" y="17306"/>
                      <a:pt x="3232" y="17349"/>
                    </a:cubicBezTo>
                    <a:cubicBezTo>
                      <a:pt x="3235" y="19407"/>
                      <a:pt x="3438" y="21193"/>
                      <a:pt x="4366" y="23061"/>
                    </a:cubicBezTo>
                    <a:cubicBezTo>
                      <a:pt x="4482" y="23296"/>
                      <a:pt x="4587" y="23533"/>
                      <a:pt x="4684" y="23776"/>
                    </a:cubicBezTo>
                    <a:cubicBezTo>
                      <a:pt x="5022" y="24624"/>
                      <a:pt x="5427" y="25361"/>
                      <a:pt x="5979" y="26089"/>
                    </a:cubicBezTo>
                    <a:cubicBezTo>
                      <a:pt x="6000" y="26117"/>
                      <a:pt x="6021" y="26145"/>
                      <a:pt x="6043" y="26174"/>
                    </a:cubicBezTo>
                    <a:cubicBezTo>
                      <a:pt x="6849" y="27249"/>
                      <a:pt x="7804" y="28056"/>
                      <a:pt x="8884" y="28842"/>
                    </a:cubicBezTo>
                    <a:cubicBezTo>
                      <a:pt x="9028" y="28948"/>
                      <a:pt x="9169" y="29057"/>
                      <a:pt x="9307" y="29171"/>
                    </a:cubicBezTo>
                    <a:cubicBezTo>
                      <a:pt x="9803" y="29575"/>
                      <a:pt x="10307" y="29813"/>
                      <a:pt x="10910" y="30022"/>
                    </a:cubicBezTo>
                    <a:cubicBezTo>
                      <a:pt x="11056" y="30073"/>
                      <a:pt x="11201" y="30126"/>
                      <a:pt x="11345" y="30180"/>
                    </a:cubicBezTo>
                    <a:cubicBezTo>
                      <a:pt x="12530" y="30609"/>
                      <a:pt x="13706" y="30708"/>
                      <a:pt x="14955" y="30721"/>
                    </a:cubicBezTo>
                    <a:cubicBezTo>
                      <a:pt x="15024" y="30722"/>
                      <a:pt x="15092" y="30723"/>
                      <a:pt x="15161" y="30724"/>
                    </a:cubicBezTo>
                    <a:cubicBezTo>
                      <a:pt x="15484" y="30728"/>
                      <a:pt x="15808" y="30731"/>
                      <a:pt x="16131" y="30733"/>
                    </a:cubicBezTo>
                    <a:cubicBezTo>
                      <a:pt x="16461" y="30735"/>
                      <a:pt x="16791" y="30739"/>
                      <a:pt x="17121" y="30746"/>
                    </a:cubicBezTo>
                    <a:cubicBezTo>
                      <a:pt x="20461" y="30821"/>
                      <a:pt x="20461" y="30821"/>
                      <a:pt x="21548" y="29895"/>
                    </a:cubicBezTo>
                    <a:cubicBezTo>
                      <a:pt x="21660" y="29782"/>
                      <a:pt x="21717" y="29649"/>
                      <a:pt x="21774" y="29503"/>
                    </a:cubicBezTo>
                    <a:cubicBezTo>
                      <a:pt x="21812" y="29422"/>
                      <a:pt x="21812" y="29422"/>
                      <a:pt x="21925" y="29365"/>
                    </a:cubicBezTo>
                    <a:cubicBezTo>
                      <a:pt x="21945" y="29364"/>
                      <a:pt x="21945" y="29364"/>
                      <a:pt x="22046" y="29357"/>
                    </a:cubicBezTo>
                    <a:cubicBezTo>
                      <a:pt x="22068" y="29355"/>
                      <a:pt x="22068" y="29355"/>
                      <a:pt x="22180" y="29343"/>
                    </a:cubicBezTo>
                    <a:cubicBezTo>
                      <a:pt x="22203" y="29341"/>
                      <a:pt x="22203" y="29341"/>
                      <a:pt x="22320" y="29331"/>
                    </a:cubicBezTo>
                    <a:cubicBezTo>
                      <a:pt x="22792" y="29268"/>
                      <a:pt x="22792" y="29268"/>
                      <a:pt x="22933" y="29144"/>
                    </a:cubicBezTo>
                    <a:cubicBezTo>
                      <a:pt x="23013" y="29035"/>
                      <a:pt x="23071" y="28923"/>
                      <a:pt x="23130" y="28801"/>
                    </a:cubicBezTo>
                    <a:cubicBezTo>
                      <a:pt x="23235" y="28602"/>
                      <a:pt x="23235" y="28602"/>
                      <a:pt x="23347" y="28560"/>
                    </a:cubicBezTo>
                    <a:cubicBezTo>
                      <a:pt x="23540" y="28533"/>
                      <a:pt x="23697" y="28561"/>
                      <a:pt x="23896" y="28589"/>
                    </a:cubicBezTo>
                    <a:cubicBezTo>
                      <a:pt x="23896" y="28382"/>
                      <a:pt x="23896" y="28176"/>
                      <a:pt x="23896" y="27964"/>
                    </a:cubicBezTo>
                    <a:cubicBezTo>
                      <a:pt x="23956" y="27978"/>
                      <a:pt x="24017" y="27992"/>
                      <a:pt x="24079" y="28007"/>
                    </a:cubicBezTo>
                    <a:cubicBezTo>
                      <a:pt x="24455" y="28067"/>
                      <a:pt x="24791" y="28077"/>
                      <a:pt x="25109" y="27851"/>
                    </a:cubicBezTo>
                    <a:cubicBezTo>
                      <a:pt x="25294" y="27706"/>
                      <a:pt x="25461" y="27544"/>
                      <a:pt x="25627" y="27377"/>
                    </a:cubicBezTo>
                    <a:cubicBezTo>
                      <a:pt x="25655" y="27350"/>
                      <a:pt x="25683" y="27323"/>
                      <a:pt x="25712" y="27295"/>
                    </a:cubicBezTo>
                    <a:cubicBezTo>
                      <a:pt x="26196" y="26818"/>
                      <a:pt x="26196" y="26818"/>
                      <a:pt x="26209" y="26539"/>
                    </a:cubicBezTo>
                    <a:cubicBezTo>
                      <a:pt x="26206" y="26430"/>
                      <a:pt x="26195" y="26323"/>
                      <a:pt x="26185" y="26215"/>
                    </a:cubicBezTo>
                    <a:cubicBezTo>
                      <a:pt x="26187" y="26089"/>
                      <a:pt x="26187" y="26089"/>
                      <a:pt x="26250" y="26021"/>
                    </a:cubicBezTo>
                    <a:cubicBezTo>
                      <a:pt x="26349" y="25976"/>
                      <a:pt x="26447" y="25947"/>
                      <a:pt x="26552" y="25919"/>
                    </a:cubicBezTo>
                    <a:cubicBezTo>
                      <a:pt x="27072" y="25726"/>
                      <a:pt x="27290" y="25336"/>
                      <a:pt x="27563" y="24882"/>
                    </a:cubicBezTo>
                    <a:cubicBezTo>
                      <a:pt x="27595" y="24828"/>
                      <a:pt x="27628" y="24775"/>
                      <a:pt x="27660" y="24721"/>
                    </a:cubicBezTo>
                    <a:cubicBezTo>
                      <a:pt x="27676" y="24695"/>
                      <a:pt x="27692" y="24669"/>
                      <a:pt x="27708" y="24642"/>
                    </a:cubicBezTo>
                    <a:cubicBezTo>
                      <a:pt x="27812" y="24473"/>
                      <a:pt x="27925" y="24348"/>
                      <a:pt x="28074" y="24215"/>
                    </a:cubicBezTo>
                    <a:cubicBezTo>
                      <a:pt x="28310" y="23993"/>
                      <a:pt x="28373" y="23750"/>
                      <a:pt x="28444" y="23446"/>
                    </a:cubicBezTo>
                    <a:cubicBezTo>
                      <a:pt x="28482" y="23285"/>
                      <a:pt x="28525" y="23126"/>
                      <a:pt x="28568" y="22967"/>
                    </a:cubicBezTo>
                    <a:cubicBezTo>
                      <a:pt x="28573" y="22950"/>
                      <a:pt x="28573" y="22950"/>
                      <a:pt x="28596" y="22865"/>
                    </a:cubicBezTo>
                    <a:cubicBezTo>
                      <a:pt x="28711" y="22447"/>
                      <a:pt x="28861" y="22041"/>
                      <a:pt x="29013" y="21635"/>
                    </a:cubicBezTo>
                    <a:cubicBezTo>
                      <a:pt x="29026" y="21599"/>
                      <a:pt x="29039" y="21562"/>
                      <a:pt x="29053" y="21525"/>
                    </a:cubicBezTo>
                    <a:cubicBezTo>
                      <a:pt x="29091" y="21421"/>
                      <a:pt x="29130" y="21317"/>
                      <a:pt x="29170" y="21214"/>
                    </a:cubicBezTo>
                    <a:cubicBezTo>
                      <a:pt x="29181" y="21183"/>
                      <a:pt x="29192" y="21152"/>
                      <a:pt x="29204" y="21121"/>
                    </a:cubicBezTo>
                    <a:cubicBezTo>
                      <a:pt x="29215" y="21092"/>
                      <a:pt x="29226" y="21063"/>
                      <a:pt x="29238" y="21034"/>
                    </a:cubicBezTo>
                    <a:cubicBezTo>
                      <a:pt x="29247" y="21009"/>
                      <a:pt x="29256" y="20984"/>
                      <a:pt x="29266" y="20959"/>
                    </a:cubicBezTo>
                    <a:cubicBezTo>
                      <a:pt x="29312" y="20880"/>
                      <a:pt x="29312" y="20880"/>
                      <a:pt x="29417" y="20788"/>
                    </a:cubicBezTo>
                    <a:cubicBezTo>
                      <a:pt x="29553" y="20635"/>
                      <a:pt x="29565" y="20519"/>
                      <a:pt x="29585" y="20320"/>
                    </a:cubicBezTo>
                    <a:cubicBezTo>
                      <a:pt x="29587" y="20303"/>
                      <a:pt x="29587" y="20303"/>
                      <a:pt x="29598" y="20214"/>
                    </a:cubicBezTo>
                    <a:cubicBezTo>
                      <a:pt x="29611" y="20096"/>
                      <a:pt x="29624" y="19979"/>
                      <a:pt x="29635" y="19861"/>
                    </a:cubicBezTo>
                    <a:cubicBezTo>
                      <a:pt x="29640" y="19820"/>
                      <a:pt x="29644" y="19779"/>
                      <a:pt x="29648" y="19737"/>
                    </a:cubicBezTo>
                    <a:cubicBezTo>
                      <a:pt x="29749" y="18774"/>
                      <a:pt x="29768" y="17811"/>
                      <a:pt x="29768" y="16844"/>
                    </a:cubicBezTo>
                    <a:cubicBezTo>
                      <a:pt x="29768" y="16651"/>
                      <a:pt x="29769" y="16459"/>
                      <a:pt x="29772" y="16267"/>
                    </a:cubicBezTo>
                    <a:cubicBezTo>
                      <a:pt x="29800" y="14325"/>
                      <a:pt x="29800" y="14325"/>
                      <a:pt x="29360" y="13482"/>
                    </a:cubicBezTo>
                    <a:cubicBezTo>
                      <a:pt x="29282" y="13316"/>
                      <a:pt x="29245" y="13145"/>
                      <a:pt x="29210" y="12965"/>
                    </a:cubicBezTo>
                    <a:cubicBezTo>
                      <a:pt x="29206" y="12949"/>
                      <a:pt x="29206" y="12949"/>
                      <a:pt x="29190" y="12867"/>
                    </a:cubicBezTo>
                    <a:cubicBezTo>
                      <a:pt x="29176" y="12802"/>
                      <a:pt x="29163" y="12737"/>
                      <a:pt x="29150" y="12673"/>
                    </a:cubicBezTo>
                    <a:cubicBezTo>
                      <a:pt x="29004" y="11958"/>
                      <a:pt x="28750" y="11381"/>
                      <a:pt x="28366" y="10763"/>
                    </a:cubicBezTo>
                    <a:cubicBezTo>
                      <a:pt x="28330" y="10704"/>
                      <a:pt x="28293" y="10645"/>
                      <a:pt x="28257" y="10586"/>
                    </a:cubicBezTo>
                    <a:cubicBezTo>
                      <a:pt x="28239" y="10558"/>
                      <a:pt x="28221" y="10530"/>
                      <a:pt x="28203" y="10500"/>
                    </a:cubicBezTo>
                    <a:cubicBezTo>
                      <a:pt x="28050" y="10247"/>
                      <a:pt x="27958" y="9990"/>
                      <a:pt x="27867" y="9708"/>
                    </a:cubicBezTo>
                    <a:cubicBezTo>
                      <a:pt x="27706" y="9236"/>
                      <a:pt x="27424" y="8959"/>
                      <a:pt x="27067" y="8627"/>
                    </a:cubicBezTo>
                    <a:cubicBezTo>
                      <a:pt x="26741" y="8324"/>
                      <a:pt x="26496" y="8044"/>
                      <a:pt x="26278" y="7651"/>
                    </a:cubicBezTo>
                    <a:cubicBezTo>
                      <a:pt x="25444" y="6179"/>
                      <a:pt x="25444" y="6179"/>
                      <a:pt x="25020" y="6050"/>
                    </a:cubicBezTo>
                    <a:cubicBezTo>
                      <a:pt x="24796" y="6029"/>
                      <a:pt x="24582" y="6054"/>
                      <a:pt x="24359" y="6076"/>
                    </a:cubicBezTo>
                    <a:cubicBezTo>
                      <a:pt x="23980" y="6110"/>
                      <a:pt x="23668" y="5968"/>
                      <a:pt x="23361" y="5752"/>
                    </a:cubicBezTo>
                    <a:cubicBezTo>
                      <a:pt x="23161" y="5575"/>
                      <a:pt x="23028" y="5339"/>
                      <a:pt x="22885" y="5116"/>
                    </a:cubicBezTo>
                    <a:cubicBezTo>
                      <a:pt x="22706" y="4860"/>
                      <a:pt x="22706" y="4860"/>
                      <a:pt x="22538" y="4801"/>
                    </a:cubicBezTo>
                    <a:cubicBezTo>
                      <a:pt x="22291" y="4767"/>
                      <a:pt x="22056" y="4794"/>
                      <a:pt x="21812" y="4839"/>
                    </a:cubicBezTo>
                    <a:cubicBezTo>
                      <a:pt x="21812" y="4701"/>
                      <a:pt x="21812" y="4564"/>
                      <a:pt x="21812" y="4422"/>
                    </a:cubicBezTo>
                    <a:cubicBezTo>
                      <a:pt x="21468" y="4422"/>
                      <a:pt x="21125" y="4422"/>
                      <a:pt x="20771" y="4422"/>
                    </a:cubicBezTo>
                    <a:cubicBezTo>
                      <a:pt x="20718" y="5415"/>
                      <a:pt x="20803" y="6209"/>
                      <a:pt x="21187" y="7130"/>
                    </a:cubicBezTo>
                    <a:cubicBezTo>
                      <a:pt x="20310" y="7101"/>
                      <a:pt x="20310" y="7101"/>
                      <a:pt x="20028" y="6813"/>
                    </a:cubicBezTo>
                    <a:cubicBezTo>
                      <a:pt x="19931" y="6703"/>
                      <a:pt x="19840" y="6588"/>
                      <a:pt x="19749" y="6473"/>
                    </a:cubicBezTo>
                    <a:cubicBezTo>
                      <a:pt x="19366" y="6004"/>
                      <a:pt x="19020" y="5804"/>
                      <a:pt x="18414" y="5733"/>
                    </a:cubicBezTo>
                    <a:cubicBezTo>
                      <a:pt x="17976" y="5692"/>
                      <a:pt x="17539" y="5678"/>
                      <a:pt x="17100" y="5673"/>
                    </a:cubicBezTo>
                    <a:cubicBezTo>
                      <a:pt x="17018" y="5672"/>
                      <a:pt x="16936" y="5671"/>
                      <a:pt x="16854" y="5669"/>
                    </a:cubicBezTo>
                    <a:cubicBezTo>
                      <a:pt x="16076" y="5657"/>
                      <a:pt x="15298" y="5658"/>
                      <a:pt x="14521" y="5672"/>
                    </a:cubicBezTo>
                    <a:cubicBezTo>
                      <a:pt x="14522" y="5647"/>
                      <a:pt x="14523" y="5622"/>
                      <a:pt x="14524" y="5597"/>
                    </a:cubicBezTo>
                    <a:cubicBezTo>
                      <a:pt x="14528" y="5485"/>
                      <a:pt x="14531" y="5374"/>
                      <a:pt x="14534" y="5262"/>
                    </a:cubicBezTo>
                    <a:cubicBezTo>
                      <a:pt x="14534" y="5242"/>
                      <a:pt x="14534" y="5242"/>
                      <a:pt x="14539" y="5144"/>
                    </a:cubicBezTo>
                    <a:cubicBezTo>
                      <a:pt x="14541" y="5038"/>
                      <a:pt x="14541" y="4942"/>
                      <a:pt x="14521" y="4839"/>
                    </a:cubicBezTo>
                    <a:cubicBezTo>
                      <a:pt x="14423" y="4762"/>
                      <a:pt x="14423" y="4762"/>
                      <a:pt x="14312" y="4734"/>
                    </a:cubicBezTo>
                    <a:cubicBezTo>
                      <a:pt x="14197" y="4703"/>
                      <a:pt x="14197" y="4703"/>
                      <a:pt x="14104" y="4630"/>
                    </a:cubicBezTo>
                    <a:cubicBezTo>
                      <a:pt x="14044" y="4361"/>
                      <a:pt x="14079" y="4069"/>
                      <a:pt x="14104" y="3797"/>
                    </a:cubicBezTo>
                    <a:cubicBezTo>
                      <a:pt x="13214" y="3691"/>
                      <a:pt x="12587" y="3756"/>
                      <a:pt x="11826" y="4246"/>
                    </a:cubicBezTo>
                    <a:close/>
                  </a:path>
                </a:pathLst>
              </a:custGeom>
              <a:solidFill>
                <a:srgbClr val="4A578F"/>
              </a:solidFill>
              <a:ln w="2646" cap="flat">
                <a:noFill/>
              </a:ln>
            </p:spPr>
          </p:sp>
          <p:sp>
            <p:nvSpPr>
              <p:cNvPr id="2861" name="ICON_C_TOPOGRAPHY_path_005"/>
              <p:cNvSpPr/>
              <p:nvPr/>
            </p:nvSpPr>
            <p:spPr>
              <a:xfrm>
                <a:off x="11335486" y="7306842"/>
                <a:ext cx="309216" cy="127950"/>
              </a:xfrm>
              <a:custGeom>
                <a:avLst/>
                <a:gdLst/>
                <a:ahLst/>
                <a:cxnLst/>
                <a:rect l="0" t="0" r="r" b="b"/>
                <a:pathLst>
                  <a:path w="24348" h="10075" fill="norm" stroke="0">
                    <a:moveTo>
                      <a:pt x="10567" y="75"/>
                    </a:moveTo>
                    <a:cubicBezTo>
                      <a:pt x="10565" y="99"/>
                      <a:pt x="10563" y="123"/>
                      <a:pt x="10560" y="148"/>
                    </a:cubicBezTo>
                    <a:cubicBezTo>
                      <a:pt x="10518" y="688"/>
                      <a:pt x="10518" y="688"/>
                      <a:pt x="10567" y="908"/>
                    </a:cubicBezTo>
                    <a:cubicBezTo>
                      <a:pt x="10673" y="991"/>
                      <a:pt x="10758" y="1008"/>
                      <a:pt x="10886" y="1040"/>
                    </a:cubicBezTo>
                    <a:cubicBezTo>
                      <a:pt x="10984" y="1116"/>
                      <a:pt x="10984" y="1116"/>
                      <a:pt x="11000" y="1203"/>
                    </a:cubicBezTo>
                    <a:cubicBezTo>
                      <a:pt x="11004" y="1316"/>
                      <a:pt x="11002" y="1427"/>
                      <a:pt x="10997" y="1540"/>
                    </a:cubicBezTo>
                    <a:cubicBezTo>
                      <a:pt x="10996" y="1579"/>
                      <a:pt x="10995" y="1618"/>
                      <a:pt x="10994" y="1659"/>
                    </a:cubicBezTo>
                    <a:cubicBezTo>
                      <a:pt x="10991" y="1756"/>
                      <a:pt x="10988" y="1853"/>
                      <a:pt x="10984" y="1950"/>
                    </a:cubicBezTo>
                    <a:cubicBezTo>
                      <a:pt x="11022" y="1949"/>
                      <a:pt x="11061" y="1948"/>
                      <a:pt x="11100" y="1947"/>
                    </a:cubicBezTo>
                    <a:cubicBezTo>
                      <a:pt x="11471" y="1938"/>
                      <a:pt x="11841" y="1932"/>
                      <a:pt x="12212" y="1928"/>
                    </a:cubicBezTo>
                    <a:cubicBezTo>
                      <a:pt x="12402" y="1926"/>
                      <a:pt x="12593" y="1923"/>
                      <a:pt x="12783" y="1918"/>
                    </a:cubicBezTo>
                    <a:cubicBezTo>
                      <a:pt x="13588" y="1899"/>
                      <a:pt x="14349" y="1914"/>
                      <a:pt x="15129" y="2133"/>
                    </a:cubicBezTo>
                    <a:cubicBezTo>
                      <a:pt x="15144" y="2137"/>
                      <a:pt x="15144" y="2137"/>
                      <a:pt x="15219" y="2157"/>
                    </a:cubicBezTo>
                    <a:cubicBezTo>
                      <a:pt x="15718" y="2296"/>
                      <a:pt x="15982" y="2520"/>
                      <a:pt x="16318" y="2913"/>
                    </a:cubicBezTo>
                    <a:cubicBezTo>
                      <a:pt x="16653" y="3305"/>
                      <a:pt x="17073" y="3358"/>
                      <a:pt x="17568" y="3402"/>
                    </a:cubicBezTo>
                    <a:cubicBezTo>
                      <a:pt x="17582" y="3403"/>
                      <a:pt x="17582" y="3403"/>
                      <a:pt x="17650" y="3408"/>
                    </a:cubicBezTo>
                    <a:cubicBezTo>
                      <a:pt x="17645" y="3386"/>
                      <a:pt x="17640" y="3365"/>
                      <a:pt x="17635" y="3342"/>
                    </a:cubicBezTo>
                    <a:cubicBezTo>
                      <a:pt x="17579" y="3113"/>
                      <a:pt x="17526" y="2883"/>
                      <a:pt x="17473" y="2653"/>
                    </a:cubicBezTo>
                    <a:cubicBezTo>
                      <a:pt x="17452" y="2567"/>
                      <a:pt x="17432" y="2482"/>
                      <a:pt x="17412" y="2397"/>
                    </a:cubicBezTo>
                    <a:cubicBezTo>
                      <a:pt x="17272" y="1816"/>
                      <a:pt x="17212" y="1298"/>
                      <a:pt x="17234" y="700"/>
                    </a:cubicBezTo>
                    <a:cubicBezTo>
                      <a:pt x="17577" y="700"/>
                      <a:pt x="17921" y="700"/>
                      <a:pt x="18275" y="700"/>
                    </a:cubicBezTo>
                    <a:cubicBezTo>
                      <a:pt x="18275" y="837"/>
                      <a:pt x="18275" y="975"/>
                      <a:pt x="18275" y="1116"/>
                    </a:cubicBezTo>
                    <a:cubicBezTo>
                      <a:pt x="18305" y="1120"/>
                      <a:pt x="18334" y="1123"/>
                      <a:pt x="18364" y="1126"/>
                    </a:cubicBezTo>
                    <a:cubicBezTo>
                      <a:pt x="19195" y="1222"/>
                      <a:pt x="19195" y="1222"/>
                      <a:pt x="19394" y="1389"/>
                    </a:cubicBezTo>
                    <a:cubicBezTo>
                      <a:pt x="19451" y="1465"/>
                      <a:pt x="19496" y="1540"/>
                      <a:pt x="19538" y="1624"/>
                    </a:cubicBezTo>
                    <a:cubicBezTo>
                      <a:pt x="19739" y="2014"/>
                      <a:pt x="20037" y="2198"/>
                      <a:pt x="20448" y="2342"/>
                    </a:cubicBezTo>
                    <a:cubicBezTo>
                      <a:pt x="20619" y="2377"/>
                      <a:pt x="20764" y="2348"/>
                      <a:pt x="20934" y="2320"/>
                    </a:cubicBezTo>
                    <a:cubicBezTo>
                      <a:pt x="21201" y="2281"/>
                      <a:pt x="21451" y="2258"/>
                      <a:pt x="21685" y="2419"/>
                    </a:cubicBezTo>
                    <a:cubicBezTo>
                      <a:pt x="22430" y="3036"/>
                      <a:pt x="22985" y="3942"/>
                      <a:pt x="23404" y="4802"/>
                    </a:cubicBezTo>
                    <a:cubicBezTo>
                      <a:pt x="23570" y="5130"/>
                      <a:pt x="23710" y="5319"/>
                      <a:pt x="24032" y="5505"/>
                    </a:cubicBezTo>
                    <a:cubicBezTo>
                      <a:pt x="24307" y="5664"/>
                      <a:pt x="24307" y="5664"/>
                      <a:pt x="24348" y="5810"/>
                    </a:cubicBezTo>
                    <a:cubicBezTo>
                      <a:pt x="24331" y="5932"/>
                      <a:pt x="24300" y="6029"/>
                      <a:pt x="24252" y="6143"/>
                    </a:cubicBezTo>
                    <a:cubicBezTo>
                      <a:pt x="24246" y="6161"/>
                      <a:pt x="24246" y="6161"/>
                      <a:pt x="24213" y="6257"/>
                    </a:cubicBezTo>
                    <a:cubicBezTo>
                      <a:pt x="24181" y="6351"/>
                      <a:pt x="24147" y="6442"/>
                      <a:pt x="24109" y="6533"/>
                    </a:cubicBezTo>
                    <a:cubicBezTo>
                      <a:pt x="23271" y="5804"/>
                      <a:pt x="23271" y="5804"/>
                      <a:pt x="23220" y="5505"/>
                    </a:cubicBezTo>
                    <a:cubicBezTo>
                      <a:pt x="23215" y="5357"/>
                      <a:pt x="23236" y="5218"/>
                      <a:pt x="23275" y="5075"/>
                    </a:cubicBezTo>
                    <a:cubicBezTo>
                      <a:pt x="23138" y="5075"/>
                      <a:pt x="23000" y="5075"/>
                      <a:pt x="22859" y="5075"/>
                    </a:cubicBezTo>
                    <a:cubicBezTo>
                      <a:pt x="22790" y="5350"/>
                      <a:pt x="22721" y="5625"/>
                      <a:pt x="22650" y="5908"/>
                    </a:cubicBezTo>
                    <a:cubicBezTo>
                      <a:pt x="22539" y="5869"/>
                      <a:pt x="22427" y="5831"/>
                      <a:pt x="22312" y="5791"/>
                    </a:cubicBezTo>
                    <a:cubicBezTo>
                      <a:pt x="22025" y="5701"/>
                      <a:pt x="21801" y="5689"/>
                      <a:pt x="21513" y="5776"/>
                    </a:cubicBezTo>
                    <a:cubicBezTo>
                      <a:pt x="20840" y="5976"/>
                      <a:pt x="20840" y="5976"/>
                      <a:pt x="20567" y="5908"/>
                    </a:cubicBezTo>
                    <a:cubicBezTo>
                      <a:pt x="20349" y="5734"/>
                      <a:pt x="20230" y="5448"/>
                      <a:pt x="20103" y="5206"/>
                    </a:cubicBezTo>
                    <a:cubicBezTo>
                      <a:pt x="19818" y="4676"/>
                      <a:pt x="19818" y="4676"/>
                      <a:pt x="19584" y="4588"/>
                    </a:cubicBezTo>
                    <a:cubicBezTo>
                      <a:pt x="19228" y="4494"/>
                      <a:pt x="18824" y="4525"/>
                      <a:pt x="18484" y="4658"/>
                    </a:cubicBezTo>
                    <a:cubicBezTo>
                      <a:pt x="18308" y="4789"/>
                      <a:pt x="18232" y="4947"/>
                      <a:pt x="18155" y="5146"/>
                    </a:cubicBezTo>
                    <a:cubicBezTo>
                      <a:pt x="18140" y="5169"/>
                      <a:pt x="18140" y="5169"/>
                      <a:pt x="18067" y="5283"/>
                    </a:cubicBezTo>
                    <a:cubicBezTo>
                      <a:pt x="17930" y="5283"/>
                      <a:pt x="17792" y="5283"/>
                      <a:pt x="17650" y="5283"/>
                    </a:cubicBezTo>
                    <a:cubicBezTo>
                      <a:pt x="17685" y="5764"/>
                      <a:pt x="17685" y="5764"/>
                      <a:pt x="17859" y="8200"/>
                    </a:cubicBezTo>
                    <a:cubicBezTo>
                      <a:pt x="17653" y="8200"/>
                      <a:pt x="17446" y="8200"/>
                      <a:pt x="17234" y="8200"/>
                    </a:cubicBezTo>
                    <a:cubicBezTo>
                      <a:pt x="17228" y="8147"/>
                      <a:pt x="17223" y="8094"/>
                      <a:pt x="17217" y="8039"/>
                    </a:cubicBezTo>
                    <a:cubicBezTo>
                      <a:pt x="17166" y="7692"/>
                      <a:pt x="17112" y="7414"/>
                      <a:pt x="16826" y="7187"/>
                    </a:cubicBezTo>
                    <a:cubicBezTo>
                      <a:pt x="16712" y="7105"/>
                      <a:pt x="16598" y="7029"/>
                      <a:pt x="16478" y="6958"/>
                    </a:cubicBezTo>
                    <a:cubicBezTo>
                      <a:pt x="16370" y="6891"/>
                      <a:pt x="16279" y="6834"/>
                      <a:pt x="16192" y="6741"/>
                    </a:cubicBezTo>
                    <a:cubicBezTo>
                      <a:pt x="16159" y="6596"/>
                      <a:pt x="16167" y="6470"/>
                      <a:pt x="16192" y="6325"/>
                    </a:cubicBezTo>
                    <a:cubicBezTo>
                      <a:pt x="15206" y="6572"/>
                      <a:pt x="14480" y="6830"/>
                      <a:pt x="13940" y="7731"/>
                    </a:cubicBezTo>
                    <a:cubicBezTo>
                      <a:pt x="13901" y="7800"/>
                      <a:pt x="13863" y="7870"/>
                      <a:pt x="13825" y="7939"/>
                    </a:cubicBezTo>
                    <a:cubicBezTo>
                      <a:pt x="13611" y="8319"/>
                      <a:pt x="13611" y="8319"/>
                      <a:pt x="13484" y="8408"/>
                    </a:cubicBezTo>
                    <a:cubicBezTo>
                      <a:pt x="13307" y="8441"/>
                      <a:pt x="13140" y="8382"/>
                      <a:pt x="12979" y="8310"/>
                    </a:cubicBezTo>
                    <a:cubicBezTo>
                      <a:pt x="12940" y="8274"/>
                      <a:pt x="12900" y="8237"/>
                      <a:pt x="12859" y="8200"/>
                    </a:cubicBezTo>
                    <a:cubicBezTo>
                      <a:pt x="12859" y="8062"/>
                      <a:pt x="12859" y="7925"/>
                      <a:pt x="12859" y="7783"/>
                    </a:cubicBezTo>
                    <a:cubicBezTo>
                      <a:pt x="12240" y="7989"/>
                      <a:pt x="11621" y="8196"/>
                      <a:pt x="10984" y="8408"/>
                    </a:cubicBezTo>
                    <a:cubicBezTo>
                      <a:pt x="10984" y="8202"/>
                      <a:pt x="10984" y="7996"/>
                      <a:pt x="10984" y="7783"/>
                    </a:cubicBezTo>
                    <a:cubicBezTo>
                      <a:pt x="10839" y="7838"/>
                      <a:pt x="10694" y="7894"/>
                      <a:pt x="10550" y="7950"/>
                    </a:cubicBezTo>
                    <a:cubicBezTo>
                      <a:pt x="10477" y="7978"/>
                      <a:pt x="10404" y="8006"/>
                      <a:pt x="10331" y="8033"/>
                    </a:cubicBezTo>
                    <a:cubicBezTo>
                      <a:pt x="10308" y="8043"/>
                      <a:pt x="10308" y="8043"/>
                      <a:pt x="10190" y="8088"/>
                    </a:cubicBezTo>
                    <a:cubicBezTo>
                      <a:pt x="10148" y="8105"/>
                      <a:pt x="10105" y="8121"/>
                      <a:pt x="10061" y="8138"/>
                    </a:cubicBezTo>
                    <a:cubicBezTo>
                      <a:pt x="9942" y="8200"/>
                      <a:pt x="9942" y="8200"/>
                      <a:pt x="9844" y="8312"/>
                    </a:cubicBezTo>
                    <a:cubicBezTo>
                      <a:pt x="9718" y="8422"/>
                      <a:pt x="9718" y="8422"/>
                      <a:pt x="9576" y="8413"/>
                    </a:cubicBezTo>
                    <a:cubicBezTo>
                      <a:pt x="9515" y="8404"/>
                      <a:pt x="9455" y="8394"/>
                      <a:pt x="9394" y="8383"/>
                    </a:cubicBezTo>
                    <a:cubicBezTo>
                      <a:pt x="9378" y="8380"/>
                      <a:pt x="9378" y="8380"/>
                      <a:pt x="9297" y="8368"/>
                    </a:cubicBezTo>
                    <a:cubicBezTo>
                      <a:pt x="9195" y="8352"/>
                      <a:pt x="9093" y="8335"/>
                      <a:pt x="8992" y="8317"/>
                    </a:cubicBezTo>
                    <a:cubicBezTo>
                      <a:pt x="8922" y="8306"/>
                      <a:pt x="8853" y="8295"/>
                      <a:pt x="8784" y="8284"/>
                    </a:cubicBezTo>
                    <a:cubicBezTo>
                      <a:pt x="8614" y="8257"/>
                      <a:pt x="8445" y="8229"/>
                      <a:pt x="8275" y="8200"/>
                    </a:cubicBezTo>
                    <a:cubicBezTo>
                      <a:pt x="8275" y="8544"/>
                      <a:pt x="8275" y="8887"/>
                      <a:pt x="8275" y="9241"/>
                    </a:cubicBezTo>
                    <a:cubicBezTo>
                      <a:pt x="8207" y="9241"/>
                      <a:pt x="8138" y="9241"/>
                      <a:pt x="8067" y="9241"/>
                    </a:cubicBezTo>
                    <a:cubicBezTo>
                      <a:pt x="7998" y="8485"/>
                      <a:pt x="7930" y="7729"/>
                      <a:pt x="7859" y="6950"/>
                    </a:cubicBezTo>
                    <a:cubicBezTo>
                      <a:pt x="7584" y="7087"/>
                      <a:pt x="7309" y="7225"/>
                      <a:pt x="7025" y="7366"/>
                    </a:cubicBezTo>
                    <a:cubicBezTo>
                      <a:pt x="6700" y="7529"/>
                      <a:pt x="6700" y="7529"/>
                      <a:pt x="6550" y="7604"/>
                    </a:cubicBezTo>
                    <a:cubicBezTo>
                      <a:pt x="6446" y="7656"/>
                      <a:pt x="6343" y="7708"/>
                      <a:pt x="6240" y="7760"/>
                    </a:cubicBezTo>
                    <a:cubicBezTo>
                      <a:pt x="5999" y="7882"/>
                      <a:pt x="5758" y="8001"/>
                      <a:pt x="5510" y="8109"/>
                    </a:cubicBezTo>
                    <a:cubicBezTo>
                      <a:pt x="5471" y="8127"/>
                      <a:pt x="5432" y="8145"/>
                      <a:pt x="5391" y="8163"/>
                    </a:cubicBezTo>
                    <a:cubicBezTo>
                      <a:pt x="5320" y="8195"/>
                      <a:pt x="5248" y="8226"/>
                      <a:pt x="5175" y="8255"/>
                    </a:cubicBezTo>
                    <a:cubicBezTo>
                      <a:pt x="5079" y="8299"/>
                      <a:pt x="5013" y="8331"/>
                      <a:pt x="4942" y="8408"/>
                    </a:cubicBezTo>
                    <a:cubicBezTo>
                      <a:pt x="4914" y="8551"/>
                      <a:pt x="4922" y="8681"/>
                      <a:pt x="4942" y="8825"/>
                    </a:cubicBezTo>
                    <a:cubicBezTo>
                      <a:pt x="4294" y="9088"/>
                      <a:pt x="4294" y="9088"/>
                      <a:pt x="4004" y="9002"/>
                    </a:cubicBezTo>
                    <a:cubicBezTo>
                      <a:pt x="3901" y="8952"/>
                      <a:pt x="3803" y="8898"/>
                      <a:pt x="3705" y="8838"/>
                    </a:cubicBezTo>
                    <a:cubicBezTo>
                      <a:pt x="3271" y="8580"/>
                      <a:pt x="2840" y="8500"/>
                      <a:pt x="2338" y="8582"/>
                    </a:cubicBezTo>
                    <a:cubicBezTo>
                      <a:pt x="2195" y="8629"/>
                      <a:pt x="2141" y="8692"/>
                      <a:pt x="2066" y="8820"/>
                    </a:cubicBezTo>
                    <a:cubicBezTo>
                      <a:pt x="2039" y="8876"/>
                      <a:pt x="2011" y="8933"/>
                      <a:pt x="1985" y="8989"/>
                    </a:cubicBezTo>
                    <a:cubicBezTo>
                      <a:pt x="1812" y="9324"/>
                      <a:pt x="1510" y="9392"/>
                      <a:pt x="1171" y="9511"/>
                    </a:cubicBezTo>
                    <a:cubicBezTo>
                      <a:pt x="785" y="9648"/>
                      <a:pt x="474" y="9827"/>
                      <a:pt x="150" y="10075"/>
                    </a:cubicBezTo>
                    <a:cubicBezTo>
                      <a:pt x="59" y="9570"/>
                      <a:pt x="0" y="9020"/>
                      <a:pt x="294" y="8573"/>
                    </a:cubicBezTo>
                    <a:cubicBezTo>
                      <a:pt x="420" y="8396"/>
                      <a:pt x="555" y="8227"/>
                      <a:pt x="691" y="8058"/>
                    </a:cubicBezTo>
                    <a:cubicBezTo>
                      <a:pt x="1085" y="7566"/>
                      <a:pt x="1311" y="7103"/>
                      <a:pt x="1512" y="6508"/>
                    </a:cubicBezTo>
                    <a:cubicBezTo>
                      <a:pt x="1832" y="5570"/>
                      <a:pt x="2288" y="4857"/>
                      <a:pt x="2913" y="4097"/>
                    </a:cubicBezTo>
                    <a:cubicBezTo>
                      <a:pt x="2975" y="4021"/>
                      <a:pt x="3038" y="3944"/>
                      <a:pt x="3100" y="3867"/>
                    </a:cubicBezTo>
                    <a:cubicBezTo>
                      <a:pt x="3198" y="3746"/>
                      <a:pt x="3299" y="3626"/>
                      <a:pt x="3401" y="3507"/>
                    </a:cubicBezTo>
                    <a:cubicBezTo>
                      <a:pt x="3439" y="3463"/>
                      <a:pt x="3476" y="3419"/>
                      <a:pt x="3513" y="3375"/>
                    </a:cubicBezTo>
                    <a:cubicBezTo>
                      <a:pt x="3748" y="3092"/>
                      <a:pt x="3966" y="2936"/>
                      <a:pt x="4325" y="2851"/>
                    </a:cubicBezTo>
                    <a:cubicBezTo>
                      <a:pt x="4403" y="2832"/>
                      <a:pt x="4403" y="2832"/>
                      <a:pt x="4525" y="2783"/>
                    </a:cubicBezTo>
                    <a:cubicBezTo>
                      <a:pt x="4553" y="2670"/>
                      <a:pt x="4536" y="2593"/>
                      <a:pt x="4519" y="2478"/>
                    </a:cubicBezTo>
                    <a:cubicBezTo>
                      <a:pt x="4529" y="2314"/>
                      <a:pt x="4603" y="2265"/>
                      <a:pt x="4724" y="2158"/>
                    </a:cubicBezTo>
                    <a:cubicBezTo>
                      <a:pt x="4812" y="2086"/>
                      <a:pt x="4903" y="2018"/>
                      <a:pt x="4994" y="1950"/>
                    </a:cubicBezTo>
                    <a:cubicBezTo>
                      <a:pt x="5043" y="1913"/>
                      <a:pt x="5091" y="1876"/>
                      <a:pt x="5139" y="1839"/>
                    </a:cubicBezTo>
                    <a:cubicBezTo>
                      <a:pt x="5784" y="1354"/>
                      <a:pt x="6423" y="1097"/>
                      <a:pt x="7199" y="896"/>
                    </a:cubicBezTo>
                    <a:cubicBezTo>
                      <a:pt x="7640" y="782"/>
                      <a:pt x="8014" y="630"/>
                      <a:pt x="8409" y="404"/>
                    </a:cubicBezTo>
                    <a:cubicBezTo>
                      <a:pt x="9115" y="0"/>
                      <a:pt x="9770" y="5"/>
                      <a:pt x="10567" y="75"/>
                    </a:cubicBezTo>
                    <a:close/>
                  </a:path>
                </a:pathLst>
              </a:custGeom>
              <a:solidFill>
                <a:srgbClr val="67C9EA"/>
              </a:solidFill>
              <a:ln w="2646" cap="flat">
                <a:noFill/>
              </a:ln>
            </p:spPr>
          </p:sp>
          <p:sp>
            <p:nvSpPr>
              <p:cNvPr id="2862" name="ICON_C_TOPOGRAPHY_path_006"/>
              <p:cNvSpPr/>
              <p:nvPr/>
            </p:nvSpPr>
            <p:spPr>
              <a:xfrm>
                <a:off x="11343132" y="7391942"/>
                <a:ext cx="311994" cy="207240"/>
              </a:xfrm>
              <a:custGeom>
                <a:avLst/>
                <a:gdLst/>
                <a:ahLst/>
                <a:cxnLst/>
                <a:rect l="0" t="0" r="r" b="b"/>
                <a:pathLst>
                  <a:path w="24566" h="16318" fill="norm" stroke="0">
                    <a:moveTo>
                      <a:pt x="6840" y="41"/>
                    </a:moveTo>
                    <a:cubicBezTo>
                      <a:pt x="7046" y="41"/>
                      <a:pt x="7253" y="41"/>
                      <a:pt x="7465" y="41"/>
                    </a:cubicBezTo>
                    <a:cubicBezTo>
                      <a:pt x="7499" y="281"/>
                      <a:pt x="7499" y="281"/>
                      <a:pt x="7673" y="1499"/>
                    </a:cubicBezTo>
                    <a:cubicBezTo>
                      <a:pt x="7789" y="1503"/>
                      <a:pt x="7789" y="1503"/>
                      <a:pt x="8376" y="1525"/>
                    </a:cubicBezTo>
                    <a:cubicBezTo>
                      <a:pt x="8449" y="1529"/>
                      <a:pt x="8521" y="1533"/>
                      <a:pt x="8596" y="1536"/>
                    </a:cubicBezTo>
                    <a:cubicBezTo>
                      <a:pt x="9062" y="1550"/>
                      <a:pt x="9062" y="1550"/>
                      <a:pt x="9257" y="1406"/>
                    </a:cubicBezTo>
                    <a:cubicBezTo>
                      <a:pt x="9325" y="1332"/>
                      <a:pt x="9391" y="1255"/>
                      <a:pt x="9455" y="1178"/>
                    </a:cubicBezTo>
                    <a:cubicBezTo>
                      <a:pt x="9586" y="1044"/>
                      <a:pt x="9688" y="1028"/>
                      <a:pt x="9871" y="1025"/>
                    </a:cubicBezTo>
                    <a:cubicBezTo>
                      <a:pt x="9906" y="1027"/>
                      <a:pt x="9942" y="1029"/>
                      <a:pt x="9978" y="1030"/>
                    </a:cubicBezTo>
                    <a:cubicBezTo>
                      <a:pt x="10014" y="1029"/>
                      <a:pt x="10050" y="1027"/>
                      <a:pt x="10087" y="1025"/>
                    </a:cubicBezTo>
                    <a:cubicBezTo>
                      <a:pt x="10194" y="1027"/>
                      <a:pt x="10194" y="1027"/>
                      <a:pt x="10382" y="1082"/>
                    </a:cubicBezTo>
                    <a:cubicBezTo>
                      <a:pt x="10416" y="1151"/>
                      <a:pt x="10416" y="1151"/>
                      <a:pt x="10590" y="1499"/>
                    </a:cubicBezTo>
                    <a:cubicBezTo>
                      <a:pt x="11140" y="1361"/>
                      <a:pt x="11690" y="1224"/>
                      <a:pt x="12257" y="1082"/>
                    </a:cubicBezTo>
                    <a:cubicBezTo>
                      <a:pt x="12291" y="1151"/>
                      <a:pt x="12291" y="1151"/>
                      <a:pt x="12465" y="1499"/>
                    </a:cubicBezTo>
                    <a:cubicBezTo>
                      <a:pt x="12566" y="1475"/>
                      <a:pt x="12665" y="1449"/>
                      <a:pt x="12765" y="1421"/>
                    </a:cubicBezTo>
                    <a:cubicBezTo>
                      <a:pt x="12793" y="1414"/>
                      <a:pt x="12821" y="1408"/>
                      <a:pt x="12850" y="1401"/>
                    </a:cubicBezTo>
                    <a:cubicBezTo>
                      <a:pt x="12943" y="1374"/>
                      <a:pt x="13011" y="1348"/>
                      <a:pt x="13090" y="1291"/>
                    </a:cubicBezTo>
                    <a:cubicBezTo>
                      <a:pt x="13139" y="1197"/>
                      <a:pt x="13139" y="1197"/>
                      <a:pt x="13182" y="1087"/>
                    </a:cubicBezTo>
                    <a:cubicBezTo>
                      <a:pt x="13243" y="948"/>
                      <a:pt x="13277" y="887"/>
                      <a:pt x="13409" y="808"/>
                    </a:cubicBezTo>
                    <a:cubicBezTo>
                      <a:pt x="13590" y="737"/>
                      <a:pt x="13775" y="679"/>
                      <a:pt x="13962" y="622"/>
                    </a:cubicBezTo>
                    <a:cubicBezTo>
                      <a:pt x="14315" y="500"/>
                      <a:pt x="14315" y="500"/>
                      <a:pt x="14401" y="350"/>
                    </a:cubicBezTo>
                    <a:cubicBezTo>
                      <a:pt x="14416" y="312"/>
                      <a:pt x="14431" y="273"/>
                      <a:pt x="14446" y="234"/>
                    </a:cubicBezTo>
                    <a:cubicBezTo>
                      <a:pt x="14490" y="124"/>
                      <a:pt x="14490" y="124"/>
                      <a:pt x="14548" y="41"/>
                    </a:cubicBezTo>
                    <a:cubicBezTo>
                      <a:pt x="14721" y="0"/>
                      <a:pt x="14873" y="38"/>
                      <a:pt x="15043" y="80"/>
                    </a:cubicBezTo>
                    <a:cubicBezTo>
                      <a:pt x="15090" y="90"/>
                      <a:pt x="15136" y="101"/>
                      <a:pt x="15184" y="112"/>
                    </a:cubicBezTo>
                    <a:cubicBezTo>
                      <a:pt x="15598" y="223"/>
                      <a:pt x="15934" y="410"/>
                      <a:pt x="16170" y="776"/>
                    </a:cubicBezTo>
                    <a:cubicBezTo>
                      <a:pt x="16303" y="1065"/>
                      <a:pt x="16261" y="1401"/>
                      <a:pt x="16215" y="1707"/>
                    </a:cubicBezTo>
                    <a:cubicBezTo>
                      <a:pt x="16554" y="1772"/>
                      <a:pt x="16928" y="1836"/>
                      <a:pt x="17257" y="1707"/>
                    </a:cubicBezTo>
                    <a:cubicBezTo>
                      <a:pt x="17365" y="1575"/>
                      <a:pt x="17424" y="1430"/>
                      <a:pt x="17487" y="1272"/>
                    </a:cubicBezTo>
                    <a:cubicBezTo>
                      <a:pt x="17594" y="1011"/>
                      <a:pt x="17708" y="752"/>
                      <a:pt x="17972" y="621"/>
                    </a:cubicBezTo>
                    <a:cubicBezTo>
                      <a:pt x="18539" y="409"/>
                      <a:pt x="19372" y="284"/>
                      <a:pt x="19945" y="527"/>
                    </a:cubicBezTo>
                    <a:cubicBezTo>
                      <a:pt x="20110" y="611"/>
                      <a:pt x="20254" y="715"/>
                      <a:pt x="20395" y="835"/>
                    </a:cubicBezTo>
                    <a:cubicBezTo>
                      <a:pt x="20405" y="844"/>
                      <a:pt x="20405" y="844"/>
                      <a:pt x="20460" y="891"/>
                    </a:cubicBezTo>
                    <a:cubicBezTo>
                      <a:pt x="20627" y="1039"/>
                      <a:pt x="20778" y="1186"/>
                      <a:pt x="20823" y="1412"/>
                    </a:cubicBezTo>
                    <a:cubicBezTo>
                      <a:pt x="20824" y="1528"/>
                      <a:pt x="20824" y="1528"/>
                      <a:pt x="20798" y="1707"/>
                    </a:cubicBezTo>
                    <a:cubicBezTo>
                      <a:pt x="20936" y="1707"/>
                      <a:pt x="21073" y="1707"/>
                      <a:pt x="21215" y="1707"/>
                    </a:cubicBezTo>
                    <a:cubicBezTo>
                      <a:pt x="21215" y="1747"/>
                      <a:pt x="21215" y="1787"/>
                      <a:pt x="21214" y="1828"/>
                    </a:cubicBezTo>
                    <a:cubicBezTo>
                      <a:pt x="21222" y="2960"/>
                      <a:pt x="21222" y="2960"/>
                      <a:pt x="21543" y="3313"/>
                    </a:cubicBezTo>
                    <a:cubicBezTo>
                      <a:pt x="21967" y="3715"/>
                      <a:pt x="22542" y="4005"/>
                      <a:pt x="23116" y="4103"/>
                    </a:cubicBezTo>
                    <a:cubicBezTo>
                      <a:pt x="23572" y="4187"/>
                      <a:pt x="23958" y="4422"/>
                      <a:pt x="24227" y="4807"/>
                    </a:cubicBezTo>
                    <a:cubicBezTo>
                      <a:pt x="24566" y="5378"/>
                      <a:pt x="24472" y="6293"/>
                      <a:pt x="24340" y="6916"/>
                    </a:cubicBezTo>
                    <a:cubicBezTo>
                      <a:pt x="24229" y="7302"/>
                      <a:pt x="24016" y="7689"/>
                      <a:pt x="23715" y="7957"/>
                    </a:cubicBezTo>
                    <a:cubicBezTo>
                      <a:pt x="23645" y="7988"/>
                      <a:pt x="23575" y="8016"/>
                      <a:pt x="23503" y="8041"/>
                    </a:cubicBezTo>
                    <a:cubicBezTo>
                      <a:pt x="23317" y="8124"/>
                      <a:pt x="23258" y="8217"/>
                      <a:pt x="23185" y="8398"/>
                    </a:cubicBezTo>
                    <a:cubicBezTo>
                      <a:pt x="23136" y="8530"/>
                      <a:pt x="23091" y="8664"/>
                      <a:pt x="23048" y="8798"/>
                    </a:cubicBezTo>
                    <a:cubicBezTo>
                      <a:pt x="22985" y="8989"/>
                      <a:pt x="22916" y="9177"/>
                      <a:pt x="22847" y="9365"/>
                    </a:cubicBezTo>
                    <a:cubicBezTo>
                      <a:pt x="22840" y="9385"/>
                      <a:pt x="22840" y="9385"/>
                      <a:pt x="22804" y="9483"/>
                    </a:cubicBezTo>
                    <a:cubicBezTo>
                      <a:pt x="22279" y="10910"/>
                      <a:pt x="21511" y="11975"/>
                      <a:pt x="20465" y="13057"/>
                    </a:cubicBezTo>
                    <a:cubicBezTo>
                      <a:pt x="20244" y="13289"/>
                      <a:pt x="20045" y="13524"/>
                      <a:pt x="19888" y="13805"/>
                    </a:cubicBezTo>
                    <a:cubicBezTo>
                      <a:pt x="19715" y="14089"/>
                      <a:pt x="19378" y="14355"/>
                      <a:pt x="19052" y="14435"/>
                    </a:cubicBezTo>
                    <a:cubicBezTo>
                      <a:pt x="18856" y="14461"/>
                      <a:pt x="18662" y="14447"/>
                      <a:pt x="18466" y="14431"/>
                    </a:cubicBezTo>
                    <a:cubicBezTo>
                      <a:pt x="18405" y="14428"/>
                      <a:pt x="18343" y="14425"/>
                      <a:pt x="18282" y="14421"/>
                    </a:cubicBezTo>
                    <a:cubicBezTo>
                      <a:pt x="17659" y="14387"/>
                      <a:pt x="17040" y="14303"/>
                      <a:pt x="16423" y="14207"/>
                    </a:cubicBezTo>
                    <a:cubicBezTo>
                      <a:pt x="16420" y="14250"/>
                      <a:pt x="16417" y="14294"/>
                      <a:pt x="16414" y="14338"/>
                    </a:cubicBezTo>
                    <a:cubicBezTo>
                      <a:pt x="16402" y="14499"/>
                      <a:pt x="16386" y="14659"/>
                      <a:pt x="16369" y="14819"/>
                    </a:cubicBezTo>
                    <a:cubicBezTo>
                      <a:pt x="16362" y="14888"/>
                      <a:pt x="16356" y="14957"/>
                      <a:pt x="16351" y="15027"/>
                    </a:cubicBezTo>
                    <a:cubicBezTo>
                      <a:pt x="16318" y="15498"/>
                      <a:pt x="16318" y="15498"/>
                      <a:pt x="16215" y="15666"/>
                    </a:cubicBezTo>
                    <a:cubicBezTo>
                      <a:pt x="16090" y="15750"/>
                      <a:pt x="15954" y="15783"/>
                      <a:pt x="15805" y="15801"/>
                    </a:cubicBezTo>
                    <a:cubicBezTo>
                      <a:pt x="15722" y="15814"/>
                      <a:pt x="15722" y="15814"/>
                      <a:pt x="15590" y="15874"/>
                    </a:cubicBezTo>
                    <a:cubicBezTo>
                      <a:pt x="15577" y="15971"/>
                      <a:pt x="15577" y="15971"/>
                      <a:pt x="15582" y="16086"/>
                    </a:cubicBezTo>
                    <a:cubicBezTo>
                      <a:pt x="15583" y="16124"/>
                      <a:pt x="15584" y="16162"/>
                      <a:pt x="15585" y="16202"/>
                    </a:cubicBezTo>
                    <a:cubicBezTo>
                      <a:pt x="15587" y="16231"/>
                      <a:pt x="15588" y="16260"/>
                      <a:pt x="15590" y="16291"/>
                    </a:cubicBezTo>
                    <a:cubicBezTo>
                      <a:pt x="14956" y="16296"/>
                      <a:pt x="14322" y="16299"/>
                      <a:pt x="13688" y="16301"/>
                    </a:cubicBezTo>
                    <a:cubicBezTo>
                      <a:pt x="13394" y="16303"/>
                      <a:pt x="13099" y="16304"/>
                      <a:pt x="12805" y="16306"/>
                    </a:cubicBezTo>
                    <a:cubicBezTo>
                      <a:pt x="12548" y="16309"/>
                      <a:pt x="12290" y="16310"/>
                      <a:pt x="12033" y="16310"/>
                    </a:cubicBezTo>
                    <a:cubicBezTo>
                      <a:pt x="11898" y="16310"/>
                      <a:pt x="11762" y="16311"/>
                      <a:pt x="11626" y="16313"/>
                    </a:cubicBezTo>
                    <a:cubicBezTo>
                      <a:pt x="11079" y="16318"/>
                      <a:pt x="10547" y="16303"/>
                      <a:pt x="10007" y="16205"/>
                    </a:cubicBezTo>
                    <a:cubicBezTo>
                      <a:pt x="9963" y="16197"/>
                      <a:pt x="9920" y="16190"/>
                      <a:pt x="9875" y="16183"/>
                    </a:cubicBezTo>
                    <a:cubicBezTo>
                      <a:pt x="9587" y="16123"/>
                      <a:pt x="9587" y="16123"/>
                      <a:pt x="9478" y="16008"/>
                    </a:cubicBezTo>
                    <a:cubicBezTo>
                      <a:pt x="9429" y="15930"/>
                      <a:pt x="9389" y="15855"/>
                      <a:pt x="9353" y="15770"/>
                    </a:cubicBezTo>
                    <a:cubicBezTo>
                      <a:pt x="9263" y="15579"/>
                      <a:pt x="9200" y="15482"/>
                      <a:pt x="8994" y="15408"/>
                    </a:cubicBezTo>
                    <a:cubicBezTo>
                      <a:pt x="8631" y="15317"/>
                      <a:pt x="8254" y="15281"/>
                      <a:pt x="7882" y="15249"/>
                    </a:cubicBezTo>
                    <a:cubicBezTo>
                      <a:pt x="7882" y="15111"/>
                      <a:pt x="7882" y="14974"/>
                      <a:pt x="7882" y="14832"/>
                    </a:cubicBezTo>
                    <a:cubicBezTo>
                      <a:pt x="7845" y="14852"/>
                      <a:pt x="7809" y="14872"/>
                      <a:pt x="7771" y="14893"/>
                    </a:cubicBezTo>
                    <a:cubicBezTo>
                      <a:pt x="6991" y="15311"/>
                      <a:pt x="6235" y="15633"/>
                      <a:pt x="5347" y="15396"/>
                    </a:cubicBezTo>
                    <a:cubicBezTo>
                      <a:pt x="4389" y="15099"/>
                      <a:pt x="3319" y="14250"/>
                      <a:pt x="2839" y="13365"/>
                    </a:cubicBezTo>
                    <a:cubicBezTo>
                      <a:pt x="2665" y="12995"/>
                      <a:pt x="2566" y="12600"/>
                      <a:pt x="2469" y="12204"/>
                    </a:cubicBezTo>
                    <a:cubicBezTo>
                      <a:pt x="2285" y="11457"/>
                      <a:pt x="1924" y="10793"/>
                      <a:pt x="1564" y="10119"/>
                    </a:cubicBezTo>
                    <a:cubicBezTo>
                      <a:pt x="1553" y="10097"/>
                      <a:pt x="1553" y="10097"/>
                      <a:pt x="1495" y="9987"/>
                    </a:cubicBezTo>
                    <a:cubicBezTo>
                      <a:pt x="1452" y="9905"/>
                      <a:pt x="1408" y="9824"/>
                      <a:pt x="1363" y="9743"/>
                    </a:cubicBezTo>
                    <a:cubicBezTo>
                      <a:pt x="1256" y="9541"/>
                      <a:pt x="1205" y="9418"/>
                      <a:pt x="1234" y="9189"/>
                    </a:cubicBezTo>
                    <a:cubicBezTo>
                      <a:pt x="1240" y="9085"/>
                      <a:pt x="1240" y="9085"/>
                      <a:pt x="1215" y="8999"/>
                    </a:cubicBezTo>
                    <a:cubicBezTo>
                      <a:pt x="1096" y="8937"/>
                      <a:pt x="980" y="8913"/>
                      <a:pt x="848" y="8884"/>
                    </a:cubicBezTo>
                    <a:cubicBezTo>
                      <a:pt x="596" y="8827"/>
                      <a:pt x="371" y="8755"/>
                      <a:pt x="173" y="8582"/>
                    </a:cubicBezTo>
                    <a:cubicBezTo>
                      <a:pt x="0" y="8194"/>
                      <a:pt x="62" y="7724"/>
                      <a:pt x="90" y="7310"/>
                    </a:cubicBezTo>
                    <a:cubicBezTo>
                      <a:pt x="97" y="7183"/>
                      <a:pt x="100" y="7056"/>
                      <a:pt x="102" y="6929"/>
                    </a:cubicBezTo>
                    <a:cubicBezTo>
                      <a:pt x="105" y="6776"/>
                      <a:pt x="111" y="6624"/>
                      <a:pt x="116" y="6472"/>
                    </a:cubicBezTo>
                    <a:cubicBezTo>
                      <a:pt x="117" y="6443"/>
                      <a:pt x="118" y="6415"/>
                      <a:pt x="119" y="6385"/>
                    </a:cubicBezTo>
                    <a:cubicBezTo>
                      <a:pt x="123" y="6303"/>
                      <a:pt x="128" y="6221"/>
                      <a:pt x="133" y="6140"/>
                    </a:cubicBezTo>
                    <a:cubicBezTo>
                      <a:pt x="136" y="6093"/>
                      <a:pt x="139" y="6047"/>
                      <a:pt x="141" y="5999"/>
                    </a:cubicBezTo>
                    <a:cubicBezTo>
                      <a:pt x="182" y="5839"/>
                      <a:pt x="264" y="5778"/>
                      <a:pt x="382" y="5666"/>
                    </a:cubicBezTo>
                    <a:cubicBezTo>
                      <a:pt x="408" y="5574"/>
                      <a:pt x="408" y="5574"/>
                      <a:pt x="408" y="5480"/>
                    </a:cubicBezTo>
                    <a:cubicBezTo>
                      <a:pt x="409" y="5444"/>
                      <a:pt x="410" y="5409"/>
                      <a:pt x="410" y="5372"/>
                    </a:cubicBezTo>
                    <a:cubicBezTo>
                      <a:pt x="411" y="5353"/>
                      <a:pt x="411" y="5353"/>
                      <a:pt x="411" y="5257"/>
                    </a:cubicBezTo>
                    <a:cubicBezTo>
                      <a:pt x="414" y="5175"/>
                      <a:pt x="417" y="5094"/>
                      <a:pt x="421" y="5012"/>
                    </a:cubicBezTo>
                    <a:cubicBezTo>
                      <a:pt x="423" y="4970"/>
                      <a:pt x="425" y="4928"/>
                      <a:pt x="427" y="4884"/>
                    </a:cubicBezTo>
                    <a:cubicBezTo>
                      <a:pt x="480" y="3893"/>
                      <a:pt x="480" y="3893"/>
                      <a:pt x="691" y="3655"/>
                    </a:cubicBezTo>
                    <a:cubicBezTo>
                      <a:pt x="856" y="3522"/>
                      <a:pt x="1018" y="3437"/>
                      <a:pt x="1217" y="3366"/>
                    </a:cubicBezTo>
                    <a:cubicBezTo>
                      <a:pt x="1540" y="3249"/>
                      <a:pt x="1656" y="3148"/>
                      <a:pt x="1837" y="2859"/>
                    </a:cubicBezTo>
                    <a:cubicBezTo>
                      <a:pt x="2170" y="2334"/>
                      <a:pt x="2170" y="2334"/>
                      <a:pt x="2501" y="2245"/>
                    </a:cubicBezTo>
                    <a:cubicBezTo>
                      <a:pt x="2779" y="2195"/>
                      <a:pt x="3056" y="2185"/>
                      <a:pt x="3337" y="2176"/>
                    </a:cubicBezTo>
                    <a:cubicBezTo>
                      <a:pt x="3435" y="2170"/>
                      <a:pt x="3533" y="2164"/>
                      <a:pt x="3630" y="2157"/>
                    </a:cubicBezTo>
                    <a:cubicBezTo>
                      <a:pt x="3866" y="2142"/>
                      <a:pt x="4103" y="2131"/>
                      <a:pt x="4340" y="2124"/>
                    </a:cubicBezTo>
                    <a:cubicBezTo>
                      <a:pt x="4339" y="2110"/>
                      <a:pt x="4339" y="2110"/>
                      <a:pt x="4332" y="2040"/>
                    </a:cubicBezTo>
                    <a:cubicBezTo>
                      <a:pt x="4314" y="1737"/>
                      <a:pt x="4314" y="1737"/>
                      <a:pt x="4438" y="1593"/>
                    </a:cubicBezTo>
                    <a:cubicBezTo>
                      <a:pt x="4483" y="1563"/>
                      <a:pt x="4530" y="1534"/>
                      <a:pt x="4577" y="1506"/>
                    </a:cubicBezTo>
                    <a:cubicBezTo>
                      <a:pt x="4602" y="1490"/>
                      <a:pt x="4627" y="1474"/>
                      <a:pt x="4653" y="1457"/>
                    </a:cubicBezTo>
                    <a:cubicBezTo>
                      <a:pt x="4734" y="1405"/>
                      <a:pt x="4817" y="1354"/>
                      <a:pt x="4900" y="1304"/>
                    </a:cubicBezTo>
                    <a:cubicBezTo>
                      <a:pt x="4957" y="1267"/>
                      <a:pt x="5014" y="1231"/>
                      <a:pt x="5070" y="1195"/>
                    </a:cubicBezTo>
                    <a:cubicBezTo>
                      <a:pt x="5242" y="1086"/>
                      <a:pt x="5416" y="979"/>
                      <a:pt x="5590" y="874"/>
                    </a:cubicBezTo>
                    <a:cubicBezTo>
                      <a:pt x="5616" y="858"/>
                      <a:pt x="5643" y="842"/>
                      <a:pt x="5670" y="825"/>
                    </a:cubicBezTo>
                    <a:cubicBezTo>
                      <a:pt x="5881" y="698"/>
                      <a:pt x="6093" y="570"/>
                      <a:pt x="6306" y="447"/>
                    </a:cubicBezTo>
                    <a:cubicBezTo>
                      <a:pt x="6346" y="424"/>
                      <a:pt x="6386" y="401"/>
                      <a:pt x="6428" y="377"/>
                    </a:cubicBezTo>
                    <a:cubicBezTo>
                      <a:pt x="6462" y="357"/>
                      <a:pt x="6497" y="337"/>
                      <a:pt x="6532" y="317"/>
                    </a:cubicBezTo>
                    <a:cubicBezTo>
                      <a:pt x="6632" y="249"/>
                      <a:pt x="6632" y="249"/>
                      <a:pt x="6840" y="41"/>
                    </a:cubicBezTo>
                    <a:close/>
                    <a:moveTo>
                      <a:pt x="14340" y="1916"/>
                    </a:moveTo>
                    <a:cubicBezTo>
                      <a:pt x="14339" y="1940"/>
                      <a:pt x="14338" y="1964"/>
                      <a:pt x="14337" y="1989"/>
                    </a:cubicBezTo>
                    <a:cubicBezTo>
                      <a:pt x="14321" y="2255"/>
                      <a:pt x="14297" y="2532"/>
                      <a:pt x="14132" y="2749"/>
                    </a:cubicBezTo>
                    <a:cubicBezTo>
                      <a:pt x="13819" y="2916"/>
                      <a:pt x="13439" y="2935"/>
                      <a:pt x="13090" y="2957"/>
                    </a:cubicBezTo>
                    <a:cubicBezTo>
                      <a:pt x="13090" y="3095"/>
                      <a:pt x="13090" y="3232"/>
                      <a:pt x="13090" y="3374"/>
                    </a:cubicBezTo>
                    <a:cubicBezTo>
                      <a:pt x="13060" y="3372"/>
                      <a:pt x="13030" y="3371"/>
                      <a:pt x="13000" y="3370"/>
                    </a:cubicBezTo>
                    <a:cubicBezTo>
                      <a:pt x="11513" y="3304"/>
                      <a:pt x="10216" y="3303"/>
                      <a:pt x="8816" y="3877"/>
                    </a:cubicBezTo>
                    <a:cubicBezTo>
                      <a:pt x="8490" y="4010"/>
                      <a:pt x="8158" y="4106"/>
                      <a:pt x="7818" y="4196"/>
                    </a:cubicBezTo>
                    <a:cubicBezTo>
                      <a:pt x="7359" y="4318"/>
                      <a:pt x="6906" y="4454"/>
                      <a:pt x="6462" y="4624"/>
                    </a:cubicBezTo>
                    <a:cubicBezTo>
                      <a:pt x="6422" y="4639"/>
                      <a:pt x="6381" y="4654"/>
                      <a:pt x="6339" y="4669"/>
                    </a:cubicBezTo>
                    <a:cubicBezTo>
                      <a:pt x="6115" y="4759"/>
                      <a:pt x="5983" y="4852"/>
                      <a:pt x="5828" y="5038"/>
                    </a:cubicBezTo>
                    <a:cubicBezTo>
                      <a:pt x="5591" y="5293"/>
                      <a:pt x="5333" y="5339"/>
                      <a:pt x="4999" y="5390"/>
                    </a:cubicBezTo>
                    <a:cubicBezTo>
                      <a:pt x="4900" y="5405"/>
                      <a:pt x="4800" y="5422"/>
                      <a:pt x="4701" y="5440"/>
                    </a:cubicBezTo>
                    <a:cubicBezTo>
                      <a:pt x="4455" y="5484"/>
                      <a:pt x="4208" y="5525"/>
                      <a:pt x="3961" y="5566"/>
                    </a:cubicBezTo>
                    <a:cubicBezTo>
                      <a:pt x="1985" y="5887"/>
                      <a:pt x="1985" y="5887"/>
                      <a:pt x="1423" y="6499"/>
                    </a:cubicBezTo>
                    <a:cubicBezTo>
                      <a:pt x="1278" y="6744"/>
                      <a:pt x="1302" y="6994"/>
                      <a:pt x="1332" y="7267"/>
                    </a:cubicBezTo>
                    <a:cubicBezTo>
                      <a:pt x="1337" y="7340"/>
                      <a:pt x="1341" y="7413"/>
                      <a:pt x="1345" y="7486"/>
                    </a:cubicBezTo>
                    <a:cubicBezTo>
                      <a:pt x="1361" y="7715"/>
                      <a:pt x="1390" y="7940"/>
                      <a:pt x="1423" y="8166"/>
                    </a:cubicBezTo>
                    <a:cubicBezTo>
                      <a:pt x="1429" y="8201"/>
                      <a:pt x="1434" y="8237"/>
                      <a:pt x="1439" y="8273"/>
                    </a:cubicBezTo>
                    <a:cubicBezTo>
                      <a:pt x="1603" y="9341"/>
                      <a:pt x="2008" y="10265"/>
                      <a:pt x="2521" y="11209"/>
                    </a:cubicBezTo>
                    <a:cubicBezTo>
                      <a:pt x="2633" y="11417"/>
                      <a:pt x="2732" y="11626"/>
                      <a:pt x="2822" y="11845"/>
                    </a:cubicBezTo>
                    <a:cubicBezTo>
                      <a:pt x="3083" y="12464"/>
                      <a:pt x="3394" y="12898"/>
                      <a:pt x="3910" y="13335"/>
                    </a:cubicBezTo>
                    <a:cubicBezTo>
                      <a:pt x="3936" y="13357"/>
                      <a:pt x="3961" y="13379"/>
                      <a:pt x="3987" y="13401"/>
                    </a:cubicBezTo>
                    <a:cubicBezTo>
                      <a:pt x="4743" y="14045"/>
                      <a:pt x="5663" y="14031"/>
                      <a:pt x="6608" y="14080"/>
                    </a:cubicBezTo>
                    <a:cubicBezTo>
                      <a:pt x="8358" y="14171"/>
                      <a:pt x="8358" y="14171"/>
                      <a:pt x="9054" y="14429"/>
                    </a:cubicBezTo>
                    <a:cubicBezTo>
                      <a:pt x="9739" y="14677"/>
                      <a:pt x="10419" y="14651"/>
                      <a:pt x="11139" y="14630"/>
                    </a:cubicBezTo>
                    <a:cubicBezTo>
                      <a:pt x="11275" y="14627"/>
                      <a:pt x="11411" y="14624"/>
                      <a:pt x="11547" y="14621"/>
                    </a:cubicBezTo>
                    <a:cubicBezTo>
                      <a:pt x="11575" y="14620"/>
                      <a:pt x="11603" y="14620"/>
                      <a:pt x="11631" y="14619"/>
                    </a:cubicBezTo>
                    <a:cubicBezTo>
                      <a:pt x="12084" y="14611"/>
                      <a:pt x="12527" y="14644"/>
                      <a:pt x="12978" y="14694"/>
                    </a:cubicBezTo>
                    <a:cubicBezTo>
                      <a:pt x="13083" y="14705"/>
                      <a:pt x="13189" y="14716"/>
                      <a:pt x="13295" y="14727"/>
                    </a:cubicBezTo>
                    <a:cubicBezTo>
                      <a:pt x="13366" y="14734"/>
                      <a:pt x="13436" y="14741"/>
                      <a:pt x="13506" y="14748"/>
                    </a:cubicBezTo>
                    <a:cubicBezTo>
                      <a:pt x="13524" y="14750"/>
                      <a:pt x="13524" y="14750"/>
                      <a:pt x="13611" y="14759"/>
                    </a:cubicBezTo>
                    <a:cubicBezTo>
                      <a:pt x="13784" y="14777"/>
                      <a:pt x="13955" y="14797"/>
                      <a:pt x="14126" y="14822"/>
                    </a:cubicBezTo>
                    <a:cubicBezTo>
                      <a:pt x="15201" y="14977"/>
                      <a:pt x="15201" y="14977"/>
                      <a:pt x="15525" y="14738"/>
                    </a:cubicBezTo>
                    <a:cubicBezTo>
                      <a:pt x="15830" y="14476"/>
                      <a:pt x="16172" y="14069"/>
                      <a:pt x="16235" y="13663"/>
                    </a:cubicBezTo>
                    <a:cubicBezTo>
                      <a:pt x="16235" y="13564"/>
                      <a:pt x="16231" y="13472"/>
                      <a:pt x="16215" y="13374"/>
                    </a:cubicBezTo>
                    <a:cubicBezTo>
                      <a:pt x="16236" y="13381"/>
                      <a:pt x="16256" y="13387"/>
                      <a:pt x="16278" y="13394"/>
                    </a:cubicBezTo>
                    <a:cubicBezTo>
                      <a:pt x="18033" y="13946"/>
                      <a:pt x="18033" y="13946"/>
                      <a:pt x="18740" y="13585"/>
                    </a:cubicBezTo>
                    <a:cubicBezTo>
                      <a:pt x="18766" y="13571"/>
                      <a:pt x="18792" y="13558"/>
                      <a:pt x="18819" y="13543"/>
                    </a:cubicBezTo>
                    <a:cubicBezTo>
                      <a:pt x="18832" y="13537"/>
                      <a:pt x="18832" y="13537"/>
                      <a:pt x="18897" y="13504"/>
                    </a:cubicBezTo>
                    <a:cubicBezTo>
                      <a:pt x="19081" y="13406"/>
                      <a:pt x="19291" y="13295"/>
                      <a:pt x="19369" y="13091"/>
                    </a:cubicBezTo>
                    <a:cubicBezTo>
                      <a:pt x="19389" y="13008"/>
                      <a:pt x="19407" y="12926"/>
                      <a:pt x="19425" y="12842"/>
                    </a:cubicBezTo>
                    <a:cubicBezTo>
                      <a:pt x="19450" y="12728"/>
                      <a:pt x="19475" y="12634"/>
                      <a:pt x="19548" y="12541"/>
                    </a:cubicBezTo>
                    <a:cubicBezTo>
                      <a:pt x="19674" y="12483"/>
                      <a:pt x="19803" y="12465"/>
                      <a:pt x="19939" y="12445"/>
                    </a:cubicBezTo>
                    <a:cubicBezTo>
                      <a:pt x="20400" y="12369"/>
                      <a:pt x="20590" y="12166"/>
                      <a:pt x="20857" y="11795"/>
                    </a:cubicBezTo>
                    <a:cubicBezTo>
                      <a:pt x="20907" y="11723"/>
                      <a:pt x="20957" y="11650"/>
                      <a:pt x="21007" y="11577"/>
                    </a:cubicBezTo>
                    <a:cubicBezTo>
                      <a:pt x="21060" y="11502"/>
                      <a:pt x="21114" y="11426"/>
                      <a:pt x="21168" y="11351"/>
                    </a:cubicBezTo>
                    <a:cubicBezTo>
                      <a:pt x="21635" y="10693"/>
                      <a:pt x="22044" y="10006"/>
                      <a:pt x="22420" y="9292"/>
                    </a:cubicBezTo>
                    <a:cubicBezTo>
                      <a:pt x="22465" y="9208"/>
                      <a:pt x="22511" y="9124"/>
                      <a:pt x="22557" y="9040"/>
                    </a:cubicBezTo>
                    <a:cubicBezTo>
                      <a:pt x="22937" y="8350"/>
                      <a:pt x="23218" y="7709"/>
                      <a:pt x="23298" y="6916"/>
                    </a:cubicBezTo>
                    <a:cubicBezTo>
                      <a:pt x="23306" y="6857"/>
                      <a:pt x="23314" y="6798"/>
                      <a:pt x="23322" y="6739"/>
                    </a:cubicBezTo>
                    <a:cubicBezTo>
                      <a:pt x="23459" y="5700"/>
                      <a:pt x="23459" y="5700"/>
                      <a:pt x="23255" y="5391"/>
                    </a:cubicBezTo>
                    <a:cubicBezTo>
                      <a:pt x="22987" y="5087"/>
                      <a:pt x="22526" y="4860"/>
                      <a:pt x="22130" y="4819"/>
                    </a:cubicBezTo>
                    <a:cubicBezTo>
                      <a:pt x="22032" y="4819"/>
                      <a:pt x="21937" y="4822"/>
                      <a:pt x="21840" y="4832"/>
                    </a:cubicBezTo>
                    <a:cubicBezTo>
                      <a:pt x="21847" y="4811"/>
                      <a:pt x="21847" y="4811"/>
                      <a:pt x="21880" y="4706"/>
                    </a:cubicBezTo>
                    <a:cubicBezTo>
                      <a:pt x="21913" y="4559"/>
                      <a:pt x="21928" y="4430"/>
                      <a:pt x="21889" y="4282"/>
                    </a:cubicBezTo>
                    <a:cubicBezTo>
                      <a:pt x="21733" y="4042"/>
                      <a:pt x="21301" y="4018"/>
                      <a:pt x="21036" y="3961"/>
                    </a:cubicBezTo>
                    <a:cubicBezTo>
                      <a:pt x="20926" y="3938"/>
                      <a:pt x="20817" y="3916"/>
                      <a:pt x="20707" y="3895"/>
                    </a:cubicBezTo>
                    <a:cubicBezTo>
                      <a:pt x="19641" y="3684"/>
                      <a:pt x="19641" y="3684"/>
                      <a:pt x="19485" y="3513"/>
                    </a:cubicBezTo>
                    <a:cubicBezTo>
                      <a:pt x="19416" y="3382"/>
                      <a:pt x="19394" y="3252"/>
                      <a:pt x="19373" y="3108"/>
                    </a:cubicBezTo>
                    <a:cubicBezTo>
                      <a:pt x="19316" y="2847"/>
                      <a:pt x="19124" y="2744"/>
                      <a:pt x="18910" y="2606"/>
                    </a:cubicBezTo>
                    <a:cubicBezTo>
                      <a:pt x="18871" y="2579"/>
                      <a:pt x="18833" y="2552"/>
                      <a:pt x="18793" y="2524"/>
                    </a:cubicBezTo>
                    <a:cubicBezTo>
                      <a:pt x="18698" y="2459"/>
                      <a:pt x="18603" y="2395"/>
                      <a:pt x="18507" y="2332"/>
                    </a:cubicBezTo>
                    <a:cubicBezTo>
                      <a:pt x="18496" y="2347"/>
                      <a:pt x="18496" y="2347"/>
                      <a:pt x="18440" y="2425"/>
                    </a:cubicBezTo>
                    <a:cubicBezTo>
                      <a:pt x="18191" y="2724"/>
                      <a:pt x="18191" y="2724"/>
                      <a:pt x="18015" y="2767"/>
                    </a:cubicBezTo>
                    <a:cubicBezTo>
                      <a:pt x="17807" y="2784"/>
                      <a:pt x="17604" y="2747"/>
                      <a:pt x="17400" y="2710"/>
                    </a:cubicBezTo>
                    <a:cubicBezTo>
                      <a:pt x="17368" y="2705"/>
                      <a:pt x="17335" y="2700"/>
                      <a:pt x="17302" y="2695"/>
                    </a:cubicBezTo>
                    <a:cubicBezTo>
                      <a:pt x="16770" y="2612"/>
                      <a:pt x="16414" y="2440"/>
                      <a:pt x="15976" y="2129"/>
                    </a:cubicBezTo>
                    <a:cubicBezTo>
                      <a:pt x="15473" y="1795"/>
                      <a:pt x="14920" y="1857"/>
                      <a:pt x="14340" y="1916"/>
                    </a:cubicBezTo>
                    <a:close/>
                  </a:path>
                </a:pathLst>
              </a:custGeom>
              <a:solidFill>
                <a:srgbClr val="C2F5BC"/>
              </a:solidFill>
              <a:ln w="2646" cap="flat">
                <a:noFill/>
              </a:ln>
            </p:spPr>
          </p:sp>
          <p:sp>
            <p:nvSpPr>
              <p:cNvPr id="2863" name="ICON_C_TOPOGRAPHY_path_007"/>
              <p:cNvSpPr/>
              <p:nvPr/>
            </p:nvSpPr>
            <p:spPr>
              <a:xfrm>
                <a:off x="11353271" y="7408333"/>
                <a:ext cx="315259" cy="243679"/>
              </a:xfrm>
              <a:custGeom>
                <a:avLst/>
                <a:gdLst/>
                <a:ahLst/>
                <a:cxnLst/>
                <a:rect l="0" t="0" r="r" b="b"/>
                <a:pathLst>
                  <a:path w="24824" h="19187" fill="norm" stroke="0">
                    <a:moveTo>
                      <a:pt x="23750" y="0"/>
                    </a:moveTo>
                    <a:cubicBezTo>
                      <a:pt x="24237" y="340"/>
                      <a:pt x="24287" y="800"/>
                      <a:pt x="24388" y="1354"/>
                    </a:cubicBezTo>
                    <a:cubicBezTo>
                      <a:pt x="24412" y="1481"/>
                      <a:pt x="24437" y="1607"/>
                      <a:pt x="24462" y="1734"/>
                    </a:cubicBezTo>
                    <a:cubicBezTo>
                      <a:pt x="24478" y="1812"/>
                      <a:pt x="24493" y="1891"/>
                      <a:pt x="24507" y="1969"/>
                    </a:cubicBezTo>
                    <a:cubicBezTo>
                      <a:pt x="24544" y="2161"/>
                      <a:pt x="24592" y="2316"/>
                      <a:pt x="24689" y="2487"/>
                    </a:cubicBezTo>
                    <a:cubicBezTo>
                      <a:pt x="24801" y="2706"/>
                      <a:pt x="24821" y="2884"/>
                      <a:pt x="24819" y="3128"/>
                    </a:cubicBezTo>
                    <a:cubicBezTo>
                      <a:pt x="24819" y="3147"/>
                      <a:pt x="24819" y="3147"/>
                      <a:pt x="24820" y="3248"/>
                    </a:cubicBezTo>
                    <a:cubicBezTo>
                      <a:pt x="24821" y="3379"/>
                      <a:pt x="24820" y="3509"/>
                      <a:pt x="24819" y="3640"/>
                    </a:cubicBezTo>
                    <a:cubicBezTo>
                      <a:pt x="24819" y="3733"/>
                      <a:pt x="24820" y="3826"/>
                      <a:pt x="24820" y="3919"/>
                    </a:cubicBezTo>
                    <a:cubicBezTo>
                      <a:pt x="24820" y="4115"/>
                      <a:pt x="24820" y="4310"/>
                      <a:pt x="24819" y="4506"/>
                    </a:cubicBezTo>
                    <a:cubicBezTo>
                      <a:pt x="24818" y="4751"/>
                      <a:pt x="24818" y="4995"/>
                      <a:pt x="24820" y="5240"/>
                    </a:cubicBezTo>
                    <a:cubicBezTo>
                      <a:pt x="24824" y="6166"/>
                      <a:pt x="24812" y="7092"/>
                      <a:pt x="24724" y="8015"/>
                    </a:cubicBezTo>
                    <a:cubicBezTo>
                      <a:pt x="24716" y="8095"/>
                      <a:pt x="24709" y="8176"/>
                      <a:pt x="24702" y="8256"/>
                    </a:cubicBezTo>
                    <a:cubicBezTo>
                      <a:pt x="24645" y="8938"/>
                      <a:pt x="24645" y="8938"/>
                      <a:pt x="24374" y="9199"/>
                    </a:cubicBezTo>
                    <a:cubicBezTo>
                      <a:pt x="24337" y="9230"/>
                      <a:pt x="24300" y="9261"/>
                      <a:pt x="24262" y="9293"/>
                    </a:cubicBezTo>
                    <a:cubicBezTo>
                      <a:pt x="24124" y="9413"/>
                      <a:pt x="24098" y="9499"/>
                      <a:pt x="24057" y="9676"/>
                    </a:cubicBezTo>
                    <a:cubicBezTo>
                      <a:pt x="24050" y="9703"/>
                      <a:pt x="24043" y="9731"/>
                      <a:pt x="24036" y="9759"/>
                    </a:cubicBezTo>
                    <a:cubicBezTo>
                      <a:pt x="24021" y="9817"/>
                      <a:pt x="24007" y="9876"/>
                      <a:pt x="23993" y="9934"/>
                    </a:cubicBezTo>
                    <a:cubicBezTo>
                      <a:pt x="23955" y="10096"/>
                      <a:pt x="23910" y="10256"/>
                      <a:pt x="23866" y="10417"/>
                    </a:cubicBezTo>
                    <a:cubicBezTo>
                      <a:pt x="23857" y="10450"/>
                      <a:pt x="23848" y="10484"/>
                      <a:pt x="23839" y="10519"/>
                    </a:cubicBezTo>
                    <a:cubicBezTo>
                      <a:pt x="23535" y="11625"/>
                      <a:pt x="23169" y="12575"/>
                      <a:pt x="22391" y="13427"/>
                    </a:cubicBezTo>
                    <a:cubicBezTo>
                      <a:pt x="22290" y="13543"/>
                      <a:pt x="22202" y="13663"/>
                      <a:pt x="22114" y="13790"/>
                    </a:cubicBezTo>
                    <a:cubicBezTo>
                      <a:pt x="22087" y="13829"/>
                      <a:pt x="22059" y="13869"/>
                      <a:pt x="22031" y="13909"/>
                    </a:cubicBezTo>
                    <a:cubicBezTo>
                      <a:pt x="21981" y="13983"/>
                      <a:pt x="21931" y="14057"/>
                      <a:pt x="21883" y="14132"/>
                    </a:cubicBezTo>
                    <a:cubicBezTo>
                      <a:pt x="21720" y="14365"/>
                      <a:pt x="21720" y="14365"/>
                      <a:pt x="21556" y="14396"/>
                    </a:cubicBezTo>
                    <a:cubicBezTo>
                      <a:pt x="21452" y="14397"/>
                      <a:pt x="21353" y="14391"/>
                      <a:pt x="21250" y="14375"/>
                    </a:cubicBezTo>
                    <a:cubicBezTo>
                      <a:pt x="21247" y="14423"/>
                      <a:pt x="21244" y="14471"/>
                      <a:pt x="21241" y="14521"/>
                    </a:cubicBezTo>
                    <a:cubicBezTo>
                      <a:pt x="21158" y="15199"/>
                      <a:pt x="20735" y="15686"/>
                      <a:pt x="20221" y="16107"/>
                    </a:cubicBezTo>
                    <a:cubicBezTo>
                      <a:pt x="19894" y="16350"/>
                      <a:pt x="19544" y="16338"/>
                      <a:pt x="19150" y="16287"/>
                    </a:cubicBezTo>
                    <a:cubicBezTo>
                      <a:pt x="19086" y="16275"/>
                      <a:pt x="19023" y="16263"/>
                      <a:pt x="18958" y="16250"/>
                    </a:cubicBezTo>
                    <a:cubicBezTo>
                      <a:pt x="18958" y="16456"/>
                      <a:pt x="18958" y="16663"/>
                      <a:pt x="18958" y="16875"/>
                    </a:cubicBezTo>
                    <a:cubicBezTo>
                      <a:pt x="18901" y="16868"/>
                      <a:pt x="18843" y="16860"/>
                      <a:pt x="18783" y="16853"/>
                    </a:cubicBezTo>
                    <a:cubicBezTo>
                      <a:pt x="18317" y="16812"/>
                      <a:pt x="18317" y="16812"/>
                      <a:pt x="18125" y="16875"/>
                    </a:cubicBezTo>
                    <a:cubicBezTo>
                      <a:pt x="18068" y="16990"/>
                      <a:pt x="18049" y="17052"/>
                      <a:pt x="18034" y="17175"/>
                    </a:cubicBezTo>
                    <a:cubicBezTo>
                      <a:pt x="18016" y="17301"/>
                      <a:pt x="17997" y="17399"/>
                      <a:pt x="17917" y="17500"/>
                    </a:cubicBezTo>
                    <a:cubicBezTo>
                      <a:pt x="17705" y="17587"/>
                      <a:pt x="17479" y="17610"/>
                      <a:pt x="17253" y="17629"/>
                    </a:cubicBezTo>
                    <a:cubicBezTo>
                      <a:pt x="17230" y="17632"/>
                      <a:pt x="17230" y="17632"/>
                      <a:pt x="17116" y="17644"/>
                    </a:cubicBezTo>
                    <a:cubicBezTo>
                      <a:pt x="17095" y="17645"/>
                      <a:pt x="17095" y="17645"/>
                      <a:pt x="16991" y="17652"/>
                    </a:cubicBezTo>
                    <a:cubicBezTo>
                      <a:pt x="16850" y="17721"/>
                      <a:pt x="16851" y="17752"/>
                      <a:pt x="16796" y="17893"/>
                    </a:cubicBezTo>
                    <a:cubicBezTo>
                      <a:pt x="16565" y="18392"/>
                      <a:pt x="15919" y="18644"/>
                      <a:pt x="15435" y="18832"/>
                    </a:cubicBezTo>
                    <a:cubicBezTo>
                      <a:pt x="14400" y="19187"/>
                      <a:pt x="13187" y="19064"/>
                      <a:pt x="12110" y="19042"/>
                    </a:cubicBezTo>
                    <a:cubicBezTo>
                      <a:pt x="11857" y="19037"/>
                      <a:pt x="11604" y="19035"/>
                      <a:pt x="11351" y="19036"/>
                    </a:cubicBezTo>
                    <a:cubicBezTo>
                      <a:pt x="9754" y="19037"/>
                      <a:pt x="8203" y="19032"/>
                      <a:pt x="6667" y="18542"/>
                    </a:cubicBezTo>
                    <a:cubicBezTo>
                      <a:pt x="6641" y="18534"/>
                      <a:pt x="6615" y="18526"/>
                      <a:pt x="6588" y="18517"/>
                    </a:cubicBezTo>
                    <a:cubicBezTo>
                      <a:pt x="6287" y="18424"/>
                      <a:pt x="6001" y="18311"/>
                      <a:pt x="5716" y="18177"/>
                    </a:cubicBezTo>
                    <a:cubicBezTo>
                      <a:pt x="5697" y="18169"/>
                      <a:pt x="5697" y="18169"/>
                      <a:pt x="5603" y="18125"/>
                    </a:cubicBezTo>
                    <a:cubicBezTo>
                      <a:pt x="4754" y="17736"/>
                      <a:pt x="4031" y="17197"/>
                      <a:pt x="3311" y="16609"/>
                    </a:cubicBezTo>
                    <a:cubicBezTo>
                      <a:pt x="3168" y="16492"/>
                      <a:pt x="3023" y="16380"/>
                      <a:pt x="2874" y="16271"/>
                    </a:cubicBezTo>
                    <a:cubicBezTo>
                      <a:pt x="2200" y="15775"/>
                      <a:pt x="1659" y="15196"/>
                      <a:pt x="1142" y="14540"/>
                    </a:cubicBezTo>
                    <a:cubicBezTo>
                      <a:pt x="1095" y="14481"/>
                      <a:pt x="1047" y="14421"/>
                      <a:pt x="1000" y="14362"/>
                    </a:cubicBezTo>
                    <a:cubicBezTo>
                      <a:pt x="531" y="13774"/>
                      <a:pt x="244" y="13207"/>
                      <a:pt x="0" y="12500"/>
                    </a:cubicBezTo>
                    <a:cubicBezTo>
                      <a:pt x="206" y="12500"/>
                      <a:pt x="413" y="12500"/>
                      <a:pt x="625" y="12500"/>
                    </a:cubicBezTo>
                    <a:cubicBezTo>
                      <a:pt x="625" y="12225"/>
                      <a:pt x="625" y="11950"/>
                      <a:pt x="625" y="11667"/>
                    </a:cubicBezTo>
                    <a:cubicBezTo>
                      <a:pt x="763" y="11667"/>
                      <a:pt x="900" y="11667"/>
                      <a:pt x="1042" y="11667"/>
                    </a:cubicBezTo>
                    <a:cubicBezTo>
                      <a:pt x="1042" y="12010"/>
                      <a:pt x="1042" y="12354"/>
                      <a:pt x="1042" y="12708"/>
                    </a:cubicBezTo>
                    <a:cubicBezTo>
                      <a:pt x="904" y="12708"/>
                      <a:pt x="767" y="12708"/>
                      <a:pt x="625" y="12708"/>
                    </a:cubicBezTo>
                    <a:cubicBezTo>
                      <a:pt x="704" y="12888"/>
                      <a:pt x="786" y="13065"/>
                      <a:pt x="869" y="13242"/>
                    </a:cubicBezTo>
                    <a:cubicBezTo>
                      <a:pt x="897" y="13303"/>
                      <a:pt x="925" y="13363"/>
                      <a:pt x="951" y="13424"/>
                    </a:cubicBezTo>
                    <a:cubicBezTo>
                      <a:pt x="1170" y="13918"/>
                      <a:pt x="1170" y="13918"/>
                      <a:pt x="1357" y="14012"/>
                    </a:cubicBezTo>
                    <a:cubicBezTo>
                      <a:pt x="1486" y="14025"/>
                      <a:pt x="1552" y="14019"/>
                      <a:pt x="1667" y="13958"/>
                    </a:cubicBezTo>
                    <a:cubicBezTo>
                      <a:pt x="1765" y="13829"/>
                      <a:pt x="1823" y="13695"/>
                      <a:pt x="1875" y="13542"/>
                    </a:cubicBezTo>
                    <a:cubicBezTo>
                      <a:pt x="2595" y="13731"/>
                      <a:pt x="2975" y="13962"/>
                      <a:pt x="3396" y="14563"/>
                    </a:cubicBezTo>
                    <a:cubicBezTo>
                      <a:pt x="3624" y="14885"/>
                      <a:pt x="3814" y="15090"/>
                      <a:pt x="4219" y="15169"/>
                    </a:cubicBezTo>
                    <a:cubicBezTo>
                      <a:pt x="4341" y="15189"/>
                      <a:pt x="4459" y="15201"/>
                      <a:pt x="4583" y="15208"/>
                    </a:cubicBezTo>
                    <a:cubicBezTo>
                      <a:pt x="4583" y="15346"/>
                      <a:pt x="4583" y="15483"/>
                      <a:pt x="4583" y="15625"/>
                    </a:cubicBezTo>
                    <a:cubicBezTo>
                      <a:pt x="4612" y="15614"/>
                      <a:pt x="4640" y="15602"/>
                      <a:pt x="4669" y="15590"/>
                    </a:cubicBezTo>
                    <a:cubicBezTo>
                      <a:pt x="4897" y="15497"/>
                      <a:pt x="5125" y="15406"/>
                      <a:pt x="5355" y="15317"/>
                    </a:cubicBezTo>
                    <a:cubicBezTo>
                      <a:pt x="5508" y="15256"/>
                      <a:pt x="5657" y="15195"/>
                      <a:pt x="5804" y="15120"/>
                    </a:cubicBezTo>
                    <a:cubicBezTo>
                      <a:pt x="6019" y="15015"/>
                      <a:pt x="6203" y="14976"/>
                      <a:pt x="6436" y="15044"/>
                    </a:cubicBezTo>
                    <a:cubicBezTo>
                      <a:pt x="6799" y="15183"/>
                      <a:pt x="7073" y="15392"/>
                      <a:pt x="7331" y="15677"/>
                    </a:cubicBezTo>
                    <a:cubicBezTo>
                      <a:pt x="7353" y="15700"/>
                      <a:pt x="7374" y="15724"/>
                      <a:pt x="7396" y="15748"/>
                    </a:cubicBezTo>
                    <a:cubicBezTo>
                      <a:pt x="7439" y="15796"/>
                      <a:pt x="7482" y="15844"/>
                      <a:pt x="7526" y="15891"/>
                    </a:cubicBezTo>
                    <a:cubicBezTo>
                      <a:pt x="7547" y="15915"/>
                      <a:pt x="7569" y="15939"/>
                      <a:pt x="7591" y="15964"/>
                    </a:cubicBezTo>
                    <a:cubicBezTo>
                      <a:pt x="7613" y="15987"/>
                      <a:pt x="7634" y="16011"/>
                      <a:pt x="7656" y="16035"/>
                    </a:cubicBezTo>
                    <a:cubicBezTo>
                      <a:pt x="7929" y="16330"/>
                      <a:pt x="8138" y="16518"/>
                      <a:pt x="8559" y="16541"/>
                    </a:cubicBezTo>
                    <a:cubicBezTo>
                      <a:pt x="8970" y="16528"/>
                      <a:pt x="8970" y="16528"/>
                      <a:pt x="9167" y="16458"/>
                    </a:cubicBezTo>
                    <a:cubicBezTo>
                      <a:pt x="9183" y="16440"/>
                      <a:pt x="9183" y="16440"/>
                      <a:pt x="9267" y="16350"/>
                    </a:cubicBezTo>
                    <a:cubicBezTo>
                      <a:pt x="9449" y="16182"/>
                      <a:pt x="9671" y="16228"/>
                      <a:pt x="9909" y="16237"/>
                    </a:cubicBezTo>
                    <a:cubicBezTo>
                      <a:pt x="9957" y="16238"/>
                      <a:pt x="10006" y="16239"/>
                      <a:pt x="10056" y="16240"/>
                    </a:cubicBezTo>
                    <a:cubicBezTo>
                      <a:pt x="10177" y="16242"/>
                      <a:pt x="10297" y="16246"/>
                      <a:pt x="10417" y="16250"/>
                    </a:cubicBezTo>
                    <a:cubicBezTo>
                      <a:pt x="10417" y="16388"/>
                      <a:pt x="10417" y="16525"/>
                      <a:pt x="10417" y="16667"/>
                    </a:cubicBezTo>
                    <a:cubicBezTo>
                      <a:pt x="10607" y="16679"/>
                      <a:pt x="10798" y="16688"/>
                      <a:pt x="10990" y="16693"/>
                    </a:cubicBezTo>
                    <a:cubicBezTo>
                      <a:pt x="11018" y="16694"/>
                      <a:pt x="11047" y="16694"/>
                      <a:pt x="11076" y="16695"/>
                    </a:cubicBezTo>
                    <a:cubicBezTo>
                      <a:pt x="11481" y="16703"/>
                      <a:pt x="11751" y="16661"/>
                      <a:pt x="12096" y="16432"/>
                    </a:cubicBezTo>
                    <a:cubicBezTo>
                      <a:pt x="12228" y="16348"/>
                      <a:pt x="12345" y="16279"/>
                      <a:pt x="12500" y="16250"/>
                    </a:cubicBezTo>
                    <a:cubicBezTo>
                      <a:pt x="12674" y="16293"/>
                      <a:pt x="12824" y="16375"/>
                      <a:pt x="12982" y="16458"/>
                    </a:cubicBezTo>
                    <a:cubicBezTo>
                      <a:pt x="13496" y="16709"/>
                      <a:pt x="13894" y="16698"/>
                      <a:pt x="14429" y="16536"/>
                    </a:cubicBezTo>
                    <a:cubicBezTo>
                      <a:pt x="15018" y="16329"/>
                      <a:pt x="15408" y="15892"/>
                      <a:pt x="15807" y="15430"/>
                    </a:cubicBezTo>
                    <a:cubicBezTo>
                      <a:pt x="15839" y="15393"/>
                      <a:pt x="15870" y="15357"/>
                      <a:pt x="15903" y="15319"/>
                    </a:cubicBezTo>
                    <a:cubicBezTo>
                      <a:pt x="16463" y="14660"/>
                      <a:pt x="16463" y="14660"/>
                      <a:pt x="16561" y="14218"/>
                    </a:cubicBezTo>
                    <a:cubicBezTo>
                      <a:pt x="16601" y="14068"/>
                      <a:pt x="16601" y="14068"/>
                      <a:pt x="16667" y="13958"/>
                    </a:cubicBezTo>
                    <a:cubicBezTo>
                      <a:pt x="16921" y="13886"/>
                      <a:pt x="17176" y="13935"/>
                      <a:pt x="17435" y="13971"/>
                    </a:cubicBezTo>
                    <a:cubicBezTo>
                      <a:pt x="18065" y="14052"/>
                      <a:pt x="18538" y="13813"/>
                      <a:pt x="19033" y="13441"/>
                    </a:cubicBezTo>
                    <a:cubicBezTo>
                      <a:pt x="19445" y="13117"/>
                      <a:pt x="19786" y="12709"/>
                      <a:pt x="20129" y="12315"/>
                    </a:cubicBezTo>
                    <a:cubicBezTo>
                      <a:pt x="20241" y="12187"/>
                      <a:pt x="20355" y="12060"/>
                      <a:pt x="20469" y="11933"/>
                    </a:cubicBezTo>
                    <a:cubicBezTo>
                      <a:pt x="20869" y="11484"/>
                      <a:pt x="21263" y="11030"/>
                      <a:pt x="21648" y="10567"/>
                    </a:cubicBezTo>
                    <a:cubicBezTo>
                      <a:pt x="21677" y="10532"/>
                      <a:pt x="21706" y="10497"/>
                      <a:pt x="21736" y="10462"/>
                    </a:cubicBezTo>
                    <a:cubicBezTo>
                      <a:pt x="21868" y="10304"/>
                      <a:pt x="21998" y="10146"/>
                      <a:pt x="22125" y="9986"/>
                    </a:cubicBezTo>
                    <a:cubicBezTo>
                      <a:pt x="22436" y="9602"/>
                      <a:pt x="22436" y="9602"/>
                      <a:pt x="22625" y="9548"/>
                    </a:cubicBezTo>
                    <a:cubicBezTo>
                      <a:pt x="22730" y="9547"/>
                      <a:pt x="22816" y="9555"/>
                      <a:pt x="22917" y="9583"/>
                    </a:cubicBezTo>
                    <a:cubicBezTo>
                      <a:pt x="22915" y="9541"/>
                      <a:pt x="22912" y="9499"/>
                      <a:pt x="22910" y="9456"/>
                    </a:cubicBezTo>
                    <a:cubicBezTo>
                      <a:pt x="22903" y="9299"/>
                      <a:pt x="22898" y="9141"/>
                      <a:pt x="22894" y="8983"/>
                    </a:cubicBezTo>
                    <a:cubicBezTo>
                      <a:pt x="22892" y="8915"/>
                      <a:pt x="22889" y="8847"/>
                      <a:pt x="22885" y="8780"/>
                    </a:cubicBezTo>
                    <a:cubicBezTo>
                      <a:pt x="22855" y="8194"/>
                      <a:pt x="22855" y="8194"/>
                      <a:pt x="22999" y="7986"/>
                    </a:cubicBezTo>
                    <a:cubicBezTo>
                      <a:pt x="23147" y="7827"/>
                      <a:pt x="23288" y="7692"/>
                      <a:pt x="23511" y="7668"/>
                    </a:cubicBezTo>
                    <a:cubicBezTo>
                      <a:pt x="23585" y="7671"/>
                      <a:pt x="23585" y="7671"/>
                      <a:pt x="23672" y="7682"/>
                    </a:cubicBezTo>
                    <a:cubicBezTo>
                      <a:pt x="23766" y="7691"/>
                      <a:pt x="23861" y="7700"/>
                      <a:pt x="23958" y="7708"/>
                    </a:cubicBezTo>
                    <a:cubicBezTo>
                      <a:pt x="23958" y="7983"/>
                      <a:pt x="23958" y="8258"/>
                      <a:pt x="23958" y="8542"/>
                    </a:cubicBezTo>
                    <a:cubicBezTo>
                      <a:pt x="24096" y="8542"/>
                      <a:pt x="24233" y="8542"/>
                      <a:pt x="24375" y="8542"/>
                    </a:cubicBezTo>
                    <a:cubicBezTo>
                      <a:pt x="24385" y="7853"/>
                      <a:pt x="24392" y="7165"/>
                      <a:pt x="24397" y="6477"/>
                    </a:cubicBezTo>
                    <a:cubicBezTo>
                      <a:pt x="24399" y="6157"/>
                      <a:pt x="24402" y="5837"/>
                      <a:pt x="24406" y="5518"/>
                    </a:cubicBezTo>
                    <a:cubicBezTo>
                      <a:pt x="24411" y="5239"/>
                      <a:pt x="24413" y="4960"/>
                      <a:pt x="24414" y="4680"/>
                    </a:cubicBezTo>
                    <a:cubicBezTo>
                      <a:pt x="24415" y="4533"/>
                      <a:pt x="24416" y="4386"/>
                      <a:pt x="24419" y="4238"/>
                    </a:cubicBezTo>
                    <a:cubicBezTo>
                      <a:pt x="24434" y="3479"/>
                      <a:pt x="24320" y="2887"/>
                      <a:pt x="24003" y="2189"/>
                    </a:cubicBezTo>
                    <a:cubicBezTo>
                      <a:pt x="23912" y="1973"/>
                      <a:pt x="23886" y="1758"/>
                      <a:pt x="23872" y="1526"/>
                    </a:cubicBezTo>
                    <a:cubicBezTo>
                      <a:pt x="23868" y="1481"/>
                      <a:pt x="23864" y="1436"/>
                      <a:pt x="23860" y="1390"/>
                    </a:cubicBezTo>
                    <a:cubicBezTo>
                      <a:pt x="23848" y="1253"/>
                      <a:pt x="23838" y="1115"/>
                      <a:pt x="23828" y="977"/>
                    </a:cubicBezTo>
                    <a:cubicBezTo>
                      <a:pt x="23820" y="881"/>
                      <a:pt x="23812" y="785"/>
                      <a:pt x="23804" y="690"/>
                    </a:cubicBezTo>
                    <a:cubicBezTo>
                      <a:pt x="23784" y="460"/>
                      <a:pt x="23766" y="230"/>
                      <a:pt x="23750" y="0"/>
                    </a:cubicBezTo>
                    <a:close/>
                  </a:path>
                </a:pathLst>
              </a:custGeom>
              <a:solidFill>
                <a:srgbClr val="55BDE4"/>
              </a:solidFill>
              <a:ln w="2646" cap="flat">
                <a:noFill/>
              </a:ln>
            </p:spPr>
          </p:sp>
          <p:sp>
            <p:nvSpPr>
              <p:cNvPr id="2864" name="ICON_C_TOPOGRAPHY_path_008"/>
              <p:cNvSpPr/>
              <p:nvPr/>
            </p:nvSpPr>
            <p:spPr>
              <a:xfrm>
                <a:off x="11359647" y="7416271"/>
                <a:ext cx="280056" cy="166267"/>
              </a:xfrm>
              <a:custGeom>
                <a:avLst/>
                <a:gdLst/>
                <a:ahLst/>
                <a:cxnLst/>
                <a:rect l="0" t="0" r="r" b="b"/>
                <a:pathLst>
                  <a:path w="22052" h="13092" fill="norm" stroke="0">
                    <a:moveTo>
                      <a:pt x="13040" y="0"/>
                    </a:moveTo>
                    <a:cubicBezTo>
                      <a:pt x="13299" y="19"/>
                      <a:pt x="13559" y="42"/>
                      <a:pt x="13818" y="66"/>
                    </a:cubicBezTo>
                    <a:cubicBezTo>
                      <a:pt x="13906" y="74"/>
                      <a:pt x="13994" y="81"/>
                      <a:pt x="14082" y="88"/>
                    </a:cubicBezTo>
                    <a:cubicBezTo>
                      <a:pt x="14910" y="150"/>
                      <a:pt x="14910" y="150"/>
                      <a:pt x="15138" y="415"/>
                    </a:cubicBezTo>
                    <a:cubicBezTo>
                      <a:pt x="15168" y="452"/>
                      <a:pt x="15197" y="489"/>
                      <a:pt x="15228" y="527"/>
                    </a:cubicBezTo>
                    <a:cubicBezTo>
                      <a:pt x="15446" y="734"/>
                      <a:pt x="15760" y="746"/>
                      <a:pt x="16048" y="781"/>
                    </a:cubicBezTo>
                    <a:cubicBezTo>
                      <a:pt x="16064" y="784"/>
                      <a:pt x="16064" y="784"/>
                      <a:pt x="16146" y="795"/>
                    </a:cubicBezTo>
                    <a:cubicBezTo>
                      <a:pt x="16805" y="885"/>
                      <a:pt x="16805" y="885"/>
                      <a:pt x="17115" y="698"/>
                    </a:cubicBezTo>
                    <a:cubicBezTo>
                      <a:pt x="17227" y="612"/>
                      <a:pt x="17322" y="524"/>
                      <a:pt x="17415" y="417"/>
                    </a:cubicBezTo>
                    <a:cubicBezTo>
                      <a:pt x="17535" y="526"/>
                      <a:pt x="17653" y="637"/>
                      <a:pt x="17771" y="750"/>
                    </a:cubicBezTo>
                    <a:cubicBezTo>
                      <a:pt x="17811" y="788"/>
                      <a:pt x="17851" y="825"/>
                      <a:pt x="17892" y="862"/>
                    </a:cubicBezTo>
                    <a:cubicBezTo>
                      <a:pt x="17951" y="916"/>
                      <a:pt x="18008" y="971"/>
                      <a:pt x="18066" y="1027"/>
                    </a:cubicBezTo>
                    <a:cubicBezTo>
                      <a:pt x="18101" y="1060"/>
                      <a:pt x="18135" y="1092"/>
                      <a:pt x="18171" y="1126"/>
                    </a:cubicBezTo>
                    <a:cubicBezTo>
                      <a:pt x="18260" y="1270"/>
                      <a:pt x="18247" y="1302"/>
                      <a:pt x="18228" y="1462"/>
                    </a:cubicBezTo>
                    <a:cubicBezTo>
                      <a:pt x="18224" y="1572"/>
                      <a:pt x="18224" y="1572"/>
                      <a:pt x="18248" y="1667"/>
                    </a:cubicBezTo>
                    <a:cubicBezTo>
                      <a:pt x="18401" y="1765"/>
                      <a:pt x="18572" y="1788"/>
                      <a:pt x="18749" y="1822"/>
                    </a:cubicBezTo>
                    <a:cubicBezTo>
                      <a:pt x="18801" y="1834"/>
                      <a:pt x="18852" y="1846"/>
                      <a:pt x="18903" y="1858"/>
                    </a:cubicBezTo>
                    <a:cubicBezTo>
                      <a:pt x="19122" y="1909"/>
                      <a:pt x="19341" y="1955"/>
                      <a:pt x="19560" y="2000"/>
                    </a:cubicBezTo>
                    <a:cubicBezTo>
                      <a:pt x="20320" y="2158"/>
                      <a:pt x="20320" y="2158"/>
                      <a:pt x="20540" y="2292"/>
                    </a:cubicBezTo>
                    <a:cubicBezTo>
                      <a:pt x="20613" y="2426"/>
                      <a:pt x="20585" y="2549"/>
                      <a:pt x="20556" y="2694"/>
                    </a:cubicBezTo>
                    <a:cubicBezTo>
                      <a:pt x="20542" y="2774"/>
                      <a:pt x="20542" y="2774"/>
                      <a:pt x="20540" y="2917"/>
                    </a:cubicBezTo>
                    <a:cubicBezTo>
                      <a:pt x="20721" y="3059"/>
                      <a:pt x="20930" y="3100"/>
                      <a:pt x="21152" y="3151"/>
                    </a:cubicBezTo>
                    <a:cubicBezTo>
                      <a:pt x="21239" y="3174"/>
                      <a:pt x="21326" y="3197"/>
                      <a:pt x="21413" y="3221"/>
                    </a:cubicBezTo>
                    <a:cubicBezTo>
                      <a:pt x="21467" y="3236"/>
                      <a:pt x="21521" y="3250"/>
                      <a:pt x="21575" y="3262"/>
                    </a:cubicBezTo>
                    <a:cubicBezTo>
                      <a:pt x="21769" y="3311"/>
                      <a:pt x="21877" y="3384"/>
                      <a:pt x="21998" y="3542"/>
                    </a:cubicBezTo>
                    <a:cubicBezTo>
                      <a:pt x="22052" y="3741"/>
                      <a:pt x="22049" y="3948"/>
                      <a:pt x="22050" y="4154"/>
                    </a:cubicBezTo>
                    <a:cubicBezTo>
                      <a:pt x="22050" y="4185"/>
                      <a:pt x="22050" y="4216"/>
                      <a:pt x="22051" y="4247"/>
                    </a:cubicBezTo>
                    <a:cubicBezTo>
                      <a:pt x="22045" y="5440"/>
                      <a:pt x="21695" y="6861"/>
                      <a:pt x="20863" y="7743"/>
                    </a:cubicBezTo>
                    <a:cubicBezTo>
                      <a:pt x="20549" y="8078"/>
                      <a:pt x="20367" y="8445"/>
                      <a:pt x="20175" y="8860"/>
                    </a:cubicBezTo>
                    <a:cubicBezTo>
                      <a:pt x="19514" y="10283"/>
                      <a:pt x="19514" y="10283"/>
                      <a:pt x="18873" y="10625"/>
                    </a:cubicBezTo>
                    <a:cubicBezTo>
                      <a:pt x="18728" y="10655"/>
                      <a:pt x="18599" y="10637"/>
                      <a:pt x="18455" y="10610"/>
                    </a:cubicBezTo>
                    <a:cubicBezTo>
                      <a:pt x="18380" y="10601"/>
                      <a:pt x="18380" y="10601"/>
                      <a:pt x="18248" y="10625"/>
                    </a:cubicBezTo>
                    <a:cubicBezTo>
                      <a:pt x="18174" y="10746"/>
                      <a:pt x="18137" y="10882"/>
                      <a:pt x="18092" y="11016"/>
                    </a:cubicBezTo>
                    <a:cubicBezTo>
                      <a:pt x="18005" y="11253"/>
                      <a:pt x="17907" y="11428"/>
                      <a:pt x="17678" y="11545"/>
                    </a:cubicBezTo>
                    <a:cubicBezTo>
                      <a:pt x="17491" y="11628"/>
                      <a:pt x="17298" y="11688"/>
                      <a:pt x="17102" y="11745"/>
                    </a:cubicBezTo>
                    <a:cubicBezTo>
                      <a:pt x="17070" y="11755"/>
                      <a:pt x="17037" y="11765"/>
                      <a:pt x="17004" y="11776"/>
                    </a:cubicBezTo>
                    <a:cubicBezTo>
                      <a:pt x="16491" y="11934"/>
                      <a:pt x="16491" y="11934"/>
                      <a:pt x="16301" y="11839"/>
                    </a:cubicBezTo>
                    <a:cubicBezTo>
                      <a:pt x="16159" y="11734"/>
                      <a:pt x="16056" y="11604"/>
                      <a:pt x="15956" y="11458"/>
                    </a:cubicBezTo>
                    <a:cubicBezTo>
                      <a:pt x="15967" y="11450"/>
                      <a:pt x="15967" y="11450"/>
                      <a:pt x="16022" y="11410"/>
                    </a:cubicBezTo>
                    <a:cubicBezTo>
                      <a:pt x="18574" y="9524"/>
                      <a:pt x="18574" y="9524"/>
                      <a:pt x="19043" y="8035"/>
                    </a:cubicBezTo>
                    <a:cubicBezTo>
                      <a:pt x="19078" y="7927"/>
                      <a:pt x="19117" y="7823"/>
                      <a:pt x="19159" y="7717"/>
                    </a:cubicBezTo>
                    <a:cubicBezTo>
                      <a:pt x="19392" y="7075"/>
                      <a:pt x="19298" y="6264"/>
                      <a:pt x="19081" y="5625"/>
                    </a:cubicBezTo>
                    <a:cubicBezTo>
                      <a:pt x="18944" y="5337"/>
                      <a:pt x="18747" y="5111"/>
                      <a:pt x="18531" y="4880"/>
                    </a:cubicBezTo>
                    <a:cubicBezTo>
                      <a:pt x="18456" y="4791"/>
                      <a:pt x="18401" y="4704"/>
                      <a:pt x="18345" y="4603"/>
                    </a:cubicBezTo>
                    <a:cubicBezTo>
                      <a:pt x="18328" y="4573"/>
                      <a:pt x="18311" y="4543"/>
                      <a:pt x="18294" y="4513"/>
                    </a:cubicBezTo>
                    <a:cubicBezTo>
                      <a:pt x="18265" y="4458"/>
                      <a:pt x="18237" y="4403"/>
                      <a:pt x="18211" y="4346"/>
                    </a:cubicBezTo>
                    <a:cubicBezTo>
                      <a:pt x="18161" y="4258"/>
                      <a:pt x="18128" y="4217"/>
                      <a:pt x="18040" y="4167"/>
                    </a:cubicBezTo>
                    <a:cubicBezTo>
                      <a:pt x="17918" y="4157"/>
                      <a:pt x="17800" y="4158"/>
                      <a:pt x="17678" y="4164"/>
                    </a:cubicBezTo>
                    <a:cubicBezTo>
                      <a:pt x="17330" y="4176"/>
                      <a:pt x="17007" y="4101"/>
                      <a:pt x="16673" y="4010"/>
                    </a:cubicBezTo>
                    <a:cubicBezTo>
                      <a:pt x="16640" y="4002"/>
                      <a:pt x="16607" y="3993"/>
                      <a:pt x="16574" y="3984"/>
                    </a:cubicBezTo>
                    <a:cubicBezTo>
                      <a:pt x="15966" y="3816"/>
                      <a:pt x="15966" y="3816"/>
                      <a:pt x="15784" y="3544"/>
                    </a:cubicBezTo>
                    <a:cubicBezTo>
                      <a:pt x="15710" y="3401"/>
                      <a:pt x="15664" y="3259"/>
                      <a:pt x="15620" y="3105"/>
                    </a:cubicBezTo>
                    <a:cubicBezTo>
                      <a:pt x="15581" y="2981"/>
                      <a:pt x="15562" y="2931"/>
                      <a:pt x="15451" y="2862"/>
                    </a:cubicBezTo>
                    <a:cubicBezTo>
                      <a:pt x="15416" y="2847"/>
                      <a:pt x="15380" y="2832"/>
                      <a:pt x="15344" y="2817"/>
                    </a:cubicBezTo>
                    <a:cubicBezTo>
                      <a:pt x="15061" y="2697"/>
                      <a:pt x="14930" y="2496"/>
                      <a:pt x="14771" y="2240"/>
                    </a:cubicBezTo>
                    <a:cubicBezTo>
                      <a:pt x="14757" y="2217"/>
                      <a:pt x="14743" y="2195"/>
                      <a:pt x="14729" y="2171"/>
                    </a:cubicBezTo>
                    <a:cubicBezTo>
                      <a:pt x="14505" y="1804"/>
                      <a:pt x="14461" y="1506"/>
                      <a:pt x="14563" y="1081"/>
                    </a:cubicBezTo>
                    <a:cubicBezTo>
                      <a:pt x="14605" y="926"/>
                      <a:pt x="14651" y="775"/>
                      <a:pt x="14706" y="625"/>
                    </a:cubicBezTo>
                    <a:cubicBezTo>
                      <a:pt x="14549" y="636"/>
                      <a:pt x="14394" y="656"/>
                      <a:pt x="14237" y="677"/>
                    </a:cubicBezTo>
                    <a:cubicBezTo>
                      <a:pt x="14216" y="679"/>
                      <a:pt x="14216" y="679"/>
                      <a:pt x="14108" y="686"/>
                    </a:cubicBezTo>
                    <a:cubicBezTo>
                      <a:pt x="13756" y="739"/>
                      <a:pt x="13616" y="873"/>
                      <a:pt x="13389" y="1136"/>
                    </a:cubicBezTo>
                    <a:cubicBezTo>
                      <a:pt x="13054" y="1520"/>
                      <a:pt x="12785" y="1739"/>
                      <a:pt x="12254" y="1779"/>
                    </a:cubicBezTo>
                    <a:cubicBezTo>
                      <a:pt x="12070" y="1789"/>
                      <a:pt x="11887" y="1794"/>
                      <a:pt x="11702" y="1795"/>
                    </a:cubicBezTo>
                    <a:cubicBezTo>
                      <a:pt x="11479" y="1799"/>
                      <a:pt x="11256" y="1814"/>
                      <a:pt x="11033" y="1827"/>
                    </a:cubicBezTo>
                    <a:cubicBezTo>
                      <a:pt x="10977" y="1830"/>
                      <a:pt x="10922" y="1833"/>
                      <a:pt x="10867" y="1836"/>
                    </a:cubicBezTo>
                    <a:cubicBezTo>
                      <a:pt x="10405" y="1861"/>
                      <a:pt x="9977" y="1929"/>
                      <a:pt x="9537" y="2070"/>
                    </a:cubicBezTo>
                    <a:cubicBezTo>
                      <a:pt x="9509" y="2079"/>
                      <a:pt x="9481" y="2088"/>
                      <a:pt x="9452" y="2097"/>
                    </a:cubicBezTo>
                    <a:cubicBezTo>
                      <a:pt x="9314" y="2142"/>
                      <a:pt x="9176" y="2188"/>
                      <a:pt x="9039" y="2235"/>
                    </a:cubicBezTo>
                    <a:cubicBezTo>
                      <a:pt x="8770" y="2328"/>
                      <a:pt x="8497" y="2407"/>
                      <a:pt x="8224" y="2486"/>
                    </a:cubicBezTo>
                    <a:cubicBezTo>
                      <a:pt x="8162" y="2504"/>
                      <a:pt x="8100" y="2522"/>
                      <a:pt x="8039" y="2540"/>
                    </a:cubicBezTo>
                    <a:cubicBezTo>
                      <a:pt x="7724" y="2634"/>
                      <a:pt x="7416" y="2716"/>
                      <a:pt x="7089" y="2751"/>
                    </a:cubicBezTo>
                    <a:cubicBezTo>
                      <a:pt x="6175" y="2852"/>
                      <a:pt x="5635" y="3211"/>
                      <a:pt x="4915" y="3750"/>
                    </a:cubicBezTo>
                    <a:cubicBezTo>
                      <a:pt x="4722" y="3894"/>
                      <a:pt x="4528" y="4036"/>
                      <a:pt x="4331" y="4174"/>
                    </a:cubicBezTo>
                    <a:cubicBezTo>
                      <a:pt x="4252" y="4230"/>
                      <a:pt x="4176" y="4289"/>
                      <a:pt x="4100" y="4347"/>
                    </a:cubicBezTo>
                    <a:cubicBezTo>
                      <a:pt x="3958" y="4452"/>
                      <a:pt x="3834" y="4529"/>
                      <a:pt x="3665" y="4583"/>
                    </a:cubicBezTo>
                    <a:cubicBezTo>
                      <a:pt x="3556" y="4557"/>
                      <a:pt x="3475" y="4530"/>
                      <a:pt x="3375" y="4484"/>
                    </a:cubicBezTo>
                    <a:cubicBezTo>
                      <a:pt x="2968" y="4298"/>
                      <a:pt x="2615" y="4459"/>
                      <a:pt x="2214" y="4603"/>
                    </a:cubicBezTo>
                    <a:cubicBezTo>
                      <a:pt x="2089" y="4648"/>
                      <a:pt x="1964" y="4690"/>
                      <a:pt x="1837" y="4731"/>
                    </a:cubicBezTo>
                    <a:cubicBezTo>
                      <a:pt x="1059" y="4993"/>
                      <a:pt x="1059" y="4993"/>
                      <a:pt x="813" y="5283"/>
                    </a:cubicBezTo>
                    <a:cubicBezTo>
                      <a:pt x="679" y="5558"/>
                      <a:pt x="679" y="5848"/>
                      <a:pt x="682" y="6149"/>
                    </a:cubicBezTo>
                    <a:cubicBezTo>
                      <a:pt x="683" y="6264"/>
                      <a:pt x="678" y="6378"/>
                      <a:pt x="673" y="6493"/>
                    </a:cubicBezTo>
                    <a:cubicBezTo>
                      <a:pt x="665" y="6917"/>
                      <a:pt x="665" y="6917"/>
                      <a:pt x="748" y="7083"/>
                    </a:cubicBezTo>
                    <a:cubicBezTo>
                      <a:pt x="869" y="7172"/>
                      <a:pt x="1005" y="7194"/>
                      <a:pt x="1150" y="7222"/>
                    </a:cubicBezTo>
                    <a:cubicBezTo>
                      <a:pt x="1233" y="7241"/>
                      <a:pt x="1233" y="7241"/>
                      <a:pt x="1373" y="7292"/>
                    </a:cubicBezTo>
                    <a:cubicBezTo>
                      <a:pt x="1455" y="7470"/>
                      <a:pt x="1433" y="7634"/>
                      <a:pt x="1412" y="7825"/>
                    </a:cubicBezTo>
                    <a:cubicBezTo>
                      <a:pt x="1409" y="7874"/>
                      <a:pt x="1406" y="7923"/>
                      <a:pt x="1403" y="7973"/>
                    </a:cubicBezTo>
                    <a:cubicBezTo>
                      <a:pt x="1396" y="8094"/>
                      <a:pt x="1386" y="8213"/>
                      <a:pt x="1373" y="8333"/>
                    </a:cubicBezTo>
                    <a:cubicBezTo>
                      <a:pt x="1401" y="8326"/>
                      <a:pt x="1428" y="8318"/>
                      <a:pt x="1457" y="8310"/>
                    </a:cubicBezTo>
                    <a:cubicBezTo>
                      <a:pt x="1588" y="8289"/>
                      <a:pt x="1665" y="8285"/>
                      <a:pt x="1790" y="8333"/>
                    </a:cubicBezTo>
                    <a:cubicBezTo>
                      <a:pt x="1889" y="8512"/>
                      <a:pt x="1930" y="8699"/>
                      <a:pt x="1975" y="8897"/>
                    </a:cubicBezTo>
                    <a:cubicBezTo>
                      <a:pt x="1998" y="8998"/>
                      <a:pt x="2024" y="9098"/>
                      <a:pt x="2051" y="9198"/>
                    </a:cubicBezTo>
                    <a:cubicBezTo>
                      <a:pt x="2119" y="9450"/>
                      <a:pt x="2186" y="9702"/>
                      <a:pt x="2245" y="9956"/>
                    </a:cubicBezTo>
                    <a:cubicBezTo>
                      <a:pt x="2428" y="10714"/>
                      <a:pt x="2428" y="10714"/>
                      <a:pt x="2689" y="10874"/>
                    </a:cubicBezTo>
                    <a:cubicBezTo>
                      <a:pt x="2930" y="10992"/>
                      <a:pt x="3188" y="11064"/>
                      <a:pt x="3450" y="11118"/>
                    </a:cubicBezTo>
                    <a:cubicBezTo>
                      <a:pt x="3477" y="11125"/>
                      <a:pt x="3505" y="11131"/>
                      <a:pt x="3533" y="11137"/>
                    </a:cubicBezTo>
                    <a:cubicBezTo>
                      <a:pt x="3610" y="11154"/>
                      <a:pt x="3688" y="11168"/>
                      <a:pt x="3765" y="11181"/>
                    </a:cubicBezTo>
                    <a:cubicBezTo>
                      <a:pt x="3800" y="11204"/>
                      <a:pt x="3836" y="11226"/>
                      <a:pt x="3873" y="11250"/>
                    </a:cubicBezTo>
                    <a:cubicBezTo>
                      <a:pt x="3896" y="11391"/>
                      <a:pt x="3888" y="11525"/>
                      <a:pt x="3873" y="11667"/>
                    </a:cubicBezTo>
                    <a:cubicBezTo>
                      <a:pt x="3915" y="11666"/>
                      <a:pt x="3958" y="11665"/>
                      <a:pt x="4002" y="11664"/>
                    </a:cubicBezTo>
                    <a:cubicBezTo>
                      <a:pt x="4406" y="11655"/>
                      <a:pt x="4811" y="11649"/>
                      <a:pt x="5215" y="11645"/>
                    </a:cubicBezTo>
                    <a:cubicBezTo>
                      <a:pt x="5423" y="11643"/>
                      <a:pt x="5631" y="11640"/>
                      <a:pt x="5839" y="11635"/>
                    </a:cubicBezTo>
                    <a:cubicBezTo>
                      <a:pt x="7438" y="11599"/>
                      <a:pt x="7438" y="11599"/>
                      <a:pt x="7943" y="11926"/>
                    </a:cubicBezTo>
                    <a:cubicBezTo>
                      <a:pt x="8426" y="12222"/>
                      <a:pt x="9066" y="12183"/>
                      <a:pt x="9617" y="12209"/>
                    </a:cubicBezTo>
                    <a:cubicBezTo>
                      <a:pt x="9720" y="12214"/>
                      <a:pt x="9824" y="12219"/>
                      <a:pt x="9927" y="12225"/>
                    </a:cubicBezTo>
                    <a:cubicBezTo>
                      <a:pt x="10310" y="12246"/>
                      <a:pt x="10693" y="12264"/>
                      <a:pt x="11077" y="12279"/>
                    </a:cubicBezTo>
                    <a:cubicBezTo>
                      <a:pt x="11294" y="12288"/>
                      <a:pt x="11511" y="12299"/>
                      <a:pt x="11729" y="12310"/>
                    </a:cubicBezTo>
                    <a:cubicBezTo>
                      <a:pt x="11992" y="12323"/>
                      <a:pt x="12255" y="12333"/>
                      <a:pt x="12518" y="12340"/>
                    </a:cubicBezTo>
                    <a:cubicBezTo>
                      <a:pt x="12612" y="12342"/>
                      <a:pt x="12707" y="12346"/>
                      <a:pt x="12801" y="12351"/>
                    </a:cubicBezTo>
                    <a:cubicBezTo>
                      <a:pt x="13353" y="12377"/>
                      <a:pt x="13687" y="12327"/>
                      <a:pt x="14118" y="11963"/>
                    </a:cubicBezTo>
                    <a:cubicBezTo>
                      <a:pt x="14134" y="11947"/>
                      <a:pt x="14134" y="11947"/>
                      <a:pt x="14216" y="11868"/>
                    </a:cubicBezTo>
                    <a:cubicBezTo>
                      <a:pt x="14309" y="11782"/>
                      <a:pt x="14381" y="11716"/>
                      <a:pt x="14498" y="11667"/>
                    </a:cubicBezTo>
                    <a:cubicBezTo>
                      <a:pt x="14658" y="11705"/>
                      <a:pt x="14781" y="11779"/>
                      <a:pt x="14915" y="11875"/>
                    </a:cubicBezTo>
                    <a:cubicBezTo>
                      <a:pt x="14731" y="12276"/>
                      <a:pt x="14487" y="12708"/>
                      <a:pt x="14081" y="12917"/>
                    </a:cubicBezTo>
                    <a:cubicBezTo>
                      <a:pt x="13489" y="13092"/>
                      <a:pt x="12780" y="12954"/>
                      <a:pt x="12178" y="12892"/>
                    </a:cubicBezTo>
                    <a:cubicBezTo>
                      <a:pt x="11946" y="12869"/>
                      <a:pt x="11715" y="12851"/>
                      <a:pt x="11483" y="12833"/>
                    </a:cubicBezTo>
                    <a:cubicBezTo>
                      <a:pt x="11212" y="12812"/>
                      <a:pt x="10942" y="12791"/>
                      <a:pt x="10671" y="12767"/>
                    </a:cubicBezTo>
                    <a:cubicBezTo>
                      <a:pt x="10087" y="12715"/>
                      <a:pt x="9509" y="12692"/>
                      <a:pt x="8923" y="12717"/>
                    </a:cubicBezTo>
                    <a:cubicBezTo>
                      <a:pt x="8518" y="12730"/>
                      <a:pt x="8194" y="12648"/>
                      <a:pt x="7818" y="12513"/>
                    </a:cubicBezTo>
                    <a:cubicBezTo>
                      <a:pt x="7312" y="12340"/>
                      <a:pt x="6825" y="12266"/>
                      <a:pt x="6294" y="12232"/>
                    </a:cubicBezTo>
                    <a:cubicBezTo>
                      <a:pt x="6262" y="12230"/>
                      <a:pt x="6231" y="12228"/>
                      <a:pt x="6198" y="12226"/>
                    </a:cubicBezTo>
                    <a:cubicBezTo>
                      <a:pt x="5875" y="12206"/>
                      <a:pt x="5552" y="12189"/>
                      <a:pt x="5229" y="12176"/>
                    </a:cubicBezTo>
                    <a:cubicBezTo>
                      <a:pt x="4220" y="12137"/>
                      <a:pt x="3301" y="11963"/>
                      <a:pt x="2493" y="11302"/>
                    </a:cubicBezTo>
                    <a:cubicBezTo>
                      <a:pt x="2471" y="11285"/>
                      <a:pt x="2450" y="11267"/>
                      <a:pt x="2428" y="11249"/>
                    </a:cubicBezTo>
                    <a:cubicBezTo>
                      <a:pt x="1971" y="10871"/>
                      <a:pt x="1736" y="10414"/>
                      <a:pt x="1506" y="9878"/>
                    </a:cubicBezTo>
                    <a:cubicBezTo>
                      <a:pt x="1388" y="9606"/>
                      <a:pt x="1250" y="9345"/>
                      <a:pt x="1111" y="9084"/>
                    </a:cubicBezTo>
                    <a:cubicBezTo>
                      <a:pt x="165" y="7299"/>
                      <a:pt x="165" y="7299"/>
                      <a:pt x="131" y="6415"/>
                    </a:cubicBezTo>
                    <a:cubicBezTo>
                      <a:pt x="125" y="6255"/>
                      <a:pt x="107" y="6097"/>
                      <a:pt x="88" y="5938"/>
                    </a:cubicBezTo>
                    <a:cubicBezTo>
                      <a:pt x="72" y="5788"/>
                      <a:pt x="62" y="5639"/>
                      <a:pt x="53" y="5489"/>
                    </a:cubicBezTo>
                    <a:cubicBezTo>
                      <a:pt x="48" y="5416"/>
                      <a:pt x="41" y="5343"/>
                      <a:pt x="32" y="5271"/>
                    </a:cubicBezTo>
                    <a:cubicBezTo>
                      <a:pt x="5" y="5025"/>
                      <a:pt x="0" y="4804"/>
                      <a:pt x="123" y="4583"/>
                    </a:cubicBezTo>
                    <a:cubicBezTo>
                      <a:pt x="784" y="3845"/>
                      <a:pt x="1944" y="3771"/>
                      <a:pt x="2859" y="3630"/>
                    </a:cubicBezTo>
                    <a:cubicBezTo>
                      <a:pt x="4334" y="3401"/>
                      <a:pt x="4334" y="3401"/>
                      <a:pt x="4699" y="2945"/>
                    </a:cubicBezTo>
                    <a:cubicBezTo>
                      <a:pt x="5246" y="2273"/>
                      <a:pt x="6448" y="2158"/>
                      <a:pt x="7259" y="1985"/>
                    </a:cubicBezTo>
                    <a:cubicBezTo>
                      <a:pt x="7500" y="1934"/>
                      <a:pt x="7742" y="1881"/>
                      <a:pt x="7983" y="1828"/>
                    </a:cubicBezTo>
                    <a:cubicBezTo>
                      <a:pt x="8065" y="1810"/>
                      <a:pt x="8148" y="1792"/>
                      <a:pt x="8231" y="1775"/>
                    </a:cubicBezTo>
                    <a:cubicBezTo>
                      <a:pt x="8461" y="1725"/>
                      <a:pt x="8666" y="1674"/>
                      <a:pt x="8871" y="1555"/>
                    </a:cubicBezTo>
                    <a:cubicBezTo>
                      <a:pt x="9138" y="1411"/>
                      <a:pt x="9420" y="1432"/>
                      <a:pt x="9714" y="1438"/>
                    </a:cubicBezTo>
                    <a:cubicBezTo>
                      <a:pt x="9775" y="1438"/>
                      <a:pt x="9835" y="1439"/>
                      <a:pt x="9895" y="1439"/>
                    </a:cubicBezTo>
                    <a:cubicBezTo>
                      <a:pt x="10052" y="1440"/>
                      <a:pt x="10209" y="1442"/>
                      <a:pt x="10365" y="1444"/>
                    </a:cubicBezTo>
                    <a:cubicBezTo>
                      <a:pt x="10526" y="1446"/>
                      <a:pt x="10687" y="1447"/>
                      <a:pt x="10847" y="1448"/>
                    </a:cubicBezTo>
                    <a:cubicBezTo>
                      <a:pt x="11161" y="1450"/>
                      <a:pt x="11475" y="1454"/>
                      <a:pt x="11790" y="1458"/>
                    </a:cubicBezTo>
                    <a:cubicBezTo>
                      <a:pt x="11790" y="1321"/>
                      <a:pt x="11790" y="1183"/>
                      <a:pt x="11790" y="1042"/>
                    </a:cubicBezTo>
                    <a:cubicBezTo>
                      <a:pt x="11820" y="1040"/>
                      <a:pt x="11850" y="1038"/>
                      <a:pt x="11882" y="1036"/>
                    </a:cubicBezTo>
                    <a:cubicBezTo>
                      <a:pt x="12021" y="1025"/>
                      <a:pt x="12159" y="1007"/>
                      <a:pt x="12298" y="990"/>
                    </a:cubicBezTo>
                    <a:cubicBezTo>
                      <a:pt x="12345" y="987"/>
                      <a:pt x="12393" y="984"/>
                      <a:pt x="12443" y="981"/>
                    </a:cubicBezTo>
                    <a:cubicBezTo>
                      <a:pt x="12608" y="957"/>
                      <a:pt x="12698" y="936"/>
                      <a:pt x="12831" y="833"/>
                    </a:cubicBezTo>
                    <a:cubicBezTo>
                      <a:pt x="12957" y="575"/>
                      <a:pt x="12999" y="282"/>
                      <a:pt x="13040" y="0"/>
                    </a:cubicBezTo>
                    <a:close/>
                  </a:path>
                </a:pathLst>
              </a:custGeom>
              <a:solidFill>
                <a:srgbClr val="D9F6B2"/>
              </a:solidFill>
              <a:ln w="2646" cap="flat">
                <a:noFill/>
              </a:ln>
            </p:spPr>
          </p:sp>
          <p:sp>
            <p:nvSpPr>
              <p:cNvPr id="2865" name="ICON_C_TOPOGRAPHY_path_009"/>
              <p:cNvSpPr/>
              <p:nvPr/>
            </p:nvSpPr>
            <p:spPr>
              <a:xfrm>
                <a:off x="11336745" y="7306842"/>
                <a:ext cx="307956" cy="122658"/>
              </a:xfrm>
              <a:custGeom>
                <a:avLst/>
                <a:gdLst/>
                <a:ahLst/>
                <a:cxnLst/>
                <a:rect l="0" t="0" r="r" b="b"/>
                <a:pathLst>
                  <a:path w="24249" h="9658" fill="norm" stroke="0">
                    <a:moveTo>
                      <a:pt x="10468" y="75"/>
                    </a:moveTo>
                    <a:cubicBezTo>
                      <a:pt x="10466" y="99"/>
                      <a:pt x="10464" y="123"/>
                      <a:pt x="10461" y="148"/>
                    </a:cubicBezTo>
                    <a:cubicBezTo>
                      <a:pt x="10419" y="688"/>
                      <a:pt x="10419" y="688"/>
                      <a:pt x="10468" y="908"/>
                    </a:cubicBezTo>
                    <a:cubicBezTo>
                      <a:pt x="10574" y="991"/>
                      <a:pt x="10658" y="1008"/>
                      <a:pt x="10787" y="1040"/>
                    </a:cubicBezTo>
                    <a:cubicBezTo>
                      <a:pt x="10885" y="1116"/>
                      <a:pt x="10885" y="1116"/>
                      <a:pt x="10901" y="1203"/>
                    </a:cubicBezTo>
                    <a:cubicBezTo>
                      <a:pt x="10905" y="1316"/>
                      <a:pt x="10903" y="1427"/>
                      <a:pt x="10898" y="1540"/>
                    </a:cubicBezTo>
                    <a:cubicBezTo>
                      <a:pt x="10897" y="1579"/>
                      <a:pt x="10896" y="1618"/>
                      <a:pt x="10895" y="1659"/>
                    </a:cubicBezTo>
                    <a:cubicBezTo>
                      <a:pt x="10892" y="1756"/>
                      <a:pt x="10889" y="1853"/>
                      <a:pt x="10885" y="1950"/>
                    </a:cubicBezTo>
                    <a:cubicBezTo>
                      <a:pt x="10923" y="1949"/>
                      <a:pt x="10962" y="1948"/>
                      <a:pt x="11001" y="1947"/>
                    </a:cubicBezTo>
                    <a:cubicBezTo>
                      <a:pt x="11372" y="1938"/>
                      <a:pt x="11742" y="1932"/>
                      <a:pt x="12113" y="1928"/>
                    </a:cubicBezTo>
                    <a:cubicBezTo>
                      <a:pt x="12303" y="1926"/>
                      <a:pt x="12494" y="1923"/>
                      <a:pt x="12684" y="1918"/>
                    </a:cubicBezTo>
                    <a:cubicBezTo>
                      <a:pt x="13489" y="1899"/>
                      <a:pt x="14250" y="1914"/>
                      <a:pt x="15029" y="2133"/>
                    </a:cubicBezTo>
                    <a:cubicBezTo>
                      <a:pt x="15044" y="2137"/>
                      <a:pt x="15044" y="2137"/>
                      <a:pt x="15120" y="2157"/>
                    </a:cubicBezTo>
                    <a:cubicBezTo>
                      <a:pt x="15619" y="2296"/>
                      <a:pt x="15883" y="2520"/>
                      <a:pt x="16219" y="2913"/>
                    </a:cubicBezTo>
                    <a:cubicBezTo>
                      <a:pt x="16554" y="3305"/>
                      <a:pt x="16974" y="3358"/>
                      <a:pt x="17469" y="3402"/>
                    </a:cubicBezTo>
                    <a:cubicBezTo>
                      <a:pt x="17483" y="3403"/>
                      <a:pt x="17483" y="3403"/>
                      <a:pt x="17551" y="3408"/>
                    </a:cubicBezTo>
                    <a:cubicBezTo>
                      <a:pt x="17546" y="3386"/>
                      <a:pt x="17541" y="3365"/>
                      <a:pt x="17535" y="3342"/>
                    </a:cubicBezTo>
                    <a:cubicBezTo>
                      <a:pt x="17480" y="3113"/>
                      <a:pt x="17426" y="2883"/>
                      <a:pt x="17373" y="2653"/>
                    </a:cubicBezTo>
                    <a:cubicBezTo>
                      <a:pt x="17353" y="2567"/>
                      <a:pt x="17333" y="2482"/>
                      <a:pt x="17313" y="2397"/>
                    </a:cubicBezTo>
                    <a:cubicBezTo>
                      <a:pt x="17173" y="1816"/>
                      <a:pt x="17113" y="1298"/>
                      <a:pt x="17135" y="700"/>
                    </a:cubicBezTo>
                    <a:cubicBezTo>
                      <a:pt x="17478" y="700"/>
                      <a:pt x="17822" y="700"/>
                      <a:pt x="18176" y="700"/>
                    </a:cubicBezTo>
                    <a:cubicBezTo>
                      <a:pt x="18176" y="837"/>
                      <a:pt x="18176" y="975"/>
                      <a:pt x="18176" y="1116"/>
                    </a:cubicBezTo>
                    <a:cubicBezTo>
                      <a:pt x="18206" y="1120"/>
                      <a:pt x="18235" y="1123"/>
                      <a:pt x="18265" y="1126"/>
                    </a:cubicBezTo>
                    <a:cubicBezTo>
                      <a:pt x="19095" y="1222"/>
                      <a:pt x="19095" y="1222"/>
                      <a:pt x="19295" y="1389"/>
                    </a:cubicBezTo>
                    <a:cubicBezTo>
                      <a:pt x="19352" y="1465"/>
                      <a:pt x="19396" y="1540"/>
                      <a:pt x="19439" y="1624"/>
                    </a:cubicBezTo>
                    <a:cubicBezTo>
                      <a:pt x="19640" y="2014"/>
                      <a:pt x="19938" y="2198"/>
                      <a:pt x="20349" y="2342"/>
                    </a:cubicBezTo>
                    <a:cubicBezTo>
                      <a:pt x="20520" y="2377"/>
                      <a:pt x="20665" y="2348"/>
                      <a:pt x="20835" y="2320"/>
                    </a:cubicBezTo>
                    <a:cubicBezTo>
                      <a:pt x="21102" y="2281"/>
                      <a:pt x="21352" y="2258"/>
                      <a:pt x="21586" y="2419"/>
                    </a:cubicBezTo>
                    <a:cubicBezTo>
                      <a:pt x="22330" y="3036"/>
                      <a:pt x="22885" y="3942"/>
                      <a:pt x="23305" y="4802"/>
                    </a:cubicBezTo>
                    <a:cubicBezTo>
                      <a:pt x="23471" y="5130"/>
                      <a:pt x="23611" y="5319"/>
                      <a:pt x="23933" y="5505"/>
                    </a:cubicBezTo>
                    <a:cubicBezTo>
                      <a:pt x="24208" y="5664"/>
                      <a:pt x="24208" y="5664"/>
                      <a:pt x="24249" y="5810"/>
                    </a:cubicBezTo>
                    <a:cubicBezTo>
                      <a:pt x="24232" y="5932"/>
                      <a:pt x="24200" y="6029"/>
                      <a:pt x="24153" y="6143"/>
                    </a:cubicBezTo>
                    <a:cubicBezTo>
                      <a:pt x="24146" y="6161"/>
                      <a:pt x="24146" y="6161"/>
                      <a:pt x="24114" y="6257"/>
                    </a:cubicBezTo>
                    <a:cubicBezTo>
                      <a:pt x="24082" y="6351"/>
                      <a:pt x="24048" y="6442"/>
                      <a:pt x="24010" y="6533"/>
                    </a:cubicBezTo>
                    <a:cubicBezTo>
                      <a:pt x="23171" y="5804"/>
                      <a:pt x="23171" y="5804"/>
                      <a:pt x="23121" y="5505"/>
                    </a:cubicBezTo>
                    <a:cubicBezTo>
                      <a:pt x="23115" y="5357"/>
                      <a:pt x="23137" y="5218"/>
                      <a:pt x="23176" y="5075"/>
                    </a:cubicBezTo>
                    <a:cubicBezTo>
                      <a:pt x="23039" y="5075"/>
                      <a:pt x="22901" y="5075"/>
                      <a:pt x="22760" y="5075"/>
                    </a:cubicBezTo>
                    <a:cubicBezTo>
                      <a:pt x="22691" y="5350"/>
                      <a:pt x="22622" y="5625"/>
                      <a:pt x="22551" y="5908"/>
                    </a:cubicBezTo>
                    <a:cubicBezTo>
                      <a:pt x="22440" y="5869"/>
                      <a:pt x="22328" y="5831"/>
                      <a:pt x="22213" y="5791"/>
                    </a:cubicBezTo>
                    <a:cubicBezTo>
                      <a:pt x="21926" y="5701"/>
                      <a:pt x="21702" y="5689"/>
                      <a:pt x="21414" y="5776"/>
                    </a:cubicBezTo>
                    <a:cubicBezTo>
                      <a:pt x="20741" y="5976"/>
                      <a:pt x="20741" y="5976"/>
                      <a:pt x="20468" y="5908"/>
                    </a:cubicBezTo>
                    <a:cubicBezTo>
                      <a:pt x="20250" y="5734"/>
                      <a:pt x="20131" y="5448"/>
                      <a:pt x="20004" y="5206"/>
                    </a:cubicBezTo>
                    <a:cubicBezTo>
                      <a:pt x="19719" y="4676"/>
                      <a:pt x="19719" y="4676"/>
                      <a:pt x="19485" y="4588"/>
                    </a:cubicBezTo>
                    <a:cubicBezTo>
                      <a:pt x="19129" y="4494"/>
                      <a:pt x="18725" y="4525"/>
                      <a:pt x="18385" y="4658"/>
                    </a:cubicBezTo>
                    <a:cubicBezTo>
                      <a:pt x="18213" y="4786"/>
                      <a:pt x="18132" y="4950"/>
                      <a:pt x="18044" y="5141"/>
                    </a:cubicBezTo>
                    <a:cubicBezTo>
                      <a:pt x="17990" y="5257"/>
                      <a:pt x="17975" y="5279"/>
                      <a:pt x="17860" y="5347"/>
                    </a:cubicBezTo>
                    <a:cubicBezTo>
                      <a:pt x="17721" y="5365"/>
                      <a:pt x="17666" y="5364"/>
                      <a:pt x="17551" y="5283"/>
                    </a:cubicBezTo>
                    <a:cubicBezTo>
                      <a:pt x="17497" y="5150"/>
                      <a:pt x="17460" y="5022"/>
                      <a:pt x="17425" y="4882"/>
                    </a:cubicBezTo>
                    <a:cubicBezTo>
                      <a:pt x="17402" y="4797"/>
                      <a:pt x="17402" y="4797"/>
                      <a:pt x="17343" y="4658"/>
                    </a:cubicBezTo>
                    <a:cubicBezTo>
                      <a:pt x="17195" y="4600"/>
                      <a:pt x="17077" y="4619"/>
                      <a:pt x="16926" y="4658"/>
                    </a:cubicBezTo>
                    <a:cubicBezTo>
                      <a:pt x="16938" y="4618"/>
                      <a:pt x="16950" y="4577"/>
                      <a:pt x="16963" y="4536"/>
                    </a:cubicBezTo>
                    <a:cubicBezTo>
                      <a:pt x="17000" y="4358"/>
                      <a:pt x="17025" y="4194"/>
                      <a:pt x="16926" y="4033"/>
                    </a:cubicBezTo>
                    <a:cubicBezTo>
                      <a:pt x="16732" y="3917"/>
                      <a:pt x="16512" y="3856"/>
                      <a:pt x="16292" y="3806"/>
                    </a:cubicBezTo>
                    <a:cubicBezTo>
                      <a:pt x="15996" y="3722"/>
                      <a:pt x="15996" y="3722"/>
                      <a:pt x="15885" y="3616"/>
                    </a:cubicBezTo>
                    <a:cubicBezTo>
                      <a:pt x="15832" y="3515"/>
                      <a:pt x="15794" y="3413"/>
                      <a:pt x="15755" y="3306"/>
                    </a:cubicBezTo>
                    <a:cubicBezTo>
                      <a:pt x="15682" y="3112"/>
                      <a:pt x="15614" y="2934"/>
                      <a:pt x="15468" y="2783"/>
                    </a:cubicBezTo>
                    <a:cubicBezTo>
                      <a:pt x="15127" y="2636"/>
                      <a:pt x="14722" y="2696"/>
                      <a:pt x="14361" y="2718"/>
                    </a:cubicBezTo>
                    <a:cubicBezTo>
                      <a:pt x="14261" y="2720"/>
                      <a:pt x="14162" y="2722"/>
                      <a:pt x="14062" y="2724"/>
                    </a:cubicBezTo>
                    <a:cubicBezTo>
                      <a:pt x="13571" y="2737"/>
                      <a:pt x="13107" y="2789"/>
                      <a:pt x="12628" y="2898"/>
                    </a:cubicBezTo>
                    <a:cubicBezTo>
                      <a:pt x="12218" y="2991"/>
                      <a:pt x="11890" y="2996"/>
                      <a:pt x="11480" y="2906"/>
                    </a:cubicBezTo>
                    <a:cubicBezTo>
                      <a:pt x="10984" y="2799"/>
                      <a:pt x="10586" y="2756"/>
                      <a:pt x="10096" y="2920"/>
                    </a:cubicBezTo>
                    <a:cubicBezTo>
                      <a:pt x="9901" y="2984"/>
                      <a:pt x="9781" y="3007"/>
                      <a:pt x="9583" y="2926"/>
                    </a:cubicBezTo>
                    <a:cubicBezTo>
                      <a:pt x="9467" y="2850"/>
                      <a:pt x="9433" y="2811"/>
                      <a:pt x="9402" y="2676"/>
                    </a:cubicBezTo>
                    <a:cubicBezTo>
                      <a:pt x="9400" y="2562"/>
                      <a:pt x="9400" y="2562"/>
                      <a:pt x="9426" y="2366"/>
                    </a:cubicBezTo>
                    <a:cubicBezTo>
                      <a:pt x="9289" y="2366"/>
                      <a:pt x="9151" y="2366"/>
                      <a:pt x="9010" y="2366"/>
                    </a:cubicBezTo>
                    <a:cubicBezTo>
                      <a:pt x="9010" y="2160"/>
                      <a:pt x="9010" y="1954"/>
                      <a:pt x="9010" y="1741"/>
                    </a:cubicBezTo>
                    <a:cubicBezTo>
                      <a:pt x="8735" y="1741"/>
                      <a:pt x="8460" y="1741"/>
                      <a:pt x="8176" y="1741"/>
                    </a:cubicBezTo>
                    <a:cubicBezTo>
                      <a:pt x="8154" y="2477"/>
                      <a:pt x="8166" y="3114"/>
                      <a:pt x="8385" y="3825"/>
                    </a:cubicBezTo>
                    <a:cubicBezTo>
                      <a:pt x="8041" y="3825"/>
                      <a:pt x="7697" y="3825"/>
                      <a:pt x="7343" y="3825"/>
                    </a:cubicBezTo>
                    <a:cubicBezTo>
                      <a:pt x="7326" y="3661"/>
                      <a:pt x="7309" y="3498"/>
                      <a:pt x="7291" y="3330"/>
                    </a:cubicBezTo>
                    <a:cubicBezTo>
                      <a:pt x="7220" y="2861"/>
                      <a:pt x="7220" y="2861"/>
                      <a:pt x="7043" y="2700"/>
                    </a:cubicBezTo>
                    <a:cubicBezTo>
                      <a:pt x="6896" y="2612"/>
                      <a:pt x="6750" y="2550"/>
                      <a:pt x="6587" y="2498"/>
                    </a:cubicBezTo>
                    <a:cubicBezTo>
                      <a:pt x="6389" y="2433"/>
                      <a:pt x="6389" y="2433"/>
                      <a:pt x="6301" y="2366"/>
                    </a:cubicBezTo>
                    <a:cubicBezTo>
                      <a:pt x="6264" y="2215"/>
                      <a:pt x="6281" y="2108"/>
                      <a:pt x="6301" y="1950"/>
                    </a:cubicBezTo>
                    <a:cubicBezTo>
                      <a:pt x="6233" y="1984"/>
                      <a:pt x="6233" y="1984"/>
                      <a:pt x="5885" y="2158"/>
                    </a:cubicBezTo>
                    <a:cubicBezTo>
                      <a:pt x="5917" y="2187"/>
                      <a:pt x="5950" y="2215"/>
                      <a:pt x="5983" y="2245"/>
                    </a:cubicBezTo>
                    <a:cubicBezTo>
                      <a:pt x="6222" y="2485"/>
                      <a:pt x="6223" y="2877"/>
                      <a:pt x="6233" y="3199"/>
                    </a:cubicBezTo>
                    <a:cubicBezTo>
                      <a:pt x="6223" y="3601"/>
                      <a:pt x="6101" y="3854"/>
                      <a:pt x="5817" y="4137"/>
                    </a:cubicBezTo>
                    <a:cubicBezTo>
                      <a:pt x="5557" y="4375"/>
                      <a:pt x="5285" y="4596"/>
                      <a:pt x="5010" y="4817"/>
                    </a:cubicBezTo>
                    <a:cubicBezTo>
                      <a:pt x="4901" y="4905"/>
                      <a:pt x="4793" y="4993"/>
                      <a:pt x="4684" y="5081"/>
                    </a:cubicBezTo>
                    <a:cubicBezTo>
                      <a:pt x="4663" y="5099"/>
                      <a:pt x="4642" y="5116"/>
                      <a:pt x="4620" y="5134"/>
                    </a:cubicBezTo>
                    <a:cubicBezTo>
                      <a:pt x="4237" y="5449"/>
                      <a:pt x="3998" y="5774"/>
                      <a:pt x="3788" y="6221"/>
                    </a:cubicBezTo>
                    <a:cubicBezTo>
                      <a:pt x="3489" y="6841"/>
                      <a:pt x="3085" y="7328"/>
                      <a:pt x="2606" y="7817"/>
                    </a:cubicBezTo>
                    <a:cubicBezTo>
                      <a:pt x="2552" y="7874"/>
                      <a:pt x="2499" y="7931"/>
                      <a:pt x="2445" y="7988"/>
                    </a:cubicBezTo>
                    <a:cubicBezTo>
                      <a:pt x="1841" y="8629"/>
                      <a:pt x="1841" y="8629"/>
                      <a:pt x="1493" y="8644"/>
                    </a:cubicBezTo>
                    <a:cubicBezTo>
                      <a:pt x="1383" y="8640"/>
                      <a:pt x="1275" y="8631"/>
                      <a:pt x="1165" y="8619"/>
                    </a:cubicBezTo>
                    <a:cubicBezTo>
                      <a:pt x="911" y="8596"/>
                      <a:pt x="911" y="8596"/>
                      <a:pt x="760" y="8711"/>
                    </a:cubicBezTo>
                    <a:cubicBezTo>
                      <a:pt x="658" y="8842"/>
                      <a:pt x="589" y="8987"/>
                      <a:pt x="520" y="9137"/>
                    </a:cubicBezTo>
                    <a:cubicBezTo>
                      <a:pt x="494" y="9188"/>
                      <a:pt x="468" y="9238"/>
                      <a:pt x="441" y="9288"/>
                    </a:cubicBezTo>
                    <a:cubicBezTo>
                      <a:pt x="377" y="9410"/>
                      <a:pt x="317" y="9533"/>
                      <a:pt x="260" y="9658"/>
                    </a:cubicBezTo>
                    <a:cubicBezTo>
                      <a:pt x="0" y="9007"/>
                      <a:pt x="0" y="9007"/>
                      <a:pt x="77" y="8734"/>
                    </a:cubicBezTo>
                    <a:cubicBezTo>
                      <a:pt x="168" y="8556"/>
                      <a:pt x="300" y="8407"/>
                      <a:pt x="433" y="8258"/>
                    </a:cubicBezTo>
                    <a:cubicBezTo>
                      <a:pt x="906" y="7720"/>
                      <a:pt x="1185" y="7183"/>
                      <a:pt x="1413" y="6507"/>
                    </a:cubicBezTo>
                    <a:cubicBezTo>
                      <a:pt x="1732" y="5569"/>
                      <a:pt x="2189" y="4856"/>
                      <a:pt x="2814" y="4097"/>
                    </a:cubicBezTo>
                    <a:cubicBezTo>
                      <a:pt x="2876" y="4021"/>
                      <a:pt x="2938" y="3944"/>
                      <a:pt x="3000" y="3867"/>
                    </a:cubicBezTo>
                    <a:cubicBezTo>
                      <a:pt x="3099" y="3746"/>
                      <a:pt x="3200" y="3626"/>
                      <a:pt x="3302" y="3507"/>
                    </a:cubicBezTo>
                    <a:cubicBezTo>
                      <a:pt x="3339" y="3463"/>
                      <a:pt x="3377" y="3419"/>
                      <a:pt x="3413" y="3375"/>
                    </a:cubicBezTo>
                    <a:cubicBezTo>
                      <a:pt x="3648" y="3092"/>
                      <a:pt x="3867" y="2936"/>
                      <a:pt x="4226" y="2851"/>
                    </a:cubicBezTo>
                    <a:cubicBezTo>
                      <a:pt x="4304" y="2832"/>
                      <a:pt x="4304" y="2832"/>
                      <a:pt x="4426" y="2783"/>
                    </a:cubicBezTo>
                    <a:cubicBezTo>
                      <a:pt x="4454" y="2670"/>
                      <a:pt x="4437" y="2593"/>
                      <a:pt x="4419" y="2478"/>
                    </a:cubicBezTo>
                    <a:cubicBezTo>
                      <a:pt x="4430" y="2314"/>
                      <a:pt x="4504" y="2265"/>
                      <a:pt x="4625" y="2158"/>
                    </a:cubicBezTo>
                    <a:cubicBezTo>
                      <a:pt x="4713" y="2086"/>
                      <a:pt x="4804" y="2018"/>
                      <a:pt x="4895" y="1950"/>
                    </a:cubicBezTo>
                    <a:cubicBezTo>
                      <a:pt x="4943" y="1913"/>
                      <a:pt x="4992" y="1876"/>
                      <a:pt x="5040" y="1839"/>
                    </a:cubicBezTo>
                    <a:cubicBezTo>
                      <a:pt x="5685" y="1354"/>
                      <a:pt x="6324" y="1097"/>
                      <a:pt x="7100" y="896"/>
                    </a:cubicBezTo>
                    <a:cubicBezTo>
                      <a:pt x="7541" y="782"/>
                      <a:pt x="7915" y="630"/>
                      <a:pt x="8309" y="404"/>
                    </a:cubicBezTo>
                    <a:cubicBezTo>
                      <a:pt x="9016" y="0"/>
                      <a:pt x="9671" y="5"/>
                      <a:pt x="10468" y="75"/>
                    </a:cubicBezTo>
                    <a:close/>
                  </a:path>
                </a:pathLst>
              </a:custGeom>
              <a:solidFill>
                <a:srgbClr val="499DE7"/>
              </a:solidFill>
              <a:ln w="2646" cap="flat">
                <a:noFill/>
              </a:ln>
            </p:spPr>
          </p:sp>
          <p:sp>
            <p:nvSpPr>
              <p:cNvPr id="2866" name="ICON_C_TOPOGRAPHY_path_010"/>
              <p:cNvSpPr/>
              <p:nvPr/>
            </p:nvSpPr>
            <p:spPr>
              <a:xfrm>
                <a:off x="11446661" y="7452222"/>
                <a:ext cx="122322" cy="93864"/>
              </a:xfrm>
              <a:custGeom>
                <a:avLst/>
                <a:gdLst/>
                <a:ahLst/>
                <a:cxnLst/>
                <a:rect l="0" t="0" r="r" b="b"/>
                <a:pathLst>
                  <a:path w="9632" h="7391" fill="norm" stroke="0">
                    <a:moveTo>
                      <a:pt x="3896" y="86"/>
                    </a:moveTo>
                    <a:cubicBezTo>
                      <a:pt x="3896" y="430"/>
                      <a:pt x="3896" y="773"/>
                      <a:pt x="3896" y="1127"/>
                    </a:cubicBezTo>
                    <a:cubicBezTo>
                      <a:pt x="4067" y="1047"/>
                      <a:pt x="4238" y="966"/>
                      <a:pt x="4408" y="883"/>
                    </a:cubicBezTo>
                    <a:cubicBezTo>
                      <a:pt x="4465" y="856"/>
                      <a:pt x="4523" y="828"/>
                      <a:pt x="4581" y="801"/>
                    </a:cubicBezTo>
                    <a:cubicBezTo>
                      <a:pt x="4665" y="761"/>
                      <a:pt x="4749" y="721"/>
                      <a:pt x="4832" y="680"/>
                    </a:cubicBezTo>
                    <a:cubicBezTo>
                      <a:pt x="4860" y="666"/>
                      <a:pt x="4888" y="653"/>
                      <a:pt x="4916" y="639"/>
                    </a:cubicBezTo>
                    <a:cubicBezTo>
                      <a:pt x="5103" y="541"/>
                      <a:pt x="5211" y="436"/>
                      <a:pt x="5342" y="268"/>
                    </a:cubicBezTo>
                    <a:cubicBezTo>
                      <a:pt x="5439" y="163"/>
                      <a:pt x="5507" y="94"/>
                      <a:pt x="5651" y="73"/>
                    </a:cubicBezTo>
                    <a:cubicBezTo>
                      <a:pt x="5912" y="71"/>
                      <a:pt x="6167" y="119"/>
                      <a:pt x="6423" y="164"/>
                    </a:cubicBezTo>
                    <a:cubicBezTo>
                      <a:pt x="6501" y="176"/>
                      <a:pt x="6579" y="188"/>
                      <a:pt x="6658" y="200"/>
                    </a:cubicBezTo>
                    <a:cubicBezTo>
                      <a:pt x="6849" y="229"/>
                      <a:pt x="7039" y="261"/>
                      <a:pt x="7230" y="294"/>
                    </a:cubicBezTo>
                    <a:cubicBezTo>
                      <a:pt x="7263" y="443"/>
                      <a:pt x="7274" y="564"/>
                      <a:pt x="7230" y="711"/>
                    </a:cubicBezTo>
                    <a:cubicBezTo>
                      <a:pt x="7073" y="829"/>
                      <a:pt x="6894" y="884"/>
                      <a:pt x="6709" y="945"/>
                    </a:cubicBezTo>
                    <a:cubicBezTo>
                      <a:pt x="6659" y="963"/>
                      <a:pt x="6609" y="981"/>
                      <a:pt x="6558" y="1000"/>
                    </a:cubicBezTo>
                    <a:cubicBezTo>
                      <a:pt x="6436" y="1044"/>
                      <a:pt x="6312" y="1086"/>
                      <a:pt x="6188" y="1127"/>
                    </a:cubicBezTo>
                    <a:cubicBezTo>
                      <a:pt x="6188" y="852"/>
                      <a:pt x="6188" y="577"/>
                      <a:pt x="6188" y="294"/>
                    </a:cubicBezTo>
                    <a:cubicBezTo>
                      <a:pt x="5913" y="500"/>
                      <a:pt x="5638" y="707"/>
                      <a:pt x="5355" y="919"/>
                    </a:cubicBezTo>
                    <a:cubicBezTo>
                      <a:pt x="5460" y="937"/>
                      <a:pt x="5565" y="955"/>
                      <a:pt x="5674" y="974"/>
                    </a:cubicBezTo>
                    <a:cubicBezTo>
                      <a:pt x="6560" y="1147"/>
                      <a:pt x="6560" y="1147"/>
                      <a:pt x="6813" y="1336"/>
                    </a:cubicBezTo>
                    <a:cubicBezTo>
                      <a:pt x="6993" y="1653"/>
                      <a:pt x="6900" y="2041"/>
                      <a:pt x="6813" y="2377"/>
                    </a:cubicBezTo>
                    <a:cubicBezTo>
                      <a:pt x="6833" y="2371"/>
                      <a:pt x="6833" y="2371"/>
                      <a:pt x="6935" y="2341"/>
                    </a:cubicBezTo>
                    <a:cubicBezTo>
                      <a:pt x="7116" y="2304"/>
                      <a:pt x="7275" y="2278"/>
                      <a:pt x="7438" y="2377"/>
                    </a:cubicBezTo>
                    <a:cubicBezTo>
                      <a:pt x="7648" y="2682"/>
                      <a:pt x="7748" y="3069"/>
                      <a:pt x="7855" y="3419"/>
                    </a:cubicBezTo>
                    <a:cubicBezTo>
                      <a:pt x="7992" y="3282"/>
                      <a:pt x="8130" y="3144"/>
                      <a:pt x="8271" y="3002"/>
                    </a:cubicBezTo>
                    <a:cubicBezTo>
                      <a:pt x="8269" y="3051"/>
                      <a:pt x="8267" y="3099"/>
                      <a:pt x="8265" y="3149"/>
                    </a:cubicBezTo>
                    <a:cubicBezTo>
                      <a:pt x="8257" y="3330"/>
                      <a:pt x="8253" y="3511"/>
                      <a:pt x="8249" y="3692"/>
                    </a:cubicBezTo>
                    <a:cubicBezTo>
                      <a:pt x="8246" y="3770"/>
                      <a:pt x="8244" y="3848"/>
                      <a:pt x="8240" y="3926"/>
                    </a:cubicBezTo>
                    <a:cubicBezTo>
                      <a:pt x="8209" y="4610"/>
                      <a:pt x="8209" y="4610"/>
                      <a:pt x="8366" y="4816"/>
                    </a:cubicBezTo>
                    <a:cubicBezTo>
                      <a:pt x="8463" y="4921"/>
                      <a:pt x="8570" y="5006"/>
                      <a:pt x="8688" y="5086"/>
                    </a:cubicBezTo>
                    <a:cubicBezTo>
                      <a:pt x="8955" y="4136"/>
                      <a:pt x="8851" y="3461"/>
                      <a:pt x="8534" y="2540"/>
                    </a:cubicBezTo>
                    <a:cubicBezTo>
                      <a:pt x="8459" y="2320"/>
                      <a:pt x="8403" y="2096"/>
                      <a:pt x="8350" y="1870"/>
                    </a:cubicBezTo>
                    <a:cubicBezTo>
                      <a:pt x="8341" y="1836"/>
                      <a:pt x="8333" y="1801"/>
                      <a:pt x="8324" y="1766"/>
                    </a:cubicBezTo>
                    <a:cubicBezTo>
                      <a:pt x="8306" y="1692"/>
                      <a:pt x="8289" y="1618"/>
                      <a:pt x="8271" y="1544"/>
                    </a:cubicBezTo>
                    <a:cubicBezTo>
                      <a:pt x="8065" y="1613"/>
                      <a:pt x="7859" y="1682"/>
                      <a:pt x="7646" y="1752"/>
                    </a:cubicBezTo>
                    <a:cubicBezTo>
                      <a:pt x="7701" y="1621"/>
                      <a:pt x="7757" y="1491"/>
                      <a:pt x="7816" y="1362"/>
                    </a:cubicBezTo>
                    <a:cubicBezTo>
                      <a:pt x="7830" y="1326"/>
                      <a:pt x="7845" y="1289"/>
                      <a:pt x="7860" y="1252"/>
                    </a:cubicBezTo>
                    <a:cubicBezTo>
                      <a:pt x="8034" y="876"/>
                      <a:pt x="8343" y="706"/>
                      <a:pt x="8688" y="502"/>
                    </a:cubicBezTo>
                    <a:cubicBezTo>
                      <a:pt x="8692" y="525"/>
                      <a:pt x="8697" y="548"/>
                      <a:pt x="8701" y="571"/>
                    </a:cubicBezTo>
                    <a:cubicBezTo>
                      <a:pt x="8747" y="808"/>
                      <a:pt x="8794" y="1044"/>
                      <a:pt x="8843" y="1281"/>
                    </a:cubicBezTo>
                    <a:cubicBezTo>
                      <a:pt x="8861" y="1369"/>
                      <a:pt x="8879" y="1457"/>
                      <a:pt x="8895" y="1545"/>
                    </a:cubicBezTo>
                    <a:cubicBezTo>
                      <a:pt x="9054" y="2376"/>
                      <a:pt x="9054" y="2376"/>
                      <a:pt x="9431" y="2689"/>
                    </a:cubicBezTo>
                    <a:cubicBezTo>
                      <a:pt x="9632" y="2923"/>
                      <a:pt x="9604" y="3255"/>
                      <a:pt x="9600" y="3549"/>
                    </a:cubicBezTo>
                    <a:cubicBezTo>
                      <a:pt x="9599" y="3585"/>
                      <a:pt x="9599" y="3621"/>
                      <a:pt x="9598" y="3658"/>
                    </a:cubicBezTo>
                    <a:cubicBezTo>
                      <a:pt x="9579" y="4491"/>
                      <a:pt x="9382" y="5431"/>
                      <a:pt x="8783" y="6049"/>
                    </a:cubicBezTo>
                    <a:cubicBezTo>
                      <a:pt x="8391" y="6372"/>
                      <a:pt x="7825" y="6477"/>
                      <a:pt x="7340" y="6579"/>
                    </a:cubicBezTo>
                    <a:cubicBezTo>
                      <a:pt x="7295" y="6588"/>
                      <a:pt x="7250" y="6597"/>
                      <a:pt x="7204" y="6607"/>
                    </a:cubicBezTo>
                    <a:cubicBezTo>
                      <a:pt x="7119" y="6624"/>
                      <a:pt x="7034" y="6640"/>
                      <a:pt x="6948" y="6653"/>
                    </a:cubicBezTo>
                    <a:cubicBezTo>
                      <a:pt x="6695" y="6699"/>
                      <a:pt x="6576" y="6768"/>
                      <a:pt x="6404" y="6962"/>
                    </a:cubicBezTo>
                    <a:cubicBezTo>
                      <a:pt x="6166" y="7220"/>
                      <a:pt x="5943" y="7244"/>
                      <a:pt x="5606" y="7263"/>
                    </a:cubicBezTo>
                    <a:cubicBezTo>
                      <a:pt x="5550" y="7267"/>
                      <a:pt x="5494" y="7272"/>
                      <a:pt x="5438" y="7277"/>
                    </a:cubicBezTo>
                    <a:cubicBezTo>
                      <a:pt x="5289" y="7289"/>
                      <a:pt x="5140" y="7298"/>
                      <a:pt x="4991" y="7307"/>
                    </a:cubicBezTo>
                    <a:cubicBezTo>
                      <a:pt x="4899" y="7312"/>
                      <a:pt x="4807" y="7319"/>
                      <a:pt x="4715" y="7325"/>
                    </a:cubicBezTo>
                    <a:cubicBezTo>
                      <a:pt x="3799" y="7389"/>
                      <a:pt x="2919" y="7391"/>
                      <a:pt x="2021" y="7169"/>
                    </a:cubicBezTo>
                    <a:cubicBezTo>
                      <a:pt x="2021" y="7032"/>
                      <a:pt x="2021" y="6894"/>
                      <a:pt x="2021" y="6752"/>
                    </a:cubicBezTo>
                    <a:cubicBezTo>
                      <a:pt x="1960" y="6766"/>
                      <a:pt x="1899" y="6779"/>
                      <a:pt x="1836" y="6793"/>
                    </a:cubicBezTo>
                    <a:cubicBezTo>
                      <a:pt x="1720" y="6792"/>
                      <a:pt x="1720" y="6792"/>
                      <a:pt x="1605" y="6752"/>
                    </a:cubicBezTo>
                    <a:cubicBezTo>
                      <a:pt x="1443" y="6558"/>
                      <a:pt x="1344" y="6334"/>
                      <a:pt x="1238" y="6106"/>
                    </a:cubicBezTo>
                    <a:cubicBezTo>
                      <a:pt x="1205" y="6038"/>
                      <a:pt x="1173" y="5970"/>
                      <a:pt x="1140" y="5903"/>
                    </a:cubicBezTo>
                    <a:cubicBezTo>
                      <a:pt x="1072" y="5761"/>
                      <a:pt x="1005" y="5618"/>
                      <a:pt x="939" y="5475"/>
                    </a:cubicBezTo>
                    <a:cubicBezTo>
                      <a:pt x="872" y="5329"/>
                      <a:pt x="802" y="5185"/>
                      <a:pt x="731" y="5041"/>
                    </a:cubicBezTo>
                    <a:cubicBezTo>
                      <a:pt x="0" y="3572"/>
                      <a:pt x="0" y="3572"/>
                      <a:pt x="244" y="2788"/>
                    </a:cubicBezTo>
                    <a:cubicBezTo>
                      <a:pt x="388" y="2464"/>
                      <a:pt x="708" y="2296"/>
                      <a:pt x="999" y="2116"/>
                    </a:cubicBezTo>
                    <a:cubicBezTo>
                      <a:pt x="1187" y="1982"/>
                      <a:pt x="1239" y="1877"/>
                      <a:pt x="1278" y="1653"/>
                    </a:cubicBezTo>
                    <a:cubicBezTo>
                      <a:pt x="1283" y="1617"/>
                      <a:pt x="1288" y="1581"/>
                      <a:pt x="1292" y="1544"/>
                    </a:cubicBezTo>
                    <a:cubicBezTo>
                      <a:pt x="1337" y="1238"/>
                      <a:pt x="1414" y="1069"/>
                      <a:pt x="1655" y="868"/>
                    </a:cubicBezTo>
                    <a:cubicBezTo>
                      <a:pt x="2300" y="390"/>
                      <a:pt x="3080" y="0"/>
                      <a:pt x="3896" y="86"/>
                    </a:cubicBezTo>
                    <a:close/>
                  </a:path>
                </a:pathLst>
              </a:custGeom>
              <a:solidFill>
                <a:srgbClr val="F9AB73"/>
              </a:solidFill>
              <a:ln w="2646" cap="flat">
                <a:noFill/>
              </a:ln>
            </p:spPr>
          </p:sp>
          <p:sp>
            <p:nvSpPr>
              <p:cNvPr id="2867" name="ICON_C_TOPOGRAPHY_path_011"/>
              <p:cNvSpPr/>
              <p:nvPr/>
            </p:nvSpPr>
            <p:spPr>
              <a:xfrm>
                <a:off x="11422064" y="7259569"/>
                <a:ext cx="216958" cy="98494"/>
              </a:xfrm>
              <a:custGeom>
                <a:avLst/>
                <a:gdLst/>
                <a:ahLst/>
                <a:cxnLst/>
                <a:rect l="0" t="0" r="r" b="b"/>
                <a:pathLst>
                  <a:path w="17083" h="7755" fill="norm" stroke="0">
                    <a:moveTo>
                      <a:pt x="6367" y="73"/>
                    </a:moveTo>
                    <a:cubicBezTo>
                      <a:pt x="6413" y="83"/>
                      <a:pt x="6458" y="92"/>
                      <a:pt x="6504" y="102"/>
                    </a:cubicBezTo>
                    <a:cubicBezTo>
                      <a:pt x="6741" y="168"/>
                      <a:pt x="6889" y="237"/>
                      <a:pt x="7020" y="449"/>
                    </a:cubicBezTo>
                    <a:cubicBezTo>
                      <a:pt x="7076" y="560"/>
                      <a:pt x="7121" y="667"/>
                      <a:pt x="7160" y="785"/>
                    </a:cubicBezTo>
                    <a:cubicBezTo>
                      <a:pt x="7256" y="1070"/>
                      <a:pt x="7256" y="1070"/>
                      <a:pt x="7387" y="1139"/>
                    </a:cubicBezTo>
                    <a:cubicBezTo>
                      <a:pt x="7405" y="1146"/>
                      <a:pt x="7405" y="1146"/>
                      <a:pt x="7497" y="1180"/>
                    </a:cubicBezTo>
                    <a:cubicBezTo>
                      <a:pt x="7610" y="1225"/>
                      <a:pt x="7610" y="1225"/>
                      <a:pt x="7708" y="1297"/>
                    </a:cubicBezTo>
                    <a:cubicBezTo>
                      <a:pt x="7745" y="1401"/>
                      <a:pt x="7771" y="1496"/>
                      <a:pt x="7795" y="1603"/>
                    </a:cubicBezTo>
                    <a:cubicBezTo>
                      <a:pt x="7841" y="1785"/>
                      <a:pt x="7884" y="1918"/>
                      <a:pt x="8048" y="2021"/>
                    </a:cubicBezTo>
                    <a:cubicBezTo>
                      <a:pt x="8227" y="2112"/>
                      <a:pt x="8416" y="2173"/>
                      <a:pt x="8607" y="2235"/>
                    </a:cubicBezTo>
                    <a:cubicBezTo>
                      <a:pt x="8680" y="2261"/>
                      <a:pt x="8753" y="2287"/>
                      <a:pt x="8826" y="2314"/>
                    </a:cubicBezTo>
                    <a:cubicBezTo>
                      <a:pt x="9268" y="2468"/>
                      <a:pt x="9710" y="2578"/>
                      <a:pt x="10169" y="2667"/>
                    </a:cubicBezTo>
                    <a:cubicBezTo>
                      <a:pt x="10378" y="2708"/>
                      <a:pt x="10586" y="2751"/>
                      <a:pt x="10794" y="2794"/>
                    </a:cubicBezTo>
                    <a:cubicBezTo>
                      <a:pt x="10820" y="2800"/>
                      <a:pt x="10847" y="2805"/>
                      <a:pt x="10874" y="2811"/>
                    </a:cubicBezTo>
                    <a:cubicBezTo>
                      <a:pt x="11971" y="3044"/>
                      <a:pt x="12766" y="3563"/>
                      <a:pt x="13632" y="4259"/>
                    </a:cubicBezTo>
                    <a:cubicBezTo>
                      <a:pt x="13655" y="4278"/>
                      <a:pt x="13678" y="4296"/>
                      <a:pt x="13701" y="4315"/>
                    </a:cubicBezTo>
                    <a:cubicBezTo>
                      <a:pt x="13880" y="4459"/>
                      <a:pt x="13880" y="4459"/>
                      <a:pt x="13965" y="4529"/>
                    </a:cubicBezTo>
                    <a:cubicBezTo>
                      <a:pt x="14199" y="4720"/>
                      <a:pt x="14406" y="4879"/>
                      <a:pt x="14706" y="4943"/>
                    </a:cubicBezTo>
                    <a:cubicBezTo>
                      <a:pt x="15170" y="5058"/>
                      <a:pt x="15440" y="5501"/>
                      <a:pt x="15729" y="5854"/>
                    </a:cubicBezTo>
                    <a:cubicBezTo>
                      <a:pt x="15822" y="5965"/>
                      <a:pt x="15915" y="6076"/>
                      <a:pt x="16008" y="6186"/>
                    </a:cubicBezTo>
                    <a:cubicBezTo>
                      <a:pt x="16069" y="6259"/>
                      <a:pt x="16130" y="6331"/>
                      <a:pt x="16190" y="6404"/>
                    </a:cubicBezTo>
                    <a:cubicBezTo>
                      <a:pt x="16335" y="6578"/>
                      <a:pt x="16482" y="6740"/>
                      <a:pt x="16650" y="6892"/>
                    </a:cubicBezTo>
                    <a:cubicBezTo>
                      <a:pt x="16680" y="6920"/>
                      <a:pt x="16711" y="6947"/>
                      <a:pt x="16742" y="6976"/>
                    </a:cubicBezTo>
                    <a:cubicBezTo>
                      <a:pt x="16799" y="7026"/>
                      <a:pt x="16857" y="7076"/>
                      <a:pt x="16916" y="7124"/>
                    </a:cubicBezTo>
                    <a:cubicBezTo>
                      <a:pt x="17046" y="7239"/>
                      <a:pt x="17046" y="7239"/>
                      <a:pt x="17083" y="7339"/>
                    </a:cubicBezTo>
                    <a:cubicBezTo>
                      <a:pt x="17040" y="7495"/>
                      <a:pt x="16965" y="7622"/>
                      <a:pt x="16875" y="7755"/>
                    </a:cubicBezTo>
                    <a:cubicBezTo>
                      <a:pt x="16865" y="7746"/>
                      <a:pt x="16865" y="7746"/>
                      <a:pt x="16814" y="7699"/>
                    </a:cubicBezTo>
                    <a:cubicBezTo>
                      <a:pt x="16626" y="7522"/>
                      <a:pt x="16436" y="7347"/>
                      <a:pt x="16245" y="7174"/>
                    </a:cubicBezTo>
                    <a:cubicBezTo>
                      <a:pt x="16146" y="7085"/>
                      <a:pt x="16048" y="6995"/>
                      <a:pt x="15952" y="6904"/>
                    </a:cubicBezTo>
                    <a:cubicBezTo>
                      <a:pt x="15841" y="6800"/>
                      <a:pt x="15727" y="6698"/>
                      <a:pt x="15614" y="6596"/>
                    </a:cubicBezTo>
                    <a:cubicBezTo>
                      <a:pt x="15579" y="6563"/>
                      <a:pt x="15545" y="6530"/>
                      <a:pt x="15510" y="6496"/>
                    </a:cubicBezTo>
                    <a:cubicBezTo>
                      <a:pt x="15410" y="6408"/>
                      <a:pt x="15333" y="6344"/>
                      <a:pt x="15208" y="6297"/>
                    </a:cubicBezTo>
                    <a:cubicBezTo>
                      <a:pt x="15047" y="6336"/>
                      <a:pt x="14925" y="6408"/>
                      <a:pt x="14792" y="6505"/>
                    </a:cubicBezTo>
                    <a:cubicBezTo>
                      <a:pt x="14792" y="6368"/>
                      <a:pt x="14792" y="6230"/>
                      <a:pt x="14792" y="6089"/>
                    </a:cubicBezTo>
                    <a:cubicBezTo>
                      <a:pt x="14755" y="6097"/>
                      <a:pt x="14718" y="6106"/>
                      <a:pt x="14680" y="6115"/>
                    </a:cubicBezTo>
                    <a:cubicBezTo>
                      <a:pt x="14544" y="6145"/>
                      <a:pt x="14406" y="6174"/>
                      <a:pt x="14269" y="6201"/>
                    </a:cubicBezTo>
                    <a:cubicBezTo>
                      <a:pt x="14210" y="6213"/>
                      <a:pt x="14150" y="6226"/>
                      <a:pt x="14091" y="6240"/>
                    </a:cubicBezTo>
                    <a:cubicBezTo>
                      <a:pt x="13905" y="6283"/>
                      <a:pt x="13733" y="6318"/>
                      <a:pt x="13542" y="6297"/>
                    </a:cubicBezTo>
                    <a:cubicBezTo>
                      <a:pt x="13457" y="6197"/>
                      <a:pt x="13426" y="6105"/>
                      <a:pt x="13383" y="5981"/>
                    </a:cubicBezTo>
                    <a:cubicBezTo>
                      <a:pt x="13333" y="5880"/>
                      <a:pt x="13333" y="5880"/>
                      <a:pt x="13244" y="5836"/>
                    </a:cubicBezTo>
                    <a:cubicBezTo>
                      <a:pt x="13135" y="5816"/>
                      <a:pt x="13027" y="5801"/>
                      <a:pt x="12917" y="5789"/>
                    </a:cubicBezTo>
                    <a:cubicBezTo>
                      <a:pt x="12770" y="5765"/>
                      <a:pt x="12633" y="5739"/>
                      <a:pt x="12500" y="5672"/>
                    </a:cubicBezTo>
                    <a:cubicBezTo>
                      <a:pt x="12417" y="5552"/>
                      <a:pt x="12405" y="5416"/>
                      <a:pt x="12382" y="5275"/>
                    </a:cubicBezTo>
                    <a:cubicBezTo>
                      <a:pt x="12362" y="5185"/>
                      <a:pt x="12344" y="5123"/>
                      <a:pt x="12292" y="5047"/>
                    </a:cubicBezTo>
                    <a:cubicBezTo>
                      <a:pt x="12041" y="4907"/>
                      <a:pt x="11739" y="4877"/>
                      <a:pt x="11458" y="4839"/>
                    </a:cubicBezTo>
                    <a:cubicBezTo>
                      <a:pt x="11458" y="4701"/>
                      <a:pt x="11458" y="4564"/>
                      <a:pt x="11458" y="4422"/>
                    </a:cubicBezTo>
                    <a:cubicBezTo>
                      <a:pt x="11114" y="4422"/>
                      <a:pt x="10771" y="4422"/>
                      <a:pt x="10417" y="4422"/>
                    </a:cubicBezTo>
                    <a:cubicBezTo>
                      <a:pt x="10447" y="4548"/>
                      <a:pt x="10477" y="4674"/>
                      <a:pt x="10508" y="4803"/>
                    </a:cubicBezTo>
                    <a:cubicBezTo>
                      <a:pt x="10537" y="4928"/>
                      <a:pt x="10566" y="5053"/>
                      <a:pt x="10595" y="5177"/>
                    </a:cubicBezTo>
                    <a:cubicBezTo>
                      <a:pt x="10614" y="5263"/>
                      <a:pt x="10635" y="5348"/>
                      <a:pt x="10655" y="5433"/>
                    </a:cubicBezTo>
                    <a:cubicBezTo>
                      <a:pt x="10794" y="6008"/>
                      <a:pt x="10863" y="6539"/>
                      <a:pt x="10833" y="7130"/>
                    </a:cubicBezTo>
                    <a:cubicBezTo>
                      <a:pt x="10488" y="7202"/>
                      <a:pt x="10130" y="7246"/>
                      <a:pt x="9792" y="7130"/>
                    </a:cubicBezTo>
                    <a:cubicBezTo>
                      <a:pt x="9637" y="7001"/>
                      <a:pt x="9519" y="6853"/>
                      <a:pt x="9395" y="6696"/>
                    </a:cubicBezTo>
                    <a:cubicBezTo>
                      <a:pt x="9002" y="6205"/>
                      <a:pt x="8658" y="6011"/>
                      <a:pt x="8029" y="5941"/>
                    </a:cubicBezTo>
                    <a:cubicBezTo>
                      <a:pt x="7575" y="5901"/>
                      <a:pt x="7122" y="5884"/>
                      <a:pt x="6667" y="5880"/>
                    </a:cubicBezTo>
                    <a:cubicBezTo>
                      <a:pt x="6622" y="5880"/>
                      <a:pt x="6578" y="5880"/>
                      <a:pt x="6532" y="5879"/>
                    </a:cubicBezTo>
                    <a:cubicBezTo>
                      <a:pt x="6157" y="5877"/>
                      <a:pt x="5782" y="5875"/>
                      <a:pt x="5408" y="5888"/>
                    </a:cubicBezTo>
                    <a:cubicBezTo>
                      <a:pt x="4532" y="5914"/>
                      <a:pt x="4532" y="5914"/>
                      <a:pt x="4167" y="5672"/>
                    </a:cubicBezTo>
                    <a:cubicBezTo>
                      <a:pt x="4106" y="5526"/>
                      <a:pt x="4135" y="5407"/>
                      <a:pt x="4167" y="5255"/>
                    </a:cubicBezTo>
                    <a:cubicBezTo>
                      <a:pt x="4183" y="5114"/>
                      <a:pt x="4199" y="4979"/>
                      <a:pt x="4167" y="4839"/>
                    </a:cubicBezTo>
                    <a:cubicBezTo>
                      <a:pt x="4052" y="4743"/>
                      <a:pt x="3910" y="4724"/>
                      <a:pt x="3764" y="4717"/>
                    </a:cubicBezTo>
                    <a:cubicBezTo>
                      <a:pt x="3668" y="4706"/>
                      <a:pt x="3619" y="4688"/>
                      <a:pt x="3542" y="4630"/>
                    </a:cubicBezTo>
                    <a:cubicBezTo>
                      <a:pt x="3513" y="4419"/>
                      <a:pt x="3524" y="4217"/>
                      <a:pt x="3542" y="4005"/>
                    </a:cubicBezTo>
                    <a:cubicBezTo>
                      <a:pt x="2683" y="3881"/>
                      <a:pt x="2166" y="4027"/>
                      <a:pt x="1443" y="4496"/>
                    </a:cubicBezTo>
                    <a:cubicBezTo>
                      <a:pt x="812" y="4901"/>
                      <a:pt x="812" y="4901"/>
                      <a:pt x="435" y="4823"/>
                    </a:cubicBezTo>
                    <a:cubicBezTo>
                      <a:pt x="280" y="4772"/>
                      <a:pt x="142" y="4712"/>
                      <a:pt x="0" y="4630"/>
                    </a:cubicBezTo>
                    <a:cubicBezTo>
                      <a:pt x="206" y="4630"/>
                      <a:pt x="412" y="4630"/>
                      <a:pt x="625" y="4630"/>
                    </a:cubicBezTo>
                    <a:cubicBezTo>
                      <a:pt x="625" y="4493"/>
                      <a:pt x="625" y="4355"/>
                      <a:pt x="625" y="4214"/>
                    </a:cubicBezTo>
                    <a:cubicBezTo>
                      <a:pt x="1038" y="4145"/>
                      <a:pt x="1450" y="4076"/>
                      <a:pt x="1875" y="4005"/>
                    </a:cubicBezTo>
                    <a:cubicBezTo>
                      <a:pt x="1875" y="3799"/>
                      <a:pt x="1875" y="3593"/>
                      <a:pt x="1875" y="3380"/>
                    </a:cubicBezTo>
                    <a:cubicBezTo>
                      <a:pt x="1462" y="3380"/>
                      <a:pt x="1050" y="3380"/>
                      <a:pt x="625" y="3380"/>
                    </a:cubicBezTo>
                    <a:cubicBezTo>
                      <a:pt x="1109" y="3108"/>
                      <a:pt x="1558" y="2925"/>
                      <a:pt x="2095" y="2799"/>
                    </a:cubicBezTo>
                    <a:cubicBezTo>
                      <a:pt x="4207" y="2294"/>
                      <a:pt x="4207" y="2294"/>
                      <a:pt x="4697" y="1497"/>
                    </a:cubicBezTo>
                    <a:cubicBezTo>
                      <a:pt x="4834" y="1251"/>
                      <a:pt x="4946" y="995"/>
                      <a:pt x="5059" y="738"/>
                    </a:cubicBezTo>
                    <a:cubicBezTo>
                      <a:pt x="5210" y="417"/>
                      <a:pt x="5431" y="219"/>
                      <a:pt x="5755" y="75"/>
                    </a:cubicBezTo>
                    <a:cubicBezTo>
                      <a:pt x="5967" y="0"/>
                      <a:pt x="6153" y="22"/>
                      <a:pt x="6367" y="73"/>
                    </a:cubicBezTo>
                    <a:close/>
                  </a:path>
                </a:pathLst>
              </a:custGeom>
              <a:solidFill>
                <a:srgbClr val="556DD3"/>
              </a:solidFill>
              <a:ln w="2646" cap="flat">
                <a:noFill/>
              </a:ln>
            </p:spPr>
          </p:sp>
          <p:sp>
            <p:nvSpPr>
              <p:cNvPr id="2868" name="ICON_C_TOPOGRAPHY_path_012"/>
              <p:cNvSpPr/>
              <p:nvPr/>
            </p:nvSpPr>
            <p:spPr>
              <a:xfrm>
                <a:off x="11557000" y="7336896"/>
                <a:ext cx="144433" cy="313005"/>
              </a:xfrm>
              <a:custGeom>
                <a:avLst/>
                <a:gdLst/>
                <a:ahLst/>
                <a:cxnLst/>
                <a:rect l="0" t="0" r="r" b="b"/>
                <a:pathLst>
                  <a:path w="11373" h="24646" fill="norm" stroke="0">
                    <a:moveTo>
                      <a:pt x="4375" y="0"/>
                    </a:moveTo>
                    <a:cubicBezTo>
                      <a:pt x="4973" y="320"/>
                      <a:pt x="5489" y="634"/>
                      <a:pt x="5933" y="1157"/>
                    </a:cubicBezTo>
                    <a:cubicBezTo>
                      <a:pt x="6128" y="1375"/>
                      <a:pt x="6286" y="1480"/>
                      <a:pt x="6554" y="1590"/>
                    </a:cubicBezTo>
                    <a:cubicBezTo>
                      <a:pt x="6987" y="1773"/>
                      <a:pt x="7183" y="1953"/>
                      <a:pt x="7365" y="2388"/>
                    </a:cubicBezTo>
                    <a:cubicBezTo>
                      <a:pt x="7412" y="2507"/>
                      <a:pt x="7456" y="2627"/>
                      <a:pt x="7500" y="2747"/>
                    </a:cubicBezTo>
                    <a:cubicBezTo>
                      <a:pt x="7567" y="2918"/>
                      <a:pt x="7637" y="3087"/>
                      <a:pt x="7707" y="3257"/>
                    </a:cubicBezTo>
                    <a:cubicBezTo>
                      <a:pt x="7724" y="3299"/>
                      <a:pt x="7741" y="3341"/>
                      <a:pt x="7759" y="3385"/>
                    </a:cubicBezTo>
                    <a:cubicBezTo>
                      <a:pt x="7908" y="3747"/>
                      <a:pt x="8097" y="4074"/>
                      <a:pt x="8305" y="4405"/>
                    </a:cubicBezTo>
                    <a:cubicBezTo>
                      <a:pt x="8686" y="5015"/>
                      <a:pt x="8881" y="5597"/>
                      <a:pt x="9031" y="6298"/>
                    </a:cubicBezTo>
                    <a:cubicBezTo>
                      <a:pt x="9119" y="6704"/>
                      <a:pt x="9221" y="7038"/>
                      <a:pt x="9444" y="7394"/>
                    </a:cubicBezTo>
                    <a:cubicBezTo>
                      <a:pt x="9570" y="7617"/>
                      <a:pt x="9599" y="7809"/>
                      <a:pt x="9612" y="8060"/>
                    </a:cubicBezTo>
                    <a:cubicBezTo>
                      <a:pt x="9665" y="9026"/>
                      <a:pt x="9665" y="9026"/>
                      <a:pt x="9850" y="9232"/>
                    </a:cubicBezTo>
                    <a:cubicBezTo>
                      <a:pt x="10128" y="9467"/>
                      <a:pt x="10489" y="9603"/>
                      <a:pt x="10833" y="9710"/>
                    </a:cubicBezTo>
                    <a:cubicBezTo>
                      <a:pt x="11021" y="9771"/>
                      <a:pt x="11133" y="9839"/>
                      <a:pt x="11250" y="10000"/>
                    </a:cubicBezTo>
                    <a:cubicBezTo>
                      <a:pt x="11344" y="10315"/>
                      <a:pt x="11343" y="10663"/>
                      <a:pt x="11354" y="10990"/>
                    </a:cubicBezTo>
                    <a:cubicBezTo>
                      <a:pt x="11355" y="11014"/>
                      <a:pt x="11355" y="11014"/>
                      <a:pt x="11359" y="11135"/>
                    </a:cubicBezTo>
                    <a:cubicBezTo>
                      <a:pt x="11373" y="11914"/>
                      <a:pt x="11373" y="11914"/>
                      <a:pt x="11188" y="12169"/>
                    </a:cubicBezTo>
                    <a:cubicBezTo>
                      <a:pt x="11002" y="12344"/>
                      <a:pt x="10774" y="12453"/>
                      <a:pt x="10547" y="12565"/>
                    </a:cubicBezTo>
                    <a:cubicBezTo>
                      <a:pt x="9880" y="12905"/>
                      <a:pt x="9880" y="12905"/>
                      <a:pt x="9742" y="13249"/>
                    </a:cubicBezTo>
                    <a:cubicBezTo>
                      <a:pt x="9645" y="13617"/>
                      <a:pt x="9615" y="13997"/>
                      <a:pt x="9583" y="14375"/>
                    </a:cubicBezTo>
                    <a:cubicBezTo>
                      <a:pt x="9476" y="15628"/>
                      <a:pt x="9095" y="16532"/>
                      <a:pt x="8450" y="17606"/>
                    </a:cubicBezTo>
                    <a:cubicBezTo>
                      <a:pt x="8403" y="17685"/>
                      <a:pt x="8356" y="17765"/>
                      <a:pt x="8309" y="17844"/>
                    </a:cubicBezTo>
                    <a:cubicBezTo>
                      <a:pt x="8277" y="17896"/>
                      <a:pt x="8246" y="17948"/>
                      <a:pt x="8215" y="18000"/>
                    </a:cubicBezTo>
                    <a:cubicBezTo>
                      <a:pt x="7996" y="18362"/>
                      <a:pt x="7850" y="18712"/>
                      <a:pt x="7735" y="19118"/>
                    </a:cubicBezTo>
                    <a:cubicBezTo>
                      <a:pt x="7549" y="19774"/>
                      <a:pt x="7245" y="20122"/>
                      <a:pt x="6706" y="20534"/>
                    </a:cubicBezTo>
                    <a:cubicBezTo>
                      <a:pt x="6593" y="20625"/>
                      <a:pt x="6481" y="20716"/>
                      <a:pt x="6369" y="20808"/>
                    </a:cubicBezTo>
                    <a:cubicBezTo>
                      <a:pt x="6295" y="20869"/>
                      <a:pt x="6221" y="20930"/>
                      <a:pt x="6146" y="20990"/>
                    </a:cubicBezTo>
                    <a:cubicBezTo>
                      <a:pt x="5920" y="21173"/>
                      <a:pt x="5709" y="21364"/>
                      <a:pt x="5507" y="21574"/>
                    </a:cubicBezTo>
                    <a:cubicBezTo>
                      <a:pt x="5495" y="21586"/>
                      <a:pt x="5495" y="21586"/>
                      <a:pt x="5434" y="21649"/>
                    </a:cubicBezTo>
                    <a:cubicBezTo>
                      <a:pt x="5346" y="21742"/>
                      <a:pt x="5259" y="21835"/>
                      <a:pt x="5173" y="21930"/>
                    </a:cubicBezTo>
                    <a:cubicBezTo>
                      <a:pt x="4861" y="22277"/>
                      <a:pt x="4861" y="22277"/>
                      <a:pt x="4672" y="22318"/>
                    </a:cubicBezTo>
                    <a:cubicBezTo>
                      <a:pt x="4569" y="22319"/>
                      <a:pt x="4476" y="22308"/>
                      <a:pt x="4375" y="22292"/>
                    </a:cubicBezTo>
                    <a:cubicBezTo>
                      <a:pt x="4380" y="22318"/>
                      <a:pt x="4386" y="22344"/>
                      <a:pt x="4392" y="22371"/>
                    </a:cubicBezTo>
                    <a:cubicBezTo>
                      <a:pt x="4406" y="22495"/>
                      <a:pt x="4406" y="22586"/>
                      <a:pt x="4375" y="22708"/>
                    </a:cubicBezTo>
                    <a:cubicBezTo>
                      <a:pt x="4240" y="22856"/>
                      <a:pt x="4073" y="22952"/>
                      <a:pt x="3903" y="23053"/>
                    </a:cubicBezTo>
                    <a:cubicBezTo>
                      <a:pt x="3854" y="23084"/>
                      <a:pt x="3804" y="23115"/>
                      <a:pt x="3755" y="23147"/>
                    </a:cubicBezTo>
                    <a:cubicBezTo>
                      <a:pt x="3651" y="23212"/>
                      <a:pt x="3547" y="23276"/>
                      <a:pt x="3442" y="23340"/>
                    </a:cubicBezTo>
                    <a:cubicBezTo>
                      <a:pt x="3310" y="23420"/>
                      <a:pt x="3179" y="23501"/>
                      <a:pt x="3048" y="23584"/>
                    </a:cubicBezTo>
                    <a:cubicBezTo>
                      <a:pt x="2730" y="23784"/>
                      <a:pt x="2408" y="23978"/>
                      <a:pt x="2083" y="24167"/>
                    </a:cubicBezTo>
                    <a:cubicBezTo>
                      <a:pt x="2063" y="24179"/>
                      <a:pt x="2063" y="24179"/>
                      <a:pt x="1961" y="24239"/>
                    </a:cubicBezTo>
                    <a:cubicBezTo>
                      <a:pt x="1489" y="24510"/>
                      <a:pt x="1117" y="24646"/>
                      <a:pt x="573" y="24609"/>
                    </a:cubicBezTo>
                    <a:cubicBezTo>
                      <a:pt x="516" y="24607"/>
                      <a:pt x="460" y="24605"/>
                      <a:pt x="404" y="24604"/>
                    </a:cubicBezTo>
                    <a:cubicBezTo>
                      <a:pt x="269" y="24599"/>
                      <a:pt x="135" y="24592"/>
                      <a:pt x="0" y="24583"/>
                    </a:cubicBezTo>
                    <a:cubicBezTo>
                      <a:pt x="14" y="24350"/>
                      <a:pt x="54" y="24141"/>
                      <a:pt x="208" y="23958"/>
                    </a:cubicBezTo>
                    <a:cubicBezTo>
                      <a:pt x="485" y="23779"/>
                      <a:pt x="819" y="23697"/>
                      <a:pt x="1132" y="23603"/>
                    </a:cubicBezTo>
                    <a:cubicBezTo>
                      <a:pt x="1397" y="23523"/>
                      <a:pt x="1658" y="23430"/>
                      <a:pt x="1920" y="23338"/>
                    </a:cubicBezTo>
                    <a:cubicBezTo>
                      <a:pt x="1946" y="23329"/>
                      <a:pt x="1971" y="23320"/>
                      <a:pt x="1998" y="23311"/>
                    </a:cubicBezTo>
                    <a:cubicBezTo>
                      <a:pt x="3038" y="22945"/>
                      <a:pt x="3763" y="22310"/>
                      <a:pt x="4544" y="21550"/>
                    </a:cubicBezTo>
                    <a:cubicBezTo>
                      <a:pt x="4576" y="21519"/>
                      <a:pt x="4608" y="21488"/>
                      <a:pt x="4641" y="21456"/>
                    </a:cubicBezTo>
                    <a:cubicBezTo>
                      <a:pt x="4973" y="21133"/>
                      <a:pt x="5237" y="20867"/>
                      <a:pt x="5347" y="20409"/>
                    </a:cubicBezTo>
                    <a:cubicBezTo>
                      <a:pt x="5381" y="20282"/>
                      <a:pt x="5398" y="20220"/>
                      <a:pt x="5510" y="20148"/>
                    </a:cubicBezTo>
                    <a:cubicBezTo>
                      <a:pt x="5546" y="20135"/>
                      <a:pt x="5582" y="20122"/>
                      <a:pt x="5619" y="20109"/>
                    </a:cubicBezTo>
                    <a:cubicBezTo>
                      <a:pt x="5772" y="20052"/>
                      <a:pt x="5843" y="20002"/>
                      <a:pt x="5915" y="19859"/>
                    </a:cubicBezTo>
                    <a:cubicBezTo>
                      <a:pt x="5982" y="19707"/>
                      <a:pt x="6040" y="19552"/>
                      <a:pt x="6096" y="19397"/>
                    </a:cubicBezTo>
                    <a:cubicBezTo>
                      <a:pt x="6423" y="18505"/>
                      <a:pt x="6423" y="18505"/>
                      <a:pt x="6784" y="18229"/>
                    </a:cubicBezTo>
                    <a:cubicBezTo>
                      <a:pt x="7158" y="17929"/>
                      <a:pt x="7227" y="17509"/>
                      <a:pt x="7339" y="17065"/>
                    </a:cubicBezTo>
                    <a:cubicBezTo>
                      <a:pt x="7356" y="17000"/>
                      <a:pt x="7372" y="16936"/>
                      <a:pt x="7389" y="16871"/>
                    </a:cubicBezTo>
                    <a:cubicBezTo>
                      <a:pt x="7397" y="16838"/>
                      <a:pt x="7405" y="16805"/>
                      <a:pt x="7414" y="16771"/>
                    </a:cubicBezTo>
                    <a:cubicBezTo>
                      <a:pt x="7513" y="16392"/>
                      <a:pt x="7646" y="16025"/>
                      <a:pt x="7784" y="15658"/>
                    </a:cubicBezTo>
                    <a:cubicBezTo>
                      <a:pt x="7811" y="15585"/>
                      <a:pt x="7839" y="15510"/>
                      <a:pt x="7866" y="15436"/>
                    </a:cubicBezTo>
                    <a:cubicBezTo>
                      <a:pt x="7904" y="15332"/>
                      <a:pt x="7943" y="15229"/>
                      <a:pt x="7982" y="15125"/>
                    </a:cubicBezTo>
                    <a:cubicBezTo>
                      <a:pt x="7988" y="15110"/>
                      <a:pt x="7988" y="15110"/>
                      <a:pt x="8017" y="15032"/>
                    </a:cubicBezTo>
                    <a:cubicBezTo>
                      <a:pt x="8028" y="15003"/>
                      <a:pt x="8039" y="14975"/>
                      <a:pt x="8051" y="14945"/>
                    </a:cubicBezTo>
                    <a:cubicBezTo>
                      <a:pt x="8055" y="14933"/>
                      <a:pt x="8055" y="14933"/>
                      <a:pt x="8079" y="14870"/>
                    </a:cubicBezTo>
                    <a:cubicBezTo>
                      <a:pt x="8125" y="14792"/>
                      <a:pt x="8125" y="14792"/>
                      <a:pt x="8230" y="14700"/>
                    </a:cubicBezTo>
                    <a:cubicBezTo>
                      <a:pt x="8366" y="14546"/>
                      <a:pt x="8378" y="14431"/>
                      <a:pt x="8398" y="14232"/>
                    </a:cubicBezTo>
                    <a:cubicBezTo>
                      <a:pt x="8400" y="14214"/>
                      <a:pt x="8400" y="14214"/>
                      <a:pt x="8411" y="14125"/>
                    </a:cubicBezTo>
                    <a:cubicBezTo>
                      <a:pt x="8424" y="14008"/>
                      <a:pt x="8436" y="13890"/>
                      <a:pt x="8448" y="13773"/>
                    </a:cubicBezTo>
                    <a:cubicBezTo>
                      <a:pt x="8450" y="13752"/>
                      <a:pt x="8450" y="13752"/>
                      <a:pt x="8461" y="13649"/>
                    </a:cubicBezTo>
                    <a:cubicBezTo>
                      <a:pt x="8562" y="12685"/>
                      <a:pt x="8581" y="11723"/>
                      <a:pt x="8580" y="10755"/>
                    </a:cubicBezTo>
                    <a:cubicBezTo>
                      <a:pt x="8580" y="10562"/>
                      <a:pt x="8582" y="10370"/>
                      <a:pt x="8585" y="10178"/>
                    </a:cubicBezTo>
                    <a:cubicBezTo>
                      <a:pt x="8612" y="8236"/>
                      <a:pt x="8612" y="8236"/>
                      <a:pt x="8173" y="7394"/>
                    </a:cubicBezTo>
                    <a:cubicBezTo>
                      <a:pt x="8095" y="7227"/>
                      <a:pt x="8058" y="7056"/>
                      <a:pt x="8023" y="6877"/>
                    </a:cubicBezTo>
                    <a:cubicBezTo>
                      <a:pt x="8019" y="6860"/>
                      <a:pt x="8019" y="6860"/>
                      <a:pt x="8002" y="6779"/>
                    </a:cubicBezTo>
                    <a:cubicBezTo>
                      <a:pt x="7989" y="6714"/>
                      <a:pt x="7976" y="6649"/>
                      <a:pt x="7963" y="6584"/>
                    </a:cubicBezTo>
                    <a:cubicBezTo>
                      <a:pt x="7815" y="5860"/>
                      <a:pt x="7554" y="5284"/>
                      <a:pt x="7164" y="4660"/>
                    </a:cubicBezTo>
                    <a:cubicBezTo>
                      <a:pt x="6971" y="4348"/>
                      <a:pt x="6829" y="4095"/>
                      <a:pt x="6784" y="3724"/>
                    </a:cubicBezTo>
                    <a:cubicBezTo>
                      <a:pt x="6723" y="3294"/>
                      <a:pt x="6418" y="3054"/>
                      <a:pt x="6115" y="2774"/>
                    </a:cubicBezTo>
                    <a:cubicBezTo>
                      <a:pt x="5690" y="2381"/>
                      <a:pt x="5375" y="1962"/>
                      <a:pt x="5072" y="1470"/>
                    </a:cubicBezTo>
                    <a:cubicBezTo>
                      <a:pt x="5041" y="1420"/>
                      <a:pt x="5009" y="1369"/>
                      <a:pt x="4978" y="1319"/>
                    </a:cubicBezTo>
                    <a:cubicBezTo>
                      <a:pt x="4971" y="1307"/>
                      <a:pt x="4971" y="1307"/>
                      <a:pt x="4933" y="1246"/>
                    </a:cubicBezTo>
                    <a:cubicBezTo>
                      <a:pt x="4826" y="1080"/>
                      <a:pt x="4706" y="951"/>
                      <a:pt x="4561" y="818"/>
                    </a:cubicBezTo>
                    <a:cubicBezTo>
                      <a:pt x="4350" y="617"/>
                      <a:pt x="4350" y="617"/>
                      <a:pt x="4334" y="447"/>
                    </a:cubicBezTo>
                    <a:cubicBezTo>
                      <a:pt x="4338" y="366"/>
                      <a:pt x="4338" y="366"/>
                      <a:pt x="4349" y="286"/>
                    </a:cubicBezTo>
                    <a:cubicBezTo>
                      <a:pt x="4351" y="259"/>
                      <a:pt x="4353" y="231"/>
                      <a:pt x="4355" y="202"/>
                    </a:cubicBezTo>
                    <a:cubicBezTo>
                      <a:pt x="4359" y="134"/>
                      <a:pt x="4367" y="67"/>
                      <a:pt x="4375" y="0"/>
                    </a:cubicBezTo>
                    <a:close/>
                  </a:path>
                </a:pathLst>
              </a:custGeom>
              <a:solidFill>
                <a:srgbClr val="416495"/>
              </a:solidFill>
              <a:ln w="2646" cap="flat">
                <a:noFill/>
              </a:ln>
            </p:spPr>
          </p:sp>
          <p:sp>
            <p:nvSpPr>
              <p:cNvPr id="2869" name="ICON_C_TOPOGRAPHY_path_013"/>
              <p:cNvSpPr/>
              <p:nvPr/>
            </p:nvSpPr>
            <p:spPr>
              <a:xfrm>
                <a:off x="11343153" y="7391942"/>
                <a:ext cx="206841" cy="114287"/>
              </a:xfrm>
              <a:custGeom>
                <a:avLst/>
                <a:gdLst/>
                <a:ahLst/>
                <a:cxnLst/>
                <a:rect l="0" t="0" r="r" b="b"/>
                <a:pathLst>
                  <a:path w="16287" h="8999" fill="norm" stroke="0">
                    <a:moveTo>
                      <a:pt x="6838" y="41"/>
                    </a:moveTo>
                    <a:cubicBezTo>
                      <a:pt x="7045" y="41"/>
                      <a:pt x="7251" y="41"/>
                      <a:pt x="7463" y="41"/>
                    </a:cubicBezTo>
                    <a:cubicBezTo>
                      <a:pt x="7498" y="281"/>
                      <a:pt x="7498" y="281"/>
                      <a:pt x="7672" y="1499"/>
                    </a:cubicBezTo>
                    <a:cubicBezTo>
                      <a:pt x="7788" y="1503"/>
                      <a:pt x="7788" y="1503"/>
                      <a:pt x="8375" y="1525"/>
                    </a:cubicBezTo>
                    <a:cubicBezTo>
                      <a:pt x="8447" y="1529"/>
                      <a:pt x="8519" y="1533"/>
                      <a:pt x="8594" y="1536"/>
                    </a:cubicBezTo>
                    <a:cubicBezTo>
                      <a:pt x="9060" y="1550"/>
                      <a:pt x="9060" y="1550"/>
                      <a:pt x="9255" y="1406"/>
                    </a:cubicBezTo>
                    <a:cubicBezTo>
                      <a:pt x="9323" y="1332"/>
                      <a:pt x="9389" y="1255"/>
                      <a:pt x="9454" y="1178"/>
                    </a:cubicBezTo>
                    <a:cubicBezTo>
                      <a:pt x="9584" y="1044"/>
                      <a:pt x="9687" y="1028"/>
                      <a:pt x="9869" y="1025"/>
                    </a:cubicBezTo>
                    <a:cubicBezTo>
                      <a:pt x="9905" y="1027"/>
                      <a:pt x="9940" y="1029"/>
                      <a:pt x="9976" y="1030"/>
                    </a:cubicBezTo>
                    <a:cubicBezTo>
                      <a:pt x="10013" y="1029"/>
                      <a:pt x="10049" y="1027"/>
                      <a:pt x="10086" y="1025"/>
                    </a:cubicBezTo>
                    <a:cubicBezTo>
                      <a:pt x="10192" y="1027"/>
                      <a:pt x="10192" y="1027"/>
                      <a:pt x="10380" y="1082"/>
                    </a:cubicBezTo>
                    <a:cubicBezTo>
                      <a:pt x="10414" y="1151"/>
                      <a:pt x="10414" y="1151"/>
                      <a:pt x="10588" y="1499"/>
                    </a:cubicBezTo>
                    <a:cubicBezTo>
                      <a:pt x="11138" y="1361"/>
                      <a:pt x="11688" y="1224"/>
                      <a:pt x="12255" y="1082"/>
                    </a:cubicBezTo>
                    <a:cubicBezTo>
                      <a:pt x="12289" y="1151"/>
                      <a:pt x="12289" y="1151"/>
                      <a:pt x="12463" y="1499"/>
                    </a:cubicBezTo>
                    <a:cubicBezTo>
                      <a:pt x="12564" y="1475"/>
                      <a:pt x="12663" y="1449"/>
                      <a:pt x="12763" y="1421"/>
                    </a:cubicBezTo>
                    <a:cubicBezTo>
                      <a:pt x="12791" y="1414"/>
                      <a:pt x="12819" y="1408"/>
                      <a:pt x="12848" y="1401"/>
                    </a:cubicBezTo>
                    <a:cubicBezTo>
                      <a:pt x="12941" y="1374"/>
                      <a:pt x="13009" y="1348"/>
                      <a:pt x="13088" y="1291"/>
                    </a:cubicBezTo>
                    <a:cubicBezTo>
                      <a:pt x="13137" y="1197"/>
                      <a:pt x="13137" y="1197"/>
                      <a:pt x="13180" y="1087"/>
                    </a:cubicBezTo>
                    <a:cubicBezTo>
                      <a:pt x="13241" y="948"/>
                      <a:pt x="13275" y="887"/>
                      <a:pt x="13407" y="808"/>
                    </a:cubicBezTo>
                    <a:cubicBezTo>
                      <a:pt x="13589" y="737"/>
                      <a:pt x="13773" y="679"/>
                      <a:pt x="13960" y="622"/>
                    </a:cubicBezTo>
                    <a:cubicBezTo>
                      <a:pt x="14314" y="500"/>
                      <a:pt x="14314" y="500"/>
                      <a:pt x="14400" y="350"/>
                    </a:cubicBezTo>
                    <a:cubicBezTo>
                      <a:pt x="14415" y="312"/>
                      <a:pt x="14429" y="273"/>
                      <a:pt x="14444" y="234"/>
                    </a:cubicBezTo>
                    <a:cubicBezTo>
                      <a:pt x="14488" y="124"/>
                      <a:pt x="14488" y="124"/>
                      <a:pt x="14547" y="41"/>
                    </a:cubicBezTo>
                    <a:cubicBezTo>
                      <a:pt x="14720" y="0"/>
                      <a:pt x="14871" y="38"/>
                      <a:pt x="15041" y="80"/>
                    </a:cubicBezTo>
                    <a:cubicBezTo>
                      <a:pt x="15088" y="90"/>
                      <a:pt x="15134" y="101"/>
                      <a:pt x="15181" y="112"/>
                    </a:cubicBezTo>
                    <a:cubicBezTo>
                      <a:pt x="15589" y="222"/>
                      <a:pt x="15954" y="404"/>
                      <a:pt x="16179" y="776"/>
                    </a:cubicBezTo>
                    <a:cubicBezTo>
                      <a:pt x="16287" y="1080"/>
                      <a:pt x="16127" y="1428"/>
                      <a:pt x="16005" y="1707"/>
                    </a:cubicBezTo>
                    <a:cubicBezTo>
                      <a:pt x="15989" y="1691"/>
                      <a:pt x="15989" y="1691"/>
                      <a:pt x="15905" y="1609"/>
                    </a:cubicBezTo>
                    <a:cubicBezTo>
                      <a:pt x="15670" y="1404"/>
                      <a:pt x="15455" y="1275"/>
                      <a:pt x="15136" y="1280"/>
                    </a:cubicBezTo>
                    <a:cubicBezTo>
                      <a:pt x="14675" y="1333"/>
                      <a:pt x="14354" y="1438"/>
                      <a:pt x="14062" y="1807"/>
                    </a:cubicBezTo>
                    <a:cubicBezTo>
                      <a:pt x="13826" y="2102"/>
                      <a:pt x="13602" y="2338"/>
                      <a:pt x="13215" y="2403"/>
                    </a:cubicBezTo>
                    <a:cubicBezTo>
                      <a:pt x="12936" y="2433"/>
                      <a:pt x="12654" y="2428"/>
                      <a:pt x="12374" y="2425"/>
                    </a:cubicBezTo>
                    <a:cubicBezTo>
                      <a:pt x="12053" y="2421"/>
                      <a:pt x="11732" y="2437"/>
                      <a:pt x="11411" y="2457"/>
                    </a:cubicBezTo>
                    <a:cubicBezTo>
                      <a:pt x="11378" y="2459"/>
                      <a:pt x="11344" y="2461"/>
                      <a:pt x="11310" y="2463"/>
                    </a:cubicBezTo>
                    <a:cubicBezTo>
                      <a:pt x="10476" y="2520"/>
                      <a:pt x="9708" y="2763"/>
                      <a:pt x="8922" y="3035"/>
                    </a:cubicBezTo>
                    <a:cubicBezTo>
                      <a:pt x="8857" y="3058"/>
                      <a:pt x="8792" y="3080"/>
                      <a:pt x="8727" y="3102"/>
                    </a:cubicBezTo>
                    <a:cubicBezTo>
                      <a:pt x="8177" y="3291"/>
                      <a:pt x="7634" y="3490"/>
                      <a:pt x="7116" y="3754"/>
                    </a:cubicBezTo>
                    <a:cubicBezTo>
                      <a:pt x="7102" y="3762"/>
                      <a:pt x="7102" y="3762"/>
                      <a:pt x="7030" y="3798"/>
                    </a:cubicBezTo>
                    <a:cubicBezTo>
                      <a:pt x="6898" y="3866"/>
                      <a:pt x="6766" y="3936"/>
                      <a:pt x="6636" y="4009"/>
                    </a:cubicBezTo>
                    <a:cubicBezTo>
                      <a:pt x="6140" y="4281"/>
                      <a:pt x="5729" y="4256"/>
                      <a:pt x="5172" y="4207"/>
                    </a:cubicBezTo>
                    <a:cubicBezTo>
                      <a:pt x="5103" y="3795"/>
                      <a:pt x="5034" y="3382"/>
                      <a:pt x="4963" y="2957"/>
                    </a:cubicBezTo>
                    <a:cubicBezTo>
                      <a:pt x="4759" y="3012"/>
                      <a:pt x="4555" y="3067"/>
                      <a:pt x="4352" y="3124"/>
                    </a:cubicBezTo>
                    <a:cubicBezTo>
                      <a:pt x="4283" y="3143"/>
                      <a:pt x="4213" y="3162"/>
                      <a:pt x="4144" y="3180"/>
                    </a:cubicBezTo>
                    <a:cubicBezTo>
                      <a:pt x="4044" y="3207"/>
                      <a:pt x="3944" y="3235"/>
                      <a:pt x="3844" y="3262"/>
                    </a:cubicBezTo>
                    <a:cubicBezTo>
                      <a:pt x="3814" y="3270"/>
                      <a:pt x="3783" y="3279"/>
                      <a:pt x="3751" y="3287"/>
                    </a:cubicBezTo>
                    <a:cubicBezTo>
                      <a:pt x="3551" y="3344"/>
                      <a:pt x="3420" y="3406"/>
                      <a:pt x="3297" y="3582"/>
                    </a:cubicBezTo>
                    <a:cubicBezTo>
                      <a:pt x="3271" y="3704"/>
                      <a:pt x="3273" y="3821"/>
                      <a:pt x="3275" y="3945"/>
                    </a:cubicBezTo>
                    <a:cubicBezTo>
                      <a:pt x="3246" y="5051"/>
                      <a:pt x="3246" y="5051"/>
                      <a:pt x="3032" y="5319"/>
                    </a:cubicBezTo>
                    <a:cubicBezTo>
                      <a:pt x="2809" y="5521"/>
                      <a:pt x="2528" y="5616"/>
                      <a:pt x="2246" y="5708"/>
                    </a:cubicBezTo>
                    <a:cubicBezTo>
                      <a:pt x="1852" y="5840"/>
                      <a:pt x="1504" y="6034"/>
                      <a:pt x="1266" y="6386"/>
                    </a:cubicBezTo>
                    <a:cubicBezTo>
                      <a:pt x="1084" y="6776"/>
                      <a:pt x="1150" y="7281"/>
                      <a:pt x="1170" y="7701"/>
                    </a:cubicBezTo>
                    <a:cubicBezTo>
                      <a:pt x="1177" y="7847"/>
                      <a:pt x="1180" y="7994"/>
                      <a:pt x="1183" y="8141"/>
                    </a:cubicBezTo>
                    <a:cubicBezTo>
                      <a:pt x="1189" y="8427"/>
                      <a:pt x="1200" y="8713"/>
                      <a:pt x="1213" y="8999"/>
                    </a:cubicBezTo>
                    <a:cubicBezTo>
                      <a:pt x="841" y="8934"/>
                      <a:pt x="454" y="8847"/>
                      <a:pt x="172" y="8582"/>
                    </a:cubicBezTo>
                    <a:cubicBezTo>
                      <a:pt x="0" y="8192"/>
                      <a:pt x="60" y="7725"/>
                      <a:pt x="88" y="7310"/>
                    </a:cubicBezTo>
                    <a:cubicBezTo>
                      <a:pt x="95" y="7183"/>
                      <a:pt x="98" y="7056"/>
                      <a:pt x="101" y="6929"/>
                    </a:cubicBezTo>
                    <a:cubicBezTo>
                      <a:pt x="104" y="6776"/>
                      <a:pt x="109" y="6624"/>
                      <a:pt x="115" y="6472"/>
                    </a:cubicBezTo>
                    <a:cubicBezTo>
                      <a:pt x="116" y="6443"/>
                      <a:pt x="117" y="6415"/>
                      <a:pt x="118" y="6385"/>
                    </a:cubicBezTo>
                    <a:cubicBezTo>
                      <a:pt x="121" y="6303"/>
                      <a:pt x="126" y="6221"/>
                      <a:pt x="131" y="6140"/>
                    </a:cubicBezTo>
                    <a:cubicBezTo>
                      <a:pt x="134" y="6093"/>
                      <a:pt x="137" y="6047"/>
                      <a:pt x="140" y="5999"/>
                    </a:cubicBezTo>
                    <a:cubicBezTo>
                      <a:pt x="181" y="5839"/>
                      <a:pt x="263" y="5778"/>
                      <a:pt x="380" y="5666"/>
                    </a:cubicBezTo>
                    <a:cubicBezTo>
                      <a:pt x="406" y="5574"/>
                      <a:pt x="406" y="5574"/>
                      <a:pt x="406" y="5480"/>
                    </a:cubicBezTo>
                    <a:cubicBezTo>
                      <a:pt x="407" y="5444"/>
                      <a:pt x="408" y="5409"/>
                      <a:pt x="409" y="5372"/>
                    </a:cubicBezTo>
                    <a:cubicBezTo>
                      <a:pt x="409" y="5353"/>
                      <a:pt x="409" y="5353"/>
                      <a:pt x="409" y="5257"/>
                    </a:cubicBezTo>
                    <a:cubicBezTo>
                      <a:pt x="412" y="5175"/>
                      <a:pt x="416" y="5094"/>
                      <a:pt x="419" y="5012"/>
                    </a:cubicBezTo>
                    <a:cubicBezTo>
                      <a:pt x="421" y="4970"/>
                      <a:pt x="423" y="4928"/>
                      <a:pt x="425" y="4884"/>
                    </a:cubicBezTo>
                    <a:cubicBezTo>
                      <a:pt x="478" y="3893"/>
                      <a:pt x="478" y="3893"/>
                      <a:pt x="689" y="3655"/>
                    </a:cubicBezTo>
                    <a:cubicBezTo>
                      <a:pt x="855" y="3522"/>
                      <a:pt x="1016" y="3437"/>
                      <a:pt x="1215" y="3366"/>
                    </a:cubicBezTo>
                    <a:cubicBezTo>
                      <a:pt x="1538" y="3249"/>
                      <a:pt x="1654" y="3148"/>
                      <a:pt x="1836" y="2859"/>
                    </a:cubicBezTo>
                    <a:cubicBezTo>
                      <a:pt x="2168" y="2334"/>
                      <a:pt x="2168" y="2334"/>
                      <a:pt x="2500" y="2245"/>
                    </a:cubicBezTo>
                    <a:cubicBezTo>
                      <a:pt x="2777" y="2195"/>
                      <a:pt x="3055" y="2185"/>
                      <a:pt x="3336" y="2176"/>
                    </a:cubicBezTo>
                    <a:cubicBezTo>
                      <a:pt x="3433" y="2170"/>
                      <a:pt x="3531" y="2164"/>
                      <a:pt x="3628" y="2157"/>
                    </a:cubicBezTo>
                    <a:cubicBezTo>
                      <a:pt x="3865" y="2142"/>
                      <a:pt x="4101" y="2131"/>
                      <a:pt x="4338" y="2124"/>
                    </a:cubicBezTo>
                    <a:cubicBezTo>
                      <a:pt x="4337" y="2110"/>
                      <a:pt x="4337" y="2110"/>
                      <a:pt x="4330" y="2040"/>
                    </a:cubicBezTo>
                    <a:cubicBezTo>
                      <a:pt x="4312" y="1737"/>
                      <a:pt x="4312" y="1737"/>
                      <a:pt x="4436" y="1593"/>
                    </a:cubicBezTo>
                    <a:cubicBezTo>
                      <a:pt x="4482" y="1563"/>
                      <a:pt x="4528" y="1534"/>
                      <a:pt x="4575" y="1506"/>
                    </a:cubicBezTo>
                    <a:cubicBezTo>
                      <a:pt x="4600" y="1490"/>
                      <a:pt x="4625" y="1474"/>
                      <a:pt x="4651" y="1457"/>
                    </a:cubicBezTo>
                    <a:cubicBezTo>
                      <a:pt x="4733" y="1405"/>
                      <a:pt x="4815" y="1354"/>
                      <a:pt x="4898" y="1304"/>
                    </a:cubicBezTo>
                    <a:cubicBezTo>
                      <a:pt x="4955" y="1267"/>
                      <a:pt x="5012" y="1231"/>
                      <a:pt x="5069" y="1195"/>
                    </a:cubicBezTo>
                    <a:cubicBezTo>
                      <a:pt x="5240" y="1086"/>
                      <a:pt x="5414" y="979"/>
                      <a:pt x="5588" y="874"/>
                    </a:cubicBezTo>
                    <a:cubicBezTo>
                      <a:pt x="5615" y="858"/>
                      <a:pt x="5641" y="842"/>
                      <a:pt x="5669" y="825"/>
                    </a:cubicBezTo>
                    <a:cubicBezTo>
                      <a:pt x="5880" y="698"/>
                      <a:pt x="6091" y="570"/>
                      <a:pt x="6305" y="447"/>
                    </a:cubicBezTo>
                    <a:cubicBezTo>
                      <a:pt x="6345" y="424"/>
                      <a:pt x="6385" y="401"/>
                      <a:pt x="6426" y="377"/>
                    </a:cubicBezTo>
                    <a:cubicBezTo>
                      <a:pt x="6460" y="357"/>
                      <a:pt x="6495" y="337"/>
                      <a:pt x="6531" y="317"/>
                    </a:cubicBezTo>
                    <a:cubicBezTo>
                      <a:pt x="6630" y="249"/>
                      <a:pt x="6630" y="249"/>
                      <a:pt x="6838" y="41"/>
                    </a:cubicBezTo>
                    <a:close/>
                  </a:path>
                </a:pathLst>
              </a:custGeom>
              <a:solidFill>
                <a:srgbClr val="83E3D8"/>
              </a:solidFill>
              <a:ln w="2646" cap="flat">
                <a:noFill/>
              </a:ln>
            </p:spPr>
          </p:sp>
          <p:sp>
            <p:nvSpPr>
              <p:cNvPr id="2870" name="ICON_C_TOPOGRAPHY_path_014"/>
              <p:cNvSpPr/>
              <p:nvPr/>
            </p:nvSpPr>
            <p:spPr>
              <a:xfrm>
                <a:off x="11488207" y="7465982"/>
                <a:ext cx="119814" cy="107204"/>
              </a:xfrm>
              <a:custGeom>
                <a:avLst/>
                <a:gdLst/>
                <a:ahLst/>
                <a:cxnLst/>
                <a:rect l="0" t="0" r="r" b="b"/>
                <a:pathLst>
                  <a:path w="9434" h="8441" fill="norm" stroke="0">
                    <a:moveTo>
                      <a:pt x="8472" y="773"/>
                    </a:moveTo>
                    <a:cubicBezTo>
                      <a:pt x="8562" y="907"/>
                      <a:pt x="8661" y="1024"/>
                      <a:pt x="8776" y="1138"/>
                    </a:cubicBezTo>
                    <a:cubicBezTo>
                      <a:pt x="8807" y="1169"/>
                      <a:pt x="8837" y="1200"/>
                      <a:pt x="8869" y="1232"/>
                    </a:cubicBezTo>
                    <a:cubicBezTo>
                      <a:pt x="8978" y="1308"/>
                      <a:pt x="9038" y="1299"/>
                      <a:pt x="9167" y="1294"/>
                    </a:cubicBezTo>
                    <a:cubicBezTo>
                      <a:pt x="9204" y="1613"/>
                      <a:pt x="9238" y="1931"/>
                      <a:pt x="9270" y="2250"/>
                    </a:cubicBezTo>
                    <a:cubicBezTo>
                      <a:pt x="9285" y="2399"/>
                      <a:pt x="9300" y="2547"/>
                      <a:pt x="9317" y="2695"/>
                    </a:cubicBezTo>
                    <a:cubicBezTo>
                      <a:pt x="9334" y="2838"/>
                      <a:pt x="9349" y="2981"/>
                      <a:pt x="9362" y="3124"/>
                    </a:cubicBezTo>
                    <a:cubicBezTo>
                      <a:pt x="9368" y="3179"/>
                      <a:pt x="9374" y="3233"/>
                      <a:pt x="9381" y="3287"/>
                    </a:cubicBezTo>
                    <a:cubicBezTo>
                      <a:pt x="9411" y="3527"/>
                      <a:pt x="9434" y="3714"/>
                      <a:pt x="9286" y="3915"/>
                    </a:cubicBezTo>
                    <a:cubicBezTo>
                      <a:pt x="9214" y="3989"/>
                      <a:pt x="9140" y="4052"/>
                      <a:pt x="9060" y="4118"/>
                    </a:cubicBezTo>
                    <a:cubicBezTo>
                      <a:pt x="8888" y="4275"/>
                      <a:pt x="8844" y="4475"/>
                      <a:pt x="8776" y="4692"/>
                    </a:cubicBezTo>
                    <a:cubicBezTo>
                      <a:pt x="8423" y="5647"/>
                      <a:pt x="7780" y="6279"/>
                      <a:pt x="6996" y="6899"/>
                    </a:cubicBezTo>
                    <a:cubicBezTo>
                      <a:pt x="6925" y="6955"/>
                      <a:pt x="6855" y="7012"/>
                      <a:pt x="6785" y="7069"/>
                    </a:cubicBezTo>
                    <a:cubicBezTo>
                      <a:pt x="6266" y="7495"/>
                      <a:pt x="5870" y="7610"/>
                      <a:pt x="5198" y="7564"/>
                    </a:cubicBezTo>
                    <a:cubicBezTo>
                      <a:pt x="5133" y="7557"/>
                      <a:pt x="5067" y="7551"/>
                      <a:pt x="5000" y="7544"/>
                    </a:cubicBezTo>
                    <a:cubicBezTo>
                      <a:pt x="5000" y="7338"/>
                      <a:pt x="5000" y="7131"/>
                      <a:pt x="5000" y="6919"/>
                    </a:cubicBezTo>
                    <a:cubicBezTo>
                      <a:pt x="4967" y="6956"/>
                      <a:pt x="4934" y="6993"/>
                      <a:pt x="4899" y="7030"/>
                    </a:cubicBezTo>
                    <a:cubicBezTo>
                      <a:pt x="4113" y="7880"/>
                      <a:pt x="3403" y="8335"/>
                      <a:pt x="2233" y="8410"/>
                    </a:cubicBezTo>
                    <a:cubicBezTo>
                      <a:pt x="1399" y="8441"/>
                      <a:pt x="705" y="8177"/>
                      <a:pt x="0" y="7752"/>
                    </a:cubicBezTo>
                    <a:cubicBezTo>
                      <a:pt x="61" y="7378"/>
                      <a:pt x="151" y="6994"/>
                      <a:pt x="417" y="6711"/>
                    </a:cubicBezTo>
                    <a:cubicBezTo>
                      <a:pt x="633" y="6613"/>
                      <a:pt x="846" y="6587"/>
                      <a:pt x="1081" y="6567"/>
                    </a:cubicBezTo>
                    <a:cubicBezTo>
                      <a:pt x="1113" y="6565"/>
                      <a:pt x="1145" y="6562"/>
                      <a:pt x="1178" y="6559"/>
                    </a:cubicBezTo>
                    <a:cubicBezTo>
                      <a:pt x="1311" y="6549"/>
                      <a:pt x="1444" y="6539"/>
                      <a:pt x="1577" y="6530"/>
                    </a:cubicBezTo>
                    <a:cubicBezTo>
                      <a:pt x="2149" y="6487"/>
                      <a:pt x="2688" y="6306"/>
                      <a:pt x="3228" y="6121"/>
                    </a:cubicBezTo>
                    <a:cubicBezTo>
                      <a:pt x="3341" y="6083"/>
                      <a:pt x="3456" y="6048"/>
                      <a:pt x="3570" y="6012"/>
                    </a:cubicBezTo>
                    <a:cubicBezTo>
                      <a:pt x="5091" y="5533"/>
                      <a:pt x="5091" y="5533"/>
                      <a:pt x="5407" y="4946"/>
                    </a:cubicBezTo>
                    <a:cubicBezTo>
                      <a:pt x="5571" y="4595"/>
                      <a:pt x="5685" y="4223"/>
                      <a:pt x="5762" y="3842"/>
                    </a:cubicBezTo>
                    <a:cubicBezTo>
                      <a:pt x="5798" y="3677"/>
                      <a:pt x="5815" y="3604"/>
                      <a:pt x="5940" y="3483"/>
                    </a:cubicBezTo>
                    <a:cubicBezTo>
                      <a:pt x="6084" y="3334"/>
                      <a:pt x="6080" y="3207"/>
                      <a:pt x="6093" y="3007"/>
                    </a:cubicBezTo>
                    <a:cubicBezTo>
                      <a:pt x="6100" y="2934"/>
                      <a:pt x="6107" y="2860"/>
                      <a:pt x="6114" y="2787"/>
                    </a:cubicBezTo>
                    <a:cubicBezTo>
                      <a:pt x="6124" y="2672"/>
                      <a:pt x="6133" y="2558"/>
                      <a:pt x="6141" y="2443"/>
                    </a:cubicBezTo>
                    <a:cubicBezTo>
                      <a:pt x="6197" y="1696"/>
                      <a:pt x="6197" y="1696"/>
                      <a:pt x="6445" y="1451"/>
                    </a:cubicBezTo>
                    <a:cubicBezTo>
                      <a:pt x="6599" y="1324"/>
                      <a:pt x="6723" y="1247"/>
                      <a:pt x="6926" y="1258"/>
                    </a:cubicBezTo>
                    <a:cubicBezTo>
                      <a:pt x="6952" y="1261"/>
                      <a:pt x="6978" y="1264"/>
                      <a:pt x="7005" y="1268"/>
                    </a:cubicBezTo>
                    <a:cubicBezTo>
                      <a:pt x="7033" y="1270"/>
                      <a:pt x="7061" y="1272"/>
                      <a:pt x="7090" y="1274"/>
                    </a:cubicBezTo>
                    <a:cubicBezTo>
                      <a:pt x="7157" y="1279"/>
                      <a:pt x="7225" y="1286"/>
                      <a:pt x="7292" y="1294"/>
                    </a:cubicBezTo>
                    <a:cubicBezTo>
                      <a:pt x="7289" y="1264"/>
                      <a:pt x="7285" y="1233"/>
                      <a:pt x="7282" y="1202"/>
                    </a:cubicBezTo>
                    <a:cubicBezTo>
                      <a:pt x="7206" y="392"/>
                      <a:pt x="7206" y="392"/>
                      <a:pt x="7343" y="169"/>
                    </a:cubicBezTo>
                    <a:cubicBezTo>
                      <a:pt x="7460" y="60"/>
                      <a:pt x="7579" y="14"/>
                      <a:pt x="7738" y="0"/>
                    </a:cubicBezTo>
                    <a:cubicBezTo>
                      <a:pt x="8097" y="40"/>
                      <a:pt x="8297" y="499"/>
                      <a:pt x="8472" y="773"/>
                    </a:cubicBezTo>
                    <a:close/>
                  </a:path>
                </a:pathLst>
              </a:custGeom>
              <a:solidFill>
                <a:srgbClr val="F7EC79"/>
              </a:solidFill>
              <a:ln w="2646" cap="flat">
                <a:noFill/>
              </a:ln>
            </p:spPr>
          </p:sp>
          <p:sp>
            <p:nvSpPr>
              <p:cNvPr id="2871" name="ICON_C_TOPOGRAPHY_path_015"/>
              <p:cNvSpPr/>
              <p:nvPr/>
            </p:nvSpPr>
            <p:spPr>
              <a:xfrm>
                <a:off x="11344757" y="7565975"/>
                <a:ext cx="288973" cy="105627"/>
              </a:xfrm>
              <a:custGeom>
                <a:avLst/>
                <a:gdLst/>
                <a:ahLst/>
                <a:cxnLst/>
                <a:rect l="0" t="0" r="r" b="b"/>
                <a:pathLst>
                  <a:path w="22754" h="8317" fill="norm" stroke="0">
                    <a:moveTo>
                      <a:pt x="45" y="87"/>
                    </a:moveTo>
                    <a:cubicBezTo>
                      <a:pt x="259" y="31"/>
                      <a:pt x="461" y="0"/>
                      <a:pt x="670" y="87"/>
                    </a:cubicBezTo>
                    <a:cubicBezTo>
                      <a:pt x="896" y="284"/>
                      <a:pt x="1041" y="563"/>
                      <a:pt x="1192" y="817"/>
                    </a:cubicBezTo>
                    <a:cubicBezTo>
                      <a:pt x="1324" y="1037"/>
                      <a:pt x="1464" y="1252"/>
                      <a:pt x="1602" y="1468"/>
                    </a:cubicBezTo>
                    <a:cubicBezTo>
                      <a:pt x="1630" y="1511"/>
                      <a:pt x="1657" y="1554"/>
                      <a:pt x="1685" y="1598"/>
                    </a:cubicBezTo>
                    <a:cubicBezTo>
                      <a:pt x="2464" y="2818"/>
                      <a:pt x="3455" y="3656"/>
                      <a:pt x="4614" y="4504"/>
                    </a:cubicBezTo>
                    <a:cubicBezTo>
                      <a:pt x="4760" y="4611"/>
                      <a:pt x="4901" y="4722"/>
                      <a:pt x="5041" y="4837"/>
                    </a:cubicBezTo>
                    <a:cubicBezTo>
                      <a:pt x="5537" y="5241"/>
                      <a:pt x="6041" y="5478"/>
                      <a:pt x="6644" y="5687"/>
                    </a:cubicBezTo>
                    <a:cubicBezTo>
                      <a:pt x="6789" y="5738"/>
                      <a:pt x="6934" y="5791"/>
                      <a:pt x="7078" y="5845"/>
                    </a:cubicBezTo>
                    <a:cubicBezTo>
                      <a:pt x="8238" y="6265"/>
                      <a:pt x="9385" y="6372"/>
                      <a:pt x="10609" y="6379"/>
                    </a:cubicBezTo>
                    <a:cubicBezTo>
                      <a:pt x="10712" y="6380"/>
                      <a:pt x="10815" y="6380"/>
                      <a:pt x="10919" y="6381"/>
                    </a:cubicBezTo>
                    <a:cubicBezTo>
                      <a:pt x="11245" y="6384"/>
                      <a:pt x="11571" y="6386"/>
                      <a:pt x="11898" y="6387"/>
                    </a:cubicBezTo>
                    <a:cubicBezTo>
                      <a:pt x="12269" y="6388"/>
                      <a:pt x="12641" y="6392"/>
                      <a:pt x="13013" y="6398"/>
                    </a:cubicBezTo>
                    <a:cubicBezTo>
                      <a:pt x="13304" y="6402"/>
                      <a:pt x="13595" y="6404"/>
                      <a:pt x="13886" y="6405"/>
                    </a:cubicBezTo>
                    <a:cubicBezTo>
                      <a:pt x="14058" y="6405"/>
                      <a:pt x="14230" y="6406"/>
                      <a:pt x="14403" y="6410"/>
                    </a:cubicBezTo>
                    <a:cubicBezTo>
                      <a:pt x="15246" y="6427"/>
                      <a:pt x="15809" y="6352"/>
                      <a:pt x="16500" y="5847"/>
                    </a:cubicBezTo>
                    <a:cubicBezTo>
                      <a:pt x="16698" y="5706"/>
                      <a:pt x="16839" y="5674"/>
                      <a:pt x="17077" y="5712"/>
                    </a:cubicBezTo>
                    <a:cubicBezTo>
                      <a:pt x="17225" y="5732"/>
                      <a:pt x="17225" y="5732"/>
                      <a:pt x="17337" y="5712"/>
                    </a:cubicBezTo>
                    <a:cubicBezTo>
                      <a:pt x="17384" y="5578"/>
                      <a:pt x="17407" y="5451"/>
                      <a:pt x="17430" y="5311"/>
                    </a:cubicBezTo>
                    <a:cubicBezTo>
                      <a:pt x="17455" y="5214"/>
                      <a:pt x="17475" y="5160"/>
                      <a:pt x="17545" y="5087"/>
                    </a:cubicBezTo>
                    <a:cubicBezTo>
                      <a:pt x="17879" y="4997"/>
                      <a:pt x="18249" y="5054"/>
                      <a:pt x="18587" y="5087"/>
                    </a:cubicBezTo>
                    <a:cubicBezTo>
                      <a:pt x="18656" y="4812"/>
                      <a:pt x="18725" y="4537"/>
                      <a:pt x="18795" y="4254"/>
                    </a:cubicBezTo>
                    <a:cubicBezTo>
                      <a:pt x="18933" y="4288"/>
                      <a:pt x="18933" y="4288"/>
                      <a:pt x="19629" y="4462"/>
                    </a:cubicBezTo>
                    <a:cubicBezTo>
                      <a:pt x="19623" y="4413"/>
                      <a:pt x="19623" y="4413"/>
                      <a:pt x="19593" y="4162"/>
                    </a:cubicBezTo>
                    <a:cubicBezTo>
                      <a:pt x="19588" y="4038"/>
                      <a:pt x="19600" y="3962"/>
                      <a:pt x="19629" y="3837"/>
                    </a:cubicBezTo>
                    <a:cubicBezTo>
                      <a:pt x="19777" y="3727"/>
                      <a:pt x="19938" y="3695"/>
                      <a:pt x="20115" y="3660"/>
                    </a:cubicBezTo>
                    <a:cubicBezTo>
                      <a:pt x="20815" y="3515"/>
                      <a:pt x="21311" y="3195"/>
                      <a:pt x="21712" y="2587"/>
                    </a:cubicBezTo>
                    <a:cubicBezTo>
                      <a:pt x="21761" y="2476"/>
                      <a:pt x="21792" y="2368"/>
                      <a:pt x="21816" y="2249"/>
                    </a:cubicBezTo>
                    <a:cubicBezTo>
                      <a:pt x="21850" y="2090"/>
                      <a:pt x="21877" y="1995"/>
                      <a:pt x="22008" y="1895"/>
                    </a:cubicBezTo>
                    <a:cubicBezTo>
                      <a:pt x="22246" y="1755"/>
                      <a:pt x="22497" y="1645"/>
                      <a:pt x="22754" y="1546"/>
                    </a:cubicBezTo>
                    <a:cubicBezTo>
                      <a:pt x="22730" y="1651"/>
                      <a:pt x="22704" y="1754"/>
                      <a:pt x="22676" y="1858"/>
                    </a:cubicBezTo>
                    <a:cubicBezTo>
                      <a:pt x="22669" y="1888"/>
                      <a:pt x="22663" y="1918"/>
                      <a:pt x="22656" y="1949"/>
                    </a:cubicBezTo>
                    <a:cubicBezTo>
                      <a:pt x="22630" y="2041"/>
                      <a:pt x="22609" y="2097"/>
                      <a:pt x="22545" y="2171"/>
                    </a:cubicBezTo>
                    <a:cubicBezTo>
                      <a:pt x="22446" y="2184"/>
                      <a:pt x="22446" y="2184"/>
                      <a:pt x="22332" y="2179"/>
                    </a:cubicBezTo>
                    <a:cubicBezTo>
                      <a:pt x="22294" y="2178"/>
                      <a:pt x="22256" y="2177"/>
                      <a:pt x="22217" y="2175"/>
                    </a:cubicBezTo>
                    <a:cubicBezTo>
                      <a:pt x="22188" y="2174"/>
                      <a:pt x="22159" y="2172"/>
                      <a:pt x="22129" y="2171"/>
                    </a:cubicBezTo>
                    <a:cubicBezTo>
                      <a:pt x="22123" y="2220"/>
                      <a:pt x="22118" y="2270"/>
                      <a:pt x="22111" y="2320"/>
                    </a:cubicBezTo>
                    <a:cubicBezTo>
                      <a:pt x="22006" y="2989"/>
                      <a:pt x="21641" y="3408"/>
                      <a:pt x="21174" y="3868"/>
                    </a:cubicBezTo>
                    <a:cubicBezTo>
                      <a:pt x="21113" y="3929"/>
                      <a:pt x="21051" y="3990"/>
                      <a:pt x="20991" y="4052"/>
                    </a:cubicBezTo>
                    <a:cubicBezTo>
                      <a:pt x="20346" y="4694"/>
                      <a:pt x="19665" y="5148"/>
                      <a:pt x="18835" y="5517"/>
                    </a:cubicBezTo>
                    <a:cubicBezTo>
                      <a:pt x="18822" y="5523"/>
                      <a:pt x="18822" y="5523"/>
                      <a:pt x="18761" y="5550"/>
                    </a:cubicBezTo>
                    <a:cubicBezTo>
                      <a:pt x="18140" y="5831"/>
                      <a:pt x="17604" y="5988"/>
                      <a:pt x="16920" y="5921"/>
                    </a:cubicBezTo>
                    <a:cubicBezTo>
                      <a:pt x="16920" y="6058"/>
                      <a:pt x="16920" y="6196"/>
                      <a:pt x="16920" y="6337"/>
                    </a:cubicBezTo>
                    <a:cubicBezTo>
                      <a:pt x="17753" y="6475"/>
                      <a:pt x="18238" y="6239"/>
                      <a:pt x="18918" y="5782"/>
                    </a:cubicBezTo>
                    <a:cubicBezTo>
                      <a:pt x="19357" y="5494"/>
                      <a:pt x="19357" y="5494"/>
                      <a:pt x="19556" y="5525"/>
                    </a:cubicBezTo>
                    <a:cubicBezTo>
                      <a:pt x="19663" y="5579"/>
                      <a:pt x="19748" y="5633"/>
                      <a:pt x="19837" y="5712"/>
                    </a:cubicBezTo>
                    <a:cubicBezTo>
                      <a:pt x="19054" y="6348"/>
                      <a:pt x="19054" y="6348"/>
                      <a:pt x="18691" y="6429"/>
                    </a:cubicBezTo>
                    <a:cubicBezTo>
                      <a:pt x="18469" y="6483"/>
                      <a:pt x="18365" y="6547"/>
                      <a:pt x="18222" y="6726"/>
                    </a:cubicBezTo>
                    <a:cubicBezTo>
                      <a:pt x="17634" y="7461"/>
                      <a:pt x="16972" y="7590"/>
                      <a:pt x="16071" y="7726"/>
                    </a:cubicBezTo>
                    <a:cubicBezTo>
                      <a:pt x="15955" y="7744"/>
                      <a:pt x="15840" y="7763"/>
                      <a:pt x="15725" y="7781"/>
                    </a:cubicBezTo>
                    <a:cubicBezTo>
                      <a:pt x="12438" y="8317"/>
                      <a:pt x="9254" y="8220"/>
                      <a:pt x="6233" y="6720"/>
                    </a:cubicBezTo>
                    <a:cubicBezTo>
                      <a:pt x="6001" y="6604"/>
                      <a:pt x="5768" y="6494"/>
                      <a:pt x="5532" y="6388"/>
                    </a:cubicBezTo>
                    <a:cubicBezTo>
                      <a:pt x="5339" y="6301"/>
                      <a:pt x="5148" y="6213"/>
                      <a:pt x="4956" y="6123"/>
                    </a:cubicBezTo>
                    <a:cubicBezTo>
                      <a:pt x="4841" y="6069"/>
                      <a:pt x="4726" y="6016"/>
                      <a:pt x="4610" y="5964"/>
                    </a:cubicBezTo>
                    <a:cubicBezTo>
                      <a:pt x="4078" y="5727"/>
                      <a:pt x="3758" y="5543"/>
                      <a:pt x="3535" y="4993"/>
                    </a:cubicBezTo>
                    <a:cubicBezTo>
                      <a:pt x="3336" y="4523"/>
                      <a:pt x="2946" y="4244"/>
                      <a:pt x="2558" y="3929"/>
                    </a:cubicBezTo>
                    <a:cubicBezTo>
                      <a:pt x="2413" y="3807"/>
                      <a:pt x="2268" y="3685"/>
                      <a:pt x="2123" y="3563"/>
                    </a:cubicBezTo>
                    <a:cubicBezTo>
                      <a:pt x="2088" y="3534"/>
                      <a:pt x="2053" y="3504"/>
                      <a:pt x="2017" y="3474"/>
                    </a:cubicBezTo>
                    <a:cubicBezTo>
                      <a:pt x="1049" y="2654"/>
                      <a:pt x="1049" y="2654"/>
                      <a:pt x="879" y="2066"/>
                    </a:cubicBezTo>
                    <a:cubicBezTo>
                      <a:pt x="755" y="1699"/>
                      <a:pt x="630" y="1468"/>
                      <a:pt x="332" y="1220"/>
                    </a:cubicBezTo>
                    <a:cubicBezTo>
                      <a:pt x="142" y="1062"/>
                      <a:pt x="32" y="951"/>
                      <a:pt x="6" y="698"/>
                    </a:cubicBezTo>
                    <a:cubicBezTo>
                      <a:pt x="0" y="492"/>
                      <a:pt x="15" y="290"/>
                      <a:pt x="45" y="87"/>
                    </a:cubicBezTo>
                    <a:close/>
                  </a:path>
                </a:pathLst>
              </a:custGeom>
              <a:solidFill>
                <a:srgbClr val="424CA7"/>
              </a:solidFill>
              <a:ln w="2646" cap="flat">
                <a:noFill/>
              </a:ln>
            </p:spPr>
          </p:sp>
          <p:sp>
            <p:nvSpPr>
              <p:cNvPr id="2872" name="ICON_C_TOPOGRAPHY_path_016"/>
              <p:cNvSpPr/>
              <p:nvPr/>
            </p:nvSpPr>
            <p:spPr>
              <a:xfrm>
                <a:off x="11263312" y="7691438"/>
                <a:ext cx="500062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39375" h="625" fill="norm" stroke="0">
                    <a:moveTo>
                      <a:pt x="0" y="0"/>
                    </a:moveTo>
                    <a:cubicBezTo>
                      <a:pt x="12994" y="0"/>
                      <a:pt x="25987" y="0"/>
                      <a:pt x="39375" y="0"/>
                    </a:cubicBezTo>
                    <a:cubicBezTo>
                      <a:pt x="39375" y="206"/>
                      <a:pt x="39375" y="413"/>
                      <a:pt x="39375" y="625"/>
                    </a:cubicBezTo>
                    <a:cubicBezTo>
                      <a:pt x="26381" y="625"/>
                      <a:pt x="13388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937AB0"/>
              </a:solidFill>
              <a:ln w="2646" cap="flat">
                <a:noFill/>
              </a:ln>
            </p:spPr>
          </p:sp>
          <p:sp>
            <p:nvSpPr>
              <p:cNvPr id="2873" name="ICON_C_TOPOGRAPHY_path_017"/>
              <p:cNvSpPr/>
              <p:nvPr/>
            </p:nvSpPr>
            <p:spPr>
              <a:xfrm>
                <a:off x="11514666" y="7359903"/>
                <a:ext cx="149471" cy="170138"/>
              </a:xfrm>
              <a:custGeom>
                <a:avLst/>
                <a:gdLst/>
                <a:ahLst/>
                <a:cxnLst/>
                <a:rect l="0" t="0" r="r" b="b"/>
                <a:pathLst>
                  <a:path w="11769" h="13397" fill="norm" stroke="0">
                    <a:moveTo>
                      <a:pt x="5552" y="237"/>
                    </a:moveTo>
                    <a:cubicBezTo>
                      <a:pt x="5792" y="350"/>
                      <a:pt x="5961" y="561"/>
                      <a:pt x="6120" y="766"/>
                    </a:cubicBezTo>
                    <a:cubicBezTo>
                      <a:pt x="6138" y="790"/>
                      <a:pt x="6155" y="813"/>
                      <a:pt x="6174" y="836"/>
                    </a:cubicBezTo>
                    <a:cubicBezTo>
                      <a:pt x="6408" y="1151"/>
                      <a:pt x="6458" y="1307"/>
                      <a:pt x="6458" y="1730"/>
                    </a:cubicBezTo>
                    <a:cubicBezTo>
                      <a:pt x="6871" y="1661"/>
                      <a:pt x="7283" y="1592"/>
                      <a:pt x="7708" y="1522"/>
                    </a:cubicBezTo>
                    <a:cubicBezTo>
                      <a:pt x="7708" y="1659"/>
                      <a:pt x="7708" y="1797"/>
                      <a:pt x="7708" y="1938"/>
                    </a:cubicBezTo>
                    <a:cubicBezTo>
                      <a:pt x="7748" y="1931"/>
                      <a:pt x="7788" y="1923"/>
                      <a:pt x="7829" y="1915"/>
                    </a:cubicBezTo>
                    <a:cubicBezTo>
                      <a:pt x="8003" y="1892"/>
                      <a:pt x="8166" y="1881"/>
                      <a:pt x="8333" y="1938"/>
                    </a:cubicBezTo>
                    <a:cubicBezTo>
                      <a:pt x="8548" y="2103"/>
                      <a:pt x="8666" y="2368"/>
                      <a:pt x="8789" y="2603"/>
                    </a:cubicBezTo>
                    <a:cubicBezTo>
                      <a:pt x="8807" y="2635"/>
                      <a:pt x="8825" y="2668"/>
                      <a:pt x="8844" y="2702"/>
                    </a:cubicBezTo>
                    <a:cubicBezTo>
                      <a:pt x="9169" y="3291"/>
                      <a:pt x="9278" y="3766"/>
                      <a:pt x="9167" y="4438"/>
                    </a:cubicBezTo>
                    <a:cubicBezTo>
                      <a:pt x="9373" y="4438"/>
                      <a:pt x="9579" y="4438"/>
                      <a:pt x="9792" y="4438"/>
                    </a:cubicBezTo>
                    <a:cubicBezTo>
                      <a:pt x="9800" y="4498"/>
                      <a:pt x="9808" y="4558"/>
                      <a:pt x="9817" y="4620"/>
                    </a:cubicBezTo>
                    <a:cubicBezTo>
                      <a:pt x="9849" y="4845"/>
                      <a:pt x="9886" y="5070"/>
                      <a:pt x="9924" y="5294"/>
                    </a:cubicBezTo>
                    <a:cubicBezTo>
                      <a:pt x="9940" y="5391"/>
                      <a:pt x="9954" y="5488"/>
                      <a:pt x="9967" y="5584"/>
                    </a:cubicBezTo>
                    <a:cubicBezTo>
                      <a:pt x="10034" y="6070"/>
                      <a:pt x="10102" y="6482"/>
                      <a:pt x="10493" y="6808"/>
                    </a:cubicBezTo>
                    <a:cubicBezTo>
                      <a:pt x="10759" y="7004"/>
                      <a:pt x="10991" y="7152"/>
                      <a:pt x="11321" y="7198"/>
                    </a:cubicBezTo>
                    <a:cubicBezTo>
                      <a:pt x="11477" y="7222"/>
                      <a:pt x="11550" y="7247"/>
                      <a:pt x="11667" y="7355"/>
                    </a:cubicBezTo>
                    <a:cubicBezTo>
                      <a:pt x="11769" y="7730"/>
                      <a:pt x="11728" y="8144"/>
                      <a:pt x="11710" y="8528"/>
                    </a:cubicBezTo>
                    <a:cubicBezTo>
                      <a:pt x="11703" y="8678"/>
                      <a:pt x="11700" y="8827"/>
                      <a:pt x="11697" y="8976"/>
                    </a:cubicBezTo>
                    <a:cubicBezTo>
                      <a:pt x="11691" y="9270"/>
                      <a:pt x="11680" y="9562"/>
                      <a:pt x="11667" y="9855"/>
                    </a:cubicBezTo>
                    <a:cubicBezTo>
                      <a:pt x="11644" y="9849"/>
                      <a:pt x="11622" y="9842"/>
                      <a:pt x="11599" y="9835"/>
                    </a:cubicBezTo>
                    <a:cubicBezTo>
                      <a:pt x="11339" y="9770"/>
                      <a:pt x="11080" y="9731"/>
                      <a:pt x="10833" y="9855"/>
                    </a:cubicBezTo>
                    <a:cubicBezTo>
                      <a:pt x="10567" y="10171"/>
                      <a:pt x="10449" y="10616"/>
                      <a:pt x="10318" y="11002"/>
                    </a:cubicBezTo>
                    <a:cubicBezTo>
                      <a:pt x="10236" y="11238"/>
                      <a:pt x="10150" y="11471"/>
                      <a:pt x="10061" y="11705"/>
                    </a:cubicBezTo>
                    <a:cubicBezTo>
                      <a:pt x="10032" y="11786"/>
                      <a:pt x="10004" y="11868"/>
                      <a:pt x="9976" y="11950"/>
                    </a:cubicBezTo>
                    <a:cubicBezTo>
                      <a:pt x="9848" y="12315"/>
                      <a:pt x="9848" y="12315"/>
                      <a:pt x="9689" y="12429"/>
                    </a:cubicBezTo>
                    <a:cubicBezTo>
                      <a:pt x="9616" y="12463"/>
                      <a:pt x="9543" y="12495"/>
                      <a:pt x="9468" y="12524"/>
                    </a:cubicBezTo>
                    <a:cubicBezTo>
                      <a:pt x="9341" y="12577"/>
                      <a:pt x="9299" y="12643"/>
                      <a:pt x="9243" y="12766"/>
                    </a:cubicBezTo>
                    <a:cubicBezTo>
                      <a:pt x="9226" y="12803"/>
                      <a:pt x="9208" y="12840"/>
                      <a:pt x="9190" y="12878"/>
                    </a:cubicBezTo>
                    <a:cubicBezTo>
                      <a:pt x="9174" y="12916"/>
                      <a:pt x="9158" y="12954"/>
                      <a:pt x="9141" y="12993"/>
                    </a:cubicBezTo>
                    <a:cubicBezTo>
                      <a:pt x="9123" y="13032"/>
                      <a:pt x="9105" y="13071"/>
                      <a:pt x="9086" y="13111"/>
                    </a:cubicBezTo>
                    <a:cubicBezTo>
                      <a:pt x="9043" y="13206"/>
                      <a:pt x="9000" y="13301"/>
                      <a:pt x="8958" y="13397"/>
                    </a:cubicBezTo>
                    <a:cubicBezTo>
                      <a:pt x="8831" y="13133"/>
                      <a:pt x="8733" y="12860"/>
                      <a:pt x="8750" y="12563"/>
                    </a:cubicBezTo>
                    <a:cubicBezTo>
                      <a:pt x="8834" y="12329"/>
                      <a:pt x="8972" y="12130"/>
                      <a:pt x="9112" y="11925"/>
                    </a:cubicBezTo>
                    <a:cubicBezTo>
                      <a:pt x="9143" y="11881"/>
                      <a:pt x="9173" y="11837"/>
                      <a:pt x="9202" y="11794"/>
                    </a:cubicBezTo>
                    <a:cubicBezTo>
                      <a:pt x="9217" y="11772"/>
                      <a:pt x="9232" y="11750"/>
                      <a:pt x="9248" y="11727"/>
                    </a:cubicBezTo>
                    <a:cubicBezTo>
                      <a:pt x="9436" y="11442"/>
                      <a:pt x="9540" y="11123"/>
                      <a:pt x="9639" y="10798"/>
                    </a:cubicBezTo>
                    <a:cubicBezTo>
                      <a:pt x="9713" y="10580"/>
                      <a:pt x="9713" y="10580"/>
                      <a:pt x="9792" y="10480"/>
                    </a:cubicBezTo>
                    <a:cubicBezTo>
                      <a:pt x="9902" y="10464"/>
                      <a:pt x="9997" y="10477"/>
                      <a:pt x="10108" y="10488"/>
                    </a:cubicBezTo>
                    <a:cubicBezTo>
                      <a:pt x="10208" y="10480"/>
                      <a:pt x="10208" y="10480"/>
                      <a:pt x="10281" y="10414"/>
                    </a:cubicBezTo>
                    <a:cubicBezTo>
                      <a:pt x="10349" y="10305"/>
                      <a:pt x="10396" y="10197"/>
                      <a:pt x="10443" y="10076"/>
                    </a:cubicBezTo>
                    <a:cubicBezTo>
                      <a:pt x="10451" y="10054"/>
                      <a:pt x="10451" y="10054"/>
                      <a:pt x="10495" y="9942"/>
                    </a:cubicBezTo>
                    <a:cubicBezTo>
                      <a:pt x="10648" y="9504"/>
                      <a:pt x="10676" y="9048"/>
                      <a:pt x="10687" y="8588"/>
                    </a:cubicBezTo>
                    <a:cubicBezTo>
                      <a:pt x="10689" y="8504"/>
                      <a:pt x="10692" y="8421"/>
                      <a:pt x="10696" y="8337"/>
                    </a:cubicBezTo>
                    <a:cubicBezTo>
                      <a:pt x="10724" y="7674"/>
                      <a:pt x="10724" y="7674"/>
                      <a:pt x="10560" y="7491"/>
                    </a:cubicBezTo>
                    <a:cubicBezTo>
                      <a:pt x="10453" y="7407"/>
                      <a:pt x="10341" y="7342"/>
                      <a:pt x="10220" y="7279"/>
                    </a:cubicBezTo>
                    <a:cubicBezTo>
                      <a:pt x="10008" y="7168"/>
                      <a:pt x="10008" y="7168"/>
                      <a:pt x="9959" y="7030"/>
                    </a:cubicBezTo>
                    <a:cubicBezTo>
                      <a:pt x="9961" y="6923"/>
                      <a:pt x="9971" y="6832"/>
                      <a:pt x="10000" y="6730"/>
                    </a:cubicBezTo>
                    <a:cubicBezTo>
                      <a:pt x="9968" y="6728"/>
                      <a:pt x="9935" y="6726"/>
                      <a:pt x="9902" y="6724"/>
                    </a:cubicBezTo>
                    <a:cubicBezTo>
                      <a:pt x="9128" y="6666"/>
                      <a:pt x="8381" y="6504"/>
                      <a:pt x="7841" y="5902"/>
                    </a:cubicBezTo>
                    <a:cubicBezTo>
                      <a:pt x="7522" y="5486"/>
                      <a:pt x="7631" y="4838"/>
                      <a:pt x="7692" y="4351"/>
                    </a:cubicBezTo>
                    <a:cubicBezTo>
                      <a:pt x="7695" y="4331"/>
                      <a:pt x="7695" y="4331"/>
                      <a:pt x="7708" y="4230"/>
                    </a:cubicBezTo>
                    <a:cubicBezTo>
                      <a:pt x="7683" y="4236"/>
                      <a:pt x="7658" y="4243"/>
                      <a:pt x="7632" y="4249"/>
                    </a:cubicBezTo>
                    <a:cubicBezTo>
                      <a:pt x="7504" y="4267"/>
                      <a:pt x="7418" y="4265"/>
                      <a:pt x="7292" y="4230"/>
                    </a:cubicBezTo>
                    <a:cubicBezTo>
                      <a:pt x="7214" y="4153"/>
                      <a:pt x="7153" y="4083"/>
                      <a:pt x="7089" y="3995"/>
                    </a:cubicBezTo>
                    <a:cubicBezTo>
                      <a:pt x="6511" y="3217"/>
                      <a:pt x="6511" y="3217"/>
                      <a:pt x="6029" y="3143"/>
                    </a:cubicBezTo>
                    <a:cubicBezTo>
                      <a:pt x="5516" y="3099"/>
                      <a:pt x="4725" y="3114"/>
                      <a:pt x="4305" y="3454"/>
                    </a:cubicBezTo>
                    <a:cubicBezTo>
                      <a:pt x="4135" y="3637"/>
                      <a:pt x="4045" y="3860"/>
                      <a:pt x="3951" y="4088"/>
                    </a:cubicBezTo>
                    <a:cubicBezTo>
                      <a:pt x="3893" y="4220"/>
                      <a:pt x="3843" y="4328"/>
                      <a:pt x="3750" y="4438"/>
                    </a:cubicBezTo>
                    <a:cubicBezTo>
                      <a:pt x="3478" y="4543"/>
                      <a:pt x="3210" y="4479"/>
                      <a:pt x="2944" y="4381"/>
                    </a:cubicBezTo>
                    <a:cubicBezTo>
                      <a:pt x="2611" y="4206"/>
                      <a:pt x="2525" y="3922"/>
                      <a:pt x="2415" y="3580"/>
                    </a:cubicBezTo>
                    <a:cubicBezTo>
                      <a:pt x="2387" y="3489"/>
                      <a:pt x="2360" y="3397"/>
                      <a:pt x="2332" y="3306"/>
                    </a:cubicBezTo>
                    <a:cubicBezTo>
                      <a:pt x="2246" y="3055"/>
                      <a:pt x="2112" y="2896"/>
                      <a:pt x="1875" y="2772"/>
                    </a:cubicBezTo>
                    <a:cubicBezTo>
                      <a:pt x="1601" y="2674"/>
                      <a:pt x="1328" y="2621"/>
                      <a:pt x="1042" y="2563"/>
                    </a:cubicBezTo>
                    <a:cubicBezTo>
                      <a:pt x="904" y="2838"/>
                      <a:pt x="767" y="3113"/>
                      <a:pt x="625" y="3397"/>
                    </a:cubicBezTo>
                    <a:cubicBezTo>
                      <a:pt x="419" y="3328"/>
                      <a:pt x="212" y="3259"/>
                      <a:pt x="0" y="3188"/>
                    </a:cubicBezTo>
                    <a:cubicBezTo>
                      <a:pt x="200" y="2780"/>
                      <a:pt x="428" y="2414"/>
                      <a:pt x="866" y="2246"/>
                    </a:cubicBezTo>
                    <a:cubicBezTo>
                      <a:pt x="1266" y="2115"/>
                      <a:pt x="1768" y="2011"/>
                      <a:pt x="2169" y="2184"/>
                    </a:cubicBezTo>
                    <a:cubicBezTo>
                      <a:pt x="2595" y="2419"/>
                      <a:pt x="3016" y="2853"/>
                      <a:pt x="3168" y="3320"/>
                    </a:cubicBezTo>
                    <a:cubicBezTo>
                      <a:pt x="3209" y="3565"/>
                      <a:pt x="3185" y="3782"/>
                      <a:pt x="3125" y="4022"/>
                    </a:cubicBezTo>
                    <a:cubicBezTo>
                      <a:pt x="3331" y="4022"/>
                      <a:pt x="3538" y="4022"/>
                      <a:pt x="3750" y="4022"/>
                    </a:cubicBezTo>
                    <a:cubicBezTo>
                      <a:pt x="3735" y="3951"/>
                      <a:pt x="3720" y="3880"/>
                      <a:pt x="3705" y="3807"/>
                    </a:cubicBezTo>
                    <a:cubicBezTo>
                      <a:pt x="3248" y="1502"/>
                      <a:pt x="3248" y="1502"/>
                      <a:pt x="3684" y="814"/>
                    </a:cubicBezTo>
                    <a:cubicBezTo>
                      <a:pt x="4112" y="252"/>
                      <a:pt x="4876" y="0"/>
                      <a:pt x="5552" y="237"/>
                    </a:cubicBezTo>
                    <a:close/>
                  </a:path>
                </a:pathLst>
              </a:custGeom>
              <a:solidFill>
                <a:srgbClr val="79E2EE"/>
              </a:solidFill>
              <a:ln w="2646" cap="flat">
                <a:noFill/>
              </a:ln>
            </p:spPr>
          </p:sp>
          <p:sp>
            <p:nvSpPr>
              <p:cNvPr id="2874" name="ICON_C_TOPOGRAPHY_path_018"/>
              <p:cNvSpPr/>
              <p:nvPr/>
            </p:nvSpPr>
            <p:spPr>
              <a:xfrm>
                <a:off x="11557833" y="7434485"/>
                <a:ext cx="81870" cy="133345"/>
              </a:xfrm>
              <a:custGeom>
                <a:avLst/>
                <a:gdLst/>
                <a:ahLst/>
                <a:cxnLst/>
                <a:rect l="0" t="0" r="r" b="b"/>
                <a:pathLst>
                  <a:path w="6446" h="10500" fill="norm" stroke="0">
                    <a:moveTo>
                      <a:pt x="143" y="24"/>
                    </a:moveTo>
                    <a:cubicBezTo>
                      <a:pt x="312" y="18"/>
                      <a:pt x="481" y="14"/>
                      <a:pt x="651" y="11"/>
                    </a:cubicBezTo>
                    <a:cubicBezTo>
                      <a:pt x="699" y="9"/>
                      <a:pt x="746" y="8"/>
                      <a:pt x="796" y="6"/>
                    </a:cubicBezTo>
                    <a:cubicBezTo>
                      <a:pt x="1193" y="0"/>
                      <a:pt x="1193" y="0"/>
                      <a:pt x="1321" y="111"/>
                    </a:cubicBezTo>
                    <a:cubicBezTo>
                      <a:pt x="1410" y="261"/>
                      <a:pt x="1417" y="352"/>
                      <a:pt x="1413" y="526"/>
                    </a:cubicBezTo>
                    <a:cubicBezTo>
                      <a:pt x="1413" y="554"/>
                      <a:pt x="1413" y="581"/>
                      <a:pt x="1412" y="609"/>
                    </a:cubicBezTo>
                    <a:cubicBezTo>
                      <a:pt x="1411" y="696"/>
                      <a:pt x="1408" y="784"/>
                      <a:pt x="1406" y="870"/>
                    </a:cubicBezTo>
                    <a:cubicBezTo>
                      <a:pt x="1405" y="930"/>
                      <a:pt x="1404" y="989"/>
                      <a:pt x="1403" y="1048"/>
                    </a:cubicBezTo>
                    <a:cubicBezTo>
                      <a:pt x="1401" y="1193"/>
                      <a:pt x="1397" y="1338"/>
                      <a:pt x="1393" y="1483"/>
                    </a:cubicBezTo>
                    <a:cubicBezTo>
                      <a:pt x="1539" y="1508"/>
                      <a:pt x="1665" y="1518"/>
                      <a:pt x="1809" y="1483"/>
                    </a:cubicBezTo>
                    <a:cubicBezTo>
                      <a:pt x="1924" y="1361"/>
                      <a:pt x="1980" y="1219"/>
                      <a:pt x="2044" y="1066"/>
                    </a:cubicBezTo>
                    <a:cubicBezTo>
                      <a:pt x="2062" y="1026"/>
                      <a:pt x="2080" y="986"/>
                      <a:pt x="2098" y="945"/>
                    </a:cubicBezTo>
                    <a:cubicBezTo>
                      <a:pt x="2142" y="847"/>
                      <a:pt x="2185" y="749"/>
                      <a:pt x="2226" y="649"/>
                    </a:cubicBezTo>
                    <a:cubicBezTo>
                      <a:pt x="2254" y="662"/>
                      <a:pt x="2282" y="674"/>
                      <a:pt x="2311" y="687"/>
                    </a:cubicBezTo>
                    <a:cubicBezTo>
                      <a:pt x="2668" y="847"/>
                      <a:pt x="3026" y="1003"/>
                      <a:pt x="3385" y="1157"/>
                    </a:cubicBezTo>
                    <a:cubicBezTo>
                      <a:pt x="3413" y="1169"/>
                      <a:pt x="3442" y="1181"/>
                      <a:pt x="3471" y="1194"/>
                    </a:cubicBezTo>
                    <a:cubicBezTo>
                      <a:pt x="4227" y="1518"/>
                      <a:pt x="4945" y="1804"/>
                      <a:pt x="5774" y="1860"/>
                    </a:cubicBezTo>
                    <a:cubicBezTo>
                      <a:pt x="5801" y="1861"/>
                      <a:pt x="5828" y="1863"/>
                      <a:pt x="5856" y="1865"/>
                    </a:cubicBezTo>
                    <a:cubicBezTo>
                      <a:pt x="5926" y="1869"/>
                      <a:pt x="5996" y="1871"/>
                      <a:pt x="6066" y="1873"/>
                    </a:cubicBezTo>
                    <a:cubicBezTo>
                      <a:pt x="6230" y="1909"/>
                      <a:pt x="6292" y="1975"/>
                      <a:pt x="6393" y="2108"/>
                    </a:cubicBezTo>
                    <a:cubicBezTo>
                      <a:pt x="6446" y="2307"/>
                      <a:pt x="6444" y="2514"/>
                      <a:pt x="6445" y="2720"/>
                    </a:cubicBezTo>
                    <a:cubicBezTo>
                      <a:pt x="6445" y="2750"/>
                      <a:pt x="6445" y="2781"/>
                      <a:pt x="6445" y="2813"/>
                    </a:cubicBezTo>
                    <a:cubicBezTo>
                      <a:pt x="6440" y="4006"/>
                      <a:pt x="6090" y="5427"/>
                      <a:pt x="5258" y="6309"/>
                    </a:cubicBezTo>
                    <a:cubicBezTo>
                      <a:pt x="4944" y="6644"/>
                      <a:pt x="4762" y="7010"/>
                      <a:pt x="4570" y="7426"/>
                    </a:cubicBezTo>
                    <a:cubicBezTo>
                      <a:pt x="3909" y="8849"/>
                      <a:pt x="3909" y="8849"/>
                      <a:pt x="3268" y="9191"/>
                    </a:cubicBezTo>
                    <a:cubicBezTo>
                      <a:pt x="3123" y="9221"/>
                      <a:pt x="2994" y="9203"/>
                      <a:pt x="2850" y="9176"/>
                    </a:cubicBezTo>
                    <a:cubicBezTo>
                      <a:pt x="2775" y="9166"/>
                      <a:pt x="2775" y="9166"/>
                      <a:pt x="2643" y="9191"/>
                    </a:cubicBezTo>
                    <a:cubicBezTo>
                      <a:pt x="2569" y="9312"/>
                      <a:pt x="2532" y="9448"/>
                      <a:pt x="2486" y="9581"/>
                    </a:cubicBezTo>
                    <a:cubicBezTo>
                      <a:pt x="2400" y="9819"/>
                      <a:pt x="2302" y="9994"/>
                      <a:pt x="2073" y="10111"/>
                    </a:cubicBezTo>
                    <a:cubicBezTo>
                      <a:pt x="1886" y="10194"/>
                      <a:pt x="1693" y="10254"/>
                      <a:pt x="1497" y="10311"/>
                    </a:cubicBezTo>
                    <a:cubicBezTo>
                      <a:pt x="1464" y="10321"/>
                      <a:pt x="1432" y="10331"/>
                      <a:pt x="1399" y="10342"/>
                    </a:cubicBezTo>
                    <a:cubicBezTo>
                      <a:pt x="886" y="10500"/>
                      <a:pt x="886" y="10500"/>
                      <a:pt x="695" y="10405"/>
                    </a:cubicBezTo>
                    <a:cubicBezTo>
                      <a:pt x="554" y="10299"/>
                      <a:pt x="451" y="10170"/>
                      <a:pt x="351" y="10024"/>
                    </a:cubicBezTo>
                    <a:cubicBezTo>
                      <a:pt x="373" y="10008"/>
                      <a:pt x="394" y="9992"/>
                      <a:pt x="417" y="9976"/>
                    </a:cubicBezTo>
                    <a:cubicBezTo>
                      <a:pt x="2968" y="8089"/>
                      <a:pt x="2968" y="8089"/>
                      <a:pt x="3438" y="6601"/>
                    </a:cubicBezTo>
                    <a:cubicBezTo>
                      <a:pt x="3473" y="6493"/>
                      <a:pt x="3512" y="6389"/>
                      <a:pt x="3554" y="6283"/>
                    </a:cubicBezTo>
                    <a:cubicBezTo>
                      <a:pt x="3787" y="5641"/>
                      <a:pt x="3693" y="4830"/>
                      <a:pt x="3476" y="4191"/>
                    </a:cubicBezTo>
                    <a:cubicBezTo>
                      <a:pt x="3339" y="3903"/>
                      <a:pt x="3142" y="3677"/>
                      <a:pt x="2926" y="3445"/>
                    </a:cubicBezTo>
                    <a:cubicBezTo>
                      <a:pt x="2851" y="3357"/>
                      <a:pt x="2795" y="3270"/>
                      <a:pt x="2740" y="3169"/>
                    </a:cubicBezTo>
                    <a:cubicBezTo>
                      <a:pt x="2723" y="3139"/>
                      <a:pt x="2706" y="3109"/>
                      <a:pt x="2689" y="3079"/>
                    </a:cubicBezTo>
                    <a:cubicBezTo>
                      <a:pt x="2660" y="3024"/>
                      <a:pt x="2631" y="2969"/>
                      <a:pt x="2606" y="2912"/>
                    </a:cubicBezTo>
                    <a:cubicBezTo>
                      <a:pt x="2556" y="2824"/>
                      <a:pt x="2522" y="2784"/>
                      <a:pt x="2434" y="2733"/>
                    </a:cubicBezTo>
                    <a:cubicBezTo>
                      <a:pt x="2256" y="2713"/>
                      <a:pt x="2079" y="2723"/>
                      <a:pt x="1900" y="2730"/>
                    </a:cubicBezTo>
                    <a:cubicBezTo>
                      <a:pt x="1416" y="2744"/>
                      <a:pt x="803" y="2728"/>
                      <a:pt x="417" y="2400"/>
                    </a:cubicBezTo>
                    <a:cubicBezTo>
                      <a:pt x="0" y="1869"/>
                      <a:pt x="128" y="665"/>
                      <a:pt x="143" y="24"/>
                    </a:cubicBezTo>
                    <a:close/>
                  </a:path>
                </a:pathLst>
              </a:custGeom>
              <a:solidFill>
                <a:srgbClr val="E7F98D"/>
              </a:solidFill>
              <a:ln w="2646" cap="flat">
                <a:noFill/>
              </a:ln>
            </p:spPr>
          </p:sp>
          <p:sp>
            <p:nvSpPr>
              <p:cNvPr id="2875" name="ICON_C_TOPOGRAPHY_path_019"/>
              <p:cNvSpPr/>
              <p:nvPr/>
            </p:nvSpPr>
            <p:spPr>
              <a:xfrm>
                <a:off x="11376914" y="7601479"/>
                <a:ext cx="195961" cy="50755"/>
              </a:xfrm>
              <a:custGeom>
                <a:avLst/>
                <a:gdLst/>
                <a:ahLst/>
                <a:cxnLst/>
                <a:rect l="0" t="0" r="r" b="b"/>
                <a:pathLst>
                  <a:path w="15430" h="3996" fill="norm" stroke="0">
                    <a:moveTo>
                      <a:pt x="13" y="0"/>
                    </a:moveTo>
                    <a:cubicBezTo>
                      <a:pt x="175" y="54"/>
                      <a:pt x="335" y="110"/>
                      <a:pt x="495" y="169"/>
                    </a:cubicBezTo>
                    <a:cubicBezTo>
                      <a:pt x="519" y="178"/>
                      <a:pt x="544" y="187"/>
                      <a:pt x="569" y="196"/>
                    </a:cubicBezTo>
                    <a:cubicBezTo>
                      <a:pt x="910" y="324"/>
                      <a:pt x="1116" y="458"/>
                      <a:pt x="1328" y="755"/>
                    </a:cubicBezTo>
                    <a:cubicBezTo>
                      <a:pt x="1448" y="913"/>
                      <a:pt x="1566" y="1022"/>
                      <a:pt x="1767" y="1057"/>
                    </a:cubicBezTo>
                    <a:cubicBezTo>
                      <a:pt x="2100" y="1088"/>
                      <a:pt x="2434" y="1075"/>
                      <a:pt x="2768" y="1055"/>
                    </a:cubicBezTo>
                    <a:cubicBezTo>
                      <a:pt x="2804" y="1053"/>
                      <a:pt x="2840" y="1051"/>
                      <a:pt x="2877" y="1049"/>
                    </a:cubicBezTo>
                    <a:cubicBezTo>
                      <a:pt x="2947" y="1045"/>
                      <a:pt x="3016" y="1040"/>
                      <a:pt x="3085" y="1034"/>
                    </a:cubicBezTo>
                    <a:cubicBezTo>
                      <a:pt x="3176" y="1028"/>
                      <a:pt x="3256" y="1025"/>
                      <a:pt x="3347" y="1042"/>
                    </a:cubicBezTo>
                    <a:cubicBezTo>
                      <a:pt x="3380" y="1076"/>
                      <a:pt x="3413" y="1110"/>
                      <a:pt x="3447" y="1145"/>
                    </a:cubicBezTo>
                    <a:cubicBezTo>
                      <a:pt x="3568" y="1262"/>
                      <a:pt x="3586" y="1265"/>
                      <a:pt x="3744" y="1267"/>
                    </a:cubicBezTo>
                    <a:cubicBezTo>
                      <a:pt x="3820" y="1264"/>
                      <a:pt x="3895" y="1260"/>
                      <a:pt x="3971" y="1256"/>
                    </a:cubicBezTo>
                    <a:cubicBezTo>
                      <a:pt x="4054" y="1253"/>
                      <a:pt x="4137" y="1250"/>
                      <a:pt x="4219" y="1248"/>
                    </a:cubicBezTo>
                    <a:cubicBezTo>
                      <a:pt x="4349" y="1243"/>
                      <a:pt x="4479" y="1237"/>
                      <a:pt x="4609" y="1230"/>
                    </a:cubicBezTo>
                    <a:cubicBezTo>
                      <a:pt x="4735" y="1224"/>
                      <a:pt x="4860" y="1220"/>
                      <a:pt x="4986" y="1217"/>
                    </a:cubicBezTo>
                    <a:cubicBezTo>
                      <a:pt x="5025" y="1214"/>
                      <a:pt x="5063" y="1211"/>
                      <a:pt x="5102" y="1208"/>
                    </a:cubicBezTo>
                    <a:cubicBezTo>
                      <a:pt x="5286" y="1205"/>
                      <a:pt x="5389" y="1212"/>
                      <a:pt x="5527" y="1340"/>
                    </a:cubicBezTo>
                    <a:cubicBezTo>
                      <a:pt x="5543" y="1359"/>
                      <a:pt x="5543" y="1359"/>
                      <a:pt x="5624" y="1452"/>
                    </a:cubicBezTo>
                    <a:cubicBezTo>
                      <a:pt x="5882" y="1735"/>
                      <a:pt x="6154" y="1758"/>
                      <a:pt x="6514" y="1799"/>
                    </a:cubicBezTo>
                    <a:cubicBezTo>
                      <a:pt x="6580" y="1807"/>
                      <a:pt x="6646" y="1816"/>
                      <a:pt x="6712" y="1825"/>
                    </a:cubicBezTo>
                    <a:cubicBezTo>
                      <a:pt x="6890" y="1848"/>
                      <a:pt x="7068" y="1869"/>
                      <a:pt x="7246" y="1889"/>
                    </a:cubicBezTo>
                    <a:cubicBezTo>
                      <a:pt x="7357" y="1901"/>
                      <a:pt x="7469" y="1914"/>
                      <a:pt x="7580" y="1927"/>
                    </a:cubicBezTo>
                    <a:cubicBezTo>
                      <a:pt x="11519" y="2390"/>
                      <a:pt x="11519" y="2390"/>
                      <a:pt x="13050" y="1831"/>
                    </a:cubicBezTo>
                    <a:cubicBezTo>
                      <a:pt x="13552" y="1648"/>
                      <a:pt x="14053" y="1589"/>
                      <a:pt x="14584" y="1536"/>
                    </a:cubicBezTo>
                    <a:cubicBezTo>
                      <a:pt x="14605" y="1534"/>
                      <a:pt x="14605" y="1534"/>
                      <a:pt x="14712" y="1524"/>
                    </a:cubicBezTo>
                    <a:cubicBezTo>
                      <a:pt x="14951" y="1500"/>
                      <a:pt x="15191" y="1478"/>
                      <a:pt x="15430" y="1458"/>
                    </a:cubicBezTo>
                    <a:cubicBezTo>
                      <a:pt x="15261" y="2119"/>
                      <a:pt x="15030" y="2843"/>
                      <a:pt x="14429" y="3226"/>
                    </a:cubicBezTo>
                    <a:cubicBezTo>
                      <a:pt x="14336" y="3280"/>
                      <a:pt x="14242" y="3329"/>
                      <a:pt x="14147" y="3377"/>
                    </a:cubicBezTo>
                    <a:cubicBezTo>
                      <a:pt x="14112" y="3395"/>
                      <a:pt x="14078" y="3413"/>
                      <a:pt x="14043" y="3431"/>
                    </a:cubicBezTo>
                    <a:cubicBezTo>
                      <a:pt x="12889" y="3996"/>
                      <a:pt x="11497" y="3859"/>
                      <a:pt x="10248" y="3834"/>
                    </a:cubicBezTo>
                    <a:cubicBezTo>
                      <a:pt x="9995" y="3829"/>
                      <a:pt x="9742" y="3827"/>
                      <a:pt x="9489" y="3827"/>
                    </a:cubicBezTo>
                    <a:cubicBezTo>
                      <a:pt x="7893" y="3828"/>
                      <a:pt x="6342" y="3823"/>
                      <a:pt x="4805" y="3333"/>
                    </a:cubicBezTo>
                    <a:cubicBezTo>
                      <a:pt x="4779" y="3325"/>
                      <a:pt x="4753" y="3317"/>
                      <a:pt x="4726" y="3309"/>
                    </a:cubicBezTo>
                    <a:cubicBezTo>
                      <a:pt x="4426" y="3215"/>
                      <a:pt x="4139" y="3103"/>
                      <a:pt x="3855" y="2969"/>
                    </a:cubicBezTo>
                    <a:cubicBezTo>
                      <a:pt x="3817" y="2952"/>
                      <a:pt x="3780" y="2935"/>
                      <a:pt x="3741" y="2917"/>
                    </a:cubicBezTo>
                    <a:cubicBezTo>
                      <a:pt x="2857" y="2512"/>
                      <a:pt x="2107" y="1942"/>
                      <a:pt x="1359" y="1329"/>
                    </a:cubicBezTo>
                    <a:cubicBezTo>
                      <a:pt x="1232" y="1225"/>
                      <a:pt x="1104" y="1122"/>
                      <a:pt x="975" y="1020"/>
                    </a:cubicBezTo>
                    <a:cubicBezTo>
                      <a:pt x="827" y="902"/>
                      <a:pt x="681" y="783"/>
                      <a:pt x="534" y="664"/>
                    </a:cubicBezTo>
                    <a:cubicBezTo>
                      <a:pt x="507" y="642"/>
                      <a:pt x="480" y="620"/>
                      <a:pt x="452" y="598"/>
                    </a:cubicBezTo>
                    <a:cubicBezTo>
                      <a:pt x="377" y="537"/>
                      <a:pt x="302" y="475"/>
                      <a:pt x="228" y="413"/>
                    </a:cubicBezTo>
                    <a:cubicBezTo>
                      <a:pt x="217" y="404"/>
                      <a:pt x="217" y="404"/>
                      <a:pt x="161" y="359"/>
                    </a:cubicBezTo>
                    <a:cubicBezTo>
                      <a:pt x="59" y="271"/>
                      <a:pt x="16" y="228"/>
                      <a:pt x="0" y="91"/>
                    </a:cubicBezTo>
                    <a:cubicBezTo>
                      <a:pt x="4" y="61"/>
                      <a:pt x="9" y="31"/>
                      <a:pt x="13" y="0"/>
                    </a:cubicBezTo>
                    <a:close/>
                  </a:path>
                </a:pathLst>
              </a:custGeom>
              <a:solidFill>
                <a:srgbClr val="508CE1"/>
              </a:solidFill>
              <a:ln w="2646" cap="flat">
                <a:noFill/>
              </a:ln>
            </p:spPr>
          </p:sp>
          <p:sp>
            <p:nvSpPr>
              <p:cNvPr id="2876" name="ICON_C_TOPOGRAPHY_path_020"/>
              <p:cNvSpPr/>
              <p:nvPr/>
            </p:nvSpPr>
            <p:spPr>
              <a:xfrm>
                <a:off x="11353271" y="7556500"/>
                <a:ext cx="268740" cy="78743"/>
              </a:xfrm>
              <a:custGeom>
                <a:avLst/>
                <a:gdLst/>
                <a:ahLst/>
                <a:cxnLst/>
                <a:rect l="0" t="0" r="r" b="b"/>
                <a:pathLst>
                  <a:path w="21161" h="6200" fill="norm" stroke="0">
                    <a:moveTo>
                      <a:pt x="625" y="0"/>
                    </a:moveTo>
                    <a:cubicBezTo>
                      <a:pt x="763" y="0"/>
                      <a:pt x="900" y="0"/>
                      <a:pt x="1042" y="0"/>
                    </a:cubicBezTo>
                    <a:cubicBezTo>
                      <a:pt x="1042" y="344"/>
                      <a:pt x="1042" y="688"/>
                      <a:pt x="1042" y="1042"/>
                    </a:cubicBezTo>
                    <a:cubicBezTo>
                      <a:pt x="904" y="1042"/>
                      <a:pt x="767" y="1042"/>
                      <a:pt x="625" y="1042"/>
                    </a:cubicBezTo>
                    <a:cubicBezTo>
                      <a:pt x="704" y="1221"/>
                      <a:pt x="786" y="1399"/>
                      <a:pt x="869" y="1576"/>
                    </a:cubicBezTo>
                    <a:cubicBezTo>
                      <a:pt x="897" y="1636"/>
                      <a:pt x="925" y="1697"/>
                      <a:pt x="951" y="1758"/>
                    </a:cubicBezTo>
                    <a:cubicBezTo>
                      <a:pt x="1170" y="2251"/>
                      <a:pt x="1170" y="2251"/>
                      <a:pt x="1357" y="2345"/>
                    </a:cubicBezTo>
                    <a:cubicBezTo>
                      <a:pt x="1486" y="2359"/>
                      <a:pt x="1552" y="2352"/>
                      <a:pt x="1667" y="2292"/>
                    </a:cubicBezTo>
                    <a:cubicBezTo>
                      <a:pt x="1765" y="2162"/>
                      <a:pt x="1823" y="2029"/>
                      <a:pt x="1875" y="1875"/>
                    </a:cubicBezTo>
                    <a:cubicBezTo>
                      <a:pt x="2595" y="2065"/>
                      <a:pt x="2975" y="2295"/>
                      <a:pt x="3396" y="2897"/>
                    </a:cubicBezTo>
                    <a:cubicBezTo>
                      <a:pt x="3624" y="3219"/>
                      <a:pt x="3814" y="3423"/>
                      <a:pt x="4219" y="3503"/>
                    </a:cubicBezTo>
                    <a:cubicBezTo>
                      <a:pt x="4341" y="3523"/>
                      <a:pt x="4459" y="3534"/>
                      <a:pt x="4583" y="3542"/>
                    </a:cubicBezTo>
                    <a:cubicBezTo>
                      <a:pt x="4583" y="3679"/>
                      <a:pt x="4583" y="3817"/>
                      <a:pt x="4583" y="3958"/>
                    </a:cubicBezTo>
                    <a:cubicBezTo>
                      <a:pt x="4612" y="3947"/>
                      <a:pt x="4640" y="3935"/>
                      <a:pt x="4669" y="3923"/>
                    </a:cubicBezTo>
                    <a:cubicBezTo>
                      <a:pt x="4897" y="3831"/>
                      <a:pt x="5125" y="3739"/>
                      <a:pt x="5355" y="3650"/>
                    </a:cubicBezTo>
                    <a:cubicBezTo>
                      <a:pt x="5508" y="3590"/>
                      <a:pt x="5657" y="3528"/>
                      <a:pt x="5804" y="3453"/>
                    </a:cubicBezTo>
                    <a:cubicBezTo>
                      <a:pt x="6019" y="3348"/>
                      <a:pt x="6203" y="3310"/>
                      <a:pt x="6436" y="3377"/>
                    </a:cubicBezTo>
                    <a:cubicBezTo>
                      <a:pt x="6799" y="3516"/>
                      <a:pt x="7073" y="3725"/>
                      <a:pt x="7331" y="4010"/>
                    </a:cubicBezTo>
                    <a:cubicBezTo>
                      <a:pt x="7353" y="4034"/>
                      <a:pt x="7374" y="4057"/>
                      <a:pt x="7396" y="4081"/>
                    </a:cubicBezTo>
                    <a:cubicBezTo>
                      <a:pt x="7439" y="4129"/>
                      <a:pt x="7482" y="4177"/>
                      <a:pt x="7526" y="4225"/>
                    </a:cubicBezTo>
                    <a:cubicBezTo>
                      <a:pt x="7547" y="4249"/>
                      <a:pt x="7569" y="4272"/>
                      <a:pt x="7591" y="4297"/>
                    </a:cubicBezTo>
                    <a:cubicBezTo>
                      <a:pt x="7613" y="4321"/>
                      <a:pt x="7634" y="4344"/>
                      <a:pt x="7656" y="4369"/>
                    </a:cubicBezTo>
                    <a:cubicBezTo>
                      <a:pt x="7929" y="4664"/>
                      <a:pt x="8138" y="4852"/>
                      <a:pt x="8559" y="4874"/>
                    </a:cubicBezTo>
                    <a:cubicBezTo>
                      <a:pt x="8970" y="4861"/>
                      <a:pt x="8970" y="4861"/>
                      <a:pt x="9167" y="4792"/>
                    </a:cubicBezTo>
                    <a:cubicBezTo>
                      <a:pt x="9200" y="4756"/>
                      <a:pt x="9233" y="4720"/>
                      <a:pt x="9267" y="4683"/>
                    </a:cubicBezTo>
                    <a:cubicBezTo>
                      <a:pt x="9449" y="4515"/>
                      <a:pt x="9671" y="4562"/>
                      <a:pt x="9909" y="4570"/>
                    </a:cubicBezTo>
                    <a:cubicBezTo>
                      <a:pt x="9957" y="4571"/>
                      <a:pt x="10006" y="4572"/>
                      <a:pt x="10056" y="4573"/>
                    </a:cubicBezTo>
                    <a:cubicBezTo>
                      <a:pt x="10177" y="4576"/>
                      <a:pt x="10297" y="4579"/>
                      <a:pt x="10417" y="4583"/>
                    </a:cubicBezTo>
                    <a:cubicBezTo>
                      <a:pt x="10417" y="4721"/>
                      <a:pt x="10417" y="4858"/>
                      <a:pt x="10417" y="5000"/>
                    </a:cubicBezTo>
                    <a:cubicBezTo>
                      <a:pt x="10607" y="5013"/>
                      <a:pt x="10798" y="5021"/>
                      <a:pt x="10990" y="5026"/>
                    </a:cubicBezTo>
                    <a:cubicBezTo>
                      <a:pt x="11018" y="5027"/>
                      <a:pt x="11047" y="5028"/>
                      <a:pt x="11076" y="5029"/>
                    </a:cubicBezTo>
                    <a:cubicBezTo>
                      <a:pt x="11481" y="5036"/>
                      <a:pt x="11751" y="4994"/>
                      <a:pt x="12096" y="4766"/>
                    </a:cubicBezTo>
                    <a:cubicBezTo>
                      <a:pt x="12414" y="4564"/>
                      <a:pt x="12414" y="4564"/>
                      <a:pt x="12609" y="4608"/>
                    </a:cubicBezTo>
                    <a:cubicBezTo>
                      <a:pt x="12732" y="4659"/>
                      <a:pt x="12850" y="4717"/>
                      <a:pt x="12969" y="4779"/>
                    </a:cubicBezTo>
                    <a:cubicBezTo>
                      <a:pt x="13465" y="5032"/>
                      <a:pt x="13860" y="5018"/>
                      <a:pt x="14401" y="4948"/>
                    </a:cubicBezTo>
                    <a:cubicBezTo>
                      <a:pt x="14436" y="4944"/>
                      <a:pt x="14472" y="4940"/>
                      <a:pt x="14508" y="4936"/>
                    </a:cubicBezTo>
                    <a:cubicBezTo>
                      <a:pt x="14907" y="4889"/>
                      <a:pt x="15208" y="4817"/>
                      <a:pt x="15530" y="4571"/>
                    </a:cubicBezTo>
                    <a:cubicBezTo>
                      <a:pt x="15806" y="4361"/>
                      <a:pt x="15985" y="4348"/>
                      <a:pt x="16322" y="4391"/>
                    </a:cubicBezTo>
                    <a:cubicBezTo>
                      <a:pt x="16351" y="4395"/>
                      <a:pt x="16379" y="4399"/>
                      <a:pt x="16408" y="4403"/>
                    </a:cubicBezTo>
                    <a:cubicBezTo>
                      <a:pt x="17099" y="4487"/>
                      <a:pt x="17569" y="4284"/>
                      <a:pt x="18138" y="3906"/>
                    </a:cubicBezTo>
                    <a:cubicBezTo>
                      <a:pt x="18173" y="3883"/>
                      <a:pt x="18208" y="3860"/>
                      <a:pt x="18244" y="3836"/>
                    </a:cubicBezTo>
                    <a:cubicBezTo>
                      <a:pt x="18579" y="3612"/>
                      <a:pt x="18904" y="3374"/>
                      <a:pt x="19227" y="3134"/>
                    </a:cubicBezTo>
                    <a:cubicBezTo>
                      <a:pt x="19362" y="3034"/>
                      <a:pt x="19499" y="2936"/>
                      <a:pt x="19635" y="2839"/>
                    </a:cubicBezTo>
                    <a:cubicBezTo>
                      <a:pt x="19661" y="2820"/>
                      <a:pt x="19686" y="2802"/>
                      <a:pt x="19712" y="2784"/>
                    </a:cubicBezTo>
                    <a:cubicBezTo>
                      <a:pt x="19954" y="2614"/>
                      <a:pt x="20162" y="2472"/>
                      <a:pt x="20470" y="2495"/>
                    </a:cubicBezTo>
                    <a:cubicBezTo>
                      <a:pt x="20676" y="2535"/>
                      <a:pt x="20860" y="2605"/>
                      <a:pt x="21042" y="2708"/>
                    </a:cubicBezTo>
                    <a:cubicBezTo>
                      <a:pt x="21118" y="3011"/>
                      <a:pt x="21161" y="3326"/>
                      <a:pt x="21003" y="3612"/>
                    </a:cubicBezTo>
                    <a:cubicBezTo>
                      <a:pt x="20748" y="4002"/>
                      <a:pt x="20319" y="4514"/>
                      <a:pt x="19848" y="4629"/>
                    </a:cubicBezTo>
                    <a:cubicBezTo>
                      <a:pt x="19544" y="4670"/>
                      <a:pt x="19259" y="4641"/>
                      <a:pt x="18958" y="4583"/>
                    </a:cubicBezTo>
                    <a:cubicBezTo>
                      <a:pt x="18958" y="4790"/>
                      <a:pt x="18958" y="4996"/>
                      <a:pt x="18958" y="5208"/>
                    </a:cubicBezTo>
                    <a:cubicBezTo>
                      <a:pt x="18901" y="5201"/>
                      <a:pt x="18843" y="5194"/>
                      <a:pt x="18783" y="5186"/>
                    </a:cubicBezTo>
                    <a:cubicBezTo>
                      <a:pt x="18314" y="5145"/>
                      <a:pt x="18314" y="5145"/>
                      <a:pt x="18125" y="5208"/>
                    </a:cubicBezTo>
                    <a:cubicBezTo>
                      <a:pt x="18053" y="5304"/>
                      <a:pt x="18038" y="5404"/>
                      <a:pt x="18021" y="5521"/>
                    </a:cubicBezTo>
                    <a:cubicBezTo>
                      <a:pt x="17988" y="5739"/>
                      <a:pt x="17988" y="5739"/>
                      <a:pt x="17917" y="5833"/>
                    </a:cubicBezTo>
                    <a:cubicBezTo>
                      <a:pt x="17655" y="5921"/>
                      <a:pt x="17352" y="5867"/>
                      <a:pt x="17083" y="5833"/>
                    </a:cubicBezTo>
                    <a:cubicBezTo>
                      <a:pt x="17083" y="5627"/>
                      <a:pt x="17083" y="5421"/>
                      <a:pt x="17083" y="5208"/>
                    </a:cubicBezTo>
                    <a:cubicBezTo>
                      <a:pt x="16836" y="5232"/>
                      <a:pt x="16588" y="5259"/>
                      <a:pt x="16341" y="5286"/>
                    </a:cubicBezTo>
                    <a:cubicBezTo>
                      <a:pt x="16322" y="5289"/>
                      <a:pt x="16322" y="5289"/>
                      <a:pt x="16226" y="5299"/>
                    </a:cubicBezTo>
                    <a:cubicBezTo>
                      <a:pt x="15836" y="5344"/>
                      <a:pt x="15454" y="5389"/>
                      <a:pt x="15084" y="5523"/>
                    </a:cubicBezTo>
                    <a:cubicBezTo>
                      <a:pt x="15058" y="5533"/>
                      <a:pt x="15032" y="5542"/>
                      <a:pt x="15005" y="5552"/>
                    </a:cubicBezTo>
                    <a:cubicBezTo>
                      <a:pt x="14992" y="5556"/>
                      <a:pt x="14992" y="5556"/>
                      <a:pt x="14926" y="5581"/>
                    </a:cubicBezTo>
                    <a:cubicBezTo>
                      <a:pt x="13217" y="6200"/>
                      <a:pt x="11092" y="5873"/>
                      <a:pt x="9330" y="5664"/>
                    </a:cubicBezTo>
                    <a:cubicBezTo>
                      <a:pt x="9219" y="5651"/>
                      <a:pt x="9109" y="5639"/>
                      <a:pt x="8998" y="5626"/>
                    </a:cubicBezTo>
                    <a:cubicBezTo>
                      <a:pt x="8823" y="5607"/>
                      <a:pt x="8648" y="5585"/>
                      <a:pt x="8474" y="5561"/>
                    </a:cubicBezTo>
                    <a:cubicBezTo>
                      <a:pt x="8409" y="5553"/>
                      <a:pt x="8345" y="5545"/>
                      <a:pt x="8281" y="5538"/>
                    </a:cubicBezTo>
                    <a:cubicBezTo>
                      <a:pt x="7878" y="5492"/>
                      <a:pt x="7667" y="5406"/>
                      <a:pt x="7392" y="5091"/>
                    </a:cubicBezTo>
                    <a:cubicBezTo>
                      <a:pt x="7244" y="4956"/>
                      <a:pt x="7122" y="4953"/>
                      <a:pt x="6927" y="4953"/>
                    </a:cubicBezTo>
                    <a:cubicBezTo>
                      <a:pt x="6883" y="4955"/>
                      <a:pt x="6840" y="4957"/>
                      <a:pt x="6795" y="4959"/>
                    </a:cubicBezTo>
                    <a:cubicBezTo>
                      <a:pt x="6773" y="4960"/>
                      <a:pt x="6773" y="4960"/>
                      <a:pt x="6657" y="4961"/>
                    </a:cubicBezTo>
                    <a:cubicBezTo>
                      <a:pt x="6513" y="4963"/>
                      <a:pt x="6368" y="4969"/>
                      <a:pt x="6224" y="4974"/>
                    </a:cubicBezTo>
                    <a:cubicBezTo>
                      <a:pt x="6125" y="4976"/>
                      <a:pt x="6027" y="4978"/>
                      <a:pt x="5929" y="4980"/>
                    </a:cubicBezTo>
                    <a:cubicBezTo>
                      <a:pt x="5688" y="4984"/>
                      <a:pt x="5448" y="4991"/>
                      <a:pt x="5208" y="5000"/>
                    </a:cubicBezTo>
                    <a:cubicBezTo>
                      <a:pt x="5208" y="4862"/>
                      <a:pt x="5208" y="4725"/>
                      <a:pt x="5208" y="4583"/>
                    </a:cubicBezTo>
                    <a:cubicBezTo>
                      <a:pt x="5170" y="4599"/>
                      <a:pt x="5131" y="4616"/>
                      <a:pt x="5092" y="4632"/>
                    </a:cubicBezTo>
                    <a:cubicBezTo>
                      <a:pt x="4601" y="4823"/>
                      <a:pt x="4058" y="4947"/>
                      <a:pt x="3542" y="4792"/>
                    </a:cubicBezTo>
                    <a:cubicBezTo>
                      <a:pt x="3095" y="4591"/>
                      <a:pt x="2713" y="4247"/>
                      <a:pt x="2344" y="3932"/>
                    </a:cubicBezTo>
                    <a:cubicBezTo>
                      <a:pt x="2319" y="3912"/>
                      <a:pt x="2295" y="3891"/>
                      <a:pt x="2270" y="3870"/>
                    </a:cubicBezTo>
                    <a:cubicBezTo>
                      <a:pt x="1727" y="3412"/>
                      <a:pt x="1229" y="2921"/>
                      <a:pt x="781" y="2369"/>
                    </a:cubicBezTo>
                    <a:cubicBezTo>
                      <a:pt x="764" y="2348"/>
                      <a:pt x="747" y="2327"/>
                      <a:pt x="730" y="2306"/>
                    </a:cubicBezTo>
                    <a:cubicBezTo>
                      <a:pt x="369" y="1862"/>
                      <a:pt x="175" y="1375"/>
                      <a:pt x="0" y="833"/>
                    </a:cubicBezTo>
                    <a:cubicBezTo>
                      <a:pt x="206" y="833"/>
                      <a:pt x="413" y="833"/>
                      <a:pt x="625" y="833"/>
                    </a:cubicBezTo>
                    <a:cubicBezTo>
                      <a:pt x="625" y="558"/>
                      <a:pt x="625" y="283"/>
                      <a:pt x="625" y="0"/>
                    </a:cubicBezTo>
                    <a:close/>
                  </a:path>
                </a:pathLst>
              </a:custGeom>
              <a:solidFill>
                <a:srgbClr val="5DAFEB"/>
              </a:solidFill>
              <a:ln w="2646" cap="flat">
                <a:noFill/>
              </a:ln>
            </p:spPr>
          </p:sp>
          <p:sp>
            <p:nvSpPr>
              <p:cNvPr id="2877" name="ICON_C_TOPOGRAPHY_path_021"/>
              <p:cNvSpPr/>
              <p:nvPr/>
            </p:nvSpPr>
            <p:spPr>
              <a:xfrm>
                <a:off x="11354197" y="7405097"/>
                <a:ext cx="266303" cy="101579"/>
              </a:xfrm>
              <a:custGeom>
                <a:avLst/>
                <a:gdLst/>
                <a:ahLst/>
                <a:cxnLst/>
                <a:rect l="0" t="0" r="r" b="b"/>
                <a:pathLst>
                  <a:path w="20969" h="7998" fill="norm" stroke="0">
                    <a:moveTo>
                      <a:pt x="14380" y="99"/>
                    </a:moveTo>
                    <a:cubicBezTo>
                      <a:pt x="14426" y="107"/>
                      <a:pt x="14471" y="116"/>
                      <a:pt x="14519" y="126"/>
                    </a:cubicBezTo>
                    <a:cubicBezTo>
                      <a:pt x="14868" y="208"/>
                      <a:pt x="15080" y="357"/>
                      <a:pt x="15344" y="593"/>
                    </a:cubicBezTo>
                    <a:cubicBezTo>
                      <a:pt x="15662" y="870"/>
                      <a:pt x="15662" y="870"/>
                      <a:pt x="15881" y="891"/>
                    </a:cubicBezTo>
                    <a:cubicBezTo>
                      <a:pt x="16152" y="870"/>
                      <a:pt x="16409" y="793"/>
                      <a:pt x="16668" y="713"/>
                    </a:cubicBezTo>
                    <a:cubicBezTo>
                      <a:pt x="17944" y="321"/>
                      <a:pt x="17944" y="321"/>
                      <a:pt x="18516" y="536"/>
                    </a:cubicBezTo>
                    <a:cubicBezTo>
                      <a:pt x="18660" y="624"/>
                      <a:pt x="18704" y="714"/>
                      <a:pt x="18744" y="877"/>
                    </a:cubicBezTo>
                    <a:cubicBezTo>
                      <a:pt x="18783" y="1074"/>
                      <a:pt x="18807" y="1269"/>
                      <a:pt x="18817" y="1469"/>
                    </a:cubicBezTo>
                    <a:cubicBezTo>
                      <a:pt x="18827" y="1627"/>
                      <a:pt x="18838" y="1769"/>
                      <a:pt x="18885" y="1921"/>
                    </a:cubicBezTo>
                    <a:cubicBezTo>
                      <a:pt x="18991" y="1998"/>
                      <a:pt x="19089" y="2035"/>
                      <a:pt x="19212" y="2078"/>
                    </a:cubicBezTo>
                    <a:cubicBezTo>
                      <a:pt x="19242" y="2095"/>
                      <a:pt x="19271" y="2112"/>
                      <a:pt x="19302" y="2130"/>
                    </a:cubicBezTo>
                    <a:cubicBezTo>
                      <a:pt x="19340" y="2274"/>
                      <a:pt x="19327" y="2401"/>
                      <a:pt x="19302" y="2546"/>
                    </a:cubicBezTo>
                    <a:cubicBezTo>
                      <a:pt x="19338" y="2551"/>
                      <a:pt x="19374" y="2555"/>
                      <a:pt x="19410" y="2559"/>
                    </a:cubicBezTo>
                    <a:cubicBezTo>
                      <a:pt x="19545" y="2575"/>
                      <a:pt x="19679" y="2594"/>
                      <a:pt x="19813" y="2612"/>
                    </a:cubicBezTo>
                    <a:cubicBezTo>
                      <a:pt x="19871" y="2620"/>
                      <a:pt x="19929" y="2628"/>
                      <a:pt x="19987" y="2634"/>
                    </a:cubicBezTo>
                    <a:cubicBezTo>
                      <a:pt x="20397" y="2682"/>
                      <a:pt x="20625" y="2770"/>
                      <a:pt x="20900" y="3085"/>
                    </a:cubicBezTo>
                    <a:cubicBezTo>
                      <a:pt x="20923" y="3114"/>
                      <a:pt x="20946" y="3142"/>
                      <a:pt x="20969" y="3171"/>
                    </a:cubicBezTo>
                    <a:cubicBezTo>
                      <a:pt x="19799" y="3209"/>
                      <a:pt x="19109" y="2917"/>
                      <a:pt x="18253" y="2116"/>
                    </a:cubicBezTo>
                    <a:cubicBezTo>
                      <a:pt x="18042" y="1917"/>
                      <a:pt x="17837" y="1713"/>
                      <a:pt x="17635" y="1505"/>
                    </a:cubicBezTo>
                    <a:cubicBezTo>
                      <a:pt x="17624" y="1520"/>
                      <a:pt x="17624" y="1520"/>
                      <a:pt x="17569" y="1597"/>
                    </a:cubicBezTo>
                    <a:cubicBezTo>
                      <a:pt x="17320" y="1896"/>
                      <a:pt x="17320" y="1896"/>
                      <a:pt x="17144" y="1940"/>
                    </a:cubicBezTo>
                    <a:cubicBezTo>
                      <a:pt x="16936" y="1957"/>
                      <a:pt x="16733" y="1919"/>
                      <a:pt x="16529" y="1882"/>
                    </a:cubicBezTo>
                    <a:cubicBezTo>
                      <a:pt x="16496" y="1877"/>
                      <a:pt x="16464" y="1872"/>
                      <a:pt x="16431" y="1867"/>
                    </a:cubicBezTo>
                    <a:cubicBezTo>
                      <a:pt x="15960" y="1794"/>
                      <a:pt x="15616" y="1661"/>
                      <a:pt x="15226" y="1388"/>
                    </a:cubicBezTo>
                    <a:cubicBezTo>
                      <a:pt x="14712" y="1029"/>
                      <a:pt x="14196" y="944"/>
                      <a:pt x="13580" y="1049"/>
                    </a:cubicBezTo>
                    <a:cubicBezTo>
                      <a:pt x="13469" y="1088"/>
                      <a:pt x="13469" y="1088"/>
                      <a:pt x="13410" y="1149"/>
                    </a:cubicBezTo>
                    <a:cubicBezTo>
                      <a:pt x="13366" y="1257"/>
                      <a:pt x="13354" y="1359"/>
                      <a:pt x="13345" y="1475"/>
                    </a:cubicBezTo>
                    <a:cubicBezTo>
                      <a:pt x="13330" y="1573"/>
                      <a:pt x="13317" y="1631"/>
                      <a:pt x="13260" y="1713"/>
                    </a:cubicBezTo>
                    <a:cubicBezTo>
                      <a:pt x="12943" y="1862"/>
                      <a:pt x="12565" y="1887"/>
                      <a:pt x="12219" y="1921"/>
                    </a:cubicBezTo>
                    <a:cubicBezTo>
                      <a:pt x="12219" y="2059"/>
                      <a:pt x="12219" y="2196"/>
                      <a:pt x="12219" y="2338"/>
                    </a:cubicBezTo>
                    <a:cubicBezTo>
                      <a:pt x="12189" y="2339"/>
                      <a:pt x="12159" y="2341"/>
                      <a:pt x="12129" y="2342"/>
                    </a:cubicBezTo>
                    <a:cubicBezTo>
                      <a:pt x="10661" y="2405"/>
                      <a:pt x="9325" y="2515"/>
                      <a:pt x="7945" y="3055"/>
                    </a:cubicBezTo>
                    <a:cubicBezTo>
                      <a:pt x="7618" y="3182"/>
                      <a:pt x="7285" y="3277"/>
                      <a:pt x="6946" y="3368"/>
                    </a:cubicBezTo>
                    <a:cubicBezTo>
                      <a:pt x="6488" y="3491"/>
                      <a:pt x="6035" y="3627"/>
                      <a:pt x="5591" y="3796"/>
                    </a:cubicBezTo>
                    <a:cubicBezTo>
                      <a:pt x="5551" y="3811"/>
                      <a:pt x="5510" y="3826"/>
                      <a:pt x="5468" y="3841"/>
                    </a:cubicBezTo>
                    <a:cubicBezTo>
                      <a:pt x="5244" y="3931"/>
                      <a:pt x="5112" y="4024"/>
                      <a:pt x="4957" y="4210"/>
                    </a:cubicBezTo>
                    <a:cubicBezTo>
                      <a:pt x="4719" y="4466"/>
                      <a:pt x="4456" y="4515"/>
                      <a:pt x="4121" y="4569"/>
                    </a:cubicBezTo>
                    <a:cubicBezTo>
                      <a:pt x="4021" y="4585"/>
                      <a:pt x="3921" y="4603"/>
                      <a:pt x="3821" y="4621"/>
                    </a:cubicBezTo>
                    <a:cubicBezTo>
                      <a:pt x="3609" y="4661"/>
                      <a:pt x="3395" y="4697"/>
                      <a:pt x="3182" y="4734"/>
                    </a:cubicBezTo>
                    <a:cubicBezTo>
                      <a:pt x="2650" y="4826"/>
                      <a:pt x="2120" y="4924"/>
                      <a:pt x="1594" y="5046"/>
                    </a:cubicBezTo>
                    <a:cubicBezTo>
                      <a:pt x="1544" y="5058"/>
                      <a:pt x="1495" y="5069"/>
                      <a:pt x="1444" y="5080"/>
                    </a:cubicBezTo>
                    <a:cubicBezTo>
                      <a:pt x="1176" y="5148"/>
                      <a:pt x="918" y="5221"/>
                      <a:pt x="760" y="5463"/>
                    </a:cubicBezTo>
                    <a:cubicBezTo>
                      <a:pt x="641" y="5846"/>
                      <a:pt x="678" y="6256"/>
                      <a:pt x="703" y="6651"/>
                    </a:cubicBezTo>
                    <a:cubicBezTo>
                      <a:pt x="712" y="6799"/>
                      <a:pt x="716" y="6947"/>
                      <a:pt x="720" y="7095"/>
                    </a:cubicBezTo>
                    <a:cubicBezTo>
                      <a:pt x="729" y="7385"/>
                      <a:pt x="743" y="7674"/>
                      <a:pt x="760" y="7963"/>
                    </a:cubicBezTo>
                    <a:cubicBezTo>
                      <a:pt x="615" y="7989"/>
                      <a:pt x="489" y="7998"/>
                      <a:pt x="344" y="7963"/>
                    </a:cubicBezTo>
                    <a:cubicBezTo>
                      <a:pt x="125" y="7730"/>
                      <a:pt x="95" y="7392"/>
                      <a:pt x="79" y="7087"/>
                    </a:cubicBezTo>
                    <a:cubicBezTo>
                      <a:pt x="76" y="7044"/>
                      <a:pt x="73" y="7001"/>
                      <a:pt x="71" y="6957"/>
                    </a:cubicBezTo>
                    <a:cubicBezTo>
                      <a:pt x="0" y="5511"/>
                      <a:pt x="0" y="5511"/>
                      <a:pt x="401" y="5027"/>
                    </a:cubicBezTo>
                    <a:cubicBezTo>
                      <a:pt x="678" y="4726"/>
                      <a:pt x="1006" y="4425"/>
                      <a:pt x="1424" y="4373"/>
                    </a:cubicBezTo>
                    <a:cubicBezTo>
                      <a:pt x="1459" y="4372"/>
                      <a:pt x="1493" y="4371"/>
                      <a:pt x="1528" y="4370"/>
                    </a:cubicBezTo>
                    <a:cubicBezTo>
                      <a:pt x="1704" y="4349"/>
                      <a:pt x="1862" y="4314"/>
                      <a:pt x="2010" y="4213"/>
                    </a:cubicBezTo>
                    <a:cubicBezTo>
                      <a:pt x="2071" y="4097"/>
                      <a:pt x="2078" y="3984"/>
                      <a:pt x="2086" y="3854"/>
                    </a:cubicBezTo>
                    <a:cubicBezTo>
                      <a:pt x="2090" y="3819"/>
                      <a:pt x="2094" y="3784"/>
                      <a:pt x="2098" y="3747"/>
                    </a:cubicBezTo>
                    <a:cubicBezTo>
                      <a:pt x="2110" y="3633"/>
                      <a:pt x="2119" y="3520"/>
                      <a:pt x="2128" y="3406"/>
                    </a:cubicBezTo>
                    <a:cubicBezTo>
                      <a:pt x="2208" y="2362"/>
                      <a:pt x="2208" y="2362"/>
                      <a:pt x="2543" y="2060"/>
                    </a:cubicBezTo>
                    <a:cubicBezTo>
                      <a:pt x="2969" y="1771"/>
                      <a:pt x="3625" y="1890"/>
                      <a:pt x="4094" y="1921"/>
                    </a:cubicBezTo>
                    <a:cubicBezTo>
                      <a:pt x="4163" y="2334"/>
                      <a:pt x="4231" y="2746"/>
                      <a:pt x="4302" y="3171"/>
                    </a:cubicBezTo>
                    <a:cubicBezTo>
                      <a:pt x="6320" y="2599"/>
                      <a:pt x="6320" y="2599"/>
                      <a:pt x="7128" y="2234"/>
                    </a:cubicBezTo>
                    <a:cubicBezTo>
                      <a:pt x="7366" y="2129"/>
                      <a:pt x="7605" y="2024"/>
                      <a:pt x="7844" y="1921"/>
                    </a:cubicBezTo>
                    <a:cubicBezTo>
                      <a:pt x="7876" y="1907"/>
                      <a:pt x="7908" y="1894"/>
                      <a:pt x="7941" y="1879"/>
                    </a:cubicBezTo>
                    <a:cubicBezTo>
                      <a:pt x="8188" y="1773"/>
                      <a:pt x="8437" y="1675"/>
                      <a:pt x="8690" y="1583"/>
                    </a:cubicBezTo>
                    <a:cubicBezTo>
                      <a:pt x="8728" y="1569"/>
                      <a:pt x="8765" y="1556"/>
                      <a:pt x="8804" y="1542"/>
                    </a:cubicBezTo>
                    <a:cubicBezTo>
                      <a:pt x="9351" y="1349"/>
                      <a:pt x="9882" y="1270"/>
                      <a:pt x="10458" y="1240"/>
                    </a:cubicBezTo>
                    <a:cubicBezTo>
                      <a:pt x="10490" y="1239"/>
                      <a:pt x="10522" y="1237"/>
                      <a:pt x="10555" y="1235"/>
                    </a:cubicBezTo>
                    <a:cubicBezTo>
                      <a:pt x="10879" y="1217"/>
                      <a:pt x="11203" y="1205"/>
                      <a:pt x="11527" y="1204"/>
                    </a:cubicBezTo>
                    <a:cubicBezTo>
                      <a:pt x="12598" y="1199"/>
                      <a:pt x="12598" y="1199"/>
                      <a:pt x="13008" y="792"/>
                    </a:cubicBezTo>
                    <a:cubicBezTo>
                      <a:pt x="13108" y="683"/>
                      <a:pt x="13202" y="570"/>
                      <a:pt x="13295" y="453"/>
                    </a:cubicBezTo>
                    <a:cubicBezTo>
                      <a:pt x="13600" y="76"/>
                      <a:pt x="13921" y="0"/>
                      <a:pt x="14380" y="99"/>
                    </a:cubicBezTo>
                    <a:close/>
                  </a:path>
                </a:pathLst>
              </a:custGeom>
              <a:solidFill>
                <a:srgbClr val="B8F0B5"/>
              </a:solidFill>
              <a:ln w="2646" cap="flat">
                <a:noFill/>
              </a:ln>
            </p:spPr>
          </p:sp>
          <p:sp>
            <p:nvSpPr>
              <p:cNvPr id="2878" name="ICON_C_TOPOGRAPHY_path_022"/>
              <p:cNvSpPr/>
              <p:nvPr/>
            </p:nvSpPr>
            <p:spPr>
              <a:xfrm>
                <a:off x="11537299" y="7315729"/>
                <a:ext cx="107402" cy="74083"/>
              </a:xfrm>
              <a:custGeom>
                <a:avLst/>
                <a:gdLst/>
                <a:ahLst/>
                <a:cxnLst/>
                <a:rect l="0" t="0" r="r" b="b"/>
                <a:pathLst>
                  <a:path w="8457" h="5833" fill="norm" stroke="0">
                    <a:moveTo>
                      <a:pt x="1343" y="0"/>
                    </a:moveTo>
                    <a:cubicBezTo>
                      <a:pt x="1687" y="0"/>
                      <a:pt x="2030" y="0"/>
                      <a:pt x="2385" y="0"/>
                    </a:cubicBezTo>
                    <a:cubicBezTo>
                      <a:pt x="2385" y="138"/>
                      <a:pt x="2385" y="275"/>
                      <a:pt x="2385" y="417"/>
                    </a:cubicBezTo>
                    <a:cubicBezTo>
                      <a:pt x="2414" y="420"/>
                      <a:pt x="2443" y="423"/>
                      <a:pt x="2474" y="426"/>
                    </a:cubicBezTo>
                    <a:cubicBezTo>
                      <a:pt x="3304" y="522"/>
                      <a:pt x="3304" y="522"/>
                      <a:pt x="3503" y="690"/>
                    </a:cubicBezTo>
                    <a:cubicBezTo>
                      <a:pt x="3560" y="765"/>
                      <a:pt x="3605" y="840"/>
                      <a:pt x="3647" y="925"/>
                    </a:cubicBezTo>
                    <a:cubicBezTo>
                      <a:pt x="3848" y="1314"/>
                      <a:pt x="4146" y="1498"/>
                      <a:pt x="4557" y="1642"/>
                    </a:cubicBezTo>
                    <a:cubicBezTo>
                      <a:pt x="4728" y="1677"/>
                      <a:pt x="4873" y="1648"/>
                      <a:pt x="5043" y="1620"/>
                    </a:cubicBezTo>
                    <a:cubicBezTo>
                      <a:pt x="5311" y="1581"/>
                      <a:pt x="5561" y="1558"/>
                      <a:pt x="5794" y="1719"/>
                    </a:cubicBezTo>
                    <a:cubicBezTo>
                      <a:pt x="6539" y="2336"/>
                      <a:pt x="7094" y="3242"/>
                      <a:pt x="7514" y="4102"/>
                    </a:cubicBezTo>
                    <a:cubicBezTo>
                      <a:pt x="7679" y="4431"/>
                      <a:pt x="7819" y="4619"/>
                      <a:pt x="8141" y="4805"/>
                    </a:cubicBezTo>
                    <a:cubicBezTo>
                      <a:pt x="8416" y="4965"/>
                      <a:pt x="8416" y="4965"/>
                      <a:pt x="8457" y="5110"/>
                    </a:cubicBezTo>
                    <a:cubicBezTo>
                      <a:pt x="8440" y="5232"/>
                      <a:pt x="8409" y="5329"/>
                      <a:pt x="8361" y="5443"/>
                    </a:cubicBezTo>
                    <a:cubicBezTo>
                      <a:pt x="8348" y="5481"/>
                      <a:pt x="8336" y="5519"/>
                      <a:pt x="8322" y="5558"/>
                    </a:cubicBezTo>
                    <a:cubicBezTo>
                      <a:pt x="8290" y="5651"/>
                      <a:pt x="8256" y="5742"/>
                      <a:pt x="8218" y="5833"/>
                    </a:cubicBezTo>
                    <a:cubicBezTo>
                      <a:pt x="7380" y="5104"/>
                      <a:pt x="7380" y="5104"/>
                      <a:pt x="7329" y="4805"/>
                    </a:cubicBezTo>
                    <a:cubicBezTo>
                      <a:pt x="7324" y="4657"/>
                      <a:pt x="7345" y="4518"/>
                      <a:pt x="7385" y="4375"/>
                    </a:cubicBezTo>
                    <a:cubicBezTo>
                      <a:pt x="7247" y="4375"/>
                      <a:pt x="7110" y="4375"/>
                      <a:pt x="6968" y="4375"/>
                    </a:cubicBezTo>
                    <a:cubicBezTo>
                      <a:pt x="6899" y="4650"/>
                      <a:pt x="6830" y="4925"/>
                      <a:pt x="6760" y="5208"/>
                    </a:cubicBezTo>
                    <a:cubicBezTo>
                      <a:pt x="6648" y="5170"/>
                      <a:pt x="6536" y="5131"/>
                      <a:pt x="6421" y="5091"/>
                    </a:cubicBezTo>
                    <a:cubicBezTo>
                      <a:pt x="6134" y="5001"/>
                      <a:pt x="5910" y="4989"/>
                      <a:pt x="5622" y="5076"/>
                    </a:cubicBezTo>
                    <a:cubicBezTo>
                      <a:pt x="4949" y="5276"/>
                      <a:pt x="4949" y="5276"/>
                      <a:pt x="4676" y="5208"/>
                    </a:cubicBezTo>
                    <a:cubicBezTo>
                      <a:pt x="4458" y="5034"/>
                      <a:pt x="4340" y="4748"/>
                      <a:pt x="4212" y="4506"/>
                    </a:cubicBezTo>
                    <a:cubicBezTo>
                      <a:pt x="3927" y="3976"/>
                      <a:pt x="3927" y="3976"/>
                      <a:pt x="3693" y="3888"/>
                    </a:cubicBezTo>
                    <a:cubicBezTo>
                      <a:pt x="3337" y="3795"/>
                      <a:pt x="2933" y="3825"/>
                      <a:pt x="2593" y="3958"/>
                    </a:cubicBezTo>
                    <a:cubicBezTo>
                      <a:pt x="2421" y="4087"/>
                      <a:pt x="2340" y="4251"/>
                      <a:pt x="2252" y="4442"/>
                    </a:cubicBezTo>
                    <a:cubicBezTo>
                      <a:pt x="2198" y="4557"/>
                      <a:pt x="2183" y="4579"/>
                      <a:pt x="2068" y="4647"/>
                    </a:cubicBezTo>
                    <a:cubicBezTo>
                      <a:pt x="1930" y="4665"/>
                      <a:pt x="1875" y="4664"/>
                      <a:pt x="1760" y="4583"/>
                    </a:cubicBezTo>
                    <a:cubicBezTo>
                      <a:pt x="1705" y="4450"/>
                      <a:pt x="1668" y="4322"/>
                      <a:pt x="1634" y="4182"/>
                    </a:cubicBezTo>
                    <a:cubicBezTo>
                      <a:pt x="1611" y="4097"/>
                      <a:pt x="1611" y="4097"/>
                      <a:pt x="1551" y="3958"/>
                    </a:cubicBezTo>
                    <a:cubicBezTo>
                      <a:pt x="1404" y="3900"/>
                      <a:pt x="1286" y="3919"/>
                      <a:pt x="1135" y="3958"/>
                    </a:cubicBezTo>
                    <a:cubicBezTo>
                      <a:pt x="1147" y="3918"/>
                      <a:pt x="1159" y="3878"/>
                      <a:pt x="1171" y="3836"/>
                    </a:cubicBezTo>
                    <a:cubicBezTo>
                      <a:pt x="1208" y="3657"/>
                      <a:pt x="1236" y="3494"/>
                      <a:pt x="1135" y="3333"/>
                    </a:cubicBezTo>
                    <a:cubicBezTo>
                      <a:pt x="971" y="3236"/>
                      <a:pt x="795" y="3183"/>
                      <a:pt x="614" y="3125"/>
                    </a:cubicBezTo>
                    <a:cubicBezTo>
                      <a:pt x="127" y="2970"/>
                      <a:pt x="127" y="2970"/>
                      <a:pt x="44" y="2838"/>
                    </a:cubicBezTo>
                    <a:cubicBezTo>
                      <a:pt x="0" y="2649"/>
                      <a:pt x="38" y="2475"/>
                      <a:pt x="93" y="2292"/>
                    </a:cubicBezTo>
                    <a:cubicBezTo>
                      <a:pt x="120" y="2325"/>
                      <a:pt x="148" y="2358"/>
                      <a:pt x="176" y="2392"/>
                    </a:cubicBezTo>
                    <a:cubicBezTo>
                      <a:pt x="314" y="2529"/>
                      <a:pt x="452" y="2545"/>
                      <a:pt x="641" y="2566"/>
                    </a:cubicBezTo>
                    <a:cubicBezTo>
                      <a:pt x="673" y="2570"/>
                      <a:pt x="705" y="2575"/>
                      <a:pt x="738" y="2579"/>
                    </a:cubicBezTo>
                    <a:cubicBezTo>
                      <a:pt x="840" y="2592"/>
                      <a:pt x="941" y="2605"/>
                      <a:pt x="1043" y="2617"/>
                    </a:cubicBezTo>
                    <a:cubicBezTo>
                      <a:pt x="1113" y="2626"/>
                      <a:pt x="1182" y="2635"/>
                      <a:pt x="1251" y="2644"/>
                    </a:cubicBezTo>
                    <a:cubicBezTo>
                      <a:pt x="1421" y="2667"/>
                      <a:pt x="1590" y="2688"/>
                      <a:pt x="1760" y="2708"/>
                    </a:cubicBezTo>
                    <a:cubicBezTo>
                      <a:pt x="1754" y="2687"/>
                      <a:pt x="1749" y="2665"/>
                      <a:pt x="1744" y="2643"/>
                    </a:cubicBezTo>
                    <a:cubicBezTo>
                      <a:pt x="1689" y="2413"/>
                      <a:pt x="1635" y="2183"/>
                      <a:pt x="1582" y="1953"/>
                    </a:cubicBezTo>
                    <a:cubicBezTo>
                      <a:pt x="1562" y="1868"/>
                      <a:pt x="1541" y="1783"/>
                      <a:pt x="1521" y="1697"/>
                    </a:cubicBezTo>
                    <a:cubicBezTo>
                      <a:pt x="1381" y="1116"/>
                      <a:pt x="1321" y="598"/>
                      <a:pt x="1343" y="0"/>
                    </a:cubicBezTo>
                    <a:close/>
                  </a:path>
                </a:pathLst>
              </a:custGeom>
              <a:solidFill>
                <a:srgbClr val="5DBBEB"/>
              </a:solidFill>
              <a:ln w="2646" cap="flat">
                <a:noFill/>
              </a:ln>
            </p:spPr>
          </p:sp>
          <p:sp>
            <p:nvSpPr>
              <p:cNvPr id="2879" name="ICON_C_TOPOGRAPHY_path_023"/>
              <p:cNvSpPr/>
              <p:nvPr/>
            </p:nvSpPr>
            <p:spPr>
              <a:xfrm>
                <a:off x="11467042" y="7481797"/>
                <a:ext cx="85267" cy="60370"/>
              </a:xfrm>
              <a:custGeom>
                <a:avLst/>
                <a:gdLst/>
                <a:ahLst/>
                <a:cxnLst/>
                <a:rect l="0" t="0" r="r" b="b"/>
                <a:pathLst>
                  <a:path w="6714" h="4754" fill="norm" stroke="0">
                    <a:moveTo>
                      <a:pt x="5529" y="19"/>
                    </a:moveTo>
                    <a:cubicBezTo>
                      <a:pt x="5651" y="1"/>
                      <a:pt x="5719" y="0"/>
                      <a:pt x="5833" y="49"/>
                    </a:cubicBezTo>
                    <a:cubicBezTo>
                      <a:pt x="5949" y="208"/>
                      <a:pt x="6007" y="385"/>
                      <a:pt x="6068" y="570"/>
                    </a:cubicBezTo>
                    <a:cubicBezTo>
                      <a:pt x="6086" y="620"/>
                      <a:pt x="6104" y="670"/>
                      <a:pt x="6122" y="720"/>
                    </a:cubicBezTo>
                    <a:cubicBezTo>
                      <a:pt x="6166" y="843"/>
                      <a:pt x="6208" y="967"/>
                      <a:pt x="6250" y="1090"/>
                    </a:cubicBezTo>
                    <a:cubicBezTo>
                      <a:pt x="6387" y="953"/>
                      <a:pt x="6525" y="815"/>
                      <a:pt x="6667" y="674"/>
                    </a:cubicBezTo>
                    <a:cubicBezTo>
                      <a:pt x="6695" y="1044"/>
                      <a:pt x="6714" y="1414"/>
                      <a:pt x="6707" y="1785"/>
                    </a:cubicBezTo>
                    <a:cubicBezTo>
                      <a:pt x="6708" y="1817"/>
                      <a:pt x="6708" y="1849"/>
                      <a:pt x="6709" y="1881"/>
                    </a:cubicBezTo>
                    <a:cubicBezTo>
                      <a:pt x="6704" y="2015"/>
                      <a:pt x="6699" y="2099"/>
                      <a:pt x="6604" y="2197"/>
                    </a:cubicBezTo>
                    <a:cubicBezTo>
                      <a:pt x="6472" y="2292"/>
                      <a:pt x="6338" y="2353"/>
                      <a:pt x="6187" y="2412"/>
                    </a:cubicBezTo>
                    <a:cubicBezTo>
                      <a:pt x="6105" y="2464"/>
                      <a:pt x="6105" y="2464"/>
                      <a:pt x="6042" y="2549"/>
                    </a:cubicBezTo>
                    <a:cubicBezTo>
                      <a:pt x="6026" y="2664"/>
                      <a:pt x="6020" y="2766"/>
                      <a:pt x="6020" y="2881"/>
                    </a:cubicBezTo>
                    <a:cubicBezTo>
                      <a:pt x="6015" y="3768"/>
                      <a:pt x="6015" y="3768"/>
                      <a:pt x="5833" y="4007"/>
                    </a:cubicBezTo>
                    <a:cubicBezTo>
                      <a:pt x="5220" y="4453"/>
                      <a:pt x="4117" y="4458"/>
                      <a:pt x="3390" y="4411"/>
                    </a:cubicBezTo>
                    <a:cubicBezTo>
                      <a:pt x="3297" y="4408"/>
                      <a:pt x="3216" y="4406"/>
                      <a:pt x="3125" y="4424"/>
                    </a:cubicBezTo>
                    <a:cubicBezTo>
                      <a:pt x="3053" y="4491"/>
                      <a:pt x="2984" y="4560"/>
                      <a:pt x="2917" y="4632"/>
                    </a:cubicBezTo>
                    <a:cubicBezTo>
                      <a:pt x="2808" y="4663"/>
                      <a:pt x="2724" y="4680"/>
                      <a:pt x="2614" y="4689"/>
                    </a:cubicBezTo>
                    <a:cubicBezTo>
                      <a:pt x="2585" y="4692"/>
                      <a:pt x="2555" y="4694"/>
                      <a:pt x="2525" y="4697"/>
                    </a:cubicBezTo>
                    <a:cubicBezTo>
                      <a:pt x="2032" y="4732"/>
                      <a:pt x="1547" y="4754"/>
                      <a:pt x="1145" y="4429"/>
                    </a:cubicBezTo>
                    <a:cubicBezTo>
                      <a:pt x="628" y="3977"/>
                      <a:pt x="240" y="3398"/>
                      <a:pt x="0" y="2757"/>
                    </a:cubicBezTo>
                    <a:cubicBezTo>
                      <a:pt x="29" y="2757"/>
                      <a:pt x="59" y="2758"/>
                      <a:pt x="89" y="2758"/>
                    </a:cubicBezTo>
                    <a:cubicBezTo>
                      <a:pt x="418" y="2752"/>
                      <a:pt x="761" y="2735"/>
                      <a:pt x="1042" y="2549"/>
                    </a:cubicBezTo>
                    <a:cubicBezTo>
                      <a:pt x="1154" y="2356"/>
                      <a:pt x="1202" y="2154"/>
                      <a:pt x="1250" y="1937"/>
                    </a:cubicBezTo>
                    <a:cubicBezTo>
                      <a:pt x="1379" y="1362"/>
                      <a:pt x="1379" y="1362"/>
                      <a:pt x="1569" y="1210"/>
                    </a:cubicBezTo>
                    <a:cubicBezTo>
                      <a:pt x="1748" y="1122"/>
                      <a:pt x="1929" y="1065"/>
                      <a:pt x="2121" y="1012"/>
                    </a:cubicBezTo>
                    <a:cubicBezTo>
                      <a:pt x="2515" y="899"/>
                      <a:pt x="2515" y="899"/>
                      <a:pt x="2631" y="720"/>
                    </a:cubicBezTo>
                    <a:cubicBezTo>
                      <a:pt x="2662" y="662"/>
                      <a:pt x="2693" y="603"/>
                      <a:pt x="2721" y="544"/>
                    </a:cubicBezTo>
                    <a:cubicBezTo>
                      <a:pt x="2795" y="400"/>
                      <a:pt x="2854" y="287"/>
                      <a:pt x="3004" y="216"/>
                    </a:cubicBezTo>
                    <a:cubicBezTo>
                      <a:pt x="3257" y="145"/>
                      <a:pt x="3510" y="143"/>
                      <a:pt x="3750" y="257"/>
                    </a:cubicBezTo>
                    <a:cubicBezTo>
                      <a:pt x="3915" y="408"/>
                      <a:pt x="4030" y="590"/>
                      <a:pt x="4150" y="777"/>
                    </a:cubicBezTo>
                    <a:cubicBezTo>
                      <a:pt x="4335" y="1062"/>
                      <a:pt x="4480" y="1186"/>
                      <a:pt x="4810" y="1267"/>
                    </a:cubicBezTo>
                    <a:cubicBezTo>
                      <a:pt x="4873" y="1280"/>
                      <a:pt x="4936" y="1290"/>
                      <a:pt x="5000" y="1299"/>
                    </a:cubicBezTo>
                    <a:cubicBezTo>
                      <a:pt x="4998" y="1268"/>
                      <a:pt x="4996" y="1238"/>
                      <a:pt x="4993" y="1206"/>
                    </a:cubicBezTo>
                    <a:cubicBezTo>
                      <a:pt x="4985" y="1068"/>
                      <a:pt x="4979" y="930"/>
                      <a:pt x="4974" y="791"/>
                    </a:cubicBezTo>
                    <a:cubicBezTo>
                      <a:pt x="4972" y="767"/>
                      <a:pt x="4972" y="767"/>
                      <a:pt x="4963" y="646"/>
                    </a:cubicBezTo>
                    <a:cubicBezTo>
                      <a:pt x="4959" y="506"/>
                      <a:pt x="4961" y="392"/>
                      <a:pt x="5000" y="257"/>
                    </a:cubicBezTo>
                    <a:cubicBezTo>
                      <a:pt x="5151" y="106"/>
                      <a:pt x="5328" y="73"/>
                      <a:pt x="5529" y="19"/>
                    </a:cubicBezTo>
                    <a:close/>
                  </a:path>
                </a:pathLst>
              </a:custGeom>
              <a:solidFill>
                <a:srgbClr val="F9A470"/>
              </a:solidFill>
              <a:ln w="2646" cap="flat">
                <a:noFill/>
              </a:ln>
            </p:spPr>
          </p:sp>
          <p:sp>
            <p:nvSpPr>
              <p:cNvPr id="2880" name="ICON_C_TOPOGRAPHY_path_024"/>
              <p:cNvSpPr/>
              <p:nvPr/>
            </p:nvSpPr>
            <p:spPr>
              <a:xfrm>
                <a:off x="11358197" y="7505711"/>
                <a:ext cx="204094" cy="93472"/>
              </a:xfrm>
              <a:custGeom>
                <a:avLst/>
                <a:gdLst/>
                <a:ahLst/>
                <a:cxnLst/>
                <a:rect l="0" t="0" r="r" b="b"/>
                <a:pathLst>
                  <a:path w="16070" h="7360" fill="norm" stroke="0">
                    <a:moveTo>
                      <a:pt x="29" y="41"/>
                    </a:moveTo>
                    <a:cubicBezTo>
                      <a:pt x="177" y="8"/>
                      <a:pt x="298" y="0"/>
                      <a:pt x="445" y="41"/>
                    </a:cubicBezTo>
                    <a:cubicBezTo>
                      <a:pt x="583" y="188"/>
                      <a:pt x="660" y="364"/>
                      <a:pt x="745" y="544"/>
                    </a:cubicBezTo>
                    <a:cubicBezTo>
                      <a:pt x="771" y="597"/>
                      <a:pt x="798" y="650"/>
                      <a:pt x="824" y="703"/>
                    </a:cubicBezTo>
                    <a:cubicBezTo>
                      <a:pt x="880" y="815"/>
                      <a:pt x="934" y="927"/>
                      <a:pt x="988" y="1040"/>
                    </a:cubicBezTo>
                    <a:cubicBezTo>
                      <a:pt x="1055" y="1181"/>
                      <a:pt x="1124" y="1321"/>
                      <a:pt x="1194" y="1460"/>
                    </a:cubicBezTo>
                    <a:cubicBezTo>
                      <a:pt x="1427" y="1928"/>
                      <a:pt x="1656" y="2394"/>
                      <a:pt x="1812" y="2894"/>
                    </a:cubicBezTo>
                    <a:cubicBezTo>
                      <a:pt x="1822" y="2922"/>
                      <a:pt x="1831" y="2951"/>
                      <a:pt x="1840" y="2980"/>
                    </a:cubicBezTo>
                    <a:cubicBezTo>
                      <a:pt x="1882" y="3117"/>
                      <a:pt x="1922" y="3253"/>
                      <a:pt x="1959" y="3391"/>
                    </a:cubicBezTo>
                    <a:cubicBezTo>
                      <a:pt x="2034" y="3646"/>
                      <a:pt x="2090" y="3804"/>
                      <a:pt x="2319" y="3951"/>
                    </a:cubicBezTo>
                    <a:cubicBezTo>
                      <a:pt x="2491" y="4042"/>
                      <a:pt x="2671" y="4104"/>
                      <a:pt x="2854" y="4168"/>
                    </a:cubicBezTo>
                    <a:cubicBezTo>
                      <a:pt x="2995" y="4229"/>
                      <a:pt x="3058" y="4310"/>
                      <a:pt x="3154" y="4429"/>
                    </a:cubicBezTo>
                    <a:cubicBezTo>
                      <a:pt x="3321" y="4613"/>
                      <a:pt x="3465" y="4677"/>
                      <a:pt x="3700" y="4734"/>
                    </a:cubicBezTo>
                    <a:cubicBezTo>
                      <a:pt x="3735" y="4743"/>
                      <a:pt x="3771" y="4751"/>
                      <a:pt x="3807" y="4760"/>
                    </a:cubicBezTo>
                    <a:cubicBezTo>
                      <a:pt x="4446" y="4902"/>
                      <a:pt x="5114" y="4906"/>
                      <a:pt x="5766" y="4942"/>
                    </a:cubicBezTo>
                    <a:cubicBezTo>
                      <a:pt x="5960" y="4953"/>
                      <a:pt x="6155" y="4964"/>
                      <a:pt x="6350" y="4977"/>
                    </a:cubicBezTo>
                    <a:cubicBezTo>
                      <a:pt x="6439" y="4982"/>
                      <a:pt x="6529" y="4986"/>
                      <a:pt x="6618" y="4991"/>
                    </a:cubicBezTo>
                    <a:cubicBezTo>
                      <a:pt x="6995" y="5012"/>
                      <a:pt x="7411" y="5045"/>
                      <a:pt x="7737" y="5249"/>
                    </a:cubicBezTo>
                    <a:cubicBezTo>
                      <a:pt x="7762" y="5365"/>
                      <a:pt x="7746" y="5452"/>
                      <a:pt x="7728" y="5569"/>
                    </a:cubicBezTo>
                    <a:cubicBezTo>
                      <a:pt x="7730" y="5585"/>
                      <a:pt x="7730" y="5585"/>
                      <a:pt x="7737" y="5666"/>
                    </a:cubicBezTo>
                    <a:cubicBezTo>
                      <a:pt x="7888" y="5772"/>
                      <a:pt x="8061" y="5803"/>
                      <a:pt x="8238" y="5843"/>
                    </a:cubicBezTo>
                    <a:cubicBezTo>
                      <a:pt x="8290" y="5856"/>
                      <a:pt x="8341" y="5870"/>
                      <a:pt x="8392" y="5884"/>
                    </a:cubicBezTo>
                    <a:cubicBezTo>
                      <a:pt x="8528" y="5919"/>
                      <a:pt x="8664" y="5952"/>
                      <a:pt x="8799" y="5984"/>
                    </a:cubicBezTo>
                    <a:cubicBezTo>
                      <a:pt x="8938" y="6018"/>
                      <a:pt x="9076" y="6054"/>
                      <a:pt x="9214" y="6089"/>
                    </a:cubicBezTo>
                    <a:cubicBezTo>
                      <a:pt x="9485" y="6159"/>
                      <a:pt x="9757" y="6225"/>
                      <a:pt x="10029" y="6291"/>
                    </a:cubicBezTo>
                    <a:cubicBezTo>
                      <a:pt x="10029" y="6153"/>
                      <a:pt x="10029" y="6016"/>
                      <a:pt x="10029" y="5874"/>
                    </a:cubicBezTo>
                    <a:cubicBezTo>
                      <a:pt x="10658" y="5832"/>
                      <a:pt x="11208" y="5801"/>
                      <a:pt x="11787" y="6082"/>
                    </a:cubicBezTo>
                    <a:cubicBezTo>
                      <a:pt x="12483" y="6410"/>
                      <a:pt x="13412" y="6456"/>
                      <a:pt x="14145" y="6194"/>
                    </a:cubicBezTo>
                    <a:cubicBezTo>
                      <a:pt x="14586" y="5995"/>
                      <a:pt x="14755" y="5653"/>
                      <a:pt x="14961" y="5241"/>
                    </a:cubicBezTo>
                    <a:cubicBezTo>
                      <a:pt x="15039" y="5089"/>
                      <a:pt x="15115" y="4952"/>
                      <a:pt x="15237" y="4832"/>
                    </a:cubicBezTo>
                    <a:cubicBezTo>
                      <a:pt x="15527" y="4760"/>
                      <a:pt x="15818" y="4906"/>
                      <a:pt x="16070" y="5041"/>
                    </a:cubicBezTo>
                    <a:cubicBezTo>
                      <a:pt x="16046" y="5040"/>
                      <a:pt x="16022" y="5038"/>
                      <a:pt x="15997" y="5037"/>
                    </a:cubicBezTo>
                    <a:cubicBezTo>
                      <a:pt x="15761" y="5033"/>
                      <a:pt x="15539" y="5054"/>
                      <a:pt x="15326" y="5161"/>
                    </a:cubicBezTo>
                    <a:cubicBezTo>
                      <a:pt x="15087" y="5398"/>
                      <a:pt x="15121" y="5864"/>
                      <a:pt x="15115" y="6181"/>
                    </a:cubicBezTo>
                    <a:cubicBezTo>
                      <a:pt x="15100" y="6575"/>
                      <a:pt x="15100" y="6575"/>
                      <a:pt x="15029" y="6707"/>
                    </a:cubicBezTo>
                    <a:cubicBezTo>
                      <a:pt x="14906" y="6793"/>
                      <a:pt x="14769" y="6824"/>
                      <a:pt x="14621" y="6842"/>
                    </a:cubicBezTo>
                    <a:cubicBezTo>
                      <a:pt x="14537" y="6855"/>
                      <a:pt x="14537" y="6855"/>
                      <a:pt x="14404" y="6916"/>
                    </a:cubicBezTo>
                    <a:cubicBezTo>
                      <a:pt x="14391" y="7013"/>
                      <a:pt x="14391" y="7013"/>
                      <a:pt x="14395" y="7128"/>
                    </a:cubicBezTo>
                    <a:cubicBezTo>
                      <a:pt x="14397" y="7166"/>
                      <a:pt x="14398" y="7204"/>
                      <a:pt x="14399" y="7244"/>
                    </a:cubicBezTo>
                    <a:cubicBezTo>
                      <a:pt x="14400" y="7258"/>
                      <a:pt x="14400" y="7258"/>
                      <a:pt x="14404" y="7332"/>
                    </a:cubicBezTo>
                    <a:cubicBezTo>
                      <a:pt x="13770" y="7337"/>
                      <a:pt x="13136" y="7341"/>
                      <a:pt x="12502" y="7343"/>
                    </a:cubicBezTo>
                    <a:cubicBezTo>
                      <a:pt x="12207" y="7344"/>
                      <a:pt x="11913" y="7346"/>
                      <a:pt x="11619" y="7348"/>
                    </a:cubicBezTo>
                    <a:cubicBezTo>
                      <a:pt x="11361" y="7350"/>
                      <a:pt x="11104" y="7352"/>
                      <a:pt x="10847" y="7352"/>
                    </a:cubicBezTo>
                    <a:cubicBezTo>
                      <a:pt x="10711" y="7352"/>
                      <a:pt x="10576" y="7353"/>
                      <a:pt x="10440" y="7355"/>
                    </a:cubicBezTo>
                    <a:cubicBezTo>
                      <a:pt x="9892" y="7360"/>
                      <a:pt x="9360" y="7344"/>
                      <a:pt x="8820" y="7247"/>
                    </a:cubicBezTo>
                    <a:cubicBezTo>
                      <a:pt x="8777" y="7239"/>
                      <a:pt x="8734" y="7232"/>
                      <a:pt x="8689" y="7225"/>
                    </a:cubicBezTo>
                    <a:cubicBezTo>
                      <a:pt x="8401" y="7165"/>
                      <a:pt x="8401" y="7165"/>
                      <a:pt x="8292" y="7050"/>
                    </a:cubicBezTo>
                    <a:cubicBezTo>
                      <a:pt x="8242" y="6972"/>
                      <a:pt x="8203" y="6897"/>
                      <a:pt x="8167" y="6812"/>
                    </a:cubicBezTo>
                    <a:cubicBezTo>
                      <a:pt x="8076" y="6621"/>
                      <a:pt x="8014" y="6524"/>
                      <a:pt x="7807" y="6450"/>
                    </a:cubicBezTo>
                    <a:cubicBezTo>
                      <a:pt x="7445" y="6359"/>
                      <a:pt x="7067" y="6322"/>
                      <a:pt x="6695" y="6291"/>
                    </a:cubicBezTo>
                    <a:cubicBezTo>
                      <a:pt x="6695" y="6153"/>
                      <a:pt x="6695" y="6016"/>
                      <a:pt x="6695" y="5874"/>
                    </a:cubicBezTo>
                    <a:cubicBezTo>
                      <a:pt x="6659" y="5894"/>
                      <a:pt x="6622" y="5914"/>
                      <a:pt x="6585" y="5935"/>
                    </a:cubicBezTo>
                    <a:cubicBezTo>
                      <a:pt x="5805" y="6353"/>
                      <a:pt x="5049" y="6675"/>
                      <a:pt x="4160" y="6438"/>
                    </a:cubicBezTo>
                    <a:cubicBezTo>
                      <a:pt x="3202" y="6141"/>
                      <a:pt x="2133" y="5292"/>
                      <a:pt x="1653" y="4406"/>
                    </a:cubicBezTo>
                    <a:cubicBezTo>
                      <a:pt x="1479" y="4036"/>
                      <a:pt x="1380" y="3642"/>
                      <a:pt x="1283" y="3246"/>
                    </a:cubicBezTo>
                    <a:cubicBezTo>
                      <a:pt x="1099" y="2499"/>
                      <a:pt x="738" y="1835"/>
                      <a:pt x="378" y="1161"/>
                    </a:cubicBezTo>
                    <a:cubicBezTo>
                      <a:pt x="355" y="1117"/>
                      <a:pt x="332" y="1074"/>
                      <a:pt x="309" y="1029"/>
                    </a:cubicBezTo>
                    <a:cubicBezTo>
                      <a:pt x="266" y="947"/>
                      <a:pt x="222" y="866"/>
                      <a:pt x="177" y="785"/>
                    </a:cubicBezTo>
                    <a:cubicBezTo>
                      <a:pt x="42" y="529"/>
                      <a:pt x="0" y="330"/>
                      <a:pt x="29" y="41"/>
                    </a:cubicBezTo>
                    <a:close/>
                  </a:path>
                </a:pathLst>
              </a:custGeom>
              <a:solidFill>
                <a:srgbClr val="A0EDDF"/>
              </a:solidFill>
              <a:ln w="2646" cap="flat">
                <a:noFill/>
              </a:ln>
            </p:spPr>
          </p:sp>
          <p:sp>
            <p:nvSpPr>
              <p:cNvPr id="2881" name="ICON_C_TOPOGRAPHY_path_025"/>
              <p:cNvSpPr/>
              <p:nvPr/>
            </p:nvSpPr>
            <p:spPr>
              <a:xfrm>
                <a:off x="11448522" y="7258129"/>
                <a:ext cx="159499" cy="76121"/>
              </a:xfrm>
              <a:custGeom>
                <a:avLst/>
                <a:gdLst/>
                <a:ahLst/>
                <a:cxnLst/>
                <a:rect l="0" t="0" r="r" b="b"/>
                <a:pathLst>
                  <a:path w="12559" h="5994" fill="norm" stroke="0">
                    <a:moveTo>
                      <a:pt x="4284" y="186"/>
                    </a:moveTo>
                    <a:cubicBezTo>
                      <a:pt x="4329" y="196"/>
                      <a:pt x="4374" y="206"/>
                      <a:pt x="4421" y="216"/>
                    </a:cubicBezTo>
                    <a:cubicBezTo>
                      <a:pt x="4658" y="282"/>
                      <a:pt x="4805" y="350"/>
                      <a:pt x="4936" y="562"/>
                    </a:cubicBezTo>
                    <a:cubicBezTo>
                      <a:pt x="4993" y="673"/>
                      <a:pt x="5037" y="780"/>
                      <a:pt x="5076" y="898"/>
                    </a:cubicBezTo>
                    <a:cubicBezTo>
                      <a:pt x="5172" y="1183"/>
                      <a:pt x="5172" y="1183"/>
                      <a:pt x="5304" y="1253"/>
                    </a:cubicBezTo>
                    <a:cubicBezTo>
                      <a:pt x="5322" y="1259"/>
                      <a:pt x="5322" y="1259"/>
                      <a:pt x="5414" y="1293"/>
                    </a:cubicBezTo>
                    <a:cubicBezTo>
                      <a:pt x="5527" y="1338"/>
                      <a:pt x="5527" y="1338"/>
                      <a:pt x="5625" y="1410"/>
                    </a:cubicBezTo>
                    <a:cubicBezTo>
                      <a:pt x="5661" y="1515"/>
                      <a:pt x="5688" y="1610"/>
                      <a:pt x="5712" y="1716"/>
                    </a:cubicBezTo>
                    <a:cubicBezTo>
                      <a:pt x="5758" y="1899"/>
                      <a:pt x="5801" y="2031"/>
                      <a:pt x="5965" y="2135"/>
                    </a:cubicBezTo>
                    <a:cubicBezTo>
                      <a:pt x="6144" y="2225"/>
                      <a:pt x="6333" y="2286"/>
                      <a:pt x="6523" y="2348"/>
                    </a:cubicBezTo>
                    <a:cubicBezTo>
                      <a:pt x="6596" y="2374"/>
                      <a:pt x="6669" y="2400"/>
                      <a:pt x="6742" y="2426"/>
                    </a:cubicBezTo>
                    <a:cubicBezTo>
                      <a:pt x="7190" y="2582"/>
                      <a:pt x="7644" y="2697"/>
                      <a:pt x="8108" y="2795"/>
                    </a:cubicBezTo>
                    <a:cubicBezTo>
                      <a:pt x="9501" y="3091"/>
                      <a:pt x="10512" y="3470"/>
                      <a:pt x="11587" y="4463"/>
                    </a:cubicBezTo>
                    <a:cubicBezTo>
                      <a:pt x="11685" y="4552"/>
                      <a:pt x="11785" y="4637"/>
                      <a:pt x="11886" y="4723"/>
                    </a:cubicBezTo>
                    <a:cubicBezTo>
                      <a:pt x="12492" y="5238"/>
                      <a:pt x="12492" y="5238"/>
                      <a:pt x="12549" y="5558"/>
                    </a:cubicBezTo>
                    <a:cubicBezTo>
                      <a:pt x="12559" y="5710"/>
                      <a:pt x="12540" y="5847"/>
                      <a:pt x="12500" y="5994"/>
                    </a:cubicBezTo>
                    <a:cubicBezTo>
                      <a:pt x="12480" y="5983"/>
                      <a:pt x="12460" y="5973"/>
                      <a:pt x="12440" y="5962"/>
                    </a:cubicBezTo>
                    <a:cubicBezTo>
                      <a:pt x="12069" y="5768"/>
                      <a:pt x="11701" y="5585"/>
                      <a:pt x="11306" y="5444"/>
                    </a:cubicBezTo>
                    <a:cubicBezTo>
                      <a:pt x="10865" y="5283"/>
                      <a:pt x="10509" y="5092"/>
                      <a:pt x="10130" y="4819"/>
                    </a:cubicBezTo>
                    <a:cubicBezTo>
                      <a:pt x="9454" y="4338"/>
                      <a:pt x="8752" y="4020"/>
                      <a:pt x="7969" y="3754"/>
                    </a:cubicBezTo>
                    <a:cubicBezTo>
                      <a:pt x="7936" y="3743"/>
                      <a:pt x="7904" y="3732"/>
                      <a:pt x="7871" y="3720"/>
                    </a:cubicBezTo>
                    <a:cubicBezTo>
                      <a:pt x="6651" y="3298"/>
                      <a:pt x="5479" y="3192"/>
                      <a:pt x="4193" y="3207"/>
                    </a:cubicBezTo>
                    <a:cubicBezTo>
                      <a:pt x="4172" y="3207"/>
                      <a:pt x="4172" y="3207"/>
                      <a:pt x="4066" y="3209"/>
                    </a:cubicBezTo>
                    <a:cubicBezTo>
                      <a:pt x="3787" y="3212"/>
                      <a:pt x="3509" y="3219"/>
                      <a:pt x="3231" y="3229"/>
                    </a:cubicBezTo>
                    <a:cubicBezTo>
                      <a:pt x="3213" y="3229"/>
                      <a:pt x="3213" y="3229"/>
                      <a:pt x="3121" y="3232"/>
                    </a:cubicBezTo>
                    <a:cubicBezTo>
                      <a:pt x="3020" y="3235"/>
                      <a:pt x="2919" y="3240"/>
                      <a:pt x="2818" y="3245"/>
                    </a:cubicBezTo>
                    <a:cubicBezTo>
                      <a:pt x="2789" y="3246"/>
                      <a:pt x="2759" y="3247"/>
                      <a:pt x="2729" y="3248"/>
                    </a:cubicBezTo>
                    <a:cubicBezTo>
                      <a:pt x="2511" y="3262"/>
                      <a:pt x="2438" y="3341"/>
                      <a:pt x="2292" y="3494"/>
                    </a:cubicBezTo>
                    <a:cubicBezTo>
                      <a:pt x="2180" y="3519"/>
                      <a:pt x="2180" y="3519"/>
                      <a:pt x="2058" y="3518"/>
                    </a:cubicBezTo>
                    <a:cubicBezTo>
                      <a:pt x="2012" y="3517"/>
                      <a:pt x="1966" y="3517"/>
                      <a:pt x="1919" y="3517"/>
                    </a:cubicBezTo>
                    <a:cubicBezTo>
                      <a:pt x="1870" y="3516"/>
                      <a:pt x="1820" y="3515"/>
                      <a:pt x="1770" y="3514"/>
                    </a:cubicBezTo>
                    <a:cubicBezTo>
                      <a:pt x="1719" y="3514"/>
                      <a:pt x="1669" y="3514"/>
                      <a:pt x="1617" y="3513"/>
                    </a:cubicBezTo>
                    <a:cubicBezTo>
                      <a:pt x="1483" y="3513"/>
                      <a:pt x="1349" y="3510"/>
                      <a:pt x="1215" y="3508"/>
                    </a:cubicBezTo>
                    <a:cubicBezTo>
                      <a:pt x="1078" y="3506"/>
                      <a:pt x="941" y="3505"/>
                      <a:pt x="804" y="3504"/>
                    </a:cubicBezTo>
                    <a:cubicBezTo>
                      <a:pt x="536" y="3502"/>
                      <a:pt x="268" y="3498"/>
                      <a:pt x="0" y="3494"/>
                    </a:cubicBezTo>
                    <a:cubicBezTo>
                      <a:pt x="29" y="3424"/>
                      <a:pt x="59" y="3356"/>
                      <a:pt x="90" y="3287"/>
                    </a:cubicBezTo>
                    <a:cubicBezTo>
                      <a:pt x="107" y="3249"/>
                      <a:pt x="124" y="3210"/>
                      <a:pt x="141" y="3171"/>
                    </a:cubicBezTo>
                    <a:cubicBezTo>
                      <a:pt x="208" y="3077"/>
                      <a:pt x="208" y="3077"/>
                      <a:pt x="319" y="3050"/>
                    </a:cubicBezTo>
                    <a:cubicBezTo>
                      <a:pt x="424" y="3051"/>
                      <a:pt x="522" y="3059"/>
                      <a:pt x="625" y="3077"/>
                    </a:cubicBezTo>
                    <a:cubicBezTo>
                      <a:pt x="617" y="3049"/>
                      <a:pt x="610" y="3020"/>
                      <a:pt x="601" y="2990"/>
                    </a:cubicBezTo>
                    <a:cubicBezTo>
                      <a:pt x="581" y="2860"/>
                      <a:pt x="575" y="2783"/>
                      <a:pt x="625" y="2660"/>
                    </a:cubicBezTo>
                    <a:cubicBezTo>
                      <a:pt x="726" y="2621"/>
                      <a:pt x="802" y="2602"/>
                      <a:pt x="907" y="2587"/>
                    </a:cubicBezTo>
                    <a:cubicBezTo>
                      <a:pt x="922" y="2585"/>
                      <a:pt x="922" y="2585"/>
                      <a:pt x="997" y="2574"/>
                    </a:cubicBezTo>
                    <a:cubicBezTo>
                      <a:pt x="1061" y="2565"/>
                      <a:pt x="1125" y="2555"/>
                      <a:pt x="1189" y="2546"/>
                    </a:cubicBezTo>
                    <a:cubicBezTo>
                      <a:pt x="1651" y="2472"/>
                      <a:pt x="2033" y="2357"/>
                      <a:pt x="2319" y="1968"/>
                    </a:cubicBezTo>
                    <a:cubicBezTo>
                      <a:pt x="2487" y="1716"/>
                      <a:pt x="2634" y="1455"/>
                      <a:pt x="2774" y="1185"/>
                    </a:cubicBezTo>
                    <a:cubicBezTo>
                      <a:pt x="3096" y="565"/>
                      <a:pt x="3502" y="0"/>
                      <a:pt x="4284" y="186"/>
                    </a:cubicBezTo>
                    <a:close/>
                  </a:path>
                </a:pathLst>
              </a:custGeom>
              <a:solidFill>
                <a:srgbClr val="2B2A7A"/>
              </a:solidFill>
              <a:ln w="2646" cap="flat">
                <a:noFill/>
              </a:ln>
            </p:spPr>
          </p:sp>
          <p:sp>
            <p:nvSpPr>
              <p:cNvPr id="2882" name="ICON_C_TOPOGRAPHY_path_026"/>
              <p:cNvSpPr/>
              <p:nvPr/>
            </p:nvSpPr>
            <p:spPr>
              <a:xfrm>
                <a:off x="11612563" y="7371044"/>
                <a:ext cx="54539" cy="182811"/>
              </a:xfrm>
              <a:custGeom>
                <a:avLst/>
                <a:gdLst/>
                <a:ahLst/>
                <a:cxnLst/>
                <a:rect l="0" t="0" r="r" b="b"/>
                <a:pathLst>
                  <a:path w="4294" h="14395" fill="norm" stroke="0">
                    <a:moveTo>
                      <a:pt x="1143" y="0"/>
                    </a:moveTo>
                    <a:cubicBezTo>
                      <a:pt x="1250" y="0"/>
                      <a:pt x="1352" y="6"/>
                      <a:pt x="1458" y="20"/>
                    </a:cubicBezTo>
                    <a:cubicBezTo>
                      <a:pt x="1459" y="49"/>
                      <a:pt x="1460" y="78"/>
                      <a:pt x="1461" y="109"/>
                    </a:cubicBezTo>
                    <a:cubicBezTo>
                      <a:pt x="1477" y="435"/>
                      <a:pt x="1502" y="773"/>
                      <a:pt x="1667" y="1061"/>
                    </a:cubicBezTo>
                    <a:cubicBezTo>
                      <a:pt x="1855" y="1197"/>
                      <a:pt x="2075" y="1245"/>
                      <a:pt x="2296" y="1307"/>
                    </a:cubicBezTo>
                    <a:cubicBezTo>
                      <a:pt x="2676" y="1429"/>
                      <a:pt x="2847" y="1589"/>
                      <a:pt x="3041" y="1934"/>
                    </a:cubicBezTo>
                    <a:cubicBezTo>
                      <a:pt x="3054" y="1956"/>
                      <a:pt x="3067" y="1979"/>
                      <a:pt x="3081" y="2002"/>
                    </a:cubicBezTo>
                    <a:cubicBezTo>
                      <a:pt x="3387" y="2533"/>
                      <a:pt x="3474" y="3089"/>
                      <a:pt x="3545" y="3689"/>
                    </a:cubicBezTo>
                    <a:cubicBezTo>
                      <a:pt x="3574" y="3929"/>
                      <a:pt x="3606" y="4168"/>
                      <a:pt x="3640" y="4408"/>
                    </a:cubicBezTo>
                    <a:cubicBezTo>
                      <a:pt x="3644" y="4434"/>
                      <a:pt x="3647" y="4460"/>
                      <a:pt x="3651" y="4487"/>
                    </a:cubicBezTo>
                    <a:cubicBezTo>
                      <a:pt x="3703" y="4858"/>
                      <a:pt x="3806" y="5167"/>
                      <a:pt x="3968" y="5504"/>
                    </a:cubicBezTo>
                    <a:cubicBezTo>
                      <a:pt x="4294" y="6216"/>
                      <a:pt x="4221" y="7008"/>
                      <a:pt x="4207" y="7774"/>
                    </a:cubicBezTo>
                    <a:cubicBezTo>
                      <a:pt x="4205" y="7936"/>
                      <a:pt x="4205" y="8099"/>
                      <a:pt x="4205" y="8262"/>
                    </a:cubicBezTo>
                    <a:cubicBezTo>
                      <a:pt x="4205" y="9347"/>
                      <a:pt x="4120" y="10405"/>
                      <a:pt x="3958" y="11478"/>
                    </a:cubicBezTo>
                    <a:cubicBezTo>
                      <a:pt x="3821" y="11478"/>
                      <a:pt x="3683" y="11478"/>
                      <a:pt x="3542" y="11478"/>
                    </a:cubicBezTo>
                    <a:cubicBezTo>
                      <a:pt x="3542" y="11203"/>
                      <a:pt x="3542" y="10928"/>
                      <a:pt x="3542" y="10645"/>
                    </a:cubicBezTo>
                    <a:cubicBezTo>
                      <a:pt x="3228" y="10716"/>
                      <a:pt x="2919" y="10804"/>
                      <a:pt x="2708" y="11061"/>
                    </a:cubicBezTo>
                    <a:cubicBezTo>
                      <a:pt x="2646" y="11289"/>
                      <a:pt x="2641" y="11517"/>
                      <a:pt x="2630" y="11751"/>
                    </a:cubicBezTo>
                    <a:cubicBezTo>
                      <a:pt x="2607" y="12181"/>
                      <a:pt x="2567" y="12514"/>
                      <a:pt x="2240" y="12817"/>
                    </a:cubicBezTo>
                    <a:cubicBezTo>
                      <a:pt x="2005" y="13024"/>
                      <a:pt x="1748" y="13205"/>
                      <a:pt x="1492" y="13384"/>
                    </a:cubicBezTo>
                    <a:cubicBezTo>
                      <a:pt x="1218" y="13577"/>
                      <a:pt x="986" y="13802"/>
                      <a:pt x="755" y="14043"/>
                    </a:cubicBezTo>
                    <a:cubicBezTo>
                      <a:pt x="720" y="14079"/>
                      <a:pt x="685" y="14115"/>
                      <a:pt x="650" y="14151"/>
                    </a:cubicBezTo>
                    <a:cubicBezTo>
                      <a:pt x="571" y="14232"/>
                      <a:pt x="494" y="14313"/>
                      <a:pt x="417" y="14395"/>
                    </a:cubicBezTo>
                    <a:cubicBezTo>
                      <a:pt x="981" y="12538"/>
                      <a:pt x="981" y="12538"/>
                      <a:pt x="1367" y="11895"/>
                    </a:cubicBezTo>
                    <a:cubicBezTo>
                      <a:pt x="1391" y="11854"/>
                      <a:pt x="1415" y="11813"/>
                      <a:pt x="1439" y="11771"/>
                    </a:cubicBezTo>
                    <a:cubicBezTo>
                      <a:pt x="1567" y="11573"/>
                      <a:pt x="1652" y="11482"/>
                      <a:pt x="1872" y="11394"/>
                    </a:cubicBezTo>
                    <a:cubicBezTo>
                      <a:pt x="2057" y="11306"/>
                      <a:pt x="2122" y="11230"/>
                      <a:pt x="2197" y="11039"/>
                    </a:cubicBezTo>
                    <a:cubicBezTo>
                      <a:pt x="2228" y="10945"/>
                      <a:pt x="2257" y="10850"/>
                      <a:pt x="2284" y="10755"/>
                    </a:cubicBezTo>
                    <a:cubicBezTo>
                      <a:pt x="2301" y="10705"/>
                      <a:pt x="2317" y="10654"/>
                      <a:pt x="2334" y="10604"/>
                    </a:cubicBezTo>
                    <a:cubicBezTo>
                      <a:pt x="2405" y="10390"/>
                      <a:pt x="2471" y="10176"/>
                      <a:pt x="2536" y="9961"/>
                    </a:cubicBezTo>
                    <a:cubicBezTo>
                      <a:pt x="2826" y="9014"/>
                      <a:pt x="2826" y="9014"/>
                      <a:pt x="3068" y="8852"/>
                    </a:cubicBezTo>
                    <a:cubicBezTo>
                      <a:pt x="3222" y="8781"/>
                      <a:pt x="3372" y="8738"/>
                      <a:pt x="3542" y="8770"/>
                    </a:cubicBezTo>
                    <a:cubicBezTo>
                      <a:pt x="3687" y="8829"/>
                      <a:pt x="3822" y="8900"/>
                      <a:pt x="3958" y="8978"/>
                    </a:cubicBezTo>
                    <a:cubicBezTo>
                      <a:pt x="3950" y="8655"/>
                      <a:pt x="3938" y="8333"/>
                      <a:pt x="3920" y="8011"/>
                    </a:cubicBezTo>
                    <a:cubicBezTo>
                      <a:pt x="3912" y="7861"/>
                      <a:pt x="3905" y="7712"/>
                      <a:pt x="3902" y="7562"/>
                    </a:cubicBezTo>
                    <a:cubicBezTo>
                      <a:pt x="3884" y="6768"/>
                      <a:pt x="3884" y="6768"/>
                      <a:pt x="3750" y="6478"/>
                    </a:cubicBezTo>
                    <a:cubicBezTo>
                      <a:pt x="3574" y="6334"/>
                      <a:pt x="3356" y="6333"/>
                      <a:pt x="3137" y="6309"/>
                    </a:cubicBezTo>
                    <a:cubicBezTo>
                      <a:pt x="2816" y="6268"/>
                      <a:pt x="2613" y="6088"/>
                      <a:pt x="2411" y="5844"/>
                    </a:cubicBezTo>
                    <a:cubicBezTo>
                      <a:pt x="2157" y="5472"/>
                      <a:pt x="2170" y="4998"/>
                      <a:pt x="2148" y="4564"/>
                    </a:cubicBezTo>
                    <a:cubicBezTo>
                      <a:pt x="2141" y="4466"/>
                      <a:pt x="2134" y="4369"/>
                      <a:pt x="2127" y="4271"/>
                    </a:cubicBezTo>
                    <a:cubicBezTo>
                      <a:pt x="2109" y="4035"/>
                      <a:pt x="2095" y="3798"/>
                      <a:pt x="2083" y="3561"/>
                    </a:cubicBezTo>
                    <a:cubicBezTo>
                      <a:pt x="2062" y="3565"/>
                      <a:pt x="2062" y="3565"/>
                      <a:pt x="1954" y="3585"/>
                    </a:cubicBezTo>
                    <a:cubicBezTo>
                      <a:pt x="1786" y="3606"/>
                      <a:pt x="1620" y="3625"/>
                      <a:pt x="1458" y="3561"/>
                    </a:cubicBezTo>
                    <a:cubicBezTo>
                      <a:pt x="1336" y="3386"/>
                      <a:pt x="1298" y="3205"/>
                      <a:pt x="1257" y="2997"/>
                    </a:cubicBezTo>
                    <a:cubicBezTo>
                      <a:pt x="1230" y="2863"/>
                      <a:pt x="1196" y="2730"/>
                      <a:pt x="1163" y="2597"/>
                    </a:cubicBezTo>
                    <a:cubicBezTo>
                      <a:pt x="1138" y="2497"/>
                      <a:pt x="1114" y="2396"/>
                      <a:pt x="1089" y="2295"/>
                    </a:cubicBezTo>
                    <a:cubicBezTo>
                      <a:pt x="859" y="1350"/>
                      <a:pt x="859" y="1350"/>
                      <a:pt x="625" y="1061"/>
                    </a:cubicBezTo>
                    <a:cubicBezTo>
                      <a:pt x="408" y="944"/>
                      <a:pt x="237" y="1007"/>
                      <a:pt x="0" y="1061"/>
                    </a:cubicBezTo>
                    <a:cubicBezTo>
                      <a:pt x="69" y="855"/>
                      <a:pt x="137" y="649"/>
                      <a:pt x="208" y="436"/>
                    </a:cubicBezTo>
                    <a:cubicBezTo>
                      <a:pt x="415" y="505"/>
                      <a:pt x="621" y="574"/>
                      <a:pt x="833" y="645"/>
                    </a:cubicBezTo>
                    <a:cubicBezTo>
                      <a:pt x="911" y="332"/>
                      <a:pt x="911" y="332"/>
                      <a:pt x="933" y="233"/>
                    </a:cubicBezTo>
                    <a:cubicBezTo>
                      <a:pt x="974" y="94"/>
                      <a:pt x="993" y="29"/>
                      <a:pt x="1143" y="0"/>
                    </a:cubicBezTo>
                    <a:close/>
                  </a:path>
                </a:pathLst>
              </a:custGeom>
              <a:solidFill>
                <a:srgbClr val="6EE2ED"/>
              </a:solidFill>
              <a:ln w="2646" cap="flat">
                <a:noFill/>
              </a:ln>
            </p:spPr>
          </p:sp>
          <p:sp>
            <p:nvSpPr>
              <p:cNvPr id="2883" name="ICON_C_TOPOGRAPHY_path_027"/>
              <p:cNvSpPr/>
              <p:nvPr/>
            </p:nvSpPr>
            <p:spPr>
              <a:xfrm>
                <a:off x="11318663" y="7300570"/>
                <a:ext cx="127212" cy="247994"/>
              </a:xfrm>
              <a:custGeom>
                <a:avLst/>
                <a:gdLst/>
                <a:ahLst/>
                <a:cxnLst/>
                <a:rect l="0" t="0" r="r" b="b"/>
                <a:pathLst>
                  <a:path w="10017" h="19527" fill="norm" stroke="0">
                    <a:moveTo>
                      <a:pt x="9470" y="113"/>
                    </a:moveTo>
                    <a:cubicBezTo>
                      <a:pt x="9524" y="116"/>
                      <a:pt x="9579" y="119"/>
                      <a:pt x="9633" y="121"/>
                    </a:cubicBezTo>
                    <a:cubicBezTo>
                      <a:pt x="9761" y="129"/>
                      <a:pt x="9889" y="140"/>
                      <a:pt x="10017" y="152"/>
                    </a:cubicBezTo>
                    <a:cubicBezTo>
                      <a:pt x="10017" y="358"/>
                      <a:pt x="10017" y="565"/>
                      <a:pt x="10017" y="777"/>
                    </a:cubicBezTo>
                    <a:cubicBezTo>
                      <a:pt x="9604" y="846"/>
                      <a:pt x="9192" y="915"/>
                      <a:pt x="8767" y="985"/>
                    </a:cubicBezTo>
                    <a:cubicBezTo>
                      <a:pt x="8767" y="1123"/>
                      <a:pt x="8767" y="1260"/>
                      <a:pt x="8767" y="1402"/>
                    </a:cubicBezTo>
                    <a:cubicBezTo>
                      <a:pt x="8693" y="1489"/>
                      <a:pt x="8693" y="1489"/>
                      <a:pt x="8589" y="1538"/>
                    </a:cubicBezTo>
                    <a:cubicBezTo>
                      <a:pt x="8550" y="1558"/>
                      <a:pt x="8511" y="1577"/>
                      <a:pt x="8470" y="1597"/>
                    </a:cubicBezTo>
                    <a:cubicBezTo>
                      <a:pt x="8428" y="1617"/>
                      <a:pt x="8385" y="1636"/>
                      <a:pt x="8340" y="1656"/>
                    </a:cubicBezTo>
                    <a:cubicBezTo>
                      <a:pt x="8296" y="1678"/>
                      <a:pt x="8252" y="1699"/>
                      <a:pt x="8206" y="1721"/>
                    </a:cubicBezTo>
                    <a:cubicBezTo>
                      <a:pt x="8088" y="1778"/>
                      <a:pt x="7969" y="1834"/>
                      <a:pt x="7850" y="1889"/>
                    </a:cubicBezTo>
                    <a:cubicBezTo>
                      <a:pt x="7731" y="1944"/>
                      <a:pt x="7614" y="2001"/>
                      <a:pt x="7497" y="2057"/>
                    </a:cubicBezTo>
                    <a:cubicBezTo>
                      <a:pt x="6752" y="2415"/>
                      <a:pt x="6752" y="2415"/>
                      <a:pt x="6429" y="2554"/>
                    </a:cubicBezTo>
                    <a:cubicBezTo>
                      <a:pt x="6352" y="2589"/>
                      <a:pt x="6275" y="2624"/>
                      <a:pt x="6198" y="2659"/>
                    </a:cubicBezTo>
                    <a:cubicBezTo>
                      <a:pt x="6163" y="2673"/>
                      <a:pt x="6127" y="2687"/>
                      <a:pt x="6091" y="2702"/>
                    </a:cubicBezTo>
                    <a:cubicBezTo>
                      <a:pt x="5993" y="2747"/>
                      <a:pt x="5923" y="2781"/>
                      <a:pt x="5850" y="2860"/>
                    </a:cubicBezTo>
                    <a:cubicBezTo>
                      <a:pt x="5833" y="2971"/>
                      <a:pt x="5839" y="3070"/>
                      <a:pt x="5849" y="3181"/>
                    </a:cubicBezTo>
                    <a:cubicBezTo>
                      <a:pt x="5850" y="3277"/>
                      <a:pt x="5850" y="3277"/>
                      <a:pt x="5778" y="3371"/>
                    </a:cubicBezTo>
                    <a:cubicBezTo>
                      <a:pt x="5743" y="3392"/>
                      <a:pt x="5709" y="3413"/>
                      <a:pt x="5673" y="3434"/>
                    </a:cubicBezTo>
                    <a:cubicBezTo>
                      <a:pt x="5634" y="3461"/>
                      <a:pt x="5594" y="3487"/>
                      <a:pt x="5554" y="3514"/>
                    </a:cubicBezTo>
                    <a:cubicBezTo>
                      <a:pt x="5543" y="3521"/>
                      <a:pt x="5543" y="3521"/>
                      <a:pt x="5488" y="3557"/>
                    </a:cubicBezTo>
                    <a:cubicBezTo>
                      <a:pt x="4175" y="4437"/>
                      <a:pt x="3315" y="5882"/>
                      <a:pt x="2798" y="7336"/>
                    </a:cubicBezTo>
                    <a:cubicBezTo>
                      <a:pt x="2627" y="7812"/>
                      <a:pt x="2454" y="8202"/>
                      <a:pt x="2141" y="8599"/>
                    </a:cubicBezTo>
                    <a:cubicBezTo>
                      <a:pt x="531" y="10671"/>
                      <a:pt x="793" y="14450"/>
                      <a:pt x="1072" y="16945"/>
                    </a:cubicBezTo>
                    <a:cubicBezTo>
                      <a:pt x="1178" y="17758"/>
                      <a:pt x="1391" y="18553"/>
                      <a:pt x="1683" y="19319"/>
                    </a:cubicBezTo>
                    <a:cubicBezTo>
                      <a:pt x="1580" y="19353"/>
                      <a:pt x="1580" y="19353"/>
                      <a:pt x="1058" y="19527"/>
                    </a:cubicBezTo>
                    <a:cubicBezTo>
                      <a:pt x="1034" y="19436"/>
                      <a:pt x="1010" y="19344"/>
                      <a:pt x="985" y="19250"/>
                    </a:cubicBezTo>
                    <a:cubicBezTo>
                      <a:pt x="905" y="18946"/>
                      <a:pt x="824" y="18641"/>
                      <a:pt x="743" y="18337"/>
                    </a:cubicBezTo>
                    <a:cubicBezTo>
                      <a:pt x="694" y="18153"/>
                      <a:pt x="645" y="17969"/>
                      <a:pt x="597" y="17784"/>
                    </a:cubicBezTo>
                    <a:cubicBezTo>
                      <a:pt x="550" y="17606"/>
                      <a:pt x="502" y="17428"/>
                      <a:pt x="455" y="17249"/>
                    </a:cubicBezTo>
                    <a:cubicBezTo>
                      <a:pt x="437" y="17182"/>
                      <a:pt x="419" y="17114"/>
                      <a:pt x="401" y="17047"/>
                    </a:cubicBezTo>
                    <a:cubicBezTo>
                      <a:pt x="376" y="16951"/>
                      <a:pt x="351" y="16855"/>
                      <a:pt x="325" y="16760"/>
                    </a:cubicBezTo>
                    <a:cubicBezTo>
                      <a:pt x="317" y="16729"/>
                      <a:pt x="309" y="16699"/>
                      <a:pt x="301" y="16667"/>
                    </a:cubicBezTo>
                    <a:cubicBezTo>
                      <a:pt x="261" y="16522"/>
                      <a:pt x="219" y="16380"/>
                      <a:pt x="165" y="16240"/>
                    </a:cubicBezTo>
                    <a:cubicBezTo>
                      <a:pt x="17" y="15849"/>
                      <a:pt x="0" y="15537"/>
                      <a:pt x="42" y="15124"/>
                    </a:cubicBezTo>
                    <a:cubicBezTo>
                      <a:pt x="47" y="15064"/>
                      <a:pt x="52" y="15004"/>
                      <a:pt x="57" y="14944"/>
                    </a:cubicBezTo>
                    <a:cubicBezTo>
                      <a:pt x="70" y="14789"/>
                      <a:pt x="84" y="14634"/>
                      <a:pt x="99" y="14479"/>
                    </a:cubicBezTo>
                    <a:cubicBezTo>
                      <a:pt x="114" y="14319"/>
                      <a:pt x="127" y="14160"/>
                      <a:pt x="141" y="14001"/>
                    </a:cubicBezTo>
                    <a:cubicBezTo>
                      <a:pt x="168" y="13690"/>
                      <a:pt x="196" y="13379"/>
                      <a:pt x="225" y="13069"/>
                    </a:cubicBezTo>
                    <a:cubicBezTo>
                      <a:pt x="294" y="13069"/>
                      <a:pt x="362" y="13069"/>
                      <a:pt x="433" y="13069"/>
                    </a:cubicBezTo>
                    <a:cubicBezTo>
                      <a:pt x="435" y="13031"/>
                      <a:pt x="437" y="12994"/>
                      <a:pt x="439" y="12956"/>
                    </a:cubicBezTo>
                    <a:cubicBezTo>
                      <a:pt x="455" y="12600"/>
                      <a:pt x="473" y="12245"/>
                      <a:pt x="493" y="11889"/>
                    </a:cubicBezTo>
                    <a:cubicBezTo>
                      <a:pt x="504" y="11707"/>
                      <a:pt x="513" y="11524"/>
                      <a:pt x="521" y="11342"/>
                    </a:cubicBezTo>
                    <a:cubicBezTo>
                      <a:pt x="585" y="9907"/>
                      <a:pt x="585" y="9907"/>
                      <a:pt x="961" y="9286"/>
                    </a:cubicBezTo>
                    <a:cubicBezTo>
                      <a:pt x="1067" y="9109"/>
                      <a:pt x="1111" y="8940"/>
                      <a:pt x="1146" y="8738"/>
                    </a:cubicBezTo>
                    <a:cubicBezTo>
                      <a:pt x="1152" y="8707"/>
                      <a:pt x="1157" y="8676"/>
                      <a:pt x="1163" y="8645"/>
                    </a:cubicBezTo>
                    <a:cubicBezTo>
                      <a:pt x="1174" y="8581"/>
                      <a:pt x="1185" y="8518"/>
                      <a:pt x="1196" y="8455"/>
                    </a:cubicBezTo>
                    <a:cubicBezTo>
                      <a:pt x="1714" y="5709"/>
                      <a:pt x="4315" y="3342"/>
                      <a:pt x="6378" y="1643"/>
                    </a:cubicBezTo>
                    <a:cubicBezTo>
                      <a:pt x="6447" y="1586"/>
                      <a:pt x="6516" y="1528"/>
                      <a:pt x="6586" y="1470"/>
                    </a:cubicBezTo>
                    <a:cubicBezTo>
                      <a:pt x="7361" y="829"/>
                      <a:pt x="8411" y="0"/>
                      <a:pt x="9470" y="113"/>
                    </a:cubicBezTo>
                    <a:close/>
                  </a:path>
                </a:pathLst>
              </a:custGeom>
              <a:solidFill>
                <a:srgbClr val="2B377C"/>
              </a:solidFill>
              <a:ln w="2646" cap="flat">
                <a:noFill/>
              </a:ln>
            </p:spPr>
          </p:sp>
          <p:sp>
            <p:nvSpPr>
              <p:cNvPr id="2884" name="ICON_C_TOPOGRAPHY_path_028"/>
              <p:cNvSpPr/>
              <p:nvPr/>
            </p:nvSpPr>
            <p:spPr>
              <a:xfrm>
                <a:off x="11343153" y="7392458"/>
                <a:ext cx="94784" cy="113771"/>
              </a:xfrm>
              <a:custGeom>
                <a:avLst/>
                <a:gdLst/>
                <a:ahLst/>
                <a:cxnLst/>
                <a:rect l="0" t="0" r="r" b="b"/>
                <a:pathLst>
                  <a:path w="7463" h="8958" fill="norm" stroke="0">
                    <a:moveTo>
                      <a:pt x="6838" y="0"/>
                    </a:moveTo>
                    <a:cubicBezTo>
                      <a:pt x="7045" y="0"/>
                      <a:pt x="7251" y="0"/>
                      <a:pt x="7463" y="0"/>
                    </a:cubicBezTo>
                    <a:cubicBezTo>
                      <a:pt x="7463" y="550"/>
                      <a:pt x="7463" y="1100"/>
                      <a:pt x="7463" y="1667"/>
                    </a:cubicBezTo>
                    <a:cubicBezTo>
                      <a:pt x="6124" y="1935"/>
                      <a:pt x="6124" y="1935"/>
                      <a:pt x="5588" y="1667"/>
                    </a:cubicBezTo>
                    <a:cubicBezTo>
                      <a:pt x="5520" y="2010"/>
                      <a:pt x="5451" y="2354"/>
                      <a:pt x="5380" y="2708"/>
                    </a:cubicBezTo>
                    <a:cubicBezTo>
                      <a:pt x="5230" y="2691"/>
                      <a:pt x="5079" y="2674"/>
                      <a:pt x="4924" y="2656"/>
                    </a:cubicBezTo>
                    <a:cubicBezTo>
                      <a:pt x="4376" y="2639"/>
                      <a:pt x="3965" y="2826"/>
                      <a:pt x="3563" y="3186"/>
                    </a:cubicBezTo>
                    <a:cubicBezTo>
                      <a:pt x="3193" y="3554"/>
                      <a:pt x="3219" y="4007"/>
                      <a:pt x="3201" y="4500"/>
                    </a:cubicBezTo>
                    <a:cubicBezTo>
                      <a:pt x="3174" y="5099"/>
                      <a:pt x="3174" y="5099"/>
                      <a:pt x="3035" y="5276"/>
                    </a:cubicBezTo>
                    <a:cubicBezTo>
                      <a:pt x="2811" y="5479"/>
                      <a:pt x="2529" y="5575"/>
                      <a:pt x="2246" y="5667"/>
                    </a:cubicBezTo>
                    <a:cubicBezTo>
                      <a:pt x="1852" y="5799"/>
                      <a:pt x="1503" y="5993"/>
                      <a:pt x="1266" y="6345"/>
                    </a:cubicBezTo>
                    <a:cubicBezTo>
                      <a:pt x="1084" y="6735"/>
                      <a:pt x="1150" y="7240"/>
                      <a:pt x="1170" y="7660"/>
                    </a:cubicBezTo>
                    <a:cubicBezTo>
                      <a:pt x="1177" y="7807"/>
                      <a:pt x="1180" y="7954"/>
                      <a:pt x="1183" y="8100"/>
                    </a:cubicBezTo>
                    <a:cubicBezTo>
                      <a:pt x="1189" y="8386"/>
                      <a:pt x="1200" y="8672"/>
                      <a:pt x="1213" y="8958"/>
                    </a:cubicBezTo>
                    <a:cubicBezTo>
                      <a:pt x="841" y="8893"/>
                      <a:pt x="454" y="8806"/>
                      <a:pt x="172" y="8542"/>
                    </a:cubicBezTo>
                    <a:cubicBezTo>
                      <a:pt x="0" y="8152"/>
                      <a:pt x="60" y="7685"/>
                      <a:pt x="88" y="7270"/>
                    </a:cubicBezTo>
                    <a:cubicBezTo>
                      <a:pt x="95" y="7143"/>
                      <a:pt x="98" y="7016"/>
                      <a:pt x="101" y="6888"/>
                    </a:cubicBezTo>
                    <a:cubicBezTo>
                      <a:pt x="104" y="6736"/>
                      <a:pt x="109" y="6584"/>
                      <a:pt x="115" y="6431"/>
                    </a:cubicBezTo>
                    <a:cubicBezTo>
                      <a:pt x="116" y="6403"/>
                      <a:pt x="117" y="6374"/>
                      <a:pt x="118" y="6344"/>
                    </a:cubicBezTo>
                    <a:cubicBezTo>
                      <a:pt x="121" y="6262"/>
                      <a:pt x="126" y="6181"/>
                      <a:pt x="131" y="6099"/>
                    </a:cubicBezTo>
                    <a:cubicBezTo>
                      <a:pt x="134" y="6053"/>
                      <a:pt x="137" y="6006"/>
                      <a:pt x="140" y="5958"/>
                    </a:cubicBezTo>
                    <a:cubicBezTo>
                      <a:pt x="181" y="5799"/>
                      <a:pt x="263" y="5738"/>
                      <a:pt x="380" y="5625"/>
                    </a:cubicBezTo>
                    <a:cubicBezTo>
                      <a:pt x="406" y="5533"/>
                      <a:pt x="406" y="5533"/>
                      <a:pt x="406" y="5439"/>
                    </a:cubicBezTo>
                    <a:cubicBezTo>
                      <a:pt x="407" y="5404"/>
                      <a:pt x="408" y="5368"/>
                      <a:pt x="409" y="5331"/>
                    </a:cubicBezTo>
                    <a:cubicBezTo>
                      <a:pt x="409" y="5312"/>
                      <a:pt x="409" y="5312"/>
                      <a:pt x="409" y="5216"/>
                    </a:cubicBezTo>
                    <a:cubicBezTo>
                      <a:pt x="412" y="5135"/>
                      <a:pt x="416" y="5053"/>
                      <a:pt x="419" y="4972"/>
                    </a:cubicBezTo>
                    <a:cubicBezTo>
                      <a:pt x="421" y="4929"/>
                      <a:pt x="423" y="4887"/>
                      <a:pt x="425" y="4844"/>
                    </a:cubicBezTo>
                    <a:cubicBezTo>
                      <a:pt x="478" y="3852"/>
                      <a:pt x="478" y="3852"/>
                      <a:pt x="689" y="3614"/>
                    </a:cubicBezTo>
                    <a:cubicBezTo>
                      <a:pt x="855" y="3482"/>
                      <a:pt x="1016" y="3396"/>
                      <a:pt x="1215" y="3325"/>
                    </a:cubicBezTo>
                    <a:cubicBezTo>
                      <a:pt x="1538" y="3209"/>
                      <a:pt x="1654" y="3107"/>
                      <a:pt x="1836" y="2818"/>
                    </a:cubicBezTo>
                    <a:cubicBezTo>
                      <a:pt x="2168" y="2294"/>
                      <a:pt x="2168" y="2294"/>
                      <a:pt x="2500" y="2204"/>
                    </a:cubicBezTo>
                    <a:cubicBezTo>
                      <a:pt x="2777" y="2155"/>
                      <a:pt x="3055" y="2144"/>
                      <a:pt x="3336" y="2135"/>
                    </a:cubicBezTo>
                    <a:cubicBezTo>
                      <a:pt x="3433" y="2130"/>
                      <a:pt x="3531" y="2123"/>
                      <a:pt x="3628" y="2117"/>
                    </a:cubicBezTo>
                    <a:cubicBezTo>
                      <a:pt x="3865" y="2101"/>
                      <a:pt x="4101" y="2091"/>
                      <a:pt x="4338" y="2083"/>
                    </a:cubicBezTo>
                    <a:cubicBezTo>
                      <a:pt x="4337" y="2069"/>
                      <a:pt x="4337" y="2069"/>
                      <a:pt x="4330" y="1999"/>
                    </a:cubicBezTo>
                    <a:cubicBezTo>
                      <a:pt x="4312" y="1697"/>
                      <a:pt x="4312" y="1697"/>
                      <a:pt x="4436" y="1553"/>
                    </a:cubicBezTo>
                    <a:cubicBezTo>
                      <a:pt x="4482" y="1522"/>
                      <a:pt x="4528" y="1493"/>
                      <a:pt x="4575" y="1466"/>
                    </a:cubicBezTo>
                    <a:cubicBezTo>
                      <a:pt x="4600" y="1449"/>
                      <a:pt x="4625" y="1433"/>
                      <a:pt x="4651" y="1416"/>
                    </a:cubicBezTo>
                    <a:cubicBezTo>
                      <a:pt x="4733" y="1364"/>
                      <a:pt x="4815" y="1314"/>
                      <a:pt x="4898" y="1263"/>
                    </a:cubicBezTo>
                    <a:cubicBezTo>
                      <a:pt x="4955" y="1227"/>
                      <a:pt x="5012" y="1191"/>
                      <a:pt x="5069" y="1155"/>
                    </a:cubicBezTo>
                    <a:cubicBezTo>
                      <a:pt x="5240" y="1045"/>
                      <a:pt x="5414" y="939"/>
                      <a:pt x="5588" y="833"/>
                    </a:cubicBezTo>
                    <a:cubicBezTo>
                      <a:pt x="5615" y="817"/>
                      <a:pt x="5641" y="801"/>
                      <a:pt x="5669" y="785"/>
                    </a:cubicBezTo>
                    <a:cubicBezTo>
                      <a:pt x="5880" y="657"/>
                      <a:pt x="6091" y="530"/>
                      <a:pt x="6305" y="406"/>
                    </a:cubicBezTo>
                    <a:cubicBezTo>
                      <a:pt x="6345" y="383"/>
                      <a:pt x="6385" y="360"/>
                      <a:pt x="6426" y="336"/>
                    </a:cubicBezTo>
                    <a:cubicBezTo>
                      <a:pt x="6460" y="316"/>
                      <a:pt x="6495" y="296"/>
                      <a:pt x="6531" y="276"/>
                    </a:cubicBezTo>
                    <a:cubicBezTo>
                      <a:pt x="6630" y="208"/>
                      <a:pt x="6630" y="208"/>
                      <a:pt x="6838" y="0"/>
                    </a:cubicBezTo>
                    <a:close/>
                  </a:path>
                </a:pathLst>
              </a:custGeom>
              <a:solidFill>
                <a:srgbClr val="91EBDF"/>
              </a:solidFill>
              <a:ln w="2646" cap="flat">
                <a:noFill/>
              </a:ln>
            </p:spPr>
          </p:sp>
          <p:sp>
            <p:nvSpPr>
              <p:cNvPr id="2885" name="ICON_C_TOPOGRAPHY_path_029"/>
              <p:cNvSpPr/>
              <p:nvPr/>
            </p:nvSpPr>
            <p:spPr>
              <a:xfrm>
                <a:off x="11327760" y="7409513"/>
                <a:ext cx="57261" cy="160216"/>
              </a:xfrm>
              <a:custGeom>
                <a:avLst/>
                <a:gdLst/>
                <a:ahLst/>
                <a:cxnLst/>
                <a:rect l="0" t="0" r="r" b="b"/>
                <a:pathLst>
                  <a:path w="4509" h="12615" fill="norm" stroke="0">
                    <a:moveTo>
                      <a:pt x="4509" y="324"/>
                    </a:moveTo>
                    <a:cubicBezTo>
                      <a:pt x="4102" y="1006"/>
                      <a:pt x="4102" y="1006"/>
                      <a:pt x="3701" y="1144"/>
                    </a:cubicBezTo>
                    <a:cubicBezTo>
                      <a:pt x="3289" y="1316"/>
                      <a:pt x="3011" y="1580"/>
                      <a:pt x="2716" y="1905"/>
                    </a:cubicBezTo>
                    <a:cubicBezTo>
                      <a:pt x="2684" y="1940"/>
                      <a:pt x="2652" y="1975"/>
                      <a:pt x="2619" y="2011"/>
                    </a:cubicBezTo>
                    <a:cubicBezTo>
                      <a:pt x="2592" y="2042"/>
                      <a:pt x="2564" y="2073"/>
                      <a:pt x="2536" y="2105"/>
                    </a:cubicBezTo>
                    <a:cubicBezTo>
                      <a:pt x="2426" y="2198"/>
                      <a:pt x="2342" y="2234"/>
                      <a:pt x="2210" y="2288"/>
                    </a:cubicBezTo>
                    <a:cubicBezTo>
                      <a:pt x="2023" y="2378"/>
                      <a:pt x="2023" y="2378"/>
                      <a:pt x="1966" y="2496"/>
                    </a:cubicBezTo>
                    <a:cubicBezTo>
                      <a:pt x="1944" y="2609"/>
                      <a:pt x="1935" y="2716"/>
                      <a:pt x="1930" y="2830"/>
                    </a:cubicBezTo>
                    <a:cubicBezTo>
                      <a:pt x="1926" y="2871"/>
                      <a:pt x="1923" y="2912"/>
                      <a:pt x="1919" y="2954"/>
                    </a:cubicBezTo>
                    <a:cubicBezTo>
                      <a:pt x="1908" y="3084"/>
                      <a:pt x="1900" y="3214"/>
                      <a:pt x="1892" y="3345"/>
                    </a:cubicBezTo>
                    <a:cubicBezTo>
                      <a:pt x="1882" y="3475"/>
                      <a:pt x="1873" y="3605"/>
                      <a:pt x="1862" y="3735"/>
                    </a:cubicBezTo>
                    <a:cubicBezTo>
                      <a:pt x="1855" y="3816"/>
                      <a:pt x="1850" y="3897"/>
                      <a:pt x="1845" y="3978"/>
                    </a:cubicBezTo>
                    <a:cubicBezTo>
                      <a:pt x="1844" y="3996"/>
                      <a:pt x="1844" y="3996"/>
                      <a:pt x="1837" y="4090"/>
                    </a:cubicBezTo>
                    <a:cubicBezTo>
                      <a:pt x="1835" y="4122"/>
                      <a:pt x="1833" y="4154"/>
                      <a:pt x="1831" y="4187"/>
                    </a:cubicBezTo>
                    <a:cubicBezTo>
                      <a:pt x="1800" y="4282"/>
                      <a:pt x="1800" y="4282"/>
                      <a:pt x="1696" y="4382"/>
                    </a:cubicBezTo>
                    <a:cubicBezTo>
                      <a:pt x="1569" y="4514"/>
                      <a:pt x="1563" y="4575"/>
                      <a:pt x="1555" y="4756"/>
                    </a:cubicBezTo>
                    <a:cubicBezTo>
                      <a:pt x="1554" y="4782"/>
                      <a:pt x="1553" y="4808"/>
                      <a:pt x="1551" y="4834"/>
                    </a:cubicBezTo>
                    <a:cubicBezTo>
                      <a:pt x="1547" y="4919"/>
                      <a:pt x="1545" y="5004"/>
                      <a:pt x="1543" y="5089"/>
                    </a:cubicBezTo>
                    <a:cubicBezTo>
                      <a:pt x="1542" y="5103"/>
                      <a:pt x="1542" y="5103"/>
                      <a:pt x="1540" y="5177"/>
                    </a:cubicBezTo>
                    <a:cubicBezTo>
                      <a:pt x="1536" y="5331"/>
                      <a:pt x="1532" y="5486"/>
                      <a:pt x="1531" y="5640"/>
                    </a:cubicBezTo>
                    <a:cubicBezTo>
                      <a:pt x="1529" y="5768"/>
                      <a:pt x="1524" y="5895"/>
                      <a:pt x="1518" y="6022"/>
                    </a:cubicBezTo>
                    <a:cubicBezTo>
                      <a:pt x="1475" y="6859"/>
                      <a:pt x="1475" y="6859"/>
                      <a:pt x="1592" y="7199"/>
                    </a:cubicBezTo>
                    <a:cubicBezTo>
                      <a:pt x="1726" y="7345"/>
                      <a:pt x="1894" y="7390"/>
                      <a:pt x="2079" y="7449"/>
                    </a:cubicBezTo>
                    <a:cubicBezTo>
                      <a:pt x="2647" y="7656"/>
                      <a:pt x="2876" y="8292"/>
                      <a:pt x="3134" y="8800"/>
                    </a:cubicBezTo>
                    <a:cubicBezTo>
                      <a:pt x="3181" y="8892"/>
                      <a:pt x="3229" y="8984"/>
                      <a:pt x="3277" y="9075"/>
                    </a:cubicBezTo>
                    <a:cubicBezTo>
                      <a:pt x="3867" y="10199"/>
                      <a:pt x="4348" y="11323"/>
                      <a:pt x="4300" y="12615"/>
                    </a:cubicBezTo>
                    <a:cubicBezTo>
                      <a:pt x="3534" y="12441"/>
                      <a:pt x="3534" y="12441"/>
                      <a:pt x="3259" y="12199"/>
                    </a:cubicBezTo>
                    <a:cubicBezTo>
                      <a:pt x="3127" y="11872"/>
                      <a:pt x="3196" y="11495"/>
                      <a:pt x="3259" y="11157"/>
                    </a:cubicBezTo>
                    <a:cubicBezTo>
                      <a:pt x="3231" y="11162"/>
                      <a:pt x="3204" y="11166"/>
                      <a:pt x="3176" y="11171"/>
                    </a:cubicBezTo>
                    <a:cubicBezTo>
                      <a:pt x="3055" y="11183"/>
                      <a:pt x="2960" y="11184"/>
                      <a:pt x="2842" y="11157"/>
                    </a:cubicBezTo>
                    <a:cubicBezTo>
                      <a:pt x="2719" y="11044"/>
                      <a:pt x="2668" y="10908"/>
                      <a:pt x="2608" y="10753"/>
                    </a:cubicBezTo>
                    <a:cubicBezTo>
                      <a:pt x="2599" y="10731"/>
                      <a:pt x="2599" y="10731"/>
                      <a:pt x="2552" y="10619"/>
                    </a:cubicBezTo>
                    <a:cubicBezTo>
                      <a:pt x="2430" y="10291"/>
                      <a:pt x="2417" y="9991"/>
                      <a:pt x="2436" y="9643"/>
                    </a:cubicBezTo>
                    <a:cubicBezTo>
                      <a:pt x="2438" y="9602"/>
                      <a:pt x="2440" y="9561"/>
                      <a:pt x="2443" y="9518"/>
                    </a:cubicBezTo>
                    <a:cubicBezTo>
                      <a:pt x="2447" y="9434"/>
                      <a:pt x="2452" y="9350"/>
                      <a:pt x="2457" y="9266"/>
                    </a:cubicBezTo>
                    <a:cubicBezTo>
                      <a:pt x="2460" y="9224"/>
                      <a:pt x="2462" y="9182"/>
                      <a:pt x="2465" y="9139"/>
                    </a:cubicBezTo>
                    <a:cubicBezTo>
                      <a:pt x="2467" y="9097"/>
                      <a:pt x="2469" y="9055"/>
                      <a:pt x="2472" y="9013"/>
                    </a:cubicBezTo>
                    <a:cubicBezTo>
                      <a:pt x="2502" y="8358"/>
                      <a:pt x="2502" y="8358"/>
                      <a:pt x="2381" y="8172"/>
                    </a:cubicBezTo>
                    <a:cubicBezTo>
                      <a:pt x="2115" y="7902"/>
                      <a:pt x="1741" y="7886"/>
                      <a:pt x="1384" y="7824"/>
                    </a:cubicBezTo>
                    <a:cubicBezTo>
                      <a:pt x="1384" y="8374"/>
                      <a:pt x="1384" y="8924"/>
                      <a:pt x="1384" y="9490"/>
                    </a:cubicBezTo>
                    <a:cubicBezTo>
                      <a:pt x="1246" y="9490"/>
                      <a:pt x="1109" y="9490"/>
                      <a:pt x="967" y="9490"/>
                    </a:cubicBezTo>
                    <a:cubicBezTo>
                      <a:pt x="873" y="9372"/>
                      <a:pt x="837" y="9305"/>
                      <a:pt x="790" y="9166"/>
                    </a:cubicBezTo>
                    <a:cubicBezTo>
                      <a:pt x="776" y="9131"/>
                      <a:pt x="763" y="9095"/>
                      <a:pt x="749" y="9058"/>
                    </a:cubicBezTo>
                    <a:cubicBezTo>
                      <a:pt x="706" y="8934"/>
                      <a:pt x="667" y="8809"/>
                      <a:pt x="629" y="8683"/>
                    </a:cubicBezTo>
                    <a:cubicBezTo>
                      <a:pt x="615" y="8639"/>
                      <a:pt x="601" y="8595"/>
                      <a:pt x="587" y="8550"/>
                    </a:cubicBezTo>
                    <a:cubicBezTo>
                      <a:pt x="59" y="6760"/>
                      <a:pt x="0" y="4295"/>
                      <a:pt x="615" y="2524"/>
                    </a:cubicBezTo>
                    <a:cubicBezTo>
                      <a:pt x="628" y="2489"/>
                      <a:pt x="640" y="2453"/>
                      <a:pt x="652" y="2416"/>
                    </a:cubicBezTo>
                    <a:cubicBezTo>
                      <a:pt x="792" y="2028"/>
                      <a:pt x="992" y="1722"/>
                      <a:pt x="1275" y="1422"/>
                    </a:cubicBezTo>
                    <a:cubicBezTo>
                      <a:pt x="1300" y="1395"/>
                      <a:pt x="1324" y="1368"/>
                      <a:pt x="1350" y="1340"/>
                    </a:cubicBezTo>
                    <a:cubicBezTo>
                      <a:pt x="1462" y="1231"/>
                      <a:pt x="1542" y="1164"/>
                      <a:pt x="1700" y="1143"/>
                    </a:cubicBezTo>
                    <a:cubicBezTo>
                      <a:pt x="1809" y="1146"/>
                      <a:pt x="1914" y="1155"/>
                      <a:pt x="2022" y="1170"/>
                    </a:cubicBezTo>
                    <a:cubicBezTo>
                      <a:pt x="2304" y="1200"/>
                      <a:pt x="2304" y="1200"/>
                      <a:pt x="2425" y="1157"/>
                    </a:cubicBezTo>
                    <a:cubicBezTo>
                      <a:pt x="2507" y="1029"/>
                      <a:pt x="2540" y="885"/>
                      <a:pt x="2582" y="740"/>
                    </a:cubicBezTo>
                    <a:cubicBezTo>
                      <a:pt x="2810" y="0"/>
                      <a:pt x="3896" y="269"/>
                      <a:pt x="4509" y="324"/>
                    </a:cubicBezTo>
                    <a:close/>
                  </a:path>
                </a:pathLst>
              </a:custGeom>
              <a:solidFill>
                <a:srgbClr val="72DEE0"/>
              </a:solidFill>
              <a:ln w="2646" cap="flat">
                <a:noFill/>
              </a:ln>
            </p:spPr>
          </p:sp>
          <p:sp>
            <p:nvSpPr>
              <p:cNvPr id="2886" name="ICON_C_TOPOGRAPHY_path_030"/>
              <p:cNvSpPr/>
              <p:nvPr/>
            </p:nvSpPr>
            <p:spPr>
              <a:xfrm>
                <a:off x="11612047" y="7336896"/>
                <a:ext cx="71953" cy="193146"/>
              </a:xfrm>
              <a:custGeom>
                <a:avLst/>
                <a:gdLst/>
                <a:ahLst/>
                <a:cxnLst/>
                <a:rect l="0" t="0" r="r" b="b"/>
                <a:pathLst>
                  <a:path w="5666" h="15208" fill="norm" stroke="0">
                    <a:moveTo>
                      <a:pt x="41" y="0"/>
                    </a:moveTo>
                    <a:cubicBezTo>
                      <a:pt x="639" y="320"/>
                      <a:pt x="1155" y="634"/>
                      <a:pt x="1599" y="1157"/>
                    </a:cubicBezTo>
                    <a:cubicBezTo>
                      <a:pt x="1794" y="1375"/>
                      <a:pt x="1952" y="1480"/>
                      <a:pt x="2220" y="1590"/>
                    </a:cubicBezTo>
                    <a:cubicBezTo>
                      <a:pt x="2653" y="1773"/>
                      <a:pt x="2849" y="1953"/>
                      <a:pt x="3031" y="2388"/>
                    </a:cubicBezTo>
                    <a:cubicBezTo>
                      <a:pt x="3077" y="2507"/>
                      <a:pt x="3121" y="2627"/>
                      <a:pt x="3166" y="2747"/>
                    </a:cubicBezTo>
                    <a:cubicBezTo>
                      <a:pt x="3233" y="2918"/>
                      <a:pt x="3303" y="3087"/>
                      <a:pt x="3372" y="3257"/>
                    </a:cubicBezTo>
                    <a:cubicBezTo>
                      <a:pt x="3381" y="3278"/>
                      <a:pt x="3381" y="3278"/>
                      <a:pt x="3424" y="3385"/>
                    </a:cubicBezTo>
                    <a:cubicBezTo>
                      <a:pt x="3574" y="3747"/>
                      <a:pt x="3763" y="4074"/>
                      <a:pt x="3971" y="4405"/>
                    </a:cubicBezTo>
                    <a:cubicBezTo>
                      <a:pt x="4351" y="5015"/>
                      <a:pt x="4546" y="5597"/>
                      <a:pt x="4697" y="6298"/>
                    </a:cubicBezTo>
                    <a:cubicBezTo>
                      <a:pt x="4776" y="6665"/>
                      <a:pt x="4857" y="6980"/>
                      <a:pt x="5054" y="7305"/>
                    </a:cubicBezTo>
                    <a:cubicBezTo>
                      <a:pt x="5303" y="7720"/>
                      <a:pt x="5337" y="8180"/>
                      <a:pt x="5386" y="8654"/>
                    </a:cubicBezTo>
                    <a:cubicBezTo>
                      <a:pt x="5424" y="9008"/>
                      <a:pt x="5479" y="9271"/>
                      <a:pt x="5666" y="9583"/>
                    </a:cubicBezTo>
                    <a:cubicBezTo>
                      <a:pt x="5562" y="9618"/>
                      <a:pt x="5562" y="9618"/>
                      <a:pt x="5041" y="9792"/>
                    </a:cubicBezTo>
                    <a:cubicBezTo>
                      <a:pt x="5144" y="9826"/>
                      <a:pt x="5144" y="9826"/>
                      <a:pt x="5666" y="10000"/>
                    </a:cubicBezTo>
                    <a:cubicBezTo>
                      <a:pt x="5528" y="10000"/>
                      <a:pt x="5391" y="10000"/>
                      <a:pt x="5249" y="10000"/>
                    </a:cubicBezTo>
                    <a:cubicBezTo>
                      <a:pt x="5244" y="10252"/>
                      <a:pt x="5240" y="10504"/>
                      <a:pt x="5237" y="10755"/>
                    </a:cubicBezTo>
                    <a:cubicBezTo>
                      <a:pt x="5236" y="10841"/>
                      <a:pt x="5235" y="10926"/>
                      <a:pt x="5233" y="11011"/>
                    </a:cubicBezTo>
                    <a:cubicBezTo>
                      <a:pt x="5224" y="11465"/>
                      <a:pt x="5233" y="11872"/>
                      <a:pt x="5365" y="12309"/>
                    </a:cubicBezTo>
                    <a:cubicBezTo>
                      <a:pt x="5489" y="12729"/>
                      <a:pt x="5419" y="13020"/>
                      <a:pt x="5275" y="13425"/>
                    </a:cubicBezTo>
                    <a:cubicBezTo>
                      <a:pt x="5244" y="13519"/>
                      <a:pt x="5214" y="13613"/>
                      <a:pt x="5184" y="13707"/>
                    </a:cubicBezTo>
                    <a:cubicBezTo>
                      <a:pt x="5165" y="13770"/>
                      <a:pt x="5145" y="13833"/>
                      <a:pt x="5124" y="13895"/>
                    </a:cubicBezTo>
                    <a:cubicBezTo>
                      <a:pt x="5031" y="14186"/>
                      <a:pt x="4966" y="14478"/>
                      <a:pt x="4910" y="14779"/>
                    </a:cubicBezTo>
                    <a:cubicBezTo>
                      <a:pt x="4906" y="14801"/>
                      <a:pt x="4906" y="14801"/>
                      <a:pt x="4885" y="14912"/>
                    </a:cubicBezTo>
                    <a:cubicBezTo>
                      <a:pt x="4867" y="15011"/>
                      <a:pt x="4850" y="15110"/>
                      <a:pt x="4832" y="15208"/>
                    </a:cubicBezTo>
                    <a:cubicBezTo>
                      <a:pt x="4695" y="15208"/>
                      <a:pt x="4557" y="15208"/>
                      <a:pt x="4416" y="15208"/>
                    </a:cubicBezTo>
                    <a:cubicBezTo>
                      <a:pt x="4416" y="15194"/>
                      <a:pt x="4416" y="15194"/>
                      <a:pt x="4417" y="15119"/>
                    </a:cubicBezTo>
                    <a:cubicBezTo>
                      <a:pt x="4431" y="14394"/>
                      <a:pt x="4442" y="13668"/>
                      <a:pt x="4448" y="12942"/>
                    </a:cubicBezTo>
                    <a:cubicBezTo>
                      <a:pt x="4451" y="12591"/>
                      <a:pt x="4455" y="12240"/>
                      <a:pt x="4463" y="11889"/>
                    </a:cubicBezTo>
                    <a:cubicBezTo>
                      <a:pt x="4494" y="10370"/>
                      <a:pt x="4518" y="9002"/>
                      <a:pt x="3904" y="7581"/>
                    </a:cubicBezTo>
                    <a:cubicBezTo>
                      <a:pt x="3761" y="7242"/>
                      <a:pt x="3688" y="6892"/>
                      <a:pt x="3616" y="6533"/>
                    </a:cubicBezTo>
                    <a:cubicBezTo>
                      <a:pt x="3470" y="5829"/>
                      <a:pt x="3209" y="5268"/>
                      <a:pt x="2830" y="4660"/>
                    </a:cubicBezTo>
                    <a:cubicBezTo>
                      <a:pt x="2636" y="4348"/>
                      <a:pt x="2495" y="4095"/>
                      <a:pt x="2449" y="3724"/>
                    </a:cubicBezTo>
                    <a:cubicBezTo>
                      <a:pt x="2389" y="3294"/>
                      <a:pt x="2084" y="3054"/>
                      <a:pt x="1781" y="2774"/>
                    </a:cubicBezTo>
                    <a:cubicBezTo>
                      <a:pt x="1356" y="2381"/>
                      <a:pt x="1041" y="1962"/>
                      <a:pt x="737" y="1470"/>
                    </a:cubicBezTo>
                    <a:cubicBezTo>
                      <a:pt x="706" y="1420"/>
                      <a:pt x="675" y="1369"/>
                      <a:pt x="644" y="1319"/>
                    </a:cubicBezTo>
                    <a:cubicBezTo>
                      <a:pt x="629" y="1295"/>
                      <a:pt x="614" y="1271"/>
                      <a:pt x="598" y="1246"/>
                    </a:cubicBezTo>
                    <a:cubicBezTo>
                      <a:pt x="492" y="1080"/>
                      <a:pt x="372" y="951"/>
                      <a:pt x="227" y="818"/>
                    </a:cubicBezTo>
                    <a:cubicBezTo>
                      <a:pt x="15" y="617"/>
                      <a:pt x="15" y="617"/>
                      <a:pt x="0" y="447"/>
                    </a:cubicBezTo>
                    <a:cubicBezTo>
                      <a:pt x="4" y="366"/>
                      <a:pt x="4" y="366"/>
                      <a:pt x="15" y="286"/>
                    </a:cubicBezTo>
                    <a:cubicBezTo>
                      <a:pt x="16" y="259"/>
                      <a:pt x="18" y="231"/>
                      <a:pt x="20" y="202"/>
                    </a:cubicBezTo>
                    <a:cubicBezTo>
                      <a:pt x="25" y="134"/>
                      <a:pt x="33" y="67"/>
                      <a:pt x="41" y="0"/>
                    </a:cubicBezTo>
                    <a:close/>
                  </a:path>
                </a:pathLst>
              </a:custGeom>
              <a:solidFill>
                <a:srgbClr val="1F256E"/>
              </a:solidFill>
              <a:ln w="2646" cap="flat">
                <a:noFill/>
              </a:ln>
            </p:spPr>
          </p:sp>
          <p:sp>
            <p:nvSpPr>
              <p:cNvPr id="2887" name="ICON_C_TOPOGRAPHY_path_031"/>
              <p:cNvSpPr/>
              <p:nvPr/>
            </p:nvSpPr>
            <p:spPr>
              <a:xfrm>
                <a:off x="11398250" y="7306842"/>
                <a:ext cx="148167" cy="50432"/>
              </a:xfrm>
              <a:custGeom>
                <a:avLst/>
                <a:gdLst/>
                <a:ahLst/>
                <a:cxnLst/>
                <a:rect l="0" t="0" r="r" b="b"/>
                <a:pathLst>
                  <a:path w="11667" h="3971" fill="norm" stroke="0">
                    <a:moveTo>
                      <a:pt x="5625" y="75"/>
                    </a:moveTo>
                    <a:cubicBezTo>
                      <a:pt x="5623" y="99"/>
                      <a:pt x="5621" y="123"/>
                      <a:pt x="5618" y="148"/>
                    </a:cubicBezTo>
                    <a:cubicBezTo>
                      <a:pt x="5576" y="688"/>
                      <a:pt x="5576" y="688"/>
                      <a:pt x="5625" y="908"/>
                    </a:cubicBezTo>
                    <a:cubicBezTo>
                      <a:pt x="5731" y="991"/>
                      <a:pt x="5815" y="1008"/>
                      <a:pt x="5944" y="1040"/>
                    </a:cubicBezTo>
                    <a:cubicBezTo>
                      <a:pt x="6042" y="1116"/>
                      <a:pt x="6042" y="1116"/>
                      <a:pt x="6058" y="1203"/>
                    </a:cubicBezTo>
                    <a:cubicBezTo>
                      <a:pt x="6062" y="1316"/>
                      <a:pt x="6060" y="1427"/>
                      <a:pt x="6055" y="1540"/>
                    </a:cubicBezTo>
                    <a:cubicBezTo>
                      <a:pt x="6054" y="1579"/>
                      <a:pt x="6053" y="1618"/>
                      <a:pt x="6052" y="1659"/>
                    </a:cubicBezTo>
                    <a:cubicBezTo>
                      <a:pt x="6049" y="1756"/>
                      <a:pt x="6046" y="1853"/>
                      <a:pt x="6042" y="1950"/>
                    </a:cubicBezTo>
                    <a:cubicBezTo>
                      <a:pt x="6080" y="1949"/>
                      <a:pt x="6119" y="1948"/>
                      <a:pt x="6158" y="1947"/>
                    </a:cubicBezTo>
                    <a:cubicBezTo>
                      <a:pt x="6529" y="1938"/>
                      <a:pt x="6899" y="1932"/>
                      <a:pt x="7270" y="1928"/>
                    </a:cubicBezTo>
                    <a:cubicBezTo>
                      <a:pt x="7460" y="1926"/>
                      <a:pt x="7651" y="1923"/>
                      <a:pt x="7841" y="1918"/>
                    </a:cubicBezTo>
                    <a:cubicBezTo>
                      <a:pt x="8644" y="1899"/>
                      <a:pt x="9404" y="1913"/>
                      <a:pt x="10182" y="2132"/>
                    </a:cubicBezTo>
                    <a:cubicBezTo>
                      <a:pt x="10212" y="2140"/>
                      <a:pt x="10242" y="2148"/>
                      <a:pt x="10273" y="2156"/>
                    </a:cubicBezTo>
                    <a:cubicBezTo>
                      <a:pt x="10889" y="2328"/>
                      <a:pt x="11283" y="2697"/>
                      <a:pt x="11667" y="3200"/>
                    </a:cubicBezTo>
                    <a:cubicBezTo>
                      <a:pt x="11571" y="3211"/>
                      <a:pt x="11476" y="3219"/>
                      <a:pt x="11380" y="3226"/>
                    </a:cubicBezTo>
                    <a:cubicBezTo>
                      <a:pt x="11367" y="3227"/>
                      <a:pt x="11367" y="3227"/>
                      <a:pt x="11300" y="3236"/>
                    </a:cubicBezTo>
                    <a:cubicBezTo>
                      <a:pt x="11200" y="3241"/>
                      <a:pt x="11136" y="3236"/>
                      <a:pt x="11042" y="3200"/>
                    </a:cubicBezTo>
                    <a:cubicBezTo>
                      <a:pt x="10987" y="3132"/>
                      <a:pt x="10934" y="3062"/>
                      <a:pt x="10881" y="2992"/>
                    </a:cubicBezTo>
                    <a:cubicBezTo>
                      <a:pt x="10740" y="2825"/>
                      <a:pt x="10612" y="2769"/>
                      <a:pt x="10394" y="2745"/>
                    </a:cubicBezTo>
                    <a:cubicBezTo>
                      <a:pt x="10153" y="2732"/>
                      <a:pt x="9913" y="2734"/>
                      <a:pt x="9672" y="2740"/>
                    </a:cubicBezTo>
                    <a:cubicBezTo>
                      <a:pt x="9521" y="2744"/>
                      <a:pt x="9370" y="2745"/>
                      <a:pt x="9219" y="2744"/>
                    </a:cubicBezTo>
                    <a:cubicBezTo>
                      <a:pt x="8726" y="2748"/>
                      <a:pt x="8266" y="2786"/>
                      <a:pt x="7785" y="2896"/>
                    </a:cubicBezTo>
                    <a:cubicBezTo>
                      <a:pt x="7374" y="2990"/>
                      <a:pt x="7048" y="2996"/>
                      <a:pt x="6637" y="2906"/>
                    </a:cubicBezTo>
                    <a:cubicBezTo>
                      <a:pt x="6141" y="2799"/>
                      <a:pt x="5743" y="2756"/>
                      <a:pt x="5253" y="2920"/>
                    </a:cubicBezTo>
                    <a:cubicBezTo>
                      <a:pt x="5058" y="2984"/>
                      <a:pt x="4939" y="3007"/>
                      <a:pt x="4740" y="2926"/>
                    </a:cubicBezTo>
                    <a:cubicBezTo>
                      <a:pt x="4624" y="2850"/>
                      <a:pt x="4590" y="2811"/>
                      <a:pt x="4559" y="2676"/>
                    </a:cubicBezTo>
                    <a:cubicBezTo>
                      <a:pt x="4557" y="2562"/>
                      <a:pt x="4557" y="2562"/>
                      <a:pt x="4583" y="2366"/>
                    </a:cubicBezTo>
                    <a:cubicBezTo>
                      <a:pt x="4446" y="2366"/>
                      <a:pt x="4308" y="2366"/>
                      <a:pt x="4167" y="2366"/>
                    </a:cubicBezTo>
                    <a:cubicBezTo>
                      <a:pt x="4167" y="2160"/>
                      <a:pt x="4167" y="1954"/>
                      <a:pt x="4167" y="1741"/>
                    </a:cubicBezTo>
                    <a:cubicBezTo>
                      <a:pt x="3892" y="1741"/>
                      <a:pt x="3617" y="1741"/>
                      <a:pt x="3333" y="1741"/>
                    </a:cubicBezTo>
                    <a:cubicBezTo>
                      <a:pt x="3311" y="2469"/>
                      <a:pt x="3311" y="3125"/>
                      <a:pt x="3542" y="3825"/>
                    </a:cubicBezTo>
                    <a:cubicBezTo>
                      <a:pt x="3201" y="3901"/>
                      <a:pt x="2829" y="3971"/>
                      <a:pt x="2500" y="3825"/>
                    </a:cubicBezTo>
                    <a:cubicBezTo>
                      <a:pt x="2189" y="3472"/>
                      <a:pt x="2062" y="2876"/>
                      <a:pt x="2089" y="2413"/>
                    </a:cubicBezTo>
                    <a:cubicBezTo>
                      <a:pt x="2123" y="2111"/>
                      <a:pt x="2194" y="1821"/>
                      <a:pt x="2292" y="1533"/>
                    </a:cubicBezTo>
                    <a:cubicBezTo>
                      <a:pt x="1893" y="1598"/>
                      <a:pt x="1531" y="1683"/>
                      <a:pt x="1186" y="1902"/>
                    </a:cubicBezTo>
                    <a:cubicBezTo>
                      <a:pt x="1163" y="1916"/>
                      <a:pt x="1140" y="1931"/>
                      <a:pt x="1116" y="1946"/>
                    </a:cubicBezTo>
                    <a:cubicBezTo>
                      <a:pt x="1003" y="2019"/>
                      <a:pt x="891" y="2094"/>
                      <a:pt x="781" y="2173"/>
                    </a:cubicBezTo>
                    <a:cubicBezTo>
                      <a:pt x="660" y="2255"/>
                      <a:pt x="557" y="2321"/>
                      <a:pt x="417" y="2366"/>
                    </a:cubicBezTo>
                    <a:cubicBezTo>
                      <a:pt x="254" y="2329"/>
                      <a:pt x="133" y="2258"/>
                      <a:pt x="0" y="2158"/>
                    </a:cubicBezTo>
                    <a:cubicBezTo>
                      <a:pt x="641" y="1421"/>
                      <a:pt x="1332" y="1136"/>
                      <a:pt x="2257" y="896"/>
                    </a:cubicBezTo>
                    <a:cubicBezTo>
                      <a:pt x="2697" y="782"/>
                      <a:pt x="3072" y="630"/>
                      <a:pt x="3466" y="404"/>
                    </a:cubicBezTo>
                    <a:cubicBezTo>
                      <a:pt x="4173" y="0"/>
                      <a:pt x="4828" y="5"/>
                      <a:pt x="5625" y="75"/>
                    </a:cubicBezTo>
                    <a:close/>
                  </a:path>
                </a:pathLst>
              </a:custGeom>
              <a:solidFill>
                <a:srgbClr val="5E85E4"/>
              </a:solidFill>
              <a:ln w="2646" cap="flat">
                <a:noFill/>
              </a:ln>
            </p:spPr>
          </p:sp>
          <p:sp>
            <p:nvSpPr>
              <p:cNvPr id="2888" name="ICON_C_TOPOGRAPHY_path_032"/>
              <p:cNvSpPr/>
              <p:nvPr/>
            </p:nvSpPr>
            <p:spPr>
              <a:xfrm>
                <a:off x="11337396" y="7328958"/>
                <a:ext cx="198438" cy="105833"/>
              </a:xfrm>
              <a:custGeom>
                <a:avLst/>
                <a:gdLst/>
                <a:ahLst/>
                <a:cxnLst/>
                <a:rect l="0" t="0" r="r" b="b"/>
                <a:pathLst>
                  <a:path w="15625" h="8333" fill="norm" stroke="0">
                    <a:moveTo>
                      <a:pt x="8125" y="0"/>
                    </a:moveTo>
                    <a:cubicBezTo>
                      <a:pt x="8400" y="0"/>
                      <a:pt x="8675" y="0"/>
                      <a:pt x="8958" y="0"/>
                    </a:cubicBezTo>
                    <a:cubicBezTo>
                      <a:pt x="8958" y="206"/>
                      <a:pt x="8958" y="413"/>
                      <a:pt x="8958" y="625"/>
                    </a:cubicBezTo>
                    <a:cubicBezTo>
                      <a:pt x="9096" y="625"/>
                      <a:pt x="9233" y="625"/>
                      <a:pt x="9375" y="625"/>
                    </a:cubicBezTo>
                    <a:cubicBezTo>
                      <a:pt x="9375" y="763"/>
                      <a:pt x="9375" y="900"/>
                      <a:pt x="9375" y="1042"/>
                    </a:cubicBezTo>
                    <a:cubicBezTo>
                      <a:pt x="9440" y="1034"/>
                      <a:pt x="9505" y="1027"/>
                      <a:pt x="9572" y="1019"/>
                    </a:cubicBezTo>
                    <a:cubicBezTo>
                      <a:pt x="9791" y="995"/>
                      <a:pt x="10009" y="972"/>
                      <a:pt x="10228" y="949"/>
                    </a:cubicBezTo>
                    <a:cubicBezTo>
                      <a:pt x="10360" y="936"/>
                      <a:pt x="10493" y="922"/>
                      <a:pt x="10625" y="907"/>
                    </a:cubicBezTo>
                    <a:cubicBezTo>
                      <a:pt x="11193" y="842"/>
                      <a:pt x="11672" y="804"/>
                      <a:pt x="12221" y="977"/>
                    </a:cubicBezTo>
                    <a:cubicBezTo>
                      <a:pt x="12474" y="1051"/>
                      <a:pt x="12619" y="1028"/>
                      <a:pt x="12864" y="921"/>
                    </a:cubicBezTo>
                    <a:cubicBezTo>
                      <a:pt x="13264" y="759"/>
                      <a:pt x="13715" y="795"/>
                      <a:pt x="14140" y="795"/>
                    </a:cubicBezTo>
                    <a:cubicBezTo>
                      <a:pt x="14272" y="795"/>
                      <a:pt x="14404" y="792"/>
                      <a:pt x="14536" y="788"/>
                    </a:cubicBezTo>
                    <a:cubicBezTo>
                      <a:pt x="14663" y="785"/>
                      <a:pt x="14790" y="786"/>
                      <a:pt x="14917" y="785"/>
                    </a:cubicBezTo>
                    <a:cubicBezTo>
                      <a:pt x="14941" y="785"/>
                      <a:pt x="14941" y="785"/>
                      <a:pt x="15060" y="781"/>
                    </a:cubicBezTo>
                    <a:cubicBezTo>
                      <a:pt x="15192" y="783"/>
                      <a:pt x="15293" y="787"/>
                      <a:pt x="15417" y="833"/>
                    </a:cubicBezTo>
                    <a:cubicBezTo>
                      <a:pt x="15520" y="962"/>
                      <a:pt x="15576" y="1093"/>
                      <a:pt x="15625" y="1250"/>
                    </a:cubicBezTo>
                    <a:cubicBezTo>
                      <a:pt x="15578" y="1255"/>
                      <a:pt x="15531" y="1260"/>
                      <a:pt x="15482" y="1266"/>
                    </a:cubicBezTo>
                    <a:cubicBezTo>
                      <a:pt x="15304" y="1286"/>
                      <a:pt x="15125" y="1306"/>
                      <a:pt x="14947" y="1327"/>
                    </a:cubicBezTo>
                    <a:cubicBezTo>
                      <a:pt x="14871" y="1336"/>
                      <a:pt x="14794" y="1345"/>
                      <a:pt x="14717" y="1354"/>
                    </a:cubicBezTo>
                    <a:cubicBezTo>
                      <a:pt x="14279" y="1402"/>
                      <a:pt x="13875" y="1466"/>
                      <a:pt x="13462" y="1625"/>
                    </a:cubicBezTo>
                    <a:cubicBezTo>
                      <a:pt x="13302" y="1677"/>
                      <a:pt x="13171" y="1677"/>
                      <a:pt x="13006" y="1654"/>
                    </a:cubicBezTo>
                    <a:cubicBezTo>
                      <a:pt x="12917" y="1667"/>
                      <a:pt x="12917" y="1667"/>
                      <a:pt x="12834" y="1770"/>
                    </a:cubicBezTo>
                    <a:cubicBezTo>
                      <a:pt x="12754" y="1858"/>
                      <a:pt x="12714" y="1874"/>
                      <a:pt x="12594" y="1892"/>
                    </a:cubicBezTo>
                    <a:cubicBezTo>
                      <a:pt x="12454" y="1895"/>
                      <a:pt x="12315" y="1893"/>
                      <a:pt x="12175" y="1888"/>
                    </a:cubicBezTo>
                    <a:cubicBezTo>
                      <a:pt x="12150" y="1888"/>
                      <a:pt x="12150" y="1888"/>
                      <a:pt x="12027" y="1885"/>
                    </a:cubicBezTo>
                    <a:cubicBezTo>
                      <a:pt x="11907" y="1883"/>
                      <a:pt x="11787" y="1879"/>
                      <a:pt x="11667" y="1875"/>
                    </a:cubicBezTo>
                    <a:cubicBezTo>
                      <a:pt x="11667" y="1737"/>
                      <a:pt x="11667" y="1600"/>
                      <a:pt x="11667" y="1458"/>
                    </a:cubicBezTo>
                    <a:cubicBezTo>
                      <a:pt x="11415" y="1539"/>
                      <a:pt x="11163" y="1620"/>
                      <a:pt x="10911" y="1702"/>
                    </a:cubicBezTo>
                    <a:cubicBezTo>
                      <a:pt x="10826" y="1730"/>
                      <a:pt x="10741" y="1758"/>
                      <a:pt x="10656" y="1785"/>
                    </a:cubicBezTo>
                    <a:cubicBezTo>
                      <a:pt x="10246" y="1916"/>
                      <a:pt x="9851" y="2043"/>
                      <a:pt x="9476" y="2254"/>
                    </a:cubicBezTo>
                    <a:cubicBezTo>
                      <a:pt x="9017" y="2510"/>
                      <a:pt x="8628" y="2560"/>
                      <a:pt x="8106" y="2543"/>
                    </a:cubicBezTo>
                    <a:cubicBezTo>
                      <a:pt x="7980" y="2539"/>
                      <a:pt x="7854" y="2539"/>
                      <a:pt x="7727" y="2539"/>
                    </a:cubicBezTo>
                    <a:cubicBezTo>
                      <a:pt x="7646" y="2538"/>
                      <a:pt x="7565" y="2536"/>
                      <a:pt x="7485" y="2535"/>
                    </a:cubicBezTo>
                    <a:cubicBezTo>
                      <a:pt x="7447" y="2535"/>
                      <a:pt x="7410" y="2535"/>
                      <a:pt x="7371" y="2534"/>
                    </a:cubicBezTo>
                    <a:cubicBezTo>
                      <a:pt x="7194" y="2528"/>
                      <a:pt x="7105" y="2515"/>
                      <a:pt x="6955" y="2412"/>
                    </a:cubicBezTo>
                    <a:cubicBezTo>
                      <a:pt x="6855" y="2262"/>
                      <a:pt x="6851" y="2177"/>
                      <a:pt x="6855" y="1998"/>
                    </a:cubicBezTo>
                    <a:cubicBezTo>
                      <a:pt x="6855" y="1970"/>
                      <a:pt x="6855" y="1943"/>
                      <a:pt x="6856" y="1915"/>
                    </a:cubicBezTo>
                    <a:cubicBezTo>
                      <a:pt x="6857" y="1828"/>
                      <a:pt x="6859" y="1741"/>
                      <a:pt x="6862" y="1654"/>
                    </a:cubicBezTo>
                    <a:cubicBezTo>
                      <a:pt x="6863" y="1594"/>
                      <a:pt x="6864" y="1535"/>
                      <a:pt x="6865" y="1476"/>
                    </a:cubicBezTo>
                    <a:cubicBezTo>
                      <a:pt x="6867" y="1331"/>
                      <a:pt x="6871" y="1186"/>
                      <a:pt x="6875" y="1042"/>
                    </a:cubicBezTo>
                    <a:cubicBezTo>
                      <a:pt x="6669" y="1042"/>
                      <a:pt x="6462" y="1042"/>
                      <a:pt x="6250" y="1042"/>
                    </a:cubicBezTo>
                    <a:cubicBezTo>
                      <a:pt x="6260" y="1122"/>
                      <a:pt x="6271" y="1203"/>
                      <a:pt x="6281" y="1286"/>
                    </a:cubicBezTo>
                    <a:cubicBezTo>
                      <a:pt x="6362" y="2093"/>
                      <a:pt x="6362" y="2093"/>
                      <a:pt x="6179" y="2418"/>
                    </a:cubicBezTo>
                    <a:cubicBezTo>
                      <a:pt x="5984" y="2653"/>
                      <a:pt x="5742" y="2836"/>
                      <a:pt x="5496" y="3015"/>
                    </a:cubicBezTo>
                    <a:cubicBezTo>
                      <a:pt x="5270" y="3180"/>
                      <a:pt x="5056" y="3360"/>
                      <a:pt x="4841" y="3541"/>
                    </a:cubicBezTo>
                    <a:cubicBezTo>
                      <a:pt x="4820" y="3559"/>
                      <a:pt x="4799" y="3576"/>
                      <a:pt x="4777" y="3594"/>
                    </a:cubicBezTo>
                    <a:cubicBezTo>
                      <a:pt x="4397" y="3913"/>
                      <a:pt x="4155" y="4241"/>
                      <a:pt x="3945" y="4688"/>
                    </a:cubicBezTo>
                    <a:cubicBezTo>
                      <a:pt x="3589" y="5440"/>
                      <a:pt x="3041" y="5966"/>
                      <a:pt x="2443" y="6528"/>
                    </a:cubicBezTo>
                    <a:cubicBezTo>
                      <a:pt x="2408" y="6562"/>
                      <a:pt x="2372" y="6596"/>
                      <a:pt x="2335" y="6631"/>
                    </a:cubicBezTo>
                    <a:cubicBezTo>
                      <a:pt x="2268" y="6694"/>
                      <a:pt x="2200" y="6757"/>
                      <a:pt x="2131" y="6819"/>
                    </a:cubicBezTo>
                    <a:cubicBezTo>
                      <a:pt x="1936" y="7002"/>
                      <a:pt x="1825" y="7169"/>
                      <a:pt x="1715" y="7412"/>
                    </a:cubicBezTo>
                    <a:cubicBezTo>
                      <a:pt x="1646" y="7538"/>
                      <a:pt x="1574" y="7573"/>
                      <a:pt x="1440" y="7617"/>
                    </a:cubicBezTo>
                    <a:cubicBezTo>
                      <a:pt x="1419" y="7625"/>
                      <a:pt x="1419" y="7625"/>
                      <a:pt x="1310" y="7664"/>
                    </a:cubicBezTo>
                    <a:cubicBezTo>
                      <a:pt x="1264" y="7678"/>
                      <a:pt x="1219" y="7693"/>
                      <a:pt x="1172" y="7708"/>
                    </a:cubicBezTo>
                    <a:cubicBezTo>
                      <a:pt x="733" y="7865"/>
                      <a:pt x="369" y="8051"/>
                      <a:pt x="0" y="8333"/>
                    </a:cubicBezTo>
                    <a:cubicBezTo>
                      <a:pt x="130" y="7982"/>
                      <a:pt x="269" y="7636"/>
                      <a:pt x="417" y="7292"/>
                    </a:cubicBezTo>
                    <a:cubicBezTo>
                      <a:pt x="431" y="7256"/>
                      <a:pt x="446" y="7221"/>
                      <a:pt x="460" y="7184"/>
                    </a:cubicBezTo>
                    <a:cubicBezTo>
                      <a:pt x="474" y="7153"/>
                      <a:pt x="487" y="7122"/>
                      <a:pt x="500" y="7091"/>
                    </a:cubicBezTo>
                    <a:cubicBezTo>
                      <a:pt x="511" y="7065"/>
                      <a:pt x="522" y="7039"/>
                      <a:pt x="533" y="7013"/>
                    </a:cubicBezTo>
                    <a:cubicBezTo>
                      <a:pt x="732" y="6691"/>
                      <a:pt x="732" y="6691"/>
                      <a:pt x="936" y="6642"/>
                    </a:cubicBezTo>
                    <a:cubicBezTo>
                      <a:pt x="1016" y="6634"/>
                      <a:pt x="1096" y="6627"/>
                      <a:pt x="1176" y="6620"/>
                    </a:cubicBezTo>
                    <a:cubicBezTo>
                      <a:pt x="1947" y="6550"/>
                      <a:pt x="2315" y="6096"/>
                      <a:pt x="2779" y="5539"/>
                    </a:cubicBezTo>
                    <a:cubicBezTo>
                      <a:pt x="2858" y="5446"/>
                      <a:pt x="2938" y="5355"/>
                      <a:pt x="3019" y="5265"/>
                    </a:cubicBezTo>
                    <a:cubicBezTo>
                      <a:pt x="3424" y="4810"/>
                      <a:pt x="3776" y="4355"/>
                      <a:pt x="4072" y="3823"/>
                    </a:cubicBezTo>
                    <a:cubicBezTo>
                      <a:pt x="4326" y="3369"/>
                      <a:pt x="4613" y="3101"/>
                      <a:pt x="5034" y="2804"/>
                    </a:cubicBezTo>
                    <a:cubicBezTo>
                      <a:pt x="5533" y="2445"/>
                      <a:pt x="5917" y="2111"/>
                      <a:pt x="6029" y="1486"/>
                    </a:cubicBezTo>
                    <a:cubicBezTo>
                      <a:pt x="6038" y="1421"/>
                      <a:pt x="6047" y="1355"/>
                      <a:pt x="6055" y="1289"/>
                    </a:cubicBezTo>
                    <a:cubicBezTo>
                      <a:pt x="6059" y="1257"/>
                      <a:pt x="6063" y="1225"/>
                      <a:pt x="6067" y="1192"/>
                    </a:cubicBezTo>
                    <a:cubicBezTo>
                      <a:pt x="6091" y="993"/>
                      <a:pt x="6097" y="819"/>
                      <a:pt x="6042" y="625"/>
                    </a:cubicBezTo>
                    <a:cubicBezTo>
                      <a:pt x="5906" y="499"/>
                      <a:pt x="5807" y="472"/>
                      <a:pt x="5625" y="417"/>
                    </a:cubicBezTo>
                    <a:cubicBezTo>
                      <a:pt x="5831" y="348"/>
                      <a:pt x="6038" y="279"/>
                      <a:pt x="6250" y="208"/>
                    </a:cubicBezTo>
                    <a:cubicBezTo>
                      <a:pt x="6275" y="274"/>
                      <a:pt x="6301" y="339"/>
                      <a:pt x="6327" y="406"/>
                    </a:cubicBezTo>
                    <a:cubicBezTo>
                      <a:pt x="6414" y="581"/>
                      <a:pt x="6477" y="654"/>
                      <a:pt x="6661" y="720"/>
                    </a:cubicBezTo>
                    <a:cubicBezTo>
                      <a:pt x="6737" y="745"/>
                      <a:pt x="6812" y="770"/>
                      <a:pt x="6888" y="794"/>
                    </a:cubicBezTo>
                    <a:cubicBezTo>
                      <a:pt x="7046" y="856"/>
                      <a:pt x="7175" y="917"/>
                      <a:pt x="7292" y="1042"/>
                    </a:cubicBezTo>
                    <a:cubicBezTo>
                      <a:pt x="7401" y="1383"/>
                      <a:pt x="7329" y="1734"/>
                      <a:pt x="7292" y="2083"/>
                    </a:cubicBezTo>
                    <a:cubicBezTo>
                      <a:pt x="7635" y="2083"/>
                      <a:pt x="7979" y="2083"/>
                      <a:pt x="8333" y="2083"/>
                    </a:cubicBezTo>
                    <a:cubicBezTo>
                      <a:pt x="8297" y="2028"/>
                      <a:pt x="8297" y="2028"/>
                      <a:pt x="8112" y="1745"/>
                    </a:cubicBezTo>
                    <a:cubicBezTo>
                      <a:pt x="7788" y="1177"/>
                      <a:pt x="7978" y="597"/>
                      <a:pt x="8125" y="0"/>
                    </a:cubicBezTo>
                    <a:close/>
                  </a:path>
                </a:pathLst>
              </a:custGeom>
              <a:solidFill>
                <a:srgbClr val="609FE9"/>
              </a:solidFill>
              <a:ln w="2646" cap="flat">
                <a:noFill/>
              </a:ln>
            </p:spPr>
          </p:sp>
          <p:sp>
            <p:nvSpPr>
              <p:cNvPr id="2889" name="ICON_C_TOPOGRAPHY_path_033"/>
              <p:cNvSpPr/>
              <p:nvPr/>
            </p:nvSpPr>
            <p:spPr>
              <a:xfrm>
                <a:off x="11359237" y="7461131"/>
                <a:ext cx="189825" cy="121407"/>
              </a:xfrm>
              <a:custGeom>
                <a:avLst/>
                <a:gdLst/>
                <a:ahLst/>
                <a:cxnLst/>
                <a:rect l="0" t="0" r="r" b="b"/>
                <a:pathLst>
                  <a:path w="14947" h="9560" fill="norm" stroke="0">
                    <a:moveTo>
                      <a:pt x="4114" y="218"/>
                    </a:moveTo>
                    <a:cubicBezTo>
                      <a:pt x="3331" y="712"/>
                      <a:pt x="2590" y="1129"/>
                      <a:pt x="1678" y="1325"/>
                    </a:cubicBezTo>
                    <a:cubicBezTo>
                      <a:pt x="1351" y="1398"/>
                      <a:pt x="1084" y="1483"/>
                      <a:pt x="854" y="1745"/>
                    </a:cubicBezTo>
                    <a:cubicBezTo>
                      <a:pt x="695" y="2001"/>
                      <a:pt x="711" y="2325"/>
                      <a:pt x="714" y="2616"/>
                    </a:cubicBezTo>
                    <a:cubicBezTo>
                      <a:pt x="715" y="2732"/>
                      <a:pt x="710" y="2846"/>
                      <a:pt x="705" y="2961"/>
                    </a:cubicBezTo>
                    <a:cubicBezTo>
                      <a:pt x="698" y="3384"/>
                      <a:pt x="698" y="3384"/>
                      <a:pt x="780" y="3551"/>
                    </a:cubicBezTo>
                    <a:cubicBezTo>
                      <a:pt x="901" y="3640"/>
                      <a:pt x="1038" y="3662"/>
                      <a:pt x="1182" y="3690"/>
                    </a:cubicBezTo>
                    <a:cubicBezTo>
                      <a:pt x="1266" y="3708"/>
                      <a:pt x="1266" y="3708"/>
                      <a:pt x="1405" y="3759"/>
                    </a:cubicBezTo>
                    <a:cubicBezTo>
                      <a:pt x="1487" y="3938"/>
                      <a:pt x="1465" y="4102"/>
                      <a:pt x="1444" y="4293"/>
                    </a:cubicBezTo>
                    <a:cubicBezTo>
                      <a:pt x="1441" y="4342"/>
                      <a:pt x="1439" y="4391"/>
                      <a:pt x="1436" y="4441"/>
                    </a:cubicBezTo>
                    <a:cubicBezTo>
                      <a:pt x="1428" y="4561"/>
                      <a:pt x="1418" y="4681"/>
                      <a:pt x="1405" y="4801"/>
                    </a:cubicBezTo>
                    <a:cubicBezTo>
                      <a:pt x="1433" y="4793"/>
                      <a:pt x="1461" y="4786"/>
                      <a:pt x="1489" y="4778"/>
                    </a:cubicBezTo>
                    <a:cubicBezTo>
                      <a:pt x="1621" y="4756"/>
                      <a:pt x="1697" y="4753"/>
                      <a:pt x="1822" y="4801"/>
                    </a:cubicBezTo>
                    <a:cubicBezTo>
                      <a:pt x="1921" y="4980"/>
                      <a:pt x="1963" y="5167"/>
                      <a:pt x="2007" y="5365"/>
                    </a:cubicBezTo>
                    <a:cubicBezTo>
                      <a:pt x="2030" y="5466"/>
                      <a:pt x="2056" y="5566"/>
                      <a:pt x="2083" y="5665"/>
                    </a:cubicBezTo>
                    <a:cubicBezTo>
                      <a:pt x="2151" y="5918"/>
                      <a:pt x="2218" y="6170"/>
                      <a:pt x="2277" y="6424"/>
                    </a:cubicBezTo>
                    <a:cubicBezTo>
                      <a:pt x="2461" y="7181"/>
                      <a:pt x="2461" y="7181"/>
                      <a:pt x="2721" y="7342"/>
                    </a:cubicBezTo>
                    <a:cubicBezTo>
                      <a:pt x="2962" y="7460"/>
                      <a:pt x="3220" y="7532"/>
                      <a:pt x="3482" y="7586"/>
                    </a:cubicBezTo>
                    <a:cubicBezTo>
                      <a:pt x="3510" y="7592"/>
                      <a:pt x="3537" y="7599"/>
                      <a:pt x="3566" y="7605"/>
                    </a:cubicBezTo>
                    <a:cubicBezTo>
                      <a:pt x="3643" y="7622"/>
                      <a:pt x="3720" y="7635"/>
                      <a:pt x="3797" y="7649"/>
                    </a:cubicBezTo>
                    <a:cubicBezTo>
                      <a:pt x="3833" y="7671"/>
                      <a:pt x="3869" y="7694"/>
                      <a:pt x="3905" y="7718"/>
                    </a:cubicBezTo>
                    <a:cubicBezTo>
                      <a:pt x="3928" y="7859"/>
                      <a:pt x="3920" y="7993"/>
                      <a:pt x="3905" y="8134"/>
                    </a:cubicBezTo>
                    <a:cubicBezTo>
                      <a:pt x="3948" y="8134"/>
                      <a:pt x="3990" y="8133"/>
                      <a:pt x="4034" y="8132"/>
                    </a:cubicBezTo>
                    <a:cubicBezTo>
                      <a:pt x="4439" y="8123"/>
                      <a:pt x="4843" y="8117"/>
                      <a:pt x="5247" y="8113"/>
                    </a:cubicBezTo>
                    <a:cubicBezTo>
                      <a:pt x="5455" y="8111"/>
                      <a:pt x="5663" y="8108"/>
                      <a:pt x="5871" y="8103"/>
                    </a:cubicBezTo>
                    <a:cubicBezTo>
                      <a:pt x="7470" y="8067"/>
                      <a:pt x="7470" y="8067"/>
                      <a:pt x="7975" y="8394"/>
                    </a:cubicBezTo>
                    <a:cubicBezTo>
                      <a:pt x="8458" y="8690"/>
                      <a:pt x="9098" y="8651"/>
                      <a:pt x="9649" y="8676"/>
                    </a:cubicBezTo>
                    <a:cubicBezTo>
                      <a:pt x="9753" y="8681"/>
                      <a:pt x="9856" y="8687"/>
                      <a:pt x="9959" y="8692"/>
                    </a:cubicBezTo>
                    <a:cubicBezTo>
                      <a:pt x="10343" y="8713"/>
                      <a:pt x="10726" y="8731"/>
                      <a:pt x="11109" y="8747"/>
                    </a:cubicBezTo>
                    <a:cubicBezTo>
                      <a:pt x="11327" y="8756"/>
                      <a:pt x="11544" y="8766"/>
                      <a:pt x="11761" y="8778"/>
                    </a:cubicBezTo>
                    <a:cubicBezTo>
                      <a:pt x="12024" y="8791"/>
                      <a:pt x="12287" y="8801"/>
                      <a:pt x="12551" y="8807"/>
                    </a:cubicBezTo>
                    <a:cubicBezTo>
                      <a:pt x="12645" y="8810"/>
                      <a:pt x="12739" y="8814"/>
                      <a:pt x="12833" y="8819"/>
                    </a:cubicBezTo>
                    <a:cubicBezTo>
                      <a:pt x="13385" y="8845"/>
                      <a:pt x="13720" y="8795"/>
                      <a:pt x="14150" y="8431"/>
                    </a:cubicBezTo>
                    <a:cubicBezTo>
                      <a:pt x="14166" y="8415"/>
                      <a:pt x="14166" y="8415"/>
                      <a:pt x="14248" y="8336"/>
                    </a:cubicBezTo>
                    <a:cubicBezTo>
                      <a:pt x="14341" y="8250"/>
                      <a:pt x="14413" y="8184"/>
                      <a:pt x="14530" y="8134"/>
                    </a:cubicBezTo>
                    <a:cubicBezTo>
                      <a:pt x="14691" y="8173"/>
                      <a:pt x="14814" y="8247"/>
                      <a:pt x="14947" y="8343"/>
                    </a:cubicBezTo>
                    <a:cubicBezTo>
                      <a:pt x="14763" y="8744"/>
                      <a:pt x="14520" y="9176"/>
                      <a:pt x="14114" y="9384"/>
                    </a:cubicBezTo>
                    <a:cubicBezTo>
                      <a:pt x="13521" y="9560"/>
                      <a:pt x="12812" y="9422"/>
                      <a:pt x="12210" y="9359"/>
                    </a:cubicBezTo>
                    <a:cubicBezTo>
                      <a:pt x="11979" y="9336"/>
                      <a:pt x="11747" y="9319"/>
                      <a:pt x="11515" y="9301"/>
                    </a:cubicBezTo>
                    <a:cubicBezTo>
                      <a:pt x="11245" y="9280"/>
                      <a:pt x="10974" y="9259"/>
                      <a:pt x="10704" y="9234"/>
                    </a:cubicBezTo>
                    <a:cubicBezTo>
                      <a:pt x="10119" y="9183"/>
                      <a:pt x="9542" y="9160"/>
                      <a:pt x="8955" y="9185"/>
                    </a:cubicBezTo>
                    <a:cubicBezTo>
                      <a:pt x="8551" y="9198"/>
                      <a:pt x="8227" y="9115"/>
                      <a:pt x="7851" y="8981"/>
                    </a:cubicBezTo>
                    <a:cubicBezTo>
                      <a:pt x="7345" y="8808"/>
                      <a:pt x="6858" y="8734"/>
                      <a:pt x="6326" y="8700"/>
                    </a:cubicBezTo>
                    <a:cubicBezTo>
                      <a:pt x="6295" y="8698"/>
                      <a:pt x="6263" y="8696"/>
                      <a:pt x="6230" y="8694"/>
                    </a:cubicBezTo>
                    <a:cubicBezTo>
                      <a:pt x="5908" y="8673"/>
                      <a:pt x="5585" y="8656"/>
                      <a:pt x="5261" y="8644"/>
                    </a:cubicBezTo>
                    <a:cubicBezTo>
                      <a:pt x="4252" y="8605"/>
                      <a:pt x="3333" y="8431"/>
                      <a:pt x="2525" y="7770"/>
                    </a:cubicBezTo>
                    <a:cubicBezTo>
                      <a:pt x="2504" y="7753"/>
                      <a:pt x="2482" y="7735"/>
                      <a:pt x="2460" y="7717"/>
                    </a:cubicBezTo>
                    <a:cubicBezTo>
                      <a:pt x="2003" y="7339"/>
                      <a:pt x="1769" y="6882"/>
                      <a:pt x="1538" y="6346"/>
                    </a:cubicBezTo>
                    <a:cubicBezTo>
                      <a:pt x="1420" y="6074"/>
                      <a:pt x="1283" y="5813"/>
                      <a:pt x="1143" y="5551"/>
                    </a:cubicBezTo>
                    <a:cubicBezTo>
                      <a:pt x="197" y="3767"/>
                      <a:pt x="197" y="3767"/>
                      <a:pt x="164" y="2883"/>
                    </a:cubicBezTo>
                    <a:cubicBezTo>
                      <a:pt x="159" y="2759"/>
                      <a:pt x="147" y="2637"/>
                      <a:pt x="133" y="2514"/>
                    </a:cubicBezTo>
                    <a:cubicBezTo>
                      <a:pt x="0" y="1337"/>
                      <a:pt x="0" y="1337"/>
                      <a:pt x="225" y="923"/>
                    </a:cubicBezTo>
                    <a:cubicBezTo>
                      <a:pt x="481" y="631"/>
                      <a:pt x="835" y="526"/>
                      <a:pt x="1197" y="426"/>
                    </a:cubicBezTo>
                    <a:cubicBezTo>
                      <a:pt x="1216" y="421"/>
                      <a:pt x="1216" y="421"/>
                      <a:pt x="1313" y="394"/>
                    </a:cubicBezTo>
                    <a:cubicBezTo>
                      <a:pt x="1624" y="308"/>
                      <a:pt x="1937" y="234"/>
                      <a:pt x="2251" y="166"/>
                    </a:cubicBezTo>
                    <a:cubicBezTo>
                      <a:pt x="2296" y="156"/>
                      <a:pt x="2340" y="146"/>
                      <a:pt x="2386" y="136"/>
                    </a:cubicBezTo>
                    <a:cubicBezTo>
                      <a:pt x="3017" y="0"/>
                      <a:pt x="3502" y="4"/>
                      <a:pt x="4114" y="218"/>
                    </a:cubicBezTo>
                    <a:close/>
                  </a:path>
                </a:pathLst>
              </a:custGeom>
              <a:solidFill>
                <a:srgbClr val="E3F8AE"/>
              </a:solidFill>
              <a:ln w="2646" cap="flat">
                <a:noFill/>
              </a:ln>
            </p:spPr>
          </p:sp>
          <p:sp>
            <p:nvSpPr>
              <p:cNvPr id="2890" name="ICON_C_TOPOGRAPHY_path_034"/>
              <p:cNvSpPr/>
              <p:nvPr/>
            </p:nvSpPr>
            <p:spPr>
              <a:xfrm>
                <a:off x="11551708" y="7396008"/>
                <a:ext cx="102383" cy="96991"/>
              </a:xfrm>
              <a:custGeom>
                <a:avLst/>
                <a:gdLst/>
                <a:ahLst/>
                <a:cxnLst/>
                <a:rect l="0" t="0" r="r" b="b"/>
                <a:pathLst>
                  <a:path w="8062" h="7637" fill="norm" stroke="0">
                    <a:moveTo>
                      <a:pt x="4010" y="645"/>
                    </a:moveTo>
                    <a:cubicBezTo>
                      <a:pt x="4047" y="670"/>
                      <a:pt x="4084" y="696"/>
                      <a:pt x="4121" y="722"/>
                    </a:cubicBezTo>
                    <a:cubicBezTo>
                      <a:pt x="4363" y="910"/>
                      <a:pt x="4363" y="910"/>
                      <a:pt x="4397" y="1084"/>
                    </a:cubicBezTo>
                    <a:cubicBezTo>
                      <a:pt x="4398" y="1199"/>
                      <a:pt x="4398" y="1199"/>
                      <a:pt x="4375" y="1387"/>
                    </a:cubicBezTo>
                    <a:cubicBezTo>
                      <a:pt x="4512" y="1387"/>
                      <a:pt x="4650" y="1387"/>
                      <a:pt x="4792" y="1387"/>
                    </a:cubicBezTo>
                    <a:cubicBezTo>
                      <a:pt x="4791" y="1427"/>
                      <a:pt x="4791" y="1467"/>
                      <a:pt x="4791" y="1508"/>
                    </a:cubicBezTo>
                    <a:cubicBezTo>
                      <a:pt x="4799" y="2640"/>
                      <a:pt x="4799" y="2640"/>
                      <a:pt x="5119" y="2993"/>
                    </a:cubicBezTo>
                    <a:cubicBezTo>
                      <a:pt x="5544" y="3395"/>
                      <a:pt x="6118" y="3685"/>
                      <a:pt x="6693" y="3783"/>
                    </a:cubicBezTo>
                    <a:cubicBezTo>
                      <a:pt x="7149" y="3866"/>
                      <a:pt x="7534" y="4101"/>
                      <a:pt x="7803" y="4487"/>
                    </a:cubicBezTo>
                    <a:cubicBezTo>
                      <a:pt x="8010" y="4836"/>
                      <a:pt x="8011" y="5250"/>
                      <a:pt x="8021" y="5645"/>
                    </a:cubicBezTo>
                    <a:cubicBezTo>
                      <a:pt x="8023" y="5684"/>
                      <a:pt x="8025" y="5723"/>
                      <a:pt x="8027" y="5763"/>
                    </a:cubicBezTo>
                    <a:cubicBezTo>
                      <a:pt x="8062" y="6550"/>
                      <a:pt x="7661" y="7005"/>
                      <a:pt x="7158" y="7557"/>
                    </a:cubicBezTo>
                    <a:cubicBezTo>
                      <a:pt x="7134" y="7583"/>
                      <a:pt x="7109" y="7610"/>
                      <a:pt x="7083" y="7637"/>
                    </a:cubicBezTo>
                    <a:cubicBezTo>
                      <a:pt x="7083" y="7605"/>
                      <a:pt x="7083" y="7573"/>
                      <a:pt x="7082" y="7540"/>
                    </a:cubicBezTo>
                    <a:cubicBezTo>
                      <a:pt x="7079" y="7233"/>
                      <a:pt x="7070" y="6927"/>
                      <a:pt x="7056" y="6621"/>
                    </a:cubicBezTo>
                    <a:cubicBezTo>
                      <a:pt x="7049" y="6464"/>
                      <a:pt x="7044" y="6306"/>
                      <a:pt x="7043" y="6149"/>
                    </a:cubicBezTo>
                    <a:cubicBezTo>
                      <a:pt x="7034" y="5047"/>
                      <a:pt x="7034" y="5047"/>
                      <a:pt x="6671" y="4671"/>
                    </a:cubicBezTo>
                    <a:cubicBezTo>
                      <a:pt x="6131" y="4156"/>
                      <a:pt x="5420" y="3887"/>
                      <a:pt x="4727" y="3653"/>
                    </a:cubicBezTo>
                    <a:cubicBezTo>
                      <a:pt x="4540" y="3589"/>
                      <a:pt x="4354" y="3523"/>
                      <a:pt x="4169" y="3456"/>
                    </a:cubicBezTo>
                    <a:cubicBezTo>
                      <a:pt x="4127" y="3442"/>
                      <a:pt x="4085" y="3429"/>
                      <a:pt x="4041" y="3415"/>
                    </a:cubicBezTo>
                    <a:cubicBezTo>
                      <a:pt x="3928" y="3374"/>
                      <a:pt x="3841" y="3342"/>
                      <a:pt x="3750" y="3262"/>
                    </a:cubicBezTo>
                    <a:cubicBezTo>
                      <a:pt x="3726" y="3145"/>
                      <a:pt x="3731" y="3053"/>
                      <a:pt x="3749" y="2934"/>
                    </a:cubicBezTo>
                    <a:cubicBezTo>
                      <a:pt x="3749" y="2919"/>
                      <a:pt x="3749" y="2919"/>
                      <a:pt x="3750" y="2845"/>
                    </a:cubicBezTo>
                    <a:cubicBezTo>
                      <a:pt x="3634" y="2810"/>
                      <a:pt x="3556" y="2800"/>
                      <a:pt x="3438" y="2793"/>
                    </a:cubicBezTo>
                    <a:cubicBezTo>
                      <a:pt x="3302" y="2772"/>
                      <a:pt x="3215" y="2744"/>
                      <a:pt x="3125" y="2637"/>
                    </a:cubicBezTo>
                    <a:cubicBezTo>
                      <a:pt x="3034" y="2235"/>
                      <a:pt x="3089" y="1794"/>
                      <a:pt x="3125" y="1387"/>
                    </a:cubicBezTo>
                    <a:cubicBezTo>
                      <a:pt x="2895" y="1377"/>
                      <a:pt x="2666" y="1369"/>
                      <a:pt x="2436" y="1364"/>
                    </a:cubicBezTo>
                    <a:cubicBezTo>
                      <a:pt x="2358" y="1362"/>
                      <a:pt x="2280" y="1359"/>
                      <a:pt x="2202" y="1356"/>
                    </a:cubicBezTo>
                    <a:cubicBezTo>
                      <a:pt x="1555" y="1326"/>
                      <a:pt x="1555" y="1326"/>
                      <a:pt x="1389" y="1431"/>
                    </a:cubicBezTo>
                    <a:cubicBezTo>
                      <a:pt x="1295" y="1517"/>
                      <a:pt x="1218" y="1617"/>
                      <a:pt x="1139" y="1717"/>
                    </a:cubicBezTo>
                    <a:cubicBezTo>
                      <a:pt x="1042" y="1804"/>
                      <a:pt x="1042" y="1804"/>
                      <a:pt x="913" y="1819"/>
                    </a:cubicBezTo>
                    <a:cubicBezTo>
                      <a:pt x="769" y="1798"/>
                      <a:pt x="635" y="1766"/>
                      <a:pt x="495" y="1726"/>
                    </a:cubicBezTo>
                    <a:cubicBezTo>
                      <a:pt x="447" y="1714"/>
                      <a:pt x="399" y="1702"/>
                      <a:pt x="350" y="1690"/>
                    </a:cubicBezTo>
                    <a:cubicBezTo>
                      <a:pt x="232" y="1661"/>
                      <a:pt x="116" y="1629"/>
                      <a:pt x="0" y="1595"/>
                    </a:cubicBezTo>
                    <a:cubicBezTo>
                      <a:pt x="22" y="1595"/>
                      <a:pt x="44" y="1594"/>
                      <a:pt x="67" y="1593"/>
                    </a:cubicBezTo>
                    <a:cubicBezTo>
                      <a:pt x="337" y="1575"/>
                      <a:pt x="603" y="1537"/>
                      <a:pt x="833" y="1387"/>
                    </a:cubicBezTo>
                    <a:cubicBezTo>
                      <a:pt x="938" y="1247"/>
                      <a:pt x="1011" y="1097"/>
                      <a:pt x="1086" y="939"/>
                    </a:cubicBezTo>
                    <a:cubicBezTo>
                      <a:pt x="1360" y="359"/>
                      <a:pt x="1360" y="359"/>
                      <a:pt x="1668" y="246"/>
                    </a:cubicBezTo>
                    <a:cubicBezTo>
                      <a:pt x="2510" y="0"/>
                      <a:pt x="3301" y="143"/>
                      <a:pt x="4010" y="645"/>
                    </a:cubicBezTo>
                    <a:close/>
                  </a:path>
                </a:pathLst>
              </a:custGeom>
              <a:solidFill>
                <a:srgbClr val="BAF8CC"/>
              </a:solidFill>
              <a:ln w="2646" cap="flat">
                <a:noFill/>
              </a:ln>
            </p:spPr>
          </p:sp>
          <p:sp>
            <p:nvSpPr>
              <p:cNvPr id="2891" name="ICON_C_TOPOGRAPHY_path_035"/>
              <p:cNvSpPr/>
              <p:nvPr/>
            </p:nvSpPr>
            <p:spPr>
              <a:xfrm>
                <a:off x="11337094" y="7508875"/>
                <a:ext cx="79677" cy="97896"/>
              </a:xfrm>
              <a:custGeom>
                <a:avLst/>
                <a:gdLst/>
                <a:ahLst/>
                <a:cxnLst/>
                <a:rect l="0" t="0" r="r" b="b"/>
                <a:pathLst>
                  <a:path w="6274" h="7708" fill="norm" stroke="0">
                    <a:moveTo>
                      <a:pt x="649" y="0"/>
                    </a:moveTo>
                    <a:cubicBezTo>
                      <a:pt x="1431" y="180"/>
                      <a:pt x="1431" y="180"/>
                      <a:pt x="1690" y="417"/>
                    </a:cubicBezTo>
                    <a:cubicBezTo>
                      <a:pt x="1927" y="806"/>
                      <a:pt x="1921" y="1356"/>
                      <a:pt x="1955" y="1797"/>
                    </a:cubicBezTo>
                    <a:cubicBezTo>
                      <a:pt x="1970" y="1971"/>
                      <a:pt x="1990" y="2144"/>
                      <a:pt x="2010" y="2317"/>
                    </a:cubicBezTo>
                    <a:cubicBezTo>
                      <a:pt x="2048" y="2655"/>
                      <a:pt x="2079" y="2994"/>
                      <a:pt x="2107" y="3333"/>
                    </a:cubicBezTo>
                    <a:cubicBezTo>
                      <a:pt x="2245" y="3333"/>
                      <a:pt x="2382" y="3333"/>
                      <a:pt x="2524" y="3333"/>
                    </a:cubicBezTo>
                    <a:cubicBezTo>
                      <a:pt x="2524" y="3677"/>
                      <a:pt x="2524" y="4021"/>
                      <a:pt x="2524" y="4375"/>
                    </a:cubicBezTo>
                    <a:cubicBezTo>
                      <a:pt x="2678" y="4392"/>
                      <a:pt x="2833" y="4409"/>
                      <a:pt x="2992" y="4427"/>
                    </a:cubicBezTo>
                    <a:cubicBezTo>
                      <a:pt x="3574" y="4528"/>
                      <a:pt x="3956" y="4811"/>
                      <a:pt x="4309" y="5280"/>
                    </a:cubicBezTo>
                    <a:cubicBezTo>
                      <a:pt x="4495" y="5548"/>
                      <a:pt x="4608" y="5866"/>
                      <a:pt x="4734" y="6165"/>
                    </a:cubicBezTo>
                    <a:cubicBezTo>
                      <a:pt x="4930" y="6620"/>
                      <a:pt x="4930" y="6620"/>
                      <a:pt x="5149" y="6729"/>
                    </a:cubicBezTo>
                    <a:cubicBezTo>
                      <a:pt x="5336" y="6776"/>
                      <a:pt x="5518" y="6794"/>
                      <a:pt x="5710" y="6806"/>
                    </a:cubicBezTo>
                    <a:cubicBezTo>
                      <a:pt x="5838" y="6817"/>
                      <a:pt x="5945" y="6828"/>
                      <a:pt x="6065" y="6875"/>
                    </a:cubicBezTo>
                    <a:cubicBezTo>
                      <a:pt x="6247" y="7108"/>
                      <a:pt x="6259" y="7423"/>
                      <a:pt x="6274" y="7708"/>
                    </a:cubicBezTo>
                    <a:cubicBezTo>
                      <a:pt x="6136" y="7708"/>
                      <a:pt x="5999" y="7708"/>
                      <a:pt x="5857" y="7708"/>
                    </a:cubicBezTo>
                    <a:cubicBezTo>
                      <a:pt x="5857" y="7571"/>
                      <a:pt x="5857" y="7433"/>
                      <a:pt x="5857" y="7292"/>
                    </a:cubicBezTo>
                    <a:cubicBezTo>
                      <a:pt x="5791" y="7289"/>
                      <a:pt x="5726" y="7286"/>
                      <a:pt x="5659" y="7283"/>
                    </a:cubicBezTo>
                    <a:cubicBezTo>
                      <a:pt x="5283" y="7247"/>
                      <a:pt x="4907" y="7211"/>
                      <a:pt x="4643" y="6917"/>
                    </a:cubicBezTo>
                    <a:cubicBezTo>
                      <a:pt x="4534" y="6784"/>
                      <a:pt x="4434" y="6645"/>
                      <a:pt x="4336" y="6504"/>
                    </a:cubicBezTo>
                    <a:cubicBezTo>
                      <a:pt x="4013" y="6044"/>
                      <a:pt x="3685" y="5816"/>
                      <a:pt x="3149" y="5625"/>
                    </a:cubicBezTo>
                    <a:cubicBezTo>
                      <a:pt x="3080" y="5831"/>
                      <a:pt x="3011" y="6038"/>
                      <a:pt x="2940" y="6250"/>
                    </a:cubicBezTo>
                    <a:cubicBezTo>
                      <a:pt x="2640" y="6156"/>
                      <a:pt x="2335" y="6058"/>
                      <a:pt x="2107" y="5833"/>
                    </a:cubicBezTo>
                    <a:cubicBezTo>
                      <a:pt x="1950" y="5513"/>
                      <a:pt x="1922" y="5144"/>
                      <a:pt x="1899" y="4792"/>
                    </a:cubicBezTo>
                    <a:cubicBezTo>
                      <a:pt x="2036" y="4792"/>
                      <a:pt x="2174" y="4792"/>
                      <a:pt x="2315" y="4792"/>
                    </a:cubicBezTo>
                    <a:cubicBezTo>
                      <a:pt x="2315" y="4448"/>
                      <a:pt x="2315" y="4104"/>
                      <a:pt x="2315" y="3750"/>
                    </a:cubicBezTo>
                    <a:cubicBezTo>
                      <a:pt x="2178" y="3750"/>
                      <a:pt x="2040" y="3750"/>
                      <a:pt x="1899" y="3750"/>
                    </a:cubicBezTo>
                    <a:cubicBezTo>
                      <a:pt x="1899" y="4025"/>
                      <a:pt x="1899" y="4300"/>
                      <a:pt x="1899" y="4583"/>
                    </a:cubicBezTo>
                    <a:cubicBezTo>
                      <a:pt x="1296" y="4703"/>
                      <a:pt x="1296" y="4703"/>
                      <a:pt x="1065" y="4583"/>
                    </a:cubicBezTo>
                    <a:cubicBezTo>
                      <a:pt x="819" y="4265"/>
                      <a:pt x="736" y="3819"/>
                      <a:pt x="634" y="3437"/>
                    </a:cubicBezTo>
                    <a:cubicBezTo>
                      <a:pt x="586" y="3258"/>
                      <a:pt x="533" y="3081"/>
                      <a:pt x="480" y="2904"/>
                    </a:cubicBezTo>
                    <a:cubicBezTo>
                      <a:pt x="439" y="2765"/>
                      <a:pt x="399" y="2627"/>
                      <a:pt x="361" y="2488"/>
                    </a:cubicBezTo>
                    <a:cubicBezTo>
                      <a:pt x="354" y="2462"/>
                      <a:pt x="347" y="2437"/>
                      <a:pt x="340" y="2410"/>
                    </a:cubicBezTo>
                    <a:cubicBezTo>
                      <a:pt x="320" y="2341"/>
                      <a:pt x="302" y="2273"/>
                      <a:pt x="283" y="2203"/>
                    </a:cubicBezTo>
                    <a:cubicBezTo>
                      <a:pt x="222" y="2060"/>
                      <a:pt x="136" y="1982"/>
                      <a:pt x="24" y="1875"/>
                    </a:cubicBezTo>
                    <a:cubicBezTo>
                      <a:pt x="0" y="1756"/>
                      <a:pt x="0" y="1756"/>
                      <a:pt x="3" y="1627"/>
                    </a:cubicBezTo>
                    <a:cubicBezTo>
                      <a:pt x="4" y="1580"/>
                      <a:pt x="5" y="1534"/>
                      <a:pt x="5" y="1486"/>
                    </a:cubicBezTo>
                    <a:cubicBezTo>
                      <a:pt x="7" y="1439"/>
                      <a:pt x="9" y="1391"/>
                      <a:pt x="11" y="1341"/>
                    </a:cubicBezTo>
                    <a:cubicBezTo>
                      <a:pt x="12" y="1293"/>
                      <a:pt x="13" y="1244"/>
                      <a:pt x="14" y="1194"/>
                    </a:cubicBezTo>
                    <a:cubicBezTo>
                      <a:pt x="16" y="1073"/>
                      <a:pt x="20" y="953"/>
                      <a:pt x="24" y="833"/>
                    </a:cubicBezTo>
                    <a:cubicBezTo>
                      <a:pt x="92" y="1108"/>
                      <a:pt x="161" y="1383"/>
                      <a:pt x="232" y="1667"/>
                    </a:cubicBezTo>
                    <a:cubicBezTo>
                      <a:pt x="370" y="1667"/>
                      <a:pt x="507" y="1667"/>
                      <a:pt x="649" y="1667"/>
                    </a:cubicBezTo>
                    <a:cubicBezTo>
                      <a:pt x="649" y="1117"/>
                      <a:pt x="649" y="567"/>
                      <a:pt x="649" y="0"/>
                    </a:cubicBezTo>
                    <a:close/>
                  </a:path>
                </a:pathLst>
              </a:custGeom>
              <a:solidFill>
                <a:srgbClr val="5FD2E9"/>
              </a:solidFill>
              <a:ln w="2646" cap="flat">
                <a:noFill/>
              </a:ln>
            </p:spPr>
          </p:sp>
          <p:sp>
            <p:nvSpPr>
              <p:cNvPr id="2892" name="ICON_C_TOPOGRAPHY_path_036"/>
              <p:cNvSpPr/>
              <p:nvPr/>
            </p:nvSpPr>
            <p:spPr>
              <a:xfrm>
                <a:off x="11376914" y="7601479"/>
                <a:ext cx="132461" cy="44979"/>
              </a:xfrm>
              <a:custGeom>
                <a:avLst/>
                <a:gdLst/>
                <a:ahLst/>
                <a:cxnLst/>
                <a:rect l="0" t="0" r="r" b="b"/>
                <a:pathLst>
                  <a:path w="10430" h="3542" fill="norm" stroke="0">
                    <a:moveTo>
                      <a:pt x="13" y="0"/>
                    </a:moveTo>
                    <a:cubicBezTo>
                      <a:pt x="175" y="54"/>
                      <a:pt x="335" y="110"/>
                      <a:pt x="495" y="169"/>
                    </a:cubicBezTo>
                    <a:cubicBezTo>
                      <a:pt x="519" y="178"/>
                      <a:pt x="544" y="187"/>
                      <a:pt x="569" y="196"/>
                    </a:cubicBezTo>
                    <a:cubicBezTo>
                      <a:pt x="910" y="324"/>
                      <a:pt x="1116" y="458"/>
                      <a:pt x="1328" y="755"/>
                    </a:cubicBezTo>
                    <a:cubicBezTo>
                      <a:pt x="1448" y="913"/>
                      <a:pt x="1566" y="1022"/>
                      <a:pt x="1767" y="1057"/>
                    </a:cubicBezTo>
                    <a:cubicBezTo>
                      <a:pt x="2100" y="1088"/>
                      <a:pt x="2434" y="1075"/>
                      <a:pt x="2768" y="1055"/>
                    </a:cubicBezTo>
                    <a:cubicBezTo>
                      <a:pt x="2804" y="1053"/>
                      <a:pt x="2840" y="1051"/>
                      <a:pt x="2877" y="1049"/>
                    </a:cubicBezTo>
                    <a:cubicBezTo>
                      <a:pt x="2947" y="1045"/>
                      <a:pt x="3016" y="1040"/>
                      <a:pt x="3085" y="1034"/>
                    </a:cubicBezTo>
                    <a:cubicBezTo>
                      <a:pt x="3176" y="1028"/>
                      <a:pt x="3256" y="1025"/>
                      <a:pt x="3347" y="1042"/>
                    </a:cubicBezTo>
                    <a:cubicBezTo>
                      <a:pt x="3380" y="1076"/>
                      <a:pt x="3413" y="1110"/>
                      <a:pt x="3447" y="1145"/>
                    </a:cubicBezTo>
                    <a:cubicBezTo>
                      <a:pt x="3568" y="1262"/>
                      <a:pt x="3586" y="1265"/>
                      <a:pt x="3744" y="1267"/>
                    </a:cubicBezTo>
                    <a:cubicBezTo>
                      <a:pt x="3820" y="1264"/>
                      <a:pt x="3895" y="1260"/>
                      <a:pt x="3971" y="1256"/>
                    </a:cubicBezTo>
                    <a:cubicBezTo>
                      <a:pt x="4054" y="1253"/>
                      <a:pt x="4137" y="1250"/>
                      <a:pt x="4219" y="1248"/>
                    </a:cubicBezTo>
                    <a:cubicBezTo>
                      <a:pt x="4349" y="1243"/>
                      <a:pt x="4479" y="1237"/>
                      <a:pt x="4609" y="1230"/>
                    </a:cubicBezTo>
                    <a:cubicBezTo>
                      <a:pt x="5347" y="1193"/>
                      <a:pt x="5347" y="1193"/>
                      <a:pt x="5550" y="1333"/>
                    </a:cubicBezTo>
                    <a:cubicBezTo>
                      <a:pt x="5612" y="1406"/>
                      <a:pt x="5672" y="1480"/>
                      <a:pt x="5731" y="1555"/>
                    </a:cubicBezTo>
                    <a:cubicBezTo>
                      <a:pt x="5971" y="1822"/>
                      <a:pt x="6427" y="1885"/>
                      <a:pt x="6758" y="1979"/>
                    </a:cubicBezTo>
                    <a:cubicBezTo>
                      <a:pt x="6802" y="1992"/>
                      <a:pt x="6847" y="2005"/>
                      <a:pt x="6892" y="2019"/>
                    </a:cubicBezTo>
                    <a:cubicBezTo>
                      <a:pt x="8049" y="2359"/>
                      <a:pt x="9238" y="2536"/>
                      <a:pt x="10430" y="2708"/>
                    </a:cubicBezTo>
                    <a:cubicBezTo>
                      <a:pt x="10430" y="2846"/>
                      <a:pt x="10430" y="2983"/>
                      <a:pt x="10430" y="3125"/>
                    </a:cubicBezTo>
                    <a:cubicBezTo>
                      <a:pt x="9914" y="3131"/>
                      <a:pt x="9397" y="3136"/>
                      <a:pt x="8880" y="3138"/>
                    </a:cubicBezTo>
                    <a:cubicBezTo>
                      <a:pt x="8861" y="3138"/>
                      <a:pt x="8861" y="3138"/>
                      <a:pt x="8765" y="3139"/>
                    </a:cubicBezTo>
                    <a:cubicBezTo>
                      <a:pt x="7569" y="3144"/>
                      <a:pt x="6406" y="3101"/>
                      <a:pt x="5222" y="2917"/>
                    </a:cubicBezTo>
                    <a:cubicBezTo>
                      <a:pt x="5428" y="3123"/>
                      <a:pt x="5634" y="3329"/>
                      <a:pt x="5847" y="3542"/>
                    </a:cubicBezTo>
                    <a:cubicBezTo>
                      <a:pt x="5338" y="3375"/>
                      <a:pt x="4830" y="3207"/>
                      <a:pt x="4323" y="3035"/>
                    </a:cubicBezTo>
                    <a:cubicBezTo>
                      <a:pt x="4107" y="2961"/>
                      <a:pt x="3892" y="2891"/>
                      <a:pt x="3674" y="2826"/>
                    </a:cubicBezTo>
                    <a:cubicBezTo>
                      <a:pt x="2754" y="2532"/>
                      <a:pt x="2007" y="1843"/>
                      <a:pt x="1263" y="1250"/>
                    </a:cubicBezTo>
                    <a:cubicBezTo>
                      <a:pt x="1198" y="1198"/>
                      <a:pt x="1132" y="1146"/>
                      <a:pt x="1066" y="1094"/>
                    </a:cubicBezTo>
                    <a:cubicBezTo>
                      <a:pt x="888" y="952"/>
                      <a:pt x="711" y="808"/>
                      <a:pt x="534" y="664"/>
                    </a:cubicBezTo>
                    <a:cubicBezTo>
                      <a:pt x="507" y="642"/>
                      <a:pt x="480" y="620"/>
                      <a:pt x="452" y="598"/>
                    </a:cubicBezTo>
                    <a:cubicBezTo>
                      <a:pt x="377" y="537"/>
                      <a:pt x="303" y="475"/>
                      <a:pt x="228" y="413"/>
                    </a:cubicBezTo>
                    <a:cubicBezTo>
                      <a:pt x="217" y="404"/>
                      <a:pt x="217" y="404"/>
                      <a:pt x="161" y="359"/>
                    </a:cubicBezTo>
                    <a:cubicBezTo>
                      <a:pt x="59" y="271"/>
                      <a:pt x="16" y="228"/>
                      <a:pt x="0" y="91"/>
                    </a:cubicBezTo>
                    <a:cubicBezTo>
                      <a:pt x="4" y="61"/>
                      <a:pt x="9" y="31"/>
                      <a:pt x="13" y="0"/>
                    </a:cubicBezTo>
                    <a:close/>
                  </a:path>
                </a:pathLst>
              </a:custGeom>
              <a:solidFill>
                <a:srgbClr val="4782D7"/>
              </a:solidFill>
              <a:ln w="2646" cap="flat">
                <a:noFill/>
              </a:ln>
            </p:spPr>
          </p:sp>
          <p:sp>
            <p:nvSpPr>
              <p:cNvPr id="2893" name="ICON_C_TOPOGRAPHY_path_037"/>
              <p:cNvSpPr/>
              <p:nvPr/>
            </p:nvSpPr>
            <p:spPr>
              <a:xfrm>
                <a:off x="11446671" y="7458371"/>
                <a:ext cx="122312" cy="87715"/>
              </a:xfrm>
              <a:custGeom>
                <a:avLst/>
                <a:gdLst/>
                <a:ahLst/>
                <a:cxnLst/>
                <a:rect l="0" t="0" r="r" b="b"/>
                <a:pathLst>
                  <a:path w="9631" h="6907" fill="norm" stroke="0">
                    <a:moveTo>
                      <a:pt x="8687" y="18"/>
                    </a:moveTo>
                    <a:cubicBezTo>
                      <a:pt x="8692" y="41"/>
                      <a:pt x="8696" y="64"/>
                      <a:pt x="8700" y="87"/>
                    </a:cubicBezTo>
                    <a:cubicBezTo>
                      <a:pt x="8746" y="324"/>
                      <a:pt x="8794" y="560"/>
                      <a:pt x="8842" y="796"/>
                    </a:cubicBezTo>
                    <a:cubicBezTo>
                      <a:pt x="8860" y="885"/>
                      <a:pt x="8878" y="973"/>
                      <a:pt x="8895" y="1061"/>
                    </a:cubicBezTo>
                    <a:cubicBezTo>
                      <a:pt x="9053" y="1892"/>
                      <a:pt x="9053" y="1892"/>
                      <a:pt x="9431" y="2205"/>
                    </a:cubicBezTo>
                    <a:cubicBezTo>
                      <a:pt x="9631" y="2439"/>
                      <a:pt x="9603" y="2771"/>
                      <a:pt x="9599" y="3065"/>
                    </a:cubicBezTo>
                    <a:cubicBezTo>
                      <a:pt x="9598" y="3101"/>
                      <a:pt x="9598" y="3137"/>
                      <a:pt x="9597" y="3174"/>
                    </a:cubicBezTo>
                    <a:cubicBezTo>
                      <a:pt x="9578" y="4007"/>
                      <a:pt x="9381" y="4947"/>
                      <a:pt x="8782" y="5565"/>
                    </a:cubicBezTo>
                    <a:cubicBezTo>
                      <a:pt x="8391" y="5888"/>
                      <a:pt x="7825" y="5993"/>
                      <a:pt x="7339" y="6094"/>
                    </a:cubicBezTo>
                    <a:cubicBezTo>
                      <a:pt x="7294" y="6104"/>
                      <a:pt x="7249" y="6113"/>
                      <a:pt x="7203" y="6123"/>
                    </a:cubicBezTo>
                    <a:cubicBezTo>
                      <a:pt x="7118" y="6140"/>
                      <a:pt x="7033" y="6155"/>
                      <a:pt x="6947" y="6168"/>
                    </a:cubicBezTo>
                    <a:cubicBezTo>
                      <a:pt x="6694" y="6215"/>
                      <a:pt x="6575" y="6284"/>
                      <a:pt x="6403" y="6478"/>
                    </a:cubicBezTo>
                    <a:cubicBezTo>
                      <a:pt x="6166" y="6736"/>
                      <a:pt x="5942" y="6759"/>
                      <a:pt x="5605" y="6779"/>
                    </a:cubicBezTo>
                    <a:cubicBezTo>
                      <a:pt x="5549" y="6783"/>
                      <a:pt x="5493" y="6788"/>
                      <a:pt x="5437" y="6793"/>
                    </a:cubicBezTo>
                    <a:cubicBezTo>
                      <a:pt x="5288" y="6805"/>
                      <a:pt x="5139" y="6814"/>
                      <a:pt x="4990" y="6823"/>
                    </a:cubicBezTo>
                    <a:cubicBezTo>
                      <a:pt x="4898" y="6828"/>
                      <a:pt x="4806" y="6835"/>
                      <a:pt x="4714" y="6841"/>
                    </a:cubicBezTo>
                    <a:cubicBezTo>
                      <a:pt x="3798" y="6905"/>
                      <a:pt x="2919" y="6907"/>
                      <a:pt x="2021" y="6685"/>
                    </a:cubicBezTo>
                    <a:cubicBezTo>
                      <a:pt x="2021" y="6548"/>
                      <a:pt x="2021" y="6410"/>
                      <a:pt x="2021" y="6268"/>
                    </a:cubicBezTo>
                    <a:cubicBezTo>
                      <a:pt x="1959" y="6282"/>
                      <a:pt x="1898" y="6295"/>
                      <a:pt x="1835" y="6309"/>
                    </a:cubicBezTo>
                    <a:cubicBezTo>
                      <a:pt x="1720" y="6308"/>
                      <a:pt x="1720" y="6308"/>
                      <a:pt x="1604" y="6268"/>
                    </a:cubicBezTo>
                    <a:cubicBezTo>
                      <a:pt x="1442" y="6074"/>
                      <a:pt x="1343" y="5850"/>
                      <a:pt x="1237" y="5621"/>
                    </a:cubicBezTo>
                    <a:cubicBezTo>
                      <a:pt x="1204" y="5554"/>
                      <a:pt x="1172" y="5486"/>
                      <a:pt x="1139" y="5419"/>
                    </a:cubicBezTo>
                    <a:cubicBezTo>
                      <a:pt x="1071" y="5276"/>
                      <a:pt x="1004" y="5134"/>
                      <a:pt x="938" y="4990"/>
                    </a:cubicBezTo>
                    <a:cubicBezTo>
                      <a:pt x="871" y="4845"/>
                      <a:pt x="801" y="4701"/>
                      <a:pt x="730" y="4557"/>
                    </a:cubicBezTo>
                    <a:cubicBezTo>
                      <a:pt x="0" y="3089"/>
                      <a:pt x="0" y="3089"/>
                      <a:pt x="252" y="2289"/>
                    </a:cubicBezTo>
                    <a:cubicBezTo>
                      <a:pt x="331" y="2111"/>
                      <a:pt x="420" y="2034"/>
                      <a:pt x="597" y="1957"/>
                    </a:cubicBezTo>
                    <a:cubicBezTo>
                      <a:pt x="725" y="1919"/>
                      <a:pt x="846" y="1903"/>
                      <a:pt x="979" y="1893"/>
                    </a:cubicBezTo>
                    <a:cubicBezTo>
                      <a:pt x="979" y="1976"/>
                      <a:pt x="979" y="2058"/>
                      <a:pt x="979" y="2141"/>
                    </a:cubicBezTo>
                    <a:cubicBezTo>
                      <a:pt x="979" y="2154"/>
                      <a:pt x="979" y="2154"/>
                      <a:pt x="980" y="2221"/>
                    </a:cubicBezTo>
                    <a:cubicBezTo>
                      <a:pt x="982" y="2399"/>
                      <a:pt x="975" y="2572"/>
                      <a:pt x="959" y="2749"/>
                    </a:cubicBezTo>
                    <a:cubicBezTo>
                      <a:pt x="908" y="3434"/>
                      <a:pt x="1071" y="3853"/>
                      <a:pt x="1467" y="4405"/>
                    </a:cubicBezTo>
                    <a:cubicBezTo>
                      <a:pt x="1552" y="4523"/>
                      <a:pt x="1632" y="4643"/>
                      <a:pt x="1711" y="4764"/>
                    </a:cubicBezTo>
                    <a:cubicBezTo>
                      <a:pt x="2018" y="5216"/>
                      <a:pt x="2332" y="5559"/>
                      <a:pt x="2800" y="5847"/>
                    </a:cubicBezTo>
                    <a:cubicBezTo>
                      <a:pt x="2901" y="5913"/>
                      <a:pt x="2984" y="5969"/>
                      <a:pt x="3062" y="6060"/>
                    </a:cubicBezTo>
                    <a:cubicBezTo>
                      <a:pt x="3092" y="6204"/>
                      <a:pt x="3086" y="6332"/>
                      <a:pt x="3062" y="6477"/>
                    </a:cubicBezTo>
                    <a:cubicBezTo>
                      <a:pt x="3288" y="6453"/>
                      <a:pt x="3514" y="6427"/>
                      <a:pt x="3739" y="6399"/>
                    </a:cubicBezTo>
                    <a:cubicBezTo>
                      <a:pt x="3773" y="6394"/>
                      <a:pt x="3806" y="6390"/>
                      <a:pt x="3841" y="6386"/>
                    </a:cubicBezTo>
                    <a:cubicBezTo>
                      <a:pt x="4309" y="6325"/>
                      <a:pt x="4666" y="6226"/>
                      <a:pt x="5072" y="5975"/>
                    </a:cubicBezTo>
                    <a:cubicBezTo>
                      <a:pt x="5300" y="5846"/>
                      <a:pt x="5443" y="5844"/>
                      <a:pt x="5697" y="5908"/>
                    </a:cubicBezTo>
                    <a:cubicBezTo>
                      <a:pt x="5771" y="5931"/>
                      <a:pt x="5843" y="5956"/>
                      <a:pt x="5915" y="5983"/>
                    </a:cubicBezTo>
                    <a:cubicBezTo>
                      <a:pt x="6091" y="6049"/>
                      <a:pt x="6091" y="6049"/>
                      <a:pt x="6187" y="6060"/>
                    </a:cubicBezTo>
                    <a:cubicBezTo>
                      <a:pt x="6282" y="5964"/>
                      <a:pt x="6282" y="5964"/>
                      <a:pt x="6329" y="5903"/>
                    </a:cubicBezTo>
                    <a:cubicBezTo>
                      <a:pt x="6487" y="5781"/>
                      <a:pt x="6740" y="5832"/>
                      <a:pt x="6929" y="5839"/>
                    </a:cubicBezTo>
                    <a:cubicBezTo>
                      <a:pt x="6978" y="5840"/>
                      <a:pt x="7027" y="5841"/>
                      <a:pt x="7077" y="5841"/>
                    </a:cubicBezTo>
                    <a:cubicBezTo>
                      <a:pt x="7197" y="5844"/>
                      <a:pt x="7317" y="5847"/>
                      <a:pt x="7437" y="5852"/>
                    </a:cubicBezTo>
                    <a:cubicBezTo>
                      <a:pt x="7434" y="5810"/>
                      <a:pt x="7431" y="5768"/>
                      <a:pt x="7427" y="5724"/>
                    </a:cubicBezTo>
                    <a:cubicBezTo>
                      <a:pt x="7344" y="4560"/>
                      <a:pt x="7344" y="4560"/>
                      <a:pt x="7499" y="4283"/>
                    </a:cubicBezTo>
                    <a:cubicBezTo>
                      <a:pt x="7671" y="4107"/>
                      <a:pt x="7821" y="4067"/>
                      <a:pt x="8062" y="3977"/>
                    </a:cubicBezTo>
                    <a:cubicBezTo>
                      <a:pt x="8269" y="4183"/>
                      <a:pt x="8475" y="4389"/>
                      <a:pt x="8687" y="4602"/>
                    </a:cubicBezTo>
                    <a:cubicBezTo>
                      <a:pt x="8946" y="3646"/>
                      <a:pt x="8852" y="2982"/>
                      <a:pt x="8533" y="2056"/>
                    </a:cubicBezTo>
                    <a:cubicBezTo>
                      <a:pt x="8458" y="1836"/>
                      <a:pt x="8402" y="1612"/>
                      <a:pt x="8349" y="1385"/>
                    </a:cubicBezTo>
                    <a:cubicBezTo>
                      <a:pt x="8340" y="1351"/>
                      <a:pt x="8332" y="1317"/>
                      <a:pt x="8324" y="1282"/>
                    </a:cubicBezTo>
                    <a:cubicBezTo>
                      <a:pt x="8306" y="1208"/>
                      <a:pt x="8288" y="1134"/>
                      <a:pt x="8271" y="1060"/>
                    </a:cubicBezTo>
                    <a:cubicBezTo>
                      <a:pt x="8064" y="1129"/>
                      <a:pt x="7858" y="1197"/>
                      <a:pt x="7646" y="1268"/>
                    </a:cubicBezTo>
                    <a:cubicBezTo>
                      <a:pt x="8224" y="0"/>
                      <a:pt x="8224" y="0"/>
                      <a:pt x="8687" y="18"/>
                    </a:cubicBezTo>
                    <a:close/>
                  </a:path>
                </a:pathLst>
              </a:custGeom>
              <a:solidFill>
                <a:srgbClr val="FBC488"/>
              </a:solidFill>
              <a:ln w="2646" cap="flat">
                <a:noFill/>
              </a:ln>
            </p:spPr>
          </p:sp>
          <p:sp>
            <p:nvSpPr>
              <p:cNvPr id="2894" name="ICON_C_TOPOGRAPHY_path_038"/>
              <p:cNvSpPr/>
              <p:nvPr/>
            </p:nvSpPr>
            <p:spPr>
              <a:xfrm>
                <a:off x="11514667" y="7364460"/>
                <a:ext cx="99536" cy="53134"/>
              </a:xfrm>
              <a:custGeom>
                <a:avLst/>
                <a:gdLst/>
                <a:ahLst/>
                <a:cxnLst/>
                <a:rect l="0" t="0" r="r" b="b"/>
                <a:pathLst>
                  <a:path w="7838" h="4184" fill="norm" stroke="0">
                    <a:moveTo>
                      <a:pt x="5208" y="121"/>
                    </a:moveTo>
                    <a:cubicBezTo>
                      <a:pt x="5201" y="149"/>
                      <a:pt x="5194" y="177"/>
                      <a:pt x="5186" y="205"/>
                    </a:cubicBezTo>
                    <a:cubicBezTo>
                      <a:pt x="5166" y="335"/>
                      <a:pt x="5160" y="415"/>
                      <a:pt x="5208" y="538"/>
                    </a:cubicBezTo>
                    <a:cubicBezTo>
                      <a:pt x="5306" y="567"/>
                      <a:pt x="5395" y="586"/>
                      <a:pt x="5495" y="603"/>
                    </a:cubicBezTo>
                    <a:cubicBezTo>
                      <a:pt x="5628" y="629"/>
                      <a:pt x="5727" y="661"/>
                      <a:pt x="5833" y="746"/>
                    </a:cubicBezTo>
                    <a:cubicBezTo>
                      <a:pt x="5957" y="959"/>
                      <a:pt x="6030" y="1192"/>
                      <a:pt x="6097" y="1428"/>
                    </a:cubicBezTo>
                    <a:cubicBezTo>
                      <a:pt x="6173" y="1673"/>
                      <a:pt x="6173" y="1673"/>
                      <a:pt x="6250" y="1788"/>
                    </a:cubicBezTo>
                    <a:cubicBezTo>
                      <a:pt x="6396" y="1832"/>
                      <a:pt x="6519" y="1819"/>
                      <a:pt x="6667" y="1788"/>
                    </a:cubicBezTo>
                    <a:cubicBezTo>
                      <a:pt x="6664" y="1799"/>
                      <a:pt x="6664" y="1799"/>
                      <a:pt x="6650" y="1858"/>
                    </a:cubicBezTo>
                    <a:cubicBezTo>
                      <a:pt x="6598" y="2110"/>
                      <a:pt x="6547" y="2384"/>
                      <a:pt x="6667" y="2621"/>
                    </a:cubicBezTo>
                    <a:cubicBezTo>
                      <a:pt x="6828" y="2727"/>
                      <a:pt x="7003" y="2776"/>
                      <a:pt x="7188" y="2830"/>
                    </a:cubicBezTo>
                    <a:cubicBezTo>
                      <a:pt x="7551" y="2935"/>
                      <a:pt x="7551" y="2935"/>
                      <a:pt x="7708" y="3038"/>
                    </a:cubicBezTo>
                    <a:cubicBezTo>
                      <a:pt x="7838" y="3294"/>
                      <a:pt x="7772" y="3603"/>
                      <a:pt x="7708" y="3871"/>
                    </a:cubicBezTo>
                    <a:cubicBezTo>
                      <a:pt x="7559" y="3908"/>
                      <a:pt x="7441" y="3913"/>
                      <a:pt x="7292" y="3871"/>
                    </a:cubicBezTo>
                    <a:cubicBezTo>
                      <a:pt x="7213" y="3794"/>
                      <a:pt x="7153" y="3724"/>
                      <a:pt x="7089" y="3636"/>
                    </a:cubicBezTo>
                    <a:cubicBezTo>
                      <a:pt x="6510" y="2858"/>
                      <a:pt x="6510" y="2858"/>
                      <a:pt x="6029" y="2784"/>
                    </a:cubicBezTo>
                    <a:cubicBezTo>
                      <a:pt x="5515" y="2740"/>
                      <a:pt x="4725" y="2755"/>
                      <a:pt x="4304" y="3095"/>
                    </a:cubicBezTo>
                    <a:cubicBezTo>
                      <a:pt x="4135" y="3279"/>
                      <a:pt x="4045" y="3502"/>
                      <a:pt x="3951" y="3729"/>
                    </a:cubicBezTo>
                    <a:cubicBezTo>
                      <a:pt x="3893" y="3861"/>
                      <a:pt x="3843" y="3969"/>
                      <a:pt x="3750" y="4080"/>
                    </a:cubicBezTo>
                    <a:cubicBezTo>
                      <a:pt x="3478" y="4184"/>
                      <a:pt x="3210" y="4120"/>
                      <a:pt x="2944" y="4022"/>
                    </a:cubicBezTo>
                    <a:cubicBezTo>
                      <a:pt x="2610" y="3847"/>
                      <a:pt x="2525" y="3563"/>
                      <a:pt x="2415" y="3221"/>
                    </a:cubicBezTo>
                    <a:cubicBezTo>
                      <a:pt x="2387" y="3130"/>
                      <a:pt x="2359" y="3039"/>
                      <a:pt x="2332" y="2947"/>
                    </a:cubicBezTo>
                    <a:cubicBezTo>
                      <a:pt x="2246" y="2697"/>
                      <a:pt x="2112" y="2537"/>
                      <a:pt x="1875" y="2413"/>
                    </a:cubicBezTo>
                    <a:cubicBezTo>
                      <a:pt x="1601" y="2315"/>
                      <a:pt x="1328" y="2262"/>
                      <a:pt x="1042" y="2205"/>
                    </a:cubicBezTo>
                    <a:cubicBezTo>
                      <a:pt x="904" y="2480"/>
                      <a:pt x="767" y="2755"/>
                      <a:pt x="625" y="3038"/>
                    </a:cubicBezTo>
                    <a:cubicBezTo>
                      <a:pt x="419" y="2969"/>
                      <a:pt x="213" y="2900"/>
                      <a:pt x="0" y="2830"/>
                    </a:cubicBezTo>
                    <a:cubicBezTo>
                      <a:pt x="200" y="2421"/>
                      <a:pt x="428" y="2055"/>
                      <a:pt x="866" y="1887"/>
                    </a:cubicBezTo>
                    <a:cubicBezTo>
                      <a:pt x="1266" y="1756"/>
                      <a:pt x="1768" y="1652"/>
                      <a:pt x="2169" y="1825"/>
                    </a:cubicBezTo>
                    <a:cubicBezTo>
                      <a:pt x="2595" y="2060"/>
                      <a:pt x="3016" y="2494"/>
                      <a:pt x="3168" y="2962"/>
                    </a:cubicBezTo>
                    <a:cubicBezTo>
                      <a:pt x="3209" y="3206"/>
                      <a:pt x="3185" y="3424"/>
                      <a:pt x="3125" y="3663"/>
                    </a:cubicBezTo>
                    <a:cubicBezTo>
                      <a:pt x="3331" y="3663"/>
                      <a:pt x="3538" y="3663"/>
                      <a:pt x="3750" y="3663"/>
                    </a:cubicBezTo>
                    <a:cubicBezTo>
                      <a:pt x="3735" y="3592"/>
                      <a:pt x="3720" y="3521"/>
                      <a:pt x="3704" y="3448"/>
                    </a:cubicBezTo>
                    <a:cubicBezTo>
                      <a:pt x="3636" y="3105"/>
                      <a:pt x="3585" y="2760"/>
                      <a:pt x="3542" y="2413"/>
                    </a:cubicBezTo>
                    <a:cubicBezTo>
                      <a:pt x="3539" y="2396"/>
                      <a:pt x="3539" y="2396"/>
                      <a:pt x="3528" y="2308"/>
                    </a:cubicBezTo>
                    <a:cubicBezTo>
                      <a:pt x="3371" y="1033"/>
                      <a:pt x="3371" y="1033"/>
                      <a:pt x="3584" y="675"/>
                    </a:cubicBezTo>
                    <a:cubicBezTo>
                      <a:pt x="3944" y="225"/>
                      <a:pt x="4656" y="0"/>
                      <a:pt x="5208" y="121"/>
                    </a:cubicBezTo>
                    <a:close/>
                  </a:path>
                </a:pathLst>
              </a:custGeom>
              <a:solidFill>
                <a:srgbClr val="7EE0E8"/>
              </a:solidFill>
              <a:ln w="2646" cap="flat">
                <a:noFill/>
              </a:ln>
            </p:spPr>
          </p:sp>
          <p:sp>
            <p:nvSpPr>
              <p:cNvPr id="2895" name="ICON_C_TOPOGRAPHY_path_039"/>
              <p:cNvSpPr/>
              <p:nvPr/>
            </p:nvSpPr>
            <p:spPr>
              <a:xfrm>
                <a:off x="11485562" y="7530042"/>
                <a:ext cx="141018" cy="82439"/>
              </a:xfrm>
              <a:custGeom>
                <a:avLst/>
                <a:gdLst/>
                <a:ahLst/>
                <a:cxnLst/>
                <a:rect l="0" t="0" r="r" b="b"/>
                <a:pathLst>
                  <a:path w="11104" h="6491" fill="norm" stroke="0">
                    <a:moveTo>
                      <a:pt x="10833" y="0"/>
                    </a:moveTo>
                    <a:cubicBezTo>
                      <a:pt x="10960" y="288"/>
                      <a:pt x="11104" y="627"/>
                      <a:pt x="11009" y="941"/>
                    </a:cubicBezTo>
                    <a:cubicBezTo>
                      <a:pt x="10878" y="1210"/>
                      <a:pt x="10685" y="1437"/>
                      <a:pt x="10495" y="1667"/>
                    </a:cubicBezTo>
                    <a:cubicBezTo>
                      <a:pt x="10437" y="1740"/>
                      <a:pt x="10379" y="1814"/>
                      <a:pt x="10321" y="1888"/>
                    </a:cubicBezTo>
                    <a:cubicBezTo>
                      <a:pt x="9965" y="2333"/>
                      <a:pt x="9588" y="2731"/>
                      <a:pt x="9112" y="3049"/>
                    </a:cubicBezTo>
                    <a:cubicBezTo>
                      <a:pt x="8894" y="3197"/>
                      <a:pt x="8757" y="3312"/>
                      <a:pt x="8623" y="3539"/>
                    </a:cubicBezTo>
                    <a:cubicBezTo>
                      <a:pt x="8278" y="4114"/>
                      <a:pt x="8278" y="4114"/>
                      <a:pt x="7999" y="4210"/>
                    </a:cubicBezTo>
                    <a:cubicBezTo>
                      <a:pt x="7674" y="4266"/>
                      <a:pt x="7348" y="4247"/>
                      <a:pt x="7020" y="4224"/>
                    </a:cubicBezTo>
                    <a:cubicBezTo>
                      <a:pt x="6886" y="4215"/>
                      <a:pt x="6752" y="4211"/>
                      <a:pt x="6618" y="4207"/>
                    </a:cubicBezTo>
                    <a:cubicBezTo>
                      <a:pt x="6356" y="4198"/>
                      <a:pt x="6095" y="4184"/>
                      <a:pt x="5833" y="4167"/>
                    </a:cubicBezTo>
                    <a:cubicBezTo>
                      <a:pt x="5831" y="4195"/>
                      <a:pt x="5829" y="4222"/>
                      <a:pt x="5827" y="4251"/>
                    </a:cubicBezTo>
                    <a:cubicBezTo>
                      <a:pt x="5776" y="4791"/>
                      <a:pt x="5699" y="5229"/>
                      <a:pt x="5269" y="5591"/>
                    </a:cubicBezTo>
                    <a:cubicBezTo>
                      <a:pt x="5163" y="5675"/>
                      <a:pt x="5054" y="5755"/>
                      <a:pt x="4943" y="5832"/>
                    </a:cubicBezTo>
                    <a:cubicBezTo>
                      <a:pt x="4830" y="5912"/>
                      <a:pt x="4722" y="5997"/>
                      <a:pt x="4614" y="6083"/>
                    </a:cubicBezTo>
                    <a:cubicBezTo>
                      <a:pt x="4073" y="6491"/>
                      <a:pt x="4073" y="6491"/>
                      <a:pt x="3733" y="6445"/>
                    </a:cubicBezTo>
                    <a:cubicBezTo>
                      <a:pt x="3589" y="6414"/>
                      <a:pt x="3455" y="6368"/>
                      <a:pt x="3317" y="6315"/>
                    </a:cubicBezTo>
                    <a:cubicBezTo>
                      <a:pt x="3116" y="6237"/>
                      <a:pt x="2922" y="6222"/>
                      <a:pt x="2708" y="6250"/>
                    </a:cubicBezTo>
                    <a:cubicBezTo>
                      <a:pt x="2599" y="6317"/>
                      <a:pt x="2599" y="6317"/>
                      <a:pt x="2513" y="6393"/>
                    </a:cubicBezTo>
                    <a:cubicBezTo>
                      <a:pt x="2405" y="6453"/>
                      <a:pt x="2405" y="6453"/>
                      <a:pt x="2292" y="6458"/>
                    </a:cubicBezTo>
                    <a:cubicBezTo>
                      <a:pt x="2226" y="6398"/>
                      <a:pt x="2178" y="6331"/>
                      <a:pt x="2124" y="6260"/>
                    </a:cubicBezTo>
                    <a:cubicBezTo>
                      <a:pt x="1846" y="5894"/>
                      <a:pt x="1586" y="5791"/>
                      <a:pt x="1143" y="5729"/>
                    </a:cubicBezTo>
                    <a:cubicBezTo>
                      <a:pt x="763" y="5682"/>
                      <a:pt x="382" y="5650"/>
                      <a:pt x="0" y="5625"/>
                    </a:cubicBezTo>
                    <a:cubicBezTo>
                      <a:pt x="0" y="5487"/>
                      <a:pt x="0" y="5350"/>
                      <a:pt x="0" y="5208"/>
                    </a:cubicBezTo>
                    <a:cubicBezTo>
                      <a:pt x="1444" y="5277"/>
                      <a:pt x="2888" y="5346"/>
                      <a:pt x="4375" y="5417"/>
                    </a:cubicBezTo>
                    <a:cubicBezTo>
                      <a:pt x="4375" y="5279"/>
                      <a:pt x="4375" y="5142"/>
                      <a:pt x="4375" y="5000"/>
                    </a:cubicBezTo>
                    <a:cubicBezTo>
                      <a:pt x="4464" y="4940"/>
                      <a:pt x="4464" y="4940"/>
                      <a:pt x="4579" y="4916"/>
                    </a:cubicBezTo>
                    <a:cubicBezTo>
                      <a:pt x="4696" y="4870"/>
                      <a:pt x="4696" y="4870"/>
                      <a:pt x="4792" y="4792"/>
                    </a:cubicBezTo>
                    <a:cubicBezTo>
                      <a:pt x="4815" y="4672"/>
                      <a:pt x="4826" y="4573"/>
                      <a:pt x="4828" y="4452"/>
                    </a:cubicBezTo>
                    <a:cubicBezTo>
                      <a:pt x="4864" y="3675"/>
                      <a:pt x="4864" y="3675"/>
                      <a:pt x="5119" y="3393"/>
                    </a:cubicBezTo>
                    <a:cubicBezTo>
                      <a:pt x="5476" y="3155"/>
                      <a:pt x="6115" y="3281"/>
                      <a:pt x="6523" y="3307"/>
                    </a:cubicBezTo>
                    <a:cubicBezTo>
                      <a:pt x="8000" y="3397"/>
                      <a:pt x="8000" y="3397"/>
                      <a:pt x="8343" y="3109"/>
                    </a:cubicBezTo>
                    <a:cubicBezTo>
                      <a:pt x="8511" y="2944"/>
                      <a:pt x="8649" y="2749"/>
                      <a:pt x="8778" y="2553"/>
                    </a:cubicBezTo>
                    <a:cubicBezTo>
                      <a:pt x="8940" y="2306"/>
                      <a:pt x="9129" y="2091"/>
                      <a:pt x="9327" y="1873"/>
                    </a:cubicBezTo>
                    <a:cubicBezTo>
                      <a:pt x="9360" y="1837"/>
                      <a:pt x="9393" y="1801"/>
                      <a:pt x="9427" y="1763"/>
                    </a:cubicBezTo>
                    <a:cubicBezTo>
                      <a:pt x="9494" y="1690"/>
                      <a:pt x="9560" y="1616"/>
                      <a:pt x="9628" y="1542"/>
                    </a:cubicBezTo>
                    <a:cubicBezTo>
                      <a:pt x="10069" y="1053"/>
                      <a:pt x="10486" y="562"/>
                      <a:pt x="10833" y="0"/>
                    </a:cubicBezTo>
                    <a:close/>
                  </a:path>
                </a:pathLst>
              </a:custGeom>
              <a:solidFill>
                <a:srgbClr val="88DEE2"/>
              </a:solidFill>
              <a:ln w="2646" cap="flat">
                <a:noFill/>
              </a:ln>
            </p:spPr>
          </p:sp>
          <p:sp>
            <p:nvSpPr>
              <p:cNvPr id="2896" name="ICON_C_TOPOGRAPHY_path_040"/>
              <p:cNvSpPr/>
              <p:nvPr/>
            </p:nvSpPr>
            <p:spPr>
              <a:xfrm>
                <a:off x="11474979" y="7492730"/>
                <a:ext cx="54195" cy="45249"/>
              </a:xfrm>
              <a:custGeom>
                <a:avLst/>
                <a:gdLst/>
                <a:ahLst/>
                <a:cxnLst/>
                <a:rect l="0" t="0" r="r" b="b"/>
                <a:pathLst>
                  <a:path w="4267" h="3563" fill="norm" stroke="0">
                    <a:moveTo>
                      <a:pt x="3218" y="192"/>
                    </a:moveTo>
                    <a:cubicBezTo>
                      <a:pt x="3338" y="231"/>
                      <a:pt x="3457" y="258"/>
                      <a:pt x="3580" y="286"/>
                    </a:cubicBezTo>
                    <a:cubicBezTo>
                      <a:pt x="3822" y="354"/>
                      <a:pt x="4031" y="423"/>
                      <a:pt x="4167" y="646"/>
                    </a:cubicBezTo>
                    <a:cubicBezTo>
                      <a:pt x="4267" y="1122"/>
                      <a:pt x="4181" y="1673"/>
                      <a:pt x="3958" y="2105"/>
                    </a:cubicBezTo>
                    <a:cubicBezTo>
                      <a:pt x="3756" y="2367"/>
                      <a:pt x="3472" y="2492"/>
                      <a:pt x="3174" y="2617"/>
                    </a:cubicBezTo>
                    <a:cubicBezTo>
                      <a:pt x="2936" y="2716"/>
                      <a:pt x="2716" y="2839"/>
                      <a:pt x="2492" y="2966"/>
                    </a:cubicBezTo>
                    <a:cubicBezTo>
                      <a:pt x="2380" y="3028"/>
                      <a:pt x="2268" y="3089"/>
                      <a:pt x="2156" y="3150"/>
                    </a:cubicBezTo>
                    <a:cubicBezTo>
                      <a:pt x="2082" y="3191"/>
                      <a:pt x="2008" y="3232"/>
                      <a:pt x="1934" y="3274"/>
                    </a:cubicBezTo>
                    <a:cubicBezTo>
                      <a:pt x="1462" y="3541"/>
                      <a:pt x="1462" y="3541"/>
                      <a:pt x="1250" y="3563"/>
                    </a:cubicBezTo>
                    <a:cubicBezTo>
                      <a:pt x="1036" y="3473"/>
                      <a:pt x="942" y="3353"/>
                      <a:pt x="833" y="3146"/>
                    </a:cubicBezTo>
                    <a:cubicBezTo>
                      <a:pt x="793" y="3025"/>
                      <a:pt x="791" y="2934"/>
                      <a:pt x="807" y="2808"/>
                    </a:cubicBezTo>
                    <a:cubicBezTo>
                      <a:pt x="816" y="2713"/>
                      <a:pt x="825" y="2619"/>
                      <a:pt x="833" y="2521"/>
                    </a:cubicBezTo>
                    <a:cubicBezTo>
                      <a:pt x="558" y="2521"/>
                      <a:pt x="283" y="2521"/>
                      <a:pt x="0" y="2521"/>
                    </a:cubicBezTo>
                    <a:cubicBezTo>
                      <a:pt x="59" y="2381"/>
                      <a:pt x="120" y="2243"/>
                      <a:pt x="182" y="2105"/>
                    </a:cubicBezTo>
                    <a:cubicBezTo>
                      <a:pt x="199" y="2065"/>
                      <a:pt x="215" y="2025"/>
                      <a:pt x="232" y="1984"/>
                    </a:cubicBezTo>
                    <a:cubicBezTo>
                      <a:pt x="249" y="1947"/>
                      <a:pt x="267" y="1909"/>
                      <a:pt x="285" y="1870"/>
                    </a:cubicBezTo>
                    <a:cubicBezTo>
                      <a:pt x="300" y="1835"/>
                      <a:pt x="315" y="1800"/>
                      <a:pt x="331" y="1764"/>
                    </a:cubicBezTo>
                    <a:cubicBezTo>
                      <a:pt x="417" y="1688"/>
                      <a:pt x="417" y="1688"/>
                      <a:pt x="833" y="1688"/>
                    </a:cubicBezTo>
                    <a:cubicBezTo>
                      <a:pt x="902" y="1344"/>
                      <a:pt x="971" y="1000"/>
                      <a:pt x="1042" y="646"/>
                    </a:cubicBezTo>
                    <a:cubicBezTo>
                      <a:pt x="1385" y="646"/>
                      <a:pt x="1729" y="646"/>
                      <a:pt x="2083" y="646"/>
                    </a:cubicBezTo>
                    <a:cubicBezTo>
                      <a:pt x="2083" y="509"/>
                      <a:pt x="2083" y="371"/>
                      <a:pt x="2083" y="230"/>
                    </a:cubicBezTo>
                    <a:cubicBezTo>
                      <a:pt x="2161" y="111"/>
                      <a:pt x="2224" y="92"/>
                      <a:pt x="2355" y="41"/>
                    </a:cubicBezTo>
                    <a:cubicBezTo>
                      <a:pt x="2658" y="0"/>
                      <a:pt x="2934" y="94"/>
                      <a:pt x="3218" y="192"/>
                    </a:cubicBezTo>
                    <a:close/>
                  </a:path>
                </a:pathLst>
              </a:custGeom>
              <a:solidFill>
                <a:srgbClr val="E27768"/>
              </a:solidFill>
              <a:ln w="2646" cap="flat">
                <a:noFill/>
              </a:ln>
            </p:spPr>
          </p:sp>
          <p:sp>
            <p:nvSpPr>
              <p:cNvPr id="2897" name="ICON_C_TOPOGRAPHY_path_041"/>
              <p:cNvSpPr/>
              <p:nvPr/>
            </p:nvSpPr>
            <p:spPr>
              <a:xfrm>
                <a:off x="11387362" y="7569729"/>
                <a:ext cx="84971" cy="42857"/>
              </a:xfrm>
              <a:custGeom>
                <a:avLst/>
                <a:gdLst/>
                <a:ahLst/>
                <a:cxnLst/>
                <a:rect l="0" t="0" r="r" b="b"/>
                <a:pathLst>
                  <a:path w="6691" h="3375" fill="norm" stroke="0">
                    <a:moveTo>
                      <a:pt x="24" y="0"/>
                    </a:moveTo>
                    <a:cubicBezTo>
                      <a:pt x="60" y="30"/>
                      <a:pt x="97" y="61"/>
                      <a:pt x="135" y="92"/>
                    </a:cubicBezTo>
                    <a:cubicBezTo>
                      <a:pt x="951" y="764"/>
                      <a:pt x="1760" y="1342"/>
                      <a:pt x="2865" y="1260"/>
                    </a:cubicBezTo>
                    <a:cubicBezTo>
                      <a:pt x="3141" y="1223"/>
                      <a:pt x="3369" y="1083"/>
                      <a:pt x="3598" y="933"/>
                    </a:cubicBezTo>
                    <a:cubicBezTo>
                      <a:pt x="3852" y="772"/>
                      <a:pt x="4108" y="794"/>
                      <a:pt x="4399" y="833"/>
                    </a:cubicBezTo>
                    <a:cubicBezTo>
                      <a:pt x="4399" y="971"/>
                      <a:pt x="4399" y="1108"/>
                      <a:pt x="4399" y="1250"/>
                    </a:cubicBezTo>
                    <a:cubicBezTo>
                      <a:pt x="4880" y="1250"/>
                      <a:pt x="5361" y="1250"/>
                      <a:pt x="5857" y="1250"/>
                    </a:cubicBezTo>
                    <a:cubicBezTo>
                      <a:pt x="5879" y="1383"/>
                      <a:pt x="5900" y="1516"/>
                      <a:pt x="5922" y="1654"/>
                    </a:cubicBezTo>
                    <a:cubicBezTo>
                      <a:pt x="5999" y="2027"/>
                      <a:pt x="5999" y="2027"/>
                      <a:pt x="6137" y="2143"/>
                    </a:cubicBezTo>
                    <a:cubicBezTo>
                      <a:pt x="6312" y="2233"/>
                      <a:pt x="6496" y="2267"/>
                      <a:pt x="6691" y="2292"/>
                    </a:cubicBezTo>
                    <a:cubicBezTo>
                      <a:pt x="6353" y="2709"/>
                      <a:pt x="5930" y="2922"/>
                      <a:pt x="5441" y="3125"/>
                    </a:cubicBezTo>
                    <a:cubicBezTo>
                      <a:pt x="5403" y="3141"/>
                      <a:pt x="5366" y="3157"/>
                      <a:pt x="5328" y="3173"/>
                    </a:cubicBezTo>
                    <a:cubicBezTo>
                      <a:pt x="4838" y="3375"/>
                      <a:pt x="4838" y="3375"/>
                      <a:pt x="4607" y="3333"/>
                    </a:cubicBezTo>
                    <a:cubicBezTo>
                      <a:pt x="4513" y="3254"/>
                      <a:pt x="4466" y="3157"/>
                      <a:pt x="4412" y="3047"/>
                    </a:cubicBezTo>
                    <a:cubicBezTo>
                      <a:pt x="4301" y="2819"/>
                      <a:pt x="4207" y="2696"/>
                      <a:pt x="3964" y="2605"/>
                    </a:cubicBezTo>
                    <a:cubicBezTo>
                      <a:pt x="3488" y="2471"/>
                      <a:pt x="3108" y="2455"/>
                      <a:pt x="2667" y="2695"/>
                    </a:cubicBezTo>
                    <a:cubicBezTo>
                      <a:pt x="2551" y="2768"/>
                      <a:pt x="2435" y="2841"/>
                      <a:pt x="2316" y="2917"/>
                    </a:cubicBezTo>
                    <a:cubicBezTo>
                      <a:pt x="2247" y="2642"/>
                      <a:pt x="2178" y="2367"/>
                      <a:pt x="2107" y="2083"/>
                    </a:cubicBezTo>
                    <a:cubicBezTo>
                      <a:pt x="2044" y="2103"/>
                      <a:pt x="1981" y="2122"/>
                      <a:pt x="1916" y="2142"/>
                    </a:cubicBezTo>
                    <a:cubicBezTo>
                      <a:pt x="1626" y="2202"/>
                      <a:pt x="1330" y="2245"/>
                      <a:pt x="1066" y="2083"/>
                    </a:cubicBezTo>
                    <a:cubicBezTo>
                      <a:pt x="821" y="1855"/>
                      <a:pt x="650" y="1561"/>
                      <a:pt x="480" y="1276"/>
                    </a:cubicBezTo>
                    <a:cubicBezTo>
                      <a:pt x="457" y="1238"/>
                      <a:pt x="434" y="1200"/>
                      <a:pt x="410" y="1161"/>
                    </a:cubicBezTo>
                    <a:cubicBezTo>
                      <a:pt x="343" y="1049"/>
                      <a:pt x="279" y="936"/>
                      <a:pt x="215" y="822"/>
                    </a:cubicBezTo>
                    <a:cubicBezTo>
                      <a:pt x="196" y="788"/>
                      <a:pt x="176" y="753"/>
                      <a:pt x="156" y="718"/>
                    </a:cubicBezTo>
                    <a:cubicBezTo>
                      <a:pt x="27" y="473"/>
                      <a:pt x="0" y="275"/>
                      <a:pt x="24" y="0"/>
                    </a:cubicBezTo>
                    <a:close/>
                  </a:path>
                </a:pathLst>
              </a:custGeom>
              <a:solidFill>
                <a:srgbClr val="78DCE7"/>
              </a:solidFill>
              <a:ln w="2646" cap="flat">
                <a:noFill/>
              </a:ln>
            </p:spPr>
          </p:sp>
          <p:sp>
            <p:nvSpPr>
              <p:cNvPr id="2898" name="ICON_C_TOPOGRAPHY_path_042"/>
              <p:cNvSpPr/>
              <p:nvPr/>
            </p:nvSpPr>
            <p:spPr>
              <a:xfrm>
                <a:off x="11453813" y="7566740"/>
                <a:ext cx="108479" cy="32443"/>
              </a:xfrm>
              <a:custGeom>
                <a:avLst/>
                <a:gdLst/>
                <a:ahLst/>
                <a:cxnLst/>
                <a:rect l="0" t="0" r="r" b="b"/>
                <a:pathLst>
                  <a:path w="8542" h="2555" fill="norm" stroke="0">
                    <a:moveTo>
                      <a:pt x="7816" y="0"/>
                    </a:moveTo>
                    <a:cubicBezTo>
                      <a:pt x="8078" y="13"/>
                      <a:pt x="8312" y="113"/>
                      <a:pt x="8542" y="235"/>
                    </a:cubicBezTo>
                    <a:cubicBezTo>
                      <a:pt x="8518" y="234"/>
                      <a:pt x="8493" y="233"/>
                      <a:pt x="8469" y="231"/>
                    </a:cubicBezTo>
                    <a:cubicBezTo>
                      <a:pt x="8233" y="227"/>
                      <a:pt x="8010" y="249"/>
                      <a:pt x="7797" y="355"/>
                    </a:cubicBezTo>
                    <a:cubicBezTo>
                      <a:pt x="7559" y="593"/>
                      <a:pt x="7593" y="1059"/>
                      <a:pt x="7587" y="1376"/>
                    </a:cubicBezTo>
                    <a:cubicBezTo>
                      <a:pt x="7572" y="1769"/>
                      <a:pt x="7572" y="1769"/>
                      <a:pt x="7500" y="1902"/>
                    </a:cubicBezTo>
                    <a:cubicBezTo>
                      <a:pt x="7377" y="1987"/>
                      <a:pt x="7240" y="2019"/>
                      <a:pt x="7093" y="2037"/>
                    </a:cubicBezTo>
                    <a:cubicBezTo>
                      <a:pt x="7009" y="2050"/>
                      <a:pt x="7009" y="2050"/>
                      <a:pt x="6875" y="2110"/>
                    </a:cubicBezTo>
                    <a:cubicBezTo>
                      <a:pt x="6862" y="2207"/>
                      <a:pt x="6862" y="2207"/>
                      <a:pt x="6867" y="2322"/>
                    </a:cubicBezTo>
                    <a:cubicBezTo>
                      <a:pt x="6868" y="2361"/>
                      <a:pt x="6869" y="2399"/>
                      <a:pt x="6870" y="2438"/>
                    </a:cubicBezTo>
                    <a:cubicBezTo>
                      <a:pt x="6872" y="2467"/>
                      <a:pt x="6873" y="2497"/>
                      <a:pt x="6875" y="2527"/>
                    </a:cubicBezTo>
                    <a:cubicBezTo>
                      <a:pt x="6241" y="2532"/>
                      <a:pt x="5607" y="2536"/>
                      <a:pt x="4973" y="2538"/>
                    </a:cubicBezTo>
                    <a:cubicBezTo>
                      <a:pt x="4679" y="2539"/>
                      <a:pt x="4384" y="2540"/>
                      <a:pt x="4090" y="2543"/>
                    </a:cubicBezTo>
                    <a:cubicBezTo>
                      <a:pt x="3833" y="2545"/>
                      <a:pt x="3575" y="2546"/>
                      <a:pt x="3318" y="2547"/>
                    </a:cubicBezTo>
                    <a:cubicBezTo>
                      <a:pt x="3183" y="2547"/>
                      <a:pt x="3047" y="2548"/>
                      <a:pt x="2911" y="2549"/>
                    </a:cubicBezTo>
                    <a:cubicBezTo>
                      <a:pt x="2365" y="2555"/>
                      <a:pt x="1834" y="2539"/>
                      <a:pt x="1295" y="2442"/>
                    </a:cubicBezTo>
                    <a:cubicBezTo>
                      <a:pt x="1252" y="2435"/>
                      <a:pt x="1209" y="2428"/>
                      <a:pt x="1165" y="2420"/>
                    </a:cubicBezTo>
                    <a:cubicBezTo>
                      <a:pt x="952" y="2376"/>
                      <a:pt x="822" y="2333"/>
                      <a:pt x="686" y="2159"/>
                    </a:cubicBezTo>
                    <a:cubicBezTo>
                      <a:pt x="633" y="2077"/>
                      <a:pt x="587" y="1994"/>
                      <a:pt x="542" y="1907"/>
                    </a:cubicBezTo>
                    <a:cubicBezTo>
                      <a:pt x="437" y="1701"/>
                      <a:pt x="437" y="1701"/>
                      <a:pt x="300" y="1653"/>
                    </a:cubicBezTo>
                    <a:cubicBezTo>
                      <a:pt x="182" y="1655"/>
                      <a:pt x="182" y="1655"/>
                      <a:pt x="0" y="1694"/>
                    </a:cubicBezTo>
                    <a:cubicBezTo>
                      <a:pt x="0" y="1556"/>
                      <a:pt x="0" y="1419"/>
                      <a:pt x="0" y="1277"/>
                    </a:cubicBezTo>
                    <a:cubicBezTo>
                      <a:pt x="31" y="1282"/>
                      <a:pt x="63" y="1288"/>
                      <a:pt x="95" y="1293"/>
                    </a:cubicBezTo>
                    <a:cubicBezTo>
                      <a:pt x="139" y="1300"/>
                      <a:pt x="184" y="1308"/>
                      <a:pt x="229" y="1315"/>
                    </a:cubicBezTo>
                    <a:cubicBezTo>
                      <a:pt x="268" y="1322"/>
                      <a:pt x="268" y="1322"/>
                      <a:pt x="463" y="1354"/>
                    </a:cubicBezTo>
                    <a:cubicBezTo>
                      <a:pt x="491" y="1359"/>
                      <a:pt x="518" y="1364"/>
                      <a:pt x="547" y="1368"/>
                    </a:cubicBezTo>
                    <a:cubicBezTo>
                      <a:pt x="632" y="1382"/>
                      <a:pt x="716" y="1396"/>
                      <a:pt x="801" y="1411"/>
                    </a:cubicBezTo>
                    <a:cubicBezTo>
                      <a:pt x="830" y="1415"/>
                      <a:pt x="859" y="1420"/>
                      <a:pt x="889" y="1425"/>
                    </a:cubicBezTo>
                    <a:cubicBezTo>
                      <a:pt x="919" y="1430"/>
                      <a:pt x="919" y="1430"/>
                      <a:pt x="1068" y="1455"/>
                    </a:cubicBezTo>
                    <a:cubicBezTo>
                      <a:pt x="1098" y="1460"/>
                      <a:pt x="1128" y="1465"/>
                      <a:pt x="1159" y="1470"/>
                    </a:cubicBezTo>
                    <a:cubicBezTo>
                      <a:pt x="1280" y="1490"/>
                      <a:pt x="1401" y="1511"/>
                      <a:pt x="1522" y="1531"/>
                    </a:cubicBezTo>
                    <a:cubicBezTo>
                      <a:pt x="1551" y="1536"/>
                      <a:pt x="1581" y="1541"/>
                      <a:pt x="1611" y="1546"/>
                    </a:cubicBezTo>
                    <a:cubicBezTo>
                      <a:pt x="1697" y="1560"/>
                      <a:pt x="1784" y="1574"/>
                      <a:pt x="1870" y="1589"/>
                    </a:cubicBezTo>
                    <a:cubicBezTo>
                      <a:pt x="1883" y="1591"/>
                      <a:pt x="1883" y="1591"/>
                      <a:pt x="1953" y="1602"/>
                    </a:cubicBezTo>
                    <a:cubicBezTo>
                      <a:pt x="2059" y="1620"/>
                      <a:pt x="2165" y="1638"/>
                      <a:pt x="2270" y="1655"/>
                    </a:cubicBezTo>
                    <a:cubicBezTo>
                      <a:pt x="2308" y="1662"/>
                      <a:pt x="2308" y="1662"/>
                      <a:pt x="2500" y="1694"/>
                    </a:cubicBezTo>
                    <a:cubicBezTo>
                      <a:pt x="2500" y="1487"/>
                      <a:pt x="2500" y="1281"/>
                      <a:pt x="2500" y="1069"/>
                    </a:cubicBezTo>
                    <a:cubicBezTo>
                      <a:pt x="3680" y="996"/>
                      <a:pt x="3680" y="996"/>
                      <a:pt x="4258" y="1277"/>
                    </a:cubicBezTo>
                    <a:cubicBezTo>
                      <a:pt x="4954" y="1605"/>
                      <a:pt x="5884" y="1650"/>
                      <a:pt x="6616" y="1388"/>
                    </a:cubicBezTo>
                    <a:cubicBezTo>
                      <a:pt x="7057" y="1190"/>
                      <a:pt x="7227" y="848"/>
                      <a:pt x="7432" y="436"/>
                    </a:cubicBezTo>
                    <a:cubicBezTo>
                      <a:pt x="7630" y="47"/>
                      <a:pt x="7630" y="47"/>
                      <a:pt x="7816" y="0"/>
                    </a:cubicBezTo>
                    <a:close/>
                  </a:path>
                </a:pathLst>
              </a:custGeom>
              <a:solidFill>
                <a:srgbClr val="92E5CF"/>
              </a:solidFill>
              <a:ln w="2646" cap="flat">
                <a:noFill/>
              </a:ln>
            </p:spPr>
          </p:sp>
          <p:sp>
            <p:nvSpPr>
              <p:cNvPr id="2899" name="ICON_C_TOPOGRAPHY_path_043"/>
              <p:cNvSpPr/>
              <p:nvPr/>
            </p:nvSpPr>
            <p:spPr>
              <a:xfrm>
                <a:off x="11533188" y="7587256"/>
                <a:ext cx="88823" cy="44447"/>
              </a:xfrm>
              <a:custGeom>
                <a:avLst/>
                <a:gdLst/>
                <a:ahLst/>
                <a:cxnLst/>
                <a:rect l="0" t="0" r="r" b="b"/>
                <a:pathLst>
                  <a:path w="6994" h="3500" fill="norm" stroke="0">
                    <a:moveTo>
                      <a:pt x="6642" y="170"/>
                    </a:moveTo>
                    <a:cubicBezTo>
                      <a:pt x="6722" y="205"/>
                      <a:pt x="6799" y="243"/>
                      <a:pt x="6875" y="287"/>
                    </a:cubicBezTo>
                    <a:cubicBezTo>
                      <a:pt x="6951" y="589"/>
                      <a:pt x="6994" y="905"/>
                      <a:pt x="6836" y="1190"/>
                    </a:cubicBezTo>
                    <a:cubicBezTo>
                      <a:pt x="6582" y="1580"/>
                      <a:pt x="6152" y="2092"/>
                      <a:pt x="5682" y="2207"/>
                    </a:cubicBezTo>
                    <a:cubicBezTo>
                      <a:pt x="5377" y="2249"/>
                      <a:pt x="5092" y="2219"/>
                      <a:pt x="4792" y="2162"/>
                    </a:cubicBezTo>
                    <a:cubicBezTo>
                      <a:pt x="4792" y="2368"/>
                      <a:pt x="4792" y="2574"/>
                      <a:pt x="4792" y="2787"/>
                    </a:cubicBezTo>
                    <a:cubicBezTo>
                      <a:pt x="4734" y="2779"/>
                      <a:pt x="4676" y="2772"/>
                      <a:pt x="4617" y="2765"/>
                    </a:cubicBezTo>
                    <a:cubicBezTo>
                      <a:pt x="4147" y="2723"/>
                      <a:pt x="4147" y="2723"/>
                      <a:pt x="3958" y="2787"/>
                    </a:cubicBezTo>
                    <a:cubicBezTo>
                      <a:pt x="3886" y="2882"/>
                      <a:pt x="3872" y="2982"/>
                      <a:pt x="3854" y="3099"/>
                    </a:cubicBezTo>
                    <a:cubicBezTo>
                      <a:pt x="3821" y="3317"/>
                      <a:pt x="3821" y="3317"/>
                      <a:pt x="3750" y="3412"/>
                    </a:cubicBezTo>
                    <a:cubicBezTo>
                      <a:pt x="3488" y="3500"/>
                      <a:pt x="3185" y="3445"/>
                      <a:pt x="2917" y="3412"/>
                    </a:cubicBezTo>
                    <a:cubicBezTo>
                      <a:pt x="2917" y="3205"/>
                      <a:pt x="2917" y="2999"/>
                      <a:pt x="2917" y="2787"/>
                    </a:cubicBezTo>
                    <a:cubicBezTo>
                      <a:pt x="1954" y="2855"/>
                      <a:pt x="992" y="2924"/>
                      <a:pt x="0" y="2995"/>
                    </a:cubicBezTo>
                    <a:cubicBezTo>
                      <a:pt x="0" y="2926"/>
                      <a:pt x="0" y="2857"/>
                      <a:pt x="0" y="2787"/>
                    </a:cubicBezTo>
                    <a:cubicBezTo>
                      <a:pt x="30" y="2790"/>
                      <a:pt x="61" y="2793"/>
                      <a:pt x="92" y="2796"/>
                    </a:cubicBezTo>
                    <a:cubicBezTo>
                      <a:pt x="767" y="2860"/>
                      <a:pt x="767" y="2860"/>
                      <a:pt x="1042" y="2787"/>
                    </a:cubicBezTo>
                    <a:cubicBezTo>
                      <a:pt x="1114" y="2665"/>
                      <a:pt x="1131" y="2620"/>
                      <a:pt x="1146" y="2487"/>
                    </a:cubicBezTo>
                    <a:cubicBezTo>
                      <a:pt x="1163" y="2365"/>
                      <a:pt x="1180" y="2265"/>
                      <a:pt x="1250" y="2162"/>
                    </a:cubicBezTo>
                    <a:cubicBezTo>
                      <a:pt x="1593" y="1978"/>
                      <a:pt x="2062" y="1975"/>
                      <a:pt x="2442" y="1939"/>
                    </a:cubicBezTo>
                    <a:cubicBezTo>
                      <a:pt x="3490" y="1840"/>
                      <a:pt x="4129" y="1415"/>
                      <a:pt x="4955" y="788"/>
                    </a:cubicBezTo>
                    <a:cubicBezTo>
                      <a:pt x="5116" y="666"/>
                      <a:pt x="5278" y="547"/>
                      <a:pt x="5443" y="430"/>
                    </a:cubicBezTo>
                    <a:cubicBezTo>
                      <a:pt x="5469" y="411"/>
                      <a:pt x="5495" y="393"/>
                      <a:pt x="5521" y="374"/>
                    </a:cubicBezTo>
                    <a:cubicBezTo>
                      <a:pt x="5901" y="110"/>
                      <a:pt x="6188" y="0"/>
                      <a:pt x="6642" y="170"/>
                    </a:cubicBezTo>
                    <a:close/>
                  </a:path>
                </a:pathLst>
              </a:custGeom>
              <a:solidFill>
                <a:srgbClr val="489CE1"/>
              </a:solidFill>
              <a:ln w="2646" cap="flat">
                <a:noFill/>
              </a:ln>
            </p:spPr>
          </p:sp>
          <p:sp>
            <p:nvSpPr>
              <p:cNvPr id="2900" name="ICON_C_TOPOGRAPHY_path_044"/>
              <p:cNvSpPr/>
              <p:nvPr/>
            </p:nvSpPr>
            <p:spPr>
              <a:xfrm>
                <a:off x="11353271" y="7556500"/>
                <a:ext cx="92604" cy="63500"/>
              </a:xfrm>
              <a:custGeom>
                <a:avLst/>
                <a:gdLst/>
                <a:ahLst/>
                <a:cxnLst/>
                <a:rect l="0" t="0" r="r" b="b"/>
                <a:pathLst>
                  <a:path w="7292" h="5000" fill="norm" stroke="0">
                    <a:moveTo>
                      <a:pt x="625" y="0"/>
                    </a:moveTo>
                    <a:cubicBezTo>
                      <a:pt x="763" y="0"/>
                      <a:pt x="900" y="0"/>
                      <a:pt x="1042" y="0"/>
                    </a:cubicBezTo>
                    <a:cubicBezTo>
                      <a:pt x="1042" y="344"/>
                      <a:pt x="1042" y="688"/>
                      <a:pt x="1042" y="1042"/>
                    </a:cubicBezTo>
                    <a:cubicBezTo>
                      <a:pt x="904" y="1042"/>
                      <a:pt x="767" y="1042"/>
                      <a:pt x="625" y="1042"/>
                    </a:cubicBezTo>
                    <a:cubicBezTo>
                      <a:pt x="704" y="1221"/>
                      <a:pt x="786" y="1399"/>
                      <a:pt x="869" y="1576"/>
                    </a:cubicBezTo>
                    <a:cubicBezTo>
                      <a:pt x="897" y="1636"/>
                      <a:pt x="925" y="1697"/>
                      <a:pt x="951" y="1758"/>
                    </a:cubicBezTo>
                    <a:cubicBezTo>
                      <a:pt x="1170" y="2251"/>
                      <a:pt x="1170" y="2251"/>
                      <a:pt x="1357" y="2345"/>
                    </a:cubicBezTo>
                    <a:cubicBezTo>
                      <a:pt x="1486" y="2359"/>
                      <a:pt x="1552" y="2352"/>
                      <a:pt x="1667" y="2292"/>
                    </a:cubicBezTo>
                    <a:cubicBezTo>
                      <a:pt x="1765" y="2162"/>
                      <a:pt x="1823" y="2029"/>
                      <a:pt x="1875" y="1875"/>
                    </a:cubicBezTo>
                    <a:cubicBezTo>
                      <a:pt x="2595" y="2065"/>
                      <a:pt x="2975" y="2295"/>
                      <a:pt x="3396" y="2897"/>
                    </a:cubicBezTo>
                    <a:cubicBezTo>
                      <a:pt x="3624" y="3219"/>
                      <a:pt x="3814" y="3423"/>
                      <a:pt x="4219" y="3503"/>
                    </a:cubicBezTo>
                    <a:cubicBezTo>
                      <a:pt x="4341" y="3523"/>
                      <a:pt x="4459" y="3534"/>
                      <a:pt x="4583" y="3542"/>
                    </a:cubicBezTo>
                    <a:cubicBezTo>
                      <a:pt x="4583" y="3748"/>
                      <a:pt x="4583" y="3954"/>
                      <a:pt x="4583" y="4167"/>
                    </a:cubicBezTo>
                    <a:cubicBezTo>
                      <a:pt x="4674" y="4162"/>
                      <a:pt x="4765" y="4157"/>
                      <a:pt x="4858" y="4152"/>
                    </a:cubicBezTo>
                    <a:cubicBezTo>
                      <a:pt x="5523" y="4125"/>
                      <a:pt x="6124" y="4145"/>
                      <a:pt x="6758" y="4362"/>
                    </a:cubicBezTo>
                    <a:cubicBezTo>
                      <a:pt x="6785" y="4371"/>
                      <a:pt x="6812" y="4380"/>
                      <a:pt x="6841" y="4390"/>
                    </a:cubicBezTo>
                    <a:cubicBezTo>
                      <a:pt x="7171" y="4501"/>
                      <a:pt x="7171" y="4501"/>
                      <a:pt x="7292" y="4583"/>
                    </a:cubicBezTo>
                    <a:cubicBezTo>
                      <a:pt x="7292" y="4652"/>
                      <a:pt x="7292" y="4721"/>
                      <a:pt x="7292" y="4792"/>
                    </a:cubicBezTo>
                    <a:cubicBezTo>
                      <a:pt x="6948" y="4826"/>
                      <a:pt x="6948" y="4826"/>
                      <a:pt x="5208" y="5000"/>
                    </a:cubicBezTo>
                    <a:cubicBezTo>
                      <a:pt x="5208" y="4862"/>
                      <a:pt x="5208" y="4725"/>
                      <a:pt x="5208" y="4583"/>
                    </a:cubicBezTo>
                    <a:cubicBezTo>
                      <a:pt x="5170" y="4599"/>
                      <a:pt x="5131" y="4616"/>
                      <a:pt x="5092" y="4632"/>
                    </a:cubicBezTo>
                    <a:cubicBezTo>
                      <a:pt x="4601" y="4823"/>
                      <a:pt x="4058" y="4947"/>
                      <a:pt x="3542" y="4792"/>
                    </a:cubicBezTo>
                    <a:cubicBezTo>
                      <a:pt x="3095" y="4591"/>
                      <a:pt x="2713" y="4247"/>
                      <a:pt x="2344" y="3932"/>
                    </a:cubicBezTo>
                    <a:cubicBezTo>
                      <a:pt x="2319" y="3912"/>
                      <a:pt x="2295" y="3891"/>
                      <a:pt x="2270" y="3870"/>
                    </a:cubicBezTo>
                    <a:cubicBezTo>
                      <a:pt x="1727" y="3412"/>
                      <a:pt x="1229" y="2921"/>
                      <a:pt x="781" y="2369"/>
                    </a:cubicBezTo>
                    <a:cubicBezTo>
                      <a:pt x="764" y="2348"/>
                      <a:pt x="747" y="2327"/>
                      <a:pt x="730" y="2306"/>
                    </a:cubicBezTo>
                    <a:cubicBezTo>
                      <a:pt x="369" y="1862"/>
                      <a:pt x="175" y="1375"/>
                      <a:pt x="0" y="833"/>
                    </a:cubicBezTo>
                    <a:cubicBezTo>
                      <a:pt x="206" y="833"/>
                      <a:pt x="413" y="833"/>
                      <a:pt x="625" y="833"/>
                    </a:cubicBezTo>
                    <a:cubicBezTo>
                      <a:pt x="625" y="558"/>
                      <a:pt x="625" y="283"/>
                      <a:pt x="625" y="0"/>
                    </a:cubicBezTo>
                    <a:close/>
                  </a:path>
                </a:pathLst>
              </a:custGeom>
              <a:solidFill>
                <a:srgbClr val="5BAAE4"/>
              </a:solidFill>
              <a:ln w="2646" cap="flat">
                <a:noFill/>
              </a:ln>
            </p:spPr>
          </p:sp>
          <p:sp>
            <p:nvSpPr>
              <p:cNvPr id="2901" name="ICON_C_TOPOGRAPHY_path_045"/>
              <p:cNvSpPr/>
              <p:nvPr/>
            </p:nvSpPr>
            <p:spPr>
              <a:xfrm>
                <a:off x="11354197" y="7427637"/>
                <a:ext cx="55531" cy="79039"/>
              </a:xfrm>
              <a:custGeom>
                <a:avLst/>
                <a:gdLst/>
                <a:ahLst/>
                <a:cxnLst/>
                <a:rect l="0" t="0" r="r" b="b"/>
                <a:pathLst>
                  <a:path w="4372" h="6224" fill="norm" stroke="0">
                    <a:moveTo>
                      <a:pt x="4094" y="147"/>
                    </a:moveTo>
                    <a:cubicBezTo>
                      <a:pt x="4140" y="398"/>
                      <a:pt x="4180" y="649"/>
                      <a:pt x="4217" y="902"/>
                    </a:cubicBezTo>
                    <a:cubicBezTo>
                      <a:pt x="4230" y="987"/>
                      <a:pt x="4245" y="1073"/>
                      <a:pt x="4260" y="1158"/>
                    </a:cubicBezTo>
                    <a:cubicBezTo>
                      <a:pt x="4342" y="1602"/>
                      <a:pt x="4372" y="1975"/>
                      <a:pt x="4135" y="2376"/>
                    </a:cubicBezTo>
                    <a:cubicBezTo>
                      <a:pt x="3847" y="2786"/>
                      <a:pt x="3546" y="2950"/>
                      <a:pt x="3057" y="3036"/>
                    </a:cubicBezTo>
                    <a:cubicBezTo>
                      <a:pt x="2921" y="3056"/>
                      <a:pt x="2785" y="3073"/>
                      <a:pt x="2648" y="3089"/>
                    </a:cubicBezTo>
                    <a:cubicBezTo>
                      <a:pt x="2294" y="3138"/>
                      <a:pt x="1943" y="3194"/>
                      <a:pt x="1594" y="3272"/>
                    </a:cubicBezTo>
                    <a:cubicBezTo>
                      <a:pt x="1552" y="3281"/>
                      <a:pt x="1510" y="3290"/>
                      <a:pt x="1467" y="3300"/>
                    </a:cubicBezTo>
                    <a:cubicBezTo>
                      <a:pt x="1193" y="3369"/>
                      <a:pt x="932" y="3452"/>
                      <a:pt x="760" y="3688"/>
                    </a:cubicBezTo>
                    <a:cubicBezTo>
                      <a:pt x="636" y="4067"/>
                      <a:pt x="678" y="4483"/>
                      <a:pt x="703" y="4876"/>
                    </a:cubicBezTo>
                    <a:cubicBezTo>
                      <a:pt x="712" y="5024"/>
                      <a:pt x="716" y="5172"/>
                      <a:pt x="720" y="5320"/>
                    </a:cubicBezTo>
                    <a:cubicBezTo>
                      <a:pt x="729" y="5610"/>
                      <a:pt x="743" y="5899"/>
                      <a:pt x="760" y="6188"/>
                    </a:cubicBezTo>
                    <a:cubicBezTo>
                      <a:pt x="615" y="6214"/>
                      <a:pt x="489" y="6224"/>
                      <a:pt x="344" y="6188"/>
                    </a:cubicBezTo>
                    <a:cubicBezTo>
                      <a:pt x="125" y="5956"/>
                      <a:pt x="95" y="5617"/>
                      <a:pt x="79" y="5312"/>
                    </a:cubicBezTo>
                    <a:cubicBezTo>
                      <a:pt x="77" y="5290"/>
                      <a:pt x="77" y="5290"/>
                      <a:pt x="71" y="5182"/>
                    </a:cubicBezTo>
                    <a:cubicBezTo>
                      <a:pt x="0" y="3737"/>
                      <a:pt x="0" y="3737"/>
                      <a:pt x="401" y="3252"/>
                    </a:cubicBezTo>
                    <a:cubicBezTo>
                      <a:pt x="678" y="2951"/>
                      <a:pt x="1006" y="2651"/>
                      <a:pt x="1425" y="2598"/>
                    </a:cubicBezTo>
                    <a:cubicBezTo>
                      <a:pt x="1459" y="2597"/>
                      <a:pt x="1493" y="2596"/>
                      <a:pt x="1528" y="2596"/>
                    </a:cubicBezTo>
                    <a:cubicBezTo>
                      <a:pt x="1704" y="2575"/>
                      <a:pt x="1862" y="2540"/>
                      <a:pt x="2010" y="2438"/>
                    </a:cubicBezTo>
                    <a:cubicBezTo>
                      <a:pt x="2071" y="2322"/>
                      <a:pt x="2078" y="2209"/>
                      <a:pt x="2086" y="2079"/>
                    </a:cubicBezTo>
                    <a:cubicBezTo>
                      <a:pt x="2090" y="2044"/>
                      <a:pt x="2094" y="2009"/>
                      <a:pt x="2098" y="1972"/>
                    </a:cubicBezTo>
                    <a:cubicBezTo>
                      <a:pt x="2110" y="1859"/>
                      <a:pt x="2119" y="1745"/>
                      <a:pt x="2128" y="1631"/>
                    </a:cubicBezTo>
                    <a:cubicBezTo>
                      <a:pt x="2208" y="588"/>
                      <a:pt x="2208" y="588"/>
                      <a:pt x="2543" y="286"/>
                    </a:cubicBezTo>
                    <a:cubicBezTo>
                      <a:pt x="2963" y="0"/>
                      <a:pt x="3613" y="101"/>
                      <a:pt x="4094" y="147"/>
                    </a:cubicBezTo>
                    <a:close/>
                  </a:path>
                </a:pathLst>
              </a:custGeom>
              <a:solidFill>
                <a:srgbClr val="BEF5CC"/>
              </a:solidFill>
              <a:ln w="2646" cap="flat">
                <a:noFill/>
              </a:ln>
            </p:spPr>
          </p:sp>
          <p:sp>
            <p:nvSpPr>
              <p:cNvPr id="2902" name="ICON_C_TOPOGRAPHY_path_046"/>
              <p:cNvSpPr/>
              <p:nvPr/>
            </p:nvSpPr>
            <p:spPr>
              <a:xfrm>
                <a:off x="11578167" y="7335824"/>
                <a:ext cx="66535" cy="53988"/>
              </a:xfrm>
              <a:custGeom>
                <a:avLst/>
                <a:gdLst/>
                <a:ahLst/>
                <a:cxnLst/>
                <a:rect l="0" t="0" r="r" b="b"/>
                <a:pathLst>
                  <a:path w="5239" h="4251" fill="norm" stroke="0">
                    <a:moveTo>
                      <a:pt x="382" y="102"/>
                    </a:moveTo>
                    <a:cubicBezTo>
                      <a:pt x="450" y="121"/>
                      <a:pt x="518" y="141"/>
                      <a:pt x="586" y="163"/>
                    </a:cubicBezTo>
                    <a:cubicBezTo>
                      <a:pt x="660" y="183"/>
                      <a:pt x="734" y="204"/>
                      <a:pt x="808" y="225"/>
                    </a:cubicBezTo>
                    <a:cubicBezTo>
                      <a:pt x="846" y="236"/>
                      <a:pt x="884" y="248"/>
                      <a:pt x="924" y="259"/>
                    </a:cubicBezTo>
                    <a:cubicBezTo>
                      <a:pt x="1118" y="315"/>
                      <a:pt x="1314" y="362"/>
                      <a:pt x="1510" y="410"/>
                    </a:cubicBezTo>
                    <a:cubicBezTo>
                      <a:pt x="1581" y="428"/>
                      <a:pt x="1651" y="445"/>
                      <a:pt x="1722" y="463"/>
                    </a:cubicBezTo>
                    <a:cubicBezTo>
                      <a:pt x="1773" y="475"/>
                      <a:pt x="1823" y="488"/>
                      <a:pt x="1875" y="501"/>
                    </a:cubicBezTo>
                    <a:cubicBezTo>
                      <a:pt x="1875" y="364"/>
                      <a:pt x="1875" y="226"/>
                      <a:pt x="1875" y="84"/>
                    </a:cubicBezTo>
                    <a:cubicBezTo>
                      <a:pt x="2112" y="38"/>
                      <a:pt x="2365" y="0"/>
                      <a:pt x="2579" y="134"/>
                    </a:cubicBezTo>
                    <a:cubicBezTo>
                      <a:pt x="2783" y="305"/>
                      <a:pt x="2946" y="515"/>
                      <a:pt x="3112" y="723"/>
                    </a:cubicBezTo>
                    <a:cubicBezTo>
                      <a:pt x="3167" y="788"/>
                      <a:pt x="3221" y="854"/>
                      <a:pt x="3276" y="920"/>
                    </a:cubicBezTo>
                    <a:cubicBezTo>
                      <a:pt x="3682" y="1416"/>
                      <a:pt x="4014" y="1944"/>
                      <a:pt x="4296" y="2520"/>
                    </a:cubicBezTo>
                    <a:cubicBezTo>
                      <a:pt x="4461" y="2848"/>
                      <a:pt x="4601" y="3037"/>
                      <a:pt x="4924" y="3223"/>
                    </a:cubicBezTo>
                    <a:cubicBezTo>
                      <a:pt x="5199" y="3382"/>
                      <a:pt x="5199" y="3382"/>
                      <a:pt x="5239" y="3528"/>
                    </a:cubicBezTo>
                    <a:cubicBezTo>
                      <a:pt x="5222" y="3650"/>
                      <a:pt x="5191" y="3747"/>
                      <a:pt x="5143" y="3860"/>
                    </a:cubicBezTo>
                    <a:cubicBezTo>
                      <a:pt x="5130" y="3898"/>
                      <a:pt x="5118" y="3936"/>
                      <a:pt x="5105" y="3975"/>
                    </a:cubicBezTo>
                    <a:cubicBezTo>
                      <a:pt x="5072" y="4069"/>
                      <a:pt x="5038" y="4160"/>
                      <a:pt x="5000" y="4251"/>
                    </a:cubicBezTo>
                    <a:cubicBezTo>
                      <a:pt x="4162" y="3522"/>
                      <a:pt x="4162" y="3522"/>
                      <a:pt x="4111" y="3223"/>
                    </a:cubicBezTo>
                    <a:cubicBezTo>
                      <a:pt x="4106" y="3075"/>
                      <a:pt x="4127" y="2936"/>
                      <a:pt x="4167" y="2793"/>
                    </a:cubicBezTo>
                    <a:cubicBezTo>
                      <a:pt x="4029" y="2793"/>
                      <a:pt x="3892" y="2793"/>
                      <a:pt x="3750" y="2793"/>
                    </a:cubicBezTo>
                    <a:cubicBezTo>
                      <a:pt x="3681" y="3068"/>
                      <a:pt x="3612" y="3343"/>
                      <a:pt x="3542" y="3626"/>
                    </a:cubicBezTo>
                    <a:cubicBezTo>
                      <a:pt x="2785" y="3620"/>
                      <a:pt x="2785" y="3620"/>
                      <a:pt x="2500" y="3418"/>
                    </a:cubicBezTo>
                    <a:cubicBezTo>
                      <a:pt x="2303" y="3043"/>
                      <a:pt x="2306" y="2583"/>
                      <a:pt x="2292" y="2168"/>
                    </a:cubicBezTo>
                    <a:cubicBezTo>
                      <a:pt x="2017" y="2168"/>
                      <a:pt x="1742" y="2168"/>
                      <a:pt x="1458" y="2168"/>
                    </a:cubicBezTo>
                    <a:cubicBezTo>
                      <a:pt x="1437" y="2035"/>
                      <a:pt x="1415" y="1901"/>
                      <a:pt x="1393" y="1764"/>
                    </a:cubicBezTo>
                    <a:cubicBezTo>
                      <a:pt x="1361" y="1612"/>
                      <a:pt x="1324" y="1472"/>
                      <a:pt x="1250" y="1334"/>
                    </a:cubicBezTo>
                    <a:cubicBezTo>
                      <a:pt x="1119" y="1262"/>
                      <a:pt x="1026" y="1240"/>
                      <a:pt x="882" y="1217"/>
                    </a:cubicBezTo>
                    <a:cubicBezTo>
                      <a:pt x="452" y="1123"/>
                      <a:pt x="224" y="638"/>
                      <a:pt x="0" y="293"/>
                    </a:cubicBezTo>
                    <a:cubicBezTo>
                      <a:pt x="118" y="133"/>
                      <a:pt x="179" y="60"/>
                      <a:pt x="382" y="102"/>
                    </a:cubicBezTo>
                    <a:close/>
                  </a:path>
                </a:pathLst>
              </a:custGeom>
              <a:solidFill>
                <a:srgbClr val="4F9AE3"/>
              </a:solidFill>
              <a:ln w="2646" cap="flat">
                <a:noFill/>
              </a:ln>
            </p:spPr>
          </p:sp>
          <p:sp>
            <p:nvSpPr>
              <p:cNvPr id="2903" name="ICON_C_TOPOGRAPHY_path_047"/>
              <p:cNvSpPr/>
              <p:nvPr/>
            </p:nvSpPr>
            <p:spPr>
              <a:xfrm>
                <a:off x="11344757" y="7565975"/>
                <a:ext cx="98473" cy="83129"/>
              </a:xfrm>
              <a:custGeom>
                <a:avLst/>
                <a:gdLst/>
                <a:ahLst/>
                <a:cxnLst/>
                <a:rect l="0" t="0" r="r" b="b"/>
                <a:pathLst>
                  <a:path w="7754" h="6546" fill="norm" stroke="0">
                    <a:moveTo>
                      <a:pt x="45" y="87"/>
                    </a:moveTo>
                    <a:cubicBezTo>
                      <a:pt x="259" y="31"/>
                      <a:pt x="461" y="0"/>
                      <a:pt x="670" y="87"/>
                    </a:cubicBezTo>
                    <a:cubicBezTo>
                      <a:pt x="896" y="284"/>
                      <a:pt x="1041" y="563"/>
                      <a:pt x="1192" y="817"/>
                    </a:cubicBezTo>
                    <a:cubicBezTo>
                      <a:pt x="1324" y="1037"/>
                      <a:pt x="1464" y="1252"/>
                      <a:pt x="1602" y="1468"/>
                    </a:cubicBezTo>
                    <a:cubicBezTo>
                      <a:pt x="1630" y="1511"/>
                      <a:pt x="1657" y="1554"/>
                      <a:pt x="1685" y="1598"/>
                    </a:cubicBezTo>
                    <a:cubicBezTo>
                      <a:pt x="2464" y="2818"/>
                      <a:pt x="3455" y="3655"/>
                      <a:pt x="4613" y="4504"/>
                    </a:cubicBezTo>
                    <a:cubicBezTo>
                      <a:pt x="4761" y="4613"/>
                      <a:pt x="4907" y="4725"/>
                      <a:pt x="5050" y="4842"/>
                    </a:cubicBezTo>
                    <a:cubicBezTo>
                      <a:pt x="5552" y="5244"/>
                      <a:pt x="6027" y="5458"/>
                      <a:pt x="6639" y="5641"/>
                    </a:cubicBezTo>
                    <a:cubicBezTo>
                      <a:pt x="7146" y="5795"/>
                      <a:pt x="7431" y="5946"/>
                      <a:pt x="7691" y="6420"/>
                    </a:cubicBezTo>
                    <a:cubicBezTo>
                      <a:pt x="7712" y="6461"/>
                      <a:pt x="7733" y="6503"/>
                      <a:pt x="7754" y="6546"/>
                    </a:cubicBezTo>
                    <a:cubicBezTo>
                      <a:pt x="6780" y="6467"/>
                      <a:pt x="5991" y="6280"/>
                      <a:pt x="5151" y="5775"/>
                    </a:cubicBezTo>
                    <a:cubicBezTo>
                      <a:pt x="5033" y="5705"/>
                      <a:pt x="4914" y="5636"/>
                      <a:pt x="4795" y="5567"/>
                    </a:cubicBezTo>
                    <a:cubicBezTo>
                      <a:pt x="3712" y="4941"/>
                      <a:pt x="2696" y="4276"/>
                      <a:pt x="1803" y="3395"/>
                    </a:cubicBezTo>
                    <a:cubicBezTo>
                      <a:pt x="1769" y="3362"/>
                      <a:pt x="1735" y="3329"/>
                      <a:pt x="1700" y="3295"/>
                    </a:cubicBezTo>
                    <a:cubicBezTo>
                      <a:pt x="1270" y="2876"/>
                      <a:pt x="999" y="2477"/>
                      <a:pt x="812" y="1904"/>
                    </a:cubicBezTo>
                    <a:cubicBezTo>
                      <a:pt x="710" y="1598"/>
                      <a:pt x="581" y="1423"/>
                      <a:pt x="332" y="1220"/>
                    </a:cubicBezTo>
                    <a:cubicBezTo>
                      <a:pt x="144" y="1058"/>
                      <a:pt x="32" y="953"/>
                      <a:pt x="6" y="698"/>
                    </a:cubicBezTo>
                    <a:cubicBezTo>
                      <a:pt x="0" y="492"/>
                      <a:pt x="15" y="290"/>
                      <a:pt x="45" y="87"/>
                    </a:cubicBezTo>
                    <a:close/>
                  </a:path>
                </a:pathLst>
              </a:custGeom>
              <a:solidFill>
                <a:srgbClr val="40427A"/>
              </a:solidFill>
              <a:ln w="2646" cap="flat">
                <a:noFill/>
              </a:ln>
            </p:spPr>
          </p:sp>
          <p:sp>
            <p:nvSpPr>
              <p:cNvPr id="2904" name="ICON_C_TOPOGRAPHY_path_048"/>
              <p:cNvSpPr/>
              <p:nvPr/>
            </p:nvSpPr>
            <p:spPr>
              <a:xfrm>
                <a:off x="11395604" y="7410979"/>
                <a:ext cx="82021" cy="35295"/>
              </a:xfrm>
              <a:custGeom>
                <a:avLst/>
                <a:gdLst/>
                <a:ahLst/>
                <a:cxnLst/>
                <a:rect l="0" t="0" r="r" b="b"/>
                <a:pathLst>
                  <a:path w="6458" h="2779" fill="norm" stroke="0">
                    <a:moveTo>
                      <a:pt x="2917" y="0"/>
                    </a:moveTo>
                    <a:cubicBezTo>
                      <a:pt x="3086" y="11"/>
                      <a:pt x="3207" y="99"/>
                      <a:pt x="3333" y="208"/>
                    </a:cubicBezTo>
                    <a:cubicBezTo>
                      <a:pt x="3439" y="377"/>
                      <a:pt x="3503" y="554"/>
                      <a:pt x="3568" y="742"/>
                    </a:cubicBezTo>
                    <a:cubicBezTo>
                      <a:pt x="3586" y="791"/>
                      <a:pt x="3604" y="841"/>
                      <a:pt x="3622" y="890"/>
                    </a:cubicBezTo>
                    <a:cubicBezTo>
                      <a:pt x="3666" y="1010"/>
                      <a:pt x="3709" y="1129"/>
                      <a:pt x="3750" y="1250"/>
                    </a:cubicBezTo>
                    <a:cubicBezTo>
                      <a:pt x="3761" y="1244"/>
                      <a:pt x="3761" y="1244"/>
                      <a:pt x="3819" y="1212"/>
                    </a:cubicBezTo>
                    <a:cubicBezTo>
                      <a:pt x="4681" y="756"/>
                      <a:pt x="5505" y="787"/>
                      <a:pt x="6458" y="833"/>
                    </a:cubicBezTo>
                    <a:cubicBezTo>
                      <a:pt x="6186" y="1158"/>
                      <a:pt x="5947" y="1320"/>
                      <a:pt x="5534" y="1429"/>
                    </a:cubicBezTo>
                    <a:cubicBezTo>
                      <a:pt x="5449" y="1452"/>
                      <a:pt x="5365" y="1476"/>
                      <a:pt x="5281" y="1501"/>
                    </a:cubicBezTo>
                    <a:cubicBezTo>
                      <a:pt x="5101" y="1553"/>
                      <a:pt x="4920" y="1604"/>
                      <a:pt x="4740" y="1654"/>
                    </a:cubicBezTo>
                    <a:cubicBezTo>
                      <a:pt x="4504" y="1719"/>
                      <a:pt x="4268" y="1786"/>
                      <a:pt x="4033" y="1855"/>
                    </a:cubicBezTo>
                    <a:cubicBezTo>
                      <a:pt x="4004" y="1863"/>
                      <a:pt x="3975" y="1872"/>
                      <a:pt x="3945" y="1880"/>
                    </a:cubicBezTo>
                    <a:cubicBezTo>
                      <a:pt x="3435" y="2031"/>
                      <a:pt x="2971" y="2242"/>
                      <a:pt x="2509" y="2505"/>
                    </a:cubicBezTo>
                    <a:cubicBezTo>
                      <a:pt x="2029" y="2771"/>
                      <a:pt x="1584" y="2779"/>
                      <a:pt x="1042" y="2708"/>
                    </a:cubicBezTo>
                    <a:cubicBezTo>
                      <a:pt x="1040" y="2671"/>
                      <a:pt x="1038" y="2635"/>
                      <a:pt x="1036" y="2597"/>
                    </a:cubicBezTo>
                    <a:cubicBezTo>
                      <a:pt x="981" y="1786"/>
                      <a:pt x="981" y="1786"/>
                      <a:pt x="833" y="1458"/>
                    </a:cubicBezTo>
                    <a:cubicBezTo>
                      <a:pt x="606" y="1260"/>
                      <a:pt x="291" y="1247"/>
                      <a:pt x="0" y="1250"/>
                    </a:cubicBezTo>
                    <a:cubicBezTo>
                      <a:pt x="130" y="1214"/>
                      <a:pt x="260" y="1180"/>
                      <a:pt x="391" y="1146"/>
                    </a:cubicBezTo>
                    <a:cubicBezTo>
                      <a:pt x="427" y="1136"/>
                      <a:pt x="463" y="1126"/>
                      <a:pt x="500" y="1116"/>
                    </a:cubicBezTo>
                    <a:cubicBezTo>
                      <a:pt x="519" y="1111"/>
                      <a:pt x="519" y="1111"/>
                      <a:pt x="610" y="1087"/>
                    </a:cubicBezTo>
                    <a:cubicBezTo>
                      <a:pt x="643" y="1079"/>
                      <a:pt x="676" y="1070"/>
                      <a:pt x="710" y="1061"/>
                    </a:cubicBezTo>
                    <a:cubicBezTo>
                      <a:pt x="888" y="1033"/>
                      <a:pt x="1070" y="1042"/>
                      <a:pt x="1250" y="1042"/>
                    </a:cubicBezTo>
                    <a:cubicBezTo>
                      <a:pt x="1319" y="767"/>
                      <a:pt x="1387" y="492"/>
                      <a:pt x="1458" y="208"/>
                    </a:cubicBezTo>
                    <a:cubicBezTo>
                      <a:pt x="1546" y="211"/>
                      <a:pt x="1634" y="213"/>
                      <a:pt x="1724" y="216"/>
                    </a:cubicBezTo>
                    <a:cubicBezTo>
                      <a:pt x="1810" y="217"/>
                      <a:pt x="1895" y="219"/>
                      <a:pt x="1981" y="220"/>
                    </a:cubicBezTo>
                    <a:cubicBezTo>
                      <a:pt x="2040" y="221"/>
                      <a:pt x="2099" y="222"/>
                      <a:pt x="2159" y="224"/>
                    </a:cubicBezTo>
                    <a:cubicBezTo>
                      <a:pt x="2244" y="227"/>
                      <a:pt x="2329" y="228"/>
                      <a:pt x="2415" y="229"/>
                    </a:cubicBezTo>
                    <a:cubicBezTo>
                      <a:pt x="2440" y="229"/>
                      <a:pt x="2440" y="229"/>
                      <a:pt x="2570" y="232"/>
                    </a:cubicBezTo>
                    <a:cubicBezTo>
                      <a:pt x="2745" y="202"/>
                      <a:pt x="2794" y="123"/>
                      <a:pt x="2917" y="0"/>
                    </a:cubicBezTo>
                    <a:close/>
                  </a:path>
                </a:pathLst>
              </a:custGeom>
              <a:solidFill>
                <a:srgbClr val="ACF3C9"/>
              </a:solidFill>
              <a:ln w="2646" cap="flat">
                <a:noFill/>
              </a:ln>
            </p:spPr>
          </p:sp>
          <p:sp>
            <p:nvSpPr>
              <p:cNvPr id="2905" name="ICON_C_TOPOGRAPHY_path_049"/>
              <p:cNvSpPr/>
              <p:nvPr/>
            </p:nvSpPr>
            <p:spPr>
              <a:xfrm>
                <a:off x="11562292" y="7458604"/>
                <a:ext cx="78166" cy="109225"/>
              </a:xfrm>
              <a:custGeom>
                <a:avLst/>
                <a:gdLst/>
                <a:ahLst/>
                <a:cxnLst/>
                <a:rect l="0" t="0" r="r" b="b"/>
                <a:pathLst>
                  <a:path w="6155" h="8600" fill="norm" stroke="0">
                    <a:moveTo>
                      <a:pt x="5208" y="0"/>
                    </a:moveTo>
                    <a:cubicBezTo>
                      <a:pt x="5483" y="69"/>
                      <a:pt x="5758" y="138"/>
                      <a:pt x="6042" y="208"/>
                    </a:cubicBezTo>
                    <a:cubicBezTo>
                      <a:pt x="6155" y="1473"/>
                      <a:pt x="5983" y="3091"/>
                      <a:pt x="5168" y="4120"/>
                    </a:cubicBezTo>
                    <a:cubicBezTo>
                      <a:pt x="5085" y="4220"/>
                      <a:pt x="4996" y="4315"/>
                      <a:pt x="4907" y="4410"/>
                    </a:cubicBezTo>
                    <a:cubicBezTo>
                      <a:pt x="4593" y="4745"/>
                      <a:pt x="4411" y="5111"/>
                      <a:pt x="4219" y="5526"/>
                    </a:cubicBezTo>
                    <a:cubicBezTo>
                      <a:pt x="3558" y="6950"/>
                      <a:pt x="3558" y="6950"/>
                      <a:pt x="2917" y="7292"/>
                    </a:cubicBezTo>
                    <a:cubicBezTo>
                      <a:pt x="2772" y="7322"/>
                      <a:pt x="2643" y="7304"/>
                      <a:pt x="2499" y="7277"/>
                    </a:cubicBezTo>
                    <a:cubicBezTo>
                      <a:pt x="2424" y="7267"/>
                      <a:pt x="2424" y="7267"/>
                      <a:pt x="2292" y="7292"/>
                    </a:cubicBezTo>
                    <a:cubicBezTo>
                      <a:pt x="2218" y="7413"/>
                      <a:pt x="2181" y="7549"/>
                      <a:pt x="2135" y="7682"/>
                    </a:cubicBezTo>
                    <a:cubicBezTo>
                      <a:pt x="2049" y="7919"/>
                      <a:pt x="1951" y="8095"/>
                      <a:pt x="1722" y="8212"/>
                    </a:cubicBezTo>
                    <a:cubicBezTo>
                      <a:pt x="1535" y="8295"/>
                      <a:pt x="1342" y="8355"/>
                      <a:pt x="1146" y="8411"/>
                    </a:cubicBezTo>
                    <a:cubicBezTo>
                      <a:pt x="1113" y="8422"/>
                      <a:pt x="1081" y="8432"/>
                      <a:pt x="1048" y="8442"/>
                    </a:cubicBezTo>
                    <a:cubicBezTo>
                      <a:pt x="535" y="8600"/>
                      <a:pt x="535" y="8600"/>
                      <a:pt x="344" y="8506"/>
                    </a:cubicBezTo>
                    <a:cubicBezTo>
                      <a:pt x="203" y="8400"/>
                      <a:pt x="100" y="8271"/>
                      <a:pt x="0" y="8125"/>
                    </a:cubicBezTo>
                    <a:cubicBezTo>
                      <a:pt x="48" y="8088"/>
                      <a:pt x="95" y="8051"/>
                      <a:pt x="142" y="8014"/>
                    </a:cubicBezTo>
                    <a:cubicBezTo>
                      <a:pt x="158" y="8002"/>
                      <a:pt x="158" y="8002"/>
                      <a:pt x="238" y="7940"/>
                    </a:cubicBezTo>
                    <a:cubicBezTo>
                      <a:pt x="310" y="7884"/>
                      <a:pt x="383" y="7827"/>
                      <a:pt x="455" y="7771"/>
                    </a:cubicBezTo>
                    <a:cubicBezTo>
                      <a:pt x="640" y="7627"/>
                      <a:pt x="825" y="7483"/>
                      <a:pt x="1010" y="7339"/>
                    </a:cubicBezTo>
                    <a:cubicBezTo>
                      <a:pt x="1118" y="7254"/>
                      <a:pt x="1226" y="7169"/>
                      <a:pt x="1335" y="7084"/>
                    </a:cubicBezTo>
                    <a:cubicBezTo>
                      <a:pt x="1357" y="7067"/>
                      <a:pt x="1379" y="7050"/>
                      <a:pt x="1401" y="7032"/>
                    </a:cubicBezTo>
                    <a:cubicBezTo>
                      <a:pt x="1709" y="6792"/>
                      <a:pt x="2021" y="6558"/>
                      <a:pt x="2338" y="6329"/>
                    </a:cubicBezTo>
                    <a:cubicBezTo>
                      <a:pt x="2486" y="6221"/>
                      <a:pt x="2634" y="6111"/>
                      <a:pt x="2781" y="6001"/>
                    </a:cubicBezTo>
                    <a:cubicBezTo>
                      <a:pt x="2862" y="5942"/>
                      <a:pt x="2942" y="5884"/>
                      <a:pt x="3024" y="5827"/>
                    </a:cubicBezTo>
                    <a:cubicBezTo>
                      <a:pt x="3643" y="5393"/>
                      <a:pt x="3889" y="4991"/>
                      <a:pt x="4126" y="4279"/>
                    </a:cubicBezTo>
                    <a:cubicBezTo>
                      <a:pt x="4207" y="4055"/>
                      <a:pt x="4332" y="3871"/>
                      <a:pt x="4479" y="3685"/>
                    </a:cubicBezTo>
                    <a:cubicBezTo>
                      <a:pt x="4491" y="3667"/>
                      <a:pt x="4491" y="3667"/>
                      <a:pt x="4553" y="3579"/>
                    </a:cubicBezTo>
                    <a:cubicBezTo>
                      <a:pt x="4578" y="3546"/>
                      <a:pt x="4603" y="3513"/>
                      <a:pt x="4629" y="3479"/>
                    </a:cubicBezTo>
                    <a:cubicBezTo>
                      <a:pt x="4650" y="3451"/>
                      <a:pt x="4672" y="3423"/>
                      <a:pt x="4694" y="3393"/>
                    </a:cubicBezTo>
                    <a:cubicBezTo>
                      <a:pt x="4854" y="3295"/>
                      <a:pt x="5026" y="3322"/>
                      <a:pt x="5208" y="3333"/>
                    </a:cubicBezTo>
                    <a:cubicBezTo>
                      <a:pt x="5241" y="2991"/>
                      <a:pt x="5271" y="2649"/>
                      <a:pt x="5301" y="2306"/>
                    </a:cubicBezTo>
                    <a:cubicBezTo>
                      <a:pt x="5314" y="2147"/>
                      <a:pt x="5328" y="1988"/>
                      <a:pt x="5343" y="1829"/>
                    </a:cubicBezTo>
                    <a:cubicBezTo>
                      <a:pt x="5358" y="1675"/>
                      <a:pt x="5371" y="1521"/>
                      <a:pt x="5384" y="1367"/>
                    </a:cubicBezTo>
                    <a:cubicBezTo>
                      <a:pt x="5389" y="1309"/>
                      <a:pt x="5394" y="1251"/>
                      <a:pt x="5400" y="1193"/>
                    </a:cubicBezTo>
                    <a:cubicBezTo>
                      <a:pt x="5445" y="740"/>
                      <a:pt x="5374" y="426"/>
                      <a:pt x="5208" y="0"/>
                    </a:cubicBezTo>
                    <a:close/>
                  </a:path>
                </a:pathLst>
              </a:custGeom>
              <a:solidFill>
                <a:srgbClr val="D9F897"/>
              </a:solidFill>
              <a:ln w="2646" cap="flat">
                <a:noFill/>
              </a:ln>
            </p:spPr>
          </p:sp>
          <p:sp>
            <p:nvSpPr>
              <p:cNvPr id="2906" name="ICON_C_TOPOGRAPHY_path_050"/>
              <p:cNvSpPr/>
              <p:nvPr/>
            </p:nvSpPr>
            <p:spPr>
              <a:xfrm>
                <a:off x="11296682" y="7429413"/>
                <a:ext cx="30866" cy="68879"/>
              </a:xfrm>
              <a:custGeom>
                <a:avLst/>
                <a:gdLst/>
                <a:ahLst/>
                <a:cxnLst/>
                <a:rect l="0" t="0" r="r" b="b"/>
                <a:pathLst>
                  <a:path w="2430" h="5424" fill="norm" stroke="0">
                    <a:moveTo>
                      <a:pt x="2164" y="7"/>
                    </a:moveTo>
                    <a:cubicBezTo>
                      <a:pt x="2272" y="0"/>
                      <a:pt x="2272" y="0"/>
                      <a:pt x="2373" y="7"/>
                    </a:cubicBezTo>
                    <a:cubicBezTo>
                      <a:pt x="2382" y="519"/>
                      <a:pt x="2390" y="1032"/>
                      <a:pt x="2394" y="1544"/>
                    </a:cubicBezTo>
                    <a:cubicBezTo>
                      <a:pt x="2396" y="1782"/>
                      <a:pt x="2399" y="2020"/>
                      <a:pt x="2404" y="2258"/>
                    </a:cubicBezTo>
                    <a:cubicBezTo>
                      <a:pt x="2409" y="2488"/>
                      <a:pt x="2411" y="2718"/>
                      <a:pt x="2412" y="2947"/>
                    </a:cubicBezTo>
                    <a:cubicBezTo>
                      <a:pt x="2413" y="3035"/>
                      <a:pt x="2414" y="3123"/>
                      <a:pt x="2416" y="3210"/>
                    </a:cubicBezTo>
                    <a:cubicBezTo>
                      <a:pt x="2430" y="3774"/>
                      <a:pt x="2430" y="3774"/>
                      <a:pt x="2373" y="3965"/>
                    </a:cubicBezTo>
                    <a:cubicBezTo>
                      <a:pt x="2269" y="4067"/>
                      <a:pt x="2191" y="4099"/>
                      <a:pt x="2053" y="4140"/>
                    </a:cubicBezTo>
                    <a:cubicBezTo>
                      <a:pt x="2021" y="4151"/>
                      <a:pt x="1989" y="4162"/>
                      <a:pt x="1956" y="4174"/>
                    </a:cubicBezTo>
                    <a:cubicBezTo>
                      <a:pt x="1899" y="4292"/>
                      <a:pt x="1881" y="4344"/>
                      <a:pt x="1870" y="4467"/>
                    </a:cubicBezTo>
                    <a:cubicBezTo>
                      <a:pt x="1866" y="4495"/>
                      <a:pt x="1861" y="4522"/>
                      <a:pt x="1857" y="4550"/>
                    </a:cubicBezTo>
                    <a:cubicBezTo>
                      <a:pt x="1845" y="4637"/>
                      <a:pt x="1835" y="4724"/>
                      <a:pt x="1826" y="4811"/>
                    </a:cubicBezTo>
                    <a:cubicBezTo>
                      <a:pt x="1818" y="4871"/>
                      <a:pt x="1810" y="4930"/>
                      <a:pt x="1801" y="4989"/>
                    </a:cubicBezTo>
                    <a:cubicBezTo>
                      <a:pt x="1781" y="5134"/>
                      <a:pt x="1764" y="5279"/>
                      <a:pt x="1748" y="5424"/>
                    </a:cubicBezTo>
                    <a:cubicBezTo>
                      <a:pt x="1576" y="5374"/>
                      <a:pt x="1406" y="5322"/>
                      <a:pt x="1236" y="5268"/>
                    </a:cubicBezTo>
                    <a:cubicBezTo>
                      <a:pt x="1179" y="5251"/>
                      <a:pt x="1121" y="5233"/>
                      <a:pt x="1063" y="5216"/>
                    </a:cubicBezTo>
                    <a:cubicBezTo>
                      <a:pt x="664" y="5100"/>
                      <a:pt x="304" y="4967"/>
                      <a:pt x="81" y="4590"/>
                    </a:cubicBezTo>
                    <a:cubicBezTo>
                      <a:pt x="3" y="4366"/>
                      <a:pt x="0" y="4135"/>
                      <a:pt x="3" y="3900"/>
                    </a:cubicBezTo>
                    <a:cubicBezTo>
                      <a:pt x="3" y="3868"/>
                      <a:pt x="3" y="3836"/>
                      <a:pt x="3" y="3804"/>
                    </a:cubicBezTo>
                    <a:cubicBezTo>
                      <a:pt x="7" y="3288"/>
                      <a:pt x="136" y="2921"/>
                      <a:pt x="458" y="2520"/>
                    </a:cubicBezTo>
                    <a:cubicBezTo>
                      <a:pt x="467" y="2509"/>
                      <a:pt x="467" y="2509"/>
                      <a:pt x="511" y="2452"/>
                    </a:cubicBezTo>
                    <a:cubicBezTo>
                      <a:pt x="629" y="2304"/>
                      <a:pt x="746" y="2183"/>
                      <a:pt x="914" y="2090"/>
                    </a:cubicBezTo>
                    <a:cubicBezTo>
                      <a:pt x="1025" y="2081"/>
                      <a:pt x="1130" y="2093"/>
                      <a:pt x="1240" y="2106"/>
                    </a:cubicBezTo>
                    <a:cubicBezTo>
                      <a:pt x="1355" y="2119"/>
                      <a:pt x="1423" y="2114"/>
                      <a:pt x="1539" y="2090"/>
                    </a:cubicBezTo>
                    <a:cubicBezTo>
                      <a:pt x="1683" y="1880"/>
                      <a:pt x="1723" y="1647"/>
                      <a:pt x="1774" y="1400"/>
                    </a:cubicBezTo>
                    <a:cubicBezTo>
                      <a:pt x="1789" y="1335"/>
                      <a:pt x="1804" y="1270"/>
                      <a:pt x="1820" y="1205"/>
                    </a:cubicBezTo>
                    <a:cubicBezTo>
                      <a:pt x="1843" y="1109"/>
                      <a:pt x="1866" y="1012"/>
                      <a:pt x="1889" y="916"/>
                    </a:cubicBezTo>
                    <a:cubicBezTo>
                      <a:pt x="1938" y="699"/>
                      <a:pt x="1993" y="484"/>
                      <a:pt x="2058" y="271"/>
                    </a:cubicBezTo>
                    <a:cubicBezTo>
                      <a:pt x="2066" y="245"/>
                      <a:pt x="2073" y="218"/>
                      <a:pt x="2081" y="190"/>
                    </a:cubicBezTo>
                    <a:cubicBezTo>
                      <a:pt x="2105" y="117"/>
                      <a:pt x="2105" y="117"/>
                      <a:pt x="2164" y="7"/>
                    </a:cubicBezTo>
                    <a:close/>
                  </a:path>
                </a:pathLst>
              </a:custGeom>
              <a:solidFill>
                <a:srgbClr val="544D7B"/>
              </a:solidFill>
              <a:ln w="2646" cap="flat">
                <a:noFill/>
              </a:ln>
            </p:spPr>
          </p:sp>
          <p:sp>
            <p:nvSpPr>
              <p:cNvPr id="2907" name="ICON_C_TOPOGRAPHY_path_051"/>
              <p:cNvSpPr/>
              <p:nvPr/>
            </p:nvSpPr>
            <p:spPr>
              <a:xfrm>
                <a:off x="11336745" y="7342188"/>
                <a:ext cx="56213" cy="87312"/>
              </a:xfrm>
              <a:custGeom>
                <a:avLst/>
                <a:gdLst/>
                <a:ahLst/>
                <a:cxnLst/>
                <a:rect l="0" t="0" r="r" b="b"/>
                <a:pathLst>
                  <a:path w="4426" h="6875" fill="norm" stroke="0">
                    <a:moveTo>
                      <a:pt x="4010" y="0"/>
                    </a:moveTo>
                    <a:cubicBezTo>
                      <a:pt x="4121" y="25"/>
                      <a:pt x="4121" y="25"/>
                      <a:pt x="4231" y="91"/>
                    </a:cubicBezTo>
                    <a:cubicBezTo>
                      <a:pt x="4268" y="112"/>
                      <a:pt x="4305" y="134"/>
                      <a:pt x="4342" y="155"/>
                    </a:cubicBezTo>
                    <a:cubicBezTo>
                      <a:pt x="4356" y="164"/>
                      <a:pt x="4356" y="164"/>
                      <a:pt x="4426" y="208"/>
                    </a:cubicBezTo>
                    <a:cubicBezTo>
                      <a:pt x="4401" y="229"/>
                      <a:pt x="4376" y="250"/>
                      <a:pt x="4350" y="272"/>
                    </a:cubicBezTo>
                    <a:cubicBezTo>
                      <a:pt x="3586" y="920"/>
                      <a:pt x="3586" y="920"/>
                      <a:pt x="3538" y="1283"/>
                    </a:cubicBezTo>
                    <a:cubicBezTo>
                      <a:pt x="3532" y="1484"/>
                      <a:pt x="3555" y="1677"/>
                      <a:pt x="3593" y="1875"/>
                    </a:cubicBezTo>
                    <a:cubicBezTo>
                      <a:pt x="3455" y="1875"/>
                      <a:pt x="3318" y="1875"/>
                      <a:pt x="3176" y="1875"/>
                    </a:cubicBezTo>
                    <a:cubicBezTo>
                      <a:pt x="3164" y="1930"/>
                      <a:pt x="3151" y="1986"/>
                      <a:pt x="3138" y="2043"/>
                    </a:cubicBezTo>
                    <a:cubicBezTo>
                      <a:pt x="3047" y="2430"/>
                      <a:pt x="2961" y="2780"/>
                      <a:pt x="2760" y="3125"/>
                    </a:cubicBezTo>
                    <a:cubicBezTo>
                      <a:pt x="2897" y="3125"/>
                      <a:pt x="3035" y="3125"/>
                      <a:pt x="3176" y="3125"/>
                    </a:cubicBezTo>
                    <a:cubicBezTo>
                      <a:pt x="3169" y="3856"/>
                      <a:pt x="2883" y="4370"/>
                      <a:pt x="2464" y="4951"/>
                    </a:cubicBezTo>
                    <a:cubicBezTo>
                      <a:pt x="2410" y="5026"/>
                      <a:pt x="2356" y="5103"/>
                      <a:pt x="2303" y="5180"/>
                    </a:cubicBezTo>
                    <a:cubicBezTo>
                      <a:pt x="1878" y="5797"/>
                      <a:pt x="1878" y="5797"/>
                      <a:pt x="1613" y="5857"/>
                    </a:cubicBezTo>
                    <a:cubicBezTo>
                      <a:pt x="1464" y="5864"/>
                      <a:pt x="1322" y="5853"/>
                      <a:pt x="1174" y="5837"/>
                    </a:cubicBezTo>
                    <a:cubicBezTo>
                      <a:pt x="918" y="5814"/>
                      <a:pt x="918" y="5814"/>
                      <a:pt x="816" y="5873"/>
                    </a:cubicBezTo>
                    <a:cubicBezTo>
                      <a:pt x="677" y="6009"/>
                      <a:pt x="600" y="6180"/>
                      <a:pt x="520" y="6354"/>
                    </a:cubicBezTo>
                    <a:cubicBezTo>
                      <a:pt x="494" y="6405"/>
                      <a:pt x="468" y="6455"/>
                      <a:pt x="441" y="6505"/>
                    </a:cubicBezTo>
                    <a:cubicBezTo>
                      <a:pt x="377" y="6627"/>
                      <a:pt x="317" y="6750"/>
                      <a:pt x="260" y="6875"/>
                    </a:cubicBezTo>
                    <a:cubicBezTo>
                      <a:pt x="0" y="6224"/>
                      <a:pt x="0" y="6224"/>
                      <a:pt x="77" y="5951"/>
                    </a:cubicBezTo>
                    <a:cubicBezTo>
                      <a:pt x="168" y="5773"/>
                      <a:pt x="300" y="5624"/>
                      <a:pt x="433" y="5475"/>
                    </a:cubicBezTo>
                    <a:cubicBezTo>
                      <a:pt x="906" y="4937"/>
                      <a:pt x="1185" y="4399"/>
                      <a:pt x="1413" y="3724"/>
                    </a:cubicBezTo>
                    <a:cubicBezTo>
                      <a:pt x="1747" y="2741"/>
                      <a:pt x="2239" y="2023"/>
                      <a:pt x="2903" y="1237"/>
                    </a:cubicBezTo>
                    <a:cubicBezTo>
                      <a:pt x="2914" y="1224"/>
                      <a:pt x="2914" y="1224"/>
                      <a:pt x="2967" y="1160"/>
                    </a:cubicBezTo>
                    <a:cubicBezTo>
                      <a:pt x="3240" y="839"/>
                      <a:pt x="3515" y="518"/>
                      <a:pt x="3801" y="208"/>
                    </a:cubicBezTo>
                    <a:cubicBezTo>
                      <a:pt x="3810" y="199"/>
                      <a:pt x="3810" y="199"/>
                      <a:pt x="3855" y="149"/>
                    </a:cubicBezTo>
                    <a:cubicBezTo>
                      <a:pt x="3904" y="96"/>
                      <a:pt x="3956" y="48"/>
                      <a:pt x="4010" y="0"/>
                    </a:cubicBezTo>
                    <a:close/>
                  </a:path>
                </a:pathLst>
              </a:custGeom>
              <a:solidFill>
                <a:srgbClr val="4C86DF"/>
              </a:solidFill>
              <a:ln w="2646" cap="flat">
                <a:noFill/>
              </a:ln>
            </p:spPr>
          </p:sp>
          <p:sp>
            <p:nvSpPr>
              <p:cNvPr id="2908" name="ICON_C_TOPOGRAPHY_path_052"/>
              <p:cNvSpPr/>
              <p:nvPr/>
            </p:nvSpPr>
            <p:spPr>
              <a:xfrm>
                <a:off x="11353271" y="7300512"/>
                <a:ext cx="92604" cy="81738"/>
              </a:xfrm>
              <a:custGeom>
                <a:avLst/>
                <a:gdLst/>
                <a:ahLst/>
                <a:cxnLst/>
                <a:rect l="0" t="0" r="r" b="b"/>
                <a:pathLst>
                  <a:path w="7292" h="6436" fill="norm" stroke="0">
                    <a:moveTo>
                      <a:pt x="6745" y="117"/>
                    </a:moveTo>
                    <a:cubicBezTo>
                      <a:pt x="6799" y="121"/>
                      <a:pt x="6854" y="124"/>
                      <a:pt x="6908" y="126"/>
                    </a:cubicBezTo>
                    <a:cubicBezTo>
                      <a:pt x="7036" y="133"/>
                      <a:pt x="7164" y="144"/>
                      <a:pt x="7292" y="157"/>
                    </a:cubicBezTo>
                    <a:cubicBezTo>
                      <a:pt x="7292" y="363"/>
                      <a:pt x="7292" y="569"/>
                      <a:pt x="7292" y="782"/>
                    </a:cubicBezTo>
                    <a:cubicBezTo>
                      <a:pt x="6879" y="850"/>
                      <a:pt x="6467" y="919"/>
                      <a:pt x="6042" y="990"/>
                    </a:cubicBezTo>
                    <a:cubicBezTo>
                      <a:pt x="6042" y="1127"/>
                      <a:pt x="6042" y="1265"/>
                      <a:pt x="6042" y="1407"/>
                    </a:cubicBezTo>
                    <a:cubicBezTo>
                      <a:pt x="5968" y="1493"/>
                      <a:pt x="5968" y="1493"/>
                      <a:pt x="5864" y="1543"/>
                    </a:cubicBezTo>
                    <a:cubicBezTo>
                      <a:pt x="5825" y="1562"/>
                      <a:pt x="5786" y="1582"/>
                      <a:pt x="5745" y="1602"/>
                    </a:cubicBezTo>
                    <a:cubicBezTo>
                      <a:pt x="5702" y="1621"/>
                      <a:pt x="5660" y="1641"/>
                      <a:pt x="5615" y="1660"/>
                    </a:cubicBezTo>
                    <a:cubicBezTo>
                      <a:pt x="5571" y="1682"/>
                      <a:pt x="5527" y="1704"/>
                      <a:pt x="5481" y="1726"/>
                    </a:cubicBezTo>
                    <a:cubicBezTo>
                      <a:pt x="5363" y="1783"/>
                      <a:pt x="5244" y="1839"/>
                      <a:pt x="5125" y="1894"/>
                    </a:cubicBezTo>
                    <a:cubicBezTo>
                      <a:pt x="5006" y="1949"/>
                      <a:pt x="4889" y="2005"/>
                      <a:pt x="4772" y="2062"/>
                    </a:cubicBezTo>
                    <a:cubicBezTo>
                      <a:pt x="4027" y="2419"/>
                      <a:pt x="4027" y="2419"/>
                      <a:pt x="3704" y="2559"/>
                    </a:cubicBezTo>
                    <a:cubicBezTo>
                      <a:pt x="3627" y="2594"/>
                      <a:pt x="3550" y="2628"/>
                      <a:pt x="3473" y="2663"/>
                    </a:cubicBezTo>
                    <a:cubicBezTo>
                      <a:pt x="3438" y="2677"/>
                      <a:pt x="3402" y="2692"/>
                      <a:pt x="3366" y="2707"/>
                    </a:cubicBezTo>
                    <a:cubicBezTo>
                      <a:pt x="3269" y="2751"/>
                      <a:pt x="3198" y="2786"/>
                      <a:pt x="3125" y="2865"/>
                    </a:cubicBezTo>
                    <a:cubicBezTo>
                      <a:pt x="3120" y="2957"/>
                      <a:pt x="3120" y="2957"/>
                      <a:pt x="3132" y="3063"/>
                    </a:cubicBezTo>
                    <a:cubicBezTo>
                      <a:pt x="3141" y="3173"/>
                      <a:pt x="3141" y="3173"/>
                      <a:pt x="3125" y="3282"/>
                    </a:cubicBezTo>
                    <a:cubicBezTo>
                      <a:pt x="3010" y="3411"/>
                      <a:pt x="2872" y="3504"/>
                      <a:pt x="2730" y="3601"/>
                    </a:cubicBezTo>
                    <a:cubicBezTo>
                      <a:pt x="2282" y="3908"/>
                      <a:pt x="1942" y="4253"/>
                      <a:pt x="1632" y="4697"/>
                    </a:cubicBezTo>
                    <a:cubicBezTo>
                      <a:pt x="1614" y="4723"/>
                      <a:pt x="1596" y="4748"/>
                      <a:pt x="1578" y="4774"/>
                    </a:cubicBezTo>
                    <a:cubicBezTo>
                      <a:pt x="1454" y="4952"/>
                      <a:pt x="1332" y="5132"/>
                      <a:pt x="1211" y="5313"/>
                    </a:cubicBezTo>
                    <a:cubicBezTo>
                      <a:pt x="1087" y="5497"/>
                      <a:pt x="963" y="5680"/>
                      <a:pt x="836" y="5861"/>
                    </a:cubicBezTo>
                    <a:cubicBezTo>
                      <a:pt x="786" y="5933"/>
                      <a:pt x="739" y="6006"/>
                      <a:pt x="691" y="6079"/>
                    </a:cubicBezTo>
                    <a:cubicBezTo>
                      <a:pt x="479" y="6391"/>
                      <a:pt x="479" y="6391"/>
                      <a:pt x="301" y="6435"/>
                    </a:cubicBezTo>
                    <a:cubicBezTo>
                      <a:pt x="196" y="6436"/>
                      <a:pt x="102" y="6428"/>
                      <a:pt x="0" y="6407"/>
                    </a:cubicBezTo>
                    <a:cubicBezTo>
                      <a:pt x="254" y="4361"/>
                      <a:pt x="2113" y="2956"/>
                      <a:pt x="3585" y="1729"/>
                    </a:cubicBezTo>
                    <a:cubicBezTo>
                      <a:pt x="3657" y="1668"/>
                      <a:pt x="3729" y="1607"/>
                      <a:pt x="3801" y="1547"/>
                    </a:cubicBezTo>
                    <a:cubicBezTo>
                      <a:pt x="4594" y="877"/>
                      <a:pt x="5643" y="0"/>
                      <a:pt x="6745" y="117"/>
                    </a:cubicBezTo>
                    <a:close/>
                  </a:path>
                </a:pathLst>
              </a:custGeom>
              <a:solidFill>
                <a:srgbClr val="2D2B6B"/>
              </a:solidFill>
              <a:ln w="2646" cap="flat">
                <a:noFill/>
              </a:ln>
            </p:spPr>
          </p:sp>
          <p:sp>
            <p:nvSpPr>
              <p:cNvPr id="2909" name="ICON_C_TOPOGRAPHY_path_053"/>
              <p:cNvSpPr/>
              <p:nvPr/>
            </p:nvSpPr>
            <p:spPr>
              <a:xfrm>
                <a:off x="11668125" y="7455958"/>
                <a:ext cx="33367" cy="92604"/>
              </a:xfrm>
              <a:custGeom>
                <a:avLst/>
                <a:gdLst/>
                <a:ahLst/>
                <a:cxnLst/>
                <a:rect l="0" t="0" r="r" b="b"/>
                <a:pathLst>
                  <a:path w="2627" h="7292" fill="norm" stroke="0">
                    <a:moveTo>
                      <a:pt x="625" y="0"/>
                    </a:moveTo>
                    <a:cubicBezTo>
                      <a:pt x="825" y="20"/>
                      <a:pt x="1025" y="42"/>
                      <a:pt x="1225" y="66"/>
                    </a:cubicBezTo>
                    <a:cubicBezTo>
                      <a:pt x="1293" y="74"/>
                      <a:pt x="1361" y="81"/>
                      <a:pt x="1429" y="88"/>
                    </a:cubicBezTo>
                    <a:cubicBezTo>
                      <a:pt x="1810" y="125"/>
                      <a:pt x="2166" y="164"/>
                      <a:pt x="2426" y="474"/>
                    </a:cubicBezTo>
                    <a:cubicBezTo>
                      <a:pt x="2621" y="814"/>
                      <a:pt x="2611" y="1248"/>
                      <a:pt x="2617" y="1628"/>
                    </a:cubicBezTo>
                    <a:cubicBezTo>
                      <a:pt x="2618" y="1675"/>
                      <a:pt x="2620" y="1723"/>
                      <a:pt x="2621" y="1772"/>
                    </a:cubicBezTo>
                    <a:cubicBezTo>
                      <a:pt x="2627" y="2536"/>
                      <a:pt x="2627" y="2536"/>
                      <a:pt x="2437" y="2793"/>
                    </a:cubicBezTo>
                    <a:cubicBezTo>
                      <a:pt x="2251" y="2967"/>
                      <a:pt x="2024" y="3078"/>
                      <a:pt x="1797" y="3190"/>
                    </a:cubicBezTo>
                    <a:cubicBezTo>
                      <a:pt x="1462" y="3356"/>
                      <a:pt x="1133" y="3525"/>
                      <a:pt x="986" y="3887"/>
                    </a:cubicBezTo>
                    <a:cubicBezTo>
                      <a:pt x="829" y="4398"/>
                      <a:pt x="793" y="4945"/>
                      <a:pt x="754" y="5475"/>
                    </a:cubicBezTo>
                    <a:cubicBezTo>
                      <a:pt x="745" y="5590"/>
                      <a:pt x="736" y="5706"/>
                      <a:pt x="726" y="5821"/>
                    </a:cubicBezTo>
                    <a:cubicBezTo>
                      <a:pt x="724" y="5849"/>
                      <a:pt x="721" y="5877"/>
                      <a:pt x="719" y="5906"/>
                    </a:cubicBezTo>
                    <a:cubicBezTo>
                      <a:pt x="667" y="6486"/>
                      <a:pt x="408" y="6881"/>
                      <a:pt x="0" y="7292"/>
                    </a:cubicBezTo>
                    <a:cubicBezTo>
                      <a:pt x="107" y="6453"/>
                      <a:pt x="240" y="5620"/>
                      <a:pt x="389" y="4788"/>
                    </a:cubicBezTo>
                    <a:cubicBezTo>
                      <a:pt x="408" y="4687"/>
                      <a:pt x="425" y="4586"/>
                      <a:pt x="443" y="4485"/>
                    </a:cubicBezTo>
                    <a:cubicBezTo>
                      <a:pt x="469" y="4341"/>
                      <a:pt x="494" y="4197"/>
                      <a:pt x="521" y="4053"/>
                    </a:cubicBezTo>
                    <a:cubicBezTo>
                      <a:pt x="529" y="4007"/>
                      <a:pt x="538" y="3962"/>
                      <a:pt x="546" y="3915"/>
                    </a:cubicBezTo>
                    <a:cubicBezTo>
                      <a:pt x="595" y="3661"/>
                      <a:pt x="660" y="3427"/>
                      <a:pt x="755" y="3187"/>
                    </a:cubicBezTo>
                    <a:cubicBezTo>
                      <a:pt x="844" y="2945"/>
                      <a:pt x="844" y="2945"/>
                      <a:pt x="796" y="2819"/>
                    </a:cubicBezTo>
                    <a:cubicBezTo>
                      <a:pt x="776" y="2789"/>
                      <a:pt x="756" y="2758"/>
                      <a:pt x="736" y="2727"/>
                    </a:cubicBezTo>
                    <a:cubicBezTo>
                      <a:pt x="506" y="2371"/>
                      <a:pt x="688" y="1843"/>
                      <a:pt x="749" y="1450"/>
                    </a:cubicBezTo>
                    <a:cubicBezTo>
                      <a:pt x="830" y="912"/>
                      <a:pt x="863" y="500"/>
                      <a:pt x="625" y="0"/>
                    </a:cubicBezTo>
                    <a:close/>
                  </a:path>
                </a:pathLst>
              </a:custGeom>
              <a:solidFill>
                <a:srgbClr val="564F7D"/>
              </a:solidFill>
              <a:ln w="2646" cap="flat">
                <a:noFill/>
              </a:ln>
            </p:spPr>
          </p:sp>
          <p:sp>
            <p:nvSpPr>
              <p:cNvPr id="2910" name="ICON_C_TOPOGRAPHY_path_054"/>
              <p:cNvSpPr/>
              <p:nvPr/>
            </p:nvSpPr>
            <p:spPr>
              <a:xfrm>
                <a:off x="11551708" y="7482417"/>
                <a:ext cx="56314" cy="80214"/>
              </a:xfrm>
              <a:custGeom>
                <a:avLst/>
                <a:gdLst/>
                <a:ahLst/>
                <a:cxnLst/>
                <a:rect l="0" t="0" r="r" b="b"/>
                <a:pathLst>
                  <a:path w="4434" h="6316" fill="norm" stroke="0">
                    <a:moveTo>
                      <a:pt x="3542" y="0"/>
                    </a:moveTo>
                    <a:cubicBezTo>
                      <a:pt x="3748" y="0"/>
                      <a:pt x="3954" y="0"/>
                      <a:pt x="4167" y="0"/>
                    </a:cubicBezTo>
                    <a:cubicBezTo>
                      <a:pt x="4204" y="319"/>
                      <a:pt x="4238" y="637"/>
                      <a:pt x="4270" y="956"/>
                    </a:cubicBezTo>
                    <a:cubicBezTo>
                      <a:pt x="4284" y="1105"/>
                      <a:pt x="4300" y="1253"/>
                      <a:pt x="4317" y="1400"/>
                    </a:cubicBezTo>
                    <a:cubicBezTo>
                      <a:pt x="4334" y="1544"/>
                      <a:pt x="4349" y="1687"/>
                      <a:pt x="4362" y="1830"/>
                    </a:cubicBezTo>
                    <a:cubicBezTo>
                      <a:pt x="4367" y="1884"/>
                      <a:pt x="4374" y="1939"/>
                      <a:pt x="4380" y="1993"/>
                    </a:cubicBezTo>
                    <a:cubicBezTo>
                      <a:pt x="4411" y="2233"/>
                      <a:pt x="4434" y="2420"/>
                      <a:pt x="4286" y="2621"/>
                    </a:cubicBezTo>
                    <a:cubicBezTo>
                      <a:pt x="4214" y="2695"/>
                      <a:pt x="4140" y="2758"/>
                      <a:pt x="4060" y="2824"/>
                    </a:cubicBezTo>
                    <a:cubicBezTo>
                      <a:pt x="3888" y="2981"/>
                      <a:pt x="3844" y="3181"/>
                      <a:pt x="3776" y="3398"/>
                    </a:cubicBezTo>
                    <a:cubicBezTo>
                      <a:pt x="3423" y="4353"/>
                      <a:pt x="2780" y="4985"/>
                      <a:pt x="1996" y="5604"/>
                    </a:cubicBezTo>
                    <a:cubicBezTo>
                      <a:pt x="1925" y="5661"/>
                      <a:pt x="1855" y="5718"/>
                      <a:pt x="1785" y="5775"/>
                    </a:cubicBezTo>
                    <a:cubicBezTo>
                      <a:pt x="1266" y="6201"/>
                      <a:pt x="870" y="6316"/>
                      <a:pt x="198" y="6270"/>
                    </a:cubicBezTo>
                    <a:cubicBezTo>
                      <a:pt x="133" y="6263"/>
                      <a:pt x="67" y="6257"/>
                      <a:pt x="0" y="6250"/>
                    </a:cubicBezTo>
                    <a:cubicBezTo>
                      <a:pt x="69" y="6044"/>
                      <a:pt x="137" y="5837"/>
                      <a:pt x="208" y="5625"/>
                    </a:cubicBezTo>
                    <a:cubicBezTo>
                      <a:pt x="552" y="5694"/>
                      <a:pt x="896" y="5763"/>
                      <a:pt x="1250" y="5833"/>
                    </a:cubicBezTo>
                    <a:cubicBezTo>
                      <a:pt x="1267" y="5726"/>
                      <a:pt x="1284" y="5619"/>
                      <a:pt x="1302" y="5508"/>
                    </a:cubicBezTo>
                    <a:cubicBezTo>
                      <a:pt x="1396" y="5082"/>
                      <a:pt x="1589" y="4700"/>
                      <a:pt x="1795" y="4319"/>
                    </a:cubicBezTo>
                    <a:cubicBezTo>
                      <a:pt x="1831" y="4253"/>
                      <a:pt x="1866" y="4185"/>
                      <a:pt x="1900" y="4117"/>
                    </a:cubicBezTo>
                    <a:cubicBezTo>
                      <a:pt x="2172" y="3584"/>
                      <a:pt x="2172" y="3584"/>
                      <a:pt x="2372" y="3513"/>
                    </a:cubicBezTo>
                    <a:cubicBezTo>
                      <a:pt x="2559" y="3484"/>
                      <a:pt x="2733" y="3506"/>
                      <a:pt x="2917" y="3542"/>
                    </a:cubicBezTo>
                    <a:cubicBezTo>
                      <a:pt x="2919" y="3530"/>
                      <a:pt x="2919" y="3530"/>
                      <a:pt x="2929" y="3469"/>
                    </a:cubicBezTo>
                    <a:cubicBezTo>
                      <a:pt x="3009" y="3020"/>
                      <a:pt x="3096" y="2579"/>
                      <a:pt x="3232" y="2143"/>
                    </a:cubicBezTo>
                    <a:cubicBezTo>
                      <a:pt x="3236" y="2128"/>
                      <a:pt x="3236" y="2128"/>
                      <a:pt x="3260" y="2051"/>
                    </a:cubicBezTo>
                    <a:cubicBezTo>
                      <a:pt x="3270" y="2020"/>
                      <a:pt x="3279" y="1989"/>
                      <a:pt x="3289" y="1958"/>
                    </a:cubicBezTo>
                    <a:cubicBezTo>
                      <a:pt x="3497" y="1283"/>
                      <a:pt x="3601" y="712"/>
                      <a:pt x="3542" y="0"/>
                    </a:cubicBezTo>
                    <a:close/>
                  </a:path>
                </a:pathLst>
              </a:custGeom>
              <a:solidFill>
                <a:srgbClr val="E4E571"/>
              </a:solidFill>
              <a:ln w="2646" cap="flat">
                <a:noFill/>
              </a:ln>
            </p:spPr>
          </p:sp>
          <p:sp>
            <p:nvSpPr>
              <p:cNvPr id="2911" name="ICON_C_TOPOGRAPHY_path_055"/>
              <p:cNvSpPr/>
              <p:nvPr/>
            </p:nvSpPr>
            <p:spPr>
              <a:xfrm>
                <a:off x="11612211" y="7426854"/>
                <a:ext cx="52660" cy="103188"/>
              </a:xfrm>
              <a:custGeom>
                <a:avLst/>
                <a:gdLst/>
                <a:ahLst/>
                <a:cxnLst/>
                <a:rect l="0" t="0" r="r" b="b"/>
                <a:pathLst>
                  <a:path w="4146" h="8125" fill="norm" stroke="0">
                    <a:moveTo>
                      <a:pt x="28" y="0"/>
                    </a:moveTo>
                    <a:cubicBezTo>
                      <a:pt x="41" y="9"/>
                      <a:pt x="41" y="9"/>
                      <a:pt x="107" y="54"/>
                    </a:cubicBezTo>
                    <a:cubicBezTo>
                      <a:pt x="761" y="494"/>
                      <a:pt x="1315" y="741"/>
                      <a:pt x="2111" y="833"/>
                    </a:cubicBezTo>
                    <a:cubicBezTo>
                      <a:pt x="2107" y="861"/>
                      <a:pt x="2103" y="889"/>
                      <a:pt x="2099" y="917"/>
                    </a:cubicBezTo>
                    <a:cubicBezTo>
                      <a:pt x="2089" y="1035"/>
                      <a:pt x="2087" y="1133"/>
                      <a:pt x="2111" y="1250"/>
                    </a:cubicBezTo>
                    <a:cubicBezTo>
                      <a:pt x="2210" y="1358"/>
                      <a:pt x="2330" y="1400"/>
                      <a:pt x="2463" y="1458"/>
                    </a:cubicBezTo>
                    <a:cubicBezTo>
                      <a:pt x="2480" y="1466"/>
                      <a:pt x="2480" y="1466"/>
                      <a:pt x="2569" y="1508"/>
                    </a:cubicBezTo>
                    <a:cubicBezTo>
                      <a:pt x="2783" y="1605"/>
                      <a:pt x="2987" y="1681"/>
                      <a:pt x="3217" y="1733"/>
                    </a:cubicBezTo>
                    <a:cubicBezTo>
                      <a:pt x="3500" y="1805"/>
                      <a:pt x="3770" y="1879"/>
                      <a:pt x="3986" y="2083"/>
                    </a:cubicBezTo>
                    <a:cubicBezTo>
                      <a:pt x="4146" y="2448"/>
                      <a:pt x="4089" y="2883"/>
                      <a:pt x="4058" y="3271"/>
                    </a:cubicBezTo>
                    <a:cubicBezTo>
                      <a:pt x="4047" y="3419"/>
                      <a:pt x="4042" y="3567"/>
                      <a:pt x="4037" y="3715"/>
                    </a:cubicBezTo>
                    <a:cubicBezTo>
                      <a:pt x="4026" y="4005"/>
                      <a:pt x="4008" y="4294"/>
                      <a:pt x="3986" y="4583"/>
                    </a:cubicBezTo>
                    <a:cubicBezTo>
                      <a:pt x="3975" y="4580"/>
                      <a:pt x="3975" y="4580"/>
                      <a:pt x="3918" y="4564"/>
                    </a:cubicBezTo>
                    <a:cubicBezTo>
                      <a:pt x="3658" y="4499"/>
                      <a:pt x="3400" y="4459"/>
                      <a:pt x="3153" y="4583"/>
                    </a:cubicBezTo>
                    <a:cubicBezTo>
                      <a:pt x="2886" y="4899"/>
                      <a:pt x="2769" y="5344"/>
                      <a:pt x="2637" y="5730"/>
                    </a:cubicBezTo>
                    <a:cubicBezTo>
                      <a:pt x="2556" y="5966"/>
                      <a:pt x="2469" y="6200"/>
                      <a:pt x="2381" y="6433"/>
                    </a:cubicBezTo>
                    <a:cubicBezTo>
                      <a:pt x="2351" y="6514"/>
                      <a:pt x="2323" y="6596"/>
                      <a:pt x="2296" y="6679"/>
                    </a:cubicBezTo>
                    <a:cubicBezTo>
                      <a:pt x="2167" y="7043"/>
                      <a:pt x="2167" y="7043"/>
                      <a:pt x="2008" y="7158"/>
                    </a:cubicBezTo>
                    <a:cubicBezTo>
                      <a:pt x="1935" y="7192"/>
                      <a:pt x="1862" y="7224"/>
                      <a:pt x="1787" y="7253"/>
                    </a:cubicBezTo>
                    <a:cubicBezTo>
                      <a:pt x="1661" y="7306"/>
                      <a:pt x="1618" y="7371"/>
                      <a:pt x="1562" y="7494"/>
                    </a:cubicBezTo>
                    <a:cubicBezTo>
                      <a:pt x="1554" y="7513"/>
                      <a:pt x="1554" y="7513"/>
                      <a:pt x="1510" y="7606"/>
                    </a:cubicBezTo>
                    <a:cubicBezTo>
                      <a:pt x="1493" y="7644"/>
                      <a:pt x="1477" y="7682"/>
                      <a:pt x="1460" y="7721"/>
                    </a:cubicBezTo>
                    <a:cubicBezTo>
                      <a:pt x="1442" y="7760"/>
                      <a:pt x="1424" y="7799"/>
                      <a:pt x="1405" y="7839"/>
                    </a:cubicBezTo>
                    <a:cubicBezTo>
                      <a:pt x="1362" y="7934"/>
                      <a:pt x="1319" y="8029"/>
                      <a:pt x="1278" y="8125"/>
                    </a:cubicBezTo>
                    <a:cubicBezTo>
                      <a:pt x="1150" y="7861"/>
                      <a:pt x="1052" y="7588"/>
                      <a:pt x="1069" y="7292"/>
                    </a:cubicBezTo>
                    <a:cubicBezTo>
                      <a:pt x="1153" y="7057"/>
                      <a:pt x="1292" y="6858"/>
                      <a:pt x="1432" y="6654"/>
                    </a:cubicBezTo>
                    <a:cubicBezTo>
                      <a:pt x="1462" y="6610"/>
                      <a:pt x="1492" y="6566"/>
                      <a:pt x="1522" y="6522"/>
                    </a:cubicBezTo>
                    <a:cubicBezTo>
                      <a:pt x="1537" y="6500"/>
                      <a:pt x="1552" y="6478"/>
                      <a:pt x="1567" y="6455"/>
                    </a:cubicBezTo>
                    <a:cubicBezTo>
                      <a:pt x="1756" y="6171"/>
                      <a:pt x="1859" y="5851"/>
                      <a:pt x="1958" y="5526"/>
                    </a:cubicBezTo>
                    <a:cubicBezTo>
                      <a:pt x="2033" y="5308"/>
                      <a:pt x="2033" y="5308"/>
                      <a:pt x="2111" y="5208"/>
                    </a:cubicBezTo>
                    <a:cubicBezTo>
                      <a:pt x="2221" y="5193"/>
                      <a:pt x="2317" y="5205"/>
                      <a:pt x="2427" y="5217"/>
                    </a:cubicBezTo>
                    <a:cubicBezTo>
                      <a:pt x="2528" y="5208"/>
                      <a:pt x="2528" y="5208"/>
                      <a:pt x="2600" y="5143"/>
                    </a:cubicBezTo>
                    <a:cubicBezTo>
                      <a:pt x="2668" y="5033"/>
                      <a:pt x="2716" y="4925"/>
                      <a:pt x="2762" y="4805"/>
                    </a:cubicBezTo>
                    <a:cubicBezTo>
                      <a:pt x="2779" y="4760"/>
                      <a:pt x="2796" y="4716"/>
                      <a:pt x="2814" y="4670"/>
                    </a:cubicBezTo>
                    <a:cubicBezTo>
                      <a:pt x="2967" y="4233"/>
                      <a:pt x="2995" y="3777"/>
                      <a:pt x="3006" y="3316"/>
                    </a:cubicBezTo>
                    <a:cubicBezTo>
                      <a:pt x="3008" y="3233"/>
                      <a:pt x="3011" y="3149"/>
                      <a:pt x="3015" y="3065"/>
                    </a:cubicBezTo>
                    <a:cubicBezTo>
                      <a:pt x="3043" y="2402"/>
                      <a:pt x="3043" y="2402"/>
                      <a:pt x="2880" y="2219"/>
                    </a:cubicBezTo>
                    <a:cubicBezTo>
                      <a:pt x="2772" y="2136"/>
                      <a:pt x="2661" y="2070"/>
                      <a:pt x="2540" y="2008"/>
                    </a:cubicBezTo>
                    <a:cubicBezTo>
                      <a:pt x="2327" y="1896"/>
                      <a:pt x="2327" y="1896"/>
                      <a:pt x="2278" y="1758"/>
                    </a:cubicBezTo>
                    <a:cubicBezTo>
                      <a:pt x="2280" y="1651"/>
                      <a:pt x="2290" y="1561"/>
                      <a:pt x="2319" y="1458"/>
                    </a:cubicBezTo>
                    <a:cubicBezTo>
                      <a:pt x="2287" y="1456"/>
                      <a:pt x="2255" y="1454"/>
                      <a:pt x="2221" y="1452"/>
                    </a:cubicBezTo>
                    <a:cubicBezTo>
                      <a:pt x="1537" y="1401"/>
                      <a:pt x="1011" y="1284"/>
                      <a:pt x="470" y="846"/>
                    </a:cubicBezTo>
                    <a:cubicBezTo>
                      <a:pt x="448" y="829"/>
                      <a:pt x="425" y="811"/>
                      <a:pt x="402" y="793"/>
                    </a:cubicBezTo>
                    <a:cubicBezTo>
                      <a:pt x="49" y="511"/>
                      <a:pt x="49" y="511"/>
                      <a:pt x="1" y="297"/>
                    </a:cubicBezTo>
                    <a:cubicBezTo>
                      <a:pt x="0" y="194"/>
                      <a:pt x="7" y="101"/>
                      <a:pt x="28" y="0"/>
                    </a:cubicBezTo>
                    <a:close/>
                  </a:path>
                </a:pathLst>
              </a:custGeom>
              <a:solidFill>
                <a:srgbClr val="83F2E3"/>
              </a:solidFill>
              <a:ln w="2646" cap="flat">
                <a:noFill/>
              </a:ln>
            </p:spPr>
          </p:sp>
          <p:sp>
            <p:nvSpPr>
              <p:cNvPr id="2912" name="ICON_C_TOPOGRAPHY_path_056"/>
              <p:cNvSpPr/>
              <p:nvPr/>
            </p:nvSpPr>
            <p:spPr>
              <a:xfrm>
                <a:off x="11525250" y="7306974"/>
                <a:ext cx="113771" cy="51088"/>
              </a:xfrm>
              <a:custGeom>
                <a:avLst/>
                <a:gdLst/>
                <a:ahLst/>
                <a:cxnLst/>
                <a:rect l="0" t="0" r="r" b="b"/>
                <a:pathLst>
                  <a:path w="8958" h="4023" fill="norm" stroke="0">
                    <a:moveTo>
                      <a:pt x="0" y="64"/>
                    </a:moveTo>
                    <a:cubicBezTo>
                      <a:pt x="1637" y="0"/>
                      <a:pt x="2989" y="26"/>
                      <a:pt x="4347" y="1009"/>
                    </a:cubicBezTo>
                    <a:cubicBezTo>
                      <a:pt x="4711" y="1271"/>
                      <a:pt x="5056" y="1442"/>
                      <a:pt x="5480" y="1595"/>
                    </a:cubicBezTo>
                    <a:cubicBezTo>
                      <a:pt x="5847" y="1728"/>
                      <a:pt x="6149" y="1912"/>
                      <a:pt x="6458" y="2148"/>
                    </a:cubicBezTo>
                    <a:cubicBezTo>
                      <a:pt x="6508" y="1939"/>
                      <a:pt x="6556" y="1723"/>
                      <a:pt x="6458" y="1523"/>
                    </a:cubicBezTo>
                    <a:cubicBezTo>
                      <a:pt x="6224" y="1320"/>
                      <a:pt x="5913" y="1213"/>
                      <a:pt x="5625" y="1106"/>
                    </a:cubicBezTo>
                    <a:cubicBezTo>
                      <a:pt x="5716" y="1100"/>
                      <a:pt x="5807" y="1096"/>
                      <a:pt x="5898" y="1093"/>
                    </a:cubicBezTo>
                    <a:cubicBezTo>
                      <a:pt x="5949" y="1091"/>
                      <a:pt x="6000" y="1088"/>
                      <a:pt x="6052" y="1086"/>
                    </a:cubicBezTo>
                    <a:cubicBezTo>
                      <a:pt x="6576" y="1122"/>
                      <a:pt x="6885" y="1284"/>
                      <a:pt x="7233" y="1677"/>
                    </a:cubicBezTo>
                    <a:cubicBezTo>
                      <a:pt x="7359" y="1824"/>
                      <a:pt x="7482" y="1972"/>
                      <a:pt x="7604" y="2122"/>
                    </a:cubicBezTo>
                    <a:cubicBezTo>
                      <a:pt x="7697" y="2233"/>
                      <a:pt x="7790" y="2343"/>
                      <a:pt x="7883" y="2454"/>
                    </a:cubicBezTo>
                    <a:cubicBezTo>
                      <a:pt x="7944" y="2526"/>
                      <a:pt x="8005" y="2599"/>
                      <a:pt x="8065" y="2671"/>
                    </a:cubicBezTo>
                    <a:cubicBezTo>
                      <a:pt x="8210" y="2845"/>
                      <a:pt x="8357" y="3008"/>
                      <a:pt x="8525" y="3159"/>
                    </a:cubicBezTo>
                    <a:cubicBezTo>
                      <a:pt x="8556" y="3187"/>
                      <a:pt x="8586" y="3215"/>
                      <a:pt x="8617" y="3243"/>
                    </a:cubicBezTo>
                    <a:cubicBezTo>
                      <a:pt x="8674" y="3294"/>
                      <a:pt x="8732" y="3343"/>
                      <a:pt x="8791" y="3391"/>
                    </a:cubicBezTo>
                    <a:cubicBezTo>
                      <a:pt x="8921" y="3507"/>
                      <a:pt x="8921" y="3507"/>
                      <a:pt x="8958" y="3606"/>
                    </a:cubicBezTo>
                    <a:cubicBezTo>
                      <a:pt x="8915" y="3762"/>
                      <a:pt x="8840" y="3889"/>
                      <a:pt x="8750" y="4023"/>
                    </a:cubicBezTo>
                    <a:cubicBezTo>
                      <a:pt x="8730" y="4004"/>
                      <a:pt x="8710" y="3985"/>
                      <a:pt x="8690" y="3966"/>
                    </a:cubicBezTo>
                    <a:cubicBezTo>
                      <a:pt x="8501" y="3790"/>
                      <a:pt x="8311" y="3615"/>
                      <a:pt x="8120" y="3441"/>
                    </a:cubicBezTo>
                    <a:cubicBezTo>
                      <a:pt x="8021" y="3352"/>
                      <a:pt x="7924" y="3263"/>
                      <a:pt x="7827" y="3172"/>
                    </a:cubicBezTo>
                    <a:cubicBezTo>
                      <a:pt x="7716" y="3067"/>
                      <a:pt x="7602" y="2965"/>
                      <a:pt x="7489" y="2863"/>
                    </a:cubicBezTo>
                    <a:cubicBezTo>
                      <a:pt x="7454" y="2830"/>
                      <a:pt x="7420" y="2797"/>
                      <a:pt x="7385" y="2763"/>
                    </a:cubicBezTo>
                    <a:cubicBezTo>
                      <a:pt x="7285" y="2676"/>
                      <a:pt x="7208" y="2611"/>
                      <a:pt x="7083" y="2564"/>
                    </a:cubicBezTo>
                    <a:cubicBezTo>
                      <a:pt x="6922" y="2603"/>
                      <a:pt x="6800" y="2676"/>
                      <a:pt x="6667" y="2773"/>
                    </a:cubicBezTo>
                    <a:cubicBezTo>
                      <a:pt x="6667" y="2635"/>
                      <a:pt x="6667" y="2498"/>
                      <a:pt x="6667" y="2356"/>
                    </a:cubicBezTo>
                    <a:cubicBezTo>
                      <a:pt x="6630" y="2365"/>
                      <a:pt x="6593" y="2373"/>
                      <a:pt x="6555" y="2382"/>
                    </a:cubicBezTo>
                    <a:cubicBezTo>
                      <a:pt x="6419" y="2413"/>
                      <a:pt x="6281" y="2441"/>
                      <a:pt x="6144" y="2468"/>
                    </a:cubicBezTo>
                    <a:cubicBezTo>
                      <a:pt x="6085" y="2480"/>
                      <a:pt x="6025" y="2493"/>
                      <a:pt x="5966" y="2507"/>
                    </a:cubicBezTo>
                    <a:cubicBezTo>
                      <a:pt x="5780" y="2550"/>
                      <a:pt x="5608" y="2585"/>
                      <a:pt x="5417" y="2564"/>
                    </a:cubicBezTo>
                    <a:cubicBezTo>
                      <a:pt x="5332" y="2464"/>
                      <a:pt x="5301" y="2372"/>
                      <a:pt x="5258" y="2249"/>
                    </a:cubicBezTo>
                    <a:cubicBezTo>
                      <a:pt x="5208" y="2148"/>
                      <a:pt x="5208" y="2148"/>
                      <a:pt x="5119" y="2104"/>
                    </a:cubicBezTo>
                    <a:cubicBezTo>
                      <a:pt x="5010" y="2083"/>
                      <a:pt x="4902" y="2069"/>
                      <a:pt x="4792" y="2056"/>
                    </a:cubicBezTo>
                    <a:cubicBezTo>
                      <a:pt x="4645" y="2032"/>
                      <a:pt x="4508" y="2006"/>
                      <a:pt x="4375" y="1939"/>
                    </a:cubicBezTo>
                    <a:cubicBezTo>
                      <a:pt x="4292" y="1819"/>
                      <a:pt x="4280" y="1684"/>
                      <a:pt x="4258" y="1542"/>
                    </a:cubicBezTo>
                    <a:cubicBezTo>
                      <a:pt x="4237" y="1452"/>
                      <a:pt x="4219" y="1391"/>
                      <a:pt x="4167" y="1314"/>
                    </a:cubicBezTo>
                    <a:cubicBezTo>
                      <a:pt x="3916" y="1175"/>
                      <a:pt x="3614" y="1144"/>
                      <a:pt x="3333" y="1106"/>
                    </a:cubicBezTo>
                    <a:cubicBezTo>
                      <a:pt x="3333" y="969"/>
                      <a:pt x="3333" y="831"/>
                      <a:pt x="3333" y="689"/>
                    </a:cubicBezTo>
                    <a:cubicBezTo>
                      <a:pt x="2990" y="689"/>
                      <a:pt x="2646" y="689"/>
                      <a:pt x="2292" y="689"/>
                    </a:cubicBezTo>
                    <a:cubicBezTo>
                      <a:pt x="2360" y="896"/>
                      <a:pt x="2429" y="1102"/>
                      <a:pt x="2500" y="1314"/>
                    </a:cubicBezTo>
                    <a:cubicBezTo>
                      <a:pt x="2445" y="1284"/>
                      <a:pt x="2389" y="1254"/>
                      <a:pt x="2332" y="1223"/>
                    </a:cubicBezTo>
                    <a:cubicBezTo>
                      <a:pt x="2258" y="1184"/>
                      <a:pt x="2184" y="1145"/>
                      <a:pt x="2109" y="1106"/>
                    </a:cubicBezTo>
                    <a:cubicBezTo>
                      <a:pt x="2073" y="1086"/>
                      <a:pt x="2037" y="1066"/>
                      <a:pt x="2000" y="1046"/>
                    </a:cubicBezTo>
                    <a:cubicBezTo>
                      <a:pt x="1735" y="909"/>
                      <a:pt x="1548" y="876"/>
                      <a:pt x="1250" y="898"/>
                    </a:cubicBezTo>
                    <a:cubicBezTo>
                      <a:pt x="1250" y="760"/>
                      <a:pt x="1250" y="623"/>
                      <a:pt x="1250" y="481"/>
                    </a:cubicBezTo>
                    <a:cubicBezTo>
                      <a:pt x="837" y="481"/>
                      <a:pt x="425" y="481"/>
                      <a:pt x="0" y="481"/>
                    </a:cubicBezTo>
                    <a:cubicBezTo>
                      <a:pt x="0" y="344"/>
                      <a:pt x="0" y="206"/>
                      <a:pt x="0" y="64"/>
                    </a:cubicBezTo>
                    <a:close/>
                  </a:path>
                </a:pathLst>
              </a:custGeom>
              <a:solidFill>
                <a:srgbClr val="5A7EDD"/>
              </a:solidFill>
              <a:ln w="2646" cap="flat">
                <a:noFill/>
              </a:ln>
            </p:spPr>
          </p:sp>
          <p:sp>
            <p:nvSpPr>
              <p:cNvPr id="2913" name="ICON_C_TOPOGRAPHY_path_057"/>
              <p:cNvSpPr/>
              <p:nvPr/>
            </p:nvSpPr>
            <p:spPr>
              <a:xfrm>
                <a:off x="11477625" y="7259103"/>
                <a:ext cx="44979" cy="32623"/>
              </a:xfrm>
              <a:custGeom>
                <a:avLst/>
                <a:gdLst/>
                <a:ahLst/>
                <a:cxnLst/>
                <a:rect l="0" t="0" r="r" b="b"/>
                <a:pathLst>
                  <a:path w="3542" h="2569" fill="norm" stroke="0">
                    <a:moveTo>
                      <a:pt x="2500" y="292"/>
                    </a:moveTo>
                    <a:cubicBezTo>
                      <a:pt x="2640" y="449"/>
                      <a:pt x="2719" y="623"/>
                      <a:pt x="2785" y="821"/>
                    </a:cubicBezTo>
                    <a:cubicBezTo>
                      <a:pt x="2880" y="1104"/>
                      <a:pt x="2880" y="1104"/>
                      <a:pt x="3015" y="1183"/>
                    </a:cubicBezTo>
                    <a:cubicBezTo>
                      <a:pt x="3052" y="1198"/>
                      <a:pt x="3089" y="1213"/>
                      <a:pt x="3128" y="1229"/>
                    </a:cubicBezTo>
                    <a:cubicBezTo>
                      <a:pt x="3319" y="1309"/>
                      <a:pt x="3319" y="1309"/>
                      <a:pt x="3387" y="1428"/>
                    </a:cubicBezTo>
                    <a:cubicBezTo>
                      <a:pt x="3420" y="1539"/>
                      <a:pt x="3444" y="1648"/>
                      <a:pt x="3464" y="1763"/>
                    </a:cubicBezTo>
                    <a:cubicBezTo>
                      <a:pt x="3472" y="1802"/>
                      <a:pt x="3480" y="1841"/>
                      <a:pt x="3488" y="1881"/>
                    </a:cubicBezTo>
                    <a:cubicBezTo>
                      <a:pt x="3508" y="1976"/>
                      <a:pt x="3525" y="2071"/>
                      <a:pt x="3542" y="2167"/>
                    </a:cubicBezTo>
                    <a:cubicBezTo>
                      <a:pt x="2438" y="2472"/>
                      <a:pt x="1090" y="2569"/>
                      <a:pt x="0" y="2167"/>
                    </a:cubicBezTo>
                    <a:cubicBezTo>
                      <a:pt x="25" y="2116"/>
                      <a:pt x="51" y="2065"/>
                      <a:pt x="76" y="2014"/>
                    </a:cubicBezTo>
                    <a:cubicBezTo>
                      <a:pt x="93" y="1981"/>
                      <a:pt x="110" y="1947"/>
                      <a:pt x="127" y="1913"/>
                    </a:cubicBezTo>
                    <a:cubicBezTo>
                      <a:pt x="164" y="1838"/>
                      <a:pt x="202" y="1764"/>
                      <a:pt x="240" y="1690"/>
                    </a:cubicBezTo>
                    <a:cubicBezTo>
                      <a:pt x="337" y="1498"/>
                      <a:pt x="430" y="1305"/>
                      <a:pt x="515" y="1108"/>
                    </a:cubicBezTo>
                    <a:cubicBezTo>
                      <a:pt x="686" y="718"/>
                      <a:pt x="868" y="334"/>
                      <a:pt x="1266" y="137"/>
                    </a:cubicBezTo>
                    <a:cubicBezTo>
                      <a:pt x="1655" y="0"/>
                      <a:pt x="2152" y="84"/>
                      <a:pt x="2500" y="292"/>
                    </a:cubicBezTo>
                    <a:close/>
                  </a:path>
                </a:pathLst>
              </a:custGeom>
              <a:solidFill>
                <a:srgbClr val="3E3656"/>
              </a:solidFill>
              <a:ln w="2646" cap="flat">
                <a:noFill/>
              </a:ln>
            </p:spPr>
          </p:sp>
          <p:sp>
            <p:nvSpPr>
              <p:cNvPr id="2914" name="ICON_C_TOPOGRAPHY_path_058"/>
              <p:cNvSpPr/>
              <p:nvPr/>
            </p:nvSpPr>
            <p:spPr>
              <a:xfrm>
                <a:off x="11437938" y="7635875"/>
                <a:ext cx="111125" cy="14383"/>
              </a:xfrm>
              <a:custGeom>
                <a:avLst/>
                <a:gdLst/>
                <a:ahLst/>
                <a:cxnLst/>
                <a:rect l="0" t="0" r="r" b="b"/>
                <a:pathLst>
                  <a:path w="8750" h="1133" fill="norm" stroke="0">
                    <a:moveTo>
                      <a:pt x="0" y="0"/>
                    </a:moveTo>
                    <a:cubicBezTo>
                      <a:pt x="11" y="1"/>
                      <a:pt x="11" y="1"/>
                      <a:pt x="68" y="7"/>
                    </a:cubicBezTo>
                    <a:cubicBezTo>
                      <a:pt x="1278" y="133"/>
                      <a:pt x="2485" y="228"/>
                      <a:pt x="3700" y="274"/>
                    </a:cubicBezTo>
                    <a:cubicBezTo>
                      <a:pt x="3730" y="275"/>
                      <a:pt x="3759" y="276"/>
                      <a:pt x="3790" y="278"/>
                    </a:cubicBezTo>
                    <a:cubicBezTo>
                      <a:pt x="4150" y="291"/>
                      <a:pt x="4509" y="304"/>
                      <a:pt x="4869" y="316"/>
                    </a:cubicBezTo>
                    <a:cubicBezTo>
                      <a:pt x="5180" y="327"/>
                      <a:pt x="5491" y="338"/>
                      <a:pt x="5802" y="349"/>
                    </a:cubicBezTo>
                    <a:cubicBezTo>
                      <a:pt x="6437" y="372"/>
                      <a:pt x="7073" y="395"/>
                      <a:pt x="7708" y="417"/>
                    </a:cubicBezTo>
                    <a:cubicBezTo>
                      <a:pt x="7708" y="554"/>
                      <a:pt x="7708" y="692"/>
                      <a:pt x="7708" y="833"/>
                    </a:cubicBezTo>
                    <a:cubicBezTo>
                      <a:pt x="8052" y="765"/>
                      <a:pt x="8396" y="696"/>
                      <a:pt x="8750" y="625"/>
                    </a:cubicBezTo>
                    <a:cubicBezTo>
                      <a:pt x="8386" y="1064"/>
                      <a:pt x="8386" y="1064"/>
                      <a:pt x="8048" y="1096"/>
                    </a:cubicBezTo>
                    <a:cubicBezTo>
                      <a:pt x="7937" y="1100"/>
                      <a:pt x="7827" y="1100"/>
                      <a:pt x="7716" y="1099"/>
                    </a:cubicBezTo>
                    <a:cubicBezTo>
                      <a:pt x="7655" y="1100"/>
                      <a:pt x="7594" y="1101"/>
                      <a:pt x="7532" y="1102"/>
                    </a:cubicBezTo>
                    <a:cubicBezTo>
                      <a:pt x="7366" y="1105"/>
                      <a:pt x="7201" y="1105"/>
                      <a:pt x="7035" y="1105"/>
                    </a:cubicBezTo>
                    <a:cubicBezTo>
                      <a:pt x="6895" y="1104"/>
                      <a:pt x="6756" y="1105"/>
                      <a:pt x="6616" y="1106"/>
                    </a:cubicBezTo>
                    <a:cubicBezTo>
                      <a:pt x="6285" y="1109"/>
                      <a:pt x="5954" y="1109"/>
                      <a:pt x="5623" y="1107"/>
                    </a:cubicBezTo>
                    <a:cubicBezTo>
                      <a:pt x="5285" y="1106"/>
                      <a:pt x="4948" y="1109"/>
                      <a:pt x="4610" y="1113"/>
                    </a:cubicBezTo>
                    <a:cubicBezTo>
                      <a:pt x="4318" y="1117"/>
                      <a:pt x="4025" y="1118"/>
                      <a:pt x="3733" y="1117"/>
                    </a:cubicBezTo>
                    <a:cubicBezTo>
                      <a:pt x="3559" y="1117"/>
                      <a:pt x="3386" y="1117"/>
                      <a:pt x="3212" y="1120"/>
                    </a:cubicBezTo>
                    <a:cubicBezTo>
                      <a:pt x="2441" y="1133"/>
                      <a:pt x="1790" y="1059"/>
                      <a:pt x="1076" y="750"/>
                    </a:cubicBezTo>
                    <a:cubicBezTo>
                      <a:pt x="1045" y="737"/>
                      <a:pt x="1015" y="724"/>
                      <a:pt x="983" y="711"/>
                    </a:cubicBezTo>
                    <a:cubicBezTo>
                      <a:pt x="581" y="535"/>
                      <a:pt x="286" y="334"/>
                      <a:pt x="0" y="0"/>
                    </a:cubicBezTo>
                    <a:close/>
                  </a:path>
                </a:pathLst>
              </a:custGeom>
              <a:solidFill>
                <a:srgbClr val="6183DC"/>
              </a:solidFill>
              <a:ln w="2646" cap="flat">
                <a:noFill/>
              </a:ln>
            </p:spPr>
          </p:sp>
          <p:sp>
            <p:nvSpPr>
              <p:cNvPr id="2915" name="ICON_C_TOPOGRAPHY_path_059"/>
              <p:cNvSpPr/>
              <p:nvPr/>
            </p:nvSpPr>
            <p:spPr>
              <a:xfrm>
                <a:off x="11556999" y="7582798"/>
                <a:ext cx="84667" cy="67104"/>
              </a:xfrm>
              <a:custGeom>
                <a:avLst/>
                <a:gdLst/>
                <a:ahLst/>
                <a:cxnLst/>
                <a:rect l="0" t="0" r="r" b="b"/>
                <a:pathLst>
                  <a:path w="6667" h="5284" fill="norm" stroke="0">
                    <a:moveTo>
                      <a:pt x="6370" y="37"/>
                    </a:moveTo>
                    <a:cubicBezTo>
                      <a:pt x="6477" y="90"/>
                      <a:pt x="6571" y="148"/>
                      <a:pt x="6667" y="221"/>
                    </a:cubicBezTo>
                    <a:cubicBezTo>
                      <a:pt x="6574" y="898"/>
                      <a:pt x="6310" y="1317"/>
                      <a:pt x="5854" y="1818"/>
                    </a:cubicBezTo>
                    <a:cubicBezTo>
                      <a:pt x="5755" y="1927"/>
                      <a:pt x="5659" y="2039"/>
                      <a:pt x="5563" y="2151"/>
                    </a:cubicBezTo>
                    <a:cubicBezTo>
                      <a:pt x="4990" y="2804"/>
                      <a:pt x="4990" y="2804"/>
                      <a:pt x="4559" y="2859"/>
                    </a:cubicBezTo>
                    <a:cubicBezTo>
                      <a:pt x="4485" y="2871"/>
                      <a:pt x="4485" y="2871"/>
                      <a:pt x="4375" y="2929"/>
                    </a:cubicBezTo>
                    <a:cubicBezTo>
                      <a:pt x="4375" y="3015"/>
                      <a:pt x="4375" y="3015"/>
                      <a:pt x="4388" y="3121"/>
                    </a:cubicBezTo>
                    <a:cubicBezTo>
                      <a:pt x="4395" y="3235"/>
                      <a:pt x="4395" y="3235"/>
                      <a:pt x="4375" y="3346"/>
                    </a:cubicBezTo>
                    <a:cubicBezTo>
                      <a:pt x="4241" y="3494"/>
                      <a:pt x="4073" y="3589"/>
                      <a:pt x="3903" y="3691"/>
                    </a:cubicBezTo>
                    <a:cubicBezTo>
                      <a:pt x="3854" y="3722"/>
                      <a:pt x="3804" y="3753"/>
                      <a:pt x="3755" y="3784"/>
                    </a:cubicBezTo>
                    <a:cubicBezTo>
                      <a:pt x="3651" y="3850"/>
                      <a:pt x="3547" y="3914"/>
                      <a:pt x="3442" y="3978"/>
                    </a:cubicBezTo>
                    <a:cubicBezTo>
                      <a:pt x="3310" y="4058"/>
                      <a:pt x="3179" y="4139"/>
                      <a:pt x="3048" y="4221"/>
                    </a:cubicBezTo>
                    <a:cubicBezTo>
                      <a:pt x="2730" y="4421"/>
                      <a:pt x="2408" y="4615"/>
                      <a:pt x="2083" y="4804"/>
                    </a:cubicBezTo>
                    <a:cubicBezTo>
                      <a:pt x="2063" y="4816"/>
                      <a:pt x="2063" y="4816"/>
                      <a:pt x="1961" y="4876"/>
                    </a:cubicBezTo>
                    <a:cubicBezTo>
                      <a:pt x="1489" y="5147"/>
                      <a:pt x="1117" y="5284"/>
                      <a:pt x="573" y="5247"/>
                    </a:cubicBezTo>
                    <a:cubicBezTo>
                      <a:pt x="516" y="5245"/>
                      <a:pt x="460" y="5243"/>
                      <a:pt x="404" y="5241"/>
                    </a:cubicBezTo>
                    <a:cubicBezTo>
                      <a:pt x="269" y="5237"/>
                      <a:pt x="135" y="5230"/>
                      <a:pt x="0" y="5221"/>
                    </a:cubicBezTo>
                    <a:cubicBezTo>
                      <a:pt x="15" y="4987"/>
                      <a:pt x="54" y="4779"/>
                      <a:pt x="208" y="4596"/>
                    </a:cubicBezTo>
                    <a:cubicBezTo>
                      <a:pt x="485" y="4417"/>
                      <a:pt x="819" y="4335"/>
                      <a:pt x="1132" y="4241"/>
                    </a:cubicBezTo>
                    <a:cubicBezTo>
                      <a:pt x="1397" y="4160"/>
                      <a:pt x="1659" y="4068"/>
                      <a:pt x="1920" y="3976"/>
                    </a:cubicBezTo>
                    <a:cubicBezTo>
                      <a:pt x="1946" y="3967"/>
                      <a:pt x="1971" y="3958"/>
                      <a:pt x="1998" y="3949"/>
                    </a:cubicBezTo>
                    <a:cubicBezTo>
                      <a:pt x="3037" y="3583"/>
                      <a:pt x="3763" y="2948"/>
                      <a:pt x="4544" y="2187"/>
                    </a:cubicBezTo>
                    <a:cubicBezTo>
                      <a:pt x="4560" y="2172"/>
                      <a:pt x="4560" y="2172"/>
                      <a:pt x="4641" y="2094"/>
                    </a:cubicBezTo>
                    <a:cubicBezTo>
                      <a:pt x="4965" y="1779"/>
                      <a:pt x="5235" y="1511"/>
                      <a:pt x="5349" y="1065"/>
                    </a:cubicBezTo>
                    <a:cubicBezTo>
                      <a:pt x="5428" y="766"/>
                      <a:pt x="5605" y="589"/>
                      <a:pt x="5820" y="377"/>
                    </a:cubicBezTo>
                    <a:cubicBezTo>
                      <a:pt x="5856" y="338"/>
                      <a:pt x="5892" y="299"/>
                      <a:pt x="5927" y="260"/>
                    </a:cubicBezTo>
                    <a:cubicBezTo>
                      <a:pt x="6186" y="0"/>
                      <a:pt x="6186" y="0"/>
                      <a:pt x="6370" y="37"/>
                    </a:cubicBezTo>
                    <a:close/>
                  </a:path>
                </a:pathLst>
              </a:custGeom>
              <a:solidFill>
                <a:srgbClr val="1C1A5E"/>
              </a:solidFill>
              <a:ln w="2646" cap="flat">
                <a:noFill/>
              </a:ln>
            </p:spPr>
          </p:sp>
          <p:sp>
            <p:nvSpPr>
              <p:cNvPr id="2916" name="ICON_C_TOPOGRAPHY_path_060"/>
              <p:cNvSpPr/>
              <p:nvPr/>
            </p:nvSpPr>
            <p:spPr>
              <a:xfrm>
                <a:off x="11535833" y="7408333"/>
                <a:ext cx="84667" cy="37513"/>
              </a:xfrm>
              <a:custGeom>
                <a:avLst/>
                <a:gdLst/>
                <a:ahLst/>
                <a:cxnLst/>
                <a:rect l="0" t="0" r="r" b="b"/>
                <a:pathLst>
                  <a:path w="6667" h="2954" fill="norm" stroke="0">
                    <a:moveTo>
                      <a:pt x="208" y="0"/>
                    </a:moveTo>
                    <a:cubicBezTo>
                      <a:pt x="221" y="6"/>
                      <a:pt x="221" y="6"/>
                      <a:pt x="288" y="35"/>
                    </a:cubicBezTo>
                    <a:cubicBezTo>
                      <a:pt x="784" y="251"/>
                      <a:pt x="1282" y="447"/>
                      <a:pt x="1810" y="573"/>
                    </a:cubicBezTo>
                    <a:cubicBezTo>
                      <a:pt x="1852" y="585"/>
                      <a:pt x="1894" y="596"/>
                      <a:pt x="1938" y="609"/>
                    </a:cubicBezTo>
                    <a:cubicBezTo>
                      <a:pt x="2068" y="636"/>
                      <a:pt x="2160" y="650"/>
                      <a:pt x="2292" y="625"/>
                    </a:cubicBezTo>
                    <a:cubicBezTo>
                      <a:pt x="2385" y="535"/>
                      <a:pt x="2385" y="535"/>
                      <a:pt x="2477" y="420"/>
                    </a:cubicBezTo>
                    <a:cubicBezTo>
                      <a:pt x="2612" y="267"/>
                      <a:pt x="2690" y="198"/>
                      <a:pt x="2894" y="173"/>
                    </a:cubicBezTo>
                    <a:cubicBezTo>
                      <a:pt x="3116" y="163"/>
                      <a:pt x="3334" y="182"/>
                      <a:pt x="3555" y="208"/>
                    </a:cubicBezTo>
                    <a:cubicBezTo>
                      <a:pt x="3574" y="210"/>
                      <a:pt x="3574" y="210"/>
                      <a:pt x="3670" y="221"/>
                    </a:cubicBezTo>
                    <a:cubicBezTo>
                      <a:pt x="4268" y="293"/>
                      <a:pt x="4268" y="293"/>
                      <a:pt x="4428" y="478"/>
                    </a:cubicBezTo>
                    <a:cubicBezTo>
                      <a:pt x="4566" y="730"/>
                      <a:pt x="4559" y="1018"/>
                      <a:pt x="4556" y="1298"/>
                    </a:cubicBezTo>
                    <a:cubicBezTo>
                      <a:pt x="4556" y="1325"/>
                      <a:pt x="4556" y="1352"/>
                      <a:pt x="4556" y="1380"/>
                    </a:cubicBezTo>
                    <a:cubicBezTo>
                      <a:pt x="4555" y="1394"/>
                      <a:pt x="4555" y="1394"/>
                      <a:pt x="4554" y="1461"/>
                    </a:cubicBezTo>
                    <a:cubicBezTo>
                      <a:pt x="4556" y="1537"/>
                      <a:pt x="4556" y="1537"/>
                      <a:pt x="4583" y="1667"/>
                    </a:cubicBezTo>
                    <a:cubicBezTo>
                      <a:pt x="4688" y="1746"/>
                      <a:pt x="4784" y="1781"/>
                      <a:pt x="4908" y="1823"/>
                    </a:cubicBezTo>
                    <a:cubicBezTo>
                      <a:pt x="4939" y="1840"/>
                      <a:pt x="4969" y="1857"/>
                      <a:pt x="5000" y="1875"/>
                    </a:cubicBezTo>
                    <a:cubicBezTo>
                      <a:pt x="5038" y="2019"/>
                      <a:pt x="5025" y="2146"/>
                      <a:pt x="5000" y="2292"/>
                    </a:cubicBezTo>
                    <a:cubicBezTo>
                      <a:pt x="5036" y="2296"/>
                      <a:pt x="5071" y="2300"/>
                      <a:pt x="5108" y="2304"/>
                    </a:cubicBezTo>
                    <a:cubicBezTo>
                      <a:pt x="5243" y="2321"/>
                      <a:pt x="5377" y="2339"/>
                      <a:pt x="5511" y="2358"/>
                    </a:cubicBezTo>
                    <a:cubicBezTo>
                      <a:pt x="5569" y="2366"/>
                      <a:pt x="5627" y="2373"/>
                      <a:pt x="5685" y="2380"/>
                    </a:cubicBezTo>
                    <a:cubicBezTo>
                      <a:pt x="6095" y="2427"/>
                      <a:pt x="6323" y="2515"/>
                      <a:pt x="6598" y="2830"/>
                    </a:cubicBezTo>
                    <a:cubicBezTo>
                      <a:pt x="6621" y="2859"/>
                      <a:pt x="6644" y="2887"/>
                      <a:pt x="6667" y="2917"/>
                    </a:cubicBezTo>
                    <a:cubicBezTo>
                      <a:pt x="5497" y="2954"/>
                      <a:pt x="4807" y="2662"/>
                      <a:pt x="3951" y="1862"/>
                    </a:cubicBezTo>
                    <a:cubicBezTo>
                      <a:pt x="3740" y="1662"/>
                      <a:pt x="3535" y="1459"/>
                      <a:pt x="3333" y="1250"/>
                    </a:cubicBezTo>
                    <a:cubicBezTo>
                      <a:pt x="3311" y="1281"/>
                      <a:pt x="3289" y="1311"/>
                      <a:pt x="3266" y="1342"/>
                    </a:cubicBezTo>
                    <a:cubicBezTo>
                      <a:pt x="3018" y="1642"/>
                      <a:pt x="3018" y="1642"/>
                      <a:pt x="2842" y="1685"/>
                    </a:cubicBezTo>
                    <a:cubicBezTo>
                      <a:pt x="2634" y="1702"/>
                      <a:pt x="2431" y="1665"/>
                      <a:pt x="2227" y="1628"/>
                    </a:cubicBezTo>
                    <a:cubicBezTo>
                      <a:pt x="2195" y="1622"/>
                      <a:pt x="2163" y="1617"/>
                      <a:pt x="2130" y="1612"/>
                    </a:cubicBezTo>
                    <a:cubicBezTo>
                      <a:pt x="1470" y="1505"/>
                      <a:pt x="940" y="1254"/>
                      <a:pt x="417" y="833"/>
                    </a:cubicBezTo>
                    <a:cubicBezTo>
                      <a:pt x="396" y="817"/>
                      <a:pt x="375" y="801"/>
                      <a:pt x="353" y="785"/>
                    </a:cubicBezTo>
                    <a:cubicBezTo>
                      <a:pt x="214" y="677"/>
                      <a:pt x="90" y="572"/>
                      <a:pt x="0" y="417"/>
                    </a:cubicBezTo>
                    <a:cubicBezTo>
                      <a:pt x="29" y="249"/>
                      <a:pt x="104" y="133"/>
                      <a:pt x="208" y="0"/>
                    </a:cubicBezTo>
                    <a:close/>
                  </a:path>
                </a:pathLst>
              </a:custGeom>
              <a:solidFill>
                <a:srgbClr val="CCF7C0"/>
              </a:solidFill>
              <a:ln w="2646" cap="flat">
                <a:noFill/>
              </a:ln>
            </p:spPr>
          </p:sp>
          <p:sp>
            <p:nvSpPr>
              <p:cNvPr id="2917" name="ICON_C_TOPOGRAPHY_path_061"/>
              <p:cNvSpPr/>
              <p:nvPr/>
            </p:nvSpPr>
            <p:spPr>
              <a:xfrm>
                <a:off x="11366500" y="7392458"/>
                <a:ext cx="71438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5625" h="2708" fill="norm" stroke="0">
                    <a:moveTo>
                      <a:pt x="5000" y="0"/>
                    </a:moveTo>
                    <a:cubicBezTo>
                      <a:pt x="5206" y="0"/>
                      <a:pt x="5413" y="0"/>
                      <a:pt x="5625" y="0"/>
                    </a:cubicBezTo>
                    <a:cubicBezTo>
                      <a:pt x="5625" y="550"/>
                      <a:pt x="5625" y="1100"/>
                      <a:pt x="5625" y="1667"/>
                    </a:cubicBezTo>
                    <a:cubicBezTo>
                      <a:pt x="4286" y="1935"/>
                      <a:pt x="4286" y="1935"/>
                      <a:pt x="3750" y="1667"/>
                    </a:cubicBezTo>
                    <a:cubicBezTo>
                      <a:pt x="3681" y="2010"/>
                      <a:pt x="3612" y="2354"/>
                      <a:pt x="3542" y="2708"/>
                    </a:cubicBezTo>
                    <a:cubicBezTo>
                      <a:pt x="2361" y="2708"/>
                      <a:pt x="1181" y="2708"/>
                      <a:pt x="0" y="2708"/>
                    </a:cubicBezTo>
                    <a:cubicBezTo>
                      <a:pt x="145" y="2497"/>
                      <a:pt x="271" y="2334"/>
                      <a:pt x="525" y="2260"/>
                    </a:cubicBezTo>
                    <a:cubicBezTo>
                      <a:pt x="842" y="2201"/>
                      <a:pt x="1163" y="2183"/>
                      <a:pt x="1484" y="2161"/>
                    </a:cubicBezTo>
                    <a:cubicBezTo>
                      <a:pt x="1583" y="2154"/>
                      <a:pt x="1681" y="2145"/>
                      <a:pt x="1780" y="2137"/>
                    </a:cubicBezTo>
                    <a:cubicBezTo>
                      <a:pt x="2020" y="2117"/>
                      <a:pt x="2260" y="2099"/>
                      <a:pt x="2500" y="2083"/>
                    </a:cubicBezTo>
                    <a:cubicBezTo>
                      <a:pt x="2499" y="2069"/>
                      <a:pt x="2499" y="2069"/>
                      <a:pt x="2492" y="1999"/>
                    </a:cubicBezTo>
                    <a:cubicBezTo>
                      <a:pt x="2474" y="1697"/>
                      <a:pt x="2474" y="1697"/>
                      <a:pt x="2598" y="1553"/>
                    </a:cubicBezTo>
                    <a:cubicBezTo>
                      <a:pt x="2643" y="1522"/>
                      <a:pt x="2690" y="1493"/>
                      <a:pt x="2737" y="1466"/>
                    </a:cubicBezTo>
                    <a:cubicBezTo>
                      <a:pt x="2762" y="1449"/>
                      <a:pt x="2787" y="1433"/>
                      <a:pt x="2812" y="1416"/>
                    </a:cubicBezTo>
                    <a:cubicBezTo>
                      <a:pt x="2894" y="1364"/>
                      <a:pt x="2977" y="1314"/>
                      <a:pt x="3060" y="1263"/>
                    </a:cubicBezTo>
                    <a:cubicBezTo>
                      <a:pt x="3117" y="1227"/>
                      <a:pt x="3174" y="1191"/>
                      <a:pt x="3230" y="1155"/>
                    </a:cubicBezTo>
                    <a:cubicBezTo>
                      <a:pt x="3402" y="1045"/>
                      <a:pt x="3576" y="939"/>
                      <a:pt x="3750" y="833"/>
                    </a:cubicBezTo>
                    <a:cubicBezTo>
                      <a:pt x="3776" y="817"/>
                      <a:pt x="3803" y="801"/>
                      <a:pt x="3830" y="785"/>
                    </a:cubicBezTo>
                    <a:cubicBezTo>
                      <a:pt x="4041" y="657"/>
                      <a:pt x="4253" y="530"/>
                      <a:pt x="4466" y="406"/>
                    </a:cubicBezTo>
                    <a:cubicBezTo>
                      <a:pt x="4506" y="383"/>
                      <a:pt x="4546" y="360"/>
                      <a:pt x="4587" y="336"/>
                    </a:cubicBezTo>
                    <a:cubicBezTo>
                      <a:pt x="4622" y="316"/>
                      <a:pt x="4657" y="296"/>
                      <a:pt x="4692" y="276"/>
                    </a:cubicBezTo>
                    <a:cubicBezTo>
                      <a:pt x="4792" y="208"/>
                      <a:pt x="4792" y="208"/>
                      <a:pt x="5000" y="0"/>
                    </a:cubicBezTo>
                    <a:close/>
                  </a:path>
                </a:pathLst>
              </a:custGeom>
              <a:solidFill>
                <a:srgbClr val="79D8DD"/>
              </a:solidFill>
              <a:ln w="2646" cap="flat">
                <a:noFill/>
              </a:ln>
            </p:spPr>
          </p:sp>
          <p:sp>
            <p:nvSpPr>
              <p:cNvPr id="2918" name="ICON_C_TOPOGRAPHY_path_062"/>
              <p:cNvSpPr/>
              <p:nvPr/>
            </p:nvSpPr>
            <p:spPr>
              <a:xfrm>
                <a:off x="11617854" y="7482417"/>
                <a:ext cx="44979" cy="71438"/>
              </a:xfrm>
              <a:custGeom>
                <a:avLst/>
                <a:gdLst/>
                <a:ahLst/>
                <a:cxnLst/>
                <a:rect l="0" t="0" r="r" b="b"/>
                <a:pathLst>
                  <a:path w="3542" h="5625" fill="norm" stroke="0">
                    <a:moveTo>
                      <a:pt x="3125" y="0"/>
                    </a:moveTo>
                    <a:cubicBezTo>
                      <a:pt x="3125" y="344"/>
                      <a:pt x="3125" y="688"/>
                      <a:pt x="3125" y="1042"/>
                    </a:cubicBezTo>
                    <a:cubicBezTo>
                      <a:pt x="3263" y="1042"/>
                      <a:pt x="3400" y="1042"/>
                      <a:pt x="3542" y="1042"/>
                    </a:cubicBezTo>
                    <a:cubicBezTo>
                      <a:pt x="3542" y="1592"/>
                      <a:pt x="3542" y="2142"/>
                      <a:pt x="3542" y="2708"/>
                    </a:cubicBezTo>
                    <a:cubicBezTo>
                      <a:pt x="3404" y="2708"/>
                      <a:pt x="3267" y="2708"/>
                      <a:pt x="3125" y="2708"/>
                    </a:cubicBezTo>
                    <a:cubicBezTo>
                      <a:pt x="3125" y="2433"/>
                      <a:pt x="3125" y="2158"/>
                      <a:pt x="3125" y="1875"/>
                    </a:cubicBezTo>
                    <a:cubicBezTo>
                      <a:pt x="2811" y="1946"/>
                      <a:pt x="2502" y="2035"/>
                      <a:pt x="2292" y="2292"/>
                    </a:cubicBezTo>
                    <a:cubicBezTo>
                      <a:pt x="2230" y="2519"/>
                      <a:pt x="2224" y="2747"/>
                      <a:pt x="2214" y="2982"/>
                    </a:cubicBezTo>
                    <a:cubicBezTo>
                      <a:pt x="2191" y="3411"/>
                      <a:pt x="2150" y="3744"/>
                      <a:pt x="1824" y="4048"/>
                    </a:cubicBezTo>
                    <a:cubicBezTo>
                      <a:pt x="1588" y="4254"/>
                      <a:pt x="1331" y="4435"/>
                      <a:pt x="1075" y="4615"/>
                    </a:cubicBezTo>
                    <a:cubicBezTo>
                      <a:pt x="802" y="4808"/>
                      <a:pt x="570" y="5032"/>
                      <a:pt x="339" y="5273"/>
                    </a:cubicBezTo>
                    <a:cubicBezTo>
                      <a:pt x="304" y="5309"/>
                      <a:pt x="269" y="5345"/>
                      <a:pt x="233" y="5382"/>
                    </a:cubicBezTo>
                    <a:cubicBezTo>
                      <a:pt x="155" y="5462"/>
                      <a:pt x="77" y="5543"/>
                      <a:pt x="0" y="5625"/>
                    </a:cubicBezTo>
                    <a:cubicBezTo>
                      <a:pt x="565" y="3769"/>
                      <a:pt x="565" y="3769"/>
                      <a:pt x="950" y="3125"/>
                    </a:cubicBezTo>
                    <a:cubicBezTo>
                      <a:pt x="974" y="3084"/>
                      <a:pt x="998" y="3044"/>
                      <a:pt x="1023" y="3002"/>
                    </a:cubicBezTo>
                    <a:cubicBezTo>
                      <a:pt x="1150" y="2804"/>
                      <a:pt x="1235" y="2713"/>
                      <a:pt x="1455" y="2625"/>
                    </a:cubicBezTo>
                    <a:cubicBezTo>
                      <a:pt x="1691" y="2512"/>
                      <a:pt x="1750" y="2373"/>
                      <a:pt x="1836" y="2132"/>
                    </a:cubicBezTo>
                    <a:cubicBezTo>
                      <a:pt x="1851" y="2084"/>
                      <a:pt x="1866" y="2036"/>
                      <a:pt x="1882" y="1986"/>
                    </a:cubicBezTo>
                    <a:cubicBezTo>
                      <a:pt x="1900" y="1935"/>
                      <a:pt x="1917" y="1884"/>
                      <a:pt x="1935" y="1834"/>
                    </a:cubicBezTo>
                    <a:cubicBezTo>
                      <a:pt x="1981" y="1701"/>
                      <a:pt x="2026" y="1569"/>
                      <a:pt x="2069" y="1435"/>
                    </a:cubicBezTo>
                    <a:cubicBezTo>
                      <a:pt x="2140" y="1222"/>
                      <a:pt x="2213" y="1010"/>
                      <a:pt x="2286" y="798"/>
                    </a:cubicBezTo>
                    <a:cubicBezTo>
                      <a:pt x="2311" y="724"/>
                      <a:pt x="2336" y="650"/>
                      <a:pt x="2360" y="576"/>
                    </a:cubicBezTo>
                    <a:cubicBezTo>
                      <a:pt x="2523" y="94"/>
                      <a:pt x="2565" y="0"/>
                      <a:pt x="3125" y="0"/>
                    </a:cubicBezTo>
                    <a:close/>
                  </a:path>
                </a:pathLst>
              </a:custGeom>
              <a:solidFill>
                <a:srgbClr val="5BDADF"/>
              </a:solidFill>
              <a:ln w="2646" cap="flat">
                <a:noFill/>
              </a:ln>
            </p:spPr>
          </p:sp>
          <p:sp>
            <p:nvSpPr>
              <p:cNvPr id="2919" name="ICON_C_TOPOGRAPHY_path_063"/>
              <p:cNvSpPr/>
              <p:nvPr/>
            </p:nvSpPr>
            <p:spPr>
              <a:xfrm>
                <a:off x="11514668" y="7385935"/>
                <a:ext cx="99581" cy="31660"/>
              </a:xfrm>
              <a:custGeom>
                <a:avLst/>
                <a:gdLst/>
                <a:ahLst/>
                <a:cxnLst/>
                <a:rect l="0" t="0" r="r" b="b"/>
                <a:pathLst>
                  <a:path w="7841" h="2493" fill="norm" stroke="0">
                    <a:moveTo>
                      <a:pt x="1438" y="50"/>
                    </a:moveTo>
                    <a:cubicBezTo>
                      <a:pt x="1693" y="2"/>
                      <a:pt x="1922" y="0"/>
                      <a:pt x="2151" y="138"/>
                    </a:cubicBezTo>
                    <a:cubicBezTo>
                      <a:pt x="2543" y="408"/>
                      <a:pt x="3011" y="810"/>
                      <a:pt x="3171" y="1270"/>
                    </a:cubicBezTo>
                    <a:cubicBezTo>
                      <a:pt x="3211" y="1514"/>
                      <a:pt x="3185" y="1734"/>
                      <a:pt x="3125" y="1972"/>
                    </a:cubicBezTo>
                    <a:cubicBezTo>
                      <a:pt x="3331" y="1972"/>
                      <a:pt x="3538" y="1972"/>
                      <a:pt x="3750" y="1972"/>
                    </a:cubicBezTo>
                    <a:cubicBezTo>
                      <a:pt x="3819" y="1628"/>
                      <a:pt x="3887" y="1285"/>
                      <a:pt x="3958" y="930"/>
                    </a:cubicBezTo>
                    <a:cubicBezTo>
                      <a:pt x="4096" y="930"/>
                      <a:pt x="4233" y="930"/>
                      <a:pt x="4375" y="930"/>
                    </a:cubicBezTo>
                    <a:cubicBezTo>
                      <a:pt x="4425" y="816"/>
                      <a:pt x="4440" y="750"/>
                      <a:pt x="4453" y="631"/>
                    </a:cubicBezTo>
                    <a:cubicBezTo>
                      <a:pt x="4478" y="507"/>
                      <a:pt x="4507" y="407"/>
                      <a:pt x="4583" y="305"/>
                    </a:cubicBezTo>
                    <a:cubicBezTo>
                      <a:pt x="4834" y="166"/>
                      <a:pt x="5136" y="135"/>
                      <a:pt x="5417" y="97"/>
                    </a:cubicBezTo>
                    <a:cubicBezTo>
                      <a:pt x="5417" y="235"/>
                      <a:pt x="5417" y="372"/>
                      <a:pt x="5417" y="514"/>
                    </a:cubicBezTo>
                    <a:cubicBezTo>
                      <a:pt x="5477" y="521"/>
                      <a:pt x="5538" y="529"/>
                      <a:pt x="5600" y="537"/>
                    </a:cubicBezTo>
                    <a:cubicBezTo>
                      <a:pt x="6308" y="644"/>
                      <a:pt x="7166" y="848"/>
                      <a:pt x="7708" y="1347"/>
                    </a:cubicBezTo>
                    <a:cubicBezTo>
                      <a:pt x="7841" y="1616"/>
                      <a:pt x="7791" y="1902"/>
                      <a:pt x="7708" y="2180"/>
                    </a:cubicBezTo>
                    <a:cubicBezTo>
                      <a:pt x="7559" y="2217"/>
                      <a:pt x="7441" y="2222"/>
                      <a:pt x="7292" y="2180"/>
                    </a:cubicBezTo>
                    <a:cubicBezTo>
                      <a:pt x="7213" y="2103"/>
                      <a:pt x="7153" y="2033"/>
                      <a:pt x="7089" y="1945"/>
                    </a:cubicBezTo>
                    <a:cubicBezTo>
                      <a:pt x="6510" y="1167"/>
                      <a:pt x="6510" y="1167"/>
                      <a:pt x="6029" y="1093"/>
                    </a:cubicBezTo>
                    <a:cubicBezTo>
                      <a:pt x="5515" y="1049"/>
                      <a:pt x="4725" y="1065"/>
                      <a:pt x="4304" y="1404"/>
                    </a:cubicBezTo>
                    <a:cubicBezTo>
                      <a:pt x="4135" y="1587"/>
                      <a:pt x="4045" y="1811"/>
                      <a:pt x="3950" y="2039"/>
                    </a:cubicBezTo>
                    <a:cubicBezTo>
                      <a:pt x="3892" y="2170"/>
                      <a:pt x="3842" y="2279"/>
                      <a:pt x="3750" y="2389"/>
                    </a:cubicBezTo>
                    <a:cubicBezTo>
                      <a:pt x="3478" y="2493"/>
                      <a:pt x="3210" y="2429"/>
                      <a:pt x="2944" y="2331"/>
                    </a:cubicBezTo>
                    <a:cubicBezTo>
                      <a:pt x="2610" y="2156"/>
                      <a:pt x="2525" y="1872"/>
                      <a:pt x="2415" y="1530"/>
                    </a:cubicBezTo>
                    <a:cubicBezTo>
                      <a:pt x="2387" y="1439"/>
                      <a:pt x="2359" y="1348"/>
                      <a:pt x="2332" y="1256"/>
                    </a:cubicBezTo>
                    <a:cubicBezTo>
                      <a:pt x="2246" y="1006"/>
                      <a:pt x="2112" y="846"/>
                      <a:pt x="1875" y="722"/>
                    </a:cubicBezTo>
                    <a:cubicBezTo>
                      <a:pt x="1601" y="624"/>
                      <a:pt x="1328" y="571"/>
                      <a:pt x="1042" y="514"/>
                    </a:cubicBezTo>
                    <a:cubicBezTo>
                      <a:pt x="904" y="789"/>
                      <a:pt x="767" y="1064"/>
                      <a:pt x="625" y="1347"/>
                    </a:cubicBezTo>
                    <a:cubicBezTo>
                      <a:pt x="419" y="1278"/>
                      <a:pt x="212" y="1210"/>
                      <a:pt x="0" y="1139"/>
                    </a:cubicBezTo>
                    <a:cubicBezTo>
                      <a:pt x="601" y="223"/>
                      <a:pt x="601" y="223"/>
                      <a:pt x="1002" y="131"/>
                    </a:cubicBezTo>
                    <a:cubicBezTo>
                      <a:pt x="1055" y="123"/>
                      <a:pt x="1110" y="115"/>
                      <a:pt x="1164" y="109"/>
                    </a:cubicBezTo>
                    <a:cubicBezTo>
                      <a:pt x="1258" y="96"/>
                      <a:pt x="1346" y="73"/>
                      <a:pt x="1438" y="50"/>
                    </a:cubicBezTo>
                    <a:close/>
                  </a:path>
                </a:pathLst>
              </a:custGeom>
              <a:solidFill>
                <a:srgbClr val="8DE2D5"/>
              </a:solidFill>
              <a:ln w="2646" cap="flat">
                <a:noFill/>
              </a:ln>
            </p:spPr>
          </p:sp>
          <p:sp>
            <p:nvSpPr>
              <p:cNvPr id="2920" name="ICON_C_TOPOGRAPHY_path_064"/>
              <p:cNvSpPr/>
              <p:nvPr/>
            </p:nvSpPr>
            <p:spPr>
              <a:xfrm>
                <a:off x="11451167" y="7651750"/>
                <a:ext cx="100542" cy="11671"/>
              </a:xfrm>
              <a:custGeom>
                <a:avLst/>
                <a:gdLst/>
                <a:ahLst/>
                <a:cxnLst/>
                <a:rect l="0" t="0" r="r" b="b"/>
                <a:pathLst>
                  <a:path w="7917" h="919" fill="norm" stroke="0">
                    <a:moveTo>
                      <a:pt x="0" y="0"/>
                    </a:moveTo>
                    <a:cubicBezTo>
                      <a:pt x="2612" y="0"/>
                      <a:pt x="5225" y="0"/>
                      <a:pt x="7917" y="0"/>
                    </a:cubicBezTo>
                    <a:cubicBezTo>
                      <a:pt x="7450" y="700"/>
                      <a:pt x="7450" y="700"/>
                      <a:pt x="7201" y="751"/>
                    </a:cubicBezTo>
                    <a:cubicBezTo>
                      <a:pt x="7182" y="754"/>
                      <a:pt x="7182" y="754"/>
                      <a:pt x="7086" y="765"/>
                    </a:cubicBezTo>
                    <a:cubicBezTo>
                      <a:pt x="7043" y="772"/>
                      <a:pt x="6999" y="779"/>
                      <a:pt x="6955" y="786"/>
                    </a:cubicBezTo>
                    <a:cubicBezTo>
                      <a:pt x="6186" y="889"/>
                      <a:pt x="5399" y="880"/>
                      <a:pt x="4625" y="883"/>
                    </a:cubicBezTo>
                    <a:cubicBezTo>
                      <a:pt x="4434" y="884"/>
                      <a:pt x="4243" y="887"/>
                      <a:pt x="4053" y="892"/>
                    </a:cubicBezTo>
                    <a:cubicBezTo>
                      <a:pt x="2954" y="919"/>
                      <a:pt x="1956" y="853"/>
                      <a:pt x="901" y="531"/>
                    </a:cubicBezTo>
                    <a:cubicBezTo>
                      <a:pt x="855" y="517"/>
                      <a:pt x="809" y="503"/>
                      <a:pt x="761" y="488"/>
                    </a:cubicBezTo>
                    <a:cubicBezTo>
                      <a:pt x="633" y="448"/>
                      <a:pt x="504" y="406"/>
                      <a:pt x="376" y="364"/>
                    </a:cubicBezTo>
                    <a:cubicBezTo>
                      <a:pt x="338" y="351"/>
                      <a:pt x="300" y="339"/>
                      <a:pt x="260" y="326"/>
                    </a:cubicBezTo>
                    <a:cubicBezTo>
                      <a:pt x="226" y="314"/>
                      <a:pt x="191" y="301"/>
                      <a:pt x="155" y="289"/>
                    </a:cubicBezTo>
                    <a:cubicBezTo>
                      <a:pt x="140" y="283"/>
                      <a:pt x="140" y="283"/>
                      <a:pt x="64" y="257"/>
                    </a:cubicBezTo>
                    <a:cubicBezTo>
                      <a:pt x="43" y="241"/>
                      <a:pt x="22" y="225"/>
                      <a:pt x="0" y="208"/>
                    </a:cubicBezTo>
                    <a:cubicBezTo>
                      <a:pt x="0" y="140"/>
                      <a:pt x="0" y="71"/>
                      <a:pt x="0" y="0"/>
                    </a:cubicBezTo>
                    <a:close/>
                  </a:path>
                </a:pathLst>
              </a:custGeom>
              <a:solidFill>
                <a:srgbClr val="2E246B"/>
              </a:solidFill>
              <a:ln w="2646" cap="flat">
                <a:noFill/>
              </a:ln>
            </p:spPr>
          </p:sp>
          <p:sp>
            <p:nvSpPr>
              <p:cNvPr id="2921" name="ICON_C_TOPOGRAPHY_path_065"/>
              <p:cNvSpPr/>
              <p:nvPr/>
            </p:nvSpPr>
            <p:spPr>
              <a:xfrm>
                <a:off x="11514667" y="7556500"/>
                <a:ext cx="98875" cy="66590"/>
              </a:xfrm>
              <a:custGeom>
                <a:avLst/>
                <a:gdLst/>
                <a:ahLst/>
                <a:cxnLst/>
                <a:rect l="0" t="0" r="r" b="b"/>
                <a:pathLst>
                  <a:path w="7785" h="5243" fill="norm" stroke="0">
                    <a:moveTo>
                      <a:pt x="7708" y="0"/>
                    </a:moveTo>
                    <a:cubicBezTo>
                      <a:pt x="7772" y="258"/>
                      <a:pt x="7785" y="491"/>
                      <a:pt x="7650" y="726"/>
                    </a:cubicBezTo>
                    <a:cubicBezTo>
                      <a:pt x="7466" y="982"/>
                      <a:pt x="7247" y="1207"/>
                      <a:pt x="7023" y="1428"/>
                    </a:cubicBezTo>
                    <a:cubicBezTo>
                      <a:pt x="6966" y="1485"/>
                      <a:pt x="6910" y="1541"/>
                      <a:pt x="6853" y="1598"/>
                    </a:cubicBezTo>
                    <a:cubicBezTo>
                      <a:pt x="6383" y="2067"/>
                      <a:pt x="5932" y="2446"/>
                      <a:pt x="5248" y="2513"/>
                    </a:cubicBezTo>
                    <a:cubicBezTo>
                      <a:pt x="5218" y="2516"/>
                      <a:pt x="5189" y="2519"/>
                      <a:pt x="5159" y="2522"/>
                    </a:cubicBezTo>
                    <a:cubicBezTo>
                      <a:pt x="4727" y="2557"/>
                      <a:pt x="4357" y="2450"/>
                      <a:pt x="3958" y="2292"/>
                    </a:cubicBezTo>
                    <a:cubicBezTo>
                      <a:pt x="3951" y="2342"/>
                      <a:pt x="3943" y="2392"/>
                      <a:pt x="3935" y="2444"/>
                    </a:cubicBezTo>
                    <a:cubicBezTo>
                      <a:pt x="3819" y="3079"/>
                      <a:pt x="3533" y="3504"/>
                      <a:pt x="3112" y="3984"/>
                    </a:cubicBezTo>
                    <a:cubicBezTo>
                      <a:pt x="3080" y="4021"/>
                      <a:pt x="3049" y="4057"/>
                      <a:pt x="3016" y="4095"/>
                    </a:cubicBezTo>
                    <a:cubicBezTo>
                      <a:pt x="2452" y="4733"/>
                      <a:pt x="1848" y="5138"/>
                      <a:pt x="986" y="5230"/>
                    </a:cubicBezTo>
                    <a:cubicBezTo>
                      <a:pt x="735" y="5243"/>
                      <a:pt x="578" y="5214"/>
                      <a:pt x="381" y="5044"/>
                    </a:cubicBezTo>
                    <a:cubicBezTo>
                      <a:pt x="205" y="4841"/>
                      <a:pt x="99" y="4624"/>
                      <a:pt x="0" y="4375"/>
                    </a:cubicBezTo>
                    <a:cubicBezTo>
                      <a:pt x="206" y="4169"/>
                      <a:pt x="413" y="3962"/>
                      <a:pt x="625" y="3750"/>
                    </a:cubicBezTo>
                    <a:cubicBezTo>
                      <a:pt x="651" y="3786"/>
                      <a:pt x="651" y="3786"/>
                      <a:pt x="781" y="3971"/>
                    </a:cubicBezTo>
                    <a:cubicBezTo>
                      <a:pt x="859" y="4060"/>
                      <a:pt x="933" y="4121"/>
                      <a:pt x="1042" y="4167"/>
                    </a:cubicBezTo>
                    <a:cubicBezTo>
                      <a:pt x="1177" y="4172"/>
                      <a:pt x="1296" y="4141"/>
                      <a:pt x="1427" y="4105"/>
                    </a:cubicBezTo>
                    <a:cubicBezTo>
                      <a:pt x="1463" y="4095"/>
                      <a:pt x="1500" y="4085"/>
                      <a:pt x="1537" y="4075"/>
                    </a:cubicBezTo>
                    <a:cubicBezTo>
                      <a:pt x="1916" y="3962"/>
                      <a:pt x="2231" y="3773"/>
                      <a:pt x="2550" y="3543"/>
                    </a:cubicBezTo>
                    <a:cubicBezTo>
                      <a:pt x="2644" y="3476"/>
                      <a:pt x="2740" y="3413"/>
                      <a:pt x="2837" y="3350"/>
                    </a:cubicBezTo>
                    <a:cubicBezTo>
                      <a:pt x="3151" y="3135"/>
                      <a:pt x="3348" y="2971"/>
                      <a:pt x="3425" y="2588"/>
                    </a:cubicBezTo>
                    <a:cubicBezTo>
                      <a:pt x="3438" y="2513"/>
                      <a:pt x="3451" y="2439"/>
                      <a:pt x="3464" y="2364"/>
                    </a:cubicBezTo>
                    <a:cubicBezTo>
                      <a:pt x="3515" y="2103"/>
                      <a:pt x="3515" y="2103"/>
                      <a:pt x="3657" y="1997"/>
                    </a:cubicBezTo>
                    <a:cubicBezTo>
                      <a:pt x="3810" y="1953"/>
                      <a:pt x="3956" y="1936"/>
                      <a:pt x="4115" y="1927"/>
                    </a:cubicBezTo>
                    <a:cubicBezTo>
                      <a:pt x="4171" y="1921"/>
                      <a:pt x="4227" y="1914"/>
                      <a:pt x="4283" y="1906"/>
                    </a:cubicBezTo>
                    <a:cubicBezTo>
                      <a:pt x="4552" y="1875"/>
                      <a:pt x="4807" y="1871"/>
                      <a:pt x="5076" y="1901"/>
                    </a:cubicBezTo>
                    <a:cubicBezTo>
                      <a:pt x="5605" y="1958"/>
                      <a:pt x="5605" y="1958"/>
                      <a:pt x="5833" y="1875"/>
                    </a:cubicBezTo>
                    <a:cubicBezTo>
                      <a:pt x="6045" y="1704"/>
                      <a:pt x="6195" y="1487"/>
                      <a:pt x="6348" y="1265"/>
                    </a:cubicBezTo>
                    <a:cubicBezTo>
                      <a:pt x="6604" y="896"/>
                      <a:pt x="6883" y="624"/>
                      <a:pt x="7240" y="352"/>
                    </a:cubicBezTo>
                    <a:cubicBezTo>
                      <a:pt x="7251" y="342"/>
                      <a:pt x="7251" y="342"/>
                      <a:pt x="7311" y="297"/>
                    </a:cubicBezTo>
                    <a:cubicBezTo>
                      <a:pt x="7442" y="196"/>
                      <a:pt x="7575" y="97"/>
                      <a:pt x="7708" y="0"/>
                    </a:cubicBezTo>
                    <a:close/>
                  </a:path>
                </a:pathLst>
              </a:custGeom>
              <a:solidFill>
                <a:srgbClr val="6EC8E5"/>
              </a:solidFill>
              <a:ln w="2646" cap="flat">
                <a:noFill/>
              </a:ln>
            </p:spPr>
          </p:sp>
          <p:sp>
            <p:nvSpPr>
              <p:cNvPr id="2922" name="ICON_C_TOPOGRAPHY_path_066"/>
              <p:cNvSpPr/>
              <p:nvPr/>
            </p:nvSpPr>
            <p:spPr>
              <a:xfrm>
                <a:off x="11554076" y="7315729"/>
                <a:ext cx="53194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4189" h="2708" fill="norm" stroke="0">
                    <a:moveTo>
                      <a:pt x="22" y="0"/>
                    </a:moveTo>
                    <a:cubicBezTo>
                      <a:pt x="366" y="0"/>
                      <a:pt x="709" y="0"/>
                      <a:pt x="1064" y="0"/>
                    </a:cubicBezTo>
                    <a:cubicBezTo>
                      <a:pt x="1064" y="138"/>
                      <a:pt x="1064" y="275"/>
                      <a:pt x="1064" y="417"/>
                    </a:cubicBezTo>
                    <a:cubicBezTo>
                      <a:pt x="1093" y="420"/>
                      <a:pt x="1122" y="423"/>
                      <a:pt x="1153" y="426"/>
                    </a:cubicBezTo>
                    <a:cubicBezTo>
                      <a:pt x="1995" y="524"/>
                      <a:pt x="1995" y="524"/>
                      <a:pt x="2175" y="690"/>
                    </a:cubicBezTo>
                    <a:cubicBezTo>
                      <a:pt x="2225" y="766"/>
                      <a:pt x="2264" y="841"/>
                      <a:pt x="2301" y="925"/>
                    </a:cubicBezTo>
                    <a:cubicBezTo>
                      <a:pt x="2386" y="1118"/>
                      <a:pt x="2463" y="1223"/>
                      <a:pt x="2660" y="1313"/>
                    </a:cubicBezTo>
                    <a:cubicBezTo>
                      <a:pt x="2886" y="1394"/>
                      <a:pt x="3115" y="1458"/>
                      <a:pt x="3349" y="1514"/>
                    </a:cubicBezTo>
                    <a:cubicBezTo>
                      <a:pt x="3500" y="1552"/>
                      <a:pt x="3635" y="1588"/>
                      <a:pt x="3772" y="1667"/>
                    </a:cubicBezTo>
                    <a:cubicBezTo>
                      <a:pt x="3799" y="1782"/>
                      <a:pt x="3784" y="1867"/>
                      <a:pt x="3765" y="1984"/>
                    </a:cubicBezTo>
                    <a:cubicBezTo>
                      <a:pt x="3768" y="2016"/>
                      <a:pt x="3770" y="2049"/>
                      <a:pt x="3772" y="2083"/>
                    </a:cubicBezTo>
                    <a:cubicBezTo>
                      <a:pt x="3898" y="2186"/>
                      <a:pt x="4035" y="2240"/>
                      <a:pt x="4189" y="2292"/>
                    </a:cubicBezTo>
                    <a:cubicBezTo>
                      <a:pt x="3484" y="2182"/>
                      <a:pt x="2794" y="2060"/>
                      <a:pt x="2105" y="1875"/>
                    </a:cubicBezTo>
                    <a:cubicBezTo>
                      <a:pt x="2105" y="2150"/>
                      <a:pt x="2105" y="2425"/>
                      <a:pt x="2105" y="2708"/>
                    </a:cubicBezTo>
                    <a:cubicBezTo>
                      <a:pt x="1968" y="2708"/>
                      <a:pt x="1830" y="2708"/>
                      <a:pt x="1689" y="2708"/>
                    </a:cubicBezTo>
                    <a:cubicBezTo>
                      <a:pt x="1689" y="2365"/>
                      <a:pt x="1689" y="2021"/>
                      <a:pt x="1689" y="1667"/>
                    </a:cubicBezTo>
                    <a:cubicBezTo>
                      <a:pt x="1414" y="1667"/>
                      <a:pt x="1139" y="1667"/>
                      <a:pt x="855" y="1667"/>
                    </a:cubicBezTo>
                    <a:cubicBezTo>
                      <a:pt x="855" y="2010"/>
                      <a:pt x="855" y="2354"/>
                      <a:pt x="855" y="2708"/>
                    </a:cubicBezTo>
                    <a:cubicBezTo>
                      <a:pt x="718" y="2708"/>
                      <a:pt x="580" y="2708"/>
                      <a:pt x="439" y="2708"/>
                    </a:cubicBezTo>
                    <a:cubicBezTo>
                      <a:pt x="378" y="2457"/>
                      <a:pt x="319" y="2205"/>
                      <a:pt x="261" y="1953"/>
                    </a:cubicBezTo>
                    <a:cubicBezTo>
                      <a:pt x="241" y="1868"/>
                      <a:pt x="220" y="1783"/>
                      <a:pt x="200" y="1697"/>
                    </a:cubicBezTo>
                    <a:cubicBezTo>
                      <a:pt x="60" y="1116"/>
                      <a:pt x="0" y="598"/>
                      <a:pt x="22" y="0"/>
                    </a:cubicBezTo>
                    <a:close/>
                  </a:path>
                </a:pathLst>
              </a:custGeom>
              <a:solidFill>
                <a:srgbClr val="55A8EA"/>
              </a:solidFill>
              <a:ln w="2646" cap="flat">
                <a:noFill/>
              </a:ln>
            </p:spPr>
          </p:sp>
          <p:sp>
            <p:nvSpPr>
              <p:cNvPr id="2923" name="ICON_C_TOPOGRAPHY_path_067"/>
              <p:cNvSpPr/>
              <p:nvPr/>
            </p:nvSpPr>
            <p:spPr>
              <a:xfrm>
                <a:off x="11400896" y="7429500"/>
                <a:ext cx="121708" cy="44979"/>
              </a:xfrm>
              <a:custGeom>
                <a:avLst/>
                <a:gdLst/>
                <a:ahLst/>
                <a:cxnLst/>
                <a:rect l="0" t="0" r="r" b="b"/>
                <a:pathLst>
                  <a:path w="9583" h="3542" fill="norm" stroke="0">
                    <a:moveTo>
                      <a:pt x="9583" y="0"/>
                    </a:moveTo>
                    <a:cubicBezTo>
                      <a:pt x="9583" y="206"/>
                      <a:pt x="9583" y="413"/>
                      <a:pt x="9583" y="625"/>
                    </a:cubicBezTo>
                    <a:cubicBezTo>
                      <a:pt x="9549" y="627"/>
                      <a:pt x="9549" y="627"/>
                      <a:pt x="9377" y="638"/>
                    </a:cubicBezTo>
                    <a:cubicBezTo>
                      <a:pt x="8149" y="714"/>
                      <a:pt x="6963" y="789"/>
                      <a:pt x="5791" y="1194"/>
                    </a:cubicBezTo>
                    <a:cubicBezTo>
                      <a:pt x="5522" y="1286"/>
                      <a:pt x="5249" y="1365"/>
                      <a:pt x="4976" y="1444"/>
                    </a:cubicBezTo>
                    <a:cubicBezTo>
                      <a:pt x="4914" y="1462"/>
                      <a:pt x="4852" y="1480"/>
                      <a:pt x="4791" y="1499"/>
                    </a:cubicBezTo>
                    <a:cubicBezTo>
                      <a:pt x="4476" y="1592"/>
                      <a:pt x="4168" y="1674"/>
                      <a:pt x="3841" y="1710"/>
                    </a:cubicBezTo>
                    <a:cubicBezTo>
                      <a:pt x="2961" y="1806"/>
                      <a:pt x="2443" y="2131"/>
                      <a:pt x="1748" y="2648"/>
                    </a:cubicBezTo>
                    <a:cubicBezTo>
                      <a:pt x="1525" y="2814"/>
                      <a:pt x="1299" y="2975"/>
                      <a:pt x="1071" y="3133"/>
                    </a:cubicBezTo>
                    <a:cubicBezTo>
                      <a:pt x="991" y="3189"/>
                      <a:pt x="913" y="3247"/>
                      <a:pt x="834" y="3306"/>
                    </a:cubicBezTo>
                    <a:cubicBezTo>
                      <a:pt x="698" y="3404"/>
                      <a:pt x="575" y="3484"/>
                      <a:pt x="417" y="3542"/>
                    </a:cubicBezTo>
                    <a:cubicBezTo>
                      <a:pt x="248" y="3509"/>
                      <a:pt x="132" y="3441"/>
                      <a:pt x="0" y="3333"/>
                    </a:cubicBezTo>
                    <a:cubicBezTo>
                      <a:pt x="48" y="3286"/>
                      <a:pt x="95" y="3238"/>
                      <a:pt x="143" y="3190"/>
                    </a:cubicBezTo>
                    <a:cubicBezTo>
                      <a:pt x="185" y="3148"/>
                      <a:pt x="228" y="3105"/>
                      <a:pt x="271" y="3062"/>
                    </a:cubicBezTo>
                    <a:cubicBezTo>
                      <a:pt x="389" y="2944"/>
                      <a:pt x="508" y="2825"/>
                      <a:pt x="628" y="2707"/>
                    </a:cubicBezTo>
                    <a:cubicBezTo>
                      <a:pt x="1079" y="2260"/>
                      <a:pt x="1079" y="2260"/>
                      <a:pt x="1275" y="2024"/>
                    </a:cubicBezTo>
                    <a:cubicBezTo>
                      <a:pt x="1529" y="1755"/>
                      <a:pt x="1775" y="1596"/>
                      <a:pt x="2120" y="1462"/>
                    </a:cubicBezTo>
                    <a:cubicBezTo>
                      <a:pt x="2165" y="1444"/>
                      <a:pt x="2210" y="1426"/>
                      <a:pt x="2256" y="1408"/>
                    </a:cubicBezTo>
                    <a:cubicBezTo>
                      <a:pt x="2825" y="1193"/>
                      <a:pt x="3417" y="1070"/>
                      <a:pt x="4011" y="944"/>
                    </a:cubicBezTo>
                    <a:cubicBezTo>
                      <a:pt x="4253" y="892"/>
                      <a:pt x="4494" y="840"/>
                      <a:pt x="4735" y="786"/>
                    </a:cubicBezTo>
                    <a:cubicBezTo>
                      <a:pt x="4817" y="768"/>
                      <a:pt x="4900" y="751"/>
                      <a:pt x="4983" y="733"/>
                    </a:cubicBezTo>
                    <a:cubicBezTo>
                      <a:pt x="5207" y="685"/>
                      <a:pt x="5410" y="637"/>
                      <a:pt x="5609" y="519"/>
                    </a:cubicBezTo>
                    <a:cubicBezTo>
                      <a:pt x="5937" y="342"/>
                      <a:pt x="6330" y="342"/>
                      <a:pt x="6694" y="305"/>
                    </a:cubicBezTo>
                    <a:cubicBezTo>
                      <a:pt x="6778" y="296"/>
                      <a:pt x="6861" y="287"/>
                      <a:pt x="6945" y="278"/>
                    </a:cubicBezTo>
                    <a:cubicBezTo>
                      <a:pt x="7163" y="254"/>
                      <a:pt x="7382" y="232"/>
                      <a:pt x="7600" y="209"/>
                    </a:cubicBezTo>
                    <a:cubicBezTo>
                      <a:pt x="7824" y="186"/>
                      <a:pt x="8047" y="162"/>
                      <a:pt x="8271" y="138"/>
                    </a:cubicBezTo>
                    <a:cubicBezTo>
                      <a:pt x="8708" y="91"/>
                      <a:pt x="9146" y="45"/>
                      <a:pt x="9583" y="0"/>
                    </a:cubicBezTo>
                    <a:close/>
                  </a:path>
                </a:pathLst>
              </a:custGeom>
              <a:solidFill>
                <a:srgbClr val="DEF08E"/>
              </a:solidFill>
              <a:ln w="2646" cap="flat">
                <a:noFill/>
              </a:ln>
            </p:spPr>
          </p:sp>
          <p:sp>
            <p:nvSpPr>
              <p:cNvPr id="2924" name="ICON_C_TOPOGRAPHY_path_068"/>
              <p:cNvSpPr/>
              <p:nvPr/>
            </p:nvSpPr>
            <p:spPr>
              <a:xfrm>
                <a:off x="11414125" y="7551158"/>
                <a:ext cx="142875" cy="24895"/>
              </a:xfrm>
              <a:custGeom>
                <a:avLst/>
                <a:gdLst/>
                <a:ahLst/>
                <a:cxnLst/>
                <a:rect l="0" t="0" r="r" b="b"/>
                <a:pathLst>
                  <a:path w="11250" h="1960" fill="norm" stroke="0">
                    <a:moveTo>
                      <a:pt x="10967" y="13"/>
                    </a:moveTo>
                    <a:cubicBezTo>
                      <a:pt x="11079" y="69"/>
                      <a:pt x="11161" y="125"/>
                      <a:pt x="11250" y="212"/>
                    </a:cubicBezTo>
                    <a:cubicBezTo>
                      <a:pt x="11118" y="350"/>
                      <a:pt x="10985" y="487"/>
                      <a:pt x="10851" y="623"/>
                    </a:cubicBezTo>
                    <a:cubicBezTo>
                      <a:pt x="10806" y="669"/>
                      <a:pt x="10761" y="715"/>
                      <a:pt x="10716" y="762"/>
                    </a:cubicBezTo>
                    <a:cubicBezTo>
                      <a:pt x="10553" y="932"/>
                      <a:pt x="10383" y="1095"/>
                      <a:pt x="10208" y="1254"/>
                    </a:cubicBezTo>
                    <a:cubicBezTo>
                      <a:pt x="10178" y="1282"/>
                      <a:pt x="10149" y="1310"/>
                      <a:pt x="10118" y="1339"/>
                    </a:cubicBezTo>
                    <a:cubicBezTo>
                      <a:pt x="9651" y="1766"/>
                      <a:pt x="9283" y="1960"/>
                      <a:pt x="8645" y="1945"/>
                    </a:cubicBezTo>
                    <a:cubicBezTo>
                      <a:pt x="8554" y="1940"/>
                      <a:pt x="8463" y="1936"/>
                      <a:pt x="8372" y="1931"/>
                    </a:cubicBezTo>
                    <a:cubicBezTo>
                      <a:pt x="8275" y="1928"/>
                      <a:pt x="8178" y="1926"/>
                      <a:pt x="8080" y="1923"/>
                    </a:cubicBezTo>
                    <a:cubicBezTo>
                      <a:pt x="7838" y="1916"/>
                      <a:pt x="7596" y="1905"/>
                      <a:pt x="7353" y="1892"/>
                    </a:cubicBezTo>
                    <a:cubicBezTo>
                      <a:pt x="7131" y="1881"/>
                      <a:pt x="6908" y="1871"/>
                      <a:pt x="6685" y="1862"/>
                    </a:cubicBezTo>
                    <a:cubicBezTo>
                      <a:pt x="6301" y="1847"/>
                      <a:pt x="5917" y="1827"/>
                      <a:pt x="5533" y="1806"/>
                    </a:cubicBezTo>
                    <a:cubicBezTo>
                      <a:pt x="5431" y="1801"/>
                      <a:pt x="5328" y="1796"/>
                      <a:pt x="5226" y="1791"/>
                    </a:cubicBezTo>
                    <a:cubicBezTo>
                      <a:pt x="3987" y="1732"/>
                      <a:pt x="3987" y="1732"/>
                      <a:pt x="3551" y="1462"/>
                    </a:cubicBezTo>
                    <a:cubicBezTo>
                      <a:pt x="2982" y="1112"/>
                      <a:pt x="2267" y="1157"/>
                      <a:pt x="1619" y="1129"/>
                    </a:cubicBezTo>
                    <a:cubicBezTo>
                      <a:pt x="1436" y="1120"/>
                      <a:pt x="1253" y="1110"/>
                      <a:pt x="1070" y="1099"/>
                    </a:cubicBezTo>
                    <a:cubicBezTo>
                      <a:pt x="714" y="1079"/>
                      <a:pt x="357" y="1062"/>
                      <a:pt x="0" y="1046"/>
                    </a:cubicBezTo>
                    <a:cubicBezTo>
                      <a:pt x="0" y="977"/>
                      <a:pt x="0" y="908"/>
                      <a:pt x="0" y="837"/>
                    </a:cubicBezTo>
                    <a:cubicBezTo>
                      <a:pt x="741" y="674"/>
                      <a:pt x="1352" y="558"/>
                      <a:pt x="2083" y="837"/>
                    </a:cubicBezTo>
                    <a:cubicBezTo>
                      <a:pt x="2091" y="807"/>
                      <a:pt x="2099" y="776"/>
                      <a:pt x="2107" y="744"/>
                    </a:cubicBezTo>
                    <a:cubicBezTo>
                      <a:pt x="2154" y="611"/>
                      <a:pt x="2194" y="524"/>
                      <a:pt x="2292" y="421"/>
                    </a:cubicBezTo>
                    <a:cubicBezTo>
                      <a:pt x="2478" y="390"/>
                      <a:pt x="2647" y="418"/>
                      <a:pt x="2830" y="455"/>
                    </a:cubicBezTo>
                    <a:cubicBezTo>
                      <a:pt x="2916" y="473"/>
                      <a:pt x="3002" y="485"/>
                      <a:pt x="3089" y="498"/>
                    </a:cubicBezTo>
                    <a:cubicBezTo>
                      <a:pt x="3145" y="508"/>
                      <a:pt x="3200" y="518"/>
                      <a:pt x="3255" y="528"/>
                    </a:cubicBezTo>
                    <a:cubicBezTo>
                      <a:pt x="3305" y="537"/>
                      <a:pt x="3355" y="546"/>
                      <a:pt x="3406" y="556"/>
                    </a:cubicBezTo>
                    <a:cubicBezTo>
                      <a:pt x="3564" y="641"/>
                      <a:pt x="3572" y="679"/>
                      <a:pt x="3638" y="838"/>
                    </a:cubicBezTo>
                    <a:cubicBezTo>
                      <a:pt x="3725" y="1032"/>
                      <a:pt x="3725" y="1032"/>
                      <a:pt x="3837" y="1092"/>
                    </a:cubicBezTo>
                    <a:cubicBezTo>
                      <a:pt x="3947" y="1117"/>
                      <a:pt x="4053" y="1130"/>
                      <a:pt x="4166" y="1139"/>
                    </a:cubicBezTo>
                    <a:cubicBezTo>
                      <a:pt x="4186" y="1141"/>
                      <a:pt x="4186" y="1141"/>
                      <a:pt x="4288" y="1153"/>
                    </a:cubicBezTo>
                    <a:cubicBezTo>
                      <a:pt x="4373" y="1162"/>
                      <a:pt x="4459" y="1170"/>
                      <a:pt x="4544" y="1177"/>
                    </a:cubicBezTo>
                    <a:cubicBezTo>
                      <a:pt x="4674" y="1189"/>
                      <a:pt x="4803" y="1203"/>
                      <a:pt x="4932" y="1219"/>
                    </a:cubicBezTo>
                    <a:cubicBezTo>
                      <a:pt x="5015" y="1227"/>
                      <a:pt x="5098" y="1235"/>
                      <a:pt x="5181" y="1243"/>
                    </a:cubicBezTo>
                    <a:cubicBezTo>
                      <a:pt x="5220" y="1248"/>
                      <a:pt x="5258" y="1252"/>
                      <a:pt x="5297" y="1256"/>
                    </a:cubicBezTo>
                    <a:cubicBezTo>
                      <a:pt x="5515" y="1273"/>
                      <a:pt x="5645" y="1254"/>
                      <a:pt x="5836" y="1146"/>
                    </a:cubicBezTo>
                    <a:cubicBezTo>
                      <a:pt x="6025" y="1040"/>
                      <a:pt x="6130" y="1034"/>
                      <a:pt x="6337" y="1091"/>
                    </a:cubicBezTo>
                    <a:cubicBezTo>
                      <a:pt x="6372" y="1102"/>
                      <a:pt x="6406" y="1112"/>
                      <a:pt x="6441" y="1124"/>
                    </a:cubicBezTo>
                    <a:cubicBezTo>
                      <a:pt x="6518" y="1145"/>
                      <a:pt x="6594" y="1166"/>
                      <a:pt x="6671" y="1186"/>
                    </a:cubicBezTo>
                    <a:cubicBezTo>
                      <a:pt x="6710" y="1197"/>
                      <a:pt x="6750" y="1209"/>
                      <a:pt x="6791" y="1220"/>
                    </a:cubicBezTo>
                    <a:cubicBezTo>
                      <a:pt x="7610" y="1444"/>
                      <a:pt x="8579" y="1677"/>
                      <a:pt x="9375" y="1254"/>
                    </a:cubicBezTo>
                    <a:cubicBezTo>
                      <a:pt x="9733" y="1018"/>
                      <a:pt x="10052" y="724"/>
                      <a:pt x="10352" y="420"/>
                    </a:cubicBezTo>
                    <a:cubicBezTo>
                      <a:pt x="10775" y="0"/>
                      <a:pt x="10775" y="0"/>
                      <a:pt x="10967" y="13"/>
                    </a:cubicBezTo>
                    <a:close/>
                  </a:path>
                </a:pathLst>
              </a:custGeom>
              <a:solidFill>
                <a:srgbClr val="E8F18D"/>
              </a:solidFill>
              <a:ln w="2646" cap="flat">
                <a:noFill/>
              </a:ln>
            </p:spPr>
          </p:sp>
          <p:sp>
            <p:nvSpPr>
              <p:cNvPr id="2925" name="ICON_C_TOPOGRAPHY_path_069"/>
              <p:cNvSpPr/>
              <p:nvPr/>
            </p:nvSpPr>
            <p:spPr>
              <a:xfrm>
                <a:off x="11612563" y="7371044"/>
                <a:ext cx="42799" cy="42582"/>
              </a:xfrm>
              <a:custGeom>
                <a:avLst/>
                <a:gdLst/>
                <a:ahLst/>
                <a:cxnLst/>
                <a:rect l="0" t="0" r="r" b="b"/>
                <a:pathLst>
                  <a:path w="3370" h="3353" fill="norm" stroke="0">
                    <a:moveTo>
                      <a:pt x="1143" y="0"/>
                    </a:moveTo>
                    <a:cubicBezTo>
                      <a:pt x="1250" y="0"/>
                      <a:pt x="1352" y="6"/>
                      <a:pt x="1458" y="20"/>
                    </a:cubicBezTo>
                    <a:cubicBezTo>
                      <a:pt x="1459" y="49"/>
                      <a:pt x="1460" y="78"/>
                      <a:pt x="1461" y="109"/>
                    </a:cubicBezTo>
                    <a:cubicBezTo>
                      <a:pt x="1477" y="435"/>
                      <a:pt x="1502" y="773"/>
                      <a:pt x="1667" y="1061"/>
                    </a:cubicBezTo>
                    <a:cubicBezTo>
                      <a:pt x="1820" y="1171"/>
                      <a:pt x="1981" y="1219"/>
                      <a:pt x="2161" y="1270"/>
                    </a:cubicBezTo>
                    <a:cubicBezTo>
                      <a:pt x="2629" y="1402"/>
                      <a:pt x="2852" y="1586"/>
                      <a:pt x="3086" y="1999"/>
                    </a:cubicBezTo>
                    <a:cubicBezTo>
                      <a:pt x="3112" y="2043"/>
                      <a:pt x="3137" y="2088"/>
                      <a:pt x="3164" y="2134"/>
                    </a:cubicBezTo>
                    <a:cubicBezTo>
                      <a:pt x="3308" y="2407"/>
                      <a:pt x="3370" y="2628"/>
                      <a:pt x="3333" y="2936"/>
                    </a:cubicBezTo>
                    <a:cubicBezTo>
                      <a:pt x="3311" y="2941"/>
                      <a:pt x="3289" y="2947"/>
                      <a:pt x="3267" y="2952"/>
                    </a:cubicBezTo>
                    <a:cubicBezTo>
                      <a:pt x="2795" y="3065"/>
                      <a:pt x="2332" y="3190"/>
                      <a:pt x="1875" y="3353"/>
                    </a:cubicBezTo>
                    <a:cubicBezTo>
                      <a:pt x="1874" y="3338"/>
                      <a:pt x="1874" y="3338"/>
                      <a:pt x="1869" y="3264"/>
                    </a:cubicBezTo>
                    <a:cubicBezTo>
                      <a:pt x="1799" y="2426"/>
                      <a:pt x="1799" y="2426"/>
                      <a:pt x="1578" y="2234"/>
                    </a:cubicBezTo>
                    <a:cubicBezTo>
                      <a:pt x="1435" y="2157"/>
                      <a:pt x="1289" y="2104"/>
                      <a:pt x="1136" y="2049"/>
                    </a:cubicBezTo>
                    <a:cubicBezTo>
                      <a:pt x="862" y="1942"/>
                      <a:pt x="862" y="1942"/>
                      <a:pt x="774" y="1798"/>
                    </a:cubicBezTo>
                    <a:cubicBezTo>
                      <a:pt x="685" y="1559"/>
                      <a:pt x="649" y="1314"/>
                      <a:pt x="625" y="1061"/>
                    </a:cubicBezTo>
                    <a:cubicBezTo>
                      <a:pt x="419" y="1061"/>
                      <a:pt x="212" y="1061"/>
                      <a:pt x="0" y="1061"/>
                    </a:cubicBezTo>
                    <a:cubicBezTo>
                      <a:pt x="69" y="855"/>
                      <a:pt x="137" y="649"/>
                      <a:pt x="208" y="436"/>
                    </a:cubicBezTo>
                    <a:cubicBezTo>
                      <a:pt x="415" y="505"/>
                      <a:pt x="621" y="574"/>
                      <a:pt x="833" y="645"/>
                    </a:cubicBezTo>
                    <a:cubicBezTo>
                      <a:pt x="911" y="332"/>
                      <a:pt x="911" y="332"/>
                      <a:pt x="933" y="233"/>
                    </a:cubicBezTo>
                    <a:cubicBezTo>
                      <a:pt x="974" y="94"/>
                      <a:pt x="993" y="29"/>
                      <a:pt x="1143" y="0"/>
                    </a:cubicBezTo>
                    <a:close/>
                  </a:path>
                </a:pathLst>
              </a:custGeom>
              <a:solidFill>
                <a:srgbClr val="62C6F4"/>
              </a:solidFill>
              <a:ln w="2646" cap="flat">
                <a:noFill/>
              </a:ln>
            </p:spPr>
          </p:sp>
          <p:sp>
            <p:nvSpPr>
              <p:cNvPr id="2926" name="ICON_C_TOPOGRAPHY_path_070"/>
              <p:cNvSpPr/>
              <p:nvPr/>
            </p:nvSpPr>
            <p:spPr>
              <a:xfrm>
                <a:off x="11485562" y="7579207"/>
                <a:ext cx="84667" cy="32885"/>
              </a:xfrm>
              <a:custGeom>
                <a:avLst/>
                <a:gdLst/>
                <a:ahLst/>
                <a:cxnLst/>
                <a:rect l="0" t="0" r="r" b="b"/>
                <a:pathLst>
                  <a:path w="6667" h="2589" fill="norm" stroke="0">
                    <a:moveTo>
                      <a:pt x="5565" y="29"/>
                    </a:moveTo>
                    <a:cubicBezTo>
                      <a:pt x="5737" y="0"/>
                      <a:pt x="5907" y="0"/>
                      <a:pt x="6081" y="9"/>
                    </a:cubicBezTo>
                    <a:cubicBezTo>
                      <a:pt x="6117" y="10"/>
                      <a:pt x="6153" y="11"/>
                      <a:pt x="6190" y="12"/>
                    </a:cubicBezTo>
                    <a:cubicBezTo>
                      <a:pt x="6274" y="18"/>
                      <a:pt x="6274" y="18"/>
                      <a:pt x="6415" y="43"/>
                    </a:cubicBezTo>
                    <a:cubicBezTo>
                      <a:pt x="6439" y="47"/>
                      <a:pt x="6439" y="47"/>
                      <a:pt x="6562" y="67"/>
                    </a:cubicBezTo>
                    <a:cubicBezTo>
                      <a:pt x="6596" y="74"/>
                      <a:pt x="6631" y="80"/>
                      <a:pt x="6667" y="87"/>
                    </a:cubicBezTo>
                    <a:cubicBezTo>
                      <a:pt x="6655" y="87"/>
                      <a:pt x="6655" y="87"/>
                      <a:pt x="6594" y="90"/>
                    </a:cubicBezTo>
                    <a:cubicBezTo>
                      <a:pt x="6330" y="106"/>
                      <a:pt x="6049" y="131"/>
                      <a:pt x="5833" y="295"/>
                    </a:cubicBezTo>
                    <a:cubicBezTo>
                      <a:pt x="5780" y="444"/>
                      <a:pt x="5786" y="595"/>
                      <a:pt x="5781" y="751"/>
                    </a:cubicBezTo>
                    <a:cubicBezTo>
                      <a:pt x="5753" y="1188"/>
                      <a:pt x="5592" y="1409"/>
                      <a:pt x="5273" y="1691"/>
                    </a:cubicBezTo>
                    <a:cubicBezTo>
                      <a:pt x="5128" y="1811"/>
                      <a:pt x="4980" y="1926"/>
                      <a:pt x="4831" y="2040"/>
                    </a:cubicBezTo>
                    <a:cubicBezTo>
                      <a:pt x="4813" y="2055"/>
                      <a:pt x="4813" y="2055"/>
                      <a:pt x="4722" y="2128"/>
                    </a:cubicBezTo>
                    <a:cubicBezTo>
                      <a:pt x="4149" y="2583"/>
                      <a:pt x="4149" y="2583"/>
                      <a:pt x="3845" y="2589"/>
                    </a:cubicBezTo>
                    <a:cubicBezTo>
                      <a:pt x="3659" y="2564"/>
                      <a:pt x="3492" y="2511"/>
                      <a:pt x="3317" y="2444"/>
                    </a:cubicBezTo>
                    <a:cubicBezTo>
                      <a:pt x="3116" y="2366"/>
                      <a:pt x="2922" y="2351"/>
                      <a:pt x="2708" y="2379"/>
                    </a:cubicBezTo>
                    <a:cubicBezTo>
                      <a:pt x="2599" y="2446"/>
                      <a:pt x="2599" y="2446"/>
                      <a:pt x="2513" y="2522"/>
                    </a:cubicBezTo>
                    <a:cubicBezTo>
                      <a:pt x="2405" y="2581"/>
                      <a:pt x="2405" y="2581"/>
                      <a:pt x="2292" y="2587"/>
                    </a:cubicBezTo>
                    <a:cubicBezTo>
                      <a:pt x="2226" y="2527"/>
                      <a:pt x="2178" y="2459"/>
                      <a:pt x="2124" y="2389"/>
                    </a:cubicBezTo>
                    <a:cubicBezTo>
                      <a:pt x="1846" y="2023"/>
                      <a:pt x="1586" y="1920"/>
                      <a:pt x="1142" y="1857"/>
                    </a:cubicBezTo>
                    <a:cubicBezTo>
                      <a:pt x="763" y="1810"/>
                      <a:pt x="382" y="1778"/>
                      <a:pt x="0" y="1754"/>
                    </a:cubicBezTo>
                    <a:cubicBezTo>
                      <a:pt x="0" y="1616"/>
                      <a:pt x="0" y="1479"/>
                      <a:pt x="0" y="1337"/>
                    </a:cubicBezTo>
                    <a:cubicBezTo>
                      <a:pt x="59" y="1340"/>
                      <a:pt x="117" y="1342"/>
                      <a:pt x="178" y="1345"/>
                    </a:cubicBezTo>
                    <a:cubicBezTo>
                      <a:pt x="732" y="1371"/>
                      <a:pt x="1287" y="1390"/>
                      <a:pt x="1842" y="1402"/>
                    </a:cubicBezTo>
                    <a:cubicBezTo>
                      <a:pt x="2127" y="1408"/>
                      <a:pt x="2412" y="1417"/>
                      <a:pt x="2697" y="1431"/>
                    </a:cubicBezTo>
                    <a:cubicBezTo>
                      <a:pt x="4518" y="1521"/>
                      <a:pt x="4518" y="1521"/>
                      <a:pt x="4877" y="1280"/>
                    </a:cubicBezTo>
                    <a:cubicBezTo>
                      <a:pt x="5114" y="1051"/>
                      <a:pt x="5206" y="761"/>
                      <a:pt x="5281" y="449"/>
                    </a:cubicBezTo>
                    <a:cubicBezTo>
                      <a:pt x="5369" y="84"/>
                      <a:pt x="5369" y="84"/>
                      <a:pt x="5565" y="29"/>
                    </a:cubicBezTo>
                    <a:close/>
                  </a:path>
                </a:pathLst>
              </a:custGeom>
              <a:solidFill>
                <a:srgbClr val="7CD4DB"/>
              </a:solidFill>
              <a:ln w="2646" cap="flat">
                <a:noFill/>
              </a:ln>
            </p:spPr>
          </p:sp>
          <p:sp>
            <p:nvSpPr>
              <p:cNvPr id="2927" name="ICON_C_TOPOGRAPHY_path_071"/>
              <p:cNvSpPr/>
              <p:nvPr/>
            </p:nvSpPr>
            <p:spPr>
              <a:xfrm>
                <a:off x="11456459" y="7560692"/>
                <a:ext cx="106381" cy="29657"/>
              </a:xfrm>
              <a:custGeom>
                <a:avLst/>
                <a:gdLst/>
                <a:ahLst/>
                <a:cxnLst/>
                <a:rect l="0" t="0" r="r" b="b"/>
                <a:pathLst>
                  <a:path w="8376" h="2335" fill="norm" stroke="0">
                    <a:moveTo>
                      <a:pt x="7726" y="0"/>
                    </a:moveTo>
                    <a:cubicBezTo>
                      <a:pt x="7932" y="13"/>
                      <a:pt x="8132" y="38"/>
                      <a:pt x="8333" y="87"/>
                    </a:cubicBezTo>
                    <a:cubicBezTo>
                      <a:pt x="8364" y="234"/>
                      <a:pt x="8376" y="357"/>
                      <a:pt x="8333" y="503"/>
                    </a:cubicBezTo>
                    <a:cubicBezTo>
                      <a:pt x="8183" y="603"/>
                      <a:pt x="8011" y="638"/>
                      <a:pt x="7839" y="686"/>
                    </a:cubicBezTo>
                    <a:cubicBezTo>
                      <a:pt x="7295" y="863"/>
                      <a:pt x="7295" y="863"/>
                      <a:pt x="7159" y="1117"/>
                    </a:cubicBezTo>
                    <a:cubicBezTo>
                      <a:pt x="7128" y="1189"/>
                      <a:pt x="7098" y="1263"/>
                      <a:pt x="7070" y="1337"/>
                    </a:cubicBezTo>
                    <a:cubicBezTo>
                      <a:pt x="6926" y="1701"/>
                      <a:pt x="6779" y="1895"/>
                      <a:pt x="6419" y="2062"/>
                    </a:cubicBezTo>
                    <a:cubicBezTo>
                      <a:pt x="5691" y="2335"/>
                      <a:pt x="4750" y="2291"/>
                      <a:pt x="4049" y="1975"/>
                    </a:cubicBezTo>
                    <a:cubicBezTo>
                      <a:pt x="4009" y="1956"/>
                      <a:pt x="3969" y="1937"/>
                      <a:pt x="3928" y="1917"/>
                    </a:cubicBezTo>
                    <a:cubicBezTo>
                      <a:pt x="3575" y="1753"/>
                      <a:pt x="3234" y="1680"/>
                      <a:pt x="2851" y="1623"/>
                    </a:cubicBezTo>
                    <a:cubicBezTo>
                      <a:pt x="2823" y="1619"/>
                      <a:pt x="2795" y="1615"/>
                      <a:pt x="2766" y="1610"/>
                    </a:cubicBezTo>
                    <a:cubicBezTo>
                      <a:pt x="2608" y="1587"/>
                      <a:pt x="2450" y="1565"/>
                      <a:pt x="2292" y="1545"/>
                    </a:cubicBezTo>
                    <a:cubicBezTo>
                      <a:pt x="2292" y="1683"/>
                      <a:pt x="2292" y="1820"/>
                      <a:pt x="2292" y="1962"/>
                    </a:cubicBezTo>
                    <a:cubicBezTo>
                      <a:pt x="2099" y="1947"/>
                      <a:pt x="1907" y="1928"/>
                      <a:pt x="1714" y="1907"/>
                    </a:cubicBezTo>
                    <a:cubicBezTo>
                      <a:pt x="1649" y="1900"/>
                      <a:pt x="1584" y="1894"/>
                      <a:pt x="1519" y="1889"/>
                    </a:cubicBezTo>
                    <a:cubicBezTo>
                      <a:pt x="879" y="1841"/>
                      <a:pt x="479" y="1540"/>
                      <a:pt x="0" y="1128"/>
                    </a:cubicBezTo>
                    <a:cubicBezTo>
                      <a:pt x="415" y="1123"/>
                      <a:pt x="831" y="1119"/>
                      <a:pt x="1246" y="1117"/>
                    </a:cubicBezTo>
                    <a:cubicBezTo>
                      <a:pt x="1396" y="1116"/>
                      <a:pt x="1546" y="1115"/>
                      <a:pt x="1696" y="1113"/>
                    </a:cubicBezTo>
                    <a:cubicBezTo>
                      <a:pt x="2507" y="1105"/>
                      <a:pt x="3307" y="1112"/>
                      <a:pt x="4113" y="1206"/>
                    </a:cubicBezTo>
                    <a:cubicBezTo>
                      <a:pt x="4220" y="1219"/>
                      <a:pt x="4327" y="1230"/>
                      <a:pt x="4435" y="1241"/>
                    </a:cubicBezTo>
                    <a:cubicBezTo>
                      <a:pt x="4505" y="1249"/>
                      <a:pt x="4575" y="1256"/>
                      <a:pt x="4645" y="1264"/>
                    </a:cubicBezTo>
                    <a:cubicBezTo>
                      <a:pt x="4679" y="1268"/>
                      <a:pt x="4713" y="1271"/>
                      <a:pt x="4748" y="1275"/>
                    </a:cubicBezTo>
                    <a:cubicBezTo>
                      <a:pt x="4916" y="1293"/>
                      <a:pt x="5083" y="1315"/>
                      <a:pt x="5250" y="1342"/>
                    </a:cubicBezTo>
                    <a:cubicBezTo>
                      <a:pt x="6153" y="1488"/>
                      <a:pt x="6153" y="1488"/>
                      <a:pt x="6458" y="1337"/>
                    </a:cubicBezTo>
                    <a:cubicBezTo>
                      <a:pt x="6711" y="1132"/>
                      <a:pt x="6875" y="827"/>
                      <a:pt x="7017" y="539"/>
                    </a:cubicBezTo>
                    <a:cubicBezTo>
                      <a:pt x="7195" y="182"/>
                      <a:pt x="7291" y="18"/>
                      <a:pt x="7726" y="0"/>
                    </a:cubicBezTo>
                    <a:close/>
                  </a:path>
                </a:pathLst>
              </a:custGeom>
              <a:solidFill>
                <a:srgbClr val="C9F3A3"/>
              </a:solidFill>
              <a:ln w="2646" cap="flat">
                <a:noFill/>
              </a:ln>
            </p:spPr>
          </p:sp>
          <p:sp>
            <p:nvSpPr>
              <p:cNvPr id="2928" name="ICON_C_TOPOGRAPHY_path_072"/>
              <p:cNvSpPr/>
              <p:nvPr/>
            </p:nvSpPr>
            <p:spPr>
              <a:xfrm>
                <a:off x="11336531" y="7413625"/>
                <a:ext cx="48490" cy="76729"/>
              </a:xfrm>
              <a:custGeom>
                <a:avLst/>
                <a:gdLst/>
                <a:ahLst/>
                <a:cxnLst/>
                <a:rect l="0" t="0" r="r" b="b"/>
                <a:pathLst>
                  <a:path w="3818" h="6042" fill="norm" stroke="0">
                    <a:moveTo>
                      <a:pt x="2360" y="0"/>
                    </a:moveTo>
                    <a:cubicBezTo>
                      <a:pt x="2841" y="0"/>
                      <a:pt x="3322" y="0"/>
                      <a:pt x="3818" y="0"/>
                    </a:cubicBezTo>
                    <a:cubicBezTo>
                      <a:pt x="3594" y="411"/>
                      <a:pt x="3444" y="637"/>
                      <a:pt x="3011" y="820"/>
                    </a:cubicBezTo>
                    <a:cubicBezTo>
                      <a:pt x="2599" y="995"/>
                      <a:pt x="2321" y="1255"/>
                      <a:pt x="2025" y="1582"/>
                    </a:cubicBezTo>
                    <a:cubicBezTo>
                      <a:pt x="1993" y="1616"/>
                      <a:pt x="1961" y="1651"/>
                      <a:pt x="1929" y="1687"/>
                    </a:cubicBezTo>
                    <a:cubicBezTo>
                      <a:pt x="1901" y="1718"/>
                      <a:pt x="1874" y="1749"/>
                      <a:pt x="1845" y="1781"/>
                    </a:cubicBezTo>
                    <a:cubicBezTo>
                      <a:pt x="1735" y="1875"/>
                      <a:pt x="1651" y="1911"/>
                      <a:pt x="1519" y="1964"/>
                    </a:cubicBezTo>
                    <a:cubicBezTo>
                      <a:pt x="1332" y="2055"/>
                      <a:pt x="1332" y="2055"/>
                      <a:pt x="1275" y="2173"/>
                    </a:cubicBezTo>
                    <a:cubicBezTo>
                      <a:pt x="1253" y="2285"/>
                      <a:pt x="1244" y="2392"/>
                      <a:pt x="1239" y="2506"/>
                    </a:cubicBezTo>
                    <a:cubicBezTo>
                      <a:pt x="1236" y="2547"/>
                      <a:pt x="1232" y="2588"/>
                      <a:pt x="1229" y="2630"/>
                    </a:cubicBezTo>
                    <a:cubicBezTo>
                      <a:pt x="1217" y="2760"/>
                      <a:pt x="1209" y="2890"/>
                      <a:pt x="1201" y="3021"/>
                    </a:cubicBezTo>
                    <a:cubicBezTo>
                      <a:pt x="1192" y="3151"/>
                      <a:pt x="1182" y="3281"/>
                      <a:pt x="1171" y="3411"/>
                    </a:cubicBezTo>
                    <a:cubicBezTo>
                      <a:pt x="1165" y="3492"/>
                      <a:pt x="1159" y="3573"/>
                      <a:pt x="1154" y="3654"/>
                    </a:cubicBezTo>
                    <a:cubicBezTo>
                      <a:pt x="1135" y="3908"/>
                      <a:pt x="1087" y="3987"/>
                      <a:pt x="901" y="4167"/>
                    </a:cubicBezTo>
                    <a:cubicBezTo>
                      <a:pt x="847" y="4306"/>
                      <a:pt x="820" y="4450"/>
                      <a:pt x="790" y="4597"/>
                    </a:cubicBezTo>
                    <a:cubicBezTo>
                      <a:pt x="781" y="4639"/>
                      <a:pt x="772" y="4680"/>
                      <a:pt x="763" y="4722"/>
                    </a:cubicBezTo>
                    <a:cubicBezTo>
                      <a:pt x="735" y="4854"/>
                      <a:pt x="707" y="4985"/>
                      <a:pt x="680" y="5117"/>
                    </a:cubicBezTo>
                    <a:cubicBezTo>
                      <a:pt x="661" y="5207"/>
                      <a:pt x="642" y="5296"/>
                      <a:pt x="623" y="5385"/>
                    </a:cubicBezTo>
                    <a:cubicBezTo>
                      <a:pt x="576" y="5604"/>
                      <a:pt x="530" y="5823"/>
                      <a:pt x="485" y="6042"/>
                    </a:cubicBezTo>
                    <a:cubicBezTo>
                      <a:pt x="347" y="6042"/>
                      <a:pt x="210" y="6042"/>
                      <a:pt x="68" y="6042"/>
                    </a:cubicBezTo>
                    <a:cubicBezTo>
                      <a:pt x="58" y="5726"/>
                      <a:pt x="51" y="5411"/>
                      <a:pt x="46" y="5096"/>
                    </a:cubicBezTo>
                    <a:cubicBezTo>
                      <a:pt x="44" y="4950"/>
                      <a:pt x="41" y="4803"/>
                      <a:pt x="37" y="4657"/>
                    </a:cubicBezTo>
                    <a:cubicBezTo>
                      <a:pt x="0" y="3503"/>
                      <a:pt x="0" y="3503"/>
                      <a:pt x="384" y="3049"/>
                    </a:cubicBezTo>
                    <a:cubicBezTo>
                      <a:pt x="497" y="2913"/>
                      <a:pt x="537" y="2783"/>
                      <a:pt x="573" y="2611"/>
                    </a:cubicBezTo>
                    <a:cubicBezTo>
                      <a:pt x="584" y="2561"/>
                      <a:pt x="595" y="2511"/>
                      <a:pt x="606" y="2460"/>
                    </a:cubicBezTo>
                    <a:cubicBezTo>
                      <a:pt x="612" y="2434"/>
                      <a:pt x="617" y="2409"/>
                      <a:pt x="623" y="2383"/>
                    </a:cubicBezTo>
                    <a:cubicBezTo>
                      <a:pt x="730" y="1921"/>
                      <a:pt x="877" y="1636"/>
                      <a:pt x="1282" y="1376"/>
                    </a:cubicBezTo>
                    <a:cubicBezTo>
                      <a:pt x="1395" y="1307"/>
                      <a:pt x="1510" y="1241"/>
                      <a:pt x="1626" y="1175"/>
                    </a:cubicBezTo>
                    <a:cubicBezTo>
                      <a:pt x="2202" y="847"/>
                      <a:pt x="2202" y="847"/>
                      <a:pt x="2313" y="489"/>
                    </a:cubicBezTo>
                    <a:cubicBezTo>
                      <a:pt x="2340" y="327"/>
                      <a:pt x="2348" y="163"/>
                      <a:pt x="2360" y="0"/>
                    </a:cubicBezTo>
                    <a:close/>
                  </a:path>
                </a:pathLst>
              </a:custGeom>
              <a:solidFill>
                <a:srgbClr val="7AE2EC"/>
              </a:solidFill>
              <a:ln w="2646" cap="flat">
                <a:noFill/>
              </a:ln>
            </p:spPr>
          </p:sp>
          <p:sp>
            <p:nvSpPr>
              <p:cNvPr id="2929" name="ICON_C_TOPOGRAPHY_path_073"/>
              <p:cNvSpPr/>
              <p:nvPr/>
            </p:nvSpPr>
            <p:spPr>
              <a:xfrm>
                <a:off x="11668125" y="7426854"/>
                <a:ext cx="15875" cy="10318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8125" fill="norm" stroke="0">
                    <a:moveTo>
                      <a:pt x="0" y="0"/>
                    </a:moveTo>
                    <a:cubicBezTo>
                      <a:pt x="476" y="715"/>
                      <a:pt x="476" y="715"/>
                      <a:pt x="481" y="1134"/>
                    </a:cubicBezTo>
                    <a:cubicBezTo>
                      <a:pt x="486" y="1226"/>
                      <a:pt x="491" y="1318"/>
                      <a:pt x="497" y="1410"/>
                    </a:cubicBezTo>
                    <a:cubicBezTo>
                      <a:pt x="503" y="1553"/>
                      <a:pt x="508" y="1695"/>
                      <a:pt x="512" y="1837"/>
                    </a:cubicBezTo>
                    <a:cubicBezTo>
                      <a:pt x="537" y="2624"/>
                      <a:pt x="537" y="2624"/>
                      <a:pt x="691" y="2772"/>
                    </a:cubicBezTo>
                    <a:cubicBezTo>
                      <a:pt x="868" y="2873"/>
                      <a:pt x="1049" y="2902"/>
                      <a:pt x="1250" y="2917"/>
                    </a:cubicBezTo>
                    <a:cubicBezTo>
                      <a:pt x="1112" y="2917"/>
                      <a:pt x="975" y="2917"/>
                      <a:pt x="833" y="2917"/>
                    </a:cubicBezTo>
                    <a:cubicBezTo>
                      <a:pt x="828" y="3168"/>
                      <a:pt x="824" y="3420"/>
                      <a:pt x="822" y="3672"/>
                    </a:cubicBezTo>
                    <a:cubicBezTo>
                      <a:pt x="821" y="3757"/>
                      <a:pt x="819" y="3842"/>
                      <a:pt x="818" y="3928"/>
                    </a:cubicBezTo>
                    <a:cubicBezTo>
                      <a:pt x="808" y="4382"/>
                      <a:pt x="818" y="4788"/>
                      <a:pt x="950" y="5225"/>
                    </a:cubicBezTo>
                    <a:cubicBezTo>
                      <a:pt x="1074" y="5646"/>
                      <a:pt x="1003" y="5936"/>
                      <a:pt x="859" y="6341"/>
                    </a:cubicBezTo>
                    <a:cubicBezTo>
                      <a:pt x="829" y="6435"/>
                      <a:pt x="799" y="6530"/>
                      <a:pt x="769" y="6624"/>
                    </a:cubicBezTo>
                    <a:cubicBezTo>
                      <a:pt x="749" y="6687"/>
                      <a:pt x="729" y="6750"/>
                      <a:pt x="709" y="6812"/>
                    </a:cubicBezTo>
                    <a:cubicBezTo>
                      <a:pt x="615" y="7103"/>
                      <a:pt x="551" y="7395"/>
                      <a:pt x="495" y="7695"/>
                    </a:cubicBezTo>
                    <a:cubicBezTo>
                      <a:pt x="491" y="7717"/>
                      <a:pt x="491" y="7717"/>
                      <a:pt x="470" y="7829"/>
                    </a:cubicBezTo>
                    <a:cubicBezTo>
                      <a:pt x="451" y="7927"/>
                      <a:pt x="434" y="8026"/>
                      <a:pt x="417" y="8125"/>
                    </a:cubicBezTo>
                    <a:cubicBezTo>
                      <a:pt x="279" y="8125"/>
                      <a:pt x="142" y="8125"/>
                      <a:pt x="0" y="8125"/>
                    </a:cubicBezTo>
                    <a:cubicBezTo>
                      <a:pt x="0" y="5444"/>
                      <a:pt x="0" y="2763"/>
                      <a:pt x="0" y="0"/>
                    </a:cubicBezTo>
                    <a:close/>
                  </a:path>
                </a:pathLst>
              </a:custGeom>
              <a:solidFill>
                <a:srgbClr val="13215B"/>
              </a:solidFill>
              <a:ln w="2646" cap="flat">
                <a:noFill/>
              </a:ln>
            </p:spPr>
          </p:sp>
          <p:sp>
            <p:nvSpPr>
              <p:cNvPr id="2930" name="ICON_C_TOPOGRAPHY_path_074"/>
              <p:cNvSpPr/>
              <p:nvPr/>
            </p:nvSpPr>
            <p:spPr>
              <a:xfrm>
                <a:off x="11539858" y="7458371"/>
                <a:ext cx="29144" cy="71911"/>
              </a:xfrm>
              <a:custGeom>
                <a:avLst/>
                <a:gdLst/>
                <a:ahLst/>
                <a:cxnLst/>
                <a:rect l="0" t="0" r="r" b="b"/>
                <a:pathLst>
                  <a:path w="2295" h="5662" fill="norm" stroke="0">
                    <a:moveTo>
                      <a:pt x="1350" y="18"/>
                    </a:moveTo>
                    <a:cubicBezTo>
                      <a:pt x="1354" y="41"/>
                      <a:pt x="1358" y="64"/>
                      <a:pt x="1363" y="87"/>
                    </a:cubicBezTo>
                    <a:cubicBezTo>
                      <a:pt x="1408" y="324"/>
                      <a:pt x="1456" y="560"/>
                      <a:pt x="1505" y="796"/>
                    </a:cubicBezTo>
                    <a:cubicBezTo>
                      <a:pt x="1523" y="885"/>
                      <a:pt x="1540" y="973"/>
                      <a:pt x="1557" y="1061"/>
                    </a:cubicBezTo>
                    <a:cubicBezTo>
                      <a:pt x="1716" y="1892"/>
                      <a:pt x="1716" y="1892"/>
                      <a:pt x="2093" y="2204"/>
                    </a:cubicBezTo>
                    <a:cubicBezTo>
                      <a:pt x="2295" y="2442"/>
                      <a:pt x="2265" y="2780"/>
                      <a:pt x="2261" y="3078"/>
                    </a:cubicBezTo>
                    <a:cubicBezTo>
                      <a:pt x="2261" y="3096"/>
                      <a:pt x="2261" y="3096"/>
                      <a:pt x="2261" y="3188"/>
                    </a:cubicBezTo>
                    <a:cubicBezTo>
                      <a:pt x="2250" y="3982"/>
                      <a:pt x="2001" y="4804"/>
                      <a:pt x="1423" y="5376"/>
                    </a:cubicBezTo>
                    <a:cubicBezTo>
                      <a:pt x="1068" y="5662"/>
                      <a:pt x="533" y="5660"/>
                      <a:pt x="100" y="5643"/>
                    </a:cubicBezTo>
                    <a:cubicBezTo>
                      <a:pt x="0" y="4556"/>
                      <a:pt x="0" y="4556"/>
                      <a:pt x="161" y="4293"/>
                    </a:cubicBezTo>
                    <a:cubicBezTo>
                      <a:pt x="334" y="4126"/>
                      <a:pt x="494" y="4073"/>
                      <a:pt x="725" y="3977"/>
                    </a:cubicBezTo>
                    <a:cubicBezTo>
                      <a:pt x="931" y="4183"/>
                      <a:pt x="1137" y="4389"/>
                      <a:pt x="1350" y="4602"/>
                    </a:cubicBezTo>
                    <a:cubicBezTo>
                      <a:pt x="1609" y="3646"/>
                      <a:pt x="1515" y="2982"/>
                      <a:pt x="1196" y="2056"/>
                    </a:cubicBezTo>
                    <a:cubicBezTo>
                      <a:pt x="1121" y="1836"/>
                      <a:pt x="1065" y="1612"/>
                      <a:pt x="1011" y="1385"/>
                    </a:cubicBezTo>
                    <a:cubicBezTo>
                      <a:pt x="1007" y="1369"/>
                      <a:pt x="1007" y="1369"/>
                      <a:pt x="986" y="1282"/>
                    </a:cubicBezTo>
                    <a:cubicBezTo>
                      <a:pt x="968" y="1208"/>
                      <a:pt x="951" y="1134"/>
                      <a:pt x="933" y="1060"/>
                    </a:cubicBezTo>
                    <a:cubicBezTo>
                      <a:pt x="727" y="1129"/>
                      <a:pt x="521" y="1197"/>
                      <a:pt x="308" y="1268"/>
                    </a:cubicBezTo>
                    <a:cubicBezTo>
                      <a:pt x="887" y="0"/>
                      <a:pt x="887" y="0"/>
                      <a:pt x="1350" y="18"/>
                    </a:cubicBezTo>
                    <a:close/>
                  </a:path>
                </a:pathLst>
              </a:custGeom>
              <a:solidFill>
                <a:srgbClr val="FBD270"/>
              </a:solidFill>
              <a:ln w="2646" cap="flat">
                <a:noFill/>
              </a:ln>
            </p:spPr>
          </p:sp>
          <p:sp>
            <p:nvSpPr>
              <p:cNvPr id="2931" name="ICON_C_TOPOGRAPHY_path_075"/>
              <p:cNvSpPr/>
              <p:nvPr/>
            </p:nvSpPr>
            <p:spPr>
              <a:xfrm>
                <a:off x="11337395" y="7330997"/>
                <a:ext cx="93538" cy="103793"/>
              </a:xfrm>
              <a:custGeom>
                <a:avLst/>
                <a:gdLst/>
                <a:ahLst/>
                <a:cxnLst/>
                <a:rect l="0" t="0" r="r" b="b"/>
                <a:pathLst>
                  <a:path w="7365" h="8173" fill="norm" stroke="0">
                    <a:moveTo>
                      <a:pt x="6147" y="15"/>
                    </a:moveTo>
                    <a:cubicBezTo>
                      <a:pt x="6250" y="48"/>
                      <a:pt x="6250" y="48"/>
                      <a:pt x="6301" y="136"/>
                    </a:cubicBezTo>
                    <a:cubicBezTo>
                      <a:pt x="6314" y="172"/>
                      <a:pt x="6327" y="209"/>
                      <a:pt x="6340" y="246"/>
                    </a:cubicBezTo>
                    <a:cubicBezTo>
                      <a:pt x="6442" y="471"/>
                      <a:pt x="6548" y="531"/>
                      <a:pt x="6773" y="618"/>
                    </a:cubicBezTo>
                    <a:cubicBezTo>
                      <a:pt x="6811" y="631"/>
                      <a:pt x="6849" y="645"/>
                      <a:pt x="6888" y="660"/>
                    </a:cubicBezTo>
                    <a:cubicBezTo>
                      <a:pt x="7260" y="816"/>
                      <a:pt x="7260" y="816"/>
                      <a:pt x="7330" y="960"/>
                    </a:cubicBezTo>
                    <a:cubicBezTo>
                      <a:pt x="7365" y="1148"/>
                      <a:pt x="7336" y="1323"/>
                      <a:pt x="7292" y="1506"/>
                    </a:cubicBezTo>
                    <a:cubicBezTo>
                      <a:pt x="7154" y="1506"/>
                      <a:pt x="7017" y="1506"/>
                      <a:pt x="6875" y="1506"/>
                    </a:cubicBezTo>
                    <a:cubicBezTo>
                      <a:pt x="6875" y="1300"/>
                      <a:pt x="6875" y="1094"/>
                      <a:pt x="6875" y="881"/>
                    </a:cubicBezTo>
                    <a:cubicBezTo>
                      <a:pt x="6669" y="881"/>
                      <a:pt x="6462" y="881"/>
                      <a:pt x="6250" y="881"/>
                    </a:cubicBezTo>
                    <a:cubicBezTo>
                      <a:pt x="6260" y="962"/>
                      <a:pt x="6271" y="1043"/>
                      <a:pt x="6281" y="1126"/>
                    </a:cubicBezTo>
                    <a:cubicBezTo>
                      <a:pt x="6362" y="1933"/>
                      <a:pt x="6362" y="1933"/>
                      <a:pt x="6179" y="2257"/>
                    </a:cubicBezTo>
                    <a:cubicBezTo>
                      <a:pt x="5984" y="2492"/>
                      <a:pt x="5742" y="2675"/>
                      <a:pt x="5496" y="2854"/>
                    </a:cubicBezTo>
                    <a:cubicBezTo>
                      <a:pt x="5270" y="3020"/>
                      <a:pt x="5056" y="3200"/>
                      <a:pt x="4841" y="3380"/>
                    </a:cubicBezTo>
                    <a:cubicBezTo>
                      <a:pt x="4820" y="3398"/>
                      <a:pt x="4799" y="3416"/>
                      <a:pt x="4777" y="3434"/>
                    </a:cubicBezTo>
                    <a:cubicBezTo>
                      <a:pt x="4397" y="3753"/>
                      <a:pt x="4155" y="4080"/>
                      <a:pt x="3945" y="4527"/>
                    </a:cubicBezTo>
                    <a:cubicBezTo>
                      <a:pt x="3589" y="5280"/>
                      <a:pt x="3041" y="5805"/>
                      <a:pt x="2444" y="6368"/>
                    </a:cubicBezTo>
                    <a:cubicBezTo>
                      <a:pt x="2408" y="6402"/>
                      <a:pt x="2372" y="6436"/>
                      <a:pt x="2335" y="6471"/>
                    </a:cubicBezTo>
                    <a:cubicBezTo>
                      <a:pt x="2268" y="6534"/>
                      <a:pt x="2200" y="6597"/>
                      <a:pt x="2131" y="6659"/>
                    </a:cubicBezTo>
                    <a:cubicBezTo>
                      <a:pt x="1936" y="6842"/>
                      <a:pt x="1825" y="7009"/>
                      <a:pt x="1715" y="7252"/>
                    </a:cubicBezTo>
                    <a:cubicBezTo>
                      <a:pt x="1646" y="7377"/>
                      <a:pt x="1574" y="7413"/>
                      <a:pt x="1440" y="7457"/>
                    </a:cubicBezTo>
                    <a:cubicBezTo>
                      <a:pt x="1419" y="7464"/>
                      <a:pt x="1419" y="7464"/>
                      <a:pt x="1310" y="7503"/>
                    </a:cubicBezTo>
                    <a:cubicBezTo>
                      <a:pt x="1264" y="7518"/>
                      <a:pt x="1219" y="7533"/>
                      <a:pt x="1172" y="7548"/>
                    </a:cubicBezTo>
                    <a:cubicBezTo>
                      <a:pt x="733" y="7705"/>
                      <a:pt x="370" y="7890"/>
                      <a:pt x="0" y="8173"/>
                    </a:cubicBezTo>
                    <a:cubicBezTo>
                      <a:pt x="130" y="7821"/>
                      <a:pt x="269" y="7475"/>
                      <a:pt x="417" y="7131"/>
                    </a:cubicBezTo>
                    <a:cubicBezTo>
                      <a:pt x="431" y="7096"/>
                      <a:pt x="446" y="7060"/>
                      <a:pt x="461" y="7024"/>
                    </a:cubicBezTo>
                    <a:cubicBezTo>
                      <a:pt x="474" y="6993"/>
                      <a:pt x="487" y="6962"/>
                      <a:pt x="501" y="6930"/>
                    </a:cubicBezTo>
                    <a:cubicBezTo>
                      <a:pt x="511" y="6904"/>
                      <a:pt x="522" y="6879"/>
                      <a:pt x="533" y="6852"/>
                    </a:cubicBezTo>
                    <a:cubicBezTo>
                      <a:pt x="732" y="6530"/>
                      <a:pt x="732" y="6530"/>
                      <a:pt x="936" y="6482"/>
                    </a:cubicBezTo>
                    <a:cubicBezTo>
                      <a:pt x="1016" y="6474"/>
                      <a:pt x="1096" y="6466"/>
                      <a:pt x="1176" y="6460"/>
                    </a:cubicBezTo>
                    <a:cubicBezTo>
                      <a:pt x="1947" y="6389"/>
                      <a:pt x="2315" y="5936"/>
                      <a:pt x="2779" y="5379"/>
                    </a:cubicBezTo>
                    <a:cubicBezTo>
                      <a:pt x="2858" y="5286"/>
                      <a:pt x="2939" y="5195"/>
                      <a:pt x="3019" y="5104"/>
                    </a:cubicBezTo>
                    <a:cubicBezTo>
                      <a:pt x="3424" y="4649"/>
                      <a:pt x="3776" y="4195"/>
                      <a:pt x="4072" y="3663"/>
                    </a:cubicBezTo>
                    <a:cubicBezTo>
                      <a:pt x="4326" y="3209"/>
                      <a:pt x="4613" y="2940"/>
                      <a:pt x="5034" y="2643"/>
                    </a:cubicBezTo>
                    <a:cubicBezTo>
                      <a:pt x="5532" y="2284"/>
                      <a:pt x="5917" y="1950"/>
                      <a:pt x="6029" y="1326"/>
                    </a:cubicBezTo>
                    <a:cubicBezTo>
                      <a:pt x="6039" y="1260"/>
                      <a:pt x="6047" y="1194"/>
                      <a:pt x="6055" y="1129"/>
                    </a:cubicBezTo>
                    <a:cubicBezTo>
                      <a:pt x="6059" y="1097"/>
                      <a:pt x="6063" y="1065"/>
                      <a:pt x="6067" y="1032"/>
                    </a:cubicBezTo>
                    <a:cubicBezTo>
                      <a:pt x="6091" y="833"/>
                      <a:pt x="6097" y="659"/>
                      <a:pt x="6042" y="464"/>
                    </a:cubicBezTo>
                    <a:cubicBezTo>
                      <a:pt x="5915" y="348"/>
                      <a:pt x="5791" y="297"/>
                      <a:pt x="5625" y="256"/>
                    </a:cubicBezTo>
                    <a:cubicBezTo>
                      <a:pt x="5772" y="60"/>
                      <a:pt x="5898" y="0"/>
                      <a:pt x="6147" y="15"/>
                    </a:cubicBezTo>
                    <a:close/>
                  </a:path>
                </a:pathLst>
              </a:custGeom>
              <a:solidFill>
                <a:srgbClr val="60B5EF"/>
              </a:solidFill>
              <a:ln w="2646" cap="flat">
                <a:noFill/>
              </a:ln>
            </p:spPr>
          </p:sp>
          <p:sp>
            <p:nvSpPr>
              <p:cNvPr id="2932" name="ICON_C_TOPOGRAPHY_path_076"/>
              <p:cNvSpPr/>
              <p:nvPr/>
            </p:nvSpPr>
            <p:spPr>
              <a:xfrm>
                <a:off x="11440583" y="7408333"/>
                <a:ext cx="95250" cy="37407"/>
              </a:xfrm>
              <a:custGeom>
                <a:avLst/>
                <a:gdLst/>
                <a:ahLst/>
                <a:cxnLst/>
                <a:rect l="0" t="0" r="r" b="b"/>
                <a:pathLst>
                  <a:path w="7500" h="2945" fill="norm" stroke="0">
                    <a:moveTo>
                      <a:pt x="7500" y="0"/>
                    </a:moveTo>
                    <a:cubicBezTo>
                      <a:pt x="7500" y="206"/>
                      <a:pt x="7500" y="413"/>
                      <a:pt x="7500" y="625"/>
                    </a:cubicBezTo>
                    <a:cubicBezTo>
                      <a:pt x="7442" y="633"/>
                      <a:pt x="7385" y="641"/>
                      <a:pt x="7325" y="649"/>
                    </a:cubicBezTo>
                    <a:cubicBezTo>
                      <a:pt x="6852" y="729"/>
                      <a:pt x="6852" y="729"/>
                      <a:pt x="6667" y="833"/>
                    </a:cubicBezTo>
                    <a:cubicBezTo>
                      <a:pt x="6604" y="933"/>
                      <a:pt x="6590" y="1030"/>
                      <a:pt x="6575" y="1146"/>
                    </a:cubicBezTo>
                    <a:cubicBezTo>
                      <a:pt x="6559" y="1270"/>
                      <a:pt x="6539" y="1361"/>
                      <a:pt x="6458" y="1458"/>
                    </a:cubicBezTo>
                    <a:cubicBezTo>
                      <a:pt x="6137" y="1604"/>
                      <a:pt x="5764" y="1632"/>
                      <a:pt x="5417" y="1667"/>
                    </a:cubicBezTo>
                    <a:cubicBezTo>
                      <a:pt x="5417" y="1804"/>
                      <a:pt x="5417" y="1942"/>
                      <a:pt x="5417" y="2083"/>
                    </a:cubicBezTo>
                    <a:cubicBezTo>
                      <a:pt x="5387" y="2085"/>
                      <a:pt x="5357" y="2086"/>
                      <a:pt x="5326" y="2087"/>
                    </a:cubicBezTo>
                    <a:cubicBezTo>
                      <a:pt x="4944" y="2103"/>
                      <a:pt x="4562" y="2124"/>
                      <a:pt x="4180" y="2148"/>
                    </a:cubicBezTo>
                    <a:cubicBezTo>
                      <a:pt x="4149" y="2150"/>
                      <a:pt x="4118" y="2152"/>
                      <a:pt x="4087" y="2154"/>
                    </a:cubicBezTo>
                    <a:cubicBezTo>
                      <a:pt x="3145" y="2214"/>
                      <a:pt x="2311" y="2346"/>
                      <a:pt x="1436" y="2723"/>
                    </a:cubicBezTo>
                    <a:cubicBezTo>
                      <a:pt x="903" y="2945"/>
                      <a:pt x="540" y="2910"/>
                      <a:pt x="0" y="2708"/>
                    </a:cubicBezTo>
                    <a:cubicBezTo>
                      <a:pt x="11" y="2706"/>
                      <a:pt x="11" y="2706"/>
                      <a:pt x="70" y="2697"/>
                    </a:cubicBezTo>
                    <a:cubicBezTo>
                      <a:pt x="310" y="2656"/>
                      <a:pt x="550" y="2611"/>
                      <a:pt x="790" y="2565"/>
                    </a:cubicBezTo>
                    <a:cubicBezTo>
                      <a:pt x="879" y="2548"/>
                      <a:pt x="969" y="2532"/>
                      <a:pt x="1058" y="2517"/>
                    </a:cubicBezTo>
                    <a:cubicBezTo>
                      <a:pt x="1800" y="2393"/>
                      <a:pt x="1800" y="2393"/>
                      <a:pt x="1926" y="2223"/>
                    </a:cubicBezTo>
                    <a:cubicBezTo>
                      <a:pt x="1970" y="2118"/>
                      <a:pt x="1994" y="2014"/>
                      <a:pt x="2011" y="1901"/>
                    </a:cubicBezTo>
                    <a:cubicBezTo>
                      <a:pt x="2027" y="1816"/>
                      <a:pt x="2045" y="1745"/>
                      <a:pt x="2083" y="1667"/>
                    </a:cubicBezTo>
                    <a:cubicBezTo>
                      <a:pt x="2185" y="1605"/>
                      <a:pt x="2250" y="1576"/>
                      <a:pt x="2362" y="1547"/>
                    </a:cubicBezTo>
                    <a:cubicBezTo>
                      <a:pt x="2389" y="1539"/>
                      <a:pt x="2417" y="1530"/>
                      <a:pt x="2446" y="1522"/>
                    </a:cubicBezTo>
                    <a:cubicBezTo>
                      <a:pt x="2713" y="1447"/>
                      <a:pt x="2981" y="1419"/>
                      <a:pt x="3257" y="1404"/>
                    </a:cubicBezTo>
                    <a:cubicBezTo>
                      <a:pt x="3343" y="1400"/>
                      <a:pt x="3429" y="1394"/>
                      <a:pt x="3515" y="1388"/>
                    </a:cubicBezTo>
                    <a:cubicBezTo>
                      <a:pt x="3728" y="1374"/>
                      <a:pt x="3941" y="1361"/>
                      <a:pt x="4155" y="1349"/>
                    </a:cubicBezTo>
                    <a:cubicBezTo>
                      <a:pt x="4336" y="1338"/>
                      <a:pt x="4518" y="1326"/>
                      <a:pt x="4699" y="1314"/>
                    </a:cubicBezTo>
                    <a:cubicBezTo>
                      <a:pt x="4782" y="1309"/>
                      <a:pt x="4865" y="1304"/>
                      <a:pt x="4949" y="1300"/>
                    </a:cubicBezTo>
                    <a:cubicBezTo>
                      <a:pt x="5233" y="1283"/>
                      <a:pt x="5491" y="1239"/>
                      <a:pt x="5761" y="1151"/>
                    </a:cubicBezTo>
                    <a:cubicBezTo>
                      <a:pt x="5788" y="1143"/>
                      <a:pt x="5814" y="1134"/>
                      <a:pt x="5841" y="1125"/>
                    </a:cubicBezTo>
                    <a:cubicBezTo>
                      <a:pt x="5985" y="1075"/>
                      <a:pt x="6077" y="1030"/>
                      <a:pt x="6157" y="899"/>
                    </a:cubicBezTo>
                    <a:cubicBezTo>
                      <a:pt x="6181" y="847"/>
                      <a:pt x="6203" y="795"/>
                      <a:pt x="6224" y="742"/>
                    </a:cubicBezTo>
                    <a:cubicBezTo>
                      <a:pt x="6468" y="267"/>
                      <a:pt x="7025" y="154"/>
                      <a:pt x="7500" y="0"/>
                    </a:cubicBezTo>
                    <a:close/>
                  </a:path>
                </a:pathLst>
              </a:custGeom>
              <a:solidFill>
                <a:srgbClr val="C9F1A3"/>
              </a:solidFill>
              <a:ln w="2646" cap="flat">
                <a:noFill/>
              </a:ln>
            </p:spPr>
          </p:sp>
          <p:sp>
            <p:nvSpPr>
              <p:cNvPr id="2933" name="ICON_C_TOPOGRAPHY_path_077"/>
              <p:cNvSpPr/>
              <p:nvPr/>
            </p:nvSpPr>
            <p:spPr>
              <a:xfrm>
                <a:off x="11358404" y="7461131"/>
                <a:ext cx="53075" cy="45098"/>
              </a:xfrm>
              <a:custGeom>
                <a:avLst/>
                <a:gdLst/>
                <a:ahLst/>
                <a:cxnLst/>
                <a:rect l="0" t="0" r="r" b="b"/>
                <a:pathLst>
                  <a:path w="4179" h="3551" fill="norm" stroke="0">
                    <a:moveTo>
                      <a:pt x="4179" y="218"/>
                    </a:moveTo>
                    <a:cubicBezTo>
                      <a:pt x="3396" y="712"/>
                      <a:pt x="2656" y="1129"/>
                      <a:pt x="1744" y="1325"/>
                    </a:cubicBezTo>
                    <a:cubicBezTo>
                      <a:pt x="1417" y="1398"/>
                      <a:pt x="1147" y="1483"/>
                      <a:pt x="917" y="1744"/>
                    </a:cubicBezTo>
                    <a:cubicBezTo>
                      <a:pt x="742" y="2031"/>
                      <a:pt x="805" y="2423"/>
                      <a:pt x="820" y="2744"/>
                    </a:cubicBezTo>
                    <a:cubicBezTo>
                      <a:pt x="822" y="2822"/>
                      <a:pt x="824" y="2901"/>
                      <a:pt x="825" y="2979"/>
                    </a:cubicBezTo>
                    <a:cubicBezTo>
                      <a:pt x="830" y="3170"/>
                      <a:pt x="837" y="3360"/>
                      <a:pt x="846" y="3551"/>
                    </a:cubicBezTo>
                    <a:cubicBezTo>
                      <a:pt x="708" y="3551"/>
                      <a:pt x="571" y="3551"/>
                      <a:pt x="429" y="3551"/>
                    </a:cubicBezTo>
                    <a:cubicBezTo>
                      <a:pt x="161" y="2822"/>
                      <a:pt x="0" y="1809"/>
                      <a:pt x="221" y="1051"/>
                    </a:cubicBezTo>
                    <a:cubicBezTo>
                      <a:pt x="398" y="720"/>
                      <a:pt x="721" y="586"/>
                      <a:pt x="1065" y="481"/>
                    </a:cubicBezTo>
                    <a:cubicBezTo>
                      <a:pt x="1131" y="462"/>
                      <a:pt x="1197" y="444"/>
                      <a:pt x="1263" y="426"/>
                    </a:cubicBezTo>
                    <a:cubicBezTo>
                      <a:pt x="1282" y="421"/>
                      <a:pt x="1282" y="421"/>
                      <a:pt x="1379" y="394"/>
                    </a:cubicBezTo>
                    <a:cubicBezTo>
                      <a:pt x="1689" y="308"/>
                      <a:pt x="2002" y="234"/>
                      <a:pt x="2317" y="166"/>
                    </a:cubicBezTo>
                    <a:cubicBezTo>
                      <a:pt x="2362" y="156"/>
                      <a:pt x="2406" y="146"/>
                      <a:pt x="2452" y="136"/>
                    </a:cubicBezTo>
                    <a:cubicBezTo>
                      <a:pt x="3083" y="0"/>
                      <a:pt x="3568" y="4"/>
                      <a:pt x="4179" y="218"/>
                    </a:cubicBezTo>
                    <a:close/>
                  </a:path>
                </a:pathLst>
              </a:custGeom>
              <a:solidFill>
                <a:srgbClr val="E3FB9B"/>
              </a:solidFill>
              <a:ln w="2646" cap="flat">
                <a:noFill/>
              </a:ln>
            </p:spPr>
          </p:sp>
          <p:sp>
            <p:nvSpPr>
              <p:cNvPr id="2934" name="ICON_C_TOPOGRAPHY_path_078"/>
              <p:cNvSpPr/>
              <p:nvPr/>
            </p:nvSpPr>
            <p:spPr>
              <a:xfrm>
                <a:off x="11347280" y="7429443"/>
                <a:ext cx="43032" cy="76787"/>
              </a:xfrm>
              <a:custGeom>
                <a:avLst/>
                <a:gdLst/>
                <a:ahLst/>
                <a:cxnLst/>
                <a:rect l="0" t="0" r="r" b="b"/>
                <a:pathLst>
                  <a:path w="3388" h="6046" fill="norm" stroke="0">
                    <a:moveTo>
                      <a:pt x="2844" y="0"/>
                    </a:moveTo>
                    <a:cubicBezTo>
                      <a:pt x="2857" y="5"/>
                      <a:pt x="2857" y="5"/>
                      <a:pt x="2920" y="30"/>
                    </a:cubicBezTo>
                    <a:cubicBezTo>
                      <a:pt x="2948" y="40"/>
                      <a:pt x="2975" y="50"/>
                      <a:pt x="3004" y="60"/>
                    </a:cubicBezTo>
                    <a:cubicBezTo>
                      <a:pt x="3032" y="72"/>
                      <a:pt x="3060" y="84"/>
                      <a:pt x="3089" y="96"/>
                    </a:cubicBezTo>
                    <a:cubicBezTo>
                      <a:pt x="3103" y="101"/>
                      <a:pt x="3103" y="101"/>
                      <a:pt x="3176" y="129"/>
                    </a:cubicBezTo>
                    <a:cubicBezTo>
                      <a:pt x="3248" y="156"/>
                      <a:pt x="3318" y="184"/>
                      <a:pt x="3388" y="213"/>
                    </a:cubicBezTo>
                    <a:cubicBezTo>
                      <a:pt x="3359" y="233"/>
                      <a:pt x="3329" y="254"/>
                      <a:pt x="3299" y="275"/>
                    </a:cubicBezTo>
                    <a:cubicBezTo>
                      <a:pt x="3109" y="431"/>
                      <a:pt x="2969" y="557"/>
                      <a:pt x="2938" y="810"/>
                    </a:cubicBezTo>
                    <a:cubicBezTo>
                      <a:pt x="2934" y="878"/>
                      <a:pt x="2931" y="945"/>
                      <a:pt x="2929" y="1013"/>
                    </a:cubicBezTo>
                    <a:cubicBezTo>
                      <a:pt x="2929" y="1030"/>
                      <a:pt x="2929" y="1030"/>
                      <a:pt x="2927" y="1119"/>
                    </a:cubicBezTo>
                    <a:cubicBezTo>
                      <a:pt x="2925" y="1192"/>
                      <a:pt x="2924" y="1265"/>
                      <a:pt x="2923" y="1338"/>
                    </a:cubicBezTo>
                    <a:cubicBezTo>
                      <a:pt x="2901" y="2124"/>
                      <a:pt x="2901" y="2124"/>
                      <a:pt x="2708" y="2366"/>
                    </a:cubicBezTo>
                    <a:cubicBezTo>
                      <a:pt x="2484" y="2568"/>
                      <a:pt x="2203" y="2663"/>
                      <a:pt x="1921" y="2755"/>
                    </a:cubicBezTo>
                    <a:cubicBezTo>
                      <a:pt x="1527" y="2887"/>
                      <a:pt x="1179" y="3081"/>
                      <a:pt x="941" y="3433"/>
                    </a:cubicBezTo>
                    <a:cubicBezTo>
                      <a:pt x="759" y="3823"/>
                      <a:pt x="825" y="4328"/>
                      <a:pt x="845" y="4748"/>
                    </a:cubicBezTo>
                    <a:cubicBezTo>
                      <a:pt x="852" y="4895"/>
                      <a:pt x="855" y="5041"/>
                      <a:pt x="858" y="5188"/>
                    </a:cubicBezTo>
                    <a:cubicBezTo>
                      <a:pt x="864" y="5474"/>
                      <a:pt x="875" y="5760"/>
                      <a:pt x="888" y="6046"/>
                    </a:cubicBezTo>
                    <a:cubicBezTo>
                      <a:pt x="339" y="5946"/>
                      <a:pt x="339" y="5946"/>
                      <a:pt x="177" y="5714"/>
                    </a:cubicBezTo>
                    <a:cubicBezTo>
                      <a:pt x="19" y="5334"/>
                      <a:pt x="16" y="4894"/>
                      <a:pt x="16" y="4488"/>
                    </a:cubicBezTo>
                    <a:cubicBezTo>
                      <a:pt x="16" y="4380"/>
                      <a:pt x="12" y="4271"/>
                      <a:pt x="8" y="4163"/>
                    </a:cubicBezTo>
                    <a:cubicBezTo>
                      <a:pt x="0" y="3688"/>
                      <a:pt x="87" y="3341"/>
                      <a:pt x="410" y="2982"/>
                    </a:cubicBezTo>
                    <a:cubicBezTo>
                      <a:pt x="575" y="2820"/>
                      <a:pt x="773" y="2722"/>
                      <a:pt x="980" y="2622"/>
                    </a:cubicBezTo>
                    <a:cubicBezTo>
                      <a:pt x="1404" y="2400"/>
                      <a:pt x="1683" y="2145"/>
                      <a:pt x="1933" y="1727"/>
                    </a:cubicBezTo>
                    <a:cubicBezTo>
                      <a:pt x="1996" y="1626"/>
                      <a:pt x="2049" y="1543"/>
                      <a:pt x="2138" y="1463"/>
                    </a:cubicBezTo>
                    <a:cubicBezTo>
                      <a:pt x="2283" y="1432"/>
                      <a:pt x="2410" y="1439"/>
                      <a:pt x="2555" y="1463"/>
                    </a:cubicBezTo>
                    <a:cubicBezTo>
                      <a:pt x="2554" y="1426"/>
                      <a:pt x="2553" y="1389"/>
                      <a:pt x="2552" y="1351"/>
                    </a:cubicBezTo>
                    <a:cubicBezTo>
                      <a:pt x="2548" y="1214"/>
                      <a:pt x="2546" y="1077"/>
                      <a:pt x="2544" y="940"/>
                    </a:cubicBezTo>
                    <a:cubicBezTo>
                      <a:pt x="2543" y="881"/>
                      <a:pt x="2541" y="822"/>
                      <a:pt x="2539" y="763"/>
                    </a:cubicBezTo>
                    <a:cubicBezTo>
                      <a:pt x="2537" y="677"/>
                      <a:pt x="2536" y="592"/>
                      <a:pt x="2535" y="507"/>
                    </a:cubicBezTo>
                    <a:cubicBezTo>
                      <a:pt x="2534" y="455"/>
                      <a:pt x="2533" y="404"/>
                      <a:pt x="2531" y="351"/>
                    </a:cubicBezTo>
                    <a:cubicBezTo>
                      <a:pt x="2561" y="177"/>
                      <a:pt x="2643" y="11"/>
                      <a:pt x="2844" y="0"/>
                    </a:cubicBezTo>
                    <a:close/>
                  </a:path>
                </a:pathLst>
              </a:custGeom>
              <a:solidFill>
                <a:srgbClr val="A2F1CE"/>
              </a:solidFill>
              <a:ln w="2646" cap="flat">
                <a:noFill/>
              </a:ln>
            </p:spPr>
          </p:sp>
          <p:sp>
            <p:nvSpPr>
              <p:cNvPr id="2935" name="ICON_C_TOPOGRAPHY_path_079"/>
              <p:cNvSpPr/>
              <p:nvPr/>
            </p:nvSpPr>
            <p:spPr>
              <a:xfrm>
                <a:off x="11456374" y="7651393"/>
                <a:ext cx="119147" cy="17161"/>
              </a:xfrm>
              <a:custGeom>
                <a:avLst/>
                <a:gdLst/>
                <a:ahLst/>
                <a:cxnLst/>
                <a:rect l="0" t="0" r="r" b="b"/>
                <a:pathLst>
                  <a:path w="9382" h="1351" fill="norm" stroke="0">
                    <a:moveTo>
                      <a:pt x="9382" y="236"/>
                    </a:moveTo>
                    <a:cubicBezTo>
                      <a:pt x="8952" y="562"/>
                      <a:pt x="8581" y="734"/>
                      <a:pt x="8053" y="831"/>
                    </a:cubicBezTo>
                    <a:cubicBezTo>
                      <a:pt x="7984" y="844"/>
                      <a:pt x="7916" y="857"/>
                      <a:pt x="7848" y="871"/>
                    </a:cubicBezTo>
                    <a:cubicBezTo>
                      <a:pt x="7626" y="914"/>
                      <a:pt x="7404" y="953"/>
                      <a:pt x="7181" y="992"/>
                    </a:cubicBezTo>
                    <a:cubicBezTo>
                      <a:pt x="7143" y="999"/>
                      <a:pt x="7105" y="1005"/>
                      <a:pt x="7065" y="1012"/>
                    </a:cubicBezTo>
                    <a:cubicBezTo>
                      <a:pt x="5822" y="1233"/>
                      <a:pt x="4593" y="1341"/>
                      <a:pt x="3330" y="1343"/>
                    </a:cubicBezTo>
                    <a:cubicBezTo>
                      <a:pt x="3212" y="1343"/>
                      <a:pt x="3094" y="1344"/>
                      <a:pt x="2976" y="1345"/>
                    </a:cubicBezTo>
                    <a:cubicBezTo>
                      <a:pt x="2167" y="1351"/>
                      <a:pt x="1408" y="1301"/>
                      <a:pt x="627" y="1079"/>
                    </a:cubicBezTo>
                    <a:cubicBezTo>
                      <a:pt x="595" y="1070"/>
                      <a:pt x="563" y="1061"/>
                      <a:pt x="530" y="1052"/>
                    </a:cubicBezTo>
                    <a:cubicBezTo>
                      <a:pt x="441" y="1026"/>
                      <a:pt x="352" y="999"/>
                      <a:pt x="264" y="971"/>
                    </a:cubicBezTo>
                    <a:cubicBezTo>
                      <a:pt x="251" y="967"/>
                      <a:pt x="251" y="967"/>
                      <a:pt x="185" y="947"/>
                    </a:cubicBezTo>
                    <a:cubicBezTo>
                      <a:pt x="113" y="922"/>
                      <a:pt x="113" y="922"/>
                      <a:pt x="7" y="861"/>
                    </a:cubicBezTo>
                    <a:cubicBezTo>
                      <a:pt x="0" y="754"/>
                      <a:pt x="0" y="754"/>
                      <a:pt x="7" y="653"/>
                    </a:cubicBezTo>
                    <a:cubicBezTo>
                      <a:pt x="35" y="654"/>
                      <a:pt x="64" y="654"/>
                      <a:pt x="94" y="655"/>
                    </a:cubicBezTo>
                    <a:cubicBezTo>
                      <a:pt x="809" y="669"/>
                      <a:pt x="1525" y="679"/>
                      <a:pt x="2240" y="685"/>
                    </a:cubicBezTo>
                    <a:cubicBezTo>
                      <a:pt x="2586" y="689"/>
                      <a:pt x="2933" y="693"/>
                      <a:pt x="3279" y="700"/>
                    </a:cubicBezTo>
                    <a:cubicBezTo>
                      <a:pt x="3680" y="709"/>
                      <a:pt x="4081" y="714"/>
                      <a:pt x="4482" y="714"/>
                    </a:cubicBezTo>
                    <a:cubicBezTo>
                      <a:pt x="4516" y="714"/>
                      <a:pt x="4549" y="714"/>
                      <a:pt x="4583" y="714"/>
                    </a:cubicBezTo>
                    <a:cubicBezTo>
                      <a:pt x="5688" y="715"/>
                      <a:pt x="6694" y="564"/>
                      <a:pt x="7748" y="230"/>
                    </a:cubicBezTo>
                    <a:cubicBezTo>
                      <a:pt x="8361" y="40"/>
                      <a:pt x="8776" y="0"/>
                      <a:pt x="9382" y="236"/>
                    </a:cubicBezTo>
                    <a:close/>
                  </a:path>
                </a:pathLst>
              </a:custGeom>
              <a:solidFill>
                <a:srgbClr val="7C719A"/>
              </a:solidFill>
              <a:ln w="2646" cap="flat">
                <a:noFill/>
              </a:ln>
            </p:spPr>
          </p:sp>
          <p:sp>
            <p:nvSpPr>
              <p:cNvPr id="2936" name="ICON_C_TOPOGRAPHY_path_080"/>
              <p:cNvSpPr/>
              <p:nvPr/>
            </p:nvSpPr>
            <p:spPr>
              <a:xfrm>
                <a:off x="11358197" y="7505742"/>
                <a:ext cx="77094" cy="83407"/>
              </a:xfrm>
              <a:custGeom>
                <a:avLst/>
                <a:gdLst/>
                <a:ahLst/>
                <a:cxnLst/>
                <a:rect l="0" t="0" r="r" b="b"/>
                <a:pathLst>
                  <a:path w="6070" h="6567" fill="norm" stroke="0">
                    <a:moveTo>
                      <a:pt x="29" y="38"/>
                    </a:moveTo>
                    <a:cubicBezTo>
                      <a:pt x="176" y="8"/>
                      <a:pt x="299" y="0"/>
                      <a:pt x="445" y="38"/>
                    </a:cubicBezTo>
                    <a:cubicBezTo>
                      <a:pt x="577" y="175"/>
                      <a:pt x="651" y="342"/>
                      <a:pt x="730" y="512"/>
                    </a:cubicBezTo>
                    <a:cubicBezTo>
                      <a:pt x="755" y="562"/>
                      <a:pt x="780" y="613"/>
                      <a:pt x="806" y="663"/>
                    </a:cubicBezTo>
                    <a:cubicBezTo>
                      <a:pt x="873" y="799"/>
                      <a:pt x="939" y="936"/>
                      <a:pt x="1004" y="1073"/>
                    </a:cubicBezTo>
                    <a:cubicBezTo>
                      <a:pt x="1058" y="1187"/>
                      <a:pt x="1114" y="1300"/>
                      <a:pt x="1170" y="1414"/>
                    </a:cubicBezTo>
                    <a:cubicBezTo>
                      <a:pt x="1512" y="2110"/>
                      <a:pt x="1809" y="2812"/>
                      <a:pt x="2076" y="3540"/>
                    </a:cubicBezTo>
                    <a:cubicBezTo>
                      <a:pt x="2381" y="4360"/>
                      <a:pt x="2726" y="5263"/>
                      <a:pt x="3570" y="5663"/>
                    </a:cubicBezTo>
                    <a:cubicBezTo>
                      <a:pt x="4036" y="5842"/>
                      <a:pt x="4536" y="5862"/>
                      <a:pt x="5029" y="5872"/>
                    </a:cubicBezTo>
                    <a:cubicBezTo>
                      <a:pt x="5084" y="5873"/>
                      <a:pt x="5140" y="5875"/>
                      <a:pt x="5195" y="5877"/>
                    </a:cubicBezTo>
                    <a:cubicBezTo>
                      <a:pt x="5487" y="5886"/>
                      <a:pt x="5779" y="5885"/>
                      <a:pt x="6070" y="5872"/>
                    </a:cubicBezTo>
                    <a:cubicBezTo>
                      <a:pt x="5784" y="6197"/>
                      <a:pt x="5447" y="6494"/>
                      <a:pt x="5000" y="6533"/>
                    </a:cubicBezTo>
                    <a:cubicBezTo>
                      <a:pt x="3918" y="6567"/>
                      <a:pt x="3042" y="5897"/>
                      <a:pt x="2280" y="5201"/>
                    </a:cubicBezTo>
                    <a:cubicBezTo>
                      <a:pt x="1700" y="4652"/>
                      <a:pt x="1468" y="4001"/>
                      <a:pt x="1283" y="3243"/>
                    </a:cubicBezTo>
                    <a:cubicBezTo>
                      <a:pt x="1099" y="2497"/>
                      <a:pt x="738" y="1832"/>
                      <a:pt x="378" y="1158"/>
                    </a:cubicBezTo>
                    <a:cubicBezTo>
                      <a:pt x="355" y="1115"/>
                      <a:pt x="332" y="1071"/>
                      <a:pt x="309" y="1026"/>
                    </a:cubicBezTo>
                    <a:cubicBezTo>
                      <a:pt x="266" y="945"/>
                      <a:pt x="222" y="864"/>
                      <a:pt x="177" y="782"/>
                    </a:cubicBezTo>
                    <a:cubicBezTo>
                      <a:pt x="42" y="526"/>
                      <a:pt x="0" y="327"/>
                      <a:pt x="29" y="38"/>
                    </a:cubicBezTo>
                    <a:close/>
                  </a:path>
                </a:pathLst>
              </a:custGeom>
              <a:solidFill>
                <a:srgbClr val="9AEDDA"/>
              </a:solidFill>
              <a:ln w="2646" cap="flat">
                <a:noFill/>
              </a:ln>
            </p:spPr>
          </p:sp>
          <p:sp>
            <p:nvSpPr>
              <p:cNvPr id="2937" name="ICON_C_TOPOGRAPHY_path_081"/>
              <p:cNvSpPr/>
              <p:nvPr/>
            </p:nvSpPr>
            <p:spPr>
              <a:xfrm>
                <a:off x="11559320" y="7433535"/>
                <a:ext cx="29723" cy="38298"/>
              </a:xfrm>
              <a:custGeom>
                <a:avLst/>
                <a:gdLst/>
                <a:ahLst/>
                <a:cxnLst/>
                <a:rect l="0" t="0" r="r" b="b"/>
                <a:pathLst>
                  <a:path w="2340" h="3016" fill="norm" stroke="0">
                    <a:moveTo>
                      <a:pt x="26" y="99"/>
                    </a:moveTo>
                    <a:cubicBezTo>
                      <a:pt x="367" y="50"/>
                      <a:pt x="731" y="0"/>
                      <a:pt x="1067" y="99"/>
                    </a:cubicBezTo>
                    <a:cubicBezTo>
                      <a:pt x="1296" y="290"/>
                      <a:pt x="1342" y="629"/>
                      <a:pt x="1406" y="906"/>
                    </a:cubicBezTo>
                    <a:cubicBezTo>
                      <a:pt x="1445" y="1059"/>
                      <a:pt x="1486" y="1210"/>
                      <a:pt x="1531" y="1360"/>
                    </a:cubicBezTo>
                    <a:cubicBezTo>
                      <a:pt x="1542" y="1397"/>
                      <a:pt x="1552" y="1434"/>
                      <a:pt x="1563" y="1472"/>
                    </a:cubicBezTo>
                    <a:cubicBezTo>
                      <a:pt x="1642" y="1710"/>
                      <a:pt x="1725" y="1813"/>
                      <a:pt x="1946" y="1931"/>
                    </a:cubicBezTo>
                    <a:cubicBezTo>
                      <a:pt x="2005" y="1960"/>
                      <a:pt x="2064" y="1989"/>
                      <a:pt x="2123" y="2018"/>
                    </a:cubicBezTo>
                    <a:cubicBezTo>
                      <a:pt x="2207" y="2067"/>
                      <a:pt x="2261" y="2103"/>
                      <a:pt x="2317" y="2182"/>
                    </a:cubicBezTo>
                    <a:cubicBezTo>
                      <a:pt x="2340" y="2468"/>
                      <a:pt x="2217" y="2756"/>
                      <a:pt x="2109" y="3016"/>
                    </a:cubicBezTo>
                    <a:cubicBezTo>
                      <a:pt x="666" y="2844"/>
                      <a:pt x="666" y="2844"/>
                      <a:pt x="234" y="2391"/>
                    </a:cubicBezTo>
                    <a:cubicBezTo>
                      <a:pt x="43" y="2029"/>
                      <a:pt x="26" y="1608"/>
                      <a:pt x="13" y="1206"/>
                    </a:cubicBezTo>
                    <a:cubicBezTo>
                      <a:pt x="12" y="1179"/>
                      <a:pt x="11" y="1152"/>
                      <a:pt x="10" y="1124"/>
                    </a:cubicBezTo>
                    <a:cubicBezTo>
                      <a:pt x="0" y="782"/>
                      <a:pt x="6" y="441"/>
                      <a:pt x="26" y="99"/>
                    </a:cubicBezTo>
                    <a:close/>
                  </a:path>
                </a:pathLst>
              </a:custGeom>
              <a:solidFill>
                <a:srgbClr val="DEDC86"/>
              </a:solidFill>
              <a:ln w="2646" cap="flat">
                <a:noFill/>
              </a:ln>
            </p:spPr>
          </p:sp>
          <p:sp>
            <p:nvSpPr>
              <p:cNvPr id="2938" name="ICON_C_TOPOGRAPHY_path_082"/>
              <p:cNvSpPr/>
              <p:nvPr/>
            </p:nvSpPr>
            <p:spPr>
              <a:xfrm>
                <a:off x="11554354" y="7585604"/>
                <a:ext cx="76729" cy="58208"/>
              </a:xfrm>
              <a:custGeom>
                <a:avLst/>
                <a:gdLst/>
                <a:ahLst/>
                <a:cxnLst/>
                <a:rect l="0" t="0" r="r" b="b"/>
                <a:pathLst>
                  <a:path w="6042" h="4583" fill="norm" stroke="0">
                    <a:moveTo>
                      <a:pt x="6042" y="0"/>
                    </a:moveTo>
                    <a:cubicBezTo>
                      <a:pt x="6042" y="206"/>
                      <a:pt x="6042" y="413"/>
                      <a:pt x="6042" y="625"/>
                    </a:cubicBezTo>
                    <a:cubicBezTo>
                      <a:pt x="5904" y="625"/>
                      <a:pt x="5767" y="625"/>
                      <a:pt x="5625" y="625"/>
                    </a:cubicBezTo>
                    <a:cubicBezTo>
                      <a:pt x="5619" y="674"/>
                      <a:pt x="5614" y="724"/>
                      <a:pt x="5608" y="775"/>
                    </a:cubicBezTo>
                    <a:cubicBezTo>
                      <a:pt x="5502" y="1444"/>
                      <a:pt x="5137" y="1862"/>
                      <a:pt x="4670" y="2323"/>
                    </a:cubicBezTo>
                    <a:cubicBezTo>
                      <a:pt x="4609" y="2384"/>
                      <a:pt x="4548" y="2445"/>
                      <a:pt x="4486" y="2506"/>
                    </a:cubicBezTo>
                    <a:cubicBezTo>
                      <a:pt x="3328" y="3658"/>
                      <a:pt x="1659" y="4529"/>
                      <a:pt x="0" y="4583"/>
                    </a:cubicBezTo>
                    <a:cubicBezTo>
                      <a:pt x="56" y="4434"/>
                      <a:pt x="115" y="4296"/>
                      <a:pt x="208" y="4167"/>
                    </a:cubicBezTo>
                    <a:cubicBezTo>
                      <a:pt x="339" y="4150"/>
                      <a:pt x="399" y="4153"/>
                      <a:pt x="521" y="4180"/>
                    </a:cubicBezTo>
                    <a:cubicBezTo>
                      <a:pt x="640" y="4194"/>
                      <a:pt x="712" y="4190"/>
                      <a:pt x="833" y="4167"/>
                    </a:cubicBezTo>
                    <a:cubicBezTo>
                      <a:pt x="874" y="4055"/>
                      <a:pt x="895" y="3969"/>
                      <a:pt x="911" y="3854"/>
                    </a:cubicBezTo>
                    <a:cubicBezTo>
                      <a:pt x="931" y="3728"/>
                      <a:pt x="951" y="3635"/>
                      <a:pt x="1042" y="3542"/>
                    </a:cubicBezTo>
                    <a:cubicBezTo>
                      <a:pt x="1375" y="3451"/>
                      <a:pt x="1745" y="3508"/>
                      <a:pt x="2083" y="3542"/>
                    </a:cubicBezTo>
                    <a:cubicBezTo>
                      <a:pt x="2152" y="3267"/>
                      <a:pt x="2221" y="2992"/>
                      <a:pt x="2292" y="2708"/>
                    </a:cubicBezTo>
                    <a:cubicBezTo>
                      <a:pt x="2567" y="2777"/>
                      <a:pt x="2842" y="2846"/>
                      <a:pt x="3125" y="2917"/>
                    </a:cubicBezTo>
                    <a:cubicBezTo>
                      <a:pt x="3113" y="2817"/>
                      <a:pt x="3101" y="2719"/>
                      <a:pt x="3089" y="2616"/>
                    </a:cubicBezTo>
                    <a:cubicBezTo>
                      <a:pt x="3084" y="2492"/>
                      <a:pt x="3096" y="2416"/>
                      <a:pt x="3125" y="2292"/>
                    </a:cubicBezTo>
                    <a:cubicBezTo>
                      <a:pt x="3273" y="2181"/>
                      <a:pt x="3434" y="2150"/>
                      <a:pt x="3612" y="2114"/>
                    </a:cubicBezTo>
                    <a:cubicBezTo>
                      <a:pt x="4314" y="1969"/>
                      <a:pt x="4803" y="1648"/>
                      <a:pt x="5208" y="1042"/>
                    </a:cubicBezTo>
                    <a:cubicBezTo>
                      <a:pt x="5284" y="884"/>
                      <a:pt x="5321" y="725"/>
                      <a:pt x="5358" y="554"/>
                    </a:cubicBezTo>
                    <a:cubicBezTo>
                      <a:pt x="5478" y="272"/>
                      <a:pt x="5781" y="139"/>
                      <a:pt x="6042" y="0"/>
                    </a:cubicBezTo>
                    <a:close/>
                  </a:path>
                </a:pathLst>
              </a:custGeom>
              <a:solidFill>
                <a:srgbClr val="3860B5"/>
              </a:solidFill>
              <a:ln w="2646" cap="flat">
                <a:noFill/>
              </a:ln>
            </p:spPr>
          </p:sp>
          <p:sp>
            <p:nvSpPr>
              <p:cNvPr id="2939" name="ICON_C_TOPOGRAPHY_path_083"/>
              <p:cNvSpPr/>
              <p:nvPr/>
            </p:nvSpPr>
            <p:spPr>
              <a:xfrm>
                <a:off x="11379729" y="7323032"/>
                <a:ext cx="50271" cy="40322"/>
              </a:xfrm>
              <a:custGeom>
                <a:avLst/>
                <a:gdLst/>
                <a:ahLst/>
                <a:cxnLst/>
                <a:rect l="0" t="0" r="r" b="b"/>
                <a:pathLst>
                  <a:path w="3958" h="3175" fill="norm" stroke="0">
                    <a:moveTo>
                      <a:pt x="3958" y="258"/>
                    </a:moveTo>
                    <a:cubicBezTo>
                      <a:pt x="3821" y="602"/>
                      <a:pt x="3683" y="946"/>
                      <a:pt x="3542" y="1300"/>
                    </a:cubicBezTo>
                    <a:cubicBezTo>
                      <a:pt x="3045" y="1176"/>
                      <a:pt x="3045" y="1176"/>
                      <a:pt x="2917" y="1092"/>
                    </a:cubicBezTo>
                    <a:cubicBezTo>
                      <a:pt x="2854" y="931"/>
                      <a:pt x="2882" y="849"/>
                      <a:pt x="2917" y="675"/>
                    </a:cubicBezTo>
                    <a:cubicBezTo>
                      <a:pt x="2848" y="709"/>
                      <a:pt x="2848" y="709"/>
                      <a:pt x="2500" y="883"/>
                    </a:cubicBezTo>
                    <a:cubicBezTo>
                      <a:pt x="2534" y="911"/>
                      <a:pt x="2568" y="938"/>
                      <a:pt x="2603" y="966"/>
                    </a:cubicBezTo>
                    <a:cubicBezTo>
                      <a:pt x="2721" y="1085"/>
                      <a:pt x="2732" y="1175"/>
                      <a:pt x="2732" y="1338"/>
                    </a:cubicBezTo>
                    <a:cubicBezTo>
                      <a:pt x="2731" y="1369"/>
                      <a:pt x="2730" y="1399"/>
                      <a:pt x="2729" y="1431"/>
                    </a:cubicBezTo>
                    <a:cubicBezTo>
                      <a:pt x="2728" y="1463"/>
                      <a:pt x="2728" y="1495"/>
                      <a:pt x="2728" y="1528"/>
                    </a:cubicBezTo>
                    <a:cubicBezTo>
                      <a:pt x="2727" y="1630"/>
                      <a:pt x="2724" y="1732"/>
                      <a:pt x="2721" y="1834"/>
                    </a:cubicBezTo>
                    <a:cubicBezTo>
                      <a:pt x="2720" y="1903"/>
                      <a:pt x="2719" y="1972"/>
                      <a:pt x="2719" y="2042"/>
                    </a:cubicBezTo>
                    <a:cubicBezTo>
                      <a:pt x="2716" y="2211"/>
                      <a:pt x="2712" y="2380"/>
                      <a:pt x="2708" y="2550"/>
                    </a:cubicBezTo>
                    <a:cubicBezTo>
                      <a:pt x="2640" y="2275"/>
                      <a:pt x="2571" y="2000"/>
                      <a:pt x="2500" y="1717"/>
                    </a:cubicBezTo>
                    <a:cubicBezTo>
                      <a:pt x="1196" y="1982"/>
                      <a:pt x="1196" y="1982"/>
                      <a:pt x="942" y="2231"/>
                    </a:cubicBezTo>
                    <a:cubicBezTo>
                      <a:pt x="852" y="2374"/>
                      <a:pt x="797" y="2516"/>
                      <a:pt x="744" y="2675"/>
                    </a:cubicBezTo>
                    <a:cubicBezTo>
                      <a:pt x="653" y="2945"/>
                      <a:pt x="653" y="2945"/>
                      <a:pt x="550" y="3025"/>
                    </a:cubicBezTo>
                    <a:cubicBezTo>
                      <a:pt x="374" y="3110"/>
                      <a:pt x="193" y="3149"/>
                      <a:pt x="0" y="3175"/>
                    </a:cubicBezTo>
                    <a:cubicBezTo>
                      <a:pt x="74" y="2638"/>
                      <a:pt x="193" y="2299"/>
                      <a:pt x="608" y="1941"/>
                    </a:cubicBezTo>
                    <a:cubicBezTo>
                      <a:pt x="805" y="1765"/>
                      <a:pt x="869" y="1649"/>
                      <a:pt x="911" y="1391"/>
                    </a:cubicBezTo>
                    <a:cubicBezTo>
                      <a:pt x="936" y="1274"/>
                      <a:pt x="966" y="1186"/>
                      <a:pt x="1042" y="1092"/>
                    </a:cubicBezTo>
                    <a:cubicBezTo>
                      <a:pt x="1230" y="974"/>
                      <a:pt x="1440" y="907"/>
                      <a:pt x="1650" y="837"/>
                    </a:cubicBezTo>
                    <a:cubicBezTo>
                      <a:pt x="1910" y="749"/>
                      <a:pt x="2129" y="658"/>
                      <a:pt x="2354" y="503"/>
                    </a:cubicBezTo>
                    <a:cubicBezTo>
                      <a:pt x="2376" y="488"/>
                      <a:pt x="2398" y="473"/>
                      <a:pt x="2421" y="458"/>
                    </a:cubicBezTo>
                    <a:cubicBezTo>
                      <a:pt x="2465" y="428"/>
                      <a:pt x="2508" y="398"/>
                      <a:pt x="2552" y="368"/>
                    </a:cubicBezTo>
                    <a:cubicBezTo>
                      <a:pt x="3092" y="0"/>
                      <a:pt x="3357" y="13"/>
                      <a:pt x="3958" y="258"/>
                    </a:cubicBezTo>
                    <a:close/>
                  </a:path>
                </a:pathLst>
              </a:custGeom>
              <a:solidFill>
                <a:srgbClr val="6895EE"/>
              </a:solidFill>
              <a:ln w="2646" cap="flat">
                <a:noFill/>
              </a:ln>
            </p:spPr>
          </p:sp>
          <p:sp>
            <p:nvSpPr>
              <p:cNvPr id="2940" name="ICON_C_TOPOGRAPHY_path_084"/>
              <p:cNvSpPr/>
              <p:nvPr/>
            </p:nvSpPr>
            <p:spPr>
              <a:xfrm>
                <a:off x="11387362" y="7569729"/>
                <a:ext cx="55867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4399" h="2917" fill="norm" stroke="0">
                    <a:moveTo>
                      <a:pt x="24" y="0"/>
                    </a:moveTo>
                    <a:cubicBezTo>
                      <a:pt x="53" y="26"/>
                      <a:pt x="82" y="52"/>
                      <a:pt x="111" y="79"/>
                    </a:cubicBezTo>
                    <a:cubicBezTo>
                      <a:pt x="988" y="851"/>
                      <a:pt x="1942" y="1253"/>
                      <a:pt x="3032" y="1628"/>
                    </a:cubicBezTo>
                    <a:cubicBezTo>
                      <a:pt x="3065" y="1639"/>
                      <a:pt x="3099" y="1651"/>
                      <a:pt x="3134" y="1663"/>
                    </a:cubicBezTo>
                    <a:cubicBezTo>
                      <a:pt x="3554" y="1807"/>
                      <a:pt x="3976" y="1947"/>
                      <a:pt x="4399" y="2083"/>
                    </a:cubicBezTo>
                    <a:cubicBezTo>
                      <a:pt x="4330" y="2290"/>
                      <a:pt x="4261" y="2496"/>
                      <a:pt x="4191" y="2708"/>
                    </a:cubicBezTo>
                    <a:cubicBezTo>
                      <a:pt x="4125" y="2689"/>
                      <a:pt x="4060" y="2669"/>
                      <a:pt x="3992" y="2648"/>
                    </a:cubicBezTo>
                    <a:cubicBezTo>
                      <a:pt x="3499" y="2515"/>
                      <a:pt x="3129" y="2436"/>
                      <a:pt x="2667" y="2695"/>
                    </a:cubicBezTo>
                    <a:cubicBezTo>
                      <a:pt x="2551" y="2768"/>
                      <a:pt x="2435" y="2841"/>
                      <a:pt x="2316" y="2917"/>
                    </a:cubicBezTo>
                    <a:cubicBezTo>
                      <a:pt x="2247" y="2642"/>
                      <a:pt x="2178" y="2367"/>
                      <a:pt x="2107" y="2083"/>
                    </a:cubicBezTo>
                    <a:cubicBezTo>
                      <a:pt x="2044" y="2103"/>
                      <a:pt x="1981" y="2122"/>
                      <a:pt x="1916" y="2142"/>
                    </a:cubicBezTo>
                    <a:cubicBezTo>
                      <a:pt x="1626" y="2202"/>
                      <a:pt x="1330" y="2245"/>
                      <a:pt x="1066" y="2083"/>
                    </a:cubicBezTo>
                    <a:cubicBezTo>
                      <a:pt x="821" y="1855"/>
                      <a:pt x="650" y="1561"/>
                      <a:pt x="480" y="1276"/>
                    </a:cubicBezTo>
                    <a:cubicBezTo>
                      <a:pt x="457" y="1238"/>
                      <a:pt x="434" y="1200"/>
                      <a:pt x="410" y="1161"/>
                    </a:cubicBezTo>
                    <a:cubicBezTo>
                      <a:pt x="343" y="1049"/>
                      <a:pt x="279" y="936"/>
                      <a:pt x="215" y="822"/>
                    </a:cubicBezTo>
                    <a:cubicBezTo>
                      <a:pt x="196" y="788"/>
                      <a:pt x="176" y="753"/>
                      <a:pt x="156" y="718"/>
                    </a:cubicBezTo>
                    <a:cubicBezTo>
                      <a:pt x="27" y="473"/>
                      <a:pt x="0" y="275"/>
                      <a:pt x="24" y="0"/>
                    </a:cubicBezTo>
                    <a:close/>
                  </a:path>
                </a:pathLst>
              </a:custGeom>
              <a:solidFill>
                <a:srgbClr val="71CFE9"/>
              </a:solidFill>
              <a:ln w="2646" cap="flat">
                <a:noFill/>
              </a:ln>
            </p:spPr>
          </p:sp>
          <p:sp>
            <p:nvSpPr>
              <p:cNvPr id="2941" name="ICON_C_TOPOGRAPHY_path_085"/>
              <p:cNvSpPr/>
              <p:nvPr/>
            </p:nvSpPr>
            <p:spPr>
              <a:xfrm>
                <a:off x="11437938" y="7563718"/>
                <a:ext cx="111125" cy="18820"/>
              </a:xfrm>
              <a:custGeom>
                <a:avLst/>
                <a:gdLst/>
                <a:ahLst/>
                <a:cxnLst/>
                <a:rect l="0" t="0" r="r" b="b"/>
                <a:pathLst>
                  <a:path w="8750" h="1482" fill="norm" stroke="0">
                    <a:moveTo>
                      <a:pt x="0" y="57"/>
                    </a:moveTo>
                    <a:cubicBezTo>
                      <a:pt x="163" y="46"/>
                      <a:pt x="325" y="39"/>
                      <a:pt x="488" y="34"/>
                    </a:cubicBezTo>
                    <a:cubicBezTo>
                      <a:pt x="543" y="32"/>
                      <a:pt x="598" y="29"/>
                      <a:pt x="653" y="25"/>
                    </a:cubicBezTo>
                    <a:cubicBezTo>
                      <a:pt x="1039" y="0"/>
                      <a:pt x="1284" y="63"/>
                      <a:pt x="1617" y="259"/>
                    </a:cubicBezTo>
                    <a:cubicBezTo>
                      <a:pt x="2184" y="579"/>
                      <a:pt x="2816" y="569"/>
                      <a:pt x="3452" y="599"/>
                    </a:cubicBezTo>
                    <a:cubicBezTo>
                      <a:pt x="3556" y="604"/>
                      <a:pt x="3659" y="609"/>
                      <a:pt x="3762" y="615"/>
                    </a:cubicBezTo>
                    <a:cubicBezTo>
                      <a:pt x="4146" y="636"/>
                      <a:pt x="4529" y="654"/>
                      <a:pt x="4912" y="669"/>
                    </a:cubicBezTo>
                    <a:cubicBezTo>
                      <a:pt x="5130" y="678"/>
                      <a:pt x="5347" y="689"/>
                      <a:pt x="5564" y="700"/>
                    </a:cubicBezTo>
                    <a:cubicBezTo>
                      <a:pt x="5827" y="713"/>
                      <a:pt x="6090" y="723"/>
                      <a:pt x="6354" y="730"/>
                    </a:cubicBezTo>
                    <a:cubicBezTo>
                      <a:pt x="6448" y="732"/>
                      <a:pt x="6542" y="736"/>
                      <a:pt x="6636" y="741"/>
                    </a:cubicBezTo>
                    <a:cubicBezTo>
                      <a:pt x="7188" y="767"/>
                      <a:pt x="7523" y="717"/>
                      <a:pt x="7953" y="353"/>
                    </a:cubicBezTo>
                    <a:cubicBezTo>
                      <a:pt x="7986" y="322"/>
                      <a:pt x="8018" y="290"/>
                      <a:pt x="8051" y="258"/>
                    </a:cubicBezTo>
                    <a:cubicBezTo>
                      <a:pt x="8145" y="172"/>
                      <a:pt x="8216" y="106"/>
                      <a:pt x="8333" y="57"/>
                    </a:cubicBezTo>
                    <a:cubicBezTo>
                      <a:pt x="8494" y="95"/>
                      <a:pt x="8617" y="169"/>
                      <a:pt x="8750" y="265"/>
                    </a:cubicBezTo>
                    <a:cubicBezTo>
                      <a:pt x="8566" y="666"/>
                      <a:pt x="8323" y="1098"/>
                      <a:pt x="7917" y="1307"/>
                    </a:cubicBezTo>
                    <a:cubicBezTo>
                      <a:pt x="7324" y="1482"/>
                      <a:pt x="6615" y="1344"/>
                      <a:pt x="6013" y="1282"/>
                    </a:cubicBezTo>
                    <a:cubicBezTo>
                      <a:pt x="5782" y="1259"/>
                      <a:pt x="5550" y="1241"/>
                      <a:pt x="5319" y="1223"/>
                    </a:cubicBezTo>
                    <a:cubicBezTo>
                      <a:pt x="5048" y="1202"/>
                      <a:pt x="4776" y="1181"/>
                      <a:pt x="4506" y="1156"/>
                    </a:cubicBezTo>
                    <a:cubicBezTo>
                      <a:pt x="3987" y="1111"/>
                      <a:pt x="3479" y="1093"/>
                      <a:pt x="2958" y="1106"/>
                    </a:cubicBezTo>
                    <a:cubicBezTo>
                      <a:pt x="2376" y="1119"/>
                      <a:pt x="1860" y="1035"/>
                      <a:pt x="1303" y="854"/>
                    </a:cubicBezTo>
                    <a:cubicBezTo>
                      <a:pt x="1168" y="811"/>
                      <a:pt x="1032" y="771"/>
                      <a:pt x="896" y="732"/>
                    </a:cubicBezTo>
                    <a:cubicBezTo>
                      <a:pt x="808" y="705"/>
                      <a:pt x="721" y="678"/>
                      <a:pt x="633" y="651"/>
                    </a:cubicBezTo>
                    <a:cubicBezTo>
                      <a:pt x="593" y="639"/>
                      <a:pt x="553" y="628"/>
                      <a:pt x="512" y="616"/>
                    </a:cubicBezTo>
                    <a:cubicBezTo>
                      <a:pt x="286" y="540"/>
                      <a:pt x="186" y="470"/>
                      <a:pt x="78" y="254"/>
                    </a:cubicBezTo>
                    <a:cubicBezTo>
                      <a:pt x="50" y="189"/>
                      <a:pt x="24" y="123"/>
                      <a:pt x="0" y="57"/>
                    </a:cubicBezTo>
                    <a:close/>
                  </a:path>
                </a:pathLst>
              </a:custGeom>
              <a:solidFill>
                <a:srgbClr val="D7F599"/>
              </a:solidFill>
              <a:ln w="2646" cap="flat">
                <a:noFill/>
              </a:ln>
            </p:spPr>
          </p:sp>
          <p:sp>
            <p:nvSpPr>
              <p:cNvPr id="2942" name="ICON_C_TOPOGRAPHY_path_086"/>
              <p:cNvSpPr/>
              <p:nvPr/>
            </p:nvSpPr>
            <p:spPr>
              <a:xfrm>
                <a:off x="11485563" y="7566740"/>
                <a:ext cx="76729" cy="30155"/>
              </a:xfrm>
              <a:custGeom>
                <a:avLst/>
                <a:gdLst/>
                <a:ahLst/>
                <a:cxnLst/>
                <a:rect l="0" t="0" r="r" b="b"/>
                <a:pathLst>
                  <a:path w="6042" h="2374" fill="norm" stroke="0">
                    <a:moveTo>
                      <a:pt x="5316" y="0"/>
                    </a:moveTo>
                    <a:cubicBezTo>
                      <a:pt x="5578" y="13"/>
                      <a:pt x="5812" y="113"/>
                      <a:pt x="6042" y="235"/>
                    </a:cubicBezTo>
                    <a:cubicBezTo>
                      <a:pt x="6018" y="237"/>
                      <a:pt x="5993" y="239"/>
                      <a:pt x="5969" y="241"/>
                    </a:cubicBezTo>
                    <a:cubicBezTo>
                      <a:pt x="5707" y="268"/>
                      <a:pt x="5434" y="300"/>
                      <a:pt x="5208" y="444"/>
                    </a:cubicBezTo>
                    <a:cubicBezTo>
                      <a:pt x="5137" y="564"/>
                      <a:pt x="5121" y="684"/>
                      <a:pt x="5104" y="821"/>
                    </a:cubicBezTo>
                    <a:cubicBezTo>
                      <a:pt x="5052" y="1226"/>
                      <a:pt x="4884" y="1456"/>
                      <a:pt x="4596" y="1733"/>
                    </a:cubicBezTo>
                    <a:cubicBezTo>
                      <a:pt x="4561" y="1768"/>
                      <a:pt x="4525" y="1802"/>
                      <a:pt x="4489" y="1838"/>
                    </a:cubicBezTo>
                    <a:cubicBezTo>
                      <a:pt x="4054" y="2242"/>
                      <a:pt x="3669" y="2367"/>
                      <a:pt x="3086" y="2371"/>
                    </a:cubicBezTo>
                    <a:cubicBezTo>
                      <a:pt x="3055" y="2371"/>
                      <a:pt x="3023" y="2372"/>
                      <a:pt x="2991" y="2372"/>
                    </a:cubicBezTo>
                    <a:cubicBezTo>
                      <a:pt x="2274" y="2374"/>
                      <a:pt x="1710" y="2113"/>
                      <a:pt x="1076" y="1805"/>
                    </a:cubicBezTo>
                    <a:cubicBezTo>
                      <a:pt x="732" y="1641"/>
                      <a:pt x="374" y="1553"/>
                      <a:pt x="0" y="1485"/>
                    </a:cubicBezTo>
                    <a:cubicBezTo>
                      <a:pt x="0" y="1348"/>
                      <a:pt x="0" y="1210"/>
                      <a:pt x="0" y="1069"/>
                    </a:cubicBezTo>
                    <a:cubicBezTo>
                      <a:pt x="630" y="1026"/>
                      <a:pt x="1179" y="995"/>
                      <a:pt x="1758" y="1277"/>
                    </a:cubicBezTo>
                    <a:cubicBezTo>
                      <a:pt x="2454" y="1605"/>
                      <a:pt x="3384" y="1650"/>
                      <a:pt x="4116" y="1388"/>
                    </a:cubicBezTo>
                    <a:cubicBezTo>
                      <a:pt x="4557" y="1190"/>
                      <a:pt x="4727" y="848"/>
                      <a:pt x="4932" y="436"/>
                    </a:cubicBezTo>
                    <a:cubicBezTo>
                      <a:pt x="5130" y="47"/>
                      <a:pt x="5130" y="47"/>
                      <a:pt x="5316" y="0"/>
                    </a:cubicBezTo>
                    <a:close/>
                  </a:path>
                </a:pathLst>
              </a:custGeom>
              <a:solidFill>
                <a:srgbClr val="A3E7BC"/>
              </a:solidFill>
              <a:ln w="2646" cap="flat">
                <a:noFill/>
              </a:ln>
            </p:spPr>
          </p:sp>
          <p:sp>
            <p:nvSpPr>
              <p:cNvPr id="2943" name="ICON_C_TOPOGRAPHY_path_087"/>
              <p:cNvSpPr/>
              <p:nvPr/>
            </p:nvSpPr>
            <p:spPr>
              <a:xfrm>
                <a:off x="11482917" y="7392458"/>
                <a:ext cx="66416" cy="30308"/>
              </a:xfrm>
              <a:custGeom>
                <a:avLst/>
                <a:gdLst/>
                <a:ahLst/>
                <a:cxnLst/>
                <a:rect l="0" t="0" r="r" b="b"/>
                <a:pathLst>
                  <a:path w="5230" h="2386" fill="norm" stroke="0">
                    <a:moveTo>
                      <a:pt x="3542" y="0"/>
                    </a:moveTo>
                    <a:cubicBezTo>
                      <a:pt x="4732" y="161"/>
                      <a:pt x="4732" y="161"/>
                      <a:pt x="5120" y="646"/>
                    </a:cubicBezTo>
                    <a:cubicBezTo>
                      <a:pt x="5230" y="829"/>
                      <a:pt x="5218" y="970"/>
                      <a:pt x="5175" y="1175"/>
                    </a:cubicBezTo>
                    <a:cubicBezTo>
                      <a:pt x="5128" y="1344"/>
                      <a:pt x="5070" y="1506"/>
                      <a:pt x="5000" y="1667"/>
                    </a:cubicBezTo>
                    <a:cubicBezTo>
                      <a:pt x="4984" y="1650"/>
                      <a:pt x="4984" y="1650"/>
                      <a:pt x="4900" y="1568"/>
                    </a:cubicBezTo>
                    <a:cubicBezTo>
                      <a:pt x="4665" y="1363"/>
                      <a:pt x="4450" y="1234"/>
                      <a:pt x="4131" y="1239"/>
                    </a:cubicBezTo>
                    <a:cubicBezTo>
                      <a:pt x="3751" y="1283"/>
                      <a:pt x="3399" y="1352"/>
                      <a:pt x="3145" y="1657"/>
                    </a:cubicBezTo>
                    <a:cubicBezTo>
                      <a:pt x="3130" y="1675"/>
                      <a:pt x="3130" y="1675"/>
                      <a:pt x="3056" y="1768"/>
                    </a:cubicBezTo>
                    <a:cubicBezTo>
                      <a:pt x="2822" y="2061"/>
                      <a:pt x="2588" y="2312"/>
                      <a:pt x="2199" y="2360"/>
                    </a:cubicBezTo>
                    <a:cubicBezTo>
                      <a:pt x="1894" y="2386"/>
                      <a:pt x="1588" y="2369"/>
                      <a:pt x="1284" y="2349"/>
                    </a:cubicBezTo>
                    <a:cubicBezTo>
                      <a:pt x="1139" y="2340"/>
                      <a:pt x="993" y="2336"/>
                      <a:pt x="848" y="2332"/>
                    </a:cubicBezTo>
                    <a:cubicBezTo>
                      <a:pt x="565" y="2324"/>
                      <a:pt x="282" y="2309"/>
                      <a:pt x="0" y="2292"/>
                    </a:cubicBezTo>
                    <a:cubicBezTo>
                      <a:pt x="0" y="2223"/>
                      <a:pt x="0" y="2154"/>
                      <a:pt x="0" y="2083"/>
                    </a:cubicBezTo>
                    <a:cubicBezTo>
                      <a:pt x="28" y="2082"/>
                      <a:pt x="56" y="2082"/>
                      <a:pt x="86" y="2081"/>
                    </a:cubicBezTo>
                    <a:cubicBezTo>
                      <a:pt x="352" y="2073"/>
                      <a:pt x="619" y="2061"/>
                      <a:pt x="886" y="2045"/>
                    </a:cubicBezTo>
                    <a:cubicBezTo>
                      <a:pt x="1023" y="2037"/>
                      <a:pt x="1160" y="2030"/>
                      <a:pt x="1297" y="2027"/>
                    </a:cubicBezTo>
                    <a:cubicBezTo>
                      <a:pt x="2031" y="2008"/>
                      <a:pt x="2031" y="2008"/>
                      <a:pt x="2292" y="1875"/>
                    </a:cubicBezTo>
                    <a:cubicBezTo>
                      <a:pt x="2488" y="1627"/>
                      <a:pt x="2476" y="1351"/>
                      <a:pt x="2500" y="1042"/>
                    </a:cubicBezTo>
                    <a:cubicBezTo>
                      <a:pt x="2775" y="1042"/>
                      <a:pt x="3050" y="1042"/>
                      <a:pt x="3333" y="1042"/>
                    </a:cubicBezTo>
                    <a:cubicBezTo>
                      <a:pt x="3402" y="698"/>
                      <a:pt x="3471" y="354"/>
                      <a:pt x="3542" y="0"/>
                    </a:cubicBezTo>
                    <a:close/>
                  </a:path>
                </a:pathLst>
              </a:custGeom>
              <a:solidFill>
                <a:srgbClr val="A0EAC5"/>
              </a:solidFill>
              <a:ln w="2646" cap="flat">
                <a:noFill/>
              </a:ln>
            </p:spPr>
          </p:sp>
          <p:sp>
            <p:nvSpPr>
              <p:cNvPr id="2944" name="ICON_C_TOPOGRAPHY_path_088"/>
              <p:cNvSpPr/>
              <p:nvPr/>
            </p:nvSpPr>
            <p:spPr>
              <a:xfrm>
                <a:off x="11488209" y="7614690"/>
                <a:ext cx="58208" cy="17063"/>
              </a:xfrm>
              <a:custGeom>
                <a:avLst/>
                <a:gdLst/>
                <a:ahLst/>
                <a:cxnLst/>
                <a:rect l="0" t="0" r="r" b="b"/>
                <a:pathLst>
                  <a:path w="4583" h="1344" fill="norm" stroke="0">
                    <a:moveTo>
                      <a:pt x="1600" y="6"/>
                    </a:moveTo>
                    <a:cubicBezTo>
                      <a:pt x="1744" y="42"/>
                      <a:pt x="1881" y="94"/>
                      <a:pt x="2018" y="148"/>
                    </a:cubicBezTo>
                    <a:cubicBezTo>
                      <a:pt x="2626" y="385"/>
                      <a:pt x="3191" y="458"/>
                      <a:pt x="3841" y="444"/>
                    </a:cubicBezTo>
                    <a:cubicBezTo>
                      <a:pt x="3878" y="443"/>
                      <a:pt x="3916" y="443"/>
                      <a:pt x="3954" y="442"/>
                    </a:cubicBezTo>
                    <a:cubicBezTo>
                      <a:pt x="4164" y="437"/>
                      <a:pt x="4374" y="429"/>
                      <a:pt x="4583" y="418"/>
                    </a:cubicBezTo>
                    <a:cubicBezTo>
                      <a:pt x="4583" y="487"/>
                      <a:pt x="4583" y="556"/>
                      <a:pt x="4583" y="626"/>
                    </a:cubicBezTo>
                    <a:cubicBezTo>
                      <a:pt x="4553" y="623"/>
                      <a:pt x="4522" y="620"/>
                      <a:pt x="4491" y="616"/>
                    </a:cubicBezTo>
                    <a:cubicBezTo>
                      <a:pt x="4352" y="604"/>
                      <a:pt x="4214" y="595"/>
                      <a:pt x="4075" y="587"/>
                    </a:cubicBezTo>
                    <a:cubicBezTo>
                      <a:pt x="4028" y="582"/>
                      <a:pt x="3980" y="577"/>
                      <a:pt x="3930" y="571"/>
                    </a:cubicBezTo>
                    <a:cubicBezTo>
                      <a:pt x="3778" y="565"/>
                      <a:pt x="3683" y="567"/>
                      <a:pt x="3542" y="626"/>
                    </a:cubicBezTo>
                    <a:cubicBezTo>
                      <a:pt x="3506" y="734"/>
                      <a:pt x="3484" y="829"/>
                      <a:pt x="3463" y="939"/>
                    </a:cubicBezTo>
                    <a:cubicBezTo>
                      <a:pt x="3433" y="1053"/>
                      <a:pt x="3401" y="1154"/>
                      <a:pt x="3333" y="1251"/>
                    </a:cubicBezTo>
                    <a:cubicBezTo>
                      <a:pt x="3116" y="1344"/>
                      <a:pt x="2907" y="1325"/>
                      <a:pt x="2675" y="1312"/>
                    </a:cubicBezTo>
                    <a:cubicBezTo>
                      <a:pt x="2610" y="1311"/>
                      <a:pt x="2545" y="1310"/>
                      <a:pt x="2480" y="1310"/>
                    </a:cubicBezTo>
                    <a:cubicBezTo>
                      <a:pt x="2309" y="1308"/>
                      <a:pt x="2138" y="1301"/>
                      <a:pt x="1967" y="1294"/>
                    </a:cubicBezTo>
                    <a:cubicBezTo>
                      <a:pt x="1793" y="1288"/>
                      <a:pt x="1618" y="1285"/>
                      <a:pt x="1443" y="1282"/>
                    </a:cubicBezTo>
                    <a:cubicBezTo>
                      <a:pt x="1101" y="1275"/>
                      <a:pt x="759" y="1265"/>
                      <a:pt x="417" y="1251"/>
                    </a:cubicBezTo>
                    <a:cubicBezTo>
                      <a:pt x="417" y="1114"/>
                      <a:pt x="417" y="976"/>
                      <a:pt x="417" y="835"/>
                    </a:cubicBezTo>
                    <a:cubicBezTo>
                      <a:pt x="279" y="835"/>
                      <a:pt x="142" y="835"/>
                      <a:pt x="0" y="835"/>
                    </a:cubicBezTo>
                    <a:cubicBezTo>
                      <a:pt x="0" y="697"/>
                      <a:pt x="0" y="560"/>
                      <a:pt x="0" y="418"/>
                    </a:cubicBezTo>
                    <a:cubicBezTo>
                      <a:pt x="29" y="420"/>
                      <a:pt x="59" y="423"/>
                      <a:pt x="89" y="425"/>
                    </a:cubicBezTo>
                    <a:cubicBezTo>
                      <a:pt x="224" y="434"/>
                      <a:pt x="359" y="439"/>
                      <a:pt x="495" y="444"/>
                    </a:cubicBezTo>
                    <a:cubicBezTo>
                      <a:pt x="541" y="448"/>
                      <a:pt x="587" y="451"/>
                      <a:pt x="635" y="455"/>
                    </a:cubicBezTo>
                    <a:cubicBezTo>
                      <a:pt x="781" y="459"/>
                      <a:pt x="900" y="457"/>
                      <a:pt x="1042" y="418"/>
                    </a:cubicBezTo>
                    <a:cubicBezTo>
                      <a:pt x="1146" y="317"/>
                      <a:pt x="1146" y="317"/>
                      <a:pt x="1244" y="197"/>
                    </a:cubicBezTo>
                    <a:cubicBezTo>
                      <a:pt x="1417" y="0"/>
                      <a:pt x="1417" y="0"/>
                      <a:pt x="1600" y="6"/>
                    </a:cubicBezTo>
                    <a:close/>
                  </a:path>
                </a:pathLst>
              </a:custGeom>
              <a:solidFill>
                <a:srgbClr val="60ADED"/>
              </a:solidFill>
              <a:ln w="2646" cap="flat">
                <a:noFill/>
              </a:ln>
            </p:spPr>
          </p:sp>
          <p:sp>
            <p:nvSpPr>
              <p:cNvPr id="2945" name="ICON_C_TOPOGRAPHY_path_089"/>
              <p:cNvSpPr/>
              <p:nvPr/>
            </p:nvSpPr>
            <p:spPr>
              <a:xfrm>
                <a:off x="11307966" y="7429378"/>
                <a:ext cx="21164" cy="55684"/>
              </a:xfrm>
              <a:custGeom>
                <a:avLst/>
                <a:gdLst/>
                <a:ahLst/>
                <a:cxnLst/>
                <a:rect l="0" t="0" r="r" b="b"/>
                <a:pathLst>
                  <a:path w="1666" h="4385" fill="norm" stroke="0">
                    <a:moveTo>
                      <a:pt x="1276" y="10"/>
                    </a:moveTo>
                    <a:cubicBezTo>
                      <a:pt x="1385" y="0"/>
                      <a:pt x="1385" y="0"/>
                      <a:pt x="1484" y="10"/>
                    </a:cubicBezTo>
                    <a:cubicBezTo>
                      <a:pt x="1513" y="518"/>
                      <a:pt x="1535" y="1027"/>
                      <a:pt x="1549" y="1536"/>
                    </a:cubicBezTo>
                    <a:cubicBezTo>
                      <a:pt x="1555" y="1773"/>
                      <a:pt x="1564" y="2009"/>
                      <a:pt x="1578" y="2245"/>
                    </a:cubicBezTo>
                    <a:cubicBezTo>
                      <a:pt x="1666" y="3749"/>
                      <a:pt x="1666" y="3749"/>
                      <a:pt x="1426" y="4038"/>
                    </a:cubicBezTo>
                    <a:cubicBezTo>
                      <a:pt x="1101" y="4310"/>
                      <a:pt x="643" y="4361"/>
                      <a:pt x="234" y="4385"/>
                    </a:cubicBezTo>
                    <a:cubicBezTo>
                      <a:pt x="55" y="3683"/>
                      <a:pt x="0" y="3211"/>
                      <a:pt x="234" y="2510"/>
                    </a:cubicBezTo>
                    <a:cubicBezTo>
                      <a:pt x="578" y="2510"/>
                      <a:pt x="921" y="2510"/>
                      <a:pt x="1276" y="2510"/>
                    </a:cubicBezTo>
                    <a:cubicBezTo>
                      <a:pt x="1338" y="2031"/>
                      <a:pt x="1338" y="2031"/>
                      <a:pt x="1276" y="1885"/>
                    </a:cubicBezTo>
                    <a:cubicBezTo>
                      <a:pt x="1179" y="1814"/>
                      <a:pt x="1076" y="1788"/>
                      <a:pt x="961" y="1760"/>
                    </a:cubicBezTo>
                    <a:cubicBezTo>
                      <a:pt x="931" y="1752"/>
                      <a:pt x="901" y="1743"/>
                      <a:pt x="871" y="1734"/>
                    </a:cubicBezTo>
                    <a:cubicBezTo>
                      <a:pt x="798" y="1714"/>
                      <a:pt x="724" y="1695"/>
                      <a:pt x="651" y="1676"/>
                    </a:cubicBezTo>
                    <a:cubicBezTo>
                      <a:pt x="735" y="1438"/>
                      <a:pt x="820" y="1201"/>
                      <a:pt x="906" y="964"/>
                    </a:cubicBezTo>
                    <a:cubicBezTo>
                      <a:pt x="935" y="884"/>
                      <a:pt x="964" y="803"/>
                      <a:pt x="993" y="722"/>
                    </a:cubicBezTo>
                    <a:cubicBezTo>
                      <a:pt x="1034" y="605"/>
                      <a:pt x="1076" y="490"/>
                      <a:pt x="1119" y="374"/>
                    </a:cubicBezTo>
                    <a:cubicBezTo>
                      <a:pt x="1131" y="338"/>
                      <a:pt x="1144" y="301"/>
                      <a:pt x="1157" y="264"/>
                    </a:cubicBezTo>
                    <a:cubicBezTo>
                      <a:pt x="1169" y="230"/>
                      <a:pt x="1182" y="197"/>
                      <a:pt x="1195" y="163"/>
                    </a:cubicBezTo>
                    <a:cubicBezTo>
                      <a:pt x="1205" y="133"/>
                      <a:pt x="1216" y="103"/>
                      <a:pt x="1227" y="73"/>
                    </a:cubicBezTo>
                    <a:cubicBezTo>
                      <a:pt x="1243" y="52"/>
                      <a:pt x="1259" y="31"/>
                      <a:pt x="1276" y="10"/>
                    </a:cubicBezTo>
                    <a:close/>
                  </a:path>
                </a:pathLst>
              </a:custGeom>
              <a:solidFill>
                <a:srgbClr val="5E5885"/>
              </a:solidFill>
              <a:ln w="2646" cap="flat">
                <a:noFill/>
              </a:ln>
            </p:spPr>
          </p:sp>
          <p:sp>
            <p:nvSpPr>
              <p:cNvPr id="2946" name="ICON_C_TOPOGRAPHY_path_090"/>
              <p:cNvSpPr/>
              <p:nvPr/>
            </p:nvSpPr>
            <p:spPr>
              <a:xfrm>
                <a:off x="11612047" y="7336896"/>
                <a:ext cx="38074" cy="48196"/>
              </a:xfrm>
              <a:custGeom>
                <a:avLst/>
                <a:gdLst/>
                <a:ahLst/>
                <a:cxnLst/>
                <a:rect l="0" t="0" r="r" b="b"/>
                <a:pathLst>
                  <a:path w="2998" h="3795" fill="norm" stroke="0">
                    <a:moveTo>
                      <a:pt x="41" y="0"/>
                    </a:moveTo>
                    <a:cubicBezTo>
                      <a:pt x="749" y="334"/>
                      <a:pt x="1296" y="793"/>
                      <a:pt x="1851" y="1341"/>
                    </a:cubicBezTo>
                    <a:cubicBezTo>
                      <a:pt x="1882" y="1371"/>
                      <a:pt x="1913" y="1402"/>
                      <a:pt x="1945" y="1433"/>
                    </a:cubicBezTo>
                    <a:cubicBezTo>
                      <a:pt x="2423" y="1898"/>
                      <a:pt x="2945" y="2481"/>
                      <a:pt x="2998" y="3180"/>
                    </a:cubicBezTo>
                    <a:cubicBezTo>
                      <a:pt x="2995" y="3249"/>
                      <a:pt x="2991" y="3317"/>
                      <a:pt x="2983" y="3385"/>
                    </a:cubicBezTo>
                    <a:cubicBezTo>
                      <a:pt x="2981" y="3421"/>
                      <a:pt x="2980" y="3457"/>
                      <a:pt x="2978" y="3494"/>
                    </a:cubicBezTo>
                    <a:cubicBezTo>
                      <a:pt x="2973" y="3580"/>
                      <a:pt x="2965" y="3665"/>
                      <a:pt x="2957" y="3750"/>
                    </a:cubicBezTo>
                    <a:cubicBezTo>
                      <a:pt x="2775" y="3776"/>
                      <a:pt x="2611" y="3795"/>
                      <a:pt x="2451" y="3692"/>
                    </a:cubicBezTo>
                    <a:cubicBezTo>
                      <a:pt x="2362" y="3606"/>
                      <a:pt x="2282" y="3517"/>
                      <a:pt x="2203" y="3422"/>
                    </a:cubicBezTo>
                    <a:cubicBezTo>
                      <a:pt x="2173" y="3388"/>
                      <a:pt x="2143" y="3354"/>
                      <a:pt x="2112" y="3318"/>
                    </a:cubicBezTo>
                    <a:cubicBezTo>
                      <a:pt x="2015" y="3207"/>
                      <a:pt x="1920" y="3095"/>
                      <a:pt x="1824" y="2982"/>
                    </a:cubicBezTo>
                    <a:cubicBezTo>
                      <a:pt x="1759" y="2905"/>
                      <a:pt x="1692" y="2828"/>
                      <a:pt x="1627" y="2752"/>
                    </a:cubicBezTo>
                    <a:cubicBezTo>
                      <a:pt x="1254" y="2314"/>
                      <a:pt x="908" y="1875"/>
                      <a:pt x="642" y="1364"/>
                    </a:cubicBezTo>
                    <a:cubicBezTo>
                      <a:pt x="530" y="1149"/>
                      <a:pt x="413" y="991"/>
                      <a:pt x="235" y="827"/>
                    </a:cubicBezTo>
                    <a:cubicBezTo>
                      <a:pt x="14" y="617"/>
                      <a:pt x="14" y="617"/>
                      <a:pt x="0" y="447"/>
                    </a:cubicBezTo>
                    <a:cubicBezTo>
                      <a:pt x="4" y="366"/>
                      <a:pt x="4" y="366"/>
                      <a:pt x="15" y="286"/>
                    </a:cubicBezTo>
                    <a:cubicBezTo>
                      <a:pt x="16" y="259"/>
                      <a:pt x="18" y="231"/>
                      <a:pt x="20" y="202"/>
                    </a:cubicBezTo>
                    <a:cubicBezTo>
                      <a:pt x="25" y="134"/>
                      <a:pt x="33" y="67"/>
                      <a:pt x="41" y="0"/>
                    </a:cubicBezTo>
                    <a:close/>
                  </a:path>
                </a:pathLst>
              </a:custGeom>
              <a:solidFill>
                <a:srgbClr val="283084"/>
              </a:solidFill>
              <a:ln w="2646" cap="flat">
                <a:noFill/>
              </a:ln>
            </p:spPr>
          </p:sp>
          <p:sp>
            <p:nvSpPr>
              <p:cNvPr id="2947" name="ICON_C_TOPOGRAPHY_path_091"/>
              <p:cNvSpPr/>
              <p:nvPr/>
            </p:nvSpPr>
            <p:spPr>
              <a:xfrm>
                <a:off x="11318663" y="7466542"/>
                <a:ext cx="21378" cy="82021"/>
              </a:xfrm>
              <a:custGeom>
                <a:avLst/>
                <a:gdLst/>
                <a:ahLst/>
                <a:cxnLst/>
                <a:rect l="0" t="0" r="r" b="b"/>
                <a:pathLst>
                  <a:path w="1683" h="6458" fill="norm" stroke="0">
                    <a:moveTo>
                      <a:pt x="225" y="0"/>
                    </a:moveTo>
                    <a:cubicBezTo>
                      <a:pt x="294" y="0"/>
                      <a:pt x="363" y="0"/>
                      <a:pt x="433" y="0"/>
                    </a:cubicBezTo>
                    <a:cubicBezTo>
                      <a:pt x="440" y="41"/>
                      <a:pt x="446" y="83"/>
                      <a:pt x="453" y="126"/>
                    </a:cubicBezTo>
                    <a:cubicBezTo>
                      <a:pt x="536" y="657"/>
                      <a:pt x="620" y="1188"/>
                      <a:pt x="707" y="1719"/>
                    </a:cubicBezTo>
                    <a:cubicBezTo>
                      <a:pt x="714" y="1761"/>
                      <a:pt x="721" y="1804"/>
                      <a:pt x="728" y="1847"/>
                    </a:cubicBezTo>
                    <a:cubicBezTo>
                      <a:pt x="913" y="2987"/>
                      <a:pt x="1119" y="4116"/>
                      <a:pt x="1410" y="5234"/>
                    </a:cubicBezTo>
                    <a:cubicBezTo>
                      <a:pt x="1417" y="5261"/>
                      <a:pt x="1424" y="5288"/>
                      <a:pt x="1431" y="5315"/>
                    </a:cubicBezTo>
                    <a:cubicBezTo>
                      <a:pt x="1512" y="5628"/>
                      <a:pt x="1596" y="5939"/>
                      <a:pt x="1683" y="6250"/>
                    </a:cubicBezTo>
                    <a:cubicBezTo>
                      <a:pt x="1477" y="6319"/>
                      <a:pt x="1271" y="6388"/>
                      <a:pt x="1058" y="6458"/>
                    </a:cubicBezTo>
                    <a:cubicBezTo>
                      <a:pt x="1034" y="6367"/>
                      <a:pt x="1010" y="6276"/>
                      <a:pt x="985" y="6181"/>
                    </a:cubicBezTo>
                    <a:cubicBezTo>
                      <a:pt x="905" y="5877"/>
                      <a:pt x="824" y="5573"/>
                      <a:pt x="743" y="5268"/>
                    </a:cubicBezTo>
                    <a:cubicBezTo>
                      <a:pt x="694" y="5084"/>
                      <a:pt x="645" y="4900"/>
                      <a:pt x="597" y="4716"/>
                    </a:cubicBezTo>
                    <a:cubicBezTo>
                      <a:pt x="550" y="4537"/>
                      <a:pt x="502" y="4359"/>
                      <a:pt x="455" y="4181"/>
                    </a:cubicBezTo>
                    <a:cubicBezTo>
                      <a:pt x="437" y="4113"/>
                      <a:pt x="419" y="4046"/>
                      <a:pt x="401" y="3978"/>
                    </a:cubicBezTo>
                    <a:cubicBezTo>
                      <a:pt x="376" y="3883"/>
                      <a:pt x="351" y="3787"/>
                      <a:pt x="325" y="3691"/>
                    </a:cubicBezTo>
                    <a:cubicBezTo>
                      <a:pt x="321" y="3676"/>
                      <a:pt x="321" y="3676"/>
                      <a:pt x="301" y="3599"/>
                    </a:cubicBezTo>
                    <a:cubicBezTo>
                      <a:pt x="261" y="3453"/>
                      <a:pt x="219" y="3312"/>
                      <a:pt x="165" y="3171"/>
                    </a:cubicBezTo>
                    <a:cubicBezTo>
                      <a:pt x="17" y="2780"/>
                      <a:pt x="0" y="2469"/>
                      <a:pt x="42" y="2055"/>
                    </a:cubicBezTo>
                    <a:cubicBezTo>
                      <a:pt x="47" y="1995"/>
                      <a:pt x="52" y="1935"/>
                      <a:pt x="57" y="1875"/>
                    </a:cubicBezTo>
                    <a:cubicBezTo>
                      <a:pt x="70" y="1720"/>
                      <a:pt x="84" y="1565"/>
                      <a:pt x="99" y="1410"/>
                    </a:cubicBezTo>
                    <a:cubicBezTo>
                      <a:pt x="114" y="1251"/>
                      <a:pt x="127" y="1091"/>
                      <a:pt x="141" y="932"/>
                    </a:cubicBezTo>
                    <a:cubicBezTo>
                      <a:pt x="168" y="621"/>
                      <a:pt x="196" y="311"/>
                      <a:pt x="225" y="0"/>
                    </a:cubicBezTo>
                    <a:close/>
                  </a:path>
                </a:pathLst>
              </a:custGeom>
              <a:solidFill>
                <a:srgbClr val="242B68"/>
              </a:solidFill>
              <a:ln w="2646" cap="flat">
                <a:noFill/>
              </a:ln>
            </p:spPr>
          </p:sp>
          <p:sp>
            <p:nvSpPr>
              <p:cNvPr id="2948" name="ICON_C_TOPOGRAPHY_path_092"/>
              <p:cNvSpPr/>
              <p:nvPr/>
            </p:nvSpPr>
            <p:spPr>
              <a:xfrm>
                <a:off x="11344450" y="7565975"/>
                <a:ext cx="46162" cy="51379"/>
              </a:xfrm>
              <a:custGeom>
                <a:avLst/>
                <a:gdLst/>
                <a:ahLst/>
                <a:cxnLst/>
                <a:rect l="0" t="0" r="r" b="b"/>
                <a:pathLst>
                  <a:path w="3635" h="4046" fill="norm" stroke="0">
                    <a:moveTo>
                      <a:pt x="70" y="87"/>
                    </a:moveTo>
                    <a:cubicBezTo>
                      <a:pt x="283" y="31"/>
                      <a:pt x="485" y="0"/>
                      <a:pt x="695" y="87"/>
                    </a:cubicBezTo>
                    <a:cubicBezTo>
                      <a:pt x="920" y="284"/>
                      <a:pt x="1065" y="563"/>
                      <a:pt x="1216" y="817"/>
                    </a:cubicBezTo>
                    <a:cubicBezTo>
                      <a:pt x="1347" y="1036"/>
                      <a:pt x="1484" y="1249"/>
                      <a:pt x="1621" y="1463"/>
                    </a:cubicBezTo>
                    <a:cubicBezTo>
                      <a:pt x="1649" y="1506"/>
                      <a:pt x="1676" y="1549"/>
                      <a:pt x="1704" y="1593"/>
                    </a:cubicBezTo>
                    <a:cubicBezTo>
                      <a:pt x="1948" y="1975"/>
                      <a:pt x="2215" y="2331"/>
                      <a:pt x="2505" y="2679"/>
                    </a:cubicBezTo>
                    <a:cubicBezTo>
                      <a:pt x="2525" y="2703"/>
                      <a:pt x="2545" y="2728"/>
                      <a:pt x="2565" y="2754"/>
                    </a:cubicBezTo>
                    <a:cubicBezTo>
                      <a:pt x="2814" y="3059"/>
                      <a:pt x="3060" y="3290"/>
                      <a:pt x="3414" y="3471"/>
                    </a:cubicBezTo>
                    <a:cubicBezTo>
                      <a:pt x="3496" y="3519"/>
                      <a:pt x="3552" y="3554"/>
                      <a:pt x="3611" y="3629"/>
                    </a:cubicBezTo>
                    <a:cubicBezTo>
                      <a:pt x="3635" y="3771"/>
                      <a:pt x="3628" y="3903"/>
                      <a:pt x="3611" y="4046"/>
                    </a:cubicBezTo>
                    <a:cubicBezTo>
                      <a:pt x="2853" y="3954"/>
                      <a:pt x="2467" y="3614"/>
                      <a:pt x="1957" y="3069"/>
                    </a:cubicBezTo>
                    <a:cubicBezTo>
                      <a:pt x="1903" y="3013"/>
                      <a:pt x="1849" y="2956"/>
                      <a:pt x="1795" y="2900"/>
                    </a:cubicBezTo>
                    <a:cubicBezTo>
                      <a:pt x="1597" y="2694"/>
                      <a:pt x="1402" y="2486"/>
                      <a:pt x="1209" y="2276"/>
                    </a:cubicBezTo>
                    <a:cubicBezTo>
                      <a:pt x="1118" y="2178"/>
                      <a:pt x="1026" y="2080"/>
                      <a:pt x="934" y="1983"/>
                    </a:cubicBezTo>
                    <a:cubicBezTo>
                      <a:pt x="28" y="1027"/>
                      <a:pt x="28" y="1027"/>
                      <a:pt x="0" y="538"/>
                    </a:cubicBezTo>
                    <a:cubicBezTo>
                      <a:pt x="6" y="381"/>
                      <a:pt x="29" y="240"/>
                      <a:pt x="70" y="87"/>
                    </a:cubicBezTo>
                    <a:close/>
                  </a:path>
                </a:pathLst>
              </a:custGeom>
              <a:solidFill>
                <a:srgbClr val="131958"/>
              </a:solidFill>
              <a:ln w="2646" cap="flat">
                <a:noFill/>
              </a:ln>
            </p:spPr>
          </p:sp>
          <p:sp>
            <p:nvSpPr>
              <p:cNvPr id="2949" name="ICON_C_TOPOGRAPHY_path_093"/>
              <p:cNvSpPr/>
              <p:nvPr/>
            </p:nvSpPr>
            <p:spPr>
              <a:xfrm>
                <a:off x="11384714" y="7553854"/>
                <a:ext cx="71744" cy="24818"/>
              </a:xfrm>
              <a:custGeom>
                <a:avLst/>
                <a:gdLst/>
                <a:ahLst/>
                <a:cxnLst/>
                <a:rect l="0" t="0" r="r" b="b"/>
                <a:pathLst>
                  <a:path w="5649" h="1954" fill="norm" stroke="0">
                    <a:moveTo>
                      <a:pt x="24" y="0"/>
                    </a:moveTo>
                    <a:cubicBezTo>
                      <a:pt x="846" y="372"/>
                      <a:pt x="846" y="372"/>
                      <a:pt x="1066" y="638"/>
                    </a:cubicBezTo>
                    <a:cubicBezTo>
                      <a:pt x="1233" y="822"/>
                      <a:pt x="1377" y="886"/>
                      <a:pt x="1612" y="944"/>
                    </a:cubicBezTo>
                    <a:cubicBezTo>
                      <a:pt x="1647" y="953"/>
                      <a:pt x="1683" y="961"/>
                      <a:pt x="1719" y="971"/>
                    </a:cubicBezTo>
                    <a:cubicBezTo>
                      <a:pt x="2079" y="1050"/>
                      <a:pt x="2439" y="1073"/>
                      <a:pt x="2805" y="1093"/>
                    </a:cubicBezTo>
                    <a:cubicBezTo>
                      <a:pt x="2836" y="1095"/>
                      <a:pt x="2867" y="1096"/>
                      <a:pt x="2899" y="1098"/>
                    </a:cubicBezTo>
                    <a:cubicBezTo>
                      <a:pt x="3192" y="1114"/>
                      <a:pt x="3484" y="1129"/>
                      <a:pt x="3777" y="1141"/>
                    </a:cubicBezTo>
                    <a:cubicBezTo>
                      <a:pt x="3939" y="1148"/>
                      <a:pt x="4100" y="1156"/>
                      <a:pt x="4262" y="1166"/>
                    </a:cubicBezTo>
                    <a:cubicBezTo>
                      <a:pt x="4322" y="1169"/>
                      <a:pt x="4383" y="1172"/>
                      <a:pt x="4443" y="1174"/>
                    </a:cubicBezTo>
                    <a:cubicBezTo>
                      <a:pt x="4946" y="1189"/>
                      <a:pt x="5255" y="1359"/>
                      <a:pt x="5649" y="1667"/>
                    </a:cubicBezTo>
                    <a:cubicBezTo>
                      <a:pt x="5213" y="1709"/>
                      <a:pt x="4776" y="1747"/>
                      <a:pt x="4339" y="1781"/>
                    </a:cubicBezTo>
                    <a:cubicBezTo>
                      <a:pt x="4136" y="1796"/>
                      <a:pt x="3933" y="1813"/>
                      <a:pt x="3731" y="1833"/>
                    </a:cubicBezTo>
                    <a:cubicBezTo>
                      <a:pt x="2861" y="1919"/>
                      <a:pt x="2100" y="1954"/>
                      <a:pt x="1287" y="1593"/>
                    </a:cubicBezTo>
                    <a:cubicBezTo>
                      <a:pt x="1272" y="1587"/>
                      <a:pt x="1272" y="1587"/>
                      <a:pt x="1196" y="1553"/>
                    </a:cubicBezTo>
                    <a:cubicBezTo>
                      <a:pt x="700" y="1327"/>
                      <a:pt x="313" y="1015"/>
                      <a:pt x="59" y="519"/>
                    </a:cubicBezTo>
                    <a:cubicBezTo>
                      <a:pt x="0" y="346"/>
                      <a:pt x="6" y="180"/>
                      <a:pt x="24" y="0"/>
                    </a:cubicBezTo>
                    <a:close/>
                  </a:path>
                </a:pathLst>
              </a:custGeom>
              <a:solidFill>
                <a:srgbClr val="C4F3CA"/>
              </a:solidFill>
              <a:ln w="2646" cap="flat">
                <a:noFill/>
              </a:ln>
            </p:spPr>
          </p:sp>
          <p:sp>
            <p:nvSpPr>
              <p:cNvPr id="2950" name="ICON_C_TOPOGRAPHY_path_094"/>
              <p:cNvSpPr/>
              <p:nvPr/>
            </p:nvSpPr>
            <p:spPr>
              <a:xfrm>
                <a:off x="11290567" y="7451868"/>
                <a:ext cx="35229" cy="78174"/>
              </a:xfrm>
              <a:custGeom>
                <a:avLst/>
                <a:gdLst/>
                <a:ahLst/>
                <a:cxnLst/>
                <a:rect l="0" t="0" r="r" b="b"/>
                <a:pathLst>
                  <a:path w="2774" h="6155" fill="norm" stroke="0">
                    <a:moveTo>
                      <a:pt x="2021" y="322"/>
                    </a:moveTo>
                    <a:cubicBezTo>
                      <a:pt x="1990" y="339"/>
                      <a:pt x="1960" y="356"/>
                      <a:pt x="1928" y="373"/>
                    </a:cubicBezTo>
                    <a:cubicBezTo>
                      <a:pt x="1814" y="436"/>
                      <a:pt x="1700" y="501"/>
                      <a:pt x="1587" y="566"/>
                    </a:cubicBezTo>
                    <a:cubicBezTo>
                      <a:pt x="1538" y="594"/>
                      <a:pt x="1489" y="622"/>
                      <a:pt x="1440" y="649"/>
                    </a:cubicBezTo>
                    <a:cubicBezTo>
                      <a:pt x="1169" y="798"/>
                      <a:pt x="922" y="937"/>
                      <a:pt x="801" y="1237"/>
                    </a:cubicBezTo>
                    <a:cubicBezTo>
                      <a:pt x="741" y="1488"/>
                      <a:pt x="732" y="1738"/>
                      <a:pt x="732" y="1995"/>
                    </a:cubicBezTo>
                    <a:cubicBezTo>
                      <a:pt x="732" y="2093"/>
                      <a:pt x="728" y="2190"/>
                      <a:pt x="724" y="2288"/>
                    </a:cubicBezTo>
                    <a:cubicBezTo>
                      <a:pt x="718" y="2599"/>
                      <a:pt x="729" y="2824"/>
                      <a:pt x="949" y="3065"/>
                    </a:cubicBezTo>
                    <a:cubicBezTo>
                      <a:pt x="1180" y="3258"/>
                      <a:pt x="1423" y="3336"/>
                      <a:pt x="1708" y="3421"/>
                    </a:cubicBezTo>
                    <a:cubicBezTo>
                      <a:pt x="2104" y="3565"/>
                      <a:pt x="2367" y="3706"/>
                      <a:pt x="2550" y="4095"/>
                    </a:cubicBezTo>
                    <a:cubicBezTo>
                      <a:pt x="2774" y="4727"/>
                      <a:pt x="2677" y="5496"/>
                      <a:pt x="2646" y="6155"/>
                    </a:cubicBezTo>
                    <a:cubicBezTo>
                      <a:pt x="2306" y="5732"/>
                      <a:pt x="2186" y="5423"/>
                      <a:pt x="2168" y="4884"/>
                    </a:cubicBezTo>
                    <a:cubicBezTo>
                      <a:pt x="2137" y="4188"/>
                      <a:pt x="2137" y="4188"/>
                      <a:pt x="1924" y="3975"/>
                    </a:cubicBezTo>
                    <a:cubicBezTo>
                      <a:pt x="1718" y="3856"/>
                      <a:pt x="1512" y="3806"/>
                      <a:pt x="1281" y="3756"/>
                    </a:cubicBezTo>
                    <a:cubicBezTo>
                      <a:pt x="847" y="3639"/>
                      <a:pt x="421" y="3390"/>
                      <a:pt x="146" y="3030"/>
                    </a:cubicBezTo>
                    <a:cubicBezTo>
                      <a:pt x="0" y="2704"/>
                      <a:pt x="15" y="2352"/>
                      <a:pt x="29" y="2002"/>
                    </a:cubicBezTo>
                    <a:cubicBezTo>
                      <a:pt x="29" y="1955"/>
                      <a:pt x="30" y="1909"/>
                      <a:pt x="30" y="1861"/>
                    </a:cubicBezTo>
                    <a:cubicBezTo>
                      <a:pt x="41" y="1378"/>
                      <a:pt x="67" y="919"/>
                      <a:pt x="413" y="553"/>
                    </a:cubicBezTo>
                    <a:cubicBezTo>
                      <a:pt x="900" y="102"/>
                      <a:pt x="1424" y="0"/>
                      <a:pt x="2021" y="322"/>
                    </a:cubicBezTo>
                    <a:close/>
                  </a:path>
                </a:pathLst>
              </a:custGeom>
              <a:solidFill>
                <a:srgbClr val="8B86A4"/>
              </a:solidFill>
              <a:ln w="2646" cap="flat">
                <a:noFill/>
              </a:ln>
            </p:spPr>
          </p:sp>
          <p:sp>
            <p:nvSpPr>
              <p:cNvPr id="2951" name="ICON_C_TOPOGRAPHY_path_095"/>
              <p:cNvSpPr/>
              <p:nvPr/>
            </p:nvSpPr>
            <p:spPr>
              <a:xfrm>
                <a:off x="11382375" y="7433826"/>
                <a:ext cx="25580" cy="31202"/>
              </a:xfrm>
              <a:custGeom>
                <a:avLst/>
                <a:gdLst/>
                <a:ahLst/>
                <a:cxnLst/>
                <a:rect l="0" t="0" r="r" b="b"/>
                <a:pathLst>
                  <a:path w="2014" h="2457" fill="norm" stroke="0">
                    <a:moveTo>
                      <a:pt x="1667" y="76"/>
                    </a:moveTo>
                    <a:cubicBezTo>
                      <a:pt x="1848" y="770"/>
                      <a:pt x="2014" y="1513"/>
                      <a:pt x="1655" y="2180"/>
                    </a:cubicBezTo>
                    <a:cubicBezTo>
                      <a:pt x="1522" y="2349"/>
                      <a:pt x="1408" y="2396"/>
                      <a:pt x="1202" y="2424"/>
                    </a:cubicBezTo>
                    <a:cubicBezTo>
                      <a:pt x="800" y="2457"/>
                      <a:pt x="399" y="2420"/>
                      <a:pt x="0" y="2368"/>
                    </a:cubicBezTo>
                    <a:cubicBezTo>
                      <a:pt x="339" y="926"/>
                      <a:pt x="339" y="926"/>
                      <a:pt x="716" y="401"/>
                    </a:cubicBezTo>
                    <a:cubicBezTo>
                      <a:pt x="739" y="368"/>
                      <a:pt x="762" y="334"/>
                      <a:pt x="786" y="298"/>
                    </a:cubicBezTo>
                    <a:cubicBezTo>
                      <a:pt x="1024" y="0"/>
                      <a:pt x="1317" y="44"/>
                      <a:pt x="1667" y="76"/>
                    </a:cubicBezTo>
                    <a:close/>
                  </a:path>
                </a:pathLst>
              </a:custGeom>
              <a:solidFill>
                <a:srgbClr val="CEFAC6"/>
              </a:solidFill>
              <a:ln w="2646" cap="flat">
                <a:noFill/>
              </a:ln>
            </p:spPr>
          </p:sp>
          <p:sp>
            <p:nvSpPr>
              <p:cNvPr id="2952" name="ICON_C_TOPOGRAPHY_path_096"/>
              <p:cNvSpPr/>
              <p:nvPr/>
            </p:nvSpPr>
            <p:spPr>
              <a:xfrm>
                <a:off x="11472333" y="7600463"/>
                <a:ext cx="44979" cy="22664"/>
              </a:xfrm>
              <a:custGeom>
                <a:avLst/>
                <a:gdLst/>
                <a:ahLst/>
                <a:cxnLst/>
                <a:rect l="0" t="0" r="r" b="b"/>
                <a:pathLst>
                  <a:path w="3542" h="1785" fill="norm" stroke="0">
                    <a:moveTo>
                      <a:pt x="1667" y="80"/>
                    </a:moveTo>
                    <a:cubicBezTo>
                      <a:pt x="2411" y="0"/>
                      <a:pt x="2411" y="0"/>
                      <a:pt x="2708" y="80"/>
                    </a:cubicBezTo>
                    <a:cubicBezTo>
                      <a:pt x="2825" y="193"/>
                      <a:pt x="2841" y="327"/>
                      <a:pt x="2866" y="483"/>
                    </a:cubicBezTo>
                    <a:cubicBezTo>
                      <a:pt x="2880" y="568"/>
                      <a:pt x="2880" y="568"/>
                      <a:pt x="2917" y="705"/>
                    </a:cubicBezTo>
                    <a:cubicBezTo>
                      <a:pt x="3032" y="729"/>
                      <a:pt x="3119" y="706"/>
                      <a:pt x="3234" y="685"/>
                    </a:cubicBezTo>
                    <a:cubicBezTo>
                      <a:pt x="3267" y="692"/>
                      <a:pt x="3300" y="698"/>
                      <a:pt x="3333" y="705"/>
                    </a:cubicBezTo>
                    <a:cubicBezTo>
                      <a:pt x="3440" y="904"/>
                      <a:pt x="3492" y="1110"/>
                      <a:pt x="3542" y="1330"/>
                    </a:cubicBezTo>
                    <a:cubicBezTo>
                      <a:pt x="3528" y="1333"/>
                      <a:pt x="3528" y="1333"/>
                      <a:pt x="3459" y="1346"/>
                    </a:cubicBezTo>
                    <a:cubicBezTo>
                      <a:pt x="3330" y="1371"/>
                      <a:pt x="3202" y="1396"/>
                      <a:pt x="3073" y="1421"/>
                    </a:cubicBezTo>
                    <a:cubicBezTo>
                      <a:pt x="3049" y="1426"/>
                      <a:pt x="3049" y="1426"/>
                      <a:pt x="2930" y="1449"/>
                    </a:cubicBezTo>
                    <a:cubicBezTo>
                      <a:pt x="2706" y="1493"/>
                      <a:pt x="2486" y="1540"/>
                      <a:pt x="2267" y="1606"/>
                    </a:cubicBezTo>
                    <a:cubicBezTo>
                      <a:pt x="1929" y="1708"/>
                      <a:pt x="1650" y="1785"/>
                      <a:pt x="1302" y="1682"/>
                    </a:cubicBezTo>
                    <a:cubicBezTo>
                      <a:pt x="1275" y="1674"/>
                      <a:pt x="1249" y="1667"/>
                      <a:pt x="1221" y="1660"/>
                    </a:cubicBezTo>
                    <a:cubicBezTo>
                      <a:pt x="1149" y="1632"/>
                      <a:pt x="1149" y="1632"/>
                      <a:pt x="1042" y="1538"/>
                    </a:cubicBezTo>
                    <a:cubicBezTo>
                      <a:pt x="1042" y="1401"/>
                      <a:pt x="1042" y="1263"/>
                      <a:pt x="1042" y="1122"/>
                    </a:cubicBezTo>
                    <a:cubicBezTo>
                      <a:pt x="698" y="1122"/>
                      <a:pt x="354" y="1122"/>
                      <a:pt x="0" y="1122"/>
                    </a:cubicBezTo>
                    <a:cubicBezTo>
                      <a:pt x="0" y="1053"/>
                      <a:pt x="0" y="984"/>
                      <a:pt x="0" y="913"/>
                    </a:cubicBezTo>
                    <a:cubicBezTo>
                      <a:pt x="550" y="776"/>
                      <a:pt x="1100" y="638"/>
                      <a:pt x="1667" y="497"/>
                    </a:cubicBezTo>
                    <a:cubicBezTo>
                      <a:pt x="1667" y="359"/>
                      <a:pt x="1667" y="222"/>
                      <a:pt x="1667" y="80"/>
                    </a:cubicBezTo>
                    <a:close/>
                  </a:path>
                </a:pathLst>
              </a:custGeom>
              <a:solidFill>
                <a:srgbClr val="68C7EB"/>
              </a:solidFill>
              <a:ln w="2646" cap="flat">
                <a:noFill/>
              </a:ln>
            </p:spPr>
          </p:sp>
          <p:sp>
            <p:nvSpPr>
              <p:cNvPr id="2953" name="ICON_C_TOPOGRAPHY_path_097"/>
              <p:cNvSpPr/>
              <p:nvPr/>
            </p:nvSpPr>
            <p:spPr>
              <a:xfrm>
                <a:off x="11421097" y="7498157"/>
                <a:ext cx="24778" cy="43339"/>
              </a:xfrm>
              <a:custGeom>
                <a:avLst/>
                <a:gdLst/>
                <a:ahLst/>
                <a:cxnLst/>
                <a:rect l="0" t="0" r="r" b="b"/>
                <a:pathLst>
                  <a:path w="1951" h="3413" fill="norm" stroke="0">
                    <a:moveTo>
                      <a:pt x="909" y="11"/>
                    </a:moveTo>
                    <a:cubicBezTo>
                      <a:pt x="920" y="57"/>
                      <a:pt x="930" y="103"/>
                      <a:pt x="941" y="150"/>
                    </a:cubicBezTo>
                    <a:cubicBezTo>
                      <a:pt x="1296" y="1706"/>
                      <a:pt x="1296" y="1706"/>
                      <a:pt x="1600" y="2238"/>
                    </a:cubicBezTo>
                    <a:cubicBezTo>
                      <a:pt x="1795" y="2585"/>
                      <a:pt x="1873" y="2957"/>
                      <a:pt x="1951" y="3344"/>
                    </a:cubicBezTo>
                    <a:cubicBezTo>
                      <a:pt x="1430" y="3413"/>
                      <a:pt x="1430" y="3413"/>
                      <a:pt x="1203" y="3263"/>
                    </a:cubicBezTo>
                    <a:cubicBezTo>
                      <a:pt x="1089" y="3144"/>
                      <a:pt x="992" y="3022"/>
                      <a:pt x="896" y="2888"/>
                    </a:cubicBezTo>
                    <a:cubicBezTo>
                      <a:pt x="879" y="2865"/>
                      <a:pt x="861" y="2842"/>
                      <a:pt x="844" y="2817"/>
                    </a:cubicBezTo>
                    <a:cubicBezTo>
                      <a:pt x="405" y="2230"/>
                      <a:pt x="0" y="1588"/>
                      <a:pt x="103" y="827"/>
                    </a:cubicBezTo>
                    <a:cubicBezTo>
                      <a:pt x="111" y="781"/>
                      <a:pt x="120" y="735"/>
                      <a:pt x="128" y="688"/>
                    </a:cubicBezTo>
                    <a:cubicBezTo>
                      <a:pt x="136" y="644"/>
                      <a:pt x="144" y="600"/>
                      <a:pt x="152" y="555"/>
                    </a:cubicBezTo>
                    <a:cubicBezTo>
                      <a:pt x="197" y="378"/>
                      <a:pt x="234" y="259"/>
                      <a:pt x="380" y="144"/>
                    </a:cubicBezTo>
                    <a:cubicBezTo>
                      <a:pt x="561" y="47"/>
                      <a:pt x="702" y="0"/>
                      <a:pt x="909" y="11"/>
                    </a:cubicBezTo>
                    <a:close/>
                  </a:path>
                </a:pathLst>
              </a:custGeom>
              <a:solidFill>
                <a:srgbClr val="F3D07D"/>
              </a:solidFill>
              <a:ln w="2646" cap="flat">
                <a:noFill/>
              </a:ln>
            </p:spPr>
          </p:sp>
          <p:sp>
            <p:nvSpPr>
              <p:cNvPr id="2954" name="ICON_C_TOPOGRAPHY_path_098"/>
              <p:cNvSpPr/>
              <p:nvPr/>
            </p:nvSpPr>
            <p:spPr>
              <a:xfrm>
                <a:off x="11586104" y="7397750"/>
                <a:ext cx="37042" cy="42333"/>
              </a:xfrm>
              <a:custGeom>
                <a:avLst/>
                <a:gdLst/>
                <a:ahLst/>
                <a:cxnLst/>
                <a:rect l="0" t="0" r="r" b="b"/>
                <a:pathLst>
                  <a:path w="2917" h="3333" fill="norm" stroke="0">
                    <a:moveTo>
                      <a:pt x="0" y="0"/>
                    </a:moveTo>
                    <a:cubicBezTo>
                      <a:pt x="496" y="76"/>
                      <a:pt x="893" y="210"/>
                      <a:pt x="1302" y="508"/>
                    </a:cubicBezTo>
                    <a:cubicBezTo>
                      <a:pt x="1339" y="533"/>
                      <a:pt x="1375" y="559"/>
                      <a:pt x="1413" y="585"/>
                    </a:cubicBezTo>
                    <a:cubicBezTo>
                      <a:pt x="1655" y="772"/>
                      <a:pt x="1655" y="772"/>
                      <a:pt x="1689" y="946"/>
                    </a:cubicBezTo>
                    <a:cubicBezTo>
                      <a:pt x="1689" y="1062"/>
                      <a:pt x="1689" y="1062"/>
                      <a:pt x="1667" y="1250"/>
                    </a:cubicBezTo>
                    <a:cubicBezTo>
                      <a:pt x="1804" y="1250"/>
                      <a:pt x="1942" y="1250"/>
                      <a:pt x="2083" y="1250"/>
                    </a:cubicBezTo>
                    <a:cubicBezTo>
                      <a:pt x="2086" y="1291"/>
                      <a:pt x="2089" y="1332"/>
                      <a:pt x="2092" y="1374"/>
                    </a:cubicBezTo>
                    <a:cubicBezTo>
                      <a:pt x="2202" y="2743"/>
                      <a:pt x="2202" y="2743"/>
                      <a:pt x="2617" y="3112"/>
                    </a:cubicBezTo>
                    <a:cubicBezTo>
                      <a:pt x="2715" y="3193"/>
                      <a:pt x="2811" y="3263"/>
                      <a:pt x="2917" y="3333"/>
                    </a:cubicBezTo>
                    <a:cubicBezTo>
                      <a:pt x="2853" y="3308"/>
                      <a:pt x="2789" y="3282"/>
                      <a:pt x="2725" y="3257"/>
                    </a:cubicBezTo>
                    <a:cubicBezTo>
                      <a:pt x="2684" y="3240"/>
                      <a:pt x="2642" y="3224"/>
                      <a:pt x="2599" y="3207"/>
                    </a:cubicBezTo>
                    <a:cubicBezTo>
                      <a:pt x="2506" y="3169"/>
                      <a:pt x="2413" y="3131"/>
                      <a:pt x="2321" y="3091"/>
                    </a:cubicBezTo>
                    <a:cubicBezTo>
                      <a:pt x="2069" y="2983"/>
                      <a:pt x="1838" y="2905"/>
                      <a:pt x="1567" y="2862"/>
                    </a:cubicBezTo>
                    <a:cubicBezTo>
                      <a:pt x="1326" y="2816"/>
                      <a:pt x="1108" y="2773"/>
                      <a:pt x="909" y="2623"/>
                    </a:cubicBezTo>
                    <a:cubicBezTo>
                      <a:pt x="601" y="2121"/>
                      <a:pt x="924" y="1164"/>
                      <a:pt x="1042" y="625"/>
                    </a:cubicBezTo>
                    <a:cubicBezTo>
                      <a:pt x="1017" y="620"/>
                      <a:pt x="993" y="615"/>
                      <a:pt x="968" y="609"/>
                    </a:cubicBezTo>
                    <a:cubicBezTo>
                      <a:pt x="856" y="585"/>
                      <a:pt x="746" y="560"/>
                      <a:pt x="635" y="535"/>
                    </a:cubicBezTo>
                    <a:cubicBezTo>
                      <a:pt x="616" y="531"/>
                      <a:pt x="616" y="531"/>
                      <a:pt x="518" y="510"/>
                    </a:cubicBezTo>
                    <a:cubicBezTo>
                      <a:pt x="233" y="443"/>
                      <a:pt x="233" y="443"/>
                      <a:pt x="106" y="306"/>
                    </a:cubicBezTo>
                    <a:cubicBezTo>
                      <a:pt x="56" y="203"/>
                      <a:pt x="22" y="111"/>
                      <a:pt x="0" y="0"/>
                    </a:cubicBezTo>
                    <a:close/>
                  </a:path>
                </a:pathLst>
              </a:custGeom>
              <a:solidFill>
                <a:srgbClr val="A5F6DE"/>
              </a:solidFill>
              <a:ln w="2646" cap="flat">
                <a:noFill/>
              </a:ln>
            </p:spPr>
          </p:sp>
          <p:sp>
            <p:nvSpPr>
              <p:cNvPr id="2955" name="ICON_C_TOPOGRAPHY_path_099"/>
              <p:cNvSpPr/>
              <p:nvPr/>
            </p:nvSpPr>
            <p:spPr>
              <a:xfrm>
                <a:off x="11353271" y="7342188"/>
                <a:ext cx="39688" cy="52917"/>
              </a:xfrm>
              <a:custGeom>
                <a:avLst/>
                <a:gdLst/>
                <a:ahLst/>
                <a:cxnLst/>
                <a:rect l="0" t="0" r="r" b="b"/>
                <a:pathLst>
                  <a:path w="3125" h="4167" fill="norm" stroke="0">
                    <a:moveTo>
                      <a:pt x="2708" y="0"/>
                    </a:moveTo>
                    <a:cubicBezTo>
                      <a:pt x="2846" y="69"/>
                      <a:pt x="2983" y="138"/>
                      <a:pt x="3125" y="208"/>
                    </a:cubicBezTo>
                    <a:cubicBezTo>
                      <a:pt x="3100" y="229"/>
                      <a:pt x="3075" y="250"/>
                      <a:pt x="3049" y="272"/>
                    </a:cubicBezTo>
                    <a:cubicBezTo>
                      <a:pt x="2285" y="920"/>
                      <a:pt x="2285" y="920"/>
                      <a:pt x="2236" y="1283"/>
                    </a:cubicBezTo>
                    <a:cubicBezTo>
                      <a:pt x="2231" y="1484"/>
                      <a:pt x="2254" y="1677"/>
                      <a:pt x="2292" y="1875"/>
                    </a:cubicBezTo>
                    <a:cubicBezTo>
                      <a:pt x="2154" y="1875"/>
                      <a:pt x="2017" y="1875"/>
                      <a:pt x="1875" y="1875"/>
                    </a:cubicBezTo>
                    <a:cubicBezTo>
                      <a:pt x="1865" y="1928"/>
                      <a:pt x="1855" y="1981"/>
                      <a:pt x="1844" y="2035"/>
                    </a:cubicBezTo>
                    <a:cubicBezTo>
                      <a:pt x="1748" y="2494"/>
                      <a:pt x="1628" y="3017"/>
                      <a:pt x="1250" y="3333"/>
                    </a:cubicBezTo>
                    <a:cubicBezTo>
                      <a:pt x="1084" y="3386"/>
                      <a:pt x="1008" y="3371"/>
                      <a:pt x="833" y="3333"/>
                    </a:cubicBezTo>
                    <a:cubicBezTo>
                      <a:pt x="833" y="3540"/>
                      <a:pt x="833" y="3746"/>
                      <a:pt x="833" y="3958"/>
                    </a:cubicBezTo>
                    <a:cubicBezTo>
                      <a:pt x="558" y="4027"/>
                      <a:pt x="283" y="4096"/>
                      <a:pt x="0" y="4167"/>
                    </a:cubicBezTo>
                    <a:cubicBezTo>
                      <a:pt x="221" y="2979"/>
                      <a:pt x="702" y="2239"/>
                      <a:pt x="1508" y="1353"/>
                    </a:cubicBezTo>
                    <a:cubicBezTo>
                      <a:pt x="1645" y="1201"/>
                      <a:pt x="1779" y="1046"/>
                      <a:pt x="1914" y="891"/>
                    </a:cubicBezTo>
                    <a:cubicBezTo>
                      <a:pt x="2176" y="592"/>
                      <a:pt x="2441" y="295"/>
                      <a:pt x="2708" y="0"/>
                    </a:cubicBezTo>
                    <a:close/>
                  </a:path>
                </a:pathLst>
              </a:custGeom>
              <a:solidFill>
                <a:srgbClr val="4965CC"/>
              </a:solidFill>
              <a:ln w="2646" cap="flat">
                <a:noFill/>
              </a:ln>
            </p:spPr>
          </p:sp>
          <p:sp>
            <p:nvSpPr>
              <p:cNvPr id="2956" name="ICON_C_TOPOGRAPHY_path_100"/>
              <p:cNvSpPr/>
              <p:nvPr/>
            </p:nvSpPr>
            <p:spPr>
              <a:xfrm>
                <a:off x="11482917" y="7529293"/>
                <a:ext cx="74083" cy="26329"/>
              </a:xfrm>
              <a:custGeom>
                <a:avLst/>
                <a:gdLst/>
                <a:ahLst/>
                <a:cxnLst/>
                <a:rect l="0" t="0" r="r" b="b"/>
                <a:pathLst>
                  <a:path w="5833" h="2073" fill="norm" stroke="0">
                    <a:moveTo>
                      <a:pt x="5833" y="267"/>
                    </a:moveTo>
                    <a:cubicBezTo>
                      <a:pt x="2437" y="2073"/>
                      <a:pt x="2437" y="2073"/>
                      <a:pt x="938" y="1908"/>
                    </a:cubicBezTo>
                    <a:cubicBezTo>
                      <a:pt x="902" y="1905"/>
                      <a:pt x="866" y="1901"/>
                      <a:pt x="829" y="1898"/>
                    </a:cubicBezTo>
                    <a:cubicBezTo>
                      <a:pt x="384" y="1851"/>
                      <a:pt x="384" y="1851"/>
                      <a:pt x="208" y="1726"/>
                    </a:cubicBezTo>
                    <a:cubicBezTo>
                      <a:pt x="74" y="1541"/>
                      <a:pt x="34" y="1322"/>
                      <a:pt x="0" y="1101"/>
                    </a:cubicBezTo>
                    <a:cubicBezTo>
                      <a:pt x="25" y="1101"/>
                      <a:pt x="25" y="1101"/>
                      <a:pt x="149" y="1104"/>
                    </a:cubicBezTo>
                    <a:cubicBezTo>
                      <a:pt x="1800" y="1137"/>
                      <a:pt x="1800" y="1137"/>
                      <a:pt x="2603" y="1034"/>
                    </a:cubicBezTo>
                    <a:cubicBezTo>
                      <a:pt x="2664" y="1026"/>
                      <a:pt x="2725" y="1019"/>
                      <a:pt x="2786" y="1013"/>
                    </a:cubicBezTo>
                    <a:cubicBezTo>
                      <a:pt x="3171" y="970"/>
                      <a:pt x="3379" y="879"/>
                      <a:pt x="3643" y="580"/>
                    </a:cubicBezTo>
                    <a:cubicBezTo>
                      <a:pt x="3822" y="405"/>
                      <a:pt x="4036" y="331"/>
                      <a:pt x="4270" y="255"/>
                    </a:cubicBezTo>
                    <a:cubicBezTo>
                      <a:pt x="4349" y="228"/>
                      <a:pt x="4425" y="199"/>
                      <a:pt x="4503" y="168"/>
                    </a:cubicBezTo>
                    <a:cubicBezTo>
                      <a:pt x="4975" y="0"/>
                      <a:pt x="5368" y="114"/>
                      <a:pt x="5833" y="267"/>
                    </a:cubicBezTo>
                    <a:close/>
                  </a:path>
                </a:pathLst>
              </a:custGeom>
              <a:solidFill>
                <a:srgbClr val="FDDB87"/>
              </a:solidFill>
              <a:ln w="2646" cap="flat">
                <a:noFill/>
              </a:ln>
            </p:spPr>
          </p:sp>
          <p:sp>
            <p:nvSpPr>
              <p:cNvPr id="2957" name="ICON_C_TOPOGRAPHY_path_101"/>
              <p:cNvSpPr/>
              <p:nvPr/>
            </p:nvSpPr>
            <p:spPr>
              <a:xfrm>
                <a:off x="11657542" y="7453312"/>
                <a:ext cx="14147" cy="100542"/>
              </a:xfrm>
              <a:custGeom>
                <a:avLst/>
                <a:gdLst/>
                <a:ahLst/>
                <a:cxnLst/>
                <a:rect l="0" t="0" r="r" b="b"/>
                <a:pathLst>
                  <a:path w="1114" h="7917" fill="norm" stroke="0">
                    <a:moveTo>
                      <a:pt x="833" y="0"/>
                    </a:moveTo>
                    <a:cubicBezTo>
                      <a:pt x="902" y="0"/>
                      <a:pt x="971" y="0"/>
                      <a:pt x="1042" y="0"/>
                    </a:cubicBezTo>
                    <a:cubicBezTo>
                      <a:pt x="1051" y="851"/>
                      <a:pt x="1059" y="1702"/>
                      <a:pt x="1063" y="2554"/>
                    </a:cubicBezTo>
                    <a:cubicBezTo>
                      <a:pt x="1065" y="2949"/>
                      <a:pt x="1068" y="3344"/>
                      <a:pt x="1073" y="3740"/>
                    </a:cubicBezTo>
                    <a:cubicBezTo>
                      <a:pt x="1077" y="4085"/>
                      <a:pt x="1080" y="4430"/>
                      <a:pt x="1081" y="4775"/>
                    </a:cubicBezTo>
                    <a:cubicBezTo>
                      <a:pt x="1081" y="4957"/>
                      <a:pt x="1083" y="5140"/>
                      <a:pt x="1086" y="5322"/>
                    </a:cubicBezTo>
                    <a:cubicBezTo>
                      <a:pt x="1114" y="7066"/>
                      <a:pt x="1114" y="7066"/>
                      <a:pt x="625" y="7708"/>
                    </a:cubicBezTo>
                    <a:cubicBezTo>
                      <a:pt x="434" y="7852"/>
                      <a:pt x="235" y="7899"/>
                      <a:pt x="0" y="7917"/>
                    </a:cubicBezTo>
                    <a:cubicBezTo>
                      <a:pt x="25" y="7653"/>
                      <a:pt x="51" y="7390"/>
                      <a:pt x="77" y="7127"/>
                    </a:cubicBezTo>
                    <a:cubicBezTo>
                      <a:pt x="87" y="7038"/>
                      <a:pt x="95" y="6948"/>
                      <a:pt x="104" y="6859"/>
                    </a:cubicBezTo>
                    <a:cubicBezTo>
                      <a:pt x="116" y="6730"/>
                      <a:pt x="129" y="6601"/>
                      <a:pt x="143" y="6472"/>
                    </a:cubicBezTo>
                    <a:cubicBezTo>
                      <a:pt x="144" y="6452"/>
                      <a:pt x="144" y="6452"/>
                      <a:pt x="153" y="6351"/>
                    </a:cubicBezTo>
                    <a:cubicBezTo>
                      <a:pt x="157" y="6314"/>
                      <a:pt x="161" y="6276"/>
                      <a:pt x="166" y="6237"/>
                    </a:cubicBezTo>
                    <a:cubicBezTo>
                      <a:pt x="169" y="6205"/>
                      <a:pt x="172" y="6172"/>
                      <a:pt x="175" y="6138"/>
                    </a:cubicBezTo>
                    <a:cubicBezTo>
                      <a:pt x="208" y="6042"/>
                      <a:pt x="208" y="6042"/>
                      <a:pt x="311" y="5960"/>
                    </a:cubicBezTo>
                    <a:cubicBezTo>
                      <a:pt x="495" y="5788"/>
                      <a:pt x="465" y="5510"/>
                      <a:pt x="479" y="5274"/>
                    </a:cubicBezTo>
                    <a:cubicBezTo>
                      <a:pt x="483" y="5217"/>
                      <a:pt x="487" y="5159"/>
                      <a:pt x="491" y="5102"/>
                    </a:cubicBezTo>
                    <a:cubicBezTo>
                      <a:pt x="502" y="4946"/>
                      <a:pt x="512" y="4790"/>
                      <a:pt x="522" y="4634"/>
                    </a:cubicBezTo>
                    <a:cubicBezTo>
                      <a:pt x="532" y="4471"/>
                      <a:pt x="544" y="4308"/>
                      <a:pt x="555" y="4145"/>
                    </a:cubicBezTo>
                    <a:cubicBezTo>
                      <a:pt x="577" y="3837"/>
                      <a:pt x="597" y="3529"/>
                      <a:pt x="617" y="3220"/>
                    </a:cubicBezTo>
                    <a:cubicBezTo>
                      <a:pt x="640" y="2869"/>
                      <a:pt x="664" y="2518"/>
                      <a:pt x="688" y="2167"/>
                    </a:cubicBezTo>
                    <a:cubicBezTo>
                      <a:pt x="738" y="1445"/>
                      <a:pt x="786" y="722"/>
                      <a:pt x="833" y="0"/>
                    </a:cubicBezTo>
                    <a:close/>
                  </a:path>
                </a:pathLst>
              </a:custGeom>
              <a:solidFill>
                <a:srgbClr val="2A5081"/>
              </a:solidFill>
              <a:ln w="2646" cap="flat">
                <a:noFill/>
              </a:ln>
            </p:spPr>
          </p:sp>
          <p:sp>
            <p:nvSpPr>
              <p:cNvPr id="2958" name="ICON_C_TOPOGRAPHY_path_102"/>
              <p:cNvSpPr/>
              <p:nvPr/>
            </p:nvSpPr>
            <p:spPr>
              <a:xfrm>
                <a:off x="11328590" y="7429500"/>
                <a:ext cx="14097" cy="116417"/>
              </a:xfrm>
              <a:custGeom>
                <a:avLst/>
                <a:gdLst/>
                <a:ahLst/>
                <a:cxnLst/>
                <a:rect l="0" t="0" r="r" b="b"/>
                <a:pathLst>
                  <a:path w="1110" h="9167" fill="norm" stroke="0">
                    <a:moveTo>
                      <a:pt x="485" y="0"/>
                    </a:moveTo>
                    <a:cubicBezTo>
                      <a:pt x="554" y="0"/>
                      <a:pt x="623" y="0"/>
                      <a:pt x="693" y="0"/>
                    </a:cubicBezTo>
                    <a:cubicBezTo>
                      <a:pt x="699" y="230"/>
                      <a:pt x="702" y="459"/>
                      <a:pt x="705" y="689"/>
                    </a:cubicBezTo>
                    <a:cubicBezTo>
                      <a:pt x="706" y="767"/>
                      <a:pt x="707" y="845"/>
                      <a:pt x="709" y="923"/>
                    </a:cubicBezTo>
                    <a:cubicBezTo>
                      <a:pt x="712" y="1036"/>
                      <a:pt x="713" y="1149"/>
                      <a:pt x="714" y="1261"/>
                    </a:cubicBezTo>
                    <a:cubicBezTo>
                      <a:pt x="715" y="1296"/>
                      <a:pt x="716" y="1330"/>
                      <a:pt x="717" y="1365"/>
                    </a:cubicBezTo>
                    <a:cubicBezTo>
                      <a:pt x="717" y="1561"/>
                      <a:pt x="691" y="1683"/>
                      <a:pt x="590" y="1851"/>
                    </a:cubicBezTo>
                    <a:cubicBezTo>
                      <a:pt x="420" y="2166"/>
                      <a:pt x="451" y="2516"/>
                      <a:pt x="450" y="2864"/>
                    </a:cubicBezTo>
                    <a:cubicBezTo>
                      <a:pt x="449" y="2941"/>
                      <a:pt x="448" y="3018"/>
                      <a:pt x="447" y="3096"/>
                    </a:cubicBezTo>
                    <a:cubicBezTo>
                      <a:pt x="445" y="3302"/>
                      <a:pt x="445" y="3508"/>
                      <a:pt x="446" y="3714"/>
                    </a:cubicBezTo>
                    <a:cubicBezTo>
                      <a:pt x="446" y="3841"/>
                      <a:pt x="446" y="3969"/>
                      <a:pt x="446" y="4097"/>
                    </a:cubicBezTo>
                    <a:cubicBezTo>
                      <a:pt x="446" y="5399"/>
                      <a:pt x="540" y="6617"/>
                      <a:pt x="845" y="7885"/>
                    </a:cubicBezTo>
                    <a:cubicBezTo>
                      <a:pt x="911" y="8157"/>
                      <a:pt x="965" y="8432"/>
                      <a:pt x="1020" y="8707"/>
                    </a:cubicBezTo>
                    <a:cubicBezTo>
                      <a:pt x="1029" y="8753"/>
                      <a:pt x="1038" y="8799"/>
                      <a:pt x="1047" y="8846"/>
                    </a:cubicBezTo>
                    <a:cubicBezTo>
                      <a:pt x="1068" y="8953"/>
                      <a:pt x="1089" y="9060"/>
                      <a:pt x="1110" y="9167"/>
                    </a:cubicBezTo>
                    <a:cubicBezTo>
                      <a:pt x="597" y="8741"/>
                      <a:pt x="365" y="8374"/>
                      <a:pt x="241" y="7722"/>
                    </a:cubicBezTo>
                    <a:cubicBezTo>
                      <a:pt x="237" y="7702"/>
                      <a:pt x="237" y="7702"/>
                      <a:pt x="216" y="7602"/>
                    </a:cubicBezTo>
                    <a:cubicBezTo>
                      <a:pt x="0" y="6545"/>
                      <a:pt x="5" y="5472"/>
                      <a:pt x="15" y="4399"/>
                    </a:cubicBezTo>
                    <a:cubicBezTo>
                      <a:pt x="16" y="4208"/>
                      <a:pt x="16" y="4017"/>
                      <a:pt x="14" y="3826"/>
                    </a:cubicBezTo>
                    <a:cubicBezTo>
                      <a:pt x="2" y="2503"/>
                      <a:pt x="67" y="1268"/>
                      <a:pt x="485" y="0"/>
                    </a:cubicBezTo>
                    <a:close/>
                  </a:path>
                </a:pathLst>
              </a:custGeom>
              <a:solidFill>
                <a:srgbClr val="4995C4"/>
              </a:solidFill>
              <a:ln w="2646" cap="flat">
                <a:noFill/>
              </a:ln>
            </p:spPr>
          </p:sp>
          <p:sp>
            <p:nvSpPr>
              <p:cNvPr id="2959" name="ICON_C_TOPOGRAPHY_path_103"/>
              <p:cNvSpPr/>
              <p:nvPr/>
            </p:nvSpPr>
            <p:spPr>
              <a:xfrm>
                <a:off x="11533188" y="7379822"/>
                <a:ext cx="29501" cy="31157"/>
              </a:xfrm>
              <a:custGeom>
                <a:avLst/>
                <a:gdLst/>
                <a:ahLst/>
                <a:cxnLst/>
                <a:rect l="0" t="0" r="r" b="b"/>
                <a:pathLst>
                  <a:path w="2323" h="2453" fill="norm" stroke="0">
                    <a:moveTo>
                      <a:pt x="0" y="162"/>
                    </a:moveTo>
                    <a:cubicBezTo>
                      <a:pt x="1619" y="0"/>
                      <a:pt x="1619" y="0"/>
                      <a:pt x="2005" y="244"/>
                    </a:cubicBezTo>
                    <a:cubicBezTo>
                      <a:pt x="2231" y="517"/>
                      <a:pt x="2270" y="859"/>
                      <a:pt x="2292" y="1203"/>
                    </a:cubicBezTo>
                    <a:cubicBezTo>
                      <a:pt x="2294" y="1231"/>
                      <a:pt x="2296" y="1260"/>
                      <a:pt x="2298" y="1289"/>
                    </a:cubicBezTo>
                    <a:cubicBezTo>
                      <a:pt x="2323" y="1679"/>
                      <a:pt x="2316" y="2063"/>
                      <a:pt x="2292" y="2453"/>
                    </a:cubicBezTo>
                    <a:cubicBezTo>
                      <a:pt x="2085" y="2453"/>
                      <a:pt x="1879" y="2453"/>
                      <a:pt x="1667" y="2453"/>
                    </a:cubicBezTo>
                    <a:cubicBezTo>
                      <a:pt x="1661" y="2400"/>
                      <a:pt x="1656" y="2347"/>
                      <a:pt x="1650" y="2293"/>
                    </a:cubicBezTo>
                    <a:cubicBezTo>
                      <a:pt x="1599" y="1945"/>
                      <a:pt x="1545" y="1668"/>
                      <a:pt x="1259" y="1440"/>
                    </a:cubicBezTo>
                    <a:cubicBezTo>
                      <a:pt x="1145" y="1358"/>
                      <a:pt x="1031" y="1283"/>
                      <a:pt x="911" y="1212"/>
                    </a:cubicBezTo>
                    <a:cubicBezTo>
                      <a:pt x="803" y="1145"/>
                      <a:pt x="712" y="1087"/>
                      <a:pt x="625" y="995"/>
                    </a:cubicBezTo>
                    <a:cubicBezTo>
                      <a:pt x="590" y="842"/>
                      <a:pt x="604" y="737"/>
                      <a:pt x="625" y="578"/>
                    </a:cubicBezTo>
                    <a:cubicBezTo>
                      <a:pt x="419" y="578"/>
                      <a:pt x="212" y="578"/>
                      <a:pt x="0" y="578"/>
                    </a:cubicBezTo>
                    <a:cubicBezTo>
                      <a:pt x="0" y="441"/>
                      <a:pt x="0" y="303"/>
                      <a:pt x="0" y="162"/>
                    </a:cubicBezTo>
                    <a:close/>
                  </a:path>
                </a:pathLst>
              </a:custGeom>
              <a:solidFill>
                <a:srgbClr val="61D0E0"/>
              </a:solidFill>
              <a:ln w="2646" cap="flat">
                <a:noFill/>
              </a:ln>
            </p:spPr>
          </p:sp>
          <p:sp>
            <p:nvSpPr>
              <p:cNvPr id="2960" name="ICON_C_TOPOGRAPHY_path_104"/>
              <p:cNvSpPr/>
              <p:nvPr/>
            </p:nvSpPr>
            <p:spPr>
              <a:xfrm>
                <a:off x="11353271" y="7335790"/>
                <a:ext cx="37042" cy="46532"/>
              </a:xfrm>
              <a:custGeom>
                <a:avLst/>
                <a:gdLst/>
                <a:ahLst/>
                <a:cxnLst/>
                <a:rect l="0" t="0" r="r" b="b"/>
                <a:pathLst>
                  <a:path w="2917" h="3664" fill="norm" stroke="0">
                    <a:moveTo>
                      <a:pt x="2917" y="87"/>
                    </a:moveTo>
                    <a:cubicBezTo>
                      <a:pt x="2601" y="855"/>
                      <a:pt x="2104" y="1488"/>
                      <a:pt x="1601" y="2140"/>
                    </a:cubicBezTo>
                    <a:cubicBezTo>
                      <a:pt x="1481" y="2297"/>
                      <a:pt x="1362" y="2454"/>
                      <a:pt x="1244" y="2612"/>
                    </a:cubicBezTo>
                    <a:cubicBezTo>
                      <a:pt x="1152" y="2735"/>
                      <a:pt x="1059" y="2857"/>
                      <a:pt x="965" y="2978"/>
                    </a:cubicBezTo>
                    <a:cubicBezTo>
                      <a:pt x="921" y="3036"/>
                      <a:pt x="877" y="3094"/>
                      <a:pt x="834" y="3153"/>
                    </a:cubicBezTo>
                    <a:cubicBezTo>
                      <a:pt x="496" y="3606"/>
                      <a:pt x="496" y="3606"/>
                      <a:pt x="294" y="3663"/>
                    </a:cubicBezTo>
                    <a:cubicBezTo>
                      <a:pt x="189" y="3664"/>
                      <a:pt x="101" y="3656"/>
                      <a:pt x="0" y="3629"/>
                    </a:cubicBezTo>
                    <a:cubicBezTo>
                      <a:pt x="144" y="2474"/>
                      <a:pt x="889" y="1434"/>
                      <a:pt x="1680" y="621"/>
                    </a:cubicBezTo>
                    <a:cubicBezTo>
                      <a:pt x="1692" y="607"/>
                      <a:pt x="1692" y="607"/>
                      <a:pt x="1758" y="538"/>
                    </a:cubicBezTo>
                    <a:cubicBezTo>
                      <a:pt x="2123" y="155"/>
                      <a:pt x="2383" y="0"/>
                      <a:pt x="2917" y="87"/>
                    </a:cubicBezTo>
                    <a:close/>
                  </a:path>
                </a:pathLst>
              </a:custGeom>
              <a:solidFill>
                <a:srgbClr val="100C63"/>
              </a:solidFill>
              <a:ln w="2646" cap="flat">
                <a:noFill/>
              </a:ln>
            </p:spPr>
          </p:sp>
          <p:sp>
            <p:nvSpPr>
              <p:cNvPr id="2961" name="ICON_C_TOPOGRAPHY_path_105"/>
              <p:cNvSpPr/>
              <p:nvPr/>
            </p:nvSpPr>
            <p:spPr>
              <a:xfrm>
                <a:off x="11533186" y="7611762"/>
                <a:ext cx="60854" cy="19942"/>
              </a:xfrm>
              <a:custGeom>
                <a:avLst/>
                <a:gdLst/>
                <a:ahLst/>
                <a:cxnLst/>
                <a:rect l="0" t="0" r="r" b="b"/>
                <a:pathLst>
                  <a:path w="4792" h="1570" fill="norm" stroke="0">
                    <a:moveTo>
                      <a:pt x="3869" y="0"/>
                    </a:moveTo>
                    <a:cubicBezTo>
                      <a:pt x="3912" y="1"/>
                      <a:pt x="3954" y="2"/>
                      <a:pt x="3998" y="3"/>
                    </a:cubicBezTo>
                    <a:cubicBezTo>
                      <a:pt x="4021" y="4"/>
                      <a:pt x="4021" y="4"/>
                      <a:pt x="4139" y="5"/>
                    </a:cubicBezTo>
                    <a:cubicBezTo>
                      <a:pt x="4163" y="6"/>
                      <a:pt x="4163" y="6"/>
                      <a:pt x="4284" y="11"/>
                    </a:cubicBezTo>
                    <a:cubicBezTo>
                      <a:pt x="4333" y="12"/>
                      <a:pt x="4381" y="13"/>
                      <a:pt x="4432" y="14"/>
                    </a:cubicBezTo>
                    <a:cubicBezTo>
                      <a:pt x="4552" y="16"/>
                      <a:pt x="4672" y="20"/>
                      <a:pt x="4792" y="24"/>
                    </a:cubicBezTo>
                    <a:cubicBezTo>
                      <a:pt x="4792" y="299"/>
                      <a:pt x="4792" y="574"/>
                      <a:pt x="4792" y="857"/>
                    </a:cubicBezTo>
                    <a:cubicBezTo>
                      <a:pt x="4725" y="851"/>
                      <a:pt x="4725" y="851"/>
                      <a:pt x="4388" y="818"/>
                    </a:cubicBezTo>
                    <a:cubicBezTo>
                      <a:pt x="4238" y="811"/>
                      <a:pt x="4102" y="809"/>
                      <a:pt x="3958" y="857"/>
                    </a:cubicBezTo>
                    <a:cubicBezTo>
                      <a:pt x="3886" y="953"/>
                      <a:pt x="3872" y="1053"/>
                      <a:pt x="3854" y="1170"/>
                    </a:cubicBezTo>
                    <a:cubicBezTo>
                      <a:pt x="3821" y="1388"/>
                      <a:pt x="3821" y="1388"/>
                      <a:pt x="3750" y="1482"/>
                    </a:cubicBezTo>
                    <a:cubicBezTo>
                      <a:pt x="3488" y="1570"/>
                      <a:pt x="3185" y="1516"/>
                      <a:pt x="2917" y="1482"/>
                    </a:cubicBezTo>
                    <a:cubicBezTo>
                      <a:pt x="2917" y="1276"/>
                      <a:pt x="2917" y="1070"/>
                      <a:pt x="2917" y="857"/>
                    </a:cubicBezTo>
                    <a:cubicBezTo>
                      <a:pt x="1954" y="926"/>
                      <a:pt x="992" y="995"/>
                      <a:pt x="0" y="1065"/>
                    </a:cubicBezTo>
                    <a:cubicBezTo>
                      <a:pt x="0" y="997"/>
                      <a:pt x="0" y="928"/>
                      <a:pt x="0" y="857"/>
                    </a:cubicBezTo>
                    <a:cubicBezTo>
                      <a:pt x="182" y="751"/>
                      <a:pt x="397" y="705"/>
                      <a:pt x="599" y="649"/>
                    </a:cubicBezTo>
                    <a:cubicBezTo>
                      <a:pt x="630" y="640"/>
                      <a:pt x="661" y="630"/>
                      <a:pt x="694" y="621"/>
                    </a:cubicBezTo>
                    <a:cubicBezTo>
                      <a:pt x="1402" y="419"/>
                      <a:pt x="2124" y="355"/>
                      <a:pt x="2856" y="303"/>
                    </a:cubicBezTo>
                    <a:cubicBezTo>
                      <a:pt x="2900" y="300"/>
                      <a:pt x="2944" y="296"/>
                      <a:pt x="2990" y="293"/>
                    </a:cubicBezTo>
                    <a:cubicBezTo>
                      <a:pt x="3072" y="287"/>
                      <a:pt x="3155" y="281"/>
                      <a:pt x="3238" y="277"/>
                    </a:cubicBezTo>
                    <a:cubicBezTo>
                      <a:pt x="3542" y="254"/>
                      <a:pt x="3542" y="254"/>
                      <a:pt x="3657" y="126"/>
                    </a:cubicBezTo>
                    <a:cubicBezTo>
                      <a:pt x="3750" y="24"/>
                      <a:pt x="3750" y="24"/>
                      <a:pt x="3869" y="0"/>
                    </a:cubicBezTo>
                    <a:close/>
                  </a:path>
                </a:pathLst>
              </a:custGeom>
              <a:solidFill>
                <a:srgbClr val="4498E4"/>
              </a:solidFill>
              <a:ln w="2646" cap="flat">
                <a:noFill/>
              </a:ln>
            </p:spPr>
          </p:sp>
          <p:sp>
            <p:nvSpPr>
              <p:cNvPr id="2962" name="ICON_C_TOPOGRAPHY_path_106"/>
              <p:cNvSpPr/>
              <p:nvPr/>
            </p:nvSpPr>
            <p:spPr>
              <a:xfrm>
                <a:off x="11477624" y="7296399"/>
                <a:ext cx="68993" cy="11393"/>
              </a:xfrm>
              <a:custGeom>
                <a:avLst/>
                <a:gdLst/>
                <a:ahLst/>
                <a:cxnLst/>
                <a:rect l="0" t="0" r="r" b="b"/>
                <a:pathLst>
                  <a:path w="5433" h="897" fill="norm" stroke="0">
                    <a:moveTo>
                      <a:pt x="366" y="11"/>
                    </a:moveTo>
                    <a:cubicBezTo>
                      <a:pt x="428" y="8"/>
                      <a:pt x="491" y="8"/>
                      <a:pt x="553" y="10"/>
                    </a:cubicBezTo>
                    <a:cubicBezTo>
                      <a:pt x="587" y="9"/>
                      <a:pt x="622" y="8"/>
                      <a:pt x="657" y="8"/>
                    </a:cubicBezTo>
                    <a:cubicBezTo>
                      <a:pt x="771" y="6"/>
                      <a:pt x="884" y="7"/>
                      <a:pt x="998" y="8"/>
                    </a:cubicBezTo>
                    <a:cubicBezTo>
                      <a:pt x="1078" y="8"/>
                      <a:pt x="1158" y="8"/>
                      <a:pt x="1239" y="7"/>
                    </a:cubicBezTo>
                    <a:cubicBezTo>
                      <a:pt x="1408" y="7"/>
                      <a:pt x="1577" y="8"/>
                      <a:pt x="1746" y="9"/>
                    </a:cubicBezTo>
                    <a:cubicBezTo>
                      <a:pt x="1959" y="12"/>
                      <a:pt x="2171" y="10"/>
                      <a:pt x="2383" y="8"/>
                    </a:cubicBezTo>
                    <a:cubicBezTo>
                      <a:pt x="3215" y="0"/>
                      <a:pt x="4006" y="30"/>
                      <a:pt x="4810" y="262"/>
                    </a:cubicBezTo>
                    <a:cubicBezTo>
                      <a:pt x="4841" y="271"/>
                      <a:pt x="4873" y="280"/>
                      <a:pt x="4905" y="290"/>
                    </a:cubicBezTo>
                    <a:cubicBezTo>
                      <a:pt x="5280" y="399"/>
                      <a:pt x="5280" y="399"/>
                      <a:pt x="5417" y="480"/>
                    </a:cubicBezTo>
                    <a:cubicBezTo>
                      <a:pt x="5433" y="591"/>
                      <a:pt x="5433" y="591"/>
                      <a:pt x="5417" y="689"/>
                    </a:cubicBezTo>
                    <a:cubicBezTo>
                      <a:pt x="5379" y="688"/>
                      <a:pt x="5342" y="688"/>
                      <a:pt x="5304" y="687"/>
                    </a:cubicBezTo>
                    <a:cubicBezTo>
                      <a:pt x="4948" y="683"/>
                      <a:pt x="4593" y="680"/>
                      <a:pt x="4237" y="678"/>
                    </a:cubicBezTo>
                    <a:cubicBezTo>
                      <a:pt x="4055" y="677"/>
                      <a:pt x="3872" y="675"/>
                      <a:pt x="3690" y="673"/>
                    </a:cubicBezTo>
                    <a:cubicBezTo>
                      <a:pt x="2137" y="653"/>
                      <a:pt x="2137" y="653"/>
                      <a:pt x="1458" y="897"/>
                    </a:cubicBezTo>
                    <a:cubicBezTo>
                      <a:pt x="1458" y="760"/>
                      <a:pt x="1458" y="622"/>
                      <a:pt x="1458" y="480"/>
                    </a:cubicBezTo>
                    <a:cubicBezTo>
                      <a:pt x="977" y="480"/>
                      <a:pt x="496" y="480"/>
                      <a:pt x="0" y="480"/>
                    </a:cubicBezTo>
                    <a:cubicBezTo>
                      <a:pt x="208" y="64"/>
                      <a:pt x="208" y="64"/>
                      <a:pt x="366" y="11"/>
                    </a:cubicBezTo>
                    <a:close/>
                  </a:path>
                </a:pathLst>
              </a:custGeom>
              <a:solidFill>
                <a:srgbClr val="5755B1"/>
              </a:solidFill>
              <a:ln w="2646" cap="flat">
                <a:noFill/>
              </a:ln>
            </p:spPr>
          </p:sp>
          <p:sp>
            <p:nvSpPr>
              <p:cNvPr id="2963" name="ICON_C_TOPOGRAPHY_path_107"/>
              <p:cNvSpPr/>
              <p:nvPr/>
            </p:nvSpPr>
            <p:spPr>
              <a:xfrm>
                <a:off x="11625573" y="7468862"/>
                <a:ext cx="32570" cy="61180"/>
              </a:xfrm>
              <a:custGeom>
                <a:avLst/>
                <a:gdLst/>
                <a:ahLst/>
                <a:cxnLst/>
                <a:rect l="0" t="0" r="r" b="b"/>
                <a:pathLst>
                  <a:path w="2565" h="4817" fill="norm" stroke="0">
                    <a:moveTo>
                      <a:pt x="2204" y="0"/>
                    </a:moveTo>
                    <a:cubicBezTo>
                      <a:pt x="2311" y="0"/>
                      <a:pt x="2411" y="8"/>
                      <a:pt x="2517" y="26"/>
                    </a:cubicBezTo>
                    <a:cubicBezTo>
                      <a:pt x="2529" y="195"/>
                      <a:pt x="2537" y="364"/>
                      <a:pt x="2543" y="533"/>
                    </a:cubicBezTo>
                    <a:cubicBezTo>
                      <a:pt x="2545" y="557"/>
                      <a:pt x="2545" y="557"/>
                      <a:pt x="2554" y="679"/>
                    </a:cubicBezTo>
                    <a:cubicBezTo>
                      <a:pt x="2555" y="725"/>
                      <a:pt x="2556" y="771"/>
                      <a:pt x="2558" y="819"/>
                    </a:cubicBezTo>
                    <a:cubicBezTo>
                      <a:pt x="2560" y="862"/>
                      <a:pt x="2562" y="904"/>
                      <a:pt x="2565" y="948"/>
                    </a:cubicBezTo>
                    <a:cubicBezTo>
                      <a:pt x="2517" y="1067"/>
                      <a:pt x="2517" y="1067"/>
                      <a:pt x="2431" y="1109"/>
                    </a:cubicBezTo>
                    <a:cubicBezTo>
                      <a:pt x="2395" y="1123"/>
                      <a:pt x="2359" y="1137"/>
                      <a:pt x="2322" y="1152"/>
                    </a:cubicBezTo>
                    <a:cubicBezTo>
                      <a:pt x="2072" y="1265"/>
                      <a:pt x="2000" y="1429"/>
                      <a:pt x="1905" y="1675"/>
                    </a:cubicBezTo>
                    <a:cubicBezTo>
                      <a:pt x="1896" y="1701"/>
                      <a:pt x="1886" y="1727"/>
                      <a:pt x="1876" y="1754"/>
                    </a:cubicBezTo>
                    <a:cubicBezTo>
                      <a:pt x="1846" y="1837"/>
                      <a:pt x="1814" y="1919"/>
                      <a:pt x="1781" y="2001"/>
                    </a:cubicBezTo>
                    <a:cubicBezTo>
                      <a:pt x="1712" y="2175"/>
                      <a:pt x="1646" y="2350"/>
                      <a:pt x="1580" y="2526"/>
                    </a:cubicBezTo>
                    <a:cubicBezTo>
                      <a:pt x="1503" y="2729"/>
                      <a:pt x="1425" y="2932"/>
                      <a:pt x="1345" y="3134"/>
                    </a:cubicBezTo>
                    <a:cubicBezTo>
                      <a:pt x="1314" y="3214"/>
                      <a:pt x="1284" y="3295"/>
                      <a:pt x="1254" y="3376"/>
                    </a:cubicBezTo>
                    <a:cubicBezTo>
                      <a:pt x="1161" y="3619"/>
                      <a:pt x="1087" y="3787"/>
                      <a:pt x="843" y="3902"/>
                    </a:cubicBezTo>
                    <a:cubicBezTo>
                      <a:pt x="825" y="3909"/>
                      <a:pt x="825" y="3909"/>
                      <a:pt x="734" y="3945"/>
                    </a:cubicBezTo>
                    <a:cubicBezTo>
                      <a:pt x="609" y="3998"/>
                      <a:pt x="566" y="4064"/>
                      <a:pt x="510" y="4187"/>
                    </a:cubicBezTo>
                    <a:cubicBezTo>
                      <a:pt x="493" y="4224"/>
                      <a:pt x="475" y="4260"/>
                      <a:pt x="457" y="4299"/>
                    </a:cubicBezTo>
                    <a:cubicBezTo>
                      <a:pt x="441" y="4336"/>
                      <a:pt x="425" y="4374"/>
                      <a:pt x="408" y="4414"/>
                    </a:cubicBezTo>
                    <a:cubicBezTo>
                      <a:pt x="390" y="4452"/>
                      <a:pt x="372" y="4491"/>
                      <a:pt x="353" y="4531"/>
                    </a:cubicBezTo>
                    <a:cubicBezTo>
                      <a:pt x="310" y="4626"/>
                      <a:pt x="267" y="4721"/>
                      <a:pt x="226" y="4817"/>
                    </a:cubicBezTo>
                    <a:cubicBezTo>
                      <a:pt x="98" y="4553"/>
                      <a:pt x="0" y="4280"/>
                      <a:pt x="17" y="3984"/>
                    </a:cubicBezTo>
                    <a:cubicBezTo>
                      <a:pt x="101" y="3750"/>
                      <a:pt x="240" y="3550"/>
                      <a:pt x="380" y="3346"/>
                    </a:cubicBezTo>
                    <a:cubicBezTo>
                      <a:pt x="410" y="3302"/>
                      <a:pt x="440" y="3258"/>
                      <a:pt x="470" y="3214"/>
                    </a:cubicBezTo>
                    <a:cubicBezTo>
                      <a:pt x="485" y="3192"/>
                      <a:pt x="500" y="3170"/>
                      <a:pt x="515" y="3148"/>
                    </a:cubicBezTo>
                    <a:cubicBezTo>
                      <a:pt x="704" y="2863"/>
                      <a:pt x="807" y="2543"/>
                      <a:pt x="906" y="2218"/>
                    </a:cubicBezTo>
                    <a:cubicBezTo>
                      <a:pt x="920" y="2176"/>
                      <a:pt x="934" y="2135"/>
                      <a:pt x="949" y="2092"/>
                    </a:cubicBezTo>
                    <a:cubicBezTo>
                      <a:pt x="960" y="2055"/>
                      <a:pt x="972" y="2018"/>
                      <a:pt x="983" y="1980"/>
                    </a:cubicBezTo>
                    <a:cubicBezTo>
                      <a:pt x="1008" y="1954"/>
                      <a:pt x="1033" y="1928"/>
                      <a:pt x="1059" y="1901"/>
                    </a:cubicBezTo>
                    <a:cubicBezTo>
                      <a:pt x="1127" y="1902"/>
                      <a:pt x="1196" y="1908"/>
                      <a:pt x="1264" y="1914"/>
                    </a:cubicBezTo>
                    <a:cubicBezTo>
                      <a:pt x="1376" y="1919"/>
                      <a:pt x="1376" y="1919"/>
                      <a:pt x="1476" y="1901"/>
                    </a:cubicBezTo>
                    <a:cubicBezTo>
                      <a:pt x="1573" y="1779"/>
                      <a:pt x="1601" y="1640"/>
                      <a:pt x="1638" y="1490"/>
                    </a:cubicBezTo>
                    <a:cubicBezTo>
                      <a:pt x="1651" y="1449"/>
                      <a:pt x="1663" y="1407"/>
                      <a:pt x="1676" y="1364"/>
                    </a:cubicBezTo>
                    <a:cubicBezTo>
                      <a:pt x="1715" y="1231"/>
                      <a:pt x="1752" y="1097"/>
                      <a:pt x="1788" y="963"/>
                    </a:cubicBezTo>
                    <a:cubicBezTo>
                      <a:pt x="1836" y="787"/>
                      <a:pt x="1886" y="611"/>
                      <a:pt x="1938" y="436"/>
                    </a:cubicBezTo>
                    <a:cubicBezTo>
                      <a:pt x="1943" y="415"/>
                      <a:pt x="1943" y="415"/>
                      <a:pt x="1969" y="311"/>
                    </a:cubicBezTo>
                    <a:cubicBezTo>
                      <a:pt x="2050" y="38"/>
                      <a:pt x="2050" y="38"/>
                      <a:pt x="2204" y="0"/>
                    </a:cubicBezTo>
                    <a:close/>
                  </a:path>
                </a:pathLst>
              </a:custGeom>
              <a:solidFill>
                <a:srgbClr val="82EAD0"/>
              </a:solidFill>
              <a:ln w="2646" cap="flat">
                <a:noFill/>
              </a:ln>
            </p:spPr>
          </p:sp>
          <p:sp>
            <p:nvSpPr>
              <p:cNvPr id="2964" name="ICON_C_TOPOGRAPHY_path_108"/>
              <p:cNvSpPr/>
              <p:nvPr/>
            </p:nvSpPr>
            <p:spPr>
              <a:xfrm>
                <a:off x="11377083" y="7343719"/>
                <a:ext cx="36052" cy="32864"/>
              </a:xfrm>
              <a:custGeom>
                <a:avLst/>
                <a:gdLst/>
                <a:ahLst/>
                <a:cxnLst/>
                <a:rect l="0" t="0" r="r" b="b"/>
                <a:pathLst>
                  <a:path w="2839" h="2588" fill="norm" stroke="0">
                    <a:moveTo>
                      <a:pt x="2708" y="88"/>
                    </a:moveTo>
                    <a:cubicBezTo>
                      <a:pt x="2839" y="907"/>
                      <a:pt x="2839" y="907"/>
                      <a:pt x="2640" y="1246"/>
                    </a:cubicBezTo>
                    <a:cubicBezTo>
                      <a:pt x="2420" y="1511"/>
                      <a:pt x="2147" y="1716"/>
                      <a:pt x="1875" y="1924"/>
                    </a:cubicBezTo>
                    <a:cubicBezTo>
                      <a:pt x="1794" y="1989"/>
                      <a:pt x="1714" y="2054"/>
                      <a:pt x="1634" y="2120"/>
                    </a:cubicBezTo>
                    <a:cubicBezTo>
                      <a:pt x="1439" y="2279"/>
                      <a:pt x="1242" y="2435"/>
                      <a:pt x="1042" y="2588"/>
                    </a:cubicBezTo>
                    <a:cubicBezTo>
                      <a:pt x="1002" y="1918"/>
                      <a:pt x="1002" y="1918"/>
                      <a:pt x="1250" y="1611"/>
                    </a:cubicBezTo>
                    <a:cubicBezTo>
                      <a:pt x="1270" y="1584"/>
                      <a:pt x="1290" y="1557"/>
                      <a:pt x="1310" y="1529"/>
                    </a:cubicBezTo>
                    <a:cubicBezTo>
                      <a:pt x="1358" y="1465"/>
                      <a:pt x="1408" y="1401"/>
                      <a:pt x="1458" y="1338"/>
                    </a:cubicBezTo>
                    <a:cubicBezTo>
                      <a:pt x="1321" y="1338"/>
                      <a:pt x="1183" y="1338"/>
                      <a:pt x="1042" y="1338"/>
                    </a:cubicBezTo>
                    <a:cubicBezTo>
                      <a:pt x="1042" y="1475"/>
                      <a:pt x="1042" y="1613"/>
                      <a:pt x="1042" y="1754"/>
                    </a:cubicBezTo>
                    <a:cubicBezTo>
                      <a:pt x="835" y="1686"/>
                      <a:pt x="629" y="1617"/>
                      <a:pt x="417" y="1546"/>
                    </a:cubicBezTo>
                    <a:cubicBezTo>
                      <a:pt x="1579" y="0"/>
                      <a:pt x="1579" y="0"/>
                      <a:pt x="2708" y="88"/>
                    </a:cubicBezTo>
                    <a:close/>
                    <a:moveTo>
                      <a:pt x="0" y="1754"/>
                    </a:moveTo>
                    <a:cubicBezTo>
                      <a:pt x="417" y="1963"/>
                      <a:pt x="417" y="1963"/>
                      <a:pt x="417" y="1963"/>
                    </a:cubicBezTo>
                    <a:lnTo>
                      <a:pt x="0" y="1754"/>
                    </a:lnTo>
                    <a:close/>
                  </a:path>
                </a:pathLst>
              </a:custGeom>
              <a:solidFill>
                <a:srgbClr val="4F98E9"/>
              </a:solidFill>
              <a:ln w="2646" cap="flat">
                <a:noFill/>
              </a:ln>
            </p:spPr>
          </p:sp>
          <p:sp>
            <p:nvSpPr>
              <p:cNvPr id="2965" name="ICON_C_TOPOGRAPHY_path_109"/>
              <p:cNvSpPr/>
              <p:nvPr/>
            </p:nvSpPr>
            <p:spPr>
              <a:xfrm>
                <a:off x="11530542" y="7618968"/>
                <a:ext cx="42333" cy="19553"/>
              </a:xfrm>
              <a:custGeom>
                <a:avLst/>
                <a:gdLst/>
                <a:ahLst/>
                <a:cxnLst/>
                <a:rect l="0" t="0" r="r" b="b"/>
                <a:pathLst>
                  <a:path w="3333" h="1540" fill="norm" stroke="0">
                    <a:moveTo>
                      <a:pt x="3333" y="81"/>
                    </a:moveTo>
                    <a:cubicBezTo>
                      <a:pt x="3314" y="432"/>
                      <a:pt x="3251" y="815"/>
                      <a:pt x="2992" y="1071"/>
                    </a:cubicBezTo>
                    <a:cubicBezTo>
                      <a:pt x="2543" y="1378"/>
                      <a:pt x="1743" y="1290"/>
                      <a:pt x="1223" y="1306"/>
                    </a:cubicBezTo>
                    <a:cubicBezTo>
                      <a:pt x="798" y="1323"/>
                      <a:pt x="406" y="1417"/>
                      <a:pt x="0" y="1540"/>
                    </a:cubicBezTo>
                    <a:cubicBezTo>
                      <a:pt x="137" y="1145"/>
                      <a:pt x="328" y="668"/>
                      <a:pt x="709" y="450"/>
                    </a:cubicBezTo>
                    <a:cubicBezTo>
                      <a:pt x="1494" y="92"/>
                      <a:pt x="2483" y="0"/>
                      <a:pt x="3333" y="81"/>
                    </a:cubicBezTo>
                    <a:close/>
                  </a:path>
                </a:pathLst>
              </a:custGeom>
              <a:solidFill>
                <a:srgbClr val="4386E1"/>
              </a:solidFill>
              <a:ln w="2646" cap="flat">
                <a:noFill/>
              </a:ln>
            </p:spPr>
          </p:sp>
          <p:sp>
            <p:nvSpPr>
              <p:cNvPr id="2966" name="ICON_C_TOPOGRAPHY_path_110"/>
              <p:cNvSpPr/>
              <p:nvPr/>
            </p:nvSpPr>
            <p:spPr>
              <a:xfrm>
                <a:off x="11657556" y="7402932"/>
                <a:ext cx="26445" cy="55674"/>
              </a:xfrm>
              <a:custGeom>
                <a:avLst/>
                <a:gdLst/>
                <a:ahLst/>
                <a:cxnLst/>
                <a:rect l="0" t="0" r="r" b="b"/>
                <a:pathLst>
                  <a:path w="2082" h="4384" fill="norm" stroke="0">
                    <a:moveTo>
                      <a:pt x="735" y="0"/>
                    </a:moveTo>
                    <a:cubicBezTo>
                      <a:pt x="767" y="3"/>
                      <a:pt x="799" y="6"/>
                      <a:pt x="832" y="9"/>
                    </a:cubicBezTo>
                    <a:cubicBezTo>
                      <a:pt x="843" y="55"/>
                      <a:pt x="853" y="101"/>
                      <a:pt x="864" y="148"/>
                    </a:cubicBezTo>
                    <a:cubicBezTo>
                      <a:pt x="913" y="362"/>
                      <a:pt x="963" y="576"/>
                      <a:pt x="1015" y="790"/>
                    </a:cubicBezTo>
                    <a:cubicBezTo>
                      <a:pt x="1019" y="809"/>
                      <a:pt x="1019" y="809"/>
                      <a:pt x="1043" y="907"/>
                    </a:cubicBezTo>
                    <a:cubicBezTo>
                      <a:pt x="1243" y="1729"/>
                      <a:pt x="1243" y="1729"/>
                      <a:pt x="1470" y="2105"/>
                    </a:cubicBezTo>
                    <a:cubicBezTo>
                      <a:pt x="1720" y="2520"/>
                      <a:pt x="1754" y="2981"/>
                      <a:pt x="1803" y="3454"/>
                    </a:cubicBezTo>
                    <a:cubicBezTo>
                      <a:pt x="1840" y="3802"/>
                      <a:pt x="1890" y="4082"/>
                      <a:pt x="2082" y="4384"/>
                    </a:cubicBezTo>
                    <a:cubicBezTo>
                      <a:pt x="1768" y="4319"/>
                      <a:pt x="1460" y="4220"/>
                      <a:pt x="1249" y="3967"/>
                    </a:cubicBezTo>
                    <a:cubicBezTo>
                      <a:pt x="1059" y="3528"/>
                      <a:pt x="1066" y="2979"/>
                      <a:pt x="1041" y="2509"/>
                    </a:cubicBezTo>
                    <a:cubicBezTo>
                      <a:pt x="972" y="2612"/>
                      <a:pt x="972" y="2612"/>
                      <a:pt x="624" y="3134"/>
                    </a:cubicBezTo>
                    <a:cubicBezTo>
                      <a:pt x="243" y="2366"/>
                      <a:pt x="0" y="1560"/>
                      <a:pt x="247" y="706"/>
                    </a:cubicBezTo>
                    <a:cubicBezTo>
                      <a:pt x="503" y="18"/>
                      <a:pt x="503" y="18"/>
                      <a:pt x="735" y="0"/>
                    </a:cubicBezTo>
                    <a:close/>
                  </a:path>
                </a:pathLst>
              </a:custGeom>
              <a:solidFill>
                <a:srgbClr val="3B4A82"/>
              </a:solidFill>
              <a:ln w="2646" cap="flat">
                <a:noFill/>
              </a:ln>
            </p:spPr>
          </p:sp>
          <p:sp>
            <p:nvSpPr>
              <p:cNvPr id="2967" name="ICON_C_TOPOGRAPHY_path_111"/>
              <p:cNvSpPr/>
              <p:nvPr/>
            </p:nvSpPr>
            <p:spPr>
              <a:xfrm>
                <a:off x="11376914" y="7601479"/>
                <a:ext cx="55732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4388" h="2292" fill="norm" stroke="0">
                    <a:moveTo>
                      <a:pt x="13" y="0"/>
                    </a:moveTo>
                    <a:cubicBezTo>
                      <a:pt x="175" y="54"/>
                      <a:pt x="335" y="110"/>
                      <a:pt x="495" y="169"/>
                    </a:cubicBezTo>
                    <a:cubicBezTo>
                      <a:pt x="519" y="178"/>
                      <a:pt x="544" y="187"/>
                      <a:pt x="569" y="196"/>
                    </a:cubicBezTo>
                    <a:cubicBezTo>
                      <a:pt x="910" y="324"/>
                      <a:pt x="1116" y="458"/>
                      <a:pt x="1328" y="755"/>
                    </a:cubicBezTo>
                    <a:cubicBezTo>
                      <a:pt x="1431" y="891"/>
                      <a:pt x="1521" y="976"/>
                      <a:pt x="1680" y="1042"/>
                    </a:cubicBezTo>
                    <a:cubicBezTo>
                      <a:pt x="1911" y="1063"/>
                      <a:pt x="2146" y="1031"/>
                      <a:pt x="2376" y="1012"/>
                    </a:cubicBezTo>
                    <a:cubicBezTo>
                      <a:pt x="2394" y="1010"/>
                      <a:pt x="2394" y="1010"/>
                      <a:pt x="2487" y="1003"/>
                    </a:cubicBezTo>
                    <a:cubicBezTo>
                      <a:pt x="2524" y="1000"/>
                      <a:pt x="2561" y="996"/>
                      <a:pt x="2598" y="993"/>
                    </a:cubicBezTo>
                    <a:cubicBezTo>
                      <a:pt x="2931" y="970"/>
                      <a:pt x="3250" y="950"/>
                      <a:pt x="3525" y="1162"/>
                    </a:cubicBezTo>
                    <a:cubicBezTo>
                      <a:pt x="3879" y="1482"/>
                      <a:pt x="4139" y="1889"/>
                      <a:pt x="4388" y="2292"/>
                    </a:cubicBezTo>
                    <a:cubicBezTo>
                      <a:pt x="3976" y="2292"/>
                      <a:pt x="3563" y="2292"/>
                      <a:pt x="3138" y="2292"/>
                    </a:cubicBezTo>
                    <a:cubicBezTo>
                      <a:pt x="3138" y="2154"/>
                      <a:pt x="3138" y="2017"/>
                      <a:pt x="3138" y="1875"/>
                    </a:cubicBezTo>
                    <a:cubicBezTo>
                      <a:pt x="3122" y="1877"/>
                      <a:pt x="3122" y="1877"/>
                      <a:pt x="3040" y="1888"/>
                    </a:cubicBezTo>
                    <a:cubicBezTo>
                      <a:pt x="2472" y="1952"/>
                      <a:pt x="1949" y="1992"/>
                      <a:pt x="1481" y="1624"/>
                    </a:cubicBezTo>
                    <a:cubicBezTo>
                      <a:pt x="1289" y="1464"/>
                      <a:pt x="1110" y="1291"/>
                      <a:pt x="933" y="1115"/>
                    </a:cubicBezTo>
                    <a:cubicBezTo>
                      <a:pt x="851" y="1034"/>
                      <a:pt x="767" y="955"/>
                      <a:pt x="682" y="877"/>
                    </a:cubicBezTo>
                    <a:cubicBezTo>
                      <a:pt x="507" y="716"/>
                      <a:pt x="334" y="553"/>
                      <a:pt x="166" y="385"/>
                    </a:cubicBezTo>
                    <a:cubicBezTo>
                      <a:pt x="136" y="356"/>
                      <a:pt x="106" y="327"/>
                      <a:pt x="76" y="297"/>
                    </a:cubicBezTo>
                    <a:cubicBezTo>
                      <a:pt x="0" y="190"/>
                      <a:pt x="0" y="129"/>
                      <a:pt x="13" y="0"/>
                    </a:cubicBezTo>
                    <a:close/>
                  </a:path>
                </a:pathLst>
              </a:custGeom>
              <a:solidFill>
                <a:srgbClr val="507ECC"/>
              </a:solidFill>
              <a:ln w="2646" cap="flat">
                <a:noFill/>
              </a:ln>
            </p:spPr>
          </p:sp>
          <p:sp>
            <p:nvSpPr>
              <p:cNvPr id="2968" name="ICON_C_TOPOGRAPHY_path_112"/>
              <p:cNvSpPr/>
              <p:nvPr/>
            </p:nvSpPr>
            <p:spPr>
              <a:xfrm>
                <a:off x="11559646" y="7524750"/>
                <a:ext cx="64333" cy="50901"/>
              </a:xfrm>
              <a:custGeom>
                <a:avLst/>
                <a:gdLst/>
                <a:ahLst/>
                <a:cxnLst/>
                <a:rect l="0" t="0" r="r" b="b"/>
                <a:pathLst>
                  <a:path w="5066" h="4008" fill="norm" stroke="0">
                    <a:moveTo>
                      <a:pt x="5000" y="0"/>
                    </a:moveTo>
                    <a:cubicBezTo>
                      <a:pt x="5066" y="359"/>
                      <a:pt x="5034" y="612"/>
                      <a:pt x="4835" y="919"/>
                    </a:cubicBezTo>
                    <a:cubicBezTo>
                      <a:pt x="4709" y="1099"/>
                      <a:pt x="4576" y="1273"/>
                      <a:pt x="4440" y="1445"/>
                    </a:cubicBezTo>
                    <a:cubicBezTo>
                      <a:pt x="4426" y="1464"/>
                      <a:pt x="4426" y="1464"/>
                      <a:pt x="4355" y="1557"/>
                    </a:cubicBezTo>
                    <a:cubicBezTo>
                      <a:pt x="3971" y="2059"/>
                      <a:pt x="3579" y="2493"/>
                      <a:pt x="3058" y="2852"/>
                    </a:cubicBezTo>
                    <a:cubicBezTo>
                      <a:pt x="2790" y="3041"/>
                      <a:pt x="2656" y="3197"/>
                      <a:pt x="2509" y="3489"/>
                    </a:cubicBezTo>
                    <a:cubicBezTo>
                      <a:pt x="2398" y="3703"/>
                      <a:pt x="2309" y="3855"/>
                      <a:pt x="2083" y="3958"/>
                    </a:cubicBezTo>
                    <a:cubicBezTo>
                      <a:pt x="1764" y="4008"/>
                      <a:pt x="1439" y="3969"/>
                      <a:pt x="1120" y="3932"/>
                    </a:cubicBezTo>
                    <a:cubicBezTo>
                      <a:pt x="1077" y="3928"/>
                      <a:pt x="1034" y="3923"/>
                      <a:pt x="990" y="3918"/>
                    </a:cubicBezTo>
                    <a:cubicBezTo>
                      <a:pt x="293" y="3836"/>
                      <a:pt x="293" y="3836"/>
                      <a:pt x="105" y="3645"/>
                    </a:cubicBezTo>
                    <a:cubicBezTo>
                      <a:pt x="52" y="3539"/>
                      <a:pt x="19" y="3450"/>
                      <a:pt x="0" y="3333"/>
                    </a:cubicBezTo>
                    <a:cubicBezTo>
                      <a:pt x="41" y="3341"/>
                      <a:pt x="81" y="3349"/>
                      <a:pt x="123" y="3356"/>
                    </a:cubicBezTo>
                    <a:cubicBezTo>
                      <a:pt x="911" y="3490"/>
                      <a:pt x="1589" y="3455"/>
                      <a:pt x="2262" y="2993"/>
                    </a:cubicBezTo>
                    <a:cubicBezTo>
                      <a:pt x="3382" y="2177"/>
                      <a:pt x="4214" y="1128"/>
                      <a:pt x="5000" y="0"/>
                    </a:cubicBezTo>
                    <a:close/>
                  </a:path>
                </a:pathLst>
              </a:custGeom>
              <a:solidFill>
                <a:srgbClr val="B8F1CC"/>
              </a:solidFill>
              <a:ln w="2646" cap="flat">
                <a:noFill/>
              </a:ln>
            </p:spPr>
          </p:sp>
          <p:sp>
            <p:nvSpPr>
              <p:cNvPr id="2969" name="ICON_C_TOPOGRAPHY_path_113"/>
              <p:cNvSpPr/>
              <p:nvPr/>
            </p:nvSpPr>
            <p:spPr>
              <a:xfrm>
                <a:off x="11617854" y="7513590"/>
                <a:ext cx="28863" cy="40264"/>
              </a:xfrm>
              <a:custGeom>
                <a:avLst/>
                <a:gdLst/>
                <a:ahLst/>
                <a:cxnLst/>
                <a:rect l="0" t="0" r="r" b="b"/>
                <a:pathLst>
                  <a:path w="2273" h="3170" fill="norm" stroke="0">
                    <a:moveTo>
                      <a:pt x="2083" y="45"/>
                    </a:moveTo>
                    <a:cubicBezTo>
                      <a:pt x="2164" y="446"/>
                      <a:pt x="2273" y="1004"/>
                      <a:pt x="2034" y="1371"/>
                    </a:cubicBezTo>
                    <a:cubicBezTo>
                      <a:pt x="1772" y="1687"/>
                      <a:pt x="1413" y="1920"/>
                      <a:pt x="1081" y="2155"/>
                    </a:cubicBezTo>
                    <a:cubicBezTo>
                      <a:pt x="806" y="2351"/>
                      <a:pt x="572" y="2576"/>
                      <a:pt x="339" y="2819"/>
                    </a:cubicBezTo>
                    <a:cubicBezTo>
                      <a:pt x="304" y="2855"/>
                      <a:pt x="269" y="2890"/>
                      <a:pt x="233" y="2927"/>
                    </a:cubicBezTo>
                    <a:cubicBezTo>
                      <a:pt x="155" y="3008"/>
                      <a:pt x="77" y="3089"/>
                      <a:pt x="0" y="3170"/>
                    </a:cubicBezTo>
                    <a:cubicBezTo>
                      <a:pt x="565" y="1314"/>
                      <a:pt x="565" y="1314"/>
                      <a:pt x="950" y="670"/>
                    </a:cubicBezTo>
                    <a:cubicBezTo>
                      <a:pt x="963" y="650"/>
                      <a:pt x="963" y="650"/>
                      <a:pt x="1023" y="547"/>
                    </a:cubicBezTo>
                    <a:cubicBezTo>
                      <a:pt x="1283" y="145"/>
                      <a:pt x="1610" y="0"/>
                      <a:pt x="2083" y="45"/>
                    </a:cubicBezTo>
                    <a:close/>
                  </a:path>
                </a:pathLst>
              </a:custGeom>
              <a:solidFill>
                <a:srgbClr val="61D9DF"/>
              </a:solidFill>
              <a:ln w="2646" cap="flat">
                <a:noFill/>
              </a:ln>
            </p:spPr>
          </p:sp>
          <p:sp>
            <p:nvSpPr>
              <p:cNvPr id="2970" name="ICON_C_TOPOGRAPHY_path_114"/>
              <p:cNvSpPr/>
              <p:nvPr/>
            </p:nvSpPr>
            <p:spPr>
              <a:xfrm>
                <a:off x="11591396" y="7318375"/>
                <a:ext cx="47625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3125" fill="norm" stroke="0">
                    <a:moveTo>
                      <a:pt x="417" y="0"/>
                    </a:moveTo>
                    <a:cubicBezTo>
                      <a:pt x="1593" y="151"/>
                      <a:pt x="2171" y="886"/>
                      <a:pt x="2873" y="1779"/>
                    </a:cubicBezTo>
                    <a:cubicBezTo>
                      <a:pt x="3011" y="1952"/>
                      <a:pt x="3150" y="2112"/>
                      <a:pt x="3314" y="2261"/>
                    </a:cubicBezTo>
                    <a:cubicBezTo>
                      <a:pt x="3344" y="2288"/>
                      <a:pt x="3375" y="2316"/>
                      <a:pt x="3406" y="2344"/>
                    </a:cubicBezTo>
                    <a:cubicBezTo>
                      <a:pt x="3463" y="2395"/>
                      <a:pt x="3521" y="2445"/>
                      <a:pt x="3581" y="2492"/>
                    </a:cubicBezTo>
                    <a:cubicBezTo>
                      <a:pt x="3712" y="2609"/>
                      <a:pt x="3712" y="2609"/>
                      <a:pt x="3750" y="2708"/>
                    </a:cubicBezTo>
                    <a:cubicBezTo>
                      <a:pt x="3706" y="2864"/>
                      <a:pt x="3632" y="2991"/>
                      <a:pt x="3542" y="3125"/>
                    </a:cubicBezTo>
                    <a:cubicBezTo>
                      <a:pt x="3522" y="3106"/>
                      <a:pt x="3502" y="3087"/>
                      <a:pt x="3481" y="3068"/>
                    </a:cubicBezTo>
                    <a:cubicBezTo>
                      <a:pt x="3293" y="2892"/>
                      <a:pt x="3103" y="2717"/>
                      <a:pt x="2911" y="2544"/>
                    </a:cubicBezTo>
                    <a:cubicBezTo>
                      <a:pt x="2813" y="2455"/>
                      <a:pt x="2715" y="2365"/>
                      <a:pt x="2619" y="2274"/>
                    </a:cubicBezTo>
                    <a:cubicBezTo>
                      <a:pt x="2507" y="2169"/>
                      <a:pt x="2394" y="2067"/>
                      <a:pt x="2280" y="1965"/>
                    </a:cubicBezTo>
                    <a:cubicBezTo>
                      <a:pt x="2246" y="1932"/>
                      <a:pt x="2212" y="1899"/>
                      <a:pt x="2176" y="1865"/>
                    </a:cubicBezTo>
                    <a:cubicBezTo>
                      <a:pt x="2076" y="1778"/>
                      <a:pt x="2000" y="1713"/>
                      <a:pt x="1875" y="1667"/>
                    </a:cubicBezTo>
                    <a:cubicBezTo>
                      <a:pt x="1714" y="1705"/>
                      <a:pt x="1591" y="1778"/>
                      <a:pt x="1458" y="1875"/>
                    </a:cubicBezTo>
                    <a:cubicBezTo>
                      <a:pt x="1458" y="1737"/>
                      <a:pt x="1458" y="1600"/>
                      <a:pt x="1458" y="1458"/>
                    </a:cubicBezTo>
                    <a:cubicBezTo>
                      <a:pt x="1429" y="1455"/>
                      <a:pt x="1400" y="1452"/>
                      <a:pt x="1369" y="1449"/>
                    </a:cubicBezTo>
                    <a:cubicBezTo>
                      <a:pt x="472" y="1345"/>
                      <a:pt x="472" y="1345"/>
                      <a:pt x="255" y="1097"/>
                    </a:cubicBezTo>
                    <a:cubicBezTo>
                      <a:pt x="150" y="949"/>
                      <a:pt x="71" y="793"/>
                      <a:pt x="0" y="625"/>
                    </a:cubicBezTo>
                    <a:cubicBezTo>
                      <a:pt x="417" y="833"/>
                      <a:pt x="833" y="1042"/>
                      <a:pt x="1250" y="1250"/>
                    </a:cubicBezTo>
                    <a:cubicBezTo>
                      <a:pt x="1300" y="1042"/>
                      <a:pt x="1348" y="825"/>
                      <a:pt x="1250" y="625"/>
                    </a:cubicBezTo>
                    <a:cubicBezTo>
                      <a:pt x="1090" y="494"/>
                      <a:pt x="904" y="419"/>
                      <a:pt x="713" y="343"/>
                    </a:cubicBezTo>
                    <a:cubicBezTo>
                      <a:pt x="675" y="328"/>
                      <a:pt x="638" y="313"/>
                      <a:pt x="599" y="298"/>
                    </a:cubicBezTo>
                    <a:cubicBezTo>
                      <a:pt x="564" y="285"/>
                      <a:pt x="529" y="273"/>
                      <a:pt x="493" y="260"/>
                    </a:cubicBezTo>
                    <a:cubicBezTo>
                      <a:pt x="481" y="252"/>
                      <a:pt x="481" y="252"/>
                      <a:pt x="417" y="208"/>
                    </a:cubicBezTo>
                    <a:cubicBezTo>
                      <a:pt x="405" y="99"/>
                      <a:pt x="405" y="99"/>
                      <a:pt x="417" y="0"/>
                    </a:cubicBezTo>
                    <a:close/>
                  </a:path>
                </a:pathLst>
              </a:custGeom>
              <a:solidFill>
                <a:srgbClr val="59579A"/>
              </a:solidFill>
              <a:ln w="2646" cap="flat">
                <a:noFill/>
              </a:ln>
            </p:spPr>
          </p:sp>
          <p:sp>
            <p:nvSpPr>
              <p:cNvPr id="2971" name="ICON_C_TOPOGRAPHY_path_115"/>
              <p:cNvSpPr/>
              <p:nvPr/>
            </p:nvSpPr>
            <p:spPr>
              <a:xfrm>
                <a:off x="11477625" y="7283918"/>
                <a:ext cx="47625" cy="10644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838" fill="norm" stroke="0">
                    <a:moveTo>
                      <a:pt x="208" y="5"/>
                    </a:moveTo>
                    <a:cubicBezTo>
                      <a:pt x="294" y="39"/>
                      <a:pt x="380" y="72"/>
                      <a:pt x="469" y="107"/>
                    </a:cubicBezTo>
                    <a:cubicBezTo>
                      <a:pt x="830" y="235"/>
                      <a:pt x="1179" y="245"/>
                      <a:pt x="1558" y="240"/>
                    </a:cubicBezTo>
                    <a:cubicBezTo>
                      <a:pt x="1667" y="239"/>
                      <a:pt x="1775" y="240"/>
                      <a:pt x="1883" y="242"/>
                    </a:cubicBezTo>
                    <a:cubicBezTo>
                      <a:pt x="2227" y="242"/>
                      <a:pt x="2520" y="223"/>
                      <a:pt x="2843" y="97"/>
                    </a:cubicBezTo>
                    <a:cubicBezTo>
                      <a:pt x="3091" y="0"/>
                      <a:pt x="3091" y="0"/>
                      <a:pt x="3232" y="20"/>
                    </a:cubicBezTo>
                    <a:cubicBezTo>
                      <a:pt x="3326" y="62"/>
                      <a:pt x="3397" y="110"/>
                      <a:pt x="3477" y="174"/>
                    </a:cubicBezTo>
                    <a:cubicBezTo>
                      <a:pt x="3490" y="183"/>
                      <a:pt x="3490" y="183"/>
                      <a:pt x="3558" y="226"/>
                    </a:cubicBezTo>
                    <a:cubicBezTo>
                      <a:pt x="3635" y="282"/>
                      <a:pt x="3635" y="282"/>
                      <a:pt x="3750" y="421"/>
                    </a:cubicBezTo>
                    <a:cubicBezTo>
                      <a:pt x="3750" y="559"/>
                      <a:pt x="3750" y="696"/>
                      <a:pt x="3750" y="838"/>
                    </a:cubicBezTo>
                    <a:cubicBezTo>
                      <a:pt x="2513" y="838"/>
                      <a:pt x="1275" y="838"/>
                      <a:pt x="0" y="838"/>
                    </a:cubicBezTo>
                    <a:cubicBezTo>
                      <a:pt x="69" y="563"/>
                      <a:pt x="138" y="288"/>
                      <a:pt x="208" y="5"/>
                    </a:cubicBezTo>
                    <a:close/>
                  </a:path>
                </a:pathLst>
              </a:custGeom>
              <a:solidFill>
                <a:srgbClr val="331955"/>
              </a:solidFill>
              <a:ln w="2646" cap="flat">
                <a:noFill/>
              </a:ln>
            </p:spPr>
          </p:sp>
          <p:sp>
            <p:nvSpPr>
              <p:cNvPr id="2972" name="ICON_C_TOPOGRAPHY_path_116"/>
              <p:cNvSpPr/>
              <p:nvPr/>
            </p:nvSpPr>
            <p:spPr>
              <a:xfrm>
                <a:off x="11373797" y="7564438"/>
                <a:ext cx="42974" cy="42333"/>
              </a:xfrm>
              <a:custGeom>
                <a:avLst/>
                <a:gdLst/>
                <a:ahLst/>
                <a:cxnLst/>
                <a:rect l="0" t="0" r="r" b="b"/>
                <a:pathLst>
                  <a:path w="3384" h="3333" fill="norm" stroke="0">
                    <a:moveTo>
                      <a:pt x="50" y="0"/>
                    </a:moveTo>
                    <a:cubicBezTo>
                      <a:pt x="428" y="41"/>
                      <a:pt x="816" y="145"/>
                      <a:pt x="1092" y="417"/>
                    </a:cubicBezTo>
                    <a:cubicBezTo>
                      <a:pt x="1360" y="781"/>
                      <a:pt x="1548" y="1213"/>
                      <a:pt x="1725" y="1628"/>
                    </a:cubicBezTo>
                    <a:cubicBezTo>
                      <a:pt x="1999" y="2233"/>
                      <a:pt x="1999" y="2233"/>
                      <a:pt x="2256" y="2345"/>
                    </a:cubicBezTo>
                    <a:cubicBezTo>
                      <a:pt x="2443" y="2394"/>
                      <a:pt x="2624" y="2424"/>
                      <a:pt x="2817" y="2435"/>
                    </a:cubicBezTo>
                    <a:cubicBezTo>
                      <a:pt x="2946" y="2445"/>
                      <a:pt x="3054" y="2454"/>
                      <a:pt x="3175" y="2500"/>
                    </a:cubicBezTo>
                    <a:cubicBezTo>
                      <a:pt x="3352" y="2740"/>
                      <a:pt x="3369" y="3045"/>
                      <a:pt x="3384" y="3333"/>
                    </a:cubicBezTo>
                    <a:cubicBezTo>
                      <a:pt x="3246" y="3333"/>
                      <a:pt x="3109" y="3333"/>
                      <a:pt x="2967" y="3333"/>
                    </a:cubicBezTo>
                    <a:cubicBezTo>
                      <a:pt x="2967" y="3196"/>
                      <a:pt x="2967" y="3058"/>
                      <a:pt x="2967" y="2917"/>
                    </a:cubicBezTo>
                    <a:cubicBezTo>
                      <a:pt x="2906" y="2921"/>
                      <a:pt x="2846" y="2925"/>
                      <a:pt x="2783" y="2930"/>
                    </a:cubicBezTo>
                    <a:cubicBezTo>
                      <a:pt x="2434" y="2923"/>
                      <a:pt x="2105" y="2879"/>
                      <a:pt x="1845" y="2632"/>
                    </a:cubicBezTo>
                    <a:cubicBezTo>
                      <a:pt x="1574" y="2331"/>
                      <a:pt x="1346" y="1996"/>
                      <a:pt x="1122" y="1661"/>
                    </a:cubicBezTo>
                    <a:cubicBezTo>
                      <a:pt x="1072" y="1587"/>
                      <a:pt x="1023" y="1513"/>
                      <a:pt x="973" y="1440"/>
                    </a:cubicBezTo>
                    <a:cubicBezTo>
                      <a:pt x="949" y="1404"/>
                      <a:pt x="925" y="1368"/>
                      <a:pt x="900" y="1331"/>
                    </a:cubicBezTo>
                    <a:cubicBezTo>
                      <a:pt x="719" y="1074"/>
                      <a:pt x="526" y="903"/>
                      <a:pt x="246" y="760"/>
                    </a:cubicBezTo>
                    <a:cubicBezTo>
                      <a:pt x="141" y="704"/>
                      <a:pt x="62" y="661"/>
                      <a:pt x="24" y="545"/>
                    </a:cubicBezTo>
                    <a:cubicBezTo>
                      <a:pt x="0" y="358"/>
                      <a:pt x="17" y="185"/>
                      <a:pt x="50" y="0"/>
                    </a:cubicBezTo>
                    <a:close/>
                  </a:path>
                </a:pathLst>
              </a:custGeom>
              <a:solidFill>
                <a:srgbClr val="69CBEC"/>
              </a:solidFill>
              <a:ln w="2646" cap="flat">
                <a:noFill/>
              </a:ln>
            </p:spPr>
          </p:sp>
          <p:sp>
            <p:nvSpPr>
              <p:cNvPr id="2973" name="ICON_C_TOPOGRAPHY_path_117"/>
              <p:cNvSpPr/>
              <p:nvPr/>
            </p:nvSpPr>
            <p:spPr>
              <a:xfrm>
                <a:off x="11363854" y="7506229"/>
                <a:ext cx="21167" cy="42333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3333" fill="norm" stroke="0">
                    <a:moveTo>
                      <a:pt x="0" y="0"/>
                    </a:moveTo>
                    <a:cubicBezTo>
                      <a:pt x="172" y="34"/>
                      <a:pt x="172" y="34"/>
                      <a:pt x="1042" y="208"/>
                    </a:cubicBezTo>
                    <a:cubicBezTo>
                      <a:pt x="1042" y="552"/>
                      <a:pt x="1042" y="896"/>
                      <a:pt x="1042" y="1250"/>
                    </a:cubicBezTo>
                    <a:cubicBezTo>
                      <a:pt x="1179" y="1250"/>
                      <a:pt x="1317" y="1250"/>
                      <a:pt x="1458" y="1250"/>
                    </a:cubicBezTo>
                    <a:cubicBezTo>
                      <a:pt x="1527" y="1938"/>
                      <a:pt x="1596" y="2625"/>
                      <a:pt x="1667" y="3333"/>
                    </a:cubicBezTo>
                    <a:cubicBezTo>
                      <a:pt x="1090" y="2695"/>
                      <a:pt x="711" y="2100"/>
                      <a:pt x="365" y="1315"/>
                    </a:cubicBezTo>
                    <a:cubicBezTo>
                      <a:pt x="346" y="1274"/>
                      <a:pt x="328" y="1233"/>
                      <a:pt x="309" y="1190"/>
                    </a:cubicBezTo>
                    <a:cubicBezTo>
                      <a:pt x="256" y="1071"/>
                      <a:pt x="204" y="951"/>
                      <a:pt x="153" y="831"/>
                    </a:cubicBezTo>
                    <a:cubicBezTo>
                      <a:pt x="138" y="795"/>
                      <a:pt x="122" y="760"/>
                      <a:pt x="106" y="723"/>
                    </a:cubicBezTo>
                    <a:cubicBezTo>
                      <a:pt x="92" y="689"/>
                      <a:pt x="78" y="655"/>
                      <a:pt x="63" y="620"/>
                    </a:cubicBezTo>
                    <a:cubicBezTo>
                      <a:pt x="51" y="590"/>
                      <a:pt x="39" y="561"/>
                      <a:pt x="26" y="531"/>
                    </a:cubicBezTo>
                    <a:cubicBezTo>
                      <a:pt x="0" y="417"/>
                      <a:pt x="0" y="417"/>
                      <a:pt x="0" y="0"/>
                    </a:cubicBezTo>
                    <a:close/>
                  </a:path>
                </a:pathLst>
              </a:custGeom>
              <a:solidFill>
                <a:srgbClr val="C3F9BA"/>
              </a:solidFill>
              <a:ln w="2646" cap="flat">
                <a:noFill/>
              </a:ln>
            </p:spPr>
          </p:sp>
          <p:sp>
            <p:nvSpPr>
              <p:cNvPr id="2974" name="ICON_C_TOPOGRAPHY_path_118"/>
              <p:cNvSpPr/>
              <p:nvPr/>
            </p:nvSpPr>
            <p:spPr>
              <a:xfrm>
                <a:off x="11551707" y="7398916"/>
                <a:ext cx="39688" cy="20188"/>
              </a:xfrm>
              <a:custGeom>
                <a:avLst/>
                <a:gdLst/>
                <a:ahLst/>
                <a:cxnLst/>
                <a:rect l="0" t="0" r="r" b="b"/>
                <a:pathLst>
                  <a:path w="3125" h="1590" fill="norm" stroke="0">
                    <a:moveTo>
                      <a:pt x="2519" y="70"/>
                    </a:moveTo>
                    <a:cubicBezTo>
                      <a:pt x="2652" y="83"/>
                      <a:pt x="2784" y="100"/>
                      <a:pt x="2917" y="116"/>
                    </a:cubicBezTo>
                    <a:cubicBezTo>
                      <a:pt x="2985" y="460"/>
                      <a:pt x="3054" y="804"/>
                      <a:pt x="3125" y="1158"/>
                    </a:cubicBezTo>
                    <a:cubicBezTo>
                      <a:pt x="3067" y="1156"/>
                      <a:pt x="3067" y="1156"/>
                      <a:pt x="2775" y="1144"/>
                    </a:cubicBezTo>
                    <a:cubicBezTo>
                      <a:pt x="2662" y="1140"/>
                      <a:pt x="2549" y="1138"/>
                      <a:pt x="2436" y="1135"/>
                    </a:cubicBezTo>
                    <a:cubicBezTo>
                      <a:pt x="2358" y="1133"/>
                      <a:pt x="2280" y="1130"/>
                      <a:pt x="2202" y="1127"/>
                    </a:cubicBezTo>
                    <a:cubicBezTo>
                      <a:pt x="1555" y="1097"/>
                      <a:pt x="1555" y="1097"/>
                      <a:pt x="1389" y="1202"/>
                    </a:cubicBezTo>
                    <a:cubicBezTo>
                      <a:pt x="1295" y="1289"/>
                      <a:pt x="1219" y="1388"/>
                      <a:pt x="1139" y="1488"/>
                    </a:cubicBezTo>
                    <a:cubicBezTo>
                      <a:pt x="1042" y="1575"/>
                      <a:pt x="1042" y="1575"/>
                      <a:pt x="913" y="1590"/>
                    </a:cubicBezTo>
                    <a:cubicBezTo>
                      <a:pt x="769" y="1569"/>
                      <a:pt x="635" y="1538"/>
                      <a:pt x="495" y="1497"/>
                    </a:cubicBezTo>
                    <a:cubicBezTo>
                      <a:pt x="447" y="1485"/>
                      <a:pt x="399" y="1473"/>
                      <a:pt x="350" y="1461"/>
                    </a:cubicBezTo>
                    <a:cubicBezTo>
                      <a:pt x="233" y="1432"/>
                      <a:pt x="116" y="1400"/>
                      <a:pt x="0" y="1366"/>
                    </a:cubicBezTo>
                    <a:cubicBezTo>
                      <a:pt x="22" y="1366"/>
                      <a:pt x="44" y="1365"/>
                      <a:pt x="67" y="1364"/>
                    </a:cubicBezTo>
                    <a:cubicBezTo>
                      <a:pt x="336" y="1346"/>
                      <a:pt x="605" y="1310"/>
                      <a:pt x="833" y="1158"/>
                    </a:cubicBezTo>
                    <a:cubicBezTo>
                      <a:pt x="933" y="1013"/>
                      <a:pt x="1003" y="859"/>
                      <a:pt x="1074" y="698"/>
                    </a:cubicBezTo>
                    <a:cubicBezTo>
                      <a:pt x="1385" y="0"/>
                      <a:pt x="1819" y="18"/>
                      <a:pt x="2519" y="70"/>
                    </a:cubicBezTo>
                    <a:close/>
                  </a:path>
                </a:pathLst>
              </a:custGeom>
              <a:solidFill>
                <a:srgbClr val="B7F1C9"/>
              </a:solidFill>
              <a:ln w="2646" cap="flat">
                <a:noFill/>
              </a:ln>
            </p:spPr>
          </p:sp>
          <p:sp>
            <p:nvSpPr>
              <p:cNvPr id="2975" name="ICON_C_TOPOGRAPHY_path_119"/>
              <p:cNvSpPr/>
              <p:nvPr/>
            </p:nvSpPr>
            <p:spPr>
              <a:xfrm>
                <a:off x="11578167" y="7336612"/>
                <a:ext cx="32819" cy="26741"/>
              </a:xfrm>
              <a:custGeom>
                <a:avLst/>
                <a:gdLst/>
                <a:ahLst/>
                <a:cxnLst/>
                <a:rect l="0" t="0" r="r" b="b"/>
                <a:pathLst>
                  <a:path w="2584" h="2106" fill="norm" stroke="0">
                    <a:moveTo>
                      <a:pt x="382" y="33"/>
                    </a:moveTo>
                    <a:cubicBezTo>
                      <a:pt x="450" y="49"/>
                      <a:pt x="518" y="68"/>
                      <a:pt x="586" y="87"/>
                    </a:cubicBezTo>
                    <a:cubicBezTo>
                      <a:pt x="604" y="92"/>
                      <a:pt x="604" y="92"/>
                      <a:pt x="696" y="118"/>
                    </a:cubicBezTo>
                    <a:cubicBezTo>
                      <a:pt x="1325" y="304"/>
                      <a:pt x="2081" y="615"/>
                      <a:pt x="2462" y="1178"/>
                    </a:cubicBezTo>
                    <a:cubicBezTo>
                      <a:pt x="2584" y="1480"/>
                      <a:pt x="2396" y="1829"/>
                      <a:pt x="2292" y="2106"/>
                    </a:cubicBezTo>
                    <a:cubicBezTo>
                      <a:pt x="2017" y="2106"/>
                      <a:pt x="1742" y="2106"/>
                      <a:pt x="1458" y="2106"/>
                    </a:cubicBezTo>
                    <a:cubicBezTo>
                      <a:pt x="1437" y="1972"/>
                      <a:pt x="1415" y="1839"/>
                      <a:pt x="1393" y="1702"/>
                    </a:cubicBezTo>
                    <a:cubicBezTo>
                      <a:pt x="1361" y="1550"/>
                      <a:pt x="1324" y="1410"/>
                      <a:pt x="1250" y="1272"/>
                    </a:cubicBezTo>
                    <a:cubicBezTo>
                      <a:pt x="1119" y="1200"/>
                      <a:pt x="1026" y="1178"/>
                      <a:pt x="882" y="1155"/>
                    </a:cubicBezTo>
                    <a:cubicBezTo>
                      <a:pt x="452" y="1060"/>
                      <a:pt x="224" y="576"/>
                      <a:pt x="0" y="231"/>
                    </a:cubicBezTo>
                    <a:cubicBezTo>
                      <a:pt x="117" y="73"/>
                      <a:pt x="180" y="0"/>
                      <a:pt x="382" y="33"/>
                    </a:cubicBezTo>
                    <a:close/>
                  </a:path>
                </a:pathLst>
              </a:custGeom>
              <a:solidFill>
                <a:srgbClr val="4A9EE7"/>
              </a:solidFill>
              <a:ln w="2646" cap="flat">
                <a:noFill/>
              </a:ln>
            </p:spPr>
          </p:sp>
          <p:sp>
            <p:nvSpPr>
              <p:cNvPr id="2976" name="ICON_C_TOPOGRAPHY_path_120"/>
              <p:cNvSpPr/>
              <p:nvPr/>
            </p:nvSpPr>
            <p:spPr>
              <a:xfrm>
                <a:off x="11501438" y="7561268"/>
                <a:ext cx="61402" cy="29538"/>
              </a:xfrm>
              <a:custGeom>
                <a:avLst/>
                <a:gdLst/>
                <a:ahLst/>
                <a:cxnLst/>
                <a:rect l="0" t="0" r="r" b="b"/>
                <a:pathLst>
                  <a:path w="4835" h="2326" fill="norm" stroke="0">
                    <a:moveTo>
                      <a:pt x="3863" y="9"/>
                    </a:moveTo>
                    <a:cubicBezTo>
                      <a:pt x="4006" y="0"/>
                      <a:pt x="4141" y="5"/>
                      <a:pt x="4284" y="15"/>
                    </a:cubicBezTo>
                    <a:cubicBezTo>
                      <a:pt x="4332" y="17"/>
                      <a:pt x="4381" y="19"/>
                      <a:pt x="4431" y="21"/>
                    </a:cubicBezTo>
                    <a:cubicBezTo>
                      <a:pt x="4552" y="26"/>
                      <a:pt x="4672" y="33"/>
                      <a:pt x="4792" y="41"/>
                    </a:cubicBezTo>
                    <a:cubicBezTo>
                      <a:pt x="4822" y="189"/>
                      <a:pt x="4835" y="312"/>
                      <a:pt x="4792" y="458"/>
                    </a:cubicBezTo>
                    <a:cubicBezTo>
                      <a:pt x="4641" y="557"/>
                      <a:pt x="4470" y="593"/>
                      <a:pt x="4297" y="640"/>
                    </a:cubicBezTo>
                    <a:cubicBezTo>
                      <a:pt x="3754" y="818"/>
                      <a:pt x="3754" y="818"/>
                      <a:pt x="3617" y="1071"/>
                    </a:cubicBezTo>
                    <a:cubicBezTo>
                      <a:pt x="3586" y="1144"/>
                      <a:pt x="3556" y="1217"/>
                      <a:pt x="3529" y="1291"/>
                    </a:cubicBezTo>
                    <a:cubicBezTo>
                      <a:pt x="3384" y="1656"/>
                      <a:pt x="3238" y="1849"/>
                      <a:pt x="2877" y="2017"/>
                    </a:cubicBezTo>
                    <a:cubicBezTo>
                      <a:pt x="2053" y="2326"/>
                      <a:pt x="1081" y="2209"/>
                      <a:pt x="296" y="1856"/>
                    </a:cubicBezTo>
                    <a:cubicBezTo>
                      <a:pt x="196" y="1809"/>
                      <a:pt x="98" y="1760"/>
                      <a:pt x="0" y="1708"/>
                    </a:cubicBezTo>
                    <a:cubicBezTo>
                      <a:pt x="415" y="1555"/>
                      <a:pt x="784" y="1486"/>
                      <a:pt x="1223" y="1522"/>
                    </a:cubicBezTo>
                    <a:cubicBezTo>
                      <a:pt x="2431" y="1613"/>
                      <a:pt x="2431" y="1613"/>
                      <a:pt x="2832" y="1283"/>
                    </a:cubicBezTo>
                    <a:cubicBezTo>
                      <a:pt x="3166" y="985"/>
                      <a:pt x="3478" y="638"/>
                      <a:pt x="3639" y="217"/>
                    </a:cubicBezTo>
                    <a:cubicBezTo>
                      <a:pt x="3700" y="84"/>
                      <a:pt x="3721" y="50"/>
                      <a:pt x="3863" y="9"/>
                    </a:cubicBezTo>
                    <a:close/>
                  </a:path>
                </a:pathLst>
              </a:custGeom>
              <a:solidFill>
                <a:srgbClr val="BAECAB"/>
              </a:solidFill>
              <a:ln w="2646" cap="flat">
                <a:noFill/>
              </a:ln>
            </p:spPr>
          </p:sp>
          <p:sp>
            <p:nvSpPr>
              <p:cNvPr id="2977" name="ICON_C_TOPOGRAPHY_path_121"/>
              <p:cNvSpPr/>
              <p:nvPr/>
            </p:nvSpPr>
            <p:spPr>
              <a:xfrm>
                <a:off x="11551707" y="7523959"/>
                <a:ext cx="47625" cy="38735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3050" fill="norm" stroke="0">
                    <a:moveTo>
                      <a:pt x="3477" y="10"/>
                    </a:moveTo>
                    <a:cubicBezTo>
                      <a:pt x="3572" y="21"/>
                      <a:pt x="3657" y="39"/>
                      <a:pt x="3750" y="62"/>
                    </a:cubicBezTo>
                    <a:cubicBezTo>
                      <a:pt x="3474" y="799"/>
                      <a:pt x="3011" y="1279"/>
                      <a:pt x="2442" y="1799"/>
                    </a:cubicBezTo>
                    <a:cubicBezTo>
                      <a:pt x="2339" y="1893"/>
                      <a:pt x="2238" y="1988"/>
                      <a:pt x="2138" y="2085"/>
                    </a:cubicBezTo>
                    <a:cubicBezTo>
                      <a:pt x="1164" y="3027"/>
                      <a:pt x="1164" y="3027"/>
                      <a:pt x="584" y="3050"/>
                    </a:cubicBezTo>
                    <a:cubicBezTo>
                      <a:pt x="385" y="3042"/>
                      <a:pt x="194" y="3021"/>
                      <a:pt x="0" y="2979"/>
                    </a:cubicBezTo>
                    <a:cubicBezTo>
                      <a:pt x="14" y="2775"/>
                      <a:pt x="39" y="2587"/>
                      <a:pt x="144" y="2409"/>
                    </a:cubicBezTo>
                    <a:cubicBezTo>
                      <a:pt x="208" y="2354"/>
                      <a:pt x="208" y="2354"/>
                      <a:pt x="300" y="2348"/>
                    </a:cubicBezTo>
                    <a:cubicBezTo>
                      <a:pt x="378" y="2359"/>
                      <a:pt x="455" y="2371"/>
                      <a:pt x="532" y="2384"/>
                    </a:cubicBezTo>
                    <a:cubicBezTo>
                      <a:pt x="812" y="2430"/>
                      <a:pt x="1088" y="2469"/>
                      <a:pt x="1330" y="2298"/>
                    </a:cubicBezTo>
                    <a:cubicBezTo>
                      <a:pt x="1544" y="2112"/>
                      <a:pt x="1724" y="1896"/>
                      <a:pt x="1901" y="1677"/>
                    </a:cubicBezTo>
                    <a:cubicBezTo>
                      <a:pt x="1928" y="1644"/>
                      <a:pt x="1955" y="1611"/>
                      <a:pt x="1983" y="1576"/>
                    </a:cubicBezTo>
                    <a:cubicBezTo>
                      <a:pt x="2233" y="1264"/>
                      <a:pt x="2470" y="944"/>
                      <a:pt x="2696" y="613"/>
                    </a:cubicBezTo>
                    <a:cubicBezTo>
                      <a:pt x="2748" y="538"/>
                      <a:pt x="2800" y="463"/>
                      <a:pt x="2852" y="388"/>
                    </a:cubicBezTo>
                    <a:cubicBezTo>
                      <a:pt x="2875" y="354"/>
                      <a:pt x="2898" y="321"/>
                      <a:pt x="2921" y="286"/>
                    </a:cubicBezTo>
                    <a:cubicBezTo>
                      <a:pt x="3080" y="74"/>
                      <a:pt x="3209" y="0"/>
                      <a:pt x="3477" y="10"/>
                    </a:cubicBezTo>
                    <a:close/>
                  </a:path>
                </a:pathLst>
              </a:custGeom>
              <a:solidFill>
                <a:srgbClr val="E0E77E"/>
              </a:solidFill>
              <a:ln w="2646" cap="flat">
                <a:noFill/>
              </a:ln>
            </p:spPr>
          </p:sp>
          <p:sp>
            <p:nvSpPr>
              <p:cNvPr id="2978" name="ICON_C_TOPOGRAPHY_path_122"/>
              <p:cNvSpPr/>
              <p:nvPr/>
            </p:nvSpPr>
            <p:spPr>
              <a:xfrm>
                <a:off x="11400896" y="7444333"/>
                <a:ext cx="50271" cy="30147"/>
              </a:xfrm>
              <a:custGeom>
                <a:avLst/>
                <a:gdLst/>
                <a:ahLst/>
                <a:cxnLst/>
                <a:rect l="0" t="0" r="r" b="b"/>
                <a:pathLst>
                  <a:path w="3958" h="2374" fill="norm" stroke="0">
                    <a:moveTo>
                      <a:pt x="3958" y="82"/>
                    </a:moveTo>
                    <a:cubicBezTo>
                      <a:pt x="3648" y="463"/>
                      <a:pt x="3286" y="646"/>
                      <a:pt x="2846" y="851"/>
                    </a:cubicBezTo>
                    <a:cubicBezTo>
                      <a:pt x="2298" y="1106"/>
                      <a:pt x="1794" y="1358"/>
                      <a:pt x="1328" y="1746"/>
                    </a:cubicBezTo>
                    <a:cubicBezTo>
                      <a:pt x="940" y="2060"/>
                      <a:pt x="468" y="2213"/>
                      <a:pt x="0" y="2374"/>
                    </a:cubicBezTo>
                    <a:cubicBezTo>
                      <a:pt x="113" y="1782"/>
                      <a:pt x="431" y="1484"/>
                      <a:pt x="885" y="1111"/>
                    </a:cubicBezTo>
                    <a:cubicBezTo>
                      <a:pt x="918" y="1083"/>
                      <a:pt x="951" y="1056"/>
                      <a:pt x="985" y="1028"/>
                    </a:cubicBezTo>
                    <a:cubicBezTo>
                      <a:pt x="1934" y="239"/>
                      <a:pt x="2739" y="0"/>
                      <a:pt x="3958" y="82"/>
                    </a:cubicBezTo>
                    <a:close/>
                  </a:path>
                </a:pathLst>
              </a:custGeom>
              <a:solidFill>
                <a:srgbClr val="E2F697"/>
              </a:solidFill>
              <a:ln w="2646" cap="flat">
                <a:noFill/>
              </a:ln>
            </p:spPr>
          </p:sp>
          <p:sp>
            <p:nvSpPr>
              <p:cNvPr id="2979" name="ICON_C_TOPOGRAPHY_path_123"/>
              <p:cNvSpPr/>
              <p:nvPr/>
            </p:nvSpPr>
            <p:spPr>
              <a:xfrm>
                <a:off x="11361208" y="7561792"/>
                <a:ext cx="26458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2083" fill="norm" stroke="0">
                    <a:moveTo>
                      <a:pt x="417" y="0"/>
                    </a:moveTo>
                    <a:cubicBezTo>
                      <a:pt x="887" y="102"/>
                      <a:pt x="887" y="102"/>
                      <a:pt x="1042" y="208"/>
                    </a:cubicBezTo>
                    <a:cubicBezTo>
                      <a:pt x="1097" y="326"/>
                      <a:pt x="1123" y="434"/>
                      <a:pt x="1149" y="562"/>
                    </a:cubicBezTo>
                    <a:cubicBezTo>
                      <a:pt x="1229" y="875"/>
                      <a:pt x="1454" y="1072"/>
                      <a:pt x="1680" y="1289"/>
                    </a:cubicBezTo>
                    <a:cubicBezTo>
                      <a:pt x="1699" y="1308"/>
                      <a:pt x="1719" y="1327"/>
                      <a:pt x="1739" y="1346"/>
                    </a:cubicBezTo>
                    <a:cubicBezTo>
                      <a:pt x="1852" y="1455"/>
                      <a:pt x="1968" y="1561"/>
                      <a:pt x="2083" y="1667"/>
                    </a:cubicBezTo>
                    <a:cubicBezTo>
                      <a:pt x="1808" y="1598"/>
                      <a:pt x="1533" y="1529"/>
                      <a:pt x="1250" y="1458"/>
                    </a:cubicBezTo>
                    <a:cubicBezTo>
                      <a:pt x="1181" y="1665"/>
                      <a:pt x="1112" y="1871"/>
                      <a:pt x="1042" y="2083"/>
                    </a:cubicBezTo>
                    <a:cubicBezTo>
                      <a:pt x="742" y="1990"/>
                      <a:pt x="436" y="1891"/>
                      <a:pt x="208" y="1667"/>
                    </a:cubicBezTo>
                    <a:cubicBezTo>
                      <a:pt x="51" y="1346"/>
                      <a:pt x="23" y="977"/>
                      <a:pt x="0" y="625"/>
                    </a:cubicBezTo>
                    <a:cubicBezTo>
                      <a:pt x="137" y="625"/>
                      <a:pt x="275" y="625"/>
                      <a:pt x="417" y="625"/>
                    </a:cubicBezTo>
                    <a:cubicBezTo>
                      <a:pt x="417" y="419"/>
                      <a:pt x="417" y="212"/>
                      <a:pt x="417" y="0"/>
                    </a:cubicBezTo>
                    <a:close/>
                  </a:path>
                </a:pathLst>
              </a:custGeom>
              <a:solidFill>
                <a:srgbClr val="5AB7E8"/>
              </a:solidFill>
              <a:ln w="2646" cap="flat">
                <a:noFill/>
              </a:ln>
            </p:spPr>
          </p:sp>
          <p:sp>
            <p:nvSpPr>
              <p:cNvPr id="2980" name="ICON_C_TOPOGRAPHY_path_124"/>
              <p:cNvSpPr/>
              <p:nvPr/>
            </p:nvSpPr>
            <p:spPr>
              <a:xfrm>
                <a:off x="11395604" y="7413625"/>
                <a:ext cx="26458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2500" fill="norm" stroke="0">
                    <a:moveTo>
                      <a:pt x="1458" y="0"/>
                    </a:moveTo>
                    <a:cubicBezTo>
                      <a:pt x="1665" y="69"/>
                      <a:pt x="1871" y="138"/>
                      <a:pt x="2083" y="208"/>
                    </a:cubicBezTo>
                    <a:cubicBezTo>
                      <a:pt x="2015" y="277"/>
                      <a:pt x="1946" y="346"/>
                      <a:pt x="1875" y="417"/>
                    </a:cubicBezTo>
                    <a:cubicBezTo>
                      <a:pt x="1850" y="521"/>
                      <a:pt x="1850" y="521"/>
                      <a:pt x="1851" y="631"/>
                    </a:cubicBezTo>
                    <a:cubicBezTo>
                      <a:pt x="1851" y="673"/>
                      <a:pt x="1851" y="715"/>
                      <a:pt x="1851" y="758"/>
                    </a:cubicBezTo>
                    <a:cubicBezTo>
                      <a:pt x="1853" y="803"/>
                      <a:pt x="1854" y="847"/>
                      <a:pt x="1855" y="893"/>
                    </a:cubicBezTo>
                    <a:cubicBezTo>
                      <a:pt x="1855" y="916"/>
                      <a:pt x="1855" y="916"/>
                      <a:pt x="1856" y="1032"/>
                    </a:cubicBezTo>
                    <a:cubicBezTo>
                      <a:pt x="1857" y="1179"/>
                      <a:pt x="1859" y="1325"/>
                      <a:pt x="1862" y="1471"/>
                    </a:cubicBezTo>
                    <a:cubicBezTo>
                      <a:pt x="1863" y="1571"/>
                      <a:pt x="1864" y="1670"/>
                      <a:pt x="1865" y="1770"/>
                    </a:cubicBezTo>
                    <a:cubicBezTo>
                      <a:pt x="1867" y="2013"/>
                      <a:pt x="1871" y="2256"/>
                      <a:pt x="1875" y="2500"/>
                    </a:cubicBezTo>
                    <a:cubicBezTo>
                      <a:pt x="1600" y="2500"/>
                      <a:pt x="1325" y="2500"/>
                      <a:pt x="1042" y="2500"/>
                    </a:cubicBezTo>
                    <a:cubicBezTo>
                      <a:pt x="1036" y="2412"/>
                      <a:pt x="1031" y="2324"/>
                      <a:pt x="1025" y="2234"/>
                    </a:cubicBezTo>
                    <a:cubicBezTo>
                      <a:pt x="951" y="1353"/>
                      <a:pt x="951" y="1353"/>
                      <a:pt x="742" y="1170"/>
                    </a:cubicBezTo>
                    <a:cubicBezTo>
                      <a:pt x="507" y="1062"/>
                      <a:pt x="256" y="1039"/>
                      <a:pt x="0" y="1042"/>
                    </a:cubicBezTo>
                    <a:cubicBezTo>
                      <a:pt x="130" y="1006"/>
                      <a:pt x="260" y="972"/>
                      <a:pt x="391" y="938"/>
                    </a:cubicBezTo>
                    <a:cubicBezTo>
                      <a:pt x="427" y="928"/>
                      <a:pt x="463" y="918"/>
                      <a:pt x="500" y="907"/>
                    </a:cubicBezTo>
                    <a:cubicBezTo>
                      <a:pt x="519" y="903"/>
                      <a:pt x="519" y="903"/>
                      <a:pt x="610" y="879"/>
                    </a:cubicBezTo>
                    <a:cubicBezTo>
                      <a:pt x="643" y="870"/>
                      <a:pt x="676" y="861"/>
                      <a:pt x="710" y="852"/>
                    </a:cubicBezTo>
                    <a:cubicBezTo>
                      <a:pt x="888" y="825"/>
                      <a:pt x="1070" y="833"/>
                      <a:pt x="1250" y="833"/>
                    </a:cubicBezTo>
                    <a:cubicBezTo>
                      <a:pt x="1319" y="558"/>
                      <a:pt x="1388" y="283"/>
                      <a:pt x="1458" y="0"/>
                    </a:cubicBezTo>
                    <a:close/>
                  </a:path>
                </a:pathLst>
              </a:custGeom>
              <a:solidFill>
                <a:srgbClr val="A3EBCC"/>
              </a:solidFill>
              <a:ln w="2646" cap="flat">
                <a:noFill/>
              </a:ln>
            </p:spPr>
          </p:sp>
          <p:sp>
            <p:nvSpPr>
              <p:cNvPr id="2981" name="ICON_C_TOPOGRAPHY_path_125"/>
              <p:cNvSpPr/>
              <p:nvPr/>
            </p:nvSpPr>
            <p:spPr>
              <a:xfrm>
                <a:off x="11424256" y="7328958"/>
                <a:ext cx="18973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1494" h="2083" fill="norm" stroke="0">
                    <a:moveTo>
                      <a:pt x="36" y="0"/>
                    </a:moveTo>
                    <a:cubicBezTo>
                      <a:pt x="379" y="0"/>
                      <a:pt x="723" y="0"/>
                      <a:pt x="1077" y="0"/>
                    </a:cubicBezTo>
                    <a:cubicBezTo>
                      <a:pt x="1215" y="688"/>
                      <a:pt x="1352" y="1375"/>
                      <a:pt x="1494" y="2083"/>
                    </a:cubicBezTo>
                    <a:cubicBezTo>
                      <a:pt x="1150" y="2083"/>
                      <a:pt x="806" y="2083"/>
                      <a:pt x="452" y="2083"/>
                    </a:cubicBezTo>
                    <a:cubicBezTo>
                      <a:pt x="236" y="1809"/>
                      <a:pt x="236" y="1809"/>
                      <a:pt x="212" y="1681"/>
                    </a:cubicBezTo>
                    <a:cubicBezTo>
                      <a:pt x="210" y="1667"/>
                      <a:pt x="210" y="1667"/>
                      <a:pt x="196" y="1596"/>
                    </a:cubicBezTo>
                    <a:cubicBezTo>
                      <a:pt x="190" y="1568"/>
                      <a:pt x="185" y="1540"/>
                      <a:pt x="179" y="1510"/>
                    </a:cubicBezTo>
                    <a:cubicBezTo>
                      <a:pt x="164" y="1453"/>
                      <a:pt x="149" y="1396"/>
                      <a:pt x="134" y="1339"/>
                    </a:cubicBezTo>
                    <a:cubicBezTo>
                      <a:pt x="20" y="890"/>
                      <a:pt x="0" y="462"/>
                      <a:pt x="36" y="0"/>
                    </a:cubicBezTo>
                    <a:close/>
                  </a:path>
                </a:pathLst>
              </a:custGeom>
              <a:solidFill>
                <a:srgbClr val="5691E1"/>
              </a:solidFill>
              <a:ln w="2646" cap="flat">
                <a:noFill/>
              </a:ln>
            </p:spPr>
          </p:sp>
          <p:sp>
            <p:nvSpPr>
              <p:cNvPr id="2982" name="ICON_C_TOPOGRAPHY_path_126"/>
              <p:cNvSpPr/>
              <p:nvPr/>
            </p:nvSpPr>
            <p:spPr>
              <a:xfrm>
                <a:off x="11448521" y="7286625"/>
                <a:ext cx="34396" cy="16756"/>
              </a:xfrm>
              <a:custGeom>
                <a:avLst/>
                <a:gdLst/>
                <a:ahLst/>
                <a:cxnLst/>
                <a:rect l="0" t="0" r="r" b="b"/>
                <a:pathLst>
                  <a:path w="2708" h="1319" fill="norm" stroke="0">
                    <a:moveTo>
                      <a:pt x="2083" y="0"/>
                    </a:moveTo>
                    <a:cubicBezTo>
                      <a:pt x="2096" y="44"/>
                      <a:pt x="2108" y="87"/>
                      <a:pt x="2121" y="132"/>
                    </a:cubicBezTo>
                    <a:cubicBezTo>
                      <a:pt x="2139" y="189"/>
                      <a:pt x="2156" y="246"/>
                      <a:pt x="2174" y="304"/>
                    </a:cubicBezTo>
                    <a:cubicBezTo>
                      <a:pt x="2182" y="332"/>
                      <a:pt x="2190" y="361"/>
                      <a:pt x="2198" y="390"/>
                    </a:cubicBezTo>
                    <a:cubicBezTo>
                      <a:pt x="2245" y="539"/>
                      <a:pt x="2275" y="611"/>
                      <a:pt x="2398" y="713"/>
                    </a:cubicBezTo>
                    <a:cubicBezTo>
                      <a:pt x="2500" y="762"/>
                      <a:pt x="2599" y="803"/>
                      <a:pt x="2708" y="833"/>
                    </a:cubicBezTo>
                    <a:cubicBezTo>
                      <a:pt x="2604" y="1021"/>
                      <a:pt x="2487" y="1160"/>
                      <a:pt x="2292" y="1250"/>
                    </a:cubicBezTo>
                    <a:cubicBezTo>
                      <a:pt x="1935" y="1319"/>
                      <a:pt x="1562" y="1291"/>
                      <a:pt x="1201" y="1279"/>
                    </a:cubicBezTo>
                    <a:cubicBezTo>
                      <a:pt x="1065" y="1274"/>
                      <a:pt x="930" y="1273"/>
                      <a:pt x="794" y="1270"/>
                    </a:cubicBezTo>
                    <a:cubicBezTo>
                      <a:pt x="529" y="1266"/>
                      <a:pt x="265" y="1259"/>
                      <a:pt x="0" y="1250"/>
                    </a:cubicBezTo>
                    <a:cubicBezTo>
                      <a:pt x="29" y="1181"/>
                      <a:pt x="59" y="1112"/>
                      <a:pt x="90" y="1043"/>
                    </a:cubicBezTo>
                    <a:cubicBezTo>
                      <a:pt x="107" y="1005"/>
                      <a:pt x="124" y="966"/>
                      <a:pt x="141" y="927"/>
                    </a:cubicBezTo>
                    <a:cubicBezTo>
                      <a:pt x="208" y="833"/>
                      <a:pt x="208" y="833"/>
                      <a:pt x="319" y="806"/>
                    </a:cubicBezTo>
                    <a:cubicBezTo>
                      <a:pt x="424" y="807"/>
                      <a:pt x="522" y="815"/>
                      <a:pt x="625" y="833"/>
                    </a:cubicBezTo>
                    <a:cubicBezTo>
                      <a:pt x="621" y="820"/>
                      <a:pt x="621" y="820"/>
                      <a:pt x="599" y="750"/>
                    </a:cubicBezTo>
                    <a:cubicBezTo>
                      <a:pt x="575" y="615"/>
                      <a:pt x="571" y="544"/>
                      <a:pt x="625" y="417"/>
                    </a:cubicBezTo>
                    <a:cubicBezTo>
                      <a:pt x="855" y="293"/>
                      <a:pt x="1102" y="242"/>
                      <a:pt x="1354" y="182"/>
                    </a:cubicBezTo>
                    <a:cubicBezTo>
                      <a:pt x="1424" y="164"/>
                      <a:pt x="1495" y="146"/>
                      <a:pt x="1565" y="128"/>
                    </a:cubicBezTo>
                    <a:cubicBezTo>
                      <a:pt x="1737" y="83"/>
                      <a:pt x="1910" y="41"/>
                      <a:pt x="2083" y="0"/>
                    </a:cubicBezTo>
                    <a:close/>
                  </a:path>
                </a:pathLst>
              </a:custGeom>
              <a:solidFill>
                <a:srgbClr val="353672"/>
              </a:solidFill>
              <a:ln w="2646" cap="flat">
                <a:noFill/>
              </a:ln>
            </p:spPr>
          </p:sp>
          <p:sp>
            <p:nvSpPr>
              <p:cNvPr id="2983" name="ICON_C_TOPOGRAPHY_path_127"/>
              <p:cNvSpPr/>
              <p:nvPr/>
            </p:nvSpPr>
            <p:spPr>
              <a:xfrm>
                <a:off x="11414125" y="7556500"/>
                <a:ext cx="76729" cy="16677"/>
              </a:xfrm>
              <a:custGeom>
                <a:avLst/>
                <a:gdLst/>
                <a:ahLst/>
                <a:cxnLst/>
                <a:rect l="0" t="0" r="r" b="b"/>
                <a:pathLst>
                  <a:path w="6042" h="1313" fill="norm" stroke="0">
                    <a:moveTo>
                      <a:pt x="2083" y="0"/>
                    </a:moveTo>
                    <a:cubicBezTo>
                      <a:pt x="2288" y="20"/>
                      <a:pt x="2491" y="42"/>
                      <a:pt x="2695" y="66"/>
                    </a:cubicBezTo>
                    <a:cubicBezTo>
                      <a:pt x="2764" y="74"/>
                      <a:pt x="2834" y="81"/>
                      <a:pt x="2903" y="88"/>
                    </a:cubicBezTo>
                    <a:cubicBezTo>
                      <a:pt x="3003" y="97"/>
                      <a:pt x="3103" y="110"/>
                      <a:pt x="3202" y="122"/>
                    </a:cubicBezTo>
                    <a:cubicBezTo>
                      <a:pt x="3233" y="124"/>
                      <a:pt x="3264" y="127"/>
                      <a:pt x="3296" y="129"/>
                    </a:cubicBezTo>
                    <a:cubicBezTo>
                      <a:pt x="3393" y="143"/>
                      <a:pt x="3458" y="157"/>
                      <a:pt x="3542" y="208"/>
                    </a:cubicBezTo>
                    <a:cubicBezTo>
                      <a:pt x="3591" y="302"/>
                      <a:pt x="3591" y="302"/>
                      <a:pt x="3634" y="414"/>
                    </a:cubicBezTo>
                    <a:cubicBezTo>
                      <a:pt x="3694" y="551"/>
                      <a:pt x="3721" y="611"/>
                      <a:pt x="3856" y="678"/>
                    </a:cubicBezTo>
                    <a:cubicBezTo>
                      <a:pt x="3994" y="713"/>
                      <a:pt x="4130" y="737"/>
                      <a:pt x="4272" y="757"/>
                    </a:cubicBezTo>
                    <a:cubicBezTo>
                      <a:pt x="4322" y="765"/>
                      <a:pt x="4373" y="774"/>
                      <a:pt x="4425" y="783"/>
                    </a:cubicBezTo>
                    <a:cubicBezTo>
                      <a:pt x="4559" y="806"/>
                      <a:pt x="4692" y="827"/>
                      <a:pt x="4827" y="847"/>
                    </a:cubicBezTo>
                    <a:cubicBezTo>
                      <a:pt x="4964" y="868"/>
                      <a:pt x="5100" y="891"/>
                      <a:pt x="5237" y="914"/>
                    </a:cubicBezTo>
                    <a:cubicBezTo>
                      <a:pt x="5505" y="959"/>
                      <a:pt x="5773" y="1001"/>
                      <a:pt x="6042" y="1042"/>
                    </a:cubicBezTo>
                    <a:cubicBezTo>
                      <a:pt x="6042" y="1110"/>
                      <a:pt x="6042" y="1179"/>
                      <a:pt x="6042" y="1250"/>
                    </a:cubicBezTo>
                    <a:cubicBezTo>
                      <a:pt x="5760" y="1261"/>
                      <a:pt x="5479" y="1268"/>
                      <a:pt x="5197" y="1273"/>
                    </a:cubicBezTo>
                    <a:cubicBezTo>
                      <a:pt x="5102" y="1275"/>
                      <a:pt x="5007" y="1278"/>
                      <a:pt x="4911" y="1281"/>
                    </a:cubicBezTo>
                    <a:cubicBezTo>
                      <a:pt x="4415" y="1300"/>
                      <a:pt x="4005" y="1313"/>
                      <a:pt x="3574" y="1048"/>
                    </a:cubicBezTo>
                    <a:cubicBezTo>
                      <a:pt x="2991" y="698"/>
                      <a:pt x="2280" y="737"/>
                      <a:pt x="1619" y="708"/>
                    </a:cubicBezTo>
                    <a:cubicBezTo>
                      <a:pt x="1436" y="700"/>
                      <a:pt x="1253" y="689"/>
                      <a:pt x="1070" y="679"/>
                    </a:cubicBezTo>
                    <a:cubicBezTo>
                      <a:pt x="714" y="659"/>
                      <a:pt x="357" y="641"/>
                      <a:pt x="0" y="625"/>
                    </a:cubicBezTo>
                    <a:cubicBezTo>
                      <a:pt x="0" y="556"/>
                      <a:pt x="0" y="487"/>
                      <a:pt x="0" y="417"/>
                    </a:cubicBezTo>
                    <a:cubicBezTo>
                      <a:pt x="741" y="253"/>
                      <a:pt x="1352" y="137"/>
                      <a:pt x="2083" y="417"/>
                    </a:cubicBezTo>
                    <a:cubicBezTo>
                      <a:pt x="2083" y="279"/>
                      <a:pt x="2083" y="142"/>
                      <a:pt x="2083" y="0"/>
                    </a:cubicBezTo>
                    <a:close/>
                  </a:path>
                </a:pathLst>
              </a:custGeom>
              <a:solidFill>
                <a:srgbClr val="EDF397"/>
              </a:solidFill>
              <a:ln w="2646" cap="flat">
                <a:noFill/>
              </a:ln>
            </p:spPr>
          </p:sp>
          <p:sp>
            <p:nvSpPr>
              <p:cNvPr id="2984" name="ICON_C_TOPOGRAPHY_path_128"/>
              <p:cNvSpPr/>
              <p:nvPr/>
            </p:nvSpPr>
            <p:spPr>
              <a:xfrm>
                <a:off x="11535833" y="7635258"/>
                <a:ext cx="60854" cy="21783"/>
              </a:xfrm>
              <a:custGeom>
                <a:avLst/>
                <a:gdLst/>
                <a:ahLst/>
                <a:cxnLst/>
                <a:rect l="0" t="0" r="r" b="b"/>
                <a:pathLst>
                  <a:path w="4792" h="1715" fill="norm" stroke="0">
                    <a:moveTo>
                      <a:pt x="4626" y="128"/>
                    </a:moveTo>
                    <a:cubicBezTo>
                      <a:pt x="4725" y="197"/>
                      <a:pt x="4725" y="197"/>
                      <a:pt x="4792" y="257"/>
                    </a:cubicBezTo>
                    <a:cubicBezTo>
                      <a:pt x="3805" y="1193"/>
                      <a:pt x="2365" y="1577"/>
                      <a:pt x="1042" y="1715"/>
                    </a:cubicBezTo>
                    <a:cubicBezTo>
                      <a:pt x="1042" y="1646"/>
                      <a:pt x="1042" y="1578"/>
                      <a:pt x="1042" y="1507"/>
                    </a:cubicBezTo>
                    <a:cubicBezTo>
                      <a:pt x="698" y="1438"/>
                      <a:pt x="354" y="1369"/>
                      <a:pt x="0" y="1299"/>
                    </a:cubicBezTo>
                    <a:cubicBezTo>
                      <a:pt x="572" y="821"/>
                      <a:pt x="1157" y="759"/>
                      <a:pt x="1875" y="674"/>
                    </a:cubicBezTo>
                    <a:cubicBezTo>
                      <a:pt x="1875" y="742"/>
                      <a:pt x="1875" y="811"/>
                      <a:pt x="1875" y="882"/>
                    </a:cubicBezTo>
                    <a:cubicBezTo>
                      <a:pt x="2700" y="1032"/>
                      <a:pt x="3201" y="778"/>
                      <a:pt x="3872" y="327"/>
                    </a:cubicBezTo>
                    <a:cubicBezTo>
                      <a:pt x="4370" y="0"/>
                      <a:pt x="4370" y="0"/>
                      <a:pt x="4626" y="128"/>
                    </a:cubicBezTo>
                    <a:close/>
                  </a:path>
                </a:pathLst>
              </a:custGeom>
              <a:solidFill>
                <a:srgbClr val="494584"/>
              </a:solidFill>
              <a:ln w="2646" cap="flat">
                <a:noFill/>
              </a:ln>
            </p:spPr>
          </p:sp>
          <p:sp>
            <p:nvSpPr>
              <p:cNvPr id="2985" name="ICON_C_TOPOGRAPHY_path_129"/>
              <p:cNvSpPr/>
              <p:nvPr/>
            </p:nvSpPr>
            <p:spPr>
              <a:xfrm>
                <a:off x="11675322" y="7468853"/>
                <a:ext cx="16616" cy="21558"/>
              </a:xfrm>
              <a:custGeom>
                <a:avLst/>
                <a:gdLst/>
                <a:ahLst/>
                <a:cxnLst/>
                <a:rect l="0" t="0" r="r" b="b"/>
                <a:pathLst>
                  <a:path w="1308" h="1697" fill="norm" stroke="0">
                    <a:moveTo>
                      <a:pt x="918" y="13"/>
                    </a:moveTo>
                    <a:cubicBezTo>
                      <a:pt x="982" y="15"/>
                      <a:pt x="982" y="15"/>
                      <a:pt x="1308" y="26"/>
                    </a:cubicBezTo>
                    <a:cubicBezTo>
                      <a:pt x="1308" y="508"/>
                      <a:pt x="1308" y="989"/>
                      <a:pt x="1308" y="1485"/>
                    </a:cubicBezTo>
                    <a:cubicBezTo>
                      <a:pt x="1225" y="1504"/>
                      <a:pt x="1225" y="1504"/>
                      <a:pt x="801" y="1602"/>
                    </a:cubicBezTo>
                    <a:cubicBezTo>
                      <a:pt x="748" y="1615"/>
                      <a:pt x="696" y="1627"/>
                      <a:pt x="641" y="1641"/>
                    </a:cubicBezTo>
                    <a:cubicBezTo>
                      <a:pt x="621" y="1645"/>
                      <a:pt x="621" y="1645"/>
                      <a:pt x="515" y="1668"/>
                    </a:cubicBezTo>
                    <a:cubicBezTo>
                      <a:pt x="472" y="1678"/>
                      <a:pt x="430" y="1688"/>
                      <a:pt x="386" y="1697"/>
                    </a:cubicBezTo>
                    <a:cubicBezTo>
                      <a:pt x="267" y="1693"/>
                      <a:pt x="267" y="1693"/>
                      <a:pt x="149" y="1608"/>
                    </a:cubicBezTo>
                    <a:cubicBezTo>
                      <a:pt x="0" y="1405"/>
                      <a:pt x="20" y="1189"/>
                      <a:pt x="20" y="946"/>
                    </a:cubicBezTo>
                    <a:cubicBezTo>
                      <a:pt x="19" y="860"/>
                      <a:pt x="15" y="774"/>
                      <a:pt x="11" y="687"/>
                    </a:cubicBezTo>
                    <a:cubicBezTo>
                      <a:pt x="3" y="294"/>
                      <a:pt x="3" y="294"/>
                      <a:pt x="138" y="150"/>
                    </a:cubicBezTo>
                    <a:cubicBezTo>
                      <a:pt x="386" y="12"/>
                      <a:pt x="640" y="0"/>
                      <a:pt x="918" y="13"/>
                    </a:cubicBezTo>
                    <a:close/>
                  </a:path>
                </a:pathLst>
              </a:custGeom>
              <a:solidFill>
                <a:srgbClr val="76689A"/>
              </a:solidFill>
              <a:ln w="2646" cap="flat">
                <a:noFill/>
              </a:ln>
            </p:spPr>
          </p:sp>
          <p:sp>
            <p:nvSpPr>
              <p:cNvPr id="2986" name="ICON_C_TOPOGRAPHY_path_130"/>
              <p:cNvSpPr/>
              <p:nvPr/>
            </p:nvSpPr>
            <p:spPr>
              <a:xfrm>
                <a:off x="11636375" y="7445137"/>
                <a:ext cx="17716" cy="47863"/>
              </a:xfrm>
              <a:custGeom>
                <a:avLst/>
                <a:gdLst/>
                <a:ahLst/>
                <a:cxnLst/>
                <a:rect l="0" t="0" r="r" b="b"/>
                <a:pathLst>
                  <a:path w="1395" h="3769" fill="norm" stroke="0">
                    <a:moveTo>
                      <a:pt x="0" y="19"/>
                    </a:moveTo>
                    <a:cubicBezTo>
                      <a:pt x="380" y="0"/>
                      <a:pt x="572" y="60"/>
                      <a:pt x="859" y="318"/>
                    </a:cubicBezTo>
                    <a:cubicBezTo>
                      <a:pt x="1259" y="701"/>
                      <a:pt x="1338" y="1111"/>
                      <a:pt x="1351" y="1654"/>
                    </a:cubicBezTo>
                    <a:cubicBezTo>
                      <a:pt x="1352" y="1694"/>
                      <a:pt x="1353" y="1735"/>
                      <a:pt x="1354" y="1777"/>
                    </a:cubicBezTo>
                    <a:cubicBezTo>
                      <a:pt x="1356" y="1815"/>
                      <a:pt x="1358" y="1854"/>
                      <a:pt x="1361" y="1895"/>
                    </a:cubicBezTo>
                    <a:cubicBezTo>
                      <a:pt x="1395" y="2682"/>
                      <a:pt x="995" y="3136"/>
                      <a:pt x="491" y="3688"/>
                    </a:cubicBezTo>
                    <a:cubicBezTo>
                      <a:pt x="467" y="3715"/>
                      <a:pt x="442" y="3741"/>
                      <a:pt x="417" y="3769"/>
                    </a:cubicBezTo>
                    <a:cubicBezTo>
                      <a:pt x="418" y="3734"/>
                      <a:pt x="419" y="3699"/>
                      <a:pt x="419" y="3664"/>
                    </a:cubicBezTo>
                    <a:cubicBezTo>
                      <a:pt x="428" y="3333"/>
                      <a:pt x="434" y="3002"/>
                      <a:pt x="438" y="2671"/>
                    </a:cubicBezTo>
                    <a:cubicBezTo>
                      <a:pt x="440" y="2501"/>
                      <a:pt x="443" y="2331"/>
                      <a:pt x="448" y="2161"/>
                    </a:cubicBezTo>
                    <a:cubicBezTo>
                      <a:pt x="470" y="1366"/>
                      <a:pt x="486" y="694"/>
                      <a:pt x="0" y="19"/>
                    </a:cubicBezTo>
                    <a:close/>
                  </a:path>
                </a:pathLst>
              </a:custGeom>
              <a:solidFill>
                <a:srgbClr val="9AF6CD"/>
              </a:solidFill>
              <a:ln w="2646" cap="flat">
                <a:noFill/>
              </a:ln>
            </p:spPr>
          </p:sp>
          <p:sp>
            <p:nvSpPr>
              <p:cNvPr id="2987" name="ICON_C_TOPOGRAPHY_path_131"/>
              <p:cNvSpPr/>
              <p:nvPr/>
            </p:nvSpPr>
            <p:spPr>
              <a:xfrm>
                <a:off x="11628438" y="7400396"/>
                <a:ext cx="27183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2140" h="2292" fill="norm" stroke="0">
                    <a:moveTo>
                      <a:pt x="0" y="0"/>
                    </a:moveTo>
                    <a:cubicBezTo>
                      <a:pt x="138" y="0"/>
                      <a:pt x="275" y="0"/>
                      <a:pt x="417" y="0"/>
                    </a:cubicBezTo>
                    <a:cubicBezTo>
                      <a:pt x="485" y="344"/>
                      <a:pt x="554" y="688"/>
                      <a:pt x="625" y="1042"/>
                    </a:cubicBezTo>
                    <a:cubicBezTo>
                      <a:pt x="750" y="934"/>
                      <a:pt x="874" y="827"/>
                      <a:pt x="1003" y="716"/>
                    </a:cubicBezTo>
                    <a:cubicBezTo>
                      <a:pt x="1410" y="391"/>
                      <a:pt x="1410" y="391"/>
                      <a:pt x="1653" y="407"/>
                    </a:cubicBezTo>
                    <a:cubicBezTo>
                      <a:pt x="1827" y="445"/>
                      <a:pt x="1949" y="508"/>
                      <a:pt x="2083" y="625"/>
                    </a:cubicBezTo>
                    <a:cubicBezTo>
                      <a:pt x="2140" y="788"/>
                      <a:pt x="2118" y="867"/>
                      <a:pt x="2083" y="1042"/>
                    </a:cubicBezTo>
                    <a:cubicBezTo>
                      <a:pt x="1946" y="1042"/>
                      <a:pt x="1808" y="1042"/>
                      <a:pt x="1667" y="1042"/>
                    </a:cubicBezTo>
                    <a:cubicBezTo>
                      <a:pt x="1667" y="1454"/>
                      <a:pt x="1667" y="1867"/>
                      <a:pt x="1667" y="2292"/>
                    </a:cubicBezTo>
                    <a:cubicBezTo>
                      <a:pt x="1460" y="2292"/>
                      <a:pt x="1254" y="2292"/>
                      <a:pt x="1042" y="2292"/>
                    </a:cubicBezTo>
                    <a:cubicBezTo>
                      <a:pt x="973" y="1948"/>
                      <a:pt x="904" y="1604"/>
                      <a:pt x="833" y="1250"/>
                    </a:cubicBezTo>
                    <a:cubicBezTo>
                      <a:pt x="627" y="1250"/>
                      <a:pt x="421" y="1250"/>
                      <a:pt x="208" y="1250"/>
                    </a:cubicBezTo>
                    <a:cubicBezTo>
                      <a:pt x="140" y="837"/>
                      <a:pt x="71" y="425"/>
                      <a:pt x="0" y="0"/>
                    </a:cubicBezTo>
                    <a:close/>
                  </a:path>
                </a:pathLst>
              </a:custGeom>
              <a:solidFill>
                <a:srgbClr val="67D2EE"/>
              </a:solidFill>
              <a:ln w="2646" cap="flat">
                <a:noFill/>
              </a:ln>
            </p:spPr>
          </p:sp>
          <p:sp>
            <p:nvSpPr>
              <p:cNvPr id="2988" name="ICON_C_TOPOGRAPHY_path_132"/>
              <p:cNvSpPr/>
              <p:nvPr/>
            </p:nvSpPr>
            <p:spPr>
              <a:xfrm>
                <a:off x="11633729" y="7564438"/>
                <a:ext cx="21167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2917" fill="norm" stroke="0">
                    <a:moveTo>
                      <a:pt x="1042" y="0"/>
                    </a:moveTo>
                    <a:cubicBezTo>
                      <a:pt x="1072" y="469"/>
                      <a:pt x="1001" y="810"/>
                      <a:pt x="833" y="1250"/>
                    </a:cubicBezTo>
                    <a:cubicBezTo>
                      <a:pt x="1108" y="1044"/>
                      <a:pt x="1383" y="837"/>
                      <a:pt x="1667" y="625"/>
                    </a:cubicBezTo>
                    <a:cubicBezTo>
                      <a:pt x="1663" y="1167"/>
                      <a:pt x="1651" y="1711"/>
                      <a:pt x="1248" y="2114"/>
                    </a:cubicBezTo>
                    <a:cubicBezTo>
                      <a:pt x="925" y="2412"/>
                      <a:pt x="569" y="2667"/>
                      <a:pt x="208" y="2917"/>
                    </a:cubicBezTo>
                    <a:cubicBezTo>
                      <a:pt x="277" y="2504"/>
                      <a:pt x="346" y="2092"/>
                      <a:pt x="417" y="1667"/>
                    </a:cubicBezTo>
                    <a:cubicBezTo>
                      <a:pt x="279" y="1667"/>
                      <a:pt x="142" y="1667"/>
                      <a:pt x="0" y="1667"/>
                    </a:cubicBezTo>
                    <a:cubicBezTo>
                      <a:pt x="228" y="977"/>
                      <a:pt x="469" y="461"/>
                      <a:pt x="1042" y="0"/>
                    </a:cubicBezTo>
                    <a:close/>
                  </a:path>
                </a:pathLst>
              </a:custGeom>
              <a:solidFill>
                <a:srgbClr val="3B518C"/>
              </a:solidFill>
              <a:ln w="2646" cap="flat">
                <a:noFill/>
              </a:ln>
            </p:spPr>
          </p:sp>
          <p:sp>
            <p:nvSpPr>
              <p:cNvPr id="2989" name="ICON_C_TOPOGRAPHY_path_133"/>
              <p:cNvSpPr/>
              <p:nvPr/>
            </p:nvSpPr>
            <p:spPr>
              <a:xfrm>
                <a:off x="11467042" y="7516812"/>
                <a:ext cx="42333" cy="26268"/>
              </a:xfrm>
              <a:custGeom>
                <a:avLst/>
                <a:gdLst/>
                <a:ahLst/>
                <a:cxnLst/>
                <a:rect l="0" t="0" r="r" b="b"/>
                <a:pathLst>
                  <a:path w="3333" h="2068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765" y="346"/>
                      <a:pt x="696" y="483"/>
                      <a:pt x="625" y="625"/>
                    </a:cubicBezTo>
                    <a:cubicBezTo>
                      <a:pt x="653" y="620"/>
                      <a:pt x="653" y="620"/>
                      <a:pt x="793" y="596"/>
                    </a:cubicBezTo>
                    <a:cubicBezTo>
                      <a:pt x="1243" y="541"/>
                      <a:pt x="1243" y="541"/>
                      <a:pt x="1458" y="625"/>
                    </a:cubicBezTo>
                    <a:cubicBezTo>
                      <a:pt x="1683" y="854"/>
                      <a:pt x="1764" y="1164"/>
                      <a:pt x="1875" y="1458"/>
                    </a:cubicBezTo>
                    <a:cubicBezTo>
                      <a:pt x="2356" y="1321"/>
                      <a:pt x="2837" y="1183"/>
                      <a:pt x="3333" y="1042"/>
                    </a:cubicBezTo>
                    <a:cubicBezTo>
                      <a:pt x="3154" y="1681"/>
                      <a:pt x="3154" y="1681"/>
                      <a:pt x="2917" y="1875"/>
                    </a:cubicBezTo>
                    <a:cubicBezTo>
                      <a:pt x="2490" y="2068"/>
                      <a:pt x="1890" y="2033"/>
                      <a:pt x="1458" y="1875"/>
                    </a:cubicBezTo>
                    <a:cubicBezTo>
                      <a:pt x="750" y="1511"/>
                      <a:pt x="287" y="705"/>
                      <a:pt x="0" y="0"/>
                    </a:cubicBezTo>
                    <a:close/>
                  </a:path>
                </a:pathLst>
              </a:custGeom>
              <a:solidFill>
                <a:srgbClr val="EE9478"/>
              </a:solidFill>
              <a:ln w="2646" cap="flat">
                <a:noFill/>
              </a:ln>
            </p:spPr>
          </p:sp>
          <p:sp>
            <p:nvSpPr>
              <p:cNvPr id="2990" name="ICON_C_TOPOGRAPHY_path_134"/>
              <p:cNvSpPr/>
              <p:nvPr/>
            </p:nvSpPr>
            <p:spPr>
              <a:xfrm>
                <a:off x="11667638" y="7482417"/>
                <a:ext cx="13830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1089" h="3750" fill="norm" stroke="0">
                    <a:moveTo>
                      <a:pt x="455" y="0"/>
                    </a:moveTo>
                    <a:cubicBezTo>
                      <a:pt x="728" y="233"/>
                      <a:pt x="1050" y="538"/>
                      <a:pt x="1088" y="914"/>
                    </a:cubicBezTo>
                    <a:cubicBezTo>
                      <a:pt x="1089" y="1363"/>
                      <a:pt x="949" y="1813"/>
                      <a:pt x="833" y="2243"/>
                    </a:cubicBezTo>
                    <a:cubicBezTo>
                      <a:pt x="789" y="2412"/>
                      <a:pt x="748" y="2583"/>
                      <a:pt x="708" y="2754"/>
                    </a:cubicBezTo>
                    <a:cubicBezTo>
                      <a:pt x="628" y="3087"/>
                      <a:pt x="543" y="3419"/>
                      <a:pt x="455" y="3750"/>
                    </a:cubicBezTo>
                    <a:cubicBezTo>
                      <a:pt x="317" y="3750"/>
                      <a:pt x="180" y="3750"/>
                      <a:pt x="38" y="3750"/>
                    </a:cubicBezTo>
                    <a:cubicBezTo>
                      <a:pt x="26" y="3399"/>
                      <a:pt x="17" y="3047"/>
                      <a:pt x="12" y="2695"/>
                    </a:cubicBezTo>
                    <a:cubicBezTo>
                      <a:pt x="12" y="2669"/>
                      <a:pt x="12" y="2643"/>
                      <a:pt x="11" y="2617"/>
                    </a:cubicBezTo>
                    <a:cubicBezTo>
                      <a:pt x="0" y="1690"/>
                      <a:pt x="115" y="866"/>
                      <a:pt x="455" y="0"/>
                    </a:cubicBezTo>
                    <a:close/>
                  </a:path>
                </a:pathLst>
              </a:custGeom>
              <a:solidFill>
                <a:srgbClr val="1A1A57"/>
              </a:solidFill>
              <a:ln w="2646" cap="flat">
                <a:noFill/>
              </a:ln>
            </p:spPr>
          </p:sp>
          <p:sp>
            <p:nvSpPr>
              <p:cNvPr id="2991" name="ICON_C_TOPOGRAPHY_path_135"/>
              <p:cNvSpPr/>
              <p:nvPr/>
            </p:nvSpPr>
            <p:spPr>
              <a:xfrm>
                <a:off x="11414125" y="7301145"/>
                <a:ext cx="31750" cy="19876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1565" fill="norm" stroke="0">
                    <a:moveTo>
                      <a:pt x="2500" y="107"/>
                    </a:moveTo>
                    <a:cubicBezTo>
                      <a:pt x="2500" y="313"/>
                      <a:pt x="2500" y="519"/>
                      <a:pt x="2500" y="732"/>
                    </a:cubicBezTo>
                    <a:cubicBezTo>
                      <a:pt x="2087" y="800"/>
                      <a:pt x="1675" y="869"/>
                      <a:pt x="1250" y="940"/>
                    </a:cubicBezTo>
                    <a:cubicBezTo>
                      <a:pt x="1250" y="1077"/>
                      <a:pt x="1250" y="1215"/>
                      <a:pt x="1250" y="1357"/>
                    </a:cubicBezTo>
                    <a:cubicBezTo>
                      <a:pt x="837" y="1425"/>
                      <a:pt x="425" y="1494"/>
                      <a:pt x="0" y="1565"/>
                    </a:cubicBezTo>
                    <a:cubicBezTo>
                      <a:pt x="249" y="962"/>
                      <a:pt x="517" y="465"/>
                      <a:pt x="1116" y="155"/>
                    </a:cubicBezTo>
                    <a:cubicBezTo>
                      <a:pt x="1549" y="0"/>
                      <a:pt x="2051" y="66"/>
                      <a:pt x="2500" y="107"/>
                    </a:cubicBezTo>
                    <a:close/>
                  </a:path>
                </a:pathLst>
              </a:custGeom>
              <a:solidFill>
                <a:srgbClr val="2A2D6A"/>
              </a:solidFill>
              <a:ln w="2646" cap="flat">
                <a:noFill/>
              </a:ln>
            </p:spPr>
          </p:sp>
          <p:sp>
            <p:nvSpPr>
              <p:cNvPr id="2992" name="ICON_C_TOPOGRAPHY_path_136"/>
              <p:cNvSpPr/>
              <p:nvPr/>
            </p:nvSpPr>
            <p:spPr>
              <a:xfrm>
                <a:off x="11546417" y="7588250"/>
                <a:ext cx="64381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5069" h="2500" fill="norm" stroke="0">
                    <a:moveTo>
                      <a:pt x="5000" y="0"/>
                    </a:moveTo>
                    <a:cubicBezTo>
                      <a:pt x="5042" y="211"/>
                      <a:pt x="5069" y="417"/>
                      <a:pt x="5000" y="625"/>
                    </a:cubicBezTo>
                    <a:cubicBezTo>
                      <a:pt x="4835" y="853"/>
                      <a:pt x="4569" y="996"/>
                      <a:pt x="4336" y="1146"/>
                    </a:cubicBezTo>
                    <a:cubicBezTo>
                      <a:pt x="4274" y="1188"/>
                      <a:pt x="4213" y="1230"/>
                      <a:pt x="4152" y="1272"/>
                    </a:cubicBezTo>
                    <a:cubicBezTo>
                      <a:pt x="3988" y="1384"/>
                      <a:pt x="3821" y="1490"/>
                      <a:pt x="3653" y="1595"/>
                    </a:cubicBezTo>
                    <a:cubicBezTo>
                      <a:pt x="3535" y="1671"/>
                      <a:pt x="3420" y="1752"/>
                      <a:pt x="3306" y="1833"/>
                    </a:cubicBezTo>
                    <a:cubicBezTo>
                      <a:pt x="2633" y="2295"/>
                      <a:pt x="2070" y="2399"/>
                      <a:pt x="1270" y="2431"/>
                    </a:cubicBezTo>
                    <a:cubicBezTo>
                      <a:pt x="1126" y="2438"/>
                      <a:pt x="982" y="2447"/>
                      <a:pt x="838" y="2456"/>
                    </a:cubicBezTo>
                    <a:cubicBezTo>
                      <a:pt x="559" y="2474"/>
                      <a:pt x="279" y="2488"/>
                      <a:pt x="0" y="2500"/>
                    </a:cubicBezTo>
                    <a:cubicBezTo>
                      <a:pt x="464" y="1927"/>
                      <a:pt x="464" y="1927"/>
                      <a:pt x="707" y="1848"/>
                    </a:cubicBezTo>
                    <a:cubicBezTo>
                      <a:pt x="873" y="1831"/>
                      <a:pt x="1036" y="1860"/>
                      <a:pt x="1200" y="1888"/>
                    </a:cubicBezTo>
                    <a:cubicBezTo>
                      <a:pt x="2154" y="2032"/>
                      <a:pt x="2811" y="1506"/>
                      <a:pt x="3551" y="975"/>
                    </a:cubicBezTo>
                    <a:cubicBezTo>
                      <a:pt x="3742" y="838"/>
                      <a:pt x="3937" y="707"/>
                      <a:pt x="4133" y="579"/>
                    </a:cubicBezTo>
                    <a:cubicBezTo>
                      <a:pt x="4163" y="559"/>
                      <a:pt x="4193" y="540"/>
                      <a:pt x="4223" y="520"/>
                    </a:cubicBezTo>
                    <a:cubicBezTo>
                      <a:pt x="4281" y="482"/>
                      <a:pt x="4339" y="444"/>
                      <a:pt x="4396" y="406"/>
                    </a:cubicBezTo>
                    <a:cubicBezTo>
                      <a:pt x="4599" y="273"/>
                      <a:pt x="4799" y="136"/>
                      <a:pt x="5000" y="0"/>
                    </a:cubicBezTo>
                    <a:close/>
                  </a:path>
                </a:pathLst>
              </a:custGeom>
              <a:solidFill>
                <a:srgbClr val="47A7E6"/>
              </a:solidFill>
              <a:ln w="2646" cap="flat">
                <a:noFill/>
              </a:ln>
            </p:spPr>
          </p:sp>
          <p:sp>
            <p:nvSpPr>
              <p:cNvPr id="2993" name="ICON_C_TOPOGRAPHY_path_137"/>
              <p:cNvSpPr/>
              <p:nvPr/>
            </p:nvSpPr>
            <p:spPr>
              <a:xfrm>
                <a:off x="11567583" y="7362176"/>
                <a:ext cx="39688" cy="35573"/>
              </a:xfrm>
              <a:custGeom>
                <a:avLst/>
                <a:gdLst/>
                <a:ahLst/>
                <a:cxnLst/>
                <a:rect l="0" t="0" r="r" b="b"/>
                <a:pathLst>
                  <a:path w="3125" h="2801" fill="norm" stroke="0">
                    <a:moveTo>
                      <a:pt x="334" y="29"/>
                    </a:moveTo>
                    <a:cubicBezTo>
                      <a:pt x="488" y="14"/>
                      <a:pt x="639" y="2"/>
                      <a:pt x="794" y="2"/>
                    </a:cubicBezTo>
                    <a:cubicBezTo>
                      <a:pt x="822" y="1"/>
                      <a:pt x="850" y="1"/>
                      <a:pt x="878" y="0"/>
                    </a:cubicBezTo>
                    <a:cubicBezTo>
                      <a:pt x="1183" y="0"/>
                      <a:pt x="1432" y="41"/>
                      <a:pt x="1664" y="249"/>
                    </a:cubicBezTo>
                    <a:cubicBezTo>
                      <a:pt x="1769" y="355"/>
                      <a:pt x="1863" y="468"/>
                      <a:pt x="1953" y="587"/>
                    </a:cubicBezTo>
                    <a:cubicBezTo>
                      <a:pt x="1962" y="599"/>
                      <a:pt x="1962" y="599"/>
                      <a:pt x="2007" y="658"/>
                    </a:cubicBezTo>
                    <a:cubicBezTo>
                      <a:pt x="2241" y="972"/>
                      <a:pt x="2292" y="1128"/>
                      <a:pt x="2292" y="1551"/>
                    </a:cubicBezTo>
                    <a:cubicBezTo>
                      <a:pt x="2567" y="1620"/>
                      <a:pt x="2842" y="1689"/>
                      <a:pt x="3125" y="1759"/>
                    </a:cubicBezTo>
                    <a:cubicBezTo>
                      <a:pt x="3056" y="2103"/>
                      <a:pt x="2987" y="2447"/>
                      <a:pt x="2917" y="2801"/>
                    </a:cubicBezTo>
                    <a:cubicBezTo>
                      <a:pt x="2779" y="2801"/>
                      <a:pt x="2642" y="2801"/>
                      <a:pt x="2500" y="2801"/>
                    </a:cubicBezTo>
                    <a:cubicBezTo>
                      <a:pt x="2500" y="2526"/>
                      <a:pt x="2500" y="2251"/>
                      <a:pt x="2500" y="1968"/>
                    </a:cubicBezTo>
                    <a:cubicBezTo>
                      <a:pt x="2362" y="1968"/>
                      <a:pt x="2225" y="1968"/>
                      <a:pt x="2083" y="1968"/>
                    </a:cubicBezTo>
                    <a:cubicBezTo>
                      <a:pt x="1985" y="1875"/>
                      <a:pt x="1985" y="1875"/>
                      <a:pt x="1921" y="1747"/>
                    </a:cubicBezTo>
                    <a:cubicBezTo>
                      <a:pt x="1908" y="1725"/>
                      <a:pt x="1896" y="1702"/>
                      <a:pt x="1883" y="1679"/>
                    </a:cubicBezTo>
                    <a:cubicBezTo>
                      <a:pt x="1844" y="1606"/>
                      <a:pt x="1808" y="1534"/>
                      <a:pt x="1771" y="1460"/>
                    </a:cubicBezTo>
                    <a:cubicBezTo>
                      <a:pt x="1499" y="922"/>
                      <a:pt x="1499" y="922"/>
                      <a:pt x="1230" y="815"/>
                    </a:cubicBezTo>
                    <a:cubicBezTo>
                      <a:pt x="1195" y="805"/>
                      <a:pt x="1159" y="795"/>
                      <a:pt x="1122" y="785"/>
                    </a:cubicBezTo>
                    <a:cubicBezTo>
                      <a:pt x="1095" y="763"/>
                      <a:pt x="1069" y="741"/>
                      <a:pt x="1042" y="718"/>
                    </a:cubicBezTo>
                    <a:cubicBezTo>
                      <a:pt x="1042" y="580"/>
                      <a:pt x="1042" y="443"/>
                      <a:pt x="1042" y="301"/>
                    </a:cubicBezTo>
                    <a:cubicBezTo>
                      <a:pt x="698" y="370"/>
                      <a:pt x="354" y="439"/>
                      <a:pt x="0" y="509"/>
                    </a:cubicBezTo>
                    <a:cubicBezTo>
                      <a:pt x="208" y="93"/>
                      <a:pt x="208" y="93"/>
                      <a:pt x="334" y="29"/>
                    </a:cubicBezTo>
                    <a:close/>
                  </a:path>
                </a:pathLst>
              </a:custGeom>
              <a:solidFill>
                <a:srgbClr val="6FD2EB"/>
              </a:solidFill>
              <a:ln w="2646" cap="flat">
                <a:noFill/>
              </a:ln>
            </p:spPr>
          </p:sp>
          <p:sp>
            <p:nvSpPr>
              <p:cNvPr id="2994" name="ICON_C_TOPOGRAPHY_path_138"/>
              <p:cNvSpPr/>
              <p:nvPr/>
            </p:nvSpPr>
            <p:spPr>
              <a:xfrm>
                <a:off x="11437938" y="7635875"/>
                <a:ext cx="71438" cy="11544"/>
              </a:xfrm>
              <a:custGeom>
                <a:avLst/>
                <a:gdLst/>
                <a:ahLst/>
                <a:cxnLst/>
                <a:rect l="0" t="0" r="r" b="b"/>
                <a:pathLst>
                  <a:path w="5625" h="909" fill="norm" stroke="0">
                    <a:moveTo>
                      <a:pt x="0" y="0"/>
                    </a:moveTo>
                    <a:cubicBezTo>
                      <a:pt x="1856" y="138"/>
                      <a:pt x="3712" y="275"/>
                      <a:pt x="5625" y="417"/>
                    </a:cubicBezTo>
                    <a:cubicBezTo>
                      <a:pt x="5625" y="485"/>
                      <a:pt x="5625" y="554"/>
                      <a:pt x="5625" y="625"/>
                    </a:cubicBezTo>
                    <a:cubicBezTo>
                      <a:pt x="5046" y="672"/>
                      <a:pt x="4466" y="714"/>
                      <a:pt x="3886" y="750"/>
                    </a:cubicBezTo>
                    <a:cubicBezTo>
                      <a:pt x="3617" y="766"/>
                      <a:pt x="3347" y="785"/>
                      <a:pt x="3079" y="807"/>
                    </a:cubicBezTo>
                    <a:cubicBezTo>
                      <a:pt x="2818" y="829"/>
                      <a:pt x="2558" y="846"/>
                      <a:pt x="2296" y="860"/>
                    </a:cubicBezTo>
                    <a:cubicBezTo>
                      <a:pt x="2198" y="866"/>
                      <a:pt x="2099" y="874"/>
                      <a:pt x="2001" y="883"/>
                    </a:cubicBezTo>
                    <a:cubicBezTo>
                      <a:pt x="1954" y="887"/>
                      <a:pt x="1907" y="891"/>
                      <a:pt x="1859" y="896"/>
                    </a:cubicBezTo>
                    <a:cubicBezTo>
                      <a:pt x="1818" y="900"/>
                      <a:pt x="1777" y="904"/>
                      <a:pt x="1735" y="909"/>
                    </a:cubicBezTo>
                    <a:cubicBezTo>
                      <a:pt x="836" y="909"/>
                      <a:pt x="842" y="673"/>
                      <a:pt x="0" y="0"/>
                    </a:cubicBezTo>
                    <a:close/>
                  </a:path>
                </a:pathLst>
              </a:custGeom>
              <a:solidFill>
                <a:srgbClr val="5984DC"/>
              </a:solidFill>
              <a:ln w="2646" cap="flat">
                <a:noFill/>
              </a:ln>
            </p:spPr>
          </p:sp>
          <p:sp>
            <p:nvSpPr>
              <p:cNvPr id="2995" name="ICON_C_TOPOGRAPHY_path_139"/>
              <p:cNvSpPr/>
              <p:nvPr/>
            </p:nvSpPr>
            <p:spPr>
              <a:xfrm>
                <a:off x="11549061" y="7584786"/>
                <a:ext cx="42333" cy="27276"/>
              </a:xfrm>
              <a:custGeom>
                <a:avLst/>
                <a:gdLst/>
                <a:ahLst/>
                <a:cxnLst/>
                <a:rect l="0" t="0" r="r" b="b"/>
                <a:pathLst>
                  <a:path w="3333" h="2148" fill="norm" stroke="0">
                    <a:moveTo>
                      <a:pt x="1866" y="5"/>
                    </a:moveTo>
                    <a:cubicBezTo>
                      <a:pt x="2012" y="10"/>
                      <a:pt x="2158" y="17"/>
                      <a:pt x="2305" y="25"/>
                    </a:cubicBezTo>
                    <a:cubicBezTo>
                      <a:pt x="2404" y="29"/>
                      <a:pt x="2504" y="31"/>
                      <a:pt x="2603" y="34"/>
                    </a:cubicBezTo>
                    <a:cubicBezTo>
                      <a:pt x="2847" y="41"/>
                      <a:pt x="3090" y="51"/>
                      <a:pt x="3333" y="64"/>
                    </a:cubicBezTo>
                    <a:cubicBezTo>
                      <a:pt x="3079" y="613"/>
                      <a:pt x="3079" y="613"/>
                      <a:pt x="2826" y="732"/>
                    </a:cubicBezTo>
                    <a:cubicBezTo>
                      <a:pt x="2575" y="804"/>
                      <a:pt x="2316" y="817"/>
                      <a:pt x="2057" y="833"/>
                    </a:cubicBezTo>
                    <a:cubicBezTo>
                      <a:pt x="1979" y="840"/>
                      <a:pt x="1901" y="847"/>
                      <a:pt x="1822" y="854"/>
                    </a:cubicBezTo>
                    <a:cubicBezTo>
                      <a:pt x="1632" y="872"/>
                      <a:pt x="1441" y="886"/>
                      <a:pt x="1250" y="898"/>
                    </a:cubicBezTo>
                    <a:cubicBezTo>
                      <a:pt x="1257" y="939"/>
                      <a:pt x="1265" y="980"/>
                      <a:pt x="1272" y="1022"/>
                    </a:cubicBezTo>
                    <a:cubicBezTo>
                      <a:pt x="1293" y="1193"/>
                      <a:pt x="1308" y="1358"/>
                      <a:pt x="1250" y="1523"/>
                    </a:cubicBezTo>
                    <a:cubicBezTo>
                      <a:pt x="1093" y="1705"/>
                      <a:pt x="842" y="1785"/>
                      <a:pt x="625" y="1874"/>
                    </a:cubicBezTo>
                    <a:cubicBezTo>
                      <a:pt x="565" y="1901"/>
                      <a:pt x="505" y="1929"/>
                      <a:pt x="444" y="1956"/>
                    </a:cubicBezTo>
                    <a:cubicBezTo>
                      <a:pt x="297" y="2023"/>
                      <a:pt x="149" y="2086"/>
                      <a:pt x="0" y="2148"/>
                    </a:cubicBezTo>
                    <a:cubicBezTo>
                      <a:pt x="205" y="1667"/>
                      <a:pt x="409" y="1258"/>
                      <a:pt x="822" y="924"/>
                    </a:cubicBezTo>
                    <a:cubicBezTo>
                      <a:pt x="963" y="803"/>
                      <a:pt x="1043" y="720"/>
                      <a:pt x="1070" y="533"/>
                    </a:cubicBezTo>
                    <a:cubicBezTo>
                      <a:pt x="1148" y="23"/>
                      <a:pt x="1376" y="0"/>
                      <a:pt x="1866" y="5"/>
                    </a:cubicBezTo>
                    <a:close/>
                  </a:path>
                </a:pathLst>
              </a:custGeom>
              <a:solidFill>
                <a:srgbClr val="60C7E3"/>
              </a:solidFill>
              <a:ln w="2646" cap="flat">
                <a:noFill/>
              </a:ln>
            </p:spPr>
          </p:sp>
          <p:sp>
            <p:nvSpPr>
              <p:cNvPr id="2996" name="ICON_C_TOPOGRAPHY_path_140"/>
              <p:cNvSpPr/>
              <p:nvPr/>
            </p:nvSpPr>
            <p:spPr>
              <a:xfrm>
                <a:off x="11451037" y="7651094"/>
                <a:ext cx="58338" cy="9594"/>
              </a:xfrm>
              <a:custGeom>
                <a:avLst/>
                <a:gdLst/>
                <a:ahLst/>
                <a:cxnLst/>
                <a:rect l="0" t="0" r="r" b="b"/>
                <a:pathLst>
                  <a:path w="4594" h="755" fill="norm" stroke="0">
                    <a:moveTo>
                      <a:pt x="10" y="52"/>
                    </a:moveTo>
                    <a:cubicBezTo>
                      <a:pt x="1192" y="0"/>
                      <a:pt x="2311" y="54"/>
                      <a:pt x="3474" y="260"/>
                    </a:cubicBezTo>
                    <a:cubicBezTo>
                      <a:pt x="3502" y="265"/>
                      <a:pt x="3530" y="270"/>
                      <a:pt x="3559" y="275"/>
                    </a:cubicBezTo>
                    <a:cubicBezTo>
                      <a:pt x="3904" y="337"/>
                      <a:pt x="4249" y="401"/>
                      <a:pt x="4594" y="468"/>
                    </a:cubicBezTo>
                    <a:cubicBezTo>
                      <a:pt x="4594" y="537"/>
                      <a:pt x="4594" y="606"/>
                      <a:pt x="4594" y="677"/>
                    </a:cubicBezTo>
                    <a:cubicBezTo>
                      <a:pt x="4150" y="686"/>
                      <a:pt x="3706" y="694"/>
                      <a:pt x="3262" y="698"/>
                    </a:cubicBezTo>
                    <a:cubicBezTo>
                      <a:pt x="3056" y="700"/>
                      <a:pt x="2850" y="703"/>
                      <a:pt x="2644" y="708"/>
                    </a:cubicBezTo>
                    <a:cubicBezTo>
                      <a:pt x="546" y="755"/>
                      <a:pt x="546" y="755"/>
                      <a:pt x="10" y="260"/>
                    </a:cubicBezTo>
                    <a:cubicBezTo>
                      <a:pt x="0" y="149"/>
                      <a:pt x="0" y="149"/>
                      <a:pt x="10" y="52"/>
                    </a:cubicBezTo>
                    <a:close/>
                  </a:path>
                </a:pathLst>
              </a:custGeom>
              <a:solidFill>
                <a:srgbClr val="1A1263"/>
              </a:solidFill>
              <a:ln w="2646" cap="flat">
                <a:noFill/>
              </a:ln>
            </p:spPr>
          </p:sp>
          <p:sp>
            <p:nvSpPr>
              <p:cNvPr id="2997" name="ICON_C_TOPOGRAPHY_path_141"/>
              <p:cNvSpPr/>
              <p:nvPr/>
            </p:nvSpPr>
            <p:spPr>
              <a:xfrm>
                <a:off x="11406124" y="7627938"/>
                <a:ext cx="37105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2922" h="1667" fill="norm" stroke="0">
                    <a:moveTo>
                      <a:pt x="213" y="0"/>
                    </a:moveTo>
                    <a:cubicBezTo>
                      <a:pt x="2303" y="830"/>
                      <a:pt x="2303" y="830"/>
                      <a:pt x="2922" y="1667"/>
                    </a:cubicBezTo>
                    <a:cubicBezTo>
                      <a:pt x="2158" y="1605"/>
                      <a:pt x="1451" y="1506"/>
                      <a:pt x="760" y="1159"/>
                    </a:cubicBezTo>
                    <a:cubicBezTo>
                      <a:pt x="734" y="1146"/>
                      <a:pt x="707" y="1133"/>
                      <a:pt x="680" y="1120"/>
                    </a:cubicBezTo>
                    <a:cubicBezTo>
                      <a:pt x="398" y="981"/>
                      <a:pt x="142" y="837"/>
                      <a:pt x="23" y="531"/>
                    </a:cubicBezTo>
                    <a:cubicBezTo>
                      <a:pt x="0" y="385"/>
                      <a:pt x="35" y="323"/>
                      <a:pt x="106" y="195"/>
                    </a:cubicBezTo>
                    <a:cubicBezTo>
                      <a:pt x="125" y="158"/>
                      <a:pt x="145" y="121"/>
                      <a:pt x="166" y="84"/>
                    </a:cubicBezTo>
                    <a:cubicBezTo>
                      <a:pt x="181" y="56"/>
                      <a:pt x="197" y="28"/>
                      <a:pt x="213" y="0"/>
                    </a:cubicBezTo>
                    <a:close/>
                  </a:path>
                </a:pathLst>
              </a:custGeom>
              <a:solidFill>
                <a:srgbClr val="191A6E"/>
              </a:solidFill>
              <a:ln w="2646" cap="flat">
                <a:noFill/>
              </a:ln>
            </p:spPr>
          </p:sp>
          <p:sp>
            <p:nvSpPr>
              <p:cNvPr id="2998" name="ICON_C_TOPOGRAPHY_path_142"/>
              <p:cNvSpPr/>
              <p:nvPr/>
            </p:nvSpPr>
            <p:spPr>
              <a:xfrm>
                <a:off x="11501438" y="7526189"/>
                <a:ext cx="55562" cy="19727"/>
              </a:xfrm>
              <a:custGeom>
                <a:avLst/>
                <a:gdLst/>
                <a:ahLst/>
                <a:cxnLst/>
                <a:rect l="0" t="0" r="r" b="b"/>
                <a:pathLst>
                  <a:path w="4375" h="1553" fill="norm" stroke="0">
                    <a:moveTo>
                      <a:pt x="4375" y="95"/>
                    </a:moveTo>
                    <a:cubicBezTo>
                      <a:pt x="3980" y="304"/>
                      <a:pt x="3581" y="498"/>
                      <a:pt x="3169" y="671"/>
                    </a:cubicBezTo>
                    <a:cubicBezTo>
                      <a:pt x="3136" y="685"/>
                      <a:pt x="3104" y="699"/>
                      <a:pt x="3071" y="713"/>
                    </a:cubicBezTo>
                    <a:cubicBezTo>
                      <a:pt x="2907" y="782"/>
                      <a:pt x="2742" y="850"/>
                      <a:pt x="2578" y="917"/>
                    </a:cubicBezTo>
                    <a:cubicBezTo>
                      <a:pt x="2516" y="943"/>
                      <a:pt x="2455" y="969"/>
                      <a:pt x="2393" y="994"/>
                    </a:cubicBezTo>
                    <a:cubicBezTo>
                      <a:pt x="2365" y="1006"/>
                      <a:pt x="2337" y="1017"/>
                      <a:pt x="2308" y="1028"/>
                    </a:cubicBezTo>
                    <a:cubicBezTo>
                      <a:pt x="2167" y="1088"/>
                      <a:pt x="2091" y="1128"/>
                      <a:pt x="1987" y="1246"/>
                    </a:cubicBezTo>
                    <a:cubicBezTo>
                      <a:pt x="1821" y="1393"/>
                      <a:pt x="1660" y="1392"/>
                      <a:pt x="1445" y="1411"/>
                    </a:cubicBezTo>
                    <a:cubicBezTo>
                      <a:pt x="1403" y="1415"/>
                      <a:pt x="1362" y="1420"/>
                      <a:pt x="1319" y="1424"/>
                    </a:cubicBezTo>
                    <a:cubicBezTo>
                      <a:pt x="1188" y="1438"/>
                      <a:pt x="1056" y="1450"/>
                      <a:pt x="925" y="1462"/>
                    </a:cubicBezTo>
                    <a:cubicBezTo>
                      <a:pt x="835" y="1471"/>
                      <a:pt x="746" y="1480"/>
                      <a:pt x="656" y="1489"/>
                    </a:cubicBezTo>
                    <a:cubicBezTo>
                      <a:pt x="438" y="1512"/>
                      <a:pt x="219" y="1533"/>
                      <a:pt x="0" y="1553"/>
                    </a:cubicBezTo>
                    <a:cubicBezTo>
                      <a:pt x="142" y="1180"/>
                      <a:pt x="303" y="765"/>
                      <a:pt x="625" y="512"/>
                    </a:cubicBezTo>
                    <a:cubicBezTo>
                      <a:pt x="827" y="482"/>
                      <a:pt x="1005" y="533"/>
                      <a:pt x="1198" y="590"/>
                    </a:cubicBezTo>
                    <a:cubicBezTo>
                      <a:pt x="1766" y="757"/>
                      <a:pt x="2090" y="685"/>
                      <a:pt x="2617" y="420"/>
                    </a:cubicBezTo>
                    <a:cubicBezTo>
                      <a:pt x="3230" y="116"/>
                      <a:pt x="3681" y="0"/>
                      <a:pt x="4375" y="95"/>
                    </a:cubicBezTo>
                    <a:close/>
                  </a:path>
                </a:pathLst>
              </a:custGeom>
              <a:solidFill>
                <a:srgbClr val="FBC27E"/>
              </a:solidFill>
              <a:ln w="2646" cap="flat">
                <a:noFill/>
              </a:ln>
            </p:spPr>
          </p:sp>
          <p:sp>
            <p:nvSpPr>
              <p:cNvPr id="2999" name="ICON_C_TOPOGRAPHY_path_143"/>
              <p:cNvSpPr/>
              <p:nvPr/>
            </p:nvSpPr>
            <p:spPr>
              <a:xfrm>
                <a:off x="11361208" y="7460094"/>
                <a:ext cx="50271" cy="19677"/>
              </a:xfrm>
              <a:custGeom>
                <a:avLst/>
                <a:gdLst/>
                <a:ahLst/>
                <a:cxnLst/>
                <a:rect l="0" t="0" r="r" b="b"/>
                <a:pathLst>
                  <a:path w="3958" h="1549" fill="norm" stroke="0">
                    <a:moveTo>
                      <a:pt x="3958" y="299"/>
                    </a:moveTo>
                    <a:cubicBezTo>
                      <a:pt x="3220" y="973"/>
                      <a:pt x="2408" y="1016"/>
                      <a:pt x="1442" y="1054"/>
                    </a:cubicBezTo>
                    <a:cubicBezTo>
                      <a:pt x="851" y="1081"/>
                      <a:pt x="448" y="1145"/>
                      <a:pt x="0" y="1549"/>
                    </a:cubicBezTo>
                    <a:cubicBezTo>
                      <a:pt x="92" y="1201"/>
                      <a:pt x="222" y="842"/>
                      <a:pt x="536" y="639"/>
                    </a:cubicBezTo>
                    <a:cubicBezTo>
                      <a:pt x="895" y="470"/>
                      <a:pt x="1279" y="380"/>
                      <a:pt x="1667" y="299"/>
                    </a:cubicBezTo>
                    <a:cubicBezTo>
                      <a:pt x="1697" y="293"/>
                      <a:pt x="1728" y="286"/>
                      <a:pt x="1760" y="279"/>
                    </a:cubicBezTo>
                    <a:cubicBezTo>
                      <a:pt x="2519" y="119"/>
                      <a:pt x="3217" y="0"/>
                      <a:pt x="3958" y="299"/>
                    </a:cubicBezTo>
                    <a:close/>
                  </a:path>
                </a:pathLst>
              </a:custGeom>
              <a:solidFill>
                <a:srgbClr val="D7F8A7"/>
              </a:solidFill>
              <a:ln w="2646" cap="flat">
                <a:noFill/>
              </a:ln>
            </p:spPr>
          </p:sp>
          <p:sp>
            <p:nvSpPr>
              <p:cNvPr id="3000" name="ICON_C_TOPOGRAPHY_path_144"/>
              <p:cNvSpPr/>
              <p:nvPr/>
            </p:nvSpPr>
            <p:spPr>
              <a:xfrm>
                <a:off x="11490854" y="7453149"/>
                <a:ext cx="48191" cy="19362"/>
              </a:xfrm>
              <a:custGeom>
                <a:avLst/>
                <a:gdLst/>
                <a:ahLst/>
                <a:cxnLst/>
                <a:rect l="0" t="0" r="r" b="b"/>
                <a:pathLst>
                  <a:path w="3795" h="1525" fill="norm" stroke="0">
                    <a:moveTo>
                      <a:pt x="2260" y="8"/>
                    </a:moveTo>
                    <a:cubicBezTo>
                      <a:pt x="2330" y="17"/>
                      <a:pt x="2399" y="27"/>
                      <a:pt x="2468" y="38"/>
                    </a:cubicBezTo>
                    <a:cubicBezTo>
                      <a:pt x="2505" y="43"/>
                      <a:pt x="2542" y="48"/>
                      <a:pt x="2580" y="53"/>
                    </a:cubicBezTo>
                    <a:cubicBezTo>
                      <a:pt x="2696" y="69"/>
                      <a:pt x="2813" y="86"/>
                      <a:pt x="2930" y="104"/>
                    </a:cubicBezTo>
                    <a:cubicBezTo>
                      <a:pt x="3009" y="115"/>
                      <a:pt x="3088" y="126"/>
                      <a:pt x="3168" y="137"/>
                    </a:cubicBezTo>
                    <a:cubicBezTo>
                      <a:pt x="3362" y="164"/>
                      <a:pt x="3556" y="192"/>
                      <a:pt x="3750" y="221"/>
                    </a:cubicBezTo>
                    <a:cubicBezTo>
                      <a:pt x="3783" y="370"/>
                      <a:pt x="3795" y="491"/>
                      <a:pt x="3750" y="638"/>
                    </a:cubicBezTo>
                    <a:cubicBezTo>
                      <a:pt x="3593" y="756"/>
                      <a:pt x="3414" y="811"/>
                      <a:pt x="3229" y="872"/>
                    </a:cubicBezTo>
                    <a:cubicBezTo>
                      <a:pt x="3179" y="890"/>
                      <a:pt x="3129" y="908"/>
                      <a:pt x="3079" y="927"/>
                    </a:cubicBezTo>
                    <a:cubicBezTo>
                      <a:pt x="2956" y="971"/>
                      <a:pt x="2832" y="1013"/>
                      <a:pt x="2708" y="1055"/>
                    </a:cubicBezTo>
                    <a:cubicBezTo>
                      <a:pt x="2708" y="780"/>
                      <a:pt x="2708" y="505"/>
                      <a:pt x="2708" y="221"/>
                    </a:cubicBezTo>
                    <a:cubicBezTo>
                      <a:pt x="2563" y="331"/>
                      <a:pt x="2419" y="442"/>
                      <a:pt x="2275" y="554"/>
                    </a:cubicBezTo>
                    <a:cubicBezTo>
                      <a:pt x="2226" y="592"/>
                      <a:pt x="2177" y="630"/>
                      <a:pt x="2127" y="667"/>
                    </a:cubicBezTo>
                    <a:cubicBezTo>
                      <a:pt x="2056" y="721"/>
                      <a:pt x="1985" y="776"/>
                      <a:pt x="1915" y="831"/>
                    </a:cubicBezTo>
                    <a:cubicBezTo>
                      <a:pt x="1903" y="841"/>
                      <a:pt x="1903" y="841"/>
                      <a:pt x="1845" y="887"/>
                    </a:cubicBezTo>
                    <a:cubicBezTo>
                      <a:pt x="1699" y="1009"/>
                      <a:pt x="1636" y="1105"/>
                      <a:pt x="1576" y="1289"/>
                    </a:cubicBezTo>
                    <a:cubicBezTo>
                      <a:pt x="1533" y="1392"/>
                      <a:pt x="1533" y="1392"/>
                      <a:pt x="1458" y="1471"/>
                    </a:cubicBezTo>
                    <a:cubicBezTo>
                      <a:pt x="1210" y="1525"/>
                      <a:pt x="969" y="1510"/>
                      <a:pt x="716" y="1497"/>
                    </a:cubicBezTo>
                    <a:cubicBezTo>
                      <a:pt x="647" y="1495"/>
                      <a:pt x="577" y="1493"/>
                      <a:pt x="508" y="1491"/>
                    </a:cubicBezTo>
                    <a:cubicBezTo>
                      <a:pt x="339" y="1487"/>
                      <a:pt x="169" y="1480"/>
                      <a:pt x="0" y="1471"/>
                    </a:cubicBezTo>
                    <a:cubicBezTo>
                      <a:pt x="290" y="1278"/>
                      <a:pt x="580" y="1084"/>
                      <a:pt x="871" y="892"/>
                    </a:cubicBezTo>
                    <a:cubicBezTo>
                      <a:pt x="979" y="821"/>
                      <a:pt x="1087" y="750"/>
                      <a:pt x="1195" y="679"/>
                    </a:cubicBezTo>
                    <a:cubicBezTo>
                      <a:pt x="1250" y="642"/>
                      <a:pt x="1305" y="606"/>
                      <a:pt x="1360" y="570"/>
                    </a:cubicBezTo>
                    <a:cubicBezTo>
                      <a:pt x="1441" y="517"/>
                      <a:pt x="1522" y="463"/>
                      <a:pt x="1603" y="409"/>
                    </a:cubicBezTo>
                    <a:cubicBezTo>
                      <a:pt x="1627" y="393"/>
                      <a:pt x="1652" y="377"/>
                      <a:pt x="1677" y="361"/>
                    </a:cubicBezTo>
                    <a:cubicBezTo>
                      <a:pt x="1797" y="281"/>
                      <a:pt x="1879" y="217"/>
                      <a:pt x="1972" y="104"/>
                    </a:cubicBezTo>
                    <a:cubicBezTo>
                      <a:pt x="2094" y="4"/>
                      <a:pt x="2112" y="0"/>
                      <a:pt x="2260" y="8"/>
                    </a:cubicBezTo>
                    <a:close/>
                  </a:path>
                </a:pathLst>
              </a:custGeom>
              <a:solidFill>
                <a:srgbClr val="F9DA76"/>
              </a:solidFill>
              <a:ln w="2646" cap="flat">
                <a:noFill/>
              </a:ln>
            </p:spPr>
          </p:sp>
          <p:sp>
            <p:nvSpPr>
              <p:cNvPr id="3001" name="ICON_C_TOPOGRAPHY_path_145"/>
              <p:cNvSpPr/>
              <p:nvPr/>
            </p:nvSpPr>
            <p:spPr>
              <a:xfrm>
                <a:off x="11459104" y="7400396"/>
                <a:ext cx="66146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5208" h="1667" fill="norm" stroke="0">
                    <a:moveTo>
                      <a:pt x="5000" y="0"/>
                    </a:moveTo>
                    <a:cubicBezTo>
                      <a:pt x="5069" y="138"/>
                      <a:pt x="5138" y="275"/>
                      <a:pt x="5208" y="417"/>
                    </a:cubicBezTo>
                    <a:cubicBezTo>
                      <a:pt x="4933" y="417"/>
                      <a:pt x="4658" y="417"/>
                      <a:pt x="4375" y="417"/>
                    </a:cubicBezTo>
                    <a:cubicBezTo>
                      <a:pt x="4358" y="550"/>
                      <a:pt x="4341" y="683"/>
                      <a:pt x="4323" y="820"/>
                    </a:cubicBezTo>
                    <a:cubicBezTo>
                      <a:pt x="4284" y="1003"/>
                      <a:pt x="4243" y="1183"/>
                      <a:pt x="4099" y="1310"/>
                    </a:cubicBezTo>
                    <a:cubicBezTo>
                      <a:pt x="3496" y="1625"/>
                      <a:pt x="2538" y="1476"/>
                      <a:pt x="1875" y="1458"/>
                    </a:cubicBezTo>
                    <a:cubicBezTo>
                      <a:pt x="2033" y="1247"/>
                      <a:pt x="2188" y="1052"/>
                      <a:pt x="2456" y="998"/>
                    </a:cubicBezTo>
                    <a:cubicBezTo>
                      <a:pt x="2611" y="977"/>
                      <a:pt x="2767" y="966"/>
                      <a:pt x="2923" y="957"/>
                    </a:cubicBezTo>
                    <a:cubicBezTo>
                      <a:pt x="3640" y="910"/>
                      <a:pt x="3640" y="910"/>
                      <a:pt x="3845" y="767"/>
                    </a:cubicBezTo>
                    <a:cubicBezTo>
                      <a:pt x="3930" y="664"/>
                      <a:pt x="3981" y="559"/>
                      <a:pt x="4033" y="436"/>
                    </a:cubicBezTo>
                    <a:cubicBezTo>
                      <a:pt x="4092" y="303"/>
                      <a:pt x="4129" y="228"/>
                      <a:pt x="4262" y="159"/>
                    </a:cubicBezTo>
                    <a:cubicBezTo>
                      <a:pt x="4502" y="78"/>
                      <a:pt x="4749" y="35"/>
                      <a:pt x="5000" y="0"/>
                    </a:cubicBezTo>
                    <a:close/>
                    <a:moveTo>
                      <a:pt x="625" y="1042"/>
                    </a:moveTo>
                    <a:cubicBezTo>
                      <a:pt x="1000" y="1067"/>
                      <a:pt x="1000" y="1067"/>
                      <a:pt x="1124" y="1125"/>
                    </a:cubicBezTo>
                    <a:cubicBezTo>
                      <a:pt x="1151" y="1137"/>
                      <a:pt x="1178" y="1149"/>
                      <a:pt x="1206" y="1161"/>
                    </a:cubicBezTo>
                    <a:cubicBezTo>
                      <a:pt x="1234" y="1173"/>
                      <a:pt x="1261" y="1185"/>
                      <a:pt x="1289" y="1198"/>
                    </a:cubicBezTo>
                    <a:cubicBezTo>
                      <a:pt x="1346" y="1219"/>
                      <a:pt x="1404" y="1241"/>
                      <a:pt x="1461" y="1261"/>
                    </a:cubicBezTo>
                    <a:cubicBezTo>
                      <a:pt x="1515" y="1282"/>
                      <a:pt x="1570" y="1303"/>
                      <a:pt x="1624" y="1325"/>
                    </a:cubicBezTo>
                    <a:cubicBezTo>
                      <a:pt x="1636" y="1330"/>
                      <a:pt x="1636" y="1330"/>
                      <a:pt x="1700" y="1355"/>
                    </a:cubicBezTo>
                    <a:cubicBezTo>
                      <a:pt x="1770" y="1386"/>
                      <a:pt x="1770" y="1386"/>
                      <a:pt x="1875" y="1458"/>
                    </a:cubicBezTo>
                    <a:cubicBezTo>
                      <a:pt x="1875" y="1527"/>
                      <a:pt x="1875" y="1596"/>
                      <a:pt x="1875" y="1667"/>
                    </a:cubicBezTo>
                    <a:cubicBezTo>
                      <a:pt x="1256" y="1667"/>
                      <a:pt x="638" y="1667"/>
                      <a:pt x="0" y="1667"/>
                    </a:cubicBezTo>
                    <a:cubicBezTo>
                      <a:pt x="206" y="1460"/>
                      <a:pt x="413" y="1254"/>
                      <a:pt x="625" y="1042"/>
                    </a:cubicBezTo>
                    <a:close/>
                  </a:path>
                </a:pathLst>
              </a:custGeom>
              <a:solidFill>
                <a:srgbClr val="90E6CE"/>
              </a:solidFill>
              <a:ln w="2646" cap="flat">
                <a:noFill/>
              </a:ln>
            </p:spPr>
          </p:sp>
          <p:sp>
            <p:nvSpPr>
              <p:cNvPr id="3002" name="ICON_C_TOPOGRAPHY_path_146"/>
              <p:cNvSpPr/>
              <p:nvPr/>
            </p:nvSpPr>
            <p:spPr>
              <a:xfrm>
                <a:off x="11612562" y="7371292"/>
                <a:ext cx="21167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1875" fill="norm" stroke="0">
                    <a:moveTo>
                      <a:pt x="1042" y="0"/>
                    </a:moveTo>
                    <a:cubicBezTo>
                      <a:pt x="1179" y="0"/>
                      <a:pt x="1317" y="0"/>
                      <a:pt x="1458" y="0"/>
                    </a:cubicBezTo>
                    <a:cubicBezTo>
                      <a:pt x="1527" y="619"/>
                      <a:pt x="1596" y="1237"/>
                      <a:pt x="1667" y="1875"/>
                    </a:cubicBezTo>
                    <a:cubicBezTo>
                      <a:pt x="1392" y="1875"/>
                      <a:pt x="1117" y="1875"/>
                      <a:pt x="833" y="1875"/>
                    </a:cubicBezTo>
                    <a:cubicBezTo>
                      <a:pt x="765" y="1600"/>
                      <a:pt x="696" y="1325"/>
                      <a:pt x="625" y="1042"/>
                    </a:cubicBezTo>
                    <a:cubicBezTo>
                      <a:pt x="419" y="1042"/>
                      <a:pt x="212" y="1042"/>
                      <a:pt x="0" y="1042"/>
                    </a:cubicBezTo>
                    <a:cubicBezTo>
                      <a:pt x="69" y="835"/>
                      <a:pt x="137" y="629"/>
                      <a:pt x="208" y="417"/>
                    </a:cubicBezTo>
                    <a:cubicBezTo>
                      <a:pt x="415" y="485"/>
                      <a:pt x="621" y="554"/>
                      <a:pt x="833" y="625"/>
                    </a:cubicBezTo>
                    <a:cubicBezTo>
                      <a:pt x="911" y="312"/>
                      <a:pt x="911" y="312"/>
                      <a:pt x="933" y="214"/>
                    </a:cubicBezTo>
                    <a:cubicBezTo>
                      <a:pt x="955" y="137"/>
                      <a:pt x="955" y="137"/>
                      <a:pt x="1042" y="0"/>
                    </a:cubicBezTo>
                    <a:close/>
                  </a:path>
                </a:pathLst>
              </a:custGeom>
              <a:solidFill>
                <a:srgbClr val="57B7EE"/>
              </a:solidFill>
              <a:ln w="2646" cap="flat">
                <a:noFill/>
              </a:ln>
            </p:spPr>
          </p:sp>
          <p:sp>
            <p:nvSpPr>
              <p:cNvPr id="3003" name="ICON_C_TOPOGRAPHY_path_147"/>
              <p:cNvSpPr/>
              <p:nvPr/>
            </p:nvSpPr>
            <p:spPr>
              <a:xfrm>
                <a:off x="11541125" y="7331570"/>
                <a:ext cx="18521" cy="19767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1556" fill="norm" stroke="0">
                    <a:moveTo>
                      <a:pt x="208" y="3"/>
                    </a:moveTo>
                    <a:cubicBezTo>
                      <a:pt x="560" y="0"/>
                      <a:pt x="954" y="1"/>
                      <a:pt x="1250" y="211"/>
                    </a:cubicBezTo>
                    <a:cubicBezTo>
                      <a:pt x="1446" y="584"/>
                      <a:pt x="1449" y="1047"/>
                      <a:pt x="1458" y="1461"/>
                    </a:cubicBezTo>
                    <a:cubicBezTo>
                      <a:pt x="603" y="1556"/>
                      <a:pt x="603" y="1556"/>
                      <a:pt x="323" y="1413"/>
                    </a:cubicBezTo>
                    <a:cubicBezTo>
                      <a:pt x="140" y="1263"/>
                      <a:pt x="33" y="1071"/>
                      <a:pt x="0" y="836"/>
                    </a:cubicBezTo>
                    <a:cubicBezTo>
                      <a:pt x="14" y="546"/>
                      <a:pt x="104" y="272"/>
                      <a:pt x="208" y="3"/>
                    </a:cubicBezTo>
                    <a:close/>
                  </a:path>
                </a:pathLst>
              </a:custGeom>
              <a:solidFill>
                <a:srgbClr val="417BD5"/>
              </a:solidFill>
              <a:ln w="2646" cap="flat">
                <a:noFill/>
              </a:ln>
            </p:spPr>
          </p:sp>
          <p:sp>
            <p:nvSpPr>
              <p:cNvPr id="3004" name="ICON_C_TOPOGRAPHY_path_148"/>
              <p:cNvSpPr/>
              <p:nvPr/>
            </p:nvSpPr>
            <p:spPr>
              <a:xfrm>
                <a:off x="11485562" y="7596188"/>
                <a:ext cx="55562" cy="8625"/>
              </a:xfrm>
              <a:custGeom>
                <a:avLst/>
                <a:gdLst/>
                <a:ahLst/>
                <a:cxnLst/>
                <a:rect l="0" t="0" r="r" b="b"/>
                <a:pathLst>
                  <a:path w="4375" h="679" fill="norm" stroke="0">
                    <a:moveTo>
                      <a:pt x="0" y="0"/>
                    </a:moveTo>
                    <a:cubicBezTo>
                      <a:pt x="1444" y="69"/>
                      <a:pt x="2888" y="138"/>
                      <a:pt x="4375" y="208"/>
                    </a:cubicBezTo>
                    <a:cubicBezTo>
                      <a:pt x="4167" y="625"/>
                      <a:pt x="4167" y="625"/>
                      <a:pt x="4021" y="676"/>
                    </a:cubicBezTo>
                    <a:cubicBezTo>
                      <a:pt x="3939" y="679"/>
                      <a:pt x="3939" y="679"/>
                      <a:pt x="3850" y="676"/>
                    </a:cubicBezTo>
                    <a:cubicBezTo>
                      <a:pt x="3819" y="676"/>
                      <a:pt x="3788" y="676"/>
                      <a:pt x="3756" y="677"/>
                    </a:cubicBezTo>
                    <a:cubicBezTo>
                      <a:pt x="3653" y="678"/>
                      <a:pt x="3550" y="675"/>
                      <a:pt x="3446" y="673"/>
                    </a:cubicBezTo>
                    <a:cubicBezTo>
                      <a:pt x="3374" y="673"/>
                      <a:pt x="3302" y="673"/>
                      <a:pt x="3229" y="673"/>
                    </a:cubicBezTo>
                    <a:cubicBezTo>
                      <a:pt x="3077" y="673"/>
                      <a:pt x="2925" y="671"/>
                      <a:pt x="2773" y="668"/>
                    </a:cubicBezTo>
                    <a:cubicBezTo>
                      <a:pt x="2580" y="664"/>
                      <a:pt x="2388" y="664"/>
                      <a:pt x="2195" y="664"/>
                    </a:cubicBezTo>
                    <a:cubicBezTo>
                      <a:pt x="683" y="663"/>
                      <a:pt x="683" y="663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81DDD6"/>
              </a:solidFill>
              <a:ln w="2646" cap="flat">
                <a:noFill/>
              </a:ln>
            </p:spPr>
          </p:sp>
          <p:sp>
            <p:nvSpPr>
              <p:cNvPr id="3005" name="ICON_C_TOPOGRAPHY_path_149"/>
              <p:cNvSpPr/>
              <p:nvPr/>
            </p:nvSpPr>
            <p:spPr>
              <a:xfrm>
                <a:off x="11337369" y="7548562"/>
                <a:ext cx="21193" cy="44979"/>
              </a:xfrm>
              <a:custGeom>
                <a:avLst/>
                <a:gdLst/>
                <a:ahLst/>
                <a:cxnLst/>
                <a:rect l="0" t="0" r="r" b="b"/>
                <a:pathLst>
                  <a:path w="1669" h="3542" fill="norm" stroke="0">
                    <a:moveTo>
                      <a:pt x="2" y="0"/>
                    </a:moveTo>
                    <a:cubicBezTo>
                      <a:pt x="152" y="139"/>
                      <a:pt x="300" y="280"/>
                      <a:pt x="447" y="422"/>
                    </a:cubicBezTo>
                    <a:cubicBezTo>
                      <a:pt x="497" y="470"/>
                      <a:pt x="548" y="518"/>
                      <a:pt x="599" y="565"/>
                    </a:cubicBezTo>
                    <a:cubicBezTo>
                      <a:pt x="1023" y="960"/>
                      <a:pt x="1023" y="960"/>
                      <a:pt x="1076" y="1169"/>
                    </a:cubicBezTo>
                    <a:cubicBezTo>
                      <a:pt x="1076" y="1284"/>
                      <a:pt x="1076" y="1284"/>
                      <a:pt x="1044" y="1458"/>
                    </a:cubicBezTo>
                    <a:cubicBezTo>
                      <a:pt x="906" y="1458"/>
                      <a:pt x="769" y="1458"/>
                      <a:pt x="627" y="1458"/>
                    </a:cubicBezTo>
                    <a:cubicBezTo>
                      <a:pt x="987" y="2548"/>
                      <a:pt x="987" y="2548"/>
                      <a:pt x="1486" y="2919"/>
                    </a:cubicBezTo>
                    <a:cubicBezTo>
                      <a:pt x="1626" y="3032"/>
                      <a:pt x="1626" y="3032"/>
                      <a:pt x="1669" y="3125"/>
                    </a:cubicBezTo>
                    <a:cubicBezTo>
                      <a:pt x="1626" y="3282"/>
                      <a:pt x="1551" y="3408"/>
                      <a:pt x="1460" y="3542"/>
                    </a:cubicBezTo>
                    <a:cubicBezTo>
                      <a:pt x="844" y="3108"/>
                      <a:pt x="244" y="2630"/>
                      <a:pt x="103" y="1855"/>
                    </a:cubicBezTo>
                    <a:cubicBezTo>
                      <a:pt x="64" y="1594"/>
                      <a:pt x="42" y="1331"/>
                      <a:pt x="28" y="1068"/>
                    </a:cubicBezTo>
                    <a:cubicBezTo>
                      <a:pt x="27" y="1041"/>
                      <a:pt x="25" y="1015"/>
                      <a:pt x="24" y="988"/>
                    </a:cubicBezTo>
                    <a:cubicBezTo>
                      <a:pt x="7" y="659"/>
                      <a:pt x="0" y="330"/>
                      <a:pt x="2" y="0"/>
                    </a:cubicBezTo>
                    <a:close/>
                  </a:path>
                </a:pathLst>
              </a:custGeom>
              <a:solidFill>
                <a:srgbClr val="46487D"/>
              </a:solidFill>
              <a:ln w="2646" cap="flat">
                <a:noFill/>
              </a:ln>
            </p:spPr>
          </p:sp>
          <p:sp>
            <p:nvSpPr>
              <p:cNvPr id="3006" name="ICON_C_TOPOGRAPHY_path_150"/>
              <p:cNvSpPr/>
              <p:nvPr/>
            </p:nvSpPr>
            <p:spPr>
              <a:xfrm>
                <a:off x="11562292" y="7543271"/>
                <a:ext cx="26458" cy="24122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1899" fill="norm" stroke="0">
                    <a:moveTo>
                      <a:pt x="1875" y="0"/>
                    </a:moveTo>
                    <a:cubicBezTo>
                      <a:pt x="2083" y="833"/>
                      <a:pt x="2083" y="833"/>
                      <a:pt x="2004" y="1090"/>
                    </a:cubicBezTo>
                    <a:cubicBezTo>
                      <a:pt x="1932" y="1192"/>
                      <a:pt x="1932" y="1192"/>
                      <a:pt x="1849" y="1289"/>
                    </a:cubicBezTo>
                    <a:cubicBezTo>
                      <a:pt x="1835" y="1306"/>
                      <a:pt x="1835" y="1306"/>
                      <a:pt x="1764" y="1394"/>
                    </a:cubicBezTo>
                    <a:cubicBezTo>
                      <a:pt x="1524" y="1658"/>
                      <a:pt x="1269" y="1772"/>
                      <a:pt x="925" y="1849"/>
                    </a:cubicBezTo>
                    <a:cubicBezTo>
                      <a:pt x="881" y="1859"/>
                      <a:pt x="837" y="1869"/>
                      <a:pt x="792" y="1880"/>
                    </a:cubicBezTo>
                    <a:cubicBezTo>
                      <a:pt x="663" y="1899"/>
                      <a:pt x="663" y="1899"/>
                      <a:pt x="417" y="1875"/>
                    </a:cubicBezTo>
                    <a:cubicBezTo>
                      <a:pt x="279" y="1737"/>
                      <a:pt x="142" y="1600"/>
                      <a:pt x="0" y="1458"/>
                    </a:cubicBezTo>
                    <a:cubicBezTo>
                      <a:pt x="619" y="977"/>
                      <a:pt x="1237" y="496"/>
                      <a:pt x="1875" y="0"/>
                    </a:cubicBezTo>
                    <a:close/>
                  </a:path>
                </a:pathLst>
              </a:custGeom>
              <a:solidFill>
                <a:srgbClr val="DEF19C"/>
              </a:solidFill>
              <a:ln w="2646" cap="flat">
                <a:noFill/>
              </a:ln>
            </p:spPr>
          </p:sp>
          <p:sp>
            <p:nvSpPr>
              <p:cNvPr id="3007" name="ICON_C_TOPOGRAPHY_path_151"/>
              <p:cNvSpPr/>
              <p:nvPr/>
            </p:nvSpPr>
            <p:spPr>
              <a:xfrm>
                <a:off x="11296134" y="7452908"/>
                <a:ext cx="28033" cy="32607"/>
              </a:xfrm>
              <a:custGeom>
                <a:avLst/>
                <a:gdLst/>
                <a:ahLst/>
                <a:cxnLst/>
                <a:rect l="0" t="0" r="r" b="b"/>
                <a:pathLst>
                  <a:path w="2207" h="2567" fill="norm" stroke="0">
                    <a:moveTo>
                      <a:pt x="2207" y="32"/>
                    </a:moveTo>
                    <a:cubicBezTo>
                      <a:pt x="2207" y="238"/>
                      <a:pt x="2207" y="444"/>
                      <a:pt x="2207" y="657"/>
                    </a:cubicBezTo>
                    <a:cubicBezTo>
                      <a:pt x="2139" y="635"/>
                      <a:pt x="2071" y="613"/>
                      <a:pt x="2001" y="591"/>
                    </a:cubicBezTo>
                    <a:cubicBezTo>
                      <a:pt x="1745" y="534"/>
                      <a:pt x="1473" y="476"/>
                      <a:pt x="1228" y="603"/>
                    </a:cubicBezTo>
                    <a:cubicBezTo>
                      <a:pt x="917" y="870"/>
                      <a:pt x="840" y="1486"/>
                      <a:pt x="747" y="1865"/>
                    </a:cubicBezTo>
                    <a:cubicBezTo>
                      <a:pt x="741" y="1886"/>
                      <a:pt x="741" y="1886"/>
                      <a:pt x="713" y="1995"/>
                    </a:cubicBezTo>
                    <a:cubicBezTo>
                      <a:pt x="692" y="2078"/>
                      <a:pt x="673" y="2162"/>
                      <a:pt x="656" y="2246"/>
                    </a:cubicBezTo>
                    <a:cubicBezTo>
                      <a:pt x="609" y="2440"/>
                      <a:pt x="609" y="2440"/>
                      <a:pt x="541" y="2532"/>
                    </a:cubicBezTo>
                    <a:cubicBezTo>
                      <a:pt x="397" y="2567"/>
                      <a:pt x="269" y="2556"/>
                      <a:pt x="124" y="2532"/>
                    </a:cubicBezTo>
                    <a:cubicBezTo>
                      <a:pt x="40" y="1912"/>
                      <a:pt x="0" y="1351"/>
                      <a:pt x="391" y="832"/>
                    </a:cubicBezTo>
                    <a:cubicBezTo>
                      <a:pt x="428" y="786"/>
                      <a:pt x="465" y="741"/>
                      <a:pt x="501" y="696"/>
                    </a:cubicBezTo>
                    <a:cubicBezTo>
                      <a:pt x="519" y="674"/>
                      <a:pt x="536" y="652"/>
                      <a:pt x="554" y="630"/>
                    </a:cubicBezTo>
                    <a:cubicBezTo>
                      <a:pt x="991" y="90"/>
                      <a:pt x="1536" y="0"/>
                      <a:pt x="2207" y="32"/>
                    </a:cubicBezTo>
                    <a:close/>
                  </a:path>
                </a:pathLst>
              </a:custGeom>
              <a:solidFill>
                <a:srgbClr val="302754"/>
              </a:solidFill>
              <a:ln w="2646" cap="flat">
                <a:noFill/>
              </a:ln>
            </p:spPr>
          </p:sp>
          <p:sp>
            <p:nvSpPr>
              <p:cNvPr id="3008" name="ICON_C_TOPOGRAPHY_path_152"/>
              <p:cNvSpPr/>
              <p:nvPr/>
            </p:nvSpPr>
            <p:spPr>
              <a:xfrm>
                <a:off x="11366500" y="7413625"/>
                <a:ext cx="47625" cy="13862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1091" fill="norm" stroke="0">
                    <a:moveTo>
                      <a:pt x="3542" y="0"/>
                    </a:moveTo>
                    <a:cubicBezTo>
                      <a:pt x="3610" y="275"/>
                      <a:pt x="3679" y="550"/>
                      <a:pt x="3750" y="833"/>
                    </a:cubicBezTo>
                    <a:cubicBezTo>
                      <a:pt x="3165" y="1091"/>
                      <a:pt x="2586" y="1066"/>
                      <a:pt x="1960" y="1056"/>
                    </a:cubicBezTo>
                    <a:cubicBezTo>
                      <a:pt x="1819" y="1054"/>
                      <a:pt x="1679" y="1053"/>
                      <a:pt x="1538" y="1052"/>
                    </a:cubicBezTo>
                    <a:cubicBezTo>
                      <a:pt x="1331" y="1050"/>
                      <a:pt x="1123" y="1048"/>
                      <a:pt x="916" y="1045"/>
                    </a:cubicBezTo>
                    <a:cubicBezTo>
                      <a:pt x="610" y="1041"/>
                      <a:pt x="305" y="1041"/>
                      <a:pt x="0" y="1042"/>
                    </a:cubicBezTo>
                    <a:cubicBezTo>
                      <a:pt x="217" y="726"/>
                      <a:pt x="410" y="606"/>
                      <a:pt x="787" y="526"/>
                    </a:cubicBezTo>
                    <a:cubicBezTo>
                      <a:pt x="1010" y="486"/>
                      <a:pt x="1234" y="449"/>
                      <a:pt x="1459" y="415"/>
                    </a:cubicBezTo>
                    <a:cubicBezTo>
                      <a:pt x="1686" y="381"/>
                      <a:pt x="1913" y="342"/>
                      <a:pt x="2140" y="305"/>
                    </a:cubicBezTo>
                    <a:cubicBezTo>
                      <a:pt x="2189" y="297"/>
                      <a:pt x="2237" y="290"/>
                      <a:pt x="2287" y="281"/>
                    </a:cubicBezTo>
                    <a:cubicBezTo>
                      <a:pt x="2713" y="212"/>
                      <a:pt x="3125" y="112"/>
                      <a:pt x="3542" y="0"/>
                    </a:cubicBezTo>
                    <a:close/>
                  </a:path>
                </a:pathLst>
              </a:custGeom>
              <a:solidFill>
                <a:srgbClr val="89DFDE"/>
              </a:solidFill>
              <a:ln w="2646" cap="flat">
                <a:noFill/>
              </a:ln>
            </p:spPr>
          </p:sp>
          <p:sp>
            <p:nvSpPr>
              <p:cNvPr id="3009" name="ICON_C_TOPOGRAPHY_path_153"/>
              <p:cNvSpPr/>
              <p:nvPr/>
            </p:nvSpPr>
            <p:spPr>
              <a:xfrm>
                <a:off x="11578167" y="7310975"/>
                <a:ext cx="29483" cy="23275"/>
              </a:xfrm>
              <a:custGeom>
                <a:avLst/>
                <a:gdLst/>
                <a:ahLst/>
                <a:cxnLst/>
                <a:rect l="0" t="0" r="r" b="b"/>
                <a:pathLst>
                  <a:path w="2321" h="1833" fill="norm" stroke="0">
                    <a:moveTo>
                      <a:pt x="0" y="166"/>
                    </a:moveTo>
                    <a:cubicBezTo>
                      <a:pt x="450" y="90"/>
                      <a:pt x="1005" y="0"/>
                      <a:pt x="1411" y="258"/>
                    </a:cubicBezTo>
                    <a:cubicBezTo>
                      <a:pt x="1571" y="374"/>
                      <a:pt x="1711" y="507"/>
                      <a:pt x="1849" y="648"/>
                    </a:cubicBezTo>
                    <a:cubicBezTo>
                      <a:pt x="1872" y="670"/>
                      <a:pt x="1894" y="692"/>
                      <a:pt x="1918" y="715"/>
                    </a:cubicBezTo>
                    <a:cubicBezTo>
                      <a:pt x="2144" y="942"/>
                      <a:pt x="2311" y="1139"/>
                      <a:pt x="2321" y="1470"/>
                    </a:cubicBezTo>
                    <a:cubicBezTo>
                      <a:pt x="2318" y="1592"/>
                      <a:pt x="2308" y="1711"/>
                      <a:pt x="2292" y="1833"/>
                    </a:cubicBezTo>
                    <a:cubicBezTo>
                      <a:pt x="2272" y="1822"/>
                      <a:pt x="2252" y="1812"/>
                      <a:pt x="2232" y="1801"/>
                    </a:cubicBezTo>
                    <a:cubicBezTo>
                      <a:pt x="2135" y="1750"/>
                      <a:pt x="2038" y="1700"/>
                      <a:pt x="1940" y="1650"/>
                    </a:cubicBezTo>
                    <a:cubicBezTo>
                      <a:pt x="1903" y="1631"/>
                      <a:pt x="1867" y="1612"/>
                      <a:pt x="1829" y="1592"/>
                    </a:cubicBezTo>
                    <a:cubicBezTo>
                      <a:pt x="1618" y="1486"/>
                      <a:pt x="1411" y="1397"/>
                      <a:pt x="1186" y="1325"/>
                    </a:cubicBezTo>
                    <a:cubicBezTo>
                      <a:pt x="411" y="1072"/>
                      <a:pt x="411" y="1072"/>
                      <a:pt x="196" y="673"/>
                    </a:cubicBezTo>
                    <a:cubicBezTo>
                      <a:pt x="121" y="507"/>
                      <a:pt x="54" y="340"/>
                      <a:pt x="0" y="166"/>
                    </a:cubicBezTo>
                    <a:close/>
                  </a:path>
                </a:pathLst>
              </a:custGeom>
              <a:solidFill>
                <a:srgbClr val="292C7D"/>
              </a:solidFill>
              <a:ln w="2646" cap="flat">
                <a:noFill/>
              </a:ln>
            </p:spPr>
          </p:sp>
          <p:sp>
            <p:nvSpPr>
              <p:cNvPr id="3010" name="ICON_C_TOPOGRAPHY_path_154"/>
              <p:cNvSpPr/>
              <p:nvPr/>
            </p:nvSpPr>
            <p:spPr>
              <a:xfrm>
                <a:off x="11522604" y="7286625"/>
                <a:ext cx="58208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4583" h="1667" fill="norm" stroke="0">
                    <a:moveTo>
                      <a:pt x="0" y="0"/>
                    </a:moveTo>
                    <a:cubicBezTo>
                      <a:pt x="2374" y="563"/>
                      <a:pt x="2374" y="563"/>
                      <a:pt x="3460" y="912"/>
                    </a:cubicBezTo>
                    <a:cubicBezTo>
                      <a:pt x="3540" y="938"/>
                      <a:pt x="3620" y="962"/>
                      <a:pt x="3700" y="987"/>
                    </a:cubicBezTo>
                    <a:cubicBezTo>
                      <a:pt x="4311" y="1175"/>
                      <a:pt x="4311" y="1175"/>
                      <a:pt x="4470" y="1361"/>
                    </a:cubicBezTo>
                    <a:cubicBezTo>
                      <a:pt x="4522" y="1464"/>
                      <a:pt x="4554" y="1556"/>
                      <a:pt x="4583" y="1667"/>
                    </a:cubicBezTo>
                    <a:cubicBezTo>
                      <a:pt x="4324" y="1642"/>
                      <a:pt x="4064" y="1616"/>
                      <a:pt x="3805" y="1589"/>
                    </a:cubicBezTo>
                    <a:cubicBezTo>
                      <a:pt x="3717" y="1580"/>
                      <a:pt x="3629" y="1571"/>
                      <a:pt x="3541" y="1563"/>
                    </a:cubicBezTo>
                    <a:cubicBezTo>
                      <a:pt x="3414" y="1551"/>
                      <a:pt x="3286" y="1538"/>
                      <a:pt x="3159" y="1524"/>
                    </a:cubicBezTo>
                    <a:cubicBezTo>
                      <a:pt x="3120" y="1521"/>
                      <a:pt x="3081" y="1517"/>
                      <a:pt x="3041" y="1514"/>
                    </a:cubicBezTo>
                    <a:cubicBezTo>
                      <a:pt x="2776" y="1484"/>
                      <a:pt x="2493" y="1438"/>
                      <a:pt x="2292" y="1250"/>
                    </a:cubicBezTo>
                    <a:cubicBezTo>
                      <a:pt x="2256" y="1105"/>
                      <a:pt x="2266" y="979"/>
                      <a:pt x="2292" y="833"/>
                    </a:cubicBezTo>
                    <a:cubicBezTo>
                      <a:pt x="2279" y="833"/>
                      <a:pt x="2279" y="833"/>
                      <a:pt x="2214" y="830"/>
                    </a:cubicBezTo>
                    <a:cubicBezTo>
                      <a:pt x="1947" y="816"/>
                      <a:pt x="1680" y="799"/>
                      <a:pt x="1413" y="779"/>
                    </a:cubicBezTo>
                    <a:cubicBezTo>
                      <a:pt x="1314" y="772"/>
                      <a:pt x="1214" y="766"/>
                      <a:pt x="1114" y="761"/>
                    </a:cubicBezTo>
                    <a:cubicBezTo>
                      <a:pt x="302" y="721"/>
                      <a:pt x="302" y="721"/>
                      <a:pt x="143" y="557"/>
                    </a:cubicBezTo>
                    <a:cubicBezTo>
                      <a:pt x="41" y="381"/>
                      <a:pt x="13" y="201"/>
                      <a:pt x="0" y="0"/>
                    </a:cubicBezTo>
                    <a:close/>
                  </a:path>
                </a:pathLst>
              </a:custGeom>
              <a:solidFill>
                <a:srgbClr val="5E5A8D"/>
              </a:solidFill>
              <a:ln w="2646" cap="flat">
                <a:noFill/>
              </a:ln>
            </p:spPr>
          </p:sp>
          <p:sp>
            <p:nvSpPr>
              <p:cNvPr id="3011" name="ICON_C_TOPOGRAPHY_path_155"/>
              <p:cNvSpPr/>
              <p:nvPr/>
            </p:nvSpPr>
            <p:spPr>
              <a:xfrm>
                <a:off x="11490553" y="7270693"/>
                <a:ext cx="18822" cy="15933"/>
              </a:xfrm>
              <a:custGeom>
                <a:avLst/>
                <a:gdLst/>
                <a:ahLst/>
                <a:cxnLst/>
                <a:rect l="0" t="0" r="r" b="b"/>
                <a:pathLst>
                  <a:path w="1482" h="1255" fill="norm" stroke="0">
                    <a:moveTo>
                      <a:pt x="370" y="0"/>
                    </a:moveTo>
                    <a:cubicBezTo>
                      <a:pt x="423" y="9"/>
                      <a:pt x="474" y="19"/>
                      <a:pt x="526" y="30"/>
                    </a:cubicBezTo>
                    <a:cubicBezTo>
                      <a:pt x="553" y="35"/>
                      <a:pt x="581" y="40"/>
                      <a:pt x="609" y="45"/>
                    </a:cubicBezTo>
                    <a:cubicBezTo>
                      <a:pt x="696" y="61"/>
                      <a:pt x="783" y="78"/>
                      <a:pt x="870" y="96"/>
                    </a:cubicBezTo>
                    <a:cubicBezTo>
                      <a:pt x="929" y="107"/>
                      <a:pt x="989" y="118"/>
                      <a:pt x="1048" y="129"/>
                    </a:cubicBezTo>
                    <a:cubicBezTo>
                      <a:pt x="1193" y="155"/>
                      <a:pt x="1337" y="184"/>
                      <a:pt x="1482" y="213"/>
                    </a:cubicBezTo>
                    <a:cubicBezTo>
                      <a:pt x="1482" y="557"/>
                      <a:pt x="1482" y="900"/>
                      <a:pt x="1482" y="1255"/>
                    </a:cubicBezTo>
                    <a:cubicBezTo>
                      <a:pt x="1001" y="1255"/>
                      <a:pt x="520" y="1255"/>
                      <a:pt x="24" y="1255"/>
                    </a:cubicBezTo>
                    <a:cubicBezTo>
                      <a:pt x="19" y="1087"/>
                      <a:pt x="15" y="919"/>
                      <a:pt x="11" y="747"/>
                    </a:cubicBezTo>
                    <a:cubicBezTo>
                      <a:pt x="9" y="694"/>
                      <a:pt x="7" y="642"/>
                      <a:pt x="5" y="588"/>
                    </a:cubicBezTo>
                    <a:cubicBezTo>
                      <a:pt x="4" y="546"/>
                      <a:pt x="4" y="504"/>
                      <a:pt x="3" y="461"/>
                    </a:cubicBezTo>
                    <a:cubicBezTo>
                      <a:pt x="2" y="419"/>
                      <a:pt x="1" y="376"/>
                      <a:pt x="0" y="332"/>
                    </a:cubicBezTo>
                    <a:cubicBezTo>
                      <a:pt x="43" y="118"/>
                      <a:pt x="150" y="7"/>
                      <a:pt x="370" y="0"/>
                    </a:cubicBezTo>
                    <a:close/>
                  </a:path>
                </a:pathLst>
              </a:custGeom>
              <a:solidFill>
                <a:srgbClr val="8D839F"/>
              </a:solidFill>
              <a:ln w="2646" cap="flat">
                <a:noFill/>
              </a:ln>
            </p:spPr>
          </p:sp>
          <p:sp>
            <p:nvSpPr>
              <p:cNvPr id="3012" name="ICON_C_TOPOGRAPHY_path_156"/>
              <p:cNvSpPr/>
              <p:nvPr/>
            </p:nvSpPr>
            <p:spPr>
              <a:xfrm>
                <a:off x="11419417" y="7616209"/>
                <a:ext cx="31750" cy="17021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1340" fill="norm" stroke="0">
                    <a:moveTo>
                      <a:pt x="208" y="90"/>
                    </a:moveTo>
                    <a:cubicBezTo>
                      <a:pt x="468" y="74"/>
                      <a:pt x="727" y="63"/>
                      <a:pt x="986" y="56"/>
                    </a:cubicBezTo>
                    <a:cubicBezTo>
                      <a:pt x="1075" y="53"/>
                      <a:pt x="1163" y="49"/>
                      <a:pt x="1251" y="43"/>
                    </a:cubicBezTo>
                    <a:cubicBezTo>
                      <a:pt x="1966" y="0"/>
                      <a:pt x="1966" y="0"/>
                      <a:pt x="2166" y="154"/>
                    </a:cubicBezTo>
                    <a:cubicBezTo>
                      <a:pt x="2323" y="328"/>
                      <a:pt x="2395" y="496"/>
                      <a:pt x="2500" y="715"/>
                    </a:cubicBezTo>
                    <a:cubicBezTo>
                      <a:pt x="2156" y="646"/>
                      <a:pt x="1812" y="578"/>
                      <a:pt x="1458" y="507"/>
                    </a:cubicBezTo>
                    <a:cubicBezTo>
                      <a:pt x="1458" y="782"/>
                      <a:pt x="1458" y="1057"/>
                      <a:pt x="1458" y="1340"/>
                    </a:cubicBezTo>
                    <a:cubicBezTo>
                      <a:pt x="977" y="1340"/>
                      <a:pt x="496" y="1340"/>
                      <a:pt x="0" y="1340"/>
                    </a:cubicBezTo>
                    <a:cubicBezTo>
                      <a:pt x="275" y="1203"/>
                      <a:pt x="550" y="1065"/>
                      <a:pt x="833" y="924"/>
                    </a:cubicBezTo>
                    <a:cubicBezTo>
                      <a:pt x="521" y="741"/>
                      <a:pt x="521" y="741"/>
                      <a:pt x="422" y="687"/>
                    </a:cubicBezTo>
                    <a:cubicBezTo>
                      <a:pt x="335" y="632"/>
                      <a:pt x="274" y="586"/>
                      <a:pt x="208" y="507"/>
                    </a:cubicBezTo>
                    <a:cubicBezTo>
                      <a:pt x="195" y="403"/>
                      <a:pt x="195" y="403"/>
                      <a:pt x="200" y="290"/>
                    </a:cubicBezTo>
                    <a:cubicBezTo>
                      <a:pt x="201" y="253"/>
                      <a:pt x="202" y="215"/>
                      <a:pt x="204" y="177"/>
                    </a:cubicBezTo>
                    <a:cubicBezTo>
                      <a:pt x="205" y="148"/>
                      <a:pt x="207" y="120"/>
                      <a:pt x="208" y="90"/>
                    </a:cubicBezTo>
                    <a:close/>
                  </a:path>
                </a:pathLst>
              </a:custGeom>
              <a:solidFill>
                <a:srgbClr val="4486D7"/>
              </a:solidFill>
              <a:ln w="2646" cap="flat">
                <a:noFill/>
              </a:ln>
            </p:spPr>
          </p:sp>
          <p:sp>
            <p:nvSpPr>
              <p:cNvPr id="3013" name="ICON_C_TOPOGRAPHY_path_157"/>
              <p:cNvSpPr/>
              <p:nvPr/>
            </p:nvSpPr>
            <p:spPr>
              <a:xfrm>
                <a:off x="11411480" y="7598467"/>
                <a:ext cx="39688" cy="18889"/>
              </a:xfrm>
              <a:custGeom>
                <a:avLst/>
                <a:gdLst/>
                <a:ahLst/>
                <a:cxnLst/>
                <a:rect l="0" t="0" r="r" b="b"/>
                <a:pathLst>
                  <a:path w="3125" h="1487" fill="norm" stroke="0">
                    <a:moveTo>
                      <a:pt x="1542" y="43"/>
                    </a:moveTo>
                    <a:cubicBezTo>
                      <a:pt x="1623" y="65"/>
                      <a:pt x="1702" y="90"/>
                      <a:pt x="1781" y="118"/>
                    </a:cubicBezTo>
                    <a:cubicBezTo>
                      <a:pt x="1860" y="146"/>
                      <a:pt x="1940" y="166"/>
                      <a:pt x="2021" y="186"/>
                    </a:cubicBezTo>
                    <a:cubicBezTo>
                      <a:pt x="2683" y="404"/>
                      <a:pt x="2727" y="824"/>
                      <a:pt x="3125" y="1487"/>
                    </a:cubicBezTo>
                    <a:cubicBezTo>
                      <a:pt x="2094" y="1281"/>
                      <a:pt x="1062" y="1075"/>
                      <a:pt x="0" y="862"/>
                    </a:cubicBezTo>
                    <a:cubicBezTo>
                      <a:pt x="275" y="725"/>
                      <a:pt x="550" y="587"/>
                      <a:pt x="833" y="446"/>
                    </a:cubicBezTo>
                    <a:cubicBezTo>
                      <a:pt x="1055" y="204"/>
                      <a:pt x="1055" y="204"/>
                      <a:pt x="1148" y="100"/>
                    </a:cubicBezTo>
                    <a:cubicBezTo>
                      <a:pt x="1291" y="0"/>
                      <a:pt x="1372" y="16"/>
                      <a:pt x="1542" y="43"/>
                    </a:cubicBezTo>
                    <a:close/>
                  </a:path>
                </a:pathLst>
              </a:custGeom>
              <a:solidFill>
                <a:srgbClr val="5EBDE8"/>
              </a:solidFill>
              <a:ln w="2646" cap="flat">
                <a:noFill/>
              </a:ln>
            </p:spPr>
          </p:sp>
          <p:sp>
            <p:nvSpPr>
              <p:cNvPr id="3014" name="ICON_C_TOPOGRAPHY_path_158"/>
              <p:cNvSpPr/>
              <p:nvPr/>
            </p:nvSpPr>
            <p:spPr>
              <a:xfrm>
                <a:off x="11481057" y="7483541"/>
                <a:ext cx="44193" cy="30626"/>
              </a:xfrm>
              <a:custGeom>
                <a:avLst/>
                <a:gdLst/>
                <a:ahLst/>
                <a:cxnLst/>
                <a:rect l="0" t="0" r="r" b="b"/>
                <a:pathLst>
                  <a:path w="3480" h="2411" fill="norm" stroke="0">
                    <a:moveTo>
                      <a:pt x="2311" y="0"/>
                    </a:moveTo>
                    <a:cubicBezTo>
                      <a:pt x="2551" y="33"/>
                      <a:pt x="2680" y="137"/>
                      <a:pt x="2826" y="320"/>
                    </a:cubicBezTo>
                    <a:cubicBezTo>
                      <a:pt x="3072" y="652"/>
                      <a:pt x="3281" y="1009"/>
                      <a:pt x="3480" y="1370"/>
                    </a:cubicBezTo>
                    <a:cubicBezTo>
                      <a:pt x="3460" y="1357"/>
                      <a:pt x="3440" y="1345"/>
                      <a:pt x="3420" y="1331"/>
                    </a:cubicBezTo>
                    <a:cubicBezTo>
                      <a:pt x="2810" y="955"/>
                      <a:pt x="2312" y="901"/>
                      <a:pt x="1605" y="953"/>
                    </a:cubicBezTo>
                    <a:cubicBezTo>
                      <a:pt x="1605" y="1091"/>
                      <a:pt x="1605" y="1228"/>
                      <a:pt x="1605" y="1370"/>
                    </a:cubicBezTo>
                    <a:cubicBezTo>
                      <a:pt x="1575" y="1372"/>
                      <a:pt x="1546" y="1374"/>
                      <a:pt x="1516" y="1376"/>
                    </a:cubicBezTo>
                    <a:cubicBezTo>
                      <a:pt x="695" y="1444"/>
                      <a:pt x="695" y="1444"/>
                      <a:pt x="473" y="1670"/>
                    </a:cubicBezTo>
                    <a:cubicBezTo>
                      <a:pt x="321" y="1898"/>
                      <a:pt x="224" y="2150"/>
                      <a:pt x="146" y="2411"/>
                    </a:cubicBezTo>
                    <a:cubicBezTo>
                      <a:pt x="67" y="2070"/>
                      <a:pt x="0" y="1699"/>
                      <a:pt x="146" y="1370"/>
                    </a:cubicBezTo>
                    <a:cubicBezTo>
                      <a:pt x="373" y="1173"/>
                      <a:pt x="646" y="1071"/>
                      <a:pt x="922" y="960"/>
                    </a:cubicBezTo>
                    <a:cubicBezTo>
                      <a:pt x="979" y="936"/>
                      <a:pt x="1036" y="913"/>
                      <a:pt x="1094" y="889"/>
                    </a:cubicBezTo>
                    <a:cubicBezTo>
                      <a:pt x="1121" y="877"/>
                      <a:pt x="1149" y="866"/>
                      <a:pt x="1178" y="854"/>
                    </a:cubicBezTo>
                    <a:cubicBezTo>
                      <a:pt x="1411" y="752"/>
                      <a:pt x="1523" y="625"/>
                      <a:pt x="1631" y="393"/>
                    </a:cubicBezTo>
                    <a:cubicBezTo>
                      <a:pt x="1783" y="92"/>
                      <a:pt x="1974" y="8"/>
                      <a:pt x="2311" y="0"/>
                    </a:cubicBezTo>
                    <a:close/>
                  </a:path>
                </a:pathLst>
              </a:custGeom>
              <a:solidFill>
                <a:srgbClr val="EE8C6D"/>
              </a:solidFill>
              <a:ln w="2646" cap="flat">
                <a:noFill/>
              </a:ln>
            </p:spPr>
          </p:sp>
          <p:sp>
            <p:nvSpPr>
              <p:cNvPr id="3015" name="ICON_C_TOPOGRAPHY_path_159"/>
              <p:cNvSpPr/>
              <p:nvPr/>
            </p:nvSpPr>
            <p:spPr>
              <a:xfrm>
                <a:off x="11336512" y="7450505"/>
                <a:ext cx="9176" cy="40180"/>
              </a:xfrm>
              <a:custGeom>
                <a:avLst/>
                <a:gdLst/>
                <a:ahLst/>
                <a:cxnLst/>
                <a:rect l="0" t="0" r="r" b="b"/>
                <a:pathLst>
                  <a:path w="722" h="3164" fill="norm" stroke="0">
                    <a:moveTo>
                      <a:pt x="695" y="13"/>
                    </a:moveTo>
                    <a:cubicBezTo>
                      <a:pt x="699" y="359"/>
                      <a:pt x="703" y="705"/>
                      <a:pt x="705" y="1050"/>
                    </a:cubicBezTo>
                    <a:cubicBezTo>
                      <a:pt x="706" y="1211"/>
                      <a:pt x="708" y="1372"/>
                      <a:pt x="710" y="1533"/>
                    </a:cubicBezTo>
                    <a:cubicBezTo>
                      <a:pt x="712" y="1688"/>
                      <a:pt x="714" y="1843"/>
                      <a:pt x="714" y="1999"/>
                    </a:cubicBezTo>
                    <a:cubicBezTo>
                      <a:pt x="715" y="2058"/>
                      <a:pt x="715" y="2116"/>
                      <a:pt x="717" y="2175"/>
                    </a:cubicBezTo>
                    <a:cubicBezTo>
                      <a:pt x="722" y="2491"/>
                      <a:pt x="719" y="2786"/>
                      <a:pt x="560" y="3067"/>
                    </a:cubicBezTo>
                    <a:cubicBezTo>
                      <a:pt x="461" y="3162"/>
                      <a:pt x="399" y="3163"/>
                      <a:pt x="265" y="3164"/>
                    </a:cubicBezTo>
                    <a:cubicBezTo>
                      <a:pt x="200" y="3157"/>
                      <a:pt x="134" y="3149"/>
                      <a:pt x="70" y="3138"/>
                    </a:cubicBezTo>
                    <a:cubicBezTo>
                      <a:pt x="60" y="2822"/>
                      <a:pt x="53" y="2507"/>
                      <a:pt x="48" y="2192"/>
                    </a:cubicBezTo>
                    <a:cubicBezTo>
                      <a:pt x="46" y="2046"/>
                      <a:pt x="43" y="1899"/>
                      <a:pt x="38" y="1753"/>
                    </a:cubicBezTo>
                    <a:cubicBezTo>
                      <a:pt x="0" y="552"/>
                      <a:pt x="0" y="552"/>
                      <a:pt x="376" y="104"/>
                    </a:cubicBezTo>
                    <a:cubicBezTo>
                      <a:pt x="502" y="0"/>
                      <a:pt x="538" y="4"/>
                      <a:pt x="695" y="13"/>
                    </a:cubicBezTo>
                    <a:close/>
                  </a:path>
                </a:pathLst>
              </a:custGeom>
              <a:solidFill>
                <a:srgbClr val="88F3E9"/>
              </a:solidFill>
              <a:ln w="2646" cap="flat">
                <a:noFill/>
              </a:ln>
            </p:spPr>
          </p:sp>
          <p:sp>
            <p:nvSpPr>
              <p:cNvPr id="3016" name="ICON_C_TOPOGRAPHY_path_160"/>
              <p:cNvSpPr/>
              <p:nvPr/>
            </p:nvSpPr>
            <p:spPr>
              <a:xfrm>
                <a:off x="11354946" y="7463226"/>
                <a:ext cx="27429" cy="43447"/>
              </a:xfrm>
              <a:custGeom>
                <a:avLst/>
                <a:gdLst/>
                <a:ahLst/>
                <a:cxnLst/>
                <a:rect l="0" t="0" r="r" b="b"/>
                <a:pathLst>
                  <a:path w="2160" h="3421" fill="norm" stroke="0">
                    <a:moveTo>
                      <a:pt x="2160" y="261"/>
                    </a:moveTo>
                    <a:cubicBezTo>
                      <a:pt x="2116" y="267"/>
                      <a:pt x="2071" y="273"/>
                      <a:pt x="2026" y="279"/>
                    </a:cubicBezTo>
                    <a:cubicBezTo>
                      <a:pt x="1585" y="347"/>
                      <a:pt x="1087" y="457"/>
                      <a:pt x="766" y="787"/>
                    </a:cubicBezTo>
                    <a:cubicBezTo>
                      <a:pt x="523" y="1161"/>
                      <a:pt x="592" y="1746"/>
                      <a:pt x="610" y="2175"/>
                    </a:cubicBezTo>
                    <a:cubicBezTo>
                      <a:pt x="611" y="2204"/>
                      <a:pt x="613" y="2234"/>
                      <a:pt x="614" y="2264"/>
                    </a:cubicBezTo>
                    <a:cubicBezTo>
                      <a:pt x="631" y="2639"/>
                      <a:pt x="661" y="3012"/>
                      <a:pt x="701" y="3386"/>
                    </a:cubicBezTo>
                    <a:cubicBezTo>
                      <a:pt x="556" y="3411"/>
                      <a:pt x="430" y="3421"/>
                      <a:pt x="285" y="3386"/>
                    </a:cubicBezTo>
                    <a:cubicBezTo>
                      <a:pt x="58" y="3148"/>
                      <a:pt x="41" y="2807"/>
                      <a:pt x="34" y="2495"/>
                    </a:cubicBezTo>
                    <a:cubicBezTo>
                      <a:pt x="33" y="2451"/>
                      <a:pt x="32" y="2407"/>
                      <a:pt x="31" y="2361"/>
                    </a:cubicBezTo>
                    <a:cubicBezTo>
                      <a:pt x="29" y="2268"/>
                      <a:pt x="27" y="2175"/>
                      <a:pt x="26" y="2082"/>
                    </a:cubicBezTo>
                    <a:cubicBezTo>
                      <a:pt x="24" y="1942"/>
                      <a:pt x="18" y="1802"/>
                      <a:pt x="11" y="1661"/>
                    </a:cubicBezTo>
                    <a:cubicBezTo>
                      <a:pt x="1" y="1249"/>
                      <a:pt x="0" y="915"/>
                      <a:pt x="289" y="598"/>
                    </a:cubicBezTo>
                    <a:cubicBezTo>
                      <a:pt x="898" y="15"/>
                      <a:pt x="1385" y="0"/>
                      <a:pt x="2160" y="261"/>
                    </a:cubicBezTo>
                    <a:close/>
                  </a:path>
                </a:pathLst>
              </a:custGeom>
              <a:solidFill>
                <a:srgbClr val="C5F8B8"/>
              </a:solidFill>
              <a:ln w="2646" cap="flat">
                <a:noFill/>
              </a:ln>
            </p:spPr>
          </p:sp>
          <p:sp>
            <p:nvSpPr>
              <p:cNvPr id="3017" name="ICON_C_TOPOGRAPHY_path_161"/>
              <p:cNvSpPr/>
              <p:nvPr/>
            </p:nvSpPr>
            <p:spPr>
              <a:xfrm>
                <a:off x="11625792" y="7458604"/>
                <a:ext cx="14264" cy="50271"/>
              </a:xfrm>
              <a:custGeom>
                <a:avLst/>
                <a:gdLst/>
                <a:ahLst/>
                <a:cxnLst/>
                <a:rect l="0" t="0" r="r" b="b"/>
                <a:pathLst>
                  <a:path w="1123" h="3958" fill="norm" stroke="0">
                    <a:moveTo>
                      <a:pt x="208" y="0"/>
                    </a:moveTo>
                    <a:cubicBezTo>
                      <a:pt x="346" y="34"/>
                      <a:pt x="346" y="34"/>
                      <a:pt x="1042" y="208"/>
                    </a:cubicBezTo>
                    <a:cubicBezTo>
                      <a:pt x="1123" y="1119"/>
                      <a:pt x="1015" y="1908"/>
                      <a:pt x="755" y="2786"/>
                    </a:cubicBezTo>
                    <a:cubicBezTo>
                      <a:pt x="742" y="2833"/>
                      <a:pt x="729" y="2879"/>
                      <a:pt x="715" y="2927"/>
                    </a:cubicBezTo>
                    <a:cubicBezTo>
                      <a:pt x="677" y="3060"/>
                      <a:pt x="636" y="3193"/>
                      <a:pt x="594" y="3325"/>
                    </a:cubicBezTo>
                    <a:cubicBezTo>
                      <a:pt x="582" y="3365"/>
                      <a:pt x="571" y="3405"/>
                      <a:pt x="559" y="3446"/>
                    </a:cubicBezTo>
                    <a:cubicBezTo>
                      <a:pt x="483" y="3672"/>
                      <a:pt x="413" y="3772"/>
                      <a:pt x="197" y="3881"/>
                    </a:cubicBezTo>
                    <a:cubicBezTo>
                      <a:pt x="132" y="3908"/>
                      <a:pt x="66" y="3934"/>
                      <a:pt x="0" y="3958"/>
                    </a:cubicBezTo>
                    <a:cubicBezTo>
                      <a:pt x="3" y="3947"/>
                      <a:pt x="3" y="3947"/>
                      <a:pt x="16" y="3888"/>
                    </a:cubicBezTo>
                    <a:cubicBezTo>
                      <a:pt x="657" y="1009"/>
                      <a:pt x="657" y="1009"/>
                      <a:pt x="208" y="0"/>
                    </a:cubicBezTo>
                    <a:close/>
                  </a:path>
                </a:pathLst>
              </a:custGeom>
              <a:solidFill>
                <a:srgbClr val="D0FAA3"/>
              </a:solidFill>
              <a:ln w="2646" cap="flat">
                <a:noFill/>
              </a:ln>
            </p:spPr>
          </p:sp>
          <p:sp>
            <p:nvSpPr>
              <p:cNvPr id="3018" name="ICON_C_TOPOGRAPHY_path_162"/>
              <p:cNvSpPr/>
              <p:nvPr/>
            </p:nvSpPr>
            <p:spPr>
              <a:xfrm>
                <a:off x="11578167" y="7439110"/>
                <a:ext cx="47625" cy="19495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1535" fill="norm" stroke="0">
                    <a:moveTo>
                      <a:pt x="0" y="77"/>
                    </a:moveTo>
                    <a:cubicBezTo>
                      <a:pt x="951" y="0"/>
                      <a:pt x="1634" y="164"/>
                      <a:pt x="2495" y="560"/>
                    </a:cubicBezTo>
                    <a:cubicBezTo>
                      <a:pt x="2636" y="624"/>
                      <a:pt x="2780" y="686"/>
                      <a:pt x="2922" y="748"/>
                    </a:cubicBezTo>
                    <a:cubicBezTo>
                      <a:pt x="3199" y="869"/>
                      <a:pt x="3475" y="993"/>
                      <a:pt x="3750" y="1118"/>
                    </a:cubicBezTo>
                    <a:cubicBezTo>
                      <a:pt x="3570" y="1307"/>
                      <a:pt x="3385" y="1475"/>
                      <a:pt x="3125" y="1535"/>
                    </a:cubicBezTo>
                    <a:cubicBezTo>
                      <a:pt x="2758" y="1498"/>
                      <a:pt x="2412" y="1301"/>
                      <a:pt x="2083" y="1144"/>
                    </a:cubicBezTo>
                    <a:cubicBezTo>
                      <a:pt x="1902" y="1061"/>
                      <a:pt x="1719" y="979"/>
                      <a:pt x="1536" y="899"/>
                    </a:cubicBezTo>
                    <a:cubicBezTo>
                      <a:pt x="1493" y="879"/>
                      <a:pt x="1450" y="860"/>
                      <a:pt x="1405" y="841"/>
                    </a:cubicBezTo>
                    <a:cubicBezTo>
                      <a:pt x="1026" y="681"/>
                      <a:pt x="685" y="603"/>
                      <a:pt x="287" y="749"/>
                    </a:cubicBezTo>
                    <a:cubicBezTo>
                      <a:pt x="169" y="806"/>
                      <a:pt x="169" y="806"/>
                      <a:pt x="0" y="910"/>
                    </a:cubicBezTo>
                    <a:cubicBezTo>
                      <a:pt x="0" y="635"/>
                      <a:pt x="0" y="360"/>
                      <a:pt x="0" y="77"/>
                    </a:cubicBezTo>
                    <a:close/>
                  </a:path>
                </a:pathLst>
              </a:custGeom>
              <a:solidFill>
                <a:srgbClr val="E8FBA3"/>
              </a:solidFill>
              <a:ln w="2646" cap="flat">
                <a:noFill/>
              </a:ln>
            </p:spPr>
          </p:sp>
          <p:sp>
            <p:nvSpPr>
              <p:cNvPr id="3019" name="ICON_C_TOPOGRAPHY_path_163"/>
              <p:cNvSpPr/>
              <p:nvPr/>
            </p:nvSpPr>
            <p:spPr>
              <a:xfrm>
                <a:off x="11652250" y="7376583"/>
                <a:ext cx="24114" cy="55562"/>
              </a:xfrm>
              <a:custGeom>
                <a:avLst/>
                <a:gdLst/>
                <a:ahLst/>
                <a:cxnLst/>
                <a:rect l="0" t="0" r="r" b="b"/>
                <a:pathLst>
                  <a:path w="1899" h="4375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483"/>
                      <a:pt x="833" y="758"/>
                      <a:pt x="833" y="1042"/>
                    </a:cubicBezTo>
                    <a:cubicBezTo>
                      <a:pt x="971" y="1042"/>
                      <a:pt x="1108" y="1042"/>
                      <a:pt x="1250" y="1042"/>
                    </a:cubicBezTo>
                    <a:cubicBezTo>
                      <a:pt x="1256" y="1070"/>
                      <a:pt x="1256" y="1070"/>
                      <a:pt x="1285" y="1210"/>
                    </a:cubicBezTo>
                    <a:cubicBezTo>
                      <a:pt x="1328" y="1418"/>
                      <a:pt x="1372" y="1624"/>
                      <a:pt x="1417" y="1831"/>
                    </a:cubicBezTo>
                    <a:cubicBezTo>
                      <a:pt x="1436" y="1921"/>
                      <a:pt x="1454" y="2010"/>
                      <a:pt x="1473" y="2100"/>
                    </a:cubicBezTo>
                    <a:cubicBezTo>
                      <a:pt x="1500" y="2229"/>
                      <a:pt x="1527" y="2357"/>
                      <a:pt x="1555" y="2486"/>
                    </a:cubicBezTo>
                    <a:cubicBezTo>
                      <a:pt x="1563" y="2526"/>
                      <a:pt x="1571" y="2566"/>
                      <a:pt x="1580" y="2607"/>
                    </a:cubicBezTo>
                    <a:cubicBezTo>
                      <a:pt x="1648" y="2917"/>
                      <a:pt x="1648" y="2917"/>
                      <a:pt x="1776" y="3029"/>
                    </a:cubicBezTo>
                    <a:cubicBezTo>
                      <a:pt x="1875" y="3125"/>
                      <a:pt x="1875" y="3125"/>
                      <a:pt x="1899" y="3263"/>
                    </a:cubicBezTo>
                    <a:cubicBezTo>
                      <a:pt x="1898" y="3315"/>
                      <a:pt x="1896" y="3366"/>
                      <a:pt x="1895" y="3419"/>
                    </a:cubicBezTo>
                    <a:cubicBezTo>
                      <a:pt x="1895" y="3446"/>
                      <a:pt x="1895" y="3474"/>
                      <a:pt x="1894" y="3502"/>
                    </a:cubicBezTo>
                    <a:cubicBezTo>
                      <a:pt x="1893" y="3589"/>
                      <a:pt x="1891" y="3676"/>
                      <a:pt x="1888" y="3763"/>
                    </a:cubicBezTo>
                    <a:cubicBezTo>
                      <a:pt x="1887" y="3822"/>
                      <a:pt x="1886" y="3882"/>
                      <a:pt x="1885" y="3941"/>
                    </a:cubicBezTo>
                    <a:cubicBezTo>
                      <a:pt x="1883" y="4086"/>
                      <a:pt x="1879" y="4230"/>
                      <a:pt x="1875" y="4375"/>
                    </a:cubicBezTo>
                    <a:cubicBezTo>
                      <a:pt x="1505" y="3912"/>
                      <a:pt x="1353" y="3452"/>
                      <a:pt x="1207" y="2884"/>
                    </a:cubicBezTo>
                    <a:cubicBezTo>
                      <a:pt x="1004" y="2100"/>
                      <a:pt x="767" y="1433"/>
                      <a:pt x="265" y="792"/>
                    </a:cubicBezTo>
                    <a:cubicBezTo>
                      <a:pt x="247" y="769"/>
                      <a:pt x="229" y="746"/>
                      <a:pt x="211" y="723"/>
                    </a:cubicBezTo>
                    <a:cubicBezTo>
                      <a:pt x="164" y="663"/>
                      <a:pt x="115" y="604"/>
                      <a:pt x="67" y="546"/>
                    </a:cubicBezTo>
                    <a:cubicBezTo>
                      <a:pt x="0" y="417"/>
                      <a:pt x="0" y="417"/>
                      <a:pt x="0" y="0"/>
                    </a:cubicBezTo>
                    <a:close/>
                  </a:path>
                </a:pathLst>
              </a:custGeom>
              <a:solidFill>
                <a:srgbClr val="BEB6D0"/>
              </a:solidFill>
              <a:ln w="2646" cap="flat">
                <a:noFill/>
              </a:ln>
            </p:spPr>
          </p:sp>
          <p:sp>
            <p:nvSpPr>
              <p:cNvPr id="3020" name="ICON_C_TOPOGRAPHY_path_164"/>
              <p:cNvSpPr/>
              <p:nvPr/>
            </p:nvSpPr>
            <p:spPr>
              <a:xfrm>
                <a:off x="11514668" y="7385903"/>
                <a:ext cx="40090" cy="22939"/>
              </a:xfrm>
              <a:custGeom>
                <a:avLst/>
                <a:gdLst/>
                <a:ahLst/>
                <a:cxnLst/>
                <a:rect l="0" t="0" r="r" b="b"/>
                <a:pathLst>
                  <a:path w="3157" h="1806" fill="norm" stroke="0">
                    <a:moveTo>
                      <a:pt x="1438" y="52"/>
                    </a:moveTo>
                    <a:cubicBezTo>
                      <a:pt x="1693" y="5"/>
                      <a:pt x="1924" y="0"/>
                      <a:pt x="2151" y="142"/>
                    </a:cubicBezTo>
                    <a:cubicBezTo>
                      <a:pt x="2334" y="272"/>
                      <a:pt x="2496" y="424"/>
                      <a:pt x="2656" y="581"/>
                    </a:cubicBezTo>
                    <a:cubicBezTo>
                      <a:pt x="2680" y="604"/>
                      <a:pt x="2703" y="626"/>
                      <a:pt x="2727" y="649"/>
                    </a:cubicBezTo>
                    <a:cubicBezTo>
                      <a:pt x="2960" y="873"/>
                      <a:pt x="3146" y="1067"/>
                      <a:pt x="3157" y="1403"/>
                    </a:cubicBezTo>
                    <a:cubicBezTo>
                      <a:pt x="3153" y="1526"/>
                      <a:pt x="3142" y="1645"/>
                      <a:pt x="3125" y="1766"/>
                    </a:cubicBezTo>
                    <a:cubicBezTo>
                      <a:pt x="2976" y="1800"/>
                      <a:pt x="2856" y="1806"/>
                      <a:pt x="2708" y="1766"/>
                    </a:cubicBezTo>
                    <a:cubicBezTo>
                      <a:pt x="2572" y="1637"/>
                      <a:pt x="2473" y="1488"/>
                      <a:pt x="2368" y="1333"/>
                    </a:cubicBezTo>
                    <a:cubicBezTo>
                      <a:pt x="2140" y="996"/>
                      <a:pt x="1934" y="697"/>
                      <a:pt x="1529" y="577"/>
                    </a:cubicBezTo>
                    <a:cubicBezTo>
                      <a:pt x="1368" y="548"/>
                      <a:pt x="1204" y="534"/>
                      <a:pt x="1042" y="516"/>
                    </a:cubicBezTo>
                    <a:cubicBezTo>
                      <a:pt x="904" y="791"/>
                      <a:pt x="767" y="1066"/>
                      <a:pt x="625" y="1350"/>
                    </a:cubicBezTo>
                    <a:cubicBezTo>
                      <a:pt x="419" y="1281"/>
                      <a:pt x="212" y="1212"/>
                      <a:pt x="0" y="1141"/>
                    </a:cubicBezTo>
                    <a:cubicBezTo>
                      <a:pt x="601" y="225"/>
                      <a:pt x="601" y="225"/>
                      <a:pt x="1002" y="134"/>
                    </a:cubicBezTo>
                    <a:cubicBezTo>
                      <a:pt x="1055" y="125"/>
                      <a:pt x="1110" y="117"/>
                      <a:pt x="1164" y="111"/>
                    </a:cubicBezTo>
                    <a:cubicBezTo>
                      <a:pt x="1258" y="99"/>
                      <a:pt x="1346" y="75"/>
                      <a:pt x="1438" y="52"/>
                    </a:cubicBezTo>
                    <a:close/>
                  </a:path>
                </a:pathLst>
              </a:custGeom>
              <a:solidFill>
                <a:srgbClr val="7CDCDB"/>
              </a:solidFill>
              <a:ln w="2646" cap="flat">
                <a:noFill/>
              </a:ln>
            </p:spPr>
          </p:sp>
          <p:sp>
            <p:nvSpPr>
              <p:cNvPr id="3021" name="ICON_C_TOPOGRAPHY_path_165"/>
              <p:cNvSpPr/>
              <p:nvPr/>
            </p:nvSpPr>
            <p:spPr>
              <a:xfrm>
                <a:off x="11554283" y="7318375"/>
                <a:ext cx="21238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1672" h="2500" fill="norm" stroke="0">
                    <a:moveTo>
                      <a:pt x="6" y="0"/>
                    </a:moveTo>
                    <a:cubicBezTo>
                      <a:pt x="1027" y="377"/>
                      <a:pt x="1027" y="377"/>
                      <a:pt x="1425" y="625"/>
                    </a:cubicBezTo>
                    <a:cubicBezTo>
                      <a:pt x="1451" y="640"/>
                      <a:pt x="1476" y="654"/>
                      <a:pt x="1503" y="670"/>
                    </a:cubicBezTo>
                    <a:cubicBezTo>
                      <a:pt x="1572" y="716"/>
                      <a:pt x="1572" y="716"/>
                      <a:pt x="1672" y="833"/>
                    </a:cubicBezTo>
                    <a:cubicBezTo>
                      <a:pt x="1672" y="971"/>
                      <a:pt x="1672" y="1108"/>
                      <a:pt x="1672" y="1250"/>
                    </a:cubicBezTo>
                    <a:cubicBezTo>
                      <a:pt x="1329" y="1250"/>
                      <a:pt x="985" y="1250"/>
                      <a:pt x="631" y="1250"/>
                    </a:cubicBezTo>
                    <a:cubicBezTo>
                      <a:pt x="631" y="1663"/>
                      <a:pt x="631" y="2075"/>
                      <a:pt x="631" y="2500"/>
                    </a:cubicBezTo>
                    <a:cubicBezTo>
                      <a:pt x="306" y="1960"/>
                      <a:pt x="164" y="1515"/>
                      <a:pt x="84" y="898"/>
                    </a:cubicBezTo>
                    <a:cubicBezTo>
                      <a:pt x="80" y="866"/>
                      <a:pt x="75" y="833"/>
                      <a:pt x="71" y="800"/>
                    </a:cubicBezTo>
                    <a:cubicBezTo>
                      <a:pt x="0" y="243"/>
                      <a:pt x="0" y="243"/>
                      <a:pt x="6" y="0"/>
                    </a:cubicBezTo>
                    <a:close/>
                  </a:path>
                </a:pathLst>
              </a:custGeom>
              <a:solidFill>
                <a:srgbClr val="549AE9"/>
              </a:solidFill>
              <a:ln w="2646" cap="flat">
                <a:noFill/>
              </a:ln>
            </p:spPr>
          </p:sp>
          <p:sp>
            <p:nvSpPr>
              <p:cNvPr id="3022" name="ICON_C_TOPOGRAPHY_path_166"/>
              <p:cNvSpPr/>
              <p:nvPr/>
            </p:nvSpPr>
            <p:spPr>
              <a:xfrm>
                <a:off x="11365950" y="7527396"/>
                <a:ext cx="16780" cy="42333"/>
              </a:xfrm>
              <a:custGeom>
                <a:avLst/>
                <a:gdLst/>
                <a:ahLst/>
                <a:cxnLst/>
                <a:rect l="0" t="0" r="r" b="b"/>
                <a:pathLst>
                  <a:path w="1321" h="3333" fill="norm" stroke="0">
                    <a:moveTo>
                      <a:pt x="43" y="0"/>
                    </a:moveTo>
                    <a:cubicBezTo>
                      <a:pt x="347" y="124"/>
                      <a:pt x="528" y="234"/>
                      <a:pt x="668" y="534"/>
                    </a:cubicBezTo>
                    <a:cubicBezTo>
                      <a:pt x="685" y="568"/>
                      <a:pt x="702" y="602"/>
                      <a:pt x="719" y="638"/>
                    </a:cubicBezTo>
                    <a:cubicBezTo>
                      <a:pt x="897" y="1039"/>
                      <a:pt x="1003" y="1464"/>
                      <a:pt x="1111" y="1888"/>
                    </a:cubicBezTo>
                    <a:cubicBezTo>
                      <a:pt x="1116" y="1906"/>
                      <a:pt x="1116" y="1906"/>
                      <a:pt x="1139" y="1996"/>
                    </a:cubicBezTo>
                    <a:cubicBezTo>
                      <a:pt x="1255" y="2450"/>
                      <a:pt x="1321" y="2864"/>
                      <a:pt x="1293" y="3333"/>
                    </a:cubicBezTo>
                    <a:cubicBezTo>
                      <a:pt x="592" y="2765"/>
                      <a:pt x="176" y="2156"/>
                      <a:pt x="43" y="1250"/>
                    </a:cubicBezTo>
                    <a:cubicBezTo>
                      <a:pt x="0" y="835"/>
                      <a:pt x="14" y="416"/>
                      <a:pt x="43" y="0"/>
                    </a:cubicBezTo>
                    <a:close/>
                  </a:path>
                </a:pathLst>
              </a:custGeom>
              <a:solidFill>
                <a:srgbClr val="79DFED"/>
              </a:solidFill>
              <a:ln w="2646" cap="flat">
                <a:noFill/>
              </a:ln>
            </p:spPr>
          </p:sp>
          <p:sp>
            <p:nvSpPr>
              <p:cNvPr id="3023" name="ICON_C_TOPOGRAPHY_path_167"/>
              <p:cNvSpPr/>
              <p:nvPr/>
            </p:nvSpPr>
            <p:spPr>
              <a:xfrm>
                <a:off x="11337396" y="7413625"/>
                <a:ext cx="29387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2314" h="2500" fill="norm" stroke="0">
                    <a:moveTo>
                      <a:pt x="2083" y="0"/>
                    </a:moveTo>
                    <a:cubicBezTo>
                      <a:pt x="2200" y="262"/>
                      <a:pt x="2314" y="542"/>
                      <a:pt x="2292" y="833"/>
                    </a:cubicBezTo>
                    <a:cubicBezTo>
                      <a:pt x="2174" y="1069"/>
                      <a:pt x="1936" y="1206"/>
                      <a:pt x="1719" y="1341"/>
                    </a:cubicBezTo>
                    <a:cubicBezTo>
                      <a:pt x="1615" y="1406"/>
                      <a:pt x="1516" y="1475"/>
                      <a:pt x="1417" y="1545"/>
                    </a:cubicBezTo>
                    <a:cubicBezTo>
                      <a:pt x="1040" y="1803"/>
                      <a:pt x="784" y="1910"/>
                      <a:pt x="329" y="1872"/>
                    </a:cubicBezTo>
                    <a:cubicBezTo>
                      <a:pt x="208" y="1875"/>
                      <a:pt x="208" y="1875"/>
                      <a:pt x="140" y="1932"/>
                    </a:cubicBezTo>
                    <a:cubicBezTo>
                      <a:pt x="99" y="2019"/>
                      <a:pt x="80" y="2092"/>
                      <a:pt x="65" y="2188"/>
                    </a:cubicBezTo>
                    <a:cubicBezTo>
                      <a:pt x="58" y="2217"/>
                      <a:pt x="51" y="2247"/>
                      <a:pt x="44" y="2278"/>
                    </a:cubicBezTo>
                    <a:cubicBezTo>
                      <a:pt x="26" y="2351"/>
                      <a:pt x="13" y="2426"/>
                      <a:pt x="0" y="2500"/>
                    </a:cubicBezTo>
                    <a:cubicBezTo>
                      <a:pt x="66" y="1889"/>
                      <a:pt x="150" y="1339"/>
                      <a:pt x="648" y="933"/>
                    </a:cubicBezTo>
                    <a:cubicBezTo>
                      <a:pt x="881" y="781"/>
                      <a:pt x="1107" y="827"/>
                      <a:pt x="1371" y="860"/>
                    </a:cubicBezTo>
                    <a:cubicBezTo>
                      <a:pt x="1481" y="867"/>
                      <a:pt x="1561" y="867"/>
                      <a:pt x="1667" y="833"/>
                    </a:cubicBezTo>
                    <a:cubicBezTo>
                      <a:pt x="1886" y="610"/>
                      <a:pt x="1985" y="292"/>
                      <a:pt x="2083" y="0"/>
                    </a:cubicBezTo>
                    <a:close/>
                  </a:path>
                </a:pathLst>
              </a:custGeom>
              <a:solidFill>
                <a:srgbClr val="66D3F2"/>
              </a:solidFill>
              <a:ln w="2646" cap="flat">
                <a:noFill/>
              </a:ln>
            </p:spPr>
          </p:sp>
          <p:sp>
            <p:nvSpPr>
              <p:cNvPr id="3024" name="ICON_C_TOPOGRAPHY_path_168"/>
              <p:cNvSpPr/>
              <p:nvPr/>
            </p:nvSpPr>
            <p:spPr>
              <a:xfrm>
                <a:off x="11440583" y="7410979"/>
                <a:ext cx="26458" cy="16835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1326" fill="norm" stroke="0">
                    <a:moveTo>
                      <a:pt x="0" y="0"/>
                    </a:moveTo>
                    <a:cubicBezTo>
                      <a:pt x="688" y="69"/>
                      <a:pt x="1375" y="138"/>
                      <a:pt x="2083" y="208"/>
                    </a:cubicBezTo>
                    <a:cubicBezTo>
                      <a:pt x="1100" y="1301"/>
                      <a:pt x="1100" y="1301"/>
                      <a:pt x="679" y="1326"/>
                    </a:cubicBezTo>
                    <a:cubicBezTo>
                      <a:pt x="521" y="1312"/>
                      <a:pt x="365" y="1279"/>
                      <a:pt x="208" y="1250"/>
                    </a:cubicBezTo>
                    <a:cubicBezTo>
                      <a:pt x="140" y="837"/>
                      <a:pt x="71" y="425"/>
                      <a:pt x="0" y="0"/>
                    </a:cubicBezTo>
                    <a:close/>
                  </a:path>
                </a:pathLst>
              </a:custGeom>
              <a:solidFill>
                <a:srgbClr val="8AE5D4"/>
              </a:solidFill>
              <a:ln w="2646" cap="flat">
                <a:noFill/>
              </a:ln>
            </p:spPr>
          </p:sp>
          <p:sp>
            <p:nvSpPr>
              <p:cNvPr id="3025" name="ICON_C_TOPOGRAPHY_path_169"/>
              <p:cNvSpPr/>
              <p:nvPr/>
            </p:nvSpPr>
            <p:spPr>
              <a:xfrm>
                <a:off x="11437938" y="7563437"/>
                <a:ext cx="47625" cy="15364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1210" fill="norm" stroke="0">
                    <a:moveTo>
                      <a:pt x="0" y="79"/>
                    </a:moveTo>
                    <a:cubicBezTo>
                      <a:pt x="1210" y="0"/>
                      <a:pt x="1210" y="0"/>
                      <a:pt x="1641" y="274"/>
                    </a:cubicBezTo>
                    <a:cubicBezTo>
                      <a:pt x="2245" y="658"/>
                      <a:pt x="3054" y="641"/>
                      <a:pt x="3750" y="704"/>
                    </a:cubicBezTo>
                    <a:cubicBezTo>
                      <a:pt x="3750" y="841"/>
                      <a:pt x="3750" y="979"/>
                      <a:pt x="3750" y="1120"/>
                    </a:cubicBezTo>
                    <a:cubicBezTo>
                      <a:pt x="2842" y="1210"/>
                      <a:pt x="2046" y="1093"/>
                      <a:pt x="1172" y="834"/>
                    </a:cubicBezTo>
                    <a:cubicBezTo>
                      <a:pt x="1125" y="821"/>
                      <a:pt x="1079" y="808"/>
                      <a:pt x="1031" y="794"/>
                    </a:cubicBezTo>
                    <a:cubicBezTo>
                      <a:pt x="898" y="756"/>
                      <a:pt x="766" y="715"/>
                      <a:pt x="633" y="673"/>
                    </a:cubicBezTo>
                    <a:cubicBezTo>
                      <a:pt x="593" y="661"/>
                      <a:pt x="553" y="650"/>
                      <a:pt x="512" y="638"/>
                    </a:cubicBezTo>
                    <a:cubicBezTo>
                      <a:pt x="287" y="562"/>
                      <a:pt x="186" y="492"/>
                      <a:pt x="78" y="276"/>
                    </a:cubicBezTo>
                    <a:cubicBezTo>
                      <a:pt x="50" y="211"/>
                      <a:pt x="24" y="145"/>
                      <a:pt x="0" y="79"/>
                    </a:cubicBezTo>
                    <a:close/>
                  </a:path>
                </a:pathLst>
              </a:custGeom>
              <a:solidFill>
                <a:srgbClr val="D8F2A8"/>
              </a:solidFill>
              <a:ln w="2646" cap="flat">
                <a:noFill/>
              </a:ln>
            </p:spPr>
          </p:sp>
          <p:sp>
            <p:nvSpPr>
              <p:cNvPr id="3026" name="ICON_C_TOPOGRAPHY_path_170"/>
              <p:cNvSpPr/>
              <p:nvPr/>
            </p:nvSpPr>
            <p:spPr>
              <a:xfrm>
                <a:off x="11390312" y="7627938"/>
                <a:ext cx="50271" cy="27170"/>
              </a:xfrm>
              <a:custGeom>
                <a:avLst/>
                <a:gdLst/>
                <a:ahLst/>
                <a:cxnLst/>
                <a:rect l="0" t="0" r="r" b="b"/>
                <a:pathLst>
                  <a:path w="3958" h="2139" fill="norm" stroke="0">
                    <a:moveTo>
                      <a:pt x="0" y="0"/>
                    </a:moveTo>
                    <a:cubicBezTo>
                      <a:pt x="668" y="194"/>
                      <a:pt x="1276" y="401"/>
                      <a:pt x="1865" y="781"/>
                    </a:cubicBezTo>
                    <a:cubicBezTo>
                      <a:pt x="2291" y="1051"/>
                      <a:pt x="2738" y="1274"/>
                      <a:pt x="3190" y="1497"/>
                    </a:cubicBezTo>
                    <a:cubicBezTo>
                      <a:pt x="3228" y="1516"/>
                      <a:pt x="3266" y="1535"/>
                      <a:pt x="3306" y="1555"/>
                    </a:cubicBezTo>
                    <a:cubicBezTo>
                      <a:pt x="3523" y="1662"/>
                      <a:pt x="3740" y="1769"/>
                      <a:pt x="3958" y="1875"/>
                    </a:cubicBezTo>
                    <a:cubicBezTo>
                      <a:pt x="3676" y="2026"/>
                      <a:pt x="3369" y="2139"/>
                      <a:pt x="3045" y="2065"/>
                    </a:cubicBezTo>
                    <a:cubicBezTo>
                      <a:pt x="2619" y="1935"/>
                      <a:pt x="2220" y="1717"/>
                      <a:pt x="1827" y="1510"/>
                    </a:cubicBezTo>
                    <a:cubicBezTo>
                      <a:pt x="1661" y="1423"/>
                      <a:pt x="1492" y="1340"/>
                      <a:pt x="1323" y="1258"/>
                    </a:cubicBezTo>
                    <a:cubicBezTo>
                      <a:pt x="1192" y="1193"/>
                      <a:pt x="1061" y="1127"/>
                      <a:pt x="931" y="1060"/>
                    </a:cubicBezTo>
                    <a:cubicBezTo>
                      <a:pt x="869" y="1029"/>
                      <a:pt x="807" y="998"/>
                      <a:pt x="745" y="967"/>
                    </a:cubicBezTo>
                    <a:cubicBezTo>
                      <a:pt x="445" y="820"/>
                      <a:pt x="211" y="701"/>
                      <a:pt x="91" y="375"/>
                    </a:cubicBezTo>
                    <a:cubicBezTo>
                      <a:pt x="53" y="251"/>
                      <a:pt x="24" y="128"/>
                      <a:pt x="0" y="0"/>
                    </a:cubicBezTo>
                    <a:close/>
                  </a:path>
                </a:pathLst>
              </a:custGeom>
              <a:solidFill>
                <a:srgbClr val="837FAB"/>
              </a:solidFill>
              <a:ln w="2646" cap="flat">
                <a:noFill/>
              </a:ln>
            </p:spPr>
          </p:sp>
          <p:sp>
            <p:nvSpPr>
              <p:cNvPr id="3027" name="ICON_C_TOPOGRAPHY_path_171"/>
              <p:cNvSpPr/>
              <p:nvPr/>
            </p:nvSpPr>
            <p:spPr>
              <a:xfrm>
                <a:off x="11570229" y="7556500"/>
                <a:ext cx="43312" cy="31919"/>
              </a:xfrm>
              <a:custGeom>
                <a:avLst/>
                <a:gdLst/>
                <a:ahLst/>
                <a:cxnLst/>
                <a:rect l="0" t="0" r="r" b="b"/>
                <a:pathLst>
                  <a:path w="3410" h="2513" fill="norm" stroke="0">
                    <a:moveTo>
                      <a:pt x="3333" y="0"/>
                    </a:moveTo>
                    <a:cubicBezTo>
                      <a:pt x="3397" y="258"/>
                      <a:pt x="3410" y="491"/>
                      <a:pt x="3275" y="726"/>
                    </a:cubicBezTo>
                    <a:cubicBezTo>
                      <a:pt x="3091" y="982"/>
                      <a:pt x="2872" y="1207"/>
                      <a:pt x="2648" y="1428"/>
                    </a:cubicBezTo>
                    <a:cubicBezTo>
                      <a:pt x="2591" y="1485"/>
                      <a:pt x="2535" y="1541"/>
                      <a:pt x="2479" y="1598"/>
                    </a:cubicBezTo>
                    <a:cubicBezTo>
                      <a:pt x="1904" y="2176"/>
                      <a:pt x="1390" y="2487"/>
                      <a:pt x="560" y="2513"/>
                    </a:cubicBezTo>
                    <a:cubicBezTo>
                      <a:pt x="443" y="2513"/>
                      <a:pt x="325" y="2506"/>
                      <a:pt x="208" y="2500"/>
                    </a:cubicBezTo>
                    <a:cubicBezTo>
                      <a:pt x="140" y="2294"/>
                      <a:pt x="71" y="2087"/>
                      <a:pt x="0" y="1875"/>
                    </a:cubicBezTo>
                    <a:cubicBezTo>
                      <a:pt x="96" y="1887"/>
                      <a:pt x="191" y="1899"/>
                      <a:pt x="290" y="1912"/>
                    </a:cubicBezTo>
                    <a:cubicBezTo>
                      <a:pt x="1301" y="2012"/>
                      <a:pt x="1301" y="2012"/>
                      <a:pt x="1593" y="1786"/>
                    </a:cubicBezTo>
                    <a:cubicBezTo>
                      <a:pt x="1815" y="1576"/>
                      <a:pt x="1970" y="1303"/>
                      <a:pt x="2135" y="1048"/>
                    </a:cubicBezTo>
                    <a:cubicBezTo>
                      <a:pt x="2328" y="760"/>
                      <a:pt x="2591" y="559"/>
                      <a:pt x="2865" y="352"/>
                    </a:cubicBezTo>
                    <a:cubicBezTo>
                      <a:pt x="2888" y="334"/>
                      <a:pt x="2912" y="315"/>
                      <a:pt x="2936" y="297"/>
                    </a:cubicBezTo>
                    <a:cubicBezTo>
                      <a:pt x="3067" y="196"/>
                      <a:pt x="3200" y="97"/>
                      <a:pt x="3333" y="0"/>
                    </a:cubicBezTo>
                    <a:close/>
                  </a:path>
                </a:pathLst>
              </a:custGeom>
              <a:solidFill>
                <a:srgbClr val="75D5E6"/>
              </a:solidFill>
              <a:ln w="2646" cap="flat">
                <a:noFill/>
              </a:ln>
            </p:spPr>
          </p:sp>
          <p:sp>
            <p:nvSpPr>
              <p:cNvPr id="3028" name="ICON_C_TOPOGRAPHY_path_172"/>
              <p:cNvSpPr/>
              <p:nvPr/>
            </p:nvSpPr>
            <p:spPr>
              <a:xfrm>
                <a:off x="11460544" y="7484617"/>
                <a:ext cx="32957" cy="32194"/>
              </a:xfrm>
              <a:custGeom>
                <a:avLst/>
                <a:gdLst/>
                <a:ahLst/>
                <a:cxnLst/>
                <a:rect l="0" t="0" r="r" b="b"/>
                <a:pathLst>
                  <a:path w="2595" h="2535" fill="norm" stroke="0">
                    <a:moveTo>
                      <a:pt x="1996" y="22"/>
                    </a:moveTo>
                    <a:cubicBezTo>
                      <a:pt x="2054" y="23"/>
                      <a:pt x="2113" y="24"/>
                      <a:pt x="2171" y="25"/>
                    </a:cubicBezTo>
                    <a:cubicBezTo>
                      <a:pt x="2312" y="27"/>
                      <a:pt x="2454" y="31"/>
                      <a:pt x="2595" y="35"/>
                    </a:cubicBezTo>
                    <a:cubicBezTo>
                      <a:pt x="2547" y="51"/>
                      <a:pt x="2499" y="66"/>
                      <a:pt x="2449" y="82"/>
                    </a:cubicBezTo>
                    <a:cubicBezTo>
                      <a:pt x="1512" y="440"/>
                      <a:pt x="804" y="1411"/>
                      <a:pt x="399" y="2302"/>
                    </a:cubicBezTo>
                    <a:cubicBezTo>
                      <a:pt x="365" y="2379"/>
                      <a:pt x="334" y="2457"/>
                      <a:pt x="303" y="2535"/>
                    </a:cubicBezTo>
                    <a:cubicBezTo>
                      <a:pt x="158" y="2194"/>
                      <a:pt x="0" y="1778"/>
                      <a:pt x="123" y="1410"/>
                    </a:cubicBezTo>
                    <a:cubicBezTo>
                      <a:pt x="216" y="1197"/>
                      <a:pt x="341" y="1006"/>
                      <a:pt x="473" y="816"/>
                    </a:cubicBezTo>
                    <a:cubicBezTo>
                      <a:pt x="491" y="789"/>
                      <a:pt x="510" y="762"/>
                      <a:pt x="529" y="734"/>
                    </a:cubicBezTo>
                    <a:cubicBezTo>
                      <a:pt x="933" y="153"/>
                      <a:pt x="1295" y="0"/>
                      <a:pt x="1996" y="22"/>
                    </a:cubicBezTo>
                    <a:close/>
                  </a:path>
                </a:pathLst>
              </a:custGeom>
              <a:solidFill>
                <a:srgbClr val="F89C72"/>
              </a:solidFill>
              <a:ln w="2646" cap="flat">
                <a:noFill/>
              </a:ln>
            </p:spPr>
          </p:sp>
          <p:sp>
            <p:nvSpPr>
              <p:cNvPr id="3029" name="ICON_C_TOPOGRAPHY_path_173"/>
              <p:cNvSpPr/>
              <p:nvPr/>
            </p:nvSpPr>
            <p:spPr>
              <a:xfrm>
                <a:off x="11461750" y="7452416"/>
                <a:ext cx="34396" cy="24709"/>
              </a:xfrm>
              <a:custGeom>
                <a:avLst/>
                <a:gdLst/>
                <a:ahLst/>
                <a:cxnLst/>
                <a:rect l="0" t="0" r="r" b="b"/>
                <a:pathLst>
                  <a:path w="2708" h="1946" fill="norm" stroke="0">
                    <a:moveTo>
                      <a:pt x="2708" y="279"/>
                    </a:moveTo>
                    <a:cubicBezTo>
                      <a:pt x="2330" y="554"/>
                      <a:pt x="2330" y="554"/>
                      <a:pt x="417" y="1946"/>
                    </a:cubicBezTo>
                    <a:cubicBezTo>
                      <a:pt x="279" y="1739"/>
                      <a:pt x="142" y="1533"/>
                      <a:pt x="0" y="1321"/>
                    </a:cubicBezTo>
                    <a:cubicBezTo>
                      <a:pt x="494" y="888"/>
                      <a:pt x="978" y="472"/>
                      <a:pt x="1589" y="214"/>
                    </a:cubicBezTo>
                    <a:cubicBezTo>
                      <a:pt x="1609" y="205"/>
                      <a:pt x="1609" y="205"/>
                      <a:pt x="1711" y="158"/>
                    </a:cubicBezTo>
                    <a:cubicBezTo>
                      <a:pt x="2124" y="0"/>
                      <a:pt x="2227" y="119"/>
                      <a:pt x="2708" y="279"/>
                    </a:cubicBezTo>
                    <a:close/>
                  </a:path>
                </a:pathLst>
              </a:custGeom>
              <a:solidFill>
                <a:srgbClr val="FBD077"/>
              </a:solidFill>
              <a:ln w="2646" cap="flat">
                <a:noFill/>
              </a:ln>
            </p:spPr>
          </p:sp>
          <p:sp>
            <p:nvSpPr>
              <p:cNvPr id="3030" name="ICON_C_TOPOGRAPHY_path_174"/>
              <p:cNvSpPr/>
              <p:nvPr/>
            </p:nvSpPr>
            <p:spPr>
              <a:xfrm>
                <a:off x="11535833" y="7408333"/>
                <a:ext cx="31750" cy="19481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1534" fill="norm" stroke="0">
                    <a:moveTo>
                      <a:pt x="208" y="0"/>
                    </a:moveTo>
                    <a:cubicBezTo>
                      <a:pt x="221" y="6"/>
                      <a:pt x="221" y="6"/>
                      <a:pt x="288" y="35"/>
                    </a:cubicBezTo>
                    <a:cubicBezTo>
                      <a:pt x="413" y="89"/>
                      <a:pt x="538" y="143"/>
                      <a:pt x="664" y="195"/>
                    </a:cubicBezTo>
                    <a:cubicBezTo>
                      <a:pt x="710" y="215"/>
                      <a:pt x="757" y="235"/>
                      <a:pt x="805" y="255"/>
                    </a:cubicBezTo>
                    <a:cubicBezTo>
                      <a:pt x="1099" y="375"/>
                      <a:pt x="1368" y="441"/>
                      <a:pt x="1685" y="478"/>
                    </a:cubicBezTo>
                    <a:cubicBezTo>
                      <a:pt x="2123" y="531"/>
                      <a:pt x="2123" y="531"/>
                      <a:pt x="2292" y="625"/>
                    </a:cubicBezTo>
                    <a:cubicBezTo>
                      <a:pt x="2465" y="864"/>
                      <a:pt x="2490" y="1170"/>
                      <a:pt x="2500" y="1458"/>
                    </a:cubicBezTo>
                    <a:cubicBezTo>
                      <a:pt x="1896" y="1534"/>
                      <a:pt x="1416" y="1496"/>
                      <a:pt x="898" y="1172"/>
                    </a:cubicBezTo>
                    <a:cubicBezTo>
                      <a:pt x="856" y="1146"/>
                      <a:pt x="814" y="1119"/>
                      <a:pt x="771" y="1092"/>
                    </a:cubicBezTo>
                    <a:cubicBezTo>
                      <a:pt x="648" y="1011"/>
                      <a:pt x="532" y="924"/>
                      <a:pt x="417" y="833"/>
                    </a:cubicBezTo>
                    <a:cubicBezTo>
                      <a:pt x="395" y="817"/>
                      <a:pt x="374" y="801"/>
                      <a:pt x="352" y="784"/>
                    </a:cubicBezTo>
                    <a:cubicBezTo>
                      <a:pt x="213" y="676"/>
                      <a:pt x="89" y="572"/>
                      <a:pt x="0" y="417"/>
                    </a:cubicBezTo>
                    <a:cubicBezTo>
                      <a:pt x="29" y="249"/>
                      <a:pt x="104" y="133"/>
                      <a:pt x="208" y="0"/>
                    </a:cubicBezTo>
                    <a:close/>
                  </a:path>
                </a:pathLst>
              </a:custGeom>
              <a:solidFill>
                <a:srgbClr val="C5F2C4"/>
              </a:solidFill>
              <a:ln w="2646" cap="flat">
                <a:noFill/>
              </a:ln>
            </p:spPr>
          </p:sp>
          <p:sp>
            <p:nvSpPr>
              <p:cNvPr id="3031" name="ICON_C_TOPOGRAPHY_path_175"/>
              <p:cNvSpPr/>
              <p:nvPr/>
            </p:nvSpPr>
            <p:spPr>
              <a:xfrm>
                <a:off x="11353271" y="7556500"/>
                <a:ext cx="23812" cy="42333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3333" fill="norm" stroke="0">
                    <a:moveTo>
                      <a:pt x="625" y="0"/>
                    </a:moveTo>
                    <a:cubicBezTo>
                      <a:pt x="763" y="0"/>
                      <a:pt x="900" y="0"/>
                      <a:pt x="1042" y="0"/>
                    </a:cubicBezTo>
                    <a:cubicBezTo>
                      <a:pt x="1042" y="344"/>
                      <a:pt x="1042" y="688"/>
                      <a:pt x="1042" y="1042"/>
                    </a:cubicBezTo>
                    <a:cubicBezTo>
                      <a:pt x="904" y="1042"/>
                      <a:pt x="767" y="1042"/>
                      <a:pt x="625" y="1042"/>
                    </a:cubicBezTo>
                    <a:cubicBezTo>
                      <a:pt x="714" y="1238"/>
                      <a:pt x="805" y="1433"/>
                      <a:pt x="898" y="1628"/>
                    </a:cubicBezTo>
                    <a:cubicBezTo>
                      <a:pt x="912" y="1656"/>
                      <a:pt x="926" y="1685"/>
                      <a:pt x="940" y="1715"/>
                    </a:cubicBezTo>
                    <a:cubicBezTo>
                      <a:pt x="1135" y="2119"/>
                      <a:pt x="1334" y="2449"/>
                      <a:pt x="1703" y="2721"/>
                    </a:cubicBezTo>
                    <a:cubicBezTo>
                      <a:pt x="1837" y="2828"/>
                      <a:pt x="1837" y="2828"/>
                      <a:pt x="1875" y="2917"/>
                    </a:cubicBezTo>
                    <a:cubicBezTo>
                      <a:pt x="1831" y="3072"/>
                      <a:pt x="1756" y="3200"/>
                      <a:pt x="1667" y="3333"/>
                    </a:cubicBezTo>
                    <a:cubicBezTo>
                      <a:pt x="261" y="1812"/>
                      <a:pt x="261" y="1812"/>
                      <a:pt x="0" y="833"/>
                    </a:cubicBezTo>
                    <a:cubicBezTo>
                      <a:pt x="206" y="833"/>
                      <a:pt x="413" y="833"/>
                      <a:pt x="625" y="833"/>
                    </a:cubicBezTo>
                    <a:cubicBezTo>
                      <a:pt x="625" y="558"/>
                      <a:pt x="625" y="283"/>
                      <a:pt x="625" y="0"/>
                    </a:cubicBezTo>
                    <a:close/>
                  </a:path>
                </a:pathLst>
              </a:custGeom>
              <a:solidFill>
                <a:srgbClr val="4987C5"/>
              </a:solidFill>
              <a:ln w="2646" cap="flat">
                <a:noFill/>
              </a:ln>
            </p:spPr>
          </p:sp>
          <p:sp>
            <p:nvSpPr>
              <p:cNvPr id="3032" name="ICON_C_TOPOGRAPHY_path_176"/>
              <p:cNvSpPr/>
              <p:nvPr/>
            </p:nvSpPr>
            <p:spPr>
              <a:xfrm>
                <a:off x="11542670" y="7429500"/>
                <a:ext cx="19622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1545" h="1875" fill="norm" stroke="0">
                    <a:moveTo>
                      <a:pt x="87" y="0"/>
                    </a:moveTo>
                    <a:cubicBezTo>
                      <a:pt x="443" y="10"/>
                      <a:pt x="811" y="35"/>
                      <a:pt x="1128" y="208"/>
                    </a:cubicBezTo>
                    <a:cubicBezTo>
                      <a:pt x="1385" y="488"/>
                      <a:pt x="1504" y="878"/>
                      <a:pt x="1545" y="1250"/>
                    </a:cubicBezTo>
                    <a:cubicBezTo>
                      <a:pt x="1534" y="1485"/>
                      <a:pt x="1457" y="1676"/>
                      <a:pt x="1337" y="1875"/>
                    </a:cubicBezTo>
                    <a:cubicBezTo>
                      <a:pt x="1050" y="1853"/>
                      <a:pt x="817" y="1785"/>
                      <a:pt x="621" y="1565"/>
                    </a:cubicBezTo>
                    <a:cubicBezTo>
                      <a:pt x="300" y="1129"/>
                      <a:pt x="0" y="658"/>
                      <a:pt x="65" y="100"/>
                    </a:cubicBezTo>
                    <a:cubicBezTo>
                      <a:pt x="72" y="67"/>
                      <a:pt x="79" y="34"/>
                      <a:pt x="87" y="0"/>
                    </a:cubicBezTo>
                    <a:close/>
                  </a:path>
                </a:pathLst>
              </a:custGeom>
              <a:solidFill>
                <a:srgbClr val="EEF39C"/>
              </a:solidFill>
              <a:ln w="2646" cap="flat">
                <a:noFill/>
              </a:ln>
            </p:spPr>
          </p:sp>
          <p:sp>
            <p:nvSpPr>
              <p:cNvPr id="3033" name="ICON_C_TOPOGRAPHY_path_177"/>
              <p:cNvSpPr/>
              <p:nvPr/>
            </p:nvSpPr>
            <p:spPr>
              <a:xfrm>
                <a:off x="11427354" y="7345303"/>
                <a:ext cx="47625" cy="16034"/>
              </a:xfrm>
              <a:custGeom>
                <a:avLst/>
                <a:gdLst/>
                <a:ahLst/>
                <a:cxnLst/>
                <a:rect l="0" t="0" r="r" b="b"/>
                <a:pathLst>
                  <a:path w="3750" h="1263" fill="norm" stroke="0">
                    <a:moveTo>
                      <a:pt x="2839" y="132"/>
                    </a:moveTo>
                    <a:cubicBezTo>
                      <a:pt x="2927" y="135"/>
                      <a:pt x="3015" y="138"/>
                      <a:pt x="3104" y="141"/>
                    </a:cubicBezTo>
                    <a:cubicBezTo>
                      <a:pt x="3319" y="148"/>
                      <a:pt x="3535" y="158"/>
                      <a:pt x="3750" y="171"/>
                    </a:cubicBezTo>
                    <a:cubicBezTo>
                      <a:pt x="3127" y="879"/>
                      <a:pt x="3127" y="879"/>
                      <a:pt x="2578" y="926"/>
                    </a:cubicBezTo>
                    <a:cubicBezTo>
                      <a:pt x="2489" y="937"/>
                      <a:pt x="2399" y="949"/>
                      <a:pt x="2310" y="961"/>
                    </a:cubicBezTo>
                    <a:cubicBezTo>
                      <a:pt x="2271" y="964"/>
                      <a:pt x="2232" y="968"/>
                      <a:pt x="2193" y="972"/>
                    </a:cubicBezTo>
                    <a:cubicBezTo>
                      <a:pt x="2083" y="1005"/>
                      <a:pt x="2083" y="1005"/>
                      <a:pt x="1992" y="1110"/>
                    </a:cubicBezTo>
                    <a:cubicBezTo>
                      <a:pt x="1819" y="1263"/>
                      <a:pt x="1668" y="1239"/>
                      <a:pt x="1445" y="1233"/>
                    </a:cubicBezTo>
                    <a:cubicBezTo>
                      <a:pt x="1403" y="1233"/>
                      <a:pt x="1362" y="1233"/>
                      <a:pt x="1319" y="1232"/>
                    </a:cubicBezTo>
                    <a:cubicBezTo>
                      <a:pt x="1188" y="1231"/>
                      <a:pt x="1056" y="1229"/>
                      <a:pt x="924" y="1226"/>
                    </a:cubicBezTo>
                    <a:cubicBezTo>
                      <a:pt x="835" y="1225"/>
                      <a:pt x="746" y="1224"/>
                      <a:pt x="656" y="1223"/>
                    </a:cubicBezTo>
                    <a:cubicBezTo>
                      <a:pt x="438" y="1221"/>
                      <a:pt x="219" y="1217"/>
                      <a:pt x="0" y="1213"/>
                    </a:cubicBezTo>
                    <a:cubicBezTo>
                      <a:pt x="0" y="1144"/>
                      <a:pt x="0" y="1076"/>
                      <a:pt x="0" y="1005"/>
                    </a:cubicBezTo>
                    <a:cubicBezTo>
                      <a:pt x="21" y="1003"/>
                      <a:pt x="21" y="1003"/>
                      <a:pt x="127" y="995"/>
                    </a:cubicBezTo>
                    <a:cubicBezTo>
                      <a:pt x="285" y="983"/>
                      <a:pt x="443" y="967"/>
                      <a:pt x="600" y="950"/>
                    </a:cubicBezTo>
                    <a:cubicBezTo>
                      <a:pt x="668" y="943"/>
                      <a:pt x="736" y="937"/>
                      <a:pt x="804" y="933"/>
                    </a:cubicBezTo>
                    <a:cubicBezTo>
                      <a:pt x="1269" y="899"/>
                      <a:pt x="1269" y="899"/>
                      <a:pt x="1458" y="796"/>
                    </a:cubicBezTo>
                    <a:cubicBezTo>
                      <a:pt x="1542" y="699"/>
                      <a:pt x="1596" y="592"/>
                      <a:pt x="1654" y="477"/>
                    </a:cubicBezTo>
                    <a:cubicBezTo>
                      <a:pt x="1901" y="0"/>
                      <a:pt x="2364" y="103"/>
                      <a:pt x="2839" y="132"/>
                    </a:cubicBezTo>
                    <a:close/>
                  </a:path>
                </a:pathLst>
              </a:custGeom>
              <a:solidFill>
                <a:srgbClr val="63B0EC"/>
              </a:solidFill>
              <a:ln w="2646" cap="flat">
                <a:noFill/>
              </a:ln>
            </p:spPr>
          </p:sp>
          <p:sp>
            <p:nvSpPr>
              <p:cNvPr id="3034" name="ICON_C_TOPOGRAPHY_path_178"/>
              <p:cNvSpPr/>
              <p:nvPr/>
            </p:nvSpPr>
            <p:spPr>
              <a:xfrm>
                <a:off x="11398250" y="7314337"/>
                <a:ext cx="52917" cy="22558"/>
              </a:xfrm>
              <a:custGeom>
                <a:avLst/>
                <a:gdLst/>
                <a:ahLst/>
                <a:cxnLst/>
                <a:rect l="0" t="0" r="r" b="b"/>
                <a:pathLst>
                  <a:path w="4167" h="1776" fill="norm" stroke="0">
                    <a:moveTo>
                      <a:pt x="4167" y="110"/>
                    </a:moveTo>
                    <a:cubicBezTo>
                      <a:pt x="4124" y="273"/>
                      <a:pt x="4066" y="396"/>
                      <a:pt x="3958" y="526"/>
                    </a:cubicBezTo>
                    <a:cubicBezTo>
                      <a:pt x="3742" y="637"/>
                      <a:pt x="3516" y="690"/>
                      <a:pt x="3281" y="748"/>
                    </a:cubicBezTo>
                    <a:cubicBezTo>
                      <a:pt x="3215" y="765"/>
                      <a:pt x="3149" y="783"/>
                      <a:pt x="3082" y="801"/>
                    </a:cubicBezTo>
                    <a:cubicBezTo>
                      <a:pt x="2668" y="911"/>
                      <a:pt x="2253" y="987"/>
                      <a:pt x="1829" y="1054"/>
                    </a:cubicBezTo>
                    <a:cubicBezTo>
                      <a:pt x="1423" y="1132"/>
                      <a:pt x="1100" y="1341"/>
                      <a:pt x="771" y="1583"/>
                    </a:cubicBezTo>
                    <a:cubicBezTo>
                      <a:pt x="652" y="1665"/>
                      <a:pt x="553" y="1731"/>
                      <a:pt x="417" y="1776"/>
                    </a:cubicBezTo>
                    <a:cubicBezTo>
                      <a:pt x="254" y="1738"/>
                      <a:pt x="133" y="1668"/>
                      <a:pt x="0" y="1568"/>
                    </a:cubicBezTo>
                    <a:cubicBezTo>
                      <a:pt x="1029" y="385"/>
                      <a:pt x="2647" y="0"/>
                      <a:pt x="4167" y="110"/>
                    </a:cubicBezTo>
                    <a:close/>
                  </a:path>
                </a:pathLst>
              </a:custGeom>
              <a:solidFill>
                <a:srgbClr val="627ED8"/>
              </a:solidFill>
              <a:ln w="2646" cap="flat">
                <a:noFill/>
              </a:ln>
            </p:spPr>
          </p:sp>
          <p:sp>
            <p:nvSpPr>
              <p:cNvPr id="3035" name="ICON_C_TOPOGRAPHY_path_179"/>
              <p:cNvSpPr/>
              <p:nvPr/>
            </p:nvSpPr>
            <p:spPr>
              <a:xfrm>
                <a:off x="11432645" y="7643318"/>
                <a:ext cx="31750" cy="17420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1372" fill="norm" stroke="0">
                    <a:moveTo>
                      <a:pt x="1393" y="221"/>
                    </a:moveTo>
                    <a:cubicBezTo>
                      <a:pt x="1461" y="244"/>
                      <a:pt x="1528" y="265"/>
                      <a:pt x="1596" y="287"/>
                    </a:cubicBezTo>
                    <a:cubicBezTo>
                      <a:pt x="1759" y="340"/>
                      <a:pt x="1921" y="397"/>
                      <a:pt x="2083" y="456"/>
                    </a:cubicBezTo>
                    <a:cubicBezTo>
                      <a:pt x="2015" y="593"/>
                      <a:pt x="1946" y="731"/>
                      <a:pt x="1875" y="872"/>
                    </a:cubicBezTo>
                    <a:cubicBezTo>
                      <a:pt x="2081" y="1010"/>
                      <a:pt x="2288" y="1147"/>
                      <a:pt x="2500" y="1289"/>
                    </a:cubicBezTo>
                    <a:cubicBezTo>
                      <a:pt x="2266" y="1303"/>
                      <a:pt x="2034" y="1316"/>
                      <a:pt x="1799" y="1323"/>
                    </a:cubicBezTo>
                    <a:cubicBezTo>
                      <a:pt x="1720" y="1326"/>
                      <a:pt x="1641" y="1331"/>
                      <a:pt x="1561" y="1336"/>
                    </a:cubicBezTo>
                    <a:cubicBezTo>
                      <a:pt x="1027" y="1372"/>
                      <a:pt x="1027" y="1372"/>
                      <a:pt x="833" y="1289"/>
                    </a:cubicBezTo>
                    <a:cubicBezTo>
                      <a:pt x="718" y="1153"/>
                      <a:pt x="696" y="982"/>
                      <a:pt x="662" y="811"/>
                    </a:cubicBezTo>
                    <a:cubicBezTo>
                      <a:pt x="625" y="664"/>
                      <a:pt x="625" y="664"/>
                      <a:pt x="553" y="593"/>
                    </a:cubicBezTo>
                    <a:cubicBezTo>
                      <a:pt x="466" y="556"/>
                      <a:pt x="392" y="536"/>
                      <a:pt x="300" y="521"/>
                    </a:cubicBezTo>
                    <a:cubicBezTo>
                      <a:pt x="246" y="509"/>
                      <a:pt x="193" y="498"/>
                      <a:pt x="139" y="486"/>
                    </a:cubicBezTo>
                    <a:cubicBezTo>
                      <a:pt x="116" y="481"/>
                      <a:pt x="116" y="481"/>
                      <a:pt x="0" y="456"/>
                    </a:cubicBezTo>
                    <a:cubicBezTo>
                      <a:pt x="494" y="17"/>
                      <a:pt x="786" y="0"/>
                      <a:pt x="1393" y="221"/>
                    </a:cubicBezTo>
                    <a:close/>
                  </a:path>
                </a:pathLst>
              </a:custGeom>
              <a:solidFill>
                <a:srgbClr val="3A3479"/>
              </a:solidFill>
              <a:ln w="2646" cap="flat">
                <a:noFill/>
              </a:ln>
            </p:spPr>
          </p:sp>
          <p:sp>
            <p:nvSpPr>
              <p:cNvPr id="3036" name="ICON_C_TOPOGRAPHY_path_180"/>
              <p:cNvSpPr/>
              <p:nvPr/>
            </p:nvSpPr>
            <p:spPr>
              <a:xfrm>
                <a:off x="11540577" y="7508875"/>
                <a:ext cx="17587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385" h="1667" fill="norm" stroke="0">
                    <a:moveTo>
                      <a:pt x="460" y="0"/>
                    </a:moveTo>
                    <a:cubicBezTo>
                      <a:pt x="581" y="105"/>
                      <a:pt x="699" y="212"/>
                      <a:pt x="816" y="322"/>
                    </a:cubicBezTo>
                    <a:cubicBezTo>
                      <a:pt x="856" y="359"/>
                      <a:pt x="896" y="395"/>
                      <a:pt x="937" y="430"/>
                    </a:cubicBezTo>
                    <a:cubicBezTo>
                      <a:pt x="957" y="447"/>
                      <a:pt x="977" y="465"/>
                      <a:pt x="997" y="482"/>
                    </a:cubicBezTo>
                    <a:cubicBezTo>
                      <a:pt x="1014" y="497"/>
                      <a:pt x="1032" y="512"/>
                      <a:pt x="1050" y="528"/>
                    </a:cubicBezTo>
                    <a:cubicBezTo>
                      <a:pt x="1385" y="872"/>
                      <a:pt x="1293" y="896"/>
                      <a:pt x="1293" y="1458"/>
                    </a:cubicBezTo>
                    <a:cubicBezTo>
                      <a:pt x="881" y="1527"/>
                      <a:pt x="468" y="1596"/>
                      <a:pt x="43" y="1667"/>
                    </a:cubicBezTo>
                    <a:cubicBezTo>
                      <a:pt x="35" y="1469"/>
                      <a:pt x="26" y="1271"/>
                      <a:pt x="17" y="1068"/>
                    </a:cubicBezTo>
                    <a:cubicBezTo>
                      <a:pt x="13" y="1006"/>
                      <a:pt x="10" y="945"/>
                      <a:pt x="6" y="881"/>
                    </a:cubicBezTo>
                    <a:cubicBezTo>
                      <a:pt x="0" y="617"/>
                      <a:pt x="6" y="423"/>
                      <a:pt x="194" y="223"/>
                    </a:cubicBezTo>
                    <a:cubicBezTo>
                      <a:pt x="279" y="144"/>
                      <a:pt x="367" y="70"/>
                      <a:pt x="460" y="0"/>
                    </a:cubicBezTo>
                    <a:close/>
                  </a:path>
                </a:pathLst>
              </a:custGeom>
              <a:solidFill>
                <a:srgbClr val="FBB76A"/>
              </a:solidFill>
              <a:ln w="2646" cap="flat">
                <a:noFill/>
              </a:ln>
            </p:spPr>
          </p:sp>
          <p:sp>
            <p:nvSpPr>
              <p:cNvPr id="3037" name="ICON_C_TOPOGRAPHY_path_181"/>
              <p:cNvSpPr/>
              <p:nvPr/>
            </p:nvSpPr>
            <p:spPr>
              <a:xfrm>
                <a:off x="11414125" y="7395104"/>
                <a:ext cx="23812" cy="22013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1733" fill="norm" stroke="0">
                    <a:moveTo>
                      <a:pt x="1667" y="0"/>
                    </a:moveTo>
                    <a:cubicBezTo>
                      <a:pt x="1735" y="0"/>
                      <a:pt x="1804" y="0"/>
                      <a:pt x="1875" y="0"/>
                    </a:cubicBezTo>
                    <a:cubicBezTo>
                      <a:pt x="1875" y="481"/>
                      <a:pt x="1875" y="962"/>
                      <a:pt x="1875" y="1458"/>
                    </a:cubicBezTo>
                    <a:cubicBezTo>
                      <a:pt x="637" y="1733"/>
                      <a:pt x="637" y="1733"/>
                      <a:pt x="314" y="1532"/>
                    </a:cubicBezTo>
                    <a:cubicBezTo>
                      <a:pt x="200" y="1445"/>
                      <a:pt x="99" y="1355"/>
                      <a:pt x="0" y="1250"/>
                    </a:cubicBezTo>
                    <a:cubicBezTo>
                      <a:pt x="36" y="1242"/>
                      <a:pt x="71" y="1234"/>
                      <a:pt x="108" y="1225"/>
                    </a:cubicBezTo>
                    <a:cubicBezTo>
                      <a:pt x="1202" y="958"/>
                      <a:pt x="1202" y="958"/>
                      <a:pt x="1419" y="620"/>
                    </a:cubicBezTo>
                    <a:cubicBezTo>
                      <a:pt x="1509" y="444"/>
                      <a:pt x="1575" y="261"/>
                      <a:pt x="1625" y="70"/>
                    </a:cubicBezTo>
                    <a:cubicBezTo>
                      <a:pt x="1639" y="47"/>
                      <a:pt x="1652" y="24"/>
                      <a:pt x="1667" y="0"/>
                    </a:cubicBezTo>
                    <a:close/>
                  </a:path>
                </a:pathLst>
              </a:custGeom>
              <a:solidFill>
                <a:srgbClr val="92E1D5"/>
              </a:solidFill>
              <a:ln w="2646" cap="flat">
                <a:noFill/>
              </a:ln>
            </p:spPr>
          </p:sp>
          <p:sp>
            <p:nvSpPr>
              <p:cNvPr id="3038" name="ICON_C_TOPOGRAPHY_path_182"/>
              <p:cNvSpPr/>
              <p:nvPr/>
            </p:nvSpPr>
            <p:spPr>
              <a:xfrm>
                <a:off x="11525250" y="7392458"/>
                <a:ext cx="24082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896" h="1667" fill="norm" stroke="0">
                    <a:moveTo>
                      <a:pt x="208" y="0"/>
                    </a:moveTo>
                    <a:cubicBezTo>
                      <a:pt x="812" y="69"/>
                      <a:pt x="1386" y="145"/>
                      <a:pt x="1786" y="646"/>
                    </a:cubicBezTo>
                    <a:cubicBezTo>
                      <a:pt x="1896" y="829"/>
                      <a:pt x="1885" y="970"/>
                      <a:pt x="1842" y="1175"/>
                    </a:cubicBezTo>
                    <a:cubicBezTo>
                      <a:pt x="1794" y="1344"/>
                      <a:pt x="1737" y="1506"/>
                      <a:pt x="1667" y="1667"/>
                    </a:cubicBezTo>
                    <a:cubicBezTo>
                      <a:pt x="1653" y="1649"/>
                      <a:pt x="1640" y="1631"/>
                      <a:pt x="1626" y="1612"/>
                    </a:cubicBezTo>
                    <a:cubicBezTo>
                      <a:pt x="1221" y="1099"/>
                      <a:pt x="847" y="947"/>
                      <a:pt x="206" y="857"/>
                    </a:cubicBezTo>
                    <a:cubicBezTo>
                      <a:pt x="138" y="849"/>
                      <a:pt x="70" y="841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A9F1D6"/>
              </a:solidFill>
              <a:ln w="2646" cap="flat">
                <a:noFill/>
              </a:ln>
            </p:spPr>
          </p:sp>
          <p:sp>
            <p:nvSpPr>
              <p:cNvPr id="3039" name="ICON_C_TOPOGRAPHY_path_183"/>
              <p:cNvSpPr/>
              <p:nvPr/>
            </p:nvSpPr>
            <p:spPr>
              <a:xfrm>
                <a:off x="11422062" y="7573640"/>
                <a:ext cx="63632" cy="15608"/>
              </a:xfrm>
              <a:custGeom>
                <a:avLst/>
                <a:gdLst/>
                <a:ahLst/>
                <a:cxnLst/>
                <a:rect l="0" t="0" r="r" b="b"/>
                <a:pathLst>
                  <a:path w="5010" h="1229" fill="norm" stroke="0">
                    <a:moveTo>
                      <a:pt x="0" y="109"/>
                    </a:moveTo>
                    <a:cubicBezTo>
                      <a:pt x="1403" y="19"/>
                      <a:pt x="2696" y="0"/>
                      <a:pt x="4023" y="512"/>
                    </a:cubicBezTo>
                    <a:cubicBezTo>
                      <a:pt x="4036" y="517"/>
                      <a:pt x="4036" y="517"/>
                      <a:pt x="4099" y="541"/>
                    </a:cubicBezTo>
                    <a:cubicBezTo>
                      <a:pt x="4265" y="605"/>
                      <a:pt x="4430" y="671"/>
                      <a:pt x="4594" y="739"/>
                    </a:cubicBezTo>
                    <a:cubicBezTo>
                      <a:pt x="4635" y="757"/>
                      <a:pt x="4677" y="774"/>
                      <a:pt x="4720" y="791"/>
                    </a:cubicBezTo>
                    <a:cubicBezTo>
                      <a:pt x="4757" y="808"/>
                      <a:pt x="4794" y="825"/>
                      <a:pt x="4833" y="842"/>
                    </a:cubicBezTo>
                    <a:cubicBezTo>
                      <a:pt x="4865" y="856"/>
                      <a:pt x="4898" y="871"/>
                      <a:pt x="4931" y="885"/>
                    </a:cubicBezTo>
                    <a:cubicBezTo>
                      <a:pt x="4942" y="895"/>
                      <a:pt x="4942" y="895"/>
                      <a:pt x="5000" y="942"/>
                    </a:cubicBezTo>
                    <a:cubicBezTo>
                      <a:pt x="5010" y="1053"/>
                      <a:pt x="5010" y="1053"/>
                      <a:pt x="5000" y="1150"/>
                    </a:cubicBezTo>
                    <a:cubicBezTo>
                      <a:pt x="4275" y="1229"/>
                      <a:pt x="3737" y="1181"/>
                      <a:pt x="3086" y="851"/>
                    </a:cubicBezTo>
                    <a:cubicBezTo>
                      <a:pt x="2429" y="519"/>
                      <a:pt x="1778" y="436"/>
                      <a:pt x="1055" y="382"/>
                    </a:cubicBezTo>
                    <a:cubicBezTo>
                      <a:pt x="1029" y="380"/>
                      <a:pt x="1002" y="378"/>
                      <a:pt x="975" y="376"/>
                    </a:cubicBezTo>
                    <a:cubicBezTo>
                      <a:pt x="650" y="352"/>
                      <a:pt x="325" y="333"/>
                      <a:pt x="0" y="317"/>
                    </a:cubicBezTo>
                    <a:cubicBezTo>
                      <a:pt x="0" y="248"/>
                      <a:pt x="0" y="180"/>
                      <a:pt x="0" y="109"/>
                    </a:cubicBezTo>
                    <a:close/>
                  </a:path>
                </a:pathLst>
              </a:custGeom>
              <a:solidFill>
                <a:srgbClr val="AAEECE"/>
              </a:solidFill>
              <a:ln w="2646" cap="flat">
                <a:noFill/>
              </a:ln>
            </p:spPr>
          </p:sp>
          <p:sp>
            <p:nvSpPr>
              <p:cNvPr id="3040" name="ICON_C_TOPOGRAPHY_path_184"/>
              <p:cNvSpPr/>
              <p:nvPr/>
            </p:nvSpPr>
            <p:spPr>
              <a:xfrm>
                <a:off x="11593161" y="7530042"/>
                <a:ext cx="33322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2624" h="3125" fill="norm" stroke="0">
                    <a:moveTo>
                      <a:pt x="2361" y="0"/>
                    </a:moveTo>
                    <a:cubicBezTo>
                      <a:pt x="2515" y="259"/>
                      <a:pt x="2624" y="529"/>
                      <a:pt x="2569" y="833"/>
                    </a:cubicBezTo>
                    <a:cubicBezTo>
                      <a:pt x="2348" y="1224"/>
                      <a:pt x="1955" y="1513"/>
                      <a:pt x="1617" y="1799"/>
                    </a:cubicBezTo>
                    <a:cubicBezTo>
                      <a:pt x="1488" y="1909"/>
                      <a:pt x="1361" y="2020"/>
                      <a:pt x="1234" y="2131"/>
                    </a:cubicBezTo>
                    <a:cubicBezTo>
                      <a:pt x="850" y="2467"/>
                      <a:pt x="461" y="2797"/>
                      <a:pt x="69" y="3125"/>
                    </a:cubicBezTo>
                    <a:cubicBezTo>
                      <a:pt x="26" y="2913"/>
                      <a:pt x="0" y="2709"/>
                      <a:pt x="69" y="2500"/>
                    </a:cubicBezTo>
                    <a:cubicBezTo>
                      <a:pt x="217" y="2290"/>
                      <a:pt x="441" y="2142"/>
                      <a:pt x="645" y="1990"/>
                    </a:cubicBezTo>
                    <a:cubicBezTo>
                      <a:pt x="1396" y="1428"/>
                      <a:pt x="1904" y="813"/>
                      <a:pt x="2361" y="0"/>
                    </a:cubicBezTo>
                    <a:close/>
                  </a:path>
                </a:pathLst>
              </a:custGeom>
              <a:solidFill>
                <a:srgbClr val="97E7D8"/>
              </a:solidFill>
              <a:ln w="2646" cap="flat">
                <a:noFill/>
              </a:ln>
            </p:spPr>
          </p:sp>
          <p:sp>
            <p:nvSpPr>
              <p:cNvPr id="3041" name="ICON_C_TOPOGRAPHY_path_185"/>
              <p:cNvSpPr/>
              <p:nvPr/>
            </p:nvSpPr>
            <p:spPr>
              <a:xfrm>
                <a:off x="11564938" y="7469188"/>
                <a:ext cx="15875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458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1110" y="344"/>
                      <a:pt x="1179" y="688"/>
                      <a:pt x="1250" y="1042"/>
                    </a:cubicBezTo>
                    <a:cubicBezTo>
                      <a:pt x="906" y="1179"/>
                      <a:pt x="562" y="1317"/>
                      <a:pt x="208" y="1458"/>
                    </a:cubicBezTo>
                    <a:cubicBezTo>
                      <a:pt x="140" y="977"/>
                      <a:pt x="71" y="496"/>
                      <a:pt x="0" y="0"/>
                    </a:cubicBezTo>
                    <a:close/>
                  </a:path>
                </a:pathLst>
              </a:custGeom>
              <a:solidFill>
                <a:srgbClr val="FBF78C"/>
              </a:solidFill>
              <a:ln w="2646" cap="flat">
                <a:noFill/>
              </a:ln>
            </p:spPr>
          </p:sp>
          <p:sp>
            <p:nvSpPr>
              <p:cNvPr id="3042" name="ICON_C_TOPOGRAPHY_path_186"/>
              <p:cNvSpPr/>
              <p:nvPr/>
            </p:nvSpPr>
            <p:spPr>
              <a:xfrm>
                <a:off x="11467042" y="7522104"/>
                <a:ext cx="37042" cy="24305"/>
              </a:xfrm>
              <a:custGeom>
                <a:avLst/>
                <a:gdLst/>
                <a:ahLst/>
                <a:cxnLst/>
                <a:rect l="0" t="0" r="r" b="b"/>
                <a:pathLst>
                  <a:path w="2917" h="1914" fill="norm" stroke="0">
                    <a:moveTo>
                      <a:pt x="0" y="0"/>
                    </a:moveTo>
                    <a:cubicBezTo>
                      <a:pt x="209" y="139"/>
                      <a:pt x="416" y="280"/>
                      <a:pt x="623" y="422"/>
                    </a:cubicBezTo>
                    <a:cubicBezTo>
                      <a:pt x="694" y="470"/>
                      <a:pt x="764" y="518"/>
                      <a:pt x="835" y="565"/>
                    </a:cubicBezTo>
                    <a:cubicBezTo>
                      <a:pt x="938" y="633"/>
                      <a:pt x="1039" y="703"/>
                      <a:pt x="1139" y="773"/>
                    </a:cubicBezTo>
                    <a:cubicBezTo>
                      <a:pt x="1155" y="783"/>
                      <a:pt x="1155" y="783"/>
                      <a:pt x="1236" y="836"/>
                    </a:cubicBezTo>
                    <a:cubicBezTo>
                      <a:pt x="1324" y="899"/>
                      <a:pt x="1324" y="899"/>
                      <a:pt x="1458" y="1042"/>
                    </a:cubicBezTo>
                    <a:cubicBezTo>
                      <a:pt x="1458" y="1179"/>
                      <a:pt x="1458" y="1317"/>
                      <a:pt x="1458" y="1458"/>
                    </a:cubicBezTo>
                    <a:cubicBezTo>
                      <a:pt x="1940" y="1458"/>
                      <a:pt x="2421" y="1458"/>
                      <a:pt x="2917" y="1458"/>
                    </a:cubicBezTo>
                    <a:cubicBezTo>
                      <a:pt x="2848" y="1596"/>
                      <a:pt x="2779" y="1733"/>
                      <a:pt x="2708" y="1875"/>
                    </a:cubicBezTo>
                    <a:cubicBezTo>
                      <a:pt x="2577" y="1910"/>
                      <a:pt x="2532" y="1914"/>
                      <a:pt x="2406" y="1892"/>
                    </a:cubicBezTo>
                    <a:cubicBezTo>
                      <a:pt x="2391" y="1890"/>
                      <a:pt x="2391" y="1890"/>
                      <a:pt x="2317" y="1882"/>
                    </a:cubicBezTo>
                    <a:cubicBezTo>
                      <a:pt x="2221" y="1869"/>
                      <a:pt x="2126" y="1853"/>
                      <a:pt x="2031" y="1836"/>
                    </a:cubicBezTo>
                    <a:cubicBezTo>
                      <a:pt x="1999" y="1831"/>
                      <a:pt x="1966" y="1825"/>
                      <a:pt x="1933" y="1820"/>
                    </a:cubicBezTo>
                    <a:cubicBezTo>
                      <a:pt x="1319" y="1716"/>
                      <a:pt x="622" y="1543"/>
                      <a:pt x="208" y="1042"/>
                    </a:cubicBezTo>
                    <a:cubicBezTo>
                      <a:pt x="50" y="714"/>
                      <a:pt x="11" y="360"/>
                      <a:pt x="0" y="0"/>
                    </a:cubicBezTo>
                    <a:close/>
                  </a:path>
                </a:pathLst>
              </a:custGeom>
              <a:solidFill>
                <a:srgbClr val="F8B781"/>
              </a:solidFill>
              <a:ln w="2646" cap="flat">
                <a:noFill/>
              </a:ln>
            </p:spPr>
          </p:sp>
          <p:sp>
            <p:nvSpPr>
              <p:cNvPr id="3043" name="ICON_C_TOPOGRAPHY_path_187"/>
              <p:cNvSpPr/>
              <p:nvPr/>
            </p:nvSpPr>
            <p:spPr>
              <a:xfrm>
                <a:off x="11357991" y="7527396"/>
                <a:ext cx="16446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1295" h="2917" fill="norm" stroke="0">
                    <a:moveTo>
                      <a:pt x="45" y="0"/>
                    </a:moveTo>
                    <a:cubicBezTo>
                      <a:pt x="251" y="0"/>
                      <a:pt x="457" y="0"/>
                      <a:pt x="670" y="0"/>
                    </a:cubicBezTo>
                    <a:cubicBezTo>
                      <a:pt x="876" y="962"/>
                      <a:pt x="1082" y="1925"/>
                      <a:pt x="1295" y="2917"/>
                    </a:cubicBezTo>
                    <a:cubicBezTo>
                      <a:pt x="1157" y="2917"/>
                      <a:pt x="1020" y="2917"/>
                      <a:pt x="878" y="2917"/>
                    </a:cubicBezTo>
                    <a:cubicBezTo>
                      <a:pt x="878" y="2573"/>
                      <a:pt x="878" y="2229"/>
                      <a:pt x="878" y="1875"/>
                    </a:cubicBezTo>
                    <a:cubicBezTo>
                      <a:pt x="741" y="1875"/>
                      <a:pt x="603" y="1875"/>
                      <a:pt x="462" y="1875"/>
                    </a:cubicBezTo>
                    <a:cubicBezTo>
                      <a:pt x="376" y="1793"/>
                      <a:pt x="376" y="1793"/>
                      <a:pt x="330" y="1676"/>
                    </a:cubicBezTo>
                    <a:cubicBezTo>
                      <a:pt x="312" y="1634"/>
                      <a:pt x="295" y="1591"/>
                      <a:pt x="277" y="1547"/>
                    </a:cubicBezTo>
                    <a:cubicBezTo>
                      <a:pt x="269" y="1524"/>
                      <a:pt x="269" y="1524"/>
                      <a:pt x="227" y="1406"/>
                    </a:cubicBezTo>
                    <a:cubicBezTo>
                      <a:pt x="210" y="1359"/>
                      <a:pt x="192" y="1313"/>
                      <a:pt x="174" y="1265"/>
                    </a:cubicBezTo>
                    <a:cubicBezTo>
                      <a:pt x="24" y="837"/>
                      <a:pt x="0" y="447"/>
                      <a:pt x="45" y="0"/>
                    </a:cubicBezTo>
                    <a:close/>
                  </a:path>
                </a:pathLst>
              </a:custGeom>
              <a:solidFill>
                <a:srgbClr val="6BDFEC"/>
              </a:solidFill>
              <a:ln w="2646" cap="flat">
                <a:noFill/>
              </a:ln>
            </p:spPr>
          </p:sp>
          <p:sp>
            <p:nvSpPr>
              <p:cNvPr id="3044" name="ICON_C_TOPOGRAPHY_path_188"/>
              <p:cNvSpPr/>
              <p:nvPr/>
            </p:nvSpPr>
            <p:spPr>
              <a:xfrm>
                <a:off x="11619537" y="7445375"/>
                <a:ext cx="23236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1830" h="3125" fill="norm" stroke="0">
                    <a:moveTo>
                      <a:pt x="76" y="0"/>
                    </a:moveTo>
                    <a:cubicBezTo>
                      <a:pt x="237" y="54"/>
                      <a:pt x="398" y="111"/>
                      <a:pt x="558" y="169"/>
                    </a:cubicBezTo>
                    <a:cubicBezTo>
                      <a:pt x="602" y="184"/>
                      <a:pt x="646" y="199"/>
                      <a:pt x="692" y="214"/>
                    </a:cubicBezTo>
                    <a:cubicBezTo>
                      <a:pt x="1114" y="371"/>
                      <a:pt x="1518" y="641"/>
                      <a:pt x="1742" y="1042"/>
                    </a:cubicBezTo>
                    <a:cubicBezTo>
                      <a:pt x="1830" y="1315"/>
                      <a:pt x="1824" y="1595"/>
                      <a:pt x="1812" y="1879"/>
                    </a:cubicBezTo>
                    <a:cubicBezTo>
                      <a:pt x="1808" y="2007"/>
                      <a:pt x="1808" y="2134"/>
                      <a:pt x="1810" y="2262"/>
                    </a:cubicBezTo>
                    <a:cubicBezTo>
                      <a:pt x="1805" y="2850"/>
                      <a:pt x="1805" y="2850"/>
                      <a:pt x="1645" y="3020"/>
                    </a:cubicBezTo>
                    <a:cubicBezTo>
                      <a:pt x="1537" y="3074"/>
                      <a:pt x="1445" y="3107"/>
                      <a:pt x="1326" y="3125"/>
                    </a:cubicBezTo>
                    <a:cubicBezTo>
                      <a:pt x="1329" y="3103"/>
                      <a:pt x="1331" y="3081"/>
                      <a:pt x="1334" y="3058"/>
                    </a:cubicBezTo>
                    <a:cubicBezTo>
                      <a:pt x="1519" y="1518"/>
                      <a:pt x="1519" y="1518"/>
                      <a:pt x="1270" y="1173"/>
                    </a:cubicBezTo>
                    <a:cubicBezTo>
                      <a:pt x="1060" y="976"/>
                      <a:pt x="793" y="884"/>
                      <a:pt x="520" y="807"/>
                    </a:cubicBezTo>
                    <a:cubicBezTo>
                      <a:pt x="463" y="791"/>
                      <a:pt x="406" y="774"/>
                      <a:pt x="349" y="757"/>
                    </a:cubicBezTo>
                    <a:cubicBezTo>
                      <a:pt x="322" y="749"/>
                      <a:pt x="295" y="741"/>
                      <a:pt x="268" y="733"/>
                    </a:cubicBezTo>
                    <a:cubicBezTo>
                      <a:pt x="193" y="705"/>
                      <a:pt x="193" y="705"/>
                      <a:pt x="76" y="625"/>
                    </a:cubicBezTo>
                    <a:cubicBezTo>
                      <a:pt x="0" y="425"/>
                      <a:pt x="41" y="205"/>
                      <a:pt x="76" y="0"/>
                    </a:cubicBezTo>
                    <a:close/>
                  </a:path>
                </a:pathLst>
              </a:custGeom>
              <a:solidFill>
                <a:srgbClr val="CDFBB5"/>
              </a:solidFill>
              <a:ln w="2646" cap="flat">
                <a:noFill/>
              </a:ln>
            </p:spPr>
          </p:sp>
          <p:sp>
            <p:nvSpPr>
              <p:cNvPr id="3045" name="ICON_C_TOPOGRAPHY_path_189"/>
              <p:cNvSpPr/>
              <p:nvPr/>
            </p:nvSpPr>
            <p:spPr>
              <a:xfrm>
                <a:off x="11334001" y="7437100"/>
                <a:ext cx="11332" cy="50610"/>
              </a:xfrm>
              <a:custGeom>
                <a:avLst/>
                <a:gdLst/>
                <a:ahLst/>
                <a:cxnLst/>
                <a:rect l="0" t="0" r="r" b="b"/>
                <a:pathLst>
                  <a:path w="892" h="3985" fill="norm" stroke="0">
                    <a:moveTo>
                      <a:pt x="699" y="0"/>
                    </a:moveTo>
                    <a:cubicBezTo>
                      <a:pt x="763" y="7"/>
                      <a:pt x="828" y="15"/>
                      <a:pt x="892" y="27"/>
                    </a:cubicBezTo>
                    <a:cubicBezTo>
                      <a:pt x="868" y="231"/>
                      <a:pt x="842" y="434"/>
                      <a:pt x="815" y="638"/>
                    </a:cubicBezTo>
                    <a:cubicBezTo>
                      <a:pt x="806" y="707"/>
                      <a:pt x="797" y="777"/>
                      <a:pt x="789" y="846"/>
                    </a:cubicBezTo>
                    <a:cubicBezTo>
                      <a:pt x="777" y="946"/>
                      <a:pt x="763" y="1046"/>
                      <a:pt x="750" y="1146"/>
                    </a:cubicBezTo>
                    <a:cubicBezTo>
                      <a:pt x="746" y="1176"/>
                      <a:pt x="743" y="1207"/>
                      <a:pt x="739" y="1239"/>
                    </a:cubicBezTo>
                    <a:cubicBezTo>
                      <a:pt x="716" y="1401"/>
                      <a:pt x="706" y="1465"/>
                      <a:pt x="580" y="1578"/>
                    </a:cubicBezTo>
                    <a:cubicBezTo>
                      <a:pt x="413" y="1763"/>
                      <a:pt x="427" y="1973"/>
                      <a:pt x="410" y="2215"/>
                    </a:cubicBezTo>
                    <a:cubicBezTo>
                      <a:pt x="405" y="2265"/>
                      <a:pt x="401" y="2316"/>
                      <a:pt x="397" y="2368"/>
                    </a:cubicBezTo>
                    <a:cubicBezTo>
                      <a:pt x="385" y="2502"/>
                      <a:pt x="375" y="2636"/>
                      <a:pt x="365" y="2770"/>
                    </a:cubicBezTo>
                    <a:cubicBezTo>
                      <a:pt x="354" y="2907"/>
                      <a:pt x="343" y="3044"/>
                      <a:pt x="331" y="3180"/>
                    </a:cubicBezTo>
                    <a:cubicBezTo>
                      <a:pt x="309" y="3449"/>
                      <a:pt x="288" y="3717"/>
                      <a:pt x="267" y="3985"/>
                    </a:cubicBezTo>
                    <a:cubicBezTo>
                      <a:pt x="199" y="3985"/>
                      <a:pt x="130" y="3985"/>
                      <a:pt x="59" y="3985"/>
                    </a:cubicBezTo>
                    <a:cubicBezTo>
                      <a:pt x="49" y="3623"/>
                      <a:pt x="42" y="3260"/>
                      <a:pt x="38" y="2898"/>
                    </a:cubicBezTo>
                    <a:cubicBezTo>
                      <a:pt x="35" y="2730"/>
                      <a:pt x="32" y="2561"/>
                      <a:pt x="28" y="2393"/>
                    </a:cubicBezTo>
                    <a:cubicBezTo>
                      <a:pt x="9" y="1721"/>
                      <a:pt x="0" y="1087"/>
                      <a:pt x="243" y="452"/>
                    </a:cubicBezTo>
                    <a:cubicBezTo>
                      <a:pt x="259" y="408"/>
                      <a:pt x="275" y="365"/>
                      <a:pt x="292" y="319"/>
                    </a:cubicBezTo>
                    <a:cubicBezTo>
                      <a:pt x="390" y="100"/>
                      <a:pt x="447" y="2"/>
                      <a:pt x="699" y="0"/>
                    </a:cubicBezTo>
                    <a:close/>
                  </a:path>
                </a:pathLst>
              </a:custGeom>
              <a:solidFill>
                <a:srgbClr val="74E7F5"/>
              </a:solidFill>
              <a:ln w="2646" cap="flat">
                <a:noFill/>
              </a:ln>
            </p:spPr>
          </p:sp>
          <p:sp>
            <p:nvSpPr>
              <p:cNvPr id="3046" name="ICON_C_TOPOGRAPHY_path_190"/>
              <p:cNvSpPr/>
              <p:nvPr/>
            </p:nvSpPr>
            <p:spPr>
              <a:xfrm>
                <a:off x="11509375" y="7416271"/>
                <a:ext cx="29104" cy="16740"/>
              </a:xfrm>
              <a:custGeom>
                <a:avLst/>
                <a:gdLst/>
                <a:ahLst/>
                <a:cxnLst/>
                <a:rect l="0" t="0" r="r" b="b"/>
                <a:pathLst>
                  <a:path w="2292" h="1318" fill="norm" stroke="0">
                    <a:moveTo>
                      <a:pt x="1250" y="0"/>
                    </a:moveTo>
                    <a:cubicBezTo>
                      <a:pt x="1594" y="0"/>
                      <a:pt x="1938" y="0"/>
                      <a:pt x="2292" y="0"/>
                    </a:cubicBezTo>
                    <a:cubicBezTo>
                      <a:pt x="2078" y="534"/>
                      <a:pt x="1924" y="894"/>
                      <a:pt x="1392" y="1143"/>
                    </a:cubicBezTo>
                    <a:cubicBezTo>
                      <a:pt x="947" y="1318"/>
                      <a:pt x="469" y="1288"/>
                      <a:pt x="0" y="1250"/>
                    </a:cubicBezTo>
                    <a:cubicBezTo>
                      <a:pt x="95" y="1179"/>
                      <a:pt x="190" y="1110"/>
                      <a:pt x="286" y="1042"/>
                    </a:cubicBezTo>
                    <a:cubicBezTo>
                      <a:pt x="313" y="1022"/>
                      <a:pt x="339" y="1002"/>
                      <a:pt x="366" y="981"/>
                    </a:cubicBezTo>
                    <a:cubicBezTo>
                      <a:pt x="621" y="803"/>
                      <a:pt x="691" y="833"/>
                      <a:pt x="1042" y="833"/>
                    </a:cubicBezTo>
                    <a:cubicBezTo>
                      <a:pt x="1110" y="558"/>
                      <a:pt x="1179" y="283"/>
                      <a:pt x="1250" y="0"/>
                    </a:cubicBezTo>
                    <a:close/>
                  </a:path>
                </a:pathLst>
              </a:custGeom>
              <a:solidFill>
                <a:srgbClr val="D9F6A1"/>
              </a:solidFill>
              <a:ln w="2646" cap="flat">
                <a:noFill/>
              </a:ln>
            </p:spPr>
          </p:sp>
          <p:sp>
            <p:nvSpPr>
              <p:cNvPr id="3047" name="ICON_C_TOPOGRAPHY_path_191"/>
              <p:cNvSpPr/>
              <p:nvPr/>
            </p:nvSpPr>
            <p:spPr>
              <a:xfrm>
                <a:off x="11342688" y="7366000"/>
                <a:ext cx="15875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3125" fill="norm" stroke="0">
                    <a:moveTo>
                      <a:pt x="1042" y="0"/>
                    </a:moveTo>
                    <a:cubicBezTo>
                      <a:pt x="1066" y="466"/>
                      <a:pt x="1005" y="817"/>
                      <a:pt x="833" y="1250"/>
                    </a:cubicBezTo>
                    <a:cubicBezTo>
                      <a:pt x="971" y="1250"/>
                      <a:pt x="1108" y="1250"/>
                      <a:pt x="1250" y="1250"/>
                    </a:cubicBezTo>
                    <a:cubicBezTo>
                      <a:pt x="1205" y="1451"/>
                      <a:pt x="1157" y="1651"/>
                      <a:pt x="1106" y="1850"/>
                    </a:cubicBezTo>
                    <a:cubicBezTo>
                      <a:pt x="1090" y="1918"/>
                      <a:pt x="1074" y="1986"/>
                      <a:pt x="1059" y="2054"/>
                    </a:cubicBezTo>
                    <a:cubicBezTo>
                      <a:pt x="1036" y="2153"/>
                      <a:pt x="1011" y="2251"/>
                      <a:pt x="985" y="2349"/>
                    </a:cubicBezTo>
                    <a:cubicBezTo>
                      <a:pt x="980" y="2378"/>
                      <a:pt x="974" y="2408"/>
                      <a:pt x="968" y="2439"/>
                    </a:cubicBezTo>
                    <a:cubicBezTo>
                      <a:pt x="857" y="2828"/>
                      <a:pt x="575" y="2880"/>
                      <a:pt x="208" y="3125"/>
                    </a:cubicBezTo>
                    <a:cubicBezTo>
                      <a:pt x="346" y="2644"/>
                      <a:pt x="483" y="2163"/>
                      <a:pt x="625" y="1667"/>
                    </a:cubicBezTo>
                    <a:cubicBezTo>
                      <a:pt x="419" y="1735"/>
                      <a:pt x="212" y="1804"/>
                      <a:pt x="0" y="1875"/>
                    </a:cubicBezTo>
                    <a:cubicBezTo>
                      <a:pt x="309" y="1225"/>
                      <a:pt x="665" y="612"/>
                      <a:pt x="1042" y="0"/>
                    </a:cubicBezTo>
                    <a:close/>
                  </a:path>
                </a:pathLst>
              </a:custGeom>
              <a:solidFill>
                <a:srgbClr val="35328A"/>
              </a:solidFill>
              <a:ln w="2646" cap="flat">
                <a:noFill/>
              </a:ln>
            </p:spPr>
          </p:sp>
          <p:sp>
            <p:nvSpPr>
              <p:cNvPr id="3048" name="ICON_C_TOPOGRAPHY_path_192"/>
              <p:cNvSpPr/>
              <p:nvPr/>
            </p:nvSpPr>
            <p:spPr>
              <a:xfrm>
                <a:off x="11509375" y="7331604"/>
                <a:ext cx="37042" cy="16518"/>
              </a:xfrm>
              <a:custGeom>
                <a:avLst/>
                <a:gdLst/>
                <a:ahLst/>
                <a:cxnLst/>
                <a:rect l="0" t="0" r="r" b="b"/>
                <a:pathLst>
                  <a:path w="2917" h="1301" fill="norm" stroke="0">
                    <a:moveTo>
                      <a:pt x="208" y="0"/>
                    </a:moveTo>
                    <a:cubicBezTo>
                      <a:pt x="1810" y="44"/>
                      <a:pt x="1810" y="44"/>
                      <a:pt x="2365" y="596"/>
                    </a:cubicBezTo>
                    <a:cubicBezTo>
                      <a:pt x="2561" y="804"/>
                      <a:pt x="2745" y="1021"/>
                      <a:pt x="2917" y="1250"/>
                    </a:cubicBezTo>
                    <a:cubicBezTo>
                      <a:pt x="2495" y="1301"/>
                      <a:pt x="2495" y="1301"/>
                      <a:pt x="2292" y="1250"/>
                    </a:cubicBezTo>
                    <a:cubicBezTo>
                      <a:pt x="2191" y="1162"/>
                      <a:pt x="2191" y="1162"/>
                      <a:pt x="2105" y="1050"/>
                    </a:cubicBezTo>
                    <a:cubicBezTo>
                      <a:pt x="1852" y="754"/>
                      <a:pt x="1543" y="756"/>
                      <a:pt x="1172" y="723"/>
                    </a:cubicBezTo>
                    <a:cubicBezTo>
                      <a:pt x="1085" y="716"/>
                      <a:pt x="998" y="710"/>
                      <a:pt x="911" y="703"/>
                    </a:cubicBezTo>
                    <a:cubicBezTo>
                      <a:pt x="823" y="695"/>
                      <a:pt x="735" y="687"/>
                      <a:pt x="646" y="679"/>
                    </a:cubicBezTo>
                    <a:cubicBezTo>
                      <a:pt x="431" y="659"/>
                      <a:pt x="216" y="641"/>
                      <a:pt x="0" y="625"/>
                    </a:cubicBezTo>
                    <a:cubicBezTo>
                      <a:pt x="69" y="419"/>
                      <a:pt x="138" y="212"/>
                      <a:pt x="208" y="0"/>
                    </a:cubicBezTo>
                    <a:close/>
                  </a:path>
                </a:pathLst>
              </a:custGeom>
              <a:solidFill>
                <a:srgbClr val="5B8DE2"/>
              </a:solidFill>
              <a:ln w="2646" cap="flat">
                <a:noFill/>
              </a:ln>
            </p:spPr>
          </p:sp>
          <p:sp>
            <p:nvSpPr>
              <p:cNvPr id="3049" name="ICON_C_TOPOGRAPHY_path_193"/>
              <p:cNvSpPr/>
              <p:nvPr/>
            </p:nvSpPr>
            <p:spPr>
              <a:xfrm>
                <a:off x="11533188" y="7650737"/>
                <a:ext cx="42333" cy="14534"/>
              </a:xfrm>
              <a:custGeom>
                <a:avLst/>
                <a:gdLst/>
                <a:ahLst/>
                <a:cxnLst/>
                <a:rect l="0" t="0" r="r" b="b"/>
                <a:pathLst>
                  <a:path w="3333" h="1144" fill="norm" stroke="0">
                    <a:moveTo>
                      <a:pt x="3333" y="288"/>
                    </a:moveTo>
                    <a:cubicBezTo>
                      <a:pt x="2887" y="643"/>
                      <a:pt x="2463" y="801"/>
                      <a:pt x="1906" y="914"/>
                    </a:cubicBezTo>
                    <a:cubicBezTo>
                      <a:pt x="1784" y="939"/>
                      <a:pt x="1664" y="966"/>
                      <a:pt x="1543" y="994"/>
                    </a:cubicBezTo>
                    <a:cubicBezTo>
                      <a:pt x="1023" y="1107"/>
                      <a:pt x="531" y="1144"/>
                      <a:pt x="0" y="1121"/>
                    </a:cubicBezTo>
                    <a:cubicBezTo>
                      <a:pt x="0" y="984"/>
                      <a:pt x="0" y="846"/>
                      <a:pt x="0" y="705"/>
                    </a:cubicBezTo>
                    <a:cubicBezTo>
                      <a:pt x="311" y="617"/>
                      <a:pt x="623" y="532"/>
                      <a:pt x="935" y="450"/>
                    </a:cubicBezTo>
                    <a:cubicBezTo>
                      <a:pt x="1080" y="411"/>
                      <a:pt x="1225" y="372"/>
                      <a:pt x="1369" y="331"/>
                    </a:cubicBezTo>
                    <a:cubicBezTo>
                      <a:pt x="2068" y="134"/>
                      <a:pt x="2632" y="0"/>
                      <a:pt x="3333" y="288"/>
                    </a:cubicBezTo>
                    <a:close/>
                  </a:path>
                </a:pathLst>
              </a:custGeom>
              <a:solidFill>
                <a:srgbClr val="9B94B1"/>
              </a:solidFill>
              <a:ln w="2646" cap="flat">
                <a:noFill/>
              </a:ln>
            </p:spPr>
          </p:sp>
          <p:sp>
            <p:nvSpPr>
              <p:cNvPr id="3050" name="ICON_C_TOPOGRAPHY_path_194"/>
              <p:cNvSpPr/>
              <p:nvPr/>
            </p:nvSpPr>
            <p:spPr>
              <a:xfrm>
                <a:off x="11406188" y="7624770"/>
                <a:ext cx="44979" cy="21841"/>
              </a:xfrm>
              <a:custGeom>
                <a:avLst/>
                <a:gdLst/>
                <a:ahLst/>
                <a:cxnLst/>
                <a:rect l="0" t="0" r="r" b="b"/>
                <a:pathLst>
                  <a:path w="3542" h="1720" fill="norm" stroke="0">
                    <a:moveTo>
                      <a:pt x="0" y="41"/>
                    </a:moveTo>
                    <a:cubicBezTo>
                      <a:pt x="100" y="35"/>
                      <a:pt x="200" y="28"/>
                      <a:pt x="300" y="22"/>
                    </a:cubicBezTo>
                    <a:cubicBezTo>
                      <a:pt x="376" y="17"/>
                      <a:pt x="453" y="10"/>
                      <a:pt x="530" y="4"/>
                    </a:cubicBezTo>
                    <a:cubicBezTo>
                      <a:pt x="643" y="0"/>
                      <a:pt x="727" y="2"/>
                      <a:pt x="833" y="41"/>
                    </a:cubicBezTo>
                    <a:cubicBezTo>
                      <a:pt x="881" y="131"/>
                      <a:pt x="881" y="131"/>
                      <a:pt x="918" y="243"/>
                    </a:cubicBezTo>
                    <a:cubicBezTo>
                      <a:pt x="996" y="437"/>
                      <a:pt x="996" y="437"/>
                      <a:pt x="1111" y="489"/>
                    </a:cubicBezTo>
                    <a:cubicBezTo>
                      <a:pt x="1331" y="549"/>
                      <a:pt x="1558" y="567"/>
                      <a:pt x="1784" y="588"/>
                    </a:cubicBezTo>
                    <a:cubicBezTo>
                      <a:pt x="1853" y="596"/>
                      <a:pt x="1923" y="604"/>
                      <a:pt x="1992" y="612"/>
                    </a:cubicBezTo>
                    <a:cubicBezTo>
                      <a:pt x="2161" y="632"/>
                      <a:pt x="2330" y="650"/>
                      <a:pt x="2500" y="666"/>
                    </a:cubicBezTo>
                    <a:cubicBezTo>
                      <a:pt x="2494" y="693"/>
                      <a:pt x="2488" y="721"/>
                      <a:pt x="2482" y="749"/>
                    </a:cubicBezTo>
                    <a:cubicBezTo>
                      <a:pt x="2465" y="875"/>
                      <a:pt x="2463" y="961"/>
                      <a:pt x="2500" y="1083"/>
                    </a:cubicBezTo>
                    <a:cubicBezTo>
                      <a:pt x="2657" y="1201"/>
                      <a:pt x="2836" y="1256"/>
                      <a:pt x="3021" y="1317"/>
                    </a:cubicBezTo>
                    <a:cubicBezTo>
                      <a:pt x="3071" y="1335"/>
                      <a:pt x="3121" y="1353"/>
                      <a:pt x="3171" y="1372"/>
                    </a:cubicBezTo>
                    <a:cubicBezTo>
                      <a:pt x="3294" y="1416"/>
                      <a:pt x="3418" y="1458"/>
                      <a:pt x="3542" y="1499"/>
                    </a:cubicBezTo>
                    <a:cubicBezTo>
                      <a:pt x="3368" y="1626"/>
                      <a:pt x="3215" y="1720"/>
                      <a:pt x="2995" y="1690"/>
                    </a:cubicBezTo>
                    <a:cubicBezTo>
                      <a:pt x="2846" y="1642"/>
                      <a:pt x="2703" y="1585"/>
                      <a:pt x="2559" y="1522"/>
                    </a:cubicBezTo>
                    <a:cubicBezTo>
                      <a:pt x="2505" y="1500"/>
                      <a:pt x="2451" y="1478"/>
                      <a:pt x="2398" y="1456"/>
                    </a:cubicBezTo>
                    <a:cubicBezTo>
                      <a:pt x="2285" y="1409"/>
                      <a:pt x="2172" y="1361"/>
                      <a:pt x="2060" y="1313"/>
                    </a:cubicBezTo>
                    <a:cubicBezTo>
                      <a:pt x="1918" y="1251"/>
                      <a:pt x="1776" y="1193"/>
                      <a:pt x="1633" y="1136"/>
                    </a:cubicBezTo>
                    <a:cubicBezTo>
                      <a:pt x="982" y="872"/>
                      <a:pt x="447" y="605"/>
                      <a:pt x="0" y="41"/>
                    </a:cubicBezTo>
                    <a:close/>
                  </a:path>
                </a:pathLst>
              </a:custGeom>
              <a:solidFill>
                <a:srgbClr val="435DB2"/>
              </a:solidFill>
              <a:ln w="2646" cap="flat">
                <a:noFill/>
              </a:ln>
            </p:spPr>
          </p:sp>
          <p:sp>
            <p:nvSpPr>
              <p:cNvPr id="3051" name="ICON_C_TOPOGRAPHY_path_195"/>
              <p:cNvSpPr/>
              <p:nvPr/>
            </p:nvSpPr>
            <p:spPr>
              <a:xfrm>
                <a:off x="11387450" y="7569729"/>
                <a:ext cx="29321" cy="24612"/>
              </a:xfrm>
              <a:custGeom>
                <a:avLst/>
                <a:gdLst/>
                <a:ahLst/>
                <a:cxnLst/>
                <a:rect l="0" t="0" r="r" b="b"/>
                <a:pathLst>
                  <a:path w="2309" h="1938" fill="norm" stroke="0">
                    <a:moveTo>
                      <a:pt x="17" y="0"/>
                    </a:moveTo>
                    <a:cubicBezTo>
                      <a:pt x="57" y="29"/>
                      <a:pt x="97" y="59"/>
                      <a:pt x="138" y="89"/>
                    </a:cubicBezTo>
                    <a:cubicBezTo>
                      <a:pt x="1595" y="1161"/>
                      <a:pt x="1595" y="1161"/>
                      <a:pt x="2309" y="1458"/>
                    </a:cubicBezTo>
                    <a:cubicBezTo>
                      <a:pt x="2204" y="1648"/>
                      <a:pt x="2093" y="1790"/>
                      <a:pt x="1892" y="1875"/>
                    </a:cubicBezTo>
                    <a:cubicBezTo>
                      <a:pt x="1541" y="1938"/>
                      <a:pt x="1146" y="1872"/>
                      <a:pt x="850" y="1667"/>
                    </a:cubicBezTo>
                    <a:cubicBezTo>
                      <a:pt x="656" y="1490"/>
                      <a:pt x="511" y="1274"/>
                      <a:pt x="369" y="1055"/>
                    </a:cubicBezTo>
                    <a:cubicBezTo>
                      <a:pt x="351" y="1027"/>
                      <a:pt x="332" y="999"/>
                      <a:pt x="314" y="971"/>
                    </a:cubicBezTo>
                    <a:cubicBezTo>
                      <a:pt x="262" y="889"/>
                      <a:pt x="212" y="807"/>
                      <a:pt x="163" y="724"/>
                    </a:cubicBezTo>
                    <a:cubicBezTo>
                      <a:pt x="155" y="711"/>
                      <a:pt x="155" y="711"/>
                      <a:pt x="117" y="649"/>
                    </a:cubicBezTo>
                    <a:cubicBezTo>
                      <a:pt x="0" y="435"/>
                      <a:pt x="2" y="240"/>
                      <a:pt x="17" y="0"/>
                    </a:cubicBezTo>
                    <a:close/>
                  </a:path>
                </a:pathLst>
              </a:custGeom>
              <a:solidFill>
                <a:srgbClr val="82DCEE"/>
              </a:solidFill>
              <a:ln w="2646" cap="flat">
                <a:noFill/>
              </a:ln>
            </p:spPr>
          </p:sp>
          <p:sp>
            <p:nvSpPr>
              <p:cNvPr id="3052" name="ICON_C_TOPOGRAPHY_path_196"/>
              <p:cNvSpPr/>
              <p:nvPr/>
            </p:nvSpPr>
            <p:spPr>
              <a:xfrm>
                <a:off x="11639021" y="7358062"/>
                <a:ext cx="19338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1523" h="3125" fill="norm" stroke="0">
                    <a:moveTo>
                      <a:pt x="0" y="0"/>
                    </a:moveTo>
                    <a:cubicBezTo>
                      <a:pt x="262" y="29"/>
                      <a:pt x="520" y="79"/>
                      <a:pt x="693" y="292"/>
                    </a:cubicBezTo>
                    <a:cubicBezTo>
                      <a:pt x="830" y="513"/>
                      <a:pt x="931" y="750"/>
                      <a:pt x="1028" y="991"/>
                    </a:cubicBezTo>
                    <a:cubicBezTo>
                      <a:pt x="1080" y="1119"/>
                      <a:pt x="1136" y="1245"/>
                      <a:pt x="1193" y="1372"/>
                    </a:cubicBezTo>
                    <a:cubicBezTo>
                      <a:pt x="1389" y="1826"/>
                      <a:pt x="1523" y="2210"/>
                      <a:pt x="1458" y="2708"/>
                    </a:cubicBezTo>
                    <a:cubicBezTo>
                      <a:pt x="1390" y="2640"/>
                      <a:pt x="1321" y="2571"/>
                      <a:pt x="1250" y="2500"/>
                    </a:cubicBezTo>
                    <a:cubicBezTo>
                      <a:pt x="1181" y="2603"/>
                      <a:pt x="1181" y="2603"/>
                      <a:pt x="833" y="3125"/>
                    </a:cubicBezTo>
                    <a:cubicBezTo>
                      <a:pt x="696" y="2781"/>
                      <a:pt x="558" y="2438"/>
                      <a:pt x="417" y="2083"/>
                    </a:cubicBezTo>
                    <a:cubicBezTo>
                      <a:pt x="554" y="2083"/>
                      <a:pt x="692" y="2083"/>
                      <a:pt x="833" y="2083"/>
                    </a:cubicBezTo>
                    <a:cubicBezTo>
                      <a:pt x="749" y="1854"/>
                      <a:pt x="663" y="1624"/>
                      <a:pt x="578" y="1394"/>
                    </a:cubicBezTo>
                    <a:cubicBezTo>
                      <a:pt x="549" y="1316"/>
                      <a:pt x="520" y="1238"/>
                      <a:pt x="491" y="1160"/>
                    </a:cubicBezTo>
                    <a:cubicBezTo>
                      <a:pt x="184" y="328"/>
                      <a:pt x="184" y="328"/>
                      <a:pt x="0" y="0"/>
                    </a:cubicBezTo>
                    <a:close/>
                  </a:path>
                </a:pathLst>
              </a:custGeom>
              <a:solidFill>
                <a:srgbClr val="52578F"/>
              </a:solidFill>
              <a:ln w="2646" cap="flat">
                <a:noFill/>
              </a:ln>
            </p:spPr>
          </p:sp>
          <p:sp>
            <p:nvSpPr>
              <p:cNvPr id="3053" name="ICON_C_TOPOGRAPHY_path_197"/>
              <p:cNvSpPr/>
              <p:nvPr/>
            </p:nvSpPr>
            <p:spPr>
              <a:xfrm>
                <a:off x="11600024" y="7336015"/>
                <a:ext cx="25768" cy="24694"/>
              </a:xfrm>
              <a:custGeom>
                <a:avLst/>
                <a:gdLst/>
                <a:ahLst/>
                <a:cxnLst/>
                <a:rect l="0" t="0" r="r" b="b"/>
                <a:pathLst>
                  <a:path w="2029" h="1944" fill="norm" stroke="0">
                    <a:moveTo>
                      <a:pt x="154" y="69"/>
                    </a:moveTo>
                    <a:cubicBezTo>
                      <a:pt x="367" y="23"/>
                      <a:pt x="568" y="0"/>
                      <a:pt x="779" y="69"/>
                    </a:cubicBezTo>
                    <a:cubicBezTo>
                      <a:pt x="1016" y="225"/>
                      <a:pt x="1194" y="452"/>
                      <a:pt x="1372" y="670"/>
                    </a:cubicBezTo>
                    <a:cubicBezTo>
                      <a:pt x="1456" y="773"/>
                      <a:pt x="1545" y="873"/>
                      <a:pt x="1634" y="973"/>
                    </a:cubicBezTo>
                    <a:cubicBezTo>
                      <a:pt x="1689" y="1038"/>
                      <a:pt x="1743" y="1103"/>
                      <a:pt x="1798" y="1168"/>
                    </a:cubicBezTo>
                    <a:cubicBezTo>
                      <a:pt x="1811" y="1183"/>
                      <a:pt x="1811" y="1183"/>
                      <a:pt x="1878" y="1258"/>
                    </a:cubicBezTo>
                    <a:cubicBezTo>
                      <a:pt x="1950" y="1350"/>
                      <a:pt x="1998" y="1415"/>
                      <a:pt x="2029" y="1528"/>
                    </a:cubicBezTo>
                    <a:cubicBezTo>
                      <a:pt x="1985" y="1684"/>
                      <a:pt x="1912" y="1811"/>
                      <a:pt x="1821" y="1944"/>
                    </a:cubicBezTo>
                    <a:cubicBezTo>
                      <a:pt x="1798" y="1916"/>
                      <a:pt x="1776" y="1888"/>
                      <a:pt x="1752" y="1859"/>
                    </a:cubicBezTo>
                    <a:cubicBezTo>
                      <a:pt x="1550" y="1630"/>
                      <a:pt x="1392" y="1499"/>
                      <a:pt x="1090" y="1433"/>
                    </a:cubicBezTo>
                    <a:cubicBezTo>
                      <a:pt x="1062" y="1426"/>
                      <a:pt x="1035" y="1420"/>
                      <a:pt x="1007" y="1414"/>
                    </a:cubicBezTo>
                    <a:cubicBezTo>
                      <a:pt x="951" y="1402"/>
                      <a:pt x="894" y="1390"/>
                      <a:pt x="838" y="1378"/>
                    </a:cubicBezTo>
                    <a:cubicBezTo>
                      <a:pt x="592" y="1322"/>
                      <a:pt x="360" y="1260"/>
                      <a:pt x="154" y="1111"/>
                    </a:cubicBezTo>
                    <a:cubicBezTo>
                      <a:pt x="0" y="789"/>
                      <a:pt x="79" y="406"/>
                      <a:pt x="154" y="69"/>
                    </a:cubicBezTo>
                    <a:close/>
                  </a:path>
                </a:pathLst>
              </a:custGeom>
              <a:solidFill>
                <a:srgbClr val="4E79D7"/>
              </a:solidFill>
              <a:ln w="2646" cap="flat">
                <a:noFill/>
              </a:ln>
            </p:spPr>
          </p:sp>
          <p:sp>
            <p:nvSpPr>
              <p:cNvPr id="3054" name="ICON_C_TOPOGRAPHY_path_198"/>
              <p:cNvSpPr/>
              <p:nvPr/>
            </p:nvSpPr>
            <p:spPr>
              <a:xfrm>
                <a:off x="11540683" y="7572375"/>
                <a:ext cx="29546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2326" h="2083" fill="norm" stroke="0">
                    <a:moveTo>
                      <a:pt x="868" y="0"/>
                    </a:moveTo>
                    <a:cubicBezTo>
                      <a:pt x="1043" y="20"/>
                      <a:pt x="1217" y="42"/>
                      <a:pt x="1391" y="66"/>
                    </a:cubicBezTo>
                    <a:cubicBezTo>
                      <a:pt x="1450" y="74"/>
                      <a:pt x="1509" y="81"/>
                      <a:pt x="1568" y="88"/>
                    </a:cubicBezTo>
                    <a:cubicBezTo>
                      <a:pt x="2062" y="143"/>
                      <a:pt x="2062" y="143"/>
                      <a:pt x="2205" y="309"/>
                    </a:cubicBezTo>
                    <a:cubicBezTo>
                      <a:pt x="2257" y="414"/>
                      <a:pt x="2296" y="512"/>
                      <a:pt x="2326" y="625"/>
                    </a:cubicBezTo>
                    <a:cubicBezTo>
                      <a:pt x="2309" y="625"/>
                      <a:pt x="2309" y="625"/>
                      <a:pt x="2218" y="628"/>
                    </a:cubicBezTo>
                    <a:cubicBezTo>
                      <a:pt x="1426" y="661"/>
                      <a:pt x="1426" y="661"/>
                      <a:pt x="1076" y="833"/>
                    </a:cubicBezTo>
                    <a:cubicBezTo>
                      <a:pt x="914" y="1030"/>
                      <a:pt x="856" y="1255"/>
                      <a:pt x="789" y="1498"/>
                    </a:cubicBezTo>
                    <a:cubicBezTo>
                      <a:pt x="690" y="1847"/>
                      <a:pt x="690" y="1847"/>
                      <a:pt x="584" y="1944"/>
                    </a:cubicBezTo>
                    <a:cubicBezTo>
                      <a:pt x="410" y="2037"/>
                      <a:pt x="230" y="2069"/>
                      <a:pt x="35" y="2083"/>
                    </a:cubicBezTo>
                    <a:cubicBezTo>
                      <a:pt x="9" y="1937"/>
                      <a:pt x="0" y="1812"/>
                      <a:pt x="35" y="1667"/>
                    </a:cubicBezTo>
                    <a:cubicBezTo>
                      <a:pt x="120" y="1626"/>
                      <a:pt x="120" y="1626"/>
                      <a:pt x="230" y="1595"/>
                    </a:cubicBezTo>
                    <a:cubicBezTo>
                      <a:pt x="387" y="1524"/>
                      <a:pt x="461" y="1462"/>
                      <a:pt x="525" y="1305"/>
                    </a:cubicBezTo>
                    <a:cubicBezTo>
                      <a:pt x="590" y="1112"/>
                      <a:pt x="638" y="914"/>
                      <a:pt x="686" y="716"/>
                    </a:cubicBezTo>
                    <a:cubicBezTo>
                      <a:pt x="704" y="647"/>
                      <a:pt x="722" y="577"/>
                      <a:pt x="740" y="508"/>
                    </a:cubicBezTo>
                    <a:cubicBezTo>
                      <a:pt x="785" y="339"/>
                      <a:pt x="827" y="170"/>
                      <a:pt x="868" y="0"/>
                    </a:cubicBezTo>
                    <a:close/>
                  </a:path>
                </a:pathLst>
              </a:custGeom>
              <a:solidFill>
                <a:srgbClr val="8BDCD2"/>
              </a:solidFill>
              <a:ln w="2646" cap="flat">
                <a:noFill/>
              </a:ln>
            </p:spPr>
          </p:sp>
          <p:sp>
            <p:nvSpPr>
              <p:cNvPr id="3055" name="ICON_C_TOPOGRAPHY_path_199"/>
              <p:cNvSpPr/>
              <p:nvPr/>
            </p:nvSpPr>
            <p:spPr>
              <a:xfrm>
                <a:off x="11336271" y="7498292"/>
                <a:ext cx="10419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820" h="2500" fill="norm" stroke="0">
                    <a:moveTo>
                      <a:pt x="89" y="0"/>
                    </a:moveTo>
                    <a:cubicBezTo>
                      <a:pt x="330" y="96"/>
                      <a:pt x="557" y="202"/>
                      <a:pt x="714" y="417"/>
                    </a:cubicBezTo>
                    <a:cubicBezTo>
                      <a:pt x="820" y="756"/>
                      <a:pt x="772" y="1134"/>
                      <a:pt x="753" y="1484"/>
                    </a:cubicBezTo>
                    <a:cubicBezTo>
                      <a:pt x="749" y="1583"/>
                      <a:pt x="747" y="1681"/>
                      <a:pt x="744" y="1780"/>
                    </a:cubicBezTo>
                    <a:cubicBezTo>
                      <a:pt x="737" y="2020"/>
                      <a:pt x="726" y="2260"/>
                      <a:pt x="714" y="2500"/>
                    </a:cubicBezTo>
                    <a:cubicBezTo>
                      <a:pt x="576" y="2500"/>
                      <a:pt x="439" y="2500"/>
                      <a:pt x="297" y="2500"/>
                    </a:cubicBezTo>
                    <a:cubicBezTo>
                      <a:pt x="0" y="1694"/>
                      <a:pt x="69" y="845"/>
                      <a:pt x="89" y="0"/>
                    </a:cubicBezTo>
                    <a:close/>
                  </a:path>
                </a:pathLst>
              </a:custGeom>
              <a:solidFill>
                <a:srgbClr val="70EEF2"/>
              </a:solidFill>
              <a:ln w="2646" cap="flat">
                <a:noFill/>
              </a:ln>
            </p:spPr>
          </p:sp>
          <p:sp>
            <p:nvSpPr>
              <p:cNvPr id="3056" name="ICON_C_TOPOGRAPHY_path_200"/>
              <p:cNvSpPr/>
              <p:nvPr/>
            </p:nvSpPr>
            <p:spPr>
              <a:xfrm>
                <a:off x="11358562" y="7412181"/>
                <a:ext cx="26458" cy="25257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1989" fill="norm" stroke="0">
                    <a:moveTo>
                      <a:pt x="1684" y="68"/>
                    </a:moveTo>
                    <a:cubicBezTo>
                      <a:pt x="1818" y="81"/>
                      <a:pt x="1950" y="96"/>
                      <a:pt x="2083" y="114"/>
                    </a:cubicBezTo>
                    <a:cubicBezTo>
                      <a:pt x="1871" y="510"/>
                      <a:pt x="1700" y="755"/>
                      <a:pt x="1276" y="934"/>
                    </a:cubicBezTo>
                    <a:cubicBezTo>
                      <a:pt x="740" y="1161"/>
                      <a:pt x="384" y="1565"/>
                      <a:pt x="0" y="1989"/>
                    </a:cubicBezTo>
                    <a:cubicBezTo>
                      <a:pt x="50" y="1752"/>
                      <a:pt x="109" y="1520"/>
                      <a:pt x="175" y="1286"/>
                    </a:cubicBezTo>
                    <a:cubicBezTo>
                      <a:pt x="198" y="1196"/>
                      <a:pt x="218" y="1105"/>
                      <a:pt x="236" y="1014"/>
                    </a:cubicBezTo>
                    <a:cubicBezTo>
                      <a:pt x="417" y="71"/>
                      <a:pt x="814" y="0"/>
                      <a:pt x="1684" y="68"/>
                    </a:cubicBezTo>
                    <a:close/>
                  </a:path>
                </a:pathLst>
              </a:custGeom>
              <a:solidFill>
                <a:srgbClr val="80DBE9"/>
              </a:solidFill>
              <a:ln w="2646" cap="flat">
                <a:noFill/>
              </a:ln>
            </p:spPr>
          </p:sp>
          <p:sp>
            <p:nvSpPr>
              <p:cNvPr id="3057" name="ICON_C_TOPOGRAPHY_path_201"/>
              <p:cNvSpPr/>
              <p:nvPr/>
            </p:nvSpPr>
            <p:spPr>
              <a:xfrm>
                <a:off x="11585583" y="7531891"/>
                <a:ext cx="26980" cy="29901"/>
              </a:xfrm>
              <a:custGeom>
                <a:avLst/>
                <a:gdLst/>
                <a:ahLst/>
                <a:cxnLst/>
                <a:rect l="0" t="0" r="r" b="b"/>
                <a:pathLst>
                  <a:path w="2124" h="2354" fill="norm" stroke="0">
                    <a:moveTo>
                      <a:pt x="2124" y="271"/>
                    </a:moveTo>
                    <a:cubicBezTo>
                      <a:pt x="1990" y="451"/>
                      <a:pt x="1853" y="629"/>
                      <a:pt x="1714" y="805"/>
                    </a:cubicBezTo>
                    <a:cubicBezTo>
                      <a:pt x="1667" y="865"/>
                      <a:pt x="1620" y="926"/>
                      <a:pt x="1575" y="987"/>
                    </a:cubicBezTo>
                    <a:cubicBezTo>
                      <a:pt x="1197" y="1493"/>
                      <a:pt x="1197" y="1493"/>
                      <a:pt x="1001" y="1541"/>
                    </a:cubicBezTo>
                    <a:cubicBezTo>
                      <a:pt x="889" y="1547"/>
                      <a:pt x="781" y="1538"/>
                      <a:pt x="670" y="1525"/>
                    </a:cubicBezTo>
                    <a:cubicBezTo>
                      <a:pt x="593" y="1517"/>
                      <a:pt x="593" y="1517"/>
                      <a:pt x="458" y="1521"/>
                    </a:cubicBezTo>
                    <a:cubicBezTo>
                      <a:pt x="322" y="1637"/>
                      <a:pt x="271" y="1773"/>
                      <a:pt x="210" y="1938"/>
                    </a:cubicBezTo>
                    <a:cubicBezTo>
                      <a:pt x="193" y="1977"/>
                      <a:pt x="176" y="2017"/>
                      <a:pt x="159" y="2058"/>
                    </a:cubicBezTo>
                    <a:cubicBezTo>
                      <a:pt x="117" y="2156"/>
                      <a:pt x="78" y="2255"/>
                      <a:pt x="41" y="2354"/>
                    </a:cubicBezTo>
                    <a:cubicBezTo>
                      <a:pt x="0" y="1671"/>
                      <a:pt x="0" y="1671"/>
                      <a:pt x="161" y="1384"/>
                    </a:cubicBezTo>
                    <a:cubicBezTo>
                      <a:pt x="327" y="1250"/>
                      <a:pt x="543" y="1282"/>
                      <a:pt x="745" y="1298"/>
                    </a:cubicBezTo>
                    <a:cubicBezTo>
                      <a:pt x="766" y="1300"/>
                      <a:pt x="766" y="1300"/>
                      <a:pt x="874" y="1313"/>
                    </a:cubicBezTo>
                    <a:cubicBezTo>
                      <a:pt x="876" y="1301"/>
                      <a:pt x="876" y="1301"/>
                      <a:pt x="884" y="1243"/>
                    </a:cubicBezTo>
                    <a:cubicBezTo>
                      <a:pt x="992" y="503"/>
                      <a:pt x="992" y="503"/>
                      <a:pt x="1301" y="262"/>
                    </a:cubicBezTo>
                    <a:cubicBezTo>
                      <a:pt x="1327" y="243"/>
                      <a:pt x="1354" y="225"/>
                      <a:pt x="1382" y="206"/>
                    </a:cubicBezTo>
                    <a:cubicBezTo>
                      <a:pt x="1395" y="197"/>
                      <a:pt x="1395" y="197"/>
                      <a:pt x="1459" y="150"/>
                    </a:cubicBezTo>
                    <a:cubicBezTo>
                      <a:pt x="1715" y="0"/>
                      <a:pt x="1893" y="124"/>
                      <a:pt x="2124" y="271"/>
                    </a:cubicBezTo>
                    <a:close/>
                  </a:path>
                </a:pathLst>
              </a:custGeom>
              <a:solidFill>
                <a:srgbClr val="D4F6AA"/>
              </a:solidFill>
              <a:ln w="2646" cap="flat">
                <a:noFill/>
              </a:ln>
            </p:spPr>
          </p:sp>
          <p:sp>
            <p:nvSpPr>
              <p:cNvPr id="3058" name="ICON_C_TOPOGRAPHY_path_202"/>
              <p:cNvSpPr/>
              <p:nvPr/>
            </p:nvSpPr>
            <p:spPr>
              <a:xfrm>
                <a:off x="11329191" y="7503583"/>
                <a:ext cx="13496" cy="42333"/>
              </a:xfrm>
              <a:custGeom>
                <a:avLst/>
                <a:gdLst/>
                <a:ahLst/>
                <a:cxnLst/>
                <a:rect l="0" t="0" r="r" b="b"/>
                <a:pathLst>
                  <a:path w="1063" h="3333" fill="norm" stroke="0">
                    <a:moveTo>
                      <a:pt x="21" y="0"/>
                    </a:moveTo>
                    <a:cubicBezTo>
                      <a:pt x="159" y="0"/>
                      <a:pt x="296" y="0"/>
                      <a:pt x="438" y="0"/>
                    </a:cubicBezTo>
                    <a:cubicBezTo>
                      <a:pt x="449" y="64"/>
                      <a:pt x="461" y="128"/>
                      <a:pt x="473" y="194"/>
                    </a:cubicBezTo>
                    <a:cubicBezTo>
                      <a:pt x="512" y="410"/>
                      <a:pt x="551" y="626"/>
                      <a:pt x="590" y="842"/>
                    </a:cubicBezTo>
                    <a:cubicBezTo>
                      <a:pt x="614" y="973"/>
                      <a:pt x="637" y="1104"/>
                      <a:pt x="661" y="1234"/>
                    </a:cubicBezTo>
                    <a:cubicBezTo>
                      <a:pt x="787" y="1935"/>
                      <a:pt x="920" y="2635"/>
                      <a:pt x="1063" y="3333"/>
                    </a:cubicBezTo>
                    <a:cubicBezTo>
                      <a:pt x="549" y="2923"/>
                      <a:pt x="330" y="2551"/>
                      <a:pt x="212" y="1906"/>
                    </a:cubicBezTo>
                    <a:cubicBezTo>
                      <a:pt x="190" y="1784"/>
                      <a:pt x="165" y="1664"/>
                      <a:pt x="139" y="1543"/>
                    </a:cubicBezTo>
                    <a:cubicBezTo>
                      <a:pt x="31" y="1024"/>
                      <a:pt x="0" y="528"/>
                      <a:pt x="21" y="0"/>
                    </a:cubicBezTo>
                    <a:close/>
                  </a:path>
                </a:pathLst>
              </a:custGeom>
              <a:solidFill>
                <a:srgbClr val="3579B2"/>
              </a:solidFill>
              <a:ln w="2646" cap="flat">
                <a:noFill/>
              </a:ln>
            </p:spPr>
          </p:sp>
          <p:sp>
            <p:nvSpPr>
              <p:cNvPr id="3059" name="ICON_C_TOPOGRAPHY_path_203"/>
              <p:cNvSpPr/>
              <p:nvPr/>
            </p:nvSpPr>
            <p:spPr>
              <a:xfrm>
                <a:off x="11336636" y="7400396"/>
                <a:ext cx="20119" cy="29104"/>
              </a:xfrm>
              <a:custGeom>
                <a:avLst/>
                <a:gdLst/>
                <a:ahLst/>
                <a:cxnLst/>
                <a:rect l="0" t="0" r="r" b="b"/>
                <a:pathLst>
                  <a:path w="1584" h="2292" fill="norm" stroke="0">
                    <a:moveTo>
                      <a:pt x="1101" y="0"/>
                    </a:moveTo>
                    <a:cubicBezTo>
                      <a:pt x="1536" y="390"/>
                      <a:pt x="1536" y="390"/>
                      <a:pt x="1581" y="587"/>
                    </a:cubicBezTo>
                    <a:cubicBezTo>
                      <a:pt x="1584" y="764"/>
                      <a:pt x="1584" y="876"/>
                      <a:pt x="1518" y="1042"/>
                    </a:cubicBezTo>
                    <a:cubicBezTo>
                      <a:pt x="1420" y="1083"/>
                      <a:pt x="1348" y="1103"/>
                      <a:pt x="1245" y="1120"/>
                    </a:cubicBezTo>
                    <a:cubicBezTo>
                      <a:pt x="1049" y="1153"/>
                      <a:pt x="931" y="1204"/>
                      <a:pt x="802" y="1359"/>
                    </a:cubicBezTo>
                    <a:cubicBezTo>
                      <a:pt x="707" y="1496"/>
                      <a:pt x="623" y="1639"/>
                      <a:pt x="541" y="1784"/>
                    </a:cubicBezTo>
                    <a:cubicBezTo>
                      <a:pt x="528" y="1809"/>
                      <a:pt x="514" y="1833"/>
                      <a:pt x="500" y="1858"/>
                    </a:cubicBezTo>
                    <a:cubicBezTo>
                      <a:pt x="420" y="2001"/>
                      <a:pt x="343" y="2146"/>
                      <a:pt x="268" y="2292"/>
                    </a:cubicBezTo>
                    <a:cubicBezTo>
                      <a:pt x="0" y="1659"/>
                      <a:pt x="0" y="1659"/>
                      <a:pt x="91" y="1353"/>
                    </a:cubicBezTo>
                    <a:cubicBezTo>
                      <a:pt x="214" y="1103"/>
                      <a:pt x="391" y="891"/>
                      <a:pt x="568" y="677"/>
                    </a:cubicBezTo>
                    <a:cubicBezTo>
                      <a:pt x="619" y="611"/>
                      <a:pt x="670" y="544"/>
                      <a:pt x="721" y="478"/>
                    </a:cubicBezTo>
                    <a:cubicBezTo>
                      <a:pt x="845" y="316"/>
                      <a:pt x="972" y="158"/>
                      <a:pt x="1101" y="0"/>
                    </a:cubicBezTo>
                    <a:close/>
                  </a:path>
                </a:pathLst>
              </a:custGeom>
              <a:solidFill>
                <a:srgbClr val="457ED7"/>
              </a:solidFill>
              <a:ln w="2646" cap="flat">
                <a:noFill/>
              </a:ln>
            </p:spPr>
          </p:sp>
          <p:sp>
            <p:nvSpPr>
              <p:cNvPr id="3060" name="ICON_C_TOPOGRAPHY_path_204"/>
              <p:cNvSpPr/>
              <p:nvPr/>
            </p:nvSpPr>
            <p:spPr>
              <a:xfrm>
                <a:off x="11358564" y="7381453"/>
                <a:ext cx="18521" cy="24233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1908" fill="norm" stroke="0">
                    <a:moveTo>
                      <a:pt x="1263" y="20"/>
                    </a:moveTo>
                    <a:cubicBezTo>
                      <a:pt x="1300" y="22"/>
                      <a:pt x="1336" y="24"/>
                      <a:pt x="1374" y="26"/>
                    </a:cubicBezTo>
                    <a:cubicBezTo>
                      <a:pt x="1388" y="27"/>
                      <a:pt x="1388" y="27"/>
                      <a:pt x="1458" y="33"/>
                    </a:cubicBezTo>
                    <a:cubicBezTo>
                      <a:pt x="1395" y="597"/>
                      <a:pt x="1291" y="1098"/>
                      <a:pt x="963" y="1570"/>
                    </a:cubicBezTo>
                    <a:cubicBezTo>
                      <a:pt x="940" y="1607"/>
                      <a:pt x="916" y="1645"/>
                      <a:pt x="892" y="1683"/>
                    </a:cubicBezTo>
                    <a:cubicBezTo>
                      <a:pt x="806" y="1795"/>
                      <a:pt x="755" y="1854"/>
                      <a:pt x="625" y="1908"/>
                    </a:cubicBezTo>
                    <a:cubicBezTo>
                      <a:pt x="404" y="1889"/>
                      <a:pt x="199" y="1792"/>
                      <a:pt x="0" y="1700"/>
                    </a:cubicBezTo>
                    <a:cubicBezTo>
                      <a:pt x="114" y="1496"/>
                      <a:pt x="229" y="1292"/>
                      <a:pt x="345" y="1088"/>
                    </a:cubicBezTo>
                    <a:cubicBezTo>
                      <a:pt x="384" y="1019"/>
                      <a:pt x="423" y="950"/>
                      <a:pt x="461" y="880"/>
                    </a:cubicBezTo>
                    <a:cubicBezTo>
                      <a:pt x="518" y="780"/>
                      <a:pt x="574" y="681"/>
                      <a:pt x="631" y="581"/>
                    </a:cubicBezTo>
                    <a:cubicBezTo>
                      <a:pt x="648" y="550"/>
                      <a:pt x="665" y="519"/>
                      <a:pt x="683" y="488"/>
                    </a:cubicBezTo>
                    <a:cubicBezTo>
                      <a:pt x="961" y="0"/>
                      <a:pt x="961" y="0"/>
                      <a:pt x="1263" y="20"/>
                    </a:cubicBezTo>
                    <a:close/>
                  </a:path>
                </a:pathLst>
              </a:custGeom>
              <a:solidFill>
                <a:srgbClr val="3D8CD8"/>
              </a:solidFill>
              <a:ln w="2646" cap="flat">
                <a:noFill/>
              </a:ln>
            </p:spPr>
          </p:sp>
          <p:sp>
            <p:nvSpPr>
              <p:cNvPr id="3061" name="ICON_C_TOPOGRAPHY_path_205"/>
              <p:cNvSpPr/>
              <p:nvPr/>
            </p:nvSpPr>
            <p:spPr>
              <a:xfrm>
                <a:off x="11437938" y="7328958"/>
                <a:ext cx="16317" cy="16314"/>
              </a:xfrm>
              <a:custGeom>
                <a:avLst/>
                <a:gdLst/>
                <a:ahLst/>
                <a:cxnLst/>
                <a:rect l="0" t="0" r="r" b="b"/>
                <a:pathLst>
                  <a:path w="1285" h="1285" fill="norm" stroke="0">
                    <a:moveTo>
                      <a:pt x="208" y="0"/>
                    </a:moveTo>
                    <a:cubicBezTo>
                      <a:pt x="483" y="0"/>
                      <a:pt x="758" y="0"/>
                      <a:pt x="1042" y="0"/>
                    </a:cubicBezTo>
                    <a:cubicBezTo>
                      <a:pt x="1285" y="729"/>
                      <a:pt x="1285" y="729"/>
                      <a:pt x="1200" y="981"/>
                    </a:cubicBezTo>
                    <a:cubicBezTo>
                      <a:pt x="1062" y="1148"/>
                      <a:pt x="943" y="1233"/>
                      <a:pt x="731" y="1266"/>
                    </a:cubicBezTo>
                    <a:cubicBezTo>
                      <a:pt x="482" y="1285"/>
                      <a:pt x="252" y="1267"/>
                      <a:pt x="0" y="1250"/>
                    </a:cubicBezTo>
                    <a:cubicBezTo>
                      <a:pt x="69" y="837"/>
                      <a:pt x="138" y="425"/>
                      <a:pt x="208" y="0"/>
                    </a:cubicBezTo>
                    <a:close/>
                  </a:path>
                </a:pathLst>
              </a:custGeom>
              <a:solidFill>
                <a:srgbClr val="679CEE"/>
              </a:solidFill>
              <a:ln w="2646" cap="flat">
                <a:noFill/>
              </a:ln>
            </p:spPr>
          </p:sp>
          <p:sp>
            <p:nvSpPr>
              <p:cNvPr id="3062" name="ICON_C_TOPOGRAPHY_path_206"/>
              <p:cNvSpPr/>
              <p:nvPr/>
            </p:nvSpPr>
            <p:spPr>
              <a:xfrm>
                <a:off x="11477625" y="7265458"/>
                <a:ext cx="31750" cy="24358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1918" fill="norm" stroke="0">
                    <a:moveTo>
                      <a:pt x="833" y="0"/>
                    </a:moveTo>
                    <a:cubicBezTo>
                      <a:pt x="1006" y="572"/>
                      <a:pt x="1063" y="1068"/>
                      <a:pt x="1042" y="1667"/>
                    </a:cubicBezTo>
                    <a:cubicBezTo>
                      <a:pt x="1523" y="1667"/>
                      <a:pt x="2004" y="1667"/>
                      <a:pt x="2500" y="1667"/>
                    </a:cubicBezTo>
                    <a:cubicBezTo>
                      <a:pt x="2500" y="1735"/>
                      <a:pt x="2500" y="1804"/>
                      <a:pt x="2500" y="1875"/>
                    </a:cubicBezTo>
                    <a:cubicBezTo>
                      <a:pt x="682" y="1918"/>
                      <a:pt x="682" y="1918"/>
                      <a:pt x="0" y="1667"/>
                    </a:cubicBezTo>
                    <a:cubicBezTo>
                      <a:pt x="278" y="1111"/>
                      <a:pt x="556" y="556"/>
                      <a:pt x="833" y="0"/>
                    </a:cubicBezTo>
                    <a:close/>
                  </a:path>
                </a:pathLst>
              </a:custGeom>
              <a:solidFill>
                <a:srgbClr val="554A71"/>
              </a:solidFill>
              <a:ln w="2646" cap="flat">
                <a:noFill/>
              </a:ln>
            </p:spPr>
          </p:sp>
          <p:sp>
            <p:nvSpPr>
              <p:cNvPr id="3063" name="ICON_C_TOPOGRAPHY_path_207"/>
              <p:cNvSpPr/>
              <p:nvPr/>
            </p:nvSpPr>
            <p:spPr>
              <a:xfrm>
                <a:off x="11366130" y="7596188"/>
                <a:ext cx="24553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933" h="1667" fill="norm" stroke="0">
                    <a:moveTo>
                      <a:pt x="29" y="0"/>
                    </a:moveTo>
                    <a:cubicBezTo>
                      <a:pt x="647" y="38"/>
                      <a:pt x="1011" y="293"/>
                      <a:pt x="1435" y="716"/>
                    </a:cubicBezTo>
                    <a:cubicBezTo>
                      <a:pt x="1447" y="727"/>
                      <a:pt x="1447" y="727"/>
                      <a:pt x="1506" y="785"/>
                    </a:cubicBezTo>
                    <a:cubicBezTo>
                      <a:pt x="1882" y="1154"/>
                      <a:pt x="1882" y="1154"/>
                      <a:pt x="1933" y="1376"/>
                    </a:cubicBezTo>
                    <a:cubicBezTo>
                      <a:pt x="1933" y="1478"/>
                      <a:pt x="1927" y="1568"/>
                      <a:pt x="1904" y="1667"/>
                    </a:cubicBezTo>
                    <a:cubicBezTo>
                      <a:pt x="1286" y="1629"/>
                      <a:pt x="922" y="1374"/>
                      <a:pt x="498" y="950"/>
                    </a:cubicBezTo>
                    <a:cubicBezTo>
                      <a:pt x="474" y="928"/>
                      <a:pt x="451" y="905"/>
                      <a:pt x="427" y="881"/>
                    </a:cubicBezTo>
                    <a:cubicBezTo>
                      <a:pt x="51" y="512"/>
                      <a:pt x="51" y="512"/>
                      <a:pt x="0" y="290"/>
                    </a:cubicBezTo>
                    <a:cubicBezTo>
                      <a:pt x="0" y="189"/>
                      <a:pt x="7" y="99"/>
                      <a:pt x="29" y="0"/>
                    </a:cubicBezTo>
                    <a:close/>
                  </a:path>
                </a:pathLst>
              </a:custGeom>
              <a:solidFill>
                <a:srgbClr val="131B51"/>
              </a:solidFill>
              <a:ln w="2646" cap="flat">
                <a:noFill/>
              </a:ln>
            </p:spPr>
          </p:sp>
          <p:sp>
            <p:nvSpPr>
              <p:cNvPr id="3064" name="ICON_C_TOPOGRAPHY_path_208"/>
              <p:cNvSpPr/>
              <p:nvPr/>
            </p:nvSpPr>
            <p:spPr>
              <a:xfrm>
                <a:off x="11430000" y="7294328"/>
                <a:ext cx="44979" cy="13462"/>
              </a:xfrm>
              <a:custGeom>
                <a:avLst/>
                <a:gdLst/>
                <a:ahLst/>
                <a:cxnLst/>
                <a:rect l="0" t="0" r="r" b="b"/>
                <a:pathLst>
                  <a:path w="3542" h="1060" fill="norm" stroke="0">
                    <a:moveTo>
                      <a:pt x="1693" y="110"/>
                    </a:moveTo>
                    <a:cubicBezTo>
                      <a:pt x="1731" y="120"/>
                      <a:pt x="1769" y="131"/>
                      <a:pt x="1808" y="143"/>
                    </a:cubicBezTo>
                    <a:cubicBezTo>
                      <a:pt x="1900" y="169"/>
                      <a:pt x="1992" y="198"/>
                      <a:pt x="2083" y="227"/>
                    </a:cubicBezTo>
                    <a:cubicBezTo>
                      <a:pt x="2015" y="261"/>
                      <a:pt x="2015" y="261"/>
                      <a:pt x="1667" y="435"/>
                    </a:cubicBezTo>
                    <a:cubicBezTo>
                      <a:pt x="2285" y="504"/>
                      <a:pt x="2904" y="573"/>
                      <a:pt x="3542" y="643"/>
                    </a:cubicBezTo>
                    <a:cubicBezTo>
                      <a:pt x="3542" y="712"/>
                      <a:pt x="3542" y="781"/>
                      <a:pt x="3542" y="852"/>
                    </a:cubicBezTo>
                    <a:cubicBezTo>
                      <a:pt x="3164" y="886"/>
                      <a:pt x="3164" y="886"/>
                      <a:pt x="1250" y="1060"/>
                    </a:cubicBezTo>
                    <a:cubicBezTo>
                      <a:pt x="1250" y="923"/>
                      <a:pt x="1250" y="785"/>
                      <a:pt x="1250" y="643"/>
                    </a:cubicBezTo>
                    <a:cubicBezTo>
                      <a:pt x="838" y="643"/>
                      <a:pt x="425" y="643"/>
                      <a:pt x="0" y="643"/>
                    </a:cubicBezTo>
                    <a:cubicBezTo>
                      <a:pt x="610" y="338"/>
                      <a:pt x="610" y="338"/>
                      <a:pt x="723" y="283"/>
                    </a:cubicBezTo>
                    <a:cubicBezTo>
                      <a:pt x="833" y="227"/>
                      <a:pt x="833" y="227"/>
                      <a:pt x="938" y="163"/>
                    </a:cubicBezTo>
                    <a:cubicBezTo>
                      <a:pt x="1218" y="0"/>
                      <a:pt x="1389" y="12"/>
                      <a:pt x="1693" y="110"/>
                    </a:cubicBezTo>
                    <a:close/>
                  </a:path>
                </a:pathLst>
              </a:custGeom>
              <a:solidFill>
                <a:srgbClr val="555B91"/>
              </a:solidFill>
              <a:ln w="2646" cap="flat">
                <a:noFill/>
              </a:ln>
            </p:spPr>
          </p:sp>
          <p:sp>
            <p:nvSpPr>
              <p:cNvPr id="3065" name="ICON_C_TOPOGRAPHY_path_209"/>
              <p:cNvSpPr/>
              <p:nvPr/>
            </p:nvSpPr>
            <p:spPr>
              <a:xfrm>
                <a:off x="11556698" y="7485062"/>
                <a:ext cx="11988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944" h="2917" fill="norm" stroke="0">
                    <a:moveTo>
                      <a:pt x="24" y="0"/>
                    </a:moveTo>
                    <a:cubicBezTo>
                      <a:pt x="402" y="150"/>
                      <a:pt x="564" y="323"/>
                      <a:pt x="742" y="682"/>
                    </a:cubicBezTo>
                    <a:cubicBezTo>
                      <a:pt x="944" y="1156"/>
                      <a:pt x="820" y="1616"/>
                      <a:pt x="649" y="2083"/>
                    </a:cubicBezTo>
                    <a:cubicBezTo>
                      <a:pt x="530" y="2372"/>
                      <a:pt x="389" y="2647"/>
                      <a:pt x="232" y="2917"/>
                    </a:cubicBezTo>
                    <a:cubicBezTo>
                      <a:pt x="83" y="2709"/>
                      <a:pt x="2" y="2533"/>
                      <a:pt x="41" y="2274"/>
                    </a:cubicBezTo>
                    <a:cubicBezTo>
                      <a:pt x="67" y="2136"/>
                      <a:pt x="96" y="1999"/>
                      <a:pt x="128" y="1862"/>
                    </a:cubicBezTo>
                    <a:cubicBezTo>
                      <a:pt x="147" y="1778"/>
                      <a:pt x="166" y="1694"/>
                      <a:pt x="183" y="1609"/>
                    </a:cubicBezTo>
                    <a:cubicBezTo>
                      <a:pt x="199" y="1533"/>
                      <a:pt x="216" y="1457"/>
                      <a:pt x="233" y="1382"/>
                    </a:cubicBezTo>
                    <a:cubicBezTo>
                      <a:pt x="232" y="1250"/>
                      <a:pt x="232" y="1250"/>
                      <a:pt x="131" y="1144"/>
                    </a:cubicBezTo>
                    <a:cubicBezTo>
                      <a:pt x="96" y="1110"/>
                      <a:pt x="60" y="1076"/>
                      <a:pt x="24" y="1042"/>
                    </a:cubicBezTo>
                    <a:cubicBezTo>
                      <a:pt x="0" y="922"/>
                      <a:pt x="0" y="922"/>
                      <a:pt x="3" y="794"/>
                    </a:cubicBezTo>
                    <a:cubicBezTo>
                      <a:pt x="4" y="747"/>
                      <a:pt x="5" y="701"/>
                      <a:pt x="5" y="653"/>
                    </a:cubicBezTo>
                    <a:cubicBezTo>
                      <a:pt x="7" y="605"/>
                      <a:pt x="9" y="557"/>
                      <a:pt x="11" y="508"/>
                    </a:cubicBezTo>
                    <a:cubicBezTo>
                      <a:pt x="12" y="459"/>
                      <a:pt x="13" y="410"/>
                      <a:pt x="14" y="360"/>
                    </a:cubicBezTo>
                    <a:cubicBezTo>
                      <a:pt x="16" y="240"/>
                      <a:pt x="19" y="120"/>
                      <a:pt x="24" y="0"/>
                    </a:cubicBezTo>
                    <a:close/>
                  </a:path>
                </a:pathLst>
              </a:custGeom>
              <a:solidFill>
                <a:srgbClr val="FBCA64"/>
              </a:solidFill>
              <a:ln w="2646" cap="flat">
                <a:noFill/>
              </a:ln>
            </p:spPr>
          </p:sp>
          <p:sp>
            <p:nvSpPr>
              <p:cNvPr id="3066" name="ICON_C_TOPOGRAPHY_path_210"/>
              <p:cNvSpPr/>
              <p:nvPr/>
            </p:nvSpPr>
            <p:spPr>
              <a:xfrm>
                <a:off x="11596688" y="7482417"/>
                <a:ext cx="11298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890" h="2917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66" y="319"/>
                      <a:pt x="705" y="637"/>
                      <a:pt x="739" y="956"/>
                    </a:cubicBezTo>
                    <a:cubicBezTo>
                      <a:pt x="755" y="1105"/>
                      <a:pt x="772" y="1253"/>
                      <a:pt x="791" y="1400"/>
                    </a:cubicBezTo>
                    <a:cubicBezTo>
                      <a:pt x="811" y="1543"/>
                      <a:pt x="826" y="1686"/>
                      <a:pt x="840" y="1830"/>
                    </a:cubicBezTo>
                    <a:cubicBezTo>
                      <a:pt x="846" y="1884"/>
                      <a:pt x="853" y="1939"/>
                      <a:pt x="861" y="1993"/>
                    </a:cubicBezTo>
                    <a:cubicBezTo>
                      <a:pt x="890" y="2189"/>
                      <a:pt x="872" y="2293"/>
                      <a:pt x="833" y="2500"/>
                    </a:cubicBezTo>
                    <a:cubicBezTo>
                      <a:pt x="730" y="2569"/>
                      <a:pt x="730" y="2569"/>
                      <a:pt x="208" y="2917"/>
                    </a:cubicBezTo>
                    <a:cubicBezTo>
                      <a:pt x="277" y="2298"/>
                      <a:pt x="346" y="1679"/>
                      <a:pt x="417" y="1042"/>
                    </a:cubicBezTo>
                    <a:cubicBezTo>
                      <a:pt x="279" y="1042"/>
                      <a:pt x="142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E3EB7A"/>
              </a:solidFill>
              <a:ln w="2646" cap="flat">
                <a:noFill/>
              </a:ln>
            </p:spPr>
          </p:sp>
          <p:sp>
            <p:nvSpPr>
              <p:cNvPr id="3067" name="ICON_C_TOPOGRAPHY_path_211"/>
              <p:cNvSpPr/>
              <p:nvPr/>
            </p:nvSpPr>
            <p:spPr>
              <a:xfrm>
                <a:off x="11657542" y="7448021"/>
                <a:ext cx="7938" cy="4762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3750" fill="norm" stroke="0">
                    <a:moveTo>
                      <a:pt x="417" y="0"/>
                    </a:moveTo>
                    <a:cubicBezTo>
                      <a:pt x="485" y="0"/>
                      <a:pt x="554" y="0"/>
                      <a:pt x="625" y="0"/>
                    </a:cubicBezTo>
                    <a:cubicBezTo>
                      <a:pt x="625" y="1237"/>
                      <a:pt x="625" y="2475"/>
                      <a:pt x="625" y="3750"/>
                    </a:cubicBezTo>
                    <a:cubicBezTo>
                      <a:pt x="419" y="3750"/>
                      <a:pt x="212" y="3750"/>
                      <a:pt x="0" y="3750"/>
                    </a:cubicBezTo>
                    <a:cubicBezTo>
                      <a:pt x="0" y="3475"/>
                      <a:pt x="0" y="3200"/>
                      <a:pt x="0" y="2917"/>
                    </a:cubicBezTo>
                    <a:cubicBezTo>
                      <a:pt x="137" y="2917"/>
                      <a:pt x="275" y="2917"/>
                      <a:pt x="417" y="2917"/>
                    </a:cubicBezTo>
                    <a:cubicBezTo>
                      <a:pt x="417" y="1954"/>
                      <a:pt x="417" y="992"/>
                      <a:pt x="417" y="0"/>
                    </a:cubicBezTo>
                    <a:close/>
                  </a:path>
                </a:pathLst>
              </a:custGeom>
              <a:solidFill>
                <a:srgbClr val="72DDE3"/>
              </a:solidFill>
              <a:ln w="2646" cap="flat">
                <a:noFill/>
              </a:ln>
            </p:spPr>
          </p:sp>
          <p:sp>
            <p:nvSpPr>
              <p:cNvPr id="3068" name="ICON_C_TOPOGRAPHY_path_212"/>
              <p:cNvSpPr/>
              <p:nvPr/>
            </p:nvSpPr>
            <p:spPr>
              <a:xfrm>
                <a:off x="11440583" y="7420533"/>
                <a:ext cx="37042" cy="9327"/>
              </a:xfrm>
              <a:custGeom>
                <a:avLst/>
                <a:gdLst/>
                <a:ahLst/>
                <a:cxnLst/>
                <a:rect l="0" t="0" r="r" b="b"/>
                <a:pathLst>
                  <a:path w="2917" h="734" fill="norm" stroke="0">
                    <a:moveTo>
                      <a:pt x="0" y="81"/>
                    </a:moveTo>
                    <a:cubicBezTo>
                      <a:pt x="69" y="219"/>
                      <a:pt x="138" y="356"/>
                      <a:pt x="208" y="498"/>
                    </a:cubicBezTo>
                    <a:cubicBezTo>
                      <a:pt x="264" y="468"/>
                      <a:pt x="320" y="438"/>
                      <a:pt x="378" y="406"/>
                    </a:cubicBezTo>
                    <a:cubicBezTo>
                      <a:pt x="1208" y="0"/>
                      <a:pt x="2010" y="37"/>
                      <a:pt x="2917" y="81"/>
                    </a:cubicBezTo>
                    <a:cubicBezTo>
                      <a:pt x="2628" y="431"/>
                      <a:pt x="2332" y="638"/>
                      <a:pt x="1875" y="706"/>
                    </a:cubicBezTo>
                    <a:cubicBezTo>
                      <a:pt x="1550" y="734"/>
                      <a:pt x="1224" y="726"/>
                      <a:pt x="898" y="719"/>
                    </a:cubicBezTo>
                    <a:cubicBezTo>
                      <a:pt x="811" y="718"/>
                      <a:pt x="724" y="717"/>
                      <a:pt x="636" y="716"/>
                    </a:cubicBezTo>
                    <a:cubicBezTo>
                      <a:pt x="424" y="714"/>
                      <a:pt x="212" y="710"/>
                      <a:pt x="0" y="706"/>
                    </a:cubicBezTo>
                    <a:cubicBezTo>
                      <a:pt x="0" y="500"/>
                      <a:pt x="0" y="294"/>
                      <a:pt x="0" y="81"/>
                    </a:cubicBezTo>
                    <a:close/>
                  </a:path>
                </a:pathLst>
              </a:custGeom>
              <a:solidFill>
                <a:srgbClr val="A0ECC7"/>
              </a:solidFill>
              <a:ln w="2646" cap="flat">
                <a:noFill/>
              </a:ln>
            </p:spPr>
          </p:sp>
          <p:sp>
            <p:nvSpPr>
              <p:cNvPr id="3069" name="ICON_C_TOPOGRAPHY_path_213"/>
              <p:cNvSpPr/>
              <p:nvPr/>
            </p:nvSpPr>
            <p:spPr>
              <a:xfrm>
                <a:off x="11403542" y="7323159"/>
                <a:ext cx="26458" cy="16383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1290" fill="norm" stroke="0">
                    <a:moveTo>
                      <a:pt x="2083" y="248"/>
                    </a:moveTo>
                    <a:cubicBezTo>
                      <a:pt x="1946" y="592"/>
                      <a:pt x="1808" y="936"/>
                      <a:pt x="1667" y="1290"/>
                    </a:cubicBezTo>
                    <a:cubicBezTo>
                      <a:pt x="1564" y="1264"/>
                      <a:pt x="1460" y="1238"/>
                      <a:pt x="1354" y="1212"/>
                    </a:cubicBezTo>
                    <a:cubicBezTo>
                      <a:pt x="1321" y="1205"/>
                      <a:pt x="1289" y="1198"/>
                      <a:pt x="1255" y="1190"/>
                    </a:cubicBezTo>
                    <a:cubicBezTo>
                      <a:pt x="1178" y="1168"/>
                      <a:pt x="1178" y="1168"/>
                      <a:pt x="1042" y="1082"/>
                    </a:cubicBezTo>
                    <a:cubicBezTo>
                      <a:pt x="1042" y="944"/>
                      <a:pt x="1042" y="807"/>
                      <a:pt x="1042" y="665"/>
                    </a:cubicBezTo>
                    <a:cubicBezTo>
                      <a:pt x="698" y="803"/>
                      <a:pt x="354" y="940"/>
                      <a:pt x="0" y="1082"/>
                    </a:cubicBezTo>
                    <a:cubicBezTo>
                      <a:pt x="277" y="575"/>
                      <a:pt x="571" y="243"/>
                      <a:pt x="1135" y="61"/>
                    </a:cubicBezTo>
                    <a:cubicBezTo>
                      <a:pt x="1469" y="0"/>
                      <a:pt x="1774" y="138"/>
                      <a:pt x="2083" y="248"/>
                    </a:cubicBezTo>
                    <a:close/>
                  </a:path>
                </a:pathLst>
              </a:custGeom>
              <a:solidFill>
                <a:srgbClr val="719CED"/>
              </a:solidFill>
              <a:ln w="2646" cap="flat">
                <a:noFill/>
              </a:ln>
            </p:spPr>
          </p:sp>
          <p:sp>
            <p:nvSpPr>
              <p:cNvPr id="3070" name="ICON_C_TOPOGRAPHY_path_214"/>
              <p:cNvSpPr/>
              <p:nvPr/>
            </p:nvSpPr>
            <p:spPr>
              <a:xfrm>
                <a:off x="11445875" y="7585604"/>
                <a:ext cx="26458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1458" fill="norm" stroke="0">
                    <a:moveTo>
                      <a:pt x="0" y="0"/>
                    </a:moveTo>
                    <a:cubicBezTo>
                      <a:pt x="413" y="0"/>
                      <a:pt x="825" y="0"/>
                      <a:pt x="1250" y="0"/>
                    </a:cubicBezTo>
                    <a:cubicBezTo>
                      <a:pt x="1271" y="133"/>
                      <a:pt x="1293" y="266"/>
                      <a:pt x="1315" y="404"/>
                    </a:cubicBezTo>
                    <a:cubicBezTo>
                      <a:pt x="1392" y="777"/>
                      <a:pt x="1392" y="777"/>
                      <a:pt x="1530" y="893"/>
                    </a:cubicBezTo>
                    <a:cubicBezTo>
                      <a:pt x="1712" y="987"/>
                      <a:pt x="1875" y="1005"/>
                      <a:pt x="2083" y="1042"/>
                    </a:cubicBezTo>
                    <a:cubicBezTo>
                      <a:pt x="1877" y="1179"/>
                      <a:pt x="1671" y="1317"/>
                      <a:pt x="1458" y="1458"/>
                    </a:cubicBezTo>
                    <a:cubicBezTo>
                      <a:pt x="1252" y="1183"/>
                      <a:pt x="1046" y="908"/>
                      <a:pt x="833" y="625"/>
                    </a:cubicBezTo>
                    <a:cubicBezTo>
                      <a:pt x="765" y="659"/>
                      <a:pt x="765" y="659"/>
                      <a:pt x="417" y="833"/>
                    </a:cubicBezTo>
                    <a:cubicBezTo>
                      <a:pt x="417" y="696"/>
                      <a:pt x="417" y="558"/>
                      <a:pt x="417" y="417"/>
                    </a:cubicBezTo>
                    <a:cubicBezTo>
                      <a:pt x="279" y="417"/>
                      <a:pt x="142" y="41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86E1E2"/>
              </a:solidFill>
              <a:ln w="2646" cap="flat">
                <a:noFill/>
              </a:ln>
            </p:spPr>
          </p:sp>
          <p:sp>
            <p:nvSpPr>
              <p:cNvPr id="3071" name="ICON_C_TOPOGRAPHY_path_215"/>
              <p:cNvSpPr/>
              <p:nvPr/>
            </p:nvSpPr>
            <p:spPr>
              <a:xfrm>
                <a:off x="11328395" y="7410979"/>
                <a:ext cx="11647" cy="31880"/>
              </a:xfrm>
              <a:custGeom>
                <a:avLst/>
                <a:gdLst/>
                <a:ahLst/>
                <a:cxnLst/>
                <a:rect l="0" t="0" r="r" b="b"/>
                <a:pathLst>
                  <a:path w="917" h="2510" fill="norm" stroke="0">
                    <a:moveTo>
                      <a:pt x="500" y="0"/>
                    </a:moveTo>
                    <a:cubicBezTo>
                      <a:pt x="682" y="184"/>
                      <a:pt x="845" y="372"/>
                      <a:pt x="917" y="625"/>
                    </a:cubicBezTo>
                    <a:cubicBezTo>
                      <a:pt x="913" y="921"/>
                      <a:pt x="798" y="1201"/>
                      <a:pt x="693" y="1473"/>
                    </a:cubicBezTo>
                    <a:cubicBezTo>
                      <a:pt x="643" y="1602"/>
                      <a:pt x="598" y="1733"/>
                      <a:pt x="553" y="1864"/>
                    </a:cubicBezTo>
                    <a:cubicBezTo>
                      <a:pt x="523" y="1947"/>
                      <a:pt x="494" y="2029"/>
                      <a:pt x="464" y="2112"/>
                    </a:cubicBezTo>
                    <a:cubicBezTo>
                      <a:pt x="450" y="2151"/>
                      <a:pt x="436" y="2190"/>
                      <a:pt x="422" y="2230"/>
                    </a:cubicBezTo>
                    <a:cubicBezTo>
                      <a:pt x="408" y="2266"/>
                      <a:pt x="394" y="2301"/>
                      <a:pt x="380" y="2338"/>
                    </a:cubicBezTo>
                    <a:cubicBezTo>
                      <a:pt x="368" y="2369"/>
                      <a:pt x="356" y="2401"/>
                      <a:pt x="344" y="2433"/>
                    </a:cubicBezTo>
                    <a:cubicBezTo>
                      <a:pt x="327" y="2455"/>
                      <a:pt x="310" y="2477"/>
                      <a:pt x="292" y="2500"/>
                    </a:cubicBezTo>
                    <a:cubicBezTo>
                      <a:pt x="183" y="2510"/>
                      <a:pt x="183" y="2510"/>
                      <a:pt x="84" y="2500"/>
                    </a:cubicBezTo>
                    <a:cubicBezTo>
                      <a:pt x="0" y="729"/>
                      <a:pt x="0" y="729"/>
                      <a:pt x="500" y="0"/>
                    </a:cubicBezTo>
                    <a:close/>
                  </a:path>
                </a:pathLst>
              </a:custGeom>
              <a:solidFill>
                <a:srgbClr val="1E256D"/>
              </a:solidFill>
              <a:ln w="2646" cap="flat">
                <a:noFill/>
              </a:ln>
            </p:spPr>
          </p:sp>
          <p:sp>
            <p:nvSpPr>
              <p:cNvPr id="3072" name="ICON_C_TOPOGRAPHY_path_216"/>
              <p:cNvSpPr/>
              <p:nvPr/>
            </p:nvSpPr>
            <p:spPr>
              <a:xfrm>
                <a:off x="11337397" y="7412897"/>
                <a:ext cx="22323" cy="21894"/>
              </a:xfrm>
              <a:custGeom>
                <a:avLst/>
                <a:gdLst/>
                <a:ahLst/>
                <a:cxnLst/>
                <a:rect l="0" t="0" r="r" b="b"/>
                <a:pathLst>
                  <a:path w="1758" h="1724" fill="norm" stroke="0">
                    <a:moveTo>
                      <a:pt x="1499" y="198"/>
                    </a:moveTo>
                    <a:cubicBezTo>
                      <a:pt x="1555" y="220"/>
                      <a:pt x="1611" y="242"/>
                      <a:pt x="1667" y="266"/>
                    </a:cubicBezTo>
                    <a:cubicBezTo>
                      <a:pt x="1722" y="450"/>
                      <a:pt x="1758" y="621"/>
                      <a:pt x="1713" y="811"/>
                    </a:cubicBezTo>
                    <a:cubicBezTo>
                      <a:pt x="1568" y="1059"/>
                      <a:pt x="1153" y="1123"/>
                      <a:pt x="898" y="1209"/>
                    </a:cubicBezTo>
                    <a:cubicBezTo>
                      <a:pt x="656" y="1291"/>
                      <a:pt x="455" y="1394"/>
                      <a:pt x="247" y="1542"/>
                    </a:cubicBezTo>
                    <a:cubicBezTo>
                      <a:pt x="222" y="1560"/>
                      <a:pt x="196" y="1578"/>
                      <a:pt x="169" y="1597"/>
                    </a:cubicBezTo>
                    <a:cubicBezTo>
                      <a:pt x="112" y="1639"/>
                      <a:pt x="56" y="1681"/>
                      <a:pt x="0" y="1724"/>
                    </a:cubicBezTo>
                    <a:cubicBezTo>
                      <a:pt x="130" y="1373"/>
                      <a:pt x="269" y="1026"/>
                      <a:pt x="417" y="682"/>
                    </a:cubicBezTo>
                    <a:cubicBezTo>
                      <a:pt x="432" y="645"/>
                      <a:pt x="448" y="607"/>
                      <a:pt x="464" y="568"/>
                    </a:cubicBezTo>
                    <a:cubicBezTo>
                      <a:pt x="703" y="15"/>
                      <a:pt x="946" y="0"/>
                      <a:pt x="1499" y="198"/>
                    </a:cubicBezTo>
                    <a:close/>
                  </a:path>
                </a:pathLst>
              </a:custGeom>
              <a:solidFill>
                <a:srgbClr val="53B1E9"/>
              </a:solidFill>
              <a:ln w="2646" cap="flat">
                <a:noFill/>
              </a:ln>
            </p:spPr>
          </p:sp>
          <p:sp>
            <p:nvSpPr>
              <p:cNvPr id="3073" name="ICON_C_TOPOGRAPHY_path_217"/>
              <p:cNvSpPr/>
              <p:nvPr/>
            </p:nvSpPr>
            <p:spPr>
              <a:xfrm>
                <a:off x="11612147" y="7336896"/>
                <a:ext cx="21582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699" h="1667" fill="norm" stroke="0">
                    <a:moveTo>
                      <a:pt x="33" y="0"/>
                    </a:moveTo>
                    <a:cubicBezTo>
                      <a:pt x="768" y="379"/>
                      <a:pt x="1258" y="739"/>
                      <a:pt x="1699" y="1458"/>
                    </a:cubicBezTo>
                    <a:cubicBezTo>
                      <a:pt x="1502" y="1563"/>
                      <a:pt x="1301" y="1665"/>
                      <a:pt x="1074" y="1667"/>
                    </a:cubicBezTo>
                    <a:cubicBezTo>
                      <a:pt x="870" y="1595"/>
                      <a:pt x="725" y="1428"/>
                      <a:pt x="582" y="1272"/>
                    </a:cubicBezTo>
                    <a:cubicBezTo>
                      <a:pt x="515" y="1198"/>
                      <a:pt x="444" y="1130"/>
                      <a:pt x="372" y="1060"/>
                    </a:cubicBezTo>
                    <a:cubicBezTo>
                      <a:pt x="161" y="847"/>
                      <a:pt x="10" y="672"/>
                      <a:pt x="0" y="362"/>
                    </a:cubicBezTo>
                    <a:cubicBezTo>
                      <a:pt x="4" y="240"/>
                      <a:pt x="15" y="121"/>
                      <a:pt x="33" y="0"/>
                    </a:cubicBezTo>
                    <a:close/>
                  </a:path>
                </a:pathLst>
              </a:custGeom>
              <a:solidFill>
                <a:srgbClr val="131375"/>
              </a:solidFill>
              <a:ln w="2646" cap="flat">
                <a:noFill/>
              </a:ln>
            </p:spPr>
          </p:sp>
          <p:sp>
            <p:nvSpPr>
              <p:cNvPr id="3074" name="ICON_C_TOPOGRAPHY_path_218"/>
              <p:cNvSpPr/>
              <p:nvPr/>
            </p:nvSpPr>
            <p:spPr>
              <a:xfrm>
                <a:off x="11440583" y="7281333"/>
                <a:ext cx="34396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2708" h="1250" fill="norm" stroke="0">
                    <a:moveTo>
                      <a:pt x="2708" y="0"/>
                    </a:moveTo>
                    <a:cubicBezTo>
                      <a:pt x="2708" y="206"/>
                      <a:pt x="2708" y="413"/>
                      <a:pt x="2708" y="625"/>
                    </a:cubicBezTo>
                    <a:cubicBezTo>
                      <a:pt x="1815" y="831"/>
                      <a:pt x="921" y="1038"/>
                      <a:pt x="0" y="1250"/>
                    </a:cubicBezTo>
                    <a:cubicBezTo>
                      <a:pt x="0" y="1112"/>
                      <a:pt x="0" y="975"/>
                      <a:pt x="0" y="833"/>
                    </a:cubicBezTo>
                    <a:cubicBezTo>
                      <a:pt x="107" y="759"/>
                      <a:pt x="154" y="741"/>
                      <a:pt x="275" y="716"/>
                    </a:cubicBezTo>
                    <a:cubicBezTo>
                      <a:pt x="304" y="709"/>
                      <a:pt x="333" y="701"/>
                      <a:pt x="363" y="693"/>
                    </a:cubicBezTo>
                    <a:cubicBezTo>
                      <a:pt x="459" y="669"/>
                      <a:pt x="555" y="647"/>
                      <a:pt x="651" y="625"/>
                    </a:cubicBezTo>
                    <a:cubicBezTo>
                      <a:pt x="751" y="600"/>
                      <a:pt x="850" y="574"/>
                      <a:pt x="949" y="549"/>
                    </a:cubicBezTo>
                    <a:cubicBezTo>
                      <a:pt x="1017" y="531"/>
                      <a:pt x="1085" y="514"/>
                      <a:pt x="1153" y="497"/>
                    </a:cubicBezTo>
                    <a:cubicBezTo>
                      <a:pt x="1500" y="409"/>
                      <a:pt x="1837" y="298"/>
                      <a:pt x="2175" y="182"/>
                    </a:cubicBezTo>
                    <a:cubicBezTo>
                      <a:pt x="2229" y="164"/>
                      <a:pt x="2283" y="145"/>
                      <a:pt x="2338" y="127"/>
                    </a:cubicBezTo>
                    <a:cubicBezTo>
                      <a:pt x="2461" y="85"/>
                      <a:pt x="2585" y="43"/>
                      <a:pt x="2708" y="0"/>
                    </a:cubicBezTo>
                    <a:close/>
                  </a:path>
                </a:pathLst>
              </a:custGeom>
              <a:solidFill>
                <a:srgbClr val="C6C6D2"/>
              </a:solidFill>
              <a:ln w="2646" cap="flat">
                <a:noFill/>
              </a:ln>
            </p:spPr>
          </p:sp>
          <p:sp>
            <p:nvSpPr>
              <p:cNvPr id="3075" name="ICON_C_TOPOGRAPHY_path_219"/>
              <p:cNvSpPr/>
              <p:nvPr/>
            </p:nvSpPr>
            <p:spPr>
              <a:xfrm>
                <a:off x="11437938" y="7622646"/>
                <a:ext cx="21167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833" fill="norm" stroke="0">
                    <a:moveTo>
                      <a:pt x="0" y="0"/>
                    </a:moveTo>
                    <a:cubicBezTo>
                      <a:pt x="348" y="65"/>
                      <a:pt x="695" y="134"/>
                      <a:pt x="1042" y="208"/>
                    </a:cubicBezTo>
                    <a:cubicBezTo>
                      <a:pt x="1078" y="216"/>
                      <a:pt x="1115" y="224"/>
                      <a:pt x="1152" y="232"/>
                    </a:cubicBezTo>
                    <a:cubicBezTo>
                      <a:pt x="1242" y="252"/>
                      <a:pt x="1331" y="275"/>
                      <a:pt x="1419" y="300"/>
                    </a:cubicBezTo>
                    <a:cubicBezTo>
                      <a:pt x="1468" y="312"/>
                      <a:pt x="1516" y="325"/>
                      <a:pt x="1567" y="338"/>
                    </a:cubicBezTo>
                    <a:cubicBezTo>
                      <a:pt x="1600" y="364"/>
                      <a:pt x="1633" y="390"/>
                      <a:pt x="1667" y="417"/>
                    </a:cubicBezTo>
                    <a:cubicBezTo>
                      <a:pt x="1667" y="554"/>
                      <a:pt x="1667" y="692"/>
                      <a:pt x="1667" y="833"/>
                    </a:cubicBezTo>
                    <a:cubicBezTo>
                      <a:pt x="1117" y="833"/>
                      <a:pt x="567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3873D1"/>
              </a:solidFill>
              <a:ln w="2646" cap="flat">
                <a:noFill/>
              </a:ln>
            </p:spPr>
          </p:sp>
          <p:sp>
            <p:nvSpPr>
              <p:cNvPr id="3076" name="ICON_C_TOPOGRAPHY_path_220"/>
              <p:cNvSpPr/>
              <p:nvPr/>
            </p:nvSpPr>
            <p:spPr>
              <a:xfrm>
                <a:off x="11456458" y="7575021"/>
                <a:ext cx="29104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2292" h="833" fill="norm" stroke="0">
                    <a:moveTo>
                      <a:pt x="0" y="0"/>
                    </a:moveTo>
                    <a:cubicBezTo>
                      <a:pt x="756" y="69"/>
                      <a:pt x="1513" y="138"/>
                      <a:pt x="2292" y="208"/>
                    </a:cubicBezTo>
                    <a:cubicBezTo>
                      <a:pt x="2292" y="415"/>
                      <a:pt x="2292" y="621"/>
                      <a:pt x="2292" y="833"/>
                    </a:cubicBezTo>
                    <a:cubicBezTo>
                      <a:pt x="2099" y="817"/>
                      <a:pt x="1907" y="800"/>
                      <a:pt x="1714" y="779"/>
                    </a:cubicBezTo>
                    <a:cubicBezTo>
                      <a:pt x="1649" y="772"/>
                      <a:pt x="1584" y="766"/>
                      <a:pt x="1519" y="761"/>
                    </a:cubicBezTo>
                    <a:cubicBezTo>
                      <a:pt x="825" y="708"/>
                      <a:pt x="616" y="462"/>
                      <a:pt x="0" y="0"/>
                    </a:cubicBezTo>
                    <a:close/>
                  </a:path>
                </a:pathLst>
              </a:custGeom>
              <a:solidFill>
                <a:srgbClr val="C0F3C0"/>
              </a:solidFill>
              <a:ln w="2646" cap="flat">
                <a:noFill/>
              </a:ln>
            </p:spPr>
          </p:sp>
          <p:sp>
            <p:nvSpPr>
              <p:cNvPr id="3077" name="ICON_C_TOPOGRAPHY_path_221"/>
              <p:cNvSpPr/>
              <p:nvPr/>
            </p:nvSpPr>
            <p:spPr>
              <a:xfrm>
                <a:off x="11644313" y="7556128"/>
                <a:ext cx="13229" cy="24421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923" fill="norm" stroke="0">
                    <a:moveTo>
                      <a:pt x="732" y="0"/>
                    </a:moveTo>
                    <a:cubicBezTo>
                      <a:pt x="839" y="0"/>
                      <a:pt x="936" y="9"/>
                      <a:pt x="1042" y="29"/>
                    </a:cubicBezTo>
                    <a:cubicBezTo>
                      <a:pt x="892" y="1283"/>
                      <a:pt x="892" y="1283"/>
                      <a:pt x="638" y="1670"/>
                    </a:cubicBezTo>
                    <a:cubicBezTo>
                      <a:pt x="630" y="1682"/>
                      <a:pt x="630" y="1682"/>
                      <a:pt x="591" y="1745"/>
                    </a:cubicBezTo>
                    <a:cubicBezTo>
                      <a:pt x="541" y="1811"/>
                      <a:pt x="541" y="1811"/>
                      <a:pt x="417" y="1904"/>
                    </a:cubicBezTo>
                    <a:cubicBezTo>
                      <a:pt x="275" y="1923"/>
                      <a:pt x="141" y="1918"/>
                      <a:pt x="0" y="1904"/>
                    </a:cubicBezTo>
                    <a:cubicBezTo>
                      <a:pt x="102" y="1425"/>
                      <a:pt x="235" y="959"/>
                      <a:pt x="404" y="498"/>
                    </a:cubicBezTo>
                    <a:cubicBezTo>
                      <a:pt x="419" y="452"/>
                      <a:pt x="435" y="405"/>
                      <a:pt x="451" y="357"/>
                    </a:cubicBezTo>
                    <a:cubicBezTo>
                      <a:pt x="571" y="44"/>
                      <a:pt x="571" y="44"/>
                      <a:pt x="732" y="0"/>
                    </a:cubicBezTo>
                    <a:close/>
                  </a:path>
                </a:pathLst>
              </a:custGeom>
              <a:solidFill>
                <a:srgbClr val="101953"/>
              </a:solidFill>
              <a:ln w="2646" cap="flat">
                <a:noFill/>
              </a:ln>
            </p:spPr>
          </p:sp>
          <p:sp>
            <p:nvSpPr>
              <p:cNvPr id="3078" name="ICON_C_TOPOGRAPHY_path_222"/>
              <p:cNvSpPr/>
              <p:nvPr/>
            </p:nvSpPr>
            <p:spPr>
              <a:xfrm>
                <a:off x="11308292" y="7466542"/>
                <a:ext cx="10583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250" fill="norm" stroke="0">
                    <a:moveTo>
                      <a:pt x="208" y="0"/>
                    </a:moveTo>
                    <a:cubicBezTo>
                      <a:pt x="415" y="0"/>
                      <a:pt x="621" y="0"/>
                      <a:pt x="833" y="0"/>
                    </a:cubicBezTo>
                    <a:cubicBezTo>
                      <a:pt x="833" y="413"/>
                      <a:pt x="833" y="825"/>
                      <a:pt x="833" y="1250"/>
                    </a:cubicBezTo>
                    <a:cubicBezTo>
                      <a:pt x="558" y="1250"/>
                      <a:pt x="283" y="1250"/>
                      <a:pt x="0" y="1250"/>
                    </a:cubicBezTo>
                    <a:cubicBezTo>
                      <a:pt x="69" y="837"/>
                      <a:pt x="138" y="425"/>
                      <a:pt x="208" y="0"/>
                    </a:cubicBezTo>
                    <a:close/>
                  </a:path>
                </a:pathLst>
              </a:custGeom>
              <a:solidFill>
                <a:srgbClr val="C3BAD3"/>
              </a:solidFill>
              <a:ln w="2646" cap="flat">
                <a:noFill/>
              </a:ln>
            </p:spPr>
          </p:sp>
          <p:sp>
            <p:nvSpPr>
              <p:cNvPr id="3079" name="ICON_C_TOPOGRAPHY_path_223"/>
              <p:cNvSpPr/>
              <p:nvPr/>
            </p:nvSpPr>
            <p:spPr>
              <a:xfrm>
                <a:off x="11564938" y="7440083"/>
                <a:ext cx="7938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667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550"/>
                      <a:pt x="625" y="1100"/>
                      <a:pt x="625" y="1667"/>
                    </a:cubicBezTo>
                    <a:cubicBezTo>
                      <a:pt x="419" y="1667"/>
                      <a:pt x="212" y="1667"/>
                      <a:pt x="0" y="1667"/>
                    </a:cubicBezTo>
                    <a:cubicBezTo>
                      <a:pt x="0" y="1117"/>
                      <a:pt x="0" y="567"/>
                      <a:pt x="0" y="0"/>
                    </a:cubicBezTo>
                    <a:close/>
                  </a:path>
                </a:pathLst>
              </a:custGeom>
              <a:solidFill>
                <a:srgbClr val="B7C68C"/>
              </a:solidFill>
              <a:ln w="2646" cap="flat">
                <a:noFill/>
              </a:ln>
            </p:spPr>
          </p:sp>
          <p:sp>
            <p:nvSpPr>
              <p:cNvPr id="3080" name="ICON_C_TOPOGRAPHY_path_224"/>
              <p:cNvSpPr/>
              <p:nvPr/>
            </p:nvSpPr>
            <p:spPr>
              <a:xfrm>
                <a:off x="11588300" y="7392458"/>
                <a:ext cx="25106" cy="21646"/>
              </a:xfrm>
              <a:custGeom>
                <a:avLst/>
                <a:gdLst/>
                <a:ahLst/>
                <a:cxnLst/>
                <a:rect l="0" t="0" r="r" b="b"/>
                <a:pathLst>
                  <a:path w="1977" h="1704" fill="norm" stroke="0">
                    <a:moveTo>
                      <a:pt x="35" y="0"/>
                    </a:moveTo>
                    <a:cubicBezTo>
                      <a:pt x="1730" y="511"/>
                      <a:pt x="1730" y="511"/>
                      <a:pt x="1910" y="833"/>
                    </a:cubicBezTo>
                    <a:cubicBezTo>
                      <a:pt x="1977" y="1108"/>
                      <a:pt x="1950" y="1389"/>
                      <a:pt x="1910" y="1667"/>
                    </a:cubicBezTo>
                    <a:cubicBezTo>
                      <a:pt x="1761" y="1703"/>
                      <a:pt x="1643" y="1704"/>
                      <a:pt x="1494" y="1667"/>
                    </a:cubicBezTo>
                    <a:cubicBezTo>
                      <a:pt x="1292" y="1534"/>
                      <a:pt x="1134" y="1336"/>
                      <a:pt x="973" y="1159"/>
                    </a:cubicBezTo>
                    <a:cubicBezTo>
                      <a:pt x="885" y="1063"/>
                      <a:pt x="796" y="968"/>
                      <a:pt x="706" y="873"/>
                    </a:cubicBezTo>
                    <a:cubicBezTo>
                      <a:pt x="685" y="850"/>
                      <a:pt x="663" y="827"/>
                      <a:pt x="641" y="804"/>
                    </a:cubicBezTo>
                    <a:cubicBezTo>
                      <a:pt x="508" y="667"/>
                      <a:pt x="391" y="586"/>
                      <a:pt x="211" y="514"/>
                    </a:cubicBezTo>
                    <a:cubicBezTo>
                      <a:pt x="110" y="472"/>
                      <a:pt x="110" y="472"/>
                      <a:pt x="35" y="417"/>
                    </a:cubicBezTo>
                    <a:cubicBezTo>
                      <a:pt x="0" y="272"/>
                      <a:pt x="10" y="146"/>
                      <a:pt x="35" y="0"/>
                    </a:cubicBezTo>
                    <a:close/>
                  </a:path>
                </a:pathLst>
              </a:custGeom>
              <a:solidFill>
                <a:srgbClr val="92ECE6"/>
              </a:solidFill>
              <a:ln w="2646" cap="flat">
                <a:noFill/>
              </a:ln>
            </p:spPr>
          </p:sp>
          <p:sp>
            <p:nvSpPr>
              <p:cNvPr id="3081" name="ICON_C_TOPOGRAPHY_path_225"/>
              <p:cNvSpPr/>
              <p:nvPr/>
            </p:nvSpPr>
            <p:spPr>
              <a:xfrm>
                <a:off x="11586104" y="7397750"/>
                <a:ext cx="19005" cy="31750"/>
              </a:xfrm>
              <a:custGeom>
                <a:avLst/>
                <a:gdLst/>
                <a:ahLst/>
                <a:cxnLst/>
                <a:rect l="0" t="0" r="r" b="b"/>
                <a:pathLst>
                  <a:path w="1496" h="2500" fill="norm" stroke="0">
                    <a:moveTo>
                      <a:pt x="0" y="0"/>
                    </a:moveTo>
                    <a:cubicBezTo>
                      <a:pt x="130" y="30"/>
                      <a:pt x="261" y="60"/>
                      <a:pt x="391" y="91"/>
                    </a:cubicBezTo>
                    <a:cubicBezTo>
                      <a:pt x="427" y="99"/>
                      <a:pt x="463" y="107"/>
                      <a:pt x="500" y="116"/>
                    </a:cubicBezTo>
                    <a:cubicBezTo>
                      <a:pt x="613" y="143"/>
                      <a:pt x="723" y="174"/>
                      <a:pt x="833" y="208"/>
                    </a:cubicBezTo>
                    <a:cubicBezTo>
                      <a:pt x="871" y="219"/>
                      <a:pt x="909" y="230"/>
                      <a:pt x="948" y="241"/>
                    </a:cubicBezTo>
                    <a:cubicBezTo>
                      <a:pt x="1126" y="309"/>
                      <a:pt x="1223" y="365"/>
                      <a:pt x="1312" y="537"/>
                    </a:cubicBezTo>
                    <a:cubicBezTo>
                      <a:pt x="1362" y="692"/>
                      <a:pt x="1394" y="842"/>
                      <a:pt x="1419" y="1003"/>
                    </a:cubicBezTo>
                    <a:cubicBezTo>
                      <a:pt x="1424" y="1030"/>
                      <a:pt x="1429" y="1058"/>
                      <a:pt x="1434" y="1087"/>
                    </a:cubicBezTo>
                    <a:cubicBezTo>
                      <a:pt x="1496" y="1463"/>
                      <a:pt x="1478" y="1717"/>
                      <a:pt x="1258" y="2044"/>
                    </a:cubicBezTo>
                    <a:cubicBezTo>
                      <a:pt x="1124" y="2203"/>
                      <a:pt x="977" y="2350"/>
                      <a:pt x="833" y="2500"/>
                    </a:cubicBezTo>
                    <a:cubicBezTo>
                      <a:pt x="902" y="1881"/>
                      <a:pt x="971" y="1263"/>
                      <a:pt x="1042" y="625"/>
                    </a:cubicBezTo>
                    <a:cubicBezTo>
                      <a:pt x="767" y="556"/>
                      <a:pt x="492" y="487"/>
                      <a:pt x="208" y="417"/>
                    </a:cubicBezTo>
                    <a:cubicBezTo>
                      <a:pt x="33" y="168"/>
                      <a:pt x="33" y="168"/>
                      <a:pt x="0" y="0"/>
                    </a:cubicBezTo>
                    <a:close/>
                  </a:path>
                </a:pathLst>
              </a:custGeom>
              <a:solidFill>
                <a:srgbClr val="AFF5DA"/>
              </a:solidFill>
              <a:ln w="2646" cap="flat">
                <a:noFill/>
              </a:ln>
            </p:spPr>
          </p:sp>
          <p:sp>
            <p:nvSpPr>
              <p:cNvPr id="3082" name="ICON_C_TOPOGRAPHY_path_226"/>
              <p:cNvSpPr/>
              <p:nvPr/>
            </p:nvSpPr>
            <p:spPr>
              <a:xfrm>
                <a:off x="11554354" y="7315729"/>
                <a:ext cx="2645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1250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1042" y="138"/>
                      <a:pt x="1042" y="275"/>
                      <a:pt x="1042" y="417"/>
                    </a:cubicBezTo>
                    <a:cubicBezTo>
                      <a:pt x="1385" y="485"/>
                      <a:pt x="1729" y="554"/>
                      <a:pt x="2083" y="625"/>
                    </a:cubicBezTo>
                    <a:cubicBezTo>
                      <a:pt x="2015" y="831"/>
                      <a:pt x="1946" y="1038"/>
                      <a:pt x="1875" y="1250"/>
                    </a:cubicBezTo>
                    <a:cubicBezTo>
                      <a:pt x="1607" y="1106"/>
                      <a:pt x="1340" y="962"/>
                      <a:pt x="1074" y="816"/>
                    </a:cubicBezTo>
                    <a:cubicBezTo>
                      <a:pt x="983" y="767"/>
                      <a:pt x="892" y="718"/>
                      <a:pt x="801" y="669"/>
                    </a:cubicBezTo>
                    <a:cubicBezTo>
                      <a:pt x="670" y="599"/>
                      <a:pt x="540" y="528"/>
                      <a:pt x="410" y="456"/>
                    </a:cubicBezTo>
                    <a:cubicBezTo>
                      <a:pt x="369" y="435"/>
                      <a:pt x="328" y="413"/>
                      <a:pt x="286" y="391"/>
                    </a:cubicBezTo>
                    <a:cubicBezTo>
                      <a:pt x="248" y="370"/>
                      <a:pt x="211" y="349"/>
                      <a:pt x="172" y="328"/>
                    </a:cubicBezTo>
                    <a:cubicBezTo>
                      <a:pt x="139" y="310"/>
                      <a:pt x="105" y="291"/>
                      <a:pt x="71" y="273"/>
                    </a:cubicBezTo>
                    <a:cubicBezTo>
                      <a:pt x="48" y="252"/>
                      <a:pt x="24" y="230"/>
                      <a:pt x="0" y="208"/>
                    </a:cubicBezTo>
                    <a:cubicBezTo>
                      <a:pt x="0" y="140"/>
                      <a:pt x="0" y="71"/>
                      <a:pt x="0" y="0"/>
                    </a:cubicBezTo>
                    <a:close/>
                  </a:path>
                </a:pathLst>
              </a:custGeom>
              <a:solidFill>
                <a:srgbClr val="6CA6F3"/>
              </a:solidFill>
              <a:ln w="2646" cap="flat">
                <a:noFill/>
              </a:ln>
            </p:spPr>
          </p:sp>
          <p:sp>
            <p:nvSpPr>
              <p:cNvPr id="3083" name="ICON_C_TOPOGRAPHY_path_227"/>
              <p:cNvSpPr/>
              <p:nvPr/>
            </p:nvSpPr>
            <p:spPr>
              <a:xfrm>
                <a:off x="11525250" y="7529293"/>
                <a:ext cx="31750" cy="14631"/>
              </a:xfrm>
              <a:custGeom>
                <a:avLst/>
                <a:gdLst/>
                <a:ahLst/>
                <a:cxnLst/>
                <a:rect l="0" t="0" r="r" b="b"/>
                <a:pathLst>
                  <a:path w="2500" h="1152" fill="norm" stroke="0">
                    <a:moveTo>
                      <a:pt x="2500" y="267"/>
                    </a:moveTo>
                    <a:cubicBezTo>
                      <a:pt x="2246" y="393"/>
                      <a:pt x="1990" y="515"/>
                      <a:pt x="1733" y="635"/>
                    </a:cubicBezTo>
                    <a:cubicBezTo>
                      <a:pt x="1646" y="676"/>
                      <a:pt x="1560" y="718"/>
                      <a:pt x="1473" y="760"/>
                    </a:cubicBezTo>
                    <a:cubicBezTo>
                      <a:pt x="677" y="1152"/>
                      <a:pt x="677" y="1152"/>
                      <a:pt x="335" y="1054"/>
                    </a:cubicBezTo>
                    <a:cubicBezTo>
                      <a:pt x="216" y="1008"/>
                      <a:pt x="109" y="956"/>
                      <a:pt x="0" y="892"/>
                    </a:cubicBezTo>
                    <a:cubicBezTo>
                      <a:pt x="277" y="567"/>
                      <a:pt x="532" y="387"/>
                      <a:pt x="936" y="255"/>
                    </a:cubicBezTo>
                    <a:cubicBezTo>
                      <a:pt x="1015" y="228"/>
                      <a:pt x="1092" y="199"/>
                      <a:pt x="1169" y="168"/>
                    </a:cubicBezTo>
                    <a:cubicBezTo>
                      <a:pt x="1642" y="0"/>
                      <a:pt x="2035" y="114"/>
                      <a:pt x="2500" y="267"/>
                    </a:cubicBezTo>
                    <a:close/>
                  </a:path>
                </a:pathLst>
              </a:custGeom>
              <a:solidFill>
                <a:srgbClr val="FDD380"/>
              </a:solidFill>
              <a:ln w="2646" cap="flat">
                <a:noFill/>
              </a:ln>
            </p:spPr>
          </p:sp>
          <p:sp>
            <p:nvSpPr>
              <p:cNvPr id="3084" name="ICON_C_TOPOGRAPHY_path_228"/>
              <p:cNvSpPr/>
              <p:nvPr/>
            </p:nvSpPr>
            <p:spPr>
              <a:xfrm>
                <a:off x="11366500" y="7432146"/>
                <a:ext cx="23871" cy="34396"/>
              </a:xfrm>
              <a:custGeom>
                <a:avLst/>
                <a:gdLst/>
                <a:ahLst/>
                <a:cxnLst/>
                <a:rect l="0" t="0" r="r" b="b"/>
                <a:pathLst>
                  <a:path w="1880" h="2708" fill="norm" stroke="0">
                    <a:moveTo>
                      <a:pt x="1667" y="0"/>
                    </a:moveTo>
                    <a:cubicBezTo>
                      <a:pt x="1707" y="99"/>
                      <a:pt x="1746" y="199"/>
                      <a:pt x="1784" y="300"/>
                    </a:cubicBezTo>
                    <a:cubicBezTo>
                      <a:pt x="1796" y="327"/>
                      <a:pt x="1807" y="356"/>
                      <a:pt x="1819" y="385"/>
                    </a:cubicBezTo>
                    <a:cubicBezTo>
                      <a:pt x="1829" y="412"/>
                      <a:pt x="1839" y="440"/>
                      <a:pt x="1850" y="468"/>
                    </a:cubicBezTo>
                    <a:cubicBezTo>
                      <a:pt x="1860" y="493"/>
                      <a:pt x="1869" y="518"/>
                      <a:pt x="1880" y="544"/>
                    </a:cubicBezTo>
                    <a:cubicBezTo>
                      <a:pt x="1873" y="663"/>
                      <a:pt x="1798" y="696"/>
                      <a:pt x="1715" y="773"/>
                    </a:cubicBezTo>
                    <a:cubicBezTo>
                      <a:pt x="1626" y="885"/>
                      <a:pt x="1647" y="1022"/>
                      <a:pt x="1652" y="1158"/>
                    </a:cubicBezTo>
                    <a:cubicBezTo>
                      <a:pt x="1642" y="2013"/>
                      <a:pt x="1642" y="2013"/>
                      <a:pt x="1458" y="2292"/>
                    </a:cubicBezTo>
                    <a:cubicBezTo>
                      <a:pt x="1086" y="2609"/>
                      <a:pt x="468" y="2654"/>
                      <a:pt x="0" y="2708"/>
                    </a:cubicBezTo>
                    <a:cubicBezTo>
                      <a:pt x="52" y="2555"/>
                      <a:pt x="109" y="2420"/>
                      <a:pt x="208" y="2292"/>
                    </a:cubicBezTo>
                    <a:cubicBezTo>
                      <a:pt x="314" y="2261"/>
                      <a:pt x="402" y="2264"/>
                      <a:pt x="512" y="2266"/>
                    </a:cubicBezTo>
                    <a:cubicBezTo>
                      <a:pt x="678" y="2266"/>
                      <a:pt x="806" y="2246"/>
                      <a:pt x="955" y="2174"/>
                    </a:cubicBezTo>
                    <a:cubicBezTo>
                      <a:pt x="1207" y="1909"/>
                      <a:pt x="1168" y="1381"/>
                      <a:pt x="1182" y="1035"/>
                    </a:cubicBezTo>
                    <a:cubicBezTo>
                      <a:pt x="1212" y="387"/>
                      <a:pt x="1212" y="387"/>
                      <a:pt x="1463" y="155"/>
                    </a:cubicBezTo>
                    <a:cubicBezTo>
                      <a:pt x="1578" y="61"/>
                      <a:pt x="1578" y="61"/>
                      <a:pt x="1667" y="0"/>
                    </a:cubicBezTo>
                    <a:close/>
                  </a:path>
                </a:pathLst>
              </a:custGeom>
              <a:solidFill>
                <a:srgbClr val="B3F2C5"/>
              </a:solidFill>
              <a:ln w="2646" cap="flat">
                <a:noFill/>
              </a:ln>
            </p:spPr>
          </p:sp>
          <p:sp>
            <p:nvSpPr>
              <p:cNvPr id="3085" name="ICON_C_TOPOGRAPHY_path_229"/>
              <p:cNvSpPr/>
              <p:nvPr/>
            </p:nvSpPr>
            <p:spPr>
              <a:xfrm>
                <a:off x="11557000" y="7635573"/>
                <a:ext cx="21167" cy="14941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1176" fill="norm" stroke="0">
                    <a:moveTo>
                      <a:pt x="1667" y="232"/>
                    </a:moveTo>
                    <a:cubicBezTo>
                      <a:pt x="1593" y="537"/>
                      <a:pt x="1500" y="861"/>
                      <a:pt x="1250" y="1065"/>
                    </a:cubicBezTo>
                    <a:cubicBezTo>
                      <a:pt x="849" y="1176"/>
                      <a:pt x="407" y="1115"/>
                      <a:pt x="0" y="1065"/>
                    </a:cubicBezTo>
                    <a:cubicBezTo>
                      <a:pt x="53" y="628"/>
                      <a:pt x="53" y="628"/>
                      <a:pt x="208" y="440"/>
                    </a:cubicBezTo>
                    <a:cubicBezTo>
                      <a:pt x="368" y="329"/>
                      <a:pt x="536" y="253"/>
                      <a:pt x="716" y="180"/>
                    </a:cubicBezTo>
                    <a:cubicBezTo>
                      <a:pt x="761" y="161"/>
                      <a:pt x="807" y="142"/>
                      <a:pt x="853" y="122"/>
                    </a:cubicBezTo>
                    <a:cubicBezTo>
                      <a:pt x="1188" y="0"/>
                      <a:pt x="1375" y="27"/>
                      <a:pt x="1667" y="232"/>
                    </a:cubicBezTo>
                    <a:close/>
                  </a:path>
                </a:pathLst>
              </a:custGeom>
              <a:solidFill>
                <a:srgbClr val="181965"/>
              </a:solidFill>
              <a:ln w="2646" cap="flat">
                <a:noFill/>
              </a:ln>
            </p:spPr>
          </p:sp>
          <p:sp>
            <p:nvSpPr>
              <p:cNvPr id="3086" name="ICON_C_TOPOGRAPHY_path_230"/>
              <p:cNvSpPr/>
              <p:nvPr/>
            </p:nvSpPr>
            <p:spPr>
              <a:xfrm>
                <a:off x="11375790" y="7548562"/>
                <a:ext cx="22460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1769" h="2083" fill="norm" stroke="0">
                    <a:moveTo>
                      <a:pt x="102" y="0"/>
                    </a:moveTo>
                    <a:cubicBezTo>
                      <a:pt x="789" y="616"/>
                      <a:pt x="1282" y="1303"/>
                      <a:pt x="1769" y="2083"/>
                    </a:cubicBezTo>
                    <a:cubicBezTo>
                      <a:pt x="1174" y="1933"/>
                      <a:pt x="710" y="1763"/>
                      <a:pt x="389" y="1228"/>
                    </a:cubicBezTo>
                    <a:cubicBezTo>
                      <a:pt x="160" y="828"/>
                      <a:pt x="0" y="465"/>
                      <a:pt x="102" y="0"/>
                    </a:cubicBezTo>
                    <a:close/>
                  </a:path>
                </a:pathLst>
              </a:custGeom>
              <a:solidFill>
                <a:srgbClr val="96E7E2"/>
              </a:solidFill>
              <a:ln w="2646" cap="flat">
                <a:noFill/>
              </a:ln>
            </p:spPr>
          </p:sp>
          <p:sp>
            <p:nvSpPr>
              <p:cNvPr id="3087" name="ICON_C_TOPOGRAPHY_path_231"/>
              <p:cNvSpPr/>
              <p:nvPr/>
            </p:nvSpPr>
            <p:spPr>
              <a:xfrm>
                <a:off x="11477625" y="7283979"/>
                <a:ext cx="29104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2292" h="833" fill="norm" stroke="0">
                    <a:moveTo>
                      <a:pt x="208" y="0"/>
                    </a:moveTo>
                    <a:cubicBezTo>
                      <a:pt x="264" y="32"/>
                      <a:pt x="264" y="32"/>
                      <a:pt x="547" y="195"/>
                    </a:cubicBezTo>
                    <a:cubicBezTo>
                      <a:pt x="1092" y="487"/>
                      <a:pt x="1687" y="550"/>
                      <a:pt x="2292" y="625"/>
                    </a:cubicBezTo>
                    <a:cubicBezTo>
                      <a:pt x="2292" y="694"/>
                      <a:pt x="2292" y="763"/>
                      <a:pt x="2292" y="833"/>
                    </a:cubicBezTo>
                    <a:cubicBezTo>
                      <a:pt x="1535" y="833"/>
                      <a:pt x="779" y="833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24134F"/>
              </a:solidFill>
              <a:ln w="2646" cap="flat">
                <a:noFill/>
              </a:ln>
            </p:spPr>
          </p:sp>
          <p:sp>
            <p:nvSpPr>
              <p:cNvPr id="3088" name="ICON_C_TOPOGRAPHY_path_232"/>
              <p:cNvSpPr/>
              <p:nvPr/>
            </p:nvSpPr>
            <p:spPr>
              <a:xfrm>
                <a:off x="11557000" y="7620000"/>
                <a:ext cx="15875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042" fill="norm" stroke="0">
                    <a:moveTo>
                      <a:pt x="208" y="0"/>
                    </a:moveTo>
                    <a:cubicBezTo>
                      <a:pt x="552" y="0"/>
                      <a:pt x="896" y="0"/>
                      <a:pt x="1250" y="0"/>
                    </a:cubicBezTo>
                    <a:cubicBezTo>
                      <a:pt x="1113" y="344"/>
                      <a:pt x="975" y="688"/>
                      <a:pt x="833" y="1042"/>
                    </a:cubicBezTo>
                    <a:cubicBezTo>
                      <a:pt x="558" y="973"/>
                      <a:pt x="283" y="904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418DE1"/>
              </a:solidFill>
              <a:ln w="2646" cap="flat">
                <a:noFill/>
              </a:ln>
            </p:spPr>
          </p:sp>
          <p:sp>
            <p:nvSpPr>
              <p:cNvPr id="3089" name="ICON_C_TOPOGRAPHY_path_233"/>
              <p:cNvSpPr/>
              <p:nvPr/>
            </p:nvSpPr>
            <p:spPr>
              <a:xfrm>
                <a:off x="11562292" y="7569729"/>
                <a:ext cx="26760" cy="11552"/>
              </a:xfrm>
              <a:custGeom>
                <a:avLst/>
                <a:gdLst/>
                <a:ahLst/>
                <a:cxnLst/>
                <a:rect l="0" t="0" r="r" b="b"/>
                <a:pathLst>
                  <a:path w="2107" h="910" fill="norm" stroke="0">
                    <a:moveTo>
                      <a:pt x="2083" y="0"/>
                    </a:moveTo>
                    <a:cubicBezTo>
                      <a:pt x="2089" y="100"/>
                      <a:pt x="2093" y="200"/>
                      <a:pt x="2096" y="300"/>
                    </a:cubicBezTo>
                    <a:cubicBezTo>
                      <a:pt x="2097" y="314"/>
                      <a:pt x="2097" y="314"/>
                      <a:pt x="2102" y="385"/>
                    </a:cubicBezTo>
                    <a:cubicBezTo>
                      <a:pt x="2102" y="412"/>
                      <a:pt x="2103" y="440"/>
                      <a:pt x="2104" y="468"/>
                    </a:cubicBezTo>
                    <a:cubicBezTo>
                      <a:pt x="2105" y="493"/>
                      <a:pt x="2106" y="518"/>
                      <a:pt x="2107" y="544"/>
                    </a:cubicBezTo>
                    <a:cubicBezTo>
                      <a:pt x="2067" y="681"/>
                      <a:pt x="1984" y="745"/>
                      <a:pt x="1875" y="833"/>
                    </a:cubicBezTo>
                    <a:cubicBezTo>
                      <a:pt x="1705" y="878"/>
                      <a:pt x="1535" y="881"/>
                      <a:pt x="1360" y="883"/>
                    </a:cubicBezTo>
                    <a:cubicBezTo>
                      <a:pt x="1277" y="885"/>
                      <a:pt x="1196" y="892"/>
                      <a:pt x="1114" y="898"/>
                    </a:cubicBezTo>
                    <a:cubicBezTo>
                      <a:pt x="838" y="910"/>
                      <a:pt x="658" y="876"/>
                      <a:pt x="445" y="690"/>
                    </a:cubicBezTo>
                    <a:cubicBezTo>
                      <a:pt x="287" y="539"/>
                      <a:pt x="140" y="377"/>
                      <a:pt x="0" y="208"/>
                    </a:cubicBezTo>
                    <a:cubicBezTo>
                      <a:pt x="23" y="209"/>
                      <a:pt x="46" y="209"/>
                      <a:pt x="70" y="210"/>
                    </a:cubicBezTo>
                    <a:cubicBezTo>
                      <a:pt x="310" y="214"/>
                      <a:pt x="550" y="217"/>
                      <a:pt x="790" y="220"/>
                    </a:cubicBezTo>
                    <a:cubicBezTo>
                      <a:pt x="879" y="221"/>
                      <a:pt x="969" y="222"/>
                      <a:pt x="1058" y="224"/>
                    </a:cubicBezTo>
                    <a:cubicBezTo>
                      <a:pt x="1187" y="227"/>
                      <a:pt x="1316" y="228"/>
                      <a:pt x="1445" y="229"/>
                    </a:cubicBezTo>
                    <a:cubicBezTo>
                      <a:pt x="1484" y="230"/>
                      <a:pt x="1524" y="231"/>
                      <a:pt x="1566" y="232"/>
                    </a:cubicBezTo>
                    <a:cubicBezTo>
                      <a:pt x="1876" y="232"/>
                      <a:pt x="1876" y="232"/>
                      <a:pt x="2006" y="103"/>
                    </a:cubicBezTo>
                    <a:cubicBezTo>
                      <a:pt x="2032" y="69"/>
                      <a:pt x="2057" y="35"/>
                      <a:pt x="2083" y="0"/>
                    </a:cubicBezTo>
                    <a:close/>
                  </a:path>
                </a:pathLst>
              </a:custGeom>
              <a:solidFill>
                <a:srgbClr val="A0EBDB"/>
              </a:solidFill>
              <a:ln w="2646" cap="flat">
                <a:noFill/>
              </a:ln>
            </p:spPr>
          </p:sp>
          <p:sp>
            <p:nvSpPr>
              <p:cNvPr id="3090" name="ICON_C_TOPOGRAPHY_path_234"/>
              <p:cNvSpPr/>
              <p:nvPr/>
            </p:nvSpPr>
            <p:spPr>
              <a:xfrm>
                <a:off x="11368252" y="7506229"/>
                <a:ext cx="14123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1112" h="2083" fill="norm" stroke="0">
                    <a:moveTo>
                      <a:pt x="70" y="0"/>
                    </a:moveTo>
                    <a:cubicBezTo>
                      <a:pt x="539" y="31"/>
                      <a:pt x="539" y="31"/>
                      <a:pt x="695" y="208"/>
                    </a:cubicBezTo>
                    <a:cubicBezTo>
                      <a:pt x="784" y="542"/>
                      <a:pt x="732" y="911"/>
                      <a:pt x="695" y="1250"/>
                    </a:cubicBezTo>
                    <a:cubicBezTo>
                      <a:pt x="833" y="1250"/>
                      <a:pt x="970" y="1250"/>
                      <a:pt x="1112" y="1250"/>
                    </a:cubicBezTo>
                    <a:cubicBezTo>
                      <a:pt x="1043" y="1525"/>
                      <a:pt x="975" y="1800"/>
                      <a:pt x="904" y="2083"/>
                    </a:cubicBezTo>
                    <a:cubicBezTo>
                      <a:pt x="784" y="1888"/>
                      <a:pt x="665" y="1692"/>
                      <a:pt x="548" y="1495"/>
                    </a:cubicBezTo>
                    <a:cubicBezTo>
                      <a:pt x="508" y="1428"/>
                      <a:pt x="467" y="1361"/>
                      <a:pt x="426" y="1295"/>
                    </a:cubicBezTo>
                    <a:cubicBezTo>
                      <a:pt x="153" y="853"/>
                      <a:pt x="0" y="528"/>
                      <a:pt x="70" y="0"/>
                    </a:cubicBezTo>
                    <a:close/>
                  </a:path>
                </a:pathLst>
              </a:custGeom>
              <a:solidFill>
                <a:srgbClr val="D8FBA3"/>
              </a:solidFill>
              <a:ln w="2646" cap="flat">
                <a:noFill/>
              </a:ln>
            </p:spPr>
          </p:sp>
          <p:sp>
            <p:nvSpPr>
              <p:cNvPr id="3091" name="ICON_C_TOPOGRAPHY_path_235"/>
              <p:cNvSpPr/>
              <p:nvPr/>
            </p:nvSpPr>
            <p:spPr>
              <a:xfrm>
                <a:off x="11538125" y="7416271"/>
                <a:ext cx="21521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1695" h="1667" fill="norm" stroke="0">
                    <a:moveTo>
                      <a:pt x="28" y="0"/>
                    </a:moveTo>
                    <a:cubicBezTo>
                      <a:pt x="970" y="289"/>
                      <a:pt x="970" y="289"/>
                      <a:pt x="1133" y="498"/>
                    </a:cubicBezTo>
                    <a:cubicBezTo>
                      <a:pt x="1182" y="610"/>
                      <a:pt x="1206" y="718"/>
                      <a:pt x="1227" y="839"/>
                    </a:cubicBezTo>
                    <a:cubicBezTo>
                      <a:pt x="1240" y="917"/>
                      <a:pt x="1240" y="917"/>
                      <a:pt x="1278" y="1042"/>
                    </a:cubicBezTo>
                    <a:cubicBezTo>
                      <a:pt x="1436" y="1103"/>
                      <a:pt x="1524" y="1076"/>
                      <a:pt x="1695" y="1042"/>
                    </a:cubicBezTo>
                    <a:cubicBezTo>
                      <a:pt x="1626" y="1248"/>
                      <a:pt x="1557" y="1454"/>
                      <a:pt x="1486" y="1667"/>
                    </a:cubicBezTo>
                    <a:cubicBezTo>
                      <a:pt x="1486" y="1529"/>
                      <a:pt x="1486" y="1392"/>
                      <a:pt x="1486" y="1250"/>
                    </a:cubicBezTo>
                    <a:cubicBezTo>
                      <a:pt x="1211" y="1181"/>
                      <a:pt x="936" y="1112"/>
                      <a:pt x="653" y="1042"/>
                    </a:cubicBezTo>
                    <a:cubicBezTo>
                      <a:pt x="653" y="904"/>
                      <a:pt x="653" y="767"/>
                      <a:pt x="653" y="625"/>
                    </a:cubicBezTo>
                    <a:cubicBezTo>
                      <a:pt x="534" y="563"/>
                      <a:pt x="468" y="540"/>
                      <a:pt x="340" y="521"/>
                    </a:cubicBezTo>
                    <a:cubicBezTo>
                      <a:pt x="212" y="501"/>
                      <a:pt x="147" y="479"/>
                      <a:pt x="28" y="417"/>
                    </a:cubicBezTo>
                    <a:cubicBezTo>
                      <a:pt x="0" y="275"/>
                      <a:pt x="10" y="143"/>
                      <a:pt x="28" y="0"/>
                    </a:cubicBezTo>
                    <a:close/>
                  </a:path>
                </a:pathLst>
              </a:custGeom>
              <a:solidFill>
                <a:srgbClr val="E3F8B0"/>
              </a:solidFill>
              <a:ln w="2646" cap="flat">
                <a:noFill/>
              </a:ln>
            </p:spPr>
          </p:sp>
          <p:sp>
            <p:nvSpPr>
              <p:cNvPr id="3092" name="ICON_C_TOPOGRAPHY_path_236"/>
              <p:cNvSpPr/>
              <p:nvPr/>
            </p:nvSpPr>
            <p:spPr>
              <a:xfrm>
                <a:off x="11369146" y="7335549"/>
                <a:ext cx="21167" cy="17222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1356" fill="norm" stroke="0">
                    <a:moveTo>
                      <a:pt x="1667" y="106"/>
                    </a:moveTo>
                    <a:cubicBezTo>
                      <a:pt x="1584" y="418"/>
                      <a:pt x="1470" y="801"/>
                      <a:pt x="1183" y="982"/>
                    </a:cubicBezTo>
                    <a:cubicBezTo>
                      <a:pt x="815" y="1168"/>
                      <a:pt x="399" y="1264"/>
                      <a:pt x="0" y="1356"/>
                    </a:cubicBezTo>
                    <a:cubicBezTo>
                      <a:pt x="134" y="1176"/>
                      <a:pt x="271" y="998"/>
                      <a:pt x="411" y="822"/>
                    </a:cubicBezTo>
                    <a:cubicBezTo>
                      <a:pt x="458" y="762"/>
                      <a:pt x="504" y="701"/>
                      <a:pt x="549" y="640"/>
                    </a:cubicBezTo>
                    <a:cubicBezTo>
                      <a:pt x="880" y="197"/>
                      <a:pt x="1102" y="0"/>
                      <a:pt x="1667" y="106"/>
                    </a:cubicBezTo>
                    <a:close/>
                  </a:path>
                </a:pathLst>
              </a:custGeom>
              <a:solidFill>
                <a:srgbClr val="211C64"/>
              </a:solidFill>
              <a:ln w="2646" cap="flat">
                <a:noFill/>
              </a:ln>
            </p:spPr>
          </p:sp>
          <p:sp>
            <p:nvSpPr>
              <p:cNvPr id="3093" name="ICON_C_TOPOGRAPHY_path_237"/>
              <p:cNvSpPr/>
              <p:nvPr/>
            </p:nvSpPr>
            <p:spPr>
              <a:xfrm>
                <a:off x="11485562" y="7579617"/>
                <a:ext cx="29250" cy="9178"/>
              </a:xfrm>
              <a:custGeom>
                <a:avLst/>
                <a:gdLst/>
                <a:ahLst/>
                <a:cxnLst/>
                <a:rect l="0" t="0" r="r" b="b"/>
                <a:pathLst>
                  <a:path w="2303" h="723" fill="norm" stroke="0">
                    <a:moveTo>
                      <a:pt x="0" y="55"/>
                    </a:moveTo>
                    <a:cubicBezTo>
                      <a:pt x="653" y="11"/>
                      <a:pt x="1236" y="0"/>
                      <a:pt x="1849" y="250"/>
                    </a:cubicBezTo>
                    <a:cubicBezTo>
                      <a:pt x="1894" y="268"/>
                      <a:pt x="1939" y="286"/>
                      <a:pt x="1985" y="305"/>
                    </a:cubicBezTo>
                    <a:cubicBezTo>
                      <a:pt x="2212" y="407"/>
                      <a:pt x="2212" y="407"/>
                      <a:pt x="2292" y="471"/>
                    </a:cubicBezTo>
                    <a:cubicBezTo>
                      <a:pt x="2303" y="582"/>
                      <a:pt x="2303" y="582"/>
                      <a:pt x="2292" y="680"/>
                    </a:cubicBezTo>
                    <a:cubicBezTo>
                      <a:pt x="722" y="723"/>
                      <a:pt x="722" y="723"/>
                      <a:pt x="0" y="471"/>
                    </a:cubicBezTo>
                    <a:cubicBezTo>
                      <a:pt x="0" y="334"/>
                      <a:pt x="0" y="196"/>
                      <a:pt x="0" y="55"/>
                    </a:cubicBezTo>
                    <a:close/>
                  </a:path>
                </a:pathLst>
              </a:custGeom>
              <a:solidFill>
                <a:srgbClr val="AAEDB5"/>
              </a:solidFill>
              <a:ln w="2646" cap="flat">
                <a:noFill/>
              </a:ln>
            </p:spPr>
          </p:sp>
          <p:sp>
            <p:nvSpPr>
              <p:cNvPr id="3094" name="ICON_C_TOPOGRAPHY_path_238"/>
              <p:cNvSpPr/>
              <p:nvPr/>
            </p:nvSpPr>
            <p:spPr>
              <a:xfrm>
                <a:off x="11676062" y="7486714"/>
                <a:ext cx="21167" cy="19516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1537" fill="norm" stroke="0">
                    <a:moveTo>
                      <a:pt x="1667" y="495"/>
                    </a:moveTo>
                    <a:cubicBezTo>
                      <a:pt x="1392" y="667"/>
                      <a:pt x="1392" y="667"/>
                      <a:pt x="0" y="1537"/>
                    </a:cubicBezTo>
                    <a:cubicBezTo>
                      <a:pt x="96" y="405"/>
                      <a:pt x="96" y="405"/>
                      <a:pt x="290" y="200"/>
                    </a:cubicBezTo>
                    <a:cubicBezTo>
                      <a:pt x="393" y="138"/>
                      <a:pt x="482" y="106"/>
                      <a:pt x="599" y="78"/>
                    </a:cubicBezTo>
                    <a:cubicBezTo>
                      <a:pt x="616" y="74"/>
                      <a:pt x="616" y="74"/>
                      <a:pt x="701" y="52"/>
                    </a:cubicBezTo>
                    <a:cubicBezTo>
                      <a:pt x="1120" y="0"/>
                      <a:pt x="1293" y="246"/>
                      <a:pt x="1667" y="495"/>
                    </a:cubicBezTo>
                    <a:close/>
                  </a:path>
                </a:pathLst>
              </a:custGeom>
              <a:solidFill>
                <a:srgbClr val="473776"/>
              </a:solidFill>
              <a:ln w="2646" cap="flat">
                <a:noFill/>
              </a:ln>
            </p:spPr>
          </p:sp>
          <p:sp>
            <p:nvSpPr>
              <p:cNvPr id="3095" name="ICON_C_TOPOGRAPHY_path_239"/>
              <p:cNvSpPr/>
              <p:nvPr/>
            </p:nvSpPr>
            <p:spPr>
              <a:xfrm>
                <a:off x="11400895" y="7455272"/>
                <a:ext cx="26458" cy="19206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1512" fill="norm" stroke="0">
                    <a:moveTo>
                      <a:pt x="1921" y="135"/>
                    </a:moveTo>
                    <a:cubicBezTo>
                      <a:pt x="2018" y="204"/>
                      <a:pt x="2018" y="204"/>
                      <a:pt x="2083" y="262"/>
                    </a:cubicBezTo>
                    <a:cubicBezTo>
                      <a:pt x="1430" y="840"/>
                      <a:pt x="839" y="1247"/>
                      <a:pt x="0" y="1512"/>
                    </a:cubicBezTo>
                    <a:cubicBezTo>
                      <a:pt x="50" y="1218"/>
                      <a:pt x="114" y="948"/>
                      <a:pt x="356" y="754"/>
                    </a:cubicBezTo>
                    <a:cubicBezTo>
                      <a:pt x="506" y="649"/>
                      <a:pt x="663" y="559"/>
                      <a:pt x="824" y="473"/>
                    </a:cubicBezTo>
                    <a:cubicBezTo>
                      <a:pt x="925" y="418"/>
                      <a:pt x="1023" y="360"/>
                      <a:pt x="1122" y="301"/>
                    </a:cubicBezTo>
                    <a:cubicBezTo>
                      <a:pt x="1649" y="0"/>
                      <a:pt x="1649" y="0"/>
                      <a:pt x="1921" y="135"/>
                    </a:cubicBezTo>
                    <a:close/>
                  </a:path>
                </a:pathLst>
              </a:custGeom>
              <a:solidFill>
                <a:srgbClr val="E9F590"/>
              </a:solidFill>
              <a:ln w="2646" cap="flat">
                <a:noFill/>
              </a:ln>
            </p:spPr>
          </p:sp>
          <p:sp>
            <p:nvSpPr>
              <p:cNvPr id="3096" name="ICON_C_TOPOGRAPHY_path_240"/>
              <p:cNvSpPr/>
              <p:nvPr/>
            </p:nvSpPr>
            <p:spPr>
              <a:xfrm>
                <a:off x="11559646" y="7434522"/>
                <a:ext cx="16415" cy="16145"/>
              </a:xfrm>
              <a:custGeom>
                <a:avLst/>
                <a:gdLst/>
                <a:ahLst/>
                <a:cxnLst/>
                <a:rect l="0" t="0" r="r" b="b"/>
                <a:pathLst>
                  <a:path w="1293" h="1271" fill="norm" stroke="0">
                    <a:moveTo>
                      <a:pt x="0" y="21"/>
                    </a:moveTo>
                    <a:cubicBezTo>
                      <a:pt x="168" y="17"/>
                      <a:pt x="335" y="13"/>
                      <a:pt x="508" y="8"/>
                    </a:cubicBezTo>
                    <a:cubicBezTo>
                      <a:pt x="534" y="7"/>
                      <a:pt x="534" y="7"/>
                      <a:pt x="667" y="3"/>
                    </a:cubicBezTo>
                    <a:cubicBezTo>
                      <a:pt x="863" y="0"/>
                      <a:pt x="1003" y="1"/>
                      <a:pt x="1178" y="93"/>
                    </a:cubicBezTo>
                    <a:cubicBezTo>
                      <a:pt x="1293" y="311"/>
                      <a:pt x="1272" y="522"/>
                      <a:pt x="1263" y="763"/>
                    </a:cubicBezTo>
                    <a:cubicBezTo>
                      <a:pt x="1262" y="812"/>
                      <a:pt x="1261" y="861"/>
                      <a:pt x="1260" y="911"/>
                    </a:cubicBezTo>
                    <a:cubicBezTo>
                      <a:pt x="1258" y="1031"/>
                      <a:pt x="1254" y="1151"/>
                      <a:pt x="1250" y="1271"/>
                    </a:cubicBezTo>
                    <a:cubicBezTo>
                      <a:pt x="1181" y="996"/>
                      <a:pt x="1112" y="721"/>
                      <a:pt x="1042" y="438"/>
                    </a:cubicBezTo>
                    <a:cubicBezTo>
                      <a:pt x="566" y="376"/>
                      <a:pt x="566" y="376"/>
                      <a:pt x="417" y="438"/>
                    </a:cubicBezTo>
                    <a:cubicBezTo>
                      <a:pt x="273" y="614"/>
                      <a:pt x="253" y="847"/>
                      <a:pt x="208" y="1063"/>
                    </a:cubicBezTo>
                    <a:cubicBezTo>
                      <a:pt x="140" y="719"/>
                      <a:pt x="71" y="375"/>
                      <a:pt x="0" y="21"/>
                    </a:cubicBezTo>
                    <a:close/>
                  </a:path>
                </a:pathLst>
              </a:custGeom>
              <a:solidFill>
                <a:srgbClr val="CBDE9F"/>
              </a:solidFill>
              <a:ln w="2646" cap="flat">
                <a:noFill/>
              </a:ln>
            </p:spPr>
          </p:sp>
          <p:sp>
            <p:nvSpPr>
              <p:cNvPr id="3097" name="ICON_C_TOPOGRAPHY_path_241"/>
              <p:cNvSpPr/>
              <p:nvPr/>
            </p:nvSpPr>
            <p:spPr>
              <a:xfrm>
                <a:off x="11451167" y="7439784"/>
                <a:ext cx="26458" cy="10882"/>
              </a:xfrm>
              <a:custGeom>
                <a:avLst/>
                <a:gdLst/>
                <a:ahLst/>
                <a:cxnLst/>
                <a:rect l="0" t="0" r="r" b="b"/>
                <a:pathLst>
                  <a:path w="2083" h="857" fill="norm" stroke="0">
                    <a:moveTo>
                      <a:pt x="2083" y="24"/>
                    </a:moveTo>
                    <a:cubicBezTo>
                      <a:pt x="1758" y="442"/>
                      <a:pt x="1412" y="551"/>
                      <a:pt x="911" y="675"/>
                    </a:cubicBezTo>
                    <a:cubicBezTo>
                      <a:pt x="843" y="693"/>
                      <a:pt x="775" y="711"/>
                      <a:pt x="706" y="729"/>
                    </a:cubicBezTo>
                    <a:cubicBezTo>
                      <a:pt x="541" y="774"/>
                      <a:pt x="375" y="815"/>
                      <a:pt x="208" y="857"/>
                    </a:cubicBezTo>
                    <a:cubicBezTo>
                      <a:pt x="140" y="651"/>
                      <a:pt x="71" y="444"/>
                      <a:pt x="0" y="232"/>
                    </a:cubicBezTo>
                    <a:cubicBezTo>
                      <a:pt x="699" y="2"/>
                      <a:pt x="1357" y="0"/>
                      <a:pt x="2083" y="24"/>
                    </a:cubicBezTo>
                    <a:close/>
                  </a:path>
                </a:pathLst>
              </a:custGeom>
              <a:solidFill>
                <a:srgbClr val="E6F18B"/>
              </a:solidFill>
              <a:ln w="2646" cap="flat">
                <a:noFill/>
              </a:ln>
            </p:spPr>
          </p:sp>
          <p:sp>
            <p:nvSpPr>
              <p:cNvPr id="3098" name="ICON_C_TOPOGRAPHY_path_242"/>
              <p:cNvSpPr/>
              <p:nvPr/>
            </p:nvSpPr>
            <p:spPr>
              <a:xfrm>
                <a:off x="11445573" y="7389812"/>
                <a:ext cx="8239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649" h="1458" fill="norm" stroke="0">
                    <a:moveTo>
                      <a:pt x="649" y="0"/>
                    </a:moveTo>
                    <a:cubicBezTo>
                      <a:pt x="649" y="481"/>
                      <a:pt x="649" y="962"/>
                      <a:pt x="649" y="1458"/>
                    </a:cubicBezTo>
                    <a:cubicBezTo>
                      <a:pt x="442" y="1458"/>
                      <a:pt x="236" y="1458"/>
                      <a:pt x="24" y="1458"/>
                    </a:cubicBezTo>
                    <a:cubicBezTo>
                      <a:pt x="19" y="1284"/>
                      <a:pt x="15" y="1110"/>
                      <a:pt x="12" y="936"/>
                    </a:cubicBezTo>
                    <a:cubicBezTo>
                      <a:pt x="11" y="876"/>
                      <a:pt x="10" y="817"/>
                      <a:pt x="8" y="758"/>
                    </a:cubicBezTo>
                    <a:cubicBezTo>
                      <a:pt x="5" y="673"/>
                      <a:pt x="4" y="587"/>
                      <a:pt x="3" y="502"/>
                    </a:cubicBezTo>
                    <a:cubicBezTo>
                      <a:pt x="2" y="451"/>
                      <a:pt x="1" y="400"/>
                      <a:pt x="0" y="347"/>
                    </a:cubicBezTo>
                    <a:cubicBezTo>
                      <a:pt x="24" y="208"/>
                      <a:pt x="24" y="208"/>
                      <a:pt x="103" y="86"/>
                    </a:cubicBezTo>
                    <a:cubicBezTo>
                      <a:pt x="232" y="0"/>
                      <a:pt x="232" y="0"/>
                      <a:pt x="649" y="0"/>
                    </a:cubicBezTo>
                    <a:close/>
                  </a:path>
                </a:pathLst>
              </a:custGeom>
              <a:solidFill>
                <a:srgbClr val="4AB4D6"/>
              </a:solidFill>
              <a:ln w="2646" cap="flat">
                <a:noFill/>
              </a:ln>
            </p:spPr>
          </p:sp>
          <p:sp>
            <p:nvSpPr>
              <p:cNvPr id="3099" name="ICON_C_TOPOGRAPHY_path_243"/>
              <p:cNvSpPr/>
              <p:nvPr/>
            </p:nvSpPr>
            <p:spPr>
              <a:xfrm>
                <a:off x="11533188" y="7381875"/>
                <a:ext cx="15875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250" fill="norm" stroke="0">
                    <a:moveTo>
                      <a:pt x="0" y="0"/>
                    </a:moveTo>
                    <a:cubicBezTo>
                      <a:pt x="413" y="0"/>
                      <a:pt x="825" y="0"/>
                      <a:pt x="1250" y="0"/>
                    </a:cubicBezTo>
                    <a:cubicBezTo>
                      <a:pt x="1250" y="413"/>
                      <a:pt x="1250" y="825"/>
                      <a:pt x="1250" y="1250"/>
                    </a:cubicBezTo>
                    <a:cubicBezTo>
                      <a:pt x="648" y="899"/>
                      <a:pt x="648" y="899"/>
                      <a:pt x="584" y="713"/>
                    </a:cubicBezTo>
                    <a:cubicBezTo>
                      <a:pt x="586" y="599"/>
                      <a:pt x="586" y="599"/>
                      <a:pt x="625" y="417"/>
                    </a:cubicBezTo>
                    <a:cubicBezTo>
                      <a:pt x="419" y="417"/>
                      <a:pt x="212" y="417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6ED5E5"/>
              </a:solidFill>
              <a:ln w="2646" cap="flat">
                <a:noFill/>
              </a:ln>
            </p:spPr>
          </p:sp>
          <p:sp>
            <p:nvSpPr>
              <p:cNvPr id="3100" name="ICON_C_TOPOGRAPHY_path_244"/>
              <p:cNvSpPr/>
              <p:nvPr/>
            </p:nvSpPr>
            <p:spPr>
              <a:xfrm>
                <a:off x="11635933" y="7363354"/>
                <a:ext cx="14806" cy="21656"/>
              </a:xfrm>
              <a:custGeom>
                <a:avLst/>
                <a:gdLst/>
                <a:ahLst/>
                <a:cxnLst/>
                <a:rect l="0" t="0" r="r" b="b"/>
                <a:pathLst>
                  <a:path w="1166" h="1705" fill="norm" stroke="0">
                    <a:moveTo>
                      <a:pt x="35" y="0"/>
                    </a:moveTo>
                    <a:cubicBezTo>
                      <a:pt x="996" y="636"/>
                      <a:pt x="996" y="636"/>
                      <a:pt x="1126" y="955"/>
                    </a:cubicBezTo>
                    <a:cubicBezTo>
                      <a:pt x="1166" y="1196"/>
                      <a:pt x="1138" y="1430"/>
                      <a:pt x="1076" y="1667"/>
                    </a:cubicBezTo>
                    <a:cubicBezTo>
                      <a:pt x="928" y="1698"/>
                      <a:pt x="807" y="1705"/>
                      <a:pt x="660" y="1667"/>
                    </a:cubicBezTo>
                    <a:cubicBezTo>
                      <a:pt x="532" y="1546"/>
                      <a:pt x="446" y="1408"/>
                      <a:pt x="361" y="1256"/>
                    </a:cubicBezTo>
                    <a:cubicBezTo>
                      <a:pt x="322" y="1186"/>
                      <a:pt x="280" y="1118"/>
                      <a:pt x="237" y="1050"/>
                    </a:cubicBezTo>
                    <a:cubicBezTo>
                      <a:pt x="26" y="700"/>
                      <a:pt x="0" y="403"/>
                      <a:pt x="35" y="0"/>
                    </a:cubicBezTo>
                    <a:close/>
                  </a:path>
                </a:pathLst>
              </a:custGeom>
              <a:solidFill>
                <a:srgbClr val="0C165D"/>
              </a:solidFill>
              <a:ln w="2646" cap="flat">
                <a:noFill/>
              </a:ln>
            </p:spPr>
          </p:sp>
          <p:sp>
            <p:nvSpPr>
              <p:cNvPr id="3101" name="ICON_C_TOPOGRAPHY_path_245"/>
              <p:cNvSpPr/>
              <p:nvPr/>
            </p:nvSpPr>
            <p:spPr>
              <a:xfrm>
                <a:off x="11400896" y="7604125"/>
                <a:ext cx="29104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2292" h="1042" fill="norm" stroke="0">
                    <a:moveTo>
                      <a:pt x="0" y="0"/>
                    </a:moveTo>
                    <a:cubicBezTo>
                      <a:pt x="378" y="69"/>
                      <a:pt x="378" y="69"/>
                      <a:pt x="2292" y="417"/>
                    </a:cubicBezTo>
                    <a:cubicBezTo>
                      <a:pt x="2292" y="485"/>
                      <a:pt x="2292" y="554"/>
                      <a:pt x="2292" y="625"/>
                    </a:cubicBezTo>
                    <a:cubicBezTo>
                      <a:pt x="2242" y="623"/>
                      <a:pt x="2193" y="621"/>
                      <a:pt x="2142" y="618"/>
                    </a:cubicBezTo>
                    <a:cubicBezTo>
                      <a:pt x="1958" y="611"/>
                      <a:pt x="1775" y="606"/>
                      <a:pt x="1591" y="602"/>
                    </a:cubicBezTo>
                    <a:cubicBezTo>
                      <a:pt x="1512" y="600"/>
                      <a:pt x="1432" y="597"/>
                      <a:pt x="1353" y="594"/>
                    </a:cubicBezTo>
                    <a:cubicBezTo>
                      <a:pt x="1239" y="589"/>
                      <a:pt x="1124" y="586"/>
                      <a:pt x="1010" y="584"/>
                    </a:cubicBezTo>
                    <a:cubicBezTo>
                      <a:pt x="975" y="582"/>
                      <a:pt x="939" y="580"/>
                      <a:pt x="903" y="578"/>
                    </a:cubicBezTo>
                    <a:cubicBezTo>
                      <a:pt x="802" y="578"/>
                      <a:pt x="802" y="578"/>
                      <a:pt x="625" y="625"/>
                    </a:cubicBezTo>
                    <a:cubicBezTo>
                      <a:pt x="556" y="763"/>
                      <a:pt x="487" y="900"/>
                      <a:pt x="417" y="1042"/>
                    </a:cubicBezTo>
                    <a:cubicBezTo>
                      <a:pt x="279" y="698"/>
                      <a:pt x="142" y="354"/>
                      <a:pt x="0" y="0"/>
                    </a:cubicBezTo>
                    <a:close/>
                  </a:path>
                </a:pathLst>
              </a:custGeom>
              <a:solidFill>
                <a:srgbClr val="5CABE3"/>
              </a:solidFill>
              <a:ln w="2646" cap="flat">
                <a:noFill/>
              </a:ln>
            </p:spPr>
          </p:sp>
          <p:sp>
            <p:nvSpPr>
              <p:cNvPr id="3102" name="ICON_C_TOPOGRAPHY_path_246"/>
              <p:cNvSpPr/>
              <p:nvPr/>
            </p:nvSpPr>
            <p:spPr>
              <a:xfrm>
                <a:off x="11625242" y="7582802"/>
                <a:ext cx="16425" cy="18677"/>
              </a:xfrm>
              <a:custGeom>
                <a:avLst/>
                <a:gdLst/>
                <a:ahLst/>
                <a:cxnLst/>
                <a:rect l="0" t="0" r="r" b="b"/>
                <a:pathLst>
                  <a:path w="1293" h="1471" fill="norm" stroke="0">
                    <a:moveTo>
                      <a:pt x="997" y="35"/>
                    </a:moveTo>
                    <a:cubicBezTo>
                      <a:pt x="1105" y="89"/>
                      <a:pt x="1198" y="147"/>
                      <a:pt x="1293" y="221"/>
                    </a:cubicBezTo>
                    <a:cubicBezTo>
                      <a:pt x="1199" y="749"/>
                      <a:pt x="1115" y="1141"/>
                      <a:pt x="668" y="1471"/>
                    </a:cubicBezTo>
                    <a:cubicBezTo>
                      <a:pt x="668" y="1333"/>
                      <a:pt x="668" y="1196"/>
                      <a:pt x="668" y="1054"/>
                    </a:cubicBezTo>
                    <a:cubicBezTo>
                      <a:pt x="462" y="1123"/>
                      <a:pt x="256" y="1191"/>
                      <a:pt x="43" y="1262"/>
                    </a:cubicBezTo>
                    <a:cubicBezTo>
                      <a:pt x="14" y="1049"/>
                      <a:pt x="0" y="916"/>
                      <a:pt x="115" y="730"/>
                    </a:cubicBezTo>
                    <a:cubicBezTo>
                      <a:pt x="199" y="630"/>
                      <a:pt x="284" y="538"/>
                      <a:pt x="376" y="447"/>
                    </a:cubicBezTo>
                    <a:cubicBezTo>
                      <a:pt x="434" y="390"/>
                      <a:pt x="489" y="330"/>
                      <a:pt x="544" y="270"/>
                    </a:cubicBezTo>
                    <a:cubicBezTo>
                      <a:pt x="813" y="0"/>
                      <a:pt x="813" y="0"/>
                      <a:pt x="997" y="35"/>
                    </a:cubicBezTo>
                    <a:close/>
                  </a:path>
                </a:pathLst>
              </a:custGeom>
              <a:solidFill>
                <a:srgbClr val="1A256A"/>
              </a:solidFill>
              <a:ln w="2646" cap="flat">
                <a:noFill/>
              </a:ln>
            </p:spPr>
          </p:sp>
          <p:sp>
            <p:nvSpPr>
              <p:cNvPr id="3103" name="ICON_C_TOPOGRAPHY_path_247"/>
              <p:cNvSpPr/>
              <p:nvPr/>
            </p:nvSpPr>
            <p:spPr>
              <a:xfrm>
                <a:off x="11344397" y="7565903"/>
                <a:ext cx="14166" cy="17055"/>
              </a:xfrm>
              <a:custGeom>
                <a:avLst/>
                <a:gdLst/>
                <a:ahLst/>
                <a:cxnLst/>
                <a:rect l="0" t="0" r="r" b="b"/>
                <a:pathLst>
                  <a:path w="1115" h="1343" fill="norm" stroke="0">
                    <a:moveTo>
                      <a:pt x="74" y="93"/>
                    </a:moveTo>
                    <a:cubicBezTo>
                      <a:pt x="256" y="38"/>
                      <a:pt x="429" y="0"/>
                      <a:pt x="618" y="44"/>
                    </a:cubicBezTo>
                    <a:cubicBezTo>
                      <a:pt x="911" y="222"/>
                      <a:pt x="1023" y="822"/>
                      <a:pt x="1115" y="1135"/>
                    </a:cubicBezTo>
                    <a:cubicBezTo>
                      <a:pt x="917" y="1232"/>
                      <a:pt x="715" y="1331"/>
                      <a:pt x="490" y="1343"/>
                    </a:cubicBezTo>
                    <a:cubicBezTo>
                      <a:pt x="311" y="1276"/>
                      <a:pt x="199" y="1179"/>
                      <a:pt x="105" y="1010"/>
                    </a:cubicBezTo>
                    <a:cubicBezTo>
                      <a:pt x="0" y="726"/>
                      <a:pt x="46" y="389"/>
                      <a:pt x="74" y="93"/>
                    </a:cubicBezTo>
                    <a:close/>
                  </a:path>
                </a:pathLst>
              </a:custGeom>
              <a:solidFill>
                <a:srgbClr val="191E61"/>
              </a:solidFill>
              <a:ln w="2646" cap="flat">
                <a:noFill/>
              </a:ln>
            </p:spPr>
          </p:sp>
          <p:sp>
            <p:nvSpPr>
              <p:cNvPr id="3104" name="ICON_C_TOPOGRAPHY_path_248"/>
              <p:cNvSpPr/>
              <p:nvPr/>
            </p:nvSpPr>
            <p:spPr>
              <a:xfrm>
                <a:off x="11329458" y="7524750"/>
                <a:ext cx="10583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875" fill="norm" stroke="0">
                    <a:moveTo>
                      <a:pt x="0" y="0"/>
                    </a:moveTo>
                    <a:cubicBezTo>
                      <a:pt x="138" y="0"/>
                      <a:pt x="275" y="0"/>
                      <a:pt x="417" y="0"/>
                    </a:cubicBezTo>
                    <a:cubicBezTo>
                      <a:pt x="554" y="550"/>
                      <a:pt x="692" y="1100"/>
                      <a:pt x="833" y="1667"/>
                    </a:cubicBezTo>
                    <a:cubicBezTo>
                      <a:pt x="627" y="1735"/>
                      <a:pt x="421" y="1804"/>
                      <a:pt x="208" y="1875"/>
                    </a:cubicBezTo>
                    <a:cubicBezTo>
                      <a:pt x="140" y="1256"/>
                      <a:pt x="71" y="638"/>
                      <a:pt x="0" y="0"/>
                    </a:cubicBezTo>
                    <a:close/>
                  </a:path>
                </a:pathLst>
              </a:custGeom>
              <a:solidFill>
                <a:srgbClr val="0C1F67"/>
              </a:solidFill>
              <a:ln w="2646" cap="flat">
                <a:noFill/>
              </a:ln>
            </p:spPr>
          </p:sp>
          <p:sp>
            <p:nvSpPr>
              <p:cNvPr id="3105" name="ICON_C_TOPOGRAPHY_path_249"/>
              <p:cNvSpPr/>
              <p:nvPr/>
            </p:nvSpPr>
            <p:spPr>
              <a:xfrm>
                <a:off x="11612017" y="7514167"/>
                <a:ext cx="14571" cy="26458"/>
              </a:xfrm>
              <a:custGeom>
                <a:avLst/>
                <a:gdLst/>
                <a:ahLst/>
                <a:cxnLst/>
                <a:rect l="0" t="0" r="r" b="b"/>
                <a:pathLst>
                  <a:path w="1147" h="2083" fill="norm" stroke="0">
                    <a:moveTo>
                      <a:pt x="876" y="0"/>
                    </a:moveTo>
                    <a:cubicBezTo>
                      <a:pt x="1039" y="258"/>
                      <a:pt x="1147" y="528"/>
                      <a:pt x="1085" y="833"/>
                    </a:cubicBezTo>
                    <a:cubicBezTo>
                      <a:pt x="844" y="1307"/>
                      <a:pt x="410" y="1706"/>
                      <a:pt x="43" y="2083"/>
                    </a:cubicBezTo>
                    <a:cubicBezTo>
                      <a:pt x="0" y="1619"/>
                      <a:pt x="77" y="1298"/>
                      <a:pt x="299" y="889"/>
                    </a:cubicBezTo>
                    <a:cubicBezTo>
                      <a:pt x="343" y="806"/>
                      <a:pt x="385" y="724"/>
                      <a:pt x="428" y="640"/>
                    </a:cubicBezTo>
                    <a:cubicBezTo>
                      <a:pt x="455" y="587"/>
                      <a:pt x="483" y="534"/>
                      <a:pt x="511" y="480"/>
                    </a:cubicBezTo>
                    <a:cubicBezTo>
                      <a:pt x="524" y="456"/>
                      <a:pt x="536" y="431"/>
                      <a:pt x="549" y="406"/>
                    </a:cubicBezTo>
                    <a:cubicBezTo>
                      <a:pt x="639" y="241"/>
                      <a:pt x="740" y="126"/>
                      <a:pt x="876" y="0"/>
                    </a:cubicBezTo>
                    <a:close/>
                  </a:path>
                </a:pathLst>
              </a:custGeom>
              <a:solidFill>
                <a:srgbClr val="C3F7B1"/>
              </a:solidFill>
              <a:ln w="2646" cap="flat">
                <a:noFill/>
              </a:ln>
            </p:spPr>
          </p:sp>
          <p:sp>
            <p:nvSpPr>
              <p:cNvPr id="3106" name="ICON_C_TOPOGRAPHY_path_250"/>
              <p:cNvSpPr/>
              <p:nvPr/>
            </p:nvSpPr>
            <p:spPr>
              <a:xfrm>
                <a:off x="11336515" y="7450667"/>
                <a:ext cx="9372" cy="37042"/>
              </a:xfrm>
              <a:custGeom>
                <a:avLst/>
                <a:gdLst/>
                <a:ahLst/>
                <a:cxnLst/>
                <a:rect l="0" t="0" r="r" b="b"/>
                <a:pathLst>
                  <a:path w="738" h="2917" fill="norm" stroke="0">
                    <a:moveTo>
                      <a:pt x="486" y="0"/>
                    </a:moveTo>
                    <a:cubicBezTo>
                      <a:pt x="738" y="691"/>
                      <a:pt x="664" y="1222"/>
                      <a:pt x="499" y="1927"/>
                    </a:cubicBezTo>
                    <a:cubicBezTo>
                      <a:pt x="478" y="2024"/>
                      <a:pt x="457" y="2120"/>
                      <a:pt x="436" y="2217"/>
                    </a:cubicBezTo>
                    <a:cubicBezTo>
                      <a:pt x="385" y="2451"/>
                      <a:pt x="332" y="2684"/>
                      <a:pt x="278" y="2917"/>
                    </a:cubicBezTo>
                    <a:cubicBezTo>
                      <a:pt x="209" y="2917"/>
                      <a:pt x="140" y="2917"/>
                      <a:pt x="69" y="2917"/>
                    </a:cubicBezTo>
                    <a:cubicBezTo>
                      <a:pt x="60" y="2629"/>
                      <a:pt x="52" y="2341"/>
                      <a:pt x="48" y="2053"/>
                    </a:cubicBezTo>
                    <a:cubicBezTo>
                      <a:pt x="46" y="1919"/>
                      <a:pt x="43" y="1785"/>
                      <a:pt x="38" y="1651"/>
                    </a:cubicBezTo>
                    <a:cubicBezTo>
                      <a:pt x="0" y="562"/>
                      <a:pt x="0" y="562"/>
                      <a:pt x="396" y="95"/>
                    </a:cubicBezTo>
                    <a:cubicBezTo>
                      <a:pt x="411" y="79"/>
                      <a:pt x="411" y="79"/>
                      <a:pt x="486" y="0"/>
                    </a:cubicBezTo>
                    <a:close/>
                  </a:path>
                </a:pathLst>
              </a:custGeom>
              <a:solidFill>
                <a:srgbClr val="7FF1F2"/>
              </a:solidFill>
              <a:ln w="2646" cap="flat">
                <a:noFill/>
              </a:ln>
            </p:spPr>
          </p:sp>
          <p:sp>
            <p:nvSpPr>
              <p:cNvPr id="3107" name="ICON_C_TOPOGRAPHY_path_251"/>
              <p:cNvSpPr/>
              <p:nvPr/>
            </p:nvSpPr>
            <p:spPr>
              <a:xfrm>
                <a:off x="11551708" y="7400396"/>
                <a:ext cx="23812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1458" fill="norm" stroke="0">
                    <a:moveTo>
                      <a:pt x="1458" y="0"/>
                    </a:moveTo>
                    <a:cubicBezTo>
                      <a:pt x="1596" y="69"/>
                      <a:pt x="1733" y="138"/>
                      <a:pt x="1875" y="208"/>
                    </a:cubicBezTo>
                    <a:cubicBezTo>
                      <a:pt x="1746" y="492"/>
                      <a:pt x="1608" y="768"/>
                      <a:pt x="1458" y="1042"/>
                    </a:cubicBezTo>
                    <a:cubicBezTo>
                      <a:pt x="1444" y="1069"/>
                      <a:pt x="1429" y="1097"/>
                      <a:pt x="1415" y="1125"/>
                    </a:cubicBezTo>
                    <a:cubicBezTo>
                      <a:pt x="1317" y="1300"/>
                      <a:pt x="1233" y="1394"/>
                      <a:pt x="1042" y="1458"/>
                    </a:cubicBezTo>
                    <a:cubicBezTo>
                      <a:pt x="686" y="1445"/>
                      <a:pt x="340" y="1348"/>
                      <a:pt x="0" y="1250"/>
                    </a:cubicBezTo>
                    <a:cubicBezTo>
                      <a:pt x="22" y="1249"/>
                      <a:pt x="44" y="1248"/>
                      <a:pt x="67" y="1247"/>
                    </a:cubicBezTo>
                    <a:cubicBezTo>
                      <a:pt x="393" y="1225"/>
                      <a:pt x="707" y="1182"/>
                      <a:pt x="934" y="930"/>
                    </a:cubicBezTo>
                    <a:cubicBezTo>
                      <a:pt x="1144" y="643"/>
                      <a:pt x="1305" y="320"/>
                      <a:pt x="1458" y="0"/>
                    </a:cubicBezTo>
                    <a:close/>
                  </a:path>
                </a:pathLst>
              </a:custGeom>
              <a:solidFill>
                <a:srgbClr val="A7EED2"/>
              </a:solidFill>
              <a:ln w="2646" cap="flat">
                <a:noFill/>
              </a:ln>
            </p:spPr>
          </p:sp>
          <p:sp>
            <p:nvSpPr>
              <p:cNvPr id="3108" name="ICON_C_TOPOGRAPHY_path_252"/>
              <p:cNvSpPr/>
              <p:nvPr/>
            </p:nvSpPr>
            <p:spPr>
              <a:xfrm>
                <a:off x="11361208" y="7349445"/>
                <a:ext cx="18521" cy="16555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1304" fill="norm" stroke="0">
                    <a:moveTo>
                      <a:pt x="1458" y="262"/>
                    </a:moveTo>
                    <a:cubicBezTo>
                      <a:pt x="1115" y="606"/>
                      <a:pt x="771" y="949"/>
                      <a:pt x="417" y="1304"/>
                    </a:cubicBezTo>
                    <a:cubicBezTo>
                      <a:pt x="279" y="1166"/>
                      <a:pt x="142" y="1029"/>
                      <a:pt x="0" y="887"/>
                    </a:cubicBezTo>
                    <a:cubicBezTo>
                      <a:pt x="182" y="546"/>
                      <a:pt x="348" y="237"/>
                      <a:pt x="729" y="106"/>
                    </a:cubicBezTo>
                    <a:cubicBezTo>
                      <a:pt x="754" y="96"/>
                      <a:pt x="779" y="87"/>
                      <a:pt x="804" y="77"/>
                    </a:cubicBezTo>
                    <a:cubicBezTo>
                      <a:pt x="1084" y="0"/>
                      <a:pt x="1166" y="116"/>
                      <a:pt x="1458" y="262"/>
                    </a:cubicBezTo>
                    <a:close/>
                  </a:path>
                </a:pathLst>
              </a:custGeom>
              <a:solidFill>
                <a:srgbClr val="161369"/>
              </a:solidFill>
              <a:ln w="2646" cap="flat">
                <a:noFill/>
              </a:ln>
            </p:spPr>
          </p:sp>
          <p:sp>
            <p:nvSpPr>
              <p:cNvPr id="3109" name="ICON_C_TOPOGRAPHY_path_253"/>
              <p:cNvSpPr/>
              <p:nvPr/>
            </p:nvSpPr>
            <p:spPr>
              <a:xfrm>
                <a:off x="11567583" y="7305146"/>
                <a:ext cx="21167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1042" fill="norm" stroke="0">
                    <a:moveTo>
                      <a:pt x="417" y="0"/>
                    </a:moveTo>
                    <a:cubicBezTo>
                      <a:pt x="829" y="138"/>
                      <a:pt x="1242" y="275"/>
                      <a:pt x="1667" y="417"/>
                    </a:cubicBezTo>
                    <a:cubicBezTo>
                      <a:pt x="1274" y="954"/>
                      <a:pt x="1274" y="954"/>
                      <a:pt x="1042" y="1042"/>
                    </a:cubicBezTo>
                    <a:cubicBezTo>
                      <a:pt x="673" y="1010"/>
                      <a:pt x="318" y="804"/>
                      <a:pt x="0" y="625"/>
                    </a:cubicBezTo>
                    <a:cubicBezTo>
                      <a:pt x="30" y="615"/>
                      <a:pt x="60" y="605"/>
                      <a:pt x="91" y="594"/>
                    </a:cubicBezTo>
                    <a:cubicBezTo>
                      <a:pt x="110" y="586"/>
                      <a:pt x="110" y="586"/>
                      <a:pt x="208" y="547"/>
                    </a:cubicBezTo>
                    <a:cubicBezTo>
                      <a:pt x="247" y="532"/>
                      <a:pt x="286" y="518"/>
                      <a:pt x="325" y="503"/>
                    </a:cubicBezTo>
                    <a:cubicBezTo>
                      <a:pt x="356" y="474"/>
                      <a:pt x="386" y="446"/>
                      <a:pt x="417" y="417"/>
                    </a:cubicBezTo>
                    <a:cubicBezTo>
                      <a:pt x="417" y="279"/>
                      <a:pt x="417" y="142"/>
                      <a:pt x="417" y="0"/>
                    </a:cubicBezTo>
                    <a:close/>
                  </a:path>
                </a:pathLst>
              </a:custGeom>
              <a:solidFill>
                <a:srgbClr val="363883"/>
              </a:solidFill>
              <a:ln w="2646" cap="flat">
                <a:noFill/>
              </a:ln>
            </p:spPr>
          </p:sp>
          <p:sp>
            <p:nvSpPr>
              <p:cNvPr id="3110" name="ICON_C_TOPOGRAPHY_path_254"/>
              <p:cNvSpPr/>
              <p:nvPr/>
            </p:nvSpPr>
            <p:spPr>
              <a:xfrm>
                <a:off x="11519958" y="7281333"/>
                <a:ext cx="23812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833" fill="norm" stroke="0">
                    <a:moveTo>
                      <a:pt x="0" y="0"/>
                    </a:moveTo>
                    <a:cubicBezTo>
                      <a:pt x="234" y="14"/>
                      <a:pt x="467" y="33"/>
                      <a:pt x="701" y="55"/>
                    </a:cubicBezTo>
                    <a:cubicBezTo>
                      <a:pt x="780" y="62"/>
                      <a:pt x="859" y="67"/>
                      <a:pt x="939" y="72"/>
                    </a:cubicBezTo>
                    <a:cubicBezTo>
                      <a:pt x="1473" y="105"/>
                      <a:pt x="1473" y="105"/>
                      <a:pt x="1667" y="208"/>
                    </a:cubicBezTo>
                    <a:cubicBezTo>
                      <a:pt x="1815" y="385"/>
                      <a:pt x="1848" y="610"/>
                      <a:pt x="1875" y="833"/>
                    </a:cubicBezTo>
                    <a:cubicBezTo>
                      <a:pt x="611" y="722"/>
                      <a:pt x="611" y="722"/>
                      <a:pt x="234" y="300"/>
                    </a:cubicBezTo>
                    <a:cubicBezTo>
                      <a:pt x="155" y="201"/>
                      <a:pt x="77" y="101"/>
                      <a:pt x="0" y="0"/>
                    </a:cubicBezTo>
                    <a:close/>
                  </a:path>
                </a:pathLst>
              </a:custGeom>
              <a:solidFill>
                <a:srgbClr val="BEB9CA"/>
              </a:solidFill>
              <a:ln w="2646" cap="flat">
                <a:noFill/>
              </a:ln>
            </p:spPr>
          </p:sp>
          <p:sp>
            <p:nvSpPr>
              <p:cNvPr id="3111" name="ICON_C_TOPOGRAPHY_path_255"/>
              <p:cNvSpPr/>
              <p:nvPr/>
            </p:nvSpPr>
            <p:spPr>
              <a:xfrm>
                <a:off x="11379316" y="7593542"/>
                <a:ext cx="16288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283" h="1458" fill="norm" stroke="0">
                    <a:moveTo>
                      <a:pt x="33" y="0"/>
                    </a:moveTo>
                    <a:cubicBezTo>
                      <a:pt x="170" y="0"/>
                      <a:pt x="308" y="0"/>
                      <a:pt x="449" y="0"/>
                    </a:cubicBezTo>
                    <a:cubicBezTo>
                      <a:pt x="441" y="64"/>
                      <a:pt x="432" y="128"/>
                      <a:pt x="423" y="194"/>
                    </a:cubicBezTo>
                    <a:cubicBezTo>
                      <a:pt x="423" y="309"/>
                      <a:pt x="423" y="309"/>
                      <a:pt x="449" y="417"/>
                    </a:cubicBezTo>
                    <a:cubicBezTo>
                      <a:pt x="571" y="531"/>
                      <a:pt x="712" y="588"/>
                      <a:pt x="866" y="651"/>
                    </a:cubicBezTo>
                    <a:cubicBezTo>
                      <a:pt x="906" y="669"/>
                      <a:pt x="945" y="687"/>
                      <a:pt x="986" y="706"/>
                    </a:cubicBezTo>
                    <a:cubicBezTo>
                      <a:pt x="1084" y="750"/>
                      <a:pt x="1183" y="792"/>
                      <a:pt x="1283" y="833"/>
                    </a:cubicBezTo>
                    <a:cubicBezTo>
                      <a:pt x="1214" y="1040"/>
                      <a:pt x="1145" y="1246"/>
                      <a:pt x="1074" y="1458"/>
                    </a:cubicBezTo>
                    <a:cubicBezTo>
                      <a:pt x="925" y="1319"/>
                      <a:pt x="776" y="1178"/>
                      <a:pt x="629" y="1036"/>
                    </a:cubicBezTo>
                    <a:cubicBezTo>
                      <a:pt x="579" y="988"/>
                      <a:pt x="529" y="940"/>
                      <a:pt x="478" y="893"/>
                    </a:cubicBezTo>
                    <a:cubicBezTo>
                      <a:pt x="54" y="499"/>
                      <a:pt x="54" y="499"/>
                      <a:pt x="0" y="290"/>
                    </a:cubicBezTo>
                    <a:cubicBezTo>
                      <a:pt x="0" y="174"/>
                      <a:pt x="0" y="174"/>
                      <a:pt x="33" y="0"/>
                    </a:cubicBezTo>
                    <a:close/>
                  </a:path>
                </a:pathLst>
              </a:custGeom>
              <a:solidFill>
                <a:srgbClr val="6CA7EA"/>
              </a:solidFill>
              <a:ln w="2646" cap="flat">
                <a:noFill/>
              </a:ln>
            </p:spPr>
          </p:sp>
          <p:sp>
            <p:nvSpPr>
              <p:cNvPr id="3112" name="ICON_C_TOPOGRAPHY_path_256"/>
              <p:cNvSpPr/>
              <p:nvPr/>
            </p:nvSpPr>
            <p:spPr>
              <a:xfrm>
                <a:off x="11485562" y="7529753"/>
                <a:ext cx="23812" cy="12652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996" fill="norm" stroke="0">
                    <a:moveTo>
                      <a:pt x="1875" y="23"/>
                    </a:moveTo>
                    <a:cubicBezTo>
                      <a:pt x="1813" y="336"/>
                      <a:pt x="1723" y="659"/>
                      <a:pt x="1458" y="856"/>
                    </a:cubicBezTo>
                    <a:cubicBezTo>
                      <a:pt x="1009" y="996"/>
                      <a:pt x="460" y="904"/>
                      <a:pt x="0" y="856"/>
                    </a:cubicBezTo>
                    <a:cubicBezTo>
                      <a:pt x="340" y="617"/>
                      <a:pt x="685" y="397"/>
                      <a:pt x="1055" y="205"/>
                    </a:cubicBezTo>
                    <a:cubicBezTo>
                      <a:pt x="1089" y="187"/>
                      <a:pt x="1122" y="169"/>
                      <a:pt x="1157" y="150"/>
                    </a:cubicBezTo>
                    <a:cubicBezTo>
                      <a:pt x="1402" y="26"/>
                      <a:pt x="1602" y="0"/>
                      <a:pt x="1875" y="23"/>
                    </a:cubicBezTo>
                    <a:close/>
                  </a:path>
                </a:pathLst>
              </a:custGeom>
              <a:solidFill>
                <a:srgbClr val="F29E77"/>
              </a:solidFill>
              <a:ln w="2646" cap="flat">
                <a:noFill/>
              </a:ln>
            </p:spPr>
          </p:sp>
          <p:sp>
            <p:nvSpPr>
              <p:cNvPr id="3113" name="ICON_C_TOPOGRAPHY_path_257"/>
              <p:cNvSpPr/>
              <p:nvPr/>
            </p:nvSpPr>
            <p:spPr>
              <a:xfrm>
                <a:off x="11612081" y="7426854"/>
                <a:ext cx="24717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1946" h="1458" fill="norm" stroke="0">
                    <a:moveTo>
                      <a:pt x="38" y="0"/>
                    </a:moveTo>
                    <a:cubicBezTo>
                      <a:pt x="306" y="139"/>
                      <a:pt x="573" y="279"/>
                      <a:pt x="839" y="422"/>
                    </a:cubicBezTo>
                    <a:cubicBezTo>
                      <a:pt x="930" y="470"/>
                      <a:pt x="1021" y="518"/>
                      <a:pt x="1112" y="565"/>
                    </a:cubicBezTo>
                    <a:cubicBezTo>
                      <a:pt x="1243" y="633"/>
                      <a:pt x="1373" y="703"/>
                      <a:pt x="1503" y="773"/>
                    </a:cubicBezTo>
                    <a:cubicBezTo>
                      <a:pt x="1523" y="783"/>
                      <a:pt x="1523" y="783"/>
                      <a:pt x="1627" y="836"/>
                    </a:cubicBezTo>
                    <a:cubicBezTo>
                      <a:pt x="1738" y="897"/>
                      <a:pt x="1826" y="949"/>
                      <a:pt x="1913" y="1042"/>
                    </a:cubicBezTo>
                    <a:cubicBezTo>
                      <a:pt x="1946" y="1187"/>
                      <a:pt x="1939" y="1312"/>
                      <a:pt x="1913" y="1458"/>
                    </a:cubicBezTo>
                    <a:cubicBezTo>
                      <a:pt x="1367" y="1271"/>
                      <a:pt x="859" y="1069"/>
                      <a:pt x="390" y="729"/>
                    </a:cubicBezTo>
                    <a:cubicBezTo>
                      <a:pt x="372" y="717"/>
                      <a:pt x="372" y="717"/>
                      <a:pt x="281" y="654"/>
                    </a:cubicBezTo>
                    <a:cubicBezTo>
                      <a:pt x="249" y="630"/>
                      <a:pt x="217" y="605"/>
                      <a:pt x="184" y="579"/>
                    </a:cubicBezTo>
                    <a:cubicBezTo>
                      <a:pt x="155" y="558"/>
                      <a:pt x="127" y="537"/>
                      <a:pt x="98" y="515"/>
                    </a:cubicBezTo>
                    <a:cubicBezTo>
                      <a:pt x="0" y="355"/>
                      <a:pt x="27" y="183"/>
                      <a:pt x="38" y="0"/>
                    </a:cubicBezTo>
                    <a:close/>
                  </a:path>
                </a:pathLst>
              </a:custGeom>
              <a:solidFill>
                <a:srgbClr val="93F3DC"/>
              </a:solidFill>
              <a:ln w="2646" cap="flat">
                <a:noFill/>
              </a:ln>
            </p:spPr>
          </p:sp>
          <p:sp>
            <p:nvSpPr>
              <p:cNvPr id="3114" name="ICON_C_TOPOGRAPHY_path_258"/>
              <p:cNvSpPr/>
              <p:nvPr/>
            </p:nvSpPr>
            <p:spPr>
              <a:xfrm>
                <a:off x="11493500" y="7273396"/>
                <a:ext cx="13229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33" fill="norm" stroke="0">
                    <a:moveTo>
                      <a:pt x="208" y="0"/>
                    </a:moveTo>
                    <a:cubicBezTo>
                      <a:pt x="346" y="34"/>
                      <a:pt x="346" y="34"/>
                      <a:pt x="1042" y="208"/>
                    </a:cubicBezTo>
                    <a:cubicBezTo>
                      <a:pt x="1042" y="415"/>
                      <a:pt x="1042" y="621"/>
                      <a:pt x="1042" y="833"/>
                    </a:cubicBezTo>
                    <a:cubicBezTo>
                      <a:pt x="698" y="833"/>
                      <a:pt x="354" y="833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E9E5F0"/>
              </a:solidFill>
              <a:ln w="2646" cap="flat">
                <a:noFill/>
              </a:ln>
            </p:spPr>
          </p:sp>
          <p:sp>
            <p:nvSpPr>
              <p:cNvPr id="3115" name="ICON_C_TOPOGRAPHY_path_259"/>
              <p:cNvSpPr/>
              <p:nvPr/>
            </p:nvSpPr>
            <p:spPr>
              <a:xfrm>
                <a:off x="11406188" y="7627938"/>
                <a:ext cx="18738" cy="14467"/>
              </a:xfrm>
              <a:custGeom>
                <a:avLst/>
                <a:gdLst/>
                <a:ahLst/>
                <a:cxnLst/>
                <a:rect l="0" t="0" r="r" b="b"/>
                <a:pathLst>
                  <a:path w="1475" h="1139" fill="norm" stroke="0">
                    <a:moveTo>
                      <a:pt x="208" y="0"/>
                    </a:moveTo>
                    <a:cubicBezTo>
                      <a:pt x="387" y="114"/>
                      <a:pt x="565" y="229"/>
                      <a:pt x="742" y="345"/>
                    </a:cubicBezTo>
                    <a:cubicBezTo>
                      <a:pt x="803" y="384"/>
                      <a:pt x="864" y="423"/>
                      <a:pt x="924" y="462"/>
                    </a:cubicBezTo>
                    <a:cubicBezTo>
                      <a:pt x="1012" y="517"/>
                      <a:pt x="1098" y="574"/>
                      <a:pt x="1185" y="631"/>
                    </a:cubicBezTo>
                    <a:cubicBezTo>
                      <a:pt x="1212" y="648"/>
                      <a:pt x="1240" y="665"/>
                      <a:pt x="1268" y="683"/>
                    </a:cubicBezTo>
                    <a:cubicBezTo>
                      <a:pt x="1344" y="733"/>
                      <a:pt x="1344" y="733"/>
                      <a:pt x="1458" y="833"/>
                    </a:cubicBezTo>
                    <a:cubicBezTo>
                      <a:pt x="1475" y="950"/>
                      <a:pt x="1475" y="950"/>
                      <a:pt x="1458" y="1042"/>
                    </a:cubicBezTo>
                    <a:cubicBezTo>
                      <a:pt x="584" y="1139"/>
                      <a:pt x="584" y="1139"/>
                      <a:pt x="323" y="987"/>
                    </a:cubicBezTo>
                    <a:cubicBezTo>
                      <a:pt x="245" y="915"/>
                      <a:pt x="188" y="845"/>
                      <a:pt x="130" y="755"/>
                    </a:cubicBezTo>
                    <a:cubicBezTo>
                      <a:pt x="113" y="729"/>
                      <a:pt x="95" y="703"/>
                      <a:pt x="77" y="676"/>
                    </a:cubicBezTo>
                    <a:cubicBezTo>
                      <a:pt x="29" y="583"/>
                      <a:pt x="6" y="521"/>
                      <a:pt x="0" y="417"/>
                    </a:cubicBezTo>
                    <a:cubicBezTo>
                      <a:pt x="51" y="266"/>
                      <a:pt x="123" y="134"/>
                      <a:pt x="208" y="0"/>
                    </a:cubicBezTo>
                    <a:close/>
                  </a:path>
                </a:pathLst>
              </a:custGeom>
              <a:solidFill>
                <a:srgbClr val="161664"/>
              </a:solidFill>
              <a:ln w="2646" cap="flat">
                <a:noFill/>
              </a:ln>
            </p:spPr>
          </p:sp>
          <p:sp>
            <p:nvSpPr>
              <p:cNvPr id="3116" name="ICON_C_TOPOGRAPHY_path_260"/>
              <p:cNvSpPr/>
              <p:nvPr/>
            </p:nvSpPr>
            <p:spPr>
              <a:xfrm>
                <a:off x="11347979" y="7548562"/>
                <a:ext cx="7938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458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481"/>
                      <a:pt x="625" y="962"/>
                      <a:pt x="625" y="1458"/>
                    </a:cubicBezTo>
                    <a:cubicBezTo>
                      <a:pt x="487" y="1458"/>
                      <a:pt x="350" y="1458"/>
                      <a:pt x="208" y="1458"/>
                    </a:cubicBezTo>
                    <a:cubicBezTo>
                      <a:pt x="140" y="977"/>
                      <a:pt x="71" y="496"/>
                      <a:pt x="0" y="0"/>
                    </a:cubicBezTo>
                    <a:close/>
                  </a:path>
                </a:pathLst>
              </a:custGeom>
              <a:solidFill>
                <a:srgbClr val="5BAFE0"/>
              </a:solidFill>
              <a:ln w="2646" cap="flat">
                <a:noFill/>
              </a:ln>
            </p:spPr>
          </p:sp>
          <p:sp>
            <p:nvSpPr>
              <p:cNvPr id="3117" name="ICON_C_TOPOGRAPHY_path_261"/>
              <p:cNvSpPr/>
              <p:nvPr/>
            </p:nvSpPr>
            <p:spPr>
              <a:xfrm>
                <a:off x="11578167" y="7438901"/>
                <a:ext cx="18521" cy="11766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926" fill="norm" stroke="0">
                    <a:moveTo>
                      <a:pt x="0" y="93"/>
                    </a:moveTo>
                    <a:cubicBezTo>
                      <a:pt x="1129" y="0"/>
                      <a:pt x="1129" y="0"/>
                      <a:pt x="1330" y="154"/>
                    </a:cubicBezTo>
                    <a:cubicBezTo>
                      <a:pt x="1441" y="328"/>
                      <a:pt x="1456" y="516"/>
                      <a:pt x="1458" y="718"/>
                    </a:cubicBezTo>
                    <a:cubicBezTo>
                      <a:pt x="1436" y="710"/>
                      <a:pt x="1414" y="701"/>
                      <a:pt x="1392" y="692"/>
                    </a:cubicBezTo>
                    <a:cubicBezTo>
                      <a:pt x="772" y="464"/>
                      <a:pt x="772" y="464"/>
                      <a:pt x="524" y="541"/>
                    </a:cubicBezTo>
                    <a:cubicBezTo>
                      <a:pt x="321" y="645"/>
                      <a:pt x="178" y="776"/>
                      <a:pt x="0" y="926"/>
                    </a:cubicBezTo>
                    <a:cubicBezTo>
                      <a:pt x="0" y="651"/>
                      <a:pt x="0" y="376"/>
                      <a:pt x="0" y="93"/>
                    </a:cubicBezTo>
                    <a:close/>
                  </a:path>
                </a:pathLst>
              </a:custGeom>
              <a:solidFill>
                <a:srgbClr val="F0FDAF"/>
              </a:solidFill>
              <a:ln w="2646" cap="flat">
                <a:noFill/>
              </a:ln>
            </p:spPr>
          </p:sp>
          <p:sp>
            <p:nvSpPr>
              <p:cNvPr id="3118" name="ICON_C_TOPOGRAPHY_path_262"/>
              <p:cNvSpPr/>
              <p:nvPr/>
            </p:nvSpPr>
            <p:spPr>
              <a:xfrm>
                <a:off x="11586104" y="7331604"/>
                <a:ext cx="21167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1042" fill="norm" stroke="0">
                    <a:moveTo>
                      <a:pt x="0" y="0"/>
                    </a:moveTo>
                    <a:cubicBezTo>
                      <a:pt x="179" y="49"/>
                      <a:pt x="357" y="101"/>
                      <a:pt x="534" y="155"/>
                    </a:cubicBezTo>
                    <a:cubicBezTo>
                      <a:pt x="595" y="173"/>
                      <a:pt x="655" y="191"/>
                      <a:pt x="716" y="207"/>
                    </a:cubicBezTo>
                    <a:cubicBezTo>
                      <a:pt x="906" y="260"/>
                      <a:pt x="1082" y="311"/>
                      <a:pt x="1250" y="417"/>
                    </a:cubicBezTo>
                    <a:cubicBezTo>
                      <a:pt x="1279" y="534"/>
                      <a:pt x="1265" y="616"/>
                      <a:pt x="1244" y="735"/>
                    </a:cubicBezTo>
                    <a:cubicBezTo>
                      <a:pt x="1245" y="751"/>
                      <a:pt x="1245" y="751"/>
                      <a:pt x="1250" y="833"/>
                    </a:cubicBezTo>
                    <a:cubicBezTo>
                      <a:pt x="1376" y="936"/>
                      <a:pt x="1514" y="990"/>
                      <a:pt x="1667" y="1042"/>
                    </a:cubicBezTo>
                    <a:cubicBezTo>
                      <a:pt x="579" y="982"/>
                      <a:pt x="579" y="982"/>
                      <a:pt x="317" y="742"/>
                    </a:cubicBezTo>
                    <a:cubicBezTo>
                      <a:pt x="159" y="517"/>
                      <a:pt x="67" y="265"/>
                      <a:pt x="0" y="0"/>
                    </a:cubicBezTo>
                    <a:close/>
                  </a:path>
                </a:pathLst>
              </a:custGeom>
              <a:solidFill>
                <a:srgbClr val="62A2EF"/>
              </a:solidFill>
              <a:ln w="2646" cap="flat">
                <a:noFill/>
              </a:ln>
            </p:spPr>
          </p:sp>
          <p:sp>
            <p:nvSpPr>
              <p:cNvPr id="3119" name="ICON_C_TOPOGRAPHY_path_263"/>
              <p:cNvSpPr/>
              <p:nvPr/>
            </p:nvSpPr>
            <p:spPr>
              <a:xfrm>
                <a:off x="11448521" y="7336896"/>
                <a:ext cx="23812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1042" fill="norm" stroke="0">
                    <a:moveTo>
                      <a:pt x="417" y="0"/>
                    </a:moveTo>
                    <a:cubicBezTo>
                      <a:pt x="485" y="138"/>
                      <a:pt x="554" y="275"/>
                      <a:pt x="625" y="417"/>
                    </a:cubicBezTo>
                    <a:cubicBezTo>
                      <a:pt x="763" y="464"/>
                      <a:pt x="763" y="464"/>
                      <a:pt x="919" y="457"/>
                    </a:cubicBezTo>
                    <a:cubicBezTo>
                      <a:pt x="933" y="457"/>
                      <a:pt x="933" y="457"/>
                      <a:pt x="1002" y="456"/>
                    </a:cubicBezTo>
                    <a:cubicBezTo>
                      <a:pt x="1089" y="453"/>
                      <a:pt x="1176" y="448"/>
                      <a:pt x="1263" y="443"/>
                    </a:cubicBezTo>
                    <a:cubicBezTo>
                      <a:pt x="1322" y="441"/>
                      <a:pt x="1381" y="439"/>
                      <a:pt x="1441" y="437"/>
                    </a:cubicBezTo>
                    <a:cubicBezTo>
                      <a:pt x="1586" y="433"/>
                      <a:pt x="1730" y="425"/>
                      <a:pt x="1875" y="417"/>
                    </a:cubicBezTo>
                    <a:cubicBezTo>
                      <a:pt x="1843" y="591"/>
                      <a:pt x="1792" y="706"/>
                      <a:pt x="1667" y="833"/>
                    </a:cubicBezTo>
                    <a:cubicBezTo>
                      <a:pt x="1402" y="937"/>
                      <a:pt x="1100" y="940"/>
                      <a:pt x="820" y="964"/>
                    </a:cubicBezTo>
                    <a:cubicBezTo>
                      <a:pt x="741" y="971"/>
                      <a:pt x="662" y="980"/>
                      <a:pt x="582" y="988"/>
                    </a:cubicBezTo>
                    <a:cubicBezTo>
                      <a:pt x="388" y="1008"/>
                      <a:pt x="194" y="1025"/>
                      <a:pt x="0" y="1042"/>
                    </a:cubicBezTo>
                    <a:cubicBezTo>
                      <a:pt x="137" y="698"/>
                      <a:pt x="275" y="354"/>
                      <a:pt x="417" y="0"/>
                    </a:cubicBezTo>
                    <a:close/>
                  </a:path>
                </a:pathLst>
              </a:custGeom>
              <a:solidFill>
                <a:srgbClr val="5E9BE8"/>
              </a:solidFill>
              <a:ln w="2646" cap="flat">
                <a:noFill/>
              </a:ln>
            </p:spPr>
          </p:sp>
          <p:sp>
            <p:nvSpPr>
              <p:cNvPr id="3120" name="ICON_C_TOPOGRAPHY_path_264"/>
              <p:cNvSpPr/>
              <p:nvPr/>
            </p:nvSpPr>
            <p:spPr>
              <a:xfrm>
                <a:off x="11580812" y="7323667"/>
                <a:ext cx="18521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1250" fill="norm" stroke="0">
                    <a:moveTo>
                      <a:pt x="0" y="0"/>
                    </a:moveTo>
                    <a:cubicBezTo>
                      <a:pt x="1116" y="362"/>
                      <a:pt x="1116" y="362"/>
                      <a:pt x="1404" y="920"/>
                    </a:cubicBezTo>
                    <a:cubicBezTo>
                      <a:pt x="1422" y="960"/>
                      <a:pt x="1440" y="1000"/>
                      <a:pt x="1458" y="1042"/>
                    </a:cubicBezTo>
                    <a:cubicBezTo>
                      <a:pt x="1390" y="1076"/>
                      <a:pt x="1390" y="1076"/>
                      <a:pt x="1042" y="1250"/>
                    </a:cubicBezTo>
                    <a:cubicBezTo>
                      <a:pt x="1025" y="1186"/>
                      <a:pt x="1007" y="1121"/>
                      <a:pt x="990" y="1055"/>
                    </a:cubicBezTo>
                    <a:cubicBezTo>
                      <a:pt x="928" y="925"/>
                      <a:pt x="875" y="852"/>
                      <a:pt x="742" y="793"/>
                    </a:cubicBezTo>
                    <a:cubicBezTo>
                      <a:pt x="499" y="717"/>
                      <a:pt x="250" y="669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5F92E3"/>
              </a:solidFill>
              <a:ln w="2646" cap="flat">
                <a:noFill/>
              </a:ln>
            </p:spPr>
          </p:sp>
          <p:sp>
            <p:nvSpPr>
              <p:cNvPr id="3121" name="ICON_C_TOPOGRAPHY_path_265"/>
              <p:cNvSpPr/>
              <p:nvPr/>
            </p:nvSpPr>
            <p:spPr>
              <a:xfrm>
                <a:off x="11546418" y="7622070"/>
                <a:ext cx="13229" cy="11160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79" fill="norm" stroke="0">
                    <a:moveTo>
                      <a:pt x="510" y="0"/>
                    </a:moveTo>
                    <a:cubicBezTo>
                      <a:pt x="688" y="9"/>
                      <a:pt x="865" y="28"/>
                      <a:pt x="1042" y="45"/>
                    </a:cubicBezTo>
                    <a:cubicBezTo>
                      <a:pt x="973" y="320"/>
                      <a:pt x="904" y="595"/>
                      <a:pt x="833" y="879"/>
                    </a:cubicBezTo>
                    <a:cubicBezTo>
                      <a:pt x="558" y="810"/>
                      <a:pt x="283" y="741"/>
                      <a:pt x="0" y="670"/>
                    </a:cubicBezTo>
                    <a:cubicBezTo>
                      <a:pt x="109" y="15"/>
                      <a:pt x="109" y="15"/>
                      <a:pt x="510" y="0"/>
                    </a:cubicBezTo>
                    <a:close/>
                  </a:path>
                </a:pathLst>
              </a:custGeom>
              <a:solidFill>
                <a:srgbClr val="3B84E1"/>
              </a:solidFill>
              <a:ln w="2646" cap="flat">
                <a:noFill/>
              </a:ln>
            </p:spPr>
          </p:sp>
          <p:sp>
            <p:nvSpPr>
              <p:cNvPr id="3122" name="ICON_C_TOPOGRAPHY_path_266"/>
              <p:cNvSpPr/>
              <p:nvPr/>
            </p:nvSpPr>
            <p:spPr>
              <a:xfrm>
                <a:off x="11533188" y="7563641"/>
                <a:ext cx="15875" cy="17084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345" fill="norm" stroke="0">
                    <a:moveTo>
                      <a:pt x="1250" y="271"/>
                    </a:moveTo>
                    <a:cubicBezTo>
                      <a:pt x="1141" y="421"/>
                      <a:pt x="1030" y="569"/>
                      <a:pt x="917" y="716"/>
                    </a:cubicBezTo>
                    <a:cubicBezTo>
                      <a:pt x="879" y="766"/>
                      <a:pt x="841" y="817"/>
                      <a:pt x="804" y="868"/>
                    </a:cubicBezTo>
                    <a:cubicBezTo>
                      <a:pt x="494" y="1292"/>
                      <a:pt x="494" y="1292"/>
                      <a:pt x="296" y="1345"/>
                    </a:cubicBezTo>
                    <a:cubicBezTo>
                      <a:pt x="192" y="1345"/>
                      <a:pt x="101" y="1337"/>
                      <a:pt x="0" y="1313"/>
                    </a:cubicBezTo>
                    <a:cubicBezTo>
                      <a:pt x="105" y="513"/>
                      <a:pt x="105" y="513"/>
                      <a:pt x="426" y="262"/>
                    </a:cubicBezTo>
                    <a:cubicBezTo>
                      <a:pt x="453" y="243"/>
                      <a:pt x="480" y="225"/>
                      <a:pt x="508" y="206"/>
                    </a:cubicBezTo>
                    <a:cubicBezTo>
                      <a:pt x="533" y="188"/>
                      <a:pt x="559" y="169"/>
                      <a:pt x="585" y="150"/>
                    </a:cubicBezTo>
                    <a:cubicBezTo>
                      <a:pt x="840" y="0"/>
                      <a:pt x="1019" y="124"/>
                      <a:pt x="1250" y="271"/>
                    </a:cubicBezTo>
                    <a:close/>
                  </a:path>
                </a:pathLst>
              </a:custGeom>
              <a:solidFill>
                <a:srgbClr val="D0F0A0"/>
              </a:solidFill>
              <a:ln w="2646" cap="flat">
                <a:noFill/>
              </a:ln>
            </p:spPr>
          </p:sp>
          <p:sp>
            <p:nvSpPr>
              <p:cNvPr id="3123" name="ICON_C_TOPOGRAPHY_path_267"/>
              <p:cNvSpPr/>
              <p:nvPr/>
            </p:nvSpPr>
            <p:spPr>
              <a:xfrm>
                <a:off x="11366500" y="7527396"/>
                <a:ext cx="10869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856" h="1667" fill="norm" stroke="0">
                    <a:moveTo>
                      <a:pt x="0" y="0"/>
                    </a:moveTo>
                    <a:cubicBezTo>
                      <a:pt x="372" y="186"/>
                      <a:pt x="497" y="254"/>
                      <a:pt x="664" y="599"/>
                    </a:cubicBezTo>
                    <a:cubicBezTo>
                      <a:pt x="682" y="636"/>
                      <a:pt x="700" y="672"/>
                      <a:pt x="719" y="710"/>
                    </a:cubicBezTo>
                    <a:cubicBezTo>
                      <a:pt x="817" y="930"/>
                      <a:pt x="856" y="1089"/>
                      <a:pt x="787" y="1323"/>
                    </a:cubicBezTo>
                    <a:cubicBezTo>
                      <a:pt x="741" y="1444"/>
                      <a:pt x="688" y="1554"/>
                      <a:pt x="625" y="1667"/>
                    </a:cubicBezTo>
                    <a:cubicBezTo>
                      <a:pt x="625" y="1529"/>
                      <a:pt x="625" y="1392"/>
                      <a:pt x="625" y="1250"/>
                    </a:cubicBezTo>
                    <a:cubicBezTo>
                      <a:pt x="419" y="1250"/>
                      <a:pt x="212" y="1250"/>
                      <a:pt x="0" y="1250"/>
                    </a:cubicBezTo>
                    <a:cubicBezTo>
                      <a:pt x="0" y="837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84ECE3"/>
              </a:solidFill>
              <a:ln w="2646" cap="flat">
                <a:noFill/>
              </a:ln>
            </p:spPr>
          </p:sp>
          <p:sp>
            <p:nvSpPr>
              <p:cNvPr id="3124" name="ICON_C_TOPOGRAPHY_path_268"/>
              <p:cNvSpPr/>
              <p:nvPr/>
            </p:nvSpPr>
            <p:spPr>
              <a:xfrm>
                <a:off x="11490854" y="7460692"/>
                <a:ext cx="23812" cy="12517"/>
              </a:xfrm>
              <a:custGeom>
                <a:avLst/>
                <a:gdLst/>
                <a:ahLst/>
                <a:cxnLst/>
                <a:rect l="0" t="0" r="r" b="b"/>
                <a:pathLst>
                  <a:path w="1875" h="986" fill="norm" stroke="0">
                    <a:moveTo>
                      <a:pt x="1875" y="252"/>
                    </a:moveTo>
                    <a:cubicBezTo>
                      <a:pt x="1799" y="513"/>
                      <a:pt x="1704" y="740"/>
                      <a:pt x="1458" y="877"/>
                    </a:cubicBezTo>
                    <a:cubicBezTo>
                      <a:pt x="995" y="986"/>
                      <a:pt x="469" y="914"/>
                      <a:pt x="0" y="877"/>
                    </a:cubicBezTo>
                    <a:cubicBezTo>
                      <a:pt x="341" y="637"/>
                      <a:pt x="688" y="413"/>
                      <a:pt x="1055" y="213"/>
                    </a:cubicBezTo>
                    <a:cubicBezTo>
                      <a:pt x="1072" y="203"/>
                      <a:pt x="1072" y="203"/>
                      <a:pt x="1157" y="153"/>
                    </a:cubicBezTo>
                    <a:cubicBezTo>
                      <a:pt x="1448" y="0"/>
                      <a:pt x="1610" y="75"/>
                      <a:pt x="1875" y="252"/>
                    </a:cubicBezTo>
                    <a:close/>
                  </a:path>
                </a:pathLst>
              </a:custGeom>
              <a:solidFill>
                <a:srgbClr val="FBC472"/>
              </a:solidFill>
              <a:ln w="2646" cap="flat">
                <a:noFill/>
              </a:ln>
            </p:spPr>
          </p:sp>
          <p:sp>
            <p:nvSpPr>
              <p:cNvPr id="3125" name="ICON_C_TOPOGRAPHY_path_269"/>
              <p:cNvSpPr/>
              <p:nvPr/>
            </p:nvSpPr>
            <p:spPr>
              <a:xfrm>
                <a:off x="11403542" y="7449682"/>
                <a:ext cx="18521" cy="12261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965" fill="norm" stroke="0">
                    <a:moveTo>
                      <a:pt x="1458" y="286"/>
                    </a:moveTo>
                    <a:cubicBezTo>
                      <a:pt x="1014" y="863"/>
                      <a:pt x="1014" y="863"/>
                      <a:pt x="722" y="940"/>
                    </a:cubicBezTo>
                    <a:cubicBezTo>
                      <a:pt x="480" y="965"/>
                      <a:pt x="240" y="947"/>
                      <a:pt x="0" y="911"/>
                    </a:cubicBezTo>
                    <a:cubicBezTo>
                      <a:pt x="28" y="687"/>
                      <a:pt x="64" y="466"/>
                      <a:pt x="208" y="286"/>
                    </a:cubicBezTo>
                    <a:cubicBezTo>
                      <a:pt x="600" y="40"/>
                      <a:pt x="1090" y="0"/>
                      <a:pt x="1458" y="286"/>
                    </a:cubicBezTo>
                    <a:close/>
                  </a:path>
                </a:pathLst>
              </a:custGeom>
              <a:solidFill>
                <a:srgbClr val="C4F1A8"/>
              </a:solidFill>
              <a:ln w="2646" cap="flat">
                <a:noFill/>
              </a:ln>
            </p:spPr>
          </p:sp>
          <p:sp>
            <p:nvSpPr>
              <p:cNvPr id="3126" name="ICON_C_TOPOGRAPHY_path_270"/>
              <p:cNvSpPr/>
              <p:nvPr/>
            </p:nvSpPr>
            <p:spPr>
              <a:xfrm>
                <a:off x="11369145" y="7368316"/>
                <a:ext cx="13229" cy="16206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276" fill="norm" stroke="0">
                    <a:moveTo>
                      <a:pt x="731" y="0"/>
                    </a:moveTo>
                    <a:cubicBezTo>
                      <a:pt x="838" y="0"/>
                      <a:pt x="937" y="8"/>
                      <a:pt x="1042" y="26"/>
                    </a:cubicBezTo>
                    <a:cubicBezTo>
                      <a:pt x="994" y="766"/>
                      <a:pt x="994" y="766"/>
                      <a:pt x="833" y="1068"/>
                    </a:cubicBezTo>
                    <a:cubicBezTo>
                      <a:pt x="599" y="1246"/>
                      <a:pt x="287" y="1266"/>
                      <a:pt x="0" y="1276"/>
                    </a:cubicBezTo>
                    <a:cubicBezTo>
                      <a:pt x="305" y="666"/>
                      <a:pt x="305" y="666"/>
                      <a:pt x="362" y="555"/>
                    </a:cubicBezTo>
                    <a:cubicBezTo>
                      <a:pt x="417" y="443"/>
                      <a:pt x="417" y="443"/>
                      <a:pt x="462" y="322"/>
                    </a:cubicBezTo>
                    <a:cubicBezTo>
                      <a:pt x="576" y="38"/>
                      <a:pt x="576" y="38"/>
                      <a:pt x="731" y="0"/>
                    </a:cubicBezTo>
                    <a:close/>
                  </a:path>
                </a:pathLst>
              </a:custGeom>
              <a:solidFill>
                <a:srgbClr val="4789E0"/>
              </a:solidFill>
              <a:ln w="2646" cap="flat">
                <a:noFill/>
              </a:ln>
            </p:spPr>
          </p:sp>
          <p:sp>
            <p:nvSpPr>
              <p:cNvPr id="3127" name="ICON_C_TOPOGRAPHY_path_271"/>
              <p:cNvSpPr/>
              <p:nvPr/>
            </p:nvSpPr>
            <p:spPr>
              <a:xfrm>
                <a:off x="11379729" y="7347479"/>
                <a:ext cx="13229" cy="16124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270" fill="norm" stroke="0">
                    <a:moveTo>
                      <a:pt x="625" y="0"/>
                    </a:moveTo>
                    <a:cubicBezTo>
                      <a:pt x="763" y="206"/>
                      <a:pt x="900" y="413"/>
                      <a:pt x="1042" y="625"/>
                    </a:cubicBezTo>
                    <a:cubicBezTo>
                      <a:pt x="947" y="731"/>
                      <a:pt x="852" y="834"/>
                      <a:pt x="755" y="938"/>
                    </a:cubicBezTo>
                    <a:cubicBezTo>
                      <a:pt x="729" y="967"/>
                      <a:pt x="702" y="997"/>
                      <a:pt x="675" y="1028"/>
                    </a:cubicBezTo>
                    <a:cubicBezTo>
                      <a:pt x="473" y="1240"/>
                      <a:pt x="473" y="1240"/>
                      <a:pt x="303" y="1270"/>
                    </a:cubicBezTo>
                    <a:cubicBezTo>
                      <a:pt x="200" y="1270"/>
                      <a:pt x="102" y="1264"/>
                      <a:pt x="0" y="1250"/>
                    </a:cubicBezTo>
                    <a:cubicBezTo>
                      <a:pt x="97" y="705"/>
                      <a:pt x="185" y="352"/>
                      <a:pt x="625" y="0"/>
                    </a:cubicBezTo>
                    <a:close/>
                  </a:path>
                </a:pathLst>
              </a:custGeom>
              <a:solidFill>
                <a:srgbClr val="5F8BEE"/>
              </a:solidFill>
              <a:ln w="2646" cap="flat">
                <a:noFill/>
              </a:ln>
            </p:spPr>
          </p:sp>
          <p:sp>
            <p:nvSpPr>
              <p:cNvPr id="3128" name="ICON_C_TOPOGRAPHY_path_272"/>
              <p:cNvSpPr/>
              <p:nvPr/>
            </p:nvSpPr>
            <p:spPr>
              <a:xfrm>
                <a:off x="11590946" y="7321021"/>
                <a:ext cx="16761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1320" h="1042" fill="norm" stroke="0">
                    <a:moveTo>
                      <a:pt x="35" y="0"/>
                    </a:moveTo>
                    <a:cubicBezTo>
                      <a:pt x="315" y="63"/>
                      <a:pt x="592" y="133"/>
                      <a:pt x="869" y="208"/>
                    </a:cubicBezTo>
                    <a:cubicBezTo>
                      <a:pt x="918" y="221"/>
                      <a:pt x="966" y="234"/>
                      <a:pt x="1017" y="247"/>
                    </a:cubicBezTo>
                    <a:cubicBezTo>
                      <a:pt x="1139" y="290"/>
                      <a:pt x="1205" y="314"/>
                      <a:pt x="1285" y="417"/>
                    </a:cubicBezTo>
                    <a:cubicBezTo>
                      <a:pt x="1320" y="631"/>
                      <a:pt x="1310" y="827"/>
                      <a:pt x="1285" y="1042"/>
                    </a:cubicBezTo>
                    <a:cubicBezTo>
                      <a:pt x="675" y="736"/>
                      <a:pt x="675" y="736"/>
                      <a:pt x="565" y="680"/>
                    </a:cubicBezTo>
                    <a:cubicBezTo>
                      <a:pt x="452" y="625"/>
                      <a:pt x="452" y="625"/>
                      <a:pt x="331" y="579"/>
                    </a:cubicBezTo>
                    <a:cubicBezTo>
                      <a:pt x="218" y="534"/>
                      <a:pt x="128" y="496"/>
                      <a:pt x="35" y="417"/>
                    </a:cubicBezTo>
                    <a:cubicBezTo>
                      <a:pt x="0" y="272"/>
                      <a:pt x="10" y="146"/>
                      <a:pt x="35" y="0"/>
                    </a:cubicBezTo>
                    <a:close/>
                  </a:path>
                </a:pathLst>
              </a:custGeom>
              <a:solidFill>
                <a:srgbClr val="0E0F6F"/>
              </a:solidFill>
              <a:ln w="2646" cap="flat">
                <a:noFill/>
              </a:ln>
            </p:spPr>
          </p:sp>
          <p:sp>
            <p:nvSpPr>
              <p:cNvPr id="3129" name="ICON_C_TOPOGRAPHY_path_273"/>
              <p:cNvSpPr/>
              <p:nvPr/>
            </p:nvSpPr>
            <p:spPr>
              <a:xfrm>
                <a:off x="11488209" y="7261839"/>
                <a:ext cx="15875" cy="14203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118" fill="norm" stroke="0">
                    <a:moveTo>
                      <a:pt x="630" y="8"/>
                    </a:moveTo>
                    <a:cubicBezTo>
                      <a:pt x="840" y="0"/>
                      <a:pt x="1045" y="28"/>
                      <a:pt x="1250" y="77"/>
                    </a:cubicBezTo>
                    <a:cubicBezTo>
                      <a:pt x="1233" y="308"/>
                      <a:pt x="1197" y="521"/>
                      <a:pt x="1042" y="702"/>
                    </a:cubicBezTo>
                    <a:cubicBezTo>
                      <a:pt x="727" y="900"/>
                      <a:pt x="354" y="1010"/>
                      <a:pt x="0" y="1118"/>
                    </a:cubicBezTo>
                    <a:cubicBezTo>
                      <a:pt x="274" y="71"/>
                      <a:pt x="274" y="71"/>
                      <a:pt x="630" y="8"/>
                    </a:cubicBezTo>
                    <a:close/>
                  </a:path>
                </a:pathLst>
              </a:custGeom>
              <a:solidFill>
                <a:srgbClr val="1C1A31"/>
              </a:solidFill>
              <a:ln w="2646" cap="flat">
                <a:noFill/>
              </a:ln>
            </p:spPr>
          </p:sp>
          <p:sp>
            <p:nvSpPr>
              <p:cNvPr id="3130" name="ICON_C_TOPOGRAPHY_path_274"/>
              <p:cNvSpPr/>
              <p:nvPr/>
            </p:nvSpPr>
            <p:spPr>
              <a:xfrm>
                <a:off x="11591396" y="7588250"/>
                <a:ext cx="19656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548" h="1250" fill="norm" stroke="0">
                    <a:moveTo>
                      <a:pt x="1458" y="0"/>
                    </a:moveTo>
                    <a:cubicBezTo>
                      <a:pt x="1516" y="181"/>
                      <a:pt x="1548" y="346"/>
                      <a:pt x="1506" y="533"/>
                    </a:cubicBezTo>
                    <a:cubicBezTo>
                      <a:pt x="1395" y="749"/>
                      <a:pt x="1165" y="867"/>
                      <a:pt x="964" y="990"/>
                    </a:cubicBezTo>
                    <a:cubicBezTo>
                      <a:pt x="952" y="997"/>
                      <a:pt x="952" y="997"/>
                      <a:pt x="893" y="1034"/>
                    </a:cubicBezTo>
                    <a:cubicBezTo>
                      <a:pt x="740" y="1130"/>
                      <a:pt x="594" y="1208"/>
                      <a:pt x="417" y="1250"/>
                    </a:cubicBezTo>
                    <a:cubicBezTo>
                      <a:pt x="254" y="1211"/>
                      <a:pt x="133" y="1143"/>
                      <a:pt x="0" y="1042"/>
                    </a:cubicBezTo>
                    <a:cubicBezTo>
                      <a:pt x="426" y="551"/>
                      <a:pt x="861" y="254"/>
                      <a:pt x="1458" y="0"/>
                    </a:cubicBezTo>
                    <a:close/>
                  </a:path>
                </a:pathLst>
              </a:custGeom>
              <a:solidFill>
                <a:srgbClr val="4CADE4"/>
              </a:solidFill>
              <a:ln w="2646" cap="flat">
                <a:noFill/>
              </a:ln>
            </p:spPr>
          </p:sp>
          <p:sp>
            <p:nvSpPr>
              <p:cNvPr id="3131" name="ICON_C_TOPOGRAPHY_path_275"/>
              <p:cNvSpPr/>
              <p:nvPr/>
            </p:nvSpPr>
            <p:spPr>
              <a:xfrm>
                <a:off x="11657542" y="7535333"/>
                <a:ext cx="8734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688" h="1458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40" y="174"/>
                      <a:pt x="652" y="348"/>
                      <a:pt x="659" y="523"/>
                    </a:cubicBezTo>
                    <a:cubicBezTo>
                      <a:pt x="663" y="582"/>
                      <a:pt x="667" y="641"/>
                      <a:pt x="672" y="700"/>
                    </a:cubicBezTo>
                    <a:cubicBezTo>
                      <a:pt x="673" y="715"/>
                      <a:pt x="673" y="715"/>
                      <a:pt x="680" y="787"/>
                    </a:cubicBezTo>
                    <a:cubicBezTo>
                      <a:pt x="683" y="813"/>
                      <a:pt x="685" y="838"/>
                      <a:pt x="688" y="864"/>
                    </a:cubicBezTo>
                    <a:cubicBezTo>
                      <a:pt x="685" y="995"/>
                      <a:pt x="651" y="1122"/>
                      <a:pt x="625" y="1250"/>
                    </a:cubicBezTo>
                    <a:cubicBezTo>
                      <a:pt x="419" y="1319"/>
                      <a:pt x="213" y="1388"/>
                      <a:pt x="0" y="1458"/>
                    </a:cubicBezTo>
                    <a:cubicBezTo>
                      <a:pt x="69" y="977"/>
                      <a:pt x="138" y="496"/>
                      <a:pt x="208" y="0"/>
                    </a:cubicBezTo>
                    <a:close/>
                  </a:path>
                </a:pathLst>
              </a:custGeom>
              <a:solidFill>
                <a:srgbClr val="0C1D52"/>
              </a:solidFill>
              <a:ln w="2646" cap="flat">
                <a:noFill/>
              </a:ln>
            </p:spPr>
          </p:sp>
          <p:sp>
            <p:nvSpPr>
              <p:cNvPr id="3132" name="ICON_C_TOPOGRAPHY_path_276"/>
              <p:cNvSpPr/>
              <p:nvPr/>
            </p:nvSpPr>
            <p:spPr>
              <a:xfrm>
                <a:off x="11514667" y="7503583"/>
                <a:ext cx="105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42" fill="norm" stroke="0">
                    <a:moveTo>
                      <a:pt x="208" y="0"/>
                    </a:moveTo>
                    <a:cubicBezTo>
                      <a:pt x="415" y="69"/>
                      <a:pt x="621" y="138"/>
                      <a:pt x="833" y="208"/>
                    </a:cubicBezTo>
                    <a:cubicBezTo>
                      <a:pt x="765" y="483"/>
                      <a:pt x="696" y="758"/>
                      <a:pt x="625" y="1042"/>
                    </a:cubicBezTo>
                    <a:cubicBezTo>
                      <a:pt x="419" y="973"/>
                      <a:pt x="213" y="904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D1665E"/>
              </a:solidFill>
              <a:ln w="2646" cap="flat">
                <a:noFill/>
              </a:ln>
            </p:spPr>
          </p:sp>
          <p:sp>
            <p:nvSpPr>
              <p:cNvPr id="3133" name="ICON_C_TOPOGRAPHY_path_277"/>
              <p:cNvSpPr/>
              <p:nvPr/>
            </p:nvSpPr>
            <p:spPr>
              <a:xfrm>
                <a:off x="11461350" y="7495646"/>
                <a:ext cx="10983" cy="21167"/>
              </a:xfrm>
              <a:custGeom>
                <a:avLst/>
                <a:gdLst/>
                <a:ahLst/>
                <a:cxnLst/>
                <a:rect l="0" t="0" r="r" b="b"/>
                <a:pathLst>
                  <a:path w="865" h="1667" fill="norm" stroke="0">
                    <a:moveTo>
                      <a:pt x="448" y="0"/>
                    </a:moveTo>
                    <a:cubicBezTo>
                      <a:pt x="586" y="69"/>
                      <a:pt x="723" y="138"/>
                      <a:pt x="865" y="208"/>
                    </a:cubicBezTo>
                    <a:cubicBezTo>
                      <a:pt x="727" y="690"/>
                      <a:pt x="590" y="1171"/>
                      <a:pt x="448" y="1667"/>
                    </a:cubicBezTo>
                    <a:cubicBezTo>
                      <a:pt x="311" y="1598"/>
                      <a:pt x="173" y="1529"/>
                      <a:pt x="31" y="1458"/>
                    </a:cubicBezTo>
                    <a:cubicBezTo>
                      <a:pt x="0" y="1346"/>
                      <a:pt x="0" y="1346"/>
                      <a:pt x="29" y="1225"/>
                    </a:cubicBezTo>
                    <a:cubicBezTo>
                      <a:pt x="39" y="1180"/>
                      <a:pt x="49" y="1136"/>
                      <a:pt x="59" y="1090"/>
                    </a:cubicBezTo>
                    <a:cubicBezTo>
                      <a:pt x="71" y="1044"/>
                      <a:pt x="84" y="998"/>
                      <a:pt x="96" y="950"/>
                    </a:cubicBezTo>
                    <a:cubicBezTo>
                      <a:pt x="107" y="905"/>
                      <a:pt x="117" y="860"/>
                      <a:pt x="127" y="813"/>
                    </a:cubicBezTo>
                    <a:cubicBezTo>
                      <a:pt x="197" y="518"/>
                      <a:pt x="303" y="266"/>
                      <a:pt x="448" y="0"/>
                    </a:cubicBezTo>
                    <a:close/>
                  </a:path>
                </a:pathLst>
              </a:custGeom>
              <a:solidFill>
                <a:srgbClr val="F39E7A"/>
              </a:solidFill>
              <a:ln w="2646" cap="flat">
                <a:noFill/>
              </a:ln>
            </p:spPr>
          </p:sp>
          <p:sp>
            <p:nvSpPr>
              <p:cNvPr id="3134" name="ICON_C_TOPOGRAPHY_path_278"/>
              <p:cNvSpPr/>
              <p:nvPr/>
            </p:nvSpPr>
            <p:spPr>
              <a:xfrm>
                <a:off x="11681354" y="7471833"/>
                <a:ext cx="7938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042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344"/>
                      <a:pt x="625" y="688"/>
                      <a:pt x="625" y="1042"/>
                    </a:cubicBezTo>
                    <a:cubicBezTo>
                      <a:pt x="419" y="1042"/>
                      <a:pt x="212" y="1042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E1D5EC"/>
              </a:solidFill>
              <a:ln w="2646" cap="flat">
                <a:noFill/>
              </a:ln>
            </p:spPr>
          </p:sp>
          <p:sp>
            <p:nvSpPr>
              <p:cNvPr id="3135" name="ICON_C_TOPOGRAPHY_path_279"/>
              <p:cNvSpPr/>
              <p:nvPr/>
            </p:nvSpPr>
            <p:spPr>
              <a:xfrm>
                <a:off x="11350625" y="7413625"/>
                <a:ext cx="16674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313" h="1250" fill="norm" stroke="0">
                    <a:moveTo>
                      <a:pt x="1042" y="0"/>
                    </a:moveTo>
                    <a:cubicBezTo>
                      <a:pt x="1313" y="737"/>
                      <a:pt x="1313" y="737"/>
                      <a:pt x="1200" y="989"/>
                    </a:cubicBezTo>
                    <a:cubicBezTo>
                      <a:pt x="1093" y="1124"/>
                      <a:pt x="1004" y="1214"/>
                      <a:pt x="833" y="1250"/>
                    </a:cubicBezTo>
                    <a:cubicBezTo>
                      <a:pt x="544" y="1238"/>
                      <a:pt x="270" y="1139"/>
                      <a:pt x="0" y="1042"/>
                    </a:cubicBezTo>
                    <a:cubicBezTo>
                      <a:pt x="206" y="1042"/>
                      <a:pt x="412" y="1042"/>
                      <a:pt x="625" y="1042"/>
                    </a:cubicBezTo>
                    <a:cubicBezTo>
                      <a:pt x="638" y="984"/>
                      <a:pt x="650" y="926"/>
                      <a:pt x="663" y="867"/>
                    </a:cubicBezTo>
                    <a:cubicBezTo>
                      <a:pt x="681" y="790"/>
                      <a:pt x="699" y="714"/>
                      <a:pt x="716" y="638"/>
                    </a:cubicBezTo>
                    <a:cubicBezTo>
                      <a:pt x="724" y="600"/>
                      <a:pt x="732" y="562"/>
                      <a:pt x="741" y="523"/>
                    </a:cubicBezTo>
                    <a:cubicBezTo>
                      <a:pt x="797" y="287"/>
                      <a:pt x="850" y="153"/>
                      <a:pt x="1042" y="0"/>
                    </a:cubicBezTo>
                    <a:close/>
                  </a:path>
                </a:pathLst>
              </a:custGeom>
              <a:solidFill>
                <a:srgbClr val="70D2ED"/>
              </a:solidFill>
              <a:ln w="2646" cap="flat">
                <a:noFill/>
              </a:ln>
            </p:spPr>
          </p:sp>
          <p:sp>
            <p:nvSpPr>
              <p:cNvPr id="3136" name="ICON_C_TOPOGRAPHY_path_280"/>
              <p:cNvSpPr/>
              <p:nvPr/>
            </p:nvSpPr>
            <p:spPr>
              <a:xfrm>
                <a:off x="11567583" y="7410979"/>
                <a:ext cx="105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42" fill="norm" stroke="0">
                    <a:moveTo>
                      <a:pt x="208" y="0"/>
                    </a:moveTo>
                    <a:cubicBezTo>
                      <a:pt x="415" y="0"/>
                      <a:pt x="621" y="0"/>
                      <a:pt x="833" y="0"/>
                    </a:cubicBezTo>
                    <a:cubicBezTo>
                      <a:pt x="733" y="742"/>
                      <a:pt x="733" y="742"/>
                      <a:pt x="554" y="893"/>
                    </a:cubicBezTo>
                    <a:cubicBezTo>
                      <a:pt x="371" y="987"/>
                      <a:pt x="209" y="1005"/>
                      <a:pt x="0" y="1042"/>
                    </a:cubicBezTo>
                    <a:cubicBezTo>
                      <a:pt x="69" y="698"/>
                      <a:pt x="138" y="354"/>
                      <a:pt x="208" y="0"/>
                    </a:cubicBezTo>
                    <a:close/>
                  </a:path>
                </a:pathLst>
              </a:custGeom>
              <a:solidFill>
                <a:srgbClr val="D6FCD0"/>
              </a:solidFill>
              <a:ln w="2646" cap="flat">
                <a:noFill/>
              </a:ln>
            </p:spPr>
          </p:sp>
          <p:sp>
            <p:nvSpPr>
              <p:cNvPr id="3137" name="ICON_C_TOPOGRAPHY_path_281"/>
              <p:cNvSpPr/>
              <p:nvPr/>
            </p:nvSpPr>
            <p:spPr>
              <a:xfrm>
                <a:off x="11639021" y="7559146"/>
                <a:ext cx="105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42" fill="norm" stroke="0">
                    <a:moveTo>
                      <a:pt x="0" y="0"/>
                    </a:moveTo>
                    <a:cubicBezTo>
                      <a:pt x="275" y="0"/>
                      <a:pt x="550" y="0"/>
                      <a:pt x="833" y="0"/>
                    </a:cubicBezTo>
                    <a:cubicBezTo>
                      <a:pt x="774" y="135"/>
                      <a:pt x="713" y="270"/>
                      <a:pt x="651" y="404"/>
                    </a:cubicBezTo>
                    <a:cubicBezTo>
                      <a:pt x="635" y="442"/>
                      <a:pt x="618" y="480"/>
                      <a:pt x="601" y="519"/>
                    </a:cubicBezTo>
                    <a:cubicBezTo>
                      <a:pt x="584" y="556"/>
                      <a:pt x="566" y="593"/>
                      <a:pt x="549" y="631"/>
                    </a:cubicBezTo>
                    <a:cubicBezTo>
                      <a:pt x="533" y="665"/>
                      <a:pt x="518" y="698"/>
                      <a:pt x="502" y="733"/>
                    </a:cubicBezTo>
                    <a:cubicBezTo>
                      <a:pt x="417" y="833"/>
                      <a:pt x="417" y="833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4F9ED4"/>
              </a:solidFill>
              <a:ln w="2646" cap="flat">
                <a:noFill/>
              </a:ln>
            </p:spPr>
          </p:sp>
          <p:sp>
            <p:nvSpPr>
              <p:cNvPr id="3138" name="ICON_C_TOPOGRAPHY_path_282"/>
              <p:cNvSpPr/>
              <p:nvPr/>
            </p:nvSpPr>
            <p:spPr>
              <a:xfrm>
                <a:off x="11383656" y="7540625"/>
                <a:ext cx="11949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941" h="1458" fill="norm" stroke="0">
                    <a:moveTo>
                      <a:pt x="107" y="0"/>
                    </a:moveTo>
                    <a:cubicBezTo>
                      <a:pt x="626" y="424"/>
                      <a:pt x="849" y="794"/>
                      <a:pt x="941" y="1458"/>
                    </a:cubicBezTo>
                    <a:cubicBezTo>
                      <a:pt x="643" y="1374"/>
                      <a:pt x="320" y="1276"/>
                      <a:pt x="107" y="1042"/>
                    </a:cubicBezTo>
                    <a:cubicBezTo>
                      <a:pt x="0" y="709"/>
                      <a:pt x="57" y="340"/>
                      <a:pt x="107" y="0"/>
                    </a:cubicBezTo>
                    <a:close/>
                  </a:path>
                </a:pathLst>
              </a:custGeom>
              <a:solidFill>
                <a:srgbClr val="DAFAB6"/>
              </a:solidFill>
              <a:ln w="2646" cap="flat">
                <a:noFill/>
              </a:ln>
            </p:spPr>
          </p:sp>
          <p:sp>
            <p:nvSpPr>
              <p:cNvPr id="3139" name="ICON_C_TOPOGRAPHY_path_283"/>
              <p:cNvSpPr/>
              <p:nvPr/>
            </p:nvSpPr>
            <p:spPr>
              <a:xfrm>
                <a:off x="11345333" y="7508875"/>
                <a:ext cx="10583" cy="1429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125" fill="norm" stroke="0">
                    <a:moveTo>
                      <a:pt x="0" y="0"/>
                    </a:moveTo>
                    <a:cubicBezTo>
                      <a:pt x="138" y="69"/>
                      <a:pt x="138" y="69"/>
                      <a:pt x="833" y="417"/>
                    </a:cubicBezTo>
                    <a:cubicBezTo>
                      <a:pt x="730" y="913"/>
                      <a:pt x="730" y="913"/>
                      <a:pt x="625" y="1042"/>
                    </a:cubicBezTo>
                    <a:cubicBezTo>
                      <a:pt x="424" y="1125"/>
                      <a:pt x="209" y="1069"/>
                      <a:pt x="0" y="1042"/>
                    </a:cubicBezTo>
                    <a:cubicBezTo>
                      <a:pt x="0" y="698"/>
                      <a:pt x="0" y="354"/>
                      <a:pt x="0" y="0"/>
                    </a:cubicBezTo>
                    <a:close/>
                  </a:path>
                </a:pathLst>
              </a:custGeom>
              <a:solidFill>
                <a:srgbClr val="60E6E0"/>
              </a:solidFill>
              <a:ln w="2646" cap="flat">
                <a:noFill/>
              </a:ln>
            </p:spPr>
          </p:sp>
          <p:sp>
            <p:nvSpPr>
              <p:cNvPr id="3140" name="ICON_C_TOPOGRAPHY_path_284"/>
              <p:cNvSpPr/>
              <p:nvPr/>
            </p:nvSpPr>
            <p:spPr>
              <a:xfrm>
                <a:off x="11646958" y="7490354"/>
                <a:ext cx="10583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458" fill="norm" stroke="0">
                    <a:moveTo>
                      <a:pt x="625" y="0"/>
                    </a:moveTo>
                    <a:cubicBezTo>
                      <a:pt x="694" y="0"/>
                      <a:pt x="763" y="0"/>
                      <a:pt x="833" y="0"/>
                    </a:cubicBezTo>
                    <a:cubicBezTo>
                      <a:pt x="833" y="413"/>
                      <a:pt x="833" y="825"/>
                      <a:pt x="833" y="1250"/>
                    </a:cubicBezTo>
                    <a:cubicBezTo>
                      <a:pt x="558" y="1319"/>
                      <a:pt x="283" y="1388"/>
                      <a:pt x="0" y="1458"/>
                    </a:cubicBezTo>
                    <a:cubicBezTo>
                      <a:pt x="64" y="1334"/>
                      <a:pt x="129" y="1209"/>
                      <a:pt x="195" y="1081"/>
                    </a:cubicBezTo>
                    <a:cubicBezTo>
                      <a:pt x="345" y="788"/>
                      <a:pt x="475" y="500"/>
                      <a:pt x="554" y="180"/>
                    </a:cubicBezTo>
                    <a:cubicBezTo>
                      <a:pt x="574" y="107"/>
                      <a:pt x="574" y="107"/>
                      <a:pt x="625" y="0"/>
                    </a:cubicBezTo>
                    <a:close/>
                  </a:path>
                </a:pathLst>
              </a:custGeom>
              <a:solidFill>
                <a:srgbClr val="4DD4DA"/>
              </a:solidFill>
              <a:ln w="2646" cap="flat">
                <a:noFill/>
              </a:ln>
            </p:spPr>
          </p:sp>
          <p:sp>
            <p:nvSpPr>
              <p:cNvPr id="3141" name="ICON_C_TOPOGRAPHY_path_285"/>
              <p:cNvSpPr/>
              <p:nvPr/>
            </p:nvSpPr>
            <p:spPr>
              <a:xfrm>
                <a:off x="11668125" y="7408333"/>
                <a:ext cx="8948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705" h="1875" fill="norm" stroke="0">
                    <a:moveTo>
                      <a:pt x="0" y="0"/>
                    </a:moveTo>
                    <a:cubicBezTo>
                      <a:pt x="252" y="165"/>
                      <a:pt x="486" y="353"/>
                      <a:pt x="625" y="625"/>
                    </a:cubicBezTo>
                    <a:cubicBezTo>
                      <a:pt x="705" y="1035"/>
                      <a:pt x="664" y="1462"/>
                      <a:pt x="625" y="1875"/>
                    </a:cubicBezTo>
                    <a:cubicBezTo>
                      <a:pt x="135" y="1333"/>
                      <a:pt x="83" y="698"/>
                      <a:pt x="0" y="0"/>
                    </a:cubicBezTo>
                    <a:close/>
                  </a:path>
                </a:pathLst>
              </a:custGeom>
              <a:solidFill>
                <a:srgbClr val="8C86AC"/>
              </a:solidFill>
              <a:ln w="2646" cap="flat">
                <a:noFill/>
              </a:ln>
            </p:spPr>
          </p:sp>
          <p:sp>
            <p:nvSpPr>
              <p:cNvPr id="3142" name="ICON_C_TOPOGRAPHY_path_286"/>
              <p:cNvSpPr/>
              <p:nvPr/>
            </p:nvSpPr>
            <p:spPr>
              <a:xfrm>
                <a:off x="11564938" y="7415268"/>
                <a:ext cx="19121" cy="14367"/>
              </a:xfrm>
              <a:custGeom>
                <a:avLst/>
                <a:gdLst/>
                <a:ahLst/>
                <a:cxnLst/>
                <a:rect l="0" t="0" r="r" b="b"/>
                <a:pathLst>
                  <a:path w="1506" h="1131" fill="norm" stroke="0">
                    <a:moveTo>
                      <a:pt x="1458" y="79"/>
                    </a:moveTo>
                    <a:cubicBezTo>
                      <a:pt x="1490" y="270"/>
                      <a:pt x="1506" y="429"/>
                      <a:pt x="1390" y="592"/>
                    </a:cubicBezTo>
                    <a:cubicBezTo>
                      <a:pt x="1292" y="686"/>
                      <a:pt x="1190" y="766"/>
                      <a:pt x="1081" y="847"/>
                    </a:cubicBezTo>
                    <a:cubicBezTo>
                      <a:pt x="1046" y="877"/>
                      <a:pt x="1012" y="906"/>
                      <a:pt x="976" y="937"/>
                    </a:cubicBezTo>
                    <a:cubicBezTo>
                      <a:pt x="720" y="1131"/>
                      <a:pt x="720" y="1131"/>
                      <a:pt x="544" y="1112"/>
                    </a:cubicBezTo>
                    <a:cubicBezTo>
                      <a:pt x="354" y="1066"/>
                      <a:pt x="177" y="993"/>
                      <a:pt x="0" y="912"/>
                    </a:cubicBezTo>
                    <a:cubicBezTo>
                      <a:pt x="140" y="792"/>
                      <a:pt x="280" y="674"/>
                      <a:pt x="422" y="556"/>
                    </a:cubicBezTo>
                    <a:cubicBezTo>
                      <a:pt x="470" y="516"/>
                      <a:pt x="518" y="476"/>
                      <a:pt x="565" y="435"/>
                    </a:cubicBezTo>
                    <a:cubicBezTo>
                      <a:pt x="1071" y="0"/>
                      <a:pt x="1071" y="0"/>
                      <a:pt x="1458" y="79"/>
                    </a:cubicBezTo>
                    <a:close/>
                  </a:path>
                </a:pathLst>
              </a:custGeom>
              <a:solidFill>
                <a:srgbClr val="D7F9C0"/>
              </a:solidFill>
              <a:ln w="2646" cap="flat">
                <a:noFill/>
              </a:ln>
            </p:spPr>
          </p:sp>
          <p:sp>
            <p:nvSpPr>
              <p:cNvPr id="3143" name="ICON_C_TOPOGRAPHY_path_287"/>
              <p:cNvSpPr/>
              <p:nvPr/>
            </p:nvSpPr>
            <p:spPr>
              <a:xfrm>
                <a:off x="11398250" y="7413625"/>
                <a:ext cx="15875" cy="13703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1079" fill="norm" stroke="0">
                    <a:moveTo>
                      <a:pt x="1042" y="0"/>
                    </a:moveTo>
                    <a:cubicBezTo>
                      <a:pt x="1110" y="275"/>
                      <a:pt x="1179" y="550"/>
                      <a:pt x="1250" y="833"/>
                    </a:cubicBezTo>
                    <a:cubicBezTo>
                      <a:pt x="734" y="1079"/>
                      <a:pt x="734" y="1079"/>
                      <a:pt x="534" y="1011"/>
                    </a:cubicBezTo>
                    <a:cubicBezTo>
                      <a:pt x="334" y="904"/>
                      <a:pt x="179" y="770"/>
                      <a:pt x="0" y="625"/>
                    </a:cubicBezTo>
                    <a:cubicBezTo>
                      <a:pt x="344" y="419"/>
                      <a:pt x="688" y="212"/>
                      <a:pt x="1042" y="0"/>
                    </a:cubicBezTo>
                    <a:close/>
                  </a:path>
                </a:pathLst>
              </a:custGeom>
              <a:solidFill>
                <a:srgbClr val="93E4D5"/>
              </a:solidFill>
              <a:ln w="2646" cap="flat">
                <a:noFill/>
              </a:ln>
            </p:spPr>
          </p:sp>
          <p:sp>
            <p:nvSpPr>
              <p:cNvPr id="3144" name="ICON_C_TOPOGRAPHY_path_288"/>
              <p:cNvSpPr/>
              <p:nvPr/>
            </p:nvSpPr>
            <p:spPr>
              <a:xfrm>
                <a:off x="11644312" y="7389812"/>
                <a:ext cx="10583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458" fill="norm" stroke="0">
                    <a:moveTo>
                      <a:pt x="0" y="0"/>
                    </a:moveTo>
                    <a:cubicBezTo>
                      <a:pt x="527" y="459"/>
                      <a:pt x="732" y="770"/>
                      <a:pt x="833" y="1458"/>
                    </a:cubicBezTo>
                    <a:cubicBezTo>
                      <a:pt x="627" y="1458"/>
                      <a:pt x="421" y="1458"/>
                      <a:pt x="208" y="1458"/>
                    </a:cubicBezTo>
                    <a:cubicBezTo>
                      <a:pt x="140" y="977"/>
                      <a:pt x="71" y="496"/>
                      <a:pt x="0" y="0"/>
                    </a:cubicBezTo>
                    <a:close/>
                  </a:path>
                </a:pathLst>
              </a:custGeom>
              <a:solidFill>
                <a:srgbClr val="5399DC"/>
              </a:solidFill>
              <a:ln w="2646" cap="flat">
                <a:noFill/>
              </a:ln>
            </p:spPr>
          </p:sp>
          <p:sp>
            <p:nvSpPr>
              <p:cNvPr id="3145" name="ICON_C_TOPOGRAPHY_path_289"/>
              <p:cNvSpPr/>
              <p:nvPr/>
            </p:nvSpPr>
            <p:spPr>
              <a:xfrm>
                <a:off x="11459103" y="7404540"/>
                <a:ext cx="15875" cy="10205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804" fill="norm" stroke="0">
                    <a:moveTo>
                      <a:pt x="1180" y="80"/>
                    </a:moveTo>
                    <a:cubicBezTo>
                      <a:pt x="1203" y="84"/>
                      <a:pt x="1226" y="87"/>
                      <a:pt x="1250" y="90"/>
                    </a:cubicBezTo>
                    <a:cubicBezTo>
                      <a:pt x="1219" y="559"/>
                      <a:pt x="1219" y="559"/>
                      <a:pt x="1042" y="715"/>
                    </a:cubicBezTo>
                    <a:cubicBezTo>
                      <a:pt x="708" y="804"/>
                      <a:pt x="339" y="752"/>
                      <a:pt x="0" y="715"/>
                    </a:cubicBezTo>
                    <a:cubicBezTo>
                      <a:pt x="273" y="113"/>
                      <a:pt x="528" y="0"/>
                      <a:pt x="1180" y="80"/>
                    </a:cubicBezTo>
                    <a:close/>
                  </a:path>
                </a:pathLst>
              </a:custGeom>
              <a:solidFill>
                <a:srgbClr val="80E0DF"/>
              </a:solidFill>
              <a:ln w="2646" cap="flat">
                <a:noFill/>
              </a:ln>
            </p:spPr>
          </p:sp>
          <p:sp>
            <p:nvSpPr>
              <p:cNvPr id="3146" name="ICON_C_TOPOGRAPHY_path_290"/>
              <p:cNvSpPr/>
              <p:nvPr/>
            </p:nvSpPr>
            <p:spPr>
              <a:xfrm>
                <a:off x="11546417" y="7336896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833" y="415"/>
                      <a:pt x="833" y="621"/>
                      <a:pt x="833" y="833"/>
                    </a:cubicBezTo>
                    <a:cubicBezTo>
                      <a:pt x="558" y="765"/>
                      <a:pt x="283" y="696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336ECC"/>
              </a:solidFill>
              <a:ln w="2646" cap="flat">
                <a:noFill/>
              </a:ln>
            </p:spPr>
          </p:sp>
          <p:sp>
            <p:nvSpPr>
              <p:cNvPr id="3147" name="ICON_C_TOPOGRAPHY_path_291"/>
              <p:cNvSpPr/>
              <p:nvPr/>
            </p:nvSpPr>
            <p:spPr>
              <a:xfrm>
                <a:off x="11414124" y="7309658"/>
                <a:ext cx="13229" cy="1230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969" fill="norm" stroke="0">
                    <a:moveTo>
                      <a:pt x="584" y="6"/>
                    </a:moveTo>
                    <a:cubicBezTo>
                      <a:pt x="741" y="0"/>
                      <a:pt x="889" y="25"/>
                      <a:pt x="1042" y="61"/>
                    </a:cubicBezTo>
                    <a:cubicBezTo>
                      <a:pt x="757" y="831"/>
                      <a:pt x="757" y="831"/>
                      <a:pt x="544" y="934"/>
                    </a:cubicBezTo>
                    <a:cubicBezTo>
                      <a:pt x="357" y="969"/>
                      <a:pt x="183" y="939"/>
                      <a:pt x="0" y="895"/>
                    </a:cubicBezTo>
                    <a:cubicBezTo>
                      <a:pt x="310" y="57"/>
                      <a:pt x="310" y="57"/>
                      <a:pt x="584" y="6"/>
                    </a:cubicBezTo>
                    <a:close/>
                  </a:path>
                </a:pathLst>
              </a:custGeom>
              <a:solidFill>
                <a:srgbClr val="161754"/>
              </a:solidFill>
              <a:ln w="2646" cap="flat">
                <a:noFill/>
              </a:ln>
            </p:spPr>
          </p:sp>
          <p:sp>
            <p:nvSpPr>
              <p:cNvPr id="3148" name="ICON_C_TOPOGRAPHY_path_292"/>
              <p:cNvSpPr/>
              <p:nvPr/>
            </p:nvSpPr>
            <p:spPr>
              <a:xfrm>
                <a:off x="11543771" y="7291917"/>
                <a:ext cx="21167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625" fill="norm" stroke="0">
                    <a:moveTo>
                      <a:pt x="0" y="0"/>
                    </a:moveTo>
                    <a:cubicBezTo>
                      <a:pt x="550" y="0"/>
                      <a:pt x="1100" y="0"/>
                      <a:pt x="1667" y="0"/>
                    </a:cubicBezTo>
                    <a:cubicBezTo>
                      <a:pt x="1667" y="206"/>
                      <a:pt x="1667" y="413"/>
                      <a:pt x="1667" y="625"/>
                    </a:cubicBezTo>
                    <a:cubicBezTo>
                      <a:pt x="1117" y="487"/>
                      <a:pt x="567" y="350"/>
                      <a:pt x="0" y="208"/>
                    </a:cubicBezTo>
                    <a:cubicBezTo>
                      <a:pt x="0" y="140"/>
                      <a:pt x="0" y="71"/>
                      <a:pt x="0" y="0"/>
                    </a:cubicBezTo>
                    <a:close/>
                  </a:path>
                </a:pathLst>
              </a:custGeom>
              <a:solidFill>
                <a:srgbClr val="B5B4CB"/>
              </a:solidFill>
              <a:ln w="2646" cap="flat">
                <a:noFill/>
              </a:ln>
            </p:spPr>
          </p:sp>
          <p:sp>
            <p:nvSpPr>
              <p:cNvPr id="3149" name="ICON_C_TOPOGRAPHY_path_293"/>
              <p:cNvSpPr/>
              <p:nvPr/>
            </p:nvSpPr>
            <p:spPr>
              <a:xfrm>
                <a:off x="11435292" y="7654396"/>
                <a:ext cx="21167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667" h="625" fill="norm" stroke="0">
                    <a:moveTo>
                      <a:pt x="0" y="0"/>
                    </a:moveTo>
                    <a:cubicBezTo>
                      <a:pt x="550" y="138"/>
                      <a:pt x="1100" y="275"/>
                      <a:pt x="1667" y="417"/>
                    </a:cubicBezTo>
                    <a:cubicBezTo>
                      <a:pt x="1667" y="485"/>
                      <a:pt x="1667" y="554"/>
                      <a:pt x="1667" y="625"/>
                    </a:cubicBezTo>
                    <a:cubicBezTo>
                      <a:pt x="1117" y="625"/>
                      <a:pt x="567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C4C0D8"/>
              </a:solidFill>
              <a:ln w="2646" cap="flat">
                <a:noFill/>
              </a:ln>
            </p:spPr>
          </p:sp>
          <p:sp>
            <p:nvSpPr>
              <p:cNvPr id="3150" name="ICON_C_TOPOGRAPHY_path_294"/>
              <p:cNvSpPr/>
              <p:nvPr/>
            </p:nvSpPr>
            <p:spPr>
              <a:xfrm>
                <a:off x="11583458" y="7603149"/>
                <a:ext cx="18521" cy="11560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910" fill="norm" stroke="0">
                    <a:moveTo>
                      <a:pt x="1458" y="77"/>
                    </a:moveTo>
                    <a:cubicBezTo>
                      <a:pt x="1458" y="214"/>
                      <a:pt x="1458" y="352"/>
                      <a:pt x="1458" y="494"/>
                    </a:cubicBezTo>
                    <a:cubicBezTo>
                      <a:pt x="1426" y="489"/>
                      <a:pt x="1426" y="489"/>
                      <a:pt x="1263" y="467"/>
                    </a:cubicBezTo>
                    <a:cubicBezTo>
                      <a:pt x="1190" y="476"/>
                      <a:pt x="1117" y="485"/>
                      <a:pt x="1042" y="494"/>
                    </a:cubicBezTo>
                    <a:cubicBezTo>
                      <a:pt x="973" y="631"/>
                      <a:pt x="904" y="769"/>
                      <a:pt x="833" y="910"/>
                    </a:cubicBezTo>
                    <a:cubicBezTo>
                      <a:pt x="558" y="773"/>
                      <a:pt x="283" y="635"/>
                      <a:pt x="0" y="494"/>
                    </a:cubicBezTo>
                    <a:cubicBezTo>
                      <a:pt x="895" y="0"/>
                      <a:pt x="895" y="0"/>
                      <a:pt x="1458" y="77"/>
                    </a:cubicBezTo>
                    <a:close/>
                  </a:path>
                </a:pathLst>
              </a:custGeom>
              <a:solidFill>
                <a:srgbClr val="3E9BDF"/>
              </a:solidFill>
              <a:ln w="2646" cap="flat">
                <a:noFill/>
              </a:ln>
            </p:spPr>
          </p:sp>
          <p:sp>
            <p:nvSpPr>
              <p:cNvPr id="3151" name="ICON_C_TOPOGRAPHY_path_295"/>
              <p:cNvSpPr/>
              <p:nvPr/>
            </p:nvSpPr>
            <p:spPr>
              <a:xfrm>
                <a:off x="11644312" y="7572375"/>
                <a:ext cx="10885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857" h="1458" fill="norm" stroke="0">
                    <a:moveTo>
                      <a:pt x="625" y="0"/>
                    </a:moveTo>
                    <a:cubicBezTo>
                      <a:pt x="739" y="262"/>
                      <a:pt x="857" y="544"/>
                      <a:pt x="833" y="833"/>
                    </a:cubicBezTo>
                    <a:cubicBezTo>
                      <a:pt x="698" y="1099"/>
                      <a:pt x="445" y="1286"/>
                      <a:pt x="208" y="1458"/>
                    </a:cubicBezTo>
                    <a:cubicBezTo>
                      <a:pt x="105" y="1326"/>
                      <a:pt x="36" y="1207"/>
                      <a:pt x="0" y="1042"/>
                    </a:cubicBezTo>
                    <a:cubicBezTo>
                      <a:pt x="64" y="837"/>
                      <a:pt x="179" y="670"/>
                      <a:pt x="300" y="495"/>
                    </a:cubicBezTo>
                    <a:cubicBezTo>
                      <a:pt x="331" y="447"/>
                      <a:pt x="362" y="398"/>
                      <a:pt x="393" y="350"/>
                    </a:cubicBezTo>
                    <a:cubicBezTo>
                      <a:pt x="468" y="232"/>
                      <a:pt x="546" y="116"/>
                      <a:pt x="625" y="0"/>
                    </a:cubicBezTo>
                    <a:close/>
                  </a:path>
                </a:pathLst>
              </a:custGeom>
              <a:solidFill>
                <a:srgbClr val="8E87AA"/>
              </a:solidFill>
              <a:ln w="2646" cap="flat">
                <a:noFill/>
              </a:ln>
            </p:spPr>
          </p:sp>
          <p:sp>
            <p:nvSpPr>
              <p:cNvPr id="3152" name="ICON_C_TOPOGRAPHY_path_296"/>
              <p:cNvSpPr/>
              <p:nvPr/>
            </p:nvSpPr>
            <p:spPr>
              <a:xfrm>
                <a:off x="11467042" y="7522104"/>
                <a:ext cx="13229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1250" fill="norm" stroke="0">
                    <a:moveTo>
                      <a:pt x="0" y="0"/>
                    </a:moveTo>
                    <a:cubicBezTo>
                      <a:pt x="344" y="344"/>
                      <a:pt x="688" y="688"/>
                      <a:pt x="1042" y="1042"/>
                    </a:cubicBezTo>
                    <a:cubicBezTo>
                      <a:pt x="625" y="1250"/>
                      <a:pt x="625" y="1250"/>
                      <a:pt x="498" y="1244"/>
                    </a:cubicBezTo>
                    <a:cubicBezTo>
                      <a:pt x="335" y="1159"/>
                      <a:pt x="234" y="1097"/>
                      <a:pt x="156" y="926"/>
                    </a:cubicBezTo>
                    <a:cubicBezTo>
                      <a:pt x="120" y="786"/>
                      <a:pt x="97" y="651"/>
                      <a:pt x="78" y="508"/>
                    </a:cubicBezTo>
                    <a:cubicBezTo>
                      <a:pt x="52" y="340"/>
                      <a:pt x="26" y="173"/>
                      <a:pt x="0" y="0"/>
                    </a:cubicBezTo>
                    <a:close/>
                  </a:path>
                </a:pathLst>
              </a:custGeom>
              <a:solidFill>
                <a:srgbClr val="F9B78A"/>
              </a:solidFill>
              <a:ln w="2646" cap="flat">
                <a:noFill/>
              </a:ln>
            </p:spPr>
          </p:sp>
          <p:sp>
            <p:nvSpPr>
              <p:cNvPr id="3153" name="ICON_C_TOPOGRAPHY_path_297"/>
              <p:cNvSpPr/>
              <p:nvPr/>
            </p:nvSpPr>
            <p:spPr>
              <a:xfrm>
                <a:off x="11677785" y="7499511"/>
                <a:ext cx="14153" cy="17301"/>
              </a:xfrm>
              <a:custGeom>
                <a:avLst/>
                <a:gdLst/>
                <a:ahLst/>
                <a:cxnLst/>
                <a:rect l="0" t="0" r="r" b="b"/>
                <a:pathLst>
                  <a:path w="1114" h="1362" fill="norm" stroke="0">
                    <a:moveTo>
                      <a:pt x="1114" y="321"/>
                    </a:moveTo>
                    <a:cubicBezTo>
                      <a:pt x="771" y="664"/>
                      <a:pt x="427" y="1008"/>
                      <a:pt x="73" y="1362"/>
                    </a:cubicBezTo>
                    <a:cubicBezTo>
                      <a:pt x="0" y="418"/>
                      <a:pt x="0" y="418"/>
                      <a:pt x="127" y="247"/>
                    </a:cubicBezTo>
                    <a:cubicBezTo>
                      <a:pt x="475" y="0"/>
                      <a:pt x="751" y="139"/>
                      <a:pt x="1114" y="321"/>
                    </a:cubicBezTo>
                    <a:close/>
                  </a:path>
                </a:pathLst>
              </a:custGeom>
              <a:solidFill>
                <a:srgbClr val="E1D9EC"/>
              </a:solidFill>
              <a:ln w="2646" cap="flat">
                <a:noFill/>
              </a:ln>
            </p:spPr>
          </p:sp>
          <p:sp>
            <p:nvSpPr>
              <p:cNvPr id="3154" name="ICON_C_TOPOGRAPHY_path_298"/>
              <p:cNvSpPr/>
              <p:nvPr/>
            </p:nvSpPr>
            <p:spPr>
              <a:xfrm>
                <a:off x="11535833" y="7482417"/>
                <a:ext cx="10713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844" h="1250" fill="norm" stroke="0">
                    <a:moveTo>
                      <a:pt x="0" y="0"/>
                    </a:moveTo>
                    <a:cubicBezTo>
                      <a:pt x="417" y="0"/>
                      <a:pt x="417" y="0"/>
                      <a:pt x="506" y="70"/>
                    </a:cubicBezTo>
                    <a:cubicBezTo>
                      <a:pt x="522" y="102"/>
                      <a:pt x="539" y="134"/>
                      <a:pt x="556" y="168"/>
                    </a:cubicBezTo>
                    <a:cubicBezTo>
                      <a:pt x="574" y="203"/>
                      <a:pt x="593" y="239"/>
                      <a:pt x="612" y="276"/>
                    </a:cubicBezTo>
                    <a:cubicBezTo>
                      <a:pt x="629" y="314"/>
                      <a:pt x="646" y="352"/>
                      <a:pt x="664" y="391"/>
                    </a:cubicBezTo>
                    <a:cubicBezTo>
                      <a:pt x="684" y="427"/>
                      <a:pt x="704" y="463"/>
                      <a:pt x="724" y="500"/>
                    </a:cubicBezTo>
                    <a:cubicBezTo>
                      <a:pt x="802" y="661"/>
                      <a:pt x="844" y="775"/>
                      <a:pt x="812" y="954"/>
                    </a:cubicBezTo>
                    <a:cubicBezTo>
                      <a:pt x="727" y="1166"/>
                      <a:pt x="727" y="1166"/>
                      <a:pt x="625" y="1250"/>
                    </a:cubicBezTo>
                    <a:cubicBezTo>
                      <a:pt x="487" y="1250"/>
                      <a:pt x="350" y="1250"/>
                      <a:pt x="208" y="1250"/>
                    </a:cubicBezTo>
                    <a:cubicBezTo>
                      <a:pt x="140" y="837"/>
                      <a:pt x="71" y="425"/>
                      <a:pt x="0" y="0"/>
                    </a:cubicBezTo>
                    <a:close/>
                  </a:path>
                </a:pathLst>
              </a:custGeom>
              <a:solidFill>
                <a:srgbClr val="FCB66E"/>
              </a:solidFill>
              <a:ln w="2646" cap="flat">
                <a:noFill/>
              </a:ln>
            </p:spPr>
          </p:sp>
          <p:sp>
            <p:nvSpPr>
              <p:cNvPr id="3155" name="ICON_C_TOPOGRAPHY_path_299"/>
              <p:cNvSpPr/>
              <p:nvPr/>
            </p:nvSpPr>
            <p:spPr>
              <a:xfrm>
                <a:off x="11408833" y="7445375"/>
                <a:ext cx="13229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25" fill="norm" stroke="0">
                    <a:moveTo>
                      <a:pt x="0" y="0"/>
                    </a:moveTo>
                    <a:cubicBezTo>
                      <a:pt x="344" y="0"/>
                      <a:pt x="688" y="0"/>
                      <a:pt x="1042" y="0"/>
                    </a:cubicBezTo>
                    <a:cubicBezTo>
                      <a:pt x="1042" y="138"/>
                      <a:pt x="1042" y="275"/>
                      <a:pt x="1042" y="417"/>
                    </a:cubicBezTo>
                    <a:cubicBezTo>
                      <a:pt x="698" y="485"/>
                      <a:pt x="354" y="554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B3EEB6"/>
              </a:solidFill>
              <a:ln w="2646" cap="flat">
                <a:noFill/>
              </a:ln>
            </p:spPr>
          </p:sp>
          <p:sp>
            <p:nvSpPr>
              <p:cNvPr id="3156" name="ICON_C_TOPOGRAPHY_path_300"/>
              <p:cNvSpPr/>
              <p:nvPr/>
            </p:nvSpPr>
            <p:spPr>
              <a:xfrm>
                <a:off x="11599333" y="7429500"/>
                <a:ext cx="13229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33" fill="norm" stroke="0">
                    <a:moveTo>
                      <a:pt x="208" y="0"/>
                    </a:moveTo>
                    <a:cubicBezTo>
                      <a:pt x="348" y="59"/>
                      <a:pt x="487" y="120"/>
                      <a:pt x="625" y="182"/>
                    </a:cubicBezTo>
                    <a:cubicBezTo>
                      <a:pt x="665" y="199"/>
                      <a:pt x="705" y="215"/>
                      <a:pt x="745" y="232"/>
                    </a:cubicBezTo>
                    <a:cubicBezTo>
                      <a:pt x="783" y="249"/>
                      <a:pt x="821" y="267"/>
                      <a:pt x="859" y="285"/>
                    </a:cubicBezTo>
                    <a:cubicBezTo>
                      <a:pt x="894" y="300"/>
                      <a:pt x="929" y="315"/>
                      <a:pt x="965" y="331"/>
                    </a:cubicBezTo>
                    <a:cubicBezTo>
                      <a:pt x="1042" y="417"/>
                      <a:pt x="1042" y="417"/>
                      <a:pt x="1042" y="833"/>
                    </a:cubicBezTo>
                    <a:cubicBezTo>
                      <a:pt x="698" y="765"/>
                      <a:pt x="354" y="696"/>
                      <a:pt x="0" y="625"/>
                    </a:cubicBezTo>
                    <a:cubicBezTo>
                      <a:pt x="69" y="419"/>
                      <a:pt x="138" y="212"/>
                      <a:pt x="208" y="0"/>
                    </a:cubicBezTo>
                    <a:close/>
                  </a:path>
                </a:pathLst>
              </a:custGeom>
              <a:solidFill>
                <a:srgbClr val="C3FBD2"/>
              </a:solidFill>
              <a:ln w="2646" cap="flat">
                <a:noFill/>
              </a:ln>
            </p:spPr>
          </p:sp>
          <p:sp>
            <p:nvSpPr>
              <p:cNvPr id="3157" name="ICON_C_TOPOGRAPHY_path_301"/>
              <p:cNvSpPr/>
              <p:nvPr/>
            </p:nvSpPr>
            <p:spPr>
              <a:xfrm>
                <a:off x="11535833" y="7408333"/>
                <a:ext cx="13229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33" fill="norm" stroke="0">
                    <a:moveTo>
                      <a:pt x="208" y="0"/>
                    </a:moveTo>
                    <a:cubicBezTo>
                      <a:pt x="348" y="59"/>
                      <a:pt x="487" y="120"/>
                      <a:pt x="625" y="182"/>
                    </a:cubicBezTo>
                    <a:cubicBezTo>
                      <a:pt x="665" y="199"/>
                      <a:pt x="705" y="215"/>
                      <a:pt x="745" y="232"/>
                    </a:cubicBezTo>
                    <a:cubicBezTo>
                      <a:pt x="783" y="249"/>
                      <a:pt x="821" y="267"/>
                      <a:pt x="859" y="285"/>
                    </a:cubicBezTo>
                    <a:cubicBezTo>
                      <a:pt x="894" y="300"/>
                      <a:pt x="929" y="315"/>
                      <a:pt x="965" y="331"/>
                    </a:cubicBezTo>
                    <a:cubicBezTo>
                      <a:pt x="1042" y="417"/>
                      <a:pt x="1042" y="417"/>
                      <a:pt x="1042" y="833"/>
                    </a:cubicBezTo>
                    <a:cubicBezTo>
                      <a:pt x="698" y="765"/>
                      <a:pt x="354" y="696"/>
                      <a:pt x="0" y="625"/>
                    </a:cubicBezTo>
                    <a:cubicBezTo>
                      <a:pt x="69" y="419"/>
                      <a:pt x="138" y="212"/>
                      <a:pt x="208" y="0"/>
                    </a:cubicBezTo>
                    <a:close/>
                  </a:path>
                </a:pathLst>
              </a:custGeom>
              <a:solidFill>
                <a:srgbClr val="D6FBC2"/>
              </a:solidFill>
              <a:ln w="2646" cap="flat">
                <a:noFill/>
              </a:ln>
            </p:spPr>
          </p:sp>
          <p:sp>
            <p:nvSpPr>
              <p:cNvPr id="3158" name="ICON_C_TOPOGRAPHY_path_302"/>
              <p:cNvSpPr/>
              <p:nvPr/>
            </p:nvSpPr>
            <p:spPr>
              <a:xfrm>
                <a:off x="11427354" y="7410979"/>
                <a:ext cx="105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42" fill="norm" stroke="0">
                    <a:moveTo>
                      <a:pt x="417" y="0"/>
                    </a:moveTo>
                    <a:cubicBezTo>
                      <a:pt x="554" y="69"/>
                      <a:pt x="692" y="138"/>
                      <a:pt x="833" y="208"/>
                    </a:cubicBezTo>
                    <a:cubicBezTo>
                      <a:pt x="765" y="483"/>
                      <a:pt x="696" y="758"/>
                      <a:pt x="625" y="1042"/>
                    </a:cubicBezTo>
                    <a:cubicBezTo>
                      <a:pt x="419" y="973"/>
                      <a:pt x="212" y="904"/>
                      <a:pt x="0" y="833"/>
                    </a:cubicBezTo>
                    <a:cubicBezTo>
                      <a:pt x="137" y="558"/>
                      <a:pt x="275" y="283"/>
                      <a:pt x="417" y="0"/>
                    </a:cubicBezTo>
                    <a:close/>
                  </a:path>
                </a:pathLst>
              </a:custGeom>
              <a:solidFill>
                <a:srgbClr val="A1EDD0"/>
              </a:solidFill>
              <a:ln w="2646" cap="flat">
                <a:noFill/>
              </a:ln>
            </p:spPr>
          </p:sp>
          <p:sp>
            <p:nvSpPr>
              <p:cNvPr id="3159" name="ICON_C_TOPOGRAPHY_path_303"/>
              <p:cNvSpPr/>
              <p:nvPr/>
            </p:nvSpPr>
            <p:spPr>
              <a:xfrm>
                <a:off x="11403542" y="7336896"/>
                <a:ext cx="10583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458" fill="norm" stroke="0">
                    <a:moveTo>
                      <a:pt x="833" y="0"/>
                    </a:moveTo>
                    <a:cubicBezTo>
                      <a:pt x="833" y="481"/>
                      <a:pt x="833" y="962"/>
                      <a:pt x="833" y="1458"/>
                    </a:cubicBezTo>
                    <a:cubicBezTo>
                      <a:pt x="812" y="1325"/>
                      <a:pt x="790" y="1192"/>
                      <a:pt x="768" y="1055"/>
                    </a:cubicBezTo>
                    <a:cubicBezTo>
                      <a:pt x="691" y="681"/>
                      <a:pt x="691" y="681"/>
                      <a:pt x="554" y="565"/>
                    </a:cubicBezTo>
                    <a:cubicBezTo>
                      <a:pt x="378" y="475"/>
                      <a:pt x="194" y="441"/>
                      <a:pt x="0" y="417"/>
                    </a:cubicBezTo>
                    <a:cubicBezTo>
                      <a:pt x="60" y="346"/>
                      <a:pt x="120" y="277"/>
                      <a:pt x="182" y="208"/>
                    </a:cubicBezTo>
                    <a:cubicBezTo>
                      <a:pt x="216" y="170"/>
                      <a:pt x="250" y="131"/>
                      <a:pt x="285" y="91"/>
                    </a:cubicBezTo>
                    <a:cubicBezTo>
                      <a:pt x="417" y="0"/>
                      <a:pt x="417" y="0"/>
                      <a:pt x="833" y="0"/>
                    </a:cubicBezTo>
                    <a:close/>
                  </a:path>
                </a:pathLst>
              </a:custGeom>
              <a:solidFill>
                <a:srgbClr val="5DA3EF"/>
              </a:solidFill>
              <a:ln w="2646" cap="flat">
                <a:noFill/>
              </a:ln>
            </p:spPr>
          </p:sp>
          <p:sp>
            <p:nvSpPr>
              <p:cNvPr id="3160" name="ICON_C_TOPOGRAPHY_path_304"/>
              <p:cNvSpPr/>
              <p:nvPr/>
            </p:nvSpPr>
            <p:spPr>
              <a:xfrm>
                <a:off x="11426291" y="7328958"/>
                <a:ext cx="11647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917" h="833" fill="norm" stroke="0">
                    <a:moveTo>
                      <a:pt x="84" y="0"/>
                    </a:moveTo>
                    <a:cubicBezTo>
                      <a:pt x="359" y="0"/>
                      <a:pt x="634" y="0"/>
                      <a:pt x="917" y="0"/>
                    </a:cubicBezTo>
                    <a:cubicBezTo>
                      <a:pt x="848" y="275"/>
                      <a:pt x="780" y="550"/>
                      <a:pt x="709" y="833"/>
                    </a:cubicBezTo>
                    <a:cubicBezTo>
                      <a:pt x="212" y="730"/>
                      <a:pt x="212" y="730"/>
                      <a:pt x="84" y="625"/>
                    </a:cubicBezTo>
                    <a:cubicBezTo>
                      <a:pt x="0" y="424"/>
                      <a:pt x="56" y="209"/>
                      <a:pt x="84" y="0"/>
                    </a:cubicBezTo>
                    <a:close/>
                  </a:path>
                </a:pathLst>
              </a:custGeom>
              <a:solidFill>
                <a:srgbClr val="507AD7"/>
              </a:solidFill>
              <a:ln w="2646" cap="flat">
                <a:noFill/>
              </a:ln>
            </p:spPr>
          </p:sp>
          <p:sp>
            <p:nvSpPr>
              <p:cNvPr id="3161" name="ICON_C_TOPOGRAPHY_path_305"/>
              <p:cNvSpPr/>
              <p:nvPr/>
            </p:nvSpPr>
            <p:spPr>
              <a:xfrm>
                <a:off x="11557000" y="7651213"/>
                <a:ext cx="18521" cy="8488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668" fill="norm" stroke="0">
                    <a:moveTo>
                      <a:pt x="1458" y="251"/>
                    </a:moveTo>
                    <a:cubicBezTo>
                      <a:pt x="1003" y="668"/>
                      <a:pt x="1003" y="668"/>
                      <a:pt x="722" y="667"/>
                    </a:cubicBezTo>
                    <a:cubicBezTo>
                      <a:pt x="473" y="628"/>
                      <a:pt x="235" y="550"/>
                      <a:pt x="0" y="459"/>
                    </a:cubicBezTo>
                    <a:cubicBezTo>
                      <a:pt x="501" y="0"/>
                      <a:pt x="836" y="10"/>
                      <a:pt x="1458" y="251"/>
                    </a:cubicBezTo>
                    <a:close/>
                  </a:path>
                </a:pathLst>
              </a:custGeom>
              <a:solidFill>
                <a:srgbClr val="C5BFD4"/>
              </a:solidFill>
              <a:ln w="2646" cap="flat">
                <a:noFill/>
              </a:ln>
            </p:spPr>
          </p:sp>
          <p:sp>
            <p:nvSpPr>
              <p:cNvPr id="3162" name="ICON_C_TOPOGRAPHY_path_306"/>
              <p:cNvSpPr/>
              <p:nvPr/>
            </p:nvSpPr>
            <p:spPr>
              <a:xfrm>
                <a:off x="11575521" y="7635317"/>
                <a:ext cx="13229" cy="8496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69" fill="norm" stroke="0">
                    <a:moveTo>
                      <a:pt x="521" y="0"/>
                    </a:moveTo>
                    <a:cubicBezTo>
                      <a:pt x="696" y="7"/>
                      <a:pt x="868" y="22"/>
                      <a:pt x="1042" y="44"/>
                    </a:cubicBezTo>
                    <a:cubicBezTo>
                      <a:pt x="1042" y="181"/>
                      <a:pt x="1042" y="319"/>
                      <a:pt x="1042" y="461"/>
                    </a:cubicBezTo>
                    <a:cubicBezTo>
                      <a:pt x="698" y="529"/>
                      <a:pt x="354" y="598"/>
                      <a:pt x="0" y="669"/>
                    </a:cubicBezTo>
                    <a:cubicBezTo>
                      <a:pt x="110" y="9"/>
                      <a:pt x="110" y="9"/>
                      <a:pt x="521" y="0"/>
                    </a:cubicBezTo>
                    <a:close/>
                  </a:path>
                </a:pathLst>
              </a:custGeom>
              <a:solidFill>
                <a:srgbClr val="171059"/>
              </a:solidFill>
              <a:ln w="2646" cap="flat">
                <a:noFill/>
              </a:ln>
            </p:spPr>
          </p:sp>
          <p:sp>
            <p:nvSpPr>
              <p:cNvPr id="3163" name="ICON_C_TOPOGRAPHY_path_307"/>
              <p:cNvSpPr/>
              <p:nvPr/>
            </p:nvSpPr>
            <p:spPr>
              <a:xfrm>
                <a:off x="11551708" y="7553854"/>
                <a:ext cx="13229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25" fill="norm" stroke="0">
                    <a:moveTo>
                      <a:pt x="208" y="0"/>
                    </a:moveTo>
                    <a:cubicBezTo>
                      <a:pt x="346" y="34"/>
                      <a:pt x="346" y="34"/>
                      <a:pt x="1042" y="208"/>
                    </a:cubicBezTo>
                    <a:cubicBezTo>
                      <a:pt x="1042" y="346"/>
                      <a:pt x="1042" y="483"/>
                      <a:pt x="1042" y="625"/>
                    </a:cubicBezTo>
                    <a:cubicBezTo>
                      <a:pt x="698" y="625"/>
                      <a:pt x="354" y="625"/>
                      <a:pt x="0" y="625"/>
                    </a:cubicBezTo>
                    <a:cubicBezTo>
                      <a:pt x="69" y="419"/>
                      <a:pt x="138" y="212"/>
                      <a:pt x="208" y="0"/>
                    </a:cubicBezTo>
                    <a:close/>
                  </a:path>
                </a:pathLst>
              </a:custGeom>
              <a:solidFill>
                <a:srgbClr val="D9E28B"/>
              </a:solidFill>
              <a:ln w="2646" cap="flat">
                <a:noFill/>
              </a:ln>
            </p:spPr>
          </p:sp>
          <p:sp>
            <p:nvSpPr>
              <p:cNvPr id="3164" name="ICON_C_TOPOGRAPHY_path_308"/>
              <p:cNvSpPr/>
              <p:nvPr/>
            </p:nvSpPr>
            <p:spPr>
              <a:xfrm>
                <a:off x="11453812" y="7506229"/>
                <a:ext cx="13642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1074" h="1250" fill="norm" stroke="0">
                    <a:moveTo>
                      <a:pt x="0" y="0"/>
                    </a:moveTo>
                    <a:cubicBezTo>
                      <a:pt x="150" y="109"/>
                      <a:pt x="298" y="220"/>
                      <a:pt x="445" y="333"/>
                    </a:cubicBezTo>
                    <a:cubicBezTo>
                      <a:pt x="495" y="371"/>
                      <a:pt x="546" y="409"/>
                      <a:pt x="597" y="446"/>
                    </a:cubicBezTo>
                    <a:cubicBezTo>
                      <a:pt x="1021" y="756"/>
                      <a:pt x="1021" y="756"/>
                      <a:pt x="1074" y="954"/>
                    </a:cubicBezTo>
                    <a:cubicBezTo>
                      <a:pt x="1074" y="1058"/>
                      <a:pt x="1066" y="1149"/>
                      <a:pt x="1042" y="1250"/>
                    </a:cubicBezTo>
                    <a:cubicBezTo>
                      <a:pt x="810" y="1233"/>
                      <a:pt x="597" y="1197"/>
                      <a:pt x="417" y="1042"/>
                    </a:cubicBezTo>
                    <a:cubicBezTo>
                      <a:pt x="219" y="727"/>
                      <a:pt x="109" y="354"/>
                      <a:pt x="0" y="0"/>
                    </a:cubicBezTo>
                    <a:close/>
                  </a:path>
                </a:pathLst>
              </a:custGeom>
              <a:solidFill>
                <a:srgbClr val="FAC38E"/>
              </a:solidFill>
              <a:ln w="2646" cap="flat">
                <a:noFill/>
              </a:ln>
            </p:spPr>
          </p:sp>
          <p:sp>
            <p:nvSpPr>
              <p:cNvPr id="3165" name="ICON_C_TOPOGRAPHY_path_309"/>
              <p:cNvSpPr/>
              <p:nvPr/>
            </p:nvSpPr>
            <p:spPr>
              <a:xfrm>
                <a:off x="11310938" y="7452491"/>
                <a:ext cx="13229" cy="8760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90" fill="norm" stroke="0">
                    <a:moveTo>
                      <a:pt x="755" y="26"/>
                    </a:moveTo>
                    <a:cubicBezTo>
                      <a:pt x="850" y="39"/>
                      <a:pt x="944" y="51"/>
                      <a:pt x="1042" y="65"/>
                    </a:cubicBezTo>
                    <a:cubicBezTo>
                      <a:pt x="1042" y="271"/>
                      <a:pt x="1042" y="477"/>
                      <a:pt x="1042" y="690"/>
                    </a:cubicBezTo>
                    <a:cubicBezTo>
                      <a:pt x="698" y="690"/>
                      <a:pt x="354" y="690"/>
                      <a:pt x="0" y="690"/>
                    </a:cubicBezTo>
                    <a:cubicBezTo>
                      <a:pt x="374" y="0"/>
                      <a:pt x="374" y="0"/>
                      <a:pt x="755" y="26"/>
                    </a:cubicBezTo>
                    <a:close/>
                  </a:path>
                </a:pathLst>
              </a:custGeom>
              <a:solidFill>
                <a:srgbClr val="281B4E"/>
              </a:solidFill>
              <a:ln w="2646" cap="flat">
                <a:noFill/>
              </a:ln>
            </p:spPr>
          </p:sp>
          <p:sp>
            <p:nvSpPr>
              <p:cNvPr id="3166" name="ICON_C_TOPOGRAPHY_path_310"/>
              <p:cNvSpPr/>
              <p:nvPr/>
            </p:nvSpPr>
            <p:spPr>
              <a:xfrm>
                <a:off x="11678708" y="7450667"/>
                <a:ext cx="15875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625" fill="norm" stroke="0">
                    <a:moveTo>
                      <a:pt x="0" y="0"/>
                    </a:moveTo>
                    <a:cubicBezTo>
                      <a:pt x="170" y="23"/>
                      <a:pt x="339" y="50"/>
                      <a:pt x="508" y="78"/>
                    </a:cubicBezTo>
                    <a:cubicBezTo>
                      <a:pt x="556" y="85"/>
                      <a:pt x="604" y="91"/>
                      <a:pt x="653" y="98"/>
                    </a:cubicBezTo>
                    <a:cubicBezTo>
                      <a:pt x="1002" y="158"/>
                      <a:pt x="1002" y="158"/>
                      <a:pt x="1121" y="309"/>
                    </a:cubicBezTo>
                    <a:cubicBezTo>
                      <a:pt x="1174" y="414"/>
                      <a:pt x="1216" y="514"/>
                      <a:pt x="1250" y="625"/>
                    </a:cubicBezTo>
                    <a:cubicBezTo>
                      <a:pt x="1080" y="602"/>
                      <a:pt x="911" y="575"/>
                      <a:pt x="742" y="547"/>
                    </a:cubicBezTo>
                    <a:cubicBezTo>
                      <a:pt x="694" y="540"/>
                      <a:pt x="646" y="534"/>
                      <a:pt x="597" y="527"/>
                    </a:cubicBezTo>
                    <a:cubicBezTo>
                      <a:pt x="248" y="467"/>
                      <a:pt x="248" y="467"/>
                      <a:pt x="129" y="316"/>
                    </a:cubicBezTo>
                    <a:cubicBezTo>
                      <a:pt x="76" y="211"/>
                      <a:pt x="34" y="111"/>
                      <a:pt x="0" y="0"/>
                    </a:cubicBezTo>
                    <a:close/>
                  </a:path>
                </a:pathLst>
              </a:custGeom>
              <a:solidFill>
                <a:srgbClr val="BAB2D0"/>
              </a:solidFill>
              <a:ln w="2646" cap="flat">
                <a:noFill/>
              </a:ln>
            </p:spPr>
          </p:sp>
          <p:sp>
            <p:nvSpPr>
              <p:cNvPr id="3167" name="ICON_C_TOPOGRAPHY_path_311"/>
              <p:cNvSpPr/>
              <p:nvPr/>
            </p:nvSpPr>
            <p:spPr>
              <a:xfrm>
                <a:off x="11337396" y="7410979"/>
                <a:ext cx="8239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649" h="1458" fill="norm" stroke="0">
                    <a:moveTo>
                      <a:pt x="417" y="0"/>
                    </a:moveTo>
                    <a:cubicBezTo>
                      <a:pt x="531" y="262"/>
                      <a:pt x="649" y="544"/>
                      <a:pt x="625" y="833"/>
                    </a:cubicBezTo>
                    <a:cubicBezTo>
                      <a:pt x="490" y="1099"/>
                      <a:pt x="237" y="1286"/>
                      <a:pt x="0" y="1458"/>
                    </a:cubicBezTo>
                    <a:cubicBezTo>
                      <a:pt x="29" y="1293"/>
                      <a:pt x="60" y="1128"/>
                      <a:pt x="91" y="964"/>
                    </a:cubicBezTo>
                    <a:cubicBezTo>
                      <a:pt x="99" y="917"/>
                      <a:pt x="107" y="871"/>
                      <a:pt x="116" y="824"/>
                    </a:cubicBezTo>
                    <a:cubicBezTo>
                      <a:pt x="174" y="520"/>
                      <a:pt x="262" y="268"/>
                      <a:pt x="417" y="0"/>
                    </a:cubicBezTo>
                    <a:close/>
                  </a:path>
                </a:pathLst>
              </a:custGeom>
              <a:solidFill>
                <a:srgbClr val="2B5EBE"/>
              </a:solidFill>
              <a:ln w="2646" cap="flat">
                <a:noFill/>
              </a:ln>
            </p:spPr>
          </p:sp>
          <p:sp>
            <p:nvSpPr>
              <p:cNvPr id="3168" name="ICON_C_TOPOGRAPHY_path_312"/>
              <p:cNvSpPr/>
              <p:nvPr/>
            </p:nvSpPr>
            <p:spPr>
              <a:xfrm>
                <a:off x="11469688" y="7410791"/>
                <a:ext cx="18521" cy="8406"/>
              </a:xfrm>
              <a:custGeom>
                <a:avLst/>
                <a:gdLst/>
                <a:ahLst/>
                <a:cxnLst/>
                <a:rect l="0" t="0" r="r" b="b"/>
                <a:pathLst>
                  <a:path w="1458" h="662" fill="norm" stroke="0">
                    <a:moveTo>
                      <a:pt x="343" y="0"/>
                    </a:moveTo>
                    <a:cubicBezTo>
                      <a:pt x="514" y="15"/>
                      <a:pt x="680" y="54"/>
                      <a:pt x="846" y="93"/>
                    </a:cubicBezTo>
                    <a:cubicBezTo>
                      <a:pt x="906" y="105"/>
                      <a:pt x="965" y="117"/>
                      <a:pt x="1024" y="129"/>
                    </a:cubicBezTo>
                    <a:cubicBezTo>
                      <a:pt x="1169" y="158"/>
                      <a:pt x="1314" y="190"/>
                      <a:pt x="1458" y="223"/>
                    </a:cubicBezTo>
                    <a:cubicBezTo>
                      <a:pt x="1333" y="387"/>
                      <a:pt x="1212" y="522"/>
                      <a:pt x="1042" y="640"/>
                    </a:cubicBezTo>
                    <a:cubicBezTo>
                      <a:pt x="846" y="662"/>
                      <a:pt x="682" y="616"/>
                      <a:pt x="495" y="562"/>
                    </a:cubicBezTo>
                    <a:cubicBezTo>
                      <a:pt x="447" y="550"/>
                      <a:pt x="399" y="538"/>
                      <a:pt x="350" y="526"/>
                    </a:cubicBezTo>
                    <a:cubicBezTo>
                      <a:pt x="232" y="497"/>
                      <a:pt x="116" y="465"/>
                      <a:pt x="0" y="431"/>
                    </a:cubicBezTo>
                    <a:cubicBezTo>
                      <a:pt x="100" y="27"/>
                      <a:pt x="100" y="27"/>
                      <a:pt x="343" y="0"/>
                    </a:cubicBezTo>
                    <a:close/>
                  </a:path>
                </a:pathLst>
              </a:custGeom>
              <a:solidFill>
                <a:srgbClr val="8CE4D1"/>
              </a:solidFill>
              <a:ln w="2646" cap="flat">
                <a:noFill/>
              </a:ln>
            </p:spPr>
          </p:sp>
          <p:sp>
            <p:nvSpPr>
              <p:cNvPr id="3169" name="ICON_C_TOPOGRAPHY_path_313"/>
              <p:cNvSpPr/>
              <p:nvPr/>
            </p:nvSpPr>
            <p:spPr>
              <a:xfrm>
                <a:off x="11527896" y="7392458"/>
                <a:ext cx="15875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625" fill="norm" stroke="0">
                    <a:moveTo>
                      <a:pt x="0" y="0"/>
                    </a:moveTo>
                    <a:cubicBezTo>
                      <a:pt x="170" y="23"/>
                      <a:pt x="339" y="50"/>
                      <a:pt x="508" y="78"/>
                    </a:cubicBezTo>
                    <a:cubicBezTo>
                      <a:pt x="556" y="85"/>
                      <a:pt x="604" y="91"/>
                      <a:pt x="653" y="98"/>
                    </a:cubicBezTo>
                    <a:cubicBezTo>
                      <a:pt x="676" y="102"/>
                      <a:pt x="676" y="102"/>
                      <a:pt x="794" y="122"/>
                    </a:cubicBezTo>
                    <a:cubicBezTo>
                      <a:pt x="836" y="129"/>
                      <a:pt x="879" y="135"/>
                      <a:pt x="922" y="142"/>
                    </a:cubicBezTo>
                    <a:cubicBezTo>
                      <a:pt x="1042" y="208"/>
                      <a:pt x="1042" y="208"/>
                      <a:pt x="1250" y="625"/>
                    </a:cubicBezTo>
                    <a:cubicBezTo>
                      <a:pt x="1044" y="591"/>
                      <a:pt x="1044" y="591"/>
                      <a:pt x="0" y="417"/>
                    </a:cubicBezTo>
                    <a:cubicBezTo>
                      <a:pt x="0" y="279"/>
                      <a:pt x="0" y="142"/>
                      <a:pt x="0" y="0"/>
                    </a:cubicBezTo>
                    <a:close/>
                  </a:path>
                </a:pathLst>
              </a:custGeom>
              <a:solidFill>
                <a:srgbClr val="93E9DB"/>
              </a:solidFill>
              <a:ln w="2646" cap="flat">
                <a:noFill/>
              </a:ln>
            </p:spPr>
          </p:sp>
          <p:sp>
            <p:nvSpPr>
              <p:cNvPr id="3170" name="ICON_C_TOPOGRAPHY_path_314"/>
              <p:cNvSpPr/>
              <p:nvPr/>
            </p:nvSpPr>
            <p:spPr>
              <a:xfrm>
                <a:off x="11430000" y="7395104"/>
                <a:ext cx="7938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458" fill="norm" stroke="0">
                    <a:moveTo>
                      <a:pt x="417" y="0"/>
                    </a:moveTo>
                    <a:cubicBezTo>
                      <a:pt x="485" y="0"/>
                      <a:pt x="554" y="0"/>
                      <a:pt x="625" y="0"/>
                    </a:cubicBezTo>
                    <a:cubicBezTo>
                      <a:pt x="625" y="481"/>
                      <a:pt x="625" y="962"/>
                      <a:pt x="625" y="1458"/>
                    </a:cubicBezTo>
                    <a:cubicBezTo>
                      <a:pt x="556" y="1252"/>
                      <a:pt x="487" y="1046"/>
                      <a:pt x="417" y="833"/>
                    </a:cubicBezTo>
                    <a:cubicBezTo>
                      <a:pt x="234" y="801"/>
                      <a:pt x="166" y="790"/>
                      <a:pt x="0" y="833"/>
                    </a:cubicBezTo>
                    <a:cubicBezTo>
                      <a:pt x="64" y="694"/>
                      <a:pt x="129" y="555"/>
                      <a:pt x="195" y="417"/>
                    </a:cubicBezTo>
                    <a:cubicBezTo>
                      <a:pt x="214" y="377"/>
                      <a:pt x="232" y="337"/>
                      <a:pt x="250" y="296"/>
                    </a:cubicBezTo>
                    <a:cubicBezTo>
                      <a:pt x="268" y="259"/>
                      <a:pt x="286" y="221"/>
                      <a:pt x="305" y="182"/>
                    </a:cubicBezTo>
                    <a:cubicBezTo>
                      <a:pt x="321" y="147"/>
                      <a:pt x="338" y="112"/>
                      <a:pt x="355" y="76"/>
                    </a:cubicBezTo>
                    <a:cubicBezTo>
                      <a:pt x="375" y="51"/>
                      <a:pt x="396" y="26"/>
                      <a:pt x="417" y="0"/>
                    </a:cubicBezTo>
                    <a:close/>
                  </a:path>
                </a:pathLst>
              </a:custGeom>
              <a:solidFill>
                <a:srgbClr val="8CE5E1"/>
              </a:solidFill>
              <a:ln w="2646" cap="flat">
                <a:noFill/>
              </a:ln>
            </p:spPr>
          </p:sp>
          <p:sp>
            <p:nvSpPr>
              <p:cNvPr id="3171" name="ICON_C_TOPOGRAPHY_path_315"/>
              <p:cNvSpPr/>
              <p:nvPr/>
            </p:nvSpPr>
            <p:spPr>
              <a:xfrm>
                <a:off x="11366500" y="7381875"/>
                <a:ext cx="11197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882" h="1458" fill="norm" stroke="0">
                    <a:moveTo>
                      <a:pt x="625" y="0"/>
                    </a:moveTo>
                    <a:cubicBezTo>
                      <a:pt x="882" y="550"/>
                      <a:pt x="882" y="550"/>
                      <a:pt x="833" y="833"/>
                    </a:cubicBezTo>
                    <a:cubicBezTo>
                      <a:pt x="631" y="1117"/>
                      <a:pt x="298" y="1290"/>
                      <a:pt x="0" y="1458"/>
                    </a:cubicBezTo>
                    <a:cubicBezTo>
                      <a:pt x="69" y="1183"/>
                      <a:pt x="138" y="908"/>
                      <a:pt x="208" y="625"/>
                    </a:cubicBezTo>
                    <a:cubicBezTo>
                      <a:pt x="346" y="625"/>
                      <a:pt x="483" y="625"/>
                      <a:pt x="625" y="625"/>
                    </a:cubicBezTo>
                    <a:cubicBezTo>
                      <a:pt x="625" y="419"/>
                      <a:pt x="625" y="212"/>
                      <a:pt x="625" y="0"/>
                    </a:cubicBezTo>
                    <a:close/>
                  </a:path>
                </a:pathLst>
              </a:custGeom>
              <a:solidFill>
                <a:srgbClr val="3E93DC"/>
              </a:solidFill>
              <a:ln w="2646" cap="flat">
                <a:noFill/>
              </a:ln>
            </p:spPr>
          </p:sp>
          <p:sp>
            <p:nvSpPr>
              <p:cNvPr id="3172" name="ICON_C_TOPOGRAPHY_path_316"/>
              <p:cNvSpPr/>
              <p:nvPr/>
            </p:nvSpPr>
            <p:spPr>
              <a:xfrm>
                <a:off x="11440583" y="7331604"/>
                <a:ext cx="7938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833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275"/>
                      <a:pt x="625" y="550"/>
                      <a:pt x="625" y="833"/>
                    </a:cubicBezTo>
                    <a:cubicBezTo>
                      <a:pt x="419" y="833"/>
                      <a:pt x="212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72AAF5"/>
              </a:solidFill>
              <a:ln w="2646" cap="flat">
                <a:noFill/>
              </a:ln>
            </p:spPr>
          </p:sp>
          <p:sp>
            <p:nvSpPr>
              <p:cNvPr id="3173" name="ICON_C_TOPOGRAPHY_path_317"/>
              <p:cNvSpPr/>
              <p:nvPr/>
            </p:nvSpPr>
            <p:spPr>
              <a:xfrm>
                <a:off x="11445875" y="7617354"/>
                <a:ext cx="13229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625" fill="norm" stroke="0">
                    <a:moveTo>
                      <a:pt x="0" y="0"/>
                    </a:moveTo>
                    <a:cubicBezTo>
                      <a:pt x="172" y="34"/>
                      <a:pt x="172" y="34"/>
                      <a:pt x="1042" y="208"/>
                    </a:cubicBezTo>
                    <a:cubicBezTo>
                      <a:pt x="1042" y="346"/>
                      <a:pt x="1042" y="483"/>
                      <a:pt x="1042" y="625"/>
                    </a:cubicBezTo>
                    <a:cubicBezTo>
                      <a:pt x="906" y="601"/>
                      <a:pt x="773" y="575"/>
                      <a:pt x="638" y="547"/>
                    </a:cubicBezTo>
                    <a:cubicBezTo>
                      <a:pt x="600" y="540"/>
                      <a:pt x="562" y="534"/>
                      <a:pt x="523" y="527"/>
                    </a:cubicBezTo>
                    <a:cubicBezTo>
                      <a:pt x="411" y="503"/>
                      <a:pt x="411" y="503"/>
                      <a:pt x="208" y="417"/>
                    </a:cubicBezTo>
                    <a:cubicBezTo>
                      <a:pt x="140" y="279"/>
                      <a:pt x="71" y="142"/>
                      <a:pt x="0" y="0"/>
                    </a:cubicBezTo>
                    <a:close/>
                  </a:path>
                </a:pathLst>
              </a:custGeom>
              <a:solidFill>
                <a:srgbClr val="50A5EA"/>
              </a:solidFill>
              <a:ln w="2646" cap="flat">
                <a:noFill/>
              </a:ln>
            </p:spPr>
          </p:sp>
          <p:sp>
            <p:nvSpPr>
              <p:cNvPr id="3174" name="ICON_C_TOPOGRAPHY_path_318"/>
              <p:cNvSpPr/>
              <p:nvPr/>
            </p:nvSpPr>
            <p:spPr>
              <a:xfrm>
                <a:off x="11541125" y="7528372"/>
                <a:ext cx="15875" cy="9620"/>
              </a:xfrm>
              <a:custGeom>
                <a:avLst/>
                <a:gdLst/>
                <a:ahLst/>
                <a:cxnLst/>
                <a:rect l="0" t="0" r="r" b="b"/>
                <a:pathLst>
                  <a:path w="1250" h="757" fill="norm" stroke="0">
                    <a:moveTo>
                      <a:pt x="1250" y="340"/>
                    </a:moveTo>
                    <a:cubicBezTo>
                      <a:pt x="763" y="757"/>
                      <a:pt x="763" y="757"/>
                      <a:pt x="534" y="756"/>
                    </a:cubicBezTo>
                    <a:cubicBezTo>
                      <a:pt x="343" y="717"/>
                      <a:pt x="172" y="638"/>
                      <a:pt x="0" y="548"/>
                    </a:cubicBezTo>
                    <a:cubicBezTo>
                      <a:pt x="344" y="0"/>
                      <a:pt x="703" y="138"/>
                      <a:pt x="1250" y="340"/>
                    </a:cubicBezTo>
                    <a:close/>
                  </a:path>
                </a:pathLst>
              </a:custGeom>
              <a:solidFill>
                <a:srgbClr val="FDDF7F"/>
              </a:solidFill>
              <a:ln w="2646" cap="flat">
                <a:noFill/>
              </a:ln>
            </p:spPr>
          </p:sp>
          <p:sp>
            <p:nvSpPr>
              <p:cNvPr id="3175" name="ICON_C_TOPOGRAPHY_path_319"/>
              <p:cNvSpPr/>
              <p:nvPr/>
            </p:nvSpPr>
            <p:spPr>
              <a:xfrm>
                <a:off x="11308292" y="7469188"/>
                <a:ext cx="7938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833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25" y="275"/>
                      <a:pt x="625" y="550"/>
                      <a:pt x="625" y="833"/>
                    </a:cubicBezTo>
                    <a:cubicBezTo>
                      <a:pt x="419" y="833"/>
                      <a:pt x="213" y="833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ECE9F6"/>
              </a:solidFill>
              <a:ln w="2646" cap="flat">
                <a:noFill/>
              </a:ln>
            </p:spPr>
          </p:sp>
          <p:sp>
            <p:nvSpPr>
              <p:cNvPr id="3176" name="ICON_C_TOPOGRAPHY_path_320"/>
              <p:cNvSpPr/>
              <p:nvPr/>
            </p:nvSpPr>
            <p:spPr>
              <a:xfrm>
                <a:off x="11564938" y="7450667"/>
                <a:ext cx="7938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833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25" y="275"/>
                      <a:pt x="625" y="550"/>
                      <a:pt x="625" y="833"/>
                    </a:cubicBezTo>
                    <a:cubicBezTo>
                      <a:pt x="419" y="833"/>
                      <a:pt x="213" y="833"/>
                      <a:pt x="0" y="833"/>
                    </a:cubicBezTo>
                    <a:cubicBezTo>
                      <a:pt x="69" y="558"/>
                      <a:pt x="138" y="283"/>
                      <a:pt x="208" y="0"/>
                    </a:cubicBezTo>
                    <a:close/>
                  </a:path>
                </a:pathLst>
              </a:custGeom>
              <a:solidFill>
                <a:srgbClr val="C3C17F"/>
              </a:solidFill>
              <a:ln w="2646" cap="flat">
                <a:noFill/>
              </a:ln>
            </p:spPr>
          </p:sp>
          <p:sp>
            <p:nvSpPr>
              <p:cNvPr id="3177" name="ICON_C_TOPOGRAPHY_path_321"/>
              <p:cNvSpPr/>
              <p:nvPr/>
            </p:nvSpPr>
            <p:spPr>
              <a:xfrm>
                <a:off x="11353271" y="7405688"/>
                <a:ext cx="13229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33" fill="norm" stroke="0">
                    <a:moveTo>
                      <a:pt x="208" y="0"/>
                    </a:moveTo>
                    <a:cubicBezTo>
                      <a:pt x="346" y="34"/>
                      <a:pt x="346" y="34"/>
                      <a:pt x="1042" y="208"/>
                    </a:cubicBezTo>
                    <a:cubicBezTo>
                      <a:pt x="623" y="702"/>
                      <a:pt x="623" y="702"/>
                      <a:pt x="417" y="833"/>
                    </a:cubicBezTo>
                    <a:cubicBezTo>
                      <a:pt x="214" y="826"/>
                      <a:pt x="159" y="760"/>
                      <a:pt x="0" y="625"/>
                    </a:cubicBezTo>
                    <a:cubicBezTo>
                      <a:pt x="69" y="419"/>
                      <a:pt x="138" y="212"/>
                      <a:pt x="208" y="0"/>
                    </a:cubicBezTo>
                    <a:close/>
                  </a:path>
                </a:pathLst>
              </a:custGeom>
              <a:solidFill>
                <a:srgbClr val="46A4DE"/>
              </a:solidFill>
              <a:ln w="2646" cap="flat">
                <a:noFill/>
              </a:ln>
            </p:spPr>
          </p:sp>
          <p:sp>
            <p:nvSpPr>
              <p:cNvPr id="3178" name="ICON_C_TOPOGRAPHY_path_322"/>
              <p:cNvSpPr/>
              <p:nvPr/>
            </p:nvSpPr>
            <p:spPr>
              <a:xfrm>
                <a:off x="11392509" y="7347418"/>
                <a:ext cx="13679" cy="13290"/>
              </a:xfrm>
              <a:custGeom>
                <a:avLst/>
                <a:gdLst/>
                <a:ahLst/>
                <a:cxnLst/>
                <a:rect l="0" t="0" r="r" b="b"/>
                <a:pathLst>
                  <a:path w="1077" h="1046" fill="norm" stroke="0">
                    <a:moveTo>
                      <a:pt x="1077" y="421"/>
                    </a:moveTo>
                    <a:cubicBezTo>
                      <a:pt x="1063" y="418"/>
                      <a:pt x="1063" y="418"/>
                      <a:pt x="993" y="400"/>
                    </a:cubicBezTo>
                    <a:cubicBezTo>
                      <a:pt x="861" y="379"/>
                      <a:pt x="786" y="373"/>
                      <a:pt x="660" y="421"/>
                    </a:cubicBezTo>
                    <a:cubicBezTo>
                      <a:pt x="541" y="605"/>
                      <a:pt x="500" y="836"/>
                      <a:pt x="452" y="1046"/>
                    </a:cubicBezTo>
                    <a:cubicBezTo>
                      <a:pt x="452" y="909"/>
                      <a:pt x="452" y="771"/>
                      <a:pt x="452" y="630"/>
                    </a:cubicBezTo>
                    <a:cubicBezTo>
                      <a:pt x="315" y="630"/>
                      <a:pt x="177" y="630"/>
                      <a:pt x="35" y="630"/>
                    </a:cubicBezTo>
                    <a:cubicBezTo>
                      <a:pt x="0" y="365"/>
                      <a:pt x="0" y="365"/>
                      <a:pt x="35" y="213"/>
                    </a:cubicBezTo>
                    <a:cubicBezTo>
                      <a:pt x="121" y="106"/>
                      <a:pt x="192" y="62"/>
                      <a:pt x="318" y="9"/>
                    </a:cubicBezTo>
                    <a:cubicBezTo>
                      <a:pt x="612" y="0"/>
                      <a:pt x="859" y="243"/>
                      <a:pt x="1077" y="421"/>
                    </a:cubicBezTo>
                    <a:close/>
                  </a:path>
                </a:pathLst>
              </a:custGeom>
              <a:solidFill>
                <a:srgbClr val="5196EB"/>
              </a:solidFill>
              <a:ln w="2646" cap="flat">
                <a:noFill/>
              </a:ln>
            </p:spPr>
          </p:sp>
          <p:sp>
            <p:nvSpPr>
              <p:cNvPr id="3179" name="ICON_C_TOPOGRAPHY_path_323"/>
              <p:cNvSpPr/>
              <p:nvPr/>
            </p:nvSpPr>
            <p:spPr>
              <a:xfrm>
                <a:off x="11416771" y="7342188"/>
                <a:ext cx="7938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833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556" y="275"/>
                      <a:pt x="487" y="550"/>
                      <a:pt x="417" y="833"/>
                    </a:cubicBezTo>
                    <a:cubicBezTo>
                      <a:pt x="279" y="833"/>
                      <a:pt x="142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74C6F7"/>
              </a:solidFill>
              <a:ln w="2646" cap="flat">
                <a:noFill/>
              </a:ln>
            </p:spPr>
          </p:sp>
          <p:sp>
            <p:nvSpPr>
              <p:cNvPr id="3180" name="ICON_C_TOPOGRAPHY_path_324"/>
              <p:cNvSpPr/>
              <p:nvPr/>
            </p:nvSpPr>
            <p:spPr>
              <a:xfrm>
                <a:off x="11512021" y="7276042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94" y="275"/>
                      <a:pt x="763" y="550"/>
                      <a:pt x="833" y="833"/>
                    </a:cubicBezTo>
                    <a:cubicBezTo>
                      <a:pt x="558" y="765"/>
                      <a:pt x="283" y="696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564A6D"/>
              </a:solidFill>
              <a:ln w="2646" cap="flat">
                <a:noFill/>
              </a:ln>
            </p:spPr>
          </p:sp>
          <p:sp>
            <p:nvSpPr>
              <p:cNvPr id="3181" name="ICON_C_TOPOGRAPHY_path_325"/>
              <p:cNvSpPr/>
              <p:nvPr/>
            </p:nvSpPr>
            <p:spPr>
              <a:xfrm>
                <a:off x="11437938" y="7621857"/>
                <a:ext cx="10583" cy="8726"/>
              </a:xfrm>
              <a:custGeom>
                <a:avLst/>
                <a:gdLst/>
                <a:ahLst/>
                <a:cxnLst/>
                <a:rect l="0" t="0" r="r" b="b"/>
                <a:pathLst>
                  <a:path w="833" h="687" fill="norm" stroke="0">
                    <a:moveTo>
                      <a:pt x="0" y="62"/>
                    </a:moveTo>
                    <a:cubicBezTo>
                      <a:pt x="476" y="0"/>
                      <a:pt x="476" y="0"/>
                      <a:pt x="625" y="62"/>
                    </a:cubicBezTo>
                    <a:cubicBezTo>
                      <a:pt x="768" y="238"/>
                      <a:pt x="789" y="472"/>
                      <a:pt x="833" y="687"/>
                    </a:cubicBezTo>
                    <a:cubicBezTo>
                      <a:pt x="558" y="687"/>
                      <a:pt x="283" y="687"/>
                      <a:pt x="0" y="687"/>
                    </a:cubicBezTo>
                    <a:cubicBezTo>
                      <a:pt x="0" y="481"/>
                      <a:pt x="0" y="275"/>
                      <a:pt x="0" y="62"/>
                    </a:cubicBezTo>
                    <a:close/>
                  </a:path>
                </a:pathLst>
              </a:custGeom>
              <a:solidFill>
                <a:srgbClr val="3372CC"/>
              </a:solidFill>
              <a:ln w="2646" cap="flat">
                <a:noFill/>
              </a:ln>
            </p:spPr>
          </p:sp>
          <p:sp>
            <p:nvSpPr>
              <p:cNvPr id="3182" name="ICON_C_TOPOGRAPHY_path_326"/>
              <p:cNvSpPr/>
              <p:nvPr/>
            </p:nvSpPr>
            <p:spPr>
              <a:xfrm>
                <a:off x="11594042" y="7614708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0" y="0"/>
                    </a:moveTo>
                    <a:cubicBezTo>
                      <a:pt x="275" y="69"/>
                      <a:pt x="550" y="138"/>
                      <a:pt x="833" y="208"/>
                    </a:cubicBezTo>
                    <a:cubicBezTo>
                      <a:pt x="558" y="415"/>
                      <a:pt x="283" y="621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4580D0"/>
              </a:solidFill>
              <a:ln w="2646" cap="flat">
                <a:noFill/>
              </a:ln>
            </p:spPr>
          </p:sp>
          <p:sp>
            <p:nvSpPr>
              <p:cNvPr id="3183" name="ICON_C_TOPOGRAPHY_path_327"/>
              <p:cNvSpPr/>
              <p:nvPr/>
            </p:nvSpPr>
            <p:spPr>
              <a:xfrm>
                <a:off x="11533188" y="7604125"/>
                <a:ext cx="13229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833" fill="norm" stroke="0">
                    <a:moveTo>
                      <a:pt x="625" y="0"/>
                    </a:moveTo>
                    <a:cubicBezTo>
                      <a:pt x="763" y="138"/>
                      <a:pt x="900" y="275"/>
                      <a:pt x="1042" y="417"/>
                    </a:cubicBezTo>
                    <a:cubicBezTo>
                      <a:pt x="803" y="729"/>
                      <a:pt x="803" y="729"/>
                      <a:pt x="625" y="833"/>
                    </a:cubicBezTo>
                    <a:cubicBezTo>
                      <a:pt x="398" y="831"/>
                      <a:pt x="203" y="717"/>
                      <a:pt x="0" y="625"/>
                    </a:cubicBezTo>
                    <a:cubicBezTo>
                      <a:pt x="206" y="419"/>
                      <a:pt x="413" y="212"/>
                      <a:pt x="625" y="0"/>
                    </a:cubicBezTo>
                    <a:close/>
                  </a:path>
                </a:pathLst>
              </a:custGeom>
              <a:solidFill>
                <a:srgbClr val="77CEE5"/>
              </a:solidFill>
              <a:ln w="2646" cap="flat">
                <a:noFill/>
              </a:ln>
            </p:spPr>
          </p:sp>
          <p:sp>
            <p:nvSpPr>
              <p:cNvPr id="3184" name="ICON_C_TOPOGRAPHY_path_328"/>
              <p:cNvSpPr/>
              <p:nvPr/>
            </p:nvSpPr>
            <p:spPr>
              <a:xfrm>
                <a:off x="11623146" y="7596188"/>
                <a:ext cx="10583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833" h="833" fill="norm" stroke="0">
                    <a:moveTo>
                      <a:pt x="833" y="0"/>
                    </a:moveTo>
                    <a:cubicBezTo>
                      <a:pt x="765" y="275"/>
                      <a:pt x="696" y="550"/>
                      <a:pt x="625" y="833"/>
                    </a:cubicBezTo>
                    <a:cubicBezTo>
                      <a:pt x="419" y="696"/>
                      <a:pt x="213" y="558"/>
                      <a:pt x="0" y="417"/>
                    </a:cubicBezTo>
                    <a:cubicBezTo>
                      <a:pt x="365" y="0"/>
                      <a:pt x="365" y="0"/>
                      <a:pt x="833" y="0"/>
                    </a:cubicBezTo>
                    <a:close/>
                  </a:path>
                </a:pathLst>
              </a:custGeom>
              <a:solidFill>
                <a:srgbClr val="161963"/>
              </a:solidFill>
              <a:ln w="2646" cap="flat">
                <a:noFill/>
              </a:ln>
            </p:spPr>
          </p:sp>
          <p:sp>
            <p:nvSpPr>
              <p:cNvPr id="3185" name="ICON_C_TOPOGRAPHY_path_329"/>
              <p:cNvSpPr/>
              <p:nvPr/>
            </p:nvSpPr>
            <p:spPr>
              <a:xfrm>
                <a:off x="11358562" y="7516812"/>
                <a:ext cx="7938" cy="10583"/>
              </a:xfrm>
              <a:custGeom>
                <a:avLst/>
                <a:gdLst/>
                <a:ahLst/>
                <a:cxnLst/>
                <a:rect l="0" t="0" r="r" b="b"/>
                <a:pathLst>
                  <a:path w="625" h="833" fill="norm" stroke="0">
                    <a:moveTo>
                      <a:pt x="0" y="0"/>
                    </a:moveTo>
                    <a:cubicBezTo>
                      <a:pt x="138" y="0"/>
                      <a:pt x="275" y="0"/>
                      <a:pt x="417" y="0"/>
                    </a:cubicBezTo>
                    <a:cubicBezTo>
                      <a:pt x="485" y="275"/>
                      <a:pt x="554" y="550"/>
                      <a:pt x="625" y="833"/>
                    </a:cubicBezTo>
                    <a:cubicBezTo>
                      <a:pt x="419" y="833"/>
                      <a:pt x="212" y="833"/>
                      <a:pt x="0" y="833"/>
                    </a:cubicBezTo>
                    <a:cubicBezTo>
                      <a:pt x="0" y="558"/>
                      <a:pt x="0" y="283"/>
                      <a:pt x="0" y="0"/>
                    </a:cubicBezTo>
                    <a:close/>
                  </a:path>
                </a:pathLst>
              </a:custGeom>
              <a:solidFill>
                <a:srgbClr val="75ECE0"/>
              </a:solidFill>
              <a:ln w="2646" cap="flat">
                <a:noFill/>
              </a:ln>
            </p:spPr>
          </p:sp>
          <p:sp>
            <p:nvSpPr>
              <p:cNvPr id="3186" name="ICON_C_TOPOGRAPHY_path_330"/>
              <p:cNvSpPr/>
              <p:nvPr/>
            </p:nvSpPr>
            <p:spPr>
              <a:xfrm>
                <a:off x="11331956" y="7410979"/>
                <a:ext cx="8086" cy="18521"/>
              </a:xfrm>
              <a:custGeom>
                <a:avLst/>
                <a:gdLst/>
                <a:ahLst/>
                <a:cxnLst/>
                <a:rect l="0" t="0" r="r" b="b"/>
                <a:pathLst>
                  <a:path w="637" h="1458" fill="norm" stroke="0">
                    <a:moveTo>
                      <a:pt x="220" y="0"/>
                    </a:moveTo>
                    <a:cubicBezTo>
                      <a:pt x="398" y="181"/>
                      <a:pt x="583" y="370"/>
                      <a:pt x="637" y="625"/>
                    </a:cubicBezTo>
                    <a:cubicBezTo>
                      <a:pt x="579" y="931"/>
                      <a:pt x="392" y="1203"/>
                      <a:pt x="220" y="1458"/>
                    </a:cubicBezTo>
                    <a:cubicBezTo>
                      <a:pt x="179" y="1294"/>
                      <a:pt x="140" y="1129"/>
                      <a:pt x="103" y="964"/>
                    </a:cubicBezTo>
                    <a:cubicBezTo>
                      <a:pt x="91" y="917"/>
                      <a:pt x="79" y="871"/>
                      <a:pt x="67" y="824"/>
                    </a:cubicBezTo>
                    <a:cubicBezTo>
                      <a:pt x="0" y="518"/>
                      <a:pt x="9" y="343"/>
                      <a:pt x="171" y="72"/>
                    </a:cubicBezTo>
                    <a:cubicBezTo>
                      <a:pt x="187" y="48"/>
                      <a:pt x="203" y="24"/>
                      <a:pt x="220" y="0"/>
                    </a:cubicBezTo>
                    <a:close/>
                  </a:path>
                </a:pathLst>
              </a:custGeom>
              <a:solidFill>
                <a:srgbClr val="21257D"/>
              </a:solidFill>
              <a:ln w="2646" cap="flat">
                <a:noFill/>
              </a:ln>
            </p:spPr>
          </p:sp>
          <p:sp>
            <p:nvSpPr>
              <p:cNvPr id="3187" name="ICON_C_TOPOGRAPHY_path_331"/>
              <p:cNvSpPr/>
              <p:nvPr/>
            </p:nvSpPr>
            <p:spPr>
              <a:xfrm>
                <a:off x="11636375" y="7363354"/>
                <a:ext cx="10583" cy="13229"/>
              </a:xfrm>
              <a:custGeom>
                <a:avLst/>
                <a:gdLst/>
                <a:ahLst/>
                <a:cxnLst/>
                <a:rect l="0" t="0" r="r" b="b"/>
                <a:pathLst>
                  <a:path w="833" h="1042" fill="norm" stroke="0">
                    <a:moveTo>
                      <a:pt x="0" y="0"/>
                    </a:moveTo>
                    <a:cubicBezTo>
                      <a:pt x="275" y="275"/>
                      <a:pt x="550" y="550"/>
                      <a:pt x="833" y="833"/>
                    </a:cubicBezTo>
                    <a:cubicBezTo>
                      <a:pt x="627" y="902"/>
                      <a:pt x="421" y="971"/>
                      <a:pt x="208" y="1042"/>
                    </a:cubicBezTo>
                    <a:cubicBezTo>
                      <a:pt x="140" y="698"/>
                      <a:pt x="71" y="354"/>
                      <a:pt x="0" y="0"/>
                    </a:cubicBezTo>
                    <a:close/>
                  </a:path>
                </a:pathLst>
              </a:custGeom>
              <a:solidFill>
                <a:srgbClr val="121558"/>
              </a:solidFill>
              <a:ln w="2646" cap="flat">
                <a:noFill/>
              </a:ln>
            </p:spPr>
          </p:sp>
          <p:sp>
            <p:nvSpPr>
              <p:cNvPr id="3188" name="ICON_C_TOPOGRAPHY_path_332"/>
              <p:cNvSpPr/>
              <p:nvPr/>
            </p:nvSpPr>
            <p:spPr>
              <a:xfrm>
                <a:off x="11620499" y="7346608"/>
                <a:ext cx="13229" cy="11750"/>
              </a:xfrm>
              <a:custGeom>
                <a:avLst/>
                <a:gdLst/>
                <a:ahLst/>
                <a:cxnLst/>
                <a:rect l="0" t="0" r="r" b="b"/>
                <a:pathLst>
                  <a:path w="1042" h="925" fill="norm" stroke="0">
                    <a:moveTo>
                      <a:pt x="584" y="194"/>
                    </a:moveTo>
                    <a:cubicBezTo>
                      <a:pt x="746" y="352"/>
                      <a:pt x="896" y="520"/>
                      <a:pt x="1042" y="694"/>
                    </a:cubicBezTo>
                    <a:cubicBezTo>
                      <a:pt x="623" y="925"/>
                      <a:pt x="623" y="925"/>
                      <a:pt x="417" y="902"/>
                    </a:cubicBezTo>
                    <a:cubicBezTo>
                      <a:pt x="215" y="755"/>
                      <a:pt x="104" y="499"/>
                      <a:pt x="0" y="277"/>
                    </a:cubicBezTo>
                    <a:cubicBezTo>
                      <a:pt x="200" y="81"/>
                      <a:pt x="358" y="0"/>
                      <a:pt x="584" y="194"/>
                    </a:cubicBezTo>
                    <a:close/>
                  </a:path>
                </a:pathLst>
              </a:custGeom>
              <a:solidFill>
                <a:srgbClr val="19187C"/>
              </a:solidFill>
              <a:ln w="2646" cap="flat">
                <a:noFill/>
              </a:ln>
            </p:spPr>
          </p:sp>
        </p:grpSp>
        <p:grpSp>
          <p:nvGrpSpPr>
            <p:cNvPr id="4018" name="CHART_C_SIGNAL_PREVIEW_WAVE"/>
            <p:cNvGrpSpPr/>
            <p:nvPr/>
          </p:nvGrpSpPr>
          <p:grpSpPr>
            <a:xfrm>
              <a:off x="10033000" y="7381875"/>
              <a:ext cx="444500" cy="246062"/>
              <a:chOff x="10033000" y="7381875"/>
              <a:chExt cx="444500" cy="246062"/>
            </a:xfrm>
          </p:grpSpPr>
          <p:sp>
            <p:nvSpPr>
              <p:cNvPr id="4019" name="CHART_C_SIGNAL_PREVIEW_WAVE_path_001"/>
              <p:cNvSpPr/>
              <p:nvPr/>
            </p:nvSpPr>
            <p:spPr>
              <a:xfrm>
                <a:off x="10199688" y="7405688"/>
                <a:ext cx="261938" cy="150871"/>
              </a:xfrm>
              <a:custGeom>
                <a:avLst/>
                <a:gdLst/>
                <a:ahLst/>
                <a:cxnLst/>
                <a:rect l="0" t="0" r="r" b="b"/>
                <a:pathLst>
                  <a:path w="20625" h="11880" fill="norm" stroke="0">
                    <a:moveTo>
                      <a:pt x="16875" y="0"/>
                    </a:moveTo>
                    <a:cubicBezTo>
                      <a:pt x="17081" y="0"/>
                      <a:pt x="17288" y="0"/>
                      <a:pt x="17500" y="0"/>
                    </a:cubicBezTo>
                    <a:cubicBezTo>
                      <a:pt x="17528" y="88"/>
                      <a:pt x="17555" y="176"/>
                      <a:pt x="17584" y="266"/>
                    </a:cubicBezTo>
                    <a:cubicBezTo>
                      <a:pt x="17611" y="352"/>
                      <a:pt x="17639" y="437"/>
                      <a:pt x="17667" y="523"/>
                    </a:cubicBezTo>
                    <a:cubicBezTo>
                      <a:pt x="17686" y="582"/>
                      <a:pt x="17704" y="641"/>
                      <a:pt x="17723" y="700"/>
                    </a:cubicBezTo>
                    <a:cubicBezTo>
                      <a:pt x="17750" y="786"/>
                      <a:pt x="17777" y="871"/>
                      <a:pt x="17805" y="956"/>
                    </a:cubicBezTo>
                    <a:cubicBezTo>
                      <a:pt x="17813" y="982"/>
                      <a:pt x="17821" y="1009"/>
                      <a:pt x="17830" y="1036"/>
                    </a:cubicBezTo>
                    <a:cubicBezTo>
                      <a:pt x="17876" y="1176"/>
                      <a:pt x="17911" y="1245"/>
                      <a:pt x="18026" y="1340"/>
                    </a:cubicBezTo>
                    <a:cubicBezTo>
                      <a:pt x="18186" y="1532"/>
                      <a:pt x="18151" y="1738"/>
                      <a:pt x="18145" y="1980"/>
                    </a:cubicBezTo>
                    <a:cubicBezTo>
                      <a:pt x="18145" y="2031"/>
                      <a:pt x="18145" y="2081"/>
                      <a:pt x="18144" y="2133"/>
                    </a:cubicBezTo>
                    <a:cubicBezTo>
                      <a:pt x="18144" y="2267"/>
                      <a:pt x="18142" y="2401"/>
                      <a:pt x="18139" y="2535"/>
                    </a:cubicBezTo>
                    <a:cubicBezTo>
                      <a:pt x="18137" y="2672"/>
                      <a:pt x="18136" y="2809"/>
                      <a:pt x="18135" y="2946"/>
                    </a:cubicBezTo>
                    <a:cubicBezTo>
                      <a:pt x="18133" y="3214"/>
                      <a:pt x="18129" y="3482"/>
                      <a:pt x="18125" y="3750"/>
                    </a:cubicBezTo>
                    <a:cubicBezTo>
                      <a:pt x="18331" y="3750"/>
                      <a:pt x="18538" y="3750"/>
                      <a:pt x="18750" y="3750"/>
                    </a:cubicBezTo>
                    <a:cubicBezTo>
                      <a:pt x="18750" y="2994"/>
                      <a:pt x="18750" y="2237"/>
                      <a:pt x="18750" y="1458"/>
                    </a:cubicBezTo>
                    <a:cubicBezTo>
                      <a:pt x="19094" y="1321"/>
                      <a:pt x="19438" y="1183"/>
                      <a:pt x="19792" y="1042"/>
                    </a:cubicBezTo>
                    <a:cubicBezTo>
                      <a:pt x="19923" y="801"/>
                      <a:pt x="19954" y="744"/>
                      <a:pt x="19961" y="495"/>
                    </a:cubicBezTo>
                    <a:cubicBezTo>
                      <a:pt x="19966" y="447"/>
                      <a:pt x="19971" y="399"/>
                      <a:pt x="19977" y="350"/>
                    </a:cubicBezTo>
                    <a:cubicBezTo>
                      <a:pt x="19989" y="234"/>
                      <a:pt x="19995" y="117"/>
                      <a:pt x="20000" y="0"/>
                    </a:cubicBezTo>
                    <a:cubicBezTo>
                      <a:pt x="20206" y="0"/>
                      <a:pt x="20413" y="0"/>
                      <a:pt x="20625" y="0"/>
                    </a:cubicBezTo>
                    <a:cubicBezTo>
                      <a:pt x="20625" y="2819"/>
                      <a:pt x="20625" y="5638"/>
                      <a:pt x="20625" y="8542"/>
                    </a:cubicBezTo>
                    <a:cubicBezTo>
                      <a:pt x="20281" y="8610"/>
                      <a:pt x="19938" y="8679"/>
                      <a:pt x="19583" y="8750"/>
                    </a:cubicBezTo>
                    <a:cubicBezTo>
                      <a:pt x="19375" y="8542"/>
                      <a:pt x="19375" y="8542"/>
                      <a:pt x="19351" y="8422"/>
                    </a:cubicBezTo>
                    <a:cubicBezTo>
                      <a:pt x="19352" y="8380"/>
                      <a:pt x="19354" y="8337"/>
                      <a:pt x="19355" y="8294"/>
                    </a:cubicBezTo>
                    <a:cubicBezTo>
                      <a:pt x="19355" y="8270"/>
                      <a:pt x="19355" y="8270"/>
                      <a:pt x="19357" y="8153"/>
                    </a:cubicBezTo>
                    <a:cubicBezTo>
                      <a:pt x="19357" y="8129"/>
                      <a:pt x="19357" y="8129"/>
                      <a:pt x="19362" y="8008"/>
                    </a:cubicBezTo>
                    <a:cubicBezTo>
                      <a:pt x="19363" y="7959"/>
                      <a:pt x="19364" y="7910"/>
                      <a:pt x="19365" y="7860"/>
                    </a:cubicBezTo>
                    <a:cubicBezTo>
                      <a:pt x="19367" y="7740"/>
                      <a:pt x="19371" y="7620"/>
                      <a:pt x="19375" y="7500"/>
                    </a:cubicBezTo>
                    <a:cubicBezTo>
                      <a:pt x="19169" y="7500"/>
                      <a:pt x="18962" y="7500"/>
                      <a:pt x="18750" y="7500"/>
                    </a:cubicBezTo>
                    <a:cubicBezTo>
                      <a:pt x="18750" y="8531"/>
                      <a:pt x="18750" y="9562"/>
                      <a:pt x="18750" y="10625"/>
                    </a:cubicBezTo>
                    <a:cubicBezTo>
                      <a:pt x="18544" y="10625"/>
                      <a:pt x="18337" y="10625"/>
                      <a:pt x="18125" y="10625"/>
                    </a:cubicBezTo>
                    <a:cubicBezTo>
                      <a:pt x="18056" y="9869"/>
                      <a:pt x="17987" y="9112"/>
                      <a:pt x="17917" y="8333"/>
                    </a:cubicBezTo>
                    <a:cubicBezTo>
                      <a:pt x="17642" y="8333"/>
                      <a:pt x="17367" y="8333"/>
                      <a:pt x="17083" y="8333"/>
                    </a:cubicBezTo>
                    <a:cubicBezTo>
                      <a:pt x="16966" y="8542"/>
                      <a:pt x="16966" y="8542"/>
                      <a:pt x="16875" y="8750"/>
                    </a:cubicBezTo>
                    <a:cubicBezTo>
                      <a:pt x="16669" y="8750"/>
                      <a:pt x="16462" y="8750"/>
                      <a:pt x="16250" y="8750"/>
                    </a:cubicBezTo>
                    <a:cubicBezTo>
                      <a:pt x="16216" y="8475"/>
                      <a:pt x="16216" y="8475"/>
                      <a:pt x="16042" y="7083"/>
                    </a:cubicBezTo>
                    <a:cubicBezTo>
                      <a:pt x="14899" y="7264"/>
                      <a:pt x="14899" y="7264"/>
                      <a:pt x="14665" y="7559"/>
                    </a:cubicBezTo>
                    <a:cubicBezTo>
                      <a:pt x="14526" y="7794"/>
                      <a:pt x="14434" y="8056"/>
                      <a:pt x="14338" y="8311"/>
                    </a:cubicBezTo>
                    <a:cubicBezTo>
                      <a:pt x="14194" y="8695"/>
                      <a:pt x="14024" y="9060"/>
                      <a:pt x="13841" y="9427"/>
                    </a:cubicBezTo>
                    <a:cubicBezTo>
                      <a:pt x="13828" y="9454"/>
                      <a:pt x="13814" y="9481"/>
                      <a:pt x="13801" y="9510"/>
                    </a:cubicBezTo>
                    <a:cubicBezTo>
                      <a:pt x="13762" y="9587"/>
                      <a:pt x="13723" y="9665"/>
                      <a:pt x="13684" y="9743"/>
                    </a:cubicBezTo>
                    <a:cubicBezTo>
                      <a:pt x="13662" y="9788"/>
                      <a:pt x="13639" y="9832"/>
                      <a:pt x="13616" y="9878"/>
                    </a:cubicBezTo>
                    <a:cubicBezTo>
                      <a:pt x="13542" y="10000"/>
                      <a:pt x="13542" y="10000"/>
                      <a:pt x="13433" y="10099"/>
                    </a:cubicBezTo>
                    <a:cubicBezTo>
                      <a:pt x="13301" y="10244"/>
                      <a:pt x="13289" y="10358"/>
                      <a:pt x="13268" y="10548"/>
                    </a:cubicBezTo>
                    <a:cubicBezTo>
                      <a:pt x="13263" y="10580"/>
                      <a:pt x="13259" y="10612"/>
                      <a:pt x="13254" y="10645"/>
                    </a:cubicBezTo>
                    <a:cubicBezTo>
                      <a:pt x="13241" y="10747"/>
                      <a:pt x="13228" y="10849"/>
                      <a:pt x="13216" y="10950"/>
                    </a:cubicBezTo>
                    <a:cubicBezTo>
                      <a:pt x="13207" y="11020"/>
                      <a:pt x="13198" y="11089"/>
                      <a:pt x="13189" y="11159"/>
                    </a:cubicBezTo>
                    <a:cubicBezTo>
                      <a:pt x="13167" y="11328"/>
                      <a:pt x="13146" y="11497"/>
                      <a:pt x="13125" y="11667"/>
                    </a:cubicBezTo>
                    <a:cubicBezTo>
                      <a:pt x="12956" y="11708"/>
                      <a:pt x="12787" y="11746"/>
                      <a:pt x="12617" y="11784"/>
                    </a:cubicBezTo>
                    <a:cubicBezTo>
                      <a:pt x="12569" y="11796"/>
                      <a:pt x="12521" y="11807"/>
                      <a:pt x="12472" y="11819"/>
                    </a:cubicBezTo>
                    <a:cubicBezTo>
                      <a:pt x="12426" y="11829"/>
                      <a:pt x="12379" y="11839"/>
                      <a:pt x="12331" y="11850"/>
                    </a:cubicBezTo>
                    <a:cubicBezTo>
                      <a:pt x="12289" y="11860"/>
                      <a:pt x="12246" y="11869"/>
                      <a:pt x="12203" y="11880"/>
                    </a:cubicBezTo>
                    <a:cubicBezTo>
                      <a:pt x="12083" y="11875"/>
                      <a:pt x="12083" y="11875"/>
                      <a:pt x="11974" y="11787"/>
                    </a:cubicBezTo>
                    <a:cubicBezTo>
                      <a:pt x="11857" y="11645"/>
                      <a:pt x="11848" y="11582"/>
                      <a:pt x="11845" y="11401"/>
                    </a:cubicBezTo>
                    <a:cubicBezTo>
                      <a:pt x="11844" y="11375"/>
                      <a:pt x="11843" y="11349"/>
                      <a:pt x="11843" y="11323"/>
                    </a:cubicBezTo>
                    <a:cubicBezTo>
                      <a:pt x="11841" y="11238"/>
                      <a:pt x="11840" y="11153"/>
                      <a:pt x="11840" y="11069"/>
                    </a:cubicBezTo>
                    <a:cubicBezTo>
                      <a:pt x="11839" y="11009"/>
                      <a:pt x="11839" y="10950"/>
                      <a:pt x="11838" y="10890"/>
                    </a:cubicBezTo>
                    <a:cubicBezTo>
                      <a:pt x="11837" y="10766"/>
                      <a:pt x="11836" y="10641"/>
                      <a:pt x="11836" y="10517"/>
                    </a:cubicBezTo>
                    <a:cubicBezTo>
                      <a:pt x="11836" y="10358"/>
                      <a:pt x="11834" y="10200"/>
                      <a:pt x="11830" y="10041"/>
                    </a:cubicBezTo>
                    <a:cubicBezTo>
                      <a:pt x="11828" y="9918"/>
                      <a:pt x="11827" y="9796"/>
                      <a:pt x="11827" y="9673"/>
                    </a:cubicBezTo>
                    <a:cubicBezTo>
                      <a:pt x="11827" y="9614"/>
                      <a:pt x="11826" y="9556"/>
                      <a:pt x="11825" y="9497"/>
                    </a:cubicBezTo>
                    <a:cubicBezTo>
                      <a:pt x="11813" y="9036"/>
                      <a:pt x="11813" y="9036"/>
                      <a:pt x="11970" y="8840"/>
                    </a:cubicBezTo>
                    <a:cubicBezTo>
                      <a:pt x="12044" y="8770"/>
                      <a:pt x="12120" y="8702"/>
                      <a:pt x="12198" y="8635"/>
                    </a:cubicBezTo>
                    <a:cubicBezTo>
                      <a:pt x="12296" y="8537"/>
                      <a:pt x="12324" y="8495"/>
                      <a:pt x="12339" y="8360"/>
                    </a:cubicBezTo>
                    <a:cubicBezTo>
                      <a:pt x="12339" y="8301"/>
                      <a:pt x="12337" y="8241"/>
                      <a:pt x="12332" y="8182"/>
                    </a:cubicBezTo>
                    <a:cubicBezTo>
                      <a:pt x="12332" y="8166"/>
                      <a:pt x="12332" y="8166"/>
                      <a:pt x="12331" y="8086"/>
                    </a:cubicBezTo>
                    <a:cubicBezTo>
                      <a:pt x="12328" y="7986"/>
                      <a:pt x="12323" y="7886"/>
                      <a:pt x="12318" y="7786"/>
                    </a:cubicBezTo>
                    <a:cubicBezTo>
                      <a:pt x="12316" y="7718"/>
                      <a:pt x="12314" y="7650"/>
                      <a:pt x="12312" y="7581"/>
                    </a:cubicBezTo>
                    <a:cubicBezTo>
                      <a:pt x="12308" y="7415"/>
                      <a:pt x="12300" y="7250"/>
                      <a:pt x="12292" y="7083"/>
                    </a:cubicBezTo>
                    <a:cubicBezTo>
                      <a:pt x="12017" y="7083"/>
                      <a:pt x="11742" y="7083"/>
                      <a:pt x="11458" y="7083"/>
                    </a:cubicBezTo>
                    <a:cubicBezTo>
                      <a:pt x="11390" y="7565"/>
                      <a:pt x="11321" y="8046"/>
                      <a:pt x="11250" y="8542"/>
                    </a:cubicBezTo>
                    <a:cubicBezTo>
                      <a:pt x="11082" y="8580"/>
                      <a:pt x="10915" y="8619"/>
                      <a:pt x="10742" y="8659"/>
                    </a:cubicBezTo>
                    <a:cubicBezTo>
                      <a:pt x="10690" y="8672"/>
                      <a:pt x="10637" y="8684"/>
                      <a:pt x="10583" y="8697"/>
                    </a:cubicBezTo>
                    <a:cubicBezTo>
                      <a:pt x="10249" y="8769"/>
                      <a:pt x="10249" y="8769"/>
                      <a:pt x="10072" y="8685"/>
                    </a:cubicBezTo>
                    <a:cubicBezTo>
                      <a:pt x="9936" y="8496"/>
                      <a:pt x="9979" y="8228"/>
                      <a:pt x="9987" y="8008"/>
                    </a:cubicBezTo>
                    <a:cubicBezTo>
                      <a:pt x="9988" y="7959"/>
                      <a:pt x="9989" y="7910"/>
                      <a:pt x="9990" y="7860"/>
                    </a:cubicBezTo>
                    <a:cubicBezTo>
                      <a:pt x="9992" y="7740"/>
                      <a:pt x="9996" y="7620"/>
                      <a:pt x="10000" y="7500"/>
                    </a:cubicBezTo>
                    <a:cubicBezTo>
                      <a:pt x="9794" y="7500"/>
                      <a:pt x="9587" y="7500"/>
                      <a:pt x="9375" y="7500"/>
                    </a:cubicBezTo>
                    <a:cubicBezTo>
                      <a:pt x="9375" y="8737"/>
                      <a:pt x="9375" y="9975"/>
                      <a:pt x="9375" y="11250"/>
                    </a:cubicBezTo>
                    <a:cubicBezTo>
                      <a:pt x="9169" y="11250"/>
                      <a:pt x="8962" y="11250"/>
                      <a:pt x="8750" y="11250"/>
                    </a:cubicBezTo>
                    <a:cubicBezTo>
                      <a:pt x="8748" y="11207"/>
                      <a:pt x="8748" y="11207"/>
                      <a:pt x="8737" y="10989"/>
                    </a:cubicBezTo>
                    <a:cubicBezTo>
                      <a:pt x="8724" y="10703"/>
                      <a:pt x="8707" y="10417"/>
                      <a:pt x="8690" y="10131"/>
                    </a:cubicBezTo>
                    <a:cubicBezTo>
                      <a:pt x="8680" y="9957"/>
                      <a:pt x="8670" y="9784"/>
                      <a:pt x="8662" y="9611"/>
                    </a:cubicBezTo>
                    <a:cubicBezTo>
                      <a:pt x="8654" y="9443"/>
                      <a:pt x="8645" y="9276"/>
                      <a:pt x="8634" y="9108"/>
                    </a:cubicBezTo>
                    <a:cubicBezTo>
                      <a:pt x="8630" y="9045"/>
                      <a:pt x="8627" y="8981"/>
                      <a:pt x="8624" y="8918"/>
                    </a:cubicBezTo>
                    <a:cubicBezTo>
                      <a:pt x="8602" y="8367"/>
                      <a:pt x="8602" y="8367"/>
                      <a:pt x="8389" y="8151"/>
                    </a:cubicBezTo>
                    <a:cubicBezTo>
                      <a:pt x="8334" y="8102"/>
                      <a:pt x="8275" y="8056"/>
                      <a:pt x="8217" y="8010"/>
                    </a:cubicBezTo>
                    <a:cubicBezTo>
                      <a:pt x="8100" y="7891"/>
                      <a:pt x="8093" y="7812"/>
                      <a:pt x="8084" y="7648"/>
                    </a:cubicBezTo>
                    <a:cubicBezTo>
                      <a:pt x="8087" y="7555"/>
                      <a:pt x="8092" y="7462"/>
                      <a:pt x="8099" y="7370"/>
                    </a:cubicBezTo>
                    <a:cubicBezTo>
                      <a:pt x="8101" y="7322"/>
                      <a:pt x="8103" y="7274"/>
                      <a:pt x="8105" y="7225"/>
                    </a:cubicBezTo>
                    <a:cubicBezTo>
                      <a:pt x="8110" y="7108"/>
                      <a:pt x="8117" y="6992"/>
                      <a:pt x="8125" y="6875"/>
                    </a:cubicBezTo>
                    <a:cubicBezTo>
                      <a:pt x="7919" y="6875"/>
                      <a:pt x="7712" y="6875"/>
                      <a:pt x="7500" y="6875"/>
                    </a:cubicBezTo>
                    <a:cubicBezTo>
                      <a:pt x="7500" y="7219"/>
                      <a:pt x="7500" y="7562"/>
                      <a:pt x="7500" y="7917"/>
                    </a:cubicBezTo>
                    <a:cubicBezTo>
                      <a:pt x="7331" y="7957"/>
                      <a:pt x="7162" y="7996"/>
                      <a:pt x="6992" y="8034"/>
                    </a:cubicBezTo>
                    <a:cubicBezTo>
                      <a:pt x="6944" y="8046"/>
                      <a:pt x="6896" y="8057"/>
                      <a:pt x="6847" y="8069"/>
                    </a:cubicBezTo>
                    <a:cubicBezTo>
                      <a:pt x="6500" y="8145"/>
                      <a:pt x="6500" y="8145"/>
                      <a:pt x="6322" y="8060"/>
                    </a:cubicBezTo>
                    <a:cubicBezTo>
                      <a:pt x="6186" y="7871"/>
                      <a:pt x="6229" y="7602"/>
                      <a:pt x="6237" y="7383"/>
                    </a:cubicBezTo>
                    <a:cubicBezTo>
                      <a:pt x="6241" y="7215"/>
                      <a:pt x="6246" y="7048"/>
                      <a:pt x="6250" y="6875"/>
                    </a:cubicBezTo>
                    <a:cubicBezTo>
                      <a:pt x="5700" y="6875"/>
                      <a:pt x="5150" y="6875"/>
                      <a:pt x="4583" y="6875"/>
                    </a:cubicBezTo>
                    <a:cubicBezTo>
                      <a:pt x="4515" y="6669"/>
                      <a:pt x="4446" y="6462"/>
                      <a:pt x="4375" y="6250"/>
                    </a:cubicBezTo>
                    <a:cubicBezTo>
                      <a:pt x="4169" y="6250"/>
                      <a:pt x="3962" y="6250"/>
                      <a:pt x="3750" y="6250"/>
                    </a:cubicBezTo>
                    <a:cubicBezTo>
                      <a:pt x="3544" y="6869"/>
                      <a:pt x="3337" y="7487"/>
                      <a:pt x="3125" y="8125"/>
                    </a:cubicBezTo>
                    <a:cubicBezTo>
                      <a:pt x="2919" y="8125"/>
                      <a:pt x="2712" y="8125"/>
                      <a:pt x="2500" y="8125"/>
                    </a:cubicBezTo>
                    <a:cubicBezTo>
                      <a:pt x="2500" y="7506"/>
                      <a:pt x="2500" y="6888"/>
                      <a:pt x="2500" y="6250"/>
                    </a:cubicBezTo>
                    <a:cubicBezTo>
                      <a:pt x="1875" y="6250"/>
                      <a:pt x="1875" y="6250"/>
                      <a:pt x="1730" y="6381"/>
                    </a:cubicBezTo>
                    <a:cubicBezTo>
                      <a:pt x="1683" y="6472"/>
                      <a:pt x="1683" y="6472"/>
                      <a:pt x="1641" y="6575"/>
                    </a:cubicBezTo>
                    <a:cubicBezTo>
                      <a:pt x="1624" y="6611"/>
                      <a:pt x="1607" y="6647"/>
                      <a:pt x="1591" y="6684"/>
                    </a:cubicBezTo>
                    <a:cubicBezTo>
                      <a:pt x="1415" y="7108"/>
                      <a:pt x="1374" y="7574"/>
                      <a:pt x="1339" y="8029"/>
                    </a:cubicBezTo>
                    <a:cubicBezTo>
                      <a:pt x="1336" y="8059"/>
                      <a:pt x="1333" y="8090"/>
                      <a:pt x="1330" y="8122"/>
                    </a:cubicBezTo>
                    <a:cubicBezTo>
                      <a:pt x="1325" y="8179"/>
                      <a:pt x="1321" y="8236"/>
                      <a:pt x="1318" y="8293"/>
                    </a:cubicBezTo>
                    <a:cubicBezTo>
                      <a:pt x="1295" y="8509"/>
                      <a:pt x="1202" y="8594"/>
                      <a:pt x="1043" y="8737"/>
                    </a:cubicBezTo>
                    <a:cubicBezTo>
                      <a:pt x="793" y="8972"/>
                      <a:pt x="764" y="9167"/>
                      <a:pt x="747" y="9500"/>
                    </a:cubicBezTo>
                    <a:cubicBezTo>
                      <a:pt x="743" y="9551"/>
                      <a:pt x="739" y="9601"/>
                      <a:pt x="735" y="9653"/>
                    </a:cubicBezTo>
                    <a:cubicBezTo>
                      <a:pt x="724" y="9785"/>
                      <a:pt x="716" y="9917"/>
                      <a:pt x="708" y="10049"/>
                    </a:cubicBezTo>
                    <a:cubicBezTo>
                      <a:pt x="700" y="10185"/>
                      <a:pt x="689" y="10320"/>
                      <a:pt x="679" y="10456"/>
                    </a:cubicBezTo>
                    <a:cubicBezTo>
                      <a:pt x="659" y="10720"/>
                      <a:pt x="641" y="10985"/>
                      <a:pt x="625" y="11250"/>
                    </a:cubicBezTo>
                    <a:cubicBezTo>
                      <a:pt x="419" y="11250"/>
                      <a:pt x="212" y="11250"/>
                      <a:pt x="0" y="11250"/>
                    </a:cubicBezTo>
                    <a:cubicBezTo>
                      <a:pt x="0" y="9875"/>
                      <a:pt x="0" y="8500"/>
                      <a:pt x="0" y="7083"/>
                    </a:cubicBezTo>
                    <a:cubicBezTo>
                      <a:pt x="103" y="7049"/>
                      <a:pt x="103" y="7049"/>
                      <a:pt x="625" y="6875"/>
                    </a:cubicBezTo>
                    <a:cubicBezTo>
                      <a:pt x="620" y="6787"/>
                      <a:pt x="615" y="6699"/>
                      <a:pt x="610" y="6609"/>
                    </a:cubicBezTo>
                    <a:cubicBezTo>
                      <a:pt x="607" y="6523"/>
                      <a:pt x="605" y="6438"/>
                      <a:pt x="602" y="6352"/>
                    </a:cubicBezTo>
                    <a:cubicBezTo>
                      <a:pt x="600" y="6293"/>
                      <a:pt x="597" y="6234"/>
                      <a:pt x="594" y="6175"/>
                    </a:cubicBezTo>
                    <a:cubicBezTo>
                      <a:pt x="582" y="5985"/>
                      <a:pt x="578" y="5811"/>
                      <a:pt x="625" y="5625"/>
                    </a:cubicBezTo>
                    <a:cubicBezTo>
                      <a:pt x="725" y="5546"/>
                      <a:pt x="817" y="5514"/>
                      <a:pt x="937" y="5471"/>
                    </a:cubicBezTo>
                    <a:cubicBezTo>
                      <a:pt x="1144" y="5364"/>
                      <a:pt x="1182" y="5132"/>
                      <a:pt x="1250" y="4922"/>
                    </a:cubicBezTo>
                    <a:cubicBezTo>
                      <a:pt x="1285" y="4828"/>
                      <a:pt x="1320" y="4735"/>
                      <a:pt x="1355" y="4641"/>
                    </a:cubicBezTo>
                    <a:cubicBezTo>
                      <a:pt x="1372" y="4596"/>
                      <a:pt x="1389" y="4550"/>
                      <a:pt x="1407" y="4504"/>
                    </a:cubicBezTo>
                    <a:cubicBezTo>
                      <a:pt x="1477" y="4327"/>
                      <a:pt x="1556" y="4161"/>
                      <a:pt x="1654" y="3997"/>
                    </a:cubicBezTo>
                    <a:cubicBezTo>
                      <a:pt x="1660" y="3985"/>
                      <a:pt x="1660" y="3985"/>
                      <a:pt x="1693" y="3919"/>
                    </a:cubicBezTo>
                    <a:cubicBezTo>
                      <a:pt x="1749" y="3832"/>
                      <a:pt x="1782" y="3796"/>
                      <a:pt x="1875" y="3750"/>
                    </a:cubicBezTo>
                    <a:cubicBezTo>
                      <a:pt x="2085" y="3729"/>
                      <a:pt x="2289" y="3736"/>
                      <a:pt x="2500" y="3750"/>
                    </a:cubicBezTo>
                    <a:cubicBezTo>
                      <a:pt x="2708" y="4375"/>
                      <a:pt x="2917" y="5000"/>
                      <a:pt x="3125" y="5625"/>
                    </a:cubicBezTo>
                    <a:cubicBezTo>
                      <a:pt x="3331" y="5625"/>
                      <a:pt x="3538" y="5625"/>
                      <a:pt x="3750" y="5625"/>
                    </a:cubicBezTo>
                    <a:cubicBezTo>
                      <a:pt x="3745" y="5537"/>
                      <a:pt x="3740" y="5449"/>
                      <a:pt x="3735" y="5359"/>
                    </a:cubicBezTo>
                    <a:cubicBezTo>
                      <a:pt x="3732" y="5273"/>
                      <a:pt x="3730" y="5188"/>
                      <a:pt x="3727" y="5102"/>
                    </a:cubicBezTo>
                    <a:cubicBezTo>
                      <a:pt x="3725" y="5043"/>
                      <a:pt x="3722" y="4984"/>
                      <a:pt x="3719" y="4925"/>
                    </a:cubicBezTo>
                    <a:cubicBezTo>
                      <a:pt x="3707" y="4735"/>
                      <a:pt x="3702" y="4560"/>
                      <a:pt x="3750" y="4375"/>
                    </a:cubicBezTo>
                    <a:cubicBezTo>
                      <a:pt x="3840" y="4315"/>
                      <a:pt x="3840" y="4315"/>
                      <a:pt x="3952" y="4277"/>
                    </a:cubicBezTo>
                    <a:cubicBezTo>
                      <a:pt x="4066" y="4237"/>
                      <a:pt x="4066" y="4237"/>
                      <a:pt x="4167" y="4167"/>
                    </a:cubicBezTo>
                    <a:cubicBezTo>
                      <a:pt x="4270" y="3940"/>
                      <a:pt x="4274" y="3669"/>
                      <a:pt x="4297" y="3425"/>
                    </a:cubicBezTo>
                    <a:cubicBezTo>
                      <a:pt x="4305" y="3355"/>
                      <a:pt x="4313" y="3286"/>
                      <a:pt x="4321" y="3216"/>
                    </a:cubicBezTo>
                    <a:cubicBezTo>
                      <a:pt x="4341" y="3047"/>
                      <a:pt x="4358" y="2878"/>
                      <a:pt x="4375" y="2708"/>
                    </a:cubicBezTo>
                    <a:cubicBezTo>
                      <a:pt x="4719" y="2640"/>
                      <a:pt x="5062" y="2571"/>
                      <a:pt x="5417" y="2500"/>
                    </a:cubicBezTo>
                    <a:cubicBezTo>
                      <a:pt x="5680" y="3476"/>
                      <a:pt x="5680" y="3476"/>
                      <a:pt x="5546" y="3750"/>
                    </a:cubicBezTo>
                    <a:cubicBezTo>
                      <a:pt x="5449" y="3904"/>
                      <a:pt x="5336" y="4037"/>
                      <a:pt x="5208" y="4167"/>
                    </a:cubicBezTo>
                    <a:cubicBezTo>
                      <a:pt x="5374" y="4143"/>
                      <a:pt x="5538" y="4116"/>
                      <a:pt x="5703" y="4089"/>
                    </a:cubicBezTo>
                    <a:cubicBezTo>
                      <a:pt x="5749" y="4082"/>
                      <a:pt x="5795" y="4076"/>
                      <a:pt x="5843" y="4069"/>
                    </a:cubicBezTo>
                    <a:cubicBezTo>
                      <a:pt x="6180" y="4010"/>
                      <a:pt x="6418" y="3883"/>
                      <a:pt x="6626" y="3610"/>
                    </a:cubicBezTo>
                    <a:cubicBezTo>
                      <a:pt x="6757" y="3390"/>
                      <a:pt x="6743" y="3111"/>
                      <a:pt x="6753" y="2863"/>
                    </a:cubicBezTo>
                    <a:cubicBezTo>
                      <a:pt x="6757" y="2798"/>
                      <a:pt x="6761" y="2733"/>
                      <a:pt x="6765" y="2669"/>
                    </a:cubicBezTo>
                    <a:cubicBezTo>
                      <a:pt x="6776" y="2499"/>
                      <a:pt x="6784" y="2330"/>
                      <a:pt x="6792" y="2161"/>
                    </a:cubicBezTo>
                    <a:cubicBezTo>
                      <a:pt x="6800" y="1988"/>
                      <a:pt x="6811" y="1815"/>
                      <a:pt x="6821" y="1641"/>
                    </a:cubicBezTo>
                    <a:cubicBezTo>
                      <a:pt x="6841" y="1303"/>
                      <a:pt x="6859" y="964"/>
                      <a:pt x="6875" y="625"/>
                    </a:cubicBezTo>
                    <a:cubicBezTo>
                      <a:pt x="7090" y="570"/>
                      <a:pt x="7289" y="543"/>
                      <a:pt x="7500" y="625"/>
                    </a:cubicBezTo>
                    <a:cubicBezTo>
                      <a:pt x="7840" y="874"/>
                      <a:pt x="8107" y="1279"/>
                      <a:pt x="8178" y="1695"/>
                    </a:cubicBezTo>
                    <a:cubicBezTo>
                      <a:pt x="8204" y="1947"/>
                      <a:pt x="8196" y="2198"/>
                      <a:pt x="8186" y="2451"/>
                    </a:cubicBezTo>
                    <a:cubicBezTo>
                      <a:pt x="8185" y="2543"/>
                      <a:pt x="8184" y="2636"/>
                      <a:pt x="8183" y="2728"/>
                    </a:cubicBezTo>
                    <a:cubicBezTo>
                      <a:pt x="8181" y="2968"/>
                      <a:pt x="8175" y="3207"/>
                      <a:pt x="8168" y="3447"/>
                    </a:cubicBezTo>
                    <a:cubicBezTo>
                      <a:pt x="8161" y="3693"/>
                      <a:pt x="8159" y="3939"/>
                      <a:pt x="8155" y="4185"/>
                    </a:cubicBezTo>
                    <a:cubicBezTo>
                      <a:pt x="8149" y="4665"/>
                      <a:pt x="8138" y="5145"/>
                      <a:pt x="8125" y="5625"/>
                    </a:cubicBezTo>
                    <a:cubicBezTo>
                      <a:pt x="8331" y="5625"/>
                      <a:pt x="8538" y="5625"/>
                      <a:pt x="8750" y="5625"/>
                    </a:cubicBezTo>
                    <a:cubicBezTo>
                      <a:pt x="8750" y="5075"/>
                      <a:pt x="8750" y="4525"/>
                      <a:pt x="8750" y="3958"/>
                    </a:cubicBezTo>
                    <a:cubicBezTo>
                      <a:pt x="8918" y="3920"/>
                      <a:pt x="9085" y="3881"/>
                      <a:pt x="9258" y="3841"/>
                    </a:cubicBezTo>
                    <a:cubicBezTo>
                      <a:pt x="9310" y="3828"/>
                      <a:pt x="9363" y="3816"/>
                      <a:pt x="9417" y="3803"/>
                    </a:cubicBezTo>
                    <a:cubicBezTo>
                      <a:pt x="9459" y="3794"/>
                      <a:pt x="9500" y="3785"/>
                      <a:pt x="9544" y="3775"/>
                    </a:cubicBezTo>
                    <a:cubicBezTo>
                      <a:pt x="9586" y="3765"/>
                      <a:pt x="9629" y="3756"/>
                      <a:pt x="9672" y="3745"/>
                    </a:cubicBezTo>
                    <a:cubicBezTo>
                      <a:pt x="9792" y="3750"/>
                      <a:pt x="9792" y="3750"/>
                      <a:pt x="9910" y="3829"/>
                    </a:cubicBezTo>
                    <a:cubicBezTo>
                      <a:pt x="10043" y="3982"/>
                      <a:pt x="10026" y="4150"/>
                      <a:pt x="10020" y="4343"/>
                    </a:cubicBezTo>
                    <a:cubicBezTo>
                      <a:pt x="10020" y="4380"/>
                      <a:pt x="10020" y="4417"/>
                      <a:pt x="10019" y="4454"/>
                    </a:cubicBezTo>
                    <a:cubicBezTo>
                      <a:pt x="10018" y="4571"/>
                      <a:pt x="10016" y="4688"/>
                      <a:pt x="10013" y="4805"/>
                    </a:cubicBezTo>
                    <a:cubicBezTo>
                      <a:pt x="10012" y="4884"/>
                      <a:pt x="10011" y="4963"/>
                      <a:pt x="10010" y="5043"/>
                    </a:cubicBezTo>
                    <a:cubicBezTo>
                      <a:pt x="10008" y="5237"/>
                      <a:pt x="10004" y="5431"/>
                      <a:pt x="10000" y="5625"/>
                    </a:cubicBezTo>
                    <a:cubicBezTo>
                      <a:pt x="10206" y="5625"/>
                      <a:pt x="10413" y="5625"/>
                      <a:pt x="10625" y="5625"/>
                    </a:cubicBezTo>
                    <a:cubicBezTo>
                      <a:pt x="10625" y="4869"/>
                      <a:pt x="10625" y="4112"/>
                      <a:pt x="10625" y="3333"/>
                    </a:cubicBezTo>
                    <a:cubicBezTo>
                      <a:pt x="10831" y="3265"/>
                      <a:pt x="11038" y="3196"/>
                      <a:pt x="11250" y="3125"/>
                    </a:cubicBezTo>
                    <a:cubicBezTo>
                      <a:pt x="11205" y="3070"/>
                      <a:pt x="11160" y="3014"/>
                      <a:pt x="11113" y="2957"/>
                    </a:cubicBezTo>
                    <a:cubicBezTo>
                      <a:pt x="11055" y="2883"/>
                      <a:pt x="10996" y="2809"/>
                      <a:pt x="10938" y="2734"/>
                    </a:cubicBezTo>
                    <a:cubicBezTo>
                      <a:pt x="10908" y="2698"/>
                      <a:pt x="10878" y="2662"/>
                      <a:pt x="10847" y="2625"/>
                    </a:cubicBezTo>
                    <a:cubicBezTo>
                      <a:pt x="10669" y="2396"/>
                      <a:pt x="10590" y="2244"/>
                      <a:pt x="10614" y="1951"/>
                    </a:cubicBezTo>
                    <a:cubicBezTo>
                      <a:pt x="10616" y="1938"/>
                      <a:pt x="10616" y="1938"/>
                      <a:pt x="10625" y="1875"/>
                    </a:cubicBezTo>
                    <a:cubicBezTo>
                      <a:pt x="10794" y="1869"/>
                      <a:pt x="10964" y="1865"/>
                      <a:pt x="11133" y="1862"/>
                    </a:cubicBezTo>
                    <a:cubicBezTo>
                      <a:pt x="11181" y="1860"/>
                      <a:pt x="11229" y="1859"/>
                      <a:pt x="11278" y="1857"/>
                    </a:cubicBezTo>
                    <a:cubicBezTo>
                      <a:pt x="11324" y="1856"/>
                      <a:pt x="11371" y="1855"/>
                      <a:pt x="11419" y="1855"/>
                    </a:cubicBezTo>
                    <a:cubicBezTo>
                      <a:pt x="11440" y="1854"/>
                      <a:pt x="11440" y="1854"/>
                      <a:pt x="11547" y="1851"/>
                    </a:cubicBezTo>
                    <a:cubicBezTo>
                      <a:pt x="11671" y="1876"/>
                      <a:pt x="11751" y="1906"/>
                      <a:pt x="11835" y="2002"/>
                    </a:cubicBezTo>
                    <a:cubicBezTo>
                      <a:pt x="11921" y="2179"/>
                      <a:pt x="11904" y="2383"/>
                      <a:pt x="11904" y="2575"/>
                    </a:cubicBezTo>
                    <a:cubicBezTo>
                      <a:pt x="11905" y="2721"/>
                      <a:pt x="11910" y="2866"/>
                      <a:pt x="11915" y="3012"/>
                    </a:cubicBezTo>
                    <a:cubicBezTo>
                      <a:pt x="11915" y="3042"/>
                      <a:pt x="11916" y="3073"/>
                      <a:pt x="11917" y="3104"/>
                    </a:cubicBezTo>
                    <a:cubicBezTo>
                      <a:pt x="11971" y="4806"/>
                      <a:pt x="11971" y="4806"/>
                      <a:pt x="12399" y="5237"/>
                    </a:cubicBezTo>
                    <a:cubicBezTo>
                      <a:pt x="12514" y="5341"/>
                      <a:pt x="12638" y="5433"/>
                      <a:pt x="12763" y="5525"/>
                    </a:cubicBezTo>
                    <a:cubicBezTo>
                      <a:pt x="12809" y="5559"/>
                      <a:pt x="12855" y="5593"/>
                      <a:pt x="12900" y="5628"/>
                    </a:cubicBezTo>
                    <a:cubicBezTo>
                      <a:pt x="12911" y="5635"/>
                      <a:pt x="12911" y="5635"/>
                      <a:pt x="12966" y="5676"/>
                    </a:cubicBezTo>
                    <a:cubicBezTo>
                      <a:pt x="13127" y="5808"/>
                      <a:pt x="13166" y="5920"/>
                      <a:pt x="13193" y="6124"/>
                    </a:cubicBezTo>
                    <a:cubicBezTo>
                      <a:pt x="13201" y="6380"/>
                      <a:pt x="13173" y="6624"/>
                      <a:pt x="13125" y="6875"/>
                    </a:cubicBezTo>
                    <a:cubicBezTo>
                      <a:pt x="13331" y="6875"/>
                      <a:pt x="13538" y="6875"/>
                      <a:pt x="13750" y="6875"/>
                    </a:cubicBezTo>
                    <a:cubicBezTo>
                      <a:pt x="13745" y="6805"/>
                      <a:pt x="13740" y="6734"/>
                      <a:pt x="13735" y="6662"/>
                    </a:cubicBezTo>
                    <a:cubicBezTo>
                      <a:pt x="13731" y="6568"/>
                      <a:pt x="13728" y="6474"/>
                      <a:pt x="13724" y="6380"/>
                    </a:cubicBezTo>
                    <a:cubicBezTo>
                      <a:pt x="13720" y="6334"/>
                      <a:pt x="13717" y="6288"/>
                      <a:pt x="13713" y="6240"/>
                    </a:cubicBezTo>
                    <a:cubicBezTo>
                      <a:pt x="13703" y="5884"/>
                      <a:pt x="13703" y="5884"/>
                      <a:pt x="13840" y="5736"/>
                    </a:cubicBezTo>
                    <a:cubicBezTo>
                      <a:pt x="13877" y="5706"/>
                      <a:pt x="13914" y="5676"/>
                      <a:pt x="13952" y="5645"/>
                    </a:cubicBezTo>
                    <a:cubicBezTo>
                      <a:pt x="14279" y="5358"/>
                      <a:pt x="14262" y="4968"/>
                      <a:pt x="14297" y="4557"/>
                    </a:cubicBezTo>
                    <a:cubicBezTo>
                      <a:pt x="14305" y="4479"/>
                      <a:pt x="14313" y="4400"/>
                      <a:pt x="14321" y="4322"/>
                    </a:cubicBezTo>
                    <a:cubicBezTo>
                      <a:pt x="14341" y="4131"/>
                      <a:pt x="14359" y="3941"/>
                      <a:pt x="14375" y="3750"/>
                    </a:cubicBezTo>
                    <a:cubicBezTo>
                      <a:pt x="14581" y="3750"/>
                      <a:pt x="14788" y="3750"/>
                      <a:pt x="15000" y="3750"/>
                    </a:cubicBezTo>
                    <a:cubicBezTo>
                      <a:pt x="15034" y="3922"/>
                      <a:pt x="15034" y="3922"/>
                      <a:pt x="15208" y="4792"/>
                    </a:cubicBezTo>
                    <a:cubicBezTo>
                      <a:pt x="15483" y="4792"/>
                      <a:pt x="15758" y="4792"/>
                      <a:pt x="16042" y="4792"/>
                    </a:cubicBezTo>
                    <a:cubicBezTo>
                      <a:pt x="16047" y="4755"/>
                      <a:pt x="16047" y="4755"/>
                      <a:pt x="16072" y="4571"/>
                    </a:cubicBezTo>
                    <a:cubicBezTo>
                      <a:pt x="16088" y="4475"/>
                      <a:pt x="16104" y="4380"/>
                      <a:pt x="16120" y="4284"/>
                    </a:cubicBezTo>
                    <a:cubicBezTo>
                      <a:pt x="16126" y="4236"/>
                      <a:pt x="16133" y="4188"/>
                      <a:pt x="16139" y="4139"/>
                    </a:cubicBezTo>
                    <a:cubicBezTo>
                      <a:pt x="16147" y="4092"/>
                      <a:pt x="16155" y="4046"/>
                      <a:pt x="16164" y="3998"/>
                    </a:cubicBezTo>
                    <a:cubicBezTo>
                      <a:pt x="16167" y="3977"/>
                      <a:pt x="16167" y="3977"/>
                      <a:pt x="16184" y="3869"/>
                    </a:cubicBezTo>
                    <a:cubicBezTo>
                      <a:pt x="16266" y="3722"/>
                      <a:pt x="16303" y="3730"/>
                      <a:pt x="16458" y="3680"/>
                    </a:cubicBezTo>
                    <a:cubicBezTo>
                      <a:pt x="16572" y="3628"/>
                      <a:pt x="16648" y="3591"/>
                      <a:pt x="16694" y="3471"/>
                    </a:cubicBezTo>
                    <a:cubicBezTo>
                      <a:pt x="16744" y="3233"/>
                      <a:pt x="16745" y="2989"/>
                      <a:pt x="16753" y="2747"/>
                    </a:cubicBezTo>
                    <a:cubicBezTo>
                      <a:pt x="16757" y="2668"/>
                      <a:pt x="16761" y="2588"/>
                      <a:pt x="16765" y="2509"/>
                    </a:cubicBezTo>
                    <a:cubicBezTo>
                      <a:pt x="16776" y="2301"/>
                      <a:pt x="16784" y="2094"/>
                      <a:pt x="16792" y="1886"/>
                    </a:cubicBezTo>
                    <a:cubicBezTo>
                      <a:pt x="16800" y="1673"/>
                      <a:pt x="16811" y="1461"/>
                      <a:pt x="16821" y="1249"/>
                    </a:cubicBezTo>
                    <a:cubicBezTo>
                      <a:pt x="16841" y="832"/>
                      <a:pt x="16859" y="416"/>
                      <a:pt x="16875" y="0"/>
                    </a:cubicBezTo>
                    <a:close/>
                  </a:path>
                </a:pathLst>
              </a:custGeom>
              <a:solidFill>
                <a:srgbClr val="A1B8E8"/>
              </a:solidFill>
              <a:ln w="2646" cap="flat">
                <a:noFill/>
              </a:ln>
            </p:spPr>
          </p:sp>
          <p:sp>
            <p:nvSpPr>
              <p:cNvPr id="4020" name="CHART_C_SIGNAL_PREVIEW_WAVE_path_002"/>
              <p:cNvSpPr/>
              <p:nvPr/>
            </p:nvSpPr>
            <p:spPr>
              <a:xfrm>
                <a:off x="10048875" y="7397750"/>
                <a:ext cx="151905" cy="159052"/>
              </a:xfrm>
              <a:custGeom>
                <a:avLst/>
                <a:gdLst/>
                <a:ahLst/>
                <a:cxnLst/>
                <a:rect l="0" t="0" r="r" b="b"/>
                <a:pathLst>
                  <a:path w="11961" h="12524" fill="norm" stroke="0">
                    <a:moveTo>
                      <a:pt x="5208" y="0"/>
                    </a:moveTo>
                    <a:cubicBezTo>
                      <a:pt x="5380" y="34"/>
                      <a:pt x="5380" y="34"/>
                      <a:pt x="6250" y="208"/>
                    </a:cubicBezTo>
                    <a:cubicBezTo>
                      <a:pt x="6250" y="1790"/>
                      <a:pt x="6250" y="3371"/>
                      <a:pt x="6250" y="5000"/>
                    </a:cubicBezTo>
                    <a:cubicBezTo>
                      <a:pt x="6456" y="5000"/>
                      <a:pt x="6663" y="5000"/>
                      <a:pt x="6875" y="5000"/>
                    </a:cubicBezTo>
                    <a:cubicBezTo>
                      <a:pt x="6875" y="4656"/>
                      <a:pt x="6875" y="4312"/>
                      <a:pt x="6875" y="3958"/>
                    </a:cubicBezTo>
                    <a:cubicBezTo>
                      <a:pt x="7044" y="3918"/>
                      <a:pt x="7213" y="3879"/>
                      <a:pt x="7383" y="3841"/>
                    </a:cubicBezTo>
                    <a:cubicBezTo>
                      <a:pt x="7431" y="3829"/>
                      <a:pt x="7479" y="3818"/>
                      <a:pt x="7528" y="3806"/>
                    </a:cubicBezTo>
                    <a:cubicBezTo>
                      <a:pt x="7574" y="3796"/>
                      <a:pt x="7621" y="3786"/>
                      <a:pt x="7669" y="3775"/>
                    </a:cubicBezTo>
                    <a:cubicBezTo>
                      <a:pt x="7711" y="3765"/>
                      <a:pt x="7754" y="3756"/>
                      <a:pt x="7797" y="3745"/>
                    </a:cubicBezTo>
                    <a:cubicBezTo>
                      <a:pt x="7917" y="3750"/>
                      <a:pt x="7917" y="3750"/>
                      <a:pt x="8035" y="3829"/>
                    </a:cubicBezTo>
                    <a:cubicBezTo>
                      <a:pt x="8168" y="3982"/>
                      <a:pt x="8151" y="4150"/>
                      <a:pt x="8145" y="4343"/>
                    </a:cubicBezTo>
                    <a:cubicBezTo>
                      <a:pt x="8145" y="4380"/>
                      <a:pt x="8145" y="4417"/>
                      <a:pt x="8144" y="4454"/>
                    </a:cubicBezTo>
                    <a:cubicBezTo>
                      <a:pt x="8143" y="4571"/>
                      <a:pt x="8141" y="4688"/>
                      <a:pt x="8138" y="4805"/>
                    </a:cubicBezTo>
                    <a:cubicBezTo>
                      <a:pt x="8137" y="4884"/>
                      <a:pt x="8136" y="4963"/>
                      <a:pt x="8135" y="5043"/>
                    </a:cubicBezTo>
                    <a:cubicBezTo>
                      <a:pt x="8133" y="5237"/>
                      <a:pt x="8129" y="5431"/>
                      <a:pt x="8125" y="5625"/>
                    </a:cubicBezTo>
                    <a:cubicBezTo>
                      <a:pt x="8148" y="5606"/>
                      <a:pt x="8171" y="5587"/>
                      <a:pt x="8195" y="5568"/>
                    </a:cubicBezTo>
                    <a:cubicBezTo>
                      <a:pt x="8301" y="5481"/>
                      <a:pt x="8408" y="5397"/>
                      <a:pt x="8516" y="5312"/>
                    </a:cubicBezTo>
                    <a:cubicBezTo>
                      <a:pt x="8552" y="5283"/>
                      <a:pt x="8588" y="5253"/>
                      <a:pt x="8625" y="5222"/>
                    </a:cubicBezTo>
                    <a:cubicBezTo>
                      <a:pt x="8832" y="5061"/>
                      <a:pt x="9006" y="4942"/>
                      <a:pt x="9276" y="4965"/>
                    </a:cubicBezTo>
                    <a:cubicBezTo>
                      <a:pt x="9484" y="5039"/>
                      <a:pt x="9592" y="5215"/>
                      <a:pt x="9714" y="5391"/>
                    </a:cubicBezTo>
                    <a:cubicBezTo>
                      <a:pt x="9728" y="5409"/>
                      <a:pt x="9728" y="5409"/>
                      <a:pt x="9798" y="5500"/>
                    </a:cubicBezTo>
                    <a:cubicBezTo>
                      <a:pt x="9987" y="5761"/>
                      <a:pt x="10032" y="5930"/>
                      <a:pt x="10000" y="6250"/>
                    </a:cubicBezTo>
                    <a:cubicBezTo>
                      <a:pt x="10206" y="6250"/>
                      <a:pt x="10413" y="6250"/>
                      <a:pt x="10625" y="6250"/>
                    </a:cubicBezTo>
                    <a:cubicBezTo>
                      <a:pt x="10625" y="5219"/>
                      <a:pt x="10625" y="4188"/>
                      <a:pt x="10625" y="3125"/>
                    </a:cubicBezTo>
                    <a:cubicBezTo>
                      <a:pt x="10831" y="3125"/>
                      <a:pt x="11038" y="3125"/>
                      <a:pt x="11250" y="3125"/>
                    </a:cubicBezTo>
                    <a:cubicBezTo>
                      <a:pt x="11264" y="3169"/>
                      <a:pt x="11264" y="3169"/>
                      <a:pt x="11334" y="3391"/>
                    </a:cubicBezTo>
                    <a:cubicBezTo>
                      <a:pt x="11361" y="3477"/>
                      <a:pt x="11389" y="3562"/>
                      <a:pt x="11417" y="3648"/>
                    </a:cubicBezTo>
                    <a:cubicBezTo>
                      <a:pt x="11436" y="3707"/>
                      <a:pt x="11454" y="3766"/>
                      <a:pt x="11473" y="3825"/>
                    </a:cubicBezTo>
                    <a:cubicBezTo>
                      <a:pt x="11500" y="3911"/>
                      <a:pt x="11527" y="3996"/>
                      <a:pt x="11555" y="4081"/>
                    </a:cubicBezTo>
                    <a:cubicBezTo>
                      <a:pt x="11559" y="4094"/>
                      <a:pt x="11559" y="4094"/>
                      <a:pt x="11580" y="4161"/>
                    </a:cubicBezTo>
                    <a:cubicBezTo>
                      <a:pt x="11626" y="4300"/>
                      <a:pt x="11668" y="4376"/>
                      <a:pt x="11774" y="4479"/>
                    </a:cubicBezTo>
                    <a:cubicBezTo>
                      <a:pt x="11898" y="4608"/>
                      <a:pt x="11918" y="4714"/>
                      <a:pt x="11932" y="4886"/>
                    </a:cubicBezTo>
                    <a:cubicBezTo>
                      <a:pt x="11935" y="4915"/>
                      <a:pt x="11937" y="4945"/>
                      <a:pt x="11940" y="4975"/>
                    </a:cubicBezTo>
                    <a:cubicBezTo>
                      <a:pt x="11946" y="5070"/>
                      <a:pt x="11950" y="5165"/>
                      <a:pt x="11953" y="5260"/>
                    </a:cubicBezTo>
                    <a:cubicBezTo>
                      <a:pt x="11954" y="5293"/>
                      <a:pt x="11955" y="5326"/>
                      <a:pt x="11956" y="5359"/>
                    </a:cubicBezTo>
                    <a:cubicBezTo>
                      <a:pt x="11961" y="5742"/>
                      <a:pt x="11926" y="6046"/>
                      <a:pt x="11657" y="6333"/>
                    </a:cubicBezTo>
                    <a:cubicBezTo>
                      <a:pt x="11523" y="6468"/>
                      <a:pt x="11379" y="6590"/>
                      <a:pt x="11235" y="6714"/>
                    </a:cubicBezTo>
                    <a:cubicBezTo>
                      <a:pt x="10809" y="7082"/>
                      <a:pt x="10623" y="7437"/>
                      <a:pt x="10460" y="7980"/>
                    </a:cubicBezTo>
                    <a:cubicBezTo>
                      <a:pt x="10411" y="8144"/>
                      <a:pt x="10356" y="8306"/>
                      <a:pt x="10300" y="8468"/>
                    </a:cubicBezTo>
                    <a:cubicBezTo>
                      <a:pt x="10197" y="8770"/>
                      <a:pt x="10098" y="9072"/>
                      <a:pt x="10000" y="9375"/>
                    </a:cubicBezTo>
                    <a:cubicBezTo>
                      <a:pt x="9794" y="9375"/>
                      <a:pt x="9588" y="9375"/>
                      <a:pt x="9375" y="9375"/>
                    </a:cubicBezTo>
                    <a:cubicBezTo>
                      <a:pt x="9375" y="8550"/>
                      <a:pt x="9375" y="7725"/>
                      <a:pt x="9375" y="6875"/>
                    </a:cubicBezTo>
                    <a:cubicBezTo>
                      <a:pt x="9169" y="6875"/>
                      <a:pt x="8963" y="6875"/>
                      <a:pt x="8750" y="6875"/>
                    </a:cubicBezTo>
                    <a:cubicBezTo>
                      <a:pt x="8750" y="7219"/>
                      <a:pt x="8750" y="7562"/>
                      <a:pt x="8750" y="7917"/>
                    </a:cubicBezTo>
                    <a:cubicBezTo>
                      <a:pt x="8581" y="7957"/>
                      <a:pt x="8412" y="7996"/>
                      <a:pt x="8242" y="8034"/>
                    </a:cubicBezTo>
                    <a:cubicBezTo>
                      <a:pt x="8194" y="8046"/>
                      <a:pt x="8146" y="8057"/>
                      <a:pt x="8097" y="8069"/>
                    </a:cubicBezTo>
                    <a:cubicBezTo>
                      <a:pt x="7750" y="8145"/>
                      <a:pt x="7750" y="8145"/>
                      <a:pt x="7572" y="8060"/>
                    </a:cubicBezTo>
                    <a:cubicBezTo>
                      <a:pt x="7436" y="7871"/>
                      <a:pt x="7479" y="7603"/>
                      <a:pt x="7487" y="7383"/>
                    </a:cubicBezTo>
                    <a:cubicBezTo>
                      <a:pt x="7488" y="7334"/>
                      <a:pt x="7489" y="7285"/>
                      <a:pt x="7490" y="7235"/>
                    </a:cubicBezTo>
                    <a:cubicBezTo>
                      <a:pt x="7492" y="7115"/>
                      <a:pt x="7496" y="6995"/>
                      <a:pt x="7500" y="6875"/>
                    </a:cubicBezTo>
                    <a:cubicBezTo>
                      <a:pt x="7294" y="6875"/>
                      <a:pt x="7088" y="6875"/>
                      <a:pt x="6875" y="6875"/>
                    </a:cubicBezTo>
                    <a:cubicBezTo>
                      <a:pt x="6880" y="6945"/>
                      <a:pt x="6885" y="7016"/>
                      <a:pt x="6890" y="7088"/>
                    </a:cubicBezTo>
                    <a:cubicBezTo>
                      <a:pt x="6894" y="7182"/>
                      <a:pt x="6897" y="7276"/>
                      <a:pt x="6901" y="7370"/>
                    </a:cubicBezTo>
                    <a:cubicBezTo>
                      <a:pt x="6905" y="7416"/>
                      <a:pt x="6908" y="7462"/>
                      <a:pt x="6912" y="7510"/>
                    </a:cubicBezTo>
                    <a:cubicBezTo>
                      <a:pt x="6916" y="7656"/>
                      <a:pt x="6910" y="7774"/>
                      <a:pt x="6875" y="7917"/>
                    </a:cubicBezTo>
                    <a:cubicBezTo>
                      <a:pt x="6783" y="8010"/>
                      <a:pt x="6783" y="8010"/>
                      <a:pt x="6670" y="8099"/>
                    </a:cubicBezTo>
                    <a:cubicBezTo>
                      <a:pt x="6436" y="8308"/>
                      <a:pt x="6398" y="8522"/>
                      <a:pt x="6379" y="8825"/>
                    </a:cubicBezTo>
                    <a:cubicBezTo>
                      <a:pt x="6377" y="8888"/>
                      <a:pt x="6374" y="8950"/>
                      <a:pt x="6372" y="9012"/>
                    </a:cubicBezTo>
                    <a:cubicBezTo>
                      <a:pt x="6368" y="9077"/>
                      <a:pt x="6364" y="9142"/>
                      <a:pt x="6360" y="9206"/>
                    </a:cubicBezTo>
                    <a:cubicBezTo>
                      <a:pt x="6349" y="9376"/>
                      <a:pt x="6341" y="9545"/>
                      <a:pt x="6333" y="9714"/>
                    </a:cubicBezTo>
                    <a:cubicBezTo>
                      <a:pt x="6325" y="9887"/>
                      <a:pt x="6314" y="10060"/>
                      <a:pt x="6304" y="10234"/>
                    </a:cubicBezTo>
                    <a:cubicBezTo>
                      <a:pt x="6284" y="10572"/>
                      <a:pt x="6266" y="10911"/>
                      <a:pt x="6250" y="11250"/>
                    </a:cubicBezTo>
                    <a:cubicBezTo>
                      <a:pt x="6044" y="11250"/>
                      <a:pt x="5838" y="11250"/>
                      <a:pt x="5625" y="11250"/>
                    </a:cubicBezTo>
                    <a:cubicBezTo>
                      <a:pt x="5625" y="10219"/>
                      <a:pt x="5625" y="9188"/>
                      <a:pt x="5625" y="8125"/>
                    </a:cubicBezTo>
                    <a:cubicBezTo>
                      <a:pt x="5419" y="8125"/>
                      <a:pt x="5213" y="8125"/>
                      <a:pt x="5000" y="8125"/>
                    </a:cubicBezTo>
                    <a:cubicBezTo>
                      <a:pt x="5005" y="8195"/>
                      <a:pt x="5010" y="8266"/>
                      <a:pt x="5015" y="8338"/>
                    </a:cubicBezTo>
                    <a:cubicBezTo>
                      <a:pt x="5019" y="8432"/>
                      <a:pt x="5022" y="8526"/>
                      <a:pt x="5026" y="8620"/>
                    </a:cubicBezTo>
                    <a:cubicBezTo>
                      <a:pt x="5028" y="8643"/>
                      <a:pt x="5028" y="8643"/>
                      <a:pt x="5037" y="8760"/>
                    </a:cubicBezTo>
                    <a:cubicBezTo>
                      <a:pt x="5041" y="8906"/>
                      <a:pt x="5035" y="9024"/>
                      <a:pt x="5000" y="9167"/>
                    </a:cubicBezTo>
                    <a:cubicBezTo>
                      <a:pt x="4908" y="9262"/>
                      <a:pt x="4908" y="9262"/>
                      <a:pt x="4794" y="9353"/>
                    </a:cubicBezTo>
                    <a:cubicBezTo>
                      <a:pt x="4572" y="9553"/>
                      <a:pt x="4525" y="9747"/>
                      <a:pt x="4510" y="10038"/>
                    </a:cubicBezTo>
                    <a:cubicBezTo>
                      <a:pt x="4508" y="10095"/>
                      <a:pt x="4506" y="10152"/>
                      <a:pt x="4504" y="10209"/>
                    </a:cubicBezTo>
                    <a:cubicBezTo>
                      <a:pt x="4501" y="10269"/>
                      <a:pt x="4498" y="10328"/>
                      <a:pt x="4494" y="10388"/>
                    </a:cubicBezTo>
                    <a:cubicBezTo>
                      <a:pt x="4484" y="10544"/>
                      <a:pt x="4477" y="10699"/>
                      <a:pt x="4470" y="10855"/>
                    </a:cubicBezTo>
                    <a:cubicBezTo>
                      <a:pt x="4459" y="11105"/>
                      <a:pt x="4446" y="11355"/>
                      <a:pt x="4431" y="11605"/>
                    </a:cubicBezTo>
                    <a:cubicBezTo>
                      <a:pt x="4426" y="11692"/>
                      <a:pt x="4423" y="11779"/>
                      <a:pt x="4420" y="11866"/>
                    </a:cubicBezTo>
                    <a:cubicBezTo>
                      <a:pt x="4417" y="11919"/>
                      <a:pt x="4414" y="11973"/>
                      <a:pt x="4411" y="12026"/>
                    </a:cubicBezTo>
                    <a:cubicBezTo>
                      <a:pt x="4409" y="12072"/>
                      <a:pt x="4407" y="12119"/>
                      <a:pt x="4405" y="12167"/>
                    </a:cubicBezTo>
                    <a:cubicBezTo>
                      <a:pt x="4366" y="12330"/>
                      <a:pt x="4295" y="12395"/>
                      <a:pt x="4167" y="12500"/>
                    </a:cubicBezTo>
                    <a:cubicBezTo>
                      <a:pt x="4047" y="12524"/>
                      <a:pt x="4047" y="12524"/>
                      <a:pt x="3919" y="12520"/>
                    </a:cubicBezTo>
                    <a:cubicBezTo>
                      <a:pt x="3872" y="12520"/>
                      <a:pt x="3826" y="12519"/>
                      <a:pt x="3778" y="12518"/>
                    </a:cubicBezTo>
                    <a:cubicBezTo>
                      <a:pt x="3754" y="12518"/>
                      <a:pt x="3754" y="12518"/>
                      <a:pt x="3633" y="12513"/>
                    </a:cubicBezTo>
                    <a:cubicBezTo>
                      <a:pt x="3584" y="12512"/>
                      <a:pt x="3535" y="12511"/>
                      <a:pt x="3485" y="12510"/>
                    </a:cubicBezTo>
                    <a:cubicBezTo>
                      <a:pt x="3365" y="12508"/>
                      <a:pt x="3245" y="12504"/>
                      <a:pt x="3125" y="12500"/>
                    </a:cubicBezTo>
                    <a:cubicBezTo>
                      <a:pt x="3114" y="12400"/>
                      <a:pt x="3105" y="12301"/>
                      <a:pt x="3099" y="12200"/>
                    </a:cubicBezTo>
                    <a:cubicBezTo>
                      <a:pt x="3095" y="12173"/>
                      <a:pt x="3092" y="12144"/>
                      <a:pt x="3088" y="12115"/>
                    </a:cubicBezTo>
                    <a:cubicBezTo>
                      <a:pt x="3084" y="12020"/>
                      <a:pt x="3087" y="11963"/>
                      <a:pt x="3125" y="11875"/>
                    </a:cubicBezTo>
                    <a:cubicBezTo>
                      <a:pt x="3218" y="11840"/>
                      <a:pt x="3218" y="11840"/>
                      <a:pt x="3332" y="11807"/>
                    </a:cubicBezTo>
                    <a:cubicBezTo>
                      <a:pt x="3447" y="11753"/>
                      <a:pt x="3447" y="11753"/>
                      <a:pt x="3542" y="11667"/>
                    </a:cubicBezTo>
                    <a:cubicBezTo>
                      <a:pt x="3609" y="11424"/>
                      <a:pt x="3600" y="11182"/>
                      <a:pt x="3597" y="10932"/>
                    </a:cubicBezTo>
                    <a:cubicBezTo>
                      <a:pt x="3597" y="10858"/>
                      <a:pt x="3598" y="10785"/>
                      <a:pt x="3598" y="10711"/>
                    </a:cubicBezTo>
                    <a:cubicBezTo>
                      <a:pt x="3599" y="10558"/>
                      <a:pt x="3598" y="10404"/>
                      <a:pt x="3596" y="10250"/>
                    </a:cubicBezTo>
                    <a:cubicBezTo>
                      <a:pt x="3594" y="10053"/>
                      <a:pt x="3595" y="9857"/>
                      <a:pt x="3598" y="9661"/>
                    </a:cubicBezTo>
                    <a:cubicBezTo>
                      <a:pt x="3599" y="9509"/>
                      <a:pt x="3599" y="9357"/>
                      <a:pt x="3598" y="9205"/>
                    </a:cubicBezTo>
                    <a:cubicBezTo>
                      <a:pt x="3597" y="9133"/>
                      <a:pt x="3598" y="9061"/>
                      <a:pt x="3599" y="8988"/>
                    </a:cubicBezTo>
                    <a:cubicBezTo>
                      <a:pt x="3605" y="8365"/>
                      <a:pt x="3605" y="8365"/>
                      <a:pt x="3393" y="8144"/>
                    </a:cubicBezTo>
                    <a:cubicBezTo>
                      <a:pt x="3338" y="8094"/>
                      <a:pt x="3281" y="8048"/>
                      <a:pt x="3223" y="8003"/>
                    </a:cubicBezTo>
                    <a:cubicBezTo>
                      <a:pt x="3059" y="7859"/>
                      <a:pt x="3032" y="7682"/>
                      <a:pt x="2995" y="7474"/>
                    </a:cubicBezTo>
                    <a:cubicBezTo>
                      <a:pt x="2987" y="7436"/>
                      <a:pt x="2979" y="7398"/>
                      <a:pt x="2970" y="7359"/>
                    </a:cubicBezTo>
                    <a:cubicBezTo>
                      <a:pt x="2951" y="7268"/>
                      <a:pt x="2933" y="7176"/>
                      <a:pt x="2917" y="7083"/>
                    </a:cubicBezTo>
                    <a:cubicBezTo>
                      <a:pt x="2324" y="7030"/>
                      <a:pt x="2324" y="7030"/>
                      <a:pt x="2083" y="7083"/>
                    </a:cubicBezTo>
                    <a:cubicBezTo>
                      <a:pt x="1993" y="7189"/>
                      <a:pt x="1971" y="7274"/>
                      <a:pt x="1933" y="7406"/>
                    </a:cubicBezTo>
                    <a:cubicBezTo>
                      <a:pt x="1875" y="7500"/>
                      <a:pt x="1875" y="7500"/>
                      <a:pt x="1733" y="7542"/>
                    </a:cubicBezTo>
                    <a:cubicBezTo>
                      <a:pt x="1676" y="7547"/>
                      <a:pt x="1619" y="7550"/>
                      <a:pt x="1562" y="7552"/>
                    </a:cubicBezTo>
                    <a:cubicBezTo>
                      <a:pt x="1535" y="7554"/>
                      <a:pt x="1508" y="7556"/>
                      <a:pt x="1480" y="7558"/>
                    </a:cubicBezTo>
                    <a:cubicBezTo>
                      <a:pt x="1387" y="7555"/>
                      <a:pt x="1331" y="7546"/>
                      <a:pt x="1250" y="7500"/>
                    </a:cubicBezTo>
                    <a:cubicBezTo>
                      <a:pt x="1203" y="7412"/>
                      <a:pt x="1203" y="7412"/>
                      <a:pt x="1160" y="7303"/>
                    </a:cubicBezTo>
                    <a:cubicBezTo>
                      <a:pt x="1074" y="7103"/>
                      <a:pt x="993" y="7038"/>
                      <a:pt x="794" y="6951"/>
                    </a:cubicBezTo>
                    <a:cubicBezTo>
                      <a:pt x="699" y="6916"/>
                      <a:pt x="604" y="6882"/>
                      <a:pt x="508" y="6849"/>
                    </a:cubicBezTo>
                    <a:cubicBezTo>
                      <a:pt x="459" y="6831"/>
                      <a:pt x="409" y="6813"/>
                      <a:pt x="360" y="6794"/>
                    </a:cubicBezTo>
                    <a:cubicBezTo>
                      <a:pt x="241" y="6750"/>
                      <a:pt x="120" y="6708"/>
                      <a:pt x="0" y="6667"/>
                    </a:cubicBezTo>
                    <a:cubicBezTo>
                      <a:pt x="0" y="6323"/>
                      <a:pt x="0" y="5979"/>
                      <a:pt x="0" y="5625"/>
                    </a:cubicBezTo>
                    <a:cubicBezTo>
                      <a:pt x="66" y="5660"/>
                      <a:pt x="131" y="5695"/>
                      <a:pt x="199" y="5731"/>
                    </a:cubicBezTo>
                    <a:cubicBezTo>
                      <a:pt x="884" y="6067"/>
                      <a:pt x="884" y="6067"/>
                      <a:pt x="1173" y="6020"/>
                    </a:cubicBezTo>
                    <a:cubicBezTo>
                      <a:pt x="1432" y="5929"/>
                      <a:pt x="1654" y="5786"/>
                      <a:pt x="1875" y="5625"/>
                    </a:cubicBezTo>
                    <a:cubicBezTo>
                      <a:pt x="2013" y="5763"/>
                      <a:pt x="2150" y="5900"/>
                      <a:pt x="2292" y="6042"/>
                    </a:cubicBezTo>
                    <a:cubicBezTo>
                      <a:pt x="2570" y="5992"/>
                      <a:pt x="2820" y="5924"/>
                      <a:pt x="3043" y="5745"/>
                    </a:cubicBezTo>
                    <a:cubicBezTo>
                      <a:pt x="3348" y="5298"/>
                      <a:pt x="3171" y="4470"/>
                      <a:pt x="3125" y="3958"/>
                    </a:cubicBezTo>
                    <a:cubicBezTo>
                      <a:pt x="3294" y="3917"/>
                      <a:pt x="3463" y="3879"/>
                      <a:pt x="3633" y="3841"/>
                    </a:cubicBezTo>
                    <a:cubicBezTo>
                      <a:pt x="3681" y="3829"/>
                      <a:pt x="3729" y="3818"/>
                      <a:pt x="3778" y="3806"/>
                    </a:cubicBezTo>
                    <a:cubicBezTo>
                      <a:pt x="3801" y="3801"/>
                      <a:pt x="3801" y="3801"/>
                      <a:pt x="3919" y="3775"/>
                    </a:cubicBezTo>
                    <a:cubicBezTo>
                      <a:pt x="3961" y="3765"/>
                      <a:pt x="4004" y="3756"/>
                      <a:pt x="4047" y="3745"/>
                    </a:cubicBezTo>
                    <a:cubicBezTo>
                      <a:pt x="4167" y="3750"/>
                      <a:pt x="4167" y="3750"/>
                      <a:pt x="4285" y="3829"/>
                    </a:cubicBezTo>
                    <a:cubicBezTo>
                      <a:pt x="4418" y="3982"/>
                      <a:pt x="4401" y="4150"/>
                      <a:pt x="4395" y="4343"/>
                    </a:cubicBezTo>
                    <a:cubicBezTo>
                      <a:pt x="4395" y="4380"/>
                      <a:pt x="4395" y="4417"/>
                      <a:pt x="4394" y="4454"/>
                    </a:cubicBezTo>
                    <a:cubicBezTo>
                      <a:pt x="4393" y="4571"/>
                      <a:pt x="4391" y="4688"/>
                      <a:pt x="4388" y="4805"/>
                    </a:cubicBezTo>
                    <a:cubicBezTo>
                      <a:pt x="4387" y="4884"/>
                      <a:pt x="4386" y="4963"/>
                      <a:pt x="4385" y="5043"/>
                    </a:cubicBezTo>
                    <a:cubicBezTo>
                      <a:pt x="4383" y="5237"/>
                      <a:pt x="4379" y="5431"/>
                      <a:pt x="4375" y="5625"/>
                    </a:cubicBezTo>
                    <a:cubicBezTo>
                      <a:pt x="4581" y="5625"/>
                      <a:pt x="4788" y="5625"/>
                      <a:pt x="5000" y="5625"/>
                    </a:cubicBezTo>
                    <a:cubicBezTo>
                      <a:pt x="5000" y="5558"/>
                      <a:pt x="4999" y="5490"/>
                      <a:pt x="4999" y="5421"/>
                    </a:cubicBezTo>
                    <a:cubicBezTo>
                      <a:pt x="4994" y="4786"/>
                      <a:pt x="4991" y="4152"/>
                      <a:pt x="4989" y="3517"/>
                    </a:cubicBezTo>
                    <a:cubicBezTo>
                      <a:pt x="4988" y="3191"/>
                      <a:pt x="4987" y="2865"/>
                      <a:pt x="4984" y="2538"/>
                    </a:cubicBezTo>
                    <a:cubicBezTo>
                      <a:pt x="4982" y="2254"/>
                      <a:pt x="4981" y="1970"/>
                      <a:pt x="4980" y="1685"/>
                    </a:cubicBezTo>
                    <a:cubicBezTo>
                      <a:pt x="4980" y="1535"/>
                      <a:pt x="4980" y="1384"/>
                      <a:pt x="4978" y="1234"/>
                    </a:cubicBezTo>
                    <a:cubicBezTo>
                      <a:pt x="4976" y="1092"/>
                      <a:pt x="4976" y="950"/>
                      <a:pt x="4976" y="808"/>
                    </a:cubicBezTo>
                    <a:cubicBezTo>
                      <a:pt x="4976" y="731"/>
                      <a:pt x="4975" y="655"/>
                      <a:pt x="4974" y="578"/>
                    </a:cubicBezTo>
                    <a:cubicBezTo>
                      <a:pt x="4974" y="532"/>
                      <a:pt x="4975" y="486"/>
                      <a:pt x="4975" y="439"/>
                    </a:cubicBezTo>
                    <a:cubicBezTo>
                      <a:pt x="4975" y="399"/>
                      <a:pt x="4975" y="360"/>
                      <a:pt x="4974" y="319"/>
                    </a:cubicBezTo>
                    <a:cubicBezTo>
                      <a:pt x="5000" y="208"/>
                      <a:pt x="5000" y="208"/>
                      <a:pt x="5208" y="0"/>
                    </a:cubicBezTo>
                    <a:close/>
                  </a:path>
                </a:pathLst>
              </a:custGeom>
              <a:solidFill>
                <a:srgbClr val="A1B8E8"/>
              </a:solidFill>
              <a:ln w="2646" cap="flat">
                <a:noFill/>
              </a:ln>
            </p:spPr>
          </p:sp>
          <p:sp>
            <p:nvSpPr>
              <p:cNvPr id="4021" name="CHART_C_SIGNAL_PREVIEW_WAVE_path_003"/>
              <p:cNvSpPr/>
              <p:nvPr/>
            </p:nvSpPr>
            <p:spPr>
              <a:xfrm>
                <a:off x="10048875" y="7604125"/>
                <a:ext cx="246062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9375" h="625" fill="norm" stroke="0">
                    <a:moveTo>
                      <a:pt x="0" y="0"/>
                    </a:moveTo>
                    <a:cubicBezTo>
                      <a:pt x="6394" y="0"/>
                      <a:pt x="12788" y="0"/>
                      <a:pt x="19375" y="0"/>
                    </a:cubicBezTo>
                    <a:cubicBezTo>
                      <a:pt x="19375" y="206"/>
                      <a:pt x="19375" y="413"/>
                      <a:pt x="19375" y="625"/>
                    </a:cubicBezTo>
                    <a:cubicBezTo>
                      <a:pt x="12981" y="625"/>
                      <a:pt x="6587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1B8E8"/>
              </a:solidFill>
              <a:ln w="2646" cap="flat">
                <a:noFill/>
              </a:ln>
            </p:spPr>
          </p:sp>
          <p:sp>
            <p:nvSpPr>
              <p:cNvPr id="4022" name="CHART_C_SIGNAL_PREVIEW_WAVE_path_004"/>
              <p:cNvSpPr/>
              <p:nvPr/>
            </p:nvSpPr>
            <p:spPr>
              <a:xfrm>
                <a:off x="10326688" y="7604125"/>
                <a:ext cx="134938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10625" h="625" fill="norm" stroke="0">
                    <a:moveTo>
                      <a:pt x="0" y="0"/>
                    </a:moveTo>
                    <a:cubicBezTo>
                      <a:pt x="3506" y="0"/>
                      <a:pt x="7013" y="0"/>
                      <a:pt x="10625" y="0"/>
                    </a:cubicBezTo>
                    <a:cubicBezTo>
                      <a:pt x="10625" y="206"/>
                      <a:pt x="10625" y="413"/>
                      <a:pt x="10625" y="625"/>
                    </a:cubicBezTo>
                    <a:cubicBezTo>
                      <a:pt x="7119" y="625"/>
                      <a:pt x="3612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1B8E8"/>
              </a:solidFill>
              <a:ln w="2646" cap="flat">
                <a:noFill/>
              </a:ln>
            </p:spPr>
          </p:sp>
          <p:sp>
            <p:nvSpPr>
              <p:cNvPr id="4023" name="CHART_C_SIGNAL_PREVIEW_WAVE_path_005"/>
              <p:cNvSpPr/>
              <p:nvPr/>
            </p:nvSpPr>
            <p:spPr>
              <a:xfrm>
                <a:off x="10056394" y="7413159"/>
                <a:ext cx="33327" cy="24993"/>
              </a:xfrm>
              <a:custGeom>
                <a:avLst/>
                <a:gdLst/>
                <a:ahLst/>
                <a:cxnLst/>
                <a:rect l="0" t="0" r="r" b="b"/>
                <a:pathLst>
                  <a:path w="2624" h="1968" fill="norm" stroke="0">
                    <a:moveTo>
                      <a:pt x="33" y="37"/>
                    </a:moveTo>
                    <a:cubicBezTo>
                      <a:pt x="239" y="105"/>
                      <a:pt x="445" y="174"/>
                      <a:pt x="658" y="245"/>
                    </a:cubicBezTo>
                    <a:cubicBezTo>
                      <a:pt x="658" y="382"/>
                      <a:pt x="658" y="520"/>
                      <a:pt x="658" y="662"/>
                    </a:cubicBezTo>
                    <a:cubicBezTo>
                      <a:pt x="864" y="662"/>
                      <a:pt x="1070" y="662"/>
                      <a:pt x="1283" y="662"/>
                    </a:cubicBezTo>
                    <a:cubicBezTo>
                      <a:pt x="1352" y="455"/>
                      <a:pt x="1420" y="249"/>
                      <a:pt x="1491" y="37"/>
                    </a:cubicBezTo>
                    <a:cubicBezTo>
                      <a:pt x="1892" y="0"/>
                      <a:pt x="1892" y="0"/>
                      <a:pt x="2085" y="151"/>
                    </a:cubicBezTo>
                    <a:cubicBezTo>
                      <a:pt x="2339" y="386"/>
                      <a:pt x="2574" y="622"/>
                      <a:pt x="2624" y="974"/>
                    </a:cubicBezTo>
                    <a:cubicBezTo>
                      <a:pt x="2586" y="1270"/>
                      <a:pt x="2431" y="1447"/>
                      <a:pt x="2207" y="1638"/>
                    </a:cubicBezTo>
                    <a:cubicBezTo>
                      <a:pt x="1809" y="1940"/>
                      <a:pt x="1416" y="1968"/>
                      <a:pt x="931" y="1964"/>
                    </a:cubicBezTo>
                    <a:cubicBezTo>
                      <a:pt x="899" y="1964"/>
                      <a:pt x="866" y="1963"/>
                      <a:pt x="833" y="1963"/>
                    </a:cubicBezTo>
                    <a:cubicBezTo>
                      <a:pt x="739" y="1962"/>
                      <a:pt x="645" y="1959"/>
                      <a:pt x="551" y="1954"/>
                    </a:cubicBezTo>
                    <a:cubicBezTo>
                      <a:pt x="523" y="1953"/>
                      <a:pt x="495" y="1952"/>
                      <a:pt x="466" y="1951"/>
                    </a:cubicBezTo>
                    <a:cubicBezTo>
                      <a:pt x="322" y="1940"/>
                      <a:pt x="239" y="1910"/>
                      <a:pt x="119" y="1829"/>
                    </a:cubicBezTo>
                    <a:cubicBezTo>
                      <a:pt x="0" y="1655"/>
                      <a:pt x="6" y="1524"/>
                      <a:pt x="13" y="1318"/>
                    </a:cubicBezTo>
                    <a:cubicBezTo>
                      <a:pt x="13" y="1282"/>
                      <a:pt x="13" y="1245"/>
                      <a:pt x="14" y="1207"/>
                    </a:cubicBezTo>
                    <a:cubicBezTo>
                      <a:pt x="15" y="1090"/>
                      <a:pt x="17" y="974"/>
                      <a:pt x="20" y="857"/>
                    </a:cubicBezTo>
                    <a:cubicBezTo>
                      <a:pt x="21" y="778"/>
                      <a:pt x="22" y="698"/>
                      <a:pt x="23" y="619"/>
                    </a:cubicBezTo>
                    <a:cubicBezTo>
                      <a:pt x="25" y="425"/>
                      <a:pt x="29" y="231"/>
                      <a:pt x="33" y="37"/>
                    </a:cubicBezTo>
                    <a:close/>
                  </a:path>
                </a:pathLst>
              </a:custGeom>
              <a:solidFill>
                <a:srgbClr val="A1B8E8"/>
              </a:solidFill>
              <a:ln w="2646" cap="flat">
                <a:noFill/>
              </a:ln>
            </p:spPr>
          </p:sp>
          <p:sp>
            <p:nvSpPr>
              <p:cNvPr id="4024" name="CHART_C_SIGNAL_PREVIEW_WAVE_path_006"/>
              <p:cNvSpPr/>
              <p:nvPr/>
            </p:nvSpPr>
            <p:spPr>
              <a:xfrm>
                <a:off x="10048573" y="7515516"/>
                <a:ext cx="39989" cy="17539"/>
              </a:xfrm>
              <a:custGeom>
                <a:avLst/>
                <a:gdLst/>
                <a:ahLst/>
                <a:cxnLst/>
                <a:rect l="0" t="0" r="r" b="b"/>
                <a:pathLst>
                  <a:path w="3149" h="1381" fill="norm" stroke="0">
                    <a:moveTo>
                      <a:pt x="24" y="102"/>
                    </a:moveTo>
                    <a:cubicBezTo>
                      <a:pt x="238" y="78"/>
                      <a:pt x="436" y="63"/>
                      <a:pt x="649" y="102"/>
                    </a:cubicBezTo>
                    <a:cubicBezTo>
                      <a:pt x="707" y="195"/>
                      <a:pt x="707" y="195"/>
                      <a:pt x="740" y="310"/>
                    </a:cubicBezTo>
                    <a:cubicBezTo>
                      <a:pt x="778" y="424"/>
                      <a:pt x="778" y="424"/>
                      <a:pt x="857" y="519"/>
                    </a:cubicBezTo>
                    <a:cubicBezTo>
                      <a:pt x="1115" y="599"/>
                      <a:pt x="1432" y="599"/>
                      <a:pt x="1690" y="519"/>
                    </a:cubicBezTo>
                    <a:cubicBezTo>
                      <a:pt x="1778" y="414"/>
                      <a:pt x="1802" y="328"/>
                      <a:pt x="1842" y="199"/>
                    </a:cubicBezTo>
                    <a:cubicBezTo>
                      <a:pt x="1899" y="102"/>
                      <a:pt x="1899" y="102"/>
                      <a:pt x="2026" y="38"/>
                    </a:cubicBezTo>
                    <a:cubicBezTo>
                      <a:pt x="2171" y="4"/>
                      <a:pt x="2294" y="0"/>
                      <a:pt x="2436" y="46"/>
                    </a:cubicBezTo>
                    <a:cubicBezTo>
                      <a:pt x="2776" y="264"/>
                      <a:pt x="2975" y="794"/>
                      <a:pt x="3149" y="1144"/>
                    </a:cubicBezTo>
                    <a:cubicBezTo>
                      <a:pt x="2978" y="1344"/>
                      <a:pt x="2978" y="1344"/>
                      <a:pt x="2814" y="1379"/>
                    </a:cubicBezTo>
                    <a:cubicBezTo>
                      <a:pt x="2767" y="1379"/>
                      <a:pt x="2720" y="1379"/>
                      <a:pt x="2671" y="1379"/>
                    </a:cubicBezTo>
                    <a:cubicBezTo>
                      <a:pt x="2645" y="1379"/>
                      <a:pt x="2619" y="1380"/>
                      <a:pt x="2592" y="1380"/>
                    </a:cubicBezTo>
                    <a:cubicBezTo>
                      <a:pt x="2506" y="1381"/>
                      <a:pt x="2421" y="1380"/>
                      <a:pt x="2335" y="1380"/>
                    </a:cubicBezTo>
                    <a:cubicBezTo>
                      <a:pt x="2275" y="1380"/>
                      <a:pt x="2215" y="1380"/>
                      <a:pt x="2155" y="1380"/>
                    </a:cubicBezTo>
                    <a:cubicBezTo>
                      <a:pt x="2030" y="1381"/>
                      <a:pt x="1904" y="1380"/>
                      <a:pt x="1779" y="1379"/>
                    </a:cubicBezTo>
                    <a:cubicBezTo>
                      <a:pt x="1619" y="1378"/>
                      <a:pt x="1458" y="1379"/>
                      <a:pt x="1298" y="1380"/>
                    </a:cubicBezTo>
                    <a:cubicBezTo>
                      <a:pt x="1174" y="1381"/>
                      <a:pt x="1050" y="1380"/>
                      <a:pt x="927" y="1380"/>
                    </a:cubicBezTo>
                    <a:cubicBezTo>
                      <a:pt x="867" y="1380"/>
                      <a:pt x="809" y="1380"/>
                      <a:pt x="749" y="1380"/>
                    </a:cubicBezTo>
                    <a:cubicBezTo>
                      <a:pt x="666" y="1381"/>
                      <a:pt x="584" y="1380"/>
                      <a:pt x="501" y="1379"/>
                    </a:cubicBezTo>
                    <a:cubicBezTo>
                      <a:pt x="477" y="1379"/>
                      <a:pt x="477" y="1379"/>
                      <a:pt x="359" y="1379"/>
                    </a:cubicBezTo>
                    <a:cubicBezTo>
                      <a:pt x="192" y="1344"/>
                      <a:pt x="129" y="1274"/>
                      <a:pt x="24" y="1144"/>
                    </a:cubicBezTo>
                    <a:cubicBezTo>
                      <a:pt x="0" y="1024"/>
                      <a:pt x="0" y="1024"/>
                      <a:pt x="3" y="896"/>
                    </a:cubicBezTo>
                    <a:cubicBezTo>
                      <a:pt x="4" y="849"/>
                      <a:pt x="5" y="803"/>
                      <a:pt x="5" y="755"/>
                    </a:cubicBezTo>
                    <a:cubicBezTo>
                      <a:pt x="7" y="707"/>
                      <a:pt x="9" y="659"/>
                      <a:pt x="11" y="610"/>
                    </a:cubicBezTo>
                    <a:cubicBezTo>
                      <a:pt x="12" y="561"/>
                      <a:pt x="13" y="513"/>
                      <a:pt x="14" y="462"/>
                    </a:cubicBezTo>
                    <a:cubicBezTo>
                      <a:pt x="16" y="342"/>
                      <a:pt x="19" y="222"/>
                      <a:pt x="24" y="102"/>
                    </a:cubicBezTo>
                    <a:close/>
                  </a:path>
                </a:pathLst>
              </a:custGeom>
              <a:solidFill>
                <a:srgbClr val="A1B8E8"/>
              </a:solidFill>
              <a:ln w="2646" cap="flat">
                <a:noFill/>
              </a:ln>
            </p:spPr>
          </p:sp>
          <p:sp>
            <p:nvSpPr>
              <p:cNvPr id="4025" name="CHART_C_SIGNAL_PREVIEW_WAVE_path_007"/>
              <p:cNvSpPr/>
              <p:nvPr/>
            </p:nvSpPr>
            <p:spPr>
              <a:xfrm>
                <a:off x="10434352" y="7437438"/>
                <a:ext cx="11398" cy="39688"/>
              </a:xfrm>
              <a:custGeom>
                <a:avLst/>
                <a:gdLst/>
                <a:ahLst/>
                <a:cxnLst/>
                <a:rect l="0" t="0" r="r" b="b"/>
                <a:pathLst>
                  <a:path w="898" h="3125" fill="norm" stroke="0">
                    <a:moveTo>
                      <a:pt x="273" y="0"/>
                    </a:moveTo>
                    <a:cubicBezTo>
                      <a:pt x="479" y="69"/>
                      <a:pt x="685" y="138"/>
                      <a:pt x="898" y="208"/>
                    </a:cubicBezTo>
                    <a:cubicBezTo>
                      <a:pt x="898" y="1171"/>
                      <a:pt x="898" y="2133"/>
                      <a:pt x="898" y="3125"/>
                    </a:cubicBezTo>
                    <a:cubicBezTo>
                      <a:pt x="691" y="3125"/>
                      <a:pt x="485" y="3125"/>
                      <a:pt x="273" y="3125"/>
                    </a:cubicBezTo>
                    <a:cubicBezTo>
                      <a:pt x="113" y="2043"/>
                      <a:pt x="0" y="1069"/>
                      <a:pt x="273" y="0"/>
                    </a:cubicBezTo>
                    <a:close/>
                  </a:path>
                </a:pathLst>
              </a:custGeom>
              <a:solidFill>
                <a:srgbClr val="467BDB"/>
              </a:solidFill>
              <a:ln w="2646" cap="flat">
                <a:noFill/>
              </a:ln>
            </p:spPr>
          </p:sp>
          <p:sp>
            <p:nvSpPr>
              <p:cNvPr id="4026" name="CHART_C_SIGNAL_PREVIEW_WAVE_path_008"/>
              <p:cNvSpPr/>
              <p:nvPr/>
            </p:nvSpPr>
            <p:spPr>
              <a:xfrm>
                <a:off x="10411309" y="7444714"/>
                <a:ext cx="10986" cy="32411"/>
              </a:xfrm>
              <a:custGeom>
                <a:avLst/>
                <a:gdLst/>
                <a:ahLst/>
                <a:cxnLst/>
                <a:rect l="0" t="0" r="r" b="b"/>
                <a:pathLst>
                  <a:path w="865" h="2552" fill="norm" stroke="0">
                    <a:moveTo>
                      <a:pt x="420" y="0"/>
                    </a:moveTo>
                    <a:cubicBezTo>
                      <a:pt x="549" y="17"/>
                      <a:pt x="610" y="29"/>
                      <a:pt x="694" y="131"/>
                    </a:cubicBezTo>
                    <a:cubicBezTo>
                      <a:pt x="836" y="416"/>
                      <a:pt x="865" y="649"/>
                      <a:pt x="857" y="965"/>
                    </a:cubicBezTo>
                    <a:cubicBezTo>
                      <a:pt x="857" y="1011"/>
                      <a:pt x="857" y="1056"/>
                      <a:pt x="856" y="1104"/>
                    </a:cubicBezTo>
                    <a:cubicBezTo>
                      <a:pt x="855" y="1248"/>
                      <a:pt x="852" y="1392"/>
                      <a:pt x="850" y="1536"/>
                    </a:cubicBezTo>
                    <a:cubicBezTo>
                      <a:pt x="849" y="1635"/>
                      <a:pt x="848" y="1733"/>
                      <a:pt x="847" y="1832"/>
                    </a:cubicBezTo>
                    <a:cubicBezTo>
                      <a:pt x="845" y="2072"/>
                      <a:pt x="841" y="2312"/>
                      <a:pt x="837" y="2552"/>
                    </a:cubicBezTo>
                    <a:cubicBezTo>
                      <a:pt x="631" y="2552"/>
                      <a:pt x="424" y="2552"/>
                      <a:pt x="212" y="2552"/>
                    </a:cubicBezTo>
                    <a:cubicBezTo>
                      <a:pt x="213" y="2503"/>
                      <a:pt x="213" y="2503"/>
                      <a:pt x="219" y="2255"/>
                    </a:cubicBezTo>
                    <a:cubicBezTo>
                      <a:pt x="221" y="2158"/>
                      <a:pt x="222" y="2061"/>
                      <a:pt x="223" y="1963"/>
                    </a:cubicBezTo>
                    <a:cubicBezTo>
                      <a:pt x="224" y="1897"/>
                      <a:pt x="226" y="1830"/>
                      <a:pt x="227" y="1764"/>
                    </a:cubicBezTo>
                    <a:cubicBezTo>
                      <a:pt x="238" y="1374"/>
                      <a:pt x="224" y="1038"/>
                      <a:pt x="71" y="674"/>
                    </a:cubicBezTo>
                    <a:cubicBezTo>
                      <a:pt x="0" y="499"/>
                      <a:pt x="2" y="398"/>
                      <a:pt x="69" y="221"/>
                    </a:cubicBezTo>
                    <a:cubicBezTo>
                      <a:pt x="165" y="72"/>
                      <a:pt x="243" y="20"/>
                      <a:pt x="420" y="0"/>
                    </a:cubicBezTo>
                    <a:close/>
                  </a:path>
                </a:pathLst>
              </a:custGeom>
              <a:solidFill>
                <a:srgbClr val="467BDB"/>
              </a:solidFill>
              <a:ln w="2646" cap="flat">
                <a:noFill/>
              </a:ln>
            </p:spPr>
          </p:sp>
          <p:sp>
            <p:nvSpPr>
              <p:cNvPr id="4027" name="CHART_C_SIGNAL_PREVIEW_WAVE_path_009"/>
              <p:cNvSpPr/>
              <p:nvPr/>
            </p:nvSpPr>
            <p:spPr>
              <a:xfrm>
                <a:off x="10310812" y="7485062"/>
                <a:ext cx="11597" cy="23812"/>
              </a:xfrm>
              <a:custGeom>
                <a:avLst/>
                <a:gdLst/>
                <a:ahLst/>
                <a:cxnLst/>
                <a:rect l="0" t="0" r="r" b="b"/>
                <a:pathLst>
                  <a:path w="913" h="1875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913" y="1370"/>
                      <a:pt x="913" y="1370"/>
                      <a:pt x="625" y="1875"/>
                    </a:cubicBezTo>
                    <a:cubicBezTo>
                      <a:pt x="487" y="1875"/>
                      <a:pt x="350" y="1875"/>
                      <a:pt x="208" y="1875"/>
                    </a:cubicBezTo>
                    <a:cubicBezTo>
                      <a:pt x="140" y="1256"/>
                      <a:pt x="71" y="638"/>
                      <a:pt x="0" y="0"/>
                    </a:cubicBezTo>
                    <a:close/>
                  </a:path>
                </a:pathLst>
              </a:custGeom>
              <a:solidFill>
                <a:srgbClr val="467BDB"/>
              </a:solidFill>
              <a:ln w="2646" cap="flat">
                <a:noFill/>
              </a:ln>
            </p:spPr>
          </p:sp>
          <p:sp>
            <p:nvSpPr>
              <p:cNvPr id="4028" name="CHART_C_SIGNAL_PREVIEW_WAVE_path_010"/>
              <p:cNvSpPr/>
              <p:nvPr/>
            </p:nvSpPr>
            <p:spPr>
              <a:xfrm>
                <a:off x="10120312" y="7469188"/>
                <a:ext cx="793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250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413"/>
                      <a:pt x="625" y="825"/>
                      <a:pt x="625" y="1250"/>
                    </a:cubicBezTo>
                    <a:cubicBezTo>
                      <a:pt x="419" y="1250"/>
                      <a:pt x="212" y="1250"/>
                      <a:pt x="0" y="1250"/>
                    </a:cubicBezTo>
                    <a:cubicBezTo>
                      <a:pt x="0" y="837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646" cap="flat">
                <a:noFill/>
              </a:ln>
            </p:spPr>
          </p:sp>
          <p:sp>
            <p:nvSpPr>
              <p:cNvPr id="4029" name="CHART_C_SIGNAL_PREVIEW_WAVE_path_011"/>
              <p:cNvSpPr/>
              <p:nvPr/>
            </p:nvSpPr>
            <p:spPr>
              <a:xfrm>
                <a:off x="10183812" y="7437438"/>
                <a:ext cx="7938" cy="15875"/>
              </a:xfrm>
              <a:custGeom>
                <a:avLst/>
                <a:gdLst/>
                <a:ahLst/>
                <a:cxnLst/>
                <a:rect l="0" t="0" r="r" b="b"/>
                <a:pathLst>
                  <a:path w="625" h="1250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413"/>
                      <a:pt x="625" y="825"/>
                      <a:pt x="625" y="1250"/>
                    </a:cubicBezTo>
                    <a:cubicBezTo>
                      <a:pt x="419" y="1250"/>
                      <a:pt x="212" y="1250"/>
                      <a:pt x="0" y="1250"/>
                    </a:cubicBezTo>
                    <a:cubicBezTo>
                      <a:pt x="0" y="837"/>
                      <a:pt x="0" y="425"/>
                      <a:pt x="0" y="0"/>
                    </a:cubicBezTo>
                    <a:close/>
                  </a:path>
                </a:pathLst>
              </a:custGeom>
              <a:solidFill>
                <a:srgbClr val="467BDB"/>
              </a:solidFill>
              <a:ln w="2646" cap="flat">
                <a:noFill/>
              </a:ln>
            </p:spPr>
          </p:sp>
          <p:sp>
            <p:nvSpPr>
              <p:cNvPr id="4030" name="CHART_C_SIGNAL_PREVIEW_WAVE_path_012"/>
              <p:cNvSpPr/>
              <p:nvPr/>
            </p:nvSpPr>
            <p:spPr>
              <a:xfrm>
                <a:off x="10390188" y="7477125"/>
                <a:ext cx="7938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625" h="625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206"/>
                      <a:pt x="625" y="413"/>
                      <a:pt x="625" y="625"/>
                    </a:cubicBezTo>
                    <a:cubicBezTo>
                      <a:pt x="419" y="625"/>
                      <a:pt x="212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467BDB"/>
              </a:solidFill>
              <a:ln w="2646" cap="flat">
                <a:noFill/>
              </a:ln>
            </p:spPr>
          </p:sp>
          <p:sp>
            <p:nvSpPr>
              <p:cNvPr id="4031" name="CHART_C_SIGNAL_PREVIEW_WAVE_path_013"/>
              <p:cNvSpPr/>
              <p:nvPr/>
            </p:nvSpPr>
            <p:spPr>
              <a:xfrm>
                <a:off x="10183812" y="7437438"/>
                <a:ext cx="7938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625" h="625" fill="norm" stroke="0">
                    <a:moveTo>
                      <a:pt x="0" y="0"/>
                    </a:moveTo>
                    <a:cubicBezTo>
                      <a:pt x="206" y="0"/>
                      <a:pt x="413" y="0"/>
                      <a:pt x="625" y="0"/>
                    </a:cubicBezTo>
                    <a:cubicBezTo>
                      <a:pt x="625" y="206"/>
                      <a:pt x="625" y="413"/>
                      <a:pt x="625" y="625"/>
                    </a:cubicBezTo>
                    <a:cubicBezTo>
                      <a:pt x="419" y="625"/>
                      <a:pt x="212" y="625"/>
                      <a:pt x="0" y="625"/>
                    </a:cubicBezTo>
                    <a:cubicBezTo>
                      <a:pt x="0" y="419"/>
                      <a:pt x="0" y="212"/>
                      <a:pt x="0" y="0"/>
                    </a:cubicBezTo>
                    <a:close/>
                  </a:path>
                </a:pathLst>
              </a:custGeom>
              <a:solidFill>
                <a:srgbClr val="A1B8E8"/>
              </a:solidFill>
              <a:ln w="2646" cap="flat">
                <a:noFill/>
              </a:ln>
            </p:spPr>
          </p:sp>
          <p:sp>
            <p:nvSpPr>
              <p:cNvPr id="4032" name="CHART_C_SIGNAL_PREVIEW_WAVE_path_014"/>
              <p:cNvSpPr/>
              <p:nvPr/>
            </p:nvSpPr>
            <p:spPr>
              <a:xfrm>
                <a:off x="10342562" y="7469188"/>
                <a:ext cx="7938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625" h="625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25" y="206"/>
                      <a:pt x="625" y="413"/>
                      <a:pt x="625" y="625"/>
                    </a:cubicBezTo>
                    <a:cubicBezTo>
                      <a:pt x="419" y="625"/>
                      <a:pt x="213" y="625"/>
                      <a:pt x="0" y="625"/>
                    </a:cubicBezTo>
                    <a:cubicBezTo>
                      <a:pt x="69" y="419"/>
                      <a:pt x="138" y="212"/>
                      <a:pt x="208" y="0"/>
                    </a:cubicBezTo>
                    <a:close/>
                  </a:path>
                </a:pathLst>
              </a:custGeom>
              <a:solidFill>
                <a:srgbClr val="467BDB"/>
              </a:solidFill>
              <a:ln w="2646" cap="flat">
                <a:noFill/>
              </a:ln>
            </p:spPr>
          </p:sp>
          <p:sp>
            <p:nvSpPr>
              <p:cNvPr id="4033" name="CHART_C_SIGNAL_PREVIEW_WAVE_path_015"/>
              <p:cNvSpPr/>
              <p:nvPr/>
            </p:nvSpPr>
            <p:spPr>
              <a:xfrm>
                <a:off x="10271125" y="7469188"/>
                <a:ext cx="7938" cy="7938"/>
              </a:xfrm>
              <a:custGeom>
                <a:avLst/>
                <a:gdLst/>
                <a:ahLst/>
                <a:cxnLst/>
                <a:rect l="0" t="0" r="r" b="b"/>
                <a:pathLst>
                  <a:path w="625" h="625" fill="norm" stroke="0">
                    <a:moveTo>
                      <a:pt x="208" y="0"/>
                    </a:moveTo>
                    <a:cubicBezTo>
                      <a:pt x="346" y="0"/>
                      <a:pt x="483" y="0"/>
                      <a:pt x="625" y="0"/>
                    </a:cubicBezTo>
                    <a:cubicBezTo>
                      <a:pt x="625" y="206"/>
                      <a:pt x="625" y="413"/>
                      <a:pt x="625" y="625"/>
                    </a:cubicBezTo>
                    <a:cubicBezTo>
                      <a:pt x="419" y="625"/>
                      <a:pt x="213" y="625"/>
                      <a:pt x="0" y="625"/>
                    </a:cubicBezTo>
                    <a:cubicBezTo>
                      <a:pt x="69" y="419"/>
                      <a:pt x="138" y="212"/>
                      <a:pt x="208" y="0"/>
                    </a:cubicBezTo>
                    <a:close/>
                  </a:path>
                </a:pathLst>
              </a:custGeom>
              <a:solidFill>
                <a:srgbClr val="467BDB"/>
              </a:solidFill>
              <a:ln w="2646" cap="flat">
                <a:noFill/>
              </a:ln>
            </p:spPr>
          </p:sp>
        </p:grpSp>
        <p:sp>
          <p:nvSpPr>
            <p:cNvPr id="369" name="TXT_105"/>
            <p:cNvSpPr txBox="1"/>
            <p:nvPr/>
          </p:nvSpPr>
          <p:spPr>
            <a:xfrm>
              <a:off x="10326688" y="7072312"/>
              <a:ext cx="960438" cy="134938"/>
            </a:xfrm>
            <a:prstGeom prst="rect">
              <a:avLst/>
            </a:prstGeom>
            <a:noFill/>
            <a:ln w="7938" cap="rnd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 sz="969" b="1" i="0" spc="0" lang="en-US">
                  <a:solidFill>
                    <a:srgbClr val="6B079C"/>
                  </a:solidFill>
                  <a:latin typeface="Roboto Condensed"/>
                  <a:ea typeface="微软雅黑"/>
                </a:defRPr>
              </a:pPr>
              <a:r>
                <a:rPr sz="969" b="1" i="0" spc="0" lang="en-US">
                  <a:solidFill>
                    <a:srgbClr val="6B079C"/>
                  </a:solidFill>
                  <a:latin typeface="Roboto Condensed"/>
                  <a:ea typeface="微软雅黑"/>
                </a:rPr>
                <a:t>Figures &amp; report</a:t>
              </a:r>
              <a:endParaRPr sz="969" b="1" i="0" spc="0" lang="en-US">
                <a:solidFill>
                  <a:srgbClr val="6B079C"/>
                </a:solidFill>
                <a:latin typeface="Roboto Condensed"/>
                <a:ea typeface="微软雅黑"/>
              </a:endParaRPr>
            </a:p>
          </p:txBody>
        </p:sp>
        <p:sp>
          <p:nvSpPr>
            <p:cNvPr id="4059" name="PORT_C_EXECUTION_3_to"/>
            <p:cNvSpPr/>
            <p:nvPr/>
          </p:nvSpPr>
          <p:spPr>
            <a:xfrm>
              <a:off x="9699561" y="7326320"/>
              <a:ext cx="128" cy="128"/>
            </a:xfrm>
            <a:prstGeom prst="rect">
              <a:avLst/>
            </a:prstGeom>
            <a:noFill/>
            <a:ln>
              <a:noFill/>
            </a:ln>
            <a:effectLst/>
          </p:spPr>
        </p:sp>
      </p:grpSp>
      <p:cxnSp>
        <p:nvCxnSpPr>
          <p:cNvPr id="117" name="C_EXECUTION_0"/>
          <p:cNvCxnSpPr>
            <a:stCxn id="4052" idx="0"/>
            <a:endCxn id="4053" idx="0"/>
          </p:cNvCxnSpPr>
          <p:nvPr/>
        </p:nvCxnSpPr>
        <p:spPr>
          <a:xfrm>
            <a:off x="2555875" y="7326312"/>
            <a:ext cx="214312" cy="8"/>
          </a:xfrm>
          <a:prstGeom prst="line">
            <a:avLst/>
          </a:prstGeom>
          <a:noFill/>
          <a:ln w="16669" cap="rnd">
            <a:solidFill>
              <a:srgbClr val="4E116F"/>
            </a:solidFill>
            <a:round/>
            <a:tailEnd type="triangle" w="med" len="med"/>
          </a:ln>
        </p:spPr>
      </p:cxnSp>
      <p:cxnSp>
        <p:nvCxnSpPr>
          <p:cNvPr id="118" name="C_EXECUTION_1"/>
          <p:cNvCxnSpPr>
            <a:stCxn id="4054" idx="0"/>
            <a:endCxn id="4055" idx="0"/>
          </p:cNvCxnSpPr>
          <p:nvPr/>
        </p:nvCxnSpPr>
        <p:spPr>
          <a:xfrm>
            <a:off x="4865688" y="7326312"/>
            <a:ext cx="214312" cy="8"/>
          </a:xfrm>
          <a:prstGeom prst="line">
            <a:avLst/>
          </a:prstGeom>
          <a:noFill/>
          <a:ln w="16669" cap="rnd">
            <a:solidFill>
              <a:srgbClr val="4E116F"/>
            </a:solidFill>
            <a:round/>
            <a:tailEnd type="triangle" w="med" len="med"/>
          </a:ln>
        </p:spPr>
      </p:cxnSp>
      <p:cxnSp>
        <p:nvCxnSpPr>
          <p:cNvPr id="119" name="C_EXECUTION_2"/>
          <p:cNvCxnSpPr>
            <a:stCxn id="4056" idx="0"/>
            <a:endCxn id="4057" idx="0"/>
          </p:cNvCxnSpPr>
          <p:nvPr/>
        </p:nvCxnSpPr>
        <p:spPr>
          <a:xfrm>
            <a:off x="7254875" y="7326312"/>
            <a:ext cx="182562" cy="8"/>
          </a:xfrm>
          <a:prstGeom prst="line">
            <a:avLst/>
          </a:prstGeom>
          <a:noFill/>
          <a:ln w="16669" cap="rnd">
            <a:solidFill>
              <a:srgbClr val="4E116F"/>
            </a:solidFill>
            <a:round/>
            <a:tailEnd type="triangle" w="med" len="med"/>
          </a:ln>
        </p:spPr>
      </p:cxnSp>
      <p:cxnSp>
        <p:nvCxnSpPr>
          <p:cNvPr id="120" name="C_EXECUTION_3"/>
          <p:cNvCxnSpPr>
            <a:stCxn id="4058" idx="0"/>
            <a:endCxn id="4059" idx="0"/>
          </p:cNvCxnSpPr>
          <p:nvPr/>
        </p:nvCxnSpPr>
        <p:spPr>
          <a:xfrm>
            <a:off x="9509125" y="7326312"/>
            <a:ext cx="190500" cy="8"/>
          </a:xfrm>
          <a:prstGeom prst="line">
            <a:avLst/>
          </a:prstGeom>
          <a:noFill/>
          <a:ln w="16669" cap="rnd">
            <a:solidFill>
              <a:srgbClr val="4E116F"/>
            </a:solidFill>
            <a:round/>
            <a:tailEnd type="triangle" w="med" len="med"/>
          </a:ln>
        </p:spPr>
      </p:cxnSp>
      <p:sp>
        <p:nvSpPr>
          <p:cNvPr id="121" name="C_FOOTER"/>
          <p:cNvSpPr/>
          <p:nvPr/>
        </p:nvSpPr>
        <p:spPr>
          <a:xfrm>
            <a:off x="341312" y="7786688"/>
            <a:ext cx="6985000" cy="206375"/>
          </a:xfrm>
          <a:prstGeom prst="roundRect">
            <a:avLst>
              <a:gd name="adj" fmla="val 26923"/>
            </a:avLst>
          </a:prstGeom>
          <a:solidFill>
            <a:srgbClr val="ECEAF5"/>
          </a:solidFill>
          <a:ln w="7938" cap="rnd">
            <a:noFill/>
          </a:ln>
        </p:spPr>
      </p:sp>
      <p:cxnSp>
        <p:nvCxnSpPr>
          <p:cNvPr id="136" name="GUIDANCE_TOP"/>
          <p:cNvCxnSpPr/>
          <p:nvPr/>
        </p:nvCxnSpPr>
        <p:spPr>
          <a:xfrm>
            <a:off x="2301875" y="2587625"/>
            <a:ext cx="8548688" cy="8"/>
          </a:xfrm>
          <a:prstGeom prst="line">
            <a:avLst/>
          </a:prstGeom>
          <a:noFill/>
          <a:ln w="15875" cap="rnd">
            <a:solidFill>
              <a:srgbClr val="7430A5"/>
            </a:solidFill>
            <a:prstDash val="dash"/>
            <a:round/>
          </a:ln>
        </p:spPr>
      </p:cxnSp>
      <p:cxnSp>
        <p:nvCxnSpPr>
          <p:cNvPr id="137" name="GUIDANCE_DATA_DOWN"/>
          <p:cNvCxnSpPr/>
          <p:nvPr/>
        </p:nvCxnSpPr>
        <p:spPr>
          <a:xfrm>
            <a:off x="2301875" y="2309812"/>
            <a:ext cx="8" cy="246062"/>
          </a:xfrm>
          <a:prstGeom prst="line">
            <a:avLst/>
          </a:prstGeom>
          <a:noFill/>
          <a:ln w="15875" cap="rnd">
            <a:solidFill>
              <a:srgbClr val="7430A5"/>
            </a:solidFill>
            <a:prstDash val="dash"/>
            <a:round/>
            <a:tailEnd type="triangle" w="med" len="med"/>
          </a:ln>
        </p:spPr>
      </p:cxnSp>
      <p:cxnSp>
        <p:nvCxnSpPr>
          <p:cNvPr id="138" name="GUIDANCE_METHOD_DOWN"/>
          <p:cNvCxnSpPr/>
          <p:nvPr/>
        </p:nvCxnSpPr>
        <p:spPr>
          <a:xfrm>
            <a:off x="6096000" y="2309812"/>
            <a:ext cx="8" cy="246062"/>
          </a:xfrm>
          <a:prstGeom prst="line">
            <a:avLst/>
          </a:prstGeom>
          <a:noFill/>
          <a:ln w="15875" cap="rnd">
            <a:solidFill>
              <a:srgbClr val="7430A5"/>
            </a:solidFill>
            <a:prstDash val="dash"/>
            <a:round/>
            <a:tailEnd type="triangle" w="med" len="med"/>
          </a:ln>
        </p:spPr>
      </p:cxnSp>
      <p:cxnSp>
        <p:nvCxnSpPr>
          <p:cNvPr id="139" name="GUIDANCE_REFERENCE_DOWN"/>
          <p:cNvCxnSpPr/>
          <p:nvPr/>
        </p:nvCxnSpPr>
        <p:spPr>
          <a:xfrm>
            <a:off x="9906000" y="2309812"/>
            <a:ext cx="8" cy="246062"/>
          </a:xfrm>
          <a:prstGeom prst="line">
            <a:avLst/>
          </a:prstGeom>
          <a:noFill/>
          <a:ln w="15875" cap="rnd">
            <a:solidFill>
              <a:srgbClr val="7430A5"/>
            </a:solidFill>
            <a:prstDash val="dash"/>
            <a:round/>
            <a:tailEnd type="triangle" w="med" len="med"/>
          </a:ln>
        </p:spPr>
      </p:cxnSp>
      <p:sp>
        <p:nvSpPr>
          <p:cNvPr id="140" name="GUIDANCE_CONTEXT"/>
          <p:cNvSpPr/>
          <p:nvPr/>
        </p:nvSpPr>
        <p:spPr>
          <a:xfrm>
            <a:off x="3786188" y="2595562"/>
            <a:ext cx="825500" cy="881062"/>
          </a:xfrm>
          <a:custGeom>
            <a:avLst/>
            <a:gdLst/>
            <a:ahLst/>
            <a:cxnLst/>
            <a:rect l="0" t="0" r="r" b="b"/>
            <a:pathLst>
              <a:path w="104000" h="111000" fill="none" stroke="1">
                <a:moveTo>
                  <a:pt x="104000" y="0"/>
                </a:moveTo>
                <a:lnTo>
                  <a:pt x="104000" y="105000"/>
                </a:lnTo>
                <a:cubicBezTo>
                  <a:pt x="104000" y="110000"/>
                  <a:pt x="101000" y="111000"/>
                  <a:pt x="96000" y="111000"/>
                </a:cubicBezTo>
                <a:lnTo>
                  <a:pt x="0" y="111000"/>
                </a:lnTo>
              </a:path>
            </a:pathLst>
          </a:custGeom>
          <a:noFill/>
          <a:ln w="15875" cap="rnd">
            <a:solidFill>
              <a:srgbClr val="7430A5"/>
            </a:solidFill>
            <a:prstDash val="dash"/>
            <a:round/>
            <a:tailEnd type="triangle" w="med" len="med"/>
          </a:ln>
        </p:spPr>
      </p:sp>
      <p:cxnSp>
        <p:nvCxnSpPr>
          <p:cNvPr id="141" name="LEGEND_EXECUTION"/>
          <p:cNvCxnSpPr/>
          <p:nvPr/>
        </p:nvCxnSpPr>
        <p:spPr>
          <a:xfrm>
            <a:off x="7627938" y="7897812"/>
            <a:ext cx="412750" cy="8"/>
          </a:xfrm>
          <a:prstGeom prst="line">
            <a:avLst/>
          </a:prstGeom>
          <a:noFill/>
          <a:ln w="14288" cap="rnd">
            <a:solidFill>
              <a:srgbClr val="51106F"/>
            </a:solidFill>
            <a:round/>
            <a:tailEnd type="triangle" w="med" len="med"/>
          </a:ln>
        </p:spPr>
      </p:cxnSp>
      <p:cxnSp>
        <p:nvCxnSpPr>
          <p:cNvPr id="142" name="LEGEND_GUIDANCE"/>
          <p:cNvCxnSpPr/>
          <p:nvPr/>
        </p:nvCxnSpPr>
        <p:spPr>
          <a:xfrm>
            <a:off x="9048750" y="7897812"/>
            <a:ext cx="420688" cy="8"/>
          </a:xfrm>
          <a:prstGeom prst="line">
            <a:avLst/>
          </a:prstGeom>
          <a:noFill/>
          <a:ln w="14288" cap="rnd">
            <a:solidFill>
              <a:srgbClr val="7430A5"/>
            </a:solidFill>
            <a:prstDash val="dash"/>
            <a:round/>
            <a:tailEnd type="triangle" w="med" len="med"/>
          </a:ln>
        </p:spPr>
      </p:cxnSp>
      <p:sp>
        <p:nvSpPr>
          <p:cNvPr id="143" name="SECTION_A"/>
          <p:cNvSpPr/>
          <p:nvPr/>
        </p:nvSpPr>
        <p:spPr>
          <a:xfrm>
            <a:off x="174625" y="55562"/>
            <a:ext cx="381000" cy="381000"/>
          </a:xfrm>
          <a:prstGeom prst="ellipse">
            <a:avLst/>
          </a:prstGeom>
          <a:gradFill rotWithShape="1">
            <a:gsLst>
              <a:gs pos="0">
                <a:srgbClr val="1B0A3B"/>
              </a:gs>
              <a:gs pos="100000">
                <a:srgbClr val="080024"/>
              </a:gs>
            </a:gsLst>
            <a:lin ang="5400000" scaled="1"/>
          </a:gradFill>
          <a:ln w="7938" cap="rnd">
            <a:noFill/>
          </a:ln>
        </p:spPr>
      </p:sp>
      <p:sp>
        <p:nvSpPr>
          <p:cNvPr id="144" name="SECTION_B"/>
          <p:cNvSpPr/>
          <p:nvPr/>
        </p:nvSpPr>
        <p:spPr>
          <a:xfrm>
            <a:off x="174625" y="2627312"/>
            <a:ext cx="381000" cy="381000"/>
          </a:xfrm>
          <a:prstGeom prst="ellipse">
            <a:avLst/>
          </a:prstGeom>
          <a:gradFill rotWithShape="1">
            <a:gsLst>
              <a:gs pos="0">
                <a:srgbClr val="1B0A3B"/>
              </a:gs>
              <a:gs pos="100000">
                <a:srgbClr val="080024"/>
              </a:gs>
            </a:gsLst>
            <a:lin ang="5400000" scaled="1"/>
          </a:gradFill>
          <a:ln w="7938" cap="rnd">
            <a:noFill/>
          </a:ln>
        </p:spPr>
      </p:sp>
      <p:sp>
        <p:nvSpPr>
          <p:cNvPr id="145" name="SECTION_C"/>
          <p:cNvSpPr/>
          <p:nvPr/>
        </p:nvSpPr>
        <p:spPr>
          <a:xfrm>
            <a:off x="174625" y="6715125"/>
            <a:ext cx="381000" cy="381000"/>
          </a:xfrm>
          <a:prstGeom prst="ellipse">
            <a:avLst/>
          </a:prstGeom>
          <a:gradFill rotWithShape="1">
            <a:gsLst>
              <a:gs pos="0">
                <a:srgbClr val="1B0A3B"/>
              </a:gs>
              <a:gs pos="100000">
                <a:srgbClr val="080024"/>
              </a:gs>
            </a:gsLst>
            <a:lin ang="5400000" scaled="1"/>
          </a:gradFill>
          <a:ln w="7938" cap="rnd">
            <a:noFill/>
          </a:ln>
        </p:spPr>
      </p:sp>
      <p:grpSp>
        <p:nvGrpSpPr>
          <p:cNvPr id="1671" name="ICON_GO_LOGO"/>
          <p:cNvGrpSpPr/>
          <p:nvPr/>
        </p:nvGrpSpPr>
        <p:grpSpPr>
          <a:xfrm>
            <a:off x="2405062" y="6342062"/>
            <a:ext cx="309562" cy="285750"/>
            <a:chOff x="2405062" y="6342062"/>
            <a:chExt cx="309562" cy="285750"/>
          </a:xfrm>
        </p:grpSpPr>
        <p:sp>
          <p:nvSpPr>
            <p:cNvPr id="1672" name="ICON_GO_LOGO_path_001"/>
            <p:cNvSpPr/>
            <p:nvPr/>
          </p:nvSpPr>
          <p:spPr>
            <a:xfrm>
              <a:off x="2498651" y="6412432"/>
              <a:ext cx="118271" cy="145011"/>
            </a:xfrm>
            <a:custGeom>
              <a:avLst/>
              <a:gdLst/>
              <a:ahLst/>
              <a:cxnLst/>
              <a:rect l="0" t="0" r="r" b="b"/>
              <a:pathLst>
                <a:path w="9313" h="11418" fill="norm" stroke="0">
                  <a:moveTo>
                    <a:pt x="324" y="0"/>
                  </a:moveTo>
                  <a:cubicBezTo>
                    <a:pt x="3210" y="0"/>
                    <a:pt x="6096" y="0"/>
                    <a:pt x="9070" y="0"/>
                  </a:cubicBezTo>
                  <a:cubicBezTo>
                    <a:pt x="9070" y="27"/>
                    <a:pt x="9070" y="53"/>
                    <a:pt x="9070" y="81"/>
                  </a:cubicBezTo>
                  <a:cubicBezTo>
                    <a:pt x="9096" y="81"/>
                    <a:pt x="9123" y="81"/>
                    <a:pt x="9151" y="81"/>
                  </a:cubicBezTo>
                  <a:cubicBezTo>
                    <a:pt x="9151" y="108"/>
                    <a:pt x="9151" y="134"/>
                    <a:pt x="9151" y="162"/>
                  </a:cubicBezTo>
                  <a:cubicBezTo>
                    <a:pt x="9177" y="162"/>
                    <a:pt x="9204" y="162"/>
                    <a:pt x="9232" y="162"/>
                  </a:cubicBezTo>
                  <a:cubicBezTo>
                    <a:pt x="9232" y="215"/>
                    <a:pt x="9232" y="269"/>
                    <a:pt x="9232" y="324"/>
                  </a:cubicBezTo>
                  <a:cubicBezTo>
                    <a:pt x="9258" y="324"/>
                    <a:pt x="9285" y="324"/>
                    <a:pt x="9313" y="324"/>
                  </a:cubicBezTo>
                  <a:cubicBezTo>
                    <a:pt x="9313" y="3851"/>
                    <a:pt x="9313" y="7379"/>
                    <a:pt x="9313" y="11013"/>
                  </a:cubicBezTo>
                  <a:cubicBezTo>
                    <a:pt x="9286" y="11013"/>
                    <a:pt x="9259" y="11013"/>
                    <a:pt x="9232" y="11013"/>
                  </a:cubicBezTo>
                  <a:cubicBezTo>
                    <a:pt x="9232" y="11067"/>
                    <a:pt x="9232" y="11120"/>
                    <a:pt x="9232" y="11175"/>
                  </a:cubicBezTo>
                  <a:cubicBezTo>
                    <a:pt x="9205" y="11175"/>
                    <a:pt x="9178" y="11175"/>
                    <a:pt x="9151" y="11175"/>
                  </a:cubicBezTo>
                  <a:cubicBezTo>
                    <a:pt x="9151" y="11202"/>
                    <a:pt x="9151" y="11229"/>
                    <a:pt x="9151" y="11256"/>
                  </a:cubicBezTo>
                  <a:cubicBezTo>
                    <a:pt x="9124" y="11256"/>
                    <a:pt x="9097" y="11256"/>
                    <a:pt x="9070" y="11256"/>
                  </a:cubicBezTo>
                  <a:cubicBezTo>
                    <a:pt x="9070" y="11283"/>
                    <a:pt x="9070" y="11310"/>
                    <a:pt x="9070" y="11337"/>
                  </a:cubicBezTo>
                  <a:cubicBezTo>
                    <a:pt x="7333" y="11337"/>
                    <a:pt x="5596" y="11337"/>
                    <a:pt x="3806" y="11337"/>
                  </a:cubicBezTo>
                  <a:cubicBezTo>
                    <a:pt x="3806" y="11364"/>
                    <a:pt x="3806" y="11391"/>
                    <a:pt x="3806" y="11418"/>
                  </a:cubicBezTo>
                  <a:cubicBezTo>
                    <a:pt x="3566" y="11418"/>
                    <a:pt x="3325" y="11418"/>
                    <a:pt x="3077" y="11418"/>
                  </a:cubicBezTo>
                  <a:cubicBezTo>
                    <a:pt x="3077" y="11391"/>
                    <a:pt x="3077" y="11365"/>
                    <a:pt x="3077" y="11337"/>
                  </a:cubicBezTo>
                  <a:cubicBezTo>
                    <a:pt x="2142" y="11337"/>
                    <a:pt x="1207" y="11337"/>
                    <a:pt x="243" y="11337"/>
                  </a:cubicBezTo>
                  <a:cubicBezTo>
                    <a:pt x="243" y="11310"/>
                    <a:pt x="243" y="11284"/>
                    <a:pt x="243" y="11256"/>
                  </a:cubicBezTo>
                  <a:cubicBezTo>
                    <a:pt x="216" y="11256"/>
                    <a:pt x="189" y="11256"/>
                    <a:pt x="162" y="11256"/>
                  </a:cubicBezTo>
                  <a:cubicBezTo>
                    <a:pt x="162" y="11230"/>
                    <a:pt x="162" y="11203"/>
                    <a:pt x="162" y="11175"/>
                  </a:cubicBezTo>
                  <a:cubicBezTo>
                    <a:pt x="135" y="11175"/>
                    <a:pt x="109" y="11175"/>
                    <a:pt x="81" y="11175"/>
                  </a:cubicBezTo>
                  <a:cubicBezTo>
                    <a:pt x="81" y="11122"/>
                    <a:pt x="81" y="11068"/>
                    <a:pt x="81" y="11013"/>
                  </a:cubicBezTo>
                  <a:cubicBezTo>
                    <a:pt x="54" y="11013"/>
                    <a:pt x="28" y="11013"/>
                    <a:pt x="0" y="11013"/>
                  </a:cubicBezTo>
                  <a:cubicBezTo>
                    <a:pt x="0" y="7486"/>
                    <a:pt x="0" y="3958"/>
                    <a:pt x="0" y="324"/>
                  </a:cubicBezTo>
                  <a:cubicBezTo>
                    <a:pt x="27" y="324"/>
                    <a:pt x="53" y="324"/>
                    <a:pt x="81" y="324"/>
                  </a:cubicBezTo>
                  <a:cubicBezTo>
                    <a:pt x="81" y="270"/>
                    <a:pt x="81" y="217"/>
                    <a:pt x="81" y="162"/>
                  </a:cubicBezTo>
                  <a:cubicBezTo>
                    <a:pt x="108" y="162"/>
                    <a:pt x="134" y="162"/>
                    <a:pt x="162" y="162"/>
                  </a:cubicBezTo>
                  <a:cubicBezTo>
                    <a:pt x="162" y="135"/>
                    <a:pt x="162" y="109"/>
                    <a:pt x="162" y="81"/>
                  </a:cubicBezTo>
                  <a:cubicBezTo>
                    <a:pt x="215" y="81"/>
                    <a:pt x="269" y="81"/>
                    <a:pt x="324" y="81"/>
                  </a:cubicBezTo>
                  <a:cubicBezTo>
                    <a:pt x="324" y="54"/>
                    <a:pt x="324" y="28"/>
                    <a:pt x="324" y="0"/>
                  </a:cubicBezTo>
                  <a:close/>
                  <a:moveTo>
                    <a:pt x="7207" y="1377"/>
                  </a:moveTo>
                  <a:cubicBezTo>
                    <a:pt x="7207" y="1403"/>
                    <a:pt x="7207" y="1430"/>
                    <a:pt x="7207" y="1458"/>
                  </a:cubicBezTo>
                  <a:cubicBezTo>
                    <a:pt x="7154" y="1458"/>
                    <a:pt x="7100" y="1458"/>
                    <a:pt x="7045" y="1458"/>
                  </a:cubicBezTo>
                  <a:cubicBezTo>
                    <a:pt x="7045" y="1484"/>
                    <a:pt x="7045" y="1511"/>
                    <a:pt x="7045" y="1539"/>
                  </a:cubicBezTo>
                  <a:cubicBezTo>
                    <a:pt x="7019" y="1539"/>
                    <a:pt x="6992" y="1539"/>
                    <a:pt x="6964" y="1539"/>
                  </a:cubicBezTo>
                  <a:cubicBezTo>
                    <a:pt x="6964" y="1592"/>
                    <a:pt x="6964" y="1646"/>
                    <a:pt x="6964" y="1701"/>
                  </a:cubicBezTo>
                  <a:cubicBezTo>
                    <a:pt x="6938" y="1701"/>
                    <a:pt x="6911" y="1701"/>
                    <a:pt x="6883" y="1701"/>
                  </a:cubicBezTo>
                  <a:cubicBezTo>
                    <a:pt x="6883" y="1754"/>
                    <a:pt x="6883" y="1807"/>
                    <a:pt x="6883" y="1863"/>
                  </a:cubicBezTo>
                  <a:cubicBezTo>
                    <a:pt x="6857" y="1863"/>
                    <a:pt x="6830" y="1863"/>
                    <a:pt x="6802" y="1863"/>
                  </a:cubicBezTo>
                  <a:cubicBezTo>
                    <a:pt x="6802" y="1969"/>
                    <a:pt x="6802" y="2076"/>
                    <a:pt x="6802" y="2186"/>
                  </a:cubicBezTo>
                  <a:cubicBezTo>
                    <a:pt x="6829" y="2186"/>
                    <a:pt x="6856" y="2186"/>
                    <a:pt x="6883" y="2186"/>
                  </a:cubicBezTo>
                  <a:cubicBezTo>
                    <a:pt x="6883" y="2240"/>
                    <a:pt x="6883" y="2293"/>
                    <a:pt x="6883" y="2348"/>
                  </a:cubicBezTo>
                  <a:cubicBezTo>
                    <a:pt x="6910" y="2348"/>
                    <a:pt x="6937" y="2348"/>
                    <a:pt x="6964" y="2348"/>
                  </a:cubicBezTo>
                  <a:cubicBezTo>
                    <a:pt x="6964" y="2375"/>
                    <a:pt x="6964" y="2402"/>
                    <a:pt x="6964" y="2429"/>
                  </a:cubicBezTo>
                  <a:cubicBezTo>
                    <a:pt x="6991" y="2429"/>
                    <a:pt x="7018" y="2429"/>
                    <a:pt x="7045" y="2429"/>
                  </a:cubicBezTo>
                  <a:cubicBezTo>
                    <a:pt x="7045" y="2456"/>
                    <a:pt x="7045" y="2483"/>
                    <a:pt x="7045" y="2510"/>
                  </a:cubicBezTo>
                  <a:cubicBezTo>
                    <a:pt x="7072" y="2510"/>
                    <a:pt x="7099" y="2510"/>
                    <a:pt x="7126" y="2510"/>
                  </a:cubicBezTo>
                  <a:cubicBezTo>
                    <a:pt x="7126" y="2537"/>
                    <a:pt x="7126" y="2564"/>
                    <a:pt x="7126" y="2591"/>
                  </a:cubicBezTo>
                  <a:cubicBezTo>
                    <a:pt x="7313" y="2591"/>
                    <a:pt x="7500" y="2591"/>
                    <a:pt x="7693" y="2591"/>
                  </a:cubicBezTo>
                  <a:cubicBezTo>
                    <a:pt x="7693" y="2565"/>
                    <a:pt x="7693" y="2538"/>
                    <a:pt x="7693" y="2510"/>
                  </a:cubicBezTo>
                  <a:cubicBezTo>
                    <a:pt x="7747" y="2510"/>
                    <a:pt x="7800" y="2510"/>
                    <a:pt x="7855" y="2510"/>
                  </a:cubicBezTo>
                  <a:cubicBezTo>
                    <a:pt x="7855" y="2484"/>
                    <a:pt x="7855" y="2457"/>
                    <a:pt x="7855" y="2429"/>
                  </a:cubicBezTo>
                  <a:cubicBezTo>
                    <a:pt x="7882" y="2429"/>
                    <a:pt x="7909" y="2429"/>
                    <a:pt x="7936" y="2429"/>
                  </a:cubicBezTo>
                  <a:cubicBezTo>
                    <a:pt x="7936" y="2376"/>
                    <a:pt x="7936" y="2323"/>
                    <a:pt x="7936" y="2267"/>
                  </a:cubicBezTo>
                  <a:cubicBezTo>
                    <a:pt x="7963" y="2267"/>
                    <a:pt x="7989" y="2267"/>
                    <a:pt x="8017" y="2267"/>
                  </a:cubicBezTo>
                  <a:cubicBezTo>
                    <a:pt x="8017" y="2080"/>
                    <a:pt x="8017" y="1893"/>
                    <a:pt x="8017" y="1701"/>
                  </a:cubicBezTo>
                  <a:cubicBezTo>
                    <a:pt x="7990" y="1701"/>
                    <a:pt x="7964" y="1701"/>
                    <a:pt x="7936" y="1701"/>
                  </a:cubicBezTo>
                  <a:cubicBezTo>
                    <a:pt x="7936" y="1674"/>
                    <a:pt x="7936" y="1647"/>
                    <a:pt x="7936" y="1620"/>
                  </a:cubicBezTo>
                  <a:cubicBezTo>
                    <a:pt x="7909" y="1620"/>
                    <a:pt x="7883" y="1620"/>
                    <a:pt x="7855" y="1620"/>
                  </a:cubicBezTo>
                  <a:cubicBezTo>
                    <a:pt x="7855" y="1593"/>
                    <a:pt x="7855" y="1566"/>
                    <a:pt x="7855" y="1539"/>
                  </a:cubicBezTo>
                  <a:cubicBezTo>
                    <a:pt x="7828" y="1539"/>
                    <a:pt x="7802" y="1539"/>
                    <a:pt x="7774" y="1539"/>
                  </a:cubicBezTo>
                  <a:cubicBezTo>
                    <a:pt x="7774" y="1512"/>
                    <a:pt x="7774" y="1485"/>
                    <a:pt x="7774" y="1458"/>
                  </a:cubicBezTo>
                  <a:cubicBezTo>
                    <a:pt x="7747" y="1458"/>
                    <a:pt x="7721" y="1458"/>
                    <a:pt x="7693" y="1458"/>
                  </a:cubicBezTo>
                  <a:cubicBezTo>
                    <a:pt x="7693" y="1431"/>
                    <a:pt x="7693" y="1404"/>
                    <a:pt x="7693" y="1377"/>
                  </a:cubicBezTo>
                  <a:cubicBezTo>
                    <a:pt x="7533" y="1377"/>
                    <a:pt x="7372" y="1377"/>
                    <a:pt x="7207" y="1377"/>
                  </a:cubicBezTo>
                  <a:close/>
                  <a:moveTo>
                    <a:pt x="1377" y="1701"/>
                  </a:moveTo>
                  <a:cubicBezTo>
                    <a:pt x="1377" y="1727"/>
                    <a:pt x="1377" y="1754"/>
                    <a:pt x="1377" y="1782"/>
                  </a:cubicBezTo>
                  <a:cubicBezTo>
                    <a:pt x="1350" y="1782"/>
                    <a:pt x="1323" y="1782"/>
                    <a:pt x="1296" y="1782"/>
                  </a:cubicBezTo>
                  <a:cubicBezTo>
                    <a:pt x="1296" y="1835"/>
                    <a:pt x="1296" y="1888"/>
                    <a:pt x="1296" y="1944"/>
                  </a:cubicBezTo>
                  <a:cubicBezTo>
                    <a:pt x="1269" y="1944"/>
                    <a:pt x="1242" y="1944"/>
                    <a:pt x="1215" y="1944"/>
                  </a:cubicBezTo>
                  <a:cubicBezTo>
                    <a:pt x="1215" y="1997"/>
                    <a:pt x="1215" y="2050"/>
                    <a:pt x="1215" y="2105"/>
                  </a:cubicBezTo>
                  <a:cubicBezTo>
                    <a:pt x="1241" y="2105"/>
                    <a:pt x="1268" y="2105"/>
                    <a:pt x="1296" y="2105"/>
                  </a:cubicBezTo>
                  <a:cubicBezTo>
                    <a:pt x="1296" y="2132"/>
                    <a:pt x="1296" y="2159"/>
                    <a:pt x="1296" y="2186"/>
                  </a:cubicBezTo>
                  <a:cubicBezTo>
                    <a:pt x="1322" y="2186"/>
                    <a:pt x="1349" y="2186"/>
                    <a:pt x="1377" y="2186"/>
                  </a:cubicBezTo>
                  <a:cubicBezTo>
                    <a:pt x="1377" y="2213"/>
                    <a:pt x="1377" y="2240"/>
                    <a:pt x="1377" y="2267"/>
                  </a:cubicBezTo>
                  <a:cubicBezTo>
                    <a:pt x="1403" y="2267"/>
                    <a:pt x="1430" y="2267"/>
                    <a:pt x="1458" y="2267"/>
                  </a:cubicBezTo>
                  <a:cubicBezTo>
                    <a:pt x="1458" y="2294"/>
                    <a:pt x="1458" y="2321"/>
                    <a:pt x="1458" y="2348"/>
                  </a:cubicBezTo>
                  <a:cubicBezTo>
                    <a:pt x="2607" y="2348"/>
                    <a:pt x="3756" y="2348"/>
                    <a:pt x="4940" y="2348"/>
                  </a:cubicBezTo>
                  <a:cubicBezTo>
                    <a:pt x="4940" y="2322"/>
                    <a:pt x="4940" y="2295"/>
                    <a:pt x="4940" y="2267"/>
                  </a:cubicBezTo>
                  <a:cubicBezTo>
                    <a:pt x="5100" y="2267"/>
                    <a:pt x="5260" y="2267"/>
                    <a:pt x="5426" y="2267"/>
                  </a:cubicBezTo>
                  <a:cubicBezTo>
                    <a:pt x="5426" y="2241"/>
                    <a:pt x="5426" y="2214"/>
                    <a:pt x="5426" y="2186"/>
                  </a:cubicBezTo>
                  <a:cubicBezTo>
                    <a:pt x="5452" y="2186"/>
                    <a:pt x="5479" y="2186"/>
                    <a:pt x="5507" y="2186"/>
                  </a:cubicBezTo>
                  <a:cubicBezTo>
                    <a:pt x="5507" y="2053"/>
                    <a:pt x="5507" y="1919"/>
                    <a:pt x="5507" y="1782"/>
                  </a:cubicBezTo>
                  <a:cubicBezTo>
                    <a:pt x="5480" y="1782"/>
                    <a:pt x="5453" y="1782"/>
                    <a:pt x="5426" y="1782"/>
                  </a:cubicBezTo>
                  <a:cubicBezTo>
                    <a:pt x="5426" y="1755"/>
                    <a:pt x="5426" y="1728"/>
                    <a:pt x="5426" y="1701"/>
                  </a:cubicBezTo>
                  <a:cubicBezTo>
                    <a:pt x="4089" y="1701"/>
                    <a:pt x="2753" y="1701"/>
                    <a:pt x="1377" y="1701"/>
                  </a:cubicBezTo>
                  <a:close/>
                  <a:moveTo>
                    <a:pt x="1701" y="5264"/>
                  </a:moveTo>
                  <a:cubicBezTo>
                    <a:pt x="1701" y="5290"/>
                    <a:pt x="1701" y="5317"/>
                    <a:pt x="1701" y="5345"/>
                  </a:cubicBezTo>
                  <a:cubicBezTo>
                    <a:pt x="1594" y="5345"/>
                    <a:pt x="1487" y="5345"/>
                    <a:pt x="1377" y="5345"/>
                  </a:cubicBezTo>
                  <a:cubicBezTo>
                    <a:pt x="1377" y="5371"/>
                    <a:pt x="1377" y="5398"/>
                    <a:pt x="1377" y="5426"/>
                  </a:cubicBezTo>
                  <a:cubicBezTo>
                    <a:pt x="1350" y="5426"/>
                    <a:pt x="1323" y="5426"/>
                    <a:pt x="1296" y="5426"/>
                  </a:cubicBezTo>
                  <a:cubicBezTo>
                    <a:pt x="1296" y="5452"/>
                    <a:pt x="1296" y="5479"/>
                    <a:pt x="1296" y="5507"/>
                  </a:cubicBezTo>
                  <a:cubicBezTo>
                    <a:pt x="1269" y="5507"/>
                    <a:pt x="1242" y="5507"/>
                    <a:pt x="1215" y="5507"/>
                  </a:cubicBezTo>
                  <a:cubicBezTo>
                    <a:pt x="1215" y="5587"/>
                    <a:pt x="1215" y="5667"/>
                    <a:pt x="1215" y="5750"/>
                  </a:cubicBezTo>
                  <a:cubicBezTo>
                    <a:pt x="1241" y="5750"/>
                    <a:pt x="1268" y="5750"/>
                    <a:pt x="1296" y="5750"/>
                  </a:cubicBezTo>
                  <a:cubicBezTo>
                    <a:pt x="1296" y="5776"/>
                    <a:pt x="1296" y="5803"/>
                    <a:pt x="1296" y="5831"/>
                  </a:cubicBezTo>
                  <a:cubicBezTo>
                    <a:pt x="1322" y="5831"/>
                    <a:pt x="1349" y="5831"/>
                    <a:pt x="1377" y="5831"/>
                  </a:cubicBezTo>
                  <a:cubicBezTo>
                    <a:pt x="1377" y="5857"/>
                    <a:pt x="1377" y="5884"/>
                    <a:pt x="1377" y="5912"/>
                  </a:cubicBezTo>
                  <a:cubicBezTo>
                    <a:pt x="2713" y="5912"/>
                    <a:pt x="4049" y="5912"/>
                    <a:pt x="5426" y="5912"/>
                  </a:cubicBezTo>
                  <a:cubicBezTo>
                    <a:pt x="5426" y="5885"/>
                    <a:pt x="5426" y="5858"/>
                    <a:pt x="5426" y="5831"/>
                  </a:cubicBezTo>
                  <a:cubicBezTo>
                    <a:pt x="5452" y="5831"/>
                    <a:pt x="5479" y="5831"/>
                    <a:pt x="5507" y="5831"/>
                  </a:cubicBezTo>
                  <a:cubicBezTo>
                    <a:pt x="5507" y="5697"/>
                    <a:pt x="5507" y="5563"/>
                    <a:pt x="5507" y="5426"/>
                  </a:cubicBezTo>
                  <a:cubicBezTo>
                    <a:pt x="5480" y="5426"/>
                    <a:pt x="5453" y="5426"/>
                    <a:pt x="5426" y="5426"/>
                  </a:cubicBezTo>
                  <a:cubicBezTo>
                    <a:pt x="5426" y="5399"/>
                    <a:pt x="5426" y="5372"/>
                    <a:pt x="5426" y="5345"/>
                  </a:cubicBezTo>
                  <a:cubicBezTo>
                    <a:pt x="4971" y="5345"/>
                    <a:pt x="4517" y="5345"/>
                    <a:pt x="4049" y="5345"/>
                  </a:cubicBezTo>
                  <a:cubicBezTo>
                    <a:pt x="4049" y="5318"/>
                    <a:pt x="4049" y="5291"/>
                    <a:pt x="4049" y="5264"/>
                  </a:cubicBezTo>
                  <a:cubicBezTo>
                    <a:pt x="3969" y="5264"/>
                    <a:pt x="3889" y="5264"/>
                    <a:pt x="3806" y="5264"/>
                  </a:cubicBezTo>
                  <a:cubicBezTo>
                    <a:pt x="3806" y="5290"/>
                    <a:pt x="3806" y="5317"/>
                    <a:pt x="3806" y="5345"/>
                  </a:cubicBezTo>
                  <a:cubicBezTo>
                    <a:pt x="3245" y="5345"/>
                    <a:pt x="2684" y="5345"/>
                    <a:pt x="2105" y="5345"/>
                  </a:cubicBezTo>
                  <a:cubicBezTo>
                    <a:pt x="2105" y="5318"/>
                    <a:pt x="2105" y="5291"/>
                    <a:pt x="2105" y="5264"/>
                  </a:cubicBezTo>
                  <a:cubicBezTo>
                    <a:pt x="1972" y="5264"/>
                    <a:pt x="1838" y="5264"/>
                    <a:pt x="1701" y="5264"/>
                  </a:cubicBezTo>
                  <a:close/>
                  <a:moveTo>
                    <a:pt x="7207" y="8665"/>
                  </a:moveTo>
                  <a:cubicBezTo>
                    <a:pt x="7207" y="8692"/>
                    <a:pt x="7207" y="8718"/>
                    <a:pt x="7207" y="8746"/>
                  </a:cubicBezTo>
                  <a:cubicBezTo>
                    <a:pt x="7154" y="8746"/>
                    <a:pt x="7100" y="8746"/>
                    <a:pt x="7045" y="8746"/>
                  </a:cubicBezTo>
                  <a:cubicBezTo>
                    <a:pt x="7045" y="8773"/>
                    <a:pt x="7045" y="8799"/>
                    <a:pt x="7045" y="8827"/>
                  </a:cubicBezTo>
                  <a:cubicBezTo>
                    <a:pt x="7019" y="8827"/>
                    <a:pt x="6992" y="8827"/>
                    <a:pt x="6964" y="8827"/>
                  </a:cubicBezTo>
                  <a:cubicBezTo>
                    <a:pt x="6964" y="8854"/>
                    <a:pt x="6964" y="8880"/>
                    <a:pt x="6964" y="8908"/>
                  </a:cubicBezTo>
                  <a:cubicBezTo>
                    <a:pt x="6938" y="8908"/>
                    <a:pt x="6911" y="8908"/>
                    <a:pt x="6883" y="8908"/>
                  </a:cubicBezTo>
                  <a:cubicBezTo>
                    <a:pt x="6883" y="8961"/>
                    <a:pt x="6883" y="9015"/>
                    <a:pt x="6883" y="9070"/>
                  </a:cubicBezTo>
                  <a:cubicBezTo>
                    <a:pt x="6857" y="9070"/>
                    <a:pt x="6830" y="9070"/>
                    <a:pt x="6802" y="9070"/>
                  </a:cubicBezTo>
                  <a:cubicBezTo>
                    <a:pt x="6802" y="9203"/>
                    <a:pt x="6802" y="9337"/>
                    <a:pt x="6802" y="9475"/>
                  </a:cubicBezTo>
                  <a:cubicBezTo>
                    <a:pt x="6829" y="9475"/>
                    <a:pt x="6856" y="9475"/>
                    <a:pt x="6883" y="9475"/>
                  </a:cubicBezTo>
                  <a:cubicBezTo>
                    <a:pt x="6883" y="9528"/>
                    <a:pt x="6883" y="9582"/>
                    <a:pt x="6883" y="9637"/>
                  </a:cubicBezTo>
                  <a:cubicBezTo>
                    <a:pt x="6910" y="9637"/>
                    <a:pt x="6937" y="9637"/>
                    <a:pt x="6964" y="9637"/>
                  </a:cubicBezTo>
                  <a:cubicBezTo>
                    <a:pt x="6964" y="9663"/>
                    <a:pt x="6964" y="9690"/>
                    <a:pt x="6964" y="9718"/>
                  </a:cubicBezTo>
                  <a:cubicBezTo>
                    <a:pt x="6991" y="9718"/>
                    <a:pt x="7018" y="9718"/>
                    <a:pt x="7045" y="9718"/>
                  </a:cubicBezTo>
                  <a:cubicBezTo>
                    <a:pt x="7045" y="9744"/>
                    <a:pt x="7045" y="9771"/>
                    <a:pt x="7045" y="9799"/>
                  </a:cubicBezTo>
                  <a:cubicBezTo>
                    <a:pt x="7099" y="9799"/>
                    <a:pt x="7152" y="9799"/>
                    <a:pt x="7207" y="9799"/>
                  </a:cubicBezTo>
                  <a:cubicBezTo>
                    <a:pt x="7207" y="9825"/>
                    <a:pt x="7207" y="9852"/>
                    <a:pt x="7207" y="9880"/>
                  </a:cubicBezTo>
                  <a:cubicBezTo>
                    <a:pt x="7341" y="9880"/>
                    <a:pt x="7474" y="9880"/>
                    <a:pt x="7612" y="9880"/>
                  </a:cubicBezTo>
                  <a:cubicBezTo>
                    <a:pt x="7612" y="9853"/>
                    <a:pt x="7612" y="9826"/>
                    <a:pt x="7612" y="9799"/>
                  </a:cubicBezTo>
                  <a:cubicBezTo>
                    <a:pt x="7666" y="9799"/>
                    <a:pt x="7719" y="9799"/>
                    <a:pt x="7774" y="9799"/>
                  </a:cubicBezTo>
                  <a:cubicBezTo>
                    <a:pt x="7774" y="9772"/>
                    <a:pt x="7774" y="9745"/>
                    <a:pt x="7774" y="9718"/>
                  </a:cubicBezTo>
                  <a:cubicBezTo>
                    <a:pt x="7801" y="9718"/>
                    <a:pt x="7828" y="9718"/>
                    <a:pt x="7855" y="9718"/>
                  </a:cubicBezTo>
                  <a:cubicBezTo>
                    <a:pt x="7855" y="9691"/>
                    <a:pt x="7855" y="9664"/>
                    <a:pt x="7855" y="9637"/>
                  </a:cubicBezTo>
                  <a:cubicBezTo>
                    <a:pt x="7882" y="9637"/>
                    <a:pt x="7909" y="9637"/>
                    <a:pt x="7936" y="9637"/>
                  </a:cubicBezTo>
                  <a:cubicBezTo>
                    <a:pt x="7936" y="9610"/>
                    <a:pt x="7936" y="9583"/>
                    <a:pt x="7936" y="9556"/>
                  </a:cubicBezTo>
                  <a:cubicBezTo>
                    <a:pt x="7963" y="9556"/>
                    <a:pt x="7989" y="9556"/>
                    <a:pt x="8017" y="9556"/>
                  </a:cubicBezTo>
                  <a:cubicBezTo>
                    <a:pt x="8017" y="9369"/>
                    <a:pt x="8017" y="9182"/>
                    <a:pt x="8017" y="8989"/>
                  </a:cubicBezTo>
                  <a:cubicBezTo>
                    <a:pt x="7990" y="8989"/>
                    <a:pt x="7964" y="8989"/>
                    <a:pt x="7936" y="8989"/>
                  </a:cubicBezTo>
                  <a:cubicBezTo>
                    <a:pt x="7936" y="8935"/>
                    <a:pt x="7936" y="8882"/>
                    <a:pt x="7936" y="8827"/>
                  </a:cubicBezTo>
                  <a:cubicBezTo>
                    <a:pt x="7909" y="8827"/>
                    <a:pt x="7883" y="8827"/>
                    <a:pt x="7855" y="8827"/>
                  </a:cubicBezTo>
                  <a:cubicBezTo>
                    <a:pt x="7855" y="8800"/>
                    <a:pt x="7855" y="8773"/>
                    <a:pt x="7855" y="8746"/>
                  </a:cubicBezTo>
                  <a:cubicBezTo>
                    <a:pt x="7802" y="8746"/>
                    <a:pt x="7748" y="8746"/>
                    <a:pt x="7693" y="8746"/>
                  </a:cubicBezTo>
                  <a:cubicBezTo>
                    <a:pt x="7693" y="8719"/>
                    <a:pt x="7693" y="8692"/>
                    <a:pt x="7693" y="8665"/>
                  </a:cubicBezTo>
                  <a:cubicBezTo>
                    <a:pt x="7533" y="8665"/>
                    <a:pt x="7372" y="8665"/>
                    <a:pt x="7207" y="8665"/>
                  </a:cubicBezTo>
                  <a:close/>
                  <a:moveTo>
                    <a:pt x="1458" y="8908"/>
                  </a:moveTo>
                  <a:cubicBezTo>
                    <a:pt x="1458" y="8935"/>
                    <a:pt x="1458" y="8961"/>
                    <a:pt x="1458" y="8989"/>
                  </a:cubicBezTo>
                  <a:cubicBezTo>
                    <a:pt x="1431" y="8989"/>
                    <a:pt x="1404" y="8989"/>
                    <a:pt x="1377" y="8989"/>
                  </a:cubicBezTo>
                  <a:cubicBezTo>
                    <a:pt x="1377" y="9016"/>
                    <a:pt x="1377" y="9042"/>
                    <a:pt x="1377" y="9070"/>
                  </a:cubicBezTo>
                  <a:cubicBezTo>
                    <a:pt x="1350" y="9070"/>
                    <a:pt x="1323" y="9070"/>
                    <a:pt x="1296" y="9070"/>
                  </a:cubicBezTo>
                  <a:cubicBezTo>
                    <a:pt x="1296" y="9123"/>
                    <a:pt x="1296" y="9177"/>
                    <a:pt x="1296" y="9232"/>
                  </a:cubicBezTo>
                  <a:cubicBezTo>
                    <a:pt x="1269" y="9232"/>
                    <a:pt x="1242" y="9232"/>
                    <a:pt x="1215" y="9232"/>
                  </a:cubicBezTo>
                  <a:cubicBezTo>
                    <a:pt x="1215" y="9285"/>
                    <a:pt x="1215" y="9339"/>
                    <a:pt x="1215" y="9394"/>
                  </a:cubicBezTo>
                  <a:cubicBezTo>
                    <a:pt x="1241" y="9394"/>
                    <a:pt x="1268" y="9394"/>
                    <a:pt x="1296" y="9394"/>
                  </a:cubicBezTo>
                  <a:cubicBezTo>
                    <a:pt x="1296" y="9420"/>
                    <a:pt x="1296" y="9447"/>
                    <a:pt x="1296" y="9475"/>
                  </a:cubicBezTo>
                  <a:cubicBezTo>
                    <a:pt x="1322" y="9475"/>
                    <a:pt x="1349" y="9475"/>
                    <a:pt x="1377" y="9475"/>
                  </a:cubicBezTo>
                  <a:cubicBezTo>
                    <a:pt x="1377" y="9501"/>
                    <a:pt x="1377" y="9528"/>
                    <a:pt x="1377" y="9556"/>
                  </a:cubicBezTo>
                  <a:cubicBezTo>
                    <a:pt x="2686" y="9556"/>
                    <a:pt x="3996" y="9556"/>
                    <a:pt x="5345" y="9556"/>
                  </a:cubicBezTo>
                  <a:cubicBezTo>
                    <a:pt x="5345" y="9529"/>
                    <a:pt x="5345" y="9502"/>
                    <a:pt x="5345" y="9475"/>
                  </a:cubicBezTo>
                  <a:cubicBezTo>
                    <a:pt x="5371" y="9475"/>
                    <a:pt x="5398" y="9475"/>
                    <a:pt x="5426" y="9475"/>
                  </a:cubicBezTo>
                  <a:cubicBezTo>
                    <a:pt x="5426" y="9448"/>
                    <a:pt x="5426" y="9421"/>
                    <a:pt x="5426" y="9394"/>
                  </a:cubicBezTo>
                  <a:cubicBezTo>
                    <a:pt x="5452" y="9394"/>
                    <a:pt x="5479" y="9394"/>
                    <a:pt x="5507" y="9394"/>
                  </a:cubicBezTo>
                  <a:cubicBezTo>
                    <a:pt x="5507" y="9287"/>
                    <a:pt x="5507" y="9180"/>
                    <a:pt x="5507" y="9070"/>
                  </a:cubicBezTo>
                  <a:cubicBezTo>
                    <a:pt x="5480" y="9070"/>
                    <a:pt x="5453" y="9070"/>
                    <a:pt x="5426" y="9070"/>
                  </a:cubicBezTo>
                  <a:cubicBezTo>
                    <a:pt x="5426" y="9043"/>
                    <a:pt x="5426" y="9016"/>
                    <a:pt x="5426" y="8989"/>
                  </a:cubicBezTo>
                  <a:cubicBezTo>
                    <a:pt x="5372" y="8989"/>
                    <a:pt x="5319" y="8989"/>
                    <a:pt x="5264" y="8989"/>
                  </a:cubicBezTo>
                  <a:cubicBezTo>
                    <a:pt x="5264" y="8962"/>
                    <a:pt x="5264" y="8935"/>
                    <a:pt x="5264" y="8908"/>
                  </a:cubicBezTo>
                  <a:cubicBezTo>
                    <a:pt x="4008" y="8908"/>
                    <a:pt x="2752" y="8908"/>
                    <a:pt x="1458" y="8908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73" name="ICON_GO_LOGO_path_002"/>
            <p:cNvSpPr/>
            <p:nvPr/>
          </p:nvSpPr>
          <p:spPr>
            <a:xfrm>
              <a:off x="2410205" y="6405233"/>
              <a:ext cx="298579" cy="158529"/>
            </a:xfrm>
            <a:custGeom>
              <a:avLst/>
              <a:gdLst/>
              <a:ahLst/>
              <a:cxnLst/>
              <a:rect l="0" t="0" r="r" b="b"/>
              <a:pathLst>
                <a:path w="23510" h="12483" fill="norm" stroke="0">
                  <a:moveTo>
                    <a:pt x="7288" y="0"/>
                  </a:moveTo>
                  <a:cubicBezTo>
                    <a:pt x="10174" y="0"/>
                    <a:pt x="13060" y="0"/>
                    <a:pt x="16034" y="0"/>
                  </a:cubicBezTo>
                  <a:cubicBezTo>
                    <a:pt x="16034" y="27"/>
                    <a:pt x="16034" y="53"/>
                    <a:pt x="16034" y="81"/>
                  </a:cubicBezTo>
                  <a:cubicBezTo>
                    <a:pt x="16114" y="81"/>
                    <a:pt x="16194" y="81"/>
                    <a:pt x="16277" y="81"/>
                  </a:cubicBezTo>
                  <a:cubicBezTo>
                    <a:pt x="16277" y="108"/>
                    <a:pt x="16277" y="134"/>
                    <a:pt x="16277" y="162"/>
                  </a:cubicBezTo>
                  <a:cubicBezTo>
                    <a:pt x="16289" y="160"/>
                    <a:pt x="16300" y="159"/>
                    <a:pt x="16312" y="157"/>
                  </a:cubicBezTo>
                  <a:cubicBezTo>
                    <a:pt x="16374" y="164"/>
                    <a:pt x="16403" y="195"/>
                    <a:pt x="16444" y="238"/>
                  </a:cubicBezTo>
                  <a:cubicBezTo>
                    <a:pt x="16448" y="241"/>
                    <a:pt x="16448" y="241"/>
                    <a:pt x="16466" y="259"/>
                  </a:cubicBezTo>
                  <a:cubicBezTo>
                    <a:pt x="16503" y="296"/>
                    <a:pt x="16519" y="317"/>
                    <a:pt x="16525" y="370"/>
                  </a:cubicBezTo>
                  <a:cubicBezTo>
                    <a:pt x="16523" y="381"/>
                    <a:pt x="16522" y="393"/>
                    <a:pt x="16520" y="405"/>
                  </a:cubicBezTo>
                  <a:cubicBezTo>
                    <a:pt x="16547" y="405"/>
                    <a:pt x="16573" y="405"/>
                    <a:pt x="16601" y="405"/>
                  </a:cubicBezTo>
                  <a:cubicBezTo>
                    <a:pt x="16601" y="432"/>
                    <a:pt x="16601" y="458"/>
                    <a:pt x="16601" y="486"/>
                  </a:cubicBezTo>
                  <a:cubicBezTo>
                    <a:pt x="16628" y="486"/>
                    <a:pt x="16654" y="486"/>
                    <a:pt x="16682" y="486"/>
                  </a:cubicBezTo>
                  <a:cubicBezTo>
                    <a:pt x="16682" y="513"/>
                    <a:pt x="16682" y="539"/>
                    <a:pt x="16682" y="567"/>
                  </a:cubicBezTo>
                  <a:cubicBezTo>
                    <a:pt x="16709" y="567"/>
                    <a:pt x="16735" y="567"/>
                    <a:pt x="16763" y="567"/>
                  </a:cubicBezTo>
                  <a:cubicBezTo>
                    <a:pt x="16763" y="1449"/>
                    <a:pt x="16763" y="2331"/>
                    <a:pt x="16763" y="3239"/>
                  </a:cubicBezTo>
                  <a:cubicBezTo>
                    <a:pt x="16790" y="3239"/>
                    <a:pt x="16816" y="3239"/>
                    <a:pt x="16844" y="3239"/>
                  </a:cubicBezTo>
                  <a:cubicBezTo>
                    <a:pt x="16844" y="4255"/>
                    <a:pt x="16844" y="5270"/>
                    <a:pt x="16844" y="6316"/>
                  </a:cubicBezTo>
                  <a:cubicBezTo>
                    <a:pt x="16871" y="6316"/>
                    <a:pt x="16897" y="6316"/>
                    <a:pt x="16925" y="6316"/>
                  </a:cubicBezTo>
                  <a:cubicBezTo>
                    <a:pt x="16925" y="6343"/>
                    <a:pt x="16925" y="6370"/>
                    <a:pt x="16925" y="6397"/>
                  </a:cubicBezTo>
                  <a:cubicBezTo>
                    <a:pt x="17299" y="6397"/>
                    <a:pt x="17673" y="6397"/>
                    <a:pt x="18059" y="6397"/>
                  </a:cubicBezTo>
                  <a:cubicBezTo>
                    <a:pt x="18059" y="6371"/>
                    <a:pt x="18059" y="6344"/>
                    <a:pt x="18059" y="6316"/>
                  </a:cubicBezTo>
                  <a:cubicBezTo>
                    <a:pt x="18085" y="6316"/>
                    <a:pt x="18112" y="6316"/>
                    <a:pt x="18140" y="6316"/>
                  </a:cubicBezTo>
                  <a:cubicBezTo>
                    <a:pt x="18140" y="6263"/>
                    <a:pt x="18140" y="6210"/>
                    <a:pt x="18140" y="6154"/>
                  </a:cubicBezTo>
                  <a:cubicBezTo>
                    <a:pt x="18166" y="6154"/>
                    <a:pt x="18193" y="6154"/>
                    <a:pt x="18221" y="6154"/>
                  </a:cubicBezTo>
                  <a:cubicBezTo>
                    <a:pt x="18221" y="6048"/>
                    <a:pt x="18221" y="5941"/>
                    <a:pt x="18221" y="5831"/>
                  </a:cubicBezTo>
                  <a:cubicBezTo>
                    <a:pt x="18247" y="5831"/>
                    <a:pt x="18274" y="5831"/>
                    <a:pt x="18301" y="5831"/>
                  </a:cubicBezTo>
                  <a:cubicBezTo>
                    <a:pt x="18301" y="5750"/>
                    <a:pt x="18301" y="5670"/>
                    <a:pt x="18301" y="5588"/>
                  </a:cubicBezTo>
                  <a:cubicBezTo>
                    <a:pt x="18328" y="5588"/>
                    <a:pt x="18355" y="5588"/>
                    <a:pt x="18382" y="5588"/>
                  </a:cubicBezTo>
                  <a:cubicBezTo>
                    <a:pt x="18382" y="5561"/>
                    <a:pt x="18382" y="5534"/>
                    <a:pt x="18382" y="5507"/>
                  </a:cubicBezTo>
                  <a:cubicBezTo>
                    <a:pt x="18409" y="5507"/>
                    <a:pt x="18436" y="5507"/>
                    <a:pt x="18463" y="5507"/>
                  </a:cubicBezTo>
                  <a:cubicBezTo>
                    <a:pt x="18461" y="5495"/>
                    <a:pt x="18459" y="5483"/>
                    <a:pt x="18457" y="5471"/>
                  </a:cubicBezTo>
                  <a:cubicBezTo>
                    <a:pt x="18463" y="5426"/>
                    <a:pt x="18463" y="5426"/>
                    <a:pt x="18506" y="5385"/>
                  </a:cubicBezTo>
                  <a:cubicBezTo>
                    <a:pt x="18525" y="5371"/>
                    <a:pt x="18543" y="5358"/>
                    <a:pt x="18562" y="5345"/>
                  </a:cubicBezTo>
                  <a:cubicBezTo>
                    <a:pt x="18631" y="5295"/>
                    <a:pt x="18670" y="5261"/>
                    <a:pt x="18706" y="5183"/>
                  </a:cubicBezTo>
                  <a:cubicBezTo>
                    <a:pt x="18749" y="5178"/>
                    <a:pt x="18749" y="5178"/>
                    <a:pt x="18787" y="5183"/>
                  </a:cubicBezTo>
                  <a:cubicBezTo>
                    <a:pt x="18787" y="5156"/>
                    <a:pt x="18787" y="5129"/>
                    <a:pt x="18787" y="5102"/>
                  </a:cubicBezTo>
                  <a:cubicBezTo>
                    <a:pt x="18814" y="5102"/>
                    <a:pt x="18841" y="5102"/>
                    <a:pt x="18868" y="5102"/>
                  </a:cubicBezTo>
                  <a:cubicBezTo>
                    <a:pt x="18868" y="5075"/>
                    <a:pt x="18868" y="5048"/>
                    <a:pt x="18868" y="5021"/>
                  </a:cubicBezTo>
                  <a:cubicBezTo>
                    <a:pt x="18922" y="5021"/>
                    <a:pt x="18975" y="5021"/>
                    <a:pt x="19030" y="5021"/>
                  </a:cubicBezTo>
                  <a:cubicBezTo>
                    <a:pt x="19030" y="4994"/>
                    <a:pt x="19030" y="4967"/>
                    <a:pt x="19030" y="4940"/>
                  </a:cubicBezTo>
                  <a:cubicBezTo>
                    <a:pt x="19084" y="4940"/>
                    <a:pt x="19137" y="4940"/>
                    <a:pt x="19192" y="4940"/>
                  </a:cubicBezTo>
                  <a:cubicBezTo>
                    <a:pt x="19192" y="4913"/>
                    <a:pt x="19192" y="4886"/>
                    <a:pt x="19192" y="4859"/>
                  </a:cubicBezTo>
                  <a:cubicBezTo>
                    <a:pt x="19299" y="4859"/>
                    <a:pt x="19406" y="4859"/>
                    <a:pt x="19516" y="4859"/>
                  </a:cubicBezTo>
                  <a:cubicBezTo>
                    <a:pt x="19516" y="4832"/>
                    <a:pt x="19516" y="4805"/>
                    <a:pt x="19516" y="4778"/>
                  </a:cubicBezTo>
                  <a:cubicBezTo>
                    <a:pt x="19650" y="4778"/>
                    <a:pt x="19783" y="4778"/>
                    <a:pt x="19921" y="4778"/>
                  </a:cubicBezTo>
                  <a:cubicBezTo>
                    <a:pt x="19921" y="4751"/>
                    <a:pt x="19921" y="4724"/>
                    <a:pt x="19921" y="4697"/>
                  </a:cubicBezTo>
                  <a:cubicBezTo>
                    <a:pt x="20162" y="4697"/>
                    <a:pt x="20402" y="4697"/>
                    <a:pt x="20650" y="4697"/>
                  </a:cubicBezTo>
                  <a:cubicBezTo>
                    <a:pt x="20650" y="4670"/>
                    <a:pt x="20650" y="4643"/>
                    <a:pt x="20650" y="4616"/>
                  </a:cubicBezTo>
                  <a:cubicBezTo>
                    <a:pt x="20677" y="4616"/>
                    <a:pt x="20703" y="4616"/>
                    <a:pt x="20731" y="4616"/>
                  </a:cubicBezTo>
                  <a:cubicBezTo>
                    <a:pt x="20731" y="4562"/>
                    <a:pt x="20731" y="4509"/>
                    <a:pt x="20731" y="4454"/>
                  </a:cubicBezTo>
                  <a:cubicBezTo>
                    <a:pt x="20758" y="4454"/>
                    <a:pt x="20784" y="4454"/>
                    <a:pt x="20812" y="4454"/>
                  </a:cubicBezTo>
                  <a:cubicBezTo>
                    <a:pt x="20812" y="4374"/>
                    <a:pt x="20812" y="4294"/>
                    <a:pt x="20812" y="4211"/>
                  </a:cubicBezTo>
                  <a:cubicBezTo>
                    <a:pt x="20839" y="4211"/>
                    <a:pt x="20865" y="4211"/>
                    <a:pt x="20893" y="4211"/>
                  </a:cubicBezTo>
                  <a:cubicBezTo>
                    <a:pt x="20892" y="4199"/>
                    <a:pt x="20890" y="4187"/>
                    <a:pt x="20889" y="4174"/>
                  </a:cubicBezTo>
                  <a:cubicBezTo>
                    <a:pt x="20893" y="4130"/>
                    <a:pt x="20893" y="4130"/>
                    <a:pt x="20918" y="4100"/>
                  </a:cubicBezTo>
                  <a:cubicBezTo>
                    <a:pt x="20930" y="4091"/>
                    <a:pt x="20941" y="4081"/>
                    <a:pt x="20953" y="4072"/>
                  </a:cubicBezTo>
                  <a:cubicBezTo>
                    <a:pt x="20960" y="4067"/>
                    <a:pt x="20960" y="4067"/>
                    <a:pt x="20992" y="4040"/>
                  </a:cubicBezTo>
                  <a:cubicBezTo>
                    <a:pt x="20998" y="4035"/>
                    <a:pt x="20998" y="4035"/>
                    <a:pt x="21032" y="4009"/>
                  </a:cubicBezTo>
                  <a:cubicBezTo>
                    <a:pt x="21058" y="3988"/>
                    <a:pt x="21084" y="3966"/>
                    <a:pt x="21110" y="3945"/>
                  </a:cubicBezTo>
                  <a:cubicBezTo>
                    <a:pt x="21116" y="3941"/>
                    <a:pt x="21116" y="3941"/>
                    <a:pt x="21146" y="3917"/>
                  </a:cubicBezTo>
                  <a:cubicBezTo>
                    <a:pt x="21176" y="3887"/>
                    <a:pt x="21176" y="3887"/>
                    <a:pt x="21198" y="3843"/>
                  </a:cubicBezTo>
                  <a:cubicBezTo>
                    <a:pt x="21204" y="3831"/>
                    <a:pt x="21210" y="3819"/>
                    <a:pt x="21217" y="3806"/>
                  </a:cubicBezTo>
                  <a:cubicBezTo>
                    <a:pt x="21260" y="3801"/>
                    <a:pt x="21260" y="3801"/>
                    <a:pt x="21298" y="3806"/>
                  </a:cubicBezTo>
                  <a:cubicBezTo>
                    <a:pt x="21298" y="3779"/>
                    <a:pt x="21298" y="3753"/>
                    <a:pt x="21298" y="3725"/>
                  </a:cubicBezTo>
                  <a:cubicBezTo>
                    <a:pt x="21351" y="3725"/>
                    <a:pt x="21405" y="3725"/>
                    <a:pt x="21460" y="3725"/>
                  </a:cubicBezTo>
                  <a:cubicBezTo>
                    <a:pt x="21460" y="3698"/>
                    <a:pt x="21460" y="3672"/>
                    <a:pt x="21460" y="3644"/>
                  </a:cubicBezTo>
                  <a:cubicBezTo>
                    <a:pt x="21513" y="3644"/>
                    <a:pt x="21567" y="3644"/>
                    <a:pt x="21622" y="3644"/>
                  </a:cubicBezTo>
                  <a:cubicBezTo>
                    <a:pt x="21622" y="3617"/>
                    <a:pt x="21622" y="3591"/>
                    <a:pt x="21622" y="3563"/>
                  </a:cubicBezTo>
                  <a:cubicBezTo>
                    <a:pt x="21916" y="3563"/>
                    <a:pt x="22210" y="3563"/>
                    <a:pt x="22512" y="3563"/>
                  </a:cubicBezTo>
                  <a:cubicBezTo>
                    <a:pt x="22512" y="3590"/>
                    <a:pt x="22512" y="3617"/>
                    <a:pt x="22512" y="3644"/>
                  </a:cubicBezTo>
                  <a:cubicBezTo>
                    <a:pt x="22523" y="3643"/>
                    <a:pt x="22534" y="3641"/>
                    <a:pt x="22545" y="3640"/>
                  </a:cubicBezTo>
                  <a:cubicBezTo>
                    <a:pt x="22591" y="3636"/>
                    <a:pt x="22629" y="3635"/>
                    <a:pt x="22674" y="3644"/>
                  </a:cubicBezTo>
                  <a:cubicBezTo>
                    <a:pt x="22700" y="3672"/>
                    <a:pt x="22714" y="3701"/>
                    <a:pt x="22732" y="3735"/>
                  </a:cubicBezTo>
                  <a:cubicBezTo>
                    <a:pt x="22755" y="3766"/>
                    <a:pt x="22755" y="3766"/>
                    <a:pt x="22790" y="3775"/>
                  </a:cubicBezTo>
                  <a:cubicBezTo>
                    <a:pt x="22803" y="3777"/>
                    <a:pt x="22816" y="3778"/>
                    <a:pt x="22830" y="3780"/>
                  </a:cubicBezTo>
                  <a:cubicBezTo>
                    <a:pt x="22942" y="3804"/>
                    <a:pt x="22993" y="3878"/>
                    <a:pt x="23062" y="3966"/>
                  </a:cubicBezTo>
                  <a:cubicBezTo>
                    <a:pt x="23195" y="4130"/>
                    <a:pt x="23195" y="4130"/>
                    <a:pt x="23270" y="4175"/>
                  </a:cubicBezTo>
                  <a:cubicBezTo>
                    <a:pt x="23321" y="4206"/>
                    <a:pt x="23321" y="4206"/>
                    <a:pt x="23334" y="4254"/>
                  </a:cubicBezTo>
                  <a:cubicBezTo>
                    <a:pt x="23333" y="4268"/>
                    <a:pt x="23331" y="4282"/>
                    <a:pt x="23330" y="4297"/>
                  </a:cubicBezTo>
                  <a:cubicBezTo>
                    <a:pt x="23329" y="4304"/>
                    <a:pt x="23329" y="4304"/>
                    <a:pt x="23327" y="4340"/>
                  </a:cubicBezTo>
                  <a:cubicBezTo>
                    <a:pt x="23326" y="4346"/>
                    <a:pt x="23326" y="4346"/>
                    <a:pt x="23322" y="4373"/>
                  </a:cubicBezTo>
                  <a:cubicBezTo>
                    <a:pt x="23349" y="4373"/>
                    <a:pt x="23376" y="4373"/>
                    <a:pt x="23403" y="4373"/>
                  </a:cubicBezTo>
                  <a:cubicBezTo>
                    <a:pt x="23403" y="4480"/>
                    <a:pt x="23403" y="4587"/>
                    <a:pt x="23403" y="4697"/>
                  </a:cubicBezTo>
                  <a:cubicBezTo>
                    <a:pt x="23430" y="4697"/>
                    <a:pt x="23457" y="4697"/>
                    <a:pt x="23484" y="4697"/>
                  </a:cubicBezTo>
                  <a:cubicBezTo>
                    <a:pt x="23484" y="4884"/>
                    <a:pt x="23484" y="5071"/>
                    <a:pt x="23484" y="5264"/>
                  </a:cubicBezTo>
                  <a:cubicBezTo>
                    <a:pt x="23457" y="5264"/>
                    <a:pt x="23431" y="5264"/>
                    <a:pt x="23403" y="5264"/>
                  </a:cubicBezTo>
                  <a:cubicBezTo>
                    <a:pt x="23405" y="5272"/>
                    <a:pt x="23407" y="5280"/>
                    <a:pt x="23408" y="5289"/>
                  </a:cubicBezTo>
                  <a:cubicBezTo>
                    <a:pt x="23426" y="5390"/>
                    <a:pt x="23435" y="5489"/>
                    <a:pt x="23403" y="5588"/>
                  </a:cubicBezTo>
                  <a:cubicBezTo>
                    <a:pt x="23340" y="5675"/>
                    <a:pt x="23252" y="5736"/>
                    <a:pt x="23167" y="5801"/>
                  </a:cubicBezTo>
                  <a:cubicBezTo>
                    <a:pt x="23068" y="5877"/>
                    <a:pt x="22993" y="5967"/>
                    <a:pt x="22921" y="6068"/>
                  </a:cubicBezTo>
                  <a:cubicBezTo>
                    <a:pt x="22856" y="6151"/>
                    <a:pt x="22856" y="6151"/>
                    <a:pt x="22793" y="6162"/>
                  </a:cubicBezTo>
                  <a:cubicBezTo>
                    <a:pt x="22753" y="6162"/>
                    <a:pt x="22714" y="6160"/>
                    <a:pt x="22674" y="6154"/>
                  </a:cubicBezTo>
                  <a:cubicBezTo>
                    <a:pt x="22674" y="6181"/>
                    <a:pt x="22674" y="6208"/>
                    <a:pt x="22674" y="6235"/>
                  </a:cubicBezTo>
                  <a:cubicBezTo>
                    <a:pt x="22568" y="6235"/>
                    <a:pt x="22461" y="6235"/>
                    <a:pt x="22350" y="6235"/>
                  </a:cubicBezTo>
                  <a:cubicBezTo>
                    <a:pt x="22350" y="6262"/>
                    <a:pt x="22350" y="6289"/>
                    <a:pt x="22350" y="6316"/>
                  </a:cubicBezTo>
                  <a:cubicBezTo>
                    <a:pt x="22265" y="6317"/>
                    <a:pt x="22179" y="6318"/>
                    <a:pt x="22093" y="6319"/>
                  </a:cubicBezTo>
                  <a:cubicBezTo>
                    <a:pt x="22064" y="6319"/>
                    <a:pt x="22035" y="6319"/>
                    <a:pt x="22006" y="6319"/>
                  </a:cubicBezTo>
                  <a:cubicBezTo>
                    <a:pt x="21964" y="6320"/>
                    <a:pt x="21922" y="6320"/>
                    <a:pt x="21880" y="6320"/>
                  </a:cubicBezTo>
                  <a:cubicBezTo>
                    <a:pt x="21867" y="6321"/>
                    <a:pt x="21854" y="6321"/>
                    <a:pt x="21840" y="6321"/>
                  </a:cubicBezTo>
                  <a:cubicBezTo>
                    <a:pt x="21808" y="6321"/>
                    <a:pt x="21775" y="6319"/>
                    <a:pt x="21743" y="6316"/>
                  </a:cubicBezTo>
                  <a:cubicBezTo>
                    <a:pt x="21730" y="6303"/>
                    <a:pt x="21716" y="6290"/>
                    <a:pt x="21703" y="6276"/>
                  </a:cubicBezTo>
                  <a:cubicBezTo>
                    <a:pt x="21668" y="6268"/>
                    <a:pt x="21668" y="6268"/>
                    <a:pt x="21628" y="6263"/>
                  </a:cubicBezTo>
                  <a:cubicBezTo>
                    <a:pt x="21613" y="6261"/>
                    <a:pt x="21599" y="6260"/>
                    <a:pt x="21584" y="6258"/>
                  </a:cubicBezTo>
                  <a:cubicBezTo>
                    <a:pt x="21569" y="6256"/>
                    <a:pt x="21554" y="6255"/>
                    <a:pt x="21538" y="6253"/>
                  </a:cubicBezTo>
                  <a:cubicBezTo>
                    <a:pt x="21531" y="6252"/>
                    <a:pt x="21531" y="6252"/>
                    <a:pt x="21492" y="6248"/>
                  </a:cubicBezTo>
                  <a:cubicBezTo>
                    <a:pt x="21454" y="6244"/>
                    <a:pt x="21416" y="6239"/>
                    <a:pt x="21379" y="6235"/>
                  </a:cubicBezTo>
                  <a:cubicBezTo>
                    <a:pt x="21379" y="6209"/>
                    <a:pt x="21379" y="6182"/>
                    <a:pt x="21379" y="6154"/>
                  </a:cubicBezTo>
                  <a:cubicBezTo>
                    <a:pt x="21352" y="6154"/>
                    <a:pt x="21325" y="6154"/>
                    <a:pt x="21298" y="6154"/>
                  </a:cubicBezTo>
                  <a:cubicBezTo>
                    <a:pt x="21298" y="6128"/>
                    <a:pt x="21298" y="6101"/>
                    <a:pt x="21298" y="6074"/>
                  </a:cubicBezTo>
                  <a:cubicBezTo>
                    <a:pt x="21286" y="6075"/>
                    <a:pt x="21273" y="6076"/>
                    <a:pt x="21261" y="6077"/>
                  </a:cubicBezTo>
                  <a:cubicBezTo>
                    <a:pt x="21217" y="6074"/>
                    <a:pt x="21217" y="6074"/>
                    <a:pt x="21187" y="6048"/>
                  </a:cubicBezTo>
                  <a:cubicBezTo>
                    <a:pt x="21177" y="6036"/>
                    <a:pt x="21168" y="6025"/>
                    <a:pt x="21159" y="6013"/>
                  </a:cubicBezTo>
                  <a:cubicBezTo>
                    <a:pt x="21153" y="6007"/>
                    <a:pt x="21153" y="6007"/>
                    <a:pt x="21127" y="5975"/>
                  </a:cubicBezTo>
                  <a:cubicBezTo>
                    <a:pt x="21122" y="5968"/>
                    <a:pt x="21122" y="5968"/>
                    <a:pt x="21095" y="5934"/>
                  </a:cubicBezTo>
                  <a:cubicBezTo>
                    <a:pt x="21074" y="5908"/>
                    <a:pt x="21053" y="5882"/>
                    <a:pt x="21032" y="5856"/>
                  </a:cubicBezTo>
                  <a:cubicBezTo>
                    <a:pt x="21023" y="5844"/>
                    <a:pt x="21014" y="5833"/>
                    <a:pt x="21004" y="5821"/>
                  </a:cubicBezTo>
                  <a:cubicBezTo>
                    <a:pt x="20974" y="5790"/>
                    <a:pt x="20974" y="5790"/>
                    <a:pt x="20930" y="5768"/>
                  </a:cubicBezTo>
                  <a:cubicBezTo>
                    <a:pt x="20918" y="5762"/>
                    <a:pt x="20905" y="5756"/>
                    <a:pt x="20893" y="5750"/>
                  </a:cubicBezTo>
                  <a:cubicBezTo>
                    <a:pt x="20888" y="5707"/>
                    <a:pt x="20888" y="5707"/>
                    <a:pt x="20893" y="5669"/>
                  </a:cubicBezTo>
                  <a:cubicBezTo>
                    <a:pt x="20866" y="5669"/>
                    <a:pt x="20839" y="5669"/>
                    <a:pt x="20812" y="5669"/>
                  </a:cubicBezTo>
                  <a:cubicBezTo>
                    <a:pt x="20812" y="5615"/>
                    <a:pt x="20812" y="5562"/>
                    <a:pt x="20812" y="5507"/>
                  </a:cubicBezTo>
                  <a:cubicBezTo>
                    <a:pt x="20785" y="5507"/>
                    <a:pt x="20758" y="5507"/>
                    <a:pt x="20731" y="5507"/>
                  </a:cubicBezTo>
                  <a:cubicBezTo>
                    <a:pt x="20731" y="5453"/>
                    <a:pt x="20731" y="5400"/>
                    <a:pt x="20731" y="5345"/>
                  </a:cubicBezTo>
                  <a:cubicBezTo>
                    <a:pt x="20704" y="5345"/>
                    <a:pt x="20677" y="5345"/>
                    <a:pt x="20650" y="5345"/>
                  </a:cubicBezTo>
                  <a:cubicBezTo>
                    <a:pt x="20650" y="5318"/>
                    <a:pt x="20650" y="5291"/>
                    <a:pt x="20650" y="5264"/>
                  </a:cubicBezTo>
                  <a:cubicBezTo>
                    <a:pt x="20383" y="5264"/>
                    <a:pt x="20115" y="5264"/>
                    <a:pt x="19840" y="5264"/>
                  </a:cubicBezTo>
                  <a:cubicBezTo>
                    <a:pt x="19840" y="5290"/>
                    <a:pt x="19840" y="5317"/>
                    <a:pt x="19840" y="5345"/>
                  </a:cubicBezTo>
                  <a:cubicBezTo>
                    <a:pt x="19733" y="5345"/>
                    <a:pt x="19626" y="5345"/>
                    <a:pt x="19516" y="5345"/>
                  </a:cubicBezTo>
                  <a:cubicBezTo>
                    <a:pt x="19516" y="5371"/>
                    <a:pt x="19516" y="5398"/>
                    <a:pt x="19516" y="5426"/>
                  </a:cubicBezTo>
                  <a:cubicBezTo>
                    <a:pt x="19463" y="5426"/>
                    <a:pt x="19409" y="5426"/>
                    <a:pt x="19354" y="5426"/>
                  </a:cubicBezTo>
                  <a:cubicBezTo>
                    <a:pt x="19354" y="5452"/>
                    <a:pt x="19354" y="5479"/>
                    <a:pt x="19354" y="5507"/>
                  </a:cubicBezTo>
                  <a:cubicBezTo>
                    <a:pt x="19348" y="5509"/>
                    <a:pt x="19348" y="5509"/>
                    <a:pt x="19316" y="5519"/>
                  </a:cubicBezTo>
                  <a:cubicBezTo>
                    <a:pt x="19177" y="5567"/>
                    <a:pt x="19077" y="5628"/>
                    <a:pt x="18990" y="5750"/>
                  </a:cubicBezTo>
                  <a:cubicBezTo>
                    <a:pt x="18968" y="5803"/>
                    <a:pt x="18955" y="5854"/>
                    <a:pt x="18949" y="5912"/>
                  </a:cubicBezTo>
                  <a:cubicBezTo>
                    <a:pt x="18923" y="5912"/>
                    <a:pt x="18896" y="5912"/>
                    <a:pt x="18868" y="5912"/>
                  </a:cubicBezTo>
                  <a:cubicBezTo>
                    <a:pt x="18868" y="5965"/>
                    <a:pt x="18868" y="6018"/>
                    <a:pt x="18868" y="6074"/>
                  </a:cubicBezTo>
                  <a:cubicBezTo>
                    <a:pt x="18842" y="6074"/>
                    <a:pt x="18815" y="6074"/>
                    <a:pt x="18787" y="6074"/>
                  </a:cubicBezTo>
                  <a:cubicBezTo>
                    <a:pt x="18787" y="6154"/>
                    <a:pt x="18787" y="6234"/>
                    <a:pt x="18787" y="6316"/>
                  </a:cubicBezTo>
                  <a:cubicBezTo>
                    <a:pt x="18761" y="6316"/>
                    <a:pt x="18734" y="6316"/>
                    <a:pt x="18706" y="6316"/>
                  </a:cubicBezTo>
                  <a:cubicBezTo>
                    <a:pt x="18706" y="6610"/>
                    <a:pt x="18706" y="6904"/>
                    <a:pt x="18706" y="7207"/>
                  </a:cubicBezTo>
                  <a:cubicBezTo>
                    <a:pt x="18733" y="7207"/>
                    <a:pt x="18760" y="7207"/>
                    <a:pt x="18787" y="7207"/>
                  </a:cubicBezTo>
                  <a:cubicBezTo>
                    <a:pt x="18787" y="7314"/>
                    <a:pt x="18787" y="7421"/>
                    <a:pt x="18787" y="7531"/>
                  </a:cubicBezTo>
                  <a:cubicBezTo>
                    <a:pt x="18814" y="7531"/>
                    <a:pt x="18841" y="7531"/>
                    <a:pt x="18868" y="7531"/>
                  </a:cubicBezTo>
                  <a:cubicBezTo>
                    <a:pt x="18868" y="7611"/>
                    <a:pt x="18868" y="7691"/>
                    <a:pt x="18868" y="7774"/>
                  </a:cubicBezTo>
                  <a:cubicBezTo>
                    <a:pt x="18895" y="7774"/>
                    <a:pt x="18922" y="7774"/>
                    <a:pt x="18949" y="7774"/>
                  </a:cubicBezTo>
                  <a:cubicBezTo>
                    <a:pt x="18949" y="7828"/>
                    <a:pt x="18949" y="7881"/>
                    <a:pt x="18949" y="7936"/>
                  </a:cubicBezTo>
                  <a:cubicBezTo>
                    <a:pt x="18976" y="7936"/>
                    <a:pt x="19003" y="7936"/>
                    <a:pt x="19030" y="7936"/>
                  </a:cubicBezTo>
                  <a:cubicBezTo>
                    <a:pt x="19030" y="7963"/>
                    <a:pt x="19030" y="7989"/>
                    <a:pt x="19030" y="8017"/>
                  </a:cubicBezTo>
                  <a:cubicBezTo>
                    <a:pt x="19057" y="8017"/>
                    <a:pt x="19084" y="8017"/>
                    <a:pt x="19111" y="8017"/>
                  </a:cubicBezTo>
                  <a:cubicBezTo>
                    <a:pt x="19116" y="8031"/>
                    <a:pt x="19121" y="8044"/>
                    <a:pt x="19126" y="8058"/>
                  </a:cubicBezTo>
                  <a:cubicBezTo>
                    <a:pt x="19198" y="8250"/>
                    <a:pt x="19198" y="8250"/>
                    <a:pt x="19273" y="8300"/>
                  </a:cubicBezTo>
                  <a:cubicBezTo>
                    <a:pt x="19327" y="8318"/>
                    <a:pt x="19380" y="8331"/>
                    <a:pt x="19435" y="8341"/>
                  </a:cubicBezTo>
                  <a:cubicBezTo>
                    <a:pt x="19435" y="8368"/>
                    <a:pt x="19435" y="8394"/>
                    <a:pt x="19435" y="8422"/>
                  </a:cubicBezTo>
                  <a:cubicBezTo>
                    <a:pt x="19462" y="8422"/>
                    <a:pt x="19489" y="8422"/>
                    <a:pt x="19516" y="8422"/>
                  </a:cubicBezTo>
                  <a:cubicBezTo>
                    <a:pt x="19516" y="8449"/>
                    <a:pt x="19516" y="8475"/>
                    <a:pt x="19516" y="8503"/>
                  </a:cubicBezTo>
                  <a:cubicBezTo>
                    <a:pt x="19543" y="8503"/>
                    <a:pt x="19570" y="8503"/>
                    <a:pt x="19597" y="8503"/>
                  </a:cubicBezTo>
                  <a:cubicBezTo>
                    <a:pt x="19597" y="8530"/>
                    <a:pt x="19597" y="8556"/>
                    <a:pt x="19597" y="8584"/>
                  </a:cubicBezTo>
                  <a:cubicBezTo>
                    <a:pt x="19704" y="8584"/>
                    <a:pt x="19811" y="8584"/>
                    <a:pt x="19921" y="8584"/>
                  </a:cubicBezTo>
                  <a:cubicBezTo>
                    <a:pt x="19921" y="8611"/>
                    <a:pt x="19921" y="8637"/>
                    <a:pt x="19921" y="8665"/>
                  </a:cubicBezTo>
                  <a:cubicBezTo>
                    <a:pt x="20162" y="8665"/>
                    <a:pt x="20402" y="8665"/>
                    <a:pt x="20650" y="8665"/>
                  </a:cubicBezTo>
                  <a:cubicBezTo>
                    <a:pt x="20650" y="8638"/>
                    <a:pt x="20650" y="8611"/>
                    <a:pt x="20650" y="8584"/>
                  </a:cubicBezTo>
                  <a:cubicBezTo>
                    <a:pt x="20677" y="8584"/>
                    <a:pt x="20703" y="8584"/>
                    <a:pt x="20731" y="8584"/>
                  </a:cubicBezTo>
                  <a:cubicBezTo>
                    <a:pt x="20731" y="8530"/>
                    <a:pt x="20731" y="8477"/>
                    <a:pt x="20731" y="8422"/>
                  </a:cubicBezTo>
                  <a:cubicBezTo>
                    <a:pt x="20758" y="8422"/>
                    <a:pt x="20784" y="8422"/>
                    <a:pt x="20812" y="8422"/>
                  </a:cubicBezTo>
                  <a:cubicBezTo>
                    <a:pt x="20812" y="8395"/>
                    <a:pt x="20812" y="8368"/>
                    <a:pt x="20812" y="8341"/>
                  </a:cubicBezTo>
                  <a:cubicBezTo>
                    <a:pt x="20839" y="8341"/>
                    <a:pt x="20865" y="8341"/>
                    <a:pt x="20893" y="8341"/>
                  </a:cubicBezTo>
                  <a:cubicBezTo>
                    <a:pt x="20893" y="8288"/>
                    <a:pt x="20893" y="8234"/>
                    <a:pt x="20893" y="8179"/>
                  </a:cubicBezTo>
                  <a:cubicBezTo>
                    <a:pt x="20920" y="8179"/>
                    <a:pt x="20946" y="8179"/>
                    <a:pt x="20974" y="8179"/>
                  </a:cubicBezTo>
                  <a:cubicBezTo>
                    <a:pt x="20972" y="8167"/>
                    <a:pt x="20971" y="8156"/>
                    <a:pt x="20969" y="8144"/>
                  </a:cubicBezTo>
                  <a:cubicBezTo>
                    <a:pt x="20975" y="8082"/>
                    <a:pt x="21007" y="8053"/>
                    <a:pt x="21050" y="8012"/>
                  </a:cubicBezTo>
                  <a:cubicBezTo>
                    <a:pt x="21057" y="8005"/>
                    <a:pt x="21064" y="7997"/>
                    <a:pt x="21071" y="7990"/>
                  </a:cubicBezTo>
                  <a:cubicBezTo>
                    <a:pt x="21108" y="7953"/>
                    <a:pt x="21129" y="7937"/>
                    <a:pt x="21182" y="7931"/>
                  </a:cubicBezTo>
                  <a:cubicBezTo>
                    <a:pt x="21187" y="7932"/>
                    <a:pt x="21187" y="7932"/>
                    <a:pt x="21217" y="7936"/>
                  </a:cubicBezTo>
                  <a:cubicBezTo>
                    <a:pt x="21217" y="7909"/>
                    <a:pt x="21217" y="7883"/>
                    <a:pt x="21217" y="7855"/>
                  </a:cubicBezTo>
                  <a:cubicBezTo>
                    <a:pt x="21270" y="7855"/>
                    <a:pt x="21324" y="7855"/>
                    <a:pt x="21379" y="7855"/>
                  </a:cubicBezTo>
                  <a:cubicBezTo>
                    <a:pt x="21379" y="7828"/>
                    <a:pt x="21379" y="7802"/>
                    <a:pt x="21379" y="7774"/>
                  </a:cubicBezTo>
                  <a:cubicBezTo>
                    <a:pt x="21432" y="7774"/>
                    <a:pt x="21486" y="7774"/>
                    <a:pt x="21541" y="7774"/>
                  </a:cubicBezTo>
                  <a:cubicBezTo>
                    <a:pt x="21541" y="7747"/>
                    <a:pt x="21541" y="7721"/>
                    <a:pt x="21541" y="7693"/>
                  </a:cubicBezTo>
                  <a:cubicBezTo>
                    <a:pt x="21888" y="7693"/>
                    <a:pt x="22236" y="7693"/>
                    <a:pt x="22593" y="7693"/>
                  </a:cubicBezTo>
                  <a:cubicBezTo>
                    <a:pt x="22593" y="7720"/>
                    <a:pt x="22593" y="7747"/>
                    <a:pt x="22593" y="7774"/>
                  </a:cubicBezTo>
                  <a:cubicBezTo>
                    <a:pt x="22647" y="7774"/>
                    <a:pt x="22700" y="7774"/>
                    <a:pt x="22755" y="7774"/>
                  </a:cubicBezTo>
                  <a:cubicBezTo>
                    <a:pt x="22755" y="7801"/>
                    <a:pt x="22755" y="7828"/>
                    <a:pt x="22755" y="7855"/>
                  </a:cubicBezTo>
                  <a:cubicBezTo>
                    <a:pt x="22782" y="7855"/>
                    <a:pt x="22809" y="7855"/>
                    <a:pt x="22836" y="7855"/>
                  </a:cubicBezTo>
                  <a:cubicBezTo>
                    <a:pt x="22836" y="7882"/>
                    <a:pt x="22836" y="7909"/>
                    <a:pt x="22836" y="7936"/>
                  </a:cubicBezTo>
                  <a:cubicBezTo>
                    <a:pt x="22846" y="7934"/>
                    <a:pt x="22856" y="7932"/>
                    <a:pt x="22866" y="7930"/>
                  </a:cubicBezTo>
                  <a:cubicBezTo>
                    <a:pt x="22940" y="7922"/>
                    <a:pt x="22983" y="7925"/>
                    <a:pt x="23045" y="7969"/>
                  </a:cubicBezTo>
                  <a:cubicBezTo>
                    <a:pt x="23158" y="8073"/>
                    <a:pt x="23158" y="8073"/>
                    <a:pt x="23165" y="8144"/>
                  </a:cubicBezTo>
                  <a:cubicBezTo>
                    <a:pt x="23163" y="8155"/>
                    <a:pt x="23162" y="8167"/>
                    <a:pt x="23160" y="8179"/>
                  </a:cubicBezTo>
                  <a:cubicBezTo>
                    <a:pt x="23187" y="8179"/>
                    <a:pt x="23214" y="8179"/>
                    <a:pt x="23241" y="8179"/>
                  </a:cubicBezTo>
                  <a:cubicBezTo>
                    <a:pt x="23241" y="8206"/>
                    <a:pt x="23241" y="8232"/>
                    <a:pt x="23241" y="8260"/>
                  </a:cubicBezTo>
                  <a:cubicBezTo>
                    <a:pt x="23268" y="8260"/>
                    <a:pt x="23295" y="8260"/>
                    <a:pt x="23322" y="8260"/>
                  </a:cubicBezTo>
                  <a:cubicBezTo>
                    <a:pt x="23322" y="8313"/>
                    <a:pt x="23322" y="8367"/>
                    <a:pt x="23322" y="8422"/>
                  </a:cubicBezTo>
                  <a:cubicBezTo>
                    <a:pt x="23349" y="8422"/>
                    <a:pt x="23376" y="8422"/>
                    <a:pt x="23403" y="8422"/>
                  </a:cubicBezTo>
                  <a:cubicBezTo>
                    <a:pt x="23510" y="8684"/>
                    <a:pt x="23492" y="8954"/>
                    <a:pt x="23484" y="9232"/>
                  </a:cubicBezTo>
                  <a:cubicBezTo>
                    <a:pt x="23457" y="9232"/>
                    <a:pt x="23431" y="9232"/>
                    <a:pt x="23403" y="9232"/>
                  </a:cubicBezTo>
                  <a:cubicBezTo>
                    <a:pt x="23403" y="9365"/>
                    <a:pt x="23403" y="9499"/>
                    <a:pt x="23403" y="9637"/>
                  </a:cubicBezTo>
                  <a:cubicBezTo>
                    <a:pt x="23377" y="9637"/>
                    <a:pt x="23350" y="9637"/>
                    <a:pt x="23322" y="9637"/>
                  </a:cubicBezTo>
                  <a:cubicBezTo>
                    <a:pt x="23324" y="9649"/>
                    <a:pt x="23325" y="9661"/>
                    <a:pt x="23326" y="9673"/>
                  </a:cubicBezTo>
                  <a:cubicBezTo>
                    <a:pt x="23322" y="9718"/>
                    <a:pt x="23322" y="9718"/>
                    <a:pt x="23297" y="9748"/>
                  </a:cubicBezTo>
                  <a:cubicBezTo>
                    <a:pt x="23285" y="9757"/>
                    <a:pt x="23274" y="9766"/>
                    <a:pt x="23262" y="9776"/>
                  </a:cubicBezTo>
                  <a:cubicBezTo>
                    <a:pt x="23249" y="9786"/>
                    <a:pt x="23236" y="9796"/>
                    <a:pt x="23224" y="9807"/>
                  </a:cubicBezTo>
                  <a:cubicBezTo>
                    <a:pt x="23210" y="9818"/>
                    <a:pt x="23197" y="9828"/>
                    <a:pt x="23183" y="9839"/>
                  </a:cubicBezTo>
                  <a:cubicBezTo>
                    <a:pt x="23157" y="9860"/>
                    <a:pt x="23131" y="9881"/>
                    <a:pt x="23105" y="9902"/>
                  </a:cubicBezTo>
                  <a:cubicBezTo>
                    <a:pt x="23093" y="9912"/>
                    <a:pt x="23081" y="9921"/>
                    <a:pt x="23069" y="9930"/>
                  </a:cubicBezTo>
                  <a:cubicBezTo>
                    <a:pt x="23039" y="9961"/>
                    <a:pt x="23039" y="9961"/>
                    <a:pt x="23017" y="10004"/>
                  </a:cubicBezTo>
                  <a:cubicBezTo>
                    <a:pt x="23011" y="10017"/>
                    <a:pt x="23005" y="10029"/>
                    <a:pt x="22998" y="10042"/>
                  </a:cubicBezTo>
                  <a:cubicBezTo>
                    <a:pt x="22955" y="10047"/>
                    <a:pt x="22955" y="10047"/>
                    <a:pt x="22917" y="10042"/>
                  </a:cubicBezTo>
                  <a:cubicBezTo>
                    <a:pt x="22919" y="10053"/>
                    <a:pt x="22920" y="10065"/>
                    <a:pt x="22921" y="10077"/>
                  </a:cubicBezTo>
                  <a:cubicBezTo>
                    <a:pt x="22915" y="10154"/>
                    <a:pt x="22863" y="10201"/>
                    <a:pt x="22808" y="10251"/>
                  </a:cubicBezTo>
                  <a:cubicBezTo>
                    <a:pt x="22722" y="10315"/>
                    <a:pt x="22613" y="10296"/>
                    <a:pt x="22512" y="10284"/>
                  </a:cubicBezTo>
                  <a:cubicBezTo>
                    <a:pt x="22512" y="10311"/>
                    <a:pt x="22512" y="10338"/>
                    <a:pt x="22512" y="10365"/>
                  </a:cubicBezTo>
                  <a:cubicBezTo>
                    <a:pt x="22219" y="10365"/>
                    <a:pt x="21925" y="10365"/>
                    <a:pt x="21622" y="10365"/>
                  </a:cubicBezTo>
                  <a:cubicBezTo>
                    <a:pt x="21622" y="10339"/>
                    <a:pt x="21622" y="10312"/>
                    <a:pt x="21622" y="10284"/>
                  </a:cubicBezTo>
                  <a:cubicBezTo>
                    <a:pt x="21542" y="10284"/>
                    <a:pt x="21461" y="10284"/>
                    <a:pt x="21379" y="10284"/>
                  </a:cubicBezTo>
                  <a:cubicBezTo>
                    <a:pt x="21379" y="10258"/>
                    <a:pt x="21379" y="10231"/>
                    <a:pt x="21379" y="10203"/>
                  </a:cubicBezTo>
                  <a:cubicBezTo>
                    <a:pt x="21352" y="10203"/>
                    <a:pt x="21325" y="10203"/>
                    <a:pt x="21298" y="10203"/>
                  </a:cubicBezTo>
                  <a:cubicBezTo>
                    <a:pt x="21298" y="10177"/>
                    <a:pt x="21298" y="10150"/>
                    <a:pt x="21298" y="10123"/>
                  </a:cubicBezTo>
                  <a:cubicBezTo>
                    <a:pt x="21271" y="10123"/>
                    <a:pt x="21244" y="10123"/>
                    <a:pt x="21217" y="10123"/>
                  </a:cubicBezTo>
                  <a:cubicBezTo>
                    <a:pt x="21217" y="10096"/>
                    <a:pt x="21217" y="10069"/>
                    <a:pt x="21217" y="10042"/>
                  </a:cubicBezTo>
                  <a:cubicBezTo>
                    <a:pt x="21163" y="10042"/>
                    <a:pt x="21110" y="10042"/>
                    <a:pt x="21055" y="10042"/>
                  </a:cubicBezTo>
                  <a:cubicBezTo>
                    <a:pt x="21055" y="10015"/>
                    <a:pt x="21055" y="9988"/>
                    <a:pt x="21055" y="9961"/>
                  </a:cubicBezTo>
                  <a:cubicBezTo>
                    <a:pt x="21028" y="9961"/>
                    <a:pt x="21001" y="9961"/>
                    <a:pt x="20974" y="9961"/>
                  </a:cubicBezTo>
                  <a:cubicBezTo>
                    <a:pt x="20969" y="9946"/>
                    <a:pt x="20964" y="9932"/>
                    <a:pt x="20959" y="9918"/>
                  </a:cubicBezTo>
                  <a:cubicBezTo>
                    <a:pt x="20956" y="9908"/>
                    <a:pt x="20956" y="9908"/>
                    <a:pt x="20938" y="9862"/>
                  </a:cubicBezTo>
                  <a:cubicBezTo>
                    <a:pt x="20932" y="9844"/>
                    <a:pt x="20925" y="9825"/>
                    <a:pt x="20918" y="9806"/>
                  </a:cubicBezTo>
                  <a:cubicBezTo>
                    <a:pt x="20888" y="9750"/>
                    <a:pt x="20868" y="9745"/>
                    <a:pt x="20812" y="9718"/>
                  </a:cubicBezTo>
                  <a:cubicBezTo>
                    <a:pt x="20733" y="9590"/>
                    <a:pt x="20720" y="9459"/>
                    <a:pt x="20731" y="9313"/>
                  </a:cubicBezTo>
                  <a:cubicBezTo>
                    <a:pt x="20704" y="9313"/>
                    <a:pt x="20677" y="9313"/>
                    <a:pt x="20650" y="9313"/>
                  </a:cubicBezTo>
                  <a:cubicBezTo>
                    <a:pt x="20650" y="9286"/>
                    <a:pt x="20650" y="9259"/>
                    <a:pt x="20650" y="9232"/>
                  </a:cubicBezTo>
                  <a:cubicBezTo>
                    <a:pt x="20356" y="9232"/>
                    <a:pt x="20062" y="9232"/>
                    <a:pt x="19759" y="9232"/>
                  </a:cubicBezTo>
                  <a:cubicBezTo>
                    <a:pt x="19759" y="9205"/>
                    <a:pt x="19759" y="9178"/>
                    <a:pt x="19759" y="9151"/>
                  </a:cubicBezTo>
                  <a:cubicBezTo>
                    <a:pt x="19706" y="9151"/>
                    <a:pt x="19652" y="9151"/>
                    <a:pt x="19597" y="9151"/>
                  </a:cubicBezTo>
                  <a:cubicBezTo>
                    <a:pt x="19597" y="9124"/>
                    <a:pt x="19597" y="9097"/>
                    <a:pt x="19597" y="9070"/>
                  </a:cubicBezTo>
                  <a:cubicBezTo>
                    <a:pt x="19517" y="9070"/>
                    <a:pt x="19437" y="9070"/>
                    <a:pt x="19354" y="9070"/>
                  </a:cubicBezTo>
                  <a:cubicBezTo>
                    <a:pt x="19354" y="9043"/>
                    <a:pt x="19354" y="9016"/>
                    <a:pt x="19354" y="8989"/>
                  </a:cubicBezTo>
                  <a:cubicBezTo>
                    <a:pt x="19274" y="8989"/>
                    <a:pt x="19194" y="8989"/>
                    <a:pt x="19111" y="8989"/>
                  </a:cubicBezTo>
                  <a:cubicBezTo>
                    <a:pt x="19111" y="8962"/>
                    <a:pt x="19111" y="8935"/>
                    <a:pt x="19111" y="8908"/>
                  </a:cubicBezTo>
                  <a:cubicBezTo>
                    <a:pt x="19085" y="8908"/>
                    <a:pt x="19058" y="8908"/>
                    <a:pt x="19030" y="8908"/>
                  </a:cubicBezTo>
                  <a:cubicBezTo>
                    <a:pt x="19030" y="8881"/>
                    <a:pt x="19030" y="8854"/>
                    <a:pt x="19030" y="8827"/>
                  </a:cubicBezTo>
                  <a:cubicBezTo>
                    <a:pt x="19018" y="8828"/>
                    <a:pt x="19006" y="8829"/>
                    <a:pt x="18993" y="8831"/>
                  </a:cubicBezTo>
                  <a:cubicBezTo>
                    <a:pt x="18949" y="8827"/>
                    <a:pt x="18949" y="8827"/>
                    <a:pt x="18919" y="8801"/>
                  </a:cubicBezTo>
                  <a:cubicBezTo>
                    <a:pt x="18910" y="8790"/>
                    <a:pt x="18901" y="8778"/>
                    <a:pt x="18891" y="8766"/>
                  </a:cubicBezTo>
                  <a:cubicBezTo>
                    <a:pt x="18886" y="8760"/>
                    <a:pt x="18886" y="8760"/>
                    <a:pt x="18860" y="8728"/>
                  </a:cubicBezTo>
                  <a:cubicBezTo>
                    <a:pt x="18855" y="8721"/>
                    <a:pt x="18855" y="8721"/>
                    <a:pt x="18828" y="8688"/>
                  </a:cubicBezTo>
                  <a:cubicBezTo>
                    <a:pt x="18807" y="8661"/>
                    <a:pt x="18786" y="8635"/>
                    <a:pt x="18765" y="8609"/>
                  </a:cubicBezTo>
                  <a:cubicBezTo>
                    <a:pt x="18755" y="8598"/>
                    <a:pt x="18746" y="8586"/>
                    <a:pt x="18737" y="8574"/>
                  </a:cubicBezTo>
                  <a:cubicBezTo>
                    <a:pt x="18706" y="8543"/>
                    <a:pt x="18706" y="8543"/>
                    <a:pt x="18663" y="8522"/>
                  </a:cubicBezTo>
                  <a:cubicBezTo>
                    <a:pt x="18650" y="8515"/>
                    <a:pt x="18638" y="8509"/>
                    <a:pt x="18625" y="8503"/>
                  </a:cubicBezTo>
                  <a:cubicBezTo>
                    <a:pt x="18620" y="8460"/>
                    <a:pt x="18620" y="8460"/>
                    <a:pt x="18625" y="8422"/>
                  </a:cubicBezTo>
                  <a:cubicBezTo>
                    <a:pt x="18599" y="8422"/>
                    <a:pt x="18572" y="8422"/>
                    <a:pt x="18544" y="8422"/>
                  </a:cubicBezTo>
                  <a:cubicBezTo>
                    <a:pt x="18544" y="8368"/>
                    <a:pt x="18544" y="8315"/>
                    <a:pt x="18544" y="8260"/>
                  </a:cubicBezTo>
                  <a:cubicBezTo>
                    <a:pt x="18518" y="8260"/>
                    <a:pt x="18491" y="8260"/>
                    <a:pt x="18463" y="8260"/>
                  </a:cubicBezTo>
                  <a:cubicBezTo>
                    <a:pt x="18463" y="8233"/>
                    <a:pt x="18463" y="8207"/>
                    <a:pt x="18463" y="8179"/>
                  </a:cubicBezTo>
                  <a:cubicBezTo>
                    <a:pt x="18437" y="8179"/>
                    <a:pt x="18410" y="8179"/>
                    <a:pt x="18382" y="8179"/>
                  </a:cubicBezTo>
                  <a:cubicBezTo>
                    <a:pt x="18382" y="8099"/>
                    <a:pt x="18382" y="8019"/>
                    <a:pt x="18382" y="7936"/>
                  </a:cubicBezTo>
                  <a:cubicBezTo>
                    <a:pt x="18356" y="7936"/>
                    <a:pt x="18329" y="7936"/>
                    <a:pt x="18301" y="7936"/>
                  </a:cubicBezTo>
                  <a:cubicBezTo>
                    <a:pt x="18301" y="7856"/>
                    <a:pt x="18301" y="7776"/>
                    <a:pt x="18301" y="7693"/>
                  </a:cubicBezTo>
                  <a:cubicBezTo>
                    <a:pt x="18275" y="7693"/>
                    <a:pt x="18248" y="7693"/>
                    <a:pt x="18221" y="7693"/>
                  </a:cubicBezTo>
                  <a:cubicBezTo>
                    <a:pt x="18221" y="7586"/>
                    <a:pt x="18221" y="7479"/>
                    <a:pt x="18221" y="7369"/>
                  </a:cubicBezTo>
                  <a:cubicBezTo>
                    <a:pt x="18194" y="7369"/>
                    <a:pt x="18167" y="7369"/>
                    <a:pt x="18140" y="7369"/>
                  </a:cubicBezTo>
                  <a:cubicBezTo>
                    <a:pt x="18140" y="7236"/>
                    <a:pt x="18140" y="7102"/>
                    <a:pt x="18140" y="6964"/>
                  </a:cubicBezTo>
                  <a:cubicBezTo>
                    <a:pt x="18113" y="6964"/>
                    <a:pt x="18086" y="6964"/>
                    <a:pt x="18059" y="6964"/>
                  </a:cubicBezTo>
                  <a:cubicBezTo>
                    <a:pt x="18059" y="6938"/>
                    <a:pt x="18059" y="6911"/>
                    <a:pt x="18059" y="6883"/>
                  </a:cubicBezTo>
                  <a:cubicBezTo>
                    <a:pt x="17684" y="6883"/>
                    <a:pt x="17310" y="6883"/>
                    <a:pt x="16925" y="6883"/>
                  </a:cubicBezTo>
                  <a:cubicBezTo>
                    <a:pt x="16925" y="6910"/>
                    <a:pt x="16925" y="6937"/>
                    <a:pt x="16925" y="6964"/>
                  </a:cubicBezTo>
                  <a:cubicBezTo>
                    <a:pt x="16898" y="6964"/>
                    <a:pt x="16871" y="6964"/>
                    <a:pt x="16844" y="6964"/>
                  </a:cubicBezTo>
                  <a:cubicBezTo>
                    <a:pt x="16844" y="7499"/>
                    <a:pt x="16844" y="8033"/>
                    <a:pt x="16844" y="8584"/>
                  </a:cubicBezTo>
                  <a:cubicBezTo>
                    <a:pt x="16817" y="8584"/>
                    <a:pt x="16790" y="8584"/>
                    <a:pt x="16763" y="8584"/>
                  </a:cubicBezTo>
                  <a:cubicBezTo>
                    <a:pt x="16763" y="8611"/>
                    <a:pt x="16763" y="8637"/>
                    <a:pt x="16763" y="8665"/>
                  </a:cubicBezTo>
                  <a:cubicBezTo>
                    <a:pt x="16790" y="8665"/>
                    <a:pt x="16816" y="8665"/>
                    <a:pt x="16844" y="8665"/>
                  </a:cubicBezTo>
                  <a:cubicBezTo>
                    <a:pt x="16844" y="9654"/>
                    <a:pt x="16844" y="10642"/>
                    <a:pt x="16844" y="11661"/>
                  </a:cubicBezTo>
                  <a:cubicBezTo>
                    <a:pt x="16817" y="11661"/>
                    <a:pt x="16790" y="11661"/>
                    <a:pt x="16763" y="11661"/>
                  </a:cubicBezTo>
                  <a:cubicBezTo>
                    <a:pt x="16763" y="11741"/>
                    <a:pt x="16763" y="11821"/>
                    <a:pt x="16763" y="11904"/>
                  </a:cubicBezTo>
                  <a:cubicBezTo>
                    <a:pt x="16736" y="11904"/>
                    <a:pt x="16709" y="11904"/>
                    <a:pt x="16682" y="11904"/>
                  </a:cubicBezTo>
                  <a:cubicBezTo>
                    <a:pt x="16682" y="11931"/>
                    <a:pt x="16682" y="11958"/>
                    <a:pt x="16682" y="11985"/>
                  </a:cubicBezTo>
                  <a:cubicBezTo>
                    <a:pt x="16655" y="11985"/>
                    <a:pt x="16628" y="11985"/>
                    <a:pt x="16601" y="11985"/>
                  </a:cubicBezTo>
                  <a:cubicBezTo>
                    <a:pt x="16603" y="11995"/>
                    <a:pt x="16605" y="12005"/>
                    <a:pt x="16607" y="12015"/>
                  </a:cubicBezTo>
                  <a:cubicBezTo>
                    <a:pt x="16615" y="12089"/>
                    <a:pt x="16612" y="12132"/>
                    <a:pt x="16568" y="12194"/>
                  </a:cubicBezTo>
                  <a:cubicBezTo>
                    <a:pt x="16464" y="12307"/>
                    <a:pt x="16464" y="12307"/>
                    <a:pt x="16393" y="12313"/>
                  </a:cubicBezTo>
                  <a:cubicBezTo>
                    <a:pt x="16381" y="12312"/>
                    <a:pt x="16370" y="12310"/>
                    <a:pt x="16358" y="12309"/>
                  </a:cubicBezTo>
                  <a:cubicBezTo>
                    <a:pt x="16358" y="12336"/>
                    <a:pt x="16358" y="12362"/>
                    <a:pt x="16358" y="12390"/>
                  </a:cubicBezTo>
                  <a:cubicBezTo>
                    <a:pt x="16138" y="12468"/>
                    <a:pt x="15939" y="12483"/>
                    <a:pt x="15707" y="12481"/>
                  </a:cubicBezTo>
                  <a:cubicBezTo>
                    <a:pt x="15671" y="12481"/>
                    <a:pt x="15634" y="12481"/>
                    <a:pt x="15598" y="12482"/>
                  </a:cubicBezTo>
                  <a:cubicBezTo>
                    <a:pt x="15519" y="12482"/>
                    <a:pt x="15440" y="12482"/>
                    <a:pt x="15362" y="12482"/>
                  </a:cubicBezTo>
                  <a:cubicBezTo>
                    <a:pt x="15244" y="12481"/>
                    <a:pt x="15127" y="12482"/>
                    <a:pt x="15010" y="12482"/>
                  </a:cubicBezTo>
                  <a:cubicBezTo>
                    <a:pt x="14801" y="12482"/>
                    <a:pt x="14592" y="12482"/>
                    <a:pt x="14382" y="12482"/>
                  </a:cubicBezTo>
                  <a:cubicBezTo>
                    <a:pt x="14199" y="12482"/>
                    <a:pt x="14016" y="12482"/>
                    <a:pt x="13833" y="12482"/>
                  </a:cubicBezTo>
                  <a:cubicBezTo>
                    <a:pt x="13821" y="12482"/>
                    <a:pt x="13808" y="12482"/>
                    <a:pt x="13796" y="12482"/>
                  </a:cubicBezTo>
                  <a:cubicBezTo>
                    <a:pt x="13746" y="12482"/>
                    <a:pt x="13697" y="12482"/>
                    <a:pt x="13648" y="12482"/>
                  </a:cubicBezTo>
                  <a:cubicBezTo>
                    <a:pt x="13184" y="12482"/>
                    <a:pt x="12721" y="12482"/>
                    <a:pt x="12258" y="12481"/>
                  </a:cubicBezTo>
                  <a:cubicBezTo>
                    <a:pt x="11847" y="12481"/>
                    <a:pt x="11436" y="12481"/>
                    <a:pt x="11025" y="12481"/>
                  </a:cubicBezTo>
                  <a:cubicBezTo>
                    <a:pt x="10562" y="12482"/>
                    <a:pt x="10100" y="12482"/>
                    <a:pt x="9638" y="12482"/>
                  </a:cubicBezTo>
                  <a:cubicBezTo>
                    <a:pt x="9588" y="12482"/>
                    <a:pt x="9539" y="12482"/>
                    <a:pt x="9490" y="12482"/>
                  </a:cubicBezTo>
                  <a:cubicBezTo>
                    <a:pt x="9477" y="12482"/>
                    <a:pt x="9465" y="12482"/>
                    <a:pt x="9453" y="12482"/>
                  </a:cubicBezTo>
                  <a:cubicBezTo>
                    <a:pt x="9270" y="12482"/>
                    <a:pt x="9087" y="12482"/>
                    <a:pt x="8904" y="12482"/>
                  </a:cubicBezTo>
                  <a:cubicBezTo>
                    <a:pt x="8696" y="12482"/>
                    <a:pt x="8487" y="12482"/>
                    <a:pt x="8279" y="12482"/>
                  </a:cubicBezTo>
                  <a:cubicBezTo>
                    <a:pt x="8163" y="12481"/>
                    <a:pt x="8046" y="12481"/>
                    <a:pt x="7930" y="12482"/>
                  </a:cubicBezTo>
                  <a:cubicBezTo>
                    <a:pt x="7843" y="12482"/>
                    <a:pt x="7756" y="12482"/>
                    <a:pt x="7669" y="12481"/>
                  </a:cubicBezTo>
                  <a:cubicBezTo>
                    <a:pt x="7634" y="12481"/>
                    <a:pt x="7599" y="12481"/>
                    <a:pt x="7564" y="12481"/>
                  </a:cubicBezTo>
                  <a:cubicBezTo>
                    <a:pt x="7350" y="12483"/>
                    <a:pt x="7166" y="12461"/>
                    <a:pt x="6964" y="12390"/>
                  </a:cubicBezTo>
                  <a:cubicBezTo>
                    <a:pt x="6964" y="12363"/>
                    <a:pt x="6964" y="12337"/>
                    <a:pt x="6964" y="12309"/>
                  </a:cubicBezTo>
                  <a:cubicBezTo>
                    <a:pt x="6938" y="12309"/>
                    <a:pt x="6911" y="12309"/>
                    <a:pt x="6883" y="12309"/>
                  </a:cubicBezTo>
                  <a:cubicBezTo>
                    <a:pt x="6883" y="12282"/>
                    <a:pt x="6883" y="12256"/>
                    <a:pt x="6883" y="12228"/>
                  </a:cubicBezTo>
                  <a:cubicBezTo>
                    <a:pt x="6830" y="12228"/>
                    <a:pt x="6776" y="12228"/>
                    <a:pt x="6721" y="12228"/>
                  </a:cubicBezTo>
                  <a:cubicBezTo>
                    <a:pt x="6721" y="12201"/>
                    <a:pt x="6721" y="12175"/>
                    <a:pt x="6721" y="12147"/>
                  </a:cubicBezTo>
                  <a:cubicBezTo>
                    <a:pt x="6695" y="12147"/>
                    <a:pt x="6668" y="12147"/>
                    <a:pt x="6640" y="12147"/>
                  </a:cubicBezTo>
                  <a:cubicBezTo>
                    <a:pt x="6640" y="12094"/>
                    <a:pt x="6640" y="12040"/>
                    <a:pt x="6640" y="11985"/>
                  </a:cubicBezTo>
                  <a:cubicBezTo>
                    <a:pt x="6614" y="11985"/>
                    <a:pt x="6587" y="11985"/>
                    <a:pt x="6559" y="11985"/>
                  </a:cubicBezTo>
                  <a:cubicBezTo>
                    <a:pt x="6559" y="11958"/>
                    <a:pt x="6559" y="11932"/>
                    <a:pt x="6559" y="11904"/>
                  </a:cubicBezTo>
                  <a:cubicBezTo>
                    <a:pt x="6533" y="11904"/>
                    <a:pt x="6506" y="11904"/>
                    <a:pt x="6478" y="11904"/>
                  </a:cubicBezTo>
                  <a:cubicBezTo>
                    <a:pt x="6478" y="10301"/>
                    <a:pt x="6478" y="8697"/>
                    <a:pt x="6478" y="7045"/>
                  </a:cubicBezTo>
                  <a:cubicBezTo>
                    <a:pt x="6452" y="7045"/>
                    <a:pt x="6425" y="7045"/>
                    <a:pt x="6397" y="7045"/>
                  </a:cubicBezTo>
                  <a:cubicBezTo>
                    <a:pt x="6397" y="7019"/>
                    <a:pt x="6397" y="6992"/>
                    <a:pt x="6397" y="6964"/>
                  </a:cubicBezTo>
                  <a:cubicBezTo>
                    <a:pt x="6371" y="6964"/>
                    <a:pt x="6344" y="6964"/>
                    <a:pt x="6316" y="6964"/>
                  </a:cubicBezTo>
                  <a:cubicBezTo>
                    <a:pt x="6316" y="6938"/>
                    <a:pt x="6316" y="6911"/>
                    <a:pt x="6316" y="6883"/>
                  </a:cubicBezTo>
                  <a:cubicBezTo>
                    <a:pt x="5996" y="6883"/>
                    <a:pt x="5675" y="6883"/>
                    <a:pt x="5345" y="6883"/>
                  </a:cubicBezTo>
                  <a:cubicBezTo>
                    <a:pt x="5345" y="6910"/>
                    <a:pt x="5345" y="6937"/>
                    <a:pt x="5345" y="6964"/>
                  </a:cubicBezTo>
                  <a:cubicBezTo>
                    <a:pt x="5318" y="6964"/>
                    <a:pt x="5291" y="6964"/>
                    <a:pt x="5264" y="6964"/>
                  </a:cubicBezTo>
                  <a:cubicBezTo>
                    <a:pt x="5264" y="7125"/>
                    <a:pt x="5264" y="7285"/>
                    <a:pt x="5264" y="7450"/>
                  </a:cubicBezTo>
                  <a:cubicBezTo>
                    <a:pt x="5237" y="7450"/>
                    <a:pt x="5210" y="7450"/>
                    <a:pt x="5183" y="7450"/>
                  </a:cubicBezTo>
                  <a:cubicBezTo>
                    <a:pt x="5183" y="7557"/>
                    <a:pt x="5183" y="7664"/>
                    <a:pt x="5183" y="7774"/>
                  </a:cubicBezTo>
                  <a:cubicBezTo>
                    <a:pt x="5156" y="7774"/>
                    <a:pt x="5129" y="7774"/>
                    <a:pt x="5102" y="7774"/>
                  </a:cubicBezTo>
                  <a:cubicBezTo>
                    <a:pt x="5102" y="7854"/>
                    <a:pt x="5102" y="7934"/>
                    <a:pt x="5102" y="8017"/>
                  </a:cubicBezTo>
                  <a:cubicBezTo>
                    <a:pt x="5075" y="8017"/>
                    <a:pt x="5048" y="8017"/>
                    <a:pt x="5021" y="8017"/>
                  </a:cubicBezTo>
                  <a:cubicBezTo>
                    <a:pt x="5021" y="8070"/>
                    <a:pt x="5021" y="8124"/>
                    <a:pt x="5021" y="8179"/>
                  </a:cubicBezTo>
                  <a:cubicBezTo>
                    <a:pt x="4994" y="8179"/>
                    <a:pt x="4967" y="8179"/>
                    <a:pt x="4940" y="8179"/>
                  </a:cubicBezTo>
                  <a:cubicBezTo>
                    <a:pt x="4940" y="8206"/>
                    <a:pt x="4940" y="8232"/>
                    <a:pt x="4940" y="8260"/>
                  </a:cubicBezTo>
                  <a:cubicBezTo>
                    <a:pt x="4913" y="8260"/>
                    <a:pt x="4886" y="8260"/>
                    <a:pt x="4859" y="8260"/>
                  </a:cubicBezTo>
                  <a:cubicBezTo>
                    <a:pt x="4859" y="8287"/>
                    <a:pt x="4859" y="8313"/>
                    <a:pt x="4859" y="8341"/>
                  </a:cubicBezTo>
                  <a:cubicBezTo>
                    <a:pt x="4832" y="8341"/>
                    <a:pt x="4805" y="8341"/>
                    <a:pt x="4778" y="8341"/>
                  </a:cubicBezTo>
                  <a:cubicBezTo>
                    <a:pt x="4778" y="8394"/>
                    <a:pt x="4778" y="8448"/>
                    <a:pt x="4778" y="8503"/>
                  </a:cubicBezTo>
                  <a:cubicBezTo>
                    <a:pt x="4751" y="8503"/>
                    <a:pt x="4724" y="8503"/>
                    <a:pt x="4697" y="8503"/>
                  </a:cubicBezTo>
                  <a:cubicBezTo>
                    <a:pt x="4697" y="8530"/>
                    <a:pt x="4697" y="8556"/>
                    <a:pt x="4697" y="8584"/>
                  </a:cubicBezTo>
                  <a:cubicBezTo>
                    <a:pt x="4670" y="8584"/>
                    <a:pt x="4643" y="8584"/>
                    <a:pt x="4616" y="8584"/>
                  </a:cubicBezTo>
                  <a:cubicBezTo>
                    <a:pt x="4616" y="8611"/>
                    <a:pt x="4616" y="8637"/>
                    <a:pt x="4616" y="8665"/>
                  </a:cubicBezTo>
                  <a:cubicBezTo>
                    <a:pt x="4589" y="8665"/>
                    <a:pt x="4562" y="8665"/>
                    <a:pt x="4535" y="8665"/>
                  </a:cubicBezTo>
                  <a:cubicBezTo>
                    <a:pt x="4535" y="8692"/>
                    <a:pt x="4535" y="8718"/>
                    <a:pt x="4535" y="8746"/>
                  </a:cubicBezTo>
                  <a:cubicBezTo>
                    <a:pt x="4508" y="8746"/>
                    <a:pt x="4481" y="8746"/>
                    <a:pt x="4454" y="8746"/>
                  </a:cubicBezTo>
                  <a:cubicBezTo>
                    <a:pt x="4454" y="8773"/>
                    <a:pt x="4454" y="8799"/>
                    <a:pt x="4454" y="8827"/>
                  </a:cubicBezTo>
                  <a:cubicBezTo>
                    <a:pt x="4400" y="8827"/>
                    <a:pt x="4347" y="8827"/>
                    <a:pt x="4292" y="8827"/>
                  </a:cubicBezTo>
                  <a:cubicBezTo>
                    <a:pt x="4292" y="8854"/>
                    <a:pt x="4292" y="8880"/>
                    <a:pt x="4292" y="8908"/>
                  </a:cubicBezTo>
                  <a:cubicBezTo>
                    <a:pt x="4265" y="8908"/>
                    <a:pt x="4238" y="8908"/>
                    <a:pt x="4211" y="8908"/>
                  </a:cubicBezTo>
                  <a:cubicBezTo>
                    <a:pt x="4211" y="8935"/>
                    <a:pt x="4211" y="8961"/>
                    <a:pt x="4211" y="8989"/>
                  </a:cubicBezTo>
                  <a:cubicBezTo>
                    <a:pt x="4158" y="8989"/>
                    <a:pt x="4104" y="8989"/>
                    <a:pt x="4049" y="8989"/>
                  </a:cubicBezTo>
                  <a:cubicBezTo>
                    <a:pt x="4049" y="9016"/>
                    <a:pt x="4049" y="9042"/>
                    <a:pt x="4049" y="9070"/>
                  </a:cubicBezTo>
                  <a:cubicBezTo>
                    <a:pt x="3996" y="9070"/>
                    <a:pt x="3942" y="9070"/>
                    <a:pt x="3887" y="9070"/>
                  </a:cubicBezTo>
                  <a:cubicBezTo>
                    <a:pt x="3887" y="9096"/>
                    <a:pt x="3887" y="9123"/>
                    <a:pt x="3887" y="9151"/>
                  </a:cubicBezTo>
                  <a:cubicBezTo>
                    <a:pt x="3780" y="9151"/>
                    <a:pt x="3673" y="9151"/>
                    <a:pt x="3563" y="9151"/>
                  </a:cubicBezTo>
                  <a:cubicBezTo>
                    <a:pt x="3563" y="9177"/>
                    <a:pt x="3563" y="9204"/>
                    <a:pt x="3563" y="9232"/>
                  </a:cubicBezTo>
                  <a:cubicBezTo>
                    <a:pt x="3323" y="9232"/>
                    <a:pt x="3082" y="9232"/>
                    <a:pt x="2834" y="9232"/>
                  </a:cubicBezTo>
                  <a:cubicBezTo>
                    <a:pt x="2834" y="9258"/>
                    <a:pt x="2834" y="9285"/>
                    <a:pt x="2834" y="9313"/>
                  </a:cubicBezTo>
                  <a:cubicBezTo>
                    <a:pt x="2808" y="9313"/>
                    <a:pt x="2781" y="9313"/>
                    <a:pt x="2753" y="9313"/>
                  </a:cubicBezTo>
                  <a:cubicBezTo>
                    <a:pt x="2753" y="9366"/>
                    <a:pt x="2753" y="9420"/>
                    <a:pt x="2753" y="9475"/>
                  </a:cubicBezTo>
                  <a:cubicBezTo>
                    <a:pt x="2727" y="9475"/>
                    <a:pt x="2700" y="9475"/>
                    <a:pt x="2672" y="9475"/>
                  </a:cubicBezTo>
                  <a:cubicBezTo>
                    <a:pt x="2672" y="9528"/>
                    <a:pt x="2672" y="9582"/>
                    <a:pt x="2672" y="9637"/>
                  </a:cubicBezTo>
                  <a:cubicBezTo>
                    <a:pt x="2646" y="9637"/>
                    <a:pt x="2619" y="9637"/>
                    <a:pt x="2591" y="9637"/>
                  </a:cubicBezTo>
                  <a:cubicBezTo>
                    <a:pt x="2593" y="9647"/>
                    <a:pt x="2595" y="9657"/>
                    <a:pt x="2596" y="9668"/>
                  </a:cubicBezTo>
                  <a:cubicBezTo>
                    <a:pt x="2602" y="9733"/>
                    <a:pt x="2606" y="9780"/>
                    <a:pt x="2565" y="9833"/>
                  </a:cubicBezTo>
                  <a:cubicBezTo>
                    <a:pt x="2529" y="9866"/>
                    <a:pt x="2492" y="9896"/>
                    <a:pt x="2452" y="9925"/>
                  </a:cubicBezTo>
                  <a:cubicBezTo>
                    <a:pt x="2426" y="9945"/>
                    <a:pt x="2400" y="9966"/>
                    <a:pt x="2374" y="9986"/>
                  </a:cubicBezTo>
                  <a:cubicBezTo>
                    <a:pt x="2362" y="9995"/>
                    <a:pt x="2351" y="10004"/>
                    <a:pt x="2339" y="10013"/>
                  </a:cubicBezTo>
                  <a:cubicBezTo>
                    <a:pt x="2308" y="10042"/>
                    <a:pt x="2308" y="10042"/>
                    <a:pt x="2286" y="10085"/>
                  </a:cubicBezTo>
                  <a:cubicBezTo>
                    <a:pt x="2280" y="10097"/>
                    <a:pt x="2274" y="10110"/>
                    <a:pt x="2267" y="10123"/>
                  </a:cubicBezTo>
                  <a:cubicBezTo>
                    <a:pt x="2224" y="10128"/>
                    <a:pt x="2224" y="10128"/>
                    <a:pt x="2186" y="10123"/>
                  </a:cubicBezTo>
                  <a:cubicBezTo>
                    <a:pt x="2186" y="10149"/>
                    <a:pt x="2186" y="10176"/>
                    <a:pt x="2186" y="10203"/>
                  </a:cubicBezTo>
                  <a:cubicBezTo>
                    <a:pt x="2133" y="10203"/>
                    <a:pt x="2080" y="10203"/>
                    <a:pt x="2025" y="10203"/>
                  </a:cubicBezTo>
                  <a:cubicBezTo>
                    <a:pt x="2025" y="10230"/>
                    <a:pt x="2025" y="10257"/>
                    <a:pt x="2025" y="10284"/>
                  </a:cubicBezTo>
                  <a:cubicBezTo>
                    <a:pt x="1829" y="10353"/>
                    <a:pt x="1652" y="10377"/>
                    <a:pt x="1445" y="10374"/>
                  </a:cubicBezTo>
                  <a:cubicBezTo>
                    <a:pt x="1401" y="10373"/>
                    <a:pt x="1357" y="10373"/>
                    <a:pt x="1313" y="10373"/>
                  </a:cubicBezTo>
                  <a:cubicBezTo>
                    <a:pt x="1285" y="10373"/>
                    <a:pt x="1257" y="10373"/>
                    <a:pt x="1229" y="10372"/>
                  </a:cubicBezTo>
                  <a:cubicBezTo>
                    <a:pt x="1216" y="10372"/>
                    <a:pt x="1203" y="10372"/>
                    <a:pt x="1189" y="10372"/>
                  </a:cubicBezTo>
                  <a:cubicBezTo>
                    <a:pt x="1098" y="10370"/>
                    <a:pt x="1098" y="10370"/>
                    <a:pt x="1053" y="10325"/>
                  </a:cubicBezTo>
                  <a:cubicBezTo>
                    <a:pt x="1024" y="10319"/>
                    <a:pt x="1024" y="10319"/>
                    <a:pt x="991" y="10316"/>
                  </a:cubicBezTo>
                  <a:cubicBezTo>
                    <a:pt x="979" y="10315"/>
                    <a:pt x="967" y="10314"/>
                    <a:pt x="955" y="10313"/>
                  </a:cubicBezTo>
                  <a:cubicBezTo>
                    <a:pt x="948" y="10313"/>
                    <a:pt x="948" y="10313"/>
                    <a:pt x="916" y="10310"/>
                  </a:cubicBezTo>
                  <a:cubicBezTo>
                    <a:pt x="761" y="10293"/>
                    <a:pt x="761" y="10293"/>
                    <a:pt x="701" y="10224"/>
                  </a:cubicBezTo>
                  <a:cubicBezTo>
                    <a:pt x="697" y="10218"/>
                    <a:pt x="697" y="10218"/>
                    <a:pt x="675" y="10191"/>
                  </a:cubicBezTo>
                  <a:cubicBezTo>
                    <a:pt x="641" y="10156"/>
                    <a:pt x="617" y="10153"/>
                    <a:pt x="569" y="10145"/>
                  </a:cubicBezTo>
                  <a:cubicBezTo>
                    <a:pt x="461" y="10125"/>
                    <a:pt x="386" y="10048"/>
                    <a:pt x="324" y="9961"/>
                  </a:cubicBezTo>
                  <a:cubicBezTo>
                    <a:pt x="320" y="9915"/>
                    <a:pt x="320" y="9915"/>
                    <a:pt x="324" y="9880"/>
                  </a:cubicBezTo>
                  <a:cubicBezTo>
                    <a:pt x="297" y="9880"/>
                    <a:pt x="270" y="9880"/>
                    <a:pt x="243" y="9880"/>
                  </a:cubicBezTo>
                  <a:cubicBezTo>
                    <a:pt x="243" y="9826"/>
                    <a:pt x="243" y="9773"/>
                    <a:pt x="243" y="9718"/>
                  </a:cubicBezTo>
                  <a:cubicBezTo>
                    <a:pt x="216" y="9718"/>
                    <a:pt x="189" y="9718"/>
                    <a:pt x="162" y="9718"/>
                  </a:cubicBezTo>
                  <a:cubicBezTo>
                    <a:pt x="162" y="9691"/>
                    <a:pt x="162" y="9664"/>
                    <a:pt x="162" y="9637"/>
                  </a:cubicBezTo>
                  <a:cubicBezTo>
                    <a:pt x="135" y="9637"/>
                    <a:pt x="109" y="9637"/>
                    <a:pt x="81" y="9637"/>
                  </a:cubicBezTo>
                  <a:cubicBezTo>
                    <a:pt x="81" y="9556"/>
                    <a:pt x="81" y="9476"/>
                    <a:pt x="81" y="9394"/>
                  </a:cubicBezTo>
                  <a:cubicBezTo>
                    <a:pt x="54" y="9394"/>
                    <a:pt x="28" y="9394"/>
                    <a:pt x="0" y="9394"/>
                  </a:cubicBezTo>
                  <a:cubicBezTo>
                    <a:pt x="0" y="9126"/>
                    <a:pt x="0" y="8859"/>
                    <a:pt x="0" y="8584"/>
                  </a:cubicBezTo>
                  <a:cubicBezTo>
                    <a:pt x="27" y="8584"/>
                    <a:pt x="53" y="8584"/>
                    <a:pt x="81" y="8584"/>
                  </a:cubicBezTo>
                  <a:cubicBezTo>
                    <a:pt x="81" y="8530"/>
                    <a:pt x="81" y="8477"/>
                    <a:pt x="81" y="8422"/>
                  </a:cubicBezTo>
                  <a:cubicBezTo>
                    <a:pt x="108" y="8422"/>
                    <a:pt x="134" y="8422"/>
                    <a:pt x="162" y="8422"/>
                  </a:cubicBezTo>
                  <a:cubicBezTo>
                    <a:pt x="162" y="8368"/>
                    <a:pt x="162" y="8315"/>
                    <a:pt x="162" y="8260"/>
                  </a:cubicBezTo>
                  <a:cubicBezTo>
                    <a:pt x="189" y="8260"/>
                    <a:pt x="215" y="8260"/>
                    <a:pt x="243" y="8260"/>
                  </a:cubicBezTo>
                  <a:cubicBezTo>
                    <a:pt x="243" y="8233"/>
                    <a:pt x="243" y="8207"/>
                    <a:pt x="243" y="8179"/>
                  </a:cubicBezTo>
                  <a:cubicBezTo>
                    <a:pt x="270" y="8179"/>
                    <a:pt x="296" y="8179"/>
                    <a:pt x="324" y="8179"/>
                  </a:cubicBezTo>
                  <a:cubicBezTo>
                    <a:pt x="322" y="8167"/>
                    <a:pt x="321" y="8156"/>
                    <a:pt x="319" y="8144"/>
                  </a:cubicBezTo>
                  <a:cubicBezTo>
                    <a:pt x="326" y="8082"/>
                    <a:pt x="357" y="8053"/>
                    <a:pt x="400" y="8012"/>
                  </a:cubicBezTo>
                  <a:cubicBezTo>
                    <a:pt x="407" y="8005"/>
                    <a:pt x="414" y="7997"/>
                    <a:pt x="421" y="7990"/>
                  </a:cubicBezTo>
                  <a:cubicBezTo>
                    <a:pt x="458" y="7953"/>
                    <a:pt x="479" y="7937"/>
                    <a:pt x="532" y="7931"/>
                  </a:cubicBezTo>
                  <a:cubicBezTo>
                    <a:pt x="538" y="7932"/>
                    <a:pt x="538" y="7932"/>
                    <a:pt x="567" y="7936"/>
                  </a:cubicBezTo>
                  <a:cubicBezTo>
                    <a:pt x="567" y="7909"/>
                    <a:pt x="567" y="7883"/>
                    <a:pt x="567" y="7855"/>
                  </a:cubicBezTo>
                  <a:cubicBezTo>
                    <a:pt x="594" y="7855"/>
                    <a:pt x="620" y="7855"/>
                    <a:pt x="648" y="7855"/>
                  </a:cubicBezTo>
                  <a:cubicBezTo>
                    <a:pt x="648" y="7828"/>
                    <a:pt x="648" y="7802"/>
                    <a:pt x="648" y="7774"/>
                  </a:cubicBezTo>
                  <a:cubicBezTo>
                    <a:pt x="728" y="7774"/>
                    <a:pt x="808" y="7774"/>
                    <a:pt x="891" y="7774"/>
                  </a:cubicBezTo>
                  <a:cubicBezTo>
                    <a:pt x="891" y="7747"/>
                    <a:pt x="891" y="7721"/>
                    <a:pt x="891" y="7693"/>
                  </a:cubicBezTo>
                  <a:cubicBezTo>
                    <a:pt x="1238" y="7693"/>
                    <a:pt x="1586" y="7693"/>
                    <a:pt x="1944" y="7693"/>
                  </a:cubicBezTo>
                  <a:cubicBezTo>
                    <a:pt x="1944" y="7720"/>
                    <a:pt x="1944" y="7747"/>
                    <a:pt x="1944" y="7774"/>
                  </a:cubicBezTo>
                  <a:cubicBezTo>
                    <a:pt x="1954" y="7773"/>
                    <a:pt x="1965" y="7771"/>
                    <a:pt x="1976" y="7770"/>
                  </a:cubicBezTo>
                  <a:cubicBezTo>
                    <a:pt x="2022" y="7766"/>
                    <a:pt x="2060" y="7765"/>
                    <a:pt x="2105" y="7774"/>
                  </a:cubicBezTo>
                  <a:cubicBezTo>
                    <a:pt x="2131" y="7803"/>
                    <a:pt x="2146" y="7832"/>
                    <a:pt x="2163" y="7866"/>
                  </a:cubicBezTo>
                  <a:cubicBezTo>
                    <a:pt x="2208" y="7923"/>
                    <a:pt x="2280" y="7926"/>
                    <a:pt x="2348" y="7936"/>
                  </a:cubicBezTo>
                  <a:cubicBezTo>
                    <a:pt x="2348" y="7963"/>
                    <a:pt x="2348" y="7989"/>
                    <a:pt x="2348" y="8017"/>
                  </a:cubicBezTo>
                  <a:cubicBezTo>
                    <a:pt x="2375" y="8017"/>
                    <a:pt x="2402" y="8017"/>
                    <a:pt x="2429" y="8017"/>
                  </a:cubicBezTo>
                  <a:cubicBezTo>
                    <a:pt x="2429" y="8044"/>
                    <a:pt x="2429" y="8070"/>
                    <a:pt x="2429" y="8098"/>
                  </a:cubicBezTo>
                  <a:cubicBezTo>
                    <a:pt x="2456" y="8098"/>
                    <a:pt x="2483" y="8098"/>
                    <a:pt x="2510" y="8098"/>
                  </a:cubicBezTo>
                  <a:cubicBezTo>
                    <a:pt x="2515" y="8112"/>
                    <a:pt x="2520" y="8126"/>
                    <a:pt x="2525" y="8141"/>
                  </a:cubicBezTo>
                  <a:cubicBezTo>
                    <a:pt x="2532" y="8159"/>
                    <a:pt x="2539" y="8178"/>
                    <a:pt x="2546" y="8197"/>
                  </a:cubicBezTo>
                  <a:cubicBezTo>
                    <a:pt x="2549" y="8206"/>
                    <a:pt x="2549" y="8206"/>
                    <a:pt x="2566" y="8252"/>
                  </a:cubicBezTo>
                  <a:cubicBezTo>
                    <a:pt x="2595" y="8308"/>
                    <a:pt x="2616" y="8317"/>
                    <a:pt x="2672" y="8341"/>
                  </a:cubicBezTo>
                  <a:cubicBezTo>
                    <a:pt x="2677" y="8384"/>
                    <a:pt x="2677" y="8384"/>
                    <a:pt x="2672" y="8422"/>
                  </a:cubicBezTo>
                  <a:cubicBezTo>
                    <a:pt x="2699" y="8422"/>
                    <a:pt x="2726" y="8422"/>
                    <a:pt x="2753" y="8422"/>
                  </a:cubicBezTo>
                  <a:cubicBezTo>
                    <a:pt x="2754" y="8426"/>
                    <a:pt x="2754" y="8426"/>
                    <a:pt x="2758" y="8447"/>
                  </a:cubicBezTo>
                  <a:cubicBezTo>
                    <a:pt x="2807" y="8687"/>
                    <a:pt x="2807" y="8687"/>
                    <a:pt x="2876" y="8733"/>
                  </a:cubicBezTo>
                  <a:cubicBezTo>
                    <a:pt x="2917" y="8743"/>
                    <a:pt x="2954" y="8747"/>
                    <a:pt x="2996" y="8746"/>
                  </a:cubicBezTo>
                  <a:cubicBezTo>
                    <a:pt x="2996" y="8719"/>
                    <a:pt x="2996" y="8692"/>
                    <a:pt x="2996" y="8665"/>
                  </a:cubicBezTo>
                  <a:cubicBezTo>
                    <a:pt x="3157" y="8665"/>
                    <a:pt x="3317" y="8665"/>
                    <a:pt x="3482" y="8665"/>
                  </a:cubicBezTo>
                  <a:cubicBezTo>
                    <a:pt x="3482" y="8638"/>
                    <a:pt x="3482" y="8611"/>
                    <a:pt x="3482" y="8584"/>
                  </a:cubicBezTo>
                  <a:cubicBezTo>
                    <a:pt x="3562" y="8584"/>
                    <a:pt x="3642" y="8584"/>
                    <a:pt x="3725" y="8584"/>
                  </a:cubicBezTo>
                  <a:cubicBezTo>
                    <a:pt x="3725" y="8557"/>
                    <a:pt x="3725" y="8530"/>
                    <a:pt x="3725" y="8503"/>
                  </a:cubicBezTo>
                  <a:cubicBezTo>
                    <a:pt x="3779" y="8503"/>
                    <a:pt x="3832" y="8503"/>
                    <a:pt x="3887" y="8503"/>
                  </a:cubicBezTo>
                  <a:cubicBezTo>
                    <a:pt x="3887" y="8476"/>
                    <a:pt x="3887" y="8449"/>
                    <a:pt x="3887" y="8422"/>
                  </a:cubicBezTo>
                  <a:cubicBezTo>
                    <a:pt x="3940" y="8422"/>
                    <a:pt x="3994" y="8422"/>
                    <a:pt x="4049" y="8422"/>
                  </a:cubicBezTo>
                  <a:cubicBezTo>
                    <a:pt x="4049" y="8395"/>
                    <a:pt x="4049" y="8368"/>
                    <a:pt x="4049" y="8341"/>
                  </a:cubicBezTo>
                  <a:cubicBezTo>
                    <a:pt x="4076" y="8341"/>
                    <a:pt x="4102" y="8341"/>
                    <a:pt x="4130" y="8341"/>
                  </a:cubicBezTo>
                  <a:cubicBezTo>
                    <a:pt x="4130" y="8314"/>
                    <a:pt x="4130" y="8288"/>
                    <a:pt x="4130" y="8260"/>
                  </a:cubicBezTo>
                  <a:cubicBezTo>
                    <a:pt x="4157" y="8260"/>
                    <a:pt x="4183" y="8260"/>
                    <a:pt x="4211" y="8260"/>
                  </a:cubicBezTo>
                  <a:cubicBezTo>
                    <a:pt x="4211" y="8233"/>
                    <a:pt x="4211" y="8207"/>
                    <a:pt x="4211" y="8179"/>
                  </a:cubicBezTo>
                  <a:cubicBezTo>
                    <a:pt x="4238" y="8179"/>
                    <a:pt x="4264" y="8179"/>
                    <a:pt x="4292" y="8179"/>
                  </a:cubicBezTo>
                  <a:cubicBezTo>
                    <a:pt x="4292" y="8126"/>
                    <a:pt x="4292" y="8072"/>
                    <a:pt x="4292" y="8017"/>
                  </a:cubicBezTo>
                  <a:cubicBezTo>
                    <a:pt x="4319" y="8017"/>
                    <a:pt x="4345" y="8017"/>
                    <a:pt x="4373" y="8017"/>
                  </a:cubicBezTo>
                  <a:cubicBezTo>
                    <a:pt x="4373" y="7964"/>
                    <a:pt x="4373" y="7910"/>
                    <a:pt x="4373" y="7855"/>
                  </a:cubicBezTo>
                  <a:cubicBezTo>
                    <a:pt x="4400" y="7855"/>
                    <a:pt x="4426" y="7855"/>
                    <a:pt x="4454" y="7855"/>
                  </a:cubicBezTo>
                  <a:cubicBezTo>
                    <a:pt x="4454" y="7802"/>
                    <a:pt x="4454" y="7748"/>
                    <a:pt x="4454" y="7693"/>
                  </a:cubicBezTo>
                  <a:cubicBezTo>
                    <a:pt x="4481" y="7693"/>
                    <a:pt x="4507" y="7693"/>
                    <a:pt x="4535" y="7693"/>
                  </a:cubicBezTo>
                  <a:cubicBezTo>
                    <a:pt x="4535" y="7613"/>
                    <a:pt x="4535" y="7533"/>
                    <a:pt x="4535" y="7450"/>
                  </a:cubicBezTo>
                  <a:cubicBezTo>
                    <a:pt x="4562" y="7450"/>
                    <a:pt x="4588" y="7450"/>
                    <a:pt x="4616" y="7450"/>
                  </a:cubicBezTo>
                  <a:cubicBezTo>
                    <a:pt x="4616" y="7343"/>
                    <a:pt x="4616" y="7236"/>
                    <a:pt x="4616" y="7126"/>
                  </a:cubicBezTo>
                  <a:cubicBezTo>
                    <a:pt x="4643" y="7126"/>
                    <a:pt x="4669" y="7126"/>
                    <a:pt x="4697" y="7126"/>
                  </a:cubicBezTo>
                  <a:cubicBezTo>
                    <a:pt x="4697" y="6859"/>
                    <a:pt x="4697" y="6592"/>
                    <a:pt x="4697" y="6316"/>
                  </a:cubicBezTo>
                  <a:cubicBezTo>
                    <a:pt x="4670" y="6316"/>
                    <a:pt x="4643" y="6316"/>
                    <a:pt x="4616" y="6316"/>
                  </a:cubicBezTo>
                  <a:cubicBezTo>
                    <a:pt x="4616" y="6236"/>
                    <a:pt x="4616" y="6156"/>
                    <a:pt x="4616" y="6074"/>
                  </a:cubicBezTo>
                  <a:cubicBezTo>
                    <a:pt x="4589" y="6074"/>
                    <a:pt x="4562" y="6074"/>
                    <a:pt x="4535" y="6074"/>
                  </a:cubicBezTo>
                  <a:cubicBezTo>
                    <a:pt x="4535" y="5993"/>
                    <a:pt x="4535" y="5913"/>
                    <a:pt x="4535" y="5831"/>
                  </a:cubicBezTo>
                  <a:cubicBezTo>
                    <a:pt x="4508" y="5831"/>
                    <a:pt x="4481" y="5831"/>
                    <a:pt x="4454" y="5831"/>
                  </a:cubicBezTo>
                  <a:cubicBezTo>
                    <a:pt x="4423" y="5798"/>
                    <a:pt x="4398" y="5768"/>
                    <a:pt x="4373" y="5732"/>
                  </a:cubicBezTo>
                  <a:cubicBezTo>
                    <a:pt x="4302" y="5633"/>
                    <a:pt x="4302" y="5633"/>
                    <a:pt x="4246" y="5606"/>
                  </a:cubicBezTo>
                  <a:cubicBezTo>
                    <a:pt x="4235" y="5600"/>
                    <a:pt x="4223" y="5594"/>
                    <a:pt x="4211" y="5588"/>
                  </a:cubicBezTo>
                  <a:cubicBezTo>
                    <a:pt x="4211" y="5561"/>
                    <a:pt x="4211" y="5534"/>
                    <a:pt x="4211" y="5507"/>
                  </a:cubicBezTo>
                  <a:cubicBezTo>
                    <a:pt x="4131" y="5507"/>
                    <a:pt x="4051" y="5507"/>
                    <a:pt x="3968" y="5507"/>
                  </a:cubicBezTo>
                  <a:cubicBezTo>
                    <a:pt x="3968" y="5480"/>
                    <a:pt x="3968" y="5453"/>
                    <a:pt x="3968" y="5426"/>
                  </a:cubicBezTo>
                  <a:cubicBezTo>
                    <a:pt x="3915" y="5426"/>
                    <a:pt x="3861" y="5426"/>
                    <a:pt x="3806" y="5426"/>
                  </a:cubicBezTo>
                  <a:cubicBezTo>
                    <a:pt x="3806" y="5399"/>
                    <a:pt x="3806" y="5372"/>
                    <a:pt x="3806" y="5345"/>
                  </a:cubicBezTo>
                  <a:cubicBezTo>
                    <a:pt x="3786" y="5345"/>
                    <a:pt x="3766" y="5346"/>
                    <a:pt x="3745" y="5346"/>
                  </a:cubicBezTo>
                  <a:cubicBezTo>
                    <a:pt x="3719" y="5347"/>
                    <a:pt x="3693" y="5347"/>
                    <a:pt x="3667" y="5347"/>
                  </a:cubicBezTo>
                  <a:cubicBezTo>
                    <a:pt x="3654" y="5348"/>
                    <a:pt x="3641" y="5348"/>
                    <a:pt x="3627" y="5348"/>
                  </a:cubicBezTo>
                  <a:cubicBezTo>
                    <a:pt x="3614" y="5348"/>
                    <a:pt x="3602" y="5348"/>
                    <a:pt x="3589" y="5349"/>
                  </a:cubicBezTo>
                  <a:cubicBezTo>
                    <a:pt x="3577" y="5349"/>
                    <a:pt x="3565" y="5349"/>
                    <a:pt x="3553" y="5349"/>
                  </a:cubicBezTo>
                  <a:cubicBezTo>
                    <a:pt x="3523" y="5345"/>
                    <a:pt x="3523" y="5345"/>
                    <a:pt x="3482" y="5304"/>
                  </a:cubicBezTo>
                  <a:cubicBezTo>
                    <a:pt x="3453" y="5299"/>
                    <a:pt x="3453" y="5299"/>
                    <a:pt x="3418" y="5300"/>
                  </a:cubicBezTo>
                  <a:cubicBezTo>
                    <a:pt x="3412" y="5300"/>
                    <a:pt x="3412" y="5300"/>
                    <a:pt x="3379" y="5300"/>
                  </a:cubicBezTo>
                  <a:cubicBezTo>
                    <a:pt x="3365" y="5300"/>
                    <a:pt x="3351" y="5300"/>
                    <a:pt x="3336" y="5300"/>
                  </a:cubicBezTo>
                  <a:cubicBezTo>
                    <a:pt x="3329" y="5300"/>
                    <a:pt x="3329" y="5300"/>
                    <a:pt x="3293" y="5300"/>
                  </a:cubicBezTo>
                  <a:cubicBezTo>
                    <a:pt x="3247" y="5301"/>
                    <a:pt x="3202" y="5301"/>
                    <a:pt x="3156" y="5302"/>
                  </a:cubicBezTo>
                  <a:cubicBezTo>
                    <a:pt x="3125" y="5302"/>
                    <a:pt x="3094" y="5302"/>
                    <a:pt x="3063" y="5302"/>
                  </a:cubicBezTo>
                  <a:cubicBezTo>
                    <a:pt x="2987" y="5303"/>
                    <a:pt x="2910" y="5303"/>
                    <a:pt x="2834" y="5304"/>
                  </a:cubicBezTo>
                  <a:cubicBezTo>
                    <a:pt x="2808" y="5371"/>
                    <a:pt x="2781" y="5438"/>
                    <a:pt x="2753" y="5507"/>
                  </a:cubicBezTo>
                  <a:cubicBezTo>
                    <a:pt x="2727" y="5507"/>
                    <a:pt x="2700" y="5507"/>
                    <a:pt x="2672" y="5507"/>
                  </a:cubicBezTo>
                  <a:cubicBezTo>
                    <a:pt x="2672" y="5560"/>
                    <a:pt x="2672" y="5614"/>
                    <a:pt x="2672" y="5669"/>
                  </a:cubicBezTo>
                  <a:cubicBezTo>
                    <a:pt x="2646" y="5669"/>
                    <a:pt x="2619" y="5669"/>
                    <a:pt x="2591" y="5669"/>
                  </a:cubicBezTo>
                  <a:cubicBezTo>
                    <a:pt x="2593" y="5680"/>
                    <a:pt x="2595" y="5692"/>
                    <a:pt x="2597" y="5704"/>
                  </a:cubicBezTo>
                  <a:cubicBezTo>
                    <a:pt x="2591" y="5750"/>
                    <a:pt x="2591" y="5750"/>
                    <a:pt x="2553" y="5787"/>
                  </a:cubicBezTo>
                  <a:cubicBezTo>
                    <a:pt x="2535" y="5800"/>
                    <a:pt x="2518" y="5813"/>
                    <a:pt x="2500" y="5826"/>
                  </a:cubicBezTo>
                  <a:cubicBezTo>
                    <a:pt x="2427" y="5880"/>
                    <a:pt x="2364" y="5935"/>
                    <a:pt x="2303" y="6003"/>
                  </a:cubicBezTo>
                  <a:cubicBezTo>
                    <a:pt x="2238" y="6071"/>
                    <a:pt x="2238" y="6071"/>
                    <a:pt x="2190" y="6084"/>
                  </a:cubicBezTo>
                  <a:cubicBezTo>
                    <a:pt x="2156" y="6084"/>
                    <a:pt x="2156" y="6084"/>
                    <a:pt x="2105" y="6074"/>
                  </a:cubicBezTo>
                  <a:cubicBezTo>
                    <a:pt x="2105" y="6100"/>
                    <a:pt x="2105" y="6127"/>
                    <a:pt x="2105" y="6154"/>
                  </a:cubicBezTo>
                  <a:cubicBezTo>
                    <a:pt x="2079" y="6154"/>
                    <a:pt x="2052" y="6154"/>
                    <a:pt x="2025" y="6154"/>
                  </a:cubicBezTo>
                  <a:cubicBezTo>
                    <a:pt x="2025" y="6181"/>
                    <a:pt x="2025" y="6208"/>
                    <a:pt x="2025" y="6235"/>
                  </a:cubicBezTo>
                  <a:cubicBezTo>
                    <a:pt x="1944" y="6235"/>
                    <a:pt x="1864" y="6235"/>
                    <a:pt x="1782" y="6235"/>
                  </a:cubicBezTo>
                  <a:cubicBezTo>
                    <a:pt x="1782" y="6262"/>
                    <a:pt x="1782" y="6289"/>
                    <a:pt x="1782" y="6316"/>
                  </a:cubicBezTo>
                  <a:cubicBezTo>
                    <a:pt x="1541" y="6316"/>
                    <a:pt x="1301" y="6316"/>
                    <a:pt x="1053" y="6316"/>
                  </a:cubicBezTo>
                  <a:cubicBezTo>
                    <a:pt x="1053" y="6290"/>
                    <a:pt x="1053" y="6263"/>
                    <a:pt x="1053" y="6235"/>
                  </a:cubicBezTo>
                  <a:cubicBezTo>
                    <a:pt x="946" y="6235"/>
                    <a:pt x="839" y="6235"/>
                    <a:pt x="729" y="6235"/>
                  </a:cubicBezTo>
                  <a:cubicBezTo>
                    <a:pt x="729" y="6209"/>
                    <a:pt x="729" y="6182"/>
                    <a:pt x="729" y="6154"/>
                  </a:cubicBezTo>
                  <a:cubicBezTo>
                    <a:pt x="717" y="6157"/>
                    <a:pt x="705" y="6160"/>
                    <a:pt x="693" y="6162"/>
                  </a:cubicBezTo>
                  <a:cubicBezTo>
                    <a:pt x="678" y="6160"/>
                    <a:pt x="663" y="6157"/>
                    <a:pt x="648" y="6154"/>
                  </a:cubicBezTo>
                  <a:cubicBezTo>
                    <a:pt x="630" y="6129"/>
                    <a:pt x="630" y="6129"/>
                    <a:pt x="612" y="6096"/>
                  </a:cubicBezTo>
                  <a:cubicBezTo>
                    <a:pt x="577" y="6036"/>
                    <a:pt x="577" y="6036"/>
                    <a:pt x="531" y="6022"/>
                  </a:cubicBezTo>
                  <a:cubicBezTo>
                    <a:pt x="518" y="6020"/>
                    <a:pt x="505" y="6017"/>
                    <a:pt x="491" y="6015"/>
                  </a:cubicBezTo>
                  <a:cubicBezTo>
                    <a:pt x="394" y="5997"/>
                    <a:pt x="340" y="5947"/>
                    <a:pt x="273" y="5876"/>
                  </a:cubicBezTo>
                  <a:cubicBezTo>
                    <a:pt x="227" y="5807"/>
                    <a:pt x="228" y="5748"/>
                    <a:pt x="243" y="5669"/>
                  </a:cubicBezTo>
                  <a:cubicBezTo>
                    <a:pt x="216" y="5669"/>
                    <a:pt x="189" y="5669"/>
                    <a:pt x="162" y="5669"/>
                  </a:cubicBezTo>
                  <a:cubicBezTo>
                    <a:pt x="162" y="5642"/>
                    <a:pt x="162" y="5615"/>
                    <a:pt x="162" y="5588"/>
                  </a:cubicBezTo>
                  <a:cubicBezTo>
                    <a:pt x="135" y="5588"/>
                    <a:pt x="109" y="5588"/>
                    <a:pt x="81" y="5588"/>
                  </a:cubicBezTo>
                  <a:cubicBezTo>
                    <a:pt x="81" y="5507"/>
                    <a:pt x="81" y="5427"/>
                    <a:pt x="81" y="5345"/>
                  </a:cubicBezTo>
                  <a:cubicBezTo>
                    <a:pt x="54" y="5345"/>
                    <a:pt x="28" y="5345"/>
                    <a:pt x="0" y="5345"/>
                  </a:cubicBezTo>
                  <a:cubicBezTo>
                    <a:pt x="0" y="5077"/>
                    <a:pt x="0" y="4810"/>
                    <a:pt x="0" y="4535"/>
                  </a:cubicBezTo>
                  <a:cubicBezTo>
                    <a:pt x="27" y="4535"/>
                    <a:pt x="53" y="4535"/>
                    <a:pt x="81" y="4535"/>
                  </a:cubicBezTo>
                  <a:cubicBezTo>
                    <a:pt x="81" y="4455"/>
                    <a:pt x="81" y="4375"/>
                    <a:pt x="81" y="4292"/>
                  </a:cubicBezTo>
                  <a:cubicBezTo>
                    <a:pt x="108" y="4292"/>
                    <a:pt x="134" y="4292"/>
                    <a:pt x="162" y="4292"/>
                  </a:cubicBezTo>
                  <a:cubicBezTo>
                    <a:pt x="162" y="4265"/>
                    <a:pt x="162" y="4238"/>
                    <a:pt x="162" y="4211"/>
                  </a:cubicBezTo>
                  <a:cubicBezTo>
                    <a:pt x="189" y="4211"/>
                    <a:pt x="215" y="4211"/>
                    <a:pt x="243" y="4211"/>
                  </a:cubicBezTo>
                  <a:cubicBezTo>
                    <a:pt x="242" y="4199"/>
                    <a:pt x="240" y="4187"/>
                    <a:pt x="239" y="4174"/>
                  </a:cubicBezTo>
                  <a:cubicBezTo>
                    <a:pt x="243" y="4130"/>
                    <a:pt x="243" y="4130"/>
                    <a:pt x="268" y="4100"/>
                  </a:cubicBezTo>
                  <a:cubicBezTo>
                    <a:pt x="274" y="4095"/>
                    <a:pt x="274" y="4095"/>
                    <a:pt x="304" y="4072"/>
                  </a:cubicBezTo>
                  <a:cubicBezTo>
                    <a:pt x="316" y="4061"/>
                    <a:pt x="329" y="4051"/>
                    <a:pt x="342" y="4040"/>
                  </a:cubicBezTo>
                  <a:cubicBezTo>
                    <a:pt x="348" y="4035"/>
                    <a:pt x="348" y="4035"/>
                    <a:pt x="382" y="4009"/>
                  </a:cubicBezTo>
                  <a:cubicBezTo>
                    <a:pt x="408" y="3988"/>
                    <a:pt x="434" y="3966"/>
                    <a:pt x="460" y="3945"/>
                  </a:cubicBezTo>
                  <a:cubicBezTo>
                    <a:pt x="466" y="3941"/>
                    <a:pt x="466" y="3941"/>
                    <a:pt x="496" y="3917"/>
                  </a:cubicBezTo>
                  <a:cubicBezTo>
                    <a:pt x="526" y="3887"/>
                    <a:pt x="526" y="3887"/>
                    <a:pt x="548" y="3843"/>
                  </a:cubicBezTo>
                  <a:cubicBezTo>
                    <a:pt x="551" y="3837"/>
                    <a:pt x="551" y="3837"/>
                    <a:pt x="567" y="3806"/>
                  </a:cubicBezTo>
                  <a:cubicBezTo>
                    <a:pt x="610" y="3801"/>
                    <a:pt x="610" y="3801"/>
                    <a:pt x="648" y="3806"/>
                  </a:cubicBezTo>
                  <a:cubicBezTo>
                    <a:pt x="648" y="3779"/>
                    <a:pt x="648" y="3753"/>
                    <a:pt x="648" y="3725"/>
                  </a:cubicBezTo>
                  <a:cubicBezTo>
                    <a:pt x="675" y="3725"/>
                    <a:pt x="701" y="3725"/>
                    <a:pt x="729" y="3725"/>
                  </a:cubicBezTo>
                  <a:cubicBezTo>
                    <a:pt x="729" y="3698"/>
                    <a:pt x="729" y="3672"/>
                    <a:pt x="729" y="3644"/>
                  </a:cubicBezTo>
                  <a:cubicBezTo>
                    <a:pt x="809" y="3644"/>
                    <a:pt x="889" y="3644"/>
                    <a:pt x="972" y="3644"/>
                  </a:cubicBezTo>
                  <a:cubicBezTo>
                    <a:pt x="972" y="3617"/>
                    <a:pt x="972" y="3591"/>
                    <a:pt x="972" y="3563"/>
                  </a:cubicBezTo>
                  <a:cubicBezTo>
                    <a:pt x="1239" y="3563"/>
                    <a:pt x="1506" y="3563"/>
                    <a:pt x="1782" y="3563"/>
                  </a:cubicBezTo>
                  <a:cubicBezTo>
                    <a:pt x="1782" y="3590"/>
                    <a:pt x="1782" y="3617"/>
                    <a:pt x="1782" y="3644"/>
                  </a:cubicBezTo>
                  <a:cubicBezTo>
                    <a:pt x="1862" y="3644"/>
                    <a:pt x="1942" y="3644"/>
                    <a:pt x="2025" y="3644"/>
                  </a:cubicBezTo>
                  <a:cubicBezTo>
                    <a:pt x="2025" y="3671"/>
                    <a:pt x="2025" y="3698"/>
                    <a:pt x="2025" y="3725"/>
                  </a:cubicBezTo>
                  <a:cubicBezTo>
                    <a:pt x="2078" y="3725"/>
                    <a:pt x="2131" y="3725"/>
                    <a:pt x="2186" y="3725"/>
                  </a:cubicBezTo>
                  <a:cubicBezTo>
                    <a:pt x="2186" y="3752"/>
                    <a:pt x="2186" y="3779"/>
                    <a:pt x="2186" y="3806"/>
                  </a:cubicBezTo>
                  <a:cubicBezTo>
                    <a:pt x="2213" y="3806"/>
                    <a:pt x="2240" y="3806"/>
                    <a:pt x="2267" y="3806"/>
                  </a:cubicBezTo>
                  <a:cubicBezTo>
                    <a:pt x="2267" y="3833"/>
                    <a:pt x="2267" y="3860"/>
                    <a:pt x="2267" y="3887"/>
                  </a:cubicBezTo>
                  <a:cubicBezTo>
                    <a:pt x="2279" y="3885"/>
                    <a:pt x="2291" y="3884"/>
                    <a:pt x="2303" y="3882"/>
                  </a:cubicBezTo>
                  <a:cubicBezTo>
                    <a:pt x="2365" y="3889"/>
                    <a:pt x="2393" y="3920"/>
                    <a:pt x="2434" y="3963"/>
                  </a:cubicBezTo>
                  <a:cubicBezTo>
                    <a:pt x="2442" y="3970"/>
                    <a:pt x="2449" y="3977"/>
                    <a:pt x="2457" y="3984"/>
                  </a:cubicBezTo>
                  <a:cubicBezTo>
                    <a:pt x="2493" y="4021"/>
                    <a:pt x="2510" y="4043"/>
                    <a:pt x="2515" y="4095"/>
                  </a:cubicBezTo>
                  <a:cubicBezTo>
                    <a:pt x="2514" y="4101"/>
                    <a:pt x="2514" y="4101"/>
                    <a:pt x="2510" y="4130"/>
                  </a:cubicBezTo>
                  <a:cubicBezTo>
                    <a:pt x="2537" y="4130"/>
                    <a:pt x="2564" y="4130"/>
                    <a:pt x="2591" y="4130"/>
                  </a:cubicBezTo>
                  <a:cubicBezTo>
                    <a:pt x="2591" y="4157"/>
                    <a:pt x="2591" y="4183"/>
                    <a:pt x="2591" y="4211"/>
                  </a:cubicBezTo>
                  <a:cubicBezTo>
                    <a:pt x="2618" y="4211"/>
                    <a:pt x="2645" y="4211"/>
                    <a:pt x="2672" y="4211"/>
                  </a:cubicBezTo>
                  <a:cubicBezTo>
                    <a:pt x="2672" y="4264"/>
                    <a:pt x="2672" y="4318"/>
                    <a:pt x="2672" y="4373"/>
                  </a:cubicBezTo>
                  <a:cubicBezTo>
                    <a:pt x="2699" y="4373"/>
                    <a:pt x="2726" y="4373"/>
                    <a:pt x="2753" y="4373"/>
                  </a:cubicBezTo>
                  <a:cubicBezTo>
                    <a:pt x="2767" y="4420"/>
                    <a:pt x="2767" y="4420"/>
                    <a:pt x="2834" y="4656"/>
                  </a:cubicBezTo>
                  <a:cubicBezTo>
                    <a:pt x="2928" y="4663"/>
                    <a:pt x="2928" y="4663"/>
                    <a:pt x="3401" y="4697"/>
                  </a:cubicBezTo>
                  <a:cubicBezTo>
                    <a:pt x="3401" y="4724"/>
                    <a:pt x="3401" y="4750"/>
                    <a:pt x="3401" y="4778"/>
                  </a:cubicBezTo>
                  <a:cubicBezTo>
                    <a:pt x="3562" y="4778"/>
                    <a:pt x="3722" y="4778"/>
                    <a:pt x="3887" y="4778"/>
                  </a:cubicBezTo>
                  <a:cubicBezTo>
                    <a:pt x="3887" y="4805"/>
                    <a:pt x="3887" y="4831"/>
                    <a:pt x="3887" y="4859"/>
                  </a:cubicBezTo>
                  <a:cubicBezTo>
                    <a:pt x="3994" y="4859"/>
                    <a:pt x="4101" y="4859"/>
                    <a:pt x="4211" y="4859"/>
                  </a:cubicBezTo>
                  <a:cubicBezTo>
                    <a:pt x="4211" y="4886"/>
                    <a:pt x="4211" y="4912"/>
                    <a:pt x="4211" y="4940"/>
                  </a:cubicBezTo>
                  <a:cubicBezTo>
                    <a:pt x="4264" y="4940"/>
                    <a:pt x="4318" y="4940"/>
                    <a:pt x="4373" y="4940"/>
                  </a:cubicBezTo>
                  <a:cubicBezTo>
                    <a:pt x="4373" y="4967"/>
                    <a:pt x="4373" y="4993"/>
                    <a:pt x="4373" y="5021"/>
                  </a:cubicBezTo>
                  <a:cubicBezTo>
                    <a:pt x="4400" y="5021"/>
                    <a:pt x="4426" y="5021"/>
                    <a:pt x="4454" y="5021"/>
                  </a:cubicBezTo>
                  <a:cubicBezTo>
                    <a:pt x="4454" y="5047"/>
                    <a:pt x="4454" y="5074"/>
                    <a:pt x="4454" y="5102"/>
                  </a:cubicBezTo>
                  <a:cubicBezTo>
                    <a:pt x="4507" y="5102"/>
                    <a:pt x="4561" y="5102"/>
                    <a:pt x="4616" y="5102"/>
                  </a:cubicBezTo>
                  <a:cubicBezTo>
                    <a:pt x="4616" y="5128"/>
                    <a:pt x="4616" y="5155"/>
                    <a:pt x="4616" y="5183"/>
                  </a:cubicBezTo>
                  <a:cubicBezTo>
                    <a:pt x="4628" y="5181"/>
                    <a:pt x="4639" y="5179"/>
                    <a:pt x="4651" y="5177"/>
                  </a:cubicBezTo>
                  <a:cubicBezTo>
                    <a:pt x="4697" y="5183"/>
                    <a:pt x="4697" y="5183"/>
                    <a:pt x="4737" y="5226"/>
                  </a:cubicBezTo>
                  <a:cubicBezTo>
                    <a:pt x="4751" y="5244"/>
                    <a:pt x="4765" y="5263"/>
                    <a:pt x="4778" y="5281"/>
                  </a:cubicBezTo>
                  <a:cubicBezTo>
                    <a:pt x="4849" y="5380"/>
                    <a:pt x="4849" y="5380"/>
                    <a:pt x="4904" y="5407"/>
                  </a:cubicBezTo>
                  <a:cubicBezTo>
                    <a:pt x="4916" y="5413"/>
                    <a:pt x="4928" y="5419"/>
                    <a:pt x="4940" y="5426"/>
                  </a:cubicBezTo>
                  <a:cubicBezTo>
                    <a:pt x="4948" y="5465"/>
                    <a:pt x="4948" y="5465"/>
                    <a:pt x="4945" y="5509"/>
                  </a:cubicBezTo>
                  <a:cubicBezTo>
                    <a:pt x="4944" y="5524"/>
                    <a:pt x="4943" y="5539"/>
                    <a:pt x="4943" y="5554"/>
                  </a:cubicBezTo>
                  <a:cubicBezTo>
                    <a:pt x="4942" y="5565"/>
                    <a:pt x="4941" y="5576"/>
                    <a:pt x="4940" y="5588"/>
                  </a:cubicBezTo>
                  <a:cubicBezTo>
                    <a:pt x="4967" y="5588"/>
                    <a:pt x="4993" y="5588"/>
                    <a:pt x="5021" y="5588"/>
                  </a:cubicBezTo>
                  <a:cubicBezTo>
                    <a:pt x="5021" y="5614"/>
                    <a:pt x="5021" y="5641"/>
                    <a:pt x="5021" y="5669"/>
                  </a:cubicBezTo>
                  <a:cubicBezTo>
                    <a:pt x="5047" y="5669"/>
                    <a:pt x="5074" y="5669"/>
                    <a:pt x="5102" y="5669"/>
                  </a:cubicBezTo>
                  <a:cubicBezTo>
                    <a:pt x="5102" y="5749"/>
                    <a:pt x="5102" y="5829"/>
                    <a:pt x="5102" y="5912"/>
                  </a:cubicBezTo>
                  <a:cubicBezTo>
                    <a:pt x="5128" y="5912"/>
                    <a:pt x="5155" y="5912"/>
                    <a:pt x="5183" y="5912"/>
                  </a:cubicBezTo>
                  <a:cubicBezTo>
                    <a:pt x="5183" y="5965"/>
                    <a:pt x="5183" y="6018"/>
                    <a:pt x="5183" y="6074"/>
                  </a:cubicBezTo>
                  <a:cubicBezTo>
                    <a:pt x="5209" y="6074"/>
                    <a:pt x="5236" y="6074"/>
                    <a:pt x="5264" y="6074"/>
                  </a:cubicBezTo>
                  <a:cubicBezTo>
                    <a:pt x="5264" y="6154"/>
                    <a:pt x="5264" y="6234"/>
                    <a:pt x="5264" y="6316"/>
                  </a:cubicBezTo>
                  <a:cubicBezTo>
                    <a:pt x="5290" y="6316"/>
                    <a:pt x="5317" y="6316"/>
                    <a:pt x="5345" y="6316"/>
                  </a:cubicBezTo>
                  <a:cubicBezTo>
                    <a:pt x="5345" y="6343"/>
                    <a:pt x="5345" y="6370"/>
                    <a:pt x="5345" y="6397"/>
                  </a:cubicBezTo>
                  <a:cubicBezTo>
                    <a:pt x="5665" y="6397"/>
                    <a:pt x="5986" y="6397"/>
                    <a:pt x="6316" y="6397"/>
                  </a:cubicBezTo>
                  <a:cubicBezTo>
                    <a:pt x="6316" y="6371"/>
                    <a:pt x="6316" y="6344"/>
                    <a:pt x="6316" y="6316"/>
                  </a:cubicBezTo>
                  <a:cubicBezTo>
                    <a:pt x="6343" y="6316"/>
                    <a:pt x="6370" y="6316"/>
                    <a:pt x="6397" y="6316"/>
                  </a:cubicBezTo>
                  <a:cubicBezTo>
                    <a:pt x="6397" y="6290"/>
                    <a:pt x="6397" y="6263"/>
                    <a:pt x="6397" y="6235"/>
                  </a:cubicBezTo>
                  <a:cubicBezTo>
                    <a:pt x="6424" y="6235"/>
                    <a:pt x="6451" y="6235"/>
                    <a:pt x="6478" y="6235"/>
                  </a:cubicBezTo>
                  <a:cubicBezTo>
                    <a:pt x="6478" y="6230"/>
                    <a:pt x="6478" y="6230"/>
                    <a:pt x="6478" y="6199"/>
                  </a:cubicBezTo>
                  <a:cubicBezTo>
                    <a:pt x="6475" y="5492"/>
                    <a:pt x="6472" y="4785"/>
                    <a:pt x="6470" y="4077"/>
                  </a:cubicBezTo>
                  <a:cubicBezTo>
                    <a:pt x="6470" y="3992"/>
                    <a:pt x="6470" y="3907"/>
                    <a:pt x="6469" y="3822"/>
                  </a:cubicBezTo>
                  <a:cubicBezTo>
                    <a:pt x="6469" y="3806"/>
                    <a:pt x="6469" y="3789"/>
                    <a:pt x="6469" y="3771"/>
                  </a:cubicBezTo>
                  <a:cubicBezTo>
                    <a:pt x="6469" y="3497"/>
                    <a:pt x="6467" y="3224"/>
                    <a:pt x="6466" y="2950"/>
                  </a:cubicBezTo>
                  <a:cubicBezTo>
                    <a:pt x="6464" y="2669"/>
                    <a:pt x="6464" y="2388"/>
                    <a:pt x="6463" y="2107"/>
                  </a:cubicBezTo>
                  <a:cubicBezTo>
                    <a:pt x="6463" y="1934"/>
                    <a:pt x="6462" y="1760"/>
                    <a:pt x="6461" y="1587"/>
                  </a:cubicBezTo>
                  <a:cubicBezTo>
                    <a:pt x="6460" y="1468"/>
                    <a:pt x="6460" y="1349"/>
                    <a:pt x="6460" y="1230"/>
                  </a:cubicBezTo>
                  <a:cubicBezTo>
                    <a:pt x="6460" y="1162"/>
                    <a:pt x="6460" y="1093"/>
                    <a:pt x="6459" y="1025"/>
                  </a:cubicBezTo>
                  <a:cubicBezTo>
                    <a:pt x="6458" y="962"/>
                    <a:pt x="6458" y="899"/>
                    <a:pt x="6459" y="836"/>
                  </a:cubicBezTo>
                  <a:cubicBezTo>
                    <a:pt x="6459" y="814"/>
                    <a:pt x="6459" y="791"/>
                    <a:pt x="6458" y="768"/>
                  </a:cubicBezTo>
                  <a:cubicBezTo>
                    <a:pt x="6456" y="662"/>
                    <a:pt x="6461" y="575"/>
                    <a:pt x="6534" y="493"/>
                  </a:cubicBezTo>
                  <a:cubicBezTo>
                    <a:pt x="6620" y="407"/>
                    <a:pt x="6620" y="407"/>
                    <a:pt x="6686" y="401"/>
                  </a:cubicBezTo>
                  <a:cubicBezTo>
                    <a:pt x="6698" y="402"/>
                    <a:pt x="6709" y="403"/>
                    <a:pt x="6721" y="405"/>
                  </a:cubicBezTo>
                  <a:cubicBezTo>
                    <a:pt x="6721" y="399"/>
                    <a:pt x="6721" y="399"/>
                    <a:pt x="6717" y="370"/>
                  </a:cubicBezTo>
                  <a:cubicBezTo>
                    <a:pt x="6723" y="308"/>
                    <a:pt x="6754" y="279"/>
                    <a:pt x="6797" y="238"/>
                  </a:cubicBezTo>
                  <a:cubicBezTo>
                    <a:pt x="6804" y="231"/>
                    <a:pt x="6811" y="223"/>
                    <a:pt x="6819" y="216"/>
                  </a:cubicBezTo>
                  <a:cubicBezTo>
                    <a:pt x="6856" y="179"/>
                    <a:pt x="6877" y="163"/>
                    <a:pt x="6929" y="157"/>
                  </a:cubicBezTo>
                  <a:cubicBezTo>
                    <a:pt x="6941" y="159"/>
                    <a:pt x="6952" y="160"/>
                    <a:pt x="6964" y="162"/>
                  </a:cubicBezTo>
                  <a:cubicBezTo>
                    <a:pt x="6964" y="135"/>
                    <a:pt x="6964" y="109"/>
                    <a:pt x="6964" y="81"/>
                  </a:cubicBezTo>
                  <a:cubicBezTo>
                    <a:pt x="7071" y="81"/>
                    <a:pt x="7178" y="81"/>
                    <a:pt x="7288" y="81"/>
                  </a:cubicBezTo>
                  <a:cubicBezTo>
                    <a:pt x="7288" y="54"/>
                    <a:pt x="7288" y="28"/>
                    <a:pt x="7288" y="0"/>
                  </a:cubicBezTo>
                  <a:close/>
                  <a:moveTo>
                    <a:pt x="7288" y="567"/>
                  </a:moveTo>
                  <a:cubicBezTo>
                    <a:pt x="7288" y="594"/>
                    <a:pt x="7288" y="620"/>
                    <a:pt x="7288" y="648"/>
                  </a:cubicBezTo>
                  <a:cubicBezTo>
                    <a:pt x="7235" y="648"/>
                    <a:pt x="7181" y="648"/>
                    <a:pt x="7126" y="648"/>
                  </a:cubicBezTo>
                  <a:cubicBezTo>
                    <a:pt x="7126" y="675"/>
                    <a:pt x="7126" y="701"/>
                    <a:pt x="7126" y="729"/>
                  </a:cubicBezTo>
                  <a:cubicBezTo>
                    <a:pt x="7100" y="729"/>
                    <a:pt x="7073" y="729"/>
                    <a:pt x="7045" y="729"/>
                  </a:cubicBezTo>
                  <a:cubicBezTo>
                    <a:pt x="7045" y="782"/>
                    <a:pt x="7045" y="836"/>
                    <a:pt x="7045" y="891"/>
                  </a:cubicBezTo>
                  <a:cubicBezTo>
                    <a:pt x="7019" y="891"/>
                    <a:pt x="6992" y="891"/>
                    <a:pt x="6964" y="891"/>
                  </a:cubicBezTo>
                  <a:cubicBezTo>
                    <a:pt x="6964" y="4418"/>
                    <a:pt x="6964" y="7946"/>
                    <a:pt x="6964" y="11580"/>
                  </a:cubicBezTo>
                  <a:cubicBezTo>
                    <a:pt x="6991" y="11580"/>
                    <a:pt x="7018" y="11580"/>
                    <a:pt x="7045" y="11580"/>
                  </a:cubicBezTo>
                  <a:cubicBezTo>
                    <a:pt x="7045" y="11634"/>
                    <a:pt x="7045" y="11687"/>
                    <a:pt x="7045" y="11742"/>
                  </a:cubicBezTo>
                  <a:cubicBezTo>
                    <a:pt x="7072" y="11742"/>
                    <a:pt x="7099" y="11742"/>
                    <a:pt x="7126" y="11742"/>
                  </a:cubicBezTo>
                  <a:cubicBezTo>
                    <a:pt x="7126" y="11769"/>
                    <a:pt x="7126" y="11796"/>
                    <a:pt x="7126" y="11823"/>
                  </a:cubicBezTo>
                  <a:cubicBezTo>
                    <a:pt x="7153" y="11823"/>
                    <a:pt x="7180" y="11823"/>
                    <a:pt x="7207" y="11823"/>
                  </a:cubicBezTo>
                  <a:cubicBezTo>
                    <a:pt x="7207" y="11850"/>
                    <a:pt x="7207" y="11877"/>
                    <a:pt x="7207" y="11904"/>
                  </a:cubicBezTo>
                  <a:cubicBezTo>
                    <a:pt x="8143" y="11904"/>
                    <a:pt x="9078" y="11904"/>
                    <a:pt x="10042" y="11904"/>
                  </a:cubicBezTo>
                  <a:cubicBezTo>
                    <a:pt x="10042" y="11931"/>
                    <a:pt x="10042" y="11958"/>
                    <a:pt x="10042" y="11985"/>
                  </a:cubicBezTo>
                  <a:cubicBezTo>
                    <a:pt x="10282" y="11985"/>
                    <a:pt x="10523" y="11985"/>
                    <a:pt x="10770" y="11985"/>
                  </a:cubicBezTo>
                  <a:cubicBezTo>
                    <a:pt x="10770" y="11958"/>
                    <a:pt x="10770" y="11932"/>
                    <a:pt x="10770" y="11904"/>
                  </a:cubicBezTo>
                  <a:cubicBezTo>
                    <a:pt x="12507" y="11904"/>
                    <a:pt x="14244" y="11904"/>
                    <a:pt x="16034" y="11904"/>
                  </a:cubicBezTo>
                  <a:cubicBezTo>
                    <a:pt x="16034" y="11877"/>
                    <a:pt x="16034" y="11851"/>
                    <a:pt x="16034" y="11823"/>
                  </a:cubicBezTo>
                  <a:cubicBezTo>
                    <a:pt x="16061" y="11823"/>
                    <a:pt x="16088" y="11823"/>
                    <a:pt x="16115" y="11823"/>
                  </a:cubicBezTo>
                  <a:cubicBezTo>
                    <a:pt x="16115" y="11796"/>
                    <a:pt x="16115" y="11770"/>
                    <a:pt x="16115" y="11742"/>
                  </a:cubicBezTo>
                  <a:cubicBezTo>
                    <a:pt x="16142" y="11742"/>
                    <a:pt x="16168" y="11742"/>
                    <a:pt x="16196" y="11742"/>
                  </a:cubicBezTo>
                  <a:cubicBezTo>
                    <a:pt x="16196" y="11689"/>
                    <a:pt x="16196" y="11635"/>
                    <a:pt x="16196" y="11580"/>
                  </a:cubicBezTo>
                  <a:cubicBezTo>
                    <a:pt x="16223" y="11580"/>
                    <a:pt x="16249" y="11580"/>
                    <a:pt x="16277" y="11580"/>
                  </a:cubicBezTo>
                  <a:cubicBezTo>
                    <a:pt x="16277" y="8053"/>
                    <a:pt x="16277" y="4525"/>
                    <a:pt x="16277" y="891"/>
                  </a:cubicBezTo>
                  <a:cubicBezTo>
                    <a:pt x="16250" y="891"/>
                    <a:pt x="16224" y="891"/>
                    <a:pt x="16196" y="891"/>
                  </a:cubicBezTo>
                  <a:cubicBezTo>
                    <a:pt x="16196" y="837"/>
                    <a:pt x="16196" y="784"/>
                    <a:pt x="16196" y="729"/>
                  </a:cubicBezTo>
                  <a:cubicBezTo>
                    <a:pt x="16169" y="729"/>
                    <a:pt x="16143" y="729"/>
                    <a:pt x="16115" y="729"/>
                  </a:cubicBezTo>
                  <a:cubicBezTo>
                    <a:pt x="16115" y="702"/>
                    <a:pt x="16115" y="675"/>
                    <a:pt x="16115" y="648"/>
                  </a:cubicBezTo>
                  <a:cubicBezTo>
                    <a:pt x="16088" y="648"/>
                    <a:pt x="16062" y="648"/>
                    <a:pt x="16034" y="648"/>
                  </a:cubicBezTo>
                  <a:cubicBezTo>
                    <a:pt x="16034" y="621"/>
                    <a:pt x="16034" y="594"/>
                    <a:pt x="16034" y="567"/>
                  </a:cubicBezTo>
                  <a:cubicBezTo>
                    <a:pt x="13148" y="567"/>
                    <a:pt x="10262" y="567"/>
                    <a:pt x="7288" y="567"/>
                  </a:cubicBezTo>
                  <a:close/>
                  <a:moveTo>
                    <a:pt x="21946" y="4049"/>
                  </a:moveTo>
                  <a:cubicBezTo>
                    <a:pt x="21946" y="4076"/>
                    <a:pt x="21946" y="4102"/>
                    <a:pt x="21946" y="4130"/>
                  </a:cubicBezTo>
                  <a:cubicBezTo>
                    <a:pt x="21865" y="4130"/>
                    <a:pt x="21785" y="4130"/>
                    <a:pt x="21703" y="4130"/>
                  </a:cubicBezTo>
                  <a:cubicBezTo>
                    <a:pt x="21703" y="4157"/>
                    <a:pt x="21703" y="4183"/>
                    <a:pt x="21703" y="4211"/>
                  </a:cubicBezTo>
                  <a:cubicBezTo>
                    <a:pt x="21649" y="4211"/>
                    <a:pt x="21596" y="4211"/>
                    <a:pt x="21541" y="4211"/>
                  </a:cubicBezTo>
                  <a:cubicBezTo>
                    <a:pt x="21541" y="4238"/>
                    <a:pt x="21541" y="4264"/>
                    <a:pt x="21541" y="4292"/>
                  </a:cubicBezTo>
                  <a:cubicBezTo>
                    <a:pt x="21514" y="4292"/>
                    <a:pt x="21487" y="4292"/>
                    <a:pt x="21460" y="4292"/>
                  </a:cubicBezTo>
                  <a:cubicBezTo>
                    <a:pt x="21460" y="4319"/>
                    <a:pt x="21460" y="4345"/>
                    <a:pt x="21460" y="4373"/>
                  </a:cubicBezTo>
                  <a:cubicBezTo>
                    <a:pt x="21433" y="4373"/>
                    <a:pt x="21406" y="4373"/>
                    <a:pt x="21379" y="4373"/>
                  </a:cubicBezTo>
                  <a:cubicBezTo>
                    <a:pt x="21379" y="4426"/>
                    <a:pt x="21379" y="4480"/>
                    <a:pt x="21379" y="4535"/>
                  </a:cubicBezTo>
                  <a:cubicBezTo>
                    <a:pt x="21352" y="4535"/>
                    <a:pt x="21325" y="4535"/>
                    <a:pt x="21298" y="4535"/>
                  </a:cubicBezTo>
                  <a:cubicBezTo>
                    <a:pt x="21298" y="4588"/>
                    <a:pt x="21298" y="4642"/>
                    <a:pt x="21298" y="4697"/>
                  </a:cubicBezTo>
                  <a:cubicBezTo>
                    <a:pt x="21271" y="4697"/>
                    <a:pt x="21244" y="4697"/>
                    <a:pt x="21217" y="4697"/>
                  </a:cubicBezTo>
                  <a:cubicBezTo>
                    <a:pt x="21217" y="4857"/>
                    <a:pt x="21217" y="5018"/>
                    <a:pt x="21217" y="5183"/>
                  </a:cubicBezTo>
                  <a:cubicBezTo>
                    <a:pt x="21244" y="5183"/>
                    <a:pt x="21270" y="5183"/>
                    <a:pt x="21298" y="5183"/>
                  </a:cubicBezTo>
                  <a:cubicBezTo>
                    <a:pt x="21298" y="5236"/>
                    <a:pt x="21298" y="5290"/>
                    <a:pt x="21298" y="5345"/>
                  </a:cubicBezTo>
                  <a:cubicBezTo>
                    <a:pt x="21324" y="5345"/>
                    <a:pt x="21351" y="5345"/>
                    <a:pt x="21379" y="5345"/>
                  </a:cubicBezTo>
                  <a:cubicBezTo>
                    <a:pt x="21379" y="5398"/>
                    <a:pt x="21379" y="5452"/>
                    <a:pt x="21379" y="5507"/>
                  </a:cubicBezTo>
                  <a:cubicBezTo>
                    <a:pt x="21405" y="5507"/>
                    <a:pt x="21432" y="5507"/>
                    <a:pt x="21460" y="5507"/>
                  </a:cubicBezTo>
                  <a:cubicBezTo>
                    <a:pt x="21460" y="5533"/>
                    <a:pt x="21460" y="5560"/>
                    <a:pt x="21460" y="5588"/>
                  </a:cubicBezTo>
                  <a:cubicBezTo>
                    <a:pt x="21513" y="5588"/>
                    <a:pt x="21567" y="5588"/>
                    <a:pt x="21622" y="5588"/>
                  </a:cubicBezTo>
                  <a:cubicBezTo>
                    <a:pt x="21622" y="5614"/>
                    <a:pt x="21622" y="5641"/>
                    <a:pt x="21622" y="5669"/>
                  </a:cubicBezTo>
                  <a:cubicBezTo>
                    <a:pt x="21648" y="5669"/>
                    <a:pt x="21675" y="5669"/>
                    <a:pt x="21703" y="5669"/>
                  </a:cubicBezTo>
                  <a:cubicBezTo>
                    <a:pt x="21703" y="5695"/>
                    <a:pt x="21703" y="5722"/>
                    <a:pt x="21703" y="5750"/>
                  </a:cubicBezTo>
                  <a:cubicBezTo>
                    <a:pt x="21943" y="5750"/>
                    <a:pt x="22184" y="5750"/>
                    <a:pt x="22431" y="5750"/>
                  </a:cubicBezTo>
                  <a:cubicBezTo>
                    <a:pt x="22431" y="5723"/>
                    <a:pt x="22431" y="5696"/>
                    <a:pt x="22431" y="5669"/>
                  </a:cubicBezTo>
                  <a:cubicBezTo>
                    <a:pt x="22485" y="5669"/>
                    <a:pt x="22538" y="5669"/>
                    <a:pt x="22593" y="5669"/>
                  </a:cubicBezTo>
                  <a:cubicBezTo>
                    <a:pt x="22593" y="5642"/>
                    <a:pt x="22593" y="5615"/>
                    <a:pt x="22593" y="5588"/>
                  </a:cubicBezTo>
                  <a:cubicBezTo>
                    <a:pt x="22620" y="5588"/>
                    <a:pt x="22647" y="5588"/>
                    <a:pt x="22674" y="5588"/>
                  </a:cubicBezTo>
                  <a:cubicBezTo>
                    <a:pt x="22674" y="5561"/>
                    <a:pt x="22674" y="5534"/>
                    <a:pt x="22674" y="5507"/>
                  </a:cubicBezTo>
                  <a:cubicBezTo>
                    <a:pt x="22701" y="5507"/>
                    <a:pt x="22728" y="5507"/>
                    <a:pt x="22755" y="5507"/>
                  </a:cubicBezTo>
                  <a:cubicBezTo>
                    <a:pt x="22755" y="5453"/>
                    <a:pt x="22755" y="5400"/>
                    <a:pt x="22755" y="5345"/>
                  </a:cubicBezTo>
                  <a:cubicBezTo>
                    <a:pt x="22782" y="5345"/>
                    <a:pt x="22809" y="5345"/>
                    <a:pt x="22836" y="5345"/>
                  </a:cubicBezTo>
                  <a:cubicBezTo>
                    <a:pt x="22836" y="5291"/>
                    <a:pt x="22836" y="5238"/>
                    <a:pt x="22836" y="5183"/>
                  </a:cubicBezTo>
                  <a:cubicBezTo>
                    <a:pt x="22863" y="5183"/>
                    <a:pt x="22890" y="5183"/>
                    <a:pt x="22917" y="5183"/>
                  </a:cubicBezTo>
                  <a:cubicBezTo>
                    <a:pt x="22917" y="5022"/>
                    <a:pt x="22917" y="4862"/>
                    <a:pt x="22917" y="4697"/>
                  </a:cubicBezTo>
                  <a:cubicBezTo>
                    <a:pt x="22891" y="4697"/>
                    <a:pt x="22864" y="4697"/>
                    <a:pt x="22836" y="4697"/>
                  </a:cubicBezTo>
                  <a:cubicBezTo>
                    <a:pt x="22836" y="4617"/>
                    <a:pt x="22836" y="4537"/>
                    <a:pt x="22836" y="4454"/>
                  </a:cubicBezTo>
                  <a:cubicBezTo>
                    <a:pt x="22810" y="4454"/>
                    <a:pt x="22783" y="4454"/>
                    <a:pt x="22755" y="4454"/>
                  </a:cubicBezTo>
                  <a:cubicBezTo>
                    <a:pt x="22755" y="4427"/>
                    <a:pt x="22755" y="4400"/>
                    <a:pt x="22755" y="4373"/>
                  </a:cubicBezTo>
                  <a:cubicBezTo>
                    <a:pt x="22729" y="4373"/>
                    <a:pt x="22702" y="4373"/>
                    <a:pt x="22674" y="4373"/>
                  </a:cubicBezTo>
                  <a:cubicBezTo>
                    <a:pt x="22674" y="4346"/>
                    <a:pt x="22674" y="4319"/>
                    <a:pt x="22674" y="4292"/>
                  </a:cubicBezTo>
                  <a:cubicBezTo>
                    <a:pt x="22648" y="4292"/>
                    <a:pt x="22621" y="4292"/>
                    <a:pt x="22593" y="4292"/>
                  </a:cubicBezTo>
                  <a:cubicBezTo>
                    <a:pt x="22593" y="4265"/>
                    <a:pt x="22593" y="4238"/>
                    <a:pt x="22593" y="4211"/>
                  </a:cubicBezTo>
                  <a:cubicBezTo>
                    <a:pt x="22540" y="4211"/>
                    <a:pt x="22487" y="4211"/>
                    <a:pt x="22431" y="4211"/>
                  </a:cubicBezTo>
                  <a:cubicBezTo>
                    <a:pt x="22431" y="4184"/>
                    <a:pt x="22431" y="4158"/>
                    <a:pt x="22431" y="4130"/>
                  </a:cubicBezTo>
                  <a:cubicBezTo>
                    <a:pt x="22351" y="4130"/>
                    <a:pt x="22271" y="4130"/>
                    <a:pt x="22189" y="4130"/>
                  </a:cubicBezTo>
                  <a:cubicBezTo>
                    <a:pt x="22189" y="4103"/>
                    <a:pt x="22189" y="4077"/>
                    <a:pt x="22189" y="4049"/>
                  </a:cubicBezTo>
                  <a:cubicBezTo>
                    <a:pt x="22108" y="4049"/>
                    <a:pt x="22028" y="4049"/>
                    <a:pt x="21946" y="4049"/>
                  </a:cubicBezTo>
                  <a:close/>
                  <a:moveTo>
                    <a:pt x="1053" y="4130"/>
                  </a:moveTo>
                  <a:cubicBezTo>
                    <a:pt x="1053" y="4157"/>
                    <a:pt x="1053" y="4183"/>
                    <a:pt x="1053" y="4211"/>
                  </a:cubicBezTo>
                  <a:cubicBezTo>
                    <a:pt x="999" y="4211"/>
                    <a:pt x="946" y="4211"/>
                    <a:pt x="891" y="4211"/>
                  </a:cubicBezTo>
                  <a:cubicBezTo>
                    <a:pt x="891" y="4238"/>
                    <a:pt x="891" y="4264"/>
                    <a:pt x="891" y="4292"/>
                  </a:cubicBezTo>
                  <a:cubicBezTo>
                    <a:pt x="864" y="4292"/>
                    <a:pt x="837" y="4292"/>
                    <a:pt x="810" y="4292"/>
                  </a:cubicBezTo>
                  <a:cubicBezTo>
                    <a:pt x="810" y="4319"/>
                    <a:pt x="810" y="4345"/>
                    <a:pt x="810" y="4373"/>
                  </a:cubicBezTo>
                  <a:cubicBezTo>
                    <a:pt x="783" y="4373"/>
                    <a:pt x="756" y="4373"/>
                    <a:pt x="729" y="4373"/>
                  </a:cubicBezTo>
                  <a:cubicBezTo>
                    <a:pt x="729" y="4400"/>
                    <a:pt x="729" y="4426"/>
                    <a:pt x="729" y="4454"/>
                  </a:cubicBezTo>
                  <a:cubicBezTo>
                    <a:pt x="702" y="4454"/>
                    <a:pt x="675" y="4454"/>
                    <a:pt x="648" y="4454"/>
                  </a:cubicBezTo>
                  <a:cubicBezTo>
                    <a:pt x="648" y="4507"/>
                    <a:pt x="648" y="4561"/>
                    <a:pt x="648" y="4616"/>
                  </a:cubicBezTo>
                  <a:cubicBezTo>
                    <a:pt x="621" y="4616"/>
                    <a:pt x="594" y="4616"/>
                    <a:pt x="567" y="4616"/>
                  </a:cubicBezTo>
                  <a:cubicBezTo>
                    <a:pt x="567" y="4830"/>
                    <a:pt x="567" y="5043"/>
                    <a:pt x="567" y="5264"/>
                  </a:cubicBezTo>
                  <a:cubicBezTo>
                    <a:pt x="594" y="5264"/>
                    <a:pt x="620" y="5264"/>
                    <a:pt x="648" y="5264"/>
                  </a:cubicBezTo>
                  <a:cubicBezTo>
                    <a:pt x="648" y="5317"/>
                    <a:pt x="648" y="5371"/>
                    <a:pt x="648" y="5426"/>
                  </a:cubicBezTo>
                  <a:cubicBezTo>
                    <a:pt x="675" y="5426"/>
                    <a:pt x="701" y="5426"/>
                    <a:pt x="729" y="5426"/>
                  </a:cubicBezTo>
                  <a:cubicBezTo>
                    <a:pt x="729" y="5452"/>
                    <a:pt x="729" y="5479"/>
                    <a:pt x="729" y="5507"/>
                  </a:cubicBezTo>
                  <a:cubicBezTo>
                    <a:pt x="756" y="5507"/>
                    <a:pt x="782" y="5507"/>
                    <a:pt x="810" y="5507"/>
                  </a:cubicBezTo>
                  <a:cubicBezTo>
                    <a:pt x="810" y="5533"/>
                    <a:pt x="810" y="5560"/>
                    <a:pt x="810" y="5588"/>
                  </a:cubicBezTo>
                  <a:cubicBezTo>
                    <a:pt x="863" y="5588"/>
                    <a:pt x="917" y="5588"/>
                    <a:pt x="972" y="5588"/>
                  </a:cubicBezTo>
                  <a:cubicBezTo>
                    <a:pt x="972" y="5614"/>
                    <a:pt x="972" y="5641"/>
                    <a:pt x="972" y="5669"/>
                  </a:cubicBezTo>
                  <a:cubicBezTo>
                    <a:pt x="998" y="5669"/>
                    <a:pt x="1025" y="5669"/>
                    <a:pt x="1053" y="5669"/>
                  </a:cubicBezTo>
                  <a:cubicBezTo>
                    <a:pt x="1053" y="5695"/>
                    <a:pt x="1053" y="5722"/>
                    <a:pt x="1053" y="5750"/>
                  </a:cubicBezTo>
                  <a:cubicBezTo>
                    <a:pt x="1267" y="5750"/>
                    <a:pt x="1480" y="5750"/>
                    <a:pt x="1701" y="5750"/>
                  </a:cubicBezTo>
                  <a:cubicBezTo>
                    <a:pt x="1701" y="5723"/>
                    <a:pt x="1701" y="5696"/>
                    <a:pt x="1701" y="5669"/>
                  </a:cubicBezTo>
                  <a:cubicBezTo>
                    <a:pt x="1754" y="5669"/>
                    <a:pt x="1807" y="5669"/>
                    <a:pt x="1863" y="5669"/>
                  </a:cubicBezTo>
                  <a:cubicBezTo>
                    <a:pt x="1863" y="5642"/>
                    <a:pt x="1863" y="5615"/>
                    <a:pt x="1863" y="5588"/>
                  </a:cubicBezTo>
                  <a:cubicBezTo>
                    <a:pt x="1916" y="5588"/>
                    <a:pt x="1969" y="5588"/>
                    <a:pt x="2025" y="5588"/>
                  </a:cubicBezTo>
                  <a:cubicBezTo>
                    <a:pt x="2025" y="5561"/>
                    <a:pt x="2025" y="5534"/>
                    <a:pt x="2025" y="5507"/>
                  </a:cubicBezTo>
                  <a:cubicBezTo>
                    <a:pt x="2051" y="5507"/>
                    <a:pt x="2078" y="5507"/>
                    <a:pt x="2105" y="5507"/>
                  </a:cubicBezTo>
                  <a:cubicBezTo>
                    <a:pt x="2105" y="5453"/>
                    <a:pt x="2105" y="5400"/>
                    <a:pt x="2105" y="5345"/>
                  </a:cubicBezTo>
                  <a:cubicBezTo>
                    <a:pt x="2132" y="5345"/>
                    <a:pt x="2159" y="5345"/>
                    <a:pt x="2186" y="5345"/>
                  </a:cubicBezTo>
                  <a:cubicBezTo>
                    <a:pt x="2186" y="5265"/>
                    <a:pt x="2186" y="5184"/>
                    <a:pt x="2186" y="5102"/>
                  </a:cubicBezTo>
                  <a:cubicBezTo>
                    <a:pt x="2213" y="5102"/>
                    <a:pt x="2240" y="5102"/>
                    <a:pt x="2267" y="5102"/>
                  </a:cubicBezTo>
                  <a:cubicBezTo>
                    <a:pt x="2267" y="4968"/>
                    <a:pt x="2267" y="4835"/>
                    <a:pt x="2267" y="4697"/>
                  </a:cubicBezTo>
                  <a:cubicBezTo>
                    <a:pt x="2241" y="4697"/>
                    <a:pt x="2214" y="4697"/>
                    <a:pt x="2186" y="4697"/>
                  </a:cubicBezTo>
                  <a:cubicBezTo>
                    <a:pt x="2186" y="4643"/>
                    <a:pt x="2186" y="4590"/>
                    <a:pt x="2186" y="4535"/>
                  </a:cubicBezTo>
                  <a:cubicBezTo>
                    <a:pt x="2160" y="4535"/>
                    <a:pt x="2133" y="4535"/>
                    <a:pt x="2105" y="4535"/>
                  </a:cubicBezTo>
                  <a:cubicBezTo>
                    <a:pt x="2105" y="4481"/>
                    <a:pt x="2105" y="4428"/>
                    <a:pt x="2105" y="4373"/>
                  </a:cubicBezTo>
                  <a:cubicBezTo>
                    <a:pt x="2079" y="4373"/>
                    <a:pt x="2052" y="4373"/>
                    <a:pt x="2025" y="4373"/>
                  </a:cubicBezTo>
                  <a:cubicBezTo>
                    <a:pt x="2025" y="4346"/>
                    <a:pt x="2025" y="4319"/>
                    <a:pt x="2025" y="4292"/>
                  </a:cubicBezTo>
                  <a:cubicBezTo>
                    <a:pt x="1971" y="4292"/>
                    <a:pt x="1918" y="4292"/>
                    <a:pt x="1863" y="4292"/>
                  </a:cubicBezTo>
                  <a:cubicBezTo>
                    <a:pt x="1863" y="4265"/>
                    <a:pt x="1863" y="4238"/>
                    <a:pt x="1863" y="4211"/>
                  </a:cubicBezTo>
                  <a:cubicBezTo>
                    <a:pt x="1836" y="4211"/>
                    <a:pt x="1809" y="4211"/>
                    <a:pt x="1782" y="4211"/>
                  </a:cubicBezTo>
                  <a:cubicBezTo>
                    <a:pt x="1782" y="4184"/>
                    <a:pt x="1782" y="4158"/>
                    <a:pt x="1782" y="4130"/>
                  </a:cubicBezTo>
                  <a:cubicBezTo>
                    <a:pt x="1541" y="4130"/>
                    <a:pt x="1301" y="4130"/>
                    <a:pt x="1053" y="4130"/>
                  </a:cubicBezTo>
                  <a:close/>
                  <a:moveTo>
                    <a:pt x="1134" y="8179"/>
                  </a:moveTo>
                  <a:cubicBezTo>
                    <a:pt x="1134" y="8206"/>
                    <a:pt x="1134" y="8232"/>
                    <a:pt x="1134" y="8260"/>
                  </a:cubicBezTo>
                  <a:cubicBezTo>
                    <a:pt x="1080" y="8260"/>
                    <a:pt x="1027" y="8260"/>
                    <a:pt x="972" y="8260"/>
                  </a:cubicBezTo>
                  <a:cubicBezTo>
                    <a:pt x="972" y="8287"/>
                    <a:pt x="972" y="8313"/>
                    <a:pt x="972" y="8341"/>
                  </a:cubicBezTo>
                  <a:cubicBezTo>
                    <a:pt x="945" y="8341"/>
                    <a:pt x="918" y="8341"/>
                    <a:pt x="891" y="8341"/>
                  </a:cubicBezTo>
                  <a:cubicBezTo>
                    <a:pt x="891" y="8368"/>
                    <a:pt x="891" y="8394"/>
                    <a:pt x="891" y="8422"/>
                  </a:cubicBezTo>
                  <a:cubicBezTo>
                    <a:pt x="864" y="8422"/>
                    <a:pt x="837" y="8422"/>
                    <a:pt x="810" y="8422"/>
                  </a:cubicBezTo>
                  <a:cubicBezTo>
                    <a:pt x="810" y="8449"/>
                    <a:pt x="810" y="8475"/>
                    <a:pt x="810" y="8503"/>
                  </a:cubicBezTo>
                  <a:cubicBezTo>
                    <a:pt x="783" y="8503"/>
                    <a:pt x="756" y="8503"/>
                    <a:pt x="729" y="8503"/>
                  </a:cubicBezTo>
                  <a:cubicBezTo>
                    <a:pt x="729" y="8530"/>
                    <a:pt x="729" y="8556"/>
                    <a:pt x="729" y="8584"/>
                  </a:cubicBezTo>
                  <a:cubicBezTo>
                    <a:pt x="702" y="8584"/>
                    <a:pt x="675" y="8584"/>
                    <a:pt x="648" y="8584"/>
                  </a:cubicBezTo>
                  <a:cubicBezTo>
                    <a:pt x="648" y="8637"/>
                    <a:pt x="648" y="8691"/>
                    <a:pt x="648" y="8746"/>
                  </a:cubicBezTo>
                  <a:cubicBezTo>
                    <a:pt x="621" y="8746"/>
                    <a:pt x="594" y="8746"/>
                    <a:pt x="567" y="8746"/>
                  </a:cubicBezTo>
                  <a:cubicBezTo>
                    <a:pt x="567" y="8906"/>
                    <a:pt x="567" y="9067"/>
                    <a:pt x="567" y="9232"/>
                  </a:cubicBezTo>
                  <a:cubicBezTo>
                    <a:pt x="594" y="9232"/>
                    <a:pt x="620" y="9232"/>
                    <a:pt x="648" y="9232"/>
                  </a:cubicBezTo>
                  <a:cubicBezTo>
                    <a:pt x="648" y="9285"/>
                    <a:pt x="648" y="9339"/>
                    <a:pt x="648" y="9394"/>
                  </a:cubicBezTo>
                  <a:cubicBezTo>
                    <a:pt x="675" y="9394"/>
                    <a:pt x="701" y="9394"/>
                    <a:pt x="729" y="9394"/>
                  </a:cubicBezTo>
                  <a:cubicBezTo>
                    <a:pt x="729" y="9447"/>
                    <a:pt x="729" y="9501"/>
                    <a:pt x="729" y="9556"/>
                  </a:cubicBezTo>
                  <a:cubicBezTo>
                    <a:pt x="756" y="9556"/>
                    <a:pt x="782" y="9556"/>
                    <a:pt x="810" y="9556"/>
                  </a:cubicBezTo>
                  <a:cubicBezTo>
                    <a:pt x="810" y="9582"/>
                    <a:pt x="810" y="9609"/>
                    <a:pt x="810" y="9637"/>
                  </a:cubicBezTo>
                  <a:cubicBezTo>
                    <a:pt x="863" y="9637"/>
                    <a:pt x="917" y="9637"/>
                    <a:pt x="972" y="9637"/>
                  </a:cubicBezTo>
                  <a:cubicBezTo>
                    <a:pt x="972" y="9663"/>
                    <a:pt x="972" y="9690"/>
                    <a:pt x="972" y="9718"/>
                  </a:cubicBezTo>
                  <a:cubicBezTo>
                    <a:pt x="998" y="9718"/>
                    <a:pt x="1025" y="9718"/>
                    <a:pt x="1053" y="9718"/>
                  </a:cubicBezTo>
                  <a:cubicBezTo>
                    <a:pt x="1053" y="9744"/>
                    <a:pt x="1053" y="9771"/>
                    <a:pt x="1053" y="9799"/>
                  </a:cubicBezTo>
                  <a:cubicBezTo>
                    <a:pt x="1267" y="9799"/>
                    <a:pt x="1480" y="9799"/>
                    <a:pt x="1701" y="9799"/>
                  </a:cubicBezTo>
                  <a:cubicBezTo>
                    <a:pt x="1701" y="9772"/>
                    <a:pt x="1701" y="9745"/>
                    <a:pt x="1701" y="9718"/>
                  </a:cubicBezTo>
                  <a:cubicBezTo>
                    <a:pt x="1754" y="9718"/>
                    <a:pt x="1807" y="9718"/>
                    <a:pt x="1863" y="9718"/>
                  </a:cubicBezTo>
                  <a:cubicBezTo>
                    <a:pt x="1863" y="9691"/>
                    <a:pt x="1863" y="9664"/>
                    <a:pt x="1863" y="9637"/>
                  </a:cubicBezTo>
                  <a:cubicBezTo>
                    <a:pt x="1889" y="9637"/>
                    <a:pt x="1916" y="9637"/>
                    <a:pt x="1944" y="9637"/>
                  </a:cubicBezTo>
                  <a:cubicBezTo>
                    <a:pt x="1944" y="9610"/>
                    <a:pt x="1944" y="9583"/>
                    <a:pt x="1944" y="9556"/>
                  </a:cubicBezTo>
                  <a:cubicBezTo>
                    <a:pt x="1970" y="9556"/>
                    <a:pt x="1997" y="9556"/>
                    <a:pt x="2025" y="9556"/>
                  </a:cubicBezTo>
                  <a:cubicBezTo>
                    <a:pt x="2025" y="9529"/>
                    <a:pt x="2025" y="9502"/>
                    <a:pt x="2025" y="9475"/>
                  </a:cubicBezTo>
                  <a:cubicBezTo>
                    <a:pt x="2051" y="9475"/>
                    <a:pt x="2078" y="9475"/>
                    <a:pt x="2105" y="9475"/>
                  </a:cubicBezTo>
                  <a:cubicBezTo>
                    <a:pt x="2105" y="9421"/>
                    <a:pt x="2105" y="9368"/>
                    <a:pt x="2105" y="9313"/>
                  </a:cubicBezTo>
                  <a:cubicBezTo>
                    <a:pt x="2132" y="9313"/>
                    <a:pt x="2159" y="9313"/>
                    <a:pt x="2186" y="9313"/>
                  </a:cubicBezTo>
                  <a:cubicBezTo>
                    <a:pt x="2186" y="9233"/>
                    <a:pt x="2186" y="9152"/>
                    <a:pt x="2186" y="9070"/>
                  </a:cubicBezTo>
                  <a:cubicBezTo>
                    <a:pt x="2213" y="9070"/>
                    <a:pt x="2240" y="9070"/>
                    <a:pt x="2267" y="9070"/>
                  </a:cubicBezTo>
                  <a:cubicBezTo>
                    <a:pt x="2267" y="9016"/>
                    <a:pt x="2267" y="8963"/>
                    <a:pt x="2267" y="8908"/>
                  </a:cubicBezTo>
                  <a:cubicBezTo>
                    <a:pt x="2241" y="8908"/>
                    <a:pt x="2214" y="8908"/>
                    <a:pt x="2186" y="8908"/>
                  </a:cubicBezTo>
                  <a:cubicBezTo>
                    <a:pt x="2186" y="8828"/>
                    <a:pt x="2186" y="8747"/>
                    <a:pt x="2186" y="8665"/>
                  </a:cubicBezTo>
                  <a:cubicBezTo>
                    <a:pt x="2160" y="8665"/>
                    <a:pt x="2133" y="8665"/>
                    <a:pt x="2105" y="8665"/>
                  </a:cubicBezTo>
                  <a:cubicBezTo>
                    <a:pt x="2105" y="8611"/>
                    <a:pt x="2105" y="8558"/>
                    <a:pt x="2105" y="8503"/>
                  </a:cubicBezTo>
                  <a:cubicBezTo>
                    <a:pt x="2079" y="8503"/>
                    <a:pt x="2052" y="8503"/>
                    <a:pt x="2025" y="8503"/>
                  </a:cubicBezTo>
                  <a:cubicBezTo>
                    <a:pt x="2025" y="8476"/>
                    <a:pt x="2025" y="8449"/>
                    <a:pt x="2025" y="8422"/>
                  </a:cubicBezTo>
                  <a:cubicBezTo>
                    <a:pt x="1998" y="8422"/>
                    <a:pt x="1971" y="8422"/>
                    <a:pt x="1944" y="8422"/>
                  </a:cubicBezTo>
                  <a:cubicBezTo>
                    <a:pt x="1944" y="8395"/>
                    <a:pt x="1944" y="8368"/>
                    <a:pt x="1944" y="8341"/>
                  </a:cubicBezTo>
                  <a:cubicBezTo>
                    <a:pt x="1890" y="8341"/>
                    <a:pt x="1837" y="8341"/>
                    <a:pt x="1782" y="8341"/>
                  </a:cubicBezTo>
                  <a:cubicBezTo>
                    <a:pt x="1782" y="8314"/>
                    <a:pt x="1782" y="8288"/>
                    <a:pt x="1782" y="8260"/>
                  </a:cubicBezTo>
                  <a:cubicBezTo>
                    <a:pt x="1728" y="8260"/>
                    <a:pt x="1675" y="8260"/>
                    <a:pt x="1620" y="8260"/>
                  </a:cubicBezTo>
                  <a:cubicBezTo>
                    <a:pt x="1620" y="8233"/>
                    <a:pt x="1620" y="8207"/>
                    <a:pt x="1620" y="8179"/>
                  </a:cubicBezTo>
                  <a:cubicBezTo>
                    <a:pt x="1459" y="8179"/>
                    <a:pt x="1299" y="8179"/>
                    <a:pt x="1134" y="8179"/>
                  </a:cubicBezTo>
                  <a:close/>
                  <a:moveTo>
                    <a:pt x="21865" y="8179"/>
                  </a:moveTo>
                  <a:cubicBezTo>
                    <a:pt x="21865" y="8206"/>
                    <a:pt x="21865" y="8232"/>
                    <a:pt x="21865" y="8260"/>
                  </a:cubicBezTo>
                  <a:cubicBezTo>
                    <a:pt x="21784" y="8260"/>
                    <a:pt x="21704" y="8260"/>
                    <a:pt x="21622" y="8260"/>
                  </a:cubicBezTo>
                  <a:cubicBezTo>
                    <a:pt x="21622" y="8287"/>
                    <a:pt x="21622" y="8313"/>
                    <a:pt x="21622" y="8341"/>
                  </a:cubicBezTo>
                  <a:cubicBezTo>
                    <a:pt x="21595" y="8341"/>
                    <a:pt x="21568" y="8341"/>
                    <a:pt x="21541" y="8341"/>
                  </a:cubicBezTo>
                  <a:cubicBezTo>
                    <a:pt x="21541" y="8368"/>
                    <a:pt x="21541" y="8394"/>
                    <a:pt x="21541" y="8422"/>
                  </a:cubicBezTo>
                  <a:cubicBezTo>
                    <a:pt x="21514" y="8422"/>
                    <a:pt x="21487" y="8422"/>
                    <a:pt x="21460" y="8422"/>
                  </a:cubicBezTo>
                  <a:cubicBezTo>
                    <a:pt x="21460" y="8449"/>
                    <a:pt x="21460" y="8475"/>
                    <a:pt x="21460" y="8503"/>
                  </a:cubicBezTo>
                  <a:cubicBezTo>
                    <a:pt x="21433" y="8503"/>
                    <a:pt x="21406" y="8503"/>
                    <a:pt x="21379" y="8503"/>
                  </a:cubicBezTo>
                  <a:cubicBezTo>
                    <a:pt x="21379" y="8530"/>
                    <a:pt x="21379" y="8556"/>
                    <a:pt x="21379" y="8584"/>
                  </a:cubicBezTo>
                  <a:cubicBezTo>
                    <a:pt x="21352" y="8584"/>
                    <a:pt x="21325" y="8584"/>
                    <a:pt x="21298" y="8584"/>
                  </a:cubicBezTo>
                  <a:cubicBezTo>
                    <a:pt x="21298" y="8664"/>
                    <a:pt x="21298" y="8744"/>
                    <a:pt x="21298" y="8827"/>
                  </a:cubicBezTo>
                  <a:cubicBezTo>
                    <a:pt x="21271" y="8827"/>
                    <a:pt x="21244" y="8827"/>
                    <a:pt x="21217" y="8827"/>
                  </a:cubicBezTo>
                  <a:cubicBezTo>
                    <a:pt x="21217" y="8934"/>
                    <a:pt x="21217" y="9041"/>
                    <a:pt x="21217" y="9151"/>
                  </a:cubicBezTo>
                  <a:cubicBezTo>
                    <a:pt x="21244" y="9151"/>
                    <a:pt x="21270" y="9151"/>
                    <a:pt x="21298" y="9151"/>
                  </a:cubicBezTo>
                  <a:cubicBezTo>
                    <a:pt x="21298" y="9231"/>
                    <a:pt x="21298" y="9311"/>
                    <a:pt x="21298" y="9394"/>
                  </a:cubicBezTo>
                  <a:cubicBezTo>
                    <a:pt x="21324" y="9394"/>
                    <a:pt x="21351" y="9394"/>
                    <a:pt x="21379" y="9394"/>
                  </a:cubicBezTo>
                  <a:cubicBezTo>
                    <a:pt x="21379" y="9420"/>
                    <a:pt x="21379" y="9447"/>
                    <a:pt x="21379" y="9475"/>
                  </a:cubicBezTo>
                  <a:cubicBezTo>
                    <a:pt x="21405" y="9475"/>
                    <a:pt x="21432" y="9475"/>
                    <a:pt x="21460" y="9475"/>
                  </a:cubicBezTo>
                  <a:cubicBezTo>
                    <a:pt x="21460" y="9501"/>
                    <a:pt x="21460" y="9528"/>
                    <a:pt x="21460" y="9556"/>
                  </a:cubicBezTo>
                  <a:cubicBezTo>
                    <a:pt x="21486" y="9556"/>
                    <a:pt x="21513" y="9556"/>
                    <a:pt x="21541" y="9556"/>
                  </a:cubicBezTo>
                  <a:cubicBezTo>
                    <a:pt x="21541" y="9582"/>
                    <a:pt x="21541" y="9609"/>
                    <a:pt x="21541" y="9637"/>
                  </a:cubicBezTo>
                  <a:cubicBezTo>
                    <a:pt x="21567" y="9637"/>
                    <a:pt x="21594" y="9637"/>
                    <a:pt x="21622" y="9637"/>
                  </a:cubicBezTo>
                  <a:cubicBezTo>
                    <a:pt x="21622" y="9663"/>
                    <a:pt x="21622" y="9690"/>
                    <a:pt x="21622" y="9718"/>
                  </a:cubicBezTo>
                  <a:cubicBezTo>
                    <a:pt x="21675" y="9718"/>
                    <a:pt x="21729" y="9718"/>
                    <a:pt x="21784" y="9718"/>
                  </a:cubicBezTo>
                  <a:cubicBezTo>
                    <a:pt x="21784" y="9744"/>
                    <a:pt x="21784" y="9771"/>
                    <a:pt x="21784" y="9799"/>
                  </a:cubicBezTo>
                  <a:cubicBezTo>
                    <a:pt x="21971" y="9799"/>
                    <a:pt x="22158" y="9799"/>
                    <a:pt x="22350" y="9799"/>
                  </a:cubicBezTo>
                  <a:cubicBezTo>
                    <a:pt x="22350" y="9772"/>
                    <a:pt x="22350" y="9745"/>
                    <a:pt x="22350" y="9718"/>
                  </a:cubicBezTo>
                  <a:cubicBezTo>
                    <a:pt x="22404" y="9718"/>
                    <a:pt x="22457" y="9718"/>
                    <a:pt x="22512" y="9718"/>
                  </a:cubicBezTo>
                  <a:cubicBezTo>
                    <a:pt x="22512" y="9691"/>
                    <a:pt x="22512" y="9664"/>
                    <a:pt x="22512" y="9637"/>
                  </a:cubicBezTo>
                  <a:cubicBezTo>
                    <a:pt x="22566" y="9637"/>
                    <a:pt x="22619" y="9637"/>
                    <a:pt x="22674" y="9637"/>
                  </a:cubicBezTo>
                  <a:cubicBezTo>
                    <a:pt x="22674" y="9610"/>
                    <a:pt x="22674" y="9583"/>
                    <a:pt x="22674" y="9556"/>
                  </a:cubicBezTo>
                  <a:cubicBezTo>
                    <a:pt x="22701" y="9556"/>
                    <a:pt x="22728" y="9556"/>
                    <a:pt x="22755" y="9556"/>
                  </a:cubicBezTo>
                  <a:cubicBezTo>
                    <a:pt x="22755" y="9502"/>
                    <a:pt x="22755" y="9449"/>
                    <a:pt x="22755" y="9394"/>
                  </a:cubicBezTo>
                  <a:cubicBezTo>
                    <a:pt x="22782" y="9394"/>
                    <a:pt x="22809" y="9394"/>
                    <a:pt x="22836" y="9394"/>
                  </a:cubicBezTo>
                  <a:cubicBezTo>
                    <a:pt x="22836" y="9340"/>
                    <a:pt x="22836" y="9287"/>
                    <a:pt x="22836" y="9232"/>
                  </a:cubicBezTo>
                  <a:cubicBezTo>
                    <a:pt x="22863" y="9232"/>
                    <a:pt x="22890" y="9232"/>
                    <a:pt x="22917" y="9232"/>
                  </a:cubicBezTo>
                  <a:cubicBezTo>
                    <a:pt x="22917" y="9098"/>
                    <a:pt x="22917" y="8964"/>
                    <a:pt x="22917" y="8827"/>
                  </a:cubicBezTo>
                  <a:cubicBezTo>
                    <a:pt x="22891" y="8827"/>
                    <a:pt x="22864" y="8827"/>
                    <a:pt x="22836" y="8827"/>
                  </a:cubicBezTo>
                  <a:cubicBezTo>
                    <a:pt x="22836" y="8747"/>
                    <a:pt x="22836" y="8666"/>
                    <a:pt x="22836" y="8584"/>
                  </a:cubicBezTo>
                  <a:cubicBezTo>
                    <a:pt x="22810" y="8584"/>
                    <a:pt x="22783" y="8584"/>
                    <a:pt x="22755" y="8584"/>
                  </a:cubicBezTo>
                  <a:cubicBezTo>
                    <a:pt x="22755" y="8557"/>
                    <a:pt x="22755" y="8530"/>
                    <a:pt x="22755" y="8503"/>
                  </a:cubicBezTo>
                  <a:cubicBezTo>
                    <a:pt x="22729" y="8503"/>
                    <a:pt x="22702" y="8503"/>
                    <a:pt x="22674" y="8503"/>
                  </a:cubicBezTo>
                  <a:cubicBezTo>
                    <a:pt x="22674" y="8476"/>
                    <a:pt x="22674" y="8449"/>
                    <a:pt x="22674" y="8422"/>
                  </a:cubicBezTo>
                  <a:cubicBezTo>
                    <a:pt x="22648" y="8422"/>
                    <a:pt x="22621" y="8422"/>
                    <a:pt x="22593" y="8422"/>
                  </a:cubicBezTo>
                  <a:cubicBezTo>
                    <a:pt x="22593" y="8395"/>
                    <a:pt x="22593" y="8368"/>
                    <a:pt x="22593" y="8341"/>
                  </a:cubicBezTo>
                  <a:cubicBezTo>
                    <a:pt x="22567" y="8341"/>
                    <a:pt x="22540" y="8341"/>
                    <a:pt x="22512" y="8341"/>
                  </a:cubicBezTo>
                  <a:cubicBezTo>
                    <a:pt x="22512" y="8314"/>
                    <a:pt x="22512" y="8288"/>
                    <a:pt x="22512" y="8260"/>
                  </a:cubicBezTo>
                  <a:cubicBezTo>
                    <a:pt x="22432" y="8260"/>
                    <a:pt x="22352" y="8260"/>
                    <a:pt x="22270" y="8260"/>
                  </a:cubicBezTo>
                  <a:cubicBezTo>
                    <a:pt x="22270" y="8233"/>
                    <a:pt x="22270" y="8207"/>
                    <a:pt x="22270" y="8179"/>
                  </a:cubicBezTo>
                  <a:cubicBezTo>
                    <a:pt x="22136" y="8179"/>
                    <a:pt x="22002" y="8179"/>
                    <a:pt x="21865" y="8179"/>
                  </a:cubicBezTo>
                  <a:close/>
                </a:path>
              </a:pathLst>
            </a:custGeom>
            <a:solidFill>
              <a:srgbClr val="251047"/>
            </a:solidFill>
            <a:ln w="514" cap="flat">
              <a:noFill/>
            </a:ln>
          </p:spPr>
        </p:sp>
        <p:sp>
          <p:nvSpPr>
            <p:cNvPr id="1674" name="ICON_GO_LOGO_path_003"/>
            <p:cNvSpPr/>
            <p:nvPr/>
          </p:nvSpPr>
          <p:spPr>
            <a:xfrm>
              <a:off x="2514078" y="6525561"/>
              <a:ext cx="54508" cy="8228"/>
            </a:xfrm>
            <a:custGeom>
              <a:avLst/>
              <a:gdLst/>
              <a:ahLst/>
              <a:cxnLst/>
              <a:rect l="0" t="0" r="r" b="b"/>
              <a:pathLst>
                <a:path w="4292" h="648" fill="norm" stroke="0">
                  <a:moveTo>
                    <a:pt x="243" y="0"/>
                  </a:moveTo>
                  <a:cubicBezTo>
                    <a:pt x="1499" y="0"/>
                    <a:pt x="2755" y="0"/>
                    <a:pt x="4049" y="0"/>
                  </a:cubicBezTo>
                  <a:cubicBezTo>
                    <a:pt x="4049" y="27"/>
                    <a:pt x="4049" y="53"/>
                    <a:pt x="4049" y="81"/>
                  </a:cubicBezTo>
                  <a:cubicBezTo>
                    <a:pt x="4102" y="81"/>
                    <a:pt x="4156" y="81"/>
                    <a:pt x="4211" y="81"/>
                  </a:cubicBezTo>
                  <a:cubicBezTo>
                    <a:pt x="4211" y="108"/>
                    <a:pt x="4211" y="134"/>
                    <a:pt x="4211" y="162"/>
                  </a:cubicBezTo>
                  <a:cubicBezTo>
                    <a:pt x="4238" y="162"/>
                    <a:pt x="4264" y="162"/>
                    <a:pt x="4292" y="162"/>
                  </a:cubicBezTo>
                  <a:cubicBezTo>
                    <a:pt x="4292" y="269"/>
                    <a:pt x="4292" y="376"/>
                    <a:pt x="4292" y="486"/>
                  </a:cubicBezTo>
                  <a:cubicBezTo>
                    <a:pt x="4265" y="486"/>
                    <a:pt x="4238" y="486"/>
                    <a:pt x="4211" y="486"/>
                  </a:cubicBezTo>
                  <a:cubicBezTo>
                    <a:pt x="4211" y="513"/>
                    <a:pt x="4211" y="539"/>
                    <a:pt x="4211" y="567"/>
                  </a:cubicBezTo>
                  <a:cubicBezTo>
                    <a:pt x="4184" y="567"/>
                    <a:pt x="4158" y="567"/>
                    <a:pt x="4130" y="567"/>
                  </a:cubicBezTo>
                  <a:cubicBezTo>
                    <a:pt x="4130" y="594"/>
                    <a:pt x="4130" y="620"/>
                    <a:pt x="4130" y="648"/>
                  </a:cubicBezTo>
                  <a:cubicBezTo>
                    <a:pt x="2821" y="648"/>
                    <a:pt x="1511" y="648"/>
                    <a:pt x="162" y="648"/>
                  </a:cubicBezTo>
                  <a:cubicBezTo>
                    <a:pt x="162" y="621"/>
                    <a:pt x="162" y="594"/>
                    <a:pt x="162" y="567"/>
                  </a:cubicBezTo>
                  <a:cubicBezTo>
                    <a:pt x="135" y="567"/>
                    <a:pt x="109" y="567"/>
                    <a:pt x="81" y="567"/>
                  </a:cubicBezTo>
                  <a:cubicBezTo>
                    <a:pt x="81" y="540"/>
                    <a:pt x="81" y="513"/>
                    <a:pt x="81" y="486"/>
                  </a:cubicBezTo>
                  <a:cubicBezTo>
                    <a:pt x="54" y="486"/>
                    <a:pt x="28" y="486"/>
                    <a:pt x="0" y="486"/>
                  </a:cubicBezTo>
                  <a:cubicBezTo>
                    <a:pt x="0" y="432"/>
                    <a:pt x="0" y="379"/>
                    <a:pt x="0" y="324"/>
                  </a:cubicBezTo>
                  <a:cubicBezTo>
                    <a:pt x="27" y="324"/>
                    <a:pt x="53" y="324"/>
                    <a:pt x="81" y="324"/>
                  </a:cubicBezTo>
                  <a:cubicBezTo>
                    <a:pt x="81" y="270"/>
                    <a:pt x="81" y="217"/>
                    <a:pt x="81" y="162"/>
                  </a:cubicBezTo>
                  <a:cubicBezTo>
                    <a:pt x="108" y="162"/>
                    <a:pt x="134" y="162"/>
                    <a:pt x="162" y="162"/>
                  </a:cubicBezTo>
                  <a:cubicBezTo>
                    <a:pt x="162" y="135"/>
                    <a:pt x="162" y="109"/>
                    <a:pt x="162" y="81"/>
                  </a:cubicBezTo>
                  <a:cubicBezTo>
                    <a:pt x="189" y="81"/>
                    <a:pt x="215" y="81"/>
                    <a:pt x="243" y="81"/>
                  </a:cubicBezTo>
                  <a:cubicBezTo>
                    <a:pt x="243" y="54"/>
                    <a:pt x="243" y="28"/>
                    <a:pt x="243" y="0"/>
                  </a:cubicBezTo>
                  <a:close/>
                </a:path>
              </a:pathLst>
            </a:custGeom>
            <a:solidFill>
              <a:srgbClr val="251047"/>
            </a:solidFill>
            <a:ln w="514" cap="flat">
              <a:noFill/>
            </a:ln>
          </p:spPr>
        </p:sp>
        <p:sp>
          <p:nvSpPr>
            <p:cNvPr id="1675" name="ICON_GO_LOGO_path_004"/>
            <p:cNvSpPr/>
            <p:nvPr/>
          </p:nvSpPr>
          <p:spPr>
            <a:xfrm>
              <a:off x="2514078" y="6434029"/>
              <a:ext cx="54508" cy="8228"/>
            </a:xfrm>
            <a:custGeom>
              <a:avLst/>
              <a:gdLst/>
              <a:ahLst/>
              <a:cxnLst/>
              <a:rect l="0" t="0" r="r" b="b"/>
              <a:pathLst>
                <a:path w="4292" h="648" fill="norm" stroke="0">
                  <a:moveTo>
                    <a:pt x="162" y="0"/>
                  </a:moveTo>
                  <a:cubicBezTo>
                    <a:pt x="1498" y="0"/>
                    <a:pt x="2834" y="0"/>
                    <a:pt x="4211" y="0"/>
                  </a:cubicBezTo>
                  <a:cubicBezTo>
                    <a:pt x="4211" y="27"/>
                    <a:pt x="4211" y="53"/>
                    <a:pt x="4211" y="81"/>
                  </a:cubicBezTo>
                  <a:cubicBezTo>
                    <a:pt x="4238" y="81"/>
                    <a:pt x="4264" y="81"/>
                    <a:pt x="4292" y="81"/>
                  </a:cubicBezTo>
                  <a:cubicBezTo>
                    <a:pt x="4292" y="215"/>
                    <a:pt x="4292" y="348"/>
                    <a:pt x="4292" y="486"/>
                  </a:cubicBezTo>
                  <a:cubicBezTo>
                    <a:pt x="4265" y="486"/>
                    <a:pt x="4238" y="486"/>
                    <a:pt x="4211" y="486"/>
                  </a:cubicBezTo>
                  <a:cubicBezTo>
                    <a:pt x="4211" y="513"/>
                    <a:pt x="4211" y="539"/>
                    <a:pt x="4211" y="567"/>
                  </a:cubicBezTo>
                  <a:cubicBezTo>
                    <a:pt x="4051" y="567"/>
                    <a:pt x="3890" y="567"/>
                    <a:pt x="3725" y="567"/>
                  </a:cubicBezTo>
                  <a:cubicBezTo>
                    <a:pt x="3725" y="594"/>
                    <a:pt x="3725" y="620"/>
                    <a:pt x="3725" y="648"/>
                  </a:cubicBezTo>
                  <a:cubicBezTo>
                    <a:pt x="2576" y="648"/>
                    <a:pt x="1427" y="648"/>
                    <a:pt x="243" y="648"/>
                  </a:cubicBezTo>
                  <a:cubicBezTo>
                    <a:pt x="243" y="621"/>
                    <a:pt x="243" y="594"/>
                    <a:pt x="243" y="567"/>
                  </a:cubicBezTo>
                  <a:cubicBezTo>
                    <a:pt x="216" y="567"/>
                    <a:pt x="189" y="567"/>
                    <a:pt x="162" y="567"/>
                  </a:cubicBezTo>
                  <a:cubicBezTo>
                    <a:pt x="162" y="540"/>
                    <a:pt x="162" y="513"/>
                    <a:pt x="162" y="486"/>
                  </a:cubicBezTo>
                  <a:cubicBezTo>
                    <a:pt x="135" y="486"/>
                    <a:pt x="109" y="486"/>
                    <a:pt x="81" y="486"/>
                  </a:cubicBezTo>
                  <a:cubicBezTo>
                    <a:pt x="81" y="459"/>
                    <a:pt x="81" y="432"/>
                    <a:pt x="81" y="405"/>
                  </a:cubicBezTo>
                  <a:cubicBezTo>
                    <a:pt x="54" y="405"/>
                    <a:pt x="28" y="405"/>
                    <a:pt x="0" y="405"/>
                  </a:cubicBezTo>
                  <a:cubicBezTo>
                    <a:pt x="0" y="351"/>
                    <a:pt x="0" y="298"/>
                    <a:pt x="0" y="243"/>
                  </a:cubicBezTo>
                  <a:cubicBezTo>
                    <a:pt x="27" y="243"/>
                    <a:pt x="53" y="243"/>
                    <a:pt x="81" y="243"/>
                  </a:cubicBezTo>
                  <a:cubicBezTo>
                    <a:pt x="81" y="189"/>
                    <a:pt x="81" y="136"/>
                    <a:pt x="81" y="81"/>
                  </a:cubicBezTo>
                  <a:cubicBezTo>
                    <a:pt x="108" y="81"/>
                    <a:pt x="134" y="81"/>
                    <a:pt x="162" y="81"/>
                  </a:cubicBezTo>
                  <a:cubicBezTo>
                    <a:pt x="162" y="54"/>
                    <a:pt x="162" y="28"/>
                    <a:pt x="162" y="0"/>
                  </a:cubicBezTo>
                  <a:close/>
                </a:path>
              </a:pathLst>
            </a:custGeom>
            <a:solidFill>
              <a:srgbClr val="251047"/>
            </a:solidFill>
            <a:ln w="514" cap="flat">
              <a:noFill/>
            </a:ln>
          </p:spPr>
        </p:sp>
        <p:sp>
          <p:nvSpPr>
            <p:cNvPr id="1676" name="ICON_GO_LOGO_path_005"/>
            <p:cNvSpPr/>
            <p:nvPr/>
          </p:nvSpPr>
          <p:spPr>
            <a:xfrm>
              <a:off x="2514078" y="6479281"/>
              <a:ext cx="54508" cy="8228"/>
            </a:xfrm>
            <a:custGeom>
              <a:avLst/>
              <a:gdLst/>
              <a:ahLst/>
              <a:cxnLst/>
              <a:rect l="0" t="0" r="r" b="b"/>
              <a:pathLst>
                <a:path w="4292" h="648" fill="norm" stroke="0">
                  <a:moveTo>
                    <a:pt x="486" y="0"/>
                  </a:moveTo>
                  <a:cubicBezTo>
                    <a:pt x="619" y="0"/>
                    <a:pt x="753" y="0"/>
                    <a:pt x="891" y="0"/>
                  </a:cubicBezTo>
                  <a:cubicBezTo>
                    <a:pt x="891" y="27"/>
                    <a:pt x="891" y="53"/>
                    <a:pt x="891" y="81"/>
                  </a:cubicBezTo>
                  <a:cubicBezTo>
                    <a:pt x="1452" y="81"/>
                    <a:pt x="2013" y="81"/>
                    <a:pt x="2591" y="81"/>
                  </a:cubicBezTo>
                  <a:cubicBezTo>
                    <a:pt x="2591" y="54"/>
                    <a:pt x="2591" y="28"/>
                    <a:pt x="2591" y="0"/>
                  </a:cubicBezTo>
                  <a:cubicBezTo>
                    <a:pt x="2672" y="0"/>
                    <a:pt x="2752" y="0"/>
                    <a:pt x="2834" y="0"/>
                  </a:cubicBezTo>
                  <a:cubicBezTo>
                    <a:pt x="2834" y="27"/>
                    <a:pt x="2834" y="53"/>
                    <a:pt x="2834" y="81"/>
                  </a:cubicBezTo>
                  <a:cubicBezTo>
                    <a:pt x="3289" y="81"/>
                    <a:pt x="3743" y="81"/>
                    <a:pt x="4211" y="81"/>
                  </a:cubicBezTo>
                  <a:cubicBezTo>
                    <a:pt x="4211" y="108"/>
                    <a:pt x="4211" y="134"/>
                    <a:pt x="4211" y="162"/>
                  </a:cubicBezTo>
                  <a:cubicBezTo>
                    <a:pt x="4238" y="162"/>
                    <a:pt x="4264" y="162"/>
                    <a:pt x="4292" y="162"/>
                  </a:cubicBezTo>
                  <a:cubicBezTo>
                    <a:pt x="4292" y="296"/>
                    <a:pt x="4292" y="429"/>
                    <a:pt x="4292" y="567"/>
                  </a:cubicBezTo>
                  <a:cubicBezTo>
                    <a:pt x="4265" y="567"/>
                    <a:pt x="4238" y="567"/>
                    <a:pt x="4211" y="567"/>
                  </a:cubicBezTo>
                  <a:cubicBezTo>
                    <a:pt x="4211" y="594"/>
                    <a:pt x="4211" y="620"/>
                    <a:pt x="4211" y="648"/>
                  </a:cubicBezTo>
                  <a:cubicBezTo>
                    <a:pt x="2875" y="648"/>
                    <a:pt x="1539" y="648"/>
                    <a:pt x="162" y="648"/>
                  </a:cubicBezTo>
                  <a:cubicBezTo>
                    <a:pt x="162" y="621"/>
                    <a:pt x="162" y="594"/>
                    <a:pt x="162" y="567"/>
                  </a:cubicBezTo>
                  <a:cubicBezTo>
                    <a:pt x="135" y="567"/>
                    <a:pt x="109" y="567"/>
                    <a:pt x="81" y="567"/>
                  </a:cubicBezTo>
                  <a:cubicBezTo>
                    <a:pt x="81" y="540"/>
                    <a:pt x="81" y="513"/>
                    <a:pt x="81" y="486"/>
                  </a:cubicBezTo>
                  <a:cubicBezTo>
                    <a:pt x="54" y="486"/>
                    <a:pt x="28" y="486"/>
                    <a:pt x="0" y="486"/>
                  </a:cubicBezTo>
                  <a:cubicBezTo>
                    <a:pt x="0" y="406"/>
                    <a:pt x="0" y="326"/>
                    <a:pt x="0" y="243"/>
                  </a:cubicBezTo>
                  <a:cubicBezTo>
                    <a:pt x="27" y="243"/>
                    <a:pt x="53" y="243"/>
                    <a:pt x="81" y="243"/>
                  </a:cubicBezTo>
                  <a:cubicBezTo>
                    <a:pt x="81" y="216"/>
                    <a:pt x="81" y="189"/>
                    <a:pt x="81" y="162"/>
                  </a:cubicBezTo>
                  <a:cubicBezTo>
                    <a:pt x="108" y="162"/>
                    <a:pt x="134" y="162"/>
                    <a:pt x="162" y="162"/>
                  </a:cubicBezTo>
                  <a:cubicBezTo>
                    <a:pt x="162" y="135"/>
                    <a:pt x="162" y="109"/>
                    <a:pt x="162" y="81"/>
                  </a:cubicBezTo>
                  <a:cubicBezTo>
                    <a:pt x="269" y="81"/>
                    <a:pt x="376" y="81"/>
                    <a:pt x="486" y="81"/>
                  </a:cubicBezTo>
                  <a:cubicBezTo>
                    <a:pt x="486" y="54"/>
                    <a:pt x="486" y="28"/>
                    <a:pt x="486" y="0"/>
                  </a:cubicBezTo>
                  <a:close/>
                </a:path>
              </a:pathLst>
            </a:custGeom>
            <a:solidFill>
              <a:srgbClr val="251047"/>
            </a:solidFill>
            <a:ln w="514" cap="flat">
              <a:noFill/>
            </a:ln>
          </p:spPr>
        </p:sp>
        <p:sp>
          <p:nvSpPr>
            <p:cNvPr id="1677" name="ICON_GO_LOGO_path_006"/>
            <p:cNvSpPr/>
            <p:nvPr/>
          </p:nvSpPr>
          <p:spPr>
            <a:xfrm>
              <a:off x="2679658" y="6456655"/>
              <a:ext cx="21597" cy="21597"/>
            </a:xfrm>
            <a:custGeom>
              <a:avLst/>
              <a:gdLst/>
              <a:ahLst/>
              <a:cxnLst/>
              <a:rect l="0" t="0" r="r" b="b"/>
              <a:pathLst>
                <a:path w="1701" h="1701" fill="norm" stroke="0">
                  <a:moveTo>
                    <a:pt x="729" y="0"/>
                  </a:moveTo>
                  <a:cubicBezTo>
                    <a:pt x="809" y="0"/>
                    <a:pt x="889" y="0"/>
                    <a:pt x="972" y="0"/>
                  </a:cubicBezTo>
                  <a:cubicBezTo>
                    <a:pt x="972" y="27"/>
                    <a:pt x="972" y="53"/>
                    <a:pt x="972" y="81"/>
                  </a:cubicBezTo>
                  <a:cubicBezTo>
                    <a:pt x="1052" y="81"/>
                    <a:pt x="1132" y="81"/>
                    <a:pt x="1215" y="81"/>
                  </a:cubicBezTo>
                  <a:cubicBezTo>
                    <a:pt x="1215" y="108"/>
                    <a:pt x="1215" y="134"/>
                    <a:pt x="1215" y="162"/>
                  </a:cubicBezTo>
                  <a:cubicBezTo>
                    <a:pt x="1268" y="162"/>
                    <a:pt x="1322" y="162"/>
                    <a:pt x="1377" y="162"/>
                  </a:cubicBezTo>
                  <a:cubicBezTo>
                    <a:pt x="1377" y="189"/>
                    <a:pt x="1377" y="215"/>
                    <a:pt x="1377" y="243"/>
                  </a:cubicBezTo>
                  <a:cubicBezTo>
                    <a:pt x="1403" y="243"/>
                    <a:pt x="1430" y="243"/>
                    <a:pt x="1458" y="243"/>
                  </a:cubicBezTo>
                  <a:cubicBezTo>
                    <a:pt x="1458" y="270"/>
                    <a:pt x="1458" y="296"/>
                    <a:pt x="1458" y="324"/>
                  </a:cubicBezTo>
                  <a:cubicBezTo>
                    <a:pt x="1484" y="324"/>
                    <a:pt x="1511" y="324"/>
                    <a:pt x="1539" y="324"/>
                  </a:cubicBezTo>
                  <a:cubicBezTo>
                    <a:pt x="1539" y="351"/>
                    <a:pt x="1539" y="377"/>
                    <a:pt x="1539" y="405"/>
                  </a:cubicBezTo>
                  <a:cubicBezTo>
                    <a:pt x="1565" y="405"/>
                    <a:pt x="1592" y="405"/>
                    <a:pt x="1620" y="405"/>
                  </a:cubicBezTo>
                  <a:cubicBezTo>
                    <a:pt x="1620" y="485"/>
                    <a:pt x="1620" y="565"/>
                    <a:pt x="1620" y="648"/>
                  </a:cubicBezTo>
                  <a:cubicBezTo>
                    <a:pt x="1646" y="648"/>
                    <a:pt x="1673" y="648"/>
                    <a:pt x="1701" y="648"/>
                  </a:cubicBezTo>
                  <a:cubicBezTo>
                    <a:pt x="1701" y="808"/>
                    <a:pt x="1701" y="969"/>
                    <a:pt x="1701" y="1134"/>
                  </a:cubicBezTo>
                  <a:cubicBezTo>
                    <a:pt x="1674" y="1134"/>
                    <a:pt x="1647" y="1134"/>
                    <a:pt x="1620" y="1134"/>
                  </a:cubicBezTo>
                  <a:cubicBezTo>
                    <a:pt x="1620" y="1187"/>
                    <a:pt x="1620" y="1241"/>
                    <a:pt x="1620" y="1296"/>
                  </a:cubicBezTo>
                  <a:cubicBezTo>
                    <a:pt x="1593" y="1296"/>
                    <a:pt x="1566" y="1296"/>
                    <a:pt x="1539" y="1296"/>
                  </a:cubicBezTo>
                  <a:cubicBezTo>
                    <a:pt x="1539" y="1349"/>
                    <a:pt x="1539" y="1403"/>
                    <a:pt x="1539" y="1458"/>
                  </a:cubicBezTo>
                  <a:cubicBezTo>
                    <a:pt x="1512" y="1458"/>
                    <a:pt x="1485" y="1458"/>
                    <a:pt x="1458" y="1458"/>
                  </a:cubicBezTo>
                  <a:cubicBezTo>
                    <a:pt x="1458" y="1484"/>
                    <a:pt x="1458" y="1511"/>
                    <a:pt x="1458" y="1539"/>
                  </a:cubicBezTo>
                  <a:cubicBezTo>
                    <a:pt x="1431" y="1539"/>
                    <a:pt x="1404" y="1539"/>
                    <a:pt x="1377" y="1539"/>
                  </a:cubicBezTo>
                  <a:cubicBezTo>
                    <a:pt x="1377" y="1565"/>
                    <a:pt x="1377" y="1592"/>
                    <a:pt x="1377" y="1620"/>
                  </a:cubicBezTo>
                  <a:cubicBezTo>
                    <a:pt x="1323" y="1620"/>
                    <a:pt x="1270" y="1620"/>
                    <a:pt x="1215" y="1620"/>
                  </a:cubicBezTo>
                  <a:cubicBezTo>
                    <a:pt x="1215" y="1646"/>
                    <a:pt x="1215" y="1673"/>
                    <a:pt x="1215" y="1701"/>
                  </a:cubicBezTo>
                  <a:cubicBezTo>
                    <a:pt x="974" y="1701"/>
                    <a:pt x="734" y="1701"/>
                    <a:pt x="486" y="1701"/>
                  </a:cubicBezTo>
                  <a:cubicBezTo>
                    <a:pt x="486" y="1674"/>
                    <a:pt x="486" y="1647"/>
                    <a:pt x="486" y="1620"/>
                  </a:cubicBezTo>
                  <a:cubicBezTo>
                    <a:pt x="459" y="1620"/>
                    <a:pt x="432" y="1620"/>
                    <a:pt x="405" y="1620"/>
                  </a:cubicBezTo>
                  <a:cubicBezTo>
                    <a:pt x="405" y="1593"/>
                    <a:pt x="405" y="1566"/>
                    <a:pt x="405" y="1539"/>
                  </a:cubicBezTo>
                  <a:cubicBezTo>
                    <a:pt x="351" y="1539"/>
                    <a:pt x="298" y="1539"/>
                    <a:pt x="243" y="1539"/>
                  </a:cubicBezTo>
                  <a:cubicBezTo>
                    <a:pt x="243" y="1512"/>
                    <a:pt x="243" y="1485"/>
                    <a:pt x="243" y="1458"/>
                  </a:cubicBezTo>
                  <a:cubicBezTo>
                    <a:pt x="216" y="1458"/>
                    <a:pt x="189" y="1458"/>
                    <a:pt x="162" y="1458"/>
                  </a:cubicBezTo>
                  <a:cubicBezTo>
                    <a:pt x="162" y="1404"/>
                    <a:pt x="162" y="1351"/>
                    <a:pt x="162" y="1296"/>
                  </a:cubicBezTo>
                  <a:cubicBezTo>
                    <a:pt x="135" y="1296"/>
                    <a:pt x="109" y="1296"/>
                    <a:pt x="81" y="1296"/>
                  </a:cubicBezTo>
                  <a:cubicBezTo>
                    <a:pt x="81" y="1242"/>
                    <a:pt x="81" y="1189"/>
                    <a:pt x="81" y="1134"/>
                  </a:cubicBezTo>
                  <a:cubicBezTo>
                    <a:pt x="54" y="1134"/>
                    <a:pt x="28" y="1134"/>
                    <a:pt x="0" y="1134"/>
                  </a:cubicBezTo>
                  <a:cubicBezTo>
                    <a:pt x="0" y="973"/>
                    <a:pt x="0" y="813"/>
                    <a:pt x="0" y="648"/>
                  </a:cubicBezTo>
                  <a:cubicBezTo>
                    <a:pt x="27" y="648"/>
                    <a:pt x="53" y="648"/>
                    <a:pt x="81" y="648"/>
                  </a:cubicBezTo>
                  <a:cubicBezTo>
                    <a:pt x="81" y="594"/>
                    <a:pt x="81" y="541"/>
                    <a:pt x="81" y="486"/>
                  </a:cubicBezTo>
                  <a:cubicBezTo>
                    <a:pt x="108" y="486"/>
                    <a:pt x="134" y="486"/>
                    <a:pt x="162" y="486"/>
                  </a:cubicBezTo>
                  <a:cubicBezTo>
                    <a:pt x="162" y="432"/>
                    <a:pt x="162" y="379"/>
                    <a:pt x="162" y="324"/>
                  </a:cubicBezTo>
                  <a:cubicBezTo>
                    <a:pt x="189" y="324"/>
                    <a:pt x="215" y="324"/>
                    <a:pt x="243" y="324"/>
                  </a:cubicBezTo>
                  <a:cubicBezTo>
                    <a:pt x="243" y="297"/>
                    <a:pt x="243" y="270"/>
                    <a:pt x="243" y="243"/>
                  </a:cubicBezTo>
                  <a:cubicBezTo>
                    <a:pt x="270" y="243"/>
                    <a:pt x="296" y="243"/>
                    <a:pt x="324" y="243"/>
                  </a:cubicBezTo>
                  <a:cubicBezTo>
                    <a:pt x="324" y="216"/>
                    <a:pt x="324" y="189"/>
                    <a:pt x="324" y="162"/>
                  </a:cubicBezTo>
                  <a:cubicBezTo>
                    <a:pt x="377" y="162"/>
                    <a:pt x="431" y="162"/>
                    <a:pt x="486" y="162"/>
                  </a:cubicBezTo>
                  <a:cubicBezTo>
                    <a:pt x="486" y="135"/>
                    <a:pt x="486" y="109"/>
                    <a:pt x="486" y="81"/>
                  </a:cubicBezTo>
                  <a:cubicBezTo>
                    <a:pt x="566" y="81"/>
                    <a:pt x="646" y="81"/>
                    <a:pt x="729" y="81"/>
                  </a:cubicBezTo>
                  <a:cubicBezTo>
                    <a:pt x="729" y="54"/>
                    <a:pt x="729" y="28"/>
                    <a:pt x="729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78" name="ICON_GO_LOGO_path_007"/>
            <p:cNvSpPr/>
            <p:nvPr/>
          </p:nvSpPr>
          <p:spPr>
            <a:xfrm>
              <a:off x="2417404" y="6457684"/>
              <a:ext cx="21597" cy="20569"/>
            </a:xfrm>
            <a:custGeom>
              <a:avLst/>
              <a:gdLst/>
              <a:ahLst/>
              <a:cxnLst/>
              <a:rect l="0" t="0" r="r" b="b"/>
              <a:pathLst>
                <a:path w="1701" h="1620" fill="norm" stroke="0">
                  <a:moveTo>
                    <a:pt x="486" y="0"/>
                  </a:moveTo>
                  <a:cubicBezTo>
                    <a:pt x="726" y="0"/>
                    <a:pt x="967" y="0"/>
                    <a:pt x="1215" y="0"/>
                  </a:cubicBezTo>
                  <a:cubicBezTo>
                    <a:pt x="1215" y="27"/>
                    <a:pt x="1215" y="53"/>
                    <a:pt x="1215" y="81"/>
                  </a:cubicBezTo>
                  <a:cubicBezTo>
                    <a:pt x="1241" y="81"/>
                    <a:pt x="1268" y="81"/>
                    <a:pt x="1296" y="81"/>
                  </a:cubicBezTo>
                  <a:cubicBezTo>
                    <a:pt x="1296" y="108"/>
                    <a:pt x="1296" y="134"/>
                    <a:pt x="1296" y="162"/>
                  </a:cubicBezTo>
                  <a:cubicBezTo>
                    <a:pt x="1349" y="162"/>
                    <a:pt x="1403" y="162"/>
                    <a:pt x="1458" y="162"/>
                  </a:cubicBezTo>
                  <a:cubicBezTo>
                    <a:pt x="1458" y="189"/>
                    <a:pt x="1458" y="215"/>
                    <a:pt x="1458" y="243"/>
                  </a:cubicBezTo>
                  <a:cubicBezTo>
                    <a:pt x="1484" y="243"/>
                    <a:pt x="1511" y="243"/>
                    <a:pt x="1539" y="243"/>
                  </a:cubicBezTo>
                  <a:cubicBezTo>
                    <a:pt x="1539" y="296"/>
                    <a:pt x="1539" y="350"/>
                    <a:pt x="1539" y="405"/>
                  </a:cubicBezTo>
                  <a:cubicBezTo>
                    <a:pt x="1565" y="405"/>
                    <a:pt x="1592" y="405"/>
                    <a:pt x="1620" y="405"/>
                  </a:cubicBezTo>
                  <a:cubicBezTo>
                    <a:pt x="1620" y="458"/>
                    <a:pt x="1620" y="512"/>
                    <a:pt x="1620" y="567"/>
                  </a:cubicBezTo>
                  <a:cubicBezTo>
                    <a:pt x="1646" y="567"/>
                    <a:pt x="1673" y="567"/>
                    <a:pt x="1701" y="567"/>
                  </a:cubicBezTo>
                  <a:cubicBezTo>
                    <a:pt x="1701" y="700"/>
                    <a:pt x="1701" y="834"/>
                    <a:pt x="1701" y="972"/>
                  </a:cubicBezTo>
                  <a:cubicBezTo>
                    <a:pt x="1674" y="972"/>
                    <a:pt x="1647" y="972"/>
                    <a:pt x="1620" y="972"/>
                  </a:cubicBezTo>
                  <a:cubicBezTo>
                    <a:pt x="1620" y="1052"/>
                    <a:pt x="1620" y="1132"/>
                    <a:pt x="1620" y="1215"/>
                  </a:cubicBezTo>
                  <a:cubicBezTo>
                    <a:pt x="1593" y="1215"/>
                    <a:pt x="1566" y="1215"/>
                    <a:pt x="1539" y="1215"/>
                  </a:cubicBezTo>
                  <a:cubicBezTo>
                    <a:pt x="1539" y="1268"/>
                    <a:pt x="1539" y="1322"/>
                    <a:pt x="1539" y="1377"/>
                  </a:cubicBezTo>
                  <a:cubicBezTo>
                    <a:pt x="1512" y="1377"/>
                    <a:pt x="1485" y="1377"/>
                    <a:pt x="1458" y="1377"/>
                  </a:cubicBezTo>
                  <a:cubicBezTo>
                    <a:pt x="1458" y="1403"/>
                    <a:pt x="1458" y="1430"/>
                    <a:pt x="1458" y="1458"/>
                  </a:cubicBezTo>
                  <a:cubicBezTo>
                    <a:pt x="1404" y="1458"/>
                    <a:pt x="1351" y="1458"/>
                    <a:pt x="1296" y="1458"/>
                  </a:cubicBezTo>
                  <a:cubicBezTo>
                    <a:pt x="1296" y="1484"/>
                    <a:pt x="1296" y="1511"/>
                    <a:pt x="1296" y="1539"/>
                  </a:cubicBezTo>
                  <a:cubicBezTo>
                    <a:pt x="1242" y="1539"/>
                    <a:pt x="1189" y="1539"/>
                    <a:pt x="1134" y="1539"/>
                  </a:cubicBezTo>
                  <a:cubicBezTo>
                    <a:pt x="1134" y="1565"/>
                    <a:pt x="1134" y="1592"/>
                    <a:pt x="1134" y="1620"/>
                  </a:cubicBezTo>
                  <a:cubicBezTo>
                    <a:pt x="920" y="1620"/>
                    <a:pt x="706" y="1620"/>
                    <a:pt x="486" y="1620"/>
                  </a:cubicBezTo>
                  <a:cubicBezTo>
                    <a:pt x="486" y="1593"/>
                    <a:pt x="486" y="1566"/>
                    <a:pt x="486" y="1539"/>
                  </a:cubicBezTo>
                  <a:cubicBezTo>
                    <a:pt x="459" y="1539"/>
                    <a:pt x="432" y="1539"/>
                    <a:pt x="405" y="1539"/>
                  </a:cubicBezTo>
                  <a:cubicBezTo>
                    <a:pt x="405" y="1512"/>
                    <a:pt x="405" y="1485"/>
                    <a:pt x="405" y="1458"/>
                  </a:cubicBezTo>
                  <a:cubicBezTo>
                    <a:pt x="351" y="1458"/>
                    <a:pt x="298" y="1458"/>
                    <a:pt x="243" y="1458"/>
                  </a:cubicBezTo>
                  <a:cubicBezTo>
                    <a:pt x="243" y="1431"/>
                    <a:pt x="243" y="1404"/>
                    <a:pt x="243" y="1377"/>
                  </a:cubicBezTo>
                  <a:cubicBezTo>
                    <a:pt x="216" y="1377"/>
                    <a:pt x="189" y="1377"/>
                    <a:pt x="162" y="1377"/>
                  </a:cubicBezTo>
                  <a:cubicBezTo>
                    <a:pt x="162" y="1350"/>
                    <a:pt x="162" y="1323"/>
                    <a:pt x="162" y="1296"/>
                  </a:cubicBezTo>
                  <a:cubicBezTo>
                    <a:pt x="135" y="1296"/>
                    <a:pt x="109" y="1296"/>
                    <a:pt x="81" y="1296"/>
                  </a:cubicBezTo>
                  <a:cubicBezTo>
                    <a:pt x="81" y="1242"/>
                    <a:pt x="81" y="1189"/>
                    <a:pt x="81" y="1134"/>
                  </a:cubicBezTo>
                  <a:cubicBezTo>
                    <a:pt x="54" y="1134"/>
                    <a:pt x="28" y="1134"/>
                    <a:pt x="0" y="1134"/>
                  </a:cubicBezTo>
                  <a:cubicBezTo>
                    <a:pt x="0" y="920"/>
                    <a:pt x="0" y="706"/>
                    <a:pt x="0" y="486"/>
                  </a:cubicBezTo>
                  <a:cubicBezTo>
                    <a:pt x="27" y="486"/>
                    <a:pt x="53" y="486"/>
                    <a:pt x="81" y="486"/>
                  </a:cubicBezTo>
                  <a:cubicBezTo>
                    <a:pt x="81" y="432"/>
                    <a:pt x="81" y="379"/>
                    <a:pt x="81" y="324"/>
                  </a:cubicBezTo>
                  <a:cubicBezTo>
                    <a:pt x="108" y="324"/>
                    <a:pt x="134" y="324"/>
                    <a:pt x="162" y="324"/>
                  </a:cubicBezTo>
                  <a:cubicBezTo>
                    <a:pt x="162" y="297"/>
                    <a:pt x="162" y="270"/>
                    <a:pt x="162" y="243"/>
                  </a:cubicBezTo>
                  <a:cubicBezTo>
                    <a:pt x="189" y="243"/>
                    <a:pt x="215" y="243"/>
                    <a:pt x="243" y="243"/>
                  </a:cubicBezTo>
                  <a:cubicBezTo>
                    <a:pt x="243" y="216"/>
                    <a:pt x="243" y="189"/>
                    <a:pt x="243" y="162"/>
                  </a:cubicBezTo>
                  <a:cubicBezTo>
                    <a:pt x="270" y="162"/>
                    <a:pt x="296" y="162"/>
                    <a:pt x="324" y="162"/>
                  </a:cubicBezTo>
                  <a:cubicBezTo>
                    <a:pt x="324" y="135"/>
                    <a:pt x="324" y="109"/>
                    <a:pt x="324" y="81"/>
                  </a:cubicBezTo>
                  <a:cubicBezTo>
                    <a:pt x="377" y="81"/>
                    <a:pt x="431" y="81"/>
                    <a:pt x="486" y="81"/>
                  </a:cubicBezTo>
                  <a:cubicBezTo>
                    <a:pt x="486" y="54"/>
                    <a:pt x="486" y="28"/>
                    <a:pt x="486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79" name="ICON_GO_LOGO_path_008"/>
            <p:cNvSpPr/>
            <p:nvPr/>
          </p:nvSpPr>
          <p:spPr>
            <a:xfrm>
              <a:off x="2679658" y="6509106"/>
              <a:ext cx="21597" cy="20569"/>
            </a:xfrm>
            <a:custGeom>
              <a:avLst/>
              <a:gdLst/>
              <a:ahLst/>
              <a:cxnLst/>
              <a:rect l="0" t="0" r="r" b="b"/>
              <a:pathLst>
                <a:path w="1701" h="1620" fill="norm" stroke="0">
                  <a:moveTo>
                    <a:pt x="648" y="0"/>
                  </a:moveTo>
                  <a:cubicBezTo>
                    <a:pt x="781" y="0"/>
                    <a:pt x="915" y="0"/>
                    <a:pt x="1053" y="0"/>
                  </a:cubicBezTo>
                  <a:cubicBezTo>
                    <a:pt x="1053" y="27"/>
                    <a:pt x="1053" y="53"/>
                    <a:pt x="1053" y="81"/>
                  </a:cubicBezTo>
                  <a:cubicBezTo>
                    <a:pt x="1133" y="81"/>
                    <a:pt x="1213" y="81"/>
                    <a:pt x="1296" y="81"/>
                  </a:cubicBezTo>
                  <a:cubicBezTo>
                    <a:pt x="1296" y="108"/>
                    <a:pt x="1296" y="134"/>
                    <a:pt x="1296" y="162"/>
                  </a:cubicBezTo>
                  <a:cubicBezTo>
                    <a:pt x="1322" y="162"/>
                    <a:pt x="1349" y="162"/>
                    <a:pt x="1377" y="162"/>
                  </a:cubicBezTo>
                  <a:cubicBezTo>
                    <a:pt x="1377" y="189"/>
                    <a:pt x="1377" y="215"/>
                    <a:pt x="1377" y="243"/>
                  </a:cubicBezTo>
                  <a:cubicBezTo>
                    <a:pt x="1403" y="243"/>
                    <a:pt x="1430" y="243"/>
                    <a:pt x="1458" y="243"/>
                  </a:cubicBezTo>
                  <a:cubicBezTo>
                    <a:pt x="1458" y="270"/>
                    <a:pt x="1458" y="296"/>
                    <a:pt x="1458" y="324"/>
                  </a:cubicBezTo>
                  <a:cubicBezTo>
                    <a:pt x="1484" y="324"/>
                    <a:pt x="1511" y="324"/>
                    <a:pt x="1539" y="324"/>
                  </a:cubicBezTo>
                  <a:cubicBezTo>
                    <a:pt x="1539" y="351"/>
                    <a:pt x="1539" y="377"/>
                    <a:pt x="1539" y="405"/>
                  </a:cubicBezTo>
                  <a:cubicBezTo>
                    <a:pt x="1565" y="405"/>
                    <a:pt x="1592" y="405"/>
                    <a:pt x="1620" y="405"/>
                  </a:cubicBezTo>
                  <a:cubicBezTo>
                    <a:pt x="1620" y="485"/>
                    <a:pt x="1620" y="565"/>
                    <a:pt x="1620" y="648"/>
                  </a:cubicBezTo>
                  <a:cubicBezTo>
                    <a:pt x="1646" y="648"/>
                    <a:pt x="1673" y="648"/>
                    <a:pt x="1701" y="648"/>
                  </a:cubicBezTo>
                  <a:cubicBezTo>
                    <a:pt x="1701" y="781"/>
                    <a:pt x="1701" y="915"/>
                    <a:pt x="1701" y="1053"/>
                  </a:cubicBezTo>
                  <a:cubicBezTo>
                    <a:pt x="1674" y="1053"/>
                    <a:pt x="1647" y="1053"/>
                    <a:pt x="1620" y="1053"/>
                  </a:cubicBezTo>
                  <a:cubicBezTo>
                    <a:pt x="1620" y="1106"/>
                    <a:pt x="1620" y="1160"/>
                    <a:pt x="1620" y="1215"/>
                  </a:cubicBezTo>
                  <a:cubicBezTo>
                    <a:pt x="1593" y="1215"/>
                    <a:pt x="1566" y="1215"/>
                    <a:pt x="1539" y="1215"/>
                  </a:cubicBezTo>
                  <a:cubicBezTo>
                    <a:pt x="1539" y="1268"/>
                    <a:pt x="1539" y="1322"/>
                    <a:pt x="1539" y="1377"/>
                  </a:cubicBezTo>
                  <a:cubicBezTo>
                    <a:pt x="1512" y="1377"/>
                    <a:pt x="1485" y="1377"/>
                    <a:pt x="1458" y="1377"/>
                  </a:cubicBezTo>
                  <a:cubicBezTo>
                    <a:pt x="1458" y="1403"/>
                    <a:pt x="1458" y="1430"/>
                    <a:pt x="1458" y="1458"/>
                  </a:cubicBezTo>
                  <a:cubicBezTo>
                    <a:pt x="1404" y="1458"/>
                    <a:pt x="1351" y="1458"/>
                    <a:pt x="1296" y="1458"/>
                  </a:cubicBezTo>
                  <a:cubicBezTo>
                    <a:pt x="1296" y="1484"/>
                    <a:pt x="1296" y="1511"/>
                    <a:pt x="1296" y="1539"/>
                  </a:cubicBezTo>
                  <a:cubicBezTo>
                    <a:pt x="1242" y="1539"/>
                    <a:pt x="1189" y="1539"/>
                    <a:pt x="1134" y="1539"/>
                  </a:cubicBezTo>
                  <a:cubicBezTo>
                    <a:pt x="1134" y="1565"/>
                    <a:pt x="1134" y="1592"/>
                    <a:pt x="1134" y="1620"/>
                  </a:cubicBezTo>
                  <a:cubicBezTo>
                    <a:pt x="947" y="1620"/>
                    <a:pt x="760" y="1620"/>
                    <a:pt x="567" y="1620"/>
                  </a:cubicBezTo>
                  <a:cubicBezTo>
                    <a:pt x="567" y="1593"/>
                    <a:pt x="567" y="1566"/>
                    <a:pt x="567" y="1539"/>
                  </a:cubicBezTo>
                  <a:cubicBezTo>
                    <a:pt x="513" y="1539"/>
                    <a:pt x="460" y="1539"/>
                    <a:pt x="405" y="1539"/>
                  </a:cubicBezTo>
                  <a:cubicBezTo>
                    <a:pt x="405" y="1512"/>
                    <a:pt x="405" y="1485"/>
                    <a:pt x="405" y="1458"/>
                  </a:cubicBezTo>
                  <a:cubicBezTo>
                    <a:pt x="378" y="1458"/>
                    <a:pt x="351" y="1458"/>
                    <a:pt x="324" y="1458"/>
                  </a:cubicBezTo>
                  <a:cubicBezTo>
                    <a:pt x="324" y="1431"/>
                    <a:pt x="324" y="1404"/>
                    <a:pt x="324" y="1377"/>
                  </a:cubicBezTo>
                  <a:cubicBezTo>
                    <a:pt x="297" y="1377"/>
                    <a:pt x="270" y="1377"/>
                    <a:pt x="243" y="1377"/>
                  </a:cubicBezTo>
                  <a:cubicBezTo>
                    <a:pt x="243" y="1350"/>
                    <a:pt x="243" y="1323"/>
                    <a:pt x="243" y="1296"/>
                  </a:cubicBezTo>
                  <a:cubicBezTo>
                    <a:pt x="216" y="1296"/>
                    <a:pt x="189" y="1296"/>
                    <a:pt x="162" y="1296"/>
                  </a:cubicBezTo>
                  <a:cubicBezTo>
                    <a:pt x="162" y="1269"/>
                    <a:pt x="162" y="1242"/>
                    <a:pt x="162" y="1215"/>
                  </a:cubicBezTo>
                  <a:cubicBezTo>
                    <a:pt x="135" y="1215"/>
                    <a:pt x="109" y="1215"/>
                    <a:pt x="81" y="1215"/>
                  </a:cubicBezTo>
                  <a:cubicBezTo>
                    <a:pt x="81" y="1135"/>
                    <a:pt x="81" y="1054"/>
                    <a:pt x="81" y="972"/>
                  </a:cubicBezTo>
                  <a:cubicBezTo>
                    <a:pt x="54" y="972"/>
                    <a:pt x="28" y="972"/>
                    <a:pt x="0" y="972"/>
                  </a:cubicBezTo>
                  <a:cubicBezTo>
                    <a:pt x="0" y="865"/>
                    <a:pt x="0" y="758"/>
                    <a:pt x="0" y="648"/>
                  </a:cubicBezTo>
                  <a:cubicBezTo>
                    <a:pt x="27" y="648"/>
                    <a:pt x="53" y="648"/>
                    <a:pt x="81" y="648"/>
                  </a:cubicBezTo>
                  <a:cubicBezTo>
                    <a:pt x="81" y="568"/>
                    <a:pt x="81" y="487"/>
                    <a:pt x="81" y="405"/>
                  </a:cubicBezTo>
                  <a:cubicBezTo>
                    <a:pt x="108" y="405"/>
                    <a:pt x="134" y="405"/>
                    <a:pt x="162" y="405"/>
                  </a:cubicBezTo>
                  <a:cubicBezTo>
                    <a:pt x="162" y="378"/>
                    <a:pt x="162" y="351"/>
                    <a:pt x="162" y="324"/>
                  </a:cubicBezTo>
                  <a:cubicBezTo>
                    <a:pt x="189" y="324"/>
                    <a:pt x="215" y="324"/>
                    <a:pt x="243" y="324"/>
                  </a:cubicBezTo>
                  <a:cubicBezTo>
                    <a:pt x="243" y="297"/>
                    <a:pt x="243" y="270"/>
                    <a:pt x="243" y="243"/>
                  </a:cubicBezTo>
                  <a:cubicBezTo>
                    <a:pt x="270" y="243"/>
                    <a:pt x="296" y="243"/>
                    <a:pt x="324" y="243"/>
                  </a:cubicBezTo>
                  <a:cubicBezTo>
                    <a:pt x="324" y="216"/>
                    <a:pt x="324" y="189"/>
                    <a:pt x="324" y="162"/>
                  </a:cubicBezTo>
                  <a:cubicBezTo>
                    <a:pt x="351" y="162"/>
                    <a:pt x="377" y="162"/>
                    <a:pt x="405" y="162"/>
                  </a:cubicBezTo>
                  <a:cubicBezTo>
                    <a:pt x="405" y="135"/>
                    <a:pt x="405" y="109"/>
                    <a:pt x="405" y="81"/>
                  </a:cubicBezTo>
                  <a:cubicBezTo>
                    <a:pt x="485" y="81"/>
                    <a:pt x="565" y="81"/>
                    <a:pt x="648" y="81"/>
                  </a:cubicBezTo>
                  <a:cubicBezTo>
                    <a:pt x="648" y="54"/>
                    <a:pt x="648" y="28"/>
                    <a:pt x="648" y="0"/>
                  </a:cubicBezTo>
                  <a:close/>
                </a:path>
              </a:pathLst>
            </a:custGeom>
            <a:solidFill>
              <a:srgbClr val="E24798"/>
            </a:solidFill>
            <a:ln w="514" cap="flat">
              <a:noFill/>
            </a:ln>
          </p:spPr>
        </p:sp>
        <p:sp>
          <p:nvSpPr>
            <p:cNvPr id="1680" name="ICON_GO_LOGO_path_009"/>
            <p:cNvSpPr/>
            <p:nvPr/>
          </p:nvSpPr>
          <p:spPr>
            <a:xfrm>
              <a:off x="2417404" y="6509106"/>
              <a:ext cx="21597" cy="20569"/>
            </a:xfrm>
            <a:custGeom>
              <a:avLst/>
              <a:gdLst/>
              <a:ahLst/>
              <a:cxnLst/>
              <a:rect l="0" t="0" r="r" b="b"/>
              <a:pathLst>
                <a:path w="1701" h="1620" fill="norm" stroke="0">
                  <a:moveTo>
                    <a:pt x="567" y="0"/>
                  </a:moveTo>
                  <a:cubicBezTo>
                    <a:pt x="727" y="0"/>
                    <a:pt x="888" y="0"/>
                    <a:pt x="1053" y="0"/>
                  </a:cubicBezTo>
                  <a:cubicBezTo>
                    <a:pt x="1053" y="27"/>
                    <a:pt x="1053" y="53"/>
                    <a:pt x="1053" y="81"/>
                  </a:cubicBezTo>
                  <a:cubicBezTo>
                    <a:pt x="1106" y="81"/>
                    <a:pt x="1160" y="81"/>
                    <a:pt x="1215" y="81"/>
                  </a:cubicBezTo>
                  <a:cubicBezTo>
                    <a:pt x="1215" y="108"/>
                    <a:pt x="1215" y="134"/>
                    <a:pt x="1215" y="162"/>
                  </a:cubicBezTo>
                  <a:cubicBezTo>
                    <a:pt x="1268" y="162"/>
                    <a:pt x="1322" y="162"/>
                    <a:pt x="1377" y="162"/>
                  </a:cubicBezTo>
                  <a:cubicBezTo>
                    <a:pt x="1377" y="189"/>
                    <a:pt x="1377" y="215"/>
                    <a:pt x="1377" y="243"/>
                  </a:cubicBezTo>
                  <a:cubicBezTo>
                    <a:pt x="1403" y="243"/>
                    <a:pt x="1430" y="243"/>
                    <a:pt x="1458" y="243"/>
                  </a:cubicBezTo>
                  <a:cubicBezTo>
                    <a:pt x="1458" y="270"/>
                    <a:pt x="1458" y="296"/>
                    <a:pt x="1458" y="324"/>
                  </a:cubicBezTo>
                  <a:cubicBezTo>
                    <a:pt x="1484" y="324"/>
                    <a:pt x="1511" y="324"/>
                    <a:pt x="1539" y="324"/>
                  </a:cubicBezTo>
                  <a:cubicBezTo>
                    <a:pt x="1539" y="377"/>
                    <a:pt x="1539" y="431"/>
                    <a:pt x="1539" y="486"/>
                  </a:cubicBezTo>
                  <a:cubicBezTo>
                    <a:pt x="1565" y="486"/>
                    <a:pt x="1592" y="486"/>
                    <a:pt x="1620" y="486"/>
                  </a:cubicBezTo>
                  <a:cubicBezTo>
                    <a:pt x="1620" y="566"/>
                    <a:pt x="1620" y="646"/>
                    <a:pt x="1620" y="729"/>
                  </a:cubicBezTo>
                  <a:cubicBezTo>
                    <a:pt x="1646" y="729"/>
                    <a:pt x="1673" y="729"/>
                    <a:pt x="1701" y="729"/>
                  </a:cubicBezTo>
                  <a:cubicBezTo>
                    <a:pt x="1701" y="782"/>
                    <a:pt x="1701" y="836"/>
                    <a:pt x="1701" y="891"/>
                  </a:cubicBezTo>
                  <a:cubicBezTo>
                    <a:pt x="1674" y="891"/>
                    <a:pt x="1647" y="891"/>
                    <a:pt x="1620" y="891"/>
                  </a:cubicBezTo>
                  <a:cubicBezTo>
                    <a:pt x="1620" y="971"/>
                    <a:pt x="1620" y="1051"/>
                    <a:pt x="1620" y="1134"/>
                  </a:cubicBezTo>
                  <a:cubicBezTo>
                    <a:pt x="1593" y="1134"/>
                    <a:pt x="1566" y="1134"/>
                    <a:pt x="1539" y="1134"/>
                  </a:cubicBezTo>
                  <a:cubicBezTo>
                    <a:pt x="1539" y="1187"/>
                    <a:pt x="1539" y="1241"/>
                    <a:pt x="1539" y="1296"/>
                  </a:cubicBezTo>
                  <a:cubicBezTo>
                    <a:pt x="1512" y="1296"/>
                    <a:pt x="1485" y="1296"/>
                    <a:pt x="1458" y="1296"/>
                  </a:cubicBezTo>
                  <a:cubicBezTo>
                    <a:pt x="1458" y="1322"/>
                    <a:pt x="1458" y="1349"/>
                    <a:pt x="1458" y="1377"/>
                  </a:cubicBezTo>
                  <a:cubicBezTo>
                    <a:pt x="1431" y="1377"/>
                    <a:pt x="1404" y="1377"/>
                    <a:pt x="1377" y="1377"/>
                  </a:cubicBezTo>
                  <a:cubicBezTo>
                    <a:pt x="1377" y="1403"/>
                    <a:pt x="1377" y="1430"/>
                    <a:pt x="1377" y="1458"/>
                  </a:cubicBezTo>
                  <a:cubicBezTo>
                    <a:pt x="1350" y="1458"/>
                    <a:pt x="1323" y="1458"/>
                    <a:pt x="1296" y="1458"/>
                  </a:cubicBezTo>
                  <a:cubicBezTo>
                    <a:pt x="1296" y="1484"/>
                    <a:pt x="1296" y="1511"/>
                    <a:pt x="1296" y="1539"/>
                  </a:cubicBezTo>
                  <a:cubicBezTo>
                    <a:pt x="1242" y="1539"/>
                    <a:pt x="1189" y="1539"/>
                    <a:pt x="1134" y="1539"/>
                  </a:cubicBezTo>
                  <a:cubicBezTo>
                    <a:pt x="1134" y="1565"/>
                    <a:pt x="1134" y="1592"/>
                    <a:pt x="1134" y="1620"/>
                  </a:cubicBezTo>
                  <a:cubicBezTo>
                    <a:pt x="920" y="1620"/>
                    <a:pt x="706" y="1620"/>
                    <a:pt x="486" y="1620"/>
                  </a:cubicBezTo>
                  <a:cubicBezTo>
                    <a:pt x="486" y="1593"/>
                    <a:pt x="486" y="1566"/>
                    <a:pt x="486" y="1539"/>
                  </a:cubicBezTo>
                  <a:cubicBezTo>
                    <a:pt x="459" y="1539"/>
                    <a:pt x="432" y="1539"/>
                    <a:pt x="405" y="1539"/>
                  </a:cubicBezTo>
                  <a:cubicBezTo>
                    <a:pt x="405" y="1512"/>
                    <a:pt x="405" y="1485"/>
                    <a:pt x="405" y="1458"/>
                  </a:cubicBezTo>
                  <a:cubicBezTo>
                    <a:pt x="351" y="1458"/>
                    <a:pt x="298" y="1458"/>
                    <a:pt x="243" y="1458"/>
                  </a:cubicBezTo>
                  <a:cubicBezTo>
                    <a:pt x="243" y="1431"/>
                    <a:pt x="243" y="1404"/>
                    <a:pt x="243" y="1377"/>
                  </a:cubicBezTo>
                  <a:cubicBezTo>
                    <a:pt x="216" y="1377"/>
                    <a:pt x="189" y="1377"/>
                    <a:pt x="162" y="1377"/>
                  </a:cubicBezTo>
                  <a:cubicBezTo>
                    <a:pt x="162" y="1323"/>
                    <a:pt x="162" y="1270"/>
                    <a:pt x="162" y="1215"/>
                  </a:cubicBezTo>
                  <a:cubicBezTo>
                    <a:pt x="135" y="1215"/>
                    <a:pt x="109" y="1215"/>
                    <a:pt x="81" y="1215"/>
                  </a:cubicBezTo>
                  <a:cubicBezTo>
                    <a:pt x="81" y="1161"/>
                    <a:pt x="81" y="1108"/>
                    <a:pt x="81" y="1053"/>
                  </a:cubicBezTo>
                  <a:cubicBezTo>
                    <a:pt x="54" y="1053"/>
                    <a:pt x="28" y="1053"/>
                    <a:pt x="0" y="1053"/>
                  </a:cubicBezTo>
                  <a:cubicBezTo>
                    <a:pt x="0" y="892"/>
                    <a:pt x="0" y="732"/>
                    <a:pt x="0" y="567"/>
                  </a:cubicBezTo>
                  <a:cubicBezTo>
                    <a:pt x="27" y="567"/>
                    <a:pt x="53" y="567"/>
                    <a:pt x="81" y="567"/>
                  </a:cubicBezTo>
                  <a:cubicBezTo>
                    <a:pt x="81" y="513"/>
                    <a:pt x="81" y="460"/>
                    <a:pt x="81" y="405"/>
                  </a:cubicBezTo>
                  <a:cubicBezTo>
                    <a:pt x="108" y="405"/>
                    <a:pt x="134" y="405"/>
                    <a:pt x="162" y="405"/>
                  </a:cubicBezTo>
                  <a:cubicBezTo>
                    <a:pt x="162" y="378"/>
                    <a:pt x="162" y="351"/>
                    <a:pt x="162" y="324"/>
                  </a:cubicBezTo>
                  <a:cubicBezTo>
                    <a:pt x="189" y="324"/>
                    <a:pt x="215" y="324"/>
                    <a:pt x="243" y="324"/>
                  </a:cubicBezTo>
                  <a:cubicBezTo>
                    <a:pt x="243" y="297"/>
                    <a:pt x="243" y="270"/>
                    <a:pt x="243" y="243"/>
                  </a:cubicBezTo>
                  <a:cubicBezTo>
                    <a:pt x="270" y="243"/>
                    <a:pt x="296" y="243"/>
                    <a:pt x="324" y="243"/>
                  </a:cubicBezTo>
                  <a:cubicBezTo>
                    <a:pt x="324" y="216"/>
                    <a:pt x="324" y="189"/>
                    <a:pt x="324" y="162"/>
                  </a:cubicBezTo>
                  <a:cubicBezTo>
                    <a:pt x="351" y="162"/>
                    <a:pt x="377" y="162"/>
                    <a:pt x="405" y="162"/>
                  </a:cubicBezTo>
                  <a:cubicBezTo>
                    <a:pt x="405" y="135"/>
                    <a:pt x="405" y="109"/>
                    <a:pt x="405" y="81"/>
                  </a:cubicBezTo>
                  <a:cubicBezTo>
                    <a:pt x="458" y="81"/>
                    <a:pt x="512" y="81"/>
                    <a:pt x="567" y="81"/>
                  </a:cubicBezTo>
                  <a:cubicBezTo>
                    <a:pt x="567" y="54"/>
                    <a:pt x="567" y="28"/>
                    <a:pt x="567" y="0"/>
                  </a:cubicBezTo>
                  <a:close/>
                </a:path>
              </a:pathLst>
            </a:custGeom>
            <a:solidFill>
              <a:srgbClr val="E24798"/>
            </a:solidFill>
            <a:ln w="514" cap="flat">
              <a:noFill/>
            </a:ln>
          </p:spPr>
        </p:sp>
        <p:sp>
          <p:nvSpPr>
            <p:cNvPr id="1681" name="ICON_GO_LOGO_path_010"/>
            <p:cNvSpPr/>
            <p:nvPr/>
          </p:nvSpPr>
          <p:spPr>
            <a:xfrm>
              <a:off x="2477054" y="6492651"/>
              <a:ext cx="15427" cy="60678"/>
            </a:xfrm>
            <a:custGeom>
              <a:avLst/>
              <a:gdLst/>
              <a:ahLst/>
              <a:cxnLst/>
              <a:rect l="0" t="0" r="r" b="b"/>
              <a:pathLst>
                <a:path w="1215" h="4778" fill="norm" stroke="0">
                  <a:moveTo>
                    <a:pt x="81" y="0"/>
                  </a:moveTo>
                  <a:cubicBezTo>
                    <a:pt x="402" y="0"/>
                    <a:pt x="722" y="0"/>
                    <a:pt x="1053" y="0"/>
                  </a:cubicBezTo>
                  <a:cubicBezTo>
                    <a:pt x="1053" y="27"/>
                    <a:pt x="1053" y="53"/>
                    <a:pt x="1053" y="81"/>
                  </a:cubicBezTo>
                  <a:cubicBezTo>
                    <a:pt x="1079" y="81"/>
                    <a:pt x="1106" y="81"/>
                    <a:pt x="1134" y="81"/>
                  </a:cubicBezTo>
                  <a:cubicBezTo>
                    <a:pt x="1134" y="108"/>
                    <a:pt x="1134" y="134"/>
                    <a:pt x="1134" y="162"/>
                  </a:cubicBezTo>
                  <a:cubicBezTo>
                    <a:pt x="1160" y="162"/>
                    <a:pt x="1187" y="162"/>
                    <a:pt x="1215" y="162"/>
                  </a:cubicBezTo>
                  <a:cubicBezTo>
                    <a:pt x="1215" y="1685"/>
                    <a:pt x="1215" y="3208"/>
                    <a:pt x="1215" y="4778"/>
                  </a:cubicBezTo>
                  <a:cubicBezTo>
                    <a:pt x="1188" y="4778"/>
                    <a:pt x="1161" y="4778"/>
                    <a:pt x="1134" y="4778"/>
                  </a:cubicBezTo>
                  <a:cubicBezTo>
                    <a:pt x="1134" y="4698"/>
                    <a:pt x="1134" y="4617"/>
                    <a:pt x="1134" y="4535"/>
                  </a:cubicBezTo>
                  <a:cubicBezTo>
                    <a:pt x="1080" y="4535"/>
                    <a:pt x="1027" y="4535"/>
                    <a:pt x="972" y="4535"/>
                  </a:cubicBezTo>
                  <a:cubicBezTo>
                    <a:pt x="972" y="4615"/>
                    <a:pt x="972" y="4695"/>
                    <a:pt x="972" y="4778"/>
                  </a:cubicBezTo>
                  <a:cubicBezTo>
                    <a:pt x="918" y="4778"/>
                    <a:pt x="865" y="4778"/>
                    <a:pt x="810" y="4778"/>
                  </a:cubicBezTo>
                  <a:cubicBezTo>
                    <a:pt x="810" y="3629"/>
                    <a:pt x="810" y="2480"/>
                    <a:pt x="810" y="1296"/>
                  </a:cubicBezTo>
                  <a:cubicBezTo>
                    <a:pt x="837" y="1296"/>
                    <a:pt x="863" y="1296"/>
                    <a:pt x="891" y="1296"/>
                  </a:cubicBezTo>
                  <a:cubicBezTo>
                    <a:pt x="891" y="1055"/>
                    <a:pt x="891" y="815"/>
                    <a:pt x="891" y="567"/>
                  </a:cubicBezTo>
                  <a:cubicBezTo>
                    <a:pt x="864" y="567"/>
                    <a:pt x="837" y="567"/>
                    <a:pt x="810" y="567"/>
                  </a:cubicBezTo>
                  <a:cubicBezTo>
                    <a:pt x="810" y="540"/>
                    <a:pt x="810" y="513"/>
                    <a:pt x="810" y="486"/>
                  </a:cubicBezTo>
                  <a:cubicBezTo>
                    <a:pt x="783" y="486"/>
                    <a:pt x="756" y="486"/>
                    <a:pt x="729" y="486"/>
                  </a:cubicBezTo>
                  <a:cubicBezTo>
                    <a:pt x="729" y="459"/>
                    <a:pt x="729" y="432"/>
                    <a:pt x="729" y="405"/>
                  </a:cubicBezTo>
                  <a:cubicBezTo>
                    <a:pt x="702" y="405"/>
                    <a:pt x="675" y="405"/>
                    <a:pt x="648" y="405"/>
                  </a:cubicBezTo>
                  <a:cubicBezTo>
                    <a:pt x="648" y="351"/>
                    <a:pt x="648" y="298"/>
                    <a:pt x="648" y="243"/>
                  </a:cubicBezTo>
                  <a:cubicBezTo>
                    <a:pt x="675" y="243"/>
                    <a:pt x="701" y="243"/>
                    <a:pt x="729" y="243"/>
                  </a:cubicBezTo>
                  <a:cubicBezTo>
                    <a:pt x="729" y="189"/>
                    <a:pt x="729" y="136"/>
                    <a:pt x="729" y="81"/>
                  </a:cubicBezTo>
                  <a:cubicBezTo>
                    <a:pt x="675" y="81"/>
                    <a:pt x="622" y="81"/>
                    <a:pt x="567" y="81"/>
                  </a:cubicBezTo>
                  <a:cubicBezTo>
                    <a:pt x="567" y="108"/>
                    <a:pt x="567" y="134"/>
                    <a:pt x="567" y="162"/>
                  </a:cubicBezTo>
                  <a:cubicBezTo>
                    <a:pt x="407" y="162"/>
                    <a:pt x="246" y="162"/>
                    <a:pt x="81" y="162"/>
                  </a:cubicBezTo>
                  <a:cubicBezTo>
                    <a:pt x="81" y="215"/>
                    <a:pt x="81" y="269"/>
                    <a:pt x="81" y="324"/>
                  </a:cubicBezTo>
                  <a:cubicBezTo>
                    <a:pt x="54" y="324"/>
                    <a:pt x="28" y="324"/>
                    <a:pt x="0" y="324"/>
                  </a:cubicBezTo>
                  <a:cubicBezTo>
                    <a:pt x="0" y="244"/>
                    <a:pt x="0" y="164"/>
                    <a:pt x="0" y="81"/>
                  </a:cubicBezTo>
                  <a:cubicBezTo>
                    <a:pt x="27" y="81"/>
                    <a:pt x="53" y="81"/>
                    <a:pt x="81" y="81"/>
                  </a:cubicBezTo>
                  <a:cubicBezTo>
                    <a:pt x="81" y="54"/>
                    <a:pt x="81" y="28"/>
                    <a:pt x="81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82" name="ICON_GO_LOGO_path_011"/>
            <p:cNvSpPr/>
            <p:nvPr/>
          </p:nvSpPr>
          <p:spPr>
            <a:xfrm>
              <a:off x="2486246" y="6414489"/>
              <a:ext cx="6235" cy="69934"/>
            </a:xfrm>
            <a:custGeom>
              <a:avLst/>
              <a:gdLst/>
              <a:ahLst/>
              <a:cxnLst/>
              <a:rect l="0" t="0" r="r" b="b"/>
              <a:pathLst>
                <a:path w="491" h="5507" fill="norm" stroke="0">
                  <a:moveTo>
                    <a:pt x="86" y="0"/>
                  </a:moveTo>
                  <a:cubicBezTo>
                    <a:pt x="139" y="0"/>
                    <a:pt x="193" y="0"/>
                    <a:pt x="248" y="0"/>
                  </a:cubicBezTo>
                  <a:cubicBezTo>
                    <a:pt x="248" y="187"/>
                    <a:pt x="248" y="374"/>
                    <a:pt x="248" y="567"/>
                  </a:cubicBezTo>
                  <a:cubicBezTo>
                    <a:pt x="301" y="567"/>
                    <a:pt x="355" y="567"/>
                    <a:pt x="410" y="567"/>
                  </a:cubicBezTo>
                  <a:cubicBezTo>
                    <a:pt x="410" y="380"/>
                    <a:pt x="410" y="193"/>
                    <a:pt x="410" y="0"/>
                  </a:cubicBezTo>
                  <a:cubicBezTo>
                    <a:pt x="437" y="0"/>
                    <a:pt x="463" y="0"/>
                    <a:pt x="491" y="0"/>
                  </a:cubicBezTo>
                  <a:cubicBezTo>
                    <a:pt x="491" y="1817"/>
                    <a:pt x="491" y="3634"/>
                    <a:pt x="491" y="5507"/>
                  </a:cubicBezTo>
                  <a:cubicBezTo>
                    <a:pt x="464" y="5507"/>
                    <a:pt x="437" y="5507"/>
                    <a:pt x="410" y="5507"/>
                  </a:cubicBezTo>
                  <a:cubicBezTo>
                    <a:pt x="410" y="5293"/>
                    <a:pt x="410" y="5079"/>
                    <a:pt x="410" y="4859"/>
                  </a:cubicBezTo>
                  <a:cubicBezTo>
                    <a:pt x="357" y="4859"/>
                    <a:pt x="303" y="4859"/>
                    <a:pt x="248" y="4859"/>
                  </a:cubicBezTo>
                  <a:cubicBezTo>
                    <a:pt x="248" y="5019"/>
                    <a:pt x="248" y="5179"/>
                    <a:pt x="248" y="5345"/>
                  </a:cubicBezTo>
                  <a:cubicBezTo>
                    <a:pt x="221" y="5345"/>
                    <a:pt x="195" y="5345"/>
                    <a:pt x="167" y="5345"/>
                  </a:cubicBezTo>
                  <a:cubicBezTo>
                    <a:pt x="167" y="5371"/>
                    <a:pt x="167" y="5398"/>
                    <a:pt x="167" y="5426"/>
                  </a:cubicBezTo>
                  <a:cubicBezTo>
                    <a:pt x="140" y="5414"/>
                    <a:pt x="113" y="5402"/>
                    <a:pt x="86" y="5390"/>
                  </a:cubicBezTo>
                  <a:cubicBezTo>
                    <a:pt x="79" y="5387"/>
                    <a:pt x="79" y="5387"/>
                    <a:pt x="40" y="5370"/>
                  </a:cubicBezTo>
                  <a:cubicBezTo>
                    <a:pt x="29" y="5362"/>
                    <a:pt x="17" y="5353"/>
                    <a:pt x="5" y="5345"/>
                  </a:cubicBezTo>
                  <a:cubicBezTo>
                    <a:pt x="0" y="5301"/>
                    <a:pt x="0" y="5301"/>
                    <a:pt x="5" y="5264"/>
                  </a:cubicBezTo>
                  <a:cubicBezTo>
                    <a:pt x="32" y="5264"/>
                    <a:pt x="59" y="5264"/>
                    <a:pt x="86" y="5264"/>
                  </a:cubicBezTo>
                  <a:cubicBezTo>
                    <a:pt x="86" y="4836"/>
                    <a:pt x="86" y="4409"/>
                    <a:pt x="86" y="3968"/>
                  </a:cubicBezTo>
                  <a:cubicBezTo>
                    <a:pt x="113" y="3968"/>
                    <a:pt x="139" y="3968"/>
                    <a:pt x="167" y="3968"/>
                  </a:cubicBezTo>
                  <a:cubicBezTo>
                    <a:pt x="167" y="3941"/>
                    <a:pt x="167" y="3915"/>
                    <a:pt x="167" y="3887"/>
                  </a:cubicBezTo>
                  <a:cubicBezTo>
                    <a:pt x="194" y="3887"/>
                    <a:pt x="220" y="3887"/>
                    <a:pt x="248" y="3887"/>
                  </a:cubicBezTo>
                  <a:cubicBezTo>
                    <a:pt x="248" y="3940"/>
                    <a:pt x="248" y="3994"/>
                    <a:pt x="248" y="4049"/>
                  </a:cubicBezTo>
                  <a:cubicBezTo>
                    <a:pt x="275" y="4049"/>
                    <a:pt x="301" y="4049"/>
                    <a:pt x="329" y="4049"/>
                  </a:cubicBezTo>
                  <a:cubicBezTo>
                    <a:pt x="329" y="4022"/>
                    <a:pt x="329" y="3996"/>
                    <a:pt x="329" y="3968"/>
                  </a:cubicBezTo>
                  <a:cubicBezTo>
                    <a:pt x="356" y="3968"/>
                    <a:pt x="382" y="3968"/>
                    <a:pt x="410" y="3968"/>
                  </a:cubicBezTo>
                  <a:cubicBezTo>
                    <a:pt x="410" y="3861"/>
                    <a:pt x="410" y="3754"/>
                    <a:pt x="410" y="3644"/>
                  </a:cubicBezTo>
                  <a:cubicBezTo>
                    <a:pt x="383" y="3644"/>
                    <a:pt x="357" y="3644"/>
                    <a:pt x="329" y="3644"/>
                  </a:cubicBezTo>
                  <a:cubicBezTo>
                    <a:pt x="329" y="3537"/>
                    <a:pt x="329" y="3430"/>
                    <a:pt x="329" y="3320"/>
                  </a:cubicBezTo>
                  <a:cubicBezTo>
                    <a:pt x="302" y="3320"/>
                    <a:pt x="276" y="3320"/>
                    <a:pt x="248" y="3320"/>
                  </a:cubicBezTo>
                  <a:cubicBezTo>
                    <a:pt x="248" y="3427"/>
                    <a:pt x="248" y="3534"/>
                    <a:pt x="248" y="3644"/>
                  </a:cubicBezTo>
                  <a:cubicBezTo>
                    <a:pt x="221" y="3644"/>
                    <a:pt x="195" y="3644"/>
                    <a:pt x="167" y="3644"/>
                  </a:cubicBezTo>
                  <a:cubicBezTo>
                    <a:pt x="167" y="3537"/>
                    <a:pt x="167" y="3430"/>
                    <a:pt x="167" y="3320"/>
                  </a:cubicBezTo>
                  <a:cubicBezTo>
                    <a:pt x="140" y="3320"/>
                    <a:pt x="114" y="3320"/>
                    <a:pt x="86" y="3320"/>
                  </a:cubicBezTo>
                  <a:cubicBezTo>
                    <a:pt x="86" y="2225"/>
                    <a:pt x="86" y="1129"/>
                    <a:pt x="86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83" name="ICON_GO_LOGO_path_012"/>
            <p:cNvSpPr/>
            <p:nvPr/>
          </p:nvSpPr>
          <p:spPr>
            <a:xfrm>
              <a:off x="2585041" y="6522476"/>
              <a:ext cx="15427" cy="15427"/>
            </a:xfrm>
            <a:custGeom>
              <a:avLst/>
              <a:gdLst/>
              <a:ahLst/>
              <a:cxnLst/>
              <a:rect l="0" t="0" r="r" b="b"/>
              <a:pathLst>
                <a:path w="1215" h="1215" fill="norm" stroke="0">
                  <a:moveTo>
                    <a:pt x="405" y="0"/>
                  </a:moveTo>
                  <a:cubicBezTo>
                    <a:pt x="565" y="0"/>
                    <a:pt x="726" y="0"/>
                    <a:pt x="891" y="0"/>
                  </a:cubicBezTo>
                  <a:cubicBezTo>
                    <a:pt x="891" y="27"/>
                    <a:pt x="891" y="53"/>
                    <a:pt x="891" y="81"/>
                  </a:cubicBezTo>
                  <a:cubicBezTo>
                    <a:pt x="944" y="81"/>
                    <a:pt x="998" y="81"/>
                    <a:pt x="1053" y="81"/>
                  </a:cubicBezTo>
                  <a:cubicBezTo>
                    <a:pt x="1053" y="108"/>
                    <a:pt x="1053" y="134"/>
                    <a:pt x="1053" y="162"/>
                  </a:cubicBezTo>
                  <a:cubicBezTo>
                    <a:pt x="1079" y="162"/>
                    <a:pt x="1106" y="162"/>
                    <a:pt x="1134" y="162"/>
                  </a:cubicBezTo>
                  <a:cubicBezTo>
                    <a:pt x="1134" y="215"/>
                    <a:pt x="1134" y="269"/>
                    <a:pt x="1134" y="324"/>
                  </a:cubicBezTo>
                  <a:cubicBezTo>
                    <a:pt x="1160" y="324"/>
                    <a:pt x="1187" y="324"/>
                    <a:pt x="1215" y="324"/>
                  </a:cubicBezTo>
                  <a:cubicBezTo>
                    <a:pt x="1215" y="511"/>
                    <a:pt x="1215" y="698"/>
                    <a:pt x="1215" y="891"/>
                  </a:cubicBezTo>
                  <a:cubicBezTo>
                    <a:pt x="1188" y="891"/>
                    <a:pt x="1161" y="891"/>
                    <a:pt x="1134" y="891"/>
                  </a:cubicBezTo>
                  <a:cubicBezTo>
                    <a:pt x="1134" y="918"/>
                    <a:pt x="1134" y="944"/>
                    <a:pt x="1134" y="972"/>
                  </a:cubicBezTo>
                  <a:cubicBezTo>
                    <a:pt x="1107" y="972"/>
                    <a:pt x="1080" y="972"/>
                    <a:pt x="1053" y="972"/>
                  </a:cubicBezTo>
                  <a:cubicBezTo>
                    <a:pt x="1053" y="998"/>
                    <a:pt x="1053" y="1025"/>
                    <a:pt x="1053" y="1053"/>
                  </a:cubicBezTo>
                  <a:cubicBezTo>
                    <a:pt x="1026" y="1053"/>
                    <a:pt x="999" y="1053"/>
                    <a:pt x="972" y="1053"/>
                  </a:cubicBezTo>
                  <a:cubicBezTo>
                    <a:pt x="972" y="1079"/>
                    <a:pt x="972" y="1106"/>
                    <a:pt x="972" y="1134"/>
                  </a:cubicBezTo>
                  <a:cubicBezTo>
                    <a:pt x="918" y="1134"/>
                    <a:pt x="865" y="1134"/>
                    <a:pt x="810" y="1134"/>
                  </a:cubicBezTo>
                  <a:cubicBezTo>
                    <a:pt x="810" y="1160"/>
                    <a:pt x="810" y="1187"/>
                    <a:pt x="810" y="1215"/>
                  </a:cubicBezTo>
                  <a:cubicBezTo>
                    <a:pt x="676" y="1215"/>
                    <a:pt x="543" y="1215"/>
                    <a:pt x="405" y="1215"/>
                  </a:cubicBezTo>
                  <a:cubicBezTo>
                    <a:pt x="405" y="1188"/>
                    <a:pt x="405" y="1161"/>
                    <a:pt x="405" y="1134"/>
                  </a:cubicBezTo>
                  <a:cubicBezTo>
                    <a:pt x="351" y="1134"/>
                    <a:pt x="298" y="1134"/>
                    <a:pt x="243" y="1134"/>
                  </a:cubicBezTo>
                  <a:cubicBezTo>
                    <a:pt x="243" y="1107"/>
                    <a:pt x="243" y="1080"/>
                    <a:pt x="243" y="1053"/>
                  </a:cubicBezTo>
                  <a:cubicBezTo>
                    <a:pt x="216" y="1053"/>
                    <a:pt x="189" y="1053"/>
                    <a:pt x="162" y="1053"/>
                  </a:cubicBezTo>
                  <a:cubicBezTo>
                    <a:pt x="162" y="1026"/>
                    <a:pt x="162" y="999"/>
                    <a:pt x="162" y="972"/>
                  </a:cubicBezTo>
                  <a:cubicBezTo>
                    <a:pt x="135" y="972"/>
                    <a:pt x="109" y="972"/>
                    <a:pt x="81" y="972"/>
                  </a:cubicBezTo>
                  <a:cubicBezTo>
                    <a:pt x="81" y="918"/>
                    <a:pt x="81" y="865"/>
                    <a:pt x="81" y="810"/>
                  </a:cubicBezTo>
                  <a:cubicBezTo>
                    <a:pt x="54" y="810"/>
                    <a:pt x="28" y="810"/>
                    <a:pt x="0" y="810"/>
                  </a:cubicBezTo>
                  <a:cubicBezTo>
                    <a:pt x="0" y="676"/>
                    <a:pt x="0" y="543"/>
                    <a:pt x="0" y="405"/>
                  </a:cubicBezTo>
                  <a:cubicBezTo>
                    <a:pt x="27" y="405"/>
                    <a:pt x="53" y="405"/>
                    <a:pt x="81" y="405"/>
                  </a:cubicBezTo>
                  <a:cubicBezTo>
                    <a:pt x="81" y="351"/>
                    <a:pt x="81" y="298"/>
                    <a:pt x="81" y="243"/>
                  </a:cubicBezTo>
                  <a:cubicBezTo>
                    <a:pt x="108" y="243"/>
                    <a:pt x="134" y="243"/>
                    <a:pt x="162" y="243"/>
                  </a:cubicBezTo>
                  <a:cubicBezTo>
                    <a:pt x="162" y="216"/>
                    <a:pt x="162" y="189"/>
                    <a:pt x="162" y="162"/>
                  </a:cubicBezTo>
                  <a:cubicBezTo>
                    <a:pt x="189" y="162"/>
                    <a:pt x="215" y="162"/>
                    <a:pt x="243" y="162"/>
                  </a:cubicBezTo>
                  <a:cubicBezTo>
                    <a:pt x="243" y="135"/>
                    <a:pt x="243" y="109"/>
                    <a:pt x="243" y="81"/>
                  </a:cubicBezTo>
                  <a:cubicBezTo>
                    <a:pt x="296" y="81"/>
                    <a:pt x="350" y="81"/>
                    <a:pt x="405" y="81"/>
                  </a:cubicBezTo>
                  <a:cubicBezTo>
                    <a:pt x="405" y="54"/>
                    <a:pt x="405" y="28"/>
                    <a:pt x="405" y="0"/>
                  </a:cubicBezTo>
                  <a:close/>
                </a:path>
              </a:pathLst>
            </a:custGeom>
            <a:solidFill>
              <a:srgbClr val="E24798"/>
            </a:solidFill>
            <a:ln w="514" cap="flat">
              <a:noFill/>
            </a:ln>
          </p:spPr>
        </p:sp>
        <p:sp>
          <p:nvSpPr>
            <p:cNvPr id="1684" name="ICON_GO_LOGO_path_013"/>
            <p:cNvSpPr/>
            <p:nvPr/>
          </p:nvSpPr>
          <p:spPr>
            <a:xfrm>
              <a:off x="2585041" y="6429916"/>
              <a:ext cx="15427" cy="15427"/>
            </a:xfrm>
            <a:custGeom>
              <a:avLst/>
              <a:gdLst/>
              <a:ahLst/>
              <a:cxnLst/>
              <a:rect l="0" t="0" r="r" b="b"/>
              <a:pathLst>
                <a:path w="1215" h="1215" fill="norm" stroke="0">
                  <a:moveTo>
                    <a:pt x="405" y="0"/>
                  </a:moveTo>
                  <a:cubicBezTo>
                    <a:pt x="565" y="0"/>
                    <a:pt x="726" y="0"/>
                    <a:pt x="891" y="0"/>
                  </a:cubicBezTo>
                  <a:cubicBezTo>
                    <a:pt x="891" y="27"/>
                    <a:pt x="891" y="53"/>
                    <a:pt x="891" y="81"/>
                  </a:cubicBezTo>
                  <a:cubicBezTo>
                    <a:pt x="918" y="81"/>
                    <a:pt x="944" y="81"/>
                    <a:pt x="972" y="81"/>
                  </a:cubicBezTo>
                  <a:cubicBezTo>
                    <a:pt x="972" y="108"/>
                    <a:pt x="972" y="134"/>
                    <a:pt x="972" y="162"/>
                  </a:cubicBezTo>
                  <a:cubicBezTo>
                    <a:pt x="998" y="162"/>
                    <a:pt x="1025" y="162"/>
                    <a:pt x="1053" y="162"/>
                  </a:cubicBezTo>
                  <a:cubicBezTo>
                    <a:pt x="1053" y="189"/>
                    <a:pt x="1053" y="215"/>
                    <a:pt x="1053" y="243"/>
                  </a:cubicBezTo>
                  <a:cubicBezTo>
                    <a:pt x="1079" y="243"/>
                    <a:pt x="1106" y="243"/>
                    <a:pt x="1134" y="243"/>
                  </a:cubicBezTo>
                  <a:cubicBezTo>
                    <a:pt x="1134" y="270"/>
                    <a:pt x="1134" y="296"/>
                    <a:pt x="1134" y="324"/>
                  </a:cubicBezTo>
                  <a:cubicBezTo>
                    <a:pt x="1160" y="324"/>
                    <a:pt x="1187" y="324"/>
                    <a:pt x="1215" y="324"/>
                  </a:cubicBezTo>
                  <a:cubicBezTo>
                    <a:pt x="1215" y="511"/>
                    <a:pt x="1215" y="698"/>
                    <a:pt x="1215" y="891"/>
                  </a:cubicBezTo>
                  <a:cubicBezTo>
                    <a:pt x="1188" y="891"/>
                    <a:pt x="1161" y="891"/>
                    <a:pt x="1134" y="891"/>
                  </a:cubicBezTo>
                  <a:cubicBezTo>
                    <a:pt x="1134" y="944"/>
                    <a:pt x="1134" y="998"/>
                    <a:pt x="1134" y="1053"/>
                  </a:cubicBezTo>
                  <a:cubicBezTo>
                    <a:pt x="1107" y="1053"/>
                    <a:pt x="1080" y="1053"/>
                    <a:pt x="1053" y="1053"/>
                  </a:cubicBezTo>
                  <a:cubicBezTo>
                    <a:pt x="1053" y="1079"/>
                    <a:pt x="1053" y="1106"/>
                    <a:pt x="1053" y="1134"/>
                  </a:cubicBezTo>
                  <a:cubicBezTo>
                    <a:pt x="999" y="1134"/>
                    <a:pt x="946" y="1134"/>
                    <a:pt x="891" y="1134"/>
                  </a:cubicBezTo>
                  <a:cubicBezTo>
                    <a:pt x="891" y="1160"/>
                    <a:pt x="891" y="1187"/>
                    <a:pt x="891" y="1215"/>
                  </a:cubicBezTo>
                  <a:cubicBezTo>
                    <a:pt x="704" y="1215"/>
                    <a:pt x="517" y="1215"/>
                    <a:pt x="324" y="1215"/>
                  </a:cubicBezTo>
                  <a:cubicBezTo>
                    <a:pt x="324" y="1188"/>
                    <a:pt x="324" y="1161"/>
                    <a:pt x="324" y="1134"/>
                  </a:cubicBezTo>
                  <a:cubicBezTo>
                    <a:pt x="297" y="1134"/>
                    <a:pt x="270" y="1134"/>
                    <a:pt x="243" y="1134"/>
                  </a:cubicBezTo>
                  <a:cubicBezTo>
                    <a:pt x="243" y="1107"/>
                    <a:pt x="243" y="1080"/>
                    <a:pt x="243" y="1053"/>
                  </a:cubicBezTo>
                  <a:cubicBezTo>
                    <a:pt x="216" y="1053"/>
                    <a:pt x="189" y="1053"/>
                    <a:pt x="162" y="1053"/>
                  </a:cubicBezTo>
                  <a:cubicBezTo>
                    <a:pt x="162" y="1026"/>
                    <a:pt x="162" y="999"/>
                    <a:pt x="162" y="972"/>
                  </a:cubicBezTo>
                  <a:cubicBezTo>
                    <a:pt x="135" y="972"/>
                    <a:pt x="109" y="972"/>
                    <a:pt x="81" y="972"/>
                  </a:cubicBezTo>
                  <a:cubicBezTo>
                    <a:pt x="81" y="918"/>
                    <a:pt x="81" y="865"/>
                    <a:pt x="81" y="810"/>
                  </a:cubicBezTo>
                  <a:cubicBezTo>
                    <a:pt x="54" y="810"/>
                    <a:pt x="28" y="810"/>
                    <a:pt x="0" y="810"/>
                  </a:cubicBezTo>
                  <a:cubicBezTo>
                    <a:pt x="0" y="703"/>
                    <a:pt x="0" y="596"/>
                    <a:pt x="0" y="486"/>
                  </a:cubicBezTo>
                  <a:cubicBezTo>
                    <a:pt x="27" y="486"/>
                    <a:pt x="53" y="486"/>
                    <a:pt x="81" y="486"/>
                  </a:cubicBezTo>
                  <a:cubicBezTo>
                    <a:pt x="81" y="432"/>
                    <a:pt x="81" y="379"/>
                    <a:pt x="81" y="324"/>
                  </a:cubicBezTo>
                  <a:cubicBezTo>
                    <a:pt x="108" y="324"/>
                    <a:pt x="134" y="324"/>
                    <a:pt x="162" y="324"/>
                  </a:cubicBezTo>
                  <a:cubicBezTo>
                    <a:pt x="162" y="270"/>
                    <a:pt x="162" y="217"/>
                    <a:pt x="162" y="162"/>
                  </a:cubicBezTo>
                  <a:cubicBezTo>
                    <a:pt x="189" y="162"/>
                    <a:pt x="215" y="162"/>
                    <a:pt x="243" y="162"/>
                  </a:cubicBezTo>
                  <a:cubicBezTo>
                    <a:pt x="243" y="135"/>
                    <a:pt x="243" y="109"/>
                    <a:pt x="243" y="81"/>
                  </a:cubicBezTo>
                  <a:cubicBezTo>
                    <a:pt x="296" y="81"/>
                    <a:pt x="350" y="81"/>
                    <a:pt x="405" y="81"/>
                  </a:cubicBezTo>
                  <a:cubicBezTo>
                    <a:pt x="405" y="54"/>
                    <a:pt x="405" y="28"/>
                    <a:pt x="405" y="0"/>
                  </a:cubicBezTo>
                  <a:close/>
                </a:path>
              </a:pathLst>
            </a:custGeom>
            <a:solidFill>
              <a:srgbClr val="E24798"/>
            </a:solidFill>
            <a:ln w="514" cap="flat">
              <a:noFill/>
            </a:ln>
          </p:spPr>
        </p:sp>
        <p:sp>
          <p:nvSpPr>
            <p:cNvPr id="1685" name="ICON_GO_LOGO_path_014"/>
            <p:cNvSpPr/>
            <p:nvPr/>
          </p:nvSpPr>
          <p:spPr>
            <a:xfrm>
              <a:off x="2495566" y="6560528"/>
              <a:ext cx="120328" cy="4114"/>
            </a:xfrm>
            <a:custGeom>
              <a:avLst/>
              <a:gdLst/>
              <a:ahLst/>
              <a:cxnLst/>
              <a:rect l="0" t="0" r="r" b="b"/>
              <a:pathLst>
                <a:path w="9475" h="324" fill="norm" stroke="0">
                  <a:moveTo>
                    <a:pt x="0" y="0"/>
                  </a:moveTo>
                  <a:cubicBezTo>
                    <a:pt x="53" y="0"/>
                    <a:pt x="107" y="0"/>
                    <a:pt x="162" y="0"/>
                  </a:cubicBezTo>
                  <a:cubicBezTo>
                    <a:pt x="162" y="27"/>
                    <a:pt x="162" y="53"/>
                    <a:pt x="162" y="81"/>
                  </a:cubicBezTo>
                  <a:cubicBezTo>
                    <a:pt x="189" y="81"/>
                    <a:pt x="215" y="81"/>
                    <a:pt x="243" y="81"/>
                  </a:cubicBezTo>
                  <a:cubicBezTo>
                    <a:pt x="243" y="108"/>
                    <a:pt x="243" y="134"/>
                    <a:pt x="243" y="162"/>
                  </a:cubicBezTo>
                  <a:cubicBezTo>
                    <a:pt x="260" y="161"/>
                    <a:pt x="277" y="161"/>
                    <a:pt x="295" y="161"/>
                  </a:cubicBezTo>
                  <a:cubicBezTo>
                    <a:pt x="317" y="160"/>
                    <a:pt x="339" y="160"/>
                    <a:pt x="362" y="159"/>
                  </a:cubicBezTo>
                  <a:cubicBezTo>
                    <a:pt x="367" y="159"/>
                    <a:pt x="367" y="159"/>
                    <a:pt x="396" y="158"/>
                  </a:cubicBezTo>
                  <a:cubicBezTo>
                    <a:pt x="426" y="158"/>
                    <a:pt x="456" y="160"/>
                    <a:pt x="486" y="162"/>
                  </a:cubicBezTo>
                  <a:cubicBezTo>
                    <a:pt x="499" y="175"/>
                    <a:pt x="513" y="189"/>
                    <a:pt x="526" y="202"/>
                  </a:cubicBezTo>
                  <a:cubicBezTo>
                    <a:pt x="555" y="208"/>
                    <a:pt x="555" y="208"/>
                    <a:pt x="588" y="208"/>
                  </a:cubicBezTo>
                  <a:cubicBezTo>
                    <a:pt x="601" y="208"/>
                    <a:pt x="613" y="208"/>
                    <a:pt x="626" y="208"/>
                  </a:cubicBezTo>
                  <a:cubicBezTo>
                    <a:pt x="640" y="208"/>
                    <a:pt x="654" y="208"/>
                    <a:pt x="669" y="208"/>
                  </a:cubicBezTo>
                  <a:cubicBezTo>
                    <a:pt x="676" y="208"/>
                    <a:pt x="676" y="208"/>
                    <a:pt x="714" y="208"/>
                  </a:cubicBezTo>
                  <a:cubicBezTo>
                    <a:pt x="765" y="208"/>
                    <a:pt x="815" y="208"/>
                    <a:pt x="866" y="208"/>
                  </a:cubicBezTo>
                  <a:cubicBezTo>
                    <a:pt x="902" y="208"/>
                    <a:pt x="938" y="208"/>
                    <a:pt x="975" y="208"/>
                  </a:cubicBezTo>
                  <a:cubicBezTo>
                    <a:pt x="1054" y="208"/>
                    <a:pt x="1133" y="208"/>
                    <a:pt x="1213" y="208"/>
                  </a:cubicBezTo>
                  <a:cubicBezTo>
                    <a:pt x="1331" y="208"/>
                    <a:pt x="1448" y="208"/>
                    <a:pt x="1566" y="208"/>
                  </a:cubicBezTo>
                  <a:cubicBezTo>
                    <a:pt x="1777" y="208"/>
                    <a:pt x="1988" y="208"/>
                    <a:pt x="2198" y="208"/>
                  </a:cubicBezTo>
                  <a:cubicBezTo>
                    <a:pt x="2383" y="208"/>
                    <a:pt x="2567" y="208"/>
                    <a:pt x="2751" y="208"/>
                  </a:cubicBezTo>
                  <a:cubicBezTo>
                    <a:pt x="2758" y="208"/>
                    <a:pt x="2758" y="208"/>
                    <a:pt x="2788" y="208"/>
                  </a:cubicBezTo>
                  <a:cubicBezTo>
                    <a:pt x="2838" y="208"/>
                    <a:pt x="2888" y="208"/>
                    <a:pt x="2937" y="208"/>
                  </a:cubicBezTo>
                  <a:cubicBezTo>
                    <a:pt x="3403" y="208"/>
                    <a:pt x="3868" y="208"/>
                    <a:pt x="4334" y="208"/>
                  </a:cubicBezTo>
                  <a:cubicBezTo>
                    <a:pt x="4748" y="208"/>
                    <a:pt x="5161" y="208"/>
                    <a:pt x="5575" y="208"/>
                  </a:cubicBezTo>
                  <a:cubicBezTo>
                    <a:pt x="6040" y="208"/>
                    <a:pt x="6504" y="208"/>
                    <a:pt x="6969" y="208"/>
                  </a:cubicBezTo>
                  <a:cubicBezTo>
                    <a:pt x="7018" y="208"/>
                    <a:pt x="7068" y="208"/>
                    <a:pt x="7117" y="208"/>
                  </a:cubicBezTo>
                  <a:cubicBezTo>
                    <a:pt x="7123" y="208"/>
                    <a:pt x="7123" y="208"/>
                    <a:pt x="7154" y="208"/>
                  </a:cubicBezTo>
                  <a:cubicBezTo>
                    <a:pt x="7338" y="208"/>
                    <a:pt x="7523" y="208"/>
                    <a:pt x="7707" y="208"/>
                  </a:cubicBezTo>
                  <a:cubicBezTo>
                    <a:pt x="7916" y="208"/>
                    <a:pt x="8126" y="208"/>
                    <a:pt x="8335" y="208"/>
                  </a:cubicBezTo>
                  <a:cubicBezTo>
                    <a:pt x="8453" y="208"/>
                    <a:pt x="8570" y="208"/>
                    <a:pt x="8687" y="208"/>
                  </a:cubicBezTo>
                  <a:cubicBezTo>
                    <a:pt x="8775" y="208"/>
                    <a:pt x="8862" y="208"/>
                    <a:pt x="8950" y="208"/>
                  </a:cubicBezTo>
                  <a:cubicBezTo>
                    <a:pt x="8985" y="208"/>
                    <a:pt x="9021" y="208"/>
                    <a:pt x="9056" y="208"/>
                  </a:cubicBezTo>
                  <a:cubicBezTo>
                    <a:pt x="9104" y="208"/>
                    <a:pt x="9152" y="208"/>
                    <a:pt x="9201" y="208"/>
                  </a:cubicBezTo>
                  <a:cubicBezTo>
                    <a:pt x="9214" y="208"/>
                    <a:pt x="9228" y="208"/>
                    <a:pt x="9242" y="208"/>
                  </a:cubicBezTo>
                  <a:cubicBezTo>
                    <a:pt x="9328" y="207"/>
                    <a:pt x="9395" y="193"/>
                    <a:pt x="9475" y="162"/>
                  </a:cubicBezTo>
                  <a:cubicBezTo>
                    <a:pt x="9475" y="215"/>
                    <a:pt x="9475" y="269"/>
                    <a:pt x="9475" y="324"/>
                  </a:cubicBezTo>
                  <a:cubicBezTo>
                    <a:pt x="6401" y="324"/>
                    <a:pt x="3328" y="324"/>
                    <a:pt x="162" y="324"/>
                  </a:cubicBezTo>
                  <a:cubicBezTo>
                    <a:pt x="162" y="297"/>
                    <a:pt x="162" y="270"/>
                    <a:pt x="162" y="243"/>
                  </a:cubicBezTo>
                  <a:cubicBezTo>
                    <a:pt x="109" y="243"/>
                    <a:pt x="55" y="243"/>
                    <a:pt x="0" y="243"/>
                  </a:cubicBezTo>
                  <a:cubicBezTo>
                    <a:pt x="0" y="163"/>
                    <a:pt x="0" y="83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86" name="ICON_GO_LOGO_path_015"/>
            <p:cNvSpPr/>
            <p:nvPr/>
          </p:nvSpPr>
          <p:spPr>
            <a:xfrm>
              <a:off x="2623093" y="6414489"/>
              <a:ext cx="6171" cy="34967"/>
            </a:xfrm>
            <a:custGeom>
              <a:avLst/>
              <a:gdLst/>
              <a:ahLst/>
              <a:cxnLst/>
              <a:rect l="0" t="0" r="r" b="b"/>
              <a:pathLst>
                <a:path w="486" h="2753" fill="norm" stroke="0">
                  <a:moveTo>
                    <a:pt x="0" y="0"/>
                  </a:moveTo>
                  <a:cubicBezTo>
                    <a:pt x="27" y="0"/>
                    <a:pt x="53" y="0"/>
                    <a:pt x="81" y="0"/>
                  </a:cubicBezTo>
                  <a:cubicBezTo>
                    <a:pt x="81" y="588"/>
                    <a:pt x="81" y="1176"/>
                    <a:pt x="81" y="1782"/>
                  </a:cubicBezTo>
                  <a:cubicBezTo>
                    <a:pt x="108" y="1782"/>
                    <a:pt x="134" y="1782"/>
                    <a:pt x="162" y="1782"/>
                  </a:cubicBezTo>
                  <a:cubicBezTo>
                    <a:pt x="162" y="1808"/>
                    <a:pt x="162" y="1835"/>
                    <a:pt x="162" y="1863"/>
                  </a:cubicBezTo>
                  <a:cubicBezTo>
                    <a:pt x="189" y="1863"/>
                    <a:pt x="215" y="1863"/>
                    <a:pt x="243" y="1863"/>
                  </a:cubicBezTo>
                  <a:cubicBezTo>
                    <a:pt x="243" y="1569"/>
                    <a:pt x="243" y="1275"/>
                    <a:pt x="243" y="972"/>
                  </a:cubicBezTo>
                  <a:cubicBezTo>
                    <a:pt x="296" y="972"/>
                    <a:pt x="350" y="972"/>
                    <a:pt x="405" y="972"/>
                  </a:cubicBezTo>
                  <a:cubicBezTo>
                    <a:pt x="405" y="1079"/>
                    <a:pt x="405" y="1186"/>
                    <a:pt x="405" y="1296"/>
                  </a:cubicBezTo>
                  <a:cubicBezTo>
                    <a:pt x="432" y="1296"/>
                    <a:pt x="458" y="1296"/>
                    <a:pt x="486" y="1296"/>
                  </a:cubicBezTo>
                  <a:cubicBezTo>
                    <a:pt x="486" y="1376"/>
                    <a:pt x="486" y="1456"/>
                    <a:pt x="486" y="1539"/>
                  </a:cubicBezTo>
                  <a:cubicBezTo>
                    <a:pt x="459" y="1539"/>
                    <a:pt x="432" y="1539"/>
                    <a:pt x="405" y="1539"/>
                  </a:cubicBezTo>
                  <a:cubicBezTo>
                    <a:pt x="405" y="1939"/>
                    <a:pt x="405" y="2340"/>
                    <a:pt x="405" y="2753"/>
                  </a:cubicBezTo>
                  <a:cubicBezTo>
                    <a:pt x="351" y="2753"/>
                    <a:pt x="298" y="2753"/>
                    <a:pt x="243" y="2753"/>
                  </a:cubicBezTo>
                  <a:cubicBezTo>
                    <a:pt x="243" y="2700"/>
                    <a:pt x="243" y="2646"/>
                    <a:pt x="243" y="2591"/>
                  </a:cubicBezTo>
                  <a:cubicBezTo>
                    <a:pt x="189" y="2591"/>
                    <a:pt x="136" y="2591"/>
                    <a:pt x="81" y="2591"/>
                  </a:cubicBezTo>
                  <a:cubicBezTo>
                    <a:pt x="81" y="2565"/>
                    <a:pt x="81" y="2538"/>
                    <a:pt x="81" y="2510"/>
                  </a:cubicBezTo>
                  <a:cubicBezTo>
                    <a:pt x="54" y="2510"/>
                    <a:pt x="28" y="2510"/>
                    <a:pt x="0" y="2510"/>
                  </a:cubicBezTo>
                  <a:cubicBezTo>
                    <a:pt x="0" y="1682"/>
                    <a:pt x="0" y="854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87" name="ICON_GO_LOGO_path_016"/>
            <p:cNvSpPr/>
            <p:nvPr/>
          </p:nvSpPr>
          <p:spPr>
            <a:xfrm>
              <a:off x="2624122" y="6460769"/>
              <a:ext cx="4114" cy="17484"/>
            </a:xfrm>
            <a:custGeom>
              <a:avLst/>
              <a:gdLst/>
              <a:ahLst/>
              <a:cxnLst/>
              <a:rect l="0" t="0" r="r" b="b"/>
              <a:pathLst>
                <a:path w="324" h="1377" fill="norm" stroke="0">
                  <a:moveTo>
                    <a:pt x="162" y="0"/>
                  </a:moveTo>
                  <a:cubicBezTo>
                    <a:pt x="215" y="0"/>
                    <a:pt x="269" y="0"/>
                    <a:pt x="324" y="0"/>
                  </a:cubicBezTo>
                  <a:cubicBezTo>
                    <a:pt x="324" y="454"/>
                    <a:pt x="324" y="909"/>
                    <a:pt x="324" y="1377"/>
                  </a:cubicBezTo>
                  <a:cubicBezTo>
                    <a:pt x="217" y="1377"/>
                    <a:pt x="110" y="1377"/>
                    <a:pt x="0" y="1377"/>
                  </a:cubicBezTo>
                  <a:cubicBezTo>
                    <a:pt x="0" y="949"/>
                    <a:pt x="0" y="522"/>
                    <a:pt x="0" y="81"/>
                  </a:cubicBezTo>
                  <a:cubicBezTo>
                    <a:pt x="53" y="81"/>
                    <a:pt x="107" y="81"/>
                    <a:pt x="162" y="81"/>
                  </a:cubicBezTo>
                  <a:cubicBezTo>
                    <a:pt x="162" y="54"/>
                    <a:pt x="162" y="28"/>
                    <a:pt x="162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88" name="ICON_GO_LOGO_path_017"/>
            <p:cNvSpPr/>
            <p:nvPr/>
          </p:nvSpPr>
          <p:spPr>
            <a:xfrm>
              <a:off x="2624122" y="6498822"/>
              <a:ext cx="5142" cy="12341"/>
            </a:xfrm>
            <a:custGeom>
              <a:avLst/>
              <a:gdLst/>
              <a:ahLst/>
              <a:cxnLst/>
              <a:rect l="0" t="0" r="r" b="b"/>
              <a:pathLst>
                <a:path w="405" h="972" fill="norm" stroke="0">
                  <a:moveTo>
                    <a:pt x="243" y="0"/>
                  </a:moveTo>
                  <a:cubicBezTo>
                    <a:pt x="296" y="0"/>
                    <a:pt x="350" y="0"/>
                    <a:pt x="405" y="0"/>
                  </a:cubicBezTo>
                  <a:cubicBezTo>
                    <a:pt x="405" y="187"/>
                    <a:pt x="405" y="374"/>
                    <a:pt x="405" y="567"/>
                  </a:cubicBezTo>
                  <a:cubicBezTo>
                    <a:pt x="378" y="567"/>
                    <a:pt x="351" y="567"/>
                    <a:pt x="324" y="567"/>
                  </a:cubicBezTo>
                  <a:cubicBezTo>
                    <a:pt x="324" y="674"/>
                    <a:pt x="324" y="781"/>
                    <a:pt x="324" y="891"/>
                  </a:cubicBezTo>
                  <a:cubicBezTo>
                    <a:pt x="297" y="891"/>
                    <a:pt x="270" y="891"/>
                    <a:pt x="243" y="891"/>
                  </a:cubicBezTo>
                  <a:cubicBezTo>
                    <a:pt x="243" y="918"/>
                    <a:pt x="243" y="944"/>
                    <a:pt x="243" y="972"/>
                  </a:cubicBezTo>
                  <a:cubicBezTo>
                    <a:pt x="216" y="972"/>
                    <a:pt x="189" y="972"/>
                    <a:pt x="162" y="972"/>
                  </a:cubicBezTo>
                  <a:cubicBezTo>
                    <a:pt x="162" y="945"/>
                    <a:pt x="162" y="918"/>
                    <a:pt x="162" y="891"/>
                  </a:cubicBezTo>
                  <a:cubicBezTo>
                    <a:pt x="109" y="891"/>
                    <a:pt x="55" y="891"/>
                    <a:pt x="0" y="891"/>
                  </a:cubicBezTo>
                  <a:cubicBezTo>
                    <a:pt x="0" y="650"/>
                    <a:pt x="0" y="410"/>
                    <a:pt x="0" y="162"/>
                  </a:cubicBezTo>
                  <a:cubicBezTo>
                    <a:pt x="53" y="162"/>
                    <a:pt x="107" y="162"/>
                    <a:pt x="162" y="162"/>
                  </a:cubicBezTo>
                  <a:cubicBezTo>
                    <a:pt x="162" y="135"/>
                    <a:pt x="162" y="109"/>
                    <a:pt x="162" y="81"/>
                  </a:cubicBezTo>
                  <a:cubicBezTo>
                    <a:pt x="189" y="81"/>
                    <a:pt x="215" y="81"/>
                    <a:pt x="243" y="81"/>
                  </a:cubicBezTo>
                  <a:cubicBezTo>
                    <a:pt x="243" y="54"/>
                    <a:pt x="243" y="28"/>
                    <a:pt x="243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89" name="ICON_GO_LOGO_path_018"/>
            <p:cNvSpPr/>
            <p:nvPr/>
          </p:nvSpPr>
          <p:spPr>
            <a:xfrm>
              <a:off x="2625150" y="6492651"/>
              <a:ext cx="15427" cy="5142"/>
            </a:xfrm>
            <a:custGeom>
              <a:avLst/>
              <a:gdLst/>
              <a:ahLst/>
              <a:cxnLst/>
              <a:rect l="0" t="0" r="r" b="b"/>
              <a:pathLst>
                <a:path w="1215" h="405" fill="norm" stroke="0">
                  <a:moveTo>
                    <a:pt x="0" y="0"/>
                  </a:moveTo>
                  <a:cubicBezTo>
                    <a:pt x="374" y="0"/>
                    <a:pt x="748" y="0"/>
                    <a:pt x="1134" y="0"/>
                  </a:cubicBezTo>
                  <a:cubicBezTo>
                    <a:pt x="1134" y="27"/>
                    <a:pt x="1134" y="53"/>
                    <a:pt x="1134" y="81"/>
                  </a:cubicBezTo>
                  <a:cubicBezTo>
                    <a:pt x="1160" y="81"/>
                    <a:pt x="1187" y="81"/>
                    <a:pt x="1215" y="81"/>
                  </a:cubicBezTo>
                  <a:cubicBezTo>
                    <a:pt x="1215" y="134"/>
                    <a:pt x="1215" y="188"/>
                    <a:pt x="1215" y="243"/>
                  </a:cubicBezTo>
                  <a:cubicBezTo>
                    <a:pt x="1161" y="243"/>
                    <a:pt x="1108" y="243"/>
                    <a:pt x="1053" y="243"/>
                  </a:cubicBezTo>
                  <a:cubicBezTo>
                    <a:pt x="1053" y="270"/>
                    <a:pt x="1053" y="296"/>
                    <a:pt x="1053" y="324"/>
                  </a:cubicBezTo>
                  <a:cubicBezTo>
                    <a:pt x="1026" y="324"/>
                    <a:pt x="999" y="324"/>
                    <a:pt x="972" y="324"/>
                  </a:cubicBezTo>
                  <a:cubicBezTo>
                    <a:pt x="972" y="351"/>
                    <a:pt x="972" y="377"/>
                    <a:pt x="972" y="405"/>
                  </a:cubicBezTo>
                  <a:cubicBezTo>
                    <a:pt x="918" y="405"/>
                    <a:pt x="865" y="405"/>
                    <a:pt x="810" y="405"/>
                  </a:cubicBezTo>
                  <a:cubicBezTo>
                    <a:pt x="810" y="378"/>
                    <a:pt x="810" y="351"/>
                    <a:pt x="810" y="324"/>
                  </a:cubicBezTo>
                  <a:cubicBezTo>
                    <a:pt x="783" y="324"/>
                    <a:pt x="756" y="324"/>
                    <a:pt x="729" y="324"/>
                  </a:cubicBezTo>
                  <a:cubicBezTo>
                    <a:pt x="729" y="270"/>
                    <a:pt x="729" y="217"/>
                    <a:pt x="729" y="162"/>
                  </a:cubicBezTo>
                  <a:cubicBezTo>
                    <a:pt x="702" y="162"/>
                    <a:pt x="675" y="162"/>
                    <a:pt x="648" y="162"/>
                  </a:cubicBezTo>
                  <a:cubicBezTo>
                    <a:pt x="648" y="135"/>
                    <a:pt x="648" y="109"/>
                    <a:pt x="648" y="81"/>
                  </a:cubicBezTo>
                  <a:cubicBezTo>
                    <a:pt x="594" y="81"/>
                    <a:pt x="541" y="81"/>
                    <a:pt x="486" y="81"/>
                  </a:cubicBezTo>
                  <a:cubicBezTo>
                    <a:pt x="486" y="108"/>
                    <a:pt x="486" y="134"/>
                    <a:pt x="486" y="162"/>
                  </a:cubicBezTo>
                  <a:cubicBezTo>
                    <a:pt x="432" y="162"/>
                    <a:pt x="379" y="162"/>
                    <a:pt x="324" y="162"/>
                  </a:cubicBezTo>
                  <a:cubicBezTo>
                    <a:pt x="324" y="215"/>
                    <a:pt x="324" y="269"/>
                    <a:pt x="324" y="324"/>
                  </a:cubicBezTo>
                  <a:cubicBezTo>
                    <a:pt x="297" y="324"/>
                    <a:pt x="270" y="324"/>
                    <a:pt x="243" y="324"/>
                  </a:cubicBezTo>
                  <a:cubicBezTo>
                    <a:pt x="243" y="351"/>
                    <a:pt x="243" y="377"/>
                    <a:pt x="243" y="405"/>
                  </a:cubicBezTo>
                  <a:cubicBezTo>
                    <a:pt x="216" y="393"/>
                    <a:pt x="189" y="382"/>
                    <a:pt x="162" y="369"/>
                  </a:cubicBezTo>
                  <a:cubicBezTo>
                    <a:pt x="147" y="363"/>
                    <a:pt x="132" y="356"/>
                    <a:pt x="116" y="350"/>
                  </a:cubicBezTo>
                  <a:cubicBezTo>
                    <a:pt x="105" y="341"/>
                    <a:pt x="93" y="333"/>
                    <a:pt x="81" y="324"/>
                  </a:cubicBezTo>
                  <a:cubicBezTo>
                    <a:pt x="76" y="281"/>
                    <a:pt x="76" y="281"/>
                    <a:pt x="81" y="243"/>
                  </a:cubicBezTo>
                  <a:cubicBezTo>
                    <a:pt x="108" y="243"/>
                    <a:pt x="134" y="243"/>
                    <a:pt x="162" y="243"/>
                  </a:cubicBezTo>
                  <a:cubicBezTo>
                    <a:pt x="162" y="216"/>
                    <a:pt x="162" y="189"/>
                    <a:pt x="162" y="162"/>
                  </a:cubicBezTo>
                  <a:cubicBezTo>
                    <a:pt x="135" y="162"/>
                    <a:pt x="109" y="162"/>
                    <a:pt x="81" y="162"/>
                  </a:cubicBezTo>
                  <a:cubicBezTo>
                    <a:pt x="81" y="135"/>
                    <a:pt x="81" y="109"/>
                    <a:pt x="81" y="81"/>
                  </a:cubicBezTo>
                  <a:cubicBezTo>
                    <a:pt x="54" y="81"/>
                    <a:pt x="28" y="81"/>
                    <a:pt x="0" y="81"/>
                  </a:cubicBezTo>
                  <a:cubicBezTo>
                    <a:pt x="0" y="54"/>
                    <a:pt x="0" y="28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90" name="ICON_GO_LOGO_path_019"/>
            <p:cNvSpPr/>
            <p:nvPr/>
          </p:nvSpPr>
          <p:spPr>
            <a:xfrm>
              <a:off x="2707426" y="6512191"/>
              <a:ext cx="5142" cy="14398"/>
            </a:xfrm>
            <a:custGeom>
              <a:avLst/>
              <a:gdLst/>
              <a:ahLst/>
              <a:cxnLst/>
              <a:rect l="0" t="0" r="r" b="b"/>
              <a:pathLst>
                <a:path w="405" h="1134" fill="norm" stroke="0">
                  <a:moveTo>
                    <a:pt x="243" y="0"/>
                  </a:moveTo>
                  <a:cubicBezTo>
                    <a:pt x="270" y="0"/>
                    <a:pt x="296" y="0"/>
                    <a:pt x="324" y="0"/>
                  </a:cubicBezTo>
                  <a:cubicBezTo>
                    <a:pt x="324" y="27"/>
                    <a:pt x="324" y="53"/>
                    <a:pt x="324" y="81"/>
                  </a:cubicBezTo>
                  <a:cubicBezTo>
                    <a:pt x="351" y="81"/>
                    <a:pt x="377" y="81"/>
                    <a:pt x="405" y="81"/>
                  </a:cubicBezTo>
                  <a:cubicBezTo>
                    <a:pt x="405" y="161"/>
                    <a:pt x="405" y="241"/>
                    <a:pt x="405" y="324"/>
                  </a:cubicBezTo>
                  <a:cubicBezTo>
                    <a:pt x="378" y="324"/>
                    <a:pt x="351" y="324"/>
                    <a:pt x="324" y="324"/>
                  </a:cubicBezTo>
                  <a:cubicBezTo>
                    <a:pt x="324" y="351"/>
                    <a:pt x="324" y="377"/>
                    <a:pt x="324" y="405"/>
                  </a:cubicBezTo>
                  <a:cubicBezTo>
                    <a:pt x="297" y="405"/>
                    <a:pt x="270" y="405"/>
                    <a:pt x="243" y="405"/>
                  </a:cubicBezTo>
                  <a:cubicBezTo>
                    <a:pt x="243" y="485"/>
                    <a:pt x="243" y="565"/>
                    <a:pt x="243" y="648"/>
                  </a:cubicBezTo>
                  <a:cubicBezTo>
                    <a:pt x="270" y="648"/>
                    <a:pt x="296" y="648"/>
                    <a:pt x="324" y="648"/>
                  </a:cubicBezTo>
                  <a:cubicBezTo>
                    <a:pt x="324" y="675"/>
                    <a:pt x="324" y="701"/>
                    <a:pt x="324" y="729"/>
                  </a:cubicBezTo>
                  <a:cubicBezTo>
                    <a:pt x="297" y="729"/>
                    <a:pt x="270" y="729"/>
                    <a:pt x="243" y="729"/>
                  </a:cubicBezTo>
                  <a:cubicBezTo>
                    <a:pt x="243" y="756"/>
                    <a:pt x="243" y="782"/>
                    <a:pt x="243" y="810"/>
                  </a:cubicBezTo>
                  <a:cubicBezTo>
                    <a:pt x="270" y="810"/>
                    <a:pt x="296" y="810"/>
                    <a:pt x="324" y="810"/>
                  </a:cubicBezTo>
                  <a:cubicBezTo>
                    <a:pt x="324" y="863"/>
                    <a:pt x="324" y="917"/>
                    <a:pt x="324" y="972"/>
                  </a:cubicBezTo>
                  <a:cubicBezTo>
                    <a:pt x="351" y="972"/>
                    <a:pt x="377" y="972"/>
                    <a:pt x="405" y="972"/>
                  </a:cubicBezTo>
                  <a:cubicBezTo>
                    <a:pt x="405" y="1025"/>
                    <a:pt x="405" y="1079"/>
                    <a:pt x="405" y="1134"/>
                  </a:cubicBezTo>
                  <a:cubicBezTo>
                    <a:pt x="325" y="1134"/>
                    <a:pt x="245" y="1134"/>
                    <a:pt x="162" y="1134"/>
                  </a:cubicBezTo>
                  <a:cubicBezTo>
                    <a:pt x="162" y="1107"/>
                    <a:pt x="162" y="1080"/>
                    <a:pt x="162" y="1053"/>
                  </a:cubicBezTo>
                  <a:cubicBezTo>
                    <a:pt x="109" y="1053"/>
                    <a:pt x="55" y="1053"/>
                    <a:pt x="0" y="1053"/>
                  </a:cubicBezTo>
                  <a:cubicBezTo>
                    <a:pt x="0" y="973"/>
                    <a:pt x="0" y="892"/>
                    <a:pt x="0" y="810"/>
                  </a:cubicBezTo>
                  <a:cubicBezTo>
                    <a:pt x="27" y="810"/>
                    <a:pt x="53" y="810"/>
                    <a:pt x="81" y="810"/>
                  </a:cubicBezTo>
                  <a:cubicBezTo>
                    <a:pt x="76" y="737"/>
                    <a:pt x="71" y="664"/>
                    <a:pt x="66" y="592"/>
                  </a:cubicBezTo>
                  <a:cubicBezTo>
                    <a:pt x="64" y="567"/>
                    <a:pt x="62" y="542"/>
                    <a:pt x="61" y="518"/>
                  </a:cubicBezTo>
                  <a:cubicBezTo>
                    <a:pt x="58" y="482"/>
                    <a:pt x="56" y="446"/>
                    <a:pt x="53" y="410"/>
                  </a:cubicBezTo>
                  <a:cubicBezTo>
                    <a:pt x="53" y="400"/>
                    <a:pt x="52" y="389"/>
                    <a:pt x="51" y="377"/>
                  </a:cubicBezTo>
                  <a:cubicBezTo>
                    <a:pt x="45" y="300"/>
                    <a:pt x="27" y="235"/>
                    <a:pt x="0" y="162"/>
                  </a:cubicBezTo>
                  <a:cubicBezTo>
                    <a:pt x="53" y="162"/>
                    <a:pt x="107" y="162"/>
                    <a:pt x="162" y="162"/>
                  </a:cubicBezTo>
                  <a:cubicBezTo>
                    <a:pt x="162" y="135"/>
                    <a:pt x="162" y="109"/>
                    <a:pt x="162" y="81"/>
                  </a:cubicBezTo>
                  <a:cubicBezTo>
                    <a:pt x="189" y="81"/>
                    <a:pt x="215" y="81"/>
                    <a:pt x="243" y="81"/>
                  </a:cubicBezTo>
                  <a:cubicBezTo>
                    <a:pt x="243" y="54"/>
                    <a:pt x="243" y="28"/>
                    <a:pt x="243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91" name="ICON_GO_LOGO_path_020"/>
            <p:cNvSpPr/>
            <p:nvPr/>
          </p:nvSpPr>
          <p:spPr>
            <a:xfrm>
              <a:off x="2464712" y="6509106"/>
              <a:ext cx="12341" cy="11313"/>
            </a:xfrm>
            <a:custGeom>
              <a:avLst/>
              <a:gdLst/>
              <a:ahLst/>
              <a:cxnLst/>
              <a:rect l="0" t="0" r="r" b="b"/>
              <a:pathLst>
                <a:path w="972" h="891" fill="norm" stroke="0">
                  <a:moveTo>
                    <a:pt x="648" y="0"/>
                  </a:moveTo>
                  <a:cubicBezTo>
                    <a:pt x="755" y="0"/>
                    <a:pt x="862" y="0"/>
                    <a:pt x="972" y="0"/>
                  </a:cubicBezTo>
                  <a:cubicBezTo>
                    <a:pt x="972" y="53"/>
                    <a:pt x="972" y="107"/>
                    <a:pt x="972" y="162"/>
                  </a:cubicBezTo>
                  <a:cubicBezTo>
                    <a:pt x="918" y="162"/>
                    <a:pt x="865" y="162"/>
                    <a:pt x="810" y="162"/>
                  </a:cubicBezTo>
                  <a:cubicBezTo>
                    <a:pt x="810" y="189"/>
                    <a:pt x="810" y="215"/>
                    <a:pt x="810" y="243"/>
                  </a:cubicBezTo>
                  <a:cubicBezTo>
                    <a:pt x="783" y="243"/>
                    <a:pt x="756" y="243"/>
                    <a:pt x="729" y="243"/>
                  </a:cubicBezTo>
                  <a:cubicBezTo>
                    <a:pt x="729" y="296"/>
                    <a:pt x="729" y="350"/>
                    <a:pt x="729" y="405"/>
                  </a:cubicBezTo>
                  <a:cubicBezTo>
                    <a:pt x="702" y="405"/>
                    <a:pt x="675" y="405"/>
                    <a:pt x="648" y="405"/>
                  </a:cubicBezTo>
                  <a:cubicBezTo>
                    <a:pt x="648" y="432"/>
                    <a:pt x="648" y="458"/>
                    <a:pt x="648" y="486"/>
                  </a:cubicBezTo>
                  <a:cubicBezTo>
                    <a:pt x="621" y="486"/>
                    <a:pt x="594" y="486"/>
                    <a:pt x="567" y="486"/>
                  </a:cubicBezTo>
                  <a:cubicBezTo>
                    <a:pt x="567" y="513"/>
                    <a:pt x="567" y="539"/>
                    <a:pt x="567" y="567"/>
                  </a:cubicBezTo>
                  <a:cubicBezTo>
                    <a:pt x="540" y="567"/>
                    <a:pt x="513" y="567"/>
                    <a:pt x="486" y="567"/>
                  </a:cubicBezTo>
                  <a:cubicBezTo>
                    <a:pt x="486" y="594"/>
                    <a:pt x="486" y="620"/>
                    <a:pt x="486" y="648"/>
                  </a:cubicBezTo>
                  <a:cubicBezTo>
                    <a:pt x="459" y="648"/>
                    <a:pt x="432" y="648"/>
                    <a:pt x="405" y="648"/>
                  </a:cubicBezTo>
                  <a:cubicBezTo>
                    <a:pt x="405" y="675"/>
                    <a:pt x="405" y="701"/>
                    <a:pt x="405" y="729"/>
                  </a:cubicBezTo>
                  <a:cubicBezTo>
                    <a:pt x="378" y="729"/>
                    <a:pt x="351" y="729"/>
                    <a:pt x="324" y="729"/>
                  </a:cubicBezTo>
                  <a:cubicBezTo>
                    <a:pt x="324" y="756"/>
                    <a:pt x="324" y="782"/>
                    <a:pt x="324" y="810"/>
                  </a:cubicBezTo>
                  <a:cubicBezTo>
                    <a:pt x="297" y="810"/>
                    <a:pt x="270" y="810"/>
                    <a:pt x="243" y="810"/>
                  </a:cubicBezTo>
                  <a:cubicBezTo>
                    <a:pt x="243" y="837"/>
                    <a:pt x="243" y="863"/>
                    <a:pt x="243" y="891"/>
                  </a:cubicBezTo>
                  <a:cubicBezTo>
                    <a:pt x="216" y="891"/>
                    <a:pt x="189" y="891"/>
                    <a:pt x="162" y="891"/>
                  </a:cubicBezTo>
                  <a:cubicBezTo>
                    <a:pt x="162" y="864"/>
                    <a:pt x="162" y="837"/>
                    <a:pt x="162" y="810"/>
                  </a:cubicBezTo>
                  <a:cubicBezTo>
                    <a:pt x="109" y="810"/>
                    <a:pt x="55" y="810"/>
                    <a:pt x="0" y="810"/>
                  </a:cubicBezTo>
                  <a:cubicBezTo>
                    <a:pt x="0" y="756"/>
                    <a:pt x="0" y="703"/>
                    <a:pt x="0" y="648"/>
                  </a:cubicBezTo>
                  <a:cubicBezTo>
                    <a:pt x="53" y="648"/>
                    <a:pt x="107" y="648"/>
                    <a:pt x="162" y="648"/>
                  </a:cubicBezTo>
                  <a:cubicBezTo>
                    <a:pt x="162" y="621"/>
                    <a:pt x="162" y="594"/>
                    <a:pt x="162" y="567"/>
                  </a:cubicBezTo>
                  <a:cubicBezTo>
                    <a:pt x="189" y="567"/>
                    <a:pt x="215" y="567"/>
                    <a:pt x="243" y="567"/>
                  </a:cubicBezTo>
                  <a:cubicBezTo>
                    <a:pt x="243" y="540"/>
                    <a:pt x="243" y="513"/>
                    <a:pt x="243" y="486"/>
                  </a:cubicBezTo>
                  <a:cubicBezTo>
                    <a:pt x="270" y="486"/>
                    <a:pt x="296" y="486"/>
                    <a:pt x="324" y="486"/>
                  </a:cubicBezTo>
                  <a:cubicBezTo>
                    <a:pt x="324" y="459"/>
                    <a:pt x="324" y="432"/>
                    <a:pt x="324" y="405"/>
                  </a:cubicBezTo>
                  <a:cubicBezTo>
                    <a:pt x="351" y="405"/>
                    <a:pt x="377" y="405"/>
                    <a:pt x="405" y="405"/>
                  </a:cubicBezTo>
                  <a:cubicBezTo>
                    <a:pt x="405" y="378"/>
                    <a:pt x="405" y="351"/>
                    <a:pt x="405" y="324"/>
                  </a:cubicBezTo>
                  <a:cubicBezTo>
                    <a:pt x="432" y="324"/>
                    <a:pt x="458" y="324"/>
                    <a:pt x="486" y="324"/>
                  </a:cubicBezTo>
                  <a:cubicBezTo>
                    <a:pt x="486" y="270"/>
                    <a:pt x="486" y="217"/>
                    <a:pt x="486" y="162"/>
                  </a:cubicBezTo>
                  <a:cubicBezTo>
                    <a:pt x="513" y="162"/>
                    <a:pt x="539" y="162"/>
                    <a:pt x="567" y="162"/>
                  </a:cubicBezTo>
                  <a:cubicBezTo>
                    <a:pt x="567" y="135"/>
                    <a:pt x="567" y="109"/>
                    <a:pt x="567" y="81"/>
                  </a:cubicBezTo>
                  <a:cubicBezTo>
                    <a:pt x="594" y="81"/>
                    <a:pt x="620" y="81"/>
                    <a:pt x="648" y="81"/>
                  </a:cubicBezTo>
                  <a:cubicBezTo>
                    <a:pt x="648" y="54"/>
                    <a:pt x="648" y="28"/>
                    <a:pt x="648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92" name="ICON_GO_LOGO_path_021"/>
            <p:cNvSpPr/>
            <p:nvPr/>
          </p:nvSpPr>
          <p:spPr>
            <a:xfrm>
              <a:off x="2445172" y="6460769"/>
              <a:ext cx="17484" cy="6171"/>
            </a:xfrm>
            <a:custGeom>
              <a:avLst/>
              <a:gdLst/>
              <a:ahLst/>
              <a:cxnLst/>
              <a:rect l="0" t="0" r="r" b="b"/>
              <a:pathLst>
                <a:path w="1377" h="486" fill="norm" stroke="0">
                  <a:moveTo>
                    <a:pt x="162" y="0"/>
                  </a:moveTo>
                  <a:cubicBezTo>
                    <a:pt x="242" y="0"/>
                    <a:pt x="322" y="0"/>
                    <a:pt x="405" y="0"/>
                  </a:cubicBezTo>
                  <a:cubicBezTo>
                    <a:pt x="405" y="27"/>
                    <a:pt x="405" y="53"/>
                    <a:pt x="405" y="81"/>
                  </a:cubicBezTo>
                  <a:cubicBezTo>
                    <a:pt x="432" y="81"/>
                    <a:pt x="458" y="81"/>
                    <a:pt x="486" y="81"/>
                  </a:cubicBezTo>
                  <a:cubicBezTo>
                    <a:pt x="486" y="108"/>
                    <a:pt x="486" y="134"/>
                    <a:pt x="486" y="162"/>
                  </a:cubicBezTo>
                  <a:cubicBezTo>
                    <a:pt x="539" y="162"/>
                    <a:pt x="593" y="162"/>
                    <a:pt x="648" y="162"/>
                  </a:cubicBezTo>
                  <a:cubicBezTo>
                    <a:pt x="648" y="189"/>
                    <a:pt x="648" y="215"/>
                    <a:pt x="648" y="243"/>
                  </a:cubicBezTo>
                  <a:cubicBezTo>
                    <a:pt x="675" y="243"/>
                    <a:pt x="701" y="243"/>
                    <a:pt x="729" y="243"/>
                  </a:cubicBezTo>
                  <a:cubicBezTo>
                    <a:pt x="729" y="270"/>
                    <a:pt x="729" y="296"/>
                    <a:pt x="729" y="324"/>
                  </a:cubicBezTo>
                  <a:cubicBezTo>
                    <a:pt x="862" y="324"/>
                    <a:pt x="996" y="324"/>
                    <a:pt x="1134" y="324"/>
                  </a:cubicBezTo>
                  <a:cubicBezTo>
                    <a:pt x="1134" y="297"/>
                    <a:pt x="1134" y="270"/>
                    <a:pt x="1134" y="243"/>
                  </a:cubicBezTo>
                  <a:cubicBezTo>
                    <a:pt x="1187" y="243"/>
                    <a:pt x="1241" y="243"/>
                    <a:pt x="1296" y="243"/>
                  </a:cubicBezTo>
                  <a:cubicBezTo>
                    <a:pt x="1296" y="270"/>
                    <a:pt x="1296" y="296"/>
                    <a:pt x="1296" y="324"/>
                  </a:cubicBezTo>
                  <a:cubicBezTo>
                    <a:pt x="1322" y="324"/>
                    <a:pt x="1349" y="324"/>
                    <a:pt x="1377" y="324"/>
                  </a:cubicBezTo>
                  <a:cubicBezTo>
                    <a:pt x="1377" y="377"/>
                    <a:pt x="1377" y="431"/>
                    <a:pt x="1377" y="486"/>
                  </a:cubicBezTo>
                  <a:cubicBezTo>
                    <a:pt x="1296" y="486"/>
                    <a:pt x="1216" y="486"/>
                    <a:pt x="1134" y="486"/>
                  </a:cubicBezTo>
                  <a:cubicBezTo>
                    <a:pt x="1134" y="459"/>
                    <a:pt x="1134" y="432"/>
                    <a:pt x="1134" y="405"/>
                  </a:cubicBezTo>
                  <a:cubicBezTo>
                    <a:pt x="973" y="405"/>
                    <a:pt x="813" y="405"/>
                    <a:pt x="648" y="405"/>
                  </a:cubicBezTo>
                  <a:cubicBezTo>
                    <a:pt x="648" y="378"/>
                    <a:pt x="648" y="351"/>
                    <a:pt x="648" y="324"/>
                  </a:cubicBezTo>
                  <a:cubicBezTo>
                    <a:pt x="631" y="325"/>
                    <a:pt x="614" y="326"/>
                    <a:pt x="597" y="326"/>
                  </a:cubicBezTo>
                  <a:cubicBezTo>
                    <a:pt x="535" y="329"/>
                    <a:pt x="472" y="331"/>
                    <a:pt x="410" y="333"/>
                  </a:cubicBezTo>
                  <a:cubicBezTo>
                    <a:pt x="383" y="334"/>
                    <a:pt x="356" y="335"/>
                    <a:pt x="329" y="336"/>
                  </a:cubicBezTo>
                  <a:cubicBezTo>
                    <a:pt x="148" y="345"/>
                    <a:pt x="148" y="345"/>
                    <a:pt x="81" y="324"/>
                  </a:cubicBezTo>
                  <a:cubicBezTo>
                    <a:pt x="33" y="275"/>
                    <a:pt x="14" y="228"/>
                    <a:pt x="0" y="162"/>
                  </a:cubicBezTo>
                  <a:cubicBezTo>
                    <a:pt x="53" y="162"/>
                    <a:pt x="107" y="162"/>
                    <a:pt x="162" y="162"/>
                  </a:cubicBezTo>
                  <a:cubicBezTo>
                    <a:pt x="162" y="109"/>
                    <a:pt x="162" y="55"/>
                    <a:pt x="162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93" name="ICON_GO_LOGO_path_022"/>
            <p:cNvSpPr/>
            <p:nvPr/>
          </p:nvSpPr>
          <p:spPr>
            <a:xfrm>
              <a:off x="2625150" y="6480309"/>
              <a:ext cx="16455" cy="6171"/>
            </a:xfrm>
            <a:custGeom>
              <a:avLst/>
              <a:gdLst/>
              <a:ahLst/>
              <a:cxnLst/>
              <a:rect l="0" t="0" r="r" b="b"/>
              <a:pathLst>
                <a:path w="1296" h="486" fill="norm" stroke="0">
                  <a:moveTo>
                    <a:pt x="1053" y="0"/>
                  </a:moveTo>
                  <a:cubicBezTo>
                    <a:pt x="1133" y="0"/>
                    <a:pt x="1213" y="0"/>
                    <a:pt x="1296" y="0"/>
                  </a:cubicBezTo>
                  <a:cubicBezTo>
                    <a:pt x="1296" y="80"/>
                    <a:pt x="1296" y="160"/>
                    <a:pt x="1296" y="243"/>
                  </a:cubicBezTo>
                  <a:cubicBezTo>
                    <a:pt x="1269" y="243"/>
                    <a:pt x="1242" y="243"/>
                    <a:pt x="1215" y="243"/>
                  </a:cubicBezTo>
                  <a:cubicBezTo>
                    <a:pt x="1215" y="296"/>
                    <a:pt x="1215" y="350"/>
                    <a:pt x="1215" y="405"/>
                  </a:cubicBezTo>
                  <a:cubicBezTo>
                    <a:pt x="1188" y="405"/>
                    <a:pt x="1161" y="405"/>
                    <a:pt x="1134" y="405"/>
                  </a:cubicBezTo>
                  <a:cubicBezTo>
                    <a:pt x="1134" y="432"/>
                    <a:pt x="1134" y="458"/>
                    <a:pt x="1134" y="486"/>
                  </a:cubicBezTo>
                  <a:cubicBezTo>
                    <a:pt x="760" y="486"/>
                    <a:pt x="385" y="486"/>
                    <a:pt x="0" y="486"/>
                  </a:cubicBezTo>
                  <a:cubicBezTo>
                    <a:pt x="0" y="459"/>
                    <a:pt x="0" y="432"/>
                    <a:pt x="0" y="405"/>
                  </a:cubicBezTo>
                  <a:cubicBezTo>
                    <a:pt x="294" y="405"/>
                    <a:pt x="588" y="405"/>
                    <a:pt x="891" y="405"/>
                  </a:cubicBezTo>
                  <a:cubicBezTo>
                    <a:pt x="891" y="351"/>
                    <a:pt x="891" y="298"/>
                    <a:pt x="891" y="243"/>
                  </a:cubicBezTo>
                  <a:cubicBezTo>
                    <a:pt x="864" y="243"/>
                    <a:pt x="837" y="243"/>
                    <a:pt x="810" y="243"/>
                  </a:cubicBezTo>
                  <a:cubicBezTo>
                    <a:pt x="810" y="216"/>
                    <a:pt x="810" y="189"/>
                    <a:pt x="810" y="162"/>
                  </a:cubicBezTo>
                  <a:cubicBezTo>
                    <a:pt x="837" y="162"/>
                    <a:pt x="863" y="162"/>
                    <a:pt x="891" y="162"/>
                  </a:cubicBezTo>
                  <a:cubicBezTo>
                    <a:pt x="891" y="135"/>
                    <a:pt x="891" y="109"/>
                    <a:pt x="891" y="81"/>
                  </a:cubicBezTo>
                  <a:cubicBezTo>
                    <a:pt x="944" y="81"/>
                    <a:pt x="998" y="81"/>
                    <a:pt x="1053" y="81"/>
                  </a:cubicBezTo>
                  <a:cubicBezTo>
                    <a:pt x="1053" y="54"/>
                    <a:pt x="1053" y="28"/>
                    <a:pt x="1053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94" name="ICON_GO_LOGO_path_023"/>
            <p:cNvSpPr/>
            <p:nvPr/>
          </p:nvSpPr>
          <p:spPr>
            <a:xfrm>
              <a:off x="2472940" y="6474139"/>
              <a:ext cx="8228" cy="9256"/>
            </a:xfrm>
            <a:custGeom>
              <a:avLst/>
              <a:gdLst/>
              <a:ahLst/>
              <a:cxnLst/>
              <a:rect l="0" t="0" r="r" b="b"/>
              <a:pathLst>
                <a:path w="648" h="729" fill="norm" stroke="0">
                  <a:moveTo>
                    <a:pt x="0" y="0"/>
                  </a:moveTo>
                  <a:cubicBezTo>
                    <a:pt x="107" y="0"/>
                    <a:pt x="214" y="0"/>
                    <a:pt x="324" y="0"/>
                  </a:cubicBezTo>
                  <a:cubicBezTo>
                    <a:pt x="324" y="27"/>
                    <a:pt x="324" y="53"/>
                    <a:pt x="324" y="81"/>
                  </a:cubicBezTo>
                  <a:cubicBezTo>
                    <a:pt x="351" y="81"/>
                    <a:pt x="377" y="81"/>
                    <a:pt x="405" y="81"/>
                  </a:cubicBezTo>
                  <a:cubicBezTo>
                    <a:pt x="405" y="134"/>
                    <a:pt x="405" y="188"/>
                    <a:pt x="405" y="243"/>
                  </a:cubicBezTo>
                  <a:cubicBezTo>
                    <a:pt x="432" y="243"/>
                    <a:pt x="458" y="243"/>
                    <a:pt x="486" y="243"/>
                  </a:cubicBezTo>
                  <a:cubicBezTo>
                    <a:pt x="486" y="296"/>
                    <a:pt x="486" y="350"/>
                    <a:pt x="486" y="405"/>
                  </a:cubicBezTo>
                  <a:cubicBezTo>
                    <a:pt x="513" y="405"/>
                    <a:pt x="539" y="405"/>
                    <a:pt x="567" y="405"/>
                  </a:cubicBezTo>
                  <a:cubicBezTo>
                    <a:pt x="567" y="458"/>
                    <a:pt x="567" y="512"/>
                    <a:pt x="567" y="567"/>
                  </a:cubicBezTo>
                  <a:cubicBezTo>
                    <a:pt x="594" y="567"/>
                    <a:pt x="620" y="567"/>
                    <a:pt x="648" y="567"/>
                  </a:cubicBezTo>
                  <a:cubicBezTo>
                    <a:pt x="648" y="594"/>
                    <a:pt x="648" y="620"/>
                    <a:pt x="648" y="648"/>
                  </a:cubicBezTo>
                  <a:cubicBezTo>
                    <a:pt x="621" y="648"/>
                    <a:pt x="594" y="648"/>
                    <a:pt x="567" y="648"/>
                  </a:cubicBezTo>
                  <a:cubicBezTo>
                    <a:pt x="567" y="675"/>
                    <a:pt x="567" y="701"/>
                    <a:pt x="567" y="729"/>
                  </a:cubicBezTo>
                  <a:cubicBezTo>
                    <a:pt x="540" y="729"/>
                    <a:pt x="513" y="729"/>
                    <a:pt x="486" y="729"/>
                  </a:cubicBezTo>
                  <a:cubicBezTo>
                    <a:pt x="486" y="702"/>
                    <a:pt x="486" y="675"/>
                    <a:pt x="486" y="648"/>
                  </a:cubicBezTo>
                  <a:cubicBezTo>
                    <a:pt x="406" y="648"/>
                    <a:pt x="326" y="648"/>
                    <a:pt x="243" y="648"/>
                  </a:cubicBezTo>
                  <a:cubicBezTo>
                    <a:pt x="243" y="594"/>
                    <a:pt x="243" y="541"/>
                    <a:pt x="243" y="486"/>
                  </a:cubicBezTo>
                  <a:cubicBezTo>
                    <a:pt x="216" y="486"/>
                    <a:pt x="189" y="486"/>
                    <a:pt x="162" y="486"/>
                  </a:cubicBezTo>
                  <a:cubicBezTo>
                    <a:pt x="162" y="406"/>
                    <a:pt x="162" y="326"/>
                    <a:pt x="162" y="243"/>
                  </a:cubicBezTo>
                  <a:cubicBezTo>
                    <a:pt x="135" y="243"/>
                    <a:pt x="109" y="243"/>
                    <a:pt x="81" y="243"/>
                  </a:cubicBezTo>
                  <a:cubicBezTo>
                    <a:pt x="81" y="216"/>
                    <a:pt x="81" y="189"/>
                    <a:pt x="81" y="162"/>
                  </a:cubicBezTo>
                  <a:cubicBezTo>
                    <a:pt x="54" y="162"/>
                    <a:pt x="28" y="162"/>
                    <a:pt x="0" y="162"/>
                  </a:cubicBezTo>
                  <a:cubicBezTo>
                    <a:pt x="0" y="109"/>
                    <a:pt x="0" y="55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95" name="ICON_GO_LOGO_path_024"/>
            <p:cNvSpPr/>
            <p:nvPr/>
          </p:nvSpPr>
          <p:spPr>
            <a:xfrm>
              <a:off x="2647776" y="6485452"/>
              <a:ext cx="4114" cy="11313"/>
            </a:xfrm>
            <a:custGeom>
              <a:avLst/>
              <a:gdLst/>
              <a:ahLst/>
              <a:cxnLst/>
              <a:rect l="0" t="0" r="r" b="b"/>
              <a:pathLst>
                <a:path w="324" h="891" fill="norm" stroke="0">
                  <a:moveTo>
                    <a:pt x="0" y="0"/>
                  </a:moveTo>
                  <a:cubicBezTo>
                    <a:pt x="107" y="0"/>
                    <a:pt x="214" y="0"/>
                    <a:pt x="324" y="0"/>
                  </a:cubicBezTo>
                  <a:cubicBezTo>
                    <a:pt x="324" y="107"/>
                    <a:pt x="324" y="214"/>
                    <a:pt x="324" y="324"/>
                  </a:cubicBezTo>
                  <a:cubicBezTo>
                    <a:pt x="297" y="324"/>
                    <a:pt x="270" y="324"/>
                    <a:pt x="243" y="324"/>
                  </a:cubicBezTo>
                  <a:cubicBezTo>
                    <a:pt x="243" y="351"/>
                    <a:pt x="243" y="377"/>
                    <a:pt x="243" y="405"/>
                  </a:cubicBezTo>
                  <a:cubicBezTo>
                    <a:pt x="270" y="405"/>
                    <a:pt x="296" y="405"/>
                    <a:pt x="324" y="405"/>
                  </a:cubicBezTo>
                  <a:cubicBezTo>
                    <a:pt x="324" y="432"/>
                    <a:pt x="324" y="458"/>
                    <a:pt x="324" y="486"/>
                  </a:cubicBezTo>
                  <a:cubicBezTo>
                    <a:pt x="297" y="486"/>
                    <a:pt x="270" y="486"/>
                    <a:pt x="243" y="486"/>
                  </a:cubicBezTo>
                  <a:cubicBezTo>
                    <a:pt x="243" y="513"/>
                    <a:pt x="243" y="539"/>
                    <a:pt x="243" y="567"/>
                  </a:cubicBezTo>
                  <a:cubicBezTo>
                    <a:pt x="270" y="567"/>
                    <a:pt x="296" y="567"/>
                    <a:pt x="324" y="567"/>
                  </a:cubicBezTo>
                  <a:cubicBezTo>
                    <a:pt x="324" y="594"/>
                    <a:pt x="324" y="620"/>
                    <a:pt x="324" y="648"/>
                  </a:cubicBezTo>
                  <a:cubicBezTo>
                    <a:pt x="270" y="648"/>
                    <a:pt x="217" y="648"/>
                    <a:pt x="162" y="648"/>
                  </a:cubicBezTo>
                  <a:cubicBezTo>
                    <a:pt x="162" y="675"/>
                    <a:pt x="162" y="701"/>
                    <a:pt x="162" y="729"/>
                  </a:cubicBezTo>
                  <a:cubicBezTo>
                    <a:pt x="135" y="729"/>
                    <a:pt x="109" y="729"/>
                    <a:pt x="81" y="729"/>
                  </a:cubicBezTo>
                  <a:cubicBezTo>
                    <a:pt x="81" y="782"/>
                    <a:pt x="81" y="836"/>
                    <a:pt x="81" y="891"/>
                  </a:cubicBezTo>
                  <a:cubicBezTo>
                    <a:pt x="54" y="891"/>
                    <a:pt x="28" y="891"/>
                    <a:pt x="0" y="891"/>
                  </a:cubicBezTo>
                  <a:cubicBezTo>
                    <a:pt x="0" y="597"/>
                    <a:pt x="0" y="303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96" name="ICON_GO_LOGO_path_025"/>
            <p:cNvSpPr/>
            <p:nvPr/>
          </p:nvSpPr>
          <p:spPr>
            <a:xfrm>
              <a:off x="2662174" y="6472082"/>
              <a:ext cx="11313" cy="4114"/>
            </a:xfrm>
            <a:custGeom>
              <a:avLst/>
              <a:gdLst/>
              <a:ahLst/>
              <a:cxnLst/>
              <a:rect l="0" t="0" r="r" b="b"/>
              <a:pathLst>
                <a:path w="891" h="324" fill="norm" stroke="0">
                  <a:moveTo>
                    <a:pt x="0" y="0"/>
                  </a:moveTo>
                  <a:cubicBezTo>
                    <a:pt x="267" y="0"/>
                    <a:pt x="534" y="0"/>
                    <a:pt x="810" y="0"/>
                  </a:cubicBezTo>
                  <a:cubicBezTo>
                    <a:pt x="810" y="27"/>
                    <a:pt x="810" y="53"/>
                    <a:pt x="810" y="81"/>
                  </a:cubicBezTo>
                  <a:cubicBezTo>
                    <a:pt x="837" y="81"/>
                    <a:pt x="863" y="81"/>
                    <a:pt x="891" y="81"/>
                  </a:cubicBezTo>
                  <a:cubicBezTo>
                    <a:pt x="891" y="134"/>
                    <a:pt x="891" y="188"/>
                    <a:pt x="891" y="243"/>
                  </a:cubicBezTo>
                  <a:cubicBezTo>
                    <a:pt x="864" y="243"/>
                    <a:pt x="837" y="243"/>
                    <a:pt x="810" y="243"/>
                  </a:cubicBezTo>
                  <a:cubicBezTo>
                    <a:pt x="810" y="270"/>
                    <a:pt x="810" y="296"/>
                    <a:pt x="810" y="324"/>
                  </a:cubicBezTo>
                  <a:cubicBezTo>
                    <a:pt x="703" y="324"/>
                    <a:pt x="596" y="324"/>
                    <a:pt x="486" y="324"/>
                  </a:cubicBezTo>
                  <a:cubicBezTo>
                    <a:pt x="486" y="270"/>
                    <a:pt x="486" y="217"/>
                    <a:pt x="486" y="162"/>
                  </a:cubicBezTo>
                  <a:cubicBezTo>
                    <a:pt x="326" y="162"/>
                    <a:pt x="165" y="162"/>
                    <a:pt x="0" y="162"/>
                  </a:cubicBezTo>
                  <a:cubicBezTo>
                    <a:pt x="0" y="109"/>
                    <a:pt x="0" y="55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97" name="ICON_GO_LOGO_path_026"/>
            <p:cNvSpPr/>
            <p:nvPr/>
          </p:nvSpPr>
          <p:spPr>
            <a:xfrm>
              <a:off x="2683772" y="6484423"/>
              <a:ext cx="14398" cy="4114"/>
            </a:xfrm>
            <a:custGeom>
              <a:avLst/>
              <a:gdLst/>
              <a:ahLst/>
              <a:cxnLst/>
              <a:rect l="0" t="0" r="r" b="b"/>
              <a:pathLst>
                <a:path w="1134" h="324" fill="norm" stroke="0">
                  <a:moveTo>
                    <a:pt x="0" y="0"/>
                  </a:moveTo>
                  <a:cubicBezTo>
                    <a:pt x="5" y="1"/>
                    <a:pt x="5" y="1"/>
                    <a:pt x="33" y="8"/>
                  </a:cubicBezTo>
                  <a:cubicBezTo>
                    <a:pt x="194" y="44"/>
                    <a:pt x="354" y="54"/>
                    <a:pt x="519" y="63"/>
                  </a:cubicBezTo>
                  <a:cubicBezTo>
                    <a:pt x="547" y="65"/>
                    <a:pt x="575" y="67"/>
                    <a:pt x="604" y="69"/>
                  </a:cubicBezTo>
                  <a:cubicBezTo>
                    <a:pt x="672" y="73"/>
                    <a:pt x="741" y="77"/>
                    <a:pt x="810" y="81"/>
                  </a:cubicBezTo>
                  <a:cubicBezTo>
                    <a:pt x="810" y="54"/>
                    <a:pt x="810" y="28"/>
                    <a:pt x="810" y="0"/>
                  </a:cubicBezTo>
                  <a:cubicBezTo>
                    <a:pt x="917" y="0"/>
                    <a:pt x="1024" y="0"/>
                    <a:pt x="1134" y="0"/>
                  </a:cubicBezTo>
                  <a:cubicBezTo>
                    <a:pt x="1134" y="27"/>
                    <a:pt x="1134" y="53"/>
                    <a:pt x="1134" y="81"/>
                  </a:cubicBezTo>
                  <a:cubicBezTo>
                    <a:pt x="1107" y="81"/>
                    <a:pt x="1080" y="81"/>
                    <a:pt x="1053" y="81"/>
                  </a:cubicBezTo>
                  <a:cubicBezTo>
                    <a:pt x="1053" y="108"/>
                    <a:pt x="1053" y="134"/>
                    <a:pt x="1053" y="162"/>
                  </a:cubicBezTo>
                  <a:cubicBezTo>
                    <a:pt x="999" y="162"/>
                    <a:pt x="946" y="162"/>
                    <a:pt x="891" y="162"/>
                  </a:cubicBezTo>
                  <a:cubicBezTo>
                    <a:pt x="891" y="189"/>
                    <a:pt x="891" y="215"/>
                    <a:pt x="891" y="243"/>
                  </a:cubicBezTo>
                  <a:cubicBezTo>
                    <a:pt x="811" y="243"/>
                    <a:pt x="730" y="243"/>
                    <a:pt x="648" y="243"/>
                  </a:cubicBezTo>
                  <a:cubicBezTo>
                    <a:pt x="648" y="270"/>
                    <a:pt x="648" y="296"/>
                    <a:pt x="648" y="324"/>
                  </a:cubicBezTo>
                  <a:cubicBezTo>
                    <a:pt x="541" y="324"/>
                    <a:pt x="434" y="324"/>
                    <a:pt x="324" y="324"/>
                  </a:cubicBezTo>
                  <a:cubicBezTo>
                    <a:pt x="324" y="297"/>
                    <a:pt x="324" y="270"/>
                    <a:pt x="324" y="243"/>
                  </a:cubicBezTo>
                  <a:cubicBezTo>
                    <a:pt x="297" y="243"/>
                    <a:pt x="270" y="243"/>
                    <a:pt x="243" y="243"/>
                  </a:cubicBezTo>
                  <a:cubicBezTo>
                    <a:pt x="243" y="216"/>
                    <a:pt x="243" y="189"/>
                    <a:pt x="243" y="162"/>
                  </a:cubicBezTo>
                  <a:cubicBezTo>
                    <a:pt x="232" y="163"/>
                    <a:pt x="221" y="164"/>
                    <a:pt x="209" y="165"/>
                  </a:cubicBezTo>
                  <a:cubicBezTo>
                    <a:pt x="165" y="167"/>
                    <a:pt x="124" y="168"/>
                    <a:pt x="81" y="162"/>
                  </a:cubicBezTo>
                  <a:cubicBezTo>
                    <a:pt x="53" y="127"/>
                    <a:pt x="53" y="127"/>
                    <a:pt x="40" y="81"/>
                  </a:cubicBezTo>
                  <a:cubicBezTo>
                    <a:pt x="27" y="54"/>
                    <a:pt x="14" y="27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98" name="ICON_GO_LOGO_path_027"/>
            <p:cNvSpPr/>
            <p:nvPr/>
          </p:nvSpPr>
          <p:spPr>
            <a:xfrm>
              <a:off x="2445172" y="6471772"/>
              <a:ext cx="10284" cy="4424"/>
            </a:xfrm>
            <a:custGeom>
              <a:avLst/>
              <a:gdLst/>
              <a:ahLst/>
              <a:cxnLst/>
              <a:rect l="0" t="0" r="r" b="b"/>
              <a:pathLst>
                <a:path w="810" h="348" fill="norm" stroke="0">
                  <a:moveTo>
                    <a:pt x="314" y="2"/>
                  </a:moveTo>
                  <a:cubicBezTo>
                    <a:pt x="329" y="3"/>
                    <a:pt x="344" y="3"/>
                    <a:pt x="359" y="3"/>
                  </a:cubicBezTo>
                  <a:cubicBezTo>
                    <a:pt x="405" y="4"/>
                    <a:pt x="450" y="3"/>
                    <a:pt x="495" y="2"/>
                  </a:cubicBezTo>
                  <a:cubicBezTo>
                    <a:pt x="705" y="2"/>
                    <a:pt x="705" y="2"/>
                    <a:pt x="767" y="62"/>
                  </a:cubicBezTo>
                  <a:cubicBezTo>
                    <a:pt x="788" y="104"/>
                    <a:pt x="801" y="140"/>
                    <a:pt x="810" y="186"/>
                  </a:cubicBezTo>
                  <a:cubicBezTo>
                    <a:pt x="783" y="186"/>
                    <a:pt x="756" y="186"/>
                    <a:pt x="729" y="186"/>
                  </a:cubicBezTo>
                  <a:cubicBezTo>
                    <a:pt x="729" y="213"/>
                    <a:pt x="729" y="240"/>
                    <a:pt x="729" y="267"/>
                  </a:cubicBezTo>
                  <a:cubicBezTo>
                    <a:pt x="622" y="267"/>
                    <a:pt x="515" y="267"/>
                    <a:pt x="405" y="267"/>
                  </a:cubicBezTo>
                  <a:cubicBezTo>
                    <a:pt x="405" y="294"/>
                    <a:pt x="405" y="321"/>
                    <a:pt x="405" y="348"/>
                  </a:cubicBezTo>
                  <a:cubicBezTo>
                    <a:pt x="325" y="348"/>
                    <a:pt x="245" y="348"/>
                    <a:pt x="162" y="348"/>
                  </a:cubicBezTo>
                  <a:cubicBezTo>
                    <a:pt x="162" y="322"/>
                    <a:pt x="162" y="295"/>
                    <a:pt x="162" y="267"/>
                  </a:cubicBezTo>
                  <a:cubicBezTo>
                    <a:pt x="135" y="267"/>
                    <a:pt x="109" y="267"/>
                    <a:pt x="81" y="267"/>
                  </a:cubicBezTo>
                  <a:cubicBezTo>
                    <a:pt x="81" y="241"/>
                    <a:pt x="81" y="214"/>
                    <a:pt x="81" y="186"/>
                  </a:cubicBezTo>
                  <a:cubicBezTo>
                    <a:pt x="54" y="186"/>
                    <a:pt x="28" y="186"/>
                    <a:pt x="0" y="186"/>
                  </a:cubicBezTo>
                  <a:cubicBezTo>
                    <a:pt x="34" y="0"/>
                    <a:pt x="152" y="2"/>
                    <a:pt x="314" y="2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699" name="ICON_GO_LOGO_path_028"/>
            <p:cNvSpPr/>
            <p:nvPr/>
          </p:nvSpPr>
          <p:spPr>
            <a:xfrm>
              <a:off x="2706397" y="6458712"/>
              <a:ext cx="6171" cy="10284"/>
            </a:xfrm>
            <a:custGeom>
              <a:avLst/>
              <a:gdLst/>
              <a:ahLst/>
              <a:cxnLst/>
              <a:rect l="0" t="0" r="r" b="b"/>
              <a:pathLst>
                <a:path w="486" h="810" fill="norm" stroke="0">
                  <a:moveTo>
                    <a:pt x="0" y="0"/>
                  </a:moveTo>
                  <a:cubicBezTo>
                    <a:pt x="27" y="0"/>
                    <a:pt x="53" y="0"/>
                    <a:pt x="81" y="0"/>
                  </a:cubicBezTo>
                  <a:cubicBezTo>
                    <a:pt x="81" y="27"/>
                    <a:pt x="81" y="53"/>
                    <a:pt x="81" y="81"/>
                  </a:cubicBezTo>
                  <a:cubicBezTo>
                    <a:pt x="161" y="81"/>
                    <a:pt x="241" y="81"/>
                    <a:pt x="324" y="81"/>
                  </a:cubicBezTo>
                  <a:cubicBezTo>
                    <a:pt x="324" y="108"/>
                    <a:pt x="324" y="134"/>
                    <a:pt x="324" y="162"/>
                  </a:cubicBezTo>
                  <a:cubicBezTo>
                    <a:pt x="351" y="162"/>
                    <a:pt x="377" y="162"/>
                    <a:pt x="405" y="162"/>
                  </a:cubicBezTo>
                  <a:cubicBezTo>
                    <a:pt x="405" y="189"/>
                    <a:pt x="405" y="215"/>
                    <a:pt x="405" y="243"/>
                  </a:cubicBezTo>
                  <a:cubicBezTo>
                    <a:pt x="432" y="243"/>
                    <a:pt x="458" y="243"/>
                    <a:pt x="486" y="243"/>
                  </a:cubicBezTo>
                  <a:cubicBezTo>
                    <a:pt x="486" y="296"/>
                    <a:pt x="486" y="350"/>
                    <a:pt x="486" y="405"/>
                  </a:cubicBezTo>
                  <a:cubicBezTo>
                    <a:pt x="459" y="405"/>
                    <a:pt x="432" y="405"/>
                    <a:pt x="405" y="405"/>
                  </a:cubicBezTo>
                  <a:cubicBezTo>
                    <a:pt x="405" y="432"/>
                    <a:pt x="405" y="458"/>
                    <a:pt x="405" y="486"/>
                  </a:cubicBezTo>
                  <a:cubicBezTo>
                    <a:pt x="378" y="486"/>
                    <a:pt x="351" y="486"/>
                    <a:pt x="324" y="486"/>
                  </a:cubicBezTo>
                  <a:cubicBezTo>
                    <a:pt x="324" y="539"/>
                    <a:pt x="324" y="593"/>
                    <a:pt x="324" y="648"/>
                  </a:cubicBezTo>
                  <a:cubicBezTo>
                    <a:pt x="297" y="648"/>
                    <a:pt x="270" y="648"/>
                    <a:pt x="243" y="648"/>
                  </a:cubicBezTo>
                  <a:cubicBezTo>
                    <a:pt x="243" y="701"/>
                    <a:pt x="243" y="755"/>
                    <a:pt x="243" y="810"/>
                  </a:cubicBezTo>
                  <a:cubicBezTo>
                    <a:pt x="216" y="810"/>
                    <a:pt x="189" y="810"/>
                    <a:pt x="162" y="810"/>
                  </a:cubicBezTo>
                  <a:cubicBezTo>
                    <a:pt x="162" y="703"/>
                    <a:pt x="162" y="596"/>
                    <a:pt x="162" y="486"/>
                  </a:cubicBezTo>
                  <a:cubicBezTo>
                    <a:pt x="135" y="486"/>
                    <a:pt x="109" y="486"/>
                    <a:pt x="81" y="486"/>
                  </a:cubicBezTo>
                  <a:cubicBezTo>
                    <a:pt x="81" y="379"/>
                    <a:pt x="81" y="272"/>
                    <a:pt x="81" y="162"/>
                  </a:cubicBezTo>
                  <a:cubicBezTo>
                    <a:pt x="54" y="162"/>
                    <a:pt x="28" y="162"/>
                    <a:pt x="0" y="162"/>
                  </a:cubicBezTo>
                  <a:cubicBezTo>
                    <a:pt x="0" y="109"/>
                    <a:pt x="0" y="55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00" name="ICON_GO_LOGO_path_029"/>
            <p:cNvSpPr/>
            <p:nvPr/>
          </p:nvSpPr>
          <p:spPr>
            <a:xfrm>
              <a:off x="2417404" y="6533789"/>
              <a:ext cx="17484" cy="6171"/>
            </a:xfrm>
            <a:custGeom>
              <a:avLst/>
              <a:gdLst/>
              <a:ahLst/>
              <a:cxnLst/>
              <a:rect l="0" t="0" r="r" b="b"/>
              <a:pathLst>
                <a:path w="1377" h="486" fill="norm" stroke="0">
                  <a:moveTo>
                    <a:pt x="0" y="0"/>
                  </a:moveTo>
                  <a:cubicBezTo>
                    <a:pt x="26" y="13"/>
                    <a:pt x="52" y="25"/>
                    <a:pt x="78" y="38"/>
                  </a:cubicBezTo>
                  <a:cubicBezTo>
                    <a:pt x="93" y="45"/>
                    <a:pt x="108" y="52"/>
                    <a:pt x="123" y="59"/>
                  </a:cubicBezTo>
                  <a:cubicBezTo>
                    <a:pt x="162" y="81"/>
                    <a:pt x="162" y="81"/>
                    <a:pt x="202" y="121"/>
                  </a:cubicBezTo>
                  <a:cubicBezTo>
                    <a:pt x="232" y="129"/>
                    <a:pt x="232" y="129"/>
                    <a:pt x="267" y="133"/>
                  </a:cubicBezTo>
                  <a:cubicBezTo>
                    <a:pt x="279" y="134"/>
                    <a:pt x="292" y="136"/>
                    <a:pt x="305" y="137"/>
                  </a:cubicBezTo>
                  <a:cubicBezTo>
                    <a:pt x="311" y="138"/>
                    <a:pt x="311" y="138"/>
                    <a:pt x="344" y="142"/>
                  </a:cubicBezTo>
                  <a:cubicBezTo>
                    <a:pt x="370" y="145"/>
                    <a:pt x="396" y="147"/>
                    <a:pt x="421" y="151"/>
                  </a:cubicBezTo>
                  <a:cubicBezTo>
                    <a:pt x="433" y="152"/>
                    <a:pt x="444" y="153"/>
                    <a:pt x="456" y="154"/>
                  </a:cubicBezTo>
                  <a:cubicBezTo>
                    <a:pt x="486" y="162"/>
                    <a:pt x="486" y="162"/>
                    <a:pt x="526" y="202"/>
                  </a:cubicBezTo>
                  <a:cubicBezTo>
                    <a:pt x="554" y="208"/>
                    <a:pt x="554" y="208"/>
                    <a:pt x="587" y="208"/>
                  </a:cubicBezTo>
                  <a:cubicBezTo>
                    <a:pt x="593" y="208"/>
                    <a:pt x="593" y="208"/>
                    <a:pt x="625" y="208"/>
                  </a:cubicBezTo>
                  <a:cubicBezTo>
                    <a:pt x="638" y="208"/>
                    <a:pt x="651" y="208"/>
                    <a:pt x="665" y="208"/>
                  </a:cubicBezTo>
                  <a:cubicBezTo>
                    <a:pt x="672" y="208"/>
                    <a:pt x="672" y="208"/>
                    <a:pt x="707" y="208"/>
                  </a:cubicBezTo>
                  <a:cubicBezTo>
                    <a:pt x="736" y="208"/>
                    <a:pt x="766" y="208"/>
                    <a:pt x="795" y="208"/>
                  </a:cubicBezTo>
                  <a:cubicBezTo>
                    <a:pt x="839" y="208"/>
                    <a:pt x="884" y="208"/>
                    <a:pt x="928" y="208"/>
                  </a:cubicBezTo>
                  <a:cubicBezTo>
                    <a:pt x="1083" y="208"/>
                    <a:pt x="1226" y="202"/>
                    <a:pt x="1377" y="162"/>
                  </a:cubicBezTo>
                  <a:cubicBezTo>
                    <a:pt x="1370" y="174"/>
                    <a:pt x="1364" y="187"/>
                    <a:pt x="1357" y="200"/>
                  </a:cubicBezTo>
                  <a:cubicBezTo>
                    <a:pt x="1336" y="243"/>
                    <a:pt x="1336" y="243"/>
                    <a:pt x="1321" y="288"/>
                  </a:cubicBezTo>
                  <a:cubicBezTo>
                    <a:pt x="1313" y="300"/>
                    <a:pt x="1304" y="312"/>
                    <a:pt x="1296" y="324"/>
                  </a:cubicBezTo>
                  <a:cubicBezTo>
                    <a:pt x="1251" y="330"/>
                    <a:pt x="1216" y="332"/>
                    <a:pt x="1172" y="329"/>
                  </a:cubicBezTo>
                  <a:cubicBezTo>
                    <a:pt x="1160" y="329"/>
                    <a:pt x="1149" y="328"/>
                    <a:pt x="1137" y="328"/>
                  </a:cubicBezTo>
                  <a:cubicBezTo>
                    <a:pt x="1109" y="327"/>
                    <a:pt x="1081" y="325"/>
                    <a:pt x="1053" y="324"/>
                  </a:cubicBezTo>
                  <a:cubicBezTo>
                    <a:pt x="1053" y="351"/>
                    <a:pt x="1053" y="377"/>
                    <a:pt x="1053" y="405"/>
                  </a:cubicBezTo>
                  <a:cubicBezTo>
                    <a:pt x="973" y="405"/>
                    <a:pt x="892" y="405"/>
                    <a:pt x="810" y="405"/>
                  </a:cubicBezTo>
                  <a:cubicBezTo>
                    <a:pt x="810" y="432"/>
                    <a:pt x="810" y="458"/>
                    <a:pt x="810" y="486"/>
                  </a:cubicBezTo>
                  <a:cubicBezTo>
                    <a:pt x="783" y="486"/>
                    <a:pt x="756" y="486"/>
                    <a:pt x="729" y="486"/>
                  </a:cubicBezTo>
                  <a:cubicBezTo>
                    <a:pt x="729" y="459"/>
                    <a:pt x="729" y="432"/>
                    <a:pt x="729" y="405"/>
                  </a:cubicBezTo>
                  <a:cubicBezTo>
                    <a:pt x="675" y="405"/>
                    <a:pt x="622" y="405"/>
                    <a:pt x="567" y="405"/>
                  </a:cubicBezTo>
                  <a:cubicBezTo>
                    <a:pt x="567" y="378"/>
                    <a:pt x="567" y="351"/>
                    <a:pt x="567" y="324"/>
                  </a:cubicBezTo>
                  <a:cubicBezTo>
                    <a:pt x="558" y="326"/>
                    <a:pt x="550" y="327"/>
                    <a:pt x="541" y="329"/>
                  </a:cubicBezTo>
                  <a:cubicBezTo>
                    <a:pt x="441" y="346"/>
                    <a:pt x="340" y="358"/>
                    <a:pt x="243" y="324"/>
                  </a:cubicBezTo>
                  <a:cubicBezTo>
                    <a:pt x="138" y="239"/>
                    <a:pt x="67" y="116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01" name="ICON_GO_LOGO_path_030"/>
            <p:cNvSpPr/>
            <p:nvPr/>
          </p:nvSpPr>
          <p:spPr>
            <a:xfrm>
              <a:off x="2443115" y="6522476"/>
              <a:ext cx="9256" cy="7199"/>
            </a:xfrm>
            <a:custGeom>
              <a:avLst/>
              <a:gdLst/>
              <a:ahLst/>
              <a:cxnLst/>
              <a:rect l="0" t="0" r="r" b="b"/>
              <a:pathLst>
                <a:path w="729" h="567" fill="norm" stroke="0">
                  <a:moveTo>
                    <a:pt x="243" y="0"/>
                  </a:moveTo>
                  <a:cubicBezTo>
                    <a:pt x="403" y="0"/>
                    <a:pt x="564" y="0"/>
                    <a:pt x="729" y="0"/>
                  </a:cubicBezTo>
                  <a:cubicBezTo>
                    <a:pt x="715" y="27"/>
                    <a:pt x="702" y="53"/>
                    <a:pt x="688" y="81"/>
                  </a:cubicBezTo>
                  <a:cubicBezTo>
                    <a:pt x="646" y="92"/>
                    <a:pt x="611" y="85"/>
                    <a:pt x="567" y="81"/>
                  </a:cubicBezTo>
                  <a:cubicBezTo>
                    <a:pt x="567" y="108"/>
                    <a:pt x="567" y="134"/>
                    <a:pt x="567" y="162"/>
                  </a:cubicBezTo>
                  <a:cubicBezTo>
                    <a:pt x="540" y="162"/>
                    <a:pt x="513" y="162"/>
                    <a:pt x="486" y="162"/>
                  </a:cubicBezTo>
                  <a:cubicBezTo>
                    <a:pt x="486" y="189"/>
                    <a:pt x="486" y="215"/>
                    <a:pt x="486" y="243"/>
                  </a:cubicBezTo>
                  <a:cubicBezTo>
                    <a:pt x="513" y="243"/>
                    <a:pt x="539" y="243"/>
                    <a:pt x="567" y="243"/>
                  </a:cubicBezTo>
                  <a:cubicBezTo>
                    <a:pt x="567" y="270"/>
                    <a:pt x="567" y="296"/>
                    <a:pt x="567" y="324"/>
                  </a:cubicBezTo>
                  <a:cubicBezTo>
                    <a:pt x="540" y="324"/>
                    <a:pt x="513" y="324"/>
                    <a:pt x="486" y="324"/>
                  </a:cubicBezTo>
                  <a:cubicBezTo>
                    <a:pt x="486" y="351"/>
                    <a:pt x="486" y="377"/>
                    <a:pt x="486" y="405"/>
                  </a:cubicBezTo>
                  <a:cubicBezTo>
                    <a:pt x="459" y="392"/>
                    <a:pt x="432" y="378"/>
                    <a:pt x="405" y="364"/>
                  </a:cubicBezTo>
                  <a:cubicBezTo>
                    <a:pt x="392" y="378"/>
                    <a:pt x="378" y="391"/>
                    <a:pt x="364" y="405"/>
                  </a:cubicBezTo>
                  <a:cubicBezTo>
                    <a:pt x="359" y="392"/>
                    <a:pt x="354" y="378"/>
                    <a:pt x="349" y="364"/>
                  </a:cubicBezTo>
                  <a:cubicBezTo>
                    <a:pt x="341" y="351"/>
                    <a:pt x="333" y="338"/>
                    <a:pt x="324" y="324"/>
                  </a:cubicBezTo>
                  <a:cubicBezTo>
                    <a:pt x="281" y="319"/>
                    <a:pt x="281" y="319"/>
                    <a:pt x="243" y="324"/>
                  </a:cubicBezTo>
                  <a:cubicBezTo>
                    <a:pt x="243" y="351"/>
                    <a:pt x="243" y="377"/>
                    <a:pt x="243" y="405"/>
                  </a:cubicBezTo>
                  <a:cubicBezTo>
                    <a:pt x="216" y="405"/>
                    <a:pt x="189" y="405"/>
                    <a:pt x="162" y="405"/>
                  </a:cubicBezTo>
                  <a:cubicBezTo>
                    <a:pt x="162" y="432"/>
                    <a:pt x="162" y="458"/>
                    <a:pt x="162" y="486"/>
                  </a:cubicBezTo>
                  <a:cubicBezTo>
                    <a:pt x="135" y="486"/>
                    <a:pt x="109" y="486"/>
                    <a:pt x="81" y="486"/>
                  </a:cubicBezTo>
                  <a:cubicBezTo>
                    <a:pt x="81" y="513"/>
                    <a:pt x="81" y="539"/>
                    <a:pt x="81" y="567"/>
                  </a:cubicBezTo>
                  <a:cubicBezTo>
                    <a:pt x="54" y="567"/>
                    <a:pt x="28" y="567"/>
                    <a:pt x="0" y="567"/>
                  </a:cubicBezTo>
                  <a:cubicBezTo>
                    <a:pt x="0" y="513"/>
                    <a:pt x="0" y="460"/>
                    <a:pt x="0" y="405"/>
                  </a:cubicBezTo>
                  <a:cubicBezTo>
                    <a:pt x="27" y="405"/>
                    <a:pt x="53" y="405"/>
                    <a:pt x="81" y="405"/>
                  </a:cubicBezTo>
                  <a:cubicBezTo>
                    <a:pt x="81" y="351"/>
                    <a:pt x="81" y="298"/>
                    <a:pt x="81" y="243"/>
                  </a:cubicBezTo>
                  <a:cubicBezTo>
                    <a:pt x="108" y="243"/>
                    <a:pt x="134" y="243"/>
                    <a:pt x="162" y="243"/>
                  </a:cubicBezTo>
                  <a:cubicBezTo>
                    <a:pt x="162" y="189"/>
                    <a:pt x="162" y="136"/>
                    <a:pt x="162" y="81"/>
                  </a:cubicBezTo>
                  <a:cubicBezTo>
                    <a:pt x="189" y="81"/>
                    <a:pt x="215" y="81"/>
                    <a:pt x="243" y="81"/>
                  </a:cubicBezTo>
                  <a:cubicBezTo>
                    <a:pt x="243" y="54"/>
                    <a:pt x="243" y="28"/>
                    <a:pt x="243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02" name="ICON_GO_LOGO_path_031"/>
            <p:cNvSpPr/>
            <p:nvPr/>
          </p:nvSpPr>
          <p:spPr>
            <a:xfrm>
              <a:off x="2455456" y="6507049"/>
              <a:ext cx="9256" cy="7199"/>
            </a:xfrm>
            <a:custGeom>
              <a:avLst/>
              <a:gdLst/>
              <a:ahLst/>
              <a:cxnLst/>
              <a:rect l="0" t="0" r="r" b="b"/>
              <a:pathLst>
                <a:path w="729" h="567" fill="norm" stroke="0">
                  <a:moveTo>
                    <a:pt x="648" y="0"/>
                  </a:moveTo>
                  <a:cubicBezTo>
                    <a:pt x="675" y="0"/>
                    <a:pt x="701" y="0"/>
                    <a:pt x="729" y="0"/>
                  </a:cubicBezTo>
                  <a:cubicBezTo>
                    <a:pt x="729" y="53"/>
                    <a:pt x="729" y="107"/>
                    <a:pt x="729" y="162"/>
                  </a:cubicBezTo>
                  <a:cubicBezTo>
                    <a:pt x="702" y="162"/>
                    <a:pt x="675" y="162"/>
                    <a:pt x="648" y="162"/>
                  </a:cubicBezTo>
                  <a:cubicBezTo>
                    <a:pt x="648" y="189"/>
                    <a:pt x="648" y="215"/>
                    <a:pt x="648" y="243"/>
                  </a:cubicBezTo>
                  <a:cubicBezTo>
                    <a:pt x="621" y="243"/>
                    <a:pt x="594" y="243"/>
                    <a:pt x="567" y="243"/>
                  </a:cubicBezTo>
                  <a:cubicBezTo>
                    <a:pt x="567" y="270"/>
                    <a:pt x="567" y="296"/>
                    <a:pt x="567" y="324"/>
                  </a:cubicBezTo>
                  <a:cubicBezTo>
                    <a:pt x="540" y="324"/>
                    <a:pt x="513" y="324"/>
                    <a:pt x="486" y="324"/>
                  </a:cubicBezTo>
                  <a:cubicBezTo>
                    <a:pt x="486" y="351"/>
                    <a:pt x="486" y="377"/>
                    <a:pt x="486" y="405"/>
                  </a:cubicBezTo>
                  <a:cubicBezTo>
                    <a:pt x="432" y="405"/>
                    <a:pt x="379" y="405"/>
                    <a:pt x="324" y="405"/>
                  </a:cubicBezTo>
                  <a:cubicBezTo>
                    <a:pt x="324" y="432"/>
                    <a:pt x="324" y="458"/>
                    <a:pt x="324" y="486"/>
                  </a:cubicBezTo>
                  <a:cubicBezTo>
                    <a:pt x="270" y="486"/>
                    <a:pt x="217" y="486"/>
                    <a:pt x="162" y="486"/>
                  </a:cubicBezTo>
                  <a:cubicBezTo>
                    <a:pt x="162" y="513"/>
                    <a:pt x="162" y="539"/>
                    <a:pt x="162" y="567"/>
                  </a:cubicBezTo>
                  <a:cubicBezTo>
                    <a:pt x="109" y="567"/>
                    <a:pt x="55" y="567"/>
                    <a:pt x="0" y="567"/>
                  </a:cubicBezTo>
                  <a:cubicBezTo>
                    <a:pt x="0" y="513"/>
                    <a:pt x="0" y="460"/>
                    <a:pt x="0" y="405"/>
                  </a:cubicBezTo>
                  <a:cubicBezTo>
                    <a:pt x="27" y="405"/>
                    <a:pt x="53" y="405"/>
                    <a:pt x="81" y="405"/>
                  </a:cubicBezTo>
                  <a:cubicBezTo>
                    <a:pt x="81" y="378"/>
                    <a:pt x="81" y="351"/>
                    <a:pt x="81" y="324"/>
                  </a:cubicBezTo>
                  <a:cubicBezTo>
                    <a:pt x="108" y="324"/>
                    <a:pt x="134" y="324"/>
                    <a:pt x="162" y="324"/>
                  </a:cubicBezTo>
                  <a:cubicBezTo>
                    <a:pt x="162" y="297"/>
                    <a:pt x="162" y="270"/>
                    <a:pt x="162" y="243"/>
                  </a:cubicBezTo>
                  <a:cubicBezTo>
                    <a:pt x="215" y="243"/>
                    <a:pt x="269" y="243"/>
                    <a:pt x="324" y="243"/>
                  </a:cubicBezTo>
                  <a:cubicBezTo>
                    <a:pt x="324" y="216"/>
                    <a:pt x="324" y="189"/>
                    <a:pt x="324" y="162"/>
                  </a:cubicBezTo>
                  <a:cubicBezTo>
                    <a:pt x="351" y="162"/>
                    <a:pt x="377" y="162"/>
                    <a:pt x="405" y="162"/>
                  </a:cubicBezTo>
                  <a:cubicBezTo>
                    <a:pt x="405" y="135"/>
                    <a:pt x="405" y="109"/>
                    <a:pt x="405" y="81"/>
                  </a:cubicBezTo>
                  <a:cubicBezTo>
                    <a:pt x="485" y="81"/>
                    <a:pt x="565" y="81"/>
                    <a:pt x="648" y="81"/>
                  </a:cubicBezTo>
                  <a:cubicBezTo>
                    <a:pt x="648" y="54"/>
                    <a:pt x="648" y="28"/>
                    <a:pt x="648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03" name="ICON_GO_LOGO_path_032"/>
            <p:cNvSpPr/>
            <p:nvPr/>
          </p:nvSpPr>
          <p:spPr>
            <a:xfrm>
              <a:off x="2668345" y="6459741"/>
              <a:ext cx="6171" cy="5142"/>
            </a:xfrm>
            <a:custGeom>
              <a:avLst/>
              <a:gdLst/>
              <a:ahLst/>
              <a:cxnLst/>
              <a:rect l="0" t="0" r="r" b="b"/>
              <a:pathLst>
                <a:path w="486" h="405" fill="norm" stroke="0">
                  <a:moveTo>
                    <a:pt x="81" y="0"/>
                  </a:moveTo>
                  <a:cubicBezTo>
                    <a:pt x="215" y="0"/>
                    <a:pt x="348" y="0"/>
                    <a:pt x="486" y="0"/>
                  </a:cubicBezTo>
                  <a:cubicBezTo>
                    <a:pt x="486" y="53"/>
                    <a:pt x="486" y="107"/>
                    <a:pt x="486" y="162"/>
                  </a:cubicBezTo>
                  <a:cubicBezTo>
                    <a:pt x="459" y="162"/>
                    <a:pt x="432" y="162"/>
                    <a:pt x="405" y="162"/>
                  </a:cubicBezTo>
                  <a:cubicBezTo>
                    <a:pt x="405" y="215"/>
                    <a:pt x="405" y="269"/>
                    <a:pt x="405" y="324"/>
                  </a:cubicBezTo>
                  <a:cubicBezTo>
                    <a:pt x="378" y="324"/>
                    <a:pt x="351" y="324"/>
                    <a:pt x="324" y="324"/>
                  </a:cubicBezTo>
                  <a:cubicBezTo>
                    <a:pt x="324" y="351"/>
                    <a:pt x="324" y="377"/>
                    <a:pt x="324" y="405"/>
                  </a:cubicBezTo>
                  <a:cubicBezTo>
                    <a:pt x="217" y="405"/>
                    <a:pt x="110" y="405"/>
                    <a:pt x="0" y="405"/>
                  </a:cubicBezTo>
                  <a:cubicBezTo>
                    <a:pt x="0" y="298"/>
                    <a:pt x="0" y="191"/>
                    <a:pt x="0" y="81"/>
                  </a:cubicBezTo>
                  <a:cubicBezTo>
                    <a:pt x="27" y="81"/>
                    <a:pt x="53" y="81"/>
                    <a:pt x="81" y="81"/>
                  </a:cubicBezTo>
                  <a:cubicBezTo>
                    <a:pt x="81" y="54"/>
                    <a:pt x="81" y="28"/>
                    <a:pt x="81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04" name="ICON_GO_LOGO_path_033"/>
            <p:cNvSpPr/>
            <p:nvPr/>
          </p:nvSpPr>
          <p:spPr>
            <a:xfrm>
              <a:off x="2637491" y="6498822"/>
              <a:ext cx="6171" cy="9256"/>
            </a:xfrm>
            <a:custGeom>
              <a:avLst/>
              <a:gdLst/>
              <a:ahLst/>
              <a:cxnLst/>
              <a:rect l="0" t="0" r="r" b="b"/>
              <a:pathLst>
                <a:path w="486" h="729" fill="norm" stroke="0">
                  <a:moveTo>
                    <a:pt x="243" y="0"/>
                  </a:moveTo>
                  <a:cubicBezTo>
                    <a:pt x="270" y="0"/>
                    <a:pt x="296" y="0"/>
                    <a:pt x="324" y="0"/>
                  </a:cubicBezTo>
                  <a:cubicBezTo>
                    <a:pt x="324" y="107"/>
                    <a:pt x="324" y="214"/>
                    <a:pt x="324" y="324"/>
                  </a:cubicBezTo>
                  <a:cubicBezTo>
                    <a:pt x="351" y="324"/>
                    <a:pt x="377" y="324"/>
                    <a:pt x="405" y="324"/>
                  </a:cubicBezTo>
                  <a:cubicBezTo>
                    <a:pt x="405" y="404"/>
                    <a:pt x="405" y="484"/>
                    <a:pt x="405" y="567"/>
                  </a:cubicBezTo>
                  <a:cubicBezTo>
                    <a:pt x="432" y="567"/>
                    <a:pt x="458" y="567"/>
                    <a:pt x="486" y="567"/>
                  </a:cubicBezTo>
                  <a:cubicBezTo>
                    <a:pt x="486" y="620"/>
                    <a:pt x="486" y="674"/>
                    <a:pt x="486" y="729"/>
                  </a:cubicBezTo>
                  <a:cubicBezTo>
                    <a:pt x="459" y="729"/>
                    <a:pt x="432" y="729"/>
                    <a:pt x="405" y="729"/>
                  </a:cubicBezTo>
                  <a:cubicBezTo>
                    <a:pt x="405" y="702"/>
                    <a:pt x="405" y="675"/>
                    <a:pt x="405" y="648"/>
                  </a:cubicBezTo>
                  <a:cubicBezTo>
                    <a:pt x="325" y="648"/>
                    <a:pt x="245" y="648"/>
                    <a:pt x="162" y="648"/>
                  </a:cubicBezTo>
                  <a:cubicBezTo>
                    <a:pt x="162" y="594"/>
                    <a:pt x="162" y="541"/>
                    <a:pt x="162" y="486"/>
                  </a:cubicBezTo>
                  <a:cubicBezTo>
                    <a:pt x="135" y="486"/>
                    <a:pt x="109" y="486"/>
                    <a:pt x="81" y="486"/>
                  </a:cubicBezTo>
                  <a:cubicBezTo>
                    <a:pt x="81" y="459"/>
                    <a:pt x="81" y="432"/>
                    <a:pt x="81" y="405"/>
                  </a:cubicBezTo>
                  <a:cubicBezTo>
                    <a:pt x="54" y="405"/>
                    <a:pt x="28" y="405"/>
                    <a:pt x="0" y="405"/>
                  </a:cubicBezTo>
                  <a:cubicBezTo>
                    <a:pt x="0" y="378"/>
                    <a:pt x="0" y="351"/>
                    <a:pt x="0" y="324"/>
                  </a:cubicBezTo>
                  <a:cubicBezTo>
                    <a:pt x="27" y="324"/>
                    <a:pt x="53" y="324"/>
                    <a:pt x="81" y="324"/>
                  </a:cubicBezTo>
                  <a:cubicBezTo>
                    <a:pt x="81" y="297"/>
                    <a:pt x="81" y="270"/>
                    <a:pt x="81" y="243"/>
                  </a:cubicBezTo>
                  <a:cubicBezTo>
                    <a:pt x="108" y="243"/>
                    <a:pt x="134" y="243"/>
                    <a:pt x="162" y="243"/>
                  </a:cubicBezTo>
                  <a:cubicBezTo>
                    <a:pt x="162" y="216"/>
                    <a:pt x="162" y="189"/>
                    <a:pt x="162" y="162"/>
                  </a:cubicBezTo>
                  <a:cubicBezTo>
                    <a:pt x="189" y="162"/>
                    <a:pt x="215" y="162"/>
                    <a:pt x="243" y="162"/>
                  </a:cubicBezTo>
                  <a:cubicBezTo>
                    <a:pt x="243" y="109"/>
                    <a:pt x="243" y="55"/>
                    <a:pt x="243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05" name="ICON_GO_LOGO_path_034"/>
            <p:cNvSpPr/>
            <p:nvPr/>
          </p:nvSpPr>
          <p:spPr>
            <a:xfrm>
              <a:off x="2465741" y="6485452"/>
              <a:ext cx="4114" cy="10284"/>
            </a:xfrm>
            <a:custGeom>
              <a:avLst/>
              <a:gdLst/>
              <a:ahLst/>
              <a:cxnLst/>
              <a:rect l="0" t="0" r="r" b="b"/>
              <a:pathLst>
                <a:path w="324" h="810" fill="norm" stroke="0">
                  <a:moveTo>
                    <a:pt x="324" y="0"/>
                  </a:moveTo>
                  <a:cubicBezTo>
                    <a:pt x="324" y="267"/>
                    <a:pt x="324" y="534"/>
                    <a:pt x="324" y="810"/>
                  </a:cubicBezTo>
                  <a:cubicBezTo>
                    <a:pt x="297" y="810"/>
                    <a:pt x="270" y="810"/>
                    <a:pt x="243" y="810"/>
                  </a:cubicBezTo>
                  <a:cubicBezTo>
                    <a:pt x="243" y="756"/>
                    <a:pt x="243" y="703"/>
                    <a:pt x="243" y="648"/>
                  </a:cubicBezTo>
                  <a:cubicBezTo>
                    <a:pt x="216" y="648"/>
                    <a:pt x="189" y="648"/>
                    <a:pt x="162" y="648"/>
                  </a:cubicBezTo>
                  <a:cubicBezTo>
                    <a:pt x="162" y="594"/>
                    <a:pt x="162" y="541"/>
                    <a:pt x="162" y="486"/>
                  </a:cubicBezTo>
                  <a:cubicBezTo>
                    <a:pt x="135" y="486"/>
                    <a:pt x="109" y="486"/>
                    <a:pt x="81" y="486"/>
                  </a:cubicBezTo>
                  <a:cubicBezTo>
                    <a:pt x="81" y="459"/>
                    <a:pt x="81" y="432"/>
                    <a:pt x="81" y="405"/>
                  </a:cubicBezTo>
                  <a:cubicBezTo>
                    <a:pt x="54" y="405"/>
                    <a:pt x="28" y="405"/>
                    <a:pt x="0" y="405"/>
                  </a:cubicBezTo>
                  <a:cubicBezTo>
                    <a:pt x="0" y="325"/>
                    <a:pt x="0" y="245"/>
                    <a:pt x="0" y="162"/>
                  </a:cubicBezTo>
                  <a:cubicBezTo>
                    <a:pt x="53" y="162"/>
                    <a:pt x="107" y="162"/>
                    <a:pt x="162" y="162"/>
                  </a:cubicBezTo>
                  <a:cubicBezTo>
                    <a:pt x="162" y="135"/>
                    <a:pt x="162" y="109"/>
                    <a:pt x="162" y="81"/>
                  </a:cubicBezTo>
                  <a:cubicBezTo>
                    <a:pt x="218" y="9"/>
                    <a:pt x="230" y="0"/>
                    <a:pt x="324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06" name="ICON_GO_LOGO_path_035"/>
            <p:cNvSpPr/>
            <p:nvPr/>
          </p:nvSpPr>
          <p:spPr>
            <a:xfrm>
              <a:off x="2663203" y="6511163"/>
              <a:ext cx="10284" cy="4114"/>
            </a:xfrm>
            <a:custGeom>
              <a:avLst/>
              <a:gdLst/>
              <a:ahLst/>
              <a:cxnLst/>
              <a:rect l="0" t="0" r="r" b="b"/>
              <a:pathLst>
                <a:path w="810" h="324" fill="norm" stroke="0">
                  <a:moveTo>
                    <a:pt x="486" y="0"/>
                  </a:moveTo>
                  <a:cubicBezTo>
                    <a:pt x="539" y="0"/>
                    <a:pt x="593" y="0"/>
                    <a:pt x="648" y="0"/>
                  </a:cubicBezTo>
                  <a:cubicBezTo>
                    <a:pt x="648" y="27"/>
                    <a:pt x="648" y="53"/>
                    <a:pt x="648" y="81"/>
                  </a:cubicBezTo>
                  <a:cubicBezTo>
                    <a:pt x="701" y="81"/>
                    <a:pt x="755" y="81"/>
                    <a:pt x="810" y="81"/>
                  </a:cubicBezTo>
                  <a:cubicBezTo>
                    <a:pt x="810" y="134"/>
                    <a:pt x="810" y="188"/>
                    <a:pt x="810" y="243"/>
                  </a:cubicBezTo>
                  <a:cubicBezTo>
                    <a:pt x="783" y="243"/>
                    <a:pt x="756" y="243"/>
                    <a:pt x="729" y="243"/>
                  </a:cubicBezTo>
                  <a:cubicBezTo>
                    <a:pt x="729" y="270"/>
                    <a:pt x="729" y="296"/>
                    <a:pt x="729" y="324"/>
                  </a:cubicBezTo>
                  <a:cubicBezTo>
                    <a:pt x="488" y="324"/>
                    <a:pt x="248" y="324"/>
                    <a:pt x="0" y="324"/>
                  </a:cubicBezTo>
                  <a:cubicBezTo>
                    <a:pt x="0" y="297"/>
                    <a:pt x="0" y="270"/>
                    <a:pt x="0" y="243"/>
                  </a:cubicBezTo>
                  <a:cubicBezTo>
                    <a:pt x="107" y="243"/>
                    <a:pt x="214" y="243"/>
                    <a:pt x="324" y="243"/>
                  </a:cubicBezTo>
                  <a:cubicBezTo>
                    <a:pt x="324" y="216"/>
                    <a:pt x="324" y="189"/>
                    <a:pt x="324" y="162"/>
                  </a:cubicBezTo>
                  <a:cubicBezTo>
                    <a:pt x="351" y="162"/>
                    <a:pt x="377" y="162"/>
                    <a:pt x="405" y="162"/>
                  </a:cubicBezTo>
                  <a:cubicBezTo>
                    <a:pt x="405" y="135"/>
                    <a:pt x="405" y="109"/>
                    <a:pt x="405" y="81"/>
                  </a:cubicBezTo>
                  <a:cubicBezTo>
                    <a:pt x="432" y="81"/>
                    <a:pt x="458" y="81"/>
                    <a:pt x="486" y="81"/>
                  </a:cubicBezTo>
                  <a:cubicBezTo>
                    <a:pt x="486" y="54"/>
                    <a:pt x="486" y="28"/>
                    <a:pt x="486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07" name="ICON_GO_LOGO_path_036"/>
            <p:cNvSpPr/>
            <p:nvPr/>
          </p:nvSpPr>
          <p:spPr>
            <a:xfrm>
              <a:off x="2673487" y="6528646"/>
              <a:ext cx="8228" cy="8228"/>
            </a:xfrm>
            <a:custGeom>
              <a:avLst/>
              <a:gdLst/>
              <a:ahLst/>
              <a:cxnLst/>
              <a:rect l="0" t="0" r="r" b="b"/>
              <a:pathLst>
                <a:path w="648" h="648" fill="norm" stroke="0">
                  <a:moveTo>
                    <a:pt x="81" y="0"/>
                  </a:moveTo>
                  <a:cubicBezTo>
                    <a:pt x="141" y="20"/>
                    <a:pt x="193" y="42"/>
                    <a:pt x="243" y="81"/>
                  </a:cubicBezTo>
                  <a:cubicBezTo>
                    <a:pt x="258" y="137"/>
                    <a:pt x="253" y="186"/>
                    <a:pt x="243" y="243"/>
                  </a:cubicBezTo>
                  <a:cubicBezTo>
                    <a:pt x="270" y="243"/>
                    <a:pt x="296" y="243"/>
                    <a:pt x="324" y="243"/>
                  </a:cubicBezTo>
                  <a:cubicBezTo>
                    <a:pt x="324" y="270"/>
                    <a:pt x="324" y="296"/>
                    <a:pt x="324" y="324"/>
                  </a:cubicBezTo>
                  <a:cubicBezTo>
                    <a:pt x="377" y="324"/>
                    <a:pt x="431" y="324"/>
                    <a:pt x="486" y="324"/>
                  </a:cubicBezTo>
                  <a:cubicBezTo>
                    <a:pt x="486" y="351"/>
                    <a:pt x="486" y="377"/>
                    <a:pt x="486" y="405"/>
                  </a:cubicBezTo>
                  <a:cubicBezTo>
                    <a:pt x="513" y="405"/>
                    <a:pt x="539" y="405"/>
                    <a:pt x="567" y="405"/>
                  </a:cubicBezTo>
                  <a:cubicBezTo>
                    <a:pt x="567" y="432"/>
                    <a:pt x="567" y="458"/>
                    <a:pt x="567" y="486"/>
                  </a:cubicBezTo>
                  <a:cubicBezTo>
                    <a:pt x="594" y="486"/>
                    <a:pt x="620" y="486"/>
                    <a:pt x="648" y="486"/>
                  </a:cubicBezTo>
                  <a:cubicBezTo>
                    <a:pt x="648" y="539"/>
                    <a:pt x="648" y="593"/>
                    <a:pt x="648" y="648"/>
                  </a:cubicBezTo>
                  <a:cubicBezTo>
                    <a:pt x="621" y="648"/>
                    <a:pt x="594" y="648"/>
                    <a:pt x="567" y="648"/>
                  </a:cubicBezTo>
                  <a:cubicBezTo>
                    <a:pt x="567" y="621"/>
                    <a:pt x="567" y="594"/>
                    <a:pt x="567" y="567"/>
                  </a:cubicBezTo>
                  <a:cubicBezTo>
                    <a:pt x="513" y="567"/>
                    <a:pt x="460" y="567"/>
                    <a:pt x="405" y="567"/>
                  </a:cubicBezTo>
                  <a:cubicBezTo>
                    <a:pt x="405" y="540"/>
                    <a:pt x="405" y="513"/>
                    <a:pt x="405" y="486"/>
                  </a:cubicBezTo>
                  <a:cubicBezTo>
                    <a:pt x="351" y="486"/>
                    <a:pt x="298" y="486"/>
                    <a:pt x="243" y="486"/>
                  </a:cubicBezTo>
                  <a:cubicBezTo>
                    <a:pt x="243" y="459"/>
                    <a:pt x="243" y="432"/>
                    <a:pt x="243" y="405"/>
                  </a:cubicBezTo>
                  <a:cubicBezTo>
                    <a:pt x="216" y="405"/>
                    <a:pt x="189" y="405"/>
                    <a:pt x="162" y="405"/>
                  </a:cubicBezTo>
                  <a:cubicBezTo>
                    <a:pt x="162" y="378"/>
                    <a:pt x="162" y="351"/>
                    <a:pt x="162" y="324"/>
                  </a:cubicBezTo>
                  <a:cubicBezTo>
                    <a:pt x="135" y="324"/>
                    <a:pt x="109" y="324"/>
                    <a:pt x="81" y="324"/>
                  </a:cubicBezTo>
                  <a:cubicBezTo>
                    <a:pt x="81" y="297"/>
                    <a:pt x="81" y="270"/>
                    <a:pt x="81" y="243"/>
                  </a:cubicBezTo>
                  <a:cubicBezTo>
                    <a:pt x="54" y="243"/>
                    <a:pt x="28" y="243"/>
                    <a:pt x="0" y="243"/>
                  </a:cubicBezTo>
                  <a:cubicBezTo>
                    <a:pt x="0" y="216"/>
                    <a:pt x="0" y="189"/>
                    <a:pt x="0" y="162"/>
                  </a:cubicBezTo>
                  <a:cubicBezTo>
                    <a:pt x="27" y="162"/>
                    <a:pt x="53" y="162"/>
                    <a:pt x="81" y="162"/>
                  </a:cubicBezTo>
                  <a:cubicBezTo>
                    <a:pt x="81" y="109"/>
                    <a:pt x="81" y="55"/>
                    <a:pt x="81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08" name="ICON_GO_LOGO_path_037"/>
            <p:cNvSpPr/>
            <p:nvPr/>
          </p:nvSpPr>
          <p:spPr>
            <a:xfrm>
              <a:off x="2664231" y="6522476"/>
              <a:ext cx="10284" cy="5142"/>
            </a:xfrm>
            <a:custGeom>
              <a:avLst/>
              <a:gdLst/>
              <a:ahLst/>
              <a:cxnLst/>
              <a:rect l="0" t="0" r="r" b="b"/>
              <a:pathLst>
                <a:path w="810" h="405" fill="norm" stroke="0">
                  <a:moveTo>
                    <a:pt x="0" y="0"/>
                  </a:moveTo>
                  <a:cubicBezTo>
                    <a:pt x="214" y="0"/>
                    <a:pt x="428" y="0"/>
                    <a:pt x="648" y="0"/>
                  </a:cubicBezTo>
                  <a:cubicBezTo>
                    <a:pt x="648" y="27"/>
                    <a:pt x="648" y="53"/>
                    <a:pt x="648" y="81"/>
                  </a:cubicBezTo>
                  <a:cubicBezTo>
                    <a:pt x="675" y="81"/>
                    <a:pt x="701" y="81"/>
                    <a:pt x="729" y="81"/>
                  </a:cubicBezTo>
                  <a:cubicBezTo>
                    <a:pt x="756" y="188"/>
                    <a:pt x="782" y="295"/>
                    <a:pt x="810" y="405"/>
                  </a:cubicBezTo>
                  <a:cubicBezTo>
                    <a:pt x="676" y="405"/>
                    <a:pt x="543" y="405"/>
                    <a:pt x="405" y="405"/>
                  </a:cubicBezTo>
                  <a:cubicBezTo>
                    <a:pt x="405" y="351"/>
                    <a:pt x="405" y="298"/>
                    <a:pt x="405" y="243"/>
                  </a:cubicBezTo>
                  <a:cubicBezTo>
                    <a:pt x="458" y="243"/>
                    <a:pt x="512" y="243"/>
                    <a:pt x="567" y="243"/>
                  </a:cubicBezTo>
                  <a:cubicBezTo>
                    <a:pt x="567" y="189"/>
                    <a:pt x="567" y="136"/>
                    <a:pt x="567" y="81"/>
                  </a:cubicBezTo>
                  <a:cubicBezTo>
                    <a:pt x="380" y="81"/>
                    <a:pt x="193" y="81"/>
                    <a:pt x="0" y="81"/>
                  </a:cubicBezTo>
                  <a:cubicBezTo>
                    <a:pt x="0" y="54"/>
                    <a:pt x="0" y="28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09" name="ICON_GO_LOGO_path_038"/>
            <p:cNvSpPr/>
            <p:nvPr/>
          </p:nvSpPr>
          <p:spPr>
            <a:xfrm>
              <a:off x="2436944" y="6502935"/>
              <a:ext cx="7199" cy="8228"/>
            </a:xfrm>
            <a:custGeom>
              <a:avLst/>
              <a:gdLst/>
              <a:ahLst/>
              <a:cxnLst/>
              <a:rect l="0" t="0" r="r" b="b"/>
              <a:pathLst>
                <a:path w="567" h="648" fill="norm" stroke="0">
                  <a:moveTo>
                    <a:pt x="81" y="0"/>
                  </a:moveTo>
                  <a:cubicBezTo>
                    <a:pt x="108" y="0"/>
                    <a:pt x="134" y="0"/>
                    <a:pt x="162" y="0"/>
                  </a:cubicBezTo>
                  <a:cubicBezTo>
                    <a:pt x="162" y="27"/>
                    <a:pt x="162" y="53"/>
                    <a:pt x="162" y="81"/>
                  </a:cubicBezTo>
                  <a:cubicBezTo>
                    <a:pt x="215" y="81"/>
                    <a:pt x="269" y="81"/>
                    <a:pt x="324" y="81"/>
                  </a:cubicBezTo>
                  <a:cubicBezTo>
                    <a:pt x="324" y="108"/>
                    <a:pt x="324" y="134"/>
                    <a:pt x="324" y="162"/>
                  </a:cubicBezTo>
                  <a:cubicBezTo>
                    <a:pt x="351" y="162"/>
                    <a:pt x="377" y="162"/>
                    <a:pt x="405" y="162"/>
                  </a:cubicBezTo>
                  <a:cubicBezTo>
                    <a:pt x="405" y="189"/>
                    <a:pt x="405" y="215"/>
                    <a:pt x="405" y="243"/>
                  </a:cubicBezTo>
                  <a:cubicBezTo>
                    <a:pt x="432" y="243"/>
                    <a:pt x="458" y="243"/>
                    <a:pt x="486" y="243"/>
                  </a:cubicBezTo>
                  <a:cubicBezTo>
                    <a:pt x="486" y="270"/>
                    <a:pt x="486" y="296"/>
                    <a:pt x="486" y="324"/>
                  </a:cubicBezTo>
                  <a:cubicBezTo>
                    <a:pt x="513" y="324"/>
                    <a:pt x="539" y="324"/>
                    <a:pt x="567" y="324"/>
                  </a:cubicBezTo>
                  <a:cubicBezTo>
                    <a:pt x="567" y="431"/>
                    <a:pt x="567" y="538"/>
                    <a:pt x="567" y="648"/>
                  </a:cubicBezTo>
                  <a:cubicBezTo>
                    <a:pt x="453" y="605"/>
                    <a:pt x="453" y="605"/>
                    <a:pt x="405" y="567"/>
                  </a:cubicBezTo>
                  <a:cubicBezTo>
                    <a:pt x="390" y="511"/>
                    <a:pt x="395" y="462"/>
                    <a:pt x="405" y="405"/>
                  </a:cubicBezTo>
                  <a:cubicBezTo>
                    <a:pt x="378" y="405"/>
                    <a:pt x="351" y="405"/>
                    <a:pt x="324" y="405"/>
                  </a:cubicBezTo>
                  <a:cubicBezTo>
                    <a:pt x="324" y="378"/>
                    <a:pt x="324" y="351"/>
                    <a:pt x="324" y="324"/>
                  </a:cubicBezTo>
                  <a:cubicBezTo>
                    <a:pt x="297" y="324"/>
                    <a:pt x="270" y="324"/>
                    <a:pt x="243" y="324"/>
                  </a:cubicBezTo>
                  <a:cubicBezTo>
                    <a:pt x="243" y="297"/>
                    <a:pt x="243" y="270"/>
                    <a:pt x="243" y="243"/>
                  </a:cubicBezTo>
                  <a:cubicBezTo>
                    <a:pt x="229" y="241"/>
                    <a:pt x="215" y="240"/>
                    <a:pt x="200" y="238"/>
                  </a:cubicBezTo>
                  <a:cubicBezTo>
                    <a:pt x="51" y="217"/>
                    <a:pt x="51" y="217"/>
                    <a:pt x="18" y="173"/>
                  </a:cubicBezTo>
                  <a:cubicBezTo>
                    <a:pt x="8" y="139"/>
                    <a:pt x="8" y="139"/>
                    <a:pt x="0" y="81"/>
                  </a:cubicBezTo>
                  <a:cubicBezTo>
                    <a:pt x="27" y="81"/>
                    <a:pt x="53" y="81"/>
                    <a:pt x="81" y="81"/>
                  </a:cubicBezTo>
                  <a:cubicBezTo>
                    <a:pt x="81" y="54"/>
                    <a:pt x="81" y="28"/>
                    <a:pt x="81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10" name="ICON_GO_LOGO_path_039"/>
            <p:cNvSpPr/>
            <p:nvPr/>
          </p:nvSpPr>
          <p:spPr>
            <a:xfrm>
              <a:off x="2626179" y="6519390"/>
              <a:ext cx="2057" cy="10284"/>
            </a:xfrm>
            <a:custGeom>
              <a:avLst/>
              <a:gdLst/>
              <a:ahLst/>
              <a:cxnLst/>
              <a:rect l="0" t="0" r="r" b="b"/>
              <a:pathLst>
                <a:path w="162" h="810" fill="norm" stroke="0">
                  <a:moveTo>
                    <a:pt x="0" y="0"/>
                  </a:moveTo>
                  <a:cubicBezTo>
                    <a:pt x="53" y="0"/>
                    <a:pt x="107" y="0"/>
                    <a:pt x="162" y="0"/>
                  </a:cubicBezTo>
                  <a:cubicBezTo>
                    <a:pt x="162" y="267"/>
                    <a:pt x="162" y="534"/>
                    <a:pt x="162" y="810"/>
                  </a:cubicBezTo>
                  <a:cubicBezTo>
                    <a:pt x="109" y="810"/>
                    <a:pt x="55" y="810"/>
                    <a:pt x="0" y="810"/>
                  </a:cubicBezTo>
                  <a:cubicBezTo>
                    <a:pt x="0" y="543"/>
                    <a:pt x="0" y="275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11" name="ICON_GO_LOGO_path_040"/>
            <p:cNvSpPr/>
            <p:nvPr/>
          </p:nvSpPr>
          <p:spPr>
            <a:xfrm>
              <a:off x="2697141" y="6501907"/>
              <a:ext cx="7199" cy="6171"/>
            </a:xfrm>
            <a:custGeom>
              <a:avLst/>
              <a:gdLst/>
              <a:ahLst/>
              <a:cxnLst/>
              <a:rect l="0" t="0" r="r" b="b"/>
              <a:pathLst>
                <a:path w="567" h="486" fill="norm" stroke="0">
                  <a:moveTo>
                    <a:pt x="81" y="0"/>
                  </a:moveTo>
                  <a:cubicBezTo>
                    <a:pt x="134" y="0"/>
                    <a:pt x="188" y="0"/>
                    <a:pt x="243" y="0"/>
                  </a:cubicBezTo>
                  <a:cubicBezTo>
                    <a:pt x="243" y="27"/>
                    <a:pt x="243" y="53"/>
                    <a:pt x="243" y="81"/>
                  </a:cubicBezTo>
                  <a:cubicBezTo>
                    <a:pt x="296" y="81"/>
                    <a:pt x="350" y="81"/>
                    <a:pt x="405" y="81"/>
                  </a:cubicBezTo>
                  <a:cubicBezTo>
                    <a:pt x="405" y="108"/>
                    <a:pt x="405" y="134"/>
                    <a:pt x="405" y="162"/>
                  </a:cubicBezTo>
                  <a:cubicBezTo>
                    <a:pt x="458" y="162"/>
                    <a:pt x="512" y="162"/>
                    <a:pt x="567" y="162"/>
                  </a:cubicBezTo>
                  <a:cubicBezTo>
                    <a:pt x="567" y="269"/>
                    <a:pt x="567" y="376"/>
                    <a:pt x="567" y="486"/>
                  </a:cubicBezTo>
                  <a:cubicBezTo>
                    <a:pt x="440" y="431"/>
                    <a:pt x="440" y="431"/>
                    <a:pt x="405" y="405"/>
                  </a:cubicBezTo>
                  <a:cubicBezTo>
                    <a:pt x="405" y="378"/>
                    <a:pt x="405" y="351"/>
                    <a:pt x="405" y="324"/>
                  </a:cubicBezTo>
                  <a:cubicBezTo>
                    <a:pt x="351" y="324"/>
                    <a:pt x="298" y="324"/>
                    <a:pt x="243" y="324"/>
                  </a:cubicBezTo>
                  <a:cubicBezTo>
                    <a:pt x="243" y="297"/>
                    <a:pt x="243" y="270"/>
                    <a:pt x="243" y="243"/>
                  </a:cubicBezTo>
                  <a:cubicBezTo>
                    <a:pt x="216" y="243"/>
                    <a:pt x="189" y="243"/>
                    <a:pt x="162" y="243"/>
                  </a:cubicBezTo>
                  <a:cubicBezTo>
                    <a:pt x="162" y="216"/>
                    <a:pt x="162" y="189"/>
                    <a:pt x="162" y="162"/>
                  </a:cubicBezTo>
                  <a:cubicBezTo>
                    <a:pt x="109" y="162"/>
                    <a:pt x="55" y="162"/>
                    <a:pt x="0" y="162"/>
                  </a:cubicBezTo>
                  <a:cubicBezTo>
                    <a:pt x="0" y="135"/>
                    <a:pt x="0" y="109"/>
                    <a:pt x="0" y="81"/>
                  </a:cubicBezTo>
                  <a:cubicBezTo>
                    <a:pt x="27" y="81"/>
                    <a:pt x="53" y="81"/>
                    <a:pt x="81" y="81"/>
                  </a:cubicBezTo>
                  <a:cubicBezTo>
                    <a:pt x="81" y="54"/>
                    <a:pt x="81" y="28"/>
                    <a:pt x="81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12" name="ICON_GO_LOGO_path_041"/>
            <p:cNvSpPr/>
            <p:nvPr/>
          </p:nvSpPr>
          <p:spPr>
            <a:xfrm>
              <a:off x="2707426" y="6471053"/>
              <a:ext cx="5142" cy="5142"/>
            </a:xfrm>
            <a:custGeom>
              <a:avLst/>
              <a:gdLst/>
              <a:ahLst/>
              <a:cxnLst/>
              <a:rect l="0" t="0" r="r" b="b"/>
              <a:pathLst>
                <a:path w="405" h="405" fill="norm" stroke="0">
                  <a:moveTo>
                    <a:pt x="81" y="0"/>
                  </a:moveTo>
                  <a:cubicBezTo>
                    <a:pt x="188" y="0"/>
                    <a:pt x="295" y="0"/>
                    <a:pt x="405" y="0"/>
                  </a:cubicBezTo>
                  <a:cubicBezTo>
                    <a:pt x="405" y="80"/>
                    <a:pt x="405" y="160"/>
                    <a:pt x="405" y="243"/>
                  </a:cubicBezTo>
                  <a:cubicBezTo>
                    <a:pt x="378" y="243"/>
                    <a:pt x="351" y="243"/>
                    <a:pt x="324" y="243"/>
                  </a:cubicBezTo>
                  <a:cubicBezTo>
                    <a:pt x="324" y="270"/>
                    <a:pt x="324" y="296"/>
                    <a:pt x="324" y="324"/>
                  </a:cubicBezTo>
                  <a:cubicBezTo>
                    <a:pt x="297" y="324"/>
                    <a:pt x="270" y="324"/>
                    <a:pt x="243" y="324"/>
                  </a:cubicBezTo>
                  <a:cubicBezTo>
                    <a:pt x="243" y="351"/>
                    <a:pt x="243" y="377"/>
                    <a:pt x="243" y="405"/>
                  </a:cubicBezTo>
                  <a:cubicBezTo>
                    <a:pt x="216" y="405"/>
                    <a:pt x="189" y="405"/>
                    <a:pt x="162" y="405"/>
                  </a:cubicBezTo>
                  <a:cubicBezTo>
                    <a:pt x="162" y="378"/>
                    <a:pt x="162" y="351"/>
                    <a:pt x="162" y="324"/>
                  </a:cubicBezTo>
                  <a:cubicBezTo>
                    <a:pt x="109" y="324"/>
                    <a:pt x="55" y="324"/>
                    <a:pt x="0" y="324"/>
                  </a:cubicBezTo>
                  <a:cubicBezTo>
                    <a:pt x="0" y="244"/>
                    <a:pt x="0" y="164"/>
                    <a:pt x="0" y="81"/>
                  </a:cubicBezTo>
                  <a:cubicBezTo>
                    <a:pt x="27" y="81"/>
                    <a:pt x="53" y="81"/>
                    <a:pt x="81" y="81"/>
                  </a:cubicBezTo>
                  <a:cubicBezTo>
                    <a:pt x="81" y="54"/>
                    <a:pt x="81" y="28"/>
                    <a:pt x="81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13" name="ICON_GO_LOGO_path_042"/>
            <p:cNvSpPr/>
            <p:nvPr/>
          </p:nvSpPr>
          <p:spPr>
            <a:xfrm>
              <a:off x="2651890" y="6463854"/>
              <a:ext cx="11313" cy="4114"/>
            </a:xfrm>
            <a:custGeom>
              <a:avLst/>
              <a:gdLst/>
              <a:ahLst/>
              <a:cxnLst/>
              <a:rect l="0" t="0" r="r" b="b"/>
              <a:pathLst>
                <a:path w="891" h="324" fill="norm" stroke="0">
                  <a:moveTo>
                    <a:pt x="324" y="0"/>
                  </a:moveTo>
                  <a:cubicBezTo>
                    <a:pt x="404" y="0"/>
                    <a:pt x="484" y="0"/>
                    <a:pt x="567" y="0"/>
                  </a:cubicBezTo>
                  <a:cubicBezTo>
                    <a:pt x="567" y="27"/>
                    <a:pt x="567" y="53"/>
                    <a:pt x="567" y="81"/>
                  </a:cubicBezTo>
                  <a:cubicBezTo>
                    <a:pt x="674" y="81"/>
                    <a:pt x="781" y="81"/>
                    <a:pt x="891" y="81"/>
                  </a:cubicBezTo>
                  <a:cubicBezTo>
                    <a:pt x="891" y="108"/>
                    <a:pt x="891" y="134"/>
                    <a:pt x="891" y="162"/>
                  </a:cubicBezTo>
                  <a:cubicBezTo>
                    <a:pt x="757" y="162"/>
                    <a:pt x="624" y="162"/>
                    <a:pt x="486" y="162"/>
                  </a:cubicBezTo>
                  <a:cubicBezTo>
                    <a:pt x="486" y="189"/>
                    <a:pt x="486" y="215"/>
                    <a:pt x="486" y="243"/>
                  </a:cubicBezTo>
                  <a:cubicBezTo>
                    <a:pt x="379" y="243"/>
                    <a:pt x="272" y="243"/>
                    <a:pt x="162" y="243"/>
                  </a:cubicBezTo>
                  <a:cubicBezTo>
                    <a:pt x="162" y="270"/>
                    <a:pt x="162" y="296"/>
                    <a:pt x="162" y="324"/>
                  </a:cubicBezTo>
                  <a:cubicBezTo>
                    <a:pt x="109" y="324"/>
                    <a:pt x="55" y="324"/>
                    <a:pt x="0" y="324"/>
                  </a:cubicBezTo>
                  <a:cubicBezTo>
                    <a:pt x="13" y="297"/>
                    <a:pt x="27" y="270"/>
                    <a:pt x="40" y="243"/>
                  </a:cubicBezTo>
                  <a:cubicBezTo>
                    <a:pt x="46" y="228"/>
                    <a:pt x="52" y="213"/>
                    <a:pt x="58" y="197"/>
                  </a:cubicBezTo>
                  <a:cubicBezTo>
                    <a:pt x="66" y="186"/>
                    <a:pt x="73" y="174"/>
                    <a:pt x="81" y="162"/>
                  </a:cubicBezTo>
                  <a:cubicBezTo>
                    <a:pt x="124" y="157"/>
                    <a:pt x="124" y="157"/>
                    <a:pt x="162" y="162"/>
                  </a:cubicBezTo>
                  <a:cubicBezTo>
                    <a:pt x="162" y="135"/>
                    <a:pt x="162" y="109"/>
                    <a:pt x="162" y="81"/>
                  </a:cubicBezTo>
                  <a:cubicBezTo>
                    <a:pt x="215" y="81"/>
                    <a:pt x="269" y="81"/>
                    <a:pt x="324" y="81"/>
                  </a:cubicBezTo>
                  <a:cubicBezTo>
                    <a:pt x="324" y="54"/>
                    <a:pt x="324" y="28"/>
                    <a:pt x="324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14" name="ICON_GO_LOGO_path_043"/>
            <p:cNvSpPr/>
            <p:nvPr/>
          </p:nvSpPr>
          <p:spPr>
            <a:xfrm>
              <a:off x="2618979" y="6556415"/>
              <a:ext cx="6171" cy="5142"/>
            </a:xfrm>
            <a:custGeom>
              <a:avLst/>
              <a:gdLst/>
              <a:ahLst/>
              <a:cxnLst/>
              <a:rect l="0" t="0" r="r" b="b"/>
              <a:pathLst>
                <a:path w="486" h="405" fill="norm" stroke="0">
                  <a:moveTo>
                    <a:pt x="243" y="0"/>
                  </a:moveTo>
                  <a:cubicBezTo>
                    <a:pt x="296" y="0"/>
                    <a:pt x="350" y="0"/>
                    <a:pt x="405" y="0"/>
                  </a:cubicBezTo>
                  <a:cubicBezTo>
                    <a:pt x="405" y="27"/>
                    <a:pt x="405" y="53"/>
                    <a:pt x="405" y="81"/>
                  </a:cubicBezTo>
                  <a:cubicBezTo>
                    <a:pt x="432" y="81"/>
                    <a:pt x="458" y="81"/>
                    <a:pt x="486" y="81"/>
                  </a:cubicBezTo>
                  <a:cubicBezTo>
                    <a:pt x="486" y="134"/>
                    <a:pt x="486" y="188"/>
                    <a:pt x="486" y="243"/>
                  </a:cubicBezTo>
                  <a:cubicBezTo>
                    <a:pt x="459" y="243"/>
                    <a:pt x="432" y="243"/>
                    <a:pt x="405" y="243"/>
                  </a:cubicBezTo>
                  <a:cubicBezTo>
                    <a:pt x="405" y="270"/>
                    <a:pt x="405" y="296"/>
                    <a:pt x="405" y="324"/>
                  </a:cubicBezTo>
                  <a:cubicBezTo>
                    <a:pt x="351" y="324"/>
                    <a:pt x="298" y="324"/>
                    <a:pt x="243" y="324"/>
                  </a:cubicBezTo>
                  <a:cubicBezTo>
                    <a:pt x="243" y="351"/>
                    <a:pt x="243" y="377"/>
                    <a:pt x="243" y="405"/>
                  </a:cubicBezTo>
                  <a:cubicBezTo>
                    <a:pt x="163" y="405"/>
                    <a:pt x="83" y="405"/>
                    <a:pt x="0" y="405"/>
                  </a:cubicBezTo>
                  <a:cubicBezTo>
                    <a:pt x="55" y="278"/>
                    <a:pt x="55" y="278"/>
                    <a:pt x="81" y="243"/>
                  </a:cubicBezTo>
                  <a:cubicBezTo>
                    <a:pt x="108" y="243"/>
                    <a:pt x="134" y="243"/>
                    <a:pt x="162" y="243"/>
                  </a:cubicBezTo>
                  <a:cubicBezTo>
                    <a:pt x="162" y="189"/>
                    <a:pt x="162" y="136"/>
                    <a:pt x="162" y="81"/>
                  </a:cubicBezTo>
                  <a:cubicBezTo>
                    <a:pt x="189" y="81"/>
                    <a:pt x="215" y="81"/>
                    <a:pt x="243" y="81"/>
                  </a:cubicBezTo>
                  <a:cubicBezTo>
                    <a:pt x="243" y="54"/>
                    <a:pt x="243" y="28"/>
                    <a:pt x="243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  <p:sp>
          <p:nvSpPr>
            <p:cNvPr id="1715" name="ICON_GO_LOGO_path_044"/>
            <p:cNvSpPr/>
            <p:nvPr/>
          </p:nvSpPr>
          <p:spPr>
            <a:xfrm>
              <a:off x="2699198" y="6528646"/>
              <a:ext cx="7199" cy="7199"/>
            </a:xfrm>
            <a:custGeom>
              <a:avLst/>
              <a:gdLst/>
              <a:ahLst/>
              <a:cxnLst/>
              <a:rect l="0" t="0" r="r" b="b"/>
              <a:pathLst>
                <a:path w="567" h="567" fill="norm" stroke="0">
                  <a:moveTo>
                    <a:pt x="486" y="0"/>
                  </a:moveTo>
                  <a:cubicBezTo>
                    <a:pt x="513" y="13"/>
                    <a:pt x="539" y="27"/>
                    <a:pt x="567" y="40"/>
                  </a:cubicBezTo>
                  <a:cubicBezTo>
                    <a:pt x="559" y="46"/>
                    <a:pt x="550" y="51"/>
                    <a:pt x="542" y="56"/>
                  </a:cubicBezTo>
                  <a:cubicBezTo>
                    <a:pt x="456" y="121"/>
                    <a:pt x="436" y="183"/>
                    <a:pt x="422" y="286"/>
                  </a:cubicBezTo>
                  <a:cubicBezTo>
                    <a:pt x="415" y="353"/>
                    <a:pt x="409" y="419"/>
                    <a:pt x="405" y="486"/>
                  </a:cubicBezTo>
                  <a:cubicBezTo>
                    <a:pt x="378" y="486"/>
                    <a:pt x="351" y="486"/>
                    <a:pt x="324" y="486"/>
                  </a:cubicBezTo>
                  <a:cubicBezTo>
                    <a:pt x="324" y="513"/>
                    <a:pt x="324" y="539"/>
                    <a:pt x="324" y="567"/>
                  </a:cubicBezTo>
                  <a:cubicBezTo>
                    <a:pt x="217" y="567"/>
                    <a:pt x="110" y="567"/>
                    <a:pt x="0" y="567"/>
                  </a:cubicBezTo>
                  <a:cubicBezTo>
                    <a:pt x="55" y="440"/>
                    <a:pt x="55" y="440"/>
                    <a:pt x="81" y="405"/>
                  </a:cubicBezTo>
                  <a:cubicBezTo>
                    <a:pt x="124" y="400"/>
                    <a:pt x="124" y="400"/>
                    <a:pt x="162" y="405"/>
                  </a:cubicBezTo>
                  <a:cubicBezTo>
                    <a:pt x="162" y="378"/>
                    <a:pt x="162" y="351"/>
                    <a:pt x="162" y="324"/>
                  </a:cubicBezTo>
                  <a:cubicBezTo>
                    <a:pt x="175" y="325"/>
                    <a:pt x="187" y="327"/>
                    <a:pt x="200" y="328"/>
                  </a:cubicBezTo>
                  <a:cubicBezTo>
                    <a:pt x="214" y="327"/>
                    <a:pt x="228" y="325"/>
                    <a:pt x="243" y="324"/>
                  </a:cubicBezTo>
                  <a:cubicBezTo>
                    <a:pt x="263" y="294"/>
                    <a:pt x="263" y="294"/>
                    <a:pt x="278" y="253"/>
                  </a:cubicBezTo>
                  <a:cubicBezTo>
                    <a:pt x="326" y="145"/>
                    <a:pt x="400" y="78"/>
                    <a:pt x="486" y="0"/>
                  </a:cubicBezTo>
                  <a:close/>
                </a:path>
              </a:pathLst>
            </a:custGeom>
            <a:solidFill>
              <a:srgbClr val="ACB5E9"/>
            </a:solidFill>
            <a:ln w="514" cap="flat">
              <a:noFill/>
            </a:ln>
          </p:spPr>
        </p:sp>
      </p:grpSp>
      <p:grpSp>
        <p:nvGrpSpPr>
          <p:cNvPr id="1716" name="ICON_HARNESS_DATA"/>
          <p:cNvGrpSpPr/>
          <p:nvPr/>
        </p:nvGrpSpPr>
        <p:grpSpPr>
          <a:xfrm>
            <a:off x="3008312" y="6437312"/>
            <a:ext cx="198438" cy="190500"/>
            <a:chOff x="3008312" y="6437312"/>
            <a:chExt cx="198438" cy="190500"/>
          </a:xfrm>
        </p:grpSpPr>
        <p:sp>
          <p:nvSpPr>
            <p:cNvPr id="1717" name="ICON_HARNESS_DATA_path_001"/>
            <p:cNvSpPr/>
            <p:nvPr/>
          </p:nvSpPr>
          <p:spPr>
            <a:xfrm>
              <a:off x="3034393" y="6518955"/>
              <a:ext cx="143725" cy="55279"/>
            </a:xfrm>
            <a:custGeom>
              <a:avLst/>
              <a:gdLst/>
              <a:ahLst/>
              <a:cxnLst/>
              <a:rect l="0" t="0" r="r" b="b"/>
              <a:pathLst>
                <a:path w="11317" h="4353" fill="norm" stroke="0">
                  <a:moveTo>
                    <a:pt x="67" y="0"/>
                  </a:moveTo>
                  <a:cubicBezTo>
                    <a:pt x="89" y="9"/>
                    <a:pt x="112" y="19"/>
                    <a:pt x="134" y="29"/>
                  </a:cubicBezTo>
                  <a:cubicBezTo>
                    <a:pt x="146" y="35"/>
                    <a:pt x="159" y="40"/>
                    <a:pt x="172" y="46"/>
                  </a:cubicBezTo>
                  <a:cubicBezTo>
                    <a:pt x="181" y="53"/>
                    <a:pt x="191" y="60"/>
                    <a:pt x="201" y="67"/>
                  </a:cubicBezTo>
                  <a:cubicBezTo>
                    <a:pt x="205" y="103"/>
                    <a:pt x="205" y="103"/>
                    <a:pt x="201" y="134"/>
                  </a:cubicBezTo>
                  <a:cubicBezTo>
                    <a:pt x="223" y="134"/>
                    <a:pt x="245" y="134"/>
                    <a:pt x="268" y="134"/>
                  </a:cubicBezTo>
                  <a:cubicBezTo>
                    <a:pt x="268" y="156"/>
                    <a:pt x="268" y="178"/>
                    <a:pt x="268" y="201"/>
                  </a:cubicBezTo>
                  <a:cubicBezTo>
                    <a:pt x="312" y="201"/>
                    <a:pt x="356" y="201"/>
                    <a:pt x="402" y="201"/>
                  </a:cubicBezTo>
                  <a:cubicBezTo>
                    <a:pt x="402" y="223"/>
                    <a:pt x="402" y="245"/>
                    <a:pt x="402" y="268"/>
                  </a:cubicBezTo>
                  <a:cubicBezTo>
                    <a:pt x="446" y="268"/>
                    <a:pt x="490" y="268"/>
                    <a:pt x="536" y="268"/>
                  </a:cubicBezTo>
                  <a:cubicBezTo>
                    <a:pt x="536" y="290"/>
                    <a:pt x="536" y="312"/>
                    <a:pt x="536" y="335"/>
                  </a:cubicBezTo>
                  <a:cubicBezTo>
                    <a:pt x="558" y="335"/>
                    <a:pt x="580" y="335"/>
                    <a:pt x="603" y="335"/>
                  </a:cubicBezTo>
                  <a:cubicBezTo>
                    <a:pt x="603" y="357"/>
                    <a:pt x="603" y="379"/>
                    <a:pt x="603" y="402"/>
                  </a:cubicBezTo>
                  <a:cubicBezTo>
                    <a:pt x="647" y="402"/>
                    <a:pt x="691" y="402"/>
                    <a:pt x="737" y="402"/>
                  </a:cubicBezTo>
                  <a:cubicBezTo>
                    <a:pt x="737" y="424"/>
                    <a:pt x="737" y="446"/>
                    <a:pt x="737" y="469"/>
                  </a:cubicBezTo>
                  <a:cubicBezTo>
                    <a:pt x="781" y="469"/>
                    <a:pt x="825" y="469"/>
                    <a:pt x="871" y="469"/>
                  </a:cubicBezTo>
                  <a:cubicBezTo>
                    <a:pt x="871" y="491"/>
                    <a:pt x="871" y="513"/>
                    <a:pt x="871" y="536"/>
                  </a:cubicBezTo>
                  <a:cubicBezTo>
                    <a:pt x="937" y="536"/>
                    <a:pt x="1003" y="536"/>
                    <a:pt x="1071" y="536"/>
                  </a:cubicBezTo>
                  <a:cubicBezTo>
                    <a:pt x="1071" y="558"/>
                    <a:pt x="1071" y="580"/>
                    <a:pt x="1071" y="603"/>
                  </a:cubicBezTo>
                  <a:cubicBezTo>
                    <a:pt x="1116" y="603"/>
                    <a:pt x="1160" y="603"/>
                    <a:pt x="1205" y="603"/>
                  </a:cubicBezTo>
                  <a:cubicBezTo>
                    <a:pt x="1205" y="625"/>
                    <a:pt x="1205" y="647"/>
                    <a:pt x="1205" y="670"/>
                  </a:cubicBezTo>
                  <a:cubicBezTo>
                    <a:pt x="1272" y="670"/>
                    <a:pt x="1338" y="670"/>
                    <a:pt x="1406" y="670"/>
                  </a:cubicBezTo>
                  <a:cubicBezTo>
                    <a:pt x="1406" y="692"/>
                    <a:pt x="1406" y="714"/>
                    <a:pt x="1406" y="737"/>
                  </a:cubicBezTo>
                  <a:cubicBezTo>
                    <a:pt x="1473" y="737"/>
                    <a:pt x="1539" y="737"/>
                    <a:pt x="1607" y="737"/>
                  </a:cubicBezTo>
                  <a:cubicBezTo>
                    <a:pt x="1607" y="759"/>
                    <a:pt x="1607" y="781"/>
                    <a:pt x="1607" y="804"/>
                  </a:cubicBezTo>
                  <a:cubicBezTo>
                    <a:pt x="1696" y="804"/>
                    <a:pt x="1784" y="804"/>
                    <a:pt x="1875" y="804"/>
                  </a:cubicBezTo>
                  <a:cubicBezTo>
                    <a:pt x="1875" y="826"/>
                    <a:pt x="1875" y="848"/>
                    <a:pt x="1875" y="871"/>
                  </a:cubicBezTo>
                  <a:cubicBezTo>
                    <a:pt x="1963" y="871"/>
                    <a:pt x="2052" y="871"/>
                    <a:pt x="2143" y="871"/>
                  </a:cubicBezTo>
                  <a:cubicBezTo>
                    <a:pt x="2143" y="893"/>
                    <a:pt x="2143" y="915"/>
                    <a:pt x="2143" y="938"/>
                  </a:cubicBezTo>
                  <a:cubicBezTo>
                    <a:pt x="2231" y="938"/>
                    <a:pt x="2320" y="938"/>
                    <a:pt x="2411" y="938"/>
                  </a:cubicBezTo>
                  <a:cubicBezTo>
                    <a:pt x="2411" y="960"/>
                    <a:pt x="2411" y="982"/>
                    <a:pt x="2411" y="1004"/>
                  </a:cubicBezTo>
                  <a:cubicBezTo>
                    <a:pt x="2521" y="1004"/>
                    <a:pt x="2632" y="1004"/>
                    <a:pt x="2746" y="1004"/>
                  </a:cubicBezTo>
                  <a:cubicBezTo>
                    <a:pt x="2746" y="1027"/>
                    <a:pt x="2746" y="1049"/>
                    <a:pt x="2746" y="1071"/>
                  </a:cubicBezTo>
                  <a:cubicBezTo>
                    <a:pt x="2856" y="1071"/>
                    <a:pt x="2967" y="1071"/>
                    <a:pt x="3080" y="1071"/>
                  </a:cubicBezTo>
                  <a:cubicBezTo>
                    <a:pt x="3080" y="1094"/>
                    <a:pt x="3080" y="1116"/>
                    <a:pt x="3080" y="1138"/>
                  </a:cubicBezTo>
                  <a:cubicBezTo>
                    <a:pt x="3235" y="1138"/>
                    <a:pt x="3390" y="1138"/>
                    <a:pt x="3549" y="1138"/>
                  </a:cubicBezTo>
                  <a:cubicBezTo>
                    <a:pt x="3549" y="1160"/>
                    <a:pt x="3549" y="1183"/>
                    <a:pt x="3549" y="1205"/>
                  </a:cubicBezTo>
                  <a:cubicBezTo>
                    <a:pt x="3770" y="1205"/>
                    <a:pt x="3991" y="1205"/>
                    <a:pt x="4219" y="1205"/>
                  </a:cubicBezTo>
                  <a:cubicBezTo>
                    <a:pt x="4219" y="1227"/>
                    <a:pt x="4219" y="1250"/>
                    <a:pt x="4219" y="1272"/>
                  </a:cubicBezTo>
                  <a:cubicBezTo>
                    <a:pt x="5191" y="1272"/>
                    <a:pt x="6163" y="1272"/>
                    <a:pt x="7165" y="1272"/>
                  </a:cubicBezTo>
                  <a:cubicBezTo>
                    <a:pt x="7165" y="1250"/>
                    <a:pt x="7165" y="1228"/>
                    <a:pt x="7165" y="1205"/>
                  </a:cubicBezTo>
                  <a:cubicBezTo>
                    <a:pt x="7386" y="1205"/>
                    <a:pt x="7607" y="1205"/>
                    <a:pt x="7835" y="1205"/>
                  </a:cubicBezTo>
                  <a:cubicBezTo>
                    <a:pt x="7835" y="1183"/>
                    <a:pt x="7835" y="1161"/>
                    <a:pt x="7835" y="1138"/>
                  </a:cubicBezTo>
                  <a:cubicBezTo>
                    <a:pt x="7990" y="1138"/>
                    <a:pt x="8144" y="1138"/>
                    <a:pt x="8304" y="1138"/>
                  </a:cubicBezTo>
                  <a:cubicBezTo>
                    <a:pt x="8304" y="1116"/>
                    <a:pt x="8304" y="1094"/>
                    <a:pt x="8304" y="1071"/>
                  </a:cubicBezTo>
                  <a:cubicBezTo>
                    <a:pt x="8414" y="1071"/>
                    <a:pt x="8525" y="1071"/>
                    <a:pt x="8638" y="1071"/>
                  </a:cubicBezTo>
                  <a:cubicBezTo>
                    <a:pt x="8638" y="1049"/>
                    <a:pt x="8638" y="1027"/>
                    <a:pt x="8638" y="1004"/>
                  </a:cubicBezTo>
                  <a:cubicBezTo>
                    <a:pt x="8749" y="1004"/>
                    <a:pt x="8859" y="1004"/>
                    <a:pt x="8973" y="1004"/>
                  </a:cubicBezTo>
                  <a:cubicBezTo>
                    <a:pt x="8973" y="982"/>
                    <a:pt x="8973" y="960"/>
                    <a:pt x="8973" y="938"/>
                  </a:cubicBezTo>
                  <a:cubicBezTo>
                    <a:pt x="9062" y="938"/>
                    <a:pt x="9150" y="938"/>
                    <a:pt x="9241" y="938"/>
                  </a:cubicBezTo>
                  <a:cubicBezTo>
                    <a:pt x="9241" y="915"/>
                    <a:pt x="9241" y="893"/>
                    <a:pt x="9241" y="871"/>
                  </a:cubicBezTo>
                  <a:cubicBezTo>
                    <a:pt x="9329" y="871"/>
                    <a:pt x="9418" y="871"/>
                    <a:pt x="9509" y="871"/>
                  </a:cubicBezTo>
                  <a:cubicBezTo>
                    <a:pt x="9509" y="848"/>
                    <a:pt x="9509" y="826"/>
                    <a:pt x="9509" y="804"/>
                  </a:cubicBezTo>
                  <a:cubicBezTo>
                    <a:pt x="9575" y="804"/>
                    <a:pt x="9642" y="804"/>
                    <a:pt x="9710" y="804"/>
                  </a:cubicBezTo>
                  <a:cubicBezTo>
                    <a:pt x="9710" y="781"/>
                    <a:pt x="9710" y="759"/>
                    <a:pt x="9710" y="737"/>
                  </a:cubicBezTo>
                  <a:cubicBezTo>
                    <a:pt x="9776" y="737"/>
                    <a:pt x="9842" y="737"/>
                    <a:pt x="9911" y="737"/>
                  </a:cubicBezTo>
                  <a:cubicBezTo>
                    <a:pt x="9911" y="715"/>
                    <a:pt x="9911" y="692"/>
                    <a:pt x="9911" y="670"/>
                  </a:cubicBezTo>
                  <a:cubicBezTo>
                    <a:pt x="9977" y="670"/>
                    <a:pt x="10043" y="670"/>
                    <a:pt x="10112" y="670"/>
                  </a:cubicBezTo>
                  <a:cubicBezTo>
                    <a:pt x="10112" y="648"/>
                    <a:pt x="10112" y="625"/>
                    <a:pt x="10112" y="603"/>
                  </a:cubicBezTo>
                  <a:cubicBezTo>
                    <a:pt x="10178" y="603"/>
                    <a:pt x="10244" y="603"/>
                    <a:pt x="10312" y="603"/>
                  </a:cubicBezTo>
                  <a:cubicBezTo>
                    <a:pt x="10312" y="581"/>
                    <a:pt x="10312" y="558"/>
                    <a:pt x="10312" y="536"/>
                  </a:cubicBezTo>
                  <a:cubicBezTo>
                    <a:pt x="10357" y="536"/>
                    <a:pt x="10401" y="536"/>
                    <a:pt x="10446" y="536"/>
                  </a:cubicBezTo>
                  <a:cubicBezTo>
                    <a:pt x="10446" y="514"/>
                    <a:pt x="10446" y="492"/>
                    <a:pt x="10446" y="469"/>
                  </a:cubicBezTo>
                  <a:cubicBezTo>
                    <a:pt x="10491" y="469"/>
                    <a:pt x="10535" y="469"/>
                    <a:pt x="10580" y="469"/>
                  </a:cubicBezTo>
                  <a:cubicBezTo>
                    <a:pt x="10580" y="447"/>
                    <a:pt x="10580" y="425"/>
                    <a:pt x="10580" y="402"/>
                  </a:cubicBezTo>
                  <a:cubicBezTo>
                    <a:pt x="10625" y="402"/>
                    <a:pt x="10669" y="402"/>
                    <a:pt x="10714" y="402"/>
                  </a:cubicBezTo>
                  <a:cubicBezTo>
                    <a:pt x="10714" y="380"/>
                    <a:pt x="10714" y="358"/>
                    <a:pt x="10714" y="335"/>
                  </a:cubicBezTo>
                  <a:cubicBezTo>
                    <a:pt x="10758" y="335"/>
                    <a:pt x="10803" y="335"/>
                    <a:pt x="10848" y="335"/>
                  </a:cubicBezTo>
                  <a:cubicBezTo>
                    <a:pt x="10848" y="313"/>
                    <a:pt x="10848" y="291"/>
                    <a:pt x="10848" y="268"/>
                  </a:cubicBezTo>
                  <a:cubicBezTo>
                    <a:pt x="10870" y="268"/>
                    <a:pt x="10892" y="268"/>
                    <a:pt x="10915" y="268"/>
                  </a:cubicBezTo>
                  <a:cubicBezTo>
                    <a:pt x="10915" y="246"/>
                    <a:pt x="10915" y="224"/>
                    <a:pt x="10915" y="201"/>
                  </a:cubicBezTo>
                  <a:cubicBezTo>
                    <a:pt x="10959" y="201"/>
                    <a:pt x="11004" y="201"/>
                    <a:pt x="11049" y="201"/>
                  </a:cubicBezTo>
                  <a:cubicBezTo>
                    <a:pt x="11049" y="179"/>
                    <a:pt x="11049" y="157"/>
                    <a:pt x="11049" y="134"/>
                  </a:cubicBezTo>
                  <a:cubicBezTo>
                    <a:pt x="11093" y="134"/>
                    <a:pt x="11137" y="134"/>
                    <a:pt x="11183" y="134"/>
                  </a:cubicBezTo>
                  <a:cubicBezTo>
                    <a:pt x="11183" y="112"/>
                    <a:pt x="11183" y="90"/>
                    <a:pt x="11183" y="67"/>
                  </a:cubicBezTo>
                  <a:cubicBezTo>
                    <a:pt x="11227" y="67"/>
                    <a:pt x="11271" y="67"/>
                    <a:pt x="11317" y="67"/>
                  </a:cubicBezTo>
                  <a:cubicBezTo>
                    <a:pt x="11317" y="973"/>
                    <a:pt x="11317" y="1879"/>
                    <a:pt x="11317" y="2812"/>
                  </a:cubicBezTo>
                  <a:cubicBezTo>
                    <a:pt x="11295" y="2812"/>
                    <a:pt x="11273" y="2812"/>
                    <a:pt x="11250" y="2812"/>
                  </a:cubicBezTo>
                  <a:cubicBezTo>
                    <a:pt x="11250" y="2857"/>
                    <a:pt x="11250" y="2901"/>
                    <a:pt x="11250" y="2946"/>
                  </a:cubicBezTo>
                  <a:cubicBezTo>
                    <a:pt x="11228" y="2946"/>
                    <a:pt x="11206" y="2946"/>
                    <a:pt x="11183" y="2946"/>
                  </a:cubicBezTo>
                  <a:cubicBezTo>
                    <a:pt x="11183" y="2969"/>
                    <a:pt x="11183" y="2991"/>
                    <a:pt x="11183" y="3013"/>
                  </a:cubicBezTo>
                  <a:cubicBezTo>
                    <a:pt x="11161" y="3013"/>
                    <a:pt x="11139" y="3013"/>
                    <a:pt x="11116" y="3013"/>
                  </a:cubicBezTo>
                  <a:cubicBezTo>
                    <a:pt x="11116" y="3035"/>
                    <a:pt x="11116" y="3058"/>
                    <a:pt x="11116" y="3080"/>
                  </a:cubicBezTo>
                  <a:cubicBezTo>
                    <a:pt x="11094" y="3080"/>
                    <a:pt x="11072" y="3080"/>
                    <a:pt x="11049" y="3080"/>
                  </a:cubicBezTo>
                  <a:cubicBezTo>
                    <a:pt x="11049" y="3102"/>
                    <a:pt x="11049" y="3125"/>
                    <a:pt x="11049" y="3147"/>
                  </a:cubicBezTo>
                  <a:cubicBezTo>
                    <a:pt x="11027" y="3147"/>
                    <a:pt x="11005" y="3147"/>
                    <a:pt x="10982" y="3147"/>
                  </a:cubicBezTo>
                  <a:cubicBezTo>
                    <a:pt x="10982" y="3169"/>
                    <a:pt x="10982" y="3192"/>
                    <a:pt x="10982" y="3214"/>
                  </a:cubicBezTo>
                  <a:cubicBezTo>
                    <a:pt x="10960" y="3214"/>
                    <a:pt x="10938" y="3214"/>
                    <a:pt x="10915" y="3214"/>
                  </a:cubicBezTo>
                  <a:cubicBezTo>
                    <a:pt x="10915" y="3236"/>
                    <a:pt x="10915" y="3258"/>
                    <a:pt x="10915" y="3281"/>
                  </a:cubicBezTo>
                  <a:cubicBezTo>
                    <a:pt x="10893" y="3281"/>
                    <a:pt x="10871" y="3281"/>
                    <a:pt x="10848" y="3281"/>
                  </a:cubicBezTo>
                  <a:cubicBezTo>
                    <a:pt x="10848" y="3303"/>
                    <a:pt x="10848" y="3325"/>
                    <a:pt x="10848" y="3348"/>
                  </a:cubicBezTo>
                  <a:cubicBezTo>
                    <a:pt x="10804" y="3348"/>
                    <a:pt x="10760" y="3348"/>
                    <a:pt x="10714" y="3348"/>
                  </a:cubicBezTo>
                  <a:cubicBezTo>
                    <a:pt x="10714" y="3370"/>
                    <a:pt x="10714" y="3392"/>
                    <a:pt x="10714" y="3415"/>
                  </a:cubicBezTo>
                  <a:cubicBezTo>
                    <a:pt x="10692" y="3415"/>
                    <a:pt x="10670" y="3415"/>
                    <a:pt x="10647" y="3415"/>
                  </a:cubicBezTo>
                  <a:cubicBezTo>
                    <a:pt x="10647" y="3437"/>
                    <a:pt x="10647" y="3459"/>
                    <a:pt x="10647" y="3482"/>
                  </a:cubicBezTo>
                  <a:cubicBezTo>
                    <a:pt x="10603" y="3482"/>
                    <a:pt x="10559" y="3482"/>
                    <a:pt x="10513" y="3482"/>
                  </a:cubicBezTo>
                  <a:cubicBezTo>
                    <a:pt x="10513" y="3504"/>
                    <a:pt x="10513" y="3526"/>
                    <a:pt x="10513" y="3549"/>
                  </a:cubicBezTo>
                  <a:cubicBezTo>
                    <a:pt x="10469" y="3549"/>
                    <a:pt x="10425" y="3549"/>
                    <a:pt x="10379" y="3549"/>
                  </a:cubicBezTo>
                  <a:cubicBezTo>
                    <a:pt x="10379" y="3571"/>
                    <a:pt x="10379" y="3593"/>
                    <a:pt x="10379" y="3616"/>
                  </a:cubicBezTo>
                  <a:cubicBezTo>
                    <a:pt x="10313" y="3616"/>
                    <a:pt x="10247" y="3616"/>
                    <a:pt x="10179" y="3616"/>
                  </a:cubicBezTo>
                  <a:cubicBezTo>
                    <a:pt x="10179" y="3638"/>
                    <a:pt x="10179" y="3660"/>
                    <a:pt x="10179" y="3683"/>
                  </a:cubicBezTo>
                  <a:cubicBezTo>
                    <a:pt x="10134" y="3683"/>
                    <a:pt x="10090" y="3683"/>
                    <a:pt x="10045" y="3683"/>
                  </a:cubicBezTo>
                  <a:cubicBezTo>
                    <a:pt x="10045" y="3705"/>
                    <a:pt x="10045" y="3727"/>
                    <a:pt x="10045" y="3750"/>
                  </a:cubicBezTo>
                  <a:cubicBezTo>
                    <a:pt x="9978" y="3750"/>
                    <a:pt x="9912" y="3750"/>
                    <a:pt x="9844" y="3750"/>
                  </a:cubicBezTo>
                  <a:cubicBezTo>
                    <a:pt x="9844" y="3772"/>
                    <a:pt x="9844" y="3794"/>
                    <a:pt x="9844" y="3817"/>
                  </a:cubicBezTo>
                  <a:cubicBezTo>
                    <a:pt x="9777" y="3817"/>
                    <a:pt x="9711" y="3817"/>
                    <a:pt x="9643" y="3817"/>
                  </a:cubicBezTo>
                  <a:cubicBezTo>
                    <a:pt x="9643" y="3839"/>
                    <a:pt x="9643" y="3861"/>
                    <a:pt x="9643" y="3884"/>
                  </a:cubicBezTo>
                  <a:cubicBezTo>
                    <a:pt x="9577" y="3884"/>
                    <a:pt x="9510" y="3884"/>
                    <a:pt x="9442" y="3884"/>
                  </a:cubicBezTo>
                  <a:cubicBezTo>
                    <a:pt x="9442" y="3906"/>
                    <a:pt x="9442" y="3928"/>
                    <a:pt x="9442" y="3951"/>
                  </a:cubicBezTo>
                  <a:cubicBezTo>
                    <a:pt x="9354" y="3951"/>
                    <a:pt x="9265" y="3951"/>
                    <a:pt x="9174" y="3951"/>
                  </a:cubicBezTo>
                  <a:cubicBezTo>
                    <a:pt x="9174" y="3973"/>
                    <a:pt x="9174" y="3995"/>
                    <a:pt x="9174" y="4018"/>
                  </a:cubicBezTo>
                  <a:cubicBezTo>
                    <a:pt x="9086" y="4018"/>
                    <a:pt x="8997" y="4018"/>
                    <a:pt x="8906" y="4018"/>
                  </a:cubicBezTo>
                  <a:cubicBezTo>
                    <a:pt x="8906" y="4040"/>
                    <a:pt x="8906" y="4062"/>
                    <a:pt x="8906" y="4085"/>
                  </a:cubicBezTo>
                  <a:cubicBezTo>
                    <a:pt x="8796" y="4085"/>
                    <a:pt x="8685" y="4085"/>
                    <a:pt x="8571" y="4085"/>
                  </a:cubicBezTo>
                  <a:cubicBezTo>
                    <a:pt x="8571" y="4107"/>
                    <a:pt x="8571" y="4129"/>
                    <a:pt x="8571" y="4152"/>
                  </a:cubicBezTo>
                  <a:cubicBezTo>
                    <a:pt x="8439" y="4152"/>
                    <a:pt x="8306" y="4152"/>
                    <a:pt x="8170" y="4152"/>
                  </a:cubicBezTo>
                  <a:cubicBezTo>
                    <a:pt x="8170" y="4174"/>
                    <a:pt x="8170" y="4196"/>
                    <a:pt x="8170" y="4219"/>
                  </a:cubicBezTo>
                  <a:cubicBezTo>
                    <a:pt x="8015" y="4219"/>
                    <a:pt x="7860" y="4219"/>
                    <a:pt x="7701" y="4219"/>
                  </a:cubicBezTo>
                  <a:cubicBezTo>
                    <a:pt x="7701" y="4241"/>
                    <a:pt x="7701" y="4263"/>
                    <a:pt x="7701" y="4286"/>
                  </a:cubicBezTo>
                  <a:cubicBezTo>
                    <a:pt x="7458" y="4286"/>
                    <a:pt x="7215" y="4286"/>
                    <a:pt x="6964" y="4286"/>
                  </a:cubicBezTo>
                  <a:cubicBezTo>
                    <a:pt x="6964" y="4308"/>
                    <a:pt x="6964" y="4330"/>
                    <a:pt x="6964" y="4353"/>
                  </a:cubicBezTo>
                  <a:cubicBezTo>
                    <a:pt x="6125" y="4353"/>
                    <a:pt x="5285" y="4353"/>
                    <a:pt x="4420" y="4353"/>
                  </a:cubicBezTo>
                  <a:cubicBezTo>
                    <a:pt x="4420" y="4331"/>
                    <a:pt x="4420" y="4308"/>
                    <a:pt x="4420" y="4286"/>
                  </a:cubicBezTo>
                  <a:cubicBezTo>
                    <a:pt x="4199" y="4286"/>
                    <a:pt x="3978" y="4286"/>
                    <a:pt x="3750" y="4286"/>
                  </a:cubicBezTo>
                  <a:cubicBezTo>
                    <a:pt x="3750" y="4264"/>
                    <a:pt x="3750" y="4242"/>
                    <a:pt x="3750" y="4219"/>
                  </a:cubicBezTo>
                  <a:cubicBezTo>
                    <a:pt x="3573" y="4219"/>
                    <a:pt x="3396" y="4219"/>
                    <a:pt x="3214" y="4219"/>
                  </a:cubicBezTo>
                  <a:cubicBezTo>
                    <a:pt x="3214" y="4197"/>
                    <a:pt x="3214" y="4175"/>
                    <a:pt x="3214" y="4152"/>
                  </a:cubicBezTo>
                  <a:cubicBezTo>
                    <a:pt x="3082" y="4152"/>
                    <a:pt x="2949" y="4152"/>
                    <a:pt x="2812" y="4152"/>
                  </a:cubicBezTo>
                  <a:cubicBezTo>
                    <a:pt x="2812" y="4130"/>
                    <a:pt x="2812" y="4108"/>
                    <a:pt x="2812" y="4085"/>
                  </a:cubicBezTo>
                  <a:cubicBezTo>
                    <a:pt x="2724" y="4085"/>
                    <a:pt x="2636" y="4085"/>
                    <a:pt x="2545" y="4085"/>
                  </a:cubicBezTo>
                  <a:cubicBezTo>
                    <a:pt x="2545" y="4063"/>
                    <a:pt x="2545" y="4041"/>
                    <a:pt x="2545" y="4018"/>
                  </a:cubicBezTo>
                  <a:cubicBezTo>
                    <a:pt x="2434" y="4018"/>
                    <a:pt x="2324" y="4018"/>
                    <a:pt x="2210" y="4018"/>
                  </a:cubicBezTo>
                  <a:cubicBezTo>
                    <a:pt x="2210" y="3996"/>
                    <a:pt x="2210" y="3974"/>
                    <a:pt x="2210" y="3951"/>
                  </a:cubicBezTo>
                  <a:cubicBezTo>
                    <a:pt x="2121" y="3951"/>
                    <a:pt x="2033" y="3951"/>
                    <a:pt x="1942" y="3951"/>
                  </a:cubicBezTo>
                  <a:cubicBezTo>
                    <a:pt x="1942" y="3929"/>
                    <a:pt x="1942" y="3907"/>
                    <a:pt x="1942" y="3884"/>
                  </a:cubicBezTo>
                  <a:cubicBezTo>
                    <a:pt x="1876" y="3884"/>
                    <a:pt x="1809" y="3884"/>
                    <a:pt x="1741" y="3884"/>
                  </a:cubicBezTo>
                  <a:cubicBezTo>
                    <a:pt x="1741" y="3862"/>
                    <a:pt x="1741" y="3840"/>
                    <a:pt x="1741" y="3817"/>
                  </a:cubicBezTo>
                  <a:cubicBezTo>
                    <a:pt x="1675" y="3817"/>
                    <a:pt x="1608" y="3817"/>
                    <a:pt x="1540" y="3817"/>
                  </a:cubicBezTo>
                  <a:cubicBezTo>
                    <a:pt x="1540" y="3795"/>
                    <a:pt x="1540" y="3773"/>
                    <a:pt x="1540" y="3750"/>
                  </a:cubicBezTo>
                  <a:cubicBezTo>
                    <a:pt x="1474" y="3750"/>
                    <a:pt x="1408" y="3750"/>
                    <a:pt x="1339" y="3750"/>
                  </a:cubicBezTo>
                  <a:cubicBezTo>
                    <a:pt x="1339" y="3728"/>
                    <a:pt x="1339" y="3706"/>
                    <a:pt x="1339" y="3683"/>
                  </a:cubicBezTo>
                  <a:cubicBezTo>
                    <a:pt x="1273" y="3683"/>
                    <a:pt x="1207" y="3683"/>
                    <a:pt x="1138" y="3683"/>
                  </a:cubicBezTo>
                  <a:cubicBezTo>
                    <a:pt x="1138" y="3661"/>
                    <a:pt x="1138" y="3639"/>
                    <a:pt x="1138" y="3616"/>
                  </a:cubicBezTo>
                  <a:cubicBezTo>
                    <a:pt x="1094" y="3616"/>
                    <a:pt x="1050" y="3616"/>
                    <a:pt x="1004" y="3616"/>
                  </a:cubicBezTo>
                  <a:cubicBezTo>
                    <a:pt x="1004" y="3594"/>
                    <a:pt x="1004" y="3572"/>
                    <a:pt x="1004" y="3549"/>
                  </a:cubicBezTo>
                  <a:cubicBezTo>
                    <a:pt x="960" y="3549"/>
                    <a:pt x="916" y="3549"/>
                    <a:pt x="871" y="3549"/>
                  </a:cubicBezTo>
                  <a:cubicBezTo>
                    <a:pt x="871" y="3527"/>
                    <a:pt x="871" y="3505"/>
                    <a:pt x="871" y="3482"/>
                  </a:cubicBezTo>
                  <a:cubicBezTo>
                    <a:pt x="826" y="3482"/>
                    <a:pt x="782" y="3482"/>
                    <a:pt x="737" y="3482"/>
                  </a:cubicBezTo>
                  <a:cubicBezTo>
                    <a:pt x="737" y="3460"/>
                    <a:pt x="737" y="3438"/>
                    <a:pt x="737" y="3415"/>
                  </a:cubicBezTo>
                  <a:cubicBezTo>
                    <a:pt x="715" y="3415"/>
                    <a:pt x="692" y="3415"/>
                    <a:pt x="670" y="3415"/>
                  </a:cubicBezTo>
                  <a:cubicBezTo>
                    <a:pt x="670" y="3393"/>
                    <a:pt x="670" y="3371"/>
                    <a:pt x="670" y="3348"/>
                  </a:cubicBezTo>
                  <a:cubicBezTo>
                    <a:pt x="625" y="3348"/>
                    <a:pt x="581" y="3348"/>
                    <a:pt x="536" y="3348"/>
                  </a:cubicBezTo>
                  <a:cubicBezTo>
                    <a:pt x="536" y="3326"/>
                    <a:pt x="536" y="3304"/>
                    <a:pt x="536" y="3281"/>
                  </a:cubicBezTo>
                  <a:cubicBezTo>
                    <a:pt x="514" y="3281"/>
                    <a:pt x="492" y="3281"/>
                    <a:pt x="469" y="3281"/>
                  </a:cubicBezTo>
                  <a:cubicBezTo>
                    <a:pt x="469" y="3259"/>
                    <a:pt x="469" y="3237"/>
                    <a:pt x="469" y="3214"/>
                  </a:cubicBezTo>
                  <a:cubicBezTo>
                    <a:pt x="425" y="3214"/>
                    <a:pt x="380" y="3214"/>
                    <a:pt x="335" y="3214"/>
                  </a:cubicBezTo>
                  <a:cubicBezTo>
                    <a:pt x="335" y="3192"/>
                    <a:pt x="335" y="3170"/>
                    <a:pt x="335" y="3147"/>
                  </a:cubicBezTo>
                  <a:cubicBezTo>
                    <a:pt x="313" y="3147"/>
                    <a:pt x="291" y="3147"/>
                    <a:pt x="268" y="3147"/>
                  </a:cubicBezTo>
                  <a:cubicBezTo>
                    <a:pt x="268" y="3125"/>
                    <a:pt x="268" y="3103"/>
                    <a:pt x="268" y="3080"/>
                  </a:cubicBezTo>
                  <a:cubicBezTo>
                    <a:pt x="246" y="3080"/>
                    <a:pt x="224" y="3080"/>
                    <a:pt x="201" y="3080"/>
                  </a:cubicBezTo>
                  <a:cubicBezTo>
                    <a:pt x="201" y="3036"/>
                    <a:pt x="201" y="2992"/>
                    <a:pt x="201" y="2946"/>
                  </a:cubicBezTo>
                  <a:cubicBezTo>
                    <a:pt x="179" y="2946"/>
                    <a:pt x="157" y="2946"/>
                    <a:pt x="134" y="2946"/>
                  </a:cubicBezTo>
                  <a:cubicBezTo>
                    <a:pt x="134" y="2924"/>
                    <a:pt x="134" y="2902"/>
                    <a:pt x="134" y="2879"/>
                  </a:cubicBezTo>
                  <a:cubicBezTo>
                    <a:pt x="112" y="2879"/>
                    <a:pt x="90" y="2879"/>
                    <a:pt x="67" y="2879"/>
                  </a:cubicBezTo>
                  <a:cubicBezTo>
                    <a:pt x="67" y="2813"/>
                    <a:pt x="67" y="2747"/>
                    <a:pt x="67" y="2679"/>
                  </a:cubicBezTo>
                  <a:cubicBezTo>
                    <a:pt x="45" y="2679"/>
                    <a:pt x="23" y="2679"/>
                    <a:pt x="0" y="2679"/>
                  </a:cubicBezTo>
                  <a:cubicBezTo>
                    <a:pt x="0" y="1817"/>
                    <a:pt x="0" y="955"/>
                    <a:pt x="0" y="67"/>
                  </a:cubicBezTo>
                  <a:cubicBezTo>
                    <a:pt x="22" y="67"/>
                    <a:pt x="44" y="67"/>
                    <a:pt x="67" y="67"/>
                  </a:cubicBezTo>
                  <a:cubicBezTo>
                    <a:pt x="67" y="45"/>
                    <a:pt x="67" y="23"/>
                    <a:pt x="67" y="0"/>
                  </a:cubicBezTo>
                  <a:close/>
                  <a:moveTo>
                    <a:pt x="9308" y="1540"/>
                  </a:moveTo>
                  <a:cubicBezTo>
                    <a:pt x="9308" y="1562"/>
                    <a:pt x="9308" y="1584"/>
                    <a:pt x="9308" y="1607"/>
                  </a:cubicBezTo>
                  <a:cubicBezTo>
                    <a:pt x="9242" y="1607"/>
                    <a:pt x="9175" y="1607"/>
                    <a:pt x="9107" y="1607"/>
                  </a:cubicBezTo>
                  <a:cubicBezTo>
                    <a:pt x="9107" y="1629"/>
                    <a:pt x="9107" y="1651"/>
                    <a:pt x="9107" y="1674"/>
                  </a:cubicBezTo>
                  <a:cubicBezTo>
                    <a:pt x="9085" y="1674"/>
                    <a:pt x="9063" y="1674"/>
                    <a:pt x="9040" y="1674"/>
                  </a:cubicBezTo>
                  <a:cubicBezTo>
                    <a:pt x="9040" y="1696"/>
                    <a:pt x="9040" y="1718"/>
                    <a:pt x="9040" y="1741"/>
                  </a:cubicBezTo>
                  <a:cubicBezTo>
                    <a:pt x="9018" y="1741"/>
                    <a:pt x="8996" y="1741"/>
                    <a:pt x="8973" y="1741"/>
                  </a:cubicBezTo>
                  <a:cubicBezTo>
                    <a:pt x="8973" y="1763"/>
                    <a:pt x="8973" y="1785"/>
                    <a:pt x="8973" y="1808"/>
                  </a:cubicBezTo>
                  <a:cubicBezTo>
                    <a:pt x="8951" y="1808"/>
                    <a:pt x="8929" y="1808"/>
                    <a:pt x="8906" y="1808"/>
                  </a:cubicBezTo>
                  <a:cubicBezTo>
                    <a:pt x="8906" y="1830"/>
                    <a:pt x="8906" y="1852"/>
                    <a:pt x="8906" y="1875"/>
                  </a:cubicBezTo>
                  <a:cubicBezTo>
                    <a:pt x="8884" y="1875"/>
                    <a:pt x="8862" y="1875"/>
                    <a:pt x="8839" y="1875"/>
                  </a:cubicBezTo>
                  <a:cubicBezTo>
                    <a:pt x="8839" y="1897"/>
                    <a:pt x="8839" y="1919"/>
                    <a:pt x="8839" y="1942"/>
                  </a:cubicBezTo>
                  <a:cubicBezTo>
                    <a:pt x="8817" y="1942"/>
                    <a:pt x="8795" y="1942"/>
                    <a:pt x="8772" y="1942"/>
                  </a:cubicBezTo>
                  <a:cubicBezTo>
                    <a:pt x="8772" y="2008"/>
                    <a:pt x="8772" y="2075"/>
                    <a:pt x="8772" y="2143"/>
                  </a:cubicBezTo>
                  <a:cubicBezTo>
                    <a:pt x="8750" y="2143"/>
                    <a:pt x="8728" y="2143"/>
                    <a:pt x="8705" y="2143"/>
                  </a:cubicBezTo>
                  <a:cubicBezTo>
                    <a:pt x="8705" y="2253"/>
                    <a:pt x="8705" y="2364"/>
                    <a:pt x="8705" y="2478"/>
                  </a:cubicBezTo>
                  <a:cubicBezTo>
                    <a:pt x="8727" y="2478"/>
                    <a:pt x="8750" y="2478"/>
                    <a:pt x="8772" y="2478"/>
                  </a:cubicBezTo>
                  <a:cubicBezTo>
                    <a:pt x="8772" y="2544"/>
                    <a:pt x="8772" y="2610"/>
                    <a:pt x="8772" y="2679"/>
                  </a:cubicBezTo>
                  <a:cubicBezTo>
                    <a:pt x="8794" y="2679"/>
                    <a:pt x="8817" y="2679"/>
                    <a:pt x="8839" y="2679"/>
                  </a:cubicBezTo>
                  <a:cubicBezTo>
                    <a:pt x="8839" y="2701"/>
                    <a:pt x="8839" y="2723"/>
                    <a:pt x="8839" y="2746"/>
                  </a:cubicBezTo>
                  <a:cubicBezTo>
                    <a:pt x="8861" y="2746"/>
                    <a:pt x="8883" y="2746"/>
                    <a:pt x="8906" y="2746"/>
                  </a:cubicBezTo>
                  <a:cubicBezTo>
                    <a:pt x="8906" y="2768"/>
                    <a:pt x="8906" y="2790"/>
                    <a:pt x="8906" y="2812"/>
                  </a:cubicBezTo>
                  <a:cubicBezTo>
                    <a:pt x="8928" y="2812"/>
                    <a:pt x="8950" y="2812"/>
                    <a:pt x="8973" y="2812"/>
                  </a:cubicBezTo>
                  <a:cubicBezTo>
                    <a:pt x="8973" y="2835"/>
                    <a:pt x="8973" y="2857"/>
                    <a:pt x="8973" y="2879"/>
                  </a:cubicBezTo>
                  <a:cubicBezTo>
                    <a:pt x="8995" y="2879"/>
                    <a:pt x="9017" y="2879"/>
                    <a:pt x="9040" y="2879"/>
                  </a:cubicBezTo>
                  <a:cubicBezTo>
                    <a:pt x="9040" y="2902"/>
                    <a:pt x="9040" y="2924"/>
                    <a:pt x="9040" y="2946"/>
                  </a:cubicBezTo>
                  <a:cubicBezTo>
                    <a:pt x="9062" y="2946"/>
                    <a:pt x="9084" y="2946"/>
                    <a:pt x="9107" y="2946"/>
                  </a:cubicBezTo>
                  <a:cubicBezTo>
                    <a:pt x="9107" y="2969"/>
                    <a:pt x="9107" y="2991"/>
                    <a:pt x="9107" y="3013"/>
                  </a:cubicBezTo>
                  <a:cubicBezTo>
                    <a:pt x="9173" y="3013"/>
                    <a:pt x="9240" y="3013"/>
                    <a:pt x="9308" y="3013"/>
                  </a:cubicBezTo>
                  <a:cubicBezTo>
                    <a:pt x="9308" y="3035"/>
                    <a:pt x="9308" y="3058"/>
                    <a:pt x="9308" y="3080"/>
                  </a:cubicBezTo>
                  <a:cubicBezTo>
                    <a:pt x="9419" y="3080"/>
                    <a:pt x="9529" y="3080"/>
                    <a:pt x="9643" y="3080"/>
                  </a:cubicBezTo>
                  <a:cubicBezTo>
                    <a:pt x="9643" y="3058"/>
                    <a:pt x="9643" y="3036"/>
                    <a:pt x="9643" y="3013"/>
                  </a:cubicBezTo>
                  <a:cubicBezTo>
                    <a:pt x="9687" y="3013"/>
                    <a:pt x="9731" y="3013"/>
                    <a:pt x="9777" y="3013"/>
                  </a:cubicBezTo>
                  <a:cubicBezTo>
                    <a:pt x="9777" y="2991"/>
                    <a:pt x="9777" y="2969"/>
                    <a:pt x="9777" y="2946"/>
                  </a:cubicBezTo>
                  <a:cubicBezTo>
                    <a:pt x="9821" y="2946"/>
                    <a:pt x="9865" y="2946"/>
                    <a:pt x="9911" y="2946"/>
                  </a:cubicBezTo>
                  <a:cubicBezTo>
                    <a:pt x="9911" y="2924"/>
                    <a:pt x="9911" y="2902"/>
                    <a:pt x="9911" y="2879"/>
                  </a:cubicBezTo>
                  <a:cubicBezTo>
                    <a:pt x="9933" y="2879"/>
                    <a:pt x="9955" y="2879"/>
                    <a:pt x="9978" y="2879"/>
                  </a:cubicBezTo>
                  <a:cubicBezTo>
                    <a:pt x="9978" y="2857"/>
                    <a:pt x="9978" y="2835"/>
                    <a:pt x="9978" y="2812"/>
                  </a:cubicBezTo>
                  <a:cubicBezTo>
                    <a:pt x="10000" y="2812"/>
                    <a:pt x="10022" y="2812"/>
                    <a:pt x="10045" y="2812"/>
                  </a:cubicBezTo>
                  <a:cubicBezTo>
                    <a:pt x="10045" y="2790"/>
                    <a:pt x="10045" y="2768"/>
                    <a:pt x="10045" y="2746"/>
                  </a:cubicBezTo>
                  <a:cubicBezTo>
                    <a:pt x="10067" y="2746"/>
                    <a:pt x="10089" y="2746"/>
                    <a:pt x="10112" y="2746"/>
                  </a:cubicBezTo>
                  <a:cubicBezTo>
                    <a:pt x="10112" y="2723"/>
                    <a:pt x="10112" y="2701"/>
                    <a:pt x="10112" y="2679"/>
                  </a:cubicBezTo>
                  <a:cubicBezTo>
                    <a:pt x="10134" y="2679"/>
                    <a:pt x="10156" y="2679"/>
                    <a:pt x="10179" y="2679"/>
                  </a:cubicBezTo>
                  <a:cubicBezTo>
                    <a:pt x="10179" y="2612"/>
                    <a:pt x="10179" y="2546"/>
                    <a:pt x="10179" y="2478"/>
                  </a:cubicBezTo>
                  <a:cubicBezTo>
                    <a:pt x="10201" y="2478"/>
                    <a:pt x="10223" y="2478"/>
                    <a:pt x="10246" y="2478"/>
                  </a:cubicBezTo>
                  <a:cubicBezTo>
                    <a:pt x="10246" y="2345"/>
                    <a:pt x="10246" y="2212"/>
                    <a:pt x="10246" y="2076"/>
                  </a:cubicBezTo>
                  <a:cubicBezTo>
                    <a:pt x="10223" y="2076"/>
                    <a:pt x="10201" y="2076"/>
                    <a:pt x="10179" y="2076"/>
                  </a:cubicBezTo>
                  <a:cubicBezTo>
                    <a:pt x="10179" y="2032"/>
                    <a:pt x="10179" y="1987"/>
                    <a:pt x="10179" y="1942"/>
                  </a:cubicBezTo>
                  <a:cubicBezTo>
                    <a:pt x="10156" y="1942"/>
                    <a:pt x="10134" y="1942"/>
                    <a:pt x="10112" y="1942"/>
                  </a:cubicBezTo>
                  <a:cubicBezTo>
                    <a:pt x="10112" y="1898"/>
                    <a:pt x="10112" y="1854"/>
                    <a:pt x="10112" y="1808"/>
                  </a:cubicBezTo>
                  <a:cubicBezTo>
                    <a:pt x="10090" y="1808"/>
                    <a:pt x="10067" y="1808"/>
                    <a:pt x="10045" y="1808"/>
                  </a:cubicBezTo>
                  <a:cubicBezTo>
                    <a:pt x="10045" y="1786"/>
                    <a:pt x="10045" y="1764"/>
                    <a:pt x="10045" y="1741"/>
                  </a:cubicBezTo>
                  <a:cubicBezTo>
                    <a:pt x="10000" y="1741"/>
                    <a:pt x="9956" y="1741"/>
                    <a:pt x="9911" y="1741"/>
                  </a:cubicBezTo>
                  <a:cubicBezTo>
                    <a:pt x="9911" y="1719"/>
                    <a:pt x="9911" y="1697"/>
                    <a:pt x="9911" y="1674"/>
                  </a:cubicBezTo>
                  <a:cubicBezTo>
                    <a:pt x="9889" y="1674"/>
                    <a:pt x="9867" y="1674"/>
                    <a:pt x="9844" y="1674"/>
                  </a:cubicBezTo>
                  <a:cubicBezTo>
                    <a:pt x="9844" y="1652"/>
                    <a:pt x="9844" y="1630"/>
                    <a:pt x="9844" y="1607"/>
                  </a:cubicBezTo>
                  <a:cubicBezTo>
                    <a:pt x="9777" y="1607"/>
                    <a:pt x="9711" y="1607"/>
                    <a:pt x="9643" y="1607"/>
                  </a:cubicBezTo>
                  <a:cubicBezTo>
                    <a:pt x="9643" y="1585"/>
                    <a:pt x="9643" y="1563"/>
                    <a:pt x="9643" y="1540"/>
                  </a:cubicBezTo>
                  <a:cubicBezTo>
                    <a:pt x="9532" y="1540"/>
                    <a:pt x="9422" y="1540"/>
                    <a:pt x="9308" y="1540"/>
                  </a:cubicBezTo>
                  <a:close/>
                </a:path>
              </a:pathLst>
            </a:custGeom>
            <a:solidFill>
              <a:srgbClr val="ACB5E9"/>
            </a:solidFill>
            <a:ln w="425" cap="flat">
              <a:noFill/>
            </a:ln>
          </p:spPr>
        </p:sp>
        <p:sp>
          <p:nvSpPr>
            <p:cNvPr id="1718" name="ICON_HARNESS_DATA_path_002"/>
            <p:cNvSpPr/>
            <p:nvPr/>
          </p:nvSpPr>
          <p:spPr>
            <a:xfrm>
              <a:off x="3034393" y="6563179"/>
              <a:ext cx="143725" cy="54429"/>
            </a:xfrm>
            <a:custGeom>
              <a:avLst/>
              <a:gdLst/>
              <a:ahLst/>
              <a:cxnLst/>
              <a:rect l="0" t="0" r="r" b="b"/>
              <a:pathLst>
                <a:path w="11317" h="4286" fill="norm" stroke="0">
                  <a:moveTo>
                    <a:pt x="0" y="0"/>
                  </a:moveTo>
                  <a:cubicBezTo>
                    <a:pt x="66" y="0"/>
                    <a:pt x="133" y="0"/>
                    <a:pt x="201" y="0"/>
                  </a:cubicBezTo>
                  <a:cubicBezTo>
                    <a:pt x="201" y="22"/>
                    <a:pt x="201" y="44"/>
                    <a:pt x="201" y="67"/>
                  </a:cubicBezTo>
                  <a:cubicBezTo>
                    <a:pt x="223" y="67"/>
                    <a:pt x="245" y="67"/>
                    <a:pt x="268" y="67"/>
                  </a:cubicBezTo>
                  <a:cubicBezTo>
                    <a:pt x="268" y="89"/>
                    <a:pt x="268" y="111"/>
                    <a:pt x="268" y="134"/>
                  </a:cubicBezTo>
                  <a:cubicBezTo>
                    <a:pt x="290" y="134"/>
                    <a:pt x="312" y="134"/>
                    <a:pt x="335" y="134"/>
                  </a:cubicBezTo>
                  <a:cubicBezTo>
                    <a:pt x="335" y="156"/>
                    <a:pt x="335" y="178"/>
                    <a:pt x="335" y="201"/>
                  </a:cubicBezTo>
                  <a:cubicBezTo>
                    <a:pt x="379" y="201"/>
                    <a:pt x="423" y="201"/>
                    <a:pt x="469" y="201"/>
                  </a:cubicBezTo>
                  <a:cubicBezTo>
                    <a:pt x="469" y="223"/>
                    <a:pt x="469" y="245"/>
                    <a:pt x="469" y="268"/>
                  </a:cubicBezTo>
                  <a:cubicBezTo>
                    <a:pt x="513" y="268"/>
                    <a:pt x="557" y="268"/>
                    <a:pt x="603" y="268"/>
                  </a:cubicBezTo>
                  <a:cubicBezTo>
                    <a:pt x="603" y="290"/>
                    <a:pt x="603" y="312"/>
                    <a:pt x="603" y="335"/>
                  </a:cubicBezTo>
                  <a:cubicBezTo>
                    <a:pt x="625" y="335"/>
                    <a:pt x="647" y="335"/>
                    <a:pt x="670" y="335"/>
                  </a:cubicBezTo>
                  <a:cubicBezTo>
                    <a:pt x="670" y="357"/>
                    <a:pt x="670" y="379"/>
                    <a:pt x="670" y="402"/>
                  </a:cubicBezTo>
                  <a:cubicBezTo>
                    <a:pt x="714" y="402"/>
                    <a:pt x="758" y="402"/>
                    <a:pt x="804" y="402"/>
                  </a:cubicBezTo>
                  <a:cubicBezTo>
                    <a:pt x="804" y="424"/>
                    <a:pt x="804" y="446"/>
                    <a:pt x="804" y="469"/>
                  </a:cubicBezTo>
                  <a:cubicBezTo>
                    <a:pt x="870" y="469"/>
                    <a:pt x="936" y="469"/>
                    <a:pt x="1004" y="469"/>
                  </a:cubicBezTo>
                  <a:cubicBezTo>
                    <a:pt x="1004" y="491"/>
                    <a:pt x="1004" y="513"/>
                    <a:pt x="1004" y="536"/>
                  </a:cubicBezTo>
                  <a:cubicBezTo>
                    <a:pt x="1049" y="536"/>
                    <a:pt x="1093" y="536"/>
                    <a:pt x="1138" y="536"/>
                  </a:cubicBezTo>
                  <a:cubicBezTo>
                    <a:pt x="1138" y="558"/>
                    <a:pt x="1138" y="580"/>
                    <a:pt x="1138" y="603"/>
                  </a:cubicBezTo>
                  <a:cubicBezTo>
                    <a:pt x="1205" y="603"/>
                    <a:pt x="1271" y="603"/>
                    <a:pt x="1339" y="603"/>
                  </a:cubicBezTo>
                  <a:cubicBezTo>
                    <a:pt x="1339" y="625"/>
                    <a:pt x="1339" y="647"/>
                    <a:pt x="1339" y="670"/>
                  </a:cubicBezTo>
                  <a:cubicBezTo>
                    <a:pt x="1406" y="670"/>
                    <a:pt x="1472" y="670"/>
                    <a:pt x="1540" y="670"/>
                  </a:cubicBezTo>
                  <a:cubicBezTo>
                    <a:pt x="1540" y="692"/>
                    <a:pt x="1540" y="714"/>
                    <a:pt x="1540" y="737"/>
                  </a:cubicBezTo>
                  <a:cubicBezTo>
                    <a:pt x="1606" y="737"/>
                    <a:pt x="1673" y="737"/>
                    <a:pt x="1741" y="737"/>
                  </a:cubicBezTo>
                  <a:cubicBezTo>
                    <a:pt x="1741" y="759"/>
                    <a:pt x="1741" y="781"/>
                    <a:pt x="1741" y="804"/>
                  </a:cubicBezTo>
                  <a:cubicBezTo>
                    <a:pt x="1829" y="804"/>
                    <a:pt x="1918" y="804"/>
                    <a:pt x="2009" y="804"/>
                  </a:cubicBezTo>
                  <a:cubicBezTo>
                    <a:pt x="2009" y="826"/>
                    <a:pt x="2009" y="848"/>
                    <a:pt x="2009" y="871"/>
                  </a:cubicBezTo>
                  <a:cubicBezTo>
                    <a:pt x="2075" y="871"/>
                    <a:pt x="2142" y="871"/>
                    <a:pt x="2210" y="871"/>
                  </a:cubicBezTo>
                  <a:cubicBezTo>
                    <a:pt x="2210" y="893"/>
                    <a:pt x="2210" y="915"/>
                    <a:pt x="2210" y="938"/>
                  </a:cubicBezTo>
                  <a:cubicBezTo>
                    <a:pt x="2320" y="938"/>
                    <a:pt x="2431" y="938"/>
                    <a:pt x="2545" y="938"/>
                  </a:cubicBezTo>
                  <a:cubicBezTo>
                    <a:pt x="2545" y="960"/>
                    <a:pt x="2545" y="982"/>
                    <a:pt x="2545" y="1004"/>
                  </a:cubicBezTo>
                  <a:cubicBezTo>
                    <a:pt x="2655" y="1004"/>
                    <a:pt x="2766" y="1004"/>
                    <a:pt x="2879" y="1004"/>
                  </a:cubicBezTo>
                  <a:cubicBezTo>
                    <a:pt x="2879" y="1027"/>
                    <a:pt x="2879" y="1049"/>
                    <a:pt x="2879" y="1071"/>
                  </a:cubicBezTo>
                  <a:cubicBezTo>
                    <a:pt x="3034" y="1071"/>
                    <a:pt x="3189" y="1071"/>
                    <a:pt x="3348" y="1071"/>
                  </a:cubicBezTo>
                  <a:cubicBezTo>
                    <a:pt x="3348" y="1094"/>
                    <a:pt x="3348" y="1116"/>
                    <a:pt x="3348" y="1138"/>
                  </a:cubicBezTo>
                  <a:cubicBezTo>
                    <a:pt x="3525" y="1138"/>
                    <a:pt x="3702" y="1138"/>
                    <a:pt x="3884" y="1138"/>
                  </a:cubicBezTo>
                  <a:cubicBezTo>
                    <a:pt x="3884" y="1160"/>
                    <a:pt x="3884" y="1183"/>
                    <a:pt x="3884" y="1205"/>
                  </a:cubicBezTo>
                  <a:cubicBezTo>
                    <a:pt x="4171" y="1205"/>
                    <a:pt x="4458" y="1205"/>
                    <a:pt x="4754" y="1205"/>
                  </a:cubicBezTo>
                  <a:cubicBezTo>
                    <a:pt x="4754" y="1227"/>
                    <a:pt x="4754" y="1250"/>
                    <a:pt x="4754" y="1272"/>
                  </a:cubicBezTo>
                  <a:cubicBezTo>
                    <a:pt x="5373" y="1272"/>
                    <a:pt x="5992" y="1272"/>
                    <a:pt x="6629" y="1272"/>
                  </a:cubicBezTo>
                  <a:cubicBezTo>
                    <a:pt x="6629" y="1250"/>
                    <a:pt x="6629" y="1228"/>
                    <a:pt x="6629" y="1205"/>
                  </a:cubicBezTo>
                  <a:cubicBezTo>
                    <a:pt x="6939" y="1205"/>
                    <a:pt x="7248" y="1205"/>
                    <a:pt x="7567" y="1205"/>
                  </a:cubicBezTo>
                  <a:cubicBezTo>
                    <a:pt x="7567" y="1183"/>
                    <a:pt x="7567" y="1161"/>
                    <a:pt x="7567" y="1138"/>
                  </a:cubicBezTo>
                  <a:cubicBezTo>
                    <a:pt x="7722" y="1138"/>
                    <a:pt x="7876" y="1138"/>
                    <a:pt x="8036" y="1138"/>
                  </a:cubicBezTo>
                  <a:cubicBezTo>
                    <a:pt x="8036" y="1116"/>
                    <a:pt x="8036" y="1094"/>
                    <a:pt x="8036" y="1071"/>
                  </a:cubicBezTo>
                  <a:cubicBezTo>
                    <a:pt x="8168" y="1071"/>
                    <a:pt x="8301" y="1071"/>
                    <a:pt x="8438" y="1071"/>
                  </a:cubicBezTo>
                  <a:cubicBezTo>
                    <a:pt x="8438" y="1049"/>
                    <a:pt x="8438" y="1027"/>
                    <a:pt x="8438" y="1004"/>
                  </a:cubicBezTo>
                  <a:cubicBezTo>
                    <a:pt x="8570" y="1004"/>
                    <a:pt x="8703" y="1004"/>
                    <a:pt x="8839" y="1004"/>
                  </a:cubicBezTo>
                  <a:cubicBezTo>
                    <a:pt x="8839" y="982"/>
                    <a:pt x="8839" y="960"/>
                    <a:pt x="8839" y="938"/>
                  </a:cubicBezTo>
                  <a:cubicBezTo>
                    <a:pt x="8950" y="938"/>
                    <a:pt x="9060" y="938"/>
                    <a:pt x="9174" y="938"/>
                  </a:cubicBezTo>
                  <a:cubicBezTo>
                    <a:pt x="9174" y="915"/>
                    <a:pt x="9174" y="893"/>
                    <a:pt x="9174" y="871"/>
                  </a:cubicBezTo>
                  <a:cubicBezTo>
                    <a:pt x="9262" y="871"/>
                    <a:pt x="9351" y="871"/>
                    <a:pt x="9442" y="871"/>
                  </a:cubicBezTo>
                  <a:cubicBezTo>
                    <a:pt x="9442" y="848"/>
                    <a:pt x="9442" y="826"/>
                    <a:pt x="9442" y="804"/>
                  </a:cubicBezTo>
                  <a:cubicBezTo>
                    <a:pt x="9508" y="804"/>
                    <a:pt x="9575" y="804"/>
                    <a:pt x="9643" y="804"/>
                  </a:cubicBezTo>
                  <a:cubicBezTo>
                    <a:pt x="9643" y="781"/>
                    <a:pt x="9643" y="759"/>
                    <a:pt x="9643" y="737"/>
                  </a:cubicBezTo>
                  <a:cubicBezTo>
                    <a:pt x="9709" y="737"/>
                    <a:pt x="9775" y="737"/>
                    <a:pt x="9844" y="737"/>
                  </a:cubicBezTo>
                  <a:cubicBezTo>
                    <a:pt x="9844" y="715"/>
                    <a:pt x="9844" y="692"/>
                    <a:pt x="9844" y="670"/>
                  </a:cubicBezTo>
                  <a:cubicBezTo>
                    <a:pt x="9910" y="670"/>
                    <a:pt x="9976" y="670"/>
                    <a:pt x="10045" y="670"/>
                  </a:cubicBezTo>
                  <a:cubicBezTo>
                    <a:pt x="10045" y="648"/>
                    <a:pt x="10045" y="625"/>
                    <a:pt x="10045" y="603"/>
                  </a:cubicBezTo>
                  <a:cubicBezTo>
                    <a:pt x="10111" y="603"/>
                    <a:pt x="10177" y="603"/>
                    <a:pt x="10246" y="603"/>
                  </a:cubicBezTo>
                  <a:cubicBezTo>
                    <a:pt x="10246" y="581"/>
                    <a:pt x="10246" y="558"/>
                    <a:pt x="10246" y="536"/>
                  </a:cubicBezTo>
                  <a:cubicBezTo>
                    <a:pt x="10290" y="536"/>
                    <a:pt x="10334" y="536"/>
                    <a:pt x="10379" y="536"/>
                  </a:cubicBezTo>
                  <a:cubicBezTo>
                    <a:pt x="10379" y="514"/>
                    <a:pt x="10379" y="492"/>
                    <a:pt x="10379" y="469"/>
                  </a:cubicBezTo>
                  <a:cubicBezTo>
                    <a:pt x="10424" y="469"/>
                    <a:pt x="10468" y="469"/>
                    <a:pt x="10513" y="469"/>
                  </a:cubicBezTo>
                  <a:cubicBezTo>
                    <a:pt x="10513" y="447"/>
                    <a:pt x="10513" y="425"/>
                    <a:pt x="10513" y="402"/>
                  </a:cubicBezTo>
                  <a:cubicBezTo>
                    <a:pt x="10558" y="402"/>
                    <a:pt x="10602" y="402"/>
                    <a:pt x="10647" y="402"/>
                  </a:cubicBezTo>
                  <a:cubicBezTo>
                    <a:pt x="10647" y="380"/>
                    <a:pt x="10647" y="358"/>
                    <a:pt x="10647" y="335"/>
                  </a:cubicBezTo>
                  <a:cubicBezTo>
                    <a:pt x="10692" y="335"/>
                    <a:pt x="10736" y="335"/>
                    <a:pt x="10781" y="335"/>
                  </a:cubicBezTo>
                  <a:cubicBezTo>
                    <a:pt x="10781" y="313"/>
                    <a:pt x="10781" y="291"/>
                    <a:pt x="10781" y="268"/>
                  </a:cubicBezTo>
                  <a:cubicBezTo>
                    <a:pt x="10803" y="268"/>
                    <a:pt x="10825" y="268"/>
                    <a:pt x="10848" y="268"/>
                  </a:cubicBezTo>
                  <a:cubicBezTo>
                    <a:pt x="10848" y="246"/>
                    <a:pt x="10848" y="224"/>
                    <a:pt x="10848" y="201"/>
                  </a:cubicBezTo>
                  <a:cubicBezTo>
                    <a:pt x="10892" y="201"/>
                    <a:pt x="10937" y="201"/>
                    <a:pt x="10982" y="201"/>
                  </a:cubicBezTo>
                  <a:cubicBezTo>
                    <a:pt x="10982" y="179"/>
                    <a:pt x="10982" y="157"/>
                    <a:pt x="10982" y="134"/>
                  </a:cubicBezTo>
                  <a:cubicBezTo>
                    <a:pt x="11026" y="134"/>
                    <a:pt x="11071" y="134"/>
                    <a:pt x="11116" y="134"/>
                  </a:cubicBezTo>
                  <a:cubicBezTo>
                    <a:pt x="11116" y="112"/>
                    <a:pt x="11116" y="90"/>
                    <a:pt x="11116" y="67"/>
                  </a:cubicBezTo>
                  <a:cubicBezTo>
                    <a:pt x="11138" y="67"/>
                    <a:pt x="11160" y="67"/>
                    <a:pt x="11183" y="67"/>
                  </a:cubicBezTo>
                  <a:cubicBezTo>
                    <a:pt x="11183" y="45"/>
                    <a:pt x="11183" y="23"/>
                    <a:pt x="11183" y="0"/>
                  </a:cubicBezTo>
                  <a:cubicBezTo>
                    <a:pt x="11227" y="0"/>
                    <a:pt x="11271" y="0"/>
                    <a:pt x="11317" y="0"/>
                  </a:cubicBezTo>
                  <a:cubicBezTo>
                    <a:pt x="11317" y="928"/>
                    <a:pt x="11317" y="1856"/>
                    <a:pt x="11317" y="2812"/>
                  </a:cubicBezTo>
                  <a:cubicBezTo>
                    <a:pt x="11295" y="2812"/>
                    <a:pt x="11273" y="2812"/>
                    <a:pt x="11250" y="2812"/>
                  </a:cubicBezTo>
                  <a:cubicBezTo>
                    <a:pt x="11250" y="2835"/>
                    <a:pt x="11250" y="2857"/>
                    <a:pt x="11250" y="2879"/>
                  </a:cubicBezTo>
                  <a:cubicBezTo>
                    <a:pt x="11228" y="2879"/>
                    <a:pt x="11206" y="2879"/>
                    <a:pt x="11183" y="2879"/>
                  </a:cubicBezTo>
                  <a:cubicBezTo>
                    <a:pt x="11183" y="2924"/>
                    <a:pt x="11183" y="2968"/>
                    <a:pt x="11183" y="3013"/>
                  </a:cubicBezTo>
                  <a:cubicBezTo>
                    <a:pt x="11161" y="3013"/>
                    <a:pt x="11139" y="3013"/>
                    <a:pt x="11116" y="3013"/>
                  </a:cubicBezTo>
                  <a:cubicBezTo>
                    <a:pt x="11116" y="3035"/>
                    <a:pt x="11116" y="3058"/>
                    <a:pt x="11116" y="3080"/>
                  </a:cubicBezTo>
                  <a:cubicBezTo>
                    <a:pt x="11094" y="3080"/>
                    <a:pt x="11072" y="3080"/>
                    <a:pt x="11049" y="3080"/>
                  </a:cubicBezTo>
                  <a:cubicBezTo>
                    <a:pt x="11049" y="3102"/>
                    <a:pt x="11049" y="3125"/>
                    <a:pt x="11049" y="3147"/>
                  </a:cubicBezTo>
                  <a:cubicBezTo>
                    <a:pt x="11005" y="3147"/>
                    <a:pt x="10961" y="3147"/>
                    <a:pt x="10915" y="3147"/>
                  </a:cubicBezTo>
                  <a:cubicBezTo>
                    <a:pt x="10915" y="3169"/>
                    <a:pt x="10915" y="3192"/>
                    <a:pt x="10915" y="3214"/>
                  </a:cubicBezTo>
                  <a:cubicBezTo>
                    <a:pt x="10893" y="3214"/>
                    <a:pt x="10871" y="3214"/>
                    <a:pt x="10848" y="3214"/>
                  </a:cubicBezTo>
                  <a:cubicBezTo>
                    <a:pt x="10848" y="3236"/>
                    <a:pt x="10848" y="3258"/>
                    <a:pt x="10848" y="3281"/>
                  </a:cubicBezTo>
                  <a:cubicBezTo>
                    <a:pt x="10826" y="3281"/>
                    <a:pt x="10804" y="3281"/>
                    <a:pt x="10781" y="3281"/>
                  </a:cubicBezTo>
                  <a:cubicBezTo>
                    <a:pt x="10781" y="3303"/>
                    <a:pt x="10781" y="3325"/>
                    <a:pt x="10781" y="3348"/>
                  </a:cubicBezTo>
                  <a:cubicBezTo>
                    <a:pt x="10737" y="3348"/>
                    <a:pt x="10693" y="3348"/>
                    <a:pt x="10647" y="3348"/>
                  </a:cubicBezTo>
                  <a:cubicBezTo>
                    <a:pt x="10647" y="3370"/>
                    <a:pt x="10647" y="3392"/>
                    <a:pt x="10647" y="3415"/>
                  </a:cubicBezTo>
                  <a:cubicBezTo>
                    <a:pt x="10603" y="3415"/>
                    <a:pt x="10559" y="3415"/>
                    <a:pt x="10513" y="3415"/>
                  </a:cubicBezTo>
                  <a:cubicBezTo>
                    <a:pt x="10513" y="3437"/>
                    <a:pt x="10513" y="3459"/>
                    <a:pt x="10513" y="3482"/>
                  </a:cubicBezTo>
                  <a:cubicBezTo>
                    <a:pt x="10469" y="3482"/>
                    <a:pt x="10425" y="3482"/>
                    <a:pt x="10379" y="3482"/>
                  </a:cubicBezTo>
                  <a:cubicBezTo>
                    <a:pt x="10379" y="3504"/>
                    <a:pt x="10379" y="3526"/>
                    <a:pt x="10379" y="3549"/>
                  </a:cubicBezTo>
                  <a:cubicBezTo>
                    <a:pt x="10335" y="3549"/>
                    <a:pt x="10291" y="3549"/>
                    <a:pt x="10246" y="3549"/>
                  </a:cubicBezTo>
                  <a:cubicBezTo>
                    <a:pt x="10246" y="3571"/>
                    <a:pt x="10246" y="3593"/>
                    <a:pt x="10246" y="3616"/>
                  </a:cubicBezTo>
                  <a:cubicBezTo>
                    <a:pt x="10179" y="3616"/>
                    <a:pt x="10113" y="3616"/>
                    <a:pt x="10045" y="3616"/>
                  </a:cubicBezTo>
                  <a:cubicBezTo>
                    <a:pt x="10045" y="3638"/>
                    <a:pt x="10045" y="3660"/>
                    <a:pt x="10045" y="3683"/>
                  </a:cubicBezTo>
                  <a:cubicBezTo>
                    <a:pt x="10000" y="3683"/>
                    <a:pt x="9956" y="3683"/>
                    <a:pt x="9911" y="3683"/>
                  </a:cubicBezTo>
                  <a:cubicBezTo>
                    <a:pt x="9911" y="3705"/>
                    <a:pt x="9911" y="3727"/>
                    <a:pt x="9911" y="3750"/>
                  </a:cubicBezTo>
                  <a:cubicBezTo>
                    <a:pt x="9822" y="3750"/>
                    <a:pt x="9734" y="3750"/>
                    <a:pt x="9643" y="3750"/>
                  </a:cubicBezTo>
                  <a:cubicBezTo>
                    <a:pt x="9643" y="3772"/>
                    <a:pt x="9643" y="3794"/>
                    <a:pt x="9643" y="3817"/>
                  </a:cubicBezTo>
                  <a:cubicBezTo>
                    <a:pt x="9577" y="3817"/>
                    <a:pt x="9510" y="3817"/>
                    <a:pt x="9442" y="3817"/>
                  </a:cubicBezTo>
                  <a:cubicBezTo>
                    <a:pt x="9442" y="3839"/>
                    <a:pt x="9442" y="3861"/>
                    <a:pt x="9442" y="3884"/>
                  </a:cubicBezTo>
                  <a:cubicBezTo>
                    <a:pt x="9354" y="3884"/>
                    <a:pt x="9265" y="3884"/>
                    <a:pt x="9174" y="3884"/>
                  </a:cubicBezTo>
                  <a:cubicBezTo>
                    <a:pt x="9174" y="3906"/>
                    <a:pt x="9174" y="3928"/>
                    <a:pt x="9174" y="3951"/>
                  </a:cubicBezTo>
                  <a:cubicBezTo>
                    <a:pt x="9086" y="3951"/>
                    <a:pt x="8997" y="3951"/>
                    <a:pt x="8906" y="3951"/>
                  </a:cubicBezTo>
                  <a:cubicBezTo>
                    <a:pt x="8906" y="3973"/>
                    <a:pt x="8906" y="3995"/>
                    <a:pt x="8906" y="4018"/>
                  </a:cubicBezTo>
                  <a:cubicBezTo>
                    <a:pt x="8796" y="4018"/>
                    <a:pt x="8685" y="4018"/>
                    <a:pt x="8571" y="4018"/>
                  </a:cubicBezTo>
                  <a:cubicBezTo>
                    <a:pt x="8571" y="4040"/>
                    <a:pt x="8571" y="4062"/>
                    <a:pt x="8571" y="4085"/>
                  </a:cubicBezTo>
                  <a:cubicBezTo>
                    <a:pt x="8461" y="4085"/>
                    <a:pt x="8350" y="4085"/>
                    <a:pt x="8237" y="4085"/>
                  </a:cubicBezTo>
                  <a:cubicBezTo>
                    <a:pt x="8237" y="4107"/>
                    <a:pt x="8237" y="4129"/>
                    <a:pt x="8237" y="4152"/>
                  </a:cubicBezTo>
                  <a:cubicBezTo>
                    <a:pt x="8060" y="4152"/>
                    <a:pt x="7883" y="4152"/>
                    <a:pt x="7701" y="4152"/>
                  </a:cubicBezTo>
                  <a:cubicBezTo>
                    <a:pt x="7701" y="4174"/>
                    <a:pt x="7701" y="4196"/>
                    <a:pt x="7701" y="4219"/>
                  </a:cubicBezTo>
                  <a:cubicBezTo>
                    <a:pt x="7480" y="4219"/>
                    <a:pt x="7259" y="4219"/>
                    <a:pt x="7031" y="4219"/>
                  </a:cubicBezTo>
                  <a:cubicBezTo>
                    <a:pt x="7031" y="4241"/>
                    <a:pt x="7031" y="4263"/>
                    <a:pt x="7031" y="4286"/>
                  </a:cubicBezTo>
                  <a:cubicBezTo>
                    <a:pt x="6169" y="4286"/>
                    <a:pt x="5308" y="4286"/>
                    <a:pt x="4420" y="4286"/>
                  </a:cubicBezTo>
                  <a:cubicBezTo>
                    <a:pt x="4420" y="4264"/>
                    <a:pt x="4420" y="4242"/>
                    <a:pt x="4420" y="4219"/>
                  </a:cubicBezTo>
                  <a:cubicBezTo>
                    <a:pt x="4177" y="4219"/>
                    <a:pt x="3933" y="4219"/>
                    <a:pt x="3683" y="4219"/>
                  </a:cubicBezTo>
                  <a:cubicBezTo>
                    <a:pt x="3683" y="4197"/>
                    <a:pt x="3683" y="4175"/>
                    <a:pt x="3683" y="4152"/>
                  </a:cubicBezTo>
                  <a:cubicBezTo>
                    <a:pt x="3528" y="4152"/>
                    <a:pt x="3374" y="4152"/>
                    <a:pt x="3214" y="4152"/>
                  </a:cubicBezTo>
                  <a:cubicBezTo>
                    <a:pt x="3214" y="4130"/>
                    <a:pt x="3214" y="4108"/>
                    <a:pt x="3214" y="4085"/>
                  </a:cubicBezTo>
                  <a:cubicBezTo>
                    <a:pt x="3082" y="4085"/>
                    <a:pt x="2949" y="4085"/>
                    <a:pt x="2812" y="4085"/>
                  </a:cubicBezTo>
                  <a:cubicBezTo>
                    <a:pt x="2812" y="4063"/>
                    <a:pt x="2812" y="4041"/>
                    <a:pt x="2812" y="4018"/>
                  </a:cubicBezTo>
                  <a:cubicBezTo>
                    <a:pt x="2702" y="4018"/>
                    <a:pt x="2592" y="4018"/>
                    <a:pt x="2478" y="4018"/>
                  </a:cubicBezTo>
                  <a:cubicBezTo>
                    <a:pt x="2478" y="3996"/>
                    <a:pt x="2478" y="3974"/>
                    <a:pt x="2478" y="3951"/>
                  </a:cubicBezTo>
                  <a:cubicBezTo>
                    <a:pt x="2389" y="3951"/>
                    <a:pt x="2301" y="3951"/>
                    <a:pt x="2210" y="3951"/>
                  </a:cubicBezTo>
                  <a:cubicBezTo>
                    <a:pt x="2210" y="3929"/>
                    <a:pt x="2210" y="3907"/>
                    <a:pt x="2210" y="3884"/>
                  </a:cubicBezTo>
                  <a:cubicBezTo>
                    <a:pt x="2121" y="3884"/>
                    <a:pt x="2033" y="3884"/>
                    <a:pt x="1942" y="3884"/>
                  </a:cubicBezTo>
                  <a:cubicBezTo>
                    <a:pt x="1942" y="3862"/>
                    <a:pt x="1942" y="3840"/>
                    <a:pt x="1942" y="3817"/>
                  </a:cubicBezTo>
                  <a:cubicBezTo>
                    <a:pt x="1854" y="3817"/>
                    <a:pt x="1765" y="3817"/>
                    <a:pt x="1674" y="3817"/>
                  </a:cubicBezTo>
                  <a:cubicBezTo>
                    <a:pt x="1674" y="3795"/>
                    <a:pt x="1674" y="3773"/>
                    <a:pt x="1674" y="3750"/>
                  </a:cubicBezTo>
                  <a:cubicBezTo>
                    <a:pt x="1608" y="3750"/>
                    <a:pt x="1542" y="3750"/>
                    <a:pt x="1473" y="3750"/>
                  </a:cubicBezTo>
                  <a:cubicBezTo>
                    <a:pt x="1473" y="3728"/>
                    <a:pt x="1473" y="3706"/>
                    <a:pt x="1473" y="3683"/>
                  </a:cubicBezTo>
                  <a:cubicBezTo>
                    <a:pt x="1429" y="3683"/>
                    <a:pt x="1385" y="3683"/>
                    <a:pt x="1339" y="3683"/>
                  </a:cubicBezTo>
                  <a:cubicBezTo>
                    <a:pt x="1339" y="3661"/>
                    <a:pt x="1339" y="3639"/>
                    <a:pt x="1339" y="3616"/>
                  </a:cubicBezTo>
                  <a:cubicBezTo>
                    <a:pt x="1273" y="3616"/>
                    <a:pt x="1207" y="3616"/>
                    <a:pt x="1138" y="3616"/>
                  </a:cubicBezTo>
                  <a:cubicBezTo>
                    <a:pt x="1138" y="3594"/>
                    <a:pt x="1138" y="3572"/>
                    <a:pt x="1138" y="3549"/>
                  </a:cubicBezTo>
                  <a:cubicBezTo>
                    <a:pt x="1094" y="3549"/>
                    <a:pt x="1050" y="3549"/>
                    <a:pt x="1004" y="3549"/>
                  </a:cubicBezTo>
                  <a:cubicBezTo>
                    <a:pt x="1004" y="3527"/>
                    <a:pt x="1004" y="3505"/>
                    <a:pt x="1004" y="3482"/>
                  </a:cubicBezTo>
                  <a:cubicBezTo>
                    <a:pt x="960" y="3482"/>
                    <a:pt x="916" y="3482"/>
                    <a:pt x="871" y="3482"/>
                  </a:cubicBezTo>
                  <a:cubicBezTo>
                    <a:pt x="871" y="3460"/>
                    <a:pt x="871" y="3438"/>
                    <a:pt x="871" y="3415"/>
                  </a:cubicBezTo>
                  <a:cubicBezTo>
                    <a:pt x="826" y="3415"/>
                    <a:pt x="782" y="3415"/>
                    <a:pt x="737" y="3415"/>
                  </a:cubicBezTo>
                  <a:cubicBezTo>
                    <a:pt x="737" y="3393"/>
                    <a:pt x="737" y="3371"/>
                    <a:pt x="737" y="3348"/>
                  </a:cubicBezTo>
                  <a:cubicBezTo>
                    <a:pt x="692" y="3348"/>
                    <a:pt x="648" y="3348"/>
                    <a:pt x="603" y="3348"/>
                  </a:cubicBezTo>
                  <a:cubicBezTo>
                    <a:pt x="603" y="3326"/>
                    <a:pt x="603" y="3304"/>
                    <a:pt x="603" y="3281"/>
                  </a:cubicBezTo>
                  <a:cubicBezTo>
                    <a:pt x="581" y="3281"/>
                    <a:pt x="558" y="3281"/>
                    <a:pt x="536" y="3281"/>
                  </a:cubicBezTo>
                  <a:cubicBezTo>
                    <a:pt x="536" y="3259"/>
                    <a:pt x="536" y="3237"/>
                    <a:pt x="536" y="3214"/>
                  </a:cubicBezTo>
                  <a:cubicBezTo>
                    <a:pt x="492" y="3214"/>
                    <a:pt x="447" y="3214"/>
                    <a:pt x="402" y="3214"/>
                  </a:cubicBezTo>
                  <a:cubicBezTo>
                    <a:pt x="402" y="3192"/>
                    <a:pt x="402" y="3170"/>
                    <a:pt x="402" y="3147"/>
                  </a:cubicBezTo>
                  <a:cubicBezTo>
                    <a:pt x="380" y="3147"/>
                    <a:pt x="358" y="3147"/>
                    <a:pt x="335" y="3147"/>
                  </a:cubicBezTo>
                  <a:cubicBezTo>
                    <a:pt x="335" y="3125"/>
                    <a:pt x="335" y="3103"/>
                    <a:pt x="335" y="3080"/>
                  </a:cubicBezTo>
                  <a:cubicBezTo>
                    <a:pt x="313" y="3080"/>
                    <a:pt x="291" y="3080"/>
                    <a:pt x="268" y="3080"/>
                  </a:cubicBezTo>
                  <a:cubicBezTo>
                    <a:pt x="268" y="3058"/>
                    <a:pt x="268" y="3036"/>
                    <a:pt x="268" y="3013"/>
                  </a:cubicBezTo>
                  <a:cubicBezTo>
                    <a:pt x="246" y="3013"/>
                    <a:pt x="224" y="3013"/>
                    <a:pt x="201" y="3013"/>
                  </a:cubicBezTo>
                  <a:cubicBezTo>
                    <a:pt x="201" y="2991"/>
                    <a:pt x="201" y="2969"/>
                    <a:pt x="201" y="2946"/>
                  </a:cubicBezTo>
                  <a:cubicBezTo>
                    <a:pt x="179" y="2946"/>
                    <a:pt x="157" y="2946"/>
                    <a:pt x="134" y="2946"/>
                  </a:cubicBezTo>
                  <a:cubicBezTo>
                    <a:pt x="134" y="2902"/>
                    <a:pt x="134" y="2858"/>
                    <a:pt x="134" y="2812"/>
                  </a:cubicBezTo>
                  <a:cubicBezTo>
                    <a:pt x="112" y="2812"/>
                    <a:pt x="90" y="2812"/>
                    <a:pt x="67" y="2812"/>
                  </a:cubicBezTo>
                  <a:cubicBezTo>
                    <a:pt x="67" y="2746"/>
                    <a:pt x="67" y="2680"/>
                    <a:pt x="67" y="2612"/>
                  </a:cubicBezTo>
                  <a:cubicBezTo>
                    <a:pt x="45" y="2612"/>
                    <a:pt x="23" y="2612"/>
                    <a:pt x="0" y="2612"/>
                  </a:cubicBezTo>
                  <a:cubicBezTo>
                    <a:pt x="0" y="2567"/>
                    <a:pt x="0" y="2523"/>
                    <a:pt x="0" y="2478"/>
                  </a:cubicBezTo>
                  <a:cubicBezTo>
                    <a:pt x="22" y="2478"/>
                    <a:pt x="44" y="2478"/>
                    <a:pt x="67" y="2478"/>
                  </a:cubicBezTo>
                  <a:cubicBezTo>
                    <a:pt x="67" y="2411"/>
                    <a:pt x="67" y="2345"/>
                    <a:pt x="67" y="2277"/>
                  </a:cubicBezTo>
                  <a:cubicBezTo>
                    <a:pt x="45" y="2277"/>
                    <a:pt x="23" y="2277"/>
                    <a:pt x="0" y="2277"/>
                  </a:cubicBezTo>
                  <a:cubicBezTo>
                    <a:pt x="0" y="1525"/>
                    <a:pt x="0" y="774"/>
                    <a:pt x="0" y="0"/>
                  </a:cubicBezTo>
                  <a:close/>
                  <a:moveTo>
                    <a:pt x="9174" y="1540"/>
                  </a:moveTo>
                  <a:cubicBezTo>
                    <a:pt x="9174" y="1562"/>
                    <a:pt x="9174" y="1584"/>
                    <a:pt x="9174" y="1607"/>
                  </a:cubicBezTo>
                  <a:cubicBezTo>
                    <a:pt x="9130" y="1607"/>
                    <a:pt x="9086" y="1607"/>
                    <a:pt x="9040" y="1607"/>
                  </a:cubicBezTo>
                  <a:cubicBezTo>
                    <a:pt x="9040" y="1629"/>
                    <a:pt x="9040" y="1651"/>
                    <a:pt x="9040" y="1674"/>
                  </a:cubicBezTo>
                  <a:cubicBezTo>
                    <a:pt x="9018" y="1674"/>
                    <a:pt x="8996" y="1674"/>
                    <a:pt x="8973" y="1674"/>
                  </a:cubicBezTo>
                  <a:cubicBezTo>
                    <a:pt x="8973" y="1696"/>
                    <a:pt x="8973" y="1718"/>
                    <a:pt x="8973" y="1741"/>
                  </a:cubicBezTo>
                  <a:cubicBezTo>
                    <a:pt x="8951" y="1741"/>
                    <a:pt x="8929" y="1741"/>
                    <a:pt x="8906" y="1741"/>
                  </a:cubicBezTo>
                  <a:cubicBezTo>
                    <a:pt x="8906" y="1763"/>
                    <a:pt x="8906" y="1785"/>
                    <a:pt x="8906" y="1808"/>
                  </a:cubicBezTo>
                  <a:cubicBezTo>
                    <a:pt x="8884" y="1808"/>
                    <a:pt x="8862" y="1808"/>
                    <a:pt x="8839" y="1808"/>
                  </a:cubicBezTo>
                  <a:cubicBezTo>
                    <a:pt x="8839" y="1852"/>
                    <a:pt x="8839" y="1896"/>
                    <a:pt x="8839" y="1942"/>
                  </a:cubicBezTo>
                  <a:cubicBezTo>
                    <a:pt x="8817" y="1942"/>
                    <a:pt x="8795" y="1942"/>
                    <a:pt x="8772" y="1942"/>
                  </a:cubicBezTo>
                  <a:cubicBezTo>
                    <a:pt x="8772" y="2008"/>
                    <a:pt x="8772" y="2075"/>
                    <a:pt x="8772" y="2143"/>
                  </a:cubicBezTo>
                  <a:cubicBezTo>
                    <a:pt x="8750" y="2143"/>
                    <a:pt x="8728" y="2143"/>
                    <a:pt x="8705" y="2143"/>
                  </a:cubicBezTo>
                  <a:cubicBezTo>
                    <a:pt x="8705" y="2231"/>
                    <a:pt x="8705" y="2320"/>
                    <a:pt x="8705" y="2411"/>
                  </a:cubicBezTo>
                  <a:cubicBezTo>
                    <a:pt x="8727" y="2411"/>
                    <a:pt x="8750" y="2411"/>
                    <a:pt x="8772" y="2411"/>
                  </a:cubicBezTo>
                  <a:cubicBezTo>
                    <a:pt x="8772" y="2477"/>
                    <a:pt x="8772" y="2543"/>
                    <a:pt x="8772" y="2612"/>
                  </a:cubicBezTo>
                  <a:cubicBezTo>
                    <a:pt x="8794" y="2612"/>
                    <a:pt x="8817" y="2612"/>
                    <a:pt x="8839" y="2612"/>
                  </a:cubicBezTo>
                  <a:cubicBezTo>
                    <a:pt x="8839" y="2656"/>
                    <a:pt x="8839" y="2700"/>
                    <a:pt x="8839" y="2746"/>
                  </a:cubicBezTo>
                  <a:cubicBezTo>
                    <a:pt x="8861" y="2746"/>
                    <a:pt x="8883" y="2746"/>
                    <a:pt x="8906" y="2746"/>
                  </a:cubicBezTo>
                  <a:cubicBezTo>
                    <a:pt x="8906" y="2768"/>
                    <a:pt x="8906" y="2790"/>
                    <a:pt x="8906" y="2812"/>
                  </a:cubicBezTo>
                  <a:cubicBezTo>
                    <a:pt x="8928" y="2812"/>
                    <a:pt x="8950" y="2812"/>
                    <a:pt x="8973" y="2812"/>
                  </a:cubicBezTo>
                  <a:cubicBezTo>
                    <a:pt x="8973" y="2835"/>
                    <a:pt x="8973" y="2857"/>
                    <a:pt x="8973" y="2879"/>
                  </a:cubicBezTo>
                  <a:cubicBezTo>
                    <a:pt x="8995" y="2879"/>
                    <a:pt x="9017" y="2879"/>
                    <a:pt x="9040" y="2879"/>
                  </a:cubicBezTo>
                  <a:cubicBezTo>
                    <a:pt x="9040" y="2902"/>
                    <a:pt x="9040" y="2924"/>
                    <a:pt x="9040" y="2946"/>
                  </a:cubicBezTo>
                  <a:cubicBezTo>
                    <a:pt x="9084" y="2946"/>
                    <a:pt x="9129" y="2946"/>
                    <a:pt x="9174" y="2946"/>
                  </a:cubicBezTo>
                  <a:cubicBezTo>
                    <a:pt x="9174" y="2969"/>
                    <a:pt x="9174" y="2991"/>
                    <a:pt x="9174" y="3013"/>
                  </a:cubicBezTo>
                  <a:cubicBezTo>
                    <a:pt x="9373" y="3013"/>
                    <a:pt x="9572" y="3013"/>
                    <a:pt x="9777" y="3013"/>
                  </a:cubicBezTo>
                  <a:cubicBezTo>
                    <a:pt x="9777" y="2991"/>
                    <a:pt x="9777" y="2969"/>
                    <a:pt x="9777" y="2946"/>
                  </a:cubicBezTo>
                  <a:cubicBezTo>
                    <a:pt x="9821" y="2946"/>
                    <a:pt x="9865" y="2946"/>
                    <a:pt x="9911" y="2946"/>
                  </a:cubicBezTo>
                  <a:cubicBezTo>
                    <a:pt x="9911" y="2924"/>
                    <a:pt x="9911" y="2902"/>
                    <a:pt x="9911" y="2879"/>
                  </a:cubicBezTo>
                  <a:cubicBezTo>
                    <a:pt x="9933" y="2879"/>
                    <a:pt x="9955" y="2879"/>
                    <a:pt x="9978" y="2879"/>
                  </a:cubicBezTo>
                  <a:cubicBezTo>
                    <a:pt x="9978" y="2857"/>
                    <a:pt x="9978" y="2835"/>
                    <a:pt x="9978" y="2812"/>
                  </a:cubicBezTo>
                  <a:cubicBezTo>
                    <a:pt x="10000" y="2812"/>
                    <a:pt x="10022" y="2812"/>
                    <a:pt x="10045" y="2812"/>
                  </a:cubicBezTo>
                  <a:cubicBezTo>
                    <a:pt x="10045" y="2790"/>
                    <a:pt x="10045" y="2768"/>
                    <a:pt x="10045" y="2746"/>
                  </a:cubicBezTo>
                  <a:cubicBezTo>
                    <a:pt x="10067" y="2746"/>
                    <a:pt x="10089" y="2746"/>
                    <a:pt x="10112" y="2746"/>
                  </a:cubicBezTo>
                  <a:cubicBezTo>
                    <a:pt x="10112" y="2701"/>
                    <a:pt x="10112" y="2657"/>
                    <a:pt x="10112" y="2612"/>
                  </a:cubicBezTo>
                  <a:cubicBezTo>
                    <a:pt x="10134" y="2612"/>
                    <a:pt x="10156" y="2612"/>
                    <a:pt x="10179" y="2612"/>
                  </a:cubicBezTo>
                  <a:cubicBezTo>
                    <a:pt x="10179" y="2545"/>
                    <a:pt x="10179" y="2479"/>
                    <a:pt x="10179" y="2411"/>
                  </a:cubicBezTo>
                  <a:cubicBezTo>
                    <a:pt x="10201" y="2411"/>
                    <a:pt x="10223" y="2411"/>
                    <a:pt x="10246" y="2411"/>
                  </a:cubicBezTo>
                  <a:cubicBezTo>
                    <a:pt x="10246" y="2300"/>
                    <a:pt x="10246" y="2190"/>
                    <a:pt x="10246" y="2076"/>
                  </a:cubicBezTo>
                  <a:cubicBezTo>
                    <a:pt x="10223" y="2076"/>
                    <a:pt x="10201" y="2076"/>
                    <a:pt x="10179" y="2076"/>
                  </a:cubicBezTo>
                  <a:cubicBezTo>
                    <a:pt x="10179" y="2010"/>
                    <a:pt x="10179" y="1943"/>
                    <a:pt x="10179" y="1875"/>
                  </a:cubicBezTo>
                  <a:cubicBezTo>
                    <a:pt x="10156" y="1875"/>
                    <a:pt x="10134" y="1875"/>
                    <a:pt x="10112" y="1875"/>
                  </a:cubicBezTo>
                  <a:cubicBezTo>
                    <a:pt x="10112" y="1853"/>
                    <a:pt x="10112" y="1831"/>
                    <a:pt x="10112" y="1808"/>
                  </a:cubicBezTo>
                  <a:cubicBezTo>
                    <a:pt x="10090" y="1808"/>
                    <a:pt x="10067" y="1808"/>
                    <a:pt x="10045" y="1808"/>
                  </a:cubicBezTo>
                  <a:cubicBezTo>
                    <a:pt x="10045" y="1786"/>
                    <a:pt x="10045" y="1764"/>
                    <a:pt x="10045" y="1741"/>
                  </a:cubicBezTo>
                  <a:cubicBezTo>
                    <a:pt x="10023" y="1741"/>
                    <a:pt x="10000" y="1741"/>
                    <a:pt x="9978" y="1741"/>
                  </a:cubicBezTo>
                  <a:cubicBezTo>
                    <a:pt x="9978" y="1719"/>
                    <a:pt x="9978" y="1697"/>
                    <a:pt x="9978" y="1674"/>
                  </a:cubicBezTo>
                  <a:cubicBezTo>
                    <a:pt x="9956" y="1674"/>
                    <a:pt x="9933" y="1674"/>
                    <a:pt x="9911" y="1674"/>
                  </a:cubicBezTo>
                  <a:cubicBezTo>
                    <a:pt x="9911" y="1652"/>
                    <a:pt x="9911" y="1630"/>
                    <a:pt x="9911" y="1607"/>
                  </a:cubicBezTo>
                  <a:cubicBezTo>
                    <a:pt x="9867" y="1607"/>
                    <a:pt x="9822" y="1607"/>
                    <a:pt x="9777" y="1607"/>
                  </a:cubicBezTo>
                  <a:cubicBezTo>
                    <a:pt x="9777" y="1585"/>
                    <a:pt x="9777" y="1563"/>
                    <a:pt x="9777" y="1540"/>
                  </a:cubicBezTo>
                  <a:cubicBezTo>
                    <a:pt x="9578" y="1540"/>
                    <a:pt x="9379" y="1540"/>
                    <a:pt x="9174" y="1540"/>
                  </a:cubicBezTo>
                  <a:close/>
                </a:path>
              </a:pathLst>
            </a:custGeom>
            <a:solidFill>
              <a:srgbClr val="ACB5E9"/>
            </a:solidFill>
            <a:ln w="425" cap="flat">
              <a:noFill/>
            </a:ln>
          </p:spPr>
        </p:sp>
        <p:sp>
          <p:nvSpPr>
            <p:cNvPr id="1719" name="ICON_HARNESS_DATA_path_003"/>
            <p:cNvSpPr/>
            <p:nvPr/>
          </p:nvSpPr>
          <p:spPr>
            <a:xfrm>
              <a:off x="3034393" y="6477230"/>
              <a:ext cx="143725" cy="53631"/>
            </a:xfrm>
            <a:custGeom>
              <a:avLst/>
              <a:gdLst/>
              <a:ahLst/>
              <a:cxnLst/>
              <a:rect l="0" t="0" r="r" b="b"/>
              <a:pathLst>
                <a:path w="11317" h="4223" fill="norm" stroke="0">
                  <a:moveTo>
                    <a:pt x="0" y="4"/>
                  </a:moveTo>
                  <a:cubicBezTo>
                    <a:pt x="66" y="4"/>
                    <a:pt x="133" y="4"/>
                    <a:pt x="201" y="4"/>
                  </a:cubicBezTo>
                  <a:cubicBezTo>
                    <a:pt x="201" y="26"/>
                    <a:pt x="201" y="48"/>
                    <a:pt x="201" y="71"/>
                  </a:cubicBezTo>
                  <a:cubicBezTo>
                    <a:pt x="223" y="71"/>
                    <a:pt x="245" y="71"/>
                    <a:pt x="268" y="71"/>
                  </a:cubicBezTo>
                  <a:cubicBezTo>
                    <a:pt x="268" y="93"/>
                    <a:pt x="268" y="115"/>
                    <a:pt x="268" y="138"/>
                  </a:cubicBezTo>
                  <a:cubicBezTo>
                    <a:pt x="312" y="138"/>
                    <a:pt x="356" y="138"/>
                    <a:pt x="402" y="138"/>
                  </a:cubicBezTo>
                  <a:cubicBezTo>
                    <a:pt x="402" y="160"/>
                    <a:pt x="402" y="182"/>
                    <a:pt x="402" y="205"/>
                  </a:cubicBezTo>
                  <a:cubicBezTo>
                    <a:pt x="446" y="205"/>
                    <a:pt x="490" y="205"/>
                    <a:pt x="536" y="205"/>
                  </a:cubicBezTo>
                  <a:cubicBezTo>
                    <a:pt x="536" y="227"/>
                    <a:pt x="536" y="249"/>
                    <a:pt x="536" y="272"/>
                  </a:cubicBezTo>
                  <a:cubicBezTo>
                    <a:pt x="580" y="272"/>
                    <a:pt x="624" y="272"/>
                    <a:pt x="670" y="272"/>
                  </a:cubicBezTo>
                  <a:cubicBezTo>
                    <a:pt x="670" y="294"/>
                    <a:pt x="670" y="316"/>
                    <a:pt x="670" y="339"/>
                  </a:cubicBezTo>
                  <a:cubicBezTo>
                    <a:pt x="714" y="339"/>
                    <a:pt x="758" y="339"/>
                    <a:pt x="804" y="339"/>
                  </a:cubicBezTo>
                  <a:cubicBezTo>
                    <a:pt x="804" y="361"/>
                    <a:pt x="804" y="383"/>
                    <a:pt x="804" y="406"/>
                  </a:cubicBezTo>
                  <a:cubicBezTo>
                    <a:pt x="848" y="406"/>
                    <a:pt x="892" y="406"/>
                    <a:pt x="938" y="406"/>
                  </a:cubicBezTo>
                  <a:cubicBezTo>
                    <a:pt x="938" y="428"/>
                    <a:pt x="938" y="450"/>
                    <a:pt x="938" y="473"/>
                  </a:cubicBezTo>
                  <a:cubicBezTo>
                    <a:pt x="982" y="473"/>
                    <a:pt x="1026" y="473"/>
                    <a:pt x="1071" y="473"/>
                  </a:cubicBezTo>
                  <a:cubicBezTo>
                    <a:pt x="1071" y="495"/>
                    <a:pt x="1071" y="517"/>
                    <a:pt x="1071" y="540"/>
                  </a:cubicBezTo>
                  <a:cubicBezTo>
                    <a:pt x="1138" y="540"/>
                    <a:pt x="1204" y="540"/>
                    <a:pt x="1272" y="540"/>
                  </a:cubicBezTo>
                  <a:cubicBezTo>
                    <a:pt x="1272" y="562"/>
                    <a:pt x="1272" y="584"/>
                    <a:pt x="1272" y="607"/>
                  </a:cubicBezTo>
                  <a:cubicBezTo>
                    <a:pt x="1339" y="607"/>
                    <a:pt x="1405" y="607"/>
                    <a:pt x="1473" y="607"/>
                  </a:cubicBezTo>
                  <a:cubicBezTo>
                    <a:pt x="1473" y="629"/>
                    <a:pt x="1473" y="651"/>
                    <a:pt x="1473" y="674"/>
                  </a:cubicBezTo>
                  <a:cubicBezTo>
                    <a:pt x="1562" y="674"/>
                    <a:pt x="1650" y="674"/>
                    <a:pt x="1741" y="674"/>
                  </a:cubicBezTo>
                  <a:cubicBezTo>
                    <a:pt x="1741" y="696"/>
                    <a:pt x="1741" y="718"/>
                    <a:pt x="1741" y="741"/>
                  </a:cubicBezTo>
                  <a:cubicBezTo>
                    <a:pt x="1807" y="741"/>
                    <a:pt x="1874" y="741"/>
                    <a:pt x="1942" y="741"/>
                  </a:cubicBezTo>
                  <a:cubicBezTo>
                    <a:pt x="1942" y="763"/>
                    <a:pt x="1942" y="785"/>
                    <a:pt x="1942" y="808"/>
                  </a:cubicBezTo>
                  <a:cubicBezTo>
                    <a:pt x="2030" y="808"/>
                    <a:pt x="2119" y="808"/>
                    <a:pt x="2210" y="808"/>
                  </a:cubicBezTo>
                  <a:cubicBezTo>
                    <a:pt x="2210" y="830"/>
                    <a:pt x="2210" y="852"/>
                    <a:pt x="2210" y="875"/>
                  </a:cubicBezTo>
                  <a:cubicBezTo>
                    <a:pt x="2320" y="875"/>
                    <a:pt x="2431" y="875"/>
                    <a:pt x="2545" y="875"/>
                  </a:cubicBezTo>
                  <a:cubicBezTo>
                    <a:pt x="2545" y="897"/>
                    <a:pt x="2545" y="919"/>
                    <a:pt x="2545" y="942"/>
                  </a:cubicBezTo>
                  <a:cubicBezTo>
                    <a:pt x="2655" y="942"/>
                    <a:pt x="2766" y="942"/>
                    <a:pt x="2879" y="942"/>
                  </a:cubicBezTo>
                  <a:cubicBezTo>
                    <a:pt x="2879" y="964"/>
                    <a:pt x="2879" y="986"/>
                    <a:pt x="2879" y="1009"/>
                  </a:cubicBezTo>
                  <a:cubicBezTo>
                    <a:pt x="3034" y="1009"/>
                    <a:pt x="3189" y="1009"/>
                    <a:pt x="3348" y="1009"/>
                  </a:cubicBezTo>
                  <a:cubicBezTo>
                    <a:pt x="3348" y="1031"/>
                    <a:pt x="3348" y="1053"/>
                    <a:pt x="3348" y="1076"/>
                  </a:cubicBezTo>
                  <a:cubicBezTo>
                    <a:pt x="3547" y="1076"/>
                    <a:pt x="3746" y="1076"/>
                    <a:pt x="3951" y="1076"/>
                  </a:cubicBezTo>
                  <a:cubicBezTo>
                    <a:pt x="3951" y="1098"/>
                    <a:pt x="3951" y="1120"/>
                    <a:pt x="3951" y="1143"/>
                  </a:cubicBezTo>
                  <a:cubicBezTo>
                    <a:pt x="4304" y="1143"/>
                    <a:pt x="4658" y="1143"/>
                    <a:pt x="5022" y="1143"/>
                  </a:cubicBezTo>
                  <a:cubicBezTo>
                    <a:pt x="5022" y="1165"/>
                    <a:pt x="5022" y="1187"/>
                    <a:pt x="5022" y="1210"/>
                  </a:cubicBezTo>
                  <a:cubicBezTo>
                    <a:pt x="5486" y="1210"/>
                    <a:pt x="5950" y="1210"/>
                    <a:pt x="6429" y="1210"/>
                  </a:cubicBezTo>
                  <a:cubicBezTo>
                    <a:pt x="6429" y="1187"/>
                    <a:pt x="6429" y="1165"/>
                    <a:pt x="6429" y="1143"/>
                  </a:cubicBezTo>
                  <a:cubicBezTo>
                    <a:pt x="6760" y="1143"/>
                    <a:pt x="7092" y="1143"/>
                    <a:pt x="7433" y="1143"/>
                  </a:cubicBezTo>
                  <a:cubicBezTo>
                    <a:pt x="7433" y="1120"/>
                    <a:pt x="7433" y="1098"/>
                    <a:pt x="7433" y="1076"/>
                  </a:cubicBezTo>
                  <a:cubicBezTo>
                    <a:pt x="7654" y="1076"/>
                    <a:pt x="7875" y="1076"/>
                    <a:pt x="8103" y="1076"/>
                  </a:cubicBezTo>
                  <a:cubicBezTo>
                    <a:pt x="8103" y="1054"/>
                    <a:pt x="8103" y="1031"/>
                    <a:pt x="8103" y="1009"/>
                  </a:cubicBezTo>
                  <a:cubicBezTo>
                    <a:pt x="8235" y="1009"/>
                    <a:pt x="8368" y="1009"/>
                    <a:pt x="8504" y="1009"/>
                  </a:cubicBezTo>
                  <a:cubicBezTo>
                    <a:pt x="8504" y="987"/>
                    <a:pt x="8504" y="964"/>
                    <a:pt x="8504" y="942"/>
                  </a:cubicBezTo>
                  <a:cubicBezTo>
                    <a:pt x="8615" y="942"/>
                    <a:pt x="8725" y="942"/>
                    <a:pt x="8839" y="942"/>
                  </a:cubicBezTo>
                  <a:cubicBezTo>
                    <a:pt x="8839" y="920"/>
                    <a:pt x="8839" y="897"/>
                    <a:pt x="8839" y="875"/>
                  </a:cubicBezTo>
                  <a:cubicBezTo>
                    <a:pt x="8950" y="875"/>
                    <a:pt x="9060" y="875"/>
                    <a:pt x="9174" y="875"/>
                  </a:cubicBezTo>
                  <a:cubicBezTo>
                    <a:pt x="9174" y="853"/>
                    <a:pt x="9174" y="831"/>
                    <a:pt x="9174" y="808"/>
                  </a:cubicBezTo>
                  <a:cubicBezTo>
                    <a:pt x="9262" y="808"/>
                    <a:pt x="9351" y="808"/>
                    <a:pt x="9442" y="808"/>
                  </a:cubicBezTo>
                  <a:cubicBezTo>
                    <a:pt x="9442" y="786"/>
                    <a:pt x="9442" y="764"/>
                    <a:pt x="9442" y="741"/>
                  </a:cubicBezTo>
                  <a:cubicBezTo>
                    <a:pt x="9530" y="741"/>
                    <a:pt x="9619" y="741"/>
                    <a:pt x="9710" y="741"/>
                  </a:cubicBezTo>
                  <a:cubicBezTo>
                    <a:pt x="9710" y="719"/>
                    <a:pt x="9710" y="697"/>
                    <a:pt x="9710" y="674"/>
                  </a:cubicBezTo>
                  <a:cubicBezTo>
                    <a:pt x="9776" y="674"/>
                    <a:pt x="9842" y="674"/>
                    <a:pt x="9911" y="674"/>
                  </a:cubicBezTo>
                  <a:cubicBezTo>
                    <a:pt x="9911" y="652"/>
                    <a:pt x="9911" y="630"/>
                    <a:pt x="9911" y="607"/>
                  </a:cubicBezTo>
                  <a:cubicBezTo>
                    <a:pt x="9977" y="607"/>
                    <a:pt x="10043" y="607"/>
                    <a:pt x="10112" y="607"/>
                  </a:cubicBezTo>
                  <a:cubicBezTo>
                    <a:pt x="10112" y="585"/>
                    <a:pt x="10112" y="563"/>
                    <a:pt x="10112" y="540"/>
                  </a:cubicBezTo>
                  <a:cubicBezTo>
                    <a:pt x="10178" y="540"/>
                    <a:pt x="10244" y="540"/>
                    <a:pt x="10312" y="540"/>
                  </a:cubicBezTo>
                  <a:cubicBezTo>
                    <a:pt x="10312" y="518"/>
                    <a:pt x="10312" y="496"/>
                    <a:pt x="10312" y="473"/>
                  </a:cubicBezTo>
                  <a:cubicBezTo>
                    <a:pt x="10357" y="473"/>
                    <a:pt x="10401" y="473"/>
                    <a:pt x="10446" y="473"/>
                  </a:cubicBezTo>
                  <a:cubicBezTo>
                    <a:pt x="10446" y="451"/>
                    <a:pt x="10446" y="429"/>
                    <a:pt x="10446" y="406"/>
                  </a:cubicBezTo>
                  <a:cubicBezTo>
                    <a:pt x="10491" y="406"/>
                    <a:pt x="10535" y="406"/>
                    <a:pt x="10580" y="406"/>
                  </a:cubicBezTo>
                  <a:cubicBezTo>
                    <a:pt x="10580" y="384"/>
                    <a:pt x="10580" y="362"/>
                    <a:pt x="10580" y="339"/>
                  </a:cubicBezTo>
                  <a:cubicBezTo>
                    <a:pt x="10647" y="339"/>
                    <a:pt x="10713" y="339"/>
                    <a:pt x="10781" y="339"/>
                  </a:cubicBezTo>
                  <a:cubicBezTo>
                    <a:pt x="10781" y="317"/>
                    <a:pt x="10781" y="295"/>
                    <a:pt x="10781" y="272"/>
                  </a:cubicBezTo>
                  <a:cubicBezTo>
                    <a:pt x="10803" y="272"/>
                    <a:pt x="10825" y="272"/>
                    <a:pt x="10848" y="272"/>
                  </a:cubicBezTo>
                  <a:cubicBezTo>
                    <a:pt x="10848" y="250"/>
                    <a:pt x="10848" y="228"/>
                    <a:pt x="10848" y="205"/>
                  </a:cubicBezTo>
                  <a:cubicBezTo>
                    <a:pt x="10892" y="205"/>
                    <a:pt x="10937" y="205"/>
                    <a:pt x="10982" y="205"/>
                  </a:cubicBezTo>
                  <a:cubicBezTo>
                    <a:pt x="10982" y="183"/>
                    <a:pt x="10982" y="161"/>
                    <a:pt x="10982" y="138"/>
                  </a:cubicBezTo>
                  <a:cubicBezTo>
                    <a:pt x="10991" y="140"/>
                    <a:pt x="11000" y="141"/>
                    <a:pt x="11009" y="143"/>
                  </a:cubicBezTo>
                  <a:cubicBezTo>
                    <a:pt x="11048" y="147"/>
                    <a:pt x="11078" y="148"/>
                    <a:pt x="11116" y="138"/>
                  </a:cubicBezTo>
                  <a:cubicBezTo>
                    <a:pt x="11140" y="104"/>
                    <a:pt x="11153" y="73"/>
                    <a:pt x="11167" y="33"/>
                  </a:cubicBezTo>
                  <a:cubicBezTo>
                    <a:pt x="11169" y="29"/>
                    <a:pt x="11169" y="29"/>
                    <a:pt x="11183" y="4"/>
                  </a:cubicBezTo>
                  <a:cubicBezTo>
                    <a:pt x="11218" y="0"/>
                    <a:pt x="11218" y="0"/>
                    <a:pt x="11250" y="4"/>
                  </a:cubicBezTo>
                  <a:cubicBezTo>
                    <a:pt x="11250" y="26"/>
                    <a:pt x="11250" y="48"/>
                    <a:pt x="11250" y="71"/>
                  </a:cubicBezTo>
                  <a:cubicBezTo>
                    <a:pt x="11272" y="71"/>
                    <a:pt x="11294" y="71"/>
                    <a:pt x="11317" y="71"/>
                  </a:cubicBezTo>
                  <a:cubicBezTo>
                    <a:pt x="11317" y="933"/>
                    <a:pt x="11317" y="1795"/>
                    <a:pt x="11317" y="2683"/>
                  </a:cubicBezTo>
                  <a:cubicBezTo>
                    <a:pt x="11295" y="2683"/>
                    <a:pt x="11273" y="2683"/>
                    <a:pt x="11250" y="2683"/>
                  </a:cubicBezTo>
                  <a:cubicBezTo>
                    <a:pt x="11250" y="2705"/>
                    <a:pt x="11250" y="2727"/>
                    <a:pt x="11250" y="2750"/>
                  </a:cubicBezTo>
                  <a:cubicBezTo>
                    <a:pt x="11228" y="2750"/>
                    <a:pt x="11206" y="2750"/>
                    <a:pt x="11183" y="2750"/>
                  </a:cubicBezTo>
                  <a:cubicBezTo>
                    <a:pt x="11183" y="2794"/>
                    <a:pt x="11183" y="2838"/>
                    <a:pt x="11183" y="2884"/>
                  </a:cubicBezTo>
                  <a:cubicBezTo>
                    <a:pt x="11161" y="2884"/>
                    <a:pt x="11139" y="2884"/>
                    <a:pt x="11116" y="2884"/>
                  </a:cubicBezTo>
                  <a:cubicBezTo>
                    <a:pt x="11116" y="2906"/>
                    <a:pt x="11116" y="2928"/>
                    <a:pt x="11116" y="2951"/>
                  </a:cubicBezTo>
                  <a:cubicBezTo>
                    <a:pt x="11094" y="2951"/>
                    <a:pt x="11072" y="2951"/>
                    <a:pt x="11049" y="2951"/>
                  </a:cubicBezTo>
                  <a:cubicBezTo>
                    <a:pt x="11049" y="2973"/>
                    <a:pt x="11049" y="2995"/>
                    <a:pt x="11049" y="3018"/>
                  </a:cubicBezTo>
                  <a:cubicBezTo>
                    <a:pt x="11027" y="3018"/>
                    <a:pt x="11005" y="3018"/>
                    <a:pt x="10982" y="3018"/>
                  </a:cubicBezTo>
                  <a:cubicBezTo>
                    <a:pt x="10982" y="3040"/>
                    <a:pt x="10982" y="3062"/>
                    <a:pt x="10982" y="3085"/>
                  </a:cubicBezTo>
                  <a:cubicBezTo>
                    <a:pt x="10938" y="3085"/>
                    <a:pt x="10894" y="3085"/>
                    <a:pt x="10848" y="3085"/>
                  </a:cubicBezTo>
                  <a:cubicBezTo>
                    <a:pt x="10848" y="3107"/>
                    <a:pt x="10848" y="3129"/>
                    <a:pt x="10848" y="3152"/>
                  </a:cubicBezTo>
                  <a:cubicBezTo>
                    <a:pt x="10826" y="3152"/>
                    <a:pt x="10804" y="3152"/>
                    <a:pt x="10781" y="3152"/>
                  </a:cubicBezTo>
                  <a:cubicBezTo>
                    <a:pt x="10781" y="3174"/>
                    <a:pt x="10781" y="3196"/>
                    <a:pt x="10781" y="3218"/>
                  </a:cubicBezTo>
                  <a:cubicBezTo>
                    <a:pt x="10737" y="3218"/>
                    <a:pt x="10693" y="3218"/>
                    <a:pt x="10647" y="3218"/>
                  </a:cubicBezTo>
                  <a:cubicBezTo>
                    <a:pt x="10647" y="3241"/>
                    <a:pt x="10647" y="3263"/>
                    <a:pt x="10647" y="3285"/>
                  </a:cubicBezTo>
                  <a:cubicBezTo>
                    <a:pt x="10625" y="3285"/>
                    <a:pt x="10603" y="3285"/>
                    <a:pt x="10580" y="3285"/>
                  </a:cubicBezTo>
                  <a:cubicBezTo>
                    <a:pt x="10580" y="3308"/>
                    <a:pt x="10580" y="3330"/>
                    <a:pt x="10580" y="3352"/>
                  </a:cubicBezTo>
                  <a:cubicBezTo>
                    <a:pt x="10536" y="3352"/>
                    <a:pt x="10492" y="3352"/>
                    <a:pt x="10446" y="3352"/>
                  </a:cubicBezTo>
                  <a:cubicBezTo>
                    <a:pt x="10446" y="3374"/>
                    <a:pt x="10446" y="3397"/>
                    <a:pt x="10446" y="3419"/>
                  </a:cubicBezTo>
                  <a:cubicBezTo>
                    <a:pt x="10380" y="3419"/>
                    <a:pt x="10314" y="3419"/>
                    <a:pt x="10246" y="3419"/>
                  </a:cubicBezTo>
                  <a:cubicBezTo>
                    <a:pt x="10246" y="3441"/>
                    <a:pt x="10246" y="3464"/>
                    <a:pt x="10246" y="3486"/>
                  </a:cubicBezTo>
                  <a:cubicBezTo>
                    <a:pt x="10201" y="3486"/>
                    <a:pt x="10157" y="3486"/>
                    <a:pt x="10112" y="3486"/>
                  </a:cubicBezTo>
                  <a:cubicBezTo>
                    <a:pt x="10112" y="3508"/>
                    <a:pt x="10112" y="3531"/>
                    <a:pt x="10112" y="3553"/>
                  </a:cubicBezTo>
                  <a:cubicBezTo>
                    <a:pt x="10045" y="3553"/>
                    <a:pt x="9979" y="3553"/>
                    <a:pt x="9911" y="3553"/>
                  </a:cubicBezTo>
                  <a:cubicBezTo>
                    <a:pt x="9911" y="3575"/>
                    <a:pt x="9911" y="3597"/>
                    <a:pt x="9911" y="3620"/>
                  </a:cubicBezTo>
                  <a:cubicBezTo>
                    <a:pt x="9867" y="3620"/>
                    <a:pt x="9822" y="3620"/>
                    <a:pt x="9777" y="3620"/>
                  </a:cubicBezTo>
                  <a:cubicBezTo>
                    <a:pt x="9777" y="3642"/>
                    <a:pt x="9777" y="3664"/>
                    <a:pt x="9777" y="3687"/>
                  </a:cubicBezTo>
                  <a:cubicBezTo>
                    <a:pt x="9688" y="3687"/>
                    <a:pt x="9600" y="3687"/>
                    <a:pt x="9509" y="3687"/>
                  </a:cubicBezTo>
                  <a:cubicBezTo>
                    <a:pt x="9509" y="3709"/>
                    <a:pt x="9509" y="3731"/>
                    <a:pt x="9509" y="3754"/>
                  </a:cubicBezTo>
                  <a:cubicBezTo>
                    <a:pt x="9443" y="3754"/>
                    <a:pt x="9376" y="3754"/>
                    <a:pt x="9308" y="3754"/>
                  </a:cubicBezTo>
                  <a:cubicBezTo>
                    <a:pt x="9308" y="3776"/>
                    <a:pt x="9308" y="3798"/>
                    <a:pt x="9308" y="3821"/>
                  </a:cubicBezTo>
                  <a:cubicBezTo>
                    <a:pt x="9220" y="3821"/>
                    <a:pt x="9131" y="3821"/>
                    <a:pt x="9040" y="3821"/>
                  </a:cubicBezTo>
                  <a:cubicBezTo>
                    <a:pt x="9040" y="3843"/>
                    <a:pt x="9040" y="3865"/>
                    <a:pt x="9040" y="3888"/>
                  </a:cubicBezTo>
                  <a:cubicBezTo>
                    <a:pt x="8930" y="3888"/>
                    <a:pt x="8819" y="3888"/>
                    <a:pt x="8705" y="3888"/>
                  </a:cubicBezTo>
                  <a:cubicBezTo>
                    <a:pt x="8705" y="3910"/>
                    <a:pt x="8705" y="3932"/>
                    <a:pt x="8705" y="3955"/>
                  </a:cubicBezTo>
                  <a:cubicBezTo>
                    <a:pt x="8595" y="3955"/>
                    <a:pt x="8484" y="3955"/>
                    <a:pt x="8371" y="3955"/>
                  </a:cubicBezTo>
                  <a:cubicBezTo>
                    <a:pt x="8371" y="3977"/>
                    <a:pt x="8371" y="3999"/>
                    <a:pt x="8371" y="4022"/>
                  </a:cubicBezTo>
                  <a:cubicBezTo>
                    <a:pt x="8216" y="4022"/>
                    <a:pt x="8061" y="4022"/>
                    <a:pt x="7902" y="4022"/>
                  </a:cubicBezTo>
                  <a:cubicBezTo>
                    <a:pt x="7902" y="4044"/>
                    <a:pt x="7902" y="4066"/>
                    <a:pt x="7902" y="4089"/>
                  </a:cubicBezTo>
                  <a:cubicBezTo>
                    <a:pt x="7725" y="4089"/>
                    <a:pt x="7548" y="4089"/>
                    <a:pt x="7366" y="4089"/>
                  </a:cubicBezTo>
                  <a:cubicBezTo>
                    <a:pt x="7366" y="4111"/>
                    <a:pt x="7366" y="4133"/>
                    <a:pt x="7366" y="4156"/>
                  </a:cubicBezTo>
                  <a:cubicBezTo>
                    <a:pt x="6968" y="4156"/>
                    <a:pt x="6571" y="4156"/>
                    <a:pt x="6161" y="4156"/>
                  </a:cubicBezTo>
                  <a:cubicBezTo>
                    <a:pt x="6161" y="4178"/>
                    <a:pt x="6161" y="4200"/>
                    <a:pt x="6161" y="4223"/>
                  </a:cubicBezTo>
                  <a:cubicBezTo>
                    <a:pt x="5851" y="4223"/>
                    <a:pt x="5542" y="4223"/>
                    <a:pt x="5223" y="4223"/>
                  </a:cubicBezTo>
                  <a:cubicBezTo>
                    <a:pt x="5223" y="4201"/>
                    <a:pt x="5223" y="4179"/>
                    <a:pt x="5223" y="4156"/>
                  </a:cubicBezTo>
                  <a:cubicBezTo>
                    <a:pt x="4848" y="4156"/>
                    <a:pt x="4472" y="4156"/>
                    <a:pt x="4085" y="4156"/>
                  </a:cubicBezTo>
                  <a:cubicBezTo>
                    <a:pt x="4085" y="4134"/>
                    <a:pt x="4085" y="4112"/>
                    <a:pt x="4085" y="4089"/>
                  </a:cubicBezTo>
                  <a:cubicBezTo>
                    <a:pt x="3886" y="4089"/>
                    <a:pt x="3687" y="4089"/>
                    <a:pt x="3482" y="4089"/>
                  </a:cubicBezTo>
                  <a:cubicBezTo>
                    <a:pt x="3482" y="4067"/>
                    <a:pt x="3482" y="4045"/>
                    <a:pt x="3482" y="4022"/>
                  </a:cubicBezTo>
                  <a:cubicBezTo>
                    <a:pt x="3327" y="4022"/>
                    <a:pt x="3173" y="4022"/>
                    <a:pt x="3013" y="4022"/>
                  </a:cubicBezTo>
                  <a:cubicBezTo>
                    <a:pt x="3013" y="4000"/>
                    <a:pt x="3013" y="3978"/>
                    <a:pt x="3013" y="3955"/>
                  </a:cubicBezTo>
                  <a:cubicBezTo>
                    <a:pt x="2903" y="3955"/>
                    <a:pt x="2792" y="3955"/>
                    <a:pt x="2679" y="3955"/>
                  </a:cubicBezTo>
                  <a:cubicBezTo>
                    <a:pt x="2679" y="3933"/>
                    <a:pt x="2679" y="3911"/>
                    <a:pt x="2679" y="3888"/>
                  </a:cubicBezTo>
                  <a:cubicBezTo>
                    <a:pt x="2568" y="3888"/>
                    <a:pt x="2458" y="3888"/>
                    <a:pt x="2344" y="3888"/>
                  </a:cubicBezTo>
                  <a:cubicBezTo>
                    <a:pt x="2344" y="3866"/>
                    <a:pt x="2344" y="3844"/>
                    <a:pt x="2344" y="3821"/>
                  </a:cubicBezTo>
                  <a:cubicBezTo>
                    <a:pt x="2255" y="3821"/>
                    <a:pt x="2167" y="3821"/>
                    <a:pt x="2076" y="3821"/>
                  </a:cubicBezTo>
                  <a:cubicBezTo>
                    <a:pt x="2076" y="3799"/>
                    <a:pt x="2076" y="3777"/>
                    <a:pt x="2076" y="3754"/>
                  </a:cubicBezTo>
                  <a:cubicBezTo>
                    <a:pt x="1988" y="3754"/>
                    <a:pt x="1899" y="3754"/>
                    <a:pt x="1808" y="3754"/>
                  </a:cubicBezTo>
                  <a:cubicBezTo>
                    <a:pt x="1808" y="3732"/>
                    <a:pt x="1808" y="3710"/>
                    <a:pt x="1808" y="3687"/>
                  </a:cubicBezTo>
                  <a:cubicBezTo>
                    <a:pt x="1742" y="3687"/>
                    <a:pt x="1675" y="3687"/>
                    <a:pt x="1607" y="3687"/>
                  </a:cubicBezTo>
                  <a:cubicBezTo>
                    <a:pt x="1607" y="3665"/>
                    <a:pt x="1607" y="3643"/>
                    <a:pt x="1607" y="3620"/>
                  </a:cubicBezTo>
                  <a:cubicBezTo>
                    <a:pt x="1541" y="3620"/>
                    <a:pt x="1475" y="3620"/>
                    <a:pt x="1406" y="3620"/>
                  </a:cubicBezTo>
                  <a:cubicBezTo>
                    <a:pt x="1406" y="3598"/>
                    <a:pt x="1406" y="3576"/>
                    <a:pt x="1406" y="3553"/>
                  </a:cubicBezTo>
                  <a:cubicBezTo>
                    <a:pt x="1362" y="3553"/>
                    <a:pt x="1318" y="3553"/>
                    <a:pt x="1272" y="3553"/>
                  </a:cubicBezTo>
                  <a:cubicBezTo>
                    <a:pt x="1272" y="3531"/>
                    <a:pt x="1272" y="3509"/>
                    <a:pt x="1272" y="3486"/>
                  </a:cubicBezTo>
                  <a:cubicBezTo>
                    <a:pt x="1206" y="3486"/>
                    <a:pt x="1140" y="3486"/>
                    <a:pt x="1071" y="3486"/>
                  </a:cubicBezTo>
                  <a:cubicBezTo>
                    <a:pt x="1071" y="3464"/>
                    <a:pt x="1071" y="3442"/>
                    <a:pt x="1071" y="3419"/>
                  </a:cubicBezTo>
                  <a:cubicBezTo>
                    <a:pt x="1027" y="3419"/>
                    <a:pt x="983" y="3419"/>
                    <a:pt x="938" y="3419"/>
                  </a:cubicBezTo>
                  <a:cubicBezTo>
                    <a:pt x="938" y="3397"/>
                    <a:pt x="938" y="3375"/>
                    <a:pt x="938" y="3352"/>
                  </a:cubicBezTo>
                  <a:cubicBezTo>
                    <a:pt x="893" y="3352"/>
                    <a:pt x="849" y="3352"/>
                    <a:pt x="804" y="3352"/>
                  </a:cubicBezTo>
                  <a:cubicBezTo>
                    <a:pt x="804" y="3330"/>
                    <a:pt x="804" y="3308"/>
                    <a:pt x="804" y="3285"/>
                  </a:cubicBezTo>
                  <a:cubicBezTo>
                    <a:pt x="759" y="3285"/>
                    <a:pt x="715" y="3285"/>
                    <a:pt x="670" y="3285"/>
                  </a:cubicBezTo>
                  <a:cubicBezTo>
                    <a:pt x="670" y="3263"/>
                    <a:pt x="670" y="3241"/>
                    <a:pt x="670" y="3218"/>
                  </a:cubicBezTo>
                  <a:cubicBezTo>
                    <a:pt x="648" y="3218"/>
                    <a:pt x="625" y="3218"/>
                    <a:pt x="603" y="3218"/>
                  </a:cubicBezTo>
                  <a:cubicBezTo>
                    <a:pt x="603" y="3196"/>
                    <a:pt x="603" y="3174"/>
                    <a:pt x="603" y="3152"/>
                  </a:cubicBezTo>
                  <a:cubicBezTo>
                    <a:pt x="558" y="3152"/>
                    <a:pt x="514" y="3152"/>
                    <a:pt x="469" y="3152"/>
                  </a:cubicBezTo>
                  <a:cubicBezTo>
                    <a:pt x="469" y="3129"/>
                    <a:pt x="469" y="3107"/>
                    <a:pt x="469" y="3085"/>
                  </a:cubicBezTo>
                  <a:cubicBezTo>
                    <a:pt x="447" y="3085"/>
                    <a:pt x="425" y="3085"/>
                    <a:pt x="402" y="3085"/>
                  </a:cubicBezTo>
                  <a:cubicBezTo>
                    <a:pt x="402" y="3062"/>
                    <a:pt x="402" y="3040"/>
                    <a:pt x="402" y="3018"/>
                  </a:cubicBezTo>
                  <a:cubicBezTo>
                    <a:pt x="380" y="3018"/>
                    <a:pt x="358" y="3018"/>
                    <a:pt x="335" y="3018"/>
                  </a:cubicBezTo>
                  <a:cubicBezTo>
                    <a:pt x="335" y="2995"/>
                    <a:pt x="335" y="2973"/>
                    <a:pt x="335" y="2951"/>
                  </a:cubicBezTo>
                  <a:cubicBezTo>
                    <a:pt x="313" y="2951"/>
                    <a:pt x="291" y="2951"/>
                    <a:pt x="268" y="2951"/>
                  </a:cubicBezTo>
                  <a:cubicBezTo>
                    <a:pt x="268" y="2929"/>
                    <a:pt x="268" y="2906"/>
                    <a:pt x="268" y="2884"/>
                  </a:cubicBezTo>
                  <a:cubicBezTo>
                    <a:pt x="246" y="2884"/>
                    <a:pt x="224" y="2884"/>
                    <a:pt x="201" y="2884"/>
                  </a:cubicBezTo>
                  <a:cubicBezTo>
                    <a:pt x="201" y="2862"/>
                    <a:pt x="201" y="2839"/>
                    <a:pt x="201" y="2817"/>
                  </a:cubicBezTo>
                  <a:cubicBezTo>
                    <a:pt x="179" y="2817"/>
                    <a:pt x="157" y="2817"/>
                    <a:pt x="134" y="2817"/>
                  </a:cubicBezTo>
                  <a:cubicBezTo>
                    <a:pt x="134" y="2772"/>
                    <a:pt x="134" y="2728"/>
                    <a:pt x="134" y="2683"/>
                  </a:cubicBezTo>
                  <a:cubicBezTo>
                    <a:pt x="112" y="2683"/>
                    <a:pt x="90" y="2683"/>
                    <a:pt x="67" y="2683"/>
                  </a:cubicBezTo>
                  <a:cubicBezTo>
                    <a:pt x="67" y="2639"/>
                    <a:pt x="67" y="2594"/>
                    <a:pt x="67" y="2549"/>
                  </a:cubicBezTo>
                  <a:cubicBezTo>
                    <a:pt x="45" y="2549"/>
                    <a:pt x="23" y="2549"/>
                    <a:pt x="0" y="2549"/>
                  </a:cubicBezTo>
                  <a:cubicBezTo>
                    <a:pt x="0" y="1709"/>
                    <a:pt x="0" y="869"/>
                    <a:pt x="0" y="4"/>
                  </a:cubicBezTo>
                  <a:close/>
                  <a:moveTo>
                    <a:pt x="9174" y="1477"/>
                  </a:moveTo>
                  <a:cubicBezTo>
                    <a:pt x="9174" y="1499"/>
                    <a:pt x="9174" y="1522"/>
                    <a:pt x="9174" y="1544"/>
                  </a:cubicBezTo>
                  <a:cubicBezTo>
                    <a:pt x="9130" y="1544"/>
                    <a:pt x="9086" y="1544"/>
                    <a:pt x="9040" y="1544"/>
                  </a:cubicBezTo>
                  <a:cubicBezTo>
                    <a:pt x="9040" y="1566"/>
                    <a:pt x="9040" y="1589"/>
                    <a:pt x="9040" y="1611"/>
                  </a:cubicBezTo>
                  <a:cubicBezTo>
                    <a:pt x="9018" y="1611"/>
                    <a:pt x="8996" y="1611"/>
                    <a:pt x="8973" y="1611"/>
                  </a:cubicBezTo>
                  <a:cubicBezTo>
                    <a:pt x="8973" y="1633"/>
                    <a:pt x="8973" y="1656"/>
                    <a:pt x="8973" y="1678"/>
                  </a:cubicBezTo>
                  <a:cubicBezTo>
                    <a:pt x="8951" y="1678"/>
                    <a:pt x="8929" y="1678"/>
                    <a:pt x="8906" y="1678"/>
                  </a:cubicBezTo>
                  <a:cubicBezTo>
                    <a:pt x="8906" y="1700"/>
                    <a:pt x="8906" y="1722"/>
                    <a:pt x="8906" y="1745"/>
                  </a:cubicBezTo>
                  <a:cubicBezTo>
                    <a:pt x="8884" y="1745"/>
                    <a:pt x="8862" y="1745"/>
                    <a:pt x="8839" y="1745"/>
                  </a:cubicBezTo>
                  <a:cubicBezTo>
                    <a:pt x="8839" y="1789"/>
                    <a:pt x="8839" y="1834"/>
                    <a:pt x="8839" y="1879"/>
                  </a:cubicBezTo>
                  <a:cubicBezTo>
                    <a:pt x="8817" y="1879"/>
                    <a:pt x="8795" y="1879"/>
                    <a:pt x="8772" y="1879"/>
                  </a:cubicBezTo>
                  <a:cubicBezTo>
                    <a:pt x="8772" y="1923"/>
                    <a:pt x="8772" y="1968"/>
                    <a:pt x="8772" y="2013"/>
                  </a:cubicBezTo>
                  <a:cubicBezTo>
                    <a:pt x="8750" y="2013"/>
                    <a:pt x="8728" y="2013"/>
                    <a:pt x="8705" y="2013"/>
                  </a:cubicBezTo>
                  <a:cubicBezTo>
                    <a:pt x="8705" y="2124"/>
                    <a:pt x="8705" y="2234"/>
                    <a:pt x="8705" y="2348"/>
                  </a:cubicBezTo>
                  <a:cubicBezTo>
                    <a:pt x="8727" y="2348"/>
                    <a:pt x="8750" y="2348"/>
                    <a:pt x="8772" y="2348"/>
                  </a:cubicBezTo>
                  <a:cubicBezTo>
                    <a:pt x="8772" y="2414"/>
                    <a:pt x="8772" y="2481"/>
                    <a:pt x="8772" y="2549"/>
                  </a:cubicBezTo>
                  <a:cubicBezTo>
                    <a:pt x="8794" y="2549"/>
                    <a:pt x="8817" y="2549"/>
                    <a:pt x="8839" y="2549"/>
                  </a:cubicBezTo>
                  <a:cubicBezTo>
                    <a:pt x="8839" y="2593"/>
                    <a:pt x="8839" y="2637"/>
                    <a:pt x="8839" y="2683"/>
                  </a:cubicBezTo>
                  <a:cubicBezTo>
                    <a:pt x="8861" y="2683"/>
                    <a:pt x="8883" y="2683"/>
                    <a:pt x="8906" y="2683"/>
                  </a:cubicBezTo>
                  <a:cubicBezTo>
                    <a:pt x="8906" y="2705"/>
                    <a:pt x="8906" y="2727"/>
                    <a:pt x="8906" y="2750"/>
                  </a:cubicBezTo>
                  <a:cubicBezTo>
                    <a:pt x="8928" y="2750"/>
                    <a:pt x="8950" y="2750"/>
                    <a:pt x="8973" y="2750"/>
                  </a:cubicBezTo>
                  <a:cubicBezTo>
                    <a:pt x="8973" y="2772"/>
                    <a:pt x="8973" y="2794"/>
                    <a:pt x="8973" y="2817"/>
                  </a:cubicBezTo>
                  <a:cubicBezTo>
                    <a:pt x="9017" y="2817"/>
                    <a:pt x="9062" y="2817"/>
                    <a:pt x="9107" y="2817"/>
                  </a:cubicBezTo>
                  <a:cubicBezTo>
                    <a:pt x="9107" y="2839"/>
                    <a:pt x="9107" y="2861"/>
                    <a:pt x="9107" y="2884"/>
                  </a:cubicBezTo>
                  <a:cubicBezTo>
                    <a:pt x="9151" y="2884"/>
                    <a:pt x="9196" y="2884"/>
                    <a:pt x="9241" y="2884"/>
                  </a:cubicBezTo>
                  <a:cubicBezTo>
                    <a:pt x="9241" y="2906"/>
                    <a:pt x="9241" y="2928"/>
                    <a:pt x="9241" y="2951"/>
                  </a:cubicBezTo>
                  <a:cubicBezTo>
                    <a:pt x="9396" y="2951"/>
                    <a:pt x="9550" y="2951"/>
                    <a:pt x="9710" y="2951"/>
                  </a:cubicBezTo>
                  <a:cubicBezTo>
                    <a:pt x="9710" y="2929"/>
                    <a:pt x="9710" y="2906"/>
                    <a:pt x="9710" y="2884"/>
                  </a:cubicBezTo>
                  <a:cubicBezTo>
                    <a:pt x="9754" y="2884"/>
                    <a:pt x="9798" y="2884"/>
                    <a:pt x="9844" y="2884"/>
                  </a:cubicBezTo>
                  <a:cubicBezTo>
                    <a:pt x="9844" y="2862"/>
                    <a:pt x="9844" y="2839"/>
                    <a:pt x="9844" y="2817"/>
                  </a:cubicBezTo>
                  <a:cubicBezTo>
                    <a:pt x="9888" y="2817"/>
                    <a:pt x="9932" y="2817"/>
                    <a:pt x="9978" y="2817"/>
                  </a:cubicBezTo>
                  <a:cubicBezTo>
                    <a:pt x="9978" y="2795"/>
                    <a:pt x="9978" y="2772"/>
                    <a:pt x="9978" y="2750"/>
                  </a:cubicBezTo>
                  <a:cubicBezTo>
                    <a:pt x="10000" y="2750"/>
                    <a:pt x="10022" y="2750"/>
                    <a:pt x="10045" y="2750"/>
                  </a:cubicBezTo>
                  <a:cubicBezTo>
                    <a:pt x="10045" y="2728"/>
                    <a:pt x="10045" y="2706"/>
                    <a:pt x="10045" y="2683"/>
                  </a:cubicBezTo>
                  <a:cubicBezTo>
                    <a:pt x="10067" y="2683"/>
                    <a:pt x="10089" y="2683"/>
                    <a:pt x="10112" y="2683"/>
                  </a:cubicBezTo>
                  <a:cubicBezTo>
                    <a:pt x="10112" y="2639"/>
                    <a:pt x="10112" y="2594"/>
                    <a:pt x="10112" y="2549"/>
                  </a:cubicBezTo>
                  <a:cubicBezTo>
                    <a:pt x="10134" y="2549"/>
                    <a:pt x="10156" y="2549"/>
                    <a:pt x="10179" y="2549"/>
                  </a:cubicBezTo>
                  <a:cubicBezTo>
                    <a:pt x="10179" y="2483"/>
                    <a:pt x="10179" y="2416"/>
                    <a:pt x="10179" y="2348"/>
                  </a:cubicBezTo>
                  <a:cubicBezTo>
                    <a:pt x="10201" y="2348"/>
                    <a:pt x="10223" y="2348"/>
                    <a:pt x="10246" y="2348"/>
                  </a:cubicBezTo>
                  <a:cubicBezTo>
                    <a:pt x="10246" y="2237"/>
                    <a:pt x="10246" y="2127"/>
                    <a:pt x="10246" y="2013"/>
                  </a:cubicBezTo>
                  <a:cubicBezTo>
                    <a:pt x="10223" y="2013"/>
                    <a:pt x="10201" y="2013"/>
                    <a:pt x="10179" y="2013"/>
                  </a:cubicBezTo>
                  <a:cubicBezTo>
                    <a:pt x="10179" y="1947"/>
                    <a:pt x="10179" y="1881"/>
                    <a:pt x="10179" y="1812"/>
                  </a:cubicBezTo>
                  <a:cubicBezTo>
                    <a:pt x="10156" y="1812"/>
                    <a:pt x="10134" y="1812"/>
                    <a:pt x="10112" y="1812"/>
                  </a:cubicBezTo>
                  <a:cubicBezTo>
                    <a:pt x="10112" y="1790"/>
                    <a:pt x="10112" y="1768"/>
                    <a:pt x="10112" y="1745"/>
                  </a:cubicBezTo>
                  <a:cubicBezTo>
                    <a:pt x="10090" y="1745"/>
                    <a:pt x="10067" y="1745"/>
                    <a:pt x="10045" y="1745"/>
                  </a:cubicBezTo>
                  <a:cubicBezTo>
                    <a:pt x="10045" y="1723"/>
                    <a:pt x="10045" y="1701"/>
                    <a:pt x="10045" y="1678"/>
                  </a:cubicBezTo>
                  <a:cubicBezTo>
                    <a:pt x="10023" y="1678"/>
                    <a:pt x="10000" y="1678"/>
                    <a:pt x="9978" y="1678"/>
                  </a:cubicBezTo>
                  <a:cubicBezTo>
                    <a:pt x="9978" y="1656"/>
                    <a:pt x="9978" y="1634"/>
                    <a:pt x="9978" y="1611"/>
                  </a:cubicBezTo>
                  <a:cubicBezTo>
                    <a:pt x="9956" y="1611"/>
                    <a:pt x="9933" y="1611"/>
                    <a:pt x="9911" y="1611"/>
                  </a:cubicBezTo>
                  <a:cubicBezTo>
                    <a:pt x="9911" y="1589"/>
                    <a:pt x="9911" y="1567"/>
                    <a:pt x="9911" y="1544"/>
                  </a:cubicBezTo>
                  <a:cubicBezTo>
                    <a:pt x="9867" y="1544"/>
                    <a:pt x="9822" y="1544"/>
                    <a:pt x="9777" y="1544"/>
                  </a:cubicBezTo>
                  <a:cubicBezTo>
                    <a:pt x="9777" y="1522"/>
                    <a:pt x="9777" y="1500"/>
                    <a:pt x="9777" y="1477"/>
                  </a:cubicBezTo>
                  <a:cubicBezTo>
                    <a:pt x="9578" y="1477"/>
                    <a:pt x="9379" y="1477"/>
                    <a:pt x="9174" y="1477"/>
                  </a:cubicBezTo>
                  <a:close/>
                </a:path>
              </a:pathLst>
            </a:custGeom>
            <a:solidFill>
              <a:srgbClr val="ACB5E9"/>
            </a:solidFill>
            <a:ln w="425" cap="flat">
              <a:noFill/>
            </a:ln>
          </p:spPr>
        </p:sp>
        <p:sp>
          <p:nvSpPr>
            <p:cNvPr id="1720" name="ICON_HARNESS_DATA_path_004"/>
            <p:cNvSpPr/>
            <p:nvPr/>
          </p:nvSpPr>
          <p:spPr>
            <a:xfrm>
              <a:off x="3030141" y="6441565"/>
              <a:ext cx="153211" cy="181145"/>
            </a:xfrm>
            <a:custGeom>
              <a:avLst/>
              <a:gdLst/>
              <a:ahLst/>
              <a:cxnLst/>
              <a:rect l="0" t="0" r="r" b="b"/>
              <a:pathLst>
                <a:path w="12064" h="14263" fill="norm" stroke="0">
                  <a:moveTo>
                    <a:pt x="4754" y="0"/>
                  </a:moveTo>
                  <a:cubicBezTo>
                    <a:pt x="5572" y="0"/>
                    <a:pt x="6390" y="0"/>
                    <a:pt x="7232" y="0"/>
                  </a:cubicBezTo>
                  <a:cubicBezTo>
                    <a:pt x="7232" y="22"/>
                    <a:pt x="7232" y="44"/>
                    <a:pt x="7232" y="67"/>
                  </a:cubicBezTo>
                  <a:cubicBezTo>
                    <a:pt x="7241" y="67"/>
                    <a:pt x="7250" y="67"/>
                    <a:pt x="7259" y="67"/>
                  </a:cubicBezTo>
                  <a:cubicBezTo>
                    <a:pt x="7341" y="66"/>
                    <a:pt x="7423" y="66"/>
                    <a:pt x="7505" y="65"/>
                  </a:cubicBezTo>
                  <a:cubicBezTo>
                    <a:pt x="7548" y="65"/>
                    <a:pt x="7590" y="65"/>
                    <a:pt x="7632" y="64"/>
                  </a:cubicBezTo>
                  <a:cubicBezTo>
                    <a:pt x="7681" y="64"/>
                    <a:pt x="7730" y="64"/>
                    <a:pt x="7778" y="64"/>
                  </a:cubicBezTo>
                  <a:cubicBezTo>
                    <a:pt x="7793" y="64"/>
                    <a:pt x="7809" y="63"/>
                    <a:pt x="7824" y="63"/>
                  </a:cubicBezTo>
                  <a:cubicBezTo>
                    <a:pt x="7838" y="63"/>
                    <a:pt x="7852" y="63"/>
                    <a:pt x="7867" y="63"/>
                  </a:cubicBezTo>
                  <a:cubicBezTo>
                    <a:pt x="7873" y="63"/>
                    <a:pt x="7873" y="63"/>
                    <a:pt x="7905" y="63"/>
                  </a:cubicBezTo>
                  <a:cubicBezTo>
                    <a:pt x="7935" y="67"/>
                    <a:pt x="7935" y="67"/>
                    <a:pt x="7969" y="100"/>
                  </a:cubicBezTo>
                  <a:cubicBezTo>
                    <a:pt x="7993" y="106"/>
                    <a:pt x="7993" y="106"/>
                    <a:pt x="8022" y="107"/>
                  </a:cubicBezTo>
                  <a:cubicBezTo>
                    <a:pt x="8032" y="108"/>
                    <a:pt x="8043" y="109"/>
                    <a:pt x="8054" y="109"/>
                  </a:cubicBezTo>
                  <a:cubicBezTo>
                    <a:pt x="8066" y="110"/>
                    <a:pt x="8077" y="110"/>
                    <a:pt x="8089" y="111"/>
                  </a:cubicBezTo>
                  <a:cubicBezTo>
                    <a:pt x="8095" y="111"/>
                    <a:pt x="8095" y="111"/>
                    <a:pt x="8125" y="113"/>
                  </a:cubicBezTo>
                  <a:cubicBezTo>
                    <a:pt x="8163" y="115"/>
                    <a:pt x="8201" y="117"/>
                    <a:pt x="8239" y="119"/>
                  </a:cubicBezTo>
                  <a:cubicBezTo>
                    <a:pt x="8264" y="121"/>
                    <a:pt x="8290" y="122"/>
                    <a:pt x="8316" y="124"/>
                  </a:cubicBezTo>
                  <a:cubicBezTo>
                    <a:pt x="8379" y="127"/>
                    <a:pt x="8442" y="131"/>
                    <a:pt x="8504" y="134"/>
                  </a:cubicBezTo>
                  <a:cubicBezTo>
                    <a:pt x="8504" y="156"/>
                    <a:pt x="8504" y="178"/>
                    <a:pt x="8504" y="201"/>
                  </a:cubicBezTo>
                  <a:cubicBezTo>
                    <a:pt x="8515" y="201"/>
                    <a:pt x="8526" y="201"/>
                    <a:pt x="8538" y="200"/>
                  </a:cubicBezTo>
                  <a:cubicBezTo>
                    <a:pt x="8578" y="200"/>
                    <a:pt x="8619" y="199"/>
                    <a:pt x="8660" y="199"/>
                  </a:cubicBezTo>
                  <a:cubicBezTo>
                    <a:pt x="8678" y="199"/>
                    <a:pt x="8695" y="199"/>
                    <a:pt x="8713" y="198"/>
                  </a:cubicBezTo>
                  <a:cubicBezTo>
                    <a:pt x="8738" y="198"/>
                    <a:pt x="8764" y="198"/>
                    <a:pt x="8789" y="198"/>
                  </a:cubicBezTo>
                  <a:cubicBezTo>
                    <a:pt x="8804" y="197"/>
                    <a:pt x="8819" y="197"/>
                    <a:pt x="8835" y="197"/>
                  </a:cubicBezTo>
                  <a:cubicBezTo>
                    <a:pt x="8873" y="201"/>
                    <a:pt x="8873" y="201"/>
                    <a:pt x="8906" y="234"/>
                  </a:cubicBezTo>
                  <a:cubicBezTo>
                    <a:pt x="8937" y="240"/>
                    <a:pt x="8966" y="243"/>
                    <a:pt x="8997" y="245"/>
                  </a:cubicBezTo>
                  <a:cubicBezTo>
                    <a:pt x="9002" y="245"/>
                    <a:pt x="9002" y="245"/>
                    <a:pt x="9024" y="247"/>
                  </a:cubicBezTo>
                  <a:cubicBezTo>
                    <a:pt x="9053" y="249"/>
                    <a:pt x="9081" y="251"/>
                    <a:pt x="9109" y="253"/>
                  </a:cubicBezTo>
                  <a:cubicBezTo>
                    <a:pt x="9128" y="255"/>
                    <a:pt x="9148" y="256"/>
                    <a:pt x="9167" y="258"/>
                  </a:cubicBezTo>
                  <a:cubicBezTo>
                    <a:pt x="9214" y="261"/>
                    <a:pt x="9261" y="265"/>
                    <a:pt x="9308" y="268"/>
                  </a:cubicBezTo>
                  <a:cubicBezTo>
                    <a:pt x="9308" y="290"/>
                    <a:pt x="9308" y="312"/>
                    <a:pt x="9308" y="335"/>
                  </a:cubicBezTo>
                  <a:cubicBezTo>
                    <a:pt x="9325" y="334"/>
                    <a:pt x="9341" y="334"/>
                    <a:pt x="9358" y="334"/>
                  </a:cubicBezTo>
                  <a:cubicBezTo>
                    <a:pt x="9380" y="333"/>
                    <a:pt x="9401" y="333"/>
                    <a:pt x="9423" y="333"/>
                  </a:cubicBezTo>
                  <a:cubicBezTo>
                    <a:pt x="9434" y="332"/>
                    <a:pt x="9445" y="332"/>
                    <a:pt x="9456" y="332"/>
                  </a:cubicBezTo>
                  <a:cubicBezTo>
                    <a:pt x="9467" y="332"/>
                    <a:pt x="9477" y="332"/>
                    <a:pt x="9488" y="332"/>
                  </a:cubicBezTo>
                  <a:cubicBezTo>
                    <a:pt x="9493" y="331"/>
                    <a:pt x="9493" y="331"/>
                    <a:pt x="9517" y="331"/>
                  </a:cubicBezTo>
                  <a:cubicBezTo>
                    <a:pt x="9542" y="335"/>
                    <a:pt x="9542" y="335"/>
                    <a:pt x="9576" y="368"/>
                  </a:cubicBezTo>
                  <a:cubicBezTo>
                    <a:pt x="9610" y="375"/>
                    <a:pt x="9610" y="375"/>
                    <a:pt x="9652" y="379"/>
                  </a:cubicBezTo>
                  <a:cubicBezTo>
                    <a:pt x="9667" y="380"/>
                    <a:pt x="9682" y="382"/>
                    <a:pt x="9698" y="383"/>
                  </a:cubicBezTo>
                  <a:cubicBezTo>
                    <a:pt x="9714" y="384"/>
                    <a:pt x="9729" y="386"/>
                    <a:pt x="9745" y="387"/>
                  </a:cubicBezTo>
                  <a:cubicBezTo>
                    <a:pt x="9761" y="389"/>
                    <a:pt x="9777" y="390"/>
                    <a:pt x="9793" y="392"/>
                  </a:cubicBezTo>
                  <a:cubicBezTo>
                    <a:pt x="9832" y="395"/>
                    <a:pt x="9872" y="399"/>
                    <a:pt x="9911" y="402"/>
                  </a:cubicBezTo>
                  <a:cubicBezTo>
                    <a:pt x="9911" y="424"/>
                    <a:pt x="9911" y="446"/>
                    <a:pt x="9911" y="469"/>
                  </a:cubicBezTo>
                  <a:cubicBezTo>
                    <a:pt x="9917" y="469"/>
                    <a:pt x="9917" y="469"/>
                    <a:pt x="9946" y="468"/>
                  </a:cubicBezTo>
                  <a:cubicBezTo>
                    <a:pt x="9954" y="467"/>
                    <a:pt x="9954" y="467"/>
                    <a:pt x="9992" y="467"/>
                  </a:cubicBezTo>
                  <a:cubicBezTo>
                    <a:pt x="10000" y="466"/>
                    <a:pt x="10000" y="466"/>
                    <a:pt x="10038" y="465"/>
                  </a:cubicBezTo>
                  <a:cubicBezTo>
                    <a:pt x="10078" y="469"/>
                    <a:pt x="10078" y="469"/>
                    <a:pt x="10112" y="502"/>
                  </a:cubicBezTo>
                  <a:cubicBezTo>
                    <a:pt x="10140" y="509"/>
                    <a:pt x="10140" y="509"/>
                    <a:pt x="10173" y="513"/>
                  </a:cubicBezTo>
                  <a:cubicBezTo>
                    <a:pt x="10179" y="514"/>
                    <a:pt x="10179" y="514"/>
                    <a:pt x="10210" y="517"/>
                  </a:cubicBezTo>
                  <a:cubicBezTo>
                    <a:pt x="10222" y="518"/>
                    <a:pt x="10235" y="520"/>
                    <a:pt x="10248" y="521"/>
                  </a:cubicBezTo>
                  <a:cubicBezTo>
                    <a:pt x="10260" y="523"/>
                    <a:pt x="10273" y="524"/>
                    <a:pt x="10286" y="525"/>
                  </a:cubicBezTo>
                  <a:cubicBezTo>
                    <a:pt x="10317" y="529"/>
                    <a:pt x="10348" y="532"/>
                    <a:pt x="10379" y="536"/>
                  </a:cubicBezTo>
                  <a:cubicBezTo>
                    <a:pt x="10379" y="558"/>
                    <a:pt x="10379" y="580"/>
                    <a:pt x="10379" y="603"/>
                  </a:cubicBezTo>
                  <a:cubicBezTo>
                    <a:pt x="10424" y="603"/>
                    <a:pt x="10468" y="603"/>
                    <a:pt x="10513" y="603"/>
                  </a:cubicBezTo>
                  <a:cubicBezTo>
                    <a:pt x="10513" y="625"/>
                    <a:pt x="10513" y="647"/>
                    <a:pt x="10513" y="670"/>
                  </a:cubicBezTo>
                  <a:cubicBezTo>
                    <a:pt x="10520" y="669"/>
                    <a:pt x="10520" y="669"/>
                    <a:pt x="10555" y="666"/>
                  </a:cubicBezTo>
                  <a:cubicBezTo>
                    <a:pt x="10573" y="665"/>
                    <a:pt x="10591" y="664"/>
                    <a:pt x="10610" y="663"/>
                  </a:cubicBezTo>
                  <a:cubicBezTo>
                    <a:pt x="10619" y="663"/>
                    <a:pt x="10628" y="662"/>
                    <a:pt x="10637" y="661"/>
                  </a:cubicBezTo>
                  <a:cubicBezTo>
                    <a:pt x="10666" y="660"/>
                    <a:pt x="10687" y="660"/>
                    <a:pt x="10714" y="670"/>
                  </a:cubicBezTo>
                  <a:cubicBezTo>
                    <a:pt x="10731" y="692"/>
                    <a:pt x="10731" y="692"/>
                    <a:pt x="10746" y="719"/>
                  </a:cubicBezTo>
                  <a:cubicBezTo>
                    <a:pt x="10774" y="768"/>
                    <a:pt x="10774" y="768"/>
                    <a:pt x="10809" y="779"/>
                  </a:cubicBezTo>
                  <a:cubicBezTo>
                    <a:pt x="10843" y="783"/>
                    <a:pt x="10877" y="784"/>
                    <a:pt x="10911" y="785"/>
                  </a:cubicBezTo>
                  <a:cubicBezTo>
                    <a:pt x="11028" y="793"/>
                    <a:pt x="11086" y="815"/>
                    <a:pt x="11163" y="903"/>
                  </a:cubicBezTo>
                  <a:cubicBezTo>
                    <a:pt x="11183" y="938"/>
                    <a:pt x="11183" y="938"/>
                    <a:pt x="11183" y="1004"/>
                  </a:cubicBezTo>
                  <a:cubicBezTo>
                    <a:pt x="11249" y="1004"/>
                    <a:pt x="11316" y="1004"/>
                    <a:pt x="11384" y="1004"/>
                  </a:cubicBezTo>
                  <a:cubicBezTo>
                    <a:pt x="11384" y="1027"/>
                    <a:pt x="11384" y="1049"/>
                    <a:pt x="11384" y="1071"/>
                  </a:cubicBezTo>
                  <a:cubicBezTo>
                    <a:pt x="11406" y="1071"/>
                    <a:pt x="11428" y="1071"/>
                    <a:pt x="11451" y="1071"/>
                  </a:cubicBezTo>
                  <a:cubicBezTo>
                    <a:pt x="11451" y="1094"/>
                    <a:pt x="11451" y="1116"/>
                    <a:pt x="11451" y="1138"/>
                  </a:cubicBezTo>
                  <a:cubicBezTo>
                    <a:pt x="11461" y="1136"/>
                    <a:pt x="11470" y="1134"/>
                    <a:pt x="11480" y="1132"/>
                  </a:cubicBezTo>
                  <a:cubicBezTo>
                    <a:pt x="11493" y="1134"/>
                    <a:pt x="11505" y="1136"/>
                    <a:pt x="11518" y="1138"/>
                  </a:cubicBezTo>
                  <a:cubicBezTo>
                    <a:pt x="11533" y="1160"/>
                    <a:pt x="11533" y="1160"/>
                    <a:pt x="11547" y="1187"/>
                  </a:cubicBezTo>
                  <a:cubicBezTo>
                    <a:pt x="11568" y="1223"/>
                    <a:pt x="11579" y="1237"/>
                    <a:pt x="11619" y="1253"/>
                  </a:cubicBezTo>
                  <a:cubicBezTo>
                    <a:pt x="11652" y="1261"/>
                    <a:pt x="11685" y="1268"/>
                    <a:pt x="11719" y="1272"/>
                  </a:cubicBezTo>
                  <a:cubicBezTo>
                    <a:pt x="11719" y="1294"/>
                    <a:pt x="11719" y="1317"/>
                    <a:pt x="11719" y="1339"/>
                  </a:cubicBezTo>
                  <a:cubicBezTo>
                    <a:pt x="11741" y="1339"/>
                    <a:pt x="11763" y="1339"/>
                    <a:pt x="11786" y="1339"/>
                  </a:cubicBezTo>
                  <a:cubicBezTo>
                    <a:pt x="11790" y="1351"/>
                    <a:pt x="11794" y="1363"/>
                    <a:pt x="11798" y="1375"/>
                  </a:cubicBezTo>
                  <a:cubicBezTo>
                    <a:pt x="11804" y="1390"/>
                    <a:pt x="11809" y="1405"/>
                    <a:pt x="11815" y="1421"/>
                  </a:cubicBezTo>
                  <a:cubicBezTo>
                    <a:pt x="11820" y="1436"/>
                    <a:pt x="11826" y="1451"/>
                    <a:pt x="11831" y="1467"/>
                  </a:cubicBezTo>
                  <a:cubicBezTo>
                    <a:pt x="11856" y="1513"/>
                    <a:pt x="11873" y="1520"/>
                    <a:pt x="11920" y="1540"/>
                  </a:cubicBezTo>
                  <a:cubicBezTo>
                    <a:pt x="11924" y="1576"/>
                    <a:pt x="11924" y="1576"/>
                    <a:pt x="11920" y="1607"/>
                  </a:cubicBezTo>
                  <a:cubicBezTo>
                    <a:pt x="11942" y="1607"/>
                    <a:pt x="11964" y="1607"/>
                    <a:pt x="11987" y="1607"/>
                  </a:cubicBezTo>
                  <a:cubicBezTo>
                    <a:pt x="11987" y="1629"/>
                    <a:pt x="11987" y="1651"/>
                    <a:pt x="11987" y="1674"/>
                  </a:cubicBezTo>
                  <a:cubicBezTo>
                    <a:pt x="12009" y="1674"/>
                    <a:pt x="12031" y="1674"/>
                    <a:pt x="12054" y="1674"/>
                  </a:cubicBezTo>
                  <a:cubicBezTo>
                    <a:pt x="12055" y="2689"/>
                    <a:pt x="12056" y="3704"/>
                    <a:pt x="12056" y="4719"/>
                  </a:cubicBezTo>
                  <a:cubicBezTo>
                    <a:pt x="12056" y="4727"/>
                    <a:pt x="12056" y="4727"/>
                    <a:pt x="12056" y="4765"/>
                  </a:cubicBezTo>
                  <a:cubicBezTo>
                    <a:pt x="12057" y="5091"/>
                    <a:pt x="12057" y="5418"/>
                    <a:pt x="12057" y="5744"/>
                  </a:cubicBezTo>
                  <a:cubicBezTo>
                    <a:pt x="12057" y="5904"/>
                    <a:pt x="12057" y="6064"/>
                    <a:pt x="12057" y="6225"/>
                  </a:cubicBezTo>
                  <a:cubicBezTo>
                    <a:pt x="12057" y="6241"/>
                    <a:pt x="12057" y="6256"/>
                    <a:pt x="12057" y="6273"/>
                  </a:cubicBezTo>
                  <a:cubicBezTo>
                    <a:pt x="12058" y="6789"/>
                    <a:pt x="12058" y="7306"/>
                    <a:pt x="12059" y="7822"/>
                  </a:cubicBezTo>
                  <a:cubicBezTo>
                    <a:pt x="12059" y="8353"/>
                    <a:pt x="12060" y="8883"/>
                    <a:pt x="12060" y="9414"/>
                  </a:cubicBezTo>
                  <a:cubicBezTo>
                    <a:pt x="12060" y="9489"/>
                    <a:pt x="12060" y="9564"/>
                    <a:pt x="12060" y="9639"/>
                  </a:cubicBezTo>
                  <a:cubicBezTo>
                    <a:pt x="12060" y="9647"/>
                    <a:pt x="12060" y="9647"/>
                    <a:pt x="12060" y="9684"/>
                  </a:cubicBezTo>
                  <a:cubicBezTo>
                    <a:pt x="12060" y="9921"/>
                    <a:pt x="12060" y="10159"/>
                    <a:pt x="12061" y="10396"/>
                  </a:cubicBezTo>
                  <a:cubicBezTo>
                    <a:pt x="12061" y="10635"/>
                    <a:pt x="12061" y="10874"/>
                    <a:pt x="12061" y="11113"/>
                  </a:cubicBezTo>
                  <a:cubicBezTo>
                    <a:pt x="12061" y="11254"/>
                    <a:pt x="12061" y="11396"/>
                    <a:pt x="12062" y="11538"/>
                  </a:cubicBezTo>
                  <a:cubicBezTo>
                    <a:pt x="12062" y="11633"/>
                    <a:pt x="12062" y="11728"/>
                    <a:pt x="12062" y="11822"/>
                  </a:cubicBezTo>
                  <a:cubicBezTo>
                    <a:pt x="12062" y="11876"/>
                    <a:pt x="12062" y="11930"/>
                    <a:pt x="12062" y="11984"/>
                  </a:cubicBezTo>
                  <a:cubicBezTo>
                    <a:pt x="12064" y="12353"/>
                    <a:pt x="12064" y="12353"/>
                    <a:pt x="12026" y="12495"/>
                  </a:cubicBezTo>
                  <a:cubicBezTo>
                    <a:pt x="12024" y="12504"/>
                    <a:pt x="12021" y="12513"/>
                    <a:pt x="12019" y="12522"/>
                  </a:cubicBezTo>
                  <a:cubicBezTo>
                    <a:pt x="11998" y="12585"/>
                    <a:pt x="11963" y="12610"/>
                    <a:pt x="11908" y="12642"/>
                  </a:cubicBezTo>
                  <a:cubicBezTo>
                    <a:pt x="11886" y="12656"/>
                    <a:pt x="11886" y="12656"/>
                    <a:pt x="11874" y="12687"/>
                  </a:cubicBezTo>
                  <a:cubicBezTo>
                    <a:pt x="11873" y="12693"/>
                    <a:pt x="11873" y="12693"/>
                    <a:pt x="11871" y="12719"/>
                  </a:cubicBezTo>
                  <a:cubicBezTo>
                    <a:pt x="11855" y="12810"/>
                    <a:pt x="11792" y="12872"/>
                    <a:pt x="11719" y="12924"/>
                  </a:cubicBezTo>
                  <a:cubicBezTo>
                    <a:pt x="11681" y="12928"/>
                    <a:pt x="11681" y="12928"/>
                    <a:pt x="11652" y="12924"/>
                  </a:cubicBezTo>
                  <a:cubicBezTo>
                    <a:pt x="11653" y="12934"/>
                    <a:pt x="11654" y="12943"/>
                    <a:pt x="11656" y="12953"/>
                  </a:cubicBezTo>
                  <a:cubicBezTo>
                    <a:pt x="11650" y="13004"/>
                    <a:pt x="11625" y="13028"/>
                    <a:pt x="11589" y="13062"/>
                  </a:cubicBezTo>
                  <a:cubicBezTo>
                    <a:pt x="11586" y="13065"/>
                    <a:pt x="11586" y="13065"/>
                    <a:pt x="11571" y="13081"/>
                  </a:cubicBezTo>
                  <a:cubicBezTo>
                    <a:pt x="11541" y="13111"/>
                    <a:pt x="11523" y="13124"/>
                    <a:pt x="11480" y="13129"/>
                  </a:cubicBezTo>
                  <a:cubicBezTo>
                    <a:pt x="11470" y="13128"/>
                    <a:pt x="11461" y="13126"/>
                    <a:pt x="11451" y="13125"/>
                  </a:cubicBezTo>
                  <a:cubicBezTo>
                    <a:pt x="11451" y="13147"/>
                    <a:pt x="11451" y="13169"/>
                    <a:pt x="11451" y="13192"/>
                  </a:cubicBezTo>
                  <a:cubicBezTo>
                    <a:pt x="11407" y="13192"/>
                    <a:pt x="11362" y="13192"/>
                    <a:pt x="11317" y="13192"/>
                  </a:cubicBezTo>
                  <a:cubicBezTo>
                    <a:pt x="11317" y="13214"/>
                    <a:pt x="11317" y="13236"/>
                    <a:pt x="11317" y="13259"/>
                  </a:cubicBezTo>
                  <a:cubicBezTo>
                    <a:pt x="11273" y="13259"/>
                    <a:pt x="11229" y="13259"/>
                    <a:pt x="11183" y="13259"/>
                  </a:cubicBezTo>
                  <a:cubicBezTo>
                    <a:pt x="11183" y="13281"/>
                    <a:pt x="11183" y="13303"/>
                    <a:pt x="11183" y="13326"/>
                  </a:cubicBezTo>
                  <a:cubicBezTo>
                    <a:pt x="11139" y="13326"/>
                    <a:pt x="11095" y="13326"/>
                    <a:pt x="11049" y="13326"/>
                  </a:cubicBezTo>
                  <a:cubicBezTo>
                    <a:pt x="11049" y="13348"/>
                    <a:pt x="11049" y="13370"/>
                    <a:pt x="11049" y="13393"/>
                  </a:cubicBezTo>
                  <a:cubicBezTo>
                    <a:pt x="11027" y="13393"/>
                    <a:pt x="11005" y="13393"/>
                    <a:pt x="10982" y="13393"/>
                  </a:cubicBezTo>
                  <a:cubicBezTo>
                    <a:pt x="10982" y="13415"/>
                    <a:pt x="10982" y="13437"/>
                    <a:pt x="10982" y="13460"/>
                  </a:cubicBezTo>
                  <a:cubicBezTo>
                    <a:pt x="10916" y="13460"/>
                    <a:pt x="10850" y="13460"/>
                    <a:pt x="10781" y="13460"/>
                  </a:cubicBezTo>
                  <a:cubicBezTo>
                    <a:pt x="10781" y="13482"/>
                    <a:pt x="10781" y="13504"/>
                    <a:pt x="10781" y="13527"/>
                  </a:cubicBezTo>
                  <a:cubicBezTo>
                    <a:pt x="10737" y="13527"/>
                    <a:pt x="10693" y="13527"/>
                    <a:pt x="10647" y="13527"/>
                  </a:cubicBezTo>
                  <a:cubicBezTo>
                    <a:pt x="10647" y="13549"/>
                    <a:pt x="10647" y="13571"/>
                    <a:pt x="10647" y="13594"/>
                  </a:cubicBezTo>
                  <a:cubicBezTo>
                    <a:pt x="10603" y="13594"/>
                    <a:pt x="10559" y="13594"/>
                    <a:pt x="10513" y="13594"/>
                  </a:cubicBezTo>
                  <a:cubicBezTo>
                    <a:pt x="10513" y="13616"/>
                    <a:pt x="10513" y="13638"/>
                    <a:pt x="10513" y="13661"/>
                  </a:cubicBezTo>
                  <a:cubicBezTo>
                    <a:pt x="10425" y="13661"/>
                    <a:pt x="10337" y="13661"/>
                    <a:pt x="10246" y="13661"/>
                  </a:cubicBezTo>
                  <a:cubicBezTo>
                    <a:pt x="10246" y="13683"/>
                    <a:pt x="10246" y="13705"/>
                    <a:pt x="10246" y="13728"/>
                  </a:cubicBezTo>
                  <a:cubicBezTo>
                    <a:pt x="10201" y="13728"/>
                    <a:pt x="10157" y="13728"/>
                    <a:pt x="10112" y="13728"/>
                  </a:cubicBezTo>
                  <a:cubicBezTo>
                    <a:pt x="10112" y="13750"/>
                    <a:pt x="10112" y="13772"/>
                    <a:pt x="10112" y="13795"/>
                  </a:cubicBezTo>
                  <a:cubicBezTo>
                    <a:pt x="10023" y="13795"/>
                    <a:pt x="9935" y="13795"/>
                    <a:pt x="9844" y="13795"/>
                  </a:cubicBezTo>
                  <a:cubicBezTo>
                    <a:pt x="9844" y="13817"/>
                    <a:pt x="9844" y="13839"/>
                    <a:pt x="9844" y="13862"/>
                  </a:cubicBezTo>
                  <a:cubicBezTo>
                    <a:pt x="9755" y="13862"/>
                    <a:pt x="9667" y="13862"/>
                    <a:pt x="9576" y="13862"/>
                  </a:cubicBezTo>
                  <a:cubicBezTo>
                    <a:pt x="9576" y="13884"/>
                    <a:pt x="9576" y="13906"/>
                    <a:pt x="9576" y="13929"/>
                  </a:cubicBezTo>
                  <a:cubicBezTo>
                    <a:pt x="9564" y="13929"/>
                    <a:pt x="9552" y="13930"/>
                    <a:pt x="9540" y="13931"/>
                  </a:cubicBezTo>
                  <a:cubicBezTo>
                    <a:pt x="9495" y="13934"/>
                    <a:pt x="9451" y="13938"/>
                    <a:pt x="9406" y="13941"/>
                  </a:cubicBezTo>
                  <a:cubicBezTo>
                    <a:pt x="9387" y="13942"/>
                    <a:pt x="9368" y="13944"/>
                    <a:pt x="9348" y="13945"/>
                  </a:cubicBezTo>
                  <a:cubicBezTo>
                    <a:pt x="9321" y="13947"/>
                    <a:pt x="9293" y="13949"/>
                    <a:pt x="9265" y="13951"/>
                  </a:cubicBezTo>
                  <a:cubicBezTo>
                    <a:pt x="9261" y="13952"/>
                    <a:pt x="9261" y="13952"/>
                    <a:pt x="9239" y="13953"/>
                  </a:cubicBezTo>
                  <a:cubicBezTo>
                    <a:pt x="9190" y="13957"/>
                    <a:pt x="9177" y="13959"/>
                    <a:pt x="9141" y="13996"/>
                  </a:cubicBezTo>
                  <a:cubicBezTo>
                    <a:pt x="9109" y="13999"/>
                    <a:pt x="9109" y="13999"/>
                    <a:pt x="9071" y="13999"/>
                  </a:cubicBezTo>
                  <a:cubicBezTo>
                    <a:pt x="9058" y="13999"/>
                    <a:pt x="9044" y="13999"/>
                    <a:pt x="9031" y="13998"/>
                  </a:cubicBezTo>
                  <a:cubicBezTo>
                    <a:pt x="9016" y="13998"/>
                    <a:pt x="9002" y="13998"/>
                    <a:pt x="8988" y="13998"/>
                  </a:cubicBezTo>
                  <a:cubicBezTo>
                    <a:pt x="8974" y="13997"/>
                    <a:pt x="8959" y="13997"/>
                    <a:pt x="8945" y="13997"/>
                  </a:cubicBezTo>
                  <a:cubicBezTo>
                    <a:pt x="8910" y="13997"/>
                    <a:pt x="8874" y="13996"/>
                    <a:pt x="8839" y="13996"/>
                  </a:cubicBezTo>
                  <a:cubicBezTo>
                    <a:pt x="8839" y="14018"/>
                    <a:pt x="8839" y="14040"/>
                    <a:pt x="8839" y="14062"/>
                  </a:cubicBezTo>
                  <a:cubicBezTo>
                    <a:pt x="8729" y="14062"/>
                    <a:pt x="8618" y="14062"/>
                    <a:pt x="8504" y="14062"/>
                  </a:cubicBezTo>
                  <a:cubicBezTo>
                    <a:pt x="8504" y="14085"/>
                    <a:pt x="8504" y="14107"/>
                    <a:pt x="8504" y="14129"/>
                  </a:cubicBezTo>
                  <a:cubicBezTo>
                    <a:pt x="8497" y="14130"/>
                    <a:pt x="8489" y="14130"/>
                    <a:pt x="8482" y="14131"/>
                  </a:cubicBezTo>
                  <a:cubicBezTo>
                    <a:pt x="8404" y="14134"/>
                    <a:pt x="8326" y="14138"/>
                    <a:pt x="8249" y="14142"/>
                  </a:cubicBezTo>
                  <a:cubicBezTo>
                    <a:pt x="8220" y="14143"/>
                    <a:pt x="8191" y="14145"/>
                    <a:pt x="8162" y="14146"/>
                  </a:cubicBezTo>
                  <a:cubicBezTo>
                    <a:pt x="8120" y="14148"/>
                    <a:pt x="8079" y="14150"/>
                    <a:pt x="8037" y="14152"/>
                  </a:cubicBezTo>
                  <a:cubicBezTo>
                    <a:pt x="8030" y="14153"/>
                    <a:pt x="8030" y="14153"/>
                    <a:pt x="7997" y="14154"/>
                  </a:cubicBezTo>
                  <a:cubicBezTo>
                    <a:pt x="7985" y="14155"/>
                    <a:pt x="7973" y="14155"/>
                    <a:pt x="7961" y="14156"/>
                  </a:cubicBezTo>
                  <a:cubicBezTo>
                    <a:pt x="7950" y="14157"/>
                    <a:pt x="7940" y="14157"/>
                    <a:pt x="7929" y="14158"/>
                  </a:cubicBezTo>
                  <a:cubicBezTo>
                    <a:pt x="7902" y="14163"/>
                    <a:pt x="7902" y="14163"/>
                    <a:pt x="7868" y="14196"/>
                  </a:cubicBezTo>
                  <a:cubicBezTo>
                    <a:pt x="7835" y="14200"/>
                    <a:pt x="7835" y="14200"/>
                    <a:pt x="7794" y="14200"/>
                  </a:cubicBezTo>
                  <a:cubicBezTo>
                    <a:pt x="7778" y="14200"/>
                    <a:pt x="7763" y="14200"/>
                    <a:pt x="7747" y="14200"/>
                  </a:cubicBezTo>
                  <a:cubicBezTo>
                    <a:pt x="7730" y="14200"/>
                    <a:pt x="7713" y="14200"/>
                    <a:pt x="7697" y="14200"/>
                  </a:cubicBezTo>
                  <a:cubicBezTo>
                    <a:pt x="7679" y="14200"/>
                    <a:pt x="7662" y="14200"/>
                    <a:pt x="7645" y="14200"/>
                  </a:cubicBezTo>
                  <a:cubicBezTo>
                    <a:pt x="7600" y="14199"/>
                    <a:pt x="7554" y="14199"/>
                    <a:pt x="7509" y="14199"/>
                  </a:cubicBezTo>
                  <a:cubicBezTo>
                    <a:pt x="7463" y="14198"/>
                    <a:pt x="7417" y="14198"/>
                    <a:pt x="7370" y="14198"/>
                  </a:cubicBezTo>
                  <a:cubicBezTo>
                    <a:pt x="7280" y="14198"/>
                    <a:pt x="7189" y="14197"/>
                    <a:pt x="7098" y="14196"/>
                  </a:cubicBezTo>
                  <a:cubicBezTo>
                    <a:pt x="7098" y="14219"/>
                    <a:pt x="7098" y="14241"/>
                    <a:pt x="7098" y="14263"/>
                  </a:cubicBezTo>
                  <a:cubicBezTo>
                    <a:pt x="6369" y="14263"/>
                    <a:pt x="5640" y="14263"/>
                    <a:pt x="4888" y="14263"/>
                  </a:cubicBezTo>
                  <a:cubicBezTo>
                    <a:pt x="4888" y="14241"/>
                    <a:pt x="4888" y="14219"/>
                    <a:pt x="4888" y="14196"/>
                  </a:cubicBezTo>
                  <a:cubicBezTo>
                    <a:pt x="4880" y="14196"/>
                    <a:pt x="4871" y="14197"/>
                    <a:pt x="4862" y="14197"/>
                  </a:cubicBezTo>
                  <a:cubicBezTo>
                    <a:pt x="4780" y="14197"/>
                    <a:pt x="4697" y="14198"/>
                    <a:pt x="4615" y="14198"/>
                  </a:cubicBezTo>
                  <a:cubicBezTo>
                    <a:pt x="4573" y="14198"/>
                    <a:pt x="4531" y="14199"/>
                    <a:pt x="4488" y="14199"/>
                  </a:cubicBezTo>
                  <a:cubicBezTo>
                    <a:pt x="4440" y="14199"/>
                    <a:pt x="4391" y="14200"/>
                    <a:pt x="4342" y="14200"/>
                  </a:cubicBezTo>
                  <a:cubicBezTo>
                    <a:pt x="4335" y="14200"/>
                    <a:pt x="4335" y="14200"/>
                    <a:pt x="4296" y="14200"/>
                  </a:cubicBezTo>
                  <a:cubicBezTo>
                    <a:pt x="4289" y="14200"/>
                    <a:pt x="4289" y="14200"/>
                    <a:pt x="4254" y="14200"/>
                  </a:cubicBezTo>
                  <a:cubicBezTo>
                    <a:pt x="4241" y="14200"/>
                    <a:pt x="4229" y="14200"/>
                    <a:pt x="4216" y="14200"/>
                  </a:cubicBezTo>
                  <a:cubicBezTo>
                    <a:pt x="4185" y="14196"/>
                    <a:pt x="4185" y="14196"/>
                    <a:pt x="4152" y="14163"/>
                  </a:cubicBezTo>
                  <a:cubicBezTo>
                    <a:pt x="4125" y="14158"/>
                    <a:pt x="4125" y="14158"/>
                    <a:pt x="4093" y="14156"/>
                  </a:cubicBezTo>
                  <a:cubicBezTo>
                    <a:pt x="4081" y="14155"/>
                    <a:pt x="4069" y="14155"/>
                    <a:pt x="4056" y="14154"/>
                  </a:cubicBezTo>
                  <a:cubicBezTo>
                    <a:pt x="4043" y="14154"/>
                    <a:pt x="4030" y="14153"/>
                    <a:pt x="4017" y="14152"/>
                  </a:cubicBezTo>
                  <a:cubicBezTo>
                    <a:pt x="4010" y="14152"/>
                    <a:pt x="4010" y="14152"/>
                    <a:pt x="3976" y="14150"/>
                  </a:cubicBezTo>
                  <a:cubicBezTo>
                    <a:pt x="3934" y="14148"/>
                    <a:pt x="3891" y="14146"/>
                    <a:pt x="3848" y="14144"/>
                  </a:cubicBezTo>
                  <a:cubicBezTo>
                    <a:pt x="3819" y="14143"/>
                    <a:pt x="3791" y="14141"/>
                    <a:pt x="3762" y="14140"/>
                  </a:cubicBezTo>
                  <a:cubicBezTo>
                    <a:pt x="3691" y="14136"/>
                    <a:pt x="3620" y="14133"/>
                    <a:pt x="3549" y="14129"/>
                  </a:cubicBezTo>
                  <a:cubicBezTo>
                    <a:pt x="3549" y="14107"/>
                    <a:pt x="3549" y="14085"/>
                    <a:pt x="3549" y="14062"/>
                  </a:cubicBezTo>
                  <a:cubicBezTo>
                    <a:pt x="3417" y="14062"/>
                    <a:pt x="3284" y="14062"/>
                    <a:pt x="3147" y="14062"/>
                  </a:cubicBezTo>
                  <a:cubicBezTo>
                    <a:pt x="3147" y="14040"/>
                    <a:pt x="3147" y="14018"/>
                    <a:pt x="3147" y="13996"/>
                  </a:cubicBezTo>
                  <a:cubicBezTo>
                    <a:pt x="3059" y="13996"/>
                    <a:pt x="2971" y="13996"/>
                    <a:pt x="2879" y="13996"/>
                  </a:cubicBezTo>
                  <a:cubicBezTo>
                    <a:pt x="2879" y="13973"/>
                    <a:pt x="2879" y="13951"/>
                    <a:pt x="2879" y="13929"/>
                  </a:cubicBezTo>
                  <a:cubicBezTo>
                    <a:pt x="2875" y="13929"/>
                    <a:pt x="2875" y="13929"/>
                    <a:pt x="2852" y="13929"/>
                  </a:cubicBezTo>
                  <a:cubicBezTo>
                    <a:pt x="2812" y="13930"/>
                    <a:pt x="2771" y="13930"/>
                    <a:pt x="2731" y="13931"/>
                  </a:cubicBezTo>
                  <a:cubicBezTo>
                    <a:pt x="2717" y="13931"/>
                    <a:pt x="2703" y="13931"/>
                    <a:pt x="2688" y="13932"/>
                  </a:cubicBezTo>
                  <a:cubicBezTo>
                    <a:pt x="2681" y="13932"/>
                    <a:pt x="2681" y="13932"/>
                    <a:pt x="2647" y="13932"/>
                  </a:cubicBezTo>
                  <a:cubicBezTo>
                    <a:pt x="2641" y="13932"/>
                    <a:pt x="2641" y="13932"/>
                    <a:pt x="2610" y="13932"/>
                  </a:cubicBezTo>
                  <a:cubicBezTo>
                    <a:pt x="2578" y="13929"/>
                    <a:pt x="2578" y="13929"/>
                    <a:pt x="2545" y="13895"/>
                  </a:cubicBezTo>
                  <a:cubicBezTo>
                    <a:pt x="2516" y="13888"/>
                    <a:pt x="2516" y="13888"/>
                    <a:pt x="2483" y="13885"/>
                  </a:cubicBezTo>
                  <a:cubicBezTo>
                    <a:pt x="2471" y="13883"/>
                    <a:pt x="2459" y="13882"/>
                    <a:pt x="2446" y="13880"/>
                  </a:cubicBezTo>
                  <a:cubicBezTo>
                    <a:pt x="2440" y="13880"/>
                    <a:pt x="2440" y="13880"/>
                    <a:pt x="2409" y="13876"/>
                  </a:cubicBezTo>
                  <a:cubicBezTo>
                    <a:pt x="2396" y="13875"/>
                    <a:pt x="2383" y="13873"/>
                    <a:pt x="2370" y="13872"/>
                  </a:cubicBezTo>
                  <a:cubicBezTo>
                    <a:pt x="2339" y="13868"/>
                    <a:pt x="2308" y="13865"/>
                    <a:pt x="2277" y="13862"/>
                  </a:cubicBezTo>
                  <a:cubicBezTo>
                    <a:pt x="2277" y="13840"/>
                    <a:pt x="2277" y="13817"/>
                    <a:pt x="2277" y="13795"/>
                  </a:cubicBezTo>
                  <a:cubicBezTo>
                    <a:pt x="2188" y="13795"/>
                    <a:pt x="2100" y="13795"/>
                    <a:pt x="2009" y="13795"/>
                  </a:cubicBezTo>
                  <a:cubicBezTo>
                    <a:pt x="2009" y="13773"/>
                    <a:pt x="2009" y="13750"/>
                    <a:pt x="2009" y="13728"/>
                  </a:cubicBezTo>
                  <a:cubicBezTo>
                    <a:pt x="1921" y="13728"/>
                    <a:pt x="1832" y="13728"/>
                    <a:pt x="1741" y="13728"/>
                  </a:cubicBezTo>
                  <a:cubicBezTo>
                    <a:pt x="1741" y="13706"/>
                    <a:pt x="1741" y="13683"/>
                    <a:pt x="1741" y="13661"/>
                  </a:cubicBezTo>
                  <a:cubicBezTo>
                    <a:pt x="1675" y="13661"/>
                    <a:pt x="1608" y="13661"/>
                    <a:pt x="1540" y="13661"/>
                  </a:cubicBezTo>
                  <a:cubicBezTo>
                    <a:pt x="1540" y="13639"/>
                    <a:pt x="1540" y="13617"/>
                    <a:pt x="1540" y="13594"/>
                  </a:cubicBezTo>
                  <a:cubicBezTo>
                    <a:pt x="1496" y="13594"/>
                    <a:pt x="1452" y="13594"/>
                    <a:pt x="1406" y="13594"/>
                  </a:cubicBezTo>
                  <a:cubicBezTo>
                    <a:pt x="1406" y="13572"/>
                    <a:pt x="1406" y="13550"/>
                    <a:pt x="1406" y="13527"/>
                  </a:cubicBezTo>
                  <a:cubicBezTo>
                    <a:pt x="1340" y="13527"/>
                    <a:pt x="1274" y="13527"/>
                    <a:pt x="1205" y="13527"/>
                  </a:cubicBezTo>
                  <a:cubicBezTo>
                    <a:pt x="1205" y="13505"/>
                    <a:pt x="1205" y="13483"/>
                    <a:pt x="1205" y="13460"/>
                  </a:cubicBezTo>
                  <a:cubicBezTo>
                    <a:pt x="1183" y="13460"/>
                    <a:pt x="1161" y="13460"/>
                    <a:pt x="1138" y="13460"/>
                  </a:cubicBezTo>
                  <a:cubicBezTo>
                    <a:pt x="1138" y="13438"/>
                    <a:pt x="1138" y="13416"/>
                    <a:pt x="1138" y="13393"/>
                  </a:cubicBezTo>
                  <a:cubicBezTo>
                    <a:pt x="1094" y="13393"/>
                    <a:pt x="1050" y="13393"/>
                    <a:pt x="1004" y="13393"/>
                  </a:cubicBezTo>
                  <a:cubicBezTo>
                    <a:pt x="1004" y="13371"/>
                    <a:pt x="1004" y="13349"/>
                    <a:pt x="1004" y="13326"/>
                  </a:cubicBezTo>
                  <a:cubicBezTo>
                    <a:pt x="938" y="13326"/>
                    <a:pt x="872" y="13326"/>
                    <a:pt x="804" y="13326"/>
                  </a:cubicBezTo>
                  <a:cubicBezTo>
                    <a:pt x="804" y="13304"/>
                    <a:pt x="804" y="13282"/>
                    <a:pt x="804" y="13259"/>
                  </a:cubicBezTo>
                  <a:cubicBezTo>
                    <a:pt x="799" y="13260"/>
                    <a:pt x="799" y="13260"/>
                    <a:pt x="774" y="13265"/>
                  </a:cubicBezTo>
                  <a:cubicBezTo>
                    <a:pt x="737" y="13259"/>
                    <a:pt x="737" y="13259"/>
                    <a:pt x="723" y="13240"/>
                  </a:cubicBezTo>
                  <a:cubicBezTo>
                    <a:pt x="719" y="13232"/>
                    <a:pt x="714" y="13224"/>
                    <a:pt x="709" y="13215"/>
                  </a:cubicBezTo>
                  <a:cubicBezTo>
                    <a:pt x="679" y="13163"/>
                    <a:pt x="646" y="13143"/>
                    <a:pt x="593" y="13114"/>
                  </a:cubicBezTo>
                  <a:cubicBezTo>
                    <a:pt x="495" y="13059"/>
                    <a:pt x="422" y="12985"/>
                    <a:pt x="345" y="12903"/>
                  </a:cubicBezTo>
                  <a:cubicBezTo>
                    <a:pt x="326" y="12883"/>
                    <a:pt x="306" y="12862"/>
                    <a:pt x="286" y="12842"/>
                  </a:cubicBezTo>
                  <a:cubicBezTo>
                    <a:pt x="269" y="12823"/>
                    <a:pt x="251" y="12805"/>
                    <a:pt x="234" y="12787"/>
                  </a:cubicBezTo>
                  <a:cubicBezTo>
                    <a:pt x="201" y="12757"/>
                    <a:pt x="201" y="12757"/>
                    <a:pt x="164" y="12738"/>
                  </a:cubicBezTo>
                  <a:cubicBezTo>
                    <a:pt x="154" y="12733"/>
                    <a:pt x="144" y="12728"/>
                    <a:pt x="134" y="12723"/>
                  </a:cubicBezTo>
                  <a:cubicBezTo>
                    <a:pt x="130" y="12688"/>
                    <a:pt x="130" y="12688"/>
                    <a:pt x="134" y="12656"/>
                  </a:cubicBezTo>
                  <a:cubicBezTo>
                    <a:pt x="112" y="12656"/>
                    <a:pt x="90" y="12656"/>
                    <a:pt x="67" y="12656"/>
                  </a:cubicBezTo>
                  <a:cubicBezTo>
                    <a:pt x="67" y="12612"/>
                    <a:pt x="67" y="12568"/>
                    <a:pt x="67" y="12522"/>
                  </a:cubicBezTo>
                  <a:cubicBezTo>
                    <a:pt x="45" y="12522"/>
                    <a:pt x="23" y="12522"/>
                    <a:pt x="0" y="12522"/>
                  </a:cubicBezTo>
                  <a:cubicBezTo>
                    <a:pt x="0" y="8942"/>
                    <a:pt x="0" y="5362"/>
                    <a:pt x="0" y="1674"/>
                  </a:cubicBezTo>
                  <a:cubicBezTo>
                    <a:pt x="22" y="1674"/>
                    <a:pt x="44" y="1674"/>
                    <a:pt x="67" y="1674"/>
                  </a:cubicBezTo>
                  <a:cubicBezTo>
                    <a:pt x="65" y="1666"/>
                    <a:pt x="64" y="1658"/>
                    <a:pt x="62" y="1649"/>
                  </a:cubicBezTo>
                  <a:cubicBezTo>
                    <a:pt x="57" y="1592"/>
                    <a:pt x="56" y="1555"/>
                    <a:pt x="91" y="1509"/>
                  </a:cubicBezTo>
                  <a:cubicBezTo>
                    <a:pt x="125" y="1478"/>
                    <a:pt x="160" y="1449"/>
                    <a:pt x="197" y="1421"/>
                  </a:cubicBezTo>
                  <a:cubicBezTo>
                    <a:pt x="345" y="1303"/>
                    <a:pt x="345" y="1303"/>
                    <a:pt x="388" y="1224"/>
                  </a:cubicBezTo>
                  <a:cubicBezTo>
                    <a:pt x="402" y="1205"/>
                    <a:pt x="402" y="1205"/>
                    <a:pt x="439" y="1199"/>
                  </a:cubicBezTo>
                  <a:cubicBezTo>
                    <a:pt x="444" y="1200"/>
                    <a:pt x="444" y="1200"/>
                    <a:pt x="469" y="1205"/>
                  </a:cubicBezTo>
                  <a:cubicBezTo>
                    <a:pt x="469" y="1183"/>
                    <a:pt x="469" y="1161"/>
                    <a:pt x="469" y="1138"/>
                  </a:cubicBezTo>
                  <a:cubicBezTo>
                    <a:pt x="480" y="1134"/>
                    <a:pt x="492" y="1130"/>
                    <a:pt x="504" y="1126"/>
                  </a:cubicBezTo>
                  <a:cubicBezTo>
                    <a:pt x="512" y="1123"/>
                    <a:pt x="512" y="1123"/>
                    <a:pt x="550" y="1109"/>
                  </a:cubicBezTo>
                  <a:cubicBezTo>
                    <a:pt x="566" y="1104"/>
                    <a:pt x="581" y="1098"/>
                    <a:pt x="596" y="1093"/>
                  </a:cubicBezTo>
                  <a:cubicBezTo>
                    <a:pt x="636" y="1071"/>
                    <a:pt x="636" y="1071"/>
                    <a:pt x="651" y="1038"/>
                  </a:cubicBezTo>
                  <a:cubicBezTo>
                    <a:pt x="673" y="998"/>
                    <a:pt x="681" y="997"/>
                    <a:pt x="723" y="986"/>
                  </a:cubicBezTo>
                  <a:cubicBezTo>
                    <a:pt x="755" y="978"/>
                    <a:pt x="787" y="971"/>
                    <a:pt x="819" y="964"/>
                  </a:cubicBezTo>
                  <a:cubicBezTo>
                    <a:pt x="849" y="957"/>
                    <a:pt x="876" y="950"/>
                    <a:pt x="904" y="938"/>
                  </a:cubicBezTo>
                  <a:cubicBezTo>
                    <a:pt x="924" y="902"/>
                    <a:pt x="924" y="902"/>
                    <a:pt x="938" y="871"/>
                  </a:cubicBezTo>
                  <a:cubicBezTo>
                    <a:pt x="970" y="864"/>
                    <a:pt x="970" y="864"/>
                    <a:pt x="1007" y="866"/>
                  </a:cubicBezTo>
                  <a:cubicBezTo>
                    <a:pt x="1019" y="867"/>
                    <a:pt x="1031" y="868"/>
                    <a:pt x="1043" y="868"/>
                  </a:cubicBezTo>
                  <a:cubicBezTo>
                    <a:pt x="1053" y="869"/>
                    <a:pt x="1062" y="870"/>
                    <a:pt x="1071" y="871"/>
                  </a:cubicBezTo>
                  <a:cubicBezTo>
                    <a:pt x="1071" y="848"/>
                    <a:pt x="1071" y="826"/>
                    <a:pt x="1071" y="804"/>
                  </a:cubicBezTo>
                  <a:cubicBezTo>
                    <a:pt x="1116" y="804"/>
                    <a:pt x="1160" y="804"/>
                    <a:pt x="1205" y="804"/>
                  </a:cubicBezTo>
                  <a:cubicBezTo>
                    <a:pt x="1205" y="781"/>
                    <a:pt x="1205" y="759"/>
                    <a:pt x="1205" y="737"/>
                  </a:cubicBezTo>
                  <a:cubicBezTo>
                    <a:pt x="1250" y="737"/>
                    <a:pt x="1294" y="737"/>
                    <a:pt x="1339" y="737"/>
                  </a:cubicBezTo>
                  <a:cubicBezTo>
                    <a:pt x="1339" y="715"/>
                    <a:pt x="1339" y="692"/>
                    <a:pt x="1339" y="670"/>
                  </a:cubicBezTo>
                  <a:cubicBezTo>
                    <a:pt x="1476" y="626"/>
                    <a:pt x="1596" y="591"/>
                    <a:pt x="1741" y="603"/>
                  </a:cubicBezTo>
                  <a:cubicBezTo>
                    <a:pt x="1741" y="581"/>
                    <a:pt x="1741" y="558"/>
                    <a:pt x="1741" y="536"/>
                  </a:cubicBezTo>
                  <a:cubicBezTo>
                    <a:pt x="1807" y="536"/>
                    <a:pt x="1874" y="536"/>
                    <a:pt x="1942" y="536"/>
                  </a:cubicBezTo>
                  <a:cubicBezTo>
                    <a:pt x="1942" y="514"/>
                    <a:pt x="1942" y="492"/>
                    <a:pt x="1942" y="469"/>
                  </a:cubicBezTo>
                  <a:cubicBezTo>
                    <a:pt x="2030" y="469"/>
                    <a:pt x="2119" y="469"/>
                    <a:pt x="2210" y="469"/>
                  </a:cubicBezTo>
                  <a:cubicBezTo>
                    <a:pt x="2210" y="447"/>
                    <a:pt x="2210" y="425"/>
                    <a:pt x="2210" y="402"/>
                  </a:cubicBezTo>
                  <a:cubicBezTo>
                    <a:pt x="2298" y="402"/>
                    <a:pt x="2387" y="402"/>
                    <a:pt x="2478" y="402"/>
                  </a:cubicBezTo>
                  <a:cubicBezTo>
                    <a:pt x="2478" y="380"/>
                    <a:pt x="2478" y="358"/>
                    <a:pt x="2478" y="335"/>
                  </a:cubicBezTo>
                  <a:cubicBezTo>
                    <a:pt x="2566" y="335"/>
                    <a:pt x="2654" y="335"/>
                    <a:pt x="2746" y="335"/>
                  </a:cubicBezTo>
                  <a:cubicBezTo>
                    <a:pt x="2746" y="313"/>
                    <a:pt x="2746" y="291"/>
                    <a:pt x="2746" y="268"/>
                  </a:cubicBezTo>
                  <a:cubicBezTo>
                    <a:pt x="2856" y="268"/>
                    <a:pt x="2967" y="268"/>
                    <a:pt x="3080" y="268"/>
                  </a:cubicBezTo>
                  <a:cubicBezTo>
                    <a:pt x="3080" y="246"/>
                    <a:pt x="3080" y="224"/>
                    <a:pt x="3080" y="201"/>
                  </a:cubicBezTo>
                  <a:cubicBezTo>
                    <a:pt x="3235" y="201"/>
                    <a:pt x="3390" y="201"/>
                    <a:pt x="3549" y="201"/>
                  </a:cubicBezTo>
                  <a:cubicBezTo>
                    <a:pt x="3549" y="179"/>
                    <a:pt x="3549" y="157"/>
                    <a:pt x="3549" y="134"/>
                  </a:cubicBezTo>
                  <a:cubicBezTo>
                    <a:pt x="3726" y="134"/>
                    <a:pt x="3903" y="134"/>
                    <a:pt x="4085" y="134"/>
                  </a:cubicBezTo>
                  <a:cubicBezTo>
                    <a:pt x="4085" y="112"/>
                    <a:pt x="4085" y="90"/>
                    <a:pt x="4085" y="67"/>
                  </a:cubicBezTo>
                  <a:cubicBezTo>
                    <a:pt x="4306" y="67"/>
                    <a:pt x="4527" y="67"/>
                    <a:pt x="4754" y="67"/>
                  </a:cubicBezTo>
                  <a:cubicBezTo>
                    <a:pt x="4754" y="45"/>
                    <a:pt x="4754" y="23"/>
                    <a:pt x="4754" y="0"/>
                  </a:cubicBezTo>
                  <a:close/>
                  <a:moveTo>
                    <a:pt x="4554" y="402"/>
                  </a:moveTo>
                  <a:cubicBezTo>
                    <a:pt x="4554" y="424"/>
                    <a:pt x="4554" y="446"/>
                    <a:pt x="4554" y="469"/>
                  </a:cubicBezTo>
                  <a:cubicBezTo>
                    <a:pt x="4377" y="469"/>
                    <a:pt x="4200" y="469"/>
                    <a:pt x="4018" y="469"/>
                  </a:cubicBezTo>
                  <a:cubicBezTo>
                    <a:pt x="4018" y="491"/>
                    <a:pt x="4018" y="513"/>
                    <a:pt x="4018" y="536"/>
                  </a:cubicBezTo>
                  <a:cubicBezTo>
                    <a:pt x="3863" y="536"/>
                    <a:pt x="3708" y="536"/>
                    <a:pt x="3549" y="536"/>
                  </a:cubicBezTo>
                  <a:cubicBezTo>
                    <a:pt x="3549" y="558"/>
                    <a:pt x="3549" y="580"/>
                    <a:pt x="3549" y="603"/>
                  </a:cubicBezTo>
                  <a:cubicBezTo>
                    <a:pt x="3417" y="603"/>
                    <a:pt x="3284" y="603"/>
                    <a:pt x="3147" y="603"/>
                  </a:cubicBezTo>
                  <a:cubicBezTo>
                    <a:pt x="3147" y="625"/>
                    <a:pt x="3147" y="647"/>
                    <a:pt x="3147" y="670"/>
                  </a:cubicBezTo>
                  <a:cubicBezTo>
                    <a:pt x="3037" y="670"/>
                    <a:pt x="2926" y="670"/>
                    <a:pt x="2812" y="670"/>
                  </a:cubicBezTo>
                  <a:cubicBezTo>
                    <a:pt x="2812" y="692"/>
                    <a:pt x="2812" y="714"/>
                    <a:pt x="2812" y="737"/>
                  </a:cubicBezTo>
                  <a:cubicBezTo>
                    <a:pt x="2702" y="737"/>
                    <a:pt x="2592" y="737"/>
                    <a:pt x="2478" y="737"/>
                  </a:cubicBezTo>
                  <a:cubicBezTo>
                    <a:pt x="2478" y="759"/>
                    <a:pt x="2478" y="781"/>
                    <a:pt x="2478" y="804"/>
                  </a:cubicBezTo>
                  <a:cubicBezTo>
                    <a:pt x="2389" y="804"/>
                    <a:pt x="2301" y="804"/>
                    <a:pt x="2210" y="804"/>
                  </a:cubicBezTo>
                  <a:cubicBezTo>
                    <a:pt x="2210" y="826"/>
                    <a:pt x="2210" y="848"/>
                    <a:pt x="2210" y="871"/>
                  </a:cubicBezTo>
                  <a:cubicBezTo>
                    <a:pt x="2144" y="871"/>
                    <a:pt x="2077" y="871"/>
                    <a:pt x="2009" y="871"/>
                  </a:cubicBezTo>
                  <a:cubicBezTo>
                    <a:pt x="2009" y="893"/>
                    <a:pt x="2009" y="915"/>
                    <a:pt x="2009" y="938"/>
                  </a:cubicBezTo>
                  <a:cubicBezTo>
                    <a:pt x="1943" y="938"/>
                    <a:pt x="1876" y="938"/>
                    <a:pt x="1808" y="938"/>
                  </a:cubicBezTo>
                  <a:cubicBezTo>
                    <a:pt x="1808" y="960"/>
                    <a:pt x="1808" y="982"/>
                    <a:pt x="1808" y="1004"/>
                  </a:cubicBezTo>
                  <a:cubicBezTo>
                    <a:pt x="1742" y="1004"/>
                    <a:pt x="1675" y="1004"/>
                    <a:pt x="1607" y="1004"/>
                  </a:cubicBezTo>
                  <a:cubicBezTo>
                    <a:pt x="1607" y="1027"/>
                    <a:pt x="1607" y="1049"/>
                    <a:pt x="1607" y="1071"/>
                  </a:cubicBezTo>
                  <a:cubicBezTo>
                    <a:pt x="1541" y="1071"/>
                    <a:pt x="1475" y="1071"/>
                    <a:pt x="1406" y="1071"/>
                  </a:cubicBezTo>
                  <a:cubicBezTo>
                    <a:pt x="1406" y="1094"/>
                    <a:pt x="1406" y="1116"/>
                    <a:pt x="1406" y="1138"/>
                  </a:cubicBezTo>
                  <a:cubicBezTo>
                    <a:pt x="1362" y="1138"/>
                    <a:pt x="1318" y="1138"/>
                    <a:pt x="1272" y="1138"/>
                  </a:cubicBezTo>
                  <a:cubicBezTo>
                    <a:pt x="1272" y="1160"/>
                    <a:pt x="1272" y="1183"/>
                    <a:pt x="1272" y="1205"/>
                  </a:cubicBezTo>
                  <a:cubicBezTo>
                    <a:pt x="1228" y="1205"/>
                    <a:pt x="1184" y="1205"/>
                    <a:pt x="1138" y="1205"/>
                  </a:cubicBezTo>
                  <a:cubicBezTo>
                    <a:pt x="1138" y="1227"/>
                    <a:pt x="1138" y="1250"/>
                    <a:pt x="1138" y="1272"/>
                  </a:cubicBezTo>
                  <a:cubicBezTo>
                    <a:pt x="1094" y="1272"/>
                    <a:pt x="1050" y="1272"/>
                    <a:pt x="1004" y="1272"/>
                  </a:cubicBezTo>
                  <a:cubicBezTo>
                    <a:pt x="1004" y="1294"/>
                    <a:pt x="1004" y="1317"/>
                    <a:pt x="1004" y="1339"/>
                  </a:cubicBezTo>
                  <a:cubicBezTo>
                    <a:pt x="960" y="1339"/>
                    <a:pt x="916" y="1339"/>
                    <a:pt x="871" y="1339"/>
                  </a:cubicBezTo>
                  <a:cubicBezTo>
                    <a:pt x="871" y="1361"/>
                    <a:pt x="871" y="1383"/>
                    <a:pt x="871" y="1406"/>
                  </a:cubicBezTo>
                  <a:cubicBezTo>
                    <a:pt x="848" y="1406"/>
                    <a:pt x="826" y="1406"/>
                    <a:pt x="804" y="1406"/>
                  </a:cubicBezTo>
                  <a:cubicBezTo>
                    <a:pt x="804" y="1428"/>
                    <a:pt x="804" y="1450"/>
                    <a:pt x="804" y="1473"/>
                  </a:cubicBezTo>
                  <a:cubicBezTo>
                    <a:pt x="781" y="1473"/>
                    <a:pt x="759" y="1473"/>
                    <a:pt x="737" y="1473"/>
                  </a:cubicBezTo>
                  <a:cubicBezTo>
                    <a:pt x="737" y="1495"/>
                    <a:pt x="737" y="1517"/>
                    <a:pt x="737" y="1540"/>
                  </a:cubicBezTo>
                  <a:cubicBezTo>
                    <a:pt x="692" y="1540"/>
                    <a:pt x="648" y="1540"/>
                    <a:pt x="603" y="1540"/>
                  </a:cubicBezTo>
                  <a:cubicBezTo>
                    <a:pt x="603" y="1562"/>
                    <a:pt x="603" y="1584"/>
                    <a:pt x="603" y="1607"/>
                  </a:cubicBezTo>
                  <a:cubicBezTo>
                    <a:pt x="581" y="1607"/>
                    <a:pt x="558" y="1607"/>
                    <a:pt x="536" y="1607"/>
                  </a:cubicBezTo>
                  <a:cubicBezTo>
                    <a:pt x="536" y="1651"/>
                    <a:pt x="536" y="1696"/>
                    <a:pt x="536" y="1741"/>
                  </a:cubicBezTo>
                  <a:cubicBezTo>
                    <a:pt x="514" y="1741"/>
                    <a:pt x="492" y="1741"/>
                    <a:pt x="469" y="1741"/>
                  </a:cubicBezTo>
                  <a:cubicBezTo>
                    <a:pt x="469" y="1763"/>
                    <a:pt x="469" y="1785"/>
                    <a:pt x="469" y="1808"/>
                  </a:cubicBezTo>
                  <a:cubicBezTo>
                    <a:pt x="447" y="1808"/>
                    <a:pt x="425" y="1808"/>
                    <a:pt x="402" y="1808"/>
                  </a:cubicBezTo>
                  <a:cubicBezTo>
                    <a:pt x="402" y="1941"/>
                    <a:pt x="402" y="2073"/>
                    <a:pt x="402" y="2210"/>
                  </a:cubicBezTo>
                  <a:cubicBezTo>
                    <a:pt x="424" y="2210"/>
                    <a:pt x="446" y="2210"/>
                    <a:pt x="469" y="2210"/>
                  </a:cubicBezTo>
                  <a:cubicBezTo>
                    <a:pt x="469" y="2232"/>
                    <a:pt x="469" y="2254"/>
                    <a:pt x="469" y="2277"/>
                  </a:cubicBezTo>
                  <a:cubicBezTo>
                    <a:pt x="491" y="2277"/>
                    <a:pt x="513" y="2277"/>
                    <a:pt x="536" y="2277"/>
                  </a:cubicBezTo>
                  <a:cubicBezTo>
                    <a:pt x="536" y="2299"/>
                    <a:pt x="536" y="2321"/>
                    <a:pt x="536" y="2344"/>
                  </a:cubicBezTo>
                  <a:cubicBezTo>
                    <a:pt x="558" y="2344"/>
                    <a:pt x="580" y="2344"/>
                    <a:pt x="603" y="2344"/>
                  </a:cubicBezTo>
                  <a:cubicBezTo>
                    <a:pt x="603" y="2366"/>
                    <a:pt x="603" y="2388"/>
                    <a:pt x="603" y="2411"/>
                  </a:cubicBezTo>
                  <a:cubicBezTo>
                    <a:pt x="625" y="2411"/>
                    <a:pt x="647" y="2411"/>
                    <a:pt x="670" y="2411"/>
                  </a:cubicBezTo>
                  <a:cubicBezTo>
                    <a:pt x="670" y="2433"/>
                    <a:pt x="670" y="2455"/>
                    <a:pt x="670" y="2478"/>
                  </a:cubicBezTo>
                  <a:cubicBezTo>
                    <a:pt x="692" y="2478"/>
                    <a:pt x="714" y="2478"/>
                    <a:pt x="737" y="2478"/>
                  </a:cubicBezTo>
                  <a:cubicBezTo>
                    <a:pt x="737" y="2500"/>
                    <a:pt x="737" y="2522"/>
                    <a:pt x="737" y="2545"/>
                  </a:cubicBezTo>
                  <a:cubicBezTo>
                    <a:pt x="759" y="2545"/>
                    <a:pt x="781" y="2545"/>
                    <a:pt x="804" y="2545"/>
                  </a:cubicBezTo>
                  <a:cubicBezTo>
                    <a:pt x="804" y="2567"/>
                    <a:pt x="804" y="2589"/>
                    <a:pt x="804" y="2612"/>
                  </a:cubicBezTo>
                  <a:cubicBezTo>
                    <a:pt x="848" y="2612"/>
                    <a:pt x="892" y="2612"/>
                    <a:pt x="938" y="2612"/>
                  </a:cubicBezTo>
                  <a:cubicBezTo>
                    <a:pt x="938" y="2634"/>
                    <a:pt x="938" y="2656"/>
                    <a:pt x="938" y="2679"/>
                  </a:cubicBezTo>
                  <a:cubicBezTo>
                    <a:pt x="982" y="2679"/>
                    <a:pt x="1026" y="2679"/>
                    <a:pt x="1071" y="2679"/>
                  </a:cubicBezTo>
                  <a:cubicBezTo>
                    <a:pt x="1071" y="2701"/>
                    <a:pt x="1071" y="2723"/>
                    <a:pt x="1071" y="2746"/>
                  </a:cubicBezTo>
                  <a:cubicBezTo>
                    <a:pt x="1094" y="2746"/>
                    <a:pt x="1116" y="2746"/>
                    <a:pt x="1138" y="2746"/>
                  </a:cubicBezTo>
                  <a:cubicBezTo>
                    <a:pt x="1138" y="2768"/>
                    <a:pt x="1138" y="2790"/>
                    <a:pt x="1138" y="2812"/>
                  </a:cubicBezTo>
                  <a:cubicBezTo>
                    <a:pt x="1205" y="2812"/>
                    <a:pt x="1271" y="2812"/>
                    <a:pt x="1339" y="2812"/>
                  </a:cubicBezTo>
                  <a:cubicBezTo>
                    <a:pt x="1339" y="2835"/>
                    <a:pt x="1339" y="2857"/>
                    <a:pt x="1339" y="2879"/>
                  </a:cubicBezTo>
                  <a:cubicBezTo>
                    <a:pt x="1383" y="2879"/>
                    <a:pt x="1428" y="2879"/>
                    <a:pt x="1473" y="2879"/>
                  </a:cubicBezTo>
                  <a:cubicBezTo>
                    <a:pt x="1473" y="2902"/>
                    <a:pt x="1473" y="2924"/>
                    <a:pt x="1473" y="2946"/>
                  </a:cubicBezTo>
                  <a:cubicBezTo>
                    <a:pt x="1517" y="2946"/>
                    <a:pt x="1562" y="2946"/>
                    <a:pt x="1607" y="2946"/>
                  </a:cubicBezTo>
                  <a:cubicBezTo>
                    <a:pt x="1607" y="2969"/>
                    <a:pt x="1607" y="2991"/>
                    <a:pt x="1607" y="3013"/>
                  </a:cubicBezTo>
                  <a:cubicBezTo>
                    <a:pt x="1673" y="3013"/>
                    <a:pt x="1740" y="3013"/>
                    <a:pt x="1808" y="3013"/>
                  </a:cubicBezTo>
                  <a:cubicBezTo>
                    <a:pt x="1808" y="3035"/>
                    <a:pt x="1808" y="3058"/>
                    <a:pt x="1808" y="3080"/>
                  </a:cubicBezTo>
                  <a:cubicBezTo>
                    <a:pt x="1874" y="3080"/>
                    <a:pt x="1941" y="3080"/>
                    <a:pt x="2009" y="3080"/>
                  </a:cubicBezTo>
                  <a:cubicBezTo>
                    <a:pt x="2009" y="3102"/>
                    <a:pt x="2009" y="3125"/>
                    <a:pt x="2009" y="3147"/>
                  </a:cubicBezTo>
                  <a:cubicBezTo>
                    <a:pt x="2097" y="3147"/>
                    <a:pt x="2186" y="3147"/>
                    <a:pt x="2277" y="3147"/>
                  </a:cubicBezTo>
                  <a:cubicBezTo>
                    <a:pt x="2277" y="3169"/>
                    <a:pt x="2277" y="3192"/>
                    <a:pt x="2277" y="3214"/>
                  </a:cubicBezTo>
                  <a:cubicBezTo>
                    <a:pt x="2365" y="3214"/>
                    <a:pt x="2454" y="3214"/>
                    <a:pt x="2545" y="3214"/>
                  </a:cubicBezTo>
                  <a:cubicBezTo>
                    <a:pt x="2545" y="3236"/>
                    <a:pt x="2545" y="3258"/>
                    <a:pt x="2545" y="3281"/>
                  </a:cubicBezTo>
                  <a:cubicBezTo>
                    <a:pt x="2655" y="3281"/>
                    <a:pt x="2766" y="3281"/>
                    <a:pt x="2879" y="3281"/>
                  </a:cubicBezTo>
                  <a:cubicBezTo>
                    <a:pt x="2879" y="3303"/>
                    <a:pt x="2879" y="3325"/>
                    <a:pt x="2879" y="3348"/>
                  </a:cubicBezTo>
                  <a:cubicBezTo>
                    <a:pt x="2990" y="3348"/>
                    <a:pt x="3100" y="3348"/>
                    <a:pt x="3214" y="3348"/>
                  </a:cubicBezTo>
                  <a:cubicBezTo>
                    <a:pt x="3214" y="3370"/>
                    <a:pt x="3214" y="3392"/>
                    <a:pt x="3214" y="3415"/>
                  </a:cubicBezTo>
                  <a:cubicBezTo>
                    <a:pt x="3347" y="3415"/>
                    <a:pt x="3479" y="3415"/>
                    <a:pt x="3616" y="3415"/>
                  </a:cubicBezTo>
                  <a:cubicBezTo>
                    <a:pt x="3616" y="3437"/>
                    <a:pt x="3616" y="3459"/>
                    <a:pt x="3616" y="3482"/>
                  </a:cubicBezTo>
                  <a:cubicBezTo>
                    <a:pt x="3815" y="3482"/>
                    <a:pt x="4014" y="3482"/>
                    <a:pt x="4219" y="3482"/>
                  </a:cubicBezTo>
                  <a:cubicBezTo>
                    <a:pt x="4219" y="3504"/>
                    <a:pt x="4219" y="3526"/>
                    <a:pt x="4219" y="3549"/>
                  </a:cubicBezTo>
                  <a:cubicBezTo>
                    <a:pt x="4528" y="3549"/>
                    <a:pt x="4838" y="3549"/>
                    <a:pt x="5156" y="3549"/>
                  </a:cubicBezTo>
                  <a:cubicBezTo>
                    <a:pt x="5156" y="3571"/>
                    <a:pt x="5156" y="3593"/>
                    <a:pt x="5156" y="3616"/>
                  </a:cubicBezTo>
                  <a:cubicBezTo>
                    <a:pt x="5753" y="3616"/>
                    <a:pt x="6350" y="3616"/>
                    <a:pt x="6964" y="3616"/>
                  </a:cubicBezTo>
                  <a:cubicBezTo>
                    <a:pt x="6964" y="3594"/>
                    <a:pt x="6964" y="3572"/>
                    <a:pt x="6964" y="3549"/>
                  </a:cubicBezTo>
                  <a:cubicBezTo>
                    <a:pt x="7274" y="3549"/>
                    <a:pt x="7583" y="3549"/>
                    <a:pt x="7902" y="3549"/>
                  </a:cubicBezTo>
                  <a:cubicBezTo>
                    <a:pt x="7902" y="3527"/>
                    <a:pt x="7902" y="3505"/>
                    <a:pt x="7902" y="3482"/>
                  </a:cubicBezTo>
                  <a:cubicBezTo>
                    <a:pt x="8079" y="3482"/>
                    <a:pt x="8255" y="3482"/>
                    <a:pt x="8438" y="3482"/>
                  </a:cubicBezTo>
                  <a:cubicBezTo>
                    <a:pt x="8438" y="3460"/>
                    <a:pt x="8438" y="3438"/>
                    <a:pt x="8438" y="3415"/>
                  </a:cubicBezTo>
                  <a:cubicBezTo>
                    <a:pt x="8592" y="3415"/>
                    <a:pt x="8747" y="3415"/>
                    <a:pt x="8906" y="3415"/>
                  </a:cubicBezTo>
                  <a:cubicBezTo>
                    <a:pt x="8906" y="3393"/>
                    <a:pt x="8906" y="3371"/>
                    <a:pt x="8906" y="3348"/>
                  </a:cubicBezTo>
                  <a:cubicBezTo>
                    <a:pt x="9017" y="3348"/>
                    <a:pt x="9127" y="3348"/>
                    <a:pt x="9241" y="3348"/>
                  </a:cubicBezTo>
                  <a:cubicBezTo>
                    <a:pt x="9241" y="3326"/>
                    <a:pt x="9241" y="3304"/>
                    <a:pt x="9241" y="3281"/>
                  </a:cubicBezTo>
                  <a:cubicBezTo>
                    <a:pt x="9329" y="3281"/>
                    <a:pt x="9418" y="3281"/>
                    <a:pt x="9509" y="3281"/>
                  </a:cubicBezTo>
                  <a:cubicBezTo>
                    <a:pt x="9509" y="3259"/>
                    <a:pt x="9509" y="3237"/>
                    <a:pt x="9509" y="3214"/>
                  </a:cubicBezTo>
                  <a:cubicBezTo>
                    <a:pt x="9597" y="3214"/>
                    <a:pt x="9686" y="3214"/>
                    <a:pt x="9777" y="3214"/>
                  </a:cubicBezTo>
                  <a:cubicBezTo>
                    <a:pt x="9777" y="3192"/>
                    <a:pt x="9777" y="3170"/>
                    <a:pt x="9777" y="3147"/>
                  </a:cubicBezTo>
                  <a:cubicBezTo>
                    <a:pt x="9865" y="3147"/>
                    <a:pt x="9954" y="3147"/>
                    <a:pt x="10045" y="3147"/>
                  </a:cubicBezTo>
                  <a:cubicBezTo>
                    <a:pt x="10045" y="3125"/>
                    <a:pt x="10045" y="3103"/>
                    <a:pt x="10045" y="3080"/>
                  </a:cubicBezTo>
                  <a:cubicBezTo>
                    <a:pt x="10111" y="3080"/>
                    <a:pt x="10177" y="3080"/>
                    <a:pt x="10246" y="3080"/>
                  </a:cubicBezTo>
                  <a:cubicBezTo>
                    <a:pt x="10246" y="3058"/>
                    <a:pt x="10246" y="3036"/>
                    <a:pt x="10246" y="3013"/>
                  </a:cubicBezTo>
                  <a:cubicBezTo>
                    <a:pt x="10312" y="3013"/>
                    <a:pt x="10378" y="3013"/>
                    <a:pt x="10446" y="3013"/>
                  </a:cubicBezTo>
                  <a:cubicBezTo>
                    <a:pt x="10446" y="2991"/>
                    <a:pt x="10446" y="2969"/>
                    <a:pt x="10446" y="2946"/>
                  </a:cubicBezTo>
                  <a:cubicBezTo>
                    <a:pt x="10513" y="2946"/>
                    <a:pt x="10579" y="2946"/>
                    <a:pt x="10647" y="2946"/>
                  </a:cubicBezTo>
                  <a:cubicBezTo>
                    <a:pt x="10647" y="2924"/>
                    <a:pt x="10647" y="2902"/>
                    <a:pt x="10647" y="2879"/>
                  </a:cubicBezTo>
                  <a:cubicBezTo>
                    <a:pt x="10692" y="2879"/>
                    <a:pt x="10736" y="2879"/>
                    <a:pt x="10781" y="2879"/>
                  </a:cubicBezTo>
                  <a:cubicBezTo>
                    <a:pt x="10781" y="2857"/>
                    <a:pt x="10781" y="2835"/>
                    <a:pt x="10781" y="2812"/>
                  </a:cubicBezTo>
                  <a:cubicBezTo>
                    <a:pt x="10825" y="2812"/>
                    <a:pt x="10870" y="2812"/>
                    <a:pt x="10915" y="2812"/>
                  </a:cubicBezTo>
                  <a:cubicBezTo>
                    <a:pt x="10915" y="2790"/>
                    <a:pt x="10915" y="2768"/>
                    <a:pt x="10915" y="2746"/>
                  </a:cubicBezTo>
                  <a:cubicBezTo>
                    <a:pt x="10959" y="2746"/>
                    <a:pt x="11004" y="2746"/>
                    <a:pt x="11049" y="2746"/>
                  </a:cubicBezTo>
                  <a:cubicBezTo>
                    <a:pt x="11049" y="2723"/>
                    <a:pt x="11049" y="2701"/>
                    <a:pt x="11049" y="2679"/>
                  </a:cubicBezTo>
                  <a:cubicBezTo>
                    <a:pt x="11093" y="2679"/>
                    <a:pt x="11137" y="2679"/>
                    <a:pt x="11183" y="2679"/>
                  </a:cubicBezTo>
                  <a:cubicBezTo>
                    <a:pt x="11183" y="2656"/>
                    <a:pt x="11183" y="2634"/>
                    <a:pt x="11183" y="2612"/>
                  </a:cubicBezTo>
                  <a:cubicBezTo>
                    <a:pt x="11205" y="2612"/>
                    <a:pt x="11227" y="2612"/>
                    <a:pt x="11250" y="2612"/>
                  </a:cubicBezTo>
                  <a:cubicBezTo>
                    <a:pt x="11250" y="2590"/>
                    <a:pt x="11250" y="2567"/>
                    <a:pt x="11250" y="2545"/>
                  </a:cubicBezTo>
                  <a:cubicBezTo>
                    <a:pt x="11272" y="2545"/>
                    <a:pt x="11294" y="2545"/>
                    <a:pt x="11317" y="2545"/>
                  </a:cubicBezTo>
                  <a:cubicBezTo>
                    <a:pt x="11317" y="2523"/>
                    <a:pt x="11317" y="2500"/>
                    <a:pt x="11317" y="2478"/>
                  </a:cubicBezTo>
                  <a:cubicBezTo>
                    <a:pt x="11361" y="2478"/>
                    <a:pt x="11405" y="2478"/>
                    <a:pt x="11451" y="2478"/>
                  </a:cubicBezTo>
                  <a:cubicBezTo>
                    <a:pt x="11451" y="2456"/>
                    <a:pt x="11451" y="2433"/>
                    <a:pt x="11451" y="2411"/>
                  </a:cubicBezTo>
                  <a:cubicBezTo>
                    <a:pt x="11473" y="2411"/>
                    <a:pt x="11495" y="2411"/>
                    <a:pt x="11518" y="2411"/>
                  </a:cubicBezTo>
                  <a:cubicBezTo>
                    <a:pt x="11518" y="2389"/>
                    <a:pt x="11518" y="2367"/>
                    <a:pt x="11518" y="2344"/>
                  </a:cubicBezTo>
                  <a:cubicBezTo>
                    <a:pt x="11540" y="2344"/>
                    <a:pt x="11562" y="2344"/>
                    <a:pt x="11585" y="2344"/>
                  </a:cubicBezTo>
                  <a:cubicBezTo>
                    <a:pt x="11585" y="2300"/>
                    <a:pt x="11585" y="2255"/>
                    <a:pt x="11585" y="2210"/>
                  </a:cubicBezTo>
                  <a:cubicBezTo>
                    <a:pt x="11607" y="2210"/>
                    <a:pt x="11629" y="2210"/>
                    <a:pt x="11652" y="2210"/>
                  </a:cubicBezTo>
                  <a:cubicBezTo>
                    <a:pt x="11652" y="2077"/>
                    <a:pt x="11652" y="1945"/>
                    <a:pt x="11652" y="1808"/>
                  </a:cubicBezTo>
                  <a:cubicBezTo>
                    <a:pt x="11630" y="1808"/>
                    <a:pt x="11608" y="1808"/>
                    <a:pt x="11585" y="1808"/>
                  </a:cubicBezTo>
                  <a:cubicBezTo>
                    <a:pt x="11585" y="1786"/>
                    <a:pt x="11585" y="1764"/>
                    <a:pt x="11585" y="1741"/>
                  </a:cubicBezTo>
                  <a:cubicBezTo>
                    <a:pt x="11563" y="1741"/>
                    <a:pt x="11541" y="1741"/>
                    <a:pt x="11518" y="1741"/>
                  </a:cubicBezTo>
                  <a:cubicBezTo>
                    <a:pt x="11518" y="1719"/>
                    <a:pt x="11518" y="1697"/>
                    <a:pt x="11518" y="1674"/>
                  </a:cubicBezTo>
                  <a:cubicBezTo>
                    <a:pt x="11496" y="1674"/>
                    <a:pt x="11474" y="1674"/>
                    <a:pt x="11451" y="1674"/>
                  </a:cubicBezTo>
                  <a:cubicBezTo>
                    <a:pt x="11451" y="1652"/>
                    <a:pt x="11451" y="1630"/>
                    <a:pt x="11451" y="1607"/>
                  </a:cubicBezTo>
                  <a:cubicBezTo>
                    <a:pt x="11429" y="1607"/>
                    <a:pt x="11407" y="1607"/>
                    <a:pt x="11384" y="1607"/>
                  </a:cubicBezTo>
                  <a:cubicBezTo>
                    <a:pt x="11384" y="1585"/>
                    <a:pt x="11384" y="1563"/>
                    <a:pt x="11384" y="1540"/>
                  </a:cubicBezTo>
                  <a:cubicBezTo>
                    <a:pt x="11362" y="1540"/>
                    <a:pt x="11340" y="1540"/>
                    <a:pt x="11317" y="1540"/>
                  </a:cubicBezTo>
                  <a:cubicBezTo>
                    <a:pt x="11317" y="1518"/>
                    <a:pt x="11317" y="1496"/>
                    <a:pt x="11317" y="1473"/>
                  </a:cubicBezTo>
                  <a:cubicBezTo>
                    <a:pt x="11295" y="1473"/>
                    <a:pt x="11273" y="1473"/>
                    <a:pt x="11250" y="1473"/>
                  </a:cubicBezTo>
                  <a:cubicBezTo>
                    <a:pt x="11250" y="1451"/>
                    <a:pt x="11250" y="1429"/>
                    <a:pt x="11250" y="1406"/>
                  </a:cubicBezTo>
                  <a:cubicBezTo>
                    <a:pt x="11228" y="1406"/>
                    <a:pt x="11206" y="1406"/>
                    <a:pt x="11183" y="1406"/>
                  </a:cubicBezTo>
                  <a:cubicBezTo>
                    <a:pt x="11183" y="1384"/>
                    <a:pt x="11183" y="1362"/>
                    <a:pt x="11183" y="1339"/>
                  </a:cubicBezTo>
                  <a:cubicBezTo>
                    <a:pt x="11139" y="1339"/>
                    <a:pt x="11095" y="1339"/>
                    <a:pt x="11049" y="1339"/>
                  </a:cubicBezTo>
                  <a:cubicBezTo>
                    <a:pt x="11049" y="1317"/>
                    <a:pt x="11049" y="1295"/>
                    <a:pt x="11049" y="1272"/>
                  </a:cubicBezTo>
                  <a:cubicBezTo>
                    <a:pt x="11005" y="1272"/>
                    <a:pt x="10961" y="1272"/>
                    <a:pt x="10915" y="1272"/>
                  </a:cubicBezTo>
                  <a:cubicBezTo>
                    <a:pt x="10915" y="1250"/>
                    <a:pt x="10915" y="1228"/>
                    <a:pt x="10915" y="1205"/>
                  </a:cubicBezTo>
                  <a:cubicBezTo>
                    <a:pt x="10871" y="1205"/>
                    <a:pt x="10827" y="1205"/>
                    <a:pt x="10781" y="1205"/>
                  </a:cubicBezTo>
                  <a:cubicBezTo>
                    <a:pt x="10781" y="1183"/>
                    <a:pt x="10781" y="1161"/>
                    <a:pt x="10781" y="1138"/>
                  </a:cubicBezTo>
                  <a:cubicBezTo>
                    <a:pt x="10737" y="1138"/>
                    <a:pt x="10693" y="1138"/>
                    <a:pt x="10647" y="1138"/>
                  </a:cubicBezTo>
                  <a:cubicBezTo>
                    <a:pt x="10647" y="1116"/>
                    <a:pt x="10647" y="1094"/>
                    <a:pt x="10647" y="1071"/>
                  </a:cubicBezTo>
                  <a:cubicBezTo>
                    <a:pt x="10581" y="1071"/>
                    <a:pt x="10515" y="1071"/>
                    <a:pt x="10446" y="1071"/>
                  </a:cubicBezTo>
                  <a:cubicBezTo>
                    <a:pt x="10446" y="1049"/>
                    <a:pt x="10446" y="1027"/>
                    <a:pt x="10446" y="1004"/>
                  </a:cubicBezTo>
                  <a:cubicBezTo>
                    <a:pt x="10402" y="1004"/>
                    <a:pt x="10358" y="1004"/>
                    <a:pt x="10312" y="1004"/>
                  </a:cubicBezTo>
                  <a:cubicBezTo>
                    <a:pt x="10312" y="982"/>
                    <a:pt x="10312" y="960"/>
                    <a:pt x="10312" y="938"/>
                  </a:cubicBezTo>
                  <a:cubicBezTo>
                    <a:pt x="10246" y="938"/>
                    <a:pt x="10180" y="938"/>
                    <a:pt x="10112" y="938"/>
                  </a:cubicBezTo>
                  <a:cubicBezTo>
                    <a:pt x="10112" y="915"/>
                    <a:pt x="10112" y="893"/>
                    <a:pt x="10112" y="871"/>
                  </a:cubicBezTo>
                  <a:cubicBezTo>
                    <a:pt x="10023" y="871"/>
                    <a:pt x="9935" y="871"/>
                    <a:pt x="9844" y="871"/>
                  </a:cubicBezTo>
                  <a:cubicBezTo>
                    <a:pt x="9844" y="848"/>
                    <a:pt x="9844" y="826"/>
                    <a:pt x="9844" y="804"/>
                  </a:cubicBezTo>
                  <a:cubicBezTo>
                    <a:pt x="9755" y="804"/>
                    <a:pt x="9667" y="804"/>
                    <a:pt x="9576" y="804"/>
                  </a:cubicBezTo>
                  <a:cubicBezTo>
                    <a:pt x="9576" y="781"/>
                    <a:pt x="9576" y="759"/>
                    <a:pt x="9576" y="737"/>
                  </a:cubicBezTo>
                  <a:cubicBezTo>
                    <a:pt x="9487" y="737"/>
                    <a:pt x="9399" y="737"/>
                    <a:pt x="9308" y="737"/>
                  </a:cubicBezTo>
                  <a:cubicBezTo>
                    <a:pt x="9308" y="715"/>
                    <a:pt x="9308" y="692"/>
                    <a:pt x="9308" y="670"/>
                  </a:cubicBezTo>
                  <a:cubicBezTo>
                    <a:pt x="9198" y="670"/>
                    <a:pt x="9087" y="670"/>
                    <a:pt x="8973" y="670"/>
                  </a:cubicBezTo>
                  <a:cubicBezTo>
                    <a:pt x="8973" y="648"/>
                    <a:pt x="8973" y="625"/>
                    <a:pt x="8973" y="603"/>
                  </a:cubicBezTo>
                  <a:cubicBezTo>
                    <a:pt x="8841" y="603"/>
                    <a:pt x="8708" y="603"/>
                    <a:pt x="8571" y="603"/>
                  </a:cubicBezTo>
                  <a:cubicBezTo>
                    <a:pt x="8571" y="581"/>
                    <a:pt x="8571" y="558"/>
                    <a:pt x="8571" y="536"/>
                  </a:cubicBezTo>
                  <a:cubicBezTo>
                    <a:pt x="8417" y="536"/>
                    <a:pt x="8262" y="536"/>
                    <a:pt x="8103" y="536"/>
                  </a:cubicBezTo>
                  <a:cubicBezTo>
                    <a:pt x="8103" y="514"/>
                    <a:pt x="8103" y="492"/>
                    <a:pt x="8103" y="469"/>
                  </a:cubicBezTo>
                  <a:cubicBezTo>
                    <a:pt x="7882" y="469"/>
                    <a:pt x="7661" y="469"/>
                    <a:pt x="7433" y="469"/>
                  </a:cubicBezTo>
                  <a:cubicBezTo>
                    <a:pt x="7433" y="447"/>
                    <a:pt x="7433" y="425"/>
                    <a:pt x="7433" y="402"/>
                  </a:cubicBezTo>
                  <a:cubicBezTo>
                    <a:pt x="6483" y="402"/>
                    <a:pt x="5533" y="402"/>
                    <a:pt x="4554" y="402"/>
                  </a:cubicBezTo>
                  <a:close/>
                  <a:moveTo>
                    <a:pt x="335" y="2812"/>
                  </a:moveTo>
                  <a:cubicBezTo>
                    <a:pt x="335" y="3652"/>
                    <a:pt x="335" y="4492"/>
                    <a:pt x="335" y="5357"/>
                  </a:cubicBezTo>
                  <a:cubicBezTo>
                    <a:pt x="357" y="5357"/>
                    <a:pt x="379" y="5357"/>
                    <a:pt x="402" y="5357"/>
                  </a:cubicBezTo>
                  <a:cubicBezTo>
                    <a:pt x="402" y="5401"/>
                    <a:pt x="402" y="5446"/>
                    <a:pt x="402" y="5491"/>
                  </a:cubicBezTo>
                  <a:cubicBezTo>
                    <a:pt x="424" y="5491"/>
                    <a:pt x="446" y="5491"/>
                    <a:pt x="469" y="5491"/>
                  </a:cubicBezTo>
                  <a:cubicBezTo>
                    <a:pt x="469" y="5535"/>
                    <a:pt x="469" y="5579"/>
                    <a:pt x="469" y="5625"/>
                  </a:cubicBezTo>
                  <a:cubicBezTo>
                    <a:pt x="491" y="5625"/>
                    <a:pt x="513" y="5625"/>
                    <a:pt x="536" y="5625"/>
                  </a:cubicBezTo>
                  <a:cubicBezTo>
                    <a:pt x="536" y="5647"/>
                    <a:pt x="536" y="5669"/>
                    <a:pt x="536" y="5692"/>
                  </a:cubicBezTo>
                  <a:cubicBezTo>
                    <a:pt x="558" y="5692"/>
                    <a:pt x="580" y="5692"/>
                    <a:pt x="603" y="5692"/>
                  </a:cubicBezTo>
                  <a:cubicBezTo>
                    <a:pt x="603" y="5714"/>
                    <a:pt x="603" y="5736"/>
                    <a:pt x="603" y="5759"/>
                  </a:cubicBezTo>
                  <a:cubicBezTo>
                    <a:pt x="625" y="5759"/>
                    <a:pt x="647" y="5759"/>
                    <a:pt x="670" y="5759"/>
                  </a:cubicBezTo>
                  <a:cubicBezTo>
                    <a:pt x="670" y="5781"/>
                    <a:pt x="670" y="5803"/>
                    <a:pt x="670" y="5826"/>
                  </a:cubicBezTo>
                  <a:cubicBezTo>
                    <a:pt x="692" y="5826"/>
                    <a:pt x="714" y="5826"/>
                    <a:pt x="737" y="5826"/>
                  </a:cubicBezTo>
                  <a:cubicBezTo>
                    <a:pt x="737" y="5848"/>
                    <a:pt x="737" y="5870"/>
                    <a:pt x="737" y="5893"/>
                  </a:cubicBezTo>
                  <a:cubicBezTo>
                    <a:pt x="759" y="5893"/>
                    <a:pt x="781" y="5893"/>
                    <a:pt x="804" y="5893"/>
                  </a:cubicBezTo>
                  <a:cubicBezTo>
                    <a:pt x="804" y="5915"/>
                    <a:pt x="804" y="5937"/>
                    <a:pt x="804" y="5960"/>
                  </a:cubicBezTo>
                  <a:cubicBezTo>
                    <a:pt x="848" y="5960"/>
                    <a:pt x="892" y="5960"/>
                    <a:pt x="938" y="5960"/>
                  </a:cubicBezTo>
                  <a:cubicBezTo>
                    <a:pt x="938" y="5982"/>
                    <a:pt x="938" y="6004"/>
                    <a:pt x="938" y="6027"/>
                  </a:cubicBezTo>
                  <a:cubicBezTo>
                    <a:pt x="960" y="6027"/>
                    <a:pt x="982" y="6027"/>
                    <a:pt x="1004" y="6027"/>
                  </a:cubicBezTo>
                  <a:cubicBezTo>
                    <a:pt x="1004" y="6049"/>
                    <a:pt x="1004" y="6071"/>
                    <a:pt x="1004" y="6094"/>
                  </a:cubicBezTo>
                  <a:cubicBezTo>
                    <a:pt x="1049" y="6094"/>
                    <a:pt x="1093" y="6094"/>
                    <a:pt x="1138" y="6094"/>
                  </a:cubicBezTo>
                  <a:cubicBezTo>
                    <a:pt x="1138" y="6116"/>
                    <a:pt x="1138" y="6138"/>
                    <a:pt x="1138" y="6161"/>
                  </a:cubicBezTo>
                  <a:cubicBezTo>
                    <a:pt x="1183" y="6161"/>
                    <a:pt x="1227" y="6161"/>
                    <a:pt x="1272" y="6161"/>
                  </a:cubicBezTo>
                  <a:cubicBezTo>
                    <a:pt x="1272" y="6183"/>
                    <a:pt x="1272" y="6205"/>
                    <a:pt x="1272" y="6228"/>
                  </a:cubicBezTo>
                  <a:cubicBezTo>
                    <a:pt x="1317" y="6228"/>
                    <a:pt x="1361" y="6228"/>
                    <a:pt x="1406" y="6228"/>
                  </a:cubicBezTo>
                  <a:cubicBezTo>
                    <a:pt x="1406" y="6250"/>
                    <a:pt x="1406" y="6272"/>
                    <a:pt x="1406" y="6295"/>
                  </a:cubicBezTo>
                  <a:cubicBezTo>
                    <a:pt x="1473" y="6295"/>
                    <a:pt x="1539" y="6295"/>
                    <a:pt x="1607" y="6295"/>
                  </a:cubicBezTo>
                  <a:cubicBezTo>
                    <a:pt x="1607" y="6317"/>
                    <a:pt x="1607" y="6339"/>
                    <a:pt x="1607" y="6362"/>
                  </a:cubicBezTo>
                  <a:cubicBezTo>
                    <a:pt x="1651" y="6362"/>
                    <a:pt x="1696" y="6362"/>
                    <a:pt x="1741" y="6362"/>
                  </a:cubicBezTo>
                  <a:cubicBezTo>
                    <a:pt x="1741" y="6384"/>
                    <a:pt x="1741" y="6406"/>
                    <a:pt x="1741" y="6429"/>
                  </a:cubicBezTo>
                  <a:cubicBezTo>
                    <a:pt x="1807" y="6429"/>
                    <a:pt x="1874" y="6429"/>
                    <a:pt x="1942" y="6429"/>
                  </a:cubicBezTo>
                  <a:cubicBezTo>
                    <a:pt x="1942" y="6451"/>
                    <a:pt x="1942" y="6473"/>
                    <a:pt x="1942" y="6496"/>
                  </a:cubicBezTo>
                  <a:cubicBezTo>
                    <a:pt x="2008" y="6496"/>
                    <a:pt x="2075" y="6496"/>
                    <a:pt x="2143" y="6496"/>
                  </a:cubicBezTo>
                  <a:cubicBezTo>
                    <a:pt x="2143" y="6518"/>
                    <a:pt x="2143" y="6540"/>
                    <a:pt x="2143" y="6562"/>
                  </a:cubicBezTo>
                  <a:cubicBezTo>
                    <a:pt x="2231" y="6562"/>
                    <a:pt x="2320" y="6562"/>
                    <a:pt x="2411" y="6562"/>
                  </a:cubicBezTo>
                  <a:cubicBezTo>
                    <a:pt x="2411" y="6585"/>
                    <a:pt x="2411" y="6607"/>
                    <a:pt x="2411" y="6629"/>
                  </a:cubicBezTo>
                  <a:cubicBezTo>
                    <a:pt x="2499" y="6629"/>
                    <a:pt x="2588" y="6629"/>
                    <a:pt x="2679" y="6629"/>
                  </a:cubicBezTo>
                  <a:cubicBezTo>
                    <a:pt x="2679" y="6652"/>
                    <a:pt x="2679" y="6674"/>
                    <a:pt x="2679" y="6696"/>
                  </a:cubicBezTo>
                  <a:cubicBezTo>
                    <a:pt x="2789" y="6696"/>
                    <a:pt x="2900" y="6696"/>
                    <a:pt x="3013" y="6696"/>
                  </a:cubicBezTo>
                  <a:cubicBezTo>
                    <a:pt x="3013" y="6719"/>
                    <a:pt x="3013" y="6741"/>
                    <a:pt x="3013" y="6763"/>
                  </a:cubicBezTo>
                  <a:cubicBezTo>
                    <a:pt x="3124" y="6763"/>
                    <a:pt x="3234" y="6763"/>
                    <a:pt x="3348" y="6763"/>
                  </a:cubicBezTo>
                  <a:cubicBezTo>
                    <a:pt x="3348" y="6785"/>
                    <a:pt x="3348" y="6808"/>
                    <a:pt x="3348" y="6830"/>
                  </a:cubicBezTo>
                  <a:cubicBezTo>
                    <a:pt x="3503" y="6830"/>
                    <a:pt x="3658" y="6830"/>
                    <a:pt x="3817" y="6830"/>
                  </a:cubicBezTo>
                  <a:cubicBezTo>
                    <a:pt x="3817" y="6852"/>
                    <a:pt x="3817" y="6875"/>
                    <a:pt x="3817" y="6897"/>
                  </a:cubicBezTo>
                  <a:cubicBezTo>
                    <a:pt x="4016" y="6897"/>
                    <a:pt x="4215" y="6897"/>
                    <a:pt x="4420" y="6897"/>
                  </a:cubicBezTo>
                  <a:cubicBezTo>
                    <a:pt x="4420" y="6919"/>
                    <a:pt x="4420" y="6942"/>
                    <a:pt x="4420" y="6964"/>
                  </a:cubicBezTo>
                  <a:cubicBezTo>
                    <a:pt x="4795" y="6964"/>
                    <a:pt x="5171" y="6964"/>
                    <a:pt x="5558" y="6964"/>
                  </a:cubicBezTo>
                  <a:cubicBezTo>
                    <a:pt x="5558" y="6986"/>
                    <a:pt x="5558" y="7008"/>
                    <a:pt x="5558" y="7031"/>
                  </a:cubicBezTo>
                  <a:cubicBezTo>
                    <a:pt x="5867" y="7031"/>
                    <a:pt x="6177" y="7031"/>
                    <a:pt x="6496" y="7031"/>
                  </a:cubicBezTo>
                  <a:cubicBezTo>
                    <a:pt x="6496" y="7009"/>
                    <a:pt x="6496" y="6987"/>
                    <a:pt x="6496" y="6964"/>
                  </a:cubicBezTo>
                  <a:cubicBezTo>
                    <a:pt x="6893" y="6964"/>
                    <a:pt x="7291" y="6964"/>
                    <a:pt x="7701" y="6964"/>
                  </a:cubicBezTo>
                  <a:cubicBezTo>
                    <a:pt x="7701" y="6942"/>
                    <a:pt x="7701" y="6920"/>
                    <a:pt x="7701" y="6897"/>
                  </a:cubicBezTo>
                  <a:cubicBezTo>
                    <a:pt x="7878" y="6897"/>
                    <a:pt x="8054" y="6897"/>
                    <a:pt x="8237" y="6897"/>
                  </a:cubicBezTo>
                  <a:cubicBezTo>
                    <a:pt x="8237" y="6875"/>
                    <a:pt x="8237" y="6853"/>
                    <a:pt x="8237" y="6830"/>
                  </a:cubicBezTo>
                  <a:cubicBezTo>
                    <a:pt x="8391" y="6830"/>
                    <a:pt x="8546" y="6830"/>
                    <a:pt x="8705" y="6830"/>
                  </a:cubicBezTo>
                  <a:cubicBezTo>
                    <a:pt x="8705" y="6808"/>
                    <a:pt x="8705" y="6786"/>
                    <a:pt x="8705" y="6763"/>
                  </a:cubicBezTo>
                  <a:cubicBezTo>
                    <a:pt x="8816" y="6763"/>
                    <a:pt x="8926" y="6763"/>
                    <a:pt x="9040" y="6763"/>
                  </a:cubicBezTo>
                  <a:cubicBezTo>
                    <a:pt x="9040" y="6741"/>
                    <a:pt x="9040" y="6719"/>
                    <a:pt x="9040" y="6696"/>
                  </a:cubicBezTo>
                  <a:cubicBezTo>
                    <a:pt x="9151" y="6696"/>
                    <a:pt x="9261" y="6696"/>
                    <a:pt x="9375" y="6696"/>
                  </a:cubicBezTo>
                  <a:cubicBezTo>
                    <a:pt x="9375" y="6674"/>
                    <a:pt x="9375" y="6652"/>
                    <a:pt x="9375" y="6629"/>
                  </a:cubicBezTo>
                  <a:cubicBezTo>
                    <a:pt x="9463" y="6629"/>
                    <a:pt x="9552" y="6629"/>
                    <a:pt x="9643" y="6629"/>
                  </a:cubicBezTo>
                  <a:cubicBezTo>
                    <a:pt x="9643" y="6607"/>
                    <a:pt x="9643" y="6585"/>
                    <a:pt x="9643" y="6562"/>
                  </a:cubicBezTo>
                  <a:cubicBezTo>
                    <a:pt x="9709" y="6562"/>
                    <a:pt x="9775" y="6562"/>
                    <a:pt x="9844" y="6562"/>
                  </a:cubicBezTo>
                  <a:cubicBezTo>
                    <a:pt x="9844" y="6540"/>
                    <a:pt x="9844" y="6518"/>
                    <a:pt x="9844" y="6496"/>
                  </a:cubicBezTo>
                  <a:cubicBezTo>
                    <a:pt x="9932" y="6496"/>
                    <a:pt x="10021" y="6496"/>
                    <a:pt x="10112" y="6496"/>
                  </a:cubicBezTo>
                  <a:cubicBezTo>
                    <a:pt x="10112" y="6473"/>
                    <a:pt x="10112" y="6451"/>
                    <a:pt x="10112" y="6429"/>
                  </a:cubicBezTo>
                  <a:cubicBezTo>
                    <a:pt x="10156" y="6429"/>
                    <a:pt x="10200" y="6429"/>
                    <a:pt x="10246" y="6429"/>
                  </a:cubicBezTo>
                  <a:cubicBezTo>
                    <a:pt x="10246" y="6406"/>
                    <a:pt x="10246" y="6384"/>
                    <a:pt x="10246" y="6362"/>
                  </a:cubicBezTo>
                  <a:cubicBezTo>
                    <a:pt x="10312" y="6362"/>
                    <a:pt x="10378" y="6362"/>
                    <a:pt x="10446" y="6362"/>
                  </a:cubicBezTo>
                  <a:cubicBezTo>
                    <a:pt x="10446" y="6340"/>
                    <a:pt x="10446" y="6317"/>
                    <a:pt x="10446" y="6295"/>
                  </a:cubicBezTo>
                  <a:cubicBezTo>
                    <a:pt x="10491" y="6295"/>
                    <a:pt x="10535" y="6295"/>
                    <a:pt x="10580" y="6295"/>
                  </a:cubicBezTo>
                  <a:cubicBezTo>
                    <a:pt x="10580" y="6273"/>
                    <a:pt x="10580" y="6250"/>
                    <a:pt x="10580" y="6228"/>
                  </a:cubicBezTo>
                  <a:cubicBezTo>
                    <a:pt x="10647" y="6228"/>
                    <a:pt x="10713" y="6228"/>
                    <a:pt x="10781" y="6228"/>
                  </a:cubicBezTo>
                  <a:cubicBezTo>
                    <a:pt x="10781" y="6206"/>
                    <a:pt x="10781" y="6183"/>
                    <a:pt x="10781" y="6161"/>
                  </a:cubicBezTo>
                  <a:cubicBezTo>
                    <a:pt x="10825" y="6161"/>
                    <a:pt x="10870" y="6161"/>
                    <a:pt x="10915" y="6161"/>
                  </a:cubicBezTo>
                  <a:cubicBezTo>
                    <a:pt x="10915" y="6139"/>
                    <a:pt x="10915" y="6117"/>
                    <a:pt x="10915" y="6094"/>
                  </a:cubicBezTo>
                  <a:cubicBezTo>
                    <a:pt x="10937" y="6094"/>
                    <a:pt x="10959" y="6094"/>
                    <a:pt x="10982" y="6094"/>
                  </a:cubicBezTo>
                  <a:cubicBezTo>
                    <a:pt x="10982" y="6072"/>
                    <a:pt x="10982" y="6050"/>
                    <a:pt x="10982" y="6027"/>
                  </a:cubicBezTo>
                  <a:cubicBezTo>
                    <a:pt x="11026" y="6027"/>
                    <a:pt x="11071" y="6027"/>
                    <a:pt x="11116" y="6027"/>
                  </a:cubicBezTo>
                  <a:cubicBezTo>
                    <a:pt x="11116" y="6005"/>
                    <a:pt x="11116" y="5983"/>
                    <a:pt x="11116" y="5960"/>
                  </a:cubicBezTo>
                  <a:cubicBezTo>
                    <a:pt x="11138" y="5960"/>
                    <a:pt x="11160" y="5960"/>
                    <a:pt x="11183" y="5960"/>
                  </a:cubicBezTo>
                  <a:cubicBezTo>
                    <a:pt x="11183" y="5938"/>
                    <a:pt x="11183" y="5916"/>
                    <a:pt x="11183" y="5893"/>
                  </a:cubicBezTo>
                  <a:cubicBezTo>
                    <a:pt x="11227" y="5893"/>
                    <a:pt x="11271" y="5893"/>
                    <a:pt x="11317" y="5893"/>
                  </a:cubicBezTo>
                  <a:cubicBezTo>
                    <a:pt x="11317" y="5871"/>
                    <a:pt x="11317" y="5849"/>
                    <a:pt x="11317" y="5826"/>
                  </a:cubicBezTo>
                  <a:cubicBezTo>
                    <a:pt x="11339" y="5826"/>
                    <a:pt x="11361" y="5826"/>
                    <a:pt x="11384" y="5826"/>
                  </a:cubicBezTo>
                  <a:cubicBezTo>
                    <a:pt x="11384" y="5804"/>
                    <a:pt x="11384" y="5782"/>
                    <a:pt x="11384" y="5759"/>
                  </a:cubicBezTo>
                  <a:cubicBezTo>
                    <a:pt x="11406" y="5759"/>
                    <a:pt x="11428" y="5759"/>
                    <a:pt x="11451" y="5759"/>
                  </a:cubicBezTo>
                  <a:cubicBezTo>
                    <a:pt x="11451" y="5737"/>
                    <a:pt x="11451" y="5715"/>
                    <a:pt x="11451" y="5692"/>
                  </a:cubicBezTo>
                  <a:cubicBezTo>
                    <a:pt x="11473" y="5692"/>
                    <a:pt x="11495" y="5692"/>
                    <a:pt x="11518" y="5692"/>
                  </a:cubicBezTo>
                  <a:cubicBezTo>
                    <a:pt x="11518" y="5648"/>
                    <a:pt x="11518" y="5604"/>
                    <a:pt x="11518" y="5558"/>
                  </a:cubicBezTo>
                  <a:cubicBezTo>
                    <a:pt x="11540" y="5558"/>
                    <a:pt x="11562" y="5558"/>
                    <a:pt x="11585" y="5558"/>
                  </a:cubicBezTo>
                  <a:cubicBezTo>
                    <a:pt x="11585" y="5536"/>
                    <a:pt x="11585" y="5514"/>
                    <a:pt x="11585" y="5491"/>
                  </a:cubicBezTo>
                  <a:cubicBezTo>
                    <a:pt x="11607" y="5491"/>
                    <a:pt x="11629" y="5491"/>
                    <a:pt x="11652" y="5491"/>
                  </a:cubicBezTo>
                  <a:cubicBezTo>
                    <a:pt x="11652" y="4629"/>
                    <a:pt x="11652" y="3767"/>
                    <a:pt x="11652" y="2879"/>
                  </a:cubicBezTo>
                  <a:cubicBezTo>
                    <a:pt x="11630" y="2879"/>
                    <a:pt x="11608" y="2879"/>
                    <a:pt x="11585" y="2879"/>
                  </a:cubicBezTo>
                  <a:cubicBezTo>
                    <a:pt x="11585" y="2857"/>
                    <a:pt x="11585" y="2835"/>
                    <a:pt x="11585" y="2812"/>
                  </a:cubicBezTo>
                  <a:cubicBezTo>
                    <a:pt x="11562" y="2822"/>
                    <a:pt x="11540" y="2832"/>
                    <a:pt x="11518" y="2842"/>
                  </a:cubicBezTo>
                  <a:cubicBezTo>
                    <a:pt x="11505" y="2847"/>
                    <a:pt x="11493" y="2853"/>
                    <a:pt x="11480" y="2858"/>
                  </a:cubicBezTo>
                  <a:cubicBezTo>
                    <a:pt x="11471" y="2865"/>
                    <a:pt x="11461" y="2872"/>
                    <a:pt x="11451" y="2879"/>
                  </a:cubicBezTo>
                  <a:cubicBezTo>
                    <a:pt x="11451" y="2902"/>
                    <a:pt x="11451" y="2924"/>
                    <a:pt x="11451" y="2946"/>
                  </a:cubicBezTo>
                  <a:cubicBezTo>
                    <a:pt x="11407" y="2946"/>
                    <a:pt x="11362" y="2946"/>
                    <a:pt x="11317" y="2946"/>
                  </a:cubicBezTo>
                  <a:cubicBezTo>
                    <a:pt x="11317" y="2969"/>
                    <a:pt x="11317" y="2991"/>
                    <a:pt x="11317" y="3013"/>
                  </a:cubicBezTo>
                  <a:cubicBezTo>
                    <a:pt x="11273" y="3013"/>
                    <a:pt x="11229" y="3013"/>
                    <a:pt x="11183" y="3013"/>
                  </a:cubicBezTo>
                  <a:cubicBezTo>
                    <a:pt x="11183" y="3035"/>
                    <a:pt x="11183" y="3058"/>
                    <a:pt x="11183" y="3080"/>
                  </a:cubicBezTo>
                  <a:cubicBezTo>
                    <a:pt x="11161" y="3080"/>
                    <a:pt x="11139" y="3080"/>
                    <a:pt x="11116" y="3080"/>
                  </a:cubicBezTo>
                  <a:cubicBezTo>
                    <a:pt x="11116" y="3102"/>
                    <a:pt x="11116" y="3125"/>
                    <a:pt x="11116" y="3147"/>
                  </a:cubicBezTo>
                  <a:cubicBezTo>
                    <a:pt x="11050" y="3147"/>
                    <a:pt x="10983" y="3147"/>
                    <a:pt x="10915" y="3147"/>
                  </a:cubicBezTo>
                  <a:cubicBezTo>
                    <a:pt x="10915" y="3169"/>
                    <a:pt x="10915" y="3192"/>
                    <a:pt x="10915" y="3214"/>
                  </a:cubicBezTo>
                  <a:cubicBezTo>
                    <a:pt x="10871" y="3214"/>
                    <a:pt x="10827" y="3214"/>
                    <a:pt x="10781" y="3214"/>
                  </a:cubicBezTo>
                  <a:cubicBezTo>
                    <a:pt x="10781" y="3236"/>
                    <a:pt x="10781" y="3258"/>
                    <a:pt x="10781" y="3281"/>
                  </a:cubicBezTo>
                  <a:cubicBezTo>
                    <a:pt x="10737" y="3281"/>
                    <a:pt x="10693" y="3281"/>
                    <a:pt x="10647" y="3281"/>
                  </a:cubicBezTo>
                  <a:cubicBezTo>
                    <a:pt x="10647" y="3303"/>
                    <a:pt x="10647" y="3325"/>
                    <a:pt x="10647" y="3348"/>
                  </a:cubicBezTo>
                  <a:cubicBezTo>
                    <a:pt x="10581" y="3348"/>
                    <a:pt x="10515" y="3348"/>
                    <a:pt x="10446" y="3348"/>
                  </a:cubicBezTo>
                  <a:cubicBezTo>
                    <a:pt x="10446" y="3370"/>
                    <a:pt x="10446" y="3392"/>
                    <a:pt x="10446" y="3415"/>
                  </a:cubicBezTo>
                  <a:cubicBezTo>
                    <a:pt x="10380" y="3415"/>
                    <a:pt x="10314" y="3415"/>
                    <a:pt x="10246" y="3415"/>
                  </a:cubicBezTo>
                  <a:cubicBezTo>
                    <a:pt x="10246" y="3437"/>
                    <a:pt x="10246" y="3459"/>
                    <a:pt x="10246" y="3482"/>
                  </a:cubicBezTo>
                  <a:cubicBezTo>
                    <a:pt x="10179" y="3482"/>
                    <a:pt x="10113" y="3482"/>
                    <a:pt x="10045" y="3482"/>
                  </a:cubicBezTo>
                  <a:cubicBezTo>
                    <a:pt x="10045" y="3504"/>
                    <a:pt x="10045" y="3526"/>
                    <a:pt x="10045" y="3549"/>
                  </a:cubicBezTo>
                  <a:cubicBezTo>
                    <a:pt x="9956" y="3549"/>
                    <a:pt x="9868" y="3549"/>
                    <a:pt x="9777" y="3549"/>
                  </a:cubicBezTo>
                  <a:cubicBezTo>
                    <a:pt x="9777" y="3571"/>
                    <a:pt x="9777" y="3593"/>
                    <a:pt x="9777" y="3616"/>
                  </a:cubicBezTo>
                  <a:cubicBezTo>
                    <a:pt x="9688" y="3616"/>
                    <a:pt x="9600" y="3616"/>
                    <a:pt x="9509" y="3616"/>
                  </a:cubicBezTo>
                  <a:cubicBezTo>
                    <a:pt x="9509" y="3638"/>
                    <a:pt x="9509" y="3660"/>
                    <a:pt x="9509" y="3683"/>
                  </a:cubicBezTo>
                  <a:cubicBezTo>
                    <a:pt x="9398" y="3683"/>
                    <a:pt x="9288" y="3683"/>
                    <a:pt x="9174" y="3683"/>
                  </a:cubicBezTo>
                  <a:cubicBezTo>
                    <a:pt x="9174" y="3705"/>
                    <a:pt x="9174" y="3727"/>
                    <a:pt x="9174" y="3750"/>
                  </a:cubicBezTo>
                  <a:cubicBezTo>
                    <a:pt x="9064" y="3750"/>
                    <a:pt x="8953" y="3750"/>
                    <a:pt x="8839" y="3750"/>
                  </a:cubicBezTo>
                  <a:cubicBezTo>
                    <a:pt x="8839" y="3772"/>
                    <a:pt x="8839" y="3794"/>
                    <a:pt x="8839" y="3817"/>
                  </a:cubicBezTo>
                  <a:cubicBezTo>
                    <a:pt x="8707" y="3817"/>
                    <a:pt x="8574" y="3817"/>
                    <a:pt x="8438" y="3817"/>
                  </a:cubicBezTo>
                  <a:cubicBezTo>
                    <a:pt x="8438" y="3839"/>
                    <a:pt x="8438" y="3861"/>
                    <a:pt x="8438" y="3884"/>
                  </a:cubicBezTo>
                  <a:cubicBezTo>
                    <a:pt x="8217" y="3884"/>
                    <a:pt x="7996" y="3884"/>
                    <a:pt x="7768" y="3884"/>
                  </a:cubicBezTo>
                  <a:cubicBezTo>
                    <a:pt x="7768" y="3906"/>
                    <a:pt x="7768" y="3928"/>
                    <a:pt x="7768" y="3951"/>
                  </a:cubicBezTo>
                  <a:cubicBezTo>
                    <a:pt x="7436" y="3951"/>
                    <a:pt x="7105" y="3951"/>
                    <a:pt x="6763" y="3951"/>
                  </a:cubicBezTo>
                  <a:cubicBezTo>
                    <a:pt x="6763" y="3973"/>
                    <a:pt x="6763" y="3995"/>
                    <a:pt x="6763" y="4018"/>
                  </a:cubicBezTo>
                  <a:cubicBezTo>
                    <a:pt x="6299" y="4018"/>
                    <a:pt x="5835" y="4018"/>
                    <a:pt x="5357" y="4018"/>
                  </a:cubicBezTo>
                  <a:cubicBezTo>
                    <a:pt x="5357" y="3996"/>
                    <a:pt x="5357" y="3974"/>
                    <a:pt x="5357" y="3951"/>
                  </a:cubicBezTo>
                  <a:cubicBezTo>
                    <a:pt x="5004" y="3951"/>
                    <a:pt x="4650" y="3951"/>
                    <a:pt x="4286" y="3951"/>
                  </a:cubicBezTo>
                  <a:cubicBezTo>
                    <a:pt x="4286" y="3929"/>
                    <a:pt x="4286" y="3907"/>
                    <a:pt x="4286" y="3884"/>
                  </a:cubicBezTo>
                  <a:cubicBezTo>
                    <a:pt x="4087" y="3884"/>
                    <a:pt x="3888" y="3884"/>
                    <a:pt x="3683" y="3884"/>
                  </a:cubicBezTo>
                  <a:cubicBezTo>
                    <a:pt x="3683" y="3862"/>
                    <a:pt x="3683" y="3840"/>
                    <a:pt x="3683" y="3817"/>
                  </a:cubicBezTo>
                  <a:cubicBezTo>
                    <a:pt x="3528" y="3817"/>
                    <a:pt x="3374" y="3817"/>
                    <a:pt x="3214" y="3817"/>
                  </a:cubicBezTo>
                  <a:cubicBezTo>
                    <a:pt x="3214" y="3795"/>
                    <a:pt x="3214" y="3773"/>
                    <a:pt x="3214" y="3750"/>
                  </a:cubicBezTo>
                  <a:cubicBezTo>
                    <a:pt x="3104" y="3750"/>
                    <a:pt x="2993" y="3750"/>
                    <a:pt x="2879" y="3750"/>
                  </a:cubicBezTo>
                  <a:cubicBezTo>
                    <a:pt x="2879" y="3728"/>
                    <a:pt x="2879" y="3706"/>
                    <a:pt x="2879" y="3683"/>
                  </a:cubicBezTo>
                  <a:cubicBezTo>
                    <a:pt x="2769" y="3683"/>
                    <a:pt x="2658" y="3683"/>
                    <a:pt x="2545" y="3683"/>
                  </a:cubicBezTo>
                  <a:cubicBezTo>
                    <a:pt x="2545" y="3661"/>
                    <a:pt x="2545" y="3639"/>
                    <a:pt x="2545" y="3616"/>
                  </a:cubicBezTo>
                  <a:cubicBezTo>
                    <a:pt x="2456" y="3616"/>
                    <a:pt x="2368" y="3616"/>
                    <a:pt x="2277" y="3616"/>
                  </a:cubicBezTo>
                  <a:cubicBezTo>
                    <a:pt x="2277" y="3594"/>
                    <a:pt x="2277" y="3572"/>
                    <a:pt x="2277" y="3549"/>
                  </a:cubicBezTo>
                  <a:cubicBezTo>
                    <a:pt x="2210" y="3549"/>
                    <a:pt x="2144" y="3549"/>
                    <a:pt x="2076" y="3549"/>
                  </a:cubicBezTo>
                  <a:cubicBezTo>
                    <a:pt x="2076" y="3527"/>
                    <a:pt x="2076" y="3505"/>
                    <a:pt x="2076" y="3482"/>
                  </a:cubicBezTo>
                  <a:cubicBezTo>
                    <a:pt x="1987" y="3482"/>
                    <a:pt x="1899" y="3482"/>
                    <a:pt x="1808" y="3482"/>
                  </a:cubicBezTo>
                  <a:cubicBezTo>
                    <a:pt x="1808" y="3460"/>
                    <a:pt x="1808" y="3438"/>
                    <a:pt x="1808" y="3415"/>
                  </a:cubicBezTo>
                  <a:cubicBezTo>
                    <a:pt x="1742" y="3415"/>
                    <a:pt x="1675" y="3415"/>
                    <a:pt x="1607" y="3415"/>
                  </a:cubicBezTo>
                  <a:cubicBezTo>
                    <a:pt x="1607" y="3393"/>
                    <a:pt x="1607" y="3371"/>
                    <a:pt x="1607" y="3348"/>
                  </a:cubicBezTo>
                  <a:cubicBezTo>
                    <a:pt x="1541" y="3348"/>
                    <a:pt x="1475" y="3348"/>
                    <a:pt x="1406" y="3348"/>
                  </a:cubicBezTo>
                  <a:cubicBezTo>
                    <a:pt x="1406" y="3326"/>
                    <a:pt x="1406" y="3304"/>
                    <a:pt x="1406" y="3281"/>
                  </a:cubicBezTo>
                  <a:cubicBezTo>
                    <a:pt x="1362" y="3281"/>
                    <a:pt x="1318" y="3281"/>
                    <a:pt x="1272" y="3281"/>
                  </a:cubicBezTo>
                  <a:cubicBezTo>
                    <a:pt x="1272" y="3259"/>
                    <a:pt x="1272" y="3237"/>
                    <a:pt x="1272" y="3214"/>
                  </a:cubicBezTo>
                  <a:cubicBezTo>
                    <a:pt x="1228" y="3214"/>
                    <a:pt x="1184" y="3214"/>
                    <a:pt x="1138" y="3214"/>
                  </a:cubicBezTo>
                  <a:cubicBezTo>
                    <a:pt x="1138" y="3192"/>
                    <a:pt x="1138" y="3170"/>
                    <a:pt x="1138" y="3147"/>
                  </a:cubicBezTo>
                  <a:cubicBezTo>
                    <a:pt x="1094" y="3147"/>
                    <a:pt x="1050" y="3147"/>
                    <a:pt x="1004" y="3147"/>
                  </a:cubicBezTo>
                  <a:cubicBezTo>
                    <a:pt x="1004" y="3125"/>
                    <a:pt x="1004" y="3103"/>
                    <a:pt x="1004" y="3080"/>
                  </a:cubicBezTo>
                  <a:cubicBezTo>
                    <a:pt x="960" y="3080"/>
                    <a:pt x="916" y="3080"/>
                    <a:pt x="871" y="3080"/>
                  </a:cubicBezTo>
                  <a:cubicBezTo>
                    <a:pt x="871" y="3058"/>
                    <a:pt x="871" y="3036"/>
                    <a:pt x="871" y="3013"/>
                  </a:cubicBezTo>
                  <a:cubicBezTo>
                    <a:pt x="826" y="3013"/>
                    <a:pt x="782" y="3013"/>
                    <a:pt x="737" y="3013"/>
                  </a:cubicBezTo>
                  <a:cubicBezTo>
                    <a:pt x="737" y="2991"/>
                    <a:pt x="737" y="2969"/>
                    <a:pt x="737" y="2946"/>
                  </a:cubicBezTo>
                  <a:cubicBezTo>
                    <a:pt x="692" y="2946"/>
                    <a:pt x="648" y="2946"/>
                    <a:pt x="603" y="2946"/>
                  </a:cubicBezTo>
                  <a:cubicBezTo>
                    <a:pt x="603" y="2924"/>
                    <a:pt x="603" y="2902"/>
                    <a:pt x="603" y="2879"/>
                  </a:cubicBezTo>
                  <a:cubicBezTo>
                    <a:pt x="581" y="2879"/>
                    <a:pt x="558" y="2879"/>
                    <a:pt x="536" y="2879"/>
                  </a:cubicBezTo>
                  <a:cubicBezTo>
                    <a:pt x="536" y="2857"/>
                    <a:pt x="536" y="2835"/>
                    <a:pt x="536" y="2812"/>
                  </a:cubicBezTo>
                  <a:cubicBezTo>
                    <a:pt x="469" y="2812"/>
                    <a:pt x="403" y="2812"/>
                    <a:pt x="335" y="2812"/>
                  </a:cubicBezTo>
                  <a:close/>
                  <a:moveTo>
                    <a:pt x="402" y="6094"/>
                  </a:moveTo>
                  <a:cubicBezTo>
                    <a:pt x="402" y="6116"/>
                    <a:pt x="402" y="6138"/>
                    <a:pt x="402" y="6161"/>
                  </a:cubicBezTo>
                  <a:cubicBezTo>
                    <a:pt x="380" y="6161"/>
                    <a:pt x="358" y="6161"/>
                    <a:pt x="335" y="6161"/>
                  </a:cubicBezTo>
                  <a:cubicBezTo>
                    <a:pt x="335" y="7023"/>
                    <a:pt x="335" y="7884"/>
                    <a:pt x="335" y="8772"/>
                  </a:cubicBezTo>
                  <a:cubicBezTo>
                    <a:pt x="357" y="8772"/>
                    <a:pt x="379" y="8772"/>
                    <a:pt x="402" y="8772"/>
                  </a:cubicBezTo>
                  <a:cubicBezTo>
                    <a:pt x="402" y="8839"/>
                    <a:pt x="402" y="8905"/>
                    <a:pt x="402" y="8973"/>
                  </a:cubicBezTo>
                  <a:cubicBezTo>
                    <a:pt x="424" y="8973"/>
                    <a:pt x="446" y="8973"/>
                    <a:pt x="469" y="8973"/>
                  </a:cubicBezTo>
                  <a:cubicBezTo>
                    <a:pt x="469" y="8995"/>
                    <a:pt x="469" y="9017"/>
                    <a:pt x="469" y="9040"/>
                  </a:cubicBezTo>
                  <a:cubicBezTo>
                    <a:pt x="491" y="9040"/>
                    <a:pt x="513" y="9040"/>
                    <a:pt x="536" y="9040"/>
                  </a:cubicBezTo>
                  <a:cubicBezTo>
                    <a:pt x="536" y="9084"/>
                    <a:pt x="536" y="9129"/>
                    <a:pt x="536" y="9174"/>
                  </a:cubicBezTo>
                  <a:cubicBezTo>
                    <a:pt x="558" y="9174"/>
                    <a:pt x="580" y="9174"/>
                    <a:pt x="603" y="9174"/>
                  </a:cubicBezTo>
                  <a:cubicBezTo>
                    <a:pt x="603" y="9196"/>
                    <a:pt x="603" y="9218"/>
                    <a:pt x="603" y="9241"/>
                  </a:cubicBezTo>
                  <a:cubicBezTo>
                    <a:pt x="625" y="9241"/>
                    <a:pt x="647" y="9241"/>
                    <a:pt x="670" y="9241"/>
                  </a:cubicBezTo>
                  <a:cubicBezTo>
                    <a:pt x="670" y="9263"/>
                    <a:pt x="670" y="9285"/>
                    <a:pt x="670" y="9308"/>
                  </a:cubicBezTo>
                  <a:cubicBezTo>
                    <a:pt x="714" y="9308"/>
                    <a:pt x="758" y="9308"/>
                    <a:pt x="804" y="9308"/>
                  </a:cubicBezTo>
                  <a:cubicBezTo>
                    <a:pt x="804" y="9330"/>
                    <a:pt x="804" y="9352"/>
                    <a:pt x="804" y="9375"/>
                  </a:cubicBezTo>
                  <a:cubicBezTo>
                    <a:pt x="826" y="9375"/>
                    <a:pt x="848" y="9375"/>
                    <a:pt x="871" y="9375"/>
                  </a:cubicBezTo>
                  <a:cubicBezTo>
                    <a:pt x="871" y="9397"/>
                    <a:pt x="871" y="9419"/>
                    <a:pt x="871" y="9442"/>
                  </a:cubicBezTo>
                  <a:cubicBezTo>
                    <a:pt x="915" y="9442"/>
                    <a:pt x="959" y="9442"/>
                    <a:pt x="1004" y="9442"/>
                  </a:cubicBezTo>
                  <a:cubicBezTo>
                    <a:pt x="1004" y="9464"/>
                    <a:pt x="1004" y="9486"/>
                    <a:pt x="1004" y="9509"/>
                  </a:cubicBezTo>
                  <a:cubicBezTo>
                    <a:pt x="1027" y="9509"/>
                    <a:pt x="1049" y="9509"/>
                    <a:pt x="1071" y="9509"/>
                  </a:cubicBezTo>
                  <a:cubicBezTo>
                    <a:pt x="1071" y="9531"/>
                    <a:pt x="1071" y="9553"/>
                    <a:pt x="1071" y="9576"/>
                  </a:cubicBezTo>
                  <a:cubicBezTo>
                    <a:pt x="1116" y="9576"/>
                    <a:pt x="1160" y="9576"/>
                    <a:pt x="1205" y="9576"/>
                  </a:cubicBezTo>
                  <a:cubicBezTo>
                    <a:pt x="1205" y="9598"/>
                    <a:pt x="1205" y="9620"/>
                    <a:pt x="1205" y="9643"/>
                  </a:cubicBezTo>
                  <a:cubicBezTo>
                    <a:pt x="1250" y="9643"/>
                    <a:pt x="1294" y="9643"/>
                    <a:pt x="1339" y="9643"/>
                  </a:cubicBezTo>
                  <a:cubicBezTo>
                    <a:pt x="1339" y="9665"/>
                    <a:pt x="1339" y="9687"/>
                    <a:pt x="1339" y="9710"/>
                  </a:cubicBezTo>
                  <a:cubicBezTo>
                    <a:pt x="1383" y="9710"/>
                    <a:pt x="1428" y="9710"/>
                    <a:pt x="1473" y="9710"/>
                  </a:cubicBezTo>
                  <a:cubicBezTo>
                    <a:pt x="1473" y="9732"/>
                    <a:pt x="1473" y="9754"/>
                    <a:pt x="1473" y="9777"/>
                  </a:cubicBezTo>
                  <a:cubicBezTo>
                    <a:pt x="1540" y="9777"/>
                    <a:pt x="1606" y="9777"/>
                    <a:pt x="1674" y="9777"/>
                  </a:cubicBezTo>
                  <a:cubicBezTo>
                    <a:pt x="1674" y="9799"/>
                    <a:pt x="1674" y="9821"/>
                    <a:pt x="1674" y="9844"/>
                  </a:cubicBezTo>
                  <a:cubicBezTo>
                    <a:pt x="1740" y="9844"/>
                    <a:pt x="1807" y="9844"/>
                    <a:pt x="1875" y="9844"/>
                  </a:cubicBezTo>
                  <a:cubicBezTo>
                    <a:pt x="1875" y="9866"/>
                    <a:pt x="1875" y="9888"/>
                    <a:pt x="1875" y="9911"/>
                  </a:cubicBezTo>
                  <a:cubicBezTo>
                    <a:pt x="1941" y="9911"/>
                    <a:pt x="2008" y="9911"/>
                    <a:pt x="2076" y="9911"/>
                  </a:cubicBezTo>
                  <a:cubicBezTo>
                    <a:pt x="2076" y="9933"/>
                    <a:pt x="2076" y="9955"/>
                    <a:pt x="2076" y="9978"/>
                  </a:cubicBezTo>
                  <a:cubicBezTo>
                    <a:pt x="2142" y="9978"/>
                    <a:pt x="2208" y="9978"/>
                    <a:pt x="2277" y="9978"/>
                  </a:cubicBezTo>
                  <a:cubicBezTo>
                    <a:pt x="2277" y="10000"/>
                    <a:pt x="2277" y="10022"/>
                    <a:pt x="2277" y="10045"/>
                  </a:cubicBezTo>
                  <a:cubicBezTo>
                    <a:pt x="2365" y="10045"/>
                    <a:pt x="2454" y="10045"/>
                    <a:pt x="2545" y="10045"/>
                  </a:cubicBezTo>
                  <a:cubicBezTo>
                    <a:pt x="2545" y="10067"/>
                    <a:pt x="2545" y="10089"/>
                    <a:pt x="2545" y="10112"/>
                  </a:cubicBezTo>
                  <a:cubicBezTo>
                    <a:pt x="2655" y="10112"/>
                    <a:pt x="2766" y="10112"/>
                    <a:pt x="2879" y="10112"/>
                  </a:cubicBezTo>
                  <a:cubicBezTo>
                    <a:pt x="2879" y="10134"/>
                    <a:pt x="2879" y="10156"/>
                    <a:pt x="2879" y="10179"/>
                  </a:cubicBezTo>
                  <a:cubicBezTo>
                    <a:pt x="2968" y="10179"/>
                    <a:pt x="3056" y="10179"/>
                    <a:pt x="3147" y="10179"/>
                  </a:cubicBezTo>
                  <a:cubicBezTo>
                    <a:pt x="3147" y="10201"/>
                    <a:pt x="3147" y="10223"/>
                    <a:pt x="3147" y="10246"/>
                  </a:cubicBezTo>
                  <a:cubicBezTo>
                    <a:pt x="3280" y="10246"/>
                    <a:pt x="3412" y="10246"/>
                    <a:pt x="3549" y="10246"/>
                  </a:cubicBezTo>
                  <a:cubicBezTo>
                    <a:pt x="3549" y="10268"/>
                    <a:pt x="3549" y="10290"/>
                    <a:pt x="3549" y="10312"/>
                  </a:cubicBezTo>
                  <a:cubicBezTo>
                    <a:pt x="3726" y="10312"/>
                    <a:pt x="3903" y="10312"/>
                    <a:pt x="4085" y="10312"/>
                  </a:cubicBezTo>
                  <a:cubicBezTo>
                    <a:pt x="4085" y="10335"/>
                    <a:pt x="4085" y="10357"/>
                    <a:pt x="4085" y="10379"/>
                  </a:cubicBezTo>
                  <a:cubicBezTo>
                    <a:pt x="4306" y="10379"/>
                    <a:pt x="4527" y="10379"/>
                    <a:pt x="4754" y="10379"/>
                  </a:cubicBezTo>
                  <a:cubicBezTo>
                    <a:pt x="4754" y="10402"/>
                    <a:pt x="4754" y="10424"/>
                    <a:pt x="4754" y="10446"/>
                  </a:cubicBezTo>
                  <a:cubicBezTo>
                    <a:pt x="5594" y="10446"/>
                    <a:pt x="6434" y="10446"/>
                    <a:pt x="7299" y="10446"/>
                  </a:cubicBezTo>
                  <a:cubicBezTo>
                    <a:pt x="7299" y="10424"/>
                    <a:pt x="7299" y="10402"/>
                    <a:pt x="7299" y="10379"/>
                  </a:cubicBezTo>
                  <a:cubicBezTo>
                    <a:pt x="7542" y="10379"/>
                    <a:pt x="7785" y="10379"/>
                    <a:pt x="8036" y="10379"/>
                  </a:cubicBezTo>
                  <a:cubicBezTo>
                    <a:pt x="8036" y="10357"/>
                    <a:pt x="8036" y="10335"/>
                    <a:pt x="8036" y="10312"/>
                  </a:cubicBezTo>
                  <a:cubicBezTo>
                    <a:pt x="8190" y="10312"/>
                    <a:pt x="8345" y="10312"/>
                    <a:pt x="8504" y="10312"/>
                  </a:cubicBezTo>
                  <a:cubicBezTo>
                    <a:pt x="8504" y="10290"/>
                    <a:pt x="8504" y="10268"/>
                    <a:pt x="8504" y="10246"/>
                  </a:cubicBezTo>
                  <a:cubicBezTo>
                    <a:pt x="8637" y="10246"/>
                    <a:pt x="8770" y="10246"/>
                    <a:pt x="8906" y="10246"/>
                  </a:cubicBezTo>
                  <a:cubicBezTo>
                    <a:pt x="8906" y="10223"/>
                    <a:pt x="8906" y="10201"/>
                    <a:pt x="8906" y="10179"/>
                  </a:cubicBezTo>
                  <a:cubicBezTo>
                    <a:pt x="9017" y="10179"/>
                    <a:pt x="9127" y="10179"/>
                    <a:pt x="9241" y="10179"/>
                  </a:cubicBezTo>
                  <a:cubicBezTo>
                    <a:pt x="9241" y="10156"/>
                    <a:pt x="9241" y="10134"/>
                    <a:pt x="9241" y="10112"/>
                  </a:cubicBezTo>
                  <a:cubicBezTo>
                    <a:pt x="9329" y="10112"/>
                    <a:pt x="9418" y="10112"/>
                    <a:pt x="9509" y="10112"/>
                  </a:cubicBezTo>
                  <a:cubicBezTo>
                    <a:pt x="9509" y="10090"/>
                    <a:pt x="9509" y="10067"/>
                    <a:pt x="9509" y="10045"/>
                  </a:cubicBezTo>
                  <a:cubicBezTo>
                    <a:pt x="9597" y="10045"/>
                    <a:pt x="9686" y="10045"/>
                    <a:pt x="9777" y="10045"/>
                  </a:cubicBezTo>
                  <a:cubicBezTo>
                    <a:pt x="9777" y="10023"/>
                    <a:pt x="9777" y="10000"/>
                    <a:pt x="9777" y="9978"/>
                  </a:cubicBezTo>
                  <a:cubicBezTo>
                    <a:pt x="9843" y="9978"/>
                    <a:pt x="9909" y="9978"/>
                    <a:pt x="9978" y="9978"/>
                  </a:cubicBezTo>
                  <a:cubicBezTo>
                    <a:pt x="9978" y="9956"/>
                    <a:pt x="9978" y="9933"/>
                    <a:pt x="9978" y="9911"/>
                  </a:cubicBezTo>
                  <a:cubicBezTo>
                    <a:pt x="10044" y="9911"/>
                    <a:pt x="10110" y="9911"/>
                    <a:pt x="10179" y="9911"/>
                  </a:cubicBezTo>
                  <a:cubicBezTo>
                    <a:pt x="10179" y="9889"/>
                    <a:pt x="10179" y="9867"/>
                    <a:pt x="10179" y="9844"/>
                  </a:cubicBezTo>
                  <a:cubicBezTo>
                    <a:pt x="10245" y="9844"/>
                    <a:pt x="10311" y="9844"/>
                    <a:pt x="10379" y="9844"/>
                  </a:cubicBezTo>
                  <a:cubicBezTo>
                    <a:pt x="10379" y="9822"/>
                    <a:pt x="10379" y="9800"/>
                    <a:pt x="10379" y="9777"/>
                  </a:cubicBezTo>
                  <a:cubicBezTo>
                    <a:pt x="10424" y="9777"/>
                    <a:pt x="10468" y="9777"/>
                    <a:pt x="10513" y="9777"/>
                  </a:cubicBezTo>
                  <a:cubicBezTo>
                    <a:pt x="10513" y="9755"/>
                    <a:pt x="10513" y="9733"/>
                    <a:pt x="10513" y="9710"/>
                  </a:cubicBezTo>
                  <a:cubicBezTo>
                    <a:pt x="10580" y="9710"/>
                    <a:pt x="10646" y="9710"/>
                    <a:pt x="10714" y="9710"/>
                  </a:cubicBezTo>
                  <a:cubicBezTo>
                    <a:pt x="10714" y="9688"/>
                    <a:pt x="10714" y="9666"/>
                    <a:pt x="10714" y="9643"/>
                  </a:cubicBezTo>
                  <a:cubicBezTo>
                    <a:pt x="10758" y="9643"/>
                    <a:pt x="10803" y="9643"/>
                    <a:pt x="10848" y="9643"/>
                  </a:cubicBezTo>
                  <a:cubicBezTo>
                    <a:pt x="10848" y="9621"/>
                    <a:pt x="10848" y="9599"/>
                    <a:pt x="10848" y="9576"/>
                  </a:cubicBezTo>
                  <a:cubicBezTo>
                    <a:pt x="10892" y="9576"/>
                    <a:pt x="10937" y="9576"/>
                    <a:pt x="10982" y="9576"/>
                  </a:cubicBezTo>
                  <a:cubicBezTo>
                    <a:pt x="10982" y="9554"/>
                    <a:pt x="10982" y="9532"/>
                    <a:pt x="10982" y="9509"/>
                  </a:cubicBezTo>
                  <a:cubicBezTo>
                    <a:pt x="11004" y="9509"/>
                    <a:pt x="11026" y="9509"/>
                    <a:pt x="11049" y="9509"/>
                  </a:cubicBezTo>
                  <a:cubicBezTo>
                    <a:pt x="11049" y="9487"/>
                    <a:pt x="11049" y="9465"/>
                    <a:pt x="11049" y="9442"/>
                  </a:cubicBezTo>
                  <a:cubicBezTo>
                    <a:pt x="11093" y="9442"/>
                    <a:pt x="11137" y="9442"/>
                    <a:pt x="11183" y="9442"/>
                  </a:cubicBezTo>
                  <a:cubicBezTo>
                    <a:pt x="11183" y="9420"/>
                    <a:pt x="11183" y="9398"/>
                    <a:pt x="11183" y="9375"/>
                  </a:cubicBezTo>
                  <a:cubicBezTo>
                    <a:pt x="11205" y="9375"/>
                    <a:pt x="11227" y="9375"/>
                    <a:pt x="11250" y="9375"/>
                  </a:cubicBezTo>
                  <a:cubicBezTo>
                    <a:pt x="11250" y="9353"/>
                    <a:pt x="11250" y="9331"/>
                    <a:pt x="11250" y="9308"/>
                  </a:cubicBezTo>
                  <a:cubicBezTo>
                    <a:pt x="11272" y="9308"/>
                    <a:pt x="11294" y="9308"/>
                    <a:pt x="11317" y="9308"/>
                  </a:cubicBezTo>
                  <a:cubicBezTo>
                    <a:pt x="11317" y="9286"/>
                    <a:pt x="11317" y="9264"/>
                    <a:pt x="11317" y="9241"/>
                  </a:cubicBezTo>
                  <a:cubicBezTo>
                    <a:pt x="11339" y="9241"/>
                    <a:pt x="11361" y="9241"/>
                    <a:pt x="11384" y="9241"/>
                  </a:cubicBezTo>
                  <a:cubicBezTo>
                    <a:pt x="11384" y="9219"/>
                    <a:pt x="11384" y="9197"/>
                    <a:pt x="11384" y="9174"/>
                  </a:cubicBezTo>
                  <a:cubicBezTo>
                    <a:pt x="11406" y="9174"/>
                    <a:pt x="11428" y="9174"/>
                    <a:pt x="11451" y="9174"/>
                  </a:cubicBezTo>
                  <a:cubicBezTo>
                    <a:pt x="11451" y="9152"/>
                    <a:pt x="11451" y="9130"/>
                    <a:pt x="11451" y="9107"/>
                  </a:cubicBezTo>
                  <a:cubicBezTo>
                    <a:pt x="11473" y="9107"/>
                    <a:pt x="11495" y="9107"/>
                    <a:pt x="11518" y="9107"/>
                  </a:cubicBezTo>
                  <a:cubicBezTo>
                    <a:pt x="11518" y="9085"/>
                    <a:pt x="11518" y="9063"/>
                    <a:pt x="11518" y="9040"/>
                  </a:cubicBezTo>
                  <a:cubicBezTo>
                    <a:pt x="11540" y="9040"/>
                    <a:pt x="11562" y="9040"/>
                    <a:pt x="11585" y="9040"/>
                  </a:cubicBezTo>
                  <a:cubicBezTo>
                    <a:pt x="11585" y="8996"/>
                    <a:pt x="11585" y="8952"/>
                    <a:pt x="11585" y="8906"/>
                  </a:cubicBezTo>
                  <a:cubicBezTo>
                    <a:pt x="11607" y="8906"/>
                    <a:pt x="11629" y="8906"/>
                    <a:pt x="11652" y="8906"/>
                  </a:cubicBezTo>
                  <a:cubicBezTo>
                    <a:pt x="11652" y="8000"/>
                    <a:pt x="11652" y="7094"/>
                    <a:pt x="11652" y="6161"/>
                  </a:cubicBezTo>
                  <a:cubicBezTo>
                    <a:pt x="11608" y="6161"/>
                    <a:pt x="11563" y="6161"/>
                    <a:pt x="11518" y="6161"/>
                  </a:cubicBezTo>
                  <a:cubicBezTo>
                    <a:pt x="11518" y="6183"/>
                    <a:pt x="11518" y="6205"/>
                    <a:pt x="11518" y="6228"/>
                  </a:cubicBezTo>
                  <a:cubicBezTo>
                    <a:pt x="11474" y="6228"/>
                    <a:pt x="11429" y="6228"/>
                    <a:pt x="11384" y="6228"/>
                  </a:cubicBezTo>
                  <a:cubicBezTo>
                    <a:pt x="11384" y="6250"/>
                    <a:pt x="11384" y="6272"/>
                    <a:pt x="11384" y="6295"/>
                  </a:cubicBezTo>
                  <a:cubicBezTo>
                    <a:pt x="11340" y="6295"/>
                    <a:pt x="11296" y="6295"/>
                    <a:pt x="11250" y="6295"/>
                  </a:cubicBezTo>
                  <a:cubicBezTo>
                    <a:pt x="11250" y="6317"/>
                    <a:pt x="11250" y="6339"/>
                    <a:pt x="11250" y="6362"/>
                  </a:cubicBezTo>
                  <a:cubicBezTo>
                    <a:pt x="11228" y="6362"/>
                    <a:pt x="11206" y="6362"/>
                    <a:pt x="11183" y="6362"/>
                  </a:cubicBezTo>
                  <a:cubicBezTo>
                    <a:pt x="11183" y="6384"/>
                    <a:pt x="11183" y="6406"/>
                    <a:pt x="11183" y="6429"/>
                  </a:cubicBezTo>
                  <a:cubicBezTo>
                    <a:pt x="11139" y="6429"/>
                    <a:pt x="11095" y="6429"/>
                    <a:pt x="11049" y="6429"/>
                  </a:cubicBezTo>
                  <a:cubicBezTo>
                    <a:pt x="11049" y="6451"/>
                    <a:pt x="11049" y="6473"/>
                    <a:pt x="11049" y="6496"/>
                  </a:cubicBezTo>
                  <a:cubicBezTo>
                    <a:pt x="11005" y="6496"/>
                    <a:pt x="10961" y="6496"/>
                    <a:pt x="10915" y="6496"/>
                  </a:cubicBezTo>
                  <a:cubicBezTo>
                    <a:pt x="10915" y="6518"/>
                    <a:pt x="10915" y="6540"/>
                    <a:pt x="10915" y="6562"/>
                  </a:cubicBezTo>
                  <a:cubicBezTo>
                    <a:pt x="10871" y="6562"/>
                    <a:pt x="10827" y="6562"/>
                    <a:pt x="10781" y="6562"/>
                  </a:cubicBezTo>
                  <a:cubicBezTo>
                    <a:pt x="10781" y="6585"/>
                    <a:pt x="10781" y="6607"/>
                    <a:pt x="10781" y="6629"/>
                  </a:cubicBezTo>
                  <a:cubicBezTo>
                    <a:pt x="10737" y="6629"/>
                    <a:pt x="10693" y="6629"/>
                    <a:pt x="10647" y="6629"/>
                  </a:cubicBezTo>
                  <a:cubicBezTo>
                    <a:pt x="10647" y="6652"/>
                    <a:pt x="10647" y="6674"/>
                    <a:pt x="10647" y="6696"/>
                  </a:cubicBezTo>
                  <a:cubicBezTo>
                    <a:pt x="10581" y="6696"/>
                    <a:pt x="10515" y="6696"/>
                    <a:pt x="10446" y="6696"/>
                  </a:cubicBezTo>
                  <a:cubicBezTo>
                    <a:pt x="10446" y="6719"/>
                    <a:pt x="10446" y="6741"/>
                    <a:pt x="10446" y="6763"/>
                  </a:cubicBezTo>
                  <a:cubicBezTo>
                    <a:pt x="10380" y="6763"/>
                    <a:pt x="10314" y="6763"/>
                    <a:pt x="10246" y="6763"/>
                  </a:cubicBezTo>
                  <a:cubicBezTo>
                    <a:pt x="10246" y="6785"/>
                    <a:pt x="10246" y="6808"/>
                    <a:pt x="10246" y="6830"/>
                  </a:cubicBezTo>
                  <a:cubicBezTo>
                    <a:pt x="10179" y="6830"/>
                    <a:pt x="10113" y="6830"/>
                    <a:pt x="10045" y="6830"/>
                  </a:cubicBezTo>
                  <a:cubicBezTo>
                    <a:pt x="10045" y="6852"/>
                    <a:pt x="10045" y="6875"/>
                    <a:pt x="10045" y="6897"/>
                  </a:cubicBezTo>
                  <a:cubicBezTo>
                    <a:pt x="9978" y="6897"/>
                    <a:pt x="9912" y="6897"/>
                    <a:pt x="9844" y="6897"/>
                  </a:cubicBezTo>
                  <a:cubicBezTo>
                    <a:pt x="9844" y="6919"/>
                    <a:pt x="9844" y="6942"/>
                    <a:pt x="9844" y="6964"/>
                  </a:cubicBezTo>
                  <a:cubicBezTo>
                    <a:pt x="9755" y="6964"/>
                    <a:pt x="9667" y="6964"/>
                    <a:pt x="9576" y="6964"/>
                  </a:cubicBezTo>
                  <a:cubicBezTo>
                    <a:pt x="9576" y="6986"/>
                    <a:pt x="9576" y="7008"/>
                    <a:pt x="9576" y="7031"/>
                  </a:cubicBezTo>
                  <a:cubicBezTo>
                    <a:pt x="9487" y="7031"/>
                    <a:pt x="9399" y="7031"/>
                    <a:pt x="9308" y="7031"/>
                  </a:cubicBezTo>
                  <a:cubicBezTo>
                    <a:pt x="9308" y="7053"/>
                    <a:pt x="9308" y="7075"/>
                    <a:pt x="9308" y="7098"/>
                  </a:cubicBezTo>
                  <a:cubicBezTo>
                    <a:pt x="9198" y="7098"/>
                    <a:pt x="9087" y="7098"/>
                    <a:pt x="8973" y="7098"/>
                  </a:cubicBezTo>
                  <a:cubicBezTo>
                    <a:pt x="8973" y="7120"/>
                    <a:pt x="8973" y="7142"/>
                    <a:pt x="8973" y="7165"/>
                  </a:cubicBezTo>
                  <a:cubicBezTo>
                    <a:pt x="8863" y="7165"/>
                    <a:pt x="8752" y="7165"/>
                    <a:pt x="8638" y="7165"/>
                  </a:cubicBezTo>
                  <a:cubicBezTo>
                    <a:pt x="8638" y="7187"/>
                    <a:pt x="8638" y="7209"/>
                    <a:pt x="8638" y="7232"/>
                  </a:cubicBezTo>
                  <a:cubicBezTo>
                    <a:pt x="8484" y="7232"/>
                    <a:pt x="8329" y="7232"/>
                    <a:pt x="8170" y="7232"/>
                  </a:cubicBezTo>
                  <a:cubicBezTo>
                    <a:pt x="8170" y="7254"/>
                    <a:pt x="8170" y="7276"/>
                    <a:pt x="8170" y="7299"/>
                  </a:cubicBezTo>
                  <a:cubicBezTo>
                    <a:pt x="7949" y="7299"/>
                    <a:pt x="7728" y="7299"/>
                    <a:pt x="7500" y="7299"/>
                  </a:cubicBezTo>
                  <a:cubicBezTo>
                    <a:pt x="7500" y="7321"/>
                    <a:pt x="7500" y="7343"/>
                    <a:pt x="7500" y="7366"/>
                  </a:cubicBezTo>
                  <a:cubicBezTo>
                    <a:pt x="6528" y="7366"/>
                    <a:pt x="5555" y="7366"/>
                    <a:pt x="4554" y="7366"/>
                  </a:cubicBezTo>
                  <a:cubicBezTo>
                    <a:pt x="4554" y="7344"/>
                    <a:pt x="4554" y="7322"/>
                    <a:pt x="4554" y="7299"/>
                  </a:cubicBezTo>
                  <a:cubicBezTo>
                    <a:pt x="4333" y="7299"/>
                    <a:pt x="4112" y="7299"/>
                    <a:pt x="3884" y="7299"/>
                  </a:cubicBezTo>
                  <a:cubicBezTo>
                    <a:pt x="3884" y="7277"/>
                    <a:pt x="3884" y="7255"/>
                    <a:pt x="3884" y="7232"/>
                  </a:cubicBezTo>
                  <a:cubicBezTo>
                    <a:pt x="3729" y="7232"/>
                    <a:pt x="3575" y="7232"/>
                    <a:pt x="3415" y="7232"/>
                  </a:cubicBezTo>
                  <a:cubicBezTo>
                    <a:pt x="3415" y="7210"/>
                    <a:pt x="3415" y="7188"/>
                    <a:pt x="3415" y="7165"/>
                  </a:cubicBezTo>
                  <a:cubicBezTo>
                    <a:pt x="3305" y="7165"/>
                    <a:pt x="3194" y="7165"/>
                    <a:pt x="3080" y="7165"/>
                  </a:cubicBezTo>
                  <a:cubicBezTo>
                    <a:pt x="3080" y="7143"/>
                    <a:pt x="3080" y="7121"/>
                    <a:pt x="3080" y="7098"/>
                  </a:cubicBezTo>
                  <a:cubicBezTo>
                    <a:pt x="2970" y="7098"/>
                    <a:pt x="2859" y="7098"/>
                    <a:pt x="2746" y="7098"/>
                  </a:cubicBezTo>
                  <a:cubicBezTo>
                    <a:pt x="2746" y="7076"/>
                    <a:pt x="2746" y="7054"/>
                    <a:pt x="2746" y="7031"/>
                  </a:cubicBezTo>
                  <a:cubicBezTo>
                    <a:pt x="2657" y="7031"/>
                    <a:pt x="2569" y="7031"/>
                    <a:pt x="2478" y="7031"/>
                  </a:cubicBezTo>
                  <a:cubicBezTo>
                    <a:pt x="2478" y="7009"/>
                    <a:pt x="2478" y="6987"/>
                    <a:pt x="2478" y="6964"/>
                  </a:cubicBezTo>
                  <a:cubicBezTo>
                    <a:pt x="2389" y="6964"/>
                    <a:pt x="2301" y="6964"/>
                    <a:pt x="2210" y="6964"/>
                  </a:cubicBezTo>
                  <a:cubicBezTo>
                    <a:pt x="2210" y="6942"/>
                    <a:pt x="2210" y="6920"/>
                    <a:pt x="2210" y="6897"/>
                  </a:cubicBezTo>
                  <a:cubicBezTo>
                    <a:pt x="2121" y="6897"/>
                    <a:pt x="2033" y="6897"/>
                    <a:pt x="1942" y="6897"/>
                  </a:cubicBezTo>
                  <a:cubicBezTo>
                    <a:pt x="1942" y="6875"/>
                    <a:pt x="1942" y="6853"/>
                    <a:pt x="1942" y="6830"/>
                  </a:cubicBezTo>
                  <a:cubicBezTo>
                    <a:pt x="1876" y="6830"/>
                    <a:pt x="1809" y="6830"/>
                    <a:pt x="1741" y="6830"/>
                  </a:cubicBezTo>
                  <a:cubicBezTo>
                    <a:pt x="1741" y="6808"/>
                    <a:pt x="1741" y="6786"/>
                    <a:pt x="1741" y="6763"/>
                  </a:cubicBezTo>
                  <a:cubicBezTo>
                    <a:pt x="1675" y="6763"/>
                    <a:pt x="1608" y="6763"/>
                    <a:pt x="1540" y="6763"/>
                  </a:cubicBezTo>
                  <a:cubicBezTo>
                    <a:pt x="1540" y="6741"/>
                    <a:pt x="1540" y="6719"/>
                    <a:pt x="1540" y="6696"/>
                  </a:cubicBezTo>
                  <a:cubicBezTo>
                    <a:pt x="1496" y="6696"/>
                    <a:pt x="1452" y="6696"/>
                    <a:pt x="1406" y="6696"/>
                  </a:cubicBezTo>
                  <a:cubicBezTo>
                    <a:pt x="1406" y="6674"/>
                    <a:pt x="1406" y="6652"/>
                    <a:pt x="1406" y="6629"/>
                  </a:cubicBezTo>
                  <a:cubicBezTo>
                    <a:pt x="1340" y="6629"/>
                    <a:pt x="1274" y="6629"/>
                    <a:pt x="1205" y="6629"/>
                  </a:cubicBezTo>
                  <a:cubicBezTo>
                    <a:pt x="1205" y="6607"/>
                    <a:pt x="1205" y="6585"/>
                    <a:pt x="1205" y="6562"/>
                  </a:cubicBezTo>
                  <a:cubicBezTo>
                    <a:pt x="1161" y="6562"/>
                    <a:pt x="1117" y="6562"/>
                    <a:pt x="1071" y="6562"/>
                  </a:cubicBezTo>
                  <a:cubicBezTo>
                    <a:pt x="1071" y="6540"/>
                    <a:pt x="1071" y="6518"/>
                    <a:pt x="1071" y="6496"/>
                  </a:cubicBezTo>
                  <a:cubicBezTo>
                    <a:pt x="1027" y="6496"/>
                    <a:pt x="983" y="6496"/>
                    <a:pt x="938" y="6496"/>
                  </a:cubicBezTo>
                  <a:cubicBezTo>
                    <a:pt x="938" y="6473"/>
                    <a:pt x="938" y="6451"/>
                    <a:pt x="938" y="6429"/>
                  </a:cubicBezTo>
                  <a:cubicBezTo>
                    <a:pt x="915" y="6429"/>
                    <a:pt x="893" y="6429"/>
                    <a:pt x="871" y="6429"/>
                  </a:cubicBezTo>
                  <a:cubicBezTo>
                    <a:pt x="871" y="6406"/>
                    <a:pt x="871" y="6384"/>
                    <a:pt x="871" y="6362"/>
                  </a:cubicBezTo>
                  <a:cubicBezTo>
                    <a:pt x="826" y="6362"/>
                    <a:pt x="782" y="6362"/>
                    <a:pt x="737" y="6362"/>
                  </a:cubicBezTo>
                  <a:cubicBezTo>
                    <a:pt x="737" y="6340"/>
                    <a:pt x="737" y="6317"/>
                    <a:pt x="737" y="6295"/>
                  </a:cubicBezTo>
                  <a:cubicBezTo>
                    <a:pt x="692" y="6295"/>
                    <a:pt x="648" y="6295"/>
                    <a:pt x="603" y="6295"/>
                  </a:cubicBezTo>
                  <a:cubicBezTo>
                    <a:pt x="603" y="6273"/>
                    <a:pt x="603" y="6250"/>
                    <a:pt x="603" y="6228"/>
                  </a:cubicBezTo>
                  <a:cubicBezTo>
                    <a:pt x="597" y="6228"/>
                    <a:pt x="597" y="6228"/>
                    <a:pt x="571" y="6232"/>
                  </a:cubicBezTo>
                  <a:cubicBezTo>
                    <a:pt x="560" y="6230"/>
                    <a:pt x="548" y="6229"/>
                    <a:pt x="536" y="6228"/>
                  </a:cubicBezTo>
                  <a:cubicBezTo>
                    <a:pt x="514" y="6194"/>
                    <a:pt x="502" y="6160"/>
                    <a:pt x="488" y="6123"/>
                  </a:cubicBezTo>
                  <a:cubicBezTo>
                    <a:pt x="481" y="6113"/>
                    <a:pt x="475" y="6104"/>
                    <a:pt x="469" y="6094"/>
                  </a:cubicBezTo>
                  <a:cubicBezTo>
                    <a:pt x="433" y="6090"/>
                    <a:pt x="433" y="6090"/>
                    <a:pt x="402" y="6094"/>
                  </a:cubicBezTo>
                  <a:close/>
                  <a:moveTo>
                    <a:pt x="335" y="9576"/>
                  </a:moveTo>
                  <a:cubicBezTo>
                    <a:pt x="335" y="10327"/>
                    <a:pt x="335" y="11079"/>
                    <a:pt x="335" y="11853"/>
                  </a:cubicBezTo>
                  <a:cubicBezTo>
                    <a:pt x="357" y="11853"/>
                    <a:pt x="379" y="11853"/>
                    <a:pt x="402" y="11853"/>
                  </a:cubicBezTo>
                  <a:cubicBezTo>
                    <a:pt x="402" y="11919"/>
                    <a:pt x="402" y="11985"/>
                    <a:pt x="402" y="12054"/>
                  </a:cubicBezTo>
                  <a:cubicBezTo>
                    <a:pt x="380" y="12054"/>
                    <a:pt x="358" y="12054"/>
                    <a:pt x="335" y="12054"/>
                  </a:cubicBezTo>
                  <a:cubicBezTo>
                    <a:pt x="335" y="12098"/>
                    <a:pt x="335" y="12142"/>
                    <a:pt x="335" y="12188"/>
                  </a:cubicBezTo>
                  <a:cubicBezTo>
                    <a:pt x="357" y="12188"/>
                    <a:pt x="379" y="12188"/>
                    <a:pt x="402" y="12188"/>
                  </a:cubicBezTo>
                  <a:cubicBezTo>
                    <a:pt x="402" y="12254"/>
                    <a:pt x="402" y="12320"/>
                    <a:pt x="402" y="12388"/>
                  </a:cubicBezTo>
                  <a:cubicBezTo>
                    <a:pt x="424" y="12388"/>
                    <a:pt x="446" y="12388"/>
                    <a:pt x="469" y="12388"/>
                  </a:cubicBezTo>
                  <a:cubicBezTo>
                    <a:pt x="469" y="12433"/>
                    <a:pt x="469" y="12477"/>
                    <a:pt x="469" y="12522"/>
                  </a:cubicBezTo>
                  <a:cubicBezTo>
                    <a:pt x="491" y="12522"/>
                    <a:pt x="513" y="12522"/>
                    <a:pt x="536" y="12522"/>
                  </a:cubicBezTo>
                  <a:cubicBezTo>
                    <a:pt x="536" y="12544"/>
                    <a:pt x="536" y="12567"/>
                    <a:pt x="536" y="12589"/>
                  </a:cubicBezTo>
                  <a:cubicBezTo>
                    <a:pt x="558" y="12589"/>
                    <a:pt x="580" y="12589"/>
                    <a:pt x="603" y="12589"/>
                  </a:cubicBezTo>
                  <a:cubicBezTo>
                    <a:pt x="603" y="12611"/>
                    <a:pt x="603" y="12633"/>
                    <a:pt x="603" y="12656"/>
                  </a:cubicBezTo>
                  <a:cubicBezTo>
                    <a:pt x="625" y="12656"/>
                    <a:pt x="647" y="12656"/>
                    <a:pt x="670" y="12656"/>
                  </a:cubicBezTo>
                  <a:cubicBezTo>
                    <a:pt x="670" y="12678"/>
                    <a:pt x="670" y="12700"/>
                    <a:pt x="670" y="12723"/>
                  </a:cubicBezTo>
                  <a:cubicBezTo>
                    <a:pt x="692" y="12723"/>
                    <a:pt x="714" y="12723"/>
                    <a:pt x="737" y="12723"/>
                  </a:cubicBezTo>
                  <a:cubicBezTo>
                    <a:pt x="737" y="12745"/>
                    <a:pt x="737" y="12767"/>
                    <a:pt x="737" y="12790"/>
                  </a:cubicBezTo>
                  <a:cubicBezTo>
                    <a:pt x="781" y="12790"/>
                    <a:pt x="825" y="12790"/>
                    <a:pt x="871" y="12790"/>
                  </a:cubicBezTo>
                  <a:cubicBezTo>
                    <a:pt x="871" y="12812"/>
                    <a:pt x="871" y="12834"/>
                    <a:pt x="871" y="12857"/>
                  </a:cubicBezTo>
                  <a:cubicBezTo>
                    <a:pt x="893" y="12857"/>
                    <a:pt x="915" y="12857"/>
                    <a:pt x="938" y="12857"/>
                  </a:cubicBezTo>
                  <a:cubicBezTo>
                    <a:pt x="938" y="12879"/>
                    <a:pt x="938" y="12901"/>
                    <a:pt x="938" y="12924"/>
                  </a:cubicBezTo>
                  <a:cubicBezTo>
                    <a:pt x="982" y="12924"/>
                    <a:pt x="1026" y="12924"/>
                    <a:pt x="1071" y="12924"/>
                  </a:cubicBezTo>
                  <a:cubicBezTo>
                    <a:pt x="1071" y="12946"/>
                    <a:pt x="1071" y="12968"/>
                    <a:pt x="1071" y="12991"/>
                  </a:cubicBezTo>
                  <a:cubicBezTo>
                    <a:pt x="1116" y="12991"/>
                    <a:pt x="1160" y="12991"/>
                    <a:pt x="1205" y="12991"/>
                  </a:cubicBezTo>
                  <a:cubicBezTo>
                    <a:pt x="1205" y="13013"/>
                    <a:pt x="1205" y="13035"/>
                    <a:pt x="1205" y="13058"/>
                  </a:cubicBezTo>
                  <a:cubicBezTo>
                    <a:pt x="1250" y="13058"/>
                    <a:pt x="1294" y="13058"/>
                    <a:pt x="1339" y="13058"/>
                  </a:cubicBezTo>
                  <a:cubicBezTo>
                    <a:pt x="1339" y="13080"/>
                    <a:pt x="1339" y="13102"/>
                    <a:pt x="1339" y="13125"/>
                  </a:cubicBezTo>
                  <a:cubicBezTo>
                    <a:pt x="1383" y="13125"/>
                    <a:pt x="1428" y="13125"/>
                    <a:pt x="1473" y="13125"/>
                  </a:cubicBezTo>
                  <a:cubicBezTo>
                    <a:pt x="1473" y="13147"/>
                    <a:pt x="1473" y="13169"/>
                    <a:pt x="1473" y="13192"/>
                  </a:cubicBezTo>
                  <a:cubicBezTo>
                    <a:pt x="1540" y="13192"/>
                    <a:pt x="1606" y="13192"/>
                    <a:pt x="1674" y="13192"/>
                  </a:cubicBezTo>
                  <a:cubicBezTo>
                    <a:pt x="1674" y="13214"/>
                    <a:pt x="1674" y="13236"/>
                    <a:pt x="1674" y="13259"/>
                  </a:cubicBezTo>
                  <a:cubicBezTo>
                    <a:pt x="1718" y="13259"/>
                    <a:pt x="1762" y="13259"/>
                    <a:pt x="1808" y="13259"/>
                  </a:cubicBezTo>
                  <a:cubicBezTo>
                    <a:pt x="1808" y="13281"/>
                    <a:pt x="1808" y="13303"/>
                    <a:pt x="1808" y="13326"/>
                  </a:cubicBezTo>
                  <a:cubicBezTo>
                    <a:pt x="1874" y="13326"/>
                    <a:pt x="1941" y="13326"/>
                    <a:pt x="2009" y="13326"/>
                  </a:cubicBezTo>
                  <a:cubicBezTo>
                    <a:pt x="2009" y="13348"/>
                    <a:pt x="2009" y="13370"/>
                    <a:pt x="2009" y="13393"/>
                  </a:cubicBezTo>
                  <a:cubicBezTo>
                    <a:pt x="2097" y="13393"/>
                    <a:pt x="2186" y="13393"/>
                    <a:pt x="2277" y="13393"/>
                  </a:cubicBezTo>
                  <a:cubicBezTo>
                    <a:pt x="2277" y="13415"/>
                    <a:pt x="2277" y="13437"/>
                    <a:pt x="2277" y="13460"/>
                  </a:cubicBezTo>
                  <a:cubicBezTo>
                    <a:pt x="2365" y="13460"/>
                    <a:pt x="2454" y="13460"/>
                    <a:pt x="2545" y="13460"/>
                  </a:cubicBezTo>
                  <a:cubicBezTo>
                    <a:pt x="2545" y="13482"/>
                    <a:pt x="2545" y="13504"/>
                    <a:pt x="2545" y="13527"/>
                  </a:cubicBezTo>
                  <a:cubicBezTo>
                    <a:pt x="2633" y="13527"/>
                    <a:pt x="2721" y="13527"/>
                    <a:pt x="2812" y="13527"/>
                  </a:cubicBezTo>
                  <a:cubicBezTo>
                    <a:pt x="2812" y="13549"/>
                    <a:pt x="2812" y="13571"/>
                    <a:pt x="2812" y="13594"/>
                  </a:cubicBezTo>
                  <a:cubicBezTo>
                    <a:pt x="2923" y="13594"/>
                    <a:pt x="3033" y="13594"/>
                    <a:pt x="3147" y="13594"/>
                  </a:cubicBezTo>
                  <a:cubicBezTo>
                    <a:pt x="3147" y="13616"/>
                    <a:pt x="3147" y="13638"/>
                    <a:pt x="3147" y="13661"/>
                  </a:cubicBezTo>
                  <a:cubicBezTo>
                    <a:pt x="3280" y="13661"/>
                    <a:pt x="3412" y="13661"/>
                    <a:pt x="3549" y="13661"/>
                  </a:cubicBezTo>
                  <a:cubicBezTo>
                    <a:pt x="3549" y="13683"/>
                    <a:pt x="3549" y="13705"/>
                    <a:pt x="3549" y="13728"/>
                  </a:cubicBezTo>
                  <a:cubicBezTo>
                    <a:pt x="3704" y="13728"/>
                    <a:pt x="3858" y="13728"/>
                    <a:pt x="4018" y="13728"/>
                  </a:cubicBezTo>
                  <a:cubicBezTo>
                    <a:pt x="4018" y="13750"/>
                    <a:pt x="4018" y="13772"/>
                    <a:pt x="4018" y="13795"/>
                  </a:cubicBezTo>
                  <a:cubicBezTo>
                    <a:pt x="4261" y="13795"/>
                    <a:pt x="4504" y="13795"/>
                    <a:pt x="4754" y="13795"/>
                  </a:cubicBezTo>
                  <a:cubicBezTo>
                    <a:pt x="4754" y="13817"/>
                    <a:pt x="4754" y="13839"/>
                    <a:pt x="4754" y="13862"/>
                  </a:cubicBezTo>
                  <a:cubicBezTo>
                    <a:pt x="5616" y="13862"/>
                    <a:pt x="6478" y="13862"/>
                    <a:pt x="7366" y="13862"/>
                  </a:cubicBezTo>
                  <a:cubicBezTo>
                    <a:pt x="7366" y="13840"/>
                    <a:pt x="7366" y="13817"/>
                    <a:pt x="7366" y="13795"/>
                  </a:cubicBezTo>
                  <a:cubicBezTo>
                    <a:pt x="7587" y="13795"/>
                    <a:pt x="7808" y="13795"/>
                    <a:pt x="8036" y="13795"/>
                  </a:cubicBezTo>
                  <a:cubicBezTo>
                    <a:pt x="8036" y="13773"/>
                    <a:pt x="8036" y="13750"/>
                    <a:pt x="8036" y="13728"/>
                  </a:cubicBezTo>
                  <a:cubicBezTo>
                    <a:pt x="8213" y="13728"/>
                    <a:pt x="8389" y="13728"/>
                    <a:pt x="8571" y="13728"/>
                  </a:cubicBezTo>
                  <a:cubicBezTo>
                    <a:pt x="8571" y="13706"/>
                    <a:pt x="8571" y="13683"/>
                    <a:pt x="8571" y="13661"/>
                  </a:cubicBezTo>
                  <a:cubicBezTo>
                    <a:pt x="8682" y="13661"/>
                    <a:pt x="8792" y="13661"/>
                    <a:pt x="8906" y="13661"/>
                  </a:cubicBezTo>
                  <a:cubicBezTo>
                    <a:pt x="8906" y="13639"/>
                    <a:pt x="8906" y="13617"/>
                    <a:pt x="8906" y="13594"/>
                  </a:cubicBezTo>
                  <a:cubicBezTo>
                    <a:pt x="9017" y="13594"/>
                    <a:pt x="9127" y="13594"/>
                    <a:pt x="9241" y="13594"/>
                  </a:cubicBezTo>
                  <a:cubicBezTo>
                    <a:pt x="9241" y="13572"/>
                    <a:pt x="9241" y="13550"/>
                    <a:pt x="9241" y="13527"/>
                  </a:cubicBezTo>
                  <a:cubicBezTo>
                    <a:pt x="9329" y="13527"/>
                    <a:pt x="9418" y="13527"/>
                    <a:pt x="9509" y="13527"/>
                  </a:cubicBezTo>
                  <a:cubicBezTo>
                    <a:pt x="9509" y="13505"/>
                    <a:pt x="9509" y="13483"/>
                    <a:pt x="9509" y="13460"/>
                  </a:cubicBezTo>
                  <a:cubicBezTo>
                    <a:pt x="9597" y="13460"/>
                    <a:pt x="9686" y="13460"/>
                    <a:pt x="9777" y="13460"/>
                  </a:cubicBezTo>
                  <a:cubicBezTo>
                    <a:pt x="9777" y="13438"/>
                    <a:pt x="9777" y="13416"/>
                    <a:pt x="9777" y="13393"/>
                  </a:cubicBezTo>
                  <a:cubicBezTo>
                    <a:pt x="9843" y="13393"/>
                    <a:pt x="9909" y="13393"/>
                    <a:pt x="9978" y="13393"/>
                  </a:cubicBezTo>
                  <a:cubicBezTo>
                    <a:pt x="9978" y="13371"/>
                    <a:pt x="9978" y="13349"/>
                    <a:pt x="9978" y="13326"/>
                  </a:cubicBezTo>
                  <a:cubicBezTo>
                    <a:pt x="10066" y="13326"/>
                    <a:pt x="10154" y="13326"/>
                    <a:pt x="10246" y="13326"/>
                  </a:cubicBezTo>
                  <a:cubicBezTo>
                    <a:pt x="10246" y="13304"/>
                    <a:pt x="10246" y="13282"/>
                    <a:pt x="10246" y="13259"/>
                  </a:cubicBezTo>
                  <a:cubicBezTo>
                    <a:pt x="10290" y="13259"/>
                    <a:pt x="10334" y="13259"/>
                    <a:pt x="10379" y="13259"/>
                  </a:cubicBezTo>
                  <a:cubicBezTo>
                    <a:pt x="10379" y="13237"/>
                    <a:pt x="10379" y="13215"/>
                    <a:pt x="10379" y="13192"/>
                  </a:cubicBezTo>
                  <a:cubicBezTo>
                    <a:pt x="10446" y="13192"/>
                    <a:pt x="10512" y="13192"/>
                    <a:pt x="10580" y="13192"/>
                  </a:cubicBezTo>
                  <a:cubicBezTo>
                    <a:pt x="10580" y="13170"/>
                    <a:pt x="10580" y="13148"/>
                    <a:pt x="10580" y="13125"/>
                  </a:cubicBezTo>
                  <a:cubicBezTo>
                    <a:pt x="10625" y="13125"/>
                    <a:pt x="10669" y="13125"/>
                    <a:pt x="10714" y="13125"/>
                  </a:cubicBezTo>
                  <a:cubicBezTo>
                    <a:pt x="10714" y="13103"/>
                    <a:pt x="10714" y="13081"/>
                    <a:pt x="10714" y="13058"/>
                  </a:cubicBezTo>
                  <a:cubicBezTo>
                    <a:pt x="10758" y="13058"/>
                    <a:pt x="10803" y="13058"/>
                    <a:pt x="10848" y="13058"/>
                  </a:cubicBezTo>
                  <a:cubicBezTo>
                    <a:pt x="10848" y="13036"/>
                    <a:pt x="10848" y="13014"/>
                    <a:pt x="10848" y="12991"/>
                  </a:cubicBezTo>
                  <a:cubicBezTo>
                    <a:pt x="10892" y="12991"/>
                    <a:pt x="10937" y="12991"/>
                    <a:pt x="10982" y="12991"/>
                  </a:cubicBezTo>
                  <a:cubicBezTo>
                    <a:pt x="10982" y="12969"/>
                    <a:pt x="10982" y="12947"/>
                    <a:pt x="10982" y="12924"/>
                  </a:cubicBezTo>
                  <a:cubicBezTo>
                    <a:pt x="11026" y="12924"/>
                    <a:pt x="11071" y="12924"/>
                    <a:pt x="11116" y="12924"/>
                  </a:cubicBezTo>
                  <a:cubicBezTo>
                    <a:pt x="11116" y="12902"/>
                    <a:pt x="11116" y="12880"/>
                    <a:pt x="11116" y="12857"/>
                  </a:cubicBezTo>
                  <a:cubicBezTo>
                    <a:pt x="11138" y="12857"/>
                    <a:pt x="11160" y="12857"/>
                    <a:pt x="11183" y="12857"/>
                  </a:cubicBezTo>
                  <a:cubicBezTo>
                    <a:pt x="11183" y="12835"/>
                    <a:pt x="11183" y="12813"/>
                    <a:pt x="11183" y="12790"/>
                  </a:cubicBezTo>
                  <a:cubicBezTo>
                    <a:pt x="11205" y="12790"/>
                    <a:pt x="11227" y="12790"/>
                    <a:pt x="11250" y="12790"/>
                  </a:cubicBezTo>
                  <a:cubicBezTo>
                    <a:pt x="11250" y="12768"/>
                    <a:pt x="11250" y="12746"/>
                    <a:pt x="11250" y="12723"/>
                  </a:cubicBezTo>
                  <a:cubicBezTo>
                    <a:pt x="11294" y="12723"/>
                    <a:pt x="11338" y="12723"/>
                    <a:pt x="11384" y="12723"/>
                  </a:cubicBezTo>
                  <a:cubicBezTo>
                    <a:pt x="11384" y="12701"/>
                    <a:pt x="11384" y="12679"/>
                    <a:pt x="11384" y="12656"/>
                  </a:cubicBezTo>
                  <a:cubicBezTo>
                    <a:pt x="11406" y="12656"/>
                    <a:pt x="11428" y="12656"/>
                    <a:pt x="11451" y="12656"/>
                  </a:cubicBezTo>
                  <a:cubicBezTo>
                    <a:pt x="11451" y="12634"/>
                    <a:pt x="11451" y="12612"/>
                    <a:pt x="11451" y="12589"/>
                  </a:cubicBezTo>
                  <a:cubicBezTo>
                    <a:pt x="11473" y="12589"/>
                    <a:pt x="11495" y="12589"/>
                    <a:pt x="11518" y="12589"/>
                  </a:cubicBezTo>
                  <a:cubicBezTo>
                    <a:pt x="11518" y="12545"/>
                    <a:pt x="11518" y="12501"/>
                    <a:pt x="11518" y="12455"/>
                  </a:cubicBezTo>
                  <a:cubicBezTo>
                    <a:pt x="11540" y="12455"/>
                    <a:pt x="11562" y="12455"/>
                    <a:pt x="11585" y="12455"/>
                  </a:cubicBezTo>
                  <a:cubicBezTo>
                    <a:pt x="11585" y="12433"/>
                    <a:pt x="11585" y="12411"/>
                    <a:pt x="11585" y="12388"/>
                  </a:cubicBezTo>
                  <a:cubicBezTo>
                    <a:pt x="11607" y="12388"/>
                    <a:pt x="11629" y="12388"/>
                    <a:pt x="11652" y="12388"/>
                  </a:cubicBezTo>
                  <a:cubicBezTo>
                    <a:pt x="11652" y="11460"/>
                    <a:pt x="11652" y="10532"/>
                    <a:pt x="11652" y="9576"/>
                  </a:cubicBezTo>
                  <a:cubicBezTo>
                    <a:pt x="11608" y="9576"/>
                    <a:pt x="11563" y="9576"/>
                    <a:pt x="11518" y="9576"/>
                  </a:cubicBezTo>
                  <a:cubicBezTo>
                    <a:pt x="11518" y="9598"/>
                    <a:pt x="11518" y="9620"/>
                    <a:pt x="11518" y="9643"/>
                  </a:cubicBezTo>
                  <a:cubicBezTo>
                    <a:pt x="11496" y="9643"/>
                    <a:pt x="11474" y="9643"/>
                    <a:pt x="11451" y="9643"/>
                  </a:cubicBezTo>
                  <a:cubicBezTo>
                    <a:pt x="11451" y="9665"/>
                    <a:pt x="11451" y="9687"/>
                    <a:pt x="11451" y="9710"/>
                  </a:cubicBezTo>
                  <a:cubicBezTo>
                    <a:pt x="11407" y="9710"/>
                    <a:pt x="11362" y="9710"/>
                    <a:pt x="11317" y="9710"/>
                  </a:cubicBezTo>
                  <a:cubicBezTo>
                    <a:pt x="11317" y="9732"/>
                    <a:pt x="11317" y="9754"/>
                    <a:pt x="11317" y="9777"/>
                  </a:cubicBezTo>
                  <a:cubicBezTo>
                    <a:pt x="11273" y="9777"/>
                    <a:pt x="11229" y="9777"/>
                    <a:pt x="11183" y="9777"/>
                  </a:cubicBezTo>
                  <a:cubicBezTo>
                    <a:pt x="11183" y="9799"/>
                    <a:pt x="11183" y="9821"/>
                    <a:pt x="11183" y="9844"/>
                  </a:cubicBezTo>
                  <a:cubicBezTo>
                    <a:pt x="11161" y="9844"/>
                    <a:pt x="11139" y="9844"/>
                    <a:pt x="11116" y="9844"/>
                  </a:cubicBezTo>
                  <a:cubicBezTo>
                    <a:pt x="11116" y="9866"/>
                    <a:pt x="11116" y="9888"/>
                    <a:pt x="11116" y="9911"/>
                  </a:cubicBezTo>
                  <a:cubicBezTo>
                    <a:pt x="11072" y="9911"/>
                    <a:pt x="11028" y="9911"/>
                    <a:pt x="10982" y="9911"/>
                  </a:cubicBezTo>
                  <a:cubicBezTo>
                    <a:pt x="10982" y="9933"/>
                    <a:pt x="10982" y="9955"/>
                    <a:pt x="10982" y="9978"/>
                  </a:cubicBezTo>
                  <a:cubicBezTo>
                    <a:pt x="10938" y="9978"/>
                    <a:pt x="10894" y="9978"/>
                    <a:pt x="10848" y="9978"/>
                  </a:cubicBezTo>
                  <a:cubicBezTo>
                    <a:pt x="10848" y="10000"/>
                    <a:pt x="10848" y="10022"/>
                    <a:pt x="10848" y="10045"/>
                  </a:cubicBezTo>
                  <a:cubicBezTo>
                    <a:pt x="10804" y="10045"/>
                    <a:pt x="10760" y="10045"/>
                    <a:pt x="10714" y="10045"/>
                  </a:cubicBezTo>
                  <a:cubicBezTo>
                    <a:pt x="10714" y="10067"/>
                    <a:pt x="10714" y="10089"/>
                    <a:pt x="10714" y="10112"/>
                  </a:cubicBezTo>
                  <a:cubicBezTo>
                    <a:pt x="10670" y="10112"/>
                    <a:pt x="10626" y="10112"/>
                    <a:pt x="10580" y="10112"/>
                  </a:cubicBezTo>
                  <a:cubicBezTo>
                    <a:pt x="10580" y="10134"/>
                    <a:pt x="10580" y="10156"/>
                    <a:pt x="10580" y="10179"/>
                  </a:cubicBezTo>
                  <a:cubicBezTo>
                    <a:pt x="10514" y="10179"/>
                    <a:pt x="10448" y="10179"/>
                    <a:pt x="10379" y="10179"/>
                  </a:cubicBezTo>
                  <a:cubicBezTo>
                    <a:pt x="10379" y="10201"/>
                    <a:pt x="10379" y="10223"/>
                    <a:pt x="10379" y="10246"/>
                  </a:cubicBezTo>
                  <a:cubicBezTo>
                    <a:pt x="10313" y="10246"/>
                    <a:pt x="10247" y="10246"/>
                    <a:pt x="10179" y="10246"/>
                  </a:cubicBezTo>
                  <a:cubicBezTo>
                    <a:pt x="10179" y="10268"/>
                    <a:pt x="10179" y="10290"/>
                    <a:pt x="10179" y="10312"/>
                  </a:cubicBezTo>
                  <a:cubicBezTo>
                    <a:pt x="10112" y="10312"/>
                    <a:pt x="10046" y="10312"/>
                    <a:pt x="9978" y="10312"/>
                  </a:cubicBezTo>
                  <a:cubicBezTo>
                    <a:pt x="9978" y="10335"/>
                    <a:pt x="9978" y="10357"/>
                    <a:pt x="9978" y="10379"/>
                  </a:cubicBezTo>
                  <a:cubicBezTo>
                    <a:pt x="9911" y="10379"/>
                    <a:pt x="9845" y="10379"/>
                    <a:pt x="9777" y="10379"/>
                  </a:cubicBezTo>
                  <a:cubicBezTo>
                    <a:pt x="9777" y="10402"/>
                    <a:pt x="9777" y="10424"/>
                    <a:pt x="9777" y="10446"/>
                  </a:cubicBezTo>
                  <a:cubicBezTo>
                    <a:pt x="9688" y="10446"/>
                    <a:pt x="9600" y="10446"/>
                    <a:pt x="9509" y="10446"/>
                  </a:cubicBezTo>
                  <a:cubicBezTo>
                    <a:pt x="9509" y="10469"/>
                    <a:pt x="9509" y="10491"/>
                    <a:pt x="9509" y="10513"/>
                  </a:cubicBezTo>
                  <a:cubicBezTo>
                    <a:pt x="9398" y="10513"/>
                    <a:pt x="9288" y="10513"/>
                    <a:pt x="9174" y="10513"/>
                  </a:cubicBezTo>
                  <a:cubicBezTo>
                    <a:pt x="9174" y="10535"/>
                    <a:pt x="9174" y="10558"/>
                    <a:pt x="9174" y="10580"/>
                  </a:cubicBezTo>
                  <a:cubicBezTo>
                    <a:pt x="9042" y="10580"/>
                    <a:pt x="8909" y="10580"/>
                    <a:pt x="8772" y="10580"/>
                  </a:cubicBezTo>
                  <a:cubicBezTo>
                    <a:pt x="8772" y="10602"/>
                    <a:pt x="8772" y="10625"/>
                    <a:pt x="8772" y="10647"/>
                  </a:cubicBezTo>
                  <a:cubicBezTo>
                    <a:pt x="8640" y="10647"/>
                    <a:pt x="8507" y="10647"/>
                    <a:pt x="8371" y="10647"/>
                  </a:cubicBezTo>
                  <a:cubicBezTo>
                    <a:pt x="8371" y="10669"/>
                    <a:pt x="8371" y="10692"/>
                    <a:pt x="8371" y="10714"/>
                  </a:cubicBezTo>
                  <a:cubicBezTo>
                    <a:pt x="8216" y="10714"/>
                    <a:pt x="8061" y="10714"/>
                    <a:pt x="7902" y="10714"/>
                  </a:cubicBezTo>
                  <a:cubicBezTo>
                    <a:pt x="7902" y="10736"/>
                    <a:pt x="7902" y="10758"/>
                    <a:pt x="7902" y="10781"/>
                  </a:cubicBezTo>
                  <a:cubicBezTo>
                    <a:pt x="7592" y="10781"/>
                    <a:pt x="7283" y="10781"/>
                    <a:pt x="6964" y="10781"/>
                  </a:cubicBezTo>
                  <a:cubicBezTo>
                    <a:pt x="6964" y="10803"/>
                    <a:pt x="6964" y="10825"/>
                    <a:pt x="6964" y="10848"/>
                  </a:cubicBezTo>
                  <a:cubicBezTo>
                    <a:pt x="6346" y="10848"/>
                    <a:pt x="5727" y="10848"/>
                    <a:pt x="5089" y="10848"/>
                  </a:cubicBezTo>
                  <a:cubicBezTo>
                    <a:pt x="5089" y="10826"/>
                    <a:pt x="5089" y="10804"/>
                    <a:pt x="5089" y="10781"/>
                  </a:cubicBezTo>
                  <a:cubicBezTo>
                    <a:pt x="4802" y="10781"/>
                    <a:pt x="4515" y="10781"/>
                    <a:pt x="4219" y="10781"/>
                  </a:cubicBezTo>
                  <a:cubicBezTo>
                    <a:pt x="4219" y="10759"/>
                    <a:pt x="4219" y="10737"/>
                    <a:pt x="4219" y="10714"/>
                  </a:cubicBezTo>
                  <a:cubicBezTo>
                    <a:pt x="4042" y="10714"/>
                    <a:pt x="3865" y="10714"/>
                    <a:pt x="3683" y="10714"/>
                  </a:cubicBezTo>
                  <a:cubicBezTo>
                    <a:pt x="3683" y="10692"/>
                    <a:pt x="3683" y="10670"/>
                    <a:pt x="3683" y="10647"/>
                  </a:cubicBezTo>
                  <a:cubicBezTo>
                    <a:pt x="3528" y="10647"/>
                    <a:pt x="3374" y="10647"/>
                    <a:pt x="3214" y="10647"/>
                  </a:cubicBezTo>
                  <a:cubicBezTo>
                    <a:pt x="3214" y="10625"/>
                    <a:pt x="3214" y="10603"/>
                    <a:pt x="3214" y="10580"/>
                  </a:cubicBezTo>
                  <a:cubicBezTo>
                    <a:pt x="3104" y="10580"/>
                    <a:pt x="2993" y="10580"/>
                    <a:pt x="2879" y="10580"/>
                  </a:cubicBezTo>
                  <a:cubicBezTo>
                    <a:pt x="2879" y="10558"/>
                    <a:pt x="2879" y="10536"/>
                    <a:pt x="2879" y="10513"/>
                  </a:cubicBezTo>
                  <a:cubicBezTo>
                    <a:pt x="2769" y="10513"/>
                    <a:pt x="2658" y="10513"/>
                    <a:pt x="2545" y="10513"/>
                  </a:cubicBezTo>
                  <a:cubicBezTo>
                    <a:pt x="2545" y="10491"/>
                    <a:pt x="2545" y="10469"/>
                    <a:pt x="2545" y="10446"/>
                  </a:cubicBezTo>
                  <a:cubicBezTo>
                    <a:pt x="2478" y="10446"/>
                    <a:pt x="2412" y="10446"/>
                    <a:pt x="2344" y="10446"/>
                  </a:cubicBezTo>
                  <a:cubicBezTo>
                    <a:pt x="2344" y="10424"/>
                    <a:pt x="2344" y="10402"/>
                    <a:pt x="2344" y="10379"/>
                  </a:cubicBezTo>
                  <a:cubicBezTo>
                    <a:pt x="2255" y="10379"/>
                    <a:pt x="2167" y="10379"/>
                    <a:pt x="2076" y="10379"/>
                  </a:cubicBezTo>
                  <a:cubicBezTo>
                    <a:pt x="2076" y="10357"/>
                    <a:pt x="2076" y="10335"/>
                    <a:pt x="2076" y="10312"/>
                  </a:cubicBezTo>
                  <a:cubicBezTo>
                    <a:pt x="2010" y="10312"/>
                    <a:pt x="1943" y="10312"/>
                    <a:pt x="1875" y="10312"/>
                  </a:cubicBezTo>
                  <a:cubicBezTo>
                    <a:pt x="1875" y="10290"/>
                    <a:pt x="1875" y="10268"/>
                    <a:pt x="1875" y="10246"/>
                  </a:cubicBezTo>
                  <a:cubicBezTo>
                    <a:pt x="1809" y="10246"/>
                    <a:pt x="1742" y="10246"/>
                    <a:pt x="1674" y="10246"/>
                  </a:cubicBezTo>
                  <a:cubicBezTo>
                    <a:pt x="1674" y="10223"/>
                    <a:pt x="1674" y="10201"/>
                    <a:pt x="1674" y="10179"/>
                  </a:cubicBezTo>
                  <a:cubicBezTo>
                    <a:pt x="1608" y="10179"/>
                    <a:pt x="1542" y="10179"/>
                    <a:pt x="1473" y="10179"/>
                  </a:cubicBezTo>
                  <a:cubicBezTo>
                    <a:pt x="1473" y="10156"/>
                    <a:pt x="1473" y="10134"/>
                    <a:pt x="1473" y="10112"/>
                  </a:cubicBezTo>
                  <a:cubicBezTo>
                    <a:pt x="1429" y="10112"/>
                    <a:pt x="1385" y="10112"/>
                    <a:pt x="1339" y="10112"/>
                  </a:cubicBezTo>
                  <a:cubicBezTo>
                    <a:pt x="1339" y="10090"/>
                    <a:pt x="1339" y="10067"/>
                    <a:pt x="1339" y="10045"/>
                  </a:cubicBezTo>
                  <a:cubicBezTo>
                    <a:pt x="1273" y="10045"/>
                    <a:pt x="1207" y="10045"/>
                    <a:pt x="1138" y="10045"/>
                  </a:cubicBezTo>
                  <a:cubicBezTo>
                    <a:pt x="1138" y="10023"/>
                    <a:pt x="1138" y="10000"/>
                    <a:pt x="1138" y="9978"/>
                  </a:cubicBezTo>
                  <a:cubicBezTo>
                    <a:pt x="1094" y="9978"/>
                    <a:pt x="1050" y="9978"/>
                    <a:pt x="1004" y="9978"/>
                  </a:cubicBezTo>
                  <a:cubicBezTo>
                    <a:pt x="1004" y="9956"/>
                    <a:pt x="1004" y="9933"/>
                    <a:pt x="1004" y="9911"/>
                  </a:cubicBezTo>
                  <a:cubicBezTo>
                    <a:pt x="982" y="9911"/>
                    <a:pt x="960" y="9911"/>
                    <a:pt x="938" y="9911"/>
                  </a:cubicBezTo>
                  <a:cubicBezTo>
                    <a:pt x="938" y="9889"/>
                    <a:pt x="938" y="9867"/>
                    <a:pt x="938" y="9844"/>
                  </a:cubicBezTo>
                  <a:cubicBezTo>
                    <a:pt x="893" y="9844"/>
                    <a:pt x="849" y="9844"/>
                    <a:pt x="804" y="9844"/>
                  </a:cubicBezTo>
                  <a:cubicBezTo>
                    <a:pt x="804" y="9822"/>
                    <a:pt x="804" y="9800"/>
                    <a:pt x="804" y="9777"/>
                  </a:cubicBezTo>
                  <a:cubicBezTo>
                    <a:pt x="759" y="9777"/>
                    <a:pt x="715" y="9777"/>
                    <a:pt x="670" y="9777"/>
                  </a:cubicBezTo>
                  <a:cubicBezTo>
                    <a:pt x="670" y="9755"/>
                    <a:pt x="670" y="9733"/>
                    <a:pt x="670" y="9710"/>
                  </a:cubicBezTo>
                  <a:cubicBezTo>
                    <a:pt x="648" y="9710"/>
                    <a:pt x="625" y="9710"/>
                    <a:pt x="603" y="9710"/>
                  </a:cubicBezTo>
                  <a:cubicBezTo>
                    <a:pt x="603" y="9688"/>
                    <a:pt x="603" y="9666"/>
                    <a:pt x="603" y="9643"/>
                  </a:cubicBezTo>
                  <a:cubicBezTo>
                    <a:pt x="581" y="9643"/>
                    <a:pt x="558" y="9643"/>
                    <a:pt x="536" y="9643"/>
                  </a:cubicBezTo>
                  <a:cubicBezTo>
                    <a:pt x="536" y="9621"/>
                    <a:pt x="536" y="9599"/>
                    <a:pt x="536" y="9576"/>
                  </a:cubicBezTo>
                  <a:cubicBezTo>
                    <a:pt x="469" y="9576"/>
                    <a:pt x="403" y="9576"/>
                    <a:pt x="335" y="9576"/>
                  </a:cubicBezTo>
                  <a:close/>
                </a:path>
              </a:pathLst>
            </a:custGeom>
            <a:solidFill>
              <a:srgbClr val="251047"/>
            </a:solidFill>
            <a:ln w="425" cap="flat">
              <a:noFill/>
            </a:ln>
          </p:spPr>
        </p:sp>
        <p:sp>
          <p:nvSpPr>
            <p:cNvPr id="1721" name="ICON_HARNESS_DATA_path_005"/>
            <p:cNvSpPr/>
            <p:nvPr/>
          </p:nvSpPr>
          <p:spPr>
            <a:xfrm>
              <a:off x="3035243" y="6446667"/>
              <a:ext cx="142875" cy="40821"/>
            </a:xfrm>
            <a:custGeom>
              <a:avLst/>
              <a:gdLst/>
              <a:ahLst/>
              <a:cxnLst/>
              <a:rect l="0" t="0" r="r" b="b"/>
              <a:pathLst>
                <a:path w="11250" h="3214" fill="norm" stroke="0">
                  <a:moveTo>
                    <a:pt x="4152" y="0"/>
                  </a:moveTo>
                  <a:cubicBezTo>
                    <a:pt x="5102" y="0"/>
                    <a:pt x="6052" y="0"/>
                    <a:pt x="7031" y="0"/>
                  </a:cubicBezTo>
                  <a:cubicBezTo>
                    <a:pt x="7031" y="22"/>
                    <a:pt x="7031" y="44"/>
                    <a:pt x="7031" y="67"/>
                  </a:cubicBezTo>
                  <a:cubicBezTo>
                    <a:pt x="7252" y="67"/>
                    <a:pt x="7473" y="67"/>
                    <a:pt x="7701" y="67"/>
                  </a:cubicBezTo>
                  <a:cubicBezTo>
                    <a:pt x="7701" y="89"/>
                    <a:pt x="7701" y="111"/>
                    <a:pt x="7701" y="134"/>
                  </a:cubicBezTo>
                  <a:cubicBezTo>
                    <a:pt x="7856" y="134"/>
                    <a:pt x="8010" y="134"/>
                    <a:pt x="8170" y="134"/>
                  </a:cubicBezTo>
                  <a:cubicBezTo>
                    <a:pt x="8170" y="156"/>
                    <a:pt x="8170" y="178"/>
                    <a:pt x="8170" y="201"/>
                  </a:cubicBezTo>
                  <a:cubicBezTo>
                    <a:pt x="8302" y="201"/>
                    <a:pt x="8435" y="201"/>
                    <a:pt x="8571" y="201"/>
                  </a:cubicBezTo>
                  <a:cubicBezTo>
                    <a:pt x="8571" y="223"/>
                    <a:pt x="8571" y="245"/>
                    <a:pt x="8571" y="268"/>
                  </a:cubicBezTo>
                  <a:cubicBezTo>
                    <a:pt x="8682" y="268"/>
                    <a:pt x="8792" y="268"/>
                    <a:pt x="8906" y="268"/>
                  </a:cubicBezTo>
                  <a:cubicBezTo>
                    <a:pt x="8906" y="290"/>
                    <a:pt x="8906" y="312"/>
                    <a:pt x="8906" y="335"/>
                  </a:cubicBezTo>
                  <a:cubicBezTo>
                    <a:pt x="8995" y="335"/>
                    <a:pt x="9083" y="335"/>
                    <a:pt x="9174" y="335"/>
                  </a:cubicBezTo>
                  <a:cubicBezTo>
                    <a:pt x="9174" y="357"/>
                    <a:pt x="9174" y="379"/>
                    <a:pt x="9174" y="402"/>
                  </a:cubicBezTo>
                  <a:cubicBezTo>
                    <a:pt x="9263" y="402"/>
                    <a:pt x="9351" y="402"/>
                    <a:pt x="9442" y="402"/>
                  </a:cubicBezTo>
                  <a:cubicBezTo>
                    <a:pt x="9442" y="424"/>
                    <a:pt x="9442" y="446"/>
                    <a:pt x="9442" y="469"/>
                  </a:cubicBezTo>
                  <a:cubicBezTo>
                    <a:pt x="9530" y="469"/>
                    <a:pt x="9619" y="469"/>
                    <a:pt x="9710" y="469"/>
                  </a:cubicBezTo>
                  <a:cubicBezTo>
                    <a:pt x="9710" y="491"/>
                    <a:pt x="9710" y="513"/>
                    <a:pt x="9710" y="536"/>
                  </a:cubicBezTo>
                  <a:cubicBezTo>
                    <a:pt x="9776" y="536"/>
                    <a:pt x="9842" y="536"/>
                    <a:pt x="9911" y="536"/>
                  </a:cubicBezTo>
                  <a:cubicBezTo>
                    <a:pt x="9911" y="558"/>
                    <a:pt x="9911" y="580"/>
                    <a:pt x="9911" y="603"/>
                  </a:cubicBezTo>
                  <a:cubicBezTo>
                    <a:pt x="9955" y="603"/>
                    <a:pt x="9999" y="603"/>
                    <a:pt x="10045" y="603"/>
                  </a:cubicBezTo>
                  <a:cubicBezTo>
                    <a:pt x="10045" y="625"/>
                    <a:pt x="10045" y="647"/>
                    <a:pt x="10045" y="670"/>
                  </a:cubicBezTo>
                  <a:cubicBezTo>
                    <a:pt x="10111" y="670"/>
                    <a:pt x="10177" y="670"/>
                    <a:pt x="10246" y="670"/>
                  </a:cubicBezTo>
                  <a:cubicBezTo>
                    <a:pt x="10246" y="692"/>
                    <a:pt x="10246" y="714"/>
                    <a:pt x="10246" y="737"/>
                  </a:cubicBezTo>
                  <a:cubicBezTo>
                    <a:pt x="10290" y="737"/>
                    <a:pt x="10334" y="737"/>
                    <a:pt x="10379" y="737"/>
                  </a:cubicBezTo>
                  <a:cubicBezTo>
                    <a:pt x="10379" y="759"/>
                    <a:pt x="10379" y="781"/>
                    <a:pt x="10379" y="804"/>
                  </a:cubicBezTo>
                  <a:cubicBezTo>
                    <a:pt x="10424" y="804"/>
                    <a:pt x="10468" y="804"/>
                    <a:pt x="10513" y="804"/>
                  </a:cubicBezTo>
                  <a:cubicBezTo>
                    <a:pt x="10513" y="826"/>
                    <a:pt x="10513" y="848"/>
                    <a:pt x="10513" y="871"/>
                  </a:cubicBezTo>
                  <a:cubicBezTo>
                    <a:pt x="10558" y="871"/>
                    <a:pt x="10602" y="871"/>
                    <a:pt x="10647" y="871"/>
                  </a:cubicBezTo>
                  <a:cubicBezTo>
                    <a:pt x="10647" y="893"/>
                    <a:pt x="10647" y="915"/>
                    <a:pt x="10647" y="938"/>
                  </a:cubicBezTo>
                  <a:cubicBezTo>
                    <a:pt x="10692" y="938"/>
                    <a:pt x="10736" y="938"/>
                    <a:pt x="10781" y="938"/>
                  </a:cubicBezTo>
                  <a:cubicBezTo>
                    <a:pt x="10781" y="960"/>
                    <a:pt x="10781" y="982"/>
                    <a:pt x="10781" y="1004"/>
                  </a:cubicBezTo>
                  <a:cubicBezTo>
                    <a:pt x="10803" y="1004"/>
                    <a:pt x="10825" y="1004"/>
                    <a:pt x="10848" y="1004"/>
                  </a:cubicBezTo>
                  <a:cubicBezTo>
                    <a:pt x="10848" y="1027"/>
                    <a:pt x="10848" y="1049"/>
                    <a:pt x="10848" y="1071"/>
                  </a:cubicBezTo>
                  <a:cubicBezTo>
                    <a:pt x="10870" y="1071"/>
                    <a:pt x="10892" y="1071"/>
                    <a:pt x="10915" y="1071"/>
                  </a:cubicBezTo>
                  <a:cubicBezTo>
                    <a:pt x="10915" y="1094"/>
                    <a:pt x="10915" y="1116"/>
                    <a:pt x="10915" y="1138"/>
                  </a:cubicBezTo>
                  <a:cubicBezTo>
                    <a:pt x="10937" y="1138"/>
                    <a:pt x="10959" y="1138"/>
                    <a:pt x="10982" y="1138"/>
                  </a:cubicBezTo>
                  <a:cubicBezTo>
                    <a:pt x="10982" y="1160"/>
                    <a:pt x="10982" y="1183"/>
                    <a:pt x="10982" y="1205"/>
                  </a:cubicBezTo>
                  <a:cubicBezTo>
                    <a:pt x="11004" y="1205"/>
                    <a:pt x="11026" y="1205"/>
                    <a:pt x="11049" y="1205"/>
                  </a:cubicBezTo>
                  <a:cubicBezTo>
                    <a:pt x="11049" y="1227"/>
                    <a:pt x="11049" y="1250"/>
                    <a:pt x="11049" y="1272"/>
                  </a:cubicBezTo>
                  <a:cubicBezTo>
                    <a:pt x="11071" y="1272"/>
                    <a:pt x="11093" y="1272"/>
                    <a:pt x="11116" y="1272"/>
                  </a:cubicBezTo>
                  <a:cubicBezTo>
                    <a:pt x="11116" y="1294"/>
                    <a:pt x="11116" y="1317"/>
                    <a:pt x="11116" y="1339"/>
                  </a:cubicBezTo>
                  <a:cubicBezTo>
                    <a:pt x="11138" y="1339"/>
                    <a:pt x="11160" y="1339"/>
                    <a:pt x="11183" y="1339"/>
                  </a:cubicBezTo>
                  <a:cubicBezTo>
                    <a:pt x="11183" y="1361"/>
                    <a:pt x="11183" y="1383"/>
                    <a:pt x="11183" y="1406"/>
                  </a:cubicBezTo>
                  <a:cubicBezTo>
                    <a:pt x="11205" y="1406"/>
                    <a:pt x="11227" y="1406"/>
                    <a:pt x="11250" y="1406"/>
                  </a:cubicBezTo>
                  <a:cubicBezTo>
                    <a:pt x="11250" y="1539"/>
                    <a:pt x="11250" y="1671"/>
                    <a:pt x="11250" y="1808"/>
                  </a:cubicBezTo>
                  <a:cubicBezTo>
                    <a:pt x="11228" y="1808"/>
                    <a:pt x="11206" y="1808"/>
                    <a:pt x="11183" y="1808"/>
                  </a:cubicBezTo>
                  <a:cubicBezTo>
                    <a:pt x="11183" y="1852"/>
                    <a:pt x="11183" y="1896"/>
                    <a:pt x="11183" y="1942"/>
                  </a:cubicBezTo>
                  <a:cubicBezTo>
                    <a:pt x="11161" y="1942"/>
                    <a:pt x="11139" y="1942"/>
                    <a:pt x="11116" y="1942"/>
                  </a:cubicBezTo>
                  <a:cubicBezTo>
                    <a:pt x="11116" y="1964"/>
                    <a:pt x="11116" y="1986"/>
                    <a:pt x="11116" y="2009"/>
                  </a:cubicBezTo>
                  <a:cubicBezTo>
                    <a:pt x="11094" y="2009"/>
                    <a:pt x="11072" y="2009"/>
                    <a:pt x="11049" y="2009"/>
                  </a:cubicBezTo>
                  <a:cubicBezTo>
                    <a:pt x="11049" y="2031"/>
                    <a:pt x="11049" y="2053"/>
                    <a:pt x="11049" y="2076"/>
                  </a:cubicBezTo>
                  <a:cubicBezTo>
                    <a:pt x="11005" y="2076"/>
                    <a:pt x="10961" y="2076"/>
                    <a:pt x="10915" y="2076"/>
                  </a:cubicBezTo>
                  <a:cubicBezTo>
                    <a:pt x="10915" y="2098"/>
                    <a:pt x="10915" y="2120"/>
                    <a:pt x="10915" y="2143"/>
                  </a:cubicBezTo>
                  <a:cubicBezTo>
                    <a:pt x="10893" y="2143"/>
                    <a:pt x="10871" y="2143"/>
                    <a:pt x="10848" y="2143"/>
                  </a:cubicBezTo>
                  <a:cubicBezTo>
                    <a:pt x="10848" y="2165"/>
                    <a:pt x="10848" y="2187"/>
                    <a:pt x="10848" y="2210"/>
                  </a:cubicBezTo>
                  <a:cubicBezTo>
                    <a:pt x="10826" y="2210"/>
                    <a:pt x="10804" y="2210"/>
                    <a:pt x="10781" y="2210"/>
                  </a:cubicBezTo>
                  <a:cubicBezTo>
                    <a:pt x="10781" y="2232"/>
                    <a:pt x="10781" y="2254"/>
                    <a:pt x="10781" y="2277"/>
                  </a:cubicBezTo>
                  <a:cubicBezTo>
                    <a:pt x="10737" y="2277"/>
                    <a:pt x="10693" y="2277"/>
                    <a:pt x="10647" y="2277"/>
                  </a:cubicBezTo>
                  <a:cubicBezTo>
                    <a:pt x="10647" y="2299"/>
                    <a:pt x="10647" y="2321"/>
                    <a:pt x="10647" y="2344"/>
                  </a:cubicBezTo>
                  <a:cubicBezTo>
                    <a:pt x="10603" y="2344"/>
                    <a:pt x="10559" y="2344"/>
                    <a:pt x="10513" y="2344"/>
                  </a:cubicBezTo>
                  <a:cubicBezTo>
                    <a:pt x="10513" y="2366"/>
                    <a:pt x="10513" y="2388"/>
                    <a:pt x="10513" y="2411"/>
                  </a:cubicBezTo>
                  <a:cubicBezTo>
                    <a:pt x="10469" y="2411"/>
                    <a:pt x="10425" y="2411"/>
                    <a:pt x="10379" y="2411"/>
                  </a:cubicBezTo>
                  <a:cubicBezTo>
                    <a:pt x="10379" y="2433"/>
                    <a:pt x="10379" y="2455"/>
                    <a:pt x="10379" y="2478"/>
                  </a:cubicBezTo>
                  <a:cubicBezTo>
                    <a:pt x="10335" y="2478"/>
                    <a:pt x="10291" y="2478"/>
                    <a:pt x="10246" y="2478"/>
                  </a:cubicBezTo>
                  <a:cubicBezTo>
                    <a:pt x="10246" y="2500"/>
                    <a:pt x="10246" y="2522"/>
                    <a:pt x="10246" y="2545"/>
                  </a:cubicBezTo>
                  <a:cubicBezTo>
                    <a:pt x="10179" y="2545"/>
                    <a:pt x="10113" y="2545"/>
                    <a:pt x="10045" y="2545"/>
                  </a:cubicBezTo>
                  <a:cubicBezTo>
                    <a:pt x="10045" y="2567"/>
                    <a:pt x="10045" y="2589"/>
                    <a:pt x="10045" y="2612"/>
                  </a:cubicBezTo>
                  <a:cubicBezTo>
                    <a:pt x="9978" y="2612"/>
                    <a:pt x="9912" y="2612"/>
                    <a:pt x="9844" y="2612"/>
                  </a:cubicBezTo>
                  <a:cubicBezTo>
                    <a:pt x="9844" y="2634"/>
                    <a:pt x="9844" y="2656"/>
                    <a:pt x="9844" y="2679"/>
                  </a:cubicBezTo>
                  <a:cubicBezTo>
                    <a:pt x="9777" y="2679"/>
                    <a:pt x="9711" y="2679"/>
                    <a:pt x="9643" y="2679"/>
                  </a:cubicBezTo>
                  <a:cubicBezTo>
                    <a:pt x="9643" y="2701"/>
                    <a:pt x="9643" y="2723"/>
                    <a:pt x="9643" y="2746"/>
                  </a:cubicBezTo>
                  <a:cubicBezTo>
                    <a:pt x="9554" y="2746"/>
                    <a:pt x="9466" y="2746"/>
                    <a:pt x="9375" y="2746"/>
                  </a:cubicBezTo>
                  <a:cubicBezTo>
                    <a:pt x="9375" y="2768"/>
                    <a:pt x="9375" y="2790"/>
                    <a:pt x="9375" y="2812"/>
                  </a:cubicBezTo>
                  <a:cubicBezTo>
                    <a:pt x="9287" y="2812"/>
                    <a:pt x="9198" y="2812"/>
                    <a:pt x="9107" y="2812"/>
                  </a:cubicBezTo>
                  <a:cubicBezTo>
                    <a:pt x="9107" y="2835"/>
                    <a:pt x="9107" y="2857"/>
                    <a:pt x="9107" y="2879"/>
                  </a:cubicBezTo>
                  <a:cubicBezTo>
                    <a:pt x="9019" y="2879"/>
                    <a:pt x="8930" y="2879"/>
                    <a:pt x="8839" y="2879"/>
                  </a:cubicBezTo>
                  <a:cubicBezTo>
                    <a:pt x="8839" y="2902"/>
                    <a:pt x="8839" y="2924"/>
                    <a:pt x="8839" y="2946"/>
                  </a:cubicBezTo>
                  <a:cubicBezTo>
                    <a:pt x="8729" y="2946"/>
                    <a:pt x="8618" y="2946"/>
                    <a:pt x="8504" y="2946"/>
                  </a:cubicBezTo>
                  <a:cubicBezTo>
                    <a:pt x="8504" y="2969"/>
                    <a:pt x="8504" y="2991"/>
                    <a:pt x="8504" y="3013"/>
                  </a:cubicBezTo>
                  <a:cubicBezTo>
                    <a:pt x="8350" y="3013"/>
                    <a:pt x="8195" y="3013"/>
                    <a:pt x="8036" y="3013"/>
                  </a:cubicBezTo>
                  <a:cubicBezTo>
                    <a:pt x="8036" y="3035"/>
                    <a:pt x="8036" y="3058"/>
                    <a:pt x="8036" y="3080"/>
                  </a:cubicBezTo>
                  <a:cubicBezTo>
                    <a:pt x="7859" y="3080"/>
                    <a:pt x="7682" y="3080"/>
                    <a:pt x="7500" y="3080"/>
                  </a:cubicBezTo>
                  <a:cubicBezTo>
                    <a:pt x="7500" y="3102"/>
                    <a:pt x="7500" y="3125"/>
                    <a:pt x="7500" y="3147"/>
                  </a:cubicBezTo>
                  <a:cubicBezTo>
                    <a:pt x="7191" y="3147"/>
                    <a:pt x="6881" y="3147"/>
                    <a:pt x="6562" y="3147"/>
                  </a:cubicBezTo>
                  <a:cubicBezTo>
                    <a:pt x="6562" y="3169"/>
                    <a:pt x="6562" y="3192"/>
                    <a:pt x="6562" y="3214"/>
                  </a:cubicBezTo>
                  <a:cubicBezTo>
                    <a:pt x="5966" y="3214"/>
                    <a:pt x="5369" y="3214"/>
                    <a:pt x="4754" y="3214"/>
                  </a:cubicBezTo>
                  <a:cubicBezTo>
                    <a:pt x="4754" y="3192"/>
                    <a:pt x="4754" y="3170"/>
                    <a:pt x="4754" y="3147"/>
                  </a:cubicBezTo>
                  <a:cubicBezTo>
                    <a:pt x="4445" y="3147"/>
                    <a:pt x="4136" y="3147"/>
                    <a:pt x="3817" y="3147"/>
                  </a:cubicBezTo>
                  <a:cubicBezTo>
                    <a:pt x="3817" y="3125"/>
                    <a:pt x="3817" y="3103"/>
                    <a:pt x="3817" y="3080"/>
                  </a:cubicBezTo>
                  <a:cubicBezTo>
                    <a:pt x="3618" y="3080"/>
                    <a:pt x="3419" y="3080"/>
                    <a:pt x="3214" y="3080"/>
                  </a:cubicBezTo>
                  <a:cubicBezTo>
                    <a:pt x="3214" y="3058"/>
                    <a:pt x="3214" y="3036"/>
                    <a:pt x="3214" y="3013"/>
                  </a:cubicBezTo>
                  <a:cubicBezTo>
                    <a:pt x="3082" y="3013"/>
                    <a:pt x="2949" y="3013"/>
                    <a:pt x="2812" y="3013"/>
                  </a:cubicBezTo>
                  <a:cubicBezTo>
                    <a:pt x="2812" y="2991"/>
                    <a:pt x="2812" y="2969"/>
                    <a:pt x="2812" y="2946"/>
                  </a:cubicBezTo>
                  <a:cubicBezTo>
                    <a:pt x="2702" y="2946"/>
                    <a:pt x="2592" y="2946"/>
                    <a:pt x="2478" y="2946"/>
                  </a:cubicBezTo>
                  <a:cubicBezTo>
                    <a:pt x="2478" y="2924"/>
                    <a:pt x="2478" y="2902"/>
                    <a:pt x="2478" y="2879"/>
                  </a:cubicBezTo>
                  <a:cubicBezTo>
                    <a:pt x="2367" y="2879"/>
                    <a:pt x="2257" y="2879"/>
                    <a:pt x="2143" y="2879"/>
                  </a:cubicBezTo>
                  <a:cubicBezTo>
                    <a:pt x="2143" y="2857"/>
                    <a:pt x="2143" y="2835"/>
                    <a:pt x="2143" y="2812"/>
                  </a:cubicBezTo>
                  <a:cubicBezTo>
                    <a:pt x="2054" y="2812"/>
                    <a:pt x="1966" y="2812"/>
                    <a:pt x="1875" y="2812"/>
                  </a:cubicBezTo>
                  <a:cubicBezTo>
                    <a:pt x="1875" y="2790"/>
                    <a:pt x="1875" y="2768"/>
                    <a:pt x="1875" y="2746"/>
                  </a:cubicBezTo>
                  <a:cubicBezTo>
                    <a:pt x="1787" y="2746"/>
                    <a:pt x="1698" y="2746"/>
                    <a:pt x="1607" y="2746"/>
                  </a:cubicBezTo>
                  <a:cubicBezTo>
                    <a:pt x="1607" y="2723"/>
                    <a:pt x="1607" y="2701"/>
                    <a:pt x="1607" y="2679"/>
                  </a:cubicBezTo>
                  <a:cubicBezTo>
                    <a:pt x="1541" y="2679"/>
                    <a:pt x="1475" y="2679"/>
                    <a:pt x="1406" y="2679"/>
                  </a:cubicBezTo>
                  <a:cubicBezTo>
                    <a:pt x="1406" y="2656"/>
                    <a:pt x="1406" y="2634"/>
                    <a:pt x="1406" y="2612"/>
                  </a:cubicBezTo>
                  <a:cubicBezTo>
                    <a:pt x="1340" y="2612"/>
                    <a:pt x="1274" y="2612"/>
                    <a:pt x="1205" y="2612"/>
                  </a:cubicBezTo>
                  <a:cubicBezTo>
                    <a:pt x="1205" y="2590"/>
                    <a:pt x="1205" y="2567"/>
                    <a:pt x="1205" y="2545"/>
                  </a:cubicBezTo>
                  <a:cubicBezTo>
                    <a:pt x="1161" y="2545"/>
                    <a:pt x="1117" y="2545"/>
                    <a:pt x="1071" y="2545"/>
                  </a:cubicBezTo>
                  <a:cubicBezTo>
                    <a:pt x="1071" y="2523"/>
                    <a:pt x="1071" y="2500"/>
                    <a:pt x="1071" y="2478"/>
                  </a:cubicBezTo>
                  <a:cubicBezTo>
                    <a:pt x="1027" y="2478"/>
                    <a:pt x="983" y="2478"/>
                    <a:pt x="938" y="2478"/>
                  </a:cubicBezTo>
                  <a:cubicBezTo>
                    <a:pt x="938" y="2456"/>
                    <a:pt x="938" y="2433"/>
                    <a:pt x="938" y="2411"/>
                  </a:cubicBezTo>
                  <a:cubicBezTo>
                    <a:pt x="871" y="2411"/>
                    <a:pt x="805" y="2411"/>
                    <a:pt x="737" y="2411"/>
                  </a:cubicBezTo>
                  <a:cubicBezTo>
                    <a:pt x="737" y="2389"/>
                    <a:pt x="737" y="2367"/>
                    <a:pt x="737" y="2344"/>
                  </a:cubicBezTo>
                  <a:cubicBezTo>
                    <a:pt x="715" y="2344"/>
                    <a:pt x="692" y="2344"/>
                    <a:pt x="670" y="2344"/>
                  </a:cubicBezTo>
                  <a:cubicBezTo>
                    <a:pt x="670" y="2322"/>
                    <a:pt x="670" y="2300"/>
                    <a:pt x="670" y="2277"/>
                  </a:cubicBezTo>
                  <a:cubicBezTo>
                    <a:pt x="625" y="2277"/>
                    <a:pt x="581" y="2277"/>
                    <a:pt x="536" y="2277"/>
                  </a:cubicBezTo>
                  <a:cubicBezTo>
                    <a:pt x="536" y="2255"/>
                    <a:pt x="536" y="2233"/>
                    <a:pt x="536" y="2210"/>
                  </a:cubicBezTo>
                  <a:cubicBezTo>
                    <a:pt x="492" y="2210"/>
                    <a:pt x="447" y="2210"/>
                    <a:pt x="402" y="2210"/>
                  </a:cubicBezTo>
                  <a:cubicBezTo>
                    <a:pt x="402" y="2188"/>
                    <a:pt x="402" y="2166"/>
                    <a:pt x="402" y="2143"/>
                  </a:cubicBezTo>
                  <a:cubicBezTo>
                    <a:pt x="380" y="2143"/>
                    <a:pt x="358" y="2143"/>
                    <a:pt x="335" y="2143"/>
                  </a:cubicBezTo>
                  <a:cubicBezTo>
                    <a:pt x="335" y="2121"/>
                    <a:pt x="335" y="2099"/>
                    <a:pt x="335" y="2076"/>
                  </a:cubicBezTo>
                  <a:cubicBezTo>
                    <a:pt x="313" y="2076"/>
                    <a:pt x="291" y="2076"/>
                    <a:pt x="268" y="2076"/>
                  </a:cubicBezTo>
                  <a:cubicBezTo>
                    <a:pt x="268" y="2054"/>
                    <a:pt x="268" y="2032"/>
                    <a:pt x="268" y="2009"/>
                  </a:cubicBezTo>
                  <a:cubicBezTo>
                    <a:pt x="246" y="2009"/>
                    <a:pt x="224" y="2009"/>
                    <a:pt x="201" y="2009"/>
                  </a:cubicBezTo>
                  <a:cubicBezTo>
                    <a:pt x="201" y="1987"/>
                    <a:pt x="201" y="1965"/>
                    <a:pt x="201" y="1942"/>
                  </a:cubicBezTo>
                  <a:cubicBezTo>
                    <a:pt x="179" y="1942"/>
                    <a:pt x="157" y="1942"/>
                    <a:pt x="134" y="1942"/>
                  </a:cubicBezTo>
                  <a:cubicBezTo>
                    <a:pt x="134" y="1920"/>
                    <a:pt x="134" y="1898"/>
                    <a:pt x="134" y="1875"/>
                  </a:cubicBezTo>
                  <a:cubicBezTo>
                    <a:pt x="112" y="1875"/>
                    <a:pt x="90" y="1875"/>
                    <a:pt x="67" y="1875"/>
                  </a:cubicBezTo>
                  <a:cubicBezTo>
                    <a:pt x="67" y="1853"/>
                    <a:pt x="67" y="1831"/>
                    <a:pt x="67" y="1808"/>
                  </a:cubicBezTo>
                  <a:cubicBezTo>
                    <a:pt x="45" y="1808"/>
                    <a:pt x="23" y="1808"/>
                    <a:pt x="0" y="1808"/>
                  </a:cubicBezTo>
                  <a:cubicBezTo>
                    <a:pt x="0" y="1675"/>
                    <a:pt x="0" y="1543"/>
                    <a:pt x="0" y="1406"/>
                  </a:cubicBezTo>
                  <a:cubicBezTo>
                    <a:pt x="22" y="1406"/>
                    <a:pt x="44" y="1406"/>
                    <a:pt x="67" y="1406"/>
                  </a:cubicBezTo>
                  <a:cubicBezTo>
                    <a:pt x="67" y="1384"/>
                    <a:pt x="67" y="1362"/>
                    <a:pt x="67" y="1339"/>
                  </a:cubicBezTo>
                  <a:cubicBezTo>
                    <a:pt x="89" y="1339"/>
                    <a:pt x="111" y="1339"/>
                    <a:pt x="134" y="1339"/>
                  </a:cubicBezTo>
                  <a:cubicBezTo>
                    <a:pt x="134" y="1295"/>
                    <a:pt x="134" y="1251"/>
                    <a:pt x="134" y="1205"/>
                  </a:cubicBezTo>
                  <a:cubicBezTo>
                    <a:pt x="156" y="1205"/>
                    <a:pt x="178" y="1205"/>
                    <a:pt x="201" y="1205"/>
                  </a:cubicBezTo>
                  <a:cubicBezTo>
                    <a:pt x="201" y="1183"/>
                    <a:pt x="201" y="1161"/>
                    <a:pt x="201" y="1138"/>
                  </a:cubicBezTo>
                  <a:cubicBezTo>
                    <a:pt x="245" y="1138"/>
                    <a:pt x="289" y="1138"/>
                    <a:pt x="335" y="1138"/>
                  </a:cubicBezTo>
                  <a:cubicBezTo>
                    <a:pt x="335" y="1116"/>
                    <a:pt x="335" y="1094"/>
                    <a:pt x="335" y="1071"/>
                  </a:cubicBezTo>
                  <a:cubicBezTo>
                    <a:pt x="357" y="1071"/>
                    <a:pt x="379" y="1071"/>
                    <a:pt x="402" y="1071"/>
                  </a:cubicBezTo>
                  <a:cubicBezTo>
                    <a:pt x="402" y="1049"/>
                    <a:pt x="402" y="1027"/>
                    <a:pt x="402" y="1004"/>
                  </a:cubicBezTo>
                  <a:cubicBezTo>
                    <a:pt x="424" y="1004"/>
                    <a:pt x="446" y="1004"/>
                    <a:pt x="469" y="1004"/>
                  </a:cubicBezTo>
                  <a:cubicBezTo>
                    <a:pt x="469" y="982"/>
                    <a:pt x="469" y="960"/>
                    <a:pt x="469" y="938"/>
                  </a:cubicBezTo>
                  <a:cubicBezTo>
                    <a:pt x="513" y="938"/>
                    <a:pt x="557" y="938"/>
                    <a:pt x="603" y="938"/>
                  </a:cubicBezTo>
                  <a:cubicBezTo>
                    <a:pt x="603" y="915"/>
                    <a:pt x="603" y="893"/>
                    <a:pt x="603" y="871"/>
                  </a:cubicBezTo>
                  <a:cubicBezTo>
                    <a:pt x="647" y="871"/>
                    <a:pt x="691" y="871"/>
                    <a:pt x="737" y="871"/>
                  </a:cubicBezTo>
                  <a:cubicBezTo>
                    <a:pt x="737" y="848"/>
                    <a:pt x="737" y="826"/>
                    <a:pt x="737" y="804"/>
                  </a:cubicBezTo>
                  <a:cubicBezTo>
                    <a:pt x="781" y="804"/>
                    <a:pt x="825" y="804"/>
                    <a:pt x="871" y="804"/>
                  </a:cubicBezTo>
                  <a:cubicBezTo>
                    <a:pt x="871" y="781"/>
                    <a:pt x="871" y="759"/>
                    <a:pt x="871" y="737"/>
                  </a:cubicBezTo>
                  <a:cubicBezTo>
                    <a:pt x="915" y="737"/>
                    <a:pt x="959" y="737"/>
                    <a:pt x="1004" y="737"/>
                  </a:cubicBezTo>
                  <a:cubicBezTo>
                    <a:pt x="1004" y="715"/>
                    <a:pt x="1004" y="692"/>
                    <a:pt x="1004" y="670"/>
                  </a:cubicBezTo>
                  <a:cubicBezTo>
                    <a:pt x="1071" y="670"/>
                    <a:pt x="1137" y="670"/>
                    <a:pt x="1205" y="670"/>
                  </a:cubicBezTo>
                  <a:cubicBezTo>
                    <a:pt x="1205" y="648"/>
                    <a:pt x="1205" y="625"/>
                    <a:pt x="1205" y="603"/>
                  </a:cubicBezTo>
                  <a:cubicBezTo>
                    <a:pt x="1272" y="603"/>
                    <a:pt x="1338" y="603"/>
                    <a:pt x="1406" y="603"/>
                  </a:cubicBezTo>
                  <a:cubicBezTo>
                    <a:pt x="1406" y="581"/>
                    <a:pt x="1406" y="558"/>
                    <a:pt x="1406" y="536"/>
                  </a:cubicBezTo>
                  <a:cubicBezTo>
                    <a:pt x="1473" y="536"/>
                    <a:pt x="1539" y="536"/>
                    <a:pt x="1607" y="536"/>
                  </a:cubicBezTo>
                  <a:cubicBezTo>
                    <a:pt x="1607" y="514"/>
                    <a:pt x="1607" y="492"/>
                    <a:pt x="1607" y="469"/>
                  </a:cubicBezTo>
                  <a:cubicBezTo>
                    <a:pt x="1673" y="469"/>
                    <a:pt x="1740" y="469"/>
                    <a:pt x="1808" y="469"/>
                  </a:cubicBezTo>
                  <a:cubicBezTo>
                    <a:pt x="1808" y="447"/>
                    <a:pt x="1808" y="425"/>
                    <a:pt x="1808" y="402"/>
                  </a:cubicBezTo>
                  <a:cubicBezTo>
                    <a:pt x="1896" y="402"/>
                    <a:pt x="1985" y="402"/>
                    <a:pt x="2076" y="402"/>
                  </a:cubicBezTo>
                  <a:cubicBezTo>
                    <a:pt x="2076" y="380"/>
                    <a:pt x="2076" y="358"/>
                    <a:pt x="2076" y="335"/>
                  </a:cubicBezTo>
                  <a:cubicBezTo>
                    <a:pt x="2186" y="335"/>
                    <a:pt x="2297" y="335"/>
                    <a:pt x="2411" y="335"/>
                  </a:cubicBezTo>
                  <a:cubicBezTo>
                    <a:pt x="2411" y="313"/>
                    <a:pt x="2411" y="291"/>
                    <a:pt x="2411" y="268"/>
                  </a:cubicBezTo>
                  <a:cubicBezTo>
                    <a:pt x="2521" y="268"/>
                    <a:pt x="2632" y="268"/>
                    <a:pt x="2746" y="268"/>
                  </a:cubicBezTo>
                  <a:cubicBezTo>
                    <a:pt x="2746" y="246"/>
                    <a:pt x="2746" y="224"/>
                    <a:pt x="2746" y="201"/>
                  </a:cubicBezTo>
                  <a:cubicBezTo>
                    <a:pt x="2878" y="201"/>
                    <a:pt x="3011" y="201"/>
                    <a:pt x="3147" y="201"/>
                  </a:cubicBezTo>
                  <a:cubicBezTo>
                    <a:pt x="3147" y="179"/>
                    <a:pt x="3147" y="157"/>
                    <a:pt x="3147" y="134"/>
                  </a:cubicBezTo>
                  <a:cubicBezTo>
                    <a:pt x="3302" y="134"/>
                    <a:pt x="3457" y="134"/>
                    <a:pt x="3616" y="134"/>
                  </a:cubicBezTo>
                  <a:cubicBezTo>
                    <a:pt x="3616" y="112"/>
                    <a:pt x="3616" y="90"/>
                    <a:pt x="3616" y="67"/>
                  </a:cubicBezTo>
                  <a:cubicBezTo>
                    <a:pt x="3793" y="67"/>
                    <a:pt x="3970" y="67"/>
                    <a:pt x="4152" y="67"/>
                  </a:cubicBezTo>
                  <a:cubicBezTo>
                    <a:pt x="4152" y="45"/>
                    <a:pt x="4152" y="23"/>
                    <a:pt x="4152" y="0"/>
                  </a:cubicBezTo>
                  <a:close/>
                </a:path>
              </a:pathLst>
            </a:custGeom>
            <a:solidFill>
              <a:srgbClr val="ACB5E9"/>
            </a:solidFill>
            <a:ln w="425" cap="flat">
              <a:noFill/>
            </a:ln>
          </p:spPr>
        </p:sp>
        <p:sp>
          <p:nvSpPr>
            <p:cNvPr id="1722" name="ICON_HARNESS_DATA_path_006"/>
            <p:cNvSpPr/>
            <p:nvPr/>
          </p:nvSpPr>
          <p:spPr>
            <a:xfrm>
              <a:off x="3144951" y="6538516"/>
              <a:ext cx="19560" cy="19560"/>
            </a:xfrm>
            <a:custGeom>
              <a:avLst/>
              <a:gdLst/>
              <a:ahLst/>
              <a:cxnLst/>
              <a:rect l="0" t="0" r="r" b="b"/>
              <a:pathLst>
                <a:path w="1540" h="1540" fill="norm" stroke="0">
                  <a:moveTo>
                    <a:pt x="603" y="0"/>
                  </a:moveTo>
                  <a:cubicBezTo>
                    <a:pt x="713" y="0"/>
                    <a:pt x="824" y="0"/>
                    <a:pt x="938" y="0"/>
                  </a:cubicBezTo>
                  <a:cubicBezTo>
                    <a:pt x="938" y="22"/>
                    <a:pt x="938" y="44"/>
                    <a:pt x="938" y="67"/>
                  </a:cubicBezTo>
                  <a:cubicBezTo>
                    <a:pt x="1004" y="67"/>
                    <a:pt x="1070" y="67"/>
                    <a:pt x="1138" y="67"/>
                  </a:cubicBezTo>
                  <a:cubicBezTo>
                    <a:pt x="1138" y="89"/>
                    <a:pt x="1138" y="111"/>
                    <a:pt x="1138" y="134"/>
                  </a:cubicBezTo>
                  <a:cubicBezTo>
                    <a:pt x="1160" y="134"/>
                    <a:pt x="1183" y="134"/>
                    <a:pt x="1205" y="134"/>
                  </a:cubicBezTo>
                  <a:cubicBezTo>
                    <a:pt x="1205" y="156"/>
                    <a:pt x="1205" y="178"/>
                    <a:pt x="1205" y="201"/>
                  </a:cubicBezTo>
                  <a:cubicBezTo>
                    <a:pt x="1250" y="201"/>
                    <a:pt x="1294" y="201"/>
                    <a:pt x="1339" y="201"/>
                  </a:cubicBezTo>
                  <a:cubicBezTo>
                    <a:pt x="1339" y="223"/>
                    <a:pt x="1339" y="245"/>
                    <a:pt x="1339" y="268"/>
                  </a:cubicBezTo>
                  <a:cubicBezTo>
                    <a:pt x="1361" y="268"/>
                    <a:pt x="1383" y="268"/>
                    <a:pt x="1406" y="268"/>
                  </a:cubicBezTo>
                  <a:cubicBezTo>
                    <a:pt x="1406" y="312"/>
                    <a:pt x="1406" y="356"/>
                    <a:pt x="1406" y="402"/>
                  </a:cubicBezTo>
                  <a:cubicBezTo>
                    <a:pt x="1428" y="402"/>
                    <a:pt x="1450" y="402"/>
                    <a:pt x="1473" y="402"/>
                  </a:cubicBezTo>
                  <a:cubicBezTo>
                    <a:pt x="1473" y="446"/>
                    <a:pt x="1473" y="490"/>
                    <a:pt x="1473" y="536"/>
                  </a:cubicBezTo>
                  <a:cubicBezTo>
                    <a:pt x="1495" y="536"/>
                    <a:pt x="1517" y="536"/>
                    <a:pt x="1540" y="536"/>
                  </a:cubicBezTo>
                  <a:cubicBezTo>
                    <a:pt x="1540" y="668"/>
                    <a:pt x="1540" y="801"/>
                    <a:pt x="1540" y="938"/>
                  </a:cubicBezTo>
                  <a:cubicBezTo>
                    <a:pt x="1518" y="938"/>
                    <a:pt x="1496" y="938"/>
                    <a:pt x="1473" y="938"/>
                  </a:cubicBezTo>
                  <a:cubicBezTo>
                    <a:pt x="1473" y="1004"/>
                    <a:pt x="1473" y="1070"/>
                    <a:pt x="1473" y="1138"/>
                  </a:cubicBezTo>
                  <a:cubicBezTo>
                    <a:pt x="1451" y="1138"/>
                    <a:pt x="1429" y="1138"/>
                    <a:pt x="1406" y="1138"/>
                  </a:cubicBezTo>
                  <a:cubicBezTo>
                    <a:pt x="1406" y="1160"/>
                    <a:pt x="1406" y="1183"/>
                    <a:pt x="1406" y="1205"/>
                  </a:cubicBezTo>
                  <a:cubicBezTo>
                    <a:pt x="1384" y="1205"/>
                    <a:pt x="1362" y="1205"/>
                    <a:pt x="1339" y="1205"/>
                  </a:cubicBezTo>
                  <a:cubicBezTo>
                    <a:pt x="1339" y="1227"/>
                    <a:pt x="1339" y="1250"/>
                    <a:pt x="1339" y="1272"/>
                  </a:cubicBezTo>
                  <a:cubicBezTo>
                    <a:pt x="1317" y="1272"/>
                    <a:pt x="1295" y="1272"/>
                    <a:pt x="1272" y="1272"/>
                  </a:cubicBezTo>
                  <a:cubicBezTo>
                    <a:pt x="1272" y="1294"/>
                    <a:pt x="1272" y="1317"/>
                    <a:pt x="1272" y="1339"/>
                  </a:cubicBezTo>
                  <a:cubicBezTo>
                    <a:pt x="1250" y="1339"/>
                    <a:pt x="1228" y="1339"/>
                    <a:pt x="1205" y="1339"/>
                  </a:cubicBezTo>
                  <a:cubicBezTo>
                    <a:pt x="1205" y="1361"/>
                    <a:pt x="1205" y="1383"/>
                    <a:pt x="1205" y="1406"/>
                  </a:cubicBezTo>
                  <a:cubicBezTo>
                    <a:pt x="1161" y="1406"/>
                    <a:pt x="1117" y="1406"/>
                    <a:pt x="1071" y="1406"/>
                  </a:cubicBezTo>
                  <a:cubicBezTo>
                    <a:pt x="1071" y="1428"/>
                    <a:pt x="1071" y="1450"/>
                    <a:pt x="1071" y="1473"/>
                  </a:cubicBezTo>
                  <a:cubicBezTo>
                    <a:pt x="1027" y="1473"/>
                    <a:pt x="983" y="1473"/>
                    <a:pt x="938" y="1473"/>
                  </a:cubicBezTo>
                  <a:cubicBezTo>
                    <a:pt x="938" y="1495"/>
                    <a:pt x="938" y="1517"/>
                    <a:pt x="938" y="1540"/>
                  </a:cubicBezTo>
                  <a:cubicBezTo>
                    <a:pt x="827" y="1540"/>
                    <a:pt x="717" y="1540"/>
                    <a:pt x="603" y="1540"/>
                  </a:cubicBezTo>
                  <a:cubicBezTo>
                    <a:pt x="603" y="1518"/>
                    <a:pt x="603" y="1496"/>
                    <a:pt x="603" y="1473"/>
                  </a:cubicBezTo>
                  <a:cubicBezTo>
                    <a:pt x="536" y="1473"/>
                    <a:pt x="470" y="1473"/>
                    <a:pt x="402" y="1473"/>
                  </a:cubicBezTo>
                  <a:cubicBezTo>
                    <a:pt x="402" y="1451"/>
                    <a:pt x="402" y="1429"/>
                    <a:pt x="402" y="1406"/>
                  </a:cubicBezTo>
                  <a:cubicBezTo>
                    <a:pt x="380" y="1406"/>
                    <a:pt x="358" y="1406"/>
                    <a:pt x="335" y="1406"/>
                  </a:cubicBezTo>
                  <a:cubicBezTo>
                    <a:pt x="335" y="1384"/>
                    <a:pt x="335" y="1362"/>
                    <a:pt x="335" y="1339"/>
                  </a:cubicBezTo>
                  <a:cubicBezTo>
                    <a:pt x="313" y="1339"/>
                    <a:pt x="291" y="1339"/>
                    <a:pt x="268" y="1339"/>
                  </a:cubicBezTo>
                  <a:cubicBezTo>
                    <a:pt x="268" y="1317"/>
                    <a:pt x="268" y="1295"/>
                    <a:pt x="268" y="1272"/>
                  </a:cubicBezTo>
                  <a:cubicBezTo>
                    <a:pt x="246" y="1272"/>
                    <a:pt x="224" y="1272"/>
                    <a:pt x="201" y="1272"/>
                  </a:cubicBezTo>
                  <a:cubicBezTo>
                    <a:pt x="201" y="1250"/>
                    <a:pt x="201" y="1228"/>
                    <a:pt x="201" y="1205"/>
                  </a:cubicBezTo>
                  <a:cubicBezTo>
                    <a:pt x="179" y="1205"/>
                    <a:pt x="157" y="1205"/>
                    <a:pt x="134" y="1205"/>
                  </a:cubicBezTo>
                  <a:cubicBezTo>
                    <a:pt x="134" y="1183"/>
                    <a:pt x="134" y="1161"/>
                    <a:pt x="134" y="1138"/>
                  </a:cubicBezTo>
                  <a:cubicBezTo>
                    <a:pt x="112" y="1138"/>
                    <a:pt x="90" y="1138"/>
                    <a:pt x="67" y="1138"/>
                  </a:cubicBezTo>
                  <a:cubicBezTo>
                    <a:pt x="67" y="1072"/>
                    <a:pt x="67" y="1006"/>
                    <a:pt x="67" y="938"/>
                  </a:cubicBezTo>
                  <a:cubicBezTo>
                    <a:pt x="45" y="938"/>
                    <a:pt x="23" y="938"/>
                    <a:pt x="0" y="938"/>
                  </a:cubicBezTo>
                  <a:cubicBezTo>
                    <a:pt x="0" y="827"/>
                    <a:pt x="0" y="717"/>
                    <a:pt x="0" y="603"/>
                  </a:cubicBezTo>
                  <a:cubicBezTo>
                    <a:pt x="22" y="603"/>
                    <a:pt x="44" y="603"/>
                    <a:pt x="67" y="603"/>
                  </a:cubicBezTo>
                  <a:cubicBezTo>
                    <a:pt x="67" y="536"/>
                    <a:pt x="67" y="470"/>
                    <a:pt x="67" y="402"/>
                  </a:cubicBezTo>
                  <a:cubicBezTo>
                    <a:pt x="89" y="402"/>
                    <a:pt x="111" y="402"/>
                    <a:pt x="134" y="402"/>
                  </a:cubicBezTo>
                  <a:cubicBezTo>
                    <a:pt x="134" y="380"/>
                    <a:pt x="134" y="358"/>
                    <a:pt x="134" y="335"/>
                  </a:cubicBezTo>
                  <a:cubicBezTo>
                    <a:pt x="156" y="335"/>
                    <a:pt x="178" y="335"/>
                    <a:pt x="201" y="335"/>
                  </a:cubicBezTo>
                  <a:cubicBezTo>
                    <a:pt x="201" y="313"/>
                    <a:pt x="201" y="291"/>
                    <a:pt x="201" y="268"/>
                  </a:cubicBezTo>
                  <a:cubicBezTo>
                    <a:pt x="223" y="268"/>
                    <a:pt x="245" y="268"/>
                    <a:pt x="268" y="268"/>
                  </a:cubicBezTo>
                  <a:cubicBezTo>
                    <a:pt x="268" y="246"/>
                    <a:pt x="268" y="224"/>
                    <a:pt x="268" y="201"/>
                  </a:cubicBezTo>
                  <a:cubicBezTo>
                    <a:pt x="290" y="201"/>
                    <a:pt x="312" y="201"/>
                    <a:pt x="335" y="201"/>
                  </a:cubicBezTo>
                  <a:cubicBezTo>
                    <a:pt x="335" y="179"/>
                    <a:pt x="335" y="157"/>
                    <a:pt x="335" y="134"/>
                  </a:cubicBezTo>
                  <a:cubicBezTo>
                    <a:pt x="357" y="134"/>
                    <a:pt x="379" y="134"/>
                    <a:pt x="402" y="134"/>
                  </a:cubicBezTo>
                  <a:cubicBezTo>
                    <a:pt x="402" y="112"/>
                    <a:pt x="402" y="90"/>
                    <a:pt x="402" y="67"/>
                  </a:cubicBezTo>
                  <a:cubicBezTo>
                    <a:pt x="468" y="67"/>
                    <a:pt x="534" y="67"/>
                    <a:pt x="603" y="67"/>
                  </a:cubicBezTo>
                  <a:cubicBezTo>
                    <a:pt x="603" y="45"/>
                    <a:pt x="603" y="23"/>
                    <a:pt x="603" y="0"/>
                  </a:cubicBezTo>
                  <a:close/>
                  <a:moveTo>
                    <a:pt x="536" y="402"/>
                  </a:moveTo>
                  <a:cubicBezTo>
                    <a:pt x="536" y="424"/>
                    <a:pt x="536" y="446"/>
                    <a:pt x="536" y="469"/>
                  </a:cubicBezTo>
                  <a:cubicBezTo>
                    <a:pt x="514" y="469"/>
                    <a:pt x="492" y="469"/>
                    <a:pt x="469" y="469"/>
                  </a:cubicBezTo>
                  <a:cubicBezTo>
                    <a:pt x="469" y="513"/>
                    <a:pt x="469" y="557"/>
                    <a:pt x="469" y="603"/>
                  </a:cubicBezTo>
                  <a:cubicBezTo>
                    <a:pt x="447" y="603"/>
                    <a:pt x="425" y="603"/>
                    <a:pt x="402" y="603"/>
                  </a:cubicBezTo>
                  <a:cubicBezTo>
                    <a:pt x="402" y="713"/>
                    <a:pt x="402" y="824"/>
                    <a:pt x="402" y="938"/>
                  </a:cubicBezTo>
                  <a:cubicBezTo>
                    <a:pt x="424" y="938"/>
                    <a:pt x="446" y="938"/>
                    <a:pt x="469" y="938"/>
                  </a:cubicBezTo>
                  <a:cubicBezTo>
                    <a:pt x="469" y="960"/>
                    <a:pt x="469" y="982"/>
                    <a:pt x="469" y="1004"/>
                  </a:cubicBezTo>
                  <a:cubicBezTo>
                    <a:pt x="491" y="1004"/>
                    <a:pt x="513" y="1004"/>
                    <a:pt x="536" y="1004"/>
                  </a:cubicBezTo>
                  <a:cubicBezTo>
                    <a:pt x="536" y="1027"/>
                    <a:pt x="536" y="1049"/>
                    <a:pt x="536" y="1071"/>
                  </a:cubicBezTo>
                  <a:cubicBezTo>
                    <a:pt x="558" y="1071"/>
                    <a:pt x="580" y="1071"/>
                    <a:pt x="603" y="1071"/>
                  </a:cubicBezTo>
                  <a:cubicBezTo>
                    <a:pt x="603" y="1094"/>
                    <a:pt x="603" y="1116"/>
                    <a:pt x="603" y="1138"/>
                  </a:cubicBezTo>
                  <a:cubicBezTo>
                    <a:pt x="713" y="1138"/>
                    <a:pt x="824" y="1138"/>
                    <a:pt x="938" y="1138"/>
                  </a:cubicBezTo>
                  <a:cubicBezTo>
                    <a:pt x="938" y="1116"/>
                    <a:pt x="938" y="1094"/>
                    <a:pt x="938" y="1071"/>
                  </a:cubicBezTo>
                  <a:cubicBezTo>
                    <a:pt x="960" y="1071"/>
                    <a:pt x="982" y="1071"/>
                    <a:pt x="1004" y="1071"/>
                  </a:cubicBezTo>
                  <a:cubicBezTo>
                    <a:pt x="1004" y="1049"/>
                    <a:pt x="1004" y="1027"/>
                    <a:pt x="1004" y="1004"/>
                  </a:cubicBezTo>
                  <a:cubicBezTo>
                    <a:pt x="1027" y="1004"/>
                    <a:pt x="1049" y="1004"/>
                    <a:pt x="1071" y="1004"/>
                  </a:cubicBezTo>
                  <a:cubicBezTo>
                    <a:pt x="1071" y="982"/>
                    <a:pt x="1071" y="960"/>
                    <a:pt x="1071" y="938"/>
                  </a:cubicBezTo>
                  <a:cubicBezTo>
                    <a:pt x="1094" y="938"/>
                    <a:pt x="1116" y="938"/>
                    <a:pt x="1138" y="938"/>
                  </a:cubicBezTo>
                  <a:cubicBezTo>
                    <a:pt x="1138" y="805"/>
                    <a:pt x="1138" y="672"/>
                    <a:pt x="1138" y="536"/>
                  </a:cubicBezTo>
                  <a:cubicBezTo>
                    <a:pt x="1116" y="536"/>
                    <a:pt x="1094" y="536"/>
                    <a:pt x="1071" y="536"/>
                  </a:cubicBezTo>
                  <a:cubicBezTo>
                    <a:pt x="1071" y="514"/>
                    <a:pt x="1071" y="492"/>
                    <a:pt x="1071" y="469"/>
                  </a:cubicBezTo>
                  <a:cubicBezTo>
                    <a:pt x="1049" y="469"/>
                    <a:pt x="1027" y="469"/>
                    <a:pt x="1004" y="469"/>
                  </a:cubicBezTo>
                  <a:cubicBezTo>
                    <a:pt x="1004" y="447"/>
                    <a:pt x="1004" y="425"/>
                    <a:pt x="1004" y="402"/>
                  </a:cubicBezTo>
                  <a:cubicBezTo>
                    <a:pt x="850" y="402"/>
                    <a:pt x="695" y="402"/>
                    <a:pt x="536" y="402"/>
                  </a:cubicBezTo>
                  <a:close/>
                </a:path>
              </a:pathLst>
            </a:custGeom>
            <a:solidFill>
              <a:srgbClr val="251047"/>
            </a:solidFill>
            <a:ln w="425" cap="flat">
              <a:noFill/>
            </a:ln>
          </p:spPr>
        </p:sp>
        <p:sp>
          <p:nvSpPr>
            <p:cNvPr id="1723" name="ICON_HARNESS_DATA_path_007"/>
            <p:cNvSpPr/>
            <p:nvPr/>
          </p:nvSpPr>
          <p:spPr>
            <a:xfrm>
              <a:off x="3144951" y="6582739"/>
              <a:ext cx="19560" cy="18710"/>
            </a:xfrm>
            <a:custGeom>
              <a:avLst/>
              <a:gdLst/>
              <a:ahLst/>
              <a:cxnLst/>
              <a:rect l="0" t="0" r="r" b="b"/>
              <a:pathLst>
                <a:path w="1540" h="1473" fill="norm" stroke="0">
                  <a:moveTo>
                    <a:pt x="469" y="0"/>
                  </a:moveTo>
                  <a:cubicBezTo>
                    <a:pt x="668" y="0"/>
                    <a:pt x="867" y="0"/>
                    <a:pt x="1071" y="0"/>
                  </a:cubicBezTo>
                  <a:cubicBezTo>
                    <a:pt x="1071" y="22"/>
                    <a:pt x="1071" y="44"/>
                    <a:pt x="1071" y="67"/>
                  </a:cubicBezTo>
                  <a:cubicBezTo>
                    <a:pt x="1116" y="67"/>
                    <a:pt x="1160" y="67"/>
                    <a:pt x="1205" y="67"/>
                  </a:cubicBezTo>
                  <a:cubicBezTo>
                    <a:pt x="1205" y="89"/>
                    <a:pt x="1205" y="111"/>
                    <a:pt x="1205" y="134"/>
                  </a:cubicBezTo>
                  <a:cubicBezTo>
                    <a:pt x="1227" y="134"/>
                    <a:pt x="1250" y="134"/>
                    <a:pt x="1272" y="134"/>
                  </a:cubicBezTo>
                  <a:cubicBezTo>
                    <a:pt x="1272" y="156"/>
                    <a:pt x="1272" y="178"/>
                    <a:pt x="1272" y="201"/>
                  </a:cubicBezTo>
                  <a:cubicBezTo>
                    <a:pt x="1294" y="201"/>
                    <a:pt x="1317" y="201"/>
                    <a:pt x="1339" y="201"/>
                  </a:cubicBezTo>
                  <a:cubicBezTo>
                    <a:pt x="1339" y="223"/>
                    <a:pt x="1339" y="245"/>
                    <a:pt x="1339" y="268"/>
                  </a:cubicBezTo>
                  <a:cubicBezTo>
                    <a:pt x="1361" y="268"/>
                    <a:pt x="1383" y="268"/>
                    <a:pt x="1406" y="268"/>
                  </a:cubicBezTo>
                  <a:cubicBezTo>
                    <a:pt x="1406" y="290"/>
                    <a:pt x="1406" y="312"/>
                    <a:pt x="1406" y="335"/>
                  </a:cubicBezTo>
                  <a:cubicBezTo>
                    <a:pt x="1428" y="335"/>
                    <a:pt x="1450" y="335"/>
                    <a:pt x="1473" y="335"/>
                  </a:cubicBezTo>
                  <a:cubicBezTo>
                    <a:pt x="1473" y="401"/>
                    <a:pt x="1473" y="467"/>
                    <a:pt x="1473" y="536"/>
                  </a:cubicBezTo>
                  <a:cubicBezTo>
                    <a:pt x="1495" y="536"/>
                    <a:pt x="1517" y="536"/>
                    <a:pt x="1540" y="536"/>
                  </a:cubicBezTo>
                  <a:cubicBezTo>
                    <a:pt x="1540" y="646"/>
                    <a:pt x="1540" y="757"/>
                    <a:pt x="1540" y="871"/>
                  </a:cubicBezTo>
                  <a:cubicBezTo>
                    <a:pt x="1518" y="871"/>
                    <a:pt x="1496" y="871"/>
                    <a:pt x="1473" y="871"/>
                  </a:cubicBezTo>
                  <a:cubicBezTo>
                    <a:pt x="1473" y="937"/>
                    <a:pt x="1473" y="1003"/>
                    <a:pt x="1473" y="1071"/>
                  </a:cubicBezTo>
                  <a:cubicBezTo>
                    <a:pt x="1451" y="1071"/>
                    <a:pt x="1429" y="1071"/>
                    <a:pt x="1406" y="1071"/>
                  </a:cubicBezTo>
                  <a:cubicBezTo>
                    <a:pt x="1406" y="1116"/>
                    <a:pt x="1406" y="1160"/>
                    <a:pt x="1406" y="1205"/>
                  </a:cubicBezTo>
                  <a:cubicBezTo>
                    <a:pt x="1384" y="1205"/>
                    <a:pt x="1362" y="1205"/>
                    <a:pt x="1339" y="1205"/>
                  </a:cubicBezTo>
                  <a:cubicBezTo>
                    <a:pt x="1339" y="1227"/>
                    <a:pt x="1339" y="1250"/>
                    <a:pt x="1339" y="1272"/>
                  </a:cubicBezTo>
                  <a:cubicBezTo>
                    <a:pt x="1317" y="1272"/>
                    <a:pt x="1295" y="1272"/>
                    <a:pt x="1272" y="1272"/>
                  </a:cubicBezTo>
                  <a:cubicBezTo>
                    <a:pt x="1272" y="1294"/>
                    <a:pt x="1272" y="1317"/>
                    <a:pt x="1272" y="1339"/>
                  </a:cubicBezTo>
                  <a:cubicBezTo>
                    <a:pt x="1250" y="1339"/>
                    <a:pt x="1228" y="1339"/>
                    <a:pt x="1205" y="1339"/>
                  </a:cubicBezTo>
                  <a:cubicBezTo>
                    <a:pt x="1205" y="1361"/>
                    <a:pt x="1205" y="1383"/>
                    <a:pt x="1205" y="1406"/>
                  </a:cubicBezTo>
                  <a:cubicBezTo>
                    <a:pt x="1161" y="1406"/>
                    <a:pt x="1117" y="1406"/>
                    <a:pt x="1071" y="1406"/>
                  </a:cubicBezTo>
                  <a:cubicBezTo>
                    <a:pt x="1071" y="1428"/>
                    <a:pt x="1071" y="1450"/>
                    <a:pt x="1071" y="1473"/>
                  </a:cubicBezTo>
                  <a:cubicBezTo>
                    <a:pt x="873" y="1473"/>
                    <a:pt x="674" y="1473"/>
                    <a:pt x="469" y="1473"/>
                  </a:cubicBezTo>
                  <a:cubicBezTo>
                    <a:pt x="469" y="1451"/>
                    <a:pt x="469" y="1429"/>
                    <a:pt x="469" y="1406"/>
                  </a:cubicBezTo>
                  <a:cubicBezTo>
                    <a:pt x="425" y="1406"/>
                    <a:pt x="380" y="1406"/>
                    <a:pt x="335" y="1406"/>
                  </a:cubicBezTo>
                  <a:cubicBezTo>
                    <a:pt x="335" y="1384"/>
                    <a:pt x="335" y="1362"/>
                    <a:pt x="335" y="1339"/>
                  </a:cubicBezTo>
                  <a:cubicBezTo>
                    <a:pt x="313" y="1339"/>
                    <a:pt x="291" y="1339"/>
                    <a:pt x="268" y="1339"/>
                  </a:cubicBezTo>
                  <a:cubicBezTo>
                    <a:pt x="268" y="1317"/>
                    <a:pt x="268" y="1295"/>
                    <a:pt x="268" y="1272"/>
                  </a:cubicBezTo>
                  <a:cubicBezTo>
                    <a:pt x="246" y="1272"/>
                    <a:pt x="224" y="1272"/>
                    <a:pt x="201" y="1272"/>
                  </a:cubicBezTo>
                  <a:cubicBezTo>
                    <a:pt x="201" y="1250"/>
                    <a:pt x="201" y="1228"/>
                    <a:pt x="201" y="1205"/>
                  </a:cubicBezTo>
                  <a:cubicBezTo>
                    <a:pt x="179" y="1205"/>
                    <a:pt x="157" y="1205"/>
                    <a:pt x="134" y="1205"/>
                  </a:cubicBezTo>
                  <a:cubicBezTo>
                    <a:pt x="134" y="1161"/>
                    <a:pt x="134" y="1117"/>
                    <a:pt x="134" y="1071"/>
                  </a:cubicBezTo>
                  <a:cubicBezTo>
                    <a:pt x="112" y="1071"/>
                    <a:pt x="90" y="1071"/>
                    <a:pt x="67" y="1071"/>
                  </a:cubicBezTo>
                  <a:cubicBezTo>
                    <a:pt x="67" y="1005"/>
                    <a:pt x="67" y="939"/>
                    <a:pt x="67" y="871"/>
                  </a:cubicBezTo>
                  <a:cubicBezTo>
                    <a:pt x="45" y="871"/>
                    <a:pt x="23" y="871"/>
                    <a:pt x="0" y="871"/>
                  </a:cubicBezTo>
                  <a:cubicBezTo>
                    <a:pt x="0" y="782"/>
                    <a:pt x="0" y="694"/>
                    <a:pt x="0" y="603"/>
                  </a:cubicBezTo>
                  <a:cubicBezTo>
                    <a:pt x="22" y="603"/>
                    <a:pt x="44" y="603"/>
                    <a:pt x="67" y="603"/>
                  </a:cubicBezTo>
                  <a:cubicBezTo>
                    <a:pt x="67" y="536"/>
                    <a:pt x="67" y="470"/>
                    <a:pt x="67" y="402"/>
                  </a:cubicBezTo>
                  <a:cubicBezTo>
                    <a:pt x="89" y="402"/>
                    <a:pt x="111" y="402"/>
                    <a:pt x="134" y="402"/>
                  </a:cubicBezTo>
                  <a:cubicBezTo>
                    <a:pt x="134" y="358"/>
                    <a:pt x="134" y="313"/>
                    <a:pt x="134" y="268"/>
                  </a:cubicBezTo>
                  <a:cubicBezTo>
                    <a:pt x="156" y="268"/>
                    <a:pt x="178" y="268"/>
                    <a:pt x="201" y="268"/>
                  </a:cubicBezTo>
                  <a:cubicBezTo>
                    <a:pt x="201" y="246"/>
                    <a:pt x="201" y="224"/>
                    <a:pt x="201" y="201"/>
                  </a:cubicBezTo>
                  <a:cubicBezTo>
                    <a:pt x="223" y="201"/>
                    <a:pt x="245" y="201"/>
                    <a:pt x="268" y="201"/>
                  </a:cubicBezTo>
                  <a:cubicBezTo>
                    <a:pt x="268" y="179"/>
                    <a:pt x="268" y="157"/>
                    <a:pt x="268" y="134"/>
                  </a:cubicBezTo>
                  <a:cubicBezTo>
                    <a:pt x="290" y="134"/>
                    <a:pt x="312" y="134"/>
                    <a:pt x="335" y="134"/>
                  </a:cubicBezTo>
                  <a:cubicBezTo>
                    <a:pt x="335" y="112"/>
                    <a:pt x="335" y="90"/>
                    <a:pt x="335" y="67"/>
                  </a:cubicBezTo>
                  <a:cubicBezTo>
                    <a:pt x="379" y="67"/>
                    <a:pt x="423" y="67"/>
                    <a:pt x="469" y="67"/>
                  </a:cubicBezTo>
                  <a:cubicBezTo>
                    <a:pt x="469" y="45"/>
                    <a:pt x="469" y="23"/>
                    <a:pt x="469" y="0"/>
                  </a:cubicBezTo>
                  <a:close/>
                  <a:moveTo>
                    <a:pt x="603" y="335"/>
                  </a:moveTo>
                  <a:cubicBezTo>
                    <a:pt x="603" y="357"/>
                    <a:pt x="603" y="379"/>
                    <a:pt x="603" y="402"/>
                  </a:cubicBezTo>
                  <a:cubicBezTo>
                    <a:pt x="581" y="402"/>
                    <a:pt x="558" y="402"/>
                    <a:pt x="536" y="402"/>
                  </a:cubicBezTo>
                  <a:cubicBezTo>
                    <a:pt x="536" y="424"/>
                    <a:pt x="536" y="446"/>
                    <a:pt x="536" y="469"/>
                  </a:cubicBezTo>
                  <a:cubicBezTo>
                    <a:pt x="514" y="469"/>
                    <a:pt x="492" y="469"/>
                    <a:pt x="469" y="469"/>
                  </a:cubicBezTo>
                  <a:cubicBezTo>
                    <a:pt x="469" y="491"/>
                    <a:pt x="469" y="513"/>
                    <a:pt x="469" y="536"/>
                  </a:cubicBezTo>
                  <a:cubicBezTo>
                    <a:pt x="447" y="536"/>
                    <a:pt x="425" y="536"/>
                    <a:pt x="402" y="536"/>
                  </a:cubicBezTo>
                  <a:cubicBezTo>
                    <a:pt x="402" y="668"/>
                    <a:pt x="402" y="801"/>
                    <a:pt x="402" y="938"/>
                  </a:cubicBezTo>
                  <a:cubicBezTo>
                    <a:pt x="424" y="938"/>
                    <a:pt x="446" y="938"/>
                    <a:pt x="469" y="938"/>
                  </a:cubicBezTo>
                  <a:cubicBezTo>
                    <a:pt x="469" y="960"/>
                    <a:pt x="469" y="982"/>
                    <a:pt x="469" y="1004"/>
                  </a:cubicBezTo>
                  <a:cubicBezTo>
                    <a:pt x="491" y="1004"/>
                    <a:pt x="513" y="1004"/>
                    <a:pt x="536" y="1004"/>
                  </a:cubicBezTo>
                  <a:cubicBezTo>
                    <a:pt x="536" y="1027"/>
                    <a:pt x="536" y="1049"/>
                    <a:pt x="536" y="1071"/>
                  </a:cubicBezTo>
                  <a:cubicBezTo>
                    <a:pt x="558" y="1071"/>
                    <a:pt x="580" y="1071"/>
                    <a:pt x="603" y="1071"/>
                  </a:cubicBezTo>
                  <a:cubicBezTo>
                    <a:pt x="603" y="1094"/>
                    <a:pt x="603" y="1116"/>
                    <a:pt x="603" y="1138"/>
                  </a:cubicBezTo>
                  <a:cubicBezTo>
                    <a:pt x="713" y="1138"/>
                    <a:pt x="824" y="1138"/>
                    <a:pt x="938" y="1138"/>
                  </a:cubicBezTo>
                  <a:cubicBezTo>
                    <a:pt x="938" y="1116"/>
                    <a:pt x="938" y="1094"/>
                    <a:pt x="938" y="1071"/>
                  </a:cubicBezTo>
                  <a:cubicBezTo>
                    <a:pt x="960" y="1071"/>
                    <a:pt x="982" y="1071"/>
                    <a:pt x="1004" y="1071"/>
                  </a:cubicBezTo>
                  <a:cubicBezTo>
                    <a:pt x="1004" y="1049"/>
                    <a:pt x="1004" y="1027"/>
                    <a:pt x="1004" y="1004"/>
                  </a:cubicBezTo>
                  <a:cubicBezTo>
                    <a:pt x="1027" y="1004"/>
                    <a:pt x="1049" y="1004"/>
                    <a:pt x="1071" y="1004"/>
                  </a:cubicBezTo>
                  <a:cubicBezTo>
                    <a:pt x="1071" y="982"/>
                    <a:pt x="1071" y="960"/>
                    <a:pt x="1071" y="938"/>
                  </a:cubicBezTo>
                  <a:cubicBezTo>
                    <a:pt x="1094" y="938"/>
                    <a:pt x="1116" y="938"/>
                    <a:pt x="1138" y="938"/>
                  </a:cubicBezTo>
                  <a:cubicBezTo>
                    <a:pt x="1138" y="805"/>
                    <a:pt x="1138" y="672"/>
                    <a:pt x="1138" y="536"/>
                  </a:cubicBezTo>
                  <a:cubicBezTo>
                    <a:pt x="1116" y="536"/>
                    <a:pt x="1094" y="536"/>
                    <a:pt x="1071" y="536"/>
                  </a:cubicBezTo>
                  <a:cubicBezTo>
                    <a:pt x="1071" y="514"/>
                    <a:pt x="1071" y="492"/>
                    <a:pt x="1071" y="469"/>
                  </a:cubicBezTo>
                  <a:cubicBezTo>
                    <a:pt x="1049" y="469"/>
                    <a:pt x="1027" y="469"/>
                    <a:pt x="1004" y="469"/>
                  </a:cubicBezTo>
                  <a:cubicBezTo>
                    <a:pt x="1004" y="447"/>
                    <a:pt x="1004" y="425"/>
                    <a:pt x="1004" y="402"/>
                  </a:cubicBezTo>
                  <a:cubicBezTo>
                    <a:pt x="982" y="402"/>
                    <a:pt x="960" y="402"/>
                    <a:pt x="938" y="402"/>
                  </a:cubicBezTo>
                  <a:cubicBezTo>
                    <a:pt x="938" y="380"/>
                    <a:pt x="938" y="358"/>
                    <a:pt x="938" y="335"/>
                  </a:cubicBezTo>
                  <a:cubicBezTo>
                    <a:pt x="827" y="335"/>
                    <a:pt x="717" y="335"/>
                    <a:pt x="603" y="335"/>
                  </a:cubicBezTo>
                  <a:close/>
                </a:path>
              </a:pathLst>
            </a:custGeom>
            <a:solidFill>
              <a:srgbClr val="251047"/>
            </a:solidFill>
            <a:ln w="425" cap="flat">
              <a:noFill/>
            </a:ln>
          </p:spPr>
        </p:sp>
        <p:sp>
          <p:nvSpPr>
            <p:cNvPr id="1724" name="ICON_HARNESS_DATA_path_008"/>
            <p:cNvSpPr/>
            <p:nvPr/>
          </p:nvSpPr>
          <p:spPr>
            <a:xfrm>
              <a:off x="3144951" y="6495993"/>
              <a:ext cx="19560" cy="18710"/>
            </a:xfrm>
            <a:custGeom>
              <a:avLst/>
              <a:gdLst/>
              <a:ahLst/>
              <a:cxnLst/>
              <a:rect l="0" t="0" r="r" b="b"/>
              <a:pathLst>
                <a:path w="1540" h="1473" fill="norm" stroke="0">
                  <a:moveTo>
                    <a:pt x="469" y="0"/>
                  </a:moveTo>
                  <a:cubicBezTo>
                    <a:pt x="668" y="0"/>
                    <a:pt x="867" y="0"/>
                    <a:pt x="1071" y="0"/>
                  </a:cubicBezTo>
                  <a:cubicBezTo>
                    <a:pt x="1071" y="22"/>
                    <a:pt x="1071" y="44"/>
                    <a:pt x="1071" y="67"/>
                  </a:cubicBezTo>
                  <a:cubicBezTo>
                    <a:pt x="1116" y="67"/>
                    <a:pt x="1160" y="67"/>
                    <a:pt x="1205" y="67"/>
                  </a:cubicBezTo>
                  <a:cubicBezTo>
                    <a:pt x="1205" y="89"/>
                    <a:pt x="1205" y="111"/>
                    <a:pt x="1205" y="134"/>
                  </a:cubicBezTo>
                  <a:cubicBezTo>
                    <a:pt x="1227" y="134"/>
                    <a:pt x="1250" y="134"/>
                    <a:pt x="1272" y="134"/>
                  </a:cubicBezTo>
                  <a:cubicBezTo>
                    <a:pt x="1272" y="156"/>
                    <a:pt x="1272" y="178"/>
                    <a:pt x="1272" y="201"/>
                  </a:cubicBezTo>
                  <a:cubicBezTo>
                    <a:pt x="1294" y="201"/>
                    <a:pt x="1317" y="201"/>
                    <a:pt x="1339" y="201"/>
                  </a:cubicBezTo>
                  <a:cubicBezTo>
                    <a:pt x="1339" y="223"/>
                    <a:pt x="1339" y="245"/>
                    <a:pt x="1339" y="268"/>
                  </a:cubicBezTo>
                  <a:cubicBezTo>
                    <a:pt x="1361" y="268"/>
                    <a:pt x="1383" y="268"/>
                    <a:pt x="1406" y="268"/>
                  </a:cubicBezTo>
                  <a:cubicBezTo>
                    <a:pt x="1406" y="290"/>
                    <a:pt x="1406" y="312"/>
                    <a:pt x="1406" y="335"/>
                  </a:cubicBezTo>
                  <a:cubicBezTo>
                    <a:pt x="1428" y="335"/>
                    <a:pt x="1450" y="335"/>
                    <a:pt x="1473" y="335"/>
                  </a:cubicBezTo>
                  <a:cubicBezTo>
                    <a:pt x="1473" y="401"/>
                    <a:pt x="1473" y="467"/>
                    <a:pt x="1473" y="536"/>
                  </a:cubicBezTo>
                  <a:cubicBezTo>
                    <a:pt x="1495" y="536"/>
                    <a:pt x="1517" y="536"/>
                    <a:pt x="1540" y="536"/>
                  </a:cubicBezTo>
                  <a:cubicBezTo>
                    <a:pt x="1540" y="646"/>
                    <a:pt x="1540" y="757"/>
                    <a:pt x="1540" y="871"/>
                  </a:cubicBezTo>
                  <a:cubicBezTo>
                    <a:pt x="1518" y="871"/>
                    <a:pt x="1496" y="871"/>
                    <a:pt x="1473" y="871"/>
                  </a:cubicBezTo>
                  <a:cubicBezTo>
                    <a:pt x="1473" y="937"/>
                    <a:pt x="1473" y="1003"/>
                    <a:pt x="1473" y="1071"/>
                  </a:cubicBezTo>
                  <a:cubicBezTo>
                    <a:pt x="1451" y="1071"/>
                    <a:pt x="1429" y="1071"/>
                    <a:pt x="1406" y="1071"/>
                  </a:cubicBezTo>
                  <a:cubicBezTo>
                    <a:pt x="1406" y="1116"/>
                    <a:pt x="1406" y="1160"/>
                    <a:pt x="1406" y="1205"/>
                  </a:cubicBezTo>
                  <a:cubicBezTo>
                    <a:pt x="1384" y="1205"/>
                    <a:pt x="1362" y="1205"/>
                    <a:pt x="1339" y="1205"/>
                  </a:cubicBezTo>
                  <a:cubicBezTo>
                    <a:pt x="1339" y="1227"/>
                    <a:pt x="1339" y="1250"/>
                    <a:pt x="1339" y="1272"/>
                  </a:cubicBezTo>
                  <a:cubicBezTo>
                    <a:pt x="1317" y="1272"/>
                    <a:pt x="1295" y="1272"/>
                    <a:pt x="1272" y="1272"/>
                  </a:cubicBezTo>
                  <a:cubicBezTo>
                    <a:pt x="1272" y="1294"/>
                    <a:pt x="1272" y="1317"/>
                    <a:pt x="1272" y="1339"/>
                  </a:cubicBezTo>
                  <a:cubicBezTo>
                    <a:pt x="1228" y="1339"/>
                    <a:pt x="1184" y="1339"/>
                    <a:pt x="1138" y="1339"/>
                  </a:cubicBezTo>
                  <a:cubicBezTo>
                    <a:pt x="1138" y="1361"/>
                    <a:pt x="1138" y="1383"/>
                    <a:pt x="1138" y="1406"/>
                  </a:cubicBezTo>
                  <a:cubicBezTo>
                    <a:pt x="1094" y="1406"/>
                    <a:pt x="1050" y="1406"/>
                    <a:pt x="1004" y="1406"/>
                  </a:cubicBezTo>
                  <a:cubicBezTo>
                    <a:pt x="1004" y="1428"/>
                    <a:pt x="1004" y="1450"/>
                    <a:pt x="1004" y="1473"/>
                  </a:cubicBezTo>
                  <a:cubicBezTo>
                    <a:pt x="850" y="1473"/>
                    <a:pt x="695" y="1473"/>
                    <a:pt x="536" y="1473"/>
                  </a:cubicBezTo>
                  <a:cubicBezTo>
                    <a:pt x="536" y="1451"/>
                    <a:pt x="536" y="1429"/>
                    <a:pt x="536" y="1406"/>
                  </a:cubicBezTo>
                  <a:cubicBezTo>
                    <a:pt x="492" y="1406"/>
                    <a:pt x="447" y="1406"/>
                    <a:pt x="402" y="1406"/>
                  </a:cubicBezTo>
                  <a:cubicBezTo>
                    <a:pt x="402" y="1384"/>
                    <a:pt x="402" y="1362"/>
                    <a:pt x="402" y="1339"/>
                  </a:cubicBezTo>
                  <a:cubicBezTo>
                    <a:pt x="358" y="1339"/>
                    <a:pt x="313" y="1339"/>
                    <a:pt x="268" y="1339"/>
                  </a:cubicBezTo>
                  <a:cubicBezTo>
                    <a:pt x="268" y="1317"/>
                    <a:pt x="268" y="1295"/>
                    <a:pt x="268" y="1272"/>
                  </a:cubicBezTo>
                  <a:cubicBezTo>
                    <a:pt x="246" y="1272"/>
                    <a:pt x="224" y="1272"/>
                    <a:pt x="201" y="1272"/>
                  </a:cubicBezTo>
                  <a:cubicBezTo>
                    <a:pt x="201" y="1250"/>
                    <a:pt x="201" y="1228"/>
                    <a:pt x="201" y="1205"/>
                  </a:cubicBezTo>
                  <a:cubicBezTo>
                    <a:pt x="179" y="1205"/>
                    <a:pt x="157" y="1205"/>
                    <a:pt x="134" y="1205"/>
                  </a:cubicBezTo>
                  <a:cubicBezTo>
                    <a:pt x="134" y="1161"/>
                    <a:pt x="134" y="1117"/>
                    <a:pt x="134" y="1071"/>
                  </a:cubicBezTo>
                  <a:cubicBezTo>
                    <a:pt x="112" y="1071"/>
                    <a:pt x="90" y="1071"/>
                    <a:pt x="67" y="1071"/>
                  </a:cubicBezTo>
                  <a:cubicBezTo>
                    <a:pt x="67" y="1005"/>
                    <a:pt x="67" y="939"/>
                    <a:pt x="67" y="871"/>
                  </a:cubicBezTo>
                  <a:cubicBezTo>
                    <a:pt x="45" y="871"/>
                    <a:pt x="23" y="871"/>
                    <a:pt x="0" y="871"/>
                  </a:cubicBezTo>
                  <a:cubicBezTo>
                    <a:pt x="0" y="760"/>
                    <a:pt x="0" y="650"/>
                    <a:pt x="0" y="536"/>
                  </a:cubicBezTo>
                  <a:cubicBezTo>
                    <a:pt x="22" y="536"/>
                    <a:pt x="44" y="536"/>
                    <a:pt x="67" y="536"/>
                  </a:cubicBezTo>
                  <a:cubicBezTo>
                    <a:pt x="67" y="492"/>
                    <a:pt x="67" y="447"/>
                    <a:pt x="67" y="402"/>
                  </a:cubicBezTo>
                  <a:cubicBezTo>
                    <a:pt x="89" y="402"/>
                    <a:pt x="111" y="402"/>
                    <a:pt x="134" y="402"/>
                  </a:cubicBezTo>
                  <a:cubicBezTo>
                    <a:pt x="134" y="358"/>
                    <a:pt x="134" y="313"/>
                    <a:pt x="134" y="268"/>
                  </a:cubicBezTo>
                  <a:cubicBezTo>
                    <a:pt x="156" y="268"/>
                    <a:pt x="178" y="268"/>
                    <a:pt x="201" y="268"/>
                  </a:cubicBezTo>
                  <a:cubicBezTo>
                    <a:pt x="201" y="246"/>
                    <a:pt x="201" y="224"/>
                    <a:pt x="201" y="201"/>
                  </a:cubicBezTo>
                  <a:cubicBezTo>
                    <a:pt x="223" y="201"/>
                    <a:pt x="245" y="201"/>
                    <a:pt x="268" y="201"/>
                  </a:cubicBezTo>
                  <a:cubicBezTo>
                    <a:pt x="268" y="179"/>
                    <a:pt x="268" y="157"/>
                    <a:pt x="268" y="134"/>
                  </a:cubicBezTo>
                  <a:cubicBezTo>
                    <a:pt x="290" y="134"/>
                    <a:pt x="312" y="134"/>
                    <a:pt x="335" y="134"/>
                  </a:cubicBezTo>
                  <a:cubicBezTo>
                    <a:pt x="335" y="112"/>
                    <a:pt x="335" y="90"/>
                    <a:pt x="335" y="67"/>
                  </a:cubicBezTo>
                  <a:cubicBezTo>
                    <a:pt x="379" y="67"/>
                    <a:pt x="423" y="67"/>
                    <a:pt x="469" y="67"/>
                  </a:cubicBezTo>
                  <a:cubicBezTo>
                    <a:pt x="469" y="45"/>
                    <a:pt x="469" y="23"/>
                    <a:pt x="469" y="0"/>
                  </a:cubicBezTo>
                  <a:close/>
                  <a:moveTo>
                    <a:pt x="603" y="335"/>
                  </a:moveTo>
                  <a:cubicBezTo>
                    <a:pt x="603" y="357"/>
                    <a:pt x="603" y="379"/>
                    <a:pt x="603" y="402"/>
                  </a:cubicBezTo>
                  <a:cubicBezTo>
                    <a:pt x="581" y="402"/>
                    <a:pt x="558" y="402"/>
                    <a:pt x="536" y="402"/>
                  </a:cubicBezTo>
                  <a:cubicBezTo>
                    <a:pt x="536" y="424"/>
                    <a:pt x="536" y="446"/>
                    <a:pt x="536" y="469"/>
                  </a:cubicBezTo>
                  <a:cubicBezTo>
                    <a:pt x="514" y="469"/>
                    <a:pt x="492" y="469"/>
                    <a:pt x="469" y="469"/>
                  </a:cubicBezTo>
                  <a:cubicBezTo>
                    <a:pt x="469" y="491"/>
                    <a:pt x="469" y="513"/>
                    <a:pt x="469" y="536"/>
                  </a:cubicBezTo>
                  <a:cubicBezTo>
                    <a:pt x="447" y="536"/>
                    <a:pt x="425" y="536"/>
                    <a:pt x="402" y="536"/>
                  </a:cubicBezTo>
                  <a:cubicBezTo>
                    <a:pt x="402" y="668"/>
                    <a:pt x="402" y="801"/>
                    <a:pt x="402" y="938"/>
                  </a:cubicBezTo>
                  <a:cubicBezTo>
                    <a:pt x="424" y="938"/>
                    <a:pt x="446" y="938"/>
                    <a:pt x="469" y="938"/>
                  </a:cubicBezTo>
                  <a:cubicBezTo>
                    <a:pt x="469" y="960"/>
                    <a:pt x="469" y="982"/>
                    <a:pt x="469" y="1004"/>
                  </a:cubicBezTo>
                  <a:cubicBezTo>
                    <a:pt x="491" y="1004"/>
                    <a:pt x="513" y="1004"/>
                    <a:pt x="536" y="1004"/>
                  </a:cubicBezTo>
                  <a:cubicBezTo>
                    <a:pt x="536" y="1027"/>
                    <a:pt x="536" y="1049"/>
                    <a:pt x="536" y="1071"/>
                  </a:cubicBezTo>
                  <a:cubicBezTo>
                    <a:pt x="690" y="1071"/>
                    <a:pt x="845" y="1071"/>
                    <a:pt x="1004" y="1071"/>
                  </a:cubicBezTo>
                  <a:cubicBezTo>
                    <a:pt x="1004" y="1049"/>
                    <a:pt x="1004" y="1027"/>
                    <a:pt x="1004" y="1004"/>
                  </a:cubicBezTo>
                  <a:cubicBezTo>
                    <a:pt x="1027" y="1004"/>
                    <a:pt x="1049" y="1004"/>
                    <a:pt x="1071" y="1004"/>
                  </a:cubicBezTo>
                  <a:cubicBezTo>
                    <a:pt x="1071" y="982"/>
                    <a:pt x="1071" y="960"/>
                    <a:pt x="1071" y="938"/>
                  </a:cubicBezTo>
                  <a:cubicBezTo>
                    <a:pt x="1094" y="938"/>
                    <a:pt x="1116" y="938"/>
                    <a:pt x="1138" y="938"/>
                  </a:cubicBezTo>
                  <a:cubicBezTo>
                    <a:pt x="1138" y="783"/>
                    <a:pt x="1138" y="628"/>
                    <a:pt x="1138" y="469"/>
                  </a:cubicBezTo>
                  <a:cubicBezTo>
                    <a:pt x="1116" y="469"/>
                    <a:pt x="1094" y="469"/>
                    <a:pt x="1071" y="469"/>
                  </a:cubicBezTo>
                  <a:cubicBezTo>
                    <a:pt x="1071" y="447"/>
                    <a:pt x="1071" y="425"/>
                    <a:pt x="1071" y="402"/>
                  </a:cubicBezTo>
                  <a:cubicBezTo>
                    <a:pt x="1049" y="402"/>
                    <a:pt x="1027" y="402"/>
                    <a:pt x="1004" y="402"/>
                  </a:cubicBezTo>
                  <a:cubicBezTo>
                    <a:pt x="1004" y="380"/>
                    <a:pt x="1004" y="358"/>
                    <a:pt x="1004" y="335"/>
                  </a:cubicBezTo>
                  <a:cubicBezTo>
                    <a:pt x="872" y="335"/>
                    <a:pt x="739" y="335"/>
                    <a:pt x="603" y="335"/>
                  </a:cubicBezTo>
                  <a:close/>
                </a:path>
              </a:pathLst>
            </a:custGeom>
            <a:solidFill>
              <a:srgbClr val="251047"/>
            </a:solidFill>
            <a:ln w="425" cap="flat">
              <a:noFill/>
            </a:ln>
          </p:spPr>
        </p:sp>
        <p:sp>
          <p:nvSpPr>
            <p:cNvPr id="1725" name="ICON_HARNESS_DATA_path_009"/>
            <p:cNvSpPr/>
            <p:nvPr/>
          </p:nvSpPr>
          <p:spPr>
            <a:xfrm>
              <a:off x="3028440" y="6462826"/>
              <a:ext cx="1701" cy="136071"/>
            </a:xfrm>
            <a:custGeom>
              <a:avLst/>
              <a:gdLst/>
              <a:ahLst/>
              <a:cxnLst/>
              <a:rect l="0" t="0" r="r" b="b"/>
              <a:pathLst>
                <a:path w="134" h="10714" fill="norm" stroke="0">
                  <a:moveTo>
                    <a:pt x="67" y="0"/>
                  </a:moveTo>
                  <a:cubicBezTo>
                    <a:pt x="89" y="0"/>
                    <a:pt x="111" y="0"/>
                    <a:pt x="134" y="0"/>
                  </a:cubicBezTo>
                  <a:cubicBezTo>
                    <a:pt x="134" y="3536"/>
                    <a:pt x="134" y="7071"/>
                    <a:pt x="134" y="10714"/>
                  </a:cubicBezTo>
                  <a:cubicBezTo>
                    <a:pt x="112" y="10714"/>
                    <a:pt x="90" y="10714"/>
                    <a:pt x="67" y="10714"/>
                  </a:cubicBezTo>
                  <a:cubicBezTo>
                    <a:pt x="67" y="10626"/>
                    <a:pt x="67" y="10538"/>
                    <a:pt x="67" y="10446"/>
                  </a:cubicBezTo>
                  <a:cubicBezTo>
                    <a:pt x="45" y="10446"/>
                    <a:pt x="23" y="10446"/>
                    <a:pt x="0" y="10446"/>
                  </a:cubicBezTo>
                  <a:cubicBezTo>
                    <a:pt x="0" y="10336"/>
                    <a:pt x="0" y="10225"/>
                    <a:pt x="0" y="10112"/>
                  </a:cubicBezTo>
                  <a:cubicBezTo>
                    <a:pt x="22" y="10112"/>
                    <a:pt x="44" y="10112"/>
                    <a:pt x="67" y="10112"/>
                  </a:cubicBezTo>
                  <a:cubicBezTo>
                    <a:pt x="67" y="9869"/>
                    <a:pt x="67" y="9625"/>
                    <a:pt x="67" y="9375"/>
                  </a:cubicBezTo>
                  <a:cubicBezTo>
                    <a:pt x="45" y="9375"/>
                    <a:pt x="23" y="9375"/>
                    <a:pt x="0" y="9375"/>
                  </a:cubicBezTo>
                  <a:cubicBezTo>
                    <a:pt x="0" y="9265"/>
                    <a:pt x="0" y="9154"/>
                    <a:pt x="0" y="9040"/>
                  </a:cubicBezTo>
                  <a:cubicBezTo>
                    <a:pt x="22" y="9040"/>
                    <a:pt x="44" y="9040"/>
                    <a:pt x="67" y="9040"/>
                  </a:cubicBezTo>
                  <a:cubicBezTo>
                    <a:pt x="67" y="8819"/>
                    <a:pt x="67" y="8598"/>
                    <a:pt x="67" y="8371"/>
                  </a:cubicBezTo>
                  <a:cubicBezTo>
                    <a:pt x="45" y="8371"/>
                    <a:pt x="23" y="8371"/>
                    <a:pt x="0" y="8371"/>
                  </a:cubicBezTo>
                  <a:cubicBezTo>
                    <a:pt x="0" y="8172"/>
                    <a:pt x="0" y="7973"/>
                    <a:pt x="0" y="7768"/>
                  </a:cubicBezTo>
                  <a:cubicBezTo>
                    <a:pt x="22" y="7768"/>
                    <a:pt x="44" y="7768"/>
                    <a:pt x="67" y="7768"/>
                  </a:cubicBezTo>
                  <a:cubicBezTo>
                    <a:pt x="67" y="7547"/>
                    <a:pt x="67" y="7326"/>
                    <a:pt x="67" y="7098"/>
                  </a:cubicBezTo>
                  <a:cubicBezTo>
                    <a:pt x="45" y="7098"/>
                    <a:pt x="23" y="7098"/>
                    <a:pt x="0" y="7098"/>
                  </a:cubicBezTo>
                  <a:cubicBezTo>
                    <a:pt x="0" y="7010"/>
                    <a:pt x="0" y="6921"/>
                    <a:pt x="0" y="6830"/>
                  </a:cubicBezTo>
                  <a:cubicBezTo>
                    <a:pt x="22" y="6830"/>
                    <a:pt x="44" y="6830"/>
                    <a:pt x="67" y="6830"/>
                  </a:cubicBezTo>
                  <a:cubicBezTo>
                    <a:pt x="67" y="6720"/>
                    <a:pt x="67" y="6609"/>
                    <a:pt x="67" y="6496"/>
                  </a:cubicBezTo>
                  <a:cubicBezTo>
                    <a:pt x="45" y="6496"/>
                    <a:pt x="23" y="6496"/>
                    <a:pt x="0" y="6496"/>
                  </a:cubicBezTo>
                  <a:cubicBezTo>
                    <a:pt x="0" y="6451"/>
                    <a:pt x="0" y="6407"/>
                    <a:pt x="0" y="6362"/>
                  </a:cubicBezTo>
                  <a:cubicBezTo>
                    <a:pt x="22" y="6362"/>
                    <a:pt x="44" y="6362"/>
                    <a:pt x="67" y="6362"/>
                  </a:cubicBezTo>
                  <a:cubicBezTo>
                    <a:pt x="67" y="6295"/>
                    <a:pt x="67" y="6229"/>
                    <a:pt x="67" y="6161"/>
                  </a:cubicBezTo>
                  <a:cubicBezTo>
                    <a:pt x="45" y="6161"/>
                    <a:pt x="23" y="6161"/>
                    <a:pt x="0" y="6161"/>
                  </a:cubicBezTo>
                  <a:cubicBezTo>
                    <a:pt x="0" y="6028"/>
                    <a:pt x="0" y="5896"/>
                    <a:pt x="0" y="5759"/>
                  </a:cubicBezTo>
                  <a:cubicBezTo>
                    <a:pt x="22" y="5759"/>
                    <a:pt x="44" y="5759"/>
                    <a:pt x="67" y="5759"/>
                  </a:cubicBezTo>
                  <a:cubicBezTo>
                    <a:pt x="67" y="5715"/>
                    <a:pt x="67" y="5671"/>
                    <a:pt x="67" y="5625"/>
                  </a:cubicBezTo>
                  <a:cubicBezTo>
                    <a:pt x="45" y="5625"/>
                    <a:pt x="23" y="5625"/>
                    <a:pt x="0" y="5625"/>
                  </a:cubicBezTo>
                  <a:cubicBezTo>
                    <a:pt x="0" y="5581"/>
                    <a:pt x="0" y="5537"/>
                    <a:pt x="0" y="5491"/>
                  </a:cubicBezTo>
                  <a:cubicBezTo>
                    <a:pt x="22" y="5491"/>
                    <a:pt x="44" y="5491"/>
                    <a:pt x="67" y="5491"/>
                  </a:cubicBezTo>
                  <a:cubicBezTo>
                    <a:pt x="67" y="5336"/>
                    <a:pt x="67" y="5182"/>
                    <a:pt x="67" y="5022"/>
                  </a:cubicBezTo>
                  <a:cubicBezTo>
                    <a:pt x="45" y="5022"/>
                    <a:pt x="23" y="5022"/>
                    <a:pt x="0" y="5022"/>
                  </a:cubicBezTo>
                  <a:cubicBezTo>
                    <a:pt x="0" y="4934"/>
                    <a:pt x="0" y="4846"/>
                    <a:pt x="0" y="4754"/>
                  </a:cubicBezTo>
                  <a:cubicBezTo>
                    <a:pt x="22" y="4754"/>
                    <a:pt x="44" y="4754"/>
                    <a:pt x="67" y="4754"/>
                  </a:cubicBezTo>
                  <a:cubicBezTo>
                    <a:pt x="67" y="4578"/>
                    <a:pt x="67" y="4401"/>
                    <a:pt x="67" y="4219"/>
                  </a:cubicBezTo>
                  <a:cubicBezTo>
                    <a:pt x="45" y="4219"/>
                    <a:pt x="23" y="4219"/>
                    <a:pt x="0" y="4219"/>
                  </a:cubicBezTo>
                  <a:cubicBezTo>
                    <a:pt x="0" y="4130"/>
                    <a:pt x="0" y="4042"/>
                    <a:pt x="0" y="3951"/>
                  </a:cubicBezTo>
                  <a:cubicBezTo>
                    <a:pt x="22" y="3951"/>
                    <a:pt x="44" y="3951"/>
                    <a:pt x="67" y="3951"/>
                  </a:cubicBezTo>
                  <a:cubicBezTo>
                    <a:pt x="67" y="3752"/>
                    <a:pt x="67" y="3553"/>
                    <a:pt x="67" y="3348"/>
                  </a:cubicBezTo>
                  <a:cubicBezTo>
                    <a:pt x="45" y="3348"/>
                    <a:pt x="23" y="3348"/>
                    <a:pt x="0" y="3348"/>
                  </a:cubicBezTo>
                  <a:cubicBezTo>
                    <a:pt x="0" y="3238"/>
                    <a:pt x="0" y="3127"/>
                    <a:pt x="0" y="3013"/>
                  </a:cubicBezTo>
                  <a:cubicBezTo>
                    <a:pt x="22" y="3013"/>
                    <a:pt x="44" y="3013"/>
                    <a:pt x="67" y="3013"/>
                  </a:cubicBezTo>
                  <a:cubicBezTo>
                    <a:pt x="67" y="2947"/>
                    <a:pt x="67" y="2881"/>
                    <a:pt x="67" y="2812"/>
                  </a:cubicBezTo>
                  <a:cubicBezTo>
                    <a:pt x="45" y="2812"/>
                    <a:pt x="23" y="2812"/>
                    <a:pt x="0" y="2812"/>
                  </a:cubicBezTo>
                  <a:cubicBezTo>
                    <a:pt x="0" y="2790"/>
                    <a:pt x="0" y="2768"/>
                    <a:pt x="0" y="2746"/>
                  </a:cubicBezTo>
                  <a:cubicBezTo>
                    <a:pt x="22" y="2746"/>
                    <a:pt x="44" y="2746"/>
                    <a:pt x="67" y="2746"/>
                  </a:cubicBezTo>
                  <a:cubicBezTo>
                    <a:pt x="67" y="2613"/>
                    <a:pt x="67" y="2480"/>
                    <a:pt x="67" y="2344"/>
                  </a:cubicBezTo>
                  <a:cubicBezTo>
                    <a:pt x="45" y="2344"/>
                    <a:pt x="23" y="2344"/>
                    <a:pt x="0" y="2344"/>
                  </a:cubicBezTo>
                  <a:cubicBezTo>
                    <a:pt x="0" y="2277"/>
                    <a:pt x="0" y="2211"/>
                    <a:pt x="0" y="2143"/>
                  </a:cubicBezTo>
                  <a:cubicBezTo>
                    <a:pt x="22" y="2143"/>
                    <a:pt x="44" y="2143"/>
                    <a:pt x="67" y="2143"/>
                  </a:cubicBezTo>
                  <a:cubicBezTo>
                    <a:pt x="67" y="1944"/>
                    <a:pt x="67" y="1745"/>
                    <a:pt x="67" y="1540"/>
                  </a:cubicBezTo>
                  <a:cubicBezTo>
                    <a:pt x="45" y="1540"/>
                    <a:pt x="23" y="1540"/>
                    <a:pt x="0" y="1540"/>
                  </a:cubicBezTo>
                  <a:cubicBezTo>
                    <a:pt x="0" y="1385"/>
                    <a:pt x="0" y="1231"/>
                    <a:pt x="0" y="1071"/>
                  </a:cubicBezTo>
                  <a:cubicBezTo>
                    <a:pt x="22" y="1071"/>
                    <a:pt x="44" y="1071"/>
                    <a:pt x="67" y="1071"/>
                  </a:cubicBezTo>
                  <a:cubicBezTo>
                    <a:pt x="67" y="806"/>
                    <a:pt x="67" y="541"/>
                    <a:pt x="67" y="268"/>
                  </a:cubicBezTo>
                  <a:cubicBezTo>
                    <a:pt x="45" y="268"/>
                    <a:pt x="23" y="268"/>
                    <a:pt x="0" y="268"/>
                  </a:cubicBezTo>
                  <a:cubicBezTo>
                    <a:pt x="0" y="224"/>
                    <a:pt x="0" y="179"/>
                    <a:pt x="0" y="134"/>
                  </a:cubicBezTo>
                  <a:cubicBezTo>
                    <a:pt x="22" y="134"/>
                    <a:pt x="44" y="134"/>
                    <a:pt x="67" y="134"/>
                  </a:cubicBezTo>
                  <a:cubicBezTo>
                    <a:pt x="67" y="90"/>
                    <a:pt x="67" y="46"/>
                    <a:pt x="67" y="0"/>
                  </a:cubicBezTo>
                  <a:close/>
                </a:path>
              </a:pathLst>
            </a:custGeom>
            <a:solidFill>
              <a:srgbClr val="ACB5E9"/>
            </a:solidFill>
            <a:ln w="425" cap="flat">
              <a:noFill/>
            </a:ln>
          </p:spPr>
        </p:sp>
        <p:sp>
          <p:nvSpPr>
            <p:cNvPr id="1726" name="ICON_HARNESS_DATA_path_010"/>
            <p:cNvSpPr/>
            <p:nvPr/>
          </p:nvSpPr>
          <p:spPr>
            <a:xfrm>
              <a:off x="3182371" y="6464527"/>
              <a:ext cx="4252" cy="136071"/>
            </a:xfrm>
            <a:custGeom>
              <a:avLst/>
              <a:gdLst/>
              <a:ahLst/>
              <a:cxnLst/>
              <a:rect l="0" t="0" r="r" b="b"/>
              <a:pathLst>
                <a:path w="335" h="10714" fill="norm" stroke="0">
                  <a:moveTo>
                    <a:pt x="67" y="0"/>
                  </a:moveTo>
                  <a:cubicBezTo>
                    <a:pt x="89" y="0"/>
                    <a:pt x="111" y="0"/>
                    <a:pt x="134" y="0"/>
                  </a:cubicBezTo>
                  <a:cubicBezTo>
                    <a:pt x="134" y="22"/>
                    <a:pt x="134" y="44"/>
                    <a:pt x="134" y="67"/>
                  </a:cubicBezTo>
                  <a:cubicBezTo>
                    <a:pt x="156" y="67"/>
                    <a:pt x="178" y="67"/>
                    <a:pt x="201" y="67"/>
                  </a:cubicBezTo>
                  <a:cubicBezTo>
                    <a:pt x="201" y="111"/>
                    <a:pt x="201" y="155"/>
                    <a:pt x="201" y="201"/>
                  </a:cubicBezTo>
                  <a:cubicBezTo>
                    <a:pt x="179" y="201"/>
                    <a:pt x="157" y="201"/>
                    <a:pt x="134" y="201"/>
                  </a:cubicBezTo>
                  <a:cubicBezTo>
                    <a:pt x="134" y="466"/>
                    <a:pt x="134" y="731"/>
                    <a:pt x="134" y="1004"/>
                  </a:cubicBezTo>
                  <a:cubicBezTo>
                    <a:pt x="200" y="1004"/>
                    <a:pt x="267" y="1004"/>
                    <a:pt x="335" y="1004"/>
                  </a:cubicBezTo>
                  <a:cubicBezTo>
                    <a:pt x="335" y="1115"/>
                    <a:pt x="335" y="1225"/>
                    <a:pt x="335" y="1339"/>
                  </a:cubicBezTo>
                  <a:cubicBezTo>
                    <a:pt x="269" y="1339"/>
                    <a:pt x="202" y="1339"/>
                    <a:pt x="134" y="1339"/>
                  </a:cubicBezTo>
                  <a:cubicBezTo>
                    <a:pt x="134" y="2024"/>
                    <a:pt x="134" y="2709"/>
                    <a:pt x="134" y="3415"/>
                  </a:cubicBezTo>
                  <a:cubicBezTo>
                    <a:pt x="156" y="3415"/>
                    <a:pt x="178" y="3415"/>
                    <a:pt x="201" y="3415"/>
                  </a:cubicBezTo>
                  <a:cubicBezTo>
                    <a:pt x="201" y="3437"/>
                    <a:pt x="201" y="3459"/>
                    <a:pt x="201" y="3482"/>
                  </a:cubicBezTo>
                  <a:cubicBezTo>
                    <a:pt x="245" y="3482"/>
                    <a:pt x="289" y="3482"/>
                    <a:pt x="335" y="3482"/>
                  </a:cubicBezTo>
                  <a:cubicBezTo>
                    <a:pt x="335" y="3526"/>
                    <a:pt x="335" y="3571"/>
                    <a:pt x="335" y="3616"/>
                  </a:cubicBezTo>
                  <a:cubicBezTo>
                    <a:pt x="269" y="3616"/>
                    <a:pt x="202" y="3616"/>
                    <a:pt x="134" y="3616"/>
                  </a:cubicBezTo>
                  <a:cubicBezTo>
                    <a:pt x="134" y="4765"/>
                    <a:pt x="134" y="5914"/>
                    <a:pt x="134" y="7098"/>
                  </a:cubicBezTo>
                  <a:cubicBezTo>
                    <a:pt x="200" y="7098"/>
                    <a:pt x="267" y="7098"/>
                    <a:pt x="335" y="7098"/>
                  </a:cubicBezTo>
                  <a:cubicBezTo>
                    <a:pt x="335" y="7187"/>
                    <a:pt x="335" y="7275"/>
                    <a:pt x="335" y="7366"/>
                  </a:cubicBezTo>
                  <a:cubicBezTo>
                    <a:pt x="269" y="7366"/>
                    <a:pt x="202" y="7366"/>
                    <a:pt x="134" y="7366"/>
                  </a:cubicBezTo>
                  <a:cubicBezTo>
                    <a:pt x="134" y="8051"/>
                    <a:pt x="134" y="8736"/>
                    <a:pt x="134" y="9442"/>
                  </a:cubicBezTo>
                  <a:cubicBezTo>
                    <a:pt x="200" y="9442"/>
                    <a:pt x="267" y="9442"/>
                    <a:pt x="335" y="9442"/>
                  </a:cubicBezTo>
                  <a:cubicBezTo>
                    <a:pt x="335" y="9464"/>
                    <a:pt x="335" y="9486"/>
                    <a:pt x="335" y="9509"/>
                  </a:cubicBezTo>
                  <a:cubicBezTo>
                    <a:pt x="291" y="9509"/>
                    <a:pt x="246" y="9509"/>
                    <a:pt x="201" y="9509"/>
                  </a:cubicBezTo>
                  <a:cubicBezTo>
                    <a:pt x="201" y="9531"/>
                    <a:pt x="201" y="9553"/>
                    <a:pt x="201" y="9576"/>
                  </a:cubicBezTo>
                  <a:cubicBezTo>
                    <a:pt x="179" y="9576"/>
                    <a:pt x="157" y="9576"/>
                    <a:pt x="134" y="9576"/>
                  </a:cubicBezTo>
                  <a:cubicBezTo>
                    <a:pt x="134" y="9929"/>
                    <a:pt x="134" y="10283"/>
                    <a:pt x="134" y="10647"/>
                  </a:cubicBezTo>
                  <a:cubicBezTo>
                    <a:pt x="112" y="10647"/>
                    <a:pt x="90" y="10647"/>
                    <a:pt x="67" y="10647"/>
                  </a:cubicBezTo>
                  <a:cubicBezTo>
                    <a:pt x="67" y="10669"/>
                    <a:pt x="67" y="10692"/>
                    <a:pt x="67" y="10714"/>
                  </a:cubicBezTo>
                  <a:cubicBezTo>
                    <a:pt x="45" y="10714"/>
                    <a:pt x="23" y="10714"/>
                    <a:pt x="0" y="10714"/>
                  </a:cubicBezTo>
                  <a:cubicBezTo>
                    <a:pt x="2" y="10704"/>
                    <a:pt x="5" y="10694"/>
                    <a:pt x="7" y="10684"/>
                  </a:cubicBezTo>
                  <a:cubicBezTo>
                    <a:pt x="31" y="10575"/>
                    <a:pt x="38" y="10473"/>
                    <a:pt x="38" y="10362"/>
                  </a:cubicBezTo>
                  <a:cubicBezTo>
                    <a:pt x="38" y="10343"/>
                    <a:pt x="38" y="10325"/>
                    <a:pt x="38" y="10307"/>
                  </a:cubicBezTo>
                  <a:cubicBezTo>
                    <a:pt x="39" y="10257"/>
                    <a:pt x="39" y="10208"/>
                    <a:pt x="39" y="10158"/>
                  </a:cubicBezTo>
                  <a:cubicBezTo>
                    <a:pt x="39" y="10104"/>
                    <a:pt x="39" y="10050"/>
                    <a:pt x="39" y="9995"/>
                  </a:cubicBezTo>
                  <a:cubicBezTo>
                    <a:pt x="40" y="9901"/>
                    <a:pt x="40" y="9806"/>
                    <a:pt x="40" y="9711"/>
                  </a:cubicBezTo>
                  <a:cubicBezTo>
                    <a:pt x="40" y="9570"/>
                    <a:pt x="41" y="9429"/>
                    <a:pt x="41" y="9288"/>
                  </a:cubicBezTo>
                  <a:cubicBezTo>
                    <a:pt x="42" y="9050"/>
                    <a:pt x="43" y="8813"/>
                    <a:pt x="43" y="8576"/>
                  </a:cubicBezTo>
                  <a:cubicBezTo>
                    <a:pt x="44" y="8341"/>
                    <a:pt x="44" y="8106"/>
                    <a:pt x="45" y="7871"/>
                  </a:cubicBezTo>
                  <a:cubicBezTo>
                    <a:pt x="45" y="7857"/>
                    <a:pt x="45" y="7842"/>
                    <a:pt x="45" y="7827"/>
                  </a:cubicBezTo>
                  <a:cubicBezTo>
                    <a:pt x="45" y="7753"/>
                    <a:pt x="46" y="7679"/>
                    <a:pt x="46" y="7604"/>
                  </a:cubicBezTo>
                  <a:cubicBezTo>
                    <a:pt x="48" y="7079"/>
                    <a:pt x="49" y="6554"/>
                    <a:pt x="50" y="6028"/>
                  </a:cubicBezTo>
                  <a:cubicBezTo>
                    <a:pt x="52" y="5518"/>
                    <a:pt x="53" y="5007"/>
                    <a:pt x="55" y="4497"/>
                  </a:cubicBezTo>
                  <a:cubicBezTo>
                    <a:pt x="55" y="4489"/>
                    <a:pt x="55" y="4489"/>
                    <a:pt x="55" y="4449"/>
                  </a:cubicBezTo>
                  <a:cubicBezTo>
                    <a:pt x="55" y="4291"/>
                    <a:pt x="56" y="4133"/>
                    <a:pt x="56" y="3975"/>
                  </a:cubicBezTo>
                  <a:cubicBezTo>
                    <a:pt x="57" y="3653"/>
                    <a:pt x="58" y="3331"/>
                    <a:pt x="59" y="3009"/>
                  </a:cubicBezTo>
                  <a:cubicBezTo>
                    <a:pt x="59" y="2995"/>
                    <a:pt x="59" y="2980"/>
                    <a:pt x="59" y="2965"/>
                  </a:cubicBezTo>
                  <a:cubicBezTo>
                    <a:pt x="62" y="1976"/>
                    <a:pt x="64" y="988"/>
                    <a:pt x="67" y="0"/>
                  </a:cubicBezTo>
                  <a:close/>
                </a:path>
              </a:pathLst>
            </a:custGeom>
            <a:solidFill>
              <a:srgbClr val="ACB5E9"/>
            </a:solidFill>
            <a:ln w="425" cap="flat">
              <a:noFill/>
            </a:ln>
          </p:spPr>
        </p:sp>
        <p:sp>
          <p:nvSpPr>
            <p:cNvPr id="1727" name="ICON_HARNESS_DATA_path_011"/>
            <p:cNvSpPr/>
            <p:nvPr/>
          </p:nvSpPr>
          <p:spPr>
            <a:xfrm>
              <a:off x="3076065" y="6620960"/>
              <a:ext cx="60382" cy="5152"/>
            </a:xfrm>
            <a:custGeom>
              <a:avLst/>
              <a:gdLst/>
              <a:ahLst/>
              <a:cxnLst/>
              <a:rect l="0" t="0" r="r" b="b"/>
              <a:pathLst>
                <a:path w="4754" h="406" fill="norm" stroke="0">
                  <a:moveTo>
                    <a:pt x="67" y="4"/>
                  </a:moveTo>
                  <a:cubicBezTo>
                    <a:pt x="133" y="3"/>
                    <a:pt x="199" y="2"/>
                    <a:pt x="265" y="2"/>
                  </a:cubicBezTo>
                  <a:cubicBezTo>
                    <a:pt x="288" y="2"/>
                    <a:pt x="310" y="2"/>
                    <a:pt x="333" y="1"/>
                  </a:cubicBezTo>
                  <a:cubicBezTo>
                    <a:pt x="365" y="1"/>
                    <a:pt x="398" y="1"/>
                    <a:pt x="430" y="1"/>
                  </a:cubicBezTo>
                  <a:cubicBezTo>
                    <a:pt x="440" y="0"/>
                    <a:pt x="450" y="0"/>
                    <a:pt x="460" y="0"/>
                  </a:cubicBezTo>
                  <a:cubicBezTo>
                    <a:pt x="486" y="0"/>
                    <a:pt x="511" y="2"/>
                    <a:pt x="536" y="4"/>
                  </a:cubicBezTo>
                  <a:cubicBezTo>
                    <a:pt x="547" y="15"/>
                    <a:pt x="558" y="26"/>
                    <a:pt x="569" y="37"/>
                  </a:cubicBezTo>
                  <a:cubicBezTo>
                    <a:pt x="600" y="43"/>
                    <a:pt x="600" y="43"/>
                    <a:pt x="638" y="44"/>
                  </a:cubicBezTo>
                  <a:cubicBezTo>
                    <a:pt x="652" y="45"/>
                    <a:pt x="666" y="46"/>
                    <a:pt x="680" y="46"/>
                  </a:cubicBezTo>
                  <a:cubicBezTo>
                    <a:pt x="688" y="47"/>
                    <a:pt x="688" y="47"/>
                    <a:pt x="726" y="48"/>
                  </a:cubicBezTo>
                  <a:cubicBezTo>
                    <a:pt x="734" y="48"/>
                    <a:pt x="734" y="48"/>
                    <a:pt x="773" y="50"/>
                  </a:cubicBezTo>
                  <a:cubicBezTo>
                    <a:pt x="815" y="52"/>
                    <a:pt x="856" y="54"/>
                    <a:pt x="897" y="55"/>
                  </a:cubicBezTo>
                  <a:cubicBezTo>
                    <a:pt x="940" y="57"/>
                    <a:pt x="982" y="59"/>
                    <a:pt x="1024" y="61"/>
                  </a:cubicBezTo>
                  <a:cubicBezTo>
                    <a:pt x="1107" y="64"/>
                    <a:pt x="1190" y="68"/>
                    <a:pt x="1272" y="71"/>
                  </a:cubicBezTo>
                  <a:cubicBezTo>
                    <a:pt x="1272" y="93"/>
                    <a:pt x="1272" y="115"/>
                    <a:pt x="1272" y="138"/>
                  </a:cubicBezTo>
                  <a:cubicBezTo>
                    <a:pt x="2002" y="138"/>
                    <a:pt x="2731" y="138"/>
                    <a:pt x="3482" y="138"/>
                  </a:cubicBezTo>
                  <a:cubicBezTo>
                    <a:pt x="3482" y="116"/>
                    <a:pt x="3482" y="94"/>
                    <a:pt x="3482" y="71"/>
                  </a:cubicBezTo>
                  <a:cubicBezTo>
                    <a:pt x="3492" y="71"/>
                    <a:pt x="3501" y="70"/>
                    <a:pt x="3511" y="70"/>
                  </a:cubicBezTo>
                  <a:cubicBezTo>
                    <a:pt x="3601" y="67"/>
                    <a:pt x="3691" y="63"/>
                    <a:pt x="3782" y="59"/>
                  </a:cubicBezTo>
                  <a:cubicBezTo>
                    <a:pt x="3828" y="58"/>
                    <a:pt x="3874" y="56"/>
                    <a:pt x="3921" y="54"/>
                  </a:cubicBezTo>
                  <a:cubicBezTo>
                    <a:pt x="3965" y="53"/>
                    <a:pt x="4010" y="51"/>
                    <a:pt x="4055" y="49"/>
                  </a:cubicBezTo>
                  <a:cubicBezTo>
                    <a:pt x="4072" y="48"/>
                    <a:pt x="4089" y="48"/>
                    <a:pt x="4106" y="47"/>
                  </a:cubicBezTo>
                  <a:cubicBezTo>
                    <a:pt x="4130" y="46"/>
                    <a:pt x="4154" y="45"/>
                    <a:pt x="4178" y="44"/>
                  </a:cubicBezTo>
                  <a:cubicBezTo>
                    <a:pt x="4191" y="44"/>
                    <a:pt x="4205" y="43"/>
                    <a:pt x="4219" y="43"/>
                  </a:cubicBezTo>
                  <a:cubicBezTo>
                    <a:pt x="4252" y="37"/>
                    <a:pt x="4252" y="37"/>
                    <a:pt x="4286" y="4"/>
                  </a:cubicBezTo>
                  <a:cubicBezTo>
                    <a:pt x="4317" y="1"/>
                    <a:pt x="4346" y="0"/>
                    <a:pt x="4377" y="1"/>
                  </a:cubicBezTo>
                  <a:cubicBezTo>
                    <a:pt x="4381" y="1"/>
                    <a:pt x="4381" y="1"/>
                    <a:pt x="4404" y="1"/>
                  </a:cubicBezTo>
                  <a:cubicBezTo>
                    <a:pt x="4432" y="1"/>
                    <a:pt x="4460" y="1"/>
                    <a:pt x="4489" y="2"/>
                  </a:cubicBezTo>
                  <a:cubicBezTo>
                    <a:pt x="4508" y="2"/>
                    <a:pt x="4527" y="2"/>
                    <a:pt x="4546" y="2"/>
                  </a:cubicBezTo>
                  <a:cubicBezTo>
                    <a:pt x="4593" y="3"/>
                    <a:pt x="4640" y="3"/>
                    <a:pt x="4688" y="4"/>
                  </a:cubicBezTo>
                  <a:cubicBezTo>
                    <a:pt x="4688" y="26"/>
                    <a:pt x="4688" y="48"/>
                    <a:pt x="4688" y="71"/>
                  </a:cubicBezTo>
                  <a:cubicBezTo>
                    <a:pt x="4710" y="71"/>
                    <a:pt x="4732" y="71"/>
                    <a:pt x="4754" y="71"/>
                  </a:cubicBezTo>
                  <a:cubicBezTo>
                    <a:pt x="4754" y="93"/>
                    <a:pt x="4754" y="115"/>
                    <a:pt x="4754" y="138"/>
                  </a:cubicBezTo>
                  <a:cubicBezTo>
                    <a:pt x="4688" y="138"/>
                    <a:pt x="4622" y="138"/>
                    <a:pt x="4554" y="138"/>
                  </a:cubicBezTo>
                  <a:cubicBezTo>
                    <a:pt x="4554" y="116"/>
                    <a:pt x="4554" y="94"/>
                    <a:pt x="4554" y="71"/>
                  </a:cubicBezTo>
                  <a:cubicBezTo>
                    <a:pt x="4531" y="71"/>
                    <a:pt x="4509" y="71"/>
                    <a:pt x="4487" y="71"/>
                  </a:cubicBezTo>
                  <a:cubicBezTo>
                    <a:pt x="4487" y="93"/>
                    <a:pt x="4487" y="115"/>
                    <a:pt x="4487" y="138"/>
                  </a:cubicBezTo>
                  <a:cubicBezTo>
                    <a:pt x="4199" y="138"/>
                    <a:pt x="3912" y="138"/>
                    <a:pt x="3616" y="138"/>
                  </a:cubicBezTo>
                  <a:cubicBezTo>
                    <a:pt x="3616" y="182"/>
                    <a:pt x="3616" y="226"/>
                    <a:pt x="3616" y="272"/>
                  </a:cubicBezTo>
                  <a:cubicBezTo>
                    <a:pt x="3572" y="272"/>
                    <a:pt x="3528" y="272"/>
                    <a:pt x="3482" y="272"/>
                  </a:cubicBezTo>
                  <a:cubicBezTo>
                    <a:pt x="3482" y="316"/>
                    <a:pt x="3482" y="360"/>
                    <a:pt x="3482" y="406"/>
                  </a:cubicBezTo>
                  <a:cubicBezTo>
                    <a:pt x="3283" y="406"/>
                    <a:pt x="3084" y="406"/>
                    <a:pt x="2879" y="406"/>
                  </a:cubicBezTo>
                  <a:cubicBezTo>
                    <a:pt x="2879" y="361"/>
                    <a:pt x="2879" y="317"/>
                    <a:pt x="2879" y="272"/>
                  </a:cubicBezTo>
                  <a:cubicBezTo>
                    <a:pt x="2813" y="272"/>
                    <a:pt x="2747" y="272"/>
                    <a:pt x="2679" y="272"/>
                  </a:cubicBezTo>
                  <a:cubicBezTo>
                    <a:pt x="2679" y="316"/>
                    <a:pt x="2679" y="360"/>
                    <a:pt x="2679" y="406"/>
                  </a:cubicBezTo>
                  <a:cubicBezTo>
                    <a:pt x="2546" y="406"/>
                    <a:pt x="2413" y="406"/>
                    <a:pt x="2277" y="406"/>
                  </a:cubicBezTo>
                  <a:cubicBezTo>
                    <a:pt x="2277" y="361"/>
                    <a:pt x="2277" y="317"/>
                    <a:pt x="2277" y="272"/>
                  </a:cubicBezTo>
                  <a:cubicBezTo>
                    <a:pt x="2188" y="272"/>
                    <a:pt x="2100" y="272"/>
                    <a:pt x="2009" y="272"/>
                  </a:cubicBezTo>
                  <a:cubicBezTo>
                    <a:pt x="2009" y="316"/>
                    <a:pt x="2009" y="360"/>
                    <a:pt x="2009" y="406"/>
                  </a:cubicBezTo>
                  <a:cubicBezTo>
                    <a:pt x="1854" y="406"/>
                    <a:pt x="1700" y="406"/>
                    <a:pt x="1540" y="406"/>
                  </a:cubicBezTo>
                  <a:cubicBezTo>
                    <a:pt x="1540" y="361"/>
                    <a:pt x="1540" y="317"/>
                    <a:pt x="1540" y="272"/>
                  </a:cubicBezTo>
                  <a:cubicBezTo>
                    <a:pt x="1408" y="272"/>
                    <a:pt x="1275" y="272"/>
                    <a:pt x="1138" y="272"/>
                  </a:cubicBezTo>
                  <a:cubicBezTo>
                    <a:pt x="1138" y="250"/>
                    <a:pt x="1138" y="228"/>
                    <a:pt x="1138" y="205"/>
                  </a:cubicBezTo>
                  <a:cubicBezTo>
                    <a:pt x="1116" y="205"/>
                    <a:pt x="1094" y="205"/>
                    <a:pt x="1071" y="205"/>
                  </a:cubicBezTo>
                  <a:cubicBezTo>
                    <a:pt x="1071" y="183"/>
                    <a:pt x="1071" y="161"/>
                    <a:pt x="1071" y="138"/>
                  </a:cubicBezTo>
                  <a:cubicBezTo>
                    <a:pt x="873" y="138"/>
                    <a:pt x="674" y="138"/>
                    <a:pt x="469" y="138"/>
                  </a:cubicBezTo>
                  <a:cubicBezTo>
                    <a:pt x="469" y="116"/>
                    <a:pt x="469" y="94"/>
                    <a:pt x="469" y="71"/>
                  </a:cubicBezTo>
                  <a:cubicBezTo>
                    <a:pt x="402" y="71"/>
                    <a:pt x="336" y="71"/>
                    <a:pt x="268" y="71"/>
                  </a:cubicBezTo>
                  <a:cubicBezTo>
                    <a:pt x="268" y="93"/>
                    <a:pt x="268" y="115"/>
                    <a:pt x="268" y="138"/>
                  </a:cubicBezTo>
                  <a:cubicBezTo>
                    <a:pt x="179" y="138"/>
                    <a:pt x="91" y="138"/>
                    <a:pt x="0" y="138"/>
                  </a:cubicBezTo>
                  <a:cubicBezTo>
                    <a:pt x="0" y="116"/>
                    <a:pt x="0" y="94"/>
                    <a:pt x="0" y="71"/>
                  </a:cubicBezTo>
                  <a:cubicBezTo>
                    <a:pt x="22" y="71"/>
                    <a:pt x="44" y="71"/>
                    <a:pt x="67" y="71"/>
                  </a:cubicBezTo>
                  <a:cubicBezTo>
                    <a:pt x="67" y="49"/>
                    <a:pt x="67" y="27"/>
                    <a:pt x="67" y="4"/>
                  </a:cubicBezTo>
                  <a:close/>
                </a:path>
              </a:pathLst>
            </a:custGeom>
            <a:solidFill>
              <a:srgbClr val="ACB5E9"/>
            </a:solidFill>
            <a:ln w="425" cap="flat">
              <a:noFill/>
            </a:ln>
          </p:spPr>
        </p:sp>
        <p:sp>
          <p:nvSpPr>
            <p:cNvPr id="1728" name="ICON_HARNESS_DATA_path_012"/>
            <p:cNvSpPr/>
            <p:nvPr/>
          </p:nvSpPr>
          <p:spPr>
            <a:xfrm>
              <a:off x="3150054" y="6586991"/>
              <a:ext cx="9355" cy="10205"/>
            </a:xfrm>
            <a:custGeom>
              <a:avLst/>
              <a:gdLst/>
              <a:ahLst/>
              <a:cxnLst/>
              <a:rect l="0" t="0" r="r" b="b"/>
              <a:pathLst>
                <a:path w="737" h="804" fill="norm" stroke="0">
                  <a:moveTo>
                    <a:pt x="201" y="0"/>
                  </a:moveTo>
                  <a:cubicBezTo>
                    <a:pt x="311" y="0"/>
                    <a:pt x="422" y="0"/>
                    <a:pt x="536" y="0"/>
                  </a:cubicBezTo>
                  <a:cubicBezTo>
                    <a:pt x="536" y="22"/>
                    <a:pt x="536" y="44"/>
                    <a:pt x="536" y="67"/>
                  </a:cubicBezTo>
                  <a:cubicBezTo>
                    <a:pt x="558" y="67"/>
                    <a:pt x="580" y="67"/>
                    <a:pt x="603" y="67"/>
                  </a:cubicBezTo>
                  <a:cubicBezTo>
                    <a:pt x="603" y="89"/>
                    <a:pt x="603" y="111"/>
                    <a:pt x="603" y="134"/>
                  </a:cubicBezTo>
                  <a:cubicBezTo>
                    <a:pt x="625" y="134"/>
                    <a:pt x="647" y="134"/>
                    <a:pt x="670" y="134"/>
                  </a:cubicBezTo>
                  <a:cubicBezTo>
                    <a:pt x="670" y="156"/>
                    <a:pt x="670" y="178"/>
                    <a:pt x="670" y="201"/>
                  </a:cubicBezTo>
                  <a:cubicBezTo>
                    <a:pt x="692" y="201"/>
                    <a:pt x="714" y="201"/>
                    <a:pt x="737" y="201"/>
                  </a:cubicBezTo>
                  <a:cubicBezTo>
                    <a:pt x="737" y="333"/>
                    <a:pt x="737" y="466"/>
                    <a:pt x="737" y="603"/>
                  </a:cubicBezTo>
                  <a:cubicBezTo>
                    <a:pt x="715" y="603"/>
                    <a:pt x="692" y="603"/>
                    <a:pt x="670" y="603"/>
                  </a:cubicBezTo>
                  <a:cubicBezTo>
                    <a:pt x="670" y="625"/>
                    <a:pt x="670" y="647"/>
                    <a:pt x="670" y="670"/>
                  </a:cubicBezTo>
                  <a:cubicBezTo>
                    <a:pt x="648" y="670"/>
                    <a:pt x="625" y="670"/>
                    <a:pt x="603" y="670"/>
                  </a:cubicBezTo>
                  <a:cubicBezTo>
                    <a:pt x="603" y="692"/>
                    <a:pt x="603" y="714"/>
                    <a:pt x="603" y="737"/>
                  </a:cubicBezTo>
                  <a:cubicBezTo>
                    <a:pt x="581" y="737"/>
                    <a:pt x="558" y="737"/>
                    <a:pt x="536" y="737"/>
                  </a:cubicBezTo>
                  <a:cubicBezTo>
                    <a:pt x="536" y="759"/>
                    <a:pt x="536" y="781"/>
                    <a:pt x="536" y="804"/>
                  </a:cubicBezTo>
                  <a:cubicBezTo>
                    <a:pt x="425" y="804"/>
                    <a:pt x="315" y="804"/>
                    <a:pt x="201" y="804"/>
                  </a:cubicBezTo>
                  <a:cubicBezTo>
                    <a:pt x="201" y="781"/>
                    <a:pt x="201" y="759"/>
                    <a:pt x="201" y="737"/>
                  </a:cubicBezTo>
                  <a:cubicBezTo>
                    <a:pt x="179" y="737"/>
                    <a:pt x="157" y="737"/>
                    <a:pt x="134" y="737"/>
                  </a:cubicBezTo>
                  <a:cubicBezTo>
                    <a:pt x="134" y="715"/>
                    <a:pt x="134" y="692"/>
                    <a:pt x="134" y="670"/>
                  </a:cubicBezTo>
                  <a:cubicBezTo>
                    <a:pt x="112" y="670"/>
                    <a:pt x="90" y="670"/>
                    <a:pt x="67" y="670"/>
                  </a:cubicBezTo>
                  <a:cubicBezTo>
                    <a:pt x="67" y="648"/>
                    <a:pt x="67" y="625"/>
                    <a:pt x="67" y="603"/>
                  </a:cubicBezTo>
                  <a:cubicBezTo>
                    <a:pt x="45" y="603"/>
                    <a:pt x="23" y="603"/>
                    <a:pt x="0" y="603"/>
                  </a:cubicBezTo>
                  <a:cubicBezTo>
                    <a:pt x="0" y="470"/>
                    <a:pt x="0" y="337"/>
                    <a:pt x="0" y="201"/>
                  </a:cubicBezTo>
                  <a:cubicBezTo>
                    <a:pt x="22" y="201"/>
                    <a:pt x="44" y="201"/>
                    <a:pt x="67" y="201"/>
                  </a:cubicBezTo>
                  <a:cubicBezTo>
                    <a:pt x="67" y="179"/>
                    <a:pt x="67" y="157"/>
                    <a:pt x="67" y="134"/>
                  </a:cubicBezTo>
                  <a:cubicBezTo>
                    <a:pt x="89" y="134"/>
                    <a:pt x="111" y="134"/>
                    <a:pt x="134" y="134"/>
                  </a:cubicBezTo>
                  <a:cubicBezTo>
                    <a:pt x="134" y="112"/>
                    <a:pt x="134" y="90"/>
                    <a:pt x="134" y="67"/>
                  </a:cubicBezTo>
                  <a:cubicBezTo>
                    <a:pt x="156" y="67"/>
                    <a:pt x="178" y="67"/>
                    <a:pt x="201" y="67"/>
                  </a:cubicBezTo>
                  <a:cubicBezTo>
                    <a:pt x="201" y="45"/>
                    <a:pt x="201" y="23"/>
                    <a:pt x="201" y="0"/>
                  </a:cubicBezTo>
                  <a:close/>
                </a:path>
              </a:pathLst>
            </a:custGeom>
            <a:solidFill>
              <a:srgbClr val="E24798"/>
            </a:solidFill>
            <a:ln w="425" cap="flat">
              <a:noFill/>
            </a:ln>
          </p:spPr>
        </p:sp>
        <p:sp>
          <p:nvSpPr>
            <p:cNvPr id="1729" name="ICON_HARNESS_DATA_path_013"/>
            <p:cNvSpPr/>
            <p:nvPr/>
          </p:nvSpPr>
          <p:spPr>
            <a:xfrm>
              <a:off x="3150054" y="6500246"/>
              <a:ext cx="9355" cy="9355"/>
            </a:xfrm>
            <a:custGeom>
              <a:avLst/>
              <a:gdLst/>
              <a:ahLst/>
              <a:cxnLst/>
              <a:rect l="0" t="0" r="r" b="b"/>
              <a:pathLst>
                <a:path w="737" h="737" fill="norm" stroke="0">
                  <a:moveTo>
                    <a:pt x="201" y="0"/>
                  </a:moveTo>
                  <a:cubicBezTo>
                    <a:pt x="333" y="0"/>
                    <a:pt x="466" y="0"/>
                    <a:pt x="603" y="0"/>
                  </a:cubicBezTo>
                  <a:cubicBezTo>
                    <a:pt x="603" y="22"/>
                    <a:pt x="603" y="44"/>
                    <a:pt x="603" y="67"/>
                  </a:cubicBezTo>
                  <a:cubicBezTo>
                    <a:pt x="625" y="67"/>
                    <a:pt x="647" y="67"/>
                    <a:pt x="670" y="67"/>
                  </a:cubicBezTo>
                  <a:cubicBezTo>
                    <a:pt x="670" y="89"/>
                    <a:pt x="670" y="111"/>
                    <a:pt x="670" y="134"/>
                  </a:cubicBezTo>
                  <a:cubicBezTo>
                    <a:pt x="692" y="134"/>
                    <a:pt x="714" y="134"/>
                    <a:pt x="737" y="134"/>
                  </a:cubicBezTo>
                  <a:cubicBezTo>
                    <a:pt x="737" y="289"/>
                    <a:pt x="737" y="443"/>
                    <a:pt x="737" y="603"/>
                  </a:cubicBezTo>
                  <a:cubicBezTo>
                    <a:pt x="715" y="603"/>
                    <a:pt x="692" y="603"/>
                    <a:pt x="670" y="603"/>
                  </a:cubicBezTo>
                  <a:cubicBezTo>
                    <a:pt x="670" y="625"/>
                    <a:pt x="670" y="647"/>
                    <a:pt x="670" y="670"/>
                  </a:cubicBezTo>
                  <a:cubicBezTo>
                    <a:pt x="648" y="670"/>
                    <a:pt x="625" y="670"/>
                    <a:pt x="603" y="670"/>
                  </a:cubicBezTo>
                  <a:cubicBezTo>
                    <a:pt x="603" y="692"/>
                    <a:pt x="603" y="714"/>
                    <a:pt x="603" y="737"/>
                  </a:cubicBezTo>
                  <a:cubicBezTo>
                    <a:pt x="448" y="737"/>
                    <a:pt x="293" y="737"/>
                    <a:pt x="134" y="737"/>
                  </a:cubicBezTo>
                  <a:cubicBezTo>
                    <a:pt x="134" y="715"/>
                    <a:pt x="134" y="692"/>
                    <a:pt x="134" y="670"/>
                  </a:cubicBezTo>
                  <a:cubicBezTo>
                    <a:pt x="112" y="670"/>
                    <a:pt x="90" y="670"/>
                    <a:pt x="67" y="670"/>
                  </a:cubicBezTo>
                  <a:cubicBezTo>
                    <a:pt x="67" y="648"/>
                    <a:pt x="67" y="625"/>
                    <a:pt x="67" y="603"/>
                  </a:cubicBezTo>
                  <a:cubicBezTo>
                    <a:pt x="45" y="603"/>
                    <a:pt x="23" y="603"/>
                    <a:pt x="0" y="603"/>
                  </a:cubicBezTo>
                  <a:cubicBezTo>
                    <a:pt x="0" y="470"/>
                    <a:pt x="0" y="338"/>
                    <a:pt x="0" y="201"/>
                  </a:cubicBezTo>
                  <a:cubicBezTo>
                    <a:pt x="22" y="201"/>
                    <a:pt x="44" y="201"/>
                    <a:pt x="67" y="201"/>
                  </a:cubicBezTo>
                  <a:cubicBezTo>
                    <a:pt x="67" y="179"/>
                    <a:pt x="67" y="157"/>
                    <a:pt x="67" y="134"/>
                  </a:cubicBezTo>
                  <a:cubicBezTo>
                    <a:pt x="89" y="134"/>
                    <a:pt x="111" y="134"/>
                    <a:pt x="134" y="134"/>
                  </a:cubicBezTo>
                  <a:cubicBezTo>
                    <a:pt x="134" y="112"/>
                    <a:pt x="134" y="90"/>
                    <a:pt x="134" y="67"/>
                  </a:cubicBezTo>
                  <a:cubicBezTo>
                    <a:pt x="156" y="67"/>
                    <a:pt x="178" y="67"/>
                    <a:pt x="201" y="67"/>
                  </a:cubicBezTo>
                  <a:cubicBezTo>
                    <a:pt x="201" y="45"/>
                    <a:pt x="201" y="23"/>
                    <a:pt x="201" y="0"/>
                  </a:cubicBezTo>
                  <a:close/>
                </a:path>
              </a:pathLst>
            </a:custGeom>
            <a:solidFill>
              <a:srgbClr val="E24798"/>
            </a:solidFill>
            <a:ln w="425" cap="flat">
              <a:noFill/>
            </a:ln>
          </p:spPr>
        </p:sp>
        <p:sp>
          <p:nvSpPr>
            <p:cNvPr id="1730" name="ICON_HARNESS_DATA_path_014"/>
            <p:cNvSpPr/>
            <p:nvPr/>
          </p:nvSpPr>
          <p:spPr>
            <a:xfrm>
              <a:off x="3150054" y="6543618"/>
              <a:ext cx="9355" cy="9355"/>
            </a:xfrm>
            <a:custGeom>
              <a:avLst/>
              <a:gdLst/>
              <a:ahLst/>
              <a:cxnLst/>
              <a:rect l="0" t="0" r="r" b="b"/>
              <a:pathLst>
                <a:path w="737" h="737" fill="norm" stroke="0">
                  <a:moveTo>
                    <a:pt x="134" y="0"/>
                  </a:moveTo>
                  <a:cubicBezTo>
                    <a:pt x="289" y="0"/>
                    <a:pt x="443" y="0"/>
                    <a:pt x="603" y="0"/>
                  </a:cubicBezTo>
                  <a:cubicBezTo>
                    <a:pt x="603" y="22"/>
                    <a:pt x="603" y="44"/>
                    <a:pt x="603" y="67"/>
                  </a:cubicBezTo>
                  <a:cubicBezTo>
                    <a:pt x="625" y="67"/>
                    <a:pt x="647" y="67"/>
                    <a:pt x="670" y="67"/>
                  </a:cubicBezTo>
                  <a:cubicBezTo>
                    <a:pt x="670" y="89"/>
                    <a:pt x="670" y="111"/>
                    <a:pt x="670" y="134"/>
                  </a:cubicBezTo>
                  <a:cubicBezTo>
                    <a:pt x="692" y="134"/>
                    <a:pt x="714" y="134"/>
                    <a:pt x="737" y="134"/>
                  </a:cubicBezTo>
                  <a:cubicBezTo>
                    <a:pt x="737" y="267"/>
                    <a:pt x="737" y="399"/>
                    <a:pt x="737" y="536"/>
                  </a:cubicBezTo>
                  <a:cubicBezTo>
                    <a:pt x="715" y="536"/>
                    <a:pt x="692" y="536"/>
                    <a:pt x="670" y="536"/>
                  </a:cubicBezTo>
                  <a:cubicBezTo>
                    <a:pt x="670" y="558"/>
                    <a:pt x="670" y="580"/>
                    <a:pt x="670" y="603"/>
                  </a:cubicBezTo>
                  <a:cubicBezTo>
                    <a:pt x="648" y="603"/>
                    <a:pt x="625" y="603"/>
                    <a:pt x="603" y="603"/>
                  </a:cubicBezTo>
                  <a:cubicBezTo>
                    <a:pt x="603" y="625"/>
                    <a:pt x="603" y="647"/>
                    <a:pt x="603" y="670"/>
                  </a:cubicBezTo>
                  <a:cubicBezTo>
                    <a:pt x="581" y="670"/>
                    <a:pt x="558" y="670"/>
                    <a:pt x="536" y="670"/>
                  </a:cubicBezTo>
                  <a:cubicBezTo>
                    <a:pt x="536" y="692"/>
                    <a:pt x="536" y="714"/>
                    <a:pt x="536" y="737"/>
                  </a:cubicBezTo>
                  <a:cubicBezTo>
                    <a:pt x="425" y="737"/>
                    <a:pt x="315" y="737"/>
                    <a:pt x="201" y="737"/>
                  </a:cubicBezTo>
                  <a:cubicBezTo>
                    <a:pt x="201" y="715"/>
                    <a:pt x="201" y="692"/>
                    <a:pt x="201" y="670"/>
                  </a:cubicBezTo>
                  <a:cubicBezTo>
                    <a:pt x="179" y="670"/>
                    <a:pt x="157" y="670"/>
                    <a:pt x="134" y="670"/>
                  </a:cubicBezTo>
                  <a:cubicBezTo>
                    <a:pt x="134" y="648"/>
                    <a:pt x="134" y="625"/>
                    <a:pt x="134" y="603"/>
                  </a:cubicBezTo>
                  <a:cubicBezTo>
                    <a:pt x="112" y="603"/>
                    <a:pt x="90" y="603"/>
                    <a:pt x="67" y="603"/>
                  </a:cubicBezTo>
                  <a:cubicBezTo>
                    <a:pt x="67" y="581"/>
                    <a:pt x="67" y="558"/>
                    <a:pt x="67" y="536"/>
                  </a:cubicBezTo>
                  <a:cubicBezTo>
                    <a:pt x="45" y="536"/>
                    <a:pt x="23" y="536"/>
                    <a:pt x="0" y="536"/>
                  </a:cubicBezTo>
                  <a:cubicBezTo>
                    <a:pt x="0" y="425"/>
                    <a:pt x="0" y="315"/>
                    <a:pt x="0" y="201"/>
                  </a:cubicBezTo>
                  <a:cubicBezTo>
                    <a:pt x="22" y="201"/>
                    <a:pt x="44" y="201"/>
                    <a:pt x="67" y="201"/>
                  </a:cubicBezTo>
                  <a:cubicBezTo>
                    <a:pt x="67" y="157"/>
                    <a:pt x="67" y="112"/>
                    <a:pt x="67" y="67"/>
                  </a:cubicBezTo>
                  <a:cubicBezTo>
                    <a:pt x="89" y="67"/>
                    <a:pt x="111" y="67"/>
                    <a:pt x="134" y="67"/>
                  </a:cubicBezTo>
                  <a:cubicBezTo>
                    <a:pt x="134" y="45"/>
                    <a:pt x="134" y="23"/>
                    <a:pt x="134" y="0"/>
                  </a:cubicBezTo>
                  <a:close/>
                </a:path>
              </a:pathLst>
            </a:custGeom>
            <a:solidFill>
              <a:srgbClr val="E24798"/>
            </a:solidFill>
            <a:ln w="425" cap="flat">
              <a:noFill/>
            </a:ln>
          </p:spPr>
        </p:sp>
        <p:sp>
          <p:nvSpPr>
            <p:cNvPr id="1731" name="ICON_HARNESS_DATA_path_015"/>
            <p:cNvSpPr/>
            <p:nvPr/>
          </p:nvSpPr>
          <p:spPr>
            <a:xfrm>
              <a:off x="3121989" y="6439013"/>
              <a:ext cx="14458" cy="4301"/>
            </a:xfrm>
            <a:custGeom>
              <a:avLst/>
              <a:gdLst/>
              <a:ahLst/>
              <a:cxnLst/>
              <a:rect l="0" t="0" r="r" b="b"/>
              <a:pathLst>
                <a:path w="1138" h="339" fill="norm" stroke="0">
                  <a:moveTo>
                    <a:pt x="0" y="0"/>
                  </a:moveTo>
                  <a:cubicBezTo>
                    <a:pt x="66" y="0"/>
                    <a:pt x="133" y="0"/>
                    <a:pt x="201" y="0"/>
                  </a:cubicBezTo>
                  <a:cubicBezTo>
                    <a:pt x="201" y="44"/>
                    <a:pt x="201" y="88"/>
                    <a:pt x="201" y="134"/>
                  </a:cubicBezTo>
                  <a:cubicBezTo>
                    <a:pt x="378" y="134"/>
                    <a:pt x="554" y="134"/>
                    <a:pt x="737" y="134"/>
                  </a:cubicBezTo>
                  <a:cubicBezTo>
                    <a:pt x="737" y="156"/>
                    <a:pt x="737" y="178"/>
                    <a:pt x="737" y="201"/>
                  </a:cubicBezTo>
                  <a:cubicBezTo>
                    <a:pt x="781" y="201"/>
                    <a:pt x="825" y="201"/>
                    <a:pt x="871" y="201"/>
                  </a:cubicBezTo>
                  <a:cubicBezTo>
                    <a:pt x="871" y="223"/>
                    <a:pt x="871" y="245"/>
                    <a:pt x="871" y="268"/>
                  </a:cubicBezTo>
                  <a:cubicBezTo>
                    <a:pt x="959" y="268"/>
                    <a:pt x="1047" y="268"/>
                    <a:pt x="1138" y="268"/>
                  </a:cubicBezTo>
                  <a:cubicBezTo>
                    <a:pt x="1138" y="290"/>
                    <a:pt x="1138" y="312"/>
                    <a:pt x="1138" y="335"/>
                  </a:cubicBezTo>
                  <a:cubicBezTo>
                    <a:pt x="1082" y="336"/>
                    <a:pt x="1025" y="336"/>
                    <a:pt x="969" y="337"/>
                  </a:cubicBezTo>
                  <a:cubicBezTo>
                    <a:pt x="949" y="337"/>
                    <a:pt x="930" y="337"/>
                    <a:pt x="911" y="337"/>
                  </a:cubicBezTo>
                  <a:cubicBezTo>
                    <a:pt x="883" y="338"/>
                    <a:pt x="855" y="338"/>
                    <a:pt x="828" y="338"/>
                  </a:cubicBezTo>
                  <a:cubicBezTo>
                    <a:pt x="819" y="338"/>
                    <a:pt x="811" y="338"/>
                    <a:pt x="802" y="339"/>
                  </a:cubicBezTo>
                  <a:cubicBezTo>
                    <a:pt x="777" y="339"/>
                    <a:pt x="777" y="339"/>
                    <a:pt x="737" y="335"/>
                  </a:cubicBezTo>
                  <a:cubicBezTo>
                    <a:pt x="726" y="324"/>
                    <a:pt x="715" y="313"/>
                    <a:pt x="703" y="301"/>
                  </a:cubicBezTo>
                  <a:cubicBezTo>
                    <a:pt x="672" y="296"/>
                    <a:pt x="672" y="296"/>
                    <a:pt x="635" y="294"/>
                  </a:cubicBezTo>
                  <a:cubicBezTo>
                    <a:pt x="621" y="294"/>
                    <a:pt x="607" y="293"/>
                    <a:pt x="592" y="292"/>
                  </a:cubicBezTo>
                  <a:cubicBezTo>
                    <a:pt x="585" y="292"/>
                    <a:pt x="585" y="292"/>
                    <a:pt x="546" y="291"/>
                  </a:cubicBezTo>
                  <a:cubicBezTo>
                    <a:pt x="530" y="290"/>
                    <a:pt x="515" y="289"/>
                    <a:pt x="499" y="289"/>
                  </a:cubicBezTo>
                  <a:cubicBezTo>
                    <a:pt x="458" y="287"/>
                    <a:pt x="416" y="285"/>
                    <a:pt x="375" y="284"/>
                  </a:cubicBezTo>
                  <a:cubicBezTo>
                    <a:pt x="333" y="282"/>
                    <a:pt x="290" y="280"/>
                    <a:pt x="248" y="278"/>
                  </a:cubicBezTo>
                  <a:cubicBezTo>
                    <a:pt x="166" y="275"/>
                    <a:pt x="83" y="271"/>
                    <a:pt x="0" y="268"/>
                  </a:cubicBezTo>
                  <a:cubicBezTo>
                    <a:pt x="0" y="179"/>
                    <a:pt x="0" y="91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25" cap="flat">
              <a:noFill/>
            </a:ln>
          </p:spPr>
        </p:sp>
        <p:sp>
          <p:nvSpPr>
            <p:cNvPr id="1732" name="ICON_HARNESS_DATA_path_016"/>
            <p:cNvSpPr/>
            <p:nvPr/>
          </p:nvSpPr>
          <p:spPr>
            <a:xfrm>
              <a:off x="3083719" y="6439013"/>
              <a:ext cx="7654" cy="3402"/>
            </a:xfrm>
            <a:custGeom>
              <a:avLst/>
              <a:gdLst/>
              <a:ahLst/>
              <a:cxnLst/>
              <a:rect l="0" t="0" r="r" b="b"/>
              <a:pathLst>
                <a:path w="603" h="268" fill="norm" stroke="0">
                  <a:moveTo>
                    <a:pt x="67" y="0"/>
                  </a:moveTo>
                  <a:cubicBezTo>
                    <a:pt x="244" y="0"/>
                    <a:pt x="421" y="0"/>
                    <a:pt x="603" y="0"/>
                  </a:cubicBezTo>
                  <a:cubicBezTo>
                    <a:pt x="603" y="66"/>
                    <a:pt x="603" y="133"/>
                    <a:pt x="603" y="201"/>
                  </a:cubicBezTo>
                  <a:cubicBezTo>
                    <a:pt x="581" y="201"/>
                    <a:pt x="558" y="201"/>
                    <a:pt x="536" y="201"/>
                  </a:cubicBezTo>
                  <a:cubicBezTo>
                    <a:pt x="536" y="223"/>
                    <a:pt x="536" y="245"/>
                    <a:pt x="536" y="268"/>
                  </a:cubicBezTo>
                  <a:cubicBezTo>
                    <a:pt x="359" y="268"/>
                    <a:pt x="182" y="268"/>
                    <a:pt x="0" y="268"/>
                  </a:cubicBezTo>
                  <a:cubicBezTo>
                    <a:pt x="0" y="224"/>
                    <a:pt x="0" y="179"/>
                    <a:pt x="0" y="134"/>
                  </a:cubicBezTo>
                  <a:cubicBezTo>
                    <a:pt x="22" y="134"/>
                    <a:pt x="44" y="134"/>
                    <a:pt x="67" y="134"/>
                  </a:cubicBezTo>
                  <a:cubicBezTo>
                    <a:pt x="67" y="90"/>
                    <a:pt x="67" y="46"/>
                    <a:pt x="67" y="0"/>
                  </a:cubicBezTo>
                  <a:close/>
                </a:path>
              </a:pathLst>
            </a:custGeom>
            <a:solidFill>
              <a:srgbClr val="ACB5E9"/>
            </a:solidFill>
            <a:ln w="425" cap="flat">
              <a:noFill/>
            </a:ln>
          </p:spPr>
        </p:sp>
        <p:sp>
          <p:nvSpPr>
            <p:cNvPr id="1733" name="ICON_HARNESS_DATA_path_017"/>
            <p:cNvSpPr/>
            <p:nvPr/>
          </p:nvSpPr>
          <p:spPr>
            <a:xfrm>
              <a:off x="3056504" y="6616757"/>
              <a:ext cx="13607" cy="3402"/>
            </a:xfrm>
            <a:custGeom>
              <a:avLst/>
              <a:gdLst/>
              <a:ahLst/>
              <a:cxnLst/>
              <a:rect l="0" t="0" r="r" b="b"/>
              <a:pathLst>
                <a:path w="1071" h="268" fill="norm" stroke="0">
                  <a:moveTo>
                    <a:pt x="0" y="0"/>
                  </a:moveTo>
                  <a:cubicBezTo>
                    <a:pt x="66" y="0"/>
                    <a:pt x="133" y="0"/>
                    <a:pt x="201" y="0"/>
                  </a:cubicBezTo>
                  <a:cubicBezTo>
                    <a:pt x="201" y="22"/>
                    <a:pt x="201" y="44"/>
                    <a:pt x="201" y="67"/>
                  </a:cubicBezTo>
                  <a:cubicBezTo>
                    <a:pt x="209" y="67"/>
                    <a:pt x="217" y="67"/>
                    <a:pt x="225" y="66"/>
                  </a:cubicBezTo>
                  <a:cubicBezTo>
                    <a:pt x="261" y="66"/>
                    <a:pt x="297" y="65"/>
                    <a:pt x="333" y="65"/>
                  </a:cubicBezTo>
                  <a:cubicBezTo>
                    <a:pt x="345" y="65"/>
                    <a:pt x="358" y="64"/>
                    <a:pt x="371" y="64"/>
                  </a:cubicBezTo>
                  <a:cubicBezTo>
                    <a:pt x="383" y="64"/>
                    <a:pt x="395" y="64"/>
                    <a:pt x="407" y="64"/>
                  </a:cubicBezTo>
                  <a:cubicBezTo>
                    <a:pt x="418" y="64"/>
                    <a:pt x="429" y="63"/>
                    <a:pt x="440" y="63"/>
                  </a:cubicBezTo>
                  <a:cubicBezTo>
                    <a:pt x="469" y="67"/>
                    <a:pt x="469" y="67"/>
                    <a:pt x="502" y="100"/>
                  </a:cubicBezTo>
                  <a:cubicBezTo>
                    <a:pt x="534" y="107"/>
                    <a:pt x="534" y="107"/>
                    <a:pt x="571" y="111"/>
                  </a:cubicBezTo>
                  <a:cubicBezTo>
                    <a:pt x="585" y="112"/>
                    <a:pt x="598" y="114"/>
                    <a:pt x="612" y="115"/>
                  </a:cubicBezTo>
                  <a:cubicBezTo>
                    <a:pt x="626" y="117"/>
                    <a:pt x="640" y="118"/>
                    <a:pt x="655" y="119"/>
                  </a:cubicBezTo>
                  <a:cubicBezTo>
                    <a:pt x="669" y="121"/>
                    <a:pt x="683" y="122"/>
                    <a:pt x="698" y="124"/>
                  </a:cubicBezTo>
                  <a:cubicBezTo>
                    <a:pt x="733" y="127"/>
                    <a:pt x="768" y="131"/>
                    <a:pt x="804" y="134"/>
                  </a:cubicBezTo>
                  <a:cubicBezTo>
                    <a:pt x="804" y="156"/>
                    <a:pt x="804" y="178"/>
                    <a:pt x="804" y="201"/>
                  </a:cubicBezTo>
                  <a:cubicBezTo>
                    <a:pt x="892" y="201"/>
                    <a:pt x="980" y="201"/>
                    <a:pt x="1071" y="201"/>
                  </a:cubicBezTo>
                  <a:cubicBezTo>
                    <a:pt x="1071" y="223"/>
                    <a:pt x="1071" y="245"/>
                    <a:pt x="1071" y="268"/>
                  </a:cubicBezTo>
                  <a:cubicBezTo>
                    <a:pt x="939" y="268"/>
                    <a:pt x="806" y="268"/>
                    <a:pt x="670" y="268"/>
                  </a:cubicBezTo>
                  <a:cubicBezTo>
                    <a:pt x="670" y="246"/>
                    <a:pt x="670" y="224"/>
                    <a:pt x="670" y="201"/>
                  </a:cubicBezTo>
                  <a:cubicBezTo>
                    <a:pt x="471" y="201"/>
                    <a:pt x="272" y="201"/>
                    <a:pt x="67" y="201"/>
                  </a:cubicBezTo>
                  <a:cubicBezTo>
                    <a:pt x="67" y="179"/>
                    <a:pt x="67" y="157"/>
                    <a:pt x="67" y="134"/>
                  </a:cubicBezTo>
                  <a:cubicBezTo>
                    <a:pt x="45" y="134"/>
                    <a:pt x="23" y="134"/>
                    <a:pt x="0" y="134"/>
                  </a:cubicBezTo>
                  <a:cubicBezTo>
                    <a:pt x="0" y="90"/>
                    <a:pt x="0" y="46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25" cap="flat">
              <a:noFill/>
            </a:ln>
          </p:spPr>
        </p:sp>
        <p:sp>
          <p:nvSpPr>
            <p:cNvPr id="1734" name="ICON_HARNESS_DATA_path_018"/>
            <p:cNvSpPr/>
            <p:nvPr/>
          </p:nvSpPr>
          <p:spPr>
            <a:xfrm>
              <a:off x="3138147" y="6442415"/>
              <a:ext cx="8504" cy="2600"/>
            </a:xfrm>
            <a:custGeom>
              <a:avLst/>
              <a:gdLst/>
              <a:ahLst/>
              <a:cxnLst/>
              <a:rect l="0" t="0" r="r" b="b"/>
              <a:pathLst>
                <a:path w="670" h="205" fill="norm" stroke="0">
                  <a:moveTo>
                    <a:pt x="0" y="0"/>
                  </a:moveTo>
                  <a:cubicBezTo>
                    <a:pt x="133" y="0"/>
                    <a:pt x="265" y="0"/>
                    <a:pt x="402" y="0"/>
                  </a:cubicBezTo>
                  <a:cubicBezTo>
                    <a:pt x="402" y="22"/>
                    <a:pt x="402" y="44"/>
                    <a:pt x="402" y="67"/>
                  </a:cubicBezTo>
                  <a:cubicBezTo>
                    <a:pt x="490" y="67"/>
                    <a:pt x="579" y="67"/>
                    <a:pt x="670" y="67"/>
                  </a:cubicBezTo>
                  <a:cubicBezTo>
                    <a:pt x="670" y="111"/>
                    <a:pt x="670" y="155"/>
                    <a:pt x="670" y="201"/>
                  </a:cubicBezTo>
                  <a:cubicBezTo>
                    <a:pt x="626" y="202"/>
                    <a:pt x="582" y="202"/>
                    <a:pt x="538" y="203"/>
                  </a:cubicBezTo>
                  <a:cubicBezTo>
                    <a:pt x="525" y="203"/>
                    <a:pt x="513" y="204"/>
                    <a:pt x="500" y="204"/>
                  </a:cubicBezTo>
                  <a:cubicBezTo>
                    <a:pt x="488" y="204"/>
                    <a:pt x="476" y="204"/>
                    <a:pt x="464" y="204"/>
                  </a:cubicBezTo>
                  <a:cubicBezTo>
                    <a:pt x="453" y="204"/>
                    <a:pt x="442" y="205"/>
                    <a:pt x="430" y="205"/>
                  </a:cubicBezTo>
                  <a:cubicBezTo>
                    <a:pt x="402" y="201"/>
                    <a:pt x="402" y="201"/>
                    <a:pt x="368" y="167"/>
                  </a:cubicBezTo>
                  <a:cubicBezTo>
                    <a:pt x="331" y="161"/>
                    <a:pt x="331" y="161"/>
                    <a:pt x="284" y="157"/>
                  </a:cubicBezTo>
                  <a:cubicBezTo>
                    <a:pt x="268" y="155"/>
                    <a:pt x="251" y="154"/>
                    <a:pt x="234" y="153"/>
                  </a:cubicBezTo>
                  <a:cubicBezTo>
                    <a:pt x="217" y="151"/>
                    <a:pt x="200" y="150"/>
                    <a:pt x="182" y="149"/>
                  </a:cubicBezTo>
                  <a:cubicBezTo>
                    <a:pt x="164" y="147"/>
                    <a:pt x="147" y="146"/>
                    <a:pt x="129" y="144"/>
                  </a:cubicBezTo>
                  <a:cubicBezTo>
                    <a:pt x="86" y="141"/>
                    <a:pt x="43" y="137"/>
                    <a:pt x="0" y="134"/>
                  </a:cubicBezTo>
                  <a:cubicBezTo>
                    <a:pt x="0" y="90"/>
                    <a:pt x="0" y="46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25" cap="flat">
              <a:noFill/>
            </a:ln>
          </p:spPr>
        </p:sp>
        <p:sp>
          <p:nvSpPr>
            <p:cNvPr id="1735" name="ICON_HARNESS_DATA_path_019"/>
            <p:cNvSpPr/>
            <p:nvPr/>
          </p:nvSpPr>
          <p:spPr>
            <a:xfrm>
              <a:off x="3176417" y="6603947"/>
              <a:ext cx="5103" cy="6006"/>
            </a:xfrm>
            <a:custGeom>
              <a:avLst/>
              <a:gdLst/>
              <a:ahLst/>
              <a:cxnLst/>
              <a:rect l="0" t="0" r="r" b="b"/>
              <a:pathLst>
                <a:path w="402" h="473" fill="norm" stroke="0">
                  <a:moveTo>
                    <a:pt x="268" y="4"/>
                  </a:moveTo>
                  <a:cubicBezTo>
                    <a:pt x="303" y="0"/>
                    <a:pt x="303" y="0"/>
                    <a:pt x="335" y="4"/>
                  </a:cubicBezTo>
                  <a:cubicBezTo>
                    <a:pt x="335" y="26"/>
                    <a:pt x="335" y="48"/>
                    <a:pt x="335" y="71"/>
                  </a:cubicBezTo>
                  <a:cubicBezTo>
                    <a:pt x="357" y="71"/>
                    <a:pt x="379" y="71"/>
                    <a:pt x="402" y="71"/>
                  </a:cubicBezTo>
                  <a:cubicBezTo>
                    <a:pt x="402" y="93"/>
                    <a:pt x="402" y="115"/>
                    <a:pt x="402" y="138"/>
                  </a:cubicBezTo>
                  <a:cubicBezTo>
                    <a:pt x="380" y="138"/>
                    <a:pt x="358" y="138"/>
                    <a:pt x="335" y="138"/>
                  </a:cubicBezTo>
                  <a:cubicBezTo>
                    <a:pt x="335" y="182"/>
                    <a:pt x="335" y="227"/>
                    <a:pt x="335" y="272"/>
                  </a:cubicBezTo>
                  <a:cubicBezTo>
                    <a:pt x="313" y="272"/>
                    <a:pt x="291" y="272"/>
                    <a:pt x="268" y="272"/>
                  </a:cubicBezTo>
                  <a:cubicBezTo>
                    <a:pt x="268" y="294"/>
                    <a:pt x="268" y="316"/>
                    <a:pt x="268" y="339"/>
                  </a:cubicBezTo>
                  <a:cubicBezTo>
                    <a:pt x="246" y="339"/>
                    <a:pt x="224" y="339"/>
                    <a:pt x="201" y="339"/>
                  </a:cubicBezTo>
                  <a:cubicBezTo>
                    <a:pt x="201" y="361"/>
                    <a:pt x="201" y="383"/>
                    <a:pt x="201" y="406"/>
                  </a:cubicBezTo>
                  <a:cubicBezTo>
                    <a:pt x="179" y="406"/>
                    <a:pt x="157" y="406"/>
                    <a:pt x="134" y="406"/>
                  </a:cubicBezTo>
                  <a:cubicBezTo>
                    <a:pt x="134" y="428"/>
                    <a:pt x="134" y="450"/>
                    <a:pt x="134" y="473"/>
                  </a:cubicBezTo>
                  <a:cubicBezTo>
                    <a:pt x="112" y="473"/>
                    <a:pt x="90" y="473"/>
                    <a:pt x="67" y="473"/>
                  </a:cubicBezTo>
                  <a:cubicBezTo>
                    <a:pt x="67" y="429"/>
                    <a:pt x="67" y="385"/>
                    <a:pt x="67" y="339"/>
                  </a:cubicBezTo>
                  <a:cubicBezTo>
                    <a:pt x="45" y="339"/>
                    <a:pt x="23" y="339"/>
                    <a:pt x="0" y="339"/>
                  </a:cubicBezTo>
                  <a:cubicBezTo>
                    <a:pt x="9" y="317"/>
                    <a:pt x="19" y="294"/>
                    <a:pt x="29" y="272"/>
                  </a:cubicBezTo>
                  <a:cubicBezTo>
                    <a:pt x="35" y="260"/>
                    <a:pt x="40" y="247"/>
                    <a:pt x="46" y="234"/>
                  </a:cubicBezTo>
                  <a:cubicBezTo>
                    <a:pt x="53" y="225"/>
                    <a:pt x="60" y="215"/>
                    <a:pt x="67" y="205"/>
                  </a:cubicBezTo>
                  <a:cubicBezTo>
                    <a:pt x="103" y="201"/>
                    <a:pt x="103" y="201"/>
                    <a:pt x="134" y="205"/>
                  </a:cubicBezTo>
                  <a:cubicBezTo>
                    <a:pt x="134" y="183"/>
                    <a:pt x="134" y="161"/>
                    <a:pt x="134" y="138"/>
                  </a:cubicBezTo>
                  <a:cubicBezTo>
                    <a:pt x="144" y="139"/>
                    <a:pt x="155" y="141"/>
                    <a:pt x="165" y="142"/>
                  </a:cubicBezTo>
                  <a:cubicBezTo>
                    <a:pt x="171" y="142"/>
                    <a:pt x="171" y="142"/>
                    <a:pt x="201" y="138"/>
                  </a:cubicBezTo>
                  <a:cubicBezTo>
                    <a:pt x="220" y="109"/>
                    <a:pt x="220" y="109"/>
                    <a:pt x="234" y="71"/>
                  </a:cubicBezTo>
                  <a:cubicBezTo>
                    <a:pt x="249" y="33"/>
                    <a:pt x="249" y="33"/>
                    <a:pt x="268" y="4"/>
                  </a:cubicBezTo>
                  <a:close/>
                </a:path>
              </a:pathLst>
            </a:custGeom>
            <a:solidFill>
              <a:srgbClr val="ACB5E9"/>
            </a:solidFill>
            <a:ln w="425" cap="flat">
              <a:noFill/>
            </a:ln>
          </p:spPr>
        </p:sp>
      </p:grpSp>
      <p:grpSp>
        <p:nvGrpSpPr>
          <p:cNvPr id="1736" name="ICON_HARNESS_GEAR"/>
          <p:cNvGrpSpPr/>
          <p:nvPr/>
        </p:nvGrpSpPr>
        <p:grpSpPr>
          <a:xfrm>
            <a:off x="4714875" y="6405562"/>
            <a:ext cx="214312" cy="222250"/>
            <a:chOff x="4714875" y="6405562"/>
            <a:chExt cx="214312" cy="222250"/>
          </a:xfrm>
        </p:grpSpPr>
        <p:sp>
          <p:nvSpPr>
            <p:cNvPr id="1737" name="ICON_HARNESS_GEAR_path_001"/>
            <p:cNvSpPr/>
            <p:nvPr/>
          </p:nvSpPr>
          <p:spPr>
            <a:xfrm>
              <a:off x="4726008" y="6420664"/>
              <a:ext cx="192046" cy="189263"/>
            </a:xfrm>
            <a:custGeom>
              <a:avLst/>
              <a:gdLst/>
              <a:ahLst/>
              <a:cxnLst/>
              <a:rect l="0" t="0" r="r" b="b"/>
              <a:pathLst>
                <a:path w="15122" h="14903" fill="norm" stroke="0">
                  <a:moveTo>
                    <a:pt x="6721" y="0"/>
                  </a:moveTo>
                  <a:cubicBezTo>
                    <a:pt x="6793" y="0"/>
                    <a:pt x="6865" y="0"/>
                    <a:pt x="6940" y="0"/>
                  </a:cubicBezTo>
                  <a:cubicBezTo>
                    <a:pt x="6940" y="24"/>
                    <a:pt x="6940" y="48"/>
                    <a:pt x="6940" y="73"/>
                  </a:cubicBezTo>
                  <a:cubicBezTo>
                    <a:pt x="7229" y="73"/>
                    <a:pt x="7519" y="73"/>
                    <a:pt x="7817" y="73"/>
                  </a:cubicBezTo>
                  <a:cubicBezTo>
                    <a:pt x="7817" y="49"/>
                    <a:pt x="7817" y="25"/>
                    <a:pt x="7817" y="0"/>
                  </a:cubicBezTo>
                  <a:cubicBezTo>
                    <a:pt x="8034" y="0"/>
                    <a:pt x="8250" y="0"/>
                    <a:pt x="8474" y="0"/>
                  </a:cubicBezTo>
                  <a:cubicBezTo>
                    <a:pt x="8474" y="24"/>
                    <a:pt x="8474" y="48"/>
                    <a:pt x="8474" y="73"/>
                  </a:cubicBezTo>
                  <a:cubicBezTo>
                    <a:pt x="8522" y="73"/>
                    <a:pt x="8570" y="73"/>
                    <a:pt x="8620" y="73"/>
                  </a:cubicBezTo>
                  <a:cubicBezTo>
                    <a:pt x="8620" y="97"/>
                    <a:pt x="8620" y="121"/>
                    <a:pt x="8620" y="146"/>
                  </a:cubicBezTo>
                  <a:cubicBezTo>
                    <a:pt x="8644" y="146"/>
                    <a:pt x="8668" y="146"/>
                    <a:pt x="8693" y="146"/>
                  </a:cubicBezTo>
                  <a:cubicBezTo>
                    <a:pt x="8693" y="194"/>
                    <a:pt x="8693" y="243"/>
                    <a:pt x="8693" y="292"/>
                  </a:cubicBezTo>
                  <a:cubicBezTo>
                    <a:pt x="8717" y="292"/>
                    <a:pt x="8741" y="292"/>
                    <a:pt x="8766" y="292"/>
                  </a:cubicBezTo>
                  <a:cubicBezTo>
                    <a:pt x="8766" y="437"/>
                    <a:pt x="8766" y="581"/>
                    <a:pt x="8766" y="731"/>
                  </a:cubicBezTo>
                  <a:cubicBezTo>
                    <a:pt x="8790" y="731"/>
                    <a:pt x="8814" y="731"/>
                    <a:pt x="8839" y="731"/>
                  </a:cubicBezTo>
                  <a:cubicBezTo>
                    <a:pt x="8839" y="899"/>
                    <a:pt x="8839" y="1068"/>
                    <a:pt x="8839" y="1242"/>
                  </a:cubicBezTo>
                  <a:cubicBezTo>
                    <a:pt x="8863" y="1242"/>
                    <a:pt x="8887" y="1242"/>
                    <a:pt x="8912" y="1242"/>
                  </a:cubicBezTo>
                  <a:cubicBezTo>
                    <a:pt x="8912" y="1338"/>
                    <a:pt x="8912" y="1435"/>
                    <a:pt x="8912" y="1534"/>
                  </a:cubicBezTo>
                  <a:cubicBezTo>
                    <a:pt x="8936" y="1534"/>
                    <a:pt x="8961" y="1534"/>
                    <a:pt x="8985" y="1534"/>
                  </a:cubicBezTo>
                  <a:cubicBezTo>
                    <a:pt x="8985" y="1558"/>
                    <a:pt x="8985" y="1582"/>
                    <a:pt x="8985" y="1607"/>
                  </a:cubicBezTo>
                  <a:cubicBezTo>
                    <a:pt x="9009" y="1607"/>
                    <a:pt x="9034" y="1607"/>
                    <a:pt x="9058" y="1607"/>
                  </a:cubicBezTo>
                  <a:cubicBezTo>
                    <a:pt x="9058" y="1631"/>
                    <a:pt x="9058" y="1655"/>
                    <a:pt x="9058" y="1680"/>
                  </a:cubicBezTo>
                  <a:cubicBezTo>
                    <a:pt x="9131" y="1680"/>
                    <a:pt x="9203" y="1680"/>
                    <a:pt x="9278" y="1680"/>
                  </a:cubicBezTo>
                  <a:cubicBezTo>
                    <a:pt x="9278" y="1704"/>
                    <a:pt x="9278" y="1728"/>
                    <a:pt x="9278" y="1753"/>
                  </a:cubicBezTo>
                  <a:cubicBezTo>
                    <a:pt x="9350" y="1753"/>
                    <a:pt x="9422" y="1753"/>
                    <a:pt x="9497" y="1753"/>
                  </a:cubicBezTo>
                  <a:cubicBezTo>
                    <a:pt x="9497" y="1777"/>
                    <a:pt x="9497" y="1801"/>
                    <a:pt x="9497" y="1826"/>
                  </a:cubicBezTo>
                  <a:cubicBezTo>
                    <a:pt x="9569" y="1826"/>
                    <a:pt x="9641" y="1826"/>
                    <a:pt x="9716" y="1826"/>
                  </a:cubicBezTo>
                  <a:cubicBezTo>
                    <a:pt x="9716" y="1850"/>
                    <a:pt x="9716" y="1875"/>
                    <a:pt x="9716" y="1899"/>
                  </a:cubicBezTo>
                  <a:cubicBezTo>
                    <a:pt x="9788" y="1899"/>
                    <a:pt x="9861" y="1899"/>
                    <a:pt x="9935" y="1899"/>
                  </a:cubicBezTo>
                  <a:cubicBezTo>
                    <a:pt x="9935" y="1923"/>
                    <a:pt x="9935" y="1948"/>
                    <a:pt x="9935" y="1972"/>
                  </a:cubicBezTo>
                  <a:cubicBezTo>
                    <a:pt x="9983" y="1972"/>
                    <a:pt x="10031" y="1972"/>
                    <a:pt x="10081" y="1972"/>
                  </a:cubicBezTo>
                  <a:cubicBezTo>
                    <a:pt x="10081" y="1997"/>
                    <a:pt x="10081" y="2021"/>
                    <a:pt x="10081" y="2045"/>
                  </a:cubicBezTo>
                  <a:cubicBezTo>
                    <a:pt x="10129" y="2045"/>
                    <a:pt x="10178" y="2045"/>
                    <a:pt x="10227" y="2045"/>
                  </a:cubicBezTo>
                  <a:cubicBezTo>
                    <a:pt x="10227" y="2070"/>
                    <a:pt x="10227" y="2094"/>
                    <a:pt x="10227" y="2119"/>
                  </a:cubicBezTo>
                  <a:cubicBezTo>
                    <a:pt x="10275" y="2119"/>
                    <a:pt x="10324" y="2119"/>
                    <a:pt x="10373" y="2119"/>
                  </a:cubicBezTo>
                  <a:cubicBezTo>
                    <a:pt x="10373" y="2143"/>
                    <a:pt x="10373" y="2167"/>
                    <a:pt x="10373" y="2192"/>
                  </a:cubicBezTo>
                  <a:cubicBezTo>
                    <a:pt x="10422" y="2192"/>
                    <a:pt x="10470" y="2192"/>
                    <a:pt x="10519" y="2192"/>
                  </a:cubicBezTo>
                  <a:cubicBezTo>
                    <a:pt x="10519" y="2216"/>
                    <a:pt x="10519" y="2240"/>
                    <a:pt x="10519" y="2265"/>
                  </a:cubicBezTo>
                  <a:cubicBezTo>
                    <a:pt x="10592" y="2265"/>
                    <a:pt x="10664" y="2265"/>
                    <a:pt x="10739" y="2265"/>
                  </a:cubicBezTo>
                  <a:cubicBezTo>
                    <a:pt x="10739" y="2289"/>
                    <a:pt x="10739" y="2313"/>
                    <a:pt x="10739" y="2338"/>
                  </a:cubicBezTo>
                  <a:cubicBezTo>
                    <a:pt x="10835" y="2338"/>
                    <a:pt x="10931" y="2338"/>
                    <a:pt x="11031" y="2338"/>
                  </a:cubicBezTo>
                  <a:cubicBezTo>
                    <a:pt x="11031" y="2314"/>
                    <a:pt x="11031" y="2289"/>
                    <a:pt x="11031" y="2265"/>
                  </a:cubicBezTo>
                  <a:cubicBezTo>
                    <a:pt x="11079" y="2265"/>
                    <a:pt x="11127" y="2265"/>
                    <a:pt x="11177" y="2265"/>
                  </a:cubicBezTo>
                  <a:cubicBezTo>
                    <a:pt x="11177" y="2241"/>
                    <a:pt x="11177" y="2216"/>
                    <a:pt x="11177" y="2192"/>
                  </a:cubicBezTo>
                  <a:cubicBezTo>
                    <a:pt x="11201" y="2192"/>
                    <a:pt x="11225" y="2192"/>
                    <a:pt x="11250" y="2192"/>
                  </a:cubicBezTo>
                  <a:cubicBezTo>
                    <a:pt x="11250" y="2167"/>
                    <a:pt x="11250" y="2143"/>
                    <a:pt x="11250" y="2119"/>
                  </a:cubicBezTo>
                  <a:cubicBezTo>
                    <a:pt x="11274" y="2119"/>
                    <a:pt x="11298" y="2119"/>
                    <a:pt x="11323" y="2119"/>
                  </a:cubicBezTo>
                  <a:cubicBezTo>
                    <a:pt x="11323" y="2094"/>
                    <a:pt x="11323" y="2070"/>
                    <a:pt x="11323" y="2045"/>
                  </a:cubicBezTo>
                  <a:cubicBezTo>
                    <a:pt x="11371" y="2045"/>
                    <a:pt x="11419" y="2045"/>
                    <a:pt x="11469" y="2045"/>
                  </a:cubicBezTo>
                  <a:cubicBezTo>
                    <a:pt x="11469" y="2021"/>
                    <a:pt x="11469" y="1997"/>
                    <a:pt x="11469" y="1972"/>
                  </a:cubicBezTo>
                  <a:cubicBezTo>
                    <a:pt x="11493" y="1972"/>
                    <a:pt x="11517" y="1972"/>
                    <a:pt x="11542" y="1972"/>
                  </a:cubicBezTo>
                  <a:cubicBezTo>
                    <a:pt x="11542" y="1948"/>
                    <a:pt x="11542" y="1924"/>
                    <a:pt x="11542" y="1899"/>
                  </a:cubicBezTo>
                  <a:cubicBezTo>
                    <a:pt x="11590" y="1899"/>
                    <a:pt x="11639" y="1899"/>
                    <a:pt x="11688" y="1899"/>
                  </a:cubicBezTo>
                  <a:cubicBezTo>
                    <a:pt x="11688" y="1875"/>
                    <a:pt x="11688" y="1851"/>
                    <a:pt x="11688" y="1826"/>
                  </a:cubicBezTo>
                  <a:cubicBezTo>
                    <a:pt x="11712" y="1826"/>
                    <a:pt x="11737" y="1826"/>
                    <a:pt x="11761" y="1826"/>
                  </a:cubicBezTo>
                  <a:cubicBezTo>
                    <a:pt x="11761" y="1802"/>
                    <a:pt x="11761" y="1778"/>
                    <a:pt x="11761" y="1753"/>
                  </a:cubicBezTo>
                  <a:cubicBezTo>
                    <a:pt x="11810" y="1753"/>
                    <a:pt x="11858" y="1753"/>
                    <a:pt x="11907" y="1753"/>
                  </a:cubicBezTo>
                  <a:cubicBezTo>
                    <a:pt x="11907" y="1729"/>
                    <a:pt x="11907" y="1705"/>
                    <a:pt x="11907" y="1680"/>
                  </a:cubicBezTo>
                  <a:cubicBezTo>
                    <a:pt x="11932" y="1680"/>
                    <a:pt x="11956" y="1680"/>
                    <a:pt x="11981" y="1680"/>
                  </a:cubicBezTo>
                  <a:cubicBezTo>
                    <a:pt x="11981" y="1656"/>
                    <a:pt x="11981" y="1632"/>
                    <a:pt x="11981" y="1607"/>
                  </a:cubicBezTo>
                  <a:cubicBezTo>
                    <a:pt x="12101" y="1607"/>
                    <a:pt x="12222" y="1607"/>
                    <a:pt x="12346" y="1607"/>
                  </a:cubicBezTo>
                  <a:cubicBezTo>
                    <a:pt x="12346" y="1631"/>
                    <a:pt x="12346" y="1655"/>
                    <a:pt x="12346" y="1680"/>
                  </a:cubicBezTo>
                  <a:cubicBezTo>
                    <a:pt x="12370" y="1680"/>
                    <a:pt x="12394" y="1680"/>
                    <a:pt x="12419" y="1680"/>
                  </a:cubicBezTo>
                  <a:cubicBezTo>
                    <a:pt x="12419" y="1704"/>
                    <a:pt x="12419" y="1728"/>
                    <a:pt x="12419" y="1753"/>
                  </a:cubicBezTo>
                  <a:cubicBezTo>
                    <a:pt x="12443" y="1753"/>
                    <a:pt x="12467" y="1753"/>
                    <a:pt x="12492" y="1753"/>
                  </a:cubicBezTo>
                  <a:cubicBezTo>
                    <a:pt x="12492" y="1777"/>
                    <a:pt x="12492" y="1801"/>
                    <a:pt x="12492" y="1826"/>
                  </a:cubicBezTo>
                  <a:cubicBezTo>
                    <a:pt x="12516" y="1826"/>
                    <a:pt x="12540" y="1826"/>
                    <a:pt x="12565" y="1826"/>
                  </a:cubicBezTo>
                  <a:cubicBezTo>
                    <a:pt x="12565" y="1850"/>
                    <a:pt x="12565" y="1875"/>
                    <a:pt x="12565" y="1899"/>
                  </a:cubicBezTo>
                  <a:cubicBezTo>
                    <a:pt x="12613" y="1899"/>
                    <a:pt x="12661" y="1899"/>
                    <a:pt x="12711" y="1899"/>
                  </a:cubicBezTo>
                  <a:cubicBezTo>
                    <a:pt x="12711" y="1923"/>
                    <a:pt x="12711" y="1948"/>
                    <a:pt x="12711" y="1972"/>
                  </a:cubicBezTo>
                  <a:cubicBezTo>
                    <a:pt x="12735" y="1972"/>
                    <a:pt x="12759" y="1972"/>
                    <a:pt x="12784" y="1972"/>
                  </a:cubicBezTo>
                  <a:cubicBezTo>
                    <a:pt x="12784" y="1997"/>
                    <a:pt x="12784" y="2021"/>
                    <a:pt x="12784" y="2045"/>
                  </a:cubicBezTo>
                  <a:cubicBezTo>
                    <a:pt x="12808" y="2045"/>
                    <a:pt x="12832" y="2045"/>
                    <a:pt x="12857" y="2045"/>
                  </a:cubicBezTo>
                  <a:cubicBezTo>
                    <a:pt x="12857" y="2070"/>
                    <a:pt x="12857" y="2094"/>
                    <a:pt x="12857" y="2119"/>
                  </a:cubicBezTo>
                  <a:cubicBezTo>
                    <a:pt x="12881" y="2119"/>
                    <a:pt x="12905" y="2119"/>
                    <a:pt x="12930" y="2119"/>
                  </a:cubicBezTo>
                  <a:cubicBezTo>
                    <a:pt x="12930" y="2143"/>
                    <a:pt x="12930" y="2167"/>
                    <a:pt x="12930" y="2192"/>
                  </a:cubicBezTo>
                  <a:cubicBezTo>
                    <a:pt x="12954" y="2192"/>
                    <a:pt x="12978" y="2192"/>
                    <a:pt x="13003" y="2192"/>
                  </a:cubicBezTo>
                  <a:cubicBezTo>
                    <a:pt x="13003" y="2216"/>
                    <a:pt x="13003" y="2240"/>
                    <a:pt x="13003" y="2265"/>
                  </a:cubicBezTo>
                  <a:cubicBezTo>
                    <a:pt x="13027" y="2265"/>
                    <a:pt x="13051" y="2265"/>
                    <a:pt x="13076" y="2265"/>
                  </a:cubicBezTo>
                  <a:cubicBezTo>
                    <a:pt x="13076" y="2289"/>
                    <a:pt x="13076" y="2313"/>
                    <a:pt x="13076" y="2338"/>
                  </a:cubicBezTo>
                  <a:cubicBezTo>
                    <a:pt x="13100" y="2338"/>
                    <a:pt x="13125" y="2338"/>
                    <a:pt x="13149" y="2338"/>
                  </a:cubicBezTo>
                  <a:cubicBezTo>
                    <a:pt x="13149" y="2362"/>
                    <a:pt x="13149" y="2386"/>
                    <a:pt x="13149" y="2411"/>
                  </a:cubicBezTo>
                  <a:cubicBezTo>
                    <a:pt x="13173" y="2411"/>
                    <a:pt x="13198" y="2411"/>
                    <a:pt x="13222" y="2411"/>
                  </a:cubicBezTo>
                  <a:cubicBezTo>
                    <a:pt x="13222" y="2435"/>
                    <a:pt x="13222" y="2459"/>
                    <a:pt x="13222" y="2484"/>
                  </a:cubicBezTo>
                  <a:cubicBezTo>
                    <a:pt x="13247" y="2484"/>
                    <a:pt x="13271" y="2484"/>
                    <a:pt x="13295" y="2484"/>
                  </a:cubicBezTo>
                  <a:cubicBezTo>
                    <a:pt x="13295" y="2508"/>
                    <a:pt x="13295" y="2532"/>
                    <a:pt x="13295" y="2557"/>
                  </a:cubicBezTo>
                  <a:cubicBezTo>
                    <a:pt x="13320" y="2557"/>
                    <a:pt x="13344" y="2557"/>
                    <a:pt x="13369" y="2557"/>
                  </a:cubicBezTo>
                  <a:cubicBezTo>
                    <a:pt x="13369" y="2581"/>
                    <a:pt x="13369" y="2605"/>
                    <a:pt x="13369" y="2630"/>
                  </a:cubicBezTo>
                  <a:cubicBezTo>
                    <a:pt x="13393" y="2630"/>
                    <a:pt x="13417" y="2630"/>
                    <a:pt x="13442" y="2630"/>
                  </a:cubicBezTo>
                  <a:cubicBezTo>
                    <a:pt x="13442" y="2654"/>
                    <a:pt x="13442" y="2678"/>
                    <a:pt x="13442" y="2703"/>
                  </a:cubicBezTo>
                  <a:cubicBezTo>
                    <a:pt x="13466" y="2703"/>
                    <a:pt x="13490" y="2703"/>
                    <a:pt x="13515" y="2703"/>
                  </a:cubicBezTo>
                  <a:cubicBezTo>
                    <a:pt x="13515" y="2727"/>
                    <a:pt x="13515" y="2751"/>
                    <a:pt x="13515" y="2776"/>
                  </a:cubicBezTo>
                  <a:cubicBezTo>
                    <a:pt x="13539" y="2776"/>
                    <a:pt x="13563" y="2776"/>
                    <a:pt x="13588" y="2776"/>
                  </a:cubicBezTo>
                  <a:cubicBezTo>
                    <a:pt x="13588" y="2897"/>
                    <a:pt x="13588" y="3017"/>
                    <a:pt x="13588" y="3141"/>
                  </a:cubicBezTo>
                  <a:cubicBezTo>
                    <a:pt x="13564" y="3141"/>
                    <a:pt x="13539" y="3141"/>
                    <a:pt x="13515" y="3141"/>
                  </a:cubicBezTo>
                  <a:cubicBezTo>
                    <a:pt x="13515" y="3189"/>
                    <a:pt x="13515" y="3238"/>
                    <a:pt x="13515" y="3287"/>
                  </a:cubicBezTo>
                  <a:cubicBezTo>
                    <a:pt x="13491" y="3287"/>
                    <a:pt x="13466" y="3287"/>
                    <a:pt x="13442" y="3287"/>
                  </a:cubicBezTo>
                  <a:cubicBezTo>
                    <a:pt x="13442" y="3311"/>
                    <a:pt x="13442" y="3336"/>
                    <a:pt x="13442" y="3360"/>
                  </a:cubicBezTo>
                  <a:cubicBezTo>
                    <a:pt x="13417" y="3360"/>
                    <a:pt x="13393" y="3360"/>
                    <a:pt x="13369" y="3360"/>
                  </a:cubicBezTo>
                  <a:cubicBezTo>
                    <a:pt x="13369" y="3409"/>
                    <a:pt x="13369" y="3457"/>
                    <a:pt x="13369" y="3506"/>
                  </a:cubicBezTo>
                  <a:cubicBezTo>
                    <a:pt x="13344" y="3506"/>
                    <a:pt x="13320" y="3506"/>
                    <a:pt x="13295" y="3506"/>
                  </a:cubicBezTo>
                  <a:cubicBezTo>
                    <a:pt x="13295" y="3531"/>
                    <a:pt x="13295" y="3555"/>
                    <a:pt x="13295" y="3580"/>
                  </a:cubicBezTo>
                  <a:cubicBezTo>
                    <a:pt x="13271" y="3580"/>
                    <a:pt x="13247" y="3580"/>
                    <a:pt x="13222" y="3580"/>
                  </a:cubicBezTo>
                  <a:cubicBezTo>
                    <a:pt x="13222" y="3604"/>
                    <a:pt x="13222" y="3628"/>
                    <a:pt x="13222" y="3653"/>
                  </a:cubicBezTo>
                  <a:cubicBezTo>
                    <a:pt x="13198" y="3653"/>
                    <a:pt x="13174" y="3653"/>
                    <a:pt x="13149" y="3653"/>
                  </a:cubicBezTo>
                  <a:cubicBezTo>
                    <a:pt x="13149" y="3701"/>
                    <a:pt x="13149" y="3749"/>
                    <a:pt x="13149" y="3799"/>
                  </a:cubicBezTo>
                  <a:cubicBezTo>
                    <a:pt x="13125" y="3799"/>
                    <a:pt x="13101" y="3799"/>
                    <a:pt x="13076" y="3799"/>
                  </a:cubicBezTo>
                  <a:cubicBezTo>
                    <a:pt x="13076" y="3823"/>
                    <a:pt x="13076" y="3847"/>
                    <a:pt x="13076" y="3872"/>
                  </a:cubicBezTo>
                  <a:cubicBezTo>
                    <a:pt x="13052" y="3872"/>
                    <a:pt x="13028" y="3872"/>
                    <a:pt x="13003" y="3872"/>
                  </a:cubicBezTo>
                  <a:cubicBezTo>
                    <a:pt x="13003" y="3920"/>
                    <a:pt x="13003" y="3968"/>
                    <a:pt x="13003" y="4018"/>
                  </a:cubicBezTo>
                  <a:cubicBezTo>
                    <a:pt x="12979" y="4018"/>
                    <a:pt x="12955" y="4018"/>
                    <a:pt x="12930" y="4018"/>
                  </a:cubicBezTo>
                  <a:cubicBezTo>
                    <a:pt x="12930" y="4042"/>
                    <a:pt x="12930" y="4066"/>
                    <a:pt x="12930" y="4091"/>
                  </a:cubicBezTo>
                  <a:cubicBezTo>
                    <a:pt x="12906" y="4091"/>
                    <a:pt x="12882" y="4091"/>
                    <a:pt x="12857" y="4091"/>
                  </a:cubicBezTo>
                  <a:cubicBezTo>
                    <a:pt x="12857" y="4236"/>
                    <a:pt x="12857" y="4380"/>
                    <a:pt x="12857" y="4529"/>
                  </a:cubicBezTo>
                  <a:cubicBezTo>
                    <a:pt x="12881" y="4529"/>
                    <a:pt x="12905" y="4529"/>
                    <a:pt x="12930" y="4529"/>
                  </a:cubicBezTo>
                  <a:cubicBezTo>
                    <a:pt x="12930" y="4553"/>
                    <a:pt x="12930" y="4577"/>
                    <a:pt x="12930" y="4602"/>
                  </a:cubicBezTo>
                  <a:cubicBezTo>
                    <a:pt x="12954" y="4602"/>
                    <a:pt x="12978" y="4602"/>
                    <a:pt x="13003" y="4602"/>
                  </a:cubicBezTo>
                  <a:cubicBezTo>
                    <a:pt x="13003" y="4650"/>
                    <a:pt x="13003" y="4699"/>
                    <a:pt x="13003" y="4748"/>
                  </a:cubicBezTo>
                  <a:cubicBezTo>
                    <a:pt x="13027" y="4748"/>
                    <a:pt x="13051" y="4748"/>
                    <a:pt x="13076" y="4748"/>
                  </a:cubicBezTo>
                  <a:cubicBezTo>
                    <a:pt x="13076" y="4821"/>
                    <a:pt x="13076" y="4893"/>
                    <a:pt x="13076" y="4968"/>
                  </a:cubicBezTo>
                  <a:cubicBezTo>
                    <a:pt x="13100" y="4968"/>
                    <a:pt x="13125" y="4968"/>
                    <a:pt x="13149" y="4968"/>
                  </a:cubicBezTo>
                  <a:cubicBezTo>
                    <a:pt x="13149" y="5016"/>
                    <a:pt x="13149" y="5064"/>
                    <a:pt x="13149" y="5114"/>
                  </a:cubicBezTo>
                  <a:cubicBezTo>
                    <a:pt x="13173" y="5114"/>
                    <a:pt x="13198" y="5114"/>
                    <a:pt x="13222" y="5114"/>
                  </a:cubicBezTo>
                  <a:cubicBezTo>
                    <a:pt x="13222" y="5162"/>
                    <a:pt x="13222" y="5210"/>
                    <a:pt x="13222" y="5260"/>
                  </a:cubicBezTo>
                  <a:cubicBezTo>
                    <a:pt x="13247" y="5260"/>
                    <a:pt x="13271" y="5260"/>
                    <a:pt x="13295" y="5260"/>
                  </a:cubicBezTo>
                  <a:cubicBezTo>
                    <a:pt x="13295" y="5332"/>
                    <a:pt x="13295" y="5404"/>
                    <a:pt x="13295" y="5479"/>
                  </a:cubicBezTo>
                  <a:cubicBezTo>
                    <a:pt x="13320" y="5479"/>
                    <a:pt x="13344" y="5479"/>
                    <a:pt x="13369" y="5479"/>
                  </a:cubicBezTo>
                  <a:cubicBezTo>
                    <a:pt x="13369" y="5551"/>
                    <a:pt x="13369" y="5624"/>
                    <a:pt x="13369" y="5698"/>
                  </a:cubicBezTo>
                  <a:cubicBezTo>
                    <a:pt x="13393" y="5698"/>
                    <a:pt x="13417" y="5698"/>
                    <a:pt x="13442" y="5698"/>
                  </a:cubicBezTo>
                  <a:cubicBezTo>
                    <a:pt x="13442" y="5794"/>
                    <a:pt x="13442" y="5891"/>
                    <a:pt x="13442" y="5990"/>
                  </a:cubicBezTo>
                  <a:cubicBezTo>
                    <a:pt x="13466" y="5990"/>
                    <a:pt x="13490" y="5990"/>
                    <a:pt x="13515" y="5990"/>
                  </a:cubicBezTo>
                  <a:cubicBezTo>
                    <a:pt x="13515" y="6014"/>
                    <a:pt x="13515" y="6038"/>
                    <a:pt x="13515" y="6063"/>
                  </a:cubicBezTo>
                  <a:cubicBezTo>
                    <a:pt x="13539" y="6063"/>
                    <a:pt x="13563" y="6063"/>
                    <a:pt x="13588" y="6063"/>
                  </a:cubicBezTo>
                  <a:cubicBezTo>
                    <a:pt x="13588" y="6087"/>
                    <a:pt x="13588" y="6112"/>
                    <a:pt x="13588" y="6136"/>
                  </a:cubicBezTo>
                  <a:cubicBezTo>
                    <a:pt x="13636" y="6136"/>
                    <a:pt x="13684" y="6136"/>
                    <a:pt x="13734" y="6136"/>
                  </a:cubicBezTo>
                  <a:cubicBezTo>
                    <a:pt x="13734" y="6160"/>
                    <a:pt x="13734" y="6185"/>
                    <a:pt x="13734" y="6209"/>
                  </a:cubicBezTo>
                  <a:cubicBezTo>
                    <a:pt x="13878" y="6209"/>
                    <a:pt x="14023" y="6209"/>
                    <a:pt x="14172" y="6209"/>
                  </a:cubicBezTo>
                  <a:cubicBezTo>
                    <a:pt x="14172" y="6234"/>
                    <a:pt x="14172" y="6258"/>
                    <a:pt x="14172" y="6282"/>
                  </a:cubicBezTo>
                  <a:cubicBezTo>
                    <a:pt x="14293" y="6282"/>
                    <a:pt x="14413" y="6282"/>
                    <a:pt x="14537" y="6282"/>
                  </a:cubicBezTo>
                  <a:cubicBezTo>
                    <a:pt x="14537" y="6307"/>
                    <a:pt x="14537" y="6331"/>
                    <a:pt x="14537" y="6356"/>
                  </a:cubicBezTo>
                  <a:cubicBezTo>
                    <a:pt x="14658" y="6356"/>
                    <a:pt x="14778" y="6356"/>
                    <a:pt x="14903" y="6356"/>
                  </a:cubicBezTo>
                  <a:cubicBezTo>
                    <a:pt x="14903" y="6380"/>
                    <a:pt x="14903" y="6404"/>
                    <a:pt x="14903" y="6429"/>
                  </a:cubicBezTo>
                  <a:cubicBezTo>
                    <a:pt x="14927" y="6429"/>
                    <a:pt x="14951" y="6429"/>
                    <a:pt x="14976" y="6429"/>
                  </a:cubicBezTo>
                  <a:cubicBezTo>
                    <a:pt x="14976" y="6453"/>
                    <a:pt x="14976" y="6477"/>
                    <a:pt x="14976" y="6502"/>
                  </a:cubicBezTo>
                  <a:cubicBezTo>
                    <a:pt x="15000" y="6502"/>
                    <a:pt x="15024" y="6502"/>
                    <a:pt x="15049" y="6502"/>
                  </a:cubicBezTo>
                  <a:cubicBezTo>
                    <a:pt x="15049" y="6526"/>
                    <a:pt x="15049" y="6550"/>
                    <a:pt x="15049" y="6575"/>
                  </a:cubicBezTo>
                  <a:cubicBezTo>
                    <a:pt x="15073" y="6575"/>
                    <a:pt x="15097" y="6575"/>
                    <a:pt x="15122" y="6575"/>
                  </a:cubicBezTo>
                  <a:cubicBezTo>
                    <a:pt x="15122" y="7177"/>
                    <a:pt x="15122" y="7780"/>
                    <a:pt x="15122" y="8401"/>
                  </a:cubicBezTo>
                  <a:cubicBezTo>
                    <a:pt x="15098" y="8401"/>
                    <a:pt x="15074" y="8401"/>
                    <a:pt x="15049" y="8401"/>
                  </a:cubicBezTo>
                  <a:cubicBezTo>
                    <a:pt x="15049" y="8425"/>
                    <a:pt x="15049" y="8449"/>
                    <a:pt x="15049" y="8474"/>
                  </a:cubicBezTo>
                  <a:cubicBezTo>
                    <a:pt x="15025" y="8474"/>
                    <a:pt x="15000" y="8474"/>
                    <a:pt x="14976" y="8474"/>
                  </a:cubicBezTo>
                  <a:cubicBezTo>
                    <a:pt x="14976" y="8498"/>
                    <a:pt x="14976" y="8522"/>
                    <a:pt x="14976" y="8547"/>
                  </a:cubicBezTo>
                  <a:cubicBezTo>
                    <a:pt x="14952" y="8547"/>
                    <a:pt x="14927" y="8547"/>
                    <a:pt x="14903" y="8547"/>
                  </a:cubicBezTo>
                  <a:cubicBezTo>
                    <a:pt x="14903" y="8571"/>
                    <a:pt x="14903" y="8595"/>
                    <a:pt x="14903" y="8620"/>
                  </a:cubicBezTo>
                  <a:cubicBezTo>
                    <a:pt x="14806" y="8620"/>
                    <a:pt x="14710" y="8620"/>
                    <a:pt x="14610" y="8620"/>
                  </a:cubicBezTo>
                  <a:cubicBezTo>
                    <a:pt x="14610" y="8644"/>
                    <a:pt x="14610" y="8668"/>
                    <a:pt x="14610" y="8693"/>
                  </a:cubicBezTo>
                  <a:cubicBezTo>
                    <a:pt x="14490" y="8693"/>
                    <a:pt x="14369" y="8693"/>
                    <a:pt x="14245" y="8693"/>
                  </a:cubicBezTo>
                  <a:cubicBezTo>
                    <a:pt x="14245" y="8717"/>
                    <a:pt x="14245" y="8741"/>
                    <a:pt x="14245" y="8766"/>
                  </a:cubicBezTo>
                  <a:cubicBezTo>
                    <a:pt x="14125" y="8766"/>
                    <a:pt x="14004" y="8766"/>
                    <a:pt x="13880" y="8766"/>
                  </a:cubicBezTo>
                  <a:cubicBezTo>
                    <a:pt x="13880" y="8790"/>
                    <a:pt x="13880" y="8814"/>
                    <a:pt x="13880" y="8839"/>
                  </a:cubicBezTo>
                  <a:cubicBezTo>
                    <a:pt x="13808" y="8839"/>
                    <a:pt x="13735" y="8839"/>
                    <a:pt x="13661" y="8839"/>
                  </a:cubicBezTo>
                  <a:cubicBezTo>
                    <a:pt x="13661" y="8863"/>
                    <a:pt x="13661" y="8887"/>
                    <a:pt x="13661" y="8912"/>
                  </a:cubicBezTo>
                  <a:cubicBezTo>
                    <a:pt x="13637" y="8912"/>
                    <a:pt x="13613" y="8912"/>
                    <a:pt x="13588" y="8912"/>
                  </a:cubicBezTo>
                  <a:cubicBezTo>
                    <a:pt x="13588" y="8936"/>
                    <a:pt x="13588" y="8961"/>
                    <a:pt x="13588" y="8985"/>
                  </a:cubicBezTo>
                  <a:cubicBezTo>
                    <a:pt x="13564" y="8985"/>
                    <a:pt x="13539" y="8985"/>
                    <a:pt x="13515" y="8985"/>
                  </a:cubicBezTo>
                  <a:cubicBezTo>
                    <a:pt x="13515" y="9009"/>
                    <a:pt x="13515" y="9034"/>
                    <a:pt x="13515" y="9058"/>
                  </a:cubicBezTo>
                  <a:cubicBezTo>
                    <a:pt x="13491" y="9058"/>
                    <a:pt x="13466" y="9058"/>
                    <a:pt x="13442" y="9058"/>
                  </a:cubicBezTo>
                  <a:cubicBezTo>
                    <a:pt x="13442" y="9131"/>
                    <a:pt x="13442" y="9203"/>
                    <a:pt x="13442" y="9278"/>
                  </a:cubicBezTo>
                  <a:cubicBezTo>
                    <a:pt x="13417" y="9278"/>
                    <a:pt x="13393" y="9278"/>
                    <a:pt x="13369" y="9278"/>
                  </a:cubicBezTo>
                  <a:cubicBezTo>
                    <a:pt x="13369" y="9350"/>
                    <a:pt x="13369" y="9422"/>
                    <a:pt x="13369" y="9497"/>
                  </a:cubicBezTo>
                  <a:cubicBezTo>
                    <a:pt x="13344" y="9497"/>
                    <a:pt x="13320" y="9497"/>
                    <a:pt x="13295" y="9497"/>
                  </a:cubicBezTo>
                  <a:cubicBezTo>
                    <a:pt x="13295" y="9569"/>
                    <a:pt x="13295" y="9641"/>
                    <a:pt x="13295" y="9716"/>
                  </a:cubicBezTo>
                  <a:cubicBezTo>
                    <a:pt x="13271" y="9716"/>
                    <a:pt x="13247" y="9716"/>
                    <a:pt x="13222" y="9716"/>
                  </a:cubicBezTo>
                  <a:cubicBezTo>
                    <a:pt x="13222" y="9764"/>
                    <a:pt x="13222" y="9812"/>
                    <a:pt x="13222" y="9862"/>
                  </a:cubicBezTo>
                  <a:cubicBezTo>
                    <a:pt x="13198" y="9862"/>
                    <a:pt x="13174" y="9862"/>
                    <a:pt x="13149" y="9862"/>
                  </a:cubicBezTo>
                  <a:cubicBezTo>
                    <a:pt x="13149" y="9910"/>
                    <a:pt x="13149" y="9958"/>
                    <a:pt x="13149" y="10008"/>
                  </a:cubicBezTo>
                  <a:cubicBezTo>
                    <a:pt x="13125" y="10008"/>
                    <a:pt x="13101" y="10008"/>
                    <a:pt x="13076" y="10008"/>
                  </a:cubicBezTo>
                  <a:cubicBezTo>
                    <a:pt x="13076" y="10080"/>
                    <a:pt x="13076" y="10153"/>
                    <a:pt x="13076" y="10227"/>
                  </a:cubicBezTo>
                  <a:cubicBezTo>
                    <a:pt x="13052" y="10227"/>
                    <a:pt x="13028" y="10227"/>
                    <a:pt x="13003" y="10227"/>
                  </a:cubicBezTo>
                  <a:cubicBezTo>
                    <a:pt x="13003" y="10275"/>
                    <a:pt x="13003" y="10324"/>
                    <a:pt x="13003" y="10373"/>
                  </a:cubicBezTo>
                  <a:cubicBezTo>
                    <a:pt x="12979" y="10373"/>
                    <a:pt x="12955" y="10373"/>
                    <a:pt x="12930" y="10373"/>
                  </a:cubicBezTo>
                  <a:cubicBezTo>
                    <a:pt x="12930" y="10397"/>
                    <a:pt x="12930" y="10422"/>
                    <a:pt x="12930" y="10446"/>
                  </a:cubicBezTo>
                  <a:cubicBezTo>
                    <a:pt x="12906" y="10446"/>
                    <a:pt x="12882" y="10446"/>
                    <a:pt x="12857" y="10446"/>
                  </a:cubicBezTo>
                  <a:cubicBezTo>
                    <a:pt x="12857" y="10519"/>
                    <a:pt x="12857" y="10591"/>
                    <a:pt x="12857" y="10666"/>
                  </a:cubicBezTo>
                  <a:cubicBezTo>
                    <a:pt x="12833" y="10666"/>
                    <a:pt x="12809" y="10666"/>
                    <a:pt x="12784" y="10666"/>
                  </a:cubicBezTo>
                  <a:cubicBezTo>
                    <a:pt x="12784" y="10714"/>
                    <a:pt x="12784" y="10762"/>
                    <a:pt x="12784" y="10812"/>
                  </a:cubicBezTo>
                  <a:cubicBezTo>
                    <a:pt x="12808" y="10812"/>
                    <a:pt x="12832" y="10812"/>
                    <a:pt x="12857" y="10812"/>
                  </a:cubicBezTo>
                  <a:cubicBezTo>
                    <a:pt x="12857" y="10860"/>
                    <a:pt x="12857" y="10908"/>
                    <a:pt x="12857" y="10958"/>
                  </a:cubicBezTo>
                  <a:cubicBezTo>
                    <a:pt x="12881" y="10958"/>
                    <a:pt x="12905" y="10958"/>
                    <a:pt x="12930" y="10958"/>
                  </a:cubicBezTo>
                  <a:cubicBezTo>
                    <a:pt x="12930" y="10982"/>
                    <a:pt x="12930" y="11006"/>
                    <a:pt x="12930" y="11031"/>
                  </a:cubicBezTo>
                  <a:cubicBezTo>
                    <a:pt x="12954" y="11031"/>
                    <a:pt x="12978" y="11031"/>
                    <a:pt x="13003" y="11031"/>
                  </a:cubicBezTo>
                  <a:cubicBezTo>
                    <a:pt x="13003" y="11079"/>
                    <a:pt x="13003" y="11127"/>
                    <a:pt x="13003" y="11177"/>
                  </a:cubicBezTo>
                  <a:cubicBezTo>
                    <a:pt x="13027" y="11177"/>
                    <a:pt x="13051" y="11177"/>
                    <a:pt x="13076" y="11177"/>
                  </a:cubicBezTo>
                  <a:cubicBezTo>
                    <a:pt x="13076" y="11201"/>
                    <a:pt x="13076" y="11225"/>
                    <a:pt x="13076" y="11250"/>
                  </a:cubicBezTo>
                  <a:cubicBezTo>
                    <a:pt x="13100" y="11250"/>
                    <a:pt x="13125" y="11250"/>
                    <a:pt x="13149" y="11250"/>
                  </a:cubicBezTo>
                  <a:cubicBezTo>
                    <a:pt x="13149" y="11298"/>
                    <a:pt x="13149" y="11346"/>
                    <a:pt x="13149" y="11396"/>
                  </a:cubicBezTo>
                  <a:cubicBezTo>
                    <a:pt x="13173" y="11396"/>
                    <a:pt x="13198" y="11396"/>
                    <a:pt x="13222" y="11396"/>
                  </a:cubicBezTo>
                  <a:cubicBezTo>
                    <a:pt x="13222" y="11420"/>
                    <a:pt x="13222" y="11444"/>
                    <a:pt x="13222" y="11469"/>
                  </a:cubicBezTo>
                  <a:cubicBezTo>
                    <a:pt x="13247" y="11469"/>
                    <a:pt x="13271" y="11469"/>
                    <a:pt x="13295" y="11469"/>
                  </a:cubicBezTo>
                  <a:cubicBezTo>
                    <a:pt x="13295" y="11493"/>
                    <a:pt x="13295" y="11517"/>
                    <a:pt x="13295" y="11542"/>
                  </a:cubicBezTo>
                  <a:cubicBezTo>
                    <a:pt x="13320" y="11542"/>
                    <a:pt x="13344" y="11542"/>
                    <a:pt x="13369" y="11542"/>
                  </a:cubicBezTo>
                  <a:cubicBezTo>
                    <a:pt x="13369" y="11590"/>
                    <a:pt x="13369" y="11639"/>
                    <a:pt x="13369" y="11688"/>
                  </a:cubicBezTo>
                  <a:cubicBezTo>
                    <a:pt x="13393" y="11688"/>
                    <a:pt x="13417" y="11688"/>
                    <a:pt x="13442" y="11688"/>
                  </a:cubicBezTo>
                  <a:cubicBezTo>
                    <a:pt x="13442" y="11712"/>
                    <a:pt x="13442" y="11737"/>
                    <a:pt x="13442" y="11761"/>
                  </a:cubicBezTo>
                  <a:cubicBezTo>
                    <a:pt x="13466" y="11761"/>
                    <a:pt x="13490" y="11761"/>
                    <a:pt x="13515" y="11761"/>
                  </a:cubicBezTo>
                  <a:cubicBezTo>
                    <a:pt x="13515" y="11810"/>
                    <a:pt x="13515" y="11858"/>
                    <a:pt x="13515" y="11907"/>
                  </a:cubicBezTo>
                  <a:cubicBezTo>
                    <a:pt x="13539" y="11907"/>
                    <a:pt x="13563" y="11907"/>
                    <a:pt x="13588" y="11907"/>
                  </a:cubicBezTo>
                  <a:cubicBezTo>
                    <a:pt x="13588" y="11956"/>
                    <a:pt x="13588" y="12004"/>
                    <a:pt x="13588" y="12054"/>
                  </a:cubicBezTo>
                  <a:cubicBezTo>
                    <a:pt x="13564" y="12054"/>
                    <a:pt x="13539" y="12054"/>
                    <a:pt x="13515" y="12054"/>
                  </a:cubicBezTo>
                  <a:cubicBezTo>
                    <a:pt x="13515" y="12078"/>
                    <a:pt x="13515" y="12102"/>
                    <a:pt x="13515" y="12127"/>
                  </a:cubicBezTo>
                  <a:cubicBezTo>
                    <a:pt x="13491" y="12127"/>
                    <a:pt x="13466" y="12127"/>
                    <a:pt x="13442" y="12127"/>
                  </a:cubicBezTo>
                  <a:cubicBezTo>
                    <a:pt x="13442" y="12151"/>
                    <a:pt x="13442" y="12175"/>
                    <a:pt x="13442" y="12200"/>
                  </a:cubicBezTo>
                  <a:cubicBezTo>
                    <a:pt x="13417" y="12200"/>
                    <a:pt x="13393" y="12200"/>
                    <a:pt x="13369" y="12200"/>
                  </a:cubicBezTo>
                  <a:cubicBezTo>
                    <a:pt x="13369" y="12248"/>
                    <a:pt x="13369" y="12296"/>
                    <a:pt x="13369" y="12346"/>
                  </a:cubicBezTo>
                  <a:cubicBezTo>
                    <a:pt x="13344" y="12346"/>
                    <a:pt x="13320" y="12346"/>
                    <a:pt x="13295" y="12346"/>
                  </a:cubicBezTo>
                  <a:cubicBezTo>
                    <a:pt x="13295" y="12370"/>
                    <a:pt x="13295" y="12394"/>
                    <a:pt x="13295" y="12419"/>
                  </a:cubicBezTo>
                  <a:cubicBezTo>
                    <a:pt x="13271" y="12419"/>
                    <a:pt x="13247" y="12419"/>
                    <a:pt x="13222" y="12419"/>
                  </a:cubicBezTo>
                  <a:cubicBezTo>
                    <a:pt x="13222" y="12443"/>
                    <a:pt x="13222" y="12467"/>
                    <a:pt x="13222" y="12492"/>
                  </a:cubicBezTo>
                  <a:cubicBezTo>
                    <a:pt x="13198" y="12492"/>
                    <a:pt x="13174" y="12492"/>
                    <a:pt x="13149" y="12492"/>
                  </a:cubicBezTo>
                  <a:cubicBezTo>
                    <a:pt x="13149" y="12516"/>
                    <a:pt x="13149" y="12540"/>
                    <a:pt x="13149" y="12565"/>
                  </a:cubicBezTo>
                  <a:cubicBezTo>
                    <a:pt x="13125" y="12565"/>
                    <a:pt x="13101" y="12565"/>
                    <a:pt x="13076" y="12565"/>
                  </a:cubicBezTo>
                  <a:cubicBezTo>
                    <a:pt x="13076" y="12589"/>
                    <a:pt x="13076" y="12613"/>
                    <a:pt x="13076" y="12638"/>
                  </a:cubicBezTo>
                  <a:cubicBezTo>
                    <a:pt x="13052" y="12638"/>
                    <a:pt x="13028" y="12638"/>
                    <a:pt x="13003" y="12638"/>
                  </a:cubicBezTo>
                  <a:cubicBezTo>
                    <a:pt x="13003" y="12662"/>
                    <a:pt x="13003" y="12686"/>
                    <a:pt x="13003" y="12711"/>
                  </a:cubicBezTo>
                  <a:cubicBezTo>
                    <a:pt x="12979" y="12711"/>
                    <a:pt x="12955" y="12711"/>
                    <a:pt x="12930" y="12711"/>
                  </a:cubicBezTo>
                  <a:cubicBezTo>
                    <a:pt x="12930" y="12735"/>
                    <a:pt x="12930" y="12759"/>
                    <a:pt x="12930" y="12784"/>
                  </a:cubicBezTo>
                  <a:cubicBezTo>
                    <a:pt x="12906" y="12784"/>
                    <a:pt x="12882" y="12784"/>
                    <a:pt x="12857" y="12784"/>
                  </a:cubicBezTo>
                  <a:cubicBezTo>
                    <a:pt x="12857" y="12808"/>
                    <a:pt x="12857" y="12832"/>
                    <a:pt x="12857" y="12857"/>
                  </a:cubicBezTo>
                  <a:cubicBezTo>
                    <a:pt x="12833" y="12857"/>
                    <a:pt x="12809" y="12857"/>
                    <a:pt x="12784" y="12857"/>
                  </a:cubicBezTo>
                  <a:cubicBezTo>
                    <a:pt x="12784" y="12881"/>
                    <a:pt x="12784" y="12905"/>
                    <a:pt x="12784" y="12930"/>
                  </a:cubicBezTo>
                  <a:cubicBezTo>
                    <a:pt x="12760" y="12930"/>
                    <a:pt x="12736" y="12930"/>
                    <a:pt x="12711" y="12930"/>
                  </a:cubicBezTo>
                  <a:cubicBezTo>
                    <a:pt x="12711" y="12954"/>
                    <a:pt x="12711" y="12978"/>
                    <a:pt x="12711" y="13003"/>
                  </a:cubicBezTo>
                  <a:cubicBezTo>
                    <a:pt x="12687" y="13003"/>
                    <a:pt x="12663" y="13003"/>
                    <a:pt x="12638" y="13003"/>
                  </a:cubicBezTo>
                  <a:cubicBezTo>
                    <a:pt x="12638" y="13027"/>
                    <a:pt x="12638" y="13051"/>
                    <a:pt x="12638" y="13076"/>
                  </a:cubicBezTo>
                  <a:cubicBezTo>
                    <a:pt x="12614" y="13076"/>
                    <a:pt x="12590" y="13076"/>
                    <a:pt x="12565" y="13076"/>
                  </a:cubicBezTo>
                  <a:cubicBezTo>
                    <a:pt x="12565" y="13100"/>
                    <a:pt x="12565" y="13125"/>
                    <a:pt x="12565" y="13149"/>
                  </a:cubicBezTo>
                  <a:cubicBezTo>
                    <a:pt x="12541" y="13149"/>
                    <a:pt x="12517" y="13149"/>
                    <a:pt x="12492" y="13149"/>
                  </a:cubicBezTo>
                  <a:cubicBezTo>
                    <a:pt x="12492" y="13173"/>
                    <a:pt x="12492" y="13198"/>
                    <a:pt x="12492" y="13222"/>
                  </a:cubicBezTo>
                  <a:cubicBezTo>
                    <a:pt x="12468" y="13222"/>
                    <a:pt x="12444" y="13222"/>
                    <a:pt x="12419" y="13222"/>
                  </a:cubicBezTo>
                  <a:cubicBezTo>
                    <a:pt x="12419" y="13247"/>
                    <a:pt x="12419" y="13271"/>
                    <a:pt x="12419" y="13295"/>
                  </a:cubicBezTo>
                  <a:cubicBezTo>
                    <a:pt x="12395" y="13295"/>
                    <a:pt x="12371" y="13295"/>
                    <a:pt x="12346" y="13295"/>
                  </a:cubicBezTo>
                  <a:cubicBezTo>
                    <a:pt x="12346" y="13320"/>
                    <a:pt x="12346" y="13344"/>
                    <a:pt x="12346" y="13369"/>
                  </a:cubicBezTo>
                  <a:cubicBezTo>
                    <a:pt x="12225" y="13369"/>
                    <a:pt x="12105" y="13369"/>
                    <a:pt x="11981" y="13369"/>
                  </a:cubicBezTo>
                  <a:cubicBezTo>
                    <a:pt x="11981" y="13344"/>
                    <a:pt x="11981" y="13320"/>
                    <a:pt x="11981" y="13295"/>
                  </a:cubicBezTo>
                  <a:cubicBezTo>
                    <a:pt x="11932" y="13295"/>
                    <a:pt x="11884" y="13295"/>
                    <a:pt x="11834" y="13295"/>
                  </a:cubicBezTo>
                  <a:cubicBezTo>
                    <a:pt x="11834" y="13271"/>
                    <a:pt x="11834" y="13247"/>
                    <a:pt x="11834" y="13222"/>
                  </a:cubicBezTo>
                  <a:cubicBezTo>
                    <a:pt x="11810" y="13222"/>
                    <a:pt x="11786" y="13222"/>
                    <a:pt x="11761" y="13222"/>
                  </a:cubicBezTo>
                  <a:cubicBezTo>
                    <a:pt x="11761" y="13198"/>
                    <a:pt x="11761" y="13174"/>
                    <a:pt x="11761" y="13149"/>
                  </a:cubicBezTo>
                  <a:cubicBezTo>
                    <a:pt x="11713" y="13149"/>
                    <a:pt x="11665" y="13149"/>
                    <a:pt x="11615" y="13149"/>
                  </a:cubicBezTo>
                  <a:cubicBezTo>
                    <a:pt x="11615" y="13125"/>
                    <a:pt x="11615" y="13101"/>
                    <a:pt x="11615" y="13076"/>
                  </a:cubicBezTo>
                  <a:cubicBezTo>
                    <a:pt x="11591" y="13076"/>
                    <a:pt x="11567" y="13076"/>
                    <a:pt x="11542" y="13076"/>
                  </a:cubicBezTo>
                  <a:cubicBezTo>
                    <a:pt x="11542" y="13052"/>
                    <a:pt x="11542" y="13028"/>
                    <a:pt x="11542" y="13003"/>
                  </a:cubicBezTo>
                  <a:cubicBezTo>
                    <a:pt x="11494" y="13003"/>
                    <a:pt x="11446" y="13003"/>
                    <a:pt x="11396" y="13003"/>
                  </a:cubicBezTo>
                  <a:cubicBezTo>
                    <a:pt x="11396" y="12979"/>
                    <a:pt x="11396" y="12955"/>
                    <a:pt x="11396" y="12930"/>
                  </a:cubicBezTo>
                  <a:cubicBezTo>
                    <a:pt x="11372" y="12930"/>
                    <a:pt x="11348" y="12930"/>
                    <a:pt x="11323" y="12930"/>
                  </a:cubicBezTo>
                  <a:cubicBezTo>
                    <a:pt x="11323" y="12906"/>
                    <a:pt x="11323" y="12882"/>
                    <a:pt x="11323" y="12857"/>
                  </a:cubicBezTo>
                  <a:cubicBezTo>
                    <a:pt x="11275" y="12857"/>
                    <a:pt x="11227" y="12857"/>
                    <a:pt x="11177" y="12857"/>
                  </a:cubicBezTo>
                  <a:cubicBezTo>
                    <a:pt x="11177" y="12833"/>
                    <a:pt x="11177" y="12809"/>
                    <a:pt x="11177" y="12784"/>
                  </a:cubicBezTo>
                  <a:cubicBezTo>
                    <a:pt x="11153" y="12784"/>
                    <a:pt x="11129" y="12784"/>
                    <a:pt x="11104" y="12784"/>
                  </a:cubicBezTo>
                  <a:cubicBezTo>
                    <a:pt x="11104" y="12760"/>
                    <a:pt x="11104" y="12736"/>
                    <a:pt x="11104" y="12711"/>
                  </a:cubicBezTo>
                  <a:cubicBezTo>
                    <a:pt x="11056" y="12711"/>
                    <a:pt x="11007" y="12711"/>
                    <a:pt x="10958" y="12711"/>
                  </a:cubicBezTo>
                  <a:cubicBezTo>
                    <a:pt x="10958" y="12687"/>
                    <a:pt x="10958" y="12663"/>
                    <a:pt x="10958" y="12638"/>
                  </a:cubicBezTo>
                  <a:cubicBezTo>
                    <a:pt x="10861" y="12638"/>
                    <a:pt x="10765" y="12638"/>
                    <a:pt x="10666" y="12638"/>
                  </a:cubicBezTo>
                  <a:cubicBezTo>
                    <a:pt x="10666" y="12662"/>
                    <a:pt x="10666" y="12686"/>
                    <a:pt x="10666" y="12711"/>
                  </a:cubicBezTo>
                  <a:cubicBezTo>
                    <a:pt x="10617" y="12711"/>
                    <a:pt x="10569" y="12711"/>
                    <a:pt x="10519" y="12711"/>
                  </a:cubicBezTo>
                  <a:cubicBezTo>
                    <a:pt x="10519" y="12735"/>
                    <a:pt x="10519" y="12759"/>
                    <a:pt x="10519" y="12784"/>
                  </a:cubicBezTo>
                  <a:cubicBezTo>
                    <a:pt x="10471" y="12784"/>
                    <a:pt x="10423" y="12784"/>
                    <a:pt x="10373" y="12784"/>
                  </a:cubicBezTo>
                  <a:cubicBezTo>
                    <a:pt x="10373" y="12808"/>
                    <a:pt x="10373" y="12832"/>
                    <a:pt x="10373" y="12857"/>
                  </a:cubicBezTo>
                  <a:cubicBezTo>
                    <a:pt x="10325" y="12857"/>
                    <a:pt x="10277" y="12857"/>
                    <a:pt x="10227" y="12857"/>
                  </a:cubicBezTo>
                  <a:cubicBezTo>
                    <a:pt x="10227" y="12881"/>
                    <a:pt x="10227" y="12905"/>
                    <a:pt x="10227" y="12930"/>
                  </a:cubicBezTo>
                  <a:cubicBezTo>
                    <a:pt x="10179" y="12930"/>
                    <a:pt x="10131" y="12930"/>
                    <a:pt x="10081" y="12930"/>
                  </a:cubicBezTo>
                  <a:cubicBezTo>
                    <a:pt x="10081" y="12954"/>
                    <a:pt x="10081" y="12978"/>
                    <a:pt x="10081" y="13003"/>
                  </a:cubicBezTo>
                  <a:cubicBezTo>
                    <a:pt x="10009" y="13003"/>
                    <a:pt x="9937" y="13003"/>
                    <a:pt x="9862" y="13003"/>
                  </a:cubicBezTo>
                  <a:cubicBezTo>
                    <a:pt x="9862" y="13027"/>
                    <a:pt x="9862" y="13051"/>
                    <a:pt x="9862" y="13076"/>
                  </a:cubicBezTo>
                  <a:cubicBezTo>
                    <a:pt x="9814" y="13076"/>
                    <a:pt x="9766" y="13076"/>
                    <a:pt x="9716" y="13076"/>
                  </a:cubicBezTo>
                  <a:cubicBezTo>
                    <a:pt x="9716" y="13100"/>
                    <a:pt x="9716" y="13125"/>
                    <a:pt x="9716" y="13149"/>
                  </a:cubicBezTo>
                  <a:cubicBezTo>
                    <a:pt x="9644" y="13149"/>
                    <a:pt x="9571" y="13149"/>
                    <a:pt x="9497" y="13149"/>
                  </a:cubicBezTo>
                  <a:cubicBezTo>
                    <a:pt x="9497" y="13173"/>
                    <a:pt x="9497" y="13198"/>
                    <a:pt x="9497" y="13222"/>
                  </a:cubicBezTo>
                  <a:cubicBezTo>
                    <a:pt x="9424" y="13222"/>
                    <a:pt x="9352" y="13222"/>
                    <a:pt x="9278" y="13222"/>
                  </a:cubicBezTo>
                  <a:cubicBezTo>
                    <a:pt x="9278" y="13247"/>
                    <a:pt x="9278" y="13271"/>
                    <a:pt x="9278" y="13295"/>
                  </a:cubicBezTo>
                  <a:cubicBezTo>
                    <a:pt x="9205" y="13295"/>
                    <a:pt x="9133" y="13295"/>
                    <a:pt x="9058" y="13295"/>
                  </a:cubicBezTo>
                  <a:cubicBezTo>
                    <a:pt x="9058" y="13320"/>
                    <a:pt x="9058" y="13344"/>
                    <a:pt x="9058" y="13369"/>
                  </a:cubicBezTo>
                  <a:cubicBezTo>
                    <a:pt x="9034" y="13369"/>
                    <a:pt x="9010" y="13369"/>
                    <a:pt x="8985" y="13369"/>
                  </a:cubicBezTo>
                  <a:cubicBezTo>
                    <a:pt x="8985" y="13393"/>
                    <a:pt x="8985" y="13417"/>
                    <a:pt x="8985" y="13442"/>
                  </a:cubicBezTo>
                  <a:cubicBezTo>
                    <a:pt x="8961" y="13442"/>
                    <a:pt x="8937" y="13442"/>
                    <a:pt x="8912" y="13442"/>
                  </a:cubicBezTo>
                  <a:cubicBezTo>
                    <a:pt x="8912" y="13466"/>
                    <a:pt x="8912" y="13490"/>
                    <a:pt x="8912" y="13515"/>
                  </a:cubicBezTo>
                  <a:cubicBezTo>
                    <a:pt x="8888" y="13515"/>
                    <a:pt x="8864" y="13515"/>
                    <a:pt x="8839" y="13515"/>
                  </a:cubicBezTo>
                  <a:cubicBezTo>
                    <a:pt x="8839" y="13683"/>
                    <a:pt x="8839" y="13852"/>
                    <a:pt x="8839" y="14026"/>
                  </a:cubicBezTo>
                  <a:cubicBezTo>
                    <a:pt x="8815" y="14026"/>
                    <a:pt x="8791" y="14026"/>
                    <a:pt x="8766" y="14026"/>
                  </a:cubicBezTo>
                  <a:cubicBezTo>
                    <a:pt x="8766" y="14147"/>
                    <a:pt x="8766" y="14267"/>
                    <a:pt x="8766" y="14391"/>
                  </a:cubicBezTo>
                  <a:cubicBezTo>
                    <a:pt x="8742" y="14391"/>
                    <a:pt x="8718" y="14391"/>
                    <a:pt x="8693" y="14391"/>
                  </a:cubicBezTo>
                  <a:cubicBezTo>
                    <a:pt x="8693" y="14512"/>
                    <a:pt x="8693" y="14632"/>
                    <a:pt x="8693" y="14756"/>
                  </a:cubicBezTo>
                  <a:cubicBezTo>
                    <a:pt x="8669" y="14756"/>
                    <a:pt x="8645" y="14756"/>
                    <a:pt x="8620" y="14756"/>
                  </a:cubicBezTo>
                  <a:cubicBezTo>
                    <a:pt x="8620" y="14781"/>
                    <a:pt x="8620" y="14805"/>
                    <a:pt x="8620" y="14830"/>
                  </a:cubicBezTo>
                  <a:cubicBezTo>
                    <a:pt x="8596" y="14830"/>
                    <a:pt x="8572" y="14830"/>
                    <a:pt x="8547" y="14830"/>
                  </a:cubicBezTo>
                  <a:cubicBezTo>
                    <a:pt x="8547" y="14854"/>
                    <a:pt x="8547" y="14878"/>
                    <a:pt x="8547" y="14903"/>
                  </a:cubicBezTo>
                  <a:cubicBezTo>
                    <a:pt x="7896" y="14903"/>
                    <a:pt x="7245" y="14903"/>
                    <a:pt x="6575" y="14903"/>
                  </a:cubicBezTo>
                  <a:cubicBezTo>
                    <a:pt x="6575" y="14878"/>
                    <a:pt x="6575" y="14854"/>
                    <a:pt x="6575" y="14830"/>
                  </a:cubicBezTo>
                  <a:cubicBezTo>
                    <a:pt x="6551" y="14830"/>
                    <a:pt x="6526" y="14830"/>
                    <a:pt x="6502" y="14830"/>
                  </a:cubicBezTo>
                  <a:cubicBezTo>
                    <a:pt x="6502" y="14805"/>
                    <a:pt x="6502" y="14781"/>
                    <a:pt x="6502" y="14756"/>
                  </a:cubicBezTo>
                  <a:cubicBezTo>
                    <a:pt x="6478" y="14756"/>
                    <a:pt x="6453" y="14756"/>
                    <a:pt x="6429" y="14756"/>
                  </a:cubicBezTo>
                  <a:cubicBezTo>
                    <a:pt x="6429" y="14612"/>
                    <a:pt x="6429" y="14467"/>
                    <a:pt x="6429" y="14318"/>
                  </a:cubicBezTo>
                  <a:cubicBezTo>
                    <a:pt x="6404" y="14318"/>
                    <a:pt x="6380" y="14318"/>
                    <a:pt x="6356" y="14318"/>
                  </a:cubicBezTo>
                  <a:cubicBezTo>
                    <a:pt x="6356" y="14149"/>
                    <a:pt x="6356" y="13981"/>
                    <a:pt x="6356" y="13807"/>
                  </a:cubicBezTo>
                  <a:cubicBezTo>
                    <a:pt x="6331" y="13807"/>
                    <a:pt x="6307" y="13807"/>
                    <a:pt x="6282" y="13807"/>
                  </a:cubicBezTo>
                  <a:cubicBezTo>
                    <a:pt x="6282" y="13686"/>
                    <a:pt x="6282" y="13566"/>
                    <a:pt x="6282" y="13442"/>
                  </a:cubicBezTo>
                  <a:cubicBezTo>
                    <a:pt x="6258" y="13442"/>
                    <a:pt x="6234" y="13442"/>
                    <a:pt x="6209" y="13442"/>
                  </a:cubicBezTo>
                  <a:cubicBezTo>
                    <a:pt x="6209" y="13417"/>
                    <a:pt x="6209" y="13393"/>
                    <a:pt x="6209" y="13369"/>
                  </a:cubicBezTo>
                  <a:cubicBezTo>
                    <a:pt x="6185" y="13369"/>
                    <a:pt x="6161" y="13369"/>
                    <a:pt x="6136" y="13369"/>
                  </a:cubicBezTo>
                  <a:cubicBezTo>
                    <a:pt x="6136" y="13344"/>
                    <a:pt x="6136" y="13320"/>
                    <a:pt x="6136" y="13295"/>
                  </a:cubicBezTo>
                  <a:cubicBezTo>
                    <a:pt x="6064" y="13295"/>
                    <a:pt x="5992" y="13295"/>
                    <a:pt x="5917" y="13295"/>
                  </a:cubicBezTo>
                  <a:cubicBezTo>
                    <a:pt x="5917" y="13271"/>
                    <a:pt x="5917" y="13247"/>
                    <a:pt x="5917" y="13222"/>
                  </a:cubicBezTo>
                  <a:cubicBezTo>
                    <a:pt x="5845" y="13222"/>
                    <a:pt x="5773" y="13222"/>
                    <a:pt x="5698" y="13222"/>
                  </a:cubicBezTo>
                  <a:cubicBezTo>
                    <a:pt x="5698" y="13198"/>
                    <a:pt x="5698" y="13174"/>
                    <a:pt x="5698" y="13149"/>
                  </a:cubicBezTo>
                  <a:cubicBezTo>
                    <a:pt x="5626" y="13149"/>
                    <a:pt x="5553" y="13149"/>
                    <a:pt x="5479" y="13149"/>
                  </a:cubicBezTo>
                  <a:cubicBezTo>
                    <a:pt x="5479" y="13125"/>
                    <a:pt x="5479" y="13101"/>
                    <a:pt x="5479" y="13076"/>
                  </a:cubicBezTo>
                  <a:cubicBezTo>
                    <a:pt x="5407" y="13076"/>
                    <a:pt x="5334" y="13076"/>
                    <a:pt x="5260" y="13076"/>
                  </a:cubicBezTo>
                  <a:cubicBezTo>
                    <a:pt x="5260" y="13052"/>
                    <a:pt x="5260" y="13028"/>
                    <a:pt x="5260" y="13003"/>
                  </a:cubicBezTo>
                  <a:cubicBezTo>
                    <a:pt x="5212" y="13003"/>
                    <a:pt x="5163" y="13003"/>
                    <a:pt x="5114" y="13003"/>
                  </a:cubicBezTo>
                  <a:cubicBezTo>
                    <a:pt x="5114" y="12979"/>
                    <a:pt x="5114" y="12955"/>
                    <a:pt x="5114" y="12930"/>
                  </a:cubicBezTo>
                  <a:cubicBezTo>
                    <a:pt x="5065" y="12930"/>
                    <a:pt x="5017" y="12930"/>
                    <a:pt x="4968" y="12930"/>
                  </a:cubicBezTo>
                  <a:cubicBezTo>
                    <a:pt x="4968" y="12906"/>
                    <a:pt x="4968" y="12882"/>
                    <a:pt x="4968" y="12857"/>
                  </a:cubicBezTo>
                  <a:cubicBezTo>
                    <a:pt x="4895" y="12857"/>
                    <a:pt x="4823" y="12857"/>
                    <a:pt x="4748" y="12857"/>
                  </a:cubicBezTo>
                  <a:cubicBezTo>
                    <a:pt x="4748" y="12833"/>
                    <a:pt x="4748" y="12809"/>
                    <a:pt x="4748" y="12784"/>
                  </a:cubicBezTo>
                  <a:cubicBezTo>
                    <a:pt x="4724" y="12784"/>
                    <a:pt x="4700" y="12784"/>
                    <a:pt x="4675" y="12784"/>
                  </a:cubicBezTo>
                  <a:cubicBezTo>
                    <a:pt x="4675" y="12760"/>
                    <a:pt x="4675" y="12736"/>
                    <a:pt x="4675" y="12711"/>
                  </a:cubicBezTo>
                  <a:cubicBezTo>
                    <a:pt x="4627" y="12711"/>
                    <a:pt x="4579" y="12711"/>
                    <a:pt x="4529" y="12711"/>
                  </a:cubicBezTo>
                  <a:cubicBezTo>
                    <a:pt x="4529" y="12687"/>
                    <a:pt x="4529" y="12663"/>
                    <a:pt x="4529" y="12638"/>
                  </a:cubicBezTo>
                  <a:cubicBezTo>
                    <a:pt x="4433" y="12638"/>
                    <a:pt x="4336" y="12638"/>
                    <a:pt x="4237" y="12638"/>
                  </a:cubicBezTo>
                  <a:cubicBezTo>
                    <a:pt x="4237" y="12662"/>
                    <a:pt x="4237" y="12686"/>
                    <a:pt x="4237" y="12711"/>
                  </a:cubicBezTo>
                  <a:cubicBezTo>
                    <a:pt x="4189" y="12711"/>
                    <a:pt x="4141" y="12711"/>
                    <a:pt x="4091" y="12711"/>
                  </a:cubicBezTo>
                  <a:cubicBezTo>
                    <a:pt x="4091" y="12735"/>
                    <a:pt x="4091" y="12759"/>
                    <a:pt x="4091" y="12784"/>
                  </a:cubicBezTo>
                  <a:cubicBezTo>
                    <a:pt x="4067" y="12784"/>
                    <a:pt x="4043" y="12784"/>
                    <a:pt x="4018" y="12784"/>
                  </a:cubicBezTo>
                  <a:cubicBezTo>
                    <a:pt x="4018" y="12808"/>
                    <a:pt x="4018" y="12832"/>
                    <a:pt x="4018" y="12857"/>
                  </a:cubicBezTo>
                  <a:cubicBezTo>
                    <a:pt x="3970" y="12857"/>
                    <a:pt x="3921" y="12857"/>
                    <a:pt x="3872" y="12857"/>
                  </a:cubicBezTo>
                  <a:cubicBezTo>
                    <a:pt x="3872" y="12881"/>
                    <a:pt x="3872" y="12905"/>
                    <a:pt x="3872" y="12930"/>
                  </a:cubicBezTo>
                  <a:cubicBezTo>
                    <a:pt x="3848" y="12930"/>
                    <a:pt x="3824" y="12930"/>
                    <a:pt x="3799" y="12930"/>
                  </a:cubicBezTo>
                  <a:cubicBezTo>
                    <a:pt x="3799" y="12954"/>
                    <a:pt x="3799" y="12978"/>
                    <a:pt x="3799" y="13003"/>
                  </a:cubicBezTo>
                  <a:cubicBezTo>
                    <a:pt x="3750" y="13003"/>
                    <a:pt x="3702" y="13003"/>
                    <a:pt x="3653" y="13003"/>
                  </a:cubicBezTo>
                  <a:cubicBezTo>
                    <a:pt x="3653" y="13027"/>
                    <a:pt x="3653" y="13051"/>
                    <a:pt x="3653" y="13076"/>
                  </a:cubicBezTo>
                  <a:cubicBezTo>
                    <a:pt x="3628" y="13076"/>
                    <a:pt x="3604" y="13076"/>
                    <a:pt x="3580" y="13076"/>
                  </a:cubicBezTo>
                  <a:cubicBezTo>
                    <a:pt x="3580" y="13100"/>
                    <a:pt x="3580" y="13125"/>
                    <a:pt x="3580" y="13149"/>
                  </a:cubicBezTo>
                  <a:cubicBezTo>
                    <a:pt x="3555" y="13149"/>
                    <a:pt x="3531" y="13149"/>
                    <a:pt x="3506" y="13149"/>
                  </a:cubicBezTo>
                  <a:cubicBezTo>
                    <a:pt x="3506" y="13173"/>
                    <a:pt x="3506" y="13198"/>
                    <a:pt x="3506" y="13222"/>
                  </a:cubicBezTo>
                  <a:cubicBezTo>
                    <a:pt x="3458" y="13222"/>
                    <a:pt x="3410" y="13222"/>
                    <a:pt x="3360" y="13222"/>
                  </a:cubicBezTo>
                  <a:cubicBezTo>
                    <a:pt x="3360" y="13247"/>
                    <a:pt x="3360" y="13271"/>
                    <a:pt x="3360" y="13295"/>
                  </a:cubicBezTo>
                  <a:cubicBezTo>
                    <a:pt x="3336" y="13295"/>
                    <a:pt x="3312" y="13295"/>
                    <a:pt x="3287" y="13295"/>
                  </a:cubicBezTo>
                  <a:cubicBezTo>
                    <a:pt x="3287" y="13320"/>
                    <a:pt x="3287" y="13344"/>
                    <a:pt x="3287" y="13369"/>
                  </a:cubicBezTo>
                  <a:cubicBezTo>
                    <a:pt x="3263" y="13369"/>
                    <a:pt x="3239" y="13369"/>
                    <a:pt x="3214" y="13369"/>
                  </a:cubicBezTo>
                  <a:cubicBezTo>
                    <a:pt x="3214" y="13393"/>
                    <a:pt x="3214" y="13417"/>
                    <a:pt x="3214" y="13442"/>
                  </a:cubicBezTo>
                  <a:cubicBezTo>
                    <a:pt x="3118" y="13442"/>
                    <a:pt x="3021" y="13442"/>
                    <a:pt x="2922" y="13442"/>
                  </a:cubicBezTo>
                  <a:cubicBezTo>
                    <a:pt x="2922" y="13417"/>
                    <a:pt x="2922" y="13393"/>
                    <a:pt x="2922" y="13369"/>
                  </a:cubicBezTo>
                  <a:cubicBezTo>
                    <a:pt x="2898" y="13369"/>
                    <a:pt x="2874" y="13369"/>
                    <a:pt x="2849" y="13369"/>
                  </a:cubicBezTo>
                  <a:cubicBezTo>
                    <a:pt x="2849" y="13344"/>
                    <a:pt x="2849" y="13320"/>
                    <a:pt x="2849" y="13295"/>
                  </a:cubicBezTo>
                  <a:cubicBezTo>
                    <a:pt x="2825" y="13295"/>
                    <a:pt x="2801" y="13295"/>
                    <a:pt x="2776" y="13295"/>
                  </a:cubicBezTo>
                  <a:cubicBezTo>
                    <a:pt x="2776" y="13271"/>
                    <a:pt x="2776" y="13247"/>
                    <a:pt x="2776" y="13222"/>
                  </a:cubicBezTo>
                  <a:cubicBezTo>
                    <a:pt x="2728" y="13222"/>
                    <a:pt x="2680" y="13222"/>
                    <a:pt x="2630" y="13222"/>
                  </a:cubicBezTo>
                  <a:cubicBezTo>
                    <a:pt x="2630" y="13198"/>
                    <a:pt x="2630" y="13174"/>
                    <a:pt x="2630" y="13149"/>
                  </a:cubicBezTo>
                  <a:cubicBezTo>
                    <a:pt x="2606" y="13149"/>
                    <a:pt x="2582" y="13149"/>
                    <a:pt x="2557" y="13149"/>
                  </a:cubicBezTo>
                  <a:cubicBezTo>
                    <a:pt x="2557" y="13125"/>
                    <a:pt x="2557" y="13101"/>
                    <a:pt x="2557" y="13076"/>
                  </a:cubicBezTo>
                  <a:cubicBezTo>
                    <a:pt x="2533" y="13076"/>
                    <a:pt x="2509" y="13076"/>
                    <a:pt x="2484" y="13076"/>
                  </a:cubicBezTo>
                  <a:cubicBezTo>
                    <a:pt x="2484" y="13052"/>
                    <a:pt x="2484" y="13028"/>
                    <a:pt x="2484" y="13003"/>
                  </a:cubicBezTo>
                  <a:cubicBezTo>
                    <a:pt x="2460" y="13003"/>
                    <a:pt x="2436" y="13003"/>
                    <a:pt x="2411" y="13003"/>
                  </a:cubicBezTo>
                  <a:cubicBezTo>
                    <a:pt x="2411" y="12979"/>
                    <a:pt x="2411" y="12955"/>
                    <a:pt x="2411" y="12930"/>
                  </a:cubicBezTo>
                  <a:cubicBezTo>
                    <a:pt x="2387" y="12930"/>
                    <a:pt x="2363" y="12930"/>
                    <a:pt x="2338" y="12930"/>
                  </a:cubicBezTo>
                  <a:cubicBezTo>
                    <a:pt x="2338" y="12906"/>
                    <a:pt x="2338" y="12882"/>
                    <a:pt x="2338" y="12857"/>
                  </a:cubicBezTo>
                  <a:cubicBezTo>
                    <a:pt x="2314" y="12857"/>
                    <a:pt x="2289" y="12857"/>
                    <a:pt x="2265" y="12857"/>
                  </a:cubicBezTo>
                  <a:cubicBezTo>
                    <a:pt x="2265" y="12833"/>
                    <a:pt x="2265" y="12809"/>
                    <a:pt x="2265" y="12784"/>
                  </a:cubicBezTo>
                  <a:cubicBezTo>
                    <a:pt x="2241" y="12784"/>
                    <a:pt x="2216" y="12784"/>
                    <a:pt x="2192" y="12784"/>
                  </a:cubicBezTo>
                  <a:cubicBezTo>
                    <a:pt x="2192" y="12760"/>
                    <a:pt x="2192" y="12736"/>
                    <a:pt x="2192" y="12711"/>
                  </a:cubicBezTo>
                  <a:cubicBezTo>
                    <a:pt x="2167" y="12711"/>
                    <a:pt x="2143" y="12711"/>
                    <a:pt x="2119" y="12711"/>
                  </a:cubicBezTo>
                  <a:cubicBezTo>
                    <a:pt x="2119" y="12687"/>
                    <a:pt x="2119" y="12663"/>
                    <a:pt x="2119" y="12638"/>
                  </a:cubicBezTo>
                  <a:cubicBezTo>
                    <a:pt x="2094" y="12638"/>
                    <a:pt x="2070" y="12638"/>
                    <a:pt x="2045" y="12638"/>
                  </a:cubicBezTo>
                  <a:cubicBezTo>
                    <a:pt x="2045" y="12614"/>
                    <a:pt x="2045" y="12590"/>
                    <a:pt x="2045" y="12565"/>
                  </a:cubicBezTo>
                  <a:cubicBezTo>
                    <a:pt x="2021" y="12565"/>
                    <a:pt x="1997" y="12565"/>
                    <a:pt x="1972" y="12565"/>
                  </a:cubicBezTo>
                  <a:cubicBezTo>
                    <a:pt x="1972" y="12541"/>
                    <a:pt x="1972" y="12517"/>
                    <a:pt x="1972" y="12492"/>
                  </a:cubicBezTo>
                  <a:cubicBezTo>
                    <a:pt x="1948" y="12492"/>
                    <a:pt x="1924" y="12492"/>
                    <a:pt x="1899" y="12492"/>
                  </a:cubicBezTo>
                  <a:cubicBezTo>
                    <a:pt x="1899" y="12468"/>
                    <a:pt x="1899" y="12444"/>
                    <a:pt x="1899" y="12419"/>
                  </a:cubicBezTo>
                  <a:cubicBezTo>
                    <a:pt x="1875" y="12419"/>
                    <a:pt x="1851" y="12419"/>
                    <a:pt x="1826" y="12419"/>
                  </a:cubicBezTo>
                  <a:cubicBezTo>
                    <a:pt x="1826" y="12395"/>
                    <a:pt x="1826" y="12371"/>
                    <a:pt x="1826" y="12346"/>
                  </a:cubicBezTo>
                  <a:cubicBezTo>
                    <a:pt x="1802" y="12346"/>
                    <a:pt x="1778" y="12346"/>
                    <a:pt x="1753" y="12346"/>
                  </a:cubicBezTo>
                  <a:cubicBezTo>
                    <a:pt x="1753" y="12322"/>
                    <a:pt x="1753" y="12298"/>
                    <a:pt x="1753" y="12273"/>
                  </a:cubicBezTo>
                  <a:cubicBezTo>
                    <a:pt x="1729" y="12273"/>
                    <a:pt x="1705" y="12273"/>
                    <a:pt x="1680" y="12273"/>
                  </a:cubicBezTo>
                  <a:cubicBezTo>
                    <a:pt x="1680" y="12249"/>
                    <a:pt x="1680" y="12225"/>
                    <a:pt x="1680" y="12200"/>
                  </a:cubicBezTo>
                  <a:cubicBezTo>
                    <a:pt x="1656" y="12200"/>
                    <a:pt x="1632" y="12200"/>
                    <a:pt x="1607" y="12200"/>
                  </a:cubicBezTo>
                  <a:cubicBezTo>
                    <a:pt x="1607" y="12176"/>
                    <a:pt x="1607" y="12151"/>
                    <a:pt x="1607" y="12127"/>
                  </a:cubicBezTo>
                  <a:cubicBezTo>
                    <a:pt x="1583" y="12127"/>
                    <a:pt x="1559" y="12127"/>
                    <a:pt x="1534" y="12127"/>
                  </a:cubicBezTo>
                  <a:cubicBezTo>
                    <a:pt x="1534" y="12078"/>
                    <a:pt x="1534" y="12030"/>
                    <a:pt x="1534" y="11981"/>
                  </a:cubicBezTo>
                  <a:cubicBezTo>
                    <a:pt x="1558" y="11981"/>
                    <a:pt x="1582" y="11981"/>
                    <a:pt x="1607" y="11981"/>
                  </a:cubicBezTo>
                  <a:cubicBezTo>
                    <a:pt x="1607" y="11932"/>
                    <a:pt x="1607" y="11884"/>
                    <a:pt x="1607" y="11834"/>
                  </a:cubicBezTo>
                  <a:cubicBezTo>
                    <a:pt x="1631" y="11834"/>
                    <a:pt x="1655" y="11834"/>
                    <a:pt x="1680" y="11834"/>
                  </a:cubicBezTo>
                  <a:cubicBezTo>
                    <a:pt x="1680" y="11810"/>
                    <a:pt x="1680" y="11786"/>
                    <a:pt x="1680" y="11761"/>
                  </a:cubicBezTo>
                  <a:cubicBezTo>
                    <a:pt x="1704" y="11761"/>
                    <a:pt x="1728" y="11761"/>
                    <a:pt x="1753" y="11761"/>
                  </a:cubicBezTo>
                  <a:cubicBezTo>
                    <a:pt x="1753" y="11713"/>
                    <a:pt x="1753" y="11665"/>
                    <a:pt x="1753" y="11615"/>
                  </a:cubicBezTo>
                  <a:cubicBezTo>
                    <a:pt x="1777" y="11615"/>
                    <a:pt x="1801" y="11615"/>
                    <a:pt x="1826" y="11615"/>
                  </a:cubicBezTo>
                  <a:cubicBezTo>
                    <a:pt x="1826" y="11591"/>
                    <a:pt x="1826" y="11567"/>
                    <a:pt x="1826" y="11542"/>
                  </a:cubicBezTo>
                  <a:cubicBezTo>
                    <a:pt x="1850" y="11542"/>
                    <a:pt x="1875" y="11542"/>
                    <a:pt x="1899" y="11542"/>
                  </a:cubicBezTo>
                  <a:cubicBezTo>
                    <a:pt x="1899" y="11494"/>
                    <a:pt x="1899" y="11446"/>
                    <a:pt x="1899" y="11396"/>
                  </a:cubicBezTo>
                  <a:cubicBezTo>
                    <a:pt x="1923" y="11396"/>
                    <a:pt x="1948" y="11396"/>
                    <a:pt x="1972" y="11396"/>
                  </a:cubicBezTo>
                  <a:cubicBezTo>
                    <a:pt x="1972" y="11372"/>
                    <a:pt x="1972" y="11348"/>
                    <a:pt x="1972" y="11323"/>
                  </a:cubicBezTo>
                  <a:cubicBezTo>
                    <a:pt x="1997" y="11323"/>
                    <a:pt x="2021" y="11323"/>
                    <a:pt x="2045" y="11323"/>
                  </a:cubicBezTo>
                  <a:cubicBezTo>
                    <a:pt x="2045" y="11299"/>
                    <a:pt x="2045" y="11275"/>
                    <a:pt x="2045" y="11250"/>
                  </a:cubicBezTo>
                  <a:cubicBezTo>
                    <a:pt x="2070" y="11250"/>
                    <a:pt x="2094" y="11250"/>
                    <a:pt x="2119" y="11250"/>
                  </a:cubicBezTo>
                  <a:cubicBezTo>
                    <a:pt x="2119" y="11202"/>
                    <a:pt x="2119" y="11154"/>
                    <a:pt x="2119" y="11104"/>
                  </a:cubicBezTo>
                  <a:cubicBezTo>
                    <a:pt x="2143" y="11104"/>
                    <a:pt x="2167" y="11104"/>
                    <a:pt x="2192" y="11104"/>
                  </a:cubicBezTo>
                  <a:cubicBezTo>
                    <a:pt x="2192" y="11080"/>
                    <a:pt x="2192" y="11056"/>
                    <a:pt x="2192" y="11031"/>
                  </a:cubicBezTo>
                  <a:cubicBezTo>
                    <a:pt x="2216" y="11031"/>
                    <a:pt x="2240" y="11031"/>
                    <a:pt x="2265" y="11031"/>
                  </a:cubicBezTo>
                  <a:cubicBezTo>
                    <a:pt x="2265" y="10983"/>
                    <a:pt x="2265" y="10934"/>
                    <a:pt x="2265" y="10885"/>
                  </a:cubicBezTo>
                  <a:cubicBezTo>
                    <a:pt x="2289" y="10885"/>
                    <a:pt x="2313" y="10885"/>
                    <a:pt x="2338" y="10885"/>
                  </a:cubicBezTo>
                  <a:cubicBezTo>
                    <a:pt x="2338" y="10788"/>
                    <a:pt x="2338" y="10692"/>
                    <a:pt x="2338" y="10593"/>
                  </a:cubicBezTo>
                  <a:cubicBezTo>
                    <a:pt x="2314" y="10593"/>
                    <a:pt x="2289" y="10593"/>
                    <a:pt x="2265" y="10593"/>
                  </a:cubicBezTo>
                  <a:cubicBezTo>
                    <a:pt x="2265" y="10544"/>
                    <a:pt x="2265" y="10496"/>
                    <a:pt x="2265" y="10446"/>
                  </a:cubicBezTo>
                  <a:cubicBezTo>
                    <a:pt x="2241" y="10446"/>
                    <a:pt x="2216" y="10446"/>
                    <a:pt x="2192" y="10446"/>
                  </a:cubicBezTo>
                  <a:cubicBezTo>
                    <a:pt x="2192" y="10398"/>
                    <a:pt x="2192" y="10350"/>
                    <a:pt x="2192" y="10300"/>
                  </a:cubicBezTo>
                  <a:cubicBezTo>
                    <a:pt x="2167" y="10300"/>
                    <a:pt x="2143" y="10300"/>
                    <a:pt x="2119" y="10300"/>
                  </a:cubicBezTo>
                  <a:cubicBezTo>
                    <a:pt x="2119" y="10252"/>
                    <a:pt x="2119" y="10204"/>
                    <a:pt x="2119" y="10154"/>
                  </a:cubicBezTo>
                  <a:cubicBezTo>
                    <a:pt x="2094" y="10154"/>
                    <a:pt x="2070" y="10154"/>
                    <a:pt x="2045" y="10154"/>
                  </a:cubicBezTo>
                  <a:cubicBezTo>
                    <a:pt x="2045" y="10106"/>
                    <a:pt x="2045" y="10058"/>
                    <a:pt x="2045" y="10008"/>
                  </a:cubicBezTo>
                  <a:cubicBezTo>
                    <a:pt x="2021" y="10008"/>
                    <a:pt x="1997" y="10008"/>
                    <a:pt x="1972" y="10008"/>
                  </a:cubicBezTo>
                  <a:cubicBezTo>
                    <a:pt x="1972" y="9960"/>
                    <a:pt x="1972" y="9912"/>
                    <a:pt x="1972" y="9862"/>
                  </a:cubicBezTo>
                  <a:cubicBezTo>
                    <a:pt x="1948" y="9862"/>
                    <a:pt x="1924" y="9862"/>
                    <a:pt x="1899" y="9862"/>
                  </a:cubicBezTo>
                  <a:cubicBezTo>
                    <a:pt x="1899" y="9790"/>
                    <a:pt x="1899" y="9717"/>
                    <a:pt x="1899" y="9643"/>
                  </a:cubicBezTo>
                  <a:cubicBezTo>
                    <a:pt x="1875" y="9643"/>
                    <a:pt x="1851" y="9643"/>
                    <a:pt x="1826" y="9643"/>
                  </a:cubicBezTo>
                  <a:cubicBezTo>
                    <a:pt x="1826" y="9595"/>
                    <a:pt x="1826" y="9546"/>
                    <a:pt x="1826" y="9497"/>
                  </a:cubicBezTo>
                  <a:cubicBezTo>
                    <a:pt x="1802" y="9497"/>
                    <a:pt x="1778" y="9497"/>
                    <a:pt x="1753" y="9497"/>
                  </a:cubicBezTo>
                  <a:cubicBezTo>
                    <a:pt x="1753" y="9424"/>
                    <a:pt x="1753" y="9352"/>
                    <a:pt x="1753" y="9278"/>
                  </a:cubicBezTo>
                  <a:cubicBezTo>
                    <a:pt x="1729" y="9278"/>
                    <a:pt x="1705" y="9278"/>
                    <a:pt x="1680" y="9278"/>
                  </a:cubicBezTo>
                  <a:cubicBezTo>
                    <a:pt x="1680" y="9181"/>
                    <a:pt x="1680" y="9085"/>
                    <a:pt x="1680" y="8985"/>
                  </a:cubicBezTo>
                  <a:cubicBezTo>
                    <a:pt x="1656" y="8985"/>
                    <a:pt x="1632" y="8985"/>
                    <a:pt x="1607" y="8985"/>
                  </a:cubicBezTo>
                  <a:cubicBezTo>
                    <a:pt x="1607" y="8961"/>
                    <a:pt x="1607" y="8937"/>
                    <a:pt x="1607" y="8912"/>
                  </a:cubicBezTo>
                  <a:cubicBezTo>
                    <a:pt x="1583" y="8912"/>
                    <a:pt x="1559" y="8912"/>
                    <a:pt x="1534" y="8912"/>
                  </a:cubicBezTo>
                  <a:cubicBezTo>
                    <a:pt x="1534" y="8888"/>
                    <a:pt x="1534" y="8864"/>
                    <a:pt x="1534" y="8839"/>
                  </a:cubicBezTo>
                  <a:cubicBezTo>
                    <a:pt x="1438" y="8839"/>
                    <a:pt x="1341" y="8839"/>
                    <a:pt x="1242" y="8839"/>
                  </a:cubicBezTo>
                  <a:cubicBezTo>
                    <a:pt x="1242" y="8815"/>
                    <a:pt x="1242" y="8791"/>
                    <a:pt x="1242" y="8766"/>
                  </a:cubicBezTo>
                  <a:cubicBezTo>
                    <a:pt x="1121" y="8766"/>
                    <a:pt x="1001" y="8766"/>
                    <a:pt x="877" y="8766"/>
                  </a:cubicBezTo>
                  <a:cubicBezTo>
                    <a:pt x="877" y="8742"/>
                    <a:pt x="877" y="8718"/>
                    <a:pt x="877" y="8693"/>
                  </a:cubicBezTo>
                  <a:cubicBezTo>
                    <a:pt x="756" y="8693"/>
                    <a:pt x="636" y="8693"/>
                    <a:pt x="511" y="8693"/>
                  </a:cubicBezTo>
                  <a:cubicBezTo>
                    <a:pt x="511" y="8669"/>
                    <a:pt x="511" y="8645"/>
                    <a:pt x="511" y="8620"/>
                  </a:cubicBezTo>
                  <a:cubicBezTo>
                    <a:pt x="391" y="8620"/>
                    <a:pt x="270" y="8620"/>
                    <a:pt x="146" y="8620"/>
                  </a:cubicBezTo>
                  <a:cubicBezTo>
                    <a:pt x="146" y="8596"/>
                    <a:pt x="146" y="8572"/>
                    <a:pt x="146" y="8547"/>
                  </a:cubicBezTo>
                  <a:cubicBezTo>
                    <a:pt x="122" y="8547"/>
                    <a:pt x="98" y="8547"/>
                    <a:pt x="73" y="8547"/>
                  </a:cubicBezTo>
                  <a:cubicBezTo>
                    <a:pt x="73" y="8523"/>
                    <a:pt x="73" y="8499"/>
                    <a:pt x="73" y="8474"/>
                  </a:cubicBezTo>
                  <a:cubicBezTo>
                    <a:pt x="49" y="8474"/>
                    <a:pt x="25" y="8474"/>
                    <a:pt x="0" y="8474"/>
                  </a:cubicBezTo>
                  <a:cubicBezTo>
                    <a:pt x="0" y="7823"/>
                    <a:pt x="0" y="7172"/>
                    <a:pt x="0" y="6502"/>
                  </a:cubicBezTo>
                  <a:cubicBezTo>
                    <a:pt x="24" y="6502"/>
                    <a:pt x="48" y="6502"/>
                    <a:pt x="73" y="6502"/>
                  </a:cubicBezTo>
                  <a:cubicBezTo>
                    <a:pt x="73" y="6478"/>
                    <a:pt x="73" y="6453"/>
                    <a:pt x="73" y="6429"/>
                  </a:cubicBezTo>
                  <a:cubicBezTo>
                    <a:pt x="121" y="6429"/>
                    <a:pt x="169" y="6429"/>
                    <a:pt x="219" y="6429"/>
                  </a:cubicBezTo>
                  <a:cubicBezTo>
                    <a:pt x="219" y="6404"/>
                    <a:pt x="219" y="6380"/>
                    <a:pt x="219" y="6356"/>
                  </a:cubicBezTo>
                  <a:cubicBezTo>
                    <a:pt x="340" y="6356"/>
                    <a:pt x="460" y="6356"/>
                    <a:pt x="584" y="6356"/>
                  </a:cubicBezTo>
                  <a:cubicBezTo>
                    <a:pt x="584" y="6331"/>
                    <a:pt x="584" y="6307"/>
                    <a:pt x="584" y="6282"/>
                  </a:cubicBezTo>
                  <a:cubicBezTo>
                    <a:pt x="705" y="6282"/>
                    <a:pt x="825" y="6282"/>
                    <a:pt x="950" y="6282"/>
                  </a:cubicBezTo>
                  <a:cubicBezTo>
                    <a:pt x="950" y="6258"/>
                    <a:pt x="950" y="6234"/>
                    <a:pt x="950" y="6209"/>
                  </a:cubicBezTo>
                  <a:cubicBezTo>
                    <a:pt x="1070" y="6209"/>
                    <a:pt x="1191" y="6209"/>
                    <a:pt x="1315" y="6209"/>
                  </a:cubicBezTo>
                  <a:cubicBezTo>
                    <a:pt x="1315" y="6185"/>
                    <a:pt x="1315" y="6161"/>
                    <a:pt x="1315" y="6136"/>
                  </a:cubicBezTo>
                  <a:cubicBezTo>
                    <a:pt x="1387" y="6136"/>
                    <a:pt x="1460" y="6136"/>
                    <a:pt x="1534" y="6136"/>
                  </a:cubicBezTo>
                  <a:cubicBezTo>
                    <a:pt x="1534" y="6112"/>
                    <a:pt x="1534" y="6088"/>
                    <a:pt x="1534" y="6063"/>
                  </a:cubicBezTo>
                  <a:cubicBezTo>
                    <a:pt x="1558" y="6063"/>
                    <a:pt x="1582" y="6063"/>
                    <a:pt x="1607" y="6063"/>
                  </a:cubicBezTo>
                  <a:cubicBezTo>
                    <a:pt x="1607" y="6039"/>
                    <a:pt x="1607" y="6015"/>
                    <a:pt x="1607" y="5990"/>
                  </a:cubicBezTo>
                  <a:cubicBezTo>
                    <a:pt x="1631" y="5990"/>
                    <a:pt x="1655" y="5990"/>
                    <a:pt x="1680" y="5990"/>
                  </a:cubicBezTo>
                  <a:cubicBezTo>
                    <a:pt x="1680" y="5894"/>
                    <a:pt x="1680" y="5797"/>
                    <a:pt x="1680" y="5698"/>
                  </a:cubicBezTo>
                  <a:cubicBezTo>
                    <a:pt x="1704" y="5698"/>
                    <a:pt x="1728" y="5698"/>
                    <a:pt x="1753" y="5698"/>
                  </a:cubicBezTo>
                  <a:cubicBezTo>
                    <a:pt x="1753" y="5626"/>
                    <a:pt x="1753" y="5553"/>
                    <a:pt x="1753" y="5479"/>
                  </a:cubicBezTo>
                  <a:cubicBezTo>
                    <a:pt x="1777" y="5479"/>
                    <a:pt x="1801" y="5479"/>
                    <a:pt x="1826" y="5479"/>
                  </a:cubicBezTo>
                  <a:cubicBezTo>
                    <a:pt x="1826" y="5431"/>
                    <a:pt x="1826" y="5382"/>
                    <a:pt x="1826" y="5333"/>
                  </a:cubicBezTo>
                  <a:cubicBezTo>
                    <a:pt x="1850" y="5333"/>
                    <a:pt x="1875" y="5333"/>
                    <a:pt x="1899" y="5333"/>
                  </a:cubicBezTo>
                  <a:cubicBezTo>
                    <a:pt x="1899" y="5260"/>
                    <a:pt x="1899" y="5188"/>
                    <a:pt x="1899" y="5114"/>
                  </a:cubicBezTo>
                  <a:cubicBezTo>
                    <a:pt x="1923" y="5114"/>
                    <a:pt x="1948" y="5114"/>
                    <a:pt x="1972" y="5114"/>
                  </a:cubicBezTo>
                  <a:cubicBezTo>
                    <a:pt x="1972" y="5065"/>
                    <a:pt x="1972" y="5017"/>
                    <a:pt x="1972" y="4968"/>
                  </a:cubicBezTo>
                  <a:cubicBezTo>
                    <a:pt x="1997" y="4968"/>
                    <a:pt x="2021" y="4968"/>
                    <a:pt x="2045" y="4968"/>
                  </a:cubicBezTo>
                  <a:cubicBezTo>
                    <a:pt x="2045" y="4919"/>
                    <a:pt x="2045" y="4871"/>
                    <a:pt x="2045" y="4821"/>
                  </a:cubicBezTo>
                  <a:cubicBezTo>
                    <a:pt x="2070" y="4821"/>
                    <a:pt x="2094" y="4821"/>
                    <a:pt x="2119" y="4821"/>
                  </a:cubicBezTo>
                  <a:cubicBezTo>
                    <a:pt x="2119" y="4773"/>
                    <a:pt x="2119" y="4725"/>
                    <a:pt x="2119" y="4675"/>
                  </a:cubicBezTo>
                  <a:cubicBezTo>
                    <a:pt x="2143" y="4675"/>
                    <a:pt x="2167" y="4675"/>
                    <a:pt x="2192" y="4675"/>
                  </a:cubicBezTo>
                  <a:cubicBezTo>
                    <a:pt x="2192" y="4627"/>
                    <a:pt x="2192" y="4579"/>
                    <a:pt x="2192" y="4529"/>
                  </a:cubicBezTo>
                  <a:cubicBezTo>
                    <a:pt x="2216" y="4529"/>
                    <a:pt x="2240" y="4529"/>
                    <a:pt x="2265" y="4529"/>
                  </a:cubicBezTo>
                  <a:cubicBezTo>
                    <a:pt x="2265" y="4481"/>
                    <a:pt x="2265" y="4433"/>
                    <a:pt x="2265" y="4383"/>
                  </a:cubicBezTo>
                  <a:cubicBezTo>
                    <a:pt x="2289" y="4383"/>
                    <a:pt x="2313" y="4383"/>
                    <a:pt x="2338" y="4383"/>
                  </a:cubicBezTo>
                  <a:cubicBezTo>
                    <a:pt x="2338" y="4287"/>
                    <a:pt x="2338" y="4190"/>
                    <a:pt x="2338" y="4091"/>
                  </a:cubicBezTo>
                  <a:cubicBezTo>
                    <a:pt x="2314" y="4091"/>
                    <a:pt x="2289" y="4091"/>
                    <a:pt x="2265" y="4091"/>
                  </a:cubicBezTo>
                  <a:cubicBezTo>
                    <a:pt x="2265" y="4067"/>
                    <a:pt x="2265" y="4043"/>
                    <a:pt x="2265" y="4018"/>
                  </a:cubicBezTo>
                  <a:cubicBezTo>
                    <a:pt x="2241" y="4018"/>
                    <a:pt x="2216" y="4018"/>
                    <a:pt x="2192" y="4018"/>
                  </a:cubicBezTo>
                  <a:cubicBezTo>
                    <a:pt x="2192" y="3970"/>
                    <a:pt x="2192" y="3921"/>
                    <a:pt x="2192" y="3872"/>
                  </a:cubicBezTo>
                  <a:cubicBezTo>
                    <a:pt x="2167" y="3872"/>
                    <a:pt x="2143" y="3872"/>
                    <a:pt x="2119" y="3872"/>
                  </a:cubicBezTo>
                  <a:cubicBezTo>
                    <a:pt x="2119" y="3848"/>
                    <a:pt x="2119" y="3824"/>
                    <a:pt x="2119" y="3799"/>
                  </a:cubicBezTo>
                  <a:cubicBezTo>
                    <a:pt x="2094" y="3799"/>
                    <a:pt x="2070" y="3799"/>
                    <a:pt x="2045" y="3799"/>
                  </a:cubicBezTo>
                  <a:cubicBezTo>
                    <a:pt x="2045" y="3775"/>
                    <a:pt x="2045" y="3750"/>
                    <a:pt x="2045" y="3726"/>
                  </a:cubicBezTo>
                  <a:cubicBezTo>
                    <a:pt x="2021" y="3726"/>
                    <a:pt x="1997" y="3726"/>
                    <a:pt x="1972" y="3726"/>
                  </a:cubicBezTo>
                  <a:cubicBezTo>
                    <a:pt x="1972" y="3677"/>
                    <a:pt x="1972" y="3629"/>
                    <a:pt x="1972" y="3580"/>
                  </a:cubicBezTo>
                  <a:cubicBezTo>
                    <a:pt x="1948" y="3580"/>
                    <a:pt x="1924" y="3580"/>
                    <a:pt x="1899" y="3580"/>
                  </a:cubicBezTo>
                  <a:cubicBezTo>
                    <a:pt x="1899" y="3555"/>
                    <a:pt x="1899" y="3531"/>
                    <a:pt x="1899" y="3506"/>
                  </a:cubicBezTo>
                  <a:cubicBezTo>
                    <a:pt x="1875" y="3506"/>
                    <a:pt x="1851" y="3506"/>
                    <a:pt x="1826" y="3506"/>
                  </a:cubicBezTo>
                  <a:cubicBezTo>
                    <a:pt x="1826" y="3458"/>
                    <a:pt x="1826" y="3410"/>
                    <a:pt x="1826" y="3360"/>
                  </a:cubicBezTo>
                  <a:cubicBezTo>
                    <a:pt x="1802" y="3360"/>
                    <a:pt x="1778" y="3360"/>
                    <a:pt x="1753" y="3360"/>
                  </a:cubicBezTo>
                  <a:cubicBezTo>
                    <a:pt x="1753" y="3336"/>
                    <a:pt x="1753" y="3312"/>
                    <a:pt x="1753" y="3287"/>
                  </a:cubicBezTo>
                  <a:cubicBezTo>
                    <a:pt x="1729" y="3287"/>
                    <a:pt x="1705" y="3287"/>
                    <a:pt x="1680" y="3287"/>
                  </a:cubicBezTo>
                  <a:cubicBezTo>
                    <a:pt x="1680" y="3263"/>
                    <a:pt x="1680" y="3239"/>
                    <a:pt x="1680" y="3214"/>
                  </a:cubicBezTo>
                  <a:cubicBezTo>
                    <a:pt x="1656" y="3214"/>
                    <a:pt x="1632" y="3214"/>
                    <a:pt x="1607" y="3214"/>
                  </a:cubicBezTo>
                  <a:cubicBezTo>
                    <a:pt x="1607" y="3166"/>
                    <a:pt x="1607" y="3118"/>
                    <a:pt x="1607" y="3068"/>
                  </a:cubicBezTo>
                  <a:cubicBezTo>
                    <a:pt x="1583" y="3068"/>
                    <a:pt x="1559" y="3068"/>
                    <a:pt x="1534" y="3068"/>
                  </a:cubicBezTo>
                  <a:cubicBezTo>
                    <a:pt x="1534" y="3020"/>
                    <a:pt x="1534" y="2972"/>
                    <a:pt x="1534" y="2922"/>
                  </a:cubicBezTo>
                  <a:cubicBezTo>
                    <a:pt x="1558" y="2922"/>
                    <a:pt x="1582" y="2922"/>
                    <a:pt x="1607" y="2922"/>
                  </a:cubicBezTo>
                  <a:cubicBezTo>
                    <a:pt x="1607" y="2874"/>
                    <a:pt x="1607" y="2826"/>
                    <a:pt x="1607" y="2776"/>
                  </a:cubicBezTo>
                  <a:cubicBezTo>
                    <a:pt x="1631" y="2776"/>
                    <a:pt x="1655" y="2776"/>
                    <a:pt x="1680" y="2776"/>
                  </a:cubicBezTo>
                  <a:cubicBezTo>
                    <a:pt x="1680" y="2752"/>
                    <a:pt x="1680" y="2728"/>
                    <a:pt x="1680" y="2703"/>
                  </a:cubicBezTo>
                  <a:cubicBezTo>
                    <a:pt x="1704" y="2703"/>
                    <a:pt x="1728" y="2703"/>
                    <a:pt x="1753" y="2703"/>
                  </a:cubicBezTo>
                  <a:cubicBezTo>
                    <a:pt x="1753" y="2679"/>
                    <a:pt x="1753" y="2655"/>
                    <a:pt x="1753" y="2630"/>
                  </a:cubicBezTo>
                  <a:cubicBezTo>
                    <a:pt x="1777" y="2630"/>
                    <a:pt x="1801" y="2630"/>
                    <a:pt x="1826" y="2630"/>
                  </a:cubicBezTo>
                  <a:cubicBezTo>
                    <a:pt x="1826" y="2606"/>
                    <a:pt x="1826" y="2582"/>
                    <a:pt x="1826" y="2557"/>
                  </a:cubicBezTo>
                  <a:cubicBezTo>
                    <a:pt x="1875" y="2557"/>
                    <a:pt x="1923" y="2557"/>
                    <a:pt x="1972" y="2557"/>
                  </a:cubicBezTo>
                  <a:cubicBezTo>
                    <a:pt x="1972" y="2533"/>
                    <a:pt x="1972" y="2509"/>
                    <a:pt x="1972" y="2484"/>
                  </a:cubicBezTo>
                  <a:cubicBezTo>
                    <a:pt x="1997" y="2484"/>
                    <a:pt x="2021" y="2484"/>
                    <a:pt x="2045" y="2484"/>
                  </a:cubicBezTo>
                  <a:cubicBezTo>
                    <a:pt x="2045" y="2460"/>
                    <a:pt x="2045" y="2436"/>
                    <a:pt x="2045" y="2411"/>
                  </a:cubicBezTo>
                  <a:cubicBezTo>
                    <a:pt x="2070" y="2411"/>
                    <a:pt x="2094" y="2411"/>
                    <a:pt x="2119" y="2411"/>
                  </a:cubicBezTo>
                  <a:cubicBezTo>
                    <a:pt x="2119" y="2387"/>
                    <a:pt x="2119" y="2363"/>
                    <a:pt x="2119" y="2338"/>
                  </a:cubicBezTo>
                  <a:cubicBezTo>
                    <a:pt x="2143" y="2338"/>
                    <a:pt x="2167" y="2338"/>
                    <a:pt x="2192" y="2338"/>
                  </a:cubicBezTo>
                  <a:cubicBezTo>
                    <a:pt x="2192" y="2314"/>
                    <a:pt x="2192" y="2289"/>
                    <a:pt x="2192" y="2265"/>
                  </a:cubicBezTo>
                  <a:cubicBezTo>
                    <a:pt x="2216" y="2265"/>
                    <a:pt x="2240" y="2265"/>
                    <a:pt x="2265" y="2265"/>
                  </a:cubicBezTo>
                  <a:cubicBezTo>
                    <a:pt x="2265" y="2241"/>
                    <a:pt x="2265" y="2216"/>
                    <a:pt x="2265" y="2192"/>
                  </a:cubicBezTo>
                  <a:cubicBezTo>
                    <a:pt x="2289" y="2192"/>
                    <a:pt x="2313" y="2192"/>
                    <a:pt x="2338" y="2192"/>
                  </a:cubicBezTo>
                  <a:cubicBezTo>
                    <a:pt x="2338" y="2167"/>
                    <a:pt x="2338" y="2143"/>
                    <a:pt x="2338" y="2119"/>
                  </a:cubicBezTo>
                  <a:cubicBezTo>
                    <a:pt x="2362" y="2119"/>
                    <a:pt x="2386" y="2119"/>
                    <a:pt x="2411" y="2119"/>
                  </a:cubicBezTo>
                  <a:cubicBezTo>
                    <a:pt x="2411" y="2070"/>
                    <a:pt x="2411" y="2022"/>
                    <a:pt x="2411" y="1972"/>
                  </a:cubicBezTo>
                  <a:cubicBezTo>
                    <a:pt x="2459" y="1972"/>
                    <a:pt x="2507" y="1972"/>
                    <a:pt x="2557" y="1972"/>
                  </a:cubicBezTo>
                  <a:cubicBezTo>
                    <a:pt x="2557" y="1948"/>
                    <a:pt x="2557" y="1924"/>
                    <a:pt x="2557" y="1899"/>
                  </a:cubicBezTo>
                  <a:cubicBezTo>
                    <a:pt x="2581" y="1899"/>
                    <a:pt x="2605" y="1899"/>
                    <a:pt x="2630" y="1899"/>
                  </a:cubicBezTo>
                  <a:cubicBezTo>
                    <a:pt x="2630" y="1875"/>
                    <a:pt x="2630" y="1851"/>
                    <a:pt x="2630" y="1826"/>
                  </a:cubicBezTo>
                  <a:cubicBezTo>
                    <a:pt x="2654" y="1826"/>
                    <a:pt x="2678" y="1826"/>
                    <a:pt x="2703" y="1826"/>
                  </a:cubicBezTo>
                  <a:cubicBezTo>
                    <a:pt x="2703" y="1802"/>
                    <a:pt x="2703" y="1778"/>
                    <a:pt x="2703" y="1753"/>
                  </a:cubicBezTo>
                  <a:cubicBezTo>
                    <a:pt x="2727" y="1753"/>
                    <a:pt x="2751" y="1753"/>
                    <a:pt x="2776" y="1753"/>
                  </a:cubicBezTo>
                  <a:cubicBezTo>
                    <a:pt x="2776" y="1729"/>
                    <a:pt x="2776" y="1705"/>
                    <a:pt x="2776" y="1680"/>
                  </a:cubicBezTo>
                  <a:cubicBezTo>
                    <a:pt x="2800" y="1680"/>
                    <a:pt x="2824" y="1680"/>
                    <a:pt x="2849" y="1680"/>
                  </a:cubicBezTo>
                  <a:cubicBezTo>
                    <a:pt x="2849" y="1656"/>
                    <a:pt x="2849" y="1632"/>
                    <a:pt x="2849" y="1607"/>
                  </a:cubicBezTo>
                  <a:cubicBezTo>
                    <a:pt x="2873" y="1607"/>
                    <a:pt x="2897" y="1607"/>
                    <a:pt x="2922" y="1607"/>
                  </a:cubicBezTo>
                  <a:cubicBezTo>
                    <a:pt x="2922" y="1583"/>
                    <a:pt x="2922" y="1559"/>
                    <a:pt x="2922" y="1534"/>
                  </a:cubicBezTo>
                  <a:cubicBezTo>
                    <a:pt x="2994" y="1534"/>
                    <a:pt x="3067" y="1534"/>
                    <a:pt x="3141" y="1534"/>
                  </a:cubicBezTo>
                  <a:cubicBezTo>
                    <a:pt x="3141" y="1558"/>
                    <a:pt x="3141" y="1582"/>
                    <a:pt x="3141" y="1607"/>
                  </a:cubicBezTo>
                  <a:cubicBezTo>
                    <a:pt x="3189" y="1607"/>
                    <a:pt x="3238" y="1607"/>
                    <a:pt x="3287" y="1607"/>
                  </a:cubicBezTo>
                  <a:cubicBezTo>
                    <a:pt x="3287" y="1631"/>
                    <a:pt x="3287" y="1655"/>
                    <a:pt x="3287" y="1680"/>
                  </a:cubicBezTo>
                  <a:cubicBezTo>
                    <a:pt x="3311" y="1680"/>
                    <a:pt x="3336" y="1680"/>
                    <a:pt x="3360" y="1680"/>
                  </a:cubicBezTo>
                  <a:cubicBezTo>
                    <a:pt x="3360" y="1704"/>
                    <a:pt x="3360" y="1728"/>
                    <a:pt x="3360" y="1753"/>
                  </a:cubicBezTo>
                  <a:cubicBezTo>
                    <a:pt x="3409" y="1753"/>
                    <a:pt x="3457" y="1753"/>
                    <a:pt x="3506" y="1753"/>
                  </a:cubicBezTo>
                  <a:cubicBezTo>
                    <a:pt x="3506" y="1777"/>
                    <a:pt x="3506" y="1801"/>
                    <a:pt x="3506" y="1826"/>
                  </a:cubicBezTo>
                  <a:cubicBezTo>
                    <a:pt x="3531" y="1826"/>
                    <a:pt x="3555" y="1826"/>
                    <a:pt x="3580" y="1826"/>
                  </a:cubicBezTo>
                  <a:cubicBezTo>
                    <a:pt x="3580" y="1850"/>
                    <a:pt x="3580" y="1875"/>
                    <a:pt x="3580" y="1899"/>
                  </a:cubicBezTo>
                  <a:cubicBezTo>
                    <a:pt x="3628" y="1899"/>
                    <a:pt x="3676" y="1899"/>
                    <a:pt x="3726" y="1899"/>
                  </a:cubicBezTo>
                  <a:cubicBezTo>
                    <a:pt x="3726" y="1923"/>
                    <a:pt x="3726" y="1948"/>
                    <a:pt x="3726" y="1972"/>
                  </a:cubicBezTo>
                  <a:cubicBezTo>
                    <a:pt x="3750" y="1972"/>
                    <a:pt x="3774" y="1972"/>
                    <a:pt x="3799" y="1972"/>
                  </a:cubicBezTo>
                  <a:cubicBezTo>
                    <a:pt x="3799" y="1997"/>
                    <a:pt x="3799" y="2021"/>
                    <a:pt x="3799" y="2045"/>
                  </a:cubicBezTo>
                  <a:cubicBezTo>
                    <a:pt x="3823" y="2045"/>
                    <a:pt x="3847" y="2045"/>
                    <a:pt x="3872" y="2045"/>
                  </a:cubicBezTo>
                  <a:cubicBezTo>
                    <a:pt x="3872" y="2070"/>
                    <a:pt x="3872" y="2094"/>
                    <a:pt x="3872" y="2119"/>
                  </a:cubicBezTo>
                  <a:cubicBezTo>
                    <a:pt x="3920" y="2119"/>
                    <a:pt x="3968" y="2119"/>
                    <a:pt x="4018" y="2119"/>
                  </a:cubicBezTo>
                  <a:cubicBezTo>
                    <a:pt x="4018" y="2143"/>
                    <a:pt x="4018" y="2167"/>
                    <a:pt x="4018" y="2192"/>
                  </a:cubicBezTo>
                  <a:cubicBezTo>
                    <a:pt x="4042" y="2192"/>
                    <a:pt x="4066" y="2192"/>
                    <a:pt x="4091" y="2192"/>
                  </a:cubicBezTo>
                  <a:cubicBezTo>
                    <a:pt x="4091" y="2216"/>
                    <a:pt x="4091" y="2240"/>
                    <a:pt x="4091" y="2265"/>
                  </a:cubicBezTo>
                  <a:cubicBezTo>
                    <a:pt x="4139" y="2265"/>
                    <a:pt x="4187" y="2265"/>
                    <a:pt x="4237" y="2265"/>
                  </a:cubicBezTo>
                  <a:cubicBezTo>
                    <a:pt x="4237" y="2289"/>
                    <a:pt x="4237" y="2313"/>
                    <a:pt x="4237" y="2338"/>
                  </a:cubicBezTo>
                  <a:cubicBezTo>
                    <a:pt x="4333" y="2338"/>
                    <a:pt x="4430" y="2338"/>
                    <a:pt x="4529" y="2338"/>
                  </a:cubicBezTo>
                  <a:cubicBezTo>
                    <a:pt x="4529" y="2314"/>
                    <a:pt x="4529" y="2289"/>
                    <a:pt x="4529" y="2265"/>
                  </a:cubicBezTo>
                  <a:cubicBezTo>
                    <a:pt x="4577" y="2265"/>
                    <a:pt x="4626" y="2265"/>
                    <a:pt x="4675" y="2265"/>
                  </a:cubicBezTo>
                  <a:cubicBezTo>
                    <a:pt x="4675" y="2241"/>
                    <a:pt x="4675" y="2216"/>
                    <a:pt x="4675" y="2192"/>
                  </a:cubicBezTo>
                  <a:cubicBezTo>
                    <a:pt x="4724" y="2192"/>
                    <a:pt x="4772" y="2192"/>
                    <a:pt x="4821" y="2192"/>
                  </a:cubicBezTo>
                  <a:cubicBezTo>
                    <a:pt x="4821" y="2167"/>
                    <a:pt x="4821" y="2143"/>
                    <a:pt x="4821" y="2119"/>
                  </a:cubicBezTo>
                  <a:cubicBezTo>
                    <a:pt x="4870" y="2119"/>
                    <a:pt x="4918" y="2119"/>
                    <a:pt x="4968" y="2119"/>
                  </a:cubicBezTo>
                  <a:cubicBezTo>
                    <a:pt x="4968" y="2094"/>
                    <a:pt x="4968" y="2070"/>
                    <a:pt x="4968" y="2045"/>
                  </a:cubicBezTo>
                  <a:cubicBezTo>
                    <a:pt x="5016" y="2045"/>
                    <a:pt x="5064" y="2045"/>
                    <a:pt x="5114" y="2045"/>
                  </a:cubicBezTo>
                  <a:cubicBezTo>
                    <a:pt x="5114" y="2021"/>
                    <a:pt x="5114" y="1997"/>
                    <a:pt x="5114" y="1972"/>
                  </a:cubicBezTo>
                  <a:cubicBezTo>
                    <a:pt x="5162" y="1972"/>
                    <a:pt x="5210" y="1972"/>
                    <a:pt x="5260" y="1972"/>
                  </a:cubicBezTo>
                  <a:cubicBezTo>
                    <a:pt x="5260" y="1948"/>
                    <a:pt x="5260" y="1924"/>
                    <a:pt x="5260" y="1899"/>
                  </a:cubicBezTo>
                  <a:cubicBezTo>
                    <a:pt x="5332" y="1899"/>
                    <a:pt x="5404" y="1899"/>
                    <a:pt x="5479" y="1899"/>
                  </a:cubicBezTo>
                  <a:cubicBezTo>
                    <a:pt x="5479" y="1875"/>
                    <a:pt x="5479" y="1851"/>
                    <a:pt x="5479" y="1826"/>
                  </a:cubicBezTo>
                  <a:cubicBezTo>
                    <a:pt x="5551" y="1826"/>
                    <a:pt x="5624" y="1826"/>
                    <a:pt x="5698" y="1826"/>
                  </a:cubicBezTo>
                  <a:cubicBezTo>
                    <a:pt x="5698" y="1802"/>
                    <a:pt x="5698" y="1778"/>
                    <a:pt x="5698" y="1753"/>
                  </a:cubicBezTo>
                  <a:cubicBezTo>
                    <a:pt x="5770" y="1753"/>
                    <a:pt x="5843" y="1753"/>
                    <a:pt x="5917" y="1753"/>
                  </a:cubicBezTo>
                  <a:cubicBezTo>
                    <a:pt x="5917" y="1729"/>
                    <a:pt x="5917" y="1705"/>
                    <a:pt x="5917" y="1680"/>
                  </a:cubicBezTo>
                  <a:cubicBezTo>
                    <a:pt x="5990" y="1680"/>
                    <a:pt x="6062" y="1680"/>
                    <a:pt x="6136" y="1680"/>
                  </a:cubicBezTo>
                  <a:cubicBezTo>
                    <a:pt x="6136" y="1656"/>
                    <a:pt x="6136" y="1632"/>
                    <a:pt x="6136" y="1607"/>
                  </a:cubicBezTo>
                  <a:cubicBezTo>
                    <a:pt x="6160" y="1607"/>
                    <a:pt x="6185" y="1607"/>
                    <a:pt x="6209" y="1607"/>
                  </a:cubicBezTo>
                  <a:cubicBezTo>
                    <a:pt x="6209" y="1583"/>
                    <a:pt x="6209" y="1559"/>
                    <a:pt x="6209" y="1534"/>
                  </a:cubicBezTo>
                  <a:cubicBezTo>
                    <a:pt x="6234" y="1534"/>
                    <a:pt x="6258" y="1534"/>
                    <a:pt x="6282" y="1534"/>
                  </a:cubicBezTo>
                  <a:cubicBezTo>
                    <a:pt x="6282" y="1510"/>
                    <a:pt x="6282" y="1486"/>
                    <a:pt x="6282" y="1461"/>
                  </a:cubicBezTo>
                  <a:cubicBezTo>
                    <a:pt x="6307" y="1461"/>
                    <a:pt x="6331" y="1461"/>
                    <a:pt x="6356" y="1461"/>
                  </a:cubicBezTo>
                  <a:cubicBezTo>
                    <a:pt x="6356" y="1292"/>
                    <a:pt x="6356" y="1124"/>
                    <a:pt x="6356" y="950"/>
                  </a:cubicBezTo>
                  <a:cubicBezTo>
                    <a:pt x="6380" y="950"/>
                    <a:pt x="6404" y="950"/>
                    <a:pt x="6429" y="950"/>
                  </a:cubicBezTo>
                  <a:cubicBezTo>
                    <a:pt x="6429" y="805"/>
                    <a:pt x="6429" y="660"/>
                    <a:pt x="6429" y="511"/>
                  </a:cubicBezTo>
                  <a:cubicBezTo>
                    <a:pt x="6453" y="511"/>
                    <a:pt x="6477" y="511"/>
                    <a:pt x="6502" y="511"/>
                  </a:cubicBezTo>
                  <a:cubicBezTo>
                    <a:pt x="6502" y="391"/>
                    <a:pt x="6502" y="270"/>
                    <a:pt x="6502" y="146"/>
                  </a:cubicBezTo>
                  <a:cubicBezTo>
                    <a:pt x="6526" y="146"/>
                    <a:pt x="6550" y="146"/>
                    <a:pt x="6575" y="146"/>
                  </a:cubicBezTo>
                  <a:cubicBezTo>
                    <a:pt x="6575" y="122"/>
                    <a:pt x="6575" y="98"/>
                    <a:pt x="6575" y="73"/>
                  </a:cubicBezTo>
                  <a:cubicBezTo>
                    <a:pt x="6623" y="73"/>
                    <a:pt x="6671" y="73"/>
                    <a:pt x="6721" y="73"/>
                  </a:cubicBezTo>
                  <a:cubicBezTo>
                    <a:pt x="6721" y="49"/>
                    <a:pt x="6721" y="25"/>
                    <a:pt x="6721" y="0"/>
                  </a:cubicBezTo>
                  <a:close/>
                  <a:moveTo>
                    <a:pt x="7013" y="3214"/>
                  </a:moveTo>
                  <a:cubicBezTo>
                    <a:pt x="7013" y="3238"/>
                    <a:pt x="7013" y="3262"/>
                    <a:pt x="7013" y="3287"/>
                  </a:cubicBezTo>
                  <a:cubicBezTo>
                    <a:pt x="6868" y="3287"/>
                    <a:pt x="6724" y="3287"/>
                    <a:pt x="6575" y="3287"/>
                  </a:cubicBezTo>
                  <a:cubicBezTo>
                    <a:pt x="6575" y="3311"/>
                    <a:pt x="6575" y="3336"/>
                    <a:pt x="6575" y="3360"/>
                  </a:cubicBezTo>
                  <a:cubicBezTo>
                    <a:pt x="6478" y="3360"/>
                    <a:pt x="6382" y="3360"/>
                    <a:pt x="6282" y="3360"/>
                  </a:cubicBezTo>
                  <a:cubicBezTo>
                    <a:pt x="6282" y="3384"/>
                    <a:pt x="6282" y="3409"/>
                    <a:pt x="6282" y="3433"/>
                  </a:cubicBezTo>
                  <a:cubicBezTo>
                    <a:pt x="6210" y="3433"/>
                    <a:pt x="6138" y="3433"/>
                    <a:pt x="6063" y="3433"/>
                  </a:cubicBezTo>
                  <a:cubicBezTo>
                    <a:pt x="6063" y="3458"/>
                    <a:pt x="6063" y="3482"/>
                    <a:pt x="6063" y="3506"/>
                  </a:cubicBezTo>
                  <a:cubicBezTo>
                    <a:pt x="6015" y="3506"/>
                    <a:pt x="5967" y="3506"/>
                    <a:pt x="5917" y="3506"/>
                  </a:cubicBezTo>
                  <a:cubicBezTo>
                    <a:pt x="5917" y="3531"/>
                    <a:pt x="5917" y="3555"/>
                    <a:pt x="5917" y="3580"/>
                  </a:cubicBezTo>
                  <a:cubicBezTo>
                    <a:pt x="5845" y="3580"/>
                    <a:pt x="5773" y="3580"/>
                    <a:pt x="5698" y="3580"/>
                  </a:cubicBezTo>
                  <a:cubicBezTo>
                    <a:pt x="5698" y="3604"/>
                    <a:pt x="5698" y="3628"/>
                    <a:pt x="5698" y="3653"/>
                  </a:cubicBezTo>
                  <a:cubicBezTo>
                    <a:pt x="5650" y="3653"/>
                    <a:pt x="5602" y="3653"/>
                    <a:pt x="5552" y="3653"/>
                  </a:cubicBezTo>
                  <a:cubicBezTo>
                    <a:pt x="5552" y="3677"/>
                    <a:pt x="5552" y="3701"/>
                    <a:pt x="5552" y="3726"/>
                  </a:cubicBezTo>
                  <a:cubicBezTo>
                    <a:pt x="5504" y="3726"/>
                    <a:pt x="5456" y="3726"/>
                    <a:pt x="5406" y="3726"/>
                  </a:cubicBezTo>
                  <a:cubicBezTo>
                    <a:pt x="5406" y="3750"/>
                    <a:pt x="5406" y="3774"/>
                    <a:pt x="5406" y="3799"/>
                  </a:cubicBezTo>
                  <a:cubicBezTo>
                    <a:pt x="5382" y="3799"/>
                    <a:pt x="5358" y="3799"/>
                    <a:pt x="5333" y="3799"/>
                  </a:cubicBezTo>
                  <a:cubicBezTo>
                    <a:pt x="5333" y="3823"/>
                    <a:pt x="5333" y="3847"/>
                    <a:pt x="5333" y="3872"/>
                  </a:cubicBezTo>
                  <a:cubicBezTo>
                    <a:pt x="5285" y="3872"/>
                    <a:pt x="5236" y="3872"/>
                    <a:pt x="5187" y="3872"/>
                  </a:cubicBezTo>
                  <a:cubicBezTo>
                    <a:pt x="5187" y="3896"/>
                    <a:pt x="5187" y="3920"/>
                    <a:pt x="5187" y="3945"/>
                  </a:cubicBezTo>
                  <a:cubicBezTo>
                    <a:pt x="5163" y="3945"/>
                    <a:pt x="5138" y="3945"/>
                    <a:pt x="5114" y="3945"/>
                  </a:cubicBezTo>
                  <a:cubicBezTo>
                    <a:pt x="5114" y="3969"/>
                    <a:pt x="5114" y="3993"/>
                    <a:pt x="5114" y="4018"/>
                  </a:cubicBezTo>
                  <a:cubicBezTo>
                    <a:pt x="5065" y="4018"/>
                    <a:pt x="5017" y="4018"/>
                    <a:pt x="4968" y="4018"/>
                  </a:cubicBezTo>
                  <a:cubicBezTo>
                    <a:pt x="4968" y="4042"/>
                    <a:pt x="4968" y="4066"/>
                    <a:pt x="4968" y="4091"/>
                  </a:cubicBezTo>
                  <a:cubicBezTo>
                    <a:pt x="4943" y="4091"/>
                    <a:pt x="4919" y="4091"/>
                    <a:pt x="4894" y="4091"/>
                  </a:cubicBezTo>
                  <a:cubicBezTo>
                    <a:pt x="4894" y="4115"/>
                    <a:pt x="4894" y="4139"/>
                    <a:pt x="4894" y="4164"/>
                  </a:cubicBezTo>
                  <a:cubicBezTo>
                    <a:pt x="4846" y="4164"/>
                    <a:pt x="4798" y="4164"/>
                    <a:pt x="4748" y="4164"/>
                  </a:cubicBezTo>
                  <a:cubicBezTo>
                    <a:pt x="4748" y="4188"/>
                    <a:pt x="4748" y="4212"/>
                    <a:pt x="4748" y="4237"/>
                  </a:cubicBezTo>
                  <a:cubicBezTo>
                    <a:pt x="4724" y="4237"/>
                    <a:pt x="4700" y="4237"/>
                    <a:pt x="4675" y="4237"/>
                  </a:cubicBezTo>
                  <a:cubicBezTo>
                    <a:pt x="4675" y="4261"/>
                    <a:pt x="4675" y="4285"/>
                    <a:pt x="4675" y="4310"/>
                  </a:cubicBezTo>
                  <a:cubicBezTo>
                    <a:pt x="4651" y="4310"/>
                    <a:pt x="4627" y="4310"/>
                    <a:pt x="4602" y="4310"/>
                  </a:cubicBezTo>
                  <a:cubicBezTo>
                    <a:pt x="4602" y="4334"/>
                    <a:pt x="4602" y="4358"/>
                    <a:pt x="4602" y="4383"/>
                  </a:cubicBezTo>
                  <a:cubicBezTo>
                    <a:pt x="4578" y="4383"/>
                    <a:pt x="4554" y="4383"/>
                    <a:pt x="4529" y="4383"/>
                  </a:cubicBezTo>
                  <a:cubicBezTo>
                    <a:pt x="4529" y="4407"/>
                    <a:pt x="4529" y="4431"/>
                    <a:pt x="4529" y="4456"/>
                  </a:cubicBezTo>
                  <a:cubicBezTo>
                    <a:pt x="4505" y="4456"/>
                    <a:pt x="4481" y="4456"/>
                    <a:pt x="4456" y="4456"/>
                  </a:cubicBezTo>
                  <a:cubicBezTo>
                    <a:pt x="4456" y="4480"/>
                    <a:pt x="4456" y="4504"/>
                    <a:pt x="4456" y="4529"/>
                  </a:cubicBezTo>
                  <a:cubicBezTo>
                    <a:pt x="4432" y="4529"/>
                    <a:pt x="4408" y="4529"/>
                    <a:pt x="4383" y="4529"/>
                  </a:cubicBezTo>
                  <a:cubicBezTo>
                    <a:pt x="4383" y="4553"/>
                    <a:pt x="4383" y="4577"/>
                    <a:pt x="4383" y="4602"/>
                  </a:cubicBezTo>
                  <a:cubicBezTo>
                    <a:pt x="4359" y="4602"/>
                    <a:pt x="4335" y="4602"/>
                    <a:pt x="4310" y="4602"/>
                  </a:cubicBezTo>
                  <a:cubicBezTo>
                    <a:pt x="4310" y="4626"/>
                    <a:pt x="4310" y="4650"/>
                    <a:pt x="4310" y="4675"/>
                  </a:cubicBezTo>
                  <a:cubicBezTo>
                    <a:pt x="4286" y="4675"/>
                    <a:pt x="4262" y="4675"/>
                    <a:pt x="4237" y="4675"/>
                  </a:cubicBezTo>
                  <a:cubicBezTo>
                    <a:pt x="4237" y="4699"/>
                    <a:pt x="4237" y="4724"/>
                    <a:pt x="4237" y="4748"/>
                  </a:cubicBezTo>
                  <a:cubicBezTo>
                    <a:pt x="4213" y="4748"/>
                    <a:pt x="4189" y="4748"/>
                    <a:pt x="4164" y="4748"/>
                  </a:cubicBezTo>
                  <a:cubicBezTo>
                    <a:pt x="4164" y="4797"/>
                    <a:pt x="4164" y="4845"/>
                    <a:pt x="4164" y="4894"/>
                  </a:cubicBezTo>
                  <a:cubicBezTo>
                    <a:pt x="4140" y="4894"/>
                    <a:pt x="4116" y="4894"/>
                    <a:pt x="4091" y="4894"/>
                  </a:cubicBezTo>
                  <a:cubicBezTo>
                    <a:pt x="4091" y="4919"/>
                    <a:pt x="4091" y="4943"/>
                    <a:pt x="4091" y="4968"/>
                  </a:cubicBezTo>
                  <a:cubicBezTo>
                    <a:pt x="4067" y="4968"/>
                    <a:pt x="4043" y="4968"/>
                    <a:pt x="4018" y="4968"/>
                  </a:cubicBezTo>
                  <a:cubicBezTo>
                    <a:pt x="4018" y="4992"/>
                    <a:pt x="4018" y="5016"/>
                    <a:pt x="4018" y="5041"/>
                  </a:cubicBezTo>
                  <a:cubicBezTo>
                    <a:pt x="3994" y="5041"/>
                    <a:pt x="3970" y="5041"/>
                    <a:pt x="3945" y="5041"/>
                  </a:cubicBezTo>
                  <a:cubicBezTo>
                    <a:pt x="3945" y="5089"/>
                    <a:pt x="3945" y="5137"/>
                    <a:pt x="3945" y="5187"/>
                  </a:cubicBezTo>
                  <a:cubicBezTo>
                    <a:pt x="3921" y="5187"/>
                    <a:pt x="3897" y="5187"/>
                    <a:pt x="3872" y="5187"/>
                  </a:cubicBezTo>
                  <a:cubicBezTo>
                    <a:pt x="3872" y="5211"/>
                    <a:pt x="3872" y="5235"/>
                    <a:pt x="3872" y="5260"/>
                  </a:cubicBezTo>
                  <a:cubicBezTo>
                    <a:pt x="3848" y="5260"/>
                    <a:pt x="3824" y="5260"/>
                    <a:pt x="3799" y="5260"/>
                  </a:cubicBezTo>
                  <a:cubicBezTo>
                    <a:pt x="3799" y="5308"/>
                    <a:pt x="3799" y="5356"/>
                    <a:pt x="3799" y="5406"/>
                  </a:cubicBezTo>
                  <a:cubicBezTo>
                    <a:pt x="3775" y="5406"/>
                    <a:pt x="3750" y="5406"/>
                    <a:pt x="3726" y="5406"/>
                  </a:cubicBezTo>
                  <a:cubicBezTo>
                    <a:pt x="3726" y="5454"/>
                    <a:pt x="3726" y="5502"/>
                    <a:pt x="3726" y="5552"/>
                  </a:cubicBezTo>
                  <a:cubicBezTo>
                    <a:pt x="3702" y="5552"/>
                    <a:pt x="3677" y="5552"/>
                    <a:pt x="3653" y="5552"/>
                  </a:cubicBezTo>
                  <a:cubicBezTo>
                    <a:pt x="3653" y="5600"/>
                    <a:pt x="3653" y="5648"/>
                    <a:pt x="3653" y="5698"/>
                  </a:cubicBezTo>
                  <a:cubicBezTo>
                    <a:pt x="3628" y="5698"/>
                    <a:pt x="3604" y="5698"/>
                    <a:pt x="3580" y="5698"/>
                  </a:cubicBezTo>
                  <a:cubicBezTo>
                    <a:pt x="3580" y="5746"/>
                    <a:pt x="3580" y="5794"/>
                    <a:pt x="3580" y="5844"/>
                  </a:cubicBezTo>
                  <a:cubicBezTo>
                    <a:pt x="3555" y="5844"/>
                    <a:pt x="3531" y="5844"/>
                    <a:pt x="3506" y="5844"/>
                  </a:cubicBezTo>
                  <a:cubicBezTo>
                    <a:pt x="3506" y="5892"/>
                    <a:pt x="3506" y="5941"/>
                    <a:pt x="3506" y="5990"/>
                  </a:cubicBezTo>
                  <a:cubicBezTo>
                    <a:pt x="3482" y="5990"/>
                    <a:pt x="3458" y="5990"/>
                    <a:pt x="3433" y="5990"/>
                  </a:cubicBezTo>
                  <a:cubicBezTo>
                    <a:pt x="3433" y="6087"/>
                    <a:pt x="3433" y="6183"/>
                    <a:pt x="3433" y="6282"/>
                  </a:cubicBezTo>
                  <a:cubicBezTo>
                    <a:pt x="3409" y="6282"/>
                    <a:pt x="3385" y="6282"/>
                    <a:pt x="3360" y="6282"/>
                  </a:cubicBezTo>
                  <a:cubicBezTo>
                    <a:pt x="3360" y="6355"/>
                    <a:pt x="3360" y="6427"/>
                    <a:pt x="3360" y="6502"/>
                  </a:cubicBezTo>
                  <a:cubicBezTo>
                    <a:pt x="3336" y="6502"/>
                    <a:pt x="3312" y="6502"/>
                    <a:pt x="3287" y="6502"/>
                  </a:cubicBezTo>
                  <a:cubicBezTo>
                    <a:pt x="3287" y="6622"/>
                    <a:pt x="3287" y="6743"/>
                    <a:pt x="3287" y="6867"/>
                  </a:cubicBezTo>
                  <a:cubicBezTo>
                    <a:pt x="3263" y="6867"/>
                    <a:pt x="3239" y="6867"/>
                    <a:pt x="3214" y="6867"/>
                  </a:cubicBezTo>
                  <a:cubicBezTo>
                    <a:pt x="3214" y="7277"/>
                    <a:pt x="3214" y="7687"/>
                    <a:pt x="3214" y="8109"/>
                  </a:cubicBezTo>
                  <a:cubicBezTo>
                    <a:pt x="3238" y="8109"/>
                    <a:pt x="3262" y="8109"/>
                    <a:pt x="3287" y="8109"/>
                  </a:cubicBezTo>
                  <a:cubicBezTo>
                    <a:pt x="3287" y="8253"/>
                    <a:pt x="3287" y="8398"/>
                    <a:pt x="3287" y="8547"/>
                  </a:cubicBezTo>
                  <a:cubicBezTo>
                    <a:pt x="3311" y="8547"/>
                    <a:pt x="3336" y="8547"/>
                    <a:pt x="3360" y="8547"/>
                  </a:cubicBezTo>
                  <a:cubicBezTo>
                    <a:pt x="3360" y="8619"/>
                    <a:pt x="3360" y="8692"/>
                    <a:pt x="3360" y="8766"/>
                  </a:cubicBezTo>
                  <a:cubicBezTo>
                    <a:pt x="3384" y="8766"/>
                    <a:pt x="3409" y="8766"/>
                    <a:pt x="3433" y="8766"/>
                  </a:cubicBezTo>
                  <a:cubicBezTo>
                    <a:pt x="3433" y="8839"/>
                    <a:pt x="3433" y="8911"/>
                    <a:pt x="3433" y="8985"/>
                  </a:cubicBezTo>
                  <a:cubicBezTo>
                    <a:pt x="3458" y="8985"/>
                    <a:pt x="3482" y="8985"/>
                    <a:pt x="3506" y="8985"/>
                  </a:cubicBezTo>
                  <a:cubicBezTo>
                    <a:pt x="3506" y="9034"/>
                    <a:pt x="3506" y="9082"/>
                    <a:pt x="3506" y="9131"/>
                  </a:cubicBezTo>
                  <a:cubicBezTo>
                    <a:pt x="3531" y="9131"/>
                    <a:pt x="3555" y="9131"/>
                    <a:pt x="3580" y="9131"/>
                  </a:cubicBezTo>
                  <a:cubicBezTo>
                    <a:pt x="3580" y="9204"/>
                    <a:pt x="3580" y="9276"/>
                    <a:pt x="3580" y="9351"/>
                  </a:cubicBezTo>
                  <a:cubicBezTo>
                    <a:pt x="3604" y="9351"/>
                    <a:pt x="3628" y="9351"/>
                    <a:pt x="3653" y="9351"/>
                  </a:cubicBezTo>
                  <a:cubicBezTo>
                    <a:pt x="3653" y="9399"/>
                    <a:pt x="3653" y="9447"/>
                    <a:pt x="3653" y="9497"/>
                  </a:cubicBezTo>
                  <a:cubicBezTo>
                    <a:pt x="3677" y="9497"/>
                    <a:pt x="3701" y="9497"/>
                    <a:pt x="3726" y="9497"/>
                  </a:cubicBezTo>
                  <a:cubicBezTo>
                    <a:pt x="3726" y="9545"/>
                    <a:pt x="3726" y="9593"/>
                    <a:pt x="3726" y="9643"/>
                  </a:cubicBezTo>
                  <a:cubicBezTo>
                    <a:pt x="3750" y="9643"/>
                    <a:pt x="3774" y="9643"/>
                    <a:pt x="3799" y="9643"/>
                  </a:cubicBezTo>
                  <a:cubicBezTo>
                    <a:pt x="3799" y="9667"/>
                    <a:pt x="3799" y="9691"/>
                    <a:pt x="3799" y="9716"/>
                  </a:cubicBezTo>
                  <a:cubicBezTo>
                    <a:pt x="3823" y="9716"/>
                    <a:pt x="3847" y="9716"/>
                    <a:pt x="3872" y="9716"/>
                  </a:cubicBezTo>
                  <a:cubicBezTo>
                    <a:pt x="3872" y="9764"/>
                    <a:pt x="3872" y="9812"/>
                    <a:pt x="3872" y="9862"/>
                  </a:cubicBezTo>
                  <a:cubicBezTo>
                    <a:pt x="3896" y="9862"/>
                    <a:pt x="3920" y="9862"/>
                    <a:pt x="3945" y="9862"/>
                  </a:cubicBezTo>
                  <a:cubicBezTo>
                    <a:pt x="3945" y="9886"/>
                    <a:pt x="3945" y="9910"/>
                    <a:pt x="3945" y="9935"/>
                  </a:cubicBezTo>
                  <a:cubicBezTo>
                    <a:pt x="3969" y="9935"/>
                    <a:pt x="3993" y="9935"/>
                    <a:pt x="4018" y="9935"/>
                  </a:cubicBezTo>
                  <a:cubicBezTo>
                    <a:pt x="4018" y="9983"/>
                    <a:pt x="4018" y="10031"/>
                    <a:pt x="4018" y="10081"/>
                  </a:cubicBezTo>
                  <a:cubicBezTo>
                    <a:pt x="4042" y="10081"/>
                    <a:pt x="4066" y="10081"/>
                    <a:pt x="4091" y="10081"/>
                  </a:cubicBezTo>
                  <a:cubicBezTo>
                    <a:pt x="4091" y="10105"/>
                    <a:pt x="4091" y="10129"/>
                    <a:pt x="4091" y="10154"/>
                  </a:cubicBezTo>
                  <a:cubicBezTo>
                    <a:pt x="4115" y="10154"/>
                    <a:pt x="4139" y="10154"/>
                    <a:pt x="4164" y="10154"/>
                  </a:cubicBezTo>
                  <a:cubicBezTo>
                    <a:pt x="4164" y="10178"/>
                    <a:pt x="4164" y="10202"/>
                    <a:pt x="4164" y="10227"/>
                  </a:cubicBezTo>
                  <a:cubicBezTo>
                    <a:pt x="4188" y="10227"/>
                    <a:pt x="4212" y="10227"/>
                    <a:pt x="4237" y="10227"/>
                  </a:cubicBezTo>
                  <a:cubicBezTo>
                    <a:pt x="4237" y="10251"/>
                    <a:pt x="4237" y="10275"/>
                    <a:pt x="4237" y="10300"/>
                  </a:cubicBezTo>
                  <a:cubicBezTo>
                    <a:pt x="4261" y="10300"/>
                    <a:pt x="4285" y="10300"/>
                    <a:pt x="4310" y="10300"/>
                  </a:cubicBezTo>
                  <a:cubicBezTo>
                    <a:pt x="4310" y="10324"/>
                    <a:pt x="4310" y="10349"/>
                    <a:pt x="4310" y="10373"/>
                  </a:cubicBezTo>
                  <a:cubicBezTo>
                    <a:pt x="4334" y="10373"/>
                    <a:pt x="4358" y="10373"/>
                    <a:pt x="4383" y="10373"/>
                  </a:cubicBezTo>
                  <a:cubicBezTo>
                    <a:pt x="4383" y="10397"/>
                    <a:pt x="4383" y="10422"/>
                    <a:pt x="4383" y="10446"/>
                  </a:cubicBezTo>
                  <a:cubicBezTo>
                    <a:pt x="4407" y="10446"/>
                    <a:pt x="4431" y="10446"/>
                    <a:pt x="4456" y="10446"/>
                  </a:cubicBezTo>
                  <a:cubicBezTo>
                    <a:pt x="4456" y="10471"/>
                    <a:pt x="4456" y="10495"/>
                    <a:pt x="4456" y="10519"/>
                  </a:cubicBezTo>
                  <a:cubicBezTo>
                    <a:pt x="4480" y="10519"/>
                    <a:pt x="4504" y="10519"/>
                    <a:pt x="4529" y="10519"/>
                  </a:cubicBezTo>
                  <a:cubicBezTo>
                    <a:pt x="4529" y="10544"/>
                    <a:pt x="4529" y="10568"/>
                    <a:pt x="4529" y="10593"/>
                  </a:cubicBezTo>
                  <a:cubicBezTo>
                    <a:pt x="4553" y="10593"/>
                    <a:pt x="4577" y="10593"/>
                    <a:pt x="4602" y="10593"/>
                  </a:cubicBezTo>
                  <a:cubicBezTo>
                    <a:pt x="4602" y="10617"/>
                    <a:pt x="4602" y="10641"/>
                    <a:pt x="4602" y="10666"/>
                  </a:cubicBezTo>
                  <a:cubicBezTo>
                    <a:pt x="4626" y="10666"/>
                    <a:pt x="4650" y="10666"/>
                    <a:pt x="4675" y="10666"/>
                  </a:cubicBezTo>
                  <a:cubicBezTo>
                    <a:pt x="4675" y="10690"/>
                    <a:pt x="4675" y="10714"/>
                    <a:pt x="4675" y="10739"/>
                  </a:cubicBezTo>
                  <a:cubicBezTo>
                    <a:pt x="4699" y="10739"/>
                    <a:pt x="4724" y="10739"/>
                    <a:pt x="4748" y="10739"/>
                  </a:cubicBezTo>
                  <a:cubicBezTo>
                    <a:pt x="4748" y="10763"/>
                    <a:pt x="4748" y="10787"/>
                    <a:pt x="4748" y="10812"/>
                  </a:cubicBezTo>
                  <a:cubicBezTo>
                    <a:pt x="4772" y="10812"/>
                    <a:pt x="4797" y="10812"/>
                    <a:pt x="4821" y="10812"/>
                  </a:cubicBezTo>
                  <a:cubicBezTo>
                    <a:pt x="4821" y="10836"/>
                    <a:pt x="4821" y="10860"/>
                    <a:pt x="4821" y="10885"/>
                  </a:cubicBezTo>
                  <a:cubicBezTo>
                    <a:pt x="4846" y="10885"/>
                    <a:pt x="4870" y="10885"/>
                    <a:pt x="4894" y="10885"/>
                  </a:cubicBezTo>
                  <a:cubicBezTo>
                    <a:pt x="4894" y="10909"/>
                    <a:pt x="4894" y="10933"/>
                    <a:pt x="4894" y="10958"/>
                  </a:cubicBezTo>
                  <a:cubicBezTo>
                    <a:pt x="4943" y="10958"/>
                    <a:pt x="4991" y="10958"/>
                    <a:pt x="5041" y="10958"/>
                  </a:cubicBezTo>
                  <a:cubicBezTo>
                    <a:pt x="5041" y="10982"/>
                    <a:pt x="5041" y="11006"/>
                    <a:pt x="5041" y="11031"/>
                  </a:cubicBezTo>
                  <a:cubicBezTo>
                    <a:pt x="5065" y="11031"/>
                    <a:pt x="5089" y="11031"/>
                    <a:pt x="5114" y="11031"/>
                  </a:cubicBezTo>
                  <a:cubicBezTo>
                    <a:pt x="5114" y="11055"/>
                    <a:pt x="5114" y="11079"/>
                    <a:pt x="5114" y="11104"/>
                  </a:cubicBezTo>
                  <a:cubicBezTo>
                    <a:pt x="5162" y="11104"/>
                    <a:pt x="5210" y="11104"/>
                    <a:pt x="5260" y="11104"/>
                  </a:cubicBezTo>
                  <a:cubicBezTo>
                    <a:pt x="5260" y="11128"/>
                    <a:pt x="5260" y="11152"/>
                    <a:pt x="5260" y="11177"/>
                  </a:cubicBezTo>
                  <a:cubicBezTo>
                    <a:pt x="5284" y="11177"/>
                    <a:pt x="5308" y="11177"/>
                    <a:pt x="5333" y="11177"/>
                  </a:cubicBezTo>
                  <a:cubicBezTo>
                    <a:pt x="5333" y="11201"/>
                    <a:pt x="5333" y="11225"/>
                    <a:pt x="5333" y="11250"/>
                  </a:cubicBezTo>
                  <a:cubicBezTo>
                    <a:pt x="5381" y="11250"/>
                    <a:pt x="5429" y="11250"/>
                    <a:pt x="5479" y="11250"/>
                  </a:cubicBezTo>
                  <a:cubicBezTo>
                    <a:pt x="5479" y="11274"/>
                    <a:pt x="5479" y="11298"/>
                    <a:pt x="5479" y="11323"/>
                  </a:cubicBezTo>
                  <a:cubicBezTo>
                    <a:pt x="5527" y="11323"/>
                    <a:pt x="5575" y="11323"/>
                    <a:pt x="5625" y="11323"/>
                  </a:cubicBezTo>
                  <a:cubicBezTo>
                    <a:pt x="5625" y="11347"/>
                    <a:pt x="5625" y="11371"/>
                    <a:pt x="5625" y="11396"/>
                  </a:cubicBezTo>
                  <a:cubicBezTo>
                    <a:pt x="5673" y="11396"/>
                    <a:pt x="5721" y="11396"/>
                    <a:pt x="5771" y="11396"/>
                  </a:cubicBezTo>
                  <a:cubicBezTo>
                    <a:pt x="5771" y="11420"/>
                    <a:pt x="5771" y="11444"/>
                    <a:pt x="5771" y="11469"/>
                  </a:cubicBezTo>
                  <a:cubicBezTo>
                    <a:pt x="5843" y="11469"/>
                    <a:pt x="5916" y="11469"/>
                    <a:pt x="5990" y="11469"/>
                  </a:cubicBezTo>
                  <a:cubicBezTo>
                    <a:pt x="5990" y="11493"/>
                    <a:pt x="5990" y="11517"/>
                    <a:pt x="5990" y="11542"/>
                  </a:cubicBezTo>
                  <a:cubicBezTo>
                    <a:pt x="6063" y="11542"/>
                    <a:pt x="6135" y="11542"/>
                    <a:pt x="6209" y="11542"/>
                  </a:cubicBezTo>
                  <a:cubicBezTo>
                    <a:pt x="6209" y="11566"/>
                    <a:pt x="6209" y="11590"/>
                    <a:pt x="6209" y="11615"/>
                  </a:cubicBezTo>
                  <a:cubicBezTo>
                    <a:pt x="6282" y="11615"/>
                    <a:pt x="6354" y="11615"/>
                    <a:pt x="6429" y="11615"/>
                  </a:cubicBezTo>
                  <a:cubicBezTo>
                    <a:pt x="6429" y="11639"/>
                    <a:pt x="6429" y="11663"/>
                    <a:pt x="6429" y="11688"/>
                  </a:cubicBezTo>
                  <a:cubicBezTo>
                    <a:pt x="6549" y="11688"/>
                    <a:pt x="6670" y="11688"/>
                    <a:pt x="6794" y="11688"/>
                  </a:cubicBezTo>
                  <a:cubicBezTo>
                    <a:pt x="6794" y="11712"/>
                    <a:pt x="6794" y="11737"/>
                    <a:pt x="6794" y="11761"/>
                  </a:cubicBezTo>
                  <a:cubicBezTo>
                    <a:pt x="6963" y="11761"/>
                    <a:pt x="7131" y="11761"/>
                    <a:pt x="7305" y="11761"/>
                  </a:cubicBezTo>
                  <a:cubicBezTo>
                    <a:pt x="7305" y="11785"/>
                    <a:pt x="7305" y="11810"/>
                    <a:pt x="7305" y="11834"/>
                  </a:cubicBezTo>
                  <a:cubicBezTo>
                    <a:pt x="7450" y="11834"/>
                    <a:pt x="7594" y="11834"/>
                    <a:pt x="7744" y="11834"/>
                  </a:cubicBezTo>
                  <a:cubicBezTo>
                    <a:pt x="7744" y="11810"/>
                    <a:pt x="7744" y="11786"/>
                    <a:pt x="7744" y="11761"/>
                  </a:cubicBezTo>
                  <a:cubicBezTo>
                    <a:pt x="7960" y="11761"/>
                    <a:pt x="8177" y="11761"/>
                    <a:pt x="8401" y="11761"/>
                  </a:cubicBezTo>
                  <a:cubicBezTo>
                    <a:pt x="8401" y="11737"/>
                    <a:pt x="8401" y="11713"/>
                    <a:pt x="8401" y="11688"/>
                  </a:cubicBezTo>
                  <a:cubicBezTo>
                    <a:pt x="8497" y="11688"/>
                    <a:pt x="8594" y="11688"/>
                    <a:pt x="8693" y="11688"/>
                  </a:cubicBezTo>
                  <a:cubicBezTo>
                    <a:pt x="8693" y="11664"/>
                    <a:pt x="8693" y="11640"/>
                    <a:pt x="8693" y="11615"/>
                  </a:cubicBezTo>
                  <a:cubicBezTo>
                    <a:pt x="8790" y="11615"/>
                    <a:pt x="8886" y="11615"/>
                    <a:pt x="8985" y="11615"/>
                  </a:cubicBezTo>
                  <a:cubicBezTo>
                    <a:pt x="8985" y="11591"/>
                    <a:pt x="8985" y="11567"/>
                    <a:pt x="8985" y="11542"/>
                  </a:cubicBezTo>
                  <a:cubicBezTo>
                    <a:pt x="9034" y="11542"/>
                    <a:pt x="9082" y="11542"/>
                    <a:pt x="9131" y="11542"/>
                  </a:cubicBezTo>
                  <a:cubicBezTo>
                    <a:pt x="9131" y="11518"/>
                    <a:pt x="9131" y="11494"/>
                    <a:pt x="9131" y="11469"/>
                  </a:cubicBezTo>
                  <a:cubicBezTo>
                    <a:pt x="9204" y="11469"/>
                    <a:pt x="9276" y="11469"/>
                    <a:pt x="9351" y="11469"/>
                  </a:cubicBezTo>
                  <a:cubicBezTo>
                    <a:pt x="9351" y="11445"/>
                    <a:pt x="9351" y="11421"/>
                    <a:pt x="9351" y="11396"/>
                  </a:cubicBezTo>
                  <a:cubicBezTo>
                    <a:pt x="9399" y="11396"/>
                    <a:pt x="9447" y="11396"/>
                    <a:pt x="9497" y="11396"/>
                  </a:cubicBezTo>
                  <a:cubicBezTo>
                    <a:pt x="9497" y="11372"/>
                    <a:pt x="9497" y="11348"/>
                    <a:pt x="9497" y="11323"/>
                  </a:cubicBezTo>
                  <a:cubicBezTo>
                    <a:pt x="9545" y="11323"/>
                    <a:pt x="9593" y="11323"/>
                    <a:pt x="9643" y="11323"/>
                  </a:cubicBezTo>
                  <a:cubicBezTo>
                    <a:pt x="9643" y="11299"/>
                    <a:pt x="9643" y="11275"/>
                    <a:pt x="9643" y="11250"/>
                  </a:cubicBezTo>
                  <a:cubicBezTo>
                    <a:pt x="9667" y="11250"/>
                    <a:pt x="9691" y="11250"/>
                    <a:pt x="9716" y="11250"/>
                  </a:cubicBezTo>
                  <a:cubicBezTo>
                    <a:pt x="9716" y="11226"/>
                    <a:pt x="9716" y="11202"/>
                    <a:pt x="9716" y="11177"/>
                  </a:cubicBezTo>
                  <a:cubicBezTo>
                    <a:pt x="9764" y="11177"/>
                    <a:pt x="9812" y="11177"/>
                    <a:pt x="9862" y="11177"/>
                  </a:cubicBezTo>
                  <a:cubicBezTo>
                    <a:pt x="9862" y="11153"/>
                    <a:pt x="9862" y="11129"/>
                    <a:pt x="9862" y="11104"/>
                  </a:cubicBezTo>
                  <a:cubicBezTo>
                    <a:pt x="9910" y="11104"/>
                    <a:pt x="9958" y="11104"/>
                    <a:pt x="10008" y="11104"/>
                  </a:cubicBezTo>
                  <a:cubicBezTo>
                    <a:pt x="10008" y="11080"/>
                    <a:pt x="10008" y="11056"/>
                    <a:pt x="10008" y="11031"/>
                  </a:cubicBezTo>
                  <a:cubicBezTo>
                    <a:pt x="10032" y="11031"/>
                    <a:pt x="10056" y="11031"/>
                    <a:pt x="10081" y="11031"/>
                  </a:cubicBezTo>
                  <a:cubicBezTo>
                    <a:pt x="10081" y="11007"/>
                    <a:pt x="10081" y="10983"/>
                    <a:pt x="10081" y="10958"/>
                  </a:cubicBezTo>
                  <a:cubicBezTo>
                    <a:pt x="10129" y="10958"/>
                    <a:pt x="10178" y="10958"/>
                    <a:pt x="10227" y="10958"/>
                  </a:cubicBezTo>
                  <a:cubicBezTo>
                    <a:pt x="10227" y="10934"/>
                    <a:pt x="10227" y="10910"/>
                    <a:pt x="10227" y="10885"/>
                  </a:cubicBezTo>
                  <a:cubicBezTo>
                    <a:pt x="10251" y="10885"/>
                    <a:pt x="10275" y="10885"/>
                    <a:pt x="10300" y="10885"/>
                  </a:cubicBezTo>
                  <a:cubicBezTo>
                    <a:pt x="10300" y="10861"/>
                    <a:pt x="10300" y="10837"/>
                    <a:pt x="10300" y="10812"/>
                  </a:cubicBezTo>
                  <a:cubicBezTo>
                    <a:pt x="10324" y="10812"/>
                    <a:pt x="10349" y="10812"/>
                    <a:pt x="10373" y="10812"/>
                  </a:cubicBezTo>
                  <a:cubicBezTo>
                    <a:pt x="10373" y="10788"/>
                    <a:pt x="10373" y="10763"/>
                    <a:pt x="10373" y="10739"/>
                  </a:cubicBezTo>
                  <a:cubicBezTo>
                    <a:pt x="10397" y="10739"/>
                    <a:pt x="10422" y="10739"/>
                    <a:pt x="10446" y="10739"/>
                  </a:cubicBezTo>
                  <a:cubicBezTo>
                    <a:pt x="10446" y="10715"/>
                    <a:pt x="10446" y="10690"/>
                    <a:pt x="10446" y="10666"/>
                  </a:cubicBezTo>
                  <a:cubicBezTo>
                    <a:pt x="10471" y="10666"/>
                    <a:pt x="10495" y="10666"/>
                    <a:pt x="10519" y="10666"/>
                  </a:cubicBezTo>
                  <a:cubicBezTo>
                    <a:pt x="10519" y="10641"/>
                    <a:pt x="10519" y="10617"/>
                    <a:pt x="10519" y="10593"/>
                  </a:cubicBezTo>
                  <a:cubicBezTo>
                    <a:pt x="10544" y="10593"/>
                    <a:pt x="10568" y="10593"/>
                    <a:pt x="10593" y="10593"/>
                  </a:cubicBezTo>
                  <a:cubicBezTo>
                    <a:pt x="10593" y="10568"/>
                    <a:pt x="10593" y="10544"/>
                    <a:pt x="10593" y="10519"/>
                  </a:cubicBezTo>
                  <a:cubicBezTo>
                    <a:pt x="10617" y="10519"/>
                    <a:pt x="10641" y="10519"/>
                    <a:pt x="10666" y="10519"/>
                  </a:cubicBezTo>
                  <a:cubicBezTo>
                    <a:pt x="10666" y="10495"/>
                    <a:pt x="10666" y="10471"/>
                    <a:pt x="10666" y="10446"/>
                  </a:cubicBezTo>
                  <a:cubicBezTo>
                    <a:pt x="10690" y="10446"/>
                    <a:pt x="10714" y="10446"/>
                    <a:pt x="10739" y="10446"/>
                  </a:cubicBezTo>
                  <a:cubicBezTo>
                    <a:pt x="10739" y="10422"/>
                    <a:pt x="10739" y="10398"/>
                    <a:pt x="10739" y="10373"/>
                  </a:cubicBezTo>
                  <a:cubicBezTo>
                    <a:pt x="10763" y="10373"/>
                    <a:pt x="10787" y="10373"/>
                    <a:pt x="10812" y="10373"/>
                  </a:cubicBezTo>
                  <a:cubicBezTo>
                    <a:pt x="10812" y="10349"/>
                    <a:pt x="10812" y="10325"/>
                    <a:pt x="10812" y="10300"/>
                  </a:cubicBezTo>
                  <a:cubicBezTo>
                    <a:pt x="10836" y="10300"/>
                    <a:pt x="10860" y="10300"/>
                    <a:pt x="10885" y="10300"/>
                  </a:cubicBezTo>
                  <a:cubicBezTo>
                    <a:pt x="10885" y="10276"/>
                    <a:pt x="10885" y="10252"/>
                    <a:pt x="10885" y="10227"/>
                  </a:cubicBezTo>
                  <a:cubicBezTo>
                    <a:pt x="10909" y="10227"/>
                    <a:pt x="10933" y="10227"/>
                    <a:pt x="10958" y="10227"/>
                  </a:cubicBezTo>
                  <a:cubicBezTo>
                    <a:pt x="10958" y="10203"/>
                    <a:pt x="10958" y="10179"/>
                    <a:pt x="10958" y="10154"/>
                  </a:cubicBezTo>
                  <a:cubicBezTo>
                    <a:pt x="10982" y="10154"/>
                    <a:pt x="11006" y="10154"/>
                    <a:pt x="11031" y="10154"/>
                  </a:cubicBezTo>
                  <a:cubicBezTo>
                    <a:pt x="11031" y="10130"/>
                    <a:pt x="11031" y="10106"/>
                    <a:pt x="11031" y="10081"/>
                  </a:cubicBezTo>
                  <a:cubicBezTo>
                    <a:pt x="11055" y="10081"/>
                    <a:pt x="11079" y="10081"/>
                    <a:pt x="11104" y="10081"/>
                  </a:cubicBezTo>
                  <a:cubicBezTo>
                    <a:pt x="11104" y="10033"/>
                    <a:pt x="11104" y="9985"/>
                    <a:pt x="11104" y="9935"/>
                  </a:cubicBezTo>
                  <a:cubicBezTo>
                    <a:pt x="11128" y="9935"/>
                    <a:pt x="11152" y="9935"/>
                    <a:pt x="11177" y="9935"/>
                  </a:cubicBezTo>
                  <a:cubicBezTo>
                    <a:pt x="11177" y="9911"/>
                    <a:pt x="11177" y="9887"/>
                    <a:pt x="11177" y="9862"/>
                  </a:cubicBezTo>
                  <a:cubicBezTo>
                    <a:pt x="11201" y="9862"/>
                    <a:pt x="11225" y="9862"/>
                    <a:pt x="11250" y="9862"/>
                  </a:cubicBezTo>
                  <a:cubicBezTo>
                    <a:pt x="11250" y="9814"/>
                    <a:pt x="11250" y="9766"/>
                    <a:pt x="11250" y="9716"/>
                  </a:cubicBezTo>
                  <a:cubicBezTo>
                    <a:pt x="11274" y="9716"/>
                    <a:pt x="11298" y="9716"/>
                    <a:pt x="11323" y="9716"/>
                  </a:cubicBezTo>
                  <a:cubicBezTo>
                    <a:pt x="11323" y="9692"/>
                    <a:pt x="11323" y="9668"/>
                    <a:pt x="11323" y="9643"/>
                  </a:cubicBezTo>
                  <a:cubicBezTo>
                    <a:pt x="11347" y="9643"/>
                    <a:pt x="11371" y="9643"/>
                    <a:pt x="11396" y="9643"/>
                  </a:cubicBezTo>
                  <a:cubicBezTo>
                    <a:pt x="11396" y="9595"/>
                    <a:pt x="11396" y="9546"/>
                    <a:pt x="11396" y="9497"/>
                  </a:cubicBezTo>
                  <a:cubicBezTo>
                    <a:pt x="11420" y="9497"/>
                    <a:pt x="11444" y="9497"/>
                    <a:pt x="11469" y="9497"/>
                  </a:cubicBezTo>
                  <a:cubicBezTo>
                    <a:pt x="11469" y="9449"/>
                    <a:pt x="11469" y="9400"/>
                    <a:pt x="11469" y="9351"/>
                  </a:cubicBezTo>
                  <a:cubicBezTo>
                    <a:pt x="11493" y="9351"/>
                    <a:pt x="11517" y="9351"/>
                    <a:pt x="11542" y="9351"/>
                  </a:cubicBezTo>
                  <a:cubicBezTo>
                    <a:pt x="11542" y="9302"/>
                    <a:pt x="11542" y="9254"/>
                    <a:pt x="11542" y="9205"/>
                  </a:cubicBezTo>
                  <a:cubicBezTo>
                    <a:pt x="11566" y="9205"/>
                    <a:pt x="11590" y="9205"/>
                    <a:pt x="11615" y="9205"/>
                  </a:cubicBezTo>
                  <a:cubicBezTo>
                    <a:pt x="11615" y="9132"/>
                    <a:pt x="11615" y="9060"/>
                    <a:pt x="11615" y="8985"/>
                  </a:cubicBezTo>
                  <a:cubicBezTo>
                    <a:pt x="11639" y="8985"/>
                    <a:pt x="11663" y="8985"/>
                    <a:pt x="11688" y="8985"/>
                  </a:cubicBezTo>
                  <a:cubicBezTo>
                    <a:pt x="11688" y="8913"/>
                    <a:pt x="11688" y="8841"/>
                    <a:pt x="11688" y="8766"/>
                  </a:cubicBezTo>
                  <a:cubicBezTo>
                    <a:pt x="11712" y="8766"/>
                    <a:pt x="11737" y="8766"/>
                    <a:pt x="11761" y="8766"/>
                  </a:cubicBezTo>
                  <a:cubicBezTo>
                    <a:pt x="11761" y="8694"/>
                    <a:pt x="11761" y="8622"/>
                    <a:pt x="11761" y="8547"/>
                  </a:cubicBezTo>
                  <a:cubicBezTo>
                    <a:pt x="11785" y="8547"/>
                    <a:pt x="11810" y="8547"/>
                    <a:pt x="11834" y="8547"/>
                  </a:cubicBezTo>
                  <a:cubicBezTo>
                    <a:pt x="11834" y="8427"/>
                    <a:pt x="11834" y="8306"/>
                    <a:pt x="11834" y="8182"/>
                  </a:cubicBezTo>
                  <a:cubicBezTo>
                    <a:pt x="11859" y="8182"/>
                    <a:pt x="11883" y="8182"/>
                    <a:pt x="11907" y="8182"/>
                  </a:cubicBezTo>
                  <a:cubicBezTo>
                    <a:pt x="11907" y="7724"/>
                    <a:pt x="11907" y="7266"/>
                    <a:pt x="11907" y="6794"/>
                  </a:cubicBezTo>
                  <a:cubicBezTo>
                    <a:pt x="11883" y="6794"/>
                    <a:pt x="11859" y="6794"/>
                    <a:pt x="11834" y="6794"/>
                  </a:cubicBezTo>
                  <a:cubicBezTo>
                    <a:pt x="11834" y="6697"/>
                    <a:pt x="11834" y="6601"/>
                    <a:pt x="11834" y="6502"/>
                  </a:cubicBezTo>
                  <a:cubicBezTo>
                    <a:pt x="11810" y="6502"/>
                    <a:pt x="11786" y="6502"/>
                    <a:pt x="11761" y="6502"/>
                  </a:cubicBezTo>
                  <a:cubicBezTo>
                    <a:pt x="11761" y="6405"/>
                    <a:pt x="11761" y="6309"/>
                    <a:pt x="11761" y="6209"/>
                  </a:cubicBezTo>
                  <a:cubicBezTo>
                    <a:pt x="11737" y="6209"/>
                    <a:pt x="11713" y="6209"/>
                    <a:pt x="11688" y="6209"/>
                  </a:cubicBezTo>
                  <a:cubicBezTo>
                    <a:pt x="11688" y="6137"/>
                    <a:pt x="11688" y="6065"/>
                    <a:pt x="11688" y="5990"/>
                  </a:cubicBezTo>
                  <a:cubicBezTo>
                    <a:pt x="11664" y="5990"/>
                    <a:pt x="11640" y="5990"/>
                    <a:pt x="11615" y="5990"/>
                  </a:cubicBezTo>
                  <a:cubicBezTo>
                    <a:pt x="11615" y="5942"/>
                    <a:pt x="11615" y="5894"/>
                    <a:pt x="11615" y="5844"/>
                  </a:cubicBezTo>
                  <a:cubicBezTo>
                    <a:pt x="11591" y="5844"/>
                    <a:pt x="11567" y="5844"/>
                    <a:pt x="11542" y="5844"/>
                  </a:cubicBezTo>
                  <a:cubicBezTo>
                    <a:pt x="11542" y="5772"/>
                    <a:pt x="11542" y="5700"/>
                    <a:pt x="11542" y="5625"/>
                  </a:cubicBezTo>
                  <a:cubicBezTo>
                    <a:pt x="11518" y="5625"/>
                    <a:pt x="11494" y="5625"/>
                    <a:pt x="11469" y="5625"/>
                  </a:cubicBezTo>
                  <a:cubicBezTo>
                    <a:pt x="11469" y="5577"/>
                    <a:pt x="11469" y="5529"/>
                    <a:pt x="11469" y="5479"/>
                  </a:cubicBezTo>
                  <a:cubicBezTo>
                    <a:pt x="11445" y="5479"/>
                    <a:pt x="11421" y="5479"/>
                    <a:pt x="11396" y="5479"/>
                  </a:cubicBezTo>
                  <a:cubicBezTo>
                    <a:pt x="11396" y="5455"/>
                    <a:pt x="11396" y="5431"/>
                    <a:pt x="11396" y="5406"/>
                  </a:cubicBezTo>
                  <a:cubicBezTo>
                    <a:pt x="11372" y="5406"/>
                    <a:pt x="11348" y="5406"/>
                    <a:pt x="11323" y="5406"/>
                  </a:cubicBezTo>
                  <a:cubicBezTo>
                    <a:pt x="11323" y="5358"/>
                    <a:pt x="11323" y="5309"/>
                    <a:pt x="11323" y="5260"/>
                  </a:cubicBezTo>
                  <a:cubicBezTo>
                    <a:pt x="11299" y="5260"/>
                    <a:pt x="11275" y="5260"/>
                    <a:pt x="11250" y="5260"/>
                  </a:cubicBezTo>
                  <a:cubicBezTo>
                    <a:pt x="11250" y="5236"/>
                    <a:pt x="11250" y="5212"/>
                    <a:pt x="11250" y="5187"/>
                  </a:cubicBezTo>
                  <a:cubicBezTo>
                    <a:pt x="11226" y="5187"/>
                    <a:pt x="11202" y="5187"/>
                    <a:pt x="11177" y="5187"/>
                  </a:cubicBezTo>
                  <a:cubicBezTo>
                    <a:pt x="11177" y="5138"/>
                    <a:pt x="11177" y="5090"/>
                    <a:pt x="11177" y="5041"/>
                  </a:cubicBezTo>
                  <a:cubicBezTo>
                    <a:pt x="11153" y="5041"/>
                    <a:pt x="11129" y="5041"/>
                    <a:pt x="11104" y="5041"/>
                  </a:cubicBezTo>
                  <a:cubicBezTo>
                    <a:pt x="11104" y="5016"/>
                    <a:pt x="11104" y="4992"/>
                    <a:pt x="11104" y="4968"/>
                  </a:cubicBezTo>
                  <a:cubicBezTo>
                    <a:pt x="11080" y="4968"/>
                    <a:pt x="11056" y="4968"/>
                    <a:pt x="11031" y="4968"/>
                  </a:cubicBezTo>
                  <a:cubicBezTo>
                    <a:pt x="11031" y="4919"/>
                    <a:pt x="11031" y="4871"/>
                    <a:pt x="11031" y="4821"/>
                  </a:cubicBezTo>
                  <a:cubicBezTo>
                    <a:pt x="11007" y="4821"/>
                    <a:pt x="10983" y="4821"/>
                    <a:pt x="10958" y="4821"/>
                  </a:cubicBezTo>
                  <a:cubicBezTo>
                    <a:pt x="10958" y="4797"/>
                    <a:pt x="10958" y="4773"/>
                    <a:pt x="10958" y="4748"/>
                  </a:cubicBezTo>
                  <a:cubicBezTo>
                    <a:pt x="10934" y="4748"/>
                    <a:pt x="10910" y="4748"/>
                    <a:pt x="10885" y="4748"/>
                  </a:cubicBezTo>
                  <a:cubicBezTo>
                    <a:pt x="10885" y="4724"/>
                    <a:pt x="10885" y="4700"/>
                    <a:pt x="10885" y="4675"/>
                  </a:cubicBezTo>
                  <a:cubicBezTo>
                    <a:pt x="10861" y="4675"/>
                    <a:pt x="10837" y="4675"/>
                    <a:pt x="10812" y="4675"/>
                  </a:cubicBezTo>
                  <a:cubicBezTo>
                    <a:pt x="10812" y="4651"/>
                    <a:pt x="10812" y="4627"/>
                    <a:pt x="10812" y="4602"/>
                  </a:cubicBezTo>
                  <a:cubicBezTo>
                    <a:pt x="10788" y="4602"/>
                    <a:pt x="10763" y="4602"/>
                    <a:pt x="10739" y="4602"/>
                  </a:cubicBezTo>
                  <a:cubicBezTo>
                    <a:pt x="10739" y="4578"/>
                    <a:pt x="10739" y="4554"/>
                    <a:pt x="10739" y="4529"/>
                  </a:cubicBezTo>
                  <a:cubicBezTo>
                    <a:pt x="10715" y="4529"/>
                    <a:pt x="10690" y="4529"/>
                    <a:pt x="10666" y="4529"/>
                  </a:cubicBezTo>
                  <a:cubicBezTo>
                    <a:pt x="10666" y="4505"/>
                    <a:pt x="10666" y="4481"/>
                    <a:pt x="10666" y="4456"/>
                  </a:cubicBezTo>
                  <a:cubicBezTo>
                    <a:pt x="10641" y="4456"/>
                    <a:pt x="10617" y="4456"/>
                    <a:pt x="10593" y="4456"/>
                  </a:cubicBezTo>
                  <a:cubicBezTo>
                    <a:pt x="10593" y="4432"/>
                    <a:pt x="10593" y="4408"/>
                    <a:pt x="10593" y="4383"/>
                  </a:cubicBezTo>
                  <a:cubicBezTo>
                    <a:pt x="10568" y="4383"/>
                    <a:pt x="10544" y="4383"/>
                    <a:pt x="10519" y="4383"/>
                  </a:cubicBezTo>
                  <a:cubicBezTo>
                    <a:pt x="10519" y="4359"/>
                    <a:pt x="10519" y="4335"/>
                    <a:pt x="10519" y="4310"/>
                  </a:cubicBezTo>
                  <a:cubicBezTo>
                    <a:pt x="10495" y="4310"/>
                    <a:pt x="10471" y="4310"/>
                    <a:pt x="10446" y="4310"/>
                  </a:cubicBezTo>
                  <a:cubicBezTo>
                    <a:pt x="10446" y="4286"/>
                    <a:pt x="10446" y="4262"/>
                    <a:pt x="10446" y="4237"/>
                  </a:cubicBezTo>
                  <a:cubicBezTo>
                    <a:pt x="10422" y="4237"/>
                    <a:pt x="10398" y="4237"/>
                    <a:pt x="10373" y="4237"/>
                  </a:cubicBezTo>
                  <a:cubicBezTo>
                    <a:pt x="10373" y="4213"/>
                    <a:pt x="10373" y="4189"/>
                    <a:pt x="10373" y="4164"/>
                  </a:cubicBezTo>
                  <a:cubicBezTo>
                    <a:pt x="10349" y="4164"/>
                    <a:pt x="10325" y="4164"/>
                    <a:pt x="10300" y="4164"/>
                  </a:cubicBezTo>
                  <a:cubicBezTo>
                    <a:pt x="10300" y="4140"/>
                    <a:pt x="10300" y="4116"/>
                    <a:pt x="10300" y="4091"/>
                  </a:cubicBezTo>
                  <a:cubicBezTo>
                    <a:pt x="10252" y="4091"/>
                    <a:pt x="10204" y="4091"/>
                    <a:pt x="10154" y="4091"/>
                  </a:cubicBezTo>
                  <a:cubicBezTo>
                    <a:pt x="10154" y="4067"/>
                    <a:pt x="10154" y="4043"/>
                    <a:pt x="10154" y="4018"/>
                  </a:cubicBezTo>
                  <a:cubicBezTo>
                    <a:pt x="10130" y="4018"/>
                    <a:pt x="10106" y="4018"/>
                    <a:pt x="10081" y="4018"/>
                  </a:cubicBezTo>
                  <a:cubicBezTo>
                    <a:pt x="10081" y="3994"/>
                    <a:pt x="10081" y="3970"/>
                    <a:pt x="10081" y="3945"/>
                  </a:cubicBezTo>
                  <a:cubicBezTo>
                    <a:pt x="10033" y="3945"/>
                    <a:pt x="9985" y="3945"/>
                    <a:pt x="9935" y="3945"/>
                  </a:cubicBezTo>
                  <a:cubicBezTo>
                    <a:pt x="9935" y="3921"/>
                    <a:pt x="9935" y="3897"/>
                    <a:pt x="9935" y="3872"/>
                  </a:cubicBezTo>
                  <a:cubicBezTo>
                    <a:pt x="9911" y="3872"/>
                    <a:pt x="9887" y="3872"/>
                    <a:pt x="9862" y="3872"/>
                  </a:cubicBezTo>
                  <a:cubicBezTo>
                    <a:pt x="9862" y="3848"/>
                    <a:pt x="9862" y="3824"/>
                    <a:pt x="9862" y="3799"/>
                  </a:cubicBezTo>
                  <a:cubicBezTo>
                    <a:pt x="9814" y="3799"/>
                    <a:pt x="9766" y="3799"/>
                    <a:pt x="9716" y="3799"/>
                  </a:cubicBezTo>
                  <a:cubicBezTo>
                    <a:pt x="9716" y="3775"/>
                    <a:pt x="9716" y="3750"/>
                    <a:pt x="9716" y="3726"/>
                  </a:cubicBezTo>
                  <a:cubicBezTo>
                    <a:pt x="9668" y="3726"/>
                    <a:pt x="9619" y="3726"/>
                    <a:pt x="9570" y="3726"/>
                  </a:cubicBezTo>
                  <a:cubicBezTo>
                    <a:pt x="9570" y="3702"/>
                    <a:pt x="9570" y="3677"/>
                    <a:pt x="9570" y="3653"/>
                  </a:cubicBezTo>
                  <a:cubicBezTo>
                    <a:pt x="9522" y="3653"/>
                    <a:pt x="9473" y="3653"/>
                    <a:pt x="9424" y="3653"/>
                  </a:cubicBezTo>
                  <a:cubicBezTo>
                    <a:pt x="9424" y="3628"/>
                    <a:pt x="9424" y="3604"/>
                    <a:pt x="9424" y="3580"/>
                  </a:cubicBezTo>
                  <a:cubicBezTo>
                    <a:pt x="9375" y="3580"/>
                    <a:pt x="9327" y="3580"/>
                    <a:pt x="9278" y="3580"/>
                  </a:cubicBezTo>
                  <a:cubicBezTo>
                    <a:pt x="9278" y="3555"/>
                    <a:pt x="9278" y="3531"/>
                    <a:pt x="9278" y="3506"/>
                  </a:cubicBezTo>
                  <a:cubicBezTo>
                    <a:pt x="9205" y="3506"/>
                    <a:pt x="9133" y="3506"/>
                    <a:pt x="9058" y="3506"/>
                  </a:cubicBezTo>
                  <a:cubicBezTo>
                    <a:pt x="9058" y="3482"/>
                    <a:pt x="9058" y="3458"/>
                    <a:pt x="9058" y="3433"/>
                  </a:cubicBezTo>
                  <a:cubicBezTo>
                    <a:pt x="8986" y="3433"/>
                    <a:pt x="8914" y="3433"/>
                    <a:pt x="8839" y="3433"/>
                  </a:cubicBezTo>
                  <a:cubicBezTo>
                    <a:pt x="8839" y="3409"/>
                    <a:pt x="8839" y="3385"/>
                    <a:pt x="8839" y="3360"/>
                  </a:cubicBezTo>
                  <a:cubicBezTo>
                    <a:pt x="8743" y="3360"/>
                    <a:pt x="8646" y="3360"/>
                    <a:pt x="8547" y="3360"/>
                  </a:cubicBezTo>
                  <a:cubicBezTo>
                    <a:pt x="8547" y="3336"/>
                    <a:pt x="8547" y="3312"/>
                    <a:pt x="8547" y="3287"/>
                  </a:cubicBezTo>
                  <a:cubicBezTo>
                    <a:pt x="8427" y="3287"/>
                    <a:pt x="8306" y="3287"/>
                    <a:pt x="8182" y="3287"/>
                  </a:cubicBezTo>
                  <a:cubicBezTo>
                    <a:pt x="8182" y="3263"/>
                    <a:pt x="8182" y="3239"/>
                    <a:pt x="8182" y="3214"/>
                  </a:cubicBezTo>
                  <a:cubicBezTo>
                    <a:pt x="7796" y="3214"/>
                    <a:pt x="7410" y="3214"/>
                    <a:pt x="7013" y="3214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38" name="ICON_HARNESS_GEAR_path_002"/>
            <p:cNvSpPr/>
            <p:nvPr/>
          </p:nvSpPr>
          <p:spPr>
            <a:xfrm>
              <a:off x="4772396" y="6467052"/>
              <a:ext cx="100198" cy="98343"/>
            </a:xfrm>
            <a:custGeom>
              <a:avLst/>
              <a:gdLst/>
              <a:ahLst/>
              <a:cxnLst/>
              <a:rect l="0" t="0" r="r" b="b"/>
              <a:pathLst>
                <a:path w="7890" h="7744" fill="norm" stroke="0">
                  <a:moveTo>
                    <a:pt x="3214" y="0"/>
                  </a:moveTo>
                  <a:cubicBezTo>
                    <a:pt x="3696" y="0"/>
                    <a:pt x="4179" y="0"/>
                    <a:pt x="4675" y="0"/>
                  </a:cubicBezTo>
                  <a:cubicBezTo>
                    <a:pt x="4675" y="24"/>
                    <a:pt x="4675" y="48"/>
                    <a:pt x="4675" y="73"/>
                  </a:cubicBezTo>
                  <a:cubicBezTo>
                    <a:pt x="4748" y="73"/>
                    <a:pt x="4820" y="73"/>
                    <a:pt x="4894" y="73"/>
                  </a:cubicBezTo>
                  <a:cubicBezTo>
                    <a:pt x="4894" y="97"/>
                    <a:pt x="4894" y="121"/>
                    <a:pt x="4894" y="146"/>
                  </a:cubicBezTo>
                  <a:cubicBezTo>
                    <a:pt x="4991" y="146"/>
                    <a:pt x="5087" y="146"/>
                    <a:pt x="5187" y="146"/>
                  </a:cubicBezTo>
                  <a:cubicBezTo>
                    <a:pt x="5187" y="170"/>
                    <a:pt x="5187" y="194"/>
                    <a:pt x="5187" y="219"/>
                  </a:cubicBezTo>
                  <a:cubicBezTo>
                    <a:pt x="5259" y="219"/>
                    <a:pt x="5331" y="219"/>
                    <a:pt x="5406" y="219"/>
                  </a:cubicBezTo>
                  <a:cubicBezTo>
                    <a:pt x="5406" y="243"/>
                    <a:pt x="5406" y="267"/>
                    <a:pt x="5406" y="292"/>
                  </a:cubicBezTo>
                  <a:cubicBezTo>
                    <a:pt x="5454" y="292"/>
                    <a:pt x="5502" y="292"/>
                    <a:pt x="5552" y="292"/>
                  </a:cubicBezTo>
                  <a:cubicBezTo>
                    <a:pt x="5552" y="316"/>
                    <a:pt x="5552" y="340"/>
                    <a:pt x="5552" y="365"/>
                  </a:cubicBezTo>
                  <a:cubicBezTo>
                    <a:pt x="5576" y="365"/>
                    <a:pt x="5600" y="365"/>
                    <a:pt x="5625" y="365"/>
                  </a:cubicBezTo>
                  <a:cubicBezTo>
                    <a:pt x="5625" y="389"/>
                    <a:pt x="5625" y="413"/>
                    <a:pt x="5625" y="438"/>
                  </a:cubicBezTo>
                  <a:cubicBezTo>
                    <a:pt x="5673" y="438"/>
                    <a:pt x="5721" y="438"/>
                    <a:pt x="5771" y="438"/>
                  </a:cubicBezTo>
                  <a:cubicBezTo>
                    <a:pt x="5771" y="462"/>
                    <a:pt x="5771" y="487"/>
                    <a:pt x="5771" y="511"/>
                  </a:cubicBezTo>
                  <a:cubicBezTo>
                    <a:pt x="5843" y="511"/>
                    <a:pt x="5916" y="511"/>
                    <a:pt x="5990" y="511"/>
                  </a:cubicBezTo>
                  <a:cubicBezTo>
                    <a:pt x="5990" y="535"/>
                    <a:pt x="5990" y="560"/>
                    <a:pt x="5990" y="584"/>
                  </a:cubicBezTo>
                  <a:cubicBezTo>
                    <a:pt x="6014" y="584"/>
                    <a:pt x="6038" y="584"/>
                    <a:pt x="6063" y="584"/>
                  </a:cubicBezTo>
                  <a:cubicBezTo>
                    <a:pt x="6063" y="609"/>
                    <a:pt x="6063" y="633"/>
                    <a:pt x="6063" y="657"/>
                  </a:cubicBezTo>
                  <a:cubicBezTo>
                    <a:pt x="6112" y="657"/>
                    <a:pt x="6160" y="657"/>
                    <a:pt x="6209" y="657"/>
                  </a:cubicBezTo>
                  <a:cubicBezTo>
                    <a:pt x="6209" y="682"/>
                    <a:pt x="6209" y="706"/>
                    <a:pt x="6209" y="731"/>
                  </a:cubicBezTo>
                  <a:cubicBezTo>
                    <a:pt x="6234" y="731"/>
                    <a:pt x="6258" y="731"/>
                    <a:pt x="6282" y="731"/>
                  </a:cubicBezTo>
                  <a:cubicBezTo>
                    <a:pt x="6282" y="755"/>
                    <a:pt x="6282" y="779"/>
                    <a:pt x="6282" y="804"/>
                  </a:cubicBezTo>
                  <a:cubicBezTo>
                    <a:pt x="6307" y="804"/>
                    <a:pt x="6331" y="804"/>
                    <a:pt x="6356" y="804"/>
                  </a:cubicBezTo>
                  <a:cubicBezTo>
                    <a:pt x="6356" y="828"/>
                    <a:pt x="6356" y="852"/>
                    <a:pt x="6356" y="877"/>
                  </a:cubicBezTo>
                  <a:cubicBezTo>
                    <a:pt x="6404" y="877"/>
                    <a:pt x="6452" y="877"/>
                    <a:pt x="6502" y="877"/>
                  </a:cubicBezTo>
                  <a:cubicBezTo>
                    <a:pt x="6502" y="901"/>
                    <a:pt x="6502" y="925"/>
                    <a:pt x="6502" y="950"/>
                  </a:cubicBezTo>
                  <a:cubicBezTo>
                    <a:pt x="6526" y="950"/>
                    <a:pt x="6550" y="950"/>
                    <a:pt x="6575" y="950"/>
                  </a:cubicBezTo>
                  <a:cubicBezTo>
                    <a:pt x="6575" y="974"/>
                    <a:pt x="6575" y="998"/>
                    <a:pt x="6575" y="1023"/>
                  </a:cubicBezTo>
                  <a:cubicBezTo>
                    <a:pt x="6599" y="1023"/>
                    <a:pt x="6623" y="1023"/>
                    <a:pt x="6648" y="1023"/>
                  </a:cubicBezTo>
                  <a:cubicBezTo>
                    <a:pt x="6648" y="1047"/>
                    <a:pt x="6648" y="1071"/>
                    <a:pt x="6648" y="1096"/>
                  </a:cubicBezTo>
                  <a:cubicBezTo>
                    <a:pt x="6672" y="1096"/>
                    <a:pt x="6696" y="1096"/>
                    <a:pt x="6721" y="1096"/>
                  </a:cubicBezTo>
                  <a:cubicBezTo>
                    <a:pt x="6721" y="1120"/>
                    <a:pt x="6721" y="1144"/>
                    <a:pt x="6721" y="1169"/>
                  </a:cubicBezTo>
                  <a:cubicBezTo>
                    <a:pt x="6745" y="1169"/>
                    <a:pt x="6769" y="1169"/>
                    <a:pt x="6794" y="1169"/>
                  </a:cubicBezTo>
                  <a:cubicBezTo>
                    <a:pt x="6794" y="1193"/>
                    <a:pt x="6794" y="1217"/>
                    <a:pt x="6794" y="1242"/>
                  </a:cubicBezTo>
                  <a:cubicBezTo>
                    <a:pt x="6818" y="1242"/>
                    <a:pt x="6842" y="1242"/>
                    <a:pt x="6867" y="1242"/>
                  </a:cubicBezTo>
                  <a:cubicBezTo>
                    <a:pt x="6867" y="1266"/>
                    <a:pt x="6867" y="1290"/>
                    <a:pt x="6867" y="1315"/>
                  </a:cubicBezTo>
                  <a:cubicBezTo>
                    <a:pt x="6891" y="1315"/>
                    <a:pt x="6915" y="1315"/>
                    <a:pt x="6940" y="1315"/>
                  </a:cubicBezTo>
                  <a:cubicBezTo>
                    <a:pt x="6940" y="1339"/>
                    <a:pt x="6940" y="1363"/>
                    <a:pt x="6940" y="1388"/>
                  </a:cubicBezTo>
                  <a:cubicBezTo>
                    <a:pt x="6964" y="1388"/>
                    <a:pt x="6988" y="1388"/>
                    <a:pt x="7013" y="1388"/>
                  </a:cubicBezTo>
                  <a:cubicBezTo>
                    <a:pt x="7013" y="1436"/>
                    <a:pt x="7013" y="1484"/>
                    <a:pt x="7013" y="1534"/>
                  </a:cubicBezTo>
                  <a:cubicBezTo>
                    <a:pt x="7037" y="1534"/>
                    <a:pt x="7061" y="1534"/>
                    <a:pt x="7086" y="1534"/>
                  </a:cubicBezTo>
                  <a:cubicBezTo>
                    <a:pt x="7086" y="1558"/>
                    <a:pt x="7086" y="1582"/>
                    <a:pt x="7086" y="1607"/>
                  </a:cubicBezTo>
                  <a:cubicBezTo>
                    <a:pt x="7110" y="1607"/>
                    <a:pt x="7134" y="1607"/>
                    <a:pt x="7159" y="1607"/>
                  </a:cubicBezTo>
                  <a:cubicBezTo>
                    <a:pt x="7159" y="1631"/>
                    <a:pt x="7159" y="1655"/>
                    <a:pt x="7159" y="1680"/>
                  </a:cubicBezTo>
                  <a:cubicBezTo>
                    <a:pt x="7183" y="1680"/>
                    <a:pt x="7207" y="1680"/>
                    <a:pt x="7232" y="1680"/>
                  </a:cubicBezTo>
                  <a:cubicBezTo>
                    <a:pt x="7244" y="1728"/>
                    <a:pt x="7244" y="1728"/>
                    <a:pt x="7305" y="1972"/>
                  </a:cubicBezTo>
                  <a:cubicBezTo>
                    <a:pt x="7329" y="1972"/>
                    <a:pt x="7353" y="1972"/>
                    <a:pt x="7378" y="1972"/>
                  </a:cubicBezTo>
                  <a:cubicBezTo>
                    <a:pt x="7378" y="2021"/>
                    <a:pt x="7378" y="2069"/>
                    <a:pt x="7378" y="2119"/>
                  </a:cubicBezTo>
                  <a:cubicBezTo>
                    <a:pt x="7402" y="2119"/>
                    <a:pt x="7426" y="2119"/>
                    <a:pt x="7451" y="2119"/>
                  </a:cubicBezTo>
                  <a:cubicBezTo>
                    <a:pt x="7451" y="2167"/>
                    <a:pt x="7451" y="2215"/>
                    <a:pt x="7451" y="2265"/>
                  </a:cubicBezTo>
                  <a:cubicBezTo>
                    <a:pt x="7475" y="2265"/>
                    <a:pt x="7500" y="2265"/>
                    <a:pt x="7524" y="2265"/>
                  </a:cubicBezTo>
                  <a:cubicBezTo>
                    <a:pt x="7524" y="2313"/>
                    <a:pt x="7524" y="2361"/>
                    <a:pt x="7524" y="2411"/>
                  </a:cubicBezTo>
                  <a:cubicBezTo>
                    <a:pt x="7548" y="2411"/>
                    <a:pt x="7573" y="2411"/>
                    <a:pt x="7597" y="2411"/>
                  </a:cubicBezTo>
                  <a:cubicBezTo>
                    <a:pt x="7597" y="2507"/>
                    <a:pt x="7597" y="2604"/>
                    <a:pt x="7597" y="2703"/>
                  </a:cubicBezTo>
                  <a:cubicBezTo>
                    <a:pt x="7622" y="2703"/>
                    <a:pt x="7646" y="2703"/>
                    <a:pt x="7670" y="2703"/>
                  </a:cubicBezTo>
                  <a:cubicBezTo>
                    <a:pt x="7670" y="2775"/>
                    <a:pt x="7670" y="2848"/>
                    <a:pt x="7670" y="2922"/>
                  </a:cubicBezTo>
                  <a:cubicBezTo>
                    <a:pt x="7695" y="2922"/>
                    <a:pt x="7719" y="2922"/>
                    <a:pt x="7744" y="2922"/>
                  </a:cubicBezTo>
                  <a:cubicBezTo>
                    <a:pt x="7744" y="2994"/>
                    <a:pt x="7744" y="3067"/>
                    <a:pt x="7744" y="3141"/>
                  </a:cubicBezTo>
                  <a:cubicBezTo>
                    <a:pt x="7768" y="3141"/>
                    <a:pt x="7792" y="3141"/>
                    <a:pt x="7817" y="3141"/>
                  </a:cubicBezTo>
                  <a:cubicBezTo>
                    <a:pt x="7817" y="3358"/>
                    <a:pt x="7817" y="3575"/>
                    <a:pt x="7817" y="3799"/>
                  </a:cubicBezTo>
                  <a:cubicBezTo>
                    <a:pt x="7841" y="3799"/>
                    <a:pt x="7865" y="3799"/>
                    <a:pt x="7890" y="3799"/>
                  </a:cubicBezTo>
                  <a:cubicBezTo>
                    <a:pt x="7890" y="3847"/>
                    <a:pt x="7890" y="3895"/>
                    <a:pt x="7890" y="3945"/>
                  </a:cubicBezTo>
                  <a:cubicBezTo>
                    <a:pt x="7866" y="3945"/>
                    <a:pt x="7841" y="3945"/>
                    <a:pt x="7817" y="3945"/>
                  </a:cubicBezTo>
                  <a:cubicBezTo>
                    <a:pt x="7817" y="4138"/>
                    <a:pt x="7817" y="4331"/>
                    <a:pt x="7817" y="4529"/>
                  </a:cubicBezTo>
                  <a:cubicBezTo>
                    <a:pt x="7792" y="4529"/>
                    <a:pt x="7768" y="4529"/>
                    <a:pt x="7744" y="4529"/>
                  </a:cubicBezTo>
                  <a:cubicBezTo>
                    <a:pt x="7744" y="4626"/>
                    <a:pt x="7744" y="4722"/>
                    <a:pt x="7744" y="4821"/>
                  </a:cubicBezTo>
                  <a:cubicBezTo>
                    <a:pt x="7719" y="4821"/>
                    <a:pt x="7695" y="4821"/>
                    <a:pt x="7670" y="4821"/>
                  </a:cubicBezTo>
                  <a:cubicBezTo>
                    <a:pt x="7670" y="4918"/>
                    <a:pt x="7670" y="5014"/>
                    <a:pt x="7670" y="5114"/>
                  </a:cubicBezTo>
                  <a:cubicBezTo>
                    <a:pt x="7646" y="5114"/>
                    <a:pt x="7622" y="5114"/>
                    <a:pt x="7597" y="5114"/>
                  </a:cubicBezTo>
                  <a:cubicBezTo>
                    <a:pt x="7597" y="5138"/>
                    <a:pt x="7597" y="5162"/>
                    <a:pt x="7597" y="5187"/>
                  </a:cubicBezTo>
                  <a:cubicBezTo>
                    <a:pt x="7573" y="5187"/>
                    <a:pt x="7549" y="5187"/>
                    <a:pt x="7524" y="5187"/>
                  </a:cubicBezTo>
                  <a:cubicBezTo>
                    <a:pt x="7524" y="5283"/>
                    <a:pt x="7524" y="5380"/>
                    <a:pt x="7524" y="5479"/>
                  </a:cubicBezTo>
                  <a:cubicBezTo>
                    <a:pt x="7500" y="5479"/>
                    <a:pt x="7476" y="5479"/>
                    <a:pt x="7451" y="5479"/>
                  </a:cubicBezTo>
                  <a:cubicBezTo>
                    <a:pt x="7451" y="5527"/>
                    <a:pt x="7451" y="5575"/>
                    <a:pt x="7451" y="5625"/>
                  </a:cubicBezTo>
                  <a:cubicBezTo>
                    <a:pt x="7427" y="5625"/>
                    <a:pt x="7403" y="5625"/>
                    <a:pt x="7378" y="5625"/>
                  </a:cubicBezTo>
                  <a:cubicBezTo>
                    <a:pt x="7378" y="5649"/>
                    <a:pt x="7378" y="5673"/>
                    <a:pt x="7378" y="5698"/>
                  </a:cubicBezTo>
                  <a:cubicBezTo>
                    <a:pt x="7354" y="5698"/>
                    <a:pt x="7330" y="5698"/>
                    <a:pt x="7305" y="5698"/>
                  </a:cubicBezTo>
                  <a:cubicBezTo>
                    <a:pt x="7305" y="5746"/>
                    <a:pt x="7305" y="5794"/>
                    <a:pt x="7305" y="5844"/>
                  </a:cubicBezTo>
                  <a:cubicBezTo>
                    <a:pt x="7281" y="5844"/>
                    <a:pt x="7257" y="5844"/>
                    <a:pt x="7232" y="5844"/>
                  </a:cubicBezTo>
                  <a:cubicBezTo>
                    <a:pt x="7232" y="5868"/>
                    <a:pt x="7232" y="5892"/>
                    <a:pt x="7232" y="5917"/>
                  </a:cubicBezTo>
                  <a:cubicBezTo>
                    <a:pt x="7208" y="5917"/>
                    <a:pt x="7184" y="5917"/>
                    <a:pt x="7159" y="5917"/>
                  </a:cubicBezTo>
                  <a:cubicBezTo>
                    <a:pt x="7159" y="5965"/>
                    <a:pt x="7159" y="6014"/>
                    <a:pt x="7159" y="6063"/>
                  </a:cubicBezTo>
                  <a:cubicBezTo>
                    <a:pt x="7135" y="6063"/>
                    <a:pt x="7111" y="6063"/>
                    <a:pt x="7086" y="6063"/>
                  </a:cubicBezTo>
                  <a:cubicBezTo>
                    <a:pt x="7086" y="6087"/>
                    <a:pt x="7086" y="6112"/>
                    <a:pt x="7086" y="6136"/>
                  </a:cubicBezTo>
                  <a:cubicBezTo>
                    <a:pt x="7062" y="6136"/>
                    <a:pt x="7038" y="6136"/>
                    <a:pt x="7013" y="6136"/>
                  </a:cubicBezTo>
                  <a:cubicBezTo>
                    <a:pt x="7013" y="6185"/>
                    <a:pt x="7013" y="6233"/>
                    <a:pt x="7013" y="6282"/>
                  </a:cubicBezTo>
                  <a:cubicBezTo>
                    <a:pt x="6989" y="6282"/>
                    <a:pt x="6965" y="6282"/>
                    <a:pt x="6940" y="6282"/>
                  </a:cubicBezTo>
                  <a:cubicBezTo>
                    <a:pt x="6940" y="6307"/>
                    <a:pt x="6940" y="6331"/>
                    <a:pt x="6940" y="6356"/>
                  </a:cubicBezTo>
                  <a:cubicBezTo>
                    <a:pt x="6916" y="6356"/>
                    <a:pt x="6892" y="6356"/>
                    <a:pt x="6867" y="6356"/>
                  </a:cubicBezTo>
                  <a:cubicBezTo>
                    <a:pt x="6867" y="6380"/>
                    <a:pt x="6867" y="6404"/>
                    <a:pt x="6867" y="6429"/>
                  </a:cubicBezTo>
                  <a:cubicBezTo>
                    <a:pt x="6843" y="6429"/>
                    <a:pt x="6819" y="6429"/>
                    <a:pt x="6794" y="6429"/>
                  </a:cubicBezTo>
                  <a:cubicBezTo>
                    <a:pt x="6794" y="6453"/>
                    <a:pt x="6794" y="6477"/>
                    <a:pt x="6794" y="6502"/>
                  </a:cubicBezTo>
                  <a:cubicBezTo>
                    <a:pt x="6770" y="6502"/>
                    <a:pt x="6746" y="6502"/>
                    <a:pt x="6721" y="6502"/>
                  </a:cubicBezTo>
                  <a:cubicBezTo>
                    <a:pt x="6721" y="6526"/>
                    <a:pt x="6721" y="6550"/>
                    <a:pt x="6721" y="6575"/>
                  </a:cubicBezTo>
                  <a:cubicBezTo>
                    <a:pt x="6697" y="6575"/>
                    <a:pt x="6673" y="6575"/>
                    <a:pt x="6648" y="6575"/>
                  </a:cubicBezTo>
                  <a:cubicBezTo>
                    <a:pt x="6648" y="6599"/>
                    <a:pt x="6648" y="6623"/>
                    <a:pt x="6648" y="6648"/>
                  </a:cubicBezTo>
                  <a:cubicBezTo>
                    <a:pt x="6624" y="6648"/>
                    <a:pt x="6600" y="6648"/>
                    <a:pt x="6575" y="6648"/>
                  </a:cubicBezTo>
                  <a:cubicBezTo>
                    <a:pt x="6575" y="6672"/>
                    <a:pt x="6575" y="6696"/>
                    <a:pt x="6575" y="6721"/>
                  </a:cubicBezTo>
                  <a:cubicBezTo>
                    <a:pt x="6551" y="6721"/>
                    <a:pt x="6526" y="6721"/>
                    <a:pt x="6502" y="6721"/>
                  </a:cubicBezTo>
                  <a:cubicBezTo>
                    <a:pt x="6502" y="6745"/>
                    <a:pt x="6502" y="6769"/>
                    <a:pt x="6502" y="6794"/>
                  </a:cubicBezTo>
                  <a:cubicBezTo>
                    <a:pt x="6478" y="6794"/>
                    <a:pt x="6453" y="6794"/>
                    <a:pt x="6429" y="6794"/>
                  </a:cubicBezTo>
                  <a:cubicBezTo>
                    <a:pt x="6429" y="6818"/>
                    <a:pt x="6429" y="6842"/>
                    <a:pt x="6429" y="6867"/>
                  </a:cubicBezTo>
                  <a:cubicBezTo>
                    <a:pt x="6404" y="6867"/>
                    <a:pt x="6380" y="6867"/>
                    <a:pt x="6356" y="6867"/>
                  </a:cubicBezTo>
                  <a:cubicBezTo>
                    <a:pt x="6356" y="6891"/>
                    <a:pt x="6356" y="6915"/>
                    <a:pt x="6356" y="6940"/>
                  </a:cubicBezTo>
                  <a:cubicBezTo>
                    <a:pt x="6307" y="6940"/>
                    <a:pt x="6259" y="6940"/>
                    <a:pt x="6209" y="6940"/>
                  </a:cubicBezTo>
                  <a:cubicBezTo>
                    <a:pt x="6209" y="6964"/>
                    <a:pt x="6209" y="6988"/>
                    <a:pt x="6209" y="7013"/>
                  </a:cubicBezTo>
                  <a:cubicBezTo>
                    <a:pt x="6185" y="7013"/>
                    <a:pt x="6161" y="7013"/>
                    <a:pt x="6136" y="7013"/>
                  </a:cubicBezTo>
                  <a:cubicBezTo>
                    <a:pt x="6136" y="7037"/>
                    <a:pt x="6136" y="7061"/>
                    <a:pt x="6136" y="7086"/>
                  </a:cubicBezTo>
                  <a:cubicBezTo>
                    <a:pt x="6088" y="7086"/>
                    <a:pt x="6040" y="7086"/>
                    <a:pt x="5990" y="7086"/>
                  </a:cubicBezTo>
                  <a:cubicBezTo>
                    <a:pt x="5990" y="7110"/>
                    <a:pt x="5990" y="7134"/>
                    <a:pt x="5990" y="7159"/>
                  </a:cubicBezTo>
                  <a:cubicBezTo>
                    <a:pt x="5942" y="7159"/>
                    <a:pt x="5894" y="7159"/>
                    <a:pt x="5844" y="7159"/>
                  </a:cubicBezTo>
                  <a:cubicBezTo>
                    <a:pt x="5844" y="7183"/>
                    <a:pt x="5844" y="7207"/>
                    <a:pt x="5844" y="7232"/>
                  </a:cubicBezTo>
                  <a:cubicBezTo>
                    <a:pt x="5820" y="7232"/>
                    <a:pt x="5796" y="7232"/>
                    <a:pt x="5771" y="7232"/>
                  </a:cubicBezTo>
                  <a:cubicBezTo>
                    <a:pt x="5771" y="7256"/>
                    <a:pt x="5771" y="7280"/>
                    <a:pt x="5771" y="7305"/>
                  </a:cubicBezTo>
                  <a:cubicBezTo>
                    <a:pt x="5723" y="7305"/>
                    <a:pt x="5675" y="7305"/>
                    <a:pt x="5625" y="7305"/>
                  </a:cubicBezTo>
                  <a:cubicBezTo>
                    <a:pt x="5625" y="7329"/>
                    <a:pt x="5625" y="7353"/>
                    <a:pt x="5625" y="7378"/>
                  </a:cubicBezTo>
                  <a:cubicBezTo>
                    <a:pt x="5529" y="7378"/>
                    <a:pt x="5432" y="7378"/>
                    <a:pt x="5333" y="7378"/>
                  </a:cubicBezTo>
                  <a:cubicBezTo>
                    <a:pt x="5333" y="7402"/>
                    <a:pt x="5333" y="7426"/>
                    <a:pt x="5333" y="7451"/>
                  </a:cubicBezTo>
                  <a:cubicBezTo>
                    <a:pt x="5309" y="7451"/>
                    <a:pt x="5285" y="7451"/>
                    <a:pt x="5260" y="7451"/>
                  </a:cubicBezTo>
                  <a:cubicBezTo>
                    <a:pt x="5260" y="7475"/>
                    <a:pt x="5260" y="7500"/>
                    <a:pt x="5260" y="7524"/>
                  </a:cubicBezTo>
                  <a:cubicBezTo>
                    <a:pt x="5187" y="7524"/>
                    <a:pt x="5115" y="7524"/>
                    <a:pt x="5041" y="7524"/>
                  </a:cubicBezTo>
                  <a:cubicBezTo>
                    <a:pt x="5041" y="7548"/>
                    <a:pt x="5041" y="7573"/>
                    <a:pt x="5041" y="7597"/>
                  </a:cubicBezTo>
                  <a:cubicBezTo>
                    <a:pt x="5031" y="7598"/>
                    <a:pt x="5021" y="7599"/>
                    <a:pt x="5011" y="7600"/>
                  </a:cubicBezTo>
                  <a:cubicBezTo>
                    <a:pt x="4967" y="7604"/>
                    <a:pt x="4923" y="7609"/>
                    <a:pt x="4878" y="7613"/>
                  </a:cubicBezTo>
                  <a:cubicBezTo>
                    <a:pt x="4863" y="7615"/>
                    <a:pt x="4848" y="7616"/>
                    <a:pt x="4832" y="7618"/>
                  </a:cubicBezTo>
                  <a:cubicBezTo>
                    <a:pt x="4825" y="7619"/>
                    <a:pt x="4825" y="7619"/>
                    <a:pt x="4787" y="7622"/>
                  </a:cubicBezTo>
                  <a:cubicBezTo>
                    <a:pt x="4774" y="7624"/>
                    <a:pt x="4760" y="7625"/>
                    <a:pt x="4746" y="7626"/>
                  </a:cubicBezTo>
                  <a:cubicBezTo>
                    <a:pt x="4712" y="7634"/>
                    <a:pt x="4712" y="7634"/>
                    <a:pt x="4675" y="7670"/>
                  </a:cubicBezTo>
                  <a:cubicBezTo>
                    <a:pt x="4641" y="7674"/>
                    <a:pt x="4610" y="7675"/>
                    <a:pt x="4576" y="7674"/>
                  </a:cubicBezTo>
                  <a:cubicBezTo>
                    <a:pt x="4571" y="7674"/>
                    <a:pt x="4571" y="7674"/>
                    <a:pt x="4547" y="7674"/>
                  </a:cubicBezTo>
                  <a:cubicBezTo>
                    <a:pt x="4516" y="7674"/>
                    <a:pt x="4485" y="7673"/>
                    <a:pt x="4454" y="7673"/>
                  </a:cubicBezTo>
                  <a:cubicBezTo>
                    <a:pt x="4433" y="7673"/>
                    <a:pt x="4412" y="7672"/>
                    <a:pt x="4391" y="7672"/>
                  </a:cubicBezTo>
                  <a:cubicBezTo>
                    <a:pt x="4340" y="7672"/>
                    <a:pt x="4288" y="7671"/>
                    <a:pt x="4237" y="7670"/>
                  </a:cubicBezTo>
                  <a:cubicBezTo>
                    <a:pt x="4237" y="7695"/>
                    <a:pt x="4237" y="7719"/>
                    <a:pt x="4237" y="7744"/>
                  </a:cubicBezTo>
                  <a:cubicBezTo>
                    <a:pt x="4020" y="7744"/>
                    <a:pt x="3803" y="7744"/>
                    <a:pt x="3580" y="7744"/>
                  </a:cubicBezTo>
                  <a:cubicBezTo>
                    <a:pt x="3580" y="7719"/>
                    <a:pt x="3580" y="7695"/>
                    <a:pt x="3580" y="7670"/>
                  </a:cubicBezTo>
                  <a:cubicBezTo>
                    <a:pt x="3411" y="7670"/>
                    <a:pt x="3242" y="7670"/>
                    <a:pt x="3068" y="7670"/>
                  </a:cubicBezTo>
                  <a:cubicBezTo>
                    <a:pt x="3068" y="7646"/>
                    <a:pt x="3068" y="7622"/>
                    <a:pt x="3068" y="7597"/>
                  </a:cubicBezTo>
                  <a:cubicBezTo>
                    <a:pt x="2972" y="7597"/>
                    <a:pt x="2875" y="7597"/>
                    <a:pt x="2776" y="7597"/>
                  </a:cubicBezTo>
                  <a:cubicBezTo>
                    <a:pt x="2776" y="7573"/>
                    <a:pt x="2776" y="7549"/>
                    <a:pt x="2776" y="7524"/>
                  </a:cubicBezTo>
                  <a:cubicBezTo>
                    <a:pt x="2704" y="7524"/>
                    <a:pt x="2631" y="7524"/>
                    <a:pt x="2557" y="7524"/>
                  </a:cubicBezTo>
                  <a:cubicBezTo>
                    <a:pt x="2557" y="7500"/>
                    <a:pt x="2557" y="7476"/>
                    <a:pt x="2557" y="7451"/>
                  </a:cubicBezTo>
                  <a:cubicBezTo>
                    <a:pt x="2509" y="7451"/>
                    <a:pt x="2460" y="7451"/>
                    <a:pt x="2411" y="7451"/>
                  </a:cubicBezTo>
                  <a:cubicBezTo>
                    <a:pt x="2411" y="7427"/>
                    <a:pt x="2411" y="7403"/>
                    <a:pt x="2411" y="7378"/>
                  </a:cubicBezTo>
                  <a:cubicBezTo>
                    <a:pt x="2338" y="7378"/>
                    <a:pt x="2266" y="7378"/>
                    <a:pt x="2192" y="7378"/>
                  </a:cubicBezTo>
                  <a:cubicBezTo>
                    <a:pt x="2192" y="7354"/>
                    <a:pt x="2192" y="7330"/>
                    <a:pt x="2192" y="7305"/>
                  </a:cubicBezTo>
                  <a:cubicBezTo>
                    <a:pt x="2143" y="7305"/>
                    <a:pt x="2095" y="7305"/>
                    <a:pt x="2045" y="7305"/>
                  </a:cubicBezTo>
                  <a:cubicBezTo>
                    <a:pt x="2045" y="7281"/>
                    <a:pt x="2045" y="7257"/>
                    <a:pt x="2045" y="7232"/>
                  </a:cubicBezTo>
                  <a:cubicBezTo>
                    <a:pt x="2021" y="7232"/>
                    <a:pt x="1997" y="7232"/>
                    <a:pt x="1972" y="7232"/>
                  </a:cubicBezTo>
                  <a:cubicBezTo>
                    <a:pt x="1972" y="7208"/>
                    <a:pt x="1972" y="7184"/>
                    <a:pt x="1972" y="7159"/>
                  </a:cubicBezTo>
                  <a:cubicBezTo>
                    <a:pt x="1924" y="7159"/>
                    <a:pt x="1876" y="7159"/>
                    <a:pt x="1826" y="7159"/>
                  </a:cubicBezTo>
                  <a:cubicBezTo>
                    <a:pt x="1826" y="7135"/>
                    <a:pt x="1826" y="7111"/>
                    <a:pt x="1826" y="7086"/>
                  </a:cubicBezTo>
                  <a:cubicBezTo>
                    <a:pt x="1778" y="7086"/>
                    <a:pt x="1730" y="7086"/>
                    <a:pt x="1680" y="7086"/>
                  </a:cubicBezTo>
                  <a:cubicBezTo>
                    <a:pt x="1680" y="7062"/>
                    <a:pt x="1680" y="7038"/>
                    <a:pt x="1680" y="7013"/>
                  </a:cubicBezTo>
                  <a:cubicBezTo>
                    <a:pt x="1656" y="7013"/>
                    <a:pt x="1632" y="7013"/>
                    <a:pt x="1607" y="7013"/>
                  </a:cubicBezTo>
                  <a:cubicBezTo>
                    <a:pt x="1607" y="6989"/>
                    <a:pt x="1607" y="6965"/>
                    <a:pt x="1607" y="6940"/>
                  </a:cubicBezTo>
                  <a:cubicBezTo>
                    <a:pt x="1583" y="6940"/>
                    <a:pt x="1559" y="6940"/>
                    <a:pt x="1534" y="6940"/>
                  </a:cubicBezTo>
                  <a:cubicBezTo>
                    <a:pt x="1534" y="6916"/>
                    <a:pt x="1534" y="6892"/>
                    <a:pt x="1534" y="6867"/>
                  </a:cubicBezTo>
                  <a:cubicBezTo>
                    <a:pt x="1486" y="6867"/>
                    <a:pt x="1438" y="6867"/>
                    <a:pt x="1388" y="6867"/>
                  </a:cubicBezTo>
                  <a:cubicBezTo>
                    <a:pt x="1388" y="6843"/>
                    <a:pt x="1388" y="6819"/>
                    <a:pt x="1388" y="6794"/>
                  </a:cubicBezTo>
                  <a:cubicBezTo>
                    <a:pt x="1364" y="6794"/>
                    <a:pt x="1340" y="6794"/>
                    <a:pt x="1315" y="6794"/>
                  </a:cubicBezTo>
                  <a:cubicBezTo>
                    <a:pt x="1315" y="6770"/>
                    <a:pt x="1315" y="6746"/>
                    <a:pt x="1315" y="6721"/>
                  </a:cubicBezTo>
                  <a:cubicBezTo>
                    <a:pt x="1291" y="6721"/>
                    <a:pt x="1267" y="6721"/>
                    <a:pt x="1242" y="6721"/>
                  </a:cubicBezTo>
                  <a:cubicBezTo>
                    <a:pt x="1242" y="6697"/>
                    <a:pt x="1242" y="6673"/>
                    <a:pt x="1242" y="6648"/>
                  </a:cubicBezTo>
                  <a:cubicBezTo>
                    <a:pt x="1218" y="6648"/>
                    <a:pt x="1194" y="6648"/>
                    <a:pt x="1169" y="6648"/>
                  </a:cubicBezTo>
                  <a:cubicBezTo>
                    <a:pt x="1169" y="6624"/>
                    <a:pt x="1169" y="6600"/>
                    <a:pt x="1169" y="6575"/>
                  </a:cubicBezTo>
                  <a:cubicBezTo>
                    <a:pt x="1145" y="6575"/>
                    <a:pt x="1121" y="6575"/>
                    <a:pt x="1096" y="6575"/>
                  </a:cubicBezTo>
                  <a:cubicBezTo>
                    <a:pt x="1096" y="6551"/>
                    <a:pt x="1096" y="6526"/>
                    <a:pt x="1096" y="6502"/>
                  </a:cubicBezTo>
                  <a:cubicBezTo>
                    <a:pt x="1072" y="6502"/>
                    <a:pt x="1048" y="6502"/>
                    <a:pt x="1023" y="6502"/>
                  </a:cubicBezTo>
                  <a:cubicBezTo>
                    <a:pt x="1023" y="6478"/>
                    <a:pt x="1023" y="6453"/>
                    <a:pt x="1023" y="6429"/>
                  </a:cubicBezTo>
                  <a:cubicBezTo>
                    <a:pt x="999" y="6429"/>
                    <a:pt x="975" y="6429"/>
                    <a:pt x="950" y="6429"/>
                  </a:cubicBezTo>
                  <a:cubicBezTo>
                    <a:pt x="950" y="6404"/>
                    <a:pt x="950" y="6380"/>
                    <a:pt x="950" y="6356"/>
                  </a:cubicBezTo>
                  <a:cubicBezTo>
                    <a:pt x="926" y="6356"/>
                    <a:pt x="901" y="6356"/>
                    <a:pt x="877" y="6356"/>
                  </a:cubicBezTo>
                  <a:cubicBezTo>
                    <a:pt x="877" y="6307"/>
                    <a:pt x="877" y="6259"/>
                    <a:pt x="877" y="6209"/>
                  </a:cubicBezTo>
                  <a:cubicBezTo>
                    <a:pt x="853" y="6209"/>
                    <a:pt x="828" y="6209"/>
                    <a:pt x="804" y="6209"/>
                  </a:cubicBezTo>
                  <a:cubicBezTo>
                    <a:pt x="804" y="6185"/>
                    <a:pt x="804" y="6161"/>
                    <a:pt x="804" y="6136"/>
                  </a:cubicBezTo>
                  <a:cubicBezTo>
                    <a:pt x="779" y="6136"/>
                    <a:pt x="755" y="6136"/>
                    <a:pt x="731" y="6136"/>
                  </a:cubicBezTo>
                  <a:cubicBezTo>
                    <a:pt x="731" y="6112"/>
                    <a:pt x="731" y="6088"/>
                    <a:pt x="731" y="6063"/>
                  </a:cubicBezTo>
                  <a:cubicBezTo>
                    <a:pt x="706" y="6063"/>
                    <a:pt x="682" y="6063"/>
                    <a:pt x="657" y="6063"/>
                  </a:cubicBezTo>
                  <a:cubicBezTo>
                    <a:pt x="657" y="6015"/>
                    <a:pt x="657" y="5967"/>
                    <a:pt x="657" y="5917"/>
                  </a:cubicBezTo>
                  <a:cubicBezTo>
                    <a:pt x="633" y="5917"/>
                    <a:pt x="609" y="5917"/>
                    <a:pt x="584" y="5917"/>
                  </a:cubicBezTo>
                  <a:cubicBezTo>
                    <a:pt x="584" y="5893"/>
                    <a:pt x="584" y="5869"/>
                    <a:pt x="584" y="5844"/>
                  </a:cubicBezTo>
                  <a:cubicBezTo>
                    <a:pt x="560" y="5844"/>
                    <a:pt x="536" y="5844"/>
                    <a:pt x="511" y="5844"/>
                  </a:cubicBezTo>
                  <a:cubicBezTo>
                    <a:pt x="511" y="5796"/>
                    <a:pt x="511" y="5748"/>
                    <a:pt x="511" y="5698"/>
                  </a:cubicBezTo>
                  <a:cubicBezTo>
                    <a:pt x="487" y="5698"/>
                    <a:pt x="463" y="5698"/>
                    <a:pt x="438" y="5698"/>
                  </a:cubicBezTo>
                  <a:cubicBezTo>
                    <a:pt x="438" y="5650"/>
                    <a:pt x="438" y="5602"/>
                    <a:pt x="438" y="5552"/>
                  </a:cubicBezTo>
                  <a:cubicBezTo>
                    <a:pt x="414" y="5552"/>
                    <a:pt x="390" y="5552"/>
                    <a:pt x="365" y="5552"/>
                  </a:cubicBezTo>
                  <a:cubicBezTo>
                    <a:pt x="365" y="5504"/>
                    <a:pt x="365" y="5456"/>
                    <a:pt x="365" y="5406"/>
                  </a:cubicBezTo>
                  <a:cubicBezTo>
                    <a:pt x="341" y="5406"/>
                    <a:pt x="317" y="5406"/>
                    <a:pt x="292" y="5406"/>
                  </a:cubicBezTo>
                  <a:cubicBezTo>
                    <a:pt x="292" y="5358"/>
                    <a:pt x="292" y="5309"/>
                    <a:pt x="292" y="5260"/>
                  </a:cubicBezTo>
                  <a:cubicBezTo>
                    <a:pt x="268" y="5260"/>
                    <a:pt x="244" y="5260"/>
                    <a:pt x="219" y="5260"/>
                  </a:cubicBezTo>
                  <a:cubicBezTo>
                    <a:pt x="219" y="5163"/>
                    <a:pt x="219" y="5067"/>
                    <a:pt x="219" y="4968"/>
                  </a:cubicBezTo>
                  <a:cubicBezTo>
                    <a:pt x="195" y="4968"/>
                    <a:pt x="171" y="4968"/>
                    <a:pt x="146" y="4968"/>
                  </a:cubicBezTo>
                  <a:cubicBezTo>
                    <a:pt x="146" y="4895"/>
                    <a:pt x="146" y="4823"/>
                    <a:pt x="146" y="4748"/>
                  </a:cubicBezTo>
                  <a:cubicBezTo>
                    <a:pt x="122" y="4748"/>
                    <a:pt x="98" y="4748"/>
                    <a:pt x="73" y="4748"/>
                  </a:cubicBezTo>
                  <a:cubicBezTo>
                    <a:pt x="73" y="4676"/>
                    <a:pt x="73" y="4604"/>
                    <a:pt x="73" y="4529"/>
                  </a:cubicBezTo>
                  <a:cubicBezTo>
                    <a:pt x="49" y="4529"/>
                    <a:pt x="25" y="4529"/>
                    <a:pt x="0" y="4529"/>
                  </a:cubicBezTo>
                  <a:cubicBezTo>
                    <a:pt x="0" y="4095"/>
                    <a:pt x="0" y="3661"/>
                    <a:pt x="0" y="3214"/>
                  </a:cubicBezTo>
                  <a:cubicBezTo>
                    <a:pt x="24" y="3214"/>
                    <a:pt x="48" y="3214"/>
                    <a:pt x="73" y="3214"/>
                  </a:cubicBezTo>
                  <a:cubicBezTo>
                    <a:pt x="73" y="3118"/>
                    <a:pt x="73" y="3021"/>
                    <a:pt x="73" y="2922"/>
                  </a:cubicBezTo>
                  <a:cubicBezTo>
                    <a:pt x="97" y="2922"/>
                    <a:pt x="121" y="2922"/>
                    <a:pt x="146" y="2922"/>
                  </a:cubicBezTo>
                  <a:cubicBezTo>
                    <a:pt x="146" y="2850"/>
                    <a:pt x="146" y="2777"/>
                    <a:pt x="146" y="2703"/>
                  </a:cubicBezTo>
                  <a:cubicBezTo>
                    <a:pt x="170" y="2703"/>
                    <a:pt x="194" y="2703"/>
                    <a:pt x="219" y="2703"/>
                  </a:cubicBezTo>
                  <a:cubicBezTo>
                    <a:pt x="219" y="2631"/>
                    <a:pt x="219" y="2558"/>
                    <a:pt x="219" y="2484"/>
                  </a:cubicBezTo>
                  <a:cubicBezTo>
                    <a:pt x="243" y="2484"/>
                    <a:pt x="267" y="2484"/>
                    <a:pt x="292" y="2484"/>
                  </a:cubicBezTo>
                  <a:cubicBezTo>
                    <a:pt x="292" y="2411"/>
                    <a:pt x="292" y="2339"/>
                    <a:pt x="292" y="2265"/>
                  </a:cubicBezTo>
                  <a:cubicBezTo>
                    <a:pt x="316" y="2265"/>
                    <a:pt x="340" y="2265"/>
                    <a:pt x="365" y="2265"/>
                  </a:cubicBezTo>
                  <a:cubicBezTo>
                    <a:pt x="365" y="2241"/>
                    <a:pt x="365" y="2216"/>
                    <a:pt x="365" y="2192"/>
                  </a:cubicBezTo>
                  <a:cubicBezTo>
                    <a:pt x="389" y="2192"/>
                    <a:pt x="413" y="2192"/>
                    <a:pt x="438" y="2192"/>
                  </a:cubicBezTo>
                  <a:cubicBezTo>
                    <a:pt x="438" y="2119"/>
                    <a:pt x="438" y="2047"/>
                    <a:pt x="438" y="1972"/>
                  </a:cubicBezTo>
                  <a:cubicBezTo>
                    <a:pt x="462" y="1972"/>
                    <a:pt x="487" y="1972"/>
                    <a:pt x="511" y="1972"/>
                  </a:cubicBezTo>
                  <a:cubicBezTo>
                    <a:pt x="511" y="1948"/>
                    <a:pt x="511" y="1924"/>
                    <a:pt x="511" y="1899"/>
                  </a:cubicBezTo>
                  <a:cubicBezTo>
                    <a:pt x="535" y="1899"/>
                    <a:pt x="560" y="1899"/>
                    <a:pt x="584" y="1899"/>
                  </a:cubicBezTo>
                  <a:cubicBezTo>
                    <a:pt x="584" y="1851"/>
                    <a:pt x="584" y="1803"/>
                    <a:pt x="584" y="1753"/>
                  </a:cubicBezTo>
                  <a:cubicBezTo>
                    <a:pt x="609" y="1753"/>
                    <a:pt x="633" y="1753"/>
                    <a:pt x="657" y="1753"/>
                  </a:cubicBezTo>
                  <a:cubicBezTo>
                    <a:pt x="657" y="1705"/>
                    <a:pt x="657" y="1657"/>
                    <a:pt x="657" y="1607"/>
                  </a:cubicBezTo>
                  <a:cubicBezTo>
                    <a:pt x="682" y="1607"/>
                    <a:pt x="706" y="1607"/>
                    <a:pt x="731" y="1607"/>
                  </a:cubicBezTo>
                  <a:cubicBezTo>
                    <a:pt x="731" y="1583"/>
                    <a:pt x="731" y="1559"/>
                    <a:pt x="731" y="1534"/>
                  </a:cubicBezTo>
                  <a:cubicBezTo>
                    <a:pt x="755" y="1534"/>
                    <a:pt x="779" y="1534"/>
                    <a:pt x="804" y="1534"/>
                  </a:cubicBezTo>
                  <a:cubicBezTo>
                    <a:pt x="804" y="1510"/>
                    <a:pt x="804" y="1486"/>
                    <a:pt x="804" y="1461"/>
                  </a:cubicBezTo>
                  <a:cubicBezTo>
                    <a:pt x="828" y="1461"/>
                    <a:pt x="852" y="1461"/>
                    <a:pt x="877" y="1461"/>
                  </a:cubicBezTo>
                  <a:cubicBezTo>
                    <a:pt x="877" y="1437"/>
                    <a:pt x="877" y="1413"/>
                    <a:pt x="877" y="1388"/>
                  </a:cubicBezTo>
                  <a:cubicBezTo>
                    <a:pt x="901" y="1388"/>
                    <a:pt x="925" y="1388"/>
                    <a:pt x="950" y="1388"/>
                  </a:cubicBezTo>
                  <a:cubicBezTo>
                    <a:pt x="950" y="1364"/>
                    <a:pt x="950" y="1340"/>
                    <a:pt x="950" y="1315"/>
                  </a:cubicBezTo>
                  <a:cubicBezTo>
                    <a:pt x="974" y="1315"/>
                    <a:pt x="998" y="1315"/>
                    <a:pt x="1023" y="1315"/>
                  </a:cubicBezTo>
                  <a:cubicBezTo>
                    <a:pt x="1023" y="1267"/>
                    <a:pt x="1023" y="1219"/>
                    <a:pt x="1023" y="1169"/>
                  </a:cubicBezTo>
                  <a:cubicBezTo>
                    <a:pt x="1047" y="1169"/>
                    <a:pt x="1071" y="1169"/>
                    <a:pt x="1096" y="1169"/>
                  </a:cubicBezTo>
                  <a:cubicBezTo>
                    <a:pt x="1096" y="1145"/>
                    <a:pt x="1096" y="1121"/>
                    <a:pt x="1096" y="1096"/>
                  </a:cubicBezTo>
                  <a:cubicBezTo>
                    <a:pt x="1120" y="1096"/>
                    <a:pt x="1144" y="1096"/>
                    <a:pt x="1169" y="1096"/>
                  </a:cubicBezTo>
                  <a:cubicBezTo>
                    <a:pt x="1169" y="1072"/>
                    <a:pt x="1169" y="1048"/>
                    <a:pt x="1169" y="1023"/>
                  </a:cubicBezTo>
                  <a:cubicBezTo>
                    <a:pt x="1217" y="1023"/>
                    <a:pt x="1265" y="1023"/>
                    <a:pt x="1315" y="1023"/>
                  </a:cubicBezTo>
                  <a:cubicBezTo>
                    <a:pt x="1315" y="999"/>
                    <a:pt x="1315" y="975"/>
                    <a:pt x="1315" y="950"/>
                  </a:cubicBezTo>
                  <a:cubicBezTo>
                    <a:pt x="1339" y="950"/>
                    <a:pt x="1363" y="950"/>
                    <a:pt x="1388" y="950"/>
                  </a:cubicBezTo>
                  <a:cubicBezTo>
                    <a:pt x="1388" y="926"/>
                    <a:pt x="1388" y="901"/>
                    <a:pt x="1388" y="877"/>
                  </a:cubicBezTo>
                  <a:cubicBezTo>
                    <a:pt x="1412" y="877"/>
                    <a:pt x="1436" y="877"/>
                    <a:pt x="1461" y="877"/>
                  </a:cubicBezTo>
                  <a:cubicBezTo>
                    <a:pt x="1461" y="853"/>
                    <a:pt x="1461" y="828"/>
                    <a:pt x="1461" y="804"/>
                  </a:cubicBezTo>
                  <a:cubicBezTo>
                    <a:pt x="1485" y="804"/>
                    <a:pt x="1509" y="804"/>
                    <a:pt x="1534" y="804"/>
                  </a:cubicBezTo>
                  <a:cubicBezTo>
                    <a:pt x="1534" y="779"/>
                    <a:pt x="1534" y="755"/>
                    <a:pt x="1534" y="731"/>
                  </a:cubicBezTo>
                  <a:cubicBezTo>
                    <a:pt x="1582" y="731"/>
                    <a:pt x="1631" y="731"/>
                    <a:pt x="1680" y="731"/>
                  </a:cubicBezTo>
                  <a:cubicBezTo>
                    <a:pt x="1680" y="706"/>
                    <a:pt x="1680" y="682"/>
                    <a:pt x="1680" y="657"/>
                  </a:cubicBezTo>
                  <a:cubicBezTo>
                    <a:pt x="1704" y="657"/>
                    <a:pt x="1728" y="657"/>
                    <a:pt x="1753" y="657"/>
                  </a:cubicBezTo>
                  <a:cubicBezTo>
                    <a:pt x="1753" y="633"/>
                    <a:pt x="1753" y="609"/>
                    <a:pt x="1753" y="584"/>
                  </a:cubicBezTo>
                  <a:cubicBezTo>
                    <a:pt x="1777" y="584"/>
                    <a:pt x="1801" y="584"/>
                    <a:pt x="1826" y="584"/>
                  </a:cubicBezTo>
                  <a:cubicBezTo>
                    <a:pt x="1826" y="560"/>
                    <a:pt x="1826" y="536"/>
                    <a:pt x="1826" y="511"/>
                  </a:cubicBezTo>
                  <a:cubicBezTo>
                    <a:pt x="1899" y="511"/>
                    <a:pt x="1971" y="511"/>
                    <a:pt x="2045" y="511"/>
                  </a:cubicBezTo>
                  <a:cubicBezTo>
                    <a:pt x="2045" y="487"/>
                    <a:pt x="2045" y="463"/>
                    <a:pt x="2045" y="438"/>
                  </a:cubicBezTo>
                  <a:cubicBezTo>
                    <a:pt x="2094" y="438"/>
                    <a:pt x="2142" y="438"/>
                    <a:pt x="2192" y="438"/>
                  </a:cubicBezTo>
                  <a:cubicBezTo>
                    <a:pt x="2192" y="414"/>
                    <a:pt x="2192" y="390"/>
                    <a:pt x="2192" y="365"/>
                  </a:cubicBezTo>
                  <a:cubicBezTo>
                    <a:pt x="2216" y="365"/>
                    <a:pt x="2240" y="365"/>
                    <a:pt x="2265" y="365"/>
                  </a:cubicBezTo>
                  <a:cubicBezTo>
                    <a:pt x="2265" y="341"/>
                    <a:pt x="2265" y="317"/>
                    <a:pt x="2265" y="292"/>
                  </a:cubicBezTo>
                  <a:cubicBezTo>
                    <a:pt x="2337" y="292"/>
                    <a:pt x="2409" y="292"/>
                    <a:pt x="2484" y="292"/>
                  </a:cubicBezTo>
                  <a:cubicBezTo>
                    <a:pt x="2484" y="268"/>
                    <a:pt x="2484" y="244"/>
                    <a:pt x="2484" y="219"/>
                  </a:cubicBezTo>
                  <a:cubicBezTo>
                    <a:pt x="2532" y="219"/>
                    <a:pt x="2580" y="219"/>
                    <a:pt x="2630" y="219"/>
                  </a:cubicBezTo>
                  <a:cubicBezTo>
                    <a:pt x="2630" y="195"/>
                    <a:pt x="2630" y="171"/>
                    <a:pt x="2630" y="146"/>
                  </a:cubicBezTo>
                  <a:cubicBezTo>
                    <a:pt x="2750" y="146"/>
                    <a:pt x="2871" y="146"/>
                    <a:pt x="2995" y="146"/>
                  </a:cubicBezTo>
                  <a:cubicBezTo>
                    <a:pt x="2995" y="122"/>
                    <a:pt x="2995" y="98"/>
                    <a:pt x="2995" y="73"/>
                  </a:cubicBezTo>
                  <a:cubicBezTo>
                    <a:pt x="3067" y="73"/>
                    <a:pt x="3140" y="73"/>
                    <a:pt x="3214" y="73"/>
                  </a:cubicBezTo>
                  <a:cubicBezTo>
                    <a:pt x="3214" y="49"/>
                    <a:pt x="3214" y="25"/>
                    <a:pt x="3214" y="0"/>
                  </a:cubicBezTo>
                  <a:close/>
                  <a:moveTo>
                    <a:pt x="5771" y="2265"/>
                  </a:moveTo>
                  <a:cubicBezTo>
                    <a:pt x="5771" y="2289"/>
                    <a:pt x="5771" y="2313"/>
                    <a:pt x="5771" y="2338"/>
                  </a:cubicBezTo>
                  <a:cubicBezTo>
                    <a:pt x="5723" y="2338"/>
                    <a:pt x="5675" y="2338"/>
                    <a:pt x="5625" y="2338"/>
                  </a:cubicBezTo>
                  <a:cubicBezTo>
                    <a:pt x="5625" y="2362"/>
                    <a:pt x="5625" y="2386"/>
                    <a:pt x="5625" y="2411"/>
                  </a:cubicBezTo>
                  <a:cubicBezTo>
                    <a:pt x="5601" y="2411"/>
                    <a:pt x="5577" y="2411"/>
                    <a:pt x="5552" y="2411"/>
                  </a:cubicBezTo>
                  <a:cubicBezTo>
                    <a:pt x="5552" y="2435"/>
                    <a:pt x="5552" y="2459"/>
                    <a:pt x="5552" y="2484"/>
                  </a:cubicBezTo>
                  <a:cubicBezTo>
                    <a:pt x="5528" y="2484"/>
                    <a:pt x="5504" y="2484"/>
                    <a:pt x="5479" y="2484"/>
                  </a:cubicBezTo>
                  <a:cubicBezTo>
                    <a:pt x="5479" y="2508"/>
                    <a:pt x="5479" y="2532"/>
                    <a:pt x="5479" y="2557"/>
                  </a:cubicBezTo>
                  <a:cubicBezTo>
                    <a:pt x="5455" y="2557"/>
                    <a:pt x="5431" y="2557"/>
                    <a:pt x="5406" y="2557"/>
                  </a:cubicBezTo>
                  <a:cubicBezTo>
                    <a:pt x="5406" y="2581"/>
                    <a:pt x="5406" y="2605"/>
                    <a:pt x="5406" y="2630"/>
                  </a:cubicBezTo>
                  <a:cubicBezTo>
                    <a:pt x="5382" y="2630"/>
                    <a:pt x="5358" y="2630"/>
                    <a:pt x="5333" y="2630"/>
                  </a:cubicBezTo>
                  <a:cubicBezTo>
                    <a:pt x="5333" y="2654"/>
                    <a:pt x="5333" y="2678"/>
                    <a:pt x="5333" y="2703"/>
                  </a:cubicBezTo>
                  <a:cubicBezTo>
                    <a:pt x="5309" y="2703"/>
                    <a:pt x="5285" y="2703"/>
                    <a:pt x="5260" y="2703"/>
                  </a:cubicBezTo>
                  <a:cubicBezTo>
                    <a:pt x="5260" y="2727"/>
                    <a:pt x="5260" y="2751"/>
                    <a:pt x="5260" y="2776"/>
                  </a:cubicBezTo>
                  <a:cubicBezTo>
                    <a:pt x="5236" y="2776"/>
                    <a:pt x="5212" y="2776"/>
                    <a:pt x="5187" y="2776"/>
                  </a:cubicBezTo>
                  <a:cubicBezTo>
                    <a:pt x="5187" y="2800"/>
                    <a:pt x="5187" y="2824"/>
                    <a:pt x="5187" y="2849"/>
                  </a:cubicBezTo>
                  <a:cubicBezTo>
                    <a:pt x="5163" y="2849"/>
                    <a:pt x="5138" y="2849"/>
                    <a:pt x="5114" y="2849"/>
                  </a:cubicBezTo>
                  <a:cubicBezTo>
                    <a:pt x="5114" y="2873"/>
                    <a:pt x="5114" y="2897"/>
                    <a:pt x="5114" y="2922"/>
                  </a:cubicBezTo>
                  <a:cubicBezTo>
                    <a:pt x="5090" y="2922"/>
                    <a:pt x="5065" y="2922"/>
                    <a:pt x="5041" y="2922"/>
                  </a:cubicBezTo>
                  <a:cubicBezTo>
                    <a:pt x="5041" y="2946"/>
                    <a:pt x="5041" y="2970"/>
                    <a:pt x="5041" y="2995"/>
                  </a:cubicBezTo>
                  <a:cubicBezTo>
                    <a:pt x="5016" y="2995"/>
                    <a:pt x="4992" y="2995"/>
                    <a:pt x="4968" y="2995"/>
                  </a:cubicBezTo>
                  <a:cubicBezTo>
                    <a:pt x="4968" y="3019"/>
                    <a:pt x="4968" y="3043"/>
                    <a:pt x="4968" y="3068"/>
                  </a:cubicBezTo>
                  <a:cubicBezTo>
                    <a:pt x="4943" y="3068"/>
                    <a:pt x="4919" y="3068"/>
                    <a:pt x="4894" y="3068"/>
                  </a:cubicBezTo>
                  <a:cubicBezTo>
                    <a:pt x="4894" y="3092"/>
                    <a:pt x="4894" y="3116"/>
                    <a:pt x="4894" y="3141"/>
                  </a:cubicBezTo>
                  <a:cubicBezTo>
                    <a:pt x="4870" y="3141"/>
                    <a:pt x="4846" y="3141"/>
                    <a:pt x="4821" y="3141"/>
                  </a:cubicBezTo>
                  <a:cubicBezTo>
                    <a:pt x="4821" y="3165"/>
                    <a:pt x="4821" y="3189"/>
                    <a:pt x="4821" y="3214"/>
                  </a:cubicBezTo>
                  <a:cubicBezTo>
                    <a:pt x="4797" y="3214"/>
                    <a:pt x="4773" y="3214"/>
                    <a:pt x="4748" y="3214"/>
                  </a:cubicBezTo>
                  <a:cubicBezTo>
                    <a:pt x="4748" y="3238"/>
                    <a:pt x="4748" y="3262"/>
                    <a:pt x="4748" y="3287"/>
                  </a:cubicBezTo>
                  <a:cubicBezTo>
                    <a:pt x="4738" y="3286"/>
                    <a:pt x="4727" y="3285"/>
                    <a:pt x="4717" y="3283"/>
                  </a:cubicBezTo>
                  <a:cubicBezTo>
                    <a:pt x="4661" y="3289"/>
                    <a:pt x="4635" y="3317"/>
                    <a:pt x="4598" y="3356"/>
                  </a:cubicBezTo>
                  <a:cubicBezTo>
                    <a:pt x="4591" y="3362"/>
                    <a:pt x="4584" y="3369"/>
                    <a:pt x="4578" y="3375"/>
                  </a:cubicBezTo>
                  <a:cubicBezTo>
                    <a:pt x="4545" y="3408"/>
                    <a:pt x="4530" y="3428"/>
                    <a:pt x="4525" y="3475"/>
                  </a:cubicBezTo>
                  <a:cubicBezTo>
                    <a:pt x="4526" y="3485"/>
                    <a:pt x="4528" y="3496"/>
                    <a:pt x="4529" y="3506"/>
                  </a:cubicBezTo>
                  <a:cubicBezTo>
                    <a:pt x="4505" y="3506"/>
                    <a:pt x="4481" y="3506"/>
                    <a:pt x="4456" y="3506"/>
                  </a:cubicBezTo>
                  <a:cubicBezTo>
                    <a:pt x="4456" y="3531"/>
                    <a:pt x="4456" y="3555"/>
                    <a:pt x="4456" y="3580"/>
                  </a:cubicBezTo>
                  <a:cubicBezTo>
                    <a:pt x="4432" y="3580"/>
                    <a:pt x="4408" y="3580"/>
                    <a:pt x="4383" y="3580"/>
                  </a:cubicBezTo>
                  <a:cubicBezTo>
                    <a:pt x="4383" y="3628"/>
                    <a:pt x="4383" y="3676"/>
                    <a:pt x="4383" y="3726"/>
                  </a:cubicBezTo>
                  <a:cubicBezTo>
                    <a:pt x="4359" y="3726"/>
                    <a:pt x="4335" y="3726"/>
                    <a:pt x="4310" y="3726"/>
                  </a:cubicBezTo>
                  <a:cubicBezTo>
                    <a:pt x="4310" y="3750"/>
                    <a:pt x="4310" y="3774"/>
                    <a:pt x="4310" y="3799"/>
                  </a:cubicBezTo>
                  <a:cubicBezTo>
                    <a:pt x="4286" y="3799"/>
                    <a:pt x="4262" y="3799"/>
                    <a:pt x="4237" y="3799"/>
                  </a:cubicBezTo>
                  <a:cubicBezTo>
                    <a:pt x="4237" y="3823"/>
                    <a:pt x="4237" y="3847"/>
                    <a:pt x="4237" y="3872"/>
                  </a:cubicBezTo>
                  <a:cubicBezTo>
                    <a:pt x="4213" y="3872"/>
                    <a:pt x="4189" y="3872"/>
                    <a:pt x="4164" y="3872"/>
                  </a:cubicBezTo>
                  <a:cubicBezTo>
                    <a:pt x="4164" y="3896"/>
                    <a:pt x="4164" y="3920"/>
                    <a:pt x="4164" y="3945"/>
                  </a:cubicBezTo>
                  <a:cubicBezTo>
                    <a:pt x="4140" y="3945"/>
                    <a:pt x="4116" y="3945"/>
                    <a:pt x="4091" y="3945"/>
                  </a:cubicBezTo>
                  <a:cubicBezTo>
                    <a:pt x="4091" y="3969"/>
                    <a:pt x="4091" y="3993"/>
                    <a:pt x="4091" y="4018"/>
                  </a:cubicBezTo>
                  <a:cubicBezTo>
                    <a:pt x="4067" y="4018"/>
                    <a:pt x="4043" y="4018"/>
                    <a:pt x="4018" y="4018"/>
                  </a:cubicBezTo>
                  <a:cubicBezTo>
                    <a:pt x="4018" y="4042"/>
                    <a:pt x="4018" y="4066"/>
                    <a:pt x="4018" y="4091"/>
                  </a:cubicBezTo>
                  <a:cubicBezTo>
                    <a:pt x="3994" y="4091"/>
                    <a:pt x="3970" y="4091"/>
                    <a:pt x="3945" y="4091"/>
                  </a:cubicBezTo>
                  <a:cubicBezTo>
                    <a:pt x="3945" y="4115"/>
                    <a:pt x="3945" y="4139"/>
                    <a:pt x="3945" y="4164"/>
                  </a:cubicBezTo>
                  <a:cubicBezTo>
                    <a:pt x="3921" y="4164"/>
                    <a:pt x="3897" y="4164"/>
                    <a:pt x="3872" y="4164"/>
                  </a:cubicBezTo>
                  <a:cubicBezTo>
                    <a:pt x="3872" y="4188"/>
                    <a:pt x="3872" y="4212"/>
                    <a:pt x="3872" y="4237"/>
                  </a:cubicBezTo>
                  <a:cubicBezTo>
                    <a:pt x="3848" y="4237"/>
                    <a:pt x="3824" y="4237"/>
                    <a:pt x="3799" y="4237"/>
                  </a:cubicBezTo>
                  <a:cubicBezTo>
                    <a:pt x="3799" y="4261"/>
                    <a:pt x="3799" y="4285"/>
                    <a:pt x="3799" y="4310"/>
                  </a:cubicBezTo>
                  <a:cubicBezTo>
                    <a:pt x="3775" y="4310"/>
                    <a:pt x="3750" y="4310"/>
                    <a:pt x="3726" y="4310"/>
                  </a:cubicBezTo>
                  <a:cubicBezTo>
                    <a:pt x="3726" y="4334"/>
                    <a:pt x="3726" y="4358"/>
                    <a:pt x="3726" y="4383"/>
                  </a:cubicBezTo>
                  <a:cubicBezTo>
                    <a:pt x="3702" y="4383"/>
                    <a:pt x="3677" y="4383"/>
                    <a:pt x="3653" y="4383"/>
                  </a:cubicBezTo>
                  <a:cubicBezTo>
                    <a:pt x="3653" y="4407"/>
                    <a:pt x="3653" y="4431"/>
                    <a:pt x="3653" y="4456"/>
                  </a:cubicBezTo>
                  <a:cubicBezTo>
                    <a:pt x="3628" y="4456"/>
                    <a:pt x="3604" y="4456"/>
                    <a:pt x="3580" y="4456"/>
                  </a:cubicBezTo>
                  <a:cubicBezTo>
                    <a:pt x="3580" y="4480"/>
                    <a:pt x="3580" y="4504"/>
                    <a:pt x="3580" y="4529"/>
                  </a:cubicBezTo>
                  <a:cubicBezTo>
                    <a:pt x="3555" y="4529"/>
                    <a:pt x="3531" y="4529"/>
                    <a:pt x="3506" y="4529"/>
                  </a:cubicBezTo>
                  <a:cubicBezTo>
                    <a:pt x="3506" y="4553"/>
                    <a:pt x="3506" y="4577"/>
                    <a:pt x="3506" y="4602"/>
                  </a:cubicBezTo>
                  <a:cubicBezTo>
                    <a:pt x="3434" y="4602"/>
                    <a:pt x="3362" y="4602"/>
                    <a:pt x="3287" y="4602"/>
                  </a:cubicBezTo>
                  <a:cubicBezTo>
                    <a:pt x="3287" y="4578"/>
                    <a:pt x="3287" y="4554"/>
                    <a:pt x="3287" y="4529"/>
                  </a:cubicBezTo>
                  <a:cubicBezTo>
                    <a:pt x="3263" y="4529"/>
                    <a:pt x="3239" y="4529"/>
                    <a:pt x="3214" y="4529"/>
                  </a:cubicBezTo>
                  <a:cubicBezTo>
                    <a:pt x="3214" y="4505"/>
                    <a:pt x="3214" y="4481"/>
                    <a:pt x="3214" y="4456"/>
                  </a:cubicBezTo>
                  <a:cubicBezTo>
                    <a:pt x="3166" y="4456"/>
                    <a:pt x="3118" y="4456"/>
                    <a:pt x="3068" y="4456"/>
                  </a:cubicBezTo>
                  <a:cubicBezTo>
                    <a:pt x="3068" y="4432"/>
                    <a:pt x="3068" y="4408"/>
                    <a:pt x="3068" y="4383"/>
                  </a:cubicBezTo>
                  <a:cubicBezTo>
                    <a:pt x="3044" y="4383"/>
                    <a:pt x="3020" y="4383"/>
                    <a:pt x="2995" y="4383"/>
                  </a:cubicBezTo>
                  <a:cubicBezTo>
                    <a:pt x="2995" y="4359"/>
                    <a:pt x="2995" y="4335"/>
                    <a:pt x="2995" y="4310"/>
                  </a:cubicBezTo>
                  <a:cubicBezTo>
                    <a:pt x="2971" y="4310"/>
                    <a:pt x="2947" y="4310"/>
                    <a:pt x="2922" y="4310"/>
                  </a:cubicBezTo>
                  <a:cubicBezTo>
                    <a:pt x="2922" y="4286"/>
                    <a:pt x="2922" y="4262"/>
                    <a:pt x="2922" y="4237"/>
                  </a:cubicBezTo>
                  <a:cubicBezTo>
                    <a:pt x="2898" y="4237"/>
                    <a:pt x="2874" y="4237"/>
                    <a:pt x="2849" y="4237"/>
                  </a:cubicBezTo>
                  <a:cubicBezTo>
                    <a:pt x="2849" y="4213"/>
                    <a:pt x="2849" y="4189"/>
                    <a:pt x="2849" y="4164"/>
                  </a:cubicBezTo>
                  <a:cubicBezTo>
                    <a:pt x="2825" y="4164"/>
                    <a:pt x="2801" y="4164"/>
                    <a:pt x="2776" y="4164"/>
                  </a:cubicBezTo>
                  <a:cubicBezTo>
                    <a:pt x="2776" y="4140"/>
                    <a:pt x="2776" y="4116"/>
                    <a:pt x="2776" y="4091"/>
                  </a:cubicBezTo>
                  <a:cubicBezTo>
                    <a:pt x="2752" y="4091"/>
                    <a:pt x="2728" y="4091"/>
                    <a:pt x="2703" y="4091"/>
                  </a:cubicBezTo>
                  <a:cubicBezTo>
                    <a:pt x="2703" y="4067"/>
                    <a:pt x="2703" y="4043"/>
                    <a:pt x="2703" y="4018"/>
                  </a:cubicBezTo>
                  <a:cubicBezTo>
                    <a:pt x="2679" y="4018"/>
                    <a:pt x="2655" y="4018"/>
                    <a:pt x="2630" y="4018"/>
                  </a:cubicBezTo>
                  <a:cubicBezTo>
                    <a:pt x="2630" y="3994"/>
                    <a:pt x="2630" y="3970"/>
                    <a:pt x="2630" y="3945"/>
                  </a:cubicBezTo>
                  <a:cubicBezTo>
                    <a:pt x="2606" y="3945"/>
                    <a:pt x="2582" y="3945"/>
                    <a:pt x="2557" y="3945"/>
                  </a:cubicBezTo>
                  <a:cubicBezTo>
                    <a:pt x="2557" y="3921"/>
                    <a:pt x="2557" y="3897"/>
                    <a:pt x="2557" y="3872"/>
                  </a:cubicBezTo>
                  <a:cubicBezTo>
                    <a:pt x="2533" y="3872"/>
                    <a:pt x="2509" y="3872"/>
                    <a:pt x="2484" y="3872"/>
                  </a:cubicBezTo>
                  <a:cubicBezTo>
                    <a:pt x="2484" y="3848"/>
                    <a:pt x="2484" y="3824"/>
                    <a:pt x="2484" y="3799"/>
                  </a:cubicBezTo>
                  <a:cubicBezTo>
                    <a:pt x="2460" y="3799"/>
                    <a:pt x="2436" y="3799"/>
                    <a:pt x="2411" y="3799"/>
                  </a:cubicBezTo>
                  <a:cubicBezTo>
                    <a:pt x="2411" y="3775"/>
                    <a:pt x="2411" y="3750"/>
                    <a:pt x="2411" y="3726"/>
                  </a:cubicBezTo>
                  <a:cubicBezTo>
                    <a:pt x="2387" y="3726"/>
                    <a:pt x="2363" y="3726"/>
                    <a:pt x="2338" y="3726"/>
                  </a:cubicBezTo>
                  <a:cubicBezTo>
                    <a:pt x="2338" y="3702"/>
                    <a:pt x="2338" y="3677"/>
                    <a:pt x="2338" y="3653"/>
                  </a:cubicBezTo>
                  <a:cubicBezTo>
                    <a:pt x="2314" y="3653"/>
                    <a:pt x="2289" y="3653"/>
                    <a:pt x="2265" y="3653"/>
                  </a:cubicBezTo>
                  <a:cubicBezTo>
                    <a:pt x="2265" y="3628"/>
                    <a:pt x="2265" y="3604"/>
                    <a:pt x="2265" y="3580"/>
                  </a:cubicBezTo>
                  <a:cubicBezTo>
                    <a:pt x="2241" y="3580"/>
                    <a:pt x="2216" y="3580"/>
                    <a:pt x="2192" y="3580"/>
                  </a:cubicBezTo>
                  <a:cubicBezTo>
                    <a:pt x="2192" y="3555"/>
                    <a:pt x="2192" y="3531"/>
                    <a:pt x="2192" y="3506"/>
                  </a:cubicBezTo>
                  <a:cubicBezTo>
                    <a:pt x="2071" y="3506"/>
                    <a:pt x="1950" y="3506"/>
                    <a:pt x="1826" y="3506"/>
                  </a:cubicBezTo>
                  <a:cubicBezTo>
                    <a:pt x="1826" y="3531"/>
                    <a:pt x="1826" y="3555"/>
                    <a:pt x="1826" y="3580"/>
                  </a:cubicBezTo>
                  <a:cubicBezTo>
                    <a:pt x="1802" y="3580"/>
                    <a:pt x="1778" y="3580"/>
                    <a:pt x="1753" y="3580"/>
                  </a:cubicBezTo>
                  <a:cubicBezTo>
                    <a:pt x="1753" y="3604"/>
                    <a:pt x="1753" y="3628"/>
                    <a:pt x="1753" y="3653"/>
                  </a:cubicBezTo>
                  <a:cubicBezTo>
                    <a:pt x="1729" y="3653"/>
                    <a:pt x="1705" y="3653"/>
                    <a:pt x="1680" y="3653"/>
                  </a:cubicBezTo>
                  <a:cubicBezTo>
                    <a:pt x="1680" y="3773"/>
                    <a:pt x="1680" y="3894"/>
                    <a:pt x="1680" y="4018"/>
                  </a:cubicBezTo>
                  <a:cubicBezTo>
                    <a:pt x="1704" y="4018"/>
                    <a:pt x="1728" y="4018"/>
                    <a:pt x="1753" y="4018"/>
                  </a:cubicBezTo>
                  <a:cubicBezTo>
                    <a:pt x="1753" y="4042"/>
                    <a:pt x="1753" y="4066"/>
                    <a:pt x="1753" y="4091"/>
                  </a:cubicBezTo>
                  <a:cubicBezTo>
                    <a:pt x="1777" y="4091"/>
                    <a:pt x="1801" y="4091"/>
                    <a:pt x="1826" y="4091"/>
                  </a:cubicBezTo>
                  <a:cubicBezTo>
                    <a:pt x="1826" y="4115"/>
                    <a:pt x="1826" y="4139"/>
                    <a:pt x="1826" y="4164"/>
                  </a:cubicBezTo>
                  <a:cubicBezTo>
                    <a:pt x="1850" y="4164"/>
                    <a:pt x="1875" y="4164"/>
                    <a:pt x="1899" y="4164"/>
                  </a:cubicBezTo>
                  <a:cubicBezTo>
                    <a:pt x="1899" y="4188"/>
                    <a:pt x="1899" y="4212"/>
                    <a:pt x="1899" y="4237"/>
                  </a:cubicBezTo>
                  <a:cubicBezTo>
                    <a:pt x="1923" y="4237"/>
                    <a:pt x="1948" y="4237"/>
                    <a:pt x="1972" y="4237"/>
                  </a:cubicBezTo>
                  <a:cubicBezTo>
                    <a:pt x="1972" y="4261"/>
                    <a:pt x="1972" y="4285"/>
                    <a:pt x="1972" y="4310"/>
                  </a:cubicBezTo>
                  <a:cubicBezTo>
                    <a:pt x="1997" y="4310"/>
                    <a:pt x="2021" y="4310"/>
                    <a:pt x="2045" y="4310"/>
                  </a:cubicBezTo>
                  <a:cubicBezTo>
                    <a:pt x="2045" y="4334"/>
                    <a:pt x="2045" y="4358"/>
                    <a:pt x="2045" y="4383"/>
                  </a:cubicBezTo>
                  <a:cubicBezTo>
                    <a:pt x="2070" y="4383"/>
                    <a:pt x="2094" y="4383"/>
                    <a:pt x="2119" y="4383"/>
                  </a:cubicBezTo>
                  <a:cubicBezTo>
                    <a:pt x="2119" y="4407"/>
                    <a:pt x="2119" y="4431"/>
                    <a:pt x="2119" y="4456"/>
                  </a:cubicBezTo>
                  <a:cubicBezTo>
                    <a:pt x="2143" y="4456"/>
                    <a:pt x="2167" y="4456"/>
                    <a:pt x="2192" y="4456"/>
                  </a:cubicBezTo>
                  <a:cubicBezTo>
                    <a:pt x="2192" y="4480"/>
                    <a:pt x="2192" y="4504"/>
                    <a:pt x="2192" y="4529"/>
                  </a:cubicBezTo>
                  <a:cubicBezTo>
                    <a:pt x="2216" y="4529"/>
                    <a:pt x="2240" y="4529"/>
                    <a:pt x="2265" y="4529"/>
                  </a:cubicBezTo>
                  <a:cubicBezTo>
                    <a:pt x="2265" y="4553"/>
                    <a:pt x="2265" y="4577"/>
                    <a:pt x="2265" y="4602"/>
                  </a:cubicBezTo>
                  <a:cubicBezTo>
                    <a:pt x="2289" y="4602"/>
                    <a:pt x="2313" y="4602"/>
                    <a:pt x="2338" y="4602"/>
                  </a:cubicBezTo>
                  <a:cubicBezTo>
                    <a:pt x="2338" y="4626"/>
                    <a:pt x="2338" y="4650"/>
                    <a:pt x="2338" y="4675"/>
                  </a:cubicBezTo>
                  <a:cubicBezTo>
                    <a:pt x="2362" y="4675"/>
                    <a:pt x="2386" y="4675"/>
                    <a:pt x="2411" y="4675"/>
                  </a:cubicBezTo>
                  <a:cubicBezTo>
                    <a:pt x="2411" y="4699"/>
                    <a:pt x="2411" y="4724"/>
                    <a:pt x="2411" y="4748"/>
                  </a:cubicBezTo>
                  <a:cubicBezTo>
                    <a:pt x="2435" y="4748"/>
                    <a:pt x="2459" y="4748"/>
                    <a:pt x="2484" y="4748"/>
                  </a:cubicBezTo>
                  <a:cubicBezTo>
                    <a:pt x="2484" y="4772"/>
                    <a:pt x="2484" y="4797"/>
                    <a:pt x="2484" y="4821"/>
                  </a:cubicBezTo>
                  <a:cubicBezTo>
                    <a:pt x="2508" y="4821"/>
                    <a:pt x="2532" y="4821"/>
                    <a:pt x="2557" y="4821"/>
                  </a:cubicBezTo>
                  <a:cubicBezTo>
                    <a:pt x="2557" y="4846"/>
                    <a:pt x="2557" y="4870"/>
                    <a:pt x="2557" y="4894"/>
                  </a:cubicBezTo>
                  <a:cubicBezTo>
                    <a:pt x="2581" y="4894"/>
                    <a:pt x="2605" y="4894"/>
                    <a:pt x="2630" y="4894"/>
                  </a:cubicBezTo>
                  <a:cubicBezTo>
                    <a:pt x="2630" y="4919"/>
                    <a:pt x="2630" y="4943"/>
                    <a:pt x="2630" y="4968"/>
                  </a:cubicBezTo>
                  <a:cubicBezTo>
                    <a:pt x="2654" y="4968"/>
                    <a:pt x="2678" y="4968"/>
                    <a:pt x="2703" y="4968"/>
                  </a:cubicBezTo>
                  <a:cubicBezTo>
                    <a:pt x="2703" y="4992"/>
                    <a:pt x="2703" y="5016"/>
                    <a:pt x="2703" y="5041"/>
                  </a:cubicBezTo>
                  <a:cubicBezTo>
                    <a:pt x="2727" y="5041"/>
                    <a:pt x="2751" y="5041"/>
                    <a:pt x="2776" y="5041"/>
                  </a:cubicBezTo>
                  <a:cubicBezTo>
                    <a:pt x="2776" y="5065"/>
                    <a:pt x="2776" y="5089"/>
                    <a:pt x="2776" y="5114"/>
                  </a:cubicBezTo>
                  <a:cubicBezTo>
                    <a:pt x="2800" y="5114"/>
                    <a:pt x="2824" y="5114"/>
                    <a:pt x="2849" y="5114"/>
                  </a:cubicBezTo>
                  <a:cubicBezTo>
                    <a:pt x="2849" y="5138"/>
                    <a:pt x="2849" y="5162"/>
                    <a:pt x="2849" y="5187"/>
                  </a:cubicBezTo>
                  <a:cubicBezTo>
                    <a:pt x="2873" y="5187"/>
                    <a:pt x="2897" y="5187"/>
                    <a:pt x="2922" y="5187"/>
                  </a:cubicBezTo>
                  <a:cubicBezTo>
                    <a:pt x="2922" y="5211"/>
                    <a:pt x="2922" y="5235"/>
                    <a:pt x="2922" y="5260"/>
                  </a:cubicBezTo>
                  <a:cubicBezTo>
                    <a:pt x="2946" y="5260"/>
                    <a:pt x="2970" y="5260"/>
                    <a:pt x="2995" y="5260"/>
                  </a:cubicBezTo>
                  <a:cubicBezTo>
                    <a:pt x="2995" y="5284"/>
                    <a:pt x="2995" y="5308"/>
                    <a:pt x="2995" y="5333"/>
                  </a:cubicBezTo>
                  <a:cubicBezTo>
                    <a:pt x="3019" y="5333"/>
                    <a:pt x="3043" y="5333"/>
                    <a:pt x="3068" y="5333"/>
                  </a:cubicBezTo>
                  <a:cubicBezTo>
                    <a:pt x="3068" y="5357"/>
                    <a:pt x="3068" y="5381"/>
                    <a:pt x="3068" y="5406"/>
                  </a:cubicBezTo>
                  <a:cubicBezTo>
                    <a:pt x="3092" y="5406"/>
                    <a:pt x="3116" y="5406"/>
                    <a:pt x="3141" y="5406"/>
                  </a:cubicBezTo>
                  <a:cubicBezTo>
                    <a:pt x="3141" y="5430"/>
                    <a:pt x="3141" y="5454"/>
                    <a:pt x="3141" y="5479"/>
                  </a:cubicBezTo>
                  <a:cubicBezTo>
                    <a:pt x="3165" y="5479"/>
                    <a:pt x="3189" y="5479"/>
                    <a:pt x="3214" y="5479"/>
                  </a:cubicBezTo>
                  <a:cubicBezTo>
                    <a:pt x="3214" y="5503"/>
                    <a:pt x="3214" y="5527"/>
                    <a:pt x="3214" y="5552"/>
                  </a:cubicBezTo>
                  <a:cubicBezTo>
                    <a:pt x="3311" y="5552"/>
                    <a:pt x="3407" y="5552"/>
                    <a:pt x="3506" y="5552"/>
                  </a:cubicBezTo>
                  <a:cubicBezTo>
                    <a:pt x="3506" y="5528"/>
                    <a:pt x="3506" y="5504"/>
                    <a:pt x="3506" y="5479"/>
                  </a:cubicBezTo>
                  <a:cubicBezTo>
                    <a:pt x="3555" y="5479"/>
                    <a:pt x="3603" y="5479"/>
                    <a:pt x="3653" y="5479"/>
                  </a:cubicBezTo>
                  <a:cubicBezTo>
                    <a:pt x="3653" y="5455"/>
                    <a:pt x="3653" y="5431"/>
                    <a:pt x="3653" y="5406"/>
                  </a:cubicBezTo>
                  <a:cubicBezTo>
                    <a:pt x="3677" y="5406"/>
                    <a:pt x="3701" y="5406"/>
                    <a:pt x="3726" y="5406"/>
                  </a:cubicBezTo>
                  <a:cubicBezTo>
                    <a:pt x="3726" y="5382"/>
                    <a:pt x="3726" y="5358"/>
                    <a:pt x="3726" y="5333"/>
                  </a:cubicBezTo>
                  <a:cubicBezTo>
                    <a:pt x="3750" y="5333"/>
                    <a:pt x="3774" y="5333"/>
                    <a:pt x="3799" y="5333"/>
                  </a:cubicBezTo>
                  <a:cubicBezTo>
                    <a:pt x="3799" y="5309"/>
                    <a:pt x="3799" y="5285"/>
                    <a:pt x="3799" y="5260"/>
                  </a:cubicBezTo>
                  <a:cubicBezTo>
                    <a:pt x="3823" y="5260"/>
                    <a:pt x="3847" y="5260"/>
                    <a:pt x="3872" y="5260"/>
                  </a:cubicBezTo>
                  <a:cubicBezTo>
                    <a:pt x="3872" y="5236"/>
                    <a:pt x="3872" y="5212"/>
                    <a:pt x="3872" y="5187"/>
                  </a:cubicBezTo>
                  <a:cubicBezTo>
                    <a:pt x="3882" y="5188"/>
                    <a:pt x="3893" y="5190"/>
                    <a:pt x="3903" y="5191"/>
                  </a:cubicBezTo>
                  <a:cubicBezTo>
                    <a:pt x="3959" y="5185"/>
                    <a:pt x="3985" y="5157"/>
                    <a:pt x="4022" y="5118"/>
                  </a:cubicBezTo>
                  <a:cubicBezTo>
                    <a:pt x="4029" y="5112"/>
                    <a:pt x="4036" y="5105"/>
                    <a:pt x="4043" y="5099"/>
                  </a:cubicBezTo>
                  <a:cubicBezTo>
                    <a:pt x="4075" y="5066"/>
                    <a:pt x="4090" y="5046"/>
                    <a:pt x="4095" y="4999"/>
                  </a:cubicBezTo>
                  <a:cubicBezTo>
                    <a:pt x="4094" y="4989"/>
                    <a:pt x="4092" y="4978"/>
                    <a:pt x="4091" y="4968"/>
                  </a:cubicBezTo>
                  <a:cubicBezTo>
                    <a:pt x="4115" y="4968"/>
                    <a:pt x="4139" y="4968"/>
                    <a:pt x="4164" y="4968"/>
                  </a:cubicBezTo>
                  <a:cubicBezTo>
                    <a:pt x="4164" y="4919"/>
                    <a:pt x="4164" y="4871"/>
                    <a:pt x="4164" y="4821"/>
                  </a:cubicBezTo>
                  <a:cubicBezTo>
                    <a:pt x="4188" y="4821"/>
                    <a:pt x="4212" y="4821"/>
                    <a:pt x="4237" y="4821"/>
                  </a:cubicBezTo>
                  <a:cubicBezTo>
                    <a:pt x="4237" y="4797"/>
                    <a:pt x="4237" y="4773"/>
                    <a:pt x="4237" y="4748"/>
                  </a:cubicBezTo>
                  <a:cubicBezTo>
                    <a:pt x="4261" y="4748"/>
                    <a:pt x="4285" y="4748"/>
                    <a:pt x="4310" y="4748"/>
                  </a:cubicBezTo>
                  <a:cubicBezTo>
                    <a:pt x="4310" y="4724"/>
                    <a:pt x="4310" y="4700"/>
                    <a:pt x="4310" y="4675"/>
                  </a:cubicBezTo>
                  <a:cubicBezTo>
                    <a:pt x="4334" y="4675"/>
                    <a:pt x="4358" y="4675"/>
                    <a:pt x="4383" y="4675"/>
                  </a:cubicBezTo>
                  <a:cubicBezTo>
                    <a:pt x="4383" y="4651"/>
                    <a:pt x="4383" y="4627"/>
                    <a:pt x="4383" y="4602"/>
                  </a:cubicBezTo>
                  <a:cubicBezTo>
                    <a:pt x="4407" y="4602"/>
                    <a:pt x="4431" y="4602"/>
                    <a:pt x="4456" y="4602"/>
                  </a:cubicBezTo>
                  <a:cubicBezTo>
                    <a:pt x="4456" y="4578"/>
                    <a:pt x="4456" y="4554"/>
                    <a:pt x="4456" y="4529"/>
                  </a:cubicBezTo>
                  <a:cubicBezTo>
                    <a:pt x="4480" y="4529"/>
                    <a:pt x="4504" y="4529"/>
                    <a:pt x="4529" y="4529"/>
                  </a:cubicBezTo>
                  <a:cubicBezTo>
                    <a:pt x="4529" y="4505"/>
                    <a:pt x="4529" y="4481"/>
                    <a:pt x="4529" y="4456"/>
                  </a:cubicBezTo>
                  <a:cubicBezTo>
                    <a:pt x="4553" y="4456"/>
                    <a:pt x="4577" y="4456"/>
                    <a:pt x="4602" y="4456"/>
                  </a:cubicBezTo>
                  <a:cubicBezTo>
                    <a:pt x="4602" y="4432"/>
                    <a:pt x="4602" y="4408"/>
                    <a:pt x="4602" y="4383"/>
                  </a:cubicBezTo>
                  <a:cubicBezTo>
                    <a:pt x="4626" y="4383"/>
                    <a:pt x="4650" y="4383"/>
                    <a:pt x="4675" y="4383"/>
                  </a:cubicBezTo>
                  <a:cubicBezTo>
                    <a:pt x="4675" y="4359"/>
                    <a:pt x="4675" y="4335"/>
                    <a:pt x="4675" y="4310"/>
                  </a:cubicBezTo>
                  <a:cubicBezTo>
                    <a:pt x="4699" y="4310"/>
                    <a:pt x="4724" y="4310"/>
                    <a:pt x="4748" y="4310"/>
                  </a:cubicBezTo>
                  <a:cubicBezTo>
                    <a:pt x="4748" y="4286"/>
                    <a:pt x="4748" y="4262"/>
                    <a:pt x="4748" y="4237"/>
                  </a:cubicBezTo>
                  <a:cubicBezTo>
                    <a:pt x="4772" y="4237"/>
                    <a:pt x="4797" y="4237"/>
                    <a:pt x="4821" y="4237"/>
                  </a:cubicBezTo>
                  <a:cubicBezTo>
                    <a:pt x="4821" y="4213"/>
                    <a:pt x="4821" y="4189"/>
                    <a:pt x="4821" y="4164"/>
                  </a:cubicBezTo>
                  <a:cubicBezTo>
                    <a:pt x="4832" y="4165"/>
                    <a:pt x="4843" y="4166"/>
                    <a:pt x="4855" y="4167"/>
                  </a:cubicBezTo>
                  <a:cubicBezTo>
                    <a:pt x="4894" y="4164"/>
                    <a:pt x="4894" y="4164"/>
                    <a:pt x="4922" y="4141"/>
                  </a:cubicBezTo>
                  <a:cubicBezTo>
                    <a:pt x="4930" y="4131"/>
                    <a:pt x="4938" y="4120"/>
                    <a:pt x="4947" y="4109"/>
                  </a:cubicBezTo>
                  <a:cubicBezTo>
                    <a:pt x="4952" y="4104"/>
                    <a:pt x="4952" y="4104"/>
                    <a:pt x="4975" y="4075"/>
                  </a:cubicBezTo>
                  <a:cubicBezTo>
                    <a:pt x="4985" y="4063"/>
                    <a:pt x="4994" y="4051"/>
                    <a:pt x="5004" y="4038"/>
                  </a:cubicBezTo>
                  <a:cubicBezTo>
                    <a:pt x="5023" y="4015"/>
                    <a:pt x="5042" y="3991"/>
                    <a:pt x="5061" y="3968"/>
                  </a:cubicBezTo>
                  <a:cubicBezTo>
                    <a:pt x="5069" y="3957"/>
                    <a:pt x="5078" y="3947"/>
                    <a:pt x="5086" y="3936"/>
                  </a:cubicBezTo>
                  <a:cubicBezTo>
                    <a:pt x="5114" y="3908"/>
                    <a:pt x="5114" y="3908"/>
                    <a:pt x="5153" y="3889"/>
                  </a:cubicBezTo>
                  <a:cubicBezTo>
                    <a:pt x="5164" y="3883"/>
                    <a:pt x="5175" y="3878"/>
                    <a:pt x="5187" y="3872"/>
                  </a:cubicBezTo>
                  <a:cubicBezTo>
                    <a:pt x="5191" y="3833"/>
                    <a:pt x="5191" y="3833"/>
                    <a:pt x="5187" y="3799"/>
                  </a:cubicBezTo>
                  <a:cubicBezTo>
                    <a:pt x="5211" y="3799"/>
                    <a:pt x="5235" y="3799"/>
                    <a:pt x="5260" y="3799"/>
                  </a:cubicBezTo>
                  <a:cubicBezTo>
                    <a:pt x="5260" y="3750"/>
                    <a:pt x="5260" y="3702"/>
                    <a:pt x="5260" y="3653"/>
                  </a:cubicBezTo>
                  <a:cubicBezTo>
                    <a:pt x="5284" y="3653"/>
                    <a:pt x="5308" y="3653"/>
                    <a:pt x="5333" y="3653"/>
                  </a:cubicBezTo>
                  <a:cubicBezTo>
                    <a:pt x="5333" y="3628"/>
                    <a:pt x="5333" y="3604"/>
                    <a:pt x="5333" y="3580"/>
                  </a:cubicBezTo>
                  <a:cubicBezTo>
                    <a:pt x="5357" y="3580"/>
                    <a:pt x="5381" y="3580"/>
                    <a:pt x="5406" y="3580"/>
                  </a:cubicBezTo>
                  <a:cubicBezTo>
                    <a:pt x="5406" y="3555"/>
                    <a:pt x="5406" y="3531"/>
                    <a:pt x="5406" y="3506"/>
                  </a:cubicBezTo>
                  <a:cubicBezTo>
                    <a:pt x="5430" y="3506"/>
                    <a:pt x="5454" y="3506"/>
                    <a:pt x="5479" y="3506"/>
                  </a:cubicBezTo>
                  <a:cubicBezTo>
                    <a:pt x="5479" y="3482"/>
                    <a:pt x="5479" y="3458"/>
                    <a:pt x="5479" y="3433"/>
                  </a:cubicBezTo>
                  <a:cubicBezTo>
                    <a:pt x="5503" y="3433"/>
                    <a:pt x="5527" y="3433"/>
                    <a:pt x="5552" y="3433"/>
                  </a:cubicBezTo>
                  <a:cubicBezTo>
                    <a:pt x="5552" y="3409"/>
                    <a:pt x="5552" y="3385"/>
                    <a:pt x="5552" y="3360"/>
                  </a:cubicBezTo>
                  <a:cubicBezTo>
                    <a:pt x="5576" y="3360"/>
                    <a:pt x="5600" y="3360"/>
                    <a:pt x="5625" y="3360"/>
                  </a:cubicBezTo>
                  <a:cubicBezTo>
                    <a:pt x="5625" y="3336"/>
                    <a:pt x="5625" y="3312"/>
                    <a:pt x="5625" y="3287"/>
                  </a:cubicBezTo>
                  <a:cubicBezTo>
                    <a:pt x="5649" y="3287"/>
                    <a:pt x="5673" y="3287"/>
                    <a:pt x="5698" y="3287"/>
                  </a:cubicBezTo>
                  <a:cubicBezTo>
                    <a:pt x="5698" y="3263"/>
                    <a:pt x="5698" y="3239"/>
                    <a:pt x="5698" y="3214"/>
                  </a:cubicBezTo>
                  <a:cubicBezTo>
                    <a:pt x="5722" y="3214"/>
                    <a:pt x="5746" y="3214"/>
                    <a:pt x="5771" y="3214"/>
                  </a:cubicBezTo>
                  <a:cubicBezTo>
                    <a:pt x="5771" y="3190"/>
                    <a:pt x="5771" y="3166"/>
                    <a:pt x="5771" y="3141"/>
                  </a:cubicBezTo>
                  <a:cubicBezTo>
                    <a:pt x="5795" y="3141"/>
                    <a:pt x="5819" y="3141"/>
                    <a:pt x="5844" y="3141"/>
                  </a:cubicBezTo>
                  <a:cubicBezTo>
                    <a:pt x="5844" y="3117"/>
                    <a:pt x="5844" y="3093"/>
                    <a:pt x="5844" y="3068"/>
                  </a:cubicBezTo>
                  <a:cubicBezTo>
                    <a:pt x="5868" y="3068"/>
                    <a:pt x="5892" y="3068"/>
                    <a:pt x="5917" y="3068"/>
                  </a:cubicBezTo>
                  <a:cubicBezTo>
                    <a:pt x="5917" y="3044"/>
                    <a:pt x="5917" y="3020"/>
                    <a:pt x="5917" y="2995"/>
                  </a:cubicBezTo>
                  <a:cubicBezTo>
                    <a:pt x="5941" y="2995"/>
                    <a:pt x="5965" y="2995"/>
                    <a:pt x="5990" y="2995"/>
                  </a:cubicBezTo>
                  <a:cubicBezTo>
                    <a:pt x="5990" y="2971"/>
                    <a:pt x="5990" y="2947"/>
                    <a:pt x="5990" y="2922"/>
                  </a:cubicBezTo>
                  <a:cubicBezTo>
                    <a:pt x="6014" y="2922"/>
                    <a:pt x="6038" y="2922"/>
                    <a:pt x="6063" y="2922"/>
                  </a:cubicBezTo>
                  <a:cubicBezTo>
                    <a:pt x="6063" y="2898"/>
                    <a:pt x="6063" y="2874"/>
                    <a:pt x="6063" y="2849"/>
                  </a:cubicBezTo>
                  <a:cubicBezTo>
                    <a:pt x="6087" y="2849"/>
                    <a:pt x="6112" y="2849"/>
                    <a:pt x="6136" y="2849"/>
                  </a:cubicBezTo>
                  <a:cubicBezTo>
                    <a:pt x="6136" y="2801"/>
                    <a:pt x="6136" y="2753"/>
                    <a:pt x="6136" y="2703"/>
                  </a:cubicBezTo>
                  <a:cubicBezTo>
                    <a:pt x="6160" y="2703"/>
                    <a:pt x="6185" y="2703"/>
                    <a:pt x="6209" y="2703"/>
                  </a:cubicBezTo>
                  <a:cubicBezTo>
                    <a:pt x="6209" y="2631"/>
                    <a:pt x="6209" y="2558"/>
                    <a:pt x="6209" y="2484"/>
                  </a:cubicBezTo>
                  <a:cubicBezTo>
                    <a:pt x="6185" y="2484"/>
                    <a:pt x="6161" y="2484"/>
                    <a:pt x="6136" y="2484"/>
                  </a:cubicBezTo>
                  <a:cubicBezTo>
                    <a:pt x="6136" y="2460"/>
                    <a:pt x="6136" y="2436"/>
                    <a:pt x="6136" y="2411"/>
                  </a:cubicBezTo>
                  <a:cubicBezTo>
                    <a:pt x="6112" y="2411"/>
                    <a:pt x="6088" y="2411"/>
                    <a:pt x="6063" y="2411"/>
                  </a:cubicBezTo>
                  <a:cubicBezTo>
                    <a:pt x="6063" y="2387"/>
                    <a:pt x="6063" y="2363"/>
                    <a:pt x="6063" y="2338"/>
                  </a:cubicBezTo>
                  <a:cubicBezTo>
                    <a:pt x="6015" y="2338"/>
                    <a:pt x="5967" y="2338"/>
                    <a:pt x="5917" y="2338"/>
                  </a:cubicBezTo>
                  <a:cubicBezTo>
                    <a:pt x="5917" y="2314"/>
                    <a:pt x="5917" y="2289"/>
                    <a:pt x="5917" y="2265"/>
                  </a:cubicBezTo>
                  <a:cubicBezTo>
                    <a:pt x="5869" y="2265"/>
                    <a:pt x="5821" y="2265"/>
                    <a:pt x="5771" y="2265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39" name="ICON_HARNESS_GEAR_path_003"/>
            <p:cNvSpPr/>
            <p:nvPr/>
          </p:nvSpPr>
          <p:spPr>
            <a:xfrm>
              <a:off x="4720083" y="6415686"/>
              <a:ext cx="203739" cy="200174"/>
            </a:xfrm>
            <a:custGeom>
              <a:avLst/>
              <a:gdLst/>
              <a:ahLst/>
              <a:cxnLst/>
              <a:rect l="0" t="0" r="r" b="b"/>
              <a:pathLst>
                <a:path w="16042" h="15762" fill="norm" stroke="0">
                  <a:moveTo>
                    <a:pt x="6895" y="27"/>
                  </a:moveTo>
                  <a:cubicBezTo>
                    <a:pt x="7207" y="22"/>
                    <a:pt x="7519" y="19"/>
                    <a:pt x="7830" y="17"/>
                  </a:cubicBezTo>
                  <a:cubicBezTo>
                    <a:pt x="7975" y="16"/>
                    <a:pt x="8120" y="15"/>
                    <a:pt x="8265" y="13"/>
                  </a:cubicBezTo>
                  <a:cubicBezTo>
                    <a:pt x="8391" y="11"/>
                    <a:pt x="8517" y="10"/>
                    <a:pt x="8643" y="10"/>
                  </a:cubicBezTo>
                  <a:cubicBezTo>
                    <a:pt x="8710" y="9"/>
                    <a:pt x="8777" y="9"/>
                    <a:pt x="8844" y="7"/>
                  </a:cubicBezTo>
                  <a:cubicBezTo>
                    <a:pt x="8907" y="6"/>
                    <a:pt x="8970" y="6"/>
                    <a:pt x="9033" y="6"/>
                  </a:cubicBezTo>
                  <a:cubicBezTo>
                    <a:pt x="9056" y="6"/>
                    <a:pt x="9079" y="6"/>
                    <a:pt x="9102" y="5"/>
                  </a:cubicBezTo>
                  <a:cubicBezTo>
                    <a:pt x="9272" y="0"/>
                    <a:pt x="9272" y="0"/>
                    <a:pt x="9329" y="45"/>
                  </a:cubicBezTo>
                  <a:cubicBezTo>
                    <a:pt x="9365" y="83"/>
                    <a:pt x="9393" y="123"/>
                    <a:pt x="9421" y="167"/>
                  </a:cubicBezTo>
                  <a:cubicBezTo>
                    <a:pt x="9454" y="212"/>
                    <a:pt x="9475" y="224"/>
                    <a:pt x="9525" y="246"/>
                  </a:cubicBezTo>
                  <a:cubicBezTo>
                    <a:pt x="9532" y="281"/>
                    <a:pt x="9532" y="281"/>
                    <a:pt x="9530" y="321"/>
                  </a:cubicBezTo>
                  <a:cubicBezTo>
                    <a:pt x="9529" y="334"/>
                    <a:pt x="9528" y="348"/>
                    <a:pt x="9528" y="361"/>
                  </a:cubicBezTo>
                  <a:cubicBezTo>
                    <a:pt x="9527" y="371"/>
                    <a:pt x="9526" y="382"/>
                    <a:pt x="9525" y="392"/>
                  </a:cubicBezTo>
                  <a:cubicBezTo>
                    <a:pt x="9549" y="392"/>
                    <a:pt x="9573" y="392"/>
                    <a:pt x="9598" y="392"/>
                  </a:cubicBezTo>
                  <a:cubicBezTo>
                    <a:pt x="9598" y="464"/>
                    <a:pt x="9598" y="537"/>
                    <a:pt x="9598" y="611"/>
                  </a:cubicBezTo>
                  <a:cubicBezTo>
                    <a:pt x="9622" y="611"/>
                    <a:pt x="9646" y="611"/>
                    <a:pt x="9671" y="611"/>
                  </a:cubicBezTo>
                  <a:cubicBezTo>
                    <a:pt x="9671" y="804"/>
                    <a:pt x="9671" y="997"/>
                    <a:pt x="9671" y="1196"/>
                  </a:cubicBezTo>
                  <a:cubicBezTo>
                    <a:pt x="9695" y="1196"/>
                    <a:pt x="9719" y="1196"/>
                    <a:pt x="9744" y="1196"/>
                  </a:cubicBezTo>
                  <a:cubicBezTo>
                    <a:pt x="9744" y="1292"/>
                    <a:pt x="9744" y="1388"/>
                    <a:pt x="9744" y="1488"/>
                  </a:cubicBezTo>
                  <a:cubicBezTo>
                    <a:pt x="9768" y="1488"/>
                    <a:pt x="9792" y="1488"/>
                    <a:pt x="9817" y="1488"/>
                  </a:cubicBezTo>
                  <a:cubicBezTo>
                    <a:pt x="9817" y="1536"/>
                    <a:pt x="9817" y="1584"/>
                    <a:pt x="9817" y="1634"/>
                  </a:cubicBezTo>
                  <a:cubicBezTo>
                    <a:pt x="9841" y="1634"/>
                    <a:pt x="9865" y="1634"/>
                    <a:pt x="9890" y="1634"/>
                  </a:cubicBezTo>
                  <a:cubicBezTo>
                    <a:pt x="9890" y="1658"/>
                    <a:pt x="9890" y="1682"/>
                    <a:pt x="9890" y="1707"/>
                  </a:cubicBezTo>
                  <a:cubicBezTo>
                    <a:pt x="9938" y="1707"/>
                    <a:pt x="9987" y="1707"/>
                    <a:pt x="10036" y="1707"/>
                  </a:cubicBezTo>
                  <a:cubicBezTo>
                    <a:pt x="10036" y="1731"/>
                    <a:pt x="10036" y="1755"/>
                    <a:pt x="10036" y="1780"/>
                  </a:cubicBezTo>
                  <a:cubicBezTo>
                    <a:pt x="10045" y="1779"/>
                    <a:pt x="10053" y="1779"/>
                    <a:pt x="10062" y="1778"/>
                  </a:cubicBezTo>
                  <a:cubicBezTo>
                    <a:pt x="10101" y="1776"/>
                    <a:pt x="10139" y="1775"/>
                    <a:pt x="10178" y="1773"/>
                  </a:cubicBezTo>
                  <a:cubicBezTo>
                    <a:pt x="10191" y="1772"/>
                    <a:pt x="10205" y="1771"/>
                    <a:pt x="10218" y="1770"/>
                  </a:cubicBezTo>
                  <a:cubicBezTo>
                    <a:pt x="10258" y="1769"/>
                    <a:pt x="10290" y="1770"/>
                    <a:pt x="10329" y="1780"/>
                  </a:cubicBezTo>
                  <a:cubicBezTo>
                    <a:pt x="10351" y="1805"/>
                    <a:pt x="10365" y="1832"/>
                    <a:pt x="10381" y="1862"/>
                  </a:cubicBezTo>
                  <a:cubicBezTo>
                    <a:pt x="10422" y="1917"/>
                    <a:pt x="10491" y="1928"/>
                    <a:pt x="10555" y="1947"/>
                  </a:cubicBezTo>
                  <a:cubicBezTo>
                    <a:pt x="10569" y="1951"/>
                    <a:pt x="10583" y="1956"/>
                    <a:pt x="10598" y="1960"/>
                  </a:cubicBezTo>
                  <a:cubicBezTo>
                    <a:pt x="10642" y="1974"/>
                    <a:pt x="10686" y="1986"/>
                    <a:pt x="10730" y="1999"/>
                  </a:cubicBezTo>
                  <a:cubicBezTo>
                    <a:pt x="10756" y="2007"/>
                    <a:pt x="10783" y="2015"/>
                    <a:pt x="10809" y="2022"/>
                  </a:cubicBezTo>
                  <a:cubicBezTo>
                    <a:pt x="10868" y="2039"/>
                    <a:pt x="10927" y="2056"/>
                    <a:pt x="10986" y="2072"/>
                  </a:cubicBezTo>
                  <a:cubicBezTo>
                    <a:pt x="10986" y="2096"/>
                    <a:pt x="10986" y="2120"/>
                    <a:pt x="10986" y="2145"/>
                  </a:cubicBezTo>
                  <a:cubicBezTo>
                    <a:pt x="10996" y="2144"/>
                    <a:pt x="11006" y="2144"/>
                    <a:pt x="11017" y="2143"/>
                  </a:cubicBezTo>
                  <a:cubicBezTo>
                    <a:pt x="11163" y="2136"/>
                    <a:pt x="11287" y="2174"/>
                    <a:pt x="11424" y="2218"/>
                  </a:cubicBezTo>
                  <a:cubicBezTo>
                    <a:pt x="11424" y="2194"/>
                    <a:pt x="11424" y="2170"/>
                    <a:pt x="11424" y="2145"/>
                  </a:cubicBezTo>
                  <a:cubicBezTo>
                    <a:pt x="11473" y="2145"/>
                    <a:pt x="11521" y="2145"/>
                    <a:pt x="11570" y="2145"/>
                  </a:cubicBezTo>
                  <a:cubicBezTo>
                    <a:pt x="11570" y="2121"/>
                    <a:pt x="11570" y="2097"/>
                    <a:pt x="11570" y="2072"/>
                  </a:cubicBezTo>
                  <a:cubicBezTo>
                    <a:pt x="11595" y="2072"/>
                    <a:pt x="11619" y="2072"/>
                    <a:pt x="11643" y="2072"/>
                  </a:cubicBezTo>
                  <a:cubicBezTo>
                    <a:pt x="11643" y="2048"/>
                    <a:pt x="11643" y="2024"/>
                    <a:pt x="11643" y="1999"/>
                  </a:cubicBezTo>
                  <a:cubicBezTo>
                    <a:pt x="11692" y="1999"/>
                    <a:pt x="11740" y="1999"/>
                    <a:pt x="11790" y="1999"/>
                  </a:cubicBezTo>
                  <a:cubicBezTo>
                    <a:pt x="11790" y="1975"/>
                    <a:pt x="11790" y="1951"/>
                    <a:pt x="11790" y="1926"/>
                  </a:cubicBezTo>
                  <a:cubicBezTo>
                    <a:pt x="11802" y="1922"/>
                    <a:pt x="11815" y="1917"/>
                    <a:pt x="11828" y="1913"/>
                  </a:cubicBezTo>
                  <a:cubicBezTo>
                    <a:pt x="11845" y="1907"/>
                    <a:pt x="11861" y="1900"/>
                    <a:pt x="11879" y="1894"/>
                  </a:cubicBezTo>
                  <a:cubicBezTo>
                    <a:pt x="11887" y="1891"/>
                    <a:pt x="11887" y="1891"/>
                    <a:pt x="11929" y="1876"/>
                  </a:cubicBezTo>
                  <a:cubicBezTo>
                    <a:pt x="11972" y="1853"/>
                    <a:pt x="11972" y="1853"/>
                    <a:pt x="11991" y="1816"/>
                  </a:cubicBezTo>
                  <a:cubicBezTo>
                    <a:pt x="12009" y="1780"/>
                    <a:pt x="12009" y="1780"/>
                    <a:pt x="12051" y="1759"/>
                  </a:cubicBezTo>
                  <a:cubicBezTo>
                    <a:pt x="12084" y="1749"/>
                    <a:pt x="12116" y="1738"/>
                    <a:pt x="12149" y="1727"/>
                  </a:cubicBezTo>
                  <a:cubicBezTo>
                    <a:pt x="12199" y="1703"/>
                    <a:pt x="12206" y="1684"/>
                    <a:pt x="12228" y="1634"/>
                  </a:cubicBezTo>
                  <a:cubicBezTo>
                    <a:pt x="12267" y="1629"/>
                    <a:pt x="12267" y="1629"/>
                    <a:pt x="12301" y="1634"/>
                  </a:cubicBezTo>
                  <a:cubicBezTo>
                    <a:pt x="12301" y="1610"/>
                    <a:pt x="12301" y="1586"/>
                    <a:pt x="12301" y="1561"/>
                  </a:cubicBezTo>
                  <a:cubicBezTo>
                    <a:pt x="12542" y="1561"/>
                    <a:pt x="12783" y="1561"/>
                    <a:pt x="13031" y="1561"/>
                  </a:cubicBezTo>
                  <a:cubicBezTo>
                    <a:pt x="13031" y="1585"/>
                    <a:pt x="13031" y="1609"/>
                    <a:pt x="13031" y="1634"/>
                  </a:cubicBezTo>
                  <a:cubicBezTo>
                    <a:pt x="13043" y="1633"/>
                    <a:pt x="13054" y="1632"/>
                    <a:pt x="13065" y="1631"/>
                  </a:cubicBezTo>
                  <a:cubicBezTo>
                    <a:pt x="13104" y="1634"/>
                    <a:pt x="13104" y="1634"/>
                    <a:pt x="13129" y="1653"/>
                  </a:cubicBezTo>
                  <a:cubicBezTo>
                    <a:pt x="13136" y="1662"/>
                    <a:pt x="13143" y="1672"/>
                    <a:pt x="13151" y="1681"/>
                  </a:cubicBezTo>
                  <a:cubicBezTo>
                    <a:pt x="13155" y="1686"/>
                    <a:pt x="13155" y="1686"/>
                    <a:pt x="13178" y="1714"/>
                  </a:cubicBezTo>
                  <a:cubicBezTo>
                    <a:pt x="13187" y="1726"/>
                    <a:pt x="13197" y="1738"/>
                    <a:pt x="13207" y="1750"/>
                  </a:cubicBezTo>
                  <a:cubicBezTo>
                    <a:pt x="13331" y="1898"/>
                    <a:pt x="13464" y="2034"/>
                    <a:pt x="13600" y="2170"/>
                  </a:cubicBezTo>
                  <a:cubicBezTo>
                    <a:pt x="13610" y="2180"/>
                    <a:pt x="13620" y="2190"/>
                    <a:pt x="13630" y="2201"/>
                  </a:cubicBezTo>
                  <a:cubicBezTo>
                    <a:pt x="13744" y="2316"/>
                    <a:pt x="13859" y="2426"/>
                    <a:pt x="13988" y="2524"/>
                  </a:cubicBezTo>
                  <a:cubicBezTo>
                    <a:pt x="14053" y="2575"/>
                    <a:pt x="14053" y="2575"/>
                    <a:pt x="14060" y="2625"/>
                  </a:cubicBezTo>
                  <a:cubicBezTo>
                    <a:pt x="14058" y="2635"/>
                    <a:pt x="14056" y="2646"/>
                    <a:pt x="14054" y="2657"/>
                  </a:cubicBezTo>
                  <a:cubicBezTo>
                    <a:pt x="14078" y="2657"/>
                    <a:pt x="14102" y="2657"/>
                    <a:pt x="14127" y="2657"/>
                  </a:cubicBezTo>
                  <a:cubicBezTo>
                    <a:pt x="14127" y="2681"/>
                    <a:pt x="14127" y="2705"/>
                    <a:pt x="14127" y="2730"/>
                  </a:cubicBezTo>
                  <a:cubicBezTo>
                    <a:pt x="14151" y="2730"/>
                    <a:pt x="14175" y="2730"/>
                    <a:pt x="14200" y="2730"/>
                  </a:cubicBezTo>
                  <a:cubicBezTo>
                    <a:pt x="14200" y="2754"/>
                    <a:pt x="14200" y="2778"/>
                    <a:pt x="14200" y="2803"/>
                  </a:cubicBezTo>
                  <a:cubicBezTo>
                    <a:pt x="14211" y="2801"/>
                    <a:pt x="14221" y="2800"/>
                    <a:pt x="14232" y="2798"/>
                  </a:cubicBezTo>
                  <a:cubicBezTo>
                    <a:pt x="14288" y="2804"/>
                    <a:pt x="14314" y="2832"/>
                    <a:pt x="14351" y="2871"/>
                  </a:cubicBezTo>
                  <a:cubicBezTo>
                    <a:pt x="14354" y="2874"/>
                    <a:pt x="14354" y="2874"/>
                    <a:pt x="14371" y="2890"/>
                  </a:cubicBezTo>
                  <a:cubicBezTo>
                    <a:pt x="14404" y="2924"/>
                    <a:pt x="14419" y="2943"/>
                    <a:pt x="14424" y="2990"/>
                  </a:cubicBezTo>
                  <a:cubicBezTo>
                    <a:pt x="14422" y="3001"/>
                    <a:pt x="14421" y="3011"/>
                    <a:pt x="14419" y="3022"/>
                  </a:cubicBezTo>
                  <a:cubicBezTo>
                    <a:pt x="14444" y="3022"/>
                    <a:pt x="14468" y="3022"/>
                    <a:pt x="14492" y="3022"/>
                  </a:cubicBezTo>
                  <a:cubicBezTo>
                    <a:pt x="14492" y="3094"/>
                    <a:pt x="14492" y="3166"/>
                    <a:pt x="14492" y="3241"/>
                  </a:cubicBezTo>
                  <a:cubicBezTo>
                    <a:pt x="14517" y="3241"/>
                    <a:pt x="14541" y="3241"/>
                    <a:pt x="14566" y="3241"/>
                  </a:cubicBezTo>
                  <a:cubicBezTo>
                    <a:pt x="14566" y="3313"/>
                    <a:pt x="14566" y="3386"/>
                    <a:pt x="14566" y="3460"/>
                  </a:cubicBezTo>
                  <a:cubicBezTo>
                    <a:pt x="14541" y="3460"/>
                    <a:pt x="14517" y="3460"/>
                    <a:pt x="14492" y="3460"/>
                  </a:cubicBezTo>
                  <a:cubicBezTo>
                    <a:pt x="14492" y="3532"/>
                    <a:pt x="14492" y="3605"/>
                    <a:pt x="14492" y="3679"/>
                  </a:cubicBezTo>
                  <a:cubicBezTo>
                    <a:pt x="14468" y="3679"/>
                    <a:pt x="14444" y="3679"/>
                    <a:pt x="14419" y="3679"/>
                  </a:cubicBezTo>
                  <a:cubicBezTo>
                    <a:pt x="14419" y="3703"/>
                    <a:pt x="14419" y="3728"/>
                    <a:pt x="14419" y="3752"/>
                  </a:cubicBezTo>
                  <a:cubicBezTo>
                    <a:pt x="14395" y="3752"/>
                    <a:pt x="14371" y="3752"/>
                    <a:pt x="14346" y="3752"/>
                  </a:cubicBezTo>
                  <a:cubicBezTo>
                    <a:pt x="14348" y="3762"/>
                    <a:pt x="14349" y="3772"/>
                    <a:pt x="14350" y="3782"/>
                  </a:cubicBezTo>
                  <a:cubicBezTo>
                    <a:pt x="14353" y="3823"/>
                    <a:pt x="14354" y="3858"/>
                    <a:pt x="14346" y="3898"/>
                  </a:cubicBezTo>
                  <a:cubicBezTo>
                    <a:pt x="14320" y="3922"/>
                    <a:pt x="14294" y="3935"/>
                    <a:pt x="14263" y="3951"/>
                  </a:cubicBezTo>
                  <a:cubicBezTo>
                    <a:pt x="14228" y="3978"/>
                    <a:pt x="14227" y="3997"/>
                    <a:pt x="14221" y="4040"/>
                  </a:cubicBezTo>
                  <a:cubicBezTo>
                    <a:pt x="14203" y="4139"/>
                    <a:pt x="14134" y="4207"/>
                    <a:pt x="14054" y="4264"/>
                  </a:cubicBezTo>
                  <a:cubicBezTo>
                    <a:pt x="14030" y="4264"/>
                    <a:pt x="14006" y="4264"/>
                    <a:pt x="13981" y="4264"/>
                  </a:cubicBezTo>
                  <a:cubicBezTo>
                    <a:pt x="13981" y="4312"/>
                    <a:pt x="13981" y="4360"/>
                    <a:pt x="13981" y="4410"/>
                  </a:cubicBezTo>
                  <a:cubicBezTo>
                    <a:pt x="13957" y="4410"/>
                    <a:pt x="13933" y="4410"/>
                    <a:pt x="13908" y="4410"/>
                  </a:cubicBezTo>
                  <a:cubicBezTo>
                    <a:pt x="13908" y="4434"/>
                    <a:pt x="13908" y="4458"/>
                    <a:pt x="13908" y="4483"/>
                  </a:cubicBezTo>
                  <a:cubicBezTo>
                    <a:pt x="13884" y="4483"/>
                    <a:pt x="13860" y="4483"/>
                    <a:pt x="13835" y="4483"/>
                  </a:cubicBezTo>
                  <a:cubicBezTo>
                    <a:pt x="13835" y="4531"/>
                    <a:pt x="13835" y="4579"/>
                    <a:pt x="13835" y="4629"/>
                  </a:cubicBezTo>
                  <a:cubicBezTo>
                    <a:pt x="13811" y="4629"/>
                    <a:pt x="13787" y="4629"/>
                    <a:pt x="13762" y="4629"/>
                  </a:cubicBezTo>
                  <a:cubicBezTo>
                    <a:pt x="13762" y="4677"/>
                    <a:pt x="13762" y="4725"/>
                    <a:pt x="13762" y="4775"/>
                  </a:cubicBezTo>
                  <a:cubicBezTo>
                    <a:pt x="13786" y="4775"/>
                    <a:pt x="13810" y="4775"/>
                    <a:pt x="13835" y="4775"/>
                  </a:cubicBezTo>
                  <a:cubicBezTo>
                    <a:pt x="13835" y="4823"/>
                    <a:pt x="13835" y="4872"/>
                    <a:pt x="13835" y="4921"/>
                  </a:cubicBezTo>
                  <a:cubicBezTo>
                    <a:pt x="13859" y="4921"/>
                    <a:pt x="13883" y="4921"/>
                    <a:pt x="13908" y="4921"/>
                  </a:cubicBezTo>
                  <a:cubicBezTo>
                    <a:pt x="13912" y="4934"/>
                    <a:pt x="13917" y="4947"/>
                    <a:pt x="13921" y="4960"/>
                  </a:cubicBezTo>
                  <a:cubicBezTo>
                    <a:pt x="13928" y="4976"/>
                    <a:pt x="13934" y="4993"/>
                    <a:pt x="13940" y="5010"/>
                  </a:cubicBezTo>
                  <a:cubicBezTo>
                    <a:pt x="13946" y="5027"/>
                    <a:pt x="13952" y="5043"/>
                    <a:pt x="13958" y="5060"/>
                  </a:cubicBezTo>
                  <a:cubicBezTo>
                    <a:pt x="13981" y="5104"/>
                    <a:pt x="13981" y="5104"/>
                    <a:pt x="14019" y="5119"/>
                  </a:cubicBezTo>
                  <a:cubicBezTo>
                    <a:pt x="14054" y="5140"/>
                    <a:pt x="14054" y="5140"/>
                    <a:pt x="14062" y="5169"/>
                  </a:cubicBezTo>
                  <a:cubicBezTo>
                    <a:pt x="14067" y="5221"/>
                    <a:pt x="14070" y="5272"/>
                    <a:pt x="14072" y="5324"/>
                  </a:cubicBezTo>
                  <a:cubicBezTo>
                    <a:pt x="14075" y="5363"/>
                    <a:pt x="14078" y="5396"/>
                    <a:pt x="14091" y="5433"/>
                  </a:cubicBezTo>
                  <a:cubicBezTo>
                    <a:pt x="14116" y="5453"/>
                    <a:pt x="14116" y="5453"/>
                    <a:pt x="14146" y="5469"/>
                  </a:cubicBezTo>
                  <a:cubicBezTo>
                    <a:pt x="14176" y="5485"/>
                    <a:pt x="14176" y="5485"/>
                    <a:pt x="14200" y="5506"/>
                  </a:cubicBezTo>
                  <a:cubicBezTo>
                    <a:pt x="14214" y="5556"/>
                    <a:pt x="14211" y="5604"/>
                    <a:pt x="14207" y="5656"/>
                  </a:cubicBezTo>
                  <a:cubicBezTo>
                    <a:pt x="14207" y="5670"/>
                    <a:pt x="14206" y="5683"/>
                    <a:pt x="14206" y="5698"/>
                  </a:cubicBezTo>
                  <a:cubicBezTo>
                    <a:pt x="14204" y="5731"/>
                    <a:pt x="14203" y="5764"/>
                    <a:pt x="14200" y="5798"/>
                  </a:cubicBezTo>
                  <a:cubicBezTo>
                    <a:pt x="14224" y="5798"/>
                    <a:pt x="14248" y="5798"/>
                    <a:pt x="14273" y="5798"/>
                  </a:cubicBezTo>
                  <a:cubicBezTo>
                    <a:pt x="14273" y="5870"/>
                    <a:pt x="14273" y="5942"/>
                    <a:pt x="14273" y="6017"/>
                  </a:cubicBezTo>
                  <a:cubicBezTo>
                    <a:pt x="14297" y="6017"/>
                    <a:pt x="14322" y="6017"/>
                    <a:pt x="14346" y="6017"/>
                  </a:cubicBezTo>
                  <a:cubicBezTo>
                    <a:pt x="14346" y="6041"/>
                    <a:pt x="14346" y="6065"/>
                    <a:pt x="14346" y="6090"/>
                  </a:cubicBezTo>
                  <a:cubicBezTo>
                    <a:pt x="14370" y="6090"/>
                    <a:pt x="14395" y="6090"/>
                    <a:pt x="14419" y="6090"/>
                  </a:cubicBezTo>
                  <a:cubicBezTo>
                    <a:pt x="14419" y="6114"/>
                    <a:pt x="14419" y="6138"/>
                    <a:pt x="14419" y="6163"/>
                  </a:cubicBezTo>
                  <a:cubicBezTo>
                    <a:pt x="14492" y="6163"/>
                    <a:pt x="14564" y="6163"/>
                    <a:pt x="14639" y="6163"/>
                  </a:cubicBezTo>
                  <a:cubicBezTo>
                    <a:pt x="14639" y="6187"/>
                    <a:pt x="14639" y="6211"/>
                    <a:pt x="14639" y="6236"/>
                  </a:cubicBezTo>
                  <a:cubicBezTo>
                    <a:pt x="14759" y="6236"/>
                    <a:pt x="14880" y="6236"/>
                    <a:pt x="15004" y="6236"/>
                  </a:cubicBezTo>
                  <a:cubicBezTo>
                    <a:pt x="15004" y="6260"/>
                    <a:pt x="15004" y="6284"/>
                    <a:pt x="15004" y="6309"/>
                  </a:cubicBezTo>
                  <a:cubicBezTo>
                    <a:pt x="15100" y="6309"/>
                    <a:pt x="15197" y="6309"/>
                    <a:pt x="15296" y="6309"/>
                  </a:cubicBezTo>
                  <a:cubicBezTo>
                    <a:pt x="15296" y="6333"/>
                    <a:pt x="15296" y="6357"/>
                    <a:pt x="15296" y="6382"/>
                  </a:cubicBezTo>
                  <a:cubicBezTo>
                    <a:pt x="15417" y="6382"/>
                    <a:pt x="15537" y="6382"/>
                    <a:pt x="15661" y="6382"/>
                  </a:cubicBezTo>
                  <a:cubicBezTo>
                    <a:pt x="15661" y="6406"/>
                    <a:pt x="15661" y="6430"/>
                    <a:pt x="15661" y="6455"/>
                  </a:cubicBezTo>
                  <a:cubicBezTo>
                    <a:pt x="15672" y="6453"/>
                    <a:pt x="15682" y="6452"/>
                    <a:pt x="15693" y="6450"/>
                  </a:cubicBezTo>
                  <a:cubicBezTo>
                    <a:pt x="15734" y="6455"/>
                    <a:pt x="15734" y="6455"/>
                    <a:pt x="15771" y="6494"/>
                  </a:cubicBezTo>
                  <a:cubicBezTo>
                    <a:pt x="15783" y="6511"/>
                    <a:pt x="15795" y="6527"/>
                    <a:pt x="15807" y="6544"/>
                  </a:cubicBezTo>
                  <a:cubicBezTo>
                    <a:pt x="15872" y="6634"/>
                    <a:pt x="15872" y="6634"/>
                    <a:pt x="15921" y="6655"/>
                  </a:cubicBezTo>
                  <a:cubicBezTo>
                    <a:pt x="15932" y="6661"/>
                    <a:pt x="15943" y="6668"/>
                    <a:pt x="15954" y="6674"/>
                  </a:cubicBezTo>
                  <a:cubicBezTo>
                    <a:pt x="15959" y="6715"/>
                    <a:pt x="15960" y="6746"/>
                    <a:pt x="15958" y="6786"/>
                  </a:cubicBezTo>
                  <a:cubicBezTo>
                    <a:pt x="15958" y="6797"/>
                    <a:pt x="15957" y="6807"/>
                    <a:pt x="15957" y="6817"/>
                  </a:cubicBezTo>
                  <a:cubicBezTo>
                    <a:pt x="15956" y="6843"/>
                    <a:pt x="15955" y="6868"/>
                    <a:pt x="15954" y="6894"/>
                  </a:cubicBezTo>
                  <a:cubicBezTo>
                    <a:pt x="15978" y="6894"/>
                    <a:pt x="16002" y="6894"/>
                    <a:pt x="16027" y="6894"/>
                  </a:cubicBezTo>
                  <a:cubicBezTo>
                    <a:pt x="16029" y="7152"/>
                    <a:pt x="16031" y="7411"/>
                    <a:pt x="16032" y="7670"/>
                  </a:cubicBezTo>
                  <a:cubicBezTo>
                    <a:pt x="16033" y="7790"/>
                    <a:pt x="16034" y="7910"/>
                    <a:pt x="16035" y="8030"/>
                  </a:cubicBezTo>
                  <a:cubicBezTo>
                    <a:pt x="16036" y="8135"/>
                    <a:pt x="16037" y="8240"/>
                    <a:pt x="16037" y="8345"/>
                  </a:cubicBezTo>
                  <a:cubicBezTo>
                    <a:pt x="16037" y="8400"/>
                    <a:pt x="16037" y="8456"/>
                    <a:pt x="16038" y="8511"/>
                  </a:cubicBezTo>
                  <a:cubicBezTo>
                    <a:pt x="16039" y="8563"/>
                    <a:pt x="16039" y="8616"/>
                    <a:pt x="16039" y="8668"/>
                  </a:cubicBezTo>
                  <a:cubicBezTo>
                    <a:pt x="16039" y="8687"/>
                    <a:pt x="16039" y="8706"/>
                    <a:pt x="16040" y="8725"/>
                  </a:cubicBezTo>
                  <a:cubicBezTo>
                    <a:pt x="16042" y="8858"/>
                    <a:pt x="16017" y="8938"/>
                    <a:pt x="15943" y="9044"/>
                  </a:cubicBezTo>
                  <a:cubicBezTo>
                    <a:pt x="15906" y="9103"/>
                    <a:pt x="15892" y="9163"/>
                    <a:pt x="15880" y="9231"/>
                  </a:cubicBezTo>
                  <a:cubicBezTo>
                    <a:pt x="15856" y="9231"/>
                    <a:pt x="15832" y="9231"/>
                    <a:pt x="15807" y="9231"/>
                  </a:cubicBezTo>
                  <a:cubicBezTo>
                    <a:pt x="15809" y="9237"/>
                    <a:pt x="15809" y="9237"/>
                    <a:pt x="15814" y="9263"/>
                  </a:cubicBezTo>
                  <a:cubicBezTo>
                    <a:pt x="15807" y="9309"/>
                    <a:pt x="15803" y="9315"/>
                    <a:pt x="15769" y="9343"/>
                  </a:cubicBezTo>
                  <a:cubicBezTo>
                    <a:pt x="15696" y="9388"/>
                    <a:pt x="15614" y="9393"/>
                    <a:pt x="15531" y="9401"/>
                  </a:cubicBezTo>
                  <a:cubicBezTo>
                    <a:pt x="15525" y="9402"/>
                    <a:pt x="15525" y="9402"/>
                    <a:pt x="15498" y="9405"/>
                  </a:cubicBezTo>
                  <a:cubicBezTo>
                    <a:pt x="15488" y="9406"/>
                    <a:pt x="15478" y="9407"/>
                    <a:pt x="15468" y="9408"/>
                  </a:cubicBezTo>
                  <a:cubicBezTo>
                    <a:pt x="15442" y="9414"/>
                    <a:pt x="15442" y="9414"/>
                    <a:pt x="15406" y="9450"/>
                  </a:cubicBezTo>
                  <a:cubicBezTo>
                    <a:pt x="15371" y="9455"/>
                    <a:pt x="15371" y="9455"/>
                    <a:pt x="15330" y="9454"/>
                  </a:cubicBezTo>
                  <a:cubicBezTo>
                    <a:pt x="15315" y="9454"/>
                    <a:pt x="15301" y="9454"/>
                    <a:pt x="15286" y="9454"/>
                  </a:cubicBezTo>
                  <a:cubicBezTo>
                    <a:pt x="15270" y="9453"/>
                    <a:pt x="15255" y="9453"/>
                    <a:pt x="15239" y="9453"/>
                  </a:cubicBezTo>
                  <a:cubicBezTo>
                    <a:pt x="15223" y="9453"/>
                    <a:pt x="15208" y="9452"/>
                    <a:pt x="15192" y="9452"/>
                  </a:cubicBezTo>
                  <a:cubicBezTo>
                    <a:pt x="15154" y="9452"/>
                    <a:pt x="15115" y="9451"/>
                    <a:pt x="15077" y="9450"/>
                  </a:cubicBezTo>
                  <a:cubicBezTo>
                    <a:pt x="15077" y="9475"/>
                    <a:pt x="15077" y="9499"/>
                    <a:pt x="15077" y="9523"/>
                  </a:cubicBezTo>
                  <a:cubicBezTo>
                    <a:pt x="14980" y="9523"/>
                    <a:pt x="14884" y="9523"/>
                    <a:pt x="14785" y="9523"/>
                  </a:cubicBezTo>
                  <a:cubicBezTo>
                    <a:pt x="14785" y="9548"/>
                    <a:pt x="14785" y="9572"/>
                    <a:pt x="14785" y="9597"/>
                  </a:cubicBezTo>
                  <a:cubicBezTo>
                    <a:pt x="14664" y="9597"/>
                    <a:pt x="14544" y="9597"/>
                    <a:pt x="14419" y="9597"/>
                  </a:cubicBezTo>
                  <a:cubicBezTo>
                    <a:pt x="14419" y="9621"/>
                    <a:pt x="14419" y="9645"/>
                    <a:pt x="14419" y="9670"/>
                  </a:cubicBezTo>
                  <a:cubicBezTo>
                    <a:pt x="14395" y="9670"/>
                    <a:pt x="14371" y="9670"/>
                    <a:pt x="14346" y="9670"/>
                  </a:cubicBezTo>
                  <a:cubicBezTo>
                    <a:pt x="14346" y="9718"/>
                    <a:pt x="14346" y="9766"/>
                    <a:pt x="14346" y="9816"/>
                  </a:cubicBezTo>
                  <a:cubicBezTo>
                    <a:pt x="14322" y="9816"/>
                    <a:pt x="14298" y="9816"/>
                    <a:pt x="14273" y="9816"/>
                  </a:cubicBezTo>
                  <a:cubicBezTo>
                    <a:pt x="14273" y="9888"/>
                    <a:pt x="14273" y="9960"/>
                    <a:pt x="14273" y="10035"/>
                  </a:cubicBezTo>
                  <a:cubicBezTo>
                    <a:pt x="14249" y="10035"/>
                    <a:pt x="14225" y="10035"/>
                    <a:pt x="14200" y="10035"/>
                  </a:cubicBezTo>
                  <a:cubicBezTo>
                    <a:pt x="14202" y="10050"/>
                    <a:pt x="14203" y="10065"/>
                    <a:pt x="14204" y="10080"/>
                  </a:cubicBezTo>
                  <a:cubicBezTo>
                    <a:pt x="14208" y="10140"/>
                    <a:pt x="14208" y="10195"/>
                    <a:pt x="14200" y="10254"/>
                  </a:cubicBezTo>
                  <a:cubicBezTo>
                    <a:pt x="14174" y="10280"/>
                    <a:pt x="14151" y="10289"/>
                    <a:pt x="14118" y="10304"/>
                  </a:cubicBezTo>
                  <a:cubicBezTo>
                    <a:pt x="14056" y="10357"/>
                    <a:pt x="14061" y="10469"/>
                    <a:pt x="14054" y="10546"/>
                  </a:cubicBezTo>
                  <a:cubicBezTo>
                    <a:pt x="14030" y="10546"/>
                    <a:pt x="14006" y="10546"/>
                    <a:pt x="13981" y="10546"/>
                  </a:cubicBezTo>
                  <a:cubicBezTo>
                    <a:pt x="13957" y="10667"/>
                    <a:pt x="13933" y="10787"/>
                    <a:pt x="13908" y="10911"/>
                  </a:cubicBezTo>
                  <a:cubicBezTo>
                    <a:pt x="13884" y="10911"/>
                    <a:pt x="13860" y="10911"/>
                    <a:pt x="13835" y="10911"/>
                  </a:cubicBezTo>
                  <a:cubicBezTo>
                    <a:pt x="13835" y="10960"/>
                    <a:pt x="13835" y="11008"/>
                    <a:pt x="13835" y="11058"/>
                  </a:cubicBezTo>
                  <a:cubicBezTo>
                    <a:pt x="13811" y="11058"/>
                    <a:pt x="13787" y="11058"/>
                    <a:pt x="13762" y="11058"/>
                  </a:cubicBezTo>
                  <a:cubicBezTo>
                    <a:pt x="13772" y="11087"/>
                    <a:pt x="13783" y="11117"/>
                    <a:pt x="13794" y="11147"/>
                  </a:cubicBezTo>
                  <a:cubicBezTo>
                    <a:pt x="13800" y="11163"/>
                    <a:pt x="13806" y="11180"/>
                    <a:pt x="13812" y="11197"/>
                  </a:cubicBezTo>
                  <a:cubicBezTo>
                    <a:pt x="13835" y="11240"/>
                    <a:pt x="13835" y="11240"/>
                    <a:pt x="13872" y="11259"/>
                  </a:cubicBezTo>
                  <a:cubicBezTo>
                    <a:pt x="13908" y="11277"/>
                    <a:pt x="13908" y="11277"/>
                    <a:pt x="13929" y="11319"/>
                  </a:cubicBezTo>
                  <a:cubicBezTo>
                    <a:pt x="13939" y="11352"/>
                    <a:pt x="13950" y="11384"/>
                    <a:pt x="13961" y="11417"/>
                  </a:cubicBezTo>
                  <a:cubicBezTo>
                    <a:pt x="13985" y="11468"/>
                    <a:pt x="14005" y="11471"/>
                    <a:pt x="14054" y="11496"/>
                  </a:cubicBezTo>
                  <a:cubicBezTo>
                    <a:pt x="14072" y="11536"/>
                    <a:pt x="14072" y="11536"/>
                    <a:pt x="14086" y="11583"/>
                  </a:cubicBezTo>
                  <a:cubicBezTo>
                    <a:pt x="14113" y="11659"/>
                    <a:pt x="14137" y="11692"/>
                    <a:pt x="14205" y="11736"/>
                  </a:cubicBezTo>
                  <a:cubicBezTo>
                    <a:pt x="14271" y="11778"/>
                    <a:pt x="14271" y="11778"/>
                    <a:pt x="14283" y="11827"/>
                  </a:cubicBezTo>
                  <a:cubicBezTo>
                    <a:pt x="14282" y="11864"/>
                    <a:pt x="14280" y="11898"/>
                    <a:pt x="14273" y="11934"/>
                  </a:cubicBezTo>
                  <a:cubicBezTo>
                    <a:pt x="14297" y="11934"/>
                    <a:pt x="14322" y="11934"/>
                    <a:pt x="14346" y="11934"/>
                  </a:cubicBezTo>
                  <a:cubicBezTo>
                    <a:pt x="14346" y="11958"/>
                    <a:pt x="14346" y="11982"/>
                    <a:pt x="14346" y="12007"/>
                  </a:cubicBezTo>
                  <a:cubicBezTo>
                    <a:pt x="14370" y="12007"/>
                    <a:pt x="14395" y="12007"/>
                    <a:pt x="14419" y="12007"/>
                  </a:cubicBezTo>
                  <a:cubicBezTo>
                    <a:pt x="14419" y="12055"/>
                    <a:pt x="14419" y="12104"/>
                    <a:pt x="14419" y="12153"/>
                  </a:cubicBezTo>
                  <a:cubicBezTo>
                    <a:pt x="14444" y="12153"/>
                    <a:pt x="14468" y="12153"/>
                    <a:pt x="14492" y="12153"/>
                  </a:cubicBezTo>
                  <a:cubicBezTo>
                    <a:pt x="14492" y="12322"/>
                    <a:pt x="14492" y="12491"/>
                    <a:pt x="14492" y="12665"/>
                  </a:cubicBezTo>
                  <a:cubicBezTo>
                    <a:pt x="14468" y="12665"/>
                    <a:pt x="14444" y="12665"/>
                    <a:pt x="14419" y="12665"/>
                  </a:cubicBezTo>
                  <a:cubicBezTo>
                    <a:pt x="14420" y="12670"/>
                    <a:pt x="14420" y="12670"/>
                    <a:pt x="14422" y="12698"/>
                  </a:cubicBezTo>
                  <a:cubicBezTo>
                    <a:pt x="14419" y="12738"/>
                    <a:pt x="14419" y="12738"/>
                    <a:pt x="14401" y="12761"/>
                  </a:cubicBezTo>
                  <a:cubicBezTo>
                    <a:pt x="14393" y="12768"/>
                    <a:pt x="14384" y="12774"/>
                    <a:pt x="14375" y="12782"/>
                  </a:cubicBezTo>
                  <a:cubicBezTo>
                    <a:pt x="14364" y="12790"/>
                    <a:pt x="14354" y="12799"/>
                    <a:pt x="14343" y="12807"/>
                  </a:cubicBezTo>
                  <a:cubicBezTo>
                    <a:pt x="14332" y="12817"/>
                    <a:pt x="14320" y="12826"/>
                    <a:pt x="14308" y="12836"/>
                  </a:cubicBezTo>
                  <a:cubicBezTo>
                    <a:pt x="14142" y="12974"/>
                    <a:pt x="13990" y="13126"/>
                    <a:pt x="13837" y="13279"/>
                  </a:cubicBezTo>
                  <a:cubicBezTo>
                    <a:pt x="13831" y="13285"/>
                    <a:pt x="13831" y="13285"/>
                    <a:pt x="13800" y="13316"/>
                  </a:cubicBezTo>
                  <a:cubicBezTo>
                    <a:pt x="13764" y="13352"/>
                    <a:pt x="13728" y="13388"/>
                    <a:pt x="13692" y="13423"/>
                  </a:cubicBezTo>
                  <a:cubicBezTo>
                    <a:pt x="13682" y="13434"/>
                    <a:pt x="13671" y="13445"/>
                    <a:pt x="13660" y="13456"/>
                  </a:cubicBezTo>
                  <a:cubicBezTo>
                    <a:pt x="13650" y="13466"/>
                    <a:pt x="13639" y="13476"/>
                    <a:pt x="13629" y="13487"/>
                  </a:cubicBezTo>
                  <a:cubicBezTo>
                    <a:pt x="13620" y="13496"/>
                    <a:pt x="13612" y="13504"/>
                    <a:pt x="13603" y="13513"/>
                  </a:cubicBezTo>
                  <a:cubicBezTo>
                    <a:pt x="13579" y="13541"/>
                    <a:pt x="13579" y="13541"/>
                    <a:pt x="13560" y="13581"/>
                  </a:cubicBezTo>
                  <a:cubicBezTo>
                    <a:pt x="13557" y="13586"/>
                    <a:pt x="13557" y="13586"/>
                    <a:pt x="13543" y="13614"/>
                  </a:cubicBezTo>
                  <a:cubicBezTo>
                    <a:pt x="13504" y="13619"/>
                    <a:pt x="13504" y="13619"/>
                    <a:pt x="13470" y="13614"/>
                  </a:cubicBezTo>
                  <a:cubicBezTo>
                    <a:pt x="13470" y="13638"/>
                    <a:pt x="13470" y="13663"/>
                    <a:pt x="13470" y="13687"/>
                  </a:cubicBezTo>
                  <a:cubicBezTo>
                    <a:pt x="13446" y="13687"/>
                    <a:pt x="13422" y="13687"/>
                    <a:pt x="13397" y="13687"/>
                  </a:cubicBezTo>
                  <a:cubicBezTo>
                    <a:pt x="13397" y="13712"/>
                    <a:pt x="13397" y="13736"/>
                    <a:pt x="13397" y="13760"/>
                  </a:cubicBezTo>
                  <a:cubicBezTo>
                    <a:pt x="13373" y="13760"/>
                    <a:pt x="13348" y="13760"/>
                    <a:pt x="13324" y="13760"/>
                  </a:cubicBezTo>
                  <a:cubicBezTo>
                    <a:pt x="13324" y="13785"/>
                    <a:pt x="13324" y="13809"/>
                    <a:pt x="13324" y="13834"/>
                  </a:cubicBezTo>
                  <a:cubicBezTo>
                    <a:pt x="13300" y="13834"/>
                    <a:pt x="13275" y="13834"/>
                    <a:pt x="13251" y="13834"/>
                  </a:cubicBezTo>
                  <a:cubicBezTo>
                    <a:pt x="13252" y="13844"/>
                    <a:pt x="13253" y="13854"/>
                    <a:pt x="13255" y="13865"/>
                  </a:cubicBezTo>
                  <a:cubicBezTo>
                    <a:pt x="13249" y="13921"/>
                    <a:pt x="13221" y="13947"/>
                    <a:pt x="13182" y="13984"/>
                  </a:cubicBezTo>
                  <a:cubicBezTo>
                    <a:pt x="13179" y="13988"/>
                    <a:pt x="13179" y="13988"/>
                    <a:pt x="13163" y="14004"/>
                  </a:cubicBezTo>
                  <a:cubicBezTo>
                    <a:pt x="13129" y="14037"/>
                    <a:pt x="13110" y="14052"/>
                    <a:pt x="13063" y="14057"/>
                  </a:cubicBezTo>
                  <a:cubicBezTo>
                    <a:pt x="13053" y="14056"/>
                    <a:pt x="13042" y="14054"/>
                    <a:pt x="13031" y="14053"/>
                  </a:cubicBezTo>
                  <a:cubicBezTo>
                    <a:pt x="13031" y="14077"/>
                    <a:pt x="13031" y="14101"/>
                    <a:pt x="13031" y="14126"/>
                  </a:cubicBezTo>
                  <a:cubicBezTo>
                    <a:pt x="12974" y="14144"/>
                    <a:pt x="12916" y="14162"/>
                    <a:pt x="12858" y="14181"/>
                  </a:cubicBezTo>
                  <a:cubicBezTo>
                    <a:pt x="12842" y="14186"/>
                    <a:pt x="12826" y="14191"/>
                    <a:pt x="12809" y="14196"/>
                  </a:cubicBezTo>
                  <a:cubicBezTo>
                    <a:pt x="12710" y="14227"/>
                    <a:pt x="12624" y="14243"/>
                    <a:pt x="12520" y="14235"/>
                  </a:cubicBezTo>
                  <a:cubicBezTo>
                    <a:pt x="12515" y="14235"/>
                    <a:pt x="12515" y="14235"/>
                    <a:pt x="12489" y="14233"/>
                  </a:cubicBezTo>
                  <a:cubicBezTo>
                    <a:pt x="12322" y="14220"/>
                    <a:pt x="12322" y="14220"/>
                    <a:pt x="12276" y="14173"/>
                  </a:cubicBezTo>
                  <a:cubicBezTo>
                    <a:pt x="12265" y="14154"/>
                    <a:pt x="12255" y="14134"/>
                    <a:pt x="12246" y="14114"/>
                  </a:cubicBezTo>
                  <a:cubicBezTo>
                    <a:pt x="12220" y="14079"/>
                    <a:pt x="12197" y="14078"/>
                    <a:pt x="12155" y="14071"/>
                  </a:cubicBezTo>
                  <a:cubicBezTo>
                    <a:pt x="12087" y="14059"/>
                    <a:pt x="12087" y="14059"/>
                    <a:pt x="12061" y="14028"/>
                  </a:cubicBezTo>
                  <a:cubicBezTo>
                    <a:pt x="12051" y="14008"/>
                    <a:pt x="12040" y="13988"/>
                    <a:pt x="12029" y="13968"/>
                  </a:cubicBezTo>
                  <a:cubicBezTo>
                    <a:pt x="12001" y="13934"/>
                    <a:pt x="11979" y="13932"/>
                    <a:pt x="11936" y="13925"/>
                  </a:cubicBezTo>
                  <a:cubicBezTo>
                    <a:pt x="11868" y="13913"/>
                    <a:pt x="11868" y="13913"/>
                    <a:pt x="11842" y="13881"/>
                  </a:cubicBezTo>
                  <a:cubicBezTo>
                    <a:pt x="11831" y="13862"/>
                    <a:pt x="11821" y="13842"/>
                    <a:pt x="11810" y="13822"/>
                  </a:cubicBezTo>
                  <a:cubicBezTo>
                    <a:pt x="11782" y="13788"/>
                    <a:pt x="11760" y="13786"/>
                    <a:pt x="11717" y="13779"/>
                  </a:cubicBezTo>
                  <a:cubicBezTo>
                    <a:pt x="11649" y="13767"/>
                    <a:pt x="11649" y="13767"/>
                    <a:pt x="11623" y="13735"/>
                  </a:cubicBezTo>
                  <a:cubicBezTo>
                    <a:pt x="11612" y="13716"/>
                    <a:pt x="11602" y="13696"/>
                    <a:pt x="11591" y="13676"/>
                  </a:cubicBezTo>
                  <a:cubicBezTo>
                    <a:pt x="11563" y="13642"/>
                    <a:pt x="11540" y="13640"/>
                    <a:pt x="11497" y="13633"/>
                  </a:cubicBezTo>
                  <a:cubicBezTo>
                    <a:pt x="11429" y="13621"/>
                    <a:pt x="11429" y="13621"/>
                    <a:pt x="11404" y="13589"/>
                  </a:cubicBezTo>
                  <a:cubicBezTo>
                    <a:pt x="11393" y="13570"/>
                    <a:pt x="11383" y="13550"/>
                    <a:pt x="11372" y="13530"/>
                  </a:cubicBezTo>
                  <a:cubicBezTo>
                    <a:pt x="11332" y="13481"/>
                    <a:pt x="11266" y="13477"/>
                    <a:pt x="11205" y="13468"/>
                  </a:cubicBezTo>
                  <a:cubicBezTo>
                    <a:pt x="11205" y="13492"/>
                    <a:pt x="11205" y="13516"/>
                    <a:pt x="11205" y="13541"/>
                  </a:cubicBezTo>
                  <a:cubicBezTo>
                    <a:pt x="11157" y="13541"/>
                    <a:pt x="11109" y="13541"/>
                    <a:pt x="11059" y="13541"/>
                  </a:cubicBezTo>
                  <a:cubicBezTo>
                    <a:pt x="11059" y="13565"/>
                    <a:pt x="11059" y="13590"/>
                    <a:pt x="11059" y="13614"/>
                  </a:cubicBezTo>
                  <a:cubicBezTo>
                    <a:pt x="11046" y="13619"/>
                    <a:pt x="11034" y="13623"/>
                    <a:pt x="11020" y="13628"/>
                  </a:cubicBezTo>
                  <a:cubicBezTo>
                    <a:pt x="11004" y="13634"/>
                    <a:pt x="10987" y="13640"/>
                    <a:pt x="10970" y="13646"/>
                  </a:cubicBezTo>
                  <a:cubicBezTo>
                    <a:pt x="10953" y="13652"/>
                    <a:pt x="10937" y="13658"/>
                    <a:pt x="10920" y="13664"/>
                  </a:cubicBezTo>
                  <a:cubicBezTo>
                    <a:pt x="10876" y="13687"/>
                    <a:pt x="10876" y="13687"/>
                    <a:pt x="10861" y="13726"/>
                  </a:cubicBezTo>
                  <a:cubicBezTo>
                    <a:pt x="10840" y="13760"/>
                    <a:pt x="10840" y="13760"/>
                    <a:pt x="10811" y="13768"/>
                  </a:cubicBezTo>
                  <a:cubicBezTo>
                    <a:pt x="10759" y="13773"/>
                    <a:pt x="10708" y="13776"/>
                    <a:pt x="10656" y="13778"/>
                  </a:cubicBezTo>
                  <a:cubicBezTo>
                    <a:pt x="10617" y="13781"/>
                    <a:pt x="10584" y="13784"/>
                    <a:pt x="10548" y="13797"/>
                  </a:cubicBezTo>
                  <a:cubicBezTo>
                    <a:pt x="10525" y="13824"/>
                    <a:pt x="10510" y="13851"/>
                    <a:pt x="10493" y="13882"/>
                  </a:cubicBezTo>
                  <a:cubicBezTo>
                    <a:pt x="10475" y="13907"/>
                    <a:pt x="10475" y="13907"/>
                    <a:pt x="10449" y="13916"/>
                  </a:cubicBezTo>
                  <a:cubicBezTo>
                    <a:pt x="10419" y="13917"/>
                    <a:pt x="10390" y="13916"/>
                    <a:pt x="10360" y="13913"/>
                  </a:cubicBezTo>
                  <a:cubicBezTo>
                    <a:pt x="10350" y="13913"/>
                    <a:pt x="10340" y="13912"/>
                    <a:pt x="10330" y="13912"/>
                  </a:cubicBezTo>
                  <a:cubicBezTo>
                    <a:pt x="10305" y="13911"/>
                    <a:pt x="10280" y="13909"/>
                    <a:pt x="10255" y="13907"/>
                  </a:cubicBezTo>
                  <a:cubicBezTo>
                    <a:pt x="10255" y="13931"/>
                    <a:pt x="10255" y="13955"/>
                    <a:pt x="10255" y="13980"/>
                  </a:cubicBezTo>
                  <a:cubicBezTo>
                    <a:pt x="10159" y="13980"/>
                    <a:pt x="10063" y="13980"/>
                    <a:pt x="9963" y="13980"/>
                  </a:cubicBezTo>
                  <a:cubicBezTo>
                    <a:pt x="9963" y="14004"/>
                    <a:pt x="9963" y="14028"/>
                    <a:pt x="9963" y="14053"/>
                  </a:cubicBezTo>
                  <a:cubicBezTo>
                    <a:pt x="9915" y="14053"/>
                    <a:pt x="9867" y="14053"/>
                    <a:pt x="9817" y="14053"/>
                  </a:cubicBezTo>
                  <a:cubicBezTo>
                    <a:pt x="9817" y="14077"/>
                    <a:pt x="9817" y="14101"/>
                    <a:pt x="9817" y="14126"/>
                  </a:cubicBezTo>
                  <a:cubicBezTo>
                    <a:pt x="9793" y="14126"/>
                    <a:pt x="9769" y="14126"/>
                    <a:pt x="9744" y="14126"/>
                  </a:cubicBezTo>
                  <a:cubicBezTo>
                    <a:pt x="9744" y="14198"/>
                    <a:pt x="9744" y="14270"/>
                    <a:pt x="9744" y="14345"/>
                  </a:cubicBezTo>
                  <a:cubicBezTo>
                    <a:pt x="9720" y="14345"/>
                    <a:pt x="9696" y="14345"/>
                    <a:pt x="9671" y="14345"/>
                  </a:cubicBezTo>
                  <a:cubicBezTo>
                    <a:pt x="9671" y="14490"/>
                    <a:pt x="9671" y="14634"/>
                    <a:pt x="9671" y="14783"/>
                  </a:cubicBezTo>
                  <a:cubicBezTo>
                    <a:pt x="9647" y="14783"/>
                    <a:pt x="9623" y="14783"/>
                    <a:pt x="9598" y="14783"/>
                  </a:cubicBezTo>
                  <a:cubicBezTo>
                    <a:pt x="9598" y="14797"/>
                    <a:pt x="9599" y="14810"/>
                    <a:pt x="9599" y="14824"/>
                  </a:cubicBezTo>
                  <a:cubicBezTo>
                    <a:pt x="9600" y="14875"/>
                    <a:pt x="9601" y="14925"/>
                    <a:pt x="9602" y="14976"/>
                  </a:cubicBezTo>
                  <a:cubicBezTo>
                    <a:pt x="9602" y="14998"/>
                    <a:pt x="9603" y="15020"/>
                    <a:pt x="9604" y="15041"/>
                  </a:cubicBezTo>
                  <a:cubicBezTo>
                    <a:pt x="9608" y="15192"/>
                    <a:pt x="9594" y="15304"/>
                    <a:pt x="9525" y="15441"/>
                  </a:cubicBezTo>
                  <a:cubicBezTo>
                    <a:pt x="9501" y="15441"/>
                    <a:pt x="9477" y="15441"/>
                    <a:pt x="9452" y="15441"/>
                  </a:cubicBezTo>
                  <a:cubicBezTo>
                    <a:pt x="9452" y="15465"/>
                    <a:pt x="9452" y="15489"/>
                    <a:pt x="9452" y="15514"/>
                  </a:cubicBezTo>
                  <a:cubicBezTo>
                    <a:pt x="9428" y="15514"/>
                    <a:pt x="9404" y="15514"/>
                    <a:pt x="9379" y="15514"/>
                  </a:cubicBezTo>
                  <a:cubicBezTo>
                    <a:pt x="9380" y="15524"/>
                    <a:pt x="9381" y="15535"/>
                    <a:pt x="9383" y="15545"/>
                  </a:cubicBezTo>
                  <a:cubicBezTo>
                    <a:pt x="9376" y="15616"/>
                    <a:pt x="9330" y="15657"/>
                    <a:pt x="9279" y="15702"/>
                  </a:cubicBezTo>
                  <a:cubicBezTo>
                    <a:pt x="9200" y="15762"/>
                    <a:pt x="9103" y="15752"/>
                    <a:pt x="9008" y="15749"/>
                  </a:cubicBezTo>
                  <a:cubicBezTo>
                    <a:pt x="8986" y="15749"/>
                    <a:pt x="8964" y="15749"/>
                    <a:pt x="8941" y="15750"/>
                  </a:cubicBezTo>
                  <a:cubicBezTo>
                    <a:pt x="8881" y="15750"/>
                    <a:pt x="8821" y="15749"/>
                    <a:pt x="8761" y="15748"/>
                  </a:cubicBezTo>
                  <a:cubicBezTo>
                    <a:pt x="8698" y="15747"/>
                    <a:pt x="8634" y="15747"/>
                    <a:pt x="8571" y="15746"/>
                  </a:cubicBezTo>
                  <a:cubicBezTo>
                    <a:pt x="8452" y="15746"/>
                    <a:pt x="8333" y="15745"/>
                    <a:pt x="8214" y="15743"/>
                  </a:cubicBezTo>
                  <a:cubicBezTo>
                    <a:pt x="8078" y="15742"/>
                    <a:pt x="7942" y="15741"/>
                    <a:pt x="7806" y="15740"/>
                  </a:cubicBezTo>
                  <a:cubicBezTo>
                    <a:pt x="7527" y="15739"/>
                    <a:pt x="7247" y="15736"/>
                    <a:pt x="6968" y="15733"/>
                  </a:cubicBezTo>
                  <a:cubicBezTo>
                    <a:pt x="6968" y="15709"/>
                    <a:pt x="6968" y="15685"/>
                    <a:pt x="6968" y="15660"/>
                  </a:cubicBezTo>
                  <a:cubicBezTo>
                    <a:pt x="6959" y="15658"/>
                    <a:pt x="6950" y="15655"/>
                    <a:pt x="6941" y="15653"/>
                  </a:cubicBezTo>
                  <a:cubicBezTo>
                    <a:pt x="6853" y="15631"/>
                    <a:pt x="6764" y="15609"/>
                    <a:pt x="6676" y="15587"/>
                  </a:cubicBezTo>
                  <a:cubicBezTo>
                    <a:pt x="6676" y="15563"/>
                    <a:pt x="6676" y="15539"/>
                    <a:pt x="6676" y="15514"/>
                  </a:cubicBezTo>
                  <a:cubicBezTo>
                    <a:pt x="6652" y="15514"/>
                    <a:pt x="6628" y="15514"/>
                    <a:pt x="6603" y="15514"/>
                  </a:cubicBezTo>
                  <a:cubicBezTo>
                    <a:pt x="6603" y="15490"/>
                    <a:pt x="6603" y="15465"/>
                    <a:pt x="6603" y="15441"/>
                  </a:cubicBezTo>
                  <a:cubicBezTo>
                    <a:pt x="6579" y="15441"/>
                    <a:pt x="6555" y="15441"/>
                    <a:pt x="6530" y="15441"/>
                  </a:cubicBezTo>
                  <a:cubicBezTo>
                    <a:pt x="6530" y="15344"/>
                    <a:pt x="6530" y="15248"/>
                    <a:pt x="6530" y="15148"/>
                  </a:cubicBezTo>
                  <a:cubicBezTo>
                    <a:pt x="6506" y="15148"/>
                    <a:pt x="6482" y="15148"/>
                    <a:pt x="6457" y="15148"/>
                  </a:cubicBezTo>
                  <a:cubicBezTo>
                    <a:pt x="6457" y="15004"/>
                    <a:pt x="6457" y="14859"/>
                    <a:pt x="6457" y="14710"/>
                  </a:cubicBezTo>
                  <a:cubicBezTo>
                    <a:pt x="6433" y="14710"/>
                    <a:pt x="6409" y="14710"/>
                    <a:pt x="6384" y="14710"/>
                  </a:cubicBezTo>
                  <a:cubicBezTo>
                    <a:pt x="6384" y="14541"/>
                    <a:pt x="6384" y="14373"/>
                    <a:pt x="6384" y="14199"/>
                  </a:cubicBezTo>
                  <a:cubicBezTo>
                    <a:pt x="6360" y="14199"/>
                    <a:pt x="6336" y="14199"/>
                    <a:pt x="6311" y="14199"/>
                  </a:cubicBezTo>
                  <a:cubicBezTo>
                    <a:pt x="6295" y="14176"/>
                    <a:pt x="6295" y="14176"/>
                    <a:pt x="6283" y="14146"/>
                  </a:cubicBezTo>
                  <a:cubicBezTo>
                    <a:pt x="6264" y="14113"/>
                    <a:pt x="6250" y="14093"/>
                    <a:pt x="6213" y="14080"/>
                  </a:cubicBezTo>
                  <a:cubicBezTo>
                    <a:pt x="6149" y="14066"/>
                    <a:pt x="6084" y="14059"/>
                    <a:pt x="6018" y="14053"/>
                  </a:cubicBezTo>
                  <a:cubicBezTo>
                    <a:pt x="6018" y="14029"/>
                    <a:pt x="6018" y="14004"/>
                    <a:pt x="6018" y="13980"/>
                  </a:cubicBezTo>
                  <a:cubicBezTo>
                    <a:pt x="6011" y="13980"/>
                    <a:pt x="6011" y="13980"/>
                    <a:pt x="5973" y="13983"/>
                  </a:cubicBezTo>
                  <a:cubicBezTo>
                    <a:pt x="5953" y="13985"/>
                    <a:pt x="5933" y="13986"/>
                    <a:pt x="5913" y="13986"/>
                  </a:cubicBezTo>
                  <a:cubicBezTo>
                    <a:pt x="5909" y="13987"/>
                    <a:pt x="5909" y="13987"/>
                    <a:pt x="5884" y="13989"/>
                  </a:cubicBezTo>
                  <a:cubicBezTo>
                    <a:pt x="5852" y="13990"/>
                    <a:pt x="5829" y="13990"/>
                    <a:pt x="5799" y="13980"/>
                  </a:cubicBezTo>
                  <a:cubicBezTo>
                    <a:pt x="5781" y="13955"/>
                    <a:pt x="5781" y="13955"/>
                    <a:pt x="5765" y="13926"/>
                  </a:cubicBezTo>
                  <a:cubicBezTo>
                    <a:pt x="5735" y="13873"/>
                    <a:pt x="5735" y="13873"/>
                    <a:pt x="5694" y="13859"/>
                  </a:cubicBezTo>
                  <a:cubicBezTo>
                    <a:pt x="5656" y="13855"/>
                    <a:pt x="5619" y="13853"/>
                    <a:pt x="5580" y="13852"/>
                  </a:cubicBezTo>
                  <a:cubicBezTo>
                    <a:pt x="5482" y="13849"/>
                    <a:pt x="5482" y="13849"/>
                    <a:pt x="5434" y="13834"/>
                  </a:cubicBezTo>
                  <a:cubicBezTo>
                    <a:pt x="5410" y="13807"/>
                    <a:pt x="5394" y="13781"/>
                    <a:pt x="5377" y="13749"/>
                  </a:cubicBezTo>
                  <a:cubicBezTo>
                    <a:pt x="5361" y="13724"/>
                    <a:pt x="5361" y="13724"/>
                    <a:pt x="5322" y="13705"/>
                  </a:cubicBezTo>
                  <a:cubicBezTo>
                    <a:pt x="5309" y="13703"/>
                    <a:pt x="5296" y="13701"/>
                    <a:pt x="5283" y="13699"/>
                  </a:cubicBezTo>
                  <a:cubicBezTo>
                    <a:pt x="5277" y="13698"/>
                    <a:pt x="5277" y="13698"/>
                    <a:pt x="5244" y="13692"/>
                  </a:cubicBezTo>
                  <a:cubicBezTo>
                    <a:pt x="5235" y="13690"/>
                    <a:pt x="5225" y="13689"/>
                    <a:pt x="5215" y="13687"/>
                  </a:cubicBezTo>
                  <a:cubicBezTo>
                    <a:pt x="5215" y="13663"/>
                    <a:pt x="5215" y="13639"/>
                    <a:pt x="5215" y="13614"/>
                  </a:cubicBezTo>
                  <a:cubicBezTo>
                    <a:pt x="5167" y="13614"/>
                    <a:pt x="5118" y="13614"/>
                    <a:pt x="5069" y="13614"/>
                  </a:cubicBezTo>
                  <a:cubicBezTo>
                    <a:pt x="5069" y="13590"/>
                    <a:pt x="5069" y="13566"/>
                    <a:pt x="5069" y="13541"/>
                  </a:cubicBezTo>
                  <a:cubicBezTo>
                    <a:pt x="5060" y="13539"/>
                    <a:pt x="5051" y="13537"/>
                    <a:pt x="5042" y="13535"/>
                  </a:cubicBezTo>
                  <a:cubicBezTo>
                    <a:pt x="4954" y="13512"/>
                    <a:pt x="4865" y="13490"/>
                    <a:pt x="4777" y="13468"/>
                  </a:cubicBezTo>
                  <a:cubicBezTo>
                    <a:pt x="4777" y="13492"/>
                    <a:pt x="4777" y="13516"/>
                    <a:pt x="4777" y="13541"/>
                  </a:cubicBezTo>
                  <a:cubicBezTo>
                    <a:pt x="4752" y="13541"/>
                    <a:pt x="4728" y="13541"/>
                    <a:pt x="4704" y="13541"/>
                  </a:cubicBezTo>
                  <a:cubicBezTo>
                    <a:pt x="4704" y="13565"/>
                    <a:pt x="4704" y="13590"/>
                    <a:pt x="4704" y="13614"/>
                  </a:cubicBezTo>
                  <a:cubicBezTo>
                    <a:pt x="4691" y="13619"/>
                    <a:pt x="4678" y="13623"/>
                    <a:pt x="4665" y="13628"/>
                  </a:cubicBezTo>
                  <a:cubicBezTo>
                    <a:pt x="4648" y="13634"/>
                    <a:pt x="4632" y="13640"/>
                    <a:pt x="4614" y="13646"/>
                  </a:cubicBezTo>
                  <a:cubicBezTo>
                    <a:pt x="4606" y="13649"/>
                    <a:pt x="4606" y="13649"/>
                    <a:pt x="4564" y="13664"/>
                  </a:cubicBezTo>
                  <a:cubicBezTo>
                    <a:pt x="4514" y="13691"/>
                    <a:pt x="4506" y="13710"/>
                    <a:pt x="4484" y="13760"/>
                  </a:cubicBezTo>
                  <a:cubicBezTo>
                    <a:pt x="4446" y="13765"/>
                    <a:pt x="4446" y="13765"/>
                    <a:pt x="4411" y="13760"/>
                  </a:cubicBezTo>
                  <a:cubicBezTo>
                    <a:pt x="4411" y="13785"/>
                    <a:pt x="4411" y="13809"/>
                    <a:pt x="4411" y="13834"/>
                  </a:cubicBezTo>
                  <a:cubicBezTo>
                    <a:pt x="4387" y="13834"/>
                    <a:pt x="4363" y="13834"/>
                    <a:pt x="4338" y="13834"/>
                  </a:cubicBezTo>
                  <a:cubicBezTo>
                    <a:pt x="4338" y="13858"/>
                    <a:pt x="4338" y="13882"/>
                    <a:pt x="4338" y="13907"/>
                  </a:cubicBezTo>
                  <a:cubicBezTo>
                    <a:pt x="4290" y="13907"/>
                    <a:pt x="4242" y="13907"/>
                    <a:pt x="4192" y="13907"/>
                  </a:cubicBezTo>
                  <a:cubicBezTo>
                    <a:pt x="4192" y="13931"/>
                    <a:pt x="4192" y="13955"/>
                    <a:pt x="4192" y="13980"/>
                  </a:cubicBezTo>
                  <a:cubicBezTo>
                    <a:pt x="4179" y="13984"/>
                    <a:pt x="4167" y="13988"/>
                    <a:pt x="4153" y="13993"/>
                  </a:cubicBezTo>
                  <a:cubicBezTo>
                    <a:pt x="4137" y="13999"/>
                    <a:pt x="4120" y="14005"/>
                    <a:pt x="4103" y="14012"/>
                  </a:cubicBezTo>
                  <a:cubicBezTo>
                    <a:pt x="4095" y="14015"/>
                    <a:pt x="4095" y="14015"/>
                    <a:pt x="4053" y="14030"/>
                  </a:cubicBezTo>
                  <a:cubicBezTo>
                    <a:pt x="4002" y="14057"/>
                    <a:pt x="3998" y="14075"/>
                    <a:pt x="3973" y="14126"/>
                  </a:cubicBezTo>
                  <a:cubicBezTo>
                    <a:pt x="3882" y="14179"/>
                    <a:pt x="3786" y="14210"/>
                    <a:pt x="3681" y="14199"/>
                  </a:cubicBezTo>
                  <a:cubicBezTo>
                    <a:pt x="3681" y="14223"/>
                    <a:pt x="3681" y="14247"/>
                    <a:pt x="3681" y="14272"/>
                  </a:cubicBezTo>
                  <a:cubicBezTo>
                    <a:pt x="3560" y="14272"/>
                    <a:pt x="3440" y="14272"/>
                    <a:pt x="3316" y="14272"/>
                  </a:cubicBezTo>
                  <a:cubicBezTo>
                    <a:pt x="3316" y="14248"/>
                    <a:pt x="3316" y="14224"/>
                    <a:pt x="3316" y="14199"/>
                  </a:cubicBezTo>
                  <a:cubicBezTo>
                    <a:pt x="3267" y="14199"/>
                    <a:pt x="3219" y="14199"/>
                    <a:pt x="3169" y="14199"/>
                  </a:cubicBezTo>
                  <a:cubicBezTo>
                    <a:pt x="3169" y="14175"/>
                    <a:pt x="3169" y="14151"/>
                    <a:pt x="3169" y="14126"/>
                  </a:cubicBezTo>
                  <a:cubicBezTo>
                    <a:pt x="3160" y="14127"/>
                    <a:pt x="3151" y="14129"/>
                    <a:pt x="3142" y="14130"/>
                  </a:cubicBezTo>
                  <a:cubicBezTo>
                    <a:pt x="3084" y="14135"/>
                    <a:pt x="3041" y="14138"/>
                    <a:pt x="2993" y="14104"/>
                  </a:cubicBezTo>
                  <a:cubicBezTo>
                    <a:pt x="2962" y="14070"/>
                    <a:pt x="2934" y="14036"/>
                    <a:pt x="2907" y="14000"/>
                  </a:cubicBezTo>
                  <a:cubicBezTo>
                    <a:pt x="2885" y="13973"/>
                    <a:pt x="2863" y="13946"/>
                    <a:pt x="2840" y="13920"/>
                  </a:cubicBezTo>
                  <a:cubicBezTo>
                    <a:pt x="2838" y="13916"/>
                    <a:pt x="2838" y="13916"/>
                    <a:pt x="2823" y="13898"/>
                  </a:cubicBezTo>
                  <a:cubicBezTo>
                    <a:pt x="2754" y="13815"/>
                    <a:pt x="2678" y="13739"/>
                    <a:pt x="2601" y="13662"/>
                  </a:cubicBezTo>
                  <a:cubicBezTo>
                    <a:pt x="2594" y="13655"/>
                    <a:pt x="2587" y="13648"/>
                    <a:pt x="2580" y="13641"/>
                  </a:cubicBezTo>
                  <a:cubicBezTo>
                    <a:pt x="2485" y="13547"/>
                    <a:pt x="2388" y="13457"/>
                    <a:pt x="2281" y="13377"/>
                  </a:cubicBezTo>
                  <a:cubicBezTo>
                    <a:pt x="2221" y="13331"/>
                    <a:pt x="2221" y="13331"/>
                    <a:pt x="2214" y="13281"/>
                  </a:cubicBezTo>
                  <a:cubicBezTo>
                    <a:pt x="2216" y="13270"/>
                    <a:pt x="2218" y="13260"/>
                    <a:pt x="2220" y="13249"/>
                  </a:cubicBezTo>
                  <a:cubicBezTo>
                    <a:pt x="2196" y="13249"/>
                    <a:pt x="2172" y="13249"/>
                    <a:pt x="2147" y="13249"/>
                  </a:cubicBezTo>
                  <a:cubicBezTo>
                    <a:pt x="2147" y="13225"/>
                    <a:pt x="2147" y="13201"/>
                    <a:pt x="2147" y="13176"/>
                  </a:cubicBezTo>
                  <a:cubicBezTo>
                    <a:pt x="2123" y="13176"/>
                    <a:pt x="2098" y="13176"/>
                    <a:pt x="2074" y="13176"/>
                  </a:cubicBezTo>
                  <a:cubicBezTo>
                    <a:pt x="2074" y="13152"/>
                    <a:pt x="2074" y="13128"/>
                    <a:pt x="2074" y="13103"/>
                  </a:cubicBezTo>
                  <a:cubicBezTo>
                    <a:pt x="2064" y="13101"/>
                    <a:pt x="2054" y="13099"/>
                    <a:pt x="2044" y="13096"/>
                  </a:cubicBezTo>
                  <a:cubicBezTo>
                    <a:pt x="1896" y="13061"/>
                    <a:pt x="1896" y="13061"/>
                    <a:pt x="1854" y="13030"/>
                  </a:cubicBezTo>
                  <a:cubicBezTo>
                    <a:pt x="1850" y="12991"/>
                    <a:pt x="1850" y="12991"/>
                    <a:pt x="1854" y="12957"/>
                  </a:cubicBezTo>
                  <a:cubicBezTo>
                    <a:pt x="1830" y="12957"/>
                    <a:pt x="1806" y="12957"/>
                    <a:pt x="1781" y="12957"/>
                  </a:cubicBezTo>
                  <a:cubicBezTo>
                    <a:pt x="1781" y="12933"/>
                    <a:pt x="1781" y="12909"/>
                    <a:pt x="1781" y="12884"/>
                  </a:cubicBezTo>
                  <a:cubicBezTo>
                    <a:pt x="1757" y="12884"/>
                    <a:pt x="1733" y="12884"/>
                    <a:pt x="1708" y="12884"/>
                  </a:cubicBezTo>
                  <a:cubicBezTo>
                    <a:pt x="1708" y="12860"/>
                    <a:pt x="1708" y="12836"/>
                    <a:pt x="1708" y="12811"/>
                  </a:cubicBezTo>
                  <a:cubicBezTo>
                    <a:pt x="1684" y="12811"/>
                    <a:pt x="1660" y="12811"/>
                    <a:pt x="1635" y="12811"/>
                  </a:cubicBezTo>
                  <a:cubicBezTo>
                    <a:pt x="1635" y="12763"/>
                    <a:pt x="1635" y="12714"/>
                    <a:pt x="1635" y="12665"/>
                  </a:cubicBezTo>
                  <a:cubicBezTo>
                    <a:pt x="1611" y="12665"/>
                    <a:pt x="1587" y="12665"/>
                    <a:pt x="1562" y="12665"/>
                  </a:cubicBezTo>
                  <a:cubicBezTo>
                    <a:pt x="1562" y="12520"/>
                    <a:pt x="1562" y="12375"/>
                    <a:pt x="1562" y="12226"/>
                  </a:cubicBezTo>
                  <a:cubicBezTo>
                    <a:pt x="1586" y="12226"/>
                    <a:pt x="1611" y="12226"/>
                    <a:pt x="1635" y="12226"/>
                  </a:cubicBezTo>
                  <a:cubicBezTo>
                    <a:pt x="1635" y="12178"/>
                    <a:pt x="1635" y="12130"/>
                    <a:pt x="1635" y="12080"/>
                  </a:cubicBezTo>
                  <a:cubicBezTo>
                    <a:pt x="1659" y="12080"/>
                    <a:pt x="1684" y="12080"/>
                    <a:pt x="1708" y="12080"/>
                  </a:cubicBezTo>
                  <a:cubicBezTo>
                    <a:pt x="1708" y="12032"/>
                    <a:pt x="1708" y="11984"/>
                    <a:pt x="1708" y="11934"/>
                  </a:cubicBezTo>
                  <a:cubicBezTo>
                    <a:pt x="1732" y="11934"/>
                    <a:pt x="1757" y="11934"/>
                    <a:pt x="1781" y="11934"/>
                  </a:cubicBezTo>
                  <a:cubicBezTo>
                    <a:pt x="1781" y="11910"/>
                    <a:pt x="1781" y="11886"/>
                    <a:pt x="1781" y="11861"/>
                  </a:cubicBezTo>
                  <a:cubicBezTo>
                    <a:pt x="1806" y="11861"/>
                    <a:pt x="1830" y="11861"/>
                    <a:pt x="1854" y="11861"/>
                  </a:cubicBezTo>
                  <a:cubicBezTo>
                    <a:pt x="1854" y="11813"/>
                    <a:pt x="1854" y="11765"/>
                    <a:pt x="1854" y="11715"/>
                  </a:cubicBezTo>
                  <a:cubicBezTo>
                    <a:pt x="1879" y="11715"/>
                    <a:pt x="1903" y="11715"/>
                    <a:pt x="1928" y="11715"/>
                  </a:cubicBezTo>
                  <a:cubicBezTo>
                    <a:pt x="1928" y="11691"/>
                    <a:pt x="1928" y="11667"/>
                    <a:pt x="1928" y="11642"/>
                  </a:cubicBezTo>
                  <a:cubicBezTo>
                    <a:pt x="1952" y="11642"/>
                    <a:pt x="1976" y="11642"/>
                    <a:pt x="2001" y="11642"/>
                  </a:cubicBezTo>
                  <a:cubicBezTo>
                    <a:pt x="2001" y="11618"/>
                    <a:pt x="2001" y="11594"/>
                    <a:pt x="2001" y="11569"/>
                  </a:cubicBezTo>
                  <a:cubicBezTo>
                    <a:pt x="2025" y="11569"/>
                    <a:pt x="2049" y="11569"/>
                    <a:pt x="2074" y="11569"/>
                  </a:cubicBezTo>
                  <a:cubicBezTo>
                    <a:pt x="2074" y="11521"/>
                    <a:pt x="2074" y="11472"/>
                    <a:pt x="2074" y="11423"/>
                  </a:cubicBezTo>
                  <a:cubicBezTo>
                    <a:pt x="2098" y="11423"/>
                    <a:pt x="2122" y="11423"/>
                    <a:pt x="2147" y="11423"/>
                  </a:cubicBezTo>
                  <a:cubicBezTo>
                    <a:pt x="2147" y="11399"/>
                    <a:pt x="2147" y="11375"/>
                    <a:pt x="2147" y="11350"/>
                  </a:cubicBezTo>
                  <a:cubicBezTo>
                    <a:pt x="2171" y="11350"/>
                    <a:pt x="2195" y="11350"/>
                    <a:pt x="2220" y="11350"/>
                  </a:cubicBezTo>
                  <a:cubicBezTo>
                    <a:pt x="2220" y="11302"/>
                    <a:pt x="2220" y="11253"/>
                    <a:pt x="2220" y="11204"/>
                  </a:cubicBezTo>
                  <a:cubicBezTo>
                    <a:pt x="2244" y="11204"/>
                    <a:pt x="2268" y="11204"/>
                    <a:pt x="2293" y="11204"/>
                  </a:cubicBezTo>
                  <a:cubicBezTo>
                    <a:pt x="2293" y="11155"/>
                    <a:pt x="2293" y="11107"/>
                    <a:pt x="2293" y="11058"/>
                  </a:cubicBezTo>
                  <a:cubicBezTo>
                    <a:pt x="2269" y="11058"/>
                    <a:pt x="2245" y="11058"/>
                    <a:pt x="2220" y="11058"/>
                  </a:cubicBezTo>
                  <a:cubicBezTo>
                    <a:pt x="2220" y="11009"/>
                    <a:pt x="2220" y="10961"/>
                    <a:pt x="2220" y="10911"/>
                  </a:cubicBezTo>
                  <a:cubicBezTo>
                    <a:pt x="2196" y="10911"/>
                    <a:pt x="2172" y="10911"/>
                    <a:pt x="2147" y="10911"/>
                  </a:cubicBezTo>
                  <a:cubicBezTo>
                    <a:pt x="2147" y="10863"/>
                    <a:pt x="2147" y="10815"/>
                    <a:pt x="2147" y="10765"/>
                  </a:cubicBezTo>
                  <a:cubicBezTo>
                    <a:pt x="2123" y="10765"/>
                    <a:pt x="2098" y="10765"/>
                    <a:pt x="2074" y="10765"/>
                  </a:cubicBezTo>
                  <a:cubicBezTo>
                    <a:pt x="2074" y="10717"/>
                    <a:pt x="2074" y="10669"/>
                    <a:pt x="2074" y="10619"/>
                  </a:cubicBezTo>
                  <a:cubicBezTo>
                    <a:pt x="2050" y="10619"/>
                    <a:pt x="2025" y="10619"/>
                    <a:pt x="2001" y="10619"/>
                  </a:cubicBezTo>
                  <a:cubicBezTo>
                    <a:pt x="2001" y="10547"/>
                    <a:pt x="2001" y="10475"/>
                    <a:pt x="2001" y="10400"/>
                  </a:cubicBezTo>
                  <a:cubicBezTo>
                    <a:pt x="1976" y="10400"/>
                    <a:pt x="1952" y="10400"/>
                    <a:pt x="1928" y="10400"/>
                  </a:cubicBezTo>
                  <a:cubicBezTo>
                    <a:pt x="1928" y="10328"/>
                    <a:pt x="1928" y="10255"/>
                    <a:pt x="1928" y="10181"/>
                  </a:cubicBezTo>
                  <a:cubicBezTo>
                    <a:pt x="1903" y="10181"/>
                    <a:pt x="1879" y="10181"/>
                    <a:pt x="1854" y="10181"/>
                  </a:cubicBezTo>
                  <a:cubicBezTo>
                    <a:pt x="1854" y="10133"/>
                    <a:pt x="1854" y="10084"/>
                    <a:pt x="1854" y="10035"/>
                  </a:cubicBezTo>
                  <a:cubicBezTo>
                    <a:pt x="1830" y="10035"/>
                    <a:pt x="1806" y="10035"/>
                    <a:pt x="1781" y="10035"/>
                  </a:cubicBezTo>
                  <a:cubicBezTo>
                    <a:pt x="1781" y="9962"/>
                    <a:pt x="1781" y="9890"/>
                    <a:pt x="1781" y="9816"/>
                  </a:cubicBezTo>
                  <a:cubicBezTo>
                    <a:pt x="1757" y="9816"/>
                    <a:pt x="1733" y="9816"/>
                    <a:pt x="1708" y="9816"/>
                  </a:cubicBezTo>
                  <a:cubicBezTo>
                    <a:pt x="1708" y="9767"/>
                    <a:pt x="1708" y="9719"/>
                    <a:pt x="1708" y="9670"/>
                  </a:cubicBezTo>
                  <a:cubicBezTo>
                    <a:pt x="1684" y="9670"/>
                    <a:pt x="1660" y="9670"/>
                    <a:pt x="1635" y="9670"/>
                  </a:cubicBezTo>
                  <a:cubicBezTo>
                    <a:pt x="1635" y="9645"/>
                    <a:pt x="1635" y="9621"/>
                    <a:pt x="1635" y="9597"/>
                  </a:cubicBezTo>
                  <a:cubicBezTo>
                    <a:pt x="1515" y="9597"/>
                    <a:pt x="1394" y="9597"/>
                    <a:pt x="1270" y="9597"/>
                  </a:cubicBezTo>
                  <a:cubicBezTo>
                    <a:pt x="1270" y="9572"/>
                    <a:pt x="1270" y="9548"/>
                    <a:pt x="1270" y="9523"/>
                  </a:cubicBezTo>
                  <a:cubicBezTo>
                    <a:pt x="1265" y="9524"/>
                    <a:pt x="1265" y="9524"/>
                    <a:pt x="1240" y="9524"/>
                  </a:cubicBezTo>
                  <a:cubicBezTo>
                    <a:pt x="1196" y="9525"/>
                    <a:pt x="1152" y="9525"/>
                    <a:pt x="1108" y="9526"/>
                  </a:cubicBezTo>
                  <a:cubicBezTo>
                    <a:pt x="1093" y="9526"/>
                    <a:pt x="1077" y="9526"/>
                    <a:pt x="1061" y="9527"/>
                  </a:cubicBezTo>
                  <a:cubicBezTo>
                    <a:pt x="1054" y="9527"/>
                    <a:pt x="1054" y="9527"/>
                    <a:pt x="1017" y="9527"/>
                  </a:cubicBezTo>
                  <a:cubicBezTo>
                    <a:pt x="1010" y="9527"/>
                    <a:pt x="1010" y="9527"/>
                    <a:pt x="976" y="9528"/>
                  </a:cubicBezTo>
                  <a:cubicBezTo>
                    <a:pt x="941" y="9523"/>
                    <a:pt x="941" y="9523"/>
                    <a:pt x="905" y="9487"/>
                  </a:cubicBezTo>
                  <a:cubicBezTo>
                    <a:pt x="867" y="9479"/>
                    <a:pt x="867" y="9479"/>
                    <a:pt x="821" y="9475"/>
                  </a:cubicBezTo>
                  <a:cubicBezTo>
                    <a:pt x="805" y="9474"/>
                    <a:pt x="789" y="9472"/>
                    <a:pt x="772" y="9471"/>
                  </a:cubicBezTo>
                  <a:cubicBezTo>
                    <a:pt x="763" y="9470"/>
                    <a:pt x="763" y="9470"/>
                    <a:pt x="720" y="9466"/>
                  </a:cubicBezTo>
                  <a:cubicBezTo>
                    <a:pt x="703" y="9465"/>
                    <a:pt x="685" y="9463"/>
                    <a:pt x="668" y="9462"/>
                  </a:cubicBezTo>
                  <a:cubicBezTo>
                    <a:pt x="625" y="9458"/>
                    <a:pt x="582" y="9454"/>
                    <a:pt x="540" y="9450"/>
                  </a:cubicBezTo>
                  <a:cubicBezTo>
                    <a:pt x="540" y="9426"/>
                    <a:pt x="540" y="9402"/>
                    <a:pt x="540" y="9377"/>
                  </a:cubicBezTo>
                  <a:cubicBezTo>
                    <a:pt x="525" y="9379"/>
                    <a:pt x="511" y="9382"/>
                    <a:pt x="497" y="9384"/>
                  </a:cubicBezTo>
                  <a:cubicBezTo>
                    <a:pt x="350" y="9399"/>
                    <a:pt x="350" y="9399"/>
                    <a:pt x="297" y="9360"/>
                  </a:cubicBezTo>
                  <a:cubicBezTo>
                    <a:pt x="261" y="9323"/>
                    <a:pt x="234" y="9282"/>
                    <a:pt x="206" y="9238"/>
                  </a:cubicBezTo>
                  <a:cubicBezTo>
                    <a:pt x="174" y="9195"/>
                    <a:pt x="174" y="9195"/>
                    <a:pt x="134" y="9175"/>
                  </a:cubicBezTo>
                  <a:cubicBezTo>
                    <a:pt x="123" y="9170"/>
                    <a:pt x="112" y="9164"/>
                    <a:pt x="101" y="9158"/>
                  </a:cubicBezTo>
                  <a:cubicBezTo>
                    <a:pt x="94" y="9123"/>
                    <a:pt x="94" y="9123"/>
                    <a:pt x="97" y="9083"/>
                  </a:cubicBezTo>
                  <a:cubicBezTo>
                    <a:pt x="97" y="9070"/>
                    <a:pt x="98" y="9056"/>
                    <a:pt x="99" y="9043"/>
                  </a:cubicBezTo>
                  <a:cubicBezTo>
                    <a:pt x="100" y="9033"/>
                    <a:pt x="100" y="9023"/>
                    <a:pt x="101" y="9012"/>
                  </a:cubicBezTo>
                  <a:cubicBezTo>
                    <a:pt x="77" y="9012"/>
                    <a:pt x="53" y="9012"/>
                    <a:pt x="28" y="9012"/>
                  </a:cubicBezTo>
                  <a:cubicBezTo>
                    <a:pt x="24" y="8725"/>
                    <a:pt x="21" y="8437"/>
                    <a:pt x="19" y="8150"/>
                  </a:cubicBezTo>
                  <a:cubicBezTo>
                    <a:pt x="18" y="8017"/>
                    <a:pt x="17" y="7883"/>
                    <a:pt x="14" y="7750"/>
                  </a:cubicBezTo>
                  <a:cubicBezTo>
                    <a:pt x="13" y="7633"/>
                    <a:pt x="11" y="7517"/>
                    <a:pt x="11" y="7401"/>
                  </a:cubicBezTo>
                  <a:cubicBezTo>
                    <a:pt x="11" y="7339"/>
                    <a:pt x="10" y="7278"/>
                    <a:pt x="9" y="7216"/>
                  </a:cubicBezTo>
                  <a:cubicBezTo>
                    <a:pt x="0" y="6791"/>
                    <a:pt x="0" y="6791"/>
                    <a:pt x="92" y="6688"/>
                  </a:cubicBezTo>
                  <a:cubicBezTo>
                    <a:pt x="130" y="6655"/>
                    <a:pt x="169" y="6629"/>
                    <a:pt x="211" y="6601"/>
                  </a:cubicBezTo>
                  <a:cubicBezTo>
                    <a:pt x="239" y="6566"/>
                    <a:pt x="239" y="6566"/>
                    <a:pt x="258" y="6536"/>
                  </a:cubicBezTo>
                  <a:cubicBezTo>
                    <a:pt x="353" y="6393"/>
                    <a:pt x="353" y="6393"/>
                    <a:pt x="430" y="6373"/>
                  </a:cubicBezTo>
                  <a:cubicBezTo>
                    <a:pt x="516" y="6363"/>
                    <a:pt x="600" y="6370"/>
                    <a:pt x="686" y="6382"/>
                  </a:cubicBezTo>
                  <a:cubicBezTo>
                    <a:pt x="686" y="6358"/>
                    <a:pt x="686" y="6334"/>
                    <a:pt x="686" y="6309"/>
                  </a:cubicBezTo>
                  <a:cubicBezTo>
                    <a:pt x="806" y="6309"/>
                    <a:pt x="927" y="6309"/>
                    <a:pt x="1051" y="6309"/>
                  </a:cubicBezTo>
                  <a:cubicBezTo>
                    <a:pt x="1051" y="6285"/>
                    <a:pt x="1051" y="6261"/>
                    <a:pt x="1051" y="6236"/>
                  </a:cubicBezTo>
                  <a:cubicBezTo>
                    <a:pt x="1063" y="6235"/>
                    <a:pt x="1076" y="6234"/>
                    <a:pt x="1089" y="6233"/>
                  </a:cubicBezTo>
                  <a:cubicBezTo>
                    <a:pt x="1136" y="6230"/>
                    <a:pt x="1183" y="6226"/>
                    <a:pt x="1230" y="6223"/>
                  </a:cubicBezTo>
                  <a:cubicBezTo>
                    <a:pt x="1250" y="6221"/>
                    <a:pt x="1271" y="6219"/>
                    <a:pt x="1291" y="6218"/>
                  </a:cubicBezTo>
                  <a:cubicBezTo>
                    <a:pt x="1409" y="6209"/>
                    <a:pt x="1522" y="6198"/>
                    <a:pt x="1635" y="6163"/>
                  </a:cubicBezTo>
                  <a:cubicBezTo>
                    <a:pt x="1635" y="6139"/>
                    <a:pt x="1635" y="6115"/>
                    <a:pt x="1635" y="6090"/>
                  </a:cubicBezTo>
                  <a:cubicBezTo>
                    <a:pt x="1659" y="6090"/>
                    <a:pt x="1684" y="6090"/>
                    <a:pt x="1708" y="6090"/>
                  </a:cubicBezTo>
                  <a:cubicBezTo>
                    <a:pt x="1708" y="6042"/>
                    <a:pt x="1708" y="5994"/>
                    <a:pt x="1708" y="5944"/>
                  </a:cubicBezTo>
                  <a:cubicBezTo>
                    <a:pt x="1732" y="5944"/>
                    <a:pt x="1757" y="5944"/>
                    <a:pt x="1781" y="5944"/>
                  </a:cubicBezTo>
                  <a:cubicBezTo>
                    <a:pt x="1781" y="5872"/>
                    <a:pt x="1781" y="5799"/>
                    <a:pt x="1781" y="5725"/>
                  </a:cubicBezTo>
                  <a:cubicBezTo>
                    <a:pt x="1806" y="5725"/>
                    <a:pt x="1830" y="5725"/>
                    <a:pt x="1854" y="5725"/>
                  </a:cubicBezTo>
                  <a:cubicBezTo>
                    <a:pt x="1854" y="5677"/>
                    <a:pt x="1854" y="5628"/>
                    <a:pt x="1854" y="5579"/>
                  </a:cubicBezTo>
                  <a:cubicBezTo>
                    <a:pt x="1879" y="5579"/>
                    <a:pt x="1903" y="5579"/>
                    <a:pt x="1928" y="5579"/>
                  </a:cubicBezTo>
                  <a:cubicBezTo>
                    <a:pt x="1927" y="5567"/>
                    <a:pt x="1925" y="5556"/>
                    <a:pt x="1924" y="5545"/>
                  </a:cubicBezTo>
                  <a:cubicBezTo>
                    <a:pt x="1918" y="5415"/>
                    <a:pt x="1948" y="5338"/>
                    <a:pt x="2017" y="5229"/>
                  </a:cubicBezTo>
                  <a:cubicBezTo>
                    <a:pt x="2079" y="5128"/>
                    <a:pt x="2126" y="5039"/>
                    <a:pt x="2147" y="4921"/>
                  </a:cubicBezTo>
                  <a:cubicBezTo>
                    <a:pt x="2171" y="4921"/>
                    <a:pt x="2195" y="4921"/>
                    <a:pt x="2220" y="4921"/>
                  </a:cubicBezTo>
                  <a:cubicBezTo>
                    <a:pt x="2220" y="4873"/>
                    <a:pt x="2220" y="4825"/>
                    <a:pt x="2220" y="4775"/>
                  </a:cubicBezTo>
                  <a:cubicBezTo>
                    <a:pt x="2244" y="4775"/>
                    <a:pt x="2268" y="4775"/>
                    <a:pt x="2293" y="4775"/>
                  </a:cubicBezTo>
                  <a:cubicBezTo>
                    <a:pt x="2283" y="4733"/>
                    <a:pt x="2272" y="4691"/>
                    <a:pt x="2261" y="4650"/>
                  </a:cubicBezTo>
                  <a:cubicBezTo>
                    <a:pt x="2258" y="4638"/>
                    <a:pt x="2255" y="4626"/>
                    <a:pt x="2252" y="4613"/>
                  </a:cubicBezTo>
                  <a:cubicBezTo>
                    <a:pt x="2243" y="4581"/>
                    <a:pt x="2235" y="4550"/>
                    <a:pt x="2220" y="4519"/>
                  </a:cubicBezTo>
                  <a:cubicBezTo>
                    <a:pt x="2181" y="4498"/>
                    <a:pt x="2181" y="4498"/>
                    <a:pt x="2147" y="4483"/>
                  </a:cubicBezTo>
                  <a:cubicBezTo>
                    <a:pt x="2140" y="4447"/>
                    <a:pt x="2140" y="4447"/>
                    <a:pt x="2142" y="4408"/>
                  </a:cubicBezTo>
                  <a:cubicBezTo>
                    <a:pt x="2143" y="4394"/>
                    <a:pt x="2143" y="4381"/>
                    <a:pt x="2144" y="4367"/>
                  </a:cubicBezTo>
                  <a:cubicBezTo>
                    <a:pt x="2145" y="4357"/>
                    <a:pt x="2146" y="4347"/>
                    <a:pt x="2147" y="4337"/>
                  </a:cubicBezTo>
                  <a:cubicBezTo>
                    <a:pt x="2136" y="4339"/>
                    <a:pt x="2126" y="4342"/>
                    <a:pt x="2115" y="4345"/>
                  </a:cubicBezTo>
                  <a:cubicBezTo>
                    <a:pt x="2074" y="4337"/>
                    <a:pt x="2074" y="4337"/>
                    <a:pt x="2055" y="4313"/>
                  </a:cubicBezTo>
                  <a:cubicBezTo>
                    <a:pt x="2036" y="4280"/>
                    <a:pt x="2018" y="4246"/>
                    <a:pt x="2001" y="4211"/>
                  </a:cubicBezTo>
                  <a:cubicBezTo>
                    <a:pt x="1931" y="4074"/>
                    <a:pt x="1931" y="4074"/>
                    <a:pt x="1854" y="4045"/>
                  </a:cubicBezTo>
                  <a:cubicBezTo>
                    <a:pt x="1850" y="4006"/>
                    <a:pt x="1850" y="4006"/>
                    <a:pt x="1854" y="3972"/>
                  </a:cubicBezTo>
                  <a:cubicBezTo>
                    <a:pt x="1830" y="3972"/>
                    <a:pt x="1806" y="3972"/>
                    <a:pt x="1781" y="3972"/>
                  </a:cubicBezTo>
                  <a:cubicBezTo>
                    <a:pt x="1781" y="3923"/>
                    <a:pt x="1781" y="3875"/>
                    <a:pt x="1781" y="3825"/>
                  </a:cubicBezTo>
                  <a:cubicBezTo>
                    <a:pt x="1757" y="3825"/>
                    <a:pt x="1733" y="3825"/>
                    <a:pt x="1708" y="3825"/>
                  </a:cubicBezTo>
                  <a:cubicBezTo>
                    <a:pt x="1666" y="3789"/>
                    <a:pt x="1639" y="3740"/>
                    <a:pt x="1631" y="3684"/>
                  </a:cubicBezTo>
                  <a:cubicBezTo>
                    <a:pt x="1631" y="3654"/>
                    <a:pt x="1631" y="3654"/>
                    <a:pt x="1635" y="3606"/>
                  </a:cubicBezTo>
                  <a:cubicBezTo>
                    <a:pt x="1611" y="3606"/>
                    <a:pt x="1587" y="3606"/>
                    <a:pt x="1562" y="3606"/>
                  </a:cubicBezTo>
                  <a:cubicBezTo>
                    <a:pt x="1562" y="3462"/>
                    <a:pt x="1562" y="3317"/>
                    <a:pt x="1562" y="3168"/>
                  </a:cubicBezTo>
                  <a:cubicBezTo>
                    <a:pt x="1586" y="3168"/>
                    <a:pt x="1611" y="3168"/>
                    <a:pt x="1635" y="3168"/>
                  </a:cubicBezTo>
                  <a:cubicBezTo>
                    <a:pt x="1635" y="3120"/>
                    <a:pt x="1635" y="3072"/>
                    <a:pt x="1635" y="3022"/>
                  </a:cubicBezTo>
                  <a:cubicBezTo>
                    <a:pt x="1659" y="3022"/>
                    <a:pt x="1684" y="3022"/>
                    <a:pt x="1708" y="3022"/>
                  </a:cubicBezTo>
                  <a:cubicBezTo>
                    <a:pt x="1707" y="3011"/>
                    <a:pt x="1706" y="3000"/>
                    <a:pt x="1705" y="2989"/>
                  </a:cubicBezTo>
                  <a:cubicBezTo>
                    <a:pt x="1708" y="2949"/>
                    <a:pt x="1708" y="2949"/>
                    <a:pt x="1731" y="2922"/>
                  </a:cubicBezTo>
                  <a:cubicBezTo>
                    <a:pt x="1737" y="2917"/>
                    <a:pt x="1737" y="2917"/>
                    <a:pt x="1763" y="2896"/>
                  </a:cubicBezTo>
                  <a:cubicBezTo>
                    <a:pt x="1774" y="2887"/>
                    <a:pt x="1786" y="2878"/>
                    <a:pt x="1797" y="2868"/>
                  </a:cubicBezTo>
                  <a:cubicBezTo>
                    <a:pt x="1810" y="2859"/>
                    <a:pt x="1822" y="2849"/>
                    <a:pt x="1834" y="2839"/>
                  </a:cubicBezTo>
                  <a:cubicBezTo>
                    <a:pt x="1858" y="2820"/>
                    <a:pt x="1881" y="2801"/>
                    <a:pt x="1905" y="2782"/>
                  </a:cubicBezTo>
                  <a:cubicBezTo>
                    <a:pt x="1910" y="2778"/>
                    <a:pt x="1910" y="2778"/>
                    <a:pt x="1936" y="2757"/>
                  </a:cubicBezTo>
                  <a:cubicBezTo>
                    <a:pt x="1964" y="2730"/>
                    <a:pt x="1964" y="2730"/>
                    <a:pt x="1984" y="2690"/>
                  </a:cubicBezTo>
                  <a:cubicBezTo>
                    <a:pt x="1989" y="2679"/>
                    <a:pt x="1995" y="2668"/>
                    <a:pt x="2001" y="2657"/>
                  </a:cubicBezTo>
                  <a:cubicBezTo>
                    <a:pt x="2039" y="2652"/>
                    <a:pt x="2039" y="2652"/>
                    <a:pt x="2074" y="2657"/>
                  </a:cubicBezTo>
                  <a:cubicBezTo>
                    <a:pt x="2073" y="2645"/>
                    <a:pt x="2072" y="2634"/>
                    <a:pt x="2071" y="2623"/>
                  </a:cubicBezTo>
                  <a:cubicBezTo>
                    <a:pt x="2074" y="2584"/>
                    <a:pt x="2074" y="2584"/>
                    <a:pt x="2092" y="2560"/>
                  </a:cubicBezTo>
                  <a:cubicBezTo>
                    <a:pt x="2096" y="2557"/>
                    <a:pt x="2096" y="2557"/>
                    <a:pt x="2118" y="2540"/>
                  </a:cubicBezTo>
                  <a:cubicBezTo>
                    <a:pt x="2124" y="2535"/>
                    <a:pt x="2124" y="2535"/>
                    <a:pt x="2150" y="2514"/>
                  </a:cubicBezTo>
                  <a:cubicBezTo>
                    <a:pt x="2162" y="2505"/>
                    <a:pt x="2173" y="2495"/>
                    <a:pt x="2185" y="2485"/>
                  </a:cubicBezTo>
                  <a:cubicBezTo>
                    <a:pt x="2351" y="2347"/>
                    <a:pt x="2503" y="2195"/>
                    <a:pt x="2656" y="2042"/>
                  </a:cubicBezTo>
                  <a:cubicBezTo>
                    <a:pt x="2668" y="2030"/>
                    <a:pt x="2681" y="2018"/>
                    <a:pt x="2693" y="2005"/>
                  </a:cubicBezTo>
                  <a:cubicBezTo>
                    <a:pt x="2729" y="1969"/>
                    <a:pt x="2765" y="1934"/>
                    <a:pt x="2801" y="1898"/>
                  </a:cubicBezTo>
                  <a:cubicBezTo>
                    <a:pt x="2806" y="1893"/>
                    <a:pt x="2806" y="1893"/>
                    <a:pt x="2834" y="1865"/>
                  </a:cubicBezTo>
                  <a:cubicBezTo>
                    <a:pt x="2844" y="1855"/>
                    <a:pt x="2854" y="1845"/>
                    <a:pt x="2864" y="1834"/>
                  </a:cubicBezTo>
                  <a:cubicBezTo>
                    <a:pt x="2873" y="1826"/>
                    <a:pt x="2881" y="1817"/>
                    <a:pt x="2891" y="1808"/>
                  </a:cubicBezTo>
                  <a:cubicBezTo>
                    <a:pt x="2914" y="1780"/>
                    <a:pt x="2914" y="1780"/>
                    <a:pt x="2932" y="1741"/>
                  </a:cubicBezTo>
                  <a:cubicBezTo>
                    <a:pt x="2964" y="1681"/>
                    <a:pt x="3029" y="1674"/>
                    <a:pt x="3091" y="1654"/>
                  </a:cubicBezTo>
                  <a:cubicBezTo>
                    <a:pt x="3133" y="1634"/>
                    <a:pt x="3133" y="1634"/>
                    <a:pt x="3150" y="1598"/>
                  </a:cubicBezTo>
                  <a:cubicBezTo>
                    <a:pt x="3174" y="1552"/>
                    <a:pt x="3199" y="1544"/>
                    <a:pt x="3247" y="1528"/>
                  </a:cubicBezTo>
                  <a:cubicBezTo>
                    <a:pt x="3252" y="1527"/>
                    <a:pt x="3252" y="1527"/>
                    <a:pt x="3279" y="1520"/>
                  </a:cubicBezTo>
                  <a:cubicBezTo>
                    <a:pt x="3290" y="1517"/>
                    <a:pt x="3301" y="1514"/>
                    <a:pt x="3313" y="1511"/>
                  </a:cubicBezTo>
                  <a:cubicBezTo>
                    <a:pt x="3408" y="1487"/>
                    <a:pt x="3503" y="1479"/>
                    <a:pt x="3601" y="1476"/>
                  </a:cubicBezTo>
                  <a:cubicBezTo>
                    <a:pt x="3615" y="1476"/>
                    <a:pt x="3629" y="1475"/>
                    <a:pt x="3644" y="1474"/>
                  </a:cubicBezTo>
                  <a:cubicBezTo>
                    <a:pt x="3683" y="1474"/>
                    <a:pt x="3716" y="1476"/>
                    <a:pt x="3754" y="1488"/>
                  </a:cubicBezTo>
                  <a:cubicBezTo>
                    <a:pt x="3779" y="1514"/>
                    <a:pt x="3794" y="1540"/>
                    <a:pt x="3811" y="1572"/>
                  </a:cubicBezTo>
                  <a:cubicBezTo>
                    <a:pt x="3827" y="1597"/>
                    <a:pt x="3827" y="1597"/>
                    <a:pt x="3866" y="1616"/>
                  </a:cubicBezTo>
                  <a:cubicBezTo>
                    <a:pt x="3879" y="1618"/>
                    <a:pt x="3891" y="1620"/>
                    <a:pt x="3905" y="1622"/>
                  </a:cubicBezTo>
                  <a:cubicBezTo>
                    <a:pt x="3917" y="1625"/>
                    <a:pt x="3930" y="1627"/>
                    <a:pt x="3944" y="1630"/>
                  </a:cubicBezTo>
                  <a:cubicBezTo>
                    <a:pt x="3953" y="1631"/>
                    <a:pt x="3963" y="1632"/>
                    <a:pt x="3973" y="1634"/>
                  </a:cubicBezTo>
                  <a:cubicBezTo>
                    <a:pt x="3973" y="1658"/>
                    <a:pt x="3973" y="1682"/>
                    <a:pt x="3973" y="1707"/>
                  </a:cubicBezTo>
                  <a:cubicBezTo>
                    <a:pt x="3997" y="1707"/>
                    <a:pt x="4021" y="1707"/>
                    <a:pt x="4046" y="1707"/>
                  </a:cubicBezTo>
                  <a:cubicBezTo>
                    <a:pt x="4046" y="1731"/>
                    <a:pt x="4046" y="1755"/>
                    <a:pt x="4046" y="1780"/>
                  </a:cubicBezTo>
                  <a:cubicBezTo>
                    <a:pt x="4094" y="1780"/>
                    <a:pt x="4142" y="1780"/>
                    <a:pt x="4192" y="1780"/>
                  </a:cubicBezTo>
                  <a:cubicBezTo>
                    <a:pt x="4192" y="1804"/>
                    <a:pt x="4192" y="1828"/>
                    <a:pt x="4192" y="1853"/>
                  </a:cubicBezTo>
                  <a:cubicBezTo>
                    <a:pt x="4216" y="1853"/>
                    <a:pt x="4240" y="1853"/>
                    <a:pt x="4265" y="1853"/>
                  </a:cubicBezTo>
                  <a:cubicBezTo>
                    <a:pt x="4265" y="1877"/>
                    <a:pt x="4265" y="1901"/>
                    <a:pt x="4265" y="1926"/>
                  </a:cubicBezTo>
                  <a:cubicBezTo>
                    <a:pt x="4270" y="1925"/>
                    <a:pt x="4270" y="1925"/>
                    <a:pt x="4295" y="1922"/>
                  </a:cubicBezTo>
                  <a:cubicBezTo>
                    <a:pt x="4336" y="1919"/>
                    <a:pt x="4371" y="1918"/>
                    <a:pt x="4411" y="1926"/>
                  </a:cubicBezTo>
                  <a:cubicBezTo>
                    <a:pt x="4435" y="1952"/>
                    <a:pt x="4448" y="1978"/>
                    <a:pt x="4464" y="2009"/>
                  </a:cubicBezTo>
                  <a:cubicBezTo>
                    <a:pt x="4503" y="2060"/>
                    <a:pt x="4569" y="2063"/>
                    <a:pt x="4630" y="2072"/>
                  </a:cubicBezTo>
                  <a:cubicBezTo>
                    <a:pt x="4630" y="2096"/>
                    <a:pt x="4630" y="2120"/>
                    <a:pt x="4630" y="2145"/>
                  </a:cubicBezTo>
                  <a:cubicBezTo>
                    <a:pt x="4679" y="2145"/>
                    <a:pt x="4727" y="2145"/>
                    <a:pt x="4777" y="2145"/>
                  </a:cubicBezTo>
                  <a:cubicBezTo>
                    <a:pt x="4777" y="2169"/>
                    <a:pt x="4777" y="2193"/>
                    <a:pt x="4777" y="2218"/>
                  </a:cubicBezTo>
                  <a:cubicBezTo>
                    <a:pt x="4873" y="2218"/>
                    <a:pt x="4969" y="2218"/>
                    <a:pt x="5069" y="2218"/>
                  </a:cubicBezTo>
                  <a:cubicBezTo>
                    <a:pt x="5069" y="2194"/>
                    <a:pt x="5069" y="2170"/>
                    <a:pt x="5069" y="2145"/>
                  </a:cubicBezTo>
                  <a:cubicBezTo>
                    <a:pt x="5117" y="2145"/>
                    <a:pt x="5165" y="2145"/>
                    <a:pt x="5215" y="2145"/>
                  </a:cubicBezTo>
                  <a:cubicBezTo>
                    <a:pt x="5215" y="2121"/>
                    <a:pt x="5215" y="2097"/>
                    <a:pt x="5215" y="2072"/>
                  </a:cubicBezTo>
                  <a:cubicBezTo>
                    <a:pt x="5228" y="2068"/>
                    <a:pt x="5240" y="2063"/>
                    <a:pt x="5254" y="2059"/>
                  </a:cubicBezTo>
                  <a:cubicBezTo>
                    <a:pt x="5270" y="2053"/>
                    <a:pt x="5287" y="2047"/>
                    <a:pt x="5304" y="2040"/>
                  </a:cubicBezTo>
                  <a:cubicBezTo>
                    <a:pt x="5312" y="2037"/>
                    <a:pt x="5312" y="2037"/>
                    <a:pt x="5354" y="2022"/>
                  </a:cubicBezTo>
                  <a:cubicBezTo>
                    <a:pt x="5398" y="1999"/>
                    <a:pt x="5398" y="1999"/>
                    <a:pt x="5412" y="1961"/>
                  </a:cubicBezTo>
                  <a:cubicBezTo>
                    <a:pt x="5434" y="1926"/>
                    <a:pt x="5434" y="1926"/>
                    <a:pt x="5463" y="1917"/>
                  </a:cubicBezTo>
                  <a:cubicBezTo>
                    <a:pt x="5502" y="1912"/>
                    <a:pt x="5541" y="1908"/>
                    <a:pt x="5580" y="1906"/>
                  </a:cubicBezTo>
                  <a:cubicBezTo>
                    <a:pt x="5607" y="1903"/>
                    <a:pt x="5633" y="1901"/>
                    <a:pt x="5660" y="1899"/>
                  </a:cubicBezTo>
                  <a:cubicBezTo>
                    <a:pt x="5672" y="1898"/>
                    <a:pt x="5684" y="1897"/>
                    <a:pt x="5696" y="1896"/>
                  </a:cubicBezTo>
                  <a:cubicBezTo>
                    <a:pt x="5726" y="1890"/>
                    <a:pt x="5726" y="1890"/>
                    <a:pt x="5763" y="1853"/>
                  </a:cubicBezTo>
                  <a:cubicBezTo>
                    <a:pt x="5806" y="1849"/>
                    <a:pt x="5806" y="1849"/>
                    <a:pt x="5856" y="1851"/>
                  </a:cubicBezTo>
                  <a:cubicBezTo>
                    <a:pt x="5873" y="1851"/>
                    <a:pt x="5890" y="1851"/>
                    <a:pt x="5907" y="1852"/>
                  </a:cubicBezTo>
                  <a:cubicBezTo>
                    <a:pt x="5920" y="1852"/>
                    <a:pt x="5932" y="1853"/>
                    <a:pt x="5945" y="1853"/>
                  </a:cubicBezTo>
                  <a:cubicBezTo>
                    <a:pt x="5945" y="1829"/>
                    <a:pt x="5945" y="1805"/>
                    <a:pt x="5945" y="1780"/>
                  </a:cubicBezTo>
                  <a:cubicBezTo>
                    <a:pt x="5994" y="1780"/>
                    <a:pt x="6042" y="1780"/>
                    <a:pt x="6092" y="1780"/>
                  </a:cubicBezTo>
                  <a:cubicBezTo>
                    <a:pt x="6092" y="1756"/>
                    <a:pt x="6092" y="1732"/>
                    <a:pt x="6092" y="1707"/>
                  </a:cubicBezTo>
                  <a:cubicBezTo>
                    <a:pt x="6176" y="1683"/>
                    <a:pt x="6260" y="1659"/>
                    <a:pt x="6347" y="1634"/>
                  </a:cubicBezTo>
                  <a:cubicBezTo>
                    <a:pt x="6359" y="1537"/>
                    <a:pt x="6371" y="1441"/>
                    <a:pt x="6384" y="1342"/>
                  </a:cubicBezTo>
                  <a:cubicBezTo>
                    <a:pt x="6408" y="1342"/>
                    <a:pt x="6432" y="1342"/>
                    <a:pt x="6457" y="1342"/>
                  </a:cubicBezTo>
                  <a:cubicBezTo>
                    <a:pt x="6457" y="1197"/>
                    <a:pt x="6457" y="1052"/>
                    <a:pt x="6457" y="903"/>
                  </a:cubicBezTo>
                  <a:cubicBezTo>
                    <a:pt x="6481" y="903"/>
                    <a:pt x="6505" y="903"/>
                    <a:pt x="6530" y="903"/>
                  </a:cubicBezTo>
                  <a:cubicBezTo>
                    <a:pt x="6530" y="759"/>
                    <a:pt x="6530" y="614"/>
                    <a:pt x="6530" y="465"/>
                  </a:cubicBezTo>
                  <a:cubicBezTo>
                    <a:pt x="6554" y="465"/>
                    <a:pt x="6578" y="465"/>
                    <a:pt x="6603" y="465"/>
                  </a:cubicBezTo>
                  <a:cubicBezTo>
                    <a:pt x="6602" y="461"/>
                    <a:pt x="6602" y="461"/>
                    <a:pt x="6596" y="438"/>
                  </a:cubicBezTo>
                  <a:cubicBezTo>
                    <a:pt x="6590" y="393"/>
                    <a:pt x="6590" y="363"/>
                    <a:pt x="6603" y="319"/>
                  </a:cubicBezTo>
                  <a:cubicBezTo>
                    <a:pt x="6636" y="281"/>
                    <a:pt x="6676" y="252"/>
                    <a:pt x="6717" y="224"/>
                  </a:cubicBezTo>
                  <a:cubicBezTo>
                    <a:pt x="6771" y="187"/>
                    <a:pt x="6795" y="160"/>
                    <a:pt x="6822" y="100"/>
                  </a:cubicBezTo>
                  <a:cubicBezTo>
                    <a:pt x="6861" y="95"/>
                    <a:pt x="6861" y="95"/>
                    <a:pt x="6895" y="100"/>
                  </a:cubicBezTo>
                  <a:cubicBezTo>
                    <a:pt x="6895" y="76"/>
                    <a:pt x="6895" y="52"/>
                    <a:pt x="6895" y="27"/>
                  </a:cubicBezTo>
                  <a:close/>
                  <a:moveTo>
                    <a:pt x="7187" y="392"/>
                  </a:moveTo>
                  <a:cubicBezTo>
                    <a:pt x="7187" y="416"/>
                    <a:pt x="7187" y="440"/>
                    <a:pt x="7187" y="465"/>
                  </a:cubicBezTo>
                  <a:cubicBezTo>
                    <a:pt x="7139" y="465"/>
                    <a:pt x="7091" y="465"/>
                    <a:pt x="7041" y="465"/>
                  </a:cubicBezTo>
                  <a:cubicBezTo>
                    <a:pt x="7041" y="489"/>
                    <a:pt x="7041" y="513"/>
                    <a:pt x="7041" y="538"/>
                  </a:cubicBezTo>
                  <a:cubicBezTo>
                    <a:pt x="7017" y="538"/>
                    <a:pt x="6993" y="538"/>
                    <a:pt x="6968" y="538"/>
                  </a:cubicBezTo>
                  <a:cubicBezTo>
                    <a:pt x="6968" y="659"/>
                    <a:pt x="6968" y="779"/>
                    <a:pt x="6968" y="903"/>
                  </a:cubicBezTo>
                  <a:cubicBezTo>
                    <a:pt x="6944" y="903"/>
                    <a:pt x="6920" y="903"/>
                    <a:pt x="6895" y="903"/>
                  </a:cubicBezTo>
                  <a:cubicBezTo>
                    <a:pt x="6895" y="1048"/>
                    <a:pt x="6895" y="1193"/>
                    <a:pt x="6895" y="1342"/>
                  </a:cubicBezTo>
                  <a:cubicBezTo>
                    <a:pt x="6871" y="1342"/>
                    <a:pt x="6847" y="1342"/>
                    <a:pt x="6822" y="1342"/>
                  </a:cubicBezTo>
                  <a:cubicBezTo>
                    <a:pt x="6822" y="1510"/>
                    <a:pt x="6822" y="1679"/>
                    <a:pt x="6822" y="1853"/>
                  </a:cubicBezTo>
                  <a:cubicBezTo>
                    <a:pt x="6798" y="1853"/>
                    <a:pt x="6774" y="1853"/>
                    <a:pt x="6749" y="1853"/>
                  </a:cubicBezTo>
                  <a:cubicBezTo>
                    <a:pt x="6749" y="1877"/>
                    <a:pt x="6749" y="1901"/>
                    <a:pt x="6749" y="1926"/>
                  </a:cubicBezTo>
                  <a:cubicBezTo>
                    <a:pt x="6725" y="1926"/>
                    <a:pt x="6701" y="1926"/>
                    <a:pt x="6676" y="1926"/>
                  </a:cubicBezTo>
                  <a:cubicBezTo>
                    <a:pt x="6676" y="1950"/>
                    <a:pt x="6676" y="1974"/>
                    <a:pt x="6676" y="1999"/>
                  </a:cubicBezTo>
                  <a:cubicBezTo>
                    <a:pt x="6652" y="1999"/>
                    <a:pt x="6628" y="1999"/>
                    <a:pt x="6603" y="1999"/>
                  </a:cubicBezTo>
                  <a:cubicBezTo>
                    <a:pt x="6603" y="2023"/>
                    <a:pt x="6603" y="2047"/>
                    <a:pt x="6603" y="2072"/>
                  </a:cubicBezTo>
                  <a:cubicBezTo>
                    <a:pt x="6531" y="2072"/>
                    <a:pt x="6458" y="2072"/>
                    <a:pt x="6384" y="2072"/>
                  </a:cubicBezTo>
                  <a:cubicBezTo>
                    <a:pt x="6384" y="2096"/>
                    <a:pt x="6384" y="2120"/>
                    <a:pt x="6384" y="2145"/>
                  </a:cubicBezTo>
                  <a:cubicBezTo>
                    <a:pt x="6311" y="2145"/>
                    <a:pt x="6239" y="2145"/>
                    <a:pt x="6165" y="2145"/>
                  </a:cubicBezTo>
                  <a:cubicBezTo>
                    <a:pt x="6165" y="2169"/>
                    <a:pt x="6165" y="2193"/>
                    <a:pt x="6165" y="2218"/>
                  </a:cubicBezTo>
                  <a:cubicBezTo>
                    <a:pt x="6092" y="2218"/>
                    <a:pt x="6020" y="2218"/>
                    <a:pt x="5945" y="2218"/>
                  </a:cubicBezTo>
                  <a:cubicBezTo>
                    <a:pt x="5945" y="2242"/>
                    <a:pt x="5945" y="2266"/>
                    <a:pt x="5945" y="2291"/>
                  </a:cubicBezTo>
                  <a:cubicBezTo>
                    <a:pt x="5873" y="2291"/>
                    <a:pt x="5801" y="2291"/>
                    <a:pt x="5726" y="2291"/>
                  </a:cubicBezTo>
                  <a:cubicBezTo>
                    <a:pt x="5726" y="2315"/>
                    <a:pt x="5726" y="2340"/>
                    <a:pt x="5726" y="2364"/>
                  </a:cubicBezTo>
                  <a:cubicBezTo>
                    <a:pt x="5678" y="2364"/>
                    <a:pt x="5630" y="2364"/>
                    <a:pt x="5580" y="2364"/>
                  </a:cubicBezTo>
                  <a:cubicBezTo>
                    <a:pt x="5580" y="2388"/>
                    <a:pt x="5580" y="2413"/>
                    <a:pt x="5580" y="2437"/>
                  </a:cubicBezTo>
                  <a:cubicBezTo>
                    <a:pt x="5532" y="2437"/>
                    <a:pt x="5484" y="2437"/>
                    <a:pt x="5434" y="2437"/>
                  </a:cubicBezTo>
                  <a:cubicBezTo>
                    <a:pt x="5434" y="2462"/>
                    <a:pt x="5434" y="2486"/>
                    <a:pt x="5434" y="2510"/>
                  </a:cubicBezTo>
                  <a:cubicBezTo>
                    <a:pt x="5386" y="2510"/>
                    <a:pt x="5338" y="2510"/>
                    <a:pt x="5288" y="2510"/>
                  </a:cubicBezTo>
                  <a:cubicBezTo>
                    <a:pt x="5288" y="2535"/>
                    <a:pt x="5288" y="2559"/>
                    <a:pt x="5288" y="2584"/>
                  </a:cubicBezTo>
                  <a:cubicBezTo>
                    <a:pt x="5240" y="2584"/>
                    <a:pt x="5192" y="2584"/>
                    <a:pt x="5142" y="2584"/>
                  </a:cubicBezTo>
                  <a:cubicBezTo>
                    <a:pt x="5142" y="2608"/>
                    <a:pt x="5142" y="2632"/>
                    <a:pt x="5142" y="2657"/>
                  </a:cubicBezTo>
                  <a:cubicBezTo>
                    <a:pt x="5094" y="2657"/>
                    <a:pt x="5045" y="2657"/>
                    <a:pt x="4996" y="2657"/>
                  </a:cubicBezTo>
                  <a:cubicBezTo>
                    <a:pt x="4996" y="2681"/>
                    <a:pt x="4996" y="2705"/>
                    <a:pt x="4996" y="2730"/>
                  </a:cubicBezTo>
                  <a:cubicBezTo>
                    <a:pt x="4899" y="2730"/>
                    <a:pt x="4803" y="2730"/>
                    <a:pt x="4704" y="2730"/>
                  </a:cubicBezTo>
                  <a:cubicBezTo>
                    <a:pt x="4704" y="2706"/>
                    <a:pt x="4704" y="2681"/>
                    <a:pt x="4704" y="2657"/>
                  </a:cubicBezTo>
                  <a:cubicBezTo>
                    <a:pt x="4655" y="2657"/>
                    <a:pt x="4607" y="2657"/>
                    <a:pt x="4557" y="2657"/>
                  </a:cubicBezTo>
                  <a:cubicBezTo>
                    <a:pt x="4557" y="2632"/>
                    <a:pt x="4557" y="2608"/>
                    <a:pt x="4557" y="2584"/>
                  </a:cubicBezTo>
                  <a:cubicBezTo>
                    <a:pt x="4533" y="2584"/>
                    <a:pt x="4509" y="2584"/>
                    <a:pt x="4484" y="2584"/>
                  </a:cubicBezTo>
                  <a:cubicBezTo>
                    <a:pt x="4484" y="2559"/>
                    <a:pt x="4484" y="2535"/>
                    <a:pt x="4484" y="2510"/>
                  </a:cubicBezTo>
                  <a:cubicBezTo>
                    <a:pt x="4436" y="2510"/>
                    <a:pt x="4388" y="2510"/>
                    <a:pt x="4338" y="2510"/>
                  </a:cubicBezTo>
                  <a:cubicBezTo>
                    <a:pt x="4338" y="2486"/>
                    <a:pt x="4338" y="2462"/>
                    <a:pt x="4338" y="2437"/>
                  </a:cubicBezTo>
                  <a:cubicBezTo>
                    <a:pt x="4314" y="2437"/>
                    <a:pt x="4290" y="2437"/>
                    <a:pt x="4265" y="2437"/>
                  </a:cubicBezTo>
                  <a:cubicBezTo>
                    <a:pt x="4265" y="2413"/>
                    <a:pt x="4265" y="2389"/>
                    <a:pt x="4265" y="2364"/>
                  </a:cubicBezTo>
                  <a:cubicBezTo>
                    <a:pt x="4241" y="2364"/>
                    <a:pt x="4217" y="2364"/>
                    <a:pt x="4192" y="2364"/>
                  </a:cubicBezTo>
                  <a:cubicBezTo>
                    <a:pt x="4192" y="2340"/>
                    <a:pt x="4192" y="2316"/>
                    <a:pt x="4192" y="2291"/>
                  </a:cubicBezTo>
                  <a:cubicBezTo>
                    <a:pt x="4144" y="2291"/>
                    <a:pt x="4096" y="2291"/>
                    <a:pt x="4046" y="2291"/>
                  </a:cubicBezTo>
                  <a:cubicBezTo>
                    <a:pt x="4046" y="2267"/>
                    <a:pt x="4046" y="2243"/>
                    <a:pt x="4046" y="2218"/>
                  </a:cubicBezTo>
                  <a:cubicBezTo>
                    <a:pt x="4022" y="2218"/>
                    <a:pt x="3998" y="2218"/>
                    <a:pt x="3973" y="2218"/>
                  </a:cubicBezTo>
                  <a:cubicBezTo>
                    <a:pt x="3973" y="2194"/>
                    <a:pt x="3973" y="2170"/>
                    <a:pt x="3973" y="2145"/>
                  </a:cubicBezTo>
                  <a:cubicBezTo>
                    <a:pt x="3925" y="2145"/>
                    <a:pt x="3877" y="2145"/>
                    <a:pt x="3827" y="2145"/>
                  </a:cubicBezTo>
                  <a:cubicBezTo>
                    <a:pt x="3827" y="2121"/>
                    <a:pt x="3827" y="2097"/>
                    <a:pt x="3827" y="2072"/>
                  </a:cubicBezTo>
                  <a:cubicBezTo>
                    <a:pt x="3803" y="2072"/>
                    <a:pt x="3779" y="2072"/>
                    <a:pt x="3754" y="2072"/>
                  </a:cubicBezTo>
                  <a:cubicBezTo>
                    <a:pt x="3754" y="2048"/>
                    <a:pt x="3754" y="2024"/>
                    <a:pt x="3754" y="1999"/>
                  </a:cubicBezTo>
                  <a:cubicBezTo>
                    <a:pt x="3706" y="1999"/>
                    <a:pt x="3657" y="1999"/>
                    <a:pt x="3608" y="1999"/>
                  </a:cubicBezTo>
                  <a:cubicBezTo>
                    <a:pt x="3608" y="1975"/>
                    <a:pt x="3608" y="1951"/>
                    <a:pt x="3608" y="1926"/>
                  </a:cubicBezTo>
                  <a:cubicBezTo>
                    <a:pt x="3535" y="1926"/>
                    <a:pt x="3463" y="1926"/>
                    <a:pt x="3389" y="1926"/>
                  </a:cubicBezTo>
                  <a:cubicBezTo>
                    <a:pt x="3389" y="1950"/>
                    <a:pt x="3389" y="1974"/>
                    <a:pt x="3389" y="1999"/>
                  </a:cubicBezTo>
                  <a:cubicBezTo>
                    <a:pt x="3364" y="1999"/>
                    <a:pt x="3340" y="1999"/>
                    <a:pt x="3316" y="1999"/>
                  </a:cubicBezTo>
                  <a:cubicBezTo>
                    <a:pt x="3316" y="2023"/>
                    <a:pt x="3316" y="2047"/>
                    <a:pt x="3316" y="2072"/>
                  </a:cubicBezTo>
                  <a:cubicBezTo>
                    <a:pt x="3291" y="2072"/>
                    <a:pt x="3267" y="2072"/>
                    <a:pt x="3242" y="2072"/>
                  </a:cubicBezTo>
                  <a:cubicBezTo>
                    <a:pt x="3242" y="2096"/>
                    <a:pt x="3242" y="2120"/>
                    <a:pt x="3242" y="2145"/>
                  </a:cubicBezTo>
                  <a:cubicBezTo>
                    <a:pt x="3218" y="2145"/>
                    <a:pt x="3194" y="2145"/>
                    <a:pt x="3169" y="2145"/>
                  </a:cubicBezTo>
                  <a:cubicBezTo>
                    <a:pt x="3169" y="2169"/>
                    <a:pt x="3169" y="2193"/>
                    <a:pt x="3169" y="2218"/>
                  </a:cubicBezTo>
                  <a:cubicBezTo>
                    <a:pt x="3145" y="2218"/>
                    <a:pt x="3121" y="2218"/>
                    <a:pt x="3096" y="2218"/>
                  </a:cubicBezTo>
                  <a:cubicBezTo>
                    <a:pt x="3096" y="2242"/>
                    <a:pt x="3096" y="2266"/>
                    <a:pt x="3096" y="2291"/>
                  </a:cubicBezTo>
                  <a:cubicBezTo>
                    <a:pt x="3072" y="2291"/>
                    <a:pt x="3048" y="2291"/>
                    <a:pt x="3023" y="2291"/>
                  </a:cubicBezTo>
                  <a:cubicBezTo>
                    <a:pt x="3023" y="2315"/>
                    <a:pt x="3023" y="2340"/>
                    <a:pt x="3023" y="2364"/>
                  </a:cubicBezTo>
                  <a:cubicBezTo>
                    <a:pt x="2975" y="2364"/>
                    <a:pt x="2927" y="2364"/>
                    <a:pt x="2877" y="2364"/>
                  </a:cubicBezTo>
                  <a:cubicBezTo>
                    <a:pt x="2877" y="2413"/>
                    <a:pt x="2877" y="2461"/>
                    <a:pt x="2877" y="2510"/>
                  </a:cubicBezTo>
                  <a:cubicBezTo>
                    <a:pt x="2853" y="2510"/>
                    <a:pt x="2829" y="2510"/>
                    <a:pt x="2804" y="2510"/>
                  </a:cubicBezTo>
                  <a:cubicBezTo>
                    <a:pt x="2804" y="2535"/>
                    <a:pt x="2804" y="2559"/>
                    <a:pt x="2804" y="2584"/>
                  </a:cubicBezTo>
                  <a:cubicBezTo>
                    <a:pt x="2780" y="2584"/>
                    <a:pt x="2756" y="2584"/>
                    <a:pt x="2731" y="2584"/>
                  </a:cubicBezTo>
                  <a:cubicBezTo>
                    <a:pt x="2731" y="2608"/>
                    <a:pt x="2731" y="2632"/>
                    <a:pt x="2731" y="2657"/>
                  </a:cubicBezTo>
                  <a:cubicBezTo>
                    <a:pt x="2707" y="2657"/>
                    <a:pt x="2683" y="2657"/>
                    <a:pt x="2658" y="2657"/>
                  </a:cubicBezTo>
                  <a:cubicBezTo>
                    <a:pt x="2658" y="2681"/>
                    <a:pt x="2658" y="2705"/>
                    <a:pt x="2658" y="2730"/>
                  </a:cubicBezTo>
                  <a:cubicBezTo>
                    <a:pt x="2634" y="2730"/>
                    <a:pt x="2610" y="2730"/>
                    <a:pt x="2585" y="2730"/>
                  </a:cubicBezTo>
                  <a:cubicBezTo>
                    <a:pt x="2585" y="2754"/>
                    <a:pt x="2585" y="2778"/>
                    <a:pt x="2585" y="2803"/>
                  </a:cubicBezTo>
                  <a:cubicBezTo>
                    <a:pt x="2561" y="2803"/>
                    <a:pt x="2537" y="2803"/>
                    <a:pt x="2512" y="2803"/>
                  </a:cubicBezTo>
                  <a:cubicBezTo>
                    <a:pt x="2512" y="2827"/>
                    <a:pt x="2512" y="2851"/>
                    <a:pt x="2512" y="2876"/>
                  </a:cubicBezTo>
                  <a:cubicBezTo>
                    <a:pt x="2488" y="2876"/>
                    <a:pt x="2464" y="2876"/>
                    <a:pt x="2439" y="2876"/>
                  </a:cubicBezTo>
                  <a:cubicBezTo>
                    <a:pt x="2439" y="2900"/>
                    <a:pt x="2439" y="2924"/>
                    <a:pt x="2439" y="2949"/>
                  </a:cubicBezTo>
                  <a:cubicBezTo>
                    <a:pt x="2391" y="2949"/>
                    <a:pt x="2342" y="2949"/>
                    <a:pt x="2293" y="2949"/>
                  </a:cubicBezTo>
                  <a:cubicBezTo>
                    <a:pt x="2293" y="2973"/>
                    <a:pt x="2293" y="2997"/>
                    <a:pt x="2293" y="3022"/>
                  </a:cubicBezTo>
                  <a:cubicBezTo>
                    <a:pt x="2269" y="3022"/>
                    <a:pt x="2245" y="3022"/>
                    <a:pt x="2220" y="3022"/>
                  </a:cubicBezTo>
                  <a:cubicBezTo>
                    <a:pt x="2220" y="3046"/>
                    <a:pt x="2220" y="3070"/>
                    <a:pt x="2220" y="3095"/>
                  </a:cubicBezTo>
                  <a:cubicBezTo>
                    <a:pt x="2196" y="3095"/>
                    <a:pt x="2172" y="3095"/>
                    <a:pt x="2147" y="3095"/>
                  </a:cubicBezTo>
                  <a:cubicBezTo>
                    <a:pt x="2147" y="3119"/>
                    <a:pt x="2147" y="3143"/>
                    <a:pt x="2147" y="3168"/>
                  </a:cubicBezTo>
                  <a:cubicBezTo>
                    <a:pt x="2123" y="3168"/>
                    <a:pt x="2098" y="3168"/>
                    <a:pt x="2074" y="3168"/>
                  </a:cubicBezTo>
                  <a:cubicBezTo>
                    <a:pt x="2074" y="3216"/>
                    <a:pt x="2074" y="3264"/>
                    <a:pt x="2074" y="3314"/>
                  </a:cubicBezTo>
                  <a:cubicBezTo>
                    <a:pt x="2050" y="3314"/>
                    <a:pt x="2025" y="3314"/>
                    <a:pt x="2001" y="3314"/>
                  </a:cubicBezTo>
                  <a:cubicBezTo>
                    <a:pt x="2001" y="3362"/>
                    <a:pt x="2001" y="3410"/>
                    <a:pt x="2001" y="3460"/>
                  </a:cubicBezTo>
                  <a:cubicBezTo>
                    <a:pt x="2025" y="3460"/>
                    <a:pt x="2049" y="3460"/>
                    <a:pt x="2074" y="3460"/>
                  </a:cubicBezTo>
                  <a:cubicBezTo>
                    <a:pt x="2074" y="3508"/>
                    <a:pt x="2074" y="3557"/>
                    <a:pt x="2074" y="3606"/>
                  </a:cubicBezTo>
                  <a:cubicBezTo>
                    <a:pt x="2098" y="3606"/>
                    <a:pt x="2122" y="3606"/>
                    <a:pt x="2147" y="3606"/>
                  </a:cubicBezTo>
                  <a:cubicBezTo>
                    <a:pt x="2147" y="3630"/>
                    <a:pt x="2147" y="3654"/>
                    <a:pt x="2147" y="3679"/>
                  </a:cubicBezTo>
                  <a:cubicBezTo>
                    <a:pt x="2171" y="3679"/>
                    <a:pt x="2195" y="3679"/>
                    <a:pt x="2220" y="3679"/>
                  </a:cubicBezTo>
                  <a:cubicBezTo>
                    <a:pt x="2220" y="3703"/>
                    <a:pt x="2220" y="3728"/>
                    <a:pt x="2220" y="3752"/>
                  </a:cubicBezTo>
                  <a:cubicBezTo>
                    <a:pt x="2244" y="3752"/>
                    <a:pt x="2268" y="3752"/>
                    <a:pt x="2293" y="3752"/>
                  </a:cubicBezTo>
                  <a:cubicBezTo>
                    <a:pt x="2293" y="3801"/>
                    <a:pt x="2293" y="3849"/>
                    <a:pt x="2293" y="3898"/>
                  </a:cubicBezTo>
                  <a:cubicBezTo>
                    <a:pt x="2317" y="3898"/>
                    <a:pt x="2341" y="3898"/>
                    <a:pt x="2366" y="3898"/>
                  </a:cubicBezTo>
                  <a:cubicBezTo>
                    <a:pt x="2366" y="3923"/>
                    <a:pt x="2366" y="3947"/>
                    <a:pt x="2366" y="3972"/>
                  </a:cubicBezTo>
                  <a:cubicBezTo>
                    <a:pt x="2390" y="3972"/>
                    <a:pt x="2414" y="3972"/>
                    <a:pt x="2439" y="3972"/>
                  </a:cubicBezTo>
                  <a:cubicBezTo>
                    <a:pt x="2439" y="4020"/>
                    <a:pt x="2439" y="4068"/>
                    <a:pt x="2439" y="4118"/>
                  </a:cubicBezTo>
                  <a:cubicBezTo>
                    <a:pt x="2463" y="4118"/>
                    <a:pt x="2487" y="4118"/>
                    <a:pt x="2512" y="4118"/>
                  </a:cubicBezTo>
                  <a:cubicBezTo>
                    <a:pt x="2512" y="4142"/>
                    <a:pt x="2512" y="4166"/>
                    <a:pt x="2512" y="4191"/>
                  </a:cubicBezTo>
                  <a:cubicBezTo>
                    <a:pt x="2536" y="4191"/>
                    <a:pt x="2560" y="4191"/>
                    <a:pt x="2585" y="4191"/>
                  </a:cubicBezTo>
                  <a:cubicBezTo>
                    <a:pt x="2585" y="4215"/>
                    <a:pt x="2585" y="4239"/>
                    <a:pt x="2585" y="4264"/>
                  </a:cubicBezTo>
                  <a:cubicBezTo>
                    <a:pt x="2609" y="4264"/>
                    <a:pt x="2633" y="4264"/>
                    <a:pt x="2658" y="4264"/>
                  </a:cubicBezTo>
                  <a:cubicBezTo>
                    <a:pt x="2658" y="4312"/>
                    <a:pt x="2658" y="4360"/>
                    <a:pt x="2658" y="4410"/>
                  </a:cubicBezTo>
                  <a:cubicBezTo>
                    <a:pt x="2682" y="4410"/>
                    <a:pt x="2706" y="4410"/>
                    <a:pt x="2731" y="4410"/>
                  </a:cubicBezTo>
                  <a:cubicBezTo>
                    <a:pt x="2731" y="4434"/>
                    <a:pt x="2731" y="4458"/>
                    <a:pt x="2731" y="4483"/>
                  </a:cubicBezTo>
                  <a:cubicBezTo>
                    <a:pt x="2755" y="4483"/>
                    <a:pt x="2779" y="4483"/>
                    <a:pt x="2804" y="4483"/>
                  </a:cubicBezTo>
                  <a:cubicBezTo>
                    <a:pt x="2804" y="4579"/>
                    <a:pt x="2804" y="4676"/>
                    <a:pt x="2804" y="4775"/>
                  </a:cubicBezTo>
                  <a:cubicBezTo>
                    <a:pt x="2780" y="4775"/>
                    <a:pt x="2756" y="4775"/>
                    <a:pt x="2731" y="4775"/>
                  </a:cubicBezTo>
                  <a:cubicBezTo>
                    <a:pt x="2731" y="4823"/>
                    <a:pt x="2731" y="4872"/>
                    <a:pt x="2731" y="4921"/>
                  </a:cubicBezTo>
                  <a:cubicBezTo>
                    <a:pt x="2707" y="4921"/>
                    <a:pt x="2683" y="4921"/>
                    <a:pt x="2658" y="4921"/>
                  </a:cubicBezTo>
                  <a:cubicBezTo>
                    <a:pt x="2658" y="4969"/>
                    <a:pt x="2658" y="5018"/>
                    <a:pt x="2658" y="5067"/>
                  </a:cubicBezTo>
                  <a:cubicBezTo>
                    <a:pt x="2634" y="5067"/>
                    <a:pt x="2610" y="5067"/>
                    <a:pt x="2585" y="5067"/>
                  </a:cubicBezTo>
                  <a:cubicBezTo>
                    <a:pt x="2585" y="5115"/>
                    <a:pt x="2585" y="5164"/>
                    <a:pt x="2585" y="5213"/>
                  </a:cubicBezTo>
                  <a:cubicBezTo>
                    <a:pt x="2561" y="5213"/>
                    <a:pt x="2537" y="5213"/>
                    <a:pt x="2512" y="5213"/>
                  </a:cubicBezTo>
                  <a:cubicBezTo>
                    <a:pt x="2512" y="5262"/>
                    <a:pt x="2512" y="5310"/>
                    <a:pt x="2512" y="5359"/>
                  </a:cubicBezTo>
                  <a:cubicBezTo>
                    <a:pt x="2488" y="5359"/>
                    <a:pt x="2464" y="5359"/>
                    <a:pt x="2439" y="5359"/>
                  </a:cubicBezTo>
                  <a:cubicBezTo>
                    <a:pt x="2439" y="5408"/>
                    <a:pt x="2439" y="5456"/>
                    <a:pt x="2439" y="5506"/>
                  </a:cubicBezTo>
                  <a:cubicBezTo>
                    <a:pt x="2415" y="5506"/>
                    <a:pt x="2391" y="5506"/>
                    <a:pt x="2366" y="5506"/>
                  </a:cubicBezTo>
                  <a:cubicBezTo>
                    <a:pt x="2366" y="5578"/>
                    <a:pt x="2366" y="5650"/>
                    <a:pt x="2366" y="5725"/>
                  </a:cubicBezTo>
                  <a:cubicBezTo>
                    <a:pt x="2342" y="5725"/>
                    <a:pt x="2318" y="5725"/>
                    <a:pt x="2293" y="5725"/>
                  </a:cubicBezTo>
                  <a:cubicBezTo>
                    <a:pt x="2293" y="5773"/>
                    <a:pt x="2293" y="5821"/>
                    <a:pt x="2293" y="5871"/>
                  </a:cubicBezTo>
                  <a:cubicBezTo>
                    <a:pt x="2269" y="5871"/>
                    <a:pt x="2245" y="5871"/>
                    <a:pt x="2220" y="5871"/>
                  </a:cubicBezTo>
                  <a:cubicBezTo>
                    <a:pt x="2220" y="5943"/>
                    <a:pt x="2220" y="6015"/>
                    <a:pt x="2220" y="6090"/>
                  </a:cubicBezTo>
                  <a:cubicBezTo>
                    <a:pt x="2196" y="6090"/>
                    <a:pt x="2172" y="6090"/>
                    <a:pt x="2147" y="6090"/>
                  </a:cubicBezTo>
                  <a:cubicBezTo>
                    <a:pt x="2147" y="6186"/>
                    <a:pt x="2147" y="6283"/>
                    <a:pt x="2147" y="6382"/>
                  </a:cubicBezTo>
                  <a:cubicBezTo>
                    <a:pt x="2123" y="6382"/>
                    <a:pt x="2098" y="6382"/>
                    <a:pt x="2074" y="6382"/>
                  </a:cubicBezTo>
                  <a:cubicBezTo>
                    <a:pt x="2074" y="6406"/>
                    <a:pt x="2074" y="6430"/>
                    <a:pt x="2074" y="6455"/>
                  </a:cubicBezTo>
                  <a:cubicBezTo>
                    <a:pt x="2050" y="6455"/>
                    <a:pt x="2025" y="6455"/>
                    <a:pt x="2001" y="6455"/>
                  </a:cubicBezTo>
                  <a:cubicBezTo>
                    <a:pt x="2001" y="6479"/>
                    <a:pt x="2001" y="6503"/>
                    <a:pt x="2001" y="6528"/>
                  </a:cubicBezTo>
                  <a:cubicBezTo>
                    <a:pt x="1928" y="6528"/>
                    <a:pt x="1856" y="6528"/>
                    <a:pt x="1781" y="6528"/>
                  </a:cubicBezTo>
                  <a:cubicBezTo>
                    <a:pt x="1781" y="6552"/>
                    <a:pt x="1781" y="6577"/>
                    <a:pt x="1781" y="6601"/>
                  </a:cubicBezTo>
                  <a:cubicBezTo>
                    <a:pt x="1661" y="6601"/>
                    <a:pt x="1540" y="6601"/>
                    <a:pt x="1416" y="6601"/>
                  </a:cubicBezTo>
                  <a:cubicBezTo>
                    <a:pt x="1416" y="6625"/>
                    <a:pt x="1416" y="6650"/>
                    <a:pt x="1416" y="6674"/>
                  </a:cubicBezTo>
                  <a:cubicBezTo>
                    <a:pt x="1296" y="6674"/>
                    <a:pt x="1175" y="6674"/>
                    <a:pt x="1051" y="6674"/>
                  </a:cubicBezTo>
                  <a:cubicBezTo>
                    <a:pt x="1051" y="6699"/>
                    <a:pt x="1051" y="6723"/>
                    <a:pt x="1051" y="6747"/>
                  </a:cubicBezTo>
                  <a:cubicBezTo>
                    <a:pt x="930" y="6747"/>
                    <a:pt x="810" y="6747"/>
                    <a:pt x="686" y="6747"/>
                  </a:cubicBezTo>
                  <a:cubicBezTo>
                    <a:pt x="686" y="6772"/>
                    <a:pt x="686" y="6796"/>
                    <a:pt x="686" y="6821"/>
                  </a:cubicBezTo>
                  <a:cubicBezTo>
                    <a:pt x="637" y="6821"/>
                    <a:pt x="589" y="6821"/>
                    <a:pt x="540" y="6821"/>
                  </a:cubicBezTo>
                  <a:cubicBezTo>
                    <a:pt x="540" y="6845"/>
                    <a:pt x="540" y="6869"/>
                    <a:pt x="540" y="6894"/>
                  </a:cubicBezTo>
                  <a:cubicBezTo>
                    <a:pt x="515" y="6894"/>
                    <a:pt x="491" y="6894"/>
                    <a:pt x="467" y="6894"/>
                  </a:cubicBezTo>
                  <a:cubicBezTo>
                    <a:pt x="467" y="7544"/>
                    <a:pt x="467" y="8195"/>
                    <a:pt x="467" y="8866"/>
                  </a:cubicBezTo>
                  <a:cubicBezTo>
                    <a:pt x="491" y="8866"/>
                    <a:pt x="515" y="8866"/>
                    <a:pt x="540" y="8866"/>
                  </a:cubicBezTo>
                  <a:cubicBezTo>
                    <a:pt x="540" y="8890"/>
                    <a:pt x="540" y="8914"/>
                    <a:pt x="540" y="8939"/>
                  </a:cubicBezTo>
                  <a:cubicBezTo>
                    <a:pt x="564" y="8939"/>
                    <a:pt x="588" y="8939"/>
                    <a:pt x="613" y="8939"/>
                  </a:cubicBezTo>
                  <a:cubicBezTo>
                    <a:pt x="613" y="8963"/>
                    <a:pt x="613" y="8987"/>
                    <a:pt x="613" y="9012"/>
                  </a:cubicBezTo>
                  <a:cubicBezTo>
                    <a:pt x="733" y="9012"/>
                    <a:pt x="854" y="9012"/>
                    <a:pt x="978" y="9012"/>
                  </a:cubicBezTo>
                  <a:cubicBezTo>
                    <a:pt x="978" y="9036"/>
                    <a:pt x="978" y="9060"/>
                    <a:pt x="978" y="9085"/>
                  </a:cubicBezTo>
                  <a:cubicBezTo>
                    <a:pt x="1098" y="9085"/>
                    <a:pt x="1219" y="9085"/>
                    <a:pt x="1343" y="9085"/>
                  </a:cubicBezTo>
                  <a:cubicBezTo>
                    <a:pt x="1343" y="9109"/>
                    <a:pt x="1343" y="9133"/>
                    <a:pt x="1343" y="9158"/>
                  </a:cubicBezTo>
                  <a:cubicBezTo>
                    <a:pt x="1464" y="9158"/>
                    <a:pt x="1584" y="9158"/>
                    <a:pt x="1708" y="9158"/>
                  </a:cubicBezTo>
                  <a:cubicBezTo>
                    <a:pt x="1708" y="9182"/>
                    <a:pt x="1708" y="9206"/>
                    <a:pt x="1708" y="9231"/>
                  </a:cubicBezTo>
                  <a:cubicBezTo>
                    <a:pt x="1805" y="9231"/>
                    <a:pt x="1901" y="9231"/>
                    <a:pt x="2001" y="9231"/>
                  </a:cubicBezTo>
                  <a:cubicBezTo>
                    <a:pt x="2001" y="9255"/>
                    <a:pt x="2001" y="9279"/>
                    <a:pt x="2001" y="9304"/>
                  </a:cubicBezTo>
                  <a:cubicBezTo>
                    <a:pt x="2025" y="9304"/>
                    <a:pt x="2049" y="9304"/>
                    <a:pt x="2074" y="9304"/>
                  </a:cubicBezTo>
                  <a:cubicBezTo>
                    <a:pt x="2074" y="9328"/>
                    <a:pt x="2074" y="9353"/>
                    <a:pt x="2074" y="9377"/>
                  </a:cubicBezTo>
                  <a:cubicBezTo>
                    <a:pt x="2098" y="9377"/>
                    <a:pt x="2122" y="9377"/>
                    <a:pt x="2147" y="9377"/>
                  </a:cubicBezTo>
                  <a:cubicBezTo>
                    <a:pt x="2147" y="9474"/>
                    <a:pt x="2147" y="9570"/>
                    <a:pt x="2147" y="9670"/>
                  </a:cubicBezTo>
                  <a:cubicBezTo>
                    <a:pt x="2171" y="9670"/>
                    <a:pt x="2195" y="9670"/>
                    <a:pt x="2220" y="9670"/>
                  </a:cubicBezTo>
                  <a:cubicBezTo>
                    <a:pt x="2220" y="9742"/>
                    <a:pt x="2220" y="9814"/>
                    <a:pt x="2220" y="9889"/>
                  </a:cubicBezTo>
                  <a:cubicBezTo>
                    <a:pt x="2244" y="9889"/>
                    <a:pt x="2268" y="9889"/>
                    <a:pt x="2293" y="9889"/>
                  </a:cubicBezTo>
                  <a:cubicBezTo>
                    <a:pt x="2293" y="9937"/>
                    <a:pt x="2293" y="9985"/>
                    <a:pt x="2293" y="10035"/>
                  </a:cubicBezTo>
                  <a:cubicBezTo>
                    <a:pt x="2317" y="10035"/>
                    <a:pt x="2341" y="10035"/>
                    <a:pt x="2366" y="10035"/>
                  </a:cubicBezTo>
                  <a:cubicBezTo>
                    <a:pt x="2366" y="10107"/>
                    <a:pt x="2366" y="10179"/>
                    <a:pt x="2366" y="10254"/>
                  </a:cubicBezTo>
                  <a:cubicBezTo>
                    <a:pt x="2390" y="10254"/>
                    <a:pt x="2414" y="10254"/>
                    <a:pt x="2439" y="10254"/>
                  </a:cubicBezTo>
                  <a:cubicBezTo>
                    <a:pt x="2439" y="10302"/>
                    <a:pt x="2439" y="10350"/>
                    <a:pt x="2439" y="10400"/>
                  </a:cubicBezTo>
                  <a:cubicBezTo>
                    <a:pt x="2463" y="10400"/>
                    <a:pt x="2487" y="10400"/>
                    <a:pt x="2512" y="10400"/>
                  </a:cubicBezTo>
                  <a:cubicBezTo>
                    <a:pt x="2512" y="10448"/>
                    <a:pt x="2512" y="10497"/>
                    <a:pt x="2512" y="10546"/>
                  </a:cubicBezTo>
                  <a:cubicBezTo>
                    <a:pt x="2536" y="10546"/>
                    <a:pt x="2560" y="10546"/>
                    <a:pt x="2585" y="10546"/>
                  </a:cubicBezTo>
                  <a:cubicBezTo>
                    <a:pt x="2585" y="10594"/>
                    <a:pt x="2585" y="10643"/>
                    <a:pt x="2585" y="10692"/>
                  </a:cubicBezTo>
                  <a:cubicBezTo>
                    <a:pt x="2609" y="10692"/>
                    <a:pt x="2633" y="10692"/>
                    <a:pt x="2658" y="10692"/>
                  </a:cubicBezTo>
                  <a:cubicBezTo>
                    <a:pt x="2658" y="10740"/>
                    <a:pt x="2658" y="10789"/>
                    <a:pt x="2658" y="10838"/>
                  </a:cubicBezTo>
                  <a:cubicBezTo>
                    <a:pt x="2682" y="10838"/>
                    <a:pt x="2706" y="10838"/>
                    <a:pt x="2731" y="10838"/>
                  </a:cubicBezTo>
                  <a:cubicBezTo>
                    <a:pt x="2731" y="10887"/>
                    <a:pt x="2731" y="10935"/>
                    <a:pt x="2731" y="10984"/>
                  </a:cubicBezTo>
                  <a:cubicBezTo>
                    <a:pt x="2755" y="10984"/>
                    <a:pt x="2779" y="10984"/>
                    <a:pt x="2804" y="10984"/>
                  </a:cubicBezTo>
                  <a:cubicBezTo>
                    <a:pt x="2804" y="11081"/>
                    <a:pt x="2804" y="11177"/>
                    <a:pt x="2804" y="11277"/>
                  </a:cubicBezTo>
                  <a:cubicBezTo>
                    <a:pt x="2780" y="11277"/>
                    <a:pt x="2756" y="11277"/>
                    <a:pt x="2731" y="11277"/>
                  </a:cubicBezTo>
                  <a:cubicBezTo>
                    <a:pt x="2731" y="11325"/>
                    <a:pt x="2731" y="11373"/>
                    <a:pt x="2731" y="11423"/>
                  </a:cubicBezTo>
                  <a:cubicBezTo>
                    <a:pt x="2707" y="11423"/>
                    <a:pt x="2683" y="11423"/>
                    <a:pt x="2658" y="11423"/>
                  </a:cubicBezTo>
                  <a:cubicBezTo>
                    <a:pt x="2658" y="11447"/>
                    <a:pt x="2658" y="11471"/>
                    <a:pt x="2658" y="11496"/>
                  </a:cubicBezTo>
                  <a:cubicBezTo>
                    <a:pt x="2634" y="11496"/>
                    <a:pt x="2610" y="11496"/>
                    <a:pt x="2585" y="11496"/>
                  </a:cubicBezTo>
                  <a:cubicBezTo>
                    <a:pt x="2585" y="11544"/>
                    <a:pt x="2585" y="11592"/>
                    <a:pt x="2585" y="11642"/>
                  </a:cubicBezTo>
                  <a:cubicBezTo>
                    <a:pt x="2561" y="11642"/>
                    <a:pt x="2537" y="11642"/>
                    <a:pt x="2512" y="11642"/>
                  </a:cubicBezTo>
                  <a:cubicBezTo>
                    <a:pt x="2512" y="11666"/>
                    <a:pt x="2512" y="11690"/>
                    <a:pt x="2512" y="11715"/>
                  </a:cubicBezTo>
                  <a:cubicBezTo>
                    <a:pt x="2488" y="11715"/>
                    <a:pt x="2464" y="11715"/>
                    <a:pt x="2439" y="11715"/>
                  </a:cubicBezTo>
                  <a:cubicBezTo>
                    <a:pt x="2439" y="11739"/>
                    <a:pt x="2439" y="11763"/>
                    <a:pt x="2439" y="11788"/>
                  </a:cubicBezTo>
                  <a:cubicBezTo>
                    <a:pt x="2415" y="11788"/>
                    <a:pt x="2391" y="11788"/>
                    <a:pt x="2366" y="11788"/>
                  </a:cubicBezTo>
                  <a:cubicBezTo>
                    <a:pt x="2366" y="11836"/>
                    <a:pt x="2366" y="11884"/>
                    <a:pt x="2366" y="11934"/>
                  </a:cubicBezTo>
                  <a:cubicBezTo>
                    <a:pt x="2342" y="11934"/>
                    <a:pt x="2318" y="11934"/>
                    <a:pt x="2293" y="11934"/>
                  </a:cubicBezTo>
                  <a:cubicBezTo>
                    <a:pt x="2293" y="11958"/>
                    <a:pt x="2293" y="11982"/>
                    <a:pt x="2293" y="12007"/>
                  </a:cubicBezTo>
                  <a:cubicBezTo>
                    <a:pt x="2269" y="12007"/>
                    <a:pt x="2245" y="12007"/>
                    <a:pt x="2220" y="12007"/>
                  </a:cubicBezTo>
                  <a:cubicBezTo>
                    <a:pt x="2220" y="12055"/>
                    <a:pt x="2220" y="12104"/>
                    <a:pt x="2220" y="12153"/>
                  </a:cubicBezTo>
                  <a:cubicBezTo>
                    <a:pt x="2196" y="12153"/>
                    <a:pt x="2172" y="12153"/>
                    <a:pt x="2147" y="12153"/>
                  </a:cubicBezTo>
                  <a:cubicBezTo>
                    <a:pt x="2147" y="12177"/>
                    <a:pt x="2147" y="12202"/>
                    <a:pt x="2147" y="12226"/>
                  </a:cubicBezTo>
                  <a:cubicBezTo>
                    <a:pt x="2123" y="12226"/>
                    <a:pt x="2098" y="12226"/>
                    <a:pt x="2074" y="12226"/>
                  </a:cubicBezTo>
                  <a:cubicBezTo>
                    <a:pt x="2074" y="12275"/>
                    <a:pt x="2074" y="12323"/>
                    <a:pt x="2074" y="12372"/>
                  </a:cubicBezTo>
                  <a:cubicBezTo>
                    <a:pt x="2050" y="12372"/>
                    <a:pt x="2025" y="12372"/>
                    <a:pt x="2001" y="12372"/>
                  </a:cubicBezTo>
                  <a:cubicBezTo>
                    <a:pt x="2001" y="12421"/>
                    <a:pt x="2001" y="12469"/>
                    <a:pt x="2001" y="12519"/>
                  </a:cubicBezTo>
                  <a:cubicBezTo>
                    <a:pt x="2025" y="12519"/>
                    <a:pt x="2049" y="12519"/>
                    <a:pt x="2074" y="12519"/>
                  </a:cubicBezTo>
                  <a:cubicBezTo>
                    <a:pt x="2074" y="12543"/>
                    <a:pt x="2074" y="12567"/>
                    <a:pt x="2074" y="12592"/>
                  </a:cubicBezTo>
                  <a:cubicBezTo>
                    <a:pt x="2098" y="12592"/>
                    <a:pt x="2122" y="12592"/>
                    <a:pt x="2147" y="12592"/>
                  </a:cubicBezTo>
                  <a:cubicBezTo>
                    <a:pt x="2147" y="12616"/>
                    <a:pt x="2147" y="12640"/>
                    <a:pt x="2147" y="12665"/>
                  </a:cubicBezTo>
                  <a:cubicBezTo>
                    <a:pt x="2171" y="12665"/>
                    <a:pt x="2195" y="12665"/>
                    <a:pt x="2220" y="12665"/>
                  </a:cubicBezTo>
                  <a:cubicBezTo>
                    <a:pt x="2220" y="12689"/>
                    <a:pt x="2220" y="12713"/>
                    <a:pt x="2220" y="12738"/>
                  </a:cubicBezTo>
                  <a:cubicBezTo>
                    <a:pt x="2244" y="12738"/>
                    <a:pt x="2268" y="12738"/>
                    <a:pt x="2293" y="12738"/>
                  </a:cubicBezTo>
                  <a:cubicBezTo>
                    <a:pt x="2293" y="12762"/>
                    <a:pt x="2293" y="12786"/>
                    <a:pt x="2293" y="12811"/>
                  </a:cubicBezTo>
                  <a:cubicBezTo>
                    <a:pt x="2317" y="12811"/>
                    <a:pt x="2341" y="12811"/>
                    <a:pt x="2366" y="12811"/>
                  </a:cubicBezTo>
                  <a:cubicBezTo>
                    <a:pt x="2366" y="12835"/>
                    <a:pt x="2366" y="12859"/>
                    <a:pt x="2366" y="12884"/>
                  </a:cubicBezTo>
                  <a:cubicBezTo>
                    <a:pt x="2390" y="12884"/>
                    <a:pt x="2414" y="12884"/>
                    <a:pt x="2439" y="12884"/>
                  </a:cubicBezTo>
                  <a:cubicBezTo>
                    <a:pt x="2439" y="12908"/>
                    <a:pt x="2439" y="12932"/>
                    <a:pt x="2439" y="12957"/>
                  </a:cubicBezTo>
                  <a:cubicBezTo>
                    <a:pt x="2463" y="12957"/>
                    <a:pt x="2487" y="12957"/>
                    <a:pt x="2512" y="12957"/>
                  </a:cubicBezTo>
                  <a:cubicBezTo>
                    <a:pt x="2512" y="12981"/>
                    <a:pt x="2512" y="13005"/>
                    <a:pt x="2512" y="13030"/>
                  </a:cubicBezTo>
                  <a:cubicBezTo>
                    <a:pt x="2536" y="13030"/>
                    <a:pt x="2560" y="13030"/>
                    <a:pt x="2585" y="13030"/>
                  </a:cubicBezTo>
                  <a:cubicBezTo>
                    <a:pt x="2585" y="13054"/>
                    <a:pt x="2585" y="13078"/>
                    <a:pt x="2585" y="13103"/>
                  </a:cubicBezTo>
                  <a:cubicBezTo>
                    <a:pt x="2609" y="13103"/>
                    <a:pt x="2633" y="13103"/>
                    <a:pt x="2658" y="13103"/>
                  </a:cubicBezTo>
                  <a:cubicBezTo>
                    <a:pt x="2658" y="13127"/>
                    <a:pt x="2658" y="13151"/>
                    <a:pt x="2658" y="13176"/>
                  </a:cubicBezTo>
                  <a:cubicBezTo>
                    <a:pt x="2682" y="13176"/>
                    <a:pt x="2706" y="13176"/>
                    <a:pt x="2731" y="13176"/>
                  </a:cubicBezTo>
                  <a:cubicBezTo>
                    <a:pt x="2731" y="13200"/>
                    <a:pt x="2731" y="13224"/>
                    <a:pt x="2731" y="13249"/>
                  </a:cubicBezTo>
                  <a:cubicBezTo>
                    <a:pt x="2755" y="13249"/>
                    <a:pt x="2779" y="13249"/>
                    <a:pt x="2804" y="13249"/>
                  </a:cubicBezTo>
                  <a:cubicBezTo>
                    <a:pt x="2804" y="13273"/>
                    <a:pt x="2804" y="13297"/>
                    <a:pt x="2804" y="13322"/>
                  </a:cubicBezTo>
                  <a:cubicBezTo>
                    <a:pt x="2828" y="13322"/>
                    <a:pt x="2852" y="13322"/>
                    <a:pt x="2877" y="13322"/>
                  </a:cubicBezTo>
                  <a:cubicBezTo>
                    <a:pt x="2877" y="13346"/>
                    <a:pt x="2877" y="13370"/>
                    <a:pt x="2877" y="13395"/>
                  </a:cubicBezTo>
                  <a:cubicBezTo>
                    <a:pt x="2901" y="13395"/>
                    <a:pt x="2925" y="13395"/>
                    <a:pt x="2950" y="13395"/>
                  </a:cubicBezTo>
                  <a:cubicBezTo>
                    <a:pt x="2950" y="13419"/>
                    <a:pt x="2950" y="13443"/>
                    <a:pt x="2950" y="13468"/>
                  </a:cubicBezTo>
                  <a:cubicBezTo>
                    <a:pt x="2974" y="13468"/>
                    <a:pt x="2998" y="13468"/>
                    <a:pt x="3023" y="13468"/>
                  </a:cubicBezTo>
                  <a:cubicBezTo>
                    <a:pt x="3023" y="13492"/>
                    <a:pt x="3023" y="13516"/>
                    <a:pt x="3023" y="13541"/>
                  </a:cubicBezTo>
                  <a:cubicBezTo>
                    <a:pt x="3047" y="13541"/>
                    <a:pt x="3072" y="13541"/>
                    <a:pt x="3096" y="13541"/>
                  </a:cubicBezTo>
                  <a:cubicBezTo>
                    <a:pt x="3096" y="13565"/>
                    <a:pt x="3096" y="13590"/>
                    <a:pt x="3096" y="13614"/>
                  </a:cubicBezTo>
                  <a:cubicBezTo>
                    <a:pt x="3145" y="13614"/>
                    <a:pt x="3193" y="13614"/>
                    <a:pt x="3242" y="13614"/>
                  </a:cubicBezTo>
                  <a:cubicBezTo>
                    <a:pt x="3242" y="13638"/>
                    <a:pt x="3242" y="13663"/>
                    <a:pt x="3242" y="13687"/>
                  </a:cubicBezTo>
                  <a:cubicBezTo>
                    <a:pt x="3267" y="13687"/>
                    <a:pt x="3291" y="13687"/>
                    <a:pt x="3316" y="13687"/>
                  </a:cubicBezTo>
                  <a:cubicBezTo>
                    <a:pt x="3316" y="13712"/>
                    <a:pt x="3316" y="13736"/>
                    <a:pt x="3316" y="13760"/>
                  </a:cubicBezTo>
                  <a:cubicBezTo>
                    <a:pt x="3340" y="13760"/>
                    <a:pt x="3364" y="13760"/>
                    <a:pt x="3389" y="13760"/>
                  </a:cubicBezTo>
                  <a:cubicBezTo>
                    <a:pt x="3389" y="13785"/>
                    <a:pt x="3389" y="13809"/>
                    <a:pt x="3389" y="13834"/>
                  </a:cubicBezTo>
                  <a:cubicBezTo>
                    <a:pt x="3485" y="13834"/>
                    <a:pt x="3581" y="13834"/>
                    <a:pt x="3681" y="13834"/>
                  </a:cubicBezTo>
                  <a:cubicBezTo>
                    <a:pt x="3681" y="13809"/>
                    <a:pt x="3681" y="13785"/>
                    <a:pt x="3681" y="13760"/>
                  </a:cubicBezTo>
                  <a:cubicBezTo>
                    <a:pt x="3705" y="13760"/>
                    <a:pt x="3729" y="13760"/>
                    <a:pt x="3754" y="13760"/>
                  </a:cubicBezTo>
                  <a:cubicBezTo>
                    <a:pt x="3754" y="13736"/>
                    <a:pt x="3754" y="13712"/>
                    <a:pt x="3754" y="13687"/>
                  </a:cubicBezTo>
                  <a:cubicBezTo>
                    <a:pt x="3778" y="13687"/>
                    <a:pt x="3802" y="13687"/>
                    <a:pt x="3827" y="13687"/>
                  </a:cubicBezTo>
                  <a:cubicBezTo>
                    <a:pt x="3827" y="13663"/>
                    <a:pt x="3827" y="13639"/>
                    <a:pt x="3827" y="13614"/>
                  </a:cubicBezTo>
                  <a:cubicBezTo>
                    <a:pt x="3875" y="13614"/>
                    <a:pt x="3923" y="13614"/>
                    <a:pt x="3973" y="13614"/>
                  </a:cubicBezTo>
                  <a:cubicBezTo>
                    <a:pt x="3973" y="13590"/>
                    <a:pt x="3973" y="13566"/>
                    <a:pt x="3973" y="13541"/>
                  </a:cubicBezTo>
                  <a:cubicBezTo>
                    <a:pt x="3997" y="13541"/>
                    <a:pt x="4021" y="13541"/>
                    <a:pt x="4046" y="13541"/>
                  </a:cubicBezTo>
                  <a:cubicBezTo>
                    <a:pt x="4046" y="13517"/>
                    <a:pt x="4046" y="13493"/>
                    <a:pt x="4046" y="13468"/>
                  </a:cubicBezTo>
                  <a:cubicBezTo>
                    <a:pt x="4070" y="13468"/>
                    <a:pt x="4094" y="13468"/>
                    <a:pt x="4119" y="13468"/>
                  </a:cubicBezTo>
                  <a:cubicBezTo>
                    <a:pt x="4119" y="13444"/>
                    <a:pt x="4119" y="13420"/>
                    <a:pt x="4119" y="13395"/>
                  </a:cubicBezTo>
                  <a:cubicBezTo>
                    <a:pt x="4167" y="13395"/>
                    <a:pt x="4216" y="13395"/>
                    <a:pt x="4265" y="13395"/>
                  </a:cubicBezTo>
                  <a:cubicBezTo>
                    <a:pt x="4265" y="13371"/>
                    <a:pt x="4265" y="13347"/>
                    <a:pt x="4265" y="13322"/>
                  </a:cubicBezTo>
                  <a:cubicBezTo>
                    <a:pt x="4289" y="13322"/>
                    <a:pt x="4313" y="13322"/>
                    <a:pt x="4338" y="13322"/>
                  </a:cubicBezTo>
                  <a:cubicBezTo>
                    <a:pt x="4338" y="13298"/>
                    <a:pt x="4338" y="13274"/>
                    <a:pt x="4338" y="13249"/>
                  </a:cubicBezTo>
                  <a:cubicBezTo>
                    <a:pt x="4386" y="13249"/>
                    <a:pt x="4435" y="13249"/>
                    <a:pt x="4484" y="13249"/>
                  </a:cubicBezTo>
                  <a:cubicBezTo>
                    <a:pt x="4484" y="13225"/>
                    <a:pt x="4484" y="13201"/>
                    <a:pt x="4484" y="13176"/>
                  </a:cubicBezTo>
                  <a:cubicBezTo>
                    <a:pt x="4508" y="13176"/>
                    <a:pt x="4533" y="13176"/>
                    <a:pt x="4557" y="13176"/>
                  </a:cubicBezTo>
                  <a:cubicBezTo>
                    <a:pt x="4557" y="13152"/>
                    <a:pt x="4557" y="13128"/>
                    <a:pt x="4557" y="13103"/>
                  </a:cubicBezTo>
                  <a:cubicBezTo>
                    <a:pt x="4606" y="13103"/>
                    <a:pt x="4654" y="13103"/>
                    <a:pt x="4704" y="13103"/>
                  </a:cubicBezTo>
                  <a:cubicBezTo>
                    <a:pt x="4704" y="13079"/>
                    <a:pt x="4704" y="13055"/>
                    <a:pt x="4704" y="13030"/>
                  </a:cubicBezTo>
                  <a:cubicBezTo>
                    <a:pt x="4800" y="13030"/>
                    <a:pt x="4896" y="13030"/>
                    <a:pt x="4996" y="13030"/>
                  </a:cubicBezTo>
                  <a:cubicBezTo>
                    <a:pt x="4996" y="13054"/>
                    <a:pt x="4996" y="13078"/>
                    <a:pt x="4996" y="13103"/>
                  </a:cubicBezTo>
                  <a:cubicBezTo>
                    <a:pt x="5044" y="13103"/>
                    <a:pt x="5092" y="13103"/>
                    <a:pt x="5142" y="13103"/>
                  </a:cubicBezTo>
                  <a:cubicBezTo>
                    <a:pt x="5142" y="13127"/>
                    <a:pt x="5142" y="13151"/>
                    <a:pt x="5142" y="13176"/>
                  </a:cubicBezTo>
                  <a:cubicBezTo>
                    <a:pt x="5166" y="13176"/>
                    <a:pt x="5190" y="13176"/>
                    <a:pt x="5215" y="13176"/>
                  </a:cubicBezTo>
                  <a:cubicBezTo>
                    <a:pt x="5215" y="13200"/>
                    <a:pt x="5215" y="13224"/>
                    <a:pt x="5215" y="13249"/>
                  </a:cubicBezTo>
                  <a:cubicBezTo>
                    <a:pt x="5287" y="13249"/>
                    <a:pt x="5360" y="13249"/>
                    <a:pt x="5434" y="13249"/>
                  </a:cubicBezTo>
                  <a:cubicBezTo>
                    <a:pt x="5434" y="13273"/>
                    <a:pt x="5434" y="13297"/>
                    <a:pt x="5434" y="13322"/>
                  </a:cubicBezTo>
                  <a:cubicBezTo>
                    <a:pt x="5482" y="13322"/>
                    <a:pt x="5530" y="13322"/>
                    <a:pt x="5580" y="13322"/>
                  </a:cubicBezTo>
                  <a:cubicBezTo>
                    <a:pt x="5580" y="13346"/>
                    <a:pt x="5580" y="13370"/>
                    <a:pt x="5580" y="13395"/>
                  </a:cubicBezTo>
                  <a:cubicBezTo>
                    <a:pt x="5628" y="13395"/>
                    <a:pt x="5677" y="13395"/>
                    <a:pt x="5726" y="13395"/>
                  </a:cubicBezTo>
                  <a:cubicBezTo>
                    <a:pt x="5726" y="13419"/>
                    <a:pt x="5726" y="13443"/>
                    <a:pt x="5726" y="13468"/>
                  </a:cubicBezTo>
                  <a:cubicBezTo>
                    <a:pt x="5799" y="13468"/>
                    <a:pt x="5871" y="13468"/>
                    <a:pt x="5945" y="13468"/>
                  </a:cubicBezTo>
                  <a:cubicBezTo>
                    <a:pt x="5945" y="13492"/>
                    <a:pt x="5945" y="13516"/>
                    <a:pt x="5945" y="13541"/>
                  </a:cubicBezTo>
                  <a:cubicBezTo>
                    <a:pt x="6018" y="13541"/>
                    <a:pt x="6090" y="13541"/>
                    <a:pt x="6165" y="13541"/>
                  </a:cubicBezTo>
                  <a:cubicBezTo>
                    <a:pt x="6165" y="13565"/>
                    <a:pt x="6165" y="13590"/>
                    <a:pt x="6165" y="13614"/>
                  </a:cubicBezTo>
                  <a:cubicBezTo>
                    <a:pt x="6237" y="13614"/>
                    <a:pt x="6309" y="13614"/>
                    <a:pt x="6384" y="13614"/>
                  </a:cubicBezTo>
                  <a:cubicBezTo>
                    <a:pt x="6384" y="13638"/>
                    <a:pt x="6384" y="13663"/>
                    <a:pt x="6384" y="13687"/>
                  </a:cubicBezTo>
                  <a:cubicBezTo>
                    <a:pt x="6456" y="13687"/>
                    <a:pt x="6528" y="13687"/>
                    <a:pt x="6603" y="13687"/>
                  </a:cubicBezTo>
                  <a:cubicBezTo>
                    <a:pt x="6603" y="13712"/>
                    <a:pt x="6603" y="13736"/>
                    <a:pt x="6603" y="13760"/>
                  </a:cubicBezTo>
                  <a:cubicBezTo>
                    <a:pt x="6627" y="13760"/>
                    <a:pt x="6651" y="13760"/>
                    <a:pt x="6676" y="13760"/>
                  </a:cubicBezTo>
                  <a:cubicBezTo>
                    <a:pt x="6676" y="13785"/>
                    <a:pt x="6676" y="13809"/>
                    <a:pt x="6676" y="13834"/>
                  </a:cubicBezTo>
                  <a:cubicBezTo>
                    <a:pt x="6700" y="13834"/>
                    <a:pt x="6724" y="13834"/>
                    <a:pt x="6749" y="13834"/>
                  </a:cubicBezTo>
                  <a:cubicBezTo>
                    <a:pt x="6749" y="13954"/>
                    <a:pt x="6749" y="14075"/>
                    <a:pt x="6749" y="14199"/>
                  </a:cubicBezTo>
                  <a:cubicBezTo>
                    <a:pt x="6773" y="14199"/>
                    <a:pt x="6797" y="14199"/>
                    <a:pt x="6822" y="14199"/>
                  </a:cubicBezTo>
                  <a:cubicBezTo>
                    <a:pt x="6822" y="14368"/>
                    <a:pt x="6822" y="14536"/>
                    <a:pt x="6822" y="14710"/>
                  </a:cubicBezTo>
                  <a:cubicBezTo>
                    <a:pt x="6846" y="14710"/>
                    <a:pt x="6870" y="14710"/>
                    <a:pt x="6895" y="14710"/>
                  </a:cubicBezTo>
                  <a:cubicBezTo>
                    <a:pt x="6895" y="14855"/>
                    <a:pt x="6895" y="14999"/>
                    <a:pt x="6895" y="15148"/>
                  </a:cubicBezTo>
                  <a:cubicBezTo>
                    <a:pt x="6919" y="15148"/>
                    <a:pt x="6943" y="15148"/>
                    <a:pt x="6968" y="15148"/>
                  </a:cubicBezTo>
                  <a:cubicBezTo>
                    <a:pt x="6968" y="15173"/>
                    <a:pt x="6968" y="15197"/>
                    <a:pt x="6968" y="15222"/>
                  </a:cubicBezTo>
                  <a:cubicBezTo>
                    <a:pt x="6992" y="15222"/>
                    <a:pt x="7016" y="15222"/>
                    <a:pt x="7041" y="15222"/>
                  </a:cubicBezTo>
                  <a:cubicBezTo>
                    <a:pt x="7041" y="15246"/>
                    <a:pt x="7041" y="15270"/>
                    <a:pt x="7041" y="15295"/>
                  </a:cubicBezTo>
                  <a:cubicBezTo>
                    <a:pt x="7692" y="15295"/>
                    <a:pt x="8343" y="15295"/>
                    <a:pt x="9014" y="15295"/>
                  </a:cubicBezTo>
                  <a:cubicBezTo>
                    <a:pt x="9014" y="15270"/>
                    <a:pt x="9014" y="15246"/>
                    <a:pt x="9014" y="15222"/>
                  </a:cubicBezTo>
                  <a:cubicBezTo>
                    <a:pt x="9038" y="15222"/>
                    <a:pt x="9062" y="15222"/>
                    <a:pt x="9087" y="15222"/>
                  </a:cubicBezTo>
                  <a:cubicBezTo>
                    <a:pt x="9087" y="15197"/>
                    <a:pt x="9087" y="15173"/>
                    <a:pt x="9087" y="15148"/>
                  </a:cubicBezTo>
                  <a:cubicBezTo>
                    <a:pt x="9111" y="15148"/>
                    <a:pt x="9135" y="15148"/>
                    <a:pt x="9160" y="15148"/>
                  </a:cubicBezTo>
                  <a:cubicBezTo>
                    <a:pt x="9160" y="15028"/>
                    <a:pt x="9160" y="14907"/>
                    <a:pt x="9160" y="14783"/>
                  </a:cubicBezTo>
                  <a:cubicBezTo>
                    <a:pt x="9184" y="14783"/>
                    <a:pt x="9208" y="14783"/>
                    <a:pt x="9233" y="14783"/>
                  </a:cubicBezTo>
                  <a:cubicBezTo>
                    <a:pt x="9233" y="14663"/>
                    <a:pt x="9233" y="14542"/>
                    <a:pt x="9233" y="14418"/>
                  </a:cubicBezTo>
                  <a:cubicBezTo>
                    <a:pt x="9257" y="14418"/>
                    <a:pt x="9281" y="14418"/>
                    <a:pt x="9306" y="14418"/>
                  </a:cubicBezTo>
                  <a:cubicBezTo>
                    <a:pt x="9306" y="14249"/>
                    <a:pt x="9306" y="14080"/>
                    <a:pt x="9306" y="13907"/>
                  </a:cubicBezTo>
                  <a:cubicBezTo>
                    <a:pt x="9330" y="13907"/>
                    <a:pt x="9354" y="13907"/>
                    <a:pt x="9379" y="13907"/>
                  </a:cubicBezTo>
                  <a:cubicBezTo>
                    <a:pt x="9379" y="13882"/>
                    <a:pt x="9379" y="13858"/>
                    <a:pt x="9379" y="13834"/>
                  </a:cubicBezTo>
                  <a:cubicBezTo>
                    <a:pt x="9403" y="13834"/>
                    <a:pt x="9427" y="13834"/>
                    <a:pt x="9452" y="13834"/>
                  </a:cubicBezTo>
                  <a:cubicBezTo>
                    <a:pt x="9452" y="13809"/>
                    <a:pt x="9452" y="13785"/>
                    <a:pt x="9452" y="13760"/>
                  </a:cubicBezTo>
                  <a:cubicBezTo>
                    <a:pt x="9476" y="13760"/>
                    <a:pt x="9500" y="13760"/>
                    <a:pt x="9525" y="13760"/>
                  </a:cubicBezTo>
                  <a:cubicBezTo>
                    <a:pt x="9525" y="13736"/>
                    <a:pt x="9525" y="13712"/>
                    <a:pt x="9525" y="13687"/>
                  </a:cubicBezTo>
                  <a:cubicBezTo>
                    <a:pt x="9597" y="13687"/>
                    <a:pt x="9670" y="13687"/>
                    <a:pt x="9744" y="13687"/>
                  </a:cubicBezTo>
                  <a:cubicBezTo>
                    <a:pt x="9744" y="13663"/>
                    <a:pt x="9744" y="13639"/>
                    <a:pt x="9744" y="13614"/>
                  </a:cubicBezTo>
                  <a:cubicBezTo>
                    <a:pt x="9816" y="13614"/>
                    <a:pt x="9889" y="13614"/>
                    <a:pt x="9963" y="13614"/>
                  </a:cubicBezTo>
                  <a:cubicBezTo>
                    <a:pt x="9963" y="13590"/>
                    <a:pt x="9963" y="13566"/>
                    <a:pt x="9963" y="13541"/>
                  </a:cubicBezTo>
                  <a:cubicBezTo>
                    <a:pt x="10036" y="13541"/>
                    <a:pt x="10108" y="13541"/>
                    <a:pt x="10182" y="13541"/>
                  </a:cubicBezTo>
                  <a:cubicBezTo>
                    <a:pt x="10182" y="13517"/>
                    <a:pt x="10182" y="13493"/>
                    <a:pt x="10182" y="13468"/>
                  </a:cubicBezTo>
                  <a:cubicBezTo>
                    <a:pt x="10231" y="13468"/>
                    <a:pt x="10279" y="13468"/>
                    <a:pt x="10329" y="13468"/>
                  </a:cubicBezTo>
                  <a:cubicBezTo>
                    <a:pt x="10329" y="13444"/>
                    <a:pt x="10329" y="13420"/>
                    <a:pt x="10329" y="13395"/>
                  </a:cubicBezTo>
                  <a:cubicBezTo>
                    <a:pt x="10401" y="13395"/>
                    <a:pt x="10473" y="13395"/>
                    <a:pt x="10548" y="13395"/>
                  </a:cubicBezTo>
                  <a:cubicBezTo>
                    <a:pt x="10548" y="13371"/>
                    <a:pt x="10548" y="13347"/>
                    <a:pt x="10548" y="13322"/>
                  </a:cubicBezTo>
                  <a:cubicBezTo>
                    <a:pt x="10596" y="13322"/>
                    <a:pt x="10644" y="13322"/>
                    <a:pt x="10694" y="13322"/>
                  </a:cubicBezTo>
                  <a:cubicBezTo>
                    <a:pt x="10694" y="13298"/>
                    <a:pt x="10694" y="13274"/>
                    <a:pt x="10694" y="13249"/>
                  </a:cubicBezTo>
                  <a:cubicBezTo>
                    <a:pt x="10742" y="13249"/>
                    <a:pt x="10790" y="13249"/>
                    <a:pt x="10840" y="13249"/>
                  </a:cubicBezTo>
                  <a:cubicBezTo>
                    <a:pt x="10840" y="13225"/>
                    <a:pt x="10840" y="13201"/>
                    <a:pt x="10840" y="13176"/>
                  </a:cubicBezTo>
                  <a:cubicBezTo>
                    <a:pt x="10888" y="13176"/>
                    <a:pt x="10936" y="13176"/>
                    <a:pt x="10986" y="13176"/>
                  </a:cubicBezTo>
                  <a:cubicBezTo>
                    <a:pt x="10986" y="13152"/>
                    <a:pt x="10986" y="13128"/>
                    <a:pt x="10986" y="13103"/>
                  </a:cubicBezTo>
                  <a:cubicBezTo>
                    <a:pt x="11034" y="13103"/>
                    <a:pt x="11082" y="13103"/>
                    <a:pt x="11132" y="13103"/>
                  </a:cubicBezTo>
                  <a:cubicBezTo>
                    <a:pt x="11132" y="13079"/>
                    <a:pt x="11132" y="13055"/>
                    <a:pt x="11132" y="13030"/>
                  </a:cubicBezTo>
                  <a:cubicBezTo>
                    <a:pt x="11229" y="13030"/>
                    <a:pt x="11325" y="13030"/>
                    <a:pt x="11424" y="13030"/>
                  </a:cubicBezTo>
                  <a:cubicBezTo>
                    <a:pt x="11424" y="13054"/>
                    <a:pt x="11424" y="13078"/>
                    <a:pt x="11424" y="13103"/>
                  </a:cubicBezTo>
                  <a:cubicBezTo>
                    <a:pt x="11473" y="13103"/>
                    <a:pt x="11521" y="13103"/>
                    <a:pt x="11570" y="13103"/>
                  </a:cubicBezTo>
                  <a:cubicBezTo>
                    <a:pt x="11570" y="13127"/>
                    <a:pt x="11570" y="13151"/>
                    <a:pt x="11570" y="13176"/>
                  </a:cubicBezTo>
                  <a:cubicBezTo>
                    <a:pt x="11595" y="13176"/>
                    <a:pt x="11619" y="13176"/>
                    <a:pt x="11643" y="13176"/>
                  </a:cubicBezTo>
                  <a:cubicBezTo>
                    <a:pt x="11643" y="13200"/>
                    <a:pt x="11643" y="13224"/>
                    <a:pt x="11643" y="13249"/>
                  </a:cubicBezTo>
                  <a:cubicBezTo>
                    <a:pt x="11692" y="13249"/>
                    <a:pt x="11740" y="13249"/>
                    <a:pt x="11790" y="13249"/>
                  </a:cubicBezTo>
                  <a:cubicBezTo>
                    <a:pt x="11790" y="13273"/>
                    <a:pt x="11790" y="13297"/>
                    <a:pt x="11790" y="13322"/>
                  </a:cubicBezTo>
                  <a:cubicBezTo>
                    <a:pt x="11814" y="13322"/>
                    <a:pt x="11838" y="13322"/>
                    <a:pt x="11863" y="13322"/>
                  </a:cubicBezTo>
                  <a:cubicBezTo>
                    <a:pt x="11863" y="13346"/>
                    <a:pt x="11863" y="13370"/>
                    <a:pt x="11863" y="13395"/>
                  </a:cubicBezTo>
                  <a:cubicBezTo>
                    <a:pt x="11911" y="13395"/>
                    <a:pt x="11959" y="13395"/>
                    <a:pt x="12009" y="13395"/>
                  </a:cubicBezTo>
                  <a:cubicBezTo>
                    <a:pt x="12009" y="13419"/>
                    <a:pt x="12009" y="13443"/>
                    <a:pt x="12009" y="13468"/>
                  </a:cubicBezTo>
                  <a:cubicBezTo>
                    <a:pt x="12033" y="13468"/>
                    <a:pt x="12057" y="13468"/>
                    <a:pt x="12082" y="13468"/>
                  </a:cubicBezTo>
                  <a:cubicBezTo>
                    <a:pt x="12082" y="13492"/>
                    <a:pt x="12082" y="13516"/>
                    <a:pt x="12082" y="13541"/>
                  </a:cubicBezTo>
                  <a:cubicBezTo>
                    <a:pt x="12130" y="13541"/>
                    <a:pt x="12178" y="13541"/>
                    <a:pt x="12228" y="13541"/>
                  </a:cubicBezTo>
                  <a:cubicBezTo>
                    <a:pt x="12228" y="13565"/>
                    <a:pt x="12228" y="13590"/>
                    <a:pt x="12228" y="13614"/>
                  </a:cubicBezTo>
                  <a:cubicBezTo>
                    <a:pt x="12252" y="13614"/>
                    <a:pt x="12276" y="13614"/>
                    <a:pt x="12301" y="13614"/>
                  </a:cubicBezTo>
                  <a:cubicBezTo>
                    <a:pt x="12301" y="13638"/>
                    <a:pt x="12301" y="13663"/>
                    <a:pt x="12301" y="13687"/>
                  </a:cubicBezTo>
                  <a:cubicBezTo>
                    <a:pt x="12349" y="13687"/>
                    <a:pt x="12397" y="13687"/>
                    <a:pt x="12447" y="13687"/>
                  </a:cubicBezTo>
                  <a:cubicBezTo>
                    <a:pt x="12447" y="13712"/>
                    <a:pt x="12447" y="13736"/>
                    <a:pt x="12447" y="13760"/>
                  </a:cubicBezTo>
                  <a:cubicBezTo>
                    <a:pt x="12568" y="13760"/>
                    <a:pt x="12688" y="13760"/>
                    <a:pt x="12812" y="13760"/>
                  </a:cubicBezTo>
                  <a:cubicBezTo>
                    <a:pt x="12812" y="13736"/>
                    <a:pt x="12812" y="13712"/>
                    <a:pt x="12812" y="13687"/>
                  </a:cubicBezTo>
                  <a:cubicBezTo>
                    <a:pt x="12836" y="13687"/>
                    <a:pt x="12861" y="13687"/>
                    <a:pt x="12885" y="13687"/>
                  </a:cubicBezTo>
                  <a:cubicBezTo>
                    <a:pt x="12885" y="13663"/>
                    <a:pt x="12885" y="13639"/>
                    <a:pt x="12885" y="13614"/>
                  </a:cubicBezTo>
                  <a:cubicBezTo>
                    <a:pt x="12909" y="13614"/>
                    <a:pt x="12934" y="13614"/>
                    <a:pt x="12958" y="13614"/>
                  </a:cubicBezTo>
                  <a:cubicBezTo>
                    <a:pt x="12958" y="13590"/>
                    <a:pt x="12958" y="13566"/>
                    <a:pt x="12958" y="13541"/>
                  </a:cubicBezTo>
                  <a:cubicBezTo>
                    <a:pt x="12982" y="13541"/>
                    <a:pt x="13007" y="13541"/>
                    <a:pt x="13031" y="13541"/>
                  </a:cubicBezTo>
                  <a:cubicBezTo>
                    <a:pt x="13031" y="13517"/>
                    <a:pt x="13031" y="13493"/>
                    <a:pt x="13031" y="13468"/>
                  </a:cubicBezTo>
                  <a:cubicBezTo>
                    <a:pt x="13056" y="13468"/>
                    <a:pt x="13080" y="13468"/>
                    <a:pt x="13104" y="13468"/>
                  </a:cubicBezTo>
                  <a:cubicBezTo>
                    <a:pt x="13104" y="13444"/>
                    <a:pt x="13104" y="13420"/>
                    <a:pt x="13104" y="13395"/>
                  </a:cubicBezTo>
                  <a:cubicBezTo>
                    <a:pt x="13129" y="13395"/>
                    <a:pt x="13153" y="13395"/>
                    <a:pt x="13178" y="13395"/>
                  </a:cubicBezTo>
                  <a:cubicBezTo>
                    <a:pt x="13178" y="13371"/>
                    <a:pt x="13178" y="13347"/>
                    <a:pt x="13178" y="13322"/>
                  </a:cubicBezTo>
                  <a:cubicBezTo>
                    <a:pt x="13202" y="13322"/>
                    <a:pt x="13226" y="13322"/>
                    <a:pt x="13251" y="13322"/>
                  </a:cubicBezTo>
                  <a:cubicBezTo>
                    <a:pt x="13251" y="13298"/>
                    <a:pt x="13251" y="13274"/>
                    <a:pt x="13251" y="13249"/>
                  </a:cubicBezTo>
                  <a:cubicBezTo>
                    <a:pt x="13275" y="13249"/>
                    <a:pt x="13299" y="13249"/>
                    <a:pt x="13324" y="13249"/>
                  </a:cubicBezTo>
                  <a:cubicBezTo>
                    <a:pt x="13324" y="13225"/>
                    <a:pt x="13324" y="13201"/>
                    <a:pt x="13324" y="13176"/>
                  </a:cubicBezTo>
                  <a:cubicBezTo>
                    <a:pt x="13348" y="13176"/>
                    <a:pt x="13372" y="13176"/>
                    <a:pt x="13397" y="13176"/>
                  </a:cubicBezTo>
                  <a:cubicBezTo>
                    <a:pt x="13397" y="13152"/>
                    <a:pt x="13397" y="13128"/>
                    <a:pt x="13397" y="13103"/>
                  </a:cubicBezTo>
                  <a:cubicBezTo>
                    <a:pt x="13421" y="13103"/>
                    <a:pt x="13445" y="13103"/>
                    <a:pt x="13470" y="13103"/>
                  </a:cubicBezTo>
                  <a:cubicBezTo>
                    <a:pt x="13470" y="13079"/>
                    <a:pt x="13470" y="13055"/>
                    <a:pt x="13470" y="13030"/>
                  </a:cubicBezTo>
                  <a:cubicBezTo>
                    <a:pt x="13494" y="13030"/>
                    <a:pt x="13518" y="13030"/>
                    <a:pt x="13543" y="13030"/>
                  </a:cubicBezTo>
                  <a:cubicBezTo>
                    <a:pt x="13543" y="13006"/>
                    <a:pt x="13543" y="12982"/>
                    <a:pt x="13543" y="12957"/>
                  </a:cubicBezTo>
                  <a:cubicBezTo>
                    <a:pt x="13567" y="12957"/>
                    <a:pt x="13591" y="12957"/>
                    <a:pt x="13616" y="12957"/>
                  </a:cubicBezTo>
                  <a:cubicBezTo>
                    <a:pt x="13616" y="12933"/>
                    <a:pt x="13616" y="12909"/>
                    <a:pt x="13616" y="12884"/>
                  </a:cubicBezTo>
                  <a:cubicBezTo>
                    <a:pt x="13640" y="12884"/>
                    <a:pt x="13664" y="12884"/>
                    <a:pt x="13689" y="12884"/>
                  </a:cubicBezTo>
                  <a:cubicBezTo>
                    <a:pt x="13689" y="12860"/>
                    <a:pt x="13689" y="12836"/>
                    <a:pt x="13689" y="12811"/>
                  </a:cubicBezTo>
                  <a:cubicBezTo>
                    <a:pt x="13713" y="12811"/>
                    <a:pt x="13737" y="12811"/>
                    <a:pt x="13762" y="12811"/>
                  </a:cubicBezTo>
                  <a:cubicBezTo>
                    <a:pt x="13762" y="12787"/>
                    <a:pt x="13762" y="12763"/>
                    <a:pt x="13762" y="12738"/>
                  </a:cubicBezTo>
                  <a:cubicBezTo>
                    <a:pt x="13786" y="12738"/>
                    <a:pt x="13810" y="12738"/>
                    <a:pt x="13835" y="12738"/>
                  </a:cubicBezTo>
                  <a:cubicBezTo>
                    <a:pt x="13835" y="12690"/>
                    <a:pt x="13835" y="12641"/>
                    <a:pt x="13835" y="12592"/>
                  </a:cubicBezTo>
                  <a:cubicBezTo>
                    <a:pt x="13859" y="12592"/>
                    <a:pt x="13883" y="12592"/>
                    <a:pt x="13908" y="12592"/>
                  </a:cubicBezTo>
                  <a:cubicBezTo>
                    <a:pt x="13908" y="12568"/>
                    <a:pt x="13908" y="12543"/>
                    <a:pt x="13908" y="12519"/>
                  </a:cubicBezTo>
                  <a:cubicBezTo>
                    <a:pt x="13932" y="12519"/>
                    <a:pt x="13956" y="12519"/>
                    <a:pt x="13981" y="12519"/>
                  </a:cubicBezTo>
                  <a:cubicBezTo>
                    <a:pt x="13981" y="12494"/>
                    <a:pt x="13981" y="12470"/>
                    <a:pt x="13981" y="12446"/>
                  </a:cubicBezTo>
                  <a:cubicBezTo>
                    <a:pt x="14005" y="12446"/>
                    <a:pt x="14029" y="12446"/>
                    <a:pt x="14054" y="12446"/>
                  </a:cubicBezTo>
                  <a:cubicBezTo>
                    <a:pt x="14054" y="12397"/>
                    <a:pt x="14054" y="12349"/>
                    <a:pt x="14054" y="12299"/>
                  </a:cubicBezTo>
                  <a:cubicBezTo>
                    <a:pt x="14030" y="12299"/>
                    <a:pt x="14006" y="12299"/>
                    <a:pt x="13981" y="12299"/>
                  </a:cubicBezTo>
                  <a:cubicBezTo>
                    <a:pt x="13981" y="12251"/>
                    <a:pt x="13981" y="12203"/>
                    <a:pt x="13981" y="12153"/>
                  </a:cubicBezTo>
                  <a:cubicBezTo>
                    <a:pt x="13957" y="12153"/>
                    <a:pt x="13933" y="12153"/>
                    <a:pt x="13908" y="12153"/>
                  </a:cubicBezTo>
                  <a:cubicBezTo>
                    <a:pt x="13908" y="12129"/>
                    <a:pt x="13908" y="12105"/>
                    <a:pt x="13908" y="12080"/>
                  </a:cubicBezTo>
                  <a:cubicBezTo>
                    <a:pt x="13884" y="12080"/>
                    <a:pt x="13860" y="12080"/>
                    <a:pt x="13835" y="12080"/>
                  </a:cubicBezTo>
                  <a:cubicBezTo>
                    <a:pt x="13835" y="12032"/>
                    <a:pt x="13835" y="11984"/>
                    <a:pt x="13835" y="11934"/>
                  </a:cubicBezTo>
                  <a:cubicBezTo>
                    <a:pt x="13811" y="11934"/>
                    <a:pt x="13787" y="11934"/>
                    <a:pt x="13762" y="11934"/>
                  </a:cubicBezTo>
                  <a:cubicBezTo>
                    <a:pt x="13762" y="11910"/>
                    <a:pt x="13762" y="11886"/>
                    <a:pt x="13762" y="11861"/>
                  </a:cubicBezTo>
                  <a:cubicBezTo>
                    <a:pt x="13738" y="11861"/>
                    <a:pt x="13714" y="11861"/>
                    <a:pt x="13689" y="11861"/>
                  </a:cubicBezTo>
                  <a:cubicBezTo>
                    <a:pt x="13689" y="11837"/>
                    <a:pt x="13689" y="11813"/>
                    <a:pt x="13689" y="11788"/>
                  </a:cubicBezTo>
                  <a:cubicBezTo>
                    <a:pt x="13665" y="11788"/>
                    <a:pt x="13641" y="11788"/>
                    <a:pt x="13616" y="11788"/>
                  </a:cubicBezTo>
                  <a:cubicBezTo>
                    <a:pt x="13616" y="11740"/>
                    <a:pt x="13616" y="11692"/>
                    <a:pt x="13616" y="11642"/>
                  </a:cubicBezTo>
                  <a:cubicBezTo>
                    <a:pt x="13592" y="11642"/>
                    <a:pt x="13568" y="11642"/>
                    <a:pt x="13543" y="11642"/>
                  </a:cubicBezTo>
                  <a:cubicBezTo>
                    <a:pt x="13543" y="11618"/>
                    <a:pt x="13543" y="11594"/>
                    <a:pt x="13543" y="11569"/>
                  </a:cubicBezTo>
                  <a:cubicBezTo>
                    <a:pt x="13519" y="11569"/>
                    <a:pt x="13495" y="11569"/>
                    <a:pt x="13470" y="11569"/>
                  </a:cubicBezTo>
                  <a:cubicBezTo>
                    <a:pt x="13470" y="11521"/>
                    <a:pt x="13470" y="11472"/>
                    <a:pt x="13470" y="11423"/>
                  </a:cubicBezTo>
                  <a:cubicBezTo>
                    <a:pt x="13446" y="11423"/>
                    <a:pt x="13422" y="11423"/>
                    <a:pt x="13397" y="11423"/>
                  </a:cubicBezTo>
                  <a:cubicBezTo>
                    <a:pt x="13397" y="11399"/>
                    <a:pt x="13397" y="11375"/>
                    <a:pt x="13397" y="11350"/>
                  </a:cubicBezTo>
                  <a:cubicBezTo>
                    <a:pt x="13373" y="11350"/>
                    <a:pt x="13348" y="11350"/>
                    <a:pt x="13324" y="11350"/>
                  </a:cubicBezTo>
                  <a:cubicBezTo>
                    <a:pt x="13324" y="11302"/>
                    <a:pt x="13324" y="11253"/>
                    <a:pt x="13324" y="11204"/>
                  </a:cubicBezTo>
                  <a:cubicBezTo>
                    <a:pt x="13300" y="11204"/>
                    <a:pt x="13275" y="11204"/>
                    <a:pt x="13251" y="11204"/>
                  </a:cubicBezTo>
                  <a:cubicBezTo>
                    <a:pt x="13251" y="11155"/>
                    <a:pt x="13251" y="11107"/>
                    <a:pt x="13251" y="11058"/>
                  </a:cubicBezTo>
                  <a:cubicBezTo>
                    <a:pt x="13275" y="11058"/>
                    <a:pt x="13299" y="11058"/>
                    <a:pt x="13324" y="11058"/>
                  </a:cubicBezTo>
                  <a:cubicBezTo>
                    <a:pt x="13324" y="10985"/>
                    <a:pt x="13324" y="10913"/>
                    <a:pt x="13324" y="10838"/>
                  </a:cubicBezTo>
                  <a:cubicBezTo>
                    <a:pt x="13348" y="10838"/>
                    <a:pt x="13372" y="10838"/>
                    <a:pt x="13397" y="10838"/>
                  </a:cubicBezTo>
                  <a:cubicBezTo>
                    <a:pt x="13397" y="10814"/>
                    <a:pt x="13397" y="10790"/>
                    <a:pt x="13397" y="10765"/>
                  </a:cubicBezTo>
                  <a:cubicBezTo>
                    <a:pt x="13421" y="10765"/>
                    <a:pt x="13445" y="10765"/>
                    <a:pt x="13470" y="10765"/>
                  </a:cubicBezTo>
                  <a:cubicBezTo>
                    <a:pt x="13470" y="10717"/>
                    <a:pt x="13470" y="10669"/>
                    <a:pt x="13470" y="10619"/>
                  </a:cubicBezTo>
                  <a:cubicBezTo>
                    <a:pt x="13494" y="10619"/>
                    <a:pt x="13518" y="10619"/>
                    <a:pt x="13543" y="10619"/>
                  </a:cubicBezTo>
                  <a:cubicBezTo>
                    <a:pt x="13543" y="10547"/>
                    <a:pt x="13543" y="10475"/>
                    <a:pt x="13543" y="10400"/>
                  </a:cubicBezTo>
                  <a:cubicBezTo>
                    <a:pt x="13567" y="10400"/>
                    <a:pt x="13591" y="10400"/>
                    <a:pt x="13616" y="10400"/>
                  </a:cubicBezTo>
                  <a:cubicBezTo>
                    <a:pt x="13616" y="10352"/>
                    <a:pt x="13616" y="10304"/>
                    <a:pt x="13616" y="10254"/>
                  </a:cubicBezTo>
                  <a:cubicBezTo>
                    <a:pt x="13640" y="10254"/>
                    <a:pt x="13664" y="10254"/>
                    <a:pt x="13689" y="10254"/>
                  </a:cubicBezTo>
                  <a:cubicBezTo>
                    <a:pt x="13689" y="10206"/>
                    <a:pt x="13689" y="10158"/>
                    <a:pt x="13689" y="10108"/>
                  </a:cubicBezTo>
                  <a:cubicBezTo>
                    <a:pt x="13713" y="10108"/>
                    <a:pt x="13737" y="10108"/>
                    <a:pt x="13762" y="10108"/>
                  </a:cubicBezTo>
                  <a:cubicBezTo>
                    <a:pt x="13762" y="10036"/>
                    <a:pt x="13762" y="9963"/>
                    <a:pt x="13762" y="9889"/>
                  </a:cubicBezTo>
                  <a:cubicBezTo>
                    <a:pt x="13786" y="9889"/>
                    <a:pt x="13810" y="9889"/>
                    <a:pt x="13835" y="9889"/>
                  </a:cubicBezTo>
                  <a:cubicBezTo>
                    <a:pt x="13835" y="9816"/>
                    <a:pt x="13835" y="9744"/>
                    <a:pt x="13835" y="9670"/>
                  </a:cubicBezTo>
                  <a:cubicBezTo>
                    <a:pt x="13859" y="9670"/>
                    <a:pt x="13883" y="9670"/>
                    <a:pt x="13908" y="9670"/>
                  </a:cubicBezTo>
                  <a:cubicBezTo>
                    <a:pt x="13908" y="9597"/>
                    <a:pt x="13908" y="9525"/>
                    <a:pt x="13908" y="9450"/>
                  </a:cubicBezTo>
                  <a:cubicBezTo>
                    <a:pt x="13932" y="9450"/>
                    <a:pt x="13956" y="9450"/>
                    <a:pt x="13981" y="9450"/>
                  </a:cubicBezTo>
                  <a:cubicBezTo>
                    <a:pt x="13981" y="9426"/>
                    <a:pt x="13981" y="9402"/>
                    <a:pt x="13981" y="9377"/>
                  </a:cubicBezTo>
                  <a:cubicBezTo>
                    <a:pt x="14005" y="9377"/>
                    <a:pt x="14029" y="9377"/>
                    <a:pt x="14054" y="9377"/>
                  </a:cubicBezTo>
                  <a:cubicBezTo>
                    <a:pt x="14054" y="9353"/>
                    <a:pt x="14054" y="9329"/>
                    <a:pt x="14054" y="9304"/>
                  </a:cubicBezTo>
                  <a:cubicBezTo>
                    <a:pt x="14078" y="9304"/>
                    <a:pt x="14102" y="9304"/>
                    <a:pt x="14127" y="9304"/>
                  </a:cubicBezTo>
                  <a:cubicBezTo>
                    <a:pt x="14127" y="9280"/>
                    <a:pt x="14127" y="9256"/>
                    <a:pt x="14127" y="9231"/>
                  </a:cubicBezTo>
                  <a:cubicBezTo>
                    <a:pt x="14200" y="9231"/>
                    <a:pt x="14272" y="9231"/>
                    <a:pt x="14346" y="9231"/>
                  </a:cubicBezTo>
                  <a:cubicBezTo>
                    <a:pt x="14346" y="9207"/>
                    <a:pt x="14346" y="9183"/>
                    <a:pt x="14346" y="9158"/>
                  </a:cubicBezTo>
                  <a:cubicBezTo>
                    <a:pt x="14467" y="9158"/>
                    <a:pt x="14587" y="9158"/>
                    <a:pt x="14712" y="9158"/>
                  </a:cubicBezTo>
                  <a:cubicBezTo>
                    <a:pt x="14712" y="9134"/>
                    <a:pt x="14712" y="9110"/>
                    <a:pt x="14712" y="9085"/>
                  </a:cubicBezTo>
                  <a:cubicBezTo>
                    <a:pt x="14832" y="9085"/>
                    <a:pt x="14953" y="9085"/>
                    <a:pt x="15077" y="9085"/>
                  </a:cubicBezTo>
                  <a:cubicBezTo>
                    <a:pt x="15077" y="9061"/>
                    <a:pt x="15077" y="9037"/>
                    <a:pt x="15077" y="9012"/>
                  </a:cubicBezTo>
                  <a:cubicBezTo>
                    <a:pt x="15173" y="9012"/>
                    <a:pt x="15270" y="9012"/>
                    <a:pt x="15369" y="9012"/>
                  </a:cubicBezTo>
                  <a:cubicBezTo>
                    <a:pt x="15369" y="8988"/>
                    <a:pt x="15369" y="8964"/>
                    <a:pt x="15369" y="8939"/>
                  </a:cubicBezTo>
                  <a:cubicBezTo>
                    <a:pt x="15393" y="8939"/>
                    <a:pt x="15417" y="8939"/>
                    <a:pt x="15442" y="8939"/>
                  </a:cubicBezTo>
                  <a:cubicBezTo>
                    <a:pt x="15442" y="8915"/>
                    <a:pt x="15442" y="8891"/>
                    <a:pt x="15442" y="8866"/>
                  </a:cubicBezTo>
                  <a:cubicBezTo>
                    <a:pt x="15466" y="8866"/>
                    <a:pt x="15490" y="8866"/>
                    <a:pt x="15515" y="8866"/>
                  </a:cubicBezTo>
                  <a:cubicBezTo>
                    <a:pt x="15515" y="8842"/>
                    <a:pt x="15515" y="8818"/>
                    <a:pt x="15515" y="8793"/>
                  </a:cubicBezTo>
                  <a:cubicBezTo>
                    <a:pt x="15539" y="8793"/>
                    <a:pt x="15563" y="8793"/>
                    <a:pt x="15588" y="8793"/>
                  </a:cubicBezTo>
                  <a:cubicBezTo>
                    <a:pt x="15588" y="8190"/>
                    <a:pt x="15588" y="7588"/>
                    <a:pt x="15588" y="6967"/>
                  </a:cubicBezTo>
                  <a:cubicBezTo>
                    <a:pt x="15564" y="6967"/>
                    <a:pt x="15540" y="6967"/>
                    <a:pt x="15515" y="6967"/>
                  </a:cubicBezTo>
                  <a:cubicBezTo>
                    <a:pt x="15515" y="6943"/>
                    <a:pt x="15515" y="6918"/>
                    <a:pt x="15515" y="6894"/>
                  </a:cubicBezTo>
                  <a:cubicBezTo>
                    <a:pt x="15491" y="6894"/>
                    <a:pt x="15467" y="6894"/>
                    <a:pt x="15442" y="6894"/>
                  </a:cubicBezTo>
                  <a:cubicBezTo>
                    <a:pt x="15442" y="6869"/>
                    <a:pt x="15442" y="6845"/>
                    <a:pt x="15442" y="6821"/>
                  </a:cubicBezTo>
                  <a:cubicBezTo>
                    <a:pt x="15418" y="6821"/>
                    <a:pt x="15394" y="6821"/>
                    <a:pt x="15369" y="6821"/>
                  </a:cubicBezTo>
                  <a:cubicBezTo>
                    <a:pt x="15369" y="6796"/>
                    <a:pt x="15369" y="6772"/>
                    <a:pt x="15369" y="6747"/>
                  </a:cubicBezTo>
                  <a:cubicBezTo>
                    <a:pt x="15249" y="6747"/>
                    <a:pt x="15128" y="6747"/>
                    <a:pt x="15004" y="6747"/>
                  </a:cubicBezTo>
                  <a:cubicBezTo>
                    <a:pt x="15004" y="6723"/>
                    <a:pt x="15004" y="6699"/>
                    <a:pt x="15004" y="6674"/>
                  </a:cubicBezTo>
                  <a:cubicBezTo>
                    <a:pt x="14883" y="6674"/>
                    <a:pt x="14763" y="6674"/>
                    <a:pt x="14639" y="6674"/>
                  </a:cubicBezTo>
                  <a:cubicBezTo>
                    <a:pt x="14639" y="6650"/>
                    <a:pt x="14639" y="6626"/>
                    <a:pt x="14639" y="6601"/>
                  </a:cubicBezTo>
                  <a:cubicBezTo>
                    <a:pt x="14494" y="6601"/>
                    <a:pt x="14349" y="6601"/>
                    <a:pt x="14200" y="6601"/>
                  </a:cubicBezTo>
                  <a:cubicBezTo>
                    <a:pt x="14200" y="6577"/>
                    <a:pt x="14200" y="6553"/>
                    <a:pt x="14200" y="6528"/>
                  </a:cubicBezTo>
                  <a:cubicBezTo>
                    <a:pt x="14152" y="6528"/>
                    <a:pt x="14104" y="6528"/>
                    <a:pt x="14054" y="6528"/>
                  </a:cubicBezTo>
                  <a:cubicBezTo>
                    <a:pt x="14054" y="6504"/>
                    <a:pt x="14054" y="6480"/>
                    <a:pt x="14054" y="6455"/>
                  </a:cubicBezTo>
                  <a:cubicBezTo>
                    <a:pt x="14030" y="6455"/>
                    <a:pt x="14006" y="6455"/>
                    <a:pt x="13981" y="6455"/>
                  </a:cubicBezTo>
                  <a:cubicBezTo>
                    <a:pt x="13981" y="6431"/>
                    <a:pt x="13981" y="6407"/>
                    <a:pt x="13981" y="6382"/>
                  </a:cubicBezTo>
                  <a:cubicBezTo>
                    <a:pt x="13957" y="6382"/>
                    <a:pt x="13933" y="6382"/>
                    <a:pt x="13908" y="6382"/>
                  </a:cubicBezTo>
                  <a:cubicBezTo>
                    <a:pt x="13908" y="6286"/>
                    <a:pt x="13908" y="6189"/>
                    <a:pt x="13908" y="6090"/>
                  </a:cubicBezTo>
                  <a:cubicBezTo>
                    <a:pt x="13884" y="6090"/>
                    <a:pt x="13860" y="6090"/>
                    <a:pt x="13835" y="6090"/>
                  </a:cubicBezTo>
                  <a:cubicBezTo>
                    <a:pt x="13835" y="6018"/>
                    <a:pt x="13835" y="5945"/>
                    <a:pt x="13835" y="5871"/>
                  </a:cubicBezTo>
                  <a:cubicBezTo>
                    <a:pt x="13811" y="5871"/>
                    <a:pt x="13787" y="5871"/>
                    <a:pt x="13762" y="5871"/>
                  </a:cubicBezTo>
                  <a:cubicBezTo>
                    <a:pt x="13762" y="5799"/>
                    <a:pt x="13762" y="5726"/>
                    <a:pt x="13762" y="5652"/>
                  </a:cubicBezTo>
                  <a:cubicBezTo>
                    <a:pt x="13738" y="5652"/>
                    <a:pt x="13714" y="5652"/>
                    <a:pt x="13689" y="5652"/>
                  </a:cubicBezTo>
                  <a:cubicBezTo>
                    <a:pt x="13689" y="5603"/>
                    <a:pt x="13689" y="5555"/>
                    <a:pt x="13689" y="5506"/>
                  </a:cubicBezTo>
                  <a:cubicBezTo>
                    <a:pt x="13665" y="5506"/>
                    <a:pt x="13641" y="5506"/>
                    <a:pt x="13616" y="5506"/>
                  </a:cubicBezTo>
                  <a:cubicBezTo>
                    <a:pt x="13616" y="5457"/>
                    <a:pt x="13616" y="5409"/>
                    <a:pt x="13616" y="5359"/>
                  </a:cubicBezTo>
                  <a:cubicBezTo>
                    <a:pt x="13592" y="5359"/>
                    <a:pt x="13568" y="5359"/>
                    <a:pt x="13543" y="5359"/>
                  </a:cubicBezTo>
                  <a:cubicBezTo>
                    <a:pt x="13543" y="5287"/>
                    <a:pt x="13543" y="5215"/>
                    <a:pt x="13543" y="5140"/>
                  </a:cubicBezTo>
                  <a:cubicBezTo>
                    <a:pt x="13519" y="5140"/>
                    <a:pt x="13495" y="5140"/>
                    <a:pt x="13470" y="5140"/>
                  </a:cubicBezTo>
                  <a:cubicBezTo>
                    <a:pt x="13470" y="5092"/>
                    <a:pt x="13470" y="5044"/>
                    <a:pt x="13470" y="4994"/>
                  </a:cubicBezTo>
                  <a:cubicBezTo>
                    <a:pt x="13446" y="4994"/>
                    <a:pt x="13422" y="4994"/>
                    <a:pt x="13397" y="4994"/>
                  </a:cubicBezTo>
                  <a:cubicBezTo>
                    <a:pt x="13397" y="4970"/>
                    <a:pt x="13397" y="4946"/>
                    <a:pt x="13397" y="4921"/>
                  </a:cubicBezTo>
                  <a:cubicBezTo>
                    <a:pt x="13373" y="4921"/>
                    <a:pt x="13348" y="4921"/>
                    <a:pt x="13324" y="4921"/>
                  </a:cubicBezTo>
                  <a:cubicBezTo>
                    <a:pt x="13324" y="4777"/>
                    <a:pt x="13324" y="4632"/>
                    <a:pt x="13324" y="4483"/>
                  </a:cubicBezTo>
                  <a:cubicBezTo>
                    <a:pt x="13348" y="4483"/>
                    <a:pt x="13372" y="4483"/>
                    <a:pt x="13397" y="4483"/>
                  </a:cubicBezTo>
                  <a:cubicBezTo>
                    <a:pt x="13397" y="4459"/>
                    <a:pt x="13397" y="4435"/>
                    <a:pt x="13397" y="4410"/>
                  </a:cubicBezTo>
                  <a:cubicBezTo>
                    <a:pt x="13421" y="4410"/>
                    <a:pt x="13445" y="4410"/>
                    <a:pt x="13470" y="4410"/>
                  </a:cubicBezTo>
                  <a:cubicBezTo>
                    <a:pt x="13470" y="4362"/>
                    <a:pt x="13470" y="4313"/>
                    <a:pt x="13470" y="4264"/>
                  </a:cubicBezTo>
                  <a:cubicBezTo>
                    <a:pt x="13494" y="4264"/>
                    <a:pt x="13518" y="4264"/>
                    <a:pt x="13543" y="4264"/>
                  </a:cubicBezTo>
                  <a:cubicBezTo>
                    <a:pt x="13543" y="4240"/>
                    <a:pt x="13543" y="4215"/>
                    <a:pt x="13543" y="4191"/>
                  </a:cubicBezTo>
                  <a:cubicBezTo>
                    <a:pt x="13567" y="4191"/>
                    <a:pt x="13591" y="4191"/>
                    <a:pt x="13616" y="4191"/>
                  </a:cubicBezTo>
                  <a:cubicBezTo>
                    <a:pt x="13616" y="4142"/>
                    <a:pt x="13616" y="4094"/>
                    <a:pt x="13616" y="4045"/>
                  </a:cubicBezTo>
                  <a:cubicBezTo>
                    <a:pt x="13640" y="4045"/>
                    <a:pt x="13664" y="4045"/>
                    <a:pt x="13689" y="4045"/>
                  </a:cubicBezTo>
                  <a:cubicBezTo>
                    <a:pt x="13689" y="4020"/>
                    <a:pt x="13689" y="3996"/>
                    <a:pt x="13689" y="3972"/>
                  </a:cubicBezTo>
                  <a:cubicBezTo>
                    <a:pt x="13713" y="3972"/>
                    <a:pt x="13737" y="3972"/>
                    <a:pt x="13762" y="3972"/>
                  </a:cubicBezTo>
                  <a:cubicBezTo>
                    <a:pt x="13762" y="3947"/>
                    <a:pt x="13762" y="3923"/>
                    <a:pt x="13762" y="3898"/>
                  </a:cubicBezTo>
                  <a:cubicBezTo>
                    <a:pt x="13786" y="3898"/>
                    <a:pt x="13810" y="3898"/>
                    <a:pt x="13835" y="3898"/>
                  </a:cubicBezTo>
                  <a:cubicBezTo>
                    <a:pt x="13835" y="3850"/>
                    <a:pt x="13835" y="3802"/>
                    <a:pt x="13835" y="3752"/>
                  </a:cubicBezTo>
                  <a:cubicBezTo>
                    <a:pt x="13859" y="3752"/>
                    <a:pt x="13883" y="3752"/>
                    <a:pt x="13908" y="3752"/>
                  </a:cubicBezTo>
                  <a:cubicBezTo>
                    <a:pt x="13908" y="3728"/>
                    <a:pt x="13908" y="3704"/>
                    <a:pt x="13908" y="3679"/>
                  </a:cubicBezTo>
                  <a:cubicBezTo>
                    <a:pt x="13932" y="3679"/>
                    <a:pt x="13956" y="3679"/>
                    <a:pt x="13981" y="3679"/>
                  </a:cubicBezTo>
                  <a:cubicBezTo>
                    <a:pt x="13981" y="3631"/>
                    <a:pt x="13981" y="3583"/>
                    <a:pt x="13981" y="3533"/>
                  </a:cubicBezTo>
                  <a:cubicBezTo>
                    <a:pt x="14005" y="3533"/>
                    <a:pt x="14029" y="3533"/>
                    <a:pt x="14054" y="3533"/>
                  </a:cubicBezTo>
                  <a:cubicBezTo>
                    <a:pt x="14054" y="3413"/>
                    <a:pt x="14054" y="3292"/>
                    <a:pt x="14054" y="3168"/>
                  </a:cubicBezTo>
                  <a:cubicBezTo>
                    <a:pt x="14030" y="3168"/>
                    <a:pt x="14006" y="3168"/>
                    <a:pt x="13981" y="3168"/>
                  </a:cubicBezTo>
                  <a:cubicBezTo>
                    <a:pt x="13981" y="3144"/>
                    <a:pt x="13981" y="3120"/>
                    <a:pt x="13981" y="3095"/>
                  </a:cubicBezTo>
                  <a:cubicBezTo>
                    <a:pt x="13957" y="3095"/>
                    <a:pt x="13933" y="3095"/>
                    <a:pt x="13908" y="3095"/>
                  </a:cubicBezTo>
                  <a:cubicBezTo>
                    <a:pt x="13908" y="3071"/>
                    <a:pt x="13908" y="3047"/>
                    <a:pt x="13908" y="3022"/>
                  </a:cubicBezTo>
                  <a:cubicBezTo>
                    <a:pt x="13884" y="3022"/>
                    <a:pt x="13860" y="3022"/>
                    <a:pt x="13835" y="3022"/>
                  </a:cubicBezTo>
                  <a:cubicBezTo>
                    <a:pt x="13835" y="2998"/>
                    <a:pt x="13835" y="2974"/>
                    <a:pt x="13835" y="2949"/>
                  </a:cubicBezTo>
                  <a:cubicBezTo>
                    <a:pt x="13811" y="2949"/>
                    <a:pt x="13787" y="2949"/>
                    <a:pt x="13762" y="2949"/>
                  </a:cubicBezTo>
                  <a:cubicBezTo>
                    <a:pt x="13762" y="2925"/>
                    <a:pt x="13762" y="2901"/>
                    <a:pt x="13762" y="2876"/>
                  </a:cubicBezTo>
                  <a:cubicBezTo>
                    <a:pt x="13738" y="2876"/>
                    <a:pt x="13714" y="2876"/>
                    <a:pt x="13689" y="2876"/>
                  </a:cubicBezTo>
                  <a:cubicBezTo>
                    <a:pt x="13689" y="2852"/>
                    <a:pt x="13689" y="2828"/>
                    <a:pt x="13689" y="2803"/>
                  </a:cubicBezTo>
                  <a:cubicBezTo>
                    <a:pt x="13665" y="2803"/>
                    <a:pt x="13641" y="2803"/>
                    <a:pt x="13616" y="2803"/>
                  </a:cubicBezTo>
                  <a:cubicBezTo>
                    <a:pt x="13616" y="2779"/>
                    <a:pt x="13616" y="2754"/>
                    <a:pt x="13616" y="2730"/>
                  </a:cubicBezTo>
                  <a:cubicBezTo>
                    <a:pt x="13592" y="2730"/>
                    <a:pt x="13568" y="2730"/>
                    <a:pt x="13543" y="2730"/>
                  </a:cubicBezTo>
                  <a:cubicBezTo>
                    <a:pt x="13543" y="2706"/>
                    <a:pt x="13543" y="2681"/>
                    <a:pt x="13543" y="2657"/>
                  </a:cubicBezTo>
                  <a:cubicBezTo>
                    <a:pt x="13519" y="2657"/>
                    <a:pt x="13495" y="2657"/>
                    <a:pt x="13470" y="2657"/>
                  </a:cubicBezTo>
                  <a:cubicBezTo>
                    <a:pt x="13470" y="2632"/>
                    <a:pt x="13470" y="2608"/>
                    <a:pt x="13470" y="2584"/>
                  </a:cubicBezTo>
                  <a:cubicBezTo>
                    <a:pt x="13446" y="2584"/>
                    <a:pt x="13422" y="2584"/>
                    <a:pt x="13397" y="2584"/>
                  </a:cubicBezTo>
                  <a:cubicBezTo>
                    <a:pt x="13397" y="2559"/>
                    <a:pt x="13397" y="2535"/>
                    <a:pt x="13397" y="2510"/>
                  </a:cubicBezTo>
                  <a:cubicBezTo>
                    <a:pt x="13373" y="2510"/>
                    <a:pt x="13348" y="2510"/>
                    <a:pt x="13324" y="2510"/>
                  </a:cubicBezTo>
                  <a:cubicBezTo>
                    <a:pt x="13324" y="2486"/>
                    <a:pt x="13324" y="2462"/>
                    <a:pt x="13324" y="2437"/>
                  </a:cubicBezTo>
                  <a:cubicBezTo>
                    <a:pt x="13300" y="2437"/>
                    <a:pt x="13275" y="2437"/>
                    <a:pt x="13251" y="2437"/>
                  </a:cubicBezTo>
                  <a:cubicBezTo>
                    <a:pt x="13251" y="2413"/>
                    <a:pt x="13251" y="2389"/>
                    <a:pt x="13251" y="2364"/>
                  </a:cubicBezTo>
                  <a:cubicBezTo>
                    <a:pt x="13226" y="2364"/>
                    <a:pt x="13202" y="2364"/>
                    <a:pt x="13178" y="2364"/>
                  </a:cubicBezTo>
                  <a:cubicBezTo>
                    <a:pt x="13178" y="2340"/>
                    <a:pt x="13178" y="2316"/>
                    <a:pt x="13178" y="2291"/>
                  </a:cubicBezTo>
                  <a:cubicBezTo>
                    <a:pt x="13129" y="2291"/>
                    <a:pt x="13081" y="2291"/>
                    <a:pt x="13031" y="2291"/>
                  </a:cubicBezTo>
                  <a:cubicBezTo>
                    <a:pt x="13031" y="2267"/>
                    <a:pt x="13031" y="2243"/>
                    <a:pt x="13031" y="2218"/>
                  </a:cubicBezTo>
                  <a:cubicBezTo>
                    <a:pt x="13007" y="2218"/>
                    <a:pt x="12983" y="2218"/>
                    <a:pt x="12958" y="2218"/>
                  </a:cubicBezTo>
                  <a:cubicBezTo>
                    <a:pt x="12958" y="2194"/>
                    <a:pt x="12958" y="2170"/>
                    <a:pt x="12958" y="2145"/>
                  </a:cubicBezTo>
                  <a:cubicBezTo>
                    <a:pt x="12934" y="2145"/>
                    <a:pt x="12910" y="2145"/>
                    <a:pt x="12885" y="2145"/>
                  </a:cubicBezTo>
                  <a:cubicBezTo>
                    <a:pt x="12885" y="2121"/>
                    <a:pt x="12885" y="2097"/>
                    <a:pt x="12885" y="2072"/>
                  </a:cubicBezTo>
                  <a:cubicBezTo>
                    <a:pt x="12861" y="2072"/>
                    <a:pt x="12837" y="2072"/>
                    <a:pt x="12812" y="2072"/>
                  </a:cubicBezTo>
                  <a:cubicBezTo>
                    <a:pt x="12812" y="2048"/>
                    <a:pt x="12812" y="2024"/>
                    <a:pt x="12812" y="1999"/>
                  </a:cubicBezTo>
                  <a:cubicBezTo>
                    <a:pt x="12692" y="1999"/>
                    <a:pt x="12571" y="1999"/>
                    <a:pt x="12447" y="1999"/>
                  </a:cubicBezTo>
                  <a:cubicBezTo>
                    <a:pt x="12447" y="2023"/>
                    <a:pt x="12447" y="2047"/>
                    <a:pt x="12447" y="2072"/>
                  </a:cubicBezTo>
                  <a:cubicBezTo>
                    <a:pt x="12423" y="2072"/>
                    <a:pt x="12399" y="2072"/>
                    <a:pt x="12374" y="2072"/>
                  </a:cubicBezTo>
                  <a:cubicBezTo>
                    <a:pt x="12374" y="2096"/>
                    <a:pt x="12374" y="2120"/>
                    <a:pt x="12374" y="2145"/>
                  </a:cubicBezTo>
                  <a:cubicBezTo>
                    <a:pt x="12326" y="2145"/>
                    <a:pt x="12278" y="2145"/>
                    <a:pt x="12228" y="2145"/>
                  </a:cubicBezTo>
                  <a:cubicBezTo>
                    <a:pt x="12228" y="2169"/>
                    <a:pt x="12228" y="2193"/>
                    <a:pt x="12228" y="2218"/>
                  </a:cubicBezTo>
                  <a:cubicBezTo>
                    <a:pt x="12204" y="2218"/>
                    <a:pt x="12180" y="2218"/>
                    <a:pt x="12155" y="2218"/>
                  </a:cubicBezTo>
                  <a:cubicBezTo>
                    <a:pt x="12155" y="2242"/>
                    <a:pt x="12155" y="2266"/>
                    <a:pt x="12155" y="2291"/>
                  </a:cubicBezTo>
                  <a:cubicBezTo>
                    <a:pt x="12107" y="2291"/>
                    <a:pt x="12058" y="2291"/>
                    <a:pt x="12009" y="2291"/>
                  </a:cubicBezTo>
                  <a:cubicBezTo>
                    <a:pt x="12009" y="2315"/>
                    <a:pt x="12009" y="2340"/>
                    <a:pt x="12009" y="2364"/>
                  </a:cubicBezTo>
                  <a:cubicBezTo>
                    <a:pt x="11985" y="2364"/>
                    <a:pt x="11961" y="2364"/>
                    <a:pt x="11936" y="2364"/>
                  </a:cubicBezTo>
                  <a:cubicBezTo>
                    <a:pt x="11936" y="2388"/>
                    <a:pt x="11936" y="2413"/>
                    <a:pt x="11936" y="2437"/>
                  </a:cubicBezTo>
                  <a:cubicBezTo>
                    <a:pt x="11887" y="2437"/>
                    <a:pt x="11839" y="2437"/>
                    <a:pt x="11790" y="2437"/>
                  </a:cubicBezTo>
                  <a:cubicBezTo>
                    <a:pt x="11790" y="2462"/>
                    <a:pt x="11790" y="2486"/>
                    <a:pt x="11790" y="2510"/>
                  </a:cubicBezTo>
                  <a:cubicBezTo>
                    <a:pt x="11765" y="2510"/>
                    <a:pt x="11741" y="2510"/>
                    <a:pt x="11717" y="2510"/>
                  </a:cubicBezTo>
                  <a:cubicBezTo>
                    <a:pt x="11717" y="2535"/>
                    <a:pt x="11717" y="2559"/>
                    <a:pt x="11717" y="2584"/>
                  </a:cubicBezTo>
                  <a:cubicBezTo>
                    <a:pt x="11692" y="2584"/>
                    <a:pt x="11668" y="2584"/>
                    <a:pt x="11643" y="2584"/>
                  </a:cubicBezTo>
                  <a:cubicBezTo>
                    <a:pt x="11643" y="2608"/>
                    <a:pt x="11643" y="2632"/>
                    <a:pt x="11643" y="2657"/>
                  </a:cubicBezTo>
                  <a:cubicBezTo>
                    <a:pt x="11595" y="2657"/>
                    <a:pt x="11547" y="2657"/>
                    <a:pt x="11497" y="2657"/>
                  </a:cubicBezTo>
                  <a:cubicBezTo>
                    <a:pt x="11497" y="2681"/>
                    <a:pt x="11497" y="2705"/>
                    <a:pt x="11497" y="2730"/>
                  </a:cubicBezTo>
                  <a:cubicBezTo>
                    <a:pt x="11401" y="2730"/>
                    <a:pt x="11304" y="2730"/>
                    <a:pt x="11205" y="2730"/>
                  </a:cubicBezTo>
                  <a:cubicBezTo>
                    <a:pt x="11205" y="2706"/>
                    <a:pt x="11205" y="2681"/>
                    <a:pt x="11205" y="2657"/>
                  </a:cubicBezTo>
                  <a:cubicBezTo>
                    <a:pt x="11133" y="2657"/>
                    <a:pt x="11061" y="2657"/>
                    <a:pt x="10986" y="2657"/>
                  </a:cubicBezTo>
                  <a:cubicBezTo>
                    <a:pt x="10986" y="2632"/>
                    <a:pt x="10986" y="2608"/>
                    <a:pt x="10986" y="2584"/>
                  </a:cubicBezTo>
                  <a:cubicBezTo>
                    <a:pt x="10938" y="2584"/>
                    <a:pt x="10890" y="2584"/>
                    <a:pt x="10840" y="2584"/>
                  </a:cubicBezTo>
                  <a:cubicBezTo>
                    <a:pt x="10840" y="2559"/>
                    <a:pt x="10840" y="2535"/>
                    <a:pt x="10840" y="2510"/>
                  </a:cubicBezTo>
                  <a:cubicBezTo>
                    <a:pt x="10792" y="2510"/>
                    <a:pt x="10743" y="2510"/>
                    <a:pt x="10694" y="2510"/>
                  </a:cubicBezTo>
                  <a:cubicBezTo>
                    <a:pt x="10694" y="2486"/>
                    <a:pt x="10694" y="2462"/>
                    <a:pt x="10694" y="2437"/>
                  </a:cubicBezTo>
                  <a:cubicBezTo>
                    <a:pt x="10646" y="2437"/>
                    <a:pt x="10597" y="2437"/>
                    <a:pt x="10548" y="2437"/>
                  </a:cubicBezTo>
                  <a:cubicBezTo>
                    <a:pt x="10548" y="2413"/>
                    <a:pt x="10548" y="2389"/>
                    <a:pt x="10548" y="2364"/>
                  </a:cubicBezTo>
                  <a:cubicBezTo>
                    <a:pt x="10499" y="2364"/>
                    <a:pt x="10451" y="2364"/>
                    <a:pt x="10402" y="2364"/>
                  </a:cubicBezTo>
                  <a:cubicBezTo>
                    <a:pt x="10402" y="2340"/>
                    <a:pt x="10402" y="2316"/>
                    <a:pt x="10402" y="2291"/>
                  </a:cubicBezTo>
                  <a:cubicBezTo>
                    <a:pt x="10329" y="2291"/>
                    <a:pt x="10257" y="2291"/>
                    <a:pt x="10182" y="2291"/>
                  </a:cubicBezTo>
                  <a:cubicBezTo>
                    <a:pt x="10182" y="2267"/>
                    <a:pt x="10182" y="2243"/>
                    <a:pt x="10182" y="2218"/>
                  </a:cubicBezTo>
                  <a:cubicBezTo>
                    <a:pt x="10110" y="2218"/>
                    <a:pt x="10038" y="2218"/>
                    <a:pt x="9963" y="2218"/>
                  </a:cubicBezTo>
                  <a:cubicBezTo>
                    <a:pt x="9963" y="2194"/>
                    <a:pt x="9963" y="2170"/>
                    <a:pt x="9963" y="2145"/>
                  </a:cubicBezTo>
                  <a:cubicBezTo>
                    <a:pt x="9891" y="2145"/>
                    <a:pt x="9819" y="2145"/>
                    <a:pt x="9744" y="2145"/>
                  </a:cubicBezTo>
                  <a:cubicBezTo>
                    <a:pt x="9744" y="2121"/>
                    <a:pt x="9744" y="2097"/>
                    <a:pt x="9744" y="2072"/>
                  </a:cubicBezTo>
                  <a:cubicBezTo>
                    <a:pt x="9672" y="2072"/>
                    <a:pt x="9599" y="2072"/>
                    <a:pt x="9525" y="2072"/>
                  </a:cubicBezTo>
                  <a:cubicBezTo>
                    <a:pt x="9525" y="2048"/>
                    <a:pt x="9525" y="2024"/>
                    <a:pt x="9525" y="1999"/>
                  </a:cubicBezTo>
                  <a:cubicBezTo>
                    <a:pt x="9501" y="1999"/>
                    <a:pt x="9477" y="1999"/>
                    <a:pt x="9452" y="1999"/>
                  </a:cubicBezTo>
                  <a:cubicBezTo>
                    <a:pt x="9452" y="1975"/>
                    <a:pt x="9452" y="1951"/>
                    <a:pt x="9452" y="1926"/>
                  </a:cubicBezTo>
                  <a:cubicBezTo>
                    <a:pt x="9428" y="1926"/>
                    <a:pt x="9404" y="1926"/>
                    <a:pt x="9379" y="1926"/>
                  </a:cubicBezTo>
                  <a:cubicBezTo>
                    <a:pt x="9379" y="1830"/>
                    <a:pt x="9379" y="1733"/>
                    <a:pt x="9379" y="1634"/>
                  </a:cubicBezTo>
                  <a:cubicBezTo>
                    <a:pt x="9355" y="1634"/>
                    <a:pt x="9331" y="1634"/>
                    <a:pt x="9306" y="1634"/>
                  </a:cubicBezTo>
                  <a:cubicBezTo>
                    <a:pt x="9306" y="1465"/>
                    <a:pt x="9306" y="1296"/>
                    <a:pt x="9306" y="1122"/>
                  </a:cubicBezTo>
                  <a:cubicBezTo>
                    <a:pt x="9282" y="1122"/>
                    <a:pt x="9258" y="1122"/>
                    <a:pt x="9233" y="1122"/>
                  </a:cubicBezTo>
                  <a:cubicBezTo>
                    <a:pt x="9233" y="978"/>
                    <a:pt x="9233" y="833"/>
                    <a:pt x="9233" y="684"/>
                  </a:cubicBezTo>
                  <a:cubicBezTo>
                    <a:pt x="9209" y="684"/>
                    <a:pt x="9185" y="684"/>
                    <a:pt x="9160" y="684"/>
                  </a:cubicBezTo>
                  <a:cubicBezTo>
                    <a:pt x="9160" y="636"/>
                    <a:pt x="9160" y="588"/>
                    <a:pt x="9160" y="538"/>
                  </a:cubicBezTo>
                  <a:cubicBezTo>
                    <a:pt x="9136" y="538"/>
                    <a:pt x="9111" y="538"/>
                    <a:pt x="9087" y="538"/>
                  </a:cubicBezTo>
                  <a:cubicBezTo>
                    <a:pt x="9087" y="514"/>
                    <a:pt x="9087" y="490"/>
                    <a:pt x="9087" y="465"/>
                  </a:cubicBezTo>
                  <a:cubicBezTo>
                    <a:pt x="9038" y="465"/>
                    <a:pt x="8990" y="465"/>
                    <a:pt x="8941" y="465"/>
                  </a:cubicBezTo>
                  <a:cubicBezTo>
                    <a:pt x="8941" y="441"/>
                    <a:pt x="8941" y="417"/>
                    <a:pt x="8941" y="392"/>
                  </a:cubicBezTo>
                  <a:cubicBezTo>
                    <a:pt x="8724" y="392"/>
                    <a:pt x="8507" y="392"/>
                    <a:pt x="8283" y="392"/>
                  </a:cubicBezTo>
                  <a:cubicBezTo>
                    <a:pt x="8283" y="416"/>
                    <a:pt x="8283" y="440"/>
                    <a:pt x="8283" y="465"/>
                  </a:cubicBezTo>
                  <a:cubicBezTo>
                    <a:pt x="7994" y="465"/>
                    <a:pt x="7704" y="465"/>
                    <a:pt x="7406" y="465"/>
                  </a:cubicBezTo>
                  <a:cubicBezTo>
                    <a:pt x="7406" y="441"/>
                    <a:pt x="7406" y="417"/>
                    <a:pt x="7406" y="392"/>
                  </a:cubicBezTo>
                  <a:cubicBezTo>
                    <a:pt x="7334" y="392"/>
                    <a:pt x="7262" y="392"/>
                    <a:pt x="7187" y="392"/>
                  </a:cubicBezTo>
                  <a:close/>
                </a:path>
              </a:pathLst>
            </a:custGeom>
            <a:solidFill>
              <a:srgbClr val="251047"/>
            </a:solidFill>
            <a:ln w="464" cap="flat">
              <a:noFill/>
            </a:ln>
          </p:spPr>
        </p:sp>
        <p:sp>
          <p:nvSpPr>
            <p:cNvPr id="1740" name="ICON_HARNESS_GEAR_path_004"/>
            <p:cNvSpPr/>
            <p:nvPr/>
          </p:nvSpPr>
          <p:spPr>
            <a:xfrm>
              <a:off x="4766830" y="6461486"/>
              <a:ext cx="110403" cy="109476"/>
            </a:xfrm>
            <a:custGeom>
              <a:avLst/>
              <a:gdLst/>
              <a:ahLst/>
              <a:cxnLst/>
              <a:rect l="0" t="0" r="r" b="b"/>
              <a:pathLst>
                <a:path w="8693" h="8620" fill="norm" stroke="0">
                  <a:moveTo>
                    <a:pt x="3799" y="0"/>
                  </a:moveTo>
                  <a:cubicBezTo>
                    <a:pt x="4184" y="0"/>
                    <a:pt x="4570" y="0"/>
                    <a:pt x="4968" y="0"/>
                  </a:cubicBezTo>
                  <a:cubicBezTo>
                    <a:pt x="4968" y="24"/>
                    <a:pt x="4968" y="48"/>
                    <a:pt x="4968" y="73"/>
                  </a:cubicBezTo>
                  <a:cubicBezTo>
                    <a:pt x="5088" y="73"/>
                    <a:pt x="5209" y="73"/>
                    <a:pt x="5333" y="73"/>
                  </a:cubicBezTo>
                  <a:cubicBezTo>
                    <a:pt x="5333" y="97"/>
                    <a:pt x="5333" y="121"/>
                    <a:pt x="5333" y="146"/>
                  </a:cubicBezTo>
                  <a:cubicBezTo>
                    <a:pt x="5429" y="146"/>
                    <a:pt x="5526" y="146"/>
                    <a:pt x="5625" y="146"/>
                  </a:cubicBezTo>
                  <a:cubicBezTo>
                    <a:pt x="5625" y="170"/>
                    <a:pt x="5625" y="194"/>
                    <a:pt x="5625" y="219"/>
                  </a:cubicBezTo>
                  <a:cubicBezTo>
                    <a:pt x="5697" y="219"/>
                    <a:pt x="5770" y="219"/>
                    <a:pt x="5844" y="219"/>
                  </a:cubicBezTo>
                  <a:cubicBezTo>
                    <a:pt x="5844" y="243"/>
                    <a:pt x="5844" y="267"/>
                    <a:pt x="5844" y="292"/>
                  </a:cubicBezTo>
                  <a:cubicBezTo>
                    <a:pt x="5916" y="292"/>
                    <a:pt x="5989" y="292"/>
                    <a:pt x="6063" y="292"/>
                  </a:cubicBezTo>
                  <a:cubicBezTo>
                    <a:pt x="6063" y="316"/>
                    <a:pt x="6063" y="340"/>
                    <a:pt x="6063" y="365"/>
                  </a:cubicBezTo>
                  <a:cubicBezTo>
                    <a:pt x="6112" y="365"/>
                    <a:pt x="6160" y="365"/>
                    <a:pt x="6209" y="365"/>
                  </a:cubicBezTo>
                  <a:cubicBezTo>
                    <a:pt x="6209" y="389"/>
                    <a:pt x="6209" y="413"/>
                    <a:pt x="6209" y="438"/>
                  </a:cubicBezTo>
                  <a:cubicBezTo>
                    <a:pt x="6258" y="438"/>
                    <a:pt x="6306" y="438"/>
                    <a:pt x="6356" y="438"/>
                  </a:cubicBezTo>
                  <a:cubicBezTo>
                    <a:pt x="6356" y="462"/>
                    <a:pt x="6356" y="487"/>
                    <a:pt x="6356" y="511"/>
                  </a:cubicBezTo>
                  <a:cubicBezTo>
                    <a:pt x="6404" y="511"/>
                    <a:pt x="6452" y="511"/>
                    <a:pt x="6502" y="511"/>
                  </a:cubicBezTo>
                  <a:cubicBezTo>
                    <a:pt x="6502" y="535"/>
                    <a:pt x="6502" y="560"/>
                    <a:pt x="6502" y="584"/>
                  </a:cubicBezTo>
                  <a:cubicBezTo>
                    <a:pt x="6550" y="584"/>
                    <a:pt x="6598" y="584"/>
                    <a:pt x="6648" y="584"/>
                  </a:cubicBezTo>
                  <a:cubicBezTo>
                    <a:pt x="6648" y="609"/>
                    <a:pt x="6648" y="633"/>
                    <a:pt x="6648" y="657"/>
                  </a:cubicBezTo>
                  <a:cubicBezTo>
                    <a:pt x="6672" y="657"/>
                    <a:pt x="6696" y="657"/>
                    <a:pt x="6721" y="657"/>
                  </a:cubicBezTo>
                  <a:cubicBezTo>
                    <a:pt x="6721" y="682"/>
                    <a:pt x="6721" y="706"/>
                    <a:pt x="6721" y="731"/>
                  </a:cubicBezTo>
                  <a:cubicBezTo>
                    <a:pt x="6769" y="731"/>
                    <a:pt x="6817" y="731"/>
                    <a:pt x="6867" y="731"/>
                  </a:cubicBezTo>
                  <a:cubicBezTo>
                    <a:pt x="6867" y="755"/>
                    <a:pt x="6867" y="779"/>
                    <a:pt x="6867" y="804"/>
                  </a:cubicBezTo>
                  <a:cubicBezTo>
                    <a:pt x="6891" y="804"/>
                    <a:pt x="6915" y="804"/>
                    <a:pt x="6940" y="804"/>
                  </a:cubicBezTo>
                  <a:cubicBezTo>
                    <a:pt x="6940" y="828"/>
                    <a:pt x="6940" y="852"/>
                    <a:pt x="6940" y="877"/>
                  </a:cubicBezTo>
                  <a:cubicBezTo>
                    <a:pt x="6988" y="877"/>
                    <a:pt x="7036" y="877"/>
                    <a:pt x="7086" y="877"/>
                  </a:cubicBezTo>
                  <a:cubicBezTo>
                    <a:pt x="7086" y="901"/>
                    <a:pt x="7086" y="925"/>
                    <a:pt x="7086" y="950"/>
                  </a:cubicBezTo>
                  <a:cubicBezTo>
                    <a:pt x="7110" y="950"/>
                    <a:pt x="7134" y="950"/>
                    <a:pt x="7159" y="950"/>
                  </a:cubicBezTo>
                  <a:cubicBezTo>
                    <a:pt x="7159" y="974"/>
                    <a:pt x="7159" y="998"/>
                    <a:pt x="7159" y="1023"/>
                  </a:cubicBezTo>
                  <a:cubicBezTo>
                    <a:pt x="7183" y="1023"/>
                    <a:pt x="7207" y="1023"/>
                    <a:pt x="7232" y="1023"/>
                  </a:cubicBezTo>
                  <a:cubicBezTo>
                    <a:pt x="7232" y="1047"/>
                    <a:pt x="7232" y="1071"/>
                    <a:pt x="7232" y="1096"/>
                  </a:cubicBezTo>
                  <a:cubicBezTo>
                    <a:pt x="7256" y="1096"/>
                    <a:pt x="7280" y="1096"/>
                    <a:pt x="7305" y="1096"/>
                  </a:cubicBezTo>
                  <a:cubicBezTo>
                    <a:pt x="7305" y="1120"/>
                    <a:pt x="7305" y="1144"/>
                    <a:pt x="7305" y="1169"/>
                  </a:cubicBezTo>
                  <a:cubicBezTo>
                    <a:pt x="7329" y="1169"/>
                    <a:pt x="7353" y="1169"/>
                    <a:pt x="7378" y="1169"/>
                  </a:cubicBezTo>
                  <a:cubicBezTo>
                    <a:pt x="7378" y="1193"/>
                    <a:pt x="7378" y="1217"/>
                    <a:pt x="7378" y="1242"/>
                  </a:cubicBezTo>
                  <a:cubicBezTo>
                    <a:pt x="7402" y="1242"/>
                    <a:pt x="7426" y="1242"/>
                    <a:pt x="7451" y="1242"/>
                  </a:cubicBezTo>
                  <a:cubicBezTo>
                    <a:pt x="7451" y="1266"/>
                    <a:pt x="7451" y="1290"/>
                    <a:pt x="7451" y="1315"/>
                  </a:cubicBezTo>
                  <a:cubicBezTo>
                    <a:pt x="7475" y="1315"/>
                    <a:pt x="7500" y="1315"/>
                    <a:pt x="7524" y="1315"/>
                  </a:cubicBezTo>
                  <a:cubicBezTo>
                    <a:pt x="7524" y="1339"/>
                    <a:pt x="7524" y="1363"/>
                    <a:pt x="7524" y="1388"/>
                  </a:cubicBezTo>
                  <a:cubicBezTo>
                    <a:pt x="7548" y="1388"/>
                    <a:pt x="7573" y="1388"/>
                    <a:pt x="7597" y="1388"/>
                  </a:cubicBezTo>
                  <a:cubicBezTo>
                    <a:pt x="7597" y="1412"/>
                    <a:pt x="7597" y="1436"/>
                    <a:pt x="7597" y="1461"/>
                  </a:cubicBezTo>
                  <a:cubicBezTo>
                    <a:pt x="7622" y="1461"/>
                    <a:pt x="7646" y="1461"/>
                    <a:pt x="7670" y="1461"/>
                  </a:cubicBezTo>
                  <a:cubicBezTo>
                    <a:pt x="7670" y="1485"/>
                    <a:pt x="7670" y="1509"/>
                    <a:pt x="7670" y="1534"/>
                  </a:cubicBezTo>
                  <a:cubicBezTo>
                    <a:pt x="7695" y="1534"/>
                    <a:pt x="7719" y="1534"/>
                    <a:pt x="7744" y="1534"/>
                  </a:cubicBezTo>
                  <a:cubicBezTo>
                    <a:pt x="7744" y="1558"/>
                    <a:pt x="7744" y="1582"/>
                    <a:pt x="7744" y="1607"/>
                  </a:cubicBezTo>
                  <a:cubicBezTo>
                    <a:pt x="7768" y="1607"/>
                    <a:pt x="7792" y="1607"/>
                    <a:pt x="7817" y="1607"/>
                  </a:cubicBezTo>
                  <a:cubicBezTo>
                    <a:pt x="7817" y="1655"/>
                    <a:pt x="7817" y="1704"/>
                    <a:pt x="7817" y="1753"/>
                  </a:cubicBezTo>
                  <a:cubicBezTo>
                    <a:pt x="7841" y="1753"/>
                    <a:pt x="7865" y="1753"/>
                    <a:pt x="7890" y="1753"/>
                  </a:cubicBezTo>
                  <a:cubicBezTo>
                    <a:pt x="7890" y="1777"/>
                    <a:pt x="7890" y="1801"/>
                    <a:pt x="7890" y="1826"/>
                  </a:cubicBezTo>
                  <a:cubicBezTo>
                    <a:pt x="7914" y="1826"/>
                    <a:pt x="7938" y="1826"/>
                    <a:pt x="7963" y="1826"/>
                  </a:cubicBezTo>
                  <a:cubicBezTo>
                    <a:pt x="7963" y="1875"/>
                    <a:pt x="7963" y="1923"/>
                    <a:pt x="7963" y="1972"/>
                  </a:cubicBezTo>
                  <a:cubicBezTo>
                    <a:pt x="7987" y="1972"/>
                    <a:pt x="8011" y="1972"/>
                    <a:pt x="8036" y="1972"/>
                  </a:cubicBezTo>
                  <a:cubicBezTo>
                    <a:pt x="8036" y="1997"/>
                    <a:pt x="8036" y="2021"/>
                    <a:pt x="8036" y="2045"/>
                  </a:cubicBezTo>
                  <a:cubicBezTo>
                    <a:pt x="8060" y="2045"/>
                    <a:pt x="8084" y="2045"/>
                    <a:pt x="8109" y="2045"/>
                  </a:cubicBezTo>
                  <a:cubicBezTo>
                    <a:pt x="8109" y="2094"/>
                    <a:pt x="8109" y="2142"/>
                    <a:pt x="8109" y="2192"/>
                  </a:cubicBezTo>
                  <a:cubicBezTo>
                    <a:pt x="8133" y="2192"/>
                    <a:pt x="8157" y="2192"/>
                    <a:pt x="8182" y="2192"/>
                  </a:cubicBezTo>
                  <a:cubicBezTo>
                    <a:pt x="8182" y="2216"/>
                    <a:pt x="8182" y="2240"/>
                    <a:pt x="8182" y="2265"/>
                  </a:cubicBezTo>
                  <a:cubicBezTo>
                    <a:pt x="8206" y="2265"/>
                    <a:pt x="8230" y="2265"/>
                    <a:pt x="8255" y="2265"/>
                  </a:cubicBezTo>
                  <a:cubicBezTo>
                    <a:pt x="8255" y="2313"/>
                    <a:pt x="8255" y="2361"/>
                    <a:pt x="8255" y="2411"/>
                  </a:cubicBezTo>
                  <a:cubicBezTo>
                    <a:pt x="8279" y="2411"/>
                    <a:pt x="8303" y="2411"/>
                    <a:pt x="8328" y="2411"/>
                  </a:cubicBezTo>
                  <a:cubicBezTo>
                    <a:pt x="8328" y="2483"/>
                    <a:pt x="8328" y="2555"/>
                    <a:pt x="8328" y="2630"/>
                  </a:cubicBezTo>
                  <a:cubicBezTo>
                    <a:pt x="8352" y="2630"/>
                    <a:pt x="8376" y="2630"/>
                    <a:pt x="8401" y="2630"/>
                  </a:cubicBezTo>
                  <a:cubicBezTo>
                    <a:pt x="8401" y="2678"/>
                    <a:pt x="8401" y="2726"/>
                    <a:pt x="8401" y="2776"/>
                  </a:cubicBezTo>
                  <a:cubicBezTo>
                    <a:pt x="8425" y="2776"/>
                    <a:pt x="8449" y="2776"/>
                    <a:pt x="8474" y="2776"/>
                  </a:cubicBezTo>
                  <a:cubicBezTo>
                    <a:pt x="8474" y="2848"/>
                    <a:pt x="8474" y="2921"/>
                    <a:pt x="8474" y="2995"/>
                  </a:cubicBezTo>
                  <a:cubicBezTo>
                    <a:pt x="8498" y="2995"/>
                    <a:pt x="8522" y="2995"/>
                    <a:pt x="8547" y="2995"/>
                  </a:cubicBezTo>
                  <a:cubicBezTo>
                    <a:pt x="8547" y="3092"/>
                    <a:pt x="8547" y="3188"/>
                    <a:pt x="8547" y="3287"/>
                  </a:cubicBezTo>
                  <a:cubicBezTo>
                    <a:pt x="8571" y="3287"/>
                    <a:pt x="8595" y="3287"/>
                    <a:pt x="8620" y="3287"/>
                  </a:cubicBezTo>
                  <a:cubicBezTo>
                    <a:pt x="8620" y="3384"/>
                    <a:pt x="8620" y="3480"/>
                    <a:pt x="8620" y="3580"/>
                  </a:cubicBezTo>
                  <a:cubicBezTo>
                    <a:pt x="8644" y="3580"/>
                    <a:pt x="8668" y="3580"/>
                    <a:pt x="8693" y="3580"/>
                  </a:cubicBezTo>
                  <a:cubicBezTo>
                    <a:pt x="8693" y="4038"/>
                    <a:pt x="8693" y="4496"/>
                    <a:pt x="8693" y="4968"/>
                  </a:cubicBezTo>
                  <a:cubicBezTo>
                    <a:pt x="8669" y="4968"/>
                    <a:pt x="8645" y="4968"/>
                    <a:pt x="8620" y="4968"/>
                  </a:cubicBezTo>
                  <a:cubicBezTo>
                    <a:pt x="8620" y="5088"/>
                    <a:pt x="8620" y="5209"/>
                    <a:pt x="8620" y="5333"/>
                  </a:cubicBezTo>
                  <a:cubicBezTo>
                    <a:pt x="8596" y="5333"/>
                    <a:pt x="8572" y="5333"/>
                    <a:pt x="8547" y="5333"/>
                  </a:cubicBezTo>
                  <a:cubicBezTo>
                    <a:pt x="8547" y="5405"/>
                    <a:pt x="8547" y="5477"/>
                    <a:pt x="8547" y="5552"/>
                  </a:cubicBezTo>
                  <a:cubicBezTo>
                    <a:pt x="8523" y="5552"/>
                    <a:pt x="8499" y="5552"/>
                    <a:pt x="8474" y="5552"/>
                  </a:cubicBezTo>
                  <a:cubicBezTo>
                    <a:pt x="8474" y="5624"/>
                    <a:pt x="8474" y="5697"/>
                    <a:pt x="8474" y="5771"/>
                  </a:cubicBezTo>
                  <a:cubicBezTo>
                    <a:pt x="8450" y="5771"/>
                    <a:pt x="8426" y="5771"/>
                    <a:pt x="8401" y="5771"/>
                  </a:cubicBezTo>
                  <a:cubicBezTo>
                    <a:pt x="8401" y="5843"/>
                    <a:pt x="8401" y="5916"/>
                    <a:pt x="8401" y="5990"/>
                  </a:cubicBezTo>
                  <a:cubicBezTo>
                    <a:pt x="8377" y="5990"/>
                    <a:pt x="8353" y="5990"/>
                    <a:pt x="8328" y="5990"/>
                  </a:cubicBezTo>
                  <a:cubicBezTo>
                    <a:pt x="8328" y="6038"/>
                    <a:pt x="8328" y="6087"/>
                    <a:pt x="8328" y="6136"/>
                  </a:cubicBezTo>
                  <a:cubicBezTo>
                    <a:pt x="8304" y="6136"/>
                    <a:pt x="8280" y="6136"/>
                    <a:pt x="8255" y="6136"/>
                  </a:cubicBezTo>
                  <a:cubicBezTo>
                    <a:pt x="8255" y="6185"/>
                    <a:pt x="8255" y="6233"/>
                    <a:pt x="8255" y="6282"/>
                  </a:cubicBezTo>
                  <a:cubicBezTo>
                    <a:pt x="8231" y="6282"/>
                    <a:pt x="8207" y="6282"/>
                    <a:pt x="8182" y="6282"/>
                  </a:cubicBezTo>
                  <a:cubicBezTo>
                    <a:pt x="8182" y="6331"/>
                    <a:pt x="8182" y="6379"/>
                    <a:pt x="8182" y="6429"/>
                  </a:cubicBezTo>
                  <a:cubicBezTo>
                    <a:pt x="8158" y="6429"/>
                    <a:pt x="8134" y="6429"/>
                    <a:pt x="8109" y="6429"/>
                  </a:cubicBezTo>
                  <a:cubicBezTo>
                    <a:pt x="8109" y="6453"/>
                    <a:pt x="8109" y="6477"/>
                    <a:pt x="8109" y="6502"/>
                  </a:cubicBezTo>
                  <a:cubicBezTo>
                    <a:pt x="8085" y="6502"/>
                    <a:pt x="8061" y="6502"/>
                    <a:pt x="8036" y="6502"/>
                  </a:cubicBezTo>
                  <a:cubicBezTo>
                    <a:pt x="8036" y="6550"/>
                    <a:pt x="8036" y="6598"/>
                    <a:pt x="8036" y="6648"/>
                  </a:cubicBezTo>
                  <a:cubicBezTo>
                    <a:pt x="8012" y="6648"/>
                    <a:pt x="7988" y="6648"/>
                    <a:pt x="7963" y="6648"/>
                  </a:cubicBezTo>
                  <a:cubicBezTo>
                    <a:pt x="7963" y="6672"/>
                    <a:pt x="7963" y="6696"/>
                    <a:pt x="7963" y="6721"/>
                  </a:cubicBezTo>
                  <a:cubicBezTo>
                    <a:pt x="7939" y="6721"/>
                    <a:pt x="7914" y="6721"/>
                    <a:pt x="7890" y="6721"/>
                  </a:cubicBezTo>
                  <a:cubicBezTo>
                    <a:pt x="7890" y="6769"/>
                    <a:pt x="7890" y="6817"/>
                    <a:pt x="7890" y="6867"/>
                  </a:cubicBezTo>
                  <a:cubicBezTo>
                    <a:pt x="7866" y="6867"/>
                    <a:pt x="7841" y="6867"/>
                    <a:pt x="7817" y="6867"/>
                  </a:cubicBezTo>
                  <a:cubicBezTo>
                    <a:pt x="7817" y="6891"/>
                    <a:pt x="7817" y="6915"/>
                    <a:pt x="7817" y="6940"/>
                  </a:cubicBezTo>
                  <a:cubicBezTo>
                    <a:pt x="7792" y="6940"/>
                    <a:pt x="7768" y="6940"/>
                    <a:pt x="7744" y="6940"/>
                  </a:cubicBezTo>
                  <a:cubicBezTo>
                    <a:pt x="7744" y="6964"/>
                    <a:pt x="7744" y="6988"/>
                    <a:pt x="7744" y="7013"/>
                  </a:cubicBezTo>
                  <a:cubicBezTo>
                    <a:pt x="7719" y="7013"/>
                    <a:pt x="7695" y="7013"/>
                    <a:pt x="7670" y="7013"/>
                  </a:cubicBezTo>
                  <a:cubicBezTo>
                    <a:pt x="7670" y="7037"/>
                    <a:pt x="7670" y="7061"/>
                    <a:pt x="7670" y="7086"/>
                  </a:cubicBezTo>
                  <a:cubicBezTo>
                    <a:pt x="7646" y="7086"/>
                    <a:pt x="7622" y="7086"/>
                    <a:pt x="7597" y="7086"/>
                  </a:cubicBezTo>
                  <a:cubicBezTo>
                    <a:pt x="7597" y="7110"/>
                    <a:pt x="7597" y="7134"/>
                    <a:pt x="7597" y="7159"/>
                  </a:cubicBezTo>
                  <a:cubicBezTo>
                    <a:pt x="7573" y="7159"/>
                    <a:pt x="7549" y="7159"/>
                    <a:pt x="7524" y="7159"/>
                  </a:cubicBezTo>
                  <a:cubicBezTo>
                    <a:pt x="7524" y="7183"/>
                    <a:pt x="7524" y="7207"/>
                    <a:pt x="7524" y="7232"/>
                  </a:cubicBezTo>
                  <a:cubicBezTo>
                    <a:pt x="7500" y="7232"/>
                    <a:pt x="7476" y="7232"/>
                    <a:pt x="7451" y="7232"/>
                  </a:cubicBezTo>
                  <a:cubicBezTo>
                    <a:pt x="7451" y="7256"/>
                    <a:pt x="7451" y="7280"/>
                    <a:pt x="7451" y="7305"/>
                  </a:cubicBezTo>
                  <a:cubicBezTo>
                    <a:pt x="7427" y="7305"/>
                    <a:pt x="7403" y="7305"/>
                    <a:pt x="7378" y="7305"/>
                  </a:cubicBezTo>
                  <a:cubicBezTo>
                    <a:pt x="7378" y="7329"/>
                    <a:pt x="7378" y="7353"/>
                    <a:pt x="7378" y="7378"/>
                  </a:cubicBezTo>
                  <a:cubicBezTo>
                    <a:pt x="7354" y="7378"/>
                    <a:pt x="7330" y="7378"/>
                    <a:pt x="7305" y="7378"/>
                  </a:cubicBezTo>
                  <a:cubicBezTo>
                    <a:pt x="7305" y="7402"/>
                    <a:pt x="7305" y="7426"/>
                    <a:pt x="7305" y="7451"/>
                  </a:cubicBezTo>
                  <a:cubicBezTo>
                    <a:pt x="7281" y="7451"/>
                    <a:pt x="7257" y="7451"/>
                    <a:pt x="7232" y="7451"/>
                  </a:cubicBezTo>
                  <a:cubicBezTo>
                    <a:pt x="7232" y="7475"/>
                    <a:pt x="7232" y="7500"/>
                    <a:pt x="7232" y="7524"/>
                  </a:cubicBezTo>
                  <a:cubicBezTo>
                    <a:pt x="7208" y="7524"/>
                    <a:pt x="7184" y="7524"/>
                    <a:pt x="7159" y="7524"/>
                  </a:cubicBezTo>
                  <a:cubicBezTo>
                    <a:pt x="7159" y="7548"/>
                    <a:pt x="7159" y="7573"/>
                    <a:pt x="7159" y="7597"/>
                  </a:cubicBezTo>
                  <a:cubicBezTo>
                    <a:pt x="7135" y="7597"/>
                    <a:pt x="7111" y="7597"/>
                    <a:pt x="7086" y="7597"/>
                  </a:cubicBezTo>
                  <a:cubicBezTo>
                    <a:pt x="7086" y="7622"/>
                    <a:pt x="7086" y="7646"/>
                    <a:pt x="7086" y="7670"/>
                  </a:cubicBezTo>
                  <a:cubicBezTo>
                    <a:pt x="7062" y="7670"/>
                    <a:pt x="7038" y="7670"/>
                    <a:pt x="7013" y="7670"/>
                  </a:cubicBezTo>
                  <a:cubicBezTo>
                    <a:pt x="7013" y="7695"/>
                    <a:pt x="7013" y="7719"/>
                    <a:pt x="7013" y="7744"/>
                  </a:cubicBezTo>
                  <a:cubicBezTo>
                    <a:pt x="6965" y="7744"/>
                    <a:pt x="6917" y="7744"/>
                    <a:pt x="6867" y="7744"/>
                  </a:cubicBezTo>
                  <a:cubicBezTo>
                    <a:pt x="6867" y="7768"/>
                    <a:pt x="6867" y="7792"/>
                    <a:pt x="6867" y="7817"/>
                  </a:cubicBezTo>
                  <a:cubicBezTo>
                    <a:pt x="6843" y="7817"/>
                    <a:pt x="6819" y="7817"/>
                    <a:pt x="6794" y="7817"/>
                  </a:cubicBezTo>
                  <a:cubicBezTo>
                    <a:pt x="6794" y="7841"/>
                    <a:pt x="6794" y="7865"/>
                    <a:pt x="6794" y="7890"/>
                  </a:cubicBezTo>
                  <a:cubicBezTo>
                    <a:pt x="6746" y="7890"/>
                    <a:pt x="6697" y="7890"/>
                    <a:pt x="6648" y="7890"/>
                  </a:cubicBezTo>
                  <a:cubicBezTo>
                    <a:pt x="6648" y="7914"/>
                    <a:pt x="6648" y="7938"/>
                    <a:pt x="6648" y="7963"/>
                  </a:cubicBezTo>
                  <a:cubicBezTo>
                    <a:pt x="6600" y="7963"/>
                    <a:pt x="6551" y="7963"/>
                    <a:pt x="6502" y="7963"/>
                  </a:cubicBezTo>
                  <a:cubicBezTo>
                    <a:pt x="6502" y="7987"/>
                    <a:pt x="6502" y="8011"/>
                    <a:pt x="6502" y="8036"/>
                  </a:cubicBezTo>
                  <a:cubicBezTo>
                    <a:pt x="6478" y="8036"/>
                    <a:pt x="6453" y="8036"/>
                    <a:pt x="6429" y="8036"/>
                  </a:cubicBezTo>
                  <a:cubicBezTo>
                    <a:pt x="6429" y="8060"/>
                    <a:pt x="6429" y="8084"/>
                    <a:pt x="6429" y="8109"/>
                  </a:cubicBezTo>
                  <a:cubicBezTo>
                    <a:pt x="6380" y="8109"/>
                    <a:pt x="6332" y="8109"/>
                    <a:pt x="6282" y="8109"/>
                  </a:cubicBezTo>
                  <a:cubicBezTo>
                    <a:pt x="6282" y="8133"/>
                    <a:pt x="6282" y="8157"/>
                    <a:pt x="6282" y="8182"/>
                  </a:cubicBezTo>
                  <a:cubicBezTo>
                    <a:pt x="6234" y="8182"/>
                    <a:pt x="6186" y="8182"/>
                    <a:pt x="6136" y="8182"/>
                  </a:cubicBezTo>
                  <a:cubicBezTo>
                    <a:pt x="6136" y="8206"/>
                    <a:pt x="6136" y="8230"/>
                    <a:pt x="6136" y="8255"/>
                  </a:cubicBezTo>
                  <a:cubicBezTo>
                    <a:pt x="6064" y="8255"/>
                    <a:pt x="5992" y="8255"/>
                    <a:pt x="5917" y="8255"/>
                  </a:cubicBezTo>
                  <a:cubicBezTo>
                    <a:pt x="5917" y="8279"/>
                    <a:pt x="5917" y="8303"/>
                    <a:pt x="5917" y="8328"/>
                  </a:cubicBezTo>
                  <a:cubicBezTo>
                    <a:pt x="5869" y="8328"/>
                    <a:pt x="5821" y="8328"/>
                    <a:pt x="5771" y="8328"/>
                  </a:cubicBezTo>
                  <a:cubicBezTo>
                    <a:pt x="5771" y="8352"/>
                    <a:pt x="5771" y="8376"/>
                    <a:pt x="5771" y="8401"/>
                  </a:cubicBezTo>
                  <a:cubicBezTo>
                    <a:pt x="5675" y="8401"/>
                    <a:pt x="5578" y="8401"/>
                    <a:pt x="5479" y="8401"/>
                  </a:cubicBezTo>
                  <a:cubicBezTo>
                    <a:pt x="5479" y="8425"/>
                    <a:pt x="5479" y="8449"/>
                    <a:pt x="5479" y="8474"/>
                  </a:cubicBezTo>
                  <a:cubicBezTo>
                    <a:pt x="5382" y="8474"/>
                    <a:pt x="5286" y="8474"/>
                    <a:pt x="5187" y="8474"/>
                  </a:cubicBezTo>
                  <a:cubicBezTo>
                    <a:pt x="5187" y="8498"/>
                    <a:pt x="5187" y="8522"/>
                    <a:pt x="5187" y="8547"/>
                  </a:cubicBezTo>
                  <a:cubicBezTo>
                    <a:pt x="4970" y="8547"/>
                    <a:pt x="4753" y="8547"/>
                    <a:pt x="4529" y="8547"/>
                  </a:cubicBezTo>
                  <a:cubicBezTo>
                    <a:pt x="4529" y="8571"/>
                    <a:pt x="4529" y="8595"/>
                    <a:pt x="4529" y="8620"/>
                  </a:cubicBezTo>
                  <a:cubicBezTo>
                    <a:pt x="4385" y="8620"/>
                    <a:pt x="4240" y="8620"/>
                    <a:pt x="4091" y="8620"/>
                  </a:cubicBezTo>
                  <a:cubicBezTo>
                    <a:pt x="4091" y="8596"/>
                    <a:pt x="4091" y="8572"/>
                    <a:pt x="4091" y="8547"/>
                  </a:cubicBezTo>
                  <a:cubicBezTo>
                    <a:pt x="3922" y="8547"/>
                    <a:pt x="3753" y="8547"/>
                    <a:pt x="3580" y="8547"/>
                  </a:cubicBezTo>
                  <a:cubicBezTo>
                    <a:pt x="3580" y="8523"/>
                    <a:pt x="3580" y="8499"/>
                    <a:pt x="3580" y="8474"/>
                  </a:cubicBezTo>
                  <a:cubicBezTo>
                    <a:pt x="3459" y="8474"/>
                    <a:pt x="3338" y="8474"/>
                    <a:pt x="3214" y="8474"/>
                  </a:cubicBezTo>
                  <a:cubicBezTo>
                    <a:pt x="3214" y="8450"/>
                    <a:pt x="3214" y="8426"/>
                    <a:pt x="3214" y="8401"/>
                  </a:cubicBezTo>
                  <a:cubicBezTo>
                    <a:pt x="3142" y="8401"/>
                    <a:pt x="3070" y="8401"/>
                    <a:pt x="2995" y="8401"/>
                  </a:cubicBezTo>
                  <a:cubicBezTo>
                    <a:pt x="2995" y="8377"/>
                    <a:pt x="2995" y="8353"/>
                    <a:pt x="2995" y="8328"/>
                  </a:cubicBezTo>
                  <a:cubicBezTo>
                    <a:pt x="2923" y="8328"/>
                    <a:pt x="2850" y="8328"/>
                    <a:pt x="2776" y="8328"/>
                  </a:cubicBezTo>
                  <a:cubicBezTo>
                    <a:pt x="2776" y="8304"/>
                    <a:pt x="2776" y="8280"/>
                    <a:pt x="2776" y="8255"/>
                  </a:cubicBezTo>
                  <a:cubicBezTo>
                    <a:pt x="2704" y="8255"/>
                    <a:pt x="2631" y="8255"/>
                    <a:pt x="2557" y="8255"/>
                  </a:cubicBezTo>
                  <a:cubicBezTo>
                    <a:pt x="2557" y="8231"/>
                    <a:pt x="2557" y="8207"/>
                    <a:pt x="2557" y="8182"/>
                  </a:cubicBezTo>
                  <a:cubicBezTo>
                    <a:pt x="2509" y="8182"/>
                    <a:pt x="2460" y="8182"/>
                    <a:pt x="2411" y="8182"/>
                  </a:cubicBezTo>
                  <a:cubicBezTo>
                    <a:pt x="2411" y="8158"/>
                    <a:pt x="2411" y="8134"/>
                    <a:pt x="2411" y="8109"/>
                  </a:cubicBezTo>
                  <a:cubicBezTo>
                    <a:pt x="2363" y="8109"/>
                    <a:pt x="2314" y="8109"/>
                    <a:pt x="2265" y="8109"/>
                  </a:cubicBezTo>
                  <a:cubicBezTo>
                    <a:pt x="2265" y="8085"/>
                    <a:pt x="2265" y="8061"/>
                    <a:pt x="2265" y="8036"/>
                  </a:cubicBezTo>
                  <a:cubicBezTo>
                    <a:pt x="2216" y="8036"/>
                    <a:pt x="2168" y="8036"/>
                    <a:pt x="2119" y="8036"/>
                  </a:cubicBezTo>
                  <a:cubicBezTo>
                    <a:pt x="2119" y="8012"/>
                    <a:pt x="2119" y="7987"/>
                    <a:pt x="2119" y="7963"/>
                  </a:cubicBezTo>
                  <a:cubicBezTo>
                    <a:pt x="2094" y="7963"/>
                    <a:pt x="2070" y="7963"/>
                    <a:pt x="2045" y="7963"/>
                  </a:cubicBezTo>
                  <a:cubicBezTo>
                    <a:pt x="2045" y="7939"/>
                    <a:pt x="2045" y="7914"/>
                    <a:pt x="2045" y="7890"/>
                  </a:cubicBezTo>
                  <a:cubicBezTo>
                    <a:pt x="1997" y="7890"/>
                    <a:pt x="1949" y="7890"/>
                    <a:pt x="1899" y="7890"/>
                  </a:cubicBezTo>
                  <a:cubicBezTo>
                    <a:pt x="1899" y="7866"/>
                    <a:pt x="1899" y="7841"/>
                    <a:pt x="1899" y="7817"/>
                  </a:cubicBezTo>
                  <a:cubicBezTo>
                    <a:pt x="1875" y="7817"/>
                    <a:pt x="1851" y="7817"/>
                    <a:pt x="1826" y="7817"/>
                  </a:cubicBezTo>
                  <a:cubicBezTo>
                    <a:pt x="1826" y="7792"/>
                    <a:pt x="1826" y="7768"/>
                    <a:pt x="1826" y="7744"/>
                  </a:cubicBezTo>
                  <a:cubicBezTo>
                    <a:pt x="1778" y="7744"/>
                    <a:pt x="1730" y="7744"/>
                    <a:pt x="1680" y="7744"/>
                  </a:cubicBezTo>
                  <a:cubicBezTo>
                    <a:pt x="1680" y="7719"/>
                    <a:pt x="1680" y="7695"/>
                    <a:pt x="1680" y="7670"/>
                  </a:cubicBezTo>
                  <a:cubicBezTo>
                    <a:pt x="1656" y="7670"/>
                    <a:pt x="1632" y="7670"/>
                    <a:pt x="1607" y="7670"/>
                  </a:cubicBezTo>
                  <a:cubicBezTo>
                    <a:pt x="1607" y="7646"/>
                    <a:pt x="1607" y="7622"/>
                    <a:pt x="1607" y="7597"/>
                  </a:cubicBezTo>
                  <a:cubicBezTo>
                    <a:pt x="1583" y="7597"/>
                    <a:pt x="1559" y="7597"/>
                    <a:pt x="1534" y="7597"/>
                  </a:cubicBezTo>
                  <a:cubicBezTo>
                    <a:pt x="1534" y="7573"/>
                    <a:pt x="1534" y="7549"/>
                    <a:pt x="1534" y="7524"/>
                  </a:cubicBezTo>
                  <a:cubicBezTo>
                    <a:pt x="1510" y="7524"/>
                    <a:pt x="1486" y="7524"/>
                    <a:pt x="1461" y="7524"/>
                  </a:cubicBezTo>
                  <a:cubicBezTo>
                    <a:pt x="1461" y="7500"/>
                    <a:pt x="1461" y="7476"/>
                    <a:pt x="1461" y="7451"/>
                  </a:cubicBezTo>
                  <a:cubicBezTo>
                    <a:pt x="1437" y="7451"/>
                    <a:pt x="1413" y="7451"/>
                    <a:pt x="1388" y="7451"/>
                  </a:cubicBezTo>
                  <a:cubicBezTo>
                    <a:pt x="1388" y="7427"/>
                    <a:pt x="1388" y="7403"/>
                    <a:pt x="1388" y="7378"/>
                  </a:cubicBezTo>
                  <a:cubicBezTo>
                    <a:pt x="1364" y="7378"/>
                    <a:pt x="1340" y="7378"/>
                    <a:pt x="1315" y="7378"/>
                  </a:cubicBezTo>
                  <a:cubicBezTo>
                    <a:pt x="1315" y="7354"/>
                    <a:pt x="1315" y="7330"/>
                    <a:pt x="1315" y="7305"/>
                  </a:cubicBezTo>
                  <a:cubicBezTo>
                    <a:pt x="1291" y="7305"/>
                    <a:pt x="1267" y="7305"/>
                    <a:pt x="1242" y="7305"/>
                  </a:cubicBezTo>
                  <a:cubicBezTo>
                    <a:pt x="1242" y="7281"/>
                    <a:pt x="1242" y="7257"/>
                    <a:pt x="1242" y="7232"/>
                  </a:cubicBezTo>
                  <a:cubicBezTo>
                    <a:pt x="1218" y="7232"/>
                    <a:pt x="1194" y="7232"/>
                    <a:pt x="1169" y="7232"/>
                  </a:cubicBezTo>
                  <a:cubicBezTo>
                    <a:pt x="1169" y="7208"/>
                    <a:pt x="1169" y="7184"/>
                    <a:pt x="1169" y="7159"/>
                  </a:cubicBezTo>
                  <a:cubicBezTo>
                    <a:pt x="1145" y="7159"/>
                    <a:pt x="1121" y="7159"/>
                    <a:pt x="1096" y="7159"/>
                  </a:cubicBezTo>
                  <a:cubicBezTo>
                    <a:pt x="1096" y="7135"/>
                    <a:pt x="1096" y="7111"/>
                    <a:pt x="1096" y="7086"/>
                  </a:cubicBezTo>
                  <a:cubicBezTo>
                    <a:pt x="1072" y="7086"/>
                    <a:pt x="1048" y="7086"/>
                    <a:pt x="1023" y="7086"/>
                  </a:cubicBezTo>
                  <a:cubicBezTo>
                    <a:pt x="1023" y="7062"/>
                    <a:pt x="1023" y="7038"/>
                    <a:pt x="1023" y="7013"/>
                  </a:cubicBezTo>
                  <a:cubicBezTo>
                    <a:pt x="999" y="7013"/>
                    <a:pt x="975" y="7013"/>
                    <a:pt x="950" y="7013"/>
                  </a:cubicBezTo>
                  <a:cubicBezTo>
                    <a:pt x="950" y="6989"/>
                    <a:pt x="950" y="6965"/>
                    <a:pt x="950" y="6940"/>
                  </a:cubicBezTo>
                  <a:cubicBezTo>
                    <a:pt x="926" y="6940"/>
                    <a:pt x="901" y="6940"/>
                    <a:pt x="877" y="6940"/>
                  </a:cubicBezTo>
                  <a:cubicBezTo>
                    <a:pt x="877" y="6916"/>
                    <a:pt x="877" y="6892"/>
                    <a:pt x="877" y="6867"/>
                  </a:cubicBezTo>
                  <a:cubicBezTo>
                    <a:pt x="853" y="6867"/>
                    <a:pt x="828" y="6867"/>
                    <a:pt x="804" y="6867"/>
                  </a:cubicBezTo>
                  <a:cubicBezTo>
                    <a:pt x="804" y="6819"/>
                    <a:pt x="804" y="6770"/>
                    <a:pt x="804" y="6721"/>
                  </a:cubicBezTo>
                  <a:cubicBezTo>
                    <a:pt x="779" y="6721"/>
                    <a:pt x="755" y="6721"/>
                    <a:pt x="731" y="6721"/>
                  </a:cubicBezTo>
                  <a:cubicBezTo>
                    <a:pt x="731" y="6697"/>
                    <a:pt x="731" y="6673"/>
                    <a:pt x="731" y="6648"/>
                  </a:cubicBezTo>
                  <a:cubicBezTo>
                    <a:pt x="706" y="6648"/>
                    <a:pt x="682" y="6648"/>
                    <a:pt x="657" y="6648"/>
                  </a:cubicBezTo>
                  <a:cubicBezTo>
                    <a:pt x="657" y="6600"/>
                    <a:pt x="657" y="6551"/>
                    <a:pt x="657" y="6502"/>
                  </a:cubicBezTo>
                  <a:cubicBezTo>
                    <a:pt x="633" y="6502"/>
                    <a:pt x="609" y="6502"/>
                    <a:pt x="584" y="6502"/>
                  </a:cubicBezTo>
                  <a:cubicBezTo>
                    <a:pt x="584" y="6478"/>
                    <a:pt x="584" y="6453"/>
                    <a:pt x="584" y="6429"/>
                  </a:cubicBezTo>
                  <a:cubicBezTo>
                    <a:pt x="560" y="6429"/>
                    <a:pt x="536" y="6429"/>
                    <a:pt x="511" y="6429"/>
                  </a:cubicBezTo>
                  <a:cubicBezTo>
                    <a:pt x="511" y="6380"/>
                    <a:pt x="511" y="6332"/>
                    <a:pt x="511" y="6282"/>
                  </a:cubicBezTo>
                  <a:cubicBezTo>
                    <a:pt x="487" y="6282"/>
                    <a:pt x="463" y="6282"/>
                    <a:pt x="438" y="6282"/>
                  </a:cubicBezTo>
                  <a:cubicBezTo>
                    <a:pt x="438" y="6234"/>
                    <a:pt x="438" y="6186"/>
                    <a:pt x="438" y="6136"/>
                  </a:cubicBezTo>
                  <a:cubicBezTo>
                    <a:pt x="414" y="6136"/>
                    <a:pt x="390" y="6136"/>
                    <a:pt x="365" y="6136"/>
                  </a:cubicBezTo>
                  <a:cubicBezTo>
                    <a:pt x="365" y="6064"/>
                    <a:pt x="365" y="5992"/>
                    <a:pt x="365" y="5917"/>
                  </a:cubicBezTo>
                  <a:cubicBezTo>
                    <a:pt x="341" y="5917"/>
                    <a:pt x="317" y="5917"/>
                    <a:pt x="292" y="5917"/>
                  </a:cubicBezTo>
                  <a:cubicBezTo>
                    <a:pt x="292" y="5869"/>
                    <a:pt x="292" y="5821"/>
                    <a:pt x="292" y="5771"/>
                  </a:cubicBezTo>
                  <a:cubicBezTo>
                    <a:pt x="268" y="5771"/>
                    <a:pt x="244" y="5771"/>
                    <a:pt x="219" y="5771"/>
                  </a:cubicBezTo>
                  <a:cubicBezTo>
                    <a:pt x="219" y="5699"/>
                    <a:pt x="219" y="5626"/>
                    <a:pt x="219" y="5552"/>
                  </a:cubicBezTo>
                  <a:cubicBezTo>
                    <a:pt x="195" y="5552"/>
                    <a:pt x="171" y="5552"/>
                    <a:pt x="146" y="5552"/>
                  </a:cubicBezTo>
                  <a:cubicBezTo>
                    <a:pt x="146" y="5480"/>
                    <a:pt x="146" y="5407"/>
                    <a:pt x="146" y="5333"/>
                  </a:cubicBezTo>
                  <a:cubicBezTo>
                    <a:pt x="122" y="5333"/>
                    <a:pt x="98" y="5333"/>
                    <a:pt x="73" y="5333"/>
                  </a:cubicBezTo>
                  <a:cubicBezTo>
                    <a:pt x="73" y="5188"/>
                    <a:pt x="73" y="5044"/>
                    <a:pt x="73" y="4894"/>
                  </a:cubicBezTo>
                  <a:cubicBezTo>
                    <a:pt x="49" y="4894"/>
                    <a:pt x="25" y="4894"/>
                    <a:pt x="0" y="4894"/>
                  </a:cubicBezTo>
                  <a:cubicBezTo>
                    <a:pt x="0" y="4485"/>
                    <a:pt x="0" y="4075"/>
                    <a:pt x="0" y="3653"/>
                  </a:cubicBezTo>
                  <a:cubicBezTo>
                    <a:pt x="24" y="3653"/>
                    <a:pt x="48" y="3653"/>
                    <a:pt x="73" y="3653"/>
                  </a:cubicBezTo>
                  <a:cubicBezTo>
                    <a:pt x="73" y="3532"/>
                    <a:pt x="73" y="3412"/>
                    <a:pt x="73" y="3287"/>
                  </a:cubicBezTo>
                  <a:cubicBezTo>
                    <a:pt x="97" y="3287"/>
                    <a:pt x="121" y="3287"/>
                    <a:pt x="146" y="3287"/>
                  </a:cubicBezTo>
                  <a:cubicBezTo>
                    <a:pt x="146" y="3215"/>
                    <a:pt x="146" y="3143"/>
                    <a:pt x="146" y="3068"/>
                  </a:cubicBezTo>
                  <a:cubicBezTo>
                    <a:pt x="170" y="3068"/>
                    <a:pt x="194" y="3068"/>
                    <a:pt x="219" y="3068"/>
                  </a:cubicBezTo>
                  <a:cubicBezTo>
                    <a:pt x="219" y="2972"/>
                    <a:pt x="219" y="2875"/>
                    <a:pt x="219" y="2776"/>
                  </a:cubicBezTo>
                  <a:cubicBezTo>
                    <a:pt x="243" y="2776"/>
                    <a:pt x="267" y="2776"/>
                    <a:pt x="292" y="2776"/>
                  </a:cubicBezTo>
                  <a:cubicBezTo>
                    <a:pt x="292" y="2728"/>
                    <a:pt x="292" y="2680"/>
                    <a:pt x="292" y="2630"/>
                  </a:cubicBezTo>
                  <a:cubicBezTo>
                    <a:pt x="316" y="2630"/>
                    <a:pt x="340" y="2630"/>
                    <a:pt x="365" y="2630"/>
                  </a:cubicBezTo>
                  <a:cubicBezTo>
                    <a:pt x="365" y="2582"/>
                    <a:pt x="365" y="2533"/>
                    <a:pt x="365" y="2484"/>
                  </a:cubicBezTo>
                  <a:cubicBezTo>
                    <a:pt x="389" y="2484"/>
                    <a:pt x="413" y="2484"/>
                    <a:pt x="438" y="2484"/>
                  </a:cubicBezTo>
                  <a:cubicBezTo>
                    <a:pt x="438" y="2436"/>
                    <a:pt x="438" y="2387"/>
                    <a:pt x="438" y="2338"/>
                  </a:cubicBezTo>
                  <a:cubicBezTo>
                    <a:pt x="462" y="2338"/>
                    <a:pt x="487" y="2338"/>
                    <a:pt x="511" y="2338"/>
                  </a:cubicBezTo>
                  <a:cubicBezTo>
                    <a:pt x="511" y="2289"/>
                    <a:pt x="511" y="2241"/>
                    <a:pt x="511" y="2192"/>
                  </a:cubicBezTo>
                  <a:cubicBezTo>
                    <a:pt x="535" y="2192"/>
                    <a:pt x="560" y="2192"/>
                    <a:pt x="584" y="2192"/>
                  </a:cubicBezTo>
                  <a:cubicBezTo>
                    <a:pt x="584" y="2143"/>
                    <a:pt x="584" y="2095"/>
                    <a:pt x="584" y="2045"/>
                  </a:cubicBezTo>
                  <a:cubicBezTo>
                    <a:pt x="609" y="2045"/>
                    <a:pt x="633" y="2045"/>
                    <a:pt x="657" y="2045"/>
                  </a:cubicBezTo>
                  <a:cubicBezTo>
                    <a:pt x="657" y="2021"/>
                    <a:pt x="657" y="1997"/>
                    <a:pt x="657" y="1972"/>
                  </a:cubicBezTo>
                  <a:cubicBezTo>
                    <a:pt x="682" y="1972"/>
                    <a:pt x="706" y="1972"/>
                    <a:pt x="731" y="1972"/>
                  </a:cubicBezTo>
                  <a:cubicBezTo>
                    <a:pt x="731" y="1924"/>
                    <a:pt x="731" y="1876"/>
                    <a:pt x="731" y="1826"/>
                  </a:cubicBezTo>
                  <a:cubicBezTo>
                    <a:pt x="755" y="1826"/>
                    <a:pt x="779" y="1826"/>
                    <a:pt x="804" y="1826"/>
                  </a:cubicBezTo>
                  <a:cubicBezTo>
                    <a:pt x="804" y="1802"/>
                    <a:pt x="804" y="1778"/>
                    <a:pt x="804" y="1753"/>
                  </a:cubicBezTo>
                  <a:cubicBezTo>
                    <a:pt x="828" y="1753"/>
                    <a:pt x="852" y="1753"/>
                    <a:pt x="877" y="1753"/>
                  </a:cubicBezTo>
                  <a:cubicBezTo>
                    <a:pt x="877" y="1729"/>
                    <a:pt x="877" y="1705"/>
                    <a:pt x="877" y="1680"/>
                  </a:cubicBezTo>
                  <a:cubicBezTo>
                    <a:pt x="901" y="1680"/>
                    <a:pt x="925" y="1680"/>
                    <a:pt x="950" y="1680"/>
                  </a:cubicBezTo>
                  <a:cubicBezTo>
                    <a:pt x="950" y="1632"/>
                    <a:pt x="950" y="1584"/>
                    <a:pt x="950" y="1534"/>
                  </a:cubicBezTo>
                  <a:cubicBezTo>
                    <a:pt x="974" y="1534"/>
                    <a:pt x="998" y="1534"/>
                    <a:pt x="1023" y="1534"/>
                  </a:cubicBezTo>
                  <a:cubicBezTo>
                    <a:pt x="1023" y="1510"/>
                    <a:pt x="1023" y="1486"/>
                    <a:pt x="1023" y="1461"/>
                  </a:cubicBezTo>
                  <a:cubicBezTo>
                    <a:pt x="1047" y="1461"/>
                    <a:pt x="1071" y="1461"/>
                    <a:pt x="1096" y="1461"/>
                  </a:cubicBezTo>
                  <a:cubicBezTo>
                    <a:pt x="1096" y="1437"/>
                    <a:pt x="1096" y="1413"/>
                    <a:pt x="1096" y="1388"/>
                  </a:cubicBezTo>
                  <a:cubicBezTo>
                    <a:pt x="1120" y="1388"/>
                    <a:pt x="1144" y="1388"/>
                    <a:pt x="1169" y="1388"/>
                  </a:cubicBezTo>
                  <a:cubicBezTo>
                    <a:pt x="1169" y="1364"/>
                    <a:pt x="1169" y="1340"/>
                    <a:pt x="1169" y="1315"/>
                  </a:cubicBezTo>
                  <a:cubicBezTo>
                    <a:pt x="1193" y="1315"/>
                    <a:pt x="1217" y="1315"/>
                    <a:pt x="1242" y="1315"/>
                  </a:cubicBezTo>
                  <a:cubicBezTo>
                    <a:pt x="1242" y="1291"/>
                    <a:pt x="1242" y="1267"/>
                    <a:pt x="1242" y="1242"/>
                  </a:cubicBezTo>
                  <a:cubicBezTo>
                    <a:pt x="1266" y="1242"/>
                    <a:pt x="1290" y="1242"/>
                    <a:pt x="1315" y="1242"/>
                  </a:cubicBezTo>
                  <a:cubicBezTo>
                    <a:pt x="1315" y="1218"/>
                    <a:pt x="1315" y="1194"/>
                    <a:pt x="1315" y="1169"/>
                  </a:cubicBezTo>
                  <a:cubicBezTo>
                    <a:pt x="1339" y="1169"/>
                    <a:pt x="1363" y="1169"/>
                    <a:pt x="1388" y="1169"/>
                  </a:cubicBezTo>
                  <a:cubicBezTo>
                    <a:pt x="1388" y="1145"/>
                    <a:pt x="1388" y="1121"/>
                    <a:pt x="1388" y="1096"/>
                  </a:cubicBezTo>
                  <a:cubicBezTo>
                    <a:pt x="1412" y="1096"/>
                    <a:pt x="1436" y="1096"/>
                    <a:pt x="1461" y="1096"/>
                  </a:cubicBezTo>
                  <a:cubicBezTo>
                    <a:pt x="1461" y="1072"/>
                    <a:pt x="1461" y="1048"/>
                    <a:pt x="1461" y="1023"/>
                  </a:cubicBezTo>
                  <a:cubicBezTo>
                    <a:pt x="1485" y="1023"/>
                    <a:pt x="1509" y="1023"/>
                    <a:pt x="1534" y="1023"/>
                  </a:cubicBezTo>
                  <a:cubicBezTo>
                    <a:pt x="1534" y="999"/>
                    <a:pt x="1534" y="975"/>
                    <a:pt x="1534" y="950"/>
                  </a:cubicBezTo>
                  <a:cubicBezTo>
                    <a:pt x="1582" y="950"/>
                    <a:pt x="1631" y="950"/>
                    <a:pt x="1680" y="950"/>
                  </a:cubicBezTo>
                  <a:cubicBezTo>
                    <a:pt x="1680" y="926"/>
                    <a:pt x="1680" y="901"/>
                    <a:pt x="1680" y="877"/>
                  </a:cubicBezTo>
                  <a:cubicBezTo>
                    <a:pt x="1704" y="877"/>
                    <a:pt x="1728" y="877"/>
                    <a:pt x="1753" y="877"/>
                  </a:cubicBezTo>
                  <a:cubicBezTo>
                    <a:pt x="1753" y="853"/>
                    <a:pt x="1753" y="828"/>
                    <a:pt x="1753" y="804"/>
                  </a:cubicBezTo>
                  <a:cubicBezTo>
                    <a:pt x="1801" y="804"/>
                    <a:pt x="1850" y="804"/>
                    <a:pt x="1899" y="804"/>
                  </a:cubicBezTo>
                  <a:cubicBezTo>
                    <a:pt x="1899" y="779"/>
                    <a:pt x="1899" y="755"/>
                    <a:pt x="1899" y="731"/>
                  </a:cubicBezTo>
                  <a:cubicBezTo>
                    <a:pt x="1923" y="731"/>
                    <a:pt x="1948" y="731"/>
                    <a:pt x="1972" y="731"/>
                  </a:cubicBezTo>
                  <a:cubicBezTo>
                    <a:pt x="1972" y="706"/>
                    <a:pt x="1972" y="682"/>
                    <a:pt x="1972" y="657"/>
                  </a:cubicBezTo>
                  <a:cubicBezTo>
                    <a:pt x="2021" y="657"/>
                    <a:pt x="2069" y="657"/>
                    <a:pt x="2119" y="657"/>
                  </a:cubicBezTo>
                  <a:cubicBezTo>
                    <a:pt x="2119" y="633"/>
                    <a:pt x="2119" y="609"/>
                    <a:pt x="2119" y="584"/>
                  </a:cubicBezTo>
                  <a:cubicBezTo>
                    <a:pt x="2143" y="584"/>
                    <a:pt x="2167" y="584"/>
                    <a:pt x="2192" y="584"/>
                  </a:cubicBezTo>
                  <a:cubicBezTo>
                    <a:pt x="2192" y="560"/>
                    <a:pt x="2192" y="536"/>
                    <a:pt x="2192" y="511"/>
                  </a:cubicBezTo>
                  <a:cubicBezTo>
                    <a:pt x="2240" y="511"/>
                    <a:pt x="2288" y="511"/>
                    <a:pt x="2338" y="511"/>
                  </a:cubicBezTo>
                  <a:cubicBezTo>
                    <a:pt x="2338" y="487"/>
                    <a:pt x="2338" y="463"/>
                    <a:pt x="2338" y="438"/>
                  </a:cubicBezTo>
                  <a:cubicBezTo>
                    <a:pt x="2386" y="438"/>
                    <a:pt x="2434" y="438"/>
                    <a:pt x="2484" y="438"/>
                  </a:cubicBezTo>
                  <a:cubicBezTo>
                    <a:pt x="2484" y="414"/>
                    <a:pt x="2484" y="390"/>
                    <a:pt x="2484" y="365"/>
                  </a:cubicBezTo>
                  <a:cubicBezTo>
                    <a:pt x="2556" y="365"/>
                    <a:pt x="2628" y="365"/>
                    <a:pt x="2703" y="365"/>
                  </a:cubicBezTo>
                  <a:cubicBezTo>
                    <a:pt x="2703" y="341"/>
                    <a:pt x="2703" y="317"/>
                    <a:pt x="2703" y="292"/>
                  </a:cubicBezTo>
                  <a:cubicBezTo>
                    <a:pt x="2751" y="292"/>
                    <a:pt x="2799" y="292"/>
                    <a:pt x="2849" y="292"/>
                  </a:cubicBezTo>
                  <a:cubicBezTo>
                    <a:pt x="2849" y="268"/>
                    <a:pt x="2849" y="244"/>
                    <a:pt x="2849" y="219"/>
                  </a:cubicBezTo>
                  <a:cubicBezTo>
                    <a:pt x="2921" y="219"/>
                    <a:pt x="2994" y="219"/>
                    <a:pt x="3068" y="219"/>
                  </a:cubicBezTo>
                  <a:cubicBezTo>
                    <a:pt x="3068" y="195"/>
                    <a:pt x="3068" y="171"/>
                    <a:pt x="3068" y="146"/>
                  </a:cubicBezTo>
                  <a:cubicBezTo>
                    <a:pt x="3165" y="146"/>
                    <a:pt x="3261" y="146"/>
                    <a:pt x="3360" y="146"/>
                  </a:cubicBezTo>
                  <a:cubicBezTo>
                    <a:pt x="3360" y="122"/>
                    <a:pt x="3360" y="98"/>
                    <a:pt x="3360" y="73"/>
                  </a:cubicBezTo>
                  <a:cubicBezTo>
                    <a:pt x="3505" y="73"/>
                    <a:pt x="3650" y="73"/>
                    <a:pt x="3799" y="73"/>
                  </a:cubicBezTo>
                  <a:cubicBezTo>
                    <a:pt x="3799" y="49"/>
                    <a:pt x="3799" y="25"/>
                    <a:pt x="3799" y="0"/>
                  </a:cubicBezTo>
                  <a:close/>
                  <a:moveTo>
                    <a:pt x="3653" y="438"/>
                  </a:moveTo>
                  <a:cubicBezTo>
                    <a:pt x="3653" y="462"/>
                    <a:pt x="3653" y="487"/>
                    <a:pt x="3653" y="511"/>
                  </a:cubicBezTo>
                  <a:cubicBezTo>
                    <a:pt x="3580" y="511"/>
                    <a:pt x="3508" y="511"/>
                    <a:pt x="3433" y="511"/>
                  </a:cubicBezTo>
                  <a:cubicBezTo>
                    <a:pt x="3433" y="535"/>
                    <a:pt x="3433" y="560"/>
                    <a:pt x="3433" y="584"/>
                  </a:cubicBezTo>
                  <a:cubicBezTo>
                    <a:pt x="3313" y="584"/>
                    <a:pt x="3192" y="584"/>
                    <a:pt x="3068" y="584"/>
                  </a:cubicBezTo>
                  <a:cubicBezTo>
                    <a:pt x="3068" y="609"/>
                    <a:pt x="3068" y="633"/>
                    <a:pt x="3068" y="657"/>
                  </a:cubicBezTo>
                  <a:cubicBezTo>
                    <a:pt x="3020" y="657"/>
                    <a:pt x="2972" y="657"/>
                    <a:pt x="2922" y="657"/>
                  </a:cubicBezTo>
                  <a:cubicBezTo>
                    <a:pt x="2922" y="682"/>
                    <a:pt x="2922" y="706"/>
                    <a:pt x="2922" y="731"/>
                  </a:cubicBezTo>
                  <a:cubicBezTo>
                    <a:pt x="2850" y="731"/>
                    <a:pt x="2777" y="731"/>
                    <a:pt x="2703" y="731"/>
                  </a:cubicBezTo>
                  <a:cubicBezTo>
                    <a:pt x="2703" y="755"/>
                    <a:pt x="2703" y="779"/>
                    <a:pt x="2703" y="804"/>
                  </a:cubicBezTo>
                  <a:cubicBezTo>
                    <a:pt x="2679" y="804"/>
                    <a:pt x="2655" y="804"/>
                    <a:pt x="2630" y="804"/>
                  </a:cubicBezTo>
                  <a:cubicBezTo>
                    <a:pt x="2630" y="828"/>
                    <a:pt x="2630" y="852"/>
                    <a:pt x="2630" y="877"/>
                  </a:cubicBezTo>
                  <a:cubicBezTo>
                    <a:pt x="2582" y="877"/>
                    <a:pt x="2533" y="877"/>
                    <a:pt x="2484" y="877"/>
                  </a:cubicBezTo>
                  <a:cubicBezTo>
                    <a:pt x="2484" y="901"/>
                    <a:pt x="2484" y="925"/>
                    <a:pt x="2484" y="950"/>
                  </a:cubicBezTo>
                  <a:cubicBezTo>
                    <a:pt x="2411" y="950"/>
                    <a:pt x="2339" y="950"/>
                    <a:pt x="2265" y="950"/>
                  </a:cubicBezTo>
                  <a:cubicBezTo>
                    <a:pt x="2265" y="974"/>
                    <a:pt x="2265" y="998"/>
                    <a:pt x="2265" y="1023"/>
                  </a:cubicBezTo>
                  <a:cubicBezTo>
                    <a:pt x="2241" y="1023"/>
                    <a:pt x="2216" y="1023"/>
                    <a:pt x="2192" y="1023"/>
                  </a:cubicBezTo>
                  <a:cubicBezTo>
                    <a:pt x="2192" y="1047"/>
                    <a:pt x="2192" y="1071"/>
                    <a:pt x="2192" y="1096"/>
                  </a:cubicBezTo>
                  <a:cubicBezTo>
                    <a:pt x="2167" y="1096"/>
                    <a:pt x="2143" y="1096"/>
                    <a:pt x="2119" y="1096"/>
                  </a:cubicBezTo>
                  <a:cubicBezTo>
                    <a:pt x="2119" y="1120"/>
                    <a:pt x="2119" y="1144"/>
                    <a:pt x="2119" y="1169"/>
                  </a:cubicBezTo>
                  <a:cubicBezTo>
                    <a:pt x="2070" y="1169"/>
                    <a:pt x="2022" y="1169"/>
                    <a:pt x="1972" y="1169"/>
                  </a:cubicBezTo>
                  <a:cubicBezTo>
                    <a:pt x="1972" y="1193"/>
                    <a:pt x="1972" y="1217"/>
                    <a:pt x="1972" y="1242"/>
                  </a:cubicBezTo>
                  <a:cubicBezTo>
                    <a:pt x="1948" y="1242"/>
                    <a:pt x="1924" y="1242"/>
                    <a:pt x="1899" y="1242"/>
                  </a:cubicBezTo>
                  <a:cubicBezTo>
                    <a:pt x="1899" y="1266"/>
                    <a:pt x="1899" y="1290"/>
                    <a:pt x="1899" y="1315"/>
                  </a:cubicBezTo>
                  <a:cubicBezTo>
                    <a:pt x="1875" y="1315"/>
                    <a:pt x="1851" y="1315"/>
                    <a:pt x="1826" y="1315"/>
                  </a:cubicBezTo>
                  <a:cubicBezTo>
                    <a:pt x="1826" y="1339"/>
                    <a:pt x="1826" y="1363"/>
                    <a:pt x="1826" y="1388"/>
                  </a:cubicBezTo>
                  <a:cubicBezTo>
                    <a:pt x="1802" y="1388"/>
                    <a:pt x="1778" y="1388"/>
                    <a:pt x="1753" y="1388"/>
                  </a:cubicBezTo>
                  <a:cubicBezTo>
                    <a:pt x="1753" y="1412"/>
                    <a:pt x="1753" y="1436"/>
                    <a:pt x="1753" y="1461"/>
                  </a:cubicBezTo>
                  <a:cubicBezTo>
                    <a:pt x="1705" y="1461"/>
                    <a:pt x="1657" y="1461"/>
                    <a:pt x="1607" y="1461"/>
                  </a:cubicBezTo>
                  <a:cubicBezTo>
                    <a:pt x="1607" y="1485"/>
                    <a:pt x="1607" y="1509"/>
                    <a:pt x="1607" y="1534"/>
                  </a:cubicBezTo>
                  <a:cubicBezTo>
                    <a:pt x="1583" y="1534"/>
                    <a:pt x="1559" y="1534"/>
                    <a:pt x="1534" y="1534"/>
                  </a:cubicBezTo>
                  <a:cubicBezTo>
                    <a:pt x="1534" y="1558"/>
                    <a:pt x="1534" y="1582"/>
                    <a:pt x="1534" y="1607"/>
                  </a:cubicBezTo>
                  <a:cubicBezTo>
                    <a:pt x="1510" y="1607"/>
                    <a:pt x="1486" y="1607"/>
                    <a:pt x="1461" y="1607"/>
                  </a:cubicBezTo>
                  <a:cubicBezTo>
                    <a:pt x="1461" y="1655"/>
                    <a:pt x="1461" y="1704"/>
                    <a:pt x="1461" y="1753"/>
                  </a:cubicBezTo>
                  <a:cubicBezTo>
                    <a:pt x="1437" y="1753"/>
                    <a:pt x="1413" y="1753"/>
                    <a:pt x="1388" y="1753"/>
                  </a:cubicBezTo>
                  <a:cubicBezTo>
                    <a:pt x="1388" y="1777"/>
                    <a:pt x="1388" y="1801"/>
                    <a:pt x="1388" y="1826"/>
                  </a:cubicBezTo>
                  <a:cubicBezTo>
                    <a:pt x="1364" y="1826"/>
                    <a:pt x="1340" y="1826"/>
                    <a:pt x="1315" y="1826"/>
                  </a:cubicBezTo>
                  <a:cubicBezTo>
                    <a:pt x="1315" y="1850"/>
                    <a:pt x="1315" y="1875"/>
                    <a:pt x="1315" y="1899"/>
                  </a:cubicBezTo>
                  <a:cubicBezTo>
                    <a:pt x="1291" y="1899"/>
                    <a:pt x="1267" y="1899"/>
                    <a:pt x="1242" y="1899"/>
                  </a:cubicBezTo>
                  <a:cubicBezTo>
                    <a:pt x="1242" y="1923"/>
                    <a:pt x="1242" y="1948"/>
                    <a:pt x="1242" y="1972"/>
                  </a:cubicBezTo>
                  <a:cubicBezTo>
                    <a:pt x="1218" y="1972"/>
                    <a:pt x="1194" y="1972"/>
                    <a:pt x="1169" y="1972"/>
                  </a:cubicBezTo>
                  <a:cubicBezTo>
                    <a:pt x="1169" y="1997"/>
                    <a:pt x="1169" y="2021"/>
                    <a:pt x="1169" y="2045"/>
                  </a:cubicBezTo>
                  <a:cubicBezTo>
                    <a:pt x="1145" y="2045"/>
                    <a:pt x="1121" y="2045"/>
                    <a:pt x="1096" y="2045"/>
                  </a:cubicBezTo>
                  <a:cubicBezTo>
                    <a:pt x="1096" y="2094"/>
                    <a:pt x="1096" y="2142"/>
                    <a:pt x="1096" y="2192"/>
                  </a:cubicBezTo>
                  <a:cubicBezTo>
                    <a:pt x="1072" y="2192"/>
                    <a:pt x="1048" y="2192"/>
                    <a:pt x="1023" y="2192"/>
                  </a:cubicBezTo>
                  <a:cubicBezTo>
                    <a:pt x="1023" y="2240"/>
                    <a:pt x="1023" y="2288"/>
                    <a:pt x="1023" y="2338"/>
                  </a:cubicBezTo>
                  <a:cubicBezTo>
                    <a:pt x="999" y="2338"/>
                    <a:pt x="975" y="2338"/>
                    <a:pt x="950" y="2338"/>
                  </a:cubicBezTo>
                  <a:cubicBezTo>
                    <a:pt x="950" y="2362"/>
                    <a:pt x="950" y="2386"/>
                    <a:pt x="950" y="2411"/>
                  </a:cubicBezTo>
                  <a:cubicBezTo>
                    <a:pt x="926" y="2411"/>
                    <a:pt x="901" y="2411"/>
                    <a:pt x="877" y="2411"/>
                  </a:cubicBezTo>
                  <a:cubicBezTo>
                    <a:pt x="877" y="2483"/>
                    <a:pt x="877" y="2555"/>
                    <a:pt x="877" y="2630"/>
                  </a:cubicBezTo>
                  <a:cubicBezTo>
                    <a:pt x="853" y="2630"/>
                    <a:pt x="828" y="2630"/>
                    <a:pt x="804" y="2630"/>
                  </a:cubicBezTo>
                  <a:cubicBezTo>
                    <a:pt x="804" y="2654"/>
                    <a:pt x="804" y="2678"/>
                    <a:pt x="804" y="2703"/>
                  </a:cubicBezTo>
                  <a:cubicBezTo>
                    <a:pt x="779" y="2703"/>
                    <a:pt x="755" y="2703"/>
                    <a:pt x="731" y="2703"/>
                  </a:cubicBezTo>
                  <a:cubicBezTo>
                    <a:pt x="731" y="2775"/>
                    <a:pt x="731" y="2848"/>
                    <a:pt x="731" y="2922"/>
                  </a:cubicBezTo>
                  <a:cubicBezTo>
                    <a:pt x="706" y="2922"/>
                    <a:pt x="682" y="2922"/>
                    <a:pt x="657" y="2922"/>
                  </a:cubicBezTo>
                  <a:cubicBezTo>
                    <a:pt x="657" y="2994"/>
                    <a:pt x="657" y="3067"/>
                    <a:pt x="657" y="3141"/>
                  </a:cubicBezTo>
                  <a:cubicBezTo>
                    <a:pt x="633" y="3141"/>
                    <a:pt x="609" y="3141"/>
                    <a:pt x="584" y="3141"/>
                  </a:cubicBezTo>
                  <a:cubicBezTo>
                    <a:pt x="584" y="3214"/>
                    <a:pt x="584" y="3286"/>
                    <a:pt x="584" y="3360"/>
                  </a:cubicBezTo>
                  <a:cubicBezTo>
                    <a:pt x="560" y="3360"/>
                    <a:pt x="536" y="3360"/>
                    <a:pt x="511" y="3360"/>
                  </a:cubicBezTo>
                  <a:cubicBezTo>
                    <a:pt x="511" y="3457"/>
                    <a:pt x="511" y="3553"/>
                    <a:pt x="511" y="3653"/>
                  </a:cubicBezTo>
                  <a:cubicBezTo>
                    <a:pt x="487" y="3653"/>
                    <a:pt x="463" y="3653"/>
                    <a:pt x="438" y="3653"/>
                  </a:cubicBezTo>
                  <a:cubicBezTo>
                    <a:pt x="438" y="4087"/>
                    <a:pt x="438" y="4520"/>
                    <a:pt x="438" y="4968"/>
                  </a:cubicBezTo>
                  <a:cubicBezTo>
                    <a:pt x="462" y="4968"/>
                    <a:pt x="487" y="4968"/>
                    <a:pt x="511" y="4968"/>
                  </a:cubicBezTo>
                  <a:cubicBezTo>
                    <a:pt x="511" y="5040"/>
                    <a:pt x="511" y="5112"/>
                    <a:pt x="511" y="5187"/>
                  </a:cubicBezTo>
                  <a:cubicBezTo>
                    <a:pt x="535" y="5187"/>
                    <a:pt x="560" y="5187"/>
                    <a:pt x="584" y="5187"/>
                  </a:cubicBezTo>
                  <a:cubicBezTo>
                    <a:pt x="584" y="5259"/>
                    <a:pt x="584" y="5331"/>
                    <a:pt x="584" y="5406"/>
                  </a:cubicBezTo>
                  <a:cubicBezTo>
                    <a:pt x="609" y="5406"/>
                    <a:pt x="633" y="5406"/>
                    <a:pt x="657" y="5406"/>
                  </a:cubicBezTo>
                  <a:cubicBezTo>
                    <a:pt x="657" y="5502"/>
                    <a:pt x="657" y="5599"/>
                    <a:pt x="657" y="5698"/>
                  </a:cubicBezTo>
                  <a:cubicBezTo>
                    <a:pt x="682" y="5698"/>
                    <a:pt x="706" y="5698"/>
                    <a:pt x="731" y="5698"/>
                  </a:cubicBezTo>
                  <a:cubicBezTo>
                    <a:pt x="731" y="5746"/>
                    <a:pt x="731" y="5794"/>
                    <a:pt x="731" y="5844"/>
                  </a:cubicBezTo>
                  <a:cubicBezTo>
                    <a:pt x="755" y="5844"/>
                    <a:pt x="779" y="5844"/>
                    <a:pt x="804" y="5844"/>
                  </a:cubicBezTo>
                  <a:cubicBezTo>
                    <a:pt x="804" y="5892"/>
                    <a:pt x="804" y="5941"/>
                    <a:pt x="804" y="5990"/>
                  </a:cubicBezTo>
                  <a:cubicBezTo>
                    <a:pt x="828" y="5990"/>
                    <a:pt x="852" y="5990"/>
                    <a:pt x="877" y="5990"/>
                  </a:cubicBezTo>
                  <a:cubicBezTo>
                    <a:pt x="877" y="6038"/>
                    <a:pt x="877" y="6087"/>
                    <a:pt x="877" y="6136"/>
                  </a:cubicBezTo>
                  <a:cubicBezTo>
                    <a:pt x="901" y="6136"/>
                    <a:pt x="925" y="6136"/>
                    <a:pt x="950" y="6136"/>
                  </a:cubicBezTo>
                  <a:cubicBezTo>
                    <a:pt x="950" y="6185"/>
                    <a:pt x="950" y="6233"/>
                    <a:pt x="950" y="6282"/>
                  </a:cubicBezTo>
                  <a:cubicBezTo>
                    <a:pt x="974" y="6282"/>
                    <a:pt x="998" y="6282"/>
                    <a:pt x="1023" y="6282"/>
                  </a:cubicBezTo>
                  <a:cubicBezTo>
                    <a:pt x="1023" y="6307"/>
                    <a:pt x="1023" y="6331"/>
                    <a:pt x="1023" y="6356"/>
                  </a:cubicBezTo>
                  <a:cubicBezTo>
                    <a:pt x="1047" y="6356"/>
                    <a:pt x="1071" y="6356"/>
                    <a:pt x="1096" y="6356"/>
                  </a:cubicBezTo>
                  <a:cubicBezTo>
                    <a:pt x="1096" y="6404"/>
                    <a:pt x="1096" y="6452"/>
                    <a:pt x="1096" y="6502"/>
                  </a:cubicBezTo>
                  <a:cubicBezTo>
                    <a:pt x="1120" y="6502"/>
                    <a:pt x="1144" y="6502"/>
                    <a:pt x="1169" y="6502"/>
                  </a:cubicBezTo>
                  <a:cubicBezTo>
                    <a:pt x="1169" y="6526"/>
                    <a:pt x="1169" y="6550"/>
                    <a:pt x="1169" y="6575"/>
                  </a:cubicBezTo>
                  <a:cubicBezTo>
                    <a:pt x="1193" y="6575"/>
                    <a:pt x="1217" y="6575"/>
                    <a:pt x="1242" y="6575"/>
                  </a:cubicBezTo>
                  <a:cubicBezTo>
                    <a:pt x="1242" y="6599"/>
                    <a:pt x="1242" y="6623"/>
                    <a:pt x="1242" y="6648"/>
                  </a:cubicBezTo>
                  <a:cubicBezTo>
                    <a:pt x="1266" y="6648"/>
                    <a:pt x="1290" y="6648"/>
                    <a:pt x="1315" y="6648"/>
                  </a:cubicBezTo>
                  <a:cubicBezTo>
                    <a:pt x="1315" y="6696"/>
                    <a:pt x="1315" y="6744"/>
                    <a:pt x="1315" y="6794"/>
                  </a:cubicBezTo>
                  <a:cubicBezTo>
                    <a:pt x="1339" y="6794"/>
                    <a:pt x="1363" y="6794"/>
                    <a:pt x="1388" y="6794"/>
                  </a:cubicBezTo>
                  <a:cubicBezTo>
                    <a:pt x="1388" y="6818"/>
                    <a:pt x="1388" y="6842"/>
                    <a:pt x="1388" y="6867"/>
                  </a:cubicBezTo>
                  <a:cubicBezTo>
                    <a:pt x="1412" y="6867"/>
                    <a:pt x="1436" y="6867"/>
                    <a:pt x="1461" y="6867"/>
                  </a:cubicBezTo>
                  <a:cubicBezTo>
                    <a:pt x="1461" y="6891"/>
                    <a:pt x="1461" y="6915"/>
                    <a:pt x="1461" y="6940"/>
                  </a:cubicBezTo>
                  <a:cubicBezTo>
                    <a:pt x="1485" y="6940"/>
                    <a:pt x="1509" y="6940"/>
                    <a:pt x="1534" y="6940"/>
                  </a:cubicBezTo>
                  <a:cubicBezTo>
                    <a:pt x="1534" y="6964"/>
                    <a:pt x="1534" y="6988"/>
                    <a:pt x="1534" y="7013"/>
                  </a:cubicBezTo>
                  <a:cubicBezTo>
                    <a:pt x="1558" y="7013"/>
                    <a:pt x="1582" y="7013"/>
                    <a:pt x="1607" y="7013"/>
                  </a:cubicBezTo>
                  <a:cubicBezTo>
                    <a:pt x="1607" y="7037"/>
                    <a:pt x="1607" y="7061"/>
                    <a:pt x="1607" y="7086"/>
                  </a:cubicBezTo>
                  <a:cubicBezTo>
                    <a:pt x="1631" y="7086"/>
                    <a:pt x="1655" y="7086"/>
                    <a:pt x="1680" y="7086"/>
                  </a:cubicBezTo>
                  <a:cubicBezTo>
                    <a:pt x="1680" y="7110"/>
                    <a:pt x="1680" y="7134"/>
                    <a:pt x="1680" y="7159"/>
                  </a:cubicBezTo>
                  <a:cubicBezTo>
                    <a:pt x="1704" y="7159"/>
                    <a:pt x="1728" y="7159"/>
                    <a:pt x="1753" y="7159"/>
                  </a:cubicBezTo>
                  <a:cubicBezTo>
                    <a:pt x="1753" y="7183"/>
                    <a:pt x="1753" y="7207"/>
                    <a:pt x="1753" y="7232"/>
                  </a:cubicBezTo>
                  <a:cubicBezTo>
                    <a:pt x="1777" y="7232"/>
                    <a:pt x="1801" y="7232"/>
                    <a:pt x="1826" y="7232"/>
                  </a:cubicBezTo>
                  <a:cubicBezTo>
                    <a:pt x="1826" y="7256"/>
                    <a:pt x="1826" y="7280"/>
                    <a:pt x="1826" y="7305"/>
                  </a:cubicBezTo>
                  <a:cubicBezTo>
                    <a:pt x="1875" y="7305"/>
                    <a:pt x="1923" y="7305"/>
                    <a:pt x="1972" y="7305"/>
                  </a:cubicBezTo>
                  <a:cubicBezTo>
                    <a:pt x="1972" y="7329"/>
                    <a:pt x="1972" y="7353"/>
                    <a:pt x="1972" y="7378"/>
                  </a:cubicBezTo>
                  <a:cubicBezTo>
                    <a:pt x="1997" y="7378"/>
                    <a:pt x="2021" y="7378"/>
                    <a:pt x="2045" y="7378"/>
                  </a:cubicBezTo>
                  <a:cubicBezTo>
                    <a:pt x="2045" y="7402"/>
                    <a:pt x="2045" y="7426"/>
                    <a:pt x="2045" y="7451"/>
                  </a:cubicBezTo>
                  <a:cubicBezTo>
                    <a:pt x="2070" y="7451"/>
                    <a:pt x="2094" y="7451"/>
                    <a:pt x="2119" y="7451"/>
                  </a:cubicBezTo>
                  <a:cubicBezTo>
                    <a:pt x="2119" y="7475"/>
                    <a:pt x="2119" y="7500"/>
                    <a:pt x="2119" y="7524"/>
                  </a:cubicBezTo>
                  <a:cubicBezTo>
                    <a:pt x="2167" y="7524"/>
                    <a:pt x="2215" y="7524"/>
                    <a:pt x="2265" y="7524"/>
                  </a:cubicBezTo>
                  <a:cubicBezTo>
                    <a:pt x="2265" y="7548"/>
                    <a:pt x="2265" y="7573"/>
                    <a:pt x="2265" y="7597"/>
                  </a:cubicBezTo>
                  <a:cubicBezTo>
                    <a:pt x="2313" y="7597"/>
                    <a:pt x="2361" y="7597"/>
                    <a:pt x="2411" y="7597"/>
                  </a:cubicBezTo>
                  <a:cubicBezTo>
                    <a:pt x="2411" y="7622"/>
                    <a:pt x="2411" y="7646"/>
                    <a:pt x="2411" y="7670"/>
                  </a:cubicBezTo>
                  <a:cubicBezTo>
                    <a:pt x="2435" y="7670"/>
                    <a:pt x="2459" y="7670"/>
                    <a:pt x="2484" y="7670"/>
                  </a:cubicBezTo>
                  <a:cubicBezTo>
                    <a:pt x="2484" y="7695"/>
                    <a:pt x="2484" y="7719"/>
                    <a:pt x="2484" y="7744"/>
                  </a:cubicBezTo>
                  <a:cubicBezTo>
                    <a:pt x="2532" y="7744"/>
                    <a:pt x="2580" y="7744"/>
                    <a:pt x="2630" y="7744"/>
                  </a:cubicBezTo>
                  <a:cubicBezTo>
                    <a:pt x="2630" y="7768"/>
                    <a:pt x="2630" y="7792"/>
                    <a:pt x="2630" y="7817"/>
                  </a:cubicBezTo>
                  <a:cubicBezTo>
                    <a:pt x="2702" y="7817"/>
                    <a:pt x="2775" y="7817"/>
                    <a:pt x="2849" y="7817"/>
                  </a:cubicBezTo>
                  <a:cubicBezTo>
                    <a:pt x="2849" y="7841"/>
                    <a:pt x="2849" y="7865"/>
                    <a:pt x="2849" y="7890"/>
                  </a:cubicBezTo>
                  <a:cubicBezTo>
                    <a:pt x="2897" y="7890"/>
                    <a:pt x="2945" y="7890"/>
                    <a:pt x="2995" y="7890"/>
                  </a:cubicBezTo>
                  <a:cubicBezTo>
                    <a:pt x="2995" y="7914"/>
                    <a:pt x="2995" y="7938"/>
                    <a:pt x="2995" y="7963"/>
                  </a:cubicBezTo>
                  <a:cubicBezTo>
                    <a:pt x="3067" y="7963"/>
                    <a:pt x="3140" y="7963"/>
                    <a:pt x="3214" y="7963"/>
                  </a:cubicBezTo>
                  <a:cubicBezTo>
                    <a:pt x="3214" y="7987"/>
                    <a:pt x="3214" y="8011"/>
                    <a:pt x="3214" y="8036"/>
                  </a:cubicBezTo>
                  <a:cubicBezTo>
                    <a:pt x="3311" y="8036"/>
                    <a:pt x="3407" y="8036"/>
                    <a:pt x="3506" y="8036"/>
                  </a:cubicBezTo>
                  <a:cubicBezTo>
                    <a:pt x="3506" y="8060"/>
                    <a:pt x="3506" y="8084"/>
                    <a:pt x="3506" y="8109"/>
                  </a:cubicBezTo>
                  <a:cubicBezTo>
                    <a:pt x="3675" y="8109"/>
                    <a:pt x="3844" y="8109"/>
                    <a:pt x="4018" y="8109"/>
                  </a:cubicBezTo>
                  <a:cubicBezTo>
                    <a:pt x="4018" y="8133"/>
                    <a:pt x="4018" y="8157"/>
                    <a:pt x="4018" y="8182"/>
                  </a:cubicBezTo>
                  <a:cubicBezTo>
                    <a:pt x="4235" y="8182"/>
                    <a:pt x="4452" y="8182"/>
                    <a:pt x="4675" y="8182"/>
                  </a:cubicBezTo>
                  <a:cubicBezTo>
                    <a:pt x="4675" y="8158"/>
                    <a:pt x="4675" y="8134"/>
                    <a:pt x="4675" y="8109"/>
                  </a:cubicBezTo>
                  <a:cubicBezTo>
                    <a:pt x="4688" y="8109"/>
                    <a:pt x="4702" y="8109"/>
                    <a:pt x="4715" y="8109"/>
                  </a:cubicBezTo>
                  <a:cubicBezTo>
                    <a:pt x="4763" y="8110"/>
                    <a:pt x="4812" y="8110"/>
                    <a:pt x="4861" y="8111"/>
                  </a:cubicBezTo>
                  <a:cubicBezTo>
                    <a:pt x="4882" y="8111"/>
                    <a:pt x="4903" y="8111"/>
                    <a:pt x="4924" y="8112"/>
                  </a:cubicBezTo>
                  <a:cubicBezTo>
                    <a:pt x="4954" y="8112"/>
                    <a:pt x="4984" y="8112"/>
                    <a:pt x="5014" y="8112"/>
                  </a:cubicBezTo>
                  <a:cubicBezTo>
                    <a:pt x="5019" y="8112"/>
                    <a:pt x="5019" y="8112"/>
                    <a:pt x="5043" y="8113"/>
                  </a:cubicBezTo>
                  <a:cubicBezTo>
                    <a:pt x="5069" y="8113"/>
                    <a:pt x="5069" y="8113"/>
                    <a:pt x="5114" y="8109"/>
                  </a:cubicBezTo>
                  <a:cubicBezTo>
                    <a:pt x="5126" y="8097"/>
                    <a:pt x="5138" y="8085"/>
                    <a:pt x="5150" y="8072"/>
                  </a:cubicBezTo>
                  <a:cubicBezTo>
                    <a:pt x="5184" y="8065"/>
                    <a:pt x="5184" y="8065"/>
                    <a:pt x="5226" y="8061"/>
                  </a:cubicBezTo>
                  <a:cubicBezTo>
                    <a:pt x="5233" y="8060"/>
                    <a:pt x="5233" y="8060"/>
                    <a:pt x="5270" y="8056"/>
                  </a:cubicBezTo>
                  <a:cubicBezTo>
                    <a:pt x="5286" y="8055"/>
                    <a:pt x="5301" y="8053"/>
                    <a:pt x="5317" y="8052"/>
                  </a:cubicBezTo>
                  <a:cubicBezTo>
                    <a:pt x="5332" y="8050"/>
                    <a:pt x="5348" y="8049"/>
                    <a:pt x="5364" y="8047"/>
                  </a:cubicBezTo>
                  <a:cubicBezTo>
                    <a:pt x="5402" y="8043"/>
                    <a:pt x="5441" y="8039"/>
                    <a:pt x="5479" y="8036"/>
                  </a:cubicBezTo>
                  <a:cubicBezTo>
                    <a:pt x="5479" y="8012"/>
                    <a:pt x="5479" y="7987"/>
                    <a:pt x="5479" y="7963"/>
                  </a:cubicBezTo>
                  <a:cubicBezTo>
                    <a:pt x="5551" y="7963"/>
                    <a:pt x="5624" y="7963"/>
                    <a:pt x="5698" y="7963"/>
                  </a:cubicBezTo>
                  <a:cubicBezTo>
                    <a:pt x="5698" y="7939"/>
                    <a:pt x="5698" y="7914"/>
                    <a:pt x="5698" y="7890"/>
                  </a:cubicBezTo>
                  <a:cubicBezTo>
                    <a:pt x="5722" y="7890"/>
                    <a:pt x="5746" y="7890"/>
                    <a:pt x="5771" y="7890"/>
                  </a:cubicBezTo>
                  <a:cubicBezTo>
                    <a:pt x="5771" y="7866"/>
                    <a:pt x="5771" y="7841"/>
                    <a:pt x="5771" y="7817"/>
                  </a:cubicBezTo>
                  <a:cubicBezTo>
                    <a:pt x="5868" y="7817"/>
                    <a:pt x="5964" y="7817"/>
                    <a:pt x="6063" y="7817"/>
                  </a:cubicBezTo>
                  <a:cubicBezTo>
                    <a:pt x="6063" y="7792"/>
                    <a:pt x="6063" y="7768"/>
                    <a:pt x="6063" y="7744"/>
                  </a:cubicBezTo>
                  <a:cubicBezTo>
                    <a:pt x="6112" y="7744"/>
                    <a:pt x="6160" y="7744"/>
                    <a:pt x="6209" y="7744"/>
                  </a:cubicBezTo>
                  <a:cubicBezTo>
                    <a:pt x="6209" y="7719"/>
                    <a:pt x="6209" y="7695"/>
                    <a:pt x="6209" y="7670"/>
                  </a:cubicBezTo>
                  <a:cubicBezTo>
                    <a:pt x="6234" y="7670"/>
                    <a:pt x="6258" y="7670"/>
                    <a:pt x="6282" y="7670"/>
                  </a:cubicBezTo>
                  <a:cubicBezTo>
                    <a:pt x="6282" y="7646"/>
                    <a:pt x="6282" y="7622"/>
                    <a:pt x="6282" y="7597"/>
                  </a:cubicBezTo>
                  <a:cubicBezTo>
                    <a:pt x="6331" y="7597"/>
                    <a:pt x="6379" y="7597"/>
                    <a:pt x="6429" y="7597"/>
                  </a:cubicBezTo>
                  <a:cubicBezTo>
                    <a:pt x="6429" y="7573"/>
                    <a:pt x="6429" y="7549"/>
                    <a:pt x="6429" y="7524"/>
                  </a:cubicBezTo>
                  <a:cubicBezTo>
                    <a:pt x="6477" y="7524"/>
                    <a:pt x="6525" y="7524"/>
                    <a:pt x="6575" y="7524"/>
                  </a:cubicBezTo>
                  <a:cubicBezTo>
                    <a:pt x="6575" y="7500"/>
                    <a:pt x="6575" y="7476"/>
                    <a:pt x="6575" y="7451"/>
                  </a:cubicBezTo>
                  <a:cubicBezTo>
                    <a:pt x="6599" y="7451"/>
                    <a:pt x="6623" y="7451"/>
                    <a:pt x="6648" y="7451"/>
                  </a:cubicBezTo>
                  <a:cubicBezTo>
                    <a:pt x="6648" y="7427"/>
                    <a:pt x="6648" y="7403"/>
                    <a:pt x="6648" y="7378"/>
                  </a:cubicBezTo>
                  <a:cubicBezTo>
                    <a:pt x="6696" y="7378"/>
                    <a:pt x="6744" y="7378"/>
                    <a:pt x="6794" y="7378"/>
                  </a:cubicBezTo>
                  <a:cubicBezTo>
                    <a:pt x="6794" y="7354"/>
                    <a:pt x="6794" y="7330"/>
                    <a:pt x="6794" y="7305"/>
                  </a:cubicBezTo>
                  <a:cubicBezTo>
                    <a:pt x="6818" y="7305"/>
                    <a:pt x="6842" y="7305"/>
                    <a:pt x="6867" y="7305"/>
                  </a:cubicBezTo>
                  <a:cubicBezTo>
                    <a:pt x="6867" y="7281"/>
                    <a:pt x="6867" y="7257"/>
                    <a:pt x="6867" y="7232"/>
                  </a:cubicBezTo>
                  <a:cubicBezTo>
                    <a:pt x="6891" y="7232"/>
                    <a:pt x="6915" y="7232"/>
                    <a:pt x="6940" y="7232"/>
                  </a:cubicBezTo>
                  <a:cubicBezTo>
                    <a:pt x="6940" y="7208"/>
                    <a:pt x="6940" y="7184"/>
                    <a:pt x="6940" y="7159"/>
                  </a:cubicBezTo>
                  <a:cubicBezTo>
                    <a:pt x="6964" y="7159"/>
                    <a:pt x="6988" y="7159"/>
                    <a:pt x="7013" y="7159"/>
                  </a:cubicBezTo>
                  <a:cubicBezTo>
                    <a:pt x="7013" y="7135"/>
                    <a:pt x="7013" y="7111"/>
                    <a:pt x="7013" y="7086"/>
                  </a:cubicBezTo>
                  <a:cubicBezTo>
                    <a:pt x="7037" y="7086"/>
                    <a:pt x="7061" y="7086"/>
                    <a:pt x="7086" y="7086"/>
                  </a:cubicBezTo>
                  <a:cubicBezTo>
                    <a:pt x="7086" y="7062"/>
                    <a:pt x="7086" y="7038"/>
                    <a:pt x="7086" y="7013"/>
                  </a:cubicBezTo>
                  <a:cubicBezTo>
                    <a:pt x="7110" y="7013"/>
                    <a:pt x="7134" y="7013"/>
                    <a:pt x="7159" y="7013"/>
                  </a:cubicBezTo>
                  <a:cubicBezTo>
                    <a:pt x="7159" y="6989"/>
                    <a:pt x="7159" y="6965"/>
                    <a:pt x="7159" y="6940"/>
                  </a:cubicBezTo>
                  <a:cubicBezTo>
                    <a:pt x="7183" y="6940"/>
                    <a:pt x="7207" y="6940"/>
                    <a:pt x="7232" y="6940"/>
                  </a:cubicBezTo>
                  <a:cubicBezTo>
                    <a:pt x="7232" y="6916"/>
                    <a:pt x="7232" y="6892"/>
                    <a:pt x="7232" y="6867"/>
                  </a:cubicBezTo>
                  <a:cubicBezTo>
                    <a:pt x="7256" y="6867"/>
                    <a:pt x="7280" y="6867"/>
                    <a:pt x="7305" y="6867"/>
                  </a:cubicBezTo>
                  <a:cubicBezTo>
                    <a:pt x="7305" y="6843"/>
                    <a:pt x="7305" y="6819"/>
                    <a:pt x="7305" y="6794"/>
                  </a:cubicBezTo>
                  <a:cubicBezTo>
                    <a:pt x="7329" y="6794"/>
                    <a:pt x="7353" y="6794"/>
                    <a:pt x="7378" y="6794"/>
                  </a:cubicBezTo>
                  <a:cubicBezTo>
                    <a:pt x="7378" y="6770"/>
                    <a:pt x="7378" y="6746"/>
                    <a:pt x="7378" y="6721"/>
                  </a:cubicBezTo>
                  <a:cubicBezTo>
                    <a:pt x="7402" y="6721"/>
                    <a:pt x="7426" y="6721"/>
                    <a:pt x="7451" y="6721"/>
                  </a:cubicBezTo>
                  <a:cubicBezTo>
                    <a:pt x="7451" y="6673"/>
                    <a:pt x="7451" y="6624"/>
                    <a:pt x="7451" y="6575"/>
                  </a:cubicBezTo>
                  <a:cubicBezTo>
                    <a:pt x="7475" y="6575"/>
                    <a:pt x="7500" y="6575"/>
                    <a:pt x="7524" y="6575"/>
                  </a:cubicBezTo>
                  <a:cubicBezTo>
                    <a:pt x="7524" y="6551"/>
                    <a:pt x="7524" y="6526"/>
                    <a:pt x="7524" y="6502"/>
                  </a:cubicBezTo>
                  <a:cubicBezTo>
                    <a:pt x="7548" y="6502"/>
                    <a:pt x="7573" y="6502"/>
                    <a:pt x="7597" y="6502"/>
                  </a:cubicBezTo>
                  <a:cubicBezTo>
                    <a:pt x="7597" y="6453"/>
                    <a:pt x="7597" y="6405"/>
                    <a:pt x="7597" y="6356"/>
                  </a:cubicBezTo>
                  <a:cubicBezTo>
                    <a:pt x="7622" y="6356"/>
                    <a:pt x="7646" y="6356"/>
                    <a:pt x="7670" y="6356"/>
                  </a:cubicBezTo>
                  <a:cubicBezTo>
                    <a:pt x="7670" y="6331"/>
                    <a:pt x="7670" y="6307"/>
                    <a:pt x="7670" y="6282"/>
                  </a:cubicBezTo>
                  <a:cubicBezTo>
                    <a:pt x="7695" y="6282"/>
                    <a:pt x="7719" y="6282"/>
                    <a:pt x="7744" y="6282"/>
                  </a:cubicBezTo>
                  <a:cubicBezTo>
                    <a:pt x="7744" y="6234"/>
                    <a:pt x="7744" y="6186"/>
                    <a:pt x="7744" y="6136"/>
                  </a:cubicBezTo>
                  <a:cubicBezTo>
                    <a:pt x="7768" y="6136"/>
                    <a:pt x="7792" y="6136"/>
                    <a:pt x="7817" y="6136"/>
                  </a:cubicBezTo>
                  <a:cubicBezTo>
                    <a:pt x="7817" y="6112"/>
                    <a:pt x="7817" y="6088"/>
                    <a:pt x="7817" y="6063"/>
                  </a:cubicBezTo>
                  <a:cubicBezTo>
                    <a:pt x="7841" y="6063"/>
                    <a:pt x="7865" y="6063"/>
                    <a:pt x="7890" y="6063"/>
                  </a:cubicBezTo>
                  <a:cubicBezTo>
                    <a:pt x="7890" y="6015"/>
                    <a:pt x="7890" y="5967"/>
                    <a:pt x="7890" y="5917"/>
                  </a:cubicBezTo>
                  <a:cubicBezTo>
                    <a:pt x="7914" y="5917"/>
                    <a:pt x="7938" y="5917"/>
                    <a:pt x="7963" y="5917"/>
                  </a:cubicBezTo>
                  <a:cubicBezTo>
                    <a:pt x="7963" y="5821"/>
                    <a:pt x="7963" y="5724"/>
                    <a:pt x="7963" y="5625"/>
                  </a:cubicBezTo>
                  <a:cubicBezTo>
                    <a:pt x="7987" y="5625"/>
                    <a:pt x="8011" y="5625"/>
                    <a:pt x="8036" y="5625"/>
                  </a:cubicBezTo>
                  <a:cubicBezTo>
                    <a:pt x="8036" y="5601"/>
                    <a:pt x="8036" y="5577"/>
                    <a:pt x="8036" y="5552"/>
                  </a:cubicBezTo>
                  <a:cubicBezTo>
                    <a:pt x="8060" y="5552"/>
                    <a:pt x="8084" y="5552"/>
                    <a:pt x="8109" y="5552"/>
                  </a:cubicBezTo>
                  <a:cubicBezTo>
                    <a:pt x="8109" y="5456"/>
                    <a:pt x="8109" y="5359"/>
                    <a:pt x="8109" y="5260"/>
                  </a:cubicBezTo>
                  <a:cubicBezTo>
                    <a:pt x="8133" y="5260"/>
                    <a:pt x="8157" y="5260"/>
                    <a:pt x="8182" y="5260"/>
                  </a:cubicBezTo>
                  <a:cubicBezTo>
                    <a:pt x="8182" y="5163"/>
                    <a:pt x="8182" y="5067"/>
                    <a:pt x="8182" y="4968"/>
                  </a:cubicBezTo>
                  <a:cubicBezTo>
                    <a:pt x="8206" y="4968"/>
                    <a:pt x="8230" y="4968"/>
                    <a:pt x="8255" y="4968"/>
                  </a:cubicBezTo>
                  <a:cubicBezTo>
                    <a:pt x="8255" y="4775"/>
                    <a:pt x="8255" y="4582"/>
                    <a:pt x="8255" y="4383"/>
                  </a:cubicBezTo>
                  <a:cubicBezTo>
                    <a:pt x="8279" y="4383"/>
                    <a:pt x="8303" y="4383"/>
                    <a:pt x="8328" y="4383"/>
                  </a:cubicBezTo>
                  <a:cubicBezTo>
                    <a:pt x="8328" y="4335"/>
                    <a:pt x="8328" y="4287"/>
                    <a:pt x="8328" y="4237"/>
                  </a:cubicBezTo>
                  <a:cubicBezTo>
                    <a:pt x="8304" y="4237"/>
                    <a:pt x="8280" y="4237"/>
                    <a:pt x="8255" y="4237"/>
                  </a:cubicBezTo>
                  <a:cubicBezTo>
                    <a:pt x="8255" y="4020"/>
                    <a:pt x="8255" y="3803"/>
                    <a:pt x="8255" y="3580"/>
                  </a:cubicBezTo>
                  <a:cubicBezTo>
                    <a:pt x="8231" y="3580"/>
                    <a:pt x="8207" y="3580"/>
                    <a:pt x="8182" y="3580"/>
                  </a:cubicBezTo>
                  <a:cubicBezTo>
                    <a:pt x="8182" y="3507"/>
                    <a:pt x="8182" y="3435"/>
                    <a:pt x="8182" y="3360"/>
                  </a:cubicBezTo>
                  <a:cubicBezTo>
                    <a:pt x="8158" y="3360"/>
                    <a:pt x="8134" y="3360"/>
                    <a:pt x="8109" y="3360"/>
                  </a:cubicBezTo>
                  <a:cubicBezTo>
                    <a:pt x="8109" y="3288"/>
                    <a:pt x="8109" y="3216"/>
                    <a:pt x="8109" y="3141"/>
                  </a:cubicBezTo>
                  <a:cubicBezTo>
                    <a:pt x="8085" y="3141"/>
                    <a:pt x="8061" y="3141"/>
                    <a:pt x="8036" y="3141"/>
                  </a:cubicBezTo>
                  <a:cubicBezTo>
                    <a:pt x="8036" y="3045"/>
                    <a:pt x="8036" y="2948"/>
                    <a:pt x="8036" y="2849"/>
                  </a:cubicBezTo>
                  <a:cubicBezTo>
                    <a:pt x="8012" y="2849"/>
                    <a:pt x="7988" y="2849"/>
                    <a:pt x="7963" y="2849"/>
                  </a:cubicBezTo>
                  <a:cubicBezTo>
                    <a:pt x="7963" y="2801"/>
                    <a:pt x="7963" y="2753"/>
                    <a:pt x="7963" y="2703"/>
                  </a:cubicBezTo>
                  <a:cubicBezTo>
                    <a:pt x="7939" y="2703"/>
                    <a:pt x="7914" y="2703"/>
                    <a:pt x="7890" y="2703"/>
                  </a:cubicBezTo>
                  <a:cubicBezTo>
                    <a:pt x="7890" y="2655"/>
                    <a:pt x="7890" y="2606"/>
                    <a:pt x="7890" y="2557"/>
                  </a:cubicBezTo>
                  <a:cubicBezTo>
                    <a:pt x="7866" y="2557"/>
                    <a:pt x="7841" y="2557"/>
                    <a:pt x="7817" y="2557"/>
                  </a:cubicBezTo>
                  <a:cubicBezTo>
                    <a:pt x="7817" y="2509"/>
                    <a:pt x="7817" y="2460"/>
                    <a:pt x="7817" y="2411"/>
                  </a:cubicBezTo>
                  <a:cubicBezTo>
                    <a:pt x="7792" y="2411"/>
                    <a:pt x="7768" y="2411"/>
                    <a:pt x="7744" y="2411"/>
                  </a:cubicBezTo>
                  <a:cubicBezTo>
                    <a:pt x="7731" y="2363"/>
                    <a:pt x="7731" y="2363"/>
                    <a:pt x="7670" y="2119"/>
                  </a:cubicBezTo>
                  <a:cubicBezTo>
                    <a:pt x="7646" y="2119"/>
                    <a:pt x="7622" y="2119"/>
                    <a:pt x="7597" y="2119"/>
                  </a:cubicBezTo>
                  <a:cubicBezTo>
                    <a:pt x="7597" y="2094"/>
                    <a:pt x="7597" y="2070"/>
                    <a:pt x="7597" y="2045"/>
                  </a:cubicBezTo>
                  <a:cubicBezTo>
                    <a:pt x="7573" y="2045"/>
                    <a:pt x="7549" y="2045"/>
                    <a:pt x="7524" y="2045"/>
                  </a:cubicBezTo>
                  <a:cubicBezTo>
                    <a:pt x="7524" y="2021"/>
                    <a:pt x="7524" y="1997"/>
                    <a:pt x="7524" y="1972"/>
                  </a:cubicBezTo>
                  <a:cubicBezTo>
                    <a:pt x="7500" y="1972"/>
                    <a:pt x="7476" y="1972"/>
                    <a:pt x="7451" y="1972"/>
                  </a:cubicBezTo>
                  <a:cubicBezTo>
                    <a:pt x="7451" y="1924"/>
                    <a:pt x="7451" y="1876"/>
                    <a:pt x="7451" y="1826"/>
                  </a:cubicBezTo>
                  <a:cubicBezTo>
                    <a:pt x="7427" y="1826"/>
                    <a:pt x="7403" y="1826"/>
                    <a:pt x="7378" y="1826"/>
                  </a:cubicBezTo>
                  <a:cubicBezTo>
                    <a:pt x="7378" y="1802"/>
                    <a:pt x="7378" y="1778"/>
                    <a:pt x="7378" y="1753"/>
                  </a:cubicBezTo>
                  <a:cubicBezTo>
                    <a:pt x="7354" y="1753"/>
                    <a:pt x="7330" y="1753"/>
                    <a:pt x="7305" y="1753"/>
                  </a:cubicBezTo>
                  <a:cubicBezTo>
                    <a:pt x="7305" y="1729"/>
                    <a:pt x="7305" y="1705"/>
                    <a:pt x="7305" y="1680"/>
                  </a:cubicBezTo>
                  <a:cubicBezTo>
                    <a:pt x="7281" y="1680"/>
                    <a:pt x="7257" y="1680"/>
                    <a:pt x="7232" y="1680"/>
                  </a:cubicBezTo>
                  <a:cubicBezTo>
                    <a:pt x="7232" y="1656"/>
                    <a:pt x="7232" y="1632"/>
                    <a:pt x="7232" y="1607"/>
                  </a:cubicBezTo>
                  <a:cubicBezTo>
                    <a:pt x="7208" y="1607"/>
                    <a:pt x="7184" y="1607"/>
                    <a:pt x="7159" y="1607"/>
                  </a:cubicBezTo>
                  <a:cubicBezTo>
                    <a:pt x="7159" y="1583"/>
                    <a:pt x="7159" y="1559"/>
                    <a:pt x="7159" y="1534"/>
                  </a:cubicBezTo>
                  <a:cubicBezTo>
                    <a:pt x="7135" y="1534"/>
                    <a:pt x="7111" y="1534"/>
                    <a:pt x="7086" y="1534"/>
                  </a:cubicBezTo>
                  <a:cubicBezTo>
                    <a:pt x="7086" y="1510"/>
                    <a:pt x="7086" y="1486"/>
                    <a:pt x="7086" y="1461"/>
                  </a:cubicBezTo>
                  <a:cubicBezTo>
                    <a:pt x="7062" y="1461"/>
                    <a:pt x="7038" y="1461"/>
                    <a:pt x="7013" y="1461"/>
                  </a:cubicBezTo>
                  <a:cubicBezTo>
                    <a:pt x="7013" y="1437"/>
                    <a:pt x="7013" y="1413"/>
                    <a:pt x="7013" y="1388"/>
                  </a:cubicBezTo>
                  <a:cubicBezTo>
                    <a:pt x="6989" y="1388"/>
                    <a:pt x="6965" y="1388"/>
                    <a:pt x="6940" y="1388"/>
                  </a:cubicBezTo>
                  <a:cubicBezTo>
                    <a:pt x="6940" y="1364"/>
                    <a:pt x="6940" y="1340"/>
                    <a:pt x="6940" y="1315"/>
                  </a:cubicBezTo>
                  <a:cubicBezTo>
                    <a:pt x="6892" y="1315"/>
                    <a:pt x="6844" y="1315"/>
                    <a:pt x="6794" y="1315"/>
                  </a:cubicBezTo>
                  <a:cubicBezTo>
                    <a:pt x="6794" y="1291"/>
                    <a:pt x="6794" y="1267"/>
                    <a:pt x="6794" y="1242"/>
                  </a:cubicBezTo>
                  <a:cubicBezTo>
                    <a:pt x="6770" y="1242"/>
                    <a:pt x="6746" y="1242"/>
                    <a:pt x="6721" y="1242"/>
                  </a:cubicBezTo>
                  <a:cubicBezTo>
                    <a:pt x="6721" y="1218"/>
                    <a:pt x="6721" y="1194"/>
                    <a:pt x="6721" y="1169"/>
                  </a:cubicBezTo>
                  <a:cubicBezTo>
                    <a:pt x="6697" y="1169"/>
                    <a:pt x="6673" y="1169"/>
                    <a:pt x="6648" y="1169"/>
                  </a:cubicBezTo>
                  <a:cubicBezTo>
                    <a:pt x="6648" y="1145"/>
                    <a:pt x="6648" y="1121"/>
                    <a:pt x="6648" y="1096"/>
                  </a:cubicBezTo>
                  <a:cubicBezTo>
                    <a:pt x="6600" y="1096"/>
                    <a:pt x="6551" y="1096"/>
                    <a:pt x="6502" y="1096"/>
                  </a:cubicBezTo>
                  <a:cubicBezTo>
                    <a:pt x="6502" y="1072"/>
                    <a:pt x="6502" y="1048"/>
                    <a:pt x="6502" y="1023"/>
                  </a:cubicBezTo>
                  <a:cubicBezTo>
                    <a:pt x="6478" y="1023"/>
                    <a:pt x="6453" y="1023"/>
                    <a:pt x="6429" y="1023"/>
                  </a:cubicBezTo>
                  <a:cubicBezTo>
                    <a:pt x="6429" y="999"/>
                    <a:pt x="6429" y="975"/>
                    <a:pt x="6429" y="950"/>
                  </a:cubicBezTo>
                  <a:cubicBezTo>
                    <a:pt x="6356" y="950"/>
                    <a:pt x="6284" y="950"/>
                    <a:pt x="6209" y="950"/>
                  </a:cubicBezTo>
                  <a:cubicBezTo>
                    <a:pt x="6209" y="926"/>
                    <a:pt x="6209" y="901"/>
                    <a:pt x="6209" y="877"/>
                  </a:cubicBezTo>
                  <a:cubicBezTo>
                    <a:pt x="6161" y="877"/>
                    <a:pt x="6113" y="877"/>
                    <a:pt x="6063" y="877"/>
                  </a:cubicBezTo>
                  <a:cubicBezTo>
                    <a:pt x="6063" y="853"/>
                    <a:pt x="6063" y="828"/>
                    <a:pt x="6063" y="804"/>
                  </a:cubicBezTo>
                  <a:cubicBezTo>
                    <a:pt x="6039" y="804"/>
                    <a:pt x="6015" y="804"/>
                    <a:pt x="5990" y="804"/>
                  </a:cubicBezTo>
                  <a:cubicBezTo>
                    <a:pt x="5990" y="779"/>
                    <a:pt x="5990" y="755"/>
                    <a:pt x="5990" y="731"/>
                  </a:cubicBezTo>
                  <a:cubicBezTo>
                    <a:pt x="5942" y="731"/>
                    <a:pt x="5894" y="731"/>
                    <a:pt x="5844" y="731"/>
                  </a:cubicBezTo>
                  <a:cubicBezTo>
                    <a:pt x="5844" y="706"/>
                    <a:pt x="5844" y="682"/>
                    <a:pt x="5844" y="657"/>
                  </a:cubicBezTo>
                  <a:cubicBezTo>
                    <a:pt x="5772" y="657"/>
                    <a:pt x="5700" y="657"/>
                    <a:pt x="5625" y="657"/>
                  </a:cubicBezTo>
                  <a:cubicBezTo>
                    <a:pt x="5625" y="633"/>
                    <a:pt x="5625" y="609"/>
                    <a:pt x="5625" y="584"/>
                  </a:cubicBezTo>
                  <a:cubicBezTo>
                    <a:pt x="5529" y="584"/>
                    <a:pt x="5432" y="584"/>
                    <a:pt x="5333" y="584"/>
                  </a:cubicBezTo>
                  <a:cubicBezTo>
                    <a:pt x="5333" y="560"/>
                    <a:pt x="5333" y="536"/>
                    <a:pt x="5333" y="511"/>
                  </a:cubicBezTo>
                  <a:cubicBezTo>
                    <a:pt x="5260" y="511"/>
                    <a:pt x="5188" y="511"/>
                    <a:pt x="5114" y="511"/>
                  </a:cubicBezTo>
                  <a:cubicBezTo>
                    <a:pt x="5114" y="487"/>
                    <a:pt x="5114" y="463"/>
                    <a:pt x="5114" y="438"/>
                  </a:cubicBezTo>
                  <a:cubicBezTo>
                    <a:pt x="4631" y="438"/>
                    <a:pt x="4149" y="438"/>
                    <a:pt x="3653" y="438"/>
                  </a:cubicBezTo>
                  <a:close/>
                </a:path>
              </a:pathLst>
            </a:custGeom>
            <a:solidFill>
              <a:srgbClr val="251047"/>
            </a:solidFill>
            <a:ln w="464" cap="flat">
              <a:noFill/>
            </a:ln>
          </p:spPr>
        </p:sp>
        <p:sp>
          <p:nvSpPr>
            <p:cNvPr id="1741" name="ICON_HARNESS_GEAR_path_005"/>
            <p:cNvSpPr/>
            <p:nvPr/>
          </p:nvSpPr>
          <p:spPr>
            <a:xfrm>
              <a:off x="4793735" y="6495813"/>
              <a:ext cx="57521" cy="41749"/>
            </a:xfrm>
            <a:custGeom>
              <a:avLst/>
              <a:gdLst/>
              <a:ahLst/>
              <a:cxnLst/>
              <a:rect l="0" t="0" r="r" b="b"/>
              <a:pathLst>
                <a:path w="4529" h="3287" fill="norm" stroke="0">
                  <a:moveTo>
                    <a:pt x="4091" y="0"/>
                  </a:moveTo>
                  <a:cubicBezTo>
                    <a:pt x="4139" y="0"/>
                    <a:pt x="4187" y="0"/>
                    <a:pt x="4237" y="0"/>
                  </a:cubicBezTo>
                  <a:cubicBezTo>
                    <a:pt x="4237" y="24"/>
                    <a:pt x="4237" y="48"/>
                    <a:pt x="4237" y="73"/>
                  </a:cubicBezTo>
                  <a:cubicBezTo>
                    <a:pt x="4285" y="73"/>
                    <a:pt x="4333" y="73"/>
                    <a:pt x="4383" y="73"/>
                  </a:cubicBezTo>
                  <a:cubicBezTo>
                    <a:pt x="4383" y="97"/>
                    <a:pt x="4383" y="121"/>
                    <a:pt x="4383" y="146"/>
                  </a:cubicBezTo>
                  <a:cubicBezTo>
                    <a:pt x="4407" y="146"/>
                    <a:pt x="4431" y="146"/>
                    <a:pt x="4456" y="146"/>
                  </a:cubicBezTo>
                  <a:cubicBezTo>
                    <a:pt x="4456" y="170"/>
                    <a:pt x="4456" y="194"/>
                    <a:pt x="4456" y="219"/>
                  </a:cubicBezTo>
                  <a:cubicBezTo>
                    <a:pt x="4480" y="219"/>
                    <a:pt x="4504" y="219"/>
                    <a:pt x="4529" y="219"/>
                  </a:cubicBezTo>
                  <a:cubicBezTo>
                    <a:pt x="4529" y="291"/>
                    <a:pt x="4529" y="364"/>
                    <a:pt x="4529" y="438"/>
                  </a:cubicBezTo>
                  <a:cubicBezTo>
                    <a:pt x="4505" y="438"/>
                    <a:pt x="4481" y="438"/>
                    <a:pt x="4456" y="438"/>
                  </a:cubicBezTo>
                  <a:cubicBezTo>
                    <a:pt x="4456" y="487"/>
                    <a:pt x="4456" y="535"/>
                    <a:pt x="4456" y="584"/>
                  </a:cubicBezTo>
                  <a:cubicBezTo>
                    <a:pt x="4432" y="584"/>
                    <a:pt x="4408" y="584"/>
                    <a:pt x="4383" y="584"/>
                  </a:cubicBezTo>
                  <a:cubicBezTo>
                    <a:pt x="4383" y="609"/>
                    <a:pt x="4383" y="633"/>
                    <a:pt x="4383" y="657"/>
                  </a:cubicBezTo>
                  <a:cubicBezTo>
                    <a:pt x="4359" y="657"/>
                    <a:pt x="4335" y="657"/>
                    <a:pt x="4310" y="657"/>
                  </a:cubicBezTo>
                  <a:cubicBezTo>
                    <a:pt x="4310" y="682"/>
                    <a:pt x="4310" y="706"/>
                    <a:pt x="4310" y="731"/>
                  </a:cubicBezTo>
                  <a:cubicBezTo>
                    <a:pt x="4286" y="731"/>
                    <a:pt x="4262" y="731"/>
                    <a:pt x="4237" y="731"/>
                  </a:cubicBezTo>
                  <a:cubicBezTo>
                    <a:pt x="4237" y="755"/>
                    <a:pt x="4237" y="779"/>
                    <a:pt x="4237" y="804"/>
                  </a:cubicBezTo>
                  <a:cubicBezTo>
                    <a:pt x="4213" y="804"/>
                    <a:pt x="4189" y="804"/>
                    <a:pt x="4164" y="804"/>
                  </a:cubicBezTo>
                  <a:cubicBezTo>
                    <a:pt x="4164" y="828"/>
                    <a:pt x="4164" y="852"/>
                    <a:pt x="4164" y="877"/>
                  </a:cubicBezTo>
                  <a:cubicBezTo>
                    <a:pt x="4140" y="877"/>
                    <a:pt x="4116" y="877"/>
                    <a:pt x="4091" y="877"/>
                  </a:cubicBezTo>
                  <a:cubicBezTo>
                    <a:pt x="4091" y="901"/>
                    <a:pt x="4091" y="925"/>
                    <a:pt x="4091" y="950"/>
                  </a:cubicBezTo>
                  <a:cubicBezTo>
                    <a:pt x="4067" y="950"/>
                    <a:pt x="4043" y="950"/>
                    <a:pt x="4018" y="950"/>
                  </a:cubicBezTo>
                  <a:cubicBezTo>
                    <a:pt x="4018" y="974"/>
                    <a:pt x="4018" y="998"/>
                    <a:pt x="4018" y="1023"/>
                  </a:cubicBezTo>
                  <a:cubicBezTo>
                    <a:pt x="3994" y="1023"/>
                    <a:pt x="3970" y="1023"/>
                    <a:pt x="3945" y="1023"/>
                  </a:cubicBezTo>
                  <a:cubicBezTo>
                    <a:pt x="3945" y="1047"/>
                    <a:pt x="3945" y="1071"/>
                    <a:pt x="3945" y="1096"/>
                  </a:cubicBezTo>
                  <a:cubicBezTo>
                    <a:pt x="3921" y="1096"/>
                    <a:pt x="3897" y="1096"/>
                    <a:pt x="3872" y="1096"/>
                  </a:cubicBezTo>
                  <a:cubicBezTo>
                    <a:pt x="3872" y="1120"/>
                    <a:pt x="3872" y="1144"/>
                    <a:pt x="3872" y="1169"/>
                  </a:cubicBezTo>
                  <a:cubicBezTo>
                    <a:pt x="3848" y="1169"/>
                    <a:pt x="3824" y="1169"/>
                    <a:pt x="3799" y="1169"/>
                  </a:cubicBezTo>
                  <a:cubicBezTo>
                    <a:pt x="3799" y="1193"/>
                    <a:pt x="3799" y="1217"/>
                    <a:pt x="3799" y="1242"/>
                  </a:cubicBezTo>
                  <a:cubicBezTo>
                    <a:pt x="3775" y="1242"/>
                    <a:pt x="3750" y="1242"/>
                    <a:pt x="3726" y="1242"/>
                  </a:cubicBezTo>
                  <a:cubicBezTo>
                    <a:pt x="3726" y="1266"/>
                    <a:pt x="3726" y="1290"/>
                    <a:pt x="3726" y="1315"/>
                  </a:cubicBezTo>
                  <a:cubicBezTo>
                    <a:pt x="3702" y="1315"/>
                    <a:pt x="3677" y="1315"/>
                    <a:pt x="3653" y="1315"/>
                  </a:cubicBezTo>
                  <a:cubicBezTo>
                    <a:pt x="3653" y="1339"/>
                    <a:pt x="3653" y="1363"/>
                    <a:pt x="3653" y="1388"/>
                  </a:cubicBezTo>
                  <a:cubicBezTo>
                    <a:pt x="3628" y="1388"/>
                    <a:pt x="3604" y="1388"/>
                    <a:pt x="3580" y="1388"/>
                  </a:cubicBezTo>
                  <a:cubicBezTo>
                    <a:pt x="3580" y="1436"/>
                    <a:pt x="3580" y="1484"/>
                    <a:pt x="3580" y="1534"/>
                  </a:cubicBezTo>
                  <a:cubicBezTo>
                    <a:pt x="3555" y="1534"/>
                    <a:pt x="3531" y="1534"/>
                    <a:pt x="3506" y="1534"/>
                  </a:cubicBezTo>
                  <a:cubicBezTo>
                    <a:pt x="3508" y="1545"/>
                    <a:pt x="3509" y="1556"/>
                    <a:pt x="3510" y="1567"/>
                  </a:cubicBezTo>
                  <a:cubicBezTo>
                    <a:pt x="3506" y="1607"/>
                    <a:pt x="3506" y="1607"/>
                    <a:pt x="3484" y="1634"/>
                  </a:cubicBezTo>
                  <a:cubicBezTo>
                    <a:pt x="3478" y="1639"/>
                    <a:pt x="3478" y="1639"/>
                    <a:pt x="3452" y="1660"/>
                  </a:cubicBezTo>
                  <a:cubicBezTo>
                    <a:pt x="3440" y="1669"/>
                    <a:pt x="3429" y="1678"/>
                    <a:pt x="3417" y="1688"/>
                  </a:cubicBezTo>
                  <a:cubicBezTo>
                    <a:pt x="3405" y="1697"/>
                    <a:pt x="3393" y="1707"/>
                    <a:pt x="3381" y="1717"/>
                  </a:cubicBezTo>
                  <a:cubicBezTo>
                    <a:pt x="3357" y="1736"/>
                    <a:pt x="3334" y="1755"/>
                    <a:pt x="3310" y="1774"/>
                  </a:cubicBezTo>
                  <a:cubicBezTo>
                    <a:pt x="3305" y="1778"/>
                    <a:pt x="3305" y="1778"/>
                    <a:pt x="3278" y="1799"/>
                  </a:cubicBezTo>
                  <a:cubicBezTo>
                    <a:pt x="3251" y="1826"/>
                    <a:pt x="3251" y="1826"/>
                    <a:pt x="3231" y="1866"/>
                  </a:cubicBezTo>
                  <a:cubicBezTo>
                    <a:pt x="3228" y="1871"/>
                    <a:pt x="3228" y="1871"/>
                    <a:pt x="3214" y="1899"/>
                  </a:cubicBezTo>
                  <a:cubicBezTo>
                    <a:pt x="3175" y="1904"/>
                    <a:pt x="3175" y="1904"/>
                    <a:pt x="3141" y="1899"/>
                  </a:cubicBezTo>
                  <a:cubicBezTo>
                    <a:pt x="3141" y="1923"/>
                    <a:pt x="3141" y="1948"/>
                    <a:pt x="3141" y="1972"/>
                  </a:cubicBezTo>
                  <a:cubicBezTo>
                    <a:pt x="3117" y="1972"/>
                    <a:pt x="3093" y="1972"/>
                    <a:pt x="3068" y="1972"/>
                  </a:cubicBezTo>
                  <a:cubicBezTo>
                    <a:pt x="3068" y="1997"/>
                    <a:pt x="3068" y="2021"/>
                    <a:pt x="3068" y="2045"/>
                  </a:cubicBezTo>
                  <a:cubicBezTo>
                    <a:pt x="3044" y="2045"/>
                    <a:pt x="3020" y="2045"/>
                    <a:pt x="2995" y="2045"/>
                  </a:cubicBezTo>
                  <a:cubicBezTo>
                    <a:pt x="2995" y="2070"/>
                    <a:pt x="2995" y="2094"/>
                    <a:pt x="2995" y="2119"/>
                  </a:cubicBezTo>
                  <a:cubicBezTo>
                    <a:pt x="2971" y="2119"/>
                    <a:pt x="2947" y="2119"/>
                    <a:pt x="2922" y="2119"/>
                  </a:cubicBezTo>
                  <a:cubicBezTo>
                    <a:pt x="2922" y="2143"/>
                    <a:pt x="2922" y="2167"/>
                    <a:pt x="2922" y="2192"/>
                  </a:cubicBezTo>
                  <a:cubicBezTo>
                    <a:pt x="2898" y="2192"/>
                    <a:pt x="2874" y="2192"/>
                    <a:pt x="2849" y="2192"/>
                  </a:cubicBezTo>
                  <a:cubicBezTo>
                    <a:pt x="2849" y="2216"/>
                    <a:pt x="2849" y="2240"/>
                    <a:pt x="2849" y="2265"/>
                  </a:cubicBezTo>
                  <a:cubicBezTo>
                    <a:pt x="2825" y="2265"/>
                    <a:pt x="2801" y="2265"/>
                    <a:pt x="2776" y="2265"/>
                  </a:cubicBezTo>
                  <a:cubicBezTo>
                    <a:pt x="2776" y="2289"/>
                    <a:pt x="2776" y="2313"/>
                    <a:pt x="2776" y="2338"/>
                  </a:cubicBezTo>
                  <a:cubicBezTo>
                    <a:pt x="2752" y="2338"/>
                    <a:pt x="2728" y="2338"/>
                    <a:pt x="2703" y="2338"/>
                  </a:cubicBezTo>
                  <a:cubicBezTo>
                    <a:pt x="2703" y="2362"/>
                    <a:pt x="2703" y="2386"/>
                    <a:pt x="2703" y="2411"/>
                  </a:cubicBezTo>
                  <a:cubicBezTo>
                    <a:pt x="2679" y="2411"/>
                    <a:pt x="2655" y="2411"/>
                    <a:pt x="2630" y="2411"/>
                  </a:cubicBezTo>
                  <a:cubicBezTo>
                    <a:pt x="2630" y="2435"/>
                    <a:pt x="2630" y="2459"/>
                    <a:pt x="2630" y="2484"/>
                  </a:cubicBezTo>
                  <a:cubicBezTo>
                    <a:pt x="2606" y="2484"/>
                    <a:pt x="2582" y="2484"/>
                    <a:pt x="2557" y="2484"/>
                  </a:cubicBezTo>
                  <a:cubicBezTo>
                    <a:pt x="2557" y="2508"/>
                    <a:pt x="2557" y="2532"/>
                    <a:pt x="2557" y="2557"/>
                  </a:cubicBezTo>
                  <a:cubicBezTo>
                    <a:pt x="2533" y="2557"/>
                    <a:pt x="2509" y="2557"/>
                    <a:pt x="2484" y="2557"/>
                  </a:cubicBezTo>
                  <a:cubicBezTo>
                    <a:pt x="2484" y="2605"/>
                    <a:pt x="2484" y="2653"/>
                    <a:pt x="2484" y="2703"/>
                  </a:cubicBezTo>
                  <a:cubicBezTo>
                    <a:pt x="2460" y="2703"/>
                    <a:pt x="2436" y="2703"/>
                    <a:pt x="2411" y="2703"/>
                  </a:cubicBezTo>
                  <a:cubicBezTo>
                    <a:pt x="2412" y="2713"/>
                    <a:pt x="2414" y="2724"/>
                    <a:pt x="2415" y="2735"/>
                  </a:cubicBezTo>
                  <a:cubicBezTo>
                    <a:pt x="2409" y="2791"/>
                    <a:pt x="2381" y="2816"/>
                    <a:pt x="2342" y="2854"/>
                  </a:cubicBezTo>
                  <a:cubicBezTo>
                    <a:pt x="2336" y="2860"/>
                    <a:pt x="2330" y="2867"/>
                    <a:pt x="2323" y="2874"/>
                  </a:cubicBezTo>
                  <a:cubicBezTo>
                    <a:pt x="2290" y="2907"/>
                    <a:pt x="2270" y="2921"/>
                    <a:pt x="2223" y="2926"/>
                  </a:cubicBezTo>
                  <a:cubicBezTo>
                    <a:pt x="2213" y="2925"/>
                    <a:pt x="2202" y="2924"/>
                    <a:pt x="2192" y="2922"/>
                  </a:cubicBezTo>
                  <a:cubicBezTo>
                    <a:pt x="2192" y="2946"/>
                    <a:pt x="2192" y="2970"/>
                    <a:pt x="2192" y="2995"/>
                  </a:cubicBezTo>
                  <a:cubicBezTo>
                    <a:pt x="2167" y="2995"/>
                    <a:pt x="2143" y="2995"/>
                    <a:pt x="2119" y="2995"/>
                  </a:cubicBezTo>
                  <a:cubicBezTo>
                    <a:pt x="2119" y="3019"/>
                    <a:pt x="2119" y="3043"/>
                    <a:pt x="2119" y="3068"/>
                  </a:cubicBezTo>
                  <a:cubicBezTo>
                    <a:pt x="2094" y="3068"/>
                    <a:pt x="2070" y="3068"/>
                    <a:pt x="2045" y="3068"/>
                  </a:cubicBezTo>
                  <a:cubicBezTo>
                    <a:pt x="2045" y="3092"/>
                    <a:pt x="2045" y="3116"/>
                    <a:pt x="2045" y="3141"/>
                  </a:cubicBezTo>
                  <a:cubicBezTo>
                    <a:pt x="2021" y="3141"/>
                    <a:pt x="1997" y="3141"/>
                    <a:pt x="1972" y="3141"/>
                  </a:cubicBezTo>
                  <a:cubicBezTo>
                    <a:pt x="1972" y="3165"/>
                    <a:pt x="1972" y="3189"/>
                    <a:pt x="1972" y="3214"/>
                  </a:cubicBezTo>
                  <a:cubicBezTo>
                    <a:pt x="1924" y="3214"/>
                    <a:pt x="1876" y="3214"/>
                    <a:pt x="1826" y="3214"/>
                  </a:cubicBezTo>
                  <a:cubicBezTo>
                    <a:pt x="1826" y="3238"/>
                    <a:pt x="1826" y="3263"/>
                    <a:pt x="1826" y="3287"/>
                  </a:cubicBezTo>
                  <a:cubicBezTo>
                    <a:pt x="1730" y="3287"/>
                    <a:pt x="1633" y="3287"/>
                    <a:pt x="1534" y="3287"/>
                  </a:cubicBezTo>
                  <a:cubicBezTo>
                    <a:pt x="1534" y="3263"/>
                    <a:pt x="1534" y="3239"/>
                    <a:pt x="1534" y="3214"/>
                  </a:cubicBezTo>
                  <a:cubicBezTo>
                    <a:pt x="1510" y="3214"/>
                    <a:pt x="1486" y="3214"/>
                    <a:pt x="1461" y="3214"/>
                  </a:cubicBezTo>
                  <a:cubicBezTo>
                    <a:pt x="1461" y="3190"/>
                    <a:pt x="1461" y="3166"/>
                    <a:pt x="1461" y="3141"/>
                  </a:cubicBezTo>
                  <a:cubicBezTo>
                    <a:pt x="1437" y="3141"/>
                    <a:pt x="1413" y="3141"/>
                    <a:pt x="1388" y="3141"/>
                  </a:cubicBezTo>
                  <a:cubicBezTo>
                    <a:pt x="1388" y="3117"/>
                    <a:pt x="1388" y="3093"/>
                    <a:pt x="1388" y="3068"/>
                  </a:cubicBezTo>
                  <a:cubicBezTo>
                    <a:pt x="1364" y="3068"/>
                    <a:pt x="1340" y="3068"/>
                    <a:pt x="1315" y="3068"/>
                  </a:cubicBezTo>
                  <a:cubicBezTo>
                    <a:pt x="1315" y="3044"/>
                    <a:pt x="1315" y="3020"/>
                    <a:pt x="1315" y="2995"/>
                  </a:cubicBezTo>
                  <a:cubicBezTo>
                    <a:pt x="1291" y="2995"/>
                    <a:pt x="1267" y="2995"/>
                    <a:pt x="1242" y="2995"/>
                  </a:cubicBezTo>
                  <a:cubicBezTo>
                    <a:pt x="1242" y="2971"/>
                    <a:pt x="1242" y="2947"/>
                    <a:pt x="1242" y="2922"/>
                  </a:cubicBezTo>
                  <a:cubicBezTo>
                    <a:pt x="1218" y="2922"/>
                    <a:pt x="1194" y="2922"/>
                    <a:pt x="1169" y="2922"/>
                  </a:cubicBezTo>
                  <a:cubicBezTo>
                    <a:pt x="1169" y="2898"/>
                    <a:pt x="1169" y="2874"/>
                    <a:pt x="1169" y="2849"/>
                  </a:cubicBezTo>
                  <a:cubicBezTo>
                    <a:pt x="1145" y="2849"/>
                    <a:pt x="1121" y="2849"/>
                    <a:pt x="1096" y="2849"/>
                  </a:cubicBezTo>
                  <a:cubicBezTo>
                    <a:pt x="1096" y="2825"/>
                    <a:pt x="1096" y="2801"/>
                    <a:pt x="1096" y="2776"/>
                  </a:cubicBezTo>
                  <a:cubicBezTo>
                    <a:pt x="1072" y="2776"/>
                    <a:pt x="1048" y="2776"/>
                    <a:pt x="1023" y="2776"/>
                  </a:cubicBezTo>
                  <a:cubicBezTo>
                    <a:pt x="1023" y="2752"/>
                    <a:pt x="1023" y="2728"/>
                    <a:pt x="1023" y="2703"/>
                  </a:cubicBezTo>
                  <a:cubicBezTo>
                    <a:pt x="999" y="2703"/>
                    <a:pt x="975" y="2703"/>
                    <a:pt x="950" y="2703"/>
                  </a:cubicBezTo>
                  <a:cubicBezTo>
                    <a:pt x="950" y="2679"/>
                    <a:pt x="950" y="2655"/>
                    <a:pt x="950" y="2630"/>
                  </a:cubicBezTo>
                  <a:cubicBezTo>
                    <a:pt x="926" y="2630"/>
                    <a:pt x="901" y="2630"/>
                    <a:pt x="877" y="2630"/>
                  </a:cubicBezTo>
                  <a:cubicBezTo>
                    <a:pt x="877" y="2606"/>
                    <a:pt x="877" y="2582"/>
                    <a:pt x="877" y="2557"/>
                  </a:cubicBezTo>
                  <a:cubicBezTo>
                    <a:pt x="853" y="2557"/>
                    <a:pt x="828" y="2557"/>
                    <a:pt x="804" y="2557"/>
                  </a:cubicBezTo>
                  <a:cubicBezTo>
                    <a:pt x="804" y="2533"/>
                    <a:pt x="804" y="2509"/>
                    <a:pt x="804" y="2484"/>
                  </a:cubicBezTo>
                  <a:cubicBezTo>
                    <a:pt x="779" y="2484"/>
                    <a:pt x="755" y="2484"/>
                    <a:pt x="731" y="2484"/>
                  </a:cubicBezTo>
                  <a:cubicBezTo>
                    <a:pt x="731" y="2460"/>
                    <a:pt x="731" y="2436"/>
                    <a:pt x="731" y="2411"/>
                  </a:cubicBezTo>
                  <a:cubicBezTo>
                    <a:pt x="706" y="2411"/>
                    <a:pt x="682" y="2411"/>
                    <a:pt x="657" y="2411"/>
                  </a:cubicBezTo>
                  <a:cubicBezTo>
                    <a:pt x="657" y="2387"/>
                    <a:pt x="657" y="2362"/>
                    <a:pt x="657" y="2338"/>
                  </a:cubicBezTo>
                  <a:cubicBezTo>
                    <a:pt x="633" y="2338"/>
                    <a:pt x="609" y="2338"/>
                    <a:pt x="584" y="2338"/>
                  </a:cubicBezTo>
                  <a:cubicBezTo>
                    <a:pt x="584" y="2314"/>
                    <a:pt x="584" y="2289"/>
                    <a:pt x="584" y="2265"/>
                  </a:cubicBezTo>
                  <a:cubicBezTo>
                    <a:pt x="560" y="2265"/>
                    <a:pt x="536" y="2265"/>
                    <a:pt x="511" y="2265"/>
                  </a:cubicBezTo>
                  <a:cubicBezTo>
                    <a:pt x="511" y="2241"/>
                    <a:pt x="511" y="2216"/>
                    <a:pt x="511" y="2192"/>
                  </a:cubicBezTo>
                  <a:cubicBezTo>
                    <a:pt x="487" y="2192"/>
                    <a:pt x="463" y="2192"/>
                    <a:pt x="438" y="2192"/>
                  </a:cubicBezTo>
                  <a:cubicBezTo>
                    <a:pt x="438" y="2167"/>
                    <a:pt x="438" y="2143"/>
                    <a:pt x="438" y="2119"/>
                  </a:cubicBezTo>
                  <a:cubicBezTo>
                    <a:pt x="414" y="2119"/>
                    <a:pt x="390" y="2119"/>
                    <a:pt x="365" y="2119"/>
                  </a:cubicBezTo>
                  <a:cubicBezTo>
                    <a:pt x="365" y="2094"/>
                    <a:pt x="365" y="2070"/>
                    <a:pt x="365" y="2045"/>
                  </a:cubicBezTo>
                  <a:cubicBezTo>
                    <a:pt x="341" y="2045"/>
                    <a:pt x="317" y="2045"/>
                    <a:pt x="292" y="2045"/>
                  </a:cubicBezTo>
                  <a:cubicBezTo>
                    <a:pt x="292" y="2021"/>
                    <a:pt x="292" y="1997"/>
                    <a:pt x="292" y="1972"/>
                  </a:cubicBezTo>
                  <a:cubicBezTo>
                    <a:pt x="268" y="1972"/>
                    <a:pt x="244" y="1972"/>
                    <a:pt x="219" y="1972"/>
                  </a:cubicBezTo>
                  <a:cubicBezTo>
                    <a:pt x="219" y="1948"/>
                    <a:pt x="219" y="1924"/>
                    <a:pt x="219" y="1899"/>
                  </a:cubicBezTo>
                  <a:cubicBezTo>
                    <a:pt x="195" y="1899"/>
                    <a:pt x="171" y="1899"/>
                    <a:pt x="146" y="1899"/>
                  </a:cubicBezTo>
                  <a:cubicBezTo>
                    <a:pt x="146" y="1875"/>
                    <a:pt x="146" y="1851"/>
                    <a:pt x="146" y="1826"/>
                  </a:cubicBezTo>
                  <a:cubicBezTo>
                    <a:pt x="122" y="1826"/>
                    <a:pt x="98" y="1826"/>
                    <a:pt x="73" y="1826"/>
                  </a:cubicBezTo>
                  <a:cubicBezTo>
                    <a:pt x="73" y="1802"/>
                    <a:pt x="73" y="1778"/>
                    <a:pt x="73" y="1753"/>
                  </a:cubicBezTo>
                  <a:cubicBezTo>
                    <a:pt x="49" y="1753"/>
                    <a:pt x="25" y="1753"/>
                    <a:pt x="0" y="1753"/>
                  </a:cubicBezTo>
                  <a:cubicBezTo>
                    <a:pt x="0" y="1633"/>
                    <a:pt x="0" y="1512"/>
                    <a:pt x="0" y="1388"/>
                  </a:cubicBezTo>
                  <a:cubicBezTo>
                    <a:pt x="24" y="1388"/>
                    <a:pt x="48" y="1388"/>
                    <a:pt x="73" y="1388"/>
                  </a:cubicBezTo>
                  <a:cubicBezTo>
                    <a:pt x="73" y="1364"/>
                    <a:pt x="73" y="1340"/>
                    <a:pt x="73" y="1315"/>
                  </a:cubicBezTo>
                  <a:cubicBezTo>
                    <a:pt x="97" y="1315"/>
                    <a:pt x="121" y="1315"/>
                    <a:pt x="146" y="1315"/>
                  </a:cubicBezTo>
                  <a:cubicBezTo>
                    <a:pt x="146" y="1291"/>
                    <a:pt x="146" y="1267"/>
                    <a:pt x="146" y="1242"/>
                  </a:cubicBezTo>
                  <a:cubicBezTo>
                    <a:pt x="267" y="1242"/>
                    <a:pt x="387" y="1242"/>
                    <a:pt x="511" y="1242"/>
                  </a:cubicBezTo>
                  <a:cubicBezTo>
                    <a:pt x="511" y="1266"/>
                    <a:pt x="511" y="1290"/>
                    <a:pt x="511" y="1315"/>
                  </a:cubicBezTo>
                  <a:cubicBezTo>
                    <a:pt x="535" y="1315"/>
                    <a:pt x="560" y="1315"/>
                    <a:pt x="584" y="1315"/>
                  </a:cubicBezTo>
                  <a:cubicBezTo>
                    <a:pt x="584" y="1339"/>
                    <a:pt x="584" y="1363"/>
                    <a:pt x="584" y="1388"/>
                  </a:cubicBezTo>
                  <a:cubicBezTo>
                    <a:pt x="609" y="1388"/>
                    <a:pt x="633" y="1388"/>
                    <a:pt x="657" y="1388"/>
                  </a:cubicBezTo>
                  <a:cubicBezTo>
                    <a:pt x="657" y="1412"/>
                    <a:pt x="657" y="1436"/>
                    <a:pt x="657" y="1461"/>
                  </a:cubicBezTo>
                  <a:cubicBezTo>
                    <a:pt x="682" y="1461"/>
                    <a:pt x="706" y="1461"/>
                    <a:pt x="731" y="1461"/>
                  </a:cubicBezTo>
                  <a:cubicBezTo>
                    <a:pt x="731" y="1485"/>
                    <a:pt x="731" y="1509"/>
                    <a:pt x="731" y="1534"/>
                  </a:cubicBezTo>
                  <a:cubicBezTo>
                    <a:pt x="755" y="1534"/>
                    <a:pt x="779" y="1534"/>
                    <a:pt x="804" y="1534"/>
                  </a:cubicBezTo>
                  <a:cubicBezTo>
                    <a:pt x="804" y="1558"/>
                    <a:pt x="804" y="1582"/>
                    <a:pt x="804" y="1607"/>
                  </a:cubicBezTo>
                  <a:cubicBezTo>
                    <a:pt x="828" y="1607"/>
                    <a:pt x="852" y="1607"/>
                    <a:pt x="877" y="1607"/>
                  </a:cubicBezTo>
                  <a:cubicBezTo>
                    <a:pt x="877" y="1631"/>
                    <a:pt x="877" y="1655"/>
                    <a:pt x="877" y="1680"/>
                  </a:cubicBezTo>
                  <a:cubicBezTo>
                    <a:pt x="901" y="1680"/>
                    <a:pt x="925" y="1680"/>
                    <a:pt x="950" y="1680"/>
                  </a:cubicBezTo>
                  <a:cubicBezTo>
                    <a:pt x="950" y="1704"/>
                    <a:pt x="950" y="1728"/>
                    <a:pt x="950" y="1753"/>
                  </a:cubicBezTo>
                  <a:cubicBezTo>
                    <a:pt x="974" y="1753"/>
                    <a:pt x="998" y="1753"/>
                    <a:pt x="1023" y="1753"/>
                  </a:cubicBezTo>
                  <a:cubicBezTo>
                    <a:pt x="1023" y="1777"/>
                    <a:pt x="1023" y="1801"/>
                    <a:pt x="1023" y="1826"/>
                  </a:cubicBezTo>
                  <a:cubicBezTo>
                    <a:pt x="1047" y="1826"/>
                    <a:pt x="1071" y="1826"/>
                    <a:pt x="1096" y="1826"/>
                  </a:cubicBezTo>
                  <a:cubicBezTo>
                    <a:pt x="1096" y="1850"/>
                    <a:pt x="1096" y="1875"/>
                    <a:pt x="1096" y="1899"/>
                  </a:cubicBezTo>
                  <a:cubicBezTo>
                    <a:pt x="1120" y="1899"/>
                    <a:pt x="1144" y="1899"/>
                    <a:pt x="1169" y="1899"/>
                  </a:cubicBezTo>
                  <a:cubicBezTo>
                    <a:pt x="1169" y="1923"/>
                    <a:pt x="1169" y="1948"/>
                    <a:pt x="1169" y="1972"/>
                  </a:cubicBezTo>
                  <a:cubicBezTo>
                    <a:pt x="1193" y="1972"/>
                    <a:pt x="1217" y="1972"/>
                    <a:pt x="1242" y="1972"/>
                  </a:cubicBezTo>
                  <a:cubicBezTo>
                    <a:pt x="1242" y="1997"/>
                    <a:pt x="1242" y="2021"/>
                    <a:pt x="1242" y="2045"/>
                  </a:cubicBezTo>
                  <a:cubicBezTo>
                    <a:pt x="1266" y="2045"/>
                    <a:pt x="1290" y="2045"/>
                    <a:pt x="1315" y="2045"/>
                  </a:cubicBezTo>
                  <a:cubicBezTo>
                    <a:pt x="1315" y="2070"/>
                    <a:pt x="1315" y="2094"/>
                    <a:pt x="1315" y="2119"/>
                  </a:cubicBezTo>
                  <a:cubicBezTo>
                    <a:pt x="1339" y="2119"/>
                    <a:pt x="1363" y="2119"/>
                    <a:pt x="1388" y="2119"/>
                  </a:cubicBezTo>
                  <a:cubicBezTo>
                    <a:pt x="1388" y="2143"/>
                    <a:pt x="1388" y="2167"/>
                    <a:pt x="1388" y="2192"/>
                  </a:cubicBezTo>
                  <a:cubicBezTo>
                    <a:pt x="1436" y="2192"/>
                    <a:pt x="1484" y="2192"/>
                    <a:pt x="1534" y="2192"/>
                  </a:cubicBezTo>
                  <a:cubicBezTo>
                    <a:pt x="1534" y="2216"/>
                    <a:pt x="1534" y="2240"/>
                    <a:pt x="1534" y="2265"/>
                  </a:cubicBezTo>
                  <a:cubicBezTo>
                    <a:pt x="1558" y="2265"/>
                    <a:pt x="1582" y="2265"/>
                    <a:pt x="1607" y="2265"/>
                  </a:cubicBezTo>
                  <a:cubicBezTo>
                    <a:pt x="1607" y="2289"/>
                    <a:pt x="1607" y="2313"/>
                    <a:pt x="1607" y="2338"/>
                  </a:cubicBezTo>
                  <a:cubicBezTo>
                    <a:pt x="1679" y="2338"/>
                    <a:pt x="1752" y="2338"/>
                    <a:pt x="1826" y="2338"/>
                  </a:cubicBezTo>
                  <a:cubicBezTo>
                    <a:pt x="1826" y="2314"/>
                    <a:pt x="1826" y="2289"/>
                    <a:pt x="1826" y="2265"/>
                  </a:cubicBezTo>
                  <a:cubicBezTo>
                    <a:pt x="1850" y="2265"/>
                    <a:pt x="1875" y="2265"/>
                    <a:pt x="1899" y="2265"/>
                  </a:cubicBezTo>
                  <a:cubicBezTo>
                    <a:pt x="1899" y="2241"/>
                    <a:pt x="1899" y="2216"/>
                    <a:pt x="1899" y="2192"/>
                  </a:cubicBezTo>
                  <a:cubicBezTo>
                    <a:pt x="1923" y="2192"/>
                    <a:pt x="1948" y="2192"/>
                    <a:pt x="1972" y="2192"/>
                  </a:cubicBezTo>
                  <a:cubicBezTo>
                    <a:pt x="1972" y="2167"/>
                    <a:pt x="1972" y="2143"/>
                    <a:pt x="1972" y="2119"/>
                  </a:cubicBezTo>
                  <a:cubicBezTo>
                    <a:pt x="1997" y="2119"/>
                    <a:pt x="2021" y="2119"/>
                    <a:pt x="2045" y="2119"/>
                  </a:cubicBezTo>
                  <a:cubicBezTo>
                    <a:pt x="2045" y="2094"/>
                    <a:pt x="2045" y="2070"/>
                    <a:pt x="2045" y="2045"/>
                  </a:cubicBezTo>
                  <a:cubicBezTo>
                    <a:pt x="2070" y="2045"/>
                    <a:pt x="2094" y="2045"/>
                    <a:pt x="2119" y="2045"/>
                  </a:cubicBezTo>
                  <a:cubicBezTo>
                    <a:pt x="2119" y="2021"/>
                    <a:pt x="2119" y="1997"/>
                    <a:pt x="2119" y="1972"/>
                  </a:cubicBezTo>
                  <a:cubicBezTo>
                    <a:pt x="2143" y="1972"/>
                    <a:pt x="2167" y="1972"/>
                    <a:pt x="2192" y="1972"/>
                  </a:cubicBezTo>
                  <a:cubicBezTo>
                    <a:pt x="2192" y="1948"/>
                    <a:pt x="2192" y="1924"/>
                    <a:pt x="2192" y="1899"/>
                  </a:cubicBezTo>
                  <a:cubicBezTo>
                    <a:pt x="2216" y="1899"/>
                    <a:pt x="2240" y="1899"/>
                    <a:pt x="2265" y="1899"/>
                  </a:cubicBezTo>
                  <a:cubicBezTo>
                    <a:pt x="2265" y="1875"/>
                    <a:pt x="2265" y="1851"/>
                    <a:pt x="2265" y="1826"/>
                  </a:cubicBezTo>
                  <a:cubicBezTo>
                    <a:pt x="2289" y="1826"/>
                    <a:pt x="2313" y="1826"/>
                    <a:pt x="2338" y="1826"/>
                  </a:cubicBezTo>
                  <a:cubicBezTo>
                    <a:pt x="2338" y="1802"/>
                    <a:pt x="2338" y="1778"/>
                    <a:pt x="2338" y="1753"/>
                  </a:cubicBezTo>
                  <a:cubicBezTo>
                    <a:pt x="2362" y="1753"/>
                    <a:pt x="2386" y="1753"/>
                    <a:pt x="2411" y="1753"/>
                  </a:cubicBezTo>
                  <a:cubicBezTo>
                    <a:pt x="2411" y="1729"/>
                    <a:pt x="2411" y="1705"/>
                    <a:pt x="2411" y="1680"/>
                  </a:cubicBezTo>
                  <a:cubicBezTo>
                    <a:pt x="2435" y="1680"/>
                    <a:pt x="2459" y="1680"/>
                    <a:pt x="2484" y="1680"/>
                  </a:cubicBezTo>
                  <a:cubicBezTo>
                    <a:pt x="2484" y="1656"/>
                    <a:pt x="2484" y="1632"/>
                    <a:pt x="2484" y="1607"/>
                  </a:cubicBezTo>
                  <a:cubicBezTo>
                    <a:pt x="2508" y="1607"/>
                    <a:pt x="2532" y="1607"/>
                    <a:pt x="2557" y="1607"/>
                  </a:cubicBezTo>
                  <a:cubicBezTo>
                    <a:pt x="2557" y="1583"/>
                    <a:pt x="2557" y="1559"/>
                    <a:pt x="2557" y="1534"/>
                  </a:cubicBezTo>
                  <a:cubicBezTo>
                    <a:pt x="2581" y="1534"/>
                    <a:pt x="2605" y="1534"/>
                    <a:pt x="2630" y="1534"/>
                  </a:cubicBezTo>
                  <a:cubicBezTo>
                    <a:pt x="2630" y="1510"/>
                    <a:pt x="2630" y="1486"/>
                    <a:pt x="2630" y="1461"/>
                  </a:cubicBezTo>
                  <a:cubicBezTo>
                    <a:pt x="2654" y="1461"/>
                    <a:pt x="2678" y="1461"/>
                    <a:pt x="2703" y="1461"/>
                  </a:cubicBezTo>
                  <a:cubicBezTo>
                    <a:pt x="2703" y="1413"/>
                    <a:pt x="2703" y="1365"/>
                    <a:pt x="2703" y="1315"/>
                  </a:cubicBezTo>
                  <a:cubicBezTo>
                    <a:pt x="2727" y="1315"/>
                    <a:pt x="2751" y="1315"/>
                    <a:pt x="2776" y="1315"/>
                  </a:cubicBezTo>
                  <a:cubicBezTo>
                    <a:pt x="2776" y="1291"/>
                    <a:pt x="2776" y="1267"/>
                    <a:pt x="2776" y="1242"/>
                  </a:cubicBezTo>
                  <a:cubicBezTo>
                    <a:pt x="2800" y="1242"/>
                    <a:pt x="2824" y="1242"/>
                    <a:pt x="2849" y="1242"/>
                  </a:cubicBezTo>
                  <a:cubicBezTo>
                    <a:pt x="2848" y="1231"/>
                    <a:pt x="2846" y="1221"/>
                    <a:pt x="2845" y="1210"/>
                  </a:cubicBezTo>
                  <a:cubicBezTo>
                    <a:pt x="2851" y="1154"/>
                    <a:pt x="2879" y="1128"/>
                    <a:pt x="2918" y="1091"/>
                  </a:cubicBezTo>
                  <a:cubicBezTo>
                    <a:pt x="2921" y="1088"/>
                    <a:pt x="2921" y="1088"/>
                    <a:pt x="2937" y="1071"/>
                  </a:cubicBezTo>
                  <a:cubicBezTo>
                    <a:pt x="2970" y="1038"/>
                    <a:pt x="2989" y="1023"/>
                    <a:pt x="3037" y="1018"/>
                  </a:cubicBezTo>
                  <a:cubicBezTo>
                    <a:pt x="3047" y="1020"/>
                    <a:pt x="3057" y="1021"/>
                    <a:pt x="3068" y="1023"/>
                  </a:cubicBezTo>
                  <a:cubicBezTo>
                    <a:pt x="3068" y="999"/>
                    <a:pt x="3068" y="975"/>
                    <a:pt x="3068" y="950"/>
                  </a:cubicBezTo>
                  <a:cubicBezTo>
                    <a:pt x="3092" y="950"/>
                    <a:pt x="3116" y="950"/>
                    <a:pt x="3141" y="950"/>
                  </a:cubicBezTo>
                  <a:cubicBezTo>
                    <a:pt x="3141" y="926"/>
                    <a:pt x="3141" y="901"/>
                    <a:pt x="3141" y="877"/>
                  </a:cubicBezTo>
                  <a:cubicBezTo>
                    <a:pt x="3165" y="877"/>
                    <a:pt x="3189" y="877"/>
                    <a:pt x="3214" y="877"/>
                  </a:cubicBezTo>
                  <a:cubicBezTo>
                    <a:pt x="3214" y="853"/>
                    <a:pt x="3214" y="828"/>
                    <a:pt x="3214" y="804"/>
                  </a:cubicBezTo>
                  <a:cubicBezTo>
                    <a:pt x="3238" y="804"/>
                    <a:pt x="3262" y="804"/>
                    <a:pt x="3287" y="804"/>
                  </a:cubicBezTo>
                  <a:cubicBezTo>
                    <a:pt x="3287" y="779"/>
                    <a:pt x="3287" y="755"/>
                    <a:pt x="3287" y="731"/>
                  </a:cubicBezTo>
                  <a:cubicBezTo>
                    <a:pt x="3311" y="731"/>
                    <a:pt x="3336" y="731"/>
                    <a:pt x="3360" y="731"/>
                  </a:cubicBezTo>
                  <a:cubicBezTo>
                    <a:pt x="3360" y="706"/>
                    <a:pt x="3360" y="682"/>
                    <a:pt x="3360" y="657"/>
                  </a:cubicBezTo>
                  <a:cubicBezTo>
                    <a:pt x="3384" y="657"/>
                    <a:pt x="3409" y="657"/>
                    <a:pt x="3433" y="657"/>
                  </a:cubicBezTo>
                  <a:cubicBezTo>
                    <a:pt x="3433" y="633"/>
                    <a:pt x="3433" y="609"/>
                    <a:pt x="3433" y="584"/>
                  </a:cubicBezTo>
                  <a:cubicBezTo>
                    <a:pt x="3458" y="584"/>
                    <a:pt x="3482" y="584"/>
                    <a:pt x="3506" y="584"/>
                  </a:cubicBezTo>
                  <a:cubicBezTo>
                    <a:pt x="3506" y="560"/>
                    <a:pt x="3506" y="536"/>
                    <a:pt x="3506" y="511"/>
                  </a:cubicBezTo>
                  <a:cubicBezTo>
                    <a:pt x="3531" y="511"/>
                    <a:pt x="3555" y="511"/>
                    <a:pt x="3580" y="511"/>
                  </a:cubicBezTo>
                  <a:cubicBezTo>
                    <a:pt x="3580" y="487"/>
                    <a:pt x="3580" y="463"/>
                    <a:pt x="3580" y="438"/>
                  </a:cubicBezTo>
                  <a:cubicBezTo>
                    <a:pt x="3604" y="438"/>
                    <a:pt x="3628" y="438"/>
                    <a:pt x="3653" y="438"/>
                  </a:cubicBezTo>
                  <a:cubicBezTo>
                    <a:pt x="3653" y="414"/>
                    <a:pt x="3653" y="390"/>
                    <a:pt x="3653" y="365"/>
                  </a:cubicBezTo>
                  <a:cubicBezTo>
                    <a:pt x="3677" y="365"/>
                    <a:pt x="3701" y="365"/>
                    <a:pt x="3726" y="365"/>
                  </a:cubicBezTo>
                  <a:cubicBezTo>
                    <a:pt x="3726" y="341"/>
                    <a:pt x="3726" y="317"/>
                    <a:pt x="3726" y="292"/>
                  </a:cubicBezTo>
                  <a:cubicBezTo>
                    <a:pt x="3750" y="292"/>
                    <a:pt x="3774" y="292"/>
                    <a:pt x="3799" y="292"/>
                  </a:cubicBezTo>
                  <a:cubicBezTo>
                    <a:pt x="3799" y="268"/>
                    <a:pt x="3799" y="244"/>
                    <a:pt x="3799" y="219"/>
                  </a:cubicBezTo>
                  <a:cubicBezTo>
                    <a:pt x="3823" y="219"/>
                    <a:pt x="3847" y="219"/>
                    <a:pt x="3872" y="219"/>
                  </a:cubicBezTo>
                  <a:cubicBezTo>
                    <a:pt x="3872" y="195"/>
                    <a:pt x="3872" y="171"/>
                    <a:pt x="3872" y="146"/>
                  </a:cubicBezTo>
                  <a:cubicBezTo>
                    <a:pt x="3896" y="146"/>
                    <a:pt x="3920" y="146"/>
                    <a:pt x="3945" y="146"/>
                  </a:cubicBezTo>
                  <a:cubicBezTo>
                    <a:pt x="3945" y="122"/>
                    <a:pt x="3945" y="98"/>
                    <a:pt x="3945" y="73"/>
                  </a:cubicBezTo>
                  <a:cubicBezTo>
                    <a:pt x="3993" y="73"/>
                    <a:pt x="4041" y="73"/>
                    <a:pt x="4091" y="73"/>
                  </a:cubicBezTo>
                  <a:cubicBezTo>
                    <a:pt x="4091" y="49"/>
                    <a:pt x="4091" y="25"/>
                    <a:pt x="4091" y="0"/>
                  </a:cubicBezTo>
                  <a:close/>
                </a:path>
              </a:pathLst>
            </a:custGeom>
            <a:solidFill>
              <a:srgbClr val="E24798"/>
            </a:solidFill>
            <a:ln w="464" cap="flat">
              <a:noFill/>
            </a:ln>
          </p:spPr>
        </p:sp>
        <p:sp>
          <p:nvSpPr>
            <p:cNvPr id="1742" name="ICON_HARNESS_GEAR_path_006"/>
            <p:cNvSpPr/>
            <p:nvPr/>
          </p:nvSpPr>
          <p:spPr>
            <a:xfrm>
              <a:off x="4922229" y="6501379"/>
              <a:ext cx="5103" cy="30616"/>
            </a:xfrm>
            <a:custGeom>
              <a:avLst/>
              <a:gdLst/>
              <a:ahLst/>
              <a:cxnLst/>
              <a:rect l="0" t="0" r="r" b="b"/>
              <a:pathLst>
                <a:path w="402" h="2411" fill="norm" stroke="0">
                  <a:moveTo>
                    <a:pt x="37" y="0"/>
                  </a:moveTo>
                  <a:cubicBezTo>
                    <a:pt x="61" y="0"/>
                    <a:pt x="85" y="0"/>
                    <a:pt x="110" y="0"/>
                  </a:cubicBezTo>
                  <a:cubicBezTo>
                    <a:pt x="110" y="24"/>
                    <a:pt x="110" y="48"/>
                    <a:pt x="110" y="73"/>
                  </a:cubicBezTo>
                  <a:cubicBezTo>
                    <a:pt x="134" y="73"/>
                    <a:pt x="158" y="73"/>
                    <a:pt x="183" y="73"/>
                  </a:cubicBezTo>
                  <a:cubicBezTo>
                    <a:pt x="183" y="97"/>
                    <a:pt x="183" y="121"/>
                    <a:pt x="183" y="146"/>
                  </a:cubicBezTo>
                  <a:cubicBezTo>
                    <a:pt x="207" y="146"/>
                    <a:pt x="231" y="146"/>
                    <a:pt x="256" y="146"/>
                  </a:cubicBezTo>
                  <a:cubicBezTo>
                    <a:pt x="256" y="170"/>
                    <a:pt x="256" y="194"/>
                    <a:pt x="256" y="219"/>
                  </a:cubicBezTo>
                  <a:cubicBezTo>
                    <a:pt x="304" y="219"/>
                    <a:pt x="352" y="219"/>
                    <a:pt x="402" y="219"/>
                  </a:cubicBezTo>
                  <a:cubicBezTo>
                    <a:pt x="402" y="557"/>
                    <a:pt x="402" y="894"/>
                    <a:pt x="402" y="1242"/>
                  </a:cubicBezTo>
                  <a:cubicBezTo>
                    <a:pt x="354" y="1242"/>
                    <a:pt x="305" y="1242"/>
                    <a:pt x="256" y="1242"/>
                  </a:cubicBezTo>
                  <a:cubicBezTo>
                    <a:pt x="256" y="1266"/>
                    <a:pt x="256" y="1290"/>
                    <a:pt x="256" y="1315"/>
                  </a:cubicBezTo>
                  <a:cubicBezTo>
                    <a:pt x="304" y="1315"/>
                    <a:pt x="352" y="1315"/>
                    <a:pt x="402" y="1315"/>
                  </a:cubicBezTo>
                  <a:cubicBezTo>
                    <a:pt x="402" y="1580"/>
                    <a:pt x="402" y="1845"/>
                    <a:pt x="402" y="2119"/>
                  </a:cubicBezTo>
                  <a:cubicBezTo>
                    <a:pt x="378" y="2119"/>
                    <a:pt x="354" y="2119"/>
                    <a:pt x="329" y="2119"/>
                  </a:cubicBezTo>
                  <a:cubicBezTo>
                    <a:pt x="329" y="2094"/>
                    <a:pt x="329" y="2070"/>
                    <a:pt x="329" y="2045"/>
                  </a:cubicBezTo>
                  <a:cubicBezTo>
                    <a:pt x="281" y="2045"/>
                    <a:pt x="232" y="2045"/>
                    <a:pt x="183" y="2045"/>
                  </a:cubicBezTo>
                  <a:cubicBezTo>
                    <a:pt x="183" y="2118"/>
                    <a:pt x="183" y="2190"/>
                    <a:pt x="183" y="2265"/>
                  </a:cubicBezTo>
                  <a:cubicBezTo>
                    <a:pt x="159" y="2265"/>
                    <a:pt x="134" y="2265"/>
                    <a:pt x="110" y="2265"/>
                  </a:cubicBezTo>
                  <a:cubicBezTo>
                    <a:pt x="110" y="2313"/>
                    <a:pt x="110" y="2361"/>
                    <a:pt x="110" y="2411"/>
                  </a:cubicBezTo>
                  <a:cubicBezTo>
                    <a:pt x="73" y="2399"/>
                    <a:pt x="37" y="2387"/>
                    <a:pt x="0" y="2374"/>
                  </a:cubicBezTo>
                  <a:cubicBezTo>
                    <a:pt x="5" y="2364"/>
                    <a:pt x="10" y="2353"/>
                    <a:pt x="15" y="2342"/>
                  </a:cubicBezTo>
                  <a:cubicBezTo>
                    <a:pt x="96" y="2146"/>
                    <a:pt x="86" y="1936"/>
                    <a:pt x="88" y="1727"/>
                  </a:cubicBezTo>
                  <a:cubicBezTo>
                    <a:pt x="88" y="1671"/>
                    <a:pt x="89" y="1616"/>
                    <a:pt x="90" y="1560"/>
                  </a:cubicBezTo>
                  <a:cubicBezTo>
                    <a:pt x="92" y="1455"/>
                    <a:pt x="93" y="1350"/>
                    <a:pt x="95" y="1245"/>
                  </a:cubicBezTo>
                  <a:cubicBezTo>
                    <a:pt x="96" y="1125"/>
                    <a:pt x="98" y="1005"/>
                    <a:pt x="100" y="885"/>
                  </a:cubicBezTo>
                  <a:cubicBezTo>
                    <a:pt x="103" y="639"/>
                    <a:pt x="107" y="392"/>
                    <a:pt x="110" y="146"/>
                  </a:cubicBezTo>
                  <a:cubicBezTo>
                    <a:pt x="85" y="146"/>
                    <a:pt x="61" y="146"/>
                    <a:pt x="37" y="146"/>
                  </a:cubicBezTo>
                  <a:cubicBezTo>
                    <a:pt x="37" y="98"/>
                    <a:pt x="37" y="50"/>
                    <a:pt x="37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43" name="ICON_HARNESS_GEAR_path_007"/>
            <p:cNvSpPr/>
            <p:nvPr/>
          </p:nvSpPr>
          <p:spPr>
            <a:xfrm>
              <a:off x="4804868" y="6613638"/>
              <a:ext cx="30616" cy="5567"/>
            </a:xfrm>
            <a:custGeom>
              <a:avLst/>
              <a:gdLst/>
              <a:ahLst/>
              <a:cxnLst/>
              <a:rect l="0" t="0" r="r" b="b"/>
              <a:pathLst>
                <a:path w="2411" h="438" fill="norm" stroke="0">
                  <a:moveTo>
                    <a:pt x="0" y="0"/>
                  </a:moveTo>
                  <a:cubicBezTo>
                    <a:pt x="100" y="19"/>
                    <a:pt x="197" y="38"/>
                    <a:pt x="292" y="73"/>
                  </a:cubicBezTo>
                  <a:cubicBezTo>
                    <a:pt x="292" y="97"/>
                    <a:pt x="292" y="121"/>
                    <a:pt x="292" y="146"/>
                  </a:cubicBezTo>
                  <a:cubicBezTo>
                    <a:pt x="991" y="146"/>
                    <a:pt x="1690" y="146"/>
                    <a:pt x="2411" y="146"/>
                  </a:cubicBezTo>
                  <a:cubicBezTo>
                    <a:pt x="2411" y="194"/>
                    <a:pt x="2411" y="243"/>
                    <a:pt x="2411" y="292"/>
                  </a:cubicBezTo>
                  <a:cubicBezTo>
                    <a:pt x="2363" y="292"/>
                    <a:pt x="2314" y="292"/>
                    <a:pt x="2265" y="292"/>
                  </a:cubicBezTo>
                  <a:cubicBezTo>
                    <a:pt x="2265" y="340"/>
                    <a:pt x="2265" y="389"/>
                    <a:pt x="2265" y="438"/>
                  </a:cubicBezTo>
                  <a:cubicBezTo>
                    <a:pt x="2096" y="438"/>
                    <a:pt x="1927" y="438"/>
                    <a:pt x="1753" y="438"/>
                  </a:cubicBezTo>
                  <a:cubicBezTo>
                    <a:pt x="1753" y="390"/>
                    <a:pt x="1753" y="342"/>
                    <a:pt x="1753" y="292"/>
                  </a:cubicBezTo>
                  <a:cubicBezTo>
                    <a:pt x="1440" y="292"/>
                    <a:pt x="1126" y="292"/>
                    <a:pt x="804" y="292"/>
                  </a:cubicBezTo>
                  <a:cubicBezTo>
                    <a:pt x="804" y="340"/>
                    <a:pt x="804" y="389"/>
                    <a:pt x="804" y="438"/>
                  </a:cubicBezTo>
                  <a:cubicBezTo>
                    <a:pt x="683" y="438"/>
                    <a:pt x="562" y="438"/>
                    <a:pt x="438" y="438"/>
                  </a:cubicBezTo>
                  <a:cubicBezTo>
                    <a:pt x="438" y="390"/>
                    <a:pt x="438" y="342"/>
                    <a:pt x="438" y="292"/>
                  </a:cubicBezTo>
                  <a:cubicBezTo>
                    <a:pt x="390" y="292"/>
                    <a:pt x="342" y="292"/>
                    <a:pt x="292" y="292"/>
                  </a:cubicBezTo>
                  <a:cubicBezTo>
                    <a:pt x="292" y="268"/>
                    <a:pt x="292" y="244"/>
                    <a:pt x="292" y="219"/>
                  </a:cubicBezTo>
                  <a:cubicBezTo>
                    <a:pt x="268" y="219"/>
                    <a:pt x="244" y="219"/>
                    <a:pt x="219" y="219"/>
                  </a:cubicBezTo>
                  <a:cubicBezTo>
                    <a:pt x="219" y="195"/>
                    <a:pt x="219" y="171"/>
                    <a:pt x="219" y="146"/>
                  </a:cubicBezTo>
                  <a:cubicBezTo>
                    <a:pt x="209" y="147"/>
                    <a:pt x="199" y="148"/>
                    <a:pt x="188" y="149"/>
                  </a:cubicBezTo>
                  <a:cubicBezTo>
                    <a:pt x="149" y="151"/>
                    <a:pt x="112" y="151"/>
                    <a:pt x="73" y="146"/>
                  </a:cubicBezTo>
                  <a:cubicBezTo>
                    <a:pt x="48" y="114"/>
                    <a:pt x="48" y="114"/>
                    <a:pt x="37" y="73"/>
                  </a:cubicBezTo>
                  <a:cubicBezTo>
                    <a:pt x="25" y="49"/>
                    <a:pt x="12" y="24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44" name="ICON_HARNESS_GEAR_path_008"/>
            <p:cNvSpPr/>
            <p:nvPr/>
          </p:nvSpPr>
          <p:spPr>
            <a:xfrm>
              <a:off x="4837339" y="6593228"/>
              <a:ext cx="11133" cy="22266"/>
            </a:xfrm>
            <a:custGeom>
              <a:avLst/>
              <a:gdLst/>
              <a:ahLst/>
              <a:cxnLst/>
              <a:rect l="0" t="0" r="r" b="b"/>
              <a:pathLst>
                <a:path w="877" h="1753" fill="norm" stroke="0">
                  <a:moveTo>
                    <a:pt x="731" y="0"/>
                  </a:moveTo>
                  <a:cubicBezTo>
                    <a:pt x="779" y="0"/>
                    <a:pt x="827" y="0"/>
                    <a:pt x="877" y="0"/>
                  </a:cubicBezTo>
                  <a:cubicBezTo>
                    <a:pt x="877" y="48"/>
                    <a:pt x="877" y="96"/>
                    <a:pt x="877" y="146"/>
                  </a:cubicBezTo>
                  <a:cubicBezTo>
                    <a:pt x="804" y="146"/>
                    <a:pt x="732" y="146"/>
                    <a:pt x="657" y="146"/>
                  </a:cubicBezTo>
                  <a:cubicBezTo>
                    <a:pt x="657" y="194"/>
                    <a:pt x="657" y="243"/>
                    <a:pt x="657" y="292"/>
                  </a:cubicBezTo>
                  <a:cubicBezTo>
                    <a:pt x="682" y="292"/>
                    <a:pt x="706" y="292"/>
                    <a:pt x="731" y="292"/>
                  </a:cubicBezTo>
                  <a:cubicBezTo>
                    <a:pt x="731" y="340"/>
                    <a:pt x="731" y="389"/>
                    <a:pt x="731" y="438"/>
                  </a:cubicBezTo>
                  <a:cubicBezTo>
                    <a:pt x="682" y="438"/>
                    <a:pt x="634" y="438"/>
                    <a:pt x="584" y="438"/>
                  </a:cubicBezTo>
                  <a:cubicBezTo>
                    <a:pt x="584" y="462"/>
                    <a:pt x="584" y="487"/>
                    <a:pt x="584" y="511"/>
                  </a:cubicBezTo>
                  <a:cubicBezTo>
                    <a:pt x="560" y="511"/>
                    <a:pt x="536" y="511"/>
                    <a:pt x="511" y="511"/>
                  </a:cubicBezTo>
                  <a:cubicBezTo>
                    <a:pt x="511" y="680"/>
                    <a:pt x="511" y="849"/>
                    <a:pt x="511" y="1023"/>
                  </a:cubicBezTo>
                  <a:cubicBezTo>
                    <a:pt x="560" y="1023"/>
                    <a:pt x="608" y="1023"/>
                    <a:pt x="657" y="1023"/>
                  </a:cubicBezTo>
                  <a:cubicBezTo>
                    <a:pt x="657" y="1119"/>
                    <a:pt x="657" y="1216"/>
                    <a:pt x="657" y="1315"/>
                  </a:cubicBezTo>
                  <a:cubicBezTo>
                    <a:pt x="633" y="1315"/>
                    <a:pt x="609" y="1315"/>
                    <a:pt x="584" y="1315"/>
                  </a:cubicBezTo>
                  <a:cubicBezTo>
                    <a:pt x="584" y="1339"/>
                    <a:pt x="584" y="1363"/>
                    <a:pt x="584" y="1388"/>
                  </a:cubicBezTo>
                  <a:cubicBezTo>
                    <a:pt x="560" y="1388"/>
                    <a:pt x="536" y="1388"/>
                    <a:pt x="511" y="1388"/>
                  </a:cubicBezTo>
                  <a:cubicBezTo>
                    <a:pt x="511" y="1364"/>
                    <a:pt x="511" y="1340"/>
                    <a:pt x="511" y="1315"/>
                  </a:cubicBezTo>
                  <a:cubicBezTo>
                    <a:pt x="487" y="1315"/>
                    <a:pt x="463" y="1315"/>
                    <a:pt x="438" y="1315"/>
                  </a:cubicBezTo>
                  <a:cubicBezTo>
                    <a:pt x="438" y="1363"/>
                    <a:pt x="438" y="1411"/>
                    <a:pt x="438" y="1461"/>
                  </a:cubicBezTo>
                  <a:cubicBezTo>
                    <a:pt x="414" y="1461"/>
                    <a:pt x="390" y="1461"/>
                    <a:pt x="365" y="1461"/>
                  </a:cubicBezTo>
                  <a:cubicBezTo>
                    <a:pt x="365" y="1509"/>
                    <a:pt x="365" y="1557"/>
                    <a:pt x="365" y="1607"/>
                  </a:cubicBezTo>
                  <a:cubicBezTo>
                    <a:pt x="317" y="1607"/>
                    <a:pt x="269" y="1607"/>
                    <a:pt x="219" y="1607"/>
                  </a:cubicBezTo>
                  <a:cubicBezTo>
                    <a:pt x="219" y="1631"/>
                    <a:pt x="219" y="1655"/>
                    <a:pt x="219" y="1680"/>
                  </a:cubicBezTo>
                  <a:cubicBezTo>
                    <a:pt x="195" y="1680"/>
                    <a:pt x="171" y="1680"/>
                    <a:pt x="146" y="1680"/>
                  </a:cubicBezTo>
                  <a:cubicBezTo>
                    <a:pt x="146" y="1704"/>
                    <a:pt x="146" y="1728"/>
                    <a:pt x="146" y="1753"/>
                  </a:cubicBezTo>
                  <a:cubicBezTo>
                    <a:pt x="98" y="1753"/>
                    <a:pt x="50" y="1753"/>
                    <a:pt x="0" y="1753"/>
                  </a:cubicBezTo>
                  <a:cubicBezTo>
                    <a:pt x="10" y="1729"/>
                    <a:pt x="21" y="1704"/>
                    <a:pt x="32" y="1680"/>
                  </a:cubicBezTo>
                  <a:cubicBezTo>
                    <a:pt x="38" y="1667"/>
                    <a:pt x="44" y="1653"/>
                    <a:pt x="50" y="1639"/>
                  </a:cubicBezTo>
                  <a:cubicBezTo>
                    <a:pt x="58" y="1629"/>
                    <a:pt x="65" y="1618"/>
                    <a:pt x="73" y="1607"/>
                  </a:cubicBezTo>
                  <a:cubicBezTo>
                    <a:pt x="112" y="1603"/>
                    <a:pt x="112" y="1603"/>
                    <a:pt x="146" y="1607"/>
                  </a:cubicBezTo>
                  <a:cubicBezTo>
                    <a:pt x="146" y="1583"/>
                    <a:pt x="146" y="1559"/>
                    <a:pt x="146" y="1534"/>
                  </a:cubicBezTo>
                  <a:cubicBezTo>
                    <a:pt x="170" y="1534"/>
                    <a:pt x="194" y="1534"/>
                    <a:pt x="219" y="1534"/>
                  </a:cubicBezTo>
                  <a:cubicBezTo>
                    <a:pt x="219" y="1510"/>
                    <a:pt x="219" y="1486"/>
                    <a:pt x="219" y="1461"/>
                  </a:cubicBezTo>
                  <a:cubicBezTo>
                    <a:pt x="243" y="1461"/>
                    <a:pt x="267" y="1461"/>
                    <a:pt x="292" y="1461"/>
                  </a:cubicBezTo>
                  <a:cubicBezTo>
                    <a:pt x="304" y="1353"/>
                    <a:pt x="304" y="1353"/>
                    <a:pt x="365" y="804"/>
                  </a:cubicBezTo>
                  <a:cubicBezTo>
                    <a:pt x="389" y="804"/>
                    <a:pt x="413" y="804"/>
                    <a:pt x="438" y="804"/>
                  </a:cubicBezTo>
                  <a:cubicBezTo>
                    <a:pt x="438" y="659"/>
                    <a:pt x="438" y="514"/>
                    <a:pt x="438" y="365"/>
                  </a:cubicBezTo>
                  <a:cubicBezTo>
                    <a:pt x="462" y="365"/>
                    <a:pt x="487" y="365"/>
                    <a:pt x="511" y="365"/>
                  </a:cubicBezTo>
                  <a:cubicBezTo>
                    <a:pt x="511" y="293"/>
                    <a:pt x="511" y="221"/>
                    <a:pt x="511" y="146"/>
                  </a:cubicBezTo>
                  <a:cubicBezTo>
                    <a:pt x="535" y="146"/>
                    <a:pt x="560" y="146"/>
                    <a:pt x="584" y="146"/>
                  </a:cubicBezTo>
                  <a:cubicBezTo>
                    <a:pt x="584" y="122"/>
                    <a:pt x="584" y="98"/>
                    <a:pt x="584" y="73"/>
                  </a:cubicBezTo>
                  <a:cubicBezTo>
                    <a:pt x="633" y="73"/>
                    <a:pt x="681" y="73"/>
                    <a:pt x="731" y="73"/>
                  </a:cubicBezTo>
                  <a:cubicBezTo>
                    <a:pt x="731" y="49"/>
                    <a:pt x="731" y="25"/>
                    <a:pt x="731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45" name="ICON_HARNESS_GEAR_path_009"/>
            <p:cNvSpPr/>
            <p:nvPr/>
          </p:nvSpPr>
          <p:spPr>
            <a:xfrm>
              <a:off x="4716731" y="6500452"/>
              <a:ext cx="4639" cy="26905"/>
            </a:xfrm>
            <a:custGeom>
              <a:avLst/>
              <a:gdLst/>
              <a:ahLst/>
              <a:cxnLst/>
              <a:rect l="0" t="0" r="r" b="b"/>
              <a:pathLst>
                <a:path w="365" h="2119" fill="norm" stroke="0">
                  <a:moveTo>
                    <a:pt x="219" y="0"/>
                  </a:moveTo>
                  <a:cubicBezTo>
                    <a:pt x="267" y="0"/>
                    <a:pt x="316" y="0"/>
                    <a:pt x="365" y="0"/>
                  </a:cubicBezTo>
                  <a:cubicBezTo>
                    <a:pt x="359" y="14"/>
                    <a:pt x="353" y="28"/>
                    <a:pt x="347" y="42"/>
                  </a:cubicBezTo>
                  <a:cubicBezTo>
                    <a:pt x="319" y="128"/>
                    <a:pt x="322" y="217"/>
                    <a:pt x="321" y="306"/>
                  </a:cubicBezTo>
                  <a:cubicBezTo>
                    <a:pt x="321" y="326"/>
                    <a:pt x="321" y="346"/>
                    <a:pt x="320" y="366"/>
                  </a:cubicBezTo>
                  <a:cubicBezTo>
                    <a:pt x="319" y="419"/>
                    <a:pt x="318" y="473"/>
                    <a:pt x="318" y="526"/>
                  </a:cubicBezTo>
                  <a:cubicBezTo>
                    <a:pt x="317" y="582"/>
                    <a:pt x="316" y="638"/>
                    <a:pt x="315" y="694"/>
                  </a:cubicBezTo>
                  <a:cubicBezTo>
                    <a:pt x="313" y="800"/>
                    <a:pt x="311" y="906"/>
                    <a:pt x="310" y="1012"/>
                  </a:cubicBezTo>
                  <a:cubicBezTo>
                    <a:pt x="308" y="1133"/>
                    <a:pt x="306" y="1254"/>
                    <a:pt x="304" y="1374"/>
                  </a:cubicBezTo>
                  <a:cubicBezTo>
                    <a:pt x="300" y="1622"/>
                    <a:pt x="296" y="1870"/>
                    <a:pt x="292" y="2119"/>
                  </a:cubicBezTo>
                  <a:cubicBezTo>
                    <a:pt x="268" y="2119"/>
                    <a:pt x="244" y="2119"/>
                    <a:pt x="219" y="2119"/>
                  </a:cubicBezTo>
                  <a:cubicBezTo>
                    <a:pt x="219" y="2022"/>
                    <a:pt x="219" y="1926"/>
                    <a:pt x="219" y="1826"/>
                  </a:cubicBezTo>
                  <a:cubicBezTo>
                    <a:pt x="171" y="1826"/>
                    <a:pt x="123" y="1826"/>
                    <a:pt x="73" y="1826"/>
                  </a:cubicBezTo>
                  <a:cubicBezTo>
                    <a:pt x="73" y="1802"/>
                    <a:pt x="73" y="1778"/>
                    <a:pt x="73" y="1753"/>
                  </a:cubicBezTo>
                  <a:cubicBezTo>
                    <a:pt x="49" y="1753"/>
                    <a:pt x="25" y="1753"/>
                    <a:pt x="0" y="1753"/>
                  </a:cubicBezTo>
                  <a:cubicBezTo>
                    <a:pt x="0" y="1681"/>
                    <a:pt x="0" y="1609"/>
                    <a:pt x="0" y="1534"/>
                  </a:cubicBezTo>
                  <a:cubicBezTo>
                    <a:pt x="24" y="1534"/>
                    <a:pt x="48" y="1534"/>
                    <a:pt x="73" y="1534"/>
                  </a:cubicBezTo>
                  <a:cubicBezTo>
                    <a:pt x="73" y="1510"/>
                    <a:pt x="73" y="1486"/>
                    <a:pt x="73" y="1461"/>
                  </a:cubicBezTo>
                  <a:cubicBezTo>
                    <a:pt x="97" y="1461"/>
                    <a:pt x="121" y="1461"/>
                    <a:pt x="146" y="1461"/>
                  </a:cubicBezTo>
                  <a:cubicBezTo>
                    <a:pt x="146" y="1437"/>
                    <a:pt x="146" y="1413"/>
                    <a:pt x="146" y="1388"/>
                  </a:cubicBezTo>
                  <a:cubicBezTo>
                    <a:pt x="170" y="1388"/>
                    <a:pt x="194" y="1388"/>
                    <a:pt x="219" y="1388"/>
                  </a:cubicBezTo>
                  <a:cubicBezTo>
                    <a:pt x="219" y="1123"/>
                    <a:pt x="219" y="858"/>
                    <a:pt x="219" y="584"/>
                  </a:cubicBezTo>
                  <a:cubicBezTo>
                    <a:pt x="171" y="584"/>
                    <a:pt x="123" y="584"/>
                    <a:pt x="73" y="584"/>
                  </a:cubicBezTo>
                  <a:cubicBezTo>
                    <a:pt x="73" y="560"/>
                    <a:pt x="73" y="536"/>
                    <a:pt x="73" y="511"/>
                  </a:cubicBezTo>
                  <a:cubicBezTo>
                    <a:pt x="49" y="511"/>
                    <a:pt x="25" y="511"/>
                    <a:pt x="0" y="511"/>
                  </a:cubicBezTo>
                  <a:cubicBezTo>
                    <a:pt x="0" y="439"/>
                    <a:pt x="0" y="367"/>
                    <a:pt x="0" y="292"/>
                  </a:cubicBezTo>
                  <a:cubicBezTo>
                    <a:pt x="24" y="292"/>
                    <a:pt x="48" y="292"/>
                    <a:pt x="73" y="292"/>
                  </a:cubicBezTo>
                  <a:cubicBezTo>
                    <a:pt x="73" y="268"/>
                    <a:pt x="73" y="244"/>
                    <a:pt x="73" y="219"/>
                  </a:cubicBezTo>
                  <a:cubicBezTo>
                    <a:pt x="97" y="219"/>
                    <a:pt x="121" y="219"/>
                    <a:pt x="146" y="219"/>
                  </a:cubicBezTo>
                  <a:cubicBezTo>
                    <a:pt x="146" y="195"/>
                    <a:pt x="146" y="171"/>
                    <a:pt x="146" y="146"/>
                  </a:cubicBezTo>
                  <a:cubicBezTo>
                    <a:pt x="170" y="146"/>
                    <a:pt x="194" y="146"/>
                    <a:pt x="219" y="146"/>
                  </a:cubicBezTo>
                  <a:cubicBezTo>
                    <a:pt x="219" y="98"/>
                    <a:pt x="219" y="50"/>
                    <a:pt x="219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46" name="ICON_HARNESS_GEAR_path_010"/>
            <p:cNvSpPr/>
            <p:nvPr/>
          </p:nvSpPr>
          <p:spPr>
            <a:xfrm>
              <a:off x="4842906" y="6425303"/>
              <a:ext cx="6494" cy="12989"/>
            </a:xfrm>
            <a:custGeom>
              <a:avLst/>
              <a:gdLst/>
              <a:ahLst/>
              <a:cxnLst/>
              <a:rect l="0" t="0" r="r" b="b"/>
              <a:pathLst>
                <a:path w="511" h="1023" fill="norm" stroke="0">
                  <a:moveTo>
                    <a:pt x="0" y="0"/>
                  </a:moveTo>
                  <a:cubicBezTo>
                    <a:pt x="24" y="0"/>
                    <a:pt x="48" y="0"/>
                    <a:pt x="73" y="0"/>
                  </a:cubicBezTo>
                  <a:cubicBezTo>
                    <a:pt x="73" y="121"/>
                    <a:pt x="73" y="241"/>
                    <a:pt x="73" y="365"/>
                  </a:cubicBezTo>
                  <a:cubicBezTo>
                    <a:pt x="121" y="365"/>
                    <a:pt x="169" y="365"/>
                    <a:pt x="219" y="365"/>
                  </a:cubicBezTo>
                  <a:cubicBezTo>
                    <a:pt x="219" y="438"/>
                    <a:pt x="219" y="510"/>
                    <a:pt x="219" y="584"/>
                  </a:cubicBezTo>
                  <a:cubicBezTo>
                    <a:pt x="243" y="584"/>
                    <a:pt x="267" y="584"/>
                    <a:pt x="292" y="584"/>
                  </a:cubicBezTo>
                  <a:cubicBezTo>
                    <a:pt x="292" y="536"/>
                    <a:pt x="292" y="488"/>
                    <a:pt x="292" y="438"/>
                  </a:cubicBezTo>
                  <a:cubicBezTo>
                    <a:pt x="316" y="438"/>
                    <a:pt x="340" y="438"/>
                    <a:pt x="365" y="438"/>
                  </a:cubicBezTo>
                  <a:cubicBezTo>
                    <a:pt x="365" y="487"/>
                    <a:pt x="365" y="535"/>
                    <a:pt x="365" y="584"/>
                  </a:cubicBezTo>
                  <a:cubicBezTo>
                    <a:pt x="413" y="584"/>
                    <a:pt x="462" y="584"/>
                    <a:pt x="511" y="584"/>
                  </a:cubicBezTo>
                  <a:cubicBezTo>
                    <a:pt x="511" y="609"/>
                    <a:pt x="511" y="633"/>
                    <a:pt x="511" y="657"/>
                  </a:cubicBezTo>
                  <a:cubicBezTo>
                    <a:pt x="487" y="657"/>
                    <a:pt x="463" y="657"/>
                    <a:pt x="438" y="657"/>
                  </a:cubicBezTo>
                  <a:cubicBezTo>
                    <a:pt x="438" y="682"/>
                    <a:pt x="438" y="706"/>
                    <a:pt x="438" y="731"/>
                  </a:cubicBezTo>
                  <a:cubicBezTo>
                    <a:pt x="462" y="731"/>
                    <a:pt x="487" y="731"/>
                    <a:pt x="511" y="731"/>
                  </a:cubicBezTo>
                  <a:cubicBezTo>
                    <a:pt x="511" y="755"/>
                    <a:pt x="511" y="779"/>
                    <a:pt x="511" y="804"/>
                  </a:cubicBezTo>
                  <a:cubicBezTo>
                    <a:pt x="487" y="804"/>
                    <a:pt x="463" y="804"/>
                    <a:pt x="438" y="804"/>
                  </a:cubicBezTo>
                  <a:cubicBezTo>
                    <a:pt x="438" y="828"/>
                    <a:pt x="438" y="852"/>
                    <a:pt x="438" y="877"/>
                  </a:cubicBezTo>
                  <a:cubicBezTo>
                    <a:pt x="462" y="877"/>
                    <a:pt x="487" y="877"/>
                    <a:pt x="511" y="877"/>
                  </a:cubicBezTo>
                  <a:cubicBezTo>
                    <a:pt x="511" y="925"/>
                    <a:pt x="511" y="973"/>
                    <a:pt x="511" y="1023"/>
                  </a:cubicBezTo>
                  <a:cubicBezTo>
                    <a:pt x="463" y="1023"/>
                    <a:pt x="415" y="1023"/>
                    <a:pt x="365" y="1023"/>
                  </a:cubicBezTo>
                  <a:cubicBezTo>
                    <a:pt x="365" y="999"/>
                    <a:pt x="365" y="975"/>
                    <a:pt x="365" y="950"/>
                  </a:cubicBezTo>
                  <a:cubicBezTo>
                    <a:pt x="317" y="950"/>
                    <a:pt x="269" y="950"/>
                    <a:pt x="219" y="950"/>
                  </a:cubicBezTo>
                  <a:cubicBezTo>
                    <a:pt x="219" y="926"/>
                    <a:pt x="219" y="901"/>
                    <a:pt x="219" y="877"/>
                  </a:cubicBezTo>
                  <a:cubicBezTo>
                    <a:pt x="195" y="877"/>
                    <a:pt x="171" y="877"/>
                    <a:pt x="146" y="877"/>
                  </a:cubicBezTo>
                  <a:cubicBezTo>
                    <a:pt x="146" y="828"/>
                    <a:pt x="146" y="780"/>
                    <a:pt x="146" y="731"/>
                  </a:cubicBezTo>
                  <a:cubicBezTo>
                    <a:pt x="122" y="731"/>
                    <a:pt x="98" y="731"/>
                    <a:pt x="73" y="731"/>
                  </a:cubicBezTo>
                  <a:cubicBezTo>
                    <a:pt x="73" y="634"/>
                    <a:pt x="73" y="538"/>
                    <a:pt x="73" y="438"/>
                  </a:cubicBezTo>
                  <a:cubicBezTo>
                    <a:pt x="49" y="438"/>
                    <a:pt x="25" y="438"/>
                    <a:pt x="0" y="438"/>
                  </a:cubicBezTo>
                  <a:cubicBezTo>
                    <a:pt x="0" y="294"/>
                    <a:pt x="0" y="149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47" name="ICON_HARNESS_GEAR_path_011"/>
            <p:cNvSpPr/>
            <p:nvPr/>
          </p:nvSpPr>
          <p:spPr>
            <a:xfrm>
              <a:off x="4894860" y="6467980"/>
              <a:ext cx="5567" cy="12989"/>
            </a:xfrm>
            <a:custGeom>
              <a:avLst/>
              <a:gdLst/>
              <a:ahLst/>
              <a:cxnLst/>
              <a:rect l="0" t="0" r="r" b="b"/>
              <a:pathLst>
                <a:path w="438" h="1023" fill="norm" stroke="0">
                  <a:moveTo>
                    <a:pt x="365" y="0"/>
                  </a:moveTo>
                  <a:cubicBezTo>
                    <a:pt x="389" y="0"/>
                    <a:pt x="413" y="0"/>
                    <a:pt x="438" y="0"/>
                  </a:cubicBezTo>
                  <a:cubicBezTo>
                    <a:pt x="438" y="72"/>
                    <a:pt x="438" y="145"/>
                    <a:pt x="438" y="219"/>
                  </a:cubicBezTo>
                  <a:cubicBezTo>
                    <a:pt x="414" y="219"/>
                    <a:pt x="390" y="219"/>
                    <a:pt x="365" y="219"/>
                  </a:cubicBezTo>
                  <a:cubicBezTo>
                    <a:pt x="365" y="243"/>
                    <a:pt x="365" y="267"/>
                    <a:pt x="365" y="292"/>
                  </a:cubicBezTo>
                  <a:cubicBezTo>
                    <a:pt x="341" y="292"/>
                    <a:pt x="317" y="292"/>
                    <a:pt x="292" y="292"/>
                  </a:cubicBezTo>
                  <a:cubicBezTo>
                    <a:pt x="292" y="533"/>
                    <a:pt x="292" y="774"/>
                    <a:pt x="292" y="1023"/>
                  </a:cubicBezTo>
                  <a:cubicBezTo>
                    <a:pt x="244" y="999"/>
                    <a:pt x="196" y="975"/>
                    <a:pt x="146" y="950"/>
                  </a:cubicBezTo>
                  <a:cubicBezTo>
                    <a:pt x="139" y="892"/>
                    <a:pt x="137" y="858"/>
                    <a:pt x="146" y="804"/>
                  </a:cubicBezTo>
                  <a:cubicBezTo>
                    <a:pt x="122" y="804"/>
                    <a:pt x="98" y="804"/>
                    <a:pt x="73" y="804"/>
                  </a:cubicBezTo>
                  <a:cubicBezTo>
                    <a:pt x="73" y="755"/>
                    <a:pt x="73" y="707"/>
                    <a:pt x="73" y="657"/>
                  </a:cubicBezTo>
                  <a:cubicBezTo>
                    <a:pt x="49" y="657"/>
                    <a:pt x="25" y="657"/>
                    <a:pt x="0" y="657"/>
                  </a:cubicBezTo>
                  <a:cubicBezTo>
                    <a:pt x="0" y="609"/>
                    <a:pt x="0" y="561"/>
                    <a:pt x="0" y="511"/>
                  </a:cubicBezTo>
                  <a:cubicBezTo>
                    <a:pt x="24" y="511"/>
                    <a:pt x="48" y="511"/>
                    <a:pt x="73" y="511"/>
                  </a:cubicBezTo>
                  <a:cubicBezTo>
                    <a:pt x="73" y="463"/>
                    <a:pt x="73" y="415"/>
                    <a:pt x="73" y="365"/>
                  </a:cubicBezTo>
                  <a:cubicBezTo>
                    <a:pt x="97" y="365"/>
                    <a:pt x="121" y="365"/>
                    <a:pt x="146" y="365"/>
                  </a:cubicBezTo>
                  <a:cubicBezTo>
                    <a:pt x="146" y="341"/>
                    <a:pt x="146" y="317"/>
                    <a:pt x="146" y="292"/>
                  </a:cubicBezTo>
                  <a:cubicBezTo>
                    <a:pt x="170" y="292"/>
                    <a:pt x="194" y="292"/>
                    <a:pt x="219" y="292"/>
                  </a:cubicBezTo>
                  <a:cubicBezTo>
                    <a:pt x="219" y="244"/>
                    <a:pt x="219" y="196"/>
                    <a:pt x="219" y="146"/>
                  </a:cubicBezTo>
                  <a:cubicBezTo>
                    <a:pt x="243" y="146"/>
                    <a:pt x="267" y="146"/>
                    <a:pt x="292" y="146"/>
                  </a:cubicBezTo>
                  <a:cubicBezTo>
                    <a:pt x="313" y="114"/>
                    <a:pt x="313" y="114"/>
                    <a:pt x="329" y="73"/>
                  </a:cubicBezTo>
                  <a:cubicBezTo>
                    <a:pt x="345" y="32"/>
                    <a:pt x="345" y="32"/>
                    <a:pt x="365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48" name="ICON_HARNESS_GEAR_path_012"/>
            <p:cNvSpPr/>
            <p:nvPr/>
          </p:nvSpPr>
          <p:spPr>
            <a:xfrm>
              <a:off x="4886511" y="6577456"/>
              <a:ext cx="16700" cy="16700"/>
            </a:xfrm>
            <a:custGeom>
              <a:avLst/>
              <a:gdLst/>
              <a:ahLst/>
              <a:cxnLst/>
              <a:rect l="0" t="0" r="r" b="b"/>
              <a:pathLst>
                <a:path w="1315" h="1315" fill="norm" stroke="0">
                  <a:moveTo>
                    <a:pt x="1242" y="0"/>
                  </a:moveTo>
                  <a:cubicBezTo>
                    <a:pt x="1266" y="12"/>
                    <a:pt x="1290" y="24"/>
                    <a:pt x="1315" y="37"/>
                  </a:cubicBezTo>
                  <a:cubicBezTo>
                    <a:pt x="1292" y="67"/>
                    <a:pt x="1270" y="98"/>
                    <a:pt x="1246" y="128"/>
                  </a:cubicBezTo>
                  <a:cubicBezTo>
                    <a:pt x="1240" y="137"/>
                    <a:pt x="1234" y="145"/>
                    <a:pt x="1227" y="154"/>
                  </a:cubicBezTo>
                  <a:cubicBezTo>
                    <a:pt x="1178" y="218"/>
                    <a:pt x="1178" y="218"/>
                    <a:pt x="1127" y="225"/>
                  </a:cubicBezTo>
                  <a:cubicBezTo>
                    <a:pt x="1122" y="224"/>
                    <a:pt x="1122" y="224"/>
                    <a:pt x="1096" y="219"/>
                  </a:cubicBezTo>
                  <a:cubicBezTo>
                    <a:pt x="1096" y="243"/>
                    <a:pt x="1096" y="267"/>
                    <a:pt x="1096" y="292"/>
                  </a:cubicBezTo>
                  <a:cubicBezTo>
                    <a:pt x="1072" y="292"/>
                    <a:pt x="1048" y="292"/>
                    <a:pt x="1023" y="292"/>
                  </a:cubicBezTo>
                  <a:cubicBezTo>
                    <a:pt x="1023" y="316"/>
                    <a:pt x="1023" y="340"/>
                    <a:pt x="1023" y="365"/>
                  </a:cubicBezTo>
                  <a:cubicBezTo>
                    <a:pt x="999" y="365"/>
                    <a:pt x="975" y="365"/>
                    <a:pt x="950" y="365"/>
                  </a:cubicBezTo>
                  <a:cubicBezTo>
                    <a:pt x="950" y="389"/>
                    <a:pt x="950" y="413"/>
                    <a:pt x="950" y="438"/>
                  </a:cubicBezTo>
                  <a:cubicBezTo>
                    <a:pt x="926" y="438"/>
                    <a:pt x="901" y="438"/>
                    <a:pt x="877" y="438"/>
                  </a:cubicBezTo>
                  <a:cubicBezTo>
                    <a:pt x="877" y="462"/>
                    <a:pt x="877" y="487"/>
                    <a:pt x="877" y="511"/>
                  </a:cubicBezTo>
                  <a:cubicBezTo>
                    <a:pt x="853" y="511"/>
                    <a:pt x="828" y="511"/>
                    <a:pt x="804" y="511"/>
                  </a:cubicBezTo>
                  <a:cubicBezTo>
                    <a:pt x="804" y="535"/>
                    <a:pt x="804" y="560"/>
                    <a:pt x="804" y="584"/>
                  </a:cubicBezTo>
                  <a:cubicBezTo>
                    <a:pt x="779" y="584"/>
                    <a:pt x="755" y="584"/>
                    <a:pt x="731" y="584"/>
                  </a:cubicBezTo>
                  <a:cubicBezTo>
                    <a:pt x="733" y="595"/>
                    <a:pt x="735" y="605"/>
                    <a:pt x="737" y="616"/>
                  </a:cubicBezTo>
                  <a:cubicBezTo>
                    <a:pt x="736" y="623"/>
                    <a:pt x="736" y="623"/>
                    <a:pt x="731" y="657"/>
                  </a:cubicBezTo>
                  <a:cubicBezTo>
                    <a:pt x="707" y="672"/>
                    <a:pt x="707" y="672"/>
                    <a:pt x="677" y="687"/>
                  </a:cubicBezTo>
                  <a:cubicBezTo>
                    <a:pt x="640" y="710"/>
                    <a:pt x="624" y="723"/>
                    <a:pt x="608" y="764"/>
                  </a:cubicBezTo>
                  <a:cubicBezTo>
                    <a:pt x="602" y="803"/>
                    <a:pt x="598" y="841"/>
                    <a:pt x="596" y="881"/>
                  </a:cubicBezTo>
                  <a:cubicBezTo>
                    <a:pt x="595" y="895"/>
                    <a:pt x="593" y="908"/>
                    <a:pt x="592" y="922"/>
                  </a:cubicBezTo>
                  <a:cubicBezTo>
                    <a:pt x="589" y="956"/>
                    <a:pt x="587" y="989"/>
                    <a:pt x="584" y="1023"/>
                  </a:cubicBezTo>
                  <a:cubicBezTo>
                    <a:pt x="512" y="1023"/>
                    <a:pt x="440" y="1023"/>
                    <a:pt x="365" y="1023"/>
                  </a:cubicBezTo>
                  <a:cubicBezTo>
                    <a:pt x="365" y="1095"/>
                    <a:pt x="365" y="1167"/>
                    <a:pt x="365" y="1242"/>
                  </a:cubicBezTo>
                  <a:cubicBezTo>
                    <a:pt x="341" y="1242"/>
                    <a:pt x="317" y="1242"/>
                    <a:pt x="292" y="1242"/>
                  </a:cubicBezTo>
                  <a:cubicBezTo>
                    <a:pt x="292" y="1266"/>
                    <a:pt x="292" y="1290"/>
                    <a:pt x="292" y="1315"/>
                  </a:cubicBezTo>
                  <a:cubicBezTo>
                    <a:pt x="196" y="1315"/>
                    <a:pt x="99" y="1315"/>
                    <a:pt x="0" y="1315"/>
                  </a:cubicBezTo>
                  <a:cubicBezTo>
                    <a:pt x="50" y="1201"/>
                    <a:pt x="50" y="1201"/>
                    <a:pt x="73" y="1169"/>
                  </a:cubicBezTo>
                  <a:cubicBezTo>
                    <a:pt x="112" y="1164"/>
                    <a:pt x="112" y="1164"/>
                    <a:pt x="146" y="1169"/>
                  </a:cubicBezTo>
                  <a:cubicBezTo>
                    <a:pt x="146" y="1145"/>
                    <a:pt x="146" y="1121"/>
                    <a:pt x="146" y="1096"/>
                  </a:cubicBezTo>
                  <a:cubicBezTo>
                    <a:pt x="170" y="1096"/>
                    <a:pt x="194" y="1096"/>
                    <a:pt x="219" y="1096"/>
                  </a:cubicBezTo>
                  <a:cubicBezTo>
                    <a:pt x="219" y="1072"/>
                    <a:pt x="219" y="1048"/>
                    <a:pt x="219" y="1023"/>
                  </a:cubicBezTo>
                  <a:cubicBezTo>
                    <a:pt x="243" y="1023"/>
                    <a:pt x="267" y="1023"/>
                    <a:pt x="292" y="1023"/>
                  </a:cubicBezTo>
                  <a:cubicBezTo>
                    <a:pt x="292" y="999"/>
                    <a:pt x="292" y="975"/>
                    <a:pt x="292" y="950"/>
                  </a:cubicBezTo>
                  <a:cubicBezTo>
                    <a:pt x="316" y="950"/>
                    <a:pt x="340" y="950"/>
                    <a:pt x="365" y="950"/>
                  </a:cubicBezTo>
                  <a:cubicBezTo>
                    <a:pt x="365" y="926"/>
                    <a:pt x="365" y="901"/>
                    <a:pt x="365" y="877"/>
                  </a:cubicBezTo>
                  <a:cubicBezTo>
                    <a:pt x="377" y="878"/>
                    <a:pt x="388" y="879"/>
                    <a:pt x="400" y="880"/>
                  </a:cubicBezTo>
                  <a:cubicBezTo>
                    <a:pt x="413" y="879"/>
                    <a:pt x="425" y="878"/>
                    <a:pt x="438" y="877"/>
                  </a:cubicBezTo>
                  <a:cubicBezTo>
                    <a:pt x="456" y="851"/>
                    <a:pt x="456" y="851"/>
                    <a:pt x="469" y="814"/>
                  </a:cubicBezTo>
                  <a:cubicBezTo>
                    <a:pt x="517" y="708"/>
                    <a:pt x="596" y="636"/>
                    <a:pt x="678" y="556"/>
                  </a:cubicBezTo>
                  <a:cubicBezTo>
                    <a:pt x="695" y="540"/>
                    <a:pt x="711" y="524"/>
                    <a:pt x="727" y="508"/>
                  </a:cubicBezTo>
                  <a:cubicBezTo>
                    <a:pt x="770" y="466"/>
                    <a:pt x="812" y="424"/>
                    <a:pt x="855" y="382"/>
                  </a:cubicBezTo>
                  <a:cubicBezTo>
                    <a:pt x="899" y="339"/>
                    <a:pt x="942" y="296"/>
                    <a:pt x="986" y="253"/>
                  </a:cubicBezTo>
                  <a:cubicBezTo>
                    <a:pt x="1071" y="168"/>
                    <a:pt x="1156" y="84"/>
                    <a:pt x="1242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49" name="ICON_HARNESS_GEAR_path_013"/>
            <p:cNvSpPr/>
            <p:nvPr/>
          </p:nvSpPr>
          <p:spPr>
            <a:xfrm>
              <a:off x="4851256" y="6438292"/>
              <a:ext cx="13916" cy="5697"/>
            </a:xfrm>
            <a:custGeom>
              <a:avLst/>
              <a:gdLst/>
              <a:ahLst/>
              <a:cxnLst/>
              <a:rect l="0" t="0" r="r" b="b"/>
              <a:pathLst>
                <a:path w="1096" h="449" fill="norm" stroke="0">
                  <a:moveTo>
                    <a:pt x="0" y="0"/>
                  </a:moveTo>
                  <a:cubicBezTo>
                    <a:pt x="48" y="0"/>
                    <a:pt x="96" y="0"/>
                    <a:pt x="146" y="0"/>
                  </a:cubicBezTo>
                  <a:cubicBezTo>
                    <a:pt x="146" y="24"/>
                    <a:pt x="146" y="48"/>
                    <a:pt x="146" y="73"/>
                  </a:cubicBezTo>
                  <a:cubicBezTo>
                    <a:pt x="218" y="73"/>
                    <a:pt x="291" y="73"/>
                    <a:pt x="365" y="73"/>
                  </a:cubicBezTo>
                  <a:cubicBezTo>
                    <a:pt x="365" y="97"/>
                    <a:pt x="365" y="121"/>
                    <a:pt x="365" y="146"/>
                  </a:cubicBezTo>
                  <a:cubicBezTo>
                    <a:pt x="413" y="146"/>
                    <a:pt x="462" y="146"/>
                    <a:pt x="511" y="146"/>
                  </a:cubicBezTo>
                  <a:cubicBezTo>
                    <a:pt x="511" y="170"/>
                    <a:pt x="511" y="194"/>
                    <a:pt x="511" y="219"/>
                  </a:cubicBezTo>
                  <a:cubicBezTo>
                    <a:pt x="535" y="219"/>
                    <a:pt x="560" y="219"/>
                    <a:pt x="584" y="219"/>
                  </a:cubicBezTo>
                  <a:cubicBezTo>
                    <a:pt x="584" y="195"/>
                    <a:pt x="584" y="171"/>
                    <a:pt x="584" y="146"/>
                  </a:cubicBezTo>
                  <a:cubicBezTo>
                    <a:pt x="657" y="146"/>
                    <a:pt x="729" y="146"/>
                    <a:pt x="804" y="146"/>
                  </a:cubicBezTo>
                  <a:cubicBezTo>
                    <a:pt x="804" y="170"/>
                    <a:pt x="804" y="194"/>
                    <a:pt x="804" y="219"/>
                  </a:cubicBezTo>
                  <a:cubicBezTo>
                    <a:pt x="828" y="219"/>
                    <a:pt x="852" y="219"/>
                    <a:pt x="877" y="219"/>
                  </a:cubicBezTo>
                  <a:cubicBezTo>
                    <a:pt x="877" y="195"/>
                    <a:pt x="877" y="171"/>
                    <a:pt x="877" y="146"/>
                  </a:cubicBezTo>
                  <a:cubicBezTo>
                    <a:pt x="925" y="146"/>
                    <a:pt x="973" y="146"/>
                    <a:pt x="1023" y="146"/>
                  </a:cubicBezTo>
                  <a:cubicBezTo>
                    <a:pt x="1023" y="194"/>
                    <a:pt x="1023" y="243"/>
                    <a:pt x="1023" y="292"/>
                  </a:cubicBezTo>
                  <a:cubicBezTo>
                    <a:pt x="1047" y="292"/>
                    <a:pt x="1071" y="292"/>
                    <a:pt x="1096" y="292"/>
                  </a:cubicBezTo>
                  <a:cubicBezTo>
                    <a:pt x="1096" y="340"/>
                    <a:pt x="1096" y="389"/>
                    <a:pt x="1096" y="438"/>
                  </a:cubicBezTo>
                  <a:cubicBezTo>
                    <a:pt x="934" y="449"/>
                    <a:pt x="808" y="425"/>
                    <a:pt x="657" y="365"/>
                  </a:cubicBezTo>
                  <a:cubicBezTo>
                    <a:pt x="657" y="341"/>
                    <a:pt x="657" y="317"/>
                    <a:pt x="657" y="292"/>
                  </a:cubicBezTo>
                  <a:cubicBezTo>
                    <a:pt x="651" y="293"/>
                    <a:pt x="651" y="293"/>
                    <a:pt x="616" y="296"/>
                  </a:cubicBezTo>
                  <a:cubicBezTo>
                    <a:pt x="486" y="304"/>
                    <a:pt x="412" y="287"/>
                    <a:pt x="303" y="211"/>
                  </a:cubicBezTo>
                  <a:cubicBezTo>
                    <a:pt x="244" y="172"/>
                    <a:pt x="177" y="155"/>
                    <a:pt x="108" y="140"/>
                  </a:cubicBezTo>
                  <a:cubicBezTo>
                    <a:pt x="82" y="132"/>
                    <a:pt x="82" y="132"/>
                    <a:pt x="37" y="110"/>
                  </a:cubicBezTo>
                  <a:cubicBezTo>
                    <a:pt x="17" y="73"/>
                    <a:pt x="9" y="41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50" name="ICON_HARNESS_GEAR_path_014"/>
            <p:cNvSpPr/>
            <p:nvPr/>
          </p:nvSpPr>
          <p:spPr>
            <a:xfrm>
              <a:off x="4900427" y="6487463"/>
              <a:ext cx="7422" cy="7422"/>
            </a:xfrm>
            <a:custGeom>
              <a:avLst/>
              <a:gdLst/>
              <a:ahLst/>
              <a:cxnLst/>
              <a:rect l="0" t="0" r="r" b="b"/>
              <a:pathLst>
                <a:path w="584" h="584" fill="norm" stroke="0">
                  <a:moveTo>
                    <a:pt x="0" y="0"/>
                  </a:moveTo>
                  <a:cubicBezTo>
                    <a:pt x="24" y="0"/>
                    <a:pt x="48" y="0"/>
                    <a:pt x="73" y="0"/>
                  </a:cubicBezTo>
                  <a:cubicBezTo>
                    <a:pt x="73" y="24"/>
                    <a:pt x="73" y="48"/>
                    <a:pt x="73" y="73"/>
                  </a:cubicBezTo>
                  <a:cubicBezTo>
                    <a:pt x="97" y="73"/>
                    <a:pt x="121" y="73"/>
                    <a:pt x="146" y="73"/>
                  </a:cubicBezTo>
                  <a:cubicBezTo>
                    <a:pt x="146" y="97"/>
                    <a:pt x="146" y="121"/>
                    <a:pt x="146" y="146"/>
                  </a:cubicBezTo>
                  <a:cubicBezTo>
                    <a:pt x="194" y="146"/>
                    <a:pt x="243" y="146"/>
                    <a:pt x="292" y="146"/>
                  </a:cubicBezTo>
                  <a:cubicBezTo>
                    <a:pt x="292" y="122"/>
                    <a:pt x="292" y="98"/>
                    <a:pt x="292" y="73"/>
                  </a:cubicBezTo>
                  <a:cubicBezTo>
                    <a:pt x="316" y="73"/>
                    <a:pt x="340" y="73"/>
                    <a:pt x="365" y="73"/>
                  </a:cubicBezTo>
                  <a:cubicBezTo>
                    <a:pt x="365" y="97"/>
                    <a:pt x="365" y="121"/>
                    <a:pt x="365" y="146"/>
                  </a:cubicBezTo>
                  <a:cubicBezTo>
                    <a:pt x="389" y="146"/>
                    <a:pt x="413" y="146"/>
                    <a:pt x="438" y="146"/>
                  </a:cubicBezTo>
                  <a:cubicBezTo>
                    <a:pt x="438" y="194"/>
                    <a:pt x="438" y="243"/>
                    <a:pt x="438" y="292"/>
                  </a:cubicBezTo>
                  <a:cubicBezTo>
                    <a:pt x="462" y="292"/>
                    <a:pt x="487" y="292"/>
                    <a:pt x="511" y="292"/>
                  </a:cubicBezTo>
                  <a:cubicBezTo>
                    <a:pt x="511" y="316"/>
                    <a:pt x="511" y="340"/>
                    <a:pt x="511" y="365"/>
                  </a:cubicBezTo>
                  <a:cubicBezTo>
                    <a:pt x="487" y="365"/>
                    <a:pt x="463" y="365"/>
                    <a:pt x="438" y="365"/>
                  </a:cubicBezTo>
                  <a:cubicBezTo>
                    <a:pt x="438" y="389"/>
                    <a:pt x="438" y="413"/>
                    <a:pt x="438" y="438"/>
                  </a:cubicBezTo>
                  <a:cubicBezTo>
                    <a:pt x="487" y="438"/>
                    <a:pt x="535" y="438"/>
                    <a:pt x="584" y="438"/>
                  </a:cubicBezTo>
                  <a:cubicBezTo>
                    <a:pt x="584" y="487"/>
                    <a:pt x="584" y="535"/>
                    <a:pt x="584" y="584"/>
                  </a:cubicBezTo>
                  <a:cubicBezTo>
                    <a:pt x="536" y="584"/>
                    <a:pt x="488" y="584"/>
                    <a:pt x="438" y="584"/>
                  </a:cubicBezTo>
                  <a:cubicBezTo>
                    <a:pt x="438" y="560"/>
                    <a:pt x="438" y="536"/>
                    <a:pt x="438" y="511"/>
                  </a:cubicBezTo>
                  <a:cubicBezTo>
                    <a:pt x="366" y="511"/>
                    <a:pt x="294" y="511"/>
                    <a:pt x="219" y="511"/>
                  </a:cubicBezTo>
                  <a:cubicBezTo>
                    <a:pt x="219" y="487"/>
                    <a:pt x="219" y="463"/>
                    <a:pt x="219" y="438"/>
                  </a:cubicBezTo>
                  <a:cubicBezTo>
                    <a:pt x="195" y="438"/>
                    <a:pt x="171" y="438"/>
                    <a:pt x="146" y="438"/>
                  </a:cubicBezTo>
                  <a:cubicBezTo>
                    <a:pt x="146" y="414"/>
                    <a:pt x="146" y="390"/>
                    <a:pt x="146" y="365"/>
                  </a:cubicBezTo>
                  <a:cubicBezTo>
                    <a:pt x="122" y="365"/>
                    <a:pt x="98" y="365"/>
                    <a:pt x="73" y="365"/>
                  </a:cubicBezTo>
                  <a:cubicBezTo>
                    <a:pt x="73" y="293"/>
                    <a:pt x="73" y="221"/>
                    <a:pt x="73" y="146"/>
                  </a:cubicBezTo>
                  <a:cubicBezTo>
                    <a:pt x="49" y="146"/>
                    <a:pt x="25" y="146"/>
                    <a:pt x="0" y="146"/>
                  </a:cubicBezTo>
                  <a:cubicBezTo>
                    <a:pt x="0" y="98"/>
                    <a:pt x="0" y="50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51" name="ICON_HARNESS_GEAR_path_015"/>
            <p:cNvSpPr/>
            <p:nvPr/>
          </p:nvSpPr>
          <p:spPr>
            <a:xfrm>
              <a:off x="4809506" y="6414170"/>
              <a:ext cx="26905" cy="1856"/>
            </a:xfrm>
            <a:custGeom>
              <a:avLst/>
              <a:gdLst/>
              <a:ahLst/>
              <a:cxnLst/>
              <a:rect l="0" t="0" r="r" b="b"/>
              <a:pathLst>
                <a:path w="2119" h="146" fill="norm" stroke="0">
                  <a:moveTo>
                    <a:pt x="438" y="0"/>
                  </a:moveTo>
                  <a:cubicBezTo>
                    <a:pt x="462" y="0"/>
                    <a:pt x="487" y="0"/>
                    <a:pt x="511" y="0"/>
                  </a:cubicBezTo>
                  <a:cubicBezTo>
                    <a:pt x="511" y="24"/>
                    <a:pt x="511" y="48"/>
                    <a:pt x="511" y="73"/>
                  </a:cubicBezTo>
                  <a:cubicBezTo>
                    <a:pt x="1042" y="73"/>
                    <a:pt x="1572" y="73"/>
                    <a:pt x="2119" y="73"/>
                  </a:cubicBezTo>
                  <a:cubicBezTo>
                    <a:pt x="2119" y="97"/>
                    <a:pt x="2119" y="121"/>
                    <a:pt x="2119" y="146"/>
                  </a:cubicBezTo>
                  <a:cubicBezTo>
                    <a:pt x="1419" y="146"/>
                    <a:pt x="720" y="146"/>
                    <a:pt x="0" y="146"/>
                  </a:cubicBezTo>
                  <a:cubicBezTo>
                    <a:pt x="12" y="122"/>
                    <a:pt x="24" y="98"/>
                    <a:pt x="37" y="73"/>
                  </a:cubicBezTo>
                  <a:cubicBezTo>
                    <a:pt x="78" y="65"/>
                    <a:pt x="78" y="65"/>
                    <a:pt x="128" y="66"/>
                  </a:cubicBezTo>
                  <a:cubicBezTo>
                    <a:pt x="137" y="66"/>
                    <a:pt x="137" y="66"/>
                    <a:pt x="183" y="67"/>
                  </a:cubicBezTo>
                  <a:cubicBezTo>
                    <a:pt x="202" y="67"/>
                    <a:pt x="221" y="68"/>
                    <a:pt x="240" y="68"/>
                  </a:cubicBezTo>
                  <a:cubicBezTo>
                    <a:pt x="259" y="69"/>
                    <a:pt x="278" y="69"/>
                    <a:pt x="297" y="69"/>
                  </a:cubicBezTo>
                  <a:cubicBezTo>
                    <a:pt x="344" y="70"/>
                    <a:pt x="391" y="72"/>
                    <a:pt x="438" y="73"/>
                  </a:cubicBezTo>
                  <a:cubicBezTo>
                    <a:pt x="438" y="49"/>
                    <a:pt x="438" y="25"/>
                    <a:pt x="438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52" name="ICON_HARNESS_GEAR_path_016"/>
            <p:cNvSpPr/>
            <p:nvPr/>
          </p:nvSpPr>
          <p:spPr>
            <a:xfrm>
              <a:off x="4901355" y="6565395"/>
              <a:ext cx="5567" cy="10205"/>
            </a:xfrm>
            <a:custGeom>
              <a:avLst/>
              <a:gdLst/>
              <a:ahLst/>
              <a:cxnLst/>
              <a:rect l="0" t="0" r="r" b="b"/>
              <a:pathLst>
                <a:path w="438" h="804" fill="norm" stroke="0">
                  <a:moveTo>
                    <a:pt x="0" y="0"/>
                  </a:moveTo>
                  <a:cubicBezTo>
                    <a:pt x="24" y="0"/>
                    <a:pt x="48" y="0"/>
                    <a:pt x="73" y="0"/>
                  </a:cubicBezTo>
                  <a:cubicBezTo>
                    <a:pt x="73" y="24"/>
                    <a:pt x="73" y="48"/>
                    <a:pt x="73" y="73"/>
                  </a:cubicBezTo>
                  <a:cubicBezTo>
                    <a:pt x="145" y="73"/>
                    <a:pt x="218" y="73"/>
                    <a:pt x="292" y="73"/>
                  </a:cubicBezTo>
                  <a:cubicBezTo>
                    <a:pt x="292" y="121"/>
                    <a:pt x="292" y="169"/>
                    <a:pt x="292" y="219"/>
                  </a:cubicBezTo>
                  <a:cubicBezTo>
                    <a:pt x="316" y="219"/>
                    <a:pt x="340" y="219"/>
                    <a:pt x="365" y="219"/>
                  </a:cubicBezTo>
                  <a:cubicBezTo>
                    <a:pt x="365" y="243"/>
                    <a:pt x="365" y="267"/>
                    <a:pt x="365" y="292"/>
                  </a:cubicBezTo>
                  <a:cubicBezTo>
                    <a:pt x="389" y="292"/>
                    <a:pt x="413" y="292"/>
                    <a:pt x="438" y="292"/>
                  </a:cubicBezTo>
                  <a:cubicBezTo>
                    <a:pt x="438" y="340"/>
                    <a:pt x="438" y="389"/>
                    <a:pt x="438" y="438"/>
                  </a:cubicBezTo>
                  <a:cubicBezTo>
                    <a:pt x="414" y="438"/>
                    <a:pt x="390" y="438"/>
                    <a:pt x="365" y="438"/>
                  </a:cubicBezTo>
                  <a:cubicBezTo>
                    <a:pt x="365" y="559"/>
                    <a:pt x="365" y="679"/>
                    <a:pt x="365" y="804"/>
                  </a:cubicBezTo>
                  <a:cubicBezTo>
                    <a:pt x="341" y="804"/>
                    <a:pt x="317" y="804"/>
                    <a:pt x="292" y="804"/>
                  </a:cubicBezTo>
                  <a:cubicBezTo>
                    <a:pt x="292" y="779"/>
                    <a:pt x="292" y="755"/>
                    <a:pt x="292" y="731"/>
                  </a:cubicBezTo>
                  <a:cubicBezTo>
                    <a:pt x="268" y="731"/>
                    <a:pt x="244" y="731"/>
                    <a:pt x="219" y="731"/>
                  </a:cubicBezTo>
                  <a:cubicBezTo>
                    <a:pt x="219" y="610"/>
                    <a:pt x="219" y="489"/>
                    <a:pt x="219" y="365"/>
                  </a:cubicBezTo>
                  <a:cubicBezTo>
                    <a:pt x="195" y="365"/>
                    <a:pt x="171" y="365"/>
                    <a:pt x="146" y="365"/>
                  </a:cubicBezTo>
                  <a:cubicBezTo>
                    <a:pt x="146" y="317"/>
                    <a:pt x="146" y="269"/>
                    <a:pt x="146" y="219"/>
                  </a:cubicBezTo>
                  <a:cubicBezTo>
                    <a:pt x="122" y="219"/>
                    <a:pt x="98" y="219"/>
                    <a:pt x="73" y="219"/>
                  </a:cubicBezTo>
                  <a:cubicBezTo>
                    <a:pt x="73" y="195"/>
                    <a:pt x="73" y="171"/>
                    <a:pt x="73" y="146"/>
                  </a:cubicBezTo>
                  <a:cubicBezTo>
                    <a:pt x="49" y="146"/>
                    <a:pt x="25" y="146"/>
                    <a:pt x="0" y="146"/>
                  </a:cubicBezTo>
                  <a:cubicBezTo>
                    <a:pt x="0" y="98"/>
                    <a:pt x="0" y="50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53" name="ICON_HARNESS_GEAR_path_017"/>
            <p:cNvSpPr/>
            <p:nvPr/>
          </p:nvSpPr>
          <p:spPr>
            <a:xfrm>
              <a:off x="4725080" y="6534779"/>
              <a:ext cx="11133" cy="3711"/>
            </a:xfrm>
            <a:custGeom>
              <a:avLst/>
              <a:gdLst/>
              <a:ahLst/>
              <a:cxnLst/>
              <a:rect l="0" t="0" r="r" b="b"/>
              <a:pathLst>
                <a:path w="877" h="292" fill="norm" stroke="0">
                  <a:moveTo>
                    <a:pt x="0" y="0"/>
                  </a:moveTo>
                  <a:cubicBezTo>
                    <a:pt x="48" y="0"/>
                    <a:pt x="96" y="0"/>
                    <a:pt x="146" y="0"/>
                  </a:cubicBezTo>
                  <a:cubicBezTo>
                    <a:pt x="146" y="24"/>
                    <a:pt x="146" y="48"/>
                    <a:pt x="146" y="73"/>
                  </a:cubicBezTo>
                  <a:cubicBezTo>
                    <a:pt x="157" y="73"/>
                    <a:pt x="168" y="73"/>
                    <a:pt x="179" y="72"/>
                  </a:cubicBezTo>
                  <a:cubicBezTo>
                    <a:pt x="228" y="72"/>
                    <a:pt x="277" y="71"/>
                    <a:pt x="326" y="71"/>
                  </a:cubicBezTo>
                  <a:cubicBezTo>
                    <a:pt x="344" y="70"/>
                    <a:pt x="361" y="70"/>
                    <a:pt x="378" y="70"/>
                  </a:cubicBezTo>
                  <a:cubicBezTo>
                    <a:pt x="395" y="70"/>
                    <a:pt x="411" y="70"/>
                    <a:pt x="428" y="69"/>
                  </a:cubicBezTo>
                  <a:cubicBezTo>
                    <a:pt x="443" y="69"/>
                    <a:pt x="458" y="69"/>
                    <a:pt x="474" y="69"/>
                  </a:cubicBezTo>
                  <a:cubicBezTo>
                    <a:pt x="511" y="73"/>
                    <a:pt x="511" y="73"/>
                    <a:pt x="548" y="110"/>
                  </a:cubicBezTo>
                  <a:cubicBezTo>
                    <a:pt x="582" y="117"/>
                    <a:pt x="582" y="117"/>
                    <a:pt x="623" y="121"/>
                  </a:cubicBezTo>
                  <a:cubicBezTo>
                    <a:pt x="638" y="123"/>
                    <a:pt x="653" y="124"/>
                    <a:pt x="668" y="126"/>
                  </a:cubicBezTo>
                  <a:cubicBezTo>
                    <a:pt x="683" y="127"/>
                    <a:pt x="699" y="129"/>
                    <a:pt x="715" y="130"/>
                  </a:cubicBezTo>
                  <a:cubicBezTo>
                    <a:pt x="730" y="132"/>
                    <a:pt x="746" y="133"/>
                    <a:pt x="762" y="135"/>
                  </a:cubicBezTo>
                  <a:cubicBezTo>
                    <a:pt x="800" y="139"/>
                    <a:pt x="838" y="142"/>
                    <a:pt x="877" y="146"/>
                  </a:cubicBezTo>
                  <a:cubicBezTo>
                    <a:pt x="877" y="194"/>
                    <a:pt x="877" y="243"/>
                    <a:pt x="877" y="292"/>
                  </a:cubicBezTo>
                  <a:cubicBezTo>
                    <a:pt x="780" y="292"/>
                    <a:pt x="684" y="292"/>
                    <a:pt x="584" y="292"/>
                  </a:cubicBezTo>
                  <a:cubicBezTo>
                    <a:pt x="584" y="268"/>
                    <a:pt x="584" y="244"/>
                    <a:pt x="584" y="219"/>
                  </a:cubicBezTo>
                  <a:cubicBezTo>
                    <a:pt x="488" y="219"/>
                    <a:pt x="392" y="219"/>
                    <a:pt x="292" y="219"/>
                  </a:cubicBezTo>
                  <a:cubicBezTo>
                    <a:pt x="292" y="243"/>
                    <a:pt x="292" y="267"/>
                    <a:pt x="292" y="292"/>
                  </a:cubicBezTo>
                  <a:cubicBezTo>
                    <a:pt x="244" y="292"/>
                    <a:pt x="196" y="292"/>
                    <a:pt x="146" y="292"/>
                  </a:cubicBezTo>
                  <a:cubicBezTo>
                    <a:pt x="146" y="244"/>
                    <a:pt x="146" y="196"/>
                    <a:pt x="146" y="146"/>
                  </a:cubicBezTo>
                  <a:cubicBezTo>
                    <a:pt x="98" y="146"/>
                    <a:pt x="50" y="146"/>
                    <a:pt x="0" y="146"/>
                  </a:cubicBezTo>
                  <a:cubicBezTo>
                    <a:pt x="0" y="98"/>
                    <a:pt x="0" y="50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54" name="ICON_HARNESS_GEAR_path_018"/>
            <p:cNvSpPr/>
            <p:nvPr/>
          </p:nvSpPr>
          <p:spPr>
            <a:xfrm>
              <a:off x="4902282" y="6536634"/>
              <a:ext cx="8350" cy="5567"/>
            </a:xfrm>
            <a:custGeom>
              <a:avLst/>
              <a:gdLst/>
              <a:ahLst/>
              <a:cxnLst/>
              <a:rect l="0" t="0" r="r" b="b"/>
              <a:pathLst>
                <a:path w="657" h="438" fill="norm" stroke="0">
                  <a:moveTo>
                    <a:pt x="438" y="0"/>
                  </a:moveTo>
                  <a:cubicBezTo>
                    <a:pt x="487" y="0"/>
                    <a:pt x="535" y="0"/>
                    <a:pt x="584" y="0"/>
                  </a:cubicBezTo>
                  <a:cubicBezTo>
                    <a:pt x="584" y="24"/>
                    <a:pt x="584" y="48"/>
                    <a:pt x="584" y="73"/>
                  </a:cubicBezTo>
                  <a:cubicBezTo>
                    <a:pt x="609" y="73"/>
                    <a:pt x="633" y="73"/>
                    <a:pt x="657" y="73"/>
                  </a:cubicBezTo>
                  <a:cubicBezTo>
                    <a:pt x="657" y="97"/>
                    <a:pt x="657" y="121"/>
                    <a:pt x="657" y="146"/>
                  </a:cubicBezTo>
                  <a:cubicBezTo>
                    <a:pt x="609" y="146"/>
                    <a:pt x="561" y="146"/>
                    <a:pt x="511" y="146"/>
                  </a:cubicBezTo>
                  <a:cubicBezTo>
                    <a:pt x="511" y="194"/>
                    <a:pt x="511" y="243"/>
                    <a:pt x="511" y="292"/>
                  </a:cubicBezTo>
                  <a:cubicBezTo>
                    <a:pt x="463" y="292"/>
                    <a:pt x="415" y="292"/>
                    <a:pt x="365" y="292"/>
                  </a:cubicBezTo>
                  <a:cubicBezTo>
                    <a:pt x="365" y="316"/>
                    <a:pt x="365" y="340"/>
                    <a:pt x="365" y="365"/>
                  </a:cubicBezTo>
                  <a:cubicBezTo>
                    <a:pt x="341" y="365"/>
                    <a:pt x="317" y="365"/>
                    <a:pt x="292" y="365"/>
                  </a:cubicBezTo>
                  <a:cubicBezTo>
                    <a:pt x="292" y="389"/>
                    <a:pt x="292" y="413"/>
                    <a:pt x="292" y="438"/>
                  </a:cubicBezTo>
                  <a:cubicBezTo>
                    <a:pt x="244" y="438"/>
                    <a:pt x="196" y="438"/>
                    <a:pt x="146" y="438"/>
                  </a:cubicBezTo>
                  <a:cubicBezTo>
                    <a:pt x="146" y="390"/>
                    <a:pt x="146" y="342"/>
                    <a:pt x="146" y="292"/>
                  </a:cubicBezTo>
                  <a:cubicBezTo>
                    <a:pt x="170" y="292"/>
                    <a:pt x="194" y="292"/>
                    <a:pt x="219" y="292"/>
                  </a:cubicBezTo>
                  <a:cubicBezTo>
                    <a:pt x="219" y="244"/>
                    <a:pt x="219" y="196"/>
                    <a:pt x="219" y="146"/>
                  </a:cubicBezTo>
                  <a:cubicBezTo>
                    <a:pt x="147" y="182"/>
                    <a:pt x="75" y="218"/>
                    <a:pt x="0" y="256"/>
                  </a:cubicBezTo>
                  <a:cubicBezTo>
                    <a:pt x="0" y="220"/>
                    <a:pt x="0" y="183"/>
                    <a:pt x="0" y="146"/>
                  </a:cubicBezTo>
                  <a:cubicBezTo>
                    <a:pt x="24" y="146"/>
                    <a:pt x="48" y="146"/>
                    <a:pt x="73" y="146"/>
                  </a:cubicBezTo>
                  <a:cubicBezTo>
                    <a:pt x="73" y="122"/>
                    <a:pt x="73" y="98"/>
                    <a:pt x="73" y="73"/>
                  </a:cubicBezTo>
                  <a:cubicBezTo>
                    <a:pt x="194" y="73"/>
                    <a:pt x="314" y="73"/>
                    <a:pt x="438" y="73"/>
                  </a:cubicBezTo>
                  <a:cubicBezTo>
                    <a:pt x="438" y="49"/>
                    <a:pt x="438" y="25"/>
                    <a:pt x="438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55" name="ICON_HARNESS_GEAR_path_019"/>
            <p:cNvSpPr/>
            <p:nvPr/>
          </p:nvSpPr>
          <p:spPr>
            <a:xfrm>
              <a:off x="4758480" y="6594983"/>
              <a:ext cx="12061" cy="3811"/>
            </a:xfrm>
            <a:custGeom>
              <a:avLst/>
              <a:gdLst/>
              <a:ahLst/>
              <a:cxnLst/>
              <a:rect l="0" t="0" r="r" b="b"/>
              <a:pathLst>
                <a:path w="950" h="300" fill="norm" stroke="0">
                  <a:moveTo>
                    <a:pt x="0" y="8"/>
                  </a:moveTo>
                  <a:cubicBezTo>
                    <a:pt x="48" y="8"/>
                    <a:pt x="96" y="8"/>
                    <a:pt x="146" y="8"/>
                  </a:cubicBezTo>
                  <a:cubicBezTo>
                    <a:pt x="146" y="32"/>
                    <a:pt x="146" y="56"/>
                    <a:pt x="146" y="81"/>
                  </a:cubicBezTo>
                  <a:cubicBezTo>
                    <a:pt x="194" y="81"/>
                    <a:pt x="243" y="81"/>
                    <a:pt x="292" y="81"/>
                  </a:cubicBezTo>
                  <a:cubicBezTo>
                    <a:pt x="292" y="105"/>
                    <a:pt x="292" y="129"/>
                    <a:pt x="292" y="154"/>
                  </a:cubicBezTo>
                  <a:cubicBezTo>
                    <a:pt x="413" y="154"/>
                    <a:pt x="533" y="154"/>
                    <a:pt x="657" y="154"/>
                  </a:cubicBezTo>
                  <a:cubicBezTo>
                    <a:pt x="657" y="130"/>
                    <a:pt x="657" y="106"/>
                    <a:pt x="657" y="81"/>
                  </a:cubicBezTo>
                  <a:cubicBezTo>
                    <a:pt x="734" y="15"/>
                    <a:pt x="825" y="0"/>
                    <a:pt x="923" y="5"/>
                  </a:cubicBezTo>
                  <a:cubicBezTo>
                    <a:pt x="927" y="6"/>
                    <a:pt x="927" y="6"/>
                    <a:pt x="950" y="8"/>
                  </a:cubicBezTo>
                  <a:cubicBezTo>
                    <a:pt x="938" y="32"/>
                    <a:pt x="925" y="57"/>
                    <a:pt x="913" y="81"/>
                  </a:cubicBezTo>
                  <a:cubicBezTo>
                    <a:pt x="909" y="94"/>
                    <a:pt x="906" y="108"/>
                    <a:pt x="902" y="122"/>
                  </a:cubicBezTo>
                  <a:cubicBezTo>
                    <a:pt x="877" y="154"/>
                    <a:pt x="877" y="154"/>
                    <a:pt x="842" y="159"/>
                  </a:cubicBezTo>
                  <a:cubicBezTo>
                    <a:pt x="804" y="159"/>
                    <a:pt x="768" y="157"/>
                    <a:pt x="731" y="154"/>
                  </a:cubicBezTo>
                  <a:cubicBezTo>
                    <a:pt x="731" y="178"/>
                    <a:pt x="731" y="202"/>
                    <a:pt x="731" y="227"/>
                  </a:cubicBezTo>
                  <a:cubicBezTo>
                    <a:pt x="706" y="227"/>
                    <a:pt x="682" y="227"/>
                    <a:pt x="657" y="227"/>
                  </a:cubicBezTo>
                  <a:cubicBezTo>
                    <a:pt x="657" y="251"/>
                    <a:pt x="657" y="275"/>
                    <a:pt x="657" y="300"/>
                  </a:cubicBezTo>
                  <a:cubicBezTo>
                    <a:pt x="537" y="300"/>
                    <a:pt x="416" y="300"/>
                    <a:pt x="292" y="300"/>
                  </a:cubicBezTo>
                  <a:cubicBezTo>
                    <a:pt x="292" y="276"/>
                    <a:pt x="292" y="252"/>
                    <a:pt x="292" y="227"/>
                  </a:cubicBezTo>
                  <a:cubicBezTo>
                    <a:pt x="244" y="227"/>
                    <a:pt x="196" y="227"/>
                    <a:pt x="146" y="227"/>
                  </a:cubicBezTo>
                  <a:cubicBezTo>
                    <a:pt x="146" y="203"/>
                    <a:pt x="146" y="179"/>
                    <a:pt x="146" y="154"/>
                  </a:cubicBezTo>
                  <a:cubicBezTo>
                    <a:pt x="140" y="155"/>
                    <a:pt x="140" y="155"/>
                    <a:pt x="112" y="159"/>
                  </a:cubicBezTo>
                  <a:cubicBezTo>
                    <a:pt x="99" y="157"/>
                    <a:pt x="86" y="156"/>
                    <a:pt x="73" y="154"/>
                  </a:cubicBezTo>
                  <a:cubicBezTo>
                    <a:pt x="53" y="122"/>
                    <a:pt x="53" y="122"/>
                    <a:pt x="37" y="81"/>
                  </a:cubicBezTo>
                  <a:cubicBezTo>
                    <a:pt x="30" y="67"/>
                    <a:pt x="23" y="54"/>
                    <a:pt x="16" y="40"/>
                  </a:cubicBezTo>
                  <a:cubicBezTo>
                    <a:pt x="11" y="29"/>
                    <a:pt x="5" y="19"/>
                    <a:pt x="0" y="8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56" name="ICON_HARNESS_GEAR_path_020"/>
            <p:cNvSpPr/>
            <p:nvPr/>
          </p:nvSpPr>
          <p:spPr>
            <a:xfrm>
              <a:off x="4902282" y="6454991"/>
              <a:ext cx="3711" cy="10205"/>
            </a:xfrm>
            <a:custGeom>
              <a:avLst/>
              <a:gdLst/>
              <a:ahLst/>
              <a:cxnLst/>
              <a:rect l="0" t="0" r="r" b="b"/>
              <a:pathLst>
                <a:path w="292" h="804" fill="norm" stroke="0">
                  <a:moveTo>
                    <a:pt x="146" y="0"/>
                  </a:moveTo>
                  <a:cubicBezTo>
                    <a:pt x="194" y="0"/>
                    <a:pt x="243" y="0"/>
                    <a:pt x="292" y="0"/>
                  </a:cubicBezTo>
                  <a:cubicBezTo>
                    <a:pt x="292" y="217"/>
                    <a:pt x="292" y="434"/>
                    <a:pt x="292" y="657"/>
                  </a:cubicBezTo>
                  <a:cubicBezTo>
                    <a:pt x="268" y="657"/>
                    <a:pt x="244" y="657"/>
                    <a:pt x="219" y="657"/>
                  </a:cubicBezTo>
                  <a:cubicBezTo>
                    <a:pt x="219" y="682"/>
                    <a:pt x="219" y="706"/>
                    <a:pt x="219" y="731"/>
                  </a:cubicBezTo>
                  <a:cubicBezTo>
                    <a:pt x="195" y="731"/>
                    <a:pt x="171" y="731"/>
                    <a:pt x="146" y="731"/>
                  </a:cubicBezTo>
                  <a:cubicBezTo>
                    <a:pt x="146" y="755"/>
                    <a:pt x="146" y="779"/>
                    <a:pt x="146" y="804"/>
                  </a:cubicBezTo>
                  <a:cubicBezTo>
                    <a:pt x="98" y="804"/>
                    <a:pt x="50" y="804"/>
                    <a:pt x="0" y="804"/>
                  </a:cubicBezTo>
                  <a:cubicBezTo>
                    <a:pt x="0" y="755"/>
                    <a:pt x="0" y="707"/>
                    <a:pt x="0" y="657"/>
                  </a:cubicBezTo>
                  <a:cubicBezTo>
                    <a:pt x="24" y="657"/>
                    <a:pt x="48" y="657"/>
                    <a:pt x="73" y="657"/>
                  </a:cubicBezTo>
                  <a:cubicBezTo>
                    <a:pt x="73" y="633"/>
                    <a:pt x="73" y="609"/>
                    <a:pt x="73" y="584"/>
                  </a:cubicBezTo>
                  <a:cubicBezTo>
                    <a:pt x="97" y="584"/>
                    <a:pt x="121" y="584"/>
                    <a:pt x="146" y="584"/>
                  </a:cubicBezTo>
                  <a:cubicBezTo>
                    <a:pt x="146" y="512"/>
                    <a:pt x="146" y="440"/>
                    <a:pt x="146" y="365"/>
                  </a:cubicBezTo>
                  <a:cubicBezTo>
                    <a:pt x="170" y="365"/>
                    <a:pt x="194" y="365"/>
                    <a:pt x="219" y="365"/>
                  </a:cubicBezTo>
                  <a:cubicBezTo>
                    <a:pt x="219" y="293"/>
                    <a:pt x="219" y="221"/>
                    <a:pt x="219" y="146"/>
                  </a:cubicBezTo>
                  <a:cubicBezTo>
                    <a:pt x="195" y="146"/>
                    <a:pt x="171" y="146"/>
                    <a:pt x="146" y="146"/>
                  </a:cubicBezTo>
                  <a:cubicBezTo>
                    <a:pt x="146" y="98"/>
                    <a:pt x="146" y="50"/>
                    <a:pt x="146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57" name="ICON_HARNESS_GEAR_path_021"/>
            <p:cNvSpPr/>
            <p:nvPr/>
          </p:nvSpPr>
          <p:spPr>
            <a:xfrm>
              <a:off x="4743636" y="6581167"/>
              <a:ext cx="6552" cy="6494"/>
            </a:xfrm>
            <a:custGeom>
              <a:avLst/>
              <a:gdLst/>
              <a:ahLst/>
              <a:cxnLst/>
              <a:rect l="0" t="0" r="r" b="b"/>
              <a:pathLst>
                <a:path w="516" h="511" fill="norm" stroke="0">
                  <a:moveTo>
                    <a:pt x="0" y="0"/>
                  </a:moveTo>
                  <a:cubicBezTo>
                    <a:pt x="72" y="24"/>
                    <a:pt x="145" y="48"/>
                    <a:pt x="219" y="73"/>
                  </a:cubicBezTo>
                  <a:cubicBezTo>
                    <a:pt x="219" y="97"/>
                    <a:pt x="219" y="121"/>
                    <a:pt x="219" y="146"/>
                  </a:cubicBezTo>
                  <a:cubicBezTo>
                    <a:pt x="243" y="146"/>
                    <a:pt x="267" y="146"/>
                    <a:pt x="292" y="146"/>
                  </a:cubicBezTo>
                  <a:cubicBezTo>
                    <a:pt x="292" y="170"/>
                    <a:pt x="292" y="194"/>
                    <a:pt x="292" y="219"/>
                  </a:cubicBezTo>
                  <a:cubicBezTo>
                    <a:pt x="316" y="219"/>
                    <a:pt x="340" y="219"/>
                    <a:pt x="365" y="219"/>
                  </a:cubicBezTo>
                  <a:cubicBezTo>
                    <a:pt x="364" y="230"/>
                    <a:pt x="362" y="242"/>
                    <a:pt x="361" y="253"/>
                  </a:cubicBezTo>
                  <a:cubicBezTo>
                    <a:pt x="361" y="260"/>
                    <a:pt x="361" y="260"/>
                    <a:pt x="365" y="292"/>
                  </a:cubicBezTo>
                  <a:cubicBezTo>
                    <a:pt x="397" y="313"/>
                    <a:pt x="397" y="313"/>
                    <a:pt x="438" y="329"/>
                  </a:cubicBezTo>
                  <a:cubicBezTo>
                    <a:pt x="479" y="345"/>
                    <a:pt x="479" y="345"/>
                    <a:pt x="511" y="365"/>
                  </a:cubicBezTo>
                  <a:cubicBezTo>
                    <a:pt x="516" y="404"/>
                    <a:pt x="516" y="404"/>
                    <a:pt x="511" y="438"/>
                  </a:cubicBezTo>
                  <a:cubicBezTo>
                    <a:pt x="487" y="438"/>
                    <a:pt x="463" y="438"/>
                    <a:pt x="438" y="438"/>
                  </a:cubicBezTo>
                  <a:cubicBezTo>
                    <a:pt x="438" y="462"/>
                    <a:pt x="438" y="487"/>
                    <a:pt x="438" y="511"/>
                  </a:cubicBezTo>
                  <a:cubicBezTo>
                    <a:pt x="414" y="511"/>
                    <a:pt x="390" y="511"/>
                    <a:pt x="365" y="511"/>
                  </a:cubicBezTo>
                  <a:cubicBezTo>
                    <a:pt x="365" y="487"/>
                    <a:pt x="365" y="463"/>
                    <a:pt x="365" y="438"/>
                  </a:cubicBezTo>
                  <a:cubicBezTo>
                    <a:pt x="317" y="438"/>
                    <a:pt x="269" y="438"/>
                    <a:pt x="219" y="438"/>
                  </a:cubicBezTo>
                  <a:cubicBezTo>
                    <a:pt x="219" y="390"/>
                    <a:pt x="219" y="342"/>
                    <a:pt x="219" y="292"/>
                  </a:cubicBezTo>
                  <a:cubicBezTo>
                    <a:pt x="171" y="292"/>
                    <a:pt x="123" y="292"/>
                    <a:pt x="73" y="292"/>
                  </a:cubicBezTo>
                  <a:cubicBezTo>
                    <a:pt x="73" y="268"/>
                    <a:pt x="73" y="244"/>
                    <a:pt x="73" y="219"/>
                  </a:cubicBezTo>
                  <a:cubicBezTo>
                    <a:pt x="49" y="219"/>
                    <a:pt x="25" y="219"/>
                    <a:pt x="0" y="219"/>
                  </a:cubicBezTo>
                  <a:cubicBezTo>
                    <a:pt x="0" y="147"/>
                    <a:pt x="0" y="75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58" name="ICON_HARNESS_GEAR_path_022"/>
            <p:cNvSpPr/>
            <p:nvPr/>
          </p:nvSpPr>
          <p:spPr>
            <a:xfrm>
              <a:off x="4742708" y="6544984"/>
              <a:ext cx="4639" cy="8350"/>
            </a:xfrm>
            <a:custGeom>
              <a:avLst/>
              <a:gdLst/>
              <a:ahLst/>
              <a:cxnLst/>
              <a:rect l="0" t="0" r="r" b="b"/>
              <a:pathLst>
                <a:path w="365" h="657" fill="norm" stroke="0">
                  <a:moveTo>
                    <a:pt x="0" y="0"/>
                  </a:moveTo>
                  <a:cubicBezTo>
                    <a:pt x="48" y="0"/>
                    <a:pt x="96" y="0"/>
                    <a:pt x="146" y="0"/>
                  </a:cubicBezTo>
                  <a:cubicBezTo>
                    <a:pt x="146" y="72"/>
                    <a:pt x="146" y="145"/>
                    <a:pt x="146" y="219"/>
                  </a:cubicBezTo>
                  <a:cubicBezTo>
                    <a:pt x="170" y="219"/>
                    <a:pt x="194" y="219"/>
                    <a:pt x="219" y="219"/>
                  </a:cubicBezTo>
                  <a:cubicBezTo>
                    <a:pt x="219" y="291"/>
                    <a:pt x="219" y="364"/>
                    <a:pt x="219" y="438"/>
                  </a:cubicBezTo>
                  <a:cubicBezTo>
                    <a:pt x="243" y="438"/>
                    <a:pt x="267" y="438"/>
                    <a:pt x="292" y="438"/>
                  </a:cubicBezTo>
                  <a:cubicBezTo>
                    <a:pt x="292" y="487"/>
                    <a:pt x="292" y="535"/>
                    <a:pt x="292" y="584"/>
                  </a:cubicBezTo>
                  <a:cubicBezTo>
                    <a:pt x="316" y="584"/>
                    <a:pt x="340" y="584"/>
                    <a:pt x="365" y="584"/>
                  </a:cubicBezTo>
                  <a:cubicBezTo>
                    <a:pt x="365" y="609"/>
                    <a:pt x="365" y="633"/>
                    <a:pt x="365" y="657"/>
                  </a:cubicBezTo>
                  <a:cubicBezTo>
                    <a:pt x="269" y="657"/>
                    <a:pt x="172" y="657"/>
                    <a:pt x="73" y="657"/>
                  </a:cubicBezTo>
                  <a:cubicBezTo>
                    <a:pt x="73" y="585"/>
                    <a:pt x="73" y="513"/>
                    <a:pt x="73" y="438"/>
                  </a:cubicBezTo>
                  <a:cubicBezTo>
                    <a:pt x="97" y="438"/>
                    <a:pt x="121" y="438"/>
                    <a:pt x="146" y="438"/>
                  </a:cubicBezTo>
                  <a:cubicBezTo>
                    <a:pt x="146" y="390"/>
                    <a:pt x="146" y="342"/>
                    <a:pt x="146" y="292"/>
                  </a:cubicBezTo>
                  <a:cubicBezTo>
                    <a:pt x="122" y="292"/>
                    <a:pt x="98" y="292"/>
                    <a:pt x="73" y="292"/>
                  </a:cubicBezTo>
                  <a:cubicBezTo>
                    <a:pt x="73" y="268"/>
                    <a:pt x="73" y="244"/>
                    <a:pt x="73" y="219"/>
                  </a:cubicBezTo>
                  <a:cubicBezTo>
                    <a:pt x="49" y="219"/>
                    <a:pt x="25" y="219"/>
                    <a:pt x="0" y="219"/>
                  </a:cubicBezTo>
                  <a:cubicBezTo>
                    <a:pt x="0" y="147"/>
                    <a:pt x="0" y="75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59" name="ICON_HARNESS_GEAR_path_023"/>
            <p:cNvSpPr/>
            <p:nvPr/>
          </p:nvSpPr>
          <p:spPr>
            <a:xfrm>
              <a:off x="4790951" y="6435509"/>
              <a:ext cx="10205" cy="4816"/>
            </a:xfrm>
            <a:custGeom>
              <a:avLst/>
              <a:gdLst/>
              <a:ahLst/>
              <a:cxnLst/>
              <a:rect l="0" t="0" r="r" b="b"/>
              <a:pathLst>
                <a:path w="804" h="379" fill="norm" stroke="0">
                  <a:moveTo>
                    <a:pt x="365" y="0"/>
                  </a:moveTo>
                  <a:cubicBezTo>
                    <a:pt x="438" y="0"/>
                    <a:pt x="510" y="0"/>
                    <a:pt x="584" y="0"/>
                  </a:cubicBezTo>
                  <a:cubicBezTo>
                    <a:pt x="584" y="24"/>
                    <a:pt x="584" y="48"/>
                    <a:pt x="584" y="73"/>
                  </a:cubicBezTo>
                  <a:cubicBezTo>
                    <a:pt x="609" y="73"/>
                    <a:pt x="633" y="73"/>
                    <a:pt x="657" y="73"/>
                  </a:cubicBezTo>
                  <a:cubicBezTo>
                    <a:pt x="657" y="49"/>
                    <a:pt x="657" y="25"/>
                    <a:pt x="657" y="0"/>
                  </a:cubicBezTo>
                  <a:cubicBezTo>
                    <a:pt x="706" y="0"/>
                    <a:pt x="754" y="0"/>
                    <a:pt x="804" y="0"/>
                  </a:cubicBezTo>
                  <a:cubicBezTo>
                    <a:pt x="789" y="58"/>
                    <a:pt x="772" y="103"/>
                    <a:pt x="731" y="146"/>
                  </a:cubicBezTo>
                  <a:cubicBezTo>
                    <a:pt x="656" y="160"/>
                    <a:pt x="587" y="155"/>
                    <a:pt x="511" y="146"/>
                  </a:cubicBezTo>
                  <a:cubicBezTo>
                    <a:pt x="511" y="170"/>
                    <a:pt x="511" y="194"/>
                    <a:pt x="511" y="219"/>
                  </a:cubicBezTo>
                  <a:cubicBezTo>
                    <a:pt x="463" y="219"/>
                    <a:pt x="415" y="219"/>
                    <a:pt x="365" y="219"/>
                  </a:cubicBezTo>
                  <a:cubicBezTo>
                    <a:pt x="365" y="243"/>
                    <a:pt x="365" y="267"/>
                    <a:pt x="365" y="292"/>
                  </a:cubicBezTo>
                  <a:cubicBezTo>
                    <a:pt x="132" y="379"/>
                    <a:pt x="132" y="379"/>
                    <a:pt x="0" y="365"/>
                  </a:cubicBezTo>
                  <a:cubicBezTo>
                    <a:pt x="6" y="353"/>
                    <a:pt x="6" y="353"/>
                    <a:pt x="37" y="292"/>
                  </a:cubicBezTo>
                  <a:cubicBezTo>
                    <a:pt x="41" y="279"/>
                    <a:pt x="45" y="267"/>
                    <a:pt x="49" y="253"/>
                  </a:cubicBezTo>
                  <a:cubicBezTo>
                    <a:pt x="57" y="242"/>
                    <a:pt x="65" y="231"/>
                    <a:pt x="73" y="219"/>
                  </a:cubicBezTo>
                  <a:cubicBezTo>
                    <a:pt x="114" y="214"/>
                    <a:pt x="145" y="212"/>
                    <a:pt x="185" y="215"/>
                  </a:cubicBezTo>
                  <a:cubicBezTo>
                    <a:pt x="195" y="215"/>
                    <a:pt x="205" y="215"/>
                    <a:pt x="216" y="216"/>
                  </a:cubicBezTo>
                  <a:cubicBezTo>
                    <a:pt x="241" y="216"/>
                    <a:pt x="267" y="218"/>
                    <a:pt x="292" y="219"/>
                  </a:cubicBezTo>
                  <a:cubicBezTo>
                    <a:pt x="292" y="195"/>
                    <a:pt x="292" y="171"/>
                    <a:pt x="292" y="146"/>
                  </a:cubicBezTo>
                  <a:cubicBezTo>
                    <a:pt x="316" y="146"/>
                    <a:pt x="340" y="146"/>
                    <a:pt x="365" y="146"/>
                  </a:cubicBezTo>
                  <a:cubicBezTo>
                    <a:pt x="365" y="98"/>
                    <a:pt x="365" y="50"/>
                    <a:pt x="365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60" name="ICON_HARNESS_GEAR_path_024"/>
            <p:cNvSpPr/>
            <p:nvPr/>
          </p:nvSpPr>
          <p:spPr>
            <a:xfrm>
              <a:off x="4767757" y="6434581"/>
              <a:ext cx="8350" cy="5567"/>
            </a:xfrm>
            <a:custGeom>
              <a:avLst/>
              <a:gdLst/>
              <a:ahLst/>
              <a:cxnLst/>
              <a:rect l="0" t="0" r="r" b="b"/>
              <a:pathLst>
                <a:path w="657" h="438" fill="norm" stroke="0">
                  <a:moveTo>
                    <a:pt x="0" y="0"/>
                  </a:moveTo>
                  <a:cubicBezTo>
                    <a:pt x="121" y="0"/>
                    <a:pt x="241" y="0"/>
                    <a:pt x="365" y="0"/>
                  </a:cubicBezTo>
                  <a:cubicBezTo>
                    <a:pt x="365" y="48"/>
                    <a:pt x="365" y="96"/>
                    <a:pt x="365" y="146"/>
                  </a:cubicBezTo>
                  <a:cubicBezTo>
                    <a:pt x="389" y="146"/>
                    <a:pt x="413" y="146"/>
                    <a:pt x="438" y="146"/>
                  </a:cubicBezTo>
                  <a:cubicBezTo>
                    <a:pt x="438" y="170"/>
                    <a:pt x="438" y="194"/>
                    <a:pt x="438" y="219"/>
                  </a:cubicBezTo>
                  <a:cubicBezTo>
                    <a:pt x="462" y="219"/>
                    <a:pt x="487" y="219"/>
                    <a:pt x="511" y="219"/>
                  </a:cubicBezTo>
                  <a:cubicBezTo>
                    <a:pt x="511" y="243"/>
                    <a:pt x="511" y="267"/>
                    <a:pt x="511" y="292"/>
                  </a:cubicBezTo>
                  <a:cubicBezTo>
                    <a:pt x="517" y="291"/>
                    <a:pt x="517" y="291"/>
                    <a:pt x="546" y="288"/>
                  </a:cubicBezTo>
                  <a:cubicBezTo>
                    <a:pt x="558" y="289"/>
                    <a:pt x="571" y="291"/>
                    <a:pt x="584" y="292"/>
                  </a:cubicBezTo>
                  <a:cubicBezTo>
                    <a:pt x="605" y="324"/>
                    <a:pt x="605" y="324"/>
                    <a:pt x="621" y="365"/>
                  </a:cubicBezTo>
                  <a:cubicBezTo>
                    <a:pt x="628" y="379"/>
                    <a:pt x="634" y="392"/>
                    <a:pt x="641" y="406"/>
                  </a:cubicBezTo>
                  <a:cubicBezTo>
                    <a:pt x="647" y="417"/>
                    <a:pt x="652" y="427"/>
                    <a:pt x="657" y="438"/>
                  </a:cubicBezTo>
                  <a:cubicBezTo>
                    <a:pt x="609" y="438"/>
                    <a:pt x="561" y="438"/>
                    <a:pt x="511" y="438"/>
                  </a:cubicBezTo>
                  <a:cubicBezTo>
                    <a:pt x="511" y="414"/>
                    <a:pt x="511" y="390"/>
                    <a:pt x="511" y="365"/>
                  </a:cubicBezTo>
                  <a:cubicBezTo>
                    <a:pt x="487" y="365"/>
                    <a:pt x="463" y="365"/>
                    <a:pt x="438" y="365"/>
                  </a:cubicBezTo>
                  <a:cubicBezTo>
                    <a:pt x="438" y="341"/>
                    <a:pt x="438" y="317"/>
                    <a:pt x="438" y="292"/>
                  </a:cubicBezTo>
                  <a:cubicBezTo>
                    <a:pt x="390" y="292"/>
                    <a:pt x="342" y="292"/>
                    <a:pt x="292" y="292"/>
                  </a:cubicBezTo>
                  <a:cubicBezTo>
                    <a:pt x="292" y="268"/>
                    <a:pt x="292" y="244"/>
                    <a:pt x="292" y="219"/>
                  </a:cubicBezTo>
                  <a:cubicBezTo>
                    <a:pt x="268" y="219"/>
                    <a:pt x="244" y="219"/>
                    <a:pt x="219" y="219"/>
                  </a:cubicBezTo>
                  <a:cubicBezTo>
                    <a:pt x="219" y="195"/>
                    <a:pt x="219" y="171"/>
                    <a:pt x="219" y="146"/>
                  </a:cubicBezTo>
                  <a:cubicBezTo>
                    <a:pt x="213" y="145"/>
                    <a:pt x="213" y="145"/>
                    <a:pt x="180" y="142"/>
                  </a:cubicBezTo>
                  <a:cubicBezTo>
                    <a:pt x="164" y="140"/>
                    <a:pt x="147" y="137"/>
                    <a:pt x="130" y="135"/>
                  </a:cubicBezTo>
                  <a:cubicBezTo>
                    <a:pt x="114" y="133"/>
                    <a:pt x="97" y="130"/>
                    <a:pt x="80" y="128"/>
                  </a:cubicBezTo>
                  <a:cubicBezTo>
                    <a:pt x="66" y="122"/>
                    <a:pt x="51" y="116"/>
                    <a:pt x="37" y="110"/>
                  </a:cubicBezTo>
                  <a:cubicBezTo>
                    <a:pt x="24" y="73"/>
                    <a:pt x="12" y="37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61" name="ICON_HARNESS_GEAR_path_025"/>
            <p:cNvSpPr/>
            <p:nvPr/>
          </p:nvSpPr>
          <p:spPr>
            <a:xfrm>
              <a:off x="4798373" y="6602505"/>
              <a:ext cx="3711" cy="6494"/>
            </a:xfrm>
            <a:custGeom>
              <a:avLst/>
              <a:gdLst/>
              <a:ahLst/>
              <a:cxnLst/>
              <a:rect l="0" t="0" r="r" b="b"/>
              <a:pathLst>
                <a:path w="292" h="511" fill="norm" stroke="0">
                  <a:moveTo>
                    <a:pt x="146" y="0"/>
                  </a:moveTo>
                  <a:cubicBezTo>
                    <a:pt x="194" y="0"/>
                    <a:pt x="243" y="0"/>
                    <a:pt x="292" y="0"/>
                  </a:cubicBezTo>
                  <a:cubicBezTo>
                    <a:pt x="292" y="145"/>
                    <a:pt x="292" y="289"/>
                    <a:pt x="292" y="438"/>
                  </a:cubicBezTo>
                  <a:cubicBezTo>
                    <a:pt x="244" y="438"/>
                    <a:pt x="196" y="438"/>
                    <a:pt x="146" y="438"/>
                  </a:cubicBezTo>
                  <a:cubicBezTo>
                    <a:pt x="146" y="462"/>
                    <a:pt x="146" y="487"/>
                    <a:pt x="146" y="511"/>
                  </a:cubicBezTo>
                  <a:cubicBezTo>
                    <a:pt x="122" y="511"/>
                    <a:pt x="98" y="511"/>
                    <a:pt x="73" y="511"/>
                  </a:cubicBezTo>
                  <a:cubicBezTo>
                    <a:pt x="73" y="487"/>
                    <a:pt x="73" y="463"/>
                    <a:pt x="73" y="438"/>
                  </a:cubicBezTo>
                  <a:cubicBezTo>
                    <a:pt x="49" y="438"/>
                    <a:pt x="25" y="438"/>
                    <a:pt x="0" y="438"/>
                  </a:cubicBezTo>
                  <a:cubicBezTo>
                    <a:pt x="0" y="414"/>
                    <a:pt x="0" y="390"/>
                    <a:pt x="0" y="365"/>
                  </a:cubicBezTo>
                  <a:cubicBezTo>
                    <a:pt x="24" y="365"/>
                    <a:pt x="48" y="365"/>
                    <a:pt x="73" y="365"/>
                  </a:cubicBezTo>
                  <a:cubicBezTo>
                    <a:pt x="73" y="293"/>
                    <a:pt x="73" y="221"/>
                    <a:pt x="73" y="146"/>
                  </a:cubicBezTo>
                  <a:cubicBezTo>
                    <a:pt x="97" y="146"/>
                    <a:pt x="121" y="146"/>
                    <a:pt x="146" y="146"/>
                  </a:cubicBezTo>
                  <a:cubicBezTo>
                    <a:pt x="146" y="98"/>
                    <a:pt x="146" y="50"/>
                    <a:pt x="146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62" name="ICON_HARNESS_GEAR_path_026"/>
            <p:cNvSpPr/>
            <p:nvPr/>
          </p:nvSpPr>
          <p:spPr>
            <a:xfrm>
              <a:off x="4911560" y="6531068"/>
              <a:ext cx="11133" cy="5567"/>
            </a:xfrm>
            <a:custGeom>
              <a:avLst/>
              <a:gdLst/>
              <a:ahLst/>
              <a:cxnLst/>
              <a:rect l="0" t="0" r="r" b="b"/>
              <a:pathLst>
                <a:path w="877" h="438" fill="norm" stroke="0">
                  <a:moveTo>
                    <a:pt x="804" y="0"/>
                  </a:moveTo>
                  <a:cubicBezTo>
                    <a:pt x="828" y="12"/>
                    <a:pt x="852" y="24"/>
                    <a:pt x="877" y="37"/>
                  </a:cubicBezTo>
                  <a:cubicBezTo>
                    <a:pt x="857" y="157"/>
                    <a:pt x="814" y="274"/>
                    <a:pt x="731" y="365"/>
                  </a:cubicBezTo>
                  <a:cubicBezTo>
                    <a:pt x="679" y="380"/>
                    <a:pt x="637" y="377"/>
                    <a:pt x="584" y="365"/>
                  </a:cubicBezTo>
                  <a:cubicBezTo>
                    <a:pt x="584" y="389"/>
                    <a:pt x="584" y="413"/>
                    <a:pt x="584" y="438"/>
                  </a:cubicBezTo>
                  <a:cubicBezTo>
                    <a:pt x="392" y="438"/>
                    <a:pt x="199" y="438"/>
                    <a:pt x="0" y="438"/>
                  </a:cubicBezTo>
                  <a:cubicBezTo>
                    <a:pt x="0" y="414"/>
                    <a:pt x="0" y="390"/>
                    <a:pt x="0" y="365"/>
                  </a:cubicBezTo>
                  <a:cubicBezTo>
                    <a:pt x="10" y="364"/>
                    <a:pt x="20" y="363"/>
                    <a:pt x="30" y="362"/>
                  </a:cubicBezTo>
                  <a:cubicBezTo>
                    <a:pt x="74" y="358"/>
                    <a:pt x="118" y="354"/>
                    <a:pt x="162" y="349"/>
                  </a:cubicBezTo>
                  <a:cubicBezTo>
                    <a:pt x="177" y="348"/>
                    <a:pt x="193" y="346"/>
                    <a:pt x="209" y="345"/>
                  </a:cubicBezTo>
                  <a:cubicBezTo>
                    <a:pt x="216" y="344"/>
                    <a:pt x="216" y="344"/>
                    <a:pt x="253" y="340"/>
                  </a:cubicBezTo>
                  <a:cubicBezTo>
                    <a:pt x="267" y="339"/>
                    <a:pt x="280" y="338"/>
                    <a:pt x="294" y="336"/>
                  </a:cubicBezTo>
                  <a:cubicBezTo>
                    <a:pt x="329" y="329"/>
                    <a:pt x="329" y="329"/>
                    <a:pt x="365" y="292"/>
                  </a:cubicBezTo>
                  <a:cubicBezTo>
                    <a:pt x="391" y="285"/>
                    <a:pt x="391" y="285"/>
                    <a:pt x="421" y="282"/>
                  </a:cubicBezTo>
                  <a:cubicBezTo>
                    <a:pt x="426" y="281"/>
                    <a:pt x="426" y="281"/>
                    <a:pt x="454" y="278"/>
                  </a:cubicBezTo>
                  <a:cubicBezTo>
                    <a:pt x="465" y="277"/>
                    <a:pt x="477" y="275"/>
                    <a:pt x="489" y="274"/>
                  </a:cubicBezTo>
                  <a:cubicBezTo>
                    <a:pt x="574" y="264"/>
                    <a:pt x="650" y="249"/>
                    <a:pt x="731" y="219"/>
                  </a:cubicBezTo>
                  <a:cubicBezTo>
                    <a:pt x="731" y="195"/>
                    <a:pt x="731" y="171"/>
                    <a:pt x="731" y="146"/>
                  </a:cubicBezTo>
                  <a:cubicBezTo>
                    <a:pt x="755" y="146"/>
                    <a:pt x="779" y="146"/>
                    <a:pt x="804" y="146"/>
                  </a:cubicBezTo>
                  <a:cubicBezTo>
                    <a:pt x="804" y="98"/>
                    <a:pt x="804" y="50"/>
                    <a:pt x="804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63" name="ICON_HARNESS_GEAR_path_027"/>
            <p:cNvSpPr/>
            <p:nvPr/>
          </p:nvSpPr>
          <p:spPr>
            <a:xfrm>
              <a:off x="4798373" y="6426231"/>
              <a:ext cx="3711" cy="6494"/>
            </a:xfrm>
            <a:custGeom>
              <a:avLst/>
              <a:gdLst/>
              <a:ahLst/>
              <a:cxnLst/>
              <a:rect l="0" t="0" r="r" b="b"/>
              <a:pathLst>
                <a:path w="292" h="511" fill="norm" stroke="0">
                  <a:moveTo>
                    <a:pt x="0" y="0"/>
                  </a:moveTo>
                  <a:cubicBezTo>
                    <a:pt x="48" y="0"/>
                    <a:pt x="96" y="0"/>
                    <a:pt x="146" y="0"/>
                  </a:cubicBezTo>
                  <a:cubicBezTo>
                    <a:pt x="146" y="24"/>
                    <a:pt x="146" y="48"/>
                    <a:pt x="146" y="73"/>
                  </a:cubicBezTo>
                  <a:cubicBezTo>
                    <a:pt x="194" y="73"/>
                    <a:pt x="243" y="73"/>
                    <a:pt x="292" y="73"/>
                  </a:cubicBezTo>
                  <a:cubicBezTo>
                    <a:pt x="292" y="218"/>
                    <a:pt x="292" y="362"/>
                    <a:pt x="292" y="511"/>
                  </a:cubicBezTo>
                  <a:cubicBezTo>
                    <a:pt x="244" y="487"/>
                    <a:pt x="196" y="463"/>
                    <a:pt x="146" y="438"/>
                  </a:cubicBezTo>
                  <a:cubicBezTo>
                    <a:pt x="146" y="414"/>
                    <a:pt x="146" y="390"/>
                    <a:pt x="146" y="365"/>
                  </a:cubicBezTo>
                  <a:cubicBezTo>
                    <a:pt x="122" y="365"/>
                    <a:pt x="98" y="365"/>
                    <a:pt x="73" y="365"/>
                  </a:cubicBezTo>
                  <a:cubicBezTo>
                    <a:pt x="73" y="317"/>
                    <a:pt x="73" y="269"/>
                    <a:pt x="73" y="219"/>
                  </a:cubicBezTo>
                  <a:cubicBezTo>
                    <a:pt x="49" y="219"/>
                    <a:pt x="25" y="219"/>
                    <a:pt x="0" y="219"/>
                  </a:cubicBezTo>
                  <a:cubicBezTo>
                    <a:pt x="0" y="195"/>
                    <a:pt x="0" y="171"/>
                    <a:pt x="0" y="146"/>
                  </a:cubicBezTo>
                  <a:cubicBezTo>
                    <a:pt x="24" y="146"/>
                    <a:pt x="48" y="146"/>
                    <a:pt x="73" y="146"/>
                  </a:cubicBezTo>
                  <a:cubicBezTo>
                    <a:pt x="73" y="122"/>
                    <a:pt x="73" y="98"/>
                    <a:pt x="73" y="73"/>
                  </a:cubicBezTo>
                  <a:cubicBezTo>
                    <a:pt x="49" y="73"/>
                    <a:pt x="25" y="73"/>
                    <a:pt x="0" y="73"/>
                  </a:cubicBezTo>
                  <a:cubicBezTo>
                    <a:pt x="0" y="49"/>
                    <a:pt x="0" y="25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64" name="ICON_HARNESS_GEAR_path_028"/>
            <p:cNvSpPr/>
            <p:nvPr/>
          </p:nvSpPr>
          <p:spPr>
            <a:xfrm>
              <a:off x="4741780" y="6478185"/>
              <a:ext cx="5567" cy="8350"/>
            </a:xfrm>
            <a:custGeom>
              <a:avLst/>
              <a:gdLst/>
              <a:ahLst/>
              <a:cxnLst/>
              <a:rect l="0" t="0" r="r" b="b"/>
              <a:pathLst>
                <a:path w="438" h="657" fill="norm" stroke="0">
                  <a:moveTo>
                    <a:pt x="365" y="0"/>
                  </a:moveTo>
                  <a:cubicBezTo>
                    <a:pt x="389" y="0"/>
                    <a:pt x="413" y="0"/>
                    <a:pt x="438" y="0"/>
                  </a:cubicBezTo>
                  <a:cubicBezTo>
                    <a:pt x="425" y="139"/>
                    <a:pt x="373" y="244"/>
                    <a:pt x="309" y="367"/>
                  </a:cubicBezTo>
                  <a:cubicBezTo>
                    <a:pt x="259" y="463"/>
                    <a:pt x="230" y="549"/>
                    <a:pt x="219" y="657"/>
                  </a:cubicBezTo>
                  <a:cubicBezTo>
                    <a:pt x="171" y="657"/>
                    <a:pt x="123" y="657"/>
                    <a:pt x="73" y="657"/>
                  </a:cubicBezTo>
                  <a:cubicBezTo>
                    <a:pt x="73" y="633"/>
                    <a:pt x="73" y="609"/>
                    <a:pt x="73" y="584"/>
                  </a:cubicBezTo>
                  <a:cubicBezTo>
                    <a:pt x="49" y="584"/>
                    <a:pt x="25" y="584"/>
                    <a:pt x="0" y="584"/>
                  </a:cubicBezTo>
                  <a:cubicBezTo>
                    <a:pt x="0" y="536"/>
                    <a:pt x="0" y="488"/>
                    <a:pt x="0" y="438"/>
                  </a:cubicBezTo>
                  <a:cubicBezTo>
                    <a:pt x="24" y="438"/>
                    <a:pt x="48" y="438"/>
                    <a:pt x="73" y="438"/>
                  </a:cubicBezTo>
                  <a:cubicBezTo>
                    <a:pt x="73" y="462"/>
                    <a:pt x="73" y="487"/>
                    <a:pt x="73" y="511"/>
                  </a:cubicBezTo>
                  <a:cubicBezTo>
                    <a:pt x="97" y="511"/>
                    <a:pt x="121" y="511"/>
                    <a:pt x="146" y="511"/>
                  </a:cubicBezTo>
                  <a:cubicBezTo>
                    <a:pt x="146" y="463"/>
                    <a:pt x="146" y="415"/>
                    <a:pt x="146" y="365"/>
                  </a:cubicBezTo>
                  <a:cubicBezTo>
                    <a:pt x="170" y="365"/>
                    <a:pt x="194" y="365"/>
                    <a:pt x="219" y="365"/>
                  </a:cubicBezTo>
                  <a:cubicBezTo>
                    <a:pt x="219" y="317"/>
                    <a:pt x="219" y="269"/>
                    <a:pt x="219" y="219"/>
                  </a:cubicBezTo>
                  <a:cubicBezTo>
                    <a:pt x="243" y="219"/>
                    <a:pt x="267" y="219"/>
                    <a:pt x="292" y="219"/>
                  </a:cubicBezTo>
                  <a:cubicBezTo>
                    <a:pt x="292" y="171"/>
                    <a:pt x="292" y="123"/>
                    <a:pt x="292" y="73"/>
                  </a:cubicBezTo>
                  <a:cubicBezTo>
                    <a:pt x="316" y="73"/>
                    <a:pt x="340" y="73"/>
                    <a:pt x="365" y="73"/>
                  </a:cubicBezTo>
                  <a:cubicBezTo>
                    <a:pt x="365" y="49"/>
                    <a:pt x="365" y="25"/>
                    <a:pt x="365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65" name="ICON_HARNESS_GEAR_path_029"/>
            <p:cNvSpPr/>
            <p:nvPr/>
          </p:nvSpPr>
          <p:spPr>
            <a:xfrm>
              <a:off x="4896716" y="6545854"/>
              <a:ext cx="5567" cy="7480"/>
            </a:xfrm>
            <a:custGeom>
              <a:avLst/>
              <a:gdLst/>
              <a:ahLst/>
              <a:cxnLst/>
              <a:rect l="0" t="0" r="r" b="b"/>
              <a:pathLst>
                <a:path w="438" h="589" fill="norm" stroke="0">
                  <a:moveTo>
                    <a:pt x="260" y="0"/>
                  </a:moveTo>
                  <a:cubicBezTo>
                    <a:pt x="271" y="1"/>
                    <a:pt x="281" y="3"/>
                    <a:pt x="292" y="5"/>
                  </a:cubicBezTo>
                  <a:cubicBezTo>
                    <a:pt x="292" y="29"/>
                    <a:pt x="292" y="53"/>
                    <a:pt x="292" y="78"/>
                  </a:cubicBezTo>
                  <a:cubicBezTo>
                    <a:pt x="316" y="78"/>
                    <a:pt x="340" y="78"/>
                    <a:pt x="365" y="78"/>
                  </a:cubicBezTo>
                  <a:cubicBezTo>
                    <a:pt x="365" y="102"/>
                    <a:pt x="365" y="126"/>
                    <a:pt x="365" y="151"/>
                  </a:cubicBezTo>
                  <a:cubicBezTo>
                    <a:pt x="389" y="151"/>
                    <a:pt x="413" y="151"/>
                    <a:pt x="438" y="151"/>
                  </a:cubicBezTo>
                  <a:cubicBezTo>
                    <a:pt x="438" y="175"/>
                    <a:pt x="438" y="199"/>
                    <a:pt x="438" y="224"/>
                  </a:cubicBezTo>
                  <a:cubicBezTo>
                    <a:pt x="390" y="224"/>
                    <a:pt x="342" y="224"/>
                    <a:pt x="292" y="224"/>
                  </a:cubicBezTo>
                  <a:cubicBezTo>
                    <a:pt x="292" y="248"/>
                    <a:pt x="292" y="272"/>
                    <a:pt x="292" y="297"/>
                  </a:cubicBezTo>
                  <a:cubicBezTo>
                    <a:pt x="268" y="297"/>
                    <a:pt x="244" y="297"/>
                    <a:pt x="219" y="297"/>
                  </a:cubicBezTo>
                  <a:cubicBezTo>
                    <a:pt x="219" y="321"/>
                    <a:pt x="219" y="345"/>
                    <a:pt x="219" y="370"/>
                  </a:cubicBezTo>
                  <a:cubicBezTo>
                    <a:pt x="195" y="370"/>
                    <a:pt x="171" y="370"/>
                    <a:pt x="146" y="370"/>
                  </a:cubicBezTo>
                  <a:cubicBezTo>
                    <a:pt x="146" y="418"/>
                    <a:pt x="146" y="466"/>
                    <a:pt x="146" y="516"/>
                  </a:cubicBezTo>
                  <a:cubicBezTo>
                    <a:pt x="122" y="516"/>
                    <a:pt x="98" y="516"/>
                    <a:pt x="73" y="516"/>
                  </a:cubicBezTo>
                  <a:cubicBezTo>
                    <a:pt x="73" y="540"/>
                    <a:pt x="73" y="564"/>
                    <a:pt x="73" y="589"/>
                  </a:cubicBezTo>
                  <a:cubicBezTo>
                    <a:pt x="49" y="589"/>
                    <a:pt x="25" y="589"/>
                    <a:pt x="0" y="589"/>
                  </a:cubicBezTo>
                  <a:cubicBezTo>
                    <a:pt x="19" y="489"/>
                    <a:pt x="38" y="392"/>
                    <a:pt x="73" y="297"/>
                  </a:cubicBezTo>
                  <a:cubicBezTo>
                    <a:pt x="97" y="297"/>
                    <a:pt x="121" y="297"/>
                    <a:pt x="146" y="297"/>
                  </a:cubicBezTo>
                  <a:cubicBezTo>
                    <a:pt x="145" y="282"/>
                    <a:pt x="144" y="267"/>
                    <a:pt x="144" y="251"/>
                  </a:cubicBezTo>
                  <a:cubicBezTo>
                    <a:pt x="143" y="232"/>
                    <a:pt x="142" y="212"/>
                    <a:pt x="142" y="192"/>
                  </a:cubicBezTo>
                  <a:cubicBezTo>
                    <a:pt x="141" y="187"/>
                    <a:pt x="141" y="187"/>
                    <a:pt x="140" y="162"/>
                  </a:cubicBezTo>
                  <a:cubicBezTo>
                    <a:pt x="138" y="107"/>
                    <a:pt x="142" y="75"/>
                    <a:pt x="180" y="34"/>
                  </a:cubicBezTo>
                  <a:cubicBezTo>
                    <a:pt x="219" y="5"/>
                    <a:pt x="219" y="5"/>
                    <a:pt x="260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  <p:sp>
          <p:nvSpPr>
            <p:cNvPr id="1766" name="ICON_HARNESS_GEAR_path_030"/>
            <p:cNvSpPr/>
            <p:nvPr/>
          </p:nvSpPr>
          <p:spPr>
            <a:xfrm>
              <a:off x="4780746" y="6440147"/>
              <a:ext cx="8350" cy="3711"/>
            </a:xfrm>
            <a:custGeom>
              <a:avLst/>
              <a:gdLst/>
              <a:ahLst/>
              <a:cxnLst/>
              <a:rect l="0" t="0" r="r" b="b"/>
              <a:pathLst>
                <a:path w="657" h="292" fill="norm" stroke="0">
                  <a:moveTo>
                    <a:pt x="438" y="0"/>
                  </a:moveTo>
                  <a:cubicBezTo>
                    <a:pt x="511" y="0"/>
                    <a:pt x="583" y="0"/>
                    <a:pt x="657" y="0"/>
                  </a:cubicBezTo>
                  <a:cubicBezTo>
                    <a:pt x="619" y="103"/>
                    <a:pt x="619" y="103"/>
                    <a:pt x="584" y="146"/>
                  </a:cubicBezTo>
                  <a:cubicBezTo>
                    <a:pt x="534" y="159"/>
                    <a:pt x="489" y="155"/>
                    <a:pt x="438" y="146"/>
                  </a:cubicBezTo>
                  <a:cubicBezTo>
                    <a:pt x="438" y="170"/>
                    <a:pt x="438" y="194"/>
                    <a:pt x="438" y="219"/>
                  </a:cubicBezTo>
                  <a:cubicBezTo>
                    <a:pt x="390" y="219"/>
                    <a:pt x="342" y="219"/>
                    <a:pt x="292" y="219"/>
                  </a:cubicBezTo>
                  <a:cubicBezTo>
                    <a:pt x="292" y="243"/>
                    <a:pt x="292" y="267"/>
                    <a:pt x="292" y="292"/>
                  </a:cubicBezTo>
                  <a:cubicBezTo>
                    <a:pt x="196" y="292"/>
                    <a:pt x="99" y="292"/>
                    <a:pt x="0" y="292"/>
                  </a:cubicBezTo>
                  <a:cubicBezTo>
                    <a:pt x="0" y="244"/>
                    <a:pt x="0" y="196"/>
                    <a:pt x="0" y="146"/>
                  </a:cubicBezTo>
                  <a:cubicBezTo>
                    <a:pt x="121" y="146"/>
                    <a:pt x="241" y="146"/>
                    <a:pt x="365" y="146"/>
                  </a:cubicBezTo>
                  <a:cubicBezTo>
                    <a:pt x="365" y="122"/>
                    <a:pt x="365" y="98"/>
                    <a:pt x="365" y="73"/>
                  </a:cubicBezTo>
                  <a:cubicBezTo>
                    <a:pt x="389" y="73"/>
                    <a:pt x="413" y="73"/>
                    <a:pt x="438" y="73"/>
                  </a:cubicBezTo>
                  <a:cubicBezTo>
                    <a:pt x="438" y="49"/>
                    <a:pt x="438" y="25"/>
                    <a:pt x="438" y="0"/>
                  </a:cubicBezTo>
                  <a:close/>
                </a:path>
              </a:pathLst>
            </a:custGeom>
            <a:solidFill>
              <a:srgbClr val="ACB5E9"/>
            </a:solidFill>
            <a:ln w="464" cap="flat">
              <a:noFill/>
            </a:ln>
          </p:spPr>
        </p:sp>
      </p:grpSp>
      <p:grpSp>
        <p:nvGrpSpPr>
          <p:cNvPr id="1767" name="ICON_HARNESS_GRAPH"/>
          <p:cNvGrpSpPr/>
          <p:nvPr/>
        </p:nvGrpSpPr>
        <p:grpSpPr>
          <a:xfrm>
            <a:off x="6524625" y="6405562"/>
            <a:ext cx="214312" cy="230188"/>
            <a:chOff x="6524625" y="6405562"/>
            <a:chExt cx="214312" cy="230188"/>
          </a:xfrm>
        </p:grpSpPr>
        <p:sp>
          <p:nvSpPr>
            <p:cNvPr id="1768" name="ICON_HARNESS_GRAPH_path_001"/>
            <p:cNvSpPr/>
            <p:nvPr/>
          </p:nvSpPr>
          <p:spPr>
            <a:xfrm>
              <a:off x="6560196" y="6491755"/>
              <a:ext cx="175185" cy="119161"/>
            </a:xfrm>
            <a:custGeom>
              <a:avLst/>
              <a:gdLst/>
              <a:ahLst/>
              <a:cxnLst/>
              <a:rect l="0" t="0" r="r" b="b"/>
              <a:pathLst>
                <a:path w="13794" h="9383" fill="norm" stroke="0">
                  <a:moveTo>
                    <a:pt x="12044" y="0"/>
                  </a:moveTo>
                  <a:cubicBezTo>
                    <a:pt x="12205" y="0"/>
                    <a:pt x="12367" y="0"/>
                    <a:pt x="12534" y="0"/>
                  </a:cubicBezTo>
                  <a:cubicBezTo>
                    <a:pt x="12534" y="23"/>
                    <a:pt x="12534" y="46"/>
                    <a:pt x="12534" y="70"/>
                  </a:cubicBezTo>
                  <a:cubicBezTo>
                    <a:pt x="12626" y="70"/>
                    <a:pt x="12719" y="70"/>
                    <a:pt x="12814" y="70"/>
                  </a:cubicBezTo>
                  <a:cubicBezTo>
                    <a:pt x="12814" y="93"/>
                    <a:pt x="12814" y="116"/>
                    <a:pt x="12814" y="140"/>
                  </a:cubicBezTo>
                  <a:cubicBezTo>
                    <a:pt x="12820" y="139"/>
                    <a:pt x="12820" y="139"/>
                    <a:pt x="12852" y="131"/>
                  </a:cubicBezTo>
                  <a:cubicBezTo>
                    <a:pt x="12912" y="122"/>
                    <a:pt x="12966" y="118"/>
                    <a:pt x="13024" y="140"/>
                  </a:cubicBezTo>
                  <a:cubicBezTo>
                    <a:pt x="13099" y="200"/>
                    <a:pt x="13155" y="281"/>
                    <a:pt x="13210" y="359"/>
                  </a:cubicBezTo>
                  <a:cubicBezTo>
                    <a:pt x="13234" y="385"/>
                    <a:pt x="13234" y="385"/>
                    <a:pt x="13271" y="404"/>
                  </a:cubicBezTo>
                  <a:cubicBezTo>
                    <a:pt x="13282" y="409"/>
                    <a:pt x="13293" y="415"/>
                    <a:pt x="13304" y="420"/>
                  </a:cubicBezTo>
                  <a:cubicBezTo>
                    <a:pt x="13308" y="457"/>
                    <a:pt x="13308" y="457"/>
                    <a:pt x="13304" y="490"/>
                  </a:cubicBezTo>
                  <a:cubicBezTo>
                    <a:pt x="13327" y="490"/>
                    <a:pt x="13350" y="490"/>
                    <a:pt x="13374" y="490"/>
                  </a:cubicBezTo>
                  <a:cubicBezTo>
                    <a:pt x="13374" y="513"/>
                    <a:pt x="13374" y="536"/>
                    <a:pt x="13374" y="560"/>
                  </a:cubicBezTo>
                  <a:cubicBezTo>
                    <a:pt x="13384" y="559"/>
                    <a:pt x="13394" y="558"/>
                    <a:pt x="13404" y="556"/>
                  </a:cubicBezTo>
                  <a:cubicBezTo>
                    <a:pt x="13472" y="563"/>
                    <a:pt x="13511" y="612"/>
                    <a:pt x="13555" y="660"/>
                  </a:cubicBezTo>
                  <a:cubicBezTo>
                    <a:pt x="13594" y="714"/>
                    <a:pt x="13596" y="750"/>
                    <a:pt x="13589" y="815"/>
                  </a:cubicBezTo>
                  <a:cubicBezTo>
                    <a:pt x="13587" y="823"/>
                    <a:pt x="13586" y="831"/>
                    <a:pt x="13584" y="840"/>
                  </a:cubicBezTo>
                  <a:cubicBezTo>
                    <a:pt x="13607" y="840"/>
                    <a:pt x="13630" y="840"/>
                    <a:pt x="13654" y="840"/>
                  </a:cubicBezTo>
                  <a:cubicBezTo>
                    <a:pt x="13654" y="863"/>
                    <a:pt x="13654" y="886"/>
                    <a:pt x="13654" y="910"/>
                  </a:cubicBezTo>
                  <a:cubicBezTo>
                    <a:pt x="13677" y="910"/>
                    <a:pt x="13700" y="910"/>
                    <a:pt x="13724" y="910"/>
                  </a:cubicBezTo>
                  <a:cubicBezTo>
                    <a:pt x="13724" y="1026"/>
                    <a:pt x="13724" y="1141"/>
                    <a:pt x="13724" y="1260"/>
                  </a:cubicBezTo>
                  <a:cubicBezTo>
                    <a:pt x="13747" y="1260"/>
                    <a:pt x="13770" y="1260"/>
                    <a:pt x="13794" y="1260"/>
                  </a:cubicBezTo>
                  <a:cubicBezTo>
                    <a:pt x="13794" y="1422"/>
                    <a:pt x="13794" y="1584"/>
                    <a:pt x="13794" y="1751"/>
                  </a:cubicBezTo>
                  <a:cubicBezTo>
                    <a:pt x="13771" y="1751"/>
                    <a:pt x="13748" y="1751"/>
                    <a:pt x="13724" y="1751"/>
                  </a:cubicBezTo>
                  <a:cubicBezTo>
                    <a:pt x="13724" y="1820"/>
                    <a:pt x="13724" y="1889"/>
                    <a:pt x="13724" y="1961"/>
                  </a:cubicBezTo>
                  <a:cubicBezTo>
                    <a:pt x="13701" y="1961"/>
                    <a:pt x="13678" y="1961"/>
                    <a:pt x="13654" y="1961"/>
                  </a:cubicBezTo>
                  <a:cubicBezTo>
                    <a:pt x="13655" y="1968"/>
                    <a:pt x="13655" y="1968"/>
                    <a:pt x="13658" y="2004"/>
                  </a:cubicBezTo>
                  <a:cubicBezTo>
                    <a:pt x="13661" y="2061"/>
                    <a:pt x="13662" y="2114"/>
                    <a:pt x="13654" y="2171"/>
                  </a:cubicBezTo>
                  <a:cubicBezTo>
                    <a:pt x="13629" y="2198"/>
                    <a:pt x="13609" y="2208"/>
                    <a:pt x="13575" y="2222"/>
                  </a:cubicBezTo>
                  <a:cubicBezTo>
                    <a:pt x="13549" y="2241"/>
                    <a:pt x="13549" y="2241"/>
                    <a:pt x="13541" y="2270"/>
                  </a:cubicBezTo>
                  <a:cubicBezTo>
                    <a:pt x="13539" y="2281"/>
                    <a:pt x="13538" y="2293"/>
                    <a:pt x="13537" y="2305"/>
                  </a:cubicBezTo>
                  <a:cubicBezTo>
                    <a:pt x="13516" y="2402"/>
                    <a:pt x="13452" y="2446"/>
                    <a:pt x="13376" y="2505"/>
                  </a:cubicBezTo>
                  <a:cubicBezTo>
                    <a:pt x="13224" y="2628"/>
                    <a:pt x="13224" y="2628"/>
                    <a:pt x="13178" y="2711"/>
                  </a:cubicBezTo>
                  <a:cubicBezTo>
                    <a:pt x="13164" y="2731"/>
                    <a:pt x="13164" y="2731"/>
                    <a:pt x="13125" y="2737"/>
                  </a:cubicBezTo>
                  <a:cubicBezTo>
                    <a:pt x="13119" y="2736"/>
                    <a:pt x="13119" y="2736"/>
                    <a:pt x="13094" y="2731"/>
                  </a:cubicBezTo>
                  <a:cubicBezTo>
                    <a:pt x="13094" y="2754"/>
                    <a:pt x="13094" y="2777"/>
                    <a:pt x="13094" y="2801"/>
                  </a:cubicBezTo>
                  <a:cubicBezTo>
                    <a:pt x="12972" y="2859"/>
                    <a:pt x="12880" y="2881"/>
                    <a:pt x="12744" y="2871"/>
                  </a:cubicBezTo>
                  <a:cubicBezTo>
                    <a:pt x="12744" y="2894"/>
                    <a:pt x="12744" y="2917"/>
                    <a:pt x="12744" y="2941"/>
                  </a:cubicBezTo>
                  <a:cubicBezTo>
                    <a:pt x="12443" y="2941"/>
                    <a:pt x="12143" y="2941"/>
                    <a:pt x="11834" y="2941"/>
                  </a:cubicBezTo>
                  <a:cubicBezTo>
                    <a:pt x="11834" y="2918"/>
                    <a:pt x="11834" y="2895"/>
                    <a:pt x="11834" y="2871"/>
                  </a:cubicBezTo>
                  <a:cubicBezTo>
                    <a:pt x="11764" y="2871"/>
                    <a:pt x="11695" y="2871"/>
                    <a:pt x="11623" y="2871"/>
                  </a:cubicBezTo>
                  <a:cubicBezTo>
                    <a:pt x="11623" y="2848"/>
                    <a:pt x="11623" y="2825"/>
                    <a:pt x="11623" y="2801"/>
                  </a:cubicBezTo>
                  <a:cubicBezTo>
                    <a:pt x="11577" y="2801"/>
                    <a:pt x="11531" y="2801"/>
                    <a:pt x="11483" y="2801"/>
                  </a:cubicBezTo>
                  <a:cubicBezTo>
                    <a:pt x="11483" y="2778"/>
                    <a:pt x="11483" y="2755"/>
                    <a:pt x="11483" y="2731"/>
                  </a:cubicBezTo>
                  <a:cubicBezTo>
                    <a:pt x="11460" y="2731"/>
                    <a:pt x="11437" y="2731"/>
                    <a:pt x="11413" y="2731"/>
                  </a:cubicBezTo>
                  <a:cubicBezTo>
                    <a:pt x="11413" y="2708"/>
                    <a:pt x="11413" y="2685"/>
                    <a:pt x="11413" y="2661"/>
                  </a:cubicBezTo>
                  <a:cubicBezTo>
                    <a:pt x="11403" y="2662"/>
                    <a:pt x="11392" y="2663"/>
                    <a:pt x="11382" y="2664"/>
                  </a:cubicBezTo>
                  <a:cubicBezTo>
                    <a:pt x="11343" y="2661"/>
                    <a:pt x="11343" y="2661"/>
                    <a:pt x="11317" y="2639"/>
                  </a:cubicBezTo>
                  <a:cubicBezTo>
                    <a:pt x="11309" y="2629"/>
                    <a:pt x="11301" y="2619"/>
                    <a:pt x="11293" y="2608"/>
                  </a:cubicBezTo>
                  <a:cubicBezTo>
                    <a:pt x="11289" y="2603"/>
                    <a:pt x="11289" y="2603"/>
                    <a:pt x="11266" y="2575"/>
                  </a:cubicBezTo>
                  <a:cubicBezTo>
                    <a:pt x="11257" y="2564"/>
                    <a:pt x="11248" y="2552"/>
                    <a:pt x="11238" y="2540"/>
                  </a:cubicBezTo>
                  <a:cubicBezTo>
                    <a:pt x="11220" y="2518"/>
                    <a:pt x="11202" y="2495"/>
                    <a:pt x="11184" y="2473"/>
                  </a:cubicBezTo>
                  <a:cubicBezTo>
                    <a:pt x="11176" y="2463"/>
                    <a:pt x="11168" y="2453"/>
                    <a:pt x="11159" y="2442"/>
                  </a:cubicBezTo>
                  <a:cubicBezTo>
                    <a:pt x="11133" y="2416"/>
                    <a:pt x="11133" y="2416"/>
                    <a:pt x="11095" y="2397"/>
                  </a:cubicBezTo>
                  <a:cubicBezTo>
                    <a:pt x="11085" y="2392"/>
                    <a:pt x="11074" y="2386"/>
                    <a:pt x="11063" y="2381"/>
                  </a:cubicBezTo>
                  <a:cubicBezTo>
                    <a:pt x="11059" y="2344"/>
                    <a:pt x="11059" y="2344"/>
                    <a:pt x="11063" y="2311"/>
                  </a:cubicBezTo>
                  <a:cubicBezTo>
                    <a:pt x="11040" y="2311"/>
                    <a:pt x="11017" y="2311"/>
                    <a:pt x="10993" y="2311"/>
                  </a:cubicBezTo>
                  <a:cubicBezTo>
                    <a:pt x="10993" y="2264"/>
                    <a:pt x="10993" y="2218"/>
                    <a:pt x="10993" y="2171"/>
                  </a:cubicBezTo>
                  <a:cubicBezTo>
                    <a:pt x="10970" y="2171"/>
                    <a:pt x="10947" y="2171"/>
                    <a:pt x="10923" y="2171"/>
                  </a:cubicBezTo>
                  <a:cubicBezTo>
                    <a:pt x="10923" y="2124"/>
                    <a:pt x="10923" y="2078"/>
                    <a:pt x="10923" y="2031"/>
                  </a:cubicBezTo>
                  <a:cubicBezTo>
                    <a:pt x="10808" y="2031"/>
                    <a:pt x="10692" y="2031"/>
                    <a:pt x="10573" y="2031"/>
                  </a:cubicBezTo>
                  <a:cubicBezTo>
                    <a:pt x="10573" y="2054"/>
                    <a:pt x="10573" y="2077"/>
                    <a:pt x="10573" y="2101"/>
                  </a:cubicBezTo>
                  <a:cubicBezTo>
                    <a:pt x="10565" y="2101"/>
                    <a:pt x="10557" y="2102"/>
                    <a:pt x="10548" y="2103"/>
                  </a:cubicBezTo>
                  <a:cubicBezTo>
                    <a:pt x="10510" y="2107"/>
                    <a:pt x="10473" y="2112"/>
                    <a:pt x="10435" y="2116"/>
                  </a:cubicBezTo>
                  <a:cubicBezTo>
                    <a:pt x="10422" y="2117"/>
                    <a:pt x="10409" y="2119"/>
                    <a:pt x="10396" y="2120"/>
                  </a:cubicBezTo>
                  <a:cubicBezTo>
                    <a:pt x="10383" y="2122"/>
                    <a:pt x="10371" y="2123"/>
                    <a:pt x="10358" y="2125"/>
                  </a:cubicBezTo>
                  <a:cubicBezTo>
                    <a:pt x="10346" y="2126"/>
                    <a:pt x="10335" y="2127"/>
                    <a:pt x="10323" y="2128"/>
                  </a:cubicBezTo>
                  <a:cubicBezTo>
                    <a:pt x="10293" y="2136"/>
                    <a:pt x="10293" y="2136"/>
                    <a:pt x="10258" y="2171"/>
                  </a:cubicBezTo>
                  <a:cubicBezTo>
                    <a:pt x="10232" y="2175"/>
                    <a:pt x="10232" y="2175"/>
                    <a:pt x="10201" y="2174"/>
                  </a:cubicBezTo>
                  <a:cubicBezTo>
                    <a:pt x="10196" y="2174"/>
                    <a:pt x="10196" y="2174"/>
                    <a:pt x="10168" y="2174"/>
                  </a:cubicBezTo>
                  <a:cubicBezTo>
                    <a:pt x="10162" y="2174"/>
                    <a:pt x="10162" y="2174"/>
                    <a:pt x="10133" y="2173"/>
                  </a:cubicBezTo>
                  <a:cubicBezTo>
                    <a:pt x="10122" y="2173"/>
                    <a:pt x="10110" y="2172"/>
                    <a:pt x="10098" y="2172"/>
                  </a:cubicBezTo>
                  <a:cubicBezTo>
                    <a:pt x="10070" y="2172"/>
                    <a:pt x="10041" y="2171"/>
                    <a:pt x="10013" y="2171"/>
                  </a:cubicBezTo>
                  <a:cubicBezTo>
                    <a:pt x="10013" y="2194"/>
                    <a:pt x="10013" y="2217"/>
                    <a:pt x="10013" y="2241"/>
                  </a:cubicBezTo>
                  <a:cubicBezTo>
                    <a:pt x="9897" y="2241"/>
                    <a:pt x="9782" y="2241"/>
                    <a:pt x="9663" y="2241"/>
                  </a:cubicBezTo>
                  <a:cubicBezTo>
                    <a:pt x="9663" y="2264"/>
                    <a:pt x="9663" y="2287"/>
                    <a:pt x="9663" y="2311"/>
                  </a:cubicBezTo>
                  <a:cubicBezTo>
                    <a:pt x="9570" y="2311"/>
                    <a:pt x="9478" y="2311"/>
                    <a:pt x="9383" y="2311"/>
                  </a:cubicBezTo>
                  <a:cubicBezTo>
                    <a:pt x="9383" y="2334"/>
                    <a:pt x="9383" y="2357"/>
                    <a:pt x="9383" y="2381"/>
                  </a:cubicBezTo>
                  <a:cubicBezTo>
                    <a:pt x="9290" y="2381"/>
                    <a:pt x="9198" y="2381"/>
                    <a:pt x="9103" y="2381"/>
                  </a:cubicBezTo>
                  <a:cubicBezTo>
                    <a:pt x="9103" y="2404"/>
                    <a:pt x="9103" y="2427"/>
                    <a:pt x="9103" y="2451"/>
                  </a:cubicBezTo>
                  <a:cubicBezTo>
                    <a:pt x="9094" y="2452"/>
                    <a:pt x="9086" y="2452"/>
                    <a:pt x="9078" y="2453"/>
                  </a:cubicBezTo>
                  <a:cubicBezTo>
                    <a:pt x="9040" y="2457"/>
                    <a:pt x="9002" y="2462"/>
                    <a:pt x="8965" y="2466"/>
                  </a:cubicBezTo>
                  <a:cubicBezTo>
                    <a:pt x="8952" y="2467"/>
                    <a:pt x="8939" y="2469"/>
                    <a:pt x="8925" y="2470"/>
                  </a:cubicBezTo>
                  <a:cubicBezTo>
                    <a:pt x="8913" y="2472"/>
                    <a:pt x="8900" y="2473"/>
                    <a:pt x="8887" y="2475"/>
                  </a:cubicBezTo>
                  <a:cubicBezTo>
                    <a:pt x="8876" y="2476"/>
                    <a:pt x="8864" y="2477"/>
                    <a:pt x="8852" y="2479"/>
                  </a:cubicBezTo>
                  <a:cubicBezTo>
                    <a:pt x="8823" y="2486"/>
                    <a:pt x="8823" y="2486"/>
                    <a:pt x="8788" y="2521"/>
                  </a:cubicBezTo>
                  <a:cubicBezTo>
                    <a:pt x="8761" y="2525"/>
                    <a:pt x="8761" y="2525"/>
                    <a:pt x="8731" y="2524"/>
                  </a:cubicBezTo>
                  <a:cubicBezTo>
                    <a:pt x="8720" y="2524"/>
                    <a:pt x="8709" y="2524"/>
                    <a:pt x="8697" y="2524"/>
                  </a:cubicBezTo>
                  <a:cubicBezTo>
                    <a:pt x="8686" y="2524"/>
                    <a:pt x="8675" y="2523"/>
                    <a:pt x="8663" y="2523"/>
                  </a:cubicBezTo>
                  <a:cubicBezTo>
                    <a:pt x="8651" y="2523"/>
                    <a:pt x="8640" y="2523"/>
                    <a:pt x="8628" y="2522"/>
                  </a:cubicBezTo>
                  <a:cubicBezTo>
                    <a:pt x="8599" y="2522"/>
                    <a:pt x="8571" y="2521"/>
                    <a:pt x="8543" y="2521"/>
                  </a:cubicBezTo>
                  <a:cubicBezTo>
                    <a:pt x="8543" y="2544"/>
                    <a:pt x="8543" y="2567"/>
                    <a:pt x="8543" y="2591"/>
                  </a:cubicBezTo>
                  <a:cubicBezTo>
                    <a:pt x="8536" y="2592"/>
                    <a:pt x="8536" y="2592"/>
                    <a:pt x="8505" y="2596"/>
                  </a:cubicBezTo>
                  <a:cubicBezTo>
                    <a:pt x="8452" y="2609"/>
                    <a:pt x="8406" y="2621"/>
                    <a:pt x="8367" y="2661"/>
                  </a:cubicBezTo>
                  <a:cubicBezTo>
                    <a:pt x="8332" y="2748"/>
                    <a:pt x="8340" y="2852"/>
                    <a:pt x="8339" y="2945"/>
                  </a:cubicBezTo>
                  <a:cubicBezTo>
                    <a:pt x="8338" y="2972"/>
                    <a:pt x="8337" y="2999"/>
                    <a:pt x="8336" y="3025"/>
                  </a:cubicBezTo>
                  <a:cubicBezTo>
                    <a:pt x="8334" y="3091"/>
                    <a:pt x="8333" y="3156"/>
                    <a:pt x="8332" y="3221"/>
                  </a:cubicBezTo>
                  <a:cubicBezTo>
                    <a:pt x="8309" y="3221"/>
                    <a:pt x="8286" y="3221"/>
                    <a:pt x="8262" y="3221"/>
                  </a:cubicBezTo>
                  <a:cubicBezTo>
                    <a:pt x="8262" y="3313"/>
                    <a:pt x="8262" y="3406"/>
                    <a:pt x="8262" y="3501"/>
                  </a:cubicBezTo>
                  <a:cubicBezTo>
                    <a:pt x="8239" y="3501"/>
                    <a:pt x="8216" y="3501"/>
                    <a:pt x="8192" y="3501"/>
                  </a:cubicBezTo>
                  <a:cubicBezTo>
                    <a:pt x="8192" y="3547"/>
                    <a:pt x="8192" y="3593"/>
                    <a:pt x="8192" y="3641"/>
                  </a:cubicBezTo>
                  <a:cubicBezTo>
                    <a:pt x="8169" y="3641"/>
                    <a:pt x="8146" y="3641"/>
                    <a:pt x="8122" y="3641"/>
                  </a:cubicBezTo>
                  <a:cubicBezTo>
                    <a:pt x="8122" y="3687"/>
                    <a:pt x="8122" y="3734"/>
                    <a:pt x="8122" y="3781"/>
                  </a:cubicBezTo>
                  <a:cubicBezTo>
                    <a:pt x="8099" y="3781"/>
                    <a:pt x="8076" y="3781"/>
                    <a:pt x="8052" y="3781"/>
                  </a:cubicBezTo>
                  <a:cubicBezTo>
                    <a:pt x="8052" y="3827"/>
                    <a:pt x="8052" y="3874"/>
                    <a:pt x="8052" y="3921"/>
                  </a:cubicBezTo>
                  <a:cubicBezTo>
                    <a:pt x="8029" y="3921"/>
                    <a:pt x="8006" y="3921"/>
                    <a:pt x="7982" y="3921"/>
                  </a:cubicBezTo>
                  <a:cubicBezTo>
                    <a:pt x="7982" y="3944"/>
                    <a:pt x="7982" y="3967"/>
                    <a:pt x="7982" y="3991"/>
                  </a:cubicBezTo>
                  <a:cubicBezTo>
                    <a:pt x="7959" y="3991"/>
                    <a:pt x="7936" y="3991"/>
                    <a:pt x="7912" y="3991"/>
                  </a:cubicBezTo>
                  <a:cubicBezTo>
                    <a:pt x="7937" y="4140"/>
                    <a:pt x="7968" y="4241"/>
                    <a:pt x="8092" y="4335"/>
                  </a:cubicBezTo>
                  <a:cubicBezTo>
                    <a:pt x="8097" y="4338"/>
                    <a:pt x="8097" y="4338"/>
                    <a:pt x="8121" y="4355"/>
                  </a:cubicBezTo>
                  <a:cubicBezTo>
                    <a:pt x="8171" y="4390"/>
                    <a:pt x="8171" y="4390"/>
                    <a:pt x="8192" y="4411"/>
                  </a:cubicBezTo>
                  <a:cubicBezTo>
                    <a:pt x="8199" y="4451"/>
                    <a:pt x="8199" y="4451"/>
                    <a:pt x="8192" y="4481"/>
                  </a:cubicBezTo>
                  <a:cubicBezTo>
                    <a:pt x="8216" y="4481"/>
                    <a:pt x="8239" y="4481"/>
                    <a:pt x="8262" y="4481"/>
                  </a:cubicBezTo>
                  <a:cubicBezTo>
                    <a:pt x="8262" y="4504"/>
                    <a:pt x="8262" y="4528"/>
                    <a:pt x="8262" y="4551"/>
                  </a:cubicBezTo>
                  <a:cubicBezTo>
                    <a:pt x="8273" y="4550"/>
                    <a:pt x="8283" y="4549"/>
                    <a:pt x="8294" y="4548"/>
                  </a:cubicBezTo>
                  <a:cubicBezTo>
                    <a:pt x="8332" y="4551"/>
                    <a:pt x="8332" y="4551"/>
                    <a:pt x="8359" y="4573"/>
                  </a:cubicBezTo>
                  <a:cubicBezTo>
                    <a:pt x="8367" y="4583"/>
                    <a:pt x="8375" y="4593"/>
                    <a:pt x="8383" y="4604"/>
                  </a:cubicBezTo>
                  <a:cubicBezTo>
                    <a:pt x="8392" y="4615"/>
                    <a:pt x="8401" y="4626"/>
                    <a:pt x="8410" y="4637"/>
                  </a:cubicBezTo>
                  <a:cubicBezTo>
                    <a:pt x="8419" y="4648"/>
                    <a:pt x="8428" y="4660"/>
                    <a:pt x="8438" y="4672"/>
                  </a:cubicBezTo>
                  <a:cubicBezTo>
                    <a:pt x="8456" y="4694"/>
                    <a:pt x="8474" y="4717"/>
                    <a:pt x="8492" y="4739"/>
                  </a:cubicBezTo>
                  <a:cubicBezTo>
                    <a:pt x="8500" y="4749"/>
                    <a:pt x="8508" y="4760"/>
                    <a:pt x="8516" y="4770"/>
                  </a:cubicBezTo>
                  <a:cubicBezTo>
                    <a:pt x="8543" y="4796"/>
                    <a:pt x="8543" y="4796"/>
                    <a:pt x="8580" y="4815"/>
                  </a:cubicBezTo>
                  <a:cubicBezTo>
                    <a:pt x="8591" y="4821"/>
                    <a:pt x="8602" y="4826"/>
                    <a:pt x="8613" y="4831"/>
                  </a:cubicBezTo>
                  <a:cubicBezTo>
                    <a:pt x="8617" y="4869"/>
                    <a:pt x="8617" y="4869"/>
                    <a:pt x="8613" y="4901"/>
                  </a:cubicBezTo>
                  <a:cubicBezTo>
                    <a:pt x="8636" y="4901"/>
                    <a:pt x="8659" y="4901"/>
                    <a:pt x="8683" y="4901"/>
                  </a:cubicBezTo>
                  <a:cubicBezTo>
                    <a:pt x="8686" y="4912"/>
                    <a:pt x="8689" y="4923"/>
                    <a:pt x="8692" y="4934"/>
                  </a:cubicBezTo>
                  <a:cubicBezTo>
                    <a:pt x="8734" y="5059"/>
                    <a:pt x="8801" y="5134"/>
                    <a:pt x="8897" y="5222"/>
                  </a:cubicBezTo>
                  <a:cubicBezTo>
                    <a:pt x="8934" y="5258"/>
                    <a:pt x="8971" y="5295"/>
                    <a:pt x="9007" y="5331"/>
                  </a:cubicBezTo>
                  <a:cubicBezTo>
                    <a:pt x="9021" y="5346"/>
                    <a:pt x="9035" y="5360"/>
                    <a:pt x="9049" y="5374"/>
                  </a:cubicBezTo>
                  <a:cubicBezTo>
                    <a:pt x="9070" y="5396"/>
                    <a:pt x="9092" y="5418"/>
                    <a:pt x="9113" y="5439"/>
                  </a:cubicBezTo>
                  <a:cubicBezTo>
                    <a:pt x="9133" y="5460"/>
                    <a:pt x="9153" y="5480"/>
                    <a:pt x="9173" y="5500"/>
                  </a:cubicBezTo>
                  <a:cubicBezTo>
                    <a:pt x="9185" y="5512"/>
                    <a:pt x="9197" y="5524"/>
                    <a:pt x="9209" y="5537"/>
                  </a:cubicBezTo>
                  <a:cubicBezTo>
                    <a:pt x="9242" y="5566"/>
                    <a:pt x="9273" y="5582"/>
                    <a:pt x="9313" y="5602"/>
                  </a:cubicBezTo>
                  <a:cubicBezTo>
                    <a:pt x="9320" y="5636"/>
                    <a:pt x="9320" y="5636"/>
                    <a:pt x="9317" y="5674"/>
                  </a:cubicBezTo>
                  <a:cubicBezTo>
                    <a:pt x="9317" y="5687"/>
                    <a:pt x="9316" y="5699"/>
                    <a:pt x="9315" y="5712"/>
                  </a:cubicBezTo>
                  <a:cubicBezTo>
                    <a:pt x="9314" y="5722"/>
                    <a:pt x="9314" y="5732"/>
                    <a:pt x="9313" y="5742"/>
                  </a:cubicBezTo>
                  <a:cubicBezTo>
                    <a:pt x="9336" y="5742"/>
                    <a:pt x="9359" y="5742"/>
                    <a:pt x="9383" y="5742"/>
                  </a:cubicBezTo>
                  <a:cubicBezTo>
                    <a:pt x="9383" y="5765"/>
                    <a:pt x="9383" y="5788"/>
                    <a:pt x="9383" y="5812"/>
                  </a:cubicBezTo>
                  <a:cubicBezTo>
                    <a:pt x="9388" y="5811"/>
                    <a:pt x="9388" y="5811"/>
                    <a:pt x="9415" y="5808"/>
                  </a:cubicBezTo>
                  <a:cubicBezTo>
                    <a:pt x="9453" y="5812"/>
                    <a:pt x="9453" y="5812"/>
                    <a:pt x="9479" y="5834"/>
                  </a:cubicBezTo>
                  <a:cubicBezTo>
                    <a:pt x="9488" y="5844"/>
                    <a:pt x="9496" y="5855"/>
                    <a:pt x="9505" y="5866"/>
                  </a:cubicBezTo>
                  <a:cubicBezTo>
                    <a:pt x="9514" y="5877"/>
                    <a:pt x="9524" y="5889"/>
                    <a:pt x="9534" y="5901"/>
                  </a:cubicBezTo>
                  <a:cubicBezTo>
                    <a:pt x="9539" y="5907"/>
                    <a:pt x="9539" y="5907"/>
                    <a:pt x="9564" y="5939"/>
                  </a:cubicBezTo>
                  <a:cubicBezTo>
                    <a:pt x="9657" y="6050"/>
                    <a:pt x="9754" y="6146"/>
                    <a:pt x="9868" y="6235"/>
                  </a:cubicBezTo>
                  <a:cubicBezTo>
                    <a:pt x="9878" y="6243"/>
                    <a:pt x="9888" y="6251"/>
                    <a:pt x="9898" y="6259"/>
                  </a:cubicBezTo>
                  <a:cubicBezTo>
                    <a:pt x="9902" y="6262"/>
                    <a:pt x="9902" y="6262"/>
                    <a:pt x="9924" y="6279"/>
                  </a:cubicBezTo>
                  <a:cubicBezTo>
                    <a:pt x="9950" y="6310"/>
                    <a:pt x="9946" y="6333"/>
                    <a:pt x="9943" y="6372"/>
                  </a:cubicBezTo>
                  <a:cubicBezTo>
                    <a:pt x="9966" y="6372"/>
                    <a:pt x="9989" y="6372"/>
                    <a:pt x="10013" y="6372"/>
                  </a:cubicBezTo>
                  <a:cubicBezTo>
                    <a:pt x="10013" y="6395"/>
                    <a:pt x="10013" y="6418"/>
                    <a:pt x="10013" y="6442"/>
                  </a:cubicBezTo>
                  <a:cubicBezTo>
                    <a:pt x="10036" y="6442"/>
                    <a:pt x="10059" y="6442"/>
                    <a:pt x="10083" y="6442"/>
                  </a:cubicBezTo>
                  <a:cubicBezTo>
                    <a:pt x="10083" y="6465"/>
                    <a:pt x="10083" y="6488"/>
                    <a:pt x="10083" y="6512"/>
                  </a:cubicBezTo>
                  <a:cubicBezTo>
                    <a:pt x="10106" y="6512"/>
                    <a:pt x="10129" y="6512"/>
                    <a:pt x="10153" y="6512"/>
                  </a:cubicBezTo>
                  <a:cubicBezTo>
                    <a:pt x="10153" y="6558"/>
                    <a:pt x="10153" y="6604"/>
                    <a:pt x="10153" y="6652"/>
                  </a:cubicBezTo>
                  <a:cubicBezTo>
                    <a:pt x="10176" y="6652"/>
                    <a:pt x="10199" y="6652"/>
                    <a:pt x="10223" y="6652"/>
                  </a:cubicBezTo>
                  <a:cubicBezTo>
                    <a:pt x="10223" y="6675"/>
                    <a:pt x="10223" y="6698"/>
                    <a:pt x="10223" y="6722"/>
                  </a:cubicBezTo>
                  <a:cubicBezTo>
                    <a:pt x="10269" y="6722"/>
                    <a:pt x="10315" y="6722"/>
                    <a:pt x="10363" y="6722"/>
                  </a:cubicBezTo>
                  <a:cubicBezTo>
                    <a:pt x="10363" y="6745"/>
                    <a:pt x="10363" y="6768"/>
                    <a:pt x="10363" y="6792"/>
                  </a:cubicBezTo>
                  <a:cubicBezTo>
                    <a:pt x="10386" y="6792"/>
                    <a:pt x="10409" y="6792"/>
                    <a:pt x="10433" y="6792"/>
                  </a:cubicBezTo>
                  <a:cubicBezTo>
                    <a:pt x="10433" y="6769"/>
                    <a:pt x="10433" y="6746"/>
                    <a:pt x="10433" y="6722"/>
                  </a:cubicBezTo>
                  <a:cubicBezTo>
                    <a:pt x="10479" y="6722"/>
                    <a:pt x="10526" y="6722"/>
                    <a:pt x="10573" y="6722"/>
                  </a:cubicBezTo>
                  <a:cubicBezTo>
                    <a:pt x="10573" y="6699"/>
                    <a:pt x="10573" y="6676"/>
                    <a:pt x="10573" y="6652"/>
                  </a:cubicBezTo>
                  <a:cubicBezTo>
                    <a:pt x="10642" y="6652"/>
                    <a:pt x="10712" y="6652"/>
                    <a:pt x="10783" y="6652"/>
                  </a:cubicBezTo>
                  <a:cubicBezTo>
                    <a:pt x="10783" y="6629"/>
                    <a:pt x="10783" y="6606"/>
                    <a:pt x="10783" y="6582"/>
                  </a:cubicBezTo>
                  <a:cubicBezTo>
                    <a:pt x="11060" y="6582"/>
                    <a:pt x="11338" y="6582"/>
                    <a:pt x="11623" y="6582"/>
                  </a:cubicBezTo>
                  <a:cubicBezTo>
                    <a:pt x="11623" y="6605"/>
                    <a:pt x="11623" y="6628"/>
                    <a:pt x="11623" y="6652"/>
                  </a:cubicBezTo>
                  <a:cubicBezTo>
                    <a:pt x="11634" y="6651"/>
                    <a:pt x="11645" y="6650"/>
                    <a:pt x="11656" y="6650"/>
                  </a:cubicBezTo>
                  <a:cubicBezTo>
                    <a:pt x="11779" y="6644"/>
                    <a:pt x="11862" y="6669"/>
                    <a:pt x="11974" y="6722"/>
                  </a:cubicBezTo>
                  <a:cubicBezTo>
                    <a:pt x="11974" y="6745"/>
                    <a:pt x="11974" y="6768"/>
                    <a:pt x="11974" y="6792"/>
                  </a:cubicBezTo>
                  <a:cubicBezTo>
                    <a:pt x="11997" y="6792"/>
                    <a:pt x="12020" y="6792"/>
                    <a:pt x="12044" y="6792"/>
                  </a:cubicBezTo>
                  <a:cubicBezTo>
                    <a:pt x="12044" y="6815"/>
                    <a:pt x="12044" y="6838"/>
                    <a:pt x="12044" y="6862"/>
                  </a:cubicBezTo>
                  <a:cubicBezTo>
                    <a:pt x="12054" y="6860"/>
                    <a:pt x="12064" y="6858"/>
                    <a:pt x="12074" y="6857"/>
                  </a:cubicBezTo>
                  <a:cubicBezTo>
                    <a:pt x="12114" y="6862"/>
                    <a:pt x="12114" y="6862"/>
                    <a:pt x="12149" y="6899"/>
                  </a:cubicBezTo>
                  <a:cubicBezTo>
                    <a:pt x="12161" y="6915"/>
                    <a:pt x="12172" y="6931"/>
                    <a:pt x="12184" y="6947"/>
                  </a:cubicBezTo>
                  <a:cubicBezTo>
                    <a:pt x="12245" y="7033"/>
                    <a:pt x="12245" y="7033"/>
                    <a:pt x="12291" y="7055"/>
                  </a:cubicBezTo>
                  <a:cubicBezTo>
                    <a:pt x="12349" y="7085"/>
                    <a:pt x="12355" y="7147"/>
                    <a:pt x="12374" y="7207"/>
                  </a:cubicBezTo>
                  <a:cubicBezTo>
                    <a:pt x="12394" y="7247"/>
                    <a:pt x="12394" y="7247"/>
                    <a:pt x="12431" y="7263"/>
                  </a:cubicBezTo>
                  <a:cubicBezTo>
                    <a:pt x="12442" y="7270"/>
                    <a:pt x="12452" y="7276"/>
                    <a:pt x="12464" y="7282"/>
                  </a:cubicBezTo>
                  <a:cubicBezTo>
                    <a:pt x="12469" y="7321"/>
                    <a:pt x="12470" y="7351"/>
                    <a:pt x="12468" y="7389"/>
                  </a:cubicBezTo>
                  <a:cubicBezTo>
                    <a:pt x="12468" y="7399"/>
                    <a:pt x="12467" y="7409"/>
                    <a:pt x="12467" y="7419"/>
                  </a:cubicBezTo>
                  <a:cubicBezTo>
                    <a:pt x="12466" y="7444"/>
                    <a:pt x="12465" y="7468"/>
                    <a:pt x="12464" y="7492"/>
                  </a:cubicBezTo>
                  <a:cubicBezTo>
                    <a:pt x="12487" y="7492"/>
                    <a:pt x="12510" y="7492"/>
                    <a:pt x="12534" y="7492"/>
                  </a:cubicBezTo>
                  <a:cubicBezTo>
                    <a:pt x="12534" y="7538"/>
                    <a:pt x="12534" y="7585"/>
                    <a:pt x="12534" y="7632"/>
                  </a:cubicBezTo>
                  <a:cubicBezTo>
                    <a:pt x="12557" y="7632"/>
                    <a:pt x="12580" y="7632"/>
                    <a:pt x="12604" y="7632"/>
                  </a:cubicBezTo>
                  <a:cubicBezTo>
                    <a:pt x="12604" y="7817"/>
                    <a:pt x="12604" y="8002"/>
                    <a:pt x="12604" y="8192"/>
                  </a:cubicBezTo>
                  <a:cubicBezTo>
                    <a:pt x="12581" y="8192"/>
                    <a:pt x="12558" y="8192"/>
                    <a:pt x="12534" y="8192"/>
                  </a:cubicBezTo>
                  <a:cubicBezTo>
                    <a:pt x="12534" y="8262"/>
                    <a:pt x="12534" y="8331"/>
                    <a:pt x="12534" y="8402"/>
                  </a:cubicBezTo>
                  <a:cubicBezTo>
                    <a:pt x="12511" y="8402"/>
                    <a:pt x="12487" y="8402"/>
                    <a:pt x="12464" y="8402"/>
                  </a:cubicBezTo>
                  <a:cubicBezTo>
                    <a:pt x="12464" y="8410"/>
                    <a:pt x="12464" y="8410"/>
                    <a:pt x="12467" y="8446"/>
                  </a:cubicBezTo>
                  <a:cubicBezTo>
                    <a:pt x="12471" y="8503"/>
                    <a:pt x="12471" y="8556"/>
                    <a:pt x="12464" y="8613"/>
                  </a:cubicBezTo>
                  <a:cubicBezTo>
                    <a:pt x="12439" y="8640"/>
                    <a:pt x="12419" y="8650"/>
                    <a:pt x="12385" y="8664"/>
                  </a:cubicBezTo>
                  <a:cubicBezTo>
                    <a:pt x="12359" y="8683"/>
                    <a:pt x="12359" y="8683"/>
                    <a:pt x="12350" y="8712"/>
                  </a:cubicBezTo>
                  <a:cubicBezTo>
                    <a:pt x="12350" y="8718"/>
                    <a:pt x="12350" y="8718"/>
                    <a:pt x="12346" y="8747"/>
                  </a:cubicBezTo>
                  <a:cubicBezTo>
                    <a:pt x="12325" y="8842"/>
                    <a:pt x="12266" y="8884"/>
                    <a:pt x="12192" y="8943"/>
                  </a:cubicBezTo>
                  <a:cubicBezTo>
                    <a:pt x="12167" y="8964"/>
                    <a:pt x="12141" y="8985"/>
                    <a:pt x="12116" y="9006"/>
                  </a:cubicBezTo>
                  <a:cubicBezTo>
                    <a:pt x="12103" y="9017"/>
                    <a:pt x="12091" y="9027"/>
                    <a:pt x="12078" y="9038"/>
                  </a:cubicBezTo>
                  <a:cubicBezTo>
                    <a:pt x="12039" y="9072"/>
                    <a:pt x="12005" y="9108"/>
                    <a:pt x="11970" y="9147"/>
                  </a:cubicBezTo>
                  <a:cubicBezTo>
                    <a:pt x="11889" y="9238"/>
                    <a:pt x="11889" y="9238"/>
                    <a:pt x="11819" y="9253"/>
                  </a:cubicBezTo>
                  <a:cubicBezTo>
                    <a:pt x="11776" y="9254"/>
                    <a:pt x="11736" y="9251"/>
                    <a:pt x="11693" y="9243"/>
                  </a:cubicBezTo>
                  <a:cubicBezTo>
                    <a:pt x="11693" y="9266"/>
                    <a:pt x="11693" y="9289"/>
                    <a:pt x="11693" y="9313"/>
                  </a:cubicBezTo>
                  <a:cubicBezTo>
                    <a:pt x="11578" y="9313"/>
                    <a:pt x="11462" y="9313"/>
                    <a:pt x="11343" y="9313"/>
                  </a:cubicBezTo>
                  <a:cubicBezTo>
                    <a:pt x="11343" y="9336"/>
                    <a:pt x="11343" y="9359"/>
                    <a:pt x="11343" y="9383"/>
                  </a:cubicBezTo>
                  <a:cubicBezTo>
                    <a:pt x="11228" y="9383"/>
                    <a:pt x="11112" y="9383"/>
                    <a:pt x="10993" y="9383"/>
                  </a:cubicBezTo>
                  <a:cubicBezTo>
                    <a:pt x="10993" y="9360"/>
                    <a:pt x="10993" y="9337"/>
                    <a:pt x="10993" y="9313"/>
                  </a:cubicBezTo>
                  <a:cubicBezTo>
                    <a:pt x="10878" y="9313"/>
                    <a:pt x="10762" y="9313"/>
                    <a:pt x="10643" y="9313"/>
                  </a:cubicBezTo>
                  <a:cubicBezTo>
                    <a:pt x="10643" y="9290"/>
                    <a:pt x="10643" y="9267"/>
                    <a:pt x="10643" y="9243"/>
                  </a:cubicBezTo>
                  <a:cubicBezTo>
                    <a:pt x="10597" y="9243"/>
                    <a:pt x="10551" y="9243"/>
                    <a:pt x="10503" y="9243"/>
                  </a:cubicBezTo>
                  <a:cubicBezTo>
                    <a:pt x="10503" y="9220"/>
                    <a:pt x="10503" y="9197"/>
                    <a:pt x="10503" y="9173"/>
                  </a:cubicBezTo>
                  <a:cubicBezTo>
                    <a:pt x="10480" y="9173"/>
                    <a:pt x="10457" y="9173"/>
                    <a:pt x="10433" y="9173"/>
                  </a:cubicBezTo>
                  <a:cubicBezTo>
                    <a:pt x="10433" y="9150"/>
                    <a:pt x="10433" y="9127"/>
                    <a:pt x="10433" y="9103"/>
                  </a:cubicBezTo>
                  <a:cubicBezTo>
                    <a:pt x="10387" y="9103"/>
                    <a:pt x="10341" y="9103"/>
                    <a:pt x="10293" y="9103"/>
                  </a:cubicBezTo>
                  <a:cubicBezTo>
                    <a:pt x="10293" y="9080"/>
                    <a:pt x="10293" y="9056"/>
                    <a:pt x="10293" y="9033"/>
                  </a:cubicBezTo>
                  <a:cubicBezTo>
                    <a:pt x="10283" y="9034"/>
                    <a:pt x="10273" y="9035"/>
                    <a:pt x="10263" y="9037"/>
                  </a:cubicBezTo>
                  <a:cubicBezTo>
                    <a:pt x="10209" y="9031"/>
                    <a:pt x="10184" y="9004"/>
                    <a:pt x="10149" y="8967"/>
                  </a:cubicBezTo>
                  <a:cubicBezTo>
                    <a:pt x="10142" y="8961"/>
                    <a:pt x="10136" y="8955"/>
                    <a:pt x="10129" y="8949"/>
                  </a:cubicBezTo>
                  <a:cubicBezTo>
                    <a:pt x="10098" y="8917"/>
                    <a:pt x="10084" y="8898"/>
                    <a:pt x="10079" y="8853"/>
                  </a:cubicBezTo>
                  <a:cubicBezTo>
                    <a:pt x="10080" y="8843"/>
                    <a:pt x="10082" y="8833"/>
                    <a:pt x="10083" y="8823"/>
                  </a:cubicBezTo>
                  <a:cubicBezTo>
                    <a:pt x="10060" y="8823"/>
                    <a:pt x="10037" y="8823"/>
                    <a:pt x="10013" y="8823"/>
                  </a:cubicBezTo>
                  <a:cubicBezTo>
                    <a:pt x="10013" y="8776"/>
                    <a:pt x="10013" y="8730"/>
                    <a:pt x="10013" y="8683"/>
                  </a:cubicBezTo>
                  <a:cubicBezTo>
                    <a:pt x="9990" y="8683"/>
                    <a:pt x="9967" y="8683"/>
                    <a:pt x="9943" y="8683"/>
                  </a:cubicBezTo>
                  <a:cubicBezTo>
                    <a:pt x="9943" y="8659"/>
                    <a:pt x="9943" y="8636"/>
                    <a:pt x="9943" y="8613"/>
                  </a:cubicBezTo>
                  <a:cubicBezTo>
                    <a:pt x="9920" y="8613"/>
                    <a:pt x="9897" y="8613"/>
                    <a:pt x="9873" y="8613"/>
                  </a:cubicBezTo>
                  <a:cubicBezTo>
                    <a:pt x="9873" y="8520"/>
                    <a:pt x="9873" y="8428"/>
                    <a:pt x="9873" y="8332"/>
                  </a:cubicBezTo>
                  <a:cubicBezTo>
                    <a:pt x="9850" y="8332"/>
                    <a:pt x="9827" y="8332"/>
                    <a:pt x="9803" y="8332"/>
                  </a:cubicBezTo>
                  <a:cubicBezTo>
                    <a:pt x="9803" y="8101"/>
                    <a:pt x="9803" y="7870"/>
                    <a:pt x="9803" y="7632"/>
                  </a:cubicBezTo>
                  <a:cubicBezTo>
                    <a:pt x="9826" y="7632"/>
                    <a:pt x="9849" y="7632"/>
                    <a:pt x="9873" y="7632"/>
                  </a:cubicBezTo>
                  <a:cubicBezTo>
                    <a:pt x="9873" y="7563"/>
                    <a:pt x="9873" y="7494"/>
                    <a:pt x="9873" y="7422"/>
                  </a:cubicBezTo>
                  <a:cubicBezTo>
                    <a:pt x="9896" y="7422"/>
                    <a:pt x="9919" y="7422"/>
                    <a:pt x="9943" y="7422"/>
                  </a:cubicBezTo>
                  <a:cubicBezTo>
                    <a:pt x="9960" y="7376"/>
                    <a:pt x="9969" y="7330"/>
                    <a:pt x="9978" y="7282"/>
                  </a:cubicBezTo>
                  <a:cubicBezTo>
                    <a:pt x="9980" y="7272"/>
                    <a:pt x="9982" y="7262"/>
                    <a:pt x="9984" y="7252"/>
                  </a:cubicBezTo>
                  <a:cubicBezTo>
                    <a:pt x="10000" y="7153"/>
                    <a:pt x="10011" y="7054"/>
                    <a:pt x="9955" y="6966"/>
                  </a:cubicBezTo>
                  <a:cubicBezTo>
                    <a:pt x="9883" y="6880"/>
                    <a:pt x="9797" y="6787"/>
                    <a:pt x="9695" y="6739"/>
                  </a:cubicBezTo>
                  <a:cubicBezTo>
                    <a:pt x="9684" y="6733"/>
                    <a:pt x="9674" y="6728"/>
                    <a:pt x="9663" y="6722"/>
                  </a:cubicBezTo>
                  <a:cubicBezTo>
                    <a:pt x="9656" y="6688"/>
                    <a:pt x="9656" y="6688"/>
                    <a:pt x="9658" y="6650"/>
                  </a:cubicBezTo>
                  <a:cubicBezTo>
                    <a:pt x="9659" y="6637"/>
                    <a:pt x="9660" y="6624"/>
                    <a:pt x="9660" y="6611"/>
                  </a:cubicBezTo>
                  <a:cubicBezTo>
                    <a:pt x="9661" y="6602"/>
                    <a:pt x="9662" y="6592"/>
                    <a:pt x="9663" y="6582"/>
                  </a:cubicBezTo>
                  <a:cubicBezTo>
                    <a:pt x="9640" y="6582"/>
                    <a:pt x="9617" y="6582"/>
                    <a:pt x="9593" y="6582"/>
                  </a:cubicBezTo>
                  <a:cubicBezTo>
                    <a:pt x="9593" y="6559"/>
                    <a:pt x="9593" y="6536"/>
                    <a:pt x="9593" y="6512"/>
                  </a:cubicBezTo>
                  <a:cubicBezTo>
                    <a:pt x="9570" y="6512"/>
                    <a:pt x="9547" y="6512"/>
                    <a:pt x="9523" y="6512"/>
                  </a:cubicBezTo>
                  <a:cubicBezTo>
                    <a:pt x="9523" y="6489"/>
                    <a:pt x="9523" y="6466"/>
                    <a:pt x="9523" y="6442"/>
                  </a:cubicBezTo>
                  <a:cubicBezTo>
                    <a:pt x="9518" y="6442"/>
                    <a:pt x="9518" y="6442"/>
                    <a:pt x="9491" y="6445"/>
                  </a:cubicBezTo>
                  <a:cubicBezTo>
                    <a:pt x="9453" y="6442"/>
                    <a:pt x="9453" y="6442"/>
                    <a:pt x="9427" y="6421"/>
                  </a:cubicBezTo>
                  <a:cubicBezTo>
                    <a:pt x="9419" y="6411"/>
                    <a:pt x="9412" y="6402"/>
                    <a:pt x="9403" y="6392"/>
                  </a:cubicBezTo>
                  <a:cubicBezTo>
                    <a:pt x="9394" y="6381"/>
                    <a:pt x="9385" y="6370"/>
                    <a:pt x="9375" y="6358"/>
                  </a:cubicBezTo>
                  <a:cubicBezTo>
                    <a:pt x="9366" y="6346"/>
                    <a:pt x="9356" y="6334"/>
                    <a:pt x="9346" y="6322"/>
                  </a:cubicBezTo>
                  <a:cubicBezTo>
                    <a:pt x="9248" y="6206"/>
                    <a:pt x="9146" y="6096"/>
                    <a:pt x="9039" y="5989"/>
                  </a:cubicBezTo>
                  <a:cubicBezTo>
                    <a:pt x="9032" y="5982"/>
                    <a:pt x="9026" y="5975"/>
                    <a:pt x="9019" y="5968"/>
                  </a:cubicBezTo>
                  <a:cubicBezTo>
                    <a:pt x="8999" y="5948"/>
                    <a:pt x="8979" y="5929"/>
                    <a:pt x="8960" y="5909"/>
                  </a:cubicBezTo>
                  <a:cubicBezTo>
                    <a:pt x="8954" y="5904"/>
                    <a:pt x="8954" y="5904"/>
                    <a:pt x="8926" y="5875"/>
                  </a:cubicBezTo>
                  <a:cubicBezTo>
                    <a:pt x="8893" y="5847"/>
                    <a:pt x="8893" y="5847"/>
                    <a:pt x="8855" y="5830"/>
                  </a:cubicBezTo>
                  <a:cubicBezTo>
                    <a:pt x="8811" y="5805"/>
                    <a:pt x="8808" y="5782"/>
                    <a:pt x="8794" y="5733"/>
                  </a:cubicBezTo>
                  <a:cubicBezTo>
                    <a:pt x="8751" y="5616"/>
                    <a:pt x="8673" y="5546"/>
                    <a:pt x="8584" y="5462"/>
                  </a:cubicBezTo>
                  <a:cubicBezTo>
                    <a:pt x="8569" y="5447"/>
                    <a:pt x="8554" y="5432"/>
                    <a:pt x="8539" y="5418"/>
                  </a:cubicBezTo>
                  <a:cubicBezTo>
                    <a:pt x="8509" y="5389"/>
                    <a:pt x="8479" y="5360"/>
                    <a:pt x="8448" y="5331"/>
                  </a:cubicBezTo>
                  <a:cubicBezTo>
                    <a:pt x="8401" y="5286"/>
                    <a:pt x="8355" y="5240"/>
                    <a:pt x="8309" y="5194"/>
                  </a:cubicBezTo>
                  <a:cubicBezTo>
                    <a:pt x="8302" y="5187"/>
                    <a:pt x="8295" y="5180"/>
                    <a:pt x="8288" y="5173"/>
                  </a:cubicBezTo>
                  <a:cubicBezTo>
                    <a:pt x="8239" y="5123"/>
                    <a:pt x="8191" y="5074"/>
                    <a:pt x="8142" y="5024"/>
                  </a:cubicBezTo>
                  <a:cubicBezTo>
                    <a:pt x="8095" y="4976"/>
                    <a:pt x="8048" y="4932"/>
                    <a:pt x="7995" y="4891"/>
                  </a:cubicBezTo>
                  <a:cubicBezTo>
                    <a:pt x="7848" y="4779"/>
                    <a:pt x="7848" y="4779"/>
                    <a:pt x="7829" y="4719"/>
                  </a:cubicBezTo>
                  <a:cubicBezTo>
                    <a:pt x="7829" y="4684"/>
                    <a:pt x="7832" y="4655"/>
                    <a:pt x="7842" y="4621"/>
                  </a:cubicBezTo>
                  <a:cubicBezTo>
                    <a:pt x="7832" y="4624"/>
                    <a:pt x="7822" y="4626"/>
                    <a:pt x="7812" y="4628"/>
                  </a:cubicBezTo>
                  <a:cubicBezTo>
                    <a:pt x="7799" y="4626"/>
                    <a:pt x="7786" y="4624"/>
                    <a:pt x="7772" y="4621"/>
                  </a:cubicBezTo>
                  <a:cubicBezTo>
                    <a:pt x="7757" y="4599"/>
                    <a:pt x="7757" y="4599"/>
                    <a:pt x="7742" y="4570"/>
                  </a:cubicBezTo>
                  <a:cubicBezTo>
                    <a:pt x="7721" y="4535"/>
                    <a:pt x="7710" y="4519"/>
                    <a:pt x="7671" y="4504"/>
                  </a:cubicBezTo>
                  <a:cubicBezTo>
                    <a:pt x="7633" y="4498"/>
                    <a:pt x="7596" y="4495"/>
                    <a:pt x="7558" y="4492"/>
                  </a:cubicBezTo>
                  <a:cubicBezTo>
                    <a:pt x="7545" y="4491"/>
                    <a:pt x="7532" y="4490"/>
                    <a:pt x="7518" y="4489"/>
                  </a:cubicBezTo>
                  <a:cubicBezTo>
                    <a:pt x="7486" y="4486"/>
                    <a:pt x="7454" y="4483"/>
                    <a:pt x="7422" y="4481"/>
                  </a:cubicBezTo>
                  <a:cubicBezTo>
                    <a:pt x="7422" y="4504"/>
                    <a:pt x="7422" y="4528"/>
                    <a:pt x="7422" y="4551"/>
                  </a:cubicBezTo>
                  <a:cubicBezTo>
                    <a:pt x="7376" y="4551"/>
                    <a:pt x="7330" y="4551"/>
                    <a:pt x="7282" y="4551"/>
                  </a:cubicBezTo>
                  <a:cubicBezTo>
                    <a:pt x="7282" y="4574"/>
                    <a:pt x="7282" y="4598"/>
                    <a:pt x="7282" y="4621"/>
                  </a:cubicBezTo>
                  <a:cubicBezTo>
                    <a:pt x="7236" y="4621"/>
                    <a:pt x="7190" y="4621"/>
                    <a:pt x="7142" y="4621"/>
                  </a:cubicBezTo>
                  <a:cubicBezTo>
                    <a:pt x="7142" y="4644"/>
                    <a:pt x="7142" y="4668"/>
                    <a:pt x="7142" y="4691"/>
                  </a:cubicBezTo>
                  <a:cubicBezTo>
                    <a:pt x="7073" y="4691"/>
                    <a:pt x="7003" y="4691"/>
                    <a:pt x="6932" y="4691"/>
                  </a:cubicBezTo>
                  <a:cubicBezTo>
                    <a:pt x="6932" y="4714"/>
                    <a:pt x="6932" y="4738"/>
                    <a:pt x="6932" y="4761"/>
                  </a:cubicBezTo>
                  <a:cubicBezTo>
                    <a:pt x="6863" y="4761"/>
                    <a:pt x="6793" y="4761"/>
                    <a:pt x="6722" y="4761"/>
                  </a:cubicBezTo>
                  <a:cubicBezTo>
                    <a:pt x="6722" y="4785"/>
                    <a:pt x="6722" y="4808"/>
                    <a:pt x="6722" y="4831"/>
                  </a:cubicBezTo>
                  <a:cubicBezTo>
                    <a:pt x="6445" y="4831"/>
                    <a:pt x="6167" y="4831"/>
                    <a:pt x="5882" y="4831"/>
                  </a:cubicBezTo>
                  <a:cubicBezTo>
                    <a:pt x="5882" y="4808"/>
                    <a:pt x="5882" y="4785"/>
                    <a:pt x="5882" y="4761"/>
                  </a:cubicBezTo>
                  <a:cubicBezTo>
                    <a:pt x="5766" y="4761"/>
                    <a:pt x="5651" y="4761"/>
                    <a:pt x="5532" y="4761"/>
                  </a:cubicBezTo>
                  <a:cubicBezTo>
                    <a:pt x="5532" y="4738"/>
                    <a:pt x="5532" y="4715"/>
                    <a:pt x="5532" y="4691"/>
                  </a:cubicBezTo>
                  <a:cubicBezTo>
                    <a:pt x="5485" y="4691"/>
                    <a:pt x="5439" y="4691"/>
                    <a:pt x="5392" y="4691"/>
                  </a:cubicBezTo>
                  <a:cubicBezTo>
                    <a:pt x="5392" y="4668"/>
                    <a:pt x="5392" y="4645"/>
                    <a:pt x="5392" y="4621"/>
                  </a:cubicBezTo>
                  <a:cubicBezTo>
                    <a:pt x="5382" y="4623"/>
                    <a:pt x="5373" y="4624"/>
                    <a:pt x="5363" y="4625"/>
                  </a:cubicBezTo>
                  <a:cubicBezTo>
                    <a:pt x="5351" y="4626"/>
                    <a:pt x="5339" y="4627"/>
                    <a:pt x="5326" y="4628"/>
                  </a:cubicBezTo>
                  <a:cubicBezTo>
                    <a:pt x="5314" y="4629"/>
                    <a:pt x="5302" y="4630"/>
                    <a:pt x="5289" y="4632"/>
                  </a:cubicBezTo>
                  <a:cubicBezTo>
                    <a:pt x="5252" y="4621"/>
                    <a:pt x="5252" y="4621"/>
                    <a:pt x="5237" y="4598"/>
                  </a:cubicBezTo>
                  <a:cubicBezTo>
                    <a:pt x="5232" y="4589"/>
                    <a:pt x="5228" y="4579"/>
                    <a:pt x="5223" y="4570"/>
                  </a:cubicBezTo>
                  <a:cubicBezTo>
                    <a:pt x="5199" y="4531"/>
                    <a:pt x="5189" y="4519"/>
                    <a:pt x="5145" y="4505"/>
                  </a:cubicBezTo>
                  <a:cubicBezTo>
                    <a:pt x="5100" y="4500"/>
                    <a:pt x="5057" y="4498"/>
                    <a:pt x="5011" y="4499"/>
                  </a:cubicBezTo>
                  <a:cubicBezTo>
                    <a:pt x="4995" y="4499"/>
                    <a:pt x="4979" y="4499"/>
                    <a:pt x="4963" y="4499"/>
                  </a:cubicBezTo>
                  <a:cubicBezTo>
                    <a:pt x="4833" y="4505"/>
                    <a:pt x="4833" y="4505"/>
                    <a:pt x="4782" y="4556"/>
                  </a:cubicBezTo>
                  <a:cubicBezTo>
                    <a:pt x="4758" y="4586"/>
                    <a:pt x="4739" y="4619"/>
                    <a:pt x="4720" y="4652"/>
                  </a:cubicBezTo>
                  <a:cubicBezTo>
                    <a:pt x="4691" y="4691"/>
                    <a:pt x="4691" y="4691"/>
                    <a:pt x="4652" y="4703"/>
                  </a:cubicBezTo>
                  <a:cubicBezTo>
                    <a:pt x="4617" y="4702"/>
                    <a:pt x="4586" y="4700"/>
                    <a:pt x="4551" y="4691"/>
                  </a:cubicBezTo>
                  <a:cubicBezTo>
                    <a:pt x="4551" y="4714"/>
                    <a:pt x="4551" y="4738"/>
                    <a:pt x="4551" y="4761"/>
                  </a:cubicBezTo>
                  <a:cubicBezTo>
                    <a:pt x="4528" y="4761"/>
                    <a:pt x="4505" y="4761"/>
                    <a:pt x="4481" y="4761"/>
                  </a:cubicBezTo>
                  <a:cubicBezTo>
                    <a:pt x="4481" y="4785"/>
                    <a:pt x="4481" y="4808"/>
                    <a:pt x="4481" y="4831"/>
                  </a:cubicBezTo>
                  <a:cubicBezTo>
                    <a:pt x="4458" y="4831"/>
                    <a:pt x="4435" y="4831"/>
                    <a:pt x="4411" y="4831"/>
                  </a:cubicBezTo>
                  <a:cubicBezTo>
                    <a:pt x="4411" y="4855"/>
                    <a:pt x="4411" y="4878"/>
                    <a:pt x="4411" y="4901"/>
                  </a:cubicBezTo>
                  <a:cubicBezTo>
                    <a:pt x="4388" y="4901"/>
                    <a:pt x="4365" y="4901"/>
                    <a:pt x="4341" y="4901"/>
                  </a:cubicBezTo>
                  <a:cubicBezTo>
                    <a:pt x="4341" y="4925"/>
                    <a:pt x="4341" y="4948"/>
                    <a:pt x="4341" y="4971"/>
                  </a:cubicBezTo>
                  <a:cubicBezTo>
                    <a:pt x="4318" y="4971"/>
                    <a:pt x="4295" y="4971"/>
                    <a:pt x="4271" y="4971"/>
                  </a:cubicBezTo>
                  <a:cubicBezTo>
                    <a:pt x="4271" y="4995"/>
                    <a:pt x="4271" y="5018"/>
                    <a:pt x="4271" y="5041"/>
                  </a:cubicBezTo>
                  <a:cubicBezTo>
                    <a:pt x="4248" y="5041"/>
                    <a:pt x="4225" y="5041"/>
                    <a:pt x="4201" y="5041"/>
                  </a:cubicBezTo>
                  <a:cubicBezTo>
                    <a:pt x="4201" y="5065"/>
                    <a:pt x="4201" y="5088"/>
                    <a:pt x="4201" y="5112"/>
                  </a:cubicBezTo>
                  <a:cubicBezTo>
                    <a:pt x="4178" y="5112"/>
                    <a:pt x="4155" y="5112"/>
                    <a:pt x="4131" y="5112"/>
                  </a:cubicBezTo>
                  <a:cubicBezTo>
                    <a:pt x="4131" y="5135"/>
                    <a:pt x="4131" y="5158"/>
                    <a:pt x="4131" y="5182"/>
                  </a:cubicBezTo>
                  <a:cubicBezTo>
                    <a:pt x="4108" y="5182"/>
                    <a:pt x="4085" y="5182"/>
                    <a:pt x="4061" y="5182"/>
                  </a:cubicBezTo>
                  <a:cubicBezTo>
                    <a:pt x="4061" y="5205"/>
                    <a:pt x="4061" y="5228"/>
                    <a:pt x="4061" y="5252"/>
                  </a:cubicBezTo>
                  <a:cubicBezTo>
                    <a:pt x="4038" y="5252"/>
                    <a:pt x="4015" y="5252"/>
                    <a:pt x="3991" y="5252"/>
                  </a:cubicBezTo>
                  <a:cubicBezTo>
                    <a:pt x="3991" y="5275"/>
                    <a:pt x="3991" y="5298"/>
                    <a:pt x="3991" y="5322"/>
                  </a:cubicBezTo>
                  <a:cubicBezTo>
                    <a:pt x="3968" y="5322"/>
                    <a:pt x="3945" y="5322"/>
                    <a:pt x="3921" y="5322"/>
                  </a:cubicBezTo>
                  <a:cubicBezTo>
                    <a:pt x="3921" y="5345"/>
                    <a:pt x="3921" y="5368"/>
                    <a:pt x="3921" y="5392"/>
                  </a:cubicBezTo>
                  <a:cubicBezTo>
                    <a:pt x="3898" y="5392"/>
                    <a:pt x="3875" y="5392"/>
                    <a:pt x="3851" y="5392"/>
                  </a:cubicBezTo>
                  <a:cubicBezTo>
                    <a:pt x="3851" y="5415"/>
                    <a:pt x="3851" y="5438"/>
                    <a:pt x="3851" y="5462"/>
                  </a:cubicBezTo>
                  <a:cubicBezTo>
                    <a:pt x="3828" y="5462"/>
                    <a:pt x="3805" y="5462"/>
                    <a:pt x="3781" y="5462"/>
                  </a:cubicBezTo>
                  <a:cubicBezTo>
                    <a:pt x="3781" y="5485"/>
                    <a:pt x="3781" y="5508"/>
                    <a:pt x="3781" y="5532"/>
                  </a:cubicBezTo>
                  <a:cubicBezTo>
                    <a:pt x="3758" y="5532"/>
                    <a:pt x="3735" y="5532"/>
                    <a:pt x="3711" y="5532"/>
                  </a:cubicBezTo>
                  <a:cubicBezTo>
                    <a:pt x="3711" y="5555"/>
                    <a:pt x="3711" y="5578"/>
                    <a:pt x="3711" y="5602"/>
                  </a:cubicBezTo>
                  <a:cubicBezTo>
                    <a:pt x="3688" y="5602"/>
                    <a:pt x="3665" y="5602"/>
                    <a:pt x="3641" y="5602"/>
                  </a:cubicBezTo>
                  <a:cubicBezTo>
                    <a:pt x="3641" y="5625"/>
                    <a:pt x="3641" y="5648"/>
                    <a:pt x="3641" y="5672"/>
                  </a:cubicBezTo>
                  <a:cubicBezTo>
                    <a:pt x="3618" y="5672"/>
                    <a:pt x="3595" y="5672"/>
                    <a:pt x="3571" y="5672"/>
                  </a:cubicBezTo>
                  <a:cubicBezTo>
                    <a:pt x="3571" y="5695"/>
                    <a:pt x="3571" y="5718"/>
                    <a:pt x="3571" y="5742"/>
                  </a:cubicBezTo>
                  <a:cubicBezTo>
                    <a:pt x="3548" y="5742"/>
                    <a:pt x="3525" y="5742"/>
                    <a:pt x="3501" y="5742"/>
                  </a:cubicBezTo>
                  <a:cubicBezTo>
                    <a:pt x="3501" y="5765"/>
                    <a:pt x="3501" y="5788"/>
                    <a:pt x="3501" y="5812"/>
                  </a:cubicBezTo>
                  <a:cubicBezTo>
                    <a:pt x="3478" y="5812"/>
                    <a:pt x="3455" y="5812"/>
                    <a:pt x="3431" y="5812"/>
                  </a:cubicBezTo>
                  <a:cubicBezTo>
                    <a:pt x="3431" y="5835"/>
                    <a:pt x="3431" y="5858"/>
                    <a:pt x="3431" y="5882"/>
                  </a:cubicBezTo>
                  <a:cubicBezTo>
                    <a:pt x="3408" y="5882"/>
                    <a:pt x="3385" y="5882"/>
                    <a:pt x="3361" y="5882"/>
                  </a:cubicBezTo>
                  <a:cubicBezTo>
                    <a:pt x="3361" y="5905"/>
                    <a:pt x="3361" y="5928"/>
                    <a:pt x="3361" y="5952"/>
                  </a:cubicBezTo>
                  <a:cubicBezTo>
                    <a:pt x="3338" y="5952"/>
                    <a:pt x="3315" y="5952"/>
                    <a:pt x="3291" y="5952"/>
                  </a:cubicBezTo>
                  <a:cubicBezTo>
                    <a:pt x="3292" y="5962"/>
                    <a:pt x="3294" y="5972"/>
                    <a:pt x="3295" y="5982"/>
                  </a:cubicBezTo>
                  <a:cubicBezTo>
                    <a:pt x="3290" y="6036"/>
                    <a:pt x="3263" y="6060"/>
                    <a:pt x="3225" y="6096"/>
                  </a:cubicBezTo>
                  <a:cubicBezTo>
                    <a:pt x="3222" y="6099"/>
                    <a:pt x="3222" y="6099"/>
                    <a:pt x="3207" y="6115"/>
                  </a:cubicBezTo>
                  <a:cubicBezTo>
                    <a:pt x="3160" y="6161"/>
                    <a:pt x="3151" y="6162"/>
                    <a:pt x="3081" y="6162"/>
                  </a:cubicBezTo>
                  <a:cubicBezTo>
                    <a:pt x="3081" y="6208"/>
                    <a:pt x="3081" y="6254"/>
                    <a:pt x="3081" y="6302"/>
                  </a:cubicBezTo>
                  <a:cubicBezTo>
                    <a:pt x="3058" y="6302"/>
                    <a:pt x="3035" y="6302"/>
                    <a:pt x="3011" y="6302"/>
                  </a:cubicBezTo>
                  <a:cubicBezTo>
                    <a:pt x="3011" y="6325"/>
                    <a:pt x="3011" y="6348"/>
                    <a:pt x="3011" y="6372"/>
                  </a:cubicBezTo>
                  <a:cubicBezTo>
                    <a:pt x="3034" y="6372"/>
                    <a:pt x="3057" y="6372"/>
                    <a:pt x="3081" y="6372"/>
                  </a:cubicBezTo>
                  <a:cubicBezTo>
                    <a:pt x="3081" y="6418"/>
                    <a:pt x="3081" y="6464"/>
                    <a:pt x="3081" y="6512"/>
                  </a:cubicBezTo>
                  <a:cubicBezTo>
                    <a:pt x="3104" y="6512"/>
                    <a:pt x="3127" y="6512"/>
                    <a:pt x="3151" y="6512"/>
                  </a:cubicBezTo>
                  <a:cubicBezTo>
                    <a:pt x="3151" y="6558"/>
                    <a:pt x="3151" y="6604"/>
                    <a:pt x="3151" y="6652"/>
                  </a:cubicBezTo>
                  <a:cubicBezTo>
                    <a:pt x="3174" y="6652"/>
                    <a:pt x="3197" y="6652"/>
                    <a:pt x="3221" y="6652"/>
                  </a:cubicBezTo>
                  <a:cubicBezTo>
                    <a:pt x="3221" y="6744"/>
                    <a:pt x="3221" y="6837"/>
                    <a:pt x="3221" y="6932"/>
                  </a:cubicBezTo>
                  <a:cubicBezTo>
                    <a:pt x="3244" y="6932"/>
                    <a:pt x="3267" y="6932"/>
                    <a:pt x="3291" y="6932"/>
                  </a:cubicBezTo>
                  <a:cubicBezTo>
                    <a:pt x="3293" y="7022"/>
                    <a:pt x="3294" y="7113"/>
                    <a:pt x="3295" y="7203"/>
                  </a:cubicBezTo>
                  <a:cubicBezTo>
                    <a:pt x="3295" y="7233"/>
                    <a:pt x="3296" y="7264"/>
                    <a:pt x="3296" y="7295"/>
                  </a:cubicBezTo>
                  <a:cubicBezTo>
                    <a:pt x="3300" y="7490"/>
                    <a:pt x="3288" y="7658"/>
                    <a:pt x="3221" y="7842"/>
                  </a:cubicBezTo>
                  <a:cubicBezTo>
                    <a:pt x="3198" y="7842"/>
                    <a:pt x="3175" y="7842"/>
                    <a:pt x="3151" y="7842"/>
                  </a:cubicBezTo>
                  <a:cubicBezTo>
                    <a:pt x="3151" y="7889"/>
                    <a:pt x="3151" y="7935"/>
                    <a:pt x="3151" y="7982"/>
                  </a:cubicBezTo>
                  <a:cubicBezTo>
                    <a:pt x="3128" y="7982"/>
                    <a:pt x="3105" y="7982"/>
                    <a:pt x="3081" y="7982"/>
                  </a:cubicBezTo>
                  <a:cubicBezTo>
                    <a:pt x="3081" y="8029"/>
                    <a:pt x="3081" y="8075"/>
                    <a:pt x="3081" y="8122"/>
                  </a:cubicBezTo>
                  <a:cubicBezTo>
                    <a:pt x="3058" y="8122"/>
                    <a:pt x="3035" y="8122"/>
                    <a:pt x="3011" y="8122"/>
                  </a:cubicBezTo>
                  <a:cubicBezTo>
                    <a:pt x="3011" y="8146"/>
                    <a:pt x="3011" y="8169"/>
                    <a:pt x="3011" y="8192"/>
                  </a:cubicBezTo>
                  <a:cubicBezTo>
                    <a:pt x="2988" y="8192"/>
                    <a:pt x="2965" y="8192"/>
                    <a:pt x="2941" y="8192"/>
                  </a:cubicBezTo>
                  <a:cubicBezTo>
                    <a:pt x="2942" y="8201"/>
                    <a:pt x="2944" y="8209"/>
                    <a:pt x="2946" y="8218"/>
                  </a:cubicBezTo>
                  <a:cubicBezTo>
                    <a:pt x="2953" y="8282"/>
                    <a:pt x="2950" y="8319"/>
                    <a:pt x="2912" y="8373"/>
                  </a:cubicBezTo>
                  <a:cubicBezTo>
                    <a:pt x="2822" y="8470"/>
                    <a:pt x="2822" y="8470"/>
                    <a:pt x="2761" y="8476"/>
                  </a:cubicBezTo>
                  <a:cubicBezTo>
                    <a:pt x="2751" y="8475"/>
                    <a:pt x="2741" y="8474"/>
                    <a:pt x="2731" y="8473"/>
                  </a:cubicBezTo>
                  <a:cubicBezTo>
                    <a:pt x="2731" y="8496"/>
                    <a:pt x="2731" y="8519"/>
                    <a:pt x="2731" y="8543"/>
                  </a:cubicBezTo>
                  <a:cubicBezTo>
                    <a:pt x="2719" y="8547"/>
                    <a:pt x="2706" y="8551"/>
                    <a:pt x="2694" y="8555"/>
                  </a:cubicBezTo>
                  <a:cubicBezTo>
                    <a:pt x="2686" y="8558"/>
                    <a:pt x="2686" y="8558"/>
                    <a:pt x="2645" y="8573"/>
                  </a:cubicBezTo>
                  <a:cubicBezTo>
                    <a:pt x="2638" y="8576"/>
                    <a:pt x="2638" y="8576"/>
                    <a:pt x="2597" y="8590"/>
                  </a:cubicBezTo>
                  <a:cubicBezTo>
                    <a:pt x="2549" y="8616"/>
                    <a:pt x="2542" y="8634"/>
                    <a:pt x="2521" y="8683"/>
                  </a:cubicBezTo>
                  <a:cubicBezTo>
                    <a:pt x="2484" y="8687"/>
                    <a:pt x="2484" y="8687"/>
                    <a:pt x="2451" y="8683"/>
                  </a:cubicBezTo>
                  <a:cubicBezTo>
                    <a:pt x="2451" y="8706"/>
                    <a:pt x="2451" y="8729"/>
                    <a:pt x="2451" y="8753"/>
                  </a:cubicBezTo>
                  <a:cubicBezTo>
                    <a:pt x="2405" y="8753"/>
                    <a:pt x="2358" y="8753"/>
                    <a:pt x="2311" y="8753"/>
                  </a:cubicBezTo>
                  <a:cubicBezTo>
                    <a:pt x="2311" y="8776"/>
                    <a:pt x="2311" y="8799"/>
                    <a:pt x="2311" y="8823"/>
                  </a:cubicBezTo>
                  <a:cubicBezTo>
                    <a:pt x="2241" y="8823"/>
                    <a:pt x="2172" y="8823"/>
                    <a:pt x="2101" y="8823"/>
                  </a:cubicBezTo>
                  <a:cubicBezTo>
                    <a:pt x="2101" y="8846"/>
                    <a:pt x="2101" y="8869"/>
                    <a:pt x="2101" y="8893"/>
                  </a:cubicBezTo>
                  <a:cubicBezTo>
                    <a:pt x="1800" y="8893"/>
                    <a:pt x="1500" y="8893"/>
                    <a:pt x="1190" y="8893"/>
                  </a:cubicBezTo>
                  <a:cubicBezTo>
                    <a:pt x="1190" y="8870"/>
                    <a:pt x="1190" y="8846"/>
                    <a:pt x="1190" y="8823"/>
                  </a:cubicBezTo>
                  <a:cubicBezTo>
                    <a:pt x="1121" y="8823"/>
                    <a:pt x="1052" y="8823"/>
                    <a:pt x="980" y="8823"/>
                  </a:cubicBezTo>
                  <a:cubicBezTo>
                    <a:pt x="980" y="8800"/>
                    <a:pt x="980" y="8776"/>
                    <a:pt x="980" y="8753"/>
                  </a:cubicBezTo>
                  <a:cubicBezTo>
                    <a:pt x="934" y="8753"/>
                    <a:pt x="888" y="8753"/>
                    <a:pt x="840" y="8753"/>
                  </a:cubicBezTo>
                  <a:cubicBezTo>
                    <a:pt x="840" y="8729"/>
                    <a:pt x="840" y="8706"/>
                    <a:pt x="840" y="8683"/>
                  </a:cubicBezTo>
                  <a:cubicBezTo>
                    <a:pt x="832" y="8684"/>
                    <a:pt x="823" y="8686"/>
                    <a:pt x="814" y="8687"/>
                  </a:cubicBezTo>
                  <a:cubicBezTo>
                    <a:pt x="755" y="8693"/>
                    <a:pt x="716" y="8695"/>
                    <a:pt x="667" y="8657"/>
                  </a:cubicBezTo>
                  <a:cubicBezTo>
                    <a:pt x="635" y="8622"/>
                    <a:pt x="605" y="8585"/>
                    <a:pt x="576" y="8547"/>
                  </a:cubicBezTo>
                  <a:cubicBezTo>
                    <a:pt x="452" y="8392"/>
                    <a:pt x="452" y="8392"/>
                    <a:pt x="369" y="8347"/>
                  </a:cubicBezTo>
                  <a:cubicBezTo>
                    <a:pt x="350" y="8332"/>
                    <a:pt x="350" y="8332"/>
                    <a:pt x="344" y="8293"/>
                  </a:cubicBezTo>
                  <a:cubicBezTo>
                    <a:pt x="346" y="8283"/>
                    <a:pt x="348" y="8273"/>
                    <a:pt x="350" y="8262"/>
                  </a:cubicBezTo>
                  <a:cubicBezTo>
                    <a:pt x="327" y="8262"/>
                    <a:pt x="304" y="8262"/>
                    <a:pt x="280" y="8262"/>
                  </a:cubicBezTo>
                  <a:cubicBezTo>
                    <a:pt x="278" y="8256"/>
                    <a:pt x="278" y="8256"/>
                    <a:pt x="267" y="8225"/>
                  </a:cubicBezTo>
                  <a:cubicBezTo>
                    <a:pt x="261" y="8209"/>
                    <a:pt x="256" y="8194"/>
                    <a:pt x="249" y="8177"/>
                  </a:cubicBezTo>
                  <a:cubicBezTo>
                    <a:pt x="244" y="8161"/>
                    <a:pt x="238" y="8145"/>
                    <a:pt x="232" y="8129"/>
                  </a:cubicBezTo>
                  <a:cubicBezTo>
                    <a:pt x="210" y="8087"/>
                    <a:pt x="210" y="8087"/>
                    <a:pt x="173" y="8069"/>
                  </a:cubicBezTo>
                  <a:cubicBezTo>
                    <a:pt x="162" y="8063"/>
                    <a:pt x="151" y="8058"/>
                    <a:pt x="140" y="8052"/>
                  </a:cubicBezTo>
                  <a:cubicBezTo>
                    <a:pt x="133" y="8018"/>
                    <a:pt x="133" y="8018"/>
                    <a:pt x="136" y="7980"/>
                  </a:cubicBezTo>
                  <a:cubicBezTo>
                    <a:pt x="136" y="7967"/>
                    <a:pt x="137" y="7955"/>
                    <a:pt x="138" y="7942"/>
                  </a:cubicBezTo>
                  <a:cubicBezTo>
                    <a:pt x="138" y="7932"/>
                    <a:pt x="139" y="7922"/>
                    <a:pt x="140" y="7912"/>
                  </a:cubicBezTo>
                  <a:cubicBezTo>
                    <a:pt x="117" y="7912"/>
                    <a:pt x="94" y="7912"/>
                    <a:pt x="70" y="7912"/>
                  </a:cubicBezTo>
                  <a:cubicBezTo>
                    <a:pt x="70" y="7843"/>
                    <a:pt x="70" y="7774"/>
                    <a:pt x="70" y="7702"/>
                  </a:cubicBezTo>
                  <a:cubicBezTo>
                    <a:pt x="47" y="7702"/>
                    <a:pt x="24" y="7702"/>
                    <a:pt x="0" y="7702"/>
                  </a:cubicBezTo>
                  <a:cubicBezTo>
                    <a:pt x="0" y="7402"/>
                    <a:pt x="0" y="7102"/>
                    <a:pt x="0" y="6792"/>
                  </a:cubicBezTo>
                  <a:cubicBezTo>
                    <a:pt x="23" y="6792"/>
                    <a:pt x="46" y="6792"/>
                    <a:pt x="70" y="6792"/>
                  </a:cubicBezTo>
                  <a:cubicBezTo>
                    <a:pt x="70" y="6723"/>
                    <a:pt x="70" y="6653"/>
                    <a:pt x="70" y="6582"/>
                  </a:cubicBezTo>
                  <a:cubicBezTo>
                    <a:pt x="93" y="6582"/>
                    <a:pt x="116" y="6582"/>
                    <a:pt x="140" y="6582"/>
                  </a:cubicBezTo>
                  <a:cubicBezTo>
                    <a:pt x="139" y="6578"/>
                    <a:pt x="139" y="6578"/>
                    <a:pt x="134" y="6556"/>
                  </a:cubicBezTo>
                  <a:cubicBezTo>
                    <a:pt x="128" y="6513"/>
                    <a:pt x="128" y="6484"/>
                    <a:pt x="140" y="6442"/>
                  </a:cubicBezTo>
                  <a:cubicBezTo>
                    <a:pt x="172" y="6410"/>
                    <a:pt x="204" y="6385"/>
                    <a:pt x="240" y="6359"/>
                  </a:cubicBezTo>
                  <a:cubicBezTo>
                    <a:pt x="306" y="6312"/>
                    <a:pt x="355" y="6260"/>
                    <a:pt x="405" y="6197"/>
                  </a:cubicBezTo>
                  <a:cubicBezTo>
                    <a:pt x="457" y="6132"/>
                    <a:pt x="509" y="6068"/>
                    <a:pt x="567" y="6009"/>
                  </a:cubicBezTo>
                  <a:cubicBezTo>
                    <a:pt x="577" y="5998"/>
                    <a:pt x="588" y="5986"/>
                    <a:pt x="599" y="5975"/>
                  </a:cubicBezTo>
                  <a:cubicBezTo>
                    <a:pt x="636" y="5948"/>
                    <a:pt x="655" y="5947"/>
                    <a:pt x="700" y="5952"/>
                  </a:cubicBezTo>
                  <a:cubicBezTo>
                    <a:pt x="700" y="5929"/>
                    <a:pt x="700" y="5906"/>
                    <a:pt x="700" y="5882"/>
                  </a:cubicBezTo>
                  <a:cubicBezTo>
                    <a:pt x="712" y="5878"/>
                    <a:pt x="725" y="5873"/>
                    <a:pt x="737" y="5869"/>
                  </a:cubicBezTo>
                  <a:cubicBezTo>
                    <a:pt x="753" y="5863"/>
                    <a:pt x="769" y="5857"/>
                    <a:pt x="786" y="5851"/>
                  </a:cubicBezTo>
                  <a:cubicBezTo>
                    <a:pt x="801" y="5845"/>
                    <a:pt x="817" y="5840"/>
                    <a:pt x="834" y="5834"/>
                  </a:cubicBezTo>
                  <a:cubicBezTo>
                    <a:pt x="875" y="5812"/>
                    <a:pt x="875" y="5812"/>
                    <a:pt x="894" y="5775"/>
                  </a:cubicBezTo>
                  <a:cubicBezTo>
                    <a:pt x="899" y="5764"/>
                    <a:pt x="905" y="5753"/>
                    <a:pt x="910" y="5742"/>
                  </a:cubicBezTo>
                  <a:cubicBezTo>
                    <a:pt x="944" y="5735"/>
                    <a:pt x="944" y="5735"/>
                    <a:pt x="982" y="5737"/>
                  </a:cubicBezTo>
                  <a:cubicBezTo>
                    <a:pt x="995" y="5738"/>
                    <a:pt x="1008" y="5739"/>
                    <a:pt x="1021" y="5739"/>
                  </a:cubicBezTo>
                  <a:cubicBezTo>
                    <a:pt x="1031" y="5740"/>
                    <a:pt x="1040" y="5741"/>
                    <a:pt x="1050" y="5742"/>
                  </a:cubicBezTo>
                  <a:cubicBezTo>
                    <a:pt x="1050" y="5719"/>
                    <a:pt x="1050" y="5695"/>
                    <a:pt x="1050" y="5672"/>
                  </a:cubicBezTo>
                  <a:cubicBezTo>
                    <a:pt x="1420" y="5672"/>
                    <a:pt x="1790" y="5672"/>
                    <a:pt x="2171" y="5672"/>
                  </a:cubicBezTo>
                  <a:cubicBezTo>
                    <a:pt x="2171" y="5695"/>
                    <a:pt x="2171" y="5718"/>
                    <a:pt x="2171" y="5742"/>
                  </a:cubicBezTo>
                  <a:cubicBezTo>
                    <a:pt x="2240" y="5742"/>
                    <a:pt x="2309" y="5742"/>
                    <a:pt x="2381" y="5742"/>
                  </a:cubicBezTo>
                  <a:cubicBezTo>
                    <a:pt x="2381" y="5765"/>
                    <a:pt x="2381" y="5788"/>
                    <a:pt x="2381" y="5812"/>
                  </a:cubicBezTo>
                  <a:cubicBezTo>
                    <a:pt x="2390" y="5810"/>
                    <a:pt x="2399" y="5809"/>
                    <a:pt x="2409" y="5808"/>
                  </a:cubicBezTo>
                  <a:cubicBezTo>
                    <a:pt x="2448" y="5805"/>
                    <a:pt x="2482" y="5804"/>
                    <a:pt x="2521" y="5812"/>
                  </a:cubicBezTo>
                  <a:cubicBezTo>
                    <a:pt x="2538" y="5834"/>
                    <a:pt x="2538" y="5834"/>
                    <a:pt x="2551" y="5862"/>
                  </a:cubicBezTo>
                  <a:cubicBezTo>
                    <a:pt x="2568" y="5894"/>
                    <a:pt x="2580" y="5913"/>
                    <a:pt x="2614" y="5925"/>
                  </a:cubicBezTo>
                  <a:cubicBezTo>
                    <a:pt x="2676" y="5939"/>
                    <a:pt x="2738" y="5946"/>
                    <a:pt x="2801" y="5952"/>
                  </a:cubicBezTo>
                  <a:cubicBezTo>
                    <a:pt x="2801" y="5929"/>
                    <a:pt x="2801" y="5906"/>
                    <a:pt x="2801" y="5882"/>
                  </a:cubicBezTo>
                  <a:cubicBezTo>
                    <a:pt x="2824" y="5882"/>
                    <a:pt x="2847" y="5882"/>
                    <a:pt x="2871" y="5882"/>
                  </a:cubicBezTo>
                  <a:cubicBezTo>
                    <a:pt x="2870" y="5876"/>
                    <a:pt x="2870" y="5876"/>
                    <a:pt x="2868" y="5850"/>
                  </a:cubicBezTo>
                  <a:cubicBezTo>
                    <a:pt x="2871" y="5812"/>
                    <a:pt x="2871" y="5812"/>
                    <a:pt x="2891" y="5787"/>
                  </a:cubicBezTo>
                  <a:cubicBezTo>
                    <a:pt x="2901" y="5779"/>
                    <a:pt x="2910" y="5771"/>
                    <a:pt x="2920" y="5763"/>
                  </a:cubicBezTo>
                  <a:cubicBezTo>
                    <a:pt x="2931" y="5754"/>
                    <a:pt x="2942" y="5745"/>
                    <a:pt x="2953" y="5736"/>
                  </a:cubicBezTo>
                  <a:cubicBezTo>
                    <a:pt x="2965" y="5726"/>
                    <a:pt x="2977" y="5716"/>
                    <a:pt x="2989" y="5706"/>
                  </a:cubicBezTo>
                  <a:cubicBezTo>
                    <a:pt x="3105" y="5608"/>
                    <a:pt x="3215" y="5507"/>
                    <a:pt x="3323" y="5400"/>
                  </a:cubicBezTo>
                  <a:cubicBezTo>
                    <a:pt x="3330" y="5392"/>
                    <a:pt x="3337" y="5385"/>
                    <a:pt x="3344" y="5378"/>
                  </a:cubicBezTo>
                  <a:cubicBezTo>
                    <a:pt x="3381" y="5341"/>
                    <a:pt x="3418" y="5305"/>
                    <a:pt x="3454" y="5268"/>
                  </a:cubicBezTo>
                  <a:cubicBezTo>
                    <a:pt x="3492" y="5230"/>
                    <a:pt x="3530" y="5192"/>
                    <a:pt x="3568" y="5155"/>
                  </a:cubicBezTo>
                  <a:cubicBezTo>
                    <a:pt x="3597" y="5125"/>
                    <a:pt x="3627" y="5096"/>
                    <a:pt x="3656" y="5066"/>
                  </a:cubicBezTo>
                  <a:cubicBezTo>
                    <a:pt x="3670" y="5052"/>
                    <a:pt x="3684" y="5038"/>
                    <a:pt x="3698" y="5025"/>
                  </a:cubicBezTo>
                  <a:cubicBezTo>
                    <a:pt x="3717" y="5005"/>
                    <a:pt x="3736" y="4986"/>
                    <a:pt x="3756" y="4967"/>
                  </a:cubicBezTo>
                  <a:cubicBezTo>
                    <a:pt x="3766" y="4956"/>
                    <a:pt x="3777" y="4945"/>
                    <a:pt x="3789" y="4933"/>
                  </a:cubicBezTo>
                  <a:cubicBezTo>
                    <a:pt x="3816" y="4901"/>
                    <a:pt x="3816" y="4901"/>
                    <a:pt x="3835" y="4863"/>
                  </a:cubicBezTo>
                  <a:cubicBezTo>
                    <a:pt x="3840" y="4852"/>
                    <a:pt x="3846" y="4842"/>
                    <a:pt x="3851" y="4831"/>
                  </a:cubicBezTo>
                  <a:cubicBezTo>
                    <a:pt x="3888" y="4827"/>
                    <a:pt x="3888" y="4827"/>
                    <a:pt x="3921" y="4831"/>
                  </a:cubicBezTo>
                  <a:cubicBezTo>
                    <a:pt x="3921" y="4808"/>
                    <a:pt x="3921" y="4785"/>
                    <a:pt x="3921" y="4761"/>
                  </a:cubicBezTo>
                  <a:cubicBezTo>
                    <a:pt x="3944" y="4761"/>
                    <a:pt x="3967" y="4761"/>
                    <a:pt x="3991" y="4761"/>
                  </a:cubicBezTo>
                  <a:cubicBezTo>
                    <a:pt x="3990" y="4751"/>
                    <a:pt x="3989" y="4740"/>
                    <a:pt x="3988" y="4730"/>
                  </a:cubicBezTo>
                  <a:cubicBezTo>
                    <a:pt x="3991" y="4691"/>
                    <a:pt x="3991" y="4691"/>
                    <a:pt x="4014" y="4665"/>
                  </a:cubicBezTo>
                  <a:cubicBezTo>
                    <a:pt x="4024" y="4656"/>
                    <a:pt x="4034" y="4648"/>
                    <a:pt x="4045" y="4640"/>
                  </a:cubicBezTo>
                  <a:cubicBezTo>
                    <a:pt x="4057" y="4630"/>
                    <a:pt x="4068" y="4620"/>
                    <a:pt x="4080" y="4611"/>
                  </a:cubicBezTo>
                  <a:cubicBezTo>
                    <a:pt x="4093" y="4600"/>
                    <a:pt x="4105" y="4590"/>
                    <a:pt x="4118" y="4580"/>
                  </a:cubicBezTo>
                  <a:cubicBezTo>
                    <a:pt x="4229" y="4487"/>
                    <a:pt x="4326" y="4390"/>
                    <a:pt x="4415" y="4276"/>
                  </a:cubicBezTo>
                  <a:cubicBezTo>
                    <a:pt x="4419" y="4271"/>
                    <a:pt x="4419" y="4271"/>
                    <a:pt x="4438" y="4246"/>
                  </a:cubicBezTo>
                  <a:cubicBezTo>
                    <a:pt x="4445" y="4238"/>
                    <a:pt x="4452" y="4229"/>
                    <a:pt x="4459" y="4220"/>
                  </a:cubicBezTo>
                  <a:cubicBezTo>
                    <a:pt x="4490" y="4194"/>
                    <a:pt x="4512" y="4198"/>
                    <a:pt x="4551" y="4201"/>
                  </a:cubicBezTo>
                  <a:cubicBezTo>
                    <a:pt x="4549" y="4156"/>
                    <a:pt x="4545" y="4111"/>
                    <a:pt x="4540" y="4066"/>
                  </a:cubicBezTo>
                  <a:cubicBezTo>
                    <a:pt x="4540" y="4053"/>
                    <a:pt x="4539" y="4040"/>
                    <a:pt x="4538" y="4027"/>
                  </a:cubicBezTo>
                  <a:cubicBezTo>
                    <a:pt x="4529" y="3933"/>
                    <a:pt x="4529" y="3933"/>
                    <a:pt x="4493" y="3899"/>
                  </a:cubicBezTo>
                  <a:cubicBezTo>
                    <a:pt x="4474" y="3888"/>
                    <a:pt x="4456" y="3877"/>
                    <a:pt x="4436" y="3867"/>
                  </a:cubicBezTo>
                  <a:cubicBezTo>
                    <a:pt x="4374" y="3828"/>
                    <a:pt x="4358" y="3743"/>
                    <a:pt x="4341" y="3676"/>
                  </a:cubicBezTo>
                  <a:cubicBezTo>
                    <a:pt x="4336" y="3616"/>
                    <a:pt x="4338" y="3561"/>
                    <a:pt x="4341" y="3501"/>
                  </a:cubicBezTo>
                  <a:cubicBezTo>
                    <a:pt x="4411" y="3501"/>
                    <a:pt x="4480" y="3501"/>
                    <a:pt x="4551" y="3501"/>
                  </a:cubicBezTo>
                  <a:cubicBezTo>
                    <a:pt x="4551" y="3478"/>
                    <a:pt x="4551" y="3455"/>
                    <a:pt x="4551" y="3431"/>
                  </a:cubicBezTo>
                  <a:cubicBezTo>
                    <a:pt x="4621" y="3431"/>
                    <a:pt x="4690" y="3431"/>
                    <a:pt x="4761" y="3431"/>
                  </a:cubicBezTo>
                  <a:cubicBezTo>
                    <a:pt x="4761" y="3477"/>
                    <a:pt x="4761" y="3523"/>
                    <a:pt x="4761" y="3571"/>
                  </a:cubicBezTo>
                  <a:cubicBezTo>
                    <a:pt x="4785" y="3571"/>
                    <a:pt x="4808" y="3571"/>
                    <a:pt x="4831" y="3571"/>
                  </a:cubicBezTo>
                  <a:cubicBezTo>
                    <a:pt x="4831" y="3617"/>
                    <a:pt x="4831" y="3663"/>
                    <a:pt x="4831" y="3711"/>
                  </a:cubicBezTo>
                  <a:cubicBezTo>
                    <a:pt x="4855" y="3711"/>
                    <a:pt x="4878" y="3711"/>
                    <a:pt x="4901" y="3711"/>
                  </a:cubicBezTo>
                  <a:cubicBezTo>
                    <a:pt x="4901" y="3734"/>
                    <a:pt x="4901" y="3757"/>
                    <a:pt x="4901" y="3781"/>
                  </a:cubicBezTo>
                  <a:cubicBezTo>
                    <a:pt x="4925" y="3781"/>
                    <a:pt x="4948" y="3781"/>
                    <a:pt x="4971" y="3781"/>
                  </a:cubicBezTo>
                  <a:cubicBezTo>
                    <a:pt x="4971" y="3804"/>
                    <a:pt x="4971" y="3827"/>
                    <a:pt x="4971" y="3851"/>
                  </a:cubicBezTo>
                  <a:cubicBezTo>
                    <a:pt x="4995" y="3851"/>
                    <a:pt x="5018" y="3851"/>
                    <a:pt x="5041" y="3851"/>
                  </a:cubicBezTo>
                  <a:cubicBezTo>
                    <a:pt x="5041" y="3874"/>
                    <a:pt x="5041" y="3897"/>
                    <a:pt x="5041" y="3921"/>
                  </a:cubicBezTo>
                  <a:cubicBezTo>
                    <a:pt x="5065" y="3921"/>
                    <a:pt x="5088" y="3921"/>
                    <a:pt x="5112" y="3921"/>
                  </a:cubicBezTo>
                  <a:cubicBezTo>
                    <a:pt x="5112" y="3944"/>
                    <a:pt x="5112" y="3967"/>
                    <a:pt x="5112" y="3991"/>
                  </a:cubicBezTo>
                  <a:cubicBezTo>
                    <a:pt x="5135" y="3991"/>
                    <a:pt x="5158" y="3991"/>
                    <a:pt x="5182" y="3991"/>
                  </a:cubicBezTo>
                  <a:cubicBezTo>
                    <a:pt x="5182" y="4014"/>
                    <a:pt x="5182" y="4037"/>
                    <a:pt x="5182" y="4061"/>
                  </a:cubicBezTo>
                  <a:cubicBezTo>
                    <a:pt x="5205" y="4061"/>
                    <a:pt x="5228" y="4061"/>
                    <a:pt x="5252" y="4061"/>
                  </a:cubicBezTo>
                  <a:cubicBezTo>
                    <a:pt x="5252" y="4084"/>
                    <a:pt x="5252" y="4107"/>
                    <a:pt x="5252" y="4131"/>
                  </a:cubicBezTo>
                  <a:cubicBezTo>
                    <a:pt x="5275" y="4131"/>
                    <a:pt x="5298" y="4131"/>
                    <a:pt x="5322" y="4131"/>
                  </a:cubicBezTo>
                  <a:cubicBezTo>
                    <a:pt x="5322" y="4154"/>
                    <a:pt x="5322" y="4177"/>
                    <a:pt x="5322" y="4201"/>
                  </a:cubicBezTo>
                  <a:cubicBezTo>
                    <a:pt x="5368" y="4201"/>
                    <a:pt x="5414" y="4201"/>
                    <a:pt x="5462" y="4201"/>
                  </a:cubicBezTo>
                  <a:cubicBezTo>
                    <a:pt x="5462" y="4224"/>
                    <a:pt x="5462" y="4247"/>
                    <a:pt x="5462" y="4271"/>
                  </a:cubicBezTo>
                  <a:cubicBezTo>
                    <a:pt x="5508" y="4271"/>
                    <a:pt x="5554" y="4271"/>
                    <a:pt x="5602" y="4271"/>
                  </a:cubicBezTo>
                  <a:cubicBezTo>
                    <a:pt x="5602" y="4294"/>
                    <a:pt x="5602" y="4317"/>
                    <a:pt x="5602" y="4341"/>
                  </a:cubicBezTo>
                  <a:cubicBezTo>
                    <a:pt x="5648" y="4341"/>
                    <a:pt x="5694" y="4341"/>
                    <a:pt x="5742" y="4341"/>
                  </a:cubicBezTo>
                  <a:cubicBezTo>
                    <a:pt x="5742" y="4364"/>
                    <a:pt x="5742" y="4387"/>
                    <a:pt x="5742" y="4411"/>
                  </a:cubicBezTo>
                  <a:cubicBezTo>
                    <a:pt x="5834" y="4411"/>
                    <a:pt x="5927" y="4411"/>
                    <a:pt x="6022" y="4411"/>
                  </a:cubicBezTo>
                  <a:cubicBezTo>
                    <a:pt x="6022" y="4434"/>
                    <a:pt x="6022" y="4458"/>
                    <a:pt x="6022" y="4481"/>
                  </a:cubicBezTo>
                  <a:cubicBezTo>
                    <a:pt x="6184" y="4481"/>
                    <a:pt x="6345" y="4481"/>
                    <a:pt x="6512" y="4481"/>
                  </a:cubicBezTo>
                  <a:cubicBezTo>
                    <a:pt x="6512" y="4458"/>
                    <a:pt x="6512" y="4435"/>
                    <a:pt x="6512" y="4411"/>
                  </a:cubicBezTo>
                  <a:cubicBezTo>
                    <a:pt x="6604" y="4411"/>
                    <a:pt x="6697" y="4411"/>
                    <a:pt x="6792" y="4411"/>
                  </a:cubicBezTo>
                  <a:cubicBezTo>
                    <a:pt x="6792" y="4388"/>
                    <a:pt x="6792" y="4365"/>
                    <a:pt x="6792" y="4341"/>
                  </a:cubicBezTo>
                  <a:cubicBezTo>
                    <a:pt x="6861" y="4341"/>
                    <a:pt x="6931" y="4341"/>
                    <a:pt x="7002" y="4341"/>
                  </a:cubicBezTo>
                  <a:cubicBezTo>
                    <a:pt x="7002" y="4318"/>
                    <a:pt x="7002" y="4295"/>
                    <a:pt x="7002" y="4271"/>
                  </a:cubicBezTo>
                  <a:cubicBezTo>
                    <a:pt x="7048" y="4271"/>
                    <a:pt x="7095" y="4271"/>
                    <a:pt x="7142" y="4271"/>
                  </a:cubicBezTo>
                  <a:cubicBezTo>
                    <a:pt x="7142" y="4248"/>
                    <a:pt x="7142" y="4225"/>
                    <a:pt x="7142" y="4201"/>
                  </a:cubicBezTo>
                  <a:cubicBezTo>
                    <a:pt x="7165" y="4201"/>
                    <a:pt x="7188" y="4201"/>
                    <a:pt x="7212" y="4201"/>
                  </a:cubicBezTo>
                  <a:cubicBezTo>
                    <a:pt x="7212" y="4178"/>
                    <a:pt x="7212" y="4155"/>
                    <a:pt x="7212" y="4131"/>
                  </a:cubicBezTo>
                  <a:cubicBezTo>
                    <a:pt x="7281" y="4131"/>
                    <a:pt x="7351" y="4131"/>
                    <a:pt x="7422" y="4131"/>
                  </a:cubicBezTo>
                  <a:cubicBezTo>
                    <a:pt x="7422" y="4177"/>
                    <a:pt x="7422" y="4224"/>
                    <a:pt x="7422" y="4271"/>
                  </a:cubicBezTo>
                  <a:cubicBezTo>
                    <a:pt x="7515" y="4271"/>
                    <a:pt x="7607" y="4271"/>
                    <a:pt x="7702" y="4271"/>
                  </a:cubicBezTo>
                  <a:cubicBezTo>
                    <a:pt x="7702" y="4248"/>
                    <a:pt x="7702" y="4225"/>
                    <a:pt x="7702" y="4201"/>
                  </a:cubicBezTo>
                  <a:cubicBezTo>
                    <a:pt x="7725" y="4201"/>
                    <a:pt x="7748" y="4201"/>
                    <a:pt x="7772" y="4201"/>
                  </a:cubicBezTo>
                  <a:cubicBezTo>
                    <a:pt x="7772" y="4109"/>
                    <a:pt x="7772" y="4016"/>
                    <a:pt x="7772" y="3921"/>
                  </a:cubicBezTo>
                  <a:cubicBezTo>
                    <a:pt x="7795" y="3921"/>
                    <a:pt x="7819" y="3921"/>
                    <a:pt x="7842" y="3921"/>
                  </a:cubicBezTo>
                  <a:cubicBezTo>
                    <a:pt x="7842" y="3875"/>
                    <a:pt x="7842" y="3829"/>
                    <a:pt x="7842" y="3781"/>
                  </a:cubicBezTo>
                  <a:cubicBezTo>
                    <a:pt x="7796" y="3781"/>
                    <a:pt x="7750" y="3781"/>
                    <a:pt x="7702" y="3781"/>
                  </a:cubicBezTo>
                  <a:cubicBezTo>
                    <a:pt x="7702" y="3735"/>
                    <a:pt x="7702" y="3689"/>
                    <a:pt x="7702" y="3641"/>
                  </a:cubicBezTo>
                  <a:cubicBezTo>
                    <a:pt x="7725" y="3641"/>
                    <a:pt x="7748" y="3641"/>
                    <a:pt x="7772" y="3641"/>
                  </a:cubicBezTo>
                  <a:cubicBezTo>
                    <a:pt x="7772" y="3595"/>
                    <a:pt x="7772" y="3549"/>
                    <a:pt x="7772" y="3501"/>
                  </a:cubicBezTo>
                  <a:cubicBezTo>
                    <a:pt x="7795" y="3501"/>
                    <a:pt x="7819" y="3501"/>
                    <a:pt x="7842" y="3501"/>
                  </a:cubicBezTo>
                  <a:cubicBezTo>
                    <a:pt x="7842" y="3432"/>
                    <a:pt x="7842" y="3362"/>
                    <a:pt x="7842" y="3291"/>
                  </a:cubicBezTo>
                  <a:cubicBezTo>
                    <a:pt x="7865" y="3291"/>
                    <a:pt x="7889" y="3291"/>
                    <a:pt x="7912" y="3291"/>
                  </a:cubicBezTo>
                  <a:cubicBezTo>
                    <a:pt x="7912" y="3199"/>
                    <a:pt x="7912" y="3106"/>
                    <a:pt x="7912" y="3011"/>
                  </a:cubicBezTo>
                  <a:cubicBezTo>
                    <a:pt x="7935" y="3011"/>
                    <a:pt x="7959" y="3011"/>
                    <a:pt x="7982" y="3011"/>
                  </a:cubicBezTo>
                  <a:cubicBezTo>
                    <a:pt x="7982" y="2849"/>
                    <a:pt x="7982" y="2687"/>
                    <a:pt x="7982" y="2521"/>
                  </a:cubicBezTo>
                  <a:cubicBezTo>
                    <a:pt x="7959" y="2521"/>
                    <a:pt x="7936" y="2521"/>
                    <a:pt x="7912" y="2521"/>
                  </a:cubicBezTo>
                  <a:cubicBezTo>
                    <a:pt x="7912" y="2428"/>
                    <a:pt x="7912" y="2336"/>
                    <a:pt x="7912" y="2241"/>
                  </a:cubicBezTo>
                  <a:cubicBezTo>
                    <a:pt x="7889" y="2241"/>
                    <a:pt x="7866" y="2241"/>
                    <a:pt x="7842" y="2241"/>
                  </a:cubicBezTo>
                  <a:cubicBezTo>
                    <a:pt x="7842" y="2171"/>
                    <a:pt x="7842" y="2102"/>
                    <a:pt x="7842" y="2031"/>
                  </a:cubicBezTo>
                  <a:cubicBezTo>
                    <a:pt x="7819" y="2031"/>
                    <a:pt x="7796" y="2031"/>
                    <a:pt x="7772" y="2031"/>
                  </a:cubicBezTo>
                  <a:cubicBezTo>
                    <a:pt x="7772" y="1984"/>
                    <a:pt x="7772" y="1938"/>
                    <a:pt x="7772" y="1891"/>
                  </a:cubicBezTo>
                  <a:cubicBezTo>
                    <a:pt x="7749" y="1891"/>
                    <a:pt x="7726" y="1891"/>
                    <a:pt x="7702" y="1891"/>
                  </a:cubicBezTo>
                  <a:cubicBezTo>
                    <a:pt x="7702" y="1867"/>
                    <a:pt x="7702" y="1844"/>
                    <a:pt x="7702" y="1821"/>
                  </a:cubicBezTo>
                  <a:cubicBezTo>
                    <a:pt x="7679" y="1821"/>
                    <a:pt x="7656" y="1821"/>
                    <a:pt x="7632" y="1821"/>
                  </a:cubicBezTo>
                  <a:cubicBezTo>
                    <a:pt x="7632" y="1797"/>
                    <a:pt x="7632" y="1774"/>
                    <a:pt x="7632" y="1751"/>
                  </a:cubicBezTo>
                  <a:cubicBezTo>
                    <a:pt x="7609" y="1751"/>
                    <a:pt x="7586" y="1751"/>
                    <a:pt x="7562" y="1751"/>
                  </a:cubicBezTo>
                  <a:cubicBezTo>
                    <a:pt x="7562" y="1727"/>
                    <a:pt x="7562" y="1704"/>
                    <a:pt x="7562" y="1680"/>
                  </a:cubicBezTo>
                  <a:cubicBezTo>
                    <a:pt x="7539" y="1680"/>
                    <a:pt x="7516" y="1680"/>
                    <a:pt x="7492" y="1680"/>
                  </a:cubicBezTo>
                  <a:cubicBezTo>
                    <a:pt x="7492" y="1657"/>
                    <a:pt x="7492" y="1634"/>
                    <a:pt x="7492" y="1610"/>
                  </a:cubicBezTo>
                  <a:cubicBezTo>
                    <a:pt x="7469" y="1610"/>
                    <a:pt x="7446" y="1610"/>
                    <a:pt x="7422" y="1610"/>
                  </a:cubicBezTo>
                  <a:cubicBezTo>
                    <a:pt x="7422" y="1587"/>
                    <a:pt x="7422" y="1564"/>
                    <a:pt x="7422" y="1540"/>
                  </a:cubicBezTo>
                  <a:cubicBezTo>
                    <a:pt x="7399" y="1540"/>
                    <a:pt x="7376" y="1540"/>
                    <a:pt x="7352" y="1540"/>
                  </a:cubicBezTo>
                  <a:cubicBezTo>
                    <a:pt x="7352" y="1517"/>
                    <a:pt x="7352" y="1494"/>
                    <a:pt x="7352" y="1470"/>
                  </a:cubicBezTo>
                  <a:cubicBezTo>
                    <a:pt x="7329" y="1470"/>
                    <a:pt x="7306" y="1470"/>
                    <a:pt x="7282" y="1470"/>
                  </a:cubicBezTo>
                  <a:cubicBezTo>
                    <a:pt x="7282" y="1447"/>
                    <a:pt x="7282" y="1424"/>
                    <a:pt x="7282" y="1400"/>
                  </a:cubicBezTo>
                  <a:cubicBezTo>
                    <a:pt x="7236" y="1400"/>
                    <a:pt x="7190" y="1400"/>
                    <a:pt x="7142" y="1400"/>
                  </a:cubicBezTo>
                  <a:cubicBezTo>
                    <a:pt x="7142" y="1377"/>
                    <a:pt x="7142" y="1354"/>
                    <a:pt x="7142" y="1330"/>
                  </a:cubicBezTo>
                  <a:cubicBezTo>
                    <a:pt x="7119" y="1330"/>
                    <a:pt x="7096" y="1330"/>
                    <a:pt x="7072" y="1330"/>
                  </a:cubicBezTo>
                  <a:cubicBezTo>
                    <a:pt x="7072" y="1307"/>
                    <a:pt x="7072" y="1284"/>
                    <a:pt x="7072" y="1260"/>
                  </a:cubicBezTo>
                  <a:cubicBezTo>
                    <a:pt x="7026" y="1260"/>
                    <a:pt x="6980" y="1260"/>
                    <a:pt x="6932" y="1260"/>
                  </a:cubicBezTo>
                  <a:cubicBezTo>
                    <a:pt x="6932" y="1214"/>
                    <a:pt x="6932" y="1168"/>
                    <a:pt x="6932" y="1120"/>
                  </a:cubicBezTo>
                  <a:cubicBezTo>
                    <a:pt x="6955" y="1120"/>
                    <a:pt x="6978" y="1120"/>
                    <a:pt x="7002" y="1120"/>
                  </a:cubicBezTo>
                  <a:cubicBezTo>
                    <a:pt x="7002" y="1051"/>
                    <a:pt x="7002" y="982"/>
                    <a:pt x="7002" y="910"/>
                  </a:cubicBezTo>
                  <a:cubicBezTo>
                    <a:pt x="7071" y="910"/>
                    <a:pt x="7141" y="910"/>
                    <a:pt x="7212" y="910"/>
                  </a:cubicBezTo>
                  <a:cubicBezTo>
                    <a:pt x="7212" y="933"/>
                    <a:pt x="7212" y="956"/>
                    <a:pt x="7212" y="980"/>
                  </a:cubicBezTo>
                  <a:cubicBezTo>
                    <a:pt x="7221" y="979"/>
                    <a:pt x="7231" y="978"/>
                    <a:pt x="7240" y="977"/>
                  </a:cubicBezTo>
                  <a:cubicBezTo>
                    <a:pt x="7280" y="974"/>
                    <a:pt x="7313" y="973"/>
                    <a:pt x="7352" y="980"/>
                  </a:cubicBezTo>
                  <a:cubicBezTo>
                    <a:pt x="7375" y="1005"/>
                    <a:pt x="7387" y="1031"/>
                    <a:pt x="7403" y="1060"/>
                  </a:cubicBezTo>
                  <a:cubicBezTo>
                    <a:pt x="7429" y="1094"/>
                    <a:pt x="7447" y="1094"/>
                    <a:pt x="7488" y="1101"/>
                  </a:cubicBezTo>
                  <a:cubicBezTo>
                    <a:pt x="7583" y="1118"/>
                    <a:pt x="7648" y="1183"/>
                    <a:pt x="7702" y="1260"/>
                  </a:cubicBezTo>
                  <a:cubicBezTo>
                    <a:pt x="7706" y="1300"/>
                    <a:pt x="7706" y="1300"/>
                    <a:pt x="7702" y="1330"/>
                  </a:cubicBezTo>
                  <a:cubicBezTo>
                    <a:pt x="7725" y="1330"/>
                    <a:pt x="7748" y="1330"/>
                    <a:pt x="7772" y="1330"/>
                  </a:cubicBezTo>
                  <a:cubicBezTo>
                    <a:pt x="7772" y="1354"/>
                    <a:pt x="7772" y="1377"/>
                    <a:pt x="7772" y="1400"/>
                  </a:cubicBezTo>
                  <a:cubicBezTo>
                    <a:pt x="7795" y="1400"/>
                    <a:pt x="7819" y="1400"/>
                    <a:pt x="7842" y="1400"/>
                  </a:cubicBezTo>
                  <a:cubicBezTo>
                    <a:pt x="7842" y="1424"/>
                    <a:pt x="7842" y="1447"/>
                    <a:pt x="7842" y="1470"/>
                  </a:cubicBezTo>
                  <a:cubicBezTo>
                    <a:pt x="7865" y="1470"/>
                    <a:pt x="7889" y="1470"/>
                    <a:pt x="7912" y="1470"/>
                  </a:cubicBezTo>
                  <a:cubicBezTo>
                    <a:pt x="7917" y="1483"/>
                    <a:pt x="7921" y="1495"/>
                    <a:pt x="7925" y="1508"/>
                  </a:cubicBezTo>
                  <a:cubicBezTo>
                    <a:pt x="7931" y="1523"/>
                    <a:pt x="7937" y="1539"/>
                    <a:pt x="7943" y="1556"/>
                  </a:cubicBezTo>
                  <a:cubicBezTo>
                    <a:pt x="7949" y="1572"/>
                    <a:pt x="7954" y="1587"/>
                    <a:pt x="7960" y="1604"/>
                  </a:cubicBezTo>
                  <a:cubicBezTo>
                    <a:pt x="7982" y="1645"/>
                    <a:pt x="7982" y="1645"/>
                    <a:pt x="8018" y="1663"/>
                  </a:cubicBezTo>
                  <a:cubicBezTo>
                    <a:pt x="8052" y="1680"/>
                    <a:pt x="8052" y="1680"/>
                    <a:pt x="8072" y="1721"/>
                  </a:cubicBezTo>
                  <a:cubicBezTo>
                    <a:pt x="8082" y="1752"/>
                    <a:pt x="8093" y="1784"/>
                    <a:pt x="8103" y="1815"/>
                  </a:cubicBezTo>
                  <a:cubicBezTo>
                    <a:pt x="8122" y="1856"/>
                    <a:pt x="8122" y="1856"/>
                    <a:pt x="8157" y="1873"/>
                  </a:cubicBezTo>
                  <a:cubicBezTo>
                    <a:pt x="8192" y="1891"/>
                    <a:pt x="8192" y="1891"/>
                    <a:pt x="8212" y="1931"/>
                  </a:cubicBezTo>
                  <a:cubicBezTo>
                    <a:pt x="8222" y="1962"/>
                    <a:pt x="8233" y="1994"/>
                    <a:pt x="8243" y="2025"/>
                  </a:cubicBezTo>
                  <a:cubicBezTo>
                    <a:pt x="8262" y="2066"/>
                    <a:pt x="8262" y="2066"/>
                    <a:pt x="8300" y="2084"/>
                  </a:cubicBezTo>
                  <a:cubicBezTo>
                    <a:pt x="8310" y="2090"/>
                    <a:pt x="8321" y="2095"/>
                    <a:pt x="8332" y="2101"/>
                  </a:cubicBezTo>
                  <a:cubicBezTo>
                    <a:pt x="8337" y="2138"/>
                    <a:pt x="8337" y="2138"/>
                    <a:pt x="8332" y="2171"/>
                  </a:cubicBezTo>
                  <a:cubicBezTo>
                    <a:pt x="8347" y="2166"/>
                    <a:pt x="8362" y="2161"/>
                    <a:pt x="8377" y="2155"/>
                  </a:cubicBezTo>
                  <a:cubicBezTo>
                    <a:pt x="8529" y="2106"/>
                    <a:pt x="8663" y="2092"/>
                    <a:pt x="8823" y="2101"/>
                  </a:cubicBezTo>
                  <a:cubicBezTo>
                    <a:pt x="8823" y="2078"/>
                    <a:pt x="8823" y="2054"/>
                    <a:pt x="8823" y="2031"/>
                  </a:cubicBezTo>
                  <a:cubicBezTo>
                    <a:pt x="8831" y="2030"/>
                    <a:pt x="8839" y="2029"/>
                    <a:pt x="8848" y="2028"/>
                  </a:cubicBezTo>
                  <a:cubicBezTo>
                    <a:pt x="8885" y="2024"/>
                    <a:pt x="8923" y="2020"/>
                    <a:pt x="8960" y="2015"/>
                  </a:cubicBezTo>
                  <a:cubicBezTo>
                    <a:pt x="8974" y="2014"/>
                    <a:pt x="8987" y="2013"/>
                    <a:pt x="9000" y="2011"/>
                  </a:cubicBezTo>
                  <a:cubicBezTo>
                    <a:pt x="9013" y="2010"/>
                    <a:pt x="9025" y="2008"/>
                    <a:pt x="9038" y="2007"/>
                  </a:cubicBezTo>
                  <a:cubicBezTo>
                    <a:pt x="9050" y="2005"/>
                    <a:pt x="9061" y="2004"/>
                    <a:pt x="9073" y="2003"/>
                  </a:cubicBezTo>
                  <a:cubicBezTo>
                    <a:pt x="9103" y="1996"/>
                    <a:pt x="9103" y="1996"/>
                    <a:pt x="9138" y="1961"/>
                  </a:cubicBezTo>
                  <a:cubicBezTo>
                    <a:pt x="9164" y="1954"/>
                    <a:pt x="9164" y="1954"/>
                    <a:pt x="9194" y="1951"/>
                  </a:cubicBezTo>
                  <a:cubicBezTo>
                    <a:pt x="9204" y="1949"/>
                    <a:pt x="9215" y="1948"/>
                    <a:pt x="9226" y="1947"/>
                  </a:cubicBezTo>
                  <a:cubicBezTo>
                    <a:pt x="9249" y="1944"/>
                    <a:pt x="9272" y="1942"/>
                    <a:pt x="9294" y="1939"/>
                  </a:cubicBezTo>
                  <a:cubicBezTo>
                    <a:pt x="9305" y="1938"/>
                    <a:pt x="9316" y="1937"/>
                    <a:pt x="9327" y="1935"/>
                  </a:cubicBezTo>
                  <a:cubicBezTo>
                    <a:pt x="9337" y="1934"/>
                    <a:pt x="9347" y="1933"/>
                    <a:pt x="9357" y="1932"/>
                  </a:cubicBezTo>
                  <a:cubicBezTo>
                    <a:pt x="9383" y="1926"/>
                    <a:pt x="9383" y="1926"/>
                    <a:pt x="9418" y="1891"/>
                  </a:cubicBezTo>
                  <a:cubicBezTo>
                    <a:pt x="9459" y="1887"/>
                    <a:pt x="9459" y="1887"/>
                    <a:pt x="9507" y="1888"/>
                  </a:cubicBezTo>
                  <a:cubicBezTo>
                    <a:pt x="9523" y="1889"/>
                    <a:pt x="9539" y="1889"/>
                    <a:pt x="9556" y="1889"/>
                  </a:cubicBezTo>
                  <a:cubicBezTo>
                    <a:pt x="9568" y="1890"/>
                    <a:pt x="9580" y="1890"/>
                    <a:pt x="9593" y="1891"/>
                  </a:cubicBezTo>
                  <a:cubicBezTo>
                    <a:pt x="9593" y="1867"/>
                    <a:pt x="9593" y="1844"/>
                    <a:pt x="9593" y="1821"/>
                  </a:cubicBezTo>
                  <a:cubicBezTo>
                    <a:pt x="9605" y="1820"/>
                    <a:pt x="9618" y="1819"/>
                    <a:pt x="9631" y="1818"/>
                  </a:cubicBezTo>
                  <a:cubicBezTo>
                    <a:pt x="9677" y="1815"/>
                    <a:pt x="9724" y="1811"/>
                    <a:pt x="9770" y="1808"/>
                  </a:cubicBezTo>
                  <a:cubicBezTo>
                    <a:pt x="9791" y="1806"/>
                    <a:pt x="9811" y="1805"/>
                    <a:pt x="9831" y="1803"/>
                  </a:cubicBezTo>
                  <a:cubicBezTo>
                    <a:pt x="9860" y="1801"/>
                    <a:pt x="9889" y="1799"/>
                    <a:pt x="9918" y="1797"/>
                  </a:cubicBezTo>
                  <a:cubicBezTo>
                    <a:pt x="9927" y="1796"/>
                    <a:pt x="9936" y="1795"/>
                    <a:pt x="9945" y="1795"/>
                  </a:cubicBezTo>
                  <a:cubicBezTo>
                    <a:pt x="9996" y="1791"/>
                    <a:pt x="10010" y="1788"/>
                    <a:pt x="10048" y="1751"/>
                  </a:cubicBezTo>
                  <a:cubicBezTo>
                    <a:pt x="10074" y="1744"/>
                    <a:pt x="10074" y="1744"/>
                    <a:pt x="10104" y="1741"/>
                  </a:cubicBezTo>
                  <a:cubicBezTo>
                    <a:pt x="10115" y="1739"/>
                    <a:pt x="10125" y="1738"/>
                    <a:pt x="10136" y="1737"/>
                  </a:cubicBezTo>
                  <a:cubicBezTo>
                    <a:pt x="10159" y="1734"/>
                    <a:pt x="10182" y="1732"/>
                    <a:pt x="10205" y="1729"/>
                  </a:cubicBezTo>
                  <a:cubicBezTo>
                    <a:pt x="10215" y="1728"/>
                    <a:pt x="10226" y="1727"/>
                    <a:pt x="10237" y="1725"/>
                  </a:cubicBezTo>
                  <a:cubicBezTo>
                    <a:pt x="10247" y="1724"/>
                    <a:pt x="10257" y="1723"/>
                    <a:pt x="10267" y="1722"/>
                  </a:cubicBezTo>
                  <a:cubicBezTo>
                    <a:pt x="10293" y="1716"/>
                    <a:pt x="10293" y="1716"/>
                    <a:pt x="10328" y="1680"/>
                  </a:cubicBezTo>
                  <a:cubicBezTo>
                    <a:pt x="10355" y="1677"/>
                    <a:pt x="10355" y="1677"/>
                    <a:pt x="10385" y="1677"/>
                  </a:cubicBezTo>
                  <a:cubicBezTo>
                    <a:pt x="10391" y="1677"/>
                    <a:pt x="10391" y="1677"/>
                    <a:pt x="10418" y="1677"/>
                  </a:cubicBezTo>
                  <a:cubicBezTo>
                    <a:pt x="10424" y="1678"/>
                    <a:pt x="10424" y="1678"/>
                    <a:pt x="10453" y="1678"/>
                  </a:cubicBezTo>
                  <a:cubicBezTo>
                    <a:pt x="10464" y="1678"/>
                    <a:pt x="10476" y="1679"/>
                    <a:pt x="10488" y="1679"/>
                  </a:cubicBezTo>
                  <a:cubicBezTo>
                    <a:pt x="10516" y="1679"/>
                    <a:pt x="10545" y="1680"/>
                    <a:pt x="10573" y="1680"/>
                  </a:cubicBezTo>
                  <a:cubicBezTo>
                    <a:pt x="10573" y="1657"/>
                    <a:pt x="10573" y="1634"/>
                    <a:pt x="10573" y="1610"/>
                  </a:cubicBezTo>
                  <a:cubicBezTo>
                    <a:pt x="10619" y="1610"/>
                    <a:pt x="10666" y="1610"/>
                    <a:pt x="10713" y="1610"/>
                  </a:cubicBezTo>
                  <a:cubicBezTo>
                    <a:pt x="10713" y="1587"/>
                    <a:pt x="10713" y="1564"/>
                    <a:pt x="10713" y="1540"/>
                  </a:cubicBezTo>
                  <a:cubicBezTo>
                    <a:pt x="10736" y="1540"/>
                    <a:pt x="10759" y="1540"/>
                    <a:pt x="10783" y="1540"/>
                  </a:cubicBezTo>
                  <a:cubicBezTo>
                    <a:pt x="10783" y="1471"/>
                    <a:pt x="10783" y="1402"/>
                    <a:pt x="10783" y="1330"/>
                  </a:cubicBezTo>
                  <a:cubicBezTo>
                    <a:pt x="10806" y="1330"/>
                    <a:pt x="10829" y="1330"/>
                    <a:pt x="10853" y="1330"/>
                  </a:cubicBezTo>
                  <a:cubicBezTo>
                    <a:pt x="10853" y="1215"/>
                    <a:pt x="10853" y="1099"/>
                    <a:pt x="10853" y="980"/>
                  </a:cubicBezTo>
                  <a:cubicBezTo>
                    <a:pt x="10876" y="980"/>
                    <a:pt x="10899" y="980"/>
                    <a:pt x="10923" y="980"/>
                  </a:cubicBezTo>
                  <a:cubicBezTo>
                    <a:pt x="10923" y="911"/>
                    <a:pt x="10923" y="842"/>
                    <a:pt x="10923" y="770"/>
                  </a:cubicBezTo>
                  <a:cubicBezTo>
                    <a:pt x="10946" y="770"/>
                    <a:pt x="10969" y="770"/>
                    <a:pt x="10993" y="770"/>
                  </a:cubicBezTo>
                  <a:cubicBezTo>
                    <a:pt x="10992" y="760"/>
                    <a:pt x="10991" y="749"/>
                    <a:pt x="10990" y="738"/>
                  </a:cubicBezTo>
                  <a:cubicBezTo>
                    <a:pt x="10993" y="700"/>
                    <a:pt x="10993" y="700"/>
                    <a:pt x="11016" y="674"/>
                  </a:cubicBezTo>
                  <a:cubicBezTo>
                    <a:pt x="11026" y="665"/>
                    <a:pt x="11036" y="657"/>
                    <a:pt x="11047" y="648"/>
                  </a:cubicBezTo>
                  <a:cubicBezTo>
                    <a:pt x="11059" y="639"/>
                    <a:pt x="11070" y="629"/>
                    <a:pt x="11082" y="619"/>
                  </a:cubicBezTo>
                  <a:cubicBezTo>
                    <a:pt x="11095" y="609"/>
                    <a:pt x="11107" y="599"/>
                    <a:pt x="11120" y="589"/>
                  </a:cubicBezTo>
                  <a:cubicBezTo>
                    <a:pt x="11232" y="496"/>
                    <a:pt x="11328" y="399"/>
                    <a:pt x="11417" y="285"/>
                  </a:cubicBezTo>
                  <a:cubicBezTo>
                    <a:pt x="11425" y="275"/>
                    <a:pt x="11432" y="265"/>
                    <a:pt x="11440" y="255"/>
                  </a:cubicBezTo>
                  <a:cubicBezTo>
                    <a:pt x="11447" y="246"/>
                    <a:pt x="11454" y="238"/>
                    <a:pt x="11461" y="229"/>
                  </a:cubicBezTo>
                  <a:cubicBezTo>
                    <a:pt x="11492" y="203"/>
                    <a:pt x="11514" y="207"/>
                    <a:pt x="11553" y="210"/>
                  </a:cubicBezTo>
                  <a:cubicBezTo>
                    <a:pt x="11553" y="187"/>
                    <a:pt x="11553" y="164"/>
                    <a:pt x="11553" y="140"/>
                  </a:cubicBezTo>
                  <a:cubicBezTo>
                    <a:pt x="11600" y="140"/>
                    <a:pt x="11646" y="140"/>
                    <a:pt x="11693" y="140"/>
                  </a:cubicBezTo>
                  <a:cubicBezTo>
                    <a:pt x="11693" y="117"/>
                    <a:pt x="11693" y="94"/>
                    <a:pt x="11693" y="70"/>
                  </a:cubicBezTo>
                  <a:cubicBezTo>
                    <a:pt x="11809" y="70"/>
                    <a:pt x="11925" y="70"/>
                    <a:pt x="12044" y="70"/>
                  </a:cubicBezTo>
                  <a:cubicBezTo>
                    <a:pt x="12044" y="47"/>
                    <a:pt x="12044" y="24"/>
                    <a:pt x="12044" y="0"/>
                  </a:cubicBezTo>
                  <a:close/>
                  <a:moveTo>
                    <a:pt x="12044" y="420"/>
                  </a:moveTo>
                  <a:cubicBezTo>
                    <a:pt x="12044" y="443"/>
                    <a:pt x="12044" y="466"/>
                    <a:pt x="12044" y="490"/>
                  </a:cubicBezTo>
                  <a:cubicBezTo>
                    <a:pt x="11974" y="490"/>
                    <a:pt x="11905" y="490"/>
                    <a:pt x="11834" y="490"/>
                  </a:cubicBezTo>
                  <a:cubicBezTo>
                    <a:pt x="11834" y="513"/>
                    <a:pt x="11834" y="536"/>
                    <a:pt x="11834" y="560"/>
                  </a:cubicBezTo>
                  <a:cubicBezTo>
                    <a:pt x="11787" y="560"/>
                    <a:pt x="11741" y="560"/>
                    <a:pt x="11693" y="560"/>
                  </a:cubicBezTo>
                  <a:cubicBezTo>
                    <a:pt x="11693" y="583"/>
                    <a:pt x="11693" y="606"/>
                    <a:pt x="11693" y="630"/>
                  </a:cubicBezTo>
                  <a:cubicBezTo>
                    <a:pt x="11670" y="630"/>
                    <a:pt x="11647" y="630"/>
                    <a:pt x="11623" y="630"/>
                  </a:cubicBezTo>
                  <a:cubicBezTo>
                    <a:pt x="11623" y="653"/>
                    <a:pt x="11623" y="676"/>
                    <a:pt x="11623" y="700"/>
                  </a:cubicBezTo>
                  <a:cubicBezTo>
                    <a:pt x="11600" y="700"/>
                    <a:pt x="11577" y="700"/>
                    <a:pt x="11553" y="700"/>
                  </a:cubicBezTo>
                  <a:cubicBezTo>
                    <a:pt x="11553" y="723"/>
                    <a:pt x="11553" y="746"/>
                    <a:pt x="11553" y="770"/>
                  </a:cubicBezTo>
                  <a:cubicBezTo>
                    <a:pt x="11530" y="770"/>
                    <a:pt x="11507" y="770"/>
                    <a:pt x="11483" y="770"/>
                  </a:cubicBezTo>
                  <a:cubicBezTo>
                    <a:pt x="11483" y="793"/>
                    <a:pt x="11483" y="816"/>
                    <a:pt x="11483" y="840"/>
                  </a:cubicBezTo>
                  <a:cubicBezTo>
                    <a:pt x="11460" y="840"/>
                    <a:pt x="11437" y="840"/>
                    <a:pt x="11413" y="840"/>
                  </a:cubicBezTo>
                  <a:cubicBezTo>
                    <a:pt x="11413" y="886"/>
                    <a:pt x="11413" y="933"/>
                    <a:pt x="11413" y="980"/>
                  </a:cubicBezTo>
                  <a:cubicBezTo>
                    <a:pt x="11390" y="980"/>
                    <a:pt x="11367" y="980"/>
                    <a:pt x="11343" y="980"/>
                  </a:cubicBezTo>
                  <a:cubicBezTo>
                    <a:pt x="11343" y="1027"/>
                    <a:pt x="11343" y="1073"/>
                    <a:pt x="11343" y="1120"/>
                  </a:cubicBezTo>
                  <a:cubicBezTo>
                    <a:pt x="11320" y="1120"/>
                    <a:pt x="11297" y="1120"/>
                    <a:pt x="11273" y="1120"/>
                  </a:cubicBezTo>
                  <a:cubicBezTo>
                    <a:pt x="11273" y="1190"/>
                    <a:pt x="11273" y="1259"/>
                    <a:pt x="11273" y="1330"/>
                  </a:cubicBezTo>
                  <a:cubicBezTo>
                    <a:pt x="11250" y="1330"/>
                    <a:pt x="11227" y="1330"/>
                    <a:pt x="11203" y="1330"/>
                  </a:cubicBezTo>
                  <a:cubicBezTo>
                    <a:pt x="11203" y="1446"/>
                    <a:pt x="11203" y="1561"/>
                    <a:pt x="11203" y="1680"/>
                  </a:cubicBezTo>
                  <a:cubicBezTo>
                    <a:pt x="11226" y="1680"/>
                    <a:pt x="11250" y="1680"/>
                    <a:pt x="11273" y="1680"/>
                  </a:cubicBezTo>
                  <a:cubicBezTo>
                    <a:pt x="11273" y="1773"/>
                    <a:pt x="11273" y="1865"/>
                    <a:pt x="11273" y="1961"/>
                  </a:cubicBezTo>
                  <a:cubicBezTo>
                    <a:pt x="11296" y="1961"/>
                    <a:pt x="11320" y="1961"/>
                    <a:pt x="11343" y="1961"/>
                  </a:cubicBezTo>
                  <a:cubicBezTo>
                    <a:pt x="11343" y="1984"/>
                    <a:pt x="11343" y="2007"/>
                    <a:pt x="11343" y="2031"/>
                  </a:cubicBezTo>
                  <a:cubicBezTo>
                    <a:pt x="11366" y="2031"/>
                    <a:pt x="11390" y="2031"/>
                    <a:pt x="11413" y="2031"/>
                  </a:cubicBezTo>
                  <a:cubicBezTo>
                    <a:pt x="11413" y="2077"/>
                    <a:pt x="11413" y="2123"/>
                    <a:pt x="11413" y="2171"/>
                  </a:cubicBezTo>
                  <a:cubicBezTo>
                    <a:pt x="11436" y="2171"/>
                    <a:pt x="11460" y="2171"/>
                    <a:pt x="11483" y="2171"/>
                  </a:cubicBezTo>
                  <a:cubicBezTo>
                    <a:pt x="11483" y="2194"/>
                    <a:pt x="11483" y="2217"/>
                    <a:pt x="11483" y="2241"/>
                  </a:cubicBezTo>
                  <a:cubicBezTo>
                    <a:pt x="11507" y="2241"/>
                    <a:pt x="11530" y="2241"/>
                    <a:pt x="11553" y="2241"/>
                  </a:cubicBezTo>
                  <a:cubicBezTo>
                    <a:pt x="11553" y="2264"/>
                    <a:pt x="11553" y="2287"/>
                    <a:pt x="11553" y="2311"/>
                  </a:cubicBezTo>
                  <a:cubicBezTo>
                    <a:pt x="11577" y="2311"/>
                    <a:pt x="11600" y="2311"/>
                    <a:pt x="11623" y="2311"/>
                  </a:cubicBezTo>
                  <a:cubicBezTo>
                    <a:pt x="11623" y="2334"/>
                    <a:pt x="11623" y="2357"/>
                    <a:pt x="11623" y="2381"/>
                  </a:cubicBezTo>
                  <a:cubicBezTo>
                    <a:pt x="11670" y="2381"/>
                    <a:pt x="11716" y="2381"/>
                    <a:pt x="11763" y="2381"/>
                  </a:cubicBezTo>
                  <a:cubicBezTo>
                    <a:pt x="11763" y="2404"/>
                    <a:pt x="11763" y="2427"/>
                    <a:pt x="11763" y="2451"/>
                  </a:cubicBezTo>
                  <a:cubicBezTo>
                    <a:pt x="11810" y="2451"/>
                    <a:pt x="11856" y="2451"/>
                    <a:pt x="11904" y="2451"/>
                  </a:cubicBezTo>
                  <a:cubicBezTo>
                    <a:pt x="11904" y="2474"/>
                    <a:pt x="11904" y="2497"/>
                    <a:pt x="11904" y="2521"/>
                  </a:cubicBezTo>
                  <a:cubicBezTo>
                    <a:pt x="11996" y="2521"/>
                    <a:pt x="12088" y="2521"/>
                    <a:pt x="12184" y="2521"/>
                  </a:cubicBezTo>
                  <a:cubicBezTo>
                    <a:pt x="12184" y="2544"/>
                    <a:pt x="12184" y="2567"/>
                    <a:pt x="12184" y="2591"/>
                  </a:cubicBezTo>
                  <a:cubicBezTo>
                    <a:pt x="12253" y="2591"/>
                    <a:pt x="12322" y="2591"/>
                    <a:pt x="12394" y="2591"/>
                  </a:cubicBezTo>
                  <a:cubicBezTo>
                    <a:pt x="12394" y="2568"/>
                    <a:pt x="12394" y="2545"/>
                    <a:pt x="12394" y="2521"/>
                  </a:cubicBezTo>
                  <a:cubicBezTo>
                    <a:pt x="12486" y="2521"/>
                    <a:pt x="12579" y="2521"/>
                    <a:pt x="12674" y="2521"/>
                  </a:cubicBezTo>
                  <a:cubicBezTo>
                    <a:pt x="12674" y="2498"/>
                    <a:pt x="12674" y="2475"/>
                    <a:pt x="12674" y="2451"/>
                  </a:cubicBezTo>
                  <a:cubicBezTo>
                    <a:pt x="12720" y="2451"/>
                    <a:pt x="12766" y="2451"/>
                    <a:pt x="12814" y="2451"/>
                  </a:cubicBezTo>
                  <a:cubicBezTo>
                    <a:pt x="12814" y="2428"/>
                    <a:pt x="12814" y="2405"/>
                    <a:pt x="12814" y="2381"/>
                  </a:cubicBezTo>
                  <a:cubicBezTo>
                    <a:pt x="12860" y="2381"/>
                    <a:pt x="12906" y="2381"/>
                    <a:pt x="12954" y="2381"/>
                  </a:cubicBezTo>
                  <a:cubicBezTo>
                    <a:pt x="12954" y="2358"/>
                    <a:pt x="12954" y="2334"/>
                    <a:pt x="12954" y="2311"/>
                  </a:cubicBezTo>
                  <a:cubicBezTo>
                    <a:pt x="12977" y="2311"/>
                    <a:pt x="13000" y="2311"/>
                    <a:pt x="13024" y="2311"/>
                  </a:cubicBezTo>
                  <a:cubicBezTo>
                    <a:pt x="13024" y="2288"/>
                    <a:pt x="13024" y="2264"/>
                    <a:pt x="13024" y="2241"/>
                  </a:cubicBezTo>
                  <a:cubicBezTo>
                    <a:pt x="13047" y="2241"/>
                    <a:pt x="13070" y="2241"/>
                    <a:pt x="13094" y="2241"/>
                  </a:cubicBezTo>
                  <a:cubicBezTo>
                    <a:pt x="13094" y="2218"/>
                    <a:pt x="13094" y="2194"/>
                    <a:pt x="13094" y="2171"/>
                  </a:cubicBezTo>
                  <a:cubicBezTo>
                    <a:pt x="13117" y="2171"/>
                    <a:pt x="13140" y="2171"/>
                    <a:pt x="13164" y="2171"/>
                  </a:cubicBezTo>
                  <a:cubicBezTo>
                    <a:pt x="13164" y="2124"/>
                    <a:pt x="13164" y="2078"/>
                    <a:pt x="13164" y="2031"/>
                  </a:cubicBezTo>
                  <a:cubicBezTo>
                    <a:pt x="13187" y="2031"/>
                    <a:pt x="13210" y="2031"/>
                    <a:pt x="13234" y="2031"/>
                  </a:cubicBezTo>
                  <a:cubicBezTo>
                    <a:pt x="13234" y="2007"/>
                    <a:pt x="13234" y="1984"/>
                    <a:pt x="13234" y="1961"/>
                  </a:cubicBezTo>
                  <a:cubicBezTo>
                    <a:pt x="13257" y="1961"/>
                    <a:pt x="13280" y="1961"/>
                    <a:pt x="13304" y="1961"/>
                  </a:cubicBezTo>
                  <a:cubicBezTo>
                    <a:pt x="13304" y="1891"/>
                    <a:pt x="13304" y="1822"/>
                    <a:pt x="13304" y="1751"/>
                  </a:cubicBezTo>
                  <a:cubicBezTo>
                    <a:pt x="13327" y="1751"/>
                    <a:pt x="13350" y="1751"/>
                    <a:pt x="13374" y="1751"/>
                  </a:cubicBezTo>
                  <a:cubicBezTo>
                    <a:pt x="13374" y="1589"/>
                    <a:pt x="13374" y="1427"/>
                    <a:pt x="13374" y="1260"/>
                  </a:cubicBezTo>
                  <a:cubicBezTo>
                    <a:pt x="13351" y="1260"/>
                    <a:pt x="13328" y="1260"/>
                    <a:pt x="13304" y="1260"/>
                  </a:cubicBezTo>
                  <a:cubicBezTo>
                    <a:pt x="13304" y="1191"/>
                    <a:pt x="13304" y="1122"/>
                    <a:pt x="13304" y="1050"/>
                  </a:cubicBezTo>
                  <a:cubicBezTo>
                    <a:pt x="13281" y="1050"/>
                    <a:pt x="13258" y="1050"/>
                    <a:pt x="13234" y="1050"/>
                  </a:cubicBezTo>
                  <a:cubicBezTo>
                    <a:pt x="13234" y="1004"/>
                    <a:pt x="13234" y="958"/>
                    <a:pt x="13234" y="910"/>
                  </a:cubicBezTo>
                  <a:cubicBezTo>
                    <a:pt x="13211" y="910"/>
                    <a:pt x="13188" y="910"/>
                    <a:pt x="13164" y="910"/>
                  </a:cubicBezTo>
                  <a:cubicBezTo>
                    <a:pt x="13164" y="887"/>
                    <a:pt x="13164" y="864"/>
                    <a:pt x="13164" y="840"/>
                  </a:cubicBezTo>
                  <a:cubicBezTo>
                    <a:pt x="13141" y="840"/>
                    <a:pt x="13118" y="840"/>
                    <a:pt x="13094" y="840"/>
                  </a:cubicBezTo>
                  <a:cubicBezTo>
                    <a:pt x="13094" y="817"/>
                    <a:pt x="13094" y="794"/>
                    <a:pt x="13094" y="770"/>
                  </a:cubicBezTo>
                  <a:cubicBezTo>
                    <a:pt x="13071" y="770"/>
                    <a:pt x="13048" y="770"/>
                    <a:pt x="13024" y="770"/>
                  </a:cubicBezTo>
                  <a:cubicBezTo>
                    <a:pt x="13024" y="747"/>
                    <a:pt x="13024" y="724"/>
                    <a:pt x="13024" y="700"/>
                  </a:cubicBezTo>
                  <a:cubicBezTo>
                    <a:pt x="13001" y="700"/>
                    <a:pt x="12978" y="700"/>
                    <a:pt x="12954" y="700"/>
                  </a:cubicBezTo>
                  <a:cubicBezTo>
                    <a:pt x="12954" y="677"/>
                    <a:pt x="12954" y="654"/>
                    <a:pt x="12954" y="630"/>
                  </a:cubicBezTo>
                  <a:cubicBezTo>
                    <a:pt x="12931" y="630"/>
                    <a:pt x="12908" y="630"/>
                    <a:pt x="12884" y="630"/>
                  </a:cubicBezTo>
                  <a:cubicBezTo>
                    <a:pt x="12884" y="607"/>
                    <a:pt x="12884" y="584"/>
                    <a:pt x="12884" y="560"/>
                  </a:cubicBezTo>
                  <a:cubicBezTo>
                    <a:pt x="12838" y="560"/>
                    <a:pt x="12791" y="560"/>
                    <a:pt x="12744" y="560"/>
                  </a:cubicBezTo>
                  <a:cubicBezTo>
                    <a:pt x="12744" y="537"/>
                    <a:pt x="12744" y="514"/>
                    <a:pt x="12744" y="490"/>
                  </a:cubicBezTo>
                  <a:cubicBezTo>
                    <a:pt x="12674" y="490"/>
                    <a:pt x="12605" y="490"/>
                    <a:pt x="12534" y="490"/>
                  </a:cubicBezTo>
                  <a:cubicBezTo>
                    <a:pt x="12534" y="467"/>
                    <a:pt x="12534" y="444"/>
                    <a:pt x="12534" y="420"/>
                  </a:cubicBezTo>
                  <a:cubicBezTo>
                    <a:pt x="12372" y="420"/>
                    <a:pt x="12210" y="420"/>
                    <a:pt x="12044" y="420"/>
                  </a:cubicBezTo>
                  <a:close/>
                  <a:moveTo>
                    <a:pt x="1400" y="6022"/>
                  </a:moveTo>
                  <a:cubicBezTo>
                    <a:pt x="1400" y="6045"/>
                    <a:pt x="1400" y="6068"/>
                    <a:pt x="1400" y="6092"/>
                  </a:cubicBezTo>
                  <a:cubicBezTo>
                    <a:pt x="1331" y="6092"/>
                    <a:pt x="1262" y="6092"/>
                    <a:pt x="1190" y="6092"/>
                  </a:cubicBezTo>
                  <a:cubicBezTo>
                    <a:pt x="1190" y="6115"/>
                    <a:pt x="1190" y="6138"/>
                    <a:pt x="1190" y="6162"/>
                  </a:cubicBezTo>
                  <a:cubicBezTo>
                    <a:pt x="1144" y="6162"/>
                    <a:pt x="1098" y="6162"/>
                    <a:pt x="1050" y="6162"/>
                  </a:cubicBezTo>
                  <a:cubicBezTo>
                    <a:pt x="1050" y="6185"/>
                    <a:pt x="1050" y="6208"/>
                    <a:pt x="1050" y="6232"/>
                  </a:cubicBezTo>
                  <a:cubicBezTo>
                    <a:pt x="1004" y="6232"/>
                    <a:pt x="958" y="6232"/>
                    <a:pt x="910" y="6232"/>
                  </a:cubicBezTo>
                  <a:cubicBezTo>
                    <a:pt x="910" y="6255"/>
                    <a:pt x="910" y="6278"/>
                    <a:pt x="910" y="6302"/>
                  </a:cubicBezTo>
                  <a:cubicBezTo>
                    <a:pt x="887" y="6302"/>
                    <a:pt x="864" y="6302"/>
                    <a:pt x="840" y="6302"/>
                  </a:cubicBezTo>
                  <a:cubicBezTo>
                    <a:pt x="840" y="6325"/>
                    <a:pt x="840" y="6348"/>
                    <a:pt x="840" y="6372"/>
                  </a:cubicBezTo>
                  <a:cubicBezTo>
                    <a:pt x="817" y="6372"/>
                    <a:pt x="794" y="6372"/>
                    <a:pt x="770" y="6372"/>
                  </a:cubicBezTo>
                  <a:cubicBezTo>
                    <a:pt x="770" y="6395"/>
                    <a:pt x="770" y="6418"/>
                    <a:pt x="770" y="6442"/>
                  </a:cubicBezTo>
                  <a:cubicBezTo>
                    <a:pt x="747" y="6442"/>
                    <a:pt x="724" y="6442"/>
                    <a:pt x="700" y="6442"/>
                  </a:cubicBezTo>
                  <a:cubicBezTo>
                    <a:pt x="700" y="6465"/>
                    <a:pt x="700" y="6488"/>
                    <a:pt x="700" y="6512"/>
                  </a:cubicBezTo>
                  <a:cubicBezTo>
                    <a:pt x="677" y="6512"/>
                    <a:pt x="654" y="6512"/>
                    <a:pt x="630" y="6512"/>
                  </a:cubicBezTo>
                  <a:cubicBezTo>
                    <a:pt x="630" y="6535"/>
                    <a:pt x="630" y="6558"/>
                    <a:pt x="630" y="6582"/>
                  </a:cubicBezTo>
                  <a:cubicBezTo>
                    <a:pt x="607" y="6582"/>
                    <a:pt x="584" y="6582"/>
                    <a:pt x="560" y="6582"/>
                  </a:cubicBezTo>
                  <a:cubicBezTo>
                    <a:pt x="560" y="6628"/>
                    <a:pt x="560" y="6674"/>
                    <a:pt x="560" y="6722"/>
                  </a:cubicBezTo>
                  <a:cubicBezTo>
                    <a:pt x="537" y="6722"/>
                    <a:pt x="514" y="6722"/>
                    <a:pt x="490" y="6722"/>
                  </a:cubicBezTo>
                  <a:cubicBezTo>
                    <a:pt x="490" y="6768"/>
                    <a:pt x="490" y="6814"/>
                    <a:pt x="490" y="6862"/>
                  </a:cubicBezTo>
                  <a:cubicBezTo>
                    <a:pt x="467" y="6862"/>
                    <a:pt x="444" y="6862"/>
                    <a:pt x="420" y="6862"/>
                  </a:cubicBezTo>
                  <a:cubicBezTo>
                    <a:pt x="420" y="7139"/>
                    <a:pt x="420" y="7417"/>
                    <a:pt x="420" y="7702"/>
                  </a:cubicBezTo>
                  <a:cubicBezTo>
                    <a:pt x="443" y="7702"/>
                    <a:pt x="466" y="7702"/>
                    <a:pt x="490" y="7702"/>
                  </a:cubicBezTo>
                  <a:cubicBezTo>
                    <a:pt x="490" y="7748"/>
                    <a:pt x="490" y="7795"/>
                    <a:pt x="490" y="7842"/>
                  </a:cubicBezTo>
                  <a:cubicBezTo>
                    <a:pt x="513" y="7842"/>
                    <a:pt x="536" y="7842"/>
                    <a:pt x="560" y="7842"/>
                  </a:cubicBezTo>
                  <a:cubicBezTo>
                    <a:pt x="560" y="7865"/>
                    <a:pt x="560" y="7889"/>
                    <a:pt x="560" y="7912"/>
                  </a:cubicBezTo>
                  <a:cubicBezTo>
                    <a:pt x="583" y="7912"/>
                    <a:pt x="606" y="7912"/>
                    <a:pt x="630" y="7912"/>
                  </a:cubicBezTo>
                  <a:cubicBezTo>
                    <a:pt x="630" y="7959"/>
                    <a:pt x="630" y="8005"/>
                    <a:pt x="630" y="8052"/>
                  </a:cubicBezTo>
                  <a:cubicBezTo>
                    <a:pt x="653" y="8052"/>
                    <a:pt x="676" y="8052"/>
                    <a:pt x="700" y="8052"/>
                  </a:cubicBezTo>
                  <a:cubicBezTo>
                    <a:pt x="700" y="8075"/>
                    <a:pt x="700" y="8099"/>
                    <a:pt x="700" y="8122"/>
                  </a:cubicBezTo>
                  <a:cubicBezTo>
                    <a:pt x="723" y="8122"/>
                    <a:pt x="746" y="8122"/>
                    <a:pt x="770" y="8122"/>
                  </a:cubicBezTo>
                  <a:cubicBezTo>
                    <a:pt x="770" y="8146"/>
                    <a:pt x="770" y="8169"/>
                    <a:pt x="770" y="8192"/>
                  </a:cubicBezTo>
                  <a:cubicBezTo>
                    <a:pt x="793" y="8192"/>
                    <a:pt x="816" y="8192"/>
                    <a:pt x="840" y="8192"/>
                  </a:cubicBezTo>
                  <a:cubicBezTo>
                    <a:pt x="840" y="8216"/>
                    <a:pt x="840" y="8239"/>
                    <a:pt x="840" y="8262"/>
                  </a:cubicBezTo>
                  <a:cubicBezTo>
                    <a:pt x="886" y="8262"/>
                    <a:pt x="933" y="8262"/>
                    <a:pt x="980" y="8262"/>
                  </a:cubicBezTo>
                  <a:cubicBezTo>
                    <a:pt x="980" y="8286"/>
                    <a:pt x="980" y="8309"/>
                    <a:pt x="980" y="8332"/>
                  </a:cubicBezTo>
                  <a:cubicBezTo>
                    <a:pt x="1027" y="8332"/>
                    <a:pt x="1073" y="8332"/>
                    <a:pt x="1120" y="8332"/>
                  </a:cubicBezTo>
                  <a:cubicBezTo>
                    <a:pt x="1120" y="8356"/>
                    <a:pt x="1120" y="8379"/>
                    <a:pt x="1120" y="8402"/>
                  </a:cubicBezTo>
                  <a:cubicBezTo>
                    <a:pt x="1167" y="8402"/>
                    <a:pt x="1213" y="8402"/>
                    <a:pt x="1260" y="8402"/>
                  </a:cubicBezTo>
                  <a:cubicBezTo>
                    <a:pt x="1260" y="8426"/>
                    <a:pt x="1260" y="8449"/>
                    <a:pt x="1260" y="8473"/>
                  </a:cubicBezTo>
                  <a:cubicBezTo>
                    <a:pt x="1515" y="8473"/>
                    <a:pt x="1769" y="8473"/>
                    <a:pt x="2031" y="8473"/>
                  </a:cubicBezTo>
                  <a:cubicBezTo>
                    <a:pt x="2031" y="8449"/>
                    <a:pt x="2031" y="8426"/>
                    <a:pt x="2031" y="8402"/>
                  </a:cubicBezTo>
                  <a:cubicBezTo>
                    <a:pt x="2077" y="8402"/>
                    <a:pt x="2123" y="8402"/>
                    <a:pt x="2171" y="8402"/>
                  </a:cubicBezTo>
                  <a:cubicBezTo>
                    <a:pt x="2171" y="8379"/>
                    <a:pt x="2171" y="8356"/>
                    <a:pt x="2171" y="8332"/>
                  </a:cubicBezTo>
                  <a:cubicBezTo>
                    <a:pt x="2217" y="8332"/>
                    <a:pt x="2263" y="8332"/>
                    <a:pt x="2311" y="8332"/>
                  </a:cubicBezTo>
                  <a:cubicBezTo>
                    <a:pt x="2311" y="8309"/>
                    <a:pt x="2311" y="8286"/>
                    <a:pt x="2311" y="8262"/>
                  </a:cubicBezTo>
                  <a:cubicBezTo>
                    <a:pt x="2334" y="8262"/>
                    <a:pt x="2357" y="8262"/>
                    <a:pt x="2381" y="8262"/>
                  </a:cubicBezTo>
                  <a:cubicBezTo>
                    <a:pt x="2381" y="8239"/>
                    <a:pt x="2381" y="8216"/>
                    <a:pt x="2381" y="8192"/>
                  </a:cubicBezTo>
                  <a:cubicBezTo>
                    <a:pt x="2404" y="8192"/>
                    <a:pt x="2427" y="8192"/>
                    <a:pt x="2451" y="8192"/>
                  </a:cubicBezTo>
                  <a:cubicBezTo>
                    <a:pt x="2451" y="8169"/>
                    <a:pt x="2451" y="8146"/>
                    <a:pt x="2451" y="8122"/>
                  </a:cubicBezTo>
                  <a:cubicBezTo>
                    <a:pt x="2474" y="8122"/>
                    <a:pt x="2497" y="8122"/>
                    <a:pt x="2521" y="8122"/>
                  </a:cubicBezTo>
                  <a:cubicBezTo>
                    <a:pt x="2521" y="8099"/>
                    <a:pt x="2521" y="8076"/>
                    <a:pt x="2521" y="8052"/>
                  </a:cubicBezTo>
                  <a:cubicBezTo>
                    <a:pt x="2544" y="8052"/>
                    <a:pt x="2567" y="8052"/>
                    <a:pt x="2591" y="8052"/>
                  </a:cubicBezTo>
                  <a:cubicBezTo>
                    <a:pt x="2591" y="8029"/>
                    <a:pt x="2591" y="8006"/>
                    <a:pt x="2591" y="7982"/>
                  </a:cubicBezTo>
                  <a:cubicBezTo>
                    <a:pt x="2614" y="7982"/>
                    <a:pt x="2637" y="7982"/>
                    <a:pt x="2661" y="7982"/>
                  </a:cubicBezTo>
                  <a:cubicBezTo>
                    <a:pt x="2661" y="7959"/>
                    <a:pt x="2661" y="7936"/>
                    <a:pt x="2661" y="7912"/>
                  </a:cubicBezTo>
                  <a:cubicBezTo>
                    <a:pt x="2684" y="7912"/>
                    <a:pt x="2707" y="7912"/>
                    <a:pt x="2731" y="7912"/>
                  </a:cubicBezTo>
                  <a:cubicBezTo>
                    <a:pt x="2731" y="7866"/>
                    <a:pt x="2731" y="7820"/>
                    <a:pt x="2731" y="7772"/>
                  </a:cubicBezTo>
                  <a:cubicBezTo>
                    <a:pt x="2754" y="7772"/>
                    <a:pt x="2777" y="7772"/>
                    <a:pt x="2801" y="7772"/>
                  </a:cubicBezTo>
                  <a:cubicBezTo>
                    <a:pt x="2801" y="7703"/>
                    <a:pt x="2801" y="7634"/>
                    <a:pt x="2801" y="7562"/>
                  </a:cubicBezTo>
                  <a:cubicBezTo>
                    <a:pt x="2824" y="7562"/>
                    <a:pt x="2847" y="7562"/>
                    <a:pt x="2871" y="7562"/>
                  </a:cubicBezTo>
                  <a:cubicBezTo>
                    <a:pt x="2871" y="7377"/>
                    <a:pt x="2871" y="7193"/>
                    <a:pt x="2871" y="7002"/>
                  </a:cubicBezTo>
                  <a:cubicBezTo>
                    <a:pt x="2848" y="7002"/>
                    <a:pt x="2825" y="7002"/>
                    <a:pt x="2801" y="7002"/>
                  </a:cubicBezTo>
                  <a:cubicBezTo>
                    <a:pt x="2801" y="6933"/>
                    <a:pt x="2801" y="6863"/>
                    <a:pt x="2801" y="6792"/>
                  </a:cubicBezTo>
                  <a:cubicBezTo>
                    <a:pt x="2778" y="6792"/>
                    <a:pt x="2755" y="6792"/>
                    <a:pt x="2731" y="6792"/>
                  </a:cubicBezTo>
                  <a:cubicBezTo>
                    <a:pt x="2731" y="6746"/>
                    <a:pt x="2731" y="6700"/>
                    <a:pt x="2731" y="6652"/>
                  </a:cubicBezTo>
                  <a:cubicBezTo>
                    <a:pt x="2708" y="6652"/>
                    <a:pt x="2685" y="6652"/>
                    <a:pt x="2661" y="6652"/>
                  </a:cubicBezTo>
                  <a:cubicBezTo>
                    <a:pt x="2661" y="6606"/>
                    <a:pt x="2661" y="6560"/>
                    <a:pt x="2661" y="6512"/>
                  </a:cubicBezTo>
                  <a:cubicBezTo>
                    <a:pt x="2638" y="6512"/>
                    <a:pt x="2615" y="6512"/>
                    <a:pt x="2591" y="6512"/>
                  </a:cubicBezTo>
                  <a:cubicBezTo>
                    <a:pt x="2591" y="6489"/>
                    <a:pt x="2591" y="6466"/>
                    <a:pt x="2591" y="6442"/>
                  </a:cubicBezTo>
                  <a:cubicBezTo>
                    <a:pt x="2568" y="6442"/>
                    <a:pt x="2545" y="6442"/>
                    <a:pt x="2521" y="6442"/>
                  </a:cubicBezTo>
                  <a:cubicBezTo>
                    <a:pt x="2521" y="6419"/>
                    <a:pt x="2521" y="6396"/>
                    <a:pt x="2521" y="6372"/>
                  </a:cubicBezTo>
                  <a:cubicBezTo>
                    <a:pt x="2498" y="6372"/>
                    <a:pt x="2475" y="6372"/>
                    <a:pt x="2451" y="6372"/>
                  </a:cubicBezTo>
                  <a:cubicBezTo>
                    <a:pt x="2451" y="6349"/>
                    <a:pt x="2451" y="6326"/>
                    <a:pt x="2451" y="6302"/>
                  </a:cubicBezTo>
                  <a:cubicBezTo>
                    <a:pt x="2428" y="6302"/>
                    <a:pt x="2405" y="6302"/>
                    <a:pt x="2381" y="6302"/>
                  </a:cubicBezTo>
                  <a:cubicBezTo>
                    <a:pt x="2381" y="6279"/>
                    <a:pt x="2381" y="6256"/>
                    <a:pt x="2381" y="6232"/>
                  </a:cubicBezTo>
                  <a:cubicBezTo>
                    <a:pt x="2334" y="6232"/>
                    <a:pt x="2288" y="6232"/>
                    <a:pt x="2241" y="6232"/>
                  </a:cubicBezTo>
                  <a:cubicBezTo>
                    <a:pt x="2241" y="6209"/>
                    <a:pt x="2241" y="6186"/>
                    <a:pt x="2241" y="6162"/>
                  </a:cubicBezTo>
                  <a:cubicBezTo>
                    <a:pt x="2194" y="6162"/>
                    <a:pt x="2148" y="6162"/>
                    <a:pt x="2101" y="6162"/>
                  </a:cubicBezTo>
                  <a:cubicBezTo>
                    <a:pt x="2101" y="6139"/>
                    <a:pt x="2101" y="6116"/>
                    <a:pt x="2101" y="6092"/>
                  </a:cubicBezTo>
                  <a:cubicBezTo>
                    <a:pt x="2008" y="6092"/>
                    <a:pt x="1916" y="6092"/>
                    <a:pt x="1821" y="6092"/>
                  </a:cubicBezTo>
                  <a:cubicBezTo>
                    <a:pt x="1821" y="6069"/>
                    <a:pt x="1821" y="6046"/>
                    <a:pt x="1821" y="6022"/>
                  </a:cubicBezTo>
                  <a:cubicBezTo>
                    <a:pt x="1682" y="6022"/>
                    <a:pt x="1543" y="6022"/>
                    <a:pt x="1400" y="6022"/>
                  </a:cubicBezTo>
                  <a:close/>
                  <a:moveTo>
                    <a:pt x="10993" y="6932"/>
                  </a:moveTo>
                  <a:cubicBezTo>
                    <a:pt x="10993" y="6955"/>
                    <a:pt x="10993" y="6978"/>
                    <a:pt x="10993" y="7002"/>
                  </a:cubicBezTo>
                  <a:cubicBezTo>
                    <a:pt x="10924" y="7002"/>
                    <a:pt x="10855" y="7002"/>
                    <a:pt x="10783" y="7002"/>
                  </a:cubicBezTo>
                  <a:cubicBezTo>
                    <a:pt x="10783" y="7025"/>
                    <a:pt x="10783" y="7048"/>
                    <a:pt x="10783" y="7072"/>
                  </a:cubicBezTo>
                  <a:cubicBezTo>
                    <a:pt x="10737" y="7072"/>
                    <a:pt x="10691" y="7072"/>
                    <a:pt x="10643" y="7072"/>
                  </a:cubicBezTo>
                  <a:cubicBezTo>
                    <a:pt x="10643" y="7095"/>
                    <a:pt x="10643" y="7118"/>
                    <a:pt x="10643" y="7142"/>
                  </a:cubicBezTo>
                  <a:cubicBezTo>
                    <a:pt x="10620" y="7142"/>
                    <a:pt x="10597" y="7142"/>
                    <a:pt x="10573" y="7142"/>
                  </a:cubicBezTo>
                  <a:cubicBezTo>
                    <a:pt x="10573" y="7165"/>
                    <a:pt x="10573" y="7188"/>
                    <a:pt x="10573" y="7212"/>
                  </a:cubicBezTo>
                  <a:cubicBezTo>
                    <a:pt x="10550" y="7212"/>
                    <a:pt x="10527" y="7212"/>
                    <a:pt x="10503" y="7212"/>
                  </a:cubicBezTo>
                  <a:cubicBezTo>
                    <a:pt x="10503" y="7235"/>
                    <a:pt x="10503" y="7258"/>
                    <a:pt x="10503" y="7282"/>
                  </a:cubicBezTo>
                  <a:cubicBezTo>
                    <a:pt x="10480" y="7282"/>
                    <a:pt x="10457" y="7282"/>
                    <a:pt x="10433" y="7282"/>
                  </a:cubicBezTo>
                  <a:cubicBezTo>
                    <a:pt x="10433" y="7305"/>
                    <a:pt x="10433" y="7328"/>
                    <a:pt x="10433" y="7352"/>
                  </a:cubicBezTo>
                  <a:cubicBezTo>
                    <a:pt x="10410" y="7352"/>
                    <a:pt x="10387" y="7352"/>
                    <a:pt x="10363" y="7352"/>
                  </a:cubicBezTo>
                  <a:cubicBezTo>
                    <a:pt x="10363" y="7398"/>
                    <a:pt x="10363" y="7445"/>
                    <a:pt x="10363" y="7492"/>
                  </a:cubicBezTo>
                  <a:cubicBezTo>
                    <a:pt x="10340" y="7492"/>
                    <a:pt x="10317" y="7492"/>
                    <a:pt x="10293" y="7492"/>
                  </a:cubicBezTo>
                  <a:cubicBezTo>
                    <a:pt x="10293" y="7538"/>
                    <a:pt x="10293" y="7585"/>
                    <a:pt x="10293" y="7632"/>
                  </a:cubicBezTo>
                  <a:cubicBezTo>
                    <a:pt x="10270" y="7632"/>
                    <a:pt x="10247" y="7632"/>
                    <a:pt x="10223" y="7632"/>
                  </a:cubicBezTo>
                  <a:cubicBezTo>
                    <a:pt x="10223" y="7863"/>
                    <a:pt x="10223" y="8094"/>
                    <a:pt x="10223" y="8332"/>
                  </a:cubicBezTo>
                  <a:cubicBezTo>
                    <a:pt x="10246" y="8332"/>
                    <a:pt x="10269" y="8332"/>
                    <a:pt x="10293" y="8332"/>
                  </a:cubicBezTo>
                  <a:cubicBezTo>
                    <a:pt x="10293" y="8379"/>
                    <a:pt x="10293" y="8425"/>
                    <a:pt x="10293" y="8473"/>
                  </a:cubicBezTo>
                  <a:cubicBezTo>
                    <a:pt x="10316" y="8473"/>
                    <a:pt x="10339" y="8473"/>
                    <a:pt x="10363" y="8473"/>
                  </a:cubicBezTo>
                  <a:cubicBezTo>
                    <a:pt x="10363" y="8496"/>
                    <a:pt x="10363" y="8519"/>
                    <a:pt x="10363" y="8543"/>
                  </a:cubicBezTo>
                  <a:cubicBezTo>
                    <a:pt x="10386" y="8543"/>
                    <a:pt x="10409" y="8543"/>
                    <a:pt x="10433" y="8543"/>
                  </a:cubicBezTo>
                  <a:cubicBezTo>
                    <a:pt x="10433" y="8589"/>
                    <a:pt x="10433" y="8635"/>
                    <a:pt x="10433" y="8683"/>
                  </a:cubicBezTo>
                  <a:cubicBezTo>
                    <a:pt x="10456" y="8683"/>
                    <a:pt x="10479" y="8683"/>
                    <a:pt x="10503" y="8683"/>
                  </a:cubicBezTo>
                  <a:cubicBezTo>
                    <a:pt x="10503" y="8706"/>
                    <a:pt x="10503" y="8729"/>
                    <a:pt x="10503" y="8753"/>
                  </a:cubicBezTo>
                  <a:cubicBezTo>
                    <a:pt x="10549" y="8753"/>
                    <a:pt x="10596" y="8753"/>
                    <a:pt x="10643" y="8753"/>
                  </a:cubicBezTo>
                  <a:cubicBezTo>
                    <a:pt x="10643" y="8776"/>
                    <a:pt x="10643" y="8799"/>
                    <a:pt x="10643" y="8823"/>
                  </a:cubicBezTo>
                  <a:cubicBezTo>
                    <a:pt x="10689" y="8823"/>
                    <a:pt x="10736" y="8823"/>
                    <a:pt x="10783" y="8823"/>
                  </a:cubicBezTo>
                  <a:cubicBezTo>
                    <a:pt x="10783" y="8846"/>
                    <a:pt x="10783" y="8869"/>
                    <a:pt x="10783" y="8893"/>
                  </a:cubicBezTo>
                  <a:cubicBezTo>
                    <a:pt x="10829" y="8893"/>
                    <a:pt x="10876" y="8893"/>
                    <a:pt x="10923" y="8893"/>
                  </a:cubicBezTo>
                  <a:cubicBezTo>
                    <a:pt x="10923" y="8916"/>
                    <a:pt x="10923" y="8939"/>
                    <a:pt x="10923" y="8963"/>
                  </a:cubicBezTo>
                  <a:cubicBezTo>
                    <a:pt x="11085" y="8963"/>
                    <a:pt x="11247" y="8963"/>
                    <a:pt x="11413" y="8963"/>
                  </a:cubicBezTo>
                  <a:cubicBezTo>
                    <a:pt x="11413" y="8940"/>
                    <a:pt x="11413" y="8916"/>
                    <a:pt x="11413" y="8893"/>
                  </a:cubicBezTo>
                  <a:cubicBezTo>
                    <a:pt x="11483" y="8893"/>
                    <a:pt x="11552" y="8893"/>
                    <a:pt x="11623" y="8893"/>
                  </a:cubicBezTo>
                  <a:cubicBezTo>
                    <a:pt x="11623" y="8870"/>
                    <a:pt x="11623" y="8846"/>
                    <a:pt x="11623" y="8823"/>
                  </a:cubicBezTo>
                  <a:cubicBezTo>
                    <a:pt x="11670" y="8823"/>
                    <a:pt x="11716" y="8823"/>
                    <a:pt x="11763" y="8823"/>
                  </a:cubicBezTo>
                  <a:cubicBezTo>
                    <a:pt x="11763" y="8800"/>
                    <a:pt x="11763" y="8776"/>
                    <a:pt x="11763" y="8753"/>
                  </a:cubicBezTo>
                  <a:cubicBezTo>
                    <a:pt x="11787" y="8753"/>
                    <a:pt x="11810" y="8753"/>
                    <a:pt x="11834" y="8753"/>
                  </a:cubicBezTo>
                  <a:cubicBezTo>
                    <a:pt x="11834" y="8729"/>
                    <a:pt x="11834" y="8706"/>
                    <a:pt x="11834" y="8683"/>
                  </a:cubicBezTo>
                  <a:cubicBezTo>
                    <a:pt x="11857" y="8683"/>
                    <a:pt x="11880" y="8683"/>
                    <a:pt x="11904" y="8683"/>
                  </a:cubicBezTo>
                  <a:cubicBezTo>
                    <a:pt x="11904" y="8659"/>
                    <a:pt x="11904" y="8636"/>
                    <a:pt x="11904" y="8613"/>
                  </a:cubicBezTo>
                  <a:cubicBezTo>
                    <a:pt x="11927" y="8613"/>
                    <a:pt x="11950" y="8613"/>
                    <a:pt x="11974" y="8613"/>
                  </a:cubicBezTo>
                  <a:cubicBezTo>
                    <a:pt x="11974" y="8589"/>
                    <a:pt x="11974" y="8566"/>
                    <a:pt x="11974" y="8543"/>
                  </a:cubicBezTo>
                  <a:cubicBezTo>
                    <a:pt x="11997" y="8543"/>
                    <a:pt x="12020" y="8543"/>
                    <a:pt x="12044" y="8543"/>
                  </a:cubicBezTo>
                  <a:cubicBezTo>
                    <a:pt x="12044" y="8496"/>
                    <a:pt x="12044" y="8450"/>
                    <a:pt x="12044" y="8402"/>
                  </a:cubicBezTo>
                  <a:cubicBezTo>
                    <a:pt x="12067" y="8402"/>
                    <a:pt x="12090" y="8402"/>
                    <a:pt x="12114" y="8402"/>
                  </a:cubicBezTo>
                  <a:cubicBezTo>
                    <a:pt x="12114" y="8356"/>
                    <a:pt x="12114" y="8310"/>
                    <a:pt x="12114" y="8262"/>
                  </a:cubicBezTo>
                  <a:cubicBezTo>
                    <a:pt x="12137" y="8262"/>
                    <a:pt x="12160" y="8262"/>
                    <a:pt x="12184" y="8262"/>
                  </a:cubicBezTo>
                  <a:cubicBezTo>
                    <a:pt x="12184" y="8078"/>
                    <a:pt x="12184" y="7893"/>
                    <a:pt x="12184" y="7702"/>
                  </a:cubicBezTo>
                  <a:cubicBezTo>
                    <a:pt x="12161" y="7702"/>
                    <a:pt x="12137" y="7702"/>
                    <a:pt x="12114" y="7702"/>
                  </a:cubicBezTo>
                  <a:cubicBezTo>
                    <a:pt x="12114" y="7656"/>
                    <a:pt x="12114" y="7610"/>
                    <a:pt x="12114" y="7562"/>
                  </a:cubicBezTo>
                  <a:cubicBezTo>
                    <a:pt x="12090" y="7562"/>
                    <a:pt x="12067" y="7562"/>
                    <a:pt x="12044" y="7562"/>
                  </a:cubicBezTo>
                  <a:cubicBezTo>
                    <a:pt x="12044" y="7516"/>
                    <a:pt x="12044" y="7470"/>
                    <a:pt x="12044" y="7422"/>
                  </a:cubicBezTo>
                  <a:cubicBezTo>
                    <a:pt x="12020" y="7422"/>
                    <a:pt x="11997" y="7422"/>
                    <a:pt x="11974" y="7422"/>
                  </a:cubicBezTo>
                  <a:cubicBezTo>
                    <a:pt x="11974" y="7376"/>
                    <a:pt x="11974" y="7330"/>
                    <a:pt x="11974" y="7282"/>
                  </a:cubicBezTo>
                  <a:cubicBezTo>
                    <a:pt x="11950" y="7282"/>
                    <a:pt x="11927" y="7282"/>
                    <a:pt x="11904" y="7282"/>
                  </a:cubicBezTo>
                  <a:cubicBezTo>
                    <a:pt x="11904" y="7259"/>
                    <a:pt x="11904" y="7236"/>
                    <a:pt x="11904" y="7212"/>
                  </a:cubicBezTo>
                  <a:cubicBezTo>
                    <a:pt x="11857" y="7212"/>
                    <a:pt x="11811" y="7212"/>
                    <a:pt x="11763" y="7212"/>
                  </a:cubicBezTo>
                  <a:cubicBezTo>
                    <a:pt x="11763" y="7189"/>
                    <a:pt x="11763" y="7166"/>
                    <a:pt x="11763" y="7142"/>
                  </a:cubicBezTo>
                  <a:cubicBezTo>
                    <a:pt x="11740" y="7142"/>
                    <a:pt x="11717" y="7142"/>
                    <a:pt x="11693" y="7142"/>
                  </a:cubicBezTo>
                  <a:cubicBezTo>
                    <a:pt x="11693" y="7119"/>
                    <a:pt x="11693" y="7096"/>
                    <a:pt x="11693" y="7072"/>
                  </a:cubicBezTo>
                  <a:cubicBezTo>
                    <a:pt x="11647" y="7072"/>
                    <a:pt x="11601" y="7072"/>
                    <a:pt x="11553" y="7072"/>
                  </a:cubicBezTo>
                  <a:cubicBezTo>
                    <a:pt x="11553" y="7049"/>
                    <a:pt x="11553" y="7026"/>
                    <a:pt x="11553" y="7002"/>
                  </a:cubicBezTo>
                  <a:cubicBezTo>
                    <a:pt x="11484" y="7002"/>
                    <a:pt x="11415" y="7002"/>
                    <a:pt x="11343" y="7002"/>
                  </a:cubicBezTo>
                  <a:cubicBezTo>
                    <a:pt x="11343" y="6979"/>
                    <a:pt x="11343" y="6956"/>
                    <a:pt x="11343" y="6932"/>
                  </a:cubicBezTo>
                  <a:cubicBezTo>
                    <a:pt x="11228" y="6932"/>
                    <a:pt x="11112" y="6932"/>
                    <a:pt x="10993" y="6932"/>
                  </a:cubicBezTo>
                  <a:close/>
                </a:path>
              </a:pathLst>
            </a:custGeom>
            <a:solidFill>
              <a:srgbClr val="251047"/>
            </a:solidFill>
            <a:ln w="445" cap="flat">
              <a:noFill/>
            </a:ln>
          </p:spPr>
        </p:sp>
        <p:sp>
          <p:nvSpPr>
            <p:cNvPr id="1769" name="ICON_HARNESS_GRAPH_path_002"/>
            <p:cNvSpPr/>
            <p:nvPr/>
          </p:nvSpPr>
          <p:spPr>
            <a:xfrm>
              <a:off x="6529961" y="6428153"/>
              <a:ext cx="130722" cy="108065"/>
            </a:xfrm>
            <a:custGeom>
              <a:avLst/>
              <a:gdLst/>
              <a:ahLst/>
              <a:cxnLst/>
              <a:rect l="0" t="0" r="r" b="b"/>
              <a:pathLst>
                <a:path w="10293" h="8509" fill="norm" stroke="0">
                  <a:moveTo>
                    <a:pt x="8414" y="26"/>
                  </a:moveTo>
                  <a:cubicBezTo>
                    <a:pt x="8436" y="27"/>
                    <a:pt x="8457" y="27"/>
                    <a:pt x="8479" y="27"/>
                  </a:cubicBezTo>
                  <a:cubicBezTo>
                    <a:pt x="8537" y="27"/>
                    <a:pt x="8594" y="28"/>
                    <a:pt x="8652" y="29"/>
                  </a:cubicBezTo>
                  <a:cubicBezTo>
                    <a:pt x="8710" y="30"/>
                    <a:pt x="8769" y="31"/>
                    <a:pt x="8828" y="31"/>
                  </a:cubicBezTo>
                  <a:cubicBezTo>
                    <a:pt x="8943" y="33"/>
                    <a:pt x="9058" y="34"/>
                    <a:pt x="9173" y="37"/>
                  </a:cubicBezTo>
                  <a:cubicBezTo>
                    <a:pt x="9173" y="60"/>
                    <a:pt x="9173" y="83"/>
                    <a:pt x="9173" y="107"/>
                  </a:cubicBezTo>
                  <a:cubicBezTo>
                    <a:pt x="9242" y="107"/>
                    <a:pt x="9311" y="107"/>
                    <a:pt x="9383" y="107"/>
                  </a:cubicBezTo>
                  <a:cubicBezTo>
                    <a:pt x="9383" y="130"/>
                    <a:pt x="9383" y="153"/>
                    <a:pt x="9383" y="177"/>
                  </a:cubicBezTo>
                  <a:cubicBezTo>
                    <a:pt x="9392" y="175"/>
                    <a:pt x="9401" y="174"/>
                    <a:pt x="9411" y="173"/>
                  </a:cubicBezTo>
                  <a:cubicBezTo>
                    <a:pt x="9450" y="170"/>
                    <a:pt x="9484" y="169"/>
                    <a:pt x="9523" y="177"/>
                  </a:cubicBezTo>
                  <a:cubicBezTo>
                    <a:pt x="9545" y="201"/>
                    <a:pt x="9558" y="226"/>
                    <a:pt x="9573" y="256"/>
                  </a:cubicBezTo>
                  <a:cubicBezTo>
                    <a:pt x="9611" y="305"/>
                    <a:pt x="9674" y="308"/>
                    <a:pt x="9733" y="317"/>
                  </a:cubicBezTo>
                  <a:cubicBezTo>
                    <a:pt x="9733" y="340"/>
                    <a:pt x="9733" y="363"/>
                    <a:pt x="9733" y="387"/>
                  </a:cubicBezTo>
                  <a:cubicBezTo>
                    <a:pt x="9743" y="385"/>
                    <a:pt x="9753" y="384"/>
                    <a:pt x="9763" y="383"/>
                  </a:cubicBezTo>
                  <a:cubicBezTo>
                    <a:pt x="9831" y="389"/>
                    <a:pt x="9870" y="438"/>
                    <a:pt x="9914" y="486"/>
                  </a:cubicBezTo>
                  <a:cubicBezTo>
                    <a:pt x="9952" y="540"/>
                    <a:pt x="9955" y="577"/>
                    <a:pt x="9948" y="641"/>
                  </a:cubicBezTo>
                  <a:cubicBezTo>
                    <a:pt x="9946" y="650"/>
                    <a:pt x="9945" y="658"/>
                    <a:pt x="9943" y="667"/>
                  </a:cubicBezTo>
                  <a:cubicBezTo>
                    <a:pt x="9953" y="665"/>
                    <a:pt x="9963" y="664"/>
                    <a:pt x="9973" y="663"/>
                  </a:cubicBezTo>
                  <a:cubicBezTo>
                    <a:pt x="10041" y="669"/>
                    <a:pt x="10080" y="718"/>
                    <a:pt x="10124" y="766"/>
                  </a:cubicBezTo>
                  <a:cubicBezTo>
                    <a:pt x="10163" y="820"/>
                    <a:pt x="10165" y="857"/>
                    <a:pt x="10158" y="921"/>
                  </a:cubicBezTo>
                  <a:cubicBezTo>
                    <a:pt x="10156" y="930"/>
                    <a:pt x="10155" y="938"/>
                    <a:pt x="10153" y="947"/>
                  </a:cubicBezTo>
                  <a:cubicBezTo>
                    <a:pt x="10176" y="947"/>
                    <a:pt x="10199" y="947"/>
                    <a:pt x="10223" y="947"/>
                  </a:cubicBezTo>
                  <a:cubicBezTo>
                    <a:pt x="10223" y="1039"/>
                    <a:pt x="10223" y="1132"/>
                    <a:pt x="10223" y="1227"/>
                  </a:cubicBezTo>
                  <a:cubicBezTo>
                    <a:pt x="10246" y="1227"/>
                    <a:pt x="10269" y="1227"/>
                    <a:pt x="10293" y="1227"/>
                  </a:cubicBezTo>
                  <a:cubicBezTo>
                    <a:pt x="10293" y="1458"/>
                    <a:pt x="10293" y="1689"/>
                    <a:pt x="10293" y="1927"/>
                  </a:cubicBezTo>
                  <a:cubicBezTo>
                    <a:pt x="10270" y="1927"/>
                    <a:pt x="10247" y="1927"/>
                    <a:pt x="10223" y="1927"/>
                  </a:cubicBezTo>
                  <a:cubicBezTo>
                    <a:pt x="10223" y="1973"/>
                    <a:pt x="10223" y="2020"/>
                    <a:pt x="10223" y="2067"/>
                  </a:cubicBezTo>
                  <a:cubicBezTo>
                    <a:pt x="10200" y="2067"/>
                    <a:pt x="10177" y="2067"/>
                    <a:pt x="10153" y="2067"/>
                  </a:cubicBezTo>
                  <a:cubicBezTo>
                    <a:pt x="10153" y="2160"/>
                    <a:pt x="10153" y="2252"/>
                    <a:pt x="10153" y="2347"/>
                  </a:cubicBezTo>
                  <a:cubicBezTo>
                    <a:pt x="10130" y="2347"/>
                    <a:pt x="10107" y="2347"/>
                    <a:pt x="10083" y="2347"/>
                  </a:cubicBezTo>
                  <a:cubicBezTo>
                    <a:pt x="10084" y="2358"/>
                    <a:pt x="10085" y="2368"/>
                    <a:pt x="10087" y="2379"/>
                  </a:cubicBezTo>
                  <a:cubicBezTo>
                    <a:pt x="10083" y="2417"/>
                    <a:pt x="10083" y="2417"/>
                    <a:pt x="10058" y="2446"/>
                  </a:cubicBezTo>
                  <a:cubicBezTo>
                    <a:pt x="10047" y="2455"/>
                    <a:pt x="10036" y="2464"/>
                    <a:pt x="10024" y="2474"/>
                  </a:cubicBezTo>
                  <a:cubicBezTo>
                    <a:pt x="10012" y="2484"/>
                    <a:pt x="10000" y="2495"/>
                    <a:pt x="9987" y="2505"/>
                  </a:cubicBezTo>
                  <a:cubicBezTo>
                    <a:pt x="9974" y="2516"/>
                    <a:pt x="9961" y="2527"/>
                    <a:pt x="9947" y="2538"/>
                  </a:cubicBezTo>
                  <a:cubicBezTo>
                    <a:pt x="9794" y="2664"/>
                    <a:pt x="9794" y="2664"/>
                    <a:pt x="9747" y="2748"/>
                  </a:cubicBezTo>
                  <a:cubicBezTo>
                    <a:pt x="9733" y="2767"/>
                    <a:pt x="9733" y="2767"/>
                    <a:pt x="9693" y="2774"/>
                  </a:cubicBezTo>
                  <a:cubicBezTo>
                    <a:pt x="9688" y="2773"/>
                    <a:pt x="9688" y="2773"/>
                    <a:pt x="9663" y="2767"/>
                  </a:cubicBezTo>
                  <a:cubicBezTo>
                    <a:pt x="9663" y="2790"/>
                    <a:pt x="9663" y="2814"/>
                    <a:pt x="9663" y="2837"/>
                  </a:cubicBezTo>
                  <a:cubicBezTo>
                    <a:pt x="9617" y="2837"/>
                    <a:pt x="9570" y="2837"/>
                    <a:pt x="9523" y="2837"/>
                  </a:cubicBezTo>
                  <a:cubicBezTo>
                    <a:pt x="9523" y="2860"/>
                    <a:pt x="9523" y="2884"/>
                    <a:pt x="9523" y="2907"/>
                  </a:cubicBezTo>
                  <a:cubicBezTo>
                    <a:pt x="9477" y="2907"/>
                    <a:pt x="9430" y="2907"/>
                    <a:pt x="9383" y="2907"/>
                  </a:cubicBezTo>
                  <a:cubicBezTo>
                    <a:pt x="9383" y="2931"/>
                    <a:pt x="9383" y="2954"/>
                    <a:pt x="9383" y="2977"/>
                  </a:cubicBezTo>
                  <a:cubicBezTo>
                    <a:pt x="9240" y="3051"/>
                    <a:pt x="9120" y="3056"/>
                    <a:pt x="8963" y="3047"/>
                  </a:cubicBezTo>
                  <a:cubicBezTo>
                    <a:pt x="8963" y="3071"/>
                    <a:pt x="8963" y="3094"/>
                    <a:pt x="8963" y="3117"/>
                  </a:cubicBezTo>
                  <a:cubicBezTo>
                    <a:pt x="8940" y="3117"/>
                    <a:pt x="8916" y="3117"/>
                    <a:pt x="8893" y="3117"/>
                  </a:cubicBezTo>
                  <a:cubicBezTo>
                    <a:pt x="8893" y="3972"/>
                    <a:pt x="8893" y="4827"/>
                    <a:pt x="8893" y="5708"/>
                  </a:cubicBezTo>
                  <a:cubicBezTo>
                    <a:pt x="8916" y="5708"/>
                    <a:pt x="8939" y="5708"/>
                    <a:pt x="8963" y="5708"/>
                  </a:cubicBezTo>
                  <a:cubicBezTo>
                    <a:pt x="8963" y="5731"/>
                    <a:pt x="8963" y="5754"/>
                    <a:pt x="8963" y="5778"/>
                  </a:cubicBezTo>
                  <a:cubicBezTo>
                    <a:pt x="9009" y="5778"/>
                    <a:pt x="9055" y="5778"/>
                    <a:pt x="9103" y="5778"/>
                  </a:cubicBezTo>
                  <a:cubicBezTo>
                    <a:pt x="9093" y="5802"/>
                    <a:pt x="9083" y="5825"/>
                    <a:pt x="9072" y="5848"/>
                  </a:cubicBezTo>
                  <a:cubicBezTo>
                    <a:pt x="9069" y="5855"/>
                    <a:pt x="9069" y="5855"/>
                    <a:pt x="9055" y="5888"/>
                  </a:cubicBezTo>
                  <a:cubicBezTo>
                    <a:pt x="9048" y="5898"/>
                    <a:pt x="9040" y="5908"/>
                    <a:pt x="9033" y="5918"/>
                  </a:cubicBezTo>
                  <a:cubicBezTo>
                    <a:pt x="9010" y="5918"/>
                    <a:pt x="8986" y="5918"/>
                    <a:pt x="8963" y="5918"/>
                  </a:cubicBezTo>
                  <a:cubicBezTo>
                    <a:pt x="8963" y="5965"/>
                    <a:pt x="8963" y="6011"/>
                    <a:pt x="8963" y="6058"/>
                  </a:cubicBezTo>
                  <a:cubicBezTo>
                    <a:pt x="8940" y="6058"/>
                    <a:pt x="8916" y="6058"/>
                    <a:pt x="8893" y="6058"/>
                  </a:cubicBezTo>
                  <a:cubicBezTo>
                    <a:pt x="8893" y="6081"/>
                    <a:pt x="8893" y="6105"/>
                    <a:pt x="8893" y="6128"/>
                  </a:cubicBezTo>
                  <a:cubicBezTo>
                    <a:pt x="8708" y="6128"/>
                    <a:pt x="8523" y="6128"/>
                    <a:pt x="8332" y="6128"/>
                  </a:cubicBezTo>
                  <a:cubicBezTo>
                    <a:pt x="8332" y="6151"/>
                    <a:pt x="8332" y="6175"/>
                    <a:pt x="8332" y="6198"/>
                  </a:cubicBezTo>
                  <a:cubicBezTo>
                    <a:pt x="8263" y="6198"/>
                    <a:pt x="8194" y="6198"/>
                    <a:pt x="8122" y="6198"/>
                  </a:cubicBezTo>
                  <a:cubicBezTo>
                    <a:pt x="8122" y="6221"/>
                    <a:pt x="8122" y="6245"/>
                    <a:pt x="8122" y="6268"/>
                  </a:cubicBezTo>
                  <a:cubicBezTo>
                    <a:pt x="8053" y="6268"/>
                    <a:pt x="7984" y="6268"/>
                    <a:pt x="7912" y="6268"/>
                  </a:cubicBezTo>
                  <a:cubicBezTo>
                    <a:pt x="7912" y="6292"/>
                    <a:pt x="7912" y="6315"/>
                    <a:pt x="7912" y="6338"/>
                  </a:cubicBezTo>
                  <a:cubicBezTo>
                    <a:pt x="7889" y="6338"/>
                    <a:pt x="7866" y="6338"/>
                    <a:pt x="7842" y="6338"/>
                  </a:cubicBezTo>
                  <a:cubicBezTo>
                    <a:pt x="7842" y="6362"/>
                    <a:pt x="7842" y="6385"/>
                    <a:pt x="7842" y="6408"/>
                  </a:cubicBezTo>
                  <a:cubicBezTo>
                    <a:pt x="7796" y="6408"/>
                    <a:pt x="7750" y="6408"/>
                    <a:pt x="7702" y="6408"/>
                  </a:cubicBezTo>
                  <a:cubicBezTo>
                    <a:pt x="7702" y="6432"/>
                    <a:pt x="7702" y="6455"/>
                    <a:pt x="7702" y="6478"/>
                  </a:cubicBezTo>
                  <a:cubicBezTo>
                    <a:pt x="7679" y="6478"/>
                    <a:pt x="7656" y="6478"/>
                    <a:pt x="7632" y="6478"/>
                  </a:cubicBezTo>
                  <a:cubicBezTo>
                    <a:pt x="7632" y="6502"/>
                    <a:pt x="7632" y="6525"/>
                    <a:pt x="7632" y="6548"/>
                  </a:cubicBezTo>
                  <a:cubicBezTo>
                    <a:pt x="7586" y="6548"/>
                    <a:pt x="7540" y="6548"/>
                    <a:pt x="7492" y="6548"/>
                  </a:cubicBezTo>
                  <a:cubicBezTo>
                    <a:pt x="7492" y="6572"/>
                    <a:pt x="7492" y="6595"/>
                    <a:pt x="7492" y="6619"/>
                  </a:cubicBezTo>
                  <a:cubicBezTo>
                    <a:pt x="7469" y="6619"/>
                    <a:pt x="7446" y="6619"/>
                    <a:pt x="7422" y="6619"/>
                  </a:cubicBezTo>
                  <a:cubicBezTo>
                    <a:pt x="7422" y="6642"/>
                    <a:pt x="7422" y="6665"/>
                    <a:pt x="7422" y="6689"/>
                  </a:cubicBezTo>
                  <a:cubicBezTo>
                    <a:pt x="7399" y="6689"/>
                    <a:pt x="7376" y="6689"/>
                    <a:pt x="7352" y="6689"/>
                  </a:cubicBezTo>
                  <a:cubicBezTo>
                    <a:pt x="7352" y="6712"/>
                    <a:pt x="7352" y="6735"/>
                    <a:pt x="7352" y="6759"/>
                  </a:cubicBezTo>
                  <a:cubicBezTo>
                    <a:pt x="7329" y="6759"/>
                    <a:pt x="7306" y="6759"/>
                    <a:pt x="7282" y="6759"/>
                  </a:cubicBezTo>
                  <a:cubicBezTo>
                    <a:pt x="7282" y="6805"/>
                    <a:pt x="7282" y="6851"/>
                    <a:pt x="7282" y="6899"/>
                  </a:cubicBezTo>
                  <a:cubicBezTo>
                    <a:pt x="7259" y="6899"/>
                    <a:pt x="7236" y="6899"/>
                    <a:pt x="7212" y="6899"/>
                  </a:cubicBezTo>
                  <a:cubicBezTo>
                    <a:pt x="7212" y="6945"/>
                    <a:pt x="7212" y="6991"/>
                    <a:pt x="7212" y="7039"/>
                  </a:cubicBezTo>
                  <a:cubicBezTo>
                    <a:pt x="7189" y="7039"/>
                    <a:pt x="7166" y="7039"/>
                    <a:pt x="7142" y="7039"/>
                  </a:cubicBezTo>
                  <a:cubicBezTo>
                    <a:pt x="7142" y="7085"/>
                    <a:pt x="7142" y="7131"/>
                    <a:pt x="7142" y="7179"/>
                  </a:cubicBezTo>
                  <a:cubicBezTo>
                    <a:pt x="7119" y="7179"/>
                    <a:pt x="7096" y="7179"/>
                    <a:pt x="7072" y="7179"/>
                  </a:cubicBezTo>
                  <a:cubicBezTo>
                    <a:pt x="7072" y="7248"/>
                    <a:pt x="7072" y="7317"/>
                    <a:pt x="7072" y="7389"/>
                  </a:cubicBezTo>
                  <a:cubicBezTo>
                    <a:pt x="7049" y="7389"/>
                    <a:pt x="7026" y="7389"/>
                    <a:pt x="7002" y="7389"/>
                  </a:cubicBezTo>
                  <a:cubicBezTo>
                    <a:pt x="7002" y="7689"/>
                    <a:pt x="7002" y="7990"/>
                    <a:pt x="7002" y="8299"/>
                  </a:cubicBezTo>
                  <a:cubicBezTo>
                    <a:pt x="6956" y="8299"/>
                    <a:pt x="6910" y="8299"/>
                    <a:pt x="6862" y="8299"/>
                  </a:cubicBezTo>
                  <a:cubicBezTo>
                    <a:pt x="6862" y="8322"/>
                    <a:pt x="6862" y="8345"/>
                    <a:pt x="6862" y="8369"/>
                  </a:cubicBezTo>
                  <a:cubicBezTo>
                    <a:pt x="6841" y="8397"/>
                    <a:pt x="6822" y="8419"/>
                    <a:pt x="6796" y="8443"/>
                  </a:cubicBezTo>
                  <a:cubicBezTo>
                    <a:pt x="6790" y="8450"/>
                    <a:pt x="6784" y="8456"/>
                    <a:pt x="6778" y="8463"/>
                  </a:cubicBezTo>
                  <a:cubicBezTo>
                    <a:pt x="6731" y="8509"/>
                    <a:pt x="6722" y="8509"/>
                    <a:pt x="6652" y="8509"/>
                  </a:cubicBezTo>
                  <a:cubicBezTo>
                    <a:pt x="6652" y="8417"/>
                    <a:pt x="6652" y="8324"/>
                    <a:pt x="6652" y="8229"/>
                  </a:cubicBezTo>
                  <a:cubicBezTo>
                    <a:pt x="6629" y="8229"/>
                    <a:pt x="6606" y="8229"/>
                    <a:pt x="6582" y="8229"/>
                  </a:cubicBezTo>
                  <a:cubicBezTo>
                    <a:pt x="6582" y="7952"/>
                    <a:pt x="6582" y="7674"/>
                    <a:pt x="6582" y="7389"/>
                  </a:cubicBezTo>
                  <a:cubicBezTo>
                    <a:pt x="6559" y="7389"/>
                    <a:pt x="6536" y="7389"/>
                    <a:pt x="6512" y="7389"/>
                  </a:cubicBezTo>
                  <a:cubicBezTo>
                    <a:pt x="6512" y="7366"/>
                    <a:pt x="6512" y="7343"/>
                    <a:pt x="6512" y="7319"/>
                  </a:cubicBezTo>
                  <a:cubicBezTo>
                    <a:pt x="6443" y="7319"/>
                    <a:pt x="6373" y="7319"/>
                    <a:pt x="6302" y="7319"/>
                  </a:cubicBezTo>
                  <a:cubicBezTo>
                    <a:pt x="6302" y="7296"/>
                    <a:pt x="6302" y="7272"/>
                    <a:pt x="6302" y="7249"/>
                  </a:cubicBezTo>
                  <a:cubicBezTo>
                    <a:pt x="6291" y="7250"/>
                    <a:pt x="6281" y="7251"/>
                    <a:pt x="6270" y="7252"/>
                  </a:cubicBezTo>
                  <a:cubicBezTo>
                    <a:pt x="6153" y="7260"/>
                    <a:pt x="6094" y="7234"/>
                    <a:pt x="5999" y="7169"/>
                  </a:cubicBezTo>
                  <a:cubicBezTo>
                    <a:pt x="5922" y="7122"/>
                    <a:pt x="5830" y="7117"/>
                    <a:pt x="5742" y="7109"/>
                  </a:cubicBezTo>
                  <a:cubicBezTo>
                    <a:pt x="5742" y="7086"/>
                    <a:pt x="5742" y="7062"/>
                    <a:pt x="5742" y="7039"/>
                  </a:cubicBezTo>
                  <a:cubicBezTo>
                    <a:pt x="5672" y="7039"/>
                    <a:pt x="5603" y="7039"/>
                    <a:pt x="5532" y="7039"/>
                  </a:cubicBezTo>
                  <a:cubicBezTo>
                    <a:pt x="5532" y="7016"/>
                    <a:pt x="5532" y="6992"/>
                    <a:pt x="5532" y="6969"/>
                  </a:cubicBezTo>
                  <a:cubicBezTo>
                    <a:pt x="5485" y="6969"/>
                    <a:pt x="5439" y="6969"/>
                    <a:pt x="5392" y="6969"/>
                  </a:cubicBezTo>
                  <a:cubicBezTo>
                    <a:pt x="5392" y="6945"/>
                    <a:pt x="5392" y="6922"/>
                    <a:pt x="5392" y="6899"/>
                  </a:cubicBezTo>
                  <a:cubicBezTo>
                    <a:pt x="5382" y="6899"/>
                    <a:pt x="5372" y="6900"/>
                    <a:pt x="5362" y="6901"/>
                  </a:cubicBezTo>
                  <a:cubicBezTo>
                    <a:pt x="5222" y="6907"/>
                    <a:pt x="5103" y="6871"/>
                    <a:pt x="4971" y="6829"/>
                  </a:cubicBezTo>
                  <a:cubicBezTo>
                    <a:pt x="4971" y="6805"/>
                    <a:pt x="4971" y="6782"/>
                    <a:pt x="4971" y="6759"/>
                  </a:cubicBezTo>
                  <a:cubicBezTo>
                    <a:pt x="4925" y="6759"/>
                    <a:pt x="4879" y="6759"/>
                    <a:pt x="4831" y="6759"/>
                  </a:cubicBezTo>
                  <a:cubicBezTo>
                    <a:pt x="4831" y="6735"/>
                    <a:pt x="4831" y="6712"/>
                    <a:pt x="4831" y="6689"/>
                  </a:cubicBezTo>
                  <a:cubicBezTo>
                    <a:pt x="4762" y="6689"/>
                    <a:pt x="4693" y="6689"/>
                    <a:pt x="4621" y="6689"/>
                  </a:cubicBezTo>
                  <a:cubicBezTo>
                    <a:pt x="4621" y="6665"/>
                    <a:pt x="4621" y="6642"/>
                    <a:pt x="4621" y="6619"/>
                  </a:cubicBezTo>
                  <a:cubicBezTo>
                    <a:pt x="4552" y="6619"/>
                    <a:pt x="4483" y="6619"/>
                    <a:pt x="4411" y="6619"/>
                  </a:cubicBezTo>
                  <a:cubicBezTo>
                    <a:pt x="4411" y="6595"/>
                    <a:pt x="4411" y="6572"/>
                    <a:pt x="4411" y="6548"/>
                  </a:cubicBezTo>
                  <a:cubicBezTo>
                    <a:pt x="4296" y="6525"/>
                    <a:pt x="4180" y="6502"/>
                    <a:pt x="4061" y="6478"/>
                  </a:cubicBezTo>
                  <a:cubicBezTo>
                    <a:pt x="4061" y="6455"/>
                    <a:pt x="4061" y="6432"/>
                    <a:pt x="4061" y="6408"/>
                  </a:cubicBezTo>
                  <a:cubicBezTo>
                    <a:pt x="3992" y="6408"/>
                    <a:pt x="3923" y="6408"/>
                    <a:pt x="3851" y="6408"/>
                  </a:cubicBezTo>
                  <a:cubicBezTo>
                    <a:pt x="3851" y="6385"/>
                    <a:pt x="3851" y="6362"/>
                    <a:pt x="3851" y="6338"/>
                  </a:cubicBezTo>
                  <a:cubicBezTo>
                    <a:pt x="3759" y="6338"/>
                    <a:pt x="3666" y="6338"/>
                    <a:pt x="3571" y="6338"/>
                  </a:cubicBezTo>
                  <a:cubicBezTo>
                    <a:pt x="3571" y="6362"/>
                    <a:pt x="3571" y="6385"/>
                    <a:pt x="3571" y="6408"/>
                  </a:cubicBezTo>
                  <a:cubicBezTo>
                    <a:pt x="3548" y="6408"/>
                    <a:pt x="3525" y="6408"/>
                    <a:pt x="3501" y="6408"/>
                  </a:cubicBezTo>
                  <a:cubicBezTo>
                    <a:pt x="3501" y="6432"/>
                    <a:pt x="3501" y="6455"/>
                    <a:pt x="3501" y="6478"/>
                  </a:cubicBezTo>
                  <a:cubicBezTo>
                    <a:pt x="3478" y="6478"/>
                    <a:pt x="3455" y="6478"/>
                    <a:pt x="3431" y="6478"/>
                  </a:cubicBezTo>
                  <a:cubicBezTo>
                    <a:pt x="3433" y="6489"/>
                    <a:pt x="3435" y="6499"/>
                    <a:pt x="3438" y="6509"/>
                  </a:cubicBezTo>
                  <a:cubicBezTo>
                    <a:pt x="3435" y="6522"/>
                    <a:pt x="3433" y="6535"/>
                    <a:pt x="3431" y="6548"/>
                  </a:cubicBezTo>
                  <a:cubicBezTo>
                    <a:pt x="3409" y="6564"/>
                    <a:pt x="3409" y="6564"/>
                    <a:pt x="3381" y="6579"/>
                  </a:cubicBezTo>
                  <a:cubicBezTo>
                    <a:pt x="3343" y="6601"/>
                    <a:pt x="3328" y="6613"/>
                    <a:pt x="3311" y="6654"/>
                  </a:cubicBezTo>
                  <a:cubicBezTo>
                    <a:pt x="3303" y="6689"/>
                    <a:pt x="3296" y="6723"/>
                    <a:pt x="3291" y="6759"/>
                  </a:cubicBezTo>
                  <a:cubicBezTo>
                    <a:pt x="3268" y="6759"/>
                    <a:pt x="3245" y="6759"/>
                    <a:pt x="3221" y="6759"/>
                  </a:cubicBezTo>
                  <a:cubicBezTo>
                    <a:pt x="3221" y="6782"/>
                    <a:pt x="3221" y="6805"/>
                    <a:pt x="3221" y="6829"/>
                  </a:cubicBezTo>
                  <a:cubicBezTo>
                    <a:pt x="3198" y="6829"/>
                    <a:pt x="3175" y="6829"/>
                    <a:pt x="3151" y="6829"/>
                  </a:cubicBezTo>
                  <a:cubicBezTo>
                    <a:pt x="3151" y="6852"/>
                    <a:pt x="3151" y="6875"/>
                    <a:pt x="3151" y="6899"/>
                  </a:cubicBezTo>
                  <a:cubicBezTo>
                    <a:pt x="3128" y="6899"/>
                    <a:pt x="3105" y="6899"/>
                    <a:pt x="3081" y="6899"/>
                  </a:cubicBezTo>
                  <a:cubicBezTo>
                    <a:pt x="3081" y="6922"/>
                    <a:pt x="3081" y="6945"/>
                    <a:pt x="3081" y="6969"/>
                  </a:cubicBezTo>
                  <a:cubicBezTo>
                    <a:pt x="3035" y="6969"/>
                    <a:pt x="2988" y="6969"/>
                    <a:pt x="2941" y="6969"/>
                  </a:cubicBezTo>
                  <a:cubicBezTo>
                    <a:pt x="2941" y="6992"/>
                    <a:pt x="2941" y="7015"/>
                    <a:pt x="2941" y="7039"/>
                  </a:cubicBezTo>
                  <a:cubicBezTo>
                    <a:pt x="2918" y="7039"/>
                    <a:pt x="2895" y="7039"/>
                    <a:pt x="2871" y="7039"/>
                  </a:cubicBezTo>
                  <a:cubicBezTo>
                    <a:pt x="2871" y="7062"/>
                    <a:pt x="2871" y="7085"/>
                    <a:pt x="2871" y="7109"/>
                  </a:cubicBezTo>
                  <a:cubicBezTo>
                    <a:pt x="2863" y="7112"/>
                    <a:pt x="2854" y="7115"/>
                    <a:pt x="2846" y="7118"/>
                  </a:cubicBezTo>
                  <a:cubicBezTo>
                    <a:pt x="2808" y="7131"/>
                    <a:pt x="2771" y="7145"/>
                    <a:pt x="2733" y="7159"/>
                  </a:cubicBezTo>
                  <a:cubicBezTo>
                    <a:pt x="2720" y="7164"/>
                    <a:pt x="2707" y="7168"/>
                    <a:pt x="2693" y="7173"/>
                  </a:cubicBezTo>
                  <a:cubicBezTo>
                    <a:pt x="2681" y="7178"/>
                    <a:pt x="2668" y="7183"/>
                    <a:pt x="2655" y="7187"/>
                  </a:cubicBezTo>
                  <a:cubicBezTo>
                    <a:pt x="2650" y="7189"/>
                    <a:pt x="2650" y="7189"/>
                    <a:pt x="2620" y="7200"/>
                  </a:cubicBezTo>
                  <a:cubicBezTo>
                    <a:pt x="2591" y="7214"/>
                    <a:pt x="2591" y="7214"/>
                    <a:pt x="2556" y="7249"/>
                  </a:cubicBezTo>
                  <a:cubicBezTo>
                    <a:pt x="2529" y="7253"/>
                    <a:pt x="2529" y="7253"/>
                    <a:pt x="2499" y="7252"/>
                  </a:cubicBezTo>
                  <a:cubicBezTo>
                    <a:pt x="2488" y="7252"/>
                    <a:pt x="2477" y="7252"/>
                    <a:pt x="2466" y="7252"/>
                  </a:cubicBezTo>
                  <a:cubicBezTo>
                    <a:pt x="2454" y="7251"/>
                    <a:pt x="2443" y="7251"/>
                    <a:pt x="2431" y="7251"/>
                  </a:cubicBezTo>
                  <a:cubicBezTo>
                    <a:pt x="2419" y="7251"/>
                    <a:pt x="2408" y="7251"/>
                    <a:pt x="2396" y="7250"/>
                  </a:cubicBezTo>
                  <a:cubicBezTo>
                    <a:pt x="2368" y="7250"/>
                    <a:pt x="2339" y="7249"/>
                    <a:pt x="2311" y="7249"/>
                  </a:cubicBezTo>
                  <a:cubicBezTo>
                    <a:pt x="2311" y="7272"/>
                    <a:pt x="2311" y="7295"/>
                    <a:pt x="2311" y="7319"/>
                  </a:cubicBezTo>
                  <a:cubicBezTo>
                    <a:pt x="2010" y="7319"/>
                    <a:pt x="1710" y="7319"/>
                    <a:pt x="1400" y="7319"/>
                  </a:cubicBezTo>
                  <a:cubicBezTo>
                    <a:pt x="1400" y="7296"/>
                    <a:pt x="1400" y="7272"/>
                    <a:pt x="1400" y="7249"/>
                  </a:cubicBezTo>
                  <a:cubicBezTo>
                    <a:pt x="1331" y="7249"/>
                    <a:pt x="1262" y="7249"/>
                    <a:pt x="1190" y="7249"/>
                  </a:cubicBezTo>
                  <a:cubicBezTo>
                    <a:pt x="1190" y="7226"/>
                    <a:pt x="1190" y="7202"/>
                    <a:pt x="1190" y="7179"/>
                  </a:cubicBezTo>
                  <a:cubicBezTo>
                    <a:pt x="1144" y="7179"/>
                    <a:pt x="1098" y="7179"/>
                    <a:pt x="1050" y="7179"/>
                  </a:cubicBezTo>
                  <a:cubicBezTo>
                    <a:pt x="1050" y="7156"/>
                    <a:pt x="1050" y="7132"/>
                    <a:pt x="1050" y="7109"/>
                  </a:cubicBezTo>
                  <a:cubicBezTo>
                    <a:pt x="1004" y="7109"/>
                    <a:pt x="958" y="7109"/>
                    <a:pt x="910" y="7109"/>
                  </a:cubicBezTo>
                  <a:cubicBezTo>
                    <a:pt x="910" y="7086"/>
                    <a:pt x="910" y="7062"/>
                    <a:pt x="910" y="7039"/>
                  </a:cubicBezTo>
                  <a:cubicBezTo>
                    <a:pt x="887" y="7039"/>
                    <a:pt x="864" y="7039"/>
                    <a:pt x="840" y="7039"/>
                  </a:cubicBezTo>
                  <a:cubicBezTo>
                    <a:pt x="840" y="7016"/>
                    <a:pt x="840" y="6992"/>
                    <a:pt x="840" y="6969"/>
                  </a:cubicBezTo>
                  <a:cubicBezTo>
                    <a:pt x="794" y="6969"/>
                    <a:pt x="748" y="6969"/>
                    <a:pt x="700" y="6969"/>
                  </a:cubicBezTo>
                  <a:cubicBezTo>
                    <a:pt x="700" y="6945"/>
                    <a:pt x="700" y="6922"/>
                    <a:pt x="700" y="6899"/>
                  </a:cubicBezTo>
                  <a:cubicBezTo>
                    <a:pt x="677" y="6899"/>
                    <a:pt x="654" y="6899"/>
                    <a:pt x="630" y="6899"/>
                  </a:cubicBezTo>
                  <a:cubicBezTo>
                    <a:pt x="630" y="6875"/>
                    <a:pt x="630" y="6852"/>
                    <a:pt x="630" y="6829"/>
                  </a:cubicBezTo>
                  <a:cubicBezTo>
                    <a:pt x="620" y="6830"/>
                    <a:pt x="610" y="6831"/>
                    <a:pt x="600" y="6833"/>
                  </a:cubicBezTo>
                  <a:cubicBezTo>
                    <a:pt x="546" y="6827"/>
                    <a:pt x="521" y="6800"/>
                    <a:pt x="486" y="6763"/>
                  </a:cubicBezTo>
                  <a:cubicBezTo>
                    <a:pt x="479" y="6757"/>
                    <a:pt x="473" y="6751"/>
                    <a:pt x="466" y="6744"/>
                  </a:cubicBezTo>
                  <a:cubicBezTo>
                    <a:pt x="435" y="6712"/>
                    <a:pt x="421" y="6694"/>
                    <a:pt x="416" y="6649"/>
                  </a:cubicBezTo>
                  <a:cubicBezTo>
                    <a:pt x="417" y="6639"/>
                    <a:pt x="419" y="6629"/>
                    <a:pt x="420" y="6619"/>
                  </a:cubicBezTo>
                  <a:cubicBezTo>
                    <a:pt x="397" y="6619"/>
                    <a:pt x="374" y="6619"/>
                    <a:pt x="350" y="6619"/>
                  </a:cubicBezTo>
                  <a:cubicBezTo>
                    <a:pt x="350" y="6595"/>
                    <a:pt x="350" y="6572"/>
                    <a:pt x="350" y="6548"/>
                  </a:cubicBezTo>
                  <a:cubicBezTo>
                    <a:pt x="327" y="6548"/>
                    <a:pt x="304" y="6548"/>
                    <a:pt x="280" y="6548"/>
                  </a:cubicBezTo>
                  <a:cubicBezTo>
                    <a:pt x="279" y="6545"/>
                    <a:pt x="279" y="6545"/>
                    <a:pt x="275" y="6527"/>
                  </a:cubicBezTo>
                  <a:cubicBezTo>
                    <a:pt x="267" y="6494"/>
                    <a:pt x="258" y="6461"/>
                    <a:pt x="249" y="6428"/>
                  </a:cubicBezTo>
                  <a:cubicBezTo>
                    <a:pt x="247" y="6417"/>
                    <a:pt x="244" y="6405"/>
                    <a:pt x="241" y="6394"/>
                  </a:cubicBezTo>
                  <a:cubicBezTo>
                    <a:pt x="233" y="6362"/>
                    <a:pt x="224" y="6333"/>
                    <a:pt x="210" y="6303"/>
                  </a:cubicBezTo>
                  <a:cubicBezTo>
                    <a:pt x="173" y="6283"/>
                    <a:pt x="173" y="6283"/>
                    <a:pt x="140" y="6268"/>
                  </a:cubicBezTo>
                  <a:cubicBezTo>
                    <a:pt x="133" y="6234"/>
                    <a:pt x="133" y="6234"/>
                    <a:pt x="136" y="6196"/>
                  </a:cubicBezTo>
                  <a:cubicBezTo>
                    <a:pt x="136" y="6183"/>
                    <a:pt x="137" y="6171"/>
                    <a:pt x="138" y="6158"/>
                  </a:cubicBezTo>
                  <a:cubicBezTo>
                    <a:pt x="138" y="6148"/>
                    <a:pt x="139" y="6138"/>
                    <a:pt x="140" y="6128"/>
                  </a:cubicBezTo>
                  <a:cubicBezTo>
                    <a:pt x="117" y="6128"/>
                    <a:pt x="94" y="6128"/>
                    <a:pt x="70" y="6128"/>
                  </a:cubicBezTo>
                  <a:cubicBezTo>
                    <a:pt x="70" y="6036"/>
                    <a:pt x="70" y="5944"/>
                    <a:pt x="70" y="5848"/>
                  </a:cubicBezTo>
                  <a:cubicBezTo>
                    <a:pt x="47" y="5848"/>
                    <a:pt x="24" y="5848"/>
                    <a:pt x="0" y="5848"/>
                  </a:cubicBezTo>
                  <a:cubicBezTo>
                    <a:pt x="0" y="5617"/>
                    <a:pt x="0" y="5386"/>
                    <a:pt x="0" y="5148"/>
                  </a:cubicBezTo>
                  <a:cubicBezTo>
                    <a:pt x="23" y="5148"/>
                    <a:pt x="46" y="5148"/>
                    <a:pt x="70" y="5148"/>
                  </a:cubicBezTo>
                  <a:cubicBezTo>
                    <a:pt x="69" y="5138"/>
                    <a:pt x="69" y="5128"/>
                    <a:pt x="68" y="5117"/>
                  </a:cubicBezTo>
                  <a:cubicBezTo>
                    <a:pt x="66" y="5070"/>
                    <a:pt x="65" y="5024"/>
                    <a:pt x="63" y="4977"/>
                  </a:cubicBezTo>
                  <a:cubicBezTo>
                    <a:pt x="63" y="4961"/>
                    <a:pt x="62" y="4945"/>
                    <a:pt x="61" y="4929"/>
                  </a:cubicBezTo>
                  <a:cubicBezTo>
                    <a:pt x="58" y="4810"/>
                    <a:pt x="58" y="4810"/>
                    <a:pt x="93" y="4774"/>
                  </a:cubicBezTo>
                  <a:cubicBezTo>
                    <a:pt x="121" y="4756"/>
                    <a:pt x="121" y="4756"/>
                    <a:pt x="150" y="4742"/>
                  </a:cubicBezTo>
                  <a:cubicBezTo>
                    <a:pt x="175" y="4728"/>
                    <a:pt x="175" y="4728"/>
                    <a:pt x="193" y="4690"/>
                  </a:cubicBezTo>
                  <a:cubicBezTo>
                    <a:pt x="194" y="4684"/>
                    <a:pt x="194" y="4684"/>
                    <a:pt x="199" y="4654"/>
                  </a:cubicBezTo>
                  <a:cubicBezTo>
                    <a:pt x="200" y="4647"/>
                    <a:pt x="200" y="4647"/>
                    <a:pt x="206" y="4616"/>
                  </a:cubicBezTo>
                  <a:cubicBezTo>
                    <a:pt x="207" y="4607"/>
                    <a:pt x="209" y="4597"/>
                    <a:pt x="210" y="4588"/>
                  </a:cubicBezTo>
                  <a:cubicBezTo>
                    <a:pt x="233" y="4588"/>
                    <a:pt x="256" y="4588"/>
                    <a:pt x="280" y="4588"/>
                  </a:cubicBezTo>
                  <a:cubicBezTo>
                    <a:pt x="279" y="4579"/>
                    <a:pt x="278" y="4569"/>
                    <a:pt x="276" y="4560"/>
                  </a:cubicBezTo>
                  <a:cubicBezTo>
                    <a:pt x="273" y="4520"/>
                    <a:pt x="273" y="4487"/>
                    <a:pt x="280" y="4448"/>
                  </a:cubicBezTo>
                  <a:cubicBezTo>
                    <a:pt x="305" y="4426"/>
                    <a:pt x="330" y="4413"/>
                    <a:pt x="359" y="4398"/>
                  </a:cubicBezTo>
                  <a:cubicBezTo>
                    <a:pt x="409" y="4360"/>
                    <a:pt x="412" y="4297"/>
                    <a:pt x="420" y="4238"/>
                  </a:cubicBezTo>
                  <a:cubicBezTo>
                    <a:pt x="443" y="4238"/>
                    <a:pt x="466" y="4238"/>
                    <a:pt x="490" y="4238"/>
                  </a:cubicBezTo>
                  <a:cubicBezTo>
                    <a:pt x="489" y="4228"/>
                    <a:pt x="487" y="4218"/>
                    <a:pt x="486" y="4207"/>
                  </a:cubicBezTo>
                  <a:cubicBezTo>
                    <a:pt x="492" y="4154"/>
                    <a:pt x="519" y="4129"/>
                    <a:pt x="556" y="4093"/>
                  </a:cubicBezTo>
                  <a:cubicBezTo>
                    <a:pt x="562" y="4087"/>
                    <a:pt x="568" y="4081"/>
                    <a:pt x="574" y="4074"/>
                  </a:cubicBezTo>
                  <a:cubicBezTo>
                    <a:pt x="606" y="4043"/>
                    <a:pt x="625" y="4028"/>
                    <a:pt x="670" y="4024"/>
                  </a:cubicBezTo>
                  <a:cubicBezTo>
                    <a:pt x="680" y="4025"/>
                    <a:pt x="690" y="4026"/>
                    <a:pt x="700" y="4028"/>
                  </a:cubicBezTo>
                  <a:cubicBezTo>
                    <a:pt x="700" y="4005"/>
                    <a:pt x="700" y="3982"/>
                    <a:pt x="700" y="3958"/>
                  </a:cubicBezTo>
                  <a:cubicBezTo>
                    <a:pt x="706" y="3956"/>
                    <a:pt x="706" y="3956"/>
                    <a:pt x="737" y="3945"/>
                  </a:cubicBezTo>
                  <a:cubicBezTo>
                    <a:pt x="753" y="3939"/>
                    <a:pt x="769" y="3933"/>
                    <a:pt x="786" y="3927"/>
                  </a:cubicBezTo>
                  <a:cubicBezTo>
                    <a:pt x="801" y="3921"/>
                    <a:pt x="817" y="3916"/>
                    <a:pt x="834" y="3910"/>
                  </a:cubicBezTo>
                  <a:cubicBezTo>
                    <a:pt x="875" y="3888"/>
                    <a:pt x="875" y="3888"/>
                    <a:pt x="894" y="3850"/>
                  </a:cubicBezTo>
                  <a:cubicBezTo>
                    <a:pt x="897" y="3845"/>
                    <a:pt x="897" y="3845"/>
                    <a:pt x="910" y="3818"/>
                  </a:cubicBezTo>
                  <a:cubicBezTo>
                    <a:pt x="944" y="3811"/>
                    <a:pt x="944" y="3811"/>
                    <a:pt x="982" y="3813"/>
                  </a:cubicBezTo>
                  <a:cubicBezTo>
                    <a:pt x="995" y="3814"/>
                    <a:pt x="1008" y="3815"/>
                    <a:pt x="1021" y="3815"/>
                  </a:cubicBezTo>
                  <a:cubicBezTo>
                    <a:pt x="1031" y="3816"/>
                    <a:pt x="1040" y="3817"/>
                    <a:pt x="1050" y="3818"/>
                  </a:cubicBezTo>
                  <a:cubicBezTo>
                    <a:pt x="1050" y="3795"/>
                    <a:pt x="1050" y="3771"/>
                    <a:pt x="1050" y="3748"/>
                  </a:cubicBezTo>
                  <a:cubicBezTo>
                    <a:pt x="1120" y="3748"/>
                    <a:pt x="1189" y="3748"/>
                    <a:pt x="1260" y="3748"/>
                  </a:cubicBezTo>
                  <a:cubicBezTo>
                    <a:pt x="1260" y="3725"/>
                    <a:pt x="1260" y="3701"/>
                    <a:pt x="1260" y="3678"/>
                  </a:cubicBezTo>
                  <a:cubicBezTo>
                    <a:pt x="1353" y="3678"/>
                    <a:pt x="1445" y="3678"/>
                    <a:pt x="1540" y="3678"/>
                  </a:cubicBezTo>
                  <a:cubicBezTo>
                    <a:pt x="1540" y="3655"/>
                    <a:pt x="1540" y="3631"/>
                    <a:pt x="1540" y="3608"/>
                  </a:cubicBezTo>
                  <a:cubicBezTo>
                    <a:pt x="1772" y="3608"/>
                    <a:pt x="2003" y="3608"/>
                    <a:pt x="2241" y="3608"/>
                  </a:cubicBezTo>
                  <a:cubicBezTo>
                    <a:pt x="2241" y="3631"/>
                    <a:pt x="2241" y="3654"/>
                    <a:pt x="2241" y="3678"/>
                  </a:cubicBezTo>
                  <a:cubicBezTo>
                    <a:pt x="2256" y="3677"/>
                    <a:pt x="2270" y="3676"/>
                    <a:pt x="2286" y="3675"/>
                  </a:cubicBezTo>
                  <a:cubicBezTo>
                    <a:pt x="2446" y="3669"/>
                    <a:pt x="2579" y="3696"/>
                    <a:pt x="2731" y="3748"/>
                  </a:cubicBezTo>
                  <a:cubicBezTo>
                    <a:pt x="2731" y="3771"/>
                    <a:pt x="2731" y="3794"/>
                    <a:pt x="2731" y="3818"/>
                  </a:cubicBezTo>
                  <a:cubicBezTo>
                    <a:pt x="2777" y="3818"/>
                    <a:pt x="2823" y="3818"/>
                    <a:pt x="2871" y="3818"/>
                  </a:cubicBezTo>
                  <a:cubicBezTo>
                    <a:pt x="2871" y="3841"/>
                    <a:pt x="2871" y="3864"/>
                    <a:pt x="2871" y="3888"/>
                  </a:cubicBezTo>
                  <a:cubicBezTo>
                    <a:pt x="2881" y="3887"/>
                    <a:pt x="2892" y="3886"/>
                    <a:pt x="2903" y="3884"/>
                  </a:cubicBezTo>
                  <a:cubicBezTo>
                    <a:pt x="2941" y="3888"/>
                    <a:pt x="2941" y="3888"/>
                    <a:pt x="2967" y="3910"/>
                  </a:cubicBezTo>
                  <a:cubicBezTo>
                    <a:pt x="2971" y="3915"/>
                    <a:pt x="2971" y="3915"/>
                    <a:pt x="2991" y="3940"/>
                  </a:cubicBezTo>
                  <a:cubicBezTo>
                    <a:pt x="3000" y="3951"/>
                    <a:pt x="3009" y="3962"/>
                    <a:pt x="3018" y="3973"/>
                  </a:cubicBezTo>
                  <a:cubicBezTo>
                    <a:pt x="3027" y="3985"/>
                    <a:pt x="3036" y="3996"/>
                    <a:pt x="3046" y="4008"/>
                  </a:cubicBezTo>
                  <a:cubicBezTo>
                    <a:pt x="3064" y="4031"/>
                    <a:pt x="3082" y="4053"/>
                    <a:pt x="3101" y="4076"/>
                  </a:cubicBezTo>
                  <a:cubicBezTo>
                    <a:pt x="3105" y="4081"/>
                    <a:pt x="3105" y="4081"/>
                    <a:pt x="3125" y="4106"/>
                  </a:cubicBezTo>
                  <a:cubicBezTo>
                    <a:pt x="3151" y="4133"/>
                    <a:pt x="3151" y="4133"/>
                    <a:pt x="3189" y="4151"/>
                  </a:cubicBezTo>
                  <a:cubicBezTo>
                    <a:pt x="3199" y="4157"/>
                    <a:pt x="3210" y="4162"/>
                    <a:pt x="3221" y="4168"/>
                  </a:cubicBezTo>
                  <a:cubicBezTo>
                    <a:pt x="3225" y="4205"/>
                    <a:pt x="3225" y="4205"/>
                    <a:pt x="3221" y="4238"/>
                  </a:cubicBezTo>
                  <a:cubicBezTo>
                    <a:pt x="3244" y="4238"/>
                    <a:pt x="3267" y="4238"/>
                    <a:pt x="3291" y="4238"/>
                  </a:cubicBezTo>
                  <a:cubicBezTo>
                    <a:pt x="3291" y="4261"/>
                    <a:pt x="3291" y="4284"/>
                    <a:pt x="3291" y="4308"/>
                  </a:cubicBezTo>
                  <a:cubicBezTo>
                    <a:pt x="3314" y="4308"/>
                    <a:pt x="3337" y="4308"/>
                    <a:pt x="3361" y="4308"/>
                  </a:cubicBezTo>
                  <a:cubicBezTo>
                    <a:pt x="3361" y="4331"/>
                    <a:pt x="3361" y="4354"/>
                    <a:pt x="3361" y="4378"/>
                  </a:cubicBezTo>
                  <a:cubicBezTo>
                    <a:pt x="3384" y="4378"/>
                    <a:pt x="3407" y="4378"/>
                    <a:pt x="3431" y="4378"/>
                  </a:cubicBezTo>
                  <a:cubicBezTo>
                    <a:pt x="3431" y="4401"/>
                    <a:pt x="3431" y="4424"/>
                    <a:pt x="3431" y="4448"/>
                  </a:cubicBezTo>
                  <a:cubicBezTo>
                    <a:pt x="3454" y="4448"/>
                    <a:pt x="3477" y="4448"/>
                    <a:pt x="3501" y="4448"/>
                  </a:cubicBezTo>
                  <a:cubicBezTo>
                    <a:pt x="3501" y="4471"/>
                    <a:pt x="3501" y="4494"/>
                    <a:pt x="3501" y="4518"/>
                  </a:cubicBezTo>
                  <a:cubicBezTo>
                    <a:pt x="3524" y="4518"/>
                    <a:pt x="3547" y="4518"/>
                    <a:pt x="3571" y="4518"/>
                  </a:cubicBezTo>
                  <a:cubicBezTo>
                    <a:pt x="3571" y="4564"/>
                    <a:pt x="3571" y="4610"/>
                    <a:pt x="3571" y="4658"/>
                  </a:cubicBezTo>
                  <a:cubicBezTo>
                    <a:pt x="3594" y="4658"/>
                    <a:pt x="3617" y="4658"/>
                    <a:pt x="3641" y="4658"/>
                  </a:cubicBezTo>
                  <a:cubicBezTo>
                    <a:pt x="3641" y="4727"/>
                    <a:pt x="3641" y="4797"/>
                    <a:pt x="3641" y="4868"/>
                  </a:cubicBezTo>
                  <a:cubicBezTo>
                    <a:pt x="3664" y="4868"/>
                    <a:pt x="3687" y="4868"/>
                    <a:pt x="3711" y="4868"/>
                  </a:cubicBezTo>
                  <a:cubicBezTo>
                    <a:pt x="3711" y="4984"/>
                    <a:pt x="3711" y="5099"/>
                    <a:pt x="3711" y="5218"/>
                  </a:cubicBezTo>
                  <a:cubicBezTo>
                    <a:pt x="3734" y="5218"/>
                    <a:pt x="3757" y="5218"/>
                    <a:pt x="3781" y="5218"/>
                  </a:cubicBezTo>
                  <a:cubicBezTo>
                    <a:pt x="3781" y="5426"/>
                    <a:pt x="3781" y="5634"/>
                    <a:pt x="3781" y="5848"/>
                  </a:cubicBezTo>
                  <a:cubicBezTo>
                    <a:pt x="3804" y="5848"/>
                    <a:pt x="3827" y="5848"/>
                    <a:pt x="3851" y="5848"/>
                  </a:cubicBezTo>
                  <a:cubicBezTo>
                    <a:pt x="3851" y="5871"/>
                    <a:pt x="3851" y="5894"/>
                    <a:pt x="3851" y="5918"/>
                  </a:cubicBezTo>
                  <a:cubicBezTo>
                    <a:pt x="3920" y="5918"/>
                    <a:pt x="3990" y="5918"/>
                    <a:pt x="4061" y="5918"/>
                  </a:cubicBezTo>
                  <a:cubicBezTo>
                    <a:pt x="4061" y="5941"/>
                    <a:pt x="4061" y="5965"/>
                    <a:pt x="4061" y="5988"/>
                  </a:cubicBezTo>
                  <a:cubicBezTo>
                    <a:pt x="4073" y="5988"/>
                    <a:pt x="4084" y="5987"/>
                    <a:pt x="4096" y="5986"/>
                  </a:cubicBezTo>
                  <a:cubicBezTo>
                    <a:pt x="4186" y="5982"/>
                    <a:pt x="4249" y="5984"/>
                    <a:pt x="4324" y="6036"/>
                  </a:cubicBezTo>
                  <a:cubicBezTo>
                    <a:pt x="4341" y="6058"/>
                    <a:pt x="4341" y="6058"/>
                    <a:pt x="4341" y="6128"/>
                  </a:cubicBezTo>
                  <a:cubicBezTo>
                    <a:pt x="4434" y="6128"/>
                    <a:pt x="4526" y="6128"/>
                    <a:pt x="4621" y="6128"/>
                  </a:cubicBezTo>
                  <a:cubicBezTo>
                    <a:pt x="4621" y="6151"/>
                    <a:pt x="4621" y="6175"/>
                    <a:pt x="4621" y="6198"/>
                  </a:cubicBezTo>
                  <a:cubicBezTo>
                    <a:pt x="4633" y="6198"/>
                    <a:pt x="4644" y="6197"/>
                    <a:pt x="4656" y="6196"/>
                  </a:cubicBezTo>
                  <a:cubicBezTo>
                    <a:pt x="4746" y="6192"/>
                    <a:pt x="4809" y="6194"/>
                    <a:pt x="4885" y="6246"/>
                  </a:cubicBezTo>
                  <a:cubicBezTo>
                    <a:pt x="4901" y="6268"/>
                    <a:pt x="4901" y="6268"/>
                    <a:pt x="4901" y="6338"/>
                  </a:cubicBezTo>
                  <a:cubicBezTo>
                    <a:pt x="4994" y="6338"/>
                    <a:pt x="5086" y="6338"/>
                    <a:pt x="5182" y="6338"/>
                  </a:cubicBezTo>
                  <a:cubicBezTo>
                    <a:pt x="5182" y="6362"/>
                    <a:pt x="5182" y="6385"/>
                    <a:pt x="5182" y="6408"/>
                  </a:cubicBezTo>
                  <a:cubicBezTo>
                    <a:pt x="5193" y="6408"/>
                    <a:pt x="5204" y="6407"/>
                    <a:pt x="5216" y="6406"/>
                  </a:cubicBezTo>
                  <a:cubicBezTo>
                    <a:pt x="5306" y="6402"/>
                    <a:pt x="5370" y="6404"/>
                    <a:pt x="5445" y="6456"/>
                  </a:cubicBezTo>
                  <a:cubicBezTo>
                    <a:pt x="5468" y="6487"/>
                    <a:pt x="5465" y="6511"/>
                    <a:pt x="5462" y="6548"/>
                  </a:cubicBezTo>
                  <a:cubicBezTo>
                    <a:pt x="5466" y="6548"/>
                    <a:pt x="5466" y="6548"/>
                    <a:pt x="5486" y="6547"/>
                  </a:cubicBezTo>
                  <a:cubicBezTo>
                    <a:pt x="5523" y="6545"/>
                    <a:pt x="5560" y="6543"/>
                    <a:pt x="5597" y="6542"/>
                  </a:cubicBezTo>
                  <a:cubicBezTo>
                    <a:pt x="5610" y="6541"/>
                    <a:pt x="5623" y="6540"/>
                    <a:pt x="5636" y="6539"/>
                  </a:cubicBezTo>
                  <a:cubicBezTo>
                    <a:pt x="5674" y="6538"/>
                    <a:pt x="5705" y="6539"/>
                    <a:pt x="5742" y="6548"/>
                  </a:cubicBezTo>
                  <a:cubicBezTo>
                    <a:pt x="5763" y="6574"/>
                    <a:pt x="5777" y="6600"/>
                    <a:pt x="5792" y="6629"/>
                  </a:cubicBezTo>
                  <a:cubicBezTo>
                    <a:pt x="5819" y="6662"/>
                    <a:pt x="5838" y="6665"/>
                    <a:pt x="5880" y="6671"/>
                  </a:cubicBezTo>
                  <a:cubicBezTo>
                    <a:pt x="5905" y="6674"/>
                    <a:pt x="5931" y="6676"/>
                    <a:pt x="5956" y="6678"/>
                  </a:cubicBezTo>
                  <a:cubicBezTo>
                    <a:pt x="5969" y="6679"/>
                    <a:pt x="5982" y="6680"/>
                    <a:pt x="5996" y="6681"/>
                  </a:cubicBezTo>
                  <a:cubicBezTo>
                    <a:pt x="6028" y="6684"/>
                    <a:pt x="6060" y="6686"/>
                    <a:pt x="6092" y="6689"/>
                  </a:cubicBezTo>
                  <a:cubicBezTo>
                    <a:pt x="6092" y="6712"/>
                    <a:pt x="6092" y="6735"/>
                    <a:pt x="6092" y="6759"/>
                  </a:cubicBezTo>
                  <a:cubicBezTo>
                    <a:pt x="6161" y="6759"/>
                    <a:pt x="6230" y="6759"/>
                    <a:pt x="6302" y="6759"/>
                  </a:cubicBezTo>
                  <a:cubicBezTo>
                    <a:pt x="6302" y="6782"/>
                    <a:pt x="6302" y="6805"/>
                    <a:pt x="6302" y="6829"/>
                  </a:cubicBezTo>
                  <a:cubicBezTo>
                    <a:pt x="6371" y="6829"/>
                    <a:pt x="6441" y="6829"/>
                    <a:pt x="6512" y="6829"/>
                  </a:cubicBezTo>
                  <a:cubicBezTo>
                    <a:pt x="6512" y="6852"/>
                    <a:pt x="6512" y="6875"/>
                    <a:pt x="6512" y="6899"/>
                  </a:cubicBezTo>
                  <a:cubicBezTo>
                    <a:pt x="6535" y="6899"/>
                    <a:pt x="6558" y="6899"/>
                    <a:pt x="6582" y="6899"/>
                  </a:cubicBezTo>
                  <a:cubicBezTo>
                    <a:pt x="6582" y="6922"/>
                    <a:pt x="6582" y="6945"/>
                    <a:pt x="6582" y="6969"/>
                  </a:cubicBezTo>
                  <a:cubicBezTo>
                    <a:pt x="6628" y="6969"/>
                    <a:pt x="6674" y="6969"/>
                    <a:pt x="6722" y="6969"/>
                  </a:cubicBezTo>
                  <a:cubicBezTo>
                    <a:pt x="6722" y="6945"/>
                    <a:pt x="6722" y="6922"/>
                    <a:pt x="6722" y="6899"/>
                  </a:cubicBezTo>
                  <a:cubicBezTo>
                    <a:pt x="6745" y="6899"/>
                    <a:pt x="6768" y="6899"/>
                    <a:pt x="6792" y="6899"/>
                  </a:cubicBezTo>
                  <a:cubicBezTo>
                    <a:pt x="6792" y="6852"/>
                    <a:pt x="6792" y="6806"/>
                    <a:pt x="6792" y="6759"/>
                  </a:cubicBezTo>
                  <a:cubicBezTo>
                    <a:pt x="6815" y="6759"/>
                    <a:pt x="6838" y="6759"/>
                    <a:pt x="6862" y="6759"/>
                  </a:cubicBezTo>
                  <a:cubicBezTo>
                    <a:pt x="6861" y="6748"/>
                    <a:pt x="6860" y="6738"/>
                    <a:pt x="6859" y="6727"/>
                  </a:cubicBezTo>
                  <a:cubicBezTo>
                    <a:pt x="6862" y="6689"/>
                    <a:pt x="6862" y="6689"/>
                    <a:pt x="6884" y="6662"/>
                  </a:cubicBezTo>
                  <a:cubicBezTo>
                    <a:pt x="6894" y="6654"/>
                    <a:pt x="6904" y="6646"/>
                    <a:pt x="6914" y="6638"/>
                  </a:cubicBezTo>
                  <a:cubicBezTo>
                    <a:pt x="6925" y="6629"/>
                    <a:pt x="6936" y="6620"/>
                    <a:pt x="6947" y="6611"/>
                  </a:cubicBezTo>
                  <a:cubicBezTo>
                    <a:pt x="6959" y="6602"/>
                    <a:pt x="6970" y="6593"/>
                    <a:pt x="6982" y="6583"/>
                  </a:cubicBezTo>
                  <a:cubicBezTo>
                    <a:pt x="7005" y="6565"/>
                    <a:pt x="7028" y="6547"/>
                    <a:pt x="7050" y="6529"/>
                  </a:cubicBezTo>
                  <a:cubicBezTo>
                    <a:pt x="7060" y="6521"/>
                    <a:pt x="7070" y="6513"/>
                    <a:pt x="7081" y="6505"/>
                  </a:cubicBezTo>
                  <a:cubicBezTo>
                    <a:pt x="7107" y="6478"/>
                    <a:pt x="7107" y="6478"/>
                    <a:pt x="7126" y="6441"/>
                  </a:cubicBezTo>
                  <a:cubicBezTo>
                    <a:pt x="7131" y="6430"/>
                    <a:pt x="7137" y="6419"/>
                    <a:pt x="7142" y="6408"/>
                  </a:cubicBezTo>
                  <a:cubicBezTo>
                    <a:pt x="7179" y="6404"/>
                    <a:pt x="7179" y="6404"/>
                    <a:pt x="7212" y="6408"/>
                  </a:cubicBezTo>
                  <a:cubicBezTo>
                    <a:pt x="7211" y="6398"/>
                    <a:pt x="7210" y="6387"/>
                    <a:pt x="7209" y="6377"/>
                  </a:cubicBezTo>
                  <a:cubicBezTo>
                    <a:pt x="7212" y="6338"/>
                    <a:pt x="7212" y="6338"/>
                    <a:pt x="7234" y="6312"/>
                  </a:cubicBezTo>
                  <a:cubicBezTo>
                    <a:pt x="7244" y="6304"/>
                    <a:pt x="7254" y="6296"/>
                    <a:pt x="7265" y="6288"/>
                  </a:cubicBezTo>
                  <a:cubicBezTo>
                    <a:pt x="7275" y="6279"/>
                    <a:pt x="7286" y="6270"/>
                    <a:pt x="7298" y="6261"/>
                  </a:cubicBezTo>
                  <a:cubicBezTo>
                    <a:pt x="7309" y="6252"/>
                    <a:pt x="7321" y="6243"/>
                    <a:pt x="7332" y="6233"/>
                  </a:cubicBezTo>
                  <a:cubicBezTo>
                    <a:pt x="7355" y="6215"/>
                    <a:pt x="7378" y="6197"/>
                    <a:pt x="7400" y="6179"/>
                  </a:cubicBezTo>
                  <a:cubicBezTo>
                    <a:pt x="7410" y="6171"/>
                    <a:pt x="7420" y="6163"/>
                    <a:pt x="7431" y="6154"/>
                  </a:cubicBezTo>
                  <a:cubicBezTo>
                    <a:pt x="7461" y="6125"/>
                    <a:pt x="7474" y="6095"/>
                    <a:pt x="7492" y="6058"/>
                  </a:cubicBezTo>
                  <a:cubicBezTo>
                    <a:pt x="7526" y="6052"/>
                    <a:pt x="7526" y="6052"/>
                    <a:pt x="7564" y="6054"/>
                  </a:cubicBezTo>
                  <a:cubicBezTo>
                    <a:pt x="7577" y="6055"/>
                    <a:pt x="7590" y="6055"/>
                    <a:pt x="7603" y="6056"/>
                  </a:cubicBezTo>
                  <a:cubicBezTo>
                    <a:pt x="7613" y="6057"/>
                    <a:pt x="7622" y="6057"/>
                    <a:pt x="7632" y="6058"/>
                  </a:cubicBezTo>
                  <a:cubicBezTo>
                    <a:pt x="7632" y="6035"/>
                    <a:pt x="7632" y="6012"/>
                    <a:pt x="7632" y="5988"/>
                  </a:cubicBezTo>
                  <a:cubicBezTo>
                    <a:pt x="7678" y="5988"/>
                    <a:pt x="7725" y="5988"/>
                    <a:pt x="7772" y="5988"/>
                  </a:cubicBezTo>
                  <a:cubicBezTo>
                    <a:pt x="7772" y="5965"/>
                    <a:pt x="7772" y="5942"/>
                    <a:pt x="7772" y="5918"/>
                  </a:cubicBezTo>
                  <a:cubicBezTo>
                    <a:pt x="7819" y="5918"/>
                    <a:pt x="7865" y="5918"/>
                    <a:pt x="7912" y="5918"/>
                  </a:cubicBezTo>
                  <a:cubicBezTo>
                    <a:pt x="7912" y="5895"/>
                    <a:pt x="7912" y="5872"/>
                    <a:pt x="7912" y="5848"/>
                  </a:cubicBezTo>
                  <a:cubicBezTo>
                    <a:pt x="7959" y="5848"/>
                    <a:pt x="8005" y="5848"/>
                    <a:pt x="8052" y="5848"/>
                  </a:cubicBezTo>
                  <a:cubicBezTo>
                    <a:pt x="8052" y="5825"/>
                    <a:pt x="8052" y="5802"/>
                    <a:pt x="8052" y="5778"/>
                  </a:cubicBezTo>
                  <a:cubicBezTo>
                    <a:pt x="8075" y="5778"/>
                    <a:pt x="8099" y="5778"/>
                    <a:pt x="8122" y="5778"/>
                  </a:cubicBezTo>
                  <a:cubicBezTo>
                    <a:pt x="8122" y="5801"/>
                    <a:pt x="8122" y="5824"/>
                    <a:pt x="8122" y="5848"/>
                  </a:cubicBezTo>
                  <a:cubicBezTo>
                    <a:pt x="8146" y="5848"/>
                    <a:pt x="8169" y="5848"/>
                    <a:pt x="8192" y="5848"/>
                  </a:cubicBezTo>
                  <a:cubicBezTo>
                    <a:pt x="8192" y="5825"/>
                    <a:pt x="8192" y="5802"/>
                    <a:pt x="8192" y="5778"/>
                  </a:cubicBezTo>
                  <a:cubicBezTo>
                    <a:pt x="8262" y="5778"/>
                    <a:pt x="8331" y="5778"/>
                    <a:pt x="8402" y="5778"/>
                  </a:cubicBezTo>
                  <a:cubicBezTo>
                    <a:pt x="8402" y="5755"/>
                    <a:pt x="8402" y="5732"/>
                    <a:pt x="8402" y="5708"/>
                  </a:cubicBezTo>
                  <a:cubicBezTo>
                    <a:pt x="8426" y="5708"/>
                    <a:pt x="8449" y="5708"/>
                    <a:pt x="8473" y="5708"/>
                  </a:cubicBezTo>
                  <a:cubicBezTo>
                    <a:pt x="8473" y="4876"/>
                    <a:pt x="8473" y="4045"/>
                    <a:pt x="8473" y="3187"/>
                  </a:cubicBezTo>
                  <a:cubicBezTo>
                    <a:pt x="8449" y="3187"/>
                    <a:pt x="8426" y="3187"/>
                    <a:pt x="8402" y="3187"/>
                  </a:cubicBezTo>
                  <a:cubicBezTo>
                    <a:pt x="8402" y="3164"/>
                    <a:pt x="8402" y="3141"/>
                    <a:pt x="8402" y="3117"/>
                  </a:cubicBezTo>
                  <a:cubicBezTo>
                    <a:pt x="8379" y="3117"/>
                    <a:pt x="8356" y="3117"/>
                    <a:pt x="8332" y="3117"/>
                  </a:cubicBezTo>
                  <a:cubicBezTo>
                    <a:pt x="8332" y="3094"/>
                    <a:pt x="8332" y="3071"/>
                    <a:pt x="8332" y="3047"/>
                  </a:cubicBezTo>
                  <a:cubicBezTo>
                    <a:pt x="8286" y="3047"/>
                    <a:pt x="8240" y="3047"/>
                    <a:pt x="8192" y="3047"/>
                  </a:cubicBezTo>
                  <a:cubicBezTo>
                    <a:pt x="8192" y="3024"/>
                    <a:pt x="8192" y="3001"/>
                    <a:pt x="8192" y="2977"/>
                  </a:cubicBezTo>
                  <a:cubicBezTo>
                    <a:pt x="8178" y="2979"/>
                    <a:pt x="8164" y="2980"/>
                    <a:pt x="8149" y="2981"/>
                  </a:cubicBezTo>
                  <a:cubicBezTo>
                    <a:pt x="8092" y="2984"/>
                    <a:pt x="8039" y="2985"/>
                    <a:pt x="7982" y="2977"/>
                  </a:cubicBezTo>
                  <a:cubicBezTo>
                    <a:pt x="7955" y="2953"/>
                    <a:pt x="7945" y="2932"/>
                    <a:pt x="7931" y="2899"/>
                  </a:cubicBezTo>
                  <a:cubicBezTo>
                    <a:pt x="7912" y="2872"/>
                    <a:pt x="7912" y="2872"/>
                    <a:pt x="7882" y="2863"/>
                  </a:cubicBezTo>
                  <a:cubicBezTo>
                    <a:pt x="7871" y="2862"/>
                    <a:pt x="7859" y="2860"/>
                    <a:pt x="7847" y="2859"/>
                  </a:cubicBezTo>
                  <a:cubicBezTo>
                    <a:pt x="7759" y="2839"/>
                    <a:pt x="7724" y="2793"/>
                    <a:pt x="7672" y="2724"/>
                  </a:cubicBezTo>
                  <a:cubicBezTo>
                    <a:pt x="7602" y="2636"/>
                    <a:pt x="7533" y="2565"/>
                    <a:pt x="7444" y="2498"/>
                  </a:cubicBezTo>
                  <a:cubicBezTo>
                    <a:pt x="7357" y="2432"/>
                    <a:pt x="7357" y="2432"/>
                    <a:pt x="7339" y="2375"/>
                  </a:cubicBezTo>
                  <a:cubicBezTo>
                    <a:pt x="7339" y="2340"/>
                    <a:pt x="7342" y="2311"/>
                    <a:pt x="7352" y="2277"/>
                  </a:cubicBezTo>
                  <a:cubicBezTo>
                    <a:pt x="7329" y="2277"/>
                    <a:pt x="7306" y="2277"/>
                    <a:pt x="7282" y="2277"/>
                  </a:cubicBezTo>
                  <a:cubicBezTo>
                    <a:pt x="7282" y="2231"/>
                    <a:pt x="7282" y="2185"/>
                    <a:pt x="7282" y="2137"/>
                  </a:cubicBezTo>
                  <a:cubicBezTo>
                    <a:pt x="7259" y="2137"/>
                    <a:pt x="7236" y="2137"/>
                    <a:pt x="7212" y="2137"/>
                  </a:cubicBezTo>
                  <a:cubicBezTo>
                    <a:pt x="7211" y="2129"/>
                    <a:pt x="7210" y="2121"/>
                    <a:pt x="7209" y="2112"/>
                  </a:cubicBezTo>
                  <a:cubicBezTo>
                    <a:pt x="7205" y="2074"/>
                    <a:pt x="7201" y="2037"/>
                    <a:pt x="7197" y="1999"/>
                  </a:cubicBezTo>
                  <a:cubicBezTo>
                    <a:pt x="7195" y="1986"/>
                    <a:pt x="7194" y="1973"/>
                    <a:pt x="7193" y="1960"/>
                  </a:cubicBezTo>
                  <a:cubicBezTo>
                    <a:pt x="7191" y="1947"/>
                    <a:pt x="7190" y="1935"/>
                    <a:pt x="7188" y="1922"/>
                  </a:cubicBezTo>
                  <a:cubicBezTo>
                    <a:pt x="7187" y="1910"/>
                    <a:pt x="7186" y="1899"/>
                    <a:pt x="7184" y="1887"/>
                  </a:cubicBezTo>
                  <a:cubicBezTo>
                    <a:pt x="7177" y="1857"/>
                    <a:pt x="7177" y="1857"/>
                    <a:pt x="7142" y="1822"/>
                  </a:cubicBezTo>
                  <a:cubicBezTo>
                    <a:pt x="7139" y="1782"/>
                    <a:pt x="7138" y="1744"/>
                    <a:pt x="7139" y="1704"/>
                  </a:cubicBezTo>
                  <a:cubicBezTo>
                    <a:pt x="7139" y="1698"/>
                    <a:pt x="7139" y="1698"/>
                    <a:pt x="7139" y="1669"/>
                  </a:cubicBezTo>
                  <a:cubicBezTo>
                    <a:pt x="7139" y="1632"/>
                    <a:pt x="7139" y="1594"/>
                    <a:pt x="7140" y="1557"/>
                  </a:cubicBezTo>
                  <a:cubicBezTo>
                    <a:pt x="7140" y="1532"/>
                    <a:pt x="7140" y="1507"/>
                    <a:pt x="7140" y="1482"/>
                  </a:cubicBezTo>
                  <a:cubicBezTo>
                    <a:pt x="7141" y="1420"/>
                    <a:pt x="7141" y="1359"/>
                    <a:pt x="7142" y="1297"/>
                  </a:cubicBezTo>
                  <a:cubicBezTo>
                    <a:pt x="7165" y="1297"/>
                    <a:pt x="7188" y="1297"/>
                    <a:pt x="7212" y="1297"/>
                  </a:cubicBezTo>
                  <a:cubicBezTo>
                    <a:pt x="7212" y="1204"/>
                    <a:pt x="7212" y="1112"/>
                    <a:pt x="7212" y="1017"/>
                  </a:cubicBezTo>
                  <a:cubicBezTo>
                    <a:pt x="7235" y="1017"/>
                    <a:pt x="7258" y="1017"/>
                    <a:pt x="7282" y="1017"/>
                  </a:cubicBezTo>
                  <a:cubicBezTo>
                    <a:pt x="7282" y="948"/>
                    <a:pt x="7282" y="878"/>
                    <a:pt x="7282" y="807"/>
                  </a:cubicBezTo>
                  <a:cubicBezTo>
                    <a:pt x="7305" y="807"/>
                    <a:pt x="7328" y="807"/>
                    <a:pt x="7352" y="807"/>
                  </a:cubicBezTo>
                  <a:cubicBezTo>
                    <a:pt x="7352" y="784"/>
                    <a:pt x="7352" y="761"/>
                    <a:pt x="7352" y="737"/>
                  </a:cubicBezTo>
                  <a:cubicBezTo>
                    <a:pt x="7375" y="737"/>
                    <a:pt x="7398" y="737"/>
                    <a:pt x="7422" y="737"/>
                  </a:cubicBezTo>
                  <a:cubicBezTo>
                    <a:pt x="7422" y="691"/>
                    <a:pt x="7422" y="644"/>
                    <a:pt x="7422" y="597"/>
                  </a:cubicBezTo>
                  <a:cubicBezTo>
                    <a:pt x="7445" y="597"/>
                    <a:pt x="7468" y="597"/>
                    <a:pt x="7492" y="597"/>
                  </a:cubicBezTo>
                  <a:cubicBezTo>
                    <a:pt x="7492" y="574"/>
                    <a:pt x="7492" y="551"/>
                    <a:pt x="7492" y="527"/>
                  </a:cubicBezTo>
                  <a:cubicBezTo>
                    <a:pt x="7515" y="527"/>
                    <a:pt x="7538" y="527"/>
                    <a:pt x="7562" y="527"/>
                  </a:cubicBezTo>
                  <a:cubicBezTo>
                    <a:pt x="7562" y="504"/>
                    <a:pt x="7562" y="480"/>
                    <a:pt x="7562" y="457"/>
                  </a:cubicBezTo>
                  <a:cubicBezTo>
                    <a:pt x="7585" y="457"/>
                    <a:pt x="7608" y="457"/>
                    <a:pt x="7632" y="457"/>
                  </a:cubicBezTo>
                  <a:cubicBezTo>
                    <a:pt x="7632" y="434"/>
                    <a:pt x="7632" y="410"/>
                    <a:pt x="7632" y="387"/>
                  </a:cubicBezTo>
                  <a:cubicBezTo>
                    <a:pt x="7655" y="387"/>
                    <a:pt x="7678" y="387"/>
                    <a:pt x="7702" y="387"/>
                  </a:cubicBezTo>
                  <a:cubicBezTo>
                    <a:pt x="7702" y="364"/>
                    <a:pt x="7702" y="340"/>
                    <a:pt x="7702" y="317"/>
                  </a:cubicBezTo>
                  <a:cubicBezTo>
                    <a:pt x="7748" y="317"/>
                    <a:pt x="7795" y="317"/>
                    <a:pt x="7842" y="317"/>
                  </a:cubicBezTo>
                  <a:cubicBezTo>
                    <a:pt x="7842" y="294"/>
                    <a:pt x="7842" y="270"/>
                    <a:pt x="7842" y="247"/>
                  </a:cubicBezTo>
                  <a:cubicBezTo>
                    <a:pt x="7850" y="244"/>
                    <a:pt x="7859" y="241"/>
                    <a:pt x="7867" y="239"/>
                  </a:cubicBezTo>
                  <a:cubicBezTo>
                    <a:pt x="7904" y="226"/>
                    <a:pt x="7941" y="214"/>
                    <a:pt x="7978" y="201"/>
                  </a:cubicBezTo>
                  <a:cubicBezTo>
                    <a:pt x="7984" y="199"/>
                    <a:pt x="7984" y="199"/>
                    <a:pt x="8017" y="188"/>
                  </a:cubicBezTo>
                  <a:cubicBezTo>
                    <a:pt x="8023" y="186"/>
                    <a:pt x="8023" y="186"/>
                    <a:pt x="8054" y="175"/>
                  </a:cubicBezTo>
                  <a:cubicBezTo>
                    <a:pt x="8060" y="173"/>
                    <a:pt x="8060" y="173"/>
                    <a:pt x="8089" y="163"/>
                  </a:cubicBezTo>
                  <a:cubicBezTo>
                    <a:pt x="8127" y="139"/>
                    <a:pt x="8130" y="127"/>
                    <a:pt x="8148" y="88"/>
                  </a:cubicBezTo>
                  <a:cubicBezTo>
                    <a:pt x="8203" y="0"/>
                    <a:pt x="8322" y="24"/>
                    <a:pt x="8414" y="26"/>
                  </a:cubicBezTo>
                  <a:close/>
                  <a:moveTo>
                    <a:pt x="8613" y="387"/>
                  </a:moveTo>
                  <a:cubicBezTo>
                    <a:pt x="8613" y="410"/>
                    <a:pt x="8613" y="433"/>
                    <a:pt x="8613" y="457"/>
                  </a:cubicBezTo>
                  <a:cubicBezTo>
                    <a:pt x="8520" y="457"/>
                    <a:pt x="8428" y="457"/>
                    <a:pt x="8332" y="457"/>
                  </a:cubicBezTo>
                  <a:cubicBezTo>
                    <a:pt x="8332" y="480"/>
                    <a:pt x="8332" y="503"/>
                    <a:pt x="8332" y="527"/>
                  </a:cubicBezTo>
                  <a:cubicBezTo>
                    <a:pt x="8286" y="527"/>
                    <a:pt x="8240" y="527"/>
                    <a:pt x="8192" y="527"/>
                  </a:cubicBezTo>
                  <a:cubicBezTo>
                    <a:pt x="8192" y="550"/>
                    <a:pt x="8192" y="573"/>
                    <a:pt x="8192" y="597"/>
                  </a:cubicBezTo>
                  <a:cubicBezTo>
                    <a:pt x="8146" y="597"/>
                    <a:pt x="8100" y="597"/>
                    <a:pt x="8052" y="597"/>
                  </a:cubicBezTo>
                  <a:cubicBezTo>
                    <a:pt x="8052" y="620"/>
                    <a:pt x="8052" y="643"/>
                    <a:pt x="8052" y="667"/>
                  </a:cubicBezTo>
                  <a:cubicBezTo>
                    <a:pt x="8029" y="667"/>
                    <a:pt x="8006" y="667"/>
                    <a:pt x="7982" y="667"/>
                  </a:cubicBezTo>
                  <a:cubicBezTo>
                    <a:pt x="7982" y="690"/>
                    <a:pt x="7982" y="713"/>
                    <a:pt x="7982" y="737"/>
                  </a:cubicBezTo>
                  <a:cubicBezTo>
                    <a:pt x="7959" y="737"/>
                    <a:pt x="7936" y="737"/>
                    <a:pt x="7912" y="737"/>
                  </a:cubicBezTo>
                  <a:cubicBezTo>
                    <a:pt x="7912" y="760"/>
                    <a:pt x="7912" y="783"/>
                    <a:pt x="7912" y="807"/>
                  </a:cubicBezTo>
                  <a:cubicBezTo>
                    <a:pt x="7889" y="807"/>
                    <a:pt x="7866" y="807"/>
                    <a:pt x="7842" y="807"/>
                  </a:cubicBezTo>
                  <a:cubicBezTo>
                    <a:pt x="7842" y="830"/>
                    <a:pt x="7842" y="853"/>
                    <a:pt x="7842" y="877"/>
                  </a:cubicBezTo>
                  <a:cubicBezTo>
                    <a:pt x="7819" y="877"/>
                    <a:pt x="7796" y="877"/>
                    <a:pt x="7772" y="877"/>
                  </a:cubicBezTo>
                  <a:cubicBezTo>
                    <a:pt x="7772" y="900"/>
                    <a:pt x="7772" y="923"/>
                    <a:pt x="7772" y="947"/>
                  </a:cubicBezTo>
                  <a:cubicBezTo>
                    <a:pt x="7749" y="947"/>
                    <a:pt x="7726" y="947"/>
                    <a:pt x="7702" y="947"/>
                  </a:cubicBezTo>
                  <a:cubicBezTo>
                    <a:pt x="7702" y="993"/>
                    <a:pt x="7702" y="1039"/>
                    <a:pt x="7702" y="1087"/>
                  </a:cubicBezTo>
                  <a:cubicBezTo>
                    <a:pt x="7679" y="1087"/>
                    <a:pt x="7656" y="1087"/>
                    <a:pt x="7632" y="1087"/>
                  </a:cubicBezTo>
                  <a:cubicBezTo>
                    <a:pt x="7632" y="1179"/>
                    <a:pt x="7632" y="1272"/>
                    <a:pt x="7632" y="1367"/>
                  </a:cubicBezTo>
                  <a:cubicBezTo>
                    <a:pt x="7609" y="1367"/>
                    <a:pt x="7586" y="1367"/>
                    <a:pt x="7562" y="1367"/>
                  </a:cubicBezTo>
                  <a:cubicBezTo>
                    <a:pt x="7562" y="1506"/>
                    <a:pt x="7562" y="1644"/>
                    <a:pt x="7562" y="1787"/>
                  </a:cubicBezTo>
                  <a:cubicBezTo>
                    <a:pt x="7585" y="1787"/>
                    <a:pt x="7608" y="1787"/>
                    <a:pt x="7632" y="1787"/>
                  </a:cubicBezTo>
                  <a:cubicBezTo>
                    <a:pt x="7632" y="1856"/>
                    <a:pt x="7632" y="1926"/>
                    <a:pt x="7632" y="1997"/>
                  </a:cubicBezTo>
                  <a:cubicBezTo>
                    <a:pt x="7655" y="1997"/>
                    <a:pt x="7678" y="1997"/>
                    <a:pt x="7702" y="1997"/>
                  </a:cubicBezTo>
                  <a:cubicBezTo>
                    <a:pt x="7702" y="2043"/>
                    <a:pt x="7702" y="2090"/>
                    <a:pt x="7702" y="2137"/>
                  </a:cubicBezTo>
                  <a:cubicBezTo>
                    <a:pt x="7725" y="2137"/>
                    <a:pt x="7748" y="2137"/>
                    <a:pt x="7772" y="2137"/>
                  </a:cubicBezTo>
                  <a:cubicBezTo>
                    <a:pt x="7772" y="2183"/>
                    <a:pt x="7772" y="2230"/>
                    <a:pt x="7772" y="2277"/>
                  </a:cubicBezTo>
                  <a:cubicBezTo>
                    <a:pt x="7795" y="2277"/>
                    <a:pt x="7819" y="2277"/>
                    <a:pt x="7842" y="2277"/>
                  </a:cubicBezTo>
                  <a:cubicBezTo>
                    <a:pt x="7842" y="2300"/>
                    <a:pt x="7842" y="2323"/>
                    <a:pt x="7842" y="2347"/>
                  </a:cubicBezTo>
                  <a:cubicBezTo>
                    <a:pt x="7865" y="2347"/>
                    <a:pt x="7889" y="2347"/>
                    <a:pt x="7912" y="2347"/>
                  </a:cubicBezTo>
                  <a:cubicBezTo>
                    <a:pt x="7912" y="2370"/>
                    <a:pt x="7912" y="2393"/>
                    <a:pt x="7912" y="2417"/>
                  </a:cubicBezTo>
                  <a:cubicBezTo>
                    <a:pt x="7935" y="2417"/>
                    <a:pt x="7959" y="2417"/>
                    <a:pt x="7982" y="2417"/>
                  </a:cubicBezTo>
                  <a:cubicBezTo>
                    <a:pt x="7982" y="2440"/>
                    <a:pt x="7982" y="2463"/>
                    <a:pt x="7982" y="2487"/>
                  </a:cubicBezTo>
                  <a:cubicBezTo>
                    <a:pt x="8029" y="2487"/>
                    <a:pt x="8075" y="2487"/>
                    <a:pt x="8122" y="2487"/>
                  </a:cubicBezTo>
                  <a:cubicBezTo>
                    <a:pt x="8122" y="2510"/>
                    <a:pt x="8122" y="2533"/>
                    <a:pt x="8122" y="2557"/>
                  </a:cubicBezTo>
                  <a:cubicBezTo>
                    <a:pt x="8169" y="2557"/>
                    <a:pt x="8215" y="2557"/>
                    <a:pt x="8262" y="2557"/>
                  </a:cubicBezTo>
                  <a:cubicBezTo>
                    <a:pt x="8262" y="2580"/>
                    <a:pt x="8262" y="2604"/>
                    <a:pt x="8262" y="2627"/>
                  </a:cubicBezTo>
                  <a:cubicBezTo>
                    <a:pt x="8309" y="2627"/>
                    <a:pt x="8355" y="2627"/>
                    <a:pt x="8402" y="2627"/>
                  </a:cubicBezTo>
                  <a:cubicBezTo>
                    <a:pt x="8402" y="2650"/>
                    <a:pt x="8402" y="2674"/>
                    <a:pt x="8402" y="2697"/>
                  </a:cubicBezTo>
                  <a:cubicBezTo>
                    <a:pt x="8610" y="2697"/>
                    <a:pt x="8818" y="2697"/>
                    <a:pt x="9033" y="2697"/>
                  </a:cubicBezTo>
                  <a:cubicBezTo>
                    <a:pt x="9033" y="2674"/>
                    <a:pt x="9033" y="2651"/>
                    <a:pt x="9033" y="2627"/>
                  </a:cubicBezTo>
                  <a:cubicBezTo>
                    <a:pt x="9102" y="2627"/>
                    <a:pt x="9171" y="2627"/>
                    <a:pt x="9243" y="2627"/>
                  </a:cubicBezTo>
                  <a:cubicBezTo>
                    <a:pt x="9243" y="2604"/>
                    <a:pt x="9243" y="2581"/>
                    <a:pt x="9243" y="2557"/>
                  </a:cubicBezTo>
                  <a:cubicBezTo>
                    <a:pt x="9266" y="2557"/>
                    <a:pt x="9289" y="2557"/>
                    <a:pt x="9313" y="2557"/>
                  </a:cubicBezTo>
                  <a:cubicBezTo>
                    <a:pt x="9313" y="2534"/>
                    <a:pt x="9313" y="2511"/>
                    <a:pt x="9313" y="2487"/>
                  </a:cubicBezTo>
                  <a:cubicBezTo>
                    <a:pt x="9359" y="2487"/>
                    <a:pt x="9405" y="2487"/>
                    <a:pt x="9453" y="2487"/>
                  </a:cubicBezTo>
                  <a:cubicBezTo>
                    <a:pt x="9453" y="2464"/>
                    <a:pt x="9453" y="2441"/>
                    <a:pt x="9453" y="2417"/>
                  </a:cubicBezTo>
                  <a:cubicBezTo>
                    <a:pt x="9476" y="2417"/>
                    <a:pt x="9499" y="2417"/>
                    <a:pt x="9523" y="2417"/>
                  </a:cubicBezTo>
                  <a:cubicBezTo>
                    <a:pt x="9523" y="2394"/>
                    <a:pt x="9523" y="2371"/>
                    <a:pt x="9523" y="2347"/>
                  </a:cubicBezTo>
                  <a:cubicBezTo>
                    <a:pt x="9546" y="2347"/>
                    <a:pt x="9569" y="2347"/>
                    <a:pt x="9593" y="2347"/>
                  </a:cubicBezTo>
                  <a:cubicBezTo>
                    <a:pt x="9593" y="2324"/>
                    <a:pt x="9593" y="2301"/>
                    <a:pt x="9593" y="2277"/>
                  </a:cubicBezTo>
                  <a:cubicBezTo>
                    <a:pt x="9616" y="2277"/>
                    <a:pt x="9639" y="2277"/>
                    <a:pt x="9663" y="2277"/>
                  </a:cubicBezTo>
                  <a:cubicBezTo>
                    <a:pt x="9663" y="2231"/>
                    <a:pt x="9663" y="2185"/>
                    <a:pt x="9663" y="2137"/>
                  </a:cubicBezTo>
                  <a:cubicBezTo>
                    <a:pt x="9686" y="2137"/>
                    <a:pt x="9709" y="2137"/>
                    <a:pt x="9733" y="2137"/>
                  </a:cubicBezTo>
                  <a:cubicBezTo>
                    <a:pt x="9733" y="2114"/>
                    <a:pt x="9733" y="2091"/>
                    <a:pt x="9733" y="2067"/>
                  </a:cubicBezTo>
                  <a:cubicBezTo>
                    <a:pt x="9756" y="2067"/>
                    <a:pt x="9779" y="2067"/>
                    <a:pt x="9803" y="2067"/>
                  </a:cubicBezTo>
                  <a:cubicBezTo>
                    <a:pt x="9803" y="1998"/>
                    <a:pt x="9803" y="1929"/>
                    <a:pt x="9803" y="1857"/>
                  </a:cubicBezTo>
                  <a:cubicBezTo>
                    <a:pt x="9826" y="1857"/>
                    <a:pt x="9849" y="1857"/>
                    <a:pt x="9873" y="1857"/>
                  </a:cubicBezTo>
                  <a:cubicBezTo>
                    <a:pt x="9873" y="1649"/>
                    <a:pt x="9873" y="1441"/>
                    <a:pt x="9873" y="1227"/>
                  </a:cubicBezTo>
                  <a:cubicBezTo>
                    <a:pt x="9850" y="1227"/>
                    <a:pt x="9827" y="1227"/>
                    <a:pt x="9803" y="1227"/>
                  </a:cubicBezTo>
                  <a:cubicBezTo>
                    <a:pt x="9803" y="1181"/>
                    <a:pt x="9803" y="1134"/>
                    <a:pt x="9803" y="1087"/>
                  </a:cubicBezTo>
                  <a:cubicBezTo>
                    <a:pt x="9780" y="1087"/>
                    <a:pt x="9757" y="1087"/>
                    <a:pt x="9733" y="1087"/>
                  </a:cubicBezTo>
                  <a:cubicBezTo>
                    <a:pt x="9733" y="1041"/>
                    <a:pt x="9733" y="994"/>
                    <a:pt x="9733" y="947"/>
                  </a:cubicBezTo>
                  <a:cubicBezTo>
                    <a:pt x="9710" y="947"/>
                    <a:pt x="9687" y="947"/>
                    <a:pt x="9663" y="947"/>
                  </a:cubicBezTo>
                  <a:cubicBezTo>
                    <a:pt x="9663" y="924"/>
                    <a:pt x="9663" y="901"/>
                    <a:pt x="9663" y="877"/>
                  </a:cubicBezTo>
                  <a:cubicBezTo>
                    <a:pt x="9640" y="877"/>
                    <a:pt x="9617" y="877"/>
                    <a:pt x="9593" y="877"/>
                  </a:cubicBezTo>
                  <a:cubicBezTo>
                    <a:pt x="9593" y="854"/>
                    <a:pt x="9593" y="831"/>
                    <a:pt x="9593" y="807"/>
                  </a:cubicBezTo>
                  <a:cubicBezTo>
                    <a:pt x="9570" y="807"/>
                    <a:pt x="9547" y="807"/>
                    <a:pt x="9523" y="807"/>
                  </a:cubicBezTo>
                  <a:cubicBezTo>
                    <a:pt x="9523" y="784"/>
                    <a:pt x="9523" y="761"/>
                    <a:pt x="9523" y="737"/>
                  </a:cubicBezTo>
                  <a:cubicBezTo>
                    <a:pt x="9500" y="737"/>
                    <a:pt x="9477" y="737"/>
                    <a:pt x="9453" y="737"/>
                  </a:cubicBezTo>
                  <a:cubicBezTo>
                    <a:pt x="9453" y="714"/>
                    <a:pt x="9453" y="691"/>
                    <a:pt x="9453" y="667"/>
                  </a:cubicBezTo>
                  <a:cubicBezTo>
                    <a:pt x="9430" y="667"/>
                    <a:pt x="9407" y="667"/>
                    <a:pt x="9383" y="667"/>
                  </a:cubicBezTo>
                  <a:cubicBezTo>
                    <a:pt x="9383" y="644"/>
                    <a:pt x="9383" y="621"/>
                    <a:pt x="9383" y="597"/>
                  </a:cubicBezTo>
                  <a:cubicBezTo>
                    <a:pt x="9337" y="597"/>
                    <a:pt x="9290" y="597"/>
                    <a:pt x="9243" y="597"/>
                  </a:cubicBezTo>
                  <a:cubicBezTo>
                    <a:pt x="9243" y="574"/>
                    <a:pt x="9243" y="551"/>
                    <a:pt x="9243" y="527"/>
                  </a:cubicBezTo>
                  <a:cubicBezTo>
                    <a:pt x="9197" y="527"/>
                    <a:pt x="9150" y="527"/>
                    <a:pt x="9103" y="527"/>
                  </a:cubicBezTo>
                  <a:cubicBezTo>
                    <a:pt x="9103" y="504"/>
                    <a:pt x="9103" y="480"/>
                    <a:pt x="9103" y="457"/>
                  </a:cubicBezTo>
                  <a:cubicBezTo>
                    <a:pt x="9010" y="457"/>
                    <a:pt x="8918" y="457"/>
                    <a:pt x="8823" y="457"/>
                  </a:cubicBezTo>
                  <a:cubicBezTo>
                    <a:pt x="8823" y="434"/>
                    <a:pt x="8823" y="410"/>
                    <a:pt x="8823" y="387"/>
                  </a:cubicBezTo>
                  <a:cubicBezTo>
                    <a:pt x="8753" y="387"/>
                    <a:pt x="8684" y="387"/>
                    <a:pt x="8613" y="387"/>
                  </a:cubicBezTo>
                  <a:close/>
                  <a:moveTo>
                    <a:pt x="1540" y="4028"/>
                  </a:moveTo>
                  <a:cubicBezTo>
                    <a:pt x="1540" y="4051"/>
                    <a:pt x="1540" y="4074"/>
                    <a:pt x="1540" y="4098"/>
                  </a:cubicBezTo>
                  <a:cubicBezTo>
                    <a:pt x="1471" y="4098"/>
                    <a:pt x="1402" y="4098"/>
                    <a:pt x="1330" y="4098"/>
                  </a:cubicBezTo>
                  <a:cubicBezTo>
                    <a:pt x="1330" y="4121"/>
                    <a:pt x="1330" y="4144"/>
                    <a:pt x="1330" y="4168"/>
                  </a:cubicBezTo>
                  <a:cubicBezTo>
                    <a:pt x="1284" y="4168"/>
                    <a:pt x="1238" y="4168"/>
                    <a:pt x="1190" y="4168"/>
                  </a:cubicBezTo>
                  <a:cubicBezTo>
                    <a:pt x="1190" y="4191"/>
                    <a:pt x="1190" y="4214"/>
                    <a:pt x="1190" y="4238"/>
                  </a:cubicBezTo>
                  <a:cubicBezTo>
                    <a:pt x="1144" y="4238"/>
                    <a:pt x="1098" y="4238"/>
                    <a:pt x="1050" y="4238"/>
                  </a:cubicBezTo>
                  <a:cubicBezTo>
                    <a:pt x="1050" y="4261"/>
                    <a:pt x="1050" y="4284"/>
                    <a:pt x="1050" y="4308"/>
                  </a:cubicBezTo>
                  <a:cubicBezTo>
                    <a:pt x="1027" y="4308"/>
                    <a:pt x="1004" y="4308"/>
                    <a:pt x="980" y="4308"/>
                  </a:cubicBezTo>
                  <a:cubicBezTo>
                    <a:pt x="980" y="4331"/>
                    <a:pt x="980" y="4354"/>
                    <a:pt x="980" y="4378"/>
                  </a:cubicBezTo>
                  <a:cubicBezTo>
                    <a:pt x="957" y="4378"/>
                    <a:pt x="934" y="4378"/>
                    <a:pt x="910" y="4378"/>
                  </a:cubicBezTo>
                  <a:cubicBezTo>
                    <a:pt x="910" y="4401"/>
                    <a:pt x="910" y="4424"/>
                    <a:pt x="910" y="4448"/>
                  </a:cubicBezTo>
                  <a:cubicBezTo>
                    <a:pt x="887" y="4448"/>
                    <a:pt x="864" y="4448"/>
                    <a:pt x="840" y="4448"/>
                  </a:cubicBezTo>
                  <a:cubicBezTo>
                    <a:pt x="840" y="4471"/>
                    <a:pt x="840" y="4494"/>
                    <a:pt x="840" y="4518"/>
                  </a:cubicBezTo>
                  <a:cubicBezTo>
                    <a:pt x="817" y="4518"/>
                    <a:pt x="794" y="4518"/>
                    <a:pt x="770" y="4518"/>
                  </a:cubicBezTo>
                  <a:cubicBezTo>
                    <a:pt x="770" y="4541"/>
                    <a:pt x="770" y="4564"/>
                    <a:pt x="770" y="4588"/>
                  </a:cubicBezTo>
                  <a:cubicBezTo>
                    <a:pt x="747" y="4588"/>
                    <a:pt x="724" y="4588"/>
                    <a:pt x="700" y="4588"/>
                  </a:cubicBezTo>
                  <a:cubicBezTo>
                    <a:pt x="700" y="4611"/>
                    <a:pt x="700" y="4634"/>
                    <a:pt x="700" y="4658"/>
                  </a:cubicBezTo>
                  <a:cubicBezTo>
                    <a:pt x="677" y="4658"/>
                    <a:pt x="654" y="4658"/>
                    <a:pt x="630" y="4658"/>
                  </a:cubicBezTo>
                  <a:cubicBezTo>
                    <a:pt x="630" y="4704"/>
                    <a:pt x="630" y="4750"/>
                    <a:pt x="630" y="4798"/>
                  </a:cubicBezTo>
                  <a:cubicBezTo>
                    <a:pt x="607" y="4798"/>
                    <a:pt x="584" y="4798"/>
                    <a:pt x="560" y="4798"/>
                  </a:cubicBezTo>
                  <a:cubicBezTo>
                    <a:pt x="560" y="4844"/>
                    <a:pt x="560" y="4890"/>
                    <a:pt x="560" y="4938"/>
                  </a:cubicBezTo>
                  <a:cubicBezTo>
                    <a:pt x="537" y="4938"/>
                    <a:pt x="514" y="4938"/>
                    <a:pt x="490" y="4938"/>
                  </a:cubicBezTo>
                  <a:cubicBezTo>
                    <a:pt x="490" y="5007"/>
                    <a:pt x="490" y="5077"/>
                    <a:pt x="490" y="5148"/>
                  </a:cubicBezTo>
                  <a:cubicBezTo>
                    <a:pt x="467" y="5148"/>
                    <a:pt x="444" y="5148"/>
                    <a:pt x="420" y="5148"/>
                  </a:cubicBezTo>
                  <a:cubicBezTo>
                    <a:pt x="420" y="5356"/>
                    <a:pt x="420" y="5564"/>
                    <a:pt x="420" y="5778"/>
                  </a:cubicBezTo>
                  <a:cubicBezTo>
                    <a:pt x="443" y="5778"/>
                    <a:pt x="466" y="5778"/>
                    <a:pt x="490" y="5778"/>
                  </a:cubicBezTo>
                  <a:cubicBezTo>
                    <a:pt x="490" y="5848"/>
                    <a:pt x="490" y="5917"/>
                    <a:pt x="490" y="5988"/>
                  </a:cubicBezTo>
                  <a:cubicBezTo>
                    <a:pt x="513" y="5988"/>
                    <a:pt x="536" y="5988"/>
                    <a:pt x="560" y="5988"/>
                  </a:cubicBezTo>
                  <a:cubicBezTo>
                    <a:pt x="560" y="6058"/>
                    <a:pt x="560" y="6127"/>
                    <a:pt x="560" y="6198"/>
                  </a:cubicBezTo>
                  <a:cubicBezTo>
                    <a:pt x="583" y="6198"/>
                    <a:pt x="606" y="6198"/>
                    <a:pt x="630" y="6198"/>
                  </a:cubicBezTo>
                  <a:cubicBezTo>
                    <a:pt x="630" y="6221"/>
                    <a:pt x="630" y="6245"/>
                    <a:pt x="630" y="6268"/>
                  </a:cubicBezTo>
                  <a:cubicBezTo>
                    <a:pt x="653" y="6268"/>
                    <a:pt x="676" y="6268"/>
                    <a:pt x="700" y="6268"/>
                  </a:cubicBezTo>
                  <a:cubicBezTo>
                    <a:pt x="700" y="6292"/>
                    <a:pt x="700" y="6315"/>
                    <a:pt x="700" y="6338"/>
                  </a:cubicBezTo>
                  <a:cubicBezTo>
                    <a:pt x="723" y="6338"/>
                    <a:pt x="746" y="6338"/>
                    <a:pt x="770" y="6338"/>
                  </a:cubicBezTo>
                  <a:cubicBezTo>
                    <a:pt x="770" y="6385"/>
                    <a:pt x="770" y="6431"/>
                    <a:pt x="770" y="6478"/>
                  </a:cubicBezTo>
                  <a:cubicBezTo>
                    <a:pt x="793" y="6478"/>
                    <a:pt x="816" y="6478"/>
                    <a:pt x="840" y="6478"/>
                  </a:cubicBezTo>
                  <a:cubicBezTo>
                    <a:pt x="840" y="6502"/>
                    <a:pt x="840" y="6525"/>
                    <a:pt x="840" y="6548"/>
                  </a:cubicBezTo>
                  <a:cubicBezTo>
                    <a:pt x="863" y="6548"/>
                    <a:pt x="886" y="6548"/>
                    <a:pt x="910" y="6548"/>
                  </a:cubicBezTo>
                  <a:cubicBezTo>
                    <a:pt x="910" y="6572"/>
                    <a:pt x="910" y="6595"/>
                    <a:pt x="910" y="6619"/>
                  </a:cubicBezTo>
                  <a:cubicBezTo>
                    <a:pt x="956" y="6619"/>
                    <a:pt x="1003" y="6619"/>
                    <a:pt x="1050" y="6619"/>
                  </a:cubicBezTo>
                  <a:cubicBezTo>
                    <a:pt x="1050" y="6642"/>
                    <a:pt x="1050" y="6665"/>
                    <a:pt x="1050" y="6689"/>
                  </a:cubicBezTo>
                  <a:cubicBezTo>
                    <a:pt x="1073" y="6689"/>
                    <a:pt x="1097" y="6689"/>
                    <a:pt x="1120" y="6689"/>
                  </a:cubicBezTo>
                  <a:cubicBezTo>
                    <a:pt x="1120" y="6712"/>
                    <a:pt x="1120" y="6735"/>
                    <a:pt x="1120" y="6759"/>
                  </a:cubicBezTo>
                  <a:cubicBezTo>
                    <a:pt x="1167" y="6759"/>
                    <a:pt x="1213" y="6759"/>
                    <a:pt x="1260" y="6759"/>
                  </a:cubicBezTo>
                  <a:cubicBezTo>
                    <a:pt x="1260" y="6782"/>
                    <a:pt x="1260" y="6805"/>
                    <a:pt x="1260" y="6829"/>
                  </a:cubicBezTo>
                  <a:cubicBezTo>
                    <a:pt x="1330" y="6829"/>
                    <a:pt x="1399" y="6829"/>
                    <a:pt x="1470" y="6829"/>
                  </a:cubicBezTo>
                  <a:cubicBezTo>
                    <a:pt x="1470" y="6852"/>
                    <a:pt x="1470" y="6875"/>
                    <a:pt x="1470" y="6899"/>
                  </a:cubicBezTo>
                  <a:cubicBezTo>
                    <a:pt x="1748" y="6899"/>
                    <a:pt x="2025" y="6899"/>
                    <a:pt x="2311" y="6899"/>
                  </a:cubicBezTo>
                  <a:cubicBezTo>
                    <a:pt x="2311" y="6875"/>
                    <a:pt x="2311" y="6852"/>
                    <a:pt x="2311" y="6829"/>
                  </a:cubicBezTo>
                  <a:cubicBezTo>
                    <a:pt x="2380" y="6829"/>
                    <a:pt x="2449" y="6829"/>
                    <a:pt x="2521" y="6829"/>
                  </a:cubicBezTo>
                  <a:cubicBezTo>
                    <a:pt x="2521" y="6805"/>
                    <a:pt x="2521" y="6782"/>
                    <a:pt x="2521" y="6759"/>
                  </a:cubicBezTo>
                  <a:cubicBezTo>
                    <a:pt x="2544" y="6759"/>
                    <a:pt x="2567" y="6759"/>
                    <a:pt x="2591" y="6759"/>
                  </a:cubicBezTo>
                  <a:cubicBezTo>
                    <a:pt x="2591" y="6735"/>
                    <a:pt x="2591" y="6712"/>
                    <a:pt x="2591" y="6689"/>
                  </a:cubicBezTo>
                  <a:cubicBezTo>
                    <a:pt x="2637" y="6689"/>
                    <a:pt x="2683" y="6689"/>
                    <a:pt x="2731" y="6689"/>
                  </a:cubicBezTo>
                  <a:cubicBezTo>
                    <a:pt x="2731" y="6665"/>
                    <a:pt x="2731" y="6642"/>
                    <a:pt x="2731" y="6619"/>
                  </a:cubicBezTo>
                  <a:cubicBezTo>
                    <a:pt x="2754" y="6619"/>
                    <a:pt x="2777" y="6619"/>
                    <a:pt x="2801" y="6619"/>
                  </a:cubicBezTo>
                  <a:cubicBezTo>
                    <a:pt x="2801" y="6595"/>
                    <a:pt x="2801" y="6572"/>
                    <a:pt x="2801" y="6548"/>
                  </a:cubicBezTo>
                  <a:cubicBezTo>
                    <a:pt x="2824" y="6548"/>
                    <a:pt x="2847" y="6548"/>
                    <a:pt x="2871" y="6548"/>
                  </a:cubicBezTo>
                  <a:cubicBezTo>
                    <a:pt x="2871" y="6525"/>
                    <a:pt x="2871" y="6502"/>
                    <a:pt x="2871" y="6478"/>
                  </a:cubicBezTo>
                  <a:cubicBezTo>
                    <a:pt x="2894" y="6478"/>
                    <a:pt x="2917" y="6478"/>
                    <a:pt x="2941" y="6478"/>
                  </a:cubicBezTo>
                  <a:cubicBezTo>
                    <a:pt x="2941" y="6455"/>
                    <a:pt x="2941" y="6432"/>
                    <a:pt x="2941" y="6408"/>
                  </a:cubicBezTo>
                  <a:cubicBezTo>
                    <a:pt x="2964" y="6408"/>
                    <a:pt x="2987" y="6408"/>
                    <a:pt x="3011" y="6408"/>
                  </a:cubicBezTo>
                  <a:cubicBezTo>
                    <a:pt x="3011" y="6385"/>
                    <a:pt x="3011" y="6362"/>
                    <a:pt x="3011" y="6338"/>
                  </a:cubicBezTo>
                  <a:cubicBezTo>
                    <a:pt x="3034" y="6338"/>
                    <a:pt x="3057" y="6338"/>
                    <a:pt x="3081" y="6338"/>
                  </a:cubicBezTo>
                  <a:cubicBezTo>
                    <a:pt x="3081" y="6315"/>
                    <a:pt x="3081" y="6292"/>
                    <a:pt x="3081" y="6268"/>
                  </a:cubicBezTo>
                  <a:cubicBezTo>
                    <a:pt x="3104" y="6268"/>
                    <a:pt x="3127" y="6268"/>
                    <a:pt x="3151" y="6268"/>
                  </a:cubicBezTo>
                  <a:cubicBezTo>
                    <a:pt x="3151" y="6222"/>
                    <a:pt x="3151" y="6176"/>
                    <a:pt x="3151" y="6128"/>
                  </a:cubicBezTo>
                  <a:cubicBezTo>
                    <a:pt x="3174" y="6128"/>
                    <a:pt x="3197" y="6128"/>
                    <a:pt x="3221" y="6128"/>
                  </a:cubicBezTo>
                  <a:cubicBezTo>
                    <a:pt x="3221" y="6082"/>
                    <a:pt x="3221" y="6036"/>
                    <a:pt x="3221" y="5988"/>
                  </a:cubicBezTo>
                  <a:cubicBezTo>
                    <a:pt x="3244" y="5988"/>
                    <a:pt x="3267" y="5988"/>
                    <a:pt x="3291" y="5988"/>
                  </a:cubicBezTo>
                  <a:cubicBezTo>
                    <a:pt x="3291" y="5896"/>
                    <a:pt x="3291" y="5803"/>
                    <a:pt x="3291" y="5708"/>
                  </a:cubicBezTo>
                  <a:cubicBezTo>
                    <a:pt x="3314" y="5708"/>
                    <a:pt x="3337" y="5708"/>
                    <a:pt x="3361" y="5708"/>
                  </a:cubicBezTo>
                  <a:cubicBezTo>
                    <a:pt x="3361" y="5546"/>
                    <a:pt x="3361" y="5385"/>
                    <a:pt x="3361" y="5218"/>
                  </a:cubicBezTo>
                  <a:cubicBezTo>
                    <a:pt x="3338" y="5218"/>
                    <a:pt x="3315" y="5218"/>
                    <a:pt x="3291" y="5218"/>
                  </a:cubicBezTo>
                  <a:cubicBezTo>
                    <a:pt x="3291" y="5149"/>
                    <a:pt x="3291" y="5079"/>
                    <a:pt x="3291" y="5008"/>
                  </a:cubicBezTo>
                  <a:cubicBezTo>
                    <a:pt x="3268" y="5008"/>
                    <a:pt x="3245" y="5008"/>
                    <a:pt x="3221" y="5008"/>
                  </a:cubicBezTo>
                  <a:cubicBezTo>
                    <a:pt x="3221" y="4939"/>
                    <a:pt x="3221" y="4869"/>
                    <a:pt x="3221" y="4798"/>
                  </a:cubicBezTo>
                  <a:cubicBezTo>
                    <a:pt x="3198" y="4798"/>
                    <a:pt x="3175" y="4798"/>
                    <a:pt x="3151" y="4798"/>
                  </a:cubicBezTo>
                  <a:cubicBezTo>
                    <a:pt x="3151" y="4775"/>
                    <a:pt x="3151" y="4752"/>
                    <a:pt x="3151" y="4728"/>
                  </a:cubicBezTo>
                  <a:cubicBezTo>
                    <a:pt x="3128" y="4728"/>
                    <a:pt x="3105" y="4728"/>
                    <a:pt x="3081" y="4728"/>
                  </a:cubicBezTo>
                  <a:cubicBezTo>
                    <a:pt x="3081" y="4682"/>
                    <a:pt x="3081" y="4636"/>
                    <a:pt x="3081" y="4588"/>
                  </a:cubicBezTo>
                  <a:cubicBezTo>
                    <a:pt x="3058" y="4588"/>
                    <a:pt x="3035" y="4588"/>
                    <a:pt x="3011" y="4588"/>
                  </a:cubicBezTo>
                  <a:cubicBezTo>
                    <a:pt x="3011" y="4565"/>
                    <a:pt x="3011" y="4542"/>
                    <a:pt x="3011" y="4518"/>
                  </a:cubicBezTo>
                  <a:cubicBezTo>
                    <a:pt x="2988" y="4518"/>
                    <a:pt x="2965" y="4518"/>
                    <a:pt x="2941" y="4518"/>
                  </a:cubicBezTo>
                  <a:cubicBezTo>
                    <a:pt x="2941" y="4495"/>
                    <a:pt x="2941" y="4472"/>
                    <a:pt x="2941" y="4448"/>
                  </a:cubicBezTo>
                  <a:cubicBezTo>
                    <a:pt x="2918" y="4448"/>
                    <a:pt x="2895" y="4448"/>
                    <a:pt x="2871" y="4448"/>
                  </a:cubicBezTo>
                  <a:cubicBezTo>
                    <a:pt x="2871" y="4425"/>
                    <a:pt x="2871" y="4402"/>
                    <a:pt x="2871" y="4378"/>
                  </a:cubicBezTo>
                  <a:cubicBezTo>
                    <a:pt x="2848" y="4378"/>
                    <a:pt x="2825" y="4378"/>
                    <a:pt x="2801" y="4378"/>
                  </a:cubicBezTo>
                  <a:cubicBezTo>
                    <a:pt x="2801" y="4355"/>
                    <a:pt x="2801" y="4332"/>
                    <a:pt x="2801" y="4308"/>
                  </a:cubicBezTo>
                  <a:cubicBezTo>
                    <a:pt x="2778" y="4308"/>
                    <a:pt x="2755" y="4308"/>
                    <a:pt x="2731" y="4308"/>
                  </a:cubicBezTo>
                  <a:cubicBezTo>
                    <a:pt x="2731" y="4285"/>
                    <a:pt x="2731" y="4262"/>
                    <a:pt x="2731" y="4238"/>
                  </a:cubicBezTo>
                  <a:cubicBezTo>
                    <a:pt x="2685" y="4238"/>
                    <a:pt x="2638" y="4238"/>
                    <a:pt x="2591" y="4238"/>
                  </a:cubicBezTo>
                  <a:cubicBezTo>
                    <a:pt x="2591" y="4215"/>
                    <a:pt x="2591" y="4192"/>
                    <a:pt x="2591" y="4168"/>
                  </a:cubicBezTo>
                  <a:cubicBezTo>
                    <a:pt x="2545" y="4168"/>
                    <a:pt x="2498" y="4168"/>
                    <a:pt x="2451" y="4168"/>
                  </a:cubicBezTo>
                  <a:cubicBezTo>
                    <a:pt x="2451" y="4145"/>
                    <a:pt x="2451" y="4122"/>
                    <a:pt x="2451" y="4098"/>
                  </a:cubicBezTo>
                  <a:cubicBezTo>
                    <a:pt x="2381" y="4098"/>
                    <a:pt x="2312" y="4098"/>
                    <a:pt x="2241" y="4098"/>
                  </a:cubicBezTo>
                  <a:cubicBezTo>
                    <a:pt x="2241" y="4075"/>
                    <a:pt x="2241" y="4052"/>
                    <a:pt x="2241" y="4028"/>
                  </a:cubicBezTo>
                  <a:cubicBezTo>
                    <a:pt x="2010" y="4028"/>
                    <a:pt x="1779" y="4028"/>
                    <a:pt x="1540" y="4028"/>
                  </a:cubicBezTo>
                  <a:close/>
                </a:path>
              </a:pathLst>
            </a:custGeom>
            <a:solidFill>
              <a:srgbClr val="251047"/>
            </a:solidFill>
            <a:ln w="445" cap="flat">
              <a:noFill/>
            </a:ln>
          </p:spPr>
        </p:sp>
        <p:sp>
          <p:nvSpPr>
            <p:cNvPr id="1770" name="ICON_HARNESS_GRAPH_path_003"/>
            <p:cNvSpPr/>
            <p:nvPr/>
          </p:nvSpPr>
          <p:spPr>
            <a:xfrm>
              <a:off x="6615330" y="6501253"/>
              <a:ext cx="46242" cy="47415"/>
            </a:xfrm>
            <a:custGeom>
              <a:avLst/>
              <a:gdLst/>
              <a:ahLst/>
              <a:cxnLst/>
              <a:rect l="0" t="0" r="r" b="b"/>
              <a:pathLst>
                <a:path w="3641" h="3733" fill="norm" stroke="0">
                  <a:moveTo>
                    <a:pt x="2521" y="22"/>
                  </a:moveTo>
                  <a:cubicBezTo>
                    <a:pt x="2521" y="45"/>
                    <a:pt x="2521" y="69"/>
                    <a:pt x="2521" y="92"/>
                  </a:cubicBezTo>
                  <a:cubicBezTo>
                    <a:pt x="2567" y="92"/>
                    <a:pt x="2613" y="92"/>
                    <a:pt x="2661" y="92"/>
                  </a:cubicBezTo>
                  <a:cubicBezTo>
                    <a:pt x="2661" y="185"/>
                    <a:pt x="2661" y="277"/>
                    <a:pt x="2661" y="372"/>
                  </a:cubicBezTo>
                  <a:cubicBezTo>
                    <a:pt x="2638" y="372"/>
                    <a:pt x="2615" y="372"/>
                    <a:pt x="2591" y="372"/>
                  </a:cubicBezTo>
                  <a:cubicBezTo>
                    <a:pt x="2591" y="419"/>
                    <a:pt x="2591" y="465"/>
                    <a:pt x="2591" y="512"/>
                  </a:cubicBezTo>
                  <a:cubicBezTo>
                    <a:pt x="2637" y="512"/>
                    <a:pt x="2683" y="512"/>
                    <a:pt x="2731" y="512"/>
                  </a:cubicBezTo>
                  <a:cubicBezTo>
                    <a:pt x="2731" y="536"/>
                    <a:pt x="2731" y="559"/>
                    <a:pt x="2731" y="583"/>
                  </a:cubicBezTo>
                  <a:cubicBezTo>
                    <a:pt x="2754" y="583"/>
                    <a:pt x="2777" y="583"/>
                    <a:pt x="2801" y="583"/>
                  </a:cubicBezTo>
                  <a:cubicBezTo>
                    <a:pt x="2801" y="606"/>
                    <a:pt x="2801" y="629"/>
                    <a:pt x="2801" y="653"/>
                  </a:cubicBezTo>
                  <a:cubicBezTo>
                    <a:pt x="2847" y="653"/>
                    <a:pt x="2893" y="653"/>
                    <a:pt x="2941" y="653"/>
                  </a:cubicBezTo>
                  <a:cubicBezTo>
                    <a:pt x="2941" y="676"/>
                    <a:pt x="2941" y="699"/>
                    <a:pt x="2941" y="723"/>
                  </a:cubicBezTo>
                  <a:cubicBezTo>
                    <a:pt x="2964" y="723"/>
                    <a:pt x="2987" y="723"/>
                    <a:pt x="3011" y="723"/>
                  </a:cubicBezTo>
                  <a:cubicBezTo>
                    <a:pt x="3011" y="746"/>
                    <a:pt x="3011" y="769"/>
                    <a:pt x="3011" y="793"/>
                  </a:cubicBezTo>
                  <a:cubicBezTo>
                    <a:pt x="3034" y="793"/>
                    <a:pt x="3057" y="793"/>
                    <a:pt x="3081" y="793"/>
                  </a:cubicBezTo>
                  <a:cubicBezTo>
                    <a:pt x="3081" y="816"/>
                    <a:pt x="3081" y="839"/>
                    <a:pt x="3081" y="863"/>
                  </a:cubicBezTo>
                  <a:cubicBezTo>
                    <a:pt x="3104" y="863"/>
                    <a:pt x="3127" y="863"/>
                    <a:pt x="3151" y="863"/>
                  </a:cubicBezTo>
                  <a:cubicBezTo>
                    <a:pt x="3151" y="886"/>
                    <a:pt x="3151" y="909"/>
                    <a:pt x="3151" y="933"/>
                  </a:cubicBezTo>
                  <a:cubicBezTo>
                    <a:pt x="3174" y="933"/>
                    <a:pt x="3197" y="933"/>
                    <a:pt x="3221" y="933"/>
                  </a:cubicBezTo>
                  <a:cubicBezTo>
                    <a:pt x="3221" y="956"/>
                    <a:pt x="3221" y="979"/>
                    <a:pt x="3221" y="1003"/>
                  </a:cubicBezTo>
                  <a:cubicBezTo>
                    <a:pt x="3244" y="1003"/>
                    <a:pt x="3267" y="1003"/>
                    <a:pt x="3291" y="1003"/>
                  </a:cubicBezTo>
                  <a:cubicBezTo>
                    <a:pt x="3291" y="1026"/>
                    <a:pt x="3291" y="1049"/>
                    <a:pt x="3291" y="1073"/>
                  </a:cubicBezTo>
                  <a:cubicBezTo>
                    <a:pt x="3314" y="1073"/>
                    <a:pt x="3337" y="1073"/>
                    <a:pt x="3361" y="1073"/>
                  </a:cubicBezTo>
                  <a:cubicBezTo>
                    <a:pt x="3361" y="1096"/>
                    <a:pt x="3361" y="1119"/>
                    <a:pt x="3361" y="1143"/>
                  </a:cubicBezTo>
                  <a:cubicBezTo>
                    <a:pt x="3384" y="1143"/>
                    <a:pt x="3407" y="1143"/>
                    <a:pt x="3431" y="1143"/>
                  </a:cubicBezTo>
                  <a:cubicBezTo>
                    <a:pt x="3431" y="1189"/>
                    <a:pt x="3431" y="1235"/>
                    <a:pt x="3431" y="1283"/>
                  </a:cubicBezTo>
                  <a:cubicBezTo>
                    <a:pt x="3454" y="1283"/>
                    <a:pt x="3477" y="1283"/>
                    <a:pt x="3501" y="1283"/>
                  </a:cubicBezTo>
                  <a:cubicBezTo>
                    <a:pt x="3501" y="1352"/>
                    <a:pt x="3501" y="1421"/>
                    <a:pt x="3501" y="1493"/>
                  </a:cubicBezTo>
                  <a:cubicBezTo>
                    <a:pt x="3524" y="1493"/>
                    <a:pt x="3547" y="1493"/>
                    <a:pt x="3571" y="1493"/>
                  </a:cubicBezTo>
                  <a:cubicBezTo>
                    <a:pt x="3571" y="1585"/>
                    <a:pt x="3571" y="1678"/>
                    <a:pt x="3571" y="1773"/>
                  </a:cubicBezTo>
                  <a:cubicBezTo>
                    <a:pt x="3594" y="1773"/>
                    <a:pt x="3617" y="1773"/>
                    <a:pt x="3641" y="1773"/>
                  </a:cubicBezTo>
                  <a:cubicBezTo>
                    <a:pt x="3641" y="1935"/>
                    <a:pt x="3641" y="2096"/>
                    <a:pt x="3641" y="2263"/>
                  </a:cubicBezTo>
                  <a:cubicBezTo>
                    <a:pt x="3618" y="2263"/>
                    <a:pt x="3595" y="2263"/>
                    <a:pt x="3571" y="2263"/>
                  </a:cubicBezTo>
                  <a:cubicBezTo>
                    <a:pt x="3571" y="2355"/>
                    <a:pt x="3571" y="2448"/>
                    <a:pt x="3571" y="2543"/>
                  </a:cubicBezTo>
                  <a:cubicBezTo>
                    <a:pt x="3548" y="2543"/>
                    <a:pt x="3525" y="2543"/>
                    <a:pt x="3501" y="2543"/>
                  </a:cubicBezTo>
                  <a:cubicBezTo>
                    <a:pt x="3501" y="2612"/>
                    <a:pt x="3501" y="2682"/>
                    <a:pt x="3501" y="2753"/>
                  </a:cubicBezTo>
                  <a:cubicBezTo>
                    <a:pt x="3478" y="2753"/>
                    <a:pt x="3455" y="2753"/>
                    <a:pt x="3431" y="2753"/>
                  </a:cubicBezTo>
                  <a:cubicBezTo>
                    <a:pt x="3431" y="2799"/>
                    <a:pt x="3431" y="2846"/>
                    <a:pt x="3431" y="2893"/>
                  </a:cubicBezTo>
                  <a:cubicBezTo>
                    <a:pt x="3408" y="2893"/>
                    <a:pt x="3385" y="2893"/>
                    <a:pt x="3361" y="2893"/>
                  </a:cubicBezTo>
                  <a:cubicBezTo>
                    <a:pt x="3361" y="2939"/>
                    <a:pt x="3361" y="2986"/>
                    <a:pt x="3361" y="3033"/>
                  </a:cubicBezTo>
                  <a:cubicBezTo>
                    <a:pt x="3407" y="3033"/>
                    <a:pt x="3453" y="3033"/>
                    <a:pt x="3501" y="3033"/>
                  </a:cubicBezTo>
                  <a:cubicBezTo>
                    <a:pt x="3501" y="3079"/>
                    <a:pt x="3501" y="3126"/>
                    <a:pt x="3501" y="3173"/>
                  </a:cubicBezTo>
                  <a:cubicBezTo>
                    <a:pt x="3478" y="3173"/>
                    <a:pt x="3455" y="3173"/>
                    <a:pt x="3431" y="3173"/>
                  </a:cubicBezTo>
                  <a:cubicBezTo>
                    <a:pt x="3431" y="3266"/>
                    <a:pt x="3431" y="3358"/>
                    <a:pt x="3431" y="3453"/>
                  </a:cubicBezTo>
                  <a:cubicBezTo>
                    <a:pt x="3408" y="3453"/>
                    <a:pt x="3385" y="3453"/>
                    <a:pt x="3361" y="3453"/>
                  </a:cubicBezTo>
                  <a:cubicBezTo>
                    <a:pt x="3361" y="3476"/>
                    <a:pt x="3361" y="3500"/>
                    <a:pt x="3361" y="3523"/>
                  </a:cubicBezTo>
                  <a:cubicBezTo>
                    <a:pt x="3269" y="3523"/>
                    <a:pt x="3176" y="3523"/>
                    <a:pt x="3081" y="3523"/>
                  </a:cubicBezTo>
                  <a:cubicBezTo>
                    <a:pt x="3081" y="3477"/>
                    <a:pt x="3081" y="3431"/>
                    <a:pt x="3081" y="3383"/>
                  </a:cubicBezTo>
                  <a:cubicBezTo>
                    <a:pt x="3012" y="3383"/>
                    <a:pt x="2942" y="3383"/>
                    <a:pt x="2871" y="3383"/>
                  </a:cubicBezTo>
                  <a:cubicBezTo>
                    <a:pt x="2871" y="3406"/>
                    <a:pt x="2871" y="3430"/>
                    <a:pt x="2871" y="3453"/>
                  </a:cubicBezTo>
                  <a:cubicBezTo>
                    <a:pt x="2848" y="3453"/>
                    <a:pt x="2825" y="3453"/>
                    <a:pt x="2801" y="3453"/>
                  </a:cubicBezTo>
                  <a:cubicBezTo>
                    <a:pt x="2801" y="3476"/>
                    <a:pt x="2801" y="3500"/>
                    <a:pt x="2801" y="3523"/>
                  </a:cubicBezTo>
                  <a:cubicBezTo>
                    <a:pt x="2755" y="3523"/>
                    <a:pt x="2708" y="3523"/>
                    <a:pt x="2661" y="3523"/>
                  </a:cubicBezTo>
                  <a:cubicBezTo>
                    <a:pt x="2661" y="3546"/>
                    <a:pt x="2661" y="3570"/>
                    <a:pt x="2661" y="3593"/>
                  </a:cubicBezTo>
                  <a:cubicBezTo>
                    <a:pt x="2591" y="3593"/>
                    <a:pt x="2522" y="3593"/>
                    <a:pt x="2451" y="3593"/>
                  </a:cubicBezTo>
                  <a:cubicBezTo>
                    <a:pt x="2451" y="3617"/>
                    <a:pt x="2451" y="3640"/>
                    <a:pt x="2451" y="3663"/>
                  </a:cubicBezTo>
                  <a:cubicBezTo>
                    <a:pt x="2358" y="3663"/>
                    <a:pt x="2266" y="3663"/>
                    <a:pt x="2171" y="3663"/>
                  </a:cubicBezTo>
                  <a:cubicBezTo>
                    <a:pt x="2171" y="3687"/>
                    <a:pt x="2171" y="3710"/>
                    <a:pt x="2171" y="3733"/>
                  </a:cubicBezTo>
                  <a:cubicBezTo>
                    <a:pt x="2009" y="3733"/>
                    <a:pt x="1847" y="3733"/>
                    <a:pt x="1680" y="3733"/>
                  </a:cubicBezTo>
                  <a:cubicBezTo>
                    <a:pt x="1680" y="3710"/>
                    <a:pt x="1680" y="3687"/>
                    <a:pt x="1680" y="3663"/>
                  </a:cubicBezTo>
                  <a:cubicBezTo>
                    <a:pt x="1588" y="3663"/>
                    <a:pt x="1496" y="3663"/>
                    <a:pt x="1400" y="3663"/>
                  </a:cubicBezTo>
                  <a:cubicBezTo>
                    <a:pt x="1400" y="3640"/>
                    <a:pt x="1400" y="3617"/>
                    <a:pt x="1400" y="3593"/>
                  </a:cubicBezTo>
                  <a:cubicBezTo>
                    <a:pt x="1354" y="3593"/>
                    <a:pt x="1308" y="3593"/>
                    <a:pt x="1260" y="3593"/>
                  </a:cubicBezTo>
                  <a:cubicBezTo>
                    <a:pt x="1260" y="3570"/>
                    <a:pt x="1260" y="3547"/>
                    <a:pt x="1260" y="3523"/>
                  </a:cubicBezTo>
                  <a:cubicBezTo>
                    <a:pt x="1214" y="3523"/>
                    <a:pt x="1168" y="3523"/>
                    <a:pt x="1120" y="3523"/>
                  </a:cubicBezTo>
                  <a:cubicBezTo>
                    <a:pt x="1120" y="3500"/>
                    <a:pt x="1120" y="3477"/>
                    <a:pt x="1120" y="3453"/>
                  </a:cubicBezTo>
                  <a:cubicBezTo>
                    <a:pt x="1074" y="3453"/>
                    <a:pt x="1028" y="3453"/>
                    <a:pt x="980" y="3453"/>
                  </a:cubicBezTo>
                  <a:cubicBezTo>
                    <a:pt x="980" y="3430"/>
                    <a:pt x="980" y="3407"/>
                    <a:pt x="980" y="3383"/>
                  </a:cubicBezTo>
                  <a:cubicBezTo>
                    <a:pt x="957" y="3383"/>
                    <a:pt x="934" y="3383"/>
                    <a:pt x="910" y="3383"/>
                  </a:cubicBezTo>
                  <a:cubicBezTo>
                    <a:pt x="910" y="3360"/>
                    <a:pt x="910" y="3337"/>
                    <a:pt x="910" y="3313"/>
                  </a:cubicBezTo>
                  <a:cubicBezTo>
                    <a:pt x="887" y="3313"/>
                    <a:pt x="864" y="3313"/>
                    <a:pt x="840" y="3313"/>
                  </a:cubicBezTo>
                  <a:cubicBezTo>
                    <a:pt x="840" y="3290"/>
                    <a:pt x="840" y="3267"/>
                    <a:pt x="840" y="3243"/>
                  </a:cubicBezTo>
                  <a:cubicBezTo>
                    <a:pt x="817" y="3243"/>
                    <a:pt x="794" y="3243"/>
                    <a:pt x="770" y="3243"/>
                  </a:cubicBezTo>
                  <a:cubicBezTo>
                    <a:pt x="770" y="3220"/>
                    <a:pt x="770" y="3197"/>
                    <a:pt x="770" y="3173"/>
                  </a:cubicBezTo>
                  <a:cubicBezTo>
                    <a:pt x="747" y="3173"/>
                    <a:pt x="724" y="3173"/>
                    <a:pt x="700" y="3173"/>
                  </a:cubicBezTo>
                  <a:cubicBezTo>
                    <a:pt x="700" y="3150"/>
                    <a:pt x="700" y="3127"/>
                    <a:pt x="700" y="3103"/>
                  </a:cubicBezTo>
                  <a:cubicBezTo>
                    <a:pt x="677" y="3103"/>
                    <a:pt x="654" y="3103"/>
                    <a:pt x="630" y="3103"/>
                  </a:cubicBezTo>
                  <a:cubicBezTo>
                    <a:pt x="630" y="3080"/>
                    <a:pt x="630" y="3057"/>
                    <a:pt x="630" y="3033"/>
                  </a:cubicBezTo>
                  <a:cubicBezTo>
                    <a:pt x="607" y="3033"/>
                    <a:pt x="584" y="3033"/>
                    <a:pt x="560" y="3033"/>
                  </a:cubicBezTo>
                  <a:cubicBezTo>
                    <a:pt x="560" y="3010"/>
                    <a:pt x="560" y="2987"/>
                    <a:pt x="560" y="2963"/>
                  </a:cubicBezTo>
                  <a:cubicBezTo>
                    <a:pt x="537" y="2963"/>
                    <a:pt x="514" y="2963"/>
                    <a:pt x="490" y="2963"/>
                  </a:cubicBezTo>
                  <a:cubicBezTo>
                    <a:pt x="490" y="2917"/>
                    <a:pt x="490" y="2871"/>
                    <a:pt x="490" y="2823"/>
                  </a:cubicBezTo>
                  <a:cubicBezTo>
                    <a:pt x="467" y="2823"/>
                    <a:pt x="444" y="2823"/>
                    <a:pt x="420" y="2823"/>
                  </a:cubicBezTo>
                  <a:cubicBezTo>
                    <a:pt x="420" y="2777"/>
                    <a:pt x="420" y="2731"/>
                    <a:pt x="420" y="2683"/>
                  </a:cubicBezTo>
                  <a:cubicBezTo>
                    <a:pt x="351" y="2683"/>
                    <a:pt x="281" y="2683"/>
                    <a:pt x="210" y="2683"/>
                  </a:cubicBezTo>
                  <a:cubicBezTo>
                    <a:pt x="210" y="2706"/>
                    <a:pt x="210" y="2729"/>
                    <a:pt x="210" y="2753"/>
                  </a:cubicBezTo>
                  <a:cubicBezTo>
                    <a:pt x="141" y="2753"/>
                    <a:pt x="71" y="2753"/>
                    <a:pt x="0" y="2753"/>
                  </a:cubicBezTo>
                  <a:cubicBezTo>
                    <a:pt x="48" y="2644"/>
                    <a:pt x="48" y="2644"/>
                    <a:pt x="70" y="2613"/>
                  </a:cubicBezTo>
                  <a:cubicBezTo>
                    <a:pt x="107" y="2609"/>
                    <a:pt x="107" y="2609"/>
                    <a:pt x="140" y="2613"/>
                  </a:cubicBezTo>
                  <a:cubicBezTo>
                    <a:pt x="140" y="2590"/>
                    <a:pt x="140" y="2567"/>
                    <a:pt x="140" y="2543"/>
                  </a:cubicBezTo>
                  <a:cubicBezTo>
                    <a:pt x="186" y="2543"/>
                    <a:pt x="232" y="2543"/>
                    <a:pt x="280" y="2543"/>
                  </a:cubicBezTo>
                  <a:cubicBezTo>
                    <a:pt x="280" y="2243"/>
                    <a:pt x="280" y="1942"/>
                    <a:pt x="280" y="1633"/>
                  </a:cubicBezTo>
                  <a:cubicBezTo>
                    <a:pt x="303" y="1633"/>
                    <a:pt x="326" y="1633"/>
                    <a:pt x="350" y="1633"/>
                  </a:cubicBezTo>
                  <a:cubicBezTo>
                    <a:pt x="350" y="1563"/>
                    <a:pt x="350" y="1494"/>
                    <a:pt x="350" y="1423"/>
                  </a:cubicBezTo>
                  <a:cubicBezTo>
                    <a:pt x="373" y="1423"/>
                    <a:pt x="396" y="1423"/>
                    <a:pt x="420" y="1423"/>
                  </a:cubicBezTo>
                  <a:cubicBezTo>
                    <a:pt x="420" y="1377"/>
                    <a:pt x="420" y="1330"/>
                    <a:pt x="420" y="1283"/>
                  </a:cubicBezTo>
                  <a:cubicBezTo>
                    <a:pt x="443" y="1283"/>
                    <a:pt x="466" y="1283"/>
                    <a:pt x="490" y="1283"/>
                  </a:cubicBezTo>
                  <a:cubicBezTo>
                    <a:pt x="490" y="1236"/>
                    <a:pt x="490" y="1190"/>
                    <a:pt x="490" y="1143"/>
                  </a:cubicBezTo>
                  <a:cubicBezTo>
                    <a:pt x="513" y="1143"/>
                    <a:pt x="536" y="1143"/>
                    <a:pt x="560" y="1143"/>
                  </a:cubicBezTo>
                  <a:cubicBezTo>
                    <a:pt x="560" y="1096"/>
                    <a:pt x="560" y="1050"/>
                    <a:pt x="560" y="1003"/>
                  </a:cubicBezTo>
                  <a:cubicBezTo>
                    <a:pt x="583" y="1003"/>
                    <a:pt x="606" y="1003"/>
                    <a:pt x="630" y="1003"/>
                  </a:cubicBezTo>
                  <a:cubicBezTo>
                    <a:pt x="630" y="980"/>
                    <a:pt x="630" y="956"/>
                    <a:pt x="630" y="933"/>
                  </a:cubicBezTo>
                  <a:cubicBezTo>
                    <a:pt x="653" y="933"/>
                    <a:pt x="676" y="933"/>
                    <a:pt x="700" y="933"/>
                  </a:cubicBezTo>
                  <a:cubicBezTo>
                    <a:pt x="700" y="909"/>
                    <a:pt x="700" y="886"/>
                    <a:pt x="700" y="863"/>
                  </a:cubicBezTo>
                  <a:cubicBezTo>
                    <a:pt x="723" y="863"/>
                    <a:pt x="746" y="863"/>
                    <a:pt x="770" y="863"/>
                  </a:cubicBezTo>
                  <a:cubicBezTo>
                    <a:pt x="770" y="839"/>
                    <a:pt x="770" y="816"/>
                    <a:pt x="770" y="793"/>
                  </a:cubicBezTo>
                  <a:cubicBezTo>
                    <a:pt x="816" y="793"/>
                    <a:pt x="863" y="793"/>
                    <a:pt x="910" y="793"/>
                  </a:cubicBezTo>
                  <a:cubicBezTo>
                    <a:pt x="910" y="769"/>
                    <a:pt x="910" y="746"/>
                    <a:pt x="910" y="723"/>
                  </a:cubicBezTo>
                  <a:cubicBezTo>
                    <a:pt x="933" y="723"/>
                    <a:pt x="956" y="723"/>
                    <a:pt x="980" y="723"/>
                  </a:cubicBezTo>
                  <a:cubicBezTo>
                    <a:pt x="980" y="699"/>
                    <a:pt x="980" y="676"/>
                    <a:pt x="980" y="653"/>
                  </a:cubicBezTo>
                  <a:cubicBezTo>
                    <a:pt x="1027" y="653"/>
                    <a:pt x="1073" y="653"/>
                    <a:pt x="1120" y="653"/>
                  </a:cubicBezTo>
                  <a:cubicBezTo>
                    <a:pt x="1120" y="629"/>
                    <a:pt x="1120" y="606"/>
                    <a:pt x="1120" y="583"/>
                  </a:cubicBezTo>
                  <a:cubicBezTo>
                    <a:pt x="1143" y="583"/>
                    <a:pt x="1167" y="583"/>
                    <a:pt x="1190" y="583"/>
                  </a:cubicBezTo>
                  <a:cubicBezTo>
                    <a:pt x="1190" y="559"/>
                    <a:pt x="1190" y="536"/>
                    <a:pt x="1190" y="512"/>
                  </a:cubicBezTo>
                  <a:cubicBezTo>
                    <a:pt x="1260" y="512"/>
                    <a:pt x="1329" y="512"/>
                    <a:pt x="1400" y="512"/>
                  </a:cubicBezTo>
                  <a:cubicBezTo>
                    <a:pt x="1400" y="489"/>
                    <a:pt x="1400" y="466"/>
                    <a:pt x="1400" y="442"/>
                  </a:cubicBezTo>
                  <a:cubicBezTo>
                    <a:pt x="1470" y="442"/>
                    <a:pt x="1539" y="442"/>
                    <a:pt x="1610" y="442"/>
                  </a:cubicBezTo>
                  <a:cubicBezTo>
                    <a:pt x="1610" y="419"/>
                    <a:pt x="1610" y="396"/>
                    <a:pt x="1610" y="372"/>
                  </a:cubicBezTo>
                  <a:cubicBezTo>
                    <a:pt x="1795" y="372"/>
                    <a:pt x="1980" y="372"/>
                    <a:pt x="2171" y="372"/>
                  </a:cubicBezTo>
                  <a:cubicBezTo>
                    <a:pt x="2171" y="349"/>
                    <a:pt x="2171" y="326"/>
                    <a:pt x="2171" y="302"/>
                  </a:cubicBezTo>
                  <a:cubicBezTo>
                    <a:pt x="2194" y="302"/>
                    <a:pt x="2217" y="302"/>
                    <a:pt x="2241" y="302"/>
                  </a:cubicBezTo>
                  <a:cubicBezTo>
                    <a:pt x="2239" y="294"/>
                    <a:pt x="2237" y="285"/>
                    <a:pt x="2236" y="277"/>
                  </a:cubicBezTo>
                  <a:cubicBezTo>
                    <a:pt x="2229" y="214"/>
                    <a:pt x="2232" y="176"/>
                    <a:pt x="2267" y="122"/>
                  </a:cubicBezTo>
                  <a:cubicBezTo>
                    <a:pt x="2346" y="36"/>
                    <a:pt x="2404" y="0"/>
                    <a:pt x="2521" y="22"/>
                  </a:cubicBezTo>
                  <a:close/>
                </a:path>
              </a:pathLst>
            </a:custGeom>
            <a:solidFill>
              <a:srgbClr val="E24798"/>
            </a:solidFill>
            <a:ln w="445" cap="flat">
              <a:noFill/>
            </a:ln>
          </p:spPr>
        </p:sp>
        <p:sp>
          <p:nvSpPr>
            <p:cNvPr id="1771" name="ICON_HARNESS_GRAPH_path_004"/>
            <p:cNvSpPr/>
            <p:nvPr/>
          </p:nvSpPr>
          <p:spPr>
            <a:xfrm>
              <a:off x="6535296" y="6479305"/>
              <a:ext cx="37349" cy="36460"/>
            </a:xfrm>
            <a:custGeom>
              <a:avLst/>
              <a:gdLst/>
              <a:ahLst/>
              <a:cxnLst/>
              <a:rect l="0" t="0" r="r" b="b"/>
              <a:pathLst>
                <a:path w="2941" h="2871" fill="norm" stroke="0">
                  <a:moveTo>
                    <a:pt x="1120" y="0"/>
                  </a:moveTo>
                  <a:cubicBezTo>
                    <a:pt x="1351" y="0"/>
                    <a:pt x="1582" y="0"/>
                    <a:pt x="1821" y="0"/>
                  </a:cubicBezTo>
                  <a:cubicBezTo>
                    <a:pt x="1821" y="23"/>
                    <a:pt x="1821" y="46"/>
                    <a:pt x="1821" y="70"/>
                  </a:cubicBezTo>
                  <a:cubicBezTo>
                    <a:pt x="1890" y="70"/>
                    <a:pt x="1959" y="70"/>
                    <a:pt x="2031" y="70"/>
                  </a:cubicBezTo>
                  <a:cubicBezTo>
                    <a:pt x="2031" y="93"/>
                    <a:pt x="2031" y="116"/>
                    <a:pt x="2031" y="140"/>
                  </a:cubicBezTo>
                  <a:cubicBezTo>
                    <a:pt x="2077" y="140"/>
                    <a:pt x="2123" y="140"/>
                    <a:pt x="2171" y="140"/>
                  </a:cubicBezTo>
                  <a:cubicBezTo>
                    <a:pt x="2171" y="163"/>
                    <a:pt x="2171" y="186"/>
                    <a:pt x="2171" y="210"/>
                  </a:cubicBezTo>
                  <a:cubicBezTo>
                    <a:pt x="2217" y="210"/>
                    <a:pt x="2263" y="210"/>
                    <a:pt x="2311" y="210"/>
                  </a:cubicBezTo>
                  <a:cubicBezTo>
                    <a:pt x="2311" y="233"/>
                    <a:pt x="2311" y="256"/>
                    <a:pt x="2311" y="280"/>
                  </a:cubicBezTo>
                  <a:cubicBezTo>
                    <a:pt x="2334" y="280"/>
                    <a:pt x="2357" y="280"/>
                    <a:pt x="2381" y="280"/>
                  </a:cubicBezTo>
                  <a:cubicBezTo>
                    <a:pt x="2381" y="303"/>
                    <a:pt x="2381" y="326"/>
                    <a:pt x="2381" y="350"/>
                  </a:cubicBezTo>
                  <a:cubicBezTo>
                    <a:pt x="2404" y="350"/>
                    <a:pt x="2427" y="350"/>
                    <a:pt x="2451" y="350"/>
                  </a:cubicBezTo>
                  <a:cubicBezTo>
                    <a:pt x="2451" y="373"/>
                    <a:pt x="2451" y="396"/>
                    <a:pt x="2451" y="420"/>
                  </a:cubicBezTo>
                  <a:cubicBezTo>
                    <a:pt x="2474" y="420"/>
                    <a:pt x="2497" y="420"/>
                    <a:pt x="2521" y="420"/>
                  </a:cubicBezTo>
                  <a:cubicBezTo>
                    <a:pt x="2521" y="443"/>
                    <a:pt x="2521" y="466"/>
                    <a:pt x="2521" y="490"/>
                  </a:cubicBezTo>
                  <a:cubicBezTo>
                    <a:pt x="2544" y="490"/>
                    <a:pt x="2567" y="490"/>
                    <a:pt x="2591" y="490"/>
                  </a:cubicBezTo>
                  <a:cubicBezTo>
                    <a:pt x="2591" y="513"/>
                    <a:pt x="2591" y="536"/>
                    <a:pt x="2591" y="560"/>
                  </a:cubicBezTo>
                  <a:cubicBezTo>
                    <a:pt x="2614" y="560"/>
                    <a:pt x="2637" y="560"/>
                    <a:pt x="2661" y="560"/>
                  </a:cubicBezTo>
                  <a:cubicBezTo>
                    <a:pt x="2661" y="606"/>
                    <a:pt x="2661" y="653"/>
                    <a:pt x="2661" y="700"/>
                  </a:cubicBezTo>
                  <a:cubicBezTo>
                    <a:pt x="2684" y="700"/>
                    <a:pt x="2707" y="700"/>
                    <a:pt x="2731" y="700"/>
                  </a:cubicBezTo>
                  <a:cubicBezTo>
                    <a:pt x="2731" y="723"/>
                    <a:pt x="2731" y="746"/>
                    <a:pt x="2731" y="770"/>
                  </a:cubicBezTo>
                  <a:cubicBezTo>
                    <a:pt x="2754" y="770"/>
                    <a:pt x="2777" y="770"/>
                    <a:pt x="2801" y="770"/>
                  </a:cubicBezTo>
                  <a:cubicBezTo>
                    <a:pt x="2801" y="840"/>
                    <a:pt x="2801" y="909"/>
                    <a:pt x="2801" y="980"/>
                  </a:cubicBezTo>
                  <a:cubicBezTo>
                    <a:pt x="2824" y="980"/>
                    <a:pt x="2847" y="980"/>
                    <a:pt x="2871" y="980"/>
                  </a:cubicBezTo>
                  <a:cubicBezTo>
                    <a:pt x="2871" y="1050"/>
                    <a:pt x="2871" y="1119"/>
                    <a:pt x="2871" y="1190"/>
                  </a:cubicBezTo>
                  <a:cubicBezTo>
                    <a:pt x="2894" y="1190"/>
                    <a:pt x="2917" y="1190"/>
                    <a:pt x="2941" y="1190"/>
                  </a:cubicBezTo>
                  <a:cubicBezTo>
                    <a:pt x="2941" y="1352"/>
                    <a:pt x="2941" y="1514"/>
                    <a:pt x="2941" y="1680"/>
                  </a:cubicBezTo>
                  <a:cubicBezTo>
                    <a:pt x="2918" y="1680"/>
                    <a:pt x="2895" y="1680"/>
                    <a:pt x="2871" y="1680"/>
                  </a:cubicBezTo>
                  <a:cubicBezTo>
                    <a:pt x="2871" y="1773"/>
                    <a:pt x="2871" y="1865"/>
                    <a:pt x="2871" y="1961"/>
                  </a:cubicBezTo>
                  <a:cubicBezTo>
                    <a:pt x="2848" y="1961"/>
                    <a:pt x="2825" y="1961"/>
                    <a:pt x="2801" y="1961"/>
                  </a:cubicBezTo>
                  <a:cubicBezTo>
                    <a:pt x="2801" y="2007"/>
                    <a:pt x="2801" y="2053"/>
                    <a:pt x="2801" y="2101"/>
                  </a:cubicBezTo>
                  <a:cubicBezTo>
                    <a:pt x="2778" y="2101"/>
                    <a:pt x="2755" y="2101"/>
                    <a:pt x="2731" y="2101"/>
                  </a:cubicBezTo>
                  <a:cubicBezTo>
                    <a:pt x="2731" y="2147"/>
                    <a:pt x="2731" y="2193"/>
                    <a:pt x="2731" y="2241"/>
                  </a:cubicBezTo>
                  <a:cubicBezTo>
                    <a:pt x="2708" y="2241"/>
                    <a:pt x="2685" y="2241"/>
                    <a:pt x="2661" y="2241"/>
                  </a:cubicBezTo>
                  <a:cubicBezTo>
                    <a:pt x="2661" y="2264"/>
                    <a:pt x="2661" y="2287"/>
                    <a:pt x="2661" y="2311"/>
                  </a:cubicBezTo>
                  <a:cubicBezTo>
                    <a:pt x="2638" y="2311"/>
                    <a:pt x="2615" y="2311"/>
                    <a:pt x="2591" y="2311"/>
                  </a:cubicBezTo>
                  <a:cubicBezTo>
                    <a:pt x="2591" y="2334"/>
                    <a:pt x="2591" y="2357"/>
                    <a:pt x="2591" y="2381"/>
                  </a:cubicBezTo>
                  <a:cubicBezTo>
                    <a:pt x="2568" y="2381"/>
                    <a:pt x="2545" y="2381"/>
                    <a:pt x="2521" y="2381"/>
                  </a:cubicBezTo>
                  <a:cubicBezTo>
                    <a:pt x="2521" y="2404"/>
                    <a:pt x="2521" y="2427"/>
                    <a:pt x="2521" y="2451"/>
                  </a:cubicBezTo>
                  <a:cubicBezTo>
                    <a:pt x="2498" y="2451"/>
                    <a:pt x="2475" y="2451"/>
                    <a:pt x="2451" y="2451"/>
                  </a:cubicBezTo>
                  <a:cubicBezTo>
                    <a:pt x="2451" y="2474"/>
                    <a:pt x="2451" y="2497"/>
                    <a:pt x="2451" y="2521"/>
                  </a:cubicBezTo>
                  <a:cubicBezTo>
                    <a:pt x="2428" y="2521"/>
                    <a:pt x="2405" y="2521"/>
                    <a:pt x="2381" y="2521"/>
                  </a:cubicBezTo>
                  <a:cubicBezTo>
                    <a:pt x="2381" y="2544"/>
                    <a:pt x="2381" y="2567"/>
                    <a:pt x="2381" y="2591"/>
                  </a:cubicBezTo>
                  <a:cubicBezTo>
                    <a:pt x="2358" y="2591"/>
                    <a:pt x="2334" y="2591"/>
                    <a:pt x="2311" y="2591"/>
                  </a:cubicBezTo>
                  <a:cubicBezTo>
                    <a:pt x="2311" y="2614"/>
                    <a:pt x="2311" y="2637"/>
                    <a:pt x="2311" y="2661"/>
                  </a:cubicBezTo>
                  <a:cubicBezTo>
                    <a:pt x="2264" y="2661"/>
                    <a:pt x="2218" y="2661"/>
                    <a:pt x="2171" y="2661"/>
                  </a:cubicBezTo>
                  <a:cubicBezTo>
                    <a:pt x="2171" y="2684"/>
                    <a:pt x="2171" y="2707"/>
                    <a:pt x="2171" y="2731"/>
                  </a:cubicBezTo>
                  <a:cubicBezTo>
                    <a:pt x="2148" y="2731"/>
                    <a:pt x="2124" y="2731"/>
                    <a:pt x="2101" y="2731"/>
                  </a:cubicBezTo>
                  <a:cubicBezTo>
                    <a:pt x="2101" y="2754"/>
                    <a:pt x="2101" y="2777"/>
                    <a:pt x="2101" y="2801"/>
                  </a:cubicBezTo>
                  <a:cubicBezTo>
                    <a:pt x="2031" y="2801"/>
                    <a:pt x="1962" y="2801"/>
                    <a:pt x="1891" y="2801"/>
                  </a:cubicBezTo>
                  <a:cubicBezTo>
                    <a:pt x="1891" y="2824"/>
                    <a:pt x="1891" y="2847"/>
                    <a:pt x="1891" y="2871"/>
                  </a:cubicBezTo>
                  <a:cubicBezTo>
                    <a:pt x="1613" y="2871"/>
                    <a:pt x="1336" y="2871"/>
                    <a:pt x="1050" y="2871"/>
                  </a:cubicBezTo>
                  <a:cubicBezTo>
                    <a:pt x="1050" y="2848"/>
                    <a:pt x="1050" y="2825"/>
                    <a:pt x="1050" y="2801"/>
                  </a:cubicBezTo>
                  <a:cubicBezTo>
                    <a:pt x="981" y="2801"/>
                    <a:pt x="912" y="2801"/>
                    <a:pt x="840" y="2801"/>
                  </a:cubicBezTo>
                  <a:cubicBezTo>
                    <a:pt x="840" y="2778"/>
                    <a:pt x="840" y="2755"/>
                    <a:pt x="840" y="2731"/>
                  </a:cubicBezTo>
                  <a:cubicBezTo>
                    <a:pt x="794" y="2731"/>
                    <a:pt x="748" y="2731"/>
                    <a:pt x="700" y="2731"/>
                  </a:cubicBezTo>
                  <a:cubicBezTo>
                    <a:pt x="700" y="2708"/>
                    <a:pt x="700" y="2685"/>
                    <a:pt x="700" y="2661"/>
                  </a:cubicBezTo>
                  <a:cubicBezTo>
                    <a:pt x="677" y="2661"/>
                    <a:pt x="654" y="2661"/>
                    <a:pt x="630" y="2661"/>
                  </a:cubicBezTo>
                  <a:cubicBezTo>
                    <a:pt x="630" y="2638"/>
                    <a:pt x="630" y="2615"/>
                    <a:pt x="630" y="2591"/>
                  </a:cubicBezTo>
                  <a:cubicBezTo>
                    <a:pt x="584" y="2591"/>
                    <a:pt x="538" y="2591"/>
                    <a:pt x="490" y="2591"/>
                  </a:cubicBezTo>
                  <a:cubicBezTo>
                    <a:pt x="490" y="2568"/>
                    <a:pt x="490" y="2545"/>
                    <a:pt x="490" y="2521"/>
                  </a:cubicBezTo>
                  <a:cubicBezTo>
                    <a:pt x="467" y="2521"/>
                    <a:pt x="444" y="2521"/>
                    <a:pt x="420" y="2521"/>
                  </a:cubicBezTo>
                  <a:cubicBezTo>
                    <a:pt x="420" y="2498"/>
                    <a:pt x="420" y="2475"/>
                    <a:pt x="420" y="2451"/>
                  </a:cubicBezTo>
                  <a:cubicBezTo>
                    <a:pt x="397" y="2451"/>
                    <a:pt x="374" y="2451"/>
                    <a:pt x="350" y="2451"/>
                  </a:cubicBezTo>
                  <a:cubicBezTo>
                    <a:pt x="350" y="2405"/>
                    <a:pt x="350" y="2358"/>
                    <a:pt x="350" y="2311"/>
                  </a:cubicBezTo>
                  <a:cubicBezTo>
                    <a:pt x="327" y="2311"/>
                    <a:pt x="304" y="2311"/>
                    <a:pt x="280" y="2311"/>
                  </a:cubicBezTo>
                  <a:cubicBezTo>
                    <a:pt x="280" y="2288"/>
                    <a:pt x="280" y="2264"/>
                    <a:pt x="280" y="2241"/>
                  </a:cubicBezTo>
                  <a:cubicBezTo>
                    <a:pt x="257" y="2241"/>
                    <a:pt x="234" y="2241"/>
                    <a:pt x="210" y="2241"/>
                  </a:cubicBezTo>
                  <a:cubicBezTo>
                    <a:pt x="210" y="2218"/>
                    <a:pt x="210" y="2194"/>
                    <a:pt x="210" y="2171"/>
                  </a:cubicBezTo>
                  <a:cubicBezTo>
                    <a:pt x="187" y="2171"/>
                    <a:pt x="164" y="2171"/>
                    <a:pt x="140" y="2171"/>
                  </a:cubicBezTo>
                  <a:cubicBezTo>
                    <a:pt x="140" y="2101"/>
                    <a:pt x="140" y="2032"/>
                    <a:pt x="140" y="1961"/>
                  </a:cubicBezTo>
                  <a:cubicBezTo>
                    <a:pt x="117" y="1961"/>
                    <a:pt x="94" y="1961"/>
                    <a:pt x="70" y="1961"/>
                  </a:cubicBezTo>
                  <a:cubicBezTo>
                    <a:pt x="70" y="1891"/>
                    <a:pt x="70" y="1822"/>
                    <a:pt x="70" y="1751"/>
                  </a:cubicBezTo>
                  <a:cubicBezTo>
                    <a:pt x="47" y="1751"/>
                    <a:pt x="24" y="1751"/>
                    <a:pt x="0" y="1751"/>
                  </a:cubicBezTo>
                  <a:cubicBezTo>
                    <a:pt x="0" y="1543"/>
                    <a:pt x="0" y="1335"/>
                    <a:pt x="0" y="1120"/>
                  </a:cubicBezTo>
                  <a:cubicBezTo>
                    <a:pt x="23" y="1120"/>
                    <a:pt x="46" y="1120"/>
                    <a:pt x="70" y="1120"/>
                  </a:cubicBezTo>
                  <a:cubicBezTo>
                    <a:pt x="70" y="1051"/>
                    <a:pt x="70" y="982"/>
                    <a:pt x="70" y="910"/>
                  </a:cubicBezTo>
                  <a:cubicBezTo>
                    <a:pt x="93" y="910"/>
                    <a:pt x="116" y="910"/>
                    <a:pt x="140" y="910"/>
                  </a:cubicBezTo>
                  <a:cubicBezTo>
                    <a:pt x="140" y="864"/>
                    <a:pt x="140" y="818"/>
                    <a:pt x="140" y="770"/>
                  </a:cubicBezTo>
                  <a:cubicBezTo>
                    <a:pt x="163" y="770"/>
                    <a:pt x="186" y="770"/>
                    <a:pt x="210" y="770"/>
                  </a:cubicBezTo>
                  <a:cubicBezTo>
                    <a:pt x="210" y="724"/>
                    <a:pt x="210" y="678"/>
                    <a:pt x="210" y="630"/>
                  </a:cubicBezTo>
                  <a:cubicBezTo>
                    <a:pt x="233" y="630"/>
                    <a:pt x="256" y="630"/>
                    <a:pt x="280" y="630"/>
                  </a:cubicBezTo>
                  <a:cubicBezTo>
                    <a:pt x="280" y="607"/>
                    <a:pt x="280" y="584"/>
                    <a:pt x="280" y="560"/>
                  </a:cubicBezTo>
                  <a:cubicBezTo>
                    <a:pt x="303" y="560"/>
                    <a:pt x="326" y="560"/>
                    <a:pt x="350" y="560"/>
                  </a:cubicBezTo>
                  <a:cubicBezTo>
                    <a:pt x="350" y="537"/>
                    <a:pt x="350" y="514"/>
                    <a:pt x="350" y="490"/>
                  </a:cubicBezTo>
                  <a:cubicBezTo>
                    <a:pt x="373" y="490"/>
                    <a:pt x="396" y="490"/>
                    <a:pt x="420" y="490"/>
                  </a:cubicBezTo>
                  <a:cubicBezTo>
                    <a:pt x="420" y="467"/>
                    <a:pt x="420" y="444"/>
                    <a:pt x="420" y="420"/>
                  </a:cubicBezTo>
                  <a:cubicBezTo>
                    <a:pt x="443" y="420"/>
                    <a:pt x="466" y="420"/>
                    <a:pt x="490" y="420"/>
                  </a:cubicBezTo>
                  <a:cubicBezTo>
                    <a:pt x="490" y="397"/>
                    <a:pt x="490" y="374"/>
                    <a:pt x="490" y="350"/>
                  </a:cubicBezTo>
                  <a:cubicBezTo>
                    <a:pt x="513" y="350"/>
                    <a:pt x="536" y="350"/>
                    <a:pt x="560" y="350"/>
                  </a:cubicBezTo>
                  <a:cubicBezTo>
                    <a:pt x="560" y="327"/>
                    <a:pt x="560" y="304"/>
                    <a:pt x="560" y="280"/>
                  </a:cubicBezTo>
                  <a:cubicBezTo>
                    <a:pt x="583" y="280"/>
                    <a:pt x="606" y="280"/>
                    <a:pt x="630" y="280"/>
                  </a:cubicBezTo>
                  <a:cubicBezTo>
                    <a:pt x="630" y="257"/>
                    <a:pt x="630" y="234"/>
                    <a:pt x="630" y="210"/>
                  </a:cubicBezTo>
                  <a:cubicBezTo>
                    <a:pt x="676" y="210"/>
                    <a:pt x="723" y="210"/>
                    <a:pt x="770" y="210"/>
                  </a:cubicBezTo>
                  <a:cubicBezTo>
                    <a:pt x="770" y="187"/>
                    <a:pt x="770" y="164"/>
                    <a:pt x="770" y="140"/>
                  </a:cubicBezTo>
                  <a:cubicBezTo>
                    <a:pt x="816" y="140"/>
                    <a:pt x="863" y="140"/>
                    <a:pt x="910" y="140"/>
                  </a:cubicBezTo>
                  <a:cubicBezTo>
                    <a:pt x="910" y="117"/>
                    <a:pt x="910" y="94"/>
                    <a:pt x="910" y="70"/>
                  </a:cubicBezTo>
                  <a:cubicBezTo>
                    <a:pt x="980" y="70"/>
                    <a:pt x="1049" y="70"/>
                    <a:pt x="1120" y="70"/>
                  </a:cubicBezTo>
                  <a:cubicBezTo>
                    <a:pt x="1120" y="47"/>
                    <a:pt x="1120" y="24"/>
                    <a:pt x="112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72" name="ICON_HARNESS_GRAPH_path_005"/>
            <p:cNvSpPr/>
            <p:nvPr/>
          </p:nvSpPr>
          <p:spPr>
            <a:xfrm>
              <a:off x="6565531" y="6568232"/>
              <a:ext cx="31124" cy="31124"/>
            </a:xfrm>
            <a:custGeom>
              <a:avLst/>
              <a:gdLst/>
              <a:ahLst/>
              <a:cxnLst/>
              <a:rect l="0" t="0" r="r" b="b"/>
              <a:pathLst>
                <a:path w="2451" h="2451" fill="norm" stroke="0">
                  <a:moveTo>
                    <a:pt x="980" y="0"/>
                  </a:moveTo>
                  <a:cubicBezTo>
                    <a:pt x="1119" y="0"/>
                    <a:pt x="1258" y="0"/>
                    <a:pt x="1400" y="0"/>
                  </a:cubicBezTo>
                  <a:cubicBezTo>
                    <a:pt x="1400" y="23"/>
                    <a:pt x="1400" y="46"/>
                    <a:pt x="1400" y="70"/>
                  </a:cubicBezTo>
                  <a:cubicBezTo>
                    <a:pt x="1493" y="70"/>
                    <a:pt x="1585" y="70"/>
                    <a:pt x="1680" y="70"/>
                  </a:cubicBezTo>
                  <a:cubicBezTo>
                    <a:pt x="1680" y="93"/>
                    <a:pt x="1680" y="116"/>
                    <a:pt x="1680" y="140"/>
                  </a:cubicBezTo>
                  <a:cubicBezTo>
                    <a:pt x="1727" y="140"/>
                    <a:pt x="1773" y="140"/>
                    <a:pt x="1821" y="140"/>
                  </a:cubicBezTo>
                  <a:cubicBezTo>
                    <a:pt x="1821" y="163"/>
                    <a:pt x="1821" y="186"/>
                    <a:pt x="1821" y="210"/>
                  </a:cubicBezTo>
                  <a:cubicBezTo>
                    <a:pt x="1867" y="210"/>
                    <a:pt x="1913" y="210"/>
                    <a:pt x="1961" y="210"/>
                  </a:cubicBezTo>
                  <a:cubicBezTo>
                    <a:pt x="1961" y="233"/>
                    <a:pt x="1961" y="256"/>
                    <a:pt x="1961" y="280"/>
                  </a:cubicBezTo>
                  <a:cubicBezTo>
                    <a:pt x="1984" y="280"/>
                    <a:pt x="2007" y="280"/>
                    <a:pt x="2031" y="280"/>
                  </a:cubicBezTo>
                  <a:cubicBezTo>
                    <a:pt x="2031" y="303"/>
                    <a:pt x="2031" y="326"/>
                    <a:pt x="2031" y="350"/>
                  </a:cubicBezTo>
                  <a:cubicBezTo>
                    <a:pt x="2054" y="350"/>
                    <a:pt x="2077" y="350"/>
                    <a:pt x="2101" y="350"/>
                  </a:cubicBezTo>
                  <a:cubicBezTo>
                    <a:pt x="2101" y="373"/>
                    <a:pt x="2101" y="396"/>
                    <a:pt x="2101" y="420"/>
                  </a:cubicBezTo>
                  <a:cubicBezTo>
                    <a:pt x="2124" y="420"/>
                    <a:pt x="2147" y="420"/>
                    <a:pt x="2171" y="420"/>
                  </a:cubicBezTo>
                  <a:cubicBezTo>
                    <a:pt x="2171" y="443"/>
                    <a:pt x="2171" y="466"/>
                    <a:pt x="2171" y="490"/>
                  </a:cubicBezTo>
                  <a:cubicBezTo>
                    <a:pt x="2194" y="490"/>
                    <a:pt x="2217" y="490"/>
                    <a:pt x="2241" y="490"/>
                  </a:cubicBezTo>
                  <a:cubicBezTo>
                    <a:pt x="2241" y="536"/>
                    <a:pt x="2241" y="583"/>
                    <a:pt x="2241" y="630"/>
                  </a:cubicBezTo>
                  <a:cubicBezTo>
                    <a:pt x="2264" y="630"/>
                    <a:pt x="2287" y="630"/>
                    <a:pt x="2311" y="630"/>
                  </a:cubicBezTo>
                  <a:cubicBezTo>
                    <a:pt x="2311" y="676"/>
                    <a:pt x="2311" y="723"/>
                    <a:pt x="2311" y="770"/>
                  </a:cubicBezTo>
                  <a:cubicBezTo>
                    <a:pt x="2334" y="770"/>
                    <a:pt x="2357" y="770"/>
                    <a:pt x="2381" y="770"/>
                  </a:cubicBezTo>
                  <a:cubicBezTo>
                    <a:pt x="2381" y="840"/>
                    <a:pt x="2381" y="909"/>
                    <a:pt x="2381" y="980"/>
                  </a:cubicBezTo>
                  <a:cubicBezTo>
                    <a:pt x="2404" y="980"/>
                    <a:pt x="2427" y="980"/>
                    <a:pt x="2451" y="980"/>
                  </a:cubicBezTo>
                  <a:cubicBezTo>
                    <a:pt x="2451" y="1165"/>
                    <a:pt x="2451" y="1350"/>
                    <a:pt x="2451" y="1540"/>
                  </a:cubicBezTo>
                  <a:cubicBezTo>
                    <a:pt x="2428" y="1540"/>
                    <a:pt x="2405" y="1540"/>
                    <a:pt x="2381" y="1540"/>
                  </a:cubicBezTo>
                  <a:cubicBezTo>
                    <a:pt x="2381" y="1610"/>
                    <a:pt x="2381" y="1679"/>
                    <a:pt x="2381" y="1751"/>
                  </a:cubicBezTo>
                  <a:cubicBezTo>
                    <a:pt x="2358" y="1751"/>
                    <a:pt x="2334" y="1751"/>
                    <a:pt x="2311" y="1751"/>
                  </a:cubicBezTo>
                  <a:cubicBezTo>
                    <a:pt x="2311" y="1797"/>
                    <a:pt x="2311" y="1843"/>
                    <a:pt x="2311" y="1891"/>
                  </a:cubicBezTo>
                  <a:cubicBezTo>
                    <a:pt x="2288" y="1891"/>
                    <a:pt x="2264" y="1891"/>
                    <a:pt x="2241" y="1891"/>
                  </a:cubicBezTo>
                  <a:cubicBezTo>
                    <a:pt x="2241" y="1914"/>
                    <a:pt x="2241" y="1937"/>
                    <a:pt x="2241" y="1961"/>
                  </a:cubicBezTo>
                  <a:cubicBezTo>
                    <a:pt x="2218" y="1961"/>
                    <a:pt x="2194" y="1961"/>
                    <a:pt x="2171" y="1961"/>
                  </a:cubicBezTo>
                  <a:cubicBezTo>
                    <a:pt x="2171" y="1984"/>
                    <a:pt x="2171" y="2007"/>
                    <a:pt x="2171" y="2031"/>
                  </a:cubicBezTo>
                  <a:cubicBezTo>
                    <a:pt x="2148" y="2031"/>
                    <a:pt x="2124" y="2031"/>
                    <a:pt x="2101" y="2031"/>
                  </a:cubicBezTo>
                  <a:cubicBezTo>
                    <a:pt x="2101" y="2054"/>
                    <a:pt x="2101" y="2077"/>
                    <a:pt x="2101" y="2101"/>
                  </a:cubicBezTo>
                  <a:cubicBezTo>
                    <a:pt x="2078" y="2101"/>
                    <a:pt x="2054" y="2101"/>
                    <a:pt x="2031" y="2101"/>
                  </a:cubicBezTo>
                  <a:cubicBezTo>
                    <a:pt x="2031" y="2124"/>
                    <a:pt x="2031" y="2147"/>
                    <a:pt x="2031" y="2171"/>
                  </a:cubicBezTo>
                  <a:cubicBezTo>
                    <a:pt x="2007" y="2171"/>
                    <a:pt x="1984" y="2171"/>
                    <a:pt x="1961" y="2171"/>
                  </a:cubicBezTo>
                  <a:cubicBezTo>
                    <a:pt x="1961" y="2194"/>
                    <a:pt x="1961" y="2217"/>
                    <a:pt x="1961" y="2241"/>
                  </a:cubicBezTo>
                  <a:cubicBezTo>
                    <a:pt x="1937" y="2241"/>
                    <a:pt x="1914" y="2241"/>
                    <a:pt x="1891" y="2241"/>
                  </a:cubicBezTo>
                  <a:cubicBezTo>
                    <a:pt x="1891" y="2264"/>
                    <a:pt x="1891" y="2287"/>
                    <a:pt x="1891" y="2311"/>
                  </a:cubicBezTo>
                  <a:cubicBezTo>
                    <a:pt x="1844" y="2311"/>
                    <a:pt x="1798" y="2311"/>
                    <a:pt x="1751" y="2311"/>
                  </a:cubicBezTo>
                  <a:cubicBezTo>
                    <a:pt x="1751" y="2334"/>
                    <a:pt x="1751" y="2357"/>
                    <a:pt x="1751" y="2381"/>
                  </a:cubicBezTo>
                  <a:cubicBezTo>
                    <a:pt x="1704" y="2381"/>
                    <a:pt x="1658" y="2381"/>
                    <a:pt x="1610" y="2381"/>
                  </a:cubicBezTo>
                  <a:cubicBezTo>
                    <a:pt x="1610" y="2404"/>
                    <a:pt x="1610" y="2427"/>
                    <a:pt x="1610" y="2451"/>
                  </a:cubicBezTo>
                  <a:cubicBezTo>
                    <a:pt x="1356" y="2451"/>
                    <a:pt x="1102" y="2451"/>
                    <a:pt x="840" y="2451"/>
                  </a:cubicBezTo>
                  <a:cubicBezTo>
                    <a:pt x="840" y="2428"/>
                    <a:pt x="840" y="2405"/>
                    <a:pt x="840" y="2381"/>
                  </a:cubicBezTo>
                  <a:cubicBezTo>
                    <a:pt x="794" y="2381"/>
                    <a:pt x="748" y="2381"/>
                    <a:pt x="700" y="2381"/>
                  </a:cubicBezTo>
                  <a:cubicBezTo>
                    <a:pt x="700" y="2358"/>
                    <a:pt x="700" y="2334"/>
                    <a:pt x="700" y="2311"/>
                  </a:cubicBezTo>
                  <a:cubicBezTo>
                    <a:pt x="654" y="2311"/>
                    <a:pt x="608" y="2311"/>
                    <a:pt x="560" y="2311"/>
                  </a:cubicBezTo>
                  <a:cubicBezTo>
                    <a:pt x="560" y="2288"/>
                    <a:pt x="560" y="2264"/>
                    <a:pt x="560" y="2241"/>
                  </a:cubicBezTo>
                  <a:cubicBezTo>
                    <a:pt x="514" y="2241"/>
                    <a:pt x="468" y="2241"/>
                    <a:pt x="420" y="2241"/>
                  </a:cubicBezTo>
                  <a:cubicBezTo>
                    <a:pt x="420" y="2218"/>
                    <a:pt x="420" y="2194"/>
                    <a:pt x="420" y="2171"/>
                  </a:cubicBezTo>
                  <a:cubicBezTo>
                    <a:pt x="397" y="2171"/>
                    <a:pt x="374" y="2171"/>
                    <a:pt x="350" y="2171"/>
                  </a:cubicBezTo>
                  <a:cubicBezTo>
                    <a:pt x="350" y="2148"/>
                    <a:pt x="350" y="2124"/>
                    <a:pt x="350" y="2101"/>
                  </a:cubicBezTo>
                  <a:cubicBezTo>
                    <a:pt x="327" y="2101"/>
                    <a:pt x="304" y="2101"/>
                    <a:pt x="280" y="2101"/>
                  </a:cubicBezTo>
                  <a:cubicBezTo>
                    <a:pt x="280" y="2078"/>
                    <a:pt x="280" y="2054"/>
                    <a:pt x="280" y="2031"/>
                  </a:cubicBezTo>
                  <a:cubicBezTo>
                    <a:pt x="257" y="2031"/>
                    <a:pt x="234" y="2031"/>
                    <a:pt x="210" y="2031"/>
                  </a:cubicBezTo>
                  <a:cubicBezTo>
                    <a:pt x="210" y="1984"/>
                    <a:pt x="210" y="1938"/>
                    <a:pt x="210" y="1891"/>
                  </a:cubicBezTo>
                  <a:cubicBezTo>
                    <a:pt x="187" y="1891"/>
                    <a:pt x="164" y="1891"/>
                    <a:pt x="140" y="1891"/>
                  </a:cubicBezTo>
                  <a:cubicBezTo>
                    <a:pt x="140" y="1867"/>
                    <a:pt x="140" y="1844"/>
                    <a:pt x="140" y="1821"/>
                  </a:cubicBezTo>
                  <a:cubicBezTo>
                    <a:pt x="117" y="1821"/>
                    <a:pt x="94" y="1821"/>
                    <a:pt x="70" y="1821"/>
                  </a:cubicBezTo>
                  <a:cubicBezTo>
                    <a:pt x="70" y="1774"/>
                    <a:pt x="70" y="1728"/>
                    <a:pt x="70" y="1680"/>
                  </a:cubicBezTo>
                  <a:cubicBezTo>
                    <a:pt x="47" y="1680"/>
                    <a:pt x="24" y="1680"/>
                    <a:pt x="0" y="1680"/>
                  </a:cubicBezTo>
                  <a:cubicBezTo>
                    <a:pt x="0" y="1403"/>
                    <a:pt x="0" y="1126"/>
                    <a:pt x="0" y="840"/>
                  </a:cubicBezTo>
                  <a:cubicBezTo>
                    <a:pt x="23" y="840"/>
                    <a:pt x="46" y="840"/>
                    <a:pt x="70" y="840"/>
                  </a:cubicBezTo>
                  <a:cubicBezTo>
                    <a:pt x="70" y="794"/>
                    <a:pt x="70" y="748"/>
                    <a:pt x="70" y="700"/>
                  </a:cubicBezTo>
                  <a:cubicBezTo>
                    <a:pt x="93" y="700"/>
                    <a:pt x="116" y="700"/>
                    <a:pt x="140" y="700"/>
                  </a:cubicBezTo>
                  <a:cubicBezTo>
                    <a:pt x="140" y="654"/>
                    <a:pt x="140" y="608"/>
                    <a:pt x="140" y="560"/>
                  </a:cubicBezTo>
                  <a:cubicBezTo>
                    <a:pt x="163" y="560"/>
                    <a:pt x="186" y="560"/>
                    <a:pt x="210" y="560"/>
                  </a:cubicBezTo>
                  <a:cubicBezTo>
                    <a:pt x="210" y="537"/>
                    <a:pt x="210" y="514"/>
                    <a:pt x="210" y="490"/>
                  </a:cubicBezTo>
                  <a:cubicBezTo>
                    <a:pt x="233" y="490"/>
                    <a:pt x="256" y="490"/>
                    <a:pt x="280" y="490"/>
                  </a:cubicBezTo>
                  <a:cubicBezTo>
                    <a:pt x="280" y="467"/>
                    <a:pt x="280" y="444"/>
                    <a:pt x="280" y="420"/>
                  </a:cubicBezTo>
                  <a:cubicBezTo>
                    <a:pt x="303" y="420"/>
                    <a:pt x="326" y="420"/>
                    <a:pt x="350" y="420"/>
                  </a:cubicBezTo>
                  <a:cubicBezTo>
                    <a:pt x="350" y="397"/>
                    <a:pt x="350" y="374"/>
                    <a:pt x="350" y="350"/>
                  </a:cubicBezTo>
                  <a:cubicBezTo>
                    <a:pt x="373" y="350"/>
                    <a:pt x="396" y="350"/>
                    <a:pt x="420" y="350"/>
                  </a:cubicBezTo>
                  <a:cubicBezTo>
                    <a:pt x="420" y="327"/>
                    <a:pt x="420" y="304"/>
                    <a:pt x="420" y="280"/>
                  </a:cubicBezTo>
                  <a:cubicBezTo>
                    <a:pt x="443" y="280"/>
                    <a:pt x="466" y="280"/>
                    <a:pt x="490" y="280"/>
                  </a:cubicBezTo>
                  <a:cubicBezTo>
                    <a:pt x="490" y="257"/>
                    <a:pt x="490" y="234"/>
                    <a:pt x="490" y="210"/>
                  </a:cubicBezTo>
                  <a:cubicBezTo>
                    <a:pt x="536" y="210"/>
                    <a:pt x="583" y="210"/>
                    <a:pt x="630" y="210"/>
                  </a:cubicBezTo>
                  <a:cubicBezTo>
                    <a:pt x="630" y="187"/>
                    <a:pt x="630" y="164"/>
                    <a:pt x="630" y="140"/>
                  </a:cubicBezTo>
                  <a:cubicBezTo>
                    <a:pt x="676" y="140"/>
                    <a:pt x="723" y="140"/>
                    <a:pt x="770" y="140"/>
                  </a:cubicBezTo>
                  <a:cubicBezTo>
                    <a:pt x="770" y="117"/>
                    <a:pt x="770" y="94"/>
                    <a:pt x="770" y="70"/>
                  </a:cubicBezTo>
                  <a:cubicBezTo>
                    <a:pt x="840" y="70"/>
                    <a:pt x="909" y="70"/>
                    <a:pt x="980" y="70"/>
                  </a:cubicBezTo>
                  <a:cubicBezTo>
                    <a:pt x="980" y="47"/>
                    <a:pt x="980" y="24"/>
                    <a:pt x="98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73" name="ICON_HARNESS_GRAPH_path_006"/>
            <p:cNvSpPr/>
            <p:nvPr/>
          </p:nvSpPr>
          <p:spPr>
            <a:xfrm>
              <a:off x="6626001" y="6433064"/>
              <a:ext cx="29346" cy="29346"/>
            </a:xfrm>
            <a:custGeom>
              <a:avLst/>
              <a:gdLst/>
              <a:ahLst/>
              <a:cxnLst/>
              <a:rect l="0" t="0" r="r" b="b"/>
              <a:pathLst>
                <a:path w="2311" h="2311" fill="norm" stroke="0">
                  <a:moveTo>
                    <a:pt x="1050" y="0"/>
                  </a:moveTo>
                  <a:cubicBezTo>
                    <a:pt x="1120" y="0"/>
                    <a:pt x="1189" y="0"/>
                    <a:pt x="1260" y="0"/>
                  </a:cubicBezTo>
                  <a:cubicBezTo>
                    <a:pt x="1260" y="23"/>
                    <a:pt x="1260" y="46"/>
                    <a:pt x="1260" y="70"/>
                  </a:cubicBezTo>
                  <a:cubicBezTo>
                    <a:pt x="1353" y="70"/>
                    <a:pt x="1445" y="70"/>
                    <a:pt x="1540" y="70"/>
                  </a:cubicBezTo>
                  <a:cubicBezTo>
                    <a:pt x="1540" y="93"/>
                    <a:pt x="1540" y="116"/>
                    <a:pt x="1540" y="140"/>
                  </a:cubicBezTo>
                  <a:cubicBezTo>
                    <a:pt x="1587" y="140"/>
                    <a:pt x="1633" y="140"/>
                    <a:pt x="1680" y="140"/>
                  </a:cubicBezTo>
                  <a:cubicBezTo>
                    <a:pt x="1680" y="163"/>
                    <a:pt x="1680" y="186"/>
                    <a:pt x="1680" y="210"/>
                  </a:cubicBezTo>
                  <a:cubicBezTo>
                    <a:pt x="1727" y="210"/>
                    <a:pt x="1773" y="210"/>
                    <a:pt x="1821" y="210"/>
                  </a:cubicBezTo>
                  <a:cubicBezTo>
                    <a:pt x="1821" y="233"/>
                    <a:pt x="1821" y="256"/>
                    <a:pt x="1821" y="280"/>
                  </a:cubicBezTo>
                  <a:cubicBezTo>
                    <a:pt x="1844" y="280"/>
                    <a:pt x="1867" y="280"/>
                    <a:pt x="1891" y="280"/>
                  </a:cubicBezTo>
                  <a:cubicBezTo>
                    <a:pt x="1891" y="303"/>
                    <a:pt x="1891" y="326"/>
                    <a:pt x="1891" y="350"/>
                  </a:cubicBezTo>
                  <a:cubicBezTo>
                    <a:pt x="1914" y="350"/>
                    <a:pt x="1937" y="350"/>
                    <a:pt x="1961" y="350"/>
                  </a:cubicBezTo>
                  <a:cubicBezTo>
                    <a:pt x="1961" y="373"/>
                    <a:pt x="1961" y="396"/>
                    <a:pt x="1961" y="420"/>
                  </a:cubicBezTo>
                  <a:cubicBezTo>
                    <a:pt x="1984" y="420"/>
                    <a:pt x="2007" y="420"/>
                    <a:pt x="2031" y="420"/>
                  </a:cubicBezTo>
                  <a:cubicBezTo>
                    <a:pt x="2031" y="443"/>
                    <a:pt x="2031" y="466"/>
                    <a:pt x="2031" y="490"/>
                  </a:cubicBezTo>
                  <a:cubicBezTo>
                    <a:pt x="2054" y="490"/>
                    <a:pt x="2077" y="490"/>
                    <a:pt x="2101" y="490"/>
                  </a:cubicBezTo>
                  <a:cubicBezTo>
                    <a:pt x="2101" y="513"/>
                    <a:pt x="2101" y="536"/>
                    <a:pt x="2101" y="560"/>
                  </a:cubicBezTo>
                  <a:cubicBezTo>
                    <a:pt x="2124" y="560"/>
                    <a:pt x="2147" y="560"/>
                    <a:pt x="2171" y="560"/>
                  </a:cubicBezTo>
                  <a:cubicBezTo>
                    <a:pt x="2171" y="606"/>
                    <a:pt x="2171" y="653"/>
                    <a:pt x="2171" y="700"/>
                  </a:cubicBezTo>
                  <a:cubicBezTo>
                    <a:pt x="2194" y="700"/>
                    <a:pt x="2217" y="700"/>
                    <a:pt x="2241" y="700"/>
                  </a:cubicBezTo>
                  <a:cubicBezTo>
                    <a:pt x="2241" y="746"/>
                    <a:pt x="2241" y="793"/>
                    <a:pt x="2241" y="840"/>
                  </a:cubicBezTo>
                  <a:cubicBezTo>
                    <a:pt x="2264" y="840"/>
                    <a:pt x="2287" y="840"/>
                    <a:pt x="2311" y="840"/>
                  </a:cubicBezTo>
                  <a:cubicBezTo>
                    <a:pt x="2311" y="1048"/>
                    <a:pt x="2311" y="1256"/>
                    <a:pt x="2311" y="1470"/>
                  </a:cubicBezTo>
                  <a:cubicBezTo>
                    <a:pt x="2288" y="1470"/>
                    <a:pt x="2264" y="1470"/>
                    <a:pt x="2241" y="1470"/>
                  </a:cubicBezTo>
                  <a:cubicBezTo>
                    <a:pt x="2241" y="1540"/>
                    <a:pt x="2241" y="1609"/>
                    <a:pt x="2241" y="1680"/>
                  </a:cubicBezTo>
                  <a:cubicBezTo>
                    <a:pt x="2218" y="1680"/>
                    <a:pt x="2194" y="1680"/>
                    <a:pt x="2171" y="1680"/>
                  </a:cubicBezTo>
                  <a:cubicBezTo>
                    <a:pt x="2171" y="1704"/>
                    <a:pt x="2171" y="1727"/>
                    <a:pt x="2171" y="1751"/>
                  </a:cubicBezTo>
                  <a:cubicBezTo>
                    <a:pt x="2148" y="1751"/>
                    <a:pt x="2124" y="1751"/>
                    <a:pt x="2101" y="1751"/>
                  </a:cubicBezTo>
                  <a:cubicBezTo>
                    <a:pt x="2101" y="1797"/>
                    <a:pt x="2101" y="1843"/>
                    <a:pt x="2101" y="1891"/>
                  </a:cubicBezTo>
                  <a:cubicBezTo>
                    <a:pt x="2078" y="1891"/>
                    <a:pt x="2054" y="1891"/>
                    <a:pt x="2031" y="1891"/>
                  </a:cubicBezTo>
                  <a:cubicBezTo>
                    <a:pt x="2031" y="1914"/>
                    <a:pt x="2031" y="1937"/>
                    <a:pt x="2031" y="1961"/>
                  </a:cubicBezTo>
                  <a:cubicBezTo>
                    <a:pt x="2007" y="1961"/>
                    <a:pt x="1984" y="1961"/>
                    <a:pt x="1961" y="1961"/>
                  </a:cubicBezTo>
                  <a:cubicBezTo>
                    <a:pt x="1961" y="1984"/>
                    <a:pt x="1961" y="2007"/>
                    <a:pt x="1961" y="2031"/>
                  </a:cubicBezTo>
                  <a:cubicBezTo>
                    <a:pt x="1937" y="2031"/>
                    <a:pt x="1914" y="2031"/>
                    <a:pt x="1891" y="2031"/>
                  </a:cubicBezTo>
                  <a:cubicBezTo>
                    <a:pt x="1891" y="2054"/>
                    <a:pt x="1891" y="2077"/>
                    <a:pt x="1891" y="2101"/>
                  </a:cubicBezTo>
                  <a:cubicBezTo>
                    <a:pt x="1844" y="2101"/>
                    <a:pt x="1798" y="2101"/>
                    <a:pt x="1751" y="2101"/>
                  </a:cubicBezTo>
                  <a:cubicBezTo>
                    <a:pt x="1751" y="2124"/>
                    <a:pt x="1751" y="2147"/>
                    <a:pt x="1751" y="2171"/>
                  </a:cubicBezTo>
                  <a:cubicBezTo>
                    <a:pt x="1727" y="2171"/>
                    <a:pt x="1704" y="2171"/>
                    <a:pt x="1680" y="2171"/>
                  </a:cubicBezTo>
                  <a:cubicBezTo>
                    <a:pt x="1680" y="2194"/>
                    <a:pt x="1680" y="2217"/>
                    <a:pt x="1680" y="2241"/>
                  </a:cubicBezTo>
                  <a:cubicBezTo>
                    <a:pt x="1611" y="2241"/>
                    <a:pt x="1542" y="2241"/>
                    <a:pt x="1470" y="2241"/>
                  </a:cubicBezTo>
                  <a:cubicBezTo>
                    <a:pt x="1470" y="2264"/>
                    <a:pt x="1470" y="2287"/>
                    <a:pt x="1470" y="2311"/>
                  </a:cubicBezTo>
                  <a:cubicBezTo>
                    <a:pt x="1262" y="2311"/>
                    <a:pt x="1055" y="2311"/>
                    <a:pt x="840" y="2311"/>
                  </a:cubicBezTo>
                  <a:cubicBezTo>
                    <a:pt x="840" y="2288"/>
                    <a:pt x="840" y="2264"/>
                    <a:pt x="840" y="2241"/>
                  </a:cubicBezTo>
                  <a:cubicBezTo>
                    <a:pt x="794" y="2241"/>
                    <a:pt x="748" y="2241"/>
                    <a:pt x="700" y="2241"/>
                  </a:cubicBezTo>
                  <a:cubicBezTo>
                    <a:pt x="700" y="2218"/>
                    <a:pt x="700" y="2194"/>
                    <a:pt x="700" y="2171"/>
                  </a:cubicBezTo>
                  <a:cubicBezTo>
                    <a:pt x="654" y="2171"/>
                    <a:pt x="608" y="2171"/>
                    <a:pt x="560" y="2171"/>
                  </a:cubicBezTo>
                  <a:cubicBezTo>
                    <a:pt x="560" y="2148"/>
                    <a:pt x="560" y="2124"/>
                    <a:pt x="560" y="2101"/>
                  </a:cubicBezTo>
                  <a:cubicBezTo>
                    <a:pt x="514" y="2101"/>
                    <a:pt x="468" y="2101"/>
                    <a:pt x="420" y="2101"/>
                  </a:cubicBezTo>
                  <a:cubicBezTo>
                    <a:pt x="420" y="2078"/>
                    <a:pt x="420" y="2054"/>
                    <a:pt x="420" y="2031"/>
                  </a:cubicBezTo>
                  <a:cubicBezTo>
                    <a:pt x="397" y="2031"/>
                    <a:pt x="374" y="2031"/>
                    <a:pt x="350" y="2031"/>
                  </a:cubicBezTo>
                  <a:cubicBezTo>
                    <a:pt x="350" y="2007"/>
                    <a:pt x="350" y="1984"/>
                    <a:pt x="350" y="1961"/>
                  </a:cubicBezTo>
                  <a:cubicBezTo>
                    <a:pt x="327" y="1961"/>
                    <a:pt x="304" y="1961"/>
                    <a:pt x="280" y="1961"/>
                  </a:cubicBezTo>
                  <a:cubicBezTo>
                    <a:pt x="280" y="1937"/>
                    <a:pt x="280" y="1914"/>
                    <a:pt x="280" y="1891"/>
                  </a:cubicBezTo>
                  <a:cubicBezTo>
                    <a:pt x="257" y="1891"/>
                    <a:pt x="234" y="1891"/>
                    <a:pt x="210" y="1891"/>
                  </a:cubicBezTo>
                  <a:cubicBezTo>
                    <a:pt x="210" y="1844"/>
                    <a:pt x="210" y="1798"/>
                    <a:pt x="210" y="1751"/>
                  </a:cubicBezTo>
                  <a:cubicBezTo>
                    <a:pt x="187" y="1751"/>
                    <a:pt x="164" y="1751"/>
                    <a:pt x="140" y="1751"/>
                  </a:cubicBezTo>
                  <a:cubicBezTo>
                    <a:pt x="140" y="1704"/>
                    <a:pt x="140" y="1658"/>
                    <a:pt x="140" y="1610"/>
                  </a:cubicBezTo>
                  <a:cubicBezTo>
                    <a:pt x="117" y="1610"/>
                    <a:pt x="94" y="1610"/>
                    <a:pt x="70" y="1610"/>
                  </a:cubicBezTo>
                  <a:cubicBezTo>
                    <a:pt x="70" y="1541"/>
                    <a:pt x="70" y="1472"/>
                    <a:pt x="70" y="1400"/>
                  </a:cubicBezTo>
                  <a:cubicBezTo>
                    <a:pt x="47" y="1400"/>
                    <a:pt x="24" y="1400"/>
                    <a:pt x="0" y="1400"/>
                  </a:cubicBezTo>
                  <a:cubicBezTo>
                    <a:pt x="0" y="1262"/>
                    <a:pt x="0" y="1123"/>
                    <a:pt x="0" y="980"/>
                  </a:cubicBezTo>
                  <a:cubicBezTo>
                    <a:pt x="23" y="980"/>
                    <a:pt x="46" y="980"/>
                    <a:pt x="70" y="980"/>
                  </a:cubicBezTo>
                  <a:cubicBezTo>
                    <a:pt x="70" y="888"/>
                    <a:pt x="70" y="795"/>
                    <a:pt x="70" y="700"/>
                  </a:cubicBezTo>
                  <a:cubicBezTo>
                    <a:pt x="93" y="700"/>
                    <a:pt x="116" y="700"/>
                    <a:pt x="140" y="700"/>
                  </a:cubicBezTo>
                  <a:cubicBezTo>
                    <a:pt x="140" y="654"/>
                    <a:pt x="140" y="608"/>
                    <a:pt x="140" y="560"/>
                  </a:cubicBezTo>
                  <a:cubicBezTo>
                    <a:pt x="163" y="560"/>
                    <a:pt x="186" y="560"/>
                    <a:pt x="210" y="560"/>
                  </a:cubicBezTo>
                  <a:cubicBezTo>
                    <a:pt x="210" y="537"/>
                    <a:pt x="210" y="514"/>
                    <a:pt x="210" y="490"/>
                  </a:cubicBezTo>
                  <a:cubicBezTo>
                    <a:pt x="233" y="490"/>
                    <a:pt x="256" y="490"/>
                    <a:pt x="280" y="490"/>
                  </a:cubicBezTo>
                  <a:cubicBezTo>
                    <a:pt x="280" y="467"/>
                    <a:pt x="280" y="444"/>
                    <a:pt x="280" y="420"/>
                  </a:cubicBezTo>
                  <a:cubicBezTo>
                    <a:pt x="303" y="420"/>
                    <a:pt x="326" y="420"/>
                    <a:pt x="350" y="420"/>
                  </a:cubicBezTo>
                  <a:cubicBezTo>
                    <a:pt x="350" y="397"/>
                    <a:pt x="350" y="374"/>
                    <a:pt x="350" y="350"/>
                  </a:cubicBezTo>
                  <a:cubicBezTo>
                    <a:pt x="373" y="350"/>
                    <a:pt x="396" y="350"/>
                    <a:pt x="420" y="350"/>
                  </a:cubicBezTo>
                  <a:cubicBezTo>
                    <a:pt x="420" y="327"/>
                    <a:pt x="420" y="304"/>
                    <a:pt x="420" y="280"/>
                  </a:cubicBezTo>
                  <a:cubicBezTo>
                    <a:pt x="443" y="280"/>
                    <a:pt x="466" y="280"/>
                    <a:pt x="490" y="280"/>
                  </a:cubicBezTo>
                  <a:cubicBezTo>
                    <a:pt x="490" y="257"/>
                    <a:pt x="490" y="234"/>
                    <a:pt x="490" y="210"/>
                  </a:cubicBezTo>
                  <a:cubicBezTo>
                    <a:pt x="536" y="210"/>
                    <a:pt x="583" y="210"/>
                    <a:pt x="630" y="210"/>
                  </a:cubicBezTo>
                  <a:cubicBezTo>
                    <a:pt x="630" y="187"/>
                    <a:pt x="630" y="164"/>
                    <a:pt x="630" y="140"/>
                  </a:cubicBezTo>
                  <a:cubicBezTo>
                    <a:pt x="676" y="140"/>
                    <a:pt x="723" y="140"/>
                    <a:pt x="770" y="140"/>
                  </a:cubicBezTo>
                  <a:cubicBezTo>
                    <a:pt x="770" y="117"/>
                    <a:pt x="770" y="94"/>
                    <a:pt x="770" y="70"/>
                  </a:cubicBezTo>
                  <a:cubicBezTo>
                    <a:pt x="863" y="70"/>
                    <a:pt x="955" y="70"/>
                    <a:pt x="1050" y="70"/>
                  </a:cubicBezTo>
                  <a:cubicBezTo>
                    <a:pt x="1050" y="47"/>
                    <a:pt x="1050" y="24"/>
                    <a:pt x="105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74" name="ICON_HARNESS_GRAPH_path_007"/>
            <p:cNvSpPr/>
            <p:nvPr/>
          </p:nvSpPr>
          <p:spPr>
            <a:xfrm>
              <a:off x="6702478" y="6497091"/>
              <a:ext cx="27567" cy="27567"/>
            </a:xfrm>
            <a:custGeom>
              <a:avLst/>
              <a:gdLst/>
              <a:ahLst/>
              <a:cxnLst/>
              <a:rect l="0" t="0" r="r" b="b"/>
              <a:pathLst>
                <a:path w="2171" h="2171" fill="norm" stroke="0">
                  <a:moveTo>
                    <a:pt x="840" y="0"/>
                  </a:moveTo>
                  <a:cubicBezTo>
                    <a:pt x="1002" y="0"/>
                    <a:pt x="1164" y="0"/>
                    <a:pt x="1330" y="0"/>
                  </a:cubicBezTo>
                  <a:cubicBezTo>
                    <a:pt x="1330" y="23"/>
                    <a:pt x="1330" y="46"/>
                    <a:pt x="1330" y="70"/>
                  </a:cubicBezTo>
                  <a:cubicBezTo>
                    <a:pt x="1400" y="70"/>
                    <a:pt x="1469" y="70"/>
                    <a:pt x="1540" y="70"/>
                  </a:cubicBezTo>
                  <a:cubicBezTo>
                    <a:pt x="1540" y="93"/>
                    <a:pt x="1540" y="116"/>
                    <a:pt x="1540" y="140"/>
                  </a:cubicBezTo>
                  <a:cubicBezTo>
                    <a:pt x="1587" y="140"/>
                    <a:pt x="1633" y="140"/>
                    <a:pt x="1680" y="140"/>
                  </a:cubicBezTo>
                  <a:cubicBezTo>
                    <a:pt x="1680" y="163"/>
                    <a:pt x="1680" y="186"/>
                    <a:pt x="1680" y="210"/>
                  </a:cubicBezTo>
                  <a:cubicBezTo>
                    <a:pt x="1704" y="210"/>
                    <a:pt x="1727" y="210"/>
                    <a:pt x="1751" y="210"/>
                  </a:cubicBezTo>
                  <a:cubicBezTo>
                    <a:pt x="1751" y="233"/>
                    <a:pt x="1751" y="256"/>
                    <a:pt x="1751" y="280"/>
                  </a:cubicBezTo>
                  <a:cubicBezTo>
                    <a:pt x="1774" y="280"/>
                    <a:pt x="1797" y="280"/>
                    <a:pt x="1821" y="280"/>
                  </a:cubicBezTo>
                  <a:cubicBezTo>
                    <a:pt x="1821" y="303"/>
                    <a:pt x="1821" y="326"/>
                    <a:pt x="1821" y="350"/>
                  </a:cubicBezTo>
                  <a:cubicBezTo>
                    <a:pt x="1844" y="350"/>
                    <a:pt x="1867" y="350"/>
                    <a:pt x="1891" y="350"/>
                  </a:cubicBezTo>
                  <a:cubicBezTo>
                    <a:pt x="1891" y="373"/>
                    <a:pt x="1891" y="396"/>
                    <a:pt x="1891" y="420"/>
                  </a:cubicBezTo>
                  <a:cubicBezTo>
                    <a:pt x="1914" y="420"/>
                    <a:pt x="1937" y="420"/>
                    <a:pt x="1961" y="420"/>
                  </a:cubicBezTo>
                  <a:cubicBezTo>
                    <a:pt x="1961" y="443"/>
                    <a:pt x="1961" y="466"/>
                    <a:pt x="1961" y="490"/>
                  </a:cubicBezTo>
                  <a:cubicBezTo>
                    <a:pt x="1984" y="490"/>
                    <a:pt x="2007" y="490"/>
                    <a:pt x="2031" y="490"/>
                  </a:cubicBezTo>
                  <a:cubicBezTo>
                    <a:pt x="2031" y="536"/>
                    <a:pt x="2031" y="583"/>
                    <a:pt x="2031" y="630"/>
                  </a:cubicBezTo>
                  <a:cubicBezTo>
                    <a:pt x="2054" y="630"/>
                    <a:pt x="2077" y="630"/>
                    <a:pt x="2101" y="630"/>
                  </a:cubicBezTo>
                  <a:cubicBezTo>
                    <a:pt x="2101" y="700"/>
                    <a:pt x="2101" y="769"/>
                    <a:pt x="2101" y="840"/>
                  </a:cubicBezTo>
                  <a:cubicBezTo>
                    <a:pt x="2124" y="840"/>
                    <a:pt x="2147" y="840"/>
                    <a:pt x="2171" y="840"/>
                  </a:cubicBezTo>
                  <a:cubicBezTo>
                    <a:pt x="2171" y="1002"/>
                    <a:pt x="2171" y="1164"/>
                    <a:pt x="2171" y="1330"/>
                  </a:cubicBezTo>
                  <a:cubicBezTo>
                    <a:pt x="2148" y="1330"/>
                    <a:pt x="2124" y="1330"/>
                    <a:pt x="2101" y="1330"/>
                  </a:cubicBezTo>
                  <a:cubicBezTo>
                    <a:pt x="2101" y="1400"/>
                    <a:pt x="2101" y="1469"/>
                    <a:pt x="2101" y="1540"/>
                  </a:cubicBezTo>
                  <a:cubicBezTo>
                    <a:pt x="2078" y="1540"/>
                    <a:pt x="2054" y="1540"/>
                    <a:pt x="2031" y="1540"/>
                  </a:cubicBezTo>
                  <a:cubicBezTo>
                    <a:pt x="2031" y="1564"/>
                    <a:pt x="2031" y="1587"/>
                    <a:pt x="2031" y="1610"/>
                  </a:cubicBezTo>
                  <a:cubicBezTo>
                    <a:pt x="2007" y="1610"/>
                    <a:pt x="1984" y="1610"/>
                    <a:pt x="1961" y="1610"/>
                  </a:cubicBezTo>
                  <a:cubicBezTo>
                    <a:pt x="1961" y="1657"/>
                    <a:pt x="1961" y="1703"/>
                    <a:pt x="1961" y="1751"/>
                  </a:cubicBezTo>
                  <a:cubicBezTo>
                    <a:pt x="1937" y="1751"/>
                    <a:pt x="1914" y="1751"/>
                    <a:pt x="1891" y="1751"/>
                  </a:cubicBezTo>
                  <a:cubicBezTo>
                    <a:pt x="1891" y="1774"/>
                    <a:pt x="1891" y="1797"/>
                    <a:pt x="1891" y="1821"/>
                  </a:cubicBezTo>
                  <a:cubicBezTo>
                    <a:pt x="1867" y="1821"/>
                    <a:pt x="1844" y="1821"/>
                    <a:pt x="1821" y="1821"/>
                  </a:cubicBezTo>
                  <a:cubicBezTo>
                    <a:pt x="1821" y="1844"/>
                    <a:pt x="1821" y="1867"/>
                    <a:pt x="1821" y="1891"/>
                  </a:cubicBezTo>
                  <a:cubicBezTo>
                    <a:pt x="1797" y="1891"/>
                    <a:pt x="1774" y="1891"/>
                    <a:pt x="1751" y="1891"/>
                  </a:cubicBezTo>
                  <a:cubicBezTo>
                    <a:pt x="1751" y="1914"/>
                    <a:pt x="1751" y="1937"/>
                    <a:pt x="1751" y="1961"/>
                  </a:cubicBezTo>
                  <a:cubicBezTo>
                    <a:pt x="1704" y="1961"/>
                    <a:pt x="1658" y="1961"/>
                    <a:pt x="1610" y="1961"/>
                  </a:cubicBezTo>
                  <a:cubicBezTo>
                    <a:pt x="1610" y="1984"/>
                    <a:pt x="1610" y="2007"/>
                    <a:pt x="1610" y="2031"/>
                  </a:cubicBezTo>
                  <a:cubicBezTo>
                    <a:pt x="1564" y="2031"/>
                    <a:pt x="1518" y="2031"/>
                    <a:pt x="1470" y="2031"/>
                  </a:cubicBezTo>
                  <a:cubicBezTo>
                    <a:pt x="1470" y="2054"/>
                    <a:pt x="1470" y="2077"/>
                    <a:pt x="1470" y="2101"/>
                  </a:cubicBezTo>
                  <a:cubicBezTo>
                    <a:pt x="1378" y="2101"/>
                    <a:pt x="1286" y="2101"/>
                    <a:pt x="1190" y="2101"/>
                  </a:cubicBezTo>
                  <a:cubicBezTo>
                    <a:pt x="1190" y="2124"/>
                    <a:pt x="1190" y="2147"/>
                    <a:pt x="1190" y="2171"/>
                  </a:cubicBezTo>
                  <a:cubicBezTo>
                    <a:pt x="1121" y="2171"/>
                    <a:pt x="1052" y="2171"/>
                    <a:pt x="980" y="2171"/>
                  </a:cubicBezTo>
                  <a:cubicBezTo>
                    <a:pt x="980" y="2148"/>
                    <a:pt x="980" y="2124"/>
                    <a:pt x="980" y="2101"/>
                  </a:cubicBezTo>
                  <a:cubicBezTo>
                    <a:pt x="888" y="2101"/>
                    <a:pt x="795" y="2101"/>
                    <a:pt x="700" y="2101"/>
                  </a:cubicBezTo>
                  <a:cubicBezTo>
                    <a:pt x="700" y="2078"/>
                    <a:pt x="700" y="2054"/>
                    <a:pt x="700" y="2031"/>
                  </a:cubicBezTo>
                  <a:cubicBezTo>
                    <a:pt x="654" y="2031"/>
                    <a:pt x="608" y="2031"/>
                    <a:pt x="560" y="2031"/>
                  </a:cubicBezTo>
                  <a:cubicBezTo>
                    <a:pt x="560" y="2007"/>
                    <a:pt x="560" y="1984"/>
                    <a:pt x="560" y="1961"/>
                  </a:cubicBezTo>
                  <a:cubicBezTo>
                    <a:pt x="514" y="1961"/>
                    <a:pt x="468" y="1961"/>
                    <a:pt x="420" y="1961"/>
                  </a:cubicBezTo>
                  <a:cubicBezTo>
                    <a:pt x="420" y="1937"/>
                    <a:pt x="420" y="1914"/>
                    <a:pt x="420" y="1891"/>
                  </a:cubicBezTo>
                  <a:cubicBezTo>
                    <a:pt x="397" y="1891"/>
                    <a:pt x="374" y="1891"/>
                    <a:pt x="350" y="1891"/>
                  </a:cubicBezTo>
                  <a:cubicBezTo>
                    <a:pt x="350" y="1867"/>
                    <a:pt x="350" y="1844"/>
                    <a:pt x="350" y="1821"/>
                  </a:cubicBezTo>
                  <a:cubicBezTo>
                    <a:pt x="327" y="1821"/>
                    <a:pt x="304" y="1821"/>
                    <a:pt x="280" y="1821"/>
                  </a:cubicBezTo>
                  <a:cubicBezTo>
                    <a:pt x="280" y="1797"/>
                    <a:pt x="280" y="1774"/>
                    <a:pt x="280" y="1751"/>
                  </a:cubicBezTo>
                  <a:cubicBezTo>
                    <a:pt x="257" y="1751"/>
                    <a:pt x="234" y="1751"/>
                    <a:pt x="210" y="1751"/>
                  </a:cubicBezTo>
                  <a:cubicBezTo>
                    <a:pt x="210" y="1704"/>
                    <a:pt x="210" y="1658"/>
                    <a:pt x="210" y="1610"/>
                  </a:cubicBezTo>
                  <a:cubicBezTo>
                    <a:pt x="187" y="1610"/>
                    <a:pt x="164" y="1610"/>
                    <a:pt x="140" y="1610"/>
                  </a:cubicBezTo>
                  <a:cubicBezTo>
                    <a:pt x="140" y="1587"/>
                    <a:pt x="140" y="1564"/>
                    <a:pt x="140" y="1540"/>
                  </a:cubicBezTo>
                  <a:cubicBezTo>
                    <a:pt x="117" y="1540"/>
                    <a:pt x="94" y="1540"/>
                    <a:pt x="70" y="1540"/>
                  </a:cubicBezTo>
                  <a:cubicBezTo>
                    <a:pt x="70" y="1448"/>
                    <a:pt x="70" y="1356"/>
                    <a:pt x="70" y="1260"/>
                  </a:cubicBezTo>
                  <a:cubicBezTo>
                    <a:pt x="47" y="1260"/>
                    <a:pt x="24" y="1260"/>
                    <a:pt x="0" y="1260"/>
                  </a:cubicBezTo>
                  <a:cubicBezTo>
                    <a:pt x="0" y="1145"/>
                    <a:pt x="0" y="1029"/>
                    <a:pt x="0" y="910"/>
                  </a:cubicBezTo>
                  <a:cubicBezTo>
                    <a:pt x="23" y="910"/>
                    <a:pt x="46" y="910"/>
                    <a:pt x="70" y="910"/>
                  </a:cubicBezTo>
                  <a:cubicBezTo>
                    <a:pt x="70" y="841"/>
                    <a:pt x="70" y="772"/>
                    <a:pt x="70" y="700"/>
                  </a:cubicBezTo>
                  <a:cubicBezTo>
                    <a:pt x="93" y="700"/>
                    <a:pt x="116" y="700"/>
                    <a:pt x="140" y="700"/>
                  </a:cubicBezTo>
                  <a:cubicBezTo>
                    <a:pt x="140" y="654"/>
                    <a:pt x="140" y="608"/>
                    <a:pt x="140" y="560"/>
                  </a:cubicBezTo>
                  <a:cubicBezTo>
                    <a:pt x="163" y="560"/>
                    <a:pt x="186" y="560"/>
                    <a:pt x="210" y="560"/>
                  </a:cubicBezTo>
                  <a:cubicBezTo>
                    <a:pt x="210" y="514"/>
                    <a:pt x="210" y="468"/>
                    <a:pt x="210" y="420"/>
                  </a:cubicBezTo>
                  <a:cubicBezTo>
                    <a:pt x="233" y="420"/>
                    <a:pt x="256" y="420"/>
                    <a:pt x="280" y="420"/>
                  </a:cubicBezTo>
                  <a:cubicBezTo>
                    <a:pt x="280" y="397"/>
                    <a:pt x="280" y="374"/>
                    <a:pt x="280" y="350"/>
                  </a:cubicBezTo>
                  <a:cubicBezTo>
                    <a:pt x="303" y="350"/>
                    <a:pt x="326" y="350"/>
                    <a:pt x="350" y="350"/>
                  </a:cubicBezTo>
                  <a:cubicBezTo>
                    <a:pt x="350" y="327"/>
                    <a:pt x="350" y="304"/>
                    <a:pt x="350" y="280"/>
                  </a:cubicBezTo>
                  <a:cubicBezTo>
                    <a:pt x="373" y="280"/>
                    <a:pt x="396" y="280"/>
                    <a:pt x="420" y="280"/>
                  </a:cubicBezTo>
                  <a:cubicBezTo>
                    <a:pt x="420" y="257"/>
                    <a:pt x="420" y="234"/>
                    <a:pt x="420" y="210"/>
                  </a:cubicBezTo>
                  <a:cubicBezTo>
                    <a:pt x="443" y="210"/>
                    <a:pt x="466" y="210"/>
                    <a:pt x="490" y="210"/>
                  </a:cubicBezTo>
                  <a:cubicBezTo>
                    <a:pt x="490" y="187"/>
                    <a:pt x="490" y="164"/>
                    <a:pt x="490" y="140"/>
                  </a:cubicBezTo>
                  <a:cubicBezTo>
                    <a:pt x="536" y="140"/>
                    <a:pt x="583" y="140"/>
                    <a:pt x="630" y="140"/>
                  </a:cubicBezTo>
                  <a:cubicBezTo>
                    <a:pt x="630" y="117"/>
                    <a:pt x="630" y="94"/>
                    <a:pt x="630" y="70"/>
                  </a:cubicBezTo>
                  <a:cubicBezTo>
                    <a:pt x="700" y="70"/>
                    <a:pt x="769" y="70"/>
                    <a:pt x="840" y="70"/>
                  </a:cubicBezTo>
                  <a:cubicBezTo>
                    <a:pt x="840" y="47"/>
                    <a:pt x="840" y="24"/>
                    <a:pt x="84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75" name="ICON_HARNESS_GRAPH_path_008"/>
            <p:cNvSpPr/>
            <p:nvPr/>
          </p:nvSpPr>
          <p:spPr>
            <a:xfrm>
              <a:off x="6690028" y="6579792"/>
              <a:ext cx="24899" cy="25789"/>
            </a:xfrm>
            <a:custGeom>
              <a:avLst/>
              <a:gdLst/>
              <a:ahLst/>
              <a:cxnLst/>
              <a:rect l="0" t="0" r="r" b="b"/>
              <a:pathLst>
                <a:path w="1961" h="2031" fill="norm" stroke="0">
                  <a:moveTo>
                    <a:pt x="770" y="0"/>
                  </a:moveTo>
                  <a:cubicBezTo>
                    <a:pt x="886" y="0"/>
                    <a:pt x="1001" y="0"/>
                    <a:pt x="1120" y="0"/>
                  </a:cubicBezTo>
                  <a:cubicBezTo>
                    <a:pt x="1120" y="23"/>
                    <a:pt x="1120" y="46"/>
                    <a:pt x="1120" y="70"/>
                  </a:cubicBezTo>
                  <a:cubicBezTo>
                    <a:pt x="1190" y="70"/>
                    <a:pt x="1259" y="70"/>
                    <a:pt x="1330" y="70"/>
                  </a:cubicBezTo>
                  <a:cubicBezTo>
                    <a:pt x="1330" y="93"/>
                    <a:pt x="1330" y="116"/>
                    <a:pt x="1330" y="140"/>
                  </a:cubicBezTo>
                  <a:cubicBezTo>
                    <a:pt x="1377" y="140"/>
                    <a:pt x="1423" y="140"/>
                    <a:pt x="1470" y="140"/>
                  </a:cubicBezTo>
                  <a:cubicBezTo>
                    <a:pt x="1470" y="163"/>
                    <a:pt x="1470" y="186"/>
                    <a:pt x="1470" y="210"/>
                  </a:cubicBezTo>
                  <a:cubicBezTo>
                    <a:pt x="1494" y="210"/>
                    <a:pt x="1517" y="210"/>
                    <a:pt x="1540" y="210"/>
                  </a:cubicBezTo>
                  <a:cubicBezTo>
                    <a:pt x="1540" y="233"/>
                    <a:pt x="1540" y="256"/>
                    <a:pt x="1540" y="280"/>
                  </a:cubicBezTo>
                  <a:cubicBezTo>
                    <a:pt x="1587" y="280"/>
                    <a:pt x="1633" y="280"/>
                    <a:pt x="1680" y="280"/>
                  </a:cubicBezTo>
                  <a:cubicBezTo>
                    <a:pt x="1680" y="303"/>
                    <a:pt x="1680" y="326"/>
                    <a:pt x="1680" y="350"/>
                  </a:cubicBezTo>
                  <a:cubicBezTo>
                    <a:pt x="1704" y="350"/>
                    <a:pt x="1727" y="350"/>
                    <a:pt x="1751" y="350"/>
                  </a:cubicBezTo>
                  <a:cubicBezTo>
                    <a:pt x="1751" y="396"/>
                    <a:pt x="1751" y="443"/>
                    <a:pt x="1751" y="490"/>
                  </a:cubicBezTo>
                  <a:cubicBezTo>
                    <a:pt x="1774" y="490"/>
                    <a:pt x="1797" y="490"/>
                    <a:pt x="1821" y="490"/>
                  </a:cubicBezTo>
                  <a:cubicBezTo>
                    <a:pt x="1821" y="536"/>
                    <a:pt x="1821" y="583"/>
                    <a:pt x="1821" y="630"/>
                  </a:cubicBezTo>
                  <a:cubicBezTo>
                    <a:pt x="1844" y="630"/>
                    <a:pt x="1867" y="630"/>
                    <a:pt x="1891" y="630"/>
                  </a:cubicBezTo>
                  <a:cubicBezTo>
                    <a:pt x="1891" y="676"/>
                    <a:pt x="1891" y="723"/>
                    <a:pt x="1891" y="770"/>
                  </a:cubicBezTo>
                  <a:cubicBezTo>
                    <a:pt x="1914" y="770"/>
                    <a:pt x="1937" y="770"/>
                    <a:pt x="1961" y="770"/>
                  </a:cubicBezTo>
                  <a:cubicBezTo>
                    <a:pt x="1961" y="955"/>
                    <a:pt x="1961" y="1140"/>
                    <a:pt x="1961" y="1330"/>
                  </a:cubicBezTo>
                  <a:cubicBezTo>
                    <a:pt x="1937" y="1330"/>
                    <a:pt x="1914" y="1330"/>
                    <a:pt x="1891" y="1330"/>
                  </a:cubicBezTo>
                  <a:cubicBezTo>
                    <a:pt x="1891" y="1377"/>
                    <a:pt x="1891" y="1423"/>
                    <a:pt x="1891" y="1470"/>
                  </a:cubicBezTo>
                  <a:cubicBezTo>
                    <a:pt x="1867" y="1470"/>
                    <a:pt x="1844" y="1470"/>
                    <a:pt x="1821" y="1470"/>
                  </a:cubicBezTo>
                  <a:cubicBezTo>
                    <a:pt x="1821" y="1517"/>
                    <a:pt x="1821" y="1563"/>
                    <a:pt x="1821" y="1610"/>
                  </a:cubicBezTo>
                  <a:cubicBezTo>
                    <a:pt x="1797" y="1610"/>
                    <a:pt x="1774" y="1610"/>
                    <a:pt x="1751" y="1610"/>
                  </a:cubicBezTo>
                  <a:cubicBezTo>
                    <a:pt x="1751" y="1634"/>
                    <a:pt x="1751" y="1657"/>
                    <a:pt x="1751" y="1680"/>
                  </a:cubicBezTo>
                  <a:cubicBezTo>
                    <a:pt x="1727" y="1680"/>
                    <a:pt x="1704" y="1680"/>
                    <a:pt x="1680" y="1680"/>
                  </a:cubicBezTo>
                  <a:cubicBezTo>
                    <a:pt x="1680" y="1704"/>
                    <a:pt x="1680" y="1727"/>
                    <a:pt x="1680" y="1751"/>
                  </a:cubicBezTo>
                  <a:cubicBezTo>
                    <a:pt x="1657" y="1751"/>
                    <a:pt x="1634" y="1751"/>
                    <a:pt x="1610" y="1751"/>
                  </a:cubicBezTo>
                  <a:cubicBezTo>
                    <a:pt x="1610" y="1774"/>
                    <a:pt x="1610" y="1797"/>
                    <a:pt x="1610" y="1821"/>
                  </a:cubicBezTo>
                  <a:cubicBezTo>
                    <a:pt x="1587" y="1821"/>
                    <a:pt x="1564" y="1821"/>
                    <a:pt x="1540" y="1821"/>
                  </a:cubicBezTo>
                  <a:cubicBezTo>
                    <a:pt x="1540" y="1844"/>
                    <a:pt x="1540" y="1867"/>
                    <a:pt x="1540" y="1891"/>
                  </a:cubicBezTo>
                  <a:cubicBezTo>
                    <a:pt x="1494" y="1891"/>
                    <a:pt x="1448" y="1891"/>
                    <a:pt x="1400" y="1891"/>
                  </a:cubicBezTo>
                  <a:cubicBezTo>
                    <a:pt x="1400" y="1914"/>
                    <a:pt x="1400" y="1937"/>
                    <a:pt x="1400" y="1961"/>
                  </a:cubicBezTo>
                  <a:cubicBezTo>
                    <a:pt x="1331" y="1961"/>
                    <a:pt x="1262" y="1961"/>
                    <a:pt x="1190" y="1961"/>
                  </a:cubicBezTo>
                  <a:cubicBezTo>
                    <a:pt x="1190" y="1984"/>
                    <a:pt x="1190" y="2007"/>
                    <a:pt x="1190" y="2031"/>
                  </a:cubicBezTo>
                  <a:cubicBezTo>
                    <a:pt x="1029" y="2031"/>
                    <a:pt x="867" y="2031"/>
                    <a:pt x="700" y="2031"/>
                  </a:cubicBezTo>
                  <a:cubicBezTo>
                    <a:pt x="700" y="2007"/>
                    <a:pt x="700" y="1984"/>
                    <a:pt x="700" y="1961"/>
                  </a:cubicBezTo>
                  <a:cubicBezTo>
                    <a:pt x="654" y="1961"/>
                    <a:pt x="608" y="1961"/>
                    <a:pt x="560" y="1961"/>
                  </a:cubicBezTo>
                  <a:cubicBezTo>
                    <a:pt x="560" y="1937"/>
                    <a:pt x="560" y="1914"/>
                    <a:pt x="560" y="1891"/>
                  </a:cubicBezTo>
                  <a:cubicBezTo>
                    <a:pt x="514" y="1891"/>
                    <a:pt x="468" y="1891"/>
                    <a:pt x="420" y="1891"/>
                  </a:cubicBezTo>
                  <a:cubicBezTo>
                    <a:pt x="420" y="1867"/>
                    <a:pt x="420" y="1844"/>
                    <a:pt x="420" y="1821"/>
                  </a:cubicBezTo>
                  <a:cubicBezTo>
                    <a:pt x="374" y="1821"/>
                    <a:pt x="328" y="1821"/>
                    <a:pt x="280" y="1821"/>
                  </a:cubicBezTo>
                  <a:cubicBezTo>
                    <a:pt x="280" y="1797"/>
                    <a:pt x="280" y="1774"/>
                    <a:pt x="280" y="1751"/>
                  </a:cubicBezTo>
                  <a:cubicBezTo>
                    <a:pt x="257" y="1751"/>
                    <a:pt x="234" y="1751"/>
                    <a:pt x="210" y="1751"/>
                  </a:cubicBezTo>
                  <a:cubicBezTo>
                    <a:pt x="210" y="1704"/>
                    <a:pt x="210" y="1658"/>
                    <a:pt x="210" y="1610"/>
                  </a:cubicBezTo>
                  <a:cubicBezTo>
                    <a:pt x="187" y="1610"/>
                    <a:pt x="164" y="1610"/>
                    <a:pt x="140" y="1610"/>
                  </a:cubicBezTo>
                  <a:cubicBezTo>
                    <a:pt x="140" y="1587"/>
                    <a:pt x="140" y="1564"/>
                    <a:pt x="140" y="1540"/>
                  </a:cubicBezTo>
                  <a:cubicBezTo>
                    <a:pt x="117" y="1540"/>
                    <a:pt x="94" y="1540"/>
                    <a:pt x="70" y="1540"/>
                  </a:cubicBezTo>
                  <a:cubicBezTo>
                    <a:pt x="70" y="1494"/>
                    <a:pt x="70" y="1448"/>
                    <a:pt x="70" y="1400"/>
                  </a:cubicBezTo>
                  <a:cubicBezTo>
                    <a:pt x="47" y="1400"/>
                    <a:pt x="24" y="1400"/>
                    <a:pt x="0" y="1400"/>
                  </a:cubicBezTo>
                  <a:cubicBezTo>
                    <a:pt x="0" y="1169"/>
                    <a:pt x="0" y="938"/>
                    <a:pt x="0" y="700"/>
                  </a:cubicBezTo>
                  <a:cubicBezTo>
                    <a:pt x="23" y="700"/>
                    <a:pt x="46" y="700"/>
                    <a:pt x="70" y="700"/>
                  </a:cubicBezTo>
                  <a:cubicBezTo>
                    <a:pt x="70" y="654"/>
                    <a:pt x="70" y="608"/>
                    <a:pt x="70" y="560"/>
                  </a:cubicBezTo>
                  <a:cubicBezTo>
                    <a:pt x="93" y="560"/>
                    <a:pt x="116" y="560"/>
                    <a:pt x="140" y="560"/>
                  </a:cubicBezTo>
                  <a:cubicBezTo>
                    <a:pt x="140" y="514"/>
                    <a:pt x="140" y="468"/>
                    <a:pt x="140" y="420"/>
                  </a:cubicBezTo>
                  <a:cubicBezTo>
                    <a:pt x="163" y="420"/>
                    <a:pt x="186" y="420"/>
                    <a:pt x="210" y="420"/>
                  </a:cubicBezTo>
                  <a:cubicBezTo>
                    <a:pt x="210" y="397"/>
                    <a:pt x="210" y="374"/>
                    <a:pt x="210" y="350"/>
                  </a:cubicBezTo>
                  <a:cubicBezTo>
                    <a:pt x="233" y="350"/>
                    <a:pt x="256" y="350"/>
                    <a:pt x="280" y="350"/>
                  </a:cubicBezTo>
                  <a:cubicBezTo>
                    <a:pt x="280" y="327"/>
                    <a:pt x="280" y="304"/>
                    <a:pt x="280" y="280"/>
                  </a:cubicBezTo>
                  <a:cubicBezTo>
                    <a:pt x="303" y="280"/>
                    <a:pt x="326" y="280"/>
                    <a:pt x="350" y="280"/>
                  </a:cubicBezTo>
                  <a:cubicBezTo>
                    <a:pt x="350" y="257"/>
                    <a:pt x="350" y="234"/>
                    <a:pt x="350" y="210"/>
                  </a:cubicBezTo>
                  <a:cubicBezTo>
                    <a:pt x="373" y="210"/>
                    <a:pt x="396" y="210"/>
                    <a:pt x="420" y="210"/>
                  </a:cubicBezTo>
                  <a:cubicBezTo>
                    <a:pt x="420" y="187"/>
                    <a:pt x="420" y="164"/>
                    <a:pt x="420" y="140"/>
                  </a:cubicBezTo>
                  <a:cubicBezTo>
                    <a:pt x="466" y="140"/>
                    <a:pt x="513" y="140"/>
                    <a:pt x="560" y="140"/>
                  </a:cubicBezTo>
                  <a:cubicBezTo>
                    <a:pt x="560" y="117"/>
                    <a:pt x="560" y="94"/>
                    <a:pt x="560" y="70"/>
                  </a:cubicBezTo>
                  <a:cubicBezTo>
                    <a:pt x="629" y="70"/>
                    <a:pt x="699" y="70"/>
                    <a:pt x="770" y="70"/>
                  </a:cubicBezTo>
                  <a:cubicBezTo>
                    <a:pt x="770" y="47"/>
                    <a:pt x="770" y="24"/>
                    <a:pt x="77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76" name="ICON_HARNESS_GRAPH_path_009"/>
            <p:cNvSpPr/>
            <p:nvPr/>
          </p:nvSpPr>
          <p:spPr>
            <a:xfrm>
              <a:off x="6632226" y="6465967"/>
              <a:ext cx="5336" cy="35571"/>
            </a:xfrm>
            <a:custGeom>
              <a:avLst/>
              <a:gdLst/>
              <a:ahLst/>
              <a:cxnLst/>
              <a:rect l="0" t="0" r="r" b="b"/>
              <a:pathLst>
                <a:path w="420" h="2801" fill="norm" stroke="0">
                  <a:moveTo>
                    <a:pt x="0" y="0"/>
                  </a:moveTo>
                  <a:cubicBezTo>
                    <a:pt x="46" y="0"/>
                    <a:pt x="92" y="0"/>
                    <a:pt x="140" y="0"/>
                  </a:cubicBezTo>
                  <a:cubicBezTo>
                    <a:pt x="140" y="23"/>
                    <a:pt x="140" y="46"/>
                    <a:pt x="140" y="70"/>
                  </a:cubicBezTo>
                  <a:cubicBezTo>
                    <a:pt x="186" y="70"/>
                    <a:pt x="232" y="70"/>
                    <a:pt x="280" y="70"/>
                  </a:cubicBezTo>
                  <a:cubicBezTo>
                    <a:pt x="280" y="93"/>
                    <a:pt x="280" y="116"/>
                    <a:pt x="280" y="140"/>
                  </a:cubicBezTo>
                  <a:cubicBezTo>
                    <a:pt x="303" y="140"/>
                    <a:pt x="326" y="140"/>
                    <a:pt x="350" y="140"/>
                  </a:cubicBezTo>
                  <a:cubicBezTo>
                    <a:pt x="350" y="163"/>
                    <a:pt x="350" y="186"/>
                    <a:pt x="350" y="210"/>
                  </a:cubicBezTo>
                  <a:cubicBezTo>
                    <a:pt x="373" y="210"/>
                    <a:pt x="396" y="210"/>
                    <a:pt x="420" y="210"/>
                  </a:cubicBezTo>
                  <a:cubicBezTo>
                    <a:pt x="420" y="1042"/>
                    <a:pt x="420" y="1874"/>
                    <a:pt x="420" y="2731"/>
                  </a:cubicBezTo>
                  <a:cubicBezTo>
                    <a:pt x="397" y="2731"/>
                    <a:pt x="374" y="2731"/>
                    <a:pt x="350" y="2731"/>
                  </a:cubicBezTo>
                  <a:cubicBezTo>
                    <a:pt x="350" y="2754"/>
                    <a:pt x="350" y="2777"/>
                    <a:pt x="350" y="2801"/>
                  </a:cubicBezTo>
                  <a:cubicBezTo>
                    <a:pt x="281" y="2801"/>
                    <a:pt x="211" y="2801"/>
                    <a:pt x="140" y="2801"/>
                  </a:cubicBezTo>
                  <a:cubicBezTo>
                    <a:pt x="140" y="2778"/>
                    <a:pt x="140" y="2755"/>
                    <a:pt x="140" y="2731"/>
                  </a:cubicBezTo>
                  <a:cubicBezTo>
                    <a:pt x="117" y="2731"/>
                    <a:pt x="94" y="2731"/>
                    <a:pt x="70" y="2731"/>
                  </a:cubicBezTo>
                  <a:cubicBezTo>
                    <a:pt x="70" y="2708"/>
                    <a:pt x="70" y="2685"/>
                    <a:pt x="70" y="2661"/>
                  </a:cubicBezTo>
                  <a:cubicBezTo>
                    <a:pt x="47" y="2661"/>
                    <a:pt x="24" y="2661"/>
                    <a:pt x="0" y="2661"/>
                  </a:cubicBezTo>
                  <a:cubicBezTo>
                    <a:pt x="0" y="2615"/>
                    <a:pt x="0" y="2568"/>
                    <a:pt x="0" y="2521"/>
                  </a:cubicBezTo>
                  <a:cubicBezTo>
                    <a:pt x="23" y="2521"/>
                    <a:pt x="46" y="2521"/>
                    <a:pt x="70" y="2521"/>
                  </a:cubicBezTo>
                  <a:cubicBezTo>
                    <a:pt x="70" y="2498"/>
                    <a:pt x="70" y="2475"/>
                    <a:pt x="70" y="2451"/>
                  </a:cubicBezTo>
                  <a:cubicBezTo>
                    <a:pt x="93" y="2451"/>
                    <a:pt x="116" y="2451"/>
                    <a:pt x="140" y="2451"/>
                  </a:cubicBezTo>
                  <a:cubicBezTo>
                    <a:pt x="140" y="2428"/>
                    <a:pt x="140" y="2405"/>
                    <a:pt x="140" y="2381"/>
                  </a:cubicBezTo>
                  <a:cubicBezTo>
                    <a:pt x="163" y="2381"/>
                    <a:pt x="186" y="2381"/>
                    <a:pt x="210" y="2381"/>
                  </a:cubicBezTo>
                  <a:cubicBezTo>
                    <a:pt x="210" y="2404"/>
                    <a:pt x="210" y="2427"/>
                    <a:pt x="210" y="2451"/>
                  </a:cubicBezTo>
                  <a:cubicBezTo>
                    <a:pt x="233" y="2451"/>
                    <a:pt x="256" y="2451"/>
                    <a:pt x="280" y="2451"/>
                  </a:cubicBezTo>
                  <a:cubicBezTo>
                    <a:pt x="280" y="1758"/>
                    <a:pt x="280" y="1064"/>
                    <a:pt x="280" y="350"/>
                  </a:cubicBezTo>
                  <a:cubicBezTo>
                    <a:pt x="257" y="350"/>
                    <a:pt x="234" y="350"/>
                    <a:pt x="210" y="350"/>
                  </a:cubicBezTo>
                  <a:cubicBezTo>
                    <a:pt x="210" y="373"/>
                    <a:pt x="210" y="396"/>
                    <a:pt x="210" y="420"/>
                  </a:cubicBezTo>
                  <a:cubicBezTo>
                    <a:pt x="187" y="420"/>
                    <a:pt x="164" y="420"/>
                    <a:pt x="140" y="420"/>
                  </a:cubicBezTo>
                  <a:cubicBezTo>
                    <a:pt x="140" y="328"/>
                    <a:pt x="140" y="235"/>
                    <a:pt x="140" y="140"/>
                  </a:cubicBezTo>
                  <a:cubicBezTo>
                    <a:pt x="117" y="140"/>
                    <a:pt x="94" y="140"/>
                    <a:pt x="70" y="140"/>
                  </a:cubicBezTo>
                  <a:cubicBezTo>
                    <a:pt x="50" y="109"/>
                    <a:pt x="50" y="109"/>
                    <a:pt x="35" y="70"/>
                  </a:cubicBezTo>
                  <a:cubicBezTo>
                    <a:pt x="28" y="57"/>
                    <a:pt x="22" y="44"/>
                    <a:pt x="15" y="31"/>
                  </a:cubicBezTo>
                  <a:cubicBezTo>
                    <a:pt x="10" y="21"/>
                    <a:pt x="5" y="10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77" name="ICON_HARNESS_GRAPH_path_010"/>
            <p:cNvSpPr/>
            <p:nvPr/>
          </p:nvSpPr>
          <p:spPr>
            <a:xfrm>
              <a:off x="6642897" y="6458852"/>
              <a:ext cx="15117" cy="42685"/>
            </a:xfrm>
            <a:custGeom>
              <a:avLst/>
              <a:gdLst/>
              <a:ahLst/>
              <a:cxnLst/>
              <a:rect l="0" t="0" r="r" b="b"/>
              <a:pathLst>
                <a:path w="1190" h="3361" fill="norm" stroke="0">
                  <a:moveTo>
                    <a:pt x="1120" y="0"/>
                  </a:moveTo>
                  <a:cubicBezTo>
                    <a:pt x="1143" y="12"/>
                    <a:pt x="1167" y="23"/>
                    <a:pt x="1190" y="35"/>
                  </a:cubicBezTo>
                  <a:cubicBezTo>
                    <a:pt x="1183" y="40"/>
                    <a:pt x="1176" y="45"/>
                    <a:pt x="1169" y="51"/>
                  </a:cubicBezTo>
                  <a:cubicBezTo>
                    <a:pt x="1116" y="94"/>
                    <a:pt x="1088" y="122"/>
                    <a:pt x="1078" y="191"/>
                  </a:cubicBezTo>
                  <a:cubicBezTo>
                    <a:pt x="1077" y="210"/>
                    <a:pt x="1076" y="229"/>
                    <a:pt x="1074" y="247"/>
                  </a:cubicBezTo>
                  <a:cubicBezTo>
                    <a:pt x="1071" y="287"/>
                    <a:pt x="1064" y="312"/>
                    <a:pt x="1050" y="350"/>
                  </a:cubicBezTo>
                  <a:cubicBezTo>
                    <a:pt x="992" y="386"/>
                    <a:pt x="933" y="400"/>
                    <a:pt x="867" y="414"/>
                  </a:cubicBezTo>
                  <a:cubicBezTo>
                    <a:pt x="801" y="429"/>
                    <a:pt x="756" y="452"/>
                    <a:pt x="700" y="490"/>
                  </a:cubicBezTo>
                  <a:cubicBezTo>
                    <a:pt x="700" y="536"/>
                    <a:pt x="700" y="583"/>
                    <a:pt x="700" y="630"/>
                  </a:cubicBezTo>
                  <a:cubicBezTo>
                    <a:pt x="608" y="630"/>
                    <a:pt x="515" y="630"/>
                    <a:pt x="420" y="630"/>
                  </a:cubicBezTo>
                  <a:cubicBezTo>
                    <a:pt x="420" y="653"/>
                    <a:pt x="420" y="676"/>
                    <a:pt x="420" y="700"/>
                  </a:cubicBezTo>
                  <a:cubicBezTo>
                    <a:pt x="328" y="700"/>
                    <a:pt x="235" y="700"/>
                    <a:pt x="140" y="700"/>
                  </a:cubicBezTo>
                  <a:cubicBezTo>
                    <a:pt x="140" y="746"/>
                    <a:pt x="140" y="793"/>
                    <a:pt x="140" y="840"/>
                  </a:cubicBezTo>
                  <a:cubicBezTo>
                    <a:pt x="117" y="840"/>
                    <a:pt x="94" y="840"/>
                    <a:pt x="70" y="840"/>
                  </a:cubicBezTo>
                  <a:cubicBezTo>
                    <a:pt x="70" y="1580"/>
                    <a:pt x="70" y="2319"/>
                    <a:pt x="70" y="3081"/>
                  </a:cubicBezTo>
                  <a:cubicBezTo>
                    <a:pt x="93" y="3081"/>
                    <a:pt x="116" y="3081"/>
                    <a:pt x="140" y="3081"/>
                  </a:cubicBezTo>
                  <a:cubicBezTo>
                    <a:pt x="140" y="3127"/>
                    <a:pt x="140" y="3173"/>
                    <a:pt x="140" y="3221"/>
                  </a:cubicBezTo>
                  <a:cubicBezTo>
                    <a:pt x="163" y="3221"/>
                    <a:pt x="186" y="3221"/>
                    <a:pt x="210" y="3221"/>
                  </a:cubicBezTo>
                  <a:cubicBezTo>
                    <a:pt x="210" y="3175"/>
                    <a:pt x="210" y="3129"/>
                    <a:pt x="210" y="3081"/>
                  </a:cubicBezTo>
                  <a:cubicBezTo>
                    <a:pt x="233" y="3081"/>
                    <a:pt x="256" y="3081"/>
                    <a:pt x="280" y="3081"/>
                  </a:cubicBezTo>
                  <a:cubicBezTo>
                    <a:pt x="280" y="3150"/>
                    <a:pt x="280" y="3220"/>
                    <a:pt x="280" y="3291"/>
                  </a:cubicBezTo>
                  <a:cubicBezTo>
                    <a:pt x="257" y="3291"/>
                    <a:pt x="234" y="3291"/>
                    <a:pt x="210" y="3291"/>
                  </a:cubicBezTo>
                  <a:cubicBezTo>
                    <a:pt x="210" y="3314"/>
                    <a:pt x="210" y="3337"/>
                    <a:pt x="210" y="3361"/>
                  </a:cubicBezTo>
                  <a:cubicBezTo>
                    <a:pt x="164" y="3361"/>
                    <a:pt x="118" y="3361"/>
                    <a:pt x="70" y="3361"/>
                  </a:cubicBezTo>
                  <a:cubicBezTo>
                    <a:pt x="70" y="3338"/>
                    <a:pt x="70" y="3315"/>
                    <a:pt x="70" y="3291"/>
                  </a:cubicBezTo>
                  <a:cubicBezTo>
                    <a:pt x="47" y="3291"/>
                    <a:pt x="24" y="3291"/>
                    <a:pt x="0" y="3291"/>
                  </a:cubicBezTo>
                  <a:cubicBezTo>
                    <a:pt x="0" y="2436"/>
                    <a:pt x="0" y="1581"/>
                    <a:pt x="0" y="700"/>
                  </a:cubicBezTo>
                  <a:cubicBezTo>
                    <a:pt x="23" y="700"/>
                    <a:pt x="46" y="700"/>
                    <a:pt x="70" y="700"/>
                  </a:cubicBezTo>
                  <a:cubicBezTo>
                    <a:pt x="70" y="677"/>
                    <a:pt x="70" y="654"/>
                    <a:pt x="70" y="630"/>
                  </a:cubicBezTo>
                  <a:cubicBezTo>
                    <a:pt x="86" y="628"/>
                    <a:pt x="101" y="626"/>
                    <a:pt x="117" y="624"/>
                  </a:cubicBezTo>
                  <a:cubicBezTo>
                    <a:pt x="243" y="606"/>
                    <a:pt x="367" y="587"/>
                    <a:pt x="490" y="560"/>
                  </a:cubicBezTo>
                  <a:cubicBezTo>
                    <a:pt x="490" y="537"/>
                    <a:pt x="490" y="514"/>
                    <a:pt x="490" y="490"/>
                  </a:cubicBezTo>
                  <a:cubicBezTo>
                    <a:pt x="536" y="490"/>
                    <a:pt x="583" y="490"/>
                    <a:pt x="630" y="490"/>
                  </a:cubicBezTo>
                  <a:cubicBezTo>
                    <a:pt x="630" y="467"/>
                    <a:pt x="630" y="444"/>
                    <a:pt x="630" y="420"/>
                  </a:cubicBezTo>
                  <a:cubicBezTo>
                    <a:pt x="676" y="420"/>
                    <a:pt x="723" y="420"/>
                    <a:pt x="770" y="420"/>
                  </a:cubicBezTo>
                  <a:cubicBezTo>
                    <a:pt x="770" y="397"/>
                    <a:pt x="770" y="374"/>
                    <a:pt x="770" y="350"/>
                  </a:cubicBezTo>
                  <a:cubicBezTo>
                    <a:pt x="781" y="351"/>
                    <a:pt x="792" y="352"/>
                    <a:pt x="804" y="354"/>
                  </a:cubicBezTo>
                  <a:cubicBezTo>
                    <a:pt x="810" y="353"/>
                    <a:pt x="810" y="353"/>
                    <a:pt x="840" y="350"/>
                  </a:cubicBezTo>
                  <a:cubicBezTo>
                    <a:pt x="855" y="327"/>
                    <a:pt x="855" y="327"/>
                    <a:pt x="867" y="293"/>
                  </a:cubicBezTo>
                  <a:cubicBezTo>
                    <a:pt x="919" y="173"/>
                    <a:pt x="1026" y="89"/>
                    <a:pt x="112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78" name="ICON_HARNESS_GRAPH_path_011"/>
            <p:cNvSpPr/>
            <p:nvPr/>
          </p:nvSpPr>
          <p:spPr>
            <a:xfrm>
              <a:off x="6600212" y="6551336"/>
              <a:ext cx="19564" cy="19564"/>
            </a:xfrm>
            <a:custGeom>
              <a:avLst/>
              <a:gdLst/>
              <a:ahLst/>
              <a:cxnLst/>
              <a:rect l="0" t="0" r="r" b="b"/>
              <a:pathLst>
                <a:path w="1540" h="1540" fill="norm" stroke="0">
                  <a:moveTo>
                    <a:pt x="1400" y="0"/>
                  </a:moveTo>
                  <a:cubicBezTo>
                    <a:pt x="1447" y="0"/>
                    <a:pt x="1493" y="0"/>
                    <a:pt x="1540" y="0"/>
                  </a:cubicBezTo>
                  <a:cubicBezTo>
                    <a:pt x="1540" y="46"/>
                    <a:pt x="1540" y="92"/>
                    <a:pt x="1540" y="140"/>
                  </a:cubicBezTo>
                  <a:cubicBezTo>
                    <a:pt x="1517" y="140"/>
                    <a:pt x="1494" y="140"/>
                    <a:pt x="1470" y="140"/>
                  </a:cubicBezTo>
                  <a:cubicBezTo>
                    <a:pt x="1470" y="186"/>
                    <a:pt x="1470" y="232"/>
                    <a:pt x="1470" y="280"/>
                  </a:cubicBezTo>
                  <a:cubicBezTo>
                    <a:pt x="1447" y="280"/>
                    <a:pt x="1424" y="280"/>
                    <a:pt x="1400" y="280"/>
                  </a:cubicBezTo>
                  <a:cubicBezTo>
                    <a:pt x="1400" y="303"/>
                    <a:pt x="1400" y="326"/>
                    <a:pt x="1400" y="350"/>
                  </a:cubicBezTo>
                  <a:cubicBezTo>
                    <a:pt x="1377" y="350"/>
                    <a:pt x="1354" y="350"/>
                    <a:pt x="1330" y="350"/>
                  </a:cubicBezTo>
                  <a:cubicBezTo>
                    <a:pt x="1330" y="373"/>
                    <a:pt x="1330" y="396"/>
                    <a:pt x="1330" y="420"/>
                  </a:cubicBezTo>
                  <a:cubicBezTo>
                    <a:pt x="1284" y="420"/>
                    <a:pt x="1238" y="420"/>
                    <a:pt x="1190" y="420"/>
                  </a:cubicBezTo>
                  <a:cubicBezTo>
                    <a:pt x="1190" y="466"/>
                    <a:pt x="1190" y="513"/>
                    <a:pt x="1190" y="560"/>
                  </a:cubicBezTo>
                  <a:cubicBezTo>
                    <a:pt x="1144" y="560"/>
                    <a:pt x="1098" y="560"/>
                    <a:pt x="1050" y="560"/>
                  </a:cubicBezTo>
                  <a:cubicBezTo>
                    <a:pt x="1050" y="583"/>
                    <a:pt x="1050" y="606"/>
                    <a:pt x="1050" y="630"/>
                  </a:cubicBezTo>
                  <a:cubicBezTo>
                    <a:pt x="1004" y="630"/>
                    <a:pt x="958" y="630"/>
                    <a:pt x="910" y="630"/>
                  </a:cubicBezTo>
                  <a:cubicBezTo>
                    <a:pt x="910" y="653"/>
                    <a:pt x="910" y="676"/>
                    <a:pt x="910" y="700"/>
                  </a:cubicBezTo>
                  <a:cubicBezTo>
                    <a:pt x="887" y="700"/>
                    <a:pt x="864" y="700"/>
                    <a:pt x="840" y="700"/>
                  </a:cubicBezTo>
                  <a:cubicBezTo>
                    <a:pt x="840" y="723"/>
                    <a:pt x="840" y="746"/>
                    <a:pt x="840" y="770"/>
                  </a:cubicBezTo>
                  <a:cubicBezTo>
                    <a:pt x="817" y="770"/>
                    <a:pt x="794" y="770"/>
                    <a:pt x="770" y="770"/>
                  </a:cubicBezTo>
                  <a:cubicBezTo>
                    <a:pt x="770" y="793"/>
                    <a:pt x="770" y="816"/>
                    <a:pt x="770" y="840"/>
                  </a:cubicBezTo>
                  <a:cubicBezTo>
                    <a:pt x="747" y="840"/>
                    <a:pt x="724" y="840"/>
                    <a:pt x="700" y="840"/>
                  </a:cubicBezTo>
                  <a:cubicBezTo>
                    <a:pt x="700" y="863"/>
                    <a:pt x="700" y="886"/>
                    <a:pt x="700" y="910"/>
                  </a:cubicBezTo>
                  <a:cubicBezTo>
                    <a:pt x="677" y="910"/>
                    <a:pt x="654" y="910"/>
                    <a:pt x="630" y="910"/>
                  </a:cubicBezTo>
                  <a:cubicBezTo>
                    <a:pt x="630" y="933"/>
                    <a:pt x="630" y="956"/>
                    <a:pt x="630" y="980"/>
                  </a:cubicBezTo>
                  <a:cubicBezTo>
                    <a:pt x="607" y="980"/>
                    <a:pt x="584" y="980"/>
                    <a:pt x="560" y="980"/>
                  </a:cubicBezTo>
                  <a:cubicBezTo>
                    <a:pt x="560" y="1003"/>
                    <a:pt x="560" y="1027"/>
                    <a:pt x="560" y="1050"/>
                  </a:cubicBezTo>
                  <a:cubicBezTo>
                    <a:pt x="537" y="1050"/>
                    <a:pt x="514" y="1050"/>
                    <a:pt x="490" y="1050"/>
                  </a:cubicBezTo>
                  <a:cubicBezTo>
                    <a:pt x="490" y="1143"/>
                    <a:pt x="490" y="1235"/>
                    <a:pt x="490" y="1330"/>
                  </a:cubicBezTo>
                  <a:cubicBezTo>
                    <a:pt x="444" y="1330"/>
                    <a:pt x="398" y="1330"/>
                    <a:pt x="350" y="1330"/>
                  </a:cubicBezTo>
                  <a:cubicBezTo>
                    <a:pt x="350" y="1354"/>
                    <a:pt x="350" y="1377"/>
                    <a:pt x="350" y="1400"/>
                  </a:cubicBezTo>
                  <a:cubicBezTo>
                    <a:pt x="327" y="1400"/>
                    <a:pt x="304" y="1400"/>
                    <a:pt x="280" y="1400"/>
                  </a:cubicBezTo>
                  <a:cubicBezTo>
                    <a:pt x="280" y="1424"/>
                    <a:pt x="280" y="1447"/>
                    <a:pt x="280" y="1470"/>
                  </a:cubicBezTo>
                  <a:cubicBezTo>
                    <a:pt x="234" y="1470"/>
                    <a:pt x="188" y="1470"/>
                    <a:pt x="140" y="1470"/>
                  </a:cubicBezTo>
                  <a:cubicBezTo>
                    <a:pt x="140" y="1494"/>
                    <a:pt x="140" y="1517"/>
                    <a:pt x="140" y="1540"/>
                  </a:cubicBezTo>
                  <a:cubicBezTo>
                    <a:pt x="117" y="1540"/>
                    <a:pt x="94" y="1540"/>
                    <a:pt x="70" y="1540"/>
                  </a:cubicBezTo>
                  <a:cubicBezTo>
                    <a:pt x="70" y="1517"/>
                    <a:pt x="70" y="1494"/>
                    <a:pt x="70" y="1470"/>
                  </a:cubicBezTo>
                  <a:cubicBezTo>
                    <a:pt x="47" y="1470"/>
                    <a:pt x="24" y="1470"/>
                    <a:pt x="0" y="1470"/>
                  </a:cubicBezTo>
                  <a:cubicBezTo>
                    <a:pt x="10" y="1447"/>
                    <a:pt x="20" y="1424"/>
                    <a:pt x="31" y="1400"/>
                  </a:cubicBezTo>
                  <a:cubicBezTo>
                    <a:pt x="36" y="1387"/>
                    <a:pt x="42" y="1374"/>
                    <a:pt x="48" y="1361"/>
                  </a:cubicBezTo>
                  <a:cubicBezTo>
                    <a:pt x="55" y="1351"/>
                    <a:pt x="62" y="1341"/>
                    <a:pt x="70" y="1330"/>
                  </a:cubicBezTo>
                  <a:cubicBezTo>
                    <a:pt x="107" y="1326"/>
                    <a:pt x="107" y="1326"/>
                    <a:pt x="140" y="1330"/>
                  </a:cubicBezTo>
                  <a:cubicBezTo>
                    <a:pt x="140" y="1307"/>
                    <a:pt x="140" y="1284"/>
                    <a:pt x="140" y="1260"/>
                  </a:cubicBezTo>
                  <a:cubicBezTo>
                    <a:pt x="163" y="1260"/>
                    <a:pt x="186" y="1260"/>
                    <a:pt x="210" y="1260"/>
                  </a:cubicBezTo>
                  <a:cubicBezTo>
                    <a:pt x="210" y="1237"/>
                    <a:pt x="210" y="1214"/>
                    <a:pt x="210" y="1190"/>
                  </a:cubicBezTo>
                  <a:cubicBezTo>
                    <a:pt x="233" y="1190"/>
                    <a:pt x="256" y="1190"/>
                    <a:pt x="280" y="1190"/>
                  </a:cubicBezTo>
                  <a:cubicBezTo>
                    <a:pt x="280" y="1167"/>
                    <a:pt x="280" y="1144"/>
                    <a:pt x="280" y="1120"/>
                  </a:cubicBezTo>
                  <a:cubicBezTo>
                    <a:pt x="303" y="1120"/>
                    <a:pt x="326" y="1120"/>
                    <a:pt x="350" y="1120"/>
                  </a:cubicBezTo>
                  <a:cubicBezTo>
                    <a:pt x="350" y="1097"/>
                    <a:pt x="350" y="1074"/>
                    <a:pt x="350" y="1050"/>
                  </a:cubicBezTo>
                  <a:cubicBezTo>
                    <a:pt x="373" y="1050"/>
                    <a:pt x="396" y="1050"/>
                    <a:pt x="420" y="1050"/>
                  </a:cubicBezTo>
                  <a:cubicBezTo>
                    <a:pt x="420" y="1027"/>
                    <a:pt x="420" y="1004"/>
                    <a:pt x="420" y="980"/>
                  </a:cubicBezTo>
                  <a:cubicBezTo>
                    <a:pt x="443" y="980"/>
                    <a:pt x="466" y="980"/>
                    <a:pt x="490" y="980"/>
                  </a:cubicBezTo>
                  <a:cubicBezTo>
                    <a:pt x="490" y="957"/>
                    <a:pt x="490" y="934"/>
                    <a:pt x="490" y="910"/>
                  </a:cubicBezTo>
                  <a:cubicBezTo>
                    <a:pt x="513" y="910"/>
                    <a:pt x="536" y="910"/>
                    <a:pt x="560" y="910"/>
                  </a:cubicBezTo>
                  <a:cubicBezTo>
                    <a:pt x="560" y="887"/>
                    <a:pt x="560" y="864"/>
                    <a:pt x="560" y="840"/>
                  </a:cubicBezTo>
                  <a:cubicBezTo>
                    <a:pt x="583" y="840"/>
                    <a:pt x="606" y="840"/>
                    <a:pt x="630" y="840"/>
                  </a:cubicBezTo>
                  <a:cubicBezTo>
                    <a:pt x="630" y="817"/>
                    <a:pt x="630" y="794"/>
                    <a:pt x="630" y="770"/>
                  </a:cubicBezTo>
                  <a:cubicBezTo>
                    <a:pt x="653" y="770"/>
                    <a:pt x="676" y="770"/>
                    <a:pt x="700" y="770"/>
                  </a:cubicBezTo>
                  <a:cubicBezTo>
                    <a:pt x="700" y="747"/>
                    <a:pt x="700" y="724"/>
                    <a:pt x="700" y="700"/>
                  </a:cubicBezTo>
                  <a:cubicBezTo>
                    <a:pt x="723" y="700"/>
                    <a:pt x="746" y="700"/>
                    <a:pt x="770" y="700"/>
                  </a:cubicBezTo>
                  <a:cubicBezTo>
                    <a:pt x="770" y="677"/>
                    <a:pt x="770" y="654"/>
                    <a:pt x="770" y="630"/>
                  </a:cubicBezTo>
                  <a:cubicBezTo>
                    <a:pt x="793" y="630"/>
                    <a:pt x="816" y="630"/>
                    <a:pt x="840" y="630"/>
                  </a:cubicBezTo>
                  <a:cubicBezTo>
                    <a:pt x="840" y="607"/>
                    <a:pt x="840" y="584"/>
                    <a:pt x="840" y="560"/>
                  </a:cubicBezTo>
                  <a:cubicBezTo>
                    <a:pt x="863" y="560"/>
                    <a:pt x="886" y="560"/>
                    <a:pt x="910" y="560"/>
                  </a:cubicBezTo>
                  <a:cubicBezTo>
                    <a:pt x="910" y="537"/>
                    <a:pt x="910" y="514"/>
                    <a:pt x="910" y="490"/>
                  </a:cubicBezTo>
                  <a:cubicBezTo>
                    <a:pt x="933" y="490"/>
                    <a:pt x="956" y="490"/>
                    <a:pt x="980" y="490"/>
                  </a:cubicBezTo>
                  <a:cubicBezTo>
                    <a:pt x="980" y="467"/>
                    <a:pt x="980" y="444"/>
                    <a:pt x="980" y="420"/>
                  </a:cubicBezTo>
                  <a:cubicBezTo>
                    <a:pt x="1003" y="420"/>
                    <a:pt x="1027" y="420"/>
                    <a:pt x="1050" y="420"/>
                  </a:cubicBezTo>
                  <a:cubicBezTo>
                    <a:pt x="1050" y="397"/>
                    <a:pt x="1050" y="374"/>
                    <a:pt x="1050" y="350"/>
                  </a:cubicBezTo>
                  <a:cubicBezTo>
                    <a:pt x="1073" y="350"/>
                    <a:pt x="1097" y="350"/>
                    <a:pt x="1120" y="350"/>
                  </a:cubicBezTo>
                  <a:cubicBezTo>
                    <a:pt x="1120" y="327"/>
                    <a:pt x="1120" y="304"/>
                    <a:pt x="1120" y="280"/>
                  </a:cubicBezTo>
                  <a:cubicBezTo>
                    <a:pt x="1143" y="280"/>
                    <a:pt x="1167" y="280"/>
                    <a:pt x="1190" y="280"/>
                  </a:cubicBezTo>
                  <a:cubicBezTo>
                    <a:pt x="1190" y="257"/>
                    <a:pt x="1190" y="234"/>
                    <a:pt x="1190" y="210"/>
                  </a:cubicBezTo>
                  <a:cubicBezTo>
                    <a:pt x="1213" y="210"/>
                    <a:pt x="1237" y="210"/>
                    <a:pt x="1260" y="210"/>
                  </a:cubicBezTo>
                  <a:cubicBezTo>
                    <a:pt x="1260" y="187"/>
                    <a:pt x="1260" y="164"/>
                    <a:pt x="1260" y="140"/>
                  </a:cubicBezTo>
                  <a:cubicBezTo>
                    <a:pt x="1283" y="140"/>
                    <a:pt x="1307" y="140"/>
                    <a:pt x="1330" y="140"/>
                  </a:cubicBezTo>
                  <a:cubicBezTo>
                    <a:pt x="1330" y="117"/>
                    <a:pt x="1330" y="94"/>
                    <a:pt x="1330" y="70"/>
                  </a:cubicBezTo>
                  <a:cubicBezTo>
                    <a:pt x="1354" y="70"/>
                    <a:pt x="1377" y="70"/>
                    <a:pt x="1400" y="70"/>
                  </a:cubicBezTo>
                  <a:cubicBezTo>
                    <a:pt x="1400" y="47"/>
                    <a:pt x="1400" y="24"/>
                    <a:pt x="140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79" name="ICON_HARNESS_GRAPH_path_012"/>
            <p:cNvSpPr/>
            <p:nvPr/>
          </p:nvSpPr>
          <p:spPr>
            <a:xfrm>
              <a:off x="6665129" y="6522852"/>
              <a:ext cx="8893" cy="12477"/>
            </a:xfrm>
            <a:custGeom>
              <a:avLst/>
              <a:gdLst/>
              <a:ahLst/>
              <a:cxnLst/>
              <a:rect l="0" t="0" r="r" b="b"/>
              <a:pathLst>
                <a:path w="700" h="982" fill="norm" stroke="0">
                  <a:moveTo>
                    <a:pt x="597" y="0"/>
                  </a:moveTo>
                  <a:cubicBezTo>
                    <a:pt x="608" y="1"/>
                    <a:pt x="619" y="1"/>
                    <a:pt x="630" y="2"/>
                  </a:cubicBezTo>
                  <a:cubicBezTo>
                    <a:pt x="630" y="25"/>
                    <a:pt x="630" y="48"/>
                    <a:pt x="630" y="72"/>
                  </a:cubicBezTo>
                  <a:cubicBezTo>
                    <a:pt x="653" y="72"/>
                    <a:pt x="676" y="72"/>
                    <a:pt x="700" y="72"/>
                  </a:cubicBezTo>
                  <a:cubicBezTo>
                    <a:pt x="700" y="95"/>
                    <a:pt x="700" y="118"/>
                    <a:pt x="700" y="142"/>
                  </a:cubicBezTo>
                  <a:cubicBezTo>
                    <a:pt x="608" y="142"/>
                    <a:pt x="515" y="142"/>
                    <a:pt x="420" y="142"/>
                  </a:cubicBezTo>
                  <a:cubicBezTo>
                    <a:pt x="420" y="165"/>
                    <a:pt x="420" y="188"/>
                    <a:pt x="420" y="212"/>
                  </a:cubicBezTo>
                  <a:cubicBezTo>
                    <a:pt x="397" y="212"/>
                    <a:pt x="374" y="212"/>
                    <a:pt x="350" y="212"/>
                  </a:cubicBezTo>
                  <a:cubicBezTo>
                    <a:pt x="350" y="443"/>
                    <a:pt x="350" y="674"/>
                    <a:pt x="350" y="912"/>
                  </a:cubicBezTo>
                  <a:cubicBezTo>
                    <a:pt x="327" y="912"/>
                    <a:pt x="304" y="912"/>
                    <a:pt x="280" y="912"/>
                  </a:cubicBezTo>
                  <a:cubicBezTo>
                    <a:pt x="280" y="936"/>
                    <a:pt x="280" y="959"/>
                    <a:pt x="280" y="982"/>
                  </a:cubicBezTo>
                  <a:cubicBezTo>
                    <a:pt x="257" y="982"/>
                    <a:pt x="234" y="982"/>
                    <a:pt x="210" y="982"/>
                  </a:cubicBezTo>
                  <a:cubicBezTo>
                    <a:pt x="210" y="959"/>
                    <a:pt x="210" y="936"/>
                    <a:pt x="210" y="912"/>
                  </a:cubicBezTo>
                  <a:cubicBezTo>
                    <a:pt x="187" y="912"/>
                    <a:pt x="164" y="912"/>
                    <a:pt x="140" y="912"/>
                  </a:cubicBezTo>
                  <a:cubicBezTo>
                    <a:pt x="140" y="889"/>
                    <a:pt x="140" y="866"/>
                    <a:pt x="140" y="842"/>
                  </a:cubicBezTo>
                  <a:cubicBezTo>
                    <a:pt x="117" y="842"/>
                    <a:pt x="94" y="842"/>
                    <a:pt x="70" y="842"/>
                  </a:cubicBezTo>
                  <a:cubicBezTo>
                    <a:pt x="70" y="889"/>
                    <a:pt x="70" y="935"/>
                    <a:pt x="70" y="982"/>
                  </a:cubicBezTo>
                  <a:cubicBezTo>
                    <a:pt x="47" y="982"/>
                    <a:pt x="24" y="982"/>
                    <a:pt x="0" y="982"/>
                  </a:cubicBezTo>
                  <a:cubicBezTo>
                    <a:pt x="0" y="913"/>
                    <a:pt x="0" y="844"/>
                    <a:pt x="0" y="772"/>
                  </a:cubicBezTo>
                  <a:cubicBezTo>
                    <a:pt x="23" y="772"/>
                    <a:pt x="46" y="772"/>
                    <a:pt x="70" y="772"/>
                  </a:cubicBezTo>
                  <a:cubicBezTo>
                    <a:pt x="70" y="756"/>
                    <a:pt x="69" y="739"/>
                    <a:pt x="69" y="722"/>
                  </a:cubicBezTo>
                  <a:cubicBezTo>
                    <a:pt x="68" y="660"/>
                    <a:pt x="67" y="599"/>
                    <a:pt x="66" y="537"/>
                  </a:cubicBezTo>
                  <a:cubicBezTo>
                    <a:pt x="66" y="510"/>
                    <a:pt x="65" y="484"/>
                    <a:pt x="65" y="457"/>
                  </a:cubicBezTo>
                  <a:cubicBezTo>
                    <a:pt x="64" y="418"/>
                    <a:pt x="63" y="380"/>
                    <a:pt x="63" y="342"/>
                  </a:cubicBezTo>
                  <a:cubicBezTo>
                    <a:pt x="63" y="330"/>
                    <a:pt x="62" y="318"/>
                    <a:pt x="62" y="306"/>
                  </a:cubicBezTo>
                  <a:cubicBezTo>
                    <a:pt x="62" y="249"/>
                    <a:pt x="63" y="212"/>
                    <a:pt x="103" y="170"/>
                  </a:cubicBezTo>
                  <a:cubicBezTo>
                    <a:pt x="145" y="139"/>
                    <a:pt x="163" y="134"/>
                    <a:pt x="214" y="138"/>
                  </a:cubicBezTo>
                  <a:cubicBezTo>
                    <a:pt x="227" y="139"/>
                    <a:pt x="239" y="139"/>
                    <a:pt x="252" y="140"/>
                  </a:cubicBezTo>
                  <a:cubicBezTo>
                    <a:pt x="257" y="140"/>
                    <a:pt x="257" y="140"/>
                    <a:pt x="280" y="142"/>
                  </a:cubicBezTo>
                  <a:cubicBezTo>
                    <a:pt x="280" y="119"/>
                    <a:pt x="280" y="96"/>
                    <a:pt x="280" y="72"/>
                  </a:cubicBezTo>
                  <a:cubicBezTo>
                    <a:pt x="284" y="72"/>
                    <a:pt x="284" y="72"/>
                    <a:pt x="302" y="70"/>
                  </a:cubicBezTo>
                  <a:cubicBezTo>
                    <a:pt x="335" y="65"/>
                    <a:pt x="368" y="61"/>
                    <a:pt x="400" y="57"/>
                  </a:cubicBezTo>
                  <a:cubicBezTo>
                    <a:pt x="412" y="56"/>
                    <a:pt x="423" y="54"/>
                    <a:pt x="435" y="53"/>
                  </a:cubicBezTo>
                  <a:cubicBezTo>
                    <a:pt x="446" y="51"/>
                    <a:pt x="457" y="50"/>
                    <a:pt x="468" y="48"/>
                  </a:cubicBezTo>
                  <a:cubicBezTo>
                    <a:pt x="478" y="47"/>
                    <a:pt x="488" y="46"/>
                    <a:pt x="499" y="44"/>
                  </a:cubicBezTo>
                  <a:cubicBezTo>
                    <a:pt x="543" y="32"/>
                    <a:pt x="549" y="3"/>
                    <a:pt x="597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80" name="ICON_HARNESS_GRAPH_path_013"/>
            <p:cNvSpPr/>
            <p:nvPr/>
          </p:nvSpPr>
          <p:spPr>
            <a:xfrm>
              <a:off x="6664078" y="6513098"/>
              <a:ext cx="17946" cy="6267"/>
            </a:xfrm>
            <a:custGeom>
              <a:avLst/>
              <a:gdLst/>
              <a:ahLst/>
              <a:cxnLst/>
              <a:rect l="0" t="0" r="r" b="b"/>
              <a:pathLst>
                <a:path w="1413" h="493" fill="norm" stroke="0">
                  <a:moveTo>
                    <a:pt x="573" y="0"/>
                  </a:moveTo>
                  <a:cubicBezTo>
                    <a:pt x="619" y="0"/>
                    <a:pt x="665" y="0"/>
                    <a:pt x="713" y="0"/>
                  </a:cubicBezTo>
                  <a:cubicBezTo>
                    <a:pt x="713" y="23"/>
                    <a:pt x="713" y="46"/>
                    <a:pt x="713" y="70"/>
                  </a:cubicBezTo>
                  <a:cubicBezTo>
                    <a:pt x="736" y="70"/>
                    <a:pt x="759" y="70"/>
                    <a:pt x="783" y="70"/>
                  </a:cubicBezTo>
                  <a:cubicBezTo>
                    <a:pt x="783" y="93"/>
                    <a:pt x="783" y="116"/>
                    <a:pt x="783" y="140"/>
                  </a:cubicBezTo>
                  <a:cubicBezTo>
                    <a:pt x="760" y="140"/>
                    <a:pt x="737" y="140"/>
                    <a:pt x="713" y="140"/>
                  </a:cubicBezTo>
                  <a:cubicBezTo>
                    <a:pt x="713" y="163"/>
                    <a:pt x="713" y="186"/>
                    <a:pt x="713" y="210"/>
                  </a:cubicBezTo>
                  <a:cubicBezTo>
                    <a:pt x="852" y="210"/>
                    <a:pt x="990" y="210"/>
                    <a:pt x="1133" y="210"/>
                  </a:cubicBezTo>
                  <a:cubicBezTo>
                    <a:pt x="1133" y="187"/>
                    <a:pt x="1133" y="164"/>
                    <a:pt x="1133" y="140"/>
                  </a:cubicBezTo>
                  <a:cubicBezTo>
                    <a:pt x="1179" y="140"/>
                    <a:pt x="1225" y="140"/>
                    <a:pt x="1273" y="140"/>
                  </a:cubicBezTo>
                  <a:cubicBezTo>
                    <a:pt x="1273" y="117"/>
                    <a:pt x="1273" y="94"/>
                    <a:pt x="1273" y="70"/>
                  </a:cubicBezTo>
                  <a:cubicBezTo>
                    <a:pt x="1319" y="70"/>
                    <a:pt x="1365" y="70"/>
                    <a:pt x="1413" y="70"/>
                  </a:cubicBezTo>
                  <a:cubicBezTo>
                    <a:pt x="1413" y="116"/>
                    <a:pt x="1413" y="162"/>
                    <a:pt x="1413" y="210"/>
                  </a:cubicBezTo>
                  <a:cubicBezTo>
                    <a:pt x="1289" y="257"/>
                    <a:pt x="1170" y="289"/>
                    <a:pt x="1038" y="303"/>
                  </a:cubicBezTo>
                  <a:cubicBezTo>
                    <a:pt x="961" y="312"/>
                    <a:pt x="961" y="312"/>
                    <a:pt x="923" y="350"/>
                  </a:cubicBezTo>
                  <a:cubicBezTo>
                    <a:pt x="893" y="354"/>
                    <a:pt x="893" y="354"/>
                    <a:pt x="858" y="354"/>
                  </a:cubicBezTo>
                  <a:cubicBezTo>
                    <a:pt x="846" y="353"/>
                    <a:pt x="833" y="353"/>
                    <a:pt x="820" y="353"/>
                  </a:cubicBezTo>
                  <a:cubicBezTo>
                    <a:pt x="814" y="353"/>
                    <a:pt x="814" y="353"/>
                    <a:pt x="781" y="352"/>
                  </a:cubicBezTo>
                  <a:cubicBezTo>
                    <a:pt x="767" y="352"/>
                    <a:pt x="754" y="352"/>
                    <a:pt x="741" y="352"/>
                  </a:cubicBezTo>
                  <a:cubicBezTo>
                    <a:pt x="708" y="351"/>
                    <a:pt x="675" y="351"/>
                    <a:pt x="643" y="350"/>
                  </a:cubicBezTo>
                  <a:cubicBezTo>
                    <a:pt x="643" y="373"/>
                    <a:pt x="643" y="396"/>
                    <a:pt x="643" y="420"/>
                  </a:cubicBezTo>
                  <a:cubicBezTo>
                    <a:pt x="636" y="421"/>
                    <a:pt x="628" y="422"/>
                    <a:pt x="621" y="423"/>
                  </a:cubicBezTo>
                  <a:cubicBezTo>
                    <a:pt x="588" y="427"/>
                    <a:pt x="555" y="431"/>
                    <a:pt x="522" y="435"/>
                  </a:cubicBezTo>
                  <a:cubicBezTo>
                    <a:pt x="511" y="437"/>
                    <a:pt x="500" y="438"/>
                    <a:pt x="488" y="440"/>
                  </a:cubicBezTo>
                  <a:cubicBezTo>
                    <a:pt x="483" y="440"/>
                    <a:pt x="483" y="440"/>
                    <a:pt x="455" y="444"/>
                  </a:cubicBezTo>
                  <a:cubicBezTo>
                    <a:pt x="445" y="445"/>
                    <a:pt x="435" y="447"/>
                    <a:pt x="424" y="448"/>
                  </a:cubicBezTo>
                  <a:cubicBezTo>
                    <a:pt x="398" y="455"/>
                    <a:pt x="398" y="455"/>
                    <a:pt x="363" y="490"/>
                  </a:cubicBezTo>
                  <a:cubicBezTo>
                    <a:pt x="326" y="493"/>
                    <a:pt x="292" y="493"/>
                    <a:pt x="256" y="492"/>
                  </a:cubicBezTo>
                  <a:cubicBezTo>
                    <a:pt x="251" y="492"/>
                    <a:pt x="251" y="492"/>
                    <a:pt x="226" y="492"/>
                  </a:cubicBezTo>
                  <a:cubicBezTo>
                    <a:pt x="201" y="491"/>
                    <a:pt x="177" y="491"/>
                    <a:pt x="153" y="490"/>
                  </a:cubicBezTo>
                  <a:cubicBezTo>
                    <a:pt x="154" y="479"/>
                    <a:pt x="156" y="468"/>
                    <a:pt x="157" y="457"/>
                  </a:cubicBezTo>
                  <a:cubicBezTo>
                    <a:pt x="156" y="445"/>
                    <a:pt x="154" y="433"/>
                    <a:pt x="153" y="420"/>
                  </a:cubicBezTo>
                  <a:cubicBezTo>
                    <a:pt x="122" y="403"/>
                    <a:pt x="122" y="403"/>
                    <a:pt x="83" y="389"/>
                  </a:cubicBezTo>
                  <a:cubicBezTo>
                    <a:pt x="44" y="373"/>
                    <a:pt x="44" y="373"/>
                    <a:pt x="13" y="350"/>
                  </a:cubicBezTo>
                  <a:cubicBezTo>
                    <a:pt x="0" y="302"/>
                    <a:pt x="4" y="259"/>
                    <a:pt x="13" y="210"/>
                  </a:cubicBezTo>
                  <a:cubicBezTo>
                    <a:pt x="36" y="210"/>
                    <a:pt x="59" y="210"/>
                    <a:pt x="83" y="210"/>
                  </a:cubicBezTo>
                  <a:cubicBezTo>
                    <a:pt x="83" y="187"/>
                    <a:pt x="83" y="164"/>
                    <a:pt x="83" y="140"/>
                  </a:cubicBezTo>
                  <a:cubicBezTo>
                    <a:pt x="106" y="140"/>
                    <a:pt x="129" y="140"/>
                    <a:pt x="153" y="140"/>
                  </a:cubicBezTo>
                  <a:cubicBezTo>
                    <a:pt x="153" y="117"/>
                    <a:pt x="153" y="94"/>
                    <a:pt x="153" y="70"/>
                  </a:cubicBezTo>
                  <a:cubicBezTo>
                    <a:pt x="176" y="70"/>
                    <a:pt x="199" y="70"/>
                    <a:pt x="223" y="70"/>
                  </a:cubicBezTo>
                  <a:cubicBezTo>
                    <a:pt x="223" y="93"/>
                    <a:pt x="223" y="116"/>
                    <a:pt x="223" y="140"/>
                  </a:cubicBezTo>
                  <a:cubicBezTo>
                    <a:pt x="246" y="140"/>
                    <a:pt x="269" y="140"/>
                    <a:pt x="293" y="140"/>
                  </a:cubicBezTo>
                  <a:cubicBezTo>
                    <a:pt x="293" y="209"/>
                    <a:pt x="293" y="279"/>
                    <a:pt x="293" y="350"/>
                  </a:cubicBezTo>
                  <a:cubicBezTo>
                    <a:pt x="362" y="350"/>
                    <a:pt x="431" y="350"/>
                    <a:pt x="503" y="350"/>
                  </a:cubicBezTo>
                  <a:cubicBezTo>
                    <a:pt x="503" y="327"/>
                    <a:pt x="503" y="304"/>
                    <a:pt x="503" y="280"/>
                  </a:cubicBezTo>
                  <a:cubicBezTo>
                    <a:pt x="549" y="280"/>
                    <a:pt x="595" y="280"/>
                    <a:pt x="643" y="280"/>
                  </a:cubicBezTo>
                  <a:cubicBezTo>
                    <a:pt x="643" y="234"/>
                    <a:pt x="643" y="188"/>
                    <a:pt x="643" y="140"/>
                  </a:cubicBezTo>
                  <a:cubicBezTo>
                    <a:pt x="620" y="140"/>
                    <a:pt x="597" y="140"/>
                    <a:pt x="573" y="140"/>
                  </a:cubicBezTo>
                  <a:cubicBezTo>
                    <a:pt x="573" y="94"/>
                    <a:pt x="573" y="48"/>
                    <a:pt x="573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81" name="ICON_HARNESS_GRAPH_path_014"/>
            <p:cNvSpPr/>
            <p:nvPr/>
          </p:nvSpPr>
          <p:spPr>
            <a:xfrm>
              <a:off x="6577981" y="6492644"/>
              <a:ext cx="8893" cy="13339"/>
            </a:xfrm>
            <a:custGeom>
              <a:avLst/>
              <a:gdLst/>
              <a:ahLst/>
              <a:cxnLst/>
              <a:rect l="0" t="0" r="r" b="b"/>
              <a:pathLst>
                <a:path w="700" h="1050" fill="norm" stroke="0">
                  <a:moveTo>
                    <a:pt x="140" y="0"/>
                  </a:moveTo>
                  <a:cubicBezTo>
                    <a:pt x="163" y="0"/>
                    <a:pt x="186" y="0"/>
                    <a:pt x="210" y="0"/>
                  </a:cubicBezTo>
                  <a:cubicBezTo>
                    <a:pt x="210" y="23"/>
                    <a:pt x="210" y="46"/>
                    <a:pt x="210" y="70"/>
                  </a:cubicBezTo>
                  <a:cubicBezTo>
                    <a:pt x="233" y="70"/>
                    <a:pt x="256" y="70"/>
                    <a:pt x="280" y="70"/>
                  </a:cubicBezTo>
                  <a:cubicBezTo>
                    <a:pt x="280" y="255"/>
                    <a:pt x="280" y="440"/>
                    <a:pt x="280" y="630"/>
                  </a:cubicBezTo>
                  <a:cubicBezTo>
                    <a:pt x="303" y="630"/>
                    <a:pt x="326" y="630"/>
                    <a:pt x="350" y="630"/>
                  </a:cubicBezTo>
                  <a:cubicBezTo>
                    <a:pt x="350" y="653"/>
                    <a:pt x="350" y="676"/>
                    <a:pt x="350" y="700"/>
                  </a:cubicBezTo>
                  <a:cubicBezTo>
                    <a:pt x="327" y="700"/>
                    <a:pt x="304" y="700"/>
                    <a:pt x="280" y="700"/>
                  </a:cubicBezTo>
                  <a:cubicBezTo>
                    <a:pt x="280" y="723"/>
                    <a:pt x="280" y="746"/>
                    <a:pt x="280" y="770"/>
                  </a:cubicBezTo>
                  <a:cubicBezTo>
                    <a:pt x="303" y="770"/>
                    <a:pt x="326" y="770"/>
                    <a:pt x="350" y="770"/>
                  </a:cubicBezTo>
                  <a:cubicBezTo>
                    <a:pt x="350" y="793"/>
                    <a:pt x="350" y="816"/>
                    <a:pt x="350" y="840"/>
                  </a:cubicBezTo>
                  <a:cubicBezTo>
                    <a:pt x="419" y="840"/>
                    <a:pt x="489" y="840"/>
                    <a:pt x="560" y="840"/>
                  </a:cubicBezTo>
                  <a:cubicBezTo>
                    <a:pt x="560" y="863"/>
                    <a:pt x="560" y="886"/>
                    <a:pt x="560" y="910"/>
                  </a:cubicBezTo>
                  <a:cubicBezTo>
                    <a:pt x="571" y="909"/>
                    <a:pt x="582" y="907"/>
                    <a:pt x="593" y="906"/>
                  </a:cubicBezTo>
                  <a:cubicBezTo>
                    <a:pt x="605" y="907"/>
                    <a:pt x="617" y="909"/>
                    <a:pt x="630" y="910"/>
                  </a:cubicBezTo>
                  <a:cubicBezTo>
                    <a:pt x="652" y="941"/>
                    <a:pt x="652" y="941"/>
                    <a:pt x="670" y="980"/>
                  </a:cubicBezTo>
                  <a:cubicBezTo>
                    <a:pt x="675" y="993"/>
                    <a:pt x="681" y="1006"/>
                    <a:pt x="687" y="1020"/>
                  </a:cubicBezTo>
                  <a:cubicBezTo>
                    <a:pt x="692" y="1030"/>
                    <a:pt x="696" y="1040"/>
                    <a:pt x="700" y="1050"/>
                  </a:cubicBezTo>
                  <a:cubicBezTo>
                    <a:pt x="654" y="1050"/>
                    <a:pt x="608" y="1050"/>
                    <a:pt x="560" y="1050"/>
                  </a:cubicBezTo>
                  <a:cubicBezTo>
                    <a:pt x="560" y="1027"/>
                    <a:pt x="560" y="1004"/>
                    <a:pt x="560" y="980"/>
                  </a:cubicBezTo>
                  <a:cubicBezTo>
                    <a:pt x="468" y="957"/>
                    <a:pt x="375" y="934"/>
                    <a:pt x="280" y="910"/>
                  </a:cubicBezTo>
                  <a:cubicBezTo>
                    <a:pt x="280" y="887"/>
                    <a:pt x="280" y="864"/>
                    <a:pt x="280" y="840"/>
                  </a:cubicBezTo>
                  <a:cubicBezTo>
                    <a:pt x="211" y="840"/>
                    <a:pt x="141" y="840"/>
                    <a:pt x="70" y="840"/>
                  </a:cubicBezTo>
                  <a:cubicBezTo>
                    <a:pt x="70" y="817"/>
                    <a:pt x="70" y="794"/>
                    <a:pt x="70" y="770"/>
                  </a:cubicBezTo>
                  <a:cubicBezTo>
                    <a:pt x="47" y="770"/>
                    <a:pt x="24" y="770"/>
                    <a:pt x="0" y="770"/>
                  </a:cubicBezTo>
                  <a:cubicBezTo>
                    <a:pt x="0" y="608"/>
                    <a:pt x="0" y="447"/>
                    <a:pt x="0" y="280"/>
                  </a:cubicBezTo>
                  <a:cubicBezTo>
                    <a:pt x="23" y="280"/>
                    <a:pt x="46" y="280"/>
                    <a:pt x="70" y="280"/>
                  </a:cubicBezTo>
                  <a:cubicBezTo>
                    <a:pt x="70" y="257"/>
                    <a:pt x="70" y="234"/>
                    <a:pt x="70" y="210"/>
                  </a:cubicBezTo>
                  <a:cubicBezTo>
                    <a:pt x="93" y="210"/>
                    <a:pt x="116" y="210"/>
                    <a:pt x="140" y="210"/>
                  </a:cubicBezTo>
                  <a:cubicBezTo>
                    <a:pt x="140" y="141"/>
                    <a:pt x="140" y="71"/>
                    <a:pt x="14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82" name="ICON_HARNESS_GRAPH_path_015"/>
            <p:cNvSpPr/>
            <p:nvPr/>
          </p:nvSpPr>
          <p:spPr>
            <a:xfrm>
              <a:off x="6634004" y="6549557"/>
              <a:ext cx="20008" cy="7114"/>
            </a:xfrm>
            <a:custGeom>
              <a:avLst/>
              <a:gdLst/>
              <a:ahLst/>
              <a:cxnLst/>
              <a:rect l="0" t="0" r="r" b="b"/>
              <a:pathLst>
                <a:path w="1575" h="560" fill="norm" stroke="0">
                  <a:moveTo>
                    <a:pt x="1470" y="0"/>
                  </a:moveTo>
                  <a:cubicBezTo>
                    <a:pt x="1505" y="12"/>
                    <a:pt x="1540" y="23"/>
                    <a:pt x="1575" y="35"/>
                  </a:cubicBezTo>
                  <a:cubicBezTo>
                    <a:pt x="1560" y="64"/>
                    <a:pt x="1544" y="93"/>
                    <a:pt x="1527" y="123"/>
                  </a:cubicBezTo>
                  <a:cubicBezTo>
                    <a:pt x="1523" y="131"/>
                    <a:pt x="1518" y="139"/>
                    <a:pt x="1514" y="148"/>
                  </a:cubicBezTo>
                  <a:cubicBezTo>
                    <a:pt x="1500" y="172"/>
                    <a:pt x="1500" y="172"/>
                    <a:pt x="1470" y="210"/>
                  </a:cubicBezTo>
                  <a:cubicBezTo>
                    <a:pt x="1432" y="216"/>
                    <a:pt x="1432" y="216"/>
                    <a:pt x="1400" y="210"/>
                  </a:cubicBezTo>
                  <a:cubicBezTo>
                    <a:pt x="1400" y="233"/>
                    <a:pt x="1400" y="256"/>
                    <a:pt x="1400" y="280"/>
                  </a:cubicBezTo>
                  <a:cubicBezTo>
                    <a:pt x="1354" y="280"/>
                    <a:pt x="1308" y="280"/>
                    <a:pt x="1260" y="280"/>
                  </a:cubicBezTo>
                  <a:cubicBezTo>
                    <a:pt x="1260" y="303"/>
                    <a:pt x="1260" y="326"/>
                    <a:pt x="1260" y="350"/>
                  </a:cubicBezTo>
                  <a:cubicBezTo>
                    <a:pt x="1214" y="350"/>
                    <a:pt x="1168" y="350"/>
                    <a:pt x="1120" y="350"/>
                  </a:cubicBezTo>
                  <a:cubicBezTo>
                    <a:pt x="1120" y="373"/>
                    <a:pt x="1120" y="396"/>
                    <a:pt x="1120" y="420"/>
                  </a:cubicBezTo>
                  <a:cubicBezTo>
                    <a:pt x="1097" y="420"/>
                    <a:pt x="1074" y="420"/>
                    <a:pt x="1050" y="420"/>
                  </a:cubicBezTo>
                  <a:cubicBezTo>
                    <a:pt x="1050" y="443"/>
                    <a:pt x="1050" y="466"/>
                    <a:pt x="1050" y="490"/>
                  </a:cubicBezTo>
                  <a:cubicBezTo>
                    <a:pt x="1027" y="490"/>
                    <a:pt x="1004" y="490"/>
                    <a:pt x="980" y="490"/>
                  </a:cubicBezTo>
                  <a:cubicBezTo>
                    <a:pt x="980" y="513"/>
                    <a:pt x="980" y="536"/>
                    <a:pt x="980" y="560"/>
                  </a:cubicBezTo>
                  <a:cubicBezTo>
                    <a:pt x="934" y="560"/>
                    <a:pt x="888" y="560"/>
                    <a:pt x="840" y="560"/>
                  </a:cubicBezTo>
                  <a:cubicBezTo>
                    <a:pt x="840" y="514"/>
                    <a:pt x="840" y="468"/>
                    <a:pt x="840" y="420"/>
                  </a:cubicBezTo>
                  <a:cubicBezTo>
                    <a:pt x="817" y="420"/>
                    <a:pt x="794" y="420"/>
                    <a:pt x="770" y="420"/>
                  </a:cubicBezTo>
                  <a:cubicBezTo>
                    <a:pt x="770" y="397"/>
                    <a:pt x="770" y="374"/>
                    <a:pt x="770" y="350"/>
                  </a:cubicBezTo>
                  <a:cubicBezTo>
                    <a:pt x="608" y="350"/>
                    <a:pt x="447" y="350"/>
                    <a:pt x="280" y="350"/>
                  </a:cubicBezTo>
                  <a:cubicBezTo>
                    <a:pt x="280" y="373"/>
                    <a:pt x="280" y="396"/>
                    <a:pt x="280" y="420"/>
                  </a:cubicBezTo>
                  <a:cubicBezTo>
                    <a:pt x="188" y="420"/>
                    <a:pt x="95" y="420"/>
                    <a:pt x="0" y="420"/>
                  </a:cubicBezTo>
                  <a:cubicBezTo>
                    <a:pt x="0" y="397"/>
                    <a:pt x="0" y="374"/>
                    <a:pt x="0" y="350"/>
                  </a:cubicBezTo>
                  <a:cubicBezTo>
                    <a:pt x="46" y="350"/>
                    <a:pt x="92" y="350"/>
                    <a:pt x="140" y="350"/>
                  </a:cubicBezTo>
                  <a:cubicBezTo>
                    <a:pt x="140" y="327"/>
                    <a:pt x="140" y="304"/>
                    <a:pt x="140" y="280"/>
                  </a:cubicBezTo>
                  <a:cubicBezTo>
                    <a:pt x="394" y="280"/>
                    <a:pt x="648" y="280"/>
                    <a:pt x="910" y="280"/>
                  </a:cubicBezTo>
                  <a:cubicBezTo>
                    <a:pt x="910" y="257"/>
                    <a:pt x="910" y="234"/>
                    <a:pt x="910" y="210"/>
                  </a:cubicBezTo>
                  <a:cubicBezTo>
                    <a:pt x="980" y="210"/>
                    <a:pt x="1049" y="210"/>
                    <a:pt x="1120" y="210"/>
                  </a:cubicBezTo>
                  <a:cubicBezTo>
                    <a:pt x="1120" y="187"/>
                    <a:pt x="1120" y="164"/>
                    <a:pt x="1120" y="140"/>
                  </a:cubicBezTo>
                  <a:cubicBezTo>
                    <a:pt x="1190" y="140"/>
                    <a:pt x="1259" y="140"/>
                    <a:pt x="1330" y="140"/>
                  </a:cubicBezTo>
                  <a:cubicBezTo>
                    <a:pt x="1330" y="117"/>
                    <a:pt x="1330" y="94"/>
                    <a:pt x="1330" y="70"/>
                  </a:cubicBezTo>
                  <a:cubicBezTo>
                    <a:pt x="1377" y="70"/>
                    <a:pt x="1423" y="70"/>
                    <a:pt x="1470" y="70"/>
                  </a:cubicBezTo>
                  <a:cubicBezTo>
                    <a:pt x="1470" y="47"/>
                    <a:pt x="1470" y="24"/>
                    <a:pt x="147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83" name="ICON_HARNESS_GRAPH_path_016"/>
            <p:cNvSpPr/>
            <p:nvPr/>
          </p:nvSpPr>
          <p:spPr>
            <a:xfrm>
              <a:off x="6683803" y="6505094"/>
              <a:ext cx="14228" cy="9833"/>
            </a:xfrm>
            <a:custGeom>
              <a:avLst/>
              <a:gdLst/>
              <a:ahLst/>
              <a:cxnLst/>
              <a:rect l="0" t="0" r="r" b="b"/>
              <a:pathLst>
                <a:path w="1120" h="774" fill="norm" stroke="0">
                  <a:moveTo>
                    <a:pt x="980" y="0"/>
                  </a:moveTo>
                  <a:cubicBezTo>
                    <a:pt x="1027" y="0"/>
                    <a:pt x="1073" y="0"/>
                    <a:pt x="1120" y="0"/>
                  </a:cubicBezTo>
                  <a:cubicBezTo>
                    <a:pt x="1120" y="92"/>
                    <a:pt x="1120" y="185"/>
                    <a:pt x="1120" y="280"/>
                  </a:cubicBezTo>
                  <a:cubicBezTo>
                    <a:pt x="1097" y="280"/>
                    <a:pt x="1074" y="280"/>
                    <a:pt x="1050" y="280"/>
                  </a:cubicBezTo>
                  <a:cubicBezTo>
                    <a:pt x="1050" y="349"/>
                    <a:pt x="1050" y="419"/>
                    <a:pt x="1050" y="490"/>
                  </a:cubicBezTo>
                  <a:cubicBezTo>
                    <a:pt x="1027" y="490"/>
                    <a:pt x="1004" y="490"/>
                    <a:pt x="980" y="490"/>
                  </a:cubicBezTo>
                  <a:cubicBezTo>
                    <a:pt x="980" y="513"/>
                    <a:pt x="980" y="536"/>
                    <a:pt x="980" y="560"/>
                  </a:cubicBezTo>
                  <a:cubicBezTo>
                    <a:pt x="934" y="560"/>
                    <a:pt x="888" y="560"/>
                    <a:pt x="840" y="560"/>
                  </a:cubicBezTo>
                  <a:cubicBezTo>
                    <a:pt x="840" y="583"/>
                    <a:pt x="840" y="606"/>
                    <a:pt x="840" y="630"/>
                  </a:cubicBezTo>
                  <a:cubicBezTo>
                    <a:pt x="833" y="631"/>
                    <a:pt x="826" y="632"/>
                    <a:pt x="818" y="633"/>
                  </a:cubicBezTo>
                  <a:cubicBezTo>
                    <a:pt x="785" y="637"/>
                    <a:pt x="753" y="641"/>
                    <a:pt x="720" y="646"/>
                  </a:cubicBezTo>
                  <a:cubicBezTo>
                    <a:pt x="709" y="647"/>
                    <a:pt x="697" y="648"/>
                    <a:pt x="685" y="650"/>
                  </a:cubicBezTo>
                  <a:cubicBezTo>
                    <a:pt x="674" y="651"/>
                    <a:pt x="663" y="653"/>
                    <a:pt x="652" y="654"/>
                  </a:cubicBezTo>
                  <a:cubicBezTo>
                    <a:pt x="642" y="655"/>
                    <a:pt x="632" y="657"/>
                    <a:pt x="622" y="658"/>
                  </a:cubicBezTo>
                  <a:cubicBezTo>
                    <a:pt x="595" y="665"/>
                    <a:pt x="595" y="665"/>
                    <a:pt x="560" y="700"/>
                  </a:cubicBezTo>
                  <a:cubicBezTo>
                    <a:pt x="534" y="707"/>
                    <a:pt x="534" y="707"/>
                    <a:pt x="504" y="710"/>
                  </a:cubicBezTo>
                  <a:cubicBezTo>
                    <a:pt x="494" y="711"/>
                    <a:pt x="483" y="713"/>
                    <a:pt x="472" y="714"/>
                  </a:cubicBezTo>
                  <a:cubicBezTo>
                    <a:pt x="449" y="716"/>
                    <a:pt x="426" y="719"/>
                    <a:pt x="404" y="721"/>
                  </a:cubicBezTo>
                  <a:cubicBezTo>
                    <a:pt x="393" y="723"/>
                    <a:pt x="382" y="724"/>
                    <a:pt x="371" y="725"/>
                  </a:cubicBezTo>
                  <a:cubicBezTo>
                    <a:pt x="361" y="726"/>
                    <a:pt x="351" y="727"/>
                    <a:pt x="341" y="729"/>
                  </a:cubicBezTo>
                  <a:cubicBezTo>
                    <a:pt x="315" y="735"/>
                    <a:pt x="315" y="735"/>
                    <a:pt x="280" y="770"/>
                  </a:cubicBezTo>
                  <a:cubicBezTo>
                    <a:pt x="250" y="774"/>
                    <a:pt x="250" y="774"/>
                    <a:pt x="215" y="774"/>
                  </a:cubicBezTo>
                  <a:cubicBezTo>
                    <a:pt x="203" y="774"/>
                    <a:pt x="190" y="773"/>
                    <a:pt x="177" y="773"/>
                  </a:cubicBezTo>
                  <a:cubicBezTo>
                    <a:pt x="164" y="773"/>
                    <a:pt x="151" y="773"/>
                    <a:pt x="138" y="772"/>
                  </a:cubicBezTo>
                  <a:cubicBezTo>
                    <a:pt x="125" y="772"/>
                    <a:pt x="111" y="772"/>
                    <a:pt x="98" y="772"/>
                  </a:cubicBezTo>
                  <a:cubicBezTo>
                    <a:pt x="65" y="772"/>
                    <a:pt x="33" y="771"/>
                    <a:pt x="0" y="770"/>
                  </a:cubicBezTo>
                  <a:cubicBezTo>
                    <a:pt x="12" y="735"/>
                    <a:pt x="12" y="735"/>
                    <a:pt x="35" y="700"/>
                  </a:cubicBezTo>
                  <a:cubicBezTo>
                    <a:pt x="77" y="693"/>
                    <a:pt x="77" y="693"/>
                    <a:pt x="125" y="696"/>
                  </a:cubicBezTo>
                  <a:cubicBezTo>
                    <a:pt x="141" y="696"/>
                    <a:pt x="157" y="697"/>
                    <a:pt x="173" y="698"/>
                  </a:cubicBezTo>
                  <a:cubicBezTo>
                    <a:pt x="185" y="699"/>
                    <a:pt x="197" y="699"/>
                    <a:pt x="210" y="700"/>
                  </a:cubicBezTo>
                  <a:cubicBezTo>
                    <a:pt x="210" y="677"/>
                    <a:pt x="210" y="654"/>
                    <a:pt x="210" y="630"/>
                  </a:cubicBezTo>
                  <a:cubicBezTo>
                    <a:pt x="302" y="630"/>
                    <a:pt x="395" y="630"/>
                    <a:pt x="490" y="630"/>
                  </a:cubicBezTo>
                  <a:cubicBezTo>
                    <a:pt x="490" y="607"/>
                    <a:pt x="490" y="584"/>
                    <a:pt x="490" y="560"/>
                  </a:cubicBezTo>
                  <a:cubicBezTo>
                    <a:pt x="583" y="560"/>
                    <a:pt x="675" y="560"/>
                    <a:pt x="770" y="560"/>
                  </a:cubicBezTo>
                  <a:cubicBezTo>
                    <a:pt x="770" y="537"/>
                    <a:pt x="770" y="514"/>
                    <a:pt x="770" y="490"/>
                  </a:cubicBezTo>
                  <a:cubicBezTo>
                    <a:pt x="793" y="490"/>
                    <a:pt x="816" y="490"/>
                    <a:pt x="840" y="490"/>
                  </a:cubicBezTo>
                  <a:cubicBezTo>
                    <a:pt x="840" y="444"/>
                    <a:pt x="840" y="398"/>
                    <a:pt x="840" y="350"/>
                  </a:cubicBezTo>
                  <a:cubicBezTo>
                    <a:pt x="817" y="350"/>
                    <a:pt x="794" y="350"/>
                    <a:pt x="770" y="350"/>
                  </a:cubicBezTo>
                  <a:cubicBezTo>
                    <a:pt x="770" y="304"/>
                    <a:pt x="770" y="258"/>
                    <a:pt x="770" y="210"/>
                  </a:cubicBezTo>
                  <a:cubicBezTo>
                    <a:pt x="793" y="210"/>
                    <a:pt x="816" y="210"/>
                    <a:pt x="840" y="210"/>
                  </a:cubicBezTo>
                  <a:cubicBezTo>
                    <a:pt x="840" y="187"/>
                    <a:pt x="840" y="164"/>
                    <a:pt x="840" y="140"/>
                  </a:cubicBezTo>
                  <a:cubicBezTo>
                    <a:pt x="863" y="140"/>
                    <a:pt x="886" y="140"/>
                    <a:pt x="910" y="140"/>
                  </a:cubicBezTo>
                  <a:cubicBezTo>
                    <a:pt x="910" y="117"/>
                    <a:pt x="910" y="94"/>
                    <a:pt x="910" y="70"/>
                  </a:cubicBezTo>
                  <a:cubicBezTo>
                    <a:pt x="933" y="70"/>
                    <a:pt x="956" y="70"/>
                    <a:pt x="980" y="70"/>
                  </a:cubicBezTo>
                  <a:cubicBezTo>
                    <a:pt x="980" y="47"/>
                    <a:pt x="980" y="24"/>
                    <a:pt x="98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84" name="ICON_HARNESS_GRAPH_path_017"/>
            <p:cNvSpPr/>
            <p:nvPr/>
          </p:nvSpPr>
          <p:spPr>
            <a:xfrm>
              <a:off x="6684692" y="6570010"/>
              <a:ext cx="9782" cy="8003"/>
            </a:xfrm>
            <a:custGeom>
              <a:avLst/>
              <a:gdLst/>
              <a:ahLst/>
              <a:cxnLst/>
              <a:rect l="0" t="0" r="r" b="b"/>
              <a:pathLst>
                <a:path w="770" h="630" fill="norm" stroke="0">
                  <a:moveTo>
                    <a:pt x="0" y="0"/>
                  </a:moveTo>
                  <a:cubicBezTo>
                    <a:pt x="69" y="0"/>
                    <a:pt x="139" y="0"/>
                    <a:pt x="210" y="0"/>
                  </a:cubicBezTo>
                  <a:cubicBezTo>
                    <a:pt x="210" y="23"/>
                    <a:pt x="210" y="46"/>
                    <a:pt x="210" y="70"/>
                  </a:cubicBezTo>
                  <a:cubicBezTo>
                    <a:pt x="302" y="70"/>
                    <a:pt x="395" y="70"/>
                    <a:pt x="490" y="70"/>
                  </a:cubicBezTo>
                  <a:cubicBezTo>
                    <a:pt x="490" y="116"/>
                    <a:pt x="490" y="162"/>
                    <a:pt x="490" y="210"/>
                  </a:cubicBezTo>
                  <a:cubicBezTo>
                    <a:pt x="513" y="210"/>
                    <a:pt x="536" y="210"/>
                    <a:pt x="560" y="210"/>
                  </a:cubicBezTo>
                  <a:cubicBezTo>
                    <a:pt x="560" y="233"/>
                    <a:pt x="560" y="256"/>
                    <a:pt x="560" y="280"/>
                  </a:cubicBezTo>
                  <a:cubicBezTo>
                    <a:pt x="583" y="280"/>
                    <a:pt x="606" y="280"/>
                    <a:pt x="630" y="280"/>
                  </a:cubicBezTo>
                  <a:cubicBezTo>
                    <a:pt x="630" y="303"/>
                    <a:pt x="630" y="326"/>
                    <a:pt x="630" y="350"/>
                  </a:cubicBezTo>
                  <a:cubicBezTo>
                    <a:pt x="653" y="350"/>
                    <a:pt x="676" y="350"/>
                    <a:pt x="700" y="350"/>
                  </a:cubicBezTo>
                  <a:cubicBezTo>
                    <a:pt x="700" y="396"/>
                    <a:pt x="700" y="443"/>
                    <a:pt x="700" y="490"/>
                  </a:cubicBezTo>
                  <a:cubicBezTo>
                    <a:pt x="723" y="490"/>
                    <a:pt x="746" y="490"/>
                    <a:pt x="770" y="490"/>
                  </a:cubicBezTo>
                  <a:cubicBezTo>
                    <a:pt x="770" y="513"/>
                    <a:pt x="770" y="536"/>
                    <a:pt x="770" y="560"/>
                  </a:cubicBezTo>
                  <a:cubicBezTo>
                    <a:pt x="724" y="560"/>
                    <a:pt x="678" y="560"/>
                    <a:pt x="630" y="560"/>
                  </a:cubicBezTo>
                  <a:cubicBezTo>
                    <a:pt x="630" y="583"/>
                    <a:pt x="630" y="606"/>
                    <a:pt x="630" y="630"/>
                  </a:cubicBezTo>
                  <a:cubicBezTo>
                    <a:pt x="607" y="630"/>
                    <a:pt x="584" y="630"/>
                    <a:pt x="560" y="630"/>
                  </a:cubicBezTo>
                  <a:cubicBezTo>
                    <a:pt x="560" y="607"/>
                    <a:pt x="560" y="584"/>
                    <a:pt x="560" y="560"/>
                  </a:cubicBezTo>
                  <a:cubicBezTo>
                    <a:pt x="514" y="560"/>
                    <a:pt x="468" y="560"/>
                    <a:pt x="420" y="560"/>
                  </a:cubicBezTo>
                  <a:cubicBezTo>
                    <a:pt x="420" y="537"/>
                    <a:pt x="420" y="514"/>
                    <a:pt x="420" y="490"/>
                  </a:cubicBezTo>
                  <a:cubicBezTo>
                    <a:pt x="397" y="490"/>
                    <a:pt x="374" y="490"/>
                    <a:pt x="350" y="490"/>
                  </a:cubicBezTo>
                  <a:cubicBezTo>
                    <a:pt x="350" y="444"/>
                    <a:pt x="350" y="398"/>
                    <a:pt x="350" y="350"/>
                  </a:cubicBezTo>
                  <a:cubicBezTo>
                    <a:pt x="327" y="350"/>
                    <a:pt x="304" y="350"/>
                    <a:pt x="280" y="350"/>
                  </a:cubicBezTo>
                  <a:cubicBezTo>
                    <a:pt x="280" y="327"/>
                    <a:pt x="280" y="304"/>
                    <a:pt x="280" y="280"/>
                  </a:cubicBezTo>
                  <a:cubicBezTo>
                    <a:pt x="257" y="280"/>
                    <a:pt x="234" y="280"/>
                    <a:pt x="210" y="280"/>
                  </a:cubicBezTo>
                  <a:cubicBezTo>
                    <a:pt x="210" y="257"/>
                    <a:pt x="210" y="234"/>
                    <a:pt x="210" y="210"/>
                  </a:cubicBezTo>
                  <a:cubicBezTo>
                    <a:pt x="187" y="210"/>
                    <a:pt x="164" y="210"/>
                    <a:pt x="140" y="210"/>
                  </a:cubicBezTo>
                  <a:cubicBezTo>
                    <a:pt x="141" y="199"/>
                    <a:pt x="143" y="188"/>
                    <a:pt x="144" y="177"/>
                  </a:cubicBezTo>
                  <a:cubicBezTo>
                    <a:pt x="144" y="171"/>
                    <a:pt x="144" y="171"/>
                    <a:pt x="140" y="140"/>
                  </a:cubicBezTo>
                  <a:cubicBezTo>
                    <a:pt x="109" y="120"/>
                    <a:pt x="109" y="120"/>
                    <a:pt x="70" y="105"/>
                  </a:cubicBezTo>
                  <a:cubicBezTo>
                    <a:pt x="31" y="90"/>
                    <a:pt x="31" y="90"/>
                    <a:pt x="0" y="70"/>
                  </a:cubicBezTo>
                  <a:cubicBezTo>
                    <a:pt x="0" y="47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85" name="ICON_HARNESS_GRAPH_path_018"/>
            <p:cNvSpPr/>
            <p:nvPr/>
          </p:nvSpPr>
          <p:spPr>
            <a:xfrm>
              <a:off x="6698031" y="6571789"/>
              <a:ext cx="13339" cy="5336"/>
            </a:xfrm>
            <a:custGeom>
              <a:avLst/>
              <a:gdLst/>
              <a:ahLst/>
              <a:cxnLst/>
              <a:rect l="0" t="0" r="r" b="b"/>
              <a:pathLst>
                <a:path w="1050" h="420" fill="norm" stroke="0">
                  <a:moveTo>
                    <a:pt x="140" y="0"/>
                  </a:moveTo>
                  <a:cubicBezTo>
                    <a:pt x="256" y="0"/>
                    <a:pt x="371" y="0"/>
                    <a:pt x="490" y="0"/>
                  </a:cubicBezTo>
                  <a:cubicBezTo>
                    <a:pt x="490" y="46"/>
                    <a:pt x="490" y="92"/>
                    <a:pt x="490" y="140"/>
                  </a:cubicBezTo>
                  <a:cubicBezTo>
                    <a:pt x="583" y="140"/>
                    <a:pt x="675" y="140"/>
                    <a:pt x="770" y="140"/>
                  </a:cubicBezTo>
                  <a:cubicBezTo>
                    <a:pt x="770" y="163"/>
                    <a:pt x="770" y="186"/>
                    <a:pt x="770" y="210"/>
                  </a:cubicBezTo>
                  <a:cubicBezTo>
                    <a:pt x="793" y="210"/>
                    <a:pt x="816" y="210"/>
                    <a:pt x="840" y="210"/>
                  </a:cubicBezTo>
                  <a:cubicBezTo>
                    <a:pt x="840" y="233"/>
                    <a:pt x="840" y="256"/>
                    <a:pt x="840" y="280"/>
                  </a:cubicBezTo>
                  <a:cubicBezTo>
                    <a:pt x="910" y="280"/>
                    <a:pt x="979" y="280"/>
                    <a:pt x="1050" y="280"/>
                  </a:cubicBezTo>
                  <a:cubicBezTo>
                    <a:pt x="1050" y="326"/>
                    <a:pt x="1050" y="373"/>
                    <a:pt x="1050" y="420"/>
                  </a:cubicBezTo>
                  <a:cubicBezTo>
                    <a:pt x="958" y="397"/>
                    <a:pt x="865" y="374"/>
                    <a:pt x="770" y="350"/>
                  </a:cubicBezTo>
                  <a:cubicBezTo>
                    <a:pt x="770" y="327"/>
                    <a:pt x="770" y="304"/>
                    <a:pt x="770" y="280"/>
                  </a:cubicBezTo>
                  <a:cubicBezTo>
                    <a:pt x="539" y="280"/>
                    <a:pt x="308" y="280"/>
                    <a:pt x="70" y="280"/>
                  </a:cubicBezTo>
                  <a:cubicBezTo>
                    <a:pt x="70" y="257"/>
                    <a:pt x="70" y="234"/>
                    <a:pt x="70" y="210"/>
                  </a:cubicBezTo>
                  <a:cubicBezTo>
                    <a:pt x="47" y="210"/>
                    <a:pt x="24" y="210"/>
                    <a:pt x="0" y="210"/>
                  </a:cubicBezTo>
                  <a:cubicBezTo>
                    <a:pt x="0" y="187"/>
                    <a:pt x="0" y="164"/>
                    <a:pt x="0" y="140"/>
                  </a:cubicBezTo>
                  <a:cubicBezTo>
                    <a:pt x="46" y="140"/>
                    <a:pt x="92" y="140"/>
                    <a:pt x="140" y="140"/>
                  </a:cubicBezTo>
                  <a:cubicBezTo>
                    <a:pt x="140" y="94"/>
                    <a:pt x="140" y="48"/>
                    <a:pt x="14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86" name="ICON_HARNESS_GRAPH_path_019"/>
            <p:cNvSpPr/>
            <p:nvPr/>
          </p:nvSpPr>
          <p:spPr>
            <a:xfrm>
              <a:off x="6601102" y="6578014"/>
              <a:ext cx="3557" cy="11560"/>
            </a:xfrm>
            <a:custGeom>
              <a:avLst/>
              <a:gdLst/>
              <a:ahLst/>
              <a:cxnLst/>
              <a:rect l="0" t="0" r="r" b="b"/>
              <a:pathLst>
                <a:path w="280" h="910" fill="norm" stroke="0">
                  <a:moveTo>
                    <a:pt x="0" y="0"/>
                  </a:moveTo>
                  <a:cubicBezTo>
                    <a:pt x="23" y="0"/>
                    <a:pt x="46" y="0"/>
                    <a:pt x="70" y="0"/>
                  </a:cubicBezTo>
                  <a:cubicBezTo>
                    <a:pt x="70" y="23"/>
                    <a:pt x="70" y="46"/>
                    <a:pt x="70" y="70"/>
                  </a:cubicBezTo>
                  <a:cubicBezTo>
                    <a:pt x="139" y="70"/>
                    <a:pt x="209" y="70"/>
                    <a:pt x="280" y="70"/>
                  </a:cubicBezTo>
                  <a:cubicBezTo>
                    <a:pt x="280" y="324"/>
                    <a:pt x="280" y="578"/>
                    <a:pt x="280" y="840"/>
                  </a:cubicBezTo>
                  <a:cubicBezTo>
                    <a:pt x="234" y="840"/>
                    <a:pt x="188" y="840"/>
                    <a:pt x="140" y="840"/>
                  </a:cubicBezTo>
                  <a:cubicBezTo>
                    <a:pt x="140" y="863"/>
                    <a:pt x="140" y="886"/>
                    <a:pt x="140" y="910"/>
                  </a:cubicBezTo>
                  <a:cubicBezTo>
                    <a:pt x="94" y="910"/>
                    <a:pt x="48" y="910"/>
                    <a:pt x="0" y="910"/>
                  </a:cubicBezTo>
                  <a:cubicBezTo>
                    <a:pt x="6" y="896"/>
                    <a:pt x="11" y="882"/>
                    <a:pt x="17" y="867"/>
                  </a:cubicBezTo>
                  <a:cubicBezTo>
                    <a:pt x="41" y="796"/>
                    <a:pt x="43" y="725"/>
                    <a:pt x="46" y="649"/>
                  </a:cubicBezTo>
                  <a:cubicBezTo>
                    <a:pt x="46" y="642"/>
                    <a:pt x="46" y="642"/>
                    <a:pt x="48" y="605"/>
                  </a:cubicBezTo>
                  <a:cubicBezTo>
                    <a:pt x="51" y="559"/>
                    <a:pt x="53" y="512"/>
                    <a:pt x="55" y="466"/>
                  </a:cubicBezTo>
                  <a:cubicBezTo>
                    <a:pt x="56" y="435"/>
                    <a:pt x="58" y="403"/>
                    <a:pt x="59" y="371"/>
                  </a:cubicBezTo>
                  <a:cubicBezTo>
                    <a:pt x="63" y="294"/>
                    <a:pt x="67" y="217"/>
                    <a:pt x="70" y="140"/>
                  </a:cubicBezTo>
                  <a:cubicBezTo>
                    <a:pt x="47" y="140"/>
                    <a:pt x="24" y="140"/>
                    <a:pt x="0" y="140"/>
                  </a:cubicBezTo>
                  <a:cubicBezTo>
                    <a:pt x="0" y="94"/>
                    <a:pt x="0" y="48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87" name="ICON_HARNESS_GRAPH_path_020"/>
            <p:cNvSpPr/>
            <p:nvPr/>
          </p:nvSpPr>
          <p:spPr>
            <a:xfrm>
              <a:off x="6710481" y="6527326"/>
              <a:ext cx="15117" cy="4446"/>
            </a:xfrm>
            <a:custGeom>
              <a:avLst/>
              <a:gdLst/>
              <a:ahLst/>
              <a:cxnLst/>
              <a:rect l="0" t="0" r="r" b="b"/>
              <a:pathLst>
                <a:path w="1190" h="350" fill="norm" stroke="0">
                  <a:moveTo>
                    <a:pt x="1190" y="0"/>
                  </a:moveTo>
                  <a:cubicBezTo>
                    <a:pt x="1190" y="46"/>
                    <a:pt x="1190" y="92"/>
                    <a:pt x="1190" y="140"/>
                  </a:cubicBezTo>
                  <a:cubicBezTo>
                    <a:pt x="1121" y="140"/>
                    <a:pt x="1052" y="140"/>
                    <a:pt x="980" y="140"/>
                  </a:cubicBezTo>
                  <a:cubicBezTo>
                    <a:pt x="980" y="163"/>
                    <a:pt x="980" y="186"/>
                    <a:pt x="980" y="210"/>
                  </a:cubicBezTo>
                  <a:cubicBezTo>
                    <a:pt x="957" y="210"/>
                    <a:pt x="934" y="210"/>
                    <a:pt x="910" y="210"/>
                  </a:cubicBezTo>
                  <a:cubicBezTo>
                    <a:pt x="910" y="256"/>
                    <a:pt x="910" y="302"/>
                    <a:pt x="910" y="350"/>
                  </a:cubicBezTo>
                  <a:cubicBezTo>
                    <a:pt x="887" y="350"/>
                    <a:pt x="864" y="350"/>
                    <a:pt x="840" y="350"/>
                  </a:cubicBezTo>
                  <a:cubicBezTo>
                    <a:pt x="840" y="327"/>
                    <a:pt x="840" y="304"/>
                    <a:pt x="840" y="280"/>
                  </a:cubicBezTo>
                  <a:cubicBezTo>
                    <a:pt x="632" y="280"/>
                    <a:pt x="424" y="280"/>
                    <a:pt x="210" y="280"/>
                  </a:cubicBezTo>
                  <a:cubicBezTo>
                    <a:pt x="210" y="303"/>
                    <a:pt x="210" y="326"/>
                    <a:pt x="210" y="350"/>
                  </a:cubicBezTo>
                  <a:cubicBezTo>
                    <a:pt x="141" y="350"/>
                    <a:pt x="71" y="350"/>
                    <a:pt x="0" y="350"/>
                  </a:cubicBezTo>
                  <a:cubicBezTo>
                    <a:pt x="0" y="281"/>
                    <a:pt x="0" y="211"/>
                    <a:pt x="0" y="140"/>
                  </a:cubicBezTo>
                  <a:cubicBezTo>
                    <a:pt x="300" y="140"/>
                    <a:pt x="601" y="140"/>
                    <a:pt x="910" y="140"/>
                  </a:cubicBezTo>
                  <a:cubicBezTo>
                    <a:pt x="910" y="117"/>
                    <a:pt x="910" y="94"/>
                    <a:pt x="910" y="70"/>
                  </a:cubicBezTo>
                  <a:cubicBezTo>
                    <a:pt x="944" y="58"/>
                    <a:pt x="977" y="47"/>
                    <a:pt x="1011" y="35"/>
                  </a:cubicBezTo>
                  <a:cubicBezTo>
                    <a:pt x="1016" y="33"/>
                    <a:pt x="1016" y="33"/>
                    <a:pt x="1039" y="25"/>
                  </a:cubicBezTo>
                  <a:cubicBezTo>
                    <a:pt x="1049" y="22"/>
                    <a:pt x="1058" y="19"/>
                    <a:pt x="1068" y="15"/>
                  </a:cubicBezTo>
                  <a:cubicBezTo>
                    <a:pt x="1076" y="12"/>
                    <a:pt x="1084" y="9"/>
                    <a:pt x="1093" y="6"/>
                  </a:cubicBezTo>
                  <a:cubicBezTo>
                    <a:pt x="1120" y="0"/>
                    <a:pt x="1120" y="0"/>
                    <a:pt x="119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88" name="ICON_HARNESS_GRAPH_path_021"/>
            <p:cNvSpPr/>
            <p:nvPr/>
          </p:nvSpPr>
          <p:spPr>
            <a:xfrm>
              <a:off x="6617998" y="6442846"/>
              <a:ext cx="3557" cy="9782"/>
            </a:xfrm>
            <a:custGeom>
              <a:avLst/>
              <a:gdLst/>
              <a:ahLst/>
              <a:cxnLst/>
              <a:rect l="0" t="0" r="r" b="b"/>
              <a:pathLst>
                <a:path w="280" h="770" fill="norm" stroke="0">
                  <a:moveTo>
                    <a:pt x="210" y="0"/>
                  </a:moveTo>
                  <a:cubicBezTo>
                    <a:pt x="233" y="0"/>
                    <a:pt x="256" y="0"/>
                    <a:pt x="280" y="0"/>
                  </a:cubicBezTo>
                  <a:cubicBezTo>
                    <a:pt x="280" y="46"/>
                    <a:pt x="280" y="92"/>
                    <a:pt x="280" y="140"/>
                  </a:cubicBezTo>
                  <a:cubicBezTo>
                    <a:pt x="257" y="140"/>
                    <a:pt x="234" y="140"/>
                    <a:pt x="210" y="140"/>
                  </a:cubicBezTo>
                  <a:cubicBezTo>
                    <a:pt x="214" y="213"/>
                    <a:pt x="219" y="286"/>
                    <a:pt x="223" y="359"/>
                  </a:cubicBezTo>
                  <a:cubicBezTo>
                    <a:pt x="225" y="383"/>
                    <a:pt x="226" y="408"/>
                    <a:pt x="227" y="433"/>
                  </a:cubicBezTo>
                  <a:cubicBezTo>
                    <a:pt x="230" y="469"/>
                    <a:pt x="232" y="504"/>
                    <a:pt x="234" y="540"/>
                  </a:cubicBezTo>
                  <a:cubicBezTo>
                    <a:pt x="235" y="551"/>
                    <a:pt x="235" y="562"/>
                    <a:pt x="236" y="573"/>
                  </a:cubicBezTo>
                  <a:cubicBezTo>
                    <a:pt x="236" y="584"/>
                    <a:pt x="237" y="594"/>
                    <a:pt x="238" y="605"/>
                  </a:cubicBezTo>
                  <a:cubicBezTo>
                    <a:pt x="238" y="614"/>
                    <a:pt x="239" y="623"/>
                    <a:pt x="240" y="633"/>
                  </a:cubicBezTo>
                  <a:cubicBezTo>
                    <a:pt x="248" y="680"/>
                    <a:pt x="265" y="725"/>
                    <a:pt x="280" y="770"/>
                  </a:cubicBezTo>
                  <a:cubicBezTo>
                    <a:pt x="188" y="770"/>
                    <a:pt x="95" y="770"/>
                    <a:pt x="0" y="770"/>
                  </a:cubicBezTo>
                  <a:cubicBezTo>
                    <a:pt x="0" y="539"/>
                    <a:pt x="0" y="308"/>
                    <a:pt x="0" y="70"/>
                  </a:cubicBezTo>
                  <a:cubicBezTo>
                    <a:pt x="69" y="70"/>
                    <a:pt x="139" y="70"/>
                    <a:pt x="210" y="70"/>
                  </a:cubicBezTo>
                  <a:cubicBezTo>
                    <a:pt x="210" y="47"/>
                    <a:pt x="210" y="24"/>
                    <a:pt x="21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89" name="ICON_HARNESS_GRAPH_path_022"/>
            <p:cNvSpPr/>
            <p:nvPr/>
          </p:nvSpPr>
          <p:spPr>
            <a:xfrm>
              <a:off x="6549524" y="6518433"/>
              <a:ext cx="16007" cy="4446"/>
            </a:xfrm>
            <a:custGeom>
              <a:avLst/>
              <a:gdLst/>
              <a:ahLst/>
              <a:cxnLst/>
              <a:rect l="0" t="0" r="r" b="b"/>
              <a:pathLst>
                <a:path w="1260" h="350" fill="norm" stroke="0">
                  <a:moveTo>
                    <a:pt x="1260" y="0"/>
                  </a:moveTo>
                  <a:cubicBezTo>
                    <a:pt x="1260" y="46"/>
                    <a:pt x="1260" y="92"/>
                    <a:pt x="1260" y="140"/>
                  </a:cubicBezTo>
                  <a:cubicBezTo>
                    <a:pt x="1214" y="140"/>
                    <a:pt x="1168" y="140"/>
                    <a:pt x="1120" y="140"/>
                  </a:cubicBezTo>
                  <a:cubicBezTo>
                    <a:pt x="1120" y="163"/>
                    <a:pt x="1120" y="186"/>
                    <a:pt x="1120" y="210"/>
                  </a:cubicBezTo>
                  <a:cubicBezTo>
                    <a:pt x="1051" y="210"/>
                    <a:pt x="982" y="210"/>
                    <a:pt x="910" y="210"/>
                  </a:cubicBezTo>
                  <a:cubicBezTo>
                    <a:pt x="910" y="233"/>
                    <a:pt x="910" y="256"/>
                    <a:pt x="910" y="280"/>
                  </a:cubicBezTo>
                  <a:cubicBezTo>
                    <a:pt x="841" y="280"/>
                    <a:pt x="772" y="280"/>
                    <a:pt x="700" y="280"/>
                  </a:cubicBezTo>
                  <a:cubicBezTo>
                    <a:pt x="700" y="303"/>
                    <a:pt x="700" y="326"/>
                    <a:pt x="700" y="350"/>
                  </a:cubicBezTo>
                  <a:cubicBezTo>
                    <a:pt x="469" y="350"/>
                    <a:pt x="238" y="350"/>
                    <a:pt x="0" y="350"/>
                  </a:cubicBezTo>
                  <a:cubicBezTo>
                    <a:pt x="0" y="327"/>
                    <a:pt x="0" y="304"/>
                    <a:pt x="0" y="280"/>
                  </a:cubicBezTo>
                  <a:cubicBezTo>
                    <a:pt x="23" y="280"/>
                    <a:pt x="46" y="280"/>
                    <a:pt x="70" y="280"/>
                  </a:cubicBezTo>
                  <a:cubicBezTo>
                    <a:pt x="70" y="257"/>
                    <a:pt x="70" y="234"/>
                    <a:pt x="70" y="210"/>
                  </a:cubicBezTo>
                  <a:cubicBezTo>
                    <a:pt x="301" y="210"/>
                    <a:pt x="532" y="210"/>
                    <a:pt x="770" y="210"/>
                  </a:cubicBezTo>
                  <a:cubicBezTo>
                    <a:pt x="770" y="187"/>
                    <a:pt x="770" y="164"/>
                    <a:pt x="770" y="140"/>
                  </a:cubicBezTo>
                  <a:cubicBezTo>
                    <a:pt x="786" y="139"/>
                    <a:pt x="802" y="137"/>
                    <a:pt x="818" y="136"/>
                  </a:cubicBezTo>
                  <a:cubicBezTo>
                    <a:pt x="950" y="123"/>
                    <a:pt x="1045" y="99"/>
                    <a:pt x="1154" y="22"/>
                  </a:cubicBezTo>
                  <a:cubicBezTo>
                    <a:pt x="1190" y="0"/>
                    <a:pt x="1190" y="0"/>
                    <a:pt x="126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90" name="ICON_HARNESS_GRAPH_path_023"/>
            <p:cNvSpPr/>
            <p:nvPr/>
          </p:nvSpPr>
          <p:spPr>
            <a:xfrm>
              <a:off x="6604659" y="6518433"/>
              <a:ext cx="8893" cy="8003"/>
            </a:xfrm>
            <a:custGeom>
              <a:avLst/>
              <a:gdLst/>
              <a:ahLst/>
              <a:cxnLst/>
              <a:rect l="0" t="0" r="r" b="b"/>
              <a:pathLst>
                <a:path w="700" h="630" fill="norm" stroke="0">
                  <a:moveTo>
                    <a:pt x="0" y="0"/>
                  </a:moveTo>
                  <a:cubicBezTo>
                    <a:pt x="140" y="47"/>
                    <a:pt x="280" y="93"/>
                    <a:pt x="420" y="140"/>
                  </a:cubicBezTo>
                  <a:cubicBezTo>
                    <a:pt x="420" y="163"/>
                    <a:pt x="420" y="186"/>
                    <a:pt x="420" y="210"/>
                  </a:cubicBezTo>
                  <a:cubicBezTo>
                    <a:pt x="489" y="210"/>
                    <a:pt x="559" y="210"/>
                    <a:pt x="630" y="210"/>
                  </a:cubicBezTo>
                  <a:cubicBezTo>
                    <a:pt x="630" y="233"/>
                    <a:pt x="630" y="256"/>
                    <a:pt x="630" y="280"/>
                  </a:cubicBezTo>
                  <a:cubicBezTo>
                    <a:pt x="653" y="280"/>
                    <a:pt x="676" y="280"/>
                    <a:pt x="700" y="280"/>
                  </a:cubicBezTo>
                  <a:cubicBezTo>
                    <a:pt x="700" y="396"/>
                    <a:pt x="700" y="511"/>
                    <a:pt x="700" y="630"/>
                  </a:cubicBezTo>
                  <a:cubicBezTo>
                    <a:pt x="677" y="630"/>
                    <a:pt x="654" y="630"/>
                    <a:pt x="630" y="630"/>
                  </a:cubicBezTo>
                  <a:cubicBezTo>
                    <a:pt x="630" y="607"/>
                    <a:pt x="630" y="584"/>
                    <a:pt x="630" y="560"/>
                  </a:cubicBezTo>
                  <a:cubicBezTo>
                    <a:pt x="607" y="560"/>
                    <a:pt x="584" y="560"/>
                    <a:pt x="560" y="560"/>
                  </a:cubicBezTo>
                  <a:cubicBezTo>
                    <a:pt x="560" y="537"/>
                    <a:pt x="560" y="514"/>
                    <a:pt x="560" y="490"/>
                  </a:cubicBezTo>
                  <a:cubicBezTo>
                    <a:pt x="537" y="490"/>
                    <a:pt x="514" y="490"/>
                    <a:pt x="490" y="490"/>
                  </a:cubicBezTo>
                  <a:cubicBezTo>
                    <a:pt x="490" y="467"/>
                    <a:pt x="490" y="444"/>
                    <a:pt x="490" y="420"/>
                  </a:cubicBezTo>
                  <a:cubicBezTo>
                    <a:pt x="444" y="420"/>
                    <a:pt x="398" y="420"/>
                    <a:pt x="350" y="420"/>
                  </a:cubicBezTo>
                  <a:cubicBezTo>
                    <a:pt x="350" y="397"/>
                    <a:pt x="350" y="374"/>
                    <a:pt x="350" y="350"/>
                  </a:cubicBezTo>
                  <a:cubicBezTo>
                    <a:pt x="327" y="350"/>
                    <a:pt x="304" y="350"/>
                    <a:pt x="280" y="350"/>
                  </a:cubicBezTo>
                  <a:cubicBezTo>
                    <a:pt x="280" y="304"/>
                    <a:pt x="280" y="258"/>
                    <a:pt x="280" y="210"/>
                  </a:cubicBezTo>
                  <a:cubicBezTo>
                    <a:pt x="234" y="210"/>
                    <a:pt x="188" y="210"/>
                    <a:pt x="140" y="210"/>
                  </a:cubicBezTo>
                  <a:cubicBezTo>
                    <a:pt x="140" y="187"/>
                    <a:pt x="140" y="164"/>
                    <a:pt x="140" y="140"/>
                  </a:cubicBezTo>
                  <a:cubicBezTo>
                    <a:pt x="94" y="140"/>
                    <a:pt x="48" y="140"/>
                    <a:pt x="0" y="140"/>
                  </a:cubicBezTo>
                  <a:cubicBezTo>
                    <a:pt x="0" y="94"/>
                    <a:pt x="0" y="48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91" name="ICON_HARNESS_GRAPH_path_024"/>
            <p:cNvSpPr/>
            <p:nvPr/>
          </p:nvSpPr>
          <p:spPr>
            <a:xfrm>
              <a:off x="6569088" y="6479305"/>
              <a:ext cx="8893" cy="10671"/>
            </a:xfrm>
            <a:custGeom>
              <a:avLst/>
              <a:gdLst/>
              <a:ahLst/>
              <a:cxnLst/>
              <a:rect l="0" t="0" r="r" b="b"/>
              <a:pathLst>
                <a:path w="700" h="840" fill="norm" stroke="0">
                  <a:moveTo>
                    <a:pt x="0" y="0"/>
                  </a:moveTo>
                  <a:cubicBezTo>
                    <a:pt x="69" y="0"/>
                    <a:pt x="139" y="0"/>
                    <a:pt x="210" y="0"/>
                  </a:cubicBezTo>
                  <a:cubicBezTo>
                    <a:pt x="210" y="23"/>
                    <a:pt x="210" y="46"/>
                    <a:pt x="210" y="70"/>
                  </a:cubicBezTo>
                  <a:cubicBezTo>
                    <a:pt x="233" y="70"/>
                    <a:pt x="256" y="70"/>
                    <a:pt x="280" y="70"/>
                  </a:cubicBezTo>
                  <a:cubicBezTo>
                    <a:pt x="280" y="93"/>
                    <a:pt x="280" y="116"/>
                    <a:pt x="280" y="140"/>
                  </a:cubicBezTo>
                  <a:cubicBezTo>
                    <a:pt x="303" y="140"/>
                    <a:pt x="326" y="140"/>
                    <a:pt x="350" y="140"/>
                  </a:cubicBezTo>
                  <a:cubicBezTo>
                    <a:pt x="350" y="163"/>
                    <a:pt x="350" y="186"/>
                    <a:pt x="350" y="210"/>
                  </a:cubicBezTo>
                  <a:cubicBezTo>
                    <a:pt x="373" y="210"/>
                    <a:pt x="396" y="210"/>
                    <a:pt x="420" y="210"/>
                  </a:cubicBezTo>
                  <a:cubicBezTo>
                    <a:pt x="420" y="233"/>
                    <a:pt x="420" y="256"/>
                    <a:pt x="420" y="280"/>
                  </a:cubicBezTo>
                  <a:cubicBezTo>
                    <a:pt x="443" y="280"/>
                    <a:pt x="466" y="280"/>
                    <a:pt x="490" y="280"/>
                  </a:cubicBezTo>
                  <a:cubicBezTo>
                    <a:pt x="490" y="303"/>
                    <a:pt x="490" y="326"/>
                    <a:pt x="490" y="350"/>
                  </a:cubicBezTo>
                  <a:cubicBezTo>
                    <a:pt x="513" y="350"/>
                    <a:pt x="536" y="350"/>
                    <a:pt x="560" y="350"/>
                  </a:cubicBezTo>
                  <a:cubicBezTo>
                    <a:pt x="560" y="396"/>
                    <a:pt x="560" y="443"/>
                    <a:pt x="560" y="490"/>
                  </a:cubicBezTo>
                  <a:cubicBezTo>
                    <a:pt x="606" y="490"/>
                    <a:pt x="653" y="490"/>
                    <a:pt x="700" y="490"/>
                  </a:cubicBezTo>
                  <a:cubicBezTo>
                    <a:pt x="700" y="536"/>
                    <a:pt x="700" y="583"/>
                    <a:pt x="700" y="630"/>
                  </a:cubicBezTo>
                  <a:cubicBezTo>
                    <a:pt x="677" y="630"/>
                    <a:pt x="654" y="630"/>
                    <a:pt x="630" y="630"/>
                  </a:cubicBezTo>
                  <a:cubicBezTo>
                    <a:pt x="630" y="700"/>
                    <a:pt x="630" y="769"/>
                    <a:pt x="630" y="840"/>
                  </a:cubicBezTo>
                  <a:cubicBezTo>
                    <a:pt x="607" y="840"/>
                    <a:pt x="584" y="840"/>
                    <a:pt x="560" y="840"/>
                  </a:cubicBezTo>
                  <a:cubicBezTo>
                    <a:pt x="560" y="771"/>
                    <a:pt x="560" y="702"/>
                    <a:pt x="560" y="630"/>
                  </a:cubicBezTo>
                  <a:cubicBezTo>
                    <a:pt x="537" y="630"/>
                    <a:pt x="514" y="630"/>
                    <a:pt x="490" y="630"/>
                  </a:cubicBezTo>
                  <a:cubicBezTo>
                    <a:pt x="490" y="584"/>
                    <a:pt x="490" y="538"/>
                    <a:pt x="490" y="490"/>
                  </a:cubicBezTo>
                  <a:cubicBezTo>
                    <a:pt x="467" y="490"/>
                    <a:pt x="444" y="490"/>
                    <a:pt x="420" y="490"/>
                  </a:cubicBezTo>
                  <a:cubicBezTo>
                    <a:pt x="420" y="467"/>
                    <a:pt x="420" y="444"/>
                    <a:pt x="420" y="420"/>
                  </a:cubicBezTo>
                  <a:cubicBezTo>
                    <a:pt x="397" y="420"/>
                    <a:pt x="374" y="420"/>
                    <a:pt x="350" y="420"/>
                  </a:cubicBezTo>
                  <a:cubicBezTo>
                    <a:pt x="350" y="397"/>
                    <a:pt x="350" y="374"/>
                    <a:pt x="350" y="350"/>
                  </a:cubicBezTo>
                  <a:cubicBezTo>
                    <a:pt x="327" y="350"/>
                    <a:pt x="304" y="350"/>
                    <a:pt x="280" y="350"/>
                  </a:cubicBezTo>
                  <a:cubicBezTo>
                    <a:pt x="280" y="327"/>
                    <a:pt x="280" y="304"/>
                    <a:pt x="280" y="280"/>
                  </a:cubicBezTo>
                  <a:cubicBezTo>
                    <a:pt x="257" y="280"/>
                    <a:pt x="234" y="280"/>
                    <a:pt x="210" y="280"/>
                  </a:cubicBezTo>
                  <a:cubicBezTo>
                    <a:pt x="210" y="257"/>
                    <a:pt x="210" y="234"/>
                    <a:pt x="210" y="210"/>
                  </a:cubicBezTo>
                  <a:cubicBezTo>
                    <a:pt x="187" y="210"/>
                    <a:pt x="164" y="210"/>
                    <a:pt x="140" y="210"/>
                  </a:cubicBezTo>
                  <a:cubicBezTo>
                    <a:pt x="141" y="199"/>
                    <a:pt x="143" y="188"/>
                    <a:pt x="144" y="177"/>
                  </a:cubicBezTo>
                  <a:cubicBezTo>
                    <a:pt x="144" y="171"/>
                    <a:pt x="144" y="171"/>
                    <a:pt x="140" y="140"/>
                  </a:cubicBezTo>
                  <a:cubicBezTo>
                    <a:pt x="109" y="120"/>
                    <a:pt x="109" y="120"/>
                    <a:pt x="70" y="105"/>
                  </a:cubicBezTo>
                  <a:cubicBezTo>
                    <a:pt x="31" y="90"/>
                    <a:pt x="31" y="90"/>
                    <a:pt x="0" y="70"/>
                  </a:cubicBezTo>
                  <a:cubicBezTo>
                    <a:pt x="0" y="47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92" name="ICON_HARNESS_GRAPH_path_025"/>
            <p:cNvSpPr/>
            <p:nvPr/>
          </p:nvSpPr>
          <p:spPr>
            <a:xfrm>
              <a:off x="6592209" y="6593131"/>
              <a:ext cx="8893" cy="9059"/>
            </a:xfrm>
            <a:custGeom>
              <a:avLst/>
              <a:gdLst/>
              <a:ahLst/>
              <a:cxnLst/>
              <a:rect l="0" t="0" r="r" b="b"/>
              <a:pathLst>
                <a:path w="700" h="713" fill="norm" stroke="0">
                  <a:moveTo>
                    <a:pt x="560" y="0"/>
                  </a:moveTo>
                  <a:cubicBezTo>
                    <a:pt x="606" y="0"/>
                    <a:pt x="653" y="0"/>
                    <a:pt x="700" y="0"/>
                  </a:cubicBezTo>
                  <a:cubicBezTo>
                    <a:pt x="700" y="69"/>
                    <a:pt x="700" y="139"/>
                    <a:pt x="700" y="210"/>
                  </a:cubicBezTo>
                  <a:cubicBezTo>
                    <a:pt x="677" y="210"/>
                    <a:pt x="654" y="210"/>
                    <a:pt x="630" y="210"/>
                  </a:cubicBezTo>
                  <a:cubicBezTo>
                    <a:pt x="630" y="279"/>
                    <a:pt x="630" y="349"/>
                    <a:pt x="630" y="420"/>
                  </a:cubicBezTo>
                  <a:cubicBezTo>
                    <a:pt x="607" y="420"/>
                    <a:pt x="584" y="420"/>
                    <a:pt x="560" y="420"/>
                  </a:cubicBezTo>
                  <a:cubicBezTo>
                    <a:pt x="560" y="443"/>
                    <a:pt x="560" y="466"/>
                    <a:pt x="560" y="490"/>
                  </a:cubicBezTo>
                  <a:cubicBezTo>
                    <a:pt x="514" y="490"/>
                    <a:pt x="468" y="490"/>
                    <a:pt x="420" y="490"/>
                  </a:cubicBezTo>
                  <a:cubicBezTo>
                    <a:pt x="420" y="513"/>
                    <a:pt x="420" y="536"/>
                    <a:pt x="420" y="560"/>
                  </a:cubicBezTo>
                  <a:cubicBezTo>
                    <a:pt x="415" y="559"/>
                    <a:pt x="415" y="559"/>
                    <a:pt x="392" y="555"/>
                  </a:cubicBezTo>
                  <a:cubicBezTo>
                    <a:pt x="351" y="551"/>
                    <a:pt x="320" y="550"/>
                    <a:pt x="280" y="560"/>
                  </a:cubicBezTo>
                  <a:cubicBezTo>
                    <a:pt x="263" y="591"/>
                    <a:pt x="263" y="591"/>
                    <a:pt x="249" y="630"/>
                  </a:cubicBezTo>
                  <a:cubicBezTo>
                    <a:pt x="235" y="669"/>
                    <a:pt x="235" y="669"/>
                    <a:pt x="210" y="700"/>
                  </a:cubicBezTo>
                  <a:cubicBezTo>
                    <a:pt x="138" y="713"/>
                    <a:pt x="72" y="708"/>
                    <a:pt x="0" y="700"/>
                  </a:cubicBezTo>
                  <a:cubicBezTo>
                    <a:pt x="18" y="649"/>
                    <a:pt x="36" y="603"/>
                    <a:pt x="70" y="560"/>
                  </a:cubicBezTo>
                  <a:cubicBezTo>
                    <a:pt x="119" y="548"/>
                    <a:pt x="161" y="552"/>
                    <a:pt x="210" y="560"/>
                  </a:cubicBezTo>
                  <a:cubicBezTo>
                    <a:pt x="210" y="537"/>
                    <a:pt x="210" y="514"/>
                    <a:pt x="210" y="490"/>
                  </a:cubicBezTo>
                  <a:cubicBezTo>
                    <a:pt x="221" y="492"/>
                    <a:pt x="232" y="493"/>
                    <a:pt x="243" y="495"/>
                  </a:cubicBezTo>
                  <a:cubicBezTo>
                    <a:pt x="249" y="494"/>
                    <a:pt x="249" y="494"/>
                    <a:pt x="280" y="490"/>
                  </a:cubicBezTo>
                  <a:cubicBezTo>
                    <a:pt x="300" y="460"/>
                    <a:pt x="300" y="460"/>
                    <a:pt x="315" y="420"/>
                  </a:cubicBezTo>
                  <a:cubicBezTo>
                    <a:pt x="330" y="381"/>
                    <a:pt x="330" y="381"/>
                    <a:pt x="350" y="350"/>
                  </a:cubicBezTo>
                  <a:cubicBezTo>
                    <a:pt x="373" y="350"/>
                    <a:pt x="396" y="350"/>
                    <a:pt x="420" y="350"/>
                  </a:cubicBezTo>
                  <a:cubicBezTo>
                    <a:pt x="420" y="304"/>
                    <a:pt x="420" y="258"/>
                    <a:pt x="420" y="210"/>
                  </a:cubicBezTo>
                  <a:cubicBezTo>
                    <a:pt x="443" y="210"/>
                    <a:pt x="466" y="210"/>
                    <a:pt x="490" y="210"/>
                  </a:cubicBezTo>
                  <a:cubicBezTo>
                    <a:pt x="490" y="187"/>
                    <a:pt x="490" y="164"/>
                    <a:pt x="490" y="140"/>
                  </a:cubicBezTo>
                  <a:cubicBezTo>
                    <a:pt x="513" y="140"/>
                    <a:pt x="536" y="140"/>
                    <a:pt x="560" y="140"/>
                  </a:cubicBezTo>
                  <a:cubicBezTo>
                    <a:pt x="560" y="94"/>
                    <a:pt x="560" y="48"/>
                    <a:pt x="56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93" name="ICON_HARNESS_GRAPH_path_026"/>
            <p:cNvSpPr/>
            <p:nvPr/>
          </p:nvSpPr>
          <p:spPr>
            <a:xfrm>
              <a:off x="6733602" y="6505094"/>
              <a:ext cx="3557" cy="13339"/>
            </a:xfrm>
            <a:custGeom>
              <a:avLst/>
              <a:gdLst/>
              <a:ahLst/>
              <a:cxnLst/>
              <a:rect l="0" t="0" r="r" b="b"/>
              <a:pathLst>
                <a:path w="280" h="1050" fill="norm" stroke="0">
                  <a:moveTo>
                    <a:pt x="70" y="0"/>
                  </a:moveTo>
                  <a:cubicBezTo>
                    <a:pt x="93" y="0"/>
                    <a:pt x="116" y="0"/>
                    <a:pt x="140" y="0"/>
                  </a:cubicBezTo>
                  <a:cubicBezTo>
                    <a:pt x="140" y="46"/>
                    <a:pt x="140" y="92"/>
                    <a:pt x="140" y="140"/>
                  </a:cubicBezTo>
                  <a:cubicBezTo>
                    <a:pt x="163" y="140"/>
                    <a:pt x="186" y="140"/>
                    <a:pt x="210" y="140"/>
                  </a:cubicBezTo>
                  <a:cubicBezTo>
                    <a:pt x="210" y="163"/>
                    <a:pt x="210" y="186"/>
                    <a:pt x="210" y="210"/>
                  </a:cubicBezTo>
                  <a:cubicBezTo>
                    <a:pt x="233" y="210"/>
                    <a:pt x="256" y="210"/>
                    <a:pt x="280" y="210"/>
                  </a:cubicBezTo>
                  <a:cubicBezTo>
                    <a:pt x="280" y="395"/>
                    <a:pt x="280" y="580"/>
                    <a:pt x="280" y="770"/>
                  </a:cubicBezTo>
                  <a:cubicBezTo>
                    <a:pt x="257" y="770"/>
                    <a:pt x="234" y="770"/>
                    <a:pt x="210" y="770"/>
                  </a:cubicBezTo>
                  <a:cubicBezTo>
                    <a:pt x="210" y="816"/>
                    <a:pt x="210" y="863"/>
                    <a:pt x="210" y="910"/>
                  </a:cubicBezTo>
                  <a:cubicBezTo>
                    <a:pt x="187" y="910"/>
                    <a:pt x="164" y="910"/>
                    <a:pt x="140" y="910"/>
                  </a:cubicBezTo>
                  <a:cubicBezTo>
                    <a:pt x="140" y="956"/>
                    <a:pt x="140" y="1003"/>
                    <a:pt x="140" y="1050"/>
                  </a:cubicBezTo>
                  <a:cubicBezTo>
                    <a:pt x="94" y="1050"/>
                    <a:pt x="48" y="1050"/>
                    <a:pt x="0" y="1050"/>
                  </a:cubicBezTo>
                  <a:cubicBezTo>
                    <a:pt x="0" y="1004"/>
                    <a:pt x="0" y="958"/>
                    <a:pt x="0" y="910"/>
                  </a:cubicBezTo>
                  <a:cubicBezTo>
                    <a:pt x="23" y="910"/>
                    <a:pt x="46" y="910"/>
                    <a:pt x="70" y="910"/>
                  </a:cubicBezTo>
                  <a:cubicBezTo>
                    <a:pt x="70" y="841"/>
                    <a:pt x="70" y="772"/>
                    <a:pt x="70" y="700"/>
                  </a:cubicBezTo>
                  <a:cubicBezTo>
                    <a:pt x="93" y="700"/>
                    <a:pt x="116" y="700"/>
                    <a:pt x="140" y="700"/>
                  </a:cubicBezTo>
                  <a:cubicBezTo>
                    <a:pt x="140" y="538"/>
                    <a:pt x="140" y="377"/>
                    <a:pt x="140" y="210"/>
                  </a:cubicBezTo>
                  <a:cubicBezTo>
                    <a:pt x="117" y="210"/>
                    <a:pt x="94" y="210"/>
                    <a:pt x="70" y="210"/>
                  </a:cubicBezTo>
                  <a:cubicBezTo>
                    <a:pt x="70" y="141"/>
                    <a:pt x="70" y="71"/>
                    <a:pt x="7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94" name="ICON_HARNESS_GRAPH_path_027"/>
            <p:cNvSpPr/>
            <p:nvPr/>
          </p:nvSpPr>
          <p:spPr>
            <a:xfrm>
              <a:off x="6598434" y="6549557"/>
              <a:ext cx="14228" cy="14228"/>
            </a:xfrm>
            <a:custGeom>
              <a:avLst/>
              <a:gdLst/>
              <a:ahLst/>
              <a:cxnLst/>
              <a:rect l="0" t="0" r="r" b="b"/>
              <a:pathLst>
                <a:path w="1120" h="1120" fill="norm" stroke="0">
                  <a:moveTo>
                    <a:pt x="910" y="0"/>
                  </a:moveTo>
                  <a:cubicBezTo>
                    <a:pt x="980" y="0"/>
                    <a:pt x="1049" y="0"/>
                    <a:pt x="1120" y="0"/>
                  </a:cubicBezTo>
                  <a:cubicBezTo>
                    <a:pt x="1072" y="109"/>
                    <a:pt x="1072" y="109"/>
                    <a:pt x="1050" y="140"/>
                  </a:cubicBezTo>
                  <a:cubicBezTo>
                    <a:pt x="1013" y="144"/>
                    <a:pt x="1013" y="144"/>
                    <a:pt x="980" y="140"/>
                  </a:cubicBezTo>
                  <a:cubicBezTo>
                    <a:pt x="980" y="163"/>
                    <a:pt x="980" y="186"/>
                    <a:pt x="980" y="210"/>
                  </a:cubicBezTo>
                  <a:cubicBezTo>
                    <a:pt x="957" y="210"/>
                    <a:pt x="934" y="210"/>
                    <a:pt x="910" y="210"/>
                  </a:cubicBezTo>
                  <a:cubicBezTo>
                    <a:pt x="910" y="233"/>
                    <a:pt x="910" y="256"/>
                    <a:pt x="910" y="280"/>
                  </a:cubicBezTo>
                  <a:cubicBezTo>
                    <a:pt x="899" y="279"/>
                    <a:pt x="888" y="278"/>
                    <a:pt x="877" y="276"/>
                  </a:cubicBezTo>
                  <a:cubicBezTo>
                    <a:pt x="871" y="277"/>
                    <a:pt x="871" y="277"/>
                    <a:pt x="840" y="280"/>
                  </a:cubicBezTo>
                  <a:cubicBezTo>
                    <a:pt x="824" y="305"/>
                    <a:pt x="824" y="305"/>
                    <a:pt x="811" y="340"/>
                  </a:cubicBezTo>
                  <a:cubicBezTo>
                    <a:pt x="765" y="441"/>
                    <a:pt x="689" y="510"/>
                    <a:pt x="610" y="587"/>
                  </a:cubicBezTo>
                  <a:cubicBezTo>
                    <a:pt x="595" y="602"/>
                    <a:pt x="579" y="618"/>
                    <a:pt x="563" y="633"/>
                  </a:cubicBezTo>
                  <a:cubicBezTo>
                    <a:pt x="523" y="674"/>
                    <a:pt x="482" y="714"/>
                    <a:pt x="441" y="754"/>
                  </a:cubicBezTo>
                  <a:cubicBezTo>
                    <a:pt x="399" y="796"/>
                    <a:pt x="357" y="837"/>
                    <a:pt x="316" y="878"/>
                  </a:cubicBezTo>
                  <a:cubicBezTo>
                    <a:pt x="234" y="959"/>
                    <a:pt x="152" y="1040"/>
                    <a:pt x="70" y="1120"/>
                  </a:cubicBezTo>
                  <a:cubicBezTo>
                    <a:pt x="47" y="1109"/>
                    <a:pt x="24" y="1097"/>
                    <a:pt x="0" y="1085"/>
                  </a:cubicBezTo>
                  <a:cubicBezTo>
                    <a:pt x="21" y="1048"/>
                    <a:pt x="42" y="1013"/>
                    <a:pt x="70" y="980"/>
                  </a:cubicBezTo>
                  <a:cubicBezTo>
                    <a:pt x="109" y="974"/>
                    <a:pt x="109" y="974"/>
                    <a:pt x="140" y="980"/>
                  </a:cubicBezTo>
                  <a:cubicBezTo>
                    <a:pt x="140" y="957"/>
                    <a:pt x="140" y="934"/>
                    <a:pt x="140" y="910"/>
                  </a:cubicBezTo>
                  <a:cubicBezTo>
                    <a:pt x="163" y="910"/>
                    <a:pt x="186" y="910"/>
                    <a:pt x="210" y="910"/>
                  </a:cubicBezTo>
                  <a:cubicBezTo>
                    <a:pt x="210" y="887"/>
                    <a:pt x="210" y="864"/>
                    <a:pt x="210" y="840"/>
                  </a:cubicBezTo>
                  <a:cubicBezTo>
                    <a:pt x="233" y="840"/>
                    <a:pt x="256" y="840"/>
                    <a:pt x="280" y="840"/>
                  </a:cubicBezTo>
                  <a:cubicBezTo>
                    <a:pt x="280" y="817"/>
                    <a:pt x="280" y="794"/>
                    <a:pt x="280" y="770"/>
                  </a:cubicBezTo>
                  <a:cubicBezTo>
                    <a:pt x="303" y="770"/>
                    <a:pt x="326" y="770"/>
                    <a:pt x="350" y="770"/>
                  </a:cubicBezTo>
                  <a:cubicBezTo>
                    <a:pt x="350" y="747"/>
                    <a:pt x="350" y="724"/>
                    <a:pt x="350" y="700"/>
                  </a:cubicBezTo>
                  <a:cubicBezTo>
                    <a:pt x="373" y="700"/>
                    <a:pt x="396" y="700"/>
                    <a:pt x="420" y="700"/>
                  </a:cubicBezTo>
                  <a:cubicBezTo>
                    <a:pt x="419" y="690"/>
                    <a:pt x="418" y="679"/>
                    <a:pt x="417" y="668"/>
                  </a:cubicBezTo>
                  <a:cubicBezTo>
                    <a:pt x="420" y="630"/>
                    <a:pt x="420" y="630"/>
                    <a:pt x="442" y="604"/>
                  </a:cubicBezTo>
                  <a:cubicBezTo>
                    <a:pt x="452" y="596"/>
                    <a:pt x="462" y="588"/>
                    <a:pt x="472" y="580"/>
                  </a:cubicBezTo>
                  <a:cubicBezTo>
                    <a:pt x="478" y="575"/>
                    <a:pt x="478" y="575"/>
                    <a:pt x="506" y="553"/>
                  </a:cubicBezTo>
                  <a:cubicBezTo>
                    <a:pt x="517" y="544"/>
                    <a:pt x="529" y="535"/>
                    <a:pt x="540" y="525"/>
                  </a:cubicBezTo>
                  <a:cubicBezTo>
                    <a:pt x="563" y="507"/>
                    <a:pt x="586" y="489"/>
                    <a:pt x="608" y="470"/>
                  </a:cubicBezTo>
                  <a:cubicBezTo>
                    <a:pt x="618" y="462"/>
                    <a:pt x="628" y="454"/>
                    <a:pt x="639" y="446"/>
                  </a:cubicBezTo>
                  <a:cubicBezTo>
                    <a:pt x="669" y="417"/>
                    <a:pt x="684" y="388"/>
                    <a:pt x="700" y="350"/>
                  </a:cubicBezTo>
                  <a:cubicBezTo>
                    <a:pt x="677" y="350"/>
                    <a:pt x="654" y="350"/>
                    <a:pt x="630" y="350"/>
                  </a:cubicBezTo>
                  <a:cubicBezTo>
                    <a:pt x="630" y="327"/>
                    <a:pt x="630" y="304"/>
                    <a:pt x="630" y="280"/>
                  </a:cubicBezTo>
                  <a:cubicBezTo>
                    <a:pt x="653" y="280"/>
                    <a:pt x="676" y="280"/>
                    <a:pt x="700" y="280"/>
                  </a:cubicBezTo>
                  <a:cubicBezTo>
                    <a:pt x="700" y="257"/>
                    <a:pt x="700" y="234"/>
                    <a:pt x="700" y="210"/>
                  </a:cubicBezTo>
                  <a:cubicBezTo>
                    <a:pt x="723" y="210"/>
                    <a:pt x="746" y="210"/>
                    <a:pt x="770" y="210"/>
                  </a:cubicBezTo>
                  <a:cubicBezTo>
                    <a:pt x="770" y="187"/>
                    <a:pt x="770" y="164"/>
                    <a:pt x="770" y="140"/>
                  </a:cubicBezTo>
                  <a:cubicBezTo>
                    <a:pt x="793" y="140"/>
                    <a:pt x="816" y="140"/>
                    <a:pt x="840" y="140"/>
                  </a:cubicBezTo>
                  <a:cubicBezTo>
                    <a:pt x="840" y="117"/>
                    <a:pt x="840" y="94"/>
                    <a:pt x="840" y="70"/>
                  </a:cubicBezTo>
                  <a:cubicBezTo>
                    <a:pt x="863" y="70"/>
                    <a:pt x="886" y="70"/>
                    <a:pt x="910" y="70"/>
                  </a:cubicBezTo>
                  <a:cubicBezTo>
                    <a:pt x="910" y="47"/>
                    <a:pt x="910" y="24"/>
                    <a:pt x="91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95" name="ICON_HARNESS_GRAPH_path_028"/>
            <p:cNvSpPr/>
            <p:nvPr/>
          </p:nvSpPr>
          <p:spPr>
            <a:xfrm>
              <a:off x="6576202" y="6560228"/>
              <a:ext cx="10671" cy="3557"/>
            </a:xfrm>
            <a:custGeom>
              <a:avLst/>
              <a:gdLst/>
              <a:ahLst/>
              <a:cxnLst/>
              <a:rect l="0" t="0" r="r" b="b"/>
              <a:pathLst>
                <a:path w="840" h="280" fill="norm" stroke="0">
                  <a:moveTo>
                    <a:pt x="210" y="0"/>
                  </a:moveTo>
                  <a:cubicBezTo>
                    <a:pt x="302" y="0"/>
                    <a:pt x="395" y="0"/>
                    <a:pt x="490" y="0"/>
                  </a:cubicBezTo>
                  <a:cubicBezTo>
                    <a:pt x="490" y="46"/>
                    <a:pt x="490" y="92"/>
                    <a:pt x="490" y="140"/>
                  </a:cubicBezTo>
                  <a:cubicBezTo>
                    <a:pt x="500" y="139"/>
                    <a:pt x="500" y="139"/>
                    <a:pt x="549" y="135"/>
                  </a:cubicBezTo>
                  <a:cubicBezTo>
                    <a:pt x="575" y="134"/>
                    <a:pt x="600" y="133"/>
                    <a:pt x="626" y="131"/>
                  </a:cubicBezTo>
                  <a:cubicBezTo>
                    <a:pt x="632" y="131"/>
                    <a:pt x="632" y="131"/>
                    <a:pt x="664" y="128"/>
                  </a:cubicBezTo>
                  <a:cubicBezTo>
                    <a:pt x="702" y="126"/>
                    <a:pt x="702" y="126"/>
                    <a:pt x="770" y="140"/>
                  </a:cubicBezTo>
                  <a:cubicBezTo>
                    <a:pt x="793" y="186"/>
                    <a:pt x="816" y="232"/>
                    <a:pt x="840" y="280"/>
                  </a:cubicBezTo>
                  <a:cubicBezTo>
                    <a:pt x="563" y="280"/>
                    <a:pt x="286" y="280"/>
                    <a:pt x="0" y="280"/>
                  </a:cubicBezTo>
                  <a:cubicBezTo>
                    <a:pt x="12" y="257"/>
                    <a:pt x="23" y="234"/>
                    <a:pt x="35" y="210"/>
                  </a:cubicBezTo>
                  <a:cubicBezTo>
                    <a:pt x="94" y="200"/>
                    <a:pt x="150" y="207"/>
                    <a:pt x="210" y="210"/>
                  </a:cubicBezTo>
                  <a:cubicBezTo>
                    <a:pt x="210" y="141"/>
                    <a:pt x="210" y="71"/>
                    <a:pt x="21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96" name="ICON_HARNESS_GRAPH_path_029"/>
            <p:cNvSpPr/>
            <p:nvPr/>
          </p:nvSpPr>
          <p:spPr>
            <a:xfrm>
              <a:off x="6526404" y="6492644"/>
              <a:ext cx="3557" cy="9782"/>
            </a:xfrm>
            <a:custGeom>
              <a:avLst/>
              <a:gdLst/>
              <a:ahLst/>
              <a:cxnLst/>
              <a:rect l="0" t="0" r="r" b="b"/>
              <a:pathLst>
                <a:path w="280" h="770" fill="norm" stroke="0">
                  <a:moveTo>
                    <a:pt x="0" y="0"/>
                  </a:moveTo>
                  <a:cubicBezTo>
                    <a:pt x="46" y="0"/>
                    <a:pt x="92" y="0"/>
                    <a:pt x="140" y="0"/>
                  </a:cubicBezTo>
                  <a:cubicBezTo>
                    <a:pt x="140" y="92"/>
                    <a:pt x="140" y="185"/>
                    <a:pt x="140" y="280"/>
                  </a:cubicBezTo>
                  <a:cubicBezTo>
                    <a:pt x="186" y="280"/>
                    <a:pt x="232" y="280"/>
                    <a:pt x="280" y="280"/>
                  </a:cubicBezTo>
                  <a:cubicBezTo>
                    <a:pt x="280" y="419"/>
                    <a:pt x="280" y="557"/>
                    <a:pt x="280" y="700"/>
                  </a:cubicBezTo>
                  <a:cubicBezTo>
                    <a:pt x="234" y="700"/>
                    <a:pt x="188" y="700"/>
                    <a:pt x="140" y="700"/>
                  </a:cubicBezTo>
                  <a:cubicBezTo>
                    <a:pt x="140" y="723"/>
                    <a:pt x="140" y="746"/>
                    <a:pt x="140" y="770"/>
                  </a:cubicBezTo>
                  <a:cubicBezTo>
                    <a:pt x="117" y="770"/>
                    <a:pt x="94" y="770"/>
                    <a:pt x="70" y="770"/>
                  </a:cubicBezTo>
                  <a:cubicBezTo>
                    <a:pt x="70" y="608"/>
                    <a:pt x="70" y="447"/>
                    <a:pt x="70" y="280"/>
                  </a:cubicBezTo>
                  <a:cubicBezTo>
                    <a:pt x="47" y="280"/>
                    <a:pt x="24" y="280"/>
                    <a:pt x="0" y="280"/>
                  </a:cubicBezTo>
                  <a:cubicBezTo>
                    <a:pt x="0" y="188"/>
                    <a:pt x="0" y="95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97" name="ICON_HARNESS_GRAPH_path_030"/>
            <p:cNvSpPr/>
            <p:nvPr/>
          </p:nvSpPr>
          <p:spPr>
            <a:xfrm>
              <a:off x="6683803" y="6582460"/>
              <a:ext cx="3557" cy="16896"/>
            </a:xfrm>
            <a:custGeom>
              <a:avLst/>
              <a:gdLst/>
              <a:ahLst/>
              <a:cxnLst/>
              <a:rect l="0" t="0" r="r" b="b"/>
              <a:pathLst>
                <a:path w="280" h="1330" fill="norm" stroke="0">
                  <a:moveTo>
                    <a:pt x="210" y="0"/>
                  </a:moveTo>
                  <a:cubicBezTo>
                    <a:pt x="233" y="0"/>
                    <a:pt x="256" y="0"/>
                    <a:pt x="280" y="0"/>
                  </a:cubicBezTo>
                  <a:cubicBezTo>
                    <a:pt x="262" y="96"/>
                    <a:pt x="244" y="189"/>
                    <a:pt x="210" y="280"/>
                  </a:cubicBezTo>
                  <a:cubicBezTo>
                    <a:pt x="187" y="280"/>
                    <a:pt x="164" y="280"/>
                    <a:pt x="140" y="280"/>
                  </a:cubicBezTo>
                  <a:cubicBezTo>
                    <a:pt x="140" y="349"/>
                    <a:pt x="140" y="419"/>
                    <a:pt x="140" y="490"/>
                  </a:cubicBezTo>
                  <a:cubicBezTo>
                    <a:pt x="117" y="490"/>
                    <a:pt x="94" y="490"/>
                    <a:pt x="70" y="490"/>
                  </a:cubicBezTo>
                  <a:cubicBezTo>
                    <a:pt x="70" y="721"/>
                    <a:pt x="70" y="952"/>
                    <a:pt x="70" y="1190"/>
                  </a:cubicBezTo>
                  <a:cubicBezTo>
                    <a:pt x="93" y="1190"/>
                    <a:pt x="116" y="1190"/>
                    <a:pt x="140" y="1190"/>
                  </a:cubicBezTo>
                  <a:cubicBezTo>
                    <a:pt x="140" y="1237"/>
                    <a:pt x="140" y="1283"/>
                    <a:pt x="140" y="1330"/>
                  </a:cubicBezTo>
                  <a:cubicBezTo>
                    <a:pt x="94" y="1330"/>
                    <a:pt x="48" y="1330"/>
                    <a:pt x="0" y="1330"/>
                  </a:cubicBezTo>
                  <a:cubicBezTo>
                    <a:pt x="0" y="984"/>
                    <a:pt x="0" y="637"/>
                    <a:pt x="0" y="280"/>
                  </a:cubicBezTo>
                  <a:cubicBezTo>
                    <a:pt x="23" y="280"/>
                    <a:pt x="46" y="280"/>
                    <a:pt x="70" y="280"/>
                  </a:cubicBezTo>
                  <a:cubicBezTo>
                    <a:pt x="70" y="257"/>
                    <a:pt x="70" y="234"/>
                    <a:pt x="70" y="210"/>
                  </a:cubicBezTo>
                  <a:cubicBezTo>
                    <a:pt x="93" y="210"/>
                    <a:pt x="116" y="210"/>
                    <a:pt x="140" y="210"/>
                  </a:cubicBezTo>
                  <a:cubicBezTo>
                    <a:pt x="140" y="164"/>
                    <a:pt x="140" y="118"/>
                    <a:pt x="140" y="70"/>
                  </a:cubicBezTo>
                  <a:cubicBezTo>
                    <a:pt x="163" y="70"/>
                    <a:pt x="186" y="70"/>
                    <a:pt x="210" y="70"/>
                  </a:cubicBezTo>
                  <a:cubicBezTo>
                    <a:pt x="210" y="47"/>
                    <a:pt x="210" y="24"/>
                    <a:pt x="21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98" name="ICON_HARNESS_GRAPH_path_031"/>
            <p:cNvSpPr/>
            <p:nvPr/>
          </p:nvSpPr>
          <p:spPr>
            <a:xfrm>
              <a:off x="6672243" y="6565564"/>
              <a:ext cx="10671" cy="11560"/>
            </a:xfrm>
            <a:custGeom>
              <a:avLst/>
              <a:gdLst/>
              <a:ahLst/>
              <a:cxnLst/>
              <a:rect l="0" t="0" r="r" b="b"/>
              <a:pathLst>
                <a:path w="840" h="910" fill="norm" stroke="0">
                  <a:moveTo>
                    <a:pt x="0" y="0"/>
                  </a:moveTo>
                  <a:cubicBezTo>
                    <a:pt x="105" y="45"/>
                    <a:pt x="181" y="100"/>
                    <a:pt x="261" y="182"/>
                  </a:cubicBezTo>
                  <a:cubicBezTo>
                    <a:pt x="266" y="187"/>
                    <a:pt x="266" y="187"/>
                    <a:pt x="293" y="214"/>
                  </a:cubicBezTo>
                  <a:cubicBezTo>
                    <a:pt x="316" y="236"/>
                    <a:pt x="338" y="258"/>
                    <a:pt x="360" y="281"/>
                  </a:cubicBezTo>
                  <a:cubicBezTo>
                    <a:pt x="394" y="315"/>
                    <a:pt x="428" y="349"/>
                    <a:pt x="463" y="383"/>
                  </a:cubicBezTo>
                  <a:cubicBezTo>
                    <a:pt x="485" y="405"/>
                    <a:pt x="506" y="427"/>
                    <a:pt x="528" y="449"/>
                  </a:cubicBezTo>
                  <a:cubicBezTo>
                    <a:pt x="538" y="459"/>
                    <a:pt x="548" y="469"/>
                    <a:pt x="559" y="479"/>
                  </a:cubicBezTo>
                  <a:cubicBezTo>
                    <a:pt x="568" y="489"/>
                    <a:pt x="578" y="498"/>
                    <a:pt x="587" y="508"/>
                  </a:cubicBezTo>
                  <a:cubicBezTo>
                    <a:pt x="596" y="517"/>
                    <a:pt x="604" y="525"/>
                    <a:pt x="613" y="534"/>
                  </a:cubicBezTo>
                  <a:cubicBezTo>
                    <a:pt x="635" y="568"/>
                    <a:pt x="634" y="590"/>
                    <a:pt x="630" y="630"/>
                  </a:cubicBezTo>
                  <a:cubicBezTo>
                    <a:pt x="653" y="630"/>
                    <a:pt x="676" y="630"/>
                    <a:pt x="700" y="630"/>
                  </a:cubicBezTo>
                  <a:cubicBezTo>
                    <a:pt x="700" y="653"/>
                    <a:pt x="700" y="676"/>
                    <a:pt x="700" y="700"/>
                  </a:cubicBezTo>
                  <a:cubicBezTo>
                    <a:pt x="723" y="700"/>
                    <a:pt x="746" y="700"/>
                    <a:pt x="770" y="700"/>
                  </a:cubicBezTo>
                  <a:cubicBezTo>
                    <a:pt x="770" y="723"/>
                    <a:pt x="770" y="746"/>
                    <a:pt x="770" y="770"/>
                  </a:cubicBezTo>
                  <a:cubicBezTo>
                    <a:pt x="793" y="770"/>
                    <a:pt x="816" y="770"/>
                    <a:pt x="840" y="770"/>
                  </a:cubicBezTo>
                  <a:cubicBezTo>
                    <a:pt x="840" y="816"/>
                    <a:pt x="840" y="863"/>
                    <a:pt x="840" y="910"/>
                  </a:cubicBezTo>
                  <a:cubicBezTo>
                    <a:pt x="817" y="910"/>
                    <a:pt x="794" y="910"/>
                    <a:pt x="770" y="910"/>
                  </a:cubicBezTo>
                  <a:cubicBezTo>
                    <a:pt x="770" y="887"/>
                    <a:pt x="770" y="864"/>
                    <a:pt x="770" y="840"/>
                  </a:cubicBezTo>
                  <a:cubicBezTo>
                    <a:pt x="701" y="840"/>
                    <a:pt x="632" y="840"/>
                    <a:pt x="560" y="840"/>
                  </a:cubicBezTo>
                  <a:cubicBezTo>
                    <a:pt x="560" y="817"/>
                    <a:pt x="560" y="794"/>
                    <a:pt x="560" y="770"/>
                  </a:cubicBezTo>
                  <a:cubicBezTo>
                    <a:pt x="537" y="770"/>
                    <a:pt x="514" y="770"/>
                    <a:pt x="490" y="770"/>
                  </a:cubicBezTo>
                  <a:cubicBezTo>
                    <a:pt x="490" y="762"/>
                    <a:pt x="489" y="754"/>
                    <a:pt x="489" y="746"/>
                  </a:cubicBezTo>
                  <a:cubicBezTo>
                    <a:pt x="486" y="709"/>
                    <a:pt x="483" y="672"/>
                    <a:pt x="479" y="635"/>
                  </a:cubicBezTo>
                  <a:cubicBezTo>
                    <a:pt x="478" y="622"/>
                    <a:pt x="478" y="609"/>
                    <a:pt x="477" y="596"/>
                  </a:cubicBezTo>
                  <a:cubicBezTo>
                    <a:pt x="467" y="502"/>
                    <a:pt x="467" y="502"/>
                    <a:pt x="430" y="467"/>
                  </a:cubicBezTo>
                  <a:cubicBezTo>
                    <a:pt x="402" y="449"/>
                    <a:pt x="402" y="449"/>
                    <a:pt x="373" y="434"/>
                  </a:cubicBezTo>
                  <a:cubicBezTo>
                    <a:pt x="365" y="430"/>
                    <a:pt x="358" y="425"/>
                    <a:pt x="350" y="420"/>
                  </a:cubicBezTo>
                  <a:cubicBezTo>
                    <a:pt x="344" y="381"/>
                    <a:pt x="344" y="381"/>
                    <a:pt x="350" y="350"/>
                  </a:cubicBezTo>
                  <a:cubicBezTo>
                    <a:pt x="327" y="350"/>
                    <a:pt x="304" y="350"/>
                    <a:pt x="280" y="350"/>
                  </a:cubicBezTo>
                  <a:cubicBezTo>
                    <a:pt x="280" y="327"/>
                    <a:pt x="280" y="304"/>
                    <a:pt x="280" y="280"/>
                  </a:cubicBezTo>
                  <a:cubicBezTo>
                    <a:pt x="257" y="280"/>
                    <a:pt x="234" y="280"/>
                    <a:pt x="210" y="280"/>
                  </a:cubicBezTo>
                  <a:cubicBezTo>
                    <a:pt x="210" y="257"/>
                    <a:pt x="210" y="234"/>
                    <a:pt x="210" y="210"/>
                  </a:cubicBezTo>
                  <a:cubicBezTo>
                    <a:pt x="187" y="210"/>
                    <a:pt x="164" y="210"/>
                    <a:pt x="140" y="210"/>
                  </a:cubicBezTo>
                  <a:cubicBezTo>
                    <a:pt x="140" y="187"/>
                    <a:pt x="140" y="164"/>
                    <a:pt x="140" y="140"/>
                  </a:cubicBezTo>
                  <a:cubicBezTo>
                    <a:pt x="135" y="141"/>
                    <a:pt x="135" y="141"/>
                    <a:pt x="107" y="144"/>
                  </a:cubicBezTo>
                  <a:cubicBezTo>
                    <a:pt x="101" y="144"/>
                    <a:pt x="101" y="144"/>
                    <a:pt x="70" y="140"/>
                  </a:cubicBezTo>
                  <a:cubicBezTo>
                    <a:pt x="39" y="97"/>
                    <a:pt x="21" y="48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799" name="ICON_HARNESS_GRAPH_path_032"/>
            <p:cNvSpPr/>
            <p:nvPr/>
          </p:nvSpPr>
          <p:spPr>
            <a:xfrm>
              <a:off x="6588652" y="6513098"/>
              <a:ext cx="9782" cy="3557"/>
            </a:xfrm>
            <a:custGeom>
              <a:avLst/>
              <a:gdLst/>
              <a:ahLst/>
              <a:cxnLst/>
              <a:rect l="0" t="0" r="r" b="b"/>
              <a:pathLst>
                <a:path w="770" h="280" fill="norm" stroke="0">
                  <a:moveTo>
                    <a:pt x="0" y="0"/>
                  </a:moveTo>
                  <a:cubicBezTo>
                    <a:pt x="69" y="0"/>
                    <a:pt x="139" y="0"/>
                    <a:pt x="210" y="0"/>
                  </a:cubicBezTo>
                  <a:cubicBezTo>
                    <a:pt x="210" y="23"/>
                    <a:pt x="210" y="46"/>
                    <a:pt x="210" y="70"/>
                  </a:cubicBezTo>
                  <a:cubicBezTo>
                    <a:pt x="256" y="70"/>
                    <a:pt x="302" y="70"/>
                    <a:pt x="350" y="70"/>
                  </a:cubicBezTo>
                  <a:cubicBezTo>
                    <a:pt x="350" y="93"/>
                    <a:pt x="350" y="116"/>
                    <a:pt x="350" y="140"/>
                  </a:cubicBezTo>
                  <a:cubicBezTo>
                    <a:pt x="356" y="140"/>
                    <a:pt x="356" y="140"/>
                    <a:pt x="389" y="138"/>
                  </a:cubicBezTo>
                  <a:cubicBezTo>
                    <a:pt x="529" y="132"/>
                    <a:pt x="640" y="158"/>
                    <a:pt x="770" y="210"/>
                  </a:cubicBezTo>
                  <a:cubicBezTo>
                    <a:pt x="770" y="233"/>
                    <a:pt x="770" y="256"/>
                    <a:pt x="770" y="280"/>
                  </a:cubicBezTo>
                  <a:cubicBezTo>
                    <a:pt x="562" y="280"/>
                    <a:pt x="354" y="280"/>
                    <a:pt x="140" y="280"/>
                  </a:cubicBezTo>
                  <a:cubicBezTo>
                    <a:pt x="140" y="234"/>
                    <a:pt x="140" y="188"/>
                    <a:pt x="140" y="140"/>
                  </a:cubicBezTo>
                  <a:cubicBezTo>
                    <a:pt x="117" y="140"/>
                    <a:pt x="94" y="140"/>
                    <a:pt x="70" y="140"/>
                  </a:cubicBezTo>
                  <a:cubicBezTo>
                    <a:pt x="70" y="117"/>
                    <a:pt x="70" y="94"/>
                    <a:pt x="70" y="70"/>
                  </a:cubicBezTo>
                  <a:cubicBezTo>
                    <a:pt x="47" y="70"/>
                    <a:pt x="24" y="70"/>
                    <a:pt x="0" y="70"/>
                  </a:cubicBezTo>
                  <a:cubicBezTo>
                    <a:pt x="0" y="47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800" name="ICON_HARNESS_GRAPH_path_033"/>
            <p:cNvSpPr/>
            <p:nvPr/>
          </p:nvSpPr>
          <p:spPr>
            <a:xfrm>
              <a:off x="6662405" y="6543332"/>
              <a:ext cx="5391" cy="8003"/>
            </a:xfrm>
            <a:custGeom>
              <a:avLst/>
              <a:gdLst/>
              <a:ahLst/>
              <a:cxnLst/>
              <a:rect l="0" t="0" r="r" b="b"/>
              <a:pathLst>
                <a:path w="425" h="630" fill="norm" stroke="0">
                  <a:moveTo>
                    <a:pt x="74" y="0"/>
                  </a:moveTo>
                  <a:cubicBezTo>
                    <a:pt x="121" y="0"/>
                    <a:pt x="167" y="0"/>
                    <a:pt x="214" y="0"/>
                  </a:cubicBezTo>
                  <a:cubicBezTo>
                    <a:pt x="214" y="92"/>
                    <a:pt x="214" y="185"/>
                    <a:pt x="214" y="280"/>
                  </a:cubicBezTo>
                  <a:cubicBezTo>
                    <a:pt x="238" y="280"/>
                    <a:pt x="261" y="280"/>
                    <a:pt x="284" y="280"/>
                  </a:cubicBezTo>
                  <a:cubicBezTo>
                    <a:pt x="284" y="303"/>
                    <a:pt x="284" y="326"/>
                    <a:pt x="284" y="350"/>
                  </a:cubicBezTo>
                  <a:cubicBezTo>
                    <a:pt x="308" y="350"/>
                    <a:pt x="331" y="350"/>
                    <a:pt x="354" y="350"/>
                  </a:cubicBezTo>
                  <a:cubicBezTo>
                    <a:pt x="354" y="373"/>
                    <a:pt x="354" y="396"/>
                    <a:pt x="354" y="420"/>
                  </a:cubicBezTo>
                  <a:cubicBezTo>
                    <a:pt x="378" y="420"/>
                    <a:pt x="401" y="420"/>
                    <a:pt x="425" y="420"/>
                  </a:cubicBezTo>
                  <a:cubicBezTo>
                    <a:pt x="425" y="489"/>
                    <a:pt x="425" y="559"/>
                    <a:pt x="425" y="630"/>
                  </a:cubicBezTo>
                  <a:cubicBezTo>
                    <a:pt x="315" y="582"/>
                    <a:pt x="315" y="582"/>
                    <a:pt x="284" y="560"/>
                  </a:cubicBezTo>
                  <a:cubicBezTo>
                    <a:pt x="280" y="523"/>
                    <a:pt x="280" y="523"/>
                    <a:pt x="284" y="490"/>
                  </a:cubicBezTo>
                  <a:cubicBezTo>
                    <a:pt x="261" y="490"/>
                    <a:pt x="238" y="490"/>
                    <a:pt x="214" y="490"/>
                  </a:cubicBezTo>
                  <a:cubicBezTo>
                    <a:pt x="214" y="467"/>
                    <a:pt x="214" y="444"/>
                    <a:pt x="214" y="420"/>
                  </a:cubicBezTo>
                  <a:cubicBezTo>
                    <a:pt x="191" y="420"/>
                    <a:pt x="168" y="420"/>
                    <a:pt x="144" y="420"/>
                  </a:cubicBezTo>
                  <a:cubicBezTo>
                    <a:pt x="145" y="415"/>
                    <a:pt x="145" y="415"/>
                    <a:pt x="149" y="387"/>
                  </a:cubicBezTo>
                  <a:cubicBezTo>
                    <a:pt x="147" y="375"/>
                    <a:pt x="146" y="363"/>
                    <a:pt x="144" y="350"/>
                  </a:cubicBezTo>
                  <a:cubicBezTo>
                    <a:pt x="114" y="330"/>
                    <a:pt x="114" y="330"/>
                    <a:pt x="74" y="315"/>
                  </a:cubicBezTo>
                  <a:cubicBezTo>
                    <a:pt x="35" y="300"/>
                    <a:pt x="35" y="300"/>
                    <a:pt x="4" y="280"/>
                  </a:cubicBezTo>
                  <a:cubicBezTo>
                    <a:pt x="0" y="243"/>
                    <a:pt x="0" y="243"/>
                    <a:pt x="4" y="210"/>
                  </a:cubicBezTo>
                  <a:cubicBezTo>
                    <a:pt x="27" y="210"/>
                    <a:pt x="51" y="210"/>
                    <a:pt x="74" y="210"/>
                  </a:cubicBezTo>
                  <a:cubicBezTo>
                    <a:pt x="74" y="141"/>
                    <a:pt x="74" y="71"/>
                    <a:pt x="74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801" name="ICON_HARNESS_GRAPH_path_034"/>
            <p:cNvSpPr/>
            <p:nvPr/>
          </p:nvSpPr>
          <p:spPr>
            <a:xfrm>
              <a:off x="6567310" y="6511319"/>
              <a:ext cx="6225" cy="6225"/>
            </a:xfrm>
            <a:custGeom>
              <a:avLst/>
              <a:gdLst/>
              <a:ahLst/>
              <a:cxnLst/>
              <a:rect l="0" t="0" r="r" b="b"/>
              <a:pathLst>
                <a:path w="490" h="490" fill="norm" stroke="0">
                  <a:moveTo>
                    <a:pt x="420" y="0"/>
                  </a:moveTo>
                  <a:cubicBezTo>
                    <a:pt x="443" y="0"/>
                    <a:pt x="466" y="0"/>
                    <a:pt x="490" y="0"/>
                  </a:cubicBezTo>
                  <a:cubicBezTo>
                    <a:pt x="490" y="46"/>
                    <a:pt x="490" y="92"/>
                    <a:pt x="490" y="140"/>
                  </a:cubicBezTo>
                  <a:cubicBezTo>
                    <a:pt x="467" y="140"/>
                    <a:pt x="444" y="140"/>
                    <a:pt x="420" y="140"/>
                  </a:cubicBezTo>
                  <a:cubicBezTo>
                    <a:pt x="420" y="163"/>
                    <a:pt x="420" y="186"/>
                    <a:pt x="420" y="210"/>
                  </a:cubicBezTo>
                  <a:cubicBezTo>
                    <a:pt x="443" y="210"/>
                    <a:pt x="466" y="210"/>
                    <a:pt x="490" y="210"/>
                  </a:cubicBezTo>
                  <a:cubicBezTo>
                    <a:pt x="490" y="279"/>
                    <a:pt x="490" y="349"/>
                    <a:pt x="490" y="420"/>
                  </a:cubicBezTo>
                  <a:cubicBezTo>
                    <a:pt x="444" y="420"/>
                    <a:pt x="398" y="420"/>
                    <a:pt x="350" y="420"/>
                  </a:cubicBezTo>
                  <a:cubicBezTo>
                    <a:pt x="350" y="443"/>
                    <a:pt x="350" y="466"/>
                    <a:pt x="350" y="490"/>
                  </a:cubicBezTo>
                  <a:cubicBezTo>
                    <a:pt x="235" y="490"/>
                    <a:pt x="119" y="490"/>
                    <a:pt x="0" y="490"/>
                  </a:cubicBezTo>
                  <a:cubicBezTo>
                    <a:pt x="0" y="467"/>
                    <a:pt x="0" y="444"/>
                    <a:pt x="0" y="420"/>
                  </a:cubicBezTo>
                  <a:cubicBezTo>
                    <a:pt x="46" y="420"/>
                    <a:pt x="92" y="420"/>
                    <a:pt x="140" y="420"/>
                  </a:cubicBezTo>
                  <a:cubicBezTo>
                    <a:pt x="140" y="397"/>
                    <a:pt x="140" y="374"/>
                    <a:pt x="140" y="350"/>
                  </a:cubicBezTo>
                  <a:cubicBezTo>
                    <a:pt x="163" y="350"/>
                    <a:pt x="186" y="350"/>
                    <a:pt x="210" y="350"/>
                  </a:cubicBezTo>
                  <a:cubicBezTo>
                    <a:pt x="210" y="327"/>
                    <a:pt x="210" y="304"/>
                    <a:pt x="210" y="280"/>
                  </a:cubicBezTo>
                  <a:cubicBezTo>
                    <a:pt x="233" y="280"/>
                    <a:pt x="256" y="280"/>
                    <a:pt x="280" y="280"/>
                  </a:cubicBezTo>
                  <a:cubicBezTo>
                    <a:pt x="280" y="257"/>
                    <a:pt x="280" y="234"/>
                    <a:pt x="280" y="210"/>
                  </a:cubicBezTo>
                  <a:cubicBezTo>
                    <a:pt x="303" y="210"/>
                    <a:pt x="326" y="210"/>
                    <a:pt x="350" y="210"/>
                  </a:cubicBezTo>
                  <a:cubicBezTo>
                    <a:pt x="352" y="198"/>
                    <a:pt x="354" y="186"/>
                    <a:pt x="357" y="173"/>
                  </a:cubicBezTo>
                  <a:cubicBezTo>
                    <a:pt x="359" y="157"/>
                    <a:pt x="362" y="141"/>
                    <a:pt x="365" y="125"/>
                  </a:cubicBezTo>
                  <a:cubicBezTo>
                    <a:pt x="368" y="109"/>
                    <a:pt x="371" y="93"/>
                    <a:pt x="374" y="77"/>
                  </a:cubicBezTo>
                  <a:cubicBezTo>
                    <a:pt x="385" y="35"/>
                    <a:pt x="385" y="35"/>
                    <a:pt x="42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802" name="ICON_HARNESS_GRAPH_path_035"/>
            <p:cNvSpPr/>
            <p:nvPr/>
          </p:nvSpPr>
          <p:spPr>
            <a:xfrm>
              <a:off x="6529961" y="6482863"/>
              <a:ext cx="5336" cy="6225"/>
            </a:xfrm>
            <a:custGeom>
              <a:avLst/>
              <a:gdLst/>
              <a:ahLst/>
              <a:cxnLst/>
              <a:rect l="0" t="0" r="r" b="b"/>
              <a:pathLst>
                <a:path w="420" h="490" fill="norm" stroke="0">
                  <a:moveTo>
                    <a:pt x="210" y="0"/>
                  </a:moveTo>
                  <a:cubicBezTo>
                    <a:pt x="279" y="0"/>
                    <a:pt x="349" y="0"/>
                    <a:pt x="420" y="0"/>
                  </a:cubicBezTo>
                  <a:cubicBezTo>
                    <a:pt x="372" y="109"/>
                    <a:pt x="372" y="109"/>
                    <a:pt x="350" y="140"/>
                  </a:cubicBezTo>
                  <a:cubicBezTo>
                    <a:pt x="327" y="140"/>
                    <a:pt x="304" y="140"/>
                    <a:pt x="280" y="140"/>
                  </a:cubicBezTo>
                  <a:cubicBezTo>
                    <a:pt x="280" y="186"/>
                    <a:pt x="280" y="232"/>
                    <a:pt x="280" y="280"/>
                  </a:cubicBezTo>
                  <a:cubicBezTo>
                    <a:pt x="257" y="280"/>
                    <a:pt x="234" y="280"/>
                    <a:pt x="210" y="280"/>
                  </a:cubicBezTo>
                  <a:cubicBezTo>
                    <a:pt x="209" y="292"/>
                    <a:pt x="207" y="305"/>
                    <a:pt x="206" y="317"/>
                  </a:cubicBezTo>
                  <a:cubicBezTo>
                    <a:pt x="188" y="446"/>
                    <a:pt x="188" y="446"/>
                    <a:pt x="149" y="475"/>
                  </a:cubicBezTo>
                  <a:cubicBezTo>
                    <a:pt x="120" y="484"/>
                    <a:pt x="120" y="484"/>
                    <a:pt x="70" y="490"/>
                  </a:cubicBezTo>
                  <a:cubicBezTo>
                    <a:pt x="70" y="467"/>
                    <a:pt x="70" y="444"/>
                    <a:pt x="70" y="420"/>
                  </a:cubicBezTo>
                  <a:cubicBezTo>
                    <a:pt x="47" y="420"/>
                    <a:pt x="24" y="420"/>
                    <a:pt x="0" y="420"/>
                  </a:cubicBezTo>
                  <a:cubicBezTo>
                    <a:pt x="0" y="351"/>
                    <a:pt x="0" y="281"/>
                    <a:pt x="0" y="210"/>
                  </a:cubicBezTo>
                  <a:cubicBezTo>
                    <a:pt x="23" y="210"/>
                    <a:pt x="46" y="210"/>
                    <a:pt x="70" y="210"/>
                  </a:cubicBezTo>
                  <a:cubicBezTo>
                    <a:pt x="70" y="187"/>
                    <a:pt x="70" y="164"/>
                    <a:pt x="70" y="140"/>
                  </a:cubicBezTo>
                  <a:cubicBezTo>
                    <a:pt x="93" y="140"/>
                    <a:pt x="116" y="140"/>
                    <a:pt x="140" y="140"/>
                  </a:cubicBezTo>
                  <a:cubicBezTo>
                    <a:pt x="140" y="117"/>
                    <a:pt x="140" y="94"/>
                    <a:pt x="140" y="70"/>
                  </a:cubicBezTo>
                  <a:cubicBezTo>
                    <a:pt x="163" y="70"/>
                    <a:pt x="186" y="70"/>
                    <a:pt x="210" y="70"/>
                  </a:cubicBezTo>
                  <a:cubicBezTo>
                    <a:pt x="210" y="47"/>
                    <a:pt x="210" y="24"/>
                    <a:pt x="21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803" name="ICON_HARNESS_GRAPH_path_036"/>
            <p:cNvSpPr/>
            <p:nvPr/>
          </p:nvSpPr>
          <p:spPr>
            <a:xfrm>
              <a:off x="6576202" y="6604692"/>
              <a:ext cx="9782" cy="1779"/>
            </a:xfrm>
            <a:custGeom>
              <a:avLst/>
              <a:gdLst/>
              <a:ahLst/>
              <a:cxnLst/>
              <a:rect l="0" t="0" r="r" b="b"/>
              <a:pathLst>
                <a:path w="770" h="140" fill="norm" stroke="0">
                  <a:moveTo>
                    <a:pt x="70" y="0"/>
                  </a:moveTo>
                  <a:cubicBezTo>
                    <a:pt x="278" y="0"/>
                    <a:pt x="486" y="0"/>
                    <a:pt x="700" y="0"/>
                  </a:cubicBezTo>
                  <a:cubicBezTo>
                    <a:pt x="700" y="23"/>
                    <a:pt x="700" y="46"/>
                    <a:pt x="700" y="70"/>
                  </a:cubicBezTo>
                  <a:cubicBezTo>
                    <a:pt x="723" y="70"/>
                    <a:pt x="746" y="70"/>
                    <a:pt x="770" y="70"/>
                  </a:cubicBezTo>
                  <a:cubicBezTo>
                    <a:pt x="770" y="93"/>
                    <a:pt x="770" y="116"/>
                    <a:pt x="770" y="140"/>
                  </a:cubicBezTo>
                  <a:cubicBezTo>
                    <a:pt x="516" y="140"/>
                    <a:pt x="262" y="140"/>
                    <a:pt x="0" y="140"/>
                  </a:cubicBezTo>
                  <a:cubicBezTo>
                    <a:pt x="0" y="117"/>
                    <a:pt x="0" y="94"/>
                    <a:pt x="0" y="70"/>
                  </a:cubicBezTo>
                  <a:cubicBezTo>
                    <a:pt x="23" y="70"/>
                    <a:pt x="46" y="70"/>
                    <a:pt x="70" y="70"/>
                  </a:cubicBezTo>
                  <a:cubicBezTo>
                    <a:pt x="70" y="47"/>
                    <a:pt x="70" y="24"/>
                    <a:pt x="7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804" name="ICON_HARNESS_GRAPH_path_037"/>
            <p:cNvSpPr/>
            <p:nvPr/>
          </p:nvSpPr>
          <p:spPr>
            <a:xfrm>
              <a:off x="6537075" y="6515765"/>
              <a:ext cx="8003" cy="5336"/>
            </a:xfrm>
            <a:custGeom>
              <a:avLst/>
              <a:gdLst/>
              <a:ahLst/>
              <a:cxnLst/>
              <a:rect l="0" t="0" r="r" b="b"/>
              <a:pathLst>
                <a:path w="630" h="420" fill="norm" stroke="0">
                  <a:moveTo>
                    <a:pt x="70" y="0"/>
                  </a:moveTo>
                  <a:cubicBezTo>
                    <a:pt x="93" y="0"/>
                    <a:pt x="116" y="0"/>
                    <a:pt x="140" y="0"/>
                  </a:cubicBezTo>
                  <a:cubicBezTo>
                    <a:pt x="140" y="23"/>
                    <a:pt x="140" y="46"/>
                    <a:pt x="140" y="70"/>
                  </a:cubicBezTo>
                  <a:cubicBezTo>
                    <a:pt x="186" y="70"/>
                    <a:pt x="232" y="70"/>
                    <a:pt x="280" y="70"/>
                  </a:cubicBezTo>
                  <a:cubicBezTo>
                    <a:pt x="280" y="93"/>
                    <a:pt x="280" y="116"/>
                    <a:pt x="280" y="140"/>
                  </a:cubicBezTo>
                  <a:cubicBezTo>
                    <a:pt x="303" y="140"/>
                    <a:pt x="326" y="140"/>
                    <a:pt x="350" y="140"/>
                  </a:cubicBezTo>
                  <a:cubicBezTo>
                    <a:pt x="350" y="163"/>
                    <a:pt x="350" y="186"/>
                    <a:pt x="350" y="210"/>
                  </a:cubicBezTo>
                  <a:cubicBezTo>
                    <a:pt x="396" y="210"/>
                    <a:pt x="443" y="210"/>
                    <a:pt x="490" y="210"/>
                  </a:cubicBezTo>
                  <a:cubicBezTo>
                    <a:pt x="490" y="233"/>
                    <a:pt x="490" y="256"/>
                    <a:pt x="490" y="280"/>
                  </a:cubicBezTo>
                  <a:cubicBezTo>
                    <a:pt x="536" y="280"/>
                    <a:pt x="583" y="280"/>
                    <a:pt x="630" y="280"/>
                  </a:cubicBezTo>
                  <a:cubicBezTo>
                    <a:pt x="630" y="303"/>
                    <a:pt x="630" y="326"/>
                    <a:pt x="630" y="350"/>
                  </a:cubicBezTo>
                  <a:cubicBezTo>
                    <a:pt x="584" y="350"/>
                    <a:pt x="538" y="350"/>
                    <a:pt x="490" y="350"/>
                  </a:cubicBezTo>
                  <a:cubicBezTo>
                    <a:pt x="490" y="373"/>
                    <a:pt x="490" y="396"/>
                    <a:pt x="490" y="420"/>
                  </a:cubicBezTo>
                  <a:cubicBezTo>
                    <a:pt x="467" y="420"/>
                    <a:pt x="444" y="420"/>
                    <a:pt x="420" y="420"/>
                  </a:cubicBezTo>
                  <a:cubicBezTo>
                    <a:pt x="420" y="397"/>
                    <a:pt x="420" y="374"/>
                    <a:pt x="420" y="350"/>
                  </a:cubicBezTo>
                  <a:cubicBezTo>
                    <a:pt x="374" y="350"/>
                    <a:pt x="328" y="350"/>
                    <a:pt x="280" y="350"/>
                  </a:cubicBezTo>
                  <a:cubicBezTo>
                    <a:pt x="280" y="327"/>
                    <a:pt x="280" y="304"/>
                    <a:pt x="280" y="280"/>
                  </a:cubicBezTo>
                  <a:cubicBezTo>
                    <a:pt x="234" y="280"/>
                    <a:pt x="188" y="280"/>
                    <a:pt x="140" y="280"/>
                  </a:cubicBezTo>
                  <a:cubicBezTo>
                    <a:pt x="140" y="257"/>
                    <a:pt x="140" y="234"/>
                    <a:pt x="140" y="210"/>
                  </a:cubicBezTo>
                  <a:cubicBezTo>
                    <a:pt x="117" y="210"/>
                    <a:pt x="94" y="210"/>
                    <a:pt x="70" y="210"/>
                  </a:cubicBezTo>
                  <a:cubicBezTo>
                    <a:pt x="70" y="187"/>
                    <a:pt x="70" y="164"/>
                    <a:pt x="70" y="140"/>
                  </a:cubicBezTo>
                  <a:cubicBezTo>
                    <a:pt x="47" y="140"/>
                    <a:pt x="24" y="140"/>
                    <a:pt x="0" y="140"/>
                  </a:cubicBezTo>
                  <a:cubicBezTo>
                    <a:pt x="0" y="117"/>
                    <a:pt x="0" y="94"/>
                    <a:pt x="0" y="70"/>
                  </a:cubicBezTo>
                  <a:cubicBezTo>
                    <a:pt x="23" y="70"/>
                    <a:pt x="46" y="70"/>
                    <a:pt x="70" y="70"/>
                  </a:cubicBezTo>
                  <a:cubicBezTo>
                    <a:pt x="70" y="47"/>
                    <a:pt x="70" y="24"/>
                    <a:pt x="7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  <p:sp>
          <p:nvSpPr>
            <p:cNvPr id="1805" name="ICON_HARNESS_GRAPH_path_038"/>
            <p:cNvSpPr/>
            <p:nvPr/>
          </p:nvSpPr>
          <p:spPr>
            <a:xfrm>
              <a:off x="6592209" y="6562896"/>
              <a:ext cx="6225" cy="4611"/>
            </a:xfrm>
            <a:custGeom>
              <a:avLst/>
              <a:gdLst/>
              <a:ahLst/>
              <a:cxnLst/>
              <a:rect l="0" t="0" r="r" b="b"/>
              <a:pathLst>
                <a:path w="490" h="363" fill="norm" stroke="0">
                  <a:moveTo>
                    <a:pt x="280" y="0"/>
                  </a:moveTo>
                  <a:cubicBezTo>
                    <a:pt x="303" y="12"/>
                    <a:pt x="326" y="23"/>
                    <a:pt x="350" y="35"/>
                  </a:cubicBezTo>
                  <a:cubicBezTo>
                    <a:pt x="362" y="23"/>
                    <a:pt x="373" y="12"/>
                    <a:pt x="385" y="0"/>
                  </a:cubicBezTo>
                  <a:cubicBezTo>
                    <a:pt x="389" y="12"/>
                    <a:pt x="394" y="23"/>
                    <a:pt x="398" y="35"/>
                  </a:cubicBezTo>
                  <a:cubicBezTo>
                    <a:pt x="405" y="47"/>
                    <a:pt x="413" y="58"/>
                    <a:pt x="420" y="70"/>
                  </a:cubicBezTo>
                  <a:cubicBezTo>
                    <a:pt x="457" y="72"/>
                    <a:pt x="457" y="72"/>
                    <a:pt x="490" y="70"/>
                  </a:cubicBezTo>
                  <a:cubicBezTo>
                    <a:pt x="480" y="94"/>
                    <a:pt x="470" y="117"/>
                    <a:pt x="460" y="140"/>
                  </a:cubicBezTo>
                  <a:cubicBezTo>
                    <a:pt x="454" y="153"/>
                    <a:pt x="448" y="166"/>
                    <a:pt x="442" y="179"/>
                  </a:cubicBezTo>
                  <a:cubicBezTo>
                    <a:pt x="435" y="190"/>
                    <a:pt x="428" y="200"/>
                    <a:pt x="420" y="210"/>
                  </a:cubicBezTo>
                  <a:cubicBezTo>
                    <a:pt x="383" y="214"/>
                    <a:pt x="383" y="214"/>
                    <a:pt x="350" y="210"/>
                  </a:cubicBezTo>
                  <a:cubicBezTo>
                    <a:pt x="350" y="233"/>
                    <a:pt x="350" y="256"/>
                    <a:pt x="350" y="280"/>
                  </a:cubicBezTo>
                  <a:cubicBezTo>
                    <a:pt x="327" y="280"/>
                    <a:pt x="304" y="280"/>
                    <a:pt x="280" y="280"/>
                  </a:cubicBezTo>
                  <a:cubicBezTo>
                    <a:pt x="280" y="303"/>
                    <a:pt x="280" y="326"/>
                    <a:pt x="280" y="350"/>
                  </a:cubicBezTo>
                  <a:cubicBezTo>
                    <a:pt x="208" y="358"/>
                    <a:pt x="142" y="363"/>
                    <a:pt x="70" y="350"/>
                  </a:cubicBezTo>
                  <a:cubicBezTo>
                    <a:pt x="30" y="308"/>
                    <a:pt x="14" y="265"/>
                    <a:pt x="0" y="210"/>
                  </a:cubicBezTo>
                  <a:cubicBezTo>
                    <a:pt x="23" y="210"/>
                    <a:pt x="46" y="210"/>
                    <a:pt x="70" y="210"/>
                  </a:cubicBezTo>
                  <a:cubicBezTo>
                    <a:pt x="70" y="187"/>
                    <a:pt x="70" y="164"/>
                    <a:pt x="70" y="140"/>
                  </a:cubicBezTo>
                  <a:cubicBezTo>
                    <a:pt x="93" y="140"/>
                    <a:pt x="116" y="140"/>
                    <a:pt x="140" y="140"/>
                  </a:cubicBezTo>
                  <a:cubicBezTo>
                    <a:pt x="140" y="117"/>
                    <a:pt x="140" y="94"/>
                    <a:pt x="140" y="70"/>
                  </a:cubicBezTo>
                  <a:cubicBezTo>
                    <a:pt x="186" y="70"/>
                    <a:pt x="232" y="70"/>
                    <a:pt x="280" y="70"/>
                  </a:cubicBezTo>
                  <a:cubicBezTo>
                    <a:pt x="280" y="47"/>
                    <a:pt x="280" y="24"/>
                    <a:pt x="280" y="0"/>
                  </a:cubicBezTo>
                  <a:close/>
                </a:path>
              </a:pathLst>
            </a:custGeom>
            <a:solidFill>
              <a:srgbClr val="ACB5E9"/>
            </a:solidFill>
            <a:ln w="445" cap="flat">
              <a:noFill/>
            </a:ln>
          </p:spPr>
        </p:sp>
      </p:grpSp>
      <p:sp>
        <p:nvSpPr>
          <p:cNvPr id="264" name="LETTER_A"/>
          <p:cNvSpPr txBox="1"/>
          <p:nvPr/>
        </p:nvSpPr>
        <p:spPr>
          <a:xfrm>
            <a:off x="174625" y="63500"/>
            <a:ext cx="381000" cy="365125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2000" b="1" i="0" spc="0" lang="en-US">
                <a:solidFill>
                  <a:srgbClr val="FFFFFF"/>
                </a:solidFill>
                <a:latin typeface="Arial"/>
                <a:ea typeface="微软雅黑"/>
              </a:defRPr>
            </a:pPr>
            <a:r>
              <a:rPr sz="2000" b="1" i="0" spc="0" lang="en-US">
                <a:solidFill>
                  <a:srgbClr val="FFFFFF"/>
                </a:solidFill>
                <a:latin typeface="Arial"/>
                <a:ea typeface="微软雅黑"/>
              </a:rPr>
              <a:t>A</a:t>
            </a:r>
            <a:endParaRPr sz="2000" b="1" i="0" spc="0" lang="en-US">
              <a:solidFill>
                <a:srgbClr val="FFFFFF"/>
              </a:solidFill>
              <a:latin typeface="Arial"/>
              <a:ea typeface="微软雅黑"/>
            </a:endParaRPr>
          </a:p>
        </p:txBody>
      </p:sp>
      <p:sp>
        <p:nvSpPr>
          <p:cNvPr id="265" name="LETTER_B"/>
          <p:cNvSpPr txBox="1"/>
          <p:nvPr/>
        </p:nvSpPr>
        <p:spPr>
          <a:xfrm>
            <a:off x="174625" y="2635250"/>
            <a:ext cx="381000" cy="365125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2000" b="1" i="0" spc="0" lang="en-US">
                <a:solidFill>
                  <a:srgbClr val="FFFFFF"/>
                </a:solidFill>
                <a:latin typeface="Arial"/>
                <a:ea typeface="微软雅黑"/>
              </a:defRPr>
            </a:pPr>
            <a:r>
              <a:rPr sz="2000" b="1" i="0" spc="0" lang="en-US">
                <a:solidFill>
                  <a:srgbClr val="FFFFFF"/>
                </a:solidFill>
                <a:latin typeface="Arial"/>
                <a:ea typeface="微软雅黑"/>
              </a:rPr>
              <a:t>B</a:t>
            </a:r>
            <a:endParaRPr sz="2000" b="1" i="0" spc="0" lang="en-US">
              <a:solidFill>
                <a:srgbClr val="FFFFFF"/>
              </a:solidFill>
              <a:latin typeface="Arial"/>
              <a:ea typeface="微软雅黑"/>
            </a:endParaRPr>
          </a:p>
        </p:txBody>
      </p:sp>
      <p:sp>
        <p:nvSpPr>
          <p:cNvPr id="266" name="LETTER_C"/>
          <p:cNvSpPr txBox="1"/>
          <p:nvPr/>
        </p:nvSpPr>
        <p:spPr>
          <a:xfrm>
            <a:off x="174625" y="6723062"/>
            <a:ext cx="381000" cy="365125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2000" b="1" i="0" spc="0" lang="en-US">
                <a:solidFill>
                  <a:srgbClr val="FFFFFF"/>
                </a:solidFill>
                <a:latin typeface="Arial"/>
                <a:ea typeface="微软雅黑"/>
              </a:defRPr>
            </a:pPr>
            <a:r>
              <a:rPr sz="2000" b="1" i="0" spc="0" lang="en-US">
                <a:solidFill>
                  <a:srgbClr val="FFFFFF"/>
                </a:solidFill>
                <a:latin typeface="Arial"/>
                <a:ea typeface="微软雅黑"/>
              </a:rPr>
              <a:t>C</a:t>
            </a:r>
            <a:endParaRPr sz="2000" b="1" i="0" spc="0" lang="en-US">
              <a:solidFill>
                <a:srgbClr val="FFFFFF"/>
              </a:solidFill>
              <a:latin typeface="Arial"/>
              <a:ea typeface="微软雅黑"/>
            </a:endParaRPr>
          </a:p>
        </p:txBody>
      </p:sp>
      <p:sp>
        <p:nvSpPr>
          <p:cNvPr id="267" name="TXT_000"/>
          <p:cNvSpPr txBox="1"/>
          <p:nvPr/>
        </p:nvSpPr>
        <p:spPr>
          <a:xfrm>
            <a:off x="666750" y="103188"/>
            <a:ext cx="3397250" cy="285750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1938" b="1" i="0" spc="0" lang="en-US">
                <a:solidFill>
                  <a:srgbClr val="100934"/>
                </a:solidFill>
                <a:latin typeface="Segoe UI"/>
                <a:ea typeface="微软雅黑"/>
              </a:defRPr>
            </a:pPr>
            <a:r>
              <a:rPr sz="1938" b="1" i="0" spc="0" lang="en-US">
                <a:solidFill>
                  <a:srgbClr val="100934"/>
                </a:solidFill>
                <a:latin typeface="Segoe UI"/>
                <a:ea typeface="微软雅黑"/>
              </a:rPr>
              <a:t>EEGAgent overview</a:t>
            </a:r>
            <a:endParaRPr sz="1938" b="1" i="0" spc="0" lang="en-US">
              <a:solidFill>
                <a:srgbClr val="100934"/>
              </a:solidFill>
              <a:latin typeface="Segoe UI"/>
              <a:ea typeface="微软雅黑"/>
            </a:endParaRPr>
          </a:p>
        </p:txBody>
      </p:sp>
      <p:sp>
        <p:nvSpPr>
          <p:cNvPr id="299" name="TXT_033"/>
          <p:cNvSpPr txBox="1"/>
          <p:nvPr/>
        </p:nvSpPr>
        <p:spPr>
          <a:xfrm>
            <a:off x="2508250" y="2349500"/>
            <a:ext cx="690562" cy="190500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1125" b="1" i="0" spc="0" lang="en-US">
                <a:solidFill>
                  <a:srgbClr val="7C12A6"/>
                </a:solidFill>
                <a:latin typeface="Source Sans Pro"/>
                <a:ea typeface="微软雅黑"/>
              </a:defRPr>
            </a:pPr>
            <a:r>
              <a:rPr sz="1125" b="1" i="0" spc="0" lang="en-US">
                <a:solidFill>
                  <a:srgbClr val="7C12A6"/>
                </a:solidFill>
                <a:latin typeface="Source Sans Pro"/>
                <a:ea typeface="微软雅黑"/>
              </a:rPr>
              <a:t>data facts</a:t>
            </a:r>
            <a:endParaRPr sz="1125" b="1" i="0" spc="0" lang="en-US">
              <a:solidFill>
                <a:srgbClr val="7C12A6"/>
              </a:solidFill>
              <a:latin typeface="Source Sans Pro"/>
              <a:ea typeface="微软雅黑"/>
            </a:endParaRPr>
          </a:p>
        </p:txBody>
      </p:sp>
      <p:sp>
        <p:nvSpPr>
          <p:cNvPr id="300" name="TXT_034"/>
          <p:cNvSpPr txBox="1"/>
          <p:nvPr/>
        </p:nvSpPr>
        <p:spPr>
          <a:xfrm>
            <a:off x="6215062" y="2381250"/>
            <a:ext cx="1103312" cy="158750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1125" b="1" i="0" spc="0" lang="en-US">
                <a:solidFill>
                  <a:srgbClr val="7C12A6"/>
                </a:solidFill>
                <a:latin typeface="Source Sans Pro"/>
                <a:ea typeface="微软雅黑"/>
              </a:defRPr>
            </a:pPr>
            <a:r>
              <a:rPr sz="1125" b="1" i="0" spc="0" lang="en-US">
                <a:solidFill>
                  <a:srgbClr val="7C12A6"/>
                </a:solidFill>
                <a:latin typeface="Source Sans Pro"/>
                <a:ea typeface="微软雅黑"/>
              </a:rPr>
              <a:t>method guidance</a:t>
            </a:r>
            <a:endParaRPr sz="1125" b="1" i="0" spc="0" lang="en-US">
              <a:solidFill>
                <a:srgbClr val="7C12A6"/>
              </a:solidFill>
              <a:latin typeface="Source Sans Pro"/>
              <a:ea typeface="微软雅黑"/>
            </a:endParaRPr>
          </a:p>
        </p:txBody>
      </p:sp>
      <p:sp>
        <p:nvSpPr>
          <p:cNvPr id="301" name="TXT_035"/>
          <p:cNvSpPr txBox="1"/>
          <p:nvPr/>
        </p:nvSpPr>
        <p:spPr>
          <a:xfrm>
            <a:off x="10056812" y="2381250"/>
            <a:ext cx="1198562" cy="158750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1125" b="1" i="0" spc="0" lang="en-US">
                <a:solidFill>
                  <a:srgbClr val="7C12A6"/>
                </a:solidFill>
                <a:latin typeface="Source Sans Pro"/>
                <a:ea typeface="微软雅黑"/>
              </a:defRPr>
            </a:pPr>
            <a:r>
              <a:rPr sz="1125" b="1" i="0" spc="0" lang="en-US">
                <a:solidFill>
                  <a:srgbClr val="7C12A6"/>
                </a:solidFill>
                <a:latin typeface="Source Sans Pro"/>
                <a:ea typeface="微软雅黑"/>
              </a:rPr>
              <a:t>reference evidence</a:t>
            </a:r>
            <a:endParaRPr sz="1125" b="1" i="0" spc="0" lang="en-US">
              <a:solidFill>
                <a:srgbClr val="7C12A6"/>
              </a:solidFill>
              <a:latin typeface="Source Sans Pro"/>
              <a:ea typeface="微软雅黑"/>
            </a:endParaRPr>
          </a:p>
        </p:txBody>
      </p:sp>
      <p:sp>
        <p:nvSpPr>
          <p:cNvPr id="302" name="TXT_037"/>
          <p:cNvSpPr txBox="1"/>
          <p:nvPr/>
        </p:nvSpPr>
        <p:spPr>
          <a:xfrm>
            <a:off x="635000" y="2714625"/>
            <a:ext cx="3675062" cy="269875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1875" b="1" i="0" spc="0" lang="en-US">
                <a:solidFill>
                  <a:srgbClr val="100934"/>
                </a:solidFill>
                <a:latin typeface="Roboto Condensed"/>
                <a:ea typeface="微软雅黑"/>
              </a:defRPr>
            </a:pPr>
            <a:r>
              <a:rPr sz="1875" b="1" i="0" spc="0" lang="en-US">
                <a:solidFill>
                  <a:srgbClr val="100934"/>
                </a:solidFill>
                <a:latin typeface="Roboto Condensed"/>
                <a:ea typeface="微软雅黑"/>
              </a:rPr>
              <a:t>Agent-environment interaction</a:t>
            </a:r>
            <a:endParaRPr sz="1875" b="1" i="0" spc="0" lang="en-US">
              <a:solidFill>
                <a:srgbClr val="100934"/>
              </a:solidFill>
              <a:latin typeface="Roboto Condensed"/>
              <a:ea typeface="微软雅黑"/>
            </a:endParaRPr>
          </a:p>
        </p:txBody>
      </p:sp>
      <p:sp>
        <p:nvSpPr>
          <p:cNvPr id="306" name="TXT_041"/>
          <p:cNvSpPr txBox="1"/>
          <p:nvPr/>
        </p:nvSpPr>
        <p:spPr>
          <a:xfrm>
            <a:off x="4040188" y="3206750"/>
            <a:ext cx="579438" cy="158750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1125" b="1" i="0" spc="0" lang="en-US">
                <a:solidFill>
                  <a:srgbClr val="7C12A6"/>
                </a:solidFill>
                <a:latin typeface="Source Sans Pro"/>
                <a:ea typeface="微软雅黑"/>
              </a:defRPr>
            </a:pPr>
            <a:r>
              <a:rPr sz="1125" b="1" i="0" spc="0" lang="en-US">
                <a:solidFill>
                  <a:srgbClr val="7C12A6"/>
                </a:solidFill>
                <a:latin typeface="Source Sans Pro"/>
                <a:ea typeface="微软雅黑"/>
              </a:rPr>
              <a:t>context</a:t>
            </a:r>
            <a:endParaRPr sz="1125" b="1" i="0" spc="0" lang="en-US">
              <a:solidFill>
                <a:srgbClr val="7C12A6"/>
              </a:solidFill>
              <a:latin typeface="Source Sans Pro"/>
              <a:ea typeface="微软雅黑"/>
            </a:endParaRPr>
          </a:p>
        </p:txBody>
      </p:sp>
      <p:sp>
        <p:nvSpPr>
          <p:cNvPr id="316" name="TXT_051"/>
          <p:cNvSpPr txBox="1"/>
          <p:nvPr/>
        </p:nvSpPr>
        <p:spPr>
          <a:xfrm>
            <a:off x="3937000" y="3730625"/>
            <a:ext cx="635000" cy="206375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1250" b="0" i="0" spc="0" lang="en-US">
                <a:solidFill>
                  <a:srgbClr val="FF006A"/>
                </a:solidFill>
                <a:latin typeface="Roboto Condensed"/>
                <a:ea typeface="微软雅黑"/>
              </a:defRPr>
            </a:pPr>
            <a:r>
              <a:rPr sz="1250" b="0" i="0" spc="0" lang="en-US">
                <a:solidFill>
                  <a:srgbClr val="FF006A"/>
                </a:solidFill>
                <a:latin typeface="Roboto Condensed"/>
                <a:ea typeface="微软雅黑"/>
              </a:rPr>
              <a:t>tool call</a:t>
            </a:r>
            <a:endParaRPr sz="1250" b="0" i="0" spc="0" lang="en-US">
              <a:solidFill>
                <a:srgbClr val="FF006A"/>
              </a:solidFill>
              <a:latin typeface="Roboto Condensed"/>
              <a:ea typeface="微软雅黑"/>
            </a:endParaRPr>
          </a:p>
        </p:txBody>
      </p:sp>
      <p:sp>
        <p:nvSpPr>
          <p:cNvPr id="338" name="TXT_073"/>
          <p:cNvSpPr txBox="1"/>
          <p:nvPr/>
        </p:nvSpPr>
        <p:spPr>
          <a:xfrm>
            <a:off x="3905250" y="4833938"/>
            <a:ext cx="769938" cy="166688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1250" b="0" i="0" spc="0" lang="en-US">
                <a:solidFill>
                  <a:srgbClr val="FF006A"/>
                </a:solidFill>
                <a:latin typeface="Roboto Condensed"/>
                <a:ea typeface="微软雅黑"/>
              </a:defRPr>
            </a:pPr>
            <a:r>
              <a:rPr sz="1250" b="0" i="0" spc="0" lang="en-US">
                <a:solidFill>
                  <a:srgbClr val="FF006A"/>
                </a:solidFill>
                <a:latin typeface="Roboto Condensed"/>
                <a:ea typeface="微软雅黑"/>
              </a:rPr>
              <a:t>tool result</a:t>
            </a:r>
            <a:endParaRPr sz="1250" b="0" i="0" spc="0" lang="en-US">
              <a:solidFill>
                <a:srgbClr val="FF006A"/>
              </a:solidFill>
              <a:latin typeface="Roboto Condensed"/>
              <a:ea typeface="微软雅黑"/>
            </a:endParaRPr>
          </a:p>
        </p:txBody>
      </p:sp>
      <p:sp>
        <p:nvSpPr>
          <p:cNvPr id="360" name="TXT_095"/>
          <p:cNvSpPr txBox="1"/>
          <p:nvPr/>
        </p:nvSpPr>
        <p:spPr>
          <a:xfrm>
            <a:off x="2817812" y="6254750"/>
            <a:ext cx="1801812" cy="166688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1000" b="1" i="0" spc="0" lang="en-US">
                <a:solidFill>
                  <a:srgbClr val="0062FF"/>
                </a:solidFill>
                <a:latin typeface="Roboto Condensed"/>
                <a:ea typeface="微软雅黑"/>
              </a:defRPr>
            </a:pPr>
            <a:r>
              <a:rPr sz="1000" b="1" i="0" spc="0" lang="en-US">
                <a:solidFill>
                  <a:srgbClr val="0062FF"/>
                </a:solidFill>
                <a:latin typeface="Roboto Condensed"/>
                <a:ea typeface="微软雅黑"/>
              </a:rPr>
              <a:t>Execution harness · Go gateway</a:t>
            </a:r>
            <a:endParaRPr sz="1000" b="1" i="0" spc="0" lang="en-US">
              <a:solidFill>
                <a:srgbClr val="0062FF"/>
              </a:solidFill>
              <a:latin typeface="Roboto Condensed"/>
              <a:ea typeface="微软雅黑"/>
            </a:endParaRPr>
          </a:p>
        </p:txBody>
      </p:sp>
      <p:sp>
        <p:nvSpPr>
          <p:cNvPr id="361" name="TXT_096"/>
          <p:cNvSpPr txBox="1"/>
          <p:nvPr/>
        </p:nvSpPr>
        <p:spPr>
          <a:xfrm>
            <a:off x="3262312" y="6469062"/>
            <a:ext cx="857250" cy="134938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844" b="0" i="0" spc="0" lang="en-US">
                <a:solidFill>
                  <a:srgbClr val="100934"/>
                </a:solidFill>
                <a:latin typeface="Roboto Condensed"/>
                <a:ea typeface="微软雅黑"/>
              </a:defRPr>
            </a:pPr>
            <a:r>
              <a:rPr sz="844" b="0" i="0" spc="0" lang="en-US">
                <a:solidFill>
                  <a:srgbClr val="100934"/>
                </a:solidFill>
                <a:latin typeface="Roboto Condensed"/>
                <a:ea typeface="微软雅黑"/>
              </a:rPr>
              <a:t>Session &amp; context</a:t>
            </a:r>
            <a:endParaRPr sz="844" b="0" i="0" spc="0" lang="en-US">
              <a:solidFill>
                <a:srgbClr val="100934"/>
              </a:solidFill>
              <a:latin typeface="Roboto Condensed"/>
              <a:ea typeface="微软雅黑"/>
            </a:endParaRPr>
          </a:p>
        </p:txBody>
      </p:sp>
      <p:sp>
        <p:nvSpPr>
          <p:cNvPr id="362" name="TXT_097"/>
          <p:cNvSpPr txBox="1"/>
          <p:nvPr/>
        </p:nvSpPr>
        <p:spPr>
          <a:xfrm>
            <a:off x="4992688" y="6461125"/>
            <a:ext cx="881062" cy="134938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844" b="0" i="0" spc="0" lang="en-US">
                <a:solidFill>
                  <a:srgbClr val="100934"/>
                </a:solidFill>
                <a:latin typeface="Roboto Condensed"/>
                <a:ea typeface="微软雅黑"/>
              </a:defRPr>
            </a:pPr>
            <a:r>
              <a:rPr sz="844" b="0" i="0" spc="0" lang="en-US">
                <a:solidFill>
                  <a:srgbClr val="100934"/>
                </a:solidFill>
                <a:latin typeface="Roboto Condensed"/>
                <a:ea typeface="微软雅黑"/>
              </a:rPr>
              <a:t>Tool orchestration</a:t>
            </a:r>
            <a:endParaRPr sz="844" b="0" i="0" spc="0" lang="en-US">
              <a:solidFill>
                <a:srgbClr val="100934"/>
              </a:solidFill>
              <a:latin typeface="Roboto Condensed"/>
              <a:ea typeface="微软雅黑"/>
            </a:endParaRPr>
          </a:p>
        </p:txBody>
      </p:sp>
      <p:sp>
        <p:nvSpPr>
          <p:cNvPr id="363" name="TXT_098"/>
          <p:cNvSpPr txBox="1"/>
          <p:nvPr/>
        </p:nvSpPr>
        <p:spPr>
          <a:xfrm>
            <a:off x="6786562" y="6437312"/>
            <a:ext cx="1063625" cy="182562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969" b="0" i="0" spc="0" lang="en-US">
                <a:solidFill>
                  <a:srgbClr val="100934"/>
                </a:solidFill>
                <a:latin typeface="Roboto Condensed"/>
                <a:ea typeface="微软雅黑"/>
              </a:defRPr>
            </a:pPr>
            <a:r>
              <a:rPr sz="969" b="0" i="0" spc="0" lang="en-US">
                <a:solidFill>
                  <a:srgbClr val="100934"/>
                </a:solidFill>
                <a:latin typeface="Roboto Condensed"/>
                <a:ea typeface="微软雅黑"/>
              </a:rPr>
              <a:t>Streaming &amp; follow-up</a:t>
            </a:r>
            <a:endParaRPr sz="969" b="0" i="0" spc="0" lang="en-US">
              <a:solidFill>
                <a:srgbClr val="100934"/>
              </a:solidFill>
              <a:latin typeface="Roboto Condensed"/>
              <a:ea typeface="微软雅黑"/>
            </a:endParaRPr>
          </a:p>
        </p:txBody>
      </p:sp>
      <p:sp>
        <p:nvSpPr>
          <p:cNvPr id="364" name="TXT_099"/>
          <p:cNvSpPr txBox="1"/>
          <p:nvPr/>
        </p:nvSpPr>
        <p:spPr>
          <a:xfrm>
            <a:off x="642938" y="6762750"/>
            <a:ext cx="3079750" cy="246062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1562" b="1" i="0" spc="0" lang="en-US">
                <a:solidFill>
                  <a:srgbClr val="100934"/>
                </a:solidFill>
                <a:latin typeface="Roboto Condensed"/>
                <a:ea typeface="微软雅黑"/>
              </a:defRPr>
            </a:pPr>
            <a:r>
              <a:rPr sz="1562" b="1" i="0" spc="0" lang="en-US">
                <a:solidFill>
                  <a:srgbClr val="100934"/>
                </a:solidFill>
                <a:latin typeface="Roboto Condensed"/>
                <a:ea typeface="微软雅黑"/>
              </a:rPr>
              <a:t>Traceable analysis workspace</a:t>
            </a:r>
            <a:endParaRPr sz="1562" b="1" i="0" spc="0" lang="en-US">
              <a:solidFill>
                <a:srgbClr val="100934"/>
              </a:solidFill>
              <a:latin typeface="Roboto Condensed"/>
              <a:ea typeface="微软雅黑"/>
            </a:endParaRPr>
          </a:p>
        </p:txBody>
      </p:sp>
      <p:sp>
        <p:nvSpPr>
          <p:cNvPr id="379" name="TXT_115"/>
          <p:cNvSpPr txBox="1"/>
          <p:nvPr/>
        </p:nvSpPr>
        <p:spPr>
          <a:xfrm>
            <a:off x="1817688" y="7826375"/>
            <a:ext cx="3976688" cy="150812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938" b="0" i="0" spc="0" lang="en-US">
                <a:solidFill>
                  <a:srgbClr val="522682"/>
                </a:solidFill>
                <a:latin typeface="Roboto Condensed"/>
                <a:ea typeface="微软雅黑"/>
              </a:defRPr>
            </a:pPr>
            <a:r>
              <a:rPr sz="938" b="0" i="0" spc="0" lang="en-US">
                <a:solidFill>
                  <a:srgbClr val="522682"/>
                </a:solidFill>
                <a:latin typeface="Roboto Condensed"/>
                <a:ea typeface="微软雅黑"/>
              </a:rPr>
              <a:t>Source IDs · channels · units · original / event time · processing parameters</a:t>
            </a:r>
            <a:endParaRPr sz="938" b="0" i="0" spc="0" lang="en-US">
              <a:solidFill>
                <a:srgbClr val="522682"/>
              </a:solidFill>
              <a:latin typeface="Roboto Condensed"/>
              <a:ea typeface="微软雅黑"/>
            </a:endParaRPr>
          </a:p>
        </p:txBody>
      </p:sp>
      <p:sp>
        <p:nvSpPr>
          <p:cNvPr id="380" name="TXT_116"/>
          <p:cNvSpPr txBox="1"/>
          <p:nvPr/>
        </p:nvSpPr>
        <p:spPr>
          <a:xfrm>
            <a:off x="8096250" y="7850188"/>
            <a:ext cx="912812" cy="127000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938" b="0" i="0" spc="0" lang="en-US">
                <a:solidFill>
                  <a:srgbClr val="541485"/>
                </a:solidFill>
                <a:latin typeface="Roboto Condensed"/>
                <a:ea typeface="微软雅黑"/>
              </a:defRPr>
            </a:pPr>
            <a:r>
              <a:rPr sz="938" b="0" i="0" spc="0" lang="en-US">
                <a:solidFill>
                  <a:srgbClr val="541485"/>
                </a:solidFill>
                <a:latin typeface="Roboto Condensed"/>
                <a:ea typeface="微软雅黑"/>
              </a:rPr>
              <a:t>Execution / results</a:t>
            </a:r>
            <a:endParaRPr sz="938" b="0" i="0" spc="0" lang="en-US">
              <a:solidFill>
                <a:srgbClr val="541485"/>
              </a:solidFill>
              <a:latin typeface="Roboto Condensed"/>
              <a:ea typeface="微软雅黑"/>
            </a:endParaRPr>
          </a:p>
        </p:txBody>
      </p:sp>
      <p:sp>
        <p:nvSpPr>
          <p:cNvPr id="381" name="TXT_117"/>
          <p:cNvSpPr txBox="1"/>
          <p:nvPr/>
        </p:nvSpPr>
        <p:spPr>
          <a:xfrm>
            <a:off x="9540875" y="7834312"/>
            <a:ext cx="1031875" cy="150812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938" b="0" i="0" spc="0" lang="en-US">
                <a:solidFill>
                  <a:srgbClr val="541485"/>
                </a:solidFill>
                <a:latin typeface="Roboto Condensed"/>
                <a:ea typeface="微软雅黑"/>
              </a:defRPr>
            </a:pPr>
            <a:r>
              <a:rPr sz="938" b="0" i="0" spc="0" lang="en-US">
                <a:solidFill>
                  <a:srgbClr val="541485"/>
                </a:solidFill>
                <a:latin typeface="Roboto Condensed"/>
                <a:ea typeface="微软雅黑"/>
              </a:rPr>
              <a:t>Guidance / references</a:t>
            </a:r>
            <a:endParaRPr sz="938" b="0" i="0" spc="0" lang="en-US">
              <a:solidFill>
                <a:srgbClr val="541485"/>
              </a:solidFill>
              <a:latin typeface="Roboto Condensed"/>
              <a:ea typeface="微软雅黑"/>
            </a:endParaRPr>
          </a:p>
        </p:txBody>
      </p:sp>
      <p:sp>
        <p:nvSpPr>
          <p:cNvPr id="382" name="TXT_118"/>
          <p:cNvSpPr txBox="1"/>
          <p:nvPr/>
        </p:nvSpPr>
        <p:spPr>
          <a:xfrm>
            <a:off x="10866438" y="7818438"/>
            <a:ext cx="1063625" cy="174625"/>
          </a:xfrm>
          <a:prstGeom prst="rect">
            <a:avLst/>
          </a:prstGeom>
          <a:noFill/>
          <a:ln w="7938" cap="rnd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938" b="0" i="0" spc="0" lang="en-US">
                <a:solidFill>
                  <a:srgbClr val="541485"/>
                </a:solidFill>
                <a:latin typeface="Roboto Condensed"/>
                <a:ea typeface="微软雅黑"/>
              </a:defRPr>
            </a:pPr>
            <a:r>
              <a:rPr sz="938" b="0" i="0" spc="0" lang="en-US">
                <a:solidFill>
                  <a:srgbClr val="541485"/>
                </a:solidFill>
                <a:latin typeface="Roboto Condensed"/>
                <a:ea typeface="微软雅黑"/>
              </a:rPr>
              <a:t>Plots are illustrative</a:t>
            </a:r>
            <a:endParaRPr sz="938" b="0" i="0" spc="0" lang="en-US">
              <a:solidFill>
                <a:srgbClr val="541485"/>
              </a:solidFill>
              <a:latin typeface="Roboto Condensed"/>
              <a:ea typeface="微软雅黑"/>
            </a:endParaRPr>
          </a:p>
        </p:txBody>
      </p:sp>
    </p:spTree>
    <p:extLst>
      <p:ext uri="{BB962C8B-B14F-4D97-AF65-F5344CB8AC3E}">
        <p14:creationId xmlns:p14="http://schemas.microsoft.com/office/powerpoint/2010/main" val="145122268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Office PowerPoint</Application>
  <PresentationFormat>自定义</PresentationFormat>
  <Paragraphs>0</Paragraphs>
  <Slides>1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</vt:i4>
      </vt:variant>
    </vt:vector>
  </HeadingPairs>
  <TitlesOfParts>
    <vt:vector size="5" baseType="lpstr">
      <vt:lpstr>等线</vt:lpstr>
      <vt:lpstr>等线 Light</vt:lpstr>
      <vt:lpstr>Arial</vt:lpstr>
      <vt:lpstr>Office 主题​​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Codex</dc:creator>
  <cp:lastModifiedBy>Codex</cp:lastModifiedBy>
  <cp:revision>1</cp:revision>
  <dcterms:created xsi:type="dcterms:W3CDTF">2026-10-20T07:20:29Z</dcterms:created>
  <dcterms:modified xsi:type="dcterms:W3CDTF">2026-10-20T07:20:29Z</dcterms:modified>
</cp:coreProperties>
</file>